
<file path=[Content_Types].xml><?xml version="1.0" encoding="utf-8"?>
<Types xmlns="http://schemas.openxmlformats.org/package/2006/content-types">
  <Default Extension="jpeg" ContentType="image/jpeg"/>
  <Default Extension="jpg" ContentType="image/jp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changesInfos/changesInfo1.xml" ContentType="application/vnd.ms-powerpoint.changes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4"/>
  </p:sldMasterIdLst>
  <p:notesMasterIdLst>
    <p:notesMasterId r:id="rId26"/>
  </p:notesMasterIdLst>
  <p:sldIdLst>
    <p:sldId id="2147473993" r:id="rId5"/>
    <p:sldId id="2147473994" r:id="rId6"/>
    <p:sldId id="2147473995" r:id="rId7"/>
    <p:sldId id="2147474013" r:id="rId8"/>
    <p:sldId id="2147473996" r:id="rId9"/>
    <p:sldId id="2147473997" r:id="rId10"/>
    <p:sldId id="2147473998" r:id="rId11"/>
    <p:sldId id="2147473999" r:id="rId12"/>
    <p:sldId id="2147474000" r:id="rId13"/>
    <p:sldId id="2147474001" r:id="rId14"/>
    <p:sldId id="2147474002" r:id="rId15"/>
    <p:sldId id="2147474003" r:id="rId16"/>
    <p:sldId id="2147474004" r:id="rId17"/>
    <p:sldId id="2147474005" r:id="rId18"/>
    <p:sldId id="2147474006" r:id="rId19"/>
    <p:sldId id="2147474007" r:id="rId20"/>
    <p:sldId id="2147474008" r:id="rId21"/>
    <p:sldId id="2147474009" r:id="rId22"/>
    <p:sldId id="2147474011" r:id="rId23"/>
    <p:sldId id="2147474012" r:id="rId24"/>
    <p:sldId id="2147474043" r:id="rId25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70" d="100"/>
          <a:sy n="70" d="100"/>
        </p:scale>
        <p:origin x="512" y="52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notesMaster" Target="notesMasters/notesMaster1.xml"/><Relationship Id="rId3" Type="http://schemas.openxmlformats.org/officeDocument/2006/relationships/customXml" Target="../customXml/item3.xml"/><Relationship Id="rId21" Type="http://schemas.openxmlformats.org/officeDocument/2006/relationships/slide" Target="slides/slide17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theme" Target="theme/theme1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viewProps" Target="viewProps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microsoft.com/office/2016/11/relationships/changesInfo" Target="changesInfos/changesInfo1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presProps" Target="presProps.xml"/><Relationship Id="rId30" Type="http://schemas.openxmlformats.org/officeDocument/2006/relationships/tableStyles" Target="tableStyle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Sonawane, Harshal" userId="S::hsonawan@gfoundries.com::12a4bbe9-0e4c-4897-91e4-6ce15f4146cf" providerId="AD" clId="Web-{26C82234-6556-781B-4E08-8804FC805CE2}"/>
    <pc:docChg chg="modSld">
      <pc:chgData name="Sonawane, Harshal" userId="S::hsonawan@gfoundries.com::12a4bbe9-0e4c-4897-91e4-6ce15f4146cf" providerId="AD" clId="Web-{26C82234-6556-781B-4E08-8804FC805CE2}" dt="2026-09-29T13:04:31.057" v="8" actId="20577"/>
      <pc:docMkLst>
        <pc:docMk/>
      </pc:docMkLst>
      <pc:sldChg chg="modSp">
        <pc:chgData name="Sonawane, Harshal" userId="S::hsonawan@gfoundries.com::12a4bbe9-0e4c-4897-91e4-6ce15f4146cf" providerId="AD" clId="Web-{26C82234-6556-781B-4E08-8804FC805CE2}" dt="2026-09-29T13:04:31.057" v="8" actId="20577"/>
        <pc:sldMkLst>
          <pc:docMk/>
          <pc:sldMk cId="1136254198" sldId="2147474012"/>
        </pc:sldMkLst>
        <pc:spChg chg="mod">
          <ac:chgData name="Sonawane, Harshal" userId="S::hsonawan@gfoundries.com::12a4bbe9-0e4c-4897-91e4-6ce15f4146cf" providerId="AD" clId="Web-{26C82234-6556-781B-4E08-8804FC805CE2}" dt="2026-09-29T13:04:31.057" v="8" actId="20577"/>
          <ac:spMkLst>
            <pc:docMk/>
            <pc:sldMk cId="1136254198" sldId="2147474012"/>
            <ac:spMk id="37" creationId="{00000000-0000-0000-0000-000000000000}"/>
          </ac:spMkLst>
        </pc:spChg>
      </pc:sldChg>
    </pc:docChg>
  </pc:docChgLst>
  <pc:docChgLst>
    <pc:chgData name="Sonawane, Harshal" userId="S::hsonawan@gfoundries.com::12a4bbe9-0e4c-4897-91e4-6ce15f4146cf" providerId="AD" clId="Web-{00000000-0000-0000-0000-000000000000}"/>
    <pc:docChg chg="modSld">
      <pc:chgData name="Sonawane, Harshal" userId="S::hsonawan@gfoundries.com::12a4bbe9-0e4c-4897-91e4-6ce15f4146cf" providerId="AD" clId="Web-{00000000-0000-0000-0000-000000000000}" dt="2026-09-28T06:21:25.054" v="60" actId="20577"/>
      <pc:docMkLst>
        <pc:docMk/>
      </pc:docMkLst>
      <pc:sldChg chg="modSp">
        <pc:chgData name="Sonawane, Harshal" userId="S::hsonawan@gfoundries.com::12a4bbe9-0e4c-4897-91e4-6ce15f4146cf" providerId="AD" clId="Web-{00000000-0000-0000-0000-000000000000}" dt="2026-09-28T06:21:25.054" v="60" actId="20577"/>
        <pc:sldMkLst>
          <pc:docMk/>
          <pc:sldMk cId="1136254198" sldId="2147474012"/>
        </pc:sldMkLst>
        <pc:spChg chg="mod">
          <ac:chgData name="Sonawane, Harshal" userId="S::hsonawan@gfoundries.com::12a4bbe9-0e4c-4897-91e4-6ce15f4146cf" providerId="AD" clId="Web-{00000000-0000-0000-0000-000000000000}" dt="2026-09-28T06:11:48.801" v="0" actId="20577"/>
          <ac:spMkLst>
            <pc:docMk/>
            <pc:sldMk cId="1136254198" sldId="2147474012"/>
            <ac:spMk id="24" creationId="{00000000-0000-0000-0000-000000000000}"/>
          </ac:spMkLst>
        </pc:spChg>
        <pc:spChg chg="mod">
          <ac:chgData name="Sonawane, Harshal" userId="S::hsonawan@gfoundries.com::12a4bbe9-0e4c-4897-91e4-6ce15f4146cf" providerId="AD" clId="Web-{00000000-0000-0000-0000-000000000000}" dt="2026-09-28T06:17:50.469" v="1" actId="20577"/>
          <ac:spMkLst>
            <pc:docMk/>
            <pc:sldMk cId="1136254198" sldId="2147474012"/>
            <ac:spMk id="26" creationId="{00000000-0000-0000-0000-000000000000}"/>
          </ac:spMkLst>
        </pc:spChg>
        <pc:spChg chg="mod">
          <ac:chgData name="Sonawane, Harshal" userId="S::hsonawan@gfoundries.com::12a4bbe9-0e4c-4897-91e4-6ce15f4146cf" providerId="AD" clId="Web-{00000000-0000-0000-0000-000000000000}" dt="2026-09-28T06:18:08.220" v="8" actId="20577"/>
          <ac:spMkLst>
            <pc:docMk/>
            <pc:sldMk cId="1136254198" sldId="2147474012"/>
            <ac:spMk id="28" creationId="{00000000-0000-0000-0000-000000000000}"/>
          </ac:spMkLst>
        </pc:spChg>
        <pc:spChg chg="mod">
          <ac:chgData name="Sonawane, Harshal" userId="S::hsonawan@gfoundries.com::12a4bbe9-0e4c-4897-91e4-6ce15f4146cf" providerId="AD" clId="Web-{00000000-0000-0000-0000-000000000000}" dt="2026-09-28T06:21:25.054" v="60" actId="20577"/>
          <ac:spMkLst>
            <pc:docMk/>
            <pc:sldMk cId="1136254198" sldId="2147474012"/>
            <ac:spMk id="34" creationId="{00000000-0000-0000-0000-000000000000}"/>
          </ac:spMkLst>
        </pc:spChg>
      </pc:sldChg>
    </pc:docChg>
  </pc:docChgLst>
  <pc:docChgLst>
    <pc:chgData name="Sonawane, Harshal" userId="S::hsonawan@gfoundries.com::12a4bbe9-0e4c-4897-91e4-6ce15f4146cf" providerId="AD" clId="Web-{2B86F35C-D5EB-52BF-570C-F65F445D70E2}"/>
    <pc:docChg chg="modSld sldOrd">
      <pc:chgData name="Sonawane, Harshal" userId="S::hsonawan@gfoundries.com::12a4bbe9-0e4c-4897-91e4-6ce15f4146cf" providerId="AD" clId="Web-{2B86F35C-D5EB-52BF-570C-F65F445D70E2}" dt="2026-09-29T11:01:37.791" v="71" actId="20577"/>
      <pc:docMkLst>
        <pc:docMk/>
      </pc:docMkLst>
      <pc:sldChg chg="modSp ord">
        <pc:chgData name="Sonawane, Harshal" userId="S::hsonawan@gfoundries.com::12a4bbe9-0e4c-4897-91e4-6ce15f4146cf" providerId="AD" clId="Web-{2B86F35C-D5EB-52BF-570C-F65F445D70E2}" dt="2026-09-29T11:01:37.791" v="71" actId="20577"/>
        <pc:sldMkLst>
          <pc:docMk/>
          <pc:sldMk cId="1136254198" sldId="2147474012"/>
        </pc:sldMkLst>
        <pc:spChg chg="mod">
          <ac:chgData name="Sonawane, Harshal" userId="S::hsonawan@gfoundries.com::12a4bbe9-0e4c-4897-91e4-6ce15f4146cf" providerId="AD" clId="Web-{2B86F35C-D5EB-52BF-570C-F65F445D70E2}" dt="2026-09-29T11:01:37.791" v="71" actId="20577"/>
          <ac:spMkLst>
            <pc:docMk/>
            <pc:sldMk cId="1136254198" sldId="2147474012"/>
            <ac:spMk id="34" creationId="{00000000-0000-0000-0000-000000000000}"/>
          </ac:spMkLst>
        </pc:spChg>
        <pc:spChg chg="mod">
          <ac:chgData name="Sonawane, Harshal" userId="S::hsonawan@gfoundries.com::12a4bbe9-0e4c-4897-91e4-6ce15f4146cf" providerId="AD" clId="Web-{2B86F35C-D5EB-52BF-570C-F65F445D70E2}" dt="2026-09-29T11:00:58.618" v="63" actId="20577"/>
          <ac:spMkLst>
            <pc:docMk/>
            <pc:sldMk cId="1136254198" sldId="2147474012"/>
            <ac:spMk id="37" creationId="{00000000-0000-0000-0000-000000000000}"/>
          </ac:spMkLst>
        </pc:spChg>
      </pc:sldChg>
    </pc:docChg>
  </pc:docChgLst>
  <pc:docChgLst>
    <pc:chgData name="Reddy, Yarrakondaka Balakonda" userId="15eeff31-57a0-49e7-b2da-3a765e5a6e5a" providerId="ADAL" clId="{2E6A579E-56E0-4D71-9BF5-B832BB97107C}"/>
    <pc:docChg chg="undo custSel addSld delSld modSld sldOrd">
      <pc:chgData name="Reddy, Yarrakondaka Balakonda" userId="15eeff31-57a0-49e7-b2da-3a765e5a6e5a" providerId="ADAL" clId="{2E6A579E-56E0-4D71-9BF5-B832BB97107C}" dt="2026-10-08T14:06:20.859" v="216" actId="47"/>
      <pc:docMkLst>
        <pc:docMk/>
      </pc:docMkLst>
      <pc:sldChg chg="modSp del mod">
        <pc:chgData name="Reddy, Yarrakondaka Balakonda" userId="15eeff31-57a0-49e7-b2da-3a765e5a6e5a" providerId="ADAL" clId="{2E6A579E-56E0-4D71-9BF5-B832BB97107C}" dt="2026-10-08T14:06:12.760" v="215" actId="47"/>
        <pc:sldMkLst>
          <pc:docMk/>
          <pc:sldMk cId="3554887618" sldId="537"/>
        </pc:sldMkLst>
      </pc:sldChg>
      <pc:sldChg chg="del ord">
        <pc:chgData name="Reddy, Yarrakondaka Balakonda" userId="15eeff31-57a0-49e7-b2da-3a765e5a6e5a" providerId="ADAL" clId="{2E6A579E-56E0-4D71-9BF5-B832BB97107C}" dt="2026-10-08T14:06:20.859" v="216" actId="47"/>
        <pc:sldMkLst>
          <pc:docMk/>
          <pc:sldMk cId="1890015626" sldId="2147473991"/>
        </pc:sldMkLst>
      </pc:sldChg>
      <pc:sldChg chg="delSp modSp mod">
        <pc:chgData name="Reddy, Yarrakondaka Balakonda" userId="15eeff31-57a0-49e7-b2da-3a765e5a6e5a" providerId="ADAL" clId="{2E6A579E-56E0-4D71-9BF5-B832BB97107C}" dt="2026-09-27T15:45:47.702" v="135" actId="20577"/>
        <pc:sldMkLst>
          <pc:docMk/>
          <pc:sldMk cId="2016600142" sldId="2147473993"/>
        </pc:sldMkLst>
        <pc:spChg chg="mod">
          <ac:chgData name="Reddy, Yarrakondaka Balakonda" userId="15eeff31-57a0-49e7-b2da-3a765e5a6e5a" providerId="ADAL" clId="{2E6A579E-56E0-4D71-9BF5-B832BB97107C}" dt="2026-09-27T15:33:50.260" v="50" actId="26606"/>
          <ac:spMkLst>
            <pc:docMk/>
            <pc:sldMk cId="2016600142" sldId="2147473993"/>
            <ac:spMk id="20" creationId="{00000000-0000-0000-0000-000000000000}"/>
          </ac:spMkLst>
        </pc:spChg>
        <pc:spChg chg="mod">
          <ac:chgData name="Reddy, Yarrakondaka Balakonda" userId="15eeff31-57a0-49e7-b2da-3a765e5a6e5a" providerId="ADAL" clId="{2E6A579E-56E0-4D71-9BF5-B832BB97107C}" dt="2026-09-27T15:33:50.260" v="50" actId="26606"/>
          <ac:spMkLst>
            <pc:docMk/>
            <pc:sldMk cId="2016600142" sldId="2147473993"/>
            <ac:spMk id="21" creationId="{00000000-0000-0000-0000-000000000000}"/>
          </ac:spMkLst>
        </pc:spChg>
        <pc:spChg chg="mod">
          <ac:chgData name="Reddy, Yarrakondaka Balakonda" userId="15eeff31-57a0-49e7-b2da-3a765e5a6e5a" providerId="ADAL" clId="{2E6A579E-56E0-4D71-9BF5-B832BB97107C}" dt="2026-09-27T15:33:50.260" v="50" actId="26606"/>
          <ac:spMkLst>
            <pc:docMk/>
            <pc:sldMk cId="2016600142" sldId="2147473993"/>
            <ac:spMk id="23" creationId="{00000000-0000-0000-0000-000000000000}"/>
          </ac:spMkLst>
        </pc:spChg>
        <pc:spChg chg="mod">
          <ac:chgData name="Reddy, Yarrakondaka Balakonda" userId="15eeff31-57a0-49e7-b2da-3a765e5a6e5a" providerId="ADAL" clId="{2E6A579E-56E0-4D71-9BF5-B832BB97107C}" dt="2026-09-27T15:33:50.260" v="50" actId="26606"/>
          <ac:spMkLst>
            <pc:docMk/>
            <pc:sldMk cId="2016600142" sldId="2147473993"/>
            <ac:spMk id="24" creationId="{00000000-0000-0000-0000-000000000000}"/>
          </ac:spMkLst>
        </pc:spChg>
        <pc:spChg chg="mod">
          <ac:chgData name="Reddy, Yarrakondaka Balakonda" userId="15eeff31-57a0-49e7-b2da-3a765e5a6e5a" providerId="ADAL" clId="{2E6A579E-56E0-4D71-9BF5-B832BB97107C}" dt="2026-09-27T15:33:50.260" v="50" actId="26606"/>
          <ac:spMkLst>
            <pc:docMk/>
            <pc:sldMk cId="2016600142" sldId="2147473993"/>
            <ac:spMk id="25" creationId="{00000000-0000-0000-0000-000000000000}"/>
          </ac:spMkLst>
        </pc:spChg>
        <pc:spChg chg="mod">
          <ac:chgData name="Reddy, Yarrakondaka Balakonda" userId="15eeff31-57a0-49e7-b2da-3a765e5a6e5a" providerId="ADAL" clId="{2E6A579E-56E0-4D71-9BF5-B832BB97107C}" dt="2026-09-27T15:27:55.804" v="47" actId="26606"/>
          <ac:spMkLst>
            <pc:docMk/>
            <pc:sldMk cId="2016600142" sldId="2147473993"/>
            <ac:spMk id="28" creationId="{00000000-0000-0000-0000-000000000000}"/>
          </ac:spMkLst>
        </pc:spChg>
        <pc:spChg chg="mod">
          <ac:chgData name="Reddy, Yarrakondaka Balakonda" userId="15eeff31-57a0-49e7-b2da-3a765e5a6e5a" providerId="ADAL" clId="{2E6A579E-56E0-4D71-9BF5-B832BB97107C}" dt="2026-09-27T15:33:50.260" v="50" actId="26606"/>
          <ac:spMkLst>
            <pc:docMk/>
            <pc:sldMk cId="2016600142" sldId="2147473993"/>
            <ac:spMk id="29" creationId="{00000000-0000-0000-0000-000000000000}"/>
          </ac:spMkLst>
        </pc:spChg>
        <pc:spChg chg="mod">
          <ac:chgData name="Reddy, Yarrakondaka Balakonda" userId="15eeff31-57a0-49e7-b2da-3a765e5a6e5a" providerId="ADAL" clId="{2E6A579E-56E0-4D71-9BF5-B832BB97107C}" dt="2026-09-27T15:33:50.260" v="50" actId="26606"/>
          <ac:spMkLst>
            <pc:docMk/>
            <pc:sldMk cId="2016600142" sldId="2147473993"/>
            <ac:spMk id="30" creationId="{00000000-0000-0000-0000-000000000000}"/>
          </ac:spMkLst>
        </pc:spChg>
        <pc:spChg chg="mod">
          <ac:chgData name="Reddy, Yarrakondaka Balakonda" userId="15eeff31-57a0-49e7-b2da-3a765e5a6e5a" providerId="ADAL" clId="{2E6A579E-56E0-4D71-9BF5-B832BB97107C}" dt="2026-09-27T15:45:10.543" v="118" actId="20577"/>
          <ac:spMkLst>
            <pc:docMk/>
            <pc:sldMk cId="2016600142" sldId="2147473993"/>
            <ac:spMk id="31" creationId="{00000000-0000-0000-0000-000000000000}"/>
          </ac:spMkLst>
        </pc:spChg>
        <pc:spChg chg="mod">
          <ac:chgData name="Reddy, Yarrakondaka Balakonda" userId="15eeff31-57a0-49e7-b2da-3a765e5a6e5a" providerId="ADAL" clId="{2E6A579E-56E0-4D71-9BF5-B832BB97107C}" dt="2026-09-27T15:33:50.260" v="50" actId="26606"/>
          <ac:spMkLst>
            <pc:docMk/>
            <pc:sldMk cId="2016600142" sldId="2147473993"/>
            <ac:spMk id="32" creationId="{00000000-0000-0000-0000-000000000000}"/>
          </ac:spMkLst>
        </pc:spChg>
        <pc:spChg chg="mod">
          <ac:chgData name="Reddy, Yarrakondaka Balakonda" userId="15eeff31-57a0-49e7-b2da-3a765e5a6e5a" providerId="ADAL" clId="{2E6A579E-56E0-4D71-9BF5-B832BB97107C}" dt="2026-09-27T15:45:47.702" v="135" actId="20577"/>
          <ac:spMkLst>
            <pc:docMk/>
            <pc:sldMk cId="2016600142" sldId="2147473993"/>
            <ac:spMk id="33" creationId="{00000000-0000-0000-0000-000000000000}"/>
          </ac:spMkLst>
        </pc:spChg>
        <pc:spChg chg="mod">
          <ac:chgData name="Reddy, Yarrakondaka Balakonda" userId="15eeff31-57a0-49e7-b2da-3a765e5a6e5a" providerId="ADAL" clId="{2E6A579E-56E0-4D71-9BF5-B832BB97107C}" dt="2026-09-27T15:44:33.821" v="65" actId="21"/>
          <ac:spMkLst>
            <pc:docMk/>
            <pc:sldMk cId="2016600142" sldId="2147473993"/>
            <ac:spMk id="35" creationId="{00000000-0000-0000-0000-000000000000}"/>
          </ac:spMkLst>
        </pc:spChg>
      </pc:sldChg>
      <pc:sldChg chg="modSp mod">
        <pc:chgData name="Reddy, Yarrakondaka Balakonda" userId="15eeff31-57a0-49e7-b2da-3a765e5a6e5a" providerId="ADAL" clId="{2E6A579E-56E0-4D71-9BF5-B832BB97107C}" dt="2026-09-27T15:27:55.804" v="47" actId="26606"/>
        <pc:sldMkLst>
          <pc:docMk/>
          <pc:sldMk cId="3922288646" sldId="2147473994"/>
        </pc:sldMkLst>
        <pc:spChg chg="mod">
          <ac:chgData name="Reddy, Yarrakondaka Balakonda" userId="15eeff31-57a0-49e7-b2da-3a765e5a6e5a" providerId="ADAL" clId="{2E6A579E-56E0-4D71-9BF5-B832BB97107C}" dt="2026-09-27T15:27:55.804" v="47" actId="26606"/>
          <ac:spMkLst>
            <pc:docMk/>
            <pc:sldMk cId="3922288646" sldId="2147473994"/>
            <ac:spMk id="20" creationId="{00000000-0000-0000-0000-000000000000}"/>
          </ac:spMkLst>
        </pc:spChg>
        <pc:spChg chg="mod">
          <ac:chgData name="Reddy, Yarrakondaka Balakonda" userId="15eeff31-57a0-49e7-b2da-3a765e5a6e5a" providerId="ADAL" clId="{2E6A579E-56E0-4D71-9BF5-B832BB97107C}" dt="2026-09-27T15:27:55.804" v="47" actId="26606"/>
          <ac:spMkLst>
            <pc:docMk/>
            <pc:sldMk cId="3922288646" sldId="2147473994"/>
            <ac:spMk id="22" creationId="{00000000-0000-0000-0000-000000000000}"/>
          </ac:spMkLst>
        </pc:spChg>
        <pc:spChg chg="mod">
          <ac:chgData name="Reddy, Yarrakondaka Balakonda" userId="15eeff31-57a0-49e7-b2da-3a765e5a6e5a" providerId="ADAL" clId="{2E6A579E-56E0-4D71-9BF5-B832BB97107C}" dt="2026-09-27T15:27:55.804" v="47" actId="26606"/>
          <ac:spMkLst>
            <pc:docMk/>
            <pc:sldMk cId="3922288646" sldId="2147473994"/>
            <ac:spMk id="23" creationId="{00000000-0000-0000-0000-000000000000}"/>
          </ac:spMkLst>
        </pc:spChg>
        <pc:spChg chg="mod">
          <ac:chgData name="Reddy, Yarrakondaka Balakonda" userId="15eeff31-57a0-49e7-b2da-3a765e5a6e5a" providerId="ADAL" clId="{2E6A579E-56E0-4D71-9BF5-B832BB97107C}" dt="2026-09-27T15:27:55.804" v="47" actId="26606"/>
          <ac:spMkLst>
            <pc:docMk/>
            <pc:sldMk cId="3922288646" sldId="2147473994"/>
            <ac:spMk id="24" creationId="{00000000-0000-0000-0000-000000000000}"/>
          </ac:spMkLst>
        </pc:spChg>
        <pc:spChg chg="mod">
          <ac:chgData name="Reddy, Yarrakondaka Balakonda" userId="15eeff31-57a0-49e7-b2da-3a765e5a6e5a" providerId="ADAL" clId="{2E6A579E-56E0-4D71-9BF5-B832BB97107C}" dt="2026-09-27T15:27:55.804" v="47" actId="26606"/>
          <ac:spMkLst>
            <pc:docMk/>
            <pc:sldMk cId="3922288646" sldId="2147473994"/>
            <ac:spMk id="25" creationId="{00000000-0000-0000-0000-000000000000}"/>
          </ac:spMkLst>
        </pc:spChg>
        <pc:spChg chg="mod">
          <ac:chgData name="Reddy, Yarrakondaka Balakonda" userId="15eeff31-57a0-49e7-b2da-3a765e5a6e5a" providerId="ADAL" clId="{2E6A579E-56E0-4D71-9BF5-B832BB97107C}" dt="2026-09-27T15:27:55.804" v="47" actId="26606"/>
          <ac:spMkLst>
            <pc:docMk/>
            <pc:sldMk cId="3922288646" sldId="2147473994"/>
            <ac:spMk id="27" creationId="{00000000-0000-0000-0000-000000000000}"/>
          </ac:spMkLst>
        </pc:spChg>
        <pc:spChg chg="mod">
          <ac:chgData name="Reddy, Yarrakondaka Balakonda" userId="15eeff31-57a0-49e7-b2da-3a765e5a6e5a" providerId="ADAL" clId="{2E6A579E-56E0-4D71-9BF5-B832BB97107C}" dt="2026-09-27T15:27:55.804" v="47" actId="26606"/>
          <ac:spMkLst>
            <pc:docMk/>
            <pc:sldMk cId="3922288646" sldId="2147473994"/>
            <ac:spMk id="28" creationId="{00000000-0000-0000-0000-000000000000}"/>
          </ac:spMkLst>
        </pc:spChg>
        <pc:spChg chg="mod">
          <ac:chgData name="Reddy, Yarrakondaka Balakonda" userId="15eeff31-57a0-49e7-b2da-3a765e5a6e5a" providerId="ADAL" clId="{2E6A579E-56E0-4D71-9BF5-B832BB97107C}" dt="2026-09-27T15:27:55.804" v="47" actId="26606"/>
          <ac:spMkLst>
            <pc:docMk/>
            <pc:sldMk cId="3922288646" sldId="2147473994"/>
            <ac:spMk id="29" creationId="{00000000-0000-0000-0000-000000000000}"/>
          </ac:spMkLst>
        </pc:spChg>
        <pc:spChg chg="mod">
          <ac:chgData name="Reddy, Yarrakondaka Balakonda" userId="15eeff31-57a0-49e7-b2da-3a765e5a6e5a" providerId="ADAL" clId="{2E6A579E-56E0-4D71-9BF5-B832BB97107C}" dt="2026-09-27T15:21:27.884" v="46" actId="14100"/>
          <ac:spMkLst>
            <pc:docMk/>
            <pc:sldMk cId="3922288646" sldId="2147473994"/>
            <ac:spMk id="30" creationId="{00000000-0000-0000-0000-000000000000}"/>
          </ac:spMkLst>
        </pc:spChg>
      </pc:sldChg>
      <pc:sldChg chg="modSp mod ord">
        <pc:chgData name="Reddy, Yarrakondaka Balakonda" userId="15eeff31-57a0-49e7-b2da-3a765e5a6e5a" providerId="ADAL" clId="{2E6A579E-56E0-4D71-9BF5-B832BB97107C}" dt="2026-09-28T04:52:53.069" v="141" actId="27636"/>
        <pc:sldMkLst>
          <pc:docMk/>
          <pc:sldMk cId="1136254198" sldId="2147474012"/>
        </pc:sldMkLst>
        <pc:spChg chg="mod">
          <ac:chgData name="Reddy, Yarrakondaka Balakonda" userId="15eeff31-57a0-49e7-b2da-3a765e5a6e5a" providerId="ADAL" clId="{2E6A579E-56E0-4D71-9BF5-B832BB97107C}" dt="2026-09-27T15:16:58.770" v="18" actId="20577"/>
          <ac:spMkLst>
            <pc:docMk/>
            <pc:sldMk cId="1136254198" sldId="2147474012"/>
            <ac:spMk id="4" creationId="{C217C9A6-FF34-402D-9093-B47B15D02EFF}"/>
          </ac:spMkLst>
        </pc:spChg>
        <pc:spChg chg="mod">
          <ac:chgData name="Reddy, Yarrakondaka Balakonda" userId="15eeff31-57a0-49e7-b2da-3a765e5a6e5a" providerId="ADAL" clId="{2E6A579E-56E0-4D71-9BF5-B832BB97107C}" dt="2026-09-28T04:52:53.069" v="141" actId="27636"/>
          <ac:spMkLst>
            <pc:docMk/>
            <pc:sldMk cId="1136254198" sldId="2147474012"/>
            <ac:spMk id="34" creationId="{00000000-0000-0000-0000-000000000000}"/>
          </ac:spMkLst>
        </pc:spChg>
      </pc:sldChg>
      <pc:sldChg chg="modSp mod ord">
        <pc:chgData name="Reddy, Yarrakondaka Balakonda" userId="15eeff31-57a0-49e7-b2da-3a765e5a6e5a" providerId="ADAL" clId="{2E6A579E-56E0-4D71-9BF5-B832BB97107C}" dt="2026-09-28T06:12:17.647" v="214" actId="20577"/>
        <pc:sldMkLst>
          <pc:docMk/>
          <pc:sldMk cId="2284183225" sldId="2147474013"/>
        </pc:sldMkLst>
        <pc:spChg chg="mod">
          <ac:chgData name="Reddy, Yarrakondaka Balakonda" userId="15eeff31-57a0-49e7-b2da-3a765e5a6e5a" providerId="ADAL" clId="{2E6A579E-56E0-4D71-9BF5-B832BB97107C}" dt="2026-09-28T06:12:17.647" v="214" actId="20577"/>
          <ac:spMkLst>
            <pc:docMk/>
            <pc:sldMk cId="2284183225" sldId="2147474013"/>
            <ac:spMk id="25" creationId="{00000000-0000-0000-0000-000000000000}"/>
          </ac:spMkLst>
        </pc:spChg>
      </pc:sldChg>
      <pc:sldChg chg="add">
        <pc:chgData name="Reddy, Yarrakondaka Balakonda" userId="15eeff31-57a0-49e7-b2da-3a765e5a6e5a" providerId="ADAL" clId="{2E6A579E-56E0-4D71-9BF5-B832BB97107C}" dt="2026-09-27T15:16:20.670" v="5"/>
        <pc:sldMkLst>
          <pc:docMk/>
          <pc:sldMk cId="1117984401" sldId="2147474043"/>
        </pc:sldMkLst>
      </pc:sldChg>
    </pc:docChg>
  </pc:docChgLst>
  <pc:docChgLst>
    <pc:chgData name="Erudiyanathan, Sandeep Kumar" userId="S::serudiya@gfoundries.com::af445100-7c48-4688-b62c-2b03267fc40a" providerId="AD" clId="Web-{0FCFBCD6-D04A-9F15-B300-2AB77B01BAFF}"/>
    <pc:docChg chg="modSld">
      <pc:chgData name="Erudiyanathan, Sandeep Kumar" userId="S::serudiya@gfoundries.com::af445100-7c48-4688-b62c-2b03267fc40a" providerId="AD" clId="Web-{0FCFBCD6-D04A-9F15-B300-2AB77B01BAFF}" dt="2026-09-28T06:10:19.886" v="60" actId="20577"/>
      <pc:docMkLst>
        <pc:docMk/>
      </pc:docMkLst>
      <pc:sldChg chg="modSp">
        <pc:chgData name="Erudiyanathan, Sandeep Kumar" userId="S::serudiya@gfoundries.com::af445100-7c48-4688-b62c-2b03267fc40a" providerId="AD" clId="Web-{0FCFBCD6-D04A-9F15-B300-2AB77B01BAFF}" dt="2026-09-28T06:02:31.172" v="32" actId="20577"/>
        <pc:sldMkLst>
          <pc:docMk/>
          <pc:sldMk cId="3075975090" sldId="2147473997"/>
        </pc:sldMkLst>
        <pc:spChg chg="mod">
          <ac:chgData name="Erudiyanathan, Sandeep Kumar" userId="S::serudiya@gfoundries.com::af445100-7c48-4688-b62c-2b03267fc40a" providerId="AD" clId="Web-{0FCFBCD6-D04A-9F15-B300-2AB77B01BAFF}" dt="2026-09-28T06:02:31.172" v="32" actId="20577"/>
          <ac:spMkLst>
            <pc:docMk/>
            <pc:sldMk cId="3075975090" sldId="2147473997"/>
            <ac:spMk id="24" creationId="{00000000-0000-0000-0000-000000000000}"/>
          </ac:spMkLst>
        </pc:spChg>
      </pc:sldChg>
      <pc:sldChg chg="modSp">
        <pc:chgData name="Erudiyanathan, Sandeep Kumar" userId="S::serudiya@gfoundries.com::af445100-7c48-4688-b62c-2b03267fc40a" providerId="AD" clId="Web-{0FCFBCD6-D04A-9F15-B300-2AB77B01BAFF}" dt="2026-09-28T06:02:52.954" v="34" actId="20577"/>
        <pc:sldMkLst>
          <pc:docMk/>
          <pc:sldMk cId="3924271288" sldId="2147473998"/>
        </pc:sldMkLst>
        <pc:spChg chg="mod">
          <ac:chgData name="Erudiyanathan, Sandeep Kumar" userId="S::serudiya@gfoundries.com::af445100-7c48-4688-b62c-2b03267fc40a" providerId="AD" clId="Web-{0FCFBCD6-D04A-9F15-B300-2AB77B01BAFF}" dt="2026-09-28T06:02:52.954" v="34" actId="20577"/>
          <ac:spMkLst>
            <pc:docMk/>
            <pc:sldMk cId="3924271288" sldId="2147473998"/>
            <ac:spMk id="4" creationId="{C1B09AD4-327A-404E-AB97-178157E4C13D}"/>
          </ac:spMkLst>
        </pc:spChg>
      </pc:sldChg>
      <pc:sldChg chg="modSp">
        <pc:chgData name="Erudiyanathan, Sandeep Kumar" userId="S::serudiya@gfoundries.com::af445100-7c48-4688-b62c-2b03267fc40a" providerId="AD" clId="Web-{0FCFBCD6-D04A-9F15-B300-2AB77B01BAFF}" dt="2026-09-28T06:05:12.207" v="52" actId="20577"/>
        <pc:sldMkLst>
          <pc:docMk/>
          <pc:sldMk cId="3085269659" sldId="2147474000"/>
        </pc:sldMkLst>
        <pc:spChg chg="mod">
          <ac:chgData name="Erudiyanathan, Sandeep Kumar" userId="S::serudiya@gfoundries.com::af445100-7c48-4688-b62c-2b03267fc40a" providerId="AD" clId="Web-{0FCFBCD6-D04A-9F15-B300-2AB77B01BAFF}" dt="2026-09-28T06:03:12.704" v="36" actId="20577"/>
          <ac:spMkLst>
            <pc:docMk/>
            <pc:sldMk cId="3085269659" sldId="2147474000"/>
            <ac:spMk id="4" creationId="{733A36AD-A12C-4801-8552-BE91C9EB5B58}"/>
          </ac:spMkLst>
        </pc:spChg>
        <pc:spChg chg="mod">
          <ac:chgData name="Erudiyanathan, Sandeep Kumar" userId="S::serudiya@gfoundries.com::af445100-7c48-4688-b62c-2b03267fc40a" providerId="AD" clId="Web-{0FCFBCD6-D04A-9F15-B300-2AB77B01BAFF}" dt="2026-09-28T06:04:36.722" v="47" actId="20577"/>
          <ac:spMkLst>
            <pc:docMk/>
            <pc:sldMk cId="3085269659" sldId="2147474000"/>
            <ac:spMk id="34" creationId="{00000000-0000-0000-0000-000000000000}"/>
          </ac:spMkLst>
        </pc:spChg>
        <pc:spChg chg="mod">
          <ac:chgData name="Erudiyanathan, Sandeep Kumar" userId="S::serudiya@gfoundries.com::af445100-7c48-4688-b62c-2b03267fc40a" providerId="AD" clId="Web-{0FCFBCD6-D04A-9F15-B300-2AB77B01BAFF}" dt="2026-09-28T06:05:12.207" v="52" actId="20577"/>
          <ac:spMkLst>
            <pc:docMk/>
            <pc:sldMk cId="3085269659" sldId="2147474000"/>
            <ac:spMk id="36" creationId="{00000000-0000-0000-0000-000000000000}"/>
          </ac:spMkLst>
        </pc:spChg>
      </pc:sldChg>
      <pc:sldChg chg="modSp">
        <pc:chgData name="Erudiyanathan, Sandeep Kumar" userId="S::serudiya@gfoundries.com::af445100-7c48-4688-b62c-2b03267fc40a" providerId="AD" clId="Web-{0FCFBCD6-D04A-9F15-B300-2AB77B01BAFF}" dt="2026-09-28T06:09:51.213" v="57" actId="20577"/>
        <pc:sldMkLst>
          <pc:docMk/>
          <pc:sldMk cId="2857575018" sldId="2147474009"/>
        </pc:sldMkLst>
        <pc:spChg chg="mod">
          <ac:chgData name="Erudiyanathan, Sandeep Kumar" userId="S::serudiya@gfoundries.com::af445100-7c48-4688-b62c-2b03267fc40a" providerId="AD" clId="Web-{0FCFBCD6-D04A-9F15-B300-2AB77B01BAFF}" dt="2026-09-28T06:09:51.213" v="57" actId="20577"/>
          <ac:spMkLst>
            <pc:docMk/>
            <pc:sldMk cId="2857575018" sldId="2147474009"/>
            <ac:spMk id="26" creationId="{00000000-0000-0000-0000-000000000000}"/>
          </ac:spMkLst>
        </pc:spChg>
      </pc:sldChg>
      <pc:sldChg chg="modSp">
        <pc:chgData name="Erudiyanathan, Sandeep Kumar" userId="S::serudiya@gfoundries.com::af445100-7c48-4688-b62c-2b03267fc40a" providerId="AD" clId="Web-{0FCFBCD6-D04A-9F15-B300-2AB77B01BAFF}" dt="2026-09-28T06:10:19.886" v="60" actId="20577"/>
        <pc:sldMkLst>
          <pc:docMk/>
          <pc:sldMk cId="3031156984" sldId="2147474011"/>
        </pc:sldMkLst>
        <pc:spChg chg="mod">
          <ac:chgData name="Erudiyanathan, Sandeep Kumar" userId="S::serudiya@gfoundries.com::af445100-7c48-4688-b62c-2b03267fc40a" providerId="AD" clId="Web-{0FCFBCD6-D04A-9F15-B300-2AB77B01BAFF}" dt="2026-09-28T06:10:19.886" v="60" actId="20577"/>
          <ac:spMkLst>
            <pc:docMk/>
            <pc:sldMk cId="3031156984" sldId="2147474011"/>
            <ac:spMk id="20" creationId="{00000000-0000-0000-0000-000000000000}"/>
          </ac:spMkLst>
        </pc:spChg>
      </pc:sld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EB6A407-0805-4F53-9484-ADC4A3C6FBAC}" type="datetimeFigureOut">
              <a:rPr lang="en-US" smtClean="0"/>
              <a:t>10/8/2026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E8794A66-D2A8-4813-B5FE-3EB8D9CACC1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9932067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Walk the audience through the flow: we start with the problem, build up the concepts, then look at how memory is implemented and governed.</a:t>
            </a:r>
          </a:p>
          <a:p>
            <a:r>
              <a:rPr lang="en-US"/>
              <a:t>Keep this short - about 30 seconds. Mention that the middle section on memory types is the core of the talk.</a:t>
            </a: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Open with this scenario because almost everyone has lived it.</a:t>
            </a:r>
          </a:p>
          <a:p>
            <a:r>
              <a:rPr lang="en-US"/>
              <a:t>The key point: the model handled the first conversation well. What failed was continuity across sessions - the session ended and the user context went with it.</a:t>
            </a:r>
          </a:p>
          <a:p>
            <a:r>
              <a:rPr lang="en-US"/>
              <a:t>Use first/new conversation rather than days, so it is clear the trigger is a new session, not the passage of time.</a:t>
            </a: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Summarise the cost of amnesia in practical terms: wasted time, repeated context, lost decisions.</a:t>
            </a:r>
          </a:p>
          <a:p>
            <a:r>
              <a:rPr lang="en-US"/>
              <a:t>Ask the audience question out loud and take a quick show of hands. It is an engagement beat, not content they need to remember.</a:t>
            </a:r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Close by returning to the opening scenario and showing the difference memory makes.</a:t>
            </a:r>
          </a:p>
          <a:p>
            <a:r>
              <a:rPr lang="en-US"/>
              <a:t>End on the final message: the goal is the right information, for the right user, at the right time.</a:t>
            </a:r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Clarify the mechanics without going deep: the model is stateless between calls. Everything it appears to remember was supplied in the request.</a:t>
            </a:r>
          </a:p>
          <a:p>
            <a:r>
              <a:rPr lang="en-US"/>
              <a:t>Stress that memory is an application responsibility - retrieval, storage and policy all live outside the model.</a:t>
            </a:r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Frame memory as a user-experience feature, not just an engineering one.</a:t>
            </a:r>
          </a:p>
          <a:p>
            <a:r>
              <a:rPr lang="en-US"/>
              <a:t>The two quotes are the fastest way to show value - same question, very different answer quality.</a:t>
            </a:r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Emphasise the lifecycle framing: capturing everything is not memory, it is logging.</a:t>
            </a:r>
          </a:p>
          <a:p>
            <a:r>
              <a:rPr lang="en-US"/>
              <a:t>Deciding what to keep and when to delete is what makes a memory system usable and safe.</a:t>
            </a:r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Desk versus filing cabinet is the analogy people retain.</a:t>
            </a:r>
          </a:p>
          <a:p>
            <a:r>
              <a:rPr lang="en-US"/>
              <a:t>Note that context is expensive and finite, while persistent memory is cheap to store but must be retrieved selectively.</a:t>
            </a:r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This addresses the common objection: why not just send the whole history?</a:t>
            </a:r>
          </a:p>
          <a:p>
            <a:r>
              <a:rPr lang="en-US"/>
              <a:t>Cover cost, distraction, conflicting facts and data-protection risk. Selective retrieval beats replay.</a:t>
            </a:r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This is a core slide - slow down here.</a:t>
            </a:r>
          </a:p>
          <a:p>
            <a:r>
              <a:rPr lang="en-US"/>
              <a:t>Short-term memory serves the current task; long-term memory serves the relationship with the user over time.</a:t>
            </a:r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Introduce the four types using the tree. Keep it as a presentation model, not an academic taxonomy.</a:t>
            </a:r>
          </a:p>
          <a:p>
            <a:r>
              <a:rPr lang="en-US"/>
              <a:t>One short-term type, three long-term types. The next four slides take each in turn.</a:t>
            </a:r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Working memory is the scratchpad for the current task.</a:t>
            </a:r>
          </a:p>
          <a:p>
            <a:r>
              <a:rPr lang="en-US"/>
              <a:t>The SageMaker example keeps it concrete: what am I investigating, what have I checked, what is next.</a:t>
            </a:r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Semantic memory is durable facts about the user and their environment.</a:t>
            </a:r>
          </a:p>
          <a:p>
            <a:r>
              <a:rPr lang="en-US"/>
              <a:t>Call out that only stable, non-sensitive facts belong here.</a:t>
            </a:r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Episodic memory is about events - what happened, when, and with what outcome.</a:t>
            </a:r>
          </a:p>
          <a:p>
            <a:r>
              <a:rPr lang="en-US"/>
              <a:t>The health-check example shows how a past failure changes future behaviour.</a:t>
            </a:r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Procedural memory is how work gets done: approved steps, templates, workflows.</a:t>
            </a:r>
          </a:p>
          <a:p>
            <a:r>
              <a:rPr lang="en-US"/>
              <a:t>This is where organisational standards get encoded so the agent follows them consistently.</a:t>
            </a:r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Bring the four types back together on a single request.</a:t>
            </a:r>
          </a:p>
          <a:p>
            <a:r>
              <a:rPr lang="en-US"/>
              <a:t>The point: they are complementary, not competing. Each one supplies a different slice of context.</a:t>
            </a:r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Walk the loop once: capture, evaluate, store, retrieve, maintain.</a:t>
            </a:r>
          </a:p>
          <a:p>
            <a:r>
              <a:rPr lang="en-US"/>
              <a:t>Maintenance is the stage teams usually skip - stale memory is worse than no memory.</a:t>
            </a:r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Retrieval quality determines memory quality.</a:t>
            </a:r>
          </a:p>
          <a:p>
            <a:r>
              <a:rPr lang="en-US"/>
              <a:t>Filtering by user, project and access is also the security boundary, not just a relevance filter.</a:t>
            </a:r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Keep this neutral - these are options, not recommendations.</a:t>
            </a:r>
          </a:p>
          <a:p>
            <a:r>
              <a:rPr lang="en-US"/>
              <a:t>The takeaway is the separation of responsibilities: framework, memory layer, database, model.</a:t>
            </a:r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Keep the architecture high level; avoid infrastructure detail in the room.</a:t>
            </a:r>
          </a:p>
          <a:p>
            <a:r>
              <a:rPr lang="en-US"/>
              <a:t>Highlight that the memory layer sits between the agent and the model, and that the LLM endpoint and authentication follow enterprise approval.</a:t>
            </a: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sv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sv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svg"/><Relationship Id="rId2" Type="http://schemas.openxmlformats.org/officeDocument/2006/relationships/image" Target="../media/image5.sv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svg"/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svg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svg"/><Relationship Id="rId2" Type="http://schemas.openxmlformats.org/officeDocument/2006/relationships/image" Target="../media/image7.jpe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svg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svg"/><Relationship Id="rId2" Type="http://schemas.openxmlformats.org/officeDocument/2006/relationships/image" Target="../media/image8.jpe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0.svg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svg"/><Relationship Id="rId2" Type="http://schemas.openxmlformats.org/officeDocument/2006/relationships/image" Target="../media/image11.jpe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svg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svg"/><Relationship Id="rId2" Type="http://schemas.openxmlformats.org/officeDocument/2006/relationships/image" Target="../media/image5.sv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svg"/><Relationship Id="rId2" Type="http://schemas.openxmlformats.org/officeDocument/2006/relationships/image" Target="../media/image5.svg"/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svg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sv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svg"/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svg"/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svg"/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svg"/><Relationship Id="rId2" Type="http://schemas.openxmlformats.org/officeDocument/2006/relationships/image" Target="../media/image12.svg"/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svg"/><Relationship Id="rId2" Type="http://schemas.openxmlformats.org/officeDocument/2006/relationships/image" Target="../media/image5.svg"/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svg"/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svg"/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eg"/><Relationship Id="rId2" Type="http://schemas.openxmlformats.org/officeDocument/2006/relationships/image" Target="../media/image13.jp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5.svg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17">
            <a:extLst>
              <a:ext uri="{FF2B5EF4-FFF2-40B4-BE49-F238E27FC236}">
                <a16:creationId xmlns:a16="http://schemas.microsoft.com/office/drawing/2014/main" id="{18F8322D-F6D0-FD48-8ECA-70197A18213F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2057393" y="0"/>
            <a:ext cx="10134600" cy="6858000"/>
          </a:xfrm>
          <a:prstGeom prst="rect">
            <a:avLst/>
          </a:prstGeom>
          <a:pattFill prst="wdUpDiag">
            <a:fgClr>
              <a:schemeClr val="bg1"/>
            </a:fgClr>
            <a:bgClr>
              <a:schemeClr val="bg1">
                <a:lumMod val="85000"/>
              </a:schemeClr>
            </a:bgClr>
          </a:pattFill>
        </p:spPr>
        <p:txBody>
          <a:bodyPr vert="horz" lIns="0" tIns="0" rIns="0" bIns="1097280" rtlCol="0" anchor="ctr" anchorCtr="0">
            <a:noAutofit/>
          </a:bodyPr>
          <a:lstStyle>
            <a:lvl1pPr>
              <a:defRPr sz="1940" dirty="0"/>
            </a:lvl1pPr>
          </a:lstStyle>
          <a:p>
            <a:pPr marL="0" lvl="0" indent="0" algn="ctr">
              <a:buNone/>
            </a:pPr>
            <a:r>
              <a:rPr lang="en-US"/>
              <a:t>Click icon to add picture</a:t>
            </a:r>
            <a:endParaRPr/>
          </a:p>
        </p:txBody>
      </p:sp>
      <p:sp>
        <p:nvSpPr>
          <p:cNvPr id="10" name="Text Placeholder Ttle">
            <a:extLst>
              <a:ext uri="{FF2B5EF4-FFF2-40B4-BE49-F238E27FC236}">
                <a16:creationId xmlns:a16="http://schemas.microsoft.com/office/drawing/2014/main" id="{1D014202-442C-6C41-9DD1-D92C2019E40E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2057400" y="3931920"/>
            <a:ext cx="10134600" cy="1463040"/>
          </a:xfrm>
          <a:prstGeom prst="rect">
            <a:avLst/>
          </a:prstGeom>
          <a:solidFill>
            <a:schemeClr val="bg1">
              <a:alpha val="80000"/>
            </a:schemeClr>
          </a:solidFill>
        </p:spPr>
        <p:txBody>
          <a:bodyPr vert="horz" lIns="502920" tIns="0" rIns="0" bIns="0" rtlCol="0" anchor="ctr" anchorCtr="0">
            <a:noAutofit/>
          </a:bodyPr>
          <a:lstStyle>
            <a:lvl1pPr marL="0" indent="0">
              <a:buFont typeface="Wingdings" panose="05000000000000000000" pitchFamily="2" charset="2"/>
              <a:buNone/>
              <a:defRPr lang="en-US" sz="4000" b="1" i="0" baseline="0" dirty="0">
                <a:solidFill>
                  <a:schemeClr val="tx1"/>
                </a:solidFill>
                <a:latin typeface="+mj-lt"/>
                <a:cs typeface="Arial" panose="020B0604020202020204" pitchFamily="34" charset="0"/>
              </a:defRPr>
            </a:lvl1pPr>
          </a:lstStyle>
          <a:p>
            <a:pPr marL="230188" lvl="0" indent="-230188">
              <a:lnSpc>
                <a:spcPct val="95000"/>
              </a:lnSpc>
              <a:spcBef>
                <a:spcPts val="0"/>
              </a:spcBef>
              <a:spcAft>
                <a:spcPts val="0"/>
              </a:spcAft>
            </a:pPr>
            <a:r>
              <a:rPr lang="en-US"/>
              <a:t>Click to edit text styles</a:t>
            </a:r>
          </a:p>
        </p:txBody>
      </p:sp>
      <p:pic>
        <p:nvPicPr>
          <p:cNvPr id="22" name="Graphic 21">
            <a:extLst>
              <a:ext uri="{FF2B5EF4-FFF2-40B4-BE49-F238E27FC236}">
                <a16:creationId xmlns:a16="http://schemas.microsoft.com/office/drawing/2014/main" id="{515A869D-6671-160B-19C6-1217FFC40FB0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1353939" y="914400"/>
            <a:ext cx="4791456" cy="935734"/>
          </a:xfrm>
          <a:prstGeom prst="rect">
            <a:avLst/>
          </a:prstGeom>
        </p:spPr>
      </p:pic>
      <p:sp>
        <p:nvSpPr>
          <p:cNvPr id="2" name="Rectangle 1">
            <a:extLst>
              <a:ext uri="{FF2B5EF4-FFF2-40B4-BE49-F238E27FC236}">
                <a16:creationId xmlns:a16="http://schemas.microsoft.com/office/drawing/2014/main" id="{D8B91966-4621-AF71-0FFC-BB284F0CBFC4}"/>
              </a:ext>
            </a:extLst>
          </p:cNvPr>
          <p:cNvSpPr/>
          <p:nvPr userDrawn="1"/>
        </p:nvSpPr>
        <p:spPr bwMode="auto">
          <a:xfrm>
            <a:off x="2057386" y="5394959"/>
            <a:ext cx="10134614" cy="1463041"/>
          </a:xfrm>
          <a:prstGeom prst="rect">
            <a:avLst/>
          </a:prstGeom>
          <a:gradFill>
            <a:gsLst>
              <a:gs pos="0">
                <a:schemeClr val="tx1">
                  <a:alpha val="60000"/>
                </a:schemeClr>
              </a:gs>
              <a:gs pos="100000">
                <a:schemeClr val="tx1">
                  <a:alpha val="0"/>
                </a:schemeClr>
              </a:gs>
            </a:gsLst>
            <a:lin ang="0" scaled="1"/>
          </a:gradFill>
        </p:spPr>
        <p:txBody>
          <a:bodyPr vert="horz" lIns="502920" tIns="274320" rIns="3657600" bIns="0" rtlCol="0" anchor="t" anchorCtr="0">
            <a:noAutofit/>
          </a:bodyPr>
          <a:lstStyle/>
          <a:p>
            <a:pPr lvl="0" indent="0">
              <a:lnSpc>
                <a:spcPct val="100000"/>
              </a:lnSpc>
              <a:spcBef>
                <a:spcPts val="1200"/>
              </a:spcBef>
              <a:buClr>
                <a:schemeClr val="accent1"/>
              </a:buClr>
              <a:buFont typeface="Wingdings" panose="05000000000000000000" pitchFamily="2" charset="2"/>
              <a:buNone/>
            </a:pPr>
            <a:endParaRPr lang="en-US" sz="2200" baseline="0" err="1">
              <a:solidFill>
                <a:schemeClr val="bg1"/>
              </a:solidFill>
              <a:ea typeface="Lato" panose="020F0502020204030203" pitchFamily="34" charset="0"/>
              <a:cs typeface="Lato" panose="020F0502020204030203" pitchFamily="34" charset="0"/>
            </a:endParaRPr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6DF2466D-22DB-DC0B-1C79-B55E9DD1DC24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en-US"/>
          </a:p>
        </p:txBody>
      </p:sp>
      <p:sp>
        <p:nvSpPr>
          <p:cNvPr id="3" name="Text Placeholder Date">
            <a:extLst>
              <a:ext uri="{FF2B5EF4-FFF2-40B4-BE49-F238E27FC236}">
                <a16:creationId xmlns:a16="http://schemas.microsoft.com/office/drawing/2014/main" id="{BC41A7A4-8B31-CC85-CB1A-DBBBE31EB9D3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584450" y="5735166"/>
            <a:ext cx="6714191" cy="724372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 algn="l" defTabSz="9144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70C0"/>
              </a:buClr>
              <a:buSzPct val="135000"/>
              <a:buFont typeface="Wingdings" panose="05000000000000000000" pitchFamily="2" charset="2"/>
              <a:buNone/>
              <a:defRPr lang="en-US" sz="2000" b="1" kern="0" baseline="0" dirty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0" indent="0">
              <a:spcBef>
                <a:spcPts val="0"/>
              </a:spcBef>
              <a:spcAft>
                <a:spcPts val="600"/>
              </a:spcAft>
              <a:buFontTx/>
              <a:buNone/>
              <a:defRPr lang="en-US" sz="2000" kern="0" baseline="0" dirty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</a:lstStyle>
          <a:p>
            <a:pPr lvl="0"/>
            <a:r>
              <a:rPr lang="en-US"/>
              <a:t>Presenter(s) Name(s)</a:t>
            </a:r>
          </a:p>
          <a:p>
            <a:pPr lvl="1"/>
            <a:r>
              <a:rPr lang="en-US"/>
              <a:t>Presenter Title</a:t>
            </a:r>
          </a:p>
        </p:txBody>
      </p:sp>
    </p:spTree>
    <p:extLst>
      <p:ext uri="{BB962C8B-B14F-4D97-AF65-F5344CB8AC3E}">
        <p14:creationId xmlns:p14="http://schemas.microsoft.com/office/powerpoint/2010/main" val="391239058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2" pos="1628">
          <p15:clr>
            <a:srgbClr val="FBAE40"/>
          </p15:clr>
        </p15:guide>
        <p15:guide id="3" pos="1296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showMasterPhAnim="0" preserve="1" userDrawn="1">
  <p:cSld name="Title Tex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Graphic 4">
            <a:extLst>
              <a:ext uri="{FF2B5EF4-FFF2-40B4-BE49-F238E27FC236}">
                <a16:creationId xmlns:a16="http://schemas.microsoft.com/office/drawing/2014/main" id="{BBA8C6F0-0BCC-AB46-754E-D6B4B0B34CE5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1097280" y="640080"/>
            <a:ext cx="3277550" cy="640080"/>
          </a:xfrm>
          <a:prstGeom prst="rect">
            <a:avLst/>
          </a:prstGeom>
        </p:spPr>
      </p:pic>
      <p:sp>
        <p:nvSpPr>
          <p:cNvPr id="10" name="Text Placeholder Ttle">
            <a:extLst>
              <a:ext uri="{FF2B5EF4-FFF2-40B4-BE49-F238E27FC236}">
                <a16:creationId xmlns:a16="http://schemas.microsoft.com/office/drawing/2014/main" id="{1D014202-442C-6C41-9DD1-D92C2019E40E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828800" y="2230092"/>
            <a:ext cx="8229600" cy="182880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 algn="l" defTabSz="914400" rtl="0" eaLnBrk="1" fontAlgn="ctr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>
                <a:schemeClr val="accent1"/>
              </a:buClr>
              <a:buSzPct val="135000"/>
              <a:buFont typeface="Wingdings" panose="05000000000000000000" pitchFamily="2" charset="2"/>
              <a:buNone/>
              <a:defRPr lang="en-US" sz="5400" b="1" kern="0" baseline="0" dirty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</a:lstStyle>
          <a:p>
            <a:pPr>
              <a:lnSpc>
                <a:spcPct val="100000"/>
              </a:lnSpc>
            </a:pPr>
            <a:r>
              <a:rPr lang="en-US"/>
              <a:t>Presentation title lorem ipsum dolor</a:t>
            </a:r>
          </a:p>
        </p:txBody>
      </p:sp>
      <p:sp>
        <p:nvSpPr>
          <p:cNvPr id="11" name="Text Placeholder Date">
            <a:extLst>
              <a:ext uri="{FF2B5EF4-FFF2-40B4-BE49-F238E27FC236}">
                <a16:creationId xmlns:a16="http://schemas.microsoft.com/office/drawing/2014/main" id="{99A11649-992A-9041-8A59-3BC29D989A1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828800" y="4389120"/>
            <a:ext cx="5486400" cy="128016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 algn="l" defTabSz="9144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70C0"/>
              </a:buClr>
              <a:buSzPct val="135000"/>
              <a:buFont typeface="Wingdings" panose="05000000000000000000" pitchFamily="2" charset="2"/>
              <a:buNone/>
              <a:defRPr lang="en-US" sz="2000" b="1" kern="0" baseline="0" dirty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0" indent="0">
              <a:spcBef>
                <a:spcPts val="0"/>
              </a:spcBef>
              <a:spcAft>
                <a:spcPts val="600"/>
              </a:spcAft>
              <a:buFontTx/>
              <a:buNone/>
              <a:defRPr lang="en-US" sz="2000" kern="0" baseline="0" dirty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2pPr>
          </a:lstStyle>
          <a:p>
            <a:pPr lvl="0"/>
            <a:r>
              <a:rPr lang="en-US"/>
              <a:t>Presenter(s) Name(s)</a:t>
            </a:r>
          </a:p>
          <a:p>
            <a:pPr lvl="1"/>
            <a:r>
              <a:rPr lang="en-US"/>
              <a:t>Presenter Title</a:t>
            </a:r>
          </a:p>
        </p:txBody>
      </p:sp>
      <p:sp>
        <p:nvSpPr>
          <p:cNvPr id="3" name="Footer Placeholder 7">
            <a:extLst>
              <a:ext uri="{FF2B5EF4-FFF2-40B4-BE49-F238E27FC236}">
                <a16:creationId xmlns:a16="http://schemas.microsoft.com/office/drawing/2014/main" id="{28795682-C7AE-F018-760D-F3111B7A497D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>
          <a:xfrm>
            <a:off x="9144000" y="6459114"/>
            <a:ext cx="2057400" cy="192024"/>
          </a:xfrm>
        </p:spPr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3583276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2" pos="1296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showMasterPhAnim="0" preserve="1" userDrawn="1">
  <p:cSld name="Title End Market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Rectangle 27">
            <a:extLst>
              <a:ext uri="{FF2B5EF4-FFF2-40B4-BE49-F238E27FC236}">
                <a16:creationId xmlns:a16="http://schemas.microsoft.com/office/drawing/2014/main" id="{6FE6F127-9898-B91E-48F2-EA4977F02D97}"/>
              </a:ext>
            </a:extLst>
          </p:cNvPr>
          <p:cNvSpPr/>
          <p:nvPr userDrawn="1"/>
        </p:nvSpPr>
        <p:spPr bwMode="auto">
          <a:xfrm>
            <a:off x="2057400" y="5486400"/>
            <a:ext cx="10134600" cy="1371600"/>
          </a:xfrm>
          <a:prstGeom prst="rect">
            <a:avLst/>
          </a:prstGeom>
          <a:solidFill>
            <a:schemeClr val="tx2">
              <a:lumMod val="40000"/>
              <a:lumOff val="60000"/>
            </a:schemeClr>
          </a:solidFill>
          <a:ln w="12700" cap="sq" algn="ctr">
            <a:noFill/>
            <a:miter lim="800000"/>
            <a:headEnd/>
            <a:tailEnd/>
          </a:ln>
          <a:effectLst/>
        </p:spPr>
        <p:txBody>
          <a:bodyPr wrap="square" lIns="182880" rIns="182880" rtlCol="0" anchor="ctr" anchorCtr="1"/>
          <a:lstStyle/>
          <a:p>
            <a:pPr algn="l">
              <a:lnSpc>
                <a:spcPct val="95000"/>
              </a:lnSpc>
              <a:spcBef>
                <a:spcPts val="1080"/>
              </a:spcBef>
            </a:pPr>
            <a:endParaRPr lang="en-US" sz="1600" b="1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0" name="Text Placeholder Ttle">
            <a:extLst>
              <a:ext uri="{FF2B5EF4-FFF2-40B4-BE49-F238E27FC236}">
                <a16:creationId xmlns:a16="http://schemas.microsoft.com/office/drawing/2014/main" id="{1D014202-442C-6C41-9DD1-D92C2019E40E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2057400" y="3909060"/>
            <a:ext cx="6798329" cy="1097280"/>
          </a:xfrm>
          <a:prstGeom prst="rect">
            <a:avLst/>
          </a:prstGeom>
        </p:spPr>
        <p:txBody>
          <a:bodyPr lIns="0" tIns="0" rIns="0" bIns="0" anchor="ctr" anchorCtr="0">
            <a:noAutofit/>
          </a:bodyPr>
          <a:lstStyle>
            <a:lvl1pPr marL="0" indent="0" algn="l" defTabSz="914400" rtl="0" eaLnBrk="1" fontAlgn="ctr" latinLnBrk="0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135000"/>
              <a:buFont typeface="Wingdings" panose="05000000000000000000" pitchFamily="2" charset="2"/>
              <a:buNone/>
              <a:defRPr lang="en-US" sz="4400" b="1" kern="0" baseline="0" dirty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</a:lstStyle>
          <a:p>
            <a:pPr>
              <a:lnSpc>
                <a:spcPct val="100000"/>
              </a:lnSpc>
            </a:pPr>
            <a:r>
              <a:rPr lang="en-US"/>
              <a:t>Presentation title lorem ipsum dolor</a:t>
            </a:r>
          </a:p>
        </p:txBody>
      </p:sp>
      <p:sp>
        <p:nvSpPr>
          <p:cNvPr id="3" name="Footer Placeholder 7">
            <a:extLst>
              <a:ext uri="{FF2B5EF4-FFF2-40B4-BE49-F238E27FC236}">
                <a16:creationId xmlns:a16="http://schemas.microsoft.com/office/drawing/2014/main" id="{28795682-C7AE-F018-760D-F3111B7A497D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>
          <a:xfrm>
            <a:off x="9144000" y="6459114"/>
            <a:ext cx="2057400" cy="192024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en-US"/>
          </a:p>
        </p:txBody>
      </p:sp>
      <p:pic>
        <p:nvPicPr>
          <p:cNvPr id="25" name="Graphic 24">
            <a:extLst>
              <a:ext uri="{FF2B5EF4-FFF2-40B4-BE49-F238E27FC236}">
                <a16:creationId xmlns:a16="http://schemas.microsoft.com/office/drawing/2014/main" id="{0FDC04F3-6FEA-8D74-35E6-D5BCBB3BA360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1231470" y="3909060"/>
            <a:ext cx="487680" cy="1097280"/>
          </a:xfrm>
          <a:prstGeom prst="rect">
            <a:avLst/>
          </a:prstGeom>
        </p:spPr>
      </p:pic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id="{FDAB7F0C-ED48-E4EC-626F-64970D51642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2057400" y="0"/>
            <a:ext cx="10134600" cy="3429000"/>
          </a:xfrm>
          <a:pattFill prst="wdUpDiag">
            <a:fgClr>
              <a:schemeClr val="bg1">
                <a:lumMod val="50000"/>
              </a:schemeClr>
            </a:fgClr>
            <a:bgClr>
              <a:schemeClr val="bg1">
                <a:lumMod val="65000"/>
              </a:schemeClr>
            </a:bgClr>
          </a:pattFill>
        </p:spPr>
        <p:txBody>
          <a:bodyPr vert="horz" wrap="square" lIns="0" tIns="0" rIns="0" bIns="1097280" rtlCol="0" anchor="ctr" anchorCtr="0">
            <a:noAutofit/>
          </a:bodyPr>
          <a:lstStyle>
            <a:lvl1pPr>
              <a:defRPr lang="en-US" sz="1940"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>
                <a:schemeClr val="accent1"/>
              </a:buClr>
              <a:buSzTx/>
              <a:buFont typeface="Wingdings" panose="05000000000000000000" pitchFamily="2" charset="2"/>
              <a:buNone/>
              <a:tabLst/>
              <a:defRPr/>
            </a:pPr>
            <a:r>
              <a:rPr lang="en-US"/>
              <a:t>Click icon to add picture</a:t>
            </a:r>
          </a:p>
        </p:txBody>
      </p:sp>
      <p:pic>
        <p:nvPicPr>
          <p:cNvPr id="2" name="Graphic 1">
            <a:extLst>
              <a:ext uri="{FF2B5EF4-FFF2-40B4-BE49-F238E27FC236}">
                <a16:creationId xmlns:a16="http://schemas.microsoft.com/office/drawing/2014/main" id="{BCDF4720-9E07-8E92-03ED-CD803289D458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579288" y="457200"/>
            <a:ext cx="896022" cy="777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7485051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2" pos="1296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preserve="1" userDrawn="1">
  <p:cSld name="Glyph 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D4033D6B-FD5D-7A15-8C52-723DDA9B7E7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Graphic 4">
            <a:extLst>
              <a:ext uri="{FF2B5EF4-FFF2-40B4-BE49-F238E27FC236}">
                <a16:creationId xmlns:a16="http://schemas.microsoft.com/office/drawing/2014/main" id="{BBA8C6F0-0BCC-AB46-754E-D6B4B0B34CE5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097280" y="640080"/>
            <a:ext cx="3277550" cy="640080"/>
          </a:xfrm>
          <a:prstGeom prst="rect">
            <a:avLst/>
          </a:prstGeom>
        </p:spPr>
      </p:pic>
      <p:pic>
        <p:nvPicPr>
          <p:cNvPr id="6" name="Graphic 5">
            <a:extLst>
              <a:ext uri="{FF2B5EF4-FFF2-40B4-BE49-F238E27FC236}">
                <a16:creationId xmlns:a16="http://schemas.microsoft.com/office/drawing/2014/main" id="{819384E6-1163-8120-7A10-0023C795936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137" y="2407919"/>
            <a:ext cx="588144" cy="1323323"/>
          </a:xfrm>
          <a:prstGeom prst="rect">
            <a:avLst/>
          </a:prstGeom>
        </p:spPr>
      </p:pic>
      <p:sp>
        <p:nvSpPr>
          <p:cNvPr id="10" name="Text Placeholder Ttle">
            <a:extLst>
              <a:ext uri="{FF2B5EF4-FFF2-40B4-BE49-F238E27FC236}">
                <a16:creationId xmlns:a16="http://schemas.microsoft.com/office/drawing/2014/main" id="{1D014202-442C-6C41-9DD1-D92C2019E40E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097280" y="2230092"/>
            <a:ext cx="8229600" cy="182880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 algn="l" defTabSz="914400" rtl="0" eaLnBrk="1" fontAlgn="ctr" latinLnBrk="0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135000"/>
              <a:buFont typeface="Wingdings" panose="05000000000000000000" pitchFamily="2" charset="2"/>
              <a:buNone/>
              <a:defRPr lang="en-US" sz="5400" b="1" kern="0" baseline="0" dirty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</a:lstStyle>
          <a:p>
            <a:pPr>
              <a:lnSpc>
                <a:spcPct val="100000"/>
              </a:lnSpc>
            </a:pPr>
            <a:r>
              <a:rPr lang="en-US"/>
              <a:t>Presentation title lorem ipsum dolor</a:t>
            </a:r>
          </a:p>
        </p:txBody>
      </p:sp>
      <p:sp>
        <p:nvSpPr>
          <p:cNvPr id="11" name="Text Placeholder Date">
            <a:extLst>
              <a:ext uri="{FF2B5EF4-FFF2-40B4-BE49-F238E27FC236}">
                <a16:creationId xmlns:a16="http://schemas.microsoft.com/office/drawing/2014/main" id="{99A11649-992A-9041-8A59-3BC29D989A1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097280" y="5082386"/>
            <a:ext cx="5486400" cy="128016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 algn="l" defTabSz="9144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70C0"/>
              </a:buClr>
              <a:buSzPct val="135000"/>
              <a:buFont typeface="Wingdings" panose="05000000000000000000" pitchFamily="2" charset="2"/>
              <a:buNone/>
              <a:defRPr lang="en-US" sz="2000" b="1" kern="0" baseline="0" dirty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0" indent="0">
              <a:spcBef>
                <a:spcPts val="0"/>
              </a:spcBef>
              <a:spcAft>
                <a:spcPts val="600"/>
              </a:spcAft>
              <a:buFontTx/>
              <a:buNone/>
              <a:defRPr lang="en-US" sz="2000" kern="0" baseline="0" dirty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2pPr>
          </a:lstStyle>
          <a:p>
            <a:pPr lvl="0"/>
            <a:r>
              <a:rPr lang="en-US"/>
              <a:t>Presenter(s) Name(s)</a:t>
            </a:r>
          </a:p>
          <a:p>
            <a:pPr lvl="1"/>
            <a:r>
              <a:rPr lang="en-US"/>
              <a:t>Presenter Title</a:t>
            </a:r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99C89437-952B-5085-6275-9679D1D3C5EC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6571905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2" pos="1296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preserve="1" userDrawn="1">
  <p:cSld name="Glyph Title 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D4033D6B-FD5D-7A15-8C52-723DDA9B7E7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Graphic 4">
            <a:extLst>
              <a:ext uri="{FF2B5EF4-FFF2-40B4-BE49-F238E27FC236}">
                <a16:creationId xmlns:a16="http://schemas.microsoft.com/office/drawing/2014/main" id="{BBA8C6F0-0BCC-AB46-754E-D6B4B0B34CE5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097280" y="640080"/>
            <a:ext cx="3277550" cy="640080"/>
          </a:xfrm>
          <a:prstGeom prst="rect">
            <a:avLst/>
          </a:prstGeom>
        </p:spPr>
      </p:pic>
      <p:sp>
        <p:nvSpPr>
          <p:cNvPr id="10" name="Text Placeholder Ttle">
            <a:extLst>
              <a:ext uri="{FF2B5EF4-FFF2-40B4-BE49-F238E27FC236}">
                <a16:creationId xmlns:a16="http://schemas.microsoft.com/office/drawing/2014/main" id="{1D014202-442C-6C41-9DD1-D92C2019E40E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097280" y="2230092"/>
            <a:ext cx="8229600" cy="182880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 algn="l" defTabSz="914400" rtl="0" eaLnBrk="1" fontAlgn="ctr" latinLnBrk="0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135000"/>
              <a:buFont typeface="Wingdings" panose="05000000000000000000" pitchFamily="2" charset="2"/>
              <a:buNone/>
              <a:defRPr lang="en-US" sz="5400" b="1" kern="0" baseline="0" dirty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</a:lstStyle>
          <a:p>
            <a:pPr>
              <a:lnSpc>
                <a:spcPct val="100000"/>
              </a:lnSpc>
            </a:pPr>
            <a:r>
              <a:rPr lang="en-US"/>
              <a:t>Presentation title lorem ipsum dolor</a:t>
            </a:r>
          </a:p>
        </p:txBody>
      </p:sp>
      <p:sp>
        <p:nvSpPr>
          <p:cNvPr id="11" name="Text Placeholder Date">
            <a:extLst>
              <a:ext uri="{FF2B5EF4-FFF2-40B4-BE49-F238E27FC236}">
                <a16:creationId xmlns:a16="http://schemas.microsoft.com/office/drawing/2014/main" id="{99A11649-992A-9041-8A59-3BC29D989A1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097280" y="5082386"/>
            <a:ext cx="5486400" cy="128016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 algn="l" defTabSz="9144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70C0"/>
              </a:buClr>
              <a:buSzPct val="135000"/>
              <a:buFont typeface="Wingdings" panose="05000000000000000000" pitchFamily="2" charset="2"/>
              <a:buNone/>
              <a:defRPr lang="en-US" sz="2000" b="1" kern="0" baseline="0" dirty="0">
                <a:solidFill>
                  <a:schemeClr val="tx2">
                    <a:lumMod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0" indent="0">
              <a:spcBef>
                <a:spcPts val="0"/>
              </a:spcBef>
              <a:spcAft>
                <a:spcPts val="600"/>
              </a:spcAft>
              <a:buFontTx/>
              <a:buNone/>
              <a:defRPr lang="en-US" sz="2000" kern="0" baseline="0" dirty="0">
                <a:solidFill>
                  <a:schemeClr val="tx2">
                    <a:lumMod val="75000"/>
                  </a:schemeClr>
                </a:solidFill>
                <a:latin typeface="+mn-lt"/>
                <a:ea typeface="+mn-ea"/>
                <a:cs typeface="+mn-cs"/>
              </a:defRPr>
            </a:lvl2pPr>
          </a:lstStyle>
          <a:p>
            <a:pPr lvl="0"/>
            <a:r>
              <a:rPr lang="en-US"/>
              <a:t>Presenter(s) Name(s)</a:t>
            </a:r>
          </a:p>
          <a:p>
            <a:pPr lvl="1"/>
            <a:r>
              <a:rPr lang="en-US"/>
              <a:t>Presenter Title</a:t>
            </a:r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E81F3A2-F46F-31F6-91E7-E207F4EA3422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endParaRPr lang="en-US"/>
          </a:p>
        </p:txBody>
      </p:sp>
      <p:pic>
        <p:nvPicPr>
          <p:cNvPr id="4" name="Graphic 3">
            <a:extLst>
              <a:ext uri="{FF2B5EF4-FFF2-40B4-BE49-F238E27FC236}">
                <a16:creationId xmlns:a16="http://schemas.microsoft.com/office/drawing/2014/main" id="{293FA431-2AA6-C4DD-B21E-E9E912D33D6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137" y="2407919"/>
            <a:ext cx="588144" cy="13233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072644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2" pos="1296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preserve="1" userDrawn="1">
  <p:cSld name="Glyph Title Slide 3">
    <p:bg bwMode="invGray"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D4033D6B-FD5D-7A15-8C52-723DDA9B7E7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Graphic 4">
            <a:extLst>
              <a:ext uri="{FF2B5EF4-FFF2-40B4-BE49-F238E27FC236}">
                <a16:creationId xmlns:a16="http://schemas.microsoft.com/office/drawing/2014/main" id="{BBA8C6F0-0BCC-AB46-754E-D6B4B0B34CE5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097280" y="640080"/>
            <a:ext cx="3277550" cy="640080"/>
          </a:xfrm>
          <a:prstGeom prst="rect">
            <a:avLst/>
          </a:prstGeom>
        </p:spPr>
      </p:pic>
      <p:sp>
        <p:nvSpPr>
          <p:cNvPr id="10" name="Text Placeholder Ttle">
            <a:extLst>
              <a:ext uri="{FF2B5EF4-FFF2-40B4-BE49-F238E27FC236}">
                <a16:creationId xmlns:a16="http://schemas.microsoft.com/office/drawing/2014/main" id="{1D014202-442C-6C41-9DD1-D92C2019E40E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097280" y="2230092"/>
            <a:ext cx="8229600" cy="182880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 algn="l" defTabSz="914400" rtl="0" eaLnBrk="1" fontAlgn="ctr" latinLnBrk="0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135000"/>
              <a:buFont typeface="Wingdings" panose="05000000000000000000" pitchFamily="2" charset="2"/>
              <a:buNone/>
              <a:defRPr lang="en-US" sz="5400" b="1" kern="0" baseline="0" dirty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</a:lstStyle>
          <a:p>
            <a:pPr>
              <a:lnSpc>
                <a:spcPct val="100000"/>
              </a:lnSpc>
            </a:pPr>
            <a:r>
              <a:rPr lang="en-US"/>
              <a:t>Presentation title lorem ipsum dolor</a:t>
            </a:r>
          </a:p>
        </p:txBody>
      </p:sp>
      <p:sp>
        <p:nvSpPr>
          <p:cNvPr id="11" name="Text Placeholder Date">
            <a:extLst>
              <a:ext uri="{FF2B5EF4-FFF2-40B4-BE49-F238E27FC236}">
                <a16:creationId xmlns:a16="http://schemas.microsoft.com/office/drawing/2014/main" id="{99A11649-992A-9041-8A59-3BC29D989A1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097280" y="5082386"/>
            <a:ext cx="5486400" cy="128016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 algn="l" defTabSz="9144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70C0"/>
              </a:buClr>
              <a:buSzPct val="135000"/>
              <a:buFont typeface="Wingdings" panose="05000000000000000000" pitchFamily="2" charset="2"/>
              <a:buNone/>
              <a:defRPr lang="en-US" sz="2000" b="1" kern="0" baseline="0" dirty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0" indent="0">
              <a:spcBef>
                <a:spcPts val="0"/>
              </a:spcBef>
              <a:spcAft>
                <a:spcPts val="600"/>
              </a:spcAft>
              <a:buFontTx/>
              <a:buNone/>
              <a:defRPr lang="en-US" sz="2000" kern="0" baseline="0" dirty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</a:lstStyle>
          <a:p>
            <a:pPr lvl="0"/>
            <a:r>
              <a:rPr lang="en-US"/>
              <a:t>Presenter(s) Name(s)</a:t>
            </a:r>
          </a:p>
          <a:p>
            <a:pPr lvl="1"/>
            <a:r>
              <a:rPr lang="en-US"/>
              <a:t>Presenter Title</a:t>
            </a:r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79FEE10-1EA1-7695-61EE-46C6818E62A8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  <p:pic>
        <p:nvPicPr>
          <p:cNvPr id="4" name="Graphic 3">
            <a:extLst>
              <a:ext uri="{FF2B5EF4-FFF2-40B4-BE49-F238E27FC236}">
                <a16:creationId xmlns:a16="http://schemas.microsoft.com/office/drawing/2014/main" id="{EFB1B8A5-7070-E044-B5D9-5B14CC3DBD5A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137" y="2407919"/>
            <a:ext cx="588144" cy="13233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0091161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2" pos="1296">
          <p15:clr>
            <a:srgbClr val="FBAE40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preserve="1" userDrawn="1">
  <p:cSld name="Glyph Title Slide 4">
    <p:bg bwMode="invGray"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D4033D6B-FD5D-7A15-8C52-723DDA9B7E7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Graphic 4">
            <a:extLst>
              <a:ext uri="{FF2B5EF4-FFF2-40B4-BE49-F238E27FC236}">
                <a16:creationId xmlns:a16="http://schemas.microsoft.com/office/drawing/2014/main" id="{BBA8C6F0-0BCC-AB46-754E-D6B4B0B34CE5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097280" y="640080"/>
            <a:ext cx="3277550" cy="640080"/>
          </a:xfrm>
          <a:prstGeom prst="rect">
            <a:avLst/>
          </a:prstGeom>
        </p:spPr>
      </p:pic>
      <p:sp>
        <p:nvSpPr>
          <p:cNvPr id="10" name="Text Placeholder Ttle">
            <a:extLst>
              <a:ext uri="{FF2B5EF4-FFF2-40B4-BE49-F238E27FC236}">
                <a16:creationId xmlns:a16="http://schemas.microsoft.com/office/drawing/2014/main" id="{1D014202-442C-6C41-9DD1-D92C2019E40E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097280" y="2230092"/>
            <a:ext cx="8229600" cy="182880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 algn="l" defTabSz="914400" rtl="0" eaLnBrk="1" fontAlgn="ctr" latinLnBrk="0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135000"/>
              <a:buFont typeface="Wingdings" panose="05000000000000000000" pitchFamily="2" charset="2"/>
              <a:buNone/>
              <a:defRPr lang="en-US" sz="5400" b="1" kern="0" baseline="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</a:lstStyle>
          <a:p>
            <a:pPr>
              <a:lnSpc>
                <a:spcPct val="100000"/>
              </a:lnSpc>
            </a:pPr>
            <a:r>
              <a:rPr lang="en-US"/>
              <a:t>Presentation title lorem ipsum dolor</a:t>
            </a:r>
          </a:p>
        </p:txBody>
      </p:sp>
      <p:sp>
        <p:nvSpPr>
          <p:cNvPr id="11" name="Text Placeholder Date">
            <a:extLst>
              <a:ext uri="{FF2B5EF4-FFF2-40B4-BE49-F238E27FC236}">
                <a16:creationId xmlns:a16="http://schemas.microsoft.com/office/drawing/2014/main" id="{99A11649-992A-9041-8A59-3BC29D989A1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097280" y="5082386"/>
            <a:ext cx="5486400" cy="128016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 algn="l" defTabSz="9144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70C0"/>
              </a:buClr>
              <a:buSzPct val="135000"/>
              <a:buFont typeface="Wingdings" panose="05000000000000000000" pitchFamily="2" charset="2"/>
              <a:buNone/>
              <a:defRPr lang="en-US" sz="2000" b="1" kern="0" baseline="0" dirty="0">
                <a:solidFill>
                  <a:schemeClr val="bg2">
                    <a:lumMod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0" indent="0">
              <a:spcBef>
                <a:spcPts val="0"/>
              </a:spcBef>
              <a:spcAft>
                <a:spcPts val="600"/>
              </a:spcAft>
              <a:buFontTx/>
              <a:buNone/>
              <a:defRPr lang="en-US" sz="2000" kern="0" baseline="0" dirty="0">
                <a:solidFill>
                  <a:schemeClr val="bg2">
                    <a:lumMod val="75000"/>
                  </a:schemeClr>
                </a:solidFill>
                <a:latin typeface="+mn-lt"/>
                <a:ea typeface="+mn-ea"/>
                <a:cs typeface="+mn-cs"/>
              </a:defRPr>
            </a:lvl2pPr>
          </a:lstStyle>
          <a:p>
            <a:pPr lvl="0"/>
            <a:r>
              <a:rPr lang="en-US"/>
              <a:t>Presenter(s) Name(s)</a:t>
            </a:r>
          </a:p>
          <a:p>
            <a:pPr lvl="1"/>
            <a:r>
              <a:rPr lang="en-US"/>
              <a:t>Presenter Title</a:t>
            </a:r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2E145424-AA37-52C5-6D39-716EA19801BA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endParaRPr lang="en-US"/>
          </a:p>
        </p:txBody>
      </p:sp>
      <p:pic>
        <p:nvPicPr>
          <p:cNvPr id="4" name="Graphic 3">
            <a:extLst>
              <a:ext uri="{FF2B5EF4-FFF2-40B4-BE49-F238E27FC236}">
                <a16:creationId xmlns:a16="http://schemas.microsoft.com/office/drawing/2014/main" id="{86728252-9A0F-520E-EBA1-A530B1FAAFFF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137" y="2407919"/>
            <a:ext cx="588144" cy="13233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2013180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2" pos="1296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6D173B7-BC30-61B3-73A8-797686E3022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79A0C97-E566-A158-1296-BB50CAE68DBD}"/>
              </a:ext>
            </a:extLst>
          </p:cNvPr>
          <p:cNvSpPr>
            <a:spLocks noGrp="1"/>
          </p:cNvSpPr>
          <p:nvPr>
            <p:ph idx="1" hasCustomPrompt="1"/>
          </p:nvPr>
        </p:nvSpPr>
        <p:spPr/>
        <p:txBody>
          <a:bodyPr/>
          <a:lstStyle/>
          <a:p>
            <a:pPr lvl="0"/>
            <a:r>
              <a:rPr lang="en-US"/>
              <a:t>Click to edit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36DFB9B-054C-B2F6-D2C8-1BF28E1B526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4A2D547-7328-E5E8-530D-96925F2317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A6B7EE1-A474-4B28-B64F-DAA5DFDC8F9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5269992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, Content and Eyebro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6D173B7-BC30-61B3-73A8-797686E3022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81000" y="206862"/>
            <a:ext cx="11269872" cy="859938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79A0C97-E566-A158-1296-BB50CAE68DBD}"/>
              </a:ext>
            </a:extLst>
          </p:cNvPr>
          <p:cNvSpPr>
            <a:spLocks noGrp="1"/>
          </p:cNvSpPr>
          <p:nvPr>
            <p:ph idx="1" hasCustomPrompt="1"/>
          </p:nvPr>
        </p:nvSpPr>
        <p:spPr/>
        <p:txBody>
          <a:bodyPr/>
          <a:lstStyle/>
          <a:p>
            <a:pPr lvl="0"/>
            <a:r>
              <a:rPr lang="en-US"/>
              <a:t>Click to edit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36DFB9B-054C-B2F6-D2C8-1BF28E1B526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4A2D547-7328-E5E8-530D-96925F2317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A6B7EE1-A474-4B28-B64F-DAA5DFDC8F92}" type="slidenum">
              <a:rPr lang="en-US" smtClean="0"/>
              <a:t>‹#›</a:t>
            </a:fld>
            <a:endParaRPr lang="en-US"/>
          </a:p>
        </p:txBody>
      </p:sp>
      <p:sp>
        <p:nvSpPr>
          <p:cNvPr id="9" name="Text Placeholder 2">
            <a:extLst>
              <a:ext uri="{FF2B5EF4-FFF2-40B4-BE49-F238E27FC236}">
                <a16:creationId xmlns:a16="http://schemas.microsoft.com/office/drawing/2014/main" id="{6EC40D1D-9A13-868A-4B69-2C7DDC629AEB}"/>
              </a:ext>
            </a:extLst>
          </p:cNvPr>
          <p:cNvSpPr>
            <a:spLocks noGrp="1"/>
          </p:cNvSpPr>
          <p:nvPr>
            <p:ph type="body" idx="13" hasCustomPrompt="1"/>
          </p:nvPr>
        </p:nvSpPr>
        <p:spPr>
          <a:xfrm>
            <a:off x="381000" y="182314"/>
            <a:ext cx="11269870" cy="274320"/>
          </a:xfrm>
        </p:spPr>
        <p:txBody>
          <a:bodyPr anchor="b"/>
          <a:lstStyle>
            <a:lvl1pPr marL="0" indent="0">
              <a:buNone/>
              <a:defRPr sz="1600" b="1" cap="all" spc="40" baseline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enter eyebrow tracker</a:t>
            </a:r>
          </a:p>
        </p:txBody>
      </p:sp>
    </p:spTree>
    <p:extLst>
      <p:ext uri="{BB962C8B-B14F-4D97-AF65-F5344CB8AC3E}">
        <p14:creationId xmlns:p14="http://schemas.microsoft.com/office/powerpoint/2010/main" val="185828678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/>
              <a:t>Click to edit title style</a:t>
            </a:r>
            <a:endParaRPr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381000" y="2103120"/>
            <a:ext cx="5379720" cy="3931920"/>
          </a:xfrm>
        </p:spPr>
        <p:txBody>
          <a:bodyPr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t>Click to add text or choose an icon below to insert other content</a:t>
            </a:r>
          </a:p>
          <a:p>
            <a:pPr lvl="1"/>
            <a:r>
              <a:t>Second level</a:t>
            </a:r>
          </a:p>
          <a:p>
            <a:pPr lvl="2"/>
            <a:r>
              <a:t>Third level</a:t>
            </a:r>
          </a:p>
          <a:p>
            <a:pPr lvl="3"/>
            <a:r>
              <a:t>Fourth level</a:t>
            </a:r>
          </a:p>
          <a:p>
            <a:pPr lvl="4"/>
            <a:r>
              <a:t>Fifth level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15D361F-E643-E39F-92E2-38CC70AA074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E6ECBBE-ACC3-48EB-9F88-A771FEACBB2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Text Placeholder 2">
            <a:extLst>
              <a:ext uri="{FF2B5EF4-FFF2-40B4-BE49-F238E27FC236}">
                <a16:creationId xmlns:a16="http://schemas.microsoft.com/office/drawing/2014/main" id="{42D42BF8-EB8A-F49A-4B6D-C54927000ACC}"/>
              </a:ext>
            </a:extLst>
          </p:cNvPr>
          <p:cNvSpPr>
            <a:spLocks noGrp="1"/>
          </p:cNvSpPr>
          <p:nvPr>
            <p:ph type="body" idx="11" hasCustomPrompt="1"/>
          </p:nvPr>
        </p:nvSpPr>
        <p:spPr>
          <a:xfrm>
            <a:off x="381000" y="1383030"/>
            <a:ext cx="5379720" cy="403860"/>
          </a:xfr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2000" b="1" cap="all" baseline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text styles</a:t>
            </a:r>
          </a:p>
        </p:txBody>
      </p:sp>
      <p:sp>
        <p:nvSpPr>
          <p:cNvPr id="8" name="Text Placeholder 4">
            <a:extLst>
              <a:ext uri="{FF2B5EF4-FFF2-40B4-BE49-F238E27FC236}">
                <a16:creationId xmlns:a16="http://schemas.microsoft.com/office/drawing/2014/main" id="{D26B2E76-B9C8-699F-BBD6-571DBFD0DB60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431277" y="1383030"/>
            <a:ext cx="5303520" cy="403860"/>
          </a:xfr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2000" b="1" cap="all" baseline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text styles</a:t>
            </a:r>
          </a:p>
        </p:txBody>
      </p:sp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57E84954-658F-8F75-FE70-77120F735558}"/>
              </a:ext>
            </a:extLst>
          </p:cNvPr>
          <p:cNvSpPr>
            <a:spLocks noGrp="1"/>
          </p:cNvSpPr>
          <p:nvPr>
            <p:ph sz="half" idx="12" hasCustomPrompt="1"/>
          </p:nvPr>
        </p:nvSpPr>
        <p:spPr>
          <a:xfrm>
            <a:off x="6431278" y="2103120"/>
            <a:ext cx="5303520" cy="3931920"/>
          </a:xfrm>
        </p:spPr>
        <p:txBody>
          <a:bodyPr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t>Click to add text or choose an icon below to insert other content</a:t>
            </a:r>
          </a:p>
          <a:p>
            <a:pPr lvl="1"/>
            <a:r>
              <a:t>Second level</a:t>
            </a:r>
          </a:p>
          <a:p>
            <a:pPr lvl="2"/>
            <a:r>
              <a:t>Third level</a:t>
            </a:r>
          </a:p>
          <a:p>
            <a:pPr lvl="3"/>
            <a:r>
              <a:t>Fourth level</a:t>
            </a:r>
          </a:p>
          <a:p>
            <a:pPr lvl="4"/>
            <a:r>
              <a:t>Fifth level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C84FF4F9-36E7-8D74-6B1A-C0B838009ADB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4021067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/>
              <a:t>Click to edit title style</a:t>
            </a:r>
            <a:endParaRPr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342900" y="1463675"/>
            <a:ext cx="5417821" cy="4572000"/>
          </a:xfrm>
        </p:spPr>
        <p:txBody>
          <a:bodyPr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t>Click to add text or choose an icon below to insert other content</a:t>
            </a:r>
          </a:p>
          <a:p>
            <a:pPr lvl="1"/>
            <a:r>
              <a:t>Second level</a:t>
            </a:r>
          </a:p>
          <a:p>
            <a:pPr lvl="2"/>
            <a:r>
              <a:t>Third level</a:t>
            </a:r>
          </a:p>
          <a:p>
            <a:pPr lvl="3"/>
            <a:r>
              <a:t>Fourth level</a:t>
            </a:r>
          </a:p>
          <a:p>
            <a:pPr lvl="4"/>
            <a:r>
              <a:t>Fifth level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15D361F-E643-E39F-92E2-38CC70AA074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E6ECBBE-ACC3-48EB-9F88-A771FEACBB2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10353AF5-BEC6-53CE-6F3C-330F8BB65E8B}"/>
              </a:ext>
            </a:extLst>
          </p:cNvPr>
          <p:cNvSpPr>
            <a:spLocks noGrp="1"/>
          </p:cNvSpPr>
          <p:nvPr>
            <p:ph sz="half" idx="11" hasCustomPrompt="1"/>
          </p:nvPr>
        </p:nvSpPr>
        <p:spPr>
          <a:xfrm>
            <a:off x="6431278" y="1463675"/>
            <a:ext cx="5303520" cy="4572000"/>
          </a:xfrm>
        </p:spPr>
        <p:txBody>
          <a:bodyPr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t>Click to add text or choose an icon below to insert other content</a:t>
            </a:r>
          </a:p>
          <a:p>
            <a:pPr lvl="1"/>
            <a:r>
              <a:t>Second level</a:t>
            </a:r>
          </a:p>
          <a:p>
            <a:pPr lvl="2"/>
            <a:r>
              <a:t>Third level</a:t>
            </a:r>
          </a:p>
          <a:p>
            <a:pPr lvl="3"/>
            <a:r>
              <a:t>Fourth level</a:t>
            </a:r>
          </a:p>
          <a:p>
            <a:pPr lvl="4"/>
            <a:r>
              <a:t>Fifth level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32D5838-239F-E7BC-9978-6F15154D7D50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121115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</p15:sldGuideLst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E03B539-3F3B-06B4-012E-47451331203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/>
              <a:t>Click to edit title style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9DC25C0B-125E-7F5C-0987-30999B586FC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0F5F5E-9EDA-B5C2-1AC7-0F897A5F76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A6B7EE1-A474-4B28-B64F-DAA5DFDC8F92}" type="slidenum">
              <a:rPr lang="en-US" smtClean="0"/>
              <a:t>‹#›</a:t>
            </a:fld>
            <a:endParaRPr lang="en-US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1E23B48-340E-1174-2BD8-398EAF0EC5F3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551545" y="1737360"/>
            <a:ext cx="3474720" cy="4287440"/>
          </a:xfrm>
          <a:gradFill>
            <a:gsLst>
              <a:gs pos="0">
                <a:schemeClr val="bg2"/>
              </a:gs>
              <a:gs pos="100000">
                <a:schemeClr val="bg2">
                  <a:alpha val="0"/>
                </a:schemeClr>
              </a:gs>
            </a:gsLst>
            <a:lin ang="5400000" scaled="1"/>
          </a:gradFill>
        </p:spPr>
        <p:txBody>
          <a:bodyPr lIns="182880" tIns="274320" rIns="18288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t>Click to add text or choose an icon below to insert other content</a:t>
            </a:r>
          </a:p>
          <a:p>
            <a:pPr lvl="1"/>
            <a:r>
              <a:t>Second level</a:t>
            </a:r>
          </a:p>
          <a:p>
            <a:pPr lvl="2"/>
            <a:r>
              <a:t>Third level</a:t>
            </a:r>
          </a:p>
          <a:p>
            <a:pPr lvl="3"/>
            <a:r>
              <a:t>Fourth level</a:t>
            </a:r>
          </a:p>
          <a:p>
            <a:pPr lvl="4"/>
            <a:r>
              <a:t>Fifth level</a:t>
            </a:r>
          </a:p>
        </p:txBody>
      </p:sp>
      <p:sp>
        <p:nvSpPr>
          <p:cNvPr id="6" name="Content Placeholder 2">
            <a:extLst>
              <a:ext uri="{FF2B5EF4-FFF2-40B4-BE49-F238E27FC236}">
                <a16:creationId xmlns:a16="http://schemas.microsoft.com/office/drawing/2014/main" id="{56DA2050-D441-36FF-9ADF-4A919ABC5288}"/>
              </a:ext>
            </a:extLst>
          </p:cNvPr>
          <p:cNvSpPr>
            <a:spLocks noGrp="1"/>
          </p:cNvSpPr>
          <p:nvPr>
            <p:ph sz="half" idx="16" hasCustomPrompt="1"/>
          </p:nvPr>
        </p:nvSpPr>
        <p:spPr>
          <a:xfrm>
            <a:off x="4358642" y="1737360"/>
            <a:ext cx="3474720" cy="4287440"/>
          </a:xfrm>
          <a:gradFill>
            <a:gsLst>
              <a:gs pos="0">
                <a:schemeClr val="bg2"/>
              </a:gs>
              <a:gs pos="100000">
                <a:schemeClr val="bg2">
                  <a:alpha val="0"/>
                </a:schemeClr>
              </a:gs>
            </a:gsLst>
            <a:lin ang="5400000" scaled="1"/>
          </a:gradFill>
        </p:spPr>
        <p:txBody>
          <a:bodyPr lIns="182880" tIns="274320" rIns="18288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t>Click to add text or choose an icon below to insert other content</a:t>
            </a:r>
          </a:p>
          <a:p>
            <a:pPr lvl="1"/>
            <a:r>
              <a:t>Second level</a:t>
            </a:r>
          </a:p>
          <a:p>
            <a:pPr lvl="2"/>
            <a:r>
              <a:t>Third level</a:t>
            </a:r>
          </a:p>
          <a:p>
            <a:pPr lvl="3"/>
            <a:r>
              <a:t>Fourth level</a:t>
            </a:r>
          </a:p>
          <a:p>
            <a:pPr lvl="4"/>
            <a:r>
              <a:t>Fifth level</a:t>
            </a:r>
          </a:p>
        </p:txBody>
      </p:sp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A3F773B3-4D8E-2497-4718-FDE3597B5188}"/>
              </a:ext>
            </a:extLst>
          </p:cNvPr>
          <p:cNvSpPr>
            <a:spLocks noGrp="1"/>
          </p:cNvSpPr>
          <p:nvPr>
            <p:ph sz="half" idx="17" hasCustomPrompt="1"/>
          </p:nvPr>
        </p:nvSpPr>
        <p:spPr>
          <a:xfrm>
            <a:off x="8165735" y="1737360"/>
            <a:ext cx="3474720" cy="4287440"/>
          </a:xfrm>
          <a:gradFill>
            <a:gsLst>
              <a:gs pos="0">
                <a:schemeClr val="bg2"/>
              </a:gs>
              <a:gs pos="100000">
                <a:schemeClr val="bg2">
                  <a:alpha val="0"/>
                </a:schemeClr>
              </a:gs>
            </a:gsLst>
            <a:lin ang="5400000" scaled="1"/>
          </a:gradFill>
        </p:spPr>
        <p:txBody>
          <a:bodyPr lIns="182880" tIns="274320" rIns="18288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t>Click to add text or choose an icon below to insert other content</a:t>
            </a:r>
          </a:p>
          <a:p>
            <a:pPr lvl="1"/>
            <a:r>
              <a:t>Second level</a:t>
            </a:r>
          </a:p>
          <a:p>
            <a:pPr lvl="2"/>
            <a:r>
              <a:t>Third level</a:t>
            </a:r>
          </a:p>
          <a:p>
            <a:pPr lvl="3"/>
            <a:r>
              <a:t>Fourth level</a:t>
            </a:r>
          </a:p>
          <a:p>
            <a:pPr lvl="4"/>
            <a:r>
              <a:t>Fifth level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35BB0B52-872B-CDD5-87F6-9F53924FBCC6}"/>
              </a:ext>
            </a:extLst>
          </p:cNvPr>
          <p:cNvSpPr/>
          <p:nvPr userDrawn="1"/>
        </p:nvSpPr>
        <p:spPr>
          <a:xfrm>
            <a:off x="551541" y="1673352"/>
            <a:ext cx="3474720" cy="6400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000" err="1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2F1AA8AC-FAC6-21AD-A3C3-B220490FCFD0}"/>
              </a:ext>
            </a:extLst>
          </p:cNvPr>
          <p:cNvSpPr/>
          <p:nvPr userDrawn="1"/>
        </p:nvSpPr>
        <p:spPr>
          <a:xfrm>
            <a:off x="8165735" y="1673352"/>
            <a:ext cx="3474720" cy="6400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000" err="1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C4B5BEDF-55D9-ABED-7BF9-61E5ECDD3666}"/>
              </a:ext>
            </a:extLst>
          </p:cNvPr>
          <p:cNvSpPr/>
          <p:nvPr userDrawn="1"/>
        </p:nvSpPr>
        <p:spPr>
          <a:xfrm>
            <a:off x="4358640" y="1673352"/>
            <a:ext cx="3474720" cy="6400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000" err="1"/>
          </a:p>
        </p:txBody>
      </p:sp>
    </p:spTree>
    <p:extLst>
      <p:ext uri="{BB962C8B-B14F-4D97-AF65-F5344CB8AC3E}">
        <p14:creationId xmlns:p14="http://schemas.microsoft.com/office/powerpoint/2010/main" val="1685980965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u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8964432F-4452-45BB-9150-3BEA1F8E5F9A}"/>
              </a:ext>
            </a:extLst>
          </p:cNvPr>
          <p:cNvSpPr/>
          <p:nvPr userDrawn="1"/>
        </p:nvSpPr>
        <p:spPr>
          <a:xfrm>
            <a:off x="375886" y="3952307"/>
            <a:ext cx="5303520" cy="4572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000" err="1">
              <a:solidFill>
                <a:srgbClr val="FFFFFF"/>
              </a:solidFill>
              <a:latin typeface="Aptos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7F8CC34-E573-FFB3-CAEA-6E4E0A27BC62}"/>
              </a:ext>
            </a:extLst>
          </p:cNvPr>
          <p:cNvSpPr/>
          <p:nvPr userDrawn="1"/>
        </p:nvSpPr>
        <p:spPr>
          <a:xfrm>
            <a:off x="375886" y="1395273"/>
            <a:ext cx="5303520" cy="4572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000" err="1">
              <a:solidFill>
                <a:srgbClr val="FFFFFF"/>
              </a:solidFill>
              <a:latin typeface="Aptos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0ED273DA-5053-E7C6-48EC-308AA8F2F97D}"/>
              </a:ext>
            </a:extLst>
          </p:cNvPr>
          <p:cNvSpPr/>
          <p:nvPr userDrawn="1"/>
        </p:nvSpPr>
        <p:spPr>
          <a:xfrm>
            <a:off x="6431280" y="3952307"/>
            <a:ext cx="5303520" cy="4572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000" err="1">
              <a:solidFill>
                <a:srgbClr val="FFFFFF"/>
              </a:solidFill>
              <a:latin typeface="Aptos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1612C520-110D-A239-44C2-20AC9C53607E}"/>
              </a:ext>
            </a:extLst>
          </p:cNvPr>
          <p:cNvSpPr/>
          <p:nvPr userDrawn="1"/>
        </p:nvSpPr>
        <p:spPr>
          <a:xfrm>
            <a:off x="6431280" y="1395273"/>
            <a:ext cx="5303520" cy="4572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000" err="1">
              <a:solidFill>
                <a:srgbClr val="FFFFFF"/>
              </a:solidFill>
              <a:latin typeface="Aptos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/>
              <a:t>Click to edit title style</a:t>
            </a:r>
            <a:endParaRPr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377014" y="1391034"/>
            <a:ext cx="5303520" cy="2192337"/>
          </a:xfrm>
        </p:spPr>
        <p:txBody>
          <a:bodyPr tIns="27432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t>Click to add text or choose an icon below to insert other content</a:t>
            </a:r>
          </a:p>
          <a:p>
            <a:pPr lvl="1"/>
            <a:r>
              <a:t>Second level</a:t>
            </a:r>
          </a:p>
          <a:p>
            <a:pPr lvl="2"/>
            <a:r>
              <a:t>Third level</a:t>
            </a:r>
          </a:p>
          <a:p>
            <a:pPr lvl="3"/>
            <a:r>
              <a:t>Fourth level</a:t>
            </a:r>
          </a:p>
          <a:p>
            <a:pPr lvl="4"/>
            <a:r>
              <a:t>Fifth level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15D361F-E643-E39F-92E2-38CC70AA074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E6ECBBE-ACC3-48EB-9F88-A771FEACBB2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10353AF5-BEC6-53CE-6F3C-330F8BB65E8B}"/>
              </a:ext>
            </a:extLst>
          </p:cNvPr>
          <p:cNvSpPr>
            <a:spLocks noGrp="1"/>
          </p:cNvSpPr>
          <p:nvPr>
            <p:ph sz="half" idx="11" hasCustomPrompt="1"/>
          </p:nvPr>
        </p:nvSpPr>
        <p:spPr>
          <a:xfrm>
            <a:off x="6431278" y="1391034"/>
            <a:ext cx="5303520" cy="2192337"/>
          </a:xfrm>
        </p:spPr>
        <p:txBody>
          <a:bodyPr tIns="27432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t>Click to add text or choose an icon below to insert other content</a:t>
            </a:r>
          </a:p>
          <a:p>
            <a:pPr lvl="1"/>
            <a:r>
              <a:t>Second level</a:t>
            </a:r>
          </a:p>
          <a:p>
            <a:pPr lvl="2"/>
            <a:r>
              <a:t>Third level</a:t>
            </a:r>
          </a:p>
          <a:p>
            <a:pPr lvl="3"/>
            <a:r>
              <a:t>Fourth level</a:t>
            </a:r>
          </a:p>
          <a:p>
            <a:pPr lvl="4"/>
            <a:r>
              <a:t>Fifth level</a:t>
            </a:r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CB9EC710-D324-6D1F-9B7F-8403F51337DF}"/>
              </a:ext>
            </a:extLst>
          </p:cNvPr>
          <p:cNvSpPr>
            <a:spLocks noGrp="1"/>
          </p:cNvSpPr>
          <p:nvPr>
            <p:ph sz="half" idx="12" hasCustomPrompt="1"/>
          </p:nvPr>
        </p:nvSpPr>
        <p:spPr>
          <a:xfrm>
            <a:off x="377014" y="3950084"/>
            <a:ext cx="5303520" cy="2192337"/>
          </a:xfrm>
        </p:spPr>
        <p:txBody>
          <a:bodyPr tIns="27432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t>Click to add text or choose an icon below to insert other content</a:t>
            </a:r>
          </a:p>
          <a:p>
            <a:pPr lvl="1"/>
            <a:r>
              <a:t>Second level</a:t>
            </a:r>
          </a:p>
          <a:p>
            <a:pPr lvl="2"/>
            <a:r>
              <a:t>Third level</a:t>
            </a:r>
          </a:p>
          <a:p>
            <a:pPr lvl="3"/>
            <a:r>
              <a:t>Fourth level</a:t>
            </a:r>
          </a:p>
          <a:p>
            <a:pPr lvl="4"/>
            <a:r>
              <a:t>Fifth level</a:t>
            </a:r>
          </a:p>
        </p:txBody>
      </p:sp>
      <p:sp>
        <p:nvSpPr>
          <p:cNvPr id="6" name="Content Placeholder 2">
            <a:extLst>
              <a:ext uri="{FF2B5EF4-FFF2-40B4-BE49-F238E27FC236}">
                <a16:creationId xmlns:a16="http://schemas.microsoft.com/office/drawing/2014/main" id="{281F1B50-6D7C-8A99-ADC2-6DFF82063A3C}"/>
              </a:ext>
            </a:extLst>
          </p:cNvPr>
          <p:cNvSpPr>
            <a:spLocks noGrp="1"/>
          </p:cNvSpPr>
          <p:nvPr>
            <p:ph sz="half" idx="13" hasCustomPrompt="1"/>
          </p:nvPr>
        </p:nvSpPr>
        <p:spPr>
          <a:xfrm>
            <a:off x="6431278" y="3952307"/>
            <a:ext cx="5303520" cy="2192337"/>
          </a:xfrm>
        </p:spPr>
        <p:txBody>
          <a:bodyPr tIns="27432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t>Click to add text or choose an icon below to insert other content</a:t>
            </a:r>
          </a:p>
          <a:p>
            <a:pPr lvl="1"/>
            <a:r>
              <a:t>Second level</a:t>
            </a:r>
          </a:p>
          <a:p>
            <a:pPr lvl="2"/>
            <a:r>
              <a:t>Third level</a:t>
            </a:r>
          </a:p>
          <a:p>
            <a:pPr lvl="3"/>
            <a:r>
              <a:t>Fourth level</a:t>
            </a:r>
          </a:p>
          <a:p>
            <a:pPr lvl="4"/>
            <a:r>
              <a:t>Fifth level</a:t>
            </a:r>
          </a:p>
        </p:txBody>
      </p:sp>
      <p:sp>
        <p:nvSpPr>
          <p:cNvPr id="12" name="Footer Placeholder 11">
            <a:extLst>
              <a:ext uri="{FF2B5EF4-FFF2-40B4-BE49-F238E27FC236}">
                <a16:creationId xmlns:a16="http://schemas.microsoft.com/office/drawing/2014/main" id="{4B704B60-1340-97DE-61E9-F1DA02D65C0A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5224417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idebar 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A8D8D64D-199D-379B-A2C7-1DFB9E9A8F81}"/>
              </a:ext>
            </a:extLst>
          </p:cNvPr>
          <p:cNvSpPr/>
          <p:nvPr userDrawn="1"/>
        </p:nvSpPr>
        <p:spPr bwMode="auto">
          <a:xfrm>
            <a:off x="0" y="0"/>
            <a:ext cx="4152900" cy="6858000"/>
          </a:xfrm>
          <a:prstGeom prst="rect">
            <a:avLst/>
          </a:prstGeom>
          <a:solidFill>
            <a:schemeClr val="tx1"/>
          </a:solidFill>
          <a:ln w="12700" cap="sq" algn="ctr">
            <a:noFill/>
            <a:miter lim="800000"/>
            <a:headEnd/>
            <a:tailEnd/>
          </a:ln>
          <a:effectLst/>
        </p:spPr>
        <p:txBody>
          <a:bodyPr wrap="square" lIns="182880" tIns="182880" rIns="182880" bIns="182880" rtlCol="0" anchor="ctr" anchorCtr="1">
            <a:spAutoFit/>
          </a:bodyPr>
          <a:lstStyle/>
          <a:p>
            <a:pPr algn="l">
              <a:lnSpc>
                <a:spcPct val="95000"/>
              </a:lnSpc>
              <a:spcBef>
                <a:spcPts val="1080"/>
              </a:spcBef>
            </a:pPr>
            <a:endParaRPr lang="en-US" sz="1600" b="1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1718B9B-E0C1-2994-C548-B5CB537DD275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7E6ECBBE-ACC3-48EB-9F88-A771FEACBB28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22" name="Graphic 21">
            <a:extLst>
              <a:ext uri="{FF2B5EF4-FFF2-40B4-BE49-F238E27FC236}">
                <a16:creationId xmlns:a16="http://schemas.microsoft.com/office/drawing/2014/main" id="{CE5F6109-A254-6F4B-9222-4CCE7912C76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909060" y="2880360"/>
            <a:ext cx="487680" cy="1097280"/>
          </a:xfrm>
          <a:prstGeom prst="rect">
            <a:avLst/>
          </a:prstGeom>
        </p:spPr>
      </p:pic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85DB1612-8EF9-194E-BEE7-0BA0634B54FA}"/>
              </a:ext>
            </a:extLst>
          </p:cNvPr>
          <p:cNvSpPr>
            <a:spLocks noGrp="1"/>
          </p:cNvSpPr>
          <p:nvPr>
            <p:ph type="ftr" sz="quarter" idx="18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8" name="Title 1">
            <a:extLst>
              <a:ext uri="{FF2B5EF4-FFF2-40B4-BE49-F238E27FC236}">
                <a16:creationId xmlns:a16="http://schemas.microsoft.com/office/drawing/2014/main" id="{24011DD0-D4AC-2847-DF34-A862E2C720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81000" y="1371600"/>
            <a:ext cx="3528060" cy="2606040"/>
          </a:xfrm>
        </p:spPr>
        <p:txBody>
          <a:bodyPr anchor="t" anchorCtr="0"/>
          <a:lstStyle>
            <a:lvl1pPr>
              <a:spcAft>
                <a:spcPts val="1200"/>
              </a:spcAft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title style</a:t>
            </a:r>
          </a:p>
        </p:txBody>
      </p:sp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604A0F0B-CDFE-F699-2879-D47976D56984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5035337" y="1484621"/>
            <a:ext cx="6675120" cy="4572000"/>
          </a:xfrm>
        </p:spPr>
        <p:txBody>
          <a:bodyPr/>
          <a:lstStyle/>
          <a:p>
            <a:pPr lvl="0"/>
            <a:r>
              <a:rPr lang="en-US"/>
              <a:t>Click to edit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A234597A-44FF-70CB-3A08-569392C0AA24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81000" y="6459538"/>
            <a:ext cx="315958" cy="2743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0578627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616">
          <p15:clr>
            <a:srgbClr val="FBAE40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idebar Title and 2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A8D8D64D-199D-379B-A2C7-1DFB9E9A8F81}"/>
              </a:ext>
            </a:extLst>
          </p:cNvPr>
          <p:cNvSpPr/>
          <p:nvPr userDrawn="1"/>
        </p:nvSpPr>
        <p:spPr bwMode="auto">
          <a:xfrm>
            <a:off x="0" y="0"/>
            <a:ext cx="4152900" cy="6858000"/>
          </a:xfrm>
          <a:prstGeom prst="rect">
            <a:avLst/>
          </a:prstGeom>
          <a:solidFill>
            <a:schemeClr val="tx1"/>
          </a:solidFill>
          <a:ln w="12700" cap="sq" algn="ctr">
            <a:noFill/>
            <a:miter lim="800000"/>
            <a:headEnd/>
            <a:tailEnd/>
          </a:ln>
          <a:effectLst/>
        </p:spPr>
        <p:txBody>
          <a:bodyPr wrap="square" lIns="182880" tIns="182880" rIns="182880" bIns="182880" rtlCol="0" anchor="ctr" anchorCtr="1">
            <a:spAutoFit/>
          </a:bodyPr>
          <a:lstStyle/>
          <a:p>
            <a:pPr algn="l">
              <a:lnSpc>
                <a:spcPct val="95000"/>
              </a:lnSpc>
              <a:spcBef>
                <a:spcPts val="1080"/>
              </a:spcBef>
            </a:pPr>
            <a:endParaRPr lang="en-US" sz="1600" b="1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1718B9B-E0C1-2994-C548-B5CB537DD275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7E6ECBBE-ACC3-48EB-9F88-A771FEACBB2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85DB1612-8EF9-194E-BEE7-0BA0634B54FA}"/>
              </a:ext>
            </a:extLst>
          </p:cNvPr>
          <p:cNvSpPr>
            <a:spLocks noGrp="1"/>
          </p:cNvSpPr>
          <p:nvPr>
            <p:ph type="ftr" sz="quarter" idx="18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604A0F0B-CDFE-F699-2879-D47976D56984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5029200" y="2101850"/>
            <a:ext cx="2926080" cy="3930650"/>
          </a:xfrm>
        </p:spPr>
        <p:txBody>
          <a:bodyPr/>
          <a:lstStyle/>
          <a:p>
            <a:pPr lvl="0"/>
            <a:r>
              <a:rPr lang="en-US"/>
              <a:t>Click to edit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2">
            <a:extLst>
              <a:ext uri="{FF2B5EF4-FFF2-40B4-BE49-F238E27FC236}">
                <a16:creationId xmlns:a16="http://schemas.microsoft.com/office/drawing/2014/main" id="{15C33869-67DD-99A3-5537-6BBE5AC7BF7B}"/>
              </a:ext>
            </a:extLst>
          </p:cNvPr>
          <p:cNvSpPr>
            <a:spLocks noGrp="1"/>
          </p:cNvSpPr>
          <p:nvPr>
            <p:ph type="body" idx="11" hasCustomPrompt="1"/>
          </p:nvPr>
        </p:nvSpPr>
        <p:spPr>
          <a:xfrm>
            <a:off x="5023062" y="1377737"/>
            <a:ext cx="6400800" cy="403860"/>
          </a:xfr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2000" b="1" cap="all" spc="40" baseline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text styles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7AF38812-C5DA-81A7-260B-F39C358FFDF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81000" y="1371600"/>
            <a:ext cx="3528060" cy="2681288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0"/>
              </a:spcBef>
              <a:spcAft>
                <a:spcPts val="1200"/>
              </a:spcAft>
              <a:buNone/>
              <a:defRPr sz="3200">
                <a:solidFill>
                  <a:schemeClr val="bg1"/>
                </a:solidFill>
                <a:latin typeface="+mj-lt"/>
              </a:defRPr>
            </a:lvl1pPr>
            <a:lvl2pPr marL="0" indent="0">
              <a:spcBef>
                <a:spcPts val="0"/>
              </a:spcBef>
              <a:buNone/>
              <a:defRPr sz="2000" b="1">
                <a:solidFill>
                  <a:schemeClr val="accent1"/>
                </a:solidFill>
              </a:defRPr>
            </a:lvl2pPr>
            <a:lvl3pPr marL="0" indent="0">
              <a:buNone/>
              <a:defRPr>
                <a:solidFill>
                  <a:schemeClr val="bg1"/>
                </a:solidFill>
              </a:defRPr>
            </a:lvl3pPr>
            <a:lvl4pPr marL="0" indent="0">
              <a:buNone/>
              <a:defRPr>
                <a:solidFill>
                  <a:schemeClr val="bg1"/>
                </a:solidFill>
              </a:defRPr>
            </a:lvl4pPr>
            <a:lvl5pPr marL="0" indent="0"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B0EA5638-4C2C-15E3-D675-85F75AEA5D17}"/>
              </a:ext>
            </a:extLst>
          </p:cNvPr>
          <p:cNvSpPr>
            <a:spLocks noGrp="1"/>
          </p:cNvSpPr>
          <p:nvPr>
            <p:ph idx="20" hasCustomPrompt="1"/>
          </p:nvPr>
        </p:nvSpPr>
        <p:spPr>
          <a:xfrm>
            <a:off x="8503920" y="2101850"/>
            <a:ext cx="2926080" cy="3930650"/>
          </a:xfrm>
        </p:spPr>
        <p:txBody>
          <a:bodyPr/>
          <a:lstStyle/>
          <a:p>
            <a:pPr lvl="0"/>
            <a:r>
              <a:rPr lang="en-US"/>
              <a:t>Click to edit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pic>
        <p:nvPicPr>
          <p:cNvPr id="10" name="Graphic 9">
            <a:extLst>
              <a:ext uri="{FF2B5EF4-FFF2-40B4-BE49-F238E27FC236}">
                <a16:creationId xmlns:a16="http://schemas.microsoft.com/office/drawing/2014/main" id="{5F9E353A-EA7B-EE8C-4217-2693A777DB09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81000" y="6459538"/>
            <a:ext cx="315958" cy="2743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8953864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616">
          <p15:clr>
            <a:srgbClr val="FBAE40"/>
          </p15:clr>
        </p15:guide>
      </p15:sldGuideLst>
    </p:ext>
  </p:extLs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son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A8D8D64D-199D-379B-A2C7-1DFB9E9A8F81}"/>
              </a:ext>
            </a:extLst>
          </p:cNvPr>
          <p:cNvSpPr/>
          <p:nvPr userDrawn="1"/>
        </p:nvSpPr>
        <p:spPr bwMode="auto">
          <a:xfrm>
            <a:off x="0" y="0"/>
            <a:ext cx="6096000" cy="6858000"/>
          </a:xfrm>
          <a:prstGeom prst="rect">
            <a:avLst/>
          </a:prstGeom>
          <a:solidFill>
            <a:schemeClr val="tx1"/>
          </a:solidFill>
          <a:ln w="12700" cap="sq" algn="ctr">
            <a:noFill/>
            <a:miter lim="800000"/>
            <a:headEnd/>
            <a:tailEnd/>
          </a:ln>
          <a:effectLst/>
        </p:spPr>
        <p:txBody>
          <a:bodyPr wrap="square" lIns="182880" tIns="182880" rIns="182880" bIns="182880" rtlCol="0" anchor="ctr" anchorCtr="1">
            <a:spAutoFit/>
          </a:bodyPr>
          <a:lstStyle/>
          <a:p>
            <a:pPr algn="l">
              <a:lnSpc>
                <a:spcPct val="95000"/>
              </a:lnSpc>
              <a:spcBef>
                <a:spcPts val="1080"/>
              </a:spcBef>
            </a:pPr>
            <a:endParaRPr lang="en-US" sz="1600" b="1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1718B9B-E0C1-2994-C548-B5CB537DD275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7E6ECBBE-ACC3-48EB-9F88-A771FEACBB2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85DB1612-8EF9-194E-BEE7-0BA0634B54FA}"/>
              </a:ext>
            </a:extLst>
          </p:cNvPr>
          <p:cNvSpPr>
            <a:spLocks noGrp="1"/>
          </p:cNvSpPr>
          <p:nvPr>
            <p:ph type="ftr" sz="quarter" idx="18"/>
          </p:nvPr>
        </p:nvSpPr>
        <p:spPr/>
        <p:txBody>
          <a:bodyPr/>
          <a:lstStyle/>
          <a:p>
            <a:endParaRPr lang="en-US"/>
          </a:p>
        </p:txBody>
      </p:sp>
      <p:pic>
        <p:nvPicPr>
          <p:cNvPr id="6" name="Graphic 5">
            <a:extLst>
              <a:ext uri="{FF2B5EF4-FFF2-40B4-BE49-F238E27FC236}">
                <a16:creationId xmlns:a16="http://schemas.microsoft.com/office/drawing/2014/main" id="{C750A866-139E-81A8-BDF2-A1C81C76434C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5852160" y="2880360"/>
            <a:ext cx="487680" cy="1097280"/>
          </a:xfrm>
          <a:prstGeom prst="rect">
            <a:avLst/>
          </a:prstGeom>
        </p:spPr>
      </p:pic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6DEC1483-01C8-1029-B702-A556CB4BCEF1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14400" y="1463674"/>
            <a:ext cx="4389120" cy="3474720"/>
          </a:xfrm>
        </p:spPr>
        <p:txBody>
          <a:bodyPr/>
          <a:lstStyle>
            <a:lvl1pPr marL="0" indent="0">
              <a:lnSpc>
                <a:spcPct val="95000"/>
              </a:lnSpc>
              <a:spcBef>
                <a:spcPts val="0"/>
              </a:spcBef>
              <a:spcAft>
                <a:spcPts val="1200"/>
              </a:spcAft>
              <a:buNone/>
              <a:defRPr sz="2800">
                <a:solidFill>
                  <a:schemeClr val="bg1"/>
                </a:solidFill>
                <a:latin typeface="+mn-lt"/>
              </a:defRPr>
            </a:lvl1pPr>
            <a:lvl2pPr marL="0" indent="0">
              <a:spcBef>
                <a:spcPts val="0"/>
              </a:spcBef>
              <a:buNone/>
              <a:defRPr sz="2000" b="1">
                <a:solidFill>
                  <a:schemeClr val="accent1"/>
                </a:solidFill>
              </a:defRPr>
            </a:lvl2pPr>
            <a:lvl3pPr marL="0" indent="0">
              <a:buNone/>
              <a:defRPr>
                <a:solidFill>
                  <a:schemeClr val="bg1"/>
                </a:solidFill>
              </a:defRPr>
            </a:lvl3pPr>
            <a:lvl4pPr marL="0" indent="0">
              <a:buNone/>
              <a:defRPr>
                <a:solidFill>
                  <a:schemeClr val="bg1"/>
                </a:solidFill>
              </a:defRPr>
            </a:lvl4pPr>
            <a:lvl5pPr marL="0" indent="0"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1" name="Text Placeholder 6">
            <a:extLst>
              <a:ext uri="{FF2B5EF4-FFF2-40B4-BE49-F238E27FC236}">
                <a16:creationId xmlns:a16="http://schemas.microsoft.com/office/drawing/2014/main" id="{55874722-7673-4D6E-6CBF-7231054CAD0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858000" y="1463674"/>
            <a:ext cx="4389120" cy="3474720"/>
          </a:xfrm>
        </p:spPr>
        <p:txBody>
          <a:bodyPr/>
          <a:lstStyle>
            <a:lvl1pPr marL="0" indent="0">
              <a:lnSpc>
                <a:spcPct val="95000"/>
              </a:lnSpc>
              <a:spcBef>
                <a:spcPts val="0"/>
              </a:spcBef>
              <a:spcAft>
                <a:spcPts val="1200"/>
              </a:spcAft>
              <a:buNone/>
              <a:defRPr sz="2800">
                <a:solidFill>
                  <a:schemeClr val="tx1"/>
                </a:solidFill>
                <a:latin typeface="+mn-lt"/>
              </a:defRPr>
            </a:lvl1pPr>
            <a:lvl2pPr marL="0" indent="0">
              <a:spcBef>
                <a:spcPts val="0"/>
              </a:spcBef>
              <a:buNone/>
              <a:defRPr sz="2000" b="1">
                <a:solidFill>
                  <a:schemeClr val="accent1"/>
                </a:solidFill>
              </a:defRPr>
            </a:lvl2pPr>
            <a:lvl3pPr marL="0" indent="0">
              <a:buNone/>
              <a:defRPr>
                <a:solidFill>
                  <a:schemeClr val="tx1"/>
                </a:solidFill>
              </a:defRPr>
            </a:lvl3pPr>
            <a:lvl4pPr marL="0" indent="0">
              <a:buNone/>
              <a:defRPr>
                <a:solidFill>
                  <a:schemeClr val="tx1"/>
                </a:solidFill>
              </a:defRPr>
            </a:lvl4pPr>
            <a:lvl5pPr marL="0" indent="0">
              <a:buNone/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Click to edit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pic>
        <p:nvPicPr>
          <p:cNvPr id="5" name="Graphic 4">
            <a:extLst>
              <a:ext uri="{FF2B5EF4-FFF2-40B4-BE49-F238E27FC236}">
                <a16:creationId xmlns:a16="http://schemas.microsoft.com/office/drawing/2014/main" id="{A3D7CAB4-AAE8-7FFE-8E09-E8DFA6A117AC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81000" y="6459538"/>
            <a:ext cx="315958" cy="2743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977682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616">
          <p15:clr>
            <a:srgbClr val="FBAE40"/>
          </p15:clr>
        </p15:guide>
      </p15:sldGuideLst>
    </p:ext>
  </p:extLs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son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A8D8D64D-199D-379B-A2C7-1DFB9E9A8F81}"/>
              </a:ext>
            </a:extLst>
          </p:cNvPr>
          <p:cNvSpPr/>
          <p:nvPr userDrawn="1"/>
        </p:nvSpPr>
        <p:spPr bwMode="auto">
          <a:xfrm>
            <a:off x="0" y="0"/>
            <a:ext cx="6096000" cy="6858000"/>
          </a:xfrm>
          <a:prstGeom prst="rect">
            <a:avLst/>
          </a:prstGeom>
          <a:solidFill>
            <a:schemeClr val="tx1"/>
          </a:solidFill>
          <a:ln w="12700" cap="sq" algn="ctr">
            <a:noFill/>
            <a:miter lim="800000"/>
            <a:headEnd/>
            <a:tailEnd/>
          </a:ln>
          <a:effectLst/>
        </p:spPr>
        <p:txBody>
          <a:bodyPr wrap="square" lIns="182880" tIns="182880" rIns="182880" bIns="182880" rtlCol="0" anchor="ctr" anchorCtr="1">
            <a:spAutoFit/>
          </a:bodyPr>
          <a:lstStyle/>
          <a:p>
            <a:pPr algn="l">
              <a:lnSpc>
                <a:spcPct val="95000"/>
              </a:lnSpc>
              <a:spcBef>
                <a:spcPts val="1080"/>
              </a:spcBef>
            </a:pPr>
            <a:endParaRPr lang="en-US" sz="1600" b="1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40898E3F-D15A-2CFC-0C5E-C82C1D534F3D}"/>
              </a:ext>
            </a:extLst>
          </p:cNvPr>
          <p:cNvSpPr/>
          <p:nvPr userDrawn="1"/>
        </p:nvSpPr>
        <p:spPr bwMode="auto">
          <a:xfrm>
            <a:off x="5547360" y="2697480"/>
            <a:ext cx="1097280" cy="1463040"/>
          </a:xfrm>
          <a:prstGeom prst="rect">
            <a:avLst/>
          </a:prstGeom>
          <a:solidFill>
            <a:schemeClr val="accent1"/>
          </a:solidFill>
          <a:ln w="12700" cap="sq" algn="ctr">
            <a:noFill/>
            <a:miter lim="800000"/>
            <a:headEnd/>
            <a:tailEnd/>
          </a:ln>
          <a:effectLst/>
        </p:spPr>
        <p:txBody>
          <a:bodyPr wrap="square" lIns="182880" rIns="182880" rtlCol="0" anchor="ctr" anchorCtr="1"/>
          <a:lstStyle/>
          <a:p>
            <a:pPr algn="l">
              <a:lnSpc>
                <a:spcPct val="95000"/>
              </a:lnSpc>
              <a:spcBef>
                <a:spcPts val="1080"/>
              </a:spcBef>
            </a:pPr>
            <a:endParaRPr lang="en-US" sz="1600" b="1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3F37AC32-C5B1-3889-C634-E6E1624CEB06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792480" y="1142999"/>
            <a:ext cx="5303520" cy="4572000"/>
          </a:xfrm>
          <a:custGeom>
            <a:avLst/>
            <a:gdLst>
              <a:gd name="connsiteX0" fmla="*/ 0 w 5303520"/>
              <a:gd name="connsiteY0" fmla="*/ 0 h 4572000"/>
              <a:gd name="connsiteX1" fmla="*/ 5303520 w 5303520"/>
              <a:gd name="connsiteY1" fmla="*/ 0 h 4572000"/>
              <a:gd name="connsiteX2" fmla="*/ 5303520 w 5303520"/>
              <a:gd name="connsiteY2" fmla="*/ 1737361 h 4572000"/>
              <a:gd name="connsiteX3" fmla="*/ 5059680 w 5303520"/>
              <a:gd name="connsiteY3" fmla="*/ 1737361 h 4572000"/>
              <a:gd name="connsiteX4" fmla="*/ 5059680 w 5303520"/>
              <a:gd name="connsiteY4" fmla="*/ 2225041 h 4572000"/>
              <a:gd name="connsiteX5" fmla="*/ 5303520 w 5303520"/>
              <a:gd name="connsiteY5" fmla="*/ 2225041 h 4572000"/>
              <a:gd name="connsiteX6" fmla="*/ 5303520 w 5303520"/>
              <a:gd name="connsiteY6" fmla="*/ 2346961 h 4572000"/>
              <a:gd name="connsiteX7" fmla="*/ 5059680 w 5303520"/>
              <a:gd name="connsiteY7" fmla="*/ 2346961 h 4572000"/>
              <a:gd name="connsiteX8" fmla="*/ 5059680 w 5303520"/>
              <a:gd name="connsiteY8" fmla="*/ 2834641 h 4572000"/>
              <a:gd name="connsiteX9" fmla="*/ 5303520 w 5303520"/>
              <a:gd name="connsiteY9" fmla="*/ 2834641 h 4572000"/>
              <a:gd name="connsiteX10" fmla="*/ 5303520 w 5303520"/>
              <a:gd name="connsiteY10" fmla="*/ 4572000 h 4572000"/>
              <a:gd name="connsiteX11" fmla="*/ 0 w 5303520"/>
              <a:gd name="connsiteY11" fmla="*/ 4572000 h 4572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5303520" h="4572000">
                <a:moveTo>
                  <a:pt x="0" y="0"/>
                </a:moveTo>
                <a:lnTo>
                  <a:pt x="5303520" y="0"/>
                </a:lnTo>
                <a:lnTo>
                  <a:pt x="5303520" y="1737361"/>
                </a:lnTo>
                <a:lnTo>
                  <a:pt x="5059680" y="1737361"/>
                </a:lnTo>
                <a:lnTo>
                  <a:pt x="5059680" y="2225041"/>
                </a:lnTo>
                <a:lnTo>
                  <a:pt x="5303520" y="2225041"/>
                </a:lnTo>
                <a:lnTo>
                  <a:pt x="5303520" y="2346961"/>
                </a:lnTo>
                <a:lnTo>
                  <a:pt x="5059680" y="2346961"/>
                </a:lnTo>
                <a:lnTo>
                  <a:pt x="5059680" y="2834641"/>
                </a:lnTo>
                <a:lnTo>
                  <a:pt x="5303520" y="2834641"/>
                </a:lnTo>
                <a:lnTo>
                  <a:pt x="5303520" y="4572000"/>
                </a:lnTo>
                <a:lnTo>
                  <a:pt x="0" y="4572000"/>
                </a:lnTo>
                <a:close/>
              </a:path>
            </a:pathLst>
          </a:custGeom>
          <a:pattFill prst="wdUpDiag">
            <a:fgClr>
              <a:schemeClr val="bg1">
                <a:lumMod val="50000"/>
              </a:schemeClr>
            </a:fgClr>
            <a:bgClr>
              <a:schemeClr val="bg1">
                <a:lumMod val="65000"/>
              </a:schemeClr>
            </a:bgClr>
          </a:pattFill>
        </p:spPr>
        <p:txBody>
          <a:bodyPr vert="horz" wrap="square" lIns="0" tIns="0" rIns="0" bIns="1097280" rtlCol="0" anchor="ctr" anchorCtr="0">
            <a:noAutofit/>
          </a:bodyPr>
          <a:lstStyle>
            <a:lvl1pPr>
              <a:defRPr lang="en-US" sz="1940"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>
                <a:schemeClr val="accent1"/>
              </a:buClr>
              <a:buSzTx/>
              <a:buFont typeface="Wingdings" panose="05000000000000000000" pitchFamily="2" charset="2"/>
              <a:buNone/>
              <a:tabLst/>
              <a:defRPr/>
            </a:pPr>
            <a:r>
              <a:rPr lang="en-US"/>
              <a:t>Click icon to add picture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1718B9B-E0C1-2994-C548-B5CB537DD275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7E6ECBBE-ACC3-48EB-9F88-A771FEACBB2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85DB1612-8EF9-194E-BEE7-0BA0634B54FA}"/>
              </a:ext>
            </a:extLst>
          </p:cNvPr>
          <p:cNvSpPr>
            <a:spLocks noGrp="1"/>
          </p:cNvSpPr>
          <p:nvPr>
            <p:ph type="ftr" sz="quarter" idx="18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DE839506-268C-DA93-B462-339AD5490ECD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096000" y="1142999"/>
            <a:ext cx="5303520" cy="4572000"/>
          </a:xfrm>
          <a:custGeom>
            <a:avLst/>
            <a:gdLst>
              <a:gd name="connsiteX0" fmla="*/ 0 w 5303520"/>
              <a:gd name="connsiteY0" fmla="*/ 0 h 4572000"/>
              <a:gd name="connsiteX1" fmla="*/ 5303520 w 5303520"/>
              <a:gd name="connsiteY1" fmla="*/ 0 h 4572000"/>
              <a:gd name="connsiteX2" fmla="*/ 5303520 w 5303520"/>
              <a:gd name="connsiteY2" fmla="*/ 4572000 h 4572000"/>
              <a:gd name="connsiteX3" fmla="*/ 0 w 5303520"/>
              <a:gd name="connsiteY3" fmla="*/ 4572000 h 4572000"/>
              <a:gd name="connsiteX4" fmla="*/ 0 w 5303520"/>
              <a:gd name="connsiteY4" fmla="*/ 2834641 h 4572000"/>
              <a:gd name="connsiteX5" fmla="*/ 243840 w 5303520"/>
              <a:gd name="connsiteY5" fmla="*/ 2834641 h 4572000"/>
              <a:gd name="connsiteX6" fmla="*/ 243840 w 5303520"/>
              <a:gd name="connsiteY6" fmla="*/ 2346961 h 4572000"/>
              <a:gd name="connsiteX7" fmla="*/ 0 w 5303520"/>
              <a:gd name="connsiteY7" fmla="*/ 2346961 h 4572000"/>
              <a:gd name="connsiteX8" fmla="*/ 0 w 5303520"/>
              <a:gd name="connsiteY8" fmla="*/ 2225041 h 4572000"/>
              <a:gd name="connsiteX9" fmla="*/ 243840 w 5303520"/>
              <a:gd name="connsiteY9" fmla="*/ 2225041 h 4572000"/>
              <a:gd name="connsiteX10" fmla="*/ 243840 w 5303520"/>
              <a:gd name="connsiteY10" fmla="*/ 1737361 h 4572000"/>
              <a:gd name="connsiteX11" fmla="*/ 0 w 5303520"/>
              <a:gd name="connsiteY11" fmla="*/ 1737361 h 4572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5303520" h="4572000">
                <a:moveTo>
                  <a:pt x="0" y="0"/>
                </a:moveTo>
                <a:lnTo>
                  <a:pt x="5303520" y="0"/>
                </a:lnTo>
                <a:lnTo>
                  <a:pt x="5303520" y="4572000"/>
                </a:lnTo>
                <a:lnTo>
                  <a:pt x="0" y="4572000"/>
                </a:lnTo>
                <a:lnTo>
                  <a:pt x="0" y="2834641"/>
                </a:lnTo>
                <a:lnTo>
                  <a:pt x="243840" y="2834641"/>
                </a:lnTo>
                <a:lnTo>
                  <a:pt x="243840" y="2346961"/>
                </a:lnTo>
                <a:lnTo>
                  <a:pt x="0" y="2346961"/>
                </a:lnTo>
                <a:lnTo>
                  <a:pt x="0" y="2225041"/>
                </a:lnTo>
                <a:lnTo>
                  <a:pt x="243840" y="2225041"/>
                </a:lnTo>
                <a:lnTo>
                  <a:pt x="243840" y="1737361"/>
                </a:lnTo>
                <a:lnTo>
                  <a:pt x="0" y="1737361"/>
                </a:lnTo>
                <a:close/>
              </a:path>
            </a:pathLst>
          </a:custGeom>
          <a:pattFill prst="wdUpDiag">
            <a:fgClr>
              <a:schemeClr val="bg1">
                <a:lumMod val="50000"/>
              </a:schemeClr>
            </a:fgClr>
            <a:bgClr>
              <a:schemeClr val="bg1">
                <a:lumMod val="65000"/>
              </a:schemeClr>
            </a:bgClr>
          </a:pattFill>
        </p:spPr>
        <p:txBody>
          <a:bodyPr vert="horz" wrap="square" lIns="0" tIns="0" rIns="0" bIns="1097280" rtlCol="0" anchor="ctr" anchorCtr="0">
            <a:noAutofit/>
          </a:bodyPr>
          <a:lstStyle>
            <a:lvl1pPr>
              <a:defRPr lang="en-US" sz="1940"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>
                <a:schemeClr val="accent1"/>
              </a:buClr>
              <a:buSzTx/>
              <a:buFont typeface="Wingdings" panose="05000000000000000000" pitchFamily="2" charset="2"/>
              <a:buNone/>
              <a:tabLst/>
              <a:defRPr/>
            </a:pPr>
            <a:r>
              <a:rPr lang="en-US"/>
              <a:t>Click icon to add picture</a:t>
            </a:r>
          </a:p>
        </p:txBody>
      </p:sp>
      <p:sp>
        <p:nvSpPr>
          <p:cNvPr id="10" name="Graphic 5">
            <a:extLst>
              <a:ext uri="{FF2B5EF4-FFF2-40B4-BE49-F238E27FC236}">
                <a16:creationId xmlns:a16="http://schemas.microsoft.com/office/drawing/2014/main" id="{C750A866-139E-81A8-BDF2-A1C81C76434C}"/>
              </a:ext>
            </a:extLst>
          </p:cNvPr>
          <p:cNvSpPr/>
          <p:nvPr/>
        </p:nvSpPr>
        <p:spPr>
          <a:xfrm>
            <a:off x="5852160" y="2880360"/>
            <a:ext cx="487680" cy="1097280"/>
          </a:xfrm>
          <a:custGeom>
            <a:avLst/>
            <a:gdLst>
              <a:gd name="connsiteX0" fmla="*/ 0 w 487680"/>
              <a:gd name="connsiteY0" fmla="*/ 487680 h 1097280"/>
              <a:gd name="connsiteX1" fmla="*/ 487680 w 487680"/>
              <a:gd name="connsiteY1" fmla="*/ 487680 h 1097280"/>
              <a:gd name="connsiteX2" fmla="*/ 487680 w 487680"/>
              <a:gd name="connsiteY2" fmla="*/ 0 h 1097280"/>
              <a:gd name="connsiteX3" fmla="*/ 0 w 487680"/>
              <a:gd name="connsiteY3" fmla="*/ 0 h 1097280"/>
              <a:gd name="connsiteX4" fmla="*/ 0 w 487680"/>
              <a:gd name="connsiteY4" fmla="*/ 487680 h 1097280"/>
              <a:gd name="connsiteX5" fmla="*/ 0 w 487680"/>
              <a:gd name="connsiteY5" fmla="*/ 1097280 h 1097280"/>
              <a:gd name="connsiteX6" fmla="*/ 487680 w 487680"/>
              <a:gd name="connsiteY6" fmla="*/ 1097280 h 1097280"/>
              <a:gd name="connsiteX7" fmla="*/ 487680 w 487680"/>
              <a:gd name="connsiteY7" fmla="*/ 609600 h 1097280"/>
              <a:gd name="connsiteX8" fmla="*/ 0 w 487680"/>
              <a:gd name="connsiteY8" fmla="*/ 609600 h 1097280"/>
              <a:gd name="connsiteX9" fmla="*/ 0 w 487680"/>
              <a:gd name="connsiteY9" fmla="*/ 1097280 h 1097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87680" h="1097280">
                <a:moveTo>
                  <a:pt x="0" y="487680"/>
                </a:moveTo>
                <a:lnTo>
                  <a:pt x="487680" y="487680"/>
                </a:lnTo>
                <a:lnTo>
                  <a:pt x="487680" y="0"/>
                </a:lnTo>
                <a:lnTo>
                  <a:pt x="0" y="0"/>
                </a:lnTo>
                <a:lnTo>
                  <a:pt x="0" y="487680"/>
                </a:lnTo>
                <a:close/>
                <a:moveTo>
                  <a:pt x="0" y="1097280"/>
                </a:moveTo>
                <a:lnTo>
                  <a:pt x="487680" y="1097280"/>
                </a:lnTo>
                <a:lnTo>
                  <a:pt x="487680" y="609600"/>
                </a:lnTo>
                <a:lnTo>
                  <a:pt x="0" y="609600"/>
                </a:lnTo>
                <a:lnTo>
                  <a:pt x="0" y="1097280"/>
                </a:lnTo>
                <a:close/>
              </a:path>
            </a:pathLst>
          </a:custGeom>
          <a:solidFill>
            <a:schemeClr val="accent1"/>
          </a:solidFill>
          <a:ln w="759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pic>
        <p:nvPicPr>
          <p:cNvPr id="5" name="Graphic 4">
            <a:extLst>
              <a:ext uri="{FF2B5EF4-FFF2-40B4-BE49-F238E27FC236}">
                <a16:creationId xmlns:a16="http://schemas.microsoft.com/office/drawing/2014/main" id="{78010630-6F8A-A71C-2C48-EB125B3FD4F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81000" y="6459538"/>
            <a:ext cx="315958" cy="2743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3320733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616">
          <p15:clr>
            <a:srgbClr val="FBAE40"/>
          </p15:clr>
        </p15:guide>
      </p15:sldGuideLst>
    </p:ext>
  </p:extLs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ertical Picture with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A8D8D64D-199D-379B-A2C7-1DFB9E9A8F81}"/>
              </a:ext>
            </a:extLst>
          </p:cNvPr>
          <p:cNvSpPr/>
          <p:nvPr userDrawn="1"/>
        </p:nvSpPr>
        <p:spPr bwMode="auto">
          <a:xfrm>
            <a:off x="0" y="0"/>
            <a:ext cx="4152900" cy="6858000"/>
          </a:xfrm>
          <a:prstGeom prst="rect">
            <a:avLst/>
          </a:prstGeom>
          <a:solidFill>
            <a:schemeClr val="accent1"/>
          </a:solidFill>
          <a:ln w="12700" cap="sq" algn="ctr">
            <a:noFill/>
            <a:miter lim="800000"/>
            <a:headEnd/>
            <a:tailEnd/>
          </a:ln>
          <a:effectLst/>
        </p:spPr>
        <p:txBody>
          <a:bodyPr wrap="square" lIns="182880" tIns="182880" rIns="182880" bIns="182880" rtlCol="0" anchor="ctr" anchorCtr="1">
            <a:spAutoFit/>
          </a:bodyPr>
          <a:lstStyle/>
          <a:p>
            <a:pPr algn="l">
              <a:lnSpc>
                <a:spcPct val="95000"/>
              </a:lnSpc>
              <a:spcBef>
                <a:spcPts val="1080"/>
              </a:spcBef>
            </a:pPr>
            <a:endParaRPr lang="en-US" sz="1600" b="1"/>
          </a:p>
        </p:txBody>
      </p:sp>
      <p:sp>
        <p:nvSpPr>
          <p:cNvPr id="26" name="Picture Placeholder 25">
            <a:extLst>
              <a:ext uri="{FF2B5EF4-FFF2-40B4-BE49-F238E27FC236}">
                <a16:creationId xmlns:a16="http://schemas.microsoft.com/office/drawing/2014/main" id="{E93F8CC5-9D20-0064-DF51-23E0D789C4AD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0" y="0"/>
            <a:ext cx="4152900" cy="6858000"/>
          </a:xfrm>
          <a:custGeom>
            <a:avLst/>
            <a:gdLst>
              <a:gd name="connsiteX0" fmla="*/ 390797 w 4152900"/>
              <a:gd name="connsiteY0" fmla="*/ 6655481 h 6858000"/>
              <a:gd name="connsiteX1" fmla="*/ 469174 w 4152900"/>
              <a:gd name="connsiteY1" fmla="*/ 6733858 h 6858000"/>
              <a:gd name="connsiteX2" fmla="*/ 469174 w 4152900"/>
              <a:gd name="connsiteY2" fmla="*/ 6655481 h 6858000"/>
              <a:gd name="connsiteX3" fmla="*/ 586740 w 4152900"/>
              <a:gd name="connsiteY3" fmla="*/ 6557509 h 6858000"/>
              <a:gd name="connsiteX4" fmla="*/ 586740 w 4152900"/>
              <a:gd name="connsiteY4" fmla="*/ 6635887 h 6858000"/>
              <a:gd name="connsiteX5" fmla="*/ 665117 w 4152900"/>
              <a:gd name="connsiteY5" fmla="*/ 6635887 h 6858000"/>
              <a:gd name="connsiteX6" fmla="*/ 665117 w 4152900"/>
              <a:gd name="connsiteY6" fmla="*/ 6557509 h 6858000"/>
              <a:gd name="connsiteX7" fmla="*/ 681834 w 4152900"/>
              <a:gd name="connsiteY7" fmla="*/ 6474441 h 6858000"/>
              <a:gd name="connsiteX8" fmla="*/ 683188 w 4152900"/>
              <a:gd name="connsiteY8" fmla="*/ 6475826 h 6858000"/>
              <a:gd name="connsiteX9" fmla="*/ 681834 w 4152900"/>
              <a:gd name="connsiteY9" fmla="*/ 6475826 h 6858000"/>
              <a:gd name="connsiteX10" fmla="*/ 690666 w 4152900"/>
              <a:gd name="connsiteY10" fmla="*/ 6473971 h 6858000"/>
              <a:gd name="connsiteX11" fmla="*/ 691214 w 4152900"/>
              <a:gd name="connsiteY11" fmla="*/ 6475838 h 6858000"/>
              <a:gd name="connsiteX12" fmla="*/ 688872 w 4152900"/>
              <a:gd name="connsiteY12" fmla="*/ 6475838 h 6858000"/>
              <a:gd name="connsiteX13" fmla="*/ 684307 w 4152900"/>
              <a:gd name="connsiteY13" fmla="*/ 6471540 h 6858000"/>
              <a:gd name="connsiteX14" fmla="*/ 685483 w 4152900"/>
              <a:gd name="connsiteY14" fmla="*/ 6471540 h 6858000"/>
              <a:gd name="connsiteX15" fmla="*/ 687700 w 4152900"/>
              <a:gd name="connsiteY15" fmla="*/ 6473230 h 6858000"/>
              <a:gd name="connsiteX16" fmla="*/ 688545 w 4152900"/>
              <a:gd name="connsiteY16" fmla="*/ 6475838 h 6858000"/>
              <a:gd name="connsiteX17" fmla="*/ 688872 w 4152900"/>
              <a:gd name="connsiteY17" fmla="*/ 6475838 h 6858000"/>
              <a:gd name="connsiteX18" fmla="*/ 686059 w 4152900"/>
              <a:gd name="connsiteY18" fmla="*/ 6478765 h 6858000"/>
              <a:gd name="connsiteX19" fmla="*/ 683188 w 4152900"/>
              <a:gd name="connsiteY19" fmla="*/ 6475826 h 6858000"/>
              <a:gd name="connsiteX20" fmla="*/ 684307 w 4152900"/>
              <a:gd name="connsiteY20" fmla="*/ 6475826 h 6858000"/>
              <a:gd name="connsiteX21" fmla="*/ 685740 w 4152900"/>
              <a:gd name="connsiteY21" fmla="*/ 6466567 h 6858000"/>
              <a:gd name="connsiteX22" fmla="*/ 688018 w 4152900"/>
              <a:gd name="connsiteY22" fmla="*/ 6468196 h 6858000"/>
              <a:gd name="connsiteX23" fmla="*/ 685544 w 4152900"/>
              <a:gd name="connsiteY23" fmla="*/ 6469764 h 6858000"/>
              <a:gd name="connsiteX24" fmla="*/ 684369 w 4152900"/>
              <a:gd name="connsiteY24" fmla="*/ 6469764 h 6858000"/>
              <a:gd name="connsiteX25" fmla="*/ 684369 w 4152900"/>
              <a:gd name="connsiteY25" fmla="*/ 6466702 h 6858000"/>
              <a:gd name="connsiteX26" fmla="*/ 685740 w 4152900"/>
              <a:gd name="connsiteY26" fmla="*/ 6466567 h 6858000"/>
              <a:gd name="connsiteX27" fmla="*/ 681834 w 4152900"/>
              <a:gd name="connsiteY27" fmla="*/ 6465986 h 6858000"/>
              <a:gd name="connsiteX28" fmla="*/ 681834 w 4152900"/>
              <a:gd name="connsiteY28" fmla="*/ 6474441 h 6858000"/>
              <a:gd name="connsiteX29" fmla="*/ 677719 w 4152900"/>
              <a:gd name="connsiteY29" fmla="*/ 6470229 h 6858000"/>
              <a:gd name="connsiteX30" fmla="*/ 682717 w 4152900"/>
              <a:gd name="connsiteY30" fmla="*/ 6465076 h 6858000"/>
              <a:gd name="connsiteX31" fmla="*/ 681834 w 4152900"/>
              <a:gd name="connsiteY31" fmla="*/ 6465986 h 6858000"/>
              <a:gd name="connsiteX32" fmla="*/ 681834 w 4152900"/>
              <a:gd name="connsiteY32" fmla="*/ 6465147 h 6858000"/>
              <a:gd name="connsiteX33" fmla="*/ 685997 w 4152900"/>
              <a:gd name="connsiteY33" fmla="*/ 6461693 h 6858000"/>
              <a:gd name="connsiteX34" fmla="*/ 694203 w 4152900"/>
              <a:gd name="connsiteY34" fmla="*/ 6470290 h 6858000"/>
              <a:gd name="connsiteX35" fmla="*/ 690666 w 4152900"/>
              <a:gd name="connsiteY35" fmla="*/ 6473971 h 6858000"/>
              <a:gd name="connsiteX36" fmla="*/ 690431 w 4152900"/>
              <a:gd name="connsiteY36" fmla="*/ 6473168 h 6858000"/>
              <a:gd name="connsiteX37" fmla="*/ 688471 w 4152900"/>
              <a:gd name="connsiteY37" fmla="*/ 6470560 h 6858000"/>
              <a:gd name="connsiteX38" fmla="*/ 688471 w 4152900"/>
              <a:gd name="connsiteY38" fmla="*/ 6470425 h 6858000"/>
              <a:gd name="connsiteX39" fmla="*/ 690688 w 4152900"/>
              <a:gd name="connsiteY39" fmla="*/ 6467951 h 6858000"/>
              <a:gd name="connsiteX40" fmla="*/ 689647 w 4152900"/>
              <a:gd name="connsiteY40" fmla="*/ 6465600 h 6858000"/>
              <a:gd name="connsiteX41" fmla="*/ 685936 w 4152900"/>
              <a:gd name="connsiteY41" fmla="*/ 6464816 h 6858000"/>
              <a:gd name="connsiteX42" fmla="*/ 682717 w 4152900"/>
              <a:gd name="connsiteY42" fmla="*/ 6465076 h 6858000"/>
              <a:gd name="connsiteX43" fmla="*/ 685997 w 4152900"/>
              <a:gd name="connsiteY43" fmla="*/ 6459538 h 6858000"/>
              <a:gd name="connsiteX44" fmla="*/ 674988 w 4152900"/>
              <a:gd name="connsiteY44" fmla="*/ 6470229 h 6858000"/>
              <a:gd name="connsiteX45" fmla="*/ 685997 w 4152900"/>
              <a:gd name="connsiteY45" fmla="*/ 6481043 h 6858000"/>
              <a:gd name="connsiteX46" fmla="*/ 696946 w 4152900"/>
              <a:gd name="connsiteY46" fmla="*/ 6470229 h 6858000"/>
              <a:gd name="connsiteX47" fmla="*/ 685997 w 4152900"/>
              <a:gd name="connsiteY47" fmla="*/ 6459538 h 6858000"/>
              <a:gd name="connsiteX48" fmla="*/ 586740 w 4152900"/>
              <a:gd name="connsiteY48" fmla="*/ 6459538 h 6858000"/>
              <a:gd name="connsiteX49" fmla="*/ 586740 w 4152900"/>
              <a:gd name="connsiteY49" fmla="*/ 6537915 h 6858000"/>
              <a:gd name="connsiteX50" fmla="*/ 665117 w 4152900"/>
              <a:gd name="connsiteY50" fmla="*/ 6537915 h 6858000"/>
              <a:gd name="connsiteX51" fmla="*/ 665117 w 4152900"/>
              <a:gd name="connsiteY51" fmla="*/ 6459538 h 6858000"/>
              <a:gd name="connsiteX52" fmla="*/ 567146 w 4152900"/>
              <a:gd name="connsiteY52" fmla="*/ 6459538 h 6858000"/>
              <a:gd name="connsiteX53" fmla="*/ 488769 w 4152900"/>
              <a:gd name="connsiteY53" fmla="*/ 6537915 h 6858000"/>
              <a:gd name="connsiteX54" fmla="*/ 488769 w 4152900"/>
              <a:gd name="connsiteY54" fmla="*/ 6733858 h 6858000"/>
              <a:gd name="connsiteX55" fmla="*/ 567146 w 4152900"/>
              <a:gd name="connsiteY55" fmla="*/ 6655481 h 6858000"/>
              <a:gd name="connsiteX56" fmla="*/ 469174 w 4152900"/>
              <a:gd name="connsiteY56" fmla="*/ 6459538 h 6858000"/>
              <a:gd name="connsiteX57" fmla="*/ 381000 w 4152900"/>
              <a:gd name="connsiteY57" fmla="*/ 6547712 h 6858000"/>
              <a:gd name="connsiteX58" fmla="*/ 469174 w 4152900"/>
              <a:gd name="connsiteY58" fmla="*/ 6635887 h 6858000"/>
              <a:gd name="connsiteX59" fmla="*/ 0 w 4152900"/>
              <a:gd name="connsiteY59" fmla="*/ 0 h 6858000"/>
              <a:gd name="connsiteX60" fmla="*/ 4152900 w 4152900"/>
              <a:gd name="connsiteY60" fmla="*/ 0 h 6858000"/>
              <a:gd name="connsiteX61" fmla="*/ 4152900 w 4152900"/>
              <a:gd name="connsiteY61" fmla="*/ 2880360 h 6858000"/>
              <a:gd name="connsiteX62" fmla="*/ 3909060 w 4152900"/>
              <a:gd name="connsiteY62" fmla="*/ 2880360 h 6858000"/>
              <a:gd name="connsiteX63" fmla="*/ 3909060 w 4152900"/>
              <a:gd name="connsiteY63" fmla="*/ 3368040 h 6858000"/>
              <a:gd name="connsiteX64" fmla="*/ 4152900 w 4152900"/>
              <a:gd name="connsiteY64" fmla="*/ 3368040 h 6858000"/>
              <a:gd name="connsiteX65" fmla="*/ 4152900 w 4152900"/>
              <a:gd name="connsiteY65" fmla="*/ 3489960 h 6858000"/>
              <a:gd name="connsiteX66" fmla="*/ 3909060 w 4152900"/>
              <a:gd name="connsiteY66" fmla="*/ 3489960 h 6858000"/>
              <a:gd name="connsiteX67" fmla="*/ 3909060 w 4152900"/>
              <a:gd name="connsiteY67" fmla="*/ 3977640 h 6858000"/>
              <a:gd name="connsiteX68" fmla="*/ 4152900 w 4152900"/>
              <a:gd name="connsiteY68" fmla="*/ 3977640 h 6858000"/>
              <a:gd name="connsiteX69" fmla="*/ 4152900 w 4152900"/>
              <a:gd name="connsiteY69" fmla="*/ 6858000 h 6858000"/>
              <a:gd name="connsiteX70" fmla="*/ 0 w 4152900"/>
              <a:gd name="connsiteY70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4152900" h="6858000">
                <a:moveTo>
                  <a:pt x="390797" y="6655481"/>
                </a:moveTo>
                <a:cubicBezTo>
                  <a:pt x="390797" y="6698772"/>
                  <a:pt x="425883" y="6733858"/>
                  <a:pt x="469174" y="6733858"/>
                </a:cubicBezTo>
                <a:cubicBezTo>
                  <a:pt x="469174" y="6733858"/>
                  <a:pt x="469174" y="6655481"/>
                  <a:pt x="469174" y="6655481"/>
                </a:cubicBezTo>
                <a:close/>
                <a:moveTo>
                  <a:pt x="586740" y="6557509"/>
                </a:moveTo>
                <a:lnTo>
                  <a:pt x="586740" y="6635887"/>
                </a:lnTo>
                <a:lnTo>
                  <a:pt x="665117" y="6635887"/>
                </a:lnTo>
                <a:lnTo>
                  <a:pt x="665117" y="6557509"/>
                </a:lnTo>
                <a:close/>
                <a:moveTo>
                  <a:pt x="681834" y="6474441"/>
                </a:moveTo>
                <a:lnTo>
                  <a:pt x="683188" y="6475826"/>
                </a:lnTo>
                <a:lnTo>
                  <a:pt x="681834" y="6475826"/>
                </a:lnTo>
                <a:close/>
                <a:moveTo>
                  <a:pt x="690666" y="6473971"/>
                </a:moveTo>
                <a:lnTo>
                  <a:pt x="691214" y="6475838"/>
                </a:lnTo>
                <a:lnTo>
                  <a:pt x="688872" y="6475838"/>
                </a:lnTo>
                <a:close/>
                <a:moveTo>
                  <a:pt x="684307" y="6471540"/>
                </a:moveTo>
                <a:lnTo>
                  <a:pt x="685483" y="6471540"/>
                </a:lnTo>
                <a:cubicBezTo>
                  <a:pt x="686855" y="6471540"/>
                  <a:pt x="687504" y="6472054"/>
                  <a:pt x="687700" y="6473230"/>
                </a:cubicBezTo>
                <a:cubicBezTo>
                  <a:pt x="688018" y="6474466"/>
                  <a:pt x="688214" y="6475446"/>
                  <a:pt x="688545" y="6475838"/>
                </a:cubicBezTo>
                <a:lnTo>
                  <a:pt x="688872" y="6475838"/>
                </a:lnTo>
                <a:lnTo>
                  <a:pt x="686059" y="6478765"/>
                </a:lnTo>
                <a:lnTo>
                  <a:pt x="683188" y="6475826"/>
                </a:lnTo>
                <a:lnTo>
                  <a:pt x="684307" y="6475826"/>
                </a:lnTo>
                <a:close/>
                <a:moveTo>
                  <a:pt x="685740" y="6466567"/>
                </a:moveTo>
                <a:cubicBezTo>
                  <a:pt x="687296" y="6466567"/>
                  <a:pt x="688018" y="6467217"/>
                  <a:pt x="688018" y="6468196"/>
                </a:cubicBezTo>
                <a:cubicBezTo>
                  <a:pt x="688018" y="6469311"/>
                  <a:pt x="686916" y="6469764"/>
                  <a:pt x="685544" y="6469764"/>
                </a:cubicBezTo>
                <a:lnTo>
                  <a:pt x="684369" y="6469764"/>
                </a:lnTo>
                <a:lnTo>
                  <a:pt x="684369" y="6466702"/>
                </a:lnTo>
                <a:cubicBezTo>
                  <a:pt x="684638" y="6466629"/>
                  <a:pt x="685091" y="6466567"/>
                  <a:pt x="685740" y="6466567"/>
                </a:cubicBezTo>
                <a:close/>
                <a:moveTo>
                  <a:pt x="681834" y="6465986"/>
                </a:moveTo>
                <a:lnTo>
                  <a:pt x="681834" y="6474441"/>
                </a:lnTo>
                <a:lnTo>
                  <a:pt x="677719" y="6470229"/>
                </a:lnTo>
                <a:close/>
                <a:moveTo>
                  <a:pt x="682717" y="6465076"/>
                </a:moveTo>
                <a:lnTo>
                  <a:pt x="681834" y="6465986"/>
                </a:lnTo>
                <a:lnTo>
                  <a:pt x="681834" y="6465147"/>
                </a:lnTo>
                <a:close/>
                <a:moveTo>
                  <a:pt x="685997" y="6461693"/>
                </a:moveTo>
                <a:cubicBezTo>
                  <a:pt x="690749" y="6461693"/>
                  <a:pt x="694203" y="6465600"/>
                  <a:pt x="694203" y="6470290"/>
                </a:cubicBezTo>
                <a:lnTo>
                  <a:pt x="690666" y="6473971"/>
                </a:lnTo>
                <a:lnTo>
                  <a:pt x="690431" y="6473168"/>
                </a:lnTo>
                <a:cubicBezTo>
                  <a:pt x="690100" y="6471735"/>
                  <a:pt x="689512" y="6470952"/>
                  <a:pt x="688471" y="6470560"/>
                </a:cubicBezTo>
                <a:lnTo>
                  <a:pt x="688471" y="6470425"/>
                </a:lnTo>
                <a:cubicBezTo>
                  <a:pt x="689782" y="6470033"/>
                  <a:pt x="690688" y="6469127"/>
                  <a:pt x="690688" y="6467951"/>
                </a:cubicBezTo>
                <a:cubicBezTo>
                  <a:pt x="690688" y="6466898"/>
                  <a:pt x="690235" y="6466053"/>
                  <a:pt x="689647" y="6465600"/>
                </a:cubicBezTo>
                <a:cubicBezTo>
                  <a:pt x="688863" y="6465147"/>
                  <a:pt x="687957" y="6464816"/>
                  <a:pt x="685936" y="6464816"/>
                </a:cubicBezTo>
                <a:lnTo>
                  <a:pt x="682717" y="6465076"/>
                </a:lnTo>
                <a:close/>
                <a:moveTo>
                  <a:pt x="685997" y="6459538"/>
                </a:moveTo>
                <a:cubicBezTo>
                  <a:pt x="679874" y="6459538"/>
                  <a:pt x="674988" y="6464167"/>
                  <a:pt x="674988" y="6470229"/>
                </a:cubicBezTo>
                <a:cubicBezTo>
                  <a:pt x="674988" y="6476291"/>
                  <a:pt x="679801" y="6481043"/>
                  <a:pt x="685997" y="6481043"/>
                </a:cubicBezTo>
                <a:cubicBezTo>
                  <a:pt x="692194" y="6481043"/>
                  <a:pt x="696946" y="6476291"/>
                  <a:pt x="696946" y="6470229"/>
                </a:cubicBezTo>
                <a:cubicBezTo>
                  <a:pt x="696946" y="6464290"/>
                  <a:pt x="692121" y="6459538"/>
                  <a:pt x="685997" y="6459538"/>
                </a:cubicBezTo>
                <a:close/>
                <a:moveTo>
                  <a:pt x="586740" y="6459538"/>
                </a:moveTo>
                <a:lnTo>
                  <a:pt x="586740" y="6537915"/>
                </a:lnTo>
                <a:lnTo>
                  <a:pt x="665117" y="6537915"/>
                </a:lnTo>
                <a:lnTo>
                  <a:pt x="665117" y="6459538"/>
                </a:lnTo>
                <a:close/>
                <a:moveTo>
                  <a:pt x="567146" y="6459538"/>
                </a:moveTo>
                <a:cubicBezTo>
                  <a:pt x="523855" y="6459538"/>
                  <a:pt x="488769" y="6494624"/>
                  <a:pt x="488769" y="6537915"/>
                </a:cubicBezTo>
                <a:lnTo>
                  <a:pt x="488769" y="6733858"/>
                </a:lnTo>
                <a:cubicBezTo>
                  <a:pt x="532060" y="6733858"/>
                  <a:pt x="567146" y="6698772"/>
                  <a:pt x="567146" y="6655481"/>
                </a:cubicBezTo>
                <a:close/>
                <a:moveTo>
                  <a:pt x="469174" y="6459538"/>
                </a:moveTo>
                <a:cubicBezTo>
                  <a:pt x="420483" y="6459538"/>
                  <a:pt x="381000" y="6499020"/>
                  <a:pt x="381000" y="6547712"/>
                </a:cubicBezTo>
                <a:cubicBezTo>
                  <a:pt x="381000" y="6596404"/>
                  <a:pt x="420483" y="6635887"/>
                  <a:pt x="469174" y="6635887"/>
                </a:cubicBezTo>
                <a:close/>
                <a:moveTo>
                  <a:pt x="0" y="0"/>
                </a:moveTo>
                <a:lnTo>
                  <a:pt x="4152900" y="0"/>
                </a:lnTo>
                <a:lnTo>
                  <a:pt x="4152900" y="2880360"/>
                </a:lnTo>
                <a:lnTo>
                  <a:pt x="3909060" y="2880360"/>
                </a:lnTo>
                <a:lnTo>
                  <a:pt x="3909060" y="3368040"/>
                </a:lnTo>
                <a:lnTo>
                  <a:pt x="4152900" y="3368040"/>
                </a:lnTo>
                <a:lnTo>
                  <a:pt x="4152900" y="3489960"/>
                </a:lnTo>
                <a:lnTo>
                  <a:pt x="3909060" y="3489960"/>
                </a:lnTo>
                <a:lnTo>
                  <a:pt x="3909060" y="3977640"/>
                </a:lnTo>
                <a:lnTo>
                  <a:pt x="4152900" y="3977640"/>
                </a:lnTo>
                <a:lnTo>
                  <a:pt x="4152900" y="6858000"/>
                </a:lnTo>
                <a:lnTo>
                  <a:pt x="0" y="6858000"/>
                </a:lnTo>
                <a:close/>
              </a:path>
            </a:pathLst>
          </a:custGeom>
          <a:pattFill prst="wdUpDiag">
            <a:fgClr>
              <a:schemeClr val="bg1">
                <a:lumMod val="50000"/>
              </a:schemeClr>
            </a:fgClr>
            <a:bgClr>
              <a:schemeClr val="bg1">
                <a:lumMod val="65000"/>
              </a:schemeClr>
            </a:bgClr>
          </a:pattFill>
        </p:spPr>
        <p:txBody>
          <a:bodyPr vert="horz" wrap="square" lIns="0" tIns="0" rIns="0" bIns="1097280" rtlCol="0" anchor="ctr" anchorCtr="0">
            <a:noAutofit/>
          </a:bodyPr>
          <a:lstStyle>
            <a:lvl1pPr>
              <a:defRPr lang="en-US" sz="1940"/>
            </a:lvl1pPr>
          </a:lstStyle>
          <a:p>
            <a:pPr marL="0" marR="0" lvl="0" indent="0" algn="ctr" fontAlgn="auto">
              <a:spcAft>
                <a:spcPts val="0"/>
              </a:spcAft>
              <a:buSzTx/>
              <a:buNone/>
              <a:tabLst/>
            </a:pPr>
            <a:r>
              <a:rPr lang="en-US"/>
              <a:t>Click icon to add picture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1718B9B-E0C1-2994-C548-B5CB537DD275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7E6ECBBE-ACC3-48EB-9F88-A771FEACBB2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85DB1612-8EF9-194E-BEE7-0BA0634B54FA}"/>
              </a:ext>
            </a:extLst>
          </p:cNvPr>
          <p:cNvSpPr>
            <a:spLocks noGrp="1"/>
          </p:cNvSpPr>
          <p:nvPr>
            <p:ph type="ftr" sz="quarter" idx="18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8" name="Title 1">
            <a:extLst>
              <a:ext uri="{FF2B5EF4-FFF2-40B4-BE49-F238E27FC236}">
                <a16:creationId xmlns:a16="http://schemas.microsoft.com/office/drawing/2014/main" id="{24011DD0-D4AC-2847-DF34-A862E2C720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029200" y="228600"/>
            <a:ext cx="6675120" cy="8382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title style</a:t>
            </a:r>
          </a:p>
        </p:txBody>
      </p:sp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604A0F0B-CDFE-F699-2879-D47976D56984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5029200" y="1371600"/>
            <a:ext cx="6675120" cy="4664075"/>
          </a:xfrm>
        </p:spPr>
        <p:txBody>
          <a:bodyPr/>
          <a:lstStyle/>
          <a:p>
            <a:pPr lvl="0"/>
            <a:r>
              <a:rPr lang="en-US"/>
              <a:t>Click to edit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pic>
        <p:nvPicPr>
          <p:cNvPr id="27" name="Graphic 26">
            <a:extLst>
              <a:ext uri="{FF2B5EF4-FFF2-40B4-BE49-F238E27FC236}">
                <a16:creationId xmlns:a16="http://schemas.microsoft.com/office/drawing/2014/main" id="{1B5EA570-020E-CB4F-00D8-766BB6DCB1D7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909060" y="2880360"/>
            <a:ext cx="487680" cy="109728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7568714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616">
          <p15:clr>
            <a:srgbClr val="FBAE40"/>
          </p15:clr>
        </p15:guide>
      </p15:sldGuideLst>
    </p:ext>
  </p:extLs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orizontal Picture with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E03B539-3F3B-06B4-012E-47451331203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/>
              <a:t>Click to edit title style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9DC25C0B-125E-7F5C-0987-30999B586FC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0F5F5E-9EDA-B5C2-1AC7-0F897A5F76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A6B7EE1-A474-4B28-B64F-DAA5DFDC8F92}" type="slidenum">
              <a:rPr lang="en-US" smtClean="0"/>
              <a:t>‹#›</a:t>
            </a:fld>
            <a:endParaRPr lang="en-US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F1C05727-0D9B-7644-8FC8-AF1D742BBD47}"/>
              </a:ext>
            </a:extLst>
          </p:cNvPr>
          <p:cNvSpPr/>
          <p:nvPr userDrawn="1"/>
        </p:nvSpPr>
        <p:spPr bwMode="auto">
          <a:xfrm>
            <a:off x="0" y="1508759"/>
            <a:ext cx="6096000" cy="3840480"/>
          </a:xfrm>
          <a:prstGeom prst="rect">
            <a:avLst/>
          </a:prstGeom>
          <a:solidFill>
            <a:schemeClr val="accent1"/>
          </a:solidFill>
          <a:ln w="12700" cap="sq" algn="ctr">
            <a:noFill/>
            <a:miter lim="800000"/>
            <a:headEnd/>
            <a:tailEnd/>
          </a:ln>
          <a:effectLst/>
        </p:spPr>
        <p:txBody>
          <a:bodyPr wrap="square" lIns="182880" tIns="182880" rIns="182880" bIns="182880" rtlCol="0" anchor="ctr" anchorCtr="1">
            <a:noAutofit/>
          </a:bodyPr>
          <a:lstStyle/>
          <a:p>
            <a:pPr algn="l">
              <a:lnSpc>
                <a:spcPct val="95000"/>
              </a:lnSpc>
              <a:spcBef>
                <a:spcPts val="1080"/>
              </a:spcBef>
            </a:pPr>
            <a:endParaRPr lang="en-US" sz="1600" b="1"/>
          </a:p>
        </p:txBody>
      </p:sp>
      <p:pic>
        <p:nvPicPr>
          <p:cNvPr id="6" name="Graphic 5">
            <a:extLst>
              <a:ext uri="{FF2B5EF4-FFF2-40B4-BE49-F238E27FC236}">
                <a16:creationId xmlns:a16="http://schemas.microsoft.com/office/drawing/2014/main" id="{7D3C6C5E-7162-DC5B-FA95-1B084568A83E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5852160" y="2880360"/>
            <a:ext cx="487680" cy="1097280"/>
          </a:xfrm>
          <a:prstGeom prst="rect">
            <a:avLst/>
          </a:prstGeom>
        </p:spPr>
      </p:pic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14B6B3F6-D32B-0E1E-5B11-7AE593222776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6858000" y="1463675"/>
            <a:ext cx="4846320" cy="4572000"/>
          </a:xfrm>
        </p:spPr>
        <p:txBody>
          <a:bodyPr/>
          <a:lstStyle/>
          <a:p>
            <a:pPr lvl="0"/>
            <a:r>
              <a:rPr lang="en-US"/>
              <a:t>Click to edit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Picture Placeholder 8">
            <a:extLst>
              <a:ext uri="{FF2B5EF4-FFF2-40B4-BE49-F238E27FC236}">
                <a16:creationId xmlns:a16="http://schemas.microsoft.com/office/drawing/2014/main" id="{C00DD978-A1F4-D3A5-EA57-BD13A853D053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0" y="1463675"/>
            <a:ext cx="6096000" cy="3930648"/>
          </a:xfrm>
          <a:custGeom>
            <a:avLst/>
            <a:gdLst>
              <a:gd name="connsiteX0" fmla="*/ 0 w 6096000"/>
              <a:gd name="connsiteY0" fmla="*/ 0 h 3930648"/>
              <a:gd name="connsiteX1" fmla="*/ 6096000 w 6096000"/>
              <a:gd name="connsiteY1" fmla="*/ 0 h 3930648"/>
              <a:gd name="connsiteX2" fmla="*/ 6096000 w 6096000"/>
              <a:gd name="connsiteY2" fmla="*/ 1416685 h 3930648"/>
              <a:gd name="connsiteX3" fmla="*/ 5852160 w 6096000"/>
              <a:gd name="connsiteY3" fmla="*/ 1416685 h 3930648"/>
              <a:gd name="connsiteX4" fmla="*/ 5852160 w 6096000"/>
              <a:gd name="connsiteY4" fmla="*/ 1904365 h 3930648"/>
              <a:gd name="connsiteX5" fmla="*/ 6096000 w 6096000"/>
              <a:gd name="connsiteY5" fmla="*/ 1904365 h 3930648"/>
              <a:gd name="connsiteX6" fmla="*/ 6096000 w 6096000"/>
              <a:gd name="connsiteY6" fmla="*/ 2026285 h 3930648"/>
              <a:gd name="connsiteX7" fmla="*/ 5852160 w 6096000"/>
              <a:gd name="connsiteY7" fmla="*/ 2026285 h 3930648"/>
              <a:gd name="connsiteX8" fmla="*/ 5852160 w 6096000"/>
              <a:gd name="connsiteY8" fmla="*/ 2513965 h 3930648"/>
              <a:gd name="connsiteX9" fmla="*/ 6096000 w 6096000"/>
              <a:gd name="connsiteY9" fmla="*/ 2513965 h 3930648"/>
              <a:gd name="connsiteX10" fmla="*/ 6096000 w 6096000"/>
              <a:gd name="connsiteY10" fmla="*/ 3930648 h 3930648"/>
              <a:gd name="connsiteX11" fmla="*/ 0 w 6096000"/>
              <a:gd name="connsiteY11" fmla="*/ 3930648 h 39306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096000" h="3930648">
                <a:moveTo>
                  <a:pt x="0" y="0"/>
                </a:moveTo>
                <a:lnTo>
                  <a:pt x="6096000" y="0"/>
                </a:lnTo>
                <a:lnTo>
                  <a:pt x="6096000" y="1416685"/>
                </a:lnTo>
                <a:lnTo>
                  <a:pt x="5852160" y="1416685"/>
                </a:lnTo>
                <a:lnTo>
                  <a:pt x="5852160" y="1904365"/>
                </a:lnTo>
                <a:lnTo>
                  <a:pt x="6096000" y="1904365"/>
                </a:lnTo>
                <a:lnTo>
                  <a:pt x="6096000" y="2026285"/>
                </a:lnTo>
                <a:lnTo>
                  <a:pt x="5852160" y="2026285"/>
                </a:lnTo>
                <a:lnTo>
                  <a:pt x="5852160" y="2513965"/>
                </a:lnTo>
                <a:lnTo>
                  <a:pt x="6096000" y="2513965"/>
                </a:lnTo>
                <a:lnTo>
                  <a:pt x="6096000" y="3930648"/>
                </a:lnTo>
                <a:lnTo>
                  <a:pt x="0" y="3930648"/>
                </a:lnTo>
                <a:close/>
              </a:path>
            </a:pathLst>
          </a:custGeom>
          <a:pattFill prst="wdUpDiag">
            <a:fgClr>
              <a:schemeClr val="bg1">
                <a:lumMod val="50000"/>
              </a:schemeClr>
            </a:fgClr>
            <a:bgClr>
              <a:schemeClr val="bg1">
                <a:lumMod val="65000"/>
              </a:schemeClr>
            </a:bgClr>
          </a:pattFill>
        </p:spPr>
        <p:txBody>
          <a:bodyPr vert="horz" wrap="square" lIns="0" tIns="0" rIns="0" bIns="1097280" rtlCol="0" anchor="ctr" anchorCtr="0">
            <a:noAutofit/>
          </a:bodyPr>
          <a:lstStyle>
            <a:lvl1pPr>
              <a:defRPr lang="en-US" sz="1940"/>
            </a:lvl1pPr>
          </a:lstStyle>
          <a:p>
            <a:pPr marL="0" marR="0" lvl="0" indent="0" algn="ctr" fontAlgn="auto">
              <a:spcAft>
                <a:spcPts val="0"/>
              </a:spcAft>
              <a:buSzTx/>
              <a:buNone/>
              <a:tabLst/>
            </a:pPr>
            <a:r>
              <a:rPr lang="en-US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66912250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ertical 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A8D8D64D-199D-379B-A2C7-1DFB9E9A8F81}"/>
              </a:ext>
            </a:extLst>
          </p:cNvPr>
          <p:cNvSpPr/>
          <p:nvPr userDrawn="1"/>
        </p:nvSpPr>
        <p:spPr bwMode="auto">
          <a:xfrm>
            <a:off x="0" y="0"/>
            <a:ext cx="4152900" cy="6858000"/>
          </a:xfrm>
          <a:prstGeom prst="rect">
            <a:avLst/>
          </a:prstGeom>
          <a:solidFill>
            <a:schemeClr val="accent1"/>
          </a:solidFill>
          <a:ln w="12700" cap="sq" algn="ctr">
            <a:noFill/>
            <a:miter lim="800000"/>
            <a:headEnd/>
            <a:tailEnd/>
          </a:ln>
          <a:effectLst/>
        </p:spPr>
        <p:txBody>
          <a:bodyPr wrap="square" lIns="182880" tIns="182880" rIns="182880" bIns="182880" rtlCol="0" anchor="ctr" anchorCtr="1">
            <a:spAutoFit/>
          </a:bodyPr>
          <a:lstStyle/>
          <a:p>
            <a:pPr algn="l">
              <a:lnSpc>
                <a:spcPct val="95000"/>
              </a:lnSpc>
              <a:spcBef>
                <a:spcPts val="1080"/>
              </a:spcBef>
            </a:pPr>
            <a:endParaRPr lang="en-US" sz="1600" b="1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1718B9B-E0C1-2994-C548-B5CB537DD275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7E6ECBBE-ACC3-48EB-9F88-A771FEACBB28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22" name="Graphic 21">
            <a:extLst>
              <a:ext uri="{FF2B5EF4-FFF2-40B4-BE49-F238E27FC236}">
                <a16:creationId xmlns:a16="http://schemas.microsoft.com/office/drawing/2014/main" id="{CE5F6109-A254-6F4B-9222-4CCE7912C76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909060" y="2880360"/>
            <a:ext cx="487680" cy="1097280"/>
          </a:xfrm>
          <a:prstGeom prst="rect">
            <a:avLst/>
          </a:prstGeom>
        </p:spPr>
      </p:pic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85DB1612-8EF9-194E-BEE7-0BA0634B54FA}"/>
              </a:ext>
            </a:extLst>
          </p:cNvPr>
          <p:cNvSpPr>
            <a:spLocks noGrp="1"/>
          </p:cNvSpPr>
          <p:nvPr>
            <p:ph type="ftr" sz="quarter" idx="18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2" name="Text Placeholder 6">
            <a:extLst>
              <a:ext uri="{FF2B5EF4-FFF2-40B4-BE49-F238E27FC236}">
                <a16:creationId xmlns:a16="http://schemas.microsoft.com/office/drawing/2014/main" id="{43879640-E03E-270F-46F6-D32E4C587A18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96000" y="1371600"/>
            <a:ext cx="4389120" cy="3566794"/>
          </a:xfrm>
        </p:spPr>
        <p:txBody>
          <a:bodyPr/>
          <a:lstStyle>
            <a:lvl1pPr marL="0" indent="0">
              <a:lnSpc>
                <a:spcPct val="95000"/>
              </a:lnSpc>
              <a:spcBef>
                <a:spcPts val="0"/>
              </a:spcBef>
              <a:spcAft>
                <a:spcPts val="1200"/>
              </a:spcAft>
              <a:buNone/>
              <a:defRPr sz="2800">
                <a:solidFill>
                  <a:schemeClr val="tx1"/>
                </a:solidFill>
                <a:latin typeface="+mn-lt"/>
              </a:defRPr>
            </a:lvl1pPr>
            <a:lvl2pPr marL="0" indent="0">
              <a:spcBef>
                <a:spcPts val="0"/>
              </a:spcBef>
              <a:buNone/>
              <a:defRPr sz="2000" b="1">
                <a:solidFill>
                  <a:schemeClr val="accent1"/>
                </a:solidFill>
              </a:defRPr>
            </a:lvl2pPr>
            <a:lvl3pPr marL="0" indent="0">
              <a:buNone/>
              <a:defRPr>
                <a:solidFill>
                  <a:schemeClr val="tx1"/>
                </a:solidFill>
              </a:defRPr>
            </a:lvl3pPr>
            <a:lvl4pPr marL="0" indent="0">
              <a:buNone/>
              <a:defRPr>
                <a:solidFill>
                  <a:schemeClr val="tx1"/>
                </a:solidFill>
              </a:defRPr>
            </a:lvl4pPr>
            <a:lvl5pPr marL="0" indent="0">
              <a:buNone/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Click to edit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9AB8389F-9C5D-E892-A4DF-EE7E45C43383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0" y="0"/>
            <a:ext cx="4152900" cy="6858000"/>
          </a:xfrm>
          <a:custGeom>
            <a:avLst/>
            <a:gdLst>
              <a:gd name="connsiteX0" fmla="*/ 390797 w 4152900"/>
              <a:gd name="connsiteY0" fmla="*/ 6655481 h 6858000"/>
              <a:gd name="connsiteX1" fmla="*/ 469174 w 4152900"/>
              <a:gd name="connsiteY1" fmla="*/ 6733858 h 6858000"/>
              <a:gd name="connsiteX2" fmla="*/ 469174 w 4152900"/>
              <a:gd name="connsiteY2" fmla="*/ 6655481 h 6858000"/>
              <a:gd name="connsiteX3" fmla="*/ 586740 w 4152900"/>
              <a:gd name="connsiteY3" fmla="*/ 6557509 h 6858000"/>
              <a:gd name="connsiteX4" fmla="*/ 586740 w 4152900"/>
              <a:gd name="connsiteY4" fmla="*/ 6635887 h 6858000"/>
              <a:gd name="connsiteX5" fmla="*/ 665117 w 4152900"/>
              <a:gd name="connsiteY5" fmla="*/ 6635887 h 6858000"/>
              <a:gd name="connsiteX6" fmla="*/ 665117 w 4152900"/>
              <a:gd name="connsiteY6" fmla="*/ 6557509 h 6858000"/>
              <a:gd name="connsiteX7" fmla="*/ 681834 w 4152900"/>
              <a:gd name="connsiteY7" fmla="*/ 6474441 h 6858000"/>
              <a:gd name="connsiteX8" fmla="*/ 683188 w 4152900"/>
              <a:gd name="connsiteY8" fmla="*/ 6475826 h 6858000"/>
              <a:gd name="connsiteX9" fmla="*/ 681834 w 4152900"/>
              <a:gd name="connsiteY9" fmla="*/ 6475826 h 6858000"/>
              <a:gd name="connsiteX10" fmla="*/ 690666 w 4152900"/>
              <a:gd name="connsiteY10" fmla="*/ 6473971 h 6858000"/>
              <a:gd name="connsiteX11" fmla="*/ 691214 w 4152900"/>
              <a:gd name="connsiteY11" fmla="*/ 6475838 h 6858000"/>
              <a:gd name="connsiteX12" fmla="*/ 688872 w 4152900"/>
              <a:gd name="connsiteY12" fmla="*/ 6475838 h 6858000"/>
              <a:gd name="connsiteX13" fmla="*/ 684307 w 4152900"/>
              <a:gd name="connsiteY13" fmla="*/ 6471540 h 6858000"/>
              <a:gd name="connsiteX14" fmla="*/ 685483 w 4152900"/>
              <a:gd name="connsiteY14" fmla="*/ 6471540 h 6858000"/>
              <a:gd name="connsiteX15" fmla="*/ 687700 w 4152900"/>
              <a:gd name="connsiteY15" fmla="*/ 6473230 h 6858000"/>
              <a:gd name="connsiteX16" fmla="*/ 688545 w 4152900"/>
              <a:gd name="connsiteY16" fmla="*/ 6475838 h 6858000"/>
              <a:gd name="connsiteX17" fmla="*/ 688872 w 4152900"/>
              <a:gd name="connsiteY17" fmla="*/ 6475838 h 6858000"/>
              <a:gd name="connsiteX18" fmla="*/ 686059 w 4152900"/>
              <a:gd name="connsiteY18" fmla="*/ 6478765 h 6858000"/>
              <a:gd name="connsiteX19" fmla="*/ 683188 w 4152900"/>
              <a:gd name="connsiteY19" fmla="*/ 6475826 h 6858000"/>
              <a:gd name="connsiteX20" fmla="*/ 684307 w 4152900"/>
              <a:gd name="connsiteY20" fmla="*/ 6475826 h 6858000"/>
              <a:gd name="connsiteX21" fmla="*/ 685740 w 4152900"/>
              <a:gd name="connsiteY21" fmla="*/ 6466567 h 6858000"/>
              <a:gd name="connsiteX22" fmla="*/ 688018 w 4152900"/>
              <a:gd name="connsiteY22" fmla="*/ 6468196 h 6858000"/>
              <a:gd name="connsiteX23" fmla="*/ 685544 w 4152900"/>
              <a:gd name="connsiteY23" fmla="*/ 6469764 h 6858000"/>
              <a:gd name="connsiteX24" fmla="*/ 684369 w 4152900"/>
              <a:gd name="connsiteY24" fmla="*/ 6469764 h 6858000"/>
              <a:gd name="connsiteX25" fmla="*/ 684369 w 4152900"/>
              <a:gd name="connsiteY25" fmla="*/ 6466702 h 6858000"/>
              <a:gd name="connsiteX26" fmla="*/ 685740 w 4152900"/>
              <a:gd name="connsiteY26" fmla="*/ 6466567 h 6858000"/>
              <a:gd name="connsiteX27" fmla="*/ 681834 w 4152900"/>
              <a:gd name="connsiteY27" fmla="*/ 6465986 h 6858000"/>
              <a:gd name="connsiteX28" fmla="*/ 681834 w 4152900"/>
              <a:gd name="connsiteY28" fmla="*/ 6474441 h 6858000"/>
              <a:gd name="connsiteX29" fmla="*/ 677719 w 4152900"/>
              <a:gd name="connsiteY29" fmla="*/ 6470229 h 6858000"/>
              <a:gd name="connsiteX30" fmla="*/ 682717 w 4152900"/>
              <a:gd name="connsiteY30" fmla="*/ 6465076 h 6858000"/>
              <a:gd name="connsiteX31" fmla="*/ 681834 w 4152900"/>
              <a:gd name="connsiteY31" fmla="*/ 6465986 h 6858000"/>
              <a:gd name="connsiteX32" fmla="*/ 681834 w 4152900"/>
              <a:gd name="connsiteY32" fmla="*/ 6465147 h 6858000"/>
              <a:gd name="connsiteX33" fmla="*/ 685997 w 4152900"/>
              <a:gd name="connsiteY33" fmla="*/ 6461693 h 6858000"/>
              <a:gd name="connsiteX34" fmla="*/ 694203 w 4152900"/>
              <a:gd name="connsiteY34" fmla="*/ 6470290 h 6858000"/>
              <a:gd name="connsiteX35" fmla="*/ 690666 w 4152900"/>
              <a:gd name="connsiteY35" fmla="*/ 6473971 h 6858000"/>
              <a:gd name="connsiteX36" fmla="*/ 690431 w 4152900"/>
              <a:gd name="connsiteY36" fmla="*/ 6473168 h 6858000"/>
              <a:gd name="connsiteX37" fmla="*/ 688471 w 4152900"/>
              <a:gd name="connsiteY37" fmla="*/ 6470560 h 6858000"/>
              <a:gd name="connsiteX38" fmla="*/ 688471 w 4152900"/>
              <a:gd name="connsiteY38" fmla="*/ 6470425 h 6858000"/>
              <a:gd name="connsiteX39" fmla="*/ 690688 w 4152900"/>
              <a:gd name="connsiteY39" fmla="*/ 6467951 h 6858000"/>
              <a:gd name="connsiteX40" fmla="*/ 689647 w 4152900"/>
              <a:gd name="connsiteY40" fmla="*/ 6465600 h 6858000"/>
              <a:gd name="connsiteX41" fmla="*/ 685936 w 4152900"/>
              <a:gd name="connsiteY41" fmla="*/ 6464816 h 6858000"/>
              <a:gd name="connsiteX42" fmla="*/ 682717 w 4152900"/>
              <a:gd name="connsiteY42" fmla="*/ 6465076 h 6858000"/>
              <a:gd name="connsiteX43" fmla="*/ 685997 w 4152900"/>
              <a:gd name="connsiteY43" fmla="*/ 6459538 h 6858000"/>
              <a:gd name="connsiteX44" fmla="*/ 674988 w 4152900"/>
              <a:gd name="connsiteY44" fmla="*/ 6470229 h 6858000"/>
              <a:gd name="connsiteX45" fmla="*/ 685997 w 4152900"/>
              <a:gd name="connsiteY45" fmla="*/ 6481043 h 6858000"/>
              <a:gd name="connsiteX46" fmla="*/ 696946 w 4152900"/>
              <a:gd name="connsiteY46" fmla="*/ 6470229 h 6858000"/>
              <a:gd name="connsiteX47" fmla="*/ 685997 w 4152900"/>
              <a:gd name="connsiteY47" fmla="*/ 6459538 h 6858000"/>
              <a:gd name="connsiteX48" fmla="*/ 586740 w 4152900"/>
              <a:gd name="connsiteY48" fmla="*/ 6459538 h 6858000"/>
              <a:gd name="connsiteX49" fmla="*/ 586740 w 4152900"/>
              <a:gd name="connsiteY49" fmla="*/ 6537915 h 6858000"/>
              <a:gd name="connsiteX50" fmla="*/ 665117 w 4152900"/>
              <a:gd name="connsiteY50" fmla="*/ 6537915 h 6858000"/>
              <a:gd name="connsiteX51" fmla="*/ 665117 w 4152900"/>
              <a:gd name="connsiteY51" fmla="*/ 6459538 h 6858000"/>
              <a:gd name="connsiteX52" fmla="*/ 567146 w 4152900"/>
              <a:gd name="connsiteY52" fmla="*/ 6459538 h 6858000"/>
              <a:gd name="connsiteX53" fmla="*/ 488769 w 4152900"/>
              <a:gd name="connsiteY53" fmla="*/ 6537915 h 6858000"/>
              <a:gd name="connsiteX54" fmla="*/ 488769 w 4152900"/>
              <a:gd name="connsiteY54" fmla="*/ 6733858 h 6858000"/>
              <a:gd name="connsiteX55" fmla="*/ 567146 w 4152900"/>
              <a:gd name="connsiteY55" fmla="*/ 6655481 h 6858000"/>
              <a:gd name="connsiteX56" fmla="*/ 469174 w 4152900"/>
              <a:gd name="connsiteY56" fmla="*/ 6459538 h 6858000"/>
              <a:gd name="connsiteX57" fmla="*/ 381000 w 4152900"/>
              <a:gd name="connsiteY57" fmla="*/ 6547712 h 6858000"/>
              <a:gd name="connsiteX58" fmla="*/ 469174 w 4152900"/>
              <a:gd name="connsiteY58" fmla="*/ 6635887 h 6858000"/>
              <a:gd name="connsiteX59" fmla="*/ 0 w 4152900"/>
              <a:gd name="connsiteY59" fmla="*/ 0 h 6858000"/>
              <a:gd name="connsiteX60" fmla="*/ 4152900 w 4152900"/>
              <a:gd name="connsiteY60" fmla="*/ 0 h 6858000"/>
              <a:gd name="connsiteX61" fmla="*/ 4152900 w 4152900"/>
              <a:gd name="connsiteY61" fmla="*/ 2880360 h 6858000"/>
              <a:gd name="connsiteX62" fmla="*/ 3909060 w 4152900"/>
              <a:gd name="connsiteY62" fmla="*/ 2880360 h 6858000"/>
              <a:gd name="connsiteX63" fmla="*/ 3909060 w 4152900"/>
              <a:gd name="connsiteY63" fmla="*/ 3368040 h 6858000"/>
              <a:gd name="connsiteX64" fmla="*/ 4152900 w 4152900"/>
              <a:gd name="connsiteY64" fmla="*/ 3368040 h 6858000"/>
              <a:gd name="connsiteX65" fmla="*/ 4152900 w 4152900"/>
              <a:gd name="connsiteY65" fmla="*/ 3489960 h 6858000"/>
              <a:gd name="connsiteX66" fmla="*/ 3909060 w 4152900"/>
              <a:gd name="connsiteY66" fmla="*/ 3489960 h 6858000"/>
              <a:gd name="connsiteX67" fmla="*/ 3909060 w 4152900"/>
              <a:gd name="connsiteY67" fmla="*/ 3977640 h 6858000"/>
              <a:gd name="connsiteX68" fmla="*/ 4152900 w 4152900"/>
              <a:gd name="connsiteY68" fmla="*/ 3977640 h 6858000"/>
              <a:gd name="connsiteX69" fmla="*/ 4152900 w 4152900"/>
              <a:gd name="connsiteY69" fmla="*/ 6858000 h 6858000"/>
              <a:gd name="connsiteX70" fmla="*/ 0 w 4152900"/>
              <a:gd name="connsiteY70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4152900" h="6858000">
                <a:moveTo>
                  <a:pt x="390797" y="6655481"/>
                </a:moveTo>
                <a:cubicBezTo>
                  <a:pt x="390797" y="6698772"/>
                  <a:pt x="425883" y="6733858"/>
                  <a:pt x="469174" y="6733858"/>
                </a:cubicBezTo>
                <a:cubicBezTo>
                  <a:pt x="469174" y="6733858"/>
                  <a:pt x="469174" y="6655481"/>
                  <a:pt x="469174" y="6655481"/>
                </a:cubicBezTo>
                <a:close/>
                <a:moveTo>
                  <a:pt x="586740" y="6557509"/>
                </a:moveTo>
                <a:lnTo>
                  <a:pt x="586740" y="6635887"/>
                </a:lnTo>
                <a:lnTo>
                  <a:pt x="665117" y="6635887"/>
                </a:lnTo>
                <a:lnTo>
                  <a:pt x="665117" y="6557509"/>
                </a:lnTo>
                <a:close/>
                <a:moveTo>
                  <a:pt x="681834" y="6474441"/>
                </a:moveTo>
                <a:lnTo>
                  <a:pt x="683188" y="6475826"/>
                </a:lnTo>
                <a:lnTo>
                  <a:pt x="681834" y="6475826"/>
                </a:lnTo>
                <a:close/>
                <a:moveTo>
                  <a:pt x="690666" y="6473971"/>
                </a:moveTo>
                <a:lnTo>
                  <a:pt x="691214" y="6475838"/>
                </a:lnTo>
                <a:lnTo>
                  <a:pt x="688872" y="6475838"/>
                </a:lnTo>
                <a:close/>
                <a:moveTo>
                  <a:pt x="684307" y="6471540"/>
                </a:moveTo>
                <a:lnTo>
                  <a:pt x="685483" y="6471540"/>
                </a:lnTo>
                <a:cubicBezTo>
                  <a:pt x="686855" y="6471540"/>
                  <a:pt x="687504" y="6472054"/>
                  <a:pt x="687700" y="6473230"/>
                </a:cubicBezTo>
                <a:cubicBezTo>
                  <a:pt x="688018" y="6474466"/>
                  <a:pt x="688214" y="6475446"/>
                  <a:pt x="688545" y="6475838"/>
                </a:cubicBezTo>
                <a:lnTo>
                  <a:pt x="688872" y="6475838"/>
                </a:lnTo>
                <a:lnTo>
                  <a:pt x="686059" y="6478765"/>
                </a:lnTo>
                <a:lnTo>
                  <a:pt x="683188" y="6475826"/>
                </a:lnTo>
                <a:lnTo>
                  <a:pt x="684307" y="6475826"/>
                </a:lnTo>
                <a:close/>
                <a:moveTo>
                  <a:pt x="685740" y="6466567"/>
                </a:moveTo>
                <a:cubicBezTo>
                  <a:pt x="687296" y="6466567"/>
                  <a:pt x="688018" y="6467217"/>
                  <a:pt x="688018" y="6468196"/>
                </a:cubicBezTo>
                <a:cubicBezTo>
                  <a:pt x="688018" y="6469311"/>
                  <a:pt x="686916" y="6469764"/>
                  <a:pt x="685544" y="6469764"/>
                </a:cubicBezTo>
                <a:lnTo>
                  <a:pt x="684369" y="6469764"/>
                </a:lnTo>
                <a:lnTo>
                  <a:pt x="684369" y="6466702"/>
                </a:lnTo>
                <a:cubicBezTo>
                  <a:pt x="684638" y="6466629"/>
                  <a:pt x="685091" y="6466567"/>
                  <a:pt x="685740" y="6466567"/>
                </a:cubicBezTo>
                <a:close/>
                <a:moveTo>
                  <a:pt x="681834" y="6465986"/>
                </a:moveTo>
                <a:lnTo>
                  <a:pt x="681834" y="6474441"/>
                </a:lnTo>
                <a:lnTo>
                  <a:pt x="677719" y="6470229"/>
                </a:lnTo>
                <a:close/>
                <a:moveTo>
                  <a:pt x="682717" y="6465076"/>
                </a:moveTo>
                <a:lnTo>
                  <a:pt x="681834" y="6465986"/>
                </a:lnTo>
                <a:lnTo>
                  <a:pt x="681834" y="6465147"/>
                </a:lnTo>
                <a:close/>
                <a:moveTo>
                  <a:pt x="685997" y="6461693"/>
                </a:moveTo>
                <a:cubicBezTo>
                  <a:pt x="690749" y="6461693"/>
                  <a:pt x="694203" y="6465600"/>
                  <a:pt x="694203" y="6470290"/>
                </a:cubicBezTo>
                <a:lnTo>
                  <a:pt x="690666" y="6473971"/>
                </a:lnTo>
                <a:lnTo>
                  <a:pt x="690431" y="6473168"/>
                </a:lnTo>
                <a:cubicBezTo>
                  <a:pt x="690100" y="6471735"/>
                  <a:pt x="689512" y="6470952"/>
                  <a:pt x="688471" y="6470560"/>
                </a:cubicBezTo>
                <a:lnTo>
                  <a:pt x="688471" y="6470425"/>
                </a:lnTo>
                <a:cubicBezTo>
                  <a:pt x="689782" y="6470033"/>
                  <a:pt x="690688" y="6469127"/>
                  <a:pt x="690688" y="6467951"/>
                </a:cubicBezTo>
                <a:cubicBezTo>
                  <a:pt x="690688" y="6466898"/>
                  <a:pt x="690235" y="6466053"/>
                  <a:pt x="689647" y="6465600"/>
                </a:cubicBezTo>
                <a:cubicBezTo>
                  <a:pt x="688863" y="6465147"/>
                  <a:pt x="687957" y="6464816"/>
                  <a:pt x="685936" y="6464816"/>
                </a:cubicBezTo>
                <a:lnTo>
                  <a:pt x="682717" y="6465076"/>
                </a:lnTo>
                <a:close/>
                <a:moveTo>
                  <a:pt x="685997" y="6459538"/>
                </a:moveTo>
                <a:cubicBezTo>
                  <a:pt x="679874" y="6459538"/>
                  <a:pt x="674988" y="6464167"/>
                  <a:pt x="674988" y="6470229"/>
                </a:cubicBezTo>
                <a:cubicBezTo>
                  <a:pt x="674988" y="6476291"/>
                  <a:pt x="679801" y="6481043"/>
                  <a:pt x="685997" y="6481043"/>
                </a:cubicBezTo>
                <a:cubicBezTo>
                  <a:pt x="692194" y="6481043"/>
                  <a:pt x="696946" y="6476291"/>
                  <a:pt x="696946" y="6470229"/>
                </a:cubicBezTo>
                <a:cubicBezTo>
                  <a:pt x="696946" y="6464290"/>
                  <a:pt x="692121" y="6459538"/>
                  <a:pt x="685997" y="6459538"/>
                </a:cubicBezTo>
                <a:close/>
                <a:moveTo>
                  <a:pt x="586740" y="6459538"/>
                </a:moveTo>
                <a:lnTo>
                  <a:pt x="586740" y="6537915"/>
                </a:lnTo>
                <a:lnTo>
                  <a:pt x="665117" y="6537915"/>
                </a:lnTo>
                <a:lnTo>
                  <a:pt x="665117" y="6459538"/>
                </a:lnTo>
                <a:close/>
                <a:moveTo>
                  <a:pt x="567146" y="6459538"/>
                </a:moveTo>
                <a:cubicBezTo>
                  <a:pt x="523855" y="6459538"/>
                  <a:pt x="488769" y="6494624"/>
                  <a:pt x="488769" y="6537915"/>
                </a:cubicBezTo>
                <a:lnTo>
                  <a:pt x="488769" y="6733858"/>
                </a:lnTo>
                <a:cubicBezTo>
                  <a:pt x="532060" y="6733858"/>
                  <a:pt x="567146" y="6698772"/>
                  <a:pt x="567146" y="6655481"/>
                </a:cubicBezTo>
                <a:close/>
                <a:moveTo>
                  <a:pt x="469174" y="6459538"/>
                </a:moveTo>
                <a:cubicBezTo>
                  <a:pt x="420483" y="6459538"/>
                  <a:pt x="381000" y="6499020"/>
                  <a:pt x="381000" y="6547712"/>
                </a:cubicBezTo>
                <a:cubicBezTo>
                  <a:pt x="381000" y="6596404"/>
                  <a:pt x="420483" y="6635887"/>
                  <a:pt x="469174" y="6635887"/>
                </a:cubicBezTo>
                <a:close/>
                <a:moveTo>
                  <a:pt x="0" y="0"/>
                </a:moveTo>
                <a:lnTo>
                  <a:pt x="4152900" y="0"/>
                </a:lnTo>
                <a:lnTo>
                  <a:pt x="4152900" y="2880360"/>
                </a:lnTo>
                <a:lnTo>
                  <a:pt x="3909060" y="2880360"/>
                </a:lnTo>
                <a:lnTo>
                  <a:pt x="3909060" y="3368040"/>
                </a:lnTo>
                <a:lnTo>
                  <a:pt x="4152900" y="3368040"/>
                </a:lnTo>
                <a:lnTo>
                  <a:pt x="4152900" y="3489960"/>
                </a:lnTo>
                <a:lnTo>
                  <a:pt x="3909060" y="3489960"/>
                </a:lnTo>
                <a:lnTo>
                  <a:pt x="3909060" y="3977640"/>
                </a:lnTo>
                <a:lnTo>
                  <a:pt x="4152900" y="3977640"/>
                </a:lnTo>
                <a:lnTo>
                  <a:pt x="4152900" y="6858000"/>
                </a:lnTo>
                <a:lnTo>
                  <a:pt x="0" y="6858000"/>
                </a:lnTo>
                <a:close/>
              </a:path>
            </a:pathLst>
          </a:custGeom>
          <a:pattFill prst="wdUpDiag">
            <a:fgClr>
              <a:schemeClr val="bg1">
                <a:lumMod val="50000"/>
              </a:schemeClr>
            </a:fgClr>
            <a:bgClr>
              <a:schemeClr val="bg1">
                <a:lumMod val="65000"/>
              </a:schemeClr>
            </a:bgClr>
          </a:pattFill>
        </p:spPr>
        <p:txBody>
          <a:bodyPr vert="horz" wrap="square" lIns="0" tIns="0" rIns="0" bIns="1097280" rtlCol="0" anchor="ctr" anchorCtr="0">
            <a:noAutofit/>
          </a:bodyPr>
          <a:lstStyle>
            <a:lvl1pPr>
              <a:defRPr lang="en-US" sz="1940"/>
            </a:lvl1pPr>
          </a:lstStyle>
          <a:p>
            <a:pPr marL="0" marR="0" lvl="0" indent="0" algn="ctr" fontAlgn="auto">
              <a:spcAft>
                <a:spcPts val="0"/>
              </a:spcAft>
              <a:buSzTx/>
              <a:buNone/>
              <a:tabLst/>
            </a:pPr>
            <a:r>
              <a:rPr lang="en-US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362864435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616">
          <p15:clr>
            <a:srgbClr val="FBAE40"/>
          </p15:clr>
        </p15:guide>
      </p15:sldGuideLst>
    </p:ext>
  </p:extLs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rge Sta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1718B9B-E0C1-2994-C548-B5CB537DD275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7E6ECBBE-ACC3-48EB-9F88-A771FEACBB28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22" name="Graphic 21">
            <a:extLst>
              <a:ext uri="{FF2B5EF4-FFF2-40B4-BE49-F238E27FC236}">
                <a16:creationId xmlns:a16="http://schemas.microsoft.com/office/drawing/2014/main" id="{CE5F6109-A254-6F4B-9222-4CCE7912C76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0" y="2003702"/>
            <a:ext cx="489589" cy="1101575"/>
          </a:xfrm>
          <a:prstGeom prst="rect">
            <a:avLst/>
          </a:prstGeom>
        </p:spPr>
      </p:pic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85DB1612-8EF9-194E-BEE7-0BA0634B54FA}"/>
              </a:ext>
            </a:extLst>
          </p:cNvPr>
          <p:cNvSpPr>
            <a:spLocks noGrp="1"/>
          </p:cNvSpPr>
          <p:nvPr>
            <p:ph type="ftr" sz="quarter" idx="18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2" name="Text Placeholder 6">
            <a:extLst>
              <a:ext uri="{FF2B5EF4-FFF2-40B4-BE49-F238E27FC236}">
                <a16:creationId xmlns:a16="http://schemas.microsoft.com/office/drawing/2014/main" id="{43879640-E03E-270F-46F6-D32E4C587A18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542113" y="2003702"/>
            <a:ext cx="4389120" cy="3128005"/>
          </a:xfrm>
        </p:spPr>
        <p:txBody>
          <a:bodyPr/>
          <a:lstStyle>
            <a:lvl1pPr marL="0" indent="0">
              <a:lnSpc>
                <a:spcPct val="95000"/>
              </a:lnSpc>
              <a:spcBef>
                <a:spcPts val="0"/>
              </a:spcBef>
              <a:spcAft>
                <a:spcPts val="1200"/>
              </a:spcAft>
              <a:buNone/>
              <a:defRPr sz="2800" b="1">
                <a:solidFill>
                  <a:schemeClr val="accent1"/>
                </a:solidFill>
                <a:latin typeface="+mn-lt"/>
              </a:defRPr>
            </a:lvl1pPr>
            <a:lvl2pPr marL="0" indent="0">
              <a:spcBef>
                <a:spcPts val="0"/>
              </a:spcBef>
              <a:spcAft>
                <a:spcPts val="1200"/>
              </a:spcAft>
              <a:buNone/>
              <a:defRPr sz="1800" b="0">
                <a:solidFill>
                  <a:schemeClr val="tx1"/>
                </a:solidFill>
              </a:defRPr>
            </a:lvl2pPr>
            <a:lvl3pPr marL="228600" indent="-228600">
              <a:spcAft>
                <a:spcPts val="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800">
                <a:solidFill>
                  <a:schemeClr val="tx1"/>
                </a:solidFill>
              </a:defRPr>
            </a:lvl3pPr>
            <a:lvl4pPr marL="228600" indent="-228600">
              <a:spcAft>
                <a:spcPts val="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800">
                <a:solidFill>
                  <a:schemeClr val="tx1"/>
                </a:solidFill>
              </a:defRPr>
            </a:lvl4pPr>
            <a:lvl5pPr marL="228600" indent="-228600">
              <a:spcAft>
                <a:spcPts val="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8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Click to edit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6">
            <a:extLst>
              <a:ext uri="{FF2B5EF4-FFF2-40B4-BE49-F238E27FC236}">
                <a16:creationId xmlns:a16="http://schemas.microsoft.com/office/drawing/2014/main" id="{119D01A4-E503-D2B7-373D-2AC73E972E6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260767" y="1758246"/>
            <a:ext cx="4206240" cy="3474720"/>
          </a:xfrm>
        </p:spPr>
        <p:txBody>
          <a:bodyPr/>
          <a:lstStyle>
            <a:lvl1pPr marL="0" indent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  <a:defRPr sz="11300">
                <a:solidFill>
                  <a:schemeClr val="accent1"/>
                </a:solidFill>
                <a:latin typeface="+mn-lt"/>
              </a:defRPr>
            </a:lvl1pPr>
            <a:lvl2pPr marL="0" indent="0">
              <a:spcBef>
                <a:spcPts val="0"/>
              </a:spcBef>
              <a:buNone/>
              <a:defRPr sz="2800" b="0">
                <a:solidFill>
                  <a:schemeClr val="tx1"/>
                </a:solidFill>
              </a:defRPr>
            </a:lvl2pPr>
            <a:lvl3pPr marL="0" indent="0">
              <a:buNone/>
              <a:defRPr>
                <a:solidFill>
                  <a:schemeClr val="tx1"/>
                </a:solidFill>
              </a:defRPr>
            </a:lvl3pPr>
            <a:lvl4pPr marL="0" indent="0">
              <a:buNone/>
              <a:defRPr>
                <a:solidFill>
                  <a:schemeClr val="tx1"/>
                </a:solidFill>
              </a:defRPr>
            </a:lvl4pPr>
            <a:lvl5pPr marL="0" indent="0">
              <a:buNone/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XX%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4230035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616">
          <p15:clr>
            <a:srgbClr val="FBAE40"/>
          </p15:clr>
        </p15:guide>
      </p15:sldGuideLst>
    </p:ext>
  </p:extLs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E03B539-3F3B-06B4-012E-47451331203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/>
              <a:t>Click to edit title style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9DC25C0B-125E-7F5C-0987-30999B586FC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0F5F5E-9EDA-B5C2-1AC7-0F897A5F76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A6B7EE1-A474-4B28-B64F-DAA5DFDC8F9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56084113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Eyebro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6D173B7-BC30-61B3-73A8-797686E3022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title style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36DFB9B-054C-B2F6-D2C8-1BF28E1B526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4A2D547-7328-E5E8-530D-96925F2317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A6B7EE1-A474-4B28-B64F-DAA5DFDC8F92}" type="slidenum">
              <a:rPr lang="en-US" smtClean="0"/>
              <a:t>‹#›</a:t>
            </a:fld>
            <a:endParaRPr lang="en-US"/>
          </a:p>
        </p:txBody>
      </p:sp>
      <p:sp>
        <p:nvSpPr>
          <p:cNvPr id="4" name="Text Placeholder 2">
            <a:extLst>
              <a:ext uri="{FF2B5EF4-FFF2-40B4-BE49-F238E27FC236}">
                <a16:creationId xmlns:a16="http://schemas.microsoft.com/office/drawing/2014/main" id="{AB79A290-AC13-C718-7667-2DBC95F22729}"/>
              </a:ext>
            </a:extLst>
          </p:cNvPr>
          <p:cNvSpPr>
            <a:spLocks noGrp="1"/>
          </p:cNvSpPr>
          <p:nvPr>
            <p:ph type="body" idx="13" hasCustomPrompt="1"/>
          </p:nvPr>
        </p:nvSpPr>
        <p:spPr>
          <a:xfrm>
            <a:off x="381000" y="182314"/>
            <a:ext cx="11269870" cy="274320"/>
          </a:xfrm>
        </p:spPr>
        <p:txBody>
          <a:bodyPr anchor="b"/>
          <a:lstStyle>
            <a:lvl1pPr marL="0" indent="0">
              <a:buNone/>
              <a:defRPr sz="1600" b="1" cap="all" spc="40" baseline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enter eyebrow tracker</a:t>
            </a:r>
          </a:p>
        </p:txBody>
      </p:sp>
    </p:spTree>
    <p:extLst>
      <p:ext uri="{BB962C8B-B14F-4D97-AF65-F5344CB8AC3E}">
        <p14:creationId xmlns:p14="http://schemas.microsoft.com/office/powerpoint/2010/main" val="2410916213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51F5E1C-D93C-7011-9DF2-7F18C029267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E6ECBBE-ACC3-48EB-9F88-A771FEACBB2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72F3707C-0209-9225-9797-9C42813147C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12718767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Sidebar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A8D8D64D-199D-379B-A2C7-1DFB9E9A8F81}"/>
              </a:ext>
            </a:extLst>
          </p:cNvPr>
          <p:cNvSpPr/>
          <p:nvPr userDrawn="1"/>
        </p:nvSpPr>
        <p:spPr bwMode="auto">
          <a:xfrm>
            <a:off x="0" y="0"/>
            <a:ext cx="4152900" cy="6858000"/>
          </a:xfrm>
          <a:prstGeom prst="rect">
            <a:avLst/>
          </a:prstGeom>
          <a:solidFill>
            <a:schemeClr val="accent1"/>
          </a:solidFill>
          <a:ln w="12700" cap="sq" algn="ctr">
            <a:noFill/>
            <a:miter lim="800000"/>
            <a:headEnd/>
            <a:tailEnd/>
          </a:ln>
          <a:effectLst/>
        </p:spPr>
        <p:txBody>
          <a:bodyPr wrap="square" lIns="182880" tIns="182880" rIns="182880" bIns="182880" rtlCol="0" anchor="ctr" anchorCtr="1">
            <a:spAutoFit/>
          </a:bodyPr>
          <a:lstStyle/>
          <a:p>
            <a:pPr algn="l">
              <a:lnSpc>
                <a:spcPct val="95000"/>
              </a:lnSpc>
              <a:spcBef>
                <a:spcPts val="1080"/>
              </a:spcBef>
            </a:pPr>
            <a:endParaRPr lang="en-US" sz="1600" b="1"/>
          </a:p>
        </p:txBody>
      </p:sp>
      <p:sp>
        <p:nvSpPr>
          <p:cNvPr id="8" name="Text Placeholder 2">
            <a:extLst>
              <a:ext uri="{FF2B5EF4-FFF2-40B4-BE49-F238E27FC236}">
                <a16:creationId xmlns:a16="http://schemas.microsoft.com/office/drawing/2014/main" id="{EE029FD0-A527-4C46-8DD7-528E1B9240B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033147" y="2148840"/>
            <a:ext cx="5906316" cy="2560320"/>
          </a:xfrm>
          <a:prstGeom prst="rect">
            <a:avLst/>
          </a:prstGeom>
        </p:spPr>
        <p:txBody>
          <a:bodyPr wrap="square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3600" b="1" baseline="0">
                <a:solidFill>
                  <a:schemeClr val="tx1"/>
                </a:solidFill>
                <a:latin typeface="Arial Black" panose="020B0A04020102020204" pitchFamily="34" charset="0"/>
              </a:defRPr>
            </a:lvl1pPr>
            <a:lvl2pPr marL="0" indent="0">
              <a:spcBef>
                <a:spcPts val="0"/>
              </a:spcBef>
              <a:buNone/>
              <a:defRPr sz="4400">
                <a:solidFill>
                  <a:schemeClr val="bg2"/>
                </a:solidFill>
                <a:latin typeface="+mj-lt"/>
              </a:defRPr>
            </a:lvl2pPr>
            <a:lvl3pPr marL="0" indent="0">
              <a:spcBef>
                <a:spcPts val="0"/>
              </a:spcBef>
              <a:buNone/>
              <a:defRPr sz="4400">
                <a:solidFill>
                  <a:schemeClr val="bg2"/>
                </a:solidFill>
                <a:latin typeface="+mj-lt"/>
              </a:defRPr>
            </a:lvl3pPr>
            <a:lvl4pPr marL="0" indent="0">
              <a:spcBef>
                <a:spcPts val="0"/>
              </a:spcBef>
              <a:buNone/>
              <a:defRPr sz="4400">
                <a:solidFill>
                  <a:schemeClr val="bg2"/>
                </a:solidFill>
                <a:latin typeface="+mj-lt"/>
              </a:defRPr>
            </a:lvl4pPr>
            <a:lvl5pPr marL="0" indent="0">
              <a:spcBef>
                <a:spcPts val="0"/>
              </a:spcBef>
              <a:buNone/>
              <a:defRPr sz="4400">
                <a:solidFill>
                  <a:schemeClr val="bg2"/>
                </a:solidFill>
                <a:latin typeface="+mj-lt"/>
              </a:defRPr>
            </a:lvl5pPr>
            <a:lvl6pPr marL="0" indent="0">
              <a:spcBef>
                <a:spcPts val="0"/>
              </a:spcBef>
              <a:buNone/>
              <a:defRPr sz="4400">
                <a:solidFill>
                  <a:schemeClr val="bg2"/>
                </a:solidFill>
                <a:latin typeface="+mj-lt"/>
              </a:defRPr>
            </a:lvl6pPr>
            <a:lvl7pPr marL="0" indent="0">
              <a:spcBef>
                <a:spcPts val="0"/>
              </a:spcBef>
              <a:buNone/>
              <a:defRPr sz="4400">
                <a:solidFill>
                  <a:schemeClr val="bg2"/>
                </a:solidFill>
                <a:latin typeface="+mj-lt"/>
              </a:defRPr>
            </a:lvl7pPr>
          </a:lstStyle>
          <a:p>
            <a:pPr lvl="0"/>
            <a:r>
              <a:t>Click to edit title style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1718B9B-E0C1-2994-C548-B5CB537DD275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7E6ECBBE-ACC3-48EB-9F88-A771FEACBB2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85DB1612-8EF9-194E-BEE7-0BA0634B54FA}"/>
              </a:ext>
            </a:extLst>
          </p:cNvPr>
          <p:cNvSpPr>
            <a:spLocks noGrp="1"/>
          </p:cNvSpPr>
          <p:nvPr>
            <p:ph type="ftr" sz="quarter" idx="18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9B5384A6-CC84-B910-4BEE-0E0543774942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1" y="0"/>
            <a:ext cx="4152900" cy="6858000"/>
          </a:xfrm>
          <a:custGeom>
            <a:avLst/>
            <a:gdLst>
              <a:gd name="connsiteX0" fmla="*/ 398960 w 4152900"/>
              <a:gd name="connsiteY0" fmla="*/ 6390459 h 6858000"/>
              <a:gd name="connsiteX1" fmla="*/ 542652 w 4152900"/>
              <a:gd name="connsiteY1" fmla="*/ 6534150 h 6858000"/>
              <a:gd name="connsiteX2" fmla="*/ 542652 w 4152900"/>
              <a:gd name="connsiteY2" fmla="*/ 6390459 h 6858000"/>
              <a:gd name="connsiteX3" fmla="*/ 758189 w 4152900"/>
              <a:gd name="connsiteY3" fmla="*/ 6210844 h 6858000"/>
              <a:gd name="connsiteX4" fmla="*/ 758189 w 4152900"/>
              <a:gd name="connsiteY4" fmla="*/ 6354536 h 6858000"/>
              <a:gd name="connsiteX5" fmla="*/ 901880 w 4152900"/>
              <a:gd name="connsiteY5" fmla="*/ 6354536 h 6858000"/>
              <a:gd name="connsiteX6" fmla="*/ 901880 w 4152900"/>
              <a:gd name="connsiteY6" fmla="*/ 6210844 h 6858000"/>
              <a:gd name="connsiteX7" fmla="*/ 939689 w 4152900"/>
              <a:gd name="connsiteY7" fmla="*/ 6044117 h 6858000"/>
              <a:gd name="connsiteX8" fmla="*/ 943865 w 4152900"/>
              <a:gd name="connsiteY8" fmla="*/ 6047103 h 6858000"/>
              <a:gd name="connsiteX9" fmla="*/ 939330 w 4152900"/>
              <a:gd name="connsiteY9" fmla="*/ 6049977 h 6858000"/>
              <a:gd name="connsiteX10" fmla="*/ 937175 w 4152900"/>
              <a:gd name="connsiteY10" fmla="*/ 6049977 h 6858000"/>
              <a:gd name="connsiteX11" fmla="*/ 937175 w 4152900"/>
              <a:gd name="connsiteY11" fmla="*/ 6044364 h 6858000"/>
              <a:gd name="connsiteX12" fmla="*/ 939689 w 4152900"/>
              <a:gd name="connsiteY12" fmla="*/ 6044117 h 6858000"/>
              <a:gd name="connsiteX13" fmla="*/ 940048 w 4152900"/>
              <a:gd name="connsiteY13" fmla="*/ 6040907 h 6858000"/>
              <a:gd name="connsiteX14" fmla="*/ 932527 w 4152900"/>
              <a:gd name="connsiteY14" fmla="*/ 6041513 h 6858000"/>
              <a:gd name="connsiteX15" fmla="*/ 932527 w 4152900"/>
              <a:gd name="connsiteY15" fmla="*/ 6061091 h 6858000"/>
              <a:gd name="connsiteX16" fmla="*/ 937062 w 4152900"/>
              <a:gd name="connsiteY16" fmla="*/ 6061091 h 6858000"/>
              <a:gd name="connsiteX17" fmla="*/ 937062 w 4152900"/>
              <a:gd name="connsiteY17" fmla="*/ 6053233 h 6858000"/>
              <a:gd name="connsiteX18" fmla="*/ 939218 w 4152900"/>
              <a:gd name="connsiteY18" fmla="*/ 6053233 h 6858000"/>
              <a:gd name="connsiteX19" fmla="*/ 943281 w 4152900"/>
              <a:gd name="connsiteY19" fmla="*/ 6056331 h 6858000"/>
              <a:gd name="connsiteX20" fmla="*/ 944831 w 4152900"/>
              <a:gd name="connsiteY20" fmla="*/ 6061113 h 6858000"/>
              <a:gd name="connsiteX21" fmla="*/ 949725 w 4152900"/>
              <a:gd name="connsiteY21" fmla="*/ 6061113 h 6858000"/>
              <a:gd name="connsiteX22" fmla="*/ 948288 w 4152900"/>
              <a:gd name="connsiteY22" fmla="*/ 6056219 h 6858000"/>
              <a:gd name="connsiteX23" fmla="*/ 944696 w 4152900"/>
              <a:gd name="connsiteY23" fmla="*/ 6051437 h 6858000"/>
              <a:gd name="connsiteX24" fmla="*/ 944696 w 4152900"/>
              <a:gd name="connsiteY24" fmla="*/ 6051190 h 6858000"/>
              <a:gd name="connsiteX25" fmla="*/ 948760 w 4152900"/>
              <a:gd name="connsiteY25" fmla="*/ 6046654 h 6858000"/>
              <a:gd name="connsiteX26" fmla="*/ 946851 w 4152900"/>
              <a:gd name="connsiteY26" fmla="*/ 6042344 h 6858000"/>
              <a:gd name="connsiteX27" fmla="*/ 940048 w 4152900"/>
              <a:gd name="connsiteY27" fmla="*/ 6040907 h 6858000"/>
              <a:gd name="connsiteX28" fmla="*/ 940161 w 4152900"/>
              <a:gd name="connsiteY28" fmla="*/ 6035182 h 6858000"/>
              <a:gd name="connsiteX29" fmla="*/ 955203 w 4152900"/>
              <a:gd name="connsiteY29" fmla="*/ 6050943 h 6858000"/>
              <a:gd name="connsiteX30" fmla="*/ 940273 w 4152900"/>
              <a:gd name="connsiteY30" fmla="*/ 6066479 h 6858000"/>
              <a:gd name="connsiteX31" fmla="*/ 924983 w 4152900"/>
              <a:gd name="connsiteY31" fmla="*/ 6050830 h 6858000"/>
              <a:gd name="connsiteX32" fmla="*/ 940161 w 4152900"/>
              <a:gd name="connsiteY32" fmla="*/ 6035182 h 6858000"/>
              <a:gd name="connsiteX33" fmla="*/ 940161 w 4152900"/>
              <a:gd name="connsiteY33" fmla="*/ 6031230 h 6858000"/>
              <a:gd name="connsiteX34" fmla="*/ 919977 w 4152900"/>
              <a:gd name="connsiteY34" fmla="*/ 6050830 h 6858000"/>
              <a:gd name="connsiteX35" fmla="*/ 940161 w 4152900"/>
              <a:gd name="connsiteY35" fmla="*/ 6070655 h 6858000"/>
              <a:gd name="connsiteX36" fmla="*/ 960233 w 4152900"/>
              <a:gd name="connsiteY36" fmla="*/ 6050830 h 6858000"/>
              <a:gd name="connsiteX37" fmla="*/ 940161 w 4152900"/>
              <a:gd name="connsiteY37" fmla="*/ 6031230 h 6858000"/>
              <a:gd name="connsiteX38" fmla="*/ 758189 w 4152900"/>
              <a:gd name="connsiteY38" fmla="*/ 6031230 h 6858000"/>
              <a:gd name="connsiteX39" fmla="*/ 758189 w 4152900"/>
              <a:gd name="connsiteY39" fmla="*/ 6174921 h 6858000"/>
              <a:gd name="connsiteX40" fmla="*/ 901880 w 4152900"/>
              <a:gd name="connsiteY40" fmla="*/ 6174921 h 6858000"/>
              <a:gd name="connsiteX41" fmla="*/ 901880 w 4152900"/>
              <a:gd name="connsiteY41" fmla="*/ 6031230 h 6858000"/>
              <a:gd name="connsiteX42" fmla="*/ 722266 w 4152900"/>
              <a:gd name="connsiteY42" fmla="*/ 6031230 h 6858000"/>
              <a:gd name="connsiteX43" fmla="*/ 578575 w 4152900"/>
              <a:gd name="connsiteY43" fmla="*/ 6174921 h 6858000"/>
              <a:gd name="connsiteX44" fmla="*/ 578575 w 4152900"/>
              <a:gd name="connsiteY44" fmla="*/ 6534150 h 6858000"/>
              <a:gd name="connsiteX45" fmla="*/ 722266 w 4152900"/>
              <a:gd name="connsiteY45" fmla="*/ 6390459 h 6858000"/>
              <a:gd name="connsiteX46" fmla="*/ 542652 w 4152900"/>
              <a:gd name="connsiteY46" fmla="*/ 6031230 h 6858000"/>
              <a:gd name="connsiteX47" fmla="*/ 380999 w 4152900"/>
              <a:gd name="connsiteY47" fmla="*/ 6192883 h 6858000"/>
              <a:gd name="connsiteX48" fmla="*/ 542652 w 4152900"/>
              <a:gd name="connsiteY48" fmla="*/ 6354536 h 6858000"/>
              <a:gd name="connsiteX49" fmla="*/ 0 w 4152900"/>
              <a:gd name="connsiteY49" fmla="*/ 0 h 6858000"/>
              <a:gd name="connsiteX50" fmla="*/ 4152900 w 4152900"/>
              <a:gd name="connsiteY50" fmla="*/ 0 h 6858000"/>
              <a:gd name="connsiteX51" fmla="*/ 4152900 w 4152900"/>
              <a:gd name="connsiteY51" fmla="*/ 2880360 h 6858000"/>
              <a:gd name="connsiteX52" fmla="*/ 3909059 w 4152900"/>
              <a:gd name="connsiteY52" fmla="*/ 2880360 h 6858000"/>
              <a:gd name="connsiteX53" fmla="*/ 3909059 w 4152900"/>
              <a:gd name="connsiteY53" fmla="*/ 3368040 h 6858000"/>
              <a:gd name="connsiteX54" fmla="*/ 4152900 w 4152900"/>
              <a:gd name="connsiteY54" fmla="*/ 3368040 h 6858000"/>
              <a:gd name="connsiteX55" fmla="*/ 4152900 w 4152900"/>
              <a:gd name="connsiteY55" fmla="*/ 3489960 h 6858000"/>
              <a:gd name="connsiteX56" fmla="*/ 3909059 w 4152900"/>
              <a:gd name="connsiteY56" fmla="*/ 3489960 h 6858000"/>
              <a:gd name="connsiteX57" fmla="*/ 3909059 w 4152900"/>
              <a:gd name="connsiteY57" fmla="*/ 3977640 h 6858000"/>
              <a:gd name="connsiteX58" fmla="*/ 4152900 w 4152900"/>
              <a:gd name="connsiteY58" fmla="*/ 3977640 h 6858000"/>
              <a:gd name="connsiteX59" fmla="*/ 4152900 w 4152900"/>
              <a:gd name="connsiteY59" fmla="*/ 6858000 h 6858000"/>
              <a:gd name="connsiteX60" fmla="*/ 0 w 4152900"/>
              <a:gd name="connsiteY60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4152900" h="6858000">
                <a:moveTo>
                  <a:pt x="398960" y="6390459"/>
                </a:moveTo>
                <a:cubicBezTo>
                  <a:pt x="398960" y="6469826"/>
                  <a:pt x="463285" y="6534150"/>
                  <a:pt x="542652" y="6534150"/>
                </a:cubicBezTo>
                <a:cubicBezTo>
                  <a:pt x="542652" y="6534150"/>
                  <a:pt x="542652" y="6390459"/>
                  <a:pt x="542652" y="6390459"/>
                </a:cubicBezTo>
                <a:close/>
                <a:moveTo>
                  <a:pt x="758189" y="6210844"/>
                </a:moveTo>
                <a:lnTo>
                  <a:pt x="758189" y="6354536"/>
                </a:lnTo>
                <a:lnTo>
                  <a:pt x="901880" y="6354536"/>
                </a:lnTo>
                <a:lnTo>
                  <a:pt x="901880" y="6210844"/>
                </a:lnTo>
                <a:close/>
                <a:moveTo>
                  <a:pt x="939689" y="6044117"/>
                </a:moveTo>
                <a:cubicBezTo>
                  <a:pt x="942541" y="6044117"/>
                  <a:pt x="943865" y="6045307"/>
                  <a:pt x="943865" y="6047103"/>
                </a:cubicBezTo>
                <a:cubicBezTo>
                  <a:pt x="943865" y="6049147"/>
                  <a:pt x="941845" y="6049977"/>
                  <a:pt x="939330" y="6049977"/>
                </a:cubicBezTo>
                <a:lnTo>
                  <a:pt x="937175" y="6049977"/>
                </a:lnTo>
                <a:lnTo>
                  <a:pt x="937175" y="6044364"/>
                </a:lnTo>
                <a:cubicBezTo>
                  <a:pt x="937669" y="6044230"/>
                  <a:pt x="938499" y="6044117"/>
                  <a:pt x="939689" y="6044117"/>
                </a:cubicBezTo>
                <a:close/>
                <a:moveTo>
                  <a:pt x="940048" y="6040907"/>
                </a:moveTo>
                <a:cubicBezTo>
                  <a:pt x="936838" y="6040907"/>
                  <a:pt x="934323" y="6041154"/>
                  <a:pt x="932527" y="6041513"/>
                </a:cubicBezTo>
                <a:lnTo>
                  <a:pt x="932527" y="6061091"/>
                </a:lnTo>
                <a:lnTo>
                  <a:pt x="937062" y="6061091"/>
                </a:lnTo>
                <a:lnTo>
                  <a:pt x="937062" y="6053233"/>
                </a:lnTo>
                <a:lnTo>
                  <a:pt x="939218" y="6053233"/>
                </a:lnTo>
                <a:cubicBezTo>
                  <a:pt x="941732" y="6053233"/>
                  <a:pt x="942922" y="6054176"/>
                  <a:pt x="943281" y="6056331"/>
                </a:cubicBezTo>
                <a:cubicBezTo>
                  <a:pt x="943865" y="6058599"/>
                  <a:pt x="944224" y="6060395"/>
                  <a:pt x="944831" y="6061113"/>
                </a:cubicBezTo>
                <a:lnTo>
                  <a:pt x="949725" y="6061113"/>
                </a:lnTo>
                <a:cubicBezTo>
                  <a:pt x="949254" y="6060395"/>
                  <a:pt x="948894" y="6059205"/>
                  <a:pt x="948288" y="6056219"/>
                </a:cubicBezTo>
                <a:cubicBezTo>
                  <a:pt x="947682" y="6053592"/>
                  <a:pt x="946604" y="6052155"/>
                  <a:pt x="944696" y="6051437"/>
                </a:cubicBezTo>
                <a:lnTo>
                  <a:pt x="944696" y="6051190"/>
                </a:lnTo>
                <a:cubicBezTo>
                  <a:pt x="947098" y="6050471"/>
                  <a:pt x="948760" y="6048810"/>
                  <a:pt x="948760" y="6046654"/>
                </a:cubicBezTo>
                <a:cubicBezTo>
                  <a:pt x="948760" y="6044724"/>
                  <a:pt x="947929" y="6043174"/>
                  <a:pt x="946851" y="6042344"/>
                </a:cubicBezTo>
                <a:cubicBezTo>
                  <a:pt x="945414" y="6041513"/>
                  <a:pt x="943753" y="6040907"/>
                  <a:pt x="940048" y="6040907"/>
                </a:cubicBezTo>
                <a:close/>
                <a:moveTo>
                  <a:pt x="940161" y="6035182"/>
                </a:moveTo>
                <a:cubicBezTo>
                  <a:pt x="948872" y="6035182"/>
                  <a:pt x="955203" y="6042344"/>
                  <a:pt x="955203" y="6050943"/>
                </a:cubicBezTo>
                <a:cubicBezTo>
                  <a:pt x="955203" y="6059542"/>
                  <a:pt x="949119" y="6066479"/>
                  <a:pt x="940273" y="6066479"/>
                </a:cubicBezTo>
                <a:cubicBezTo>
                  <a:pt x="931427" y="6066479"/>
                  <a:pt x="924983" y="6059542"/>
                  <a:pt x="924983" y="6050830"/>
                </a:cubicBezTo>
                <a:cubicBezTo>
                  <a:pt x="924983" y="6042231"/>
                  <a:pt x="931449" y="6035182"/>
                  <a:pt x="940161" y="6035182"/>
                </a:cubicBezTo>
                <a:close/>
                <a:moveTo>
                  <a:pt x="940161" y="6031230"/>
                </a:moveTo>
                <a:cubicBezTo>
                  <a:pt x="928935" y="6031230"/>
                  <a:pt x="919977" y="6039717"/>
                  <a:pt x="919977" y="6050830"/>
                </a:cubicBezTo>
                <a:cubicBezTo>
                  <a:pt x="919977" y="6061944"/>
                  <a:pt x="928800" y="6070655"/>
                  <a:pt x="940161" y="6070655"/>
                </a:cubicBezTo>
                <a:cubicBezTo>
                  <a:pt x="951521" y="6070655"/>
                  <a:pt x="960233" y="6061944"/>
                  <a:pt x="960233" y="6050830"/>
                </a:cubicBezTo>
                <a:cubicBezTo>
                  <a:pt x="960233" y="6039941"/>
                  <a:pt x="951387" y="6031230"/>
                  <a:pt x="940161" y="6031230"/>
                </a:cubicBezTo>
                <a:close/>
                <a:moveTo>
                  <a:pt x="758189" y="6031230"/>
                </a:moveTo>
                <a:lnTo>
                  <a:pt x="758189" y="6174921"/>
                </a:lnTo>
                <a:lnTo>
                  <a:pt x="901880" y="6174921"/>
                </a:lnTo>
                <a:lnTo>
                  <a:pt x="901880" y="6031230"/>
                </a:lnTo>
                <a:close/>
                <a:moveTo>
                  <a:pt x="722266" y="6031230"/>
                </a:moveTo>
                <a:cubicBezTo>
                  <a:pt x="642899" y="6031230"/>
                  <a:pt x="578575" y="6095554"/>
                  <a:pt x="578575" y="6174921"/>
                </a:cubicBezTo>
                <a:lnTo>
                  <a:pt x="578575" y="6534150"/>
                </a:lnTo>
                <a:cubicBezTo>
                  <a:pt x="657942" y="6534150"/>
                  <a:pt x="722266" y="6469826"/>
                  <a:pt x="722266" y="6390459"/>
                </a:cubicBezTo>
                <a:close/>
                <a:moveTo>
                  <a:pt x="542652" y="6031230"/>
                </a:moveTo>
                <a:cubicBezTo>
                  <a:pt x="453384" y="6031230"/>
                  <a:pt x="380999" y="6103615"/>
                  <a:pt x="380999" y="6192883"/>
                </a:cubicBezTo>
                <a:cubicBezTo>
                  <a:pt x="380999" y="6282151"/>
                  <a:pt x="453384" y="6354536"/>
                  <a:pt x="542652" y="6354536"/>
                </a:cubicBezTo>
                <a:close/>
                <a:moveTo>
                  <a:pt x="0" y="0"/>
                </a:moveTo>
                <a:lnTo>
                  <a:pt x="4152900" y="0"/>
                </a:lnTo>
                <a:lnTo>
                  <a:pt x="4152900" y="2880360"/>
                </a:lnTo>
                <a:lnTo>
                  <a:pt x="3909059" y="2880360"/>
                </a:lnTo>
                <a:lnTo>
                  <a:pt x="3909059" y="3368040"/>
                </a:lnTo>
                <a:lnTo>
                  <a:pt x="4152900" y="3368040"/>
                </a:lnTo>
                <a:lnTo>
                  <a:pt x="4152900" y="3489960"/>
                </a:lnTo>
                <a:lnTo>
                  <a:pt x="3909059" y="3489960"/>
                </a:lnTo>
                <a:lnTo>
                  <a:pt x="3909059" y="3977640"/>
                </a:lnTo>
                <a:lnTo>
                  <a:pt x="4152900" y="3977640"/>
                </a:lnTo>
                <a:lnTo>
                  <a:pt x="4152900" y="6858000"/>
                </a:lnTo>
                <a:lnTo>
                  <a:pt x="0" y="6858000"/>
                </a:lnTo>
                <a:close/>
              </a:path>
            </a:pathLst>
          </a:custGeom>
          <a:pattFill prst="wdUpDiag">
            <a:fgClr>
              <a:schemeClr val="bg1">
                <a:lumMod val="50000"/>
              </a:schemeClr>
            </a:fgClr>
            <a:bgClr>
              <a:schemeClr val="bg1">
                <a:lumMod val="65000"/>
              </a:schemeClr>
            </a:bgClr>
          </a:pattFill>
        </p:spPr>
        <p:txBody>
          <a:bodyPr vert="horz" wrap="square" lIns="0" tIns="0" rIns="0" bIns="1097280" rtlCol="0" anchor="ctr" anchorCtr="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>
                <a:schemeClr val="accent1"/>
              </a:buClr>
              <a:buSzTx/>
              <a:buFont typeface="Wingdings" panose="05000000000000000000" pitchFamily="2" charset="2"/>
              <a:buNone/>
              <a:tabLst/>
              <a:defRPr lang="en-US" sz="1940"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>
                <a:schemeClr val="accent1"/>
              </a:buClr>
              <a:buSzTx/>
              <a:buFont typeface="Wingdings" panose="05000000000000000000" pitchFamily="2" charset="2"/>
              <a:buNone/>
              <a:tabLst/>
              <a:defRPr/>
            </a:pPr>
            <a:r>
              <a:rPr lang="en-US"/>
              <a:t>Click icon to add picture</a:t>
            </a:r>
          </a:p>
        </p:txBody>
      </p:sp>
      <p:pic>
        <p:nvPicPr>
          <p:cNvPr id="23" name="Colon">
            <a:extLst>
              <a:ext uri="{FF2B5EF4-FFF2-40B4-BE49-F238E27FC236}">
                <a16:creationId xmlns:a16="http://schemas.microsoft.com/office/drawing/2014/main" id="{AF077B68-83AB-1230-F734-704C55715190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909060" y="2880360"/>
            <a:ext cx="487680" cy="109728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2187084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616">
          <p15:clr>
            <a:srgbClr val="FBAE40"/>
          </p15:clr>
        </p15:guide>
      </p15:sldGuideLst>
    </p:ext>
  </p:extLs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Sidebar Tex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A8D8D64D-199D-379B-A2C7-1DFB9E9A8F81}"/>
              </a:ext>
            </a:extLst>
          </p:cNvPr>
          <p:cNvSpPr/>
          <p:nvPr userDrawn="1"/>
        </p:nvSpPr>
        <p:spPr bwMode="auto">
          <a:xfrm>
            <a:off x="0" y="0"/>
            <a:ext cx="4152900" cy="6858000"/>
          </a:xfrm>
          <a:prstGeom prst="rect">
            <a:avLst/>
          </a:prstGeom>
          <a:solidFill>
            <a:schemeClr val="tx1"/>
          </a:solidFill>
          <a:ln w="12700" cap="sq" algn="ctr">
            <a:noFill/>
            <a:miter lim="800000"/>
            <a:headEnd/>
            <a:tailEnd/>
          </a:ln>
          <a:effectLst/>
        </p:spPr>
        <p:txBody>
          <a:bodyPr wrap="square" lIns="182880" tIns="182880" rIns="182880" bIns="182880" rtlCol="0" anchor="ctr" anchorCtr="1">
            <a:spAutoFit/>
          </a:bodyPr>
          <a:lstStyle/>
          <a:p>
            <a:pPr algn="l">
              <a:lnSpc>
                <a:spcPct val="95000"/>
              </a:lnSpc>
              <a:spcBef>
                <a:spcPts val="1080"/>
              </a:spcBef>
            </a:pPr>
            <a:endParaRPr lang="en-US" sz="1600" b="1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1718B9B-E0C1-2994-C548-B5CB537DD275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7E6ECBBE-ACC3-48EB-9F88-A771FEACBB2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Text Placeholder 2">
            <a:extLst>
              <a:ext uri="{FF2B5EF4-FFF2-40B4-BE49-F238E27FC236}">
                <a16:creationId xmlns:a16="http://schemas.microsoft.com/office/drawing/2014/main" id="{EE029FD0-A527-4C46-8DD7-528E1B9240B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033147" y="2148840"/>
            <a:ext cx="5906316" cy="2560320"/>
          </a:xfrm>
          <a:prstGeom prst="rect">
            <a:avLst/>
          </a:prstGeom>
        </p:spPr>
        <p:txBody>
          <a:bodyPr wrap="square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3600" b="1" kern="1200" baseline="0" dirty="0">
                <a:solidFill>
                  <a:schemeClr val="tx1"/>
                </a:solidFill>
                <a:latin typeface="Arial Black" panose="020B0A04020102020204" pitchFamily="34" charset="0"/>
                <a:ea typeface="+mn-ea"/>
                <a:cs typeface="Arial" panose="020B0604020202020204" pitchFamily="34" charset="0"/>
              </a:defRPr>
            </a:lvl1pPr>
            <a:lvl2pPr marL="0" indent="0">
              <a:spcBef>
                <a:spcPts val="0"/>
              </a:spcBef>
              <a:buNone/>
              <a:defRPr sz="4400">
                <a:solidFill>
                  <a:schemeClr val="bg2"/>
                </a:solidFill>
                <a:latin typeface="+mj-lt"/>
              </a:defRPr>
            </a:lvl2pPr>
            <a:lvl3pPr marL="0" indent="0">
              <a:spcBef>
                <a:spcPts val="0"/>
              </a:spcBef>
              <a:buNone/>
              <a:defRPr sz="4400">
                <a:solidFill>
                  <a:schemeClr val="bg2"/>
                </a:solidFill>
                <a:latin typeface="+mj-lt"/>
              </a:defRPr>
            </a:lvl3pPr>
            <a:lvl4pPr marL="0" indent="0">
              <a:spcBef>
                <a:spcPts val="0"/>
              </a:spcBef>
              <a:buNone/>
              <a:defRPr sz="4400">
                <a:solidFill>
                  <a:schemeClr val="bg2"/>
                </a:solidFill>
                <a:latin typeface="+mj-lt"/>
              </a:defRPr>
            </a:lvl4pPr>
            <a:lvl5pPr marL="0" indent="0">
              <a:spcBef>
                <a:spcPts val="0"/>
              </a:spcBef>
              <a:buNone/>
              <a:defRPr sz="4400">
                <a:solidFill>
                  <a:schemeClr val="bg2"/>
                </a:solidFill>
                <a:latin typeface="+mj-lt"/>
              </a:defRPr>
            </a:lvl5pPr>
            <a:lvl6pPr marL="0" indent="0">
              <a:spcBef>
                <a:spcPts val="0"/>
              </a:spcBef>
              <a:buNone/>
              <a:defRPr sz="4400">
                <a:solidFill>
                  <a:schemeClr val="bg2"/>
                </a:solidFill>
                <a:latin typeface="+mj-lt"/>
              </a:defRPr>
            </a:lvl6pPr>
            <a:lvl7pPr marL="0" indent="0">
              <a:spcBef>
                <a:spcPts val="0"/>
              </a:spcBef>
              <a:buNone/>
              <a:defRPr sz="4400">
                <a:solidFill>
                  <a:schemeClr val="bg2"/>
                </a:solidFill>
                <a:latin typeface="+mj-lt"/>
              </a:defRPr>
            </a:lvl7pPr>
          </a:lstStyle>
          <a:p>
            <a:pPr marL="0" lv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buClr>
                <a:schemeClr val="accent1"/>
              </a:buClr>
              <a:buFont typeface="Wingdings" panose="05000000000000000000" pitchFamily="2" charset="2"/>
              <a:buNone/>
            </a:pPr>
            <a:r>
              <a:t>Click to edit title style</a:t>
            </a:r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3232DE29-E56F-79E2-20F8-0632BE33EC92}"/>
              </a:ext>
            </a:extLst>
          </p:cNvPr>
          <p:cNvSpPr>
            <a:spLocks noGrp="1"/>
          </p:cNvSpPr>
          <p:nvPr>
            <p:ph type="ftr" sz="quarter" idx="18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Texture">
            <a:extLst>
              <a:ext uri="{FF2B5EF4-FFF2-40B4-BE49-F238E27FC236}">
                <a16:creationId xmlns:a16="http://schemas.microsoft.com/office/drawing/2014/main" id="{19EB6D89-14FF-A653-DF71-5AFDAF8C123C}"/>
              </a:ext>
            </a:extLst>
          </p:cNvPr>
          <p:cNvSpPr/>
          <p:nvPr/>
        </p:nvSpPr>
        <p:spPr>
          <a:xfrm>
            <a:off x="0" y="0"/>
            <a:ext cx="4153050" cy="6858000"/>
          </a:xfrm>
          <a:custGeom>
            <a:avLst/>
            <a:gdLst>
              <a:gd name="connsiteX0" fmla="*/ 620554 w 3114960"/>
              <a:gd name="connsiteY0" fmla="*/ 4555617 h 5143785"/>
              <a:gd name="connsiteX1" fmla="*/ 602456 w 3114960"/>
              <a:gd name="connsiteY1" fmla="*/ 4555617 h 5143785"/>
              <a:gd name="connsiteX2" fmla="*/ 571310 w 3114960"/>
              <a:gd name="connsiteY2" fmla="*/ 4531710 h 5143785"/>
              <a:gd name="connsiteX3" fmla="*/ 453009 w 3114960"/>
              <a:gd name="connsiteY3" fmla="*/ 4531710 h 5143785"/>
              <a:gd name="connsiteX4" fmla="*/ 415576 w 3114960"/>
              <a:gd name="connsiteY4" fmla="*/ 4563713 h 5143785"/>
              <a:gd name="connsiteX5" fmla="*/ 357473 w 3114960"/>
              <a:gd name="connsiteY5" fmla="*/ 4563428 h 5143785"/>
              <a:gd name="connsiteX6" fmla="*/ 332804 w 3114960"/>
              <a:gd name="connsiteY6" fmla="*/ 4541806 h 5143785"/>
              <a:gd name="connsiteX7" fmla="*/ 277654 w 3114960"/>
              <a:gd name="connsiteY7" fmla="*/ 4541806 h 5143785"/>
              <a:gd name="connsiteX8" fmla="*/ 256699 w 3114960"/>
              <a:gd name="connsiteY8" fmla="*/ 4520565 h 5143785"/>
              <a:gd name="connsiteX9" fmla="*/ 189548 w 3114960"/>
              <a:gd name="connsiteY9" fmla="*/ 4520565 h 5143785"/>
              <a:gd name="connsiteX10" fmla="*/ 188500 w 3114960"/>
              <a:gd name="connsiteY10" fmla="*/ 4519041 h 5143785"/>
              <a:gd name="connsiteX11" fmla="*/ 182880 w 3114960"/>
              <a:gd name="connsiteY11" fmla="*/ 4513421 h 5143785"/>
              <a:gd name="connsiteX12" fmla="*/ 175070 w 3114960"/>
              <a:gd name="connsiteY12" fmla="*/ 4513421 h 5143785"/>
              <a:gd name="connsiteX13" fmla="*/ 169450 w 3114960"/>
              <a:gd name="connsiteY13" fmla="*/ 4519041 h 5143785"/>
              <a:gd name="connsiteX14" fmla="*/ 167831 w 3114960"/>
              <a:gd name="connsiteY14" fmla="*/ 4522946 h 5143785"/>
              <a:gd name="connsiteX15" fmla="*/ 169450 w 3114960"/>
              <a:gd name="connsiteY15" fmla="*/ 4526852 h 5143785"/>
              <a:gd name="connsiteX16" fmla="*/ 175070 w 3114960"/>
              <a:gd name="connsiteY16" fmla="*/ 4532471 h 5143785"/>
              <a:gd name="connsiteX17" fmla="*/ 178975 w 3114960"/>
              <a:gd name="connsiteY17" fmla="*/ 4534091 h 5143785"/>
              <a:gd name="connsiteX18" fmla="*/ 182880 w 3114960"/>
              <a:gd name="connsiteY18" fmla="*/ 4532471 h 5143785"/>
              <a:gd name="connsiteX19" fmla="*/ 188500 w 3114960"/>
              <a:gd name="connsiteY19" fmla="*/ 4526852 h 5143785"/>
              <a:gd name="connsiteX20" fmla="*/ 189548 w 3114960"/>
              <a:gd name="connsiteY20" fmla="*/ 4525328 h 5143785"/>
              <a:gd name="connsiteX21" fmla="*/ 254699 w 3114960"/>
              <a:gd name="connsiteY21" fmla="*/ 4525328 h 5143785"/>
              <a:gd name="connsiteX22" fmla="*/ 272701 w 3114960"/>
              <a:gd name="connsiteY22" fmla="*/ 4543520 h 5143785"/>
              <a:gd name="connsiteX23" fmla="*/ 262985 w 3114960"/>
              <a:gd name="connsiteY23" fmla="*/ 4553522 h 5143785"/>
              <a:gd name="connsiteX24" fmla="*/ 211550 w 3114960"/>
              <a:gd name="connsiteY24" fmla="*/ 4553522 h 5143785"/>
              <a:gd name="connsiteX25" fmla="*/ 209455 w 3114960"/>
              <a:gd name="connsiteY25" fmla="*/ 4549331 h 5143785"/>
              <a:gd name="connsiteX26" fmla="*/ 203359 w 3114960"/>
              <a:gd name="connsiteY26" fmla="*/ 4546759 h 5143785"/>
              <a:gd name="connsiteX27" fmla="*/ 203359 w 3114960"/>
              <a:gd name="connsiteY27" fmla="*/ 4546759 h 5143785"/>
              <a:gd name="connsiteX28" fmla="*/ 197263 w 3114960"/>
              <a:gd name="connsiteY28" fmla="*/ 4549236 h 5143785"/>
              <a:gd name="connsiteX29" fmla="*/ 194691 w 3114960"/>
              <a:gd name="connsiteY29" fmla="*/ 4555331 h 5143785"/>
              <a:gd name="connsiteX30" fmla="*/ 203264 w 3114960"/>
              <a:gd name="connsiteY30" fmla="*/ 4564095 h 5143785"/>
              <a:gd name="connsiteX31" fmla="*/ 203264 w 3114960"/>
              <a:gd name="connsiteY31" fmla="*/ 4564095 h 5143785"/>
              <a:gd name="connsiteX32" fmla="*/ 211360 w 3114960"/>
              <a:gd name="connsiteY32" fmla="*/ 4558379 h 5143785"/>
              <a:gd name="connsiteX33" fmla="*/ 265081 w 3114960"/>
              <a:gd name="connsiteY33" fmla="*/ 4558379 h 5143785"/>
              <a:gd name="connsiteX34" fmla="*/ 276511 w 3114960"/>
              <a:gd name="connsiteY34" fmla="*/ 4546473 h 5143785"/>
              <a:gd name="connsiteX35" fmla="*/ 330994 w 3114960"/>
              <a:gd name="connsiteY35" fmla="*/ 4546473 h 5143785"/>
              <a:gd name="connsiteX36" fmla="*/ 355664 w 3114960"/>
              <a:gd name="connsiteY36" fmla="*/ 4568190 h 5143785"/>
              <a:gd name="connsiteX37" fmla="*/ 416433 w 3114960"/>
              <a:gd name="connsiteY37" fmla="*/ 4568476 h 5143785"/>
              <a:gd name="connsiteX38" fmla="*/ 417290 w 3114960"/>
              <a:gd name="connsiteY38" fmla="*/ 4568476 h 5143785"/>
              <a:gd name="connsiteX39" fmla="*/ 454724 w 3114960"/>
              <a:gd name="connsiteY39" fmla="*/ 4536472 h 5143785"/>
              <a:gd name="connsiteX40" fmla="*/ 569595 w 3114960"/>
              <a:gd name="connsiteY40" fmla="*/ 4536472 h 5143785"/>
              <a:gd name="connsiteX41" fmla="*/ 600742 w 3114960"/>
              <a:gd name="connsiteY41" fmla="*/ 4560380 h 5143785"/>
              <a:gd name="connsiteX42" fmla="*/ 620459 w 3114960"/>
              <a:gd name="connsiteY42" fmla="*/ 4560380 h 5143785"/>
              <a:gd name="connsiteX43" fmla="*/ 623411 w 3114960"/>
              <a:gd name="connsiteY43" fmla="*/ 4565809 h 5143785"/>
              <a:gd name="connsiteX44" fmla="*/ 630555 w 3114960"/>
              <a:gd name="connsiteY44" fmla="*/ 4568571 h 5143785"/>
              <a:gd name="connsiteX45" fmla="*/ 631127 w 3114960"/>
              <a:gd name="connsiteY45" fmla="*/ 4568571 h 5143785"/>
              <a:gd name="connsiteX46" fmla="*/ 638461 w 3114960"/>
              <a:gd name="connsiteY46" fmla="*/ 4565047 h 5143785"/>
              <a:gd name="connsiteX47" fmla="*/ 641223 w 3114960"/>
              <a:gd name="connsiteY47" fmla="*/ 4557332 h 5143785"/>
              <a:gd name="connsiteX48" fmla="*/ 637699 w 3114960"/>
              <a:gd name="connsiteY48" fmla="*/ 4549997 h 5143785"/>
              <a:gd name="connsiteX49" fmla="*/ 629984 w 3114960"/>
              <a:gd name="connsiteY49" fmla="*/ 4547235 h 5143785"/>
              <a:gd name="connsiteX50" fmla="*/ 622649 w 3114960"/>
              <a:gd name="connsiteY50" fmla="*/ 4550760 h 5143785"/>
              <a:gd name="connsiteX51" fmla="*/ 620268 w 3114960"/>
              <a:gd name="connsiteY51" fmla="*/ 4555617 h 5143785"/>
              <a:gd name="connsiteX52" fmla="*/ 185166 w 3114960"/>
              <a:gd name="connsiteY52" fmla="*/ 4523518 h 5143785"/>
              <a:gd name="connsiteX53" fmla="*/ 179546 w 3114960"/>
              <a:gd name="connsiteY53" fmla="*/ 4529138 h 5143785"/>
              <a:gd name="connsiteX54" fmla="*/ 178499 w 3114960"/>
              <a:gd name="connsiteY54" fmla="*/ 4529138 h 5143785"/>
              <a:gd name="connsiteX55" fmla="*/ 172879 w 3114960"/>
              <a:gd name="connsiteY55" fmla="*/ 4523518 h 5143785"/>
              <a:gd name="connsiteX56" fmla="*/ 172879 w 3114960"/>
              <a:gd name="connsiteY56" fmla="*/ 4522470 h 5143785"/>
              <a:gd name="connsiteX57" fmla="*/ 179070 w 3114960"/>
              <a:gd name="connsiteY57" fmla="*/ 4516565 h 5143785"/>
              <a:gd name="connsiteX58" fmla="*/ 179546 w 3114960"/>
              <a:gd name="connsiteY58" fmla="*/ 4516755 h 5143785"/>
              <a:gd name="connsiteX59" fmla="*/ 185261 w 3114960"/>
              <a:gd name="connsiteY59" fmla="*/ 4522470 h 5143785"/>
              <a:gd name="connsiteX60" fmla="*/ 185261 w 3114960"/>
              <a:gd name="connsiteY60" fmla="*/ 4523518 h 5143785"/>
              <a:gd name="connsiteX61" fmla="*/ 203359 w 3114960"/>
              <a:gd name="connsiteY61" fmla="*/ 4559427 h 5143785"/>
              <a:gd name="connsiteX62" fmla="*/ 203359 w 3114960"/>
              <a:gd name="connsiteY62" fmla="*/ 4559427 h 5143785"/>
              <a:gd name="connsiteX63" fmla="*/ 199454 w 3114960"/>
              <a:gd name="connsiteY63" fmla="*/ 4555522 h 5143785"/>
              <a:gd name="connsiteX64" fmla="*/ 200597 w 3114960"/>
              <a:gd name="connsiteY64" fmla="*/ 4552760 h 5143785"/>
              <a:gd name="connsiteX65" fmla="*/ 203359 w 3114960"/>
              <a:gd name="connsiteY65" fmla="*/ 4551617 h 5143785"/>
              <a:gd name="connsiteX66" fmla="*/ 206121 w 3114960"/>
              <a:gd name="connsiteY66" fmla="*/ 4552760 h 5143785"/>
              <a:gd name="connsiteX67" fmla="*/ 207264 w 3114960"/>
              <a:gd name="connsiteY67" fmla="*/ 4555522 h 5143785"/>
              <a:gd name="connsiteX68" fmla="*/ 203359 w 3114960"/>
              <a:gd name="connsiteY68" fmla="*/ 4559427 h 5143785"/>
              <a:gd name="connsiteX69" fmla="*/ 626364 w 3114960"/>
              <a:gd name="connsiteY69" fmla="*/ 4553903 h 5143785"/>
              <a:gd name="connsiteX70" fmla="*/ 630460 w 3114960"/>
              <a:gd name="connsiteY70" fmla="*/ 4551998 h 5143785"/>
              <a:gd name="connsiteX71" fmla="*/ 630746 w 3114960"/>
              <a:gd name="connsiteY71" fmla="*/ 4551998 h 5143785"/>
              <a:gd name="connsiteX72" fmla="*/ 634651 w 3114960"/>
              <a:gd name="connsiteY72" fmla="*/ 4553522 h 5143785"/>
              <a:gd name="connsiteX73" fmla="*/ 636556 w 3114960"/>
              <a:gd name="connsiteY73" fmla="*/ 4557618 h 5143785"/>
              <a:gd name="connsiteX74" fmla="*/ 635032 w 3114960"/>
              <a:gd name="connsiteY74" fmla="*/ 4561904 h 5143785"/>
              <a:gd name="connsiteX75" fmla="*/ 630936 w 3114960"/>
              <a:gd name="connsiteY75" fmla="*/ 4563809 h 5143785"/>
              <a:gd name="connsiteX76" fmla="*/ 626650 w 3114960"/>
              <a:gd name="connsiteY76" fmla="*/ 4562285 h 5143785"/>
              <a:gd name="connsiteX77" fmla="*/ 626650 w 3114960"/>
              <a:gd name="connsiteY77" fmla="*/ 4562285 h 5143785"/>
              <a:gd name="connsiteX78" fmla="*/ 624745 w 3114960"/>
              <a:gd name="connsiteY78" fmla="*/ 4558189 h 5143785"/>
              <a:gd name="connsiteX79" fmla="*/ 626269 w 3114960"/>
              <a:gd name="connsiteY79" fmla="*/ 4553903 h 5143785"/>
              <a:gd name="connsiteX80" fmla="*/ 2530412 w 3114960"/>
              <a:gd name="connsiteY80" fmla="*/ 216884 h 5143785"/>
              <a:gd name="connsiteX81" fmla="*/ 2528126 w 3114960"/>
              <a:gd name="connsiteY81" fmla="*/ 211074 h 5143785"/>
              <a:gd name="connsiteX82" fmla="*/ 2522411 w 3114960"/>
              <a:gd name="connsiteY82" fmla="*/ 208598 h 5143785"/>
              <a:gd name="connsiteX83" fmla="*/ 2514695 w 3114960"/>
              <a:gd name="connsiteY83" fmla="*/ 214217 h 5143785"/>
              <a:gd name="connsiteX84" fmla="*/ 2463546 w 3114960"/>
              <a:gd name="connsiteY84" fmla="*/ 214217 h 5143785"/>
              <a:gd name="connsiteX85" fmla="*/ 2452973 w 3114960"/>
              <a:gd name="connsiteY85" fmla="*/ 224600 h 5143785"/>
              <a:gd name="connsiteX86" fmla="*/ 2452592 w 3114960"/>
              <a:gd name="connsiteY86" fmla="*/ 269843 h 5143785"/>
              <a:gd name="connsiteX87" fmla="*/ 2445068 w 3114960"/>
              <a:gd name="connsiteY87" fmla="*/ 277940 h 5143785"/>
              <a:gd name="connsiteX88" fmla="*/ 2436876 w 3114960"/>
              <a:gd name="connsiteY88" fmla="*/ 276416 h 5143785"/>
              <a:gd name="connsiteX89" fmla="*/ 2430399 w 3114960"/>
              <a:gd name="connsiteY89" fmla="*/ 281178 h 5143785"/>
              <a:gd name="connsiteX90" fmla="*/ 2429161 w 3114960"/>
              <a:gd name="connsiteY90" fmla="*/ 289084 h 5143785"/>
              <a:gd name="connsiteX91" fmla="*/ 2433923 w 3114960"/>
              <a:gd name="connsiteY91" fmla="*/ 295561 h 5143785"/>
              <a:gd name="connsiteX92" fmla="*/ 2439353 w 3114960"/>
              <a:gd name="connsiteY92" fmla="*/ 297085 h 5143785"/>
              <a:gd name="connsiteX93" fmla="*/ 2441829 w 3114960"/>
              <a:gd name="connsiteY93" fmla="*/ 296799 h 5143785"/>
              <a:gd name="connsiteX94" fmla="*/ 2449544 w 3114960"/>
              <a:gd name="connsiteY94" fmla="*/ 284131 h 5143785"/>
              <a:gd name="connsiteX95" fmla="*/ 2448306 w 3114960"/>
              <a:gd name="connsiteY95" fmla="*/ 281464 h 5143785"/>
              <a:gd name="connsiteX96" fmla="*/ 2457355 w 3114960"/>
              <a:gd name="connsiteY96" fmla="*/ 271653 h 5143785"/>
              <a:gd name="connsiteX97" fmla="*/ 2457736 w 3114960"/>
              <a:gd name="connsiteY97" fmla="*/ 226600 h 5143785"/>
              <a:gd name="connsiteX98" fmla="*/ 2465451 w 3114960"/>
              <a:gd name="connsiteY98" fmla="*/ 219075 h 5143785"/>
              <a:gd name="connsiteX99" fmla="*/ 2514600 w 3114960"/>
              <a:gd name="connsiteY99" fmla="*/ 219075 h 5143785"/>
              <a:gd name="connsiteX100" fmla="*/ 2516410 w 3114960"/>
              <a:gd name="connsiteY100" fmla="*/ 222314 h 5143785"/>
              <a:gd name="connsiteX101" fmla="*/ 2522125 w 3114960"/>
              <a:gd name="connsiteY101" fmla="*/ 224790 h 5143785"/>
              <a:gd name="connsiteX102" fmla="*/ 2522315 w 3114960"/>
              <a:gd name="connsiteY102" fmla="*/ 224790 h 5143785"/>
              <a:gd name="connsiteX103" fmla="*/ 2527935 w 3114960"/>
              <a:gd name="connsiteY103" fmla="*/ 222504 h 5143785"/>
              <a:gd name="connsiteX104" fmla="*/ 2530412 w 3114960"/>
              <a:gd name="connsiteY104" fmla="*/ 216789 h 5143785"/>
              <a:gd name="connsiteX105" fmla="*/ 2444305 w 3114960"/>
              <a:gd name="connsiteY105" fmla="*/ 289655 h 5143785"/>
              <a:gd name="connsiteX106" fmla="*/ 2440781 w 3114960"/>
              <a:gd name="connsiteY106" fmla="*/ 292227 h 5143785"/>
              <a:gd name="connsiteX107" fmla="*/ 2433923 w 3114960"/>
              <a:gd name="connsiteY107" fmla="*/ 288036 h 5143785"/>
              <a:gd name="connsiteX108" fmla="*/ 2434590 w 3114960"/>
              <a:gd name="connsiteY108" fmla="*/ 283750 h 5143785"/>
              <a:gd name="connsiteX109" fmla="*/ 2438114 w 3114960"/>
              <a:gd name="connsiteY109" fmla="*/ 281178 h 5143785"/>
              <a:gd name="connsiteX110" fmla="*/ 2439448 w 3114960"/>
              <a:gd name="connsiteY110" fmla="*/ 280988 h 5143785"/>
              <a:gd name="connsiteX111" fmla="*/ 2442401 w 3114960"/>
              <a:gd name="connsiteY111" fmla="*/ 281845 h 5143785"/>
              <a:gd name="connsiteX112" fmla="*/ 2444972 w 3114960"/>
              <a:gd name="connsiteY112" fmla="*/ 285369 h 5143785"/>
              <a:gd name="connsiteX113" fmla="*/ 2444305 w 3114960"/>
              <a:gd name="connsiteY113" fmla="*/ 289655 h 5143785"/>
              <a:gd name="connsiteX114" fmla="*/ 2524601 w 3114960"/>
              <a:gd name="connsiteY114" fmla="*/ 219170 h 5143785"/>
              <a:gd name="connsiteX115" fmla="*/ 2522220 w 3114960"/>
              <a:gd name="connsiteY115" fmla="*/ 220123 h 5143785"/>
              <a:gd name="connsiteX116" fmla="*/ 2519839 w 3114960"/>
              <a:gd name="connsiteY116" fmla="*/ 219075 h 5143785"/>
              <a:gd name="connsiteX117" fmla="*/ 2518886 w 3114960"/>
              <a:gd name="connsiteY117" fmla="*/ 216694 h 5143785"/>
              <a:gd name="connsiteX118" fmla="*/ 2519934 w 3114960"/>
              <a:gd name="connsiteY118" fmla="*/ 214313 h 5143785"/>
              <a:gd name="connsiteX119" fmla="*/ 2522220 w 3114960"/>
              <a:gd name="connsiteY119" fmla="*/ 213360 h 5143785"/>
              <a:gd name="connsiteX120" fmla="*/ 2522220 w 3114960"/>
              <a:gd name="connsiteY120" fmla="*/ 213360 h 5143785"/>
              <a:gd name="connsiteX121" fmla="*/ 2525554 w 3114960"/>
              <a:gd name="connsiteY121" fmla="*/ 216789 h 5143785"/>
              <a:gd name="connsiteX122" fmla="*/ 2524506 w 3114960"/>
              <a:gd name="connsiteY122" fmla="*/ 219170 h 5143785"/>
              <a:gd name="connsiteX123" fmla="*/ 1123760 w 3114960"/>
              <a:gd name="connsiteY123" fmla="*/ 372904 h 5143785"/>
              <a:gd name="connsiteX124" fmla="*/ 1137095 w 3114960"/>
              <a:gd name="connsiteY124" fmla="*/ 383381 h 5143785"/>
              <a:gd name="connsiteX125" fmla="*/ 1126617 w 3114960"/>
              <a:gd name="connsiteY125" fmla="*/ 396716 h 5143785"/>
              <a:gd name="connsiteX126" fmla="*/ 1113282 w 3114960"/>
              <a:gd name="connsiteY126" fmla="*/ 386239 h 5143785"/>
              <a:gd name="connsiteX127" fmla="*/ 1123760 w 3114960"/>
              <a:gd name="connsiteY127" fmla="*/ 372904 h 5143785"/>
              <a:gd name="connsiteX128" fmla="*/ 618458 w 3114960"/>
              <a:gd name="connsiteY128" fmla="*/ 4396359 h 5143785"/>
              <a:gd name="connsiteX129" fmla="*/ 613696 w 3114960"/>
              <a:gd name="connsiteY129" fmla="*/ 4391025 h 5143785"/>
              <a:gd name="connsiteX130" fmla="*/ 620459 w 3114960"/>
              <a:gd name="connsiteY130" fmla="*/ 4385120 h 5143785"/>
              <a:gd name="connsiteX131" fmla="*/ 625221 w 3114960"/>
              <a:gd name="connsiteY131" fmla="*/ 4390454 h 5143785"/>
              <a:gd name="connsiteX132" fmla="*/ 618458 w 3114960"/>
              <a:gd name="connsiteY132" fmla="*/ 4396359 h 5143785"/>
              <a:gd name="connsiteX133" fmla="*/ 631889 w 3114960"/>
              <a:gd name="connsiteY133" fmla="*/ 1254157 h 5143785"/>
              <a:gd name="connsiteX134" fmla="*/ 636651 w 3114960"/>
              <a:gd name="connsiteY134" fmla="*/ 1255109 h 5143785"/>
              <a:gd name="connsiteX135" fmla="*/ 641414 w 3114960"/>
              <a:gd name="connsiteY135" fmla="*/ 1254157 h 5143785"/>
              <a:gd name="connsiteX136" fmla="*/ 648176 w 3114960"/>
              <a:gd name="connsiteY136" fmla="*/ 1247394 h 5143785"/>
              <a:gd name="connsiteX137" fmla="*/ 648176 w 3114960"/>
              <a:gd name="connsiteY137" fmla="*/ 1237869 h 5143785"/>
              <a:gd name="connsiteX138" fmla="*/ 641414 w 3114960"/>
              <a:gd name="connsiteY138" fmla="*/ 1231202 h 5143785"/>
              <a:gd name="connsiteX139" fmla="*/ 631889 w 3114960"/>
              <a:gd name="connsiteY139" fmla="*/ 1231202 h 5143785"/>
              <a:gd name="connsiteX140" fmla="*/ 625126 w 3114960"/>
              <a:gd name="connsiteY140" fmla="*/ 1237964 h 5143785"/>
              <a:gd name="connsiteX141" fmla="*/ 624650 w 3114960"/>
              <a:gd name="connsiteY141" fmla="*/ 1240250 h 5143785"/>
              <a:gd name="connsiteX142" fmla="*/ 528447 w 3114960"/>
              <a:gd name="connsiteY142" fmla="*/ 1240250 h 5143785"/>
              <a:gd name="connsiteX143" fmla="*/ 512826 w 3114960"/>
              <a:gd name="connsiteY143" fmla="*/ 1226058 h 5143785"/>
              <a:gd name="connsiteX144" fmla="*/ 433102 w 3114960"/>
              <a:gd name="connsiteY144" fmla="*/ 1226058 h 5143785"/>
              <a:gd name="connsiteX145" fmla="*/ 409194 w 3114960"/>
              <a:gd name="connsiteY145" fmla="*/ 1243394 h 5143785"/>
              <a:gd name="connsiteX146" fmla="*/ 406527 w 3114960"/>
              <a:gd name="connsiteY146" fmla="*/ 1242822 h 5143785"/>
              <a:gd name="connsiteX147" fmla="*/ 393859 w 3114960"/>
              <a:gd name="connsiteY147" fmla="*/ 1242822 h 5143785"/>
              <a:gd name="connsiteX148" fmla="*/ 387001 w 3114960"/>
              <a:gd name="connsiteY148" fmla="*/ 1249680 h 5143785"/>
              <a:gd name="connsiteX149" fmla="*/ 387001 w 3114960"/>
              <a:gd name="connsiteY149" fmla="*/ 1262348 h 5143785"/>
              <a:gd name="connsiteX150" fmla="*/ 387477 w 3114960"/>
              <a:gd name="connsiteY150" fmla="*/ 1264730 h 5143785"/>
              <a:gd name="connsiteX151" fmla="*/ 340709 w 3114960"/>
              <a:gd name="connsiteY151" fmla="*/ 1304353 h 5143785"/>
              <a:gd name="connsiteX152" fmla="*/ 326517 w 3114960"/>
              <a:gd name="connsiteY152" fmla="*/ 1304353 h 5143785"/>
              <a:gd name="connsiteX153" fmla="*/ 324993 w 3114960"/>
              <a:gd name="connsiteY153" fmla="*/ 1304925 h 5143785"/>
              <a:gd name="connsiteX154" fmla="*/ 303467 w 3114960"/>
              <a:gd name="connsiteY154" fmla="*/ 1323403 h 5143785"/>
              <a:gd name="connsiteX155" fmla="*/ 302609 w 3114960"/>
              <a:gd name="connsiteY155" fmla="*/ 1325213 h 5143785"/>
              <a:gd name="connsiteX156" fmla="*/ 302228 w 3114960"/>
              <a:gd name="connsiteY156" fmla="*/ 1418082 h 5143785"/>
              <a:gd name="connsiteX157" fmla="*/ 285941 w 3114960"/>
              <a:gd name="connsiteY157" fmla="*/ 1434656 h 5143785"/>
              <a:gd name="connsiteX158" fmla="*/ 225838 w 3114960"/>
              <a:gd name="connsiteY158" fmla="*/ 1434656 h 5143785"/>
              <a:gd name="connsiteX159" fmla="*/ 223171 w 3114960"/>
              <a:gd name="connsiteY159" fmla="*/ 1429417 h 5143785"/>
              <a:gd name="connsiteX160" fmla="*/ 209741 w 3114960"/>
              <a:gd name="connsiteY160" fmla="*/ 1428178 h 5143785"/>
              <a:gd name="connsiteX161" fmla="*/ 209741 w 3114960"/>
              <a:gd name="connsiteY161" fmla="*/ 1428178 h 5143785"/>
              <a:gd name="connsiteX162" fmla="*/ 154591 w 3114960"/>
              <a:gd name="connsiteY162" fmla="*/ 1428178 h 5143785"/>
              <a:gd name="connsiteX163" fmla="*/ 142589 w 3114960"/>
              <a:gd name="connsiteY163" fmla="*/ 1436846 h 5143785"/>
              <a:gd name="connsiteX164" fmla="*/ 0 w 3114960"/>
              <a:gd name="connsiteY164" fmla="*/ 1437227 h 5143785"/>
              <a:gd name="connsiteX165" fmla="*/ 0 w 3114960"/>
              <a:gd name="connsiteY165" fmla="*/ 1441990 h 5143785"/>
              <a:gd name="connsiteX166" fmla="*/ 143351 w 3114960"/>
              <a:gd name="connsiteY166" fmla="*/ 1441609 h 5143785"/>
              <a:gd name="connsiteX167" fmla="*/ 144113 w 3114960"/>
              <a:gd name="connsiteY167" fmla="*/ 1441609 h 5143785"/>
              <a:gd name="connsiteX168" fmla="*/ 156115 w 3114960"/>
              <a:gd name="connsiteY168" fmla="*/ 1432941 h 5143785"/>
              <a:gd name="connsiteX169" fmla="*/ 205454 w 3114960"/>
              <a:gd name="connsiteY169" fmla="*/ 1432941 h 5143785"/>
              <a:gd name="connsiteX170" fmla="*/ 207836 w 3114960"/>
              <a:gd name="connsiteY170" fmla="*/ 1444657 h 5143785"/>
              <a:gd name="connsiteX171" fmla="*/ 215456 w 3114960"/>
              <a:gd name="connsiteY171" fmla="*/ 1447800 h 5143785"/>
              <a:gd name="connsiteX172" fmla="*/ 223076 w 3114960"/>
              <a:gd name="connsiteY172" fmla="*/ 1444657 h 5143785"/>
              <a:gd name="connsiteX173" fmla="*/ 225743 w 3114960"/>
              <a:gd name="connsiteY173" fmla="*/ 1439418 h 5143785"/>
              <a:gd name="connsiteX174" fmla="*/ 286798 w 3114960"/>
              <a:gd name="connsiteY174" fmla="*/ 1439418 h 5143785"/>
              <a:gd name="connsiteX175" fmla="*/ 288512 w 3114960"/>
              <a:gd name="connsiteY175" fmla="*/ 1438751 h 5143785"/>
              <a:gd name="connsiteX176" fmla="*/ 306229 w 3114960"/>
              <a:gd name="connsiteY176" fmla="*/ 1420749 h 5143785"/>
              <a:gd name="connsiteX177" fmla="*/ 306896 w 3114960"/>
              <a:gd name="connsiteY177" fmla="*/ 1419130 h 5143785"/>
              <a:gd name="connsiteX178" fmla="*/ 307277 w 3114960"/>
              <a:gd name="connsiteY178" fmla="*/ 1326356 h 5143785"/>
              <a:gd name="connsiteX179" fmla="*/ 327279 w 3114960"/>
              <a:gd name="connsiteY179" fmla="*/ 1309116 h 5143785"/>
              <a:gd name="connsiteX180" fmla="*/ 341471 w 3114960"/>
              <a:gd name="connsiteY180" fmla="*/ 1309116 h 5143785"/>
              <a:gd name="connsiteX181" fmla="*/ 342995 w 3114960"/>
              <a:gd name="connsiteY181" fmla="*/ 1308545 h 5143785"/>
              <a:gd name="connsiteX182" fmla="*/ 390525 w 3114960"/>
              <a:gd name="connsiteY182" fmla="*/ 1268349 h 5143785"/>
              <a:gd name="connsiteX183" fmla="*/ 393668 w 3114960"/>
              <a:gd name="connsiteY183" fmla="*/ 1269206 h 5143785"/>
              <a:gd name="connsiteX184" fmla="*/ 406337 w 3114960"/>
              <a:gd name="connsiteY184" fmla="*/ 1269206 h 5143785"/>
              <a:gd name="connsiteX185" fmla="*/ 413195 w 3114960"/>
              <a:gd name="connsiteY185" fmla="*/ 1262348 h 5143785"/>
              <a:gd name="connsiteX186" fmla="*/ 413195 w 3114960"/>
              <a:gd name="connsiteY186" fmla="*/ 1249680 h 5143785"/>
              <a:gd name="connsiteX187" fmla="*/ 412433 w 3114960"/>
              <a:gd name="connsiteY187" fmla="*/ 1246727 h 5143785"/>
              <a:gd name="connsiteX188" fmla="*/ 434435 w 3114960"/>
              <a:gd name="connsiteY188" fmla="*/ 1230725 h 5143785"/>
              <a:gd name="connsiteX189" fmla="*/ 510731 w 3114960"/>
              <a:gd name="connsiteY189" fmla="*/ 1230725 h 5143785"/>
              <a:gd name="connsiteX190" fmla="*/ 526352 w 3114960"/>
              <a:gd name="connsiteY190" fmla="*/ 1245013 h 5143785"/>
              <a:gd name="connsiteX191" fmla="*/ 624364 w 3114960"/>
              <a:gd name="connsiteY191" fmla="*/ 1245013 h 5143785"/>
              <a:gd name="connsiteX192" fmla="*/ 631603 w 3114960"/>
              <a:gd name="connsiteY192" fmla="*/ 1254062 h 5143785"/>
              <a:gd name="connsiteX193" fmla="*/ 629602 w 3114960"/>
              <a:gd name="connsiteY193" fmla="*/ 1239774 h 5143785"/>
              <a:gd name="connsiteX194" fmla="*/ 633698 w 3114960"/>
              <a:gd name="connsiteY194" fmla="*/ 1235678 h 5143785"/>
              <a:gd name="connsiteX195" fmla="*/ 636651 w 3114960"/>
              <a:gd name="connsiteY195" fmla="*/ 1235107 h 5143785"/>
              <a:gd name="connsiteX196" fmla="*/ 639604 w 3114960"/>
              <a:gd name="connsiteY196" fmla="*/ 1235678 h 5143785"/>
              <a:gd name="connsiteX197" fmla="*/ 639604 w 3114960"/>
              <a:gd name="connsiteY197" fmla="*/ 1235678 h 5143785"/>
              <a:gd name="connsiteX198" fmla="*/ 643795 w 3114960"/>
              <a:gd name="connsiteY198" fmla="*/ 1239774 h 5143785"/>
              <a:gd name="connsiteX199" fmla="*/ 643795 w 3114960"/>
              <a:gd name="connsiteY199" fmla="*/ 1245680 h 5143785"/>
              <a:gd name="connsiteX200" fmla="*/ 639604 w 3114960"/>
              <a:gd name="connsiteY200" fmla="*/ 1249775 h 5143785"/>
              <a:gd name="connsiteX201" fmla="*/ 633794 w 3114960"/>
              <a:gd name="connsiteY201" fmla="*/ 1249775 h 5143785"/>
              <a:gd name="connsiteX202" fmla="*/ 629602 w 3114960"/>
              <a:gd name="connsiteY202" fmla="*/ 1239774 h 5143785"/>
              <a:gd name="connsiteX203" fmla="*/ 219932 w 3114960"/>
              <a:gd name="connsiteY203" fmla="*/ 1441323 h 5143785"/>
              <a:gd name="connsiteX204" fmla="*/ 211455 w 3114960"/>
              <a:gd name="connsiteY204" fmla="*/ 1441323 h 5143785"/>
              <a:gd name="connsiteX205" fmla="*/ 211455 w 3114960"/>
              <a:gd name="connsiteY205" fmla="*/ 1432846 h 5143785"/>
              <a:gd name="connsiteX206" fmla="*/ 215741 w 3114960"/>
              <a:gd name="connsiteY206" fmla="*/ 1431131 h 5143785"/>
              <a:gd name="connsiteX207" fmla="*/ 220028 w 3114960"/>
              <a:gd name="connsiteY207" fmla="*/ 1432846 h 5143785"/>
              <a:gd name="connsiteX208" fmla="*/ 220028 w 3114960"/>
              <a:gd name="connsiteY208" fmla="*/ 1441323 h 5143785"/>
              <a:gd name="connsiteX209" fmla="*/ 408718 w 3114960"/>
              <a:gd name="connsiteY209" fmla="*/ 1262348 h 5143785"/>
              <a:gd name="connsiteX210" fmla="*/ 406622 w 3114960"/>
              <a:gd name="connsiteY210" fmla="*/ 1264444 h 5143785"/>
              <a:gd name="connsiteX211" fmla="*/ 393954 w 3114960"/>
              <a:gd name="connsiteY211" fmla="*/ 1264444 h 5143785"/>
              <a:gd name="connsiteX212" fmla="*/ 391859 w 3114960"/>
              <a:gd name="connsiteY212" fmla="*/ 1262348 h 5143785"/>
              <a:gd name="connsiteX213" fmla="*/ 391859 w 3114960"/>
              <a:gd name="connsiteY213" fmla="*/ 1249680 h 5143785"/>
              <a:gd name="connsiteX214" fmla="*/ 393954 w 3114960"/>
              <a:gd name="connsiteY214" fmla="*/ 1247585 h 5143785"/>
              <a:gd name="connsiteX215" fmla="*/ 406622 w 3114960"/>
              <a:gd name="connsiteY215" fmla="*/ 1247585 h 5143785"/>
              <a:gd name="connsiteX216" fmla="*/ 408718 w 3114960"/>
              <a:gd name="connsiteY216" fmla="*/ 1249680 h 5143785"/>
              <a:gd name="connsiteX217" fmla="*/ 408718 w 3114960"/>
              <a:gd name="connsiteY217" fmla="*/ 1262348 h 5143785"/>
              <a:gd name="connsiteX218" fmla="*/ 2322195 w 3114960"/>
              <a:gd name="connsiteY218" fmla="*/ 281940 h 5143785"/>
              <a:gd name="connsiteX219" fmla="*/ 2279904 w 3114960"/>
              <a:gd name="connsiteY219" fmla="*/ 281940 h 5143785"/>
              <a:gd name="connsiteX220" fmla="*/ 2273618 w 3114960"/>
              <a:gd name="connsiteY220" fmla="*/ 275749 h 5143785"/>
              <a:gd name="connsiteX221" fmla="*/ 2263045 w 3114960"/>
              <a:gd name="connsiteY221" fmla="*/ 282226 h 5143785"/>
              <a:gd name="connsiteX222" fmla="*/ 2269522 w 3114960"/>
              <a:gd name="connsiteY222" fmla="*/ 292799 h 5143785"/>
              <a:gd name="connsiteX223" fmla="*/ 2279999 w 3114960"/>
              <a:gd name="connsiteY223" fmla="*/ 286607 h 5143785"/>
              <a:gd name="connsiteX224" fmla="*/ 2320481 w 3114960"/>
              <a:gd name="connsiteY224" fmla="*/ 286607 h 5143785"/>
              <a:gd name="connsiteX225" fmla="*/ 2350103 w 3114960"/>
              <a:gd name="connsiteY225" fmla="*/ 311944 h 5143785"/>
              <a:gd name="connsiteX226" fmla="*/ 2320481 w 3114960"/>
              <a:gd name="connsiteY226" fmla="*/ 340138 h 5143785"/>
              <a:gd name="connsiteX227" fmla="*/ 2286286 w 3114960"/>
              <a:gd name="connsiteY227" fmla="*/ 340138 h 5143785"/>
              <a:gd name="connsiteX228" fmla="*/ 2284571 w 3114960"/>
              <a:gd name="connsiteY228" fmla="*/ 335375 h 5143785"/>
              <a:gd name="connsiteX229" fmla="*/ 2276761 w 3114960"/>
              <a:gd name="connsiteY229" fmla="*/ 329660 h 5143785"/>
              <a:gd name="connsiteX230" fmla="*/ 2267236 w 3114960"/>
              <a:gd name="connsiteY230" fmla="*/ 331184 h 5143785"/>
              <a:gd name="connsiteX231" fmla="*/ 2261616 w 3114960"/>
              <a:gd name="connsiteY231" fmla="*/ 338995 h 5143785"/>
              <a:gd name="connsiteX232" fmla="*/ 2263140 w 3114960"/>
              <a:gd name="connsiteY232" fmla="*/ 348520 h 5143785"/>
              <a:gd name="connsiteX233" fmla="*/ 2270951 w 3114960"/>
              <a:gd name="connsiteY233" fmla="*/ 354235 h 5143785"/>
              <a:gd name="connsiteX234" fmla="*/ 2273903 w 3114960"/>
              <a:gd name="connsiteY234" fmla="*/ 354616 h 5143785"/>
              <a:gd name="connsiteX235" fmla="*/ 2280476 w 3114960"/>
              <a:gd name="connsiteY235" fmla="*/ 352806 h 5143785"/>
              <a:gd name="connsiteX236" fmla="*/ 2286095 w 3114960"/>
              <a:gd name="connsiteY236" fmla="*/ 344996 h 5143785"/>
              <a:gd name="connsiteX237" fmla="*/ 2286095 w 3114960"/>
              <a:gd name="connsiteY237" fmla="*/ 344996 h 5143785"/>
              <a:gd name="connsiteX238" fmla="*/ 2322386 w 3114960"/>
              <a:gd name="connsiteY238" fmla="*/ 344996 h 5143785"/>
              <a:gd name="connsiteX239" fmla="*/ 2354390 w 3114960"/>
              <a:gd name="connsiteY239" fmla="*/ 314420 h 5143785"/>
              <a:gd name="connsiteX240" fmla="*/ 2525459 w 3114960"/>
              <a:gd name="connsiteY240" fmla="*/ 314420 h 5143785"/>
              <a:gd name="connsiteX241" fmla="*/ 2525459 w 3114960"/>
              <a:gd name="connsiteY241" fmla="*/ 315182 h 5143785"/>
              <a:gd name="connsiteX242" fmla="*/ 2531840 w 3114960"/>
              <a:gd name="connsiteY242" fmla="*/ 324326 h 5143785"/>
              <a:gd name="connsiteX243" fmla="*/ 2539651 w 3114960"/>
              <a:gd name="connsiteY243" fmla="*/ 326612 h 5143785"/>
              <a:gd name="connsiteX244" fmla="*/ 2542794 w 3114960"/>
              <a:gd name="connsiteY244" fmla="*/ 326231 h 5143785"/>
              <a:gd name="connsiteX245" fmla="*/ 2551938 w 3114960"/>
              <a:gd name="connsiteY245" fmla="*/ 319850 h 5143785"/>
              <a:gd name="connsiteX246" fmla="*/ 2553938 w 3114960"/>
              <a:gd name="connsiteY246" fmla="*/ 308991 h 5143785"/>
              <a:gd name="connsiteX247" fmla="*/ 2574131 w 3114960"/>
              <a:gd name="connsiteY247" fmla="*/ 291275 h 5143785"/>
              <a:gd name="connsiteX248" fmla="*/ 2944844 w 3114960"/>
              <a:gd name="connsiteY248" fmla="*/ 291275 h 5143785"/>
              <a:gd name="connsiteX249" fmla="*/ 2946273 w 3114960"/>
              <a:gd name="connsiteY249" fmla="*/ 297085 h 5143785"/>
              <a:gd name="connsiteX250" fmla="*/ 2953607 w 3114960"/>
              <a:gd name="connsiteY250" fmla="*/ 302705 h 5143785"/>
              <a:gd name="connsiteX251" fmla="*/ 2956751 w 3114960"/>
              <a:gd name="connsiteY251" fmla="*/ 303086 h 5143785"/>
              <a:gd name="connsiteX252" fmla="*/ 2962751 w 3114960"/>
              <a:gd name="connsiteY252" fmla="*/ 301466 h 5143785"/>
              <a:gd name="connsiteX253" fmla="*/ 2968371 w 3114960"/>
              <a:gd name="connsiteY253" fmla="*/ 294132 h 5143785"/>
              <a:gd name="connsiteX254" fmla="*/ 2968371 w 3114960"/>
              <a:gd name="connsiteY254" fmla="*/ 293370 h 5143785"/>
              <a:gd name="connsiteX255" fmla="*/ 3114580 w 3114960"/>
              <a:gd name="connsiteY255" fmla="*/ 292513 h 5143785"/>
              <a:gd name="connsiteX256" fmla="*/ 3114580 w 3114960"/>
              <a:gd name="connsiteY256" fmla="*/ 287750 h 5143785"/>
              <a:gd name="connsiteX257" fmla="*/ 2968276 w 3114960"/>
              <a:gd name="connsiteY257" fmla="*/ 288608 h 5143785"/>
              <a:gd name="connsiteX258" fmla="*/ 2967038 w 3114960"/>
              <a:gd name="connsiteY258" fmla="*/ 284988 h 5143785"/>
              <a:gd name="connsiteX259" fmla="*/ 2959703 w 3114960"/>
              <a:gd name="connsiteY259" fmla="*/ 279368 h 5143785"/>
              <a:gd name="connsiteX260" fmla="*/ 2950559 w 3114960"/>
              <a:gd name="connsiteY260" fmla="*/ 280607 h 5143785"/>
              <a:gd name="connsiteX261" fmla="*/ 2944940 w 3114960"/>
              <a:gd name="connsiteY261" fmla="*/ 287941 h 5143785"/>
              <a:gd name="connsiteX262" fmla="*/ 2944940 w 3114960"/>
              <a:gd name="connsiteY262" fmla="*/ 288798 h 5143785"/>
              <a:gd name="connsiteX263" fmla="*/ 2573179 w 3114960"/>
              <a:gd name="connsiteY263" fmla="*/ 288798 h 5143785"/>
              <a:gd name="connsiteX264" fmla="*/ 2552891 w 3114960"/>
              <a:gd name="connsiteY264" fmla="*/ 306610 h 5143785"/>
              <a:gd name="connsiteX265" fmla="*/ 2547557 w 3114960"/>
              <a:gd name="connsiteY265" fmla="*/ 299752 h 5143785"/>
              <a:gd name="connsiteX266" fmla="*/ 2536603 w 3114960"/>
              <a:gd name="connsiteY266" fmla="*/ 297752 h 5143785"/>
              <a:gd name="connsiteX267" fmla="*/ 2525459 w 3114960"/>
              <a:gd name="connsiteY267" fmla="*/ 309563 h 5143785"/>
              <a:gd name="connsiteX268" fmla="*/ 2354675 w 3114960"/>
              <a:gd name="connsiteY268" fmla="*/ 309563 h 5143785"/>
              <a:gd name="connsiteX269" fmla="*/ 2322195 w 3114960"/>
              <a:gd name="connsiteY269" fmla="*/ 281845 h 5143785"/>
              <a:gd name="connsiteX270" fmla="*/ 2281428 w 3114960"/>
              <a:gd name="connsiteY270" fmla="*/ 343948 h 5143785"/>
              <a:gd name="connsiteX271" fmla="*/ 2277904 w 3114960"/>
              <a:gd name="connsiteY271" fmla="*/ 348806 h 5143785"/>
              <a:gd name="connsiteX272" fmla="*/ 2271998 w 3114960"/>
              <a:gd name="connsiteY272" fmla="*/ 349758 h 5143785"/>
              <a:gd name="connsiteX273" fmla="*/ 2266283 w 3114960"/>
              <a:gd name="connsiteY273" fmla="*/ 340328 h 5143785"/>
              <a:gd name="connsiteX274" fmla="*/ 2269808 w 3114960"/>
              <a:gd name="connsiteY274" fmla="*/ 335471 h 5143785"/>
              <a:gd name="connsiteX275" fmla="*/ 2273903 w 3114960"/>
              <a:gd name="connsiteY275" fmla="*/ 334328 h 5143785"/>
              <a:gd name="connsiteX276" fmla="*/ 2275713 w 3114960"/>
              <a:gd name="connsiteY276" fmla="*/ 334518 h 5143785"/>
              <a:gd name="connsiteX277" fmla="*/ 2280571 w 3114960"/>
              <a:gd name="connsiteY277" fmla="*/ 338042 h 5143785"/>
              <a:gd name="connsiteX278" fmla="*/ 2281523 w 3114960"/>
              <a:gd name="connsiteY278" fmla="*/ 343948 h 5143785"/>
              <a:gd name="connsiteX279" fmla="*/ 2953131 w 3114960"/>
              <a:gd name="connsiteY279" fmla="*/ 284893 h 5143785"/>
              <a:gd name="connsiteX280" fmla="*/ 2958751 w 3114960"/>
              <a:gd name="connsiteY280" fmla="*/ 284131 h 5143785"/>
              <a:gd name="connsiteX281" fmla="*/ 2963228 w 3114960"/>
              <a:gd name="connsiteY281" fmla="*/ 287560 h 5143785"/>
              <a:gd name="connsiteX282" fmla="*/ 2963990 w 3114960"/>
              <a:gd name="connsiteY282" fmla="*/ 293084 h 5143785"/>
              <a:gd name="connsiteX283" fmla="*/ 2960561 w 3114960"/>
              <a:gd name="connsiteY283" fmla="*/ 297561 h 5143785"/>
              <a:gd name="connsiteX284" fmla="*/ 2955036 w 3114960"/>
              <a:gd name="connsiteY284" fmla="*/ 298323 h 5143785"/>
              <a:gd name="connsiteX285" fmla="*/ 2950559 w 3114960"/>
              <a:gd name="connsiteY285" fmla="*/ 294894 h 5143785"/>
              <a:gd name="connsiteX286" fmla="*/ 2953226 w 3114960"/>
              <a:gd name="connsiteY286" fmla="*/ 284893 h 5143785"/>
              <a:gd name="connsiteX287" fmla="*/ 2537651 w 3114960"/>
              <a:gd name="connsiteY287" fmla="*/ 302609 h 5143785"/>
              <a:gd name="connsiteX288" fmla="*/ 2539746 w 3114960"/>
              <a:gd name="connsiteY288" fmla="*/ 302419 h 5143785"/>
              <a:gd name="connsiteX289" fmla="*/ 2544985 w 3114960"/>
              <a:gd name="connsiteY289" fmla="*/ 303943 h 5143785"/>
              <a:gd name="connsiteX290" fmla="*/ 2549271 w 3114960"/>
              <a:gd name="connsiteY290" fmla="*/ 310039 h 5143785"/>
              <a:gd name="connsiteX291" fmla="*/ 2547938 w 3114960"/>
              <a:gd name="connsiteY291" fmla="*/ 317373 h 5143785"/>
              <a:gd name="connsiteX292" fmla="*/ 2541842 w 3114960"/>
              <a:gd name="connsiteY292" fmla="*/ 321659 h 5143785"/>
              <a:gd name="connsiteX293" fmla="*/ 2534507 w 3114960"/>
              <a:gd name="connsiteY293" fmla="*/ 320326 h 5143785"/>
              <a:gd name="connsiteX294" fmla="*/ 2530221 w 3114960"/>
              <a:gd name="connsiteY294" fmla="*/ 314230 h 5143785"/>
              <a:gd name="connsiteX295" fmla="*/ 2537651 w 3114960"/>
              <a:gd name="connsiteY295" fmla="*/ 302609 h 5143785"/>
              <a:gd name="connsiteX296" fmla="*/ 2201418 w 3114960"/>
              <a:gd name="connsiteY296" fmla="*/ 4360450 h 5143785"/>
              <a:gd name="connsiteX297" fmla="*/ 2201609 w 3114960"/>
              <a:gd name="connsiteY297" fmla="*/ 4358164 h 5143785"/>
              <a:gd name="connsiteX298" fmla="*/ 2186464 w 3114960"/>
              <a:gd name="connsiteY298" fmla="*/ 4323112 h 5143785"/>
              <a:gd name="connsiteX299" fmla="*/ 2190274 w 3114960"/>
              <a:gd name="connsiteY299" fmla="*/ 4314159 h 5143785"/>
              <a:gd name="connsiteX300" fmla="*/ 2179987 w 3114960"/>
              <a:gd name="connsiteY300" fmla="*/ 4307301 h 5143785"/>
              <a:gd name="connsiteX301" fmla="*/ 2173129 w 3114960"/>
              <a:gd name="connsiteY301" fmla="*/ 4317587 h 5143785"/>
              <a:gd name="connsiteX302" fmla="*/ 2181701 w 3114960"/>
              <a:gd name="connsiteY302" fmla="*/ 4324445 h 5143785"/>
              <a:gd name="connsiteX303" fmla="*/ 2195608 w 3114960"/>
              <a:gd name="connsiteY303" fmla="*/ 4356735 h 5143785"/>
              <a:gd name="connsiteX304" fmla="*/ 2178272 w 3114960"/>
              <a:gd name="connsiteY304" fmla="*/ 4356735 h 5143785"/>
              <a:gd name="connsiteX305" fmla="*/ 2176558 w 3114960"/>
              <a:gd name="connsiteY305" fmla="*/ 4357497 h 5143785"/>
              <a:gd name="connsiteX306" fmla="*/ 2175891 w 3114960"/>
              <a:gd name="connsiteY306" fmla="*/ 4359212 h 5143785"/>
              <a:gd name="connsiteX307" fmla="*/ 2175891 w 3114960"/>
              <a:gd name="connsiteY307" fmla="*/ 4397788 h 5143785"/>
              <a:gd name="connsiteX308" fmla="*/ 2173986 w 3114960"/>
              <a:gd name="connsiteY308" fmla="*/ 4402646 h 5143785"/>
              <a:gd name="connsiteX309" fmla="*/ 2169128 w 3114960"/>
              <a:gd name="connsiteY309" fmla="*/ 4404551 h 5143785"/>
              <a:gd name="connsiteX310" fmla="*/ 2162461 w 3114960"/>
              <a:gd name="connsiteY310" fmla="*/ 4397788 h 5143785"/>
              <a:gd name="connsiteX311" fmla="*/ 2162461 w 3114960"/>
              <a:gd name="connsiteY311" fmla="*/ 4358259 h 5143785"/>
              <a:gd name="connsiteX312" fmla="*/ 2159413 w 3114960"/>
              <a:gd name="connsiteY312" fmla="*/ 4350544 h 5143785"/>
              <a:gd name="connsiteX313" fmla="*/ 2151698 w 3114960"/>
              <a:gd name="connsiteY313" fmla="*/ 4347401 h 5143785"/>
              <a:gd name="connsiteX314" fmla="*/ 2150936 w 3114960"/>
              <a:gd name="connsiteY314" fmla="*/ 4347401 h 5143785"/>
              <a:gd name="connsiteX315" fmla="*/ 2140077 w 3114960"/>
              <a:gd name="connsiteY315" fmla="*/ 4358164 h 5143785"/>
              <a:gd name="connsiteX316" fmla="*/ 2139791 w 3114960"/>
              <a:gd name="connsiteY316" fmla="*/ 4400455 h 5143785"/>
              <a:gd name="connsiteX317" fmla="*/ 2135410 w 3114960"/>
              <a:gd name="connsiteY317" fmla="*/ 4404837 h 5143785"/>
              <a:gd name="connsiteX318" fmla="*/ 2135410 w 3114960"/>
              <a:gd name="connsiteY318" fmla="*/ 4404837 h 5143785"/>
              <a:gd name="connsiteX319" fmla="*/ 2132267 w 3114960"/>
              <a:gd name="connsiteY319" fmla="*/ 4403503 h 5143785"/>
              <a:gd name="connsiteX320" fmla="*/ 2130933 w 3114960"/>
              <a:gd name="connsiteY320" fmla="*/ 4400360 h 5143785"/>
              <a:gd name="connsiteX321" fmla="*/ 2130933 w 3114960"/>
              <a:gd name="connsiteY321" fmla="*/ 4358354 h 5143785"/>
              <a:gd name="connsiteX322" fmla="*/ 2127695 w 3114960"/>
              <a:gd name="connsiteY322" fmla="*/ 4350544 h 5143785"/>
              <a:gd name="connsiteX323" fmla="*/ 2119884 w 3114960"/>
              <a:gd name="connsiteY323" fmla="*/ 4347305 h 5143785"/>
              <a:gd name="connsiteX324" fmla="*/ 2108930 w 3114960"/>
              <a:gd name="connsiteY324" fmla="*/ 4358259 h 5143785"/>
              <a:gd name="connsiteX325" fmla="*/ 2108930 w 3114960"/>
              <a:gd name="connsiteY325" fmla="*/ 4414171 h 5143785"/>
              <a:gd name="connsiteX326" fmla="*/ 2100453 w 3114960"/>
              <a:gd name="connsiteY326" fmla="*/ 4414171 h 5143785"/>
              <a:gd name="connsiteX327" fmla="*/ 2094833 w 3114960"/>
              <a:gd name="connsiteY327" fmla="*/ 4416267 h 5143785"/>
              <a:gd name="connsiteX328" fmla="*/ 2092452 w 3114960"/>
              <a:gd name="connsiteY328" fmla="*/ 4421791 h 5143785"/>
              <a:gd name="connsiteX329" fmla="*/ 2092452 w 3114960"/>
              <a:gd name="connsiteY329" fmla="*/ 4426172 h 5143785"/>
              <a:gd name="connsiteX330" fmla="*/ 2100167 w 3114960"/>
              <a:gd name="connsiteY330" fmla="*/ 4434078 h 5143785"/>
              <a:gd name="connsiteX331" fmla="*/ 2123694 w 3114960"/>
              <a:gd name="connsiteY331" fmla="*/ 4434364 h 5143785"/>
              <a:gd name="connsiteX332" fmla="*/ 2123694 w 3114960"/>
              <a:gd name="connsiteY332" fmla="*/ 4434364 h 5143785"/>
              <a:gd name="connsiteX333" fmla="*/ 2131505 w 3114960"/>
              <a:gd name="connsiteY333" fmla="*/ 4426554 h 5143785"/>
              <a:gd name="connsiteX334" fmla="*/ 2131505 w 3114960"/>
              <a:gd name="connsiteY334" fmla="*/ 4422172 h 5143785"/>
              <a:gd name="connsiteX335" fmla="*/ 2129314 w 3114960"/>
              <a:gd name="connsiteY335" fmla="*/ 4416552 h 5143785"/>
              <a:gd name="connsiteX336" fmla="*/ 2123789 w 3114960"/>
              <a:gd name="connsiteY336" fmla="*/ 4414171 h 5143785"/>
              <a:gd name="connsiteX337" fmla="*/ 2113598 w 3114960"/>
              <a:gd name="connsiteY337" fmla="*/ 4414171 h 5143785"/>
              <a:gd name="connsiteX338" fmla="*/ 2113598 w 3114960"/>
              <a:gd name="connsiteY338" fmla="*/ 4358069 h 5143785"/>
              <a:gd name="connsiteX339" fmla="*/ 2119694 w 3114960"/>
              <a:gd name="connsiteY339" fmla="*/ 4351973 h 5143785"/>
              <a:gd name="connsiteX340" fmla="*/ 2123980 w 3114960"/>
              <a:gd name="connsiteY340" fmla="*/ 4353782 h 5143785"/>
              <a:gd name="connsiteX341" fmla="*/ 2125790 w 3114960"/>
              <a:gd name="connsiteY341" fmla="*/ 4358069 h 5143785"/>
              <a:gd name="connsiteX342" fmla="*/ 2125790 w 3114960"/>
              <a:gd name="connsiteY342" fmla="*/ 4400074 h 5143785"/>
              <a:gd name="connsiteX343" fmla="*/ 2128552 w 3114960"/>
              <a:gd name="connsiteY343" fmla="*/ 4406646 h 5143785"/>
              <a:gd name="connsiteX344" fmla="*/ 2135124 w 3114960"/>
              <a:gd name="connsiteY344" fmla="*/ 4409409 h 5143785"/>
              <a:gd name="connsiteX345" fmla="*/ 2135124 w 3114960"/>
              <a:gd name="connsiteY345" fmla="*/ 4409409 h 5143785"/>
              <a:gd name="connsiteX346" fmla="*/ 2144363 w 3114960"/>
              <a:gd name="connsiteY346" fmla="*/ 4400169 h 5143785"/>
              <a:gd name="connsiteX347" fmla="*/ 2144649 w 3114960"/>
              <a:gd name="connsiteY347" fmla="*/ 4357878 h 5143785"/>
              <a:gd name="connsiteX348" fmla="*/ 2150650 w 3114960"/>
              <a:gd name="connsiteY348" fmla="*/ 4351973 h 5143785"/>
              <a:gd name="connsiteX349" fmla="*/ 2151412 w 3114960"/>
              <a:gd name="connsiteY349" fmla="*/ 4351973 h 5143785"/>
              <a:gd name="connsiteX350" fmla="*/ 2155603 w 3114960"/>
              <a:gd name="connsiteY350" fmla="*/ 4353687 h 5143785"/>
              <a:gd name="connsiteX351" fmla="*/ 2157317 w 3114960"/>
              <a:gd name="connsiteY351" fmla="*/ 4357973 h 5143785"/>
              <a:gd name="connsiteX352" fmla="*/ 2157317 w 3114960"/>
              <a:gd name="connsiteY352" fmla="*/ 4397502 h 5143785"/>
              <a:gd name="connsiteX353" fmla="*/ 2168747 w 3114960"/>
              <a:gd name="connsiteY353" fmla="*/ 4409218 h 5143785"/>
              <a:gd name="connsiteX354" fmla="*/ 2177034 w 3114960"/>
              <a:gd name="connsiteY354" fmla="*/ 4405884 h 5143785"/>
              <a:gd name="connsiteX355" fmla="*/ 2180558 w 3114960"/>
              <a:gd name="connsiteY355" fmla="*/ 4397597 h 5143785"/>
              <a:gd name="connsiteX356" fmla="*/ 2180558 w 3114960"/>
              <a:gd name="connsiteY356" fmla="*/ 4361498 h 5143785"/>
              <a:gd name="connsiteX357" fmla="*/ 2199132 w 3114960"/>
              <a:gd name="connsiteY357" fmla="*/ 4361498 h 5143785"/>
              <a:gd name="connsiteX358" fmla="*/ 2201132 w 3114960"/>
              <a:gd name="connsiteY358" fmla="*/ 4360355 h 5143785"/>
              <a:gd name="connsiteX359" fmla="*/ 2103501 w 3114960"/>
              <a:gd name="connsiteY359" fmla="*/ 4429316 h 5143785"/>
              <a:gd name="connsiteX360" fmla="*/ 2100263 w 3114960"/>
              <a:gd name="connsiteY360" fmla="*/ 4429316 h 5143785"/>
              <a:gd name="connsiteX361" fmla="*/ 2098167 w 3114960"/>
              <a:gd name="connsiteY361" fmla="*/ 4428363 h 5143785"/>
              <a:gd name="connsiteX362" fmla="*/ 2097310 w 3114960"/>
              <a:gd name="connsiteY362" fmla="*/ 4426268 h 5143785"/>
              <a:gd name="connsiteX363" fmla="*/ 2097310 w 3114960"/>
              <a:gd name="connsiteY363" fmla="*/ 4421886 h 5143785"/>
              <a:gd name="connsiteX364" fmla="*/ 2098262 w 3114960"/>
              <a:gd name="connsiteY364" fmla="*/ 4419791 h 5143785"/>
              <a:gd name="connsiteX365" fmla="*/ 2100358 w 3114960"/>
              <a:gd name="connsiteY365" fmla="*/ 4418934 h 5143785"/>
              <a:gd name="connsiteX366" fmla="*/ 2103596 w 3114960"/>
              <a:gd name="connsiteY366" fmla="*/ 4418934 h 5143785"/>
              <a:gd name="connsiteX367" fmla="*/ 2103501 w 3114960"/>
              <a:gd name="connsiteY367" fmla="*/ 4429316 h 5143785"/>
              <a:gd name="connsiteX368" fmla="*/ 2119217 w 3114960"/>
              <a:gd name="connsiteY368" fmla="*/ 4419124 h 5143785"/>
              <a:gd name="connsiteX369" fmla="*/ 2123789 w 3114960"/>
              <a:gd name="connsiteY369" fmla="*/ 4419124 h 5143785"/>
              <a:gd name="connsiteX370" fmla="*/ 2125885 w 3114960"/>
              <a:gd name="connsiteY370" fmla="*/ 4420077 h 5143785"/>
              <a:gd name="connsiteX371" fmla="*/ 2126742 w 3114960"/>
              <a:gd name="connsiteY371" fmla="*/ 4422172 h 5143785"/>
              <a:gd name="connsiteX372" fmla="*/ 2126742 w 3114960"/>
              <a:gd name="connsiteY372" fmla="*/ 4426554 h 5143785"/>
              <a:gd name="connsiteX373" fmla="*/ 2123694 w 3114960"/>
              <a:gd name="connsiteY373" fmla="*/ 4429506 h 5143785"/>
              <a:gd name="connsiteX374" fmla="*/ 2119027 w 3114960"/>
              <a:gd name="connsiteY374" fmla="*/ 4429506 h 5143785"/>
              <a:gd name="connsiteX375" fmla="*/ 2119122 w 3114960"/>
              <a:gd name="connsiteY375" fmla="*/ 4419124 h 5143785"/>
              <a:gd name="connsiteX376" fmla="*/ 557594 w 3114960"/>
              <a:gd name="connsiteY376" fmla="*/ 2261616 h 5143785"/>
              <a:gd name="connsiteX377" fmla="*/ 554165 w 3114960"/>
              <a:gd name="connsiteY377" fmla="*/ 2258282 h 5143785"/>
              <a:gd name="connsiteX378" fmla="*/ 560356 w 3114960"/>
              <a:gd name="connsiteY378" fmla="*/ 2251901 h 5143785"/>
              <a:gd name="connsiteX379" fmla="*/ 563785 w 3114960"/>
              <a:gd name="connsiteY379" fmla="*/ 2255234 h 5143785"/>
              <a:gd name="connsiteX380" fmla="*/ 557594 w 3114960"/>
              <a:gd name="connsiteY380" fmla="*/ 2261616 h 5143785"/>
              <a:gd name="connsiteX381" fmla="*/ 2721102 w 3114960"/>
              <a:gd name="connsiteY381" fmla="*/ 4750689 h 5143785"/>
              <a:gd name="connsiteX382" fmla="*/ 2730437 w 3114960"/>
              <a:gd name="connsiteY382" fmla="*/ 4761834 h 5143785"/>
              <a:gd name="connsiteX383" fmla="*/ 2730437 w 3114960"/>
              <a:gd name="connsiteY383" fmla="*/ 4806696 h 5143785"/>
              <a:gd name="connsiteX384" fmla="*/ 2719769 w 3114960"/>
              <a:gd name="connsiteY384" fmla="*/ 4819460 h 5143785"/>
              <a:gd name="connsiteX385" fmla="*/ 2732818 w 3114960"/>
              <a:gd name="connsiteY385" fmla="*/ 4832509 h 5143785"/>
              <a:gd name="connsiteX386" fmla="*/ 2745867 w 3114960"/>
              <a:gd name="connsiteY386" fmla="*/ 4819460 h 5143785"/>
              <a:gd name="connsiteX387" fmla="*/ 2735199 w 3114960"/>
              <a:gd name="connsiteY387" fmla="*/ 4806696 h 5143785"/>
              <a:gd name="connsiteX388" fmla="*/ 2735199 w 3114960"/>
              <a:gd name="connsiteY388" fmla="*/ 4760119 h 5143785"/>
              <a:gd name="connsiteX389" fmla="*/ 2723388 w 3114960"/>
              <a:gd name="connsiteY389" fmla="*/ 4745927 h 5143785"/>
              <a:gd name="connsiteX390" fmla="*/ 2485549 w 3114960"/>
              <a:gd name="connsiteY390" fmla="*/ 4746308 h 5143785"/>
              <a:gd name="connsiteX391" fmla="*/ 2464594 w 3114960"/>
              <a:gd name="connsiteY391" fmla="*/ 4722114 h 5143785"/>
              <a:gd name="connsiteX392" fmla="*/ 2464594 w 3114960"/>
              <a:gd name="connsiteY392" fmla="*/ 4554284 h 5143785"/>
              <a:gd name="connsiteX393" fmla="*/ 2481929 w 3114960"/>
              <a:gd name="connsiteY393" fmla="*/ 4533710 h 5143785"/>
              <a:gd name="connsiteX394" fmla="*/ 2481739 w 3114960"/>
              <a:gd name="connsiteY394" fmla="*/ 4426554 h 5143785"/>
              <a:gd name="connsiteX395" fmla="*/ 2490788 w 3114960"/>
              <a:gd name="connsiteY395" fmla="*/ 4419886 h 5143785"/>
              <a:gd name="connsiteX396" fmla="*/ 2485168 w 3114960"/>
              <a:gd name="connsiteY396" fmla="*/ 4402931 h 5143785"/>
              <a:gd name="connsiteX397" fmla="*/ 2468213 w 3114960"/>
              <a:gd name="connsiteY397" fmla="*/ 4408551 h 5143785"/>
              <a:gd name="connsiteX398" fmla="*/ 2473833 w 3114960"/>
              <a:gd name="connsiteY398" fmla="*/ 4425506 h 5143785"/>
              <a:gd name="connsiteX399" fmla="*/ 2476976 w 3114960"/>
              <a:gd name="connsiteY399" fmla="*/ 4426554 h 5143785"/>
              <a:gd name="connsiteX400" fmla="*/ 2477167 w 3114960"/>
              <a:gd name="connsiteY400" fmla="*/ 4531995 h 5143785"/>
              <a:gd name="connsiteX401" fmla="*/ 2459831 w 3114960"/>
              <a:gd name="connsiteY401" fmla="*/ 4552474 h 5143785"/>
              <a:gd name="connsiteX402" fmla="*/ 2459831 w 3114960"/>
              <a:gd name="connsiteY402" fmla="*/ 4723924 h 5143785"/>
              <a:gd name="connsiteX403" fmla="*/ 2483453 w 3114960"/>
              <a:gd name="connsiteY403" fmla="*/ 4751070 h 5143785"/>
              <a:gd name="connsiteX404" fmla="*/ 2721293 w 3114960"/>
              <a:gd name="connsiteY404" fmla="*/ 4750689 h 5143785"/>
              <a:gd name="connsiteX405" fmla="*/ 2475834 w 3114960"/>
              <a:gd name="connsiteY405" fmla="*/ 4421315 h 5143785"/>
              <a:gd name="connsiteX406" fmla="*/ 2471928 w 3114960"/>
              <a:gd name="connsiteY406" fmla="*/ 4416743 h 5143785"/>
              <a:gd name="connsiteX407" fmla="*/ 2472309 w 3114960"/>
              <a:gd name="connsiteY407" fmla="*/ 4410742 h 5143785"/>
              <a:gd name="connsiteX408" fmla="*/ 2479358 w 3114960"/>
              <a:gd name="connsiteY408" fmla="*/ 4406361 h 5143785"/>
              <a:gd name="connsiteX409" fmla="*/ 2482882 w 3114960"/>
              <a:gd name="connsiteY409" fmla="*/ 4407218 h 5143785"/>
              <a:gd name="connsiteX410" fmla="*/ 2486787 w 3114960"/>
              <a:gd name="connsiteY410" fmla="*/ 4411790 h 5143785"/>
              <a:gd name="connsiteX411" fmla="*/ 2486406 w 3114960"/>
              <a:gd name="connsiteY411" fmla="*/ 4417790 h 5143785"/>
              <a:gd name="connsiteX412" fmla="*/ 2481834 w 3114960"/>
              <a:gd name="connsiteY412" fmla="*/ 4421696 h 5143785"/>
              <a:gd name="connsiteX413" fmla="*/ 2475834 w 3114960"/>
              <a:gd name="connsiteY413" fmla="*/ 4421315 h 5143785"/>
              <a:gd name="connsiteX414" fmla="*/ 2997327 w 3114960"/>
              <a:gd name="connsiteY414" fmla="*/ 224504 h 5143785"/>
              <a:gd name="connsiteX415" fmla="*/ 3009234 w 3114960"/>
              <a:gd name="connsiteY415" fmla="*/ 224504 h 5143785"/>
              <a:gd name="connsiteX416" fmla="*/ 3013520 w 3114960"/>
              <a:gd name="connsiteY416" fmla="*/ 220218 h 5143785"/>
              <a:gd name="connsiteX417" fmla="*/ 3013520 w 3114960"/>
              <a:gd name="connsiteY417" fmla="*/ 216503 h 5143785"/>
              <a:gd name="connsiteX418" fmla="*/ 3114675 w 3114960"/>
              <a:gd name="connsiteY418" fmla="*/ 216503 h 5143785"/>
              <a:gd name="connsiteX419" fmla="*/ 3114675 w 3114960"/>
              <a:gd name="connsiteY419" fmla="*/ 211741 h 5143785"/>
              <a:gd name="connsiteX420" fmla="*/ 3013520 w 3114960"/>
              <a:gd name="connsiteY420" fmla="*/ 211741 h 5143785"/>
              <a:gd name="connsiteX421" fmla="*/ 3013520 w 3114960"/>
              <a:gd name="connsiteY421" fmla="*/ 208217 h 5143785"/>
              <a:gd name="connsiteX422" fmla="*/ 3009234 w 3114960"/>
              <a:gd name="connsiteY422" fmla="*/ 203930 h 5143785"/>
              <a:gd name="connsiteX423" fmla="*/ 2997327 w 3114960"/>
              <a:gd name="connsiteY423" fmla="*/ 203930 h 5143785"/>
              <a:gd name="connsiteX424" fmla="*/ 2993041 w 3114960"/>
              <a:gd name="connsiteY424" fmla="*/ 208217 h 5143785"/>
              <a:gd name="connsiteX425" fmla="*/ 2993041 w 3114960"/>
              <a:gd name="connsiteY425" fmla="*/ 212979 h 5143785"/>
              <a:gd name="connsiteX426" fmla="*/ 2977992 w 3114960"/>
              <a:gd name="connsiteY426" fmla="*/ 212979 h 5143785"/>
              <a:gd name="connsiteX427" fmla="*/ 2979134 w 3114960"/>
              <a:gd name="connsiteY427" fmla="*/ 0 h 5143785"/>
              <a:gd name="connsiteX428" fmla="*/ 2974372 w 3114960"/>
              <a:gd name="connsiteY428" fmla="*/ 0 h 5143785"/>
              <a:gd name="connsiteX429" fmla="*/ 2973229 w 3114960"/>
              <a:gd name="connsiteY429" fmla="*/ 215360 h 5143785"/>
              <a:gd name="connsiteX430" fmla="*/ 2973896 w 3114960"/>
              <a:gd name="connsiteY430" fmla="*/ 217075 h 5143785"/>
              <a:gd name="connsiteX431" fmla="*/ 2975610 w 3114960"/>
              <a:gd name="connsiteY431" fmla="*/ 217742 h 5143785"/>
              <a:gd name="connsiteX432" fmla="*/ 2993041 w 3114960"/>
              <a:gd name="connsiteY432" fmla="*/ 217742 h 5143785"/>
              <a:gd name="connsiteX433" fmla="*/ 2993041 w 3114960"/>
              <a:gd name="connsiteY433" fmla="*/ 220123 h 5143785"/>
              <a:gd name="connsiteX434" fmla="*/ 2997327 w 3114960"/>
              <a:gd name="connsiteY434" fmla="*/ 224409 h 5143785"/>
              <a:gd name="connsiteX435" fmla="*/ 2997803 w 3114960"/>
              <a:gd name="connsiteY435" fmla="*/ 208788 h 5143785"/>
              <a:gd name="connsiteX436" fmla="*/ 3008757 w 3114960"/>
              <a:gd name="connsiteY436" fmla="*/ 208788 h 5143785"/>
              <a:gd name="connsiteX437" fmla="*/ 3008757 w 3114960"/>
              <a:gd name="connsiteY437" fmla="*/ 219742 h 5143785"/>
              <a:gd name="connsiteX438" fmla="*/ 2997803 w 3114960"/>
              <a:gd name="connsiteY438" fmla="*/ 219742 h 5143785"/>
              <a:gd name="connsiteX439" fmla="*/ 2997803 w 3114960"/>
              <a:gd name="connsiteY439" fmla="*/ 208788 h 5143785"/>
              <a:gd name="connsiteX440" fmla="*/ 1250823 w 3114960"/>
              <a:gd name="connsiteY440" fmla="*/ 1286732 h 5143785"/>
              <a:gd name="connsiteX441" fmla="*/ 1262729 w 3114960"/>
              <a:gd name="connsiteY441" fmla="*/ 1274826 h 5143785"/>
              <a:gd name="connsiteX442" fmla="*/ 1274636 w 3114960"/>
              <a:gd name="connsiteY442" fmla="*/ 1286732 h 5143785"/>
              <a:gd name="connsiteX443" fmla="*/ 1262729 w 3114960"/>
              <a:gd name="connsiteY443" fmla="*/ 1298639 h 5143785"/>
              <a:gd name="connsiteX444" fmla="*/ 1250823 w 3114960"/>
              <a:gd name="connsiteY444" fmla="*/ 1286732 h 5143785"/>
              <a:gd name="connsiteX445" fmla="*/ 3028093 w 3114960"/>
              <a:gd name="connsiteY445" fmla="*/ 185452 h 5143785"/>
              <a:gd name="connsiteX446" fmla="*/ 3028760 w 3114960"/>
              <a:gd name="connsiteY446" fmla="*/ 193453 h 5143785"/>
              <a:gd name="connsiteX447" fmla="*/ 3034665 w 3114960"/>
              <a:gd name="connsiteY447" fmla="*/ 198025 h 5143785"/>
              <a:gd name="connsiteX448" fmla="*/ 3037237 w 3114960"/>
              <a:gd name="connsiteY448" fmla="*/ 198406 h 5143785"/>
              <a:gd name="connsiteX449" fmla="*/ 3042095 w 3114960"/>
              <a:gd name="connsiteY449" fmla="*/ 197072 h 5143785"/>
              <a:gd name="connsiteX450" fmla="*/ 3046667 w 3114960"/>
              <a:gd name="connsiteY450" fmla="*/ 191167 h 5143785"/>
              <a:gd name="connsiteX451" fmla="*/ 3045714 w 3114960"/>
              <a:gd name="connsiteY451" fmla="*/ 183833 h 5143785"/>
              <a:gd name="connsiteX452" fmla="*/ 3039809 w 3114960"/>
              <a:gd name="connsiteY452" fmla="*/ 179261 h 5143785"/>
              <a:gd name="connsiteX453" fmla="*/ 3032474 w 3114960"/>
              <a:gd name="connsiteY453" fmla="*/ 180213 h 5143785"/>
              <a:gd name="connsiteX454" fmla="*/ 3030950 w 3114960"/>
              <a:gd name="connsiteY454" fmla="*/ 181547 h 5143785"/>
              <a:gd name="connsiteX455" fmla="*/ 3021902 w 3114960"/>
              <a:gd name="connsiteY455" fmla="*/ 173450 h 5143785"/>
              <a:gd name="connsiteX456" fmla="*/ 3021902 w 3114960"/>
              <a:gd name="connsiteY456" fmla="*/ 95 h 5143785"/>
              <a:gd name="connsiteX457" fmla="*/ 3017139 w 3114960"/>
              <a:gd name="connsiteY457" fmla="*/ 95 h 5143785"/>
              <a:gd name="connsiteX458" fmla="*/ 3017139 w 3114960"/>
              <a:gd name="connsiteY458" fmla="*/ 175546 h 5143785"/>
              <a:gd name="connsiteX459" fmla="*/ 3028188 w 3114960"/>
              <a:gd name="connsiteY459" fmla="*/ 185452 h 5143785"/>
              <a:gd name="connsiteX460" fmla="*/ 3034665 w 3114960"/>
              <a:gd name="connsiteY460" fmla="*/ 184214 h 5143785"/>
              <a:gd name="connsiteX461" fmla="*/ 3037142 w 3114960"/>
              <a:gd name="connsiteY461" fmla="*/ 183547 h 5143785"/>
              <a:gd name="connsiteX462" fmla="*/ 3038475 w 3114960"/>
              <a:gd name="connsiteY462" fmla="*/ 183737 h 5143785"/>
              <a:gd name="connsiteX463" fmla="*/ 3041523 w 3114960"/>
              <a:gd name="connsiteY463" fmla="*/ 186023 h 5143785"/>
              <a:gd name="connsiteX464" fmla="*/ 3041999 w 3114960"/>
              <a:gd name="connsiteY464" fmla="*/ 189738 h 5143785"/>
              <a:gd name="connsiteX465" fmla="*/ 3039713 w 3114960"/>
              <a:gd name="connsiteY465" fmla="*/ 192786 h 5143785"/>
              <a:gd name="connsiteX466" fmla="*/ 3035999 w 3114960"/>
              <a:gd name="connsiteY466" fmla="*/ 193262 h 5143785"/>
              <a:gd name="connsiteX467" fmla="*/ 3032951 w 3114960"/>
              <a:gd name="connsiteY467" fmla="*/ 190976 h 5143785"/>
              <a:gd name="connsiteX468" fmla="*/ 3034760 w 3114960"/>
              <a:gd name="connsiteY468" fmla="*/ 184214 h 5143785"/>
              <a:gd name="connsiteX469" fmla="*/ 3070670 w 3114960"/>
              <a:gd name="connsiteY469" fmla="*/ 184880 h 5143785"/>
              <a:gd name="connsiteX470" fmla="*/ 3070098 w 3114960"/>
              <a:gd name="connsiteY470" fmla="*/ 186023 h 5143785"/>
              <a:gd name="connsiteX471" fmla="*/ 3071051 w 3114960"/>
              <a:gd name="connsiteY471" fmla="*/ 193358 h 5143785"/>
              <a:gd name="connsiteX472" fmla="*/ 3076956 w 3114960"/>
              <a:gd name="connsiteY472" fmla="*/ 197930 h 5143785"/>
              <a:gd name="connsiteX473" fmla="*/ 3079528 w 3114960"/>
              <a:gd name="connsiteY473" fmla="*/ 198311 h 5143785"/>
              <a:gd name="connsiteX474" fmla="*/ 3084386 w 3114960"/>
              <a:gd name="connsiteY474" fmla="*/ 196977 h 5143785"/>
              <a:gd name="connsiteX475" fmla="*/ 3088958 w 3114960"/>
              <a:gd name="connsiteY475" fmla="*/ 191072 h 5143785"/>
              <a:gd name="connsiteX476" fmla="*/ 3088005 w 3114960"/>
              <a:gd name="connsiteY476" fmla="*/ 183737 h 5143785"/>
              <a:gd name="connsiteX477" fmla="*/ 3082100 w 3114960"/>
              <a:gd name="connsiteY477" fmla="*/ 179165 h 5143785"/>
              <a:gd name="connsiteX478" fmla="*/ 3074765 w 3114960"/>
              <a:gd name="connsiteY478" fmla="*/ 180118 h 5143785"/>
              <a:gd name="connsiteX479" fmla="*/ 3073718 w 3114960"/>
              <a:gd name="connsiteY479" fmla="*/ 181070 h 5143785"/>
              <a:gd name="connsiteX480" fmla="*/ 3064383 w 3114960"/>
              <a:gd name="connsiteY480" fmla="*/ 173165 h 5143785"/>
              <a:gd name="connsiteX481" fmla="*/ 3064383 w 3114960"/>
              <a:gd name="connsiteY481" fmla="*/ 95 h 5143785"/>
              <a:gd name="connsiteX482" fmla="*/ 3059621 w 3114960"/>
              <a:gd name="connsiteY482" fmla="*/ 95 h 5143785"/>
              <a:gd name="connsiteX483" fmla="*/ 3059621 w 3114960"/>
              <a:gd name="connsiteY483" fmla="*/ 175355 h 5143785"/>
              <a:gd name="connsiteX484" fmla="*/ 3070765 w 3114960"/>
              <a:gd name="connsiteY484" fmla="*/ 184785 h 5143785"/>
              <a:gd name="connsiteX485" fmla="*/ 3074670 w 3114960"/>
              <a:gd name="connsiteY485" fmla="*/ 187262 h 5143785"/>
              <a:gd name="connsiteX486" fmla="*/ 3076956 w 3114960"/>
              <a:gd name="connsiteY486" fmla="*/ 184214 h 5143785"/>
              <a:gd name="connsiteX487" fmla="*/ 3079433 w 3114960"/>
              <a:gd name="connsiteY487" fmla="*/ 183547 h 5143785"/>
              <a:gd name="connsiteX488" fmla="*/ 3080766 w 3114960"/>
              <a:gd name="connsiteY488" fmla="*/ 183737 h 5143785"/>
              <a:gd name="connsiteX489" fmla="*/ 3083814 w 3114960"/>
              <a:gd name="connsiteY489" fmla="*/ 186023 h 5143785"/>
              <a:gd name="connsiteX490" fmla="*/ 3084290 w 3114960"/>
              <a:gd name="connsiteY490" fmla="*/ 189738 h 5143785"/>
              <a:gd name="connsiteX491" fmla="*/ 3082004 w 3114960"/>
              <a:gd name="connsiteY491" fmla="*/ 192786 h 5143785"/>
              <a:gd name="connsiteX492" fmla="*/ 3078194 w 3114960"/>
              <a:gd name="connsiteY492" fmla="*/ 193262 h 5143785"/>
              <a:gd name="connsiteX493" fmla="*/ 3075146 w 3114960"/>
              <a:gd name="connsiteY493" fmla="*/ 190976 h 5143785"/>
              <a:gd name="connsiteX494" fmla="*/ 3074670 w 3114960"/>
              <a:gd name="connsiteY494" fmla="*/ 187262 h 5143785"/>
              <a:gd name="connsiteX495" fmla="*/ 663131 w 3114960"/>
              <a:gd name="connsiteY495" fmla="*/ 4737354 h 5143785"/>
              <a:gd name="connsiteX496" fmla="*/ 670274 w 3114960"/>
              <a:gd name="connsiteY496" fmla="*/ 4740117 h 5143785"/>
              <a:gd name="connsiteX497" fmla="*/ 670751 w 3114960"/>
              <a:gd name="connsiteY497" fmla="*/ 4740117 h 5143785"/>
              <a:gd name="connsiteX498" fmla="*/ 678180 w 3114960"/>
              <a:gd name="connsiteY498" fmla="*/ 4736592 h 5143785"/>
              <a:gd name="connsiteX499" fmla="*/ 677418 w 3114960"/>
              <a:gd name="connsiteY499" fmla="*/ 4721543 h 5143785"/>
              <a:gd name="connsiteX500" fmla="*/ 662369 w 3114960"/>
              <a:gd name="connsiteY500" fmla="*/ 4722305 h 5143785"/>
              <a:gd name="connsiteX501" fmla="*/ 660083 w 3114960"/>
              <a:gd name="connsiteY501" fmla="*/ 4726877 h 5143785"/>
              <a:gd name="connsiteX502" fmla="*/ 605314 w 3114960"/>
              <a:gd name="connsiteY502" fmla="*/ 4726877 h 5143785"/>
              <a:gd name="connsiteX503" fmla="*/ 571310 w 3114960"/>
              <a:gd name="connsiteY503" fmla="*/ 4701254 h 5143785"/>
              <a:gd name="connsiteX504" fmla="*/ 455390 w 3114960"/>
              <a:gd name="connsiteY504" fmla="*/ 4701254 h 5143785"/>
              <a:gd name="connsiteX505" fmla="*/ 415100 w 3114960"/>
              <a:gd name="connsiteY505" fmla="*/ 4733639 h 5143785"/>
              <a:gd name="connsiteX506" fmla="*/ 275749 w 3114960"/>
              <a:gd name="connsiteY506" fmla="*/ 4734211 h 5143785"/>
              <a:gd name="connsiteX507" fmla="*/ 237077 w 3114960"/>
              <a:gd name="connsiteY507" fmla="*/ 4704969 h 5143785"/>
              <a:gd name="connsiteX508" fmla="*/ 192215 w 3114960"/>
              <a:gd name="connsiteY508" fmla="*/ 4704969 h 5143785"/>
              <a:gd name="connsiteX509" fmla="*/ 176689 w 3114960"/>
              <a:gd name="connsiteY509" fmla="*/ 4690015 h 5143785"/>
              <a:gd name="connsiteX510" fmla="*/ 131636 w 3114960"/>
              <a:gd name="connsiteY510" fmla="*/ 4690015 h 5143785"/>
              <a:gd name="connsiteX511" fmla="*/ 122873 w 3114960"/>
              <a:gd name="connsiteY511" fmla="*/ 4683633 h 5143785"/>
              <a:gd name="connsiteX512" fmla="*/ 114491 w 3114960"/>
              <a:gd name="connsiteY512" fmla="*/ 4692872 h 5143785"/>
              <a:gd name="connsiteX513" fmla="*/ 123730 w 3114960"/>
              <a:gd name="connsiteY513" fmla="*/ 4701254 h 5143785"/>
              <a:gd name="connsiteX514" fmla="*/ 131636 w 3114960"/>
              <a:gd name="connsiteY514" fmla="*/ 4694873 h 5143785"/>
              <a:gd name="connsiteX515" fmla="*/ 174784 w 3114960"/>
              <a:gd name="connsiteY515" fmla="*/ 4694873 h 5143785"/>
              <a:gd name="connsiteX516" fmla="*/ 188214 w 3114960"/>
              <a:gd name="connsiteY516" fmla="*/ 4707731 h 5143785"/>
              <a:gd name="connsiteX517" fmla="*/ 152495 w 3114960"/>
              <a:gd name="connsiteY517" fmla="*/ 4738116 h 5143785"/>
              <a:gd name="connsiteX518" fmla="*/ 137446 w 3114960"/>
              <a:gd name="connsiteY518" fmla="*/ 4738116 h 5143785"/>
              <a:gd name="connsiteX519" fmla="*/ 127826 w 3114960"/>
              <a:gd name="connsiteY519" fmla="*/ 4726115 h 5143785"/>
              <a:gd name="connsiteX520" fmla="*/ 112681 w 3114960"/>
              <a:gd name="connsiteY520" fmla="*/ 4735354 h 5143785"/>
              <a:gd name="connsiteX521" fmla="*/ 121920 w 3114960"/>
              <a:gd name="connsiteY521" fmla="*/ 4750499 h 5143785"/>
              <a:gd name="connsiteX522" fmla="*/ 124873 w 3114960"/>
              <a:gd name="connsiteY522" fmla="*/ 4750880 h 5143785"/>
              <a:gd name="connsiteX523" fmla="*/ 131445 w 3114960"/>
              <a:gd name="connsiteY523" fmla="*/ 4749070 h 5143785"/>
              <a:gd name="connsiteX524" fmla="*/ 136398 w 3114960"/>
              <a:gd name="connsiteY524" fmla="*/ 4742879 h 5143785"/>
              <a:gd name="connsiteX525" fmla="*/ 154305 w 3114960"/>
              <a:gd name="connsiteY525" fmla="*/ 4742879 h 5143785"/>
              <a:gd name="connsiteX526" fmla="*/ 193358 w 3114960"/>
              <a:gd name="connsiteY526" fmla="*/ 4709732 h 5143785"/>
              <a:gd name="connsiteX527" fmla="*/ 235553 w 3114960"/>
              <a:gd name="connsiteY527" fmla="*/ 4709732 h 5143785"/>
              <a:gd name="connsiteX528" fmla="*/ 274225 w 3114960"/>
              <a:gd name="connsiteY528" fmla="*/ 4739069 h 5143785"/>
              <a:gd name="connsiteX529" fmla="*/ 415957 w 3114960"/>
              <a:gd name="connsiteY529" fmla="*/ 4738497 h 5143785"/>
              <a:gd name="connsiteX530" fmla="*/ 416814 w 3114960"/>
              <a:gd name="connsiteY530" fmla="*/ 4738497 h 5143785"/>
              <a:gd name="connsiteX531" fmla="*/ 457105 w 3114960"/>
              <a:gd name="connsiteY531" fmla="*/ 4706112 h 5143785"/>
              <a:gd name="connsiteX532" fmla="*/ 569786 w 3114960"/>
              <a:gd name="connsiteY532" fmla="*/ 4706112 h 5143785"/>
              <a:gd name="connsiteX533" fmla="*/ 603790 w 3114960"/>
              <a:gd name="connsiteY533" fmla="*/ 4731735 h 5143785"/>
              <a:gd name="connsiteX534" fmla="*/ 660083 w 3114960"/>
              <a:gd name="connsiteY534" fmla="*/ 4731735 h 5143785"/>
              <a:gd name="connsiteX535" fmla="*/ 663131 w 3114960"/>
              <a:gd name="connsiteY535" fmla="*/ 4737449 h 5143785"/>
              <a:gd name="connsiteX536" fmla="*/ 665893 w 3114960"/>
              <a:gd name="connsiteY536" fmla="*/ 4725543 h 5143785"/>
              <a:gd name="connsiteX537" fmla="*/ 670274 w 3114960"/>
              <a:gd name="connsiteY537" fmla="*/ 4723638 h 5143785"/>
              <a:gd name="connsiteX538" fmla="*/ 674275 w 3114960"/>
              <a:gd name="connsiteY538" fmla="*/ 4725162 h 5143785"/>
              <a:gd name="connsiteX539" fmla="*/ 674656 w 3114960"/>
              <a:gd name="connsiteY539" fmla="*/ 4733544 h 5143785"/>
              <a:gd name="connsiteX540" fmla="*/ 670560 w 3114960"/>
              <a:gd name="connsiteY540" fmla="*/ 4735449 h 5143785"/>
              <a:gd name="connsiteX541" fmla="*/ 666274 w 3114960"/>
              <a:gd name="connsiteY541" fmla="*/ 4733925 h 5143785"/>
              <a:gd name="connsiteX542" fmla="*/ 666274 w 3114960"/>
              <a:gd name="connsiteY542" fmla="*/ 4733925 h 5143785"/>
              <a:gd name="connsiteX543" fmla="*/ 664369 w 3114960"/>
              <a:gd name="connsiteY543" fmla="*/ 4729829 h 5143785"/>
              <a:gd name="connsiteX544" fmla="*/ 665893 w 3114960"/>
              <a:gd name="connsiteY544" fmla="*/ 4725543 h 5143785"/>
              <a:gd name="connsiteX545" fmla="*/ 132493 w 3114960"/>
              <a:gd name="connsiteY545" fmla="*/ 4740117 h 5143785"/>
              <a:gd name="connsiteX546" fmla="*/ 128969 w 3114960"/>
              <a:gd name="connsiteY546" fmla="*/ 4744974 h 5143785"/>
              <a:gd name="connsiteX547" fmla="*/ 123063 w 3114960"/>
              <a:gd name="connsiteY547" fmla="*/ 4745927 h 5143785"/>
              <a:gd name="connsiteX548" fmla="*/ 117253 w 3114960"/>
              <a:gd name="connsiteY548" fmla="*/ 4736497 h 5143785"/>
              <a:gd name="connsiteX549" fmla="*/ 124873 w 3114960"/>
              <a:gd name="connsiteY549" fmla="*/ 4730496 h 5143785"/>
              <a:gd name="connsiteX550" fmla="*/ 126683 w 3114960"/>
              <a:gd name="connsiteY550" fmla="*/ 4730687 h 5143785"/>
              <a:gd name="connsiteX551" fmla="*/ 132398 w 3114960"/>
              <a:gd name="connsiteY551" fmla="*/ 4740117 h 5143785"/>
              <a:gd name="connsiteX552" fmla="*/ 2516124 w 3114960"/>
              <a:gd name="connsiteY552" fmla="*/ 262414 h 5143785"/>
              <a:gd name="connsiteX553" fmla="*/ 2520220 w 3114960"/>
              <a:gd name="connsiteY553" fmla="*/ 264986 h 5143785"/>
              <a:gd name="connsiteX554" fmla="*/ 2525363 w 3114960"/>
              <a:gd name="connsiteY554" fmla="*/ 260223 h 5143785"/>
              <a:gd name="connsiteX555" fmla="*/ 2520601 w 3114960"/>
              <a:gd name="connsiteY555" fmla="*/ 255080 h 5143785"/>
              <a:gd name="connsiteX556" fmla="*/ 2516219 w 3114960"/>
              <a:gd name="connsiteY556" fmla="*/ 257651 h 5143785"/>
              <a:gd name="connsiteX557" fmla="*/ 2486025 w 3114960"/>
              <a:gd name="connsiteY557" fmla="*/ 257651 h 5143785"/>
              <a:gd name="connsiteX558" fmla="*/ 2475738 w 3114960"/>
              <a:gd name="connsiteY558" fmla="*/ 275844 h 5143785"/>
              <a:gd name="connsiteX559" fmla="*/ 2474500 w 3114960"/>
              <a:gd name="connsiteY559" fmla="*/ 275844 h 5143785"/>
              <a:gd name="connsiteX560" fmla="*/ 2466785 w 3114960"/>
              <a:gd name="connsiteY560" fmla="*/ 288512 h 5143785"/>
              <a:gd name="connsiteX561" fmla="*/ 2476976 w 3114960"/>
              <a:gd name="connsiteY561" fmla="*/ 296513 h 5143785"/>
              <a:gd name="connsiteX562" fmla="*/ 2479453 w 3114960"/>
              <a:gd name="connsiteY562" fmla="*/ 296228 h 5143785"/>
              <a:gd name="connsiteX563" fmla="*/ 2485930 w 3114960"/>
              <a:gd name="connsiteY563" fmla="*/ 291465 h 5143785"/>
              <a:gd name="connsiteX564" fmla="*/ 2487168 w 3114960"/>
              <a:gd name="connsiteY564" fmla="*/ 283559 h 5143785"/>
              <a:gd name="connsiteX565" fmla="*/ 2482405 w 3114960"/>
              <a:gd name="connsiteY565" fmla="*/ 277082 h 5143785"/>
              <a:gd name="connsiteX566" fmla="*/ 2480786 w 3114960"/>
              <a:gd name="connsiteY566" fmla="*/ 276511 h 5143785"/>
              <a:gd name="connsiteX567" fmla="*/ 2488787 w 3114960"/>
              <a:gd name="connsiteY567" fmla="*/ 262414 h 5143785"/>
              <a:gd name="connsiteX568" fmla="*/ 2516219 w 3114960"/>
              <a:gd name="connsiteY568" fmla="*/ 262414 h 5143785"/>
              <a:gd name="connsiteX569" fmla="*/ 2482501 w 3114960"/>
              <a:gd name="connsiteY569" fmla="*/ 284702 h 5143785"/>
              <a:gd name="connsiteX570" fmla="*/ 2481834 w 3114960"/>
              <a:gd name="connsiteY570" fmla="*/ 288989 h 5143785"/>
              <a:gd name="connsiteX571" fmla="*/ 2478310 w 3114960"/>
              <a:gd name="connsiteY571" fmla="*/ 291560 h 5143785"/>
              <a:gd name="connsiteX572" fmla="*/ 2471452 w 3114960"/>
              <a:gd name="connsiteY572" fmla="*/ 287369 h 5143785"/>
              <a:gd name="connsiteX573" fmla="*/ 2475643 w 3114960"/>
              <a:gd name="connsiteY573" fmla="*/ 280511 h 5143785"/>
              <a:gd name="connsiteX574" fmla="*/ 2479929 w 3114960"/>
              <a:gd name="connsiteY574" fmla="*/ 281178 h 5143785"/>
              <a:gd name="connsiteX575" fmla="*/ 2482501 w 3114960"/>
              <a:gd name="connsiteY575" fmla="*/ 284702 h 5143785"/>
              <a:gd name="connsiteX576" fmla="*/ 2544794 w 3114960"/>
              <a:gd name="connsiteY576" fmla="*/ 260128 h 5143785"/>
              <a:gd name="connsiteX577" fmla="*/ 2538889 w 3114960"/>
              <a:gd name="connsiteY577" fmla="*/ 265748 h 5143785"/>
              <a:gd name="connsiteX578" fmla="*/ 2533269 w 3114960"/>
              <a:gd name="connsiteY578" fmla="*/ 259842 h 5143785"/>
              <a:gd name="connsiteX579" fmla="*/ 2539175 w 3114960"/>
              <a:gd name="connsiteY579" fmla="*/ 254222 h 5143785"/>
              <a:gd name="connsiteX580" fmla="*/ 2544794 w 3114960"/>
              <a:gd name="connsiteY580" fmla="*/ 260128 h 5143785"/>
              <a:gd name="connsiteX581" fmla="*/ 540830 w 3114960"/>
              <a:gd name="connsiteY581" fmla="*/ 2281619 h 5143785"/>
              <a:gd name="connsiteX582" fmla="*/ 545592 w 3114960"/>
              <a:gd name="connsiteY582" fmla="*/ 2281619 h 5143785"/>
              <a:gd name="connsiteX583" fmla="*/ 545497 w 3114960"/>
              <a:gd name="connsiteY583" fmla="*/ 2290572 h 5143785"/>
              <a:gd name="connsiteX584" fmla="*/ 540734 w 3114960"/>
              <a:gd name="connsiteY584" fmla="*/ 2290572 h 5143785"/>
              <a:gd name="connsiteX585" fmla="*/ 540830 w 3114960"/>
              <a:gd name="connsiteY585" fmla="*/ 2281619 h 5143785"/>
              <a:gd name="connsiteX586" fmla="*/ 595979 w 3114960"/>
              <a:gd name="connsiteY586" fmla="*/ 3960400 h 5143785"/>
              <a:gd name="connsiteX587" fmla="*/ 595789 w 3114960"/>
              <a:gd name="connsiteY587" fmla="*/ 3960590 h 5143785"/>
              <a:gd name="connsiteX588" fmla="*/ 595979 w 3114960"/>
              <a:gd name="connsiteY588" fmla="*/ 3959447 h 5143785"/>
              <a:gd name="connsiteX589" fmla="*/ 595979 w 3114960"/>
              <a:gd name="connsiteY589" fmla="*/ 3946779 h 5143785"/>
              <a:gd name="connsiteX590" fmla="*/ 591503 w 3114960"/>
              <a:gd name="connsiteY590" fmla="*/ 3942302 h 5143785"/>
              <a:gd name="connsiteX591" fmla="*/ 578834 w 3114960"/>
              <a:gd name="connsiteY591" fmla="*/ 3942302 h 5143785"/>
              <a:gd name="connsiteX592" fmla="*/ 574358 w 3114960"/>
              <a:gd name="connsiteY592" fmla="*/ 3946779 h 5143785"/>
              <a:gd name="connsiteX593" fmla="*/ 574358 w 3114960"/>
              <a:gd name="connsiteY593" fmla="*/ 3959447 h 5143785"/>
              <a:gd name="connsiteX594" fmla="*/ 578834 w 3114960"/>
              <a:gd name="connsiteY594" fmla="*/ 3963924 h 5143785"/>
              <a:gd name="connsiteX595" fmla="*/ 591503 w 3114960"/>
              <a:gd name="connsiteY595" fmla="*/ 3963924 h 5143785"/>
              <a:gd name="connsiteX596" fmla="*/ 592550 w 3114960"/>
              <a:gd name="connsiteY596" fmla="*/ 3963734 h 5143785"/>
              <a:gd name="connsiteX597" fmla="*/ 772192 w 3114960"/>
              <a:gd name="connsiteY597" fmla="*/ 4171569 h 5143785"/>
              <a:gd name="connsiteX598" fmla="*/ 772192 w 3114960"/>
              <a:gd name="connsiteY598" fmla="*/ 4231196 h 5143785"/>
              <a:gd name="connsiteX599" fmla="*/ 768382 w 3114960"/>
              <a:gd name="connsiteY599" fmla="*/ 4231196 h 5143785"/>
              <a:gd name="connsiteX600" fmla="*/ 758571 w 3114960"/>
              <a:gd name="connsiteY600" fmla="*/ 4241006 h 5143785"/>
              <a:gd name="connsiteX601" fmla="*/ 758571 w 3114960"/>
              <a:gd name="connsiteY601" fmla="*/ 4279678 h 5143785"/>
              <a:gd name="connsiteX602" fmla="*/ 768382 w 3114960"/>
              <a:gd name="connsiteY602" fmla="*/ 4289489 h 5143785"/>
              <a:gd name="connsiteX603" fmla="*/ 780764 w 3114960"/>
              <a:gd name="connsiteY603" fmla="*/ 4289489 h 5143785"/>
              <a:gd name="connsiteX604" fmla="*/ 790575 w 3114960"/>
              <a:gd name="connsiteY604" fmla="*/ 4279678 h 5143785"/>
              <a:gd name="connsiteX605" fmla="*/ 790575 w 3114960"/>
              <a:gd name="connsiteY605" fmla="*/ 4241006 h 5143785"/>
              <a:gd name="connsiteX606" fmla="*/ 780764 w 3114960"/>
              <a:gd name="connsiteY606" fmla="*/ 4231196 h 5143785"/>
              <a:gd name="connsiteX607" fmla="*/ 776954 w 3114960"/>
              <a:gd name="connsiteY607" fmla="*/ 4231196 h 5143785"/>
              <a:gd name="connsiteX608" fmla="*/ 776954 w 3114960"/>
              <a:gd name="connsiteY608" fmla="*/ 4169759 h 5143785"/>
              <a:gd name="connsiteX609" fmla="*/ 595979 w 3114960"/>
              <a:gd name="connsiteY609" fmla="*/ 3960400 h 5143785"/>
              <a:gd name="connsiteX610" fmla="*/ 785813 w 3114960"/>
              <a:gd name="connsiteY610" fmla="*/ 4279773 h 5143785"/>
              <a:gd name="connsiteX611" fmla="*/ 780764 w 3114960"/>
              <a:gd name="connsiteY611" fmla="*/ 4284821 h 5143785"/>
              <a:gd name="connsiteX612" fmla="*/ 768382 w 3114960"/>
              <a:gd name="connsiteY612" fmla="*/ 4284821 h 5143785"/>
              <a:gd name="connsiteX613" fmla="*/ 763334 w 3114960"/>
              <a:gd name="connsiteY613" fmla="*/ 4279773 h 5143785"/>
              <a:gd name="connsiteX614" fmla="*/ 763334 w 3114960"/>
              <a:gd name="connsiteY614" fmla="*/ 4278440 h 5143785"/>
              <a:gd name="connsiteX615" fmla="*/ 785717 w 3114960"/>
              <a:gd name="connsiteY615" fmla="*/ 4278440 h 5143785"/>
              <a:gd name="connsiteX616" fmla="*/ 785717 w 3114960"/>
              <a:gd name="connsiteY616" fmla="*/ 4279773 h 5143785"/>
              <a:gd name="connsiteX617" fmla="*/ 785813 w 3114960"/>
              <a:gd name="connsiteY617" fmla="*/ 4272534 h 5143785"/>
              <a:gd name="connsiteX618" fmla="*/ 763429 w 3114960"/>
              <a:gd name="connsiteY618" fmla="*/ 4272534 h 5143785"/>
              <a:gd name="connsiteX619" fmla="*/ 763429 w 3114960"/>
              <a:gd name="connsiteY619" fmla="*/ 4254056 h 5143785"/>
              <a:gd name="connsiteX620" fmla="*/ 785813 w 3114960"/>
              <a:gd name="connsiteY620" fmla="*/ 4254056 h 5143785"/>
              <a:gd name="connsiteX621" fmla="*/ 785813 w 3114960"/>
              <a:gd name="connsiteY621" fmla="*/ 4272534 h 5143785"/>
              <a:gd name="connsiteX622" fmla="*/ 785813 w 3114960"/>
              <a:gd name="connsiteY622" fmla="*/ 4251103 h 5143785"/>
              <a:gd name="connsiteX623" fmla="*/ 763429 w 3114960"/>
              <a:gd name="connsiteY623" fmla="*/ 4251103 h 5143785"/>
              <a:gd name="connsiteX624" fmla="*/ 763429 w 3114960"/>
              <a:gd name="connsiteY624" fmla="*/ 4245864 h 5143785"/>
              <a:gd name="connsiteX625" fmla="*/ 785813 w 3114960"/>
              <a:gd name="connsiteY625" fmla="*/ 4245864 h 5143785"/>
              <a:gd name="connsiteX626" fmla="*/ 785813 w 3114960"/>
              <a:gd name="connsiteY626" fmla="*/ 4251103 h 5143785"/>
              <a:gd name="connsiteX627" fmla="*/ 780764 w 3114960"/>
              <a:gd name="connsiteY627" fmla="*/ 4236054 h 5143785"/>
              <a:gd name="connsiteX628" fmla="*/ 785813 w 3114960"/>
              <a:gd name="connsiteY628" fmla="*/ 4241102 h 5143785"/>
              <a:gd name="connsiteX629" fmla="*/ 785813 w 3114960"/>
              <a:gd name="connsiteY629" fmla="*/ 4241292 h 5143785"/>
              <a:gd name="connsiteX630" fmla="*/ 763429 w 3114960"/>
              <a:gd name="connsiteY630" fmla="*/ 4241292 h 5143785"/>
              <a:gd name="connsiteX631" fmla="*/ 763429 w 3114960"/>
              <a:gd name="connsiteY631" fmla="*/ 4241102 h 5143785"/>
              <a:gd name="connsiteX632" fmla="*/ 768477 w 3114960"/>
              <a:gd name="connsiteY632" fmla="*/ 4236054 h 5143785"/>
              <a:gd name="connsiteX633" fmla="*/ 780860 w 3114960"/>
              <a:gd name="connsiteY633" fmla="*/ 4236054 h 5143785"/>
              <a:gd name="connsiteX634" fmla="*/ 2548509 w 3114960"/>
              <a:gd name="connsiteY634" fmla="*/ 180023 h 5143785"/>
              <a:gd name="connsiteX635" fmla="*/ 2542889 w 3114960"/>
              <a:gd name="connsiteY635" fmla="*/ 174117 h 5143785"/>
              <a:gd name="connsiteX636" fmla="*/ 2548795 w 3114960"/>
              <a:gd name="connsiteY636" fmla="*/ 168497 h 5143785"/>
              <a:gd name="connsiteX637" fmla="*/ 2554415 w 3114960"/>
              <a:gd name="connsiteY637" fmla="*/ 174403 h 5143785"/>
              <a:gd name="connsiteX638" fmla="*/ 2548509 w 3114960"/>
              <a:gd name="connsiteY638" fmla="*/ 180023 h 5143785"/>
              <a:gd name="connsiteX639" fmla="*/ 2552414 w 3114960"/>
              <a:gd name="connsiteY639" fmla="*/ 216884 h 5143785"/>
              <a:gd name="connsiteX640" fmla="*/ 2543651 w 3114960"/>
              <a:gd name="connsiteY640" fmla="*/ 207836 h 5143785"/>
              <a:gd name="connsiteX641" fmla="*/ 2543556 w 3114960"/>
              <a:gd name="connsiteY641" fmla="*/ 207836 h 5143785"/>
              <a:gd name="connsiteX642" fmla="*/ 2534603 w 3114960"/>
              <a:gd name="connsiteY642" fmla="*/ 216694 h 5143785"/>
              <a:gd name="connsiteX643" fmla="*/ 2543366 w 3114960"/>
              <a:gd name="connsiteY643" fmla="*/ 225743 h 5143785"/>
              <a:gd name="connsiteX644" fmla="*/ 2543461 w 3114960"/>
              <a:gd name="connsiteY644" fmla="*/ 225743 h 5143785"/>
              <a:gd name="connsiteX645" fmla="*/ 2552414 w 3114960"/>
              <a:gd name="connsiteY645" fmla="*/ 216884 h 5143785"/>
              <a:gd name="connsiteX646" fmla="*/ 2543461 w 3114960"/>
              <a:gd name="connsiteY646" fmla="*/ 220885 h 5143785"/>
              <a:gd name="connsiteX647" fmla="*/ 2543461 w 3114960"/>
              <a:gd name="connsiteY647" fmla="*/ 220885 h 5143785"/>
              <a:gd name="connsiteX648" fmla="*/ 2539365 w 3114960"/>
              <a:gd name="connsiteY648" fmla="*/ 216694 h 5143785"/>
              <a:gd name="connsiteX649" fmla="*/ 2543556 w 3114960"/>
              <a:gd name="connsiteY649" fmla="*/ 212598 h 5143785"/>
              <a:gd name="connsiteX650" fmla="*/ 2543556 w 3114960"/>
              <a:gd name="connsiteY650" fmla="*/ 212598 h 5143785"/>
              <a:gd name="connsiteX651" fmla="*/ 2546509 w 3114960"/>
              <a:gd name="connsiteY651" fmla="*/ 213836 h 5143785"/>
              <a:gd name="connsiteX652" fmla="*/ 2547652 w 3114960"/>
              <a:gd name="connsiteY652" fmla="*/ 216789 h 5143785"/>
              <a:gd name="connsiteX653" fmla="*/ 2543461 w 3114960"/>
              <a:gd name="connsiteY653" fmla="*/ 220885 h 5143785"/>
              <a:gd name="connsiteX654" fmla="*/ 2543556 w 3114960"/>
              <a:gd name="connsiteY654" fmla="*/ 140399 h 5143785"/>
              <a:gd name="connsiteX655" fmla="*/ 2549747 w 3114960"/>
              <a:gd name="connsiteY655" fmla="*/ 137827 h 5143785"/>
              <a:gd name="connsiteX656" fmla="*/ 2552414 w 3114960"/>
              <a:gd name="connsiteY656" fmla="*/ 131540 h 5143785"/>
              <a:gd name="connsiteX657" fmla="*/ 2549843 w 3114960"/>
              <a:gd name="connsiteY657" fmla="*/ 125159 h 5143785"/>
              <a:gd name="connsiteX658" fmla="*/ 2543556 w 3114960"/>
              <a:gd name="connsiteY658" fmla="*/ 122492 h 5143785"/>
              <a:gd name="connsiteX659" fmla="*/ 2537174 w 3114960"/>
              <a:gd name="connsiteY659" fmla="*/ 125063 h 5143785"/>
              <a:gd name="connsiteX660" fmla="*/ 2534507 w 3114960"/>
              <a:gd name="connsiteY660" fmla="*/ 131350 h 5143785"/>
              <a:gd name="connsiteX661" fmla="*/ 2537079 w 3114960"/>
              <a:gd name="connsiteY661" fmla="*/ 137732 h 5143785"/>
              <a:gd name="connsiteX662" fmla="*/ 2543366 w 3114960"/>
              <a:gd name="connsiteY662" fmla="*/ 140399 h 5143785"/>
              <a:gd name="connsiteX663" fmla="*/ 2543461 w 3114960"/>
              <a:gd name="connsiteY663" fmla="*/ 140399 h 5143785"/>
              <a:gd name="connsiteX664" fmla="*/ 2539365 w 3114960"/>
              <a:gd name="connsiteY664" fmla="*/ 131350 h 5143785"/>
              <a:gd name="connsiteX665" fmla="*/ 2540603 w 3114960"/>
              <a:gd name="connsiteY665" fmla="*/ 128397 h 5143785"/>
              <a:gd name="connsiteX666" fmla="*/ 2543556 w 3114960"/>
              <a:gd name="connsiteY666" fmla="*/ 127254 h 5143785"/>
              <a:gd name="connsiteX667" fmla="*/ 2543556 w 3114960"/>
              <a:gd name="connsiteY667" fmla="*/ 127254 h 5143785"/>
              <a:gd name="connsiteX668" fmla="*/ 2546509 w 3114960"/>
              <a:gd name="connsiteY668" fmla="*/ 128492 h 5143785"/>
              <a:gd name="connsiteX669" fmla="*/ 2547652 w 3114960"/>
              <a:gd name="connsiteY669" fmla="*/ 131445 h 5143785"/>
              <a:gd name="connsiteX670" fmla="*/ 2546413 w 3114960"/>
              <a:gd name="connsiteY670" fmla="*/ 134398 h 5143785"/>
              <a:gd name="connsiteX671" fmla="*/ 2543461 w 3114960"/>
              <a:gd name="connsiteY671" fmla="*/ 135541 h 5143785"/>
              <a:gd name="connsiteX672" fmla="*/ 2543461 w 3114960"/>
              <a:gd name="connsiteY672" fmla="*/ 135541 h 5143785"/>
              <a:gd name="connsiteX673" fmla="*/ 2540508 w 3114960"/>
              <a:gd name="connsiteY673" fmla="*/ 134303 h 5143785"/>
              <a:gd name="connsiteX674" fmla="*/ 2539365 w 3114960"/>
              <a:gd name="connsiteY674" fmla="*/ 131350 h 5143785"/>
              <a:gd name="connsiteX675" fmla="*/ 2449068 w 3114960"/>
              <a:gd name="connsiteY675" fmla="*/ 4533614 h 5143785"/>
              <a:gd name="connsiteX676" fmla="*/ 2443448 w 3114960"/>
              <a:gd name="connsiteY676" fmla="*/ 4516660 h 5143785"/>
              <a:gd name="connsiteX677" fmla="*/ 2426494 w 3114960"/>
              <a:gd name="connsiteY677" fmla="*/ 4522280 h 5143785"/>
              <a:gd name="connsiteX678" fmla="*/ 2432114 w 3114960"/>
              <a:gd name="connsiteY678" fmla="*/ 4539234 h 5143785"/>
              <a:gd name="connsiteX679" fmla="*/ 2432114 w 3114960"/>
              <a:gd name="connsiteY679" fmla="*/ 4539234 h 5143785"/>
              <a:gd name="connsiteX680" fmla="*/ 2434590 w 3114960"/>
              <a:gd name="connsiteY680" fmla="*/ 4540092 h 5143785"/>
              <a:gd name="connsiteX681" fmla="*/ 2434590 w 3114960"/>
              <a:gd name="connsiteY681" fmla="*/ 4553331 h 5143785"/>
              <a:gd name="connsiteX682" fmla="*/ 2420398 w 3114960"/>
              <a:gd name="connsiteY682" fmla="*/ 4569810 h 5143785"/>
              <a:gd name="connsiteX683" fmla="*/ 2381631 w 3114960"/>
              <a:gd name="connsiteY683" fmla="*/ 4569429 h 5143785"/>
              <a:gd name="connsiteX684" fmla="*/ 2367534 w 3114960"/>
              <a:gd name="connsiteY684" fmla="*/ 4554379 h 5143785"/>
              <a:gd name="connsiteX685" fmla="*/ 2367820 w 3114960"/>
              <a:gd name="connsiteY685" fmla="*/ 4449032 h 5143785"/>
              <a:gd name="connsiteX686" fmla="*/ 2322481 w 3114960"/>
              <a:gd name="connsiteY686" fmla="*/ 4400264 h 5143785"/>
              <a:gd name="connsiteX687" fmla="*/ 2305241 w 3114960"/>
              <a:gd name="connsiteY687" fmla="*/ 4400455 h 5143785"/>
              <a:gd name="connsiteX688" fmla="*/ 2305241 w 3114960"/>
              <a:gd name="connsiteY688" fmla="*/ 4397502 h 5143785"/>
              <a:gd name="connsiteX689" fmla="*/ 2299145 w 3114960"/>
              <a:gd name="connsiteY689" fmla="*/ 4391406 h 5143785"/>
              <a:gd name="connsiteX690" fmla="*/ 2288762 w 3114960"/>
              <a:gd name="connsiteY690" fmla="*/ 4391406 h 5143785"/>
              <a:gd name="connsiteX691" fmla="*/ 2282666 w 3114960"/>
              <a:gd name="connsiteY691" fmla="*/ 4397502 h 5143785"/>
              <a:gd name="connsiteX692" fmla="*/ 2282666 w 3114960"/>
              <a:gd name="connsiteY692" fmla="*/ 4407885 h 5143785"/>
              <a:gd name="connsiteX693" fmla="*/ 2288762 w 3114960"/>
              <a:gd name="connsiteY693" fmla="*/ 4413980 h 5143785"/>
              <a:gd name="connsiteX694" fmla="*/ 2299145 w 3114960"/>
              <a:gd name="connsiteY694" fmla="*/ 4413980 h 5143785"/>
              <a:gd name="connsiteX695" fmla="*/ 2305241 w 3114960"/>
              <a:gd name="connsiteY695" fmla="*/ 4407885 h 5143785"/>
              <a:gd name="connsiteX696" fmla="*/ 2305241 w 3114960"/>
              <a:gd name="connsiteY696" fmla="*/ 4405218 h 5143785"/>
              <a:gd name="connsiteX697" fmla="*/ 2320481 w 3114960"/>
              <a:gd name="connsiteY697" fmla="*/ 4405218 h 5143785"/>
              <a:gd name="connsiteX698" fmla="*/ 2363153 w 3114960"/>
              <a:gd name="connsiteY698" fmla="*/ 4450937 h 5143785"/>
              <a:gd name="connsiteX699" fmla="*/ 2362867 w 3114960"/>
              <a:gd name="connsiteY699" fmla="*/ 4556284 h 5143785"/>
              <a:gd name="connsiteX700" fmla="*/ 2379631 w 3114960"/>
              <a:gd name="connsiteY700" fmla="*/ 4574191 h 5143785"/>
              <a:gd name="connsiteX701" fmla="*/ 2422589 w 3114960"/>
              <a:gd name="connsiteY701" fmla="*/ 4574572 h 5143785"/>
              <a:gd name="connsiteX702" fmla="*/ 2439353 w 3114960"/>
              <a:gd name="connsiteY702" fmla="*/ 4555046 h 5143785"/>
              <a:gd name="connsiteX703" fmla="*/ 2439353 w 3114960"/>
              <a:gd name="connsiteY703" fmla="*/ 4540282 h 5143785"/>
              <a:gd name="connsiteX704" fmla="*/ 2449068 w 3114960"/>
              <a:gd name="connsiteY704" fmla="*/ 4533519 h 5143785"/>
              <a:gd name="connsiteX705" fmla="*/ 2300478 w 3114960"/>
              <a:gd name="connsiteY705" fmla="*/ 4408075 h 5143785"/>
              <a:gd name="connsiteX706" fmla="*/ 2299145 w 3114960"/>
              <a:gd name="connsiteY706" fmla="*/ 4409409 h 5143785"/>
              <a:gd name="connsiteX707" fmla="*/ 2288762 w 3114960"/>
              <a:gd name="connsiteY707" fmla="*/ 4409409 h 5143785"/>
              <a:gd name="connsiteX708" fmla="*/ 2287429 w 3114960"/>
              <a:gd name="connsiteY708" fmla="*/ 4408075 h 5143785"/>
              <a:gd name="connsiteX709" fmla="*/ 2287429 w 3114960"/>
              <a:gd name="connsiteY709" fmla="*/ 4397693 h 5143785"/>
              <a:gd name="connsiteX710" fmla="*/ 2288762 w 3114960"/>
              <a:gd name="connsiteY710" fmla="*/ 4396359 h 5143785"/>
              <a:gd name="connsiteX711" fmla="*/ 2299145 w 3114960"/>
              <a:gd name="connsiteY711" fmla="*/ 4396359 h 5143785"/>
              <a:gd name="connsiteX712" fmla="*/ 2300478 w 3114960"/>
              <a:gd name="connsiteY712" fmla="*/ 4397693 h 5143785"/>
              <a:gd name="connsiteX713" fmla="*/ 2300478 w 3114960"/>
              <a:gd name="connsiteY713" fmla="*/ 4408075 h 5143785"/>
              <a:gd name="connsiteX714" fmla="*/ 2444782 w 3114960"/>
              <a:gd name="connsiteY714" fmla="*/ 4531519 h 5143785"/>
              <a:gd name="connsiteX715" fmla="*/ 2440210 w 3114960"/>
              <a:gd name="connsiteY715" fmla="*/ 4535424 h 5143785"/>
              <a:gd name="connsiteX716" fmla="*/ 2434209 w 3114960"/>
              <a:gd name="connsiteY716" fmla="*/ 4535043 h 5143785"/>
              <a:gd name="connsiteX717" fmla="*/ 2430685 w 3114960"/>
              <a:gd name="connsiteY717" fmla="*/ 4524470 h 5143785"/>
              <a:gd name="connsiteX718" fmla="*/ 2441258 w 3114960"/>
              <a:gd name="connsiteY718" fmla="*/ 4520946 h 5143785"/>
              <a:gd name="connsiteX719" fmla="*/ 2445163 w 3114960"/>
              <a:gd name="connsiteY719" fmla="*/ 4525518 h 5143785"/>
              <a:gd name="connsiteX720" fmla="*/ 2444782 w 3114960"/>
              <a:gd name="connsiteY720" fmla="*/ 4531519 h 5143785"/>
              <a:gd name="connsiteX721" fmla="*/ 2752820 w 3114960"/>
              <a:gd name="connsiteY721" fmla="*/ 124111 h 5143785"/>
              <a:gd name="connsiteX722" fmla="*/ 2752820 w 3114960"/>
              <a:gd name="connsiteY722" fmla="*/ 138779 h 5143785"/>
              <a:gd name="connsiteX723" fmla="*/ 2749010 w 3114960"/>
              <a:gd name="connsiteY723" fmla="*/ 142589 h 5143785"/>
              <a:gd name="connsiteX724" fmla="*/ 2734342 w 3114960"/>
              <a:gd name="connsiteY724" fmla="*/ 142589 h 5143785"/>
              <a:gd name="connsiteX725" fmla="*/ 2730532 w 3114960"/>
              <a:gd name="connsiteY725" fmla="*/ 138779 h 5143785"/>
              <a:gd name="connsiteX726" fmla="*/ 2730532 w 3114960"/>
              <a:gd name="connsiteY726" fmla="*/ 124111 h 5143785"/>
              <a:gd name="connsiteX727" fmla="*/ 2734342 w 3114960"/>
              <a:gd name="connsiteY727" fmla="*/ 120301 h 5143785"/>
              <a:gd name="connsiteX728" fmla="*/ 2749010 w 3114960"/>
              <a:gd name="connsiteY728" fmla="*/ 120301 h 5143785"/>
              <a:gd name="connsiteX729" fmla="*/ 2752820 w 3114960"/>
              <a:gd name="connsiteY729" fmla="*/ 124111 h 5143785"/>
              <a:gd name="connsiteX730" fmla="*/ 767525 w 3114960"/>
              <a:gd name="connsiteY730" fmla="*/ 4349972 h 5143785"/>
              <a:gd name="connsiteX731" fmla="*/ 774668 w 3114960"/>
              <a:gd name="connsiteY731" fmla="*/ 4349972 h 5143785"/>
              <a:gd name="connsiteX732" fmla="*/ 774668 w 3114960"/>
              <a:gd name="connsiteY732" fmla="*/ 4356354 h 5143785"/>
              <a:gd name="connsiteX733" fmla="*/ 769906 w 3114960"/>
              <a:gd name="connsiteY733" fmla="*/ 4360545 h 5143785"/>
              <a:gd name="connsiteX734" fmla="*/ 765239 w 3114960"/>
              <a:gd name="connsiteY734" fmla="*/ 4355211 h 5143785"/>
              <a:gd name="connsiteX735" fmla="*/ 767620 w 3114960"/>
              <a:gd name="connsiteY735" fmla="*/ 4353116 h 5143785"/>
              <a:gd name="connsiteX736" fmla="*/ 767620 w 3114960"/>
              <a:gd name="connsiteY736" fmla="*/ 4349972 h 5143785"/>
              <a:gd name="connsiteX737" fmla="*/ 2819781 w 3114960"/>
              <a:gd name="connsiteY737" fmla="*/ 109061 h 5143785"/>
              <a:gd name="connsiteX738" fmla="*/ 2798921 w 3114960"/>
              <a:gd name="connsiteY738" fmla="*/ 127921 h 5143785"/>
              <a:gd name="connsiteX739" fmla="*/ 2757011 w 3114960"/>
              <a:gd name="connsiteY739" fmla="*/ 127921 h 5143785"/>
              <a:gd name="connsiteX740" fmla="*/ 2757011 w 3114960"/>
              <a:gd name="connsiteY740" fmla="*/ 119158 h 5143785"/>
              <a:gd name="connsiteX741" fmla="*/ 2753868 w 3114960"/>
              <a:gd name="connsiteY741" fmla="*/ 116015 h 5143785"/>
              <a:gd name="connsiteX742" fmla="*/ 2729484 w 3114960"/>
              <a:gd name="connsiteY742" fmla="*/ 116015 h 5143785"/>
              <a:gd name="connsiteX743" fmla="*/ 2726341 w 3114960"/>
              <a:gd name="connsiteY743" fmla="*/ 119158 h 5143785"/>
              <a:gd name="connsiteX744" fmla="*/ 2726341 w 3114960"/>
              <a:gd name="connsiteY744" fmla="*/ 129445 h 5143785"/>
              <a:gd name="connsiteX745" fmla="*/ 2627852 w 3114960"/>
              <a:gd name="connsiteY745" fmla="*/ 129445 h 5143785"/>
              <a:gd name="connsiteX746" fmla="*/ 2616899 w 3114960"/>
              <a:gd name="connsiteY746" fmla="*/ 120110 h 5143785"/>
              <a:gd name="connsiteX747" fmla="*/ 2605564 w 3114960"/>
              <a:gd name="connsiteY747" fmla="*/ 131445 h 5143785"/>
              <a:gd name="connsiteX748" fmla="*/ 2616899 w 3114960"/>
              <a:gd name="connsiteY748" fmla="*/ 142780 h 5143785"/>
              <a:gd name="connsiteX749" fmla="*/ 2627662 w 3114960"/>
              <a:gd name="connsiteY749" fmla="*/ 134207 h 5143785"/>
              <a:gd name="connsiteX750" fmla="*/ 2726246 w 3114960"/>
              <a:gd name="connsiteY750" fmla="*/ 134207 h 5143785"/>
              <a:gd name="connsiteX751" fmla="*/ 2726246 w 3114960"/>
              <a:gd name="connsiteY751" fmla="*/ 143637 h 5143785"/>
              <a:gd name="connsiteX752" fmla="*/ 2729389 w 3114960"/>
              <a:gd name="connsiteY752" fmla="*/ 146780 h 5143785"/>
              <a:gd name="connsiteX753" fmla="*/ 2753773 w 3114960"/>
              <a:gd name="connsiteY753" fmla="*/ 146780 h 5143785"/>
              <a:gd name="connsiteX754" fmla="*/ 2756916 w 3114960"/>
              <a:gd name="connsiteY754" fmla="*/ 143637 h 5143785"/>
              <a:gd name="connsiteX755" fmla="*/ 2756916 w 3114960"/>
              <a:gd name="connsiteY755" fmla="*/ 132779 h 5143785"/>
              <a:gd name="connsiteX756" fmla="*/ 2800731 w 3114960"/>
              <a:gd name="connsiteY756" fmla="*/ 132779 h 5143785"/>
              <a:gd name="connsiteX757" fmla="*/ 2824544 w 3114960"/>
              <a:gd name="connsiteY757" fmla="*/ 111252 h 5143785"/>
              <a:gd name="connsiteX758" fmla="*/ 2824067 w 3114960"/>
              <a:gd name="connsiteY758" fmla="*/ 191 h 5143785"/>
              <a:gd name="connsiteX759" fmla="*/ 2819305 w 3114960"/>
              <a:gd name="connsiteY759" fmla="*/ 191 h 5143785"/>
              <a:gd name="connsiteX760" fmla="*/ 2819781 w 3114960"/>
              <a:gd name="connsiteY760" fmla="*/ 109157 h 5143785"/>
              <a:gd name="connsiteX761" fmla="*/ 2616803 w 3114960"/>
              <a:gd name="connsiteY761" fmla="*/ 138017 h 5143785"/>
              <a:gd name="connsiteX762" fmla="*/ 2610231 w 3114960"/>
              <a:gd name="connsiteY762" fmla="*/ 131445 h 5143785"/>
              <a:gd name="connsiteX763" fmla="*/ 2616803 w 3114960"/>
              <a:gd name="connsiteY763" fmla="*/ 124873 h 5143785"/>
              <a:gd name="connsiteX764" fmla="*/ 2623376 w 3114960"/>
              <a:gd name="connsiteY764" fmla="*/ 131445 h 5143785"/>
              <a:gd name="connsiteX765" fmla="*/ 2616803 w 3114960"/>
              <a:gd name="connsiteY765" fmla="*/ 138017 h 5143785"/>
              <a:gd name="connsiteX766" fmla="*/ 2754630 w 3114960"/>
              <a:gd name="connsiteY766" fmla="*/ 143637 h 5143785"/>
              <a:gd name="connsiteX767" fmla="*/ 2753868 w 3114960"/>
              <a:gd name="connsiteY767" fmla="*/ 144399 h 5143785"/>
              <a:gd name="connsiteX768" fmla="*/ 2729484 w 3114960"/>
              <a:gd name="connsiteY768" fmla="*/ 144399 h 5143785"/>
              <a:gd name="connsiteX769" fmla="*/ 2728722 w 3114960"/>
              <a:gd name="connsiteY769" fmla="*/ 143637 h 5143785"/>
              <a:gd name="connsiteX770" fmla="*/ 2728722 w 3114960"/>
              <a:gd name="connsiteY770" fmla="*/ 119253 h 5143785"/>
              <a:gd name="connsiteX771" fmla="*/ 2729484 w 3114960"/>
              <a:gd name="connsiteY771" fmla="*/ 118491 h 5143785"/>
              <a:gd name="connsiteX772" fmla="*/ 2753868 w 3114960"/>
              <a:gd name="connsiteY772" fmla="*/ 118491 h 5143785"/>
              <a:gd name="connsiteX773" fmla="*/ 2754630 w 3114960"/>
              <a:gd name="connsiteY773" fmla="*/ 119253 h 5143785"/>
              <a:gd name="connsiteX774" fmla="*/ 2754630 w 3114960"/>
              <a:gd name="connsiteY774" fmla="*/ 143637 h 5143785"/>
              <a:gd name="connsiteX775" fmla="*/ 2552700 w 3114960"/>
              <a:gd name="connsiteY775" fmla="*/ 259937 h 5143785"/>
              <a:gd name="connsiteX776" fmla="*/ 2559368 w 3114960"/>
              <a:gd name="connsiteY776" fmla="*/ 253460 h 5143785"/>
              <a:gd name="connsiteX777" fmla="*/ 2565845 w 3114960"/>
              <a:gd name="connsiteY777" fmla="*/ 260128 h 5143785"/>
              <a:gd name="connsiteX778" fmla="*/ 2559177 w 3114960"/>
              <a:gd name="connsiteY778" fmla="*/ 266605 h 5143785"/>
              <a:gd name="connsiteX779" fmla="*/ 2552700 w 3114960"/>
              <a:gd name="connsiteY779" fmla="*/ 259937 h 5143785"/>
              <a:gd name="connsiteX780" fmla="*/ 774668 w 3114960"/>
              <a:gd name="connsiteY780" fmla="*/ 4342353 h 5143785"/>
              <a:gd name="connsiteX781" fmla="*/ 767525 w 3114960"/>
              <a:gd name="connsiteY781" fmla="*/ 4342353 h 5143785"/>
              <a:gd name="connsiteX782" fmla="*/ 767525 w 3114960"/>
              <a:gd name="connsiteY782" fmla="*/ 4334732 h 5143785"/>
              <a:gd name="connsiteX783" fmla="*/ 774668 w 3114960"/>
              <a:gd name="connsiteY783" fmla="*/ 4334732 h 5143785"/>
              <a:gd name="connsiteX784" fmla="*/ 774668 w 3114960"/>
              <a:gd name="connsiteY784" fmla="*/ 4342353 h 5143785"/>
              <a:gd name="connsiteX785" fmla="*/ 2601373 w 3114960"/>
              <a:gd name="connsiteY785" fmla="*/ 131445 h 5143785"/>
              <a:gd name="connsiteX786" fmla="*/ 2590895 w 3114960"/>
              <a:gd name="connsiteY786" fmla="*/ 120872 h 5143785"/>
              <a:gd name="connsiteX787" fmla="*/ 2590895 w 3114960"/>
              <a:gd name="connsiteY787" fmla="*/ 120872 h 5143785"/>
              <a:gd name="connsiteX788" fmla="*/ 2583466 w 3114960"/>
              <a:gd name="connsiteY788" fmla="*/ 123920 h 5143785"/>
              <a:gd name="connsiteX789" fmla="*/ 2580323 w 3114960"/>
              <a:gd name="connsiteY789" fmla="*/ 131350 h 5143785"/>
              <a:gd name="connsiteX790" fmla="*/ 2590800 w 3114960"/>
              <a:gd name="connsiteY790" fmla="*/ 141923 h 5143785"/>
              <a:gd name="connsiteX791" fmla="*/ 2590800 w 3114960"/>
              <a:gd name="connsiteY791" fmla="*/ 141923 h 5143785"/>
              <a:gd name="connsiteX792" fmla="*/ 2601373 w 3114960"/>
              <a:gd name="connsiteY792" fmla="*/ 131445 h 5143785"/>
              <a:gd name="connsiteX793" fmla="*/ 2590800 w 3114960"/>
              <a:gd name="connsiteY793" fmla="*/ 137160 h 5143785"/>
              <a:gd name="connsiteX794" fmla="*/ 2590800 w 3114960"/>
              <a:gd name="connsiteY794" fmla="*/ 137160 h 5143785"/>
              <a:gd name="connsiteX795" fmla="*/ 2585085 w 3114960"/>
              <a:gd name="connsiteY795" fmla="*/ 131350 h 5143785"/>
              <a:gd name="connsiteX796" fmla="*/ 2586800 w 3114960"/>
              <a:gd name="connsiteY796" fmla="*/ 127254 h 5143785"/>
              <a:gd name="connsiteX797" fmla="*/ 2590895 w 3114960"/>
              <a:gd name="connsiteY797" fmla="*/ 125540 h 5143785"/>
              <a:gd name="connsiteX798" fmla="*/ 2590895 w 3114960"/>
              <a:gd name="connsiteY798" fmla="*/ 125540 h 5143785"/>
              <a:gd name="connsiteX799" fmla="*/ 2596610 w 3114960"/>
              <a:gd name="connsiteY799" fmla="*/ 131350 h 5143785"/>
              <a:gd name="connsiteX800" fmla="*/ 2590800 w 3114960"/>
              <a:gd name="connsiteY800" fmla="*/ 137065 h 5143785"/>
              <a:gd name="connsiteX801" fmla="*/ 938403 w 3114960"/>
              <a:gd name="connsiteY801" fmla="*/ 3934682 h 5143785"/>
              <a:gd name="connsiteX802" fmla="*/ 930878 w 3114960"/>
              <a:gd name="connsiteY802" fmla="*/ 3942874 h 5143785"/>
              <a:gd name="connsiteX803" fmla="*/ 902589 w 3114960"/>
              <a:gd name="connsiteY803" fmla="*/ 3942874 h 5143785"/>
              <a:gd name="connsiteX804" fmla="*/ 874204 w 3114960"/>
              <a:gd name="connsiteY804" fmla="*/ 3915728 h 5143785"/>
              <a:gd name="connsiteX805" fmla="*/ 711518 w 3114960"/>
              <a:gd name="connsiteY805" fmla="*/ 3915728 h 5143785"/>
              <a:gd name="connsiteX806" fmla="*/ 688181 w 3114960"/>
              <a:gd name="connsiteY806" fmla="*/ 3902202 h 5143785"/>
              <a:gd name="connsiteX807" fmla="*/ 598837 w 3114960"/>
              <a:gd name="connsiteY807" fmla="*/ 3902202 h 5143785"/>
              <a:gd name="connsiteX808" fmla="*/ 598837 w 3114960"/>
              <a:gd name="connsiteY808" fmla="*/ 3898297 h 5143785"/>
              <a:gd name="connsiteX809" fmla="*/ 594360 w 3114960"/>
              <a:gd name="connsiteY809" fmla="*/ 3893820 h 5143785"/>
              <a:gd name="connsiteX810" fmla="*/ 581692 w 3114960"/>
              <a:gd name="connsiteY810" fmla="*/ 3893820 h 5143785"/>
              <a:gd name="connsiteX811" fmla="*/ 577215 w 3114960"/>
              <a:gd name="connsiteY811" fmla="*/ 3898297 h 5143785"/>
              <a:gd name="connsiteX812" fmla="*/ 577215 w 3114960"/>
              <a:gd name="connsiteY812" fmla="*/ 3910965 h 5143785"/>
              <a:gd name="connsiteX813" fmla="*/ 581692 w 3114960"/>
              <a:gd name="connsiteY813" fmla="*/ 3915442 h 5143785"/>
              <a:gd name="connsiteX814" fmla="*/ 594360 w 3114960"/>
              <a:gd name="connsiteY814" fmla="*/ 3915442 h 5143785"/>
              <a:gd name="connsiteX815" fmla="*/ 598837 w 3114960"/>
              <a:gd name="connsiteY815" fmla="*/ 3910965 h 5143785"/>
              <a:gd name="connsiteX816" fmla="*/ 598837 w 3114960"/>
              <a:gd name="connsiteY816" fmla="*/ 3906965 h 5143785"/>
              <a:gd name="connsiteX817" fmla="*/ 686943 w 3114960"/>
              <a:gd name="connsiteY817" fmla="*/ 3906965 h 5143785"/>
              <a:gd name="connsiteX818" fmla="*/ 710279 w 3114960"/>
              <a:gd name="connsiteY818" fmla="*/ 3920490 h 5143785"/>
              <a:gd name="connsiteX819" fmla="*/ 872300 w 3114960"/>
              <a:gd name="connsiteY819" fmla="*/ 3920490 h 5143785"/>
              <a:gd name="connsiteX820" fmla="*/ 900684 w 3114960"/>
              <a:gd name="connsiteY820" fmla="*/ 3947636 h 5143785"/>
              <a:gd name="connsiteX821" fmla="*/ 930783 w 3114960"/>
              <a:gd name="connsiteY821" fmla="*/ 3947636 h 5143785"/>
              <a:gd name="connsiteX822" fmla="*/ 930783 w 3114960"/>
              <a:gd name="connsiteY822" fmla="*/ 3948303 h 5143785"/>
              <a:gd name="connsiteX823" fmla="*/ 941356 w 3114960"/>
              <a:gd name="connsiteY823" fmla="*/ 3956209 h 5143785"/>
              <a:gd name="connsiteX824" fmla="*/ 944404 w 3114960"/>
              <a:gd name="connsiteY824" fmla="*/ 3955828 h 5143785"/>
              <a:gd name="connsiteX825" fmla="*/ 950976 w 3114960"/>
              <a:gd name="connsiteY825" fmla="*/ 3950589 h 5143785"/>
              <a:gd name="connsiteX826" fmla="*/ 951929 w 3114960"/>
              <a:gd name="connsiteY826" fmla="*/ 3942302 h 5143785"/>
              <a:gd name="connsiteX827" fmla="*/ 951929 w 3114960"/>
              <a:gd name="connsiteY827" fmla="*/ 3942302 h 5143785"/>
              <a:gd name="connsiteX828" fmla="*/ 938403 w 3114960"/>
              <a:gd name="connsiteY828" fmla="*/ 3934778 h 5143785"/>
              <a:gd name="connsiteX829" fmla="*/ 946785 w 3114960"/>
              <a:gd name="connsiteY829" fmla="*/ 3948208 h 5143785"/>
              <a:gd name="connsiteX830" fmla="*/ 943070 w 3114960"/>
              <a:gd name="connsiteY830" fmla="*/ 3951161 h 5143785"/>
              <a:gd name="connsiteX831" fmla="*/ 935450 w 3114960"/>
              <a:gd name="connsiteY831" fmla="*/ 3946874 h 5143785"/>
              <a:gd name="connsiteX832" fmla="*/ 939737 w 3114960"/>
              <a:gd name="connsiteY832" fmla="*/ 3939254 h 5143785"/>
              <a:gd name="connsiteX833" fmla="*/ 941451 w 3114960"/>
              <a:gd name="connsiteY833" fmla="*/ 3938969 h 5143785"/>
              <a:gd name="connsiteX834" fmla="*/ 947452 w 3114960"/>
              <a:gd name="connsiteY834" fmla="*/ 3943445 h 5143785"/>
              <a:gd name="connsiteX835" fmla="*/ 946880 w 3114960"/>
              <a:gd name="connsiteY835" fmla="*/ 3948113 h 5143785"/>
              <a:gd name="connsiteX836" fmla="*/ 2588895 w 3114960"/>
              <a:gd name="connsiteY836" fmla="*/ 166973 h 5143785"/>
              <a:gd name="connsiteX837" fmla="*/ 2596229 w 3114960"/>
              <a:gd name="connsiteY837" fmla="*/ 174403 h 5143785"/>
              <a:gd name="connsiteX838" fmla="*/ 2588800 w 3114960"/>
              <a:gd name="connsiteY838" fmla="*/ 181737 h 5143785"/>
              <a:gd name="connsiteX839" fmla="*/ 2581466 w 3114960"/>
              <a:gd name="connsiteY839" fmla="*/ 174308 h 5143785"/>
              <a:gd name="connsiteX840" fmla="*/ 2588895 w 3114960"/>
              <a:gd name="connsiteY840" fmla="*/ 166973 h 5143785"/>
              <a:gd name="connsiteX841" fmla="*/ 2590800 w 3114960"/>
              <a:gd name="connsiteY841" fmla="*/ 227267 h 5143785"/>
              <a:gd name="connsiteX842" fmla="*/ 2601373 w 3114960"/>
              <a:gd name="connsiteY842" fmla="*/ 216789 h 5143785"/>
              <a:gd name="connsiteX843" fmla="*/ 2590895 w 3114960"/>
              <a:gd name="connsiteY843" fmla="*/ 206216 h 5143785"/>
              <a:gd name="connsiteX844" fmla="*/ 2590895 w 3114960"/>
              <a:gd name="connsiteY844" fmla="*/ 206216 h 5143785"/>
              <a:gd name="connsiteX845" fmla="*/ 2583466 w 3114960"/>
              <a:gd name="connsiteY845" fmla="*/ 209264 h 5143785"/>
              <a:gd name="connsiteX846" fmla="*/ 2580323 w 3114960"/>
              <a:gd name="connsiteY846" fmla="*/ 216694 h 5143785"/>
              <a:gd name="connsiteX847" fmla="*/ 2590800 w 3114960"/>
              <a:gd name="connsiteY847" fmla="*/ 227267 h 5143785"/>
              <a:gd name="connsiteX848" fmla="*/ 2590800 w 3114960"/>
              <a:gd name="connsiteY848" fmla="*/ 227267 h 5143785"/>
              <a:gd name="connsiteX849" fmla="*/ 2584990 w 3114960"/>
              <a:gd name="connsiteY849" fmla="*/ 216694 h 5143785"/>
              <a:gd name="connsiteX850" fmla="*/ 2590800 w 3114960"/>
              <a:gd name="connsiteY850" fmla="*/ 210979 h 5143785"/>
              <a:gd name="connsiteX851" fmla="*/ 2590800 w 3114960"/>
              <a:gd name="connsiteY851" fmla="*/ 210979 h 5143785"/>
              <a:gd name="connsiteX852" fmla="*/ 2596515 w 3114960"/>
              <a:gd name="connsiteY852" fmla="*/ 216789 h 5143785"/>
              <a:gd name="connsiteX853" fmla="*/ 2590705 w 3114960"/>
              <a:gd name="connsiteY853" fmla="*/ 222504 h 5143785"/>
              <a:gd name="connsiteX854" fmla="*/ 2590705 w 3114960"/>
              <a:gd name="connsiteY854" fmla="*/ 222504 h 5143785"/>
              <a:gd name="connsiteX855" fmla="*/ 2584990 w 3114960"/>
              <a:gd name="connsiteY855" fmla="*/ 216694 h 5143785"/>
              <a:gd name="connsiteX856" fmla="*/ 2603183 w 3114960"/>
              <a:gd name="connsiteY856" fmla="*/ 174308 h 5143785"/>
              <a:gd name="connsiteX857" fmla="*/ 2611374 w 3114960"/>
              <a:gd name="connsiteY857" fmla="*/ 166211 h 5143785"/>
              <a:gd name="connsiteX858" fmla="*/ 2619470 w 3114960"/>
              <a:gd name="connsiteY858" fmla="*/ 174403 h 5143785"/>
              <a:gd name="connsiteX859" fmla="*/ 2611279 w 3114960"/>
              <a:gd name="connsiteY859" fmla="*/ 182499 h 5143785"/>
              <a:gd name="connsiteX860" fmla="*/ 2603183 w 3114960"/>
              <a:gd name="connsiteY860" fmla="*/ 174308 h 5143785"/>
              <a:gd name="connsiteX861" fmla="*/ 482537 w 3114960"/>
              <a:gd name="connsiteY861" fmla="*/ 2594229 h 5143785"/>
              <a:gd name="connsiteX862" fmla="*/ 487299 w 3114960"/>
              <a:gd name="connsiteY862" fmla="*/ 2595182 h 5143785"/>
              <a:gd name="connsiteX863" fmla="*/ 492252 w 3114960"/>
              <a:gd name="connsiteY863" fmla="*/ 2594229 h 5143785"/>
              <a:gd name="connsiteX864" fmla="*/ 499110 w 3114960"/>
              <a:gd name="connsiteY864" fmla="*/ 2587276 h 5143785"/>
              <a:gd name="connsiteX865" fmla="*/ 499110 w 3114960"/>
              <a:gd name="connsiteY865" fmla="*/ 2577560 h 5143785"/>
              <a:gd name="connsiteX866" fmla="*/ 498348 w 3114960"/>
              <a:gd name="connsiteY866" fmla="*/ 2576322 h 5143785"/>
              <a:gd name="connsiteX867" fmla="*/ 556355 w 3114960"/>
              <a:gd name="connsiteY867" fmla="*/ 2519839 h 5143785"/>
              <a:gd name="connsiteX868" fmla="*/ 557403 w 3114960"/>
              <a:gd name="connsiteY868" fmla="*/ 2393252 h 5143785"/>
              <a:gd name="connsiteX869" fmla="*/ 504444 w 3114960"/>
              <a:gd name="connsiteY869" fmla="*/ 2336006 h 5143785"/>
              <a:gd name="connsiteX870" fmla="*/ 505587 w 3114960"/>
              <a:gd name="connsiteY870" fmla="*/ 2333816 h 5143785"/>
              <a:gd name="connsiteX871" fmla="*/ 497872 w 3114960"/>
              <a:gd name="connsiteY871" fmla="*/ 2317528 h 5143785"/>
              <a:gd name="connsiteX872" fmla="*/ 497872 w 3114960"/>
              <a:gd name="connsiteY872" fmla="*/ 2317528 h 5143785"/>
              <a:gd name="connsiteX873" fmla="*/ 481584 w 3114960"/>
              <a:gd name="connsiteY873" fmla="*/ 2325243 h 5143785"/>
              <a:gd name="connsiteX874" fmla="*/ 489299 w 3114960"/>
              <a:gd name="connsiteY874" fmla="*/ 2341531 h 5143785"/>
              <a:gd name="connsiteX875" fmla="*/ 493586 w 3114960"/>
              <a:gd name="connsiteY875" fmla="*/ 2342293 h 5143785"/>
              <a:gd name="connsiteX876" fmla="*/ 501301 w 3114960"/>
              <a:gd name="connsiteY876" fmla="*/ 2339626 h 5143785"/>
              <a:gd name="connsiteX877" fmla="*/ 552545 w 3114960"/>
              <a:gd name="connsiteY877" fmla="*/ 2395157 h 5143785"/>
              <a:gd name="connsiteX878" fmla="*/ 551593 w 3114960"/>
              <a:gd name="connsiteY878" fmla="*/ 2517838 h 5143785"/>
              <a:gd name="connsiteX879" fmla="*/ 495205 w 3114960"/>
              <a:gd name="connsiteY879" fmla="*/ 2572703 h 5143785"/>
              <a:gd name="connsiteX880" fmla="*/ 492157 w 3114960"/>
              <a:gd name="connsiteY880" fmla="*/ 2570702 h 5143785"/>
              <a:gd name="connsiteX881" fmla="*/ 475583 w 3114960"/>
              <a:gd name="connsiteY881" fmla="*/ 2577655 h 5143785"/>
              <a:gd name="connsiteX882" fmla="*/ 475583 w 3114960"/>
              <a:gd name="connsiteY882" fmla="*/ 2577655 h 5143785"/>
              <a:gd name="connsiteX883" fmla="*/ 475583 w 3114960"/>
              <a:gd name="connsiteY883" fmla="*/ 2587371 h 5143785"/>
              <a:gd name="connsiteX884" fmla="*/ 476726 w 3114960"/>
              <a:gd name="connsiteY884" fmla="*/ 2589086 h 5143785"/>
              <a:gd name="connsiteX885" fmla="*/ 429387 w 3114960"/>
              <a:gd name="connsiteY885" fmla="*/ 2633758 h 5143785"/>
              <a:gd name="connsiteX886" fmla="*/ 429578 w 3114960"/>
              <a:gd name="connsiteY886" fmla="*/ 2664524 h 5143785"/>
              <a:gd name="connsiteX887" fmla="*/ 424053 w 3114960"/>
              <a:gd name="connsiteY887" fmla="*/ 2664524 h 5143785"/>
              <a:gd name="connsiteX888" fmla="*/ 419386 w 3114960"/>
              <a:gd name="connsiteY888" fmla="*/ 2668810 h 5143785"/>
              <a:gd name="connsiteX889" fmla="*/ 419100 w 3114960"/>
              <a:gd name="connsiteY889" fmla="*/ 2683574 h 5143785"/>
              <a:gd name="connsiteX890" fmla="*/ 423577 w 3114960"/>
              <a:gd name="connsiteY890" fmla="*/ 2688241 h 5143785"/>
              <a:gd name="connsiteX891" fmla="*/ 438340 w 3114960"/>
              <a:gd name="connsiteY891" fmla="*/ 2688527 h 5143785"/>
              <a:gd name="connsiteX892" fmla="*/ 440627 w 3114960"/>
              <a:gd name="connsiteY892" fmla="*/ 2687860 h 5143785"/>
              <a:gd name="connsiteX893" fmla="*/ 498348 w 3114960"/>
              <a:gd name="connsiteY893" fmla="*/ 2748248 h 5143785"/>
              <a:gd name="connsiteX894" fmla="*/ 498729 w 3114960"/>
              <a:gd name="connsiteY894" fmla="*/ 2748629 h 5143785"/>
              <a:gd name="connsiteX895" fmla="*/ 529876 w 3114960"/>
              <a:gd name="connsiteY895" fmla="*/ 2748629 h 5143785"/>
              <a:gd name="connsiteX896" fmla="*/ 585216 w 3114960"/>
              <a:gd name="connsiteY896" fmla="*/ 2806351 h 5143785"/>
              <a:gd name="connsiteX897" fmla="*/ 582168 w 3114960"/>
              <a:gd name="connsiteY897" fmla="*/ 2830449 h 5143785"/>
              <a:gd name="connsiteX898" fmla="*/ 581120 w 3114960"/>
              <a:gd name="connsiteY898" fmla="*/ 2831306 h 5143785"/>
              <a:gd name="connsiteX899" fmla="*/ 578739 w 3114960"/>
              <a:gd name="connsiteY899" fmla="*/ 2833592 h 5143785"/>
              <a:gd name="connsiteX900" fmla="*/ 575786 w 3114960"/>
              <a:gd name="connsiteY900" fmla="*/ 2840355 h 5143785"/>
              <a:gd name="connsiteX901" fmla="*/ 578453 w 3114960"/>
              <a:gd name="connsiteY901" fmla="*/ 2847213 h 5143785"/>
              <a:gd name="connsiteX902" fmla="*/ 593789 w 3114960"/>
              <a:gd name="connsiteY902" fmla="*/ 2863215 h 5143785"/>
              <a:gd name="connsiteX903" fmla="*/ 600551 w 3114960"/>
              <a:gd name="connsiteY903" fmla="*/ 2866168 h 5143785"/>
              <a:gd name="connsiteX904" fmla="*/ 600742 w 3114960"/>
              <a:gd name="connsiteY904" fmla="*/ 2866168 h 5143785"/>
              <a:gd name="connsiteX905" fmla="*/ 607409 w 3114960"/>
              <a:gd name="connsiteY905" fmla="*/ 2863501 h 5143785"/>
              <a:gd name="connsiteX906" fmla="*/ 609124 w 3114960"/>
              <a:gd name="connsiteY906" fmla="*/ 2861882 h 5143785"/>
              <a:gd name="connsiteX907" fmla="*/ 729710 w 3114960"/>
              <a:gd name="connsiteY907" fmla="*/ 2863310 h 5143785"/>
              <a:gd name="connsiteX908" fmla="*/ 730758 w 3114960"/>
              <a:gd name="connsiteY908" fmla="*/ 2863310 h 5143785"/>
              <a:gd name="connsiteX909" fmla="*/ 781526 w 3114960"/>
              <a:gd name="connsiteY909" fmla="*/ 2809304 h 5143785"/>
              <a:gd name="connsiteX910" fmla="*/ 837152 w 3114960"/>
              <a:gd name="connsiteY910" fmla="*/ 2809018 h 5143785"/>
              <a:gd name="connsiteX911" fmla="*/ 837152 w 3114960"/>
              <a:gd name="connsiteY911" fmla="*/ 2819781 h 5143785"/>
              <a:gd name="connsiteX912" fmla="*/ 843534 w 3114960"/>
              <a:gd name="connsiteY912" fmla="*/ 2826068 h 5143785"/>
              <a:gd name="connsiteX913" fmla="*/ 963930 w 3114960"/>
              <a:gd name="connsiteY913" fmla="*/ 2826068 h 5143785"/>
              <a:gd name="connsiteX914" fmla="*/ 969931 w 3114960"/>
              <a:gd name="connsiteY914" fmla="*/ 2821305 h 5143785"/>
              <a:gd name="connsiteX915" fmla="*/ 1115949 w 3114960"/>
              <a:gd name="connsiteY915" fmla="*/ 2821496 h 5143785"/>
              <a:gd name="connsiteX916" fmla="*/ 1239965 w 3114960"/>
              <a:gd name="connsiteY916" fmla="*/ 2721959 h 5143785"/>
              <a:gd name="connsiteX917" fmla="*/ 1267301 w 3114960"/>
              <a:gd name="connsiteY917" fmla="*/ 2722150 h 5143785"/>
              <a:gd name="connsiteX918" fmla="*/ 1373791 w 3114960"/>
              <a:gd name="connsiteY918" fmla="*/ 2635377 h 5143785"/>
              <a:gd name="connsiteX919" fmla="*/ 1393698 w 3114960"/>
              <a:gd name="connsiteY919" fmla="*/ 2635377 h 5143785"/>
              <a:gd name="connsiteX920" fmla="*/ 1393698 w 3114960"/>
              <a:gd name="connsiteY920" fmla="*/ 2638711 h 5143785"/>
              <a:gd name="connsiteX921" fmla="*/ 1399508 w 3114960"/>
              <a:gd name="connsiteY921" fmla="*/ 2644521 h 5143785"/>
              <a:gd name="connsiteX922" fmla="*/ 1413129 w 3114960"/>
              <a:gd name="connsiteY922" fmla="*/ 2644521 h 5143785"/>
              <a:gd name="connsiteX923" fmla="*/ 1418939 w 3114960"/>
              <a:gd name="connsiteY923" fmla="*/ 2638711 h 5143785"/>
              <a:gd name="connsiteX924" fmla="*/ 1418939 w 3114960"/>
              <a:gd name="connsiteY924" fmla="*/ 2625090 h 5143785"/>
              <a:gd name="connsiteX925" fmla="*/ 1413129 w 3114960"/>
              <a:gd name="connsiteY925" fmla="*/ 2619280 h 5143785"/>
              <a:gd name="connsiteX926" fmla="*/ 1399508 w 3114960"/>
              <a:gd name="connsiteY926" fmla="*/ 2619280 h 5143785"/>
              <a:gd name="connsiteX927" fmla="*/ 1393698 w 3114960"/>
              <a:gd name="connsiteY927" fmla="*/ 2625090 h 5143785"/>
              <a:gd name="connsiteX928" fmla="*/ 1393698 w 3114960"/>
              <a:gd name="connsiteY928" fmla="*/ 2630615 h 5143785"/>
              <a:gd name="connsiteX929" fmla="*/ 1372076 w 3114960"/>
              <a:gd name="connsiteY929" fmla="*/ 2630615 h 5143785"/>
              <a:gd name="connsiteX930" fmla="*/ 1265587 w 3114960"/>
              <a:gd name="connsiteY930" fmla="*/ 2717387 h 5143785"/>
              <a:gd name="connsiteX931" fmla="*/ 1238250 w 3114960"/>
              <a:gd name="connsiteY931" fmla="*/ 2717197 h 5143785"/>
              <a:gd name="connsiteX932" fmla="*/ 1114235 w 3114960"/>
              <a:gd name="connsiteY932" fmla="*/ 2816733 h 5143785"/>
              <a:gd name="connsiteX933" fmla="*/ 970217 w 3114960"/>
              <a:gd name="connsiteY933" fmla="*/ 2816543 h 5143785"/>
              <a:gd name="connsiteX934" fmla="*/ 970217 w 3114960"/>
              <a:gd name="connsiteY934" fmla="*/ 2798064 h 5143785"/>
              <a:gd name="connsiteX935" fmla="*/ 1076135 w 3114960"/>
              <a:gd name="connsiteY935" fmla="*/ 2797778 h 5143785"/>
              <a:gd name="connsiteX936" fmla="*/ 1076992 w 3114960"/>
              <a:gd name="connsiteY936" fmla="*/ 2797778 h 5143785"/>
              <a:gd name="connsiteX937" fmla="*/ 1228535 w 3114960"/>
              <a:gd name="connsiteY937" fmla="*/ 2677001 h 5143785"/>
              <a:gd name="connsiteX938" fmla="*/ 1255871 w 3114960"/>
              <a:gd name="connsiteY938" fmla="*/ 2677192 h 5143785"/>
              <a:gd name="connsiteX939" fmla="*/ 1353693 w 3114960"/>
              <a:gd name="connsiteY939" fmla="*/ 2595563 h 5143785"/>
              <a:gd name="connsiteX940" fmla="*/ 1365409 w 3114960"/>
              <a:gd name="connsiteY940" fmla="*/ 2595563 h 5143785"/>
              <a:gd name="connsiteX941" fmla="*/ 1374457 w 3114960"/>
              <a:gd name="connsiteY941" fmla="*/ 2606707 h 5143785"/>
              <a:gd name="connsiteX942" fmla="*/ 1379696 w 3114960"/>
              <a:gd name="connsiteY942" fmla="*/ 2607659 h 5143785"/>
              <a:gd name="connsiteX943" fmla="*/ 1393317 w 3114960"/>
              <a:gd name="connsiteY943" fmla="*/ 2598420 h 5143785"/>
              <a:gd name="connsiteX944" fmla="*/ 1393031 w 3114960"/>
              <a:gd name="connsiteY944" fmla="*/ 2587276 h 5143785"/>
              <a:gd name="connsiteX945" fmla="*/ 1385030 w 3114960"/>
              <a:gd name="connsiteY945" fmla="*/ 2579561 h 5143785"/>
              <a:gd name="connsiteX946" fmla="*/ 1366171 w 3114960"/>
              <a:gd name="connsiteY946" fmla="*/ 2587847 h 5143785"/>
              <a:gd name="connsiteX947" fmla="*/ 1365409 w 3114960"/>
              <a:gd name="connsiteY947" fmla="*/ 2590705 h 5143785"/>
              <a:gd name="connsiteX948" fmla="*/ 1351978 w 3114960"/>
              <a:gd name="connsiteY948" fmla="*/ 2590705 h 5143785"/>
              <a:gd name="connsiteX949" fmla="*/ 1254157 w 3114960"/>
              <a:gd name="connsiteY949" fmla="*/ 2672334 h 5143785"/>
              <a:gd name="connsiteX950" fmla="*/ 1226915 w 3114960"/>
              <a:gd name="connsiteY950" fmla="*/ 2672334 h 5143785"/>
              <a:gd name="connsiteX951" fmla="*/ 1075373 w 3114960"/>
              <a:gd name="connsiteY951" fmla="*/ 2793016 h 5143785"/>
              <a:gd name="connsiteX952" fmla="*/ 968883 w 3114960"/>
              <a:gd name="connsiteY952" fmla="*/ 2793302 h 5143785"/>
              <a:gd name="connsiteX953" fmla="*/ 963930 w 3114960"/>
              <a:gd name="connsiteY953" fmla="*/ 2790825 h 5143785"/>
              <a:gd name="connsiteX954" fmla="*/ 843534 w 3114960"/>
              <a:gd name="connsiteY954" fmla="*/ 2790825 h 5143785"/>
              <a:gd name="connsiteX955" fmla="*/ 837152 w 3114960"/>
              <a:gd name="connsiteY955" fmla="*/ 2797207 h 5143785"/>
              <a:gd name="connsiteX956" fmla="*/ 837152 w 3114960"/>
              <a:gd name="connsiteY956" fmla="*/ 2806542 h 5143785"/>
              <a:gd name="connsiteX957" fmla="*/ 837152 w 3114960"/>
              <a:gd name="connsiteY957" fmla="*/ 2804255 h 5143785"/>
              <a:gd name="connsiteX958" fmla="*/ 779526 w 3114960"/>
              <a:gd name="connsiteY958" fmla="*/ 2804541 h 5143785"/>
              <a:gd name="connsiteX959" fmla="*/ 728758 w 3114960"/>
              <a:gd name="connsiteY959" fmla="*/ 2858548 h 5143785"/>
              <a:gd name="connsiteX960" fmla="*/ 612172 w 3114960"/>
              <a:gd name="connsiteY960" fmla="*/ 2857214 h 5143785"/>
              <a:gd name="connsiteX961" fmla="*/ 612743 w 3114960"/>
              <a:gd name="connsiteY961" fmla="*/ 2854547 h 5143785"/>
              <a:gd name="connsiteX962" fmla="*/ 610076 w 3114960"/>
              <a:gd name="connsiteY962" fmla="*/ 2847689 h 5143785"/>
              <a:gd name="connsiteX963" fmla="*/ 594741 w 3114960"/>
              <a:gd name="connsiteY963" fmla="*/ 2831687 h 5143785"/>
              <a:gd name="connsiteX964" fmla="*/ 587978 w 3114960"/>
              <a:gd name="connsiteY964" fmla="*/ 2828735 h 5143785"/>
              <a:gd name="connsiteX965" fmla="*/ 584740 w 3114960"/>
              <a:gd name="connsiteY965" fmla="*/ 2829211 h 5143785"/>
              <a:gd name="connsiteX966" fmla="*/ 587693 w 3114960"/>
              <a:gd name="connsiteY966" fmla="*/ 2805684 h 5143785"/>
              <a:gd name="connsiteX967" fmla="*/ 531209 w 3114960"/>
              <a:gd name="connsiteY967" fmla="*/ 2746629 h 5143785"/>
              <a:gd name="connsiteX968" fmla="*/ 530828 w 3114960"/>
              <a:gd name="connsiteY968" fmla="*/ 2746248 h 5143785"/>
              <a:gd name="connsiteX969" fmla="*/ 499682 w 3114960"/>
              <a:gd name="connsiteY969" fmla="*/ 2746248 h 5143785"/>
              <a:gd name="connsiteX970" fmla="*/ 442341 w 3114960"/>
              <a:gd name="connsiteY970" fmla="*/ 2686336 h 5143785"/>
              <a:gd name="connsiteX971" fmla="*/ 443008 w 3114960"/>
              <a:gd name="connsiteY971" fmla="*/ 2684145 h 5143785"/>
              <a:gd name="connsiteX972" fmla="*/ 443294 w 3114960"/>
              <a:gd name="connsiteY972" fmla="*/ 2669381 h 5143785"/>
              <a:gd name="connsiteX973" fmla="*/ 438817 w 3114960"/>
              <a:gd name="connsiteY973" fmla="*/ 2664714 h 5143785"/>
              <a:gd name="connsiteX974" fmla="*/ 434245 w 3114960"/>
              <a:gd name="connsiteY974" fmla="*/ 2664714 h 5143785"/>
              <a:gd name="connsiteX975" fmla="*/ 434054 w 3114960"/>
              <a:gd name="connsiteY975" fmla="*/ 2635758 h 5143785"/>
              <a:gd name="connsiteX976" fmla="*/ 479870 w 3114960"/>
              <a:gd name="connsiteY976" fmla="*/ 2592515 h 5143785"/>
              <a:gd name="connsiteX977" fmla="*/ 482346 w 3114960"/>
              <a:gd name="connsiteY977" fmla="*/ 2594134 h 5143785"/>
              <a:gd name="connsiteX978" fmla="*/ 501015 w 3114960"/>
              <a:gd name="connsiteY978" fmla="*/ 2332196 h 5143785"/>
              <a:gd name="connsiteX979" fmla="*/ 490823 w 3114960"/>
              <a:gd name="connsiteY979" fmla="*/ 2337054 h 5143785"/>
              <a:gd name="connsiteX980" fmla="*/ 485965 w 3114960"/>
              <a:gd name="connsiteY980" fmla="*/ 2326862 h 5143785"/>
              <a:gd name="connsiteX981" fmla="*/ 493490 w 3114960"/>
              <a:gd name="connsiteY981" fmla="*/ 2321528 h 5143785"/>
              <a:gd name="connsiteX982" fmla="*/ 496157 w 3114960"/>
              <a:gd name="connsiteY982" fmla="*/ 2322005 h 5143785"/>
              <a:gd name="connsiteX983" fmla="*/ 501015 w 3114960"/>
              <a:gd name="connsiteY983" fmla="*/ 2332196 h 5143785"/>
              <a:gd name="connsiteX984" fmla="*/ 1398270 w 3114960"/>
              <a:gd name="connsiteY984" fmla="*/ 2625185 h 5143785"/>
              <a:gd name="connsiteX985" fmla="*/ 1399318 w 3114960"/>
              <a:gd name="connsiteY985" fmla="*/ 2624138 h 5143785"/>
              <a:gd name="connsiteX986" fmla="*/ 1412939 w 3114960"/>
              <a:gd name="connsiteY986" fmla="*/ 2624138 h 5143785"/>
              <a:gd name="connsiteX987" fmla="*/ 1413986 w 3114960"/>
              <a:gd name="connsiteY987" fmla="*/ 2625185 h 5143785"/>
              <a:gd name="connsiteX988" fmla="*/ 1413986 w 3114960"/>
              <a:gd name="connsiteY988" fmla="*/ 2638806 h 5143785"/>
              <a:gd name="connsiteX989" fmla="*/ 1412939 w 3114960"/>
              <a:gd name="connsiteY989" fmla="*/ 2639854 h 5143785"/>
              <a:gd name="connsiteX990" fmla="*/ 1399318 w 3114960"/>
              <a:gd name="connsiteY990" fmla="*/ 2639854 h 5143785"/>
              <a:gd name="connsiteX991" fmla="*/ 1398270 w 3114960"/>
              <a:gd name="connsiteY991" fmla="*/ 2638806 h 5143785"/>
              <a:gd name="connsiteX992" fmla="*/ 1398270 w 3114960"/>
              <a:gd name="connsiteY992" fmla="*/ 2625185 h 5143785"/>
              <a:gd name="connsiteX993" fmla="*/ 1370362 w 3114960"/>
              <a:gd name="connsiteY993" fmla="*/ 2589752 h 5143785"/>
              <a:gd name="connsiteX994" fmla="*/ 1379506 w 3114960"/>
              <a:gd name="connsiteY994" fmla="*/ 2583561 h 5143785"/>
              <a:gd name="connsiteX995" fmla="*/ 1383030 w 3114960"/>
              <a:gd name="connsiteY995" fmla="*/ 2584228 h 5143785"/>
              <a:gd name="connsiteX996" fmla="*/ 1388459 w 3114960"/>
              <a:gd name="connsiteY996" fmla="*/ 2589371 h 5143785"/>
              <a:gd name="connsiteX997" fmla="*/ 1388650 w 3114960"/>
              <a:gd name="connsiteY997" fmla="*/ 2596896 h 5143785"/>
              <a:gd name="connsiteX998" fmla="*/ 1375982 w 3114960"/>
              <a:gd name="connsiteY998" fmla="*/ 2602421 h 5143785"/>
              <a:gd name="connsiteX999" fmla="*/ 1370362 w 3114960"/>
              <a:gd name="connsiteY999" fmla="*/ 2589752 h 5143785"/>
              <a:gd name="connsiteX1000" fmla="*/ 933260 w 3114960"/>
              <a:gd name="connsiteY1000" fmla="*/ 2793492 h 5143785"/>
              <a:gd name="connsiteX1001" fmla="*/ 939737 w 3114960"/>
              <a:gd name="connsiteY1001" fmla="*/ 2793492 h 5143785"/>
              <a:gd name="connsiteX1002" fmla="*/ 939737 w 3114960"/>
              <a:gd name="connsiteY1002" fmla="*/ 2823686 h 5143785"/>
              <a:gd name="connsiteX1003" fmla="*/ 933260 w 3114960"/>
              <a:gd name="connsiteY1003" fmla="*/ 2823686 h 5143785"/>
              <a:gd name="connsiteX1004" fmla="*/ 933260 w 3114960"/>
              <a:gd name="connsiteY1004" fmla="*/ 2793492 h 5143785"/>
              <a:gd name="connsiteX1005" fmla="*/ 900303 w 3114960"/>
              <a:gd name="connsiteY1005" fmla="*/ 2793492 h 5143785"/>
              <a:gd name="connsiteX1006" fmla="*/ 906780 w 3114960"/>
              <a:gd name="connsiteY1006" fmla="*/ 2793492 h 5143785"/>
              <a:gd name="connsiteX1007" fmla="*/ 906780 w 3114960"/>
              <a:gd name="connsiteY1007" fmla="*/ 2823686 h 5143785"/>
              <a:gd name="connsiteX1008" fmla="*/ 900303 w 3114960"/>
              <a:gd name="connsiteY1008" fmla="*/ 2823686 h 5143785"/>
              <a:gd name="connsiteX1009" fmla="*/ 900303 w 3114960"/>
              <a:gd name="connsiteY1009" fmla="*/ 2793492 h 5143785"/>
              <a:gd name="connsiteX1010" fmla="*/ 870680 w 3114960"/>
              <a:gd name="connsiteY1010" fmla="*/ 2793492 h 5143785"/>
              <a:gd name="connsiteX1011" fmla="*/ 877157 w 3114960"/>
              <a:gd name="connsiteY1011" fmla="*/ 2793492 h 5143785"/>
              <a:gd name="connsiteX1012" fmla="*/ 877157 w 3114960"/>
              <a:gd name="connsiteY1012" fmla="*/ 2823686 h 5143785"/>
              <a:gd name="connsiteX1013" fmla="*/ 870680 w 3114960"/>
              <a:gd name="connsiteY1013" fmla="*/ 2823686 h 5143785"/>
              <a:gd name="connsiteX1014" fmla="*/ 870680 w 3114960"/>
              <a:gd name="connsiteY1014" fmla="*/ 2793492 h 5143785"/>
              <a:gd name="connsiteX1015" fmla="*/ 606457 w 3114960"/>
              <a:gd name="connsiteY1015" fmla="*/ 2851023 h 5143785"/>
              <a:gd name="connsiteX1016" fmla="*/ 607790 w 3114960"/>
              <a:gd name="connsiteY1016" fmla="*/ 2854452 h 5143785"/>
              <a:gd name="connsiteX1017" fmla="*/ 606266 w 3114960"/>
              <a:gd name="connsiteY1017" fmla="*/ 2857881 h 5143785"/>
              <a:gd name="connsiteX1018" fmla="*/ 603885 w 3114960"/>
              <a:gd name="connsiteY1018" fmla="*/ 2860167 h 5143785"/>
              <a:gd name="connsiteX1019" fmla="*/ 600456 w 3114960"/>
              <a:gd name="connsiteY1019" fmla="*/ 2861501 h 5143785"/>
              <a:gd name="connsiteX1020" fmla="*/ 597027 w 3114960"/>
              <a:gd name="connsiteY1020" fmla="*/ 2859977 h 5143785"/>
              <a:gd name="connsiteX1021" fmla="*/ 596551 w 3114960"/>
              <a:gd name="connsiteY1021" fmla="*/ 2859500 h 5143785"/>
              <a:gd name="connsiteX1022" fmla="*/ 605981 w 3114960"/>
              <a:gd name="connsiteY1022" fmla="*/ 2850547 h 5143785"/>
              <a:gd name="connsiteX1023" fmla="*/ 606457 w 3114960"/>
              <a:gd name="connsiteY1023" fmla="*/ 2851023 h 5143785"/>
              <a:gd name="connsiteX1024" fmla="*/ 602552 w 3114960"/>
              <a:gd name="connsiteY1024" fmla="*/ 2846927 h 5143785"/>
              <a:gd name="connsiteX1025" fmla="*/ 593122 w 3114960"/>
              <a:gd name="connsiteY1025" fmla="*/ 2855881 h 5143785"/>
              <a:gd name="connsiteX1026" fmla="*/ 584835 w 3114960"/>
              <a:gd name="connsiteY1026" fmla="*/ 2847213 h 5143785"/>
              <a:gd name="connsiteX1027" fmla="*/ 594265 w 3114960"/>
              <a:gd name="connsiteY1027" fmla="*/ 2838260 h 5143785"/>
              <a:gd name="connsiteX1028" fmla="*/ 602552 w 3114960"/>
              <a:gd name="connsiteY1028" fmla="*/ 2846927 h 5143785"/>
              <a:gd name="connsiteX1029" fmla="*/ 587693 w 3114960"/>
              <a:gd name="connsiteY1029" fmla="*/ 2833497 h 5143785"/>
              <a:gd name="connsiteX1030" fmla="*/ 587788 w 3114960"/>
              <a:gd name="connsiteY1030" fmla="*/ 2833497 h 5143785"/>
              <a:gd name="connsiteX1031" fmla="*/ 590360 w 3114960"/>
              <a:gd name="connsiteY1031" fmla="*/ 2834450 h 5143785"/>
              <a:gd name="connsiteX1032" fmla="*/ 581216 w 3114960"/>
              <a:gd name="connsiteY1032" fmla="*/ 2843117 h 5143785"/>
              <a:gd name="connsiteX1033" fmla="*/ 580454 w 3114960"/>
              <a:gd name="connsiteY1033" fmla="*/ 2840546 h 5143785"/>
              <a:gd name="connsiteX1034" fmla="*/ 581978 w 3114960"/>
              <a:gd name="connsiteY1034" fmla="*/ 2837117 h 5143785"/>
              <a:gd name="connsiteX1035" fmla="*/ 584359 w 3114960"/>
              <a:gd name="connsiteY1035" fmla="*/ 2834830 h 5143785"/>
              <a:gd name="connsiteX1036" fmla="*/ 587693 w 3114960"/>
              <a:gd name="connsiteY1036" fmla="*/ 2833497 h 5143785"/>
              <a:gd name="connsiteX1037" fmla="*/ 479965 w 3114960"/>
              <a:gd name="connsiteY1037" fmla="*/ 2579370 h 5143785"/>
              <a:gd name="connsiteX1038" fmla="*/ 490347 w 3114960"/>
              <a:gd name="connsiteY1038" fmla="*/ 2574988 h 5143785"/>
              <a:gd name="connsiteX1039" fmla="*/ 494633 w 3114960"/>
              <a:gd name="connsiteY1039" fmla="*/ 2579275 h 5143785"/>
              <a:gd name="connsiteX1040" fmla="*/ 494633 w 3114960"/>
              <a:gd name="connsiteY1040" fmla="*/ 2585371 h 5143785"/>
              <a:gd name="connsiteX1041" fmla="*/ 490347 w 3114960"/>
              <a:gd name="connsiteY1041" fmla="*/ 2589752 h 5143785"/>
              <a:gd name="connsiteX1042" fmla="*/ 484251 w 3114960"/>
              <a:gd name="connsiteY1042" fmla="*/ 2589752 h 5143785"/>
              <a:gd name="connsiteX1043" fmla="*/ 479965 w 3114960"/>
              <a:gd name="connsiteY1043" fmla="*/ 2585466 h 5143785"/>
              <a:gd name="connsiteX1044" fmla="*/ 479965 w 3114960"/>
              <a:gd name="connsiteY1044" fmla="*/ 2579370 h 5143785"/>
              <a:gd name="connsiteX1045" fmla="*/ 2463927 w 3114960"/>
              <a:gd name="connsiteY1045" fmla="*/ 4364451 h 5143785"/>
              <a:gd name="connsiteX1046" fmla="*/ 2463927 w 3114960"/>
              <a:gd name="connsiteY1046" fmla="*/ 4374833 h 5143785"/>
              <a:gd name="connsiteX1047" fmla="*/ 2470023 w 3114960"/>
              <a:gd name="connsiteY1047" fmla="*/ 4380929 h 5143785"/>
              <a:gd name="connsiteX1048" fmla="*/ 2480405 w 3114960"/>
              <a:gd name="connsiteY1048" fmla="*/ 4380929 h 5143785"/>
              <a:gd name="connsiteX1049" fmla="*/ 2486501 w 3114960"/>
              <a:gd name="connsiteY1049" fmla="*/ 4374833 h 5143785"/>
              <a:gd name="connsiteX1050" fmla="*/ 2486501 w 3114960"/>
              <a:gd name="connsiteY1050" fmla="*/ 4364451 h 5143785"/>
              <a:gd name="connsiteX1051" fmla="*/ 2480405 w 3114960"/>
              <a:gd name="connsiteY1051" fmla="*/ 4358354 h 5143785"/>
              <a:gd name="connsiteX1052" fmla="*/ 2470023 w 3114960"/>
              <a:gd name="connsiteY1052" fmla="*/ 4358354 h 5143785"/>
              <a:gd name="connsiteX1053" fmla="*/ 2467547 w 3114960"/>
              <a:gd name="connsiteY1053" fmla="*/ 4358926 h 5143785"/>
              <a:gd name="connsiteX1054" fmla="*/ 2390299 w 3114960"/>
              <a:gd name="connsiteY1054" fmla="*/ 4284155 h 5143785"/>
              <a:gd name="connsiteX1055" fmla="*/ 2342007 w 3114960"/>
              <a:gd name="connsiteY1055" fmla="*/ 4284155 h 5143785"/>
              <a:gd name="connsiteX1056" fmla="*/ 2331244 w 3114960"/>
              <a:gd name="connsiteY1056" fmla="*/ 4275296 h 5143785"/>
              <a:gd name="connsiteX1057" fmla="*/ 2320004 w 3114960"/>
              <a:gd name="connsiteY1057" fmla="*/ 4286536 h 5143785"/>
              <a:gd name="connsiteX1058" fmla="*/ 2331244 w 3114960"/>
              <a:gd name="connsiteY1058" fmla="*/ 4297776 h 5143785"/>
              <a:gd name="connsiteX1059" fmla="*/ 2342007 w 3114960"/>
              <a:gd name="connsiteY1059" fmla="*/ 4288917 h 5143785"/>
              <a:gd name="connsiteX1060" fmla="*/ 2388394 w 3114960"/>
              <a:gd name="connsiteY1060" fmla="*/ 4288917 h 5143785"/>
              <a:gd name="connsiteX1061" fmla="*/ 2464403 w 3114960"/>
              <a:gd name="connsiteY1061" fmla="*/ 4362450 h 5143785"/>
              <a:gd name="connsiteX1062" fmla="*/ 2464022 w 3114960"/>
              <a:gd name="connsiteY1062" fmla="*/ 4364451 h 5143785"/>
              <a:gd name="connsiteX1063" fmla="*/ 2468690 w 3114960"/>
              <a:gd name="connsiteY1063" fmla="*/ 4364451 h 5143785"/>
              <a:gd name="connsiteX1064" fmla="*/ 2470023 w 3114960"/>
              <a:gd name="connsiteY1064" fmla="*/ 4363117 h 5143785"/>
              <a:gd name="connsiteX1065" fmla="*/ 2480405 w 3114960"/>
              <a:gd name="connsiteY1065" fmla="*/ 4363117 h 5143785"/>
              <a:gd name="connsiteX1066" fmla="*/ 2481739 w 3114960"/>
              <a:gd name="connsiteY1066" fmla="*/ 4364451 h 5143785"/>
              <a:gd name="connsiteX1067" fmla="*/ 2481739 w 3114960"/>
              <a:gd name="connsiteY1067" fmla="*/ 4374833 h 5143785"/>
              <a:gd name="connsiteX1068" fmla="*/ 2480405 w 3114960"/>
              <a:gd name="connsiteY1068" fmla="*/ 4376166 h 5143785"/>
              <a:gd name="connsiteX1069" fmla="*/ 2470023 w 3114960"/>
              <a:gd name="connsiteY1069" fmla="*/ 4376166 h 5143785"/>
              <a:gd name="connsiteX1070" fmla="*/ 2468690 w 3114960"/>
              <a:gd name="connsiteY1070" fmla="*/ 4374833 h 5143785"/>
              <a:gd name="connsiteX1071" fmla="*/ 2468690 w 3114960"/>
              <a:gd name="connsiteY1071" fmla="*/ 4364451 h 5143785"/>
              <a:gd name="connsiteX1072" fmla="*/ 2331149 w 3114960"/>
              <a:gd name="connsiteY1072" fmla="*/ 4293013 h 5143785"/>
              <a:gd name="connsiteX1073" fmla="*/ 2324672 w 3114960"/>
              <a:gd name="connsiteY1073" fmla="*/ 4286536 h 5143785"/>
              <a:gd name="connsiteX1074" fmla="*/ 2331149 w 3114960"/>
              <a:gd name="connsiteY1074" fmla="*/ 4280059 h 5143785"/>
              <a:gd name="connsiteX1075" fmla="*/ 2337626 w 3114960"/>
              <a:gd name="connsiteY1075" fmla="*/ 4286536 h 5143785"/>
              <a:gd name="connsiteX1076" fmla="*/ 2331149 w 3114960"/>
              <a:gd name="connsiteY1076" fmla="*/ 4293013 h 5143785"/>
              <a:gd name="connsiteX1077" fmla="*/ 2596420 w 3114960"/>
              <a:gd name="connsiteY1077" fmla="*/ 260033 h 5143785"/>
              <a:gd name="connsiteX1078" fmla="*/ 2604611 w 3114960"/>
              <a:gd name="connsiteY1078" fmla="*/ 251936 h 5143785"/>
              <a:gd name="connsiteX1079" fmla="*/ 2612708 w 3114960"/>
              <a:gd name="connsiteY1079" fmla="*/ 260128 h 5143785"/>
              <a:gd name="connsiteX1080" fmla="*/ 2604516 w 3114960"/>
              <a:gd name="connsiteY1080" fmla="*/ 268224 h 5143785"/>
              <a:gd name="connsiteX1081" fmla="*/ 2596420 w 3114960"/>
              <a:gd name="connsiteY1081" fmla="*/ 260033 h 5143785"/>
              <a:gd name="connsiteX1082" fmla="*/ 551498 w 3114960"/>
              <a:gd name="connsiteY1082" fmla="*/ 2268093 h 5143785"/>
              <a:gd name="connsiteX1083" fmla="*/ 545306 w 3114960"/>
              <a:gd name="connsiteY1083" fmla="*/ 2274475 h 5143785"/>
              <a:gd name="connsiteX1084" fmla="*/ 541877 w 3114960"/>
              <a:gd name="connsiteY1084" fmla="*/ 2271141 h 5143785"/>
              <a:gd name="connsiteX1085" fmla="*/ 548069 w 3114960"/>
              <a:gd name="connsiteY1085" fmla="*/ 2264759 h 5143785"/>
              <a:gd name="connsiteX1086" fmla="*/ 551498 w 3114960"/>
              <a:gd name="connsiteY1086" fmla="*/ 2268093 h 5143785"/>
              <a:gd name="connsiteX1087" fmla="*/ 2566321 w 3114960"/>
              <a:gd name="connsiteY1087" fmla="*/ 226505 h 5143785"/>
              <a:gd name="connsiteX1088" fmla="*/ 2573179 w 3114960"/>
              <a:gd name="connsiteY1088" fmla="*/ 223742 h 5143785"/>
              <a:gd name="connsiteX1089" fmla="*/ 2576132 w 3114960"/>
              <a:gd name="connsiteY1089" fmla="*/ 216884 h 5143785"/>
              <a:gd name="connsiteX1090" fmla="*/ 2573369 w 3114960"/>
              <a:gd name="connsiteY1090" fmla="*/ 209931 h 5143785"/>
              <a:gd name="connsiteX1091" fmla="*/ 2566511 w 3114960"/>
              <a:gd name="connsiteY1091" fmla="*/ 206978 h 5143785"/>
              <a:gd name="connsiteX1092" fmla="*/ 2566511 w 3114960"/>
              <a:gd name="connsiteY1092" fmla="*/ 206978 h 5143785"/>
              <a:gd name="connsiteX1093" fmla="*/ 2556796 w 3114960"/>
              <a:gd name="connsiteY1093" fmla="*/ 216599 h 5143785"/>
              <a:gd name="connsiteX1094" fmla="*/ 2559558 w 3114960"/>
              <a:gd name="connsiteY1094" fmla="*/ 223552 h 5143785"/>
              <a:gd name="connsiteX1095" fmla="*/ 2566416 w 3114960"/>
              <a:gd name="connsiteY1095" fmla="*/ 226505 h 5143785"/>
              <a:gd name="connsiteX1096" fmla="*/ 2566416 w 3114960"/>
              <a:gd name="connsiteY1096" fmla="*/ 226505 h 5143785"/>
              <a:gd name="connsiteX1097" fmla="*/ 2561368 w 3114960"/>
              <a:gd name="connsiteY1097" fmla="*/ 216694 h 5143785"/>
              <a:gd name="connsiteX1098" fmla="*/ 2566321 w 3114960"/>
              <a:gd name="connsiteY1098" fmla="*/ 211741 h 5143785"/>
              <a:gd name="connsiteX1099" fmla="*/ 2569845 w 3114960"/>
              <a:gd name="connsiteY1099" fmla="*/ 213265 h 5143785"/>
              <a:gd name="connsiteX1100" fmla="*/ 2571274 w 3114960"/>
              <a:gd name="connsiteY1100" fmla="*/ 216789 h 5143785"/>
              <a:gd name="connsiteX1101" fmla="*/ 2569750 w 3114960"/>
              <a:gd name="connsiteY1101" fmla="*/ 220313 h 5143785"/>
              <a:gd name="connsiteX1102" fmla="*/ 2566226 w 3114960"/>
              <a:gd name="connsiteY1102" fmla="*/ 221742 h 5143785"/>
              <a:gd name="connsiteX1103" fmla="*/ 2566226 w 3114960"/>
              <a:gd name="connsiteY1103" fmla="*/ 221742 h 5143785"/>
              <a:gd name="connsiteX1104" fmla="*/ 2562701 w 3114960"/>
              <a:gd name="connsiteY1104" fmla="*/ 220218 h 5143785"/>
              <a:gd name="connsiteX1105" fmla="*/ 2561273 w 3114960"/>
              <a:gd name="connsiteY1105" fmla="*/ 216694 h 5143785"/>
              <a:gd name="connsiteX1106" fmla="*/ 2574417 w 3114960"/>
              <a:gd name="connsiteY1106" fmla="*/ 174403 h 5143785"/>
              <a:gd name="connsiteX1107" fmla="*/ 2567750 w 3114960"/>
              <a:gd name="connsiteY1107" fmla="*/ 180880 h 5143785"/>
              <a:gd name="connsiteX1108" fmla="*/ 2561273 w 3114960"/>
              <a:gd name="connsiteY1108" fmla="*/ 174212 h 5143785"/>
              <a:gd name="connsiteX1109" fmla="*/ 2567940 w 3114960"/>
              <a:gd name="connsiteY1109" fmla="*/ 167735 h 5143785"/>
              <a:gd name="connsiteX1110" fmla="*/ 2574417 w 3114960"/>
              <a:gd name="connsiteY1110" fmla="*/ 174403 h 5143785"/>
              <a:gd name="connsiteX1111" fmla="*/ 2573750 w 3114960"/>
              <a:gd name="connsiteY1111" fmla="*/ 259937 h 5143785"/>
              <a:gd name="connsiteX1112" fmla="*/ 2581180 w 3114960"/>
              <a:gd name="connsiteY1112" fmla="*/ 252603 h 5143785"/>
              <a:gd name="connsiteX1113" fmla="*/ 2588514 w 3114960"/>
              <a:gd name="connsiteY1113" fmla="*/ 260033 h 5143785"/>
              <a:gd name="connsiteX1114" fmla="*/ 2581085 w 3114960"/>
              <a:gd name="connsiteY1114" fmla="*/ 267367 h 5143785"/>
              <a:gd name="connsiteX1115" fmla="*/ 2573750 w 3114960"/>
              <a:gd name="connsiteY1115" fmla="*/ 259937 h 5143785"/>
              <a:gd name="connsiteX1116" fmla="*/ 2566416 w 3114960"/>
              <a:gd name="connsiteY1116" fmla="*/ 121730 h 5143785"/>
              <a:gd name="connsiteX1117" fmla="*/ 2566416 w 3114960"/>
              <a:gd name="connsiteY1117" fmla="*/ 121730 h 5143785"/>
              <a:gd name="connsiteX1118" fmla="*/ 2556701 w 3114960"/>
              <a:gd name="connsiteY1118" fmla="*/ 131350 h 5143785"/>
              <a:gd name="connsiteX1119" fmla="*/ 2559463 w 3114960"/>
              <a:gd name="connsiteY1119" fmla="*/ 138208 h 5143785"/>
              <a:gd name="connsiteX1120" fmla="*/ 2566321 w 3114960"/>
              <a:gd name="connsiteY1120" fmla="*/ 141161 h 5143785"/>
              <a:gd name="connsiteX1121" fmla="*/ 2566321 w 3114960"/>
              <a:gd name="connsiteY1121" fmla="*/ 141161 h 5143785"/>
              <a:gd name="connsiteX1122" fmla="*/ 2573179 w 3114960"/>
              <a:gd name="connsiteY1122" fmla="*/ 138398 h 5143785"/>
              <a:gd name="connsiteX1123" fmla="*/ 2576132 w 3114960"/>
              <a:gd name="connsiteY1123" fmla="*/ 131540 h 5143785"/>
              <a:gd name="connsiteX1124" fmla="*/ 2566511 w 3114960"/>
              <a:gd name="connsiteY1124" fmla="*/ 121730 h 5143785"/>
              <a:gd name="connsiteX1125" fmla="*/ 2569845 w 3114960"/>
              <a:gd name="connsiteY1125" fmla="*/ 134969 h 5143785"/>
              <a:gd name="connsiteX1126" fmla="*/ 2566321 w 3114960"/>
              <a:gd name="connsiteY1126" fmla="*/ 136398 h 5143785"/>
              <a:gd name="connsiteX1127" fmla="*/ 2562797 w 3114960"/>
              <a:gd name="connsiteY1127" fmla="*/ 134874 h 5143785"/>
              <a:gd name="connsiteX1128" fmla="*/ 2561368 w 3114960"/>
              <a:gd name="connsiteY1128" fmla="*/ 131350 h 5143785"/>
              <a:gd name="connsiteX1129" fmla="*/ 2566321 w 3114960"/>
              <a:gd name="connsiteY1129" fmla="*/ 126397 h 5143785"/>
              <a:gd name="connsiteX1130" fmla="*/ 2569845 w 3114960"/>
              <a:gd name="connsiteY1130" fmla="*/ 127921 h 5143785"/>
              <a:gd name="connsiteX1131" fmla="*/ 2571274 w 3114960"/>
              <a:gd name="connsiteY1131" fmla="*/ 131445 h 5143785"/>
              <a:gd name="connsiteX1132" fmla="*/ 2569750 w 3114960"/>
              <a:gd name="connsiteY1132" fmla="*/ 134969 h 5143785"/>
              <a:gd name="connsiteX1133" fmla="*/ 2927223 w 3114960"/>
              <a:gd name="connsiteY1133" fmla="*/ 4176713 h 5143785"/>
              <a:gd name="connsiteX1134" fmla="*/ 2927223 w 3114960"/>
              <a:gd name="connsiteY1134" fmla="*/ 4089368 h 5143785"/>
              <a:gd name="connsiteX1135" fmla="*/ 2926366 w 3114960"/>
              <a:gd name="connsiteY1135" fmla="*/ 4087082 h 5143785"/>
              <a:gd name="connsiteX1136" fmla="*/ 2901029 w 3114960"/>
              <a:gd name="connsiteY1136" fmla="*/ 4057460 h 5143785"/>
              <a:gd name="connsiteX1137" fmla="*/ 2894648 w 3114960"/>
              <a:gd name="connsiteY1137" fmla="*/ 4022788 h 5143785"/>
              <a:gd name="connsiteX1138" fmla="*/ 2879408 w 3114960"/>
              <a:gd name="connsiteY1138" fmla="*/ 4017740 h 5143785"/>
              <a:gd name="connsiteX1139" fmla="*/ 2875407 w 3114960"/>
              <a:gd name="connsiteY1139" fmla="*/ 4018026 h 5143785"/>
              <a:gd name="connsiteX1140" fmla="*/ 2858453 w 3114960"/>
              <a:gd name="connsiteY1140" fmla="*/ 4028313 h 5143785"/>
              <a:gd name="connsiteX1141" fmla="*/ 2863977 w 3114960"/>
              <a:gd name="connsiteY1141" fmla="*/ 4064413 h 5143785"/>
              <a:gd name="connsiteX1142" fmla="*/ 2896362 w 3114960"/>
              <a:gd name="connsiteY1142" fmla="*/ 4062984 h 5143785"/>
              <a:gd name="connsiteX1143" fmla="*/ 2919984 w 3114960"/>
              <a:gd name="connsiteY1143" fmla="*/ 4090702 h 5143785"/>
              <a:gd name="connsiteX1144" fmla="*/ 2919984 w 3114960"/>
              <a:gd name="connsiteY1144" fmla="*/ 4176713 h 5143785"/>
              <a:gd name="connsiteX1145" fmla="*/ 2927128 w 3114960"/>
              <a:gd name="connsiteY1145" fmla="*/ 4176713 h 5143785"/>
              <a:gd name="connsiteX1146" fmla="*/ 2896362 w 3114960"/>
              <a:gd name="connsiteY1146" fmla="*/ 4056126 h 5143785"/>
              <a:gd name="connsiteX1147" fmla="*/ 2866835 w 3114960"/>
              <a:gd name="connsiteY1147" fmla="*/ 4060698 h 5143785"/>
              <a:gd name="connsiteX1148" fmla="*/ 2858453 w 3114960"/>
              <a:gd name="connsiteY1148" fmla="*/ 4046887 h 5143785"/>
              <a:gd name="connsiteX1149" fmla="*/ 2862263 w 3114960"/>
              <a:gd name="connsiteY1149" fmla="*/ 4031171 h 5143785"/>
              <a:gd name="connsiteX1150" fmla="*/ 2876074 w 3114960"/>
              <a:gd name="connsiteY1150" fmla="*/ 4022788 h 5143785"/>
              <a:gd name="connsiteX1151" fmla="*/ 2891790 w 3114960"/>
              <a:gd name="connsiteY1151" fmla="*/ 4026599 h 5143785"/>
              <a:gd name="connsiteX1152" fmla="*/ 2900172 w 3114960"/>
              <a:gd name="connsiteY1152" fmla="*/ 4040410 h 5143785"/>
              <a:gd name="connsiteX1153" fmla="*/ 2896362 w 3114960"/>
              <a:gd name="connsiteY1153" fmla="*/ 4056126 h 5143785"/>
              <a:gd name="connsiteX1154" fmla="*/ 1128713 w 3114960"/>
              <a:gd name="connsiteY1154" fmla="*/ 474059 h 5143785"/>
              <a:gd name="connsiteX1155" fmla="*/ 1121569 w 3114960"/>
              <a:gd name="connsiteY1155" fmla="*/ 474059 h 5143785"/>
              <a:gd name="connsiteX1156" fmla="*/ 1121569 w 3114960"/>
              <a:gd name="connsiteY1156" fmla="*/ 465582 h 5143785"/>
              <a:gd name="connsiteX1157" fmla="*/ 1128713 w 3114960"/>
              <a:gd name="connsiteY1157" fmla="*/ 465582 h 5143785"/>
              <a:gd name="connsiteX1158" fmla="*/ 1128713 w 3114960"/>
              <a:gd name="connsiteY1158" fmla="*/ 474059 h 5143785"/>
              <a:gd name="connsiteX1159" fmla="*/ 2255615 w 3114960"/>
              <a:gd name="connsiteY1159" fmla="*/ 4247484 h 5143785"/>
              <a:gd name="connsiteX1160" fmla="*/ 2255615 w 3114960"/>
              <a:gd name="connsiteY1160" fmla="*/ 4158996 h 5143785"/>
              <a:gd name="connsiteX1161" fmla="*/ 2224850 w 3114960"/>
              <a:gd name="connsiteY1161" fmla="*/ 4132231 h 5143785"/>
              <a:gd name="connsiteX1162" fmla="*/ 2221135 w 3114960"/>
              <a:gd name="connsiteY1162" fmla="*/ 4133469 h 5143785"/>
              <a:gd name="connsiteX1163" fmla="*/ 2210086 w 3114960"/>
              <a:gd name="connsiteY1163" fmla="*/ 4124801 h 5143785"/>
              <a:gd name="connsiteX1164" fmla="*/ 2218754 w 3114960"/>
              <a:gd name="connsiteY1164" fmla="*/ 4113752 h 5143785"/>
              <a:gd name="connsiteX1165" fmla="*/ 2229803 w 3114960"/>
              <a:gd name="connsiteY1165" fmla="*/ 4122420 h 5143785"/>
              <a:gd name="connsiteX1166" fmla="*/ 2228279 w 3114960"/>
              <a:gd name="connsiteY1166" fmla="*/ 4128707 h 5143785"/>
              <a:gd name="connsiteX1167" fmla="*/ 2260473 w 3114960"/>
              <a:gd name="connsiteY1167" fmla="*/ 4156424 h 5143785"/>
              <a:gd name="connsiteX1168" fmla="*/ 2260473 w 3114960"/>
              <a:gd name="connsiteY1168" fmla="*/ 4247388 h 5143785"/>
              <a:gd name="connsiteX1169" fmla="*/ 2268950 w 3114960"/>
              <a:gd name="connsiteY1169" fmla="*/ 4257866 h 5143785"/>
              <a:gd name="connsiteX1170" fmla="*/ 2257997 w 3114960"/>
              <a:gd name="connsiteY1170" fmla="*/ 4268820 h 5143785"/>
              <a:gd name="connsiteX1171" fmla="*/ 2247043 w 3114960"/>
              <a:gd name="connsiteY1171" fmla="*/ 4257866 h 5143785"/>
              <a:gd name="connsiteX1172" fmla="*/ 2255520 w 3114960"/>
              <a:gd name="connsiteY1172" fmla="*/ 4247388 h 5143785"/>
              <a:gd name="connsiteX1173" fmla="*/ 125730 w 3114960"/>
              <a:gd name="connsiteY1173" fmla="*/ 3720465 h 5143785"/>
              <a:gd name="connsiteX1174" fmla="*/ 132779 w 3114960"/>
              <a:gd name="connsiteY1174" fmla="*/ 3713417 h 5143785"/>
              <a:gd name="connsiteX1175" fmla="*/ 139827 w 3114960"/>
              <a:gd name="connsiteY1175" fmla="*/ 3720465 h 5143785"/>
              <a:gd name="connsiteX1176" fmla="*/ 132779 w 3114960"/>
              <a:gd name="connsiteY1176" fmla="*/ 3727513 h 5143785"/>
              <a:gd name="connsiteX1177" fmla="*/ 125730 w 3114960"/>
              <a:gd name="connsiteY1177" fmla="*/ 3720465 h 5143785"/>
              <a:gd name="connsiteX1178" fmla="*/ 2384870 w 3114960"/>
              <a:gd name="connsiteY1178" fmla="*/ 4518565 h 5143785"/>
              <a:gd name="connsiteX1179" fmla="*/ 2390489 w 3114960"/>
              <a:gd name="connsiteY1179" fmla="*/ 4535520 h 5143785"/>
              <a:gd name="connsiteX1180" fmla="*/ 2396109 w 3114960"/>
              <a:gd name="connsiteY1180" fmla="*/ 4536853 h 5143785"/>
              <a:gd name="connsiteX1181" fmla="*/ 2407444 w 3114960"/>
              <a:gd name="connsiteY1181" fmla="*/ 4529900 h 5143785"/>
              <a:gd name="connsiteX1182" fmla="*/ 2408111 w 3114960"/>
              <a:gd name="connsiteY1182" fmla="*/ 4520279 h 5143785"/>
              <a:gd name="connsiteX1183" fmla="*/ 2401729 w 3114960"/>
              <a:gd name="connsiteY1183" fmla="*/ 4513040 h 5143785"/>
              <a:gd name="connsiteX1184" fmla="*/ 2398490 w 3114960"/>
              <a:gd name="connsiteY1184" fmla="*/ 4512183 h 5143785"/>
              <a:gd name="connsiteX1185" fmla="*/ 2398490 w 3114960"/>
              <a:gd name="connsiteY1185" fmla="*/ 4418648 h 5143785"/>
              <a:gd name="connsiteX1186" fmla="*/ 2331149 w 3114960"/>
              <a:gd name="connsiteY1186" fmla="*/ 4353687 h 5143785"/>
              <a:gd name="connsiteX1187" fmla="*/ 2302288 w 3114960"/>
              <a:gd name="connsiteY1187" fmla="*/ 4353973 h 5143785"/>
              <a:gd name="connsiteX1188" fmla="*/ 2291525 w 3114960"/>
              <a:gd name="connsiteY1188" fmla="*/ 4344829 h 5143785"/>
              <a:gd name="connsiteX1189" fmla="*/ 2280285 w 3114960"/>
              <a:gd name="connsiteY1189" fmla="*/ 4356069 h 5143785"/>
              <a:gd name="connsiteX1190" fmla="*/ 2291525 w 3114960"/>
              <a:gd name="connsiteY1190" fmla="*/ 4367308 h 5143785"/>
              <a:gd name="connsiteX1191" fmla="*/ 2302193 w 3114960"/>
              <a:gd name="connsiteY1191" fmla="*/ 4358736 h 5143785"/>
              <a:gd name="connsiteX1192" fmla="*/ 2329244 w 3114960"/>
              <a:gd name="connsiteY1192" fmla="*/ 4358545 h 5143785"/>
              <a:gd name="connsiteX1193" fmla="*/ 2393728 w 3114960"/>
              <a:gd name="connsiteY1193" fmla="*/ 4420743 h 5143785"/>
              <a:gd name="connsiteX1194" fmla="*/ 2393728 w 3114960"/>
              <a:gd name="connsiteY1194" fmla="*/ 4512183 h 5143785"/>
              <a:gd name="connsiteX1195" fmla="*/ 2384774 w 3114960"/>
              <a:gd name="connsiteY1195" fmla="*/ 4518755 h 5143785"/>
              <a:gd name="connsiteX1196" fmla="*/ 2291525 w 3114960"/>
              <a:gd name="connsiteY1196" fmla="*/ 4362450 h 5143785"/>
              <a:gd name="connsiteX1197" fmla="*/ 2285048 w 3114960"/>
              <a:gd name="connsiteY1197" fmla="*/ 4355973 h 5143785"/>
              <a:gd name="connsiteX1198" fmla="*/ 2291525 w 3114960"/>
              <a:gd name="connsiteY1198" fmla="*/ 4349496 h 5143785"/>
              <a:gd name="connsiteX1199" fmla="*/ 2298002 w 3114960"/>
              <a:gd name="connsiteY1199" fmla="*/ 4355973 h 5143785"/>
              <a:gd name="connsiteX1200" fmla="*/ 2291525 w 3114960"/>
              <a:gd name="connsiteY1200" fmla="*/ 4362450 h 5143785"/>
              <a:gd name="connsiteX1201" fmla="*/ 2396109 w 3114960"/>
              <a:gd name="connsiteY1201" fmla="*/ 4516374 h 5143785"/>
              <a:gd name="connsiteX1202" fmla="*/ 2399633 w 3114960"/>
              <a:gd name="connsiteY1202" fmla="*/ 4517231 h 5143785"/>
              <a:gd name="connsiteX1203" fmla="*/ 2403539 w 3114960"/>
              <a:gd name="connsiteY1203" fmla="*/ 4521804 h 5143785"/>
              <a:gd name="connsiteX1204" fmla="*/ 2403158 w 3114960"/>
              <a:gd name="connsiteY1204" fmla="*/ 4527804 h 5143785"/>
              <a:gd name="connsiteX1205" fmla="*/ 2398586 w 3114960"/>
              <a:gd name="connsiteY1205" fmla="*/ 4531710 h 5143785"/>
              <a:gd name="connsiteX1206" fmla="*/ 2392585 w 3114960"/>
              <a:gd name="connsiteY1206" fmla="*/ 4531329 h 5143785"/>
              <a:gd name="connsiteX1207" fmla="*/ 2388680 w 3114960"/>
              <a:gd name="connsiteY1207" fmla="*/ 4526756 h 5143785"/>
              <a:gd name="connsiteX1208" fmla="*/ 2389061 w 3114960"/>
              <a:gd name="connsiteY1208" fmla="*/ 4520756 h 5143785"/>
              <a:gd name="connsiteX1209" fmla="*/ 2393633 w 3114960"/>
              <a:gd name="connsiteY1209" fmla="*/ 4516851 h 5143785"/>
              <a:gd name="connsiteX1210" fmla="*/ 2396109 w 3114960"/>
              <a:gd name="connsiteY1210" fmla="*/ 4516470 h 5143785"/>
              <a:gd name="connsiteX1211" fmla="*/ 517017 w 3114960"/>
              <a:gd name="connsiteY1211" fmla="*/ 1057466 h 5143785"/>
              <a:gd name="connsiteX1212" fmla="*/ 529685 w 3114960"/>
              <a:gd name="connsiteY1212" fmla="*/ 1057466 h 5143785"/>
              <a:gd name="connsiteX1213" fmla="*/ 534162 w 3114960"/>
              <a:gd name="connsiteY1213" fmla="*/ 1052989 h 5143785"/>
              <a:gd name="connsiteX1214" fmla="*/ 534162 w 3114960"/>
              <a:gd name="connsiteY1214" fmla="*/ 1040321 h 5143785"/>
              <a:gd name="connsiteX1215" fmla="*/ 529685 w 3114960"/>
              <a:gd name="connsiteY1215" fmla="*/ 1035844 h 5143785"/>
              <a:gd name="connsiteX1216" fmla="*/ 517017 w 3114960"/>
              <a:gd name="connsiteY1216" fmla="*/ 1035844 h 5143785"/>
              <a:gd name="connsiteX1217" fmla="*/ 512540 w 3114960"/>
              <a:gd name="connsiteY1217" fmla="*/ 1040321 h 5143785"/>
              <a:gd name="connsiteX1218" fmla="*/ 512540 w 3114960"/>
              <a:gd name="connsiteY1218" fmla="*/ 1046131 h 5143785"/>
              <a:gd name="connsiteX1219" fmla="*/ 512540 w 3114960"/>
              <a:gd name="connsiteY1219" fmla="*/ 1044226 h 5143785"/>
              <a:gd name="connsiteX1220" fmla="*/ 489109 w 3114960"/>
              <a:gd name="connsiteY1220" fmla="*/ 1044226 h 5143785"/>
              <a:gd name="connsiteX1221" fmla="*/ 439388 w 3114960"/>
              <a:gd name="connsiteY1221" fmla="*/ 1089660 h 5143785"/>
              <a:gd name="connsiteX1222" fmla="*/ 270510 w 3114960"/>
              <a:gd name="connsiteY1222" fmla="*/ 1089660 h 5143785"/>
              <a:gd name="connsiteX1223" fmla="*/ 268319 w 3114960"/>
              <a:gd name="connsiteY1223" fmla="*/ 1084517 h 5143785"/>
              <a:gd name="connsiteX1224" fmla="*/ 259937 w 3114960"/>
              <a:gd name="connsiteY1224" fmla="*/ 1079564 h 5143785"/>
              <a:gd name="connsiteX1225" fmla="*/ 245555 w 3114960"/>
              <a:gd name="connsiteY1225" fmla="*/ 1090327 h 5143785"/>
              <a:gd name="connsiteX1226" fmla="*/ 247936 w 3114960"/>
              <a:gd name="connsiteY1226" fmla="*/ 1099757 h 5143785"/>
              <a:gd name="connsiteX1227" fmla="*/ 256318 w 3114960"/>
              <a:gd name="connsiteY1227" fmla="*/ 1104710 h 5143785"/>
              <a:gd name="connsiteX1228" fmla="*/ 258128 w 3114960"/>
              <a:gd name="connsiteY1228" fmla="*/ 1104805 h 5143785"/>
              <a:gd name="connsiteX1229" fmla="*/ 265652 w 3114960"/>
              <a:gd name="connsiteY1229" fmla="*/ 1102233 h 5143785"/>
              <a:gd name="connsiteX1230" fmla="*/ 270415 w 3114960"/>
              <a:gd name="connsiteY1230" fmla="*/ 1094518 h 5143785"/>
              <a:gd name="connsiteX1231" fmla="*/ 441103 w 3114960"/>
              <a:gd name="connsiteY1231" fmla="*/ 1094518 h 5143785"/>
              <a:gd name="connsiteX1232" fmla="*/ 490823 w 3114960"/>
              <a:gd name="connsiteY1232" fmla="*/ 1048988 h 5143785"/>
              <a:gd name="connsiteX1233" fmla="*/ 512445 w 3114960"/>
              <a:gd name="connsiteY1233" fmla="*/ 1048988 h 5143785"/>
              <a:gd name="connsiteX1234" fmla="*/ 512445 w 3114960"/>
              <a:gd name="connsiteY1234" fmla="*/ 1052894 h 5143785"/>
              <a:gd name="connsiteX1235" fmla="*/ 516922 w 3114960"/>
              <a:gd name="connsiteY1235" fmla="*/ 1057370 h 5143785"/>
              <a:gd name="connsiteX1236" fmla="*/ 262890 w 3114960"/>
              <a:gd name="connsiteY1236" fmla="*/ 1098614 h 5143785"/>
              <a:gd name="connsiteX1237" fmla="*/ 257080 w 3114960"/>
              <a:gd name="connsiteY1237" fmla="*/ 1100138 h 5143785"/>
              <a:gd name="connsiteX1238" fmla="*/ 251841 w 3114960"/>
              <a:gd name="connsiteY1238" fmla="*/ 1097090 h 5143785"/>
              <a:gd name="connsiteX1239" fmla="*/ 250317 w 3114960"/>
              <a:gd name="connsiteY1239" fmla="*/ 1091279 h 5143785"/>
              <a:gd name="connsiteX1240" fmla="*/ 253365 w 3114960"/>
              <a:gd name="connsiteY1240" fmla="*/ 1086041 h 5143785"/>
              <a:gd name="connsiteX1241" fmla="*/ 258128 w 3114960"/>
              <a:gd name="connsiteY1241" fmla="*/ 1084421 h 5143785"/>
              <a:gd name="connsiteX1242" fmla="*/ 259270 w 3114960"/>
              <a:gd name="connsiteY1242" fmla="*/ 1084421 h 5143785"/>
              <a:gd name="connsiteX1243" fmla="*/ 264509 w 3114960"/>
              <a:gd name="connsiteY1243" fmla="*/ 1087469 h 5143785"/>
              <a:gd name="connsiteX1244" fmla="*/ 266033 w 3114960"/>
              <a:gd name="connsiteY1244" fmla="*/ 1093280 h 5143785"/>
              <a:gd name="connsiteX1245" fmla="*/ 262985 w 3114960"/>
              <a:gd name="connsiteY1245" fmla="*/ 1098518 h 5143785"/>
              <a:gd name="connsiteX1246" fmla="*/ 1128713 w 3114960"/>
              <a:gd name="connsiteY1246" fmla="*/ 490919 h 5143785"/>
              <a:gd name="connsiteX1247" fmla="*/ 1121569 w 3114960"/>
              <a:gd name="connsiteY1247" fmla="*/ 490919 h 5143785"/>
              <a:gd name="connsiteX1248" fmla="*/ 1121569 w 3114960"/>
              <a:gd name="connsiteY1248" fmla="*/ 482441 h 5143785"/>
              <a:gd name="connsiteX1249" fmla="*/ 1128713 w 3114960"/>
              <a:gd name="connsiteY1249" fmla="*/ 482441 h 5143785"/>
              <a:gd name="connsiteX1250" fmla="*/ 1128713 w 3114960"/>
              <a:gd name="connsiteY1250" fmla="*/ 490919 h 5143785"/>
              <a:gd name="connsiteX1251" fmla="*/ 1128713 w 3114960"/>
              <a:gd name="connsiteY1251" fmla="*/ 457200 h 5143785"/>
              <a:gd name="connsiteX1252" fmla="*/ 1121569 w 3114960"/>
              <a:gd name="connsiteY1252" fmla="*/ 457200 h 5143785"/>
              <a:gd name="connsiteX1253" fmla="*/ 1121569 w 3114960"/>
              <a:gd name="connsiteY1253" fmla="*/ 448723 h 5143785"/>
              <a:gd name="connsiteX1254" fmla="*/ 1128713 w 3114960"/>
              <a:gd name="connsiteY1254" fmla="*/ 448723 h 5143785"/>
              <a:gd name="connsiteX1255" fmla="*/ 1128713 w 3114960"/>
              <a:gd name="connsiteY1255" fmla="*/ 457200 h 5143785"/>
              <a:gd name="connsiteX1256" fmla="*/ 576167 w 3114960"/>
              <a:gd name="connsiteY1256" fmla="*/ 2242376 h 5143785"/>
              <a:gd name="connsiteX1257" fmla="*/ 569976 w 3114960"/>
              <a:gd name="connsiteY1257" fmla="*/ 2248757 h 5143785"/>
              <a:gd name="connsiteX1258" fmla="*/ 566547 w 3114960"/>
              <a:gd name="connsiteY1258" fmla="*/ 2245424 h 5143785"/>
              <a:gd name="connsiteX1259" fmla="*/ 572738 w 3114960"/>
              <a:gd name="connsiteY1259" fmla="*/ 2239042 h 5143785"/>
              <a:gd name="connsiteX1260" fmla="*/ 576167 w 3114960"/>
              <a:gd name="connsiteY1260" fmla="*/ 2242376 h 5143785"/>
              <a:gd name="connsiteX1261" fmla="*/ 2743105 w 3114960"/>
              <a:gd name="connsiteY1261" fmla="*/ 4699826 h 5143785"/>
              <a:gd name="connsiteX1262" fmla="*/ 2631186 w 3114960"/>
              <a:gd name="connsiteY1262" fmla="*/ 4699826 h 5143785"/>
              <a:gd name="connsiteX1263" fmla="*/ 2612708 w 3114960"/>
              <a:gd name="connsiteY1263" fmla="*/ 4714970 h 5143785"/>
              <a:gd name="connsiteX1264" fmla="*/ 2544604 w 3114960"/>
              <a:gd name="connsiteY1264" fmla="*/ 4714970 h 5143785"/>
              <a:gd name="connsiteX1265" fmla="*/ 2516886 w 3114960"/>
              <a:gd name="connsiteY1265" fmla="*/ 4688205 h 5143785"/>
              <a:gd name="connsiteX1266" fmla="*/ 2516886 w 3114960"/>
              <a:gd name="connsiteY1266" fmla="*/ 4459891 h 5143785"/>
              <a:gd name="connsiteX1267" fmla="*/ 2521077 w 3114960"/>
              <a:gd name="connsiteY1267" fmla="*/ 4459891 h 5143785"/>
              <a:gd name="connsiteX1268" fmla="*/ 2530412 w 3114960"/>
              <a:gd name="connsiteY1268" fmla="*/ 4450556 h 5143785"/>
              <a:gd name="connsiteX1269" fmla="*/ 2530412 w 3114960"/>
              <a:gd name="connsiteY1269" fmla="*/ 4437412 h 5143785"/>
              <a:gd name="connsiteX1270" fmla="*/ 2521077 w 3114960"/>
              <a:gd name="connsiteY1270" fmla="*/ 4428078 h 5143785"/>
              <a:gd name="connsiteX1271" fmla="*/ 2516886 w 3114960"/>
              <a:gd name="connsiteY1271" fmla="*/ 4428078 h 5143785"/>
              <a:gd name="connsiteX1272" fmla="*/ 2516886 w 3114960"/>
              <a:gd name="connsiteY1272" fmla="*/ 4346258 h 5143785"/>
              <a:gd name="connsiteX1273" fmla="*/ 2378774 w 3114960"/>
              <a:gd name="connsiteY1273" fmla="*/ 4214146 h 5143785"/>
              <a:gd name="connsiteX1274" fmla="*/ 2333149 w 3114960"/>
              <a:gd name="connsiteY1274" fmla="*/ 4214527 h 5143785"/>
              <a:gd name="connsiteX1275" fmla="*/ 2322290 w 3114960"/>
              <a:gd name="connsiteY1275" fmla="*/ 4205288 h 5143785"/>
              <a:gd name="connsiteX1276" fmla="*/ 2311051 w 3114960"/>
              <a:gd name="connsiteY1276" fmla="*/ 4216527 h 5143785"/>
              <a:gd name="connsiteX1277" fmla="*/ 2322290 w 3114960"/>
              <a:gd name="connsiteY1277" fmla="*/ 4227767 h 5143785"/>
              <a:gd name="connsiteX1278" fmla="*/ 2332958 w 3114960"/>
              <a:gd name="connsiteY1278" fmla="*/ 4219289 h 5143785"/>
              <a:gd name="connsiteX1279" fmla="*/ 2376869 w 3114960"/>
              <a:gd name="connsiteY1279" fmla="*/ 4218909 h 5143785"/>
              <a:gd name="connsiteX1280" fmla="*/ 2512124 w 3114960"/>
              <a:gd name="connsiteY1280" fmla="*/ 4348258 h 5143785"/>
              <a:gd name="connsiteX1281" fmla="*/ 2512124 w 3114960"/>
              <a:gd name="connsiteY1281" fmla="*/ 4427982 h 5143785"/>
              <a:gd name="connsiteX1282" fmla="*/ 2507933 w 3114960"/>
              <a:gd name="connsiteY1282" fmla="*/ 4427982 h 5143785"/>
              <a:gd name="connsiteX1283" fmla="*/ 2498598 w 3114960"/>
              <a:gd name="connsiteY1283" fmla="*/ 4437317 h 5143785"/>
              <a:gd name="connsiteX1284" fmla="*/ 2498598 w 3114960"/>
              <a:gd name="connsiteY1284" fmla="*/ 4450461 h 5143785"/>
              <a:gd name="connsiteX1285" fmla="*/ 2507933 w 3114960"/>
              <a:gd name="connsiteY1285" fmla="*/ 4459796 h 5143785"/>
              <a:gd name="connsiteX1286" fmla="*/ 2512124 w 3114960"/>
              <a:gd name="connsiteY1286" fmla="*/ 4459796 h 5143785"/>
              <a:gd name="connsiteX1287" fmla="*/ 2512124 w 3114960"/>
              <a:gd name="connsiteY1287" fmla="*/ 4690110 h 5143785"/>
              <a:gd name="connsiteX1288" fmla="*/ 2542699 w 3114960"/>
              <a:gd name="connsiteY1288" fmla="*/ 4719638 h 5143785"/>
              <a:gd name="connsiteX1289" fmla="*/ 2614517 w 3114960"/>
              <a:gd name="connsiteY1289" fmla="*/ 4719638 h 5143785"/>
              <a:gd name="connsiteX1290" fmla="*/ 2632996 w 3114960"/>
              <a:gd name="connsiteY1290" fmla="*/ 4704493 h 5143785"/>
              <a:gd name="connsiteX1291" fmla="*/ 2743200 w 3114960"/>
              <a:gd name="connsiteY1291" fmla="*/ 4704493 h 5143785"/>
              <a:gd name="connsiteX1292" fmla="*/ 2755963 w 3114960"/>
              <a:gd name="connsiteY1292" fmla="*/ 4715161 h 5143785"/>
              <a:gd name="connsiteX1293" fmla="*/ 2769013 w 3114960"/>
              <a:gd name="connsiteY1293" fmla="*/ 4702112 h 5143785"/>
              <a:gd name="connsiteX1294" fmla="*/ 2755963 w 3114960"/>
              <a:gd name="connsiteY1294" fmla="*/ 4689062 h 5143785"/>
              <a:gd name="connsiteX1295" fmla="*/ 2743200 w 3114960"/>
              <a:gd name="connsiteY1295" fmla="*/ 4699730 h 5143785"/>
              <a:gd name="connsiteX1296" fmla="*/ 2322290 w 3114960"/>
              <a:gd name="connsiteY1296" fmla="*/ 4223004 h 5143785"/>
              <a:gd name="connsiteX1297" fmla="*/ 2315813 w 3114960"/>
              <a:gd name="connsiteY1297" fmla="*/ 4216527 h 5143785"/>
              <a:gd name="connsiteX1298" fmla="*/ 2322290 w 3114960"/>
              <a:gd name="connsiteY1298" fmla="*/ 4210050 h 5143785"/>
              <a:gd name="connsiteX1299" fmla="*/ 2328767 w 3114960"/>
              <a:gd name="connsiteY1299" fmla="*/ 4216527 h 5143785"/>
              <a:gd name="connsiteX1300" fmla="*/ 2322290 w 3114960"/>
              <a:gd name="connsiteY1300" fmla="*/ 4223004 h 5143785"/>
              <a:gd name="connsiteX1301" fmla="*/ 2507933 w 3114960"/>
              <a:gd name="connsiteY1301" fmla="*/ 4455033 h 5143785"/>
              <a:gd name="connsiteX1302" fmla="*/ 2503361 w 3114960"/>
              <a:gd name="connsiteY1302" fmla="*/ 4450461 h 5143785"/>
              <a:gd name="connsiteX1303" fmla="*/ 2503361 w 3114960"/>
              <a:gd name="connsiteY1303" fmla="*/ 4437317 h 5143785"/>
              <a:gd name="connsiteX1304" fmla="*/ 2507933 w 3114960"/>
              <a:gd name="connsiteY1304" fmla="*/ 4432745 h 5143785"/>
              <a:gd name="connsiteX1305" fmla="*/ 2521077 w 3114960"/>
              <a:gd name="connsiteY1305" fmla="*/ 4432745 h 5143785"/>
              <a:gd name="connsiteX1306" fmla="*/ 2525649 w 3114960"/>
              <a:gd name="connsiteY1306" fmla="*/ 4437317 h 5143785"/>
              <a:gd name="connsiteX1307" fmla="*/ 2525649 w 3114960"/>
              <a:gd name="connsiteY1307" fmla="*/ 4450461 h 5143785"/>
              <a:gd name="connsiteX1308" fmla="*/ 2521077 w 3114960"/>
              <a:gd name="connsiteY1308" fmla="*/ 4455033 h 5143785"/>
              <a:gd name="connsiteX1309" fmla="*/ 2507933 w 3114960"/>
              <a:gd name="connsiteY1309" fmla="*/ 4455033 h 5143785"/>
              <a:gd name="connsiteX1310" fmla="*/ 71342 w 3114960"/>
              <a:gd name="connsiteY1310" fmla="*/ 3780187 h 5143785"/>
              <a:gd name="connsiteX1311" fmla="*/ 90392 w 3114960"/>
              <a:gd name="connsiteY1311" fmla="*/ 3780187 h 5143785"/>
              <a:gd name="connsiteX1312" fmla="*/ 90392 w 3114960"/>
              <a:gd name="connsiteY1312" fmla="*/ 3784949 h 5143785"/>
              <a:gd name="connsiteX1313" fmla="*/ 71342 w 3114960"/>
              <a:gd name="connsiteY1313" fmla="*/ 3784949 h 5143785"/>
              <a:gd name="connsiteX1314" fmla="*/ 71342 w 3114960"/>
              <a:gd name="connsiteY1314" fmla="*/ 3780187 h 5143785"/>
              <a:gd name="connsiteX1315" fmla="*/ 118682 w 3114960"/>
              <a:gd name="connsiteY1315" fmla="*/ 3718084 h 5143785"/>
              <a:gd name="connsiteX1316" fmla="*/ 109442 w 3114960"/>
              <a:gd name="connsiteY1316" fmla="*/ 3718084 h 5143785"/>
              <a:gd name="connsiteX1317" fmla="*/ 109442 w 3114960"/>
              <a:gd name="connsiteY1317" fmla="*/ 3722846 h 5143785"/>
              <a:gd name="connsiteX1318" fmla="*/ 118682 w 3114960"/>
              <a:gd name="connsiteY1318" fmla="*/ 3722846 h 5143785"/>
              <a:gd name="connsiteX1319" fmla="*/ 124301 w 3114960"/>
              <a:gd name="connsiteY1319" fmla="*/ 3731990 h 5143785"/>
              <a:gd name="connsiteX1320" fmla="*/ 144304 w 3114960"/>
              <a:gd name="connsiteY1320" fmla="*/ 3728942 h 5143785"/>
              <a:gd name="connsiteX1321" fmla="*/ 147066 w 3114960"/>
              <a:gd name="connsiteY1321" fmla="*/ 3720465 h 5143785"/>
              <a:gd name="connsiteX1322" fmla="*/ 141256 w 3114960"/>
              <a:gd name="connsiteY1322" fmla="*/ 3708845 h 5143785"/>
              <a:gd name="connsiteX1323" fmla="*/ 121253 w 3114960"/>
              <a:gd name="connsiteY1323" fmla="*/ 3711893 h 5143785"/>
              <a:gd name="connsiteX1324" fmla="*/ 118777 w 3114960"/>
              <a:gd name="connsiteY1324" fmla="*/ 3717988 h 5143785"/>
              <a:gd name="connsiteX1325" fmla="*/ 123349 w 3114960"/>
              <a:gd name="connsiteY1325" fmla="*/ 3713512 h 5143785"/>
              <a:gd name="connsiteX1326" fmla="*/ 139732 w 3114960"/>
              <a:gd name="connsiteY1326" fmla="*/ 3711035 h 5143785"/>
              <a:gd name="connsiteX1327" fmla="*/ 142208 w 3114960"/>
              <a:gd name="connsiteY1327" fmla="*/ 3727418 h 5143785"/>
              <a:gd name="connsiteX1328" fmla="*/ 134588 w 3114960"/>
              <a:gd name="connsiteY1328" fmla="*/ 3732086 h 5143785"/>
              <a:gd name="connsiteX1329" fmla="*/ 125921 w 3114960"/>
              <a:gd name="connsiteY1329" fmla="*/ 3729990 h 5143785"/>
              <a:gd name="connsiteX1330" fmla="*/ 121253 w 3114960"/>
              <a:gd name="connsiteY1330" fmla="*/ 3722370 h 5143785"/>
              <a:gd name="connsiteX1331" fmla="*/ 121158 w 3114960"/>
              <a:gd name="connsiteY1331" fmla="*/ 3720560 h 5143785"/>
              <a:gd name="connsiteX1332" fmla="*/ 123444 w 3114960"/>
              <a:gd name="connsiteY1332" fmla="*/ 3713702 h 5143785"/>
              <a:gd name="connsiteX1333" fmla="*/ 2438686 w 3114960"/>
              <a:gd name="connsiteY1333" fmla="*/ 4397693 h 5143785"/>
              <a:gd name="connsiteX1334" fmla="*/ 2357819 w 3114960"/>
              <a:gd name="connsiteY1334" fmla="*/ 4319112 h 5143785"/>
              <a:gd name="connsiteX1335" fmla="*/ 2356199 w 3114960"/>
              <a:gd name="connsiteY1335" fmla="*/ 4318445 h 5143785"/>
              <a:gd name="connsiteX1336" fmla="*/ 2296478 w 3114960"/>
              <a:gd name="connsiteY1336" fmla="*/ 4318445 h 5143785"/>
              <a:gd name="connsiteX1337" fmla="*/ 2296478 w 3114960"/>
              <a:gd name="connsiteY1337" fmla="*/ 4294918 h 5143785"/>
              <a:gd name="connsiteX1338" fmla="*/ 2302955 w 3114960"/>
              <a:gd name="connsiteY1338" fmla="*/ 4286536 h 5143785"/>
              <a:gd name="connsiteX1339" fmla="*/ 2294096 w 3114960"/>
              <a:gd name="connsiteY1339" fmla="*/ 4277678 h 5143785"/>
              <a:gd name="connsiteX1340" fmla="*/ 2285238 w 3114960"/>
              <a:gd name="connsiteY1340" fmla="*/ 4286536 h 5143785"/>
              <a:gd name="connsiteX1341" fmla="*/ 2291715 w 3114960"/>
              <a:gd name="connsiteY1341" fmla="*/ 4294918 h 5143785"/>
              <a:gd name="connsiteX1342" fmla="*/ 2291715 w 3114960"/>
              <a:gd name="connsiteY1342" fmla="*/ 4320826 h 5143785"/>
              <a:gd name="connsiteX1343" fmla="*/ 2294096 w 3114960"/>
              <a:gd name="connsiteY1343" fmla="*/ 4323207 h 5143785"/>
              <a:gd name="connsiteX1344" fmla="*/ 2355247 w 3114960"/>
              <a:gd name="connsiteY1344" fmla="*/ 4323207 h 5143785"/>
              <a:gd name="connsiteX1345" fmla="*/ 2434685 w 3114960"/>
              <a:gd name="connsiteY1345" fmla="*/ 4400455 h 5143785"/>
              <a:gd name="connsiteX1346" fmla="*/ 2434685 w 3114960"/>
              <a:gd name="connsiteY1346" fmla="*/ 4472750 h 5143785"/>
              <a:gd name="connsiteX1347" fmla="*/ 2432590 w 3114960"/>
              <a:gd name="connsiteY1347" fmla="*/ 4472750 h 5143785"/>
              <a:gd name="connsiteX1348" fmla="*/ 2426494 w 3114960"/>
              <a:gd name="connsiteY1348" fmla="*/ 4478846 h 5143785"/>
              <a:gd name="connsiteX1349" fmla="*/ 2426494 w 3114960"/>
              <a:gd name="connsiteY1349" fmla="*/ 4489228 h 5143785"/>
              <a:gd name="connsiteX1350" fmla="*/ 2432590 w 3114960"/>
              <a:gd name="connsiteY1350" fmla="*/ 4495324 h 5143785"/>
              <a:gd name="connsiteX1351" fmla="*/ 2442972 w 3114960"/>
              <a:gd name="connsiteY1351" fmla="*/ 4495324 h 5143785"/>
              <a:gd name="connsiteX1352" fmla="*/ 2449068 w 3114960"/>
              <a:gd name="connsiteY1352" fmla="*/ 4489228 h 5143785"/>
              <a:gd name="connsiteX1353" fmla="*/ 2449068 w 3114960"/>
              <a:gd name="connsiteY1353" fmla="*/ 4478846 h 5143785"/>
              <a:gd name="connsiteX1354" fmla="*/ 2442972 w 3114960"/>
              <a:gd name="connsiteY1354" fmla="*/ 4472750 h 5143785"/>
              <a:gd name="connsiteX1355" fmla="*/ 2439353 w 3114960"/>
              <a:gd name="connsiteY1355" fmla="*/ 4472750 h 5143785"/>
              <a:gd name="connsiteX1356" fmla="*/ 2439353 w 3114960"/>
              <a:gd name="connsiteY1356" fmla="*/ 4399407 h 5143785"/>
              <a:gd name="connsiteX1357" fmla="*/ 2438591 w 3114960"/>
              <a:gd name="connsiteY1357" fmla="*/ 4397693 h 5143785"/>
              <a:gd name="connsiteX1358" fmla="*/ 2442972 w 3114960"/>
              <a:gd name="connsiteY1358" fmla="*/ 4477512 h 5143785"/>
              <a:gd name="connsiteX1359" fmla="*/ 2444305 w 3114960"/>
              <a:gd name="connsiteY1359" fmla="*/ 4478846 h 5143785"/>
              <a:gd name="connsiteX1360" fmla="*/ 2444305 w 3114960"/>
              <a:gd name="connsiteY1360" fmla="*/ 4489228 h 5143785"/>
              <a:gd name="connsiteX1361" fmla="*/ 2442972 w 3114960"/>
              <a:gd name="connsiteY1361" fmla="*/ 4490562 h 5143785"/>
              <a:gd name="connsiteX1362" fmla="*/ 2432590 w 3114960"/>
              <a:gd name="connsiteY1362" fmla="*/ 4490562 h 5143785"/>
              <a:gd name="connsiteX1363" fmla="*/ 2431256 w 3114960"/>
              <a:gd name="connsiteY1363" fmla="*/ 4489228 h 5143785"/>
              <a:gd name="connsiteX1364" fmla="*/ 2431256 w 3114960"/>
              <a:gd name="connsiteY1364" fmla="*/ 4478846 h 5143785"/>
              <a:gd name="connsiteX1365" fmla="*/ 2432590 w 3114960"/>
              <a:gd name="connsiteY1365" fmla="*/ 4477512 h 5143785"/>
              <a:gd name="connsiteX1366" fmla="*/ 2442972 w 3114960"/>
              <a:gd name="connsiteY1366" fmla="*/ 4477512 h 5143785"/>
              <a:gd name="connsiteX1367" fmla="*/ 1128713 w 3114960"/>
              <a:gd name="connsiteY1367" fmla="*/ 524732 h 5143785"/>
              <a:gd name="connsiteX1368" fmla="*/ 1121569 w 3114960"/>
              <a:gd name="connsiteY1368" fmla="*/ 524732 h 5143785"/>
              <a:gd name="connsiteX1369" fmla="*/ 1121569 w 3114960"/>
              <a:gd name="connsiteY1369" fmla="*/ 516255 h 5143785"/>
              <a:gd name="connsiteX1370" fmla="*/ 1128713 w 3114960"/>
              <a:gd name="connsiteY1370" fmla="*/ 516255 h 5143785"/>
              <a:gd name="connsiteX1371" fmla="*/ 1128713 w 3114960"/>
              <a:gd name="connsiteY1371" fmla="*/ 524732 h 5143785"/>
              <a:gd name="connsiteX1372" fmla="*/ 2206371 w 3114960"/>
              <a:gd name="connsiteY1372" fmla="*/ 4175284 h 5143785"/>
              <a:gd name="connsiteX1373" fmla="*/ 2197703 w 3114960"/>
              <a:gd name="connsiteY1373" fmla="*/ 4166616 h 5143785"/>
              <a:gd name="connsiteX1374" fmla="*/ 2206371 w 3114960"/>
              <a:gd name="connsiteY1374" fmla="*/ 4157948 h 5143785"/>
              <a:gd name="connsiteX1375" fmla="*/ 2215039 w 3114960"/>
              <a:gd name="connsiteY1375" fmla="*/ 4166616 h 5143785"/>
              <a:gd name="connsiteX1376" fmla="*/ 2206371 w 3114960"/>
              <a:gd name="connsiteY1376" fmla="*/ 4175284 h 5143785"/>
              <a:gd name="connsiteX1377" fmla="*/ 1142524 w 3114960"/>
              <a:gd name="connsiteY1377" fmla="*/ 293275 h 5143785"/>
              <a:gd name="connsiteX1378" fmla="*/ 1149668 w 3114960"/>
              <a:gd name="connsiteY1378" fmla="*/ 293275 h 5143785"/>
              <a:gd name="connsiteX1379" fmla="*/ 1149668 w 3114960"/>
              <a:gd name="connsiteY1379" fmla="*/ 303848 h 5143785"/>
              <a:gd name="connsiteX1380" fmla="*/ 1148334 w 3114960"/>
              <a:gd name="connsiteY1380" fmla="*/ 305562 h 5143785"/>
              <a:gd name="connsiteX1381" fmla="*/ 1144715 w 3114960"/>
              <a:gd name="connsiteY1381" fmla="*/ 302609 h 5143785"/>
              <a:gd name="connsiteX1382" fmla="*/ 1142619 w 3114960"/>
              <a:gd name="connsiteY1382" fmla="*/ 302609 h 5143785"/>
              <a:gd name="connsiteX1383" fmla="*/ 1142619 w 3114960"/>
              <a:gd name="connsiteY1383" fmla="*/ 293275 h 5143785"/>
              <a:gd name="connsiteX1384" fmla="*/ 1142524 w 3114960"/>
              <a:gd name="connsiteY1384" fmla="*/ 272796 h 5143785"/>
              <a:gd name="connsiteX1385" fmla="*/ 1149668 w 3114960"/>
              <a:gd name="connsiteY1385" fmla="*/ 272796 h 5143785"/>
              <a:gd name="connsiteX1386" fmla="*/ 1149668 w 3114960"/>
              <a:gd name="connsiteY1386" fmla="*/ 283083 h 5143785"/>
              <a:gd name="connsiteX1387" fmla="*/ 1142524 w 3114960"/>
              <a:gd name="connsiteY1387" fmla="*/ 283083 h 5143785"/>
              <a:gd name="connsiteX1388" fmla="*/ 1142524 w 3114960"/>
              <a:gd name="connsiteY1388" fmla="*/ 272796 h 5143785"/>
              <a:gd name="connsiteX1389" fmla="*/ 2210753 w 3114960"/>
              <a:gd name="connsiteY1389" fmla="*/ 4257104 h 5143785"/>
              <a:gd name="connsiteX1390" fmla="*/ 2215515 w 3114960"/>
              <a:gd name="connsiteY1390" fmla="*/ 4264152 h 5143785"/>
              <a:gd name="connsiteX1391" fmla="*/ 2221706 w 3114960"/>
              <a:gd name="connsiteY1391" fmla="*/ 4266057 h 5143785"/>
              <a:gd name="connsiteX1392" fmla="*/ 2223992 w 3114960"/>
              <a:gd name="connsiteY1392" fmla="*/ 4265867 h 5143785"/>
              <a:gd name="connsiteX1393" fmla="*/ 2231041 w 3114960"/>
              <a:gd name="connsiteY1393" fmla="*/ 4261104 h 5143785"/>
              <a:gd name="connsiteX1394" fmla="*/ 2232660 w 3114960"/>
              <a:gd name="connsiteY1394" fmla="*/ 4252722 h 5143785"/>
              <a:gd name="connsiteX1395" fmla="*/ 2227898 w 3114960"/>
              <a:gd name="connsiteY1395" fmla="*/ 4245674 h 5143785"/>
              <a:gd name="connsiteX1396" fmla="*/ 2223802 w 3114960"/>
              <a:gd name="connsiteY1396" fmla="*/ 4244054 h 5143785"/>
              <a:gd name="connsiteX1397" fmla="*/ 2223802 w 3114960"/>
              <a:gd name="connsiteY1397" fmla="*/ 4218528 h 5143785"/>
              <a:gd name="connsiteX1398" fmla="*/ 2207038 w 3114960"/>
              <a:gd name="connsiteY1398" fmla="*/ 4196811 h 5143785"/>
              <a:gd name="connsiteX1399" fmla="*/ 2207038 w 3114960"/>
              <a:gd name="connsiteY1399" fmla="*/ 4185190 h 5143785"/>
              <a:gd name="connsiteX1400" fmla="*/ 2209133 w 3114960"/>
              <a:gd name="connsiteY1400" fmla="*/ 4184999 h 5143785"/>
              <a:gd name="connsiteX1401" fmla="*/ 2221230 w 3114960"/>
              <a:gd name="connsiteY1401" fmla="*/ 4177665 h 5143785"/>
              <a:gd name="connsiteX1402" fmla="*/ 2217230 w 3114960"/>
              <a:gd name="connsiteY1402" fmla="*/ 4151757 h 5143785"/>
              <a:gd name="connsiteX1403" fmla="*/ 2191322 w 3114960"/>
              <a:gd name="connsiteY1403" fmla="*/ 4155758 h 5143785"/>
              <a:gd name="connsiteX1404" fmla="*/ 2195322 w 3114960"/>
              <a:gd name="connsiteY1404" fmla="*/ 4181666 h 5143785"/>
              <a:gd name="connsiteX1405" fmla="*/ 2202085 w 3114960"/>
              <a:gd name="connsiteY1405" fmla="*/ 4184618 h 5143785"/>
              <a:gd name="connsiteX1406" fmla="*/ 2202085 w 3114960"/>
              <a:gd name="connsiteY1406" fmla="*/ 4198430 h 5143785"/>
              <a:gd name="connsiteX1407" fmla="*/ 2218849 w 3114960"/>
              <a:gd name="connsiteY1407" fmla="*/ 4220147 h 5143785"/>
              <a:gd name="connsiteX1408" fmla="*/ 2218849 w 3114960"/>
              <a:gd name="connsiteY1408" fmla="*/ 4244245 h 5143785"/>
              <a:gd name="connsiteX1409" fmla="*/ 2210657 w 3114960"/>
              <a:gd name="connsiteY1409" fmla="*/ 4257199 h 5143785"/>
              <a:gd name="connsiteX1410" fmla="*/ 2198275 w 3114960"/>
              <a:gd name="connsiteY1410" fmla="*/ 4177570 h 5143785"/>
              <a:gd name="connsiteX1411" fmla="*/ 2195322 w 3114960"/>
              <a:gd name="connsiteY1411" fmla="*/ 4158520 h 5143785"/>
              <a:gd name="connsiteX1412" fmla="*/ 2206276 w 3114960"/>
              <a:gd name="connsiteY1412" fmla="*/ 4152995 h 5143785"/>
              <a:gd name="connsiteX1413" fmla="*/ 2214277 w 3114960"/>
              <a:gd name="connsiteY1413" fmla="*/ 4155662 h 5143785"/>
              <a:gd name="connsiteX1414" fmla="*/ 2219706 w 3114960"/>
              <a:gd name="connsiteY1414" fmla="*/ 4164616 h 5143785"/>
              <a:gd name="connsiteX1415" fmla="*/ 2217230 w 3114960"/>
              <a:gd name="connsiteY1415" fmla="*/ 4174712 h 5143785"/>
              <a:gd name="connsiteX1416" fmla="*/ 2208276 w 3114960"/>
              <a:gd name="connsiteY1416" fmla="*/ 4180142 h 5143785"/>
              <a:gd name="connsiteX1417" fmla="*/ 2198180 w 3114960"/>
              <a:gd name="connsiteY1417" fmla="*/ 4177665 h 5143785"/>
              <a:gd name="connsiteX1418" fmla="*/ 2220468 w 3114960"/>
              <a:gd name="connsiteY1418" fmla="*/ 4248722 h 5143785"/>
              <a:gd name="connsiteX1419" fmla="*/ 2225231 w 3114960"/>
              <a:gd name="connsiteY1419" fmla="*/ 4249674 h 5143785"/>
              <a:gd name="connsiteX1420" fmla="*/ 2227898 w 3114960"/>
              <a:gd name="connsiteY1420" fmla="*/ 4253675 h 5143785"/>
              <a:gd name="connsiteX1421" fmla="*/ 2226945 w 3114960"/>
              <a:gd name="connsiteY1421" fmla="*/ 4258437 h 5143785"/>
              <a:gd name="connsiteX1422" fmla="*/ 2222945 w 3114960"/>
              <a:gd name="connsiteY1422" fmla="*/ 4261104 h 5143785"/>
              <a:gd name="connsiteX1423" fmla="*/ 2218182 w 3114960"/>
              <a:gd name="connsiteY1423" fmla="*/ 4260152 h 5143785"/>
              <a:gd name="connsiteX1424" fmla="*/ 2215515 w 3114960"/>
              <a:gd name="connsiteY1424" fmla="*/ 4256151 h 5143785"/>
              <a:gd name="connsiteX1425" fmla="*/ 2220373 w 3114960"/>
              <a:gd name="connsiteY1425" fmla="*/ 4248722 h 5143785"/>
              <a:gd name="connsiteX1426" fmla="*/ 1142524 w 3114960"/>
              <a:gd name="connsiteY1426" fmla="*/ 252317 h 5143785"/>
              <a:gd name="connsiteX1427" fmla="*/ 1149668 w 3114960"/>
              <a:gd name="connsiteY1427" fmla="*/ 252317 h 5143785"/>
              <a:gd name="connsiteX1428" fmla="*/ 1149668 w 3114960"/>
              <a:gd name="connsiteY1428" fmla="*/ 262604 h 5143785"/>
              <a:gd name="connsiteX1429" fmla="*/ 1142524 w 3114960"/>
              <a:gd name="connsiteY1429" fmla="*/ 262604 h 5143785"/>
              <a:gd name="connsiteX1430" fmla="*/ 1142524 w 3114960"/>
              <a:gd name="connsiteY1430" fmla="*/ 252317 h 5143785"/>
              <a:gd name="connsiteX1431" fmla="*/ 9525 w 3114960"/>
              <a:gd name="connsiteY1431" fmla="*/ 3661029 h 5143785"/>
              <a:gd name="connsiteX1432" fmla="*/ 95 w 3114960"/>
              <a:gd name="connsiteY1432" fmla="*/ 3661029 h 5143785"/>
              <a:gd name="connsiteX1433" fmla="*/ 95 w 3114960"/>
              <a:gd name="connsiteY1433" fmla="*/ 3656267 h 5143785"/>
              <a:gd name="connsiteX1434" fmla="*/ 9525 w 3114960"/>
              <a:gd name="connsiteY1434" fmla="*/ 3656267 h 5143785"/>
              <a:gd name="connsiteX1435" fmla="*/ 9525 w 3114960"/>
              <a:gd name="connsiteY1435" fmla="*/ 3661029 h 5143785"/>
              <a:gd name="connsiteX1436" fmla="*/ 125730 w 3114960"/>
              <a:gd name="connsiteY1436" fmla="*/ 3658457 h 5143785"/>
              <a:gd name="connsiteX1437" fmla="*/ 132779 w 3114960"/>
              <a:gd name="connsiteY1437" fmla="*/ 3651409 h 5143785"/>
              <a:gd name="connsiteX1438" fmla="*/ 139827 w 3114960"/>
              <a:gd name="connsiteY1438" fmla="*/ 3658457 h 5143785"/>
              <a:gd name="connsiteX1439" fmla="*/ 132779 w 3114960"/>
              <a:gd name="connsiteY1439" fmla="*/ 3665506 h 5143785"/>
              <a:gd name="connsiteX1440" fmla="*/ 125730 w 3114960"/>
              <a:gd name="connsiteY1440" fmla="*/ 3658457 h 5143785"/>
              <a:gd name="connsiteX1441" fmla="*/ 1128713 w 3114960"/>
              <a:gd name="connsiteY1441" fmla="*/ 507873 h 5143785"/>
              <a:gd name="connsiteX1442" fmla="*/ 1121569 w 3114960"/>
              <a:gd name="connsiteY1442" fmla="*/ 507873 h 5143785"/>
              <a:gd name="connsiteX1443" fmla="*/ 1121569 w 3114960"/>
              <a:gd name="connsiteY1443" fmla="*/ 499396 h 5143785"/>
              <a:gd name="connsiteX1444" fmla="*/ 1128713 w 3114960"/>
              <a:gd name="connsiteY1444" fmla="*/ 499396 h 5143785"/>
              <a:gd name="connsiteX1445" fmla="*/ 1128713 w 3114960"/>
              <a:gd name="connsiteY1445" fmla="*/ 507873 h 5143785"/>
              <a:gd name="connsiteX1446" fmla="*/ 118682 w 3114960"/>
              <a:gd name="connsiteY1446" fmla="*/ 3660838 h 5143785"/>
              <a:gd name="connsiteX1447" fmla="*/ 124301 w 3114960"/>
              <a:gd name="connsiteY1447" fmla="*/ 3669983 h 5143785"/>
              <a:gd name="connsiteX1448" fmla="*/ 144304 w 3114960"/>
              <a:gd name="connsiteY1448" fmla="*/ 3666935 h 5143785"/>
              <a:gd name="connsiteX1449" fmla="*/ 147066 w 3114960"/>
              <a:gd name="connsiteY1449" fmla="*/ 3658457 h 5143785"/>
              <a:gd name="connsiteX1450" fmla="*/ 141256 w 3114960"/>
              <a:gd name="connsiteY1450" fmla="*/ 3646837 h 5143785"/>
              <a:gd name="connsiteX1451" fmla="*/ 121253 w 3114960"/>
              <a:gd name="connsiteY1451" fmla="*/ 3649885 h 5143785"/>
              <a:gd name="connsiteX1452" fmla="*/ 118777 w 3114960"/>
              <a:gd name="connsiteY1452" fmla="*/ 3655981 h 5143785"/>
              <a:gd name="connsiteX1453" fmla="*/ 109538 w 3114960"/>
              <a:gd name="connsiteY1453" fmla="*/ 3655981 h 5143785"/>
              <a:gd name="connsiteX1454" fmla="*/ 109538 w 3114960"/>
              <a:gd name="connsiteY1454" fmla="*/ 3660743 h 5143785"/>
              <a:gd name="connsiteX1455" fmla="*/ 118777 w 3114960"/>
              <a:gd name="connsiteY1455" fmla="*/ 3660743 h 5143785"/>
              <a:gd name="connsiteX1456" fmla="*/ 123349 w 3114960"/>
              <a:gd name="connsiteY1456" fmla="*/ 3651504 h 5143785"/>
              <a:gd name="connsiteX1457" fmla="*/ 139732 w 3114960"/>
              <a:gd name="connsiteY1457" fmla="*/ 3649028 h 5143785"/>
              <a:gd name="connsiteX1458" fmla="*/ 142208 w 3114960"/>
              <a:gd name="connsiteY1458" fmla="*/ 3665411 h 5143785"/>
              <a:gd name="connsiteX1459" fmla="*/ 134588 w 3114960"/>
              <a:gd name="connsiteY1459" fmla="*/ 3670078 h 5143785"/>
              <a:gd name="connsiteX1460" fmla="*/ 125921 w 3114960"/>
              <a:gd name="connsiteY1460" fmla="*/ 3667982 h 5143785"/>
              <a:gd name="connsiteX1461" fmla="*/ 121253 w 3114960"/>
              <a:gd name="connsiteY1461" fmla="*/ 3660362 h 5143785"/>
              <a:gd name="connsiteX1462" fmla="*/ 121158 w 3114960"/>
              <a:gd name="connsiteY1462" fmla="*/ 3658553 h 5143785"/>
              <a:gd name="connsiteX1463" fmla="*/ 123444 w 3114960"/>
              <a:gd name="connsiteY1463" fmla="*/ 3651695 h 5143785"/>
              <a:gd name="connsiteX1464" fmla="*/ 1121569 w 3114960"/>
              <a:gd name="connsiteY1464" fmla="*/ 533114 h 5143785"/>
              <a:gd name="connsiteX1465" fmla="*/ 1128713 w 3114960"/>
              <a:gd name="connsiteY1465" fmla="*/ 533114 h 5143785"/>
              <a:gd name="connsiteX1466" fmla="*/ 1128713 w 3114960"/>
              <a:gd name="connsiteY1466" fmla="*/ 537877 h 5143785"/>
              <a:gd name="connsiteX1467" fmla="*/ 1121569 w 3114960"/>
              <a:gd name="connsiteY1467" fmla="*/ 537877 h 5143785"/>
              <a:gd name="connsiteX1468" fmla="*/ 1121569 w 3114960"/>
              <a:gd name="connsiteY1468" fmla="*/ 533114 h 5143785"/>
              <a:gd name="connsiteX1469" fmla="*/ 33242 w 3114960"/>
              <a:gd name="connsiteY1469" fmla="*/ 3780187 h 5143785"/>
              <a:gd name="connsiteX1470" fmla="*/ 52292 w 3114960"/>
              <a:gd name="connsiteY1470" fmla="*/ 3780187 h 5143785"/>
              <a:gd name="connsiteX1471" fmla="*/ 52292 w 3114960"/>
              <a:gd name="connsiteY1471" fmla="*/ 3784949 h 5143785"/>
              <a:gd name="connsiteX1472" fmla="*/ 33242 w 3114960"/>
              <a:gd name="connsiteY1472" fmla="*/ 3784949 h 5143785"/>
              <a:gd name="connsiteX1473" fmla="*/ 33242 w 3114960"/>
              <a:gd name="connsiteY1473" fmla="*/ 3780187 h 5143785"/>
              <a:gd name="connsiteX1474" fmla="*/ 1136333 w 3114960"/>
              <a:gd name="connsiteY1474" fmla="*/ 309182 h 5143785"/>
              <a:gd name="connsiteX1475" fmla="*/ 1141952 w 3114960"/>
              <a:gd name="connsiteY1475" fmla="*/ 313658 h 5143785"/>
              <a:gd name="connsiteX1476" fmla="*/ 1135571 w 3114960"/>
              <a:gd name="connsiteY1476" fmla="*/ 321659 h 5143785"/>
              <a:gd name="connsiteX1477" fmla="*/ 1129951 w 3114960"/>
              <a:gd name="connsiteY1477" fmla="*/ 317183 h 5143785"/>
              <a:gd name="connsiteX1478" fmla="*/ 1136333 w 3114960"/>
              <a:gd name="connsiteY1478" fmla="*/ 309182 h 5143785"/>
              <a:gd name="connsiteX1479" fmla="*/ 2891980 w 3114960"/>
              <a:gd name="connsiteY1479" fmla="*/ 4043648 h 5143785"/>
              <a:gd name="connsiteX1480" fmla="*/ 2879312 w 3114960"/>
              <a:gd name="connsiteY1480" fmla="*/ 4056317 h 5143785"/>
              <a:gd name="connsiteX1481" fmla="*/ 2866644 w 3114960"/>
              <a:gd name="connsiteY1481" fmla="*/ 4043648 h 5143785"/>
              <a:gd name="connsiteX1482" fmla="*/ 2879312 w 3114960"/>
              <a:gd name="connsiteY1482" fmla="*/ 4030980 h 5143785"/>
              <a:gd name="connsiteX1483" fmla="*/ 2891980 w 3114960"/>
              <a:gd name="connsiteY1483" fmla="*/ 4043648 h 5143785"/>
              <a:gd name="connsiteX1484" fmla="*/ 3022759 w 3114960"/>
              <a:gd name="connsiteY1484" fmla="*/ 4299490 h 5143785"/>
              <a:gd name="connsiteX1485" fmla="*/ 3062954 w 3114960"/>
              <a:gd name="connsiteY1485" fmla="*/ 4339114 h 5143785"/>
              <a:gd name="connsiteX1486" fmla="*/ 3061430 w 3114960"/>
              <a:gd name="connsiteY1486" fmla="*/ 4344924 h 5143785"/>
              <a:gd name="connsiteX1487" fmla="*/ 3074480 w 3114960"/>
              <a:gd name="connsiteY1487" fmla="*/ 4357973 h 5143785"/>
              <a:gd name="connsiteX1488" fmla="*/ 3087529 w 3114960"/>
              <a:gd name="connsiteY1488" fmla="*/ 4344924 h 5143785"/>
              <a:gd name="connsiteX1489" fmla="*/ 3074480 w 3114960"/>
              <a:gd name="connsiteY1489" fmla="*/ 4331875 h 5143785"/>
              <a:gd name="connsiteX1490" fmla="*/ 3067907 w 3114960"/>
              <a:gd name="connsiteY1490" fmla="*/ 4333970 h 5143785"/>
              <a:gd name="connsiteX1491" fmla="*/ 3026759 w 3114960"/>
              <a:gd name="connsiteY1491" fmla="*/ 4293394 h 5143785"/>
              <a:gd name="connsiteX1492" fmla="*/ 3024283 w 3114960"/>
              <a:gd name="connsiteY1492" fmla="*/ 4292346 h 5143785"/>
              <a:gd name="connsiteX1493" fmla="*/ 2986183 w 3114960"/>
              <a:gd name="connsiteY1493" fmla="*/ 4292346 h 5143785"/>
              <a:gd name="connsiteX1494" fmla="*/ 2986183 w 3114960"/>
              <a:gd name="connsiteY1494" fmla="*/ 4252818 h 5143785"/>
              <a:gd name="connsiteX1495" fmla="*/ 2989612 w 3114960"/>
              <a:gd name="connsiteY1495" fmla="*/ 4252818 h 5143785"/>
              <a:gd name="connsiteX1496" fmla="*/ 3001137 w 3114960"/>
              <a:gd name="connsiteY1496" fmla="*/ 4241292 h 5143785"/>
              <a:gd name="connsiteX1497" fmla="*/ 3001137 w 3114960"/>
              <a:gd name="connsiteY1497" fmla="*/ 4189952 h 5143785"/>
              <a:gd name="connsiteX1498" fmla="*/ 2989612 w 3114960"/>
              <a:gd name="connsiteY1498" fmla="*/ 4178427 h 5143785"/>
              <a:gd name="connsiteX1499" fmla="*/ 2975610 w 3114960"/>
              <a:gd name="connsiteY1499" fmla="*/ 4178427 h 5143785"/>
              <a:gd name="connsiteX1500" fmla="*/ 2964085 w 3114960"/>
              <a:gd name="connsiteY1500" fmla="*/ 4189952 h 5143785"/>
              <a:gd name="connsiteX1501" fmla="*/ 2964085 w 3114960"/>
              <a:gd name="connsiteY1501" fmla="*/ 4241292 h 5143785"/>
              <a:gd name="connsiteX1502" fmla="*/ 2975610 w 3114960"/>
              <a:gd name="connsiteY1502" fmla="*/ 4252818 h 5143785"/>
              <a:gd name="connsiteX1503" fmla="*/ 2979039 w 3114960"/>
              <a:gd name="connsiteY1503" fmla="*/ 4252818 h 5143785"/>
              <a:gd name="connsiteX1504" fmla="*/ 2979039 w 3114960"/>
              <a:gd name="connsiteY1504" fmla="*/ 4331494 h 5143785"/>
              <a:gd name="connsiteX1505" fmla="*/ 2969800 w 3114960"/>
              <a:gd name="connsiteY1505" fmla="*/ 4343591 h 5143785"/>
              <a:gd name="connsiteX1506" fmla="*/ 2982563 w 3114960"/>
              <a:gd name="connsiteY1506" fmla="*/ 4356354 h 5143785"/>
              <a:gd name="connsiteX1507" fmla="*/ 2995327 w 3114960"/>
              <a:gd name="connsiteY1507" fmla="*/ 4343591 h 5143785"/>
              <a:gd name="connsiteX1508" fmla="*/ 2986088 w 3114960"/>
              <a:gd name="connsiteY1508" fmla="*/ 4331494 h 5143785"/>
              <a:gd name="connsiteX1509" fmla="*/ 2986088 w 3114960"/>
              <a:gd name="connsiteY1509" fmla="*/ 4299490 h 5143785"/>
              <a:gd name="connsiteX1510" fmla="*/ 3022759 w 3114960"/>
              <a:gd name="connsiteY1510" fmla="*/ 4299490 h 5143785"/>
              <a:gd name="connsiteX1511" fmla="*/ 3068574 w 3114960"/>
              <a:gd name="connsiteY1511" fmla="*/ 4339019 h 5143785"/>
              <a:gd name="connsiteX1512" fmla="*/ 3074480 w 3114960"/>
              <a:gd name="connsiteY1512" fmla="*/ 4336637 h 5143785"/>
              <a:gd name="connsiteX1513" fmla="*/ 3082767 w 3114960"/>
              <a:gd name="connsiteY1513" fmla="*/ 4344924 h 5143785"/>
              <a:gd name="connsiteX1514" fmla="*/ 3074480 w 3114960"/>
              <a:gd name="connsiteY1514" fmla="*/ 4353211 h 5143785"/>
              <a:gd name="connsiteX1515" fmla="*/ 3066193 w 3114960"/>
              <a:gd name="connsiteY1515" fmla="*/ 4344924 h 5143785"/>
              <a:gd name="connsiteX1516" fmla="*/ 3068574 w 3114960"/>
              <a:gd name="connsiteY1516" fmla="*/ 4339019 h 5143785"/>
              <a:gd name="connsiteX1517" fmla="*/ 2971229 w 3114960"/>
              <a:gd name="connsiteY1517" fmla="*/ 4190048 h 5143785"/>
              <a:gd name="connsiteX1518" fmla="*/ 2975610 w 3114960"/>
              <a:gd name="connsiteY1518" fmla="*/ 4185666 h 5143785"/>
              <a:gd name="connsiteX1519" fmla="*/ 2989612 w 3114960"/>
              <a:gd name="connsiteY1519" fmla="*/ 4185666 h 5143785"/>
              <a:gd name="connsiteX1520" fmla="*/ 2993993 w 3114960"/>
              <a:gd name="connsiteY1520" fmla="*/ 4190048 h 5143785"/>
              <a:gd name="connsiteX1521" fmla="*/ 2993993 w 3114960"/>
              <a:gd name="connsiteY1521" fmla="*/ 4201763 h 5143785"/>
              <a:gd name="connsiteX1522" fmla="*/ 2971324 w 3114960"/>
              <a:gd name="connsiteY1522" fmla="*/ 4201763 h 5143785"/>
              <a:gd name="connsiteX1523" fmla="*/ 2971324 w 3114960"/>
              <a:gd name="connsiteY1523" fmla="*/ 4190048 h 5143785"/>
              <a:gd name="connsiteX1524" fmla="*/ 2990564 w 3114960"/>
              <a:gd name="connsiteY1524" fmla="*/ 4343591 h 5143785"/>
              <a:gd name="connsiteX1525" fmla="*/ 2982563 w 3114960"/>
              <a:gd name="connsiteY1525" fmla="*/ 4351592 h 5143785"/>
              <a:gd name="connsiteX1526" fmla="*/ 2974562 w 3114960"/>
              <a:gd name="connsiteY1526" fmla="*/ 4343591 h 5143785"/>
              <a:gd name="connsiteX1527" fmla="*/ 2982563 w 3114960"/>
              <a:gd name="connsiteY1527" fmla="*/ 4335590 h 5143785"/>
              <a:gd name="connsiteX1528" fmla="*/ 2990564 w 3114960"/>
              <a:gd name="connsiteY1528" fmla="*/ 4343591 h 5143785"/>
              <a:gd name="connsiteX1529" fmla="*/ 2978944 w 3114960"/>
              <a:gd name="connsiteY1529" fmla="*/ 4245674 h 5143785"/>
              <a:gd name="connsiteX1530" fmla="*/ 2975515 w 3114960"/>
              <a:gd name="connsiteY1530" fmla="*/ 4245674 h 5143785"/>
              <a:gd name="connsiteX1531" fmla="*/ 2971134 w 3114960"/>
              <a:gd name="connsiteY1531" fmla="*/ 4241292 h 5143785"/>
              <a:gd name="connsiteX1532" fmla="*/ 2971134 w 3114960"/>
              <a:gd name="connsiteY1532" fmla="*/ 4232339 h 5143785"/>
              <a:gd name="connsiteX1533" fmla="*/ 2993803 w 3114960"/>
              <a:gd name="connsiteY1533" fmla="*/ 4232339 h 5143785"/>
              <a:gd name="connsiteX1534" fmla="*/ 2993803 w 3114960"/>
              <a:gd name="connsiteY1534" fmla="*/ 4241292 h 5143785"/>
              <a:gd name="connsiteX1535" fmla="*/ 2989421 w 3114960"/>
              <a:gd name="connsiteY1535" fmla="*/ 4245674 h 5143785"/>
              <a:gd name="connsiteX1536" fmla="*/ 2978849 w 3114960"/>
              <a:gd name="connsiteY1536" fmla="*/ 4245674 h 5143785"/>
              <a:gd name="connsiteX1537" fmla="*/ 654463 w 3114960"/>
              <a:gd name="connsiteY1537" fmla="*/ 1209008 h 5143785"/>
              <a:gd name="connsiteX1538" fmla="*/ 659225 w 3114960"/>
              <a:gd name="connsiteY1538" fmla="*/ 1209961 h 5143785"/>
              <a:gd name="connsiteX1539" fmla="*/ 663988 w 3114960"/>
              <a:gd name="connsiteY1539" fmla="*/ 1209008 h 5143785"/>
              <a:gd name="connsiteX1540" fmla="*/ 670751 w 3114960"/>
              <a:gd name="connsiteY1540" fmla="*/ 1202246 h 5143785"/>
              <a:gd name="connsiteX1541" fmla="*/ 670751 w 3114960"/>
              <a:gd name="connsiteY1541" fmla="*/ 1192721 h 5143785"/>
              <a:gd name="connsiteX1542" fmla="*/ 663988 w 3114960"/>
              <a:gd name="connsiteY1542" fmla="*/ 1185958 h 5143785"/>
              <a:gd name="connsiteX1543" fmla="*/ 654463 w 3114960"/>
              <a:gd name="connsiteY1543" fmla="*/ 1185958 h 5143785"/>
              <a:gd name="connsiteX1544" fmla="*/ 650177 w 3114960"/>
              <a:gd name="connsiteY1544" fmla="*/ 1189006 h 5143785"/>
              <a:gd name="connsiteX1545" fmla="*/ 645795 w 3114960"/>
              <a:gd name="connsiteY1545" fmla="*/ 1181100 h 5143785"/>
              <a:gd name="connsiteX1546" fmla="*/ 640652 w 3114960"/>
              <a:gd name="connsiteY1546" fmla="*/ 1195388 h 5143785"/>
              <a:gd name="connsiteX1547" fmla="*/ 640175 w 3114960"/>
              <a:gd name="connsiteY1547" fmla="*/ 1199198 h 5143785"/>
              <a:gd name="connsiteX1548" fmla="*/ 639699 w 3114960"/>
              <a:gd name="connsiteY1548" fmla="*/ 1195388 h 5143785"/>
              <a:gd name="connsiteX1549" fmla="*/ 634460 w 3114960"/>
              <a:gd name="connsiteY1549" fmla="*/ 1181100 h 5143785"/>
              <a:gd name="connsiteX1550" fmla="*/ 634460 w 3114960"/>
              <a:gd name="connsiteY1550" fmla="*/ 1181100 h 5143785"/>
              <a:gd name="connsiteX1551" fmla="*/ 629317 w 3114960"/>
              <a:gd name="connsiteY1551" fmla="*/ 1195388 h 5143785"/>
              <a:gd name="connsiteX1552" fmla="*/ 628841 w 3114960"/>
              <a:gd name="connsiteY1552" fmla="*/ 1199102 h 5143785"/>
              <a:gd name="connsiteX1553" fmla="*/ 628364 w 3114960"/>
              <a:gd name="connsiteY1553" fmla="*/ 1195388 h 5143785"/>
              <a:gd name="connsiteX1554" fmla="*/ 623221 w 3114960"/>
              <a:gd name="connsiteY1554" fmla="*/ 1181100 h 5143785"/>
              <a:gd name="connsiteX1555" fmla="*/ 618077 w 3114960"/>
              <a:gd name="connsiteY1555" fmla="*/ 1195388 h 5143785"/>
              <a:gd name="connsiteX1556" fmla="*/ 617601 w 3114960"/>
              <a:gd name="connsiteY1556" fmla="*/ 1199102 h 5143785"/>
              <a:gd name="connsiteX1557" fmla="*/ 617125 w 3114960"/>
              <a:gd name="connsiteY1557" fmla="*/ 1195388 h 5143785"/>
              <a:gd name="connsiteX1558" fmla="*/ 611981 w 3114960"/>
              <a:gd name="connsiteY1558" fmla="*/ 1181100 h 5143785"/>
              <a:gd name="connsiteX1559" fmla="*/ 611981 w 3114960"/>
              <a:gd name="connsiteY1559" fmla="*/ 1181100 h 5143785"/>
              <a:gd name="connsiteX1560" fmla="*/ 606838 w 3114960"/>
              <a:gd name="connsiteY1560" fmla="*/ 1195388 h 5143785"/>
              <a:gd name="connsiteX1561" fmla="*/ 606362 w 3114960"/>
              <a:gd name="connsiteY1561" fmla="*/ 1199102 h 5143785"/>
              <a:gd name="connsiteX1562" fmla="*/ 605885 w 3114960"/>
              <a:gd name="connsiteY1562" fmla="*/ 1195388 h 5143785"/>
              <a:gd name="connsiteX1563" fmla="*/ 600742 w 3114960"/>
              <a:gd name="connsiteY1563" fmla="*/ 1181100 h 5143785"/>
              <a:gd name="connsiteX1564" fmla="*/ 600742 w 3114960"/>
              <a:gd name="connsiteY1564" fmla="*/ 1181100 h 5143785"/>
              <a:gd name="connsiteX1565" fmla="*/ 595598 w 3114960"/>
              <a:gd name="connsiteY1565" fmla="*/ 1195388 h 5143785"/>
              <a:gd name="connsiteX1566" fmla="*/ 595122 w 3114960"/>
              <a:gd name="connsiteY1566" fmla="*/ 1199102 h 5143785"/>
              <a:gd name="connsiteX1567" fmla="*/ 594646 w 3114960"/>
              <a:gd name="connsiteY1567" fmla="*/ 1195388 h 5143785"/>
              <a:gd name="connsiteX1568" fmla="*/ 589407 w 3114960"/>
              <a:gd name="connsiteY1568" fmla="*/ 1181100 h 5143785"/>
              <a:gd name="connsiteX1569" fmla="*/ 589407 w 3114960"/>
              <a:gd name="connsiteY1569" fmla="*/ 1181100 h 5143785"/>
              <a:gd name="connsiteX1570" fmla="*/ 584264 w 3114960"/>
              <a:gd name="connsiteY1570" fmla="*/ 1195388 h 5143785"/>
              <a:gd name="connsiteX1571" fmla="*/ 583883 w 3114960"/>
              <a:gd name="connsiteY1571" fmla="*/ 1199007 h 5143785"/>
              <a:gd name="connsiteX1572" fmla="*/ 583406 w 3114960"/>
              <a:gd name="connsiteY1572" fmla="*/ 1195388 h 5143785"/>
              <a:gd name="connsiteX1573" fmla="*/ 578263 w 3114960"/>
              <a:gd name="connsiteY1573" fmla="*/ 1181100 h 5143785"/>
              <a:gd name="connsiteX1574" fmla="*/ 578263 w 3114960"/>
              <a:gd name="connsiteY1574" fmla="*/ 1181100 h 5143785"/>
              <a:gd name="connsiteX1575" fmla="*/ 573119 w 3114960"/>
              <a:gd name="connsiteY1575" fmla="*/ 1195388 h 5143785"/>
              <a:gd name="connsiteX1576" fmla="*/ 572738 w 3114960"/>
              <a:gd name="connsiteY1576" fmla="*/ 1199102 h 5143785"/>
              <a:gd name="connsiteX1577" fmla="*/ 572262 w 3114960"/>
              <a:gd name="connsiteY1577" fmla="*/ 1195388 h 5143785"/>
              <a:gd name="connsiteX1578" fmla="*/ 567119 w 3114960"/>
              <a:gd name="connsiteY1578" fmla="*/ 1181100 h 5143785"/>
              <a:gd name="connsiteX1579" fmla="*/ 567119 w 3114960"/>
              <a:gd name="connsiteY1579" fmla="*/ 1181100 h 5143785"/>
              <a:gd name="connsiteX1580" fmla="*/ 561975 w 3114960"/>
              <a:gd name="connsiteY1580" fmla="*/ 1195388 h 5143785"/>
              <a:gd name="connsiteX1581" fmla="*/ 561594 w 3114960"/>
              <a:gd name="connsiteY1581" fmla="*/ 1199007 h 5143785"/>
              <a:gd name="connsiteX1582" fmla="*/ 561118 w 3114960"/>
              <a:gd name="connsiteY1582" fmla="*/ 1195388 h 5143785"/>
              <a:gd name="connsiteX1583" fmla="*/ 555974 w 3114960"/>
              <a:gd name="connsiteY1583" fmla="*/ 1181100 h 5143785"/>
              <a:gd name="connsiteX1584" fmla="*/ 555974 w 3114960"/>
              <a:gd name="connsiteY1584" fmla="*/ 1181100 h 5143785"/>
              <a:gd name="connsiteX1585" fmla="*/ 550831 w 3114960"/>
              <a:gd name="connsiteY1585" fmla="*/ 1195388 h 5143785"/>
              <a:gd name="connsiteX1586" fmla="*/ 550450 w 3114960"/>
              <a:gd name="connsiteY1586" fmla="*/ 1198912 h 5143785"/>
              <a:gd name="connsiteX1587" fmla="*/ 550069 w 3114960"/>
              <a:gd name="connsiteY1587" fmla="*/ 1195388 h 5143785"/>
              <a:gd name="connsiteX1588" fmla="*/ 544925 w 3114960"/>
              <a:gd name="connsiteY1588" fmla="*/ 1181100 h 5143785"/>
              <a:gd name="connsiteX1589" fmla="*/ 544925 w 3114960"/>
              <a:gd name="connsiteY1589" fmla="*/ 1181100 h 5143785"/>
              <a:gd name="connsiteX1590" fmla="*/ 539782 w 3114960"/>
              <a:gd name="connsiteY1590" fmla="*/ 1195388 h 5143785"/>
              <a:gd name="connsiteX1591" fmla="*/ 539401 w 3114960"/>
              <a:gd name="connsiteY1591" fmla="*/ 1198912 h 5143785"/>
              <a:gd name="connsiteX1592" fmla="*/ 539020 w 3114960"/>
              <a:gd name="connsiteY1592" fmla="*/ 1195388 h 5143785"/>
              <a:gd name="connsiteX1593" fmla="*/ 533876 w 3114960"/>
              <a:gd name="connsiteY1593" fmla="*/ 1181100 h 5143785"/>
              <a:gd name="connsiteX1594" fmla="*/ 533876 w 3114960"/>
              <a:gd name="connsiteY1594" fmla="*/ 1181100 h 5143785"/>
              <a:gd name="connsiteX1595" fmla="*/ 528733 w 3114960"/>
              <a:gd name="connsiteY1595" fmla="*/ 1195388 h 5143785"/>
              <a:gd name="connsiteX1596" fmla="*/ 528352 w 3114960"/>
              <a:gd name="connsiteY1596" fmla="*/ 1199007 h 5143785"/>
              <a:gd name="connsiteX1597" fmla="*/ 527876 w 3114960"/>
              <a:gd name="connsiteY1597" fmla="*/ 1195388 h 5143785"/>
              <a:gd name="connsiteX1598" fmla="*/ 522732 w 3114960"/>
              <a:gd name="connsiteY1598" fmla="*/ 1181100 h 5143785"/>
              <a:gd name="connsiteX1599" fmla="*/ 522732 w 3114960"/>
              <a:gd name="connsiteY1599" fmla="*/ 1181100 h 5143785"/>
              <a:gd name="connsiteX1600" fmla="*/ 517589 w 3114960"/>
              <a:gd name="connsiteY1600" fmla="*/ 1195388 h 5143785"/>
              <a:gd name="connsiteX1601" fmla="*/ 517208 w 3114960"/>
              <a:gd name="connsiteY1601" fmla="*/ 1199007 h 5143785"/>
              <a:gd name="connsiteX1602" fmla="*/ 516731 w 3114960"/>
              <a:gd name="connsiteY1602" fmla="*/ 1195388 h 5143785"/>
              <a:gd name="connsiteX1603" fmla="*/ 511588 w 3114960"/>
              <a:gd name="connsiteY1603" fmla="*/ 1181100 h 5143785"/>
              <a:gd name="connsiteX1604" fmla="*/ 511588 w 3114960"/>
              <a:gd name="connsiteY1604" fmla="*/ 1181100 h 5143785"/>
              <a:gd name="connsiteX1605" fmla="*/ 506444 w 3114960"/>
              <a:gd name="connsiteY1605" fmla="*/ 1195388 h 5143785"/>
              <a:gd name="connsiteX1606" fmla="*/ 506063 w 3114960"/>
              <a:gd name="connsiteY1606" fmla="*/ 1199007 h 5143785"/>
              <a:gd name="connsiteX1607" fmla="*/ 505587 w 3114960"/>
              <a:gd name="connsiteY1607" fmla="*/ 1195388 h 5143785"/>
              <a:gd name="connsiteX1608" fmla="*/ 500444 w 3114960"/>
              <a:gd name="connsiteY1608" fmla="*/ 1181100 h 5143785"/>
              <a:gd name="connsiteX1609" fmla="*/ 495300 w 3114960"/>
              <a:gd name="connsiteY1609" fmla="*/ 1195388 h 5143785"/>
              <a:gd name="connsiteX1610" fmla="*/ 494919 w 3114960"/>
              <a:gd name="connsiteY1610" fmla="*/ 1199007 h 5143785"/>
              <a:gd name="connsiteX1611" fmla="*/ 494443 w 3114960"/>
              <a:gd name="connsiteY1611" fmla="*/ 1195388 h 5143785"/>
              <a:gd name="connsiteX1612" fmla="*/ 489299 w 3114960"/>
              <a:gd name="connsiteY1612" fmla="*/ 1181100 h 5143785"/>
              <a:gd name="connsiteX1613" fmla="*/ 489299 w 3114960"/>
              <a:gd name="connsiteY1613" fmla="*/ 1181100 h 5143785"/>
              <a:gd name="connsiteX1614" fmla="*/ 484156 w 3114960"/>
              <a:gd name="connsiteY1614" fmla="*/ 1195388 h 5143785"/>
              <a:gd name="connsiteX1615" fmla="*/ 483775 w 3114960"/>
              <a:gd name="connsiteY1615" fmla="*/ 1199007 h 5143785"/>
              <a:gd name="connsiteX1616" fmla="*/ 483299 w 3114960"/>
              <a:gd name="connsiteY1616" fmla="*/ 1195388 h 5143785"/>
              <a:gd name="connsiteX1617" fmla="*/ 478155 w 3114960"/>
              <a:gd name="connsiteY1617" fmla="*/ 1181100 h 5143785"/>
              <a:gd name="connsiteX1618" fmla="*/ 478155 w 3114960"/>
              <a:gd name="connsiteY1618" fmla="*/ 1181100 h 5143785"/>
              <a:gd name="connsiteX1619" fmla="*/ 473012 w 3114960"/>
              <a:gd name="connsiteY1619" fmla="*/ 1195388 h 5143785"/>
              <a:gd name="connsiteX1620" fmla="*/ 472631 w 3114960"/>
              <a:gd name="connsiteY1620" fmla="*/ 1199007 h 5143785"/>
              <a:gd name="connsiteX1621" fmla="*/ 472250 w 3114960"/>
              <a:gd name="connsiteY1621" fmla="*/ 1196150 h 5143785"/>
              <a:gd name="connsiteX1622" fmla="*/ 472250 w 3114960"/>
              <a:gd name="connsiteY1622" fmla="*/ 1188911 h 5143785"/>
              <a:gd name="connsiteX1623" fmla="*/ 465582 w 3114960"/>
              <a:gd name="connsiteY1623" fmla="*/ 1182243 h 5143785"/>
              <a:gd name="connsiteX1624" fmla="*/ 439484 w 3114960"/>
              <a:gd name="connsiteY1624" fmla="*/ 1182243 h 5143785"/>
              <a:gd name="connsiteX1625" fmla="*/ 436531 w 3114960"/>
              <a:gd name="connsiteY1625" fmla="*/ 1183005 h 5143785"/>
              <a:gd name="connsiteX1626" fmla="*/ 417100 w 3114960"/>
              <a:gd name="connsiteY1626" fmla="*/ 1169289 h 5143785"/>
              <a:gd name="connsiteX1627" fmla="*/ 303848 w 3114960"/>
              <a:gd name="connsiteY1627" fmla="*/ 1169289 h 5143785"/>
              <a:gd name="connsiteX1628" fmla="*/ 293275 w 3114960"/>
              <a:gd name="connsiteY1628" fmla="*/ 1159097 h 5143785"/>
              <a:gd name="connsiteX1629" fmla="*/ 283845 w 3114960"/>
              <a:gd name="connsiteY1629" fmla="*/ 1161479 h 5143785"/>
              <a:gd name="connsiteX1630" fmla="*/ 278892 w 3114960"/>
              <a:gd name="connsiteY1630" fmla="*/ 1169861 h 5143785"/>
              <a:gd name="connsiteX1631" fmla="*/ 281273 w 3114960"/>
              <a:gd name="connsiteY1631" fmla="*/ 1179290 h 5143785"/>
              <a:gd name="connsiteX1632" fmla="*/ 289655 w 3114960"/>
              <a:gd name="connsiteY1632" fmla="*/ 1184243 h 5143785"/>
              <a:gd name="connsiteX1633" fmla="*/ 291465 w 3114960"/>
              <a:gd name="connsiteY1633" fmla="*/ 1184339 h 5143785"/>
              <a:gd name="connsiteX1634" fmla="*/ 298990 w 3114960"/>
              <a:gd name="connsiteY1634" fmla="*/ 1181767 h 5143785"/>
              <a:gd name="connsiteX1635" fmla="*/ 303752 w 3114960"/>
              <a:gd name="connsiteY1635" fmla="*/ 1174052 h 5143785"/>
              <a:gd name="connsiteX1636" fmla="*/ 415576 w 3114960"/>
              <a:gd name="connsiteY1636" fmla="*/ 1174052 h 5143785"/>
              <a:gd name="connsiteX1637" fmla="*/ 433292 w 3114960"/>
              <a:gd name="connsiteY1637" fmla="*/ 1186529 h 5143785"/>
              <a:gd name="connsiteX1638" fmla="*/ 432816 w 3114960"/>
              <a:gd name="connsiteY1638" fmla="*/ 1188911 h 5143785"/>
              <a:gd name="connsiteX1639" fmla="*/ 432816 w 3114960"/>
              <a:gd name="connsiteY1639" fmla="*/ 1197293 h 5143785"/>
              <a:gd name="connsiteX1640" fmla="*/ 433292 w 3114960"/>
              <a:gd name="connsiteY1640" fmla="*/ 1199769 h 5143785"/>
              <a:gd name="connsiteX1641" fmla="*/ 415576 w 3114960"/>
              <a:gd name="connsiteY1641" fmla="*/ 1212914 h 5143785"/>
              <a:gd name="connsiteX1642" fmla="*/ 375285 w 3114960"/>
              <a:gd name="connsiteY1642" fmla="*/ 1212914 h 5143785"/>
              <a:gd name="connsiteX1643" fmla="*/ 264605 w 3114960"/>
              <a:gd name="connsiteY1643" fmla="*/ 1302734 h 5143785"/>
              <a:gd name="connsiteX1644" fmla="*/ 264605 w 3114960"/>
              <a:gd name="connsiteY1644" fmla="*/ 1357217 h 5143785"/>
              <a:gd name="connsiteX1645" fmla="*/ 259366 w 3114960"/>
              <a:gd name="connsiteY1645" fmla="*/ 1359789 h 5143785"/>
              <a:gd name="connsiteX1646" fmla="*/ 259366 w 3114960"/>
              <a:gd name="connsiteY1646" fmla="*/ 1375029 h 5143785"/>
              <a:gd name="connsiteX1647" fmla="*/ 266986 w 3114960"/>
              <a:gd name="connsiteY1647" fmla="*/ 1378172 h 5143785"/>
              <a:gd name="connsiteX1648" fmla="*/ 274606 w 3114960"/>
              <a:gd name="connsiteY1648" fmla="*/ 1375029 h 5143785"/>
              <a:gd name="connsiteX1649" fmla="*/ 277749 w 3114960"/>
              <a:gd name="connsiteY1649" fmla="*/ 1367409 h 5143785"/>
              <a:gd name="connsiteX1650" fmla="*/ 274606 w 3114960"/>
              <a:gd name="connsiteY1650" fmla="*/ 1359789 h 5143785"/>
              <a:gd name="connsiteX1651" fmla="*/ 269367 w 3114960"/>
              <a:gd name="connsiteY1651" fmla="*/ 1357217 h 5143785"/>
              <a:gd name="connsiteX1652" fmla="*/ 269367 w 3114960"/>
              <a:gd name="connsiteY1652" fmla="*/ 1305020 h 5143785"/>
              <a:gd name="connsiteX1653" fmla="*/ 377000 w 3114960"/>
              <a:gd name="connsiteY1653" fmla="*/ 1217676 h 5143785"/>
              <a:gd name="connsiteX1654" fmla="*/ 417100 w 3114960"/>
              <a:gd name="connsiteY1654" fmla="*/ 1217676 h 5143785"/>
              <a:gd name="connsiteX1655" fmla="*/ 436531 w 3114960"/>
              <a:gd name="connsiteY1655" fmla="*/ 1203198 h 5143785"/>
              <a:gd name="connsiteX1656" fmla="*/ 439484 w 3114960"/>
              <a:gd name="connsiteY1656" fmla="*/ 1203960 h 5143785"/>
              <a:gd name="connsiteX1657" fmla="*/ 465582 w 3114960"/>
              <a:gd name="connsiteY1657" fmla="*/ 1203960 h 5143785"/>
              <a:gd name="connsiteX1658" fmla="*/ 468439 w 3114960"/>
              <a:gd name="connsiteY1658" fmla="*/ 1203293 h 5143785"/>
              <a:gd name="connsiteX1659" fmla="*/ 472631 w 3114960"/>
              <a:gd name="connsiteY1659" fmla="*/ 1210342 h 5143785"/>
              <a:gd name="connsiteX1660" fmla="*/ 477774 w 3114960"/>
              <a:gd name="connsiteY1660" fmla="*/ 1196054 h 5143785"/>
              <a:gd name="connsiteX1661" fmla="*/ 478155 w 3114960"/>
              <a:gd name="connsiteY1661" fmla="*/ 1192435 h 5143785"/>
              <a:gd name="connsiteX1662" fmla="*/ 478631 w 3114960"/>
              <a:gd name="connsiteY1662" fmla="*/ 1196054 h 5143785"/>
              <a:gd name="connsiteX1663" fmla="*/ 483775 w 3114960"/>
              <a:gd name="connsiteY1663" fmla="*/ 1210342 h 5143785"/>
              <a:gd name="connsiteX1664" fmla="*/ 483775 w 3114960"/>
              <a:gd name="connsiteY1664" fmla="*/ 1210342 h 5143785"/>
              <a:gd name="connsiteX1665" fmla="*/ 488918 w 3114960"/>
              <a:gd name="connsiteY1665" fmla="*/ 1196054 h 5143785"/>
              <a:gd name="connsiteX1666" fmla="*/ 489299 w 3114960"/>
              <a:gd name="connsiteY1666" fmla="*/ 1192435 h 5143785"/>
              <a:gd name="connsiteX1667" fmla="*/ 489776 w 3114960"/>
              <a:gd name="connsiteY1667" fmla="*/ 1196054 h 5143785"/>
              <a:gd name="connsiteX1668" fmla="*/ 494919 w 3114960"/>
              <a:gd name="connsiteY1668" fmla="*/ 1210342 h 5143785"/>
              <a:gd name="connsiteX1669" fmla="*/ 494919 w 3114960"/>
              <a:gd name="connsiteY1669" fmla="*/ 1210342 h 5143785"/>
              <a:gd name="connsiteX1670" fmla="*/ 500063 w 3114960"/>
              <a:gd name="connsiteY1670" fmla="*/ 1196054 h 5143785"/>
              <a:gd name="connsiteX1671" fmla="*/ 500444 w 3114960"/>
              <a:gd name="connsiteY1671" fmla="*/ 1192435 h 5143785"/>
              <a:gd name="connsiteX1672" fmla="*/ 500920 w 3114960"/>
              <a:gd name="connsiteY1672" fmla="*/ 1196054 h 5143785"/>
              <a:gd name="connsiteX1673" fmla="*/ 506063 w 3114960"/>
              <a:gd name="connsiteY1673" fmla="*/ 1210342 h 5143785"/>
              <a:gd name="connsiteX1674" fmla="*/ 506063 w 3114960"/>
              <a:gd name="connsiteY1674" fmla="*/ 1210342 h 5143785"/>
              <a:gd name="connsiteX1675" fmla="*/ 511207 w 3114960"/>
              <a:gd name="connsiteY1675" fmla="*/ 1196054 h 5143785"/>
              <a:gd name="connsiteX1676" fmla="*/ 511588 w 3114960"/>
              <a:gd name="connsiteY1676" fmla="*/ 1192435 h 5143785"/>
              <a:gd name="connsiteX1677" fmla="*/ 512064 w 3114960"/>
              <a:gd name="connsiteY1677" fmla="*/ 1196054 h 5143785"/>
              <a:gd name="connsiteX1678" fmla="*/ 517208 w 3114960"/>
              <a:gd name="connsiteY1678" fmla="*/ 1210342 h 5143785"/>
              <a:gd name="connsiteX1679" fmla="*/ 517208 w 3114960"/>
              <a:gd name="connsiteY1679" fmla="*/ 1210342 h 5143785"/>
              <a:gd name="connsiteX1680" fmla="*/ 522351 w 3114960"/>
              <a:gd name="connsiteY1680" fmla="*/ 1196054 h 5143785"/>
              <a:gd name="connsiteX1681" fmla="*/ 522732 w 3114960"/>
              <a:gd name="connsiteY1681" fmla="*/ 1192435 h 5143785"/>
              <a:gd name="connsiteX1682" fmla="*/ 523208 w 3114960"/>
              <a:gd name="connsiteY1682" fmla="*/ 1196054 h 5143785"/>
              <a:gd name="connsiteX1683" fmla="*/ 528352 w 3114960"/>
              <a:gd name="connsiteY1683" fmla="*/ 1210342 h 5143785"/>
              <a:gd name="connsiteX1684" fmla="*/ 528352 w 3114960"/>
              <a:gd name="connsiteY1684" fmla="*/ 1210342 h 5143785"/>
              <a:gd name="connsiteX1685" fmla="*/ 533495 w 3114960"/>
              <a:gd name="connsiteY1685" fmla="*/ 1196054 h 5143785"/>
              <a:gd name="connsiteX1686" fmla="*/ 533876 w 3114960"/>
              <a:gd name="connsiteY1686" fmla="*/ 1192435 h 5143785"/>
              <a:gd name="connsiteX1687" fmla="*/ 534257 w 3114960"/>
              <a:gd name="connsiteY1687" fmla="*/ 1196054 h 5143785"/>
              <a:gd name="connsiteX1688" fmla="*/ 539401 w 3114960"/>
              <a:gd name="connsiteY1688" fmla="*/ 1210342 h 5143785"/>
              <a:gd name="connsiteX1689" fmla="*/ 539401 w 3114960"/>
              <a:gd name="connsiteY1689" fmla="*/ 1210342 h 5143785"/>
              <a:gd name="connsiteX1690" fmla="*/ 544544 w 3114960"/>
              <a:gd name="connsiteY1690" fmla="*/ 1196054 h 5143785"/>
              <a:gd name="connsiteX1691" fmla="*/ 544925 w 3114960"/>
              <a:gd name="connsiteY1691" fmla="*/ 1192530 h 5143785"/>
              <a:gd name="connsiteX1692" fmla="*/ 545306 w 3114960"/>
              <a:gd name="connsiteY1692" fmla="*/ 1196054 h 5143785"/>
              <a:gd name="connsiteX1693" fmla="*/ 550450 w 3114960"/>
              <a:gd name="connsiteY1693" fmla="*/ 1210342 h 5143785"/>
              <a:gd name="connsiteX1694" fmla="*/ 550450 w 3114960"/>
              <a:gd name="connsiteY1694" fmla="*/ 1210342 h 5143785"/>
              <a:gd name="connsiteX1695" fmla="*/ 555593 w 3114960"/>
              <a:gd name="connsiteY1695" fmla="*/ 1196054 h 5143785"/>
              <a:gd name="connsiteX1696" fmla="*/ 555974 w 3114960"/>
              <a:gd name="connsiteY1696" fmla="*/ 1192530 h 5143785"/>
              <a:gd name="connsiteX1697" fmla="*/ 556355 w 3114960"/>
              <a:gd name="connsiteY1697" fmla="*/ 1196054 h 5143785"/>
              <a:gd name="connsiteX1698" fmla="*/ 561499 w 3114960"/>
              <a:gd name="connsiteY1698" fmla="*/ 1210342 h 5143785"/>
              <a:gd name="connsiteX1699" fmla="*/ 561499 w 3114960"/>
              <a:gd name="connsiteY1699" fmla="*/ 1210342 h 5143785"/>
              <a:gd name="connsiteX1700" fmla="*/ 566642 w 3114960"/>
              <a:gd name="connsiteY1700" fmla="*/ 1196054 h 5143785"/>
              <a:gd name="connsiteX1701" fmla="*/ 567119 w 3114960"/>
              <a:gd name="connsiteY1701" fmla="*/ 1192340 h 5143785"/>
              <a:gd name="connsiteX1702" fmla="*/ 567595 w 3114960"/>
              <a:gd name="connsiteY1702" fmla="*/ 1196054 h 5143785"/>
              <a:gd name="connsiteX1703" fmla="*/ 572738 w 3114960"/>
              <a:gd name="connsiteY1703" fmla="*/ 1210342 h 5143785"/>
              <a:gd name="connsiteX1704" fmla="*/ 572738 w 3114960"/>
              <a:gd name="connsiteY1704" fmla="*/ 1210342 h 5143785"/>
              <a:gd name="connsiteX1705" fmla="*/ 577882 w 3114960"/>
              <a:gd name="connsiteY1705" fmla="*/ 1196054 h 5143785"/>
              <a:gd name="connsiteX1706" fmla="*/ 578263 w 3114960"/>
              <a:gd name="connsiteY1706" fmla="*/ 1192435 h 5143785"/>
              <a:gd name="connsiteX1707" fmla="*/ 578739 w 3114960"/>
              <a:gd name="connsiteY1707" fmla="*/ 1196054 h 5143785"/>
              <a:gd name="connsiteX1708" fmla="*/ 583883 w 3114960"/>
              <a:gd name="connsiteY1708" fmla="*/ 1210342 h 5143785"/>
              <a:gd name="connsiteX1709" fmla="*/ 583883 w 3114960"/>
              <a:gd name="connsiteY1709" fmla="*/ 1210342 h 5143785"/>
              <a:gd name="connsiteX1710" fmla="*/ 589026 w 3114960"/>
              <a:gd name="connsiteY1710" fmla="*/ 1196054 h 5143785"/>
              <a:gd name="connsiteX1711" fmla="*/ 589502 w 3114960"/>
              <a:gd name="connsiteY1711" fmla="*/ 1192340 h 5143785"/>
              <a:gd name="connsiteX1712" fmla="*/ 589979 w 3114960"/>
              <a:gd name="connsiteY1712" fmla="*/ 1196054 h 5143785"/>
              <a:gd name="connsiteX1713" fmla="*/ 595217 w 3114960"/>
              <a:gd name="connsiteY1713" fmla="*/ 1210342 h 5143785"/>
              <a:gd name="connsiteX1714" fmla="*/ 595217 w 3114960"/>
              <a:gd name="connsiteY1714" fmla="*/ 1210342 h 5143785"/>
              <a:gd name="connsiteX1715" fmla="*/ 600361 w 3114960"/>
              <a:gd name="connsiteY1715" fmla="*/ 1196054 h 5143785"/>
              <a:gd name="connsiteX1716" fmla="*/ 600837 w 3114960"/>
              <a:gd name="connsiteY1716" fmla="*/ 1192340 h 5143785"/>
              <a:gd name="connsiteX1717" fmla="*/ 601313 w 3114960"/>
              <a:gd name="connsiteY1717" fmla="*/ 1196054 h 5143785"/>
              <a:gd name="connsiteX1718" fmla="*/ 606457 w 3114960"/>
              <a:gd name="connsiteY1718" fmla="*/ 1210342 h 5143785"/>
              <a:gd name="connsiteX1719" fmla="*/ 606457 w 3114960"/>
              <a:gd name="connsiteY1719" fmla="*/ 1210342 h 5143785"/>
              <a:gd name="connsiteX1720" fmla="*/ 611600 w 3114960"/>
              <a:gd name="connsiteY1720" fmla="*/ 1196054 h 5143785"/>
              <a:gd name="connsiteX1721" fmla="*/ 612077 w 3114960"/>
              <a:gd name="connsiteY1721" fmla="*/ 1192340 h 5143785"/>
              <a:gd name="connsiteX1722" fmla="*/ 612553 w 3114960"/>
              <a:gd name="connsiteY1722" fmla="*/ 1196054 h 5143785"/>
              <a:gd name="connsiteX1723" fmla="*/ 617696 w 3114960"/>
              <a:gd name="connsiteY1723" fmla="*/ 1210342 h 5143785"/>
              <a:gd name="connsiteX1724" fmla="*/ 617696 w 3114960"/>
              <a:gd name="connsiteY1724" fmla="*/ 1210342 h 5143785"/>
              <a:gd name="connsiteX1725" fmla="*/ 622840 w 3114960"/>
              <a:gd name="connsiteY1725" fmla="*/ 1196054 h 5143785"/>
              <a:gd name="connsiteX1726" fmla="*/ 623316 w 3114960"/>
              <a:gd name="connsiteY1726" fmla="*/ 1192340 h 5143785"/>
              <a:gd name="connsiteX1727" fmla="*/ 623792 w 3114960"/>
              <a:gd name="connsiteY1727" fmla="*/ 1196054 h 5143785"/>
              <a:gd name="connsiteX1728" fmla="*/ 629031 w 3114960"/>
              <a:gd name="connsiteY1728" fmla="*/ 1210342 h 5143785"/>
              <a:gd name="connsiteX1729" fmla="*/ 629031 w 3114960"/>
              <a:gd name="connsiteY1729" fmla="*/ 1210342 h 5143785"/>
              <a:gd name="connsiteX1730" fmla="*/ 634175 w 3114960"/>
              <a:gd name="connsiteY1730" fmla="*/ 1196054 h 5143785"/>
              <a:gd name="connsiteX1731" fmla="*/ 634651 w 3114960"/>
              <a:gd name="connsiteY1731" fmla="*/ 1192244 h 5143785"/>
              <a:gd name="connsiteX1732" fmla="*/ 635127 w 3114960"/>
              <a:gd name="connsiteY1732" fmla="*/ 1196054 h 5143785"/>
              <a:gd name="connsiteX1733" fmla="*/ 640366 w 3114960"/>
              <a:gd name="connsiteY1733" fmla="*/ 1210342 h 5143785"/>
              <a:gd name="connsiteX1734" fmla="*/ 640366 w 3114960"/>
              <a:gd name="connsiteY1734" fmla="*/ 1210342 h 5143785"/>
              <a:gd name="connsiteX1735" fmla="*/ 645509 w 3114960"/>
              <a:gd name="connsiteY1735" fmla="*/ 1196054 h 5143785"/>
              <a:gd name="connsiteX1736" fmla="*/ 645986 w 3114960"/>
              <a:gd name="connsiteY1736" fmla="*/ 1192149 h 5143785"/>
              <a:gd name="connsiteX1737" fmla="*/ 646462 w 3114960"/>
              <a:gd name="connsiteY1737" fmla="*/ 1196054 h 5143785"/>
              <a:gd name="connsiteX1738" fmla="*/ 646462 w 3114960"/>
              <a:gd name="connsiteY1738" fmla="*/ 1197102 h 5143785"/>
              <a:gd name="connsiteX1739" fmla="*/ 647129 w 3114960"/>
              <a:gd name="connsiteY1739" fmla="*/ 1197102 h 5143785"/>
              <a:gd name="connsiteX1740" fmla="*/ 647986 w 3114960"/>
              <a:gd name="connsiteY1740" fmla="*/ 1202341 h 5143785"/>
              <a:gd name="connsiteX1741" fmla="*/ 654749 w 3114960"/>
              <a:gd name="connsiteY1741" fmla="*/ 1209008 h 5143785"/>
              <a:gd name="connsiteX1742" fmla="*/ 652177 w 3114960"/>
              <a:gd name="connsiteY1742" fmla="*/ 1194626 h 5143785"/>
              <a:gd name="connsiteX1743" fmla="*/ 656273 w 3114960"/>
              <a:gd name="connsiteY1743" fmla="*/ 1190530 h 5143785"/>
              <a:gd name="connsiteX1744" fmla="*/ 659225 w 3114960"/>
              <a:gd name="connsiteY1744" fmla="*/ 1189958 h 5143785"/>
              <a:gd name="connsiteX1745" fmla="*/ 662178 w 3114960"/>
              <a:gd name="connsiteY1745" fmla="*/ 1190530 h 5143785"/>
              <a:gd name="connsiteX1746" fmla="*/ 666369 w 3114960"/>
              <a:gd name="connsiteY1746" fmla="*/ 1200531 h 5143785"/>
              <a:gd name="connsiteX1747" fmla="*/ 662273 w 3114960"/>
              <a:gd name="connsiteY1747" fmla="*/ 1204722 h 5143785"/>
              <a:gd name="connsiteX1748" fmla="*/ 656368 w 3114960"/>
              <a:gd name="connsiteY1748" fmla="*/ 1204722 h 5143785"/>
              <a:gd name="connsiteX1749" fmla="*/ 652272 w 3114960"/>
              <a:gd name="connsiteY1749" fmla="*/ 1200626 h 5143785"/>
              <a:gd name="connsiteX1750" fmla="*/ 652272 w 3114960"/>
              <a:gd name="connsiteY1750" fmla="*/ 1194721 h 5143785"/>
              <a:gd name="connsiteX1751" fmla="*/ 295751 w 3114960"/>
              <a:gd name="connsiteY1751" fmla="*/ 1178338 h 5143785"/>
              <a:gd name="connsiteX1752" fmla="*/ 289941 w 3114960"/>
              <a:gd name="connsiteY1752" fmla="*/ 1179862 h 5143785"/>
              <a:gd name="connsiteX1753" fmla="*/ 284702 w 3114960"/>
              <a:gd name="connsiteY1753" fmla="*/ 1176814 h 5143785"/>
              <a:gd name="connsiteX1754" fmla="*/ 283178 w 3114960"/>
              <a:gd name="connsiteY1754" fmla="*/ 1171004 h 5143785"/>
              <a:gd name="connsiteX1755" fmla="*/ 286226 w 3114960"/>
              <a:gd name="connsiteY1755" fmla="*/ 1165765 h 5143785"/>
              <a:gd name="connsiteX1756" fmla="*/ 290989 w 3114960"/>
              <a:gd name="connsiteY1756" fmla="*/ 1164146 h 5143785"/>
              <a:gd name="connsiteX1757" fmla="*/ 292132 w 3114960"/>
              <a:gd name="connsiteY1757" fmla="*/ 1164146 h 5143785"/>
              <a:gd name="connsiteX1758" fmla="*/ 298799 w 3114960"/>
              <a:gd name="connsiteY1758" fmla="*/ 1173099 h 5143785"/>
              <a:gd name="connsiteX1759" fmla="*/ 295751 w 3114960"/>
              <a:gd name="connsiteY1759" fmla="*/ 1178338 h 5143785"/>
              <a:gd name="connsiteX1760" fmla="*/ 270796 w 3114960"/>
              <a:gd name="connsiteY1760" fmla="*/ 1363599 h 5143785"/>
              <a:gd name="connsiteX1761" fmla="*/ 272510 w 3114960"/>
              <a:gd name="connsiteY1761" fmla="*/ 1367885 h 5143785"/>
              <a:gd name="connsiteX1762" fmla="*/ 270796 w 3114960"/>
              <a:gd name="connsiteY1762" fmla="*/ 1372172 h 5143785"/>
              <a:gd name="connsiteX1763" fmla="*/ 262319 w 3114960"/>
              <a:gd name="connsiteY1763" fmla="*/ 1372172 h 5143785"/>
              <a:gd name="connsiteX1764" fmla="*/ 262319 w 3114960"/>
              <a:gd name="connsiteY1764" fmla="*/ 1363694 h 5143785"/>
              <a:gd name="connsiteX1765" fmla="*/ 266605 w 3114960"/>
              <a:gd name="connsiteY1765" fmla="*/ 1361885 h 5143785"/>
              <a:gd name="connsiteX1766" fmla="*/ 270891 w 3114960"/>
              <a:gd name="connsiteY1766" fmla="*/ 1363694 h 5143785"/>
              <a:gd name="connsiteX1767" fmla="*/ 467106 w 3114960"/>
              <a:gd name="connsiteY1767" fmla="*/ 1197674 h 5143785"/>
              <a:gd name="connsiteX1768" fmla="*/ 465201 w 3114960"/>
              <a:gd name="connsiteY1768" fmla="*/ 1199579 h 5143785"/>
              <a:gd name="connsiteX1769" fmla="*/ 439103 w 3114960"/>
              <a:gd name="connsiteY1769" fmla="*/ 1199579 h 5143785"/>
              <a:gd name="connsiteX1770" fmla="*/ 437198 w 3114960"/>
              <a:gd name="connsiteY1770" fmla="*/ 1197674 h 5143785"/>
              <a:gd name="connsiteX1771" fmla="*/ 437198 w 3114960"/>
              <a:gd name="connsiteY1771" fmla="*/ 1189292 h 5143785"/>
              <a:gd name="connsiteX1772" fmla="*/ 439103 w 3114960"/>
              <a:gd name="connsiteY1772" fmla="*/ 1187387 h 5143785"/>
              <a:gd name="connsiteX1773" fmla="*/ 465201 w 3114960"/>
              <a:gd name="connsiteY1773" fmla="*/ 1187387 h 5143785"/>
              <a:gd name="connsiteX1774" fmla="*/ 467106 w 3114960"/>
              <a:gd name="connsiteY1774" fmla="*/ 1189292 h 5143785"/>
              <a:gd name="connsiteX1775" fmla="*/ 467106 w 3114960"/>
              <a:gd name="connsiteY1775" fmla="*/ 1197674 h 5143785"/>
              <a:gd name="connsiteX1776" fmla="*/ 72581 w 3114960"/>
              <a:gd name="connsiteY1776" fmla="*/ 3846862 h 5143785"/>
              <a:gd name="connsiteX1777" fmla="*/ 72581 w 3114960"/>
              <a:gd name="connsiteY1777" fmla="*/ 3842099 h 5143785"/>
              <a:gd name="connsiteX1778" fmla="*/ 91059 w 3114960"/>
              <a:gd name="connsiteY1778" fmla="*/ 3842099 h 5143785"/>
              <a:gd name="connsiteX1779" fmla="*/ 91059 w 3114960"/>
              <a:gd name="connsiteY1779" fmla="*/ 3846862 h 5143785"/>
              <a:gd name="connsiteX1780" fmla="*/ 72581 w 3114960"/>
              <a:gd name="connsiteY1780" fmla="*/ 3846862 h 5143785"/>
              <a:gd name="connsiteX1781" fmla="*/ 774668 w 3114960"/>
              <a:gd name="connsiteY1781" fmla="*/ 4327112 h 5143785"/>
              <a:gd name="connsiteX1782" fmla="*/ 767525 w 3114960"/>
              <a:gd name="connsiteY1782" fmla="*/ 4327112 h 5143785"/>
              <a:gd name="connsiteX1783" fmla="*/ 767525 w 3114960"/>
              <a:gd name="connsiteY1783" fmla="*/ 4319493 h 5143785"/>
              <a:gd name="connsiteX1784" fmla="*/ 774668 w 3114960"/>
              <a:gd name="connsiteY1784" fmla="*/ 4319493 h 5143785"/>
              <a:gd name="connsiteX1785" fmla="*/ 774668 w 3114960"/>
              <a:gd name="connsiteY1785" fmla="*/ 4327112 h 5143785"/>
              <a:gd name="connsiteX1786" fmla="*/ 100298 w 3114960"/>
              <a:gd name="connsiteY1786" fmla="*/ 3875532 h 5143785"/>
              <a:gd name="connsiteX1787" fmla="*/ 107347 w 3114960"/>
              <a:gd name="connsiteY1787" fmla="*/ 3868484 h 5143785"/>
              <a:gd name="connsiteX1788" fmla="*/ 114395 w 3114960"/>
              <a:gd name="connsiteY1788" fmla="*/ 3875532 h 5143785"/>
              <a:gd name="connsiteX1789" fmla="*/ 107347 w 3114960"/>
              <a:gd name="connsiteY1789" fmla="*/ 3882580 h 5143785"/>
              <a:gd name="connsiteX1790" fmla="*/ 100298 w 3114960"/>
              <a:gd name="connsiteY1790" fmla="*/ 3875532 h 5143785"/>
              <a:gd name="connsiteX1791" fmla="*/ 35719 w 3114960"/>
              <a:gd name="connsiteY1791" fmla="*/ 3846862 h 5143785"/>
              <a:gd name="connsiteX1792" fmla="*/ 35719 w 3114960"/>
              <a:gd name="connsiteY1792" fmla="*/ 3842099 h 5143785"/>
              <a:gd name="connsiteX1793" fmla="*/ 54197 w 3114960"/>
              <a:gd name="connsiteY1793" fmla="*/ 3842099 h 5143785"/>
              <a:gd name="connsiteX1794" fmla="*/ 54197 w 3114960"/>
              <a:gd name="connsiteY1794" fmla="*/ 3846862 h 5143785"/>
              <a:gd name="connsiteX1795" fmla="*/ 35719 w 3114960"/>
              <a:gd name="connsiteY1795" fmla="*/ 3846862 h 5143785"/>
              <a:gd name="connsiteX1796" fmla="*/ 17240 w 3114960"/>
              <a:gd name="connsiteY1796" fmla="*/ 3846862 h 5143785"/>
              <a:gd name="connsiteX1797" fmla="*/ 95 w 3114960"/>
              <a:gd name="connsiteY1797" fmla="*/ 3846862 h 5143785"/>
              <a:gd name="connsiteX1798" fmla="*/ 95 w 3114960"/>
              <a:gd name="connsiteY1798" fmla="*/ 3842099 h 5143785"/>
              <a:gd name="connsiteX1799" fmla="*/ 17240 w 3114960"/>
              <a:gd name="connsiteY1799" fmla="*/ 3842099 h 5143785"/>
              <a:gd name="connsiteX1800" fmla="*/ 17240 w 3114960"/>
              <a:gd name="connsiteY1800" fmla="*/ 3846862 h 5143785"/>
              <a:gd name="connsiteX1801" fmla="*/ 24289 w 3114960"/>
              <a:gd name="connsiteY1801" fmla="*/ 4929950 h 5143785"/>
              <a:gd name="connsiteX1802" fmla="*/ 95 w 3114960"/>
              <a:gd name="connsiteY1802" fmla="*/ 4929950 h 5143785"/>
              <a:gd name="connsiteX1803" fmla="*/ 95 w 3114960"/>
              <a:gd name="connsiteY1803" fmla="*/ 4864704 h 5143785"/>
              <a:gd name="connsiteX1804" fmla="*/ 24289 w 3114960"/>
              <a:gd name="connsiteY1804" fmla="*/ 4864704 h 5143785"/>
              <a:gd name="connsiteX1805" fmla="*/ 32766 w 3114960"/>
              <a:gd name="connsiteY1805" fmla="*/ 4873181 h 5143785"/>
              <a:gd name="connsiteX1806" fmla="*/ 32766 w 3114960"/>
              <a:gd name="connsiteY1806" fmla="*/ 4921377 h 5143785"/>
              <a:gd name="connsiteX1807" fmla="*/ 24289 w 3114960"/>
              <a:gd name="connsiteY1807" fmla="*/ 4929854 h 5143785"/>
              <a:gd name="connsiteX1808" fmla="*/ 3105436 w 3114960"/>
              <a:gd name="connsiteY1808" fmla="*/ 55340 h 5143785"/>
              <a:gd name="connsiteX1809" fmla="*/ 3095054 w 3114960"/>
              <a:gd name="connsiteY1809" fmla="*/ 44958 h 5143785"/>
              <a:gd name="connsiteX1810" fmla="*/ 3084671 w 3114960"/>
              <a:gd name="connsiteY1810" fmla="*/ 55340 h 5143785"/>
              <a:gd name="connsiteX1811" fmla="*/ 3092672 w 3114960"/>
              <a:gd name="connsiteY1811" fmla="*/ 65246 h 5143785"/>
              <a:gd name="connsiteX1812" fmla="*/ 3092672 w 3114960"/>
              <a:gd name="connsiteY1812" fmla="*/ 159639 h 5143785"/>
              <a:gd name="connsiteX1813" fmla="*/ 3113818 w 3114960"/>
              <a:gd name="connsiteY1813" fmla="*/ 176879 h 5143785"/>
              <a:gd name="connsiteX1814" fmla="*/ 3114770 w 3114960"/>
              <a:gd name="connsiteY1814" fmla="*/ 176879 h 5143785"/>
              <a:gd name="connsiteX1815" fmla="*/ 3114770 w 3114960"/>
              <a:gd name="connsiteY1815" fmla="*/ 171450 h 5143785"/>
              <a:gd name="connsiteX1816" fmla="*/ 3097435 w 3114960"/>
              <a:gd name="connsiteY1816" fmla="*/ 157353 h 5143785"/>
              <a:gd name="connsiteX1817" fmla="*/ 3097435 w 3114960"/>
              <a:gd name="connsiteY1817" fmla="*/ 65246 h 5143785"/>
              <a:gd name="connsiteX1818" fmla="*/ 3105436 w 3114960"/>
              <a:gd name="connsiteY1818" fmla="*/ 55340 h 5143785"/>
              <a:gd name="connsiteX1819" fmla="*/ 3095054 w 3114960"/>
              <a:gd name="connsiteY1819" fmla="*/ 60960 h 5143785"/>
              <a:gd name="connsiteX1820" fmla="*/ 3089434 w 3114960"/>
              <a:gd name="connsiteY1820" fmla="*/ 55340 h 5143785"/>
              <a:gd name="connsiteX1821" fmla="*/ 3095054 w 3114960"/>
              <a:gd name="connsiteY1821" fmla="*/ 49721 h 5143785"/>
              <a:gd name="connsiteX1822" fmla="*/ 3100673 w 3114960"/>
              <a:gd name="connsiteY1822" fmla="*/ 55340 h 5143785"/>
              <a:gd name="connsiteX1823" fmla="*/ 3095054 w 3114960"/>
              <a:gd name="connsiteY1823" fmla="*/ 60960 h 5143785"/>
              <a:gd name="connsiteX1824" fmla="*/ 3114770 w 3114960"/>
              <a:gd name="connsiteY1824" fmla="*/ 4699540 h 5143785"/>
              <a:gd name="connsiteX1825" fmla="*/ 3114770 w 3114960"/>
              <a:gd name="connsiteY1825" fmla="*/ 4693063 h 5143785"/>
              <a:gd name="connsiteX1826" fmla="*/ 3061811 w 3114960"/>
              <a:gd name="connsiteY1826" fmla="*/ 4643723 h 5143785"/>
              <a:gd name="connsiteX1827" fmla="*/ 3063050 w 3114960"/>
              <a:gd name="connsiteY1827" fmla="*/ 4397693 h 5143785"/>
              <a:gd name="connsiteX1828" fmla="*/ 3066479 w 3114960"/>
              <a:gd name="connsiteY1828" fmla="*/ 4396454 h 5143785"/>
              <a:gd name="connsiteX1829" fmla="*/ 3071908 w 3114960"/>
              <a:gd name="connsiteY1829" fmla="*/ 4389311 h 5143785"/>
              <a:gd name="connsiteX1830" fmla="*/ 3070765 w 3114960"/>
              <a:gd name="connsiteY1830" fmla="*/ 4380453 h 5143785"/>
              <a:gd name="connsiteX1831" fmla="*/ 3063717 w 3114960"/>
              <a:gd name="connsiteY1831" fmla="*/ 4375023 h 5143785"/>
              <a:gd name="connsiteX1832" fmla="*/ 3054858 w 3114960"/>
              <a:gd name="connsiteY1832" fmla="*/ 4376166 h 5143785"/>
              <a:gd name="connsiteX1833" fmla="*/ 3050572 w 3114960"/>
              <a:gd name="connsiteY1833" fmla="*/ 4392073 h 5143785"/>
              <a:gd name="connsiteX1834" fmla="*/ 3058287 w 3114960"/>
              <a:gd name="connsiteY1834" fmla="*/ 4397597 h 5143785"/>
              <a:gd name="connsiteX1835" fmla="*/ 3057049 w 3114960"/>
              <a:gd name="connsiteY1835" fmla="*/ 4645724 h 5143785"/>
              <a:gd name="connsiteX1836" fmla="*/ 3114770 w 3114960"/>
              <a:gd name="connsiteY1836" fmla="*/ 4699445 h 5143785"/>
              <a:gd name="connsiteX1837" fmla="*/ 3054668 w 3114960"/>
              <a:gd name="connsiteY1837" fmla="*/ 4389787 h 5143785"/>
              <a:gd name="connsiteX1838" fmla="*/ 3057239 w 3114960"/>
              <a:gd name="connsiteY1838" fmla="*/ 4380357 h 5143785"/>
              <a:gd name="connsiteX1839" fmla="*/ 3062478 w 3114960"/>
              <a:gd name="connsiteY1839" fmla="*/ 4379690 h 5143785"/>
              <a:gd name="connsiteX1840" fmla="*/ 3066669 w 3114960"/>
              <a:gd name="connsiteY1840" fmla="*/ 4382929 h 5143785"/>
              <a:gd name="connsiteX1841" fmla="*/ 3067336 w 3114960"/>
              <a:gd name="connsiteY1841" fmla="*/ 4388168 h 5143785"/>
              <a:gd name="connsiteX1842" fmla="*/ 3064097 w 3114960"/>
              <a:gd name="connsiteY1842" fmla="*/ 4392359 h 5143785"/>
              <a:gd name="connsiteX1843" fmla="*/ 3054668 w 3114960"/>
              <a:gd name="connsiteY1843" fmla="*/ 4389787 h 5143785"/>
              <a:gd name="connsiteX1844" fmla="*/ 2603945 w 3114960"/>
              <a:gd name="connsiteY1844" fmla="*/ 4563999 h 5143785"/>
              <a:gd name="connsiteX1845" fmla="*/ 2617375 w 3114960"/>
              <a:gd name="connsiteY1845" fmla="*/ 4552284 h 5143785"/>
              <a:gd name="connsiteX1846" fmla="*/ 2665667 w 3114960"/>
              <a:gd name="connsiteY1846" fmla="*/ 4552284 h 5143785"/>
              <a:gd name="connsiteX1847" fmla="*/ 2684717 w 3114960"/>
              <a:gd name="connsiteY1847" fmla="*/ 4531710 h 5143785"/>
              <a:gd name="connsiteX1848" fmla="*/ 2768060 w 3114960"/>
              <a:gd name="connsiteY1848" fmla="*/ 4531710 h 5143785"/>
              <a:gd name="connsiteX1849" fmla="*/ 2787968 w 3114960"/>
              <a:gd name="connsiteY1849" fmla="*/ 4550855 h 5143785"/>
              <a:gd name="connsiteX1850" fmla="*/ 2787968 w 3114960"/>
              <a:gd name="connsiteY1850" fmla="*/ 4736783 h 5143785"/>
              <a:gd name="connsiteX1851" fmla="*/ 2774918 w 3114960"/>
              <a:gd name="connsiteY1851" fmla="*/ 4759547 h 5143785"/>
              <a:gd name="connsiteX1852" fmla="*/ 2774918 w 3114960"/>
              <a:gd name="connsiteY1852" fmla="*/ 4845463 h 5143785"/>
              <a:gd name="connsiteX1853" fmla="*/ 2763584 w 3114960"/>
              <a:gd name="connsiteY1853" fmla="*/ 4857369 h 5143785"/>
              <a:gd name="connsiteX1854" fmla="*/ 2758345 w 3114960"/>
              <a:gd name="connsiteY1854" fmla="*/ 4855655 h 5143785"/>
              <a:gd name="connsiteX1855" fmla="*/ 2748058 w 3114960"/>
              <a:gd name="connsiteY1855" fmla="*/ 4865942 h 5143785"/>
              <a:gd name="connsiteX1856" fmla="*/ 2758345 w 3114960"/>
              <a:gd name="connsiteY1856" fmla="*/ 4876229 h 5143785"/>
              <a:gd name="connsiteX1857" fmla="*/ 2768632 w 3114960"/>
              <a:gd name="connsiteY1857" fmla="*/ 4865942 h 5143785"/>
              <a:gd name="connsiteX1858" fmla="*/ 2767013 w 3114960"/>
              <a:gd name="connsiteY1858" fmla="*/ 4860798 h 5143785"/>
              <a:gd name="connsiteX1859" fmla="*/ 2779776 w 3114960"/>
              <a:gd name="connsiteY1859" fmla="*/ 4847368 h 5143785"/>
              <a:gd name="connsiteX1860" fmla="*/ 2779776 w 3114960"/>
              <a:gd name="connsiteY1860" fmla="*/ 4760786 h 5143785"/>
              <a:gd name="connsiteX1861" fmla="*/ 2792825 w 3114960"/>
              <a:gd name="connsiteY1861" fmla="*/ 4738021 h 5143785"/>
              <a:gd name="connsiteX1862" fmla="*/ 2792825 w 3114960"/>
              <a:gd name="connsiteY1862" fmla="*/ 4548854 h 5143785"/>
              <a:gd name="connsiteX1863" fmla="*/ 2770061 w 3114960"/>
              <a:gd name="connsiteY1863" fmla="*/ 4526947 h 5143785"/>
              <a:gd name="connsiteX1864" fmla="*/ 2682717 w 3114960"/>
              <a:gd name="connsiteY1864" fmla="*/ 4526947 h 5143785"/>
              <a:gd name="connsiteX1865" fmla="*/ 2663667 w 3114960"/>
              <a:gd name="connsiteY1865" fmla="*/ 4547521 h 5143785"/>
              <a:gd name="connsiteX1866" fmla="*/ 2617375 w 3114960"/>
              <a:gd name="connsiteY1866" fmla="*/ 4547521 h 5143785"/>
              <a:gd name="connsiteX1867" fmla="*/ 2604135 w 3114960"/>
              <a:gd name="connsiteY1867" fmla="*/ 4536853 h 5143785"/>
              <a:gd name="connsiteX1868" fmla="*/ 2590514 w 3114960"/>
              <a:gd name="connsiteY1868" fmla="*/ 4550474 h 5143785"/>
              <a:gd name="connsiteX1869" fmla="*/ 2604135 w 3114960"/>
              <a:gd name="connsiteY1869" fmla="*/ 4564095 h 5143785"/>
              <a:gd name="connsiteX1870" fmla="*/ 2758250 w 3114960"/>
              <a:gd name="connsiteY1870" fmla="*/ 4871466 h 5143785"/>
              <a:gd name="connsiteX1871" fmla="*/ 2752725 w 3114960"/>
              <a:gd name="connsiteY1871" fmla="*/ 4865942 h 5143785"/>
              <a:gd name="connsiteX1872" fmla="*/ 2758250 w 3114960"/>
              <a:gd name="connsiteY1872" fmla="*/ 4860417 h 5143785"/>
              <a:gd name="connsiteX1873" fmla="*/ 2763774 w 3114960"/>
              <a:gd name="connsiteY1873" fmla="*/ 4865942 h 5143785"/>
              <a:gd name="connsiteX1874" fmla="*/ 2758250 w 3114960"/>
              <a:gd name="connsiteY1874" fmla="*/ 4871466 h 5143785"/>
              <a:gd name="connsiteX1875" fmla="*/ 1121664 w 3114960"/>
              <a:gd name="connsiteY1875" fmla="*/ 368046 h 5143785"/>
              <a:gd name="connsiteX1876" fmla="*/ 1128808 w 3114960"/>
              <a:gd name="connsiteY1876" fmla="*/ 368046 h 5143785"/>
              <a:gd name="connsiteX1877" fmla="*/ 1128808 w 3114960"/>
              <a:gd name="connsiteY1877" fmla="*/ 372809 h 5143785"/>
              <a:gd name="connsiteX1878" fmla="*/ 1121664 w 3114960"/>
              <a:gd name="connsiteY1878" fmla="*/ 372809 h 5143785"/>
              <a:gd name="connsiteX1879" fmla="*/ 1121664 w 3114960"/>
              <a:gd name="connsiteY1879" fmla="*/ 368046 h 5143785"/>
              <a:gd name="connsiteX1880" fmla="*/ 93155 w 3114960"/>
              <a:gd name="connsiteY1880" fmla="*/ 3877913 h 5143785"/>
              <a:gd name="connsiteX1881" fmla="*/ 98774 w 3114960"/>
              <a:gd name="connsiteY1881" fmla="*/ 3887057 h 5143785"/>
              <a:gd name="connsiteX1882" fmla="*/ 118777 w 3114960"/>
              <a:gd name="connsiteY1882" fmla="*/ 3884009 h 5143785"/>
              <a:gd name="connsiteX1883" fmla="*/ 121539 w 3114960"/>
              <a:gd name="connsiteY1883" fmla="*/ 3875532 h 5143785"/>
              <a:gd name="connsiteX1884" fmla="*/ 115729 w 3114960"/>
              <a:gd name="connsiteY1884" fmla="*/ 3863912 h 5143785"/>
              <a:gd name="connsiteX1885" fmla="*/ 95726 w 3114960"/>
              <a:gd name="connsiteY1885" fmla="*/ 3866960 h 5143785"/>
              <a:gd name="connsiteX1886" fmla="*/ 93250 w 3114960"/>
              <a:gd name="connsiteY1886" fmla="*/ 3873055 h 5143785"/>
              <a:gd name="connsiteX1887" fmla="*/ 95 w 3114960"/>
              <a:gd name="connsiteY1887" fmla="*/ 3873055 h 5143785"/>
              <a:gd name="connsiteX1888" fmla="*/ 95 w 3114960"/>
              <a:gd name="connsiteY1888" fmla="*/ 3877818 h 5143785"/>
              <a:gd name="connsiteX1889" fmla="*/ 93155 w 3114960"/>
              <a:gd name="connsiteY1889" fmla="*/ 3877818 h 5143785"/>
              <a:gd name="connsiteX1890" fmla="*/ 97822 w 3114960"/>
              <a:gd name="connsiteY1890" fmla="*/ 3868579 h 5143785"/>
              <a:gd name="connsiteX1891" fmla="*/ 114205 w 3114960"/>
              <a:gd name="connsiteY1891" fmla="*/ 3866102 h 5143785"/>
              <a:gd name="connsiteX1892" fmla="*/ 116681 w 3114960"/>
              <a:gd name="connsiteY1892" fmla="*/ 3882485 h 5143785"/>
              <a:gd name="connsiteX1893" fmla="*/ 109061 w 3114960"/>
              <a:gd name="connsiteY1893" fmla="*/ 3887153 h 5143785"/>
              <a:gd name="connsiteX1894" fmla="*/ 100394 w 3114960"/>
              <a:gd name="connsiteY1894" fmla="*/ 3885057 h 5143785"/>
              <a:gd name="connsiteX1895" fmla="*/ 95726 w 3114960"/>
              <a:gd name="connsiteY1895" fmla="*/ 3877437 h 5143785"/>
              <a:gd name="connsiteX1896" fmla="*/ 95631 w 3114960"/>
              <a:gd name="connsiteY1896" fmla="*/ 3875627 h 5143785"/>
              <a:gd name="connsiteX1897" fmla="*/ 97917 w 3114960"/>
              <a:gd name="connsiteY1897" fmla="*/ 3868769 h 5143785"/>
              <a:gd name="connsiteX1898" fmla="*/ 95 w 3114960"/>
              <a:gd name="connsiteY1898" fmla="*/ 3718084 h 5143785"/>
              <a:gd name="connsiteX1899" fmla="*/ 17526 w 3114960"/>
              <a:gd name="connsiteY1899" fmla="*/ 3718084 h 5143785"/>
              <a:gd name="connsiteX1900" fmla="*/ 17526 w 3114960"/>
              <a:gd name="connsiteY1900" fmla="*/ 3722846 h 5143785"/>
              <a:gd name="connsiteX1901" fmla="*/ 95 w 3114960"/>
              <a:gd name="connsiteY1901" fmla="*/ 3722846 h 5143785"/>
              <a:gd name="connsiteX1902" fmla="*/ 95 w 3114960"/>
              <a:gd name="connsiteY1902" fmla="*/ 3718084 h 5143785"/>
              <a:gd name="connsiteX1903" fmla="*/ 2868454 w 3114960"/>
              <a:gd name="connsiteY1903" fmla="*/ 4254151 h 5143785"/>
              <a:gd name="connsiteX1904" fmla="*/ 2868835 w 3114960"/>
              <a:gd name="connsiteY1904" fmla="*/ 4131374 h 5143785"/>
              <a:gd name="connsiteX1905" fmla="*/ 2873788 w 3114960"/>
              <a:gd name="connsiteY1905" fmla="*/ 4129278 h 5143785"/>
              <a:gd name="connsiteX1906" fmla="*/ 2878265 w 3114960"/>
              <a:gd name="connsiteY1906" fmla="*/ 4121372 h 5143785"/>
              <a:gd name="connsiteX1907" fmla="*/ 2875788 w 3114960"/>
              <a:gd name="connsiteY1907" fmla="*/ 4112609 h 5143785"/>
              <a:gd name="connsiteX1908" fmla="*/ 2859119 w 3114960"/>
              <a:gd name="connsiteY1908" fmla="*/ 4110609 h 5143785"/>
              <a:gd name="connsiteX1909" fmla="*/ 2857119 w 3114960"/>
              <a:gd name="connsiteY1909" fmla="*/ 4127278 h 5143785"/>
              <a:gd name="connsiteX1910" fmla="*/ 2864072 w 3114960"/>
              <a:gd name="connsiteY1910" fmla="*/ 4131374 h 5143785"/>
              <a:gd name="connsiteX1911" fmla="*/ 2863692 w 3114960"/>
              <a:gd name="connsiteY1911" fmla="*/ 4252151 h 5143785"/>
              <a:gd name="connsiteX1912" fmla="*/ 2757392 w 3114960"/>
              <a:gd name="connsiteY1912" fmla="*/ 4351496 h 5143785"/>
              <a:gd name="connsiteX1913" fmla="*/ 2756249 w 3114960"/>
              <a:gd name="connsiteY1913" fmla="*/ 4350544 h 5143785"/>
              <a:gd name="connsiteX1914" fmla="*/ 2747963 w 3114960"/>
              <a:gd name="connsiteY1914" fmla="*/ 4349592 h 5143785"/>
              <a:gd name="connsiteX1915" fmla="*/ 2741390 w 3114960"/>
              <a:gd name="connsiteY1915" fmla="*/ 4354830 h 5143785"/>
              <a:gd name="connsiteX1916" fmla="*/ 2740152 w 3114960"/>
              <a:gd name="connsiteY1916" fmla="*/ 4359879 h 5143785"/>
              <a:gd name="connsiteX1917" fmla="*/ 2679763 w 3114960"/>
              <a:gd name="connsiteY1917" fmla="*/ 4359879 h 5143785"/>
              <a:gd name="connsiteX1918" fmla="*/ 2670334 w 3114960"/>
              <a:gd name="connsiteY1918" fmla="*/ 4354830 h 5143785"/>
              <a:gd name="connsiteX1919" fmla="*/ 2590514 w 3114960"/>
              <a:gd name="connsiteY1919" fmla="*/ 4354545 h 5143785"/>
              <a:gd name="connsiteX1920" fmla="*/ 2586419 w 3114960"/>
              <a:gd name="connsiteY1920" fmla="*/ 4338543 h 5143785"/>
              <a:gd name="connsiteX1921" fmla="*/ 2624995 w 3114960"/>
              <a:gd name="connsiteY1921" fmla="*/ 4338543 h 5143785"/>
              <a:gd name="connsiteX1922" fmla="*/ 2634996 w 3114960"/>
              <a:gd name="connsiteY1922" fmla="*/ 4333209 h 5143785"/>
              <a:gd name="connsiteX1923" fmla="*/ 2707672 w 3114960"/>
              <a:gd name="connsiteY1923" fmla="*/ 4333209 h 5143785"/>
              <a:gd name="connsiteX1924" fmla="*/ 2707672 w 3114960"/>
              <a:gd name="connsiteY1924" fmla="*/ 4334637 h 5143785"/>
              <a:gd name="connsiteX1925" fmla="*/ 2711292 w 3114960"/>
              <a:gd name="connsiteY1925" fmla="*/ 4338257 h 5143785"/>
              <a:gd name="connsiteX1926" fmla="*/ 2731580 w 3114960"/>
              <a:gd name="connsiteY1926" fmla="*/ 4338257 h 5143785"/>
              <a:gd name="connsiteX1927" fmla="*/ 2735199 w 3114960"/>
              <a:gd name="connsiteY1927" fmla="*/ 4334637 h 5143785"/>
              <a:gd name="connsiteX1928" fmla="*/ 2735199 w 3114960"/>
              <a:gd name="connsiteY1928" fmla="*/ 4327017 h 5143785"/>
              <a:gd name="connsiteX1929" fmla="*/ 2735199 w 3114960"/>
              <a:gd name="connsiteY1929" fmla="*/ 4326541 h 5143785"/>
              <a:gd name="connsiteX1930" fmla="*/ 2826734 w 3114960"/>
              <a:gd name="connsiteY1930" fmla="*/ 4241292 h 5143785"/>
              <a:gd name="connsiteX1931" fmla="*/ 2827496 w 3114960"/>
              <a:gd name="connsiteY1931" fmla="*/ 4240626 h 5143785"/>
              <a:gd name="connsiteX1932" fmla="*/ 2827687 w 3114960"/>
              <a:gd name="connsiteY1932" fmla="*/ 4080796 h 5143785"/>
              <a:gd name="connsiteX1933" fmla="*/ 2830163 w 3114960"/>
              <a:gd name="connsiteY1933" fmla="*/ 4080796 h 5143785"/>
              <a:gd name="connsiteX1934" fmla="*/ 2834069 w 3114960"/>
              <a:gd name="connsiteY1934" fmla="*/ 4076891 h 5143785"/>
              <a:gd name="connsiteX1935" fmla="*/ 2834069 w 3114960"/>
              <a:gd name="connsiteY1935" fmla="*/ 4066985 h 5143785"/>
              <a:gd name="connsiteX1936" fmla="*/ 2830163 w 3114960"/>
              <a:gd name="connsiteY1936" fmla="*/ 4063079 h 5143785"/>
              <a:gd name="connsiteX1937" fmla="*/ 2820257 w 3114960"/>
              <a:gd name="connsiteY1937" fmla="*/ 4063079 h 5143785"/>
              <a:gd name="connsiteX1938" fmla="*/ 2816352 w 3114960"/>
              <a:gd name="connsiteY1938" fmla="*/ 4066985 h 5143785"/>
              <a:gd name="connsiteX1939" fmla="*/ 2816352 w 3114960"/>
              <a:gd name="connsiteY1939" fmla="*/ 4076891 h 5143785"/>
              <a:gd name="connsiteX1940" fmla="*/ 2820257 w 3114960"/>
              <a:gd name="connsiteY1940" fmla="*/ 4080796 h 5143785"/>
              <a:gd name="connsiteX1941" fmla="*/ 2822924 w 3114960"/>
              <a:gd name="connsiteY1941" fmla="*/ 4080796 h 5143785"/>
              <a:gd name="connsiteX1942" fmla="*/ 2822734 w 3114960"/>
              <a:gd name="connsiteY1942" fmla="*/ 4238625 h 5143785"/>
              <a:gd name="connsiteX1943" fmla="*/ 2731675 w 3114960"/>
              <a:gd name="connsiteY1943" fmla="*/ 4323493 h 5143785"/>
              <a:gd name="connsiteX1944" fmla="*/ 2711387 w 3114960"/>
              <a:gd name="connsiteY1944" fmla="*/ 4323493 h 5143785"/>
              <a:gd name="connsiteX1945" fmla="*/ 2707767 w 3114960"/>
              <a:gd name="connsiteY1945" fmla="*/ 4327112 h 5143785"/>
              <a:gd name="connsiteX1946" fmla="*/ 2707767 w 3114960"/>
              <a:gd name="connsiteY1946" fmla="*/ 4328541 h 5143785"/>
              <a:gd name="connsiteX1947" fmla="*/ 2678811 w 3114960"/>
              <a:gd name="connsiteY1947" fmla="*/ 4328541 h 5143785"/>
              <a:gd name="connsiteX1948" fmla="*/ 2697194 w 3114960"/>
              <a:gd name="connsiteY1948" fmla="*/ 4311492 h 5143785"/>
              <a:gd name="connsiteX1949" fmla="*/ 2702528 w 3114960"/>
              <a:gd name="connsiteY1949" fmla="*/ 4313396 h 5143785"/>
              <a:gd name="connsiteX1950" fmla="*/ 2703100 w 3114960"/>
              <a:gd name="connsiteY1950" fmla="*/ 4313396 h 5143785"/>
              <a:gd name="connsiteX1951" fmla="*/ 2710434 w 3114960"/>
              <a:gd name="connsiteY1951" fmla="*/ 4310634 h 5143785"/>
              <a:gd name="connsiteX1952" fmla="*/ 2714054 w 3114960"/>
              <a:gd name="connsiteY1952" fmla="*/ 4303110 h 5143785"/>
              <a:gd name="connsiteX1953" fmla="*/ 2713292 w 3114960"/>
              <a:gd name="connsiteY1953" fmla="*/ 4298537 h 5143785"/>
              <a:gd name="connsiteX1954" fmla="*/ 2786729 w 3114960"/>
              <a:gd name="connsiteY1954" fmla="*/ 4231577 h 5143785"/>
              <a:gd name="connsiteX1955" fmla="*/ 2786539 w 3114960"/>
              <a:gd name="connsiteY1955" fmla="*/ 4138613 h 5143785"/>
              <a:gd name="connsiteX1956" fmla="*/ 2793397 w 3114960"/>
              <a:gd name="connsiteY1956" fmla="*/ 4129278 h 5143785"/>
              <a:gd name="connsiteX1957" fmla="*/ 2783491 w 3114960"/>
              <a:gd name="connsiteY1957" fmla="*/ 4120229 h 5143785"/>
              <a:gd name="connsiteX1958" fmla="*/ 2774442 w 3114960"/>
              <a:gd name="connsiteY1958" fmla="*/ 4130135 h 5143785"/>
              <a:gd name="connsiteX1959" fmla="*/ 2781776 w 3114960"/>
              <a:gd name="connsiteY1959" fmla="*/ 4138708 h 5143785"/>
              <a:gd name="connsiteX1960" fmla="*/ 2781967 w 3114960"/>
              <a:gd name="connsiteY1960" fmla="*/ 4229386 h 5143785"/>
              <a:gd name="connsiteX1961" fmla="*/ 2710529 w 3114960"/>
              <a:gd name="connsiteY1961" fmla="*/ 4294442 h 5143785"/>
              <a:gd name="connsiteX1962" fmla="*/ 2703767 w 3114960"/>
              <a:gd name="connsiteY1962" fmla="*/ 4291394 h 5143785"/>
              <a:gd name="connsiteX1963" fmla="*/ 2695861 w 3114960"/>
              <a:gd name="connsiteY1963" fmla="*/ 4294156 h 5143785"/>
              <a:gd name="connsiteX1964" fmla="*/ 2693956 w 3114960"/>
              <a:gd name="connsiteY1964" fmla="*/ 4307872 h 5143785"/>
              <a:gd name="connsiteX1965" fmla="*/ 2671858 w 3114960"/>
              <a:gd name="connsiteY1965" fmla="*/ 4328351 h 5143785"/>
              <a:gd name="connsiteX1966" fmla="*/ 2634520 w 3114960"/>
              <a:gd name="connsiteY1966" fmla="*/ 4328351 h 5143785"/>
              <a:gd name="connsiteX1967" fmla="*/ 2623947 w 3114960"/>
              <a:gd name="connsiteY1967" fmla="*/ 4333685 h 5143785"/>
              <a:gd name="connsiteX1968" fmla="*/ 2582513 w 3114960"/>
              <a:gd name="connsiteY1968" fmla="*/ 4333685 h 5143785"/>
              <a:gd name="connsiteX1969" fmla="*/ 2580227 w 3114960"/>
              <a:gd name="connsiteY1969" fmla="*/ 4331589 h 5143785"/>
              <a:gd name="connsiteX1970" fmla="*/ 2564987 w 3114960"/>
              <a:gd name="connsiteY1970" fmla="*/ 4326541 h 5143785"/>
              <a:gd name="connsiteX1971" fmla="*/ 2560987 w 3114960"/>
              <a:gd name="connsiteY1971" fmla="*/ 4326827 h 5143785"/>
              <a:gd name="connsiteX1972" fmla="*/ 2544032 w 3114960"/>
              <a:gd name="connsiteY1972" fmla="*/ 4337114 h 5143785"/>
              <a:gd name="connsiteX1973" fmla="*/ 2539270 w 3114960"/>
              <a:gd name="connsiteY1973" fmla="*/ 4356354 h 5143785"/>
              <a:gd name="connsiteX1974" fmla="*/ 2549557 w 3114960"/>
              <a:gd name="connsiteY1974" fmla="*/ 4373309 h 5143785"/>
              <a:gd name="connsiteX1975" fmla="*/ 2585657 w 3114960"/>
              <a:gd name="connsiteY1975" fmla="*/ 4367784 h 5143785"/>
              <a:gd name="connsiteX1976" fmla="*/ 2589657 w 3114960"/>
              <a:gd name="connsiteY1976" fmla="*/ 4359307 h 5143785"/>
              <a:gd name="connsiteX1977" fmla="*/ 2668524 w 3114960"/>
              <a:gd name="connsiteY1977" fmla="*/ 4359307 h 5143785"/>
              <a:gd name="connsiteX1978" fmla="*/ 2677954 w 3114960"/>
              <a:gd name="connsiteY1978" fmla="*/ 4364355 h 5143785"/>
              <a:gd name="connsiteX1979" fmla="*/ 2741105 w 3114960"/>
              <a:gd name="connsiteY1979" fmla="*/ 4364641 h 5143785"/>
              <a:gd name="connsiteX1980" fmla="*/ 2750915 w 3114960"/>
              <a:gd name="connsiteY1980" fmla="*/ 4371118 h 5143785"/>
              <a:gd name="connsiteX1981" fmla="*/ 2753963 w 3114960"/>
              <a:gd name="connsiteY1981" fmla="*/ 4370737 h 5143785"/>
              <a:gd name="connsiteX1982" fmla="*/ 2761488 w 3114960"/>
              <a:gd name="connsiteY1982" fmla="*/ 4357212 h 5143785"/>
              <a:gd name="connsiteX1983" fmla="*/ 2760536 w 3114960"/>
              <a:gd name="connsiteY1983" fmla="*/ 4355211 h 5143785"/>
              <a:gd name="connsiteX1984" fmla="*/ 2867787 w 3114960"/>
              <a:gd name="connsiteY1984" fmla="*/ 4255008 h 5143785"/>
              <a:gd name="connsiteX1985" fmla="*/ 2868549 w 3114960"/>
              <a:gd name="connsiteY1985" fmla="*/ 4254342 h 5143785"/>
              <a:gd name="connsiteX1986" fmla="*/ 2698909 w 3114960"/>
              <a:gd name="connsiteY1986" fmla="*/ 4297585 h 5143785"/>
              <a:gd name="connsiteX1987" fmla="*/ 2703005 w 3114960"/>
              <a:gd name="connsiteY1987" fmla="*/ 4295966 h 5143785"/>
              <a:gd name="connsiteX1988" fmla="*/ 2703386 w 3114960"/>
              <a:gd name="connsiteY1988" fmla="*/ 4295966 h 5143785"/>
              <a:gd name="connsiteX1989" fmla="*/ 2707672 w 3114960"/>
              <a:gd name="connsiteY1989" fmla="*/ 4298061 h 5143785"/>
              <a:gd name="connsiteX1990" fmla="*/ 2709291 w 3114960"/>
              <a:gd name="connsiteY1990" fmla="*/ 4302538 h 5143785"/>
              <a:gd name="connsiteX1991" fmla="*/ 2707291 w 3114960"/>
              <a:gd name="connsiteY1991" fmla="*/ 4306824 h 5143785"/>
              <a:gd name="connsiteX1992" fmla="*/ 2707291 w 3114960"/>
              <a:gd name="connsiteY1992" fmla="*/ 4306824 h 5143785"/>
              <a:gd name="connsiteX1993" fmla="*/ 2702814 w 3114960"/>
              <a:gd name="connsiteY1993" fmla="*/ 4308444 h 5143785"/>
              <a:gd name="connsiteX1994" fmla="*/ 2698528 w 3114960"/>
              <a:gd name="connsiteY1994" fmla="*/ 4306443 h 5143785"/>
              <a:gd name="connsiteX1995" fmla="*/ 2699004 w 3114960"/>
              <a:gd name="connsiteY1995" fmla="*/ 4297680 h 5143785"/>
              <a:gd name="connsiteX1996" fmla="*/ 2581847 w 3114960"/>
              <a:gd name="connsiteY1996" fmla="*/ 4364831 h 5143785"/>
              <a:gd name="connsiteX1997" fmla="*/ 2552319 w 3114960"/>
              <a:gd name="connsiteY1997" fmla="*/ 4369404 h 5143785"/>
              <a:gd name="connsiteX1998" fmla="*/ 2547842 w 3114960"/>
              <a:gd name="connsiteY1998" fmla="*/ 4339971 h 5143785"/>
              <a:gd name="connsiteX1999" fmla="*/ 2561654 w 3114960"/>
              <a:gd name="connsiteY1999" fmla="*/ 4331589 h 5143785"/>
              <a:gd name="connsiteX2000" fmla="*/ 2577370 w 3114960"/>
              <a:gd name="connsiteY2000" fmla="*/ 4335399 h 5143785"/>
              <a:gd name="connsiteX2001" fmla="*/ 2585752 w 3114960"/>
              <a:gd name="connsiteY2001" fmla="*/ 4349211 h 5143785"/>
              <a:gd name="connsiteX2002" fmla="*/ 2581942 w 3114960"/>
              <a:gd name="connsiteY2002" fmla="*/ 4364831 h 5143785"/>
              <a:gd name="connsiteX2003" fmla="*/ 2752725 w 3114960"/>
              <a:gd name="connsiteY2003" fmla="*/ 4365974 h 5143785"/>
              <a:gd name="connsiteX2004" fmla="*/ 2745105 w 3114960"/>
              <a:gd name="connsiteY2004" fmla="*/ 4361688 h 5143785"/>
              <a:gd name="connsiteX2005" fmla="*/ 2749392 w 3114960"/>
              <a:gd name="connsiteY2005" fmla="*/ 4354068 h 5143785"/>
              <a:gd name="connsiteX2006" fmla="*/ 2751106 w 3114960"/>
              <a:gd name="connsiteY2006" fmla="*/ 4353782 h 5143785"/>
              <a:gd name="connsiteX2007" fmla="*/ 2754059 w 3114960"/>
              <a:gd name="connsiteY2007" fmla="*/ 4354545 h 5143785"/>
              <a:gd name="connsiteX2008" fmla="*/ 2757011 w 3114960"/>
              <a:gd name="connsiteY2008" fmla="*/ 4358259 h 5143785"/>
              <a:gd name="connsiteX2009" fmla="*/ 2752725 w 3114960"/>
              <a:gd name="connsiteY2009" fmla="*/ 4365879 h 5143785"/>
              <a:gd name="connsiteX2010" fmla="*/ 2860929 w 3114960"/>
              <a:gd name="connsiteY2010" fmla="*/ 4124230 h 5143785"/>
              <a:gd name="connsiteX2011" fmla="*/ 2862167 w 3114960"/>
              <a:gd name="connsiteY2011" fmla="*/ 4114324 h 5143785"/>
              <a:gd name="connsiteX2012" fmla="*/ 2866549 w 3114960"/>
              <a:gd name="connsiteY2012" fmla="*/ 4112800 h 5143785"/>
              <a:gd name="connsiteX2013" fmla="*/ 2872169 w 3114960"/>
              <a:gd name="connsiteY2013" fmla="*/ 4115562 h 5143785"/>
              <a:gd name="connsiteX2014" fmla="*/ 2873597 w 3114960"/>
              <a:gd name="connsiteY2014" fmla="*/ 4120801 h 5143785"/>
              <a:gd name="connsiteX2015" fmla="*/ 2870930 w 3114960"/>
              <a:gd name="connsiteY2015" fmla="*/ 4125563 h 5143785"/>
              <a:gd name="connsiteX2016" fmla="*/ 2865692 w 3114960"/>
              <a:gd name="connsiteY2016" fmla="*/ 4126992 h 5143785"/>
              <a:gd name="connsiteX2017" fmla="*/ 2860929 w 3114960"/>
              <a:gd name="connsiteY2017" fmla="*/ 4124325 h 5143785"/>
              <a:gd name="connsiteX2018" fmla="*/ 14192 w 3114960"/>
              <a:gd name="connsiteY2018" fmla="*/ 3785045 h 5143785"/>
              <a:gd name="connsiteX2019" fmla="*/ 95 w 3114960"/>
              <a:gd name="connsiteY2019" fmla="*/ 3785045 h 5143785"/>
              <a:gd name="connsiteX2020" fmla="*/ 95 w 3114960"/>
              <a:gd name="connsiteY2020" fmla="*/ 3780282 h 5143785"/>
              <a:gd name="connsiteX2021" fmla="*/ 14192 w 3114960"/>
              <a:gd name="connsiteY2021" fmla="*/ 3780282 h 5143785"/>
              <a:gd name="connsiteX2022" fmla="*/ 14192 w 3114960"/>
              <a:gd name="connsiteY2022" fmla="*/ 3785045 h 5143785"/>
              <a:gd name="connsiteX2023" fmla="*/ 100298 w 3114960"/>
              <a:gd name="connsiteY2023" fmla="*/ 3813524 h 5143785"/>
              <a:gd name="connsiteX2024" fmla="*/ 107347 w 3114960"/>
              <a:gd name="connsiteY2024" fmla="*/ 3806476 h 5143785"/>
              <a:gd name="connsiteX2025" fmla="*/ 114395 w 3114960"/>
              <a:gd name="connsiteY2025" fmla="*/ 3813524 h 5143785"/>
              <a:gd name="connsiteX2026" fmla="*/ 107347 w 3114960"/>
              <a:gd name="connsiteY2026" fmla="*/ 3820573 h 5143785"/>
              <a:gd name="connsiteX2027" fmla="*/ 100298 w 3114960"/>
              <a:gd name="connsiteY2027" fmla="*/ 3813524 h 5143785"/>
              <a:gd name="connsiteX2028" fmla="*/ 2767108 w 3114960"/>
              <a:gd name="connsiteY2028" fmla="*/ 4506087 h 5143785"/>
              <a:gd name="connsiteX2029" fmla="*/ 2776442 w 3114960"/>
              <a:gd name="connsiteY2029" fmla="*/ 4515422 h 5143785"/>
              <a:gd name="connsiteX2030" fmla="*/ 2784538 w 3114960"/>
              <a:gd name="connsiteY2030" fmla="*/ 4515422 h 5143785"/>
              <a:gd name="connsiteX2031" fmla="*/ 2793873 w 3114960"/>
              <a:gd name="connsiteY2031" fmla="*/ 4506087 h 5143785"/>
              <a:gd name="connsiteX2032" fmla="*/ 2793873 w 3114960"/>
              <a:gd name="connsiteY2032" fmla="*/ 4497991 h 5143785"/>
              <a:gd name="connsiteX2033" fmla="*/ 2784538 w 3114960"/>
              <a:gd name="connsiteY2033" fmla="*/ 4488656 h 5143785"/>
              <a:gd name="connsiteX2034" fmla="*/ 2776442 w 3114960"/>
              <a:gd name="connsiteY2034" fmla="*/ 4488656 h 5143785"/>
              <a:gd name="connsiteX2035" fmla="*/ 2772061 w 3114960"/>
              <a:gd name="connsiteY2035" fmla="*/ 4489895 h 5143785"/>
              <a:gd name="connsiteX2036" fmla="*/ 2761107 w 3114960"/>
              <a:gd name="connsiteY2036" fmla="*/ 4479036 h 5143785"/>
              <a:gd name="connsiteX2037" fmla="*/ 2629376 w 3114960"/>
              <a:gd name="connsiteY2037" fmla="*/ 4478751 h 5143785"/>
              <a:gd name="connsiteX2038" fmla="*/ 2628424 w 3114960"/>
              <a:gd name="connsiteY2038" fmla="*/ 4478751 h 5143785"/>
              <a:gd name="connsiteX2039" fmla="*/ 2610231 w 3114960"/>
              <a:gd name="connsiteY2039" fmla="*/ 4496753 h 5143785"/>
              <a:gd name="connsiteX2040" fmla="*/ 2602135 w 3114960"/>
              <a:gd name="connsiteY2040" fmla="*/ 4493990 h 5143785"/>
              <a:gd name="connsiteX2041" fmla="*/ 2588514 w 3114960"/>
              <a:gd name="connsiteY2041" fmla="*/ 4507611 h 5143785"/>
              <a:gd name="connsiteX2042" fmla="*/ 2602135 w 3114960"/>
              <a:gd name="connsiteY2042" fmla="*/ 4521232 h 5143785"/>
              <a:gd name="connsiteX2043" fmla="*/ 2615755 w 3114960"/>
              <a:gd name="connsiteY2043" fmla="*/ 4507611 h 5143785"/>
              <a:gd name="connsiteX2044" fmla="*/ 2613565 w 3114960"/>
              <a:gd name="connsiteY2044" fmla="*/ 4500182 h 5143785"/>
              <a:gd name="connsiteX2045" fmla="*/ 2630424 w 3114960"/>
              <a:gd name="connsiteY2045" fmla="*/ 4483418 h 5143785"/>
              <a:gd name="connsiteX2046" fmla="*/ 2759297 w 3114960"/>
              <a:gd name="connsiteY2046" fmla="*/ 4483704 h 5143785"/>
              <a:gd name="connsiteX2047" fmla="*/ 2768822 w 3114960"/>
              <a:gd name="connsiteY2047" fmla="*/ 4493038 h 5143785"/>
              <a:gd name="connsiteX2048" fmla="*/ 2767298 w 3114960"/>
              <a:gd name="connsiteY2048" fmla="*/ 4497801 h 5143785"/>
              <a:gd name="connsiteX2049" fmla="*/ 2767298 w 3114960"/>
              <a:gd name="connsiteY2049" fmla="*/ 4505897 h 5143785"/>
              <a:gd name="connsiteX2050" fmla="*/ 2771870 w 3114960"/>
              <a:gd name="connsiteY2050" fmla="*/ 4497991 h 5143785"/>
              <a:gd name="connsiteX2051" fmla="*/ 2776442 w 3114960"/>
              <a:gd name="connsiteY2051" fmla="*/ 4493419 h 5143785"/>
              <a:gd name="connsiteX2052" fmla="*/ 2784538 w 3114960"/>
              <a:gd name="connsiteY2052" fmla="*/ 4493419 h 5143785"/>
              <a:gd name="connsiteX2053" fmla="*/ 2789111 w 3114960"/>
              <a:gd name="connsiteY2053" fmla="*/ 4497991 h 5143785"/>
              <a:gd name="connsiteX2054" fmla="*/ 2789111 w 3114960"/>
              <a:gd name="connsiteY2054" fmla="*/ 4506087 h 5143785"/>
              <a:gd name="connsiteX2055" fmla="*/ 2784538 w 3114960"/>
              <a:gd name="connsiteY2055" fmla="*/ 4510659 h 5143785"/>
              <a:gd name="connsiteX2056" fmla="*/ 2776442 w 3114960"/>
              <a:gd name="connsiteY2056" fmla="*/ 4510659 h 5143785"/>
              <a:gd name="connsiteX2057" fmla="*/ 2771870 w 3114960"/>
              <a:gd name="connsiteY2057" fmla="*/ 4506087 h 5143785"/>
              <a:gd name="connsiteX2058" fmla="*/ 2771870 w 3114960"/>
              <a:gd name="connsiteY2058" fmla="*/ 4497991 h 5143785"/>
              <a:gd name="connsiteX2059" fmla="*/ 2577465 w 3114960"/>
              <a:gd name="connsiteY2059" fmla="*/ 4352354 h 5143785"/>
              <a:gd name="connsiteX2060" fmla="*/ 2564797 w 3114960"/>
              <a:gd name="connsiteY2060" fmla="*/ 4365022 h 5143785"/>
              <a:gd name="connsiteX2061" fmla="*/ 2552129 w 3114960"/>
              <a:gd name="connsiteY2061" fmla="*/ 4352354 h 5143785"/>
              <a:gd name="connsiteX2062" fmla="*/ 2564797 w 3114960"/>
              <a:gd name="connsiteY2062" fmla="*/ 4339686 h 5143785"/>
              <a:gd name="connsiteX2063" fmla="*/ 2577465 w 3114960"/>
              <a:gd name="connsiteY2063" fmla="*/ 4352354 h 5143785"/>
              <a:gd name="connsiteX2064" fmla="*/ 653129 w 3114960"/>
              <a:gd name="connsiteY2064" fmla="*/ 2762631 h 5143785"/>
              <a:gd name="connsiteX2065" fmla="*/ 623983 w 3114960"/>
              <a:gd name="connsiteY2065" fmla="*/ 2734437 h 5143785"/>
              <a:gd name="connsiteX2066" fmla="*/ 623983 w 3114960"/>
              <a:gd name="connsiteY2066" fmla="*/ 2694146 h 5143785"/>
              <a:gd name="connsiteX2067" fmla="*/ 633317 w 3114960"/>
              <a:gd name="connsiteY2067" fmla="*/ 2683669 h 5143785"/>
              <a:gd name="connsiteX2068" fmla="*/ 635508 w 3114960"/>
              <a:gd name="connsiteY2068" fmla="*/ 2684812 h 5143785"/>
              <a:gd name="connsiteX2069" fmla="*/ 640271 w 3114960"/>
              <a:gd name="connsiteY2069" fmla="*/ 2685764 h 5143785"/>
              <a:gd name="connsiteX2070" fmla="*/ 652082 w 3114960"/>
              <a:gd name="connsiteY2070" fmla="*/ 2677859 h 5143785"/>
              <a:gd name="connsiteX2071" fmla="*/ 645128 w 3114960"/>
              <a:gd name="connsiteY2071" fmla="*/ 2661285 h 5143785"/>
              <a:gd name="connsiteX2072" fmla="*/ 635413 w 3114960"/>
              <a:gd name="connsiteY2072" fmla="*/ 2661285 h 5143785"/>
              <a:gd name="connsiteX2073" fmla="*/ 628555 w 3114960"/>
              <a:gd name="connsiteY2073" fmla="*/ 2668238 h 5143785"/>
              <a:gd name="connsiteX2074" fmla="*/ 629984 w 3114960"/>
              <a:gd name="connsiteY2074" fmla="*/ 2680335 h 5143785"/>
              <a:gd name="connsiteX2075" fmla="*/ 619316 w 3114960"/>
              <a:gd name="connsiteY2075" fmla="*/ 2692242 h 5143785"/>
              <a:gd name="connsiteX2076" fmla="*/ 619316 w 3114960"/>
              <a:gd name="connsiteY2076" fmla="*/ 2736437 h 5143785"/>
              <a:gd name="connsiteX2077" fmla="*/ 649700 w 3114960"/>
              <a:gd name="connsiteY2077" fmla="*/ 2765774 h 5143785"/>
              <a:gd name="connsiteX2078" fmla="*/ 649700 w 3114960"/>
              <a:gd name="connsiteY2078" fmla="*/ 2765774 h 5143785"/>
              <a:gd name="connsiteX2079" fmla="*/ 649415 w 3114960"/>
              <a:gd name="connsiteY2079" fmla="*/ 2779395 h 5143785"/>
              <a:gd name="connsiteX2080" fmla="*/ 664750 w 3114960"/>
              <a:gd name="connsiteY2080" fmla="*/ 2795397 h 5143785"/>
              <a:gd name="connsiteX2081" fmla="*/ 671513 w 3114960"/>
              <a:gd name="connsiteY2081" fmla="*/ 2798350 h 5143785"/>
              <a:gd name="connsiteX2082" fmla="*/ 671703 w 3114960"/>
              <a:gd name="connsiteY2082" fmla="*/ 2798350 h 5143785"/>
              <a:gd name="connsiteX2083" fmla="*/ 678371 w 3114960"/>
              <a:gd name="connsiteY2083" fmla="*/ 2795683 h 5143785"/>
              <a:gd name="connsiteX2084" fmla="*/ 680752 w 3114960"/>
              <a:gd name="connsiteY2084" fmla="*/ 2793397 h 5143785"/>
              <a:gd name="connsiteX2085" fmla="*/ 681038 w 3114960"/>
              <a:gd name="connsiteY2085" fmla="*/ 2779776 h 5143785"/>
              <a:gd name="connsiteX2086" fmla="*/ 665702 w 3114960"/>
              <a:gd name="connsiteY2086" fmla="*/ 2763774 h 5143785"/>
              <a:gd name="connsiteX2087" fmla="*/ 658940 w 3114960"/>
              <a:gd name="connsiteY2087" fmla="*/ 2760821 h 5143785"/>
              <a:gd name="connsiteX2088" fmla="*/ 653320 w 3114960"/>
              <a:gd name="connsiteY2088" fmla="*/ 2762536 h 5143785"/>
              <a:gd name="connsiteX2089" fmla="*/ 632936 w 3114960"/>
              <a:gd name="connsiteY2089" fmla="*/ 2670048 h 5143785"/>
              <a:gd name="connsiteX2090" fmla="*/ 643319 w 3114960"/>
              <a:gd name="connsiteY2090" fmla="*/ 2665667 h 5143785"/>
              <a:gd name="connsiteX2091" fmla="*/ 647700 w 3114960"/>
              <a:gd name="connsiteY2091" fmla="*/ 2676049 h 5143785"/>
              <a:gd name="connsiteX2092" fmla="*/ 637318 w 3114960"/>
              <a:gd name="connsiteY2092" fmla="*/ 2680430 h 5143785"/>
              <a:gd name="connsiteX2093" fmla="*/ 632936 w 3114960"/>
              <a:gd name="connsiteY2093" fmla="*/ 2670048 h 5143785"/>
              <a:gd name="connsiteX2094" fmla="*/ 677323 w 3114960"/>
              <a:gd name="connsiteY2094" fmla="*/ 2783205 h 5143785"/>
              <a:gd name="connsiteX2095" fmla="*/ 677132 w 3114960"/>
              <a:gd name="connsiteY2095" fmla="*/ 2790063 h 5143785"/>
              <a:gd name="connsiteX2096" fmla="*/ 674751 w 3114960"/>
              <a:gd name="connsiteY2096" fmla="*/ 2792349 h 5143785"/>
              <a:gd name="connsiteX2097" fmla="*/ 671322 w 3114960"/>
              <a:gd name="connsiteY2097" fmla="*/ 2793683 h 5143785"/>
              <a:gd name="connsiteX2098" fmla="*/ 667893 w 3114960"/>
              <a:gd name="connsiteY2098" fmla="*/ 2792159 h 5143785"/>
              <a:gd name="connsiteX2099" fmla="*/ 667417 w 3114960"/>
              <a:gd name="connsiteY2099" fmla="*/ 2791682 h 5143785"/>
              <a:gd name="connsiteX2100" fmla="*/ 676847 w 3114960"/>
              <a:gd name="connsiteY2100" fmla="*/ 2782729 h 5143785"/>
              <a:gd name="connsiteX2101" fmla="*/ 677323 w 3114960"/>
              <a:gd name="connsiteY2101" fmla="*/ 2783205 h 5143785"/>
              <a:gd name="connsiteX2102" fmla="*/ 673513 w 3114960"/>
              <a:gd name="connsiteY2102" fmla="*/ 2779109 h 5143785"/>
              <a:gd name="connsiteX2103" fmla="*/ 664083 w 3114960"/>
              <a:gd name="connsiteY2103" fmla="*/ 2788063 h 5143785"/>
              <a:gd name="connsiteX2104" fmla="*/ 655796 w 3114960"/>
              <a:gd name="connsiteY2104" fmla="*/ 2779395 h 5143785"/>
              <a:gd name="connsiteX2105" fmla="*/ 665226 w 3114960"/>
              <a:gd name="connsiteY2105" fmla="*/ 2770442 h 5143785"/>
              <a:gd name="connsiteX2106" fmla="*/ 673513 w 3114960"/>
              <a:gd name="connsiteY2106" fmla="*/ 2779109 h 5143785"/>
              <a:gd name="connsiteX2107" fmla="*/ 652082 w 3114960"/>
              <a:gd name="connsiteY2107" fmla="*/ 2775299 h 5143785"/>
              <a:gd name="connsiteX2108" fmla="*/ 652748 w 3114960"/>
              <a:gd name="connsiteY2108" fmla="*/ 2769299 h 5143785"/>
              <a:gd name="connsiteX2109" fmla="*/ 655129 w 3114960"/>
              <a:gd name="connsiteY2109" fmla="*/ 2767013 h 5143785"/>
              <a:gd name="connsiteX2110" fmla="*/ 658463 w 3114960"/>
              <a:gd name="connsiteY2110" fmla="*/ 2765679 h 5143785"/>
              <a:gd name="connsiteX2111" fmla="*/ 658559 w 3114960"/>
              <a:gd name="connsiteY2111" fmla="*/ 2765679 h 5143785"/>
              <a:gd name="connsiteX2112" fmla="*/ 661130 w 3114960"/>
              <a:gd name="connsiteY2112" fmla="*/ 2766632 h 5143785"/>
              <a:gd name="connsiteX2113" fmla="*/ 651986 w 3114960"/>
              <a:gd name="connsiteY2113" fmla="*/ 2775299 h 5143785"/>
              <a:gd name="connsiteX2114" fmla="*/ 98774 w 3114960"/>
              <a:gd name="connsiteY2114" fmla="*/ 3825050 h 5143785"/>
              <a:gd name="connsiteX2115" fmla="*/ 118777 w 3114960"/>
              <a:gd name="connsiteY2115" fmla="*/ 3822002 h 5143785"/>
              <a:gd name="connsiteX2116" fmla="*/ 121539 w 3114960"/>
              <a:gd name="connsiteY2116" fmla="*/ 3813524 h 5143785"/>
              <a:gd name="connsiteX2117" fmla="*/ 115729 w 3114960"/>
              <a:gd name="connsiteY2117" fmla="*/ 3801904 h 5143785"/>
              <a:gd name="connsiteX2118" fmla="*/ 95726 w 3114960"/>
              <a:gd name="connsiteY2118" fmla="*/ 3804952 h 5143785"/>
              <a:gd name="connsiteX2119" fmla="*/ 93250 w 3114960"/>
              <a:gd name="connsiteY2119" fmla="*/ 3811048 h 5143785"/>
              <a:gd name="connsiteX2120" fmla="*/ 95 w 3114960"/>
              <a:gd name="connsiteY2120" fmla="*/ 3811048 h 5143785"/>
              <a:gd name="connsiteX2121" fmla="*/ 95 w 3114960"/>
              <a:gd name="connsiteY2121" fmla="*/ 3815810 h 5143785"/>
              <a:gd name="connsiteX2122" fmla="*/ 93155 w 3114960"/>
              <a:gd name="connsiteY2122" fmla="*/ 3815810 h 5143785"/>
              <a:gd name="connsiteX2123" fmla="*/ 98774 w 3114960"/>
              <a:gd name="connsiteY2123" fmla="*/ 3824954 h 5143785"/>
              <a:gd name="connsiteX2124" fmla="*/ 97822 w 3114960"/>
              <a:gd name="connsiteY2124" fmla="*/ 3806571 h 5143785"/>
              <a:gd name="connsiteX2125" fmla="*/ 114205 w 3114960"/>
              <a:gd name="connsiteY2125" fmla="*/ 3804095 h 5143785"/>
              <a:gd name="connsiteX2126" fmla="*/ 116681 w 3114960"/>
              <a:gd name="connsiteY2126" fmla="*/ 3820478 h 5143785"/>
              <a:gd name="connsiteX2127" fmla="*/ 109061 w 3114960"/>
              <a:gd name="connsiteY2127" fmla="*/ 3825145 h 5143785"/>
              <a:gd name="connsiteX2128" fmla="*/ 100394 w 3114960"/>
              <a:gd name="connsiteY2128" fmla="*/ 3823049 h 5143785"/>
              <a:gd name="connsiteX2129" fmla="*/ 95726 w 3114960"/>
              <a:gd name="connsiteY2129" fmla="*/ 3815429 h 5143785"/>
              <a:gd name="connsiteX2130" fmla="*/ 95631 w 3114960"/>
              <a:gd name="connsiteY2130" fmla="*/ 3813620 h 5143785"/>
              <a:gd name="connsiteX2131" fmla="*/ 97917 w 3114960"/>
              <a:gd name="connsiteY2131" fmla="*/ 3806762 h 5143785"/>
              <a:gd name="connsiteX2132" fmla="*/ 1121759 w 3114960"/>
              <a:gd name="connsiteY2132" fmla="*/ 347567 h 5143785"/>
              <a:gd name="connsiteX2133" fmla="*/ 1128903 w 3114960"/>
              <a:gd name="connsiteY2133" fmla="*/ 347567 h 5143785"/>
              <a:gd name="connsiteX2134" fmla="*/ 1128903 w 3114960"/>
              <a:gd name="connsiteY2134" fmla="*/ 357854 h 5143785"/>
              <a:gd name="connsiteX2135" fmla="*/ 1121759 w 3114960"/>
              <a:gd name="connsiteY2135" fmla="*/ 357854 h 5143785"/>
              <a:gd name="connsiteX2136" fmla="*/ 1121759 w 3114960"/>
              <a:gd name="connsiteY2136" fmla="*/ 347567 h 5143785"/>
              <a:gd name="connsiteX2137" fmla="*/ 1128903 w 3114960"/>
              <a:gd name="connsiteY2137" fmla="*/ 328517 h 5143785"/>
              <a:gd name="connsiteX2138" fmla="*/ 1128903 w 3114960"/>
              <a:gd name="connsiteY2138" fmla="*/ 329470 h 5143785"/>
              <a:gd name="connsiteX2139" fmla="*/ 1128998 w 3114960"/>
              <a:gd name="connsiteY2139" fmla="*/ 329565 h 5143785"/>
              <a:gd name="connsiteX2140" fmla="*/ 1128998 w 3114960"/>
              <a:gd name="connsiteY2140" fmla="*/ 329756 h 5143785"/>
              <a:gd name="connsiteX2141" fmla="*/ 1128808 w 3114960"/>
              <a:gd name="connsiteY2141" fmla="*/ 337280 h 5143785"/>
              <a:gd name="connsiteX2142" fmla="*/ 1121664 w 3114960"/>
              <a:gd name="connsiteY2142" fmla="*/ 337280 h 5143785"/>
              <a:gd name="connsiteX2143" fmla="*/ 1121664 w 3114960"/>
              <a:gd name="connsiteY2143" fmla="*/ 327184 h 5143785"/>
              <a:gd name="connsiteX2144" fmla="*/ 1123379 w 3114960"/>
              <a:gd name="connsiteY2144" fmla="*/ 325088 h 5143785"/>
              <a:gd name="connsiteX2145" fmla="*/ 1127570 w 3114960"/>
              <a:gd name="connsiteY2145" fmla="*/ 328422 h 5143785"/>
              <a:gd name="connsiteX2146" fmla="*/ 1128808 w 3114960"/>
              <a:gd name="connsiteY2146" fmla="*/ 328422 h 5143785"/>
              <a:gd name="connsiteX2147" fmla="*/ 1128713 w 3114960"/>
              <a:gd name="connsiteY2147" fmla="*/ 437388 h 5143785"/>
              <a:gd name="connsiteX2148" fmla="*/ 1138619 w 3114960"/>
              <a:gd name="connsiteY2148" fmla="*/ 424434 h 5143785"/>
              <a:gd name="connsiteX2149" fmla="*/ 1125188 w 3114960"/>
              <a:gd name="connsiteY2149" fmla="*/ 411004 h 5143785"/>
              <a:gd name="connsiteX2150" fmla="*/ 1111758 w 3114960"/>
              <a:gd name="connsiteY2150" fmla="*/ 424434 h 5143785"/>
              <a:gd name="connsiteX2151" fmla="*/ 1121664 w 3114960"/>
              <a:gd name="connsiteY2151" fmla="*/ 437388 h 5143785"/>
              <a:gd name="connsiteX2152" fmla="*/ 1121664 w 3114960"/>
              <a:gd name="connsiteY2152" fmla="*/ 440341 h 5143785"/>
              <a:gd name="connsiteX2153" fmla="*/ 1128808 w 3114960"/>
              <a:gd name="connsiteY2153" fmla="*/ 440341 h 5143785"/>
              <a:gd name="connsiteX2154" fmla="*/ 1128808 w 3114960"/>
              <a:gd name="connsiteY2154" fmla="*/ 437388 h 5143785"/>
              <a:gd name="connsiteX2155" fmla="*/ 1116521 w 3114960"/>
              <a:gd name="connsiteY2155" fmla="*/ 424529 h 5143785"/>
              <a:gd name="connsiteX2156" fmla="*/ 1125188 w 3114960"/>
              <a:gd name="connsiteY2156" fmla="*/ 415862 h 5143785"/>
              <a:gd name="connsiteX2157" fmla="*/ 1133856 w 3114960"/>
              <a:gd name="connsiteY2157" fmla="*/ 424529 h 5143785"/>
              <a:gd name="connsiteX2158" fmla="*/ 1125188 w 3114960"/>
              <a:gd name="connsiteY2158" fmla="*/ 433197 h 5143785"/>
              <a:gd name="connsiteX2159" fmla="*/ 1116521 w 3114960"/>
              <a:gd name="connsiteY2159" fmla="*/ 424529 h 5143785"/>
              <a:gd name="connsiteX2160" fmla="*/ 520065 w 3114960"/>
              <a:gd name="connsiteY2160" fmla="*/ 2032921 h 5143785"/>
              <a:gd name="connsiteX2161" fmla="*/ 527209 w 3114960"/>
              <a:gd name="connsiteY2161" fmla="*/ 2032921 h 5143785"/>
              <a:gd name="connsiteX2162" fmla="*/ 527209 w 3114960"/>
              <a:gd name="connsiteY2162" fmla="*/ 2041398 h 5143785"/>
              <a:gd name="connsiteX2163" fmla="*/ 520065 w 3114960"/>
              <a:gd name="connsiteY2163" fmla="*/ 2041398 h 5143785"/>
              <a:gd name="connsiteX2164" fmla="*/ 520065 w 3114960"/>
              <a:gd name="connsiteY2164" fmla="*/ 2032921 h 5143785"/>
              <a:gd name="connsiteX2165" fmla="*/ 1852994 w 3114960"/>
              <a:gd name="connsiteY2165" fmla="*/ 2392109 h 5143785"/>
              <a:gd name="connsiteX2166" fmla="*/ 1839563 w 3114960"/>
              <a:gd name="connsiteY2166" fmla="*/ 2378678 h 5143785"/>
              <a:gd name="connsiteX2167" fmla="*/ 1842897 w 3114960"/>
              <a:gd name="connsiteY2167" fmla="*/ 2375345 h 5143785"/>
              <a:gd name="connsiteX2168" fmla="*/ 1856327 w 3114960"/>
              <a:gd name="connsiteY2168" fmla="*/ 2388775 h 5143785"/>
              <a:gd name="connsiteX2169" fmla="*/ 1852994 w 3114960"/>
              <a:gd name="connsiteY2169" fmla="*/ 2392109 h 5143785"/>
              <a:gd name="connsiteX2170" fmla="*/ 1272921 w 3114960"/>
              <a:gd name="connsiteY2170" fmla="*/ 545878 h 5143785"/>
              <a:gd name="connsiteX2171" fmla="*/ 1272921 w 3114960"/>
              <a:gd name="connsiteY2171" fmla="*/ 650177 h 5143785"/>
              <a:gd name="connsiteX2172" fmla="*/ 1262444 w 3114960"/>
              <a:gd name="connsiteY2172" fmla="*/ 658177 h 5143785"/>
              <a:gd name="connsiteX2173" fmla="*/ 1262444 w 3114960"/>
              <a:gd name="connsiteY2173" fmla="*/ 723614 h 5143785"/>
              <a:gd name="connsiteX2174" fmla="*/ 1261777 w 3114960"/>
              <a:gd name="connsiteY2174" fmla="*/ 723614 h 5143785"/>
              <a:gd name="connsiteX2175" fmla="*/ 1259110 w 3114960"/>
              <a:gd name="connsiteY2175" fmla="*/ 726281 h 5143785"/>
              <a:gd name="connsiteX2176" fmla="*/ 1259110 w 3114960"/>
              <a:gd name="connsiteY2176" fmla="*/ 739235 h 5143785"/>
              <a:gd name="connsiteX2177" fmla="*/ 1261777 w 3114960"/>
              <a:gd name="connsiteY2177" fmla="*/ 741902 h 5143785"/>
              <a:gd name="connsiteX2178" fmla="*/ 1267778 w 3114960"/>
              <a:gd name="connsiteY2178" fmla="*/ 741902 h 5143785"/>
              <a:gd name="connsiteX2179" fmla="*/ 1270445 w 3114960"/>
              <a:gd name="connsiteY2179" fmla="*/ 739235 h 5143785"/>
              <a:gd name="connsiteX2180" fmla="*/ 1270445 w 3114960"/>
              <a:gd name="connsiteY2180" fmla="*/ 726281 h 5143785"/>
              <a:gd name="connsiteX2181" fmla="*/ 1267778 w 3114960"/>
              <a:gd name="connsiteY2181" fmla="*/ 723614 h 5143785"/>
              <a:gd name="connsiteX2182" fmla="*/ 1267111 w 3114960"/>
              <a:gd name="connsiteY2182" fmla="*/ 723614 h 5143785"/>
              <a:gd name="connsiteX2183" fmla="*/ 1267111 w 3114960"/>
              <a:gd name="connsiteY2183" fmla="*/ 660559 h 5143785"/>
              <a:gd name="connsiteX2184" fmla="*/ 1277779 w 3114960"/>
              <a:gd name="connsiteY2184" fmla="*/ 652558 h 5143785"/>
              <a:gd name="connsiteX2185" fmla="*/ 1277779 w 3114960"/>
              <a:gd name="connsiteY2185" fmla="*/ 548164 h 5143785"/>
              <a:gd name="connsiteX2186" fmla="*/ 1286923 w 3114960"/>
              <a:gd name="connsiteY2186" fmla="*/ 540639 h 5143785"/>
              <a:gd name="connsiteX2187" fmla="*/ 1286923 w 3114960"/>
              <a:gd name="connsiteY2187" fmla="*/ 456438 h 5143785"/>
              <a:gd name="connsiteX2188" fmla="*/ 1291781 w 3114960"/>
              <a:gd name="connsiteY2188" fmla="*/ 456438 h 5143785"/>
              <a:gd name="connsiteX2189" fmla="*/ 1298639 w 3114960"/>
              <a:gd name="connsiteY2189" fmla="*/ 449580 h 5143785"/>
              <a:gd name="connsiteX2190" fmla="*/ 1298639 w 3114960"/>
              <a:gd name="connsiteY2190" fmla="*/ 435102 h 5143785"/>
              <a:gd name="connsiteX2191" fmla="*/ 1291781 w 3114960"/>
              <a:gd name="connsiteY2191" fmla="*/ 428244 h 5143785"/>
              <a:gd name="connsiteX2192" fmla="*/ 1277303 w 3114960"/>
              <a:gd name="connsiteY2192" fmla="*/ 428244 h 5143785"/>
              <a:gd name="connsiteX2193" fmla="*/ 1270445 w 3114960"/>
              <a:gd name="connsiteY2193" fmla="*/ 435102 h 5143785"/>
              <a:gd name="connsiteX2194" fmla="*/ 1270445 w 3114960"/>
              <a:gd name="connsiteY2194" fmla="*/ 449580 h 5143785"/>
              <a:gd name="connsiteX2195" fmla="*/ 1277303 w 3114960"/>
              <a:gd name="connsiteY2195" fmla="*/ 456438 h 5143785"/>
              <a:gd name="connsiteX2196" fmla="*/ 1282160 w 3114960"/>
              <a:gd name="connsiteY2196" fmla="*/ 456438 h 5143785"/>
              <a:gd name="connsiteX2197" fmla="*/ 1282160 w 3114960"/>
              <a:gd name="connsiteY2197" fmla="*/ 538448 h 5143785"/>
              <a:gd name="connsiteX2198" fmla="*/ 1273016 w 3114960"/>
              <a:gd name="connsiteY2198" fmla="*/ 545973 h 5143785"/>
              <a:gd name="connsiteX2199" fmla="*/ 1277303 w 3114960"/>
              <a:gd name="connsiteY2199" fmla="*/ 451676 h 5143785"/>
              <a:gd name="connsiteX2200" fmla="*/ 1275207 w 3114960"/>
              <a:gd name="connsiteY2200" fmla="*/ 449580 h 5143785"/>
              <a:gd name="connsiteX2201" fmla="*/ 1275207 w 3114960"/>
              <a:gd name="connsiteY2201" fmla="*/ 435102 h 5143785"/>
              <a:gd name="connsiteX2202" fmla="*/ 1277303 w 3114960"/>
              <a:gd name="connsiteY2202" fmla="*/ 433007 h 5143785"/>
              <a:gd name="connsiteX2203" fmla="*/ 1291781 w 3114960"/>
              <a:gd name="connsiteY2203" fmla="*/ 433007 h 5143785"/>
              <a:gd name="connsiteX2204" fmla="*/ 1293876 w 3114960"/>
              <a:gd name="connsiteY2204" fmla="*/ 435102 h 5143785"/>
              <a:gd name="connsiteX2205" fmla="*/ 1293876 w 3114960"/>
              <a:gd name="connsiteY2205" fmla="*/ 449580 h 5143785"/>
              <a:gd name="connsiteX2206" fmla="*/ 1291781 w 3114960"/>
              <a:gd name="connsiteY2206" fmla="*/ 451676 h 5143785"/>
              <a:gd name="connsiteX2207" fmla="*/ 1277303 w 3114960"/>
              <a:gd name="connsiteY2207" fmla="*/ 451676 h 5143785"/>
              <a:gd name="connsiteX2208" fmla="*/ 1475994 w 3114960"/>
              <a:gd name="connsiteY2208" fmla="*/ 218218 h 5143785"/>
              <a:gd name="connsiteX2209" fmla="*/ 1469136 w 3114960"/>
              <a:gd name="connsiteY2209" fmla="*/ 211360 h 5143785"/>
              <a:gd name="connsiteX2210" fmla="*/ 1454753 w 3114960"/>
              <a:gd name="connsiteY2210" fmla="*/ 211360 h 5143785"/>
              <a:gd name="connsiteX2211" fmla="*/ 1447895 w 3114960"/>
              <a:gd name="connsiteY2211" fmla="*/ 218218 h 5143785"/>
              <a:gd name="connsiteX2212" fmla="*/ 1447895 w 3114960"/>
              <a:gd name="connsiteY2212" fmla="*/ 232601 h 5143785"/>
              <a:gd name="connsiteX2213" fmla="*/ 1454753 w 3114960"/>
              <a:gd name="connsiteY2213" fmla="*/ 239458 h 5143785"/>
              <a:gd name="connsiteX2214" fmla="*/ 1469136 w 3114960"/>
              <a:gd name="connsiteY2214" fmla="*/ 239458 h 5143785"/>
              <a:gd name="connsiteX2215" fmla="*/ 1471803 w 3114960"/>
              <a:gd name="connsiteY2215" fmla="*/ 238887 h 5143785"/>
              <a:gd name="connsiteX2216" fmla="*/ 1509713 w 3114960"/>
              <a:gd name="connsiteY2216" fmla="*/ 275463 h 5143785"/>
              <a:gd name="connsiteX2217" fmla="*/ 1509713 w 3114960"/>
              <a:gd name="connsiteY2217" fmla="*/ 333851 h 5143785"/>
              <a:gd name="connsiteX2218" fmla="*/ 1527143 w 3114960"/>
              <a:gd name="connsiteY2218" fmla="*/ 354139 h 5143785"/>
              <a:gd name="connsiteX2219" fmla="*/ 1524762 w 3114960"/>
              <a:gd name="connsiteY2219" fmla="*/ 359950 h 5143785"/>
              <a:gd name="connsiteX2220" fmla="*/ 1534954 w 3114960"/>
              <a:gd name="connsiteY2220" fmla="*/ 371189 h 5143785"/>
              <a:gd name="connsiteX2221" fmla="*/ 1535525 w 3114960"/>
              <a:gd name="connsiteY2221" fmla="*/ 371189 h 5143785"/>
              <a:gd name="connsiteX2222" fmla="*/ 1539335 w 3114960"/>
              <a:gd name="connsiteY2222" fmla="*/ 370427 h 5143785"/>
              <a:gd name="connsiteX2223" fmla="*/ 1556480 w 3114960"/>
              <a:gd name="connsiteY2223" fmla="*/ 391001 h 5143785"/>
              <a:gd name="connsiteX2224" fmla="*/ 1558195 w 3114960"/>
              <a:gd name="connsiteY2224" fmla="*/ 463010 h 5143785"/>
              <a:gd name="connsiteX2225" fmla="*/ 1548289 w 3114960"/>
              <a:gd name="connsiteY2225" fmla="*/ 481298 h 5143785"/>
              <a:gd name="connsiteX2226" fmla="*/ 1547908 w 3114960"/>
              <a:gd name="connsiteY2226" fmla="*/ 526542 h 5143785"/>
              <a:gd name="connsiteX2227" fmla="*/ 1542478 w 3114960"/>
              <a:gd name="connsiteY2227" fmla="*/ 526542 h 5143785"/>
              <a:gd name="connsiteX2228" fmla="*/ 1536192 w 3114960"/>
              <a:gd name="connsiteY2228" fmla="*/ 532829 h 5143785"/>
              <a:gd name="connsiteX2229" fmla="*/ 1536192 w 3114960"/>
              <a:gd name="connsiteY2229" fmla="*/ 548259 h 5143785"/>
              <a:gd name="connsiteX2230" fmla="*/ 1542478 w 3114960"/>
              <a:gd name="connsiteY2230" fmla="*/ 554546 h 5143785"/>
              <a:gd name="connsiteX2231" fmla="*/ 1547813 w 3114960"/>
              <a:gd name="connsiteY2231" fmla="*/ 554546 h 5143785"/>
              <a:gd name="connsiteX2232" fmla="*/ 1547813 w 3114960"/>
              <a:gd name="connsiteY2232" fmla="*/ 646081 h 5143785"/>
              <a:gd name="connsiteX2233" fmla="*/ 1515999 w 3114960"/>
              <a:gd name="connsiteY2233" fmla="*/ 673227 h 5143785"/>
              <a:gd name="connsiteX2234" fmla="*/ 1515999 w 3114960"/>
              <a:gd name="connsiteY2234" fmla="*/ 757428 h 5143785"/>
              <a:gd name="connsiteX2235" fmla="*/ 1498473 w 3114960"/>
              <a:gd name="connsiteY2235" fmla="*/ 773716 h 5143785"/>
              <a:gd name="connsiteX2236" fmla="*/ 1498473 w 3114960"/>
              <a:gd name="connsiteY2236" fmla="*/ 830390 h 5143785"/>
              <a:gd name="connsiteX2237" fmla="*/ 1490567 w 3114960"/>
              <a:gd name="connsiteY2237" fmla="*/ 835247 h 5143785"/>
              <a:gd name="connsiteX2238" fmla="*/ 1493330 w 3114960"/>
              <a:gd name="connsiteY2238" fmla="*/ 853059 h 5143785"/>
              <a:gd name="connsiteX2239" fmla="*/ 1498759 w 3114960"/>
              <a:gd name="connsiteY2239" fmla="*/ 855250 h 5143785"/>
              <a:gd name="connsiteX2240" fmla="*/ 1556766 w 3114960"/>
              <a:gd name="connsiteY2240" fmla="*/ 916781 h 5143785"/>
              <a:gd name="connsiteX2241" fmla="*/ 1554004 w 3114960"/>
              <a:gd name="connsiteY2241" fmla="*/ 916781 h 5143785"/>
              <a:gd name="connsiteX2242" fmla="*/ 1549527 w 3114960"/>
              <a:gd name="connsiteY2242" fmla="*/ 921258 h 5143785"/>
              <a:gd name="connsiteX2243" fmla="*/ 1549527 w 3114960"/>
              <a:gd name="connsiteY2243" fmla="*/ 935641 h 5143785"/>
              <a:gd name="connsiteX2244" fmla="*/ 1554004 w 3114960"/>
              <a:gd name="connsiteY2244" fmla="*/ 940118 h 5143785"/>
              <a:gd name="connsiteX2245" fmla="*/ 1568387 w 3114960"/>
              <a:gd name="connsiteY2245" fmla="*/ 940118 h 5143785"/>
              <a:gd name="connsiteX2246" fmla="*/ 1572863 w 3114960"/>
              <a:gd name="connsiteY2246" fmla="*/ 935641 h 5143785"/>
              <a:gd name="connsiteX2247" fmla="*/ 1572863 w 3114960"/>
              <a:gd name="connsiteY2247" fmla="*/ 921258 h 5143785"/>
              <a:gd name="connsiteX2248" fmla="*/ 1568387 w 3114960"/>
              <a:gd name="connsiteY2248" fmla="*/ 916781 h 5143785"/>
              <a:gd name="connsiteX2249" fmla="*/ 1562481 w 3114960"/>
              <a:gd name="connsiteY2249" fmla="*/ 916781 h 5143785"/>
              <a:gd name="connsiteX2250" fmla="*/ 1562481 w 3114960"/>
              <a:gd name="connsiteY2250" fmla="*/ 858107 h 5143785"/>
              <a:gd name="connsiteX2251" fmla="*/ 1563338 w 3114960"/>
              <a:gd name="connsiteY2251" fmla="*/ 858107 h 5143785"/>
              <a:gd name="connsiteX2252" fmla="*/ 1572959 w 3114960"/>
              <a:gd name="connsiteY2252" fmla="*/ 852297 h 5143785"/>
              <a:gd name="connsiteX2253" fmla="*/ 1569815 w 3114960"/>
              <a:gd name="connsiteY2253" fmla="*/ 831818 h 5143785"/>
              <a:gd name="connsiteX2254" fmla="*/ 1564672 w 3114960"/>
              <a:gd name="connsiteY2254" fmla="*/ 829437 h 5143785"/>
              <a:gd name="connsiteX2255" fmla="*/ 1564672 w 3114960"/>
              <a:gd name="connsiteY2255" fmla="*/ 826961 h 5143785"/>
              <a:gd name="connsiteX2256" fmla="*/ 1557528 w 3114960"/>
              <a:gd name="connsiteY2256" fmla="*/ 826961 h 5143785"/>
              <a:gd name="connsiteX2257" fmla="*/ 1557528 w 3114960"/>
              <a:gd name="connsiteY2257" fmla="*/ 829532 h 5143785"/>
              <a:gd name="connsiteX2258" fmla="*/ 1549241 w 3114960"/>
              <a:gd name="connsiteY2258" fmla="*/ 834962 h 5143785"/>
              <a:gd name="connsiteX2259" fmla="*/ 1549241 w 3114960"/>
              <a:gd name="connsiteY2259" fmla="*/ 834962 h 5143785"/>
              <a:gd name="connsiteX2260" fmla="*/ 1546574 w 3114960"/>
              <a:gd name="connsiteY2260" fmla="*/ 845820 h 5143785"/>
              <a:gd name="connsiteX2261" fmla="*/ 1552385 w 3114960"/>
              <a:gd name="connsiteY2261" fmla="*/ 855440 h 5143785"/>
              <a:gd name="connsiteX2262" fmla="*/ 1559719 w 3114960"/>
              <a:gd name="connsiteY2262" fmla="*/ 858107 h 5143785"/>
              <a:gd name="connsiteX2263" fmla="*/ 1559719 w 3114960"/>
              <a:gd name="connsiteY2263" fmla="*/ 916686 h 5143785"/>
              <a:gd name="connsiteX2264" fmla="*/ 1501997 w 3114960"/>
              <a:gd name="connsiteY2264" fmla="*/ 855440 h 5143785"/>
              <a:gd name="connsiteX2265" fmla="*/ 1510951 w 3114960"/>
              <a:gd name="connsiteY2265" fmla="*/ 850392 h 5143785"/>
              <a:gd name="connsiteX2266" fmla="*/ 1510951 w 3114960"/>
              <a:gd name="connsiteY2266" fmla="*/ 850392 h 5143785"/>
              <a:gd name="connsiteX2267" fmla="*/ 1513237 w 3114960"/>
              <a:gd name="connsiteY2267" fmla="*/ 840962 h 5143785"/>
              <a:gd name="connsiteX2268" fmla="*/ 1508189 w 3114960"/>
              <a:gd name="connsiteY2268" fmla="*/ 832676 h 5143785"/>
              <a:gd name="connsiteX2269" fmla="*/ 1503045 w 3114960"/>
              <a:gd name="connsiteY2269" fmla="*/ 830580 h 5143785"/>
              <a:gd name="connsiteX2270" fmla="*/ 1503045 w 3114960"/>
              <a:gd name="connsiteY2270" fmla="*/ 776002 h 5143785"/>
              <a:gd name="connsiteX2271" fmla="*/ 1520571 w 3114960"/>
              <a:gd name="connsiteY2271" fmla="*/ 759714 h 5143785"/>
              <a:gd name="connsiteX2272" fmla="*/ 1520571 w 3114960"/>
              <a:gd name="connsiteY2272" fmla="*/ 675704 h 5143785"/>
              <a:gd name="connsiteX2273" fmla="*/ 1552385 w 3114960"/>
              <a:gd name="connsiteY2273" fmla="*/ 648557 h 5143785"/>
              <a:gd name="connsiteX2274" fmla="*/ 1552385 w 3114960"/>
              <a:gd name="connsiteY2274" fmla="*/ 554831 h 5143785"/>
              <a:gd name="connsiteX2275" fmla="*/ 1557719 w 3114960"/>
              <a:gd name="connsiteY2275" fmla="*/ 554831 h 5143785"/>
              <a:gd name="connsiteX2276" fmla="*/ 1564005 w 3114960"/>
              <a:gd name="connsiteY2276" fmla="*/ 548545 h 5143785"/>
              <a:gd name="connsiteX2277" fmla="*/ 1564005 w 3114960"/>
              <a:gd name="connsiteY2277" fmla="*/ 533114 h 5143785"/>
              <a:gd name="connsiteX2278" fmla="*/ 1557719 w 3114960"/>
              <a:gd name="connsiteY2278" fmla="*/ 526828 h 5143785"/>
              <a:gd name="connsiteX2279" fmla="*/ 1552480 w 3114960"/>
              <a:gd name="connsiteY2279" fmla="*/ 526828 h 5143785"/>
              <a:gd name="connsiteX2280" fmla="*/ 1552480 w 3114960"/>
              <a:gd name="connsiteY2280" fmla="*/ 483299 h 5143785"/>
              <a:gd name="connsiteX2281" fmla="*/ 1562767 w 3114960"/>
              <a:gd name="connsiteY2281" fmla="*/ 464439 h 5143785"/>
              <a:gd name="connsiteX2282" fmla="*/ 1561052 w 3114960"/>
              <a:gd name="connsiteY2282" fmla="*/ 389573 h 5143785"/>
              <a:gd name="connsiteX2283" fmla="*/ 1543050 w 3114960"/>
              <a:gd name="connsiteY2283" fmla="*/ 368046 h 5143785"/>
              <a:gd name="connsiteX2284" fmla="*/ 1546003 w 3114960"/>
              <a:gd name="connsiteY2284" fmla="*/ 361379 h 5143785"/>
              <a:gd name="connsiteX2285" fmla="*/ 1546003 w 3114960"/>
              <a:gd name="connsiteY2285" fmla="*/ 361379 h 5143785"/>
              <a:gd name="connsiteX2286" fmla="*/ 1535906 w 3114960"/>
              <a:gd name="connsiteY2286" fmla="*/ 350139 h 5143785"/>
              <a:gd name="connsiteX2287" fmla="*/ 1530668 w 3114960"/>
              <a:gd name="connsiteY2287" fmla="*/ 351377 h 5143785"/>
              <a:gd name="connsiteX2288" fmla="*/ 1514285 w 3114960"/>
              <a:gd name="connsiteY2288" fmla="*/ 332423 h 5143785"/>
              <a:gd name="connsiteX2289" fmla="*/ 1514285 w 3114960"/>
              <a:gd name="connsiteY2289" fmla="*/ 273749 h 5143785"/>
              <a:gd name="connsiteX2290" fmla="*/ 1474946 w 3114960"/>
              <a:gd name="connsiteY2290" fmla="*/ 235839 h 5143785"/>
              <a:gd name="connsiteX2291" fmla="*/ 1475613 w 3114960"/>
              <a:gd name="connsiteY2291" fmla="*/ 232982 h 5143785"/>
              <a:gd name="connsiteX2292" fmla="*/ 1475613 w 3114960"/>
              <a:gd name="connsiteY2292" fmla="*/ 218599 h 5143785"/>
              <a:gd name="connsiteX2293" fmla="*/ 1471232 w 3114960"/>
              <a:gd name="connsiteY2293" fmla="*/ 232601 h 5143785"/>
              <a:gd name="connsiteX2294" fmla="*/ 1469136 w 3114960"/>
              <a:gd name="connsiteY2294" fmla="*/ 234696 h 5143785"/>
              <a:gd name="connsiteX2295" fmla="*/ 1454753 w 3114960"/>
              <a:gd name="connsiteY2295" fmla="*/ 234696 h 5143785"/>
              <a:gd name="connsiteX2296" fmla="*/ 1452658 w 3114960"/>
              <a:gd name="connsiteY2296" fmla="*/ 232601 h 5143785"/>
              <a:gd name="connsiteX2297" fmla="*/ 1452658 w 3114960"/>
              <a:gd name="connsiteY2297" fmla="*/ 218218 h 5143785"/>
              <a:gd name="connsiteX2298" fmla="*/ 1454753 w 3114960"/>
              <a:gd name="connsiteY2298" fmla="*/ 216122 h 5143785"/>
              <a:gd name="connsiteX2299" fmla="*/ 1469136 w 3114960"/>
              <a:gd name="connsiteY2299" fmla="*/ 216122 h 5143785"/>
              <a:gd name="connsiteX2300" fmla="*/ 1471232 w 3114960"/>
              <a:gd name="connsiteY2300" fmla="*/ 218218 h 5143785"/>
              <a:gd name="connsiteX2301" fmla="*/ 1471232 w 3114960"/>
              <a:gd name="connsiteY2301" fmla="*/ 232601 h 5143785"/>
              <a:gd name="connsiteX2302" fmla="*/ 1554385 w 3114960"/>
              <a:gd name="connsiteY2302" fmla="*/ 853059 h 5143785"/>
              <a:gd name="connsiteX2303" fmla="*/ 1549622 w 3114960"/>
              <a:gd name="connsiteY2303" fmla="*/ 845249 h 5143785"/>
              <a:gd name="connsiteX2304" fmla="*/ 1551813 w 3114960"/>
              <a:gd name="connsiteY2304" fmla="*/ 836390 h 5143785"/>
              <a:gd name="connsiteX2305" fmla="*/ 1568577 w 3114960"/>
              <a:gd name="connsiteY2305" fmla="*/ 833819 h 5143785"/>
              <a:gd name="connsiteX2306" fmla="*/ 1573340 w 3114960"/>
              <a:gd name="connsiteY2306" fmla="*/ 841629 h 5143785"/>
              <a:gd name="connsiteX2307" fmla="*/ 1571149 w 3114960"/>
              <a:gd name="connsiteY2307" fmla="*/ 850487 h 5143785"/>
              <a:gd name="connsiteX2308" fmla="*/ 1563338 w 3114960"/>
              <a:gd name="connsiteY2308" fmla="*/ 855250 h 5143785"/>
              <a:gd name="connsiteX2309" fmla="*/ 1554480 w 3114960"/>
              <a:gd name="connsiteY2309" fmla="*/ 853059 h 5143785"/>
              <a:gd name="connsiteX2310" fmla="*/ 1507141 w 3114960"/>
              <a:gd name="connsiteY2310" fmla="*/ 834295 h 5143785"/>
              <a:gd name="connsiteX2311" fmla="*/ 1511237 w 3114960"/>
              <a:gd name="connsiteY2311" fmla="*/ 841058 h 5143785"/>
              <a:gd name="connsiteX2312" fmla="*/ 1509332 w 3114960"/>
              <a:gd name="connsiteY2312" fmla="*/ 848773 h 5143785"/>
              <a:gd name="connsiteX2313" fmla="*/ 1494853 w 3114960"/>
              <a:gd name="connsiteY2313" fmla="*/ 850964 h 5143785"/>
              <a:gd name="connsiteX2314" fmla="*/ 1490758 w 3114960"/>
              <a:gd name="connsiteY2314" fmla="*/ 844201 h 5143785"/>
              <a:gd name="connsiteX2315" fmla="*/ 1492663 w 3114960"/>
              <a:gd name="connsiteY2315" fmla="*/ 836486 h 5143785"/>
              <a:gd name="connsiteX2316" fmla="*/ 1499426 w 3114960"/>
              <a:gd name="connsiteY2316" fmla="*/ 832390 h 5143785"/>
              <a:gd name="connsiteX2317" fmla="*/ 1507141 w 3114960"/>
              <a:gd name="connsiteY2317" fmla="*/ 834295 h 5143785"/>
              <a:gd name="connsiteX2318" fmla="*/ 1558100 w 3114960"/>
              <a:gd name="connsiteY2318" fmla="*/ 531209 h 5143785"/>
              <a:gd name="connsiteX2319" fmla="*/ 1559624 w 3114960"/>
              <a:gd name="connsiteY2319" fmla="*/ 532733 h 5143785"/>
              <a:gd name="connsiteX2320" fmla="*/ 1559624 w 3114960"/>
              <a:gd name="connsiteY2320" fmla="*/ 548164 h 5143785"/>
              <a:gd name="connsiteX2321" fmla="*/ 1558100 w 3114960"/>
              <a:gd name="connsiteY2321" fmla="*/ 549688 h 5143785"/>
              <a:gd name="connsiteX2322" fmla="*/ 1542669 w 3114960"/>
              <a:gd name="connsiteY2322" fmla="*/ 549688 h 5143785"/>
              <a:gd name="connsiteX2323" fmla="*/ 1541145 w 3114960"/>
              <a:gd name="connsiteY2323" fmla="*/ 548164 h 5143785"/>
              <a:gd name="connsiteX2324" fmla="*/ 1541145 w 3114960"/>
              <a:gd name="connsiteY2324" fmla="*/ 532733 h 5143785"/>
              <a:gd name="connsiteX2325" fmla="*/ 1542669 w 3114960"/>
              <a:gd name="connsiteY2325" fmla="*/ 531209 h 5143785"/>
              <a:gd name="connsiteX2326" fmla="*/ 1558100 w 3114960"/>
              <a:gd name="connsiteY2326" fmla="*/ 531209 h 5143785"/>
              <a:gd name="connsiteX2327" fmla="*/ 1531620 w 3114960"/>
              <a:gd name="connsiteY2327" fmla="*/ 355949 h 5143785"/>
              <a:gd name="connsiteX2328" fmla="*/ 1535621 w 3114960"/>
              <a:gd name="connsiteY2328" fmla="*/ 354425 h 5143785"/>
              <a:gd name="connsiteX2329" fmla="*/ 1535906 w 3114960"/>
              <a:gd name="connsiteY2329" fmla="*/ 354425 h 5143785"/>
              <a:gd name="connsiteX2330" fmla="*/ 1541526 w 3114960"/>
              <a:gd name="connsiteY2330" fmla="*/ 360712 h 5143785"/>
              <a:gd name="connsiteX2331" fmla="*/ 1535240 w 3114960"/>
              <a:gd name="connsiteY2331" fmla="*/ 366332 h 5143785"/>
              <a:gd name="connsiteX2332" fmla="*/ 1529620 w 3114960"/>
              <a:gd name="connsiteY2332" fmla="*/ 360045 h 5143785"/>
              <a:gd name="connsiteX2333" fmla="*/ 1531620 w 3114960"/>
              <a:gd name="connsiteY2333" fmla="*/ 355949 h 5143785"/>
              <a:gd name="connsiteX2334" fmla="*/ 1325785 w 3114960"/>
              <a:gd name="connsiteY2334" fmla="*/ 4515803 h 5143785"/>
              <a:gd name="connsiteX2335" fmla="*/ 1341692 w 3114960"/>
              <a:gd name="connsiteY2335" fmla="*/ 4509326 h 5143785"/>
              <a:gd name="connsiteX2336" fmla="*/ 1335215 w 3114960"/>
              <a:gd name="connsiteY2336" fmla="*/ 4493419 h 5143785"/>
              <a:gd name="connsiteX2337" fmla="*/ 1331976 w 3114960"/>
              <a:gd name="connsiteY2337" fmla="*/ 4492752 h 5143785"/>
              <a:gd name="connsiteX2338" fmla="*/ 1331976 w 3114960"/>
              <a:gd name="connsiteY2338" fmla="*/ 4391978 h 5143785"/>
              <a:gd name="connsiteX2339" fmla="*/ 1354169 w 3114960"/>
              <a:gd name="connsiteY2339" fmla="*/ 4372832 h 5143785"/>
              <a:gd name="connsiteX2340" fmla="*/ 1353503 w 3114960"/>
              <a:gd name="connsiteY2340" fmla="*/ 4209479 h 5143785"/>
              <a:gd name="connsiteX2341" fmla="*/ 1361218 w 3114960"/>
              <a:gd name="connsiteY2341" fmla="*/ 4203669 h 5143785"/>
              <a:gd name="connsiteX2342" fmla="*/ 1356836 w 3114960"/>
              <a:gd name="connsiteY2342" fmla="*/ 4183571 h 5143785"/>
              <a:gd name="connsiteX2343" fmla="*/ 1336739 w 3114960"/>
              <a:gd name="connsiteY2343" fmla="*/ 4187952 h 5143785"/>
              <a:gd name="connsiteX2344" fmla="*/ 1341120 w 3114960"/>
              <a:gd name="connsiteY2344" fmla="*/ 4208050 h 5143785"/>
              <a:gd name="connsiteX2345" fmla="*/ 1341120 w 3114960"/>
              <a:gd name="connsiteY2345" fmla="*/ 4208050 h 5143785"/>
              <a:gd name="connsiteX2346" fmla="*/ 1348740 w 3114960"/>
              <a:gd name="connsiteY2346" fmla="*/ 4210336 h 5143785"/>
              <a:gd name="connsiteX2347" fmla="*/ 1349407 w 3114960"/>
              <a:gd name="connsiteY2347" fmla="*/ 4370737 h 5143785"/>
              <a:gd name="connsiteX2348" fmla="*/ 1327214 w 3114960"/>
              <a:gd name="connsiteY2348" fmla="*/ 4389882 h 5143785"/>
              <a:gd name="connsiteX2349" fmla="*/ 1327214 w 3114960"/>
              <a:gd name="connsiteY2349" fmla="*/ 4493229 h 5143785"/>
              <a:gd name="connsiteX2350" fmla="*/ 1319308 w 3114960"/>
              <a:gd name="connsiteY2350" fmla="*/ 4500087 h 5143785"/>
              <a:gd name="connsiteX2351" fmla="*/ 1325785 w 3114960"/>
              <a:gd name="connsiteY2351" fmla="*/ 4515993 h 5143785"/>
              <a:gd name="connsiteX2352" fmla="*/ 1343692 w 3114960"/>
              <a:gd name="connsiteY2352" fmla="*/ 4203954 h 5143785"/>
              <a:gd name="connsiteX2353" fmla="*/ 1340739 w 3114960"/>
              <a:gd name="connsiteY2353" fmla="*/ 4190429 h 5143785"/>
              <a:gd name="connsiteX2354" fmla="*/ 1354265 w 3114960"/>
              <a:gd name="connsiteY2354" fmla="*/ 4187476 h 5143785"/>
              <a:gd name="connsiteX2355" fmla="*/ 1357217 w 3114960"/>
              <a:gd name="connsiteY2355" fmla="*/ 4201002 h 5143785"/>
              <a:gd name="connsiteX2356" fmla="*/ 1343692 w 3114960"/>
              <a:gd name="connsiteY2356" fmla="*/ 4203954 h 5143785"/>
              <a:gd name="connsiteX2357" fmla="*/ 527209 w 3114960"/>
              <a:gd name="connsiteY2357" fmla="*/ 2007680 h 5143785"/>
              <a:gd name="connsiteX2358" fmla="*/ 520065 w 3114960"/>
              <a:gd name="connsiteY2358" fmla="*/ 2007680 h 5143785"/>
              <a:gd name="connsiteX2359" fmla="*/ 520065 w 3114960"/>
              <a:gd name="connsiteY2359" fmla="*/ 1999202 h 5143785"/>
              <a:gd name="connsiteX2360" fmla="*/ 527209 w 3114960"/>
              <a:gd name="connsiteY2360" fmla="*/ 1999202 h 5143785"/>
              <a:gd name="connsiteX2361" fmla="*/ 527209 w 3114960"/>
              <a:gd name="connsiteY2361" fmla="*/ 2007680 h 5143785"/>
              <a:gd name="connsiteX2362" fmla="*/ 1802511 w 3114960"/>
              <a:gd name="connsiteY2362" fmla="*/ 2334863 h 5143785"/>
              <a:gd name="connsiteX2363" fmla="*/ 1799177 w 3114960"/>
              <a:gd name="connsiteY2363" fmla="*/ 2338197 h 5143785"/>
              <a:gd name="connsiteX2364" fmla="*/ 1785747 w 3114960"/>
              <a:gd name="connsiteY2364" fmla="*/ 2324767 h 5143785"/>
              <a:gd name="connsiteX2365" fmla="*/ 1789081 w 3114960"/>
              <a:gd name="connsiteY2365" fmla="*/ 2321433 h 5143785"/>
              <a:gd name="connsiteX2366" fmla="*/ 1802511 w 3114960"/>
              <a:gd name="connsiteY2366" fmla="*/ 2334863 h 5143785"/>
              <a:gd name="connsiteX2367" fmla="*/ 1538097 w 3114960"/>
              <a:gd name="connsiteY2367" fmla="*/ 191453 h 5143785"/>
              <a:gd name="connsiteX2368" fmla="*/ 1573149 w 3114960"/>
              <a:gd name="connsiteY2368" fmla="*/ 227076 h 5143785"/>
              <a:gd name="connsiteX2369" fmla="*/ 1574864 w 3114960"/>
              <a:gd name="connsiteY2369" fmla="*/ 227743 h 5143785"/>
              <a:gd name="connsiteX2370" fmla="*/ 1575054 w 3114960"/>
              <a:gd name="connsiteY2370" fmla="*/ 227743 h 5143785"/>
              <a:gd name="connsiteX2371" fmla="*/ 1576769 w 3114960"/>
              <a:gd name="connsiteY2371" fmla="*/ 226695 h 5143785"/>
              <a:gd name="connsiteX2372" fmla="*/ 1591532 w 3114960"/>
              <a:gd name="connsiteY2372" fmla="*/ 205454 h 5143785"/>
              <a:gd name="connsiteX2373" fmla="*/ 1591913 w 3114960"/>
              <a:gd name="connsiteY2373" fmla="*/ 204121 h 5143785"/>
              <a:gd name="connsiteX2374" fmla="*/ 1591913 w 3114960"/>
              <a:gd name="connsiteY2374" fmla="*/ 147161 h 5143785"/>
              <a:gd name="connsiteX2375" fmla="*/ 1601343 w 3114960"/>
              <a:gd name="connsiteY2375" fmla="*/ 135827 h 5143785"/>
              <a:gd name="connsiteX2376" fmla="*/ 1589532 w 3114960"/>
              <a:gd name="connsiteY2376" fmla="*/ 124016 h 5143785"/>
              <a:gd name="connsiteX2377" fmla="*/ 1577721 w 3114960"/>
              <a:gd name="connsiteY2377" fmla="*/ 135827 h 5143785"/>
              <a:gd name="connsiteX2378" fmla="*/ 1587151 w 3114960"/>
              <a:gd name="connsiteY2378" fmla="*/ 147161 h 5143785"/>
              <a:gd name="connsiteX2379" fmla="*/ 1587151 w 3114960"/>
              <a:gd name="connsiteY2379" fmla="*/ 203359 h 5143785"/>
              <a:gd name="connsiteX2380" fmla="*/ 1574387 w 3114960"/>
              <a:gd name="connsiteY2380" fmla="*/ 221647 h 5143785"/>
              <a:gd name="connsiteX2381" fmla="*/ 1542098 w 3114960"/>
              <a:gd name="connsiteY2381" fmla="*/ 188786 h 5143785"/>
              <a:gd name="connsiteX2382" fmla="*/ 1542098 w 3114960"/>
              <a:gd name="connsiteY2382" fmla="*/ 159449 h 5143785"/>
              <a:gd name="connsiteX2383" fmla="*/ 1549241 w 3114960"/>
              <a:gd name="connsiteY2383" fmla="*/ 150590 h 5143785"/>
              <a:gd name="connsiteX2384" fmla="*/ 1539907 w 3114960"/>
              <a:gd name="connsiteY2384" fmla="*/ 141256 h 5143785"/>
              <a:gd name="connsiteX2385" fmla="*/ 1530572 w 3114960"/>
              <a:gd name="connsiteY2385" fmla="*/ 150590 h 5143785"/>
              <a:gd name="connsiteX2386" fmla="*/ 1537240 w 3114960"/>
              <a:gd name="connsiteY2386" fmla="*/ 159353 h 5143785"/>
              <a:gd name="connsiteX2387" fmla="*/ 1537240 w 3114960"/>
              <a:gd name="connsiteY2387" fmla="*/ 189738 h 5143785"/>
              <a:gd name="connsiteX2388" fmla="*/ 1537907 w 3114960"/>
              <a:gd name="connsiteY2388" fmla="*/ 191453 h 5143785"/>
              <a:gd name="connsiteX2389" fmla="*/ 1582579 w 3114960"/>
              <a:gd name="connsiteY2389" fmla="*/ 135827 h 5143785"/>
              <a:gd name="connsiteX2390" fmla="*/ 1589627 w 3114960"/>
              <a:gd name="connsiteY2390" fmla="*/ 128778 h 5143785"/>
              <a:gd name="connsiteX2391" fmla="*/ 1596676 w 3114960"/>
              <a:gd name="connsiteY2391" fmla="*/ 135827 h 5143785"/>
              <a:gd name="connsiteX2392" fmla="*/ 1589627 w 3114960"/>
              <a:gd name="connsiteY2392" fmla="*/ 142875 h 5143785"/>
              <a:gd name="connsiteX2393" fmla="*/ 1582579 w 3114960"/>
              <a:gd name="connsiteY2393" fmla="*/ 135827 h 5143785"/>
              <a:gd name="connsiteX2394" fmla="*/ 1920431 w 3114960"/>
              <a:gd name="connsiteY2394" fmla="*/ 4386072 h 5143785"/>
              <a:gd name="connsiteX2395" fmla="*/ 1906810 w 3114960"/>
              <a:gd name="connsiteY2395" fmla="*/ 4397502 h 5143785"/>
              <a:gd name="connsiteX2396" fmla="*/ 1900238 w 3114960"/>
              <a:gd name="connsiteY2396" fmla="*/ 4397502 h 5143785"/>
              <a:gd name="connsiteX2397" fmla="*/ 1861661 w 3114960"/>
              <a:gd name="connsiteY2397" fmla="*/ 4444079 h 5143785"/>
              <a:gd name="connsiteX2398" fmla="*/ 1855756 w 3114960"/>
              <a:gd name="connsiteY2398" fmla="*/ 4444079 h 5143785"/>
              <a:gd name="connsiteX2399" fmla="*/ 1843373 w 3114960"/>
              <a:gd name="connsiteY2399" fmla="*/ 4433697 h 5143785"/>
              <a:gd name="connsiteX2400" fmla="*/ 1830515 w 3114960"/>
              <a:gd name="connsiteY2400" fmla="*/ 4446556 h 5143785"/>
              <a:gd name="connsiteX2401" fmla="*/ 1843373 w 3114960"/>
              <a:gd name="connsiteY2401" fmla="*/ 4459415 h 5143785"/>
              <a:gd name="connsiteX2402" fmla="*/ 1855756 w 3114960"/>
              <a:gd name="connsiteY2402" fmla="*/ 4448937 h 5143785"/>
              <a:gd name="connsiteX2403" fmla="*/ 1863947 w 3114960"/>
              <a:gd name="connsiteY2403" fmla="*/ 4448937 h 5143785"/>
              <a:gd name="connsiteX2404" fmla="*/ 1902524 w 3114960"/>
              <a:gd name="connsiteY2404" fmla="*/ 4402265 h 5143785"/>
              <a:gd name="connsiteX2405" fmla="*/ 1906905 w 3114960"/>
              <a:gd name="connsiteY2405" fmla="*/ 4402265 h 5143785"/>
              <a:gd name="connsiteX2406" fmla="*/ 1920526 w 3114960"/>
              <a:gd name="connsiteY2406" fmla="*/ 4413695 h 5143785"/>
              <a:gd name="connsiteX2407" fmla="*/ 1934337 w 3114960"/>
              <a:gd name="connsiteY2407" fmla="*/ 4399884 h 5143785"/>
              <a:gd name="connsiteX2408" fmla="*/ 1920526 w 3114960"/>
              <a:gd name="connsiteY2408" fmla="*/ 4386072 h 5143785"/>
              <a:gd name="connsiteX2409" fmla="*/ 1843373 w 3114960"/>
              <a:gd name="connsiteY2409" fmla="*/ 4454652 h 5143785"/>
              <a:gd name="connsiteX2410" fmla="*/ 1835277 w 3114960"/>
              <a:gd name="connsiteY2410" fmla="*/ 4446556 h 5143785"/>
              <a:gd name="connsiteX2411" fmla="*/ 1843373 w 3114960"/>
              <a:gd name="connsiteY2411" fmla="*/ 4438460 h 5143785"/>
              <a:gd name="connsiteX2412" fmla="*/ 1851470 w 3114960"/>
              <a:gd name="connsiteY2412" fmla="*/ 4446556 h 5143785"/>
              <a:gd name="connsiteX2413" fmla="*/ 1843373 w 3114960"/>
              <a:gd name="connsiteY2413" fmla="*/ 4454652 h 5143785"/>
              <a:gd name="connsiteX2414" fmla="*/ 95 w 3114960"/>
              <a:gd name="connsiteY2414" fmla="*/ 1297019 h 5143785"/>
              <a:gd name="connsiteX2415" fmla="*/ 31433 w 3114960"/>
              <a:gd name="connsiteY2415" fmla="*/ 1324642 h 5143785"/>
              <a:gd name="connsiteX2416" fmla="*/ 28289 w 3114960"/>
              <a:gd name="connsiteY2416" fmla="*/ 1334072 h 5143785"/>
              <a:gd name="connsiteX2417" fmla="*/ 44482 w 3114960"/>
              <a:gd name="connsiteY2417" fmla="*/ 1350264 h 5143785"/>
              <a:gd name="connsiteX2418" fmla="*/ 60674 w 3114960"/>
              <a:gd name="connsiteY2418" fmla="*/ 1334072 h 5143785"/>
              <a:gd name="connsiteX2419" fmla="*/ 44482 w 3114960"/>
              <a:gd name="connsiteY2419" fmla="*/ 1317879 h 5143785"/>
              <a:gd name="connsiteX2420" fmla="*/ 36862 w 3114960"/>
              <a:gd name="connsiteY2420" fmla="*/ 1319879 h 5143785"/>
              <a:gd name="connsiteX2421" fmla="*/ 95 w 3114960"/>
              <a:gd name="connsiteY2421" fmla="*/ 1287494 h 5143785"/>
              <a:gd name="connsiteX2422" fmla="*/ 95 w 3114960"/>
              <a:gd name="connsiteY2422" fmla="*/ 1297019 h 5143785"/>
              <a:gd name="connsiteX2423" fmla="*/ 44482 w 3114960"/>
              <a:gd name="connsiteY2423" fmla="*/ 1325023 h 5143785"/>
              <a:gd name="connsiteX2424" fmla="*/ 53531 w 3114960"/>
              <a:gd name="connsiteY2424" fmla="*/ 1334072 h 5143785"/>
              <a:gd name="connsiteX2425" fmla="*/ 44482 w 3114960"/>
              <a:gd name="connsiteY2425" fmla="*/ 1343120 h 5143785"/>
              <a:gd name="connsiteX2426" fmla="*/ 35433 w 3114960"/>
              <a:gd name="connsiteY2426" fmla="*/ 1334072 h 5143785"/>
              <a:gd name="connsiteX2427" fmla="*/ 44482 w 3114960"/>
              <a:gd name="connsiteY2427" fmla="*/ 1325023 h 5143785"/>
              <a:gd name="connsiteX2428" fmla="*/ 2007584 w 3114960"/>
              <a:gd name="connsiteY2428" fmla="*/ 4336923 h 5143785"/>
              <a:gd name="connsiteX2429" fmla="*/ 2045970 w 3114960"/>
              <a:gd name="connsiteY2429" fmla="*/ 4385596 h 5143785"/>
              <a:gd name="connsiteX2430" fmla="*/ 2045970 w 3114960"/>
              <a:gd name="connsiteY2430" fmla="*/ 4385596 h 5143785"/>
              <a:gd name="connsiteX2431" fmla="*/ 2045970 w 3114960"/>
              <a:gd name="connsiteY2431" fmla="*/ 4401122 h 5143785"/>
              <a:gd name="connsiteX2432" fmla="*/ 2049780 w 3114960"/>
              <a:gd name="connsiteY2432" fmla="*/ 4406837 h 5143785"/>
              <a:gd name="connsiteX2433" fmla="*/ 2049780 w 3114960"/>
              <a:gd name="connsiteY2433" fmla="*/ 4434745 h 5143785"/>
              <a:gd name="connsiteX2434" fmla="*/ 2065973 w 3114960"/>
              <a:gd name="connsiteY2434" fmla="*/ 4456557 h 5143785"/>
              <a:gd name="connsiteX2435" fmla="*/ 2143601 w 3114960"/>
              <a:gd name="connsiteY2435" fmla="*/ 4456557 h 5143785"/>
              <a:gd name="connsiteX2436" fmla="*/ 2158746 w 3114960"/>
              <a:gd name="connsiteY2436" fmla="*/ 4440936 h 5143785"/>
              <a:gd name="connsiteX2437" fmla="*/ 2198942 w 3114960"/>
              <a:gd name="connsiteY2437" fmla="*/ 4441222 h 5143785"/>
              <a:gd name="connsiteX2438" fmla="*/ 2199227 w 3114960"/>
              <a:gd name="connsiteY2438" fmla="*/ 4442460 h 5143785"/>
              <a:gd name="connsiteX2439" fmla="*/ 2211991 w 3114960"/>
              <a:gd name="connsiteY2439" fmla="*/ 4447794 h 5143785"/>
              <a:gd name="connsiteX2440" fmla="*/ 2217325 w 3114960"/>
              <a:gd name="connsiteY2440" fmla="*/ 4435031 h 5143785"/>
              <a:gd name="connsiteX2441" fmla="*/ 2214944 w 3114960"/>
              <a:gd name="connsiteY2441" fmla="*/ 4431602 h 5143785"/>
              <a:gd name="connsiteX2442" fmla="*/ 2230088 w 3114960"/>
              <a:gd name="connsiteY2442" fmla="*/ 4414457 h 5143785"/>
              <a:gd name="connsiteX2443" fmla="*/ 2230660 w 3114960"/>
              <a:gd name="connsiteY2443" fmla="*/ 4412837 h 5143785"/>
              <a:gd name="connsiteX2444" fmla="*/ 2230374 w 3114960"/>
              <a:gd name="connsiteY2444" fmla="*/ 4349592 h 5143785"/>
              <a:gd name="connsiteX2445" fmla="*/ 2230184 w 3114960"/>
              <a:gd name="connsiteY2445" fmla="*/ 4348544 h 5143785"/>
              <a:gd name="connsiteX2446" fmla="*/ 2219135 w 3114960"/>
              <a:gd name="connsiteY2446" fmla="*/ 4324255 h 5143785"/>
              <a:gd name="connsiteX2447" fmla="*/ 2221516 w 3114960"/>
              <a:gd name="connsiteY2447" fmla="*/ 4321874 h 5143785"/>
              <a:gd name="connsiteX2448" fmla="*/ 2223135 w 3114960"/>
              <a:gd name="connsiteY2448" fmla="*/ 4313492 h 5143785"/>
              <a:gd name="connsiteX2449" fmla="*/ 2218373 w 3114960"/>
              <a:gd name="connsiteY2449" fmla="*/ 4306443 h 5143785"/>
              <a:gd name="connsiteX2450" fmla="*/ 2209991 w 3114960"/>
              <a:gd name="connsiteY2450" fmla="*/ 4304824 h 5143785"/>
              <a:gd name="connsiteX2451" fmla="*/ 2201228 w 3114960"/>
              <a:gd name="connsiteY2451" fmla="*/ 4317969 h 5143785"/>
              <a:gd name="connsiteX2452" fmla="*/ 2212181 w 3114960"/>
              <a:gd name="connsiteY2452" fmla="*/ 4326922 h 5143785"/>
              <a:gd name="connsiteX2453" fmla="*/ 2214372 w 3114960"/>
              <a:gd name="connsiteY2453" fmla="*/ 4326731 h 5143785"/>
              <a:gd name="connsiteX2454" fmla="*/ 2214753 w 3114960"/>
              <a:gd name="connsiteY2454" fmla="*/ 4326541 h 5143785"/>
              <a:gd name="connsiteX2455" fmla="*/ 2225421 w 3114960"/>
              <a:gd name="connsiteY2455" fmla="*/ 4350068 h 5143785"/>
              <a:gd name="connsiteX2456" fmla="*/ 2225612 w 3114960"/>
              <a:gd name="connsiteY2456" fmla="*/ 4411885 h 5143785"/>
              <a:gd name="connsiteX2457" fmla="*/ 2210181 w 3114960"/>
              <a:gd name="connsiteY2457" fmla="*/ 4429316 h 5143785"/>
              <a:gd name="connsiteX2458" fmla="*/ 2204276 w 3114960"/>
              <a:gd name="connsiteY2458" fmla="*/ 4429602 h 5143785"/>
              <a:gd name="connsiteX2459" fmla="*/ 2198656 w 3114960"/>
              <a:gd name="connsiteY2459" fmla="*/ 4436269 h 5143785"/>
              <a:gd name="connsiteX2460" fmla="*/ 2156365 w 3114960"/>
              <a:gd name="connsiteY2460" fmla="*/ 4435983 h 5143785"/>
              <a:gd name="connsiteX2461" fmla="*/ 2141220 w 3114960"/>
              <a:gd name="connsiteY2461" fmla="*/ 4451604 h 5143785"/>
              <a:gd name="connsiteX2462" fmla="*/ 2068163 w 3114960"/>
              <a:gd name="connsiteY2462" fmla="*/ 4451604 h 5143785"/>
              <a:gd name="connsiteX2463" fmla="*/ 2054447 w 3114960"/>
              <a:gd name="connsiteY2463" fmla="*/ 4433030 h 5143785"/>
              <a:gd name="connsiteX2464" fmla="*/ 2054447 w 3114960"/>
              <a:gd name="connsiteY2464" fmla="*/ 4406742 h 5143785"/>
              <a:gd name="connsiteX2465" fmla="*/ 2058257 w 3114960"/>
              <a:gd name="connsiteY2465" fmla="*/ 4401027 h 5143785"/>
              <a:gd name="connsiteX2466" fmla="*/ 2058257 w 3114960"/>
              <a:gd name="connsiteY2466" fmla="*/ 4381500 h 5143785"/>
              <a:gd name="connsiteX2467" fmla="*/ 2051971 w 3114960"/>
              <a:gd name="connsiteY2467" fmla="*/ 4375214 h 5143785"/>
              <a:gd name="connsiteX2468" fmla="*/ 2046542 w 3114960"/>
              <a:gd name="connsiteY2468" fmla="*/ 4378643 h 5143785"/>
              <a:gd name="connsiteX2469" fmla="*/ 2009680 w 3114960"/>
              <a:gd name="connsiteY2469" fmla="*/ 4331970 h 5143785"/>
              <a:gd name="connsiteX2470" fmla="*/ 1934051 w 3114960"/>
              <a:gd name="connsiteY2470" fmla="*/ 4331970 h 5143785"/>
              <a:gd name="connsiteX2471" fmla="*/ 1890046 w 3114960"/>
              <a:gd name="connsiteY2471" fmla="*/ 4368737 h 5143785"/>
              <a:gd name="connsiteX2472" fmla="*/ 1884712 w 3114960"/>
              <a:gd name="connsiteY2472" fmla="*/ 4367118 h 5143785"/>
              <a:gd name="connsiteX2473" fmla="*/ 1873758 w 3114960"/>
              <a:gd name="connsiteY2473" fmla="*/ 4378071 h 5143785"/>
              <a:gd name="connsiteX2474" fmla="*/ 1884712 w 3114960"/>
              <a:gd name="connsiteY2474" fmla="*/ 4389025 h 5143785"/>
              <a:gd name="connsiteX2475" fmla="*/ 1895666 w 3114960"/>
              <a:gd name="connsiteY2475" fmla="*/ 4378071 h 5143785"/>
              <a:gd name="connsiteX2476" fmla="*/ 1893665 w 3114960"/>
              <a:gd name="connsiteY2476" fmla="*/ 4372070 h 5143785"/>
              <a:gd name="connsiteX2477" fmla="*/ 1936052 w 3114960"/>
              <a:gd name="connsiteY2477" fmla="*/ 4336828 h 5143785"/>
              <a:gd name="connsiteX2478" fmla="*/ 2007299 w 3114960"/>
              <a:gd name="connsiteY2478" fmla="*/ 4336828 h 5143785"/>
              <a:gd name="connsiteX2479" fmla="*/ 2217611 w 3114960"/>
              <a:gd name="connsiteY2479" fmla="*/ 4319302 h 5143785"/>
              <a:gd name="connsiteX2480" fmla="*/ 2213610 w 3114960"/>
              <a:gd name="connsiteY2480" fmla="*/ 4321969 h 5143785"/>
              <a:gd name="connsiteX2481" fmla="*/ 2206181 w 3114960"/>
              <a:gd name="connsiteY2481" fmla="*/ 4317111 h 5143785"/>
              <a:gd name="connsiteX2482" fmla="*/ 2211134 w 3114960"/>
              <a:gd name="connsiteY2482" fmla="*/ 4309682 h 5143785"/>
              <a:gd name="connsiteX2483" fmla="*/ 2215896 w 3114960"/>
              <a:gd name="connsiteY2483" fmla="*/ 4310634 h 5143785"/>
              <a:gd name="connsiteX2484" fmla="*/ 2218563 w 3114960"/>
              <a:gd name="connsiteY2484" fmla="*/ 4314635 h 5143785"/>
              <a:gd name="connsiteX2485" fmla="*/ 2217611 w 3114960"/>
              <a:gd name="connsiteY2485" fmla="*/ 4319397 h 5143785"/>
              <a:gd name="connsiteX2486" fmla="*/ 1536192 w 3114960"/>
              <a:gd name="connsiteY2486" fmla="*/ 302609 h 5143785"/>
              <a:gd name="connsiteX2487" fmla="*/ 1524572 w 3114960"/>
              <a:gd name="connsiteY2487" fmla="*/ 313087 h 5143785"/>
              <a:gd name="connsiteX2488" fmla="*/ 1535049 w 3114960"/>
              <a:gd name="connsiteY2488" fmla="*/ 324707 h 5143785"/>
              <a:gd name="connsiteX2489" fmla="*/ 1540764 w 3114960"/>
              <a:gd name="connsiteY2489" fmla="*/ 323279 h 5143785"/>
              <a:gd name="connsiteX2490" fmla="*/ 1589437 w 3114960"/>
              <a:gd name="connsiteY2490" fmla="*/ 382429 h 5143785"/>
              <a:gd name="connsiteX2491" fmla="*/ 1589151 w 3114960"/>
              <a:gd name="connsiteY2491" fmla="*/ 481394 h 5143785"/>
              <a:gd name="connsiteX2492" fmla="*/ 1584293 w 3114960"/>
              <a:gd name="connsiteY2492" fmla="*/ 481394 h 5143785"/>
              <a:gd name="connsiteX2493" fmla="*/ 1577435 w 3114960"/>
              <a:gd name="connsiteY2493" fmla="*/ 488252 h 5143785"/>
              <a:gd name="connsiteX2494" fmla="*/ 1577435 w 3114960"/>
              <a:gd name="connsiteY2494" fmla="*/ 502634 h 5143785"/>
              <a:gd name="connsiteX2495" fmla="*/ 1584293 w 3114960"/>
              <a:gd name="connsiteY2495" fmla="*/ 509492 h 5143785"/>
              <a:gd name="connsiteX2496" fmla="*/ 1598676 w 3114960"/>
              <a:gd name="connsiteY2496" fmla="*/ 509492 h 5143785"/>
              <a:gd name="connsiteX2497" fmla="*/ 1605534 w 3114960"/>
              <a:gd name="connsiteY2497" fmla="*/ 502634 h 5143785"/>
              <a:gd name="connsiteX2498" fmla="*/ 1605534 w 3114960"/>
              <a:gd name="connsiteY2498" fmla="*/ 488252 h 5143785"/>
              <a:gd name="connsiteX2499" fmla="*/ 1598676 w 3114960"/>
              <a:gd name="connsiteY2499" fmla="*/ 481394 h 5143785"/>
              <a:gd name="connsiteX2500" fmla="*/ 1593818 w 3114960"/>
              <a:gd name="connsiteY2500" fmla="*/ 481394 h 5143785"/>
              <a:gd name="connsiteX2501" fmla="*/ 1594104 w 3114960"/>
              <a:gd name="connsiteY2501" fmla="*/ 380714 h 5143785"/>
              <a:gd name="connsiteX2502" fmla="*/ 1544288 w 3114960"/>
              <a:gd name="connsiteY2502" fmla="*/ 320135 h 5143785"/>
              <a:gd name="connsiteX2503" fmla="*/ 1546574 w 3114960"/>
              <a:gd name="connsiteY2503" fmla="*/ 314230 h 5143785"/>
              <a:gd name="connsiteX2504" fmla="*/ 1536097 w 3114960"/>
              <a:gd name="connsiteY2504" fmla="*/ 302609 h 5143785"/>
              <a:gd name="connsiteX2505" fmla="*/ 1598771 w 3114960"/>
              <a:gd name="connsiteY2505" fmla="*/ 486156 h 5143785"/>
              <a:gd name="connsiteX2506" fmla="*/ 1600867 w 3114960"/>
              <a:gd name="connsiteY2506" fmla="*/ 488252 h 5143785"/>
              <a:gd name="connsiteX2507" fmla="*/ 1600867 w 3114960"/>
              <a:gd name="connsiteY2507" fmla="*/ 502634 h 5143785"/>
              <a:gd name="connsiteX2508" fmla="*/ 1598771 w 3114960"/>
              <a:gd name="connsiteY2508" fmla="*/ 504730 h 5143785"/>
              <a:gd name="connsiteX2509" fmla="*/ 1584389 w 3114960"/>
              <a:gd name="connsiteY2509" fmla="*/ 504730 h 5143785"/>
              <a:gd name="connsiteX2510" fmla="*/ 1582293 w 3114960"/>
              <a:gd name="connsiteY2510" fmla="*/ 502634 h 5143785"/>
              <a:gd name="connsiteX2511" fmla="*/ 1582293 w 3114960"/>
              <a:gd name="connsiteY2511" fmla="*/ 488252 h 5143785"/>
              <a:gd name="connsiteX2512" fmla="*/ 1584389 w 3114960"/>
              <a:gd name="connsiteY2512" fmla="*/ 486156 h 5143785"/>
              <a:gd name="connsiteX2513" fmla="*/ 1598771 w 3114960"/>
              <a:gd name="connsiteY2513" fmla="*/ 486156 h 5143785"/>
              <a:gd name="connsiteX2514" fmla="*/ 520065 w 3114960"/>
              <a:gd name="connsiteY2514" fmla="*/ 2016062 h 5143785"/>
              <a:gd name="connsiteX2515" fmla="*/ 527209 w 3114960"/>
              <a:gd name="connsiteY2515" fmla="*/ 2016062 h 5143785"/>
              <a:gd name="connsiteX2516" fmla="*/ 527209 w 3114960"/>
              <a:gd name="connsiteY2516" fmla="*/ 2024539 h 5143785"/>
              <a:gd name="connsiteX2517" fmla="*/ 520065 w 3114960"/>
              <a:gd name="connsiteY2517" fmla="*/ 2024539 h 5143785"/>
              <a:gd name="connsiteX2518" fmla="*/ 520065 w 3114960"/>
              <a:gd name="connsiteY2518" fmla="*/ 2016062 h 5143785"/>
              <a:gd name="connsiteX2519" fmla="*/ 1826038 w 3114960"/>
              <a:gd name="connsiteY2519" fmla="*/ 2365153 h 5143785"/>
              <a:gd name="connsiteX2520" fmla="*/ 1812607 w 3114960"/>
              <a:gd name="connsiteY2520" fmla="*/ 2351723 h 5143785"/>
              <a:gd name="connsiteX2521" fmla="*/ 1815941 w 3114960"/>
              <a:gd name="connsiteY2521" fmla="*/ 2348389 h 5143785"/>
              <a:gd name="connsiteX2522" fmla="*/ 1829467 w 3114960"/>
              <a:gd name="connsiteY2522" fmla="*/ 2361819 h 5143785"/>
              <a:gd name="connsiteX2523" fmla="*/ 1826133 w 3114960"/>
              <a:gd name="connsiteY2523" fmla="*/ 2365153 h 5143785"/>
              <a:gd name="connsiteX2524" fmla="*/ 1207389 w 3114960"/>
              <a:gd name="connsiteY2524" fmla="*/ 4287203 h 5143785"/>
              <a:gd name="connsiteX2525" fmla="*/ 1203960 w 3114960"/>
              <a:gd name="connsiteY2525" fmla="*/ 4293680 h 5143785"/>
              <a:gd name="connsiteX2526" fmla="*/ 1127284 w 3114960"/>
              <a:gd name="connsiteY2526" fmla="*/ 4293394 h 5143785"/>
              <a:gd name="connsiteX2527" fmla="*/ 1108139 w 3114960"/>
              <a:gd name="connsiteY2527" fmla="*/ 4271201 h 5143785"/>
              <a:gd name="connsiteX2528" fmla="*/ 985361 w 3114960"/>
              <a:gd name="connsiteY2528" fmla="*/ 4271201 h 5143785"/>
              <a:gd name="connsiteX2529" fmla="*/ 976598 w 3114960"/>
              <a:gd name="connsiteY2529" fmla="*/ 4261866 h 5143785"/>
              <a:gd name="connsiteX2530" fmla="*/ 976598 w 3114960"/>
              <a:gd name="connsiteY2530" fmla="*/ 4224814 h 5143785"/>
              <a:gd name="connsiteX2531" fmla="*/ 977265 w 3114960"/>
              <a:gd name="connsiteY2531" fmla="*/ 4224814 h 5143785"/>
              <a:gd name="connsiteX2532" fmla="*/ 983837 w 3114960"/>
              <a:gd name="connsiteY2532" fmla="*/ 4219575 h 5143785"/>
              <a:gd name="connsiteX2533" fmla="*/ 984790 w 3114960"/>
              <a:gd name="connsiteY2533" fmla="*/ 4211288 h 5143785"/>
              <a:gd name="connsiteX2534" fmla="*/ 976313 w 3114960"/>
              <a:gd name="connsiteY2534" fmla="*/ 4203669 h 5143785"/>
              <a:gd name="connsiteX2535" fmla="*/ 976694 w 3114960"/>
              <a:gd name="connsiteY2535" fmla="*/ 4136422 h 5143785"/>
              <a:gd name="connsiteX2536" fmla="*/ 917067 w 3114960"/>
              <a:gd name="connsiteY2536" fmla="*/ 4069366 h 5143785"/>
              <a:gd name="connsiteX2537" fmla="*/ 916781 w 3114960"/>
              <a:gd name="connsiteY2537" fmla="*/ 3989832 h 5143785"/>
              <a:gd name="connsiteX2538" fmla="*/ 921068 w 3114960"/>
              <a:gd name="connsiteY2538" fmla="*/ 3989832 h 5143785"/>
              <a:gd name="connsiteX2539" fmla="*/ 926592 w 3114960"/>
              <a:gd name="connsiteY2539" fmla="*/ 3984308 h 5143785"/>
              <a:gd name="connsiteX2540" fmla="*/ 926592 w 3114960"/>
              <a:gd name="connsiteY2540" fmla="*/ 3970877 h 5143785"/>
              <a:gd name="connsiteX2541" fmla="*/ 921068 w 3114960"/>
              <a:gd name="connsiteY2541" fmla="*/ 3965353 h 5143785"/>
              <a:gd name="connsiteX2542" fmla="*/ 907637 w 3114960"/>
              <a:gd name="connsiteY2542" fmla="*/ 3965353 h 5143785"/>
              <a:gd name="connsiteX2543" fmla="*/ 902113 w 3114960"/>
              <a:gd name="connsiteY2543" fmla="*/ 3970877 h 5143785"/>
              <a:gd name="connsiteX2544" fmla="*/ 902113 w 3114960"/>
              <a:gd name="connsiteY2544" fmla="*/ 3976211 h 5143785"/>
              <a:gd name="connsiteX2545" fmla="*/ 880682 w 3114960"/>
              <a:gd name="connsiteY2545" fmla="*/ 3976211 h 5143785"/>
              <a:gd name="connsiteX2546" fmla="*/ 852297 w 3114960"/>
              <a:gd name="connsiteY2546" fmla="*/ 3949065 h 5143785"/>
              <a:gd name="connsiteX2547" fmla="*/ 708089 w 3114960"/>
              <a:gd name="connsiteY2547" fmla="*/ 3949065 h 5143785"/>
              <a:gd name="connsiteX2548" fmla="*/ 688658 w 3114960"/>
              <a:gd name="connsiteY2548" fmla="*/ 3938492 h 5143785"/>
              <a:gd name="connsiteX2549" fmla="*/ 641509 w 3114960"/>
              <a:gd name="connsiteY2549" fmla="*/ 3938207 h 5143785"/>
              <a:gd name="connsiteX2550" fmla="*/ 641033 w 3114960"/>
              <a:gd name="connsiteY2550" fmla="*/ 3934492 h 5143785"/>
              <a:gd name="connsiteX2551" fmla="*/ 634556 w 3114960"/>
              <a:gd name="connsiteY2551" fmla="*/ 3927253 h 5143785"/>
              <a:gd name="connsiteX2552" fmla="*/ 624935 w 3114960"/>
              <a:gd name="connsiteY2552" fmla="*/ 3926681 h 5143785"/>
              <a:gd name="connsiteX2553" fmla="*/ 617220 w 3114960"/>
              <a:gd name="connsiteY2553" fmla="*/ 3942779 h 5143785"/>
              <a:gd name="connsiteX2554" fmla="*/ 629126 w 3114960"/>
              <a:gd name="connsiteY2554" fmla="*/ 3951256 h 5143785"/>
              <a:gd name="connsiteX2555" fmla="*/ 633317 w 3114960"/>
              <a:gd name="connsiteY2555" fmla="*/ 3950589 h 5143785"/>
              <a:gd name="connsiteX2556" fmla="*/ 640556 w 3114960"/>
              <a:gd name="connsiteY2556" fmla="*/ 3944112 h 5143785"/>
              <a:gd name="connsiteX2557" fmla="*/ 640842 w 3114960"/>
              <a:gd name="connsiteY2557" fmla="*/ 3942874 h 5143785"/>
              <a:gd name="connsiteX2558" fmla="*/ 686943 w 3114960"/>
              <a:gd name="connsiteY2558" fmla="*/ 3942874 h 5143785"/>
              <a:gd name="connsiteX2559" fmla="*/ 706374 w 3114960"/>
              <a:gd name="connsiteY2559" fmla="*/ 3953447 h 5143785"/>
              <a:gd name="connsiteX2560" fmla="*/ 850392 w 3114960"/>
              <a:gd name="connsiteY2560" fmla="*/ 3953732 h 5143785"/>
              <a:gd name="connsiteX2561" fmla="*/ 878777 w 3114960"/>
              <a:gd name="connsiteY2561" fmla="*/ 3980879 h 5143785"/>
              <a:gd name="connsiteX2562" fmla="*/ 902113 w 3114960"/>
              <a:gd name="connsiteY2562" fmla="*/ 3980879 h 5143785"/>
              <a:gd name="connsiteX2563" fmla="*/ 902113 w 3114960"/>
              <a:gd name="connsiteY2563" fmla="*/ 3984212 h 5143785"/>
              <a:gd name="connsiteX2564" fmla="*/ 907637 w 3114960"/>
              <a:gd name="connsiteY2564" fmla="*/ 3989737 h 5143785"/>
              <a:gd name="connsiteX2565" fmla="*/ 911924 w 3114960"/>
              <a:gd name="connsiteY2565" fmla="*/ 3989737 h 5143785"/>
              <a:gd name="connsiteX2566" fmla="*/ 912209 w 3114960"/>
              <a:gd name="connsiteY2566" fmla="*/ 4071080 h 5143785"/>
              <a:gd name="connsiteX2567" fmla="*/ 971836 w 3114960"/>
              <a:gd name="connsiteY2567" fmla="*/ 4138136 h 5143785"/>
              <a:gd name="connsiteX2568" fmla="*/ 971455 w 3114960"/>
              <a:gd name="connsiteY2568" fmla="*/ 4203669 h 5143785"/>
              <a:gd name="connsiteX2569" fmla="*/ 971169 w 3114960"/>
              <a:gd name="connsiteY2569" fmla="*/ 4203669 h 5143785"/>
              <a:gd name="connsiteX2570" fmla="*/ 963644 w 3114960"/>
              <a:gd name="connsiteY2570" fmla="*/ 4217194 h 5143785"/>
              <a:gd name="connsiteX2571" fmla="*/ 968883 w 3114960"/>
              <a:gd name="connsiteY2571" fmla="*/ 4223766 h 5143785"/>
              <a:gd name="connsiteX2572" fmla="*/ 971836 w 3114960"/>
              <a:gd name="connsiteY2572" fmla="*/ 4224814 h 5143785"/>
              <a:gd name="connsiteX2573" fmla="*/ 971836 w 3114960"/>
              <a:gd name="connsiteY2573" fmla="*/ 4263676 h 5143785"/>
              <a:gd name="connsiteX2574" fmla="*/ 983361 w 3114960"/>
              <a:gd name="connsiteY2574" fmla="*/ 4275963 h 5143785"/>
              <a:gd name="connsiteX2575" fmla="*/ 1106043 w 3114960"/>
              <a:gd name="connsiteY2575" fmla="*/ 4275963 h 5143785"/>
              <a:gd name="connsiteX2576" fmla="*/ 1125188 w 3114960"/>
              <a:gd name="connsiteY2576" fmla="*/ 4298156 h 5143785"/>
              <a:gd name="connsiteX2577" fmla="*/ 1204055 w 3114960"/>
              <a:gd name="connsiteY2577" fmla="*/ 4298442 h 5143785"/>
              <a:gd name="connsiteX2578" fmla="*/ 1206913 w 3114960"/>
              <a:gd name="connsiteY2578" fmla="*/ 4304348 h 5143785"/>
              <a:gd name="connsiteX2579" fmla="*/ 1224153 w 3114960"/>
              <a:gd name="connsiteY2579" fmla="*/ 4304919 h 5143785"/>
              <a:gd name="connsiteX2580" fmla="*/ 1224725 w 3114960"/>
              <a:gd name="connsiteY2580" fmla="*/ 4287679 h 5143785"/>
              <a:gd name="connsiteX2581" fmla="*/ 1207484 w 3114960"/>
              <a:gd name="connsiteY2581" fmla="*/ 4287107 h 5143785"/>
              <a:gd name="connsiteX2582" fmla="*/ 636175 w 3114960"/>
              <a:gd name="connsiteY2582" fmla="*/ 3941826 h 5143785"/>
              <a:gd name="connsiteX2583" fmla="*/ 631698 w 3114960"/>
              <a:gd name="connsiteY2583" fmla="*/ 3945827 h 5143785"/>
              <a:gd name="connsiteX2584" fmla="*/ 621697 w 3114960"/>
              <a:gd name="connsiteY2584" fmla="*/ 3940969 h 5143785"/>
              <a:gd name="connsiteX2585" fmla="*/ 626554 w 3114960"/>
              <a:gd name="connsiteY2585" fmla="*/ 3930968 h 5143785"/>
              <a:gd name="connsiteX2586" fmla="*/ 629126 w 3114960"/>
              <a:gd name="connsiteY2586" fmla="*/ 3930492 h 5143785"/>
              <a:gd name="connsiteX2587" fmla="*/ 636556 w 3114960"/>
              <a:gd name="connsiteY2587" fmla="*/ 3935730 h 5143785"/>
              <a:gd name="connsiteX2588" fmla="*/ 636175 w 3114960"/>
              <a:gd name="connsiteY2588" fmla="*/ 3941731 h 5143785"/>
              <a:gd name="connsiteX2589" fmla="*/ 907542 w 3114960"/>
              <a:gd name="connsiteY2589" fmla="*/ 3984784 h 5143785"/>
              <a:gd name="connsiteX2590" fmla="*/ 906780 w 3114960"/>
              <a:gd name="connsiteY2590" fmla="*/ 3984022 h 5143785"/>
              <a:gd name="connsiteX2591" fmla="*/ 906780 w 3114960"/>
              <a:gd name="connsiteY2591" fmla="*/ 3970592 h 5143785"/>
              <a:gd name="connsiteX2592" fmla="*/ 907542 w 3114960"/>
              <a:gd name="connsiteY2592" fmla="*/ 3969830 h 5143785"/>
              <a:gd name="connsiteX2593" fmla="*/ 920972 w 3114960"/>
              <a:gd name="connsiteY2593" fmla="*/ 3969830 h 5143785"/>
              <a:gd name="connsiteX2594" fmla="*/ 921734 w 3114960"/>
              <a:gd name="connsiteY2594" fmla="*/ 3970592 h 5143785"/>
              <a:gd name="connsiteX2595" fmla="*/ 921734 w 3114960"/>
              <a:gd name="connsiteY2595" fmla="*/ 3984022 h 5143785"/>
              <a:gd name="connsiteX2596" fmla="*/ 920972 w 3114960"/>
              <a:gd name="connsiteY2596" fmla="*/ 3984784 h 5143785"/>
              <a:gd name="connsiteX2597" fmla="*/ 907542 w 3114960"/>
              <a:gd name="connsiteY2597" fmla="*/ 3984784 h 5143785"/>
              <a:gd name="connsiteX2598" fmla="*/ 971169 w 3114960"/>
              <a:gd name="connsiteY2598" fmla="*/ 4219575 h 5143785"/>
              <a:gd name="connsiteX2599" fmla="*/ 968216 w 3114960"/>
              <a:gd name="connsiteY2599" fmla="*/ 4215861 h 5143785"/>
              <a:gd name="connsiteX2600" fmla="*/ 972502 w 3114960"/>
              <a:gd name="connsiteY2600" fmla="*/ 4208240 h 5143785"/>
              <a:gd name="connsiteX2601" fmla="*/ 974217 w 3114960"/>
              <a:gd name="connsiteY2601" fmla="*/ 4207955 h 5143785"/>
              <a:gd name="connsiteX2602" fmla="*/ 980123 w 3114960"/>
              <a:gd name="connsiteY2602" fmla="*/ 4212431 h 5143785"/>
              <a:gd name="connsiteX2603" fmla="*/ 979551 w 3114960"/>
              <a:gd name="connsiteY2603" fmla="*/ 4217099 h 5143785"/>
              <a:gd name="connsiteX2604" fmla="*/ 975836 w 3114960"/>
              <a:gd name="connsiteY2604" fmla="*/ 4220052 h 5143785"/>
              <a:gd name="connsiteX2605" fmla="*/ 971169 w 3114960"/>
              <a:gd name="connsiteY2605" fmla="*/ 4219480 h 5143785"/>
              <a:gd name="connsiteX2606" fmla="*/ 520065 w 3114960"/>
              <a:gd name="connsiteY2606" fmla="*/ 2049780 h 5143785"/>
              <a:gd name="connsiteX2607" fmla="*/ 527209 w 3114960"/>
              <a:gd name="connsiteY2607" fmla="*/ 2049780 h 5143785"/>
              <a:gd name="connsiteX2608" fmla="*/ 527209 w 3114960"/>
              <a:gd name="connsiteY2608" fmla="*/ 2058257 h 5143785"/>
              <a:gd name="connsiteX2609" fmla="*/ 520065 w 3114960"/>
              <a:gd name="connsiteY2609" fmla="*/ 2058257 h 5143785"/>
              <a:gd name="connsiteX2610" fmla="*/ 520065 w 3114960"/>
              <a:gd name="connsiteY2610" fmla="*/ 2049780 h 5143785"/>
              <a:gd name="connsiteX2611" fmla="*/ 1721549 w 3114960"/>
              <a:gd name="connsiteY2611" fmla="*/ 2314575 h 5143785"/>
              <a:gd name="connsiteX2612" fmla="*/ 1666685 w 3114960"/>
              <a:gd name="connsiteY2612" fmla="*/ 2260664 h 5143785"/>
              <a:gd name="connsiteX2613" fmla="*/ 1666875 w 3114960"/>
              <a:gd name="connsiteY2613" fmla="*/ 2259902 h 5143785"/>
              <a:gd name="connsiteX2614" fmla="*/ 1666875 w 3114960"/>
              <a:gd name="connsiteY2614" fmla="*/ 2246948 h 5143785"/>
              <a:gd name="connsiteX2615" fmla="*/ 1661827 w 3114960"/>
              <a:gd name="connsiteY2615" fmla="*/ 2241899 h 5143785"/>
              <a:gd name="connsiteX2616" fmla="*/ 1648873 w 3114960"/>
              <a:gd name="connsiteY2616" fmla="*/ 2241899 h 5143785"/>
              <a:gd name="connsiteX2617" fmla="*/ 1643825 w 3114960"/>
              <a:gd name="connsiteY2617" fmla="*/ 2246948 h 5143785"/>
              <a:gd name="connsiteX2618" fmla="*/ 1643825 w 3114960"/>
              <a:gd name="connsiteY2618" fmla="*/ 2259902 h 5143785"/>
              <a:gd name="connsiteX2619" fmla="*/ 1648873 w 3114960"/>
              <a:gd name="connsiteY2619" fmla="*/ 2264950 h 5143785"/>
              <a:gd name="connsiteX2620" fmla="*/ 1661827 w 3114960"/>
              <a:gd name="connsiteY2620" fmla="*/ 2264950 h 5143785"/>
              <a:gd name="connsiteX2621" fmla="*/ 1663922 w 3114960"/>
              <a:gd name="connsiteY2621" fmla="*/ 2264474 h 5143785"/>
              <a:gd name="connsiteX2622" fmla="*/ 1719739 w 3114960"/>
              <a:gd name="connsiteY2622" fmla="*/ 2319338 h 5143785"/>
              <a:gd name="connsiteX2623" fmla="*/ 1726406 w 3114960"/>
              <a:gd name="connsiteY2623" fmla="*/ 2319338 h 5143785"/>
              <a:gd name="connsiteX2624" fmla="*/ 1760601 w 3114960"/>
              <a:gd name="connsiteY2624" fmla="*/ 2355152 h 5143785"/>
              <a:gd name="connsiteX2625" fmla="*/ 1761268 w 3114960"/>
              <a:gd name="connsiteY2625" fmla="*/ 2362010 h 5143785"/>
              <a:gd name="connsiteX2626" fmla="*/ 1819466 w 3114960"/>
              <a:gd name="connsiteY2626" fmla="*/ 2419826 h 5143785"/>
              <a:gd name="connsiteX2627" fmla="*/ 1819275 w 3114960"/>
              <a:gd name="connsiteY2627" fmla="*/ 2420684 h 5143785"/>
              <a:gd name="connsiteX2628" fmla="*/ 1819275 w 3114960"/>
              <a:gd name="connsiteY2628" fmla="*/ 2433638 h 5143785"/>
              <a:gd name="connsiteX2629" fmla="*/ 1824323 w 3114960"/>
              <a:gd name="connsiteY2629" fmla="*/ 2438686 h 5143785"/>
              <a:gd name="connsiteX2630" fmla="*/ 1837277 w 3114960"/>
              <a:gd name="connsiteY2630" fmla="*/ 2438686 h 5143785"/>
              <a:gd name="connsiteX2631" fmla="*/ 1842326 w 3114960"/>
              <a:gd name="connsiteY2631" fmla="*/ 2433638 h 5143785"/>
              <a:gd name="connsiteX2632" fmla="*/ 1842326 w 3114960"/>
              <a:gd name="connsiteY2632" fmla="*/ 2420684 h 5143785"/>
              <a:gd name="connsiteX2633" fmla="*/ 1837277 w 3114960"/>
              <a:gd name="connsiteY2633" fmla="*/ 2415635 h 5143785"/>
              <a:gd name="connsiteX2634" fmla="*/ 1824323 w 3114960"/>
              <a:gd name="connsiteY2634" fmla="*/ 2415635 h 5143785"/>
              <a:gd name="connsiteX2635" fmla="*/ 1822323 w 3114960"/>
              <a:gd name="connsiteY2635" fmla="*/ 2416016 h 5143785"/>
              <a:gd name="connsiteX2636" fmla="*/ 1765745 w 3114960"/>
              <a:gd name="connsiteY2636" fmla="*/ 2359819 h 5143785"/>
              <a:gd name="connsiteX2637" fmla="*/ 1765078 w 3114960"/>
              <a:gd name="connsiteY2637" fmla="*/ 2352961 h 5143785"/>
              <a:gd name="connsiteX2638" fmla="*/ 1728311 w 3114960"/>
              <a:gd name="connsiteY2638" fmla="*/ 2314385 h 5143785"/>
              <a:gd name="connsiteX2639" fmla="*/ 1721549 w 3114960"/>
              <a:gd name="connsiteY2639" fmla="*/ 2314385 h 5143785"/>
              <a:gd name="connsiteX2640" fmla="*/ 1662017 w 3114960"/>
              <a:gd name="connsiteY2640" fmla="*/ 2259997 h 5143785"/>
              <a:gd name="connsiteX2641" fmla="*/ 1661732 w 3114960"/>
              <a:gd name="connsiteY2641" fmla="*/ 2260283 h 5143785"/>
              <a:gd name="connsiteX2642" fmla="*/ 1648492 w 3114960"/>
              <a:gd name="connsiteY2642" fmla="*/ 2259997 h 5143785"/>
              <a:gd name="connsiteX2643" fmla="*/ 1648778 w 3114960"/>
              <a:gd name="connsiteY2643" fmla="*/ 2246757 h 5143785"/>
              <a:gd name="connsiteX2644" fmla="*/ 1662017 w 3114960"/>
              <a:gd name="connsiteY2644" fmla="*/ 2247043 h 5143785"/>
              <a:gd name="connsiteX2645" fmla="*/ 1662017 w 3114960"/>
              <a:gd name="connsiteY2645" fmla="*/ 2259997 h 5143785"/>
              <a:gd name="connsiteX2646" fmla="*/ 1824323 w 3114960"/>
              <a:gd name="connsiteY2646" fmla="*/ 2420493 h 5143785"/>
              <a:gd name="connsiteX2647" fmla="*/ 1837563 w 3114960"/>
              <a:gd name="connsiteY2647" fmla="*/ 2420779 h 5143785"/>
              <a:gd name="connsiteX2648" fmla="*/ 1837563 w 3114960"/>
              <a:gd name="connsiteY2648" fmla="*/ 2433733 h 5143785"/>
              <a:gd name="connsiteX2649" fmla="*/ 1837277 w 3114960"/>
              <a:gd name="connsiteY2649" fmla="*/ 2434019 h 5143785"/>
              <a:gd name="connsiteX2650" fmla="*/ 1824038 w 3114960"/>
              <a:gd name="connsiteY2650" fmla="*/ 2433733 h 5143785"/>
              <a:gd name="connsiteX2651" fmla="*/ 1824323 w 3114960"/>
              <a:gd name="connsiteY2651" fmla="*/ 2420493 h 5143785"/>
              <a:gd name="connsiteX2652" fmla="*/ 2305145 w 3114960"/>
              <a:gd name="connsiteY2652" fmla="*/ 4746117 h 5143785"/>
              <a:gd name="connsiteX2653" fmla="*/ 2264283 w 3114960"/>
              <a:gd name="connsiteY2653" fmla="*/ 4746117 h 5143785"/>
              <a:gd name="connsiteX2654" fmla="*/ 2259044 w 3114960"/>
              <a:gd name="connsiteY2654" fmla="*/ 4739259 h 5143785"/>
              <a:gd name="connsiteX2655" fmla="*/ 2245328 w 3114960"/>
              <a:gd name="connsiteY2655" fmla="*/ 4743831 h 5143785"/>
              <a:gd name="connsiteX2656" fmla="*/ 2249900 w 3114960"/>
              <a:gd name="connsiteY2656" fmla="*/ 4757547 h 5143785"/>
              <a:gd name="connsiteX2657" fmla="*/ 2263616 w 3114960"/>
              <a:gd name="connsiteY2657" fmla="*/ 4752975 h 5143785"/>
              <a:gd name="connsiteX2658" fmla="*/ 2264188 w 3114960"/>
              <a:gd name="connsiteY2658" fmla="*/ 4750689 h 5143785"/>
              <a:gd name="connsiteX2659" fmla="*/ 2310575 w 3114960"/>
              <a:gd name="connsiteY2659" fmla="*/ 4750689 h 5143785"/>
              <a:gd name="connsiteX2660" fmla="*/ 2310575 w 3114960"/>
              <a:gd name="connsiteY2660" fmla="*/ 4750785 h 5143785"/>
              <a:gd name="connsiteX2661" fmla="*/ 2312765 w 3114960"/>
              <a:gd name="connsiteY2661" fmla="*/ 4749356 h 5143785"/>
              <a:gd name="connsiteX2662" fmla="*/ 2312289 w 3114960"/>
              <a:gd name="connsiteY2662" fmla="*/ 4746784 h 5143785"/>
              <a:gd name="connsiteX2663" fmla="*/ 2245424 w 3114960"/>
              <a:gd name="connsiteY2663" fmla="*/ 4675346 h 5143785"/>
              <a:gd name="connsiteX2664" fmla="*/ 2245995 w 3114960"/>
              <a:gd name="connsiteY2664" fmla="*/ 4588479 h 5143785"/>
              <a:gd name="connsiteX2665" fmla="*/ 2264950 w 3114960"/>
              <a:gd name="connsiteY2665" fmla="*/ 4571238 h 5143785"/>
              <a:gd name="connsiteX2666" fmla="*/ 2282571 w 3114960"/>
              <a:gd name="connsiteY2666" fmla="*/ 4571238 h 5143785"/>
              <a:gd name="connsiteX2667" fmla="*/ 2282571 w 3114960"/>
              <a:gd name="connsiteY2667" fmla="*/ 4574096 h 5143785"/>
              <a:gd name="connsiteX2668" fmla="*/ 2288667 w 3114960"/>
              <a:gd name="connsiteY2668" fmla="*/ 4580192 h 5143785"/>
              <a:gd name="connsiteX2669" fmla="*/ 2299049 w 3114960"/>
              <a:gd name="connsiteY2669" fmla="*/ 4580192 h 5143785"/>
              <a:gd name="connsiteX2670" fmla="*/ 2305145 w 3114960"/>
              <a:gd name="connsiteY2670" fmla="*/ 4574096 h 5143785"/>
              <a:gd name="connsiteX2671" fmla="*/ 2305145 w 3114960"/>
              <a:gd name="connsiteY2671" fmla="*/ 4563713 h 5143785"/>
              <a:gd name="connsiteX2672" fmla="*/ 2299049 w 3114960"/>
              <a:gd name="connsiteY2672" fmla="*/ 4557618 h 5143785"/>
              <a:gd name="connsiteX2673" fmla="*/ 2288667 w 3114960"/>
              <a:gd name="connsiteY2673" fmla="*/ 4557618 h 5143785"/>
              <a:gd name="connsiteX2674" fmla="*/ 2282571 w 3114960"/>
              <a:gd name="connsiteY2674" fmla="*/ 4563713 h 5143785"/>
              <a:gd name="connsiteX2675" fmla="*/ 2282571 w 3114960"/>
              <a:gd name="connsiteY2675" fmla="*/ 4566571 h 5143785"/>
              <a:gd name="connsiteX2676" fmla="*/ 2263997 w 3114960"/>
              <a:gd name="connsiteY2676" fmla="*/ 4566571 h 5143785"/>
              <a:gd name="connsiteX2677" fmla="*/ 2262378 w 3114960"/>
              <a:gd name="connsiteY2677" fmla="*/ 4567238 h 5143785"/>
              <a:gd name="connsiteX2678" fmla="*/ 2241995 w 3114960"/>
              <a:gd name="connsiteY2678" fmla="*/ 4585812 h 5143785"/>
              <a:gd name="connsiteX2679" fmla="*/ 2241233 w 3114960"/>
              <a:gd name="connsiteY2679" fmla="*/ 4587526 h 5143785"/>
              <a:gd name="connsiteX2680" fmla="*/ 2240661 w 3114960"/>
              <a:gd name="connsiteY2680" fmla="*/ 4676394 h 5143785"/>
              <a:gd name="connsiteX2681" fmla="*/ 2241328 w 3114960"/>
              <a:gd name="connsiteY2681" fmla="*/ 4678013 h 5143785"/>
              <a:gd name="connsiteX2682" fmla="*/ 2305050 w 3114960"/>
              <a:gd name="connsiteY2682" fmla="*/ 4746117 h 5143785"/>
              <a:gd name="connsiteX2683" fmla="*/ 2287524 w 3114960"/>
              <a:gd name="connsiteY2683" fmla="*/ 4563809 h 5143785"/>
              <a:gd name="connsiteX2684" fmla="*/ 2288858 w 3114960"/>
              <a:gd name="connsiteY2684" fmla="*/ 4562475 h 5143785"/>
              <a:gd name="connsiteX2685" fmla="*/ 2299240 w 3114960"/>
              <a:gd name="connsiteY2685" fmla="*/ 4562475 h 5143785"/>
              <a:gd name="connsiteX2686" fmla="*/ 2300573 w 3114960"/>
              <a:gd name="connsiteY2686" fmla="*/ 4563809 h 5143785"/>
              <a:gd name="connsiteX2687" fmla="*/ 2300573 w 3114960"/>
              <a:gd name="connsiteY2687" fmla="*/ 4574191 h 5143785"/>
              <a:gd name="connsiteX2688" fmla="*/ 2299240 w 3114960"/>
              <a:gd name="connsiteY2688" fmla="*/ 4575524 h 5143785"/>
              <a:gd name="connsiteX2689" fmla="*/ 2288858 w 3114960"/>
              <a:gd name="connsiteY2689" fmla="*/ 4575524 h 5143785"/>
              <a:gd name="connsiteX2690" fmla="*/ 2287524 w 3114960"/>
              <a:gd name="connsiteY2690" fmla="*/ 4574191 h 5143785"/>
              <a:gd name="connsiteX2691" fmla="*/ 2287524 w 3114960"/>
              <a:gd name="connsiteY2691" fmla="*/ 4563809 h 5143785"/>
              <a:gd name="connsiteX2692" fmla="*/ 1724501 w 3114960"/>
              <a:gd name="connsiteY2692" fmla="*/ 2250567 h 5143785"/>
              <a:gd name="connsiteX2693" fmla="*/ 1717929 w 3114960"/>
              <a:gd name="connsiteY2693" fmla="*/ 2252758 h 5143785"/>
              <a:gd name="connsiteX2694" fmla="*/ 1653254 w 3114960"/>
              <a:gd name="connsiteY2694" fmla="*/ 2186559 h 5143785"/>
              <a:gd name="connsiteX2695" fmla="*/ 1610678 w 3114960"/>
              <a:gd name="connsiteY2695" fmla="*/ 2186845 h 5143785"/>
              <a:gd name="connsiteX2696" fmla="*/ 1610678 w 3114960"/>
              <a:gd name="connsiteY2696" fmla="*/ 2270093 h 5143785"/>
              <a:gd name="connsiteX2697" fmla="*/ 1601153 w 3114960"/>
              <a:gd name="connsiteY2697" fmla="*/ 2281523 h 5143785"/>
              <a:gd name="connsiteX2698" fmla="*/ 1613059 w 3114960"/>
              <a:gd name="connsiteY2698" fmla="*/ 2293430 h 5143785"/>
              <a:gd name="connsiteX2699" fmla="*/ 1624965 w 3114960"/>
              <a:gd name="connsiteY2699" fmla="*/ 2281523 h 5143785"/>
              <a:gd name="connsiteX2700" fmla="*/ 1615440 w 3114960"/>
              <a:gd name="connsiteY2700" fmla="*/ 2270093 h 5143785"/>
              <a:gd name="connsiteX2701" fmla="*/ 1615440 w 3114960"/>
              <a:gd name="connsiteY2701" fmla="*/ 2191512 h 5143785"/>
              <a:gd name="connsiteX2702" fmla="*/ 1651254 w 3114960"/>
              <a:gd name="connsiteY2702" fmla="*/ 2191226 h 5143785"/>
              <a:gd name="connsiteX2703" fmla="*/ 1714595 w 3114960"/>
              <a:gd name="connsiteY2703" fmla="*/ 2256092 h 5143785"/>
              <a:gd name="connsiteX2704" fmla="*/ 1712500 w 3114960"/>
              <a:gd name="connsiteY2704" fmla="*/ 2262378 h 5143785"/>
              <a:gd name="connsiteX2705" fmla="*/ 1724406 w 3114960"/>
              <a:gd name="connsiteY2705" fmla="*/ 2274284 h 5143785"/>
              <a:gd name="connsiteX2706" fmla="*/ 1732217 w 3114960"/>
              <a:gd name="connsiteY2706" fmla="*/ 2271236 h 5143785"/>
              <a:gd name="connsiteX2707" fmla="*/ 1745171 w 3114960"/>
              <a:gd name="connsiteY2707" fmla="*/ 2284190 h 5143785"/>
              <a:gd name="connsiteX2708" fmla="*/ 1748504 w 3114960"/>
              <a:gd name="connsiteY2708" fmla="*/ 2280857 h 5143785"/>
              <a:gd name="connsiteX2709" fmla="*/ 1735169 w 3114960"/>
              <a:gd name="connsiteY2709" fmla="*/ 2267522 h 5143785"/>
              <a:gd name="connsiteX2710" fmla="*/ 1736407 w 3114960"/>
              <a:gd name="connsiteY2710" fmla="*/ 2262473 h 5143785"/>
              <a:gd name="connsiteX2711" fmla="*/ 1724501 w 3114960"/>
              <a:gd name="connsiteY2711" fmla="*/ 2250567 h 5143785"/>
              <a:gd name="connsiteX2712" fmla="*/ 1620203 w 3114960"/>
              <a:gd name="connsiteY2712" fmla="*/ 2281619 h 5143785"/>
              <a:gd name="connsiteX2713" fmla="*/ 1613059 w 3114960"/>
              <a:gd name="connsiteY2713" fmla="*/ 2288762 h 5143785"/>
              <a:gd name="connsiteX2714" fmla="*/ 1605915 w 3114960"/>
              <a:gd name="connsiteY2714" fmla="*/ 2281619 h 5143785"/>
              <a:gd name="connsiteX2715" fmla="*/ 1613059 w 3114960"/>
              <a:gd name="connsiteY2715" fmla="*/ 2274475 h 5143785"/>
              <a:gd name="connsiteX2716" fmla="*/ 1620203 w 3114960"/>
              <a:gd name="connsiteY2716" fmla="*/ 2281619 h 5143785"/>
              <a:gd name="connsiteX2717" fmla="*/ 1724501 w 3114960"/>
              <a:gd name="connsiteY2717" fmla="*/ 2269712 h 5143785"/>
              <a:gd name="connsiteX2718" fmla="*/ 1717357 w 3114960"/>
              <a:gd name="connsiteY2718" fmla="*/ 2262569 h 5143785"/>
              <a:gd name="connsiteX2719" fmla="*/ 1724501 w 3114960"/>
              <a:gd name="connsiteY2719" fmla="*/ 2255425 h 5143785"/>
              <a:gd name="connsiteX2720" fmla="*/ 1731645 w 3114960"/>
              <a:gd name="connsiteY2720" fmla="*/ 2262569 h 5143785"/>
              <a:gd name="connsiteX2721" fmla="*/ 1724501 w 3114960"/>
              <a:gd name="connsiteY2721" fmla="*/ 2269712 h 5143785"/>
              <a:gd name="connsiteX2722" fmla="*/ 520065 w 3114960"/>
              <a:gd name="connsiteY2722" fmla="*/ 2066735 h 5143785"/>
              <a:gd name="connsiteX2723" fmla="*/ 527209 w 3114960"/>
              <a:gd name="connsiteY2723" fmla="*/ 2066735 h 5143785"/>
              <a:gd name="connsiteX2724" fmla="*/ 527209 w 3114960"/>
              <a:gd name="connsiteY2724" fmla="*/ 2075212 h 5143785"/>
              <a:gd name="connsiteX2725" fmla="*/ 520065 w 3114960"/>
              <a:gd name="connsiteY2725" fmla="*/ 2075212 h 5143785"/>
              <a:gd name="connsiteX2726" fmla="*/ 520065 w 3114960"/>
              <a:gd name="connsiteY2726" fmla="*/ 2066735 h 5143785"/>
              <a:gd name="connsiteX2727" fmla="*/ 1700784 w 3114960"/>
              <a:gd name="connsiteY2727" fmla="*/ 460439 h 5143785"/>
              <a:gd name="connsiteX2728" fmla="*/ 1698498 w 3114960"/>
              <a:gd name="connsiteY2728" fmla="*/ 460439 h 5143785"/>
              <a:gd name="connsiteX2729" fmla="*/ 1691640 w 3114960"/>
              <a:gd name="connsiteY2729" fmla="*/ 467297 h 5143785"/>
              <a:gd name="connsiteX2730" fmla="*/ 1691640 w 3114960"/>
              <a:gd name="connsiteY2730" fmla="*/ 476060 h 5143785"/>
              <a:gd name="connsiteX2731" fmla="*/ 1698498 w 3114960"/>
              <a:gd name="connsiteY2731" fmla="*/ 482918 h 5143785"/>
              <a:gd name="connsiteX2732" fmla="*/ 1707261 w 3114960"/>
              <a:gd name="connsiteY2732" fmla="*/ 482918 h 5143785"/>
              <a:gd name="connsiteX2733" fmla="*/ 1714119 w 3114960"/>
              <a:gd name="connsiteY2733" fmla="*/ 476060 h 5143785"/>
              <a:gd name="connsiteX2734" fmla="*/ 1714119 w 3114960"/>
              <a:gd name="connsiteY2734" fmla="*/ 467297 h 5143785"/>
              <a:gd name="connsiteX2735" fmla="*/ 1707261 w 3114960"/>
              <a:gd name="connsiteY2735" fmla="*/ 460439 h 5143785"/>
              <a:gd name="connsiteX2736" fmla="*/ 1705547 w 3114960"/>
              <a:gd name="connsiteY2736" fmla="*/ 460439 h 5143785"/>
              <a:gd name="connsiteX2737" fmla="*/ 1705070 w 3114960"/>
              <a:gd name="connsiteY2737" fmla="*/ 414623 h 5143785"/>
              <a:gd name="connsiteX2738" fmla="*/ 1728978 w 3114960"/>
              <a:gd name="connsiteY2738" fmla="*/ 384524 h 5143785"/>
              <a:gd name="connsiteX2739" fmla="*/ 1728502 w 3114960"/>
              <a:gd name="connsiteY2739" fmla="*/ 258794 h 5143785"/>
              <a:gd name="connsiteX2740" fmla="*/ 1737646 w 3114960"/>
              <a:gd name="connsiteY2740" fmla="*/ 248126 h 5143785"/>
              <a:gd name="connsiteX2741" fmla="*/ 1726597 w 3114960"/>
              <a:gd name="connsiteY2741" fmla="*/ 237077 h 5143785"/>
              <a:gd name="connsiteX2742" fmla="*/ 1715548 w 3114960"/>
              <a:gd name="connsiteY2742" fmla="*/ 248126 h 5143785"/>
              <a:gd name="connsiteX2743" fmla="*/ 1723739 w 3114960"/>
              <a:gd name="connsiteY2743" fmla="*/ 258604 h 5143785"/>
              <a:gd name="connsiteX2744" fmla="*/ 1724216 w 3114960"/>
              <a:gd name="connsiteY2744" fmla="*/ 382810 h 5143785"/>
              <a:gd name="connsiteX2745" fmla="*/ 1700308 w 3114960"/>
              <a:gd name="connsiteY2745" fmla="*/ 413004 h 5143785"/>
              <a:gd name="connsiteX2746" fmla="*/ 1700784 w 3114960"/>
              <a:gd name="connsiteY2746" fmla="*/ 460439 h 5143785"/>
              <a:gd name="connsiteX2747" fmla="*/ 1707261 w 3114960"/>
              <a:gd name="connsiteY2747" fmla="*/ 465201 h 5143785"/>
              <a:gd name="connsiteX2748" fmla="*/ 1709357 w 3114960"/>
              <a:gd name="connsiteY2748" fmla="*/ 467297 h 5143785"/>
              <a:gd name="connsiteX2749" fmla="*/ 1709357 w 3114960"/>
              <a:gd name="connsiteY2749" fmla="*/ 476060 h 5143785"/>
              <a:gd name="connsiteX2750" fmla="*/ 1707261 w 3114960"/>
              <a:gd name="connsiteY2750" fmla="*/ 478155 h 5143785"/>
              <a:gd name="connsiteX2751" fmla="*/ 1698498 w 3114960"/>
              <a:gd name="connsiteY2751" fmla="*/ 478155 h 5143785"/>
              <a:gd name="connsiteX2752" fmla="*/ 1696403 w 3114960"/>
              <a:gd name="connsiteY2752" fmla="*/ 476060 h 5143785"/>
              <a:gd name="connsiteX2753" fmla="*/ 1696403 w 3114960"/>
              <a:gd name="connsiteY2753" fmla="*/ 467297 h 5143785"/>
              <a:gd name="connsiteX2754" fmla="*/ 1698498 w 3114960"/>
              <a:gd name="connsiteY2754" fmla="*/ 465201 h 5143785"/>
              <a:gd name="connsiteX2755" fmla="*/ 1707261 w 3114960"/>
              <a:gd name="connsiteY2755" fmla="*/ 465201 h 5143785"/>
              <a:gd name="connsiteX2756" fmla="*/ 1651826 w 3114960"/>
              <a:gd name="connsiteY2756" fmla="*/ 268700 h 5143785"/>
              <a:gd name="connsiteX2757" fmla="*/ 1651826 w 3114960"/>
              <a:gd name="connsiteY2757" fmla="*/ 352615 h 5143785"/>
              <a:gd name="connsiteX2758" fmla="*/ 1650492 w 3114960"/>
              <a:gd name="connsiteY2758" fmla="*/ 352615 h 5143785"/>
              <a:gd name="connsiteX2759" fmla="*/ 1645349 w 3114960"/>
              <a:gd name="connsiteY2759" fmla="*/ 357759 h 5143785"/>
              <a:gd name="connsiteX2760" fmla="*/ 1645349 w 3114960"/>
              <a:gd name="connsiteY2760" fmla="*/ 378143 h 5143785"/>
              <a:gd name="connsiteX2761" fmla="*/ 1650492 w 3114960"/>
              <a:gd name="connsiteY2761" fmla="*/ 383286 h 5143785"/>
              <a:gd name="connsiteX2762" fmla="*/ 1656969 w 3114960"/>
              <a:gd name="connsiteY2762" fmla="*/ 383286 h 5143785"/>
              <a:gd name="connsiteX2763" fmla="*/ 1662113 w 3114960"/>
              <a:gd name="connsiteY2763" fmla="*/ 378143 h 5143785"/>
              <a:gd name="connsiteX2764" fmla="*/ 1662113 w 3114960"/>
              <a:gd name="connsiteY2764" fmla="*/ 357759 h 5143785"/>
              <a:gd name="connsiteX2765" fmla="*/ 1656969 w 3114960"/>
              <a:gd name="connsiteY2765" fmla="*/ 352615 h 5143785"/>
              <a:gd name="connsiteX2766" fmla="*/ 1656493 w 3114960"/>
              <a:gd name="connsiteY2766" fmla="*/ 352615 h 5143785"/>
              <a:gd name="connsiteX2767" fmla="*/ 1656493 w 3114960"/>
              <a:gd name="connsiteY2767" fmla="*/ 270605 h 5143785"/>
              <a:gd name="connsiteX2768" fmla="*/ 1667447 w 3114960"/>
              <a:gd name="connsiteY2768" fmla="*/ 259270 h 5143785"/>
              <a:gd name="connsiteX2769" fmla="*/ 1667447 w 3114960"/>
              <a:gd name="connsiteY2769" fmla="*/ 136303 h 5143785"/>
              <a:gd name="connsiteX2770" fmla="*/ 1676114 w 3114960"/>
              <a:gd name="connsiteY2770" fmla="*/ 125730 h 5143785"/>
              <a:gd name="connsiteX2771" fmla="*/ 1665065 w 3114960"/>
              <a:gd name="connsiteY2771" fmla="*/ 114681 h 5143785"/>
              <a:gd name="connsiteX2772" fmla="*/ 1654016 w 3114960"/>
              <a:gd name="connsiteY2772" fmla="*/ 125730 h 5143785"/>
              <a:gd name="connsiteX2773" fmla="*/ 1662684 w 3114960"/>
              <a:gd name="connsiteY2773" fmla="*/ 136303 h 5143785"/>
              <a:gd name="connsiteX2774" fmla="*/ 1662684 w 3114960"/>
              <a:gd name="connsiteY2774" fmla="*/ 257270 h 5143785"/>
              <a:gd name="connsiteX2775" fmla="*/ 1651730 w 3114960"/>
              <a:gd name="connsiteY2775" fmla="*/ 268605 h 5143785"/>
              <a:gd name="connsiteX2776" fmla="*/ 1659731 w 3114960"/>
              <a:gd name="connsiteY2776" fmla="*/ 378143 h 5143785"/>
              <a:gd name="connsiteX2777" fmla="*/ 1657064 w 3114960"/>
              <a:gd name="connsiteY2777" fmla="*/ 380810 h 5143785"/>
              <a:gd name="connsiteX2778" fmla="*/ 1650587 w 3114960"/>
              <a:gd name="connsiteY2778" fmla="*/ 380810 h 5143785"/>
              <a:gd name="connsiteX2779" fmla="*/ 1647920 w 3114960"/>
              <a:gd name="connsiteY2779" fmla="*/ 378143 h 5143785"/>
              <a:gd name="connsiteX2780" fmla="*/ 1647920 w 3114960"/>
              <a:gd name="connsiteY2780" fmla="*/ 378143 h 5143785"/>
              <a:gd name="connsiteX2781" fmla="*/ 1659731 w 3114960"/>
              <a:gd name="connsiteY2781" fmla="*/ 378047 h 5143785"/>
              <a:gd name="connsiteX2782" fmla="*/ 1659731 w 3114960"/>
              <a:gd name="connsiteY2782" fmla="*/ 378047 h 5143785"/>
              <a:gd name="connsiteX2783" fmla="*/ 1659731 w 3114960"/>
              <a:gd name="connsiteY2783" fmla="*/ 375666 h 5143785"/>
              <a:gd name="connsiteX2784" fmla="*/ 1647920 w 3114960"/>
              <a:gd name="connsiteY2784" fmla="*/ 375666 h 5143785"/>
              <a:gd name="connsiteX2785" fmla="*/ 1647920 w 3114960"/>
              <a:gd name="connsiteY2785" fmla="*/ 372904 h 5143785"/>
              <a:gd name="connsiteX2786" fmla="*/ 1659731 w 3114960"/>
              <a:gd name="connsiteY2786" fmla="*/ 372904 h 5143785"/>
              <a:gd name="connsiteX2787" fmla="*/ 1659731 w 3114960"/>
              <a:gd name="connsiteY2787" fmla="*/ 375666 h 5143785"/>
              <a:gd name="connsiteX2788" fmla="*/ 1659731 w 3114960"/>
              <a:gd name="connsiteY2788" fmla="*/ 371285 h 5143785"/>
              <a:gd name="connsiteX2789" fmla="*/ 1647920 w 3114960"/>
              <a:gd name="connsiteY2789" fmla="*/ 371285 h 5143785"/>
              <a:gd name="connsiteX2790" fmla="*/ 1647920 w 3114960"/>
              <a:gd name="connsiteY2790" fmla="*/ 361569 h 5143785"/>
              <a:gd name="connsiteX2791" fmla="*/ 1659731 w 3114960"/>
              <a:gd name="connsiteY2791" fmla="*/ 361569 h 5143785"/>
              <a:gd name="connsiteX2792" fmla="*/ 1659731 w 3114960"/>
              <a:gd name="connsiteY2792" fmla="*/ 371285 h 5143785"/>
              <a:gd name="connsiteX2793" fmla="*/ 1657064 w 3114960"/>
              <a:gd name="connsiteY2793" fmla="*/ 355092 h 5143785"/>
              <a:gd name="connsiteX2794" fmla="*/ 1659731 w 3114960"/>
              <a:gd name="connsiteY2794" fmla="*/ 357759 h 5143785"/>
              <a:gd name="connsiteX2795" fmla="*/ 1659731 w 3114960"/>
              <a:gd name="connsiteY2795" fmla="*/ 358426 h 5143785"/>
              <a:gd name="connsiteX2796" fmla="*/ 1647920 w 3114960"/>
              <a:gd name="connsiteY2796" fmla="*/ 358426 h 5143785"/>
              <a:gd name="connsiteX2797" fmla="*/ 1647920 w 3114960"/>
              <a:gd name="connsiteY2797" fmla="*/ 357759 h 5143785"/>
              <a:gd name="connsiteX2798" fmla="*/ 1650587 w 3114960"/>
              <a:gd name="connsiteY2798" fmla="*/ 355092 h 5143785"/>
              <a:gd name="connsiteX2799" fmla="*/ 1657064 w 3114960"/>
              <a:gd name="connsiteY2799" fmla="*/ 355092 h 5143785"/>
              <a:gd name="connsiteX2800" fmla="*/ 1204817 w 3114960"/>
              <a:gd name="connsiteY2800" fmla="*/ 4248341 h 5143785"/>
              <a:gd name="connsiteX2801" fmla="*/ 1201103 w 3114960"/>
              <a:gd name="connsiteY2801" fmla="*/ 4256342 h 5143785"/>
              <a:gd name="connsiteX2802" fmla="*/ 1154525 w 3114960"/>
              <a:gd name="connsiteY2802" fmla="*/ 4256342 h 5143785"/>
              <a:gd name="connsiteX2803" fmla="*/ 1135380 w 3114960"/>
              <a:gd name="connsiteY2803" fmla="*/ 4234148 h 5143785"/>
              <a:gd name="connsiteX2804" fmla="*/ 1031653 w 3114960"/>
              <a:gd name="connsiteY2804" fmla="*/ 4234148 h 5143785"/>
              <a:gd name="connsiteX2805" fmla="*/ 1022890 w 3114960"/>
              <a:gd name="connsiteY2805" fmla="*/ 4224814 h 5143785"/>
              <a:gd name="connsiteX2806" fmla="*/ 1022890 w 3114960"/>
              <a:gd name="connsiteY2806" fmla="*/ 4186714 h 5143785"/>
              <a:gd name="connsiteX2807" fmla="*/ 1023557 w 3114960"/>
              <a:gd name="connsiteY2807" fmla="*/ 4186714 h 5143785"/>
              <a:gd name="connsiteX2808" fmla="*/ 1030129 w 3114960"/>
              <a:gd name="connsiteY2808" fmla="*/ 4181475 h 5143785"/>
              <a:gd name="connsiteX2809" fmla="*/ 1031081 w 3114960"/>
              <a:gd name="connsiteY2809" fmla="*/ 4173188 h 5143785"/>
              <a:gd name="connsiteX2810" fmla="*/ 1022890 w 3114960"/>
              <a:gd name="connsiteY2810" fmla="*/ 4165663 h 5143785"/>
              <a:gd name="connsiteX2811" fmla="*/ 1022890 w 3114960"/>
              <a:gd name="connsiteY2811" fmla="*/ 4129659 h 5143785"/>
              <a:gd name="connsiteX2812" fmla="*/ 968216 w 3114960"/>
              <a:gd name="connsiteY2812" fmla="*/ 4067366 h 5143785"/>
              <a:gd name="connsiteX2813" fmla="*/ 968026 w 3114960"/>
              <a:gd name="connsiteY2813" fmla="*/ 4041743 h 5143785"/>
              <a:gd name="connsiteX2814" fmla="*/ 972312 w 3114960"/>
              <a:gd name="connsiteY2814" fmla="*/ 4041743 h 5143785"/>
              <a:gd name="connsiteX2815" fmla="*/ 977837 w 3114960"/>
              <a:gd name="connsiteY2815" fmla="*/ 4036219 h 5143785"/>
              <a:gd name="connsiteX2816" fmla="*/ 977837 w 3114960"/>
              <a:gd name="connsiteY2816" fmla="*/ 4022788 h 5143785"/>
              <a:gd name="connsiteX2817" fmla="*/ 972312 w 3114960"/>
              <a:gd name="connsiteY2817" fmla="*/ 4017264 h 5143785"/>
              <a:gd name="connsiteX2818" fmla="*/ 968026 w 3114960"/>
              <a:gd name="connsiteY2818" fmla="*/ 4017264 h 5143785"/>
              <a:gd name="connsiteX2819" fmla="*/ 968026 w 3114960"/>
              <a:gd name="connsiteY2819" fmla="*/ 3979259 h 5143785"/>
              <a:gd name="connsiteX2820" fmla="*/ 999458 w 3114960"/>
              <a:gd name="connsiteY2820" fmla="*/ 3943922 h 5143785"/>
              <a:gd name="connsiteX2821" fmla="*/ 999458 w 3114960"/>
              <a:gd name="connsiteY2821" fmla="*/ 3921824 h 5143785"/>
              <a:gd name="connsiteX2822" fmla="*/ 1005078 w 3114960"/>
              <a:gd name="connsiteY2822" fmla="*/ 3917061 h 5143785"/>
              <a:gd name="connsiteX2823" fmla="*/ 1006031 w 3114960"/>
              <a:gd name="connsiteY2823" fmla="*/ 3908774 h 5143785"/>
              <a:gd name="connsiteX2824" fmla="*/ 992505 w 3114960"/>
              <a:gd name="connsiteY2824" fmla="*/ 3901250 h 5143785"/>
              <a:gd name="connsiteX2825" fmla="*/ 984980 w 3114960"/>
              <a:gd name="connsiteY2825" fmla="*/ 3909441 h 5143785"/>
              <a:gd name="connsiteX2826" fmla="*/ 928211 w 3114960"/>
              <a:gd name="connsiteY2826" fmla="*/ 3909441 h 5143785"/>
              <a:gd name="connsiteX2827" fmla="*/ 903637 w 3114960"/>
              <a:gd name="connsiteY2827" fmla="*/ 3884581 h 5143785"/>
              <a:gd name="connsiteX2828" fmla="*/ 741998 w 3114960"/>
              <a:gd name="connsiteY2828" fmla="*/ 3884581 h 5143785"/>
              <a:gd name="connsiteX2829" fmla="*/ 717137 w 3114960"/>
              <a:gd name="connsiteY2829" fmla="*/ 3868484 h 5143785"/>
              <a:gd name="connsiteX2830" fmla="*/ 663607 w 3114960"/>
              <a:gd name="connsiteY2830" fmla="*/ 3868484 h 5143785"/>
              <a:gd name="connsiteX2831" fmla="*/ 663321 w 3114960"/>
              <a:gd name="connsiteY2831" fmla="*/ 3866674 h 5143785"/>
              <a:gd name="connsiteX2832" fmla="*/ 656844 w 3114960"/>
              <a:gd name="connsiteY2832" fmla="*/ 3859435 h 5143785"/>
              <a:gd name="connsiteX2833" fmla="*/ 647224 w 3114960"/>
              <a:gd name="connsiteY2833" fmla="*/ 3858863 h 5143785"/>
              <a:gd name="connsiteX2834" fmla="*/ 639985 w 3114960"/>
              <a:gd name="connsiteY2834" fmla="*/ 3865340 h 5143785"/>
              <a:gd name="connsiteX2835" fmla="*/ 639413 w 3114960"/>
              <a:gd name="connsiteY2835" fmla="*/ 3874961 h 5143785"/>
              <a:gd name="connsiteX2836" fmla="*/ 645890 w 3114960"/>
              <a:gd name="connsiteY2836" fmla="*/ 3882200 h 5143785"/>
              <a:gd name="connsiteX2837" fmla="*/ 651415 w 3114960"/>
              <a:gd name="connsiteY2837" fmla="*/ 3883438 h 5143785"/>
              <a:gd name="connsiteX2838" fmla="*/ 655606 w 3114960"/>
              <a:gd name="connsiteY2838" fmla="*/ 3882676 h 5143785"/>
              <a:gd name="connsiteX2839" fmla="*/ 662845 w 3114960"/>
              <a:gd name="connsiteY2839" fmla="*/ 3876199 h 5143785"/>
              <a:gd name="connsiteX2840" fmla="*/ 663607 w 3114960"/>
              <a:gd name="connsiteY2840" fmla="*/ 3873055 h 5143785"/>
              <a:gd name="connsiteX2841" fmla="*/ 715709 w 3114960"/>
              <a:gd name="connsiteY2841" fmla="*/ 3873055 h 5143785"/>
              <a:gd name="connsiteX2842" fmla="*/ 740569 w 3114960"/>
              <a:gd name="connsiteY2842" fmla="*/ 3889153 h 5143785"/>
              <a:gd name="connsiteX2843" fmla="*/ 901637 w 3114960"/>
              <a:gd name="connsiteY2843" fmla="*/ 3889153 h 5143785"/>
              <a:gd name="connsiteX2844" fmla="*/ 926211 w 3114960"/>
              <a:gd name="connsiteY2844" fmla="*/ 3914013 h 5143785"/>
              <a:gd name="connsiteX2845" fmla="*/ 984885 w 3114960"/>
              <a:gd name="connsiteY2845" fmla="*/ 3914013 h 5143785"/>
              <a:gd name="connsiteX2846" fmla="*/ 984885 w 3114960"/>
              <a:gd name="connsiteY2846" fmla="*/ 3914680 h 5143785"/>
              <a:gd name="connsiteX2847" fmla="*/ 994601 w 3114960"/>
              <a:gd name="connsiteY2847" fmla="*/ 3922490 h 5143785"/>
              <a:gd name="connsiteX2848" fmla="*/ 994601 w 3114960"/>
              <a:gd name="connsiteY2848" fmla="*/ 3942017 h 5143785"/>
              <a:gd name="connsiteX2849" fmla="*/ 963168 w 3114960"/>
              <a:gd name="connsiteY2849" fmla="*/ 3977354 h 5143785"/>
              <a:gd name="connsiteX2850" fmla="*/ 963168 w 3114960"/>
              <a:gd name="connsiteY2850" fmla="*/ 4017169 h 5143785"/>
              <a:gd name="connsiteX2851" fmla="*/ 958882 w 3114960"/>
              <a:gd name="connsiteY2851" fmla="*/ 4017169 h 5143785"/>
              <a:gd name="connsiteX2852" fmla="*/ 953357 w 3114960"/>
              <a:gd name="connsiteY2852" fmla="*/ 4022693 h 5143785"/>
              <a:gd name="connsiteX2853" fmla="*/ 953357 w 3114960"/>
              <a:gd name="connsiteY2853" fmla="*/ 4036124 h 5143785"/>
              <a:gd name="connsiteX2854" fmla="*/ 958882 w 3114960"/>
              <a:gd name="connsiteY2854" fmla="*/ 4041648 h 5143785"/>
              <a:gd name="connsiteX2855" fmla="*/ 963263 w 3114960"/>
              <a:gd name="connsiteY2855" fmla="*/ 4041648 h 5143785"/>
              <a:gd name="connsiteX2856" fmla="*/ 963549 w 3114960"/>
              <a:gd name="connsiteY2856" fmla="*/ 4069080 h 5143785"/>
              <a:gd name="connsiteX2857" fmla="*/ 1018223 w 3114960"/>
              <a:gd name="connsiteY2857" fmla="*/ 4131374 h 5143785"/>
              <a:gd name="connsiteX2858" fmla="*/ 1018223 w 3114960"/>
              <a:gd name="connsiteY2858" fmla="*/ 4165473 h 5143785"/>
              <a:gd name="connsiteX2859" fmla="*/ 1017556 w 3114960"/>
              <a:gd name="connsiteY2859" fmla="*/ 4165473 h 5143785"/>
              <a:gd name="connsiteX2860" fmla="*/ 1010031 w 3114960"/>
              <a:gd name="connsiteY2860" fmla="*/ 4178999 h 5143785"/>
              <a:gd name="connsiteX2861" fmla="*/ 1015270 w 3114960"/>
              <a:gd name="connsiteY2861" fmla="*/ 4185571 h 5143785"/>
              <a:gd name="connsiteX2862" fmla="*/ 1018223 w 3114960"/>
              <a:gd name="connsiteY2862" fmla="*/ 4186619 h 5143785"/>
              <a:gd name="connsiteX2863" fmla="*/ 1018223 w 3114960"/>
              <a:gd name="connsiteY2863" fmla="*/ 4226529 h 5143785"/>
              <a:gd name="connsiteX2864" fmla="*/ 1029748 w 3114960"/>
              <a:gd name="connsiteY2864" fmla="*/ 4238816 h 5143785"/>
              <a:gd name="connsiteX2865" fmla="*/ 1133380 w 3114960"/>
              <a:gd name="connsiteY2865" fmla="*/ 4238816 h 5143785"/>
              <a:gd name="connsiteX2866" fmla="*/ 1152525 w 3114960"/>
              <a:gd name="connsiteY2866" fmla="*/ 4261009 h 5143785"/>
              <a:gd name="connsiteX2867" fmla="*/ 1201865 w 3114960"/>
              <a:gd name="connsiteY2867" fmla="*/ 4261009 h 5143785"/>
              <a:gd name="connsiteX2868" fmla="*/ 1204436 w 3114960"/>
              <a:gd name="connsiteY2868" fmla="*/ 4265486 h 5143785"/>
              <a:gd name="connsiteX2869" fmla="*/ 1221677 w 3114960"/>
              <a:gd name="connsiteY2869" fmla="*/ 4266057 h 5143785"/>
              <a:gd name="connsiteX2870" fmla="*/ 1222248 w 3114960"/>
              <a:gd name="connsiteY2870" fmla="*/ 4248817 h 5143785"/>
              <a:gd name="connsiteX2871" fmla="*/ 1205008 w 3114960"/>
              <a:gd name="connsiteY2871" fmla="*/ 4248245 h 5143785"/>
              <a:gd name="connsiteX2872" fmla="*/ 653891 w 3114960"/>
              <a:gd name="connsiteY2872" fmla="*/ 3878199 h 5143785"/>
              <a:gd name="connsiteX2873" fmla="*/ 643890 w 3114960"/>
              <a:gd name="connsiteY2873" fmla="*/ 3873342 h 5143785"/>
              <a:gd name="connsiteX2874" fmla="*/ 648748 w 3114960"/>
              <a:gd name="connsiteY2874" fmla="*/ 3863340 h 5143785"/>
              <a:gd name="connsiteX2875" fmla="*/ 651320 w 3114960"/>
              <a:gd name="connsiteY2875" fmla="*/ 3862864 h 5143785"/>
              <a:gd name="connsiteX2876" fmla="*/ 658749 w 3114960"/>
              <a:gd name="connsiteY2876" fmla="*/ 3868103 h 5143785"/>
              <a:gd name="connsiteX2877" fmla="*/ 653891 w 3114960"/>
              <a:gd name="connsiteY2877" fmla="*/ 3878104 h 5143785"/>
              <a:gd name="connsiteX2878" fmla="*/ 989457 w 3114960"/>
              <a:gd name="connsiteY2878" fmla="*/ 3913346 h 5143785"/>
              <a:gd name="connsiteX2879" fmla="*/ 993743 w 3114960"/>
              <a:gd name="connsiteY2879" fmla="*/ 3905726 h 5143785"/>
              <a:gd name="connsiteX2880" fmla="*/ 995458 w 3114960"/>
              <a:gd name="connsiteY2880" fmla="*/ 3905441 h 5143785"/>
              <a:gd name="connsiteX2881" fmla="*/ 1001363 w 3114960"/>
              <a:gd name="connsiteY2881" fmla="*/ 3909917 h 5143785"/>
              <a:gd name="connsiteX2882" fmla="*/ 1000792 w 3114960"/>
              <a:gd name="connsiteY2882" fmla="*/ 3914585 h 5143785"/>
              <a:gd name="connsiteX2883" fmla="*/ 997077 w 3114960"/>
              <a:gd name="connsiteY2883" fmla="*/ 3917537 h 5143785"/>
              <a:gd name="connsiteX2884" fmla="*/ 989457 w 3114960"/>
              <a:gd name="connsiteY2884" fmla="*/ 3913251 h 5143785"/>
              <a:gd name="connsiteX2885" fmla="*/ 958787 w 3114960"/>
              <a:gd name="connsiteY2885" fmla="*/ 4036886 h 5143785"/>
              <a:gd name="connsiteX2886" fmla="*/ 958025 w 3114960"/>
              <a:gd name="connsiteY2886" fmla="*/ 4036124 h 5143785"/>
              <a:gd name="connsiteX2887" fmla="*/ 958025 w 3114960"/>
              <a:gd name="connsiteY2887" fmla="*/ 4022693 h 5143785"/>
              <a:gd name="connsiteX2888" fmla="*/ 958787 w 3114960"/>
              <a:gd name="connsiteY2888" fmla="*/ 4021931 h 5143785"/>
              <a:gd name="connsiteX2889" fmla="*/ 972217 w 3114960"/>
              <a:gd name="connsiteY2889" fmla="*/ 4021931 h 5143785"/>
              <a:gd name="connsiteX2890" fmla="*/ 972979 w 3114960"/>
              <a:gd name="connsiteY2890" fmla="*/ 4022693 h 5143785"/>
              <a:gd name="connsiteX2891" fmla="*/ 972979 w 3114960"/>
              <a:gd name="connsiteY2891" fmla="*/ 4036124 h 5143785"/>
              <a:gd name="connsiteX2892" fmla="*/ 972217 w 3114960"/>
              <a:gd name="connsiteY2892" fmla="*/ 4036886 h 5143785"/>
              <a:gd name="connsiteX2893" fmla="*/ 958787 w 3114960"/>
              <a:gd name="connsiteY2893" fmla="*/ 4036886 h 5143785"/>
              <a:gd name="connsiteX2894" fmla="*/ 1017461 w 3114960"/>
              <a:gd name="connsiteY2894" fmla="*/ 4181475 h 5143785"/>
              <a:gd name="connsiteX2895" fmla="*/ 1014508 w 3114960"/>
              <a:gd name="connsiteY2895" fmla="*/ 4177760 h 5143785"/>
              <a:gd name="connsiteX2896" fmla="*/ 1018794 w 3114960"/>
              <a:gd name="connsiteY2896" fmla="*/ 4170140 h 5143785"/>
              <a:gd name="connsiteX2897" fmla="*/ 1026414 w 3114960"/>
              <a:gd name="connsiteY2897" fmla="*/ 4174427 h 5143785"/>
              <a:gd name="connsiteX2898" fmla="*/ 1022128 w 3114960"/>
              <a:gd name="connsiteY2898" fmla="*/ 4182047 h 5143785"/>
              <a:gd name="connsiteX2899" fmla="*/ 1017461 w 3114960"/>
              <a:gd name="connsiteY2899" fmla="*/ 4181475 h 5143785"/>
              <a:gd name="connsiteX2900" fmla="*/ 1290352 w 3114960"/>
              <a:gd name="connsiteY2900" fmla="*/ 439103 h 5143785"/>
              <a:gd name="connsiteX2901" fmla="*/ 1290352 w 3114960"/>
              <a:gd name="connsiteY2901" fmla="*/ 445865 h 5143785"/>
              <a:gd name="connsiteX2902" fmla="*/ 1287875 w 3114960"/>
              <a:gd name="connsiteY2902" fmla="*/ 448342 h 5143785"/>
              <a:gd name="connsiteX2903" fmla="*/ 1281113 w 3114960"/>
              <a:gd name="connsiteY2903" fmla="*/ 448342 h 5143785"/>
              <a:gd name="connsiteX2904" fmla="*/ 1278636 w 3114960"/>
              <a:gd name="connsiteY2904" fmla="*/ 445865 h 5143785"/>
              <a:gd name="connsiteX2905" fmla="*/ 1278636 w 3114960"/>
              <a:gd name="connsiteY2905" fmla="*/ 439103 h 5143785"/>
              <a:gd name="connsiteX2906" fmla="*/ 1281113 w 3114960"/>
              <a:gd name="connsiteY2906" fmla="*/ 436626 h 5143785"/>
              <a:gd name="connsiteX2907" fmla="*/ 1287875 w 3114960"/>
              <a:gd name="connsiteY2907" fmla="*/ 436626 h 5143785"/>
              <a:gd name="connsiteX2908" fmla="*/ 1290352 w 3114960"/>
              <a:gd name="connsiteY2908" fmla="*/ 439103 h 5143785"/>
              <a:gd name="connsiteX2909" fmla="*/ 1663732 w 3114960"/>
              <a:gd name="connsiteY2909" fmla="*/ 404432 h 5143785"/>
              <a:gd name="connsiteX2910" fmla="*/ 1663732 w 3114960"/>
              <a:gd name="connsiteY2910" fmla="*/ 475393 h 5143785"/>
              <a:gd name="connsiteX2911" fmla="*/ 1660874 w 3114960"/>
              <a:gd name="connsiteY2911" fmla="*/ 475393 h 5143785"/>
              <a:gd name="connsiteX2912" fmla="*/ 1654016 w 3114960"/>
              <a:gd name="connsiteY2912" fmla="*/ 482251 h 5143785"/>
              <a:gd name="connsiteX2913" fmla="*/ 1654016 w 3114960"/>
              <a:gd name="connsiteY2913" fmla="*/ 491014 h 5143785"/>
              <a:gd name="connsiteX2914" fmla="*/ 1660874 w 3114960"/>
              <a:gd name="connsiteY2914" fmla="*/ 497872 h 5143785"/>
              <a:gd name="connsiteX2915" fmla="*/ 1669637 w 3114960"/>
              <a:gd name="connsiteY2915" fmla="*/ 497872 h 5143785"/>
              <a:gd name="connsiteX2916" fmla="*/ 1676495 w 3114960"/>
              <a:gd name="connsiteY2916" fmla="*/ 491014 h 5143785"/>
              <a:gd name="connsiteX2917" fmla="*/ 1676495 w 3114960"/>
              <a:gd name="connsiteY2917" fmla="*/ 482251 h 5143785"/>
              <a:gd name="connsiteX2918" fmla="*/ 1669637 w 3114960"/>
              <a:gd name="connsiteY2918" fmla="*/ 475393 h 5143785"/>
              <a:gd name="connsiteX2919" fmla="*/ 1668590 w 3114960"/>
              <a:gd name="connsiteY2919" fmla="*/ 475393 h 5143785"/>
              <a:gd name="connsiteX2920" fmla="*/ 1668590 w 3114960"/>
              <a:gd name="connsiteY2920" fmla="*/ 406051 h 5143785"/>
              <a:gd name="connsiteX2921" fmla="*/ 1701165 w 3114960"/>
              <a:gd name="connsiteY2921" fmla="*/ 365284 h 5143785"/>
              <a:gd name="connsiteX2922" fmla="*/ 1701165 w 3114960"/>
              <a:gd name="connsiteY2922" fmla="*/ 180023 h 5143785"/>
              <a:gd name="connsiteX2923" fmla="*/ 1709833 w 3114960"/>
              <a:gd name="connsiteY2923" fmla="*/ 169450 h 5143785"/>
              <a:gd name="connsiteX2924" fmla="*/ 1698784 w 3114960"/>
              <a:gd name="connsiteY2924" fmla="*/ 158401 h 5143785"/>
              <a:gd name="connsiteX2925" fmla="*/ 1687735 w 3114960"/>
              <a:gd name="connsiteY2925" fmla="*/ 169450 h 5143785"/>
              <a:gd name="connsiteX2926" fmla="*/ 1696403 w 3114960"/>
              <a:gd name="connsiteY2926" fmla="*/ 180023 h 5143785"/>
              <a:gd name="connsiteX2927" fmla="*/ 1696403 w 3114960"/>
              <a:gd name="connsiteY2927" fmla="*/ 363664 h 5143785"/>
              <a:gd name="connsiteX2928" fmla="*/ 1663827 w 3114960"/>
              <a:gd name="connsiteY2928" fmla="*/ 404432 h 5143785"/>
              <a:gd name="connsiteX2929" fmla="*/ 1669542 w 3114960"/>
              <a:gd name="connsiteY2929" fmla="*/ 480251 h 5143785"/>
              <a:gd name="connsiteX2930" fmla="*/ 1671638 w 3114960"/>
              <a:gd name="connsiteY2930" fmla="*/ 482346 h 5143785"/>
              <a:gd name="connsiteX2931" fmla="*/ 1671638 w 3114960"/>
              <a:gd name="connsiteY2931" fmla="*/ 491109 h 5143785"/>
              <a:gd name="connsiteX2932" fmla="*/ 1669542 w 3114960"/>
              <a:gd name="connsiteY2932" fmla="*/ 493205 h 5143785"/>
              <a:gd name="connsiteX2933" fmla="*/ 1660779 w 3114960"/>
              <a:gd name="connsiteY2933" fmla="*/ 493205 h 5143785"/>
              <a:gd name="connsiteX2934" fmla="*/ 1658684 w 3114960"/>
              <a:gd name="connsiteY2934" fmla="*/ 491109 h 5143785"/>
              <a:gd name="connsiteX2935" fmla="*/ 1658684 w 3114960"/>
              <a:gd name="connsiteY2935" fmla="*/ 482346 h 5143785"/>
              <a:gd name="connsiteX2936" fmla="*/ 1660779 w 3114960"/>
              <a:gd name="connsiteY2936" fmla="*/ 480251 h 5143785"/>
              <a:gd name="connsiteX2937" fmla="*/ 1669542 w 3114960"/>
              <a:gd name="connsiteY2937" fmla="*/ 480251 h 5143785"/>
              <a:gd name="connsiteX2938" fmla="*/ 1219772 w 3114960"/>
              <a:gd name="connsiteY2938" fmla="*/ 401193 h 5143785"/>
              <a:gd name="connsiteX2939" fmla="*/ 1219772 w 3114960"/>
              <a:gd name="connsiteY2939" fmla="*/ 415671 h 5143785"/>
              <a:gd name="connsiteX2940" fmla="*/ 1226630 w 3114960"/>
              <a:gd name="connsiteY2940" fmla="*/ 422529 h 5143785"/>
              <a:gd name="connsiteX2941" fmla="*/ 1231487 w 3114960"/>
              <a:gd name="connsiteY2941" fmla="*/ 422529 h 5143785"/>
              <a:gd name="connsiteX2942" fmla="*/ 1231487 w 3114960"/>
              <a:gd name="connsiteY2942" fmla="*/ 506730 h 5143785"/>
              <a:gd name="connsiteX2943" fmla="*/ 1241965 w 3114960"/>
              <a:gd name="connsiteY2943" fmla="*/ 514731 h 5143785"/>
              <a:gd name="connsiteX2944" fmla="*/ 1241965 w 3114960"/>
              <a:gd name="connsiteY2944" fmla="*/ 577787 h 5143785"/>
              <a:gd name="connsiteX2945" fmla="*/ 1241393 w 3114960"/>
              <a:gd name="connsiteY2945" fmla="*/ 577787 h 5143785"/>
              <a:gd name="connsiteX2946" fmla="*/ 1238726 w 3114960"/>
              <a:gd name="connsiteY2946" fmla="*/ 580454 h 5143785"/>
              <a:gd name="connsiteX2947" fmla="*/ 1238726 w 3114960"/>
              <a:gd name="connsiteY2947" fmla="*/ 593408 h 5143785"/>
              <a:gd name="connsiteX2948" fmla="*/ 1241393 w 3114960"/>
              <a:gd name="connsiteY2948" fmla="*/ 596075 h 5143785"/>
              <a:gd name="connsiteX2949" fmla="*/ 1247394 w 3114960"/>
              <a:gd name="connsiteY2949" fmla="*/ 596075 h 5143785"/>
              <a:gd name="connsiteX2950" fmla="*/ 1250061 w 3114960"/>
              <a:gd name="connsiteY2950" fmla="*/ 593408 h 5143785"/>
              <a:gd name="connsiteX2951" fmla="*/ 1250061 w 3114960"/>
              <a:gd name="connsiteY2951" fmla="*/ 580454 h 5143785"/>
              <a:gd name="connsiteX2952" fmla="*/ 1247394 w 3114960"/>
              <a:gd name="connsiteY2952" fmla="*/ 577787 h 5143785"/>
              <a:gd name="connsiteX2953" fmla="*/ 1246823 w 3114960"/>
              <a:gd name="connsiteY2953" fmla="*/ 577787 h 5143785"/>
              <a:gd name="connsiteX2954" fmla="*/ 1246823 w 3114960"/>
              <a:gd name="connsiteY2954" fmla="*/ 512350 h 5143785"/>
              <a:gd name="connsiteX2955" fmla="*/ 1236155 w 3114960"/>
              <a:gd name="connsiteY2955" fmla="*/ 504349 h 5143785"/>
              <a:gd name="connsiteX2956" fmla="*/ 1236155 w 3114960"/>
              <a:gd name="connsiteY2956" fmla="*/ 422434 h 5143785"/>
              <a:gd name="connsiteX2957" fmla="*/ 1241012 w 3114960"/>
              <a:gd name="connsiteY2957" fmla="*/ 422434 h 5143785"/>
              <a:gd name="connsiteX2958" fmla="*/ 1247870 w 3114960"/>
              <a:gd name="connsiteY2958" fmla="*/ 415576 h 5143785"/>
              <a:gd name="connsiteX2959" fmla="*/ 1247870 w 3114960"/>
              <a:gd name="connsiteY2959" fmla="*/ 401193 h 5143785"/>
              <a:gd name="connsiteX2960" fmla="*/ 1241012 w 3114960"/>
              <a:gd name="connsiteY2960" fmla="*/ 394335 h 5143785"/>
              <a:gd name="connsiteX2961" fmla="*/ 1226630 w 3114960"/>
              <a:gd name="connsiteY2961" fmla="*/ 394335 h 5143785"/>
              <a:gd name="connsiteX2962" fmla="*/ 1219772 w 3114960"/>
              <a:gd name="connsiteY2962" fmla="*/ 401193 h 5143785"/>
              <a:gd name="connsiteX2963" fmla="*/ 1243013 w 3114960"/>
              <a:gd name="connsiteY2963" fmla="*/ 401193 h 5143785"/>
              <a:gd name="connsiteX2964" fmla="*/ 1243013 w 3114960"/>
              <a:gd name="connsiteY2964" fmla="*/ 415576 h 5143785"/>
              <a:gd name="connsiteX2965" fmla="*/ 1240917 w 3114960"/>
              <a:gd name="connsiteY2965" fmla="*/ 417671 h 5143785"/>
              <a:gd name="connsiteX2966" fmla="*/ 1226534 w 3114960"/>
              <a:gd name="connsiteY2966" fmla="*/ 417671 h 5143785"/>
              <a:gd name="connsiteX2967" fmla="*/ 1224439 w 3114960"/>
              <a:gd name="connsiteY2967" fmla="*/ 415576 h 5143785"/>
              <a:gd name="connsiteX2968" fmla="*/ 1224439 w 3114960"/>
              <a:gd name="connsiteY2968" fmla="*/ 401098 h 5143785"/>
              <a:gd name="connsiteX2969" fmla="*/ 1226534 w 3114960"/>
              <a:gd name="connsiteY2969" fmla="*/ 399002 h 5143785"/>
              <a:gd name="connsiteX2970" fmla="*/ 1240917 w 3114960"/>
              <a:gd name="connsiteY2970" fmla="*/ 399002 h 5143785"/>
              <a:gd name="connsiteX2971" fmla="*/ 1243013 w 3114960"/>
              <a:gd name="connsiteY2971" fmla="*/ 401098 h 5143785"/>
              <a:gd name="connsiteX2972" fmla="*/ 1772222 w 3114960"/>
              <a:gd name="connsiteY2972" fmla="*/ 2311241 h 5143785"/>
              <a:gd name="connsiteX2973" fmla="*/ 1758696 w 3114960"/>
              <a:gd name="connsiteY2973" fmla="*/ 2297811 h 5143785"/>
              <a:gd name="connsiteX2974" fmla="*/ 1762030 w 3114960"/>
              <a:gd name="connsiteY2974" fmla="*/ 2294477 h 5143785"/>
              <a:gd name="connsiteX2975" fmla="*/ 1775555 w 3114960"/>
              <a:gd name="connsiteY2975" fmla="*/ 2307908 h 5143785"/>
              <a:gd name="connsiteX2976" fmla="*/ 1772222 w 3114960"/>
              <a:gd name="connsiteY2976" fmla="*/ 2311241 h 5143785"/>
              <a:gd name="connsiteX2977" fmla="*/ 1920526 w 3114960"/>
              <a:gd name="connsiteY2977" fmla="*/ 4519613 h 5143785"/>
              <a:gd name="connsiteX2978" fmla="*/ 1912811 w 3114960"/>
              <a:gd name="connsiteY2978" fmla="*/ 4525423 h 5143785"/>
              <a:gd name="connsiteX2979" fmla="*/ 1857947 w 3114960"/>
              <a:gd name="connsiteY2979" fmla="*/ 4525423 h 5143785"/>
              <a:gd name="connsiteX2980" fmla="*/ 1835753 w 3114960"/>
              <a:gd name="connsiteY2980" fmla="*/ 4544949 h 5143785"/>
              <a:gd name="connsiteX2981" fmla="*/ 1739646 w 3114960"/>
              <a:gd name="connsiteY2981" fmla="*/ 4544949 h 5143785"/>
              <a:gd name="connsiteX2982" fmla="*/ 1739741 w 3114960"/>
              <a:gd name="connsiteY2982" fmla="*/ 4543902 h 5143785"/>
              <a:gd name="connsiteX2983" fmla="*/ 1722977 w 3114960"/>
              <a:gd name="connsiteY2983" fmla="*/ 4527137 h 5143785"/>
              <a:gd name="connsiteX2984" fmla="*/ 1715262 w 3114960"/>
              <a:gd name="connsiteY2984" fmla="*/ 4529138 h 5143785"/>
              <a:gd name="connsiteX2985" fmla="*/ 1691450 w 3114960"/>
              <a:gd name="connsiteY2985" fmla="*/ 4501229 h 5143785"/>
              <a:gd name="connsiteX2986" fmla="*/ 1691450 w 3114960"/>
              <a:gd name="connsiteY2986" fmla="*/ 4415219 h 5143785"/>
              <a:gd name="connsiteX2987" fmla="*/ 1684306 w 3114960"/>
              <a:gd name="connsiteY2987" fmla="*/ 4415219 h 5143785"/>
              <a:gd name="connsiteX2988" fmla="*/ 1684306 w 3114960"/>
              <a:gd name="connsiteY2988" fmla="*/ 4502563 h 5143785"/>
              <a:gd name="connsiteX2989" fmla="*/ 1685163 w 3114960"/>
              <a:gd name="connsiteY2989" fmla="*/ 4504849 h 5143785"/>
              <a:gd name="connsiteX2990" fmla="*/ 1709833 w 3114960"/>
              <a:gd name="connsiteY2990" fmla="*/ 4533710 h 5143785"/>
              <a:gd name="connsiteX2991" fmla="*/ 1706309 w 3114960"/>
              <a:gd name="connsiteY2991" fmla="*/ 4543902 h 5143785"/>
              <a:gd name="connsiteX2992" fmla="*/ 1723073 w 3114960"/>
              <a:gd name="connsiteY2992" fmla="*/ 4560665 h 5143785"/>
              <a:gd name="connsiteX2993" fmla="*/ 1738789 w 3114960"/>
              <a:gd name="connsiteY2993" fmla="*/ 4549712 h 5143785"/>
              <a:gd name="connsiteX2994" fmla="*/ 1837753 w 3114960"/>
              <a:gd name="connsiteY2994" fmla="*/ 4549712 h 5143785"/>
              <a:gd name="connsiteX2995" fmla="*/ 1859947 w 3114960"/>
              <a:gd name="connsiteY2995" fmla="*/ 4530186 h 5143785"/>
              <a:gd name="connsiteX2996" fmla="*/ 1913001 w 3114960"/>
              <a:gd name="connsiteY2996" fmla="*/ 4530186 h 5143785"/>
              <a:gd name="connsiteX2997" fmla="*/ 1920621 w 3114960"/>
              <a:gd name="connsiteY2997" fmla="*/ 4535996 h 5143785"/>
              <a:gd name="connsiteX2998" fmla="*/ 1928813 w 3114960"/>
              <a:gd name="connsiteY2998" fmla="*/ 4527899 h 5143785"/>
              <a:gd name="connsiteX2999" fmla="*/ 1920716 w 3114960"/>
              <a:gd name="connsiteY2999" fmla="*/ 4519708 h 5143785"/>
              <a:gd name="connsiteX3000" fmla="*/ 1722882 w 3114960"/>
              <a:gd name="connsiteY3000" fmla="*/ 4554760 h 5143785"/>
              <a:gd name="connsiteX3001" fmla="*/ 1711928 w 3114960"/>
              <a:gd name="connsiteY3001" fmla="*/ 4543806 h 5143785"/>
              <a:gd name="connsiteX3002" fmla="*/ 1722882 w 3114960"/>
              <a:gd name="connsiteY3002" fmla="*/ 4532853 h 5143785"/>
              <a:gd name="connsiteX3003" fmla="*/ 1733836 w 3114960"/>
              <a:gd name="connsiteY3003" fmla="*/ 4543806 h 5143785"/>
              <a:gd name="connsiteX3004" fmla="*/ 1722882 w 3114960"/>
              <a:gd name="connsiteY3004" fmla="*/ 4554760 h 5143785"/>
              <a:gd name="connsiteX3005" fmla="*/ 1414653 w 3114960"/>
              <a:gd name="connsiteY3005" fmla="*/ 222028 h 5143785"/>
              <a:gd name="connsiteX3006" fmla="*/ 1414653 w 3114960"/>
              <a:gd name="connsiteY3006" fmla="*/ 228791 h 5143785"/>
              <a:gd name="connsiteX3007" fmla="*/ 1412177 w 3114960"/>
              <a:gd name="connsiteY3007" fmla="*/ 231267 h 5143785"/>
              <a:gd name="connsiteX3008" fmla="*/ 1405414 w 3114960"/>
              <a:gd name="connsiteY3008" fmla="*/ 231267 h 5143785"/>
              <a:gd name="connsiteX3009" fmla="*/ 1402937 w 3114960"/>
              <a:gd name="connsiteY3009" fmla="*/ 228791 h 5143785"/>
              <a:gd name="connsiteX3010" fmla="*/ 1402937 w 3114960"/>
              <a:gd name="connsiteY3010" fmla="*/ 222028 h 5143785"/>
              <a:gd name="connsiteX3011" fmla="*/ 1405414 w 3114960"/>
              <a:gd name="connsiteY3011" fmla="*/ 219551 h 5143785"/>
              <a:gd name="connsiteX3012" fmla="*/ 1412177 w 3114960"/>
              <a:gd name="connsiteY3012" fmla="*/ 219551 h 5143785"/>
              <a:gd name="connsiteX3013" fmla="*/ 1414653 w 3114960"/>
              <a:gd name="connsiteY3013" fmla="*/ 222028 h 5143785"/>
              <a:gd name="connsiteX3014" fmla="*/ 1361503 w 3114960"/>
              <a:gd name="connsiteY3014" fmla="*/ 222028 h 5143785"/>
              <a:gd name="connsiteX3015" fmla="*/ 1361503 w 3114960"/>
              <a:gd name="connsiteY3015" fmla="*/ 228791 h 5143785"/>
              <a:gd name="connsiteX3016" fmla="*/ 1359027 w 3114960"/>
              <a:gd name="connsiteY3016" fmla="*/ 231267 h 5143785"/>
              <a:gd name="connsiteX3017" fmla="*/ 1352264 w 3114960"/>
              <a:gd name="connsiteY3017" fmla="*/ 231267 h 5143785"/>
              <a:gd name="connsiteX3018" fmla="*/ 1349788 w 3114960"/>
              <a:gd name="connsiteY3018" fmla="*/ 228791 h 5143785"/>
              <a:gd name="connsiteX3019" fmla="*/ 1349788 w 3114960"/>
              <a:gd name="connsiteY3019" fmla="*/ 222028 h 5143785"/>
              <a:gd name="connsiteX3020" fmla="*/ 1352264 w 3114960"/>
              <a:gd name="connsiteY3020" fmla="*/ 219551 h 5143785"/>
              <a:gd name="connsiteX3021" fmla="*/ 1359027 w 3114960"/>
              <a:gd name="connsiteY3021" fmla="*/ 219551 h 5143785"/>
              <a:gd name="connsiteX3022" fmla="*/ 1361503 w 3114960"/>
              <a:gd name="connsiteY3022" fmla="*/ 222028 h 5143785"/>
              <a:gd name="connsiteX3023" fmla="*/ 2653951 w 3114960"/>
              <a:gd name="connsiteY3023" fmla="*/ 63341 h 5143785"/>
              <a:gd name="connsiteX3024" fmla="*/ 2554891 w 3114960"/>
              <a:gd name="connsiteY3024" fmla="*/ 63341 h 5143785"/>
              <a:gd name="connsiteX3025" fmla="*/ 2545271 w 3114960"/>
              <a:gd name="connsiteY3025" fmla="*/ 72962 h 5143785"/>
              <a:gd name="connsiteX3026" fmla="*/ 2545271 w 3114960"/>
              <a:gd name="connsiteY3026" fmla="*/ 77629 h 5143785"/>
              <a:gd name="connsiteX3027" fmla="*/ 2515172 w 3114960"/>
              <a:gd name="connsiteY3027" fmla="*/ 77629 h 5143785"/>
              <a:gd name="connsiteX3028" fmla="*/ 2504599 w 3114960"/>
              <a:gd name="connsiteY3028" fmla="*/ 68009 h 5143785"/>
              <a:gd name="connsiteX3029" fmla="*/ 2478977 w 3114960"/>
              <a:gd name="connsiteY3029" fmla="*/ 68009 h 5143785"/>
              <a:gd name="connsiteX3030" fmla="*/ 2471357 w 3114960"/>
              <a:gd name="connsiteY3030" fmla="*/ 60293 h 5143785"/>
              <a:gd name="connsiteX3031" fmla="*/ 2458688 w 3114960"/>
              <a:gd name="connsiteY3031" fmla="*/ 68009 h 5143785"/>
              <a:gd name="connsiteX3032" fmla="*/ 2459927 w 3114960"/>
              <a:gd name="connsiteY3032" fmla="*/ 75914 h 5143785"/>
              <a:gd name="connsiteX3033" fmla="*/ 2466404 w 3114960"/>
              <a:gd name="connsiteY3033" fmla="*/ 80677 h 5143785"/>
              <a:gd name="connsiteX3034" fmla="*/ 2466594 w 3114960"/>
              <a:gd name="connsiteY3034" fmla="*/ 80677 h 5143785"/>
              <a:gd name="connsiteX3035" fmla="*/ 2466499 w 3114960"/>
              <a:gd name="connsiteY3035" fmla="*/ 121444 h 5143785"/>
              <a:gd name="connsiteX3036" fmla="*/ 2466499 w 3114960"/>
              <a:gd name="connsiteY3036" fmla="*/ 122492 h 5143785"/>
              <a:gd name="connsiteX3037" fmla="*/ 2478977 w 3114960"/>
              <a:gd name="connsiteY3037" fmla="*/ 134588 h 5143785"/>
              <a:gd name="connsiteX3038" fmla="*/ 2514791 w 3114960"/>
              <a:gd name="connsiteY3038" fmla="*/ 134588 h 5143785"/>
              <a:gd name="connsiteX3039" fmla="*/ 2516410 w 3114960"/>
              <a:gd name="connsiteY3039" fmla="*/ 137065 h 5143785"/>
              <a:gd name="connsiteX3040" fmla="*/ 2522125 w 3114960"/>
              <a:gd name="connsiteY3040" fmla="*/ 139541 h 5143785"/>
              <a:gd name="connsiteX3041" fmla="*/ 2522315 w 3114960"/>
              <a:gd name="connsiteY3041" fmla="*/ 139541 h 5143785"/>
              <a:gd name="connsiteX3042" fmla="*/ 2527935 w 3114960"/>
              <a:gd name="connsiteY3042" fmla="*/ 137255 h 5143785"/>
              <a:gd name="connsiteX3043" fmla="*/ 2530412 w 3114960"/>
              <a:gd name="connsiteY3043" fmla="*/ 131540 h 5143785"/>
              <a:gd name="connsiteX3044" fmla="*/ 2528126 w 3114960"/>
              <a:gd name="connsiteY3044" fmla="*/ 125730 h 5143785"/>
              <a:gd name="connsiteX3045" fmla="*/ 2522411 w 3114960"/>
              <a:gd name="connsiteY3045" fmla="*/ 123254 h 5143785"/>
              <a:gd name="connsiteX3046" fmla="*/ 2516600 w 3114960"/>
              <a:gd name="connsiteY3046" fmla="*/ 125540 h 5143785"/>
              <a:gd name="connsiteX3047" fmla="*/ 2514410 w 3114960"/>
              <a:gd name="connsiteY3047" fmla="*/ 129826 h 5143785"/>
              <a:gd name="connsiteX3048" fmla="*/ 2480882 w 3114960"/>
              <a:gd name="connsiteY3048" fmla="*/ 129826 h 5143785"/>
              <a:gd name="connsiteX3049" fmla="*/ 2471261 w 3114960"/>
              <a:gd name="connsiteY3049" fmla="*/ 120491 h 5143785"/>
              <a:gd name="connsiteX3050" fmla="*/ 2471261 w 3114960"/>
              <a:gd name="connsiteY3050" fmla="*/ 80677 h 5143785"/>
              <a:gd name="connsiteX3051" fmla="*/ 2474214 w 3114960"/>
              <a:gd name="connsiteY3051" fmla="*/ 79439 h 5143785"/>
              <a:gd name="connsiteX3052" fmla="*/ 2478977 w 3114960"/>
              <a:gd name="connsiteY3052" fmla="*/ 72962 h 5143785"/>
              <a:gd name="connsiteX3053" fmla="*/ 2478977 w 3114960"/>
              <a:gd name="connsiteY3053" fmla="*/ 72771 h 5143785"/>
              <a:gd name="connsiteX3054" fmla="*/ 2502599 w 3114960"/>
              <a:gd name="connsiteY3054" fmla="*/ 72771 h 5143785"/>
              <a:gd name="connsiteX3055" fmla="*/ 2513171 w 3114960"/>
              <a:gd name="connsiteY3055" fmla="*/ 82391 h 5143785"/>
              <a:gd name="connsiteX3056" fmla="*/ 2545175 w 3114960"/>
              <a:gd name="connsiteY3056" fmla="*/ 82391 h 5143785"/>
              <a:gd name="connsiteX3057" fmla="*/ 2545175 w 3114960"/>
              <a:gd name="connsiteY3057" fmla="*/ 87059 h 5143785"/>
              <a:gd name="connsiteX3058" fmla="*/ 2554796 w 3114960"/>
              <a:gd name="connsiteY3058" fmla="*/ 96679 h 5143785"/>
              <a:gd name="connsiteX3059" fmla="*/ 2653855 w 3114960"/>
              <a:gd name="connsiteY3059" fmla="*/ 96679 h 5143785"/>
              <a:gd name="connsiteX3060" fmla="*/ 2663476 w 3114960"/>
              <a:gd name="connsiteY3060" fmla="*/ 87059 h 5143785"/>
              <a:gd name="connsiteX3061" fmla="*/ 2663476 w 3114960"/>
              <a:gd name="connsiteY3061" fmla="*/ 82391 h 5143785"/>
              <a:gd name="connsiteX3062" fmla="*/ 2756726 w 3114960"/>
              <a:gd name="connsiteY3062" fmla="*/ 82391 h 5143785"/>
              <a:gd name="connsiteX3063" fmla="*/ 2781491 w 3114960"/>
              <a:gd name="connsiteY3063" fmla="*/ 58198 h 5143785"/>
              <a:gd name="connsiteX3064" fmla="*/ 2781491 w 3114960"/>
              <a:gd name="connsiteY3064" fmla="*/ 95 h 5143785"/>
              <a:gd name="connsiteX3065" fmla="*/ 2776728 w 3114960"/>
              <a:gd name="connsiteY3065" fmla="*/ 95 h 5143785"/>
              <a:gd name="connsiteX3066" fmla="*/ 2776728 w 3114960"/>
              <a:gd name="connsiteY3066" fmla="*/ 56198 h 5143785"/>
              <a:gd name="connsiteX3067" fmla="*/ 2754821 w 3114960"/>
              <a:gd name="connsiteY3067" fmla="*/ 77629 h 5143785"/>
              <a:gd name="connsiteX3068" fmla="*/ 2663571 w 3114960"/>
              <a:gd name="connsiteY3068" fmla="*/ 77629 h 5143785"/>
              <a:gd name="connsiteX3069" fmla="*/ 2663571 w 3114960"/>
              <a:gd name="connsiteY3069" fmla="*/ 72962 h 5143785"/>
              <a:gd name="connsiteX3070" fmla="*/ 2653951 w 3114960"/>
              <a:gd name="connsiteY3070" fmla="*/ 63341 h 5143785"/>
              <a:gd name="connsiteX3071" fmla="*/ 2522220 w 3114960"/>
              <a:gd name="connsiteY3071" fmla="*/ 128016 h 5143785"/>
              <a:gd name="connsiteX3072" fmla="*/ 2522220 w 3114960"/>
              <a:gd name="connsiteY3072" fmla="*/ 128016 h 5143785"/>
              <a:gd name="connsiteX3073" fmla="*/ 2524601 w 3114960"/>
              <a:gd name="connsiteY3073" fmla="*/ 129064 h 5143785"/>
              <a:gd name="connsiteX3074" fmla="*/ 2525554 w 3114960"/>
              <a:gd name="connsiteY3074" fmla="*/ 131445 h 5143785"/>
              <a:gd name="connsiteX3075" fmla="*/ 2522125 w 3114960"/>
              <a:gd name="connsiteY3075" fmla="*/ 134779 h 5143785"/>
              <a:gd name="connsiteX3076" fmla="*/ 2519744 w 3114960"/>
              <a:gd name="connsiteY3076" fmla="*/ 133731 h 5143785"/>
              <a:gd name="connsiteX3077" fmla="*/ 2518791 w 3114960"/>
              <a:gd name="connsiteY3077" fmla="*/ 131350 h 5143785"/>
              <a:gd name="connsiteX3078" fmla="*/ 2522125 w 3114960"/>
              <a:gd name="connsiteY3078" fmla="*/ 128016 h 5143785"/>
              <a:gd name="connsiteX3079" fmla="*/ 2474500 w 3114960"/>
              <a:gd name="connsiteY3079" fmla="*/ 71914 h 5143785"/>
              <a:gd name="connsiteX3080" fmla="*/ 2471928 w 3114960"/>
              <a:gd name="connsiteY3080" fmla="*/ 75438 h 5143785"/>
              <a:gd name="connsiteX3081" fmla="*/ 2467642 w 3114960"/>
              <a:gd name="connsiteY3081" fmla="*/ 76105 h 5143785"/>
              <a:gd name="connsiteX3082" fmla="*/ 2464118 w 3114960"/>
              <a:gd name="connsiteY3082" fmla="*/ 73533 h 5143785"/>
              <a:gd name="connsiteX3083" fmla="*/ 2463451 w 3114960"/>
              <a:gd name="connsiteY3083" fmla="*/ 69247 h 5143785"/>
              <a:gd name="connsiteX3084" fmla="*/ 2468975 w 3114960"/>
              <a:gd name="connsiteY3084" fmla="*/ 64865 h 5143785"/>
              <a:gd name="connsiteX3085" fmla="*/ 2470309 w 3114960"/>
              <a:gd name="connsiteY3085" fmla="*/ 65056 h 5143785"/>
              <a:gd name="connsiteX3086" fmla="*/ 2473833 w 3114960"/>
              <a:gd name="connsiteY3086" fmla="*/ 67628 h 5143785"/>
              <a:gd name="connsiteX3087" fmla="*/ 2474500 w 3114960"/>
              <a:gd name="connsiteY3087" fmla="*/ 71914 h 5143785"/>
              <a:gd name="connsiteX3088" fmla="*/ 2658809 w 3114960"/>
              <a:gd name="connsiteY3088" fmla="*/ 87154 h 5143785"/>
              <a:gd name="connsiteX3089" fmla="*/ 2653951 w 3114960"/>
              <a:gd name="connsiteY3089" fmla="*/ 92012 h 5143785"/>
              <a:gd name="connsiteX3090" fmla="*/ 2554891 w 3114960"/>
              <a:gd name="connsiteY3090" fmla="*/ 92012 h 5143785"/>
              <a:gd name="connsiteX3091" fmla="*/ 2550033 w 3114960"/>
              <a:gd name="connsiteY3091" fmla="*/ 87154 h 5143785"/>
              <a:gd name="connsiteX3092" fmla="*/ 2550033 w 3114960"/>
              <a:gd name="connsiteY3092" fmla="*/ 72962 h 5143785"/>
              <a:gd name="connsiteX3093" fmla="*/ 2554891 w 3114960"/>
              <a:gd name="connsiteY3093" fmla="*/ 68104 h 5143785"/>
              <a:gd name="connsiteX3094" fmla="*/ 2653951 w 3114960"/>
              <a:gd name="connsiteY3094" fmla="*/ 68104 h 5143785"/>
              <a:gd name="connsiteX3095" fmla="*/ 2658809 w 3114960"/>
              <a:gd name="connsiteY3095" fmla="*/ 72962 h 5143785"/>
              <a:gd name="connsiteX3096" fmla="*/ 2658809 w 3114960"/>
              <a:gd name="connsiteY3096" fmla="*/ 87154 h 5143785"/>
              <a:gd name="connsiteX3097" fmla="*/ 1286542 w 3114960"/>
              <a:gd name="connsiteY3097" fmla="*/ 254889 h 5143785"/>
              <a:gd name="connsiteX3098" fmla="*/ 1275588 w 3114960"/>
              <a:gd name="connsiteY3098" fmla="*/ 265843 h 5143785"/>
              <a:gd name="connsiteX3099" fmla="*/ 1286542 w 3114960"/>
              <a:gd name="connsiteY3099" fmla="*/ 276797 h 5143785"/>
              <a:gd name="connsiteX3100" fmla="*/ 1291781 w 3114960"/>
              <a:gd name="connsiteY3100" fmla="*/ 275273 h 5143785"/>
              <a:gd name="connsiteX3101" fmla="*/ 1291590 w 3114960"/>
              <a:gd name="connsiteY3101" fmla="*/ 275463 h 5143785"/>
              <a:gd name="connsiteX3102" fmla="*/ 1332738 w 3114960"/>
              <a:gd name="connsiteY3102" fmla="*/ 313754 h 5143785"/>
              <a:gd name="connsiteX3103" fmla="*/ 1332357 w 3114960"/>
              <a:gd name="connsiteY3103" fmla="*/ 355378 h 5143785"/>
              <a:gd name="connsiteX3104" fmla="*/ 1351883 w 3114960"/>
              <a:gd name="connsiteY3104" fmla="*/ 379476 h 5143785"/>
              <a:gd name="connsiteX3105" fmla="*/ 1350455 w 3114960"/>
              <a:gd name="connsiteY3105" fmla="*/ 389382 h 5143785"/>
              <a:gd name="connsiteX3106" fmla="*/ 1355598 w 3114960"/>
              <a:gd name="connsiteY3106" fmla="*/ 394716 h 5143785"/>
              <a:gd name="connsiteX3107" fmla="*/ 1354360 w 3114960"/>
              <a:gd name="connsiteY3107" fmla="*/ 396145 h 5143785"/>
              <a:gd name="connsiteX3108" fmla="*/ 1358932 w 3114960"/>
              <a:gd name="connsiteY3108" fmla="*/ 398336 h 5143785"/>
              <a:gd name="connsiteX3109" fmla="*/ 1354360 w 3114960"/>
              <a:gd name="connsiteY3109" fmla="*/ 400526 h 5143785"/>
              <a:gd name="connsiteX3110" fmla="*/ 1358741 w 3114960"/>
              <a:gd name="connsiteY3110" fmla="*/ 402622 h 5143785"/>
              <a:gd name="connsiteX3111" fmla="*/ 1354360 w 3114960"/>
              <a:gd name="connsiteY3111" fmla="*/ 404717 h 5143785"/>
              <a:gd name="connsiteX3112" fmla="*/ 1358837 w 3114960"/>
              <a:gd name="connsiteY3112" fmla="*/ 406813 h 5143785"/>
              <a:gd name="connsiteX3113" fmla="*/ 1354360 w 3114960"/>
              <a:gd name="connsiteY3113" fmla="*/ 408908 h 5143785"/>
              <a:gd name="connsiteX3114" fmla="*/ 1358741 w 3114960"/>
              <a:gd name="connsiteY3114" fmla="*/ 411004 h 5143785"/>
              <a:gd name="connsiteX3115" fmla="*/ 1354360 w 3114960"/>
              <a:gd name="connsiteY3115" fmla="*/ 413099 h 5143785"/>
              <a:gd name="connsiteX3116" fmla="*/ 1358741 w 3114960"/>
              <a:gd name="connsiteY3116" fmla="*/ 415195 h 5143785"/>
              <a:gd name="connsiteX3117" fmla="*/ 1354360 w 3114960"/>
              <a:gd name="connsiteY3117" fmla="*/ 417290 h 5143785"/>
              <a:gd name="connsiteX3118" fmla="*/ 1358646 w 3114960"/>
              <a:gd name="connsiteY3118" fmla="*/ 419386 h 5143785"/>
              <a:gd name="connsiteX3119" fmla="*/ 1354360 w 3114960"/>
              <a:gd name="connsiteY3119" fmla="*/ 421481 h 5143785"/>
              <a:gd name="connsiteX3120" fmla="*/ 1358456 w 3114960"/>
              <a:gd name="connsiteY3120" fmla="*/ 423577 h 5143785"/>
              <a:gd name="connsiteX3121" fmla="*/ 1354360 w 3114960"/>
              <a:gd name="connsiteY3121" fmla="*/ 425672 h 5143785"/>
              <a:gd name="connsiteX3122" fmla="*/ 1358456 w 3114960"/>
              <a:gd name="connsiteY3122" fmla="*/ 427673 h 5143785"/>
              <a:gd name="connsiteX3123" fmla="*/ 1354360 w 3114960"/>
              <a:gd name="connsiteY3123" fmla="*/ 429673 h 5143785"/>
              <a:gd name="connsiteX3124" fmla="*/ 1358456 w 3114960"/>
              <a:gd name="connsiteY3124" fmla="*/ 431673 h 5143785"/>
              <a:gd name="connsiteX3125" fmla="*/ 1354360 w 3114960"/>
              <a:gd name="connsiteY3125" fmla="*/ 433769 h 5143785"/>
              <a:gd name="connsiteX3126" fmla="*/ 1358551 w 3114960"/>
              <a:gd name="connsiteY3126" fmla="*/ 435864 h 5143785"/>
              <a:gd name="connsiteX3127" fmla="*/ 1354360 w 3114960"/>
              <a:gd name="connsiteY3127" fmla="*/ 437960 h 5143785"/>
              <a:gd name="connsiteX3128" fmla="*/ 1358646 w 3114960"/>
              <a:gd name="connsiteY3128" fmla="*/ 440055 h 5143785"/>
              <a:gd name="connsiteX3129" fmla="*/ 1354360 w 3114960"/>
              <a:gd name="connsiteY3129" fmla="*/ 442151 h 5143785"/>
              <a:gd name="connsiteX3130" fmla="*/ 1358646 w 3114960"/>
              <a:gd name="connsiteY3130" fmla="*/ 444246 h 5143785"/>
              <a:gd name="connsiteX3131" fmla="*/ 1354360 w 3114960"/>
              <a:gd name="connsiteY3131" fmla="*/ 446342 h 5143785"/>
              <a:gd name="connsiteX3132" fmla="*/ 1358551 w 3114960"/>
              <a:gd name="connsiteY3132" fmla="*/ 448437 h 5143785"/>
              <a:gd name="connsiteX3133" fmla="*/ 1354360 w 3114960"/>
              <a:gd name="connsiteY3133" fmla="*/ 450533 h 5143785"/>
              <a:gd name="connsiteX3134" fmla="*/ 1358551 w 3114960"/>
              <a:gd name="connsiteY3134" fmla="*/ 452628 h 5143785"/>
              <a:gd name="connsiteX3135" fmla="*/ 1354360 w 3114960"/>
              <a:gd name="connsiteY3135" fmla="*/ 454724 h 5143785"/>
              <a:gd name="connsiteX3136" fmla="*/ 1358456 w 3114960"/>
              <a:gd name="connsiteY3136" fmla="*/ 456819 h 5143785"/>
              <a:gd name="connsiteX3137" fmla="*/ 1354360 w 3114960"/>
              <a:gd name="connsiteY3137" fmla="*/ 458914 h 5143785"/>
              <a:gd name="connsiteX3138" fmla="*/ 1358456 w 3114960"/>
              <a:gd name="connsiteY3138" fmla="*/ 461010 h 5143785"/>
              <a:gd name="connsiteX3139" fmla="*/ 1354360 w 3114960"/>
              <a:gd name="connsiteY3139" fmla="*/ 463106 h 5143785"/>
              <a:gd name="connsiteX3140" fmla="*/ 1358456 w 3114960"/>
              <a:gd name="connsiteY3140" fmla="*/ 465201 h 5143785"/>
              <a:gd name="connsiteX3141" fmla="*/ 1354360 w 3114960"/>
              <a:gd name="connsiteY3141" fmla="*/ 467297 h 5143785"/>
              <a:gd name="connsiteX3142" fmla="*/ 1358551 w 3114960"/>
              <a:gd name="connsiteY3142" fmla="*/ 469392 h 5143785"/>
              <a:gd name="connsiteX3143" fmla="*/ 1354360 w 3114960"/>
              <a:gd name="connsiteY3143" fmla="*/ 471488 h 5143785"/>
              <a:gd name="connsiteX3144" fmla="*/ 1358551 w 3114960"/>
              <a:gd name="connsiteY3144" fmla="*/ 473583 h 5143785"/>
              <a:gd name="connsiteX3145" fmla="*/ 1354360 w 3114960"/>
              <a:gd name="connsiteY3145" fmla="*/ 475679 h 5143785"/>
              <a:gd name="connsiteX3146" fmla="*/ 1358551 w 3114960"/>
              <a:gd name="connsiteY3146" fmla="*/ 477774 h 5143785"/>
              <a:gd name="connsiteX3147" fmla="*/ 1354360 w 3114960"/>
              <a:gd name="connsiteY3147" fmla="*/ 479870 h 5143785"/>
              <a:gd name="connsiteX3148" fmla="*/ 1358551 w 3114960"/>
              <a:gd name="connsiteY3148" fmla="*/ 481965 h 5143785"/>
              <a:gd name="connsiteX3149" fmla="*/ 1354360 w 3114960"/>
              <a:gd name="connsiteY3149" fmla="*/ 484061 h 5143785"/>
              <a:gd name="connsiteX3150" fmla="*/ 1358456 w 3114960"/>
              <a:gd name="connsiteY3150" fmla="*/ 486156 h 5143785"/>
              <a:gd name="connsiteX3151" fmla="*/ 1354360 w 3114960"/>
              <a:gd name="connsiteY3151" fmla="*/ 488156 h 5143785"/>
              <a:gd name="connsiteX3152" fmla="*/ 1358360 w 3114960"/>
              <a:gd name="connsiteY3152" fmla="*/ 490157 h 5143785"/>
              <a:gd name="connsiteX3153" fmla="*/ 1354360 w 3114960"/>
              <a:gd name="connsiteY3153" fmla="*/ 492157 h 5143785"/>
              <a:gd name="connsiteX3154" fmla="*/ 1358360 w 3114960"/>
              <a:gd name="connsiteY3154" fmla="*/ 494157 h 5143785"/>
              <a:gd name="connsiteX3155" fmla="*/ 1354360 w 3114960"/>
              <a:gd name="connsiteY3155" fmla="*/ 496157 h 5143785"/>
              <a:gd name="connsiteX3156" fmla="*/ 1358265 w 3114960"/>
              <a:gd name="connsiteY3156" fmla="*/ 498158 h 5143785"/>
              <a:gd name="connsiteX3157" fmla="*/ 1354360 w 3114960"/>
              <a:gd name="connsiteY3157" fmla="*/ 500158 h 5143785"/>
              <a:gd name="connsiteX3158" fmla="*/ 1358265 w 3114960"/>
              <a:gd name="connsiteY3158" fmla="*/ 502158 h 5143785"/>
              <a:gd name="connsiteX3159" fmla="*/ 1354360 w 3114960"/>
              <a:gd name="connsiteY3159" fmla="*/ 504158 h 5143785"/>
              <a:gd name="connsiteX3160" fmla="*/ 1358265 w 3114960"/>
              <a:gd name="connsiteY3160" fmla="*/ 506159 h 5143785"/>
              <a:gd name="connsiteX3161" fmla="*/ 1354360 w 3114960"/>
              <a:gd name="connsiteY3161" fmla="*/ 508159 h 5143785"/>
              <a:gd name="connsiteX3162" fmla="*/ 1358170 w 3114960"/>
              <a:gd name="connsiteY3162" fmla="*/ 510159 h 5143785"/>
              <a:gd name="connsiteX3163" fmla="*/ 1354360 w 3114960"/>
              <a:gd name="connsiteY3163" fmla="*/ 512159 h 5143785"/>
              <a:gd name="connsiteX3164" fmla="*/ 1358170 w 3114960"/>
              <a:gd name="connsiteY3164" fmla="*/ 514160 h 5143785"/>
              <a:gd name="connsiteX3165" fmla="*/ 1354360 w 3114960"/>
              <a:gd name="connsiteY3165" fmla="*/ 516160 h 5143785"/>
              <a:gd name="connsiteX3166" fmla="*/ 1358170 w 3114960"/>
              <a:gd name="connsiteY3166" fmla="*/ 518160 h 5143785"/>
              <a:gd name="connsiteX3167" fmla="*/ 1354360 w 3114960"/>
              <a:gd name="connsiteY3167" fmla="*/ 520160 h 5143785"/>
              <a:gd name="connsiteX3168" fmla="*/ 1358170 w 3114960"/>
              <a:gd name="connsiteY3168" fmla="*/ 522161 h 5143785"/>
              <a:gd name="connsiteX3169" fmla="*/ 1354360 w 3114960"/>
              <a:gd name="connsiteY3169" fmla="*/ 524161 h 5143785"/>
              <a:gd name="connsiteX3170" fmla="*/ 1358170 w 3114960"/>
              <a:gd name="connsiteY3170" fmla="*/ 526161 h 5143785"/>
              <a:gd name="connsiteX3171" fmla="*/ 1354360 w 3114960"/>
              <a:gd name="connsiteY3171" fmla="*/ 528161 h 5143785"/>
              <a:gd name="connsiteX3172" fmla="*/ 1358170 w 3114960"/>
              <a:gd name="connsiteY3172" fmla="*/ 530162 h 5143785"/>
              <a:gd name="connsiteX3173" fmla="*/ 1354360 w 3114960"/>
              <a:gd name="connsiteY3173" fmla="*/ 532162 h 5143785"/>
              <a:gd name="connsiteX3174" fmla="*/ 1358170 w 3114960"/>
              <a:gd name="connsiteY3174" fmla="*/ 534162 h 5143785"/>
              <a:gd name="connsiteX3175" fmla="*/ 1354360 w 3114960"/>
              <a:gd name="connsiteY3175" fmla="*/ 536162 h 5143785"/>
              <a:gd name="connsiteX3176" fmla="*/ 1358075 w 3114960"/>
              <a:gd name="connsiteY3176" fmla="*/ 538163 h 5143785"/>
              <a:gd name="connsiteX3177" fmla="*/ 1355979 w 3114960"/>
              <a:gd name="connsiteY3177" fmla="*/ 538544 h 5143785"/>
              <a:gd name="connsiteX3178" fmla="*/ 1355598 w 3114960"/>
              <a:gd name="connsiteY3178" fmla="*/ 538734 h 5143785"/>
              <a:gd name="connsiteX3179" fmla="*/ 1355027 w 3114960"/>
              <a:gd name="connsiteY3179" fmla="*/ 539115 h 5143785"/>
              <a:gd name="connsiteX3180" fmla="*/ 1350264 w 3114960"/>
              <a:gd name="connsiteY3180" fmla="*/ 551974 h 5143785"/>
              <a:gd name="connsiteX3181" fmla="*/ 1355789 w 3114960"/>
              <a:gd name="connsiteY3181" fmla="*/ 557594 h 5143785"/>
              <a:gd name="connsiteX3182" fmla="*/ 1357408 w 3114960"/>
              <a:gd name="connsiteY3182" fmla="*/ 557879 h 5143785"/>
              <a:gd name="connsiteX3183" fmla="*/ 1357408 w 3114960"/>
              <a:gd name="connsiteY3183" fmla="*/ 600551 h 5143785"/>
              <a:gd name="connsiteX3184" fmla="*/ 1329595 w 3114960"/>
              <a:gd name="connsiteY3184" fmla="*/ 620459 h 5143785"/>
              <a:gd name="connsiteX3185" fmla="*/ 1329595 w 3114960"/>
              <a:gd name="connsiteY3185" fmla="*/ 703802 h 5143785"/>
              <a:gd name="connsiteX3186" fmla="*/ 1386554 w 3114960"/>
              <a:gd name="connsiteY3186" fmla="*/ 755523 h 5143785"/>
              <a:gd name="connsiteX3187" fmla="*/ 1386078 w 3114960"/>
              <a:gd name="connsiteY3187" fmla="*/ 755523 h 5143785"/>
              <a:gd name="connsiteX3188" fmla="*/ 1377791 w 3114960"/>
              <a:gd name="connsiteY3188" fmla="*/ 760571 h 5143785"/>
              <a:gd name="connsiteX3189" fmla="*/ 1380553 w 3114960"/>
              <a:gd name="connsiteY3189" fmla="*/ 778383 h 5143785"/>
              <a:gd name="connsiteX3190" fmla="*/ 1386078 w 3114960"/>
              <a:gd name="connsiteY3190" fmla="*/ 780574 h 5143785"/>
              <a:gd name="connsiteX3191" fmla="*/ 1386078 w 3114960"/>
              <a:gd name="connsiteY3191" fmla="*/ 796195 h 5143785"/>
              <a:gd name="connsiteX3192" fmla="*/ 1333976 w 3114960"/>
              <a:gd name="connsiteY3192" fmla="*/ 811244 h 5143785"/>
              <a:gd name="connsiteX3193" fmla="*/ 1333976 w 3114960"/>
              <a:gd name="connsiteY3193" fmla="*/ 827913 h 5143785"/>
              <a:gd name="connsiteX3194" fmla="*/ 1322927 w 3114960"/>
              <a:gd name="connsiteY3194" fmla="*/ 841153 h 5143785"/>
              <a:gd name="connsiteX3195" fmla="*/ 1336167 w 3114960"/>
              <a:gd name="connsiteY3195" fmla="*/ 854583 h 5143785"/>
              <a:gd name="connsiteX3196" fmla="*/ 1440085 w 3114960"/>
              <a:gd name="connsiteY3196" fmla="*/ 967645 h 5143785"/>
              <a:gd name="connsiteX3197" fmla="*/ 1440656 w 3114960"/>
              <a:gd name="connsiteY3197" fmla="*/ 1108424 h 5143785"/>
              <a:gd name="connsiteX3198" fmla="*/ 1466088 w 3114960"/>
              <a:gd name="connsiteY3198" fmla="*/ 1130332 h 5143785"/>
              <a:gd name="connsiteX3199" fmla="*/ 1572578 w 3114960"/>
              <a:gd name="connsiteY3199" fmla="*/ 1130332 h 5143785"/>
              <a:gd name="connsiteX3200" fmla="*/ 1572578 w 3114960"/>
              <a:gd name="connsiteY3200" fmla="*/ 1135761 h 5143785"/>
              <a:gd name="connsiteX3201" fmla="*/ 1575721 w 3114960"/>
              <a:gd name="connsiteY3201" fmla="*/ 1138904 h 5143785"/>
              <a:gd name="connsiteX3202" fmla="*/ 1591342 w 3114960"/>
              <a:gd name="connsiteY3202" fmla="*/ 1138904 h 5143785"/>
              <a:gd name="connsiteX3203" fmla="*/ 1594485 w 3114960"/>
              <a:gd name="connsiteY3203" fmla="*/ 1135761 h 5143785"/>
              <a:gd name="connsiteX3204" fmla="*/ 1594485 w 3114960"/>
              <a:gd name="connsiteY3204" fmla="*/ 1120140 h 5143785"/>
              <a:gd name="connsiteX3205" fmla="*/ 1591342 w 3114960"/>
              <a:gd name="connsiteY3205" fmla="*/ 1116997 h 5143785"/>
              <a:gd name="connsiteX3206" fmla="*/ 1575721 w 3114960"/>
              <a:gd name="connsiteY3206" fmla="*/ 1116997 h 5143785"/>
              <a:gd name="connsiteX3207" fmla="*/ 1572578 w 3114960"/>
              <a:gd name="connsiteY3207" fmla="*/ 1120140 h 5143785"/>
              <a:gd name="connsiteX3208" fmla="*/ 1572578 w 3114960"/>
              <a:gd name="connsiteY3208" fmla="*/ 1125569 h 5143785"/>
              <a:gd name="connsiteX3209" fmla="*/ 1467898 w 3114960"/>
              <a:gd name="connsiteY3209" fmla="*/ 1125569 h 5143785"/>
              <a:gd name="connsiteX3210" fmla="*/ 1445419 w 3114960"/>
              <a:gd name="connsiteY3210" fmla="*/ 1106234 h 5143785"/>
              <a:gd name="connsiteX3211" fmla="*/ 1444847 w 3114960"/>
              <a:gd name="connsiteY3211" fmla="*/ 965740 h 5143785"/>
              <a:gd name="connsiteX3212" fmla="*/ 1341692 w 3114960"/>
              <a:gd name="connsiteY3212" fmla="*/ 853535 h 5143785"/>
              <a:gd name="connsiteX3213" fmla="*/ 1349883 w 3114960"/>
              <a:gd name="connsiteY3213" fmla="*/ 841153 h 5143785"/>
              <a:gd name="connsiteX3214" fmla="*/ 1338834 w 3114960"/>
              <a:gd name="connsiteY3214" fmla="*/ 827913 h 5143785"/>
              <a:gd name="connsiteX3215" fmla="*/ 1338834 w 3114960"/>
              <a:gd name="connsiteY3215" fmla="*/ 814769 h 5143785"/>
              <a:gd name="connsiteX3216" fmla="*/ 1386173 w 3114960"/>
              <a:gd name="connsiteY3216" fmla="*/ 801148 h 5143785"/>
              <a:gd name="connsiteX3217" fmla="*/ 1386173 w 3114960"/>
              <a:gd name="connsiteY3217" fmla="*/ 830199 h 5143785"/>
              <a:gd name="connsiteX3218" fmla="*/ 1387602 w 3114960"/>
              <a:gd name="connsiteY3218" fmla="*/ 830199 h 5143785"/>
              <a:gd name="connsiteX3219" fmla="*/ 1377506 w 3114960"/>
              <a:gd name="connsiteY3219" fmla="*/ 841058 h 5143785"/>
              <a:gd name="connsiteX3220" fmla="*/ 1387697 w 3114960"/>
              <a:gd name="connsiteY3220" fmla="*/ 851916 h 5143785"/>
              <a:gd name="connsiteX3221" fmla="*/ 1481233 w 3114960"/>
              <a:gd name="connsiteY3221" fmla="*/ 952024 h 5143785"/>
              <a:gd name="connsiteX3222" fmla="*/ 1481042 w 3114960"/>
              <a:gd name="connsiteY3222" fmla="*/ 1080326 h 5143785"/>
              <a:gd name="connsiteX3223" fmla="*/ 1499045 w 3114960"/>
              <a:gd name="connsiteY3223" fmla="*/ 1094232 h 5143785"/>
              <a:gd name="connsiteX3224" fmla="*/ 1558862 w 3114960"/>
              <a:gd name="connsiteY3224" fmla="*/ 1094232 h 5143785"/>
              <a:gd name="connsiteX3225" fmla="*/ 1558862 w 3114960"/>
              <a:gd name="connsiteY3225" fmla="*/ 1102995 h 5143785"/>
              <a:gd name="connsiteX3226" fmla="*/ 1561243 w 3114960"/>
              <a:gd name="connsiteY3226" fmla="*/ 1105376 h 5143785"/>
              <a:gd name="connsiteX3227" fmla="*/ 1571720 w 3114960"/>
              <a:gd name="connsiteY3227" fmla="*/ 1105376 h 5143785"/>
              <a:gd name="connsiteX3228" fmla="*/ 1574102 w 3114960"/>
              <a:gd name="connsiteY3228" fmla="*/ 1102995 h 5143785"/>
              <a:gd name="connsiteX3229" fmla="*/ 1574102 w 3114960"/>
              <a:gd name="connsiteY3229" fmla="*/ 1080802 h 5143785"/>
              <a:gd name="connsiteX3230" fmla="*/ 1571720 w 3114960"/>
              <a:gd name="connsiteY3230" fmla="*/ 1078421 h 5143785"/>
              <a:gd name="connsiteX3231" fmla="*/ 1561243 w 3114960"/>
              <a:gd name="connsiteY3231" fmla="*/ 1078421 h 5143785"/>
              <a:gd name="connsiteX3232" fmla="*/ 1558862 w 3114960"/>
              <a:gd name="connsiteY3232" fmla="*/ 1080802 h 5143785"/>
              <a:gd name="connsiteX3233" fmla="*/ 1558862 w 3114960"/>
              <a:gd name="connsiteY3233" fmla="*/ 1089470 h 5143785"/>
              <a:gd name="connsiteX3234" fmla="*/ 1500664 w 3114960"/>
              <a:gd name="connsiteY3234" fmla="*/ 1089470 h 5143785"/>
              <a:gd name="connsiteX3235" fmla="*/ 1485805 w 3114960"/>
              <a:gd name="connsiteY3235" fmla="*/ 1078040 h 5143785"/>
              <a:gd name="connsiteX3236" fmla="*/ 1485995 w 3114960"/>
              <a:gd name="connsiteY3236" fmla="*/ 950214 h 5143785"/>
              <a:gd name="connsiteX3237" fmla="*/ 1393317 w 3114960"/>
              <a:gd name="connsiteY3237" fmla="*/ 851059 h 5143785"/>
              <a:gd name="connsiteX3238" fmla="*/ 1399699 w 3114960"/>
              <a:gd name="connsiteY3238" fmla="*/ 841153 h 5143785"/>
              <a:gd name="connsiteX3239" fmla="*/ 1389602 w 3114960"/>
              <a:gd name="connsiteY3239" fmla="*/ 830294 h 5143785"/>
              <a:gd name="connsiteX3240" fmla="*/ 1391031 w 3114960"/>
              <a:gd name="connsiteY3240" fmla="*/ 830294 h 5143785"/>
              <a:gd name="connsiteX3241" fmla="*/ 1391031 w 3114960"/>
              <a:gd name="connsiteY3241" fmla="*/ 801434 h 5143785"/>
              <a:gd name="connsiteX3242" fmla="*/ 1437608 w 3114960"/>
              <a:gd name="connsiteY3242" fmla="*/ 814864 h 5143785"/>
              <a:gd name="connsiteX3243" fmla="*/ 1437608 w 3114960"/>
              <a:gd name="connsiteY3243" fmla="*/ 828104 h 5143785"/>
              <a:gd name="connsiteX3244" fmla="*/ 1427226 w 3114960"/>
              <a:gd name="connsiteY3244" fmla="*/ 841153 h 5143785"/>
              <a:gd name="connsiteX3245" fmla="*/ 1440656 w 3114960"/>
              <a:gd name="connsiteY3245" fmla="*/ 854583 h 5143785"/>
              <a:gd name="connsiteX3246" fmla="*/ 1447038 w 3114960"/>
              <a:gd name="connsiteY3246" fmla="*/ 852869 h 5143785"/>
              <a:gd name="connsiteX3247" fmla="*/ 1518190 w 3114960"/>
              <a:gd name="connsiteY3247" fmla="*/ 928592 h 5143785"/>
              <a:gd name="connsiteX3248" fmla="*/ 1518857 w 3114960"/>
              <a:gd name="connsiteY3248" fmla="*/ 1047655 h 5143785"/>
              <a:gd name="connsiteX3249" fmla="*/ 1540193 w 3114960"/>
              <a:gd name="connsiteY3249" fmla="*/ 1064895 h 5143785"/>
              <a:gd name="connsiteX3250" fmla="*/ 1600962 w 3114960"/>
              <a:gd name="connsiteY3250" fmla="*/ 1064895 h 5143785"/>
              <a:gd name="connsiteX3251" fmla="*/ 1600962 w 3114960"/>
              <a:gd name="connsiteY3251" fmla="*/ 1073658 h 5143785"/>
              <a:gd name="connsiteX3252" fmla="*/ 1611440 w 3114960"/>
              <a:gd name="connsiteY3252" fmla="*/ 1073658 h 5143785"/>
              <a:gd name="connsiteX3253" fmla="*/ 1611440 w 3114960"/>
              <a:gd name="connsiteY3253" fmla="*/ 1051465 h 5143785"/>
              <a:gd name="connsiteX3254" fmla="*/ 1600962 w 3114960"/>
              <a:gd name="connsiteY3254" fmla="*/ 1051465 h 5143785"/>
              <a:gd name="connsiteX3255" fmla="*/ 1600962 w 3114960"/>
              <a:gd name="connsiteY3255" fmla="*/ 1060228 h 5143785"/>
              <a:gd name="connsiteX3256" fmla="*/ 1541907 w 3114960"/>
              <a:gd name="connsiteY3256" fmla="*/ 1060228 h 5143785"/>
              <a:gd name="connsiteX3257" fmla="*/ 1523619 w 3114960"/>
              <a:gd name="connsiteY3257" fmla="*/ 1045464 h 5143785"/>
              <a:gd name="connsiteX3258" fmla="*/ 1522952 w 3114960"/>
              <a:gd name="connsiteY3258" fmla="*/ 926783 h 5143785"/>
              <a:gd name="connsiteX3259" fmla="*/ 1450753 w 3114960"/>
              <a:gd name="connsiteY3259" fmla="*/ 850011 h 5143785"/>
              <a:gd name="connsiteX3260" fmla="*/ 1454087 w 3114960"/>
              <a:gd name="connsiteY3260" fmla="*/ 841248 h 5143785"/>
              <a:gd name="connsiteX3261" fmla="*/ 1442276 w 3114960"/>
              <a:gd name="connsiteY3261" fmla="*/ 827913 h 5143785"/>
              <a:gd name="connsiteX3262" fmla="*/ 1442276 w 3114960"/>
              <a:gd name="connsiteY3262" fmla="*/ 811340 h 5143785"/>
              <a:gd name="connsiteX3263" fmla="*/ 1390936 w 3114960"/>
              <a:gd name="connsiteY3263" fmla="*/ 796576 h 5143785"/>
              <a:gd name="connsiteX3264" fmla="*/ 1390936 w 3114960"/>
              <a:gd name="connsiteY3264" fmla="*/ 780574 h 5143785"/>
              <a:gd name="connsiteX3265" fmla="*/ 1398461 w 3114960"/>
              <a:gd name="connsiteY3265" fmla="*/ 775811 h 5143785"/>
              <a:gd name="connsiteX3266" fmla="*/ 1398461 w 3114960"/>
              <a:gd name="connsiteY3266" fmla="*/ 775811 h 5143785"/>
              <a:gd name="connsiteX3267" fmla="*/ 1400747 w 3114960"/>
              <a:gd name="connsiteY3267" fmla="*/ 766382 h 5143785"/>
              <a:gd name="connsiteX3268" fmla="*/ 1395698 w 3114960"/>
              <a:gd name="connsiteY3268" fmla="*/ 758095 h 5143785"/>
              <a:gd name="connsiteX3269" fmla="*/ 1389602 w 3114960"/>
              <a:gd name="connsiteY3269" fmla="*/ 755809 h 5143785"/>
              <a:gd name="connsiteX3270" fmla="*/ 1447324 w 3114960"/>
              <a:gd name="connsiteY3270" fmla="*/ 703993 h 5143785"/>
              <a:gd name="connsiteX3271" fmla="*/ 1447324 w 3114960"/>
              <a:gd name="connsiteY3271" fmla="*/ 623126 h 5143785"/>
              <a:gd name="connsiteX3272" fmla="*/ 1475137 w 3114960"/>
              <a:gd name="connsiteY3272" fmla="*/ 603218 h 5143785"/>
              <a:gd name="connsiteX3273" fmla="*/ 1475137 w 3114960"/>
              <a:gd name="connsiteY3273" fmla="*/ 557975 h 5143785"/>
              <a:gd name="connsiteX3274" fmla="*/ 1476089 w 3114960"/>
              <a:gd name="connsiteY3274" fmla="*/ 557784 h 5143785"/>
              <a:gd name="connsiteX3275" fmla="*/ 1481709 w 3114960"/>
              <a:gd name="connsiteY3275" fmla="*/ 552260 h 5143785"/>
              <a:gd name="connsiteX3276" fmla="*/ 1481709 w 3114960"/>
              <a:gd name="connsiteY3276" fmla="*/ 544354 h 5143785"/>
              <a:gd name="connsiteX3277" fmla="*/ 1477232 w 3114960"/>
              <a:gd name="connsiteY3277" fmla="*/ 539496 h 5143785"/>
              <a:gd name="connsiteX3278" fmla="*/ 1477804 w 3114960"/>
              <a:gd name="connsiteY3278" fmla="*/ 538448 h 5143785"/>
              <a:gd name="connsiteX3279" fmla="*/ 1473899 w 3114960"/>
              <a:gd name="connsiteY3279" fmla="*/ 536448 h 5143785"/>
              <a:gd name="connsiteX3280" fmla="*/ 1477804 w 3114960"/>
              <a:gd name="connsiteY3280" fmla="*/ 534448 h 5143785"/>
              <a:gd name="connsiteX3281" fmla="*/ 1473994 w 3114960"/>
              <a:gd name="connsiteY3281" fmla="*/ 532448 h 5143785"/>
              <a:gd name="connsiteX3282" fmla="*/ 1477804 w 3114960"/>
              <a:gd name="connsiteY3282" fmla="*/ 530447 h 5143785"/>
              <a:gd name="connsiteX3283" fmla="*/ 1473994 w 3114960"/>
              <a:gd name="connsiteY3283" fmla="*/ 528447 h 5143785"/>
              <a:gd name="connsiteX3284" fmla="*/ 1477804 w 3114960"/>
              <a:gd name="connsiteY3284" fmla="*/ 526447 h 5143785"/>
              <a:gd name="connsiteX3285" fmla="*/ 1473994 w 3114960"/>
              <a:gd name="connsiteY3285" fmla="*/ 524447 h 5143785"/>
              <a:gd name="connsiteX3286" fmla="*/ 1477804 w 3114960"/>
              <a:gd name="connsiteY3286" fmla="*/ 522446 h 5143785"/>
              <a:gd name="connsiteX3287" fmla="*/ 1473994 w 3114960"/>
              <a:gd name="connsiteY3287" fmla="*/ 520446 h 5143785"/>
              <a:gd name="connsiteX3288" fmla="*/ 1477804 w 3114960"/>
              <a:gd name="connsiteY3288" fmla="*/ 518446 h 5143785"/>
              <a:gd name="connsiteX3289" fmla="*/ 1473994 w 3114960"/>
              <a:gd name="connsiteY3289" fmla="*/ 516446 h 5143785"/>
              <a:gd name="connsiteX3290" fmla="*/ 1477804 w 3114960"/>
              <a:gd name="connsiteY3290" fmla="*/ 514445 h 5143785"/>
              <a:gd name="connsiteX3291" fmla="*/ 1473994 w 3114960"/>
              <a:gd name="connsiteY3291" fmla="*/ 512445 h 5143785"/>
              <a:gd name="connsiteX3292" fmla="*/ 1477804 w 3114960"/>
              <a:gd name="connsiteY3292" fmla="*/ 510445 h 5143785"/>
              <a:gd name="connsiteX3293" fmla="*/ 1473899 w 3114960"/>
              <a:gd name="connsiteY3293" fmla="*/ 508445 h 5143785"/>
              <a:gd name="connsiteX3294" fmla="*/ 1477804 w 3114960"/>
              <a:gd name="connsiteY3294" fmla="*/ 506444 h 5143785"/>
              <a:gd name="connsiteX3295" fmla="*/ 1473899 w 3114960"/>
              <a:gd name="connsiteY3295" fmla="*/ 504444 h 5143785"/>
              <a:gd name="connsiteX3296" fmla="*/ 1477804 w 3114960"/>
              <a:gd name="connsiteY3296" fmla="*/ 502444 h 5143785"/>
              <a:gd name="connsiteX3297" fmla="*/ 1473899 w 3114960"/>
              <a:gd name="connsiteY3297" fmla="*/ 500444 h 5143785"/>
              <a:gd name="connsiteX3298" fmla="*/ 1477804 w 3114960"/>
              <a:gd name="connsiteY3298" fmla="*/ 498443 h 5143785"/>
              <a:gd name="connsiteX3299" fmla="*/ 1473803 w 3114960"/>
              <a:gd name="connsiteY3299" fmla="*/ 496443 h 5143785"/>
              <a:gd name="connsiteX3300" fmla="*/ 1477804 w 3114960"/>
              <a:gd name="connsiteY3300" fmla="*/ 494443 h 5143785"/>
              <a:gd name="connsiteX3301" fmla="*/ 1473803 w 3114960"/>
              <a:gd name="connsiteY3301" fmla="*/ 492443 h 5143785"/>
              <a:gd name="connsiteX3302" fmla="*/ 1477804 w 3114960"/>
              <a:gd name="connsiteY3302" fmla="*/ 490442 h 5143785"/>
              <a:gd name="connsiteX3303" fmla="*/ 1473708 w 3114960"/>
              <a:gd name="connsiteY3303" fmla="*/ 488442 h 5143785"/>
              <a:gd name="connsiteX3304" fmla="*/ 1477804 w 3114960"/>
              <a:gd name="connsiteY3304" fmla="*/ 486442 h 5143785"/>
              <a:gd name="connsiteX3305" fmla="*/ 1473708 w 3114960"/>
              <a:gd name="connsiteY3305" fmla="*/ 484346 h 5143785"/>
              <a:gd name="connsiteX3306" fmla="*/ 1477804 w 3114960"/>
              <a:gd name="connsiteY3306" fmla="*/ 482251 h 5143785"/>
              <a:gd name="connsiteX3307" fmla="*/ 1473613 w 3114960"/>
              <a:gd name="connsiteY3307" fmla="*/ 480155 h 5143785"/>
              <a:gd name="connsiteX3308" fmla="*/ 1477804 w 3114960"/>
              <a:gd name="connsiteY3308" fmla="*/ 478060 h 5143785"/>
              <a:gd name="connsiteX3309" fmla="*/ 1473613 w 3114960"/>
              <a:gd name="connsiteY3309" fmla="*/ 475964 h 5143785"/>
              <a:gd name="connsiteX3310" fmla="*/ 1477804 w 3114960"/>
              <a:gd name="connsiteY3310" fmla="*/ 473869 h 5143785"/>
              <a:gd name="connsiteX3311" fmla="*/ 1473613 w 3114960"/>
              <a:gd name="connsiteY3311" fmla="*/ 471773 h 5143785"/>
              <a:gd name="connsiteX3312" fmla="*/ 1477804 w 3114960"/>
              <a:gd name="connsiteY3312" fmla="*/ 469678 h 5143785"/>
              <a:gd name="connsiteX3313" fmla="*/ 1473708 w 3114960"/>
              <a:gd name="connsiteY3313" fmla="*/ 467582 h 5143785"/>
              <a:gd name="connsiteX3314" fmla="*/ 1477804 w 3114960"/>
              <a:gd name="connsiteY3314" fmla="*/ 465487 h 5143785"/>
              <a:gd name="connsiteX3315" fmla="*/ 1473708 w 3114960"/>
              <a:gd name="connsiteY3315" fmla="*/ 463391 h 5143785"/>
              <a:gd name="connsiteX3316" fmla="*/ 1477804 w 3114960"/>
              <a:gd name="connsiteY3316" fmla="*/ 461296 h 5143785"/>
              <a:gd name="connsiteX3317" fmla="*/ 1473708 w 3114960"/>
              <a:gd name="connsiteY3317" fmla="*/ 459200 h 5143785"/>
              <a:gd name="connsiteX3318" fmla="*/ 1477804 w 3114960"/>
              <a:gd name="connsiteY3318" fmla="*/ 457105 h 5143785"/>
              <a:gd name="connsiteX3319" fmla="*/ 1473708 w 3114960"/>
              <a:gd name="connsiteY3319" fmla="*/ 455009 h 5143785"/>
              <a:gd name="connsiteX3320" fmla="*/ 1477804 w 3114960"/>
              <a:gd name="connsiteY3320" fmla="*/ 452914 h 5143785"/>
              <a:gd name="connsiteX3321" fmla="*/ 1473613 w 3114960"/>
              <a:gd name="connsiteY3321" fmla="*/ 450818 h 5143785"/>
              <a:gd name="connsiteX3322" fmla="*/ 1477804 w 3114960"/>
              <a:gd name="connsiteY3322" fmla="*/ 448723 h 5143785"/>
              <a:gd name="connsiteX3323" fmla="*/ 1473613 w 3114960"/>
              <a:gd name="connsiteY3323" fmla="*/ 446627 h 5143785"/>
              <a:gd name="connsiteX3324" fmla="*/ 1477804 w 3114960"/>
              <a:gd name="connsiteY3324" fmla="*/ 444532 h 5143785"/>
              <a:gd name="connsiteX3325" fmla="*/ 1473518 w 3114960"/>
              <a:gd name="connsiteY3325" fmla="*/ 442436 h 5143785"/>
              <a:gd name="connsiteX3326" fmla="*/ 1477804 w 3114960"/>
              <a:gd name="connsiteY3326" fmla="*/ 440341 h 5143785"/>
              <a:gd name="connsiteX3327" fmla="*/ 1473518 w 3114960"/>
              <a:gd name="connsiteY3327" fmla="*/ 438245 h 5143785"/>
              <a:gd name="connsiteX3328" fmla="*/ 1477804 w 3114960"/>
              <a:gd name="connsiteY3328" fmla="*/ 436150 h 5143785"/>
              <a:gd name="connsiteX3329" fmla="*/ 1473708 w 3114960"/>
              <a:gd name="connsiteY3329" fmla="*/ 434054 h 5143785"/>
              <a:gd name="connsiteX3330" fmla="*/ 1477804 w 3114960"/>
              <a:gd name="connsiteY3330" fmla="*/ 431959 h 5143785"/>
              <a:gd name="connsiteX3331" fmla="*/ 1473708 w 3114960"/>
              <a:gd name="connsiteY3331" fmla="*/ 429959 h 5143785"/>
              <a:gd name="connsiteX3332" fmla="*/ 1477804 w 3114960"/>
              <a:gd name="connsiteY3332" fmla="*/ 427958 h 5143785"/>
              <a:gd name="connsiteX3333" fmla="*/ 1473708 w 3114960"/>
              <a:gd name="connsiteY3333" fmla="*/ 425958 h 5143785"/>
              <a:gd name="connsiteX3334" fmla="*/ 1477804 w 3114960"/>
              <a:gd name="connsiteY3334" fmla="*/ 423863 h 5143785"/>
              <a:gd name="connsiteX3335" fmla="*/ 1473613 w 3114960"/>
              <a:gd name="connsiteY3335" fmla="*/ 421767 h 5143785"/>
              <a:gd name="connsiteX3336" fmla="*/ 1477804 w 3114960"/>
              <a:gd name="connsiteY3336" fmla="*/ 419672 h 5143785"/>
              <a:gd name="connsiteX3337" fmla="*/ 1473422 w 3114960"/>
              <a:gd name="connsiteY3337" fmla="*/ 417576 h 5143785"/>
              <a:gd name="connsiteX3338" fmla="*/ 1477804 w 3114960"/>
              <a:gd name="connsiteY3338" fmla="*/ 415481 h 5143785"/>
              <a:gd name="connsiteX3339" fmla="*/ 1473422 w 3114960"/>
              <a:gd name="connsiteY3339" fmla="*/ 413385 h 5143785"/>
              <a:gd name="connsiteX3340" fmla="*/ 1477804 w 3114960"/>
              <a:gd name="connsiteY3340" fmla="*/ 411289 h 5143785"/>
              <a:gd name="connsiteX3341" fmla="*/ 1473422 w 3114960"/>
              <a:gd name="connsiteY3341" fmla="*/ 409194 h 5143785"/>
              <a:gd name="connsiteX3342" fmla="*/ 1477804 w 3114960"/>
              <a:gd name="connsiteY3342" fmla="*/ 407099 h 5143785"/>
              <a:gd name="connsiteX3343" fmla="*/ 1473422 w 3114960"/>
              <a:gd name="connsiteY3343" fmla="*/ 405003 h 5143785"/>
              <a:gd name="connsiteX3344" fmla="*/ 1477804 w 3114960"/>
              <a:gd name="connsiteY3344" fmla="*/ 402908 h 5143785"/>
              <a:gd name="connsiteX3345" fmla="*/ 1473327 w 3114960"/>
              <a:gd name="connsiteY3345" fmla="*/ 400812 h 5143785"/>
              <a:gd name="connsiteX3346" fmla="*/ 1477804 w 3114960"/>
              <a:gd name="connsiteY3346" fmla="*/ 398621 h 5143785"/>
              <a:gd name="connsiteX3347" fmla="*/ 1473137 w 3114960"/>
              <a:gd name="connsiteY3347" fmla="*/ 396431 h 5143785"/>
              <a:gd name="connsiteX3348" fmla="*/ 1477804 w 3114960"/>
              <a:gd name="connsiteY3348" fmla="*/ 394240 h 5143785"/>
              <a:gd name="connsiteX3349" fmla="*/ 1477613 w 3114960"/>
              <a:gd name="connsiteY3349" fmla="*/ 394240 h 5143785"/>
              <a:gd name="connsiteX3350" fmla="*/ 1481709 w 3114960"/>
              <a:gd name="connsiteY3350" fmla="*/ 381857 h 5143785"/>
              <a:gd name="connsiteX3351" fmla="*/ 1476185 w 3114960"/>
              <a:gd name="connsiteY3351" fmla="*/ 376238 h 5143785"/>
              <a:gd name="connsiteX3352" fmla="*/ 1468279 w 3114960"/>
              <a:gd name="connsiteY3352" fmla="*/ 376238 h 5143785"/>
              <a:gd name="connsiteX3353" fmla="*/ 1466850 w 3114960"/>
              <a:gd name="connsiteY3353" fmla="*/ 377190 h 5143785"/>
              <a:gd name="connsiteX3354" fmla="*/ 1422749 w 3114960"/>
              <a:gd name="connsiteY3354" fmla="*/ 325564 h 5143785"/>
              <a:gd name="connsiteX3355" fmla="*/ 1422940 w 3114960"/>
              <a:gd name="connsiteY3355" fmla="*/ 288893 h 5143785"/>
              <a:gd name="connsiteX3356" fmla="*/ 1369028 w 3114960"/>
              <a:gd name="connsiteY3356" fmla="*/ 235744 h 5143785"/>
              <a:gd name="connsiteX3357" fmla="*/ 1369695 w 3114960"/>
              <a:gd name="connsiteY3357" fmla="*/ 232982 h 5143785"/>
              <a:gd name="connsiteX3358" fmla="*/ 1369695 w 3114960"/>
              <a:gd name="connsiteY3358" fmla="*/ 218599 h 5143785"/>
              <a:gd name="connsiteX3359" fmla="*/ 1362837 w 3114960"/>
              <a:gd name="connsiteY3359" fmla="*/ 211741 h 5143785"/>
              <a:gd name="connsiteX3360" fmla="*/ 1348454 w 3114960"/>
              <a:gd name="connsiteY3360" fmla="*/ 211741 h 5143785"/>
              <a:gd name="connsiteX3361" fmla="*/ 1341596 w 3114960"/>
              <a:gd name="connsiteY3361" fmla="*/ 218599 h 5143785"/>
              <a:gd name="connsiteX3362" fmla="*/ 1341596 w 3114960"/>
              <a:gd name="connsiteY3362" fmla="*/ 232982 h 5143785"/>
              <a:gd name="connsiteX3363" fmla="*/ 1348454 w 3114960"/>
              <a:gd name="connsiteY3363" fmla="*/ 239840 h 5143785"/>
              <a:gd name="connsiteX3364" fmla="*/ 1362837 w 3114960"/>
              <a:gd name="connsiteY3364" fmla="*/ 239840 h 5143785"/>
              <a:gd name="connsiteX3365" fmla="*/ 1365695 w 3114960"/>
              <a:gd name="connsiteY3365" fmla="*/ 239173 h 5143785"/>
              <a:gd name="connsiteX3366" fmla="*/ 1418177 w 3114960"/>
              <a:gd name="connsiteY3366" fmla="*/ 290989 h 5143785"/>
              <a:gd name="connsiteX3367" fmla="*/ 1417987 w 3114960"/>
              <a:gd name="connsiteY3367" fmla="*/ 327470 h 5143785"/>
              <a:gd name="connsiteX3368" fmla="*/ 1463516 w 3114960"/>
              <a:gd name="connsiteY3368" fmla="*/ 380714 h 5143785"/>
              <a:gd name="connsiteX3369" fmla="*/ 1462754 w 3114960"/>
              <a:gd name="connsiteY3369" fmla="*/ 381857 h 5143785"/>
              <a:gd name="connsiteX3370" fmla="*/ 1462754 w 3114960"/>
              <a:gd name="connsiteY3370" fmla="*/ 389763 h 5143785"/>
              <a:gd name="connsiteX3371" fmla="*/ 1467898 w 3114960"/>
              <a:gd name="connsiteY3371" fmla="*/ 395097 h 5143785"/>
              <a:gd name="connsiteX3372" fmla="*/ 1466660 w 3114960"/>
              <a:gd name="connsiteY3372" fmla="*/ 396526 h 5143785"/>
              <a:gd name="connsiteX3373" fmla="*/ 1471232 w 3114960"/>
              <a:gd name="connsiteY3373" fmla="*/ 398717 h 5143785"/>
              <a:gd name="connsiteX3374" fmla="*/ 1466660 w 3114960"/>
              <a:gd name="connsiteY3374" fmla="*/ 400907 h 5143785"/>
              <a:gd name="connsiteX3375" fmla="*/ 1471041 w 3114960"/>
              <a:gd name="connsiteY3375" fmla="*/ 403003 h 5143785"/>
              <a:gd name="connsiteX3376" fmla="*/ 1466660 w 3114960"/>
              <a:gd name="connsiteY3376" fmla="*/ 405098 h 5143785"/>
              <a:gd name="connsiteX3377" fmla="*/ 1471136 w 3114960"/>
              <a:gd name="connsiteY3377" fmla="*/ 407194 h 5143785"/>
              <a:gd name="connsiteX3378" fmla="*/ 1466660 w 3114960"/>
              <a:gd name="connsiteY3378" fmla="*/ 409289 h 5143785"/>
              <a:gd name="connsiteX3379" fmla="*/ 1471041 w 3114960"/>
              <a:gd name="connsiteY3379" fmla="*/ 411385 h 5143785"/>
              <a:gd name="connsiteX3380" fmla="*/ 1466660 w 3114960"/>
              <a:gd name="connsiteY3380" fmla="*/ 413480 h 5143785"/>
              <a:gd name="connsiteX3381" fmla="*/ 1471041 w 3114960"/>
              <a:gd name="connsiteY3381" fmla="*/ 415576 h 5143785"/>
              <a:gd name="connsiteX3382" fmla="*/ 1466660 w 3114960"/>
              <a:gd name="connsiteY3382" fmla="*/ 417671 h 5143785"/>
              <a:gd name="connsiteX3383" fmla="*/ 1470946 w 3114960"/>
              <a:gd name="connsiteY3383" fmla="*/ 419767 h 5143785"/>
              <a:gd name="connsiteX3384" fmla="*/ 1466660 w 3114960"/>
              <a:gd name="connsiteY3384" fmla="*/ 421862 h 5143785"/>
              <a:gd name="connsiteX3385" fmla="*/ 1470755 w 3114960"/>
              <a:gd name="connsiteY3385" fmla="*/ 423958 h 5143785"/>
              <a:gd name="connsiteX3386" fmla="*/ 1466660 w 3114960"/>
              <a:gd name="connsiteY3386" fmla="*/ 426053 h 5143785"/>
              <a:gd name="connsiteX3387" fmla="*/ 1470755 w 3114960"/>
              <a:gd name="connsiteY3387" fmla="*/ 428054 h 5143785"/>
              <a:gd name="connsiteX3388" fmla="*/ 1466660 w 3114960"/>
              <a:gd name="connsiteY3388" fmla="*/ 430054 h 5143785"/>
              <a:gd name="connsiteX3389" fmla="*/ 1470755 w 3114960"/>
              <a:gd name="connsiteY3389" fmla="*/ 432054 h 5143785"/>
              <a:gd name="connsiteX3390" fmla="*/ 1466660 w 3114960"/>
              <a:gd name="connsiteY3390" fmla="*/ 434150 h 5143785"/>
              <a:gd name="connsiteX3391" fmla="*/ 1470851 w 3114960"/>
              <a:gd name="connsiteY3391" fmla="*/ 436245 h 5143785"/>
              <a:gd name="connsiteX3392" fmla="*/ 1466660 w 3114960"/>
              <a:gd name="connsiteY3392" fmla="*/ 438340 h 5143785"/>
              <a:gd name="connsiteX3393" fmla="*/ 1470946 w 3114960"/>
              <a:gd name="connsiteY3393" fmla="*/ 440436 h 5143785"/>
              <a:gd name="connsiteX3394" fmla="*/ 1466660 w 3114960"/>
              <a:gd name="connsiteY3394" fmla="*/ 442532 h 5143785"/>
              <a:gd name="connsiteX3395" fmla="*/ 1470946 w 3114960"/>
              <a:gd name="connsiteY3395" fmla="*/ 444627 h 5143785"/>
              <a:gd name="connsiteX3396" fmla="*/ 1466660 w 3114960"/>
              <a:gd name="connsiteY3396" fmla="*/ 446723 h 5143785"/>
              <a:gd name="connsiteX3397" fmla="*/ 1470851 w 3114960"/>
              <a:gd name="connsiteY3397" fmla="*/ 448818 h 5143785"/>
              <a:gd name="connsiteX3398" fmla="*/ 1466660 w 3114960"/>
              <a:gd name="connsiteY3398" fmla="*/ 450914 h 5143785"/>
              <a:gd name="connsiteX3399" fmla="*/ 1470851 w 3114960"/>
              <a:gd name="connsiteY3399" fmla="*/ 453009 h 5143785"/>
              <a:gd name="connsiteX3400" fmla="*/ 1466660 w 3114960"/>
              <a:gd name="connsiteY3400" fmla="*/ 455105 h 5143785"/>
              <a:gd name="connsiteX3401" fmla="*/ 1470755 w 3114960"/>
              <a:gd name="connsiteY3401" fmla="*/ 457200 h 5143785"/>
              <a:gd name="connsiteX3402" fmla="*/ 1466660 w 3114960"/>
              <a:gd name="connsiteY3402" fmla="*/ 459296 h 5143785"/>
              <a:gd name="connsiteX3403" fmla="*/ 1470755 w 3114960"/>
              <a:gd name="connsiteY3403" fmla="*/ 461391 h 5143785"/>
              <a:gd name="connsiteX3404" fmla="*/ 1466660 w 3114960"/>
              <a:gd name="connsiteY3404" fmla="*/ 463487 h 5143785"/>
              <a:gd name="connsiteX3405" fmla="*/ 1470755 w 3114960"/>
              <a:gd name="connsiteY3405" fmla="*/ 465582 h 5143785"/>
              <a:gd name="connsiteX3406" fmla="*/ 1466660 w 3114960"/>
              <a:gd name="connsiteY3406" fmla="*/ 467678 h 5143785"/>
              <a:gd name="connsiteX3407" fmla="*/ 1470851 w 3114960"/>
              <a:gd name="connsiteY3407" fmla="*/ 469773 h 5143785"/>
              <a:gd name="connsiteX3408" fmla="*/ 1466660 w 3114960"/>
              <a:gd name="connsiteY3408" fmla="*/ 471869 h 5143785"/>
              <a:gd name="connsiteX3409" fmla="*/ 1470851 w 3114960"/>
              <a:gd name="connsiteY3409" fmla="*/ 473964 h 5143785"/>
              <a:gd name="connsiteX3410" fmla="*/ 1466660 w 3114960"/>
              <a:gd name="connsiteY3410" fmla="*/ 476060 h 5143785"/>
              <a:gd name="connsiteX3411" fmla="*/ 1470851 w 3114960"/>
              <a:gd name="connsiteY3411" fmla="*/ 478155 h 5143785"/>
              <a:gd name="connsiteX3412" fmla="*/ 1466660 w 3114960"/>
              <a:gd name="connsiteY3412" fmla="*/ 480251 h 5143785"/>
              <a:gd name="connsiteX3413" fmla="*/ 1470851 w 3114960"/>
              <a:gd name="connsiteY3413" fmla="*/ 482346 h 5143785"/>
              <a:gd name="connsiteX3414" fmla="*/ 1466660 w 3114960"/>
              <a:gd name="connsiteY3414" fmla="*/ 484442 h 5143785"/>
              <a:gd name="connsiteX3415" fmla="*/ 1470755 w 3114960"/>
              <a:gd name="connsiteY3415" fmla="*/ 486537 h 5143785"/>
              <a:gd name="connsiteX3416" fmla="*/ 1466660 w 3114960"/>
              <a:gd name="connsiteY3416" fmla="*/ 488537 h 5143785"/>
              <a:gd name="connsiteX3417" fmla="*/ 1470660 w 3114960"/>
              <a:gd name="connsiteY3417" fmla="*/ 490538 h 5143785"/>
              <a:gd name="connsiteX3418" fmla="*/ 1466660 w 3114960"/>
              <a:gd name="connsiteY3418" fmla="*/ 492538 h 5143785"/>
              <a:gd name="connsiteX3419" fmla="*/ 1470660 w 3114960"/>
              <a:gd name="connsiteY3419" fmla="*/ 494538 h 5143785"/>
              <a:gd name="connsiteX3420" fmla="*/ 1466660 w 3114960"/>
              <a:gd name="connsiteY3420" fmla="*/ 496538 h 5143785"/>
              <a:gd name="connsiteX3421" fmla="*/ 1470565 w 3114960"/>
              <a:gd name="connsiteY3421" fmla="*/ 498539 h 5143785"/>
              <a:gd name="connsiteX3422" fmla="*/ 1466660 w 3114960"/>
              <a:gd name="connsiteY3422" fmla="*/ 500539 h 5143785"/>
              <a:gd name="connsiteX3423" fmla="*/ 1470565 w 3114960"/>
              <a:gd name="connsiteY3423" fmla="*/ 502539 h 5143785"/>
              <a:gd name="connsiteX3424" fmla="*/ 1466660 w 3114960"/>
              <a:gd name="connsiteY3424" fmla="*/ 504539 h 5143785"/>
              <a:gd name="connsiteX3425" fmla="*/ 1470565 w 3114960"/>
              <a:gd name="connsiteY3425" fmla="*/ 506539 h 5143785"/>
              <a:gd name="connsiteX3426" fmla="*/ 1466660 w 3114960"/>
              <a:gd name="connsiteY3426" fmla="*/ 508540 h 5143785"/>
              <a:gd name="connsiteX3427" fmla="*/ 1470470 w 3114960"/>
              <a:gd name="connsiteY3427" fmla="*/ 510540 h 5143785"/>
              <a:gd name="connsiteX3428" fmla="*/ 1466660 w 3114960"/>
              <a:gd name="connsiteY3428" fmla="*/ 512540 h 5143785"/>
              <a:gd name="connsiteX3429" fmla="*/ 1470470 w 3114960"/>
              <a:gd name="connsiteY3429" fmla="*/ 514540 h 5143785"/>
              <a:gd name="connsiteX3430" fmla="*/ 1466660 w 3114960"/>
              <a:gd name="connsiteY3430" fmla="*/ 516541 h 5143785"/>
              <a:gd name="connsiteX3431" fmla="*/ 1470470 w 3114960"/>
              <a:gd name="connsiteY3431" fmla="*/ 518541 h 5143785"/>
              <a:gd name="connsiteX3432" fmla="*/ 1466660 w 3114960"/>
              <a:gd name="connsiteY3432" fmla="*/ 520541 h 5143785"/>
              <a:gd name="connsiteX3433" fmla="*/ 1470470 w 3114960"/>
              <a:gd name="connsiteY3433" fmla="*/ 522542 h 5143785"/>
              <a:gd name="connsiteX3434" fmla="*/ 1466660 w 3114960"/>
              <a:gd name="connsiteY3434" fmla="*/ 524542 h 5143785"/>
              <a:gd name="connsiteX3435" fmla="*/ 1470470 w 3114960"/>
              <a:gd name="connsiteY3435" fmla="*/ 526542 h 5143785"/>
              <a:gd name="connsiteX3436" fmla="*/ 1466660 w 3114960"/>
              <a:gd name="connsiteY3436" fmla="*/ 528542 h 5143785"/>
              <a:gd name="connsiteX3437" fmla="*/ 1470470 w 3114960"/>
              <a:gd name="connsiteY3437" fmla="*/ 530543 h 5143785"/>
              <a:gd name="connsiteX3438" fmla="*/ 1466660 w 3114960"/>
              <a:gd name="connsiteY3438" fmla="*/ 532543 h 5143785"/>
              <a:gd name="connsiteX3439" fmla="*/ 1470470 w 3114960"/>
              <a:gd name="connsiteY3439" fmla="*/ 534543 h 5143785"/>
              <a:gd name="connsiteX3440" fmla="*/ 1466660 w 3114960"/>
              <a:gd name="connsiteY3440" fmla="*/ 536543 h 5143785"/>
              <a:gd name="connsiteX3441" fmla="*/ 1470374 w 3114960"/>
              <a:gd name="connsiteY3441" fmla="*/ 538544 h 5143785"/>
              <a:gd name="connsiteX3442" fmla="*/ 1468279 w 3114960"/>
              <a:gd name="connsiteY3442" fmla="*/ 538925 h 5143785"/>
              <a:gd name="connsiteX3443" fmla="*/ 1467898 w 3114960"/>
              <a:gd name="connsiteY3443" fmla="*/ 539115 h 5143785"/>
              <a:gd name="connsiteX3444" fmla="*/ 1467422 w 3114960"/>
              <a:gd name="connsiteY3444" fmla="*/ 539496 h 5143785"/>
              <a:gd name="connsiteX3445" fmla="*/ 1462659 w 3114960"/>
              <a:gd name="connsiteY3445" fmla="*/ 544449 h 5143785"/>
              <a:gd name="connsiteX3446" fmla="*/ 1462659 w 3114960"/>
              <a:gd name="connsiteY3446" fmla="*/ 552355 h 5143785"/>
              <a:gd name="connsiteX3447" fmla="*/ 1470374 w 3114960"/>
              <a:gd name="connsiteY3447" fmla="*/ 558451 h 5143785"/>
              <a:gd name="connsiteX3448" fmla="*/ 1470374 w 3114960"/>
              <a:gd name="connsiteY3448" fmla="*/ 600932 h 5143785"/>
              <a:gd name="connsiteX3449" fmla="*/ 1442561 w 3114960"/>
              <a:gd name="connsiteY3449" fmla="*/ 620840 h 5143785"/>
              <a:gd name="connsiteX3450" fmla="*/ 1442561 w 3114960"/>
              <a:gd name="connsiteY3450" fmla="*/ 702088 h 5143785"/>
              <a:gd name="connsiteX3451" fmla="*/ 1390650 w 3114960"/>
              <a:gd name="connsiteY3451" fmla="*/ 748760 h 5143785"/>
              <a:gd name="connsiteX3452" fmla="*/ 1390650 w 3114960"/>
              <a:gd name="connsiteY3452" fmla="*/ 623316 h 5143785"/>
              <a:gd name="connsiteX3453" fmla="*/ 1418463 w 3114960"/>
              <a:gd name="connsiteY3453" fmla="*/ 603409 h 5143785"/>
              <a:gd name="connsiteX3454" fmla="*/ 1418463 w 3114960"/>
              <a:gd name="connsiteY3454" fmla="*/ 558260 h 5143785"/>
              <a:gd name="connsiteX3455" fmla="*/ 1419987 w 3114960"/>
              <a:gd name="connsiteY3455" fmla="*/ 557975 h 5143785"/>
              <a:gd name="connsiteX3456" fmla="*/ 1425607 w 3114960"/>
              <a:gd name="connsiteY3456" fmla="*/ 552450 h 5143785"/>
              <a:gd name="connsiteX3457" fmla="*/ 1425607 w 3114960"/>
              <a:gd name="connsiteY3457" fmla="*/ 544544 h 5143785"/>
              <a:gd name="connsiteX3458" fmla="*/ 1421130 w 3114960"/>
              <a:gd name="connsiteY3458" fmla="*/ 539687 h 5143785"/>
              <a:gd name="connsiteX3459" fmla="*/ 1421702 w 3114960"/>
              <a:gd name="connsiteY3459" fmla="*/ 538639 h 5143785"/>
              <a:gd name="connsiteX3460" fmla="*/ 1417796 w 3114960"/>
              <a:gd name="connsiteY3460" fmla="*/ 536639 h 5143785"/>
              <a:gd name="connsiteX3461" fmla="*/ 1421702 w 3114960"/>
              <a:gd name="connsiteY3461" fmla="*/ 534638 h 5143785"/>
              <a:gd name="connsiteX3462" fmla="*/ 1417892 w 3114960"/>
              <a:gd name="connsiteY3462" fmla="*/ 532638 h 5143785"/>
              <a:gd name="connsiteX3463" fmla="*/ 1421702 w 3114960"/>
              <a:gd name="connsiteY3463" fmla="*/ 530638 h 5143785"/>
              <a:gd name="connsiteX3464" fmla="*/ 1417892 w 3114960"/>
              <a:gd name="connsiteY3464" fmla="*/ 528638 h 5143785"/>
              <a:gd name="connsiteX3465" fmla="*/ 1421702 w 3114960"/>
              <a:gd name="connsiteY3465" fmla="*/ 526637 h 5143785"/>
              <a:gd name="connsiteX3466" fmla="*/ 1417892 w 3114960"/>
              <a:gd name="connsiteY3466" fmla="*/ 524637 h 5143785"/>
              <a:gd name="connsiteX3467" fmla="*/ 1421702 w 3114960"/>
              <a:gd name="connsiteY3467" fmla="*/ 522637 h 5143785"/>
              <a:gd name="connsiteX3468" fmla="*/ 1417892 w 3114960"/>
              <a:gd name="connsiteY3468" fmla="*/ 520637 h 5143785"/>
              <a:gd name="connsiteX3469" fmla="*/ 1421702 w 3114960"/>
              <a:gd name="connsiteY3469" fmla="*/ 518636 h 5143785"/>
              <a:gd name="connsiteX3470" fmla="*/ 1417892 w 3114960"/>
              <a:gd name="connsiteY3470" fmla="*/ 516636 h 5143785"/>
              <a:gd name="connsiteX3471" fmla="*/ 1421702 w 3114960"/>
              <a:gd name="connsiteY3471" fmla="*/ 514636 h 5143785"/>
              <a:gd name="connsiteX3472" fmla="*/ 1417892 w 3114960"/>
              <a:gd name="connsiteY3472" fmla="*/ 512636 h 5143785"/>
              <a:gd name="connsiteX3473" fmla="*/ 1421702 w 3114960"/>
              <a:gd name="connsiteY3473" fmla="*/ 510635 h 5143785"/>
              <a:gd name="connsiteX3474" fmla="*/ 1417796 w 3114960"/>
              <a:gd name="connsiteY3474" fmla="*/ 508635 h 5143785"/>
              <a:gd name="connsiteX3475" fmla="*/ 1421702 w 3114960"/>
              <a:gd name="connsiteY3475" fmla="*/ 506635 h 5143785"/>
              <a:gd name="connsiteX3476" fmla="*/ 1417796 w 3114960"/>
              <a:gd name="connsiteY3476" fmla="*/ 504635 h 5143785"/>
              <a:gd name="connsiteX3477" fmla="*/ 1421702 w 3114960"/>
              <a:gd name="connsiteY3477" fmla="*/ 502634 h 5143785"/>
              <a:gd name="connsiteX3478" fmla="*/ 1417796 w 3114960"/>
              <a:gd name="connsiteY3478" fmla="*/ 500634 h 5143785"/>
              <a:gd name="connsiteX3479" fmla="*/ 1421702 w 3114960"/>
              <a:gd name="connsiteY3479" fmla="*/ 498634 h 5143785"/>
              <a:gd name="connsiteX3480" fmla="*/ 1417701 w 3114960"/>
              <a:gd name="connsiteY3480" fmla="*/ 496634 h 5143785"/>
              <a:gd name="connsiteX3481" fmla="*/ 1421702 w 3114960"/>
              <a:gd name="connsiteY3481" fmla="*/ 494633 h 5143785"/>
              <a:gd name="connsiteX3482" fmla="*/ 1417701 w 3114960"/>
              <a:gd name="connsiteY3482" fmla="*/ 492633 h 5143785"/>
              <a:gd name="connsiteX3483" fmla="*/ 1421702 w 3114960"/>
              <a:gd name="connsiteY3483" fmla="*/ 490633 h 5143785"/>
              <a:gd name="connsiteX3484" fmla="*/ 1417606 w 3114960"/>
              <a:gd name="connsiteY3484" fmla="*/ 488633 h 5143785"/>
              <a:gd name="connsiteX3485" fmla="*/ 1421702 w 3114960"/>
              <a:gd name="connsiteY3485" fmla="*/ 486632 h 5143785"/>
              <a:gd name="connsiteX3486" fmla="*/ 1417606 w 3114960"/>
              <a:gd name="connsiteY3486" fmla="*/ 484537 h 5143785"/>
              <a:gd name="connsiteX3487" fmla="*/ 1421702 w 3114960"/>
              <a:gd name="connsiteY3487" fmla="*/ 482441 h 5143785"/>
              <a:gd name="connsiteX3488" fmla="*/ 1417511 w 3114960"/>
              <a:gd name="connsiteY3488" fmla="*/ 480346 h 5143785"/>
              <a:gd name="connsiteX3489" fmla="*/ 1421702 w 3114960"/>
              <a:gd name="connsiteY3489" fmla="*/ 478250 h 5143785"/>
              <a:gd name="connsiteX3490" fmla="*/ 1417511 w 3114960"/>
              <a:gd name="connsiteY3490" fmla="*/ 476155 h 5143785"/>
              <a:gd name="connsiteX3491" fmla="*/ 1421702 w 3114960"/>
              <a:gd name="connsiteY3491" fmla="*/ 474059 h 5143785"/>
              <a:gd name="connsiteX3492" fmla="*/ 1417511 w 3114960"/>
              <a:gd name="connsiteY3492" fmla="*/ 471964 h 5143785"/>
              <a:gd name="connsiteX3493" fmla="*/ 1421702 w 3114960"/>
              <a:gd name="connsiteY3493" fmla="*/ 469868 h 5143785"/>
              <a:gd name="connsiteX3494" fmla="*/ 1417606 w 3114960"/>
              <a:gd name="connsiteY3494" fmla="*/ 467773 h 5143785"/>
              <a:gd name="connsiteX3495" fmla="*/ 1421702 w 3114960"/>
              <a:gd name="connsiteY3495" fmla="*/ 465677 h 5143785"/>
              <a:gd name="connsiteX3496" fmla="*/ 1417606 w 3114960"/>
              <a:gd name="connsiteY3496" fmla="*/ 463582 h 5143785"/>
              <a:gd name="connsiteX3497" fmla="*/ 1421702 w 3114960"/>
              <a:gd name="connsiteY3497" fmla="*/ 461486 h 5143785"/>
              <a:gd name="connsiteX3498" fmla="*/ 1417606 w 3114960"/>
              <a:gd name="connsiteY3498" fmla="*/ 459391 h 5143785"/>
              <a:gd name="connsiteX3499" fmla="*/ 1421702 w 3114960"/>
              <a:gd name="connsiteY3499" fmla="*/ 457295 h 5143785"/>
              <a:gd name="connsiteX3500" fmla="*/ 1417606 w 3114960"/>
              <a:gd name="connsiteY3500" fmla="*/ 455200 h 5143785"/>
              <a:gd name="connsiteX3501" fmla="*/ 1421702 w 3114960"/>
              <a:gd name="connsiteY3501" fmla="*/ 453104 h 5143785"/>
              <a:gd name="connsiteX3502" fmla="*/ 1417511 w 3114960"/>
              <a:gd name="connsiteY3502" fmla="*/ 451009 h 5143785"/>
              <a:gd name="connsiteX3503" fmla="*/ 1421702 w 3114960"/>
              <a:gd name="connsiteY3503" fmla="*/ 448913 h 5143785"/>
              <a:gd name="connsiteX3504" fmla="*/ 1417511 w 3114960"/>
              <a:gd name="connsiteY3504" fmla="*/ 446818 h 5143785"/>
              <a:gd name="connsiteX3505" fmla="*/ 1421702 w 3114960"/>
              <a:gd name="connsiteY3505" fmla="*/ 444722 h 5143785"/>
              <a:gd name="connsiteX3506" fmla="*/ 1417415 w 3114960"/>
              <a:gd name="connsiteY3506" fmla="*/ 442627 h 5143785"/>
              <a:gd name="connsiteX3507" fmla="*/ 1421702 w 3114960"/>
              <a:gd name="connsiteY3507" fmla="*/ 440531 h 5143785"/>
              <a:gd name="connsiteX3508" fmla="*/ 1417415 w 3114960"/>
              <a:gd name="connsiteY3508" fmla="*/ 438436 h 5143785"/>
              <a:gd name="connsiteX3509" fmla="*/ 1421702 w 3114960"/>
              <a:gd name="connsiteY3509" fmla="*/ 436340 h 5143785"/>
              <a:gd name="connsiteX3510" fmla="*/ 1417606 w 3114960"/>
              <a:gd name="connsiteY3510" fmla="*/ 434245 h 5143785"/>
              <a:gd name="connsiteX3511" fmla="*/ 1421702 w 3114960"/>
              <a:gd name="connsiteY3511" fmla="*/ 432149 h 5143785"/>
              <a:gd name="connsiteX3512" fmla="*/ 1417606 w 3114960"/>
              <a:gd name="connsiteY3512" fmla="*/ 430149 h 5143785"/>
              <a:gd name="connsiteX3513" fmla="*/ 1421702 w 3114960"/>
              <a:gd name="connsiteY3513" fmla="*/ 428149 h 5143785"/>
              <a:gd name="connsiteX3514" fmla="*/ 1417606 w 3114960"/>
              <a:gd name="connsiteY3514" fmla="*/ 426149 h 5143785"/>
              <a:gd name="connsiteX3515" fmla="*/ 1421702 w 3114960"/>
              <a:gd name="connsiteY3515" fmla="*/ 424053 h 5143785"/>
              <a:gd name="connsiteX3516" fmla="*/ 1417511 w 3114960"/>
              <a:gd name="connsiteY3516" fmla="*/ 421958 h 5143785"/>
              <a:gd name="connsiteX3517" fmla="*/ 1421702 w 3114960"/>
              <a:gd name="connsiteY3517" fmla="*/ 419862 h 5143785"/>
              <a:gd name="connsiteX3518" fmla="*/ 1417320 w 3114960"/>
              <a:gd name="connsiteY3518" fmla="*/ 417767 h 5143785"/>
              <a:gd name="connsiteX3519" fmla="*/ 1421702 w 3114960"/>
              <a:gd name="connsiteY3519" fmla="*/ 415671 h 5143785"/>
              <a:gd name="connsiteX3520" fmla="*/ 1417320 w 3114960"/>
              <a:gd name="connsiteY3520" fmla="*/ 413576 h 5143785"/>
              <a:gd name="connsiteX3521" fmla="*/ 1421702 w 3114960"/>
              <a:gd name="connsiteY3521" fmla="*/ 411480 h 5143785"/>
              <a:gd name="connsiteX3522" fmla="*/ 1417320 w 3114960"/>
              <a:gd name="connsiteY3522" fmla="*/ 409385 h 5143785"/>
              <a:gd name="connsiteX3523" fmla="*/ 1421702 w 3114960"/>
              <a:gd name="connsiteY3523" fmla="*/ 407289 h 5143785"/>
              <a:gd name="connsiteX3524" fmla="*/ 1417320 w 3114960"/>
              <a:gd name="connsiteY3524" fmla="*/ 405194 h 5143785"/>
              <a:gd name="connsiteX3525" fmla="*/ 1421702 w 3114960"/>
              <a:gd name="connsiteY3525" fmla="*/ 403098 h 5143785"/>
              <a:gd name="connsiteX3526" fmla="*/ 1417225 w 3114960"/>
              <a:gd name="connsiteY3526" fmla="*/ 401003 h 5143785"/>
              <a:gd name="connsiteX3527" fmla="*/ 1421702 w 3114960"/>
              <a:gd name="connsiteY3527" fmla="*/ 398812 h 5143785"/>
              <a:gd name="connsiteX3528" fmla="*/ 1417034 w 3114960"/>
              <a:gd name="connsiteY3528" fmla="*/ 396621 h 5143785"/>
              <a:gd name="connsiteX3529" fmla="*/ 1421702 w 3114960"/>
              <a:gd name="connsiteY3529" fmla="*/ 394430 h 5143785"/>
              <a:gd name="connsiteX3530" fmla="*/ 1421606 w 3114960"/>
              <a:gd name="connsiteY3530" fmla="*/ 394430 h 5143785"/>
              <a:gd name="connsiteX3531" fmla="*/ 1425607 w 3114960"/>
              <a:gd name="connsiteY3531" fmla="*/ 389954 h 5143785"/>
              <a:gd name="connsiteX3532" fmla="*/ 1425607 w 3114960"/>
              <a:gd name="connsiteY3532" fmla="*/ 382048 h 5143785"/>
              <a:gd name="connsiteX3533" fmla="*/ 1414463 w 3114960"/>
              <a:gd name="connsiteY3533" fmla="*/ 375952 h 5143785"/>
              <a:gd name="connsiteX3534" fmla="*/ 1374839 w 3114960"/>
              <a:gd name="connsiteY3534" fmla="*/ 328232 h 5143785"/>
              <a:gd name="connsiteX3535" fmla="*/ 1375029 w 3114960"/>
              <a:gd name="connsiteY3535" fmla="*/ 292037 h 5143785"/>
              <a:gd name="connsiteX3536" fmla="*/ 1317593 w 3114960"/>
              <a:gd name="connsiteY3536" fmla="*/ 235268 h 5143785"/>
              <a:gd name="connsiteX3537" fmla="*/ 1318070 w 3114960"/>
              <a:gd name="connsiteY3537" fmla="*/ 233172 h 5143785"/>
              <a:gd name="connsiteX3538" fmla="*/ 1318070 w 3114960"/>
              <a:gd name="connsiteY3538" fmla="*/ 218789 h 5143785"/>
              <a:gd name="connsiteX3539" fmla="*/ 1311212 w 3114960"/>
              <a:gd name="connsiteY3539" fmla="*/ 211931 h 5143785"/>
              <a:gd name="connsiteX3540" fmla="*/ 1296734 w 3114960"/>
              <a:gd name="connsiteY3540" fmla="*/ 211931 h 5143785"/>
              <a:gd name="connsiteX3541" fmla="*/ 1289876 w 3114960"/>
              <a:gd name="connsiteY3541" fmla="*/ 218789 h 5143785"/>
              <a:gd name="connsiteX3542" fmla="*/ 1289876 w 3114960"/>
              <a:gd name="connsiteY3542" fmla="*/ 233172 h 5143785"/>
              <a:gd name="connsiteX3543" fmla="*/ 1296734 w 3114960"/>
              <a:gd name="connsiteY3543" fmla="*/ 240030 h 5143785"/>
              <a:gd name="connsiteX3544" fmla="*/ 1311212 w 3114960"/>
              <a:gd name="connsiteY3544" fmla="*/ 240030 h 5143785"/>
              <a:gd name="connsiteX3545" fmla="*/ 1314545 w 3114960"/>
              <a:gd name="connsiteY3545" fmla="*/ 239078 h 5143785"/>
              <a:gd name="connsiteX3546" fmla="*/ 1370267 w 3114960"/>
              <a:gd name="connsiteY3546" fmla="*/ 294132 h 5143785"/>
              <a:gd name="connsiteX3547" fmla="*/ 1370076 w 3114960"/>
              <a:gd name="connsiteY3547" fmla="*/ 330041 h 5143785"/>
              <a:gd name="connsiteX3548" fmla="*/ 1409891 w 3114960"/>
              <a:gd name="connsiteY3548" fmla="*/ 378047 h 5143785"/>
              <a:gd name="connsiteX3549" fmla="*/ 1406557 w 3114960"/>
              <a:gd name="connsiteY3549" fmla="*/ 382048 h 5143785"/>
              <a:gd name="connsiteX3550" fmla="*/ 1406557 w 3114960"/>
              <a:gd name="connsiteY3550" fmla="*/ 389954 h 5143785"/>
              <a:gd name="connsiteX3551" fmla="*/ 1411700 w 3114960"/>
              <a:gd name="connsiteY3551" fmla="*/ 395288 h 5143785"/>
              <a:gd name="connsiteX3552" fmla="*/ 1410557 w 3114960"/>
              <a:gd name="connsiteY3552" fmla="*/ 396716 h 5143785"/>
              <a:gd name="connsiteX3553" fmla="*/ 1415129 w 3114960"/>
              <a:gd name="connsiteY3553" fmla="*/ 398907 h 5143785"/>
              <a:gd name="connsiteX3554" fmla="*/ 1410557 w 3114960"/>
              <a:gd name="connsiteY3554" fmla="*/ 401098 h 5143785"/>
              <a:gd name="connsiteX3555" fmla="*/ 1414939 w 3114960"/>
              <a:gd name="connsiteY3555" fmla="*/ 403193 h 5143785"/>
              <a:gd name="connsiteX3556" fmla="*/ 1410557 w 3114960"/>
              <a:gd name="connsiteY3556" fmla="*/ 405289 h 5143785"/>
              <a:gd name="connsiteX3557" fmla="*/ 1415034 w 3114960"/>
              <a:gd name="connsiteY3557" fmla="*/ 407384 h 5143785"/>
              <a:gd name="connsiteX3558" fmla="*/ 1410557 w 3114960"/>
              <a:gd name="connsiteY3558" fmla="*/ 409480 h 5143785"/>
              <a:gd name="connsiteX3559" fmla="*/ 1414939 w 3114960"/>
              <a:gd name="connsiteY3559" fmla="*/ 411575 h 5143785"/>
              <a:gd name="connsiteX3560" fmla="*/ 1410557 w 3114960"/>
              <a:gd name="connsiteY3560" fmla="*/ 413671 h 5143785"/>
              <a:gd name="connsiteX3561" fmla="*/ 1414939 w 3114960"/>
              <a:gd name="connsiteY3561" fmla="*/ 415766 h 5143785"/>
              <a:gd name="connsiteX3562" fmla="*/ 1410557 w 3114960"/>
              <a:gd name="connsiteY3562" fmla="*/ 417862 h 5143785"/>
              <a:gd name="connsiteX3563" fmla="*/ 1414844 w 3114960"/>
              <a:gd name="connsiteY3563" fmla="*/ 419957 h 5143785"/>
              <a:gd name="connsiteX3564" fmla="*/ 1410557 w 3114960"/>
              <a:gd name="connsiteY3564" fmla="*/ 422053 h 5143785"/>
              <a:gd name="connsiteX3565" fmla="*/ 1414653 w 3114960"/>
              <a:gd name="connsiteY3565" fmla="*/ 424148 h 5143785"/>
              <a:gd name="connsiteX3566" fmla="*/ 1410557 w 3114960"/>
              <a:gd name="connsiteY3566" fmla="*/ 426244 h 5143785"/>
              <a:gd name="connsiteX3567" fmla="*/ 1414653 w 3114960"/>
              <a:gd name="connsiteY3567" fmla="*/ 428244 h 5143785"/>
              <a:gd name="connsiteX3568" fmla="*/ 1410557 w 3114960"/>
              <a:gd name="connsiteY3568" fmla="*/ 430244 h 5143785"/>
              <a:gd name="connsiteX3569" fmla="*/ 1414653 w 3114960"/>
              <a:gd name="connsiteY3569" fmla="*/ 432245 h 5143785"/>
              <a:gd name="connsiteX3570" fmla="*/ 1410557 w 3114960"/>
              <a:gd name="connsiteY3570" fmla="*/ 434340 h 5143785"/>
              <a:gd name="connsiteX3571" fmla="*/ 1414748 w 3114960"/>
              <a:gd name="connsiteY3571" fmla="*/ 436436 h 5143785"/>
              <a:gd name="connsiteX3572" fmla="*/ 1410557 w 3114960"/>
              <a:gd name="connsiteY3572" fmla="*/ 438531 h 5143785"/>
              <a:gd name="connsiteX3573" fmla="*/ 1414844 w 3114960"/>
              <a:gd name="connsiteY3573" fmla="*/ 440627 h 5143785"/>
              <a:gd name="connsiteX3574" fmla="*/ 1410557 w 3114960"/>
              <a:gd name="connsiteY3574" fmla="*/ 442722 h 5143785"/>
              <a:gd name="connsiteX3575" fmla="*/ 1414844 w 3114960"/>
              <a:gd name="connsiteY3575" fmla="*/ 444818 h 5143785"/>
              <a:gd name="connsiteX3576" fmla="*/ 1410557 w 3114960"/>
              <a:gd name="connsiteY3576" fmla="*/ 446913 h 5143785"/>
              <a:gd name="connsiteX3577" fmla="*/ 1414748 w 3114960"/>
              <a:gd name="connsiteY3577" fmla="*/ 449009 h 5143785"/>
              <a:gd name="connsiteX3578" fmla="*/ 1410557 w 3114960"/>
              <a:gd name="connsiteY3578" fmla="*/ 451104 h 5143785"/>
              <a:gd name="connsiteX3579" fmla="*/ 1414748 w 3114960"/>
              <a:gd name="connsiteY3579" fmla="*/ 453200 h 5143785"/>
              <a:gd name="connsiteX3580" fmla="*/ 1410557 w 3114960"/>
              <a:gd name="connsiteY3580" fmla="*/ 455295 h 5143785"/>
              <a:gd name="connsiteX3581" fmla="*/ 1414653 w 3114960"/>
              <a:gd name="connsiteY3581" fmla="*/ 457390 h 5143785"/>
              <a:gd name="connsiteX3582" fmla="*/ 1410557 w 3114960"/>
              <a:gd name="connsiteY3582" fmla="*/ 459486 h 5143785"/>
              <a:gd name="connsiteX3583" fmla="*/ 1414653 w 3114960"/>
              <a:gd name="connsiteY3583" fmla="*/ 461582 h 5143785"/>
              <a:gd name="connsiteX3584" fmla="*/ 1410557 w 3114960"/>
              <a:gd name="connsiteY3584" fmla="*/ 463677 h 5143785"/>
              <a:gd name="connsiteX3585" fmla="*/ 1414653 w 3114960"/>
              <a:gd name="connsiteY3585" fmla="*/ 465773 h 5143785"/>
              <a:gd name="connsiteX3586" fmla="*/ 1410557 w 3114960"/>
              <a:gd name="connsiteY3586" fmla="*/ 467868 h 5143785"/>
              <a:gd name="connsiteX3587" fmla="*/ 1414748 w 3114960"/>
              <a:gd name="connsiteY3587" fmla="*/ 469964 h 5143785"/>
              <a:gd name="connsiteX3588" fmla="*/ 1410557 w 3114960"/>
              <a:gd name="connsiteY3588" fmla="*/ 472059 h 5143785"/>
              <a:gd name="connsiteX3589" fmla="*/ 1414748 w 3114960"/>
              <a:gd name="connsiteY3589" fmla="*/ 474155 h 5143785"/>
              <a:gd name="connsiteX3590" fmla="*/ 1410557 w 3114960"/>
              <a:gd name="connsiteY3590" fmla="*/ 476250 h 5143785"/>
              <a:gd name="connsiteX3591" fmla="*/ 1414748 w 3114960"/>
              <a:gd name="connsiteY3591" fmla="*/ 478346 h 5143785"/>
              <a:gd name="connsiteX3592" fmla="*/ 1410557 w 3114960"/>
              <a:gd name="connsiteY3592" fmla="*/ 480441 h 5143785"/>
              <a:gd name="connsiteX3593" fmla="*/ 1414748 w 3114960"/>
              <a:gd name="connsiteY3593" fmla="*/ 482537 h 5143785"/>
              <a:gd name="connsiteX3594" fmla="*/ 1410557 w 3114960"/>
              <a:gd name="connsiteY3594" fmla="*/ 484632 h 5143785"/>
              <a:gd name="connsiteX3595" fmla="*/ 1414653 w 3114960"/>
              <a:gd name="connsiteY3595" fmla="*/ 486728 h 5143785"/>
              <a:gd name="connsiteX3596" fmla="*/ 1410557 w 3114960"/>
              <a:gd name="connsiteY3596" fmla="*/ 488728 h 5143785"/>
              <a:gd name="connsiteX3597" fmla="*/ 1414558 w 3114960"/>
              <a:gd name="connsiteY3597" fmla="*/ 490728 h 5143785"/>
              <a:gd name="connsiteX3598" fmla="*/ 1410557 w 3114960"/>
              <a:gd name="connsiteY3598" fmla="*/ 492728 h 5143785"/>
              <a:gd name="connsiteX3599" fmla="*/ 1414558 w 3114960"/>
              <a:gd name="connsiteY3599" fmla="*/ 494729 h 5143785"/>
              <a:gd name="connsiteX3600" fmla="*/ 1410557 w 3114960"/>
              <a:gd name="connsiteY3600" fmla="*/ 496729 h 5143785"/>
              <a:gd name="connsiteX3601" fmla="*/ 1414463 w 3114960"/>
              <a:gd name="connsiteY3601" fmla="*/ 498729 h 5143785"/>
              <a:gd name="connsiteX3602" fmla="*/ 1410557 w 3114960"/>
              <a:gd name="connsiteY3602" fmla="*/ 500729 h 5143785"/>
              <a:gd name="connsiteX3603" fmla="*/ 1414463 w 3114960"/>
              <a:gd name="connsiteY3603" fmla="*/ 502730 h 5143785"/>
              <a:gd name="connsiteX3604" fmla="*/ 1410557 w 3114960"/>
              <a:gd name="connsiteY3604" fmla="*/ 504730 h 5143785"/>
              <a:gd name="connsiteX3605" fmla="*/ 1414463 w 3114960"/>
              <a:gd name="connsiteY3605" fmla="*/ 506730 h 5143785"/>
              <a:gd name="connsiteX3606" fmla="*/ 1410557 w 3114960"/>
              <a:gd name="connsiteY3606" fmla="*/ 508730 h 5143785"/>
              <a:gd name="connsiteX3607" fmla="*/ 1414367 w 3114960"/>
              <a:gd name="connsiteY3607" fmla="*/ 510731 h 5143785"/>
              <a:gd name="connsiteX3608" fmla="*/ 1410557 w 3114960"/>
              <a:gd name="connsiteY3608" fmla="*/ 512731 h 5143785"/>
              <a:gd name="connsiteX3609" fmla="*/ 1414367 w 3114960"/>
              <a:gd name="connsiteY3609" fmla="*/ 514731 h 5143785"/>
              <a:gd name="connsiteX3610" fmla="*/ 1410557 w 3114960"/>
              <a:gd name="connsiteY3610" fmla="*/ 516731 h 5143785"/>
              <a:gd name="connsiteX3611" fmla="*/ 1414367 w 3114960"/>
              <a:gd name="connsiteY3611" fmla="*/ 518732 h 5143785"/>
              <a:gd name="connsiteX3612" fmla="*/ 1410557 w 3114960"/>
              <a:gd name="connsiteY3612" fmla="*/ 520732 h 5143785"/>
              <a:gd name="connsiteX3613" fmla="*/ 1414367 w 3114960"/>
              <a:gd name="connsiteY3613" fmla="*/ 522732 h 5143785"/>
              <a:gd name="connsiteX3614" fmla="*/ 1410557 w 3114960"/>
              <a:gd name="connsiteY3614" fmla="*/ 524732 h 5143785"/>
              <a:gd name="connsiteX3615" fmla="*/ 1414367 w 3114960"/>
              <a:gd name="connsiteY3615" fmla="*/ 526733 h 5143785"/>
              <a:gd name="connsiteX3616" fmla="*/ 1410557 w 3114960"/>
              <a:gd name="connsiteY3616" fmla="*/ 528733 h 5143785"/>
              <a:gd name="connsiteX3617" fmla="*/ 1414367 w 3114960"/>
              <a:gd name="connsiteY3617" fmla="*/ 530733 h 5143785"/>
              <a:gd name="connsiteX3618" fmla="*/ 1410557 w 3114960"/>
              <a:gd name="connsiteY3618" fmla="*/ 532733 h 5143785"/>
              <a:gd name="connsiteX3619" fmla="*/ 1414367 w 3114960"/>
              <a:gd name="connsiteY3619" fmla="*/ 534734 h 5143785"/>
              <a:gd name="connsiteX3620" fmla="*/ 1410557 w 3114960"/>
              <a:gd name="connsiteY3620" fmla="*/ 536734 h 5143785"/>
              <a:gd name="connsiteX3621" fmla="*/ 1414272 w 3114960"/>
              <a:gd name="connsiteY3621" fmla="*/ 538734 h 5143785"/>
              <a:gd name="connsiteX3622" fmla="*/ 1412177 w 3114960"/>
              <a:gd name="connsiteY3622" fmla="*/ 539115 h 5143785"/>
              <a:gd name="connsiteX3623" fmla="*/ 1411796 w 3114960"/>
              <a:gd name="connsiteY3623" fmla="*/ 539306 h 5143785"/>
              <a:gd name="connsiteX3624" fmla="*/ 1411319 w 3114960"/>
              <a:gd name="connsiteY3624" fmla="*/ 539687 h 5143785"/>
              <a:gd name="connsiteX3625" fmla="*/ 1406557 w 3114960"/>
              <a:gd name="connsiteY3625" fmla="*/ 544640 h 5143785"/>
              <a:gd name="connsiteX3626" fmla="*/ 1406557 w 3114960"/>
              <a:gd name="connsiteY3626" fmla="*/ 552545 h 5143785"/>
              <a:gd name="connsiteX3627" fmla="*/ 1413701 w 3114960"/>
              <a:gd name="connsiteY3627" fmla="*/ 558546 h 5143785"/>
              <a:gd name="connsiteX3628" fmla="*/ 1413701 w 3114960"/>
              <a:gd name="connsiteY3628" fmla="*/ 601123 h 5143785"/>
              <a:gd name="connsiteX3629" fmla="*/ 1385888 w 3114960"/>
              <a:gd name="connsiteY3629" fmla="*/ 621030 h 5143785"/>
              <a:gd name="connsiteX3630" fmla="*/ 1385888 w 3114960"/>
              <a:gd name="connsiteY3630" fmla="*/ 748856 h 5143785"/>
              <a:gd name="connsiteX3631" fmla="*/ 1334548 w 3114960"/>
              <a:gd name="connsiteY3631" fmla="*/ 702278 h 5143785"/>
              <a:gd name="connsiteX3632" fmla="*/ 1334548 w 3114960"/>
              <a:gd name="connsiteY3632" fmla="*/ 623507 h 5143785"/>
              <a:gd name="connsiteX3633" fmla="*/ 1362361 w 3114960"/>
              <a:gd name="connsiteY3633" fmla="*/ 603599 h 5143785"/>
              <a:gd name="connsiteX3634" fmla="*/ 1362361 w 3114960"/>
              <a:gd name="connsiteY3634" fmla="*/ 558451 h 5143785"/>
              <a:gd name="connsiteX3635" fmla="*/ 1363885 w 3114960"/>
              <a:gd name="connsiteY3635" fmla="*/ 558165 h 5143785"/>
              <a:gd name="connsiteX3636" fmla="*/ 1369505 w 3114960"/>
              <a:gd name="connsiteY3636" fmla="*/ 552641 h 5143785"/>
              <a:gd name="connsiteX3637" fmla="*/ 1369505 w 3114960"/>
              <a:gd name="connsiteY3637" fmla="*/ 544735 h 5143785"/>
              <a:gd name="connsiteX3638" fmla="*/ 1365028 w 3114960"/>
              <a:gd name="connsiteY3638" fmla="*/ 539877 h 5143785"/>
              <a:gd name="connsiteX3639" fmla="*/ 1365599 w 3114960"/>
              <a:gd name="connsiteY3639" fmla="*/ 538829 h 5143785"/>
              <a:gd name="connsiteX3640" fmla="*/ 1361694 w 3114960"/>
              <a:gd name="connsiteY3640" fmla="*/ 536829 h 5143785"/>
              <a:gd name="connsiteX3641" fmla="*/ 1365599 w 3114960"/>
              <a:gd name="connsiteY3641" fmla="*/ 534829 h 5143785"/>
              <a:gd name="connsiteX3642" fmla="*/ 1361789 w 3114960"/>
              <a:gd name="connsiteY3642" fmla="*/ 532829 h 5143785"/>
              <a:gd name="connsiteX3643" fmla="*/ 1365599 w 3114960"/>
              <a:gd name="connsiteY3643" fmla="*/ 530828 h 5143785"/>
              <a:gd name="connsiteX3644" fmla="*/ 1361789 w 3114960"/>
              <a:gd name="connsiteY3644" fmla="*/ 528828 h 5143785"/>
              <a:gd name="connsiteX3645" fmla="*/ 1365599 w 3114960"/>
              <a:gd name="connsiteY3645" fmla="*/ 526828 h 5143785"/>
              <a:gd name="connsiteX3646" fmla="*/ 1361789 w 3114960"/>
              <a:gd name="connsiteY3646" fmla="*/ 524828 h 5143785"/>
              <a:gd name="connsiteX3647" fmla="*/ 1365599 w 3114960"/>
              <a:gd name="connsiteY3647" fmla="*/ 522827 h 5143785"/>
              <a:gd name="connsiteX3648" fmla="*/ 1361789 w 3114960"/>
              <a:gd name="connsiteY3648" fmla="*/ 520827 h 5143785"/>
              <a:gd name="connsiteX3649" fmla="*/ 1365599 w 3114960"/>
              <a:gd name="connsiteY3649" fmla="*/ 518827 h 5143785"/>
              <a:gd name="connsiteX3650" fmla="*/ 1361789 w 3114960"/>
              <a:gd name="connsiteY3650" fmla="*/ 516827 h 5143785"/>
              <a:gd name="connsiteX3651" fmla="*/ 1365599 w 3114960"/>
              <a:gd name="connsiteY3651" fmla="*/ 514826 h 5143785"/>
              <a:gd name="connsiteX3652" fmla="*/ 1361789 w 3114960"/>
              <a:gd name="connsiteY3652" fmla="*/ 512826 h 5143785"/>
              <a:gd name="connsiteX3653" fmla="*/ 1365599 w 3114960"/>
              <a:gd name="connsiteY3653" fmla="*/ 510826 h 5143785"/>
              <a:gd name="connsiteX3654" fmla="*/ 1361694 w 3114960"/>
              <a:gd name="connsiteY3654" fmla="*/ 508826 h 5143785"/>
              <a:gd name="connsiteX3655" fmla="*/ 1365599 w 3114960"/>
              <a:gd name="connsiteY3655" fmla="*/ 506825 h 5143785"/>
              <a:gd name="connsiteX3656" fmla="*/ 1361694 w 3114960"/>
              <a:gd name="connsiteY3656" fmla="*/ 504825 h 5143785"/>
              <a:gd name="connsiteX3657" fmla="*/ 1365599 w 3114960"/>
              <a:gd name="connsiteY3657" fmla="*/ 502825 h 5143785"/>
              <a:gd name="connsiteX3658" fmla="*/ 1361694 w 3114960"/>
              <a:gd name="connsiteY3658" fmla="*/ 500825 h 5143785"/>
              <a:gd name="connsiteX3659" fmla="*/ 1365599 w 3114960"/>
              <a:gd name="connsiteY3659" fmla="*/ 498824 h 5143785"/>
              <a:gd name="connsiteX3660" fmla="*/ 1361599 w 3114960"/>
              <a:gd name="connsiteY3660" fmla="*/ 496824 h 5143785"/>
              <a:gd name="connsiteX3661" fmla="*/ 1365599 w 3114960"/>
              <a:gd name="connsiteY3661" fmla="*/ 494824 h 5143785"/>
              <a:gd name="connsiteX3662" fmla="*/ 1361599 w 3114960"/>
              <a:gd name="connsiteY3662" fmla="*/ 492824 h 5143785"/>
              <a:gd name="connsiteX3663" fmla="*/ 1365599 w 3114960"/>
              <a:gd name="connsiteY3663" fmla="*/ 490823 h 5143785"/>
              <a:gd name="connsiteX3664" fmla="*/ 1361503 w 3114960"/>
              <a:gd name="connsiteY3664" fmla="*/ 488823 h 5143785"/>
              <a:gd name="connsiteX3665" fmla="*/ 1365599 w 3114960"/>
              <a:gd name="connsiteY3665" fmla="*/ 486823 h 5143785"/>
              <a:gd name="connsiteX3666" fmla="*/ 1361503 w 3114960"/>
              <a:gd name="connsiteY3666" fmla="*/ 484727 h 5143785"/>
              <a:gd name="connsiteX3667" fmla="*/ 1365599 w 3114960"/>
              <a:gd name="connsiteY3667" fmla="*/ 482632 h 5143785"/>
              <a:gd name="connsiteX3668" fmla="*/ 1361408 w 3114960"/>
              <a:gd name="connsiteY3668" fmla="*/ 480536 h 5143785"/>
              <a:gd name="connsiteX3669" fmla="*/ 1365599 w 3114960"/>
              <a:gd name="connsiteY3669" fmla="*/ 478441 h 5143785"/>
              <a:gd name="connsiteX3670" fmla="*/ 1361408 w 3114960"/>
              <a:gd name="connsiteY3670" fmla="*/ 476345 h 5143785"/>
              <a:gd name="connsiteX3671" fmla="*/ 1365599 w 3114960"/>
              <a:gd name="connsiteY3671" fmla="*/ 474250 h 5143785"/>
              <a:gd name="connsiteX3672" fmla="*/ 1361408 w 3114960"/>
              <a:gd name="connsiteY3672" fmla="*/ 472154 h 5143785"/>
              <a:gd name="connsiteX3673" fmla="*/ 1365599 w 3114960"/>
              <a:gd name="connsiteY3673" fmla="*/ 470059 h 5143785"/>
              <a:gd name="connsiteX3674" fmla="*/ 1361503 w 3114960"/>
              <a:gd name="connsiteY3674" fmla="*/ 467963 h 5143785"/>
              <a:gd name="connsiteX3675" fmla="*/ 1365599 w 3114960"/>
              <a:gd name="connsiteY3675" fmla="*/ 465868 h 5143785"/>
              <a:gd name="connsiteX3676" fmla="*/ 1361503 w 3114960"/>
              <a:gd name="connsiteY3676" fmla="*/ 463772 h 5143785"/>
              <a:gd name="connsiteX3677" fmla="*/ 1365599 w 3114960"/>
              <a:gd name="connsiteY3677" fmla="*/ 461677 h 5143785"/>
              <a:gd name="connsiteX3678" fmla="*/ 1361503 w 3114960"/>
              <a:gd name="connsiteY3678" fmla="*/ 459581 h 5143785"/>
              <a:gd name="connsiteX3679" fmla="*/ 1365599 w 3114960"/>
              <a:gd name="connsiteY3679" fmla="*/ 457486 h 5143785"/>
              <a:gd name="connsiteX3680" fmla="*/ 1361503 w 3114960"/>
              <a:gd name="connsiteY3680" fmla="*/ 455390 h 5143785"/>
              <a:gd name="connsiteX3681" fmla="*/ 1365599 w 3114960"/>
              <a:gd name="connsiteY3681" fmla="*/ 453295 h 5143785"/>
              <a:gd name="connsiteX3682" fmla="*/ 1361408 w 3114960"/>
              <a:gd name="connsiteY3682" fmla="*/ 451199 h 5143785"/>
              <a:gd name="connsiteX3683" fmla="*/ 1365599 w 3114960"/>
              <a:gd name="connsiteY3683" fmla="*/ 449104 h 5143785"/>
              <a:gd name="connsiteX3684" fmla="*/ 1361408 w 3114960"/>
              <a:gd name="connsiteY3684" fmla="*/ 447008 h 5143785"/>
              <a:gd name="connsiteX3685" fmla="*/ 1365599 w 3114960"/>
              <a:gd name="connsiteY3685" fmla="*/ 444913 h 5143785"/>
              <a:gd name="connsiteX3686" fmla="*/ 1361313 w 3114960"/>
              <a:gd name="connsiteY3686" fmla="*/ 442817 h 5143785"/>
              <a:gd name="connsiteX3687" fmla="*/ 1365599 w 3114960"/>
              <a:gd name="connsiteY3687" fmla="*/ 440722 h 5143785"/>
              <a:gd name="connsiteX3688" fmla="*/ 1361313 w 3114960"/>
              <a:gd name="connsiteY3688" fmla="*/ 438626 h 5143785"/>
              <a:gd name="connsiteX3689" fmla="*/ 1365599 w 3114960"/>
              <a:gd name="connsiteY3689" fmla="*/ 436531 h 5143785"/>
              <a:gd name="connsiteX3690" fmla="*/ 1361503 w 3114960"/>
              <a:gd name="connsiteY3690" fmla="*/ 434435 h 5143785"/>
              <a:gd name="connsiteX3691" fmla="*/ 1365599 w 3114960"/>
              <a:gd name="connsiteY3691" fmla="*/ 432340 h 5143785"/>
              <a:gd name="connsiteX3692" fmla="*/ 1361503 w 3114960"/>
              <a:gd name="connsiteY3692" fmla="*/ 430339 h 5143785"/>
              <a:gd name="connsiteX3693" fmla="*/ 1365599 w 3114960"/>
              <a:gd name="connsiteY3693" fmla="*/ 428339 h 5143785"/>
              <a:gd name="connsiteX3694" fmla="*/ 1361503 w 3114960"/>
              <a:gd name="connsiteY3694" fmla="*/ 426339 h 5143785"/>
              <a:gd name="connsiteX3695" fmla="*/ 1365599 w 3114960"/>
              <a:gd name="connsiteY3695" fmla="*/ 424244 h 5143785"/>
              <a:gd name="connsiteX3696" fmla="*/ 1361408 w 3114960"/>
              <a:gd name="connsiteY3696" fmla="*/ 422148 h 5143785"/>
              <a:gd name="connsiteX3697" fmla="*/ 1365599 w 3114960"/>
              <a:gd name="connsiteY3697" fmla="*/ 420053 h 5143785"/>
              <a:gd name="connsiteX3698" fmla="*/ 1361218 w 3114960"/>
              <a:gd name="connsiteY3698" fmla="*/ 417957 h 5143785"/>
              <a:gd name="connsiteX3699" fmla="*/ 1365599 w 3114960"/>
              <a:gd name="connsiteY3699" fmla="*/ 415862 h 5143785"/>
              <a:gd name="connsiteX3700" fmla="*/ 1361218 w 3114960"/>
              <a:gd name="connsiteY3700" fmla="*/ 413766 h 5143785"/>
              <a:gd name="connsiteX3701" fmla="*/ 1365599 w 3114960"/>
              <a:gd name="connsiteY3701" fmla="*/ 411671 h 5143785"/>
              <a:gd name="connsiteX3702" fmla="*/ 1361218 w 3114960"/>
              <a:gd name="connsiteY3702" fmla="*/ 409575 h 5143785"/>
              <a:gd name="connsiteX3703" fmla="*/ 1365599 w 3114960"/>
              <a:gd name="connsiteY3703" fmla="*/ 407480 h 5143785"/>
              <a:gd name="connsiteX3704" fmla="*/ 1361218 w 3114960"/>
              <a:gd name="connsiteY3704" fmla="*/ 405384 h 5143785"/>
              <a:gd name="connsiteX3705" fmla="*/ 1365599 w 3114960"/>
              <a:gd name="connsiteY3705" fmla="*/ 403289 h 5143785"/>
              <a:gd name="connsiteX3706" fmla="*/ 1361123 w 3114960"/>
              <a:gd name="connsiteY3706" fmla="*/ 401193 h 5143785"/>
              <a:gd name="connsiteX3707" fmla="*/ 1365599 w 3114960"/>
              <a:gd name="connsiteY3707" fmla="*/ 399002 h 5143785"/>
              <a:gd name="connsiteX3708" fmla="*/ 1360932 w 3114960"/>
              <a:gd name="connsiteY3708" fmla="*/ 396812 h 5143785"/>
              <a:gd name="connsiteX3709" fmla="*/ 1365599 w 3114960"/>
              <a:gd name="connsiteY3709" fmla="*/ 394621 h 5143785"/>
              <a:gd name="connsiteX3710" fmla="*/ 1365504 w 3114960"/>
              <a:gd name="connsiteY3710" fmla="*/ 394621 h 5143785"/>
              <a:gd name="connsiteX3711" fmla="*/ 1369505 w 3114960"/>
              <a:gd name="connsiteY3711" fmla="*/ 390144 h 5143785"/>
              <a:gd name="connsiteX3712" fmla="*/ 1369505 w 3114960"/>
              <a:gd name="connsiteY3712" fmla="*/ 382238 h 5143785"/>
              <a:gd name="connsiteX3713" fmla="*/ 1356074 w 3114960"/>
              <a:gd name="connsiteY3713" fmla="*/ 376619 h 5143785"/>
              <a:gd name="connsiteX3714" fmla="*/ 1355503 w 3114960"/>
              <a:gd name="connsiteY3714" fmla="*/ 377000 h 5143785"/>
              <a:gd name="connsiteX3715" fmla="*/ 1337120 w 3114960"/>
              <a:gd name="connsiteY3715" fmla="*/ 354330 h 5143785"/>
              <a:gd name="connsiteX3716" fmla="*/ 1337501 w 3114960"/>
              <a:gd name="connsiteY3716" fmla="*/ 312230 h 5143785"/>
              <a:gd name="connsiteX3717" fmla="*/ 1295114 w 3114960"/>
              <a:gd name="connsiteY3717" fmla="*/ 272796 h 5143785"/>
              <a:gd name="connsiteX3718" fmla="*/ 1297400 w 3114960"/>
              <a:gd name="connsiteY3718" fmla="*/ 266414 h 5143785"/>
              <a:gd name="connsiteX3719" fmla="*/ 1286447 w 3114960"/>
              <a:gd name="connsiteY3719" fmla="*/ 255461 h 5143785"/>
              <a:gd name="connsiteX3720" fmla="*/ 1286542 w 3114960"/>
              <a:gd name="connsiteY3720" fmla="*/ 271939 h 5143785"/>
              <a:gd name="connsiteX3721" fmla="*/ 1280351 w 3114960"/>
              <a:gd name="connsiteY3721" fmla="*/ 265748 h 5143785"/>
              <a:gd name="connsiteX3722" fmla="*/ 1286542 w 3114960"/>
              <a:gd name="connsiteY3722" fmla="*/ 259556 h 5143785"/>
              <a:gd name="connsiteX3723" fmla="*/ 1292733 w 3114960"/>
              <a:gd name="connsiteY3723" fmla="*/ 265748 h 5143785"/>
              <a:gd name="connsiteX3724" fmla="*/ 1286542 w 3114960"/>
              <a:gd name="connsiteY3724" fmla="*/ 271939 h 5143785"/>
              <a:gd name="connsiteX3725" fmla="*/ 1345311 w 3114960"/>
              <a:gd name="connsiteY3725" fmla="*/ 840391 h 5143785"/>
              <a:gd name="connsiteX3726" fmla="*/ 1336643 w 3114960"/>
              <a:gd name="connsiteY3726" fmla="*/ 849059 h 5143785"/>
              <a:gd name="connsiteX3727" fmla="*/ 1327976 w 3114960"/>
              <a:gd name="connsiteY3727" fmla="*/ 840391 h 5143785"/>
              <a:gd name="connsiteX3728" fmla="*/ 1336643 w 3114960"/>
              <a:gd name="connsiteY3728" fmla="*/ 831723 h 5143785"/>
              <a:gd name="connsiteX3729" fmla="*/ 1345311 w 3114960"/>
              <a:gd name="connsiteY3729" fmla="*/ 840391 h 5143785"/>
              <a:gd name="connsiteX3730" fmla="*/ 1563815 w 3114960"/>
              <a:gd name="connsiteY3730" fmla="*/ 1082421 h 5143785"/>
              <a:gd name="connsiteX3731" fmla="*/ 1569530 w 3114960"/>
              <a:gd name="connsiteY3731" fmla="*/ 1082421 h 5143785"/>
              <a:gd name="connsiteX3732" fmla="*/ 1569530 w 3114960"/>
              <a:gd name="connsiteY3732" fmla="*/ 1099852 h 5143785"/>
              <a:gd name="connsiteX3733" fmla="*/ 1563815 w 3114960"/>
              <a:gd name="connsiteY3733" fmla="*/ 1099852 h 5143785"/>
              <a:gd name="connsiteX3734" fmla="*/ 1563815 w 3114960"/>
              <a:gd name="connsiteY3734" fmla="*/ 1082421 h 5143785"/>
              <a:gd name="connsiteX3735" fmla="*/ 1449419 w 3114960"/>
              <a:gd name="connsiteY3735" fmla="*/ 840391 h 5143785"/>
              <a:gd name="connsiteX3736" fmla="*/ 1440752 w 3114960"/>
              <a:gd name="connsiteY3736" fmla="*/ 849059 h 5143785"/>
              <a:gd name="connsiteX3737" fmla="*/ 1432084 w 3114960"/>
              <a:gd name="connsiteY3737" fmla="*/ 840391 h 5143785"/>
              <a:gd name="connsiteX3738" fmla="*/ 1440752 w 3114960"/>
              <a:gd name="connsiteY3738" fmla="*/ 831723 h 5143785"/>
              <a:gd name="connsiteX3739" fmla="*/ 1449419 w 3114960"/>
              <a:gd name="connsiteY3739" fmla="*/ 840391 h 5143785"/>
              <a:gd name="connsiteX3740" fmla="*/ 1364932 w 3114960"/>
              <a:gd name="connsiteY3740" fmla="*/ 232601 h 5143785"/>
              <a:gd name="connsiteX3741" fmla="*/ 1362837 w 3114960"/>
              <a:gd name="connsiteY3741" fmla="*/ 234696 h 5143785"/>
              <a:gd name="connsiteX3742" fmla="*/ 1348454 w 3114960"/>
              <a:gd name="connsiteY3742" fmla="*/ 234696 h 5143785"/>
              <a:gd name="connsiteX3743" fmla="*/ 1346359 w 3114960"/>
              <a:gd name="connsiteY3743" fmla="*/ 232601 h 5143785"/>
              <a:gd name="connsiteX3744" fmla="*/ 1346359 w 3114960"/>
              <a:gd name="connsiteY3744" fmla="*/ 218218 h 5143785"/>
              <a:gd name="connsiteX3745" fmla="*/ 1348454 w 3114960"/>
              <a:gd name="connsiteY3745" fmla="*/ 216122 h 5143785"/>
              <a:gd name="connsiteX3746" fmla="*/ 1362837 w 3114960"/>
              <a:gd name="connsiteY3746" fmla="*/ 216122 h 5143785"/>
              <a:gd name="connsiteX3747" fmla="*/ 1364932 w 3114960"/>
              <a:gd name="connsiteY3747" fmla="*/ 218218 h 5143785"/>
              <a:gd name="connsiteX3748" fmla="*/ 1364932 w 3114960"/>
              <a:gd name="connsiteY3748" fmla="*/ 232601 h 5143785"/>
              <a:gd name="connsiteX3749" fmla="*/ 1464850 w 3114960"/>
              <a:gd name="connsiteY3749" fmla="*/ 388430 h 5143785"/>
              <a:gd name="connsiteX3750" fmla="*/ 1469136 w 3114960"/>
              <a:gd name="connsiteY3750" fmla="*/ 378143 h 5143785"/>
              <a:gd name="connsiteX3751" fmla="*/ 1472089 w 3114960"/>
              <a:gd name="connsiteY3751" fmla="*/ 377571 h 5143785"/>
              <a:gd name="connsiteX3752" fmla="*/ 1475137 w 3114960"/>
              <a:gd name="connsiteY3752" fmla="*/ 378238 h 5143785"/>
              <a:gd name="connsiteX3753" fmla="*/ 1479423 w 3114960"/>
              <a:gd name="connsiteY3753" fmla="*/ 382524 h 5143785"/>
              <a:gd name="connsiteX3754" fmla="*/ 1475137 w 3114960"/>
              <a:gd name="connsiteY3754" fmla="*/ 392811 h 5143785"/>
              <a:gd name="connsiteX3755" fmla="*/ 1464850 w 3114960"/>
              <a:gd name="connsiteY3755" fmla="*/ 388525 h 5143785"/>
              <a:gd name="connsiteX3756" fmla="*/ 1464850 w 3114960"/>
              <a:gd name="connsiteY3756" fmla="*/ 550355 h 5143785"/>
              <a:gd name="connsiteX3757" fmla="*/ 1468946 w 3114960"/>
              <a:gd name="connsiteY3757" fmla="*/ 540258 h 5143785"/>
              <a:gd name="connsiteX3758" fmla="*/ 1472279 w 3114960"/>
              <a:gd name="connsiteY3758" fmla="*/ 539782 h 5143785"/>
              <a:gd name="connsiteX3759" fmla="*/ 1472946 w 3114960"/>
              <a:gd name="connsiteY3759" fmla="*/ 539782 h 5143785"/>
              <a:gd name="connsiteX3760" fmla="*/ 1475232 w 3114960"/>
              <a:gd name="connsiteY3760" fmla="*/ 540258 h 5143785"/>
              <a:gd name="connsiteX3761" fmla="*/ 1479518 w 3114960"/>
              <a:gd name="connsiteY3761" fmla="*/ 544544 h 5143785"/>
              <a:gd name="connsiteX3762" fmla="*/ 1475232 w 3114960"/>
              <a:gd name="connsiteY3762" fmla="*/ 554831 h 5143785"/>
              <a:gd name="connsiteX3763" fmla="*/ 1464945 w 3114960"/>
              <a:gd name="connsiteY3763" fmla="*/ 550545 h 5143785"/>
              <a:gd name="connsiteX3764" fmla="*/ 1313307 w 3114960"/>
              <a:gd name="connsiteY3764" fmla="*/ 232601 h 5143785"/>
              <a:gd name="connsiteX3765" fmla="*/ 1311212 w 3114960"/>
              <a:gd name="connsiteY3765" fmla="*/ 234696 h 5143785"/>
              <a:gd name="connsiteX3766" fmla="*/ 1296734 w 3114960"/>
              <a:gd name="connsiteY3766" fmla="*/ 234696 h 5143785"/>
              <a:gd name="connsiteX3767" fmla="*/ 1294638 w 3114960"/>
              <a:gd name="connsiteY3767" fmla="*/ 232601 h 5143785"/>
              <a:gd name="connsiteX3768" fmla="*/ 1294638 w 3114960"/>
              <a:gd name="connsiteY3768" fmla="*/ 218218 h 5143785"/>
              <a:gd name="connsiteX3769" fmla="*/ 1296734 w 3114960"/>
              <a:gd name="connsiteY3769" fmla="*/ 216122 h 5143785"/>
              <a:gd name="connsiteX3770" fmla="*/ 1311212 w 3114960"/>
              <a:gd name="connsiteY3770" fmla="*/ 216122 h 5143785"/>
              <a:gd name="connsiteX3771" fmla="*/ 1313307 w 3114960"/>
              <a:gd name="connsiteY3771" fmla="*/ 218218 h 5143785"/>
              <a:gd name="connsiteX3772" fmla="*/ 1313307 w 3114960"/>
              <a:gd name="connsiteY3772" fmla="*/ 232601 h 5143785"/>
              <a:gd name="connsiteX3773" fmla="*/ 1408748 w 3114960"/>
              <a:gd name="connsiteY3773" fmla="*/ 388430 h 5143785"/>
              <a:gd name="connsiteX3774" fmla="*/ 1413034 w 3114960"/>
              <a:gd name="connsiteY3774" fmla="*/ 378143 h 5143785"/>
              <a:gd name="connsiteX3775" fmla="*/ 1415987 w 3114960"/>
              <a:gd name="connsiteY3775" fmla="*/ 377571 h 5143785"/>
              <a:gd name="connsiteX3776" fmla="*/ 1423321 w 3114960"/>
              <a:gd name="connsiteY3776" fmla="*/ 382524 h 5143785"/>
              <a:gd name="connsiteX3777" fmla="*/ 1419035 w 3114960"/>
              <a:gd name="connsiteY3777" fmla="*/ 392811 h 5143785"/>
              <a:gd name="connsiteX3778" fmla="*/ 1408748 w 3114960"/>
              <a:gd name="connsiteY3778" fmla="*/ 388525 h 5143785"/>
              <a:gd name="connsiteX3779" fmla="*/ 1408748 w 3114960"/>
              <a:gd name="connsiteY3779" fmla="*/ 550355 h 5143785"/>
              <a:gd name="connsiteX3780" fmla="*/ 1412843 w 3114960"/>
              <a:gd name="connsiteY3780" fmla="*/ 540258 h 5143785"/>
              <a:gd name="connsiteX3781" fmla="*/ 1416177 w 3114960"/>
              <a:gd name="connsiteY3781" fmla="*/ 539782 h 5143785"/>
              <a:gd name="connsiteX3782" fmla="*/ 1416844 w 3114960"/>
              <a:gd name="connsiteY3782" fmla="*/ 539782 h 5143785"/>
              <a:gd name="connsiteX3783" fmla="*/ 1423321 w 3114960"/>
              <a:gd name="connsiteY3783" fmla="*/ 544544 h 5143785"/>
              <a:gd name="connsiteX3784" fmla="*/ 1423321 w 3114960"/>
              <a:gd name="connsiteY3784" fmla="*/ 550545 h 5143785"/>
              <a:gd name="connsiteX3785" fmla="*/ 1419035 w 3114960"/>
              <a:gd name="connsiteY3785" fmla="*/ 554831 h 5143785"/>
              <a:gd name="connsiteX3786" fmla="*/ 1408748 w 3114960"/>
              <a:gd name="connsiteY3786" fmla="*/ 550545 h 5143785"/>
              <a:gd name="connsiteX3787" fmla="*/ 1394460 w 3114960"/>
              <a:gd name="connsiteY3787" fmla="*/ 759047 h 5143785"/>
              <a:gd name="connsiteX3788" fmla="*/ 1398556 w 3114960"/>
              <a:gd name="connsiteY3788" fmla="*/ 765810 h 5143785"/>
              <a:gd name="connsiteX3789" fmla="*/ 1396651 w 3114960"/>
              <a:gd name="connsiteY3789" fmla="*/ 773525 h 5143785"/>
              <a:gd name="connsiteX3790" fmla="*/ 1382173 w 3114960"/>
              <a:gd name="connsiteY3790" fmla="*/ 775716 h 5143785"/>
              <a:gd name="connsiteX3791" fmla="*/ 1378077 w 3114960"/>
              <a:gd name="connsiteY3791" fmla="*/ 768953 h 5143785"/>
              <a:gd name="connsiteX3792" fmla="*/ 1379982 w 3114960"/>
              <a:gd name="connsiteY3792" fmla="*/ 761238 h 5143785"/>
              <a:gd name="connsiteX3793" fmla="*/ 1386745 w 3114960"/>
              <a:gd name="connsiteY3793" fmla="*/ 757142 h 5143785"/>
              <a:gd name="connsiteX3794" fmla="*/ 1394460 w 3114960"/>
              <a:gd name="connsiteY3794" fmla="*/ 759047 h 5143785"/>
              <a:gd name="connsiteX3795" fmla="*/ 1360932 w 3114960"/>
              <a:gd name="connsiteY3795" fmla="*/ 539591 h 5143785"/>
              <a:gd name="connsiteX3796" fmla="*/ 1367314 w 3114960"/>
              <a:gd name="connsiteY3796" fmla="*/ 544354 h 5143785"/>
              <a:gd name="connsiteX3797" fmla="*/ 1367314 w 3114960"/>
              <a:gd name="connsiteY3797" fmla="*/ 550355 h 5143785"/>
              <a:gd name="connsiteX3798" fmla="*/ 1363028 w 3114960"/>
              <a:gd name="connsiteY3798" fmla="*/ 554641 h 5143785"/>
              <a:gd name="connsiteX3799" fmla="*/ 1357027 w 3114960"/>
              <a:gd name="connsiteY3799" fmla="*/ 554641 h 5143785"/>
              <a:gd name="connsiteX3800" fmla="*/ 1352741 w 3114960"/>
              <a:gd name="connsiteY3800" fmla="*/ 550355 h 5143785"/>
              <a:gd name="connsiteX3801" fmla="*/ 1356836 w 3114960"/>
              <a:gd name="connsiteY3801" fmla="*/ 540258 h 5143785"/>
              <a:gd name="connsiteX3802" fmla="*/ 1360170 w 3114960"/>
              <a:gd name="connsiteY3802" fmla="*/ 539782 h 5143785"/>
              <a:gd name="connsiteX3803" fmla="*/ 1360932 w 3114960"/>
              <a:gd name="connsiteY3803" fmla="*/ 539687 h 5143785"/>
              <a:gd name="connsiteX3804" fmla="*/ 1357027 w 3114960"/>
              <a:gd name="connsiteY3804" fmla="*/ 378143 h 5143785"/>
              <a:gd name="connsiteX3805" fmla="*/ 1359980 w 3114960"/>
              <a:gd name="connsiteY3805" fmla="*/ 377571 h 5143785"/>
              <a:gd name="connsiteX3806" fmla="*/ 1367314 w 3114960"/>
              <a:gd name="connsiteY3806" fmla="*/ 382524 h 5143785"/>
              <a:gd name="connsiteX3807" fmla="*/ 1363028 w 3114960"/>
              <a:gd name="connsiteY3807" fmla="*/ 392811 h 5143785"/>
              <a:gd name="connsiteX3808" fmla="*/ 1357027 w 3114960"/>
              <a:gd name="connsiteY3808" fmla="*/ 392811 h 5143785"/>
              <a:gd name="connsiteX3809" fmla="*/ 1352741 w 3114960"/>
              <a:gd name="connsiteY3809" fmla="*/ 388525 h 5143785"/>
              <a:gd name="connsiteX3810" fmla="*/ 1357027 w 3114960"/>
              <a:gd name="connsiteY3810" fmla="*/ 378238 h 5143785"/>
              <a:gd name="connsiteX3811" fmla="*/ 1927765 w 3114960"/>
              <a:gd name="connsiteY3811" fmla="*/ 4551712 h 5143785"/>
              <a:gd name="connsiteX3812" fmla="*/ 1920335 w 3114960"/>
              <a:gd name="connsiteY3812" fmla="*/ 4559046 h 5143785"/>
              <a:gd name="connsiteX3813" fmla="*/ 1913001 w 3114960"/>
              <a:gd name="connsiteY3813" fmla="*/ 4551617 h 5143785"/>
              <a:gd name="connsiteX3814" fmla="*/ 1920431 w 3114960"/>
              <a:gd name="connsiteY3814" fmla="*/ 4544282 h 5143785"/>
              <a:gd name="connsiteX3815" fmla="*/ 1927765 w 3114960"/>
              <a:gd name="connsiteY3815" fmla="*/ 4551712 h 5143785"/>
              <a:gd name="connsiteX3816" fmla="*/ 439293 w 3114960"/>
              <a:gd name="connsiteY3816" fmla="*/ 1659731 h 5143785"/>
              <a:gd name="connsiteX3817" fmla="*/ 447865 w 3114960"/>
              <a:gd name="connsiteY3817" fmla="*/ 1649349 h 5143785"/>
              <a:gd name="connsiteX3818" fmla="*/ 437007 w 3114960"/>
              <a:gd name="connsiteY3818" fmla="*/ 1638395 h 5143785"/>
              <a:gd name="connsiteX3819" fmla="*/ 426149 w 3114960"/>
              <a:gd name="connsiteY3819" fmla="*/ 1649349 h 5143785"/>
              <a:gd name="connsiteX3820" fmla="*/ 434626 w 3114960"/>
              <a:gd name="connsiteY3820" fmla="*/ 1659731 h 5143785"/>
              <a:gd name="connsiteX3821" fmla="*/ 434626 w 3114960"/>
              <a:gd name="connsiteY3821" fmla="*/ 1705070 h 5143785"/>
              <a:gd name="connsiteX3822" fmla="*/ 342329 w 3114960"/>
              <a:gd name="connsiteY3822" fmla="*/ 1800035 h 5143785"/>
              <a:gd name="connsiteX3823" fmla="*/ 254984 w 3114960"/>
              <a:gd name="connsiteY3823" fmla="*/ 1800035 h 5143785"/>
              <a:gd name="connsiteX3824" fmla="*/ 237935 w 3114960"/>
              <a:gd name="connsiteY3824" fmla="*/ 1783080 h 5143785"/>
              <a:gd name="connsiteX3825" fmla="*/ 97536 w 3114960"/>
              <a:gd name="connsiteY3825" fmla="*/ 1783080 h 5143785"/>
              <a:gd name="connsiteX3826" fmla="*/ 75629 w 3114960"/>
              <a:gd name="connsiteY3826" fmla="*/ 1803654 h 5143785"/>
              <a:gd name="connsiteX3827" fmla="*/ 68771 w 3114960"/>
              <a:gd name="connsiteY3827" fmla="*/ 1801082 h 5143785"/>
              <a:gd name="connsiteX3828" fmla="*/ 57245 w 3114960"/>
              <a:gd name="connsiteY3828" fmla="*/ 1812607 h 5143785"/>
              <a:gd name="connsiteX3829" fmla="*/ 68771 w 3114960"/>
              <a:gd name="connsiteY3829" fmla="*/ 1824133 h 5143785"/>
              <a:gd name="connsiteX3830" fmla="*/ 80296 w 3114960"/>
              <a:gd name="connsiteY3830" fmla="*/ 1812607 h 5143785"/>
              <a:gd name="connsiteX3831" fmla="*/ 78772 w 3114960"/>
              <a:gd name="connsiteY3831" fmla="*/ 1807274 h 5143785"/>
              <a:gd name="connsiteX3832" fmla="*/ 99441 w 3114960"/>
              <a:gd name="connsiteY3832" fmla="*/ 1787843 h 5143785"/>
              <a:gd name="connsiteX3833" fmla="*/ 236030 w 3114960"/>
              <a:gd name="connsiteY3833" fmla="*/ 1787843 h 5143785"/>
              <a:gd name="connsiteX3834" fmla="*/ 253079 w 3114960"/>
              <a:gd name="connsiteY3834" fmla="*/ 1804797 h 5143785"/>
              <a:gd name="connsiteX3835" fmla="*/ 344424 w 3114960"/>
              <a:gd name="connsiteY3835" fmla="*/ 1804797 h 5143785"/>
              <a:gd name="connsiteX3836" fmla="*/ 439293 w 3114960"/>
              <a:gd name="connsiteY3836" fmla="*/ 1706975 h 5143785"/>
              <a:gd name="connsiteX3837" fmla="*/ 439293 w 3114960"/>
              <a:gd name="connsiteY3837" fmla="*/ 1659731 h 5143785"/>
              <a:gd name="connsiteX3838" fmla="*/ 68771 w 3114960"/>
              <a:gd name="connsiteY3838" fmla="*/ 1819370 h 5143785"/>
              <a:gd name="connsiteX3839" fmla="*/ 62008 w 3114960"/>
              <a:gd name="connsiteY3839" fmla="*/ 1812607 h 5143785"/>
              <a:gd name="connsiteX3840" fmla="*/ 68771 w 3114960"/>
              <a:gd name="connsiteY3840" fmla="*/ 1805845 h 5143785"/>
              <a:gd name="connsiteX3841" fmla="*/ 75533 w 3114960"/>
              <a:gd name="connsiteY3841" fmla="*/ 1812607 h 5143785"/>
              <a:gd name="connsiteX3842" fmla="*/ 68771 w 3114960"/>
              <a:gd name="connsiteY3842" fmla="*/ 1819370 h 5143785"/>
              <a:gd name="connsiteX3843" fmla="*/ 430816 w 3114960"/>
              <a:gd name="connsiteY3843" fmla="*/ 1649349 h 5143785"/>
              <a:gd name="connsiteX3844" fmla="*/ 436912 w 3114960"/>
              <a:gd name="connsiteY3844" fmla="*/ 1643158 h 5143785"/>
              <a:gd name="connsiteX3845" fmla="*/ 443008 w 3114960"/>
              <a:gd name="connsiteY3845" fmla="*/ 1649349 h 5143785"/>
              <a:gd name="connsiteX3846" fmla="*/ 436912 w 3114960"/>
              <a:gd name="connsiteY3846" fmla="*/ 1655445 h 5143785"/>
              <a:gd name="connsiteX3847" fmla="*/ 430816 w 3114960"/>
              <a:gd name="connsiteY3847" fmla="*/ 1649349 h 5143785"/>
              <a:gd name="connsiteX3848" fmla="*/ 1309878 w 3114960"/>
              <a:gd name="connsiteY3848" fmla="*/ 222028 h 5143785"/>
              <a:gd name="connsiteX3849" fmla="*/ 1309878 w 3114960"/>
              <a:gd name="connsiteY3849" fmla="*/ 228791 h 5143785"/>
              <a:gd name="connsiteX3850" fmla="*/ 1307402 w 3114960"/>
              <a:gd name="connsiteY3850" fmla="*/ 231267 h 5143785"/>
              <a:gd name="connsiteX3851" fmla="*/ 1300639 w 3114960"/>
              <a:gd name="connsiteY3851" fmla="*/ 231267 h 5143785"/>
              <a:gd name="connsiteX3852" fmla="*/ 1298162 w 3114960"/>
              <a:gd name="connsiteY3852" fmla="*/ 228791 h 5143785"/>
              <a:gd name="connsiteX3853" fmla="*/ 1298162 w 3114960"/>
              <a:gd name="connsiteY3853" fmla="*/ 222028 h 5143785"/>
              <a:gd name="connsiteX3854" fmla="*/ 1300639 w 3114960"/>
              <a:gd name="connsiteY3854" fmla="*/ 219551 h 5143785"/>
              <a:gd name="connsiteX3855" fmla="*/ 1307402 w 3114960"/>
              <a:gd name="connsiteY3855" fmla="*/ 219551 h 5143785"/>
              <a:gd name="connsiteX3856" fmla="*/ 1309878 w 3114960"/>
              <a:gd name="connsiteY3856" fmla="*/ 222028 h 5143785"/>
              <a:gd name="connsiteX3857" fmla="*/ 1929384 w 3114960"/>
              <a:gd name="connsiteY3857" fmla="*/ 4502277 h 5143785"/>
              <a:gd name="connsiteX3858" fmla="*/ 1920431 w 3114960"/>
              <a:gd name="connsiteY3858" fmla="*/ 4511231 h 5143785"/>
              <a:gd name="connsiteX3859" fmla="*/ 1911477 w 3114960"/>
              <a:gd name="connsiteY3859" fmla="*/ 4502277 h 5143785"/>
              <a:gd name="connsiteX3860" fmla="*/ 1920431 w 3114960"/>
              <a:gd name="connsiteY3860" fmla="*/ 4493324 h 5143785"/>
              <a:gd name="connsiteX3861" fmla="*/ 1929384 w 3114960"/>
              <a:gd name="connsiteY3861" fmla="*/ 4502277 h 5143785"/>
              <a:gd name="connsiteX3862" fmla="*/ 1933861 w 3114960"/>
              <a:gd name="connsiteY3862" fmla="*/ 4435507 h 5143785"/>
              <a:gd name="connsiteX3863" fmla="*/ 1920526 w 3114960"/>
              <a:gd name="connsiteY3863" fmla="*/ 4422172 h 5143785"/>
              <a:gd name="connsiteX3864" fmla="*/ 1907191 w 3114960"/>
              <a:gd name="connsiteY3864" fmla="*/ 4435507 h 5143785"/>
              <a:gd name="connsiteX3865" fmla="*/ 1920526 w 3114960"/>
              <a:gd name="connsiteY3865" fmla="*/ 4448842 h 5143785"/>
              <a:gd name="connsiteX3866" fmla="*/ 1933861 w 3114960"/>
              <a:gd name="connsiteY3866" fmla="*/ 4435507 h 5143785"/>
              <a:gd name="connsiteX3867" fmla="*/ 1911953 w 3114960"/>
              <a:gd name="connsiteY3867" fmla="*/ 4435507 h 5143785"/>
              <a:gd name="connsiteX3868" fmla="*/ 1920431 w 3114960"/>
              <a:gd name="connsiteY3868" fmla="*/ 4427030 h 5143785"/>
              <a:gd name="connsiteX3869" fmla="*/ 1928908 w 3114960"/>
              <a:gd name="connsiteY3869" fmla="*/ 4435507 h 5143785"/>
              <a:gd name="connsiteX3870" fmla="*/ 1920431 w 3114960"/>
              <a:gd name="connsiteY3870" fmla="*/ 4443984 h 5143785"/>
              <a:gd name="connsiteX3871" fmla="*/ 1911953 w 3114960"/>
              <a:gd name="connsiteY3871" fmla="*/ 4435507 h 5143785"/>
              <a:gd name="connsiteX3872" fmla="*/ 1934242 w 3114960"/>
              <a:gd name="connsiteY3872" fmla="*/ 4471130 h 5143785"/>
              <a:gd name="connsiteX3873" fmla="*/ 1920431 w 3114960"/>
              <a:gd name="connsiteY3873" fmla="*/ 4457319 h 5143785"/>
              <a:gd name="connsiteX3874" fmla="*/ 1906905 w 3114960"/>
              <a:gd name="connsiteY3874" fmla="*/ 4468559 h 5143785"/>
              <a:gd name="connsiteX3875" fmla="*/ 1894808 w 3114960"/>
              <a:gd name="connsiteY3875" fmla="*/ 4468559 h 5143785"/>
              <a:gd name="connsiteX3876" fmla="*/ 1872901 w 3114960"/>
              <a:gd name="connsiteY3876" fmla="*/ 4494181 h 5143785"/>
              <a:gd name="connsiteX3877" fmla="*/ 1854994 w 3114960"/>
              <a:gd name="connsiteY3877" fmla="*/ 4494467 h 5143785"/>
              <a:gd name="connsiteX3878" fmla="*/ 1843278 w 3114960"/>
              <a:gd name="connsiteY3878" fmla="*/ 4484751 h 5143785"/>
              <a:gd name="connsiteX3879" fmla="*/ 1831086 w 3114960"/>
              <a:gd name="connsiteY3879" fmla="*/ 4496943 h 5143785"/>
              <a:gd name="connsiteX3880" fmla="*/ 1843278 w 3114960"/>
              <a:gd name="connsiteY3880" fmla="*/ 4509135 h 5143785"/>
              <a:gd name="connsiteX3881" fmla="*/ 1854994 w 3114960"/>
              <a:gd name="connsiteY3881" fmla="*/ 4499324 h 5143785"/>
              <a:gd name="connsiteX3882" fmla="*/ 1875092 w 3114960"/>
              <a:gd name="connsiteY3882" fmla="*/ 4499039 h 5143785"/>
              <a:gd name="connsiteX3883" fmla="*/ 1896999 w 3114960"/>
              <a:gd name="connsiteY3883" fmla="*/ 4473512 h 5143785"/>
              <a:gd name="connsiteX3884" fmla="*/ 1906810 w 3114960"/>
              <a:gd name="connsiteY3884" fmla="*/ 4473512 h 5143785"/>
              <a:gd name="connsiteX3885" fmla="*/ 1920431 w 3114960"/>
              <a:gd name="connsiteY3885" fmla="*/ 4485132 h 5143785"/>
              <a:gd name="connsiteX3886" fmla="*/ 1934242 w 3114960"/>
              <a:gd name="connsiteY3886" fmla="*/ 4471321 h 5143785"/>
              <a:gd name="connsiteX3887" fmla="*/ 1843373 w 3114960"/>
              <a:gd name="connsiteY3887" fmla="*/ 4504182 h 5143785"/>
              <a:gd name="connsiteX3888" fmla="*/ 1835944 w 3114960"/>
              <a:gd name="connsiteY3888" fmla="*/ 4496753 h 5143785"/>
              <a:gd name="connsiteX3889" fmla="*/ 1843373 w 3114960"/>
              <a:gd name="connsiteY3889" fmla="*/ 4489323 h 5143785"/>
              <a:gd name="connsiteX3890" fmla="*/ 1850803 w 3114960"/>
              <a:gd name="connsiteY3890" fmla="*/ 4496753 h 5143785"/>
              <a:gd name="connsiteX3891" fmla="*/ 1843373 w 3114960"/>
              <a:gd name="connsiteY3891" fmla="*/ 4504182 h 5143785"/>
              <a:gd name="connsiteX3892" fmla="*/ 502825 w 3114960"/>
              <a:gd name="connsiteY3892" fmla="*/ 2633472 h 5143785"/>
              <a:gd name="connsiteX3893" fmla="*/ 506444 w 3114960"/>
              <a:gd name="connsiteY3893" fmla="*/ 2634996 h 5143785"/>
              <a:gd name="connsiteX3894" fmla="*/ 510064 w 3114960"/>
              <a:gd name="connsiteY3894" fmla="*/ 2633472 h 5143785"/>
              <a:gd name="connsiteX3895" fmla="*/ 519208 w 3114960"/>
              <a:gd name="connsiteY3895" fmla="*/ 2624328 h 5143785"/>
              <a:gd name="connsiteX3896" fmla="*/ 519208 w 3114960"/>
              <a:gd name="connsiteY3896" fmla="*/ 2617184 h 5143785"/>
              <a:gd name="connsiteX3897" fmla="*/ 516446 w 3114960"/>
              <a:gd name="connsiteY3897" fmla="*/ 2614422 h 5143785"/>
              <a:gd name="connsiteX3898" fmla="*/ 600170 w 3114960"/>
              <a:gd name="connsiteY3898" fmla="*/ 2528030 h 5143785"/>
              <a:gd name="connsiteX3899" fmla="*/ 605981 w 3114960"/>
              <a:gd name="connsiteY3899" fmla="*/ 2529935 h 5143785"/>
              <a:gd name="connsiteX3900" fmla="*/ 617029 w 3114960"/>
              <a:gd name="connsiteY3900" fmla="*/ 2518886 h 5143785"/>
              <a:gd name="connsiteX3901" fmla="*/ 605981 w 3114960"/>
              <a:gd name="connsiteY3901" fmla="*/ 2507837 h 5143785"/>
              <a:gd name="connsiteX3902" fmla="*/ 594932 w 3114960"/>
              <a:gd name="connsiteY3902" fmla="*/ 2518886 h 5143785"/>
              <a:gd name="connsiteX3903" fmla="*/ 596837 w 3114960"/>
              <a:gd name="connsiteY3903" fmla="*/ 2524697 h 5143785"/>
              <a:gd name="connsiteX3904" fmla="*/ 513112 w 3114960"/>
              <a:gd name="connsiteY3904" fmla="*/ 2611088 h 5143785"/>
              <a:gd name="connsiteX3905" fmla="*/ 510159 w 3114960"/>
              <a:gd name="connsiteY3905" fmla="*/ 2608136 h 5143785"/>
              <a:gd name="connsiteX3906" fmla="*/ 510159 w 3114960"/>
              <a:gd name="connsiteY3906" fmla="*/ 2608136 h 5143785"/>
              <a:gd name="connsiteX3907" fmla="*/ 503015 w 3114960"/>
              <a:gd name="connsiteY3907" fmla="*/ 2608136 h 5143785"/>
              <a:gd name="connsiteX3908" fmla="*/ 493871 w 3114960"/>
              <a:gd name="connsiteY3908" fmla="*/ 2617280 h 5143785"/>
              <a:gd name="connsiteX3909" fmla="*/ 492347 w 3114960"/>
              <a:gd name="connsiteY3909" fmla="*/ 2620899 h 5143785"/>
              <a:gd name="connsiteX3910" fmla="*/ 493871 w 3114960"/>
              <a:gd name="connsiteY3910" fmla="*/ 2624519 h 5143785"/>
              <a:gd name="connsiteX3911" fmla="*/ 503015 w 3114960"/>
              <a:gd name="connsiteY3911" fmla="*/ 2633663 h 5143785"/>
              <a:gd name="connsiteX3912" fmla="*/ 506159 w 3114960"/>
              <a:gd name="connsiteY3912" fmla="*/ 2611469 h 5143785"/>
              <a:gd name="connsiteX3913" fmla="*/ 506349 w 3114960"/>
              <a:gd name="connsiteY3913" fmla="*/ 2611469 h 5143785"/>
              <a:gd name="connsiteX3914" fmla="*/ 506539 w 3114960"/>
              <a:gd name="connsiteY3914" fmla="*/ 2611469 h 5143785"/>
              <a:gd name="connsiteX3915" fmla="*/ 515684 w 3114960"/>
              <a:gd name="connsiteY3915" fmla="*/ 2621090 h 5143785"/>
              <a:gd name="connsiteX3916" fmla="*/ 506063 w 3114960"/>
              <a:gd name="connsiteY3916" fmla="*/ 2630234 h 5143785"/>
              <a:gd name="connsiteX3917" fmla="*/ 496919 w 3114960"/>
              <a:gd name="connsiteY3917" fmla="*/ 2620613 h 5143785"/>
              <a:gd name="connsiteX3918" fmla="*/ 506063 w 3114960"/>
              <a:gd name="connsiteY3918" fmla="*/ 2611469 h 5143785"/>
              <a:gd name="connsiteX3919" fmla="*/ 1544574 w 3114960"/>
              <a:gd name="connsiteY3919" fmla="*/ 543878 h 5143785"/>
              <a:gd name="connsiteX3920" fmla="*/ 1544574 w 3114960"/>
              <a:gd name="connsiteY3920" fmla="*/ 537115 h 5143785"/>
              <a:gd name="connsiteX3921" fmla="*/ 1547051 w 3114960"/>
              <a:gd name="connsiteY3921" fmla="*/ 534638 h 5143785"/>
              <a:gd name="connsiteX3922" fmla="*/ 1553813 w 3114960"/>
              <a:gd name="connsiteY3922" fmla="*/ 534638 h 5143785"/>
              <a:gd name="connsiteX3923" fmla="*/ 1556290 w 3114960"/>
              <a:gd name="connsiteY3923" fmla="*/ 537115 h 5143785"/>
              <a:gd name="connsiteX3924" fmla="*/ 1556290 w 3114960"/>
              <a:gd name="connsiteY3924" fmla="*/ 543878 h 5143785"/>
              <a:gd name="connsiteX3925" fmla="*/ 1553813 w 3114960"/>
              <a:gd name="connsiteY3925" fmla="*/ 546354 h 5143785"/>
              <a:gd name="connsiteX3926" fmla="*/ 1547051 w 3114960"/>
              <a:gd name="connsiteY3926" fmla="*/ 546354 h 5143785"/>
              <a:gd name="connsiteX3927" fmla="*/ 1544574 w 3114960"/>
              <a:gd name="connsiteY3927" fmla="*/ 543878 h 5143785"/>
              <a:gd name="connsiteX3928" fmla="*/ 1501045 w 3114960"/>
              <a:gd name="connsiteY3928" fmla="*/ 836390 h 5143785"/>
              <a:gd name="connsiteX3929" fmla="*/ 1507236 w 3114960"/>
              <a:gd name="connsiteY3929" fmla="*/ 842582 h 5143785"/>
              <a:gd name="connsiteX3930" fmla="*/ 1501045 w 3114960"/>
              <a:gd name="connsiteY3930" fmla="*/ 848773 h 5143785"/>
              <a:gd name="connsiteX3931" fmla="*/ 1494853 w 3114960"/>
              <a:gd name="connsiteY3931" fmla="*/ 842582 h 5143785"/>
              <a:gd name="connsiteX3932" fmla="*/ 1501045 w 3114960"/>
              <a:gd name="connsiteY3932" fmla="*/ 836390 h 5143785"/>
              <a:gd name="connsiteX3933" fmla="*/ 1558004 w 3114960"/>
              <a:gd name="connsiteY3933" fmla="*/ 4611910 h 5143785"/>
              <a:gd name="connsiteX3934" fmla="*/ 1567053 w 3114960"/>
              <a:gd name="connsiteY3934" fmla="*/ 4611910 h 5143785"/>
              <a:gd name="connsiteX3935" fmla="*/ 1574102 w 3114960"/>
              <a:gd name="connsiteY3935" fmla="*/ 4604862 h 5143785"/>
              <a:gd name="connsiteX3936" fmla="*/ 1574102 w 3114960"/>
              <a:gd name="connsiteY3936" fmla="*/ 4595813 h 5143785"/>
              <a:gd name="connsiteX3937" fmla="*/ 1567053 w 3114960"/>
              <a:gd name="connsiteY3937" fmla="*/ 4588764 h 5143785"/>
              <a:gd name="connsiteX3938" fmla="*/ 1558004 w 3114960"/>
              <a:gd name="connsiteY3938" fmla="*/ 4588764 h 5143785"/>
              <a:gd name="connsiteX3939" fmla="*/ 1550956 w 3114960"/>
              <a:gd name="connsiteY3939" fmla="*/ 4595813 h 5143785"/>
              <a:gd name="connsiteX3940" fmla="*/ 1550956 w 3114960"/>
              <a:gd name="connsiteY3940" fmla="*/ 4604862 h 5143785"/>
              <a:gd name="connsiteX3941" fmla="*/ 1558004 w 3114960"/>
              <a:gd name="connsiteY3941" fmla="*/ 4611910 h 5143785"/>
              <a:gd name="connsiteX3942" fmla="*/ 1555814 w 3114960"/>
              <a:gd name="connsiteY3942" fmla="*/ 4595908 h 5143785"/>
              <a:gd name="connsiteX3943" fmla="*/ 1558100 w 3114960"/>
              <a:gd name="connsiteY3943" fmla="*/ 4593622 h 5143785"/>
              <a:gd name="connsiteX3944" fmla="*/ 1567148 w 3114960"/>
              <a:gd name="connsiteY3944" fmla="*/ 4593622 h 5143785"/>
              <a:gd name="connsiteX3945" fmla="*/ 1569434 w 3114960"/>
              <a:gd name="connsiteY3945" fmla="*/ 4595908 h 5143785"/>
              <a:gd name="connsiteX3946" fmla="*/ 1569434 w 3114960"/>
              <a:gd name="connsiteY3946" fmla="*/ 4604957 h 5143785"/>
              <a:gd name="connsiteX3947" fmla="*/ 1567148 w 3114960"/>
              <a:gd name="connsiteY3947" fmla="*/ 4607243 h 5143785"/>
              <a:gd name="connsiteX3948" fmla="*/ 1558100 w 3114960"/>
              <a:gd name="connsiteY3948" fmla="*/ 4607243 h 5143785"/>
              <a:gd name="connsiteX3949" fmla="*/ 1555814 w 3114960"/>
              <a:gd name="connsiteY3949" fmla="*/ 4604957 h 5143785"/>
              <a:gd name="connsiteX3950" fmla="*/ 1555814 w 3114960"/>
              <a:gd name="connsiteY3950" fmla="*/ 4595908 h 5143785"/>
              <a:gd name="connsiteX3951" fmla="*/ 1925384 w 3114960"/>
              <a:gd name="connsiteY3951" fmla="*/ 4613910 h 5143785"/>
              <a:gd name="connsiteX3952" fmla="*/ 1920240 w 3114960"/>
              <a:gd name="connsiteY3952" fmla="*/ 4618673 h 5143785"/>
              <a:gd name="connsiteX3953" fmla="*/ 1915478 w 3114960"/>
              <a:gd name="connsiteY3953" fmla="*/ 4613529 h 5143785"/>
              <a:gd name="connsiteX3954" fmla="*/ 1920621 w 3114960"/>
              <a:gd name="connsiteY3954" fmla="*/ 4608767 h 5143785"/>
              <a:gd name="connsiteX3955" fmla="*/ 1925384 w 3114960"/>
              <a:gd name="connsiteY3955" fmla="*/ 4613910 h 5143785"/>
              <a:gd name="connsiteX3956" fmla="*/ 488347 w 3114960"/>
              <a:gd name="connsiteY3956" fmla="*/ 2151888 h 5143785"/>
              <a:gd name="connsiteX3957" fmla="*/ 495205 w 3114960"/>
              <a:gd name="connsiteY3957" fmla="*/ 2144840 h 5143785"/>
              <a:gd name="connsiteX3958" fmla="*/ 498634 w 3114960"/>
              <a:gd name="connsiteY3958" fmla="*/ 2148173 h 5143785"/>
              <a:gd name="connsiteX3959" fmla="*/ 491776 w 3114960"/>
              <a:gd name="connsiteY3959" fmla="*/ 2155222 h 5143785"/>
              <a:gd name="connsiteX3960" fmla="*/ 488347 w 3114960"/>
              <a:gd name="connsiteY3960" fmla="*/ 2151888 h 5143785"/>
              <a:gd name="connsiteX3961" fmla="*/ 1243298 w 3114960"/>
              <a:gd name="connsiteY3961" fmla="*/ 4546092 h 5143785"/>
              <a:gd name="connsiteX3962" fmla="*/ 1224915 w 3114960"/>
              <a:gd name="connsiteY3962" fmla="*/ 4564476 h 5143785"/>
              <a:gd name="connsiteX3963" fmla="*/ 1243298 w 3114960"/>
              <a:gd name="connsiteY3963" fmla="*/ 4582859 h 5143785"/>
              <a:gd name="connsiteX3964" fmla="*/ 1261301 w 3114960"/>
              <a:gd name="connsiteY3964" fmla="*/ 4568095 h 5143785"/>
              <a:gd name="connsiteX3965" fmla="*/ 1358170 w 3114960"/>
              <a:gd name="connsiteY3965" fmla="*/ 4569143 h 5143785"/>
              <a:gd name="connsiteX3966" fmla="*/ 1360742 w 3114960"/>
              <a:gd name="connsiteY3966" fmla="*/ 4568000 h 5143785"/>
              <a:gd name="connsiteX3967" fmla="*/ 1404557 w 3114960"/>
              <a:gd name="connsiteY3967" fmla="*/ 4521613 h 5143785"/>
              <a:gd name="connsiteX3968" fmla="*/ 1405509 w 3114960"/>
              <a:gd name="connsiteY3968" fmla="*/ 4519137 h 5143785"/>
              <a:gd name="connsiteX3969" fmla="*/ 1405509 w 3114960"/>
              <a:gd name="connsiteY3969" fmla="*/ 4414933 h 5143785"/>
              <a:gd name="connsiteX3970" fmla="*/ 1408938 w 3114960"/>
              <a:gd name="connsiteY3970" fmla="*/ 4414933 h 5143785"/>
              <a:gd name="connsiteX3971" fmla="*/ 1420463 w 3114960"/>
              <a:gd name="connsiteY3971" fmla="*/ 4403408 h 5143785"/>
              <a:gd name="connsiteX3972" fmla="*/ 1420463 w 3114960"/>
              <a:gd name="connsiteY3972" fmla="*/ 4352068 h 5143785"/>
              <a:gd name="connsiteX3973" fmla="*/ 1408938 w 3114960"/>
              <a:gd name="connsiteY3973" fmla="*/ 4340543 h 5143785"/>
              <a:gd name="connsiteX3974" fmla="*/ 1405509 w 3114960"/>
              <a:gd name="connsiteY3974" fmla="*/ 4340543 h 5143785"/>
              <a:gd name="connsiteX3975" fmla="*/ 1405509 w 3114960"/>
              <a:gd name="connsiteY3975" fmla="*/ 4259676 h 5143785"/>
              <a:gd name="connsiteX3976" fmla="*/ 1410938 w 3114960"/>
              <a:gd name="connsiteY3976" fmla="*/ 4259676 h 5143785"/>
              <a:gd name="connsiteX3977" fmla="*/ 1413320 w 3114960"/>
              <a:gd name="connsiteY3977" fmla="*/ 4257294 h 5143785"/>
              <a:gd name="connsiteX3978" fmla="*/ 1413320 w 3114960"/>
              <a:gd name="connsiteY3978" fmla="*/ 4239292 h 5143785"/>
              <a:gd name="connsiteX3979" fmla="*/ 1410938 w 3114960"/>
              <a:gd name="connsiteY3979" fmla="*/ 4236911 h 5143785"/>
              <a:gd name="connsiteX3980" fmla="*/ 1404271 w 3114960"/>
              <a:gd name="connsiteY3980" fmla="*/ 4236911 h 5143785"/>
              <a:gd name="connsiteX3981" fmla="*/ 1404080 w 3114960"/>
              <a:gd name="connsiteY3981" fmla="*/ 4195572 h 5143785"/>
              <a:gd name="connsiteX3982" fmla="*/ 1376744 w 3114960"/>
              <a:gd name="connsiteY3982" fmla="*/ 4163568 h 5143785"/>
              <a:gd name="connsiteX3983" fmla="*/ 1376934 w 3114960"/>
              <a:gd name="connsiteY3983" fmla="*/ 4151948 h 5143785"/>
              <a:gd name="connsiteX3984" fmla="*/ 1363694 w 3114960"/>
              <a:gd name="connsiteY3984" fmla="*/ 4150328 h 5143785"/>
              <a:gd name="connsiteX3985" fmla="*/ 1362075 w 3114960"/>
              <a:gd name="connsiteY3985" fmla="*/ 4163568 h 5143785"/>
              <a:gd name="connsiteX3986" fmla="*/ 1372934 w 3114960"/>
              <a:gd name="connsiteY3986" fmla="*/ 4166426 h 5143785"/>
              <a:gd name="connsiteX3987" fmla="*/ 1399318 w 3114960"/>
              <a:gd name="connsiteY3987" fmla="*/ 4197287 h 5143785"/>
              <a:gd name="connsiteX3988" fmla="*/ 1399508 w 3114960"/>
              <a:gd name="connsiteY3988" fmla="*/ 4236815 h 5143785"/>
              <a:gd name="connsiteX3989" fmla="*/ 1392936 w 3114960"/>
              <a:gd name="connsiteY3989" fmla="*/ 4236815 h 5143785"/>
              <a:gd name="connsiteX3990" fmla="*/ 1390555 w 3114960"/>
              <a:gd name="connsiteY3990" fmla="*/ 4239197 h 5143785"/>
              <a:gd name="connsiteX3991" fmla="*/ 1390555 w 3114960"/>
              <a:gd name="connsiteY3991" fmla="*/ 4257199 h 5143785"/>
              <a:gd name="connsiteX3992" fmla="*/ 1392936 w 3114960"/>
              <a:gd name="connsiteY3992" fmla="*/ 4259580 h 5143785"/>
              <a:gd name="connsiteX3993" fmla="*/ 1398365 w 3114960"/>
              <a:gd name="connsiteY3993" fmla="*/ 4259580 h 5143785"/>
              <a:gd name="connsiteX3994" fmla="*/ 1398365 w 3114960"/>
              <a:gd name="connsiteY3994" fmla="*/ 4340447 h 5143785"/>
              <a:gd name="connsiteX3995" fmla="*/ 1394936 w 3114960"/>
              <a:gd name="connsiteY3995" fmla="*/ 4340447 h 5143785"/>
              <a:gd name="connsiteX3996" fmla="*/ 1383411 w 3114960"/>
              <a:gd name="connsiteY3996" fmla="*/ 4351973 h 5143785"/>
              <a:gd name="connsiteX3997" fmla="*/ 1383411 w 3114960"/>
              <a:gd name="connsiteY3997" fmla="*/ 4403312 h 5143785"/>
              <a:gd name="connsiteX3998" fmla="*/ 1394936 w 3114960"/>
              <a:gd name="connsiteY3998" fmla="*/ 4414838 h 5143785"/>
              <a:gd name="connsiteX3999" fmla="*/ 1398365 w 3114960"/>
              <a:gd name="connsiteY3999" fmla="*/ 4414838 h 5143785"/>
              <a:gd name="connsiteX4000" fmla="*/ 1398365 w 3114960"/>
              <a:gd name="connsiteY4000" fmla="*/ 4517612 h 5143785"/>
              <a:gd name="connsiteX4001" fmla="*/ 1356551 w 3114960"/>
              <a:gd name="connsiteY4001" fmla="*/ 4561809 h 5143785"/>
              <a:gd name="connsiteX4002" fmla="*/ 1261205 w 3114960"/>
              <a:gd name="connsiteY4002" fmla="*/ 4560856 h 5143785"/>
              <a:gd name="connsiteX4003" fmla="*/ 1243203 w 3114960"/>
              <a:gd name="connsiteY4003" fmla="*/ 4545997 h 5143785"/>
              <a:gd name="connsiteX4004" fmla="*/ 1255205 w 3114960"/>
              <a:gd name="connsiteY4004" fmla="*/ 4565142 h 5143785"/>
              <a:gd name="connsiteX4005" fmla="*/ 1243394 w 3114960"/>
              <a:gd name="connsiteY4005" fmla="*/ 4576477 h 5143785"/>
              <a:gd name="connsiteX4006" fmla="*/ 1231392 w 3114960"/>
              <a:gd name="connsiteY4006" fmla="*/ 4564476 h 5143785"/>
              <a:gd name="connsiteX4007" fmla="*/ 1243394 w 3114960"/>
              <a:gd name="connsiteY4007" fmla="*/ 4552474 h 5143785"/>
              <a:gd name="connsiteX4008" fmla="*/ 1255205 w 3114960"/>
              <a:gd name="connsiteY4008" fmla="*/ 4563809 h 5143785"/>
              <a:gd name="connsiteX4009" fmla="*/ 1255205 w 3114960"/>
              <a:gd name="connsiteY4009" fmla="*/ 4565142 h 5143785"/>
              <a:gd name="connsiteX4010" fmla="*/ 1395413 w 3114960"/>
              <a:gd name="connsiteY4010" fmla="*/ 4255104 h 5143785"/>
              <a:gd name="connsiteX4011" fmla="*/ 1395413 w 3114960"/>
              <a:gd name="connsiteY4011" fmla="*/ 4241864 h 5143785"/>
              <a:gd name="connsiteX4012" fmla="*/ 1408652 w 3114960"/>
              <a:gd name="connsiteY4012" fmla="*/ 4241864 h 5143785"/>
              <a:gd name="connsiteX4013" fmla="*/ 1408652 w 3114960"/>
              <a:gd name="connsiteY4013" fmla="*/ 4255104 h 5143785"/>
              <a:gd name="connsiteX4014" fmla="*/ 1395413 w 3114960"/>
              <a:gd name="connsiteY4014" fmla="*/ 4255104 h 5143785"/>
              <a:gd name="connsiteX4015" fmla="*/ 1390745 w 3114960"/>
              <a:gd name="connsiteY4015" fmla="*/ 4352163 h 5143785"/>
              <a:gd name="connsiteX4016" fmla="*/ 1395127 w 3114960"/>
              <a:gd name="connsiteY4016" fmla="*/ 4347782 h 5143785"/>
              <a:gd name="connsiteX4017" fmla="*/ 1409128 w 3114960"/>
              <a:gd name="connsiteY4017" fmla="*/ 4347782 h 5143785"/>
              <a:gd name="connsiteX4018" fmla="*/ 1413510 w 3114960"/>
              <a:gd name="connsiteY4018" fmla="*/ 4352163 h 5143785"/>
              <a:gd name="connsiteX4019" fmla="*/ 1413510 w 3114960"/>
              <a:gd name="connsiteY4019" fmla="*/ 4361117 h 5143785"/>
              <a:gd name="connsiteX4020" fmla="*/ 1390841 w 3114960"/>
              <a:gd name="connsiteY4020" fmla="*/ 4361117 h 5143785"/>
              <a:gd name="connsiteX4021" fmla="*/ 1390841 w 3114960"/>
              <a:gd name="connsiteY4021" fmla="*/ 4352163 h 5143785"/>
              <a:gd name="connsiteX4022" fmla="*/ 1395127 w 3114960"/>
              <a:gd name="connsiteY4022" fmla="*/ 4407789 h 5143785"/>
              <a:gd name="connsiteX4023" fmla="*/ 1390745 w 3114960"/>
              <a:gd name="connsiteY4023" fmla="*/ 4403408 h 5143785"/>
              <a:gd name="connsiteX4024" fmla="*/ 1390745 w 3114960"/>
              <a:gd name="connsiteY4024" fmla="*/ 4391692 h 5143785"/>
              <a:gd name="connsiteX4025" fmla="*/ 1413415 w 3114960"/>
              <a:gd name="connsiteY4025" fmla="*/ 4391692 h 5143785"/>
              <a:gd name="connsiteX4026" fmla="*/ 1413415 w 3114960"/>
              <a:gd name="connsiteY4026" fmla="*/ 4403408 h 5143785"/>
              <a:gd name="connsiteX4027" fmla="*/ 1409033 w 3114960"/>
              <a:gd name="connsiteY4027" fmla="*/ 4407789 h 5143785"/>
              <a:gd name="connsiteX4028" fmla="*/ 1395032 w 3114960"/>
              <a:gd name="connsiteY4028" fmla="*/ 4407789 h 5143785"/>
              <a:gd name="connsiteX4029" fmla="*/ 1927003 w 3114960"/>
              <a:gd name="connsiteY4029" fmla="*/ 4574096 h 5143785"/>
              <a:gd name="connsiteX4030" fmla="*/ 1920335 w 3114960"/>
              <a:gd name="connsiteY4030" fmla="*/ 4580573 h 5143785"/>
              <a:gd name="connsiteX4031" fmla="*/ 1913858 w 3114960"/>
              <a:gd name="connsiteY4031" fmla="*/ 4573905 h 5143785"/>
              <a:gd name="connsiteX4032" fmla="*/ 1920526 w 3114960"/>
              <a:gd name="connsiteY4032" fmla="*/ 4567428 h 5143785"/>
              <a:gd name="connsiteX4033" fmla="*/ 1927003 w 3114960"/>
              <a:gd name="connsiteY4033" fmla="*/ 4574096 h 5143785"/>
              <a:gd name="connsiteX4034" fmla="*/ 1920526 w 3114960"/>
              <a:gd name="connsiteY4034" fmla="*/ 4588955 h 5143785"/>
              <a:gd name="connsiteX4035" fmla="*/ 1915192 w 3114960"/>
              <a:gd name="connsiteY4035" fmla="*/ 4592384 h 5143785"/>
              <a:gd name="connsiteX4036" fmla="*/ 1810893 w 3114960"/>
              <a:gd name="connsiteY4036" fmla="*/ 4592384 h 5143785"/>
              <a:gd name="connsiteX4037" fmla="*/ 1784699 w 3114960"/>
              <a:gd name="connsiteY4037" fmla="*/ 4570476 h 5143785"/>
              <a:gd name="connsiteX4038" fmla="*/ 1691069 w 3114960"/>
              <a:gd name="connsiteY4038" fmla="*/ 4570476 h 5143785"/>
              <a:gd name="connsiteX4039" fmla="*/ 1674400 w 3114960"/>
              <a:gd name="connsiteY4039" fmla="*/ 4554855 h 5143785"/>
              <a:gd name="connsiteX4040" fmla="*/ 1668685 w 3114960"/>
              <a:gd name="connsiteY4040" fmla="*/ 4555903 h 5143785"/>
              <a:gd name="connsiteX4041" fmla="*/ 1642301 w 3114960"/>
              <a:gd name="connsiteY4041" fmla="*/ 4523423 h 5143785"/>
              <a:gd name="connsiteX4042" fmla="*/ 1642301 w 3114960"/>
              <a:gd name="connsiteY4042" fmla="*/ 4415123 h 5143785"/>
              <a:gd name="connsiteX4043" fmla="*/ 1635157 w 3114960"/>
              <a:gd name="connsiteY4043" fmla="*/ 4415123 h 5143785"/>
              <a:gd name="connsiteX4044" fmla="*/ 1635157 w 3114960"/>
              <a:gd name="connsiteY4044" fmla="*/ 4524661 h 5143785"/>
              <a:gd name="connsiteX4045" fmla="*/ 1635919 w 3114960"/>
              <a:gd name="connsiteY4045" fmla="*/ 4526947 h 5143785"/>
              <a:gd name="connsiteX4046" fmla="*/ 1662494 w 3114960"/>
              <a:gd name="connsiteY4046" fmla="*/ 4559713 h 5143785"/>
              <a:gd name="connsiteX4047" fmla="*/ 1657541 w 3114960"/>
              <a:gd name="connsiteY4047" fmla="*/ 4571619 h 5143785"/>
              <a:gd name="connsiteX4048" fmla="*/ 1674305 w 3114960"/>
              <a:gd name="connsiteY4048" fmla="*/ 4588383 h 5143785"/>
              <a:gd name="connsiteX4049" fmla="*/ 1690688 w 3114960"/>
              <a:gd name="connsiteY4049" fmla="*/ 4575144 h 5143785"/>
              <a:gd name="connsiteX4050" fmla="*/ 1782890 w 3114960"/>
              <a:gd name="connsiteY4050" fmla="*/ 4575144 h 5143785"/>
              <a:gd name="connsiteX4051" fmla="*/ 1809083 w 3114960"/>
              <a:gd name="connsiteY4051" fmla="*/ 4597051 h 5143785"/>
              <a:gd name="connsiteX4052" fmla="*/ 1915192 w 3114960"/>
              <a:gd name="connsiteY4052" fmla="*/ 4597051 h 5143785"/>
              <a:gd name="connsiteX4053" fmla="*/ 1920240 w 3114960"/>
              <a:gd name="connsiteY4053" fmla="*/ 4600480 h 5143785"/>
              <a:gd name="connsiteX4054" fmla="*/ 1926146 w 3114960"/>
              <a:gd name="connsiteY4054" fmla="*/ 4594860 h 5143785"/>
              <a:gd name="connsiteX4055" fmla="*/ 1920526 w 3114960"/>
              <a:gd name="connsiteY4055" fmla="*/ 4588955 h 5143785"/>
              <a:gd name="connsiteX4056" fmla="*/ 1674400 w 3114960"/>
              <a:gd name="connsiteY4056" fmla="*/ 4582478 h 5143785"/>
              <a:gd name="connsiteX4057" fmla="*/ 1663446 w 3114960"/>
              <a:gd name="connsiteY4057" fmla="*/ 4571524 h 5143785"/>
              <a:gd name="connsiteX4058" fmla="*/ 1674400 w 3114960"/>
              <a:gd name="connsiteY4058" fmla="*/ 4560570 h 5143785"/>
              <a:gd name="connsiteX4059" fmla="*/ 1685353 w 3114960"/>
              <a:gd name="connsiteY4059" fmla="*/ 4571524 h 5143785"/>
              <a:gd name="connsiteX4060" fmla="*/ 1674400 w 3114960"/>
              <a:gd name="connsiteY4060" fmla="*/ 4582478 h 5143785"/>
              <a:gd name="connsiteX4061" fmla="*/ 1422845 w 3114960"/>
              <a:gd name="connsiteY4061" fmla="*/ 218218 h 5143785"/>
              <a:gd name="connsiteX4062" fmla="*/ 1415987 w 3114960"/>
              <a:gd name="connsiteY4062" fmla="*/ 211360 h 5143785"/>
              <a:gd name="connsiteX4063" fmla="*/ 1401604 w 3114960"/>
              <a:gd name="connsiteY4063" fmla="*/ 211360 h 5143785"/>
              <a:gd name="connsiteX4064" fmla="*/ 1394746 w 3114960"/>
              <a:gd name="connsiteY4064" fmla="*/ 218218 h 5143785"/>
              <a:gd name="connsiteX4065" fmla="*/ 1394746 w 3114960"/>
              <a:gd name="connsiteY4065" fmla="*/ 232601 h 5143785"/>
              <a:gd name="connsiteX4066" fmla="*/ 1401604 w 3114960"/>
              <a:gd name="connsiteY4066" fmla="*/ 239458 h 5143785"/>
              <a:gd name="connsiteX4067" fmla="*/ 1415987 w 3114960"/>
              <a:gd name="connsiteY4067" fmla="*/ 239458 h 5143785"/>
              <a:gd name="connsiteX4068" fmla="*/ 1419130 w 3114960"/>
              <a:gd name="connsiteY4068" fmla="*/ 238601 h 5143785"/>
              <a:gd name="connsiteX4069" fmla="*/ 1465326 w 3114960"/>
              <a:gd name="connsiteY4069" fmla="*/ 284036 h 5143785"/>
              <a:gd name="connsiteX4070" fmla="*/ 1465326 w 3114960"/>
              <a:gd name="connsiteY4070" fmla="*/ 330137 h 5143785"/>
              <a:gd name="connsiteX4071" fmla="*/ 1471994 w 3114960"/>
              <a:gd name="connsiteY4071" fmla="*/ 339566 h 5143785"/>
              <a:gd name="connsiteX4072" fmla="*/ 1471041 w 3114960"/>
              <a:gd name="connsiteY4072" fmla="*/ 342805 h 5143785"/>
              <a:gd name="connsiteX4073" fmla="*/ 1471041 w 3114960"/>
              <a:gd name="connsiteY4073" fmla="*/ 351568 h 5143785"/>
              <a:gd name="connsiteX4074" fmla="*/ 1477899 w 3114960"/>
              <a:gd name="connsiteY4074" fmla="*/ 358426 h 5143785"/>
              <a:gd name="connsiteX4075" fmla="*/ 1486662 w 3114960"/>
              <a:gd name="connsiteY4075" fmla="*/ 358426 h 5143785"/>
              <a:gd name="connsiteX4076" fmla="*/ 1489805 w 3114960"/>
              <a:gd name="connsiteY4076" fmla="*/ 357569 h 5143785"/>
              <a:gd name="connsiteX4077" fmla="*/ 1517523 w 3114960"/>
              <a:gd name="connsiteY4077" fmla="*/ 390239 h 5143785"/>
              <a:gd name="connsiteX4078" fmla="*/ 1517523 w 3114960"/>
              <a:gd name="connsiteY4078" fmla="*/ 506444 h 5143785"/>
              <a:gd name="connsiteX4079" fmla="*/ 1507712 w 3114960"/>
              <a:gd name="connsiteY4079" fmla="*/ 524828 h 5143785"/>
              <a:gd name="connsiteX4080" fmla="*/ 1507331 w 3114960"/>
              <a:gd name="connsiteY4080" fmla="*/ 573215 h 5143785"/>
              <a:gd name="connsiteX4081" fmla="*/ 1508474 w 3114960"/>
              <a:gd name="connsiteY4081" fmla="*/ 573215 h 5143785"/>
              <a:gd name="connsiteX4082" fmla="*/ 1502474 w 3114960"/>
              <a:gd name="connsiteY4082" fmla="*/ 573215 h 5143785"/>
              <a:gd name="connsiteX4083" fmla="*/ 1497997 w 3114960"/>
              <a:gd name="connsiteY4083" fmla="*/ 577691 h 5143785"/>
              <a:gd name="connsiteX4084" fmla="*/ 1497997 w 3114960"/>
              <a:gd name="connsiteY4084" fmla="*/ 592074 h 5143785"/>
              <a:gd name="connsiteX4085" fmla="*/ 1502474 w 3114960"/>
              <a:gd name="connsiteY4085" fmla="*/ 596551 h 5143785"/>
              <a:gd name="connsiteX4086" fmla="*/ 1516856 w 3114960"/>
              <a:gd name="connsiteY4086" fmla="*/ 596551 h 5143785"/>
              <a:gd name="connsiteX4087" fmla="*/ 1521333 w 3114960"/>
              <a:gd name="connsiteY4087" fmla="*/ 592074 h 5143785"/>
              <a:gd name="connsiteX4088" fmla="*/ 1521333 w 3114960"/>
              <a:gd name="connsiteY4088" fmla="*/ 577691 h 5143785"/>
              <a:gd name="connsiteX4089" fmla="*/ 1516856 w 3114960"/>
              <a:gd name="connsiteY4089" fmla="*/ 573215 h 5143785"/>
              <a:gd name="connsiteX4090" fmla="*/ 1511999 w 3114960"/>
              <a:gd name="connsiteY4090" fmla="*/ 573215 h 5143785"/>
              <a:gd name="connsiteX4091" fmla="*/ 1511999 w 3114960"/>
              <a:gd name="connsiteY4091" fmla="*/ 526542 h 5143785"/>
              <a:gd name="connsiteX4092" fmla="*/ 1522000 w 3114960"/>
              <a:gd name="connsiteY4092" fmla="*/ 508159 h 5143785"/>
              <a:gd name="connsiteX4093" fmla="*/ 1522190 w 3114960"/>
              <a:gd name="connsiteY4093" fmla="*/ 388430 h 5143785"/>
              <a:gd name="connsiteX4094" fmla="*/ 1492949 w 3114960"/>
              <a:gd name="connsiteY4094" fmla="*/ 353854 h 5143785"/>
              <a:gd name="connsiteX4095" fmla="*/ 1493425 w 3114960"/>
              <a:gd name="connsiteY4095" fmla="*/ 351568 h 5143785"/>
              <a:gd name="connsiteX4096" fmla="*/ 1493425 w 3114960"/>
              <a:gd name="connsiteY4096" fmla="*/ 342805 h 5143785"/>
              <a:gd name="connsiteX4097" fmla="*/ 1486567 w 3114960"/>
              <a:gd name="connsiteY4097" fmla="*/ 335947 h 5143785"/>
              <a:gd name="connsiteX4098" fmla="*/ 1477804 w 3114960"/>
              <a:gd name="connsiteY4098" fmla="*/ 335947 h 5143785"/>
              <a:gd name="connsiteX4099" fmla="*/ 1475518 w 3114960"/>
              <a:gd name="connsiteY4099" fmla="*/ 336423 h 5143785"/>
              <a:gd name="connsiteX4100" fmla="*/ 1469993 w 3114960"/>
              <a:gd name="connsiteY4100" fmla="*/ 328613 h 5143785"/>
              <a:gd name="connsiteX4101" fmla="*/ 1469993 w 3114960"/>
              <a:gd name="connsiteY4101" fmla="*/ 282035 h 5143785"/>
              <a:gd name="connsiteX4102" fmla="*/ 1422178 w 3114960"/>
              <a:gd name="connsiteY4102" fmla="*/ 235077 h 5143785"/>
              <a:gd name="connsiteX4103" fmla="*/ 1422654 w 3114960"/>
              <a:gd name="connsiteY4103" fmla="*/ 232696 h 5143785"/>
              <a:gd name="connsiteX4104" fmla="*/ 1422654 w 3114960"/>
              <a:gd name="connsiteY4104" fmla="*/ 218313 h 5143785"/>
              <a:gd name="connsiteX4105" fmla="*/ 1418082 w 3114960"/>
              <a:gd name="connsiteY4105" fmla="*/ 232601 h 5143785"/>
              <a:gd name="connsiteX4106" fmla="*/ 1415987 w 3114960"/>
              <a:gd name="connsiteY4106" fmla="*/ 234696 h 5143785"/>
              <a:gd name="connsiteX4107" fmla="*/ 1401604 w 3114960"/>
              <a:gd name="connsiteY4107" fmla="*/ 234696 h 5143785"/>
              <a:gd name="connsiteX4108" fmla="*/ 1399508 w 3114960"/>
              <a:gd name="connsiteY4108" fmla="*/ 232601 h 5143785"/>
              <a:gd name="connsiteX4109" fmla="*/ 1399508 w 3114960"/>
              <a:gd name="connsiteY4109" fmla="*/ 218218 h 5143785"/>
              <a:gd name="connsiteX4110" fmla="*/ 1401604 w 3114960"/>
              <a:gd name="connsiteY4110" fmla="*/ 216122 h 5143785"/>
              <a:gd name="connsiteX4111" fmla="*/ 1415987 w 3114960"/>
              <a:gd name="connsiteY4111" fmla="*/ 216122 h 5143785"/>
              <a:gd name="connsiteX4112" fmla="*/ 1418082 w 3114960"/>
              <a:gd name="connsiteY4112" fmla="*/ 218218 h 5143785"/>
              <a:gd name="connsiteX4113" fmla="*/ 1418082 w 3114960"/>
              <a:gd name="connsiteY4113" fmla="*/ 232601 h 5143785"/>
              <a:gd name="connsiteX4114" fmla="*/ 1475994 w 3114960"/>
              <a:gd name="connsiteY4114" fmla="*/ 342710 h 5143785"/>
              <a:gd name="connsiteX4115" fmla="*/ 1478090 w 3114960"/>
              <a:gd name="connsiteY4115" fmla="*/ 340614 h 5143785"/>
              <a:gd name="connsiteX4116" fmla="*/ 1486853 w 3114960"/>
              <a:gd name="connsiteY4116" fmla="*/ 340614 h 5143785"/>
              <a:gd name="connsiteX4117" fmla="*/ 1488948 w 3114960"/>
              <a:gd name="connsiteY4117" fmla="*/ 342710 h 5143785"/>
              <a:gd name="connsiteX4118" fmla="*/ 1488948 w 3114960"/>
              <a:gd name="connsiteY4118" fmla="*/ 351473 h 5143785"/>
              <a:gd name="connsiteX4119" fmla="*/ 1486853 w 3114960"/>
              <a:gd name="connsiteY4119" fmla="*/ 353568 h 5143785"/>
              <a:gd name="connsiteX4120" fmla="*/ 1478090 w 3114960"/>
              <a:gd name="connsiteY4120" fmla="*/ 353568 h 5143785"/>
              <a:gd name="connsiteX4121" fmla="*/ 1475994 w 3114960"/>
              <a:gd name="connsiteY4121" fmla="*/ 351473 h 5143785"/>
              <a:gd name="connsiteX4122" fmla="*/ 1475994 w 3114960"/>
              <a:gd name="connsiteY4122" fmla="*/ 342710 h 5143785"/>
              <a:gd name="connsiteX4123" fmla="*/ 1561433 w 3114960"/>
              <a:gd name="connsiteY4123" fmla="*/ 850583 h 5143785"/>
              <a:gd name="connsiteX4124" fmla="*/ 1554290 w 3114960"/>
              <a:gd name="connsiteY4124" fmla="*/ 843439 h 5143785"/>
              <a:gd name="connsiteX4125" fmla="*/ 1561433 w 3114960"/>
              <a:gd name="connsiteY4125" fmla="*/ 836295 h 5143785"/>
              <a:gd name="connsiteX4126" fmla="*/ 1568577 w 3114960"/>
              <a:gd name="connsiteY4126" fmla="*/ 843439 h 5143785"/>
              <a:gd name="connsiteX4127" fmla="*/ 1561433 w 3114960"/>
              <a:gd name="connsiteY4127" fmla="*/ 850583 h 5143785"/>
              <a:gd name="connsiteX4128" fmla="*/ 1467803 w 3114960"/>
              <a:gd name="connsiteY4128" fmla="*/ 222028 h 5143785"/>
              <a:gd name="connsiteX4129" fmla="*/ 1467803 w 3114960"/>
              <a:gd name="connsiteY4129" fmla="*/ 228791 h 5143785"/>
              <a:gd name="connsiteX4130" fmla="*/ 1465326 w 3114960"/>
              <a:gd name="connsiteY4130" fmla="*/ 231267 h 5143785"/>
              <a:gd name="connsiteX4131" fmla="*/ 1458563 w 3114960"/>
              <a:gd name="connsiteY4131" fmla="*/ 231267 h 5143785"/>
              <a:gd name="connsiteX4132" fmla="*/ 1456087 w 3114960"/>
              <a:gd name="connsiteY4132" fmla="*/ 228791 h 5143785"/>
              <a:gd name="connsiteX4133" fmla="*/ 1456087 w 3114960"/>
              <a:gd name="connsiteY4133" fmla="*/ 222028 h 5143785"/>
              <a:gd name="connsiteX4134" fmla="*/ 1458563 w 3114960"/>
              <a:gd name="connsiteY4134" fmla="*/ 219551 h 5143785"/>
              <a:gd name="connsiteX4135" fmla="*/ 1465326 w 3114960"/>
              <a:gd name="connsiteY4135" fmla="*/ 219551 h 5143785"/>
              <a:gd name="connsiteX4136" fmla="*/ 1467803 w 3114960"/>
              <a:gd name="connsiteY4136" fmla="*/ 222028 h 5143785"/>
              <a:gd name="connsiteX4137" fmla="*/ 1527143 w 3114960"/>
              <a:gd name="connsiteY4137" fmla="*/ 2404301 h 5143785"/>
              <a:gd name="connsiteX4138" fmla="*/ 1400842 w 3114960"/>
              <a:gd name="connsiteY4138" fmla="*/ 2404301 h 5143785"/>
              <a:gd name="connsiteX4139" fmla="*/ 1396651 w 3114960"/>
              <a:gd name="connsiteY4139" fmla="*/ 2397443 h 5143785"/>
              <a:gd name="connsiteX4140" fmla="*/ 1385411 w 3114960"/>
              <a:gd name="connsiteY4140" fmla="*/ 2393252 h 5143785"/>
              <a:gd name="connsiteX4141" fmla="*/ 1374457 w 3114960"/>
              <a:gd name="connsiteY4141" fmla="*/ 2398205 h 5143785"/>
              <a:gd name="connsiteX4142" fmla="*/ 1370267 w 3114960"/>
              <a:gd name="connsiteY4142" fmla="*/ 2409444 h 5143785"/>
              <a:gd name="connsiteX4143" fmla="*/ 1384554 w 3114960"/>
              <a:gd name="connsiteY4143" fmla="*/ 2424398 h 5143785"/>
              <a:gd name="connsiteX4144" fmla="*/ 1383602 w 3114960"/>
              <a:gd name="connsiteY4144" fmla="*/ 2537460 h 5143785"/>
              <a:gd name="connsiteX4145" fmla="*/ 1438847 w 3114960"/>
              <a:gd name="connsiteY4145" fmla="*/ 2602230 h 5143785"/>
              <a:gd name="connsiteX4146" fmla="*/ 1438656 w 3114960"/>
              <a:gd name="connsiteY4146" fmla="*/ 2682145 h 5143785"/>
              <a:gd name="connsiteX4147" fmla="*/ 1390174 w 3114960"/>
              <a:gd name="connsiteY4147" fmla="*/ 2735485 h 5143785"/>
              <a:gd name="connsiteX4148" fmla="*/ 1359980 w 3114960"/>
              <a:gd name="connsiteY4148" fmla="*/ 2735675 h 5143785"/>
              <a:gd name="connsiteX4149" fmla="*/ 1359313 w 3114960"/>
              <a:gd name="connsiteY4149" fmla="*/ 2734342 h 5143785"/>
              <a:gd name="connsiteX4150" fmla="*/ 1352741 w 3114960"/>
              <a:gd name="connsiteY4150" fmla="*/ 2730722 h 5143785"/>
              <a:gd name="connsiteX4151" fmla="*/ 1345597 w 3114960"/>
              <a:gd name="connsiteY4151" fmla="*/ 2732818 h 5143785"/>
              <a:gd name="connsiteX4152" fmla="*/ 1341977 w 3114960"/>
              <a:gd name="connsiteY4152" fmla="*/ 2739390 h 5143785"/>
              <a:gd name="connsiteX4153" fmla="*/ 1350645 w 3114960"/>
              <a:gd name="connsiteY4153" fmla="*/ 2750153 h 5143785"/>
              <a:gd name="connsiteX4154" fmla="*/ 1351693 w 3114960"/>
              <a:gd name="connsiteY4154" fmla="*/ 2750153 h 5143785"/>
              <a:gd name="connsiteX4155" fmla="*/ 1361408 w 3114960"/>
              <a:gd name="connsiteY4155" fmla="*/ 2741390 h 5143785"/>
              <a:gd name="connsiteX4156" fmla="*/ 1361408 w 3114960"/>
              <a:gd name="connsiteY4156" fmla="*/ 2740343 h 5143785"/>
              <a:gd name="connsiteX4157" fmla="*/ 1392460 w 3114960"/>
              <a:gd name="connsiteY4157" fmla="*/ 2740057 h 5143785"/>
              <a:gd name="connsiteX4158" fmla="*/ 1443609 w 3114960"/>
              <a:gd name="connsiteY4158" fmla="*/ 2683764 h 5143785"/>
              <a:gd name="connsiteX4159" fmla="*/ 1443800 w 3114960"/>
              <a:gd name="connsiteY4159" fmla="*/ 2600230 h 5143785"/>
              <a:gd name="connsiteX4160" fmla="*/ 1388555 w 3114960"/>
              <a:gd name="connsiteY4160" fmla="*/ 2535460 h 5143785"/>
              <a:gd name="connsiteX4161" fmla="*/ 1389507 w 3114960"/>
              <a:gd name="connsiteY4161" fmla="*/ 2423827 h 5143785"/>
              <a:gd name="connsiteX4162" fmla="*/ 1401699 w 3114960"/>
              <a:gd name="connsiteY4162" fmla="*/ 2408682 h 5143785"/>
              <a:gd name="connsiteX4163" fmla="*/ 1529525 w 3114960"/>
              <a:gd name="connsiteY4163" fmla="*/ 2408682 h 5143785"/>
              <a:gd name="connsiteX4164" fmla="*/ 1548670 w 3114960"/>
              <a:gd name="connsiteY4164" fmla="*/ 2386489 h 5143785"/>
              <a:gd name="connsiteX4165" fmla="*/ 1646396 w 3114960"/>
              <a:gd name="connsiteY4165" fmla="*/ 2386489 h 5143785"/>
              <a:gd name="connsiteX4166" fmla="*/ 1646396 w 3114960"/>
              <a:gd name="connsiteY4166" fmla="*/ 2390775 h 5143785"/>
              <a:gd name="connsiteX4167" fmla="*/ 1655064 w 3114960"/>
              <a:gd name="connsiteY4167" fmla="*/ 2399443 h 5143785"/>
              <a:gd name="connsiteX4168" fmla="*/ 1668304 w 3114960"/>
              <a:gd name="connsiteY4168" fmla="*/ 2399443 h 5143785"/>
              <a:gd name="connsiteX4169" fmla="*/ 1676972 w 3114960"/>
              <a:gd name="connsiteY4169" fmla="*/ 2390775 h 5143785"/>
              <a:gd name="connsiteX4170" fmla="*/ 1676972 w 3114960"/>
              <a:gd name="connsiteY4170" fmla="*/ 2377535 h 5143785"/>
              <a:gd name="connsiteX4171" fmla="*/ 1668304 w 3114960"/>
              <a:gd name="connsiteY4171" fmla="*/ 2368868 h 5143785"/>
              <a:gd name="connsiteX4172" fmla="*/ 1655064 w 3114960"/>
              <a:gd name="connsiteY4172" fmla="*/ 2368868 h 5143785"/>
              <a:gd name="connsiteX4173" fmla="*/ 1646396 w 3114960"/>
              <a:gd name="connsiteY4173" fmla="*/ 2377535 h 5143785"/>
              <a:gd name="connsiteX4174" fmla="*/ 1646396 w 3114960"/>
              <a:gd name="connsiteY4174" fmla="*/ 2381822 h 5143785"/>
              <a:gd name="connsiteX4175" fmla="*/ 1546479 w 3114960"/>
              <a:gd name="connsiteY4175" fmla="*/ 2381822 h 5143785"/>
              <a:gd name="connsiteX4176" fmla="*/ 1527334 w 3114960"/>
              <a:gd name="connsiteY4176" fmla="*/ 2404015 h 5143785"/>
              <a:gd name="connsiteX4177" fmla="*/ 1351121 w 3114960"/>
              <a:gd name="connsiteY4177" fmla="*/ 2745677 h 5143785"/>
              <a:gd name="connsiteX4178" fmla="*/ 1346645 w 3114960"/>
              <a:gd name="connsiteY4178" fmla="*/ 2740152 h 5143785"/>
              <a:gd name="connsiteX4179" fmla="*/ 1348454 w 3114960"/>
              <a:gd name="connsiteY4179" fmla="*/ 2736818 h 5143785"/>
              <a:gd name="connsiteX4180" fmla="*/ 1351598 w 3114960"/>
              <a:gd name="connsiteY4180" fmla="*/ 2735675 h 5143785"/>
              <a:gd name="connsiteX4181" fmla="*/ 1352169 w 3114960"/>
              <a:gd name="connsiteY4181" fmla="*/ 2735675 h 5143785"/>
              <a:gd name="connsiteX4182" fmla="*/ 1355503 w 3114960"/>
              <a:gd name="connsiteY4182" fmla="*/ 2737485 h 5143785"/>
              <a:gd name="connsiteX4183" fmla="*/ 1356551 w 3114960"/>
              <a:gd name="connsiteY4183" fmla="*/ 2741200 h 5143785"/>
              <a:gd name="connsiteX4184" fmla="*/ 1351026 w 3114960"/>
              <a:gd name="connsiteY4184" fmla="*/ 2745677 h 5143785"/>
              <a:gd name="connsiteX4185" fmla="*/ 1386269 w 3114960"/>
              <a:gd name="connsiteY4185" fmla="*/ 2419826 h 5143785"/>
              <a:gd name="connsiteX4186" fmla="*/ 1378458 w 3114960"/>
              <a:gd name="connsiteY4186" fmla="*/ 2416874 h 5143785"/>
              <a:gd name="connsiteX4187" fmla="*/ 1375029 w 3114960"/>
              <a:gd name="connsiteY4187" fmla="*/ 2409254 h 5143785"/>
              <a:gd name="connsiteX4188" fmla="*/ 1377982 w 3114960"/>
              <a:gd name="connsiteY4188" fmla="*/ 2401443 h 5143785"/>
              <a:gd name="connsiteX4189" fmla="*/ 1385602 w 3114960"/>
              <a:gd name="connsiteY4189" fmla="*/ 2398014 h 5143785"/>
              <a:gd name="connsiteX4190" fmla="*/ 1385983 w 3114960"/>
              <a:gd name="connsiteY4190" fmla="*/ 2398014 h 5143785"/>
              <a:gd name="connsiteX4191" fmla="*/ 1393412 w 3114960"/>
              <a:gd name="connsiteY4191" fmla="*/ 2400967 h 5143785"/>
              <a:gd name="connsiteX4192" fmla="*/ 1396841 w 3114960"/>
              <a:gd name="connsiteY4192" fmla="*/ 2408587 h 5143785"/>
              <a:gd name="connsiteX4193" fmla="*/ 1386364 w 3114960"/>
              <a:gd name="connsiteY4193" fmla="*/ 2419826 h 5143785"/>
              <a:gd name="connsiteX4194" fmla="*/ 1650968 w 3114960"/>
              <a:gd name="connsiteY4194" fmla="*/ 2377821 h 5143785"/>
              <a:gd name="connsiteX4195" fmla="*/ 1654874 w 3114960"/>
              <a:gd name="connsiteY4195" fmla="*/ 2373916 h 5143785"/>
              <a:gd name="connsiteX4196" fmla="*/ 1668113 w 3114960"/>
              <a:gd name="connsiteY4196" fmla="*/ 2373916 h 5143785"/>
              <a:gd name="connsiteX4197" fmla="*/ 1672019 w 3114960"/>
              <a:gd name="connsiteY4197" fmla="*/ 2377821 h 5143785"/>
              <a:gd name="connsiteX4198" fmla="*/ 1672019 w 3114960"/>
              <a:gd name="connsiteY4198" fmla="*/ 2391061 h 5143785"/>
              <a:gd name="connsiteX4199" fmla="*/ 1668113 w 3114960"/>
              <a:gd name="connsiteY4199" fmla="*/ 2394966 h 5143785"/>
              <a:gd name="connsiteX4200" fmla="*/ 1654874 w 3114960"/>
              <a:gd name="connsiteY4200" fmla="*/ 2394966 h 5143785"/>
              <a:gd name="connsiteX4201" fmla="*/ 1650968 w 3114960"/>
              <a:gd name="connsiteY4201" fmla="*/ 2391061 h 5143785"/>
              <a:gd name="connsiteX4202" fmla="*/ 1650968 w 3114960"/>
              <a:gd name="connsiteY4202" fmla="*/ 2377821 h 5143785"/>
              <a:gd name="connsiteX4203" fmla="*/ 1388269 w 3114960"/>
              <a:gd name="connsiteY4203" fmla="*/ 761238 h 5143785"/>
              <a:gd name="connsiteX4204" fmla="*/ 1394460 w 3114960"/>
              <a:gd name="connsiteY4204" fmla="*/ 767429 h 5143785"/>
              <a:gd name="connsiteX4205" fmla="*/ 1388269 w 3114960"/>
              <a:gd name="connsiteY4205" fmla="*/ 773621 h 5143785"/>
              <a:gd name="connsiteX4206" fmla="*/ 1382078 w 3114960"/>
              <a:gd name="connsiteY4206" fmla="*/ 767429 h 5143785"/>
              <a:gd name="connsiteX4207" fmla="*/ 1388269 w 3114960"/>
              <a:gd name="connsiteY4207" fmla="*/ 761238 h 5143785"/>
              <a:gd name="connsiteX4208" fmla="*/ 2367629 w 3114960"/>
              <a:gd name="connsiteY4208" fmla="*/ 4702397 h 5143785"/>
              <a:gd name="connsiteX4209" fmla="*/ 2367629 w 3114960"/>
              <a:gd name="connsiteY4209" fmla="*/ 4692015 h 5143785"/>
              <a:gd name="connsiteX4210" fmla="*/ 2363915 w 3114960"/>
              <a:gd name="connsiteY4210" fmla="*/ 4688301 h 5143785"/>
              <a:gd name="connsiteX4211" fmla="*/ 2361057 w 3114960"/>
              <a:gd name="connsiteY4211" fmla="*/ 4688301 h 5143785"/>
              <a:gd name="connsiteX4212" fmla="*/ 2361057 w 3114960"/>
              <a:gd name="connsiteY4212" fmla="*/ 4665060 h 5143785"/>
              <a:gd name="connsiteX4213" fmla="*/ 2331339 w 3114960"/>
              <a:gd name="connsiteY4213" fmla="*/ 4632198 h 5143785"/>
              <a:gd name="connsiteX4214" fmla="*/ 2333244 w 3114960"/>
              <a:gd name="connsiteY4214" fmla="*/ 4629722 h 5143785"/>
              <a:gd name="connsiteX4215" fmla="*/ 2333911 w 3114960"/>
              <a:gd name="connsiteY4215" fmla="*/ 4620102 h 5143785"/>
              <a:gd name="connsiteX4216" fmla="*/ 2327529 w 3114960"/>
              <a:gd name="connsiteY4216" fmla="*/ 4612862 h 5143785"/>
              <a:gd name="connsiteX4217" fmla="*/ 2317909 w 3114960"/>
              <a:gd name="connsiteY4217" fmla="*/ 4612196 h 5143785"/>
              <a:gd name="connsiteX4218" fmla="*/ 2310575 w 3114960"/>
              <a:gd name="connsiteY4218" fmla="*/ 4618578 h 5143785"/>
              <a:gd name="connsiteX4219" fmla="*/ 2309908 w 3114960"/>
              <a:gd name="connsiteY4219" fmla="*/ 4628198 h 5143785"/>
              <a:gd name="connsiteX4220" fmla="*/ 2316290 w 3114960"/>
              <a:gd name="connsiteY4220" fmla="*/ 4635437 h 5143785"/>
              <a:gd name="connsiteX4221" fmla="*/ 2321909 w 3114960"/>
              <a:gd name="connsiteY4221" fmla="*/ 4636770 h 5143785"/>
              <a:gd name="connsiteX4222" fmla="*/ 2325910 w 3114960"/>
              <a:gd name="connsiteY4222" fmla="*/ 4636104 h 5143785"/>
              <a:gd name="connsiteX4223" fmla="*/ 2327529 w 3114960"/>
              <a:gd name="connsiteY4223" fmla="*/ 4635151 h 5143785"/>
              <a:gd name="connsiteX4224" fmla="*/ 2356295 w 3114960"/>
              <a:gd name="connsiteY4224" fmla="*/ 4666869 h 5143785"/>
              <a:gd name="connsiteX4225" fmla="*/ 2356295 w 3114960"/>
              <a:gd name="connsiteY4225" fmla="*/ 4688205 h 5143785"/>
              <a:gd name="connsiteX4226" fmla="*/ 2353437 w 3114960"/>
              <a:gd name="connsiteY4226" fmla="*/ 4688205 h 5143785"/>
              <a:gd name="connsiteX4227" fmla="*/ 2349722 w 3114960"/>
              <a:gd name="connsiteY4227" fmla="*/ 4691920 h 5143785"/>
              <a:gd name="connsiteX4228" fmla="*/ 2349722 w 3114960"/>
              <a:gd name="connsiteY4228" fmla="*/ 4702302 h 5143785"/>
              <a:gd name="connsiteX4229" fmla="*/ 2353437 w 3114960"/>
              <a:gd name="connsiteY4229" fmla="*/ 4706017 h 5143785"/>
              <a:gd name="connsiteX4230" fmla="*/ 2363819 w 3114960"/>
              <a:gd name="connsiteY4230" fmla="*/ 4706017 h 5143785"/>
              <a:gd name="connsiteX4231" fmla="*/ 2367534 w 3114960"/>
              <a:gd name="connsiteY4231" fmla="*/ 4702302 h 5143785"/>
              <a:gd name="connsiteX4232" fmla="*/ 2328958 w 3114960"/>
              <a:gd name="connsiteY4232" fmla="*/ 4627531 h 5143785"/>
              <a:gd name="connsiteX4233" fmla="*/ 2324386 w 3114960"/>
              <a:gd name="connsiteY4233" fmla="*/ 4631436 h 5143785"/>
              <a:gd name="connsiteX4234" fmla="*/ 2318385 w 3114960"/>
              <a:gd name="connsiteY4234" fmla="*/ 4631055 h 5143785"/>
              <a:gd name="connsiteX4235" fmla="*/ 2314480 w 3114960"/>
              <a:gd name="connsiteY4235" fmla="*/ 4626483 h 5143785"/>
              <a:gd name="connsiteX4236" fmla="*/ 2314861 w 3114960"/>
              <a:gd name="connsiteY4236" fmla="*/ 4620482 h 5143785"/>
              <a:gd name="connsiteX4237" fmla="*/ 2319433 w 3114960"/>
              <a:gd name="connsiteY4237" fmla="*/ 4616577 h 5143785"/>
              <a:gd name="connsiteX4238" fmla="*/ 2321909 w 3114960"/>
              <a:gd name="connsiteY4238" fmla="*/ 4616196 h 5143785"/>
              <a:gd name="connsiteX4239" fmla="*/ 2325434 w 3114960"/>
              <a:gd name="connsiteY4239" fmla="*/ 4617054 h 5143785"/>
              <a:gd name="connsiteX4240" fmla="*/ 2329339 w 3114960"/>
              <a:gd name="connsiteY4240" fmla="*/ 4621626 h 5143785"/>
              <a:gd name="connsiteX4241" fmla="*/ 2328958 w 3114960"/>
              <a:gd name="connsiteY4241" fmla="*/ 4627626 h 5143785"/>
              <a:gd name="connsiteX4242" fmla="*/ 663607 w 3114960"/>
              <a:gd name="connsiteY4242" fmla="*/ 4311777 h 5143785"/>
              <a:gd name="connsiteX4243" fmla="*/ 656463 w 3114960"/>
              <a:gd name="connsiteY4243" fmla="*/ 4311777 h 5143785"/>
              <a:gd name="connsiteX4244" fmla="*/ 656463 w 3114960"/>
              <a:gd name="connsiteY4244" fmla="*/ 4304157 h 5143785"/>
              <a:gd name="connsiteX4245" fmla="*/ 663607 w 3114960"/>
              <a:gd name="connsiteY4245" fmla="*/ 4304157 h 5143785"/>
              <a:gd name="connsiteX4246" fmla="*/ 663607 w 3114960"/>
              <a:gd name="connsiteY4246" fmla="*/ 4311777 h 5143785"/>
              <a:gd name="connsiteX4247" fmla="*/ 2121218 w 3114960"/>
              <a:gd name="connsiteY4247" fmla="*/ 88011 h 5143785"/>
              <a:gd name="connsiteX4248" fmla="*/ 2114169 w 3114960"/>
              <a:gd name="connsiteY4248" fmla="*/ 80963 h 5143785"/>
              <a:gd name="connsiteX4249" fmla="*/ 2107121 w 3114960"/>
              <a:gd name="connsiteY4249" fmla="*/ 88011 h 5143785"/>
              <a:gd name="connsiteX4250" fmla="*/ 2111788 w 3114960"/>
              <a:gd name="connsiteY4250" fmla="*/ 94583 h 5143785"/>
              <a:gd name="connsiteX4251" fmla="*/ 2111788 w 3114960"/>
              <a:gd name="connsiteY4251" fmla="*/ 112205 h 5143785"/>
              <a:gd name="connsiteX4252" fmla="*/ 2113788 w 3114960"/>
              <a:gd name="connsiteY4252" fmla="*/ 114586 h 5143785"/>
              <a:gd name="connsiteX4253" fmla="*/ 2142173 w 3114960"/>
              <a:gd name="connsiteY4253" fmla="*/ 138494 h 5143785"/>
              <a:gd name="connsiteX4254" fmla="*/ 2141982 w 3114960"/>
              <a:gd name="connsiteY4254" fmla="*/ 222790 h 5143785"/>
              <a:gd name="connsiteX4255" fmla="*/ 2116265 w 3114960"/>
              <a:gd name="connsiteY4255" fmla="*/ 254032 h 5143785"/>
              <a:gd name="connsiteX4256" fmla="*/ 2115693 w 3114960"/>
              <a:gd name="connsiteY4256" fmla="*/ 255556 h 5143785"/>
              <a:gd name="connsiteX4257" fmla="*/ 2115693 w 3114960"/>
              <a:gd name="connsiteY4257" fmla="*/ 352044 h 5143785"/>
              <a:gd name="connsiteX4258" fmla="*/ 2116169 w 3114960"/>
              <a:gd name="connsiteY4258" fmla="*/ 353473 h 5143785"/>
              <a:gd name="connsiteX4259" fmla="*/ 2147316 w 3114960"/>
              <a:gd name="connsiteY4259" fmla="*/ 394049 h 5143785"/>
              <a:gd name="connsiteX4260" fmla="*/ 2147316 w 3114960"/>
              <a:gd name="connsiteY4260" fmla="*/ 459962 h 5143785"/>
              <a:gd name="connsiteX4261" fmla="*/ 2143411 w 3114960"/>
              <a:gd name="connsiteY4261" fmla="*/ 459962 h 5143785"/>
              <a:gd name="connsiteX4262" fmla="*/ 2138077 w 3114960"/>
              <a:gd name="connsiteY4262" fmla="*/ 465296 h 5143785"/>
              <a:gd name="connsiteX4263" fmla="*/ 2138077 w 3114960"/>
              <a:gd name="connsiteY4263" fmla="*/ 477964 h 5143785"/>
              <a:gd name="connsiteX4264" fmla="*/ 2143411 w 3114960"/>
              <a:gd name="connsiteY4264" fmla="*/ 483299 h 5143785"/>
              <a:gd name="connsiteX4265" fmla="*/ 2156079 w 3114960"/>
              <a:gd name="connsiteY4265" fmla="*/ 483299 h 5143785"/>
              <a:gd name="connsiteX4266" fmla="*/ 2161413 w 3114960"/>
              <a:gd name="connsiteY4266" fmla="*/ 477964 h 5143785"/>
              <a:gd name="connsiteX4267" fmla="*/ 2161413 w 3114960"/>
              <a:gd name="connsiteY4267" fmla="*/ 465296 h 5143785"/>
              <a:gd name="connsiteX4268" fmla="*/ 2156079 w 3114960"/>
              <a:gd name="connsiteY4268" fmla="*/ 459962 h 5143785"/>
              <a:gd name="connsiteX4269" fmla="*/ 2152174 w 3114960"/>
              <a:gd name="connsiteY4269" fmla="*/ 459962 h 5143785"/>
              <a:gd name="connsiteX4270" fmla="*/ 2152174 w 3114960"/>
              <a:gd name="connsiteY4270" fmla="*/ 393192 h 5143785"/>
              <a:gd name="connsiteX4271" fmla="*/ 2151698 w 3114960"/>
              <a:gd name="connsiteY4271" fmla="*/ 391763 h 5143785"/>
              <a:gd name="connsiteX4272" fmla="*/ 2120551 w 3114960"/>
              <a:gd name="connsiteY4272" fmla="*/ 351187 h 5143785"/>
              <a:gd name="connsiteX4273" fmla="*/ 2120551 w 3114960"/>
              <a:gd name="connsiteY4273" fmla="*/ 256318 h 5143785"/>
              <a:gd name="connsiteX4274" fmla="*/ 2146268 w 3114960"/>
              <a:gd name="connsiteY4274" fmla="*/ 225076 h 5143785"/>
              <a:gd name="connsiteX4275" fmla="*/ 2146840 w 3114960"/>
              <a:gd name="connsiteY4275" fmla="*/ 223552 h 5143785"/>
              <a:gd name="connsiteX4276" fmla="*/ 2147030 w 3114960"/>
              <a:gd name="connsiteY4276" fmla="*/ 138208 h 5143785"/>
              <a:gd name="connsiteX4277" fmla="*/ 2167128 w 3114960"/>
              <a:gd name="connsiteY4277" fmla="*/ 118301 h 5143785"/>
              <a:gd name="connsiteX4278" fmla="*/ 2167128 w 3114960"/>
              <a:gd name="connsiteY4278" fmla="*/ 69914 h 5143785"/>
              <a:gd name="connsiteX4279" fmla="*/ 2168652 w 3114960"/>
              <a:gd name="connsiteY4279" fmla="*/ 68961 h 5143785"/>
              <a:gd name="connsiteX4280" fmla="*/ 2174367 w 3114960"/>
              <a:gd name="connsiteY4280" fmla="*/ 63246 h 5143785"/>
              <a:gd name="connsiteX4281" fmla="*/ 2174367 w 3114960"/>
              <a:gd name="connsiteY4281" fmla="*/ 55436 h 5143785"/>
              <a:gd name="connsiteX4282" fmla="*/ 2168652 w 3114960"/>
              <a:gd name="connsiteY4282" fmla="*/ 49721 h 5143785"/>
              <a:gd name="connsiteX4283" fmla="*/ 2160842 w 3114960"/>
              <a:gd name="connsiteY4283" fmla="*/ 49721 h 5143785"/>
              <a:gd name="connsiteX4284" fmla="*/ 2155127 w 3114960"/>
              <a:gd name="connsiteY4284" fmla="*/ 55436 h 5143785"/>
              <a:gd name="connsiteX4285" fmla="*/ 2155127 w 3114960"/>
              <a:gd name="connsiteY4285" fmla="*/ 63246 h 5143785"/>
              <a:gd name="connsiteX4286" fmla="*/ 2160842 w 3114960"/>
              <a:gd name="connsiteY4286" fmla="*/ 68961 h 5143785"/>
              <a:gd name="connsiteX4287" fmla="*/ 2162366 w 3114960"/>
              <a:gd name="connsiteY4287" fmla="*/ 70009 h 5143785"/>
              <a:gd name="connsiteX4288" fmla="*/ 2162366 w 3114960"/>
              <a:gd name="connsiteY4288" fmla="*/ 116396 h 5143785"/>
              <a:gd name="connsiteX4289" fmla="*/ 2144554 w 3114960"/>
              <a:gd name="connsiteY4289" fmla="*/ 134112 h 5143785"/>
              <a:gd name="connsiteX4290" fmla="*/ 2116646 w 3114960"/>
              <a:gd name="connsiteY4290" fmla="*/ 110585 h 5143785"/>
              <a:gd name="connsiteX4291" fmla="*/ 2116646 w 3114960"/>
              <a:gd name="connsiteY4291" fmla="*/ 94488 h 5143785"/>
              <a:gd name="connsiteX4292" fmla="*/ 2121313 w 3114960"/>
              <a:gd name="connsiteY4292" fmla="*/ 87916 h 5143785"/>
              <a:gd name="connsiteX4293" fmla="*/ 2155984 w 3114960"/>
              <a:gd name="connsiteY4293" fmla="*/ 464725 h 5143785"/>
              <a:gd name="connsiteX4294" fmla="*/ 2156555 w 3114960"/>
              <a:gd name="connsiteY4294" fmla="*/ 465296 h 5143785"/>
              <a:gd name="connsiteX4295" fmla="*/ 2156555 w 3114960"/>
              <a:gd name="connsiteY4295" fmla="*/ 477964 h 5143785"/>
              <a:gd name="connsiteX4296" fmla="*/ 2155984 w 3114960"/>
              <a:gd name="connsiteY4296" fmla="*/ 478536 h 5143785"/>
              <a:gd name="connsiteX4297" fmla="*/ 2143316 w 3114960"/>
              <a:gd name="connsiteY4297" fmla="*/ 478536 h 5143785"/>
              <a:gd name="connsiteX4298" fmla="*/ 2142744 w 3114960"/>
              <a:gd name="connsiteY4298" fmla="*/ 477964 h 5143785"/>
              <a:gd name="connsiteX4299" fmla="*/ 2142744 w 3114960"/>
              <a:gd name="connsiteY4299" fmla="*/ 465296 h 5143785"/>
              <a:gd name="connsiteX4300" fmla="*/ 2143316 w 3114960"/>
              <a:gd name="connsiteY4300" fmla="*/ 464725 h 5143785"/>
              <a:gd name="connsiteX4301" fmla="*/ 2155984 w 3114960"/>
              <a:gd name="connsiteY4301" fmla="*/ 464725 h 5143785"/>
              <a:gd name="connsiteX4302" fmla="*/ 2158365 w 3114960"/>
              <a:gd name="connsiteY4302" fmla="*/ 60008 h 5143785"/>
              <a:gd name="connsiteX4303" fmla="*/ 2158365 w 3114960"/>
              <a:gd name="connsiteY4303" fmla="*/ 58960 h 5143785"/>
              <a:gd name="connsiteX4304" fmla="*/ 2164080 w 3114960"/>
              <a:gd name="connsiteY4304" fmla="*/ 53245 h 5143785"/>
              <a:gd name="connsiteX4305" fmla="*/ 2164652 w 3114960"/>
              <a:gd name="connsiteY4305" fmla="*/ 53054 h 5143785"/>
              <a:gd name="connsiteX4306" fmla="*/ 2165128 w 3114960"/>
              <a:gd name="connsiteY4306" fmla="*/ 53245 h 5143785"/>
              <a:gd name="connsiteX4307" fmla="*/ 2170843 w 3114960"/>
              <a:gd name="connsiteY4307" fmla="*/ 58960 h 5143785"/>
              <a:gd name="connsiteX4308" fmla="*/ 2170843 w 3114960"/>
              <a:gd name="connsiteY4308" fmla="*/ 60008 h 5143785"/>
              <a:gd name="connsiteX4309" fmla="*/ 2165128 w 3114960"/>
              <a:gd name="connsiteY4309" fmla="*/ 65723 h 5143785"/>
              <a:gd name="connsiteX4310" fmla="*/ 2164080 w 3114960"/>
              <a:gd name="connsiteY4310" fmla="*/ 65723 h 5143785"/>
              <a:gd name="connsiteX4311" fmla="*/ 2158365 w 3114960"/>
              <a:gd name="connsiteY4311" fmla="*/ 60008 h 5143785"/>
              <a:gd name="connsiteX4312" fmla="*/ 200882 w 3114960"/>
              <a:gd name="connsiteY4312" fmla="*/ 1117187 h 5143785"/>
              <a:gd name="connsiteX4313" fmla="*/ 191929 w 3114960"/>
              <a:gd name="connsiteY4313" fmla="*/ 1124236 h 5143785"/>
              <a:gd name="connsiteX4314" fmla="*/ 71628 w 3114960"/>
              <a:gd name="connsiteY4314" fmla="*/ 1124236 h 5143785"/>
              <a:gd name="connsiteX4315" fmla="*/ 25813 w 3114960"/>
              <a:gd name="connsiteY4315" fmla="*/ 1169861 h 5143785"/>
              <a:gd name="connsiteX4316" fmla="*/ 25813 w 3114960"/>
              <a:gd name="connsiteY4316" fmla="*/ 1267111 h 5143785"/>
              <a:gd name="connsiteX4317" fmla="*/ 18764 w 3114960"/>
              <a:gd name="connsiteY4317" fmla="*/ 1276064 h 5143785"/>
              <a:gd name="connsiteX4318" fmla="*/ 28194 w 3114960"/>
              <a:gd name="connsiteY4318" fmla="*/ 1285494 h 5143785"/>
              <a:gd name="connsiteX4319" fmla="*/ 37624 w 3114960"/>
              <a:gd name="connsiteY4319" fmla="*/ 1276064 h 5143785"/>
              <a:gd name="connsiteX4320" fmla="*/ 30575 w 3114960"/>
              <a:gd name="connsiteY4320" fmla="*/ 1267111 h 5143785"/>
              <a:gd name="connsiteX4321" fmla="*/ 30575 w 3114960"/>
              <a:gd name="connsiteY4321" fmla="*/ 1171861 h 5143785"/>
              <a:gd name="connsiteX4322" fmla="*/ 73628 w 3114960"/>
              <a:gd name="connsiteY4322" fmla="*/ 1128998 h 5143785"/>
              <a:gd name="connsiteX4323" fmla="*/ 191929 w 3114960"/>
              <a:gd name="connsiteY4323" fmla="*/ 1128998 h 5143785"/>
              <a:gd name="connsiteX4324" fmla="*/ 200882 w 3114960"/>
              <a:gd name="connsiteY4324" fmla="*/ 1136047 h 5143785"/>
              <a:gd name="connsiteX4325" fmla="*/ 210312 w 3114960"/>
              <a:gd name="connsiteY4325" fmla="*/ 1126617 h 5143785"/>
              <a:gd name="connsiteX4326" fmla="*/ 200882 w 3114960"/>
              <a:gd name="connsiteY4326" fmla="*/ 1117187 h 5143785"/>
              <a:gd name="connsiteX4327" fmla="*/ 32861 w 3114960"/>
              <a:gd name="connsiteY4327" fmla="*/ 1276160 h 5143785"/>
              <a:gd name="connsiteX4328" fmla="*/ 28194 w 3114960"/>
              <a:gd name="connsiteY4328" fmla="*/ 1280827 h 5143785"/>
              <a:gd name="connsiteX4329" fmla="*/ 23527 w 3114960"/>
              <a:gd name="connsiteY4329" fmla="*/ 1276160 h 5143785"/>
              <a:gd name="connsiteX4330" fmla="*/ 28194 w 3114960"/>
              <a:gd name="connsiteY4330" fmla="*/ 1271492 h 5143785"/>
              <a:gd name="connsiteX4331" fmla="*/ 32861 w 3114960"/>
              <a:gd name="connsiteY4331" fmla="*/ 1276160 h 5143785"/>
              <a:gd name="connsiteX4332" fmla="*/ 200882 w 3114960"/>
              <a:gd name="connsiteY4332" fmla="*/ 1131380 h 5143785"/>
              <a:gd name="connsiteX4333" fmla="*/ 196215 w 3114960"/>
              <a:gd name="connsiteY4333" fmla="*/ 1126712 h 5143785"/>
              <a:gd name="connsiteX4334" fmla="*/ 200882 w 3114960"/>
              <a:gd name="connsiteY4334" fmla="*/ 1122045 h 5143785"/>
              <a:gd name="connsiteX4335" fmla="*/ 205550 w 3114960"/>
              <a:gd name="connsiteY4335" fmla="*/ 1126712 h 5143785"/>
              <a:gd name="connsiteX4336" fmla="*/ 200882 w 3114960"/>
              <a:gd name="connsiteY4336" fmla="*/ 1131380 h 5143785"/>
              <a:gd name="connsiteX4337" fmla="*/ 663607 w 3114960"/>
              <a:gd name="connsiteY4337" fmla="*/ 4296442 h 5143785"/>
              <a:gd name="connsiteX4338" fmla="*/ 656463 w 3114960"/>
              <a:gd name="connsiteY4338" fmla="*/ 4296442 h 5143785"/>
              <a:gd name="connsiteX4339" fmla="*/ 656463 w 3114960"/>
              <a:gd name="connsiteY4339" fmla="*/ 4291679 h 5143785"/>
              <a:gd name="connsiteX4340" fmla="*/ 663607 w 3114960"/>
              <a:gd name="connsiteY4340" fmla="*/ 4291679 h 5143785"/>
              <a:gd name="connsiteX4341" fmla="*/ 663607 w 3114960"/>
              <a:gd name="connsiteY4341" fmla="*/ 4296442 h 5143785"/>
              <a:gd name="connsiteX4342" fmla="*/ 663607 w 3114960"/>
              <a:gd name="connsiteY4342" fmla="*/ 4327112 h 5143785"/>
              <a:gd name="connsiteX4343" fmla="*/ 656463 w 3114960"/>
              <a:gd name="connsiteY4343" fmla="*/ 4327112 h 5143785"/>
              <a:gd name="connsiteX4344" fmla="*/ 656463 w 3114960"/>
              <a:gd name="connsiteY4344" fmla="*/ 4319493 h 5143785"/>
              <a:gd name="connsiteX4345" fmla="*/ 663607 w 3114960"/>
              <a:gd name="connsiteY4345" fmla="*/ 4319493 h 5143785"/>
              <a:gd name="connsiteX4346" fmla="*/ 663607 w 3114960"/>
              <a:gd name="connsiteY4346" fmla="*/ 4327112 h 5143785"/>
              <a:gd name="connsiteX4347" fmla="*/ 523589 w 3114960"/>
              <a:gd name="connsiteY4347" fmla="*/ 1961483 h 5143785"/>
              <a:gd name="connsiteX4348" fmla="*/ 510159 w 3114960"/>
              <a:gd name="connsiteY4348" fmla="*/ 1974914 h 5143785"/>
              <a:gd name="connsiteX4349" fmla="*/ 520065 w 3114960"/>
              <a:gd name="connsiteY4349" fmla="*/ 1987868 h 5143785"/>
              <a:gd name="connsiteX4350" fmla="*/ 520065 w 3114960"/>
              <a:gd name="connsiteY4350" fmla="*/ 1990820 h 5143785"/>
              <a:gd name="connsiteX4351" fmla="*/ 527209 w 3114960"/>
              <a:gd name="connsiteY4351" fmla="*/ 1990820 h 5143785"/>
              <a:gd name="connsiteX4352" fmla="*/ 527209 w 3114960"/>
              <a:gd name="connsiteY4352" fmla="*/ 1987868 h 5143785"/>
              <a:gd name="connsiteX4353" fmla="*/ 537115 w 3114960"/>
              <a:gd name="connsiteY4353" fmla="*/ 1974914 h 5143785"/>
              <a:gd name="connsiteX4354" fmla="*/ 523685 w 3114960"/>
              <a:gd name="connsiteY4354" fmla="*/ 1961483 h 5143785"/>
              <a:gd name="connsiteX4355" fmla="*/ 523589 w 3114960"/>
              <a:gd name="connsiteY4355" fmla="*/ 1983677 h 5143785"/>
              <a:gd name="connsiteX4356" fmla="*/ 514922 w 3114960"/>
              <a:gd name="connsiteY4356" fmla="*/ 1975009 h 5143785"/>
              <a:gd name="connsiteX4357" fmla="*/ 523589 w 3114960"/>
              <a:gd name="connsiteY4357" fmla="*/ 1966341 h 5143785"/>
              <a:gd name="connsiteX4358" fmla="*/ 532257 w 3114960"/>
              <a:gd name="connsiteY4358" fmla="*/ 1975009 h 5143785"/>
              <a:gd name="connsiteX4359" fmla="*/ 523589 w 3114960"/>
              <a:gd name="connsiteY4359" fmla="*/ 1983677 h 5143785"/>
              <a:gd name="connsiteX4360" fmla="*/ 2248281 w 3114960"/>
              <a:gd name="connsiteY4360" fmla="*/ 4798124 h 5143785"/>
              <a:gd name="connsiteX4361" fmla="*/ 2253901 w 3114960"/>
              <a:gd name="connsiteY4361" fmla="*/ 4799457 h 5143785"/>
              <a:gd name="connsiteX4362" fmla="*/ 2265236 w 3114960"/>
              <a:gd name="connsiteY4362" fmla="*/ 4792504 h 5143785"/>
              <a:gd name="connsiteX4363" fmla="*/ 2266093 w 3114960"/>
              <a:gd name="connsiteY4363" fmla="*/ 4789265 h 5143785"/>
              <a:gd name="connsiteX4364" fmla="*/ 2335530 w 3114960"/>
              <a:gd name="connsiteY4364" fmla="*/ 4789265 h 5143785"/>
              <a:gd name="connsiteX4365" fmla="*/ 2353818 w 3114960"/>
              <a:gd name="connsiteY4365" fmla="*/ 4769454 h 5143785"/>
              <a:gd name="connsiteX4366" fmla="*/ 2353818 w 3114960"/>
              <a:gd name="connsiteY4366" fmla="*/ 4734592 h 5143785"/>
              <a:gd name="connsiteX4367" fmla="*/ 2287619 w 3114960"/>
              <a:gd name="connsiteY4367" fmla="*/ 4663821 h 5143785"/>
              <a:gd name="connsiteX4368" fmla="*/ 2288000 w 3114960"/>
              <a:gd name="connsiteY4368" fmla="*/ 4620768 h 5143785"/>
              <a:gd name="connsiteX4369" fmla="*/ 2298383 w 3114960"/>
              <a:gd name="connsiteY4369" fmla="*/ 4613910 h 5143785"/>
              <a:gd name="connsiteX4370" fmla="*/ 2292763 w 3114960"/>
              <a:gd name="connsiteY4370" fmla="*/ 4596956 h 5143785"/>
              <a:gd name="connsiteX4371" fmla="*/ 2275808 w 3114960"/>
              <a:gd name="connsiteY4371" fmla="*/ 4602576 h 5143785"/>
              <a:gd name="connsiteX4372" fmla="*/ 2281428 w 3114960"/>
              <a:gd name="connsiteY4372" fmla="*/ 4619530 h 5143785"/>
              <a:gd name="connsiteX4373" fmla="*/ 2281428 w 3114960"/>
              <a:gd name="connsiteY4373" fmla="*/ 4619530 h 5143785"/>
              <a:gd name="connsiteX4374" fmla="*/ 2283238 w 3114960"/>
              <a:gd name="connsiteY4374" fmla="*/ 4620197 h 5143785"/>
              <a:gd name="connsiteX4375" fmla="*/ 2282762 w 3114960"/>
              <a:gd name="connsiteY4375" fmla="*/ 4665631 h 5143785"/>
              <a:gd name="connsiteX4376" fmla="*/ 2349056 w 3114960"/>
              <a:gd name="connsiteY4376" fmla="*/ 4736402 h 5143785"/>
              <a:gd name="connsiteX4377" fmla="*/ 2349056 w 3114960"/>
              <a:gd name="connsiteY4377" fmla="*/ 4767548 h 5143785"/>
              <a:gd name="connsiteX4378" fmla="*/ 2333435 w 3114960"/>
              <a:gd name="connsiteY4378" fmla="*/ 4784503 h 5143785"/>
              <a:gd name="connsiteX4379" fmla="*/ 2266093 w 3114960"/>
              <a:gd name="connsiteY4379" fmla="*/ 4784503 h 5143785"/>
              <a:gd name="connsiteX4380" fmla="*/ 2265902 w 3114960"/>
              <a:gd name="connsiteY4380" fmla="*/ 4782884 h 5143785"/>
              <a:gd name="connsiteX4381" fmla="*/ 2259521 w 3114960"/>
              <a:gd name="connsiteY4381" fmla="*/ 4775645 h 5143785"/>
              <a:gd name="connsiteX4382" fmla="*/ 2242566 w 3114960"/>
              <a:gd name="connsiteY4382" fmla="*/ 4781264 h 5143785"/>
              <a:gd name="connsiteX4383" fmla="*/ 2241899 w 3114960"/>
              <a:gd name="connsiteY4383" fmla="*/ 4790885 h 5143785"/>
              <a:gd name="connsiteX4384" fmla="*/ 2248281 w 3114960"/>
              <a:gd name="connsiteY4384" fmla="*/ 4798124 h 5143785"/>
              <a:gd name="connsiteX4385" fmla="*/ 2283524 w 3114960"/>
              <a:gd name="connsiteY4385" fmla="*/ 4615339 h 5143785"/>
              <a:gd name="connsiteX4386" fmla="*/ 2279999 w 3114960"/>
              <a:gd name="connsiteY4386" fmla="*/ 4604766 h 5143785"/>
              <a:gd name="connsiteX4387" fmla="*/ 2284571 w 3114960"/>
              <a:gd name="connsiteY4387" fmla="*/ 4600861 h 5143785"/>
              <a:gd name="connsiteX4388" fmla="*/ 2290572 w 3114960"/>
              <a:gd name="connsiteY4388" fmla="*/ 4601242 h 5143785"/>
              <a:gd name="connsiteX4389" fmla="*/ 2294477 w 3114960"/>
              <a:gd name="connsiteY4389" fmla="*/ 4605814 h 5143785"/>
              <a:gd name="connsiteX4390" fmla="*/ 2294096 w 3114960"/>
              <a:gd name="connsiteY4390" fmla="*/ 4611815 h 5143785"/>
              <a:gd name="connsiteX4391" fmla="*/ 2283524 w 3114960"/>
              <a:gd name="connsiteY4391" fmla="*/ 4615339 h 5143785"/>
              <a:gd name="connsiteX4392" fmla="*/ 2246852 w 3114960"/>
              <a:gd name="connsiteY4392" fmla="*/ 4783265 h 5143785"/>
              <a:gd name="connsiteX4393" fmla="*/ 2251424 w 3114960"/>
              <a:gd name="connsiteY4393" fmla="*/ 4779360 h 5143785"/>
              <a:gd name="connsiteX4394" fmla="*/ 2253901 w 3114960"/>
              <a:gd name="connsiteY4394" fmla="*/ 4778979 h 5143785"/>
              <a:gd name="connsiteX4395" fmla="*/ 2257425 w 3114960"/>
              <a:gd name="connsiteY4395" fmla="*/ 4779836 h 5143785"/>
              <a:gd name="connsiteX4396" fmla="*/ 2261330 w 3114960"/>
              <a:gd name="connsiteY4396" fmla="*/ 4784408 h 5143785"/>
              <a:gd name="connsiteX4397" fmla="*/ 2260949 w 3114960"/>
              <a:gd name="connsiteY4397" fmla="*/ 4790409 h 5143785"/>
              <a:gd name="connsiteX4398" fmla="*/ 2256377 w 3114960"/>
              <a:gd name="connsiteY4398" fmla="*/ 4794314 h 5143785"/>
              <a:gd name="connsiteX4399" fmla="*/ 2250377 w 3114960"/>
              <a:gd name="connsiteY4399" fmla="*/ 4793933 h 5143785"/>
              <a:gd name="connsiteX4400" fmla="*/ 2246471 w 3114960"/>
              <a:gd name="connsiteY4400" fmla="*/ 4789361 h 5143785"/>
              <a:gd name="connsiteX4401" fmla="*/ 2246852 w 3114960"/>
              <a:gd name="connsiteY4401" fmla="*/ 4783360 h 5143785"/>
              <a:gd name="connsiteX4402" fmla="*/ 656463 w 3114960"/>
              <a:gd name="connsiteY4402" fmla="*/ 4349972 h 5143785"/>
              <a:gd name="connsiteX4403" fmla="*/ 663607 w 3114960"/>
              <a:gd name="connsiteY4403" fmla="*/ 4349972 h 5143785"/>
              <a:gd name="connsiteX4404" fmla="*/ 663607 w 3114960"/>
              <a:gd name="connsiteY4404" fmla="*/ 4356354 h 5143785"/>
              <a:gd name="connsiteX4405" fmla="*/ 658844 w 3114960"/>
              <a:gd name="connsiteY4405" fmla="*/ 4360545 h 5143785"/>
              <a:gd name="connsiteX4406" fmla="*/ 654082 w 3114960"/>
              <a:gd name="connsiteY4406" fmla="*/ 4355211 h 5143785"/>
              <a:gd name="connsiteX4407" fmla="*/ 656463 w 3114960"/>
              <a:gd name="connsiteY4407" fmla="*/ 4353116 h 5143785"/>
              <a:gd name="connsiteX4408" fmla="*/ 656463 w 3114960"/>
              <a:gd name="connsiteY4408" fmla="*/ 4349972 h 5143785"/>
              <a:gd name="connsiteX4409" fmla="*/ 645319 w 3114960"/>
              <a:gd name="connsiteY4409" fmla="*/ 4372547 h 5143785"/>
              <a:gd name="connsiteX4410" fmla="*/ 640556 w 3114960"/>
              <a:gd name="connsiteY4410" fmla="*/ 4367213 h 5143785"/>
              <a:gd name="connsiteX4411" fmla="*/ 647319 w 3114960"/>
              <a:gd name="connsiteY4411" fmla="*/ 4361307 h 5143785"/>
              <a:gd name="connsiteX4412" fmla="*/ 652082 w 3114960"/>
              <a:gd name="connsiteY4412" fmla="*/ 4366641 h 5143785"/>
              <a:gd name="connsiteX4413" fmla="*/ 645319 w 3114960"/>
              <a:gd name="connsiteY4413" fmla="*/ 4372547 h 5143785"/>
              <a:gd name="connsiteX4414" fmla="*/ 780860 w 3114960"/>
              <a:gd name="connsiteY4414" fmla="*/ 4414647 h 5143785"/>
              <a:gd name="connsiteX4415" fmla="*/ 787527 w 3114960"/>
              <a:gd name="connsiteY4415" fmla="*/ 4407980 h 5143785"/>
              <a:gd name="connsiteX4416" fmla="*/ 794195 w 3114960"/>
              <a:gd name="connsiteY4416" fmla="*/ 4414647 h 5143785"/>
              <a:gd name="connsiteX4417" fmla="*/ 787527 w 3114960"/>
              <a:gd name="connsiteY4417" fmla="*/ 4421315 h 5143785"/>
              <a:gd name="connsiteX4418" fmla="*/ 780860 w 3114960"/>
              <a:gd name="connsiteY4418" fmla="*/ 4414647 h 5143785"/>
              <a:gd name="connsiteX4419" fmla="*/ 2059972 w 3114960"/>
              <a:gd name="connsiteY4419" fmla="*/ 246793 h 5143785"/>
              <a:gd name="connsiteX4420" fmla="*/ 2058734 w 3114960"/>
              <a:gd name="connsiteY4420" fmla="*/ 358426 h 5143785"/>
              <a:gd name="connsiteX4421" fmla="*/ 2093595 w 3114960"/>
              <a:gd name="connsiteY4421" fmla="*/ 405670 h 5143785"/>
              <a:gd name="connsiteX4422" fmla="*/ 2094167 w 3114960"/>
              <a:gd name="connsiteY4422" fmla="*/ 504920 h 5143785"/>
              <a:gd name="connsiteX4423" fmla="*/ 2090261 w 3114960"/>
              <a:gd name="connsiteY4423" fmla="*/ 504920 h 5143785"/>
              <a:gd name="connsiteX4424" fmla="*/ 2084927 w 3114960"/>
              <a:gd name="connsiteY4424" fmla="*/ 510254 h 5143785"/>
              <a:gd name="connsiteX4425" fmla="*/ 2084927 w 3114960"/>
              <a:gd name="connsiteY4425" fmla="*/ 522923 h 5143785"/>
              <a:gd name="connsiteX4426" fmla="*/ 2090261 w 3114960"/>
              <a:gd name="connsiteY4426" fmla="*/ 528257 h 5143785"/>
              <a:gd name="connsiteX4427" fmla="*/ 2102930 w 3114960"/>
              <a:gd name="connsiteY4427" fmla="*/ 528257 h 5143785"/>
              <a:gd name="connsiteX4428" fmla="*/ 2108264 w 3114960"/>
              <a:gd name="connsiteY4428" fmla="*/ 522923 h 5143785"/>
              <a:gd name="connsiteX4429" fmla="*/ 2108264 w 3114960"/>
              <a:gd name="connsiteY4429" fmla="*/ 510254 h 5143785"/>
              <a:gd name="connsiteX4430" fmla="*/ 2102930 w 3114960"/>
              <a:gd name="connsiteY4430" fmla="*/ 504920 h 5143785"/>
              <a:gd name="connsiteX4431" fmla="*/ 2098929 w 3114960"/>
              <a:gd name="connsiteY4431" fmla="*/ 504920 h 5143785"/>
              <a:gd name="connsiteX4432" fmla="*/ 2098358 w 3114960"/>
              <a:gd name="connsiteY4432" fmla="*/ 404051 h 5143785"/>
              <a:gd name="connsiteX4433" fmla="*/ 2063496 w 3114960"/>
              <a:gd name="connsiteY4433" fmla="*/ 356807 h 5143785"/>
              <a:gd name="connsiteX4434" fmla="*/ 2064639 w 3114960"/>
              <a:gd name="connsiteY4434" fmla="*/ 248698 h 5143785"/>
              <a:gd name="connsiteX4435" fmla="*/ 2096262 w 3114960"/>
              <a:gd name="connsiteY4435" fmla="*/ 215360 h 5143785"/>
              <a:gd name="connsiteX4436" fmla="*/ 2096262 w 3114960"/>
              <a:gd name="connsiteY4436" fmla="*/ 124206 h 5143785"/>
              <a:gd name="connsiteX4437" fmla="*/ 2078927 w 3114960"/>
              <a:gd name="connsiteY4437" fmla="*/ 105156 h 5143785"/>
              <a:gd name="connsiteX4438" fmla="*/ 2078927 w 3114960"/>
              <a:gd name="connsiteY4438" fmla="*/ 71152 h 5143785"/>
              <a:gd name="connsiteX4439" fmla="*/ 2084356 w 3114960"/>
              <a:gd name="connsiteY4439" fmla="*/ 68485 h 5143785"/>
              <a:gd name="connsiteX4440" fmla="*/ 2087594 w 3114960"/>
              <a:gd name="connsiteY4440" fmla="*/ 60865 h 5143785"/>
              <a:gd name="connsiteX4441" fmla="*/ 2084451 w 3114960"/>
              <a:gd name="connsiteY4441" fmla="*/ 53150 h 5143785"/>
              <a:gd name="connsiteX4442" fmla="*/ 2076831 w 3114960"/>
              <a:gd name="connsiteY4442" fmla="*/ 49911 h 5143785"/>
              <a:gd name="connsiteX4443" fmla="*/ 2069116 w 3114960"/>
              <a:gd name="connsiteY4443" fmla="*/ 53054 h 5143785"/>
              <a:gd name="connsiteX4444" fmla="*/ 2065877 w 3114960"/>
              <a:gd name="connsiteY4444" fmla="*/ 60674 h 5143785"/>
              <a:gd name="connsiteX4445" fmla="*/ 2069021 w 3114960"/>
              <a:gd name="connsiteY4445" fmla="*/ 68390 h 5143785"/>
              <a:gd name="connsiteX4446" fmla="*/ 2074069 w 3114960"/>
              <a:gd name="connsiteY4446" fmla="*/ 71152 h 5143785"/>
              <a:gd name="connsiteX4447" fmla="*/ 2074069 w 3114960"/>
              <a:gd name="connsiteY4447" fmla="*/ 107061 h 5143785"/>
              <a:gd name="connsiteX4448" fmla="*/ 2091404 w 3114960"/>
              <a:gd name="connsiteY4448" fmla="*/ 126111 h 5143785"/>
              <a:gd name="connsiteX4449" fmla="*/ 2091404 w 3114960"/>
              <a:gd name="connsiteY4449" fmla="*/ 213551 h 5143785"/>
              <a:gd name="connsiteX4450" fmla="*/ 2059781 w 3114960"/>
              <a:gd name="connsiteY4450" fmla="*/ 246793 h 5143785"/>
              <a:gd name="connsiteX4451" fmla="*/ 2102930 w 3114960"/>
              <a:gd name="connsiteY4451" fmla="*/ 509683 h 5143785"/>
              <a:gd name="connsiteX4452" fmla="*/ 2103501 w 3114960"/>
              <a:gd name="connsiteY4452" fmla="*/ 510254 h 5143785"/>
              <a:gd name="connsiteX4453" fmla="*/ 2103501 w 3114960"/>
              <a:gd name="connsiteY4453" fmla="*/ 522923 h 5143785"/>
              <a:gd name="connsiteX4454" fmla="*/ 2102930 w 3114960"/>
              <a:gd name="connsiteY4454" fmla="*/ 523494 h 5143785"/>
              <a:gd name="connsiteX4455" fmla="*/ 2090261 w 3114960"/>
              <a:gd name="connsiteY4455" fmla="*/ 523494 h 5143785"/>
              <a:gd name="connsiteX4456" fmla="*/ 2089690 w 3114960"/>
              <a:gd name="connsiteY4456" fmla="*/ 522923 h 5143785"/>
              <a:gd name="connsiteX4457" fmla="*/ 2089690 w 3114960"/>
              <a:gd name="connsiteY4457" fmla="*/ 510254 h 5143785"/>
              <a:gd name="connsiteX4458" fmla="*/ 2090261 w 3114960"/>
              <a:gd name="connsiteY4458" fmla="*/ 509683 h 5143785"/>
              <a:gd name="connsiteX4459" fmla="*/ 2102930 w 3114960"/>
              <a:gd name="connsiteY4459" fmla="*/ 509683 h 5143785"/>
              <a:gd name="connsiteX4460" fmla="*/ 2076926 w 3114960"/>
              <a:gd name="connsiteY4460" fmla="*/ 66866 h 5143785"/>
              <a:gd name="connsiteX4461" fmla="*/ 2072640 w 3114960"/>
              <a:gd name="connsiteY4461" fmla="*/ 65056 h 5143785"/>
              <a:gd name="connsiteX4462" fmla="*/ 2070926 w 3114960"/>
              <a:gd name="connsiteY4462" fmla="*/ 60770 h 5143785"/>
              <a:gd name="connsiteX4463" fmla="*/ 2072735 w 3114960"/>
              <a:gd name="connsiteY4463" fmla="*/ 56483 h 5143785"/>
              <a:gd name="connsiteX4464" fmla="*/ 2076926 w 3114960"/>
              <a:gd name="connsiteY4464" fmla="*/ 54769 h 5143785"/>
              <a:gd name="connsiteX4465" fmla="*/ 2076926 w 3114960"/>
              <a:gd name="connsiteY4465" fmla="*/ 54769 h 5143785"/>
              <a:gd name="connsiteX4466" fmla="*/ 2081213 w 3114960"/>
              <a:gd name="connsiteY4466" fmla="*/ 56579 h 5143785"/>
              <a:gd name="connsiteX4467" fmla="*/ 2082927 w 3114960"/>
              <a:gd name="connsiteY4467" fmla="*/ 60865 h 5143785"/>
              <a:gd name="connsiteX4468" fmla="*/ 2081117 w 3114960"/>
              <a:gd name="connsiteY4468" fmla="*/ 65151 h 5143785"/>
              <a:gd name="connsiteX4469" fmla="*/ 2076926 w 3114960"/>
              <a:gd name="connsiteY4469" fmla="*/ 66866 h 5143785"/>
              <a:gd name="connsiteX4470" fmla="*/ 2076926 w 3114960"/>
              <a:gd name="connsiteY4470" fmla="*/ 66866 h 5143785"/>
              <a:gd name="connsiteX4471" fmla="*/ 728091 w 3114960"/>
              <a:gd name="connsiteY4471" fmla="*/ 4387692 h 5143785"/>
              <a:gd name="connsiteX4472" fmla="*/ 734282 w 3114960"/>
              <a:gd name="connsiteY4472" fmla="*/ 4382262 h 5143785"/>
              <a:gd name="connsiteX4473" fmla="*/ 738950 w 3114960"/>
              <a:gd name="connsiteY4473" fmla="*/ 4387596 h 5143785"/>
              <a:gd name="connsiteX4474" fmla="*/ 732758 w 3114960"/>
              <a:gd name="connsiteY4474" fmla="*/ 4393026 h 5143785"/>
              <a:gd name="connsiteX4475" fmla="*/ 728091 w 3114960"/>
              <a:gd name="connsiteY4475" fmla="*/ 4387692 h 5143785"/>
              <a:gd name="connsiteX4476" fmla="*/ 2642997 w 3114960"/>
              <a:gd name="connsiteY4476" fmla="*/ 78391 h 5143785"/>
              <a:gd name="connsiteX4477" fmla="*/ 2642997 w 3114960"/>
              <a:gd name="connsiteY4477" fmla="*/ 81725 h 5143785"/>
              <a:gd name="connsiteX4478" fmla="*/ 2635758 w 3114960"/>
              <a:gd name="connsiteY4478" fmla="*/ 88964 h 5143785"/>
              <a:gd name="connsiteX4479" fmla="*/ 2572988 w 3114960"/>
              <a:gd name="connsiteY4479" fmla="*/ 88964 h 5143785"/>
              <a:gd name="connsiteX4480" fmla="*/ 2565749 w 3114960"/>
              <a:gd name="connsiteY4480" fmla="*/ 81725 h 5143785"/>
              <a:gd name="connsiteX4481" fmla="*/ 2565749 w 3114960"/>
              <a:gd name="connsiteY4481" fmla="*/ 78391 h 5143785"/>
              <a:gd name="connsiteX4482" fmla="*/ 2572988 w 3114960"/>
              <a:gd name="connsiteY4482" fmla="*/ 71152 h 5143785"/>
              <a:gd name="connsiteX4483" fmla="*/ 2635758 w 3114960"/>
              <a:gd name="connsiteY4483" fmla="*/ 71152 h 5143785"/>
              <a:gd name="connsiteX4484" fmla="*/ 2642997 w 3114960"/>
              <a:gd name="connsiteY4484" fmla="*/ 78391 h 5143785"/>
              <a:gd name="connsiteX4485" fmla="*/ 774668 w 3114960"/>
              <a:gd name="connsiteY4485" fmla="*/ 4296442 h 5143785"/>
              <a:gd name="connsiteX4486" fmla="*/ 767525 w 3114960"/>
              <a:gd name="connsiteY4486" fmla="*/ 4296442 h 5143785"/>
              <a:gd name="connsiteX4487" fmla="*/ 767525 w 3114960"/>
              <a:gd name="connsiteY4487" fmla="*/ 4291679 h 5143785"/>
              <a:gd name="connsiteX4488" fmla="*/ 774668 w 3114960"/>
              <a:gd name="connsiteY4488" fmla="*/ 4291679 h 5143785"/>
              <a:gd name="connsiteX4489" fmla="*/ 774668 w 3114960"/>
              <a:gd name="connsiteY4489" fmla="*/ 4296442 h 5143785"/>
              <a:gd name="connsiteX4490" fmla="*/ 555117 w 3114960"/>
              <a:gd name="connsiteY4490" fmla="*/ 2318766 h 5143785"/>
              <a:gd name="connsiteX4491" fmla="*/ 547402 w 3114960"/>
              <a:gd name="connsiteY4491" fmla="*/ 2302478 h 5143785"/>
              <a:gd name="connsiteX4492" fmla="*/ 545402 w 3114960"/>
              <a:gd name="connsiteY4492" fmla="*/ 2302193 h 5143785"/>
              <a:gd name="connsiteX4493" fmla="*/ 545402 w 3114960"/>
              <a:gd name="connsiteY4493" fmla="*/ 2299430 h 5143785"/>
              <a:gd name="connsiteX4494" fmla="*/ 540639 w 3114960"/>
              <a:gd name="connsiteY4494" fmla="*/ 2299430 h 5143785"/>
              <a:gd name="connsiteX4495" fmla="*/ 540639 w 3114960"/>
              <a:gd name="connsiteY4495" fmla="*/ 2302288 h 5143785"/>
              <a:gd name="connsiteX4496" fmla="*/ 537686 w 3114960"/>
              <a:gd name="connsiteY4496" fmla="*/ 2303050 h 5143785"/>
              <a:gd name="connsiteX4497" fmla="*/ 531209 w 3114960"/>
              <a:gd name="connsiteY4497" fmla="*/ 2310289 h 5143785"/>
              <a:gd name="connsiteX4498" fmla="*/ 531686 w 3114960"/>
              <a:gd name="connsiteY4498" fmla="*/ 2320004 h 5143785"/>
              <a:gd name="connsiteX4499" fmla="*/ 538925 w 3114960"/>
              <a:gd name="connsiteY4499" fmla="*/ 2326481 h 5143785"/>
              <a:gd name="connsiteX4500" fmla="*/ 543211 w 3114960"/>
              <a:gd name="connsiteY4500" fmla="*/ 2327243 h 5143785"/>
              <a:gd name="connsiteX4501" fmla="*/ 548640 w 3114960"/>
              <a:gd name="connsiteY4501" fmla="*/ 2326005 h 5143785"/>
              <a:gd name="connsiteX4502" fmla="*/ 548926 w 3114960"/>
              <a:gd name="connsiteY4502" fmla="*/ 2325815 h 5143785"/>
              <a:gd name="connsiteX4503" fmla="*/ 608076 w 3114960"/>
              <a:gd name="connsiteY4503" fmla="*/ 2391442 h 5143785"/>
              <a:gd name="connsiteX4504" fmla="*/ 608076 w 3114960"/>
              <a:gd name="connsiteY4504" fmla="*/ 2422589 h 5143785"/>
              <a:gd name="connsiteX4505" fmla="*/ 601885 w 3114960"/>
              <a:gd name="connsiteY4505" fmla="*/ 2429828 h 5143785"/>
              <a:gd name="connsiteX4506" fmla="*/ 601885 w 3114960"/>
              <a:gd name="connsiteY4506" fmla="*/ 2477643 h 5143785"/>
              <a:gd name="connsiteX4507" fmla="*/ 609410 w 3114960"/>
              <a:gd name="connsiteY4507" fmla="*/ 2485168 h 5143785"/>
              <a:gd name="connsiteX4508" fmla="*/ 611600 w 3114960"/>
              <a:gd name="connsiteY4508" fmla="*/ 2485168 h 5143785"/>
              <a:gd name="connsiteX4509" fmla="*/ 619125 w 3114960"/>
              <a:gd name="connsiteY4509" fmla="*/ 2477643 h 5143785"/>
              <a:gd name="connsiteX4510" fmla="*/ 619125 w 3114960"/>
              <a:gd name="connsiteY4510" fmla="*/ 2429828 h 5143785"/>
              <a:gd name="connsiteX4511" fmla="*/ 612839 w 3114960"/>
              <a:gd name="connsiteY4511" fmla="*/ 2422589 h 5143785"/>
              <a:gd name="connsiteX4512" fmla="*/ 612839 w 3114960"/>
              <a:gd name="connsiteY4512" fmla="*/ 2389632 h 5143785"/>
              <a:gd name="connsiteX4513" fmla="*/ 552641 w 3114960"/>
              <a:gd name="connsiteY4513" fmla="*/ 2322957 h 5143785"/>
              <a:gd name="connsiteX4514" fmla="*/ 555117 w 3114960"/>
              <a:gd name="connsiteY4514" fmla="*/ 2318861 h 5143785"/>
              <a:gd name="connsiteX4515" fmla="*/ 550640 w 3114960"/>
              <a:gd name="connsiteY4515" fmla="*/ 2317242 h 5143785"/>
              <a:gd name="connsiteX4516" fmla="*/ 546545 w 3114960"/>
              <a:gd name="connsiteY4516" fmla="*/ 2321719 h 5143785"/>
              <a:gd name="connsiteX4517" fmla="*/ 540449 w 3114960"/>
              <a:gd name="connsiteY4517" fmla="*/ 2322005 h 5143785"/>
              <a:gd name="connsiteX4518" fmla="*/ 535972 w 3114960"/>
              <a:gd name="connsiteY4518" fmla="*/ 2317909 h 5143785"/>
              <a:gd name="connsiteX4519" fmla="*/ 535686 w 3114960"/>
              <a:gd name="connsiteY4519" fmla="*/ 2311813 h 5143785"/>
              <a:gd name="connsiteX4520" fmla="*/ 539782 w 3114960"/>
              <a:gd name="connsiteY4520" fmla="*/ 2307241 h 5143785"/>
              <a:gd name="connsiteX4521" fmla="*/ 543211 w 3114960"/>
              <a:gd name="connsiteY4521" fmla="*/ 2306479 h 5143785"/>
              <a:gd name="connsiteX4522" fmla="*/ 545878 w 3114960"/>
              <a:gd name="connsiteY4522" fmla="*/ 2306955 h 5143785"/>
              <a:gd name="connsiteX4523" fmla="*/ 550736 w 3114960"/>
              <a:gd name="connsiteY4523" fmla="*/ 2317147 h 5143785"/>
              <a:gd name="connsiteX4524" fmla="*/ 616744 w 3114960"/>
              <a:gd name="connsiteY4524" fmla="*/ 2477643 h 5143785"/>
              <a:gd name="connsiteX4525" fmla="*/ 611600 w 3114960"/>
              <a:gd name="connsiteY4525" fmla="*/ 2482787 h 5143785"/>
              <a:gd name="connsiteX4526" fmla="*/ 609410 w 3114960"/>
              <a:gd name="connsiteY4526" fmla="*/ 2482787 h 5143785"/>
              <a:gd name="connsiteX4527" fmla="*/ 604266 w 3114960"/>
              <a:gd name="connsiteY4527" fmla="*/ 2477643 h 5143785"/>
              <a:gd name="connsiteX4528" fmla="*/ 604266 w 3114960"/>
              <a:gd name="connsiteY4528" fmla="*/ 2474881 h 5143785"/>
              <a:gd name="connsiteX4529" fmla="*/ 616744 w 3114960"/>
              <a:gd name="connsiteY4529" fmla="*/ 2474881 h 5143785"/>
              <a:gd name="connsiteX4530" fmla="*/ 616744 w 3114960"/>
              <a:gd name="connsiteY4530" fmla="*/ 2477643 h 5143785"/>
              <a:gd name="connsiteX4531" fmla="*/ 616744 w 3114960"/>
              <a:gd name="connsiteY4531" fmla="*/ 2472500 h 5143785"/>
              <a:gd name="connsiteX4532" fmla="*/ 604266 w 3114960"/>
              <a:gd name="connsiteY4532" fmla="*/ 2472500 h 5143785"/>
              <a:gd name="connsiteX4533" fmla="*/ 604266 w 3114960"/>
              <a:gd name="connsiteY4533" fmla="*/ 2471833 h 5143785"/>
              <a:gd name="connsiteX4534" fmla="*/ 616744 w 3114960"/>
              <a:gd name="connsiteY4534" fmla="*/ 2471833 h 5143785"/>
              <a:gd name="connsiteX4535" fmla="*/ 616744 w 3114960"/>
              <a:gd name="connsiteY4535" fmla="*/ 2472500 h 5143785"/>
              <a:gd name="connsiteX4536" fmla="*/ 616744 w 3114960"/>
              <a:gd name="connsiteY4536" fmla="*/ 2469452 h 5143785"/>
              <a:gd name="connsiteX4537" fmla="*/ 604266 w 3114960"/>
              <a:gd name="connsiteY4537" fmla="*/ 2469452 h 5143785"/>
              <a:gd name="connsiteX4538" fmla="*/ 604266 w 3114960"/>
              <a:gd name="connsiteY4538" fmla="*/ 2462594 h 5143785"/>
              <a:gd name="connsiteX4539" fmla="*/ 616744 w 3114960"/>
              <a:gd name="connsiteY4539" fmla="*/ 2462594 h 5143785"/>
              <a:gd name="connsiteX4540" fmla="*/ 616744 w 3114960"/>
              <a:gd name="connsiteY4540" fmla="*/ 2469452 h 5143785"/>
              <a:gd name="connsiteX4541" fmla="*/ 616744 w 3114960"/>
              <a:gd name="connsiteY4541" fmla="*/ 2459546 h 5143785"/>
              <a:gd name="connsiteX4542" fmla="*/ 604266 w 3114960"/>
              <a:gd name="connsiteY4542" fmla="*/ 2459546 h 5143785"/>
              <a:gd name="connsiteX4543" fmla="*/ 604266 w 3114960"/>
              <a:gd name="connsiteY4543" fmla="*/ 2450497 h 5143785"/>
              <a:gd name="connsiteX4544" fmla="*/ 616744 w 3114960"/>
              <a:gd name="connsiteY4544" fmla="*/ 2450497 h 5143785"/>
              <a:gd name="connsiteX4545" fmla="*/ 616744 w 3114960"/>
              <a:gd name="connsiteY4545" fmla="*/ 2459546 h 5143785"/>
              <a:gd name="connsiteX4546" fmla="*/ 616744 w 3114960"/>
              <a:gd name="connsiteY4546" fmla="*/ 2448020 h 5143785"/>
              <a:gd name="connsiteX4547" fmla="*/ 604266 w 3114960"/>
              <a:gd name="connsiteY4547" fmla="*/ 2448020 h 5143785"/>
              <a:gd name="connsiteX4548" fmla="*/ 604266 w 3114960"/>
              <a:gd name="connsiteY4548" fmla="*/ 2447354 h 5143785"/>
              <a:gd name="connsiteX4549" fmla="*/ 616744 w 3114960"/>
              <a:gd name="connsiteY4549" fmla="*/ 2447354 h 5143785"/>
              <a:gd name="connsiteX4550" fmla="*/ 616744 w 3114960"/>
              <a:gd name="connsiteY4550" fmla="*/ 2448020 h 5143785"/>
              <a:gd name="connsiteX4551" fmla="*/ 616744 w 3114960"/>
              <a:gd name="connsiteY4551" fmla="*/ 2445068 h 5143785"/>
              <a:gd name="connsiteX4552" fmla="*/ 604266 w 3114960"/>
              <a:gd name="connsiteY4552" fmla="*/ 2445068 h 5143785"/>
              <a:gd name="connsiteX4553" fmla="*/ 604266 w 3114960"/>
              <a:gd name="connsiteY4553" fmla="*/ 2436209 h 5143785"/>
              <a:gd name="connsiteX4554" fmla="*/ 616744 w 3114960"/>
              <a:gd name="connsiteY4554" fmla="*/ 2436209 h 5143785"/>
              <a:gd name="connsiteX4555" fmla="*/ 616744 w 3114960"/>
              <a:gd name="connsiteY4555" fmla="*/ 2445068 h 5143785"/>
              <a:gd name="connsiteX4556" fmla="*/ 611600 w 3114960"/>
              <a:gd name="connsiteY4556" fmla="*/ 2424684 h 5143785"/>
              <a:gd name="connsiteX4557" fmla="*/ 616744 w 3114960"/>
              <a:gd name="connsiteY4557" fmla="*/ 2429828 h 5143785"/>
              <a:gd name="connsiteX4558" fmla="*/ 616744 w 3114960"/>
              <a:gd name="connsiteY4558" fmla="*/ 2433257 h 5143785"/>
              <a:gd name="connsiteX4559" fmla="*/ 604266 w 3114960"/>
              <a:gd name="connsiteY4559" fmla="*/ 2433257 h 5143785"/>
              <a:gd name="connsiteX4560" fmla="*/ 604266 w 3114960"/>
              <a:gd name="connsiteY4560" fmla="*/ 2429828 h 5143785"/>
              <a:gd name="connsiteX4561" fmla="*/ 609410 w 3114960"/>
              <a:gd name="connsiteY4561" fmla="*/ 2424684 h 5143785"/>
              <a:gd name="connsiteX4562" fmla="*/ 611600 w 3114960"/>
              <a:gd name="connsiteY4562" fmla="*/ 2424684 h 5143785"/>
              <a:gd name="connsiteX4563" fmla="*/ 759047 w 3114960"/>
              <a:gd name="connsiteY4563" fmla="*/ 4360640 h 5143785"/>
              <a:gd name="connsiteX4564" fmla="*/ 763715 w 3114960"/>
              <a:gd name="connsiteY4564" fmla="*/ 4365974 h 5143785"/>
              <a:gd name="connsiteX4565" fmla="*/ 757523 w 3114960"/>
              <a:gd name="connsiteY4565" fmla="*/ 4371404 h 5143785"/>
              <a:gd name="connsiteX4566" fmla="*/ 752856 w 3114960"/>
              <a:gd name="connsiteY4566" fmla="*/ 4366070 h 5143785"/>
              <a:gd name="connsiteX4567" fmla="*/ 759047 w 3114960"/>
              <a:gd name="connsiteY4567" fmla="*/ 4360640 h 5143785"/>
              <a:gd name="connsiteX4568" fmla="*/ 774668 w 3114960"/>
              <a:gd name="connsiteY4568" fmla="*/ 4311777 h 5143785"/>
              <a:gd name="connsiteX4569" fmla="*/ 767525 w 3114960"/>
              <a:gd name="connsiteY4569" fmla="*/ 4311777 h 5143785"/>
              <a:gd name="connsiteX4570" fmla="*/ 767525 w 3114960"/>
              <a:gd name="connsiteY4570" fmla="*/ 4304157 h 5143785"/>
              <a:gd name="connsiteX4571" fmla="*/ 774668 w 3114960"/>
              <a:gd name="connsiteY4571" fmla="*/ 4304157 h 5143785"/>
              <a:gd name="connsiteX4572" fmla="*/ 774668 w 3114960"/>
              <a:gd name="connsiteY4572" fmla="*/ 4311777 h 5143785"/>
              <a:gd name="connsiteX4573" fmla="*/ 740474 w 3114960"/>
              <a:gd name="connsiteY4573" fmla="*/ 4376928 h 5143785"/>
              <a:gd name="connsiteX4574" fmla="*/ 746665 w 3114960"/>
              <a:gd name="connsiteY4574" fmla="*/ 4371499 h 5143785"/>
              <a:gd name="connsiteX4575" fmla="*/ 751332 w 3114960"/>
              <a:gd name="connsiteY4575" fmla="*/ 4376833 h 5143785"/>
              <a:gd name="connsiteX4576" fmla="*/ 745141 w 3114960"/>
              <a:gd name="connsiteY4576" fmla="*/ 4382262 h 5143785"/>
              <a:gd name="connsiteX4577" fmla="*/ 740474 w 3114960"/>
              <a:gd name="connsiteY4577" fmla="*/ 4376928 h 5143785"/>
              <a:gd name="connsiteX4578" fmla="*/ 2423541 w 3114960"/>
              <a:gd name="connsiteY4578" fmla="*/ 213074 h 5143785"/>
              <a:gd name="connsiteX4579" fmla="*/ 2415826 w 3114960"/>
              <a:gd name="connsiteY4579" fmla="*/ 225743 h 5143785"/>
              <a:gd name="connsiteX4580" fmla="*/ 2420588 w 3114960"/>
              <a:gd name="connsiteY4580" fmla="*/ 232220 h 5143785"/>
              <a:gd name="connsiteX4581" fmla="*/ 2426018 w 3114960"/>
              <a:gd name="connsiteY4581" fmla="*/ 233744 h 5143785"/>
              <a:gd name="connsiteX4582" fmla="*/ 2428494 w 3114960"/>
              <a:gd name="connsiteY4582" fmla="*/ 233458 h 5143785"/>
              <a:gd name="connsiteX4583" fmla="*/ 2434971 w 3114960"/>
              <a:gd name="connsiteY4583" fmla="*/ 228695 h 5143785"/>
              <a:gd name="connsiteX4584" fmla="*/ 2436209 w 3114960"/>
              <a:gd name="connsiteY4584" fmla="*/ 220790 h 5143785"/>
              <a:gd name="connsiteX4585" fmla="*/ 2428494 w 3114960"/>
              <a:gd name="connsiteY4585" fmla="*/ 213265 h 5143785"/>
              <a:gd name="connsiteX4586" fmla="*/ 2428399 w 3114960"/>
              <a:gd name="connsiteY4586" fmla="*/ 192310 h 5143785"/>
              <a:gd name="connsiteX4587" fmla="*/ 2443925 w 3114960"/>
              <a:gd name="connsiteY4587" fmla="*/ 176594 h 5143785"/>
              <a:gd name="connsiteX4588" fmla="*/ 2526411 w 3114960"/>
              <a:gd name="connsiteY4588" fmla="*/ 176594 h 5143785"/>
              <a:gd name="connsiteX4589" fmla="*/ 2526411 w 3114960"/>
              <a:gd name="connsiteY4589" fmla="*/ 176213 h 5143785"/>
              <a:gd name="connsiteX4590" fmla="*/ 2530697 w 3114960"/>
              <a:gd name="connsiteY4590" fmla="*/ 179165 h 5143785"/>
              <a:gd name="connsiteX4591" fmla="*/ 2535841 w 3114960"/>
              <a:gd name="connsiteY4591" fmla="*/ 174403 h 5143785"/>
              <a:gd name="connsiteX4592" fmla="*/ 2531078 w 3114960"/>
              <a:gd name="connsiteY4592" fmla="*/ 169259 h 5143785"/>
              <a:gd name="connsiteX4593" fmla="*/ 2526506 w 3114960"/>
              <a:gd name="connsiteY4593" fmla="*/ 172117 h 5143785"/>
              <a:gd name="connsiteX4594" fmla="*/ 2526506 w 3114960"/>
              <a:gd name="connsiteY4594" fmla="*/ 171831 h 5143785"/>
              <a:gd name="connsiteX4595" fmla="*/ 2442020 w 3114960"/>
              <a:gd name="connsiteY4595" fmla="*/ 171831 h 5143785"/>
              <a:gd name="connsiteX4596" fmla="*/ 2423636 w 3114960"/>
              <a:gd name="connsiteY4596" fmla="*/ 190310 h 5143785"/>
              <a:gd name="connsiteX4597" fmla="*/ 2423636 w 3114960"/>
              <a:gd name="connsiteY4597" fmla="*/ 191262 h 5143785"/>
              <a:gd name="connsiteX4598" fmla="*/ 2423732 w 3114960"/>
              <a:gd name="connsiteY4598" fmla="*/ 212979 h 5143785"/>
              <a:gd name="connsiteX4599" fmla="*/ 2423541 w 3114960"/>
              <a:gd name="connsiteY4599" fmla="*/ 212979 h 5143785"/>
              <a:gd name="connsiteX4600" fmla="*/ 2424684 w 3114960"/>
              <a:gd name="connsiteY4600" fmla="*/ 217742 h 5143785"/>
              <a:gd name="connsiteX4601" fmla="*/ 2431542 w 3114960"/>
              <a:gd name="connsiteY4601" fmla="*/ 221933 h 5143785"/>
              <a:gd name="connsiteX4602" fmla="*/ 2430875 w 3114960"/>
              <a:gd name="connsiteY4602" fmla="*/ 226219 h 5143785"/>
              <a:gd name="connsiteX4603" fmla="*/ 2427351 w 3114960"/>
              <a:gd name="connsiteY4603" fmla="*/ 228791 h 5143785"/>
              <a:gd name="connsiteX4604" fmla="*/ 2423065 w 3114960"/>
              <a:gd name="connsiteY4604" fmla="*/ 228124 h 5143785"/>
              <a:gd name="connsiteX4605" fmla="*/ 2420493 w 3114960"/>
              <a:gd name="connsiteY4605" fmla="*/ 224600 h 5143785"/>
              <a:gd name="connsiteX4606" fmla="*/ 2424684 w 3114960"/>
              <a:gd name="connsiteY4606" fmla="*/ 217742 h 5143785"/>
              <a:gd name="connsiteX4607" fmla="*/ 663607 w 3114960"/>
              <a:gd name="connsiteY4607" fmla="*/ 4342353 h 5143785"/>
              <a:gd name="connsiteX4608" fmla="*/ 656463 w 3114960"/>
              <a:gd name="connsiteY4608" fmla="*/ 4342353 h 5143785"/>
              <a:gd name="connsiteX4609" fmla="*/ 656463 w 3114960"/>
              <a:gd name="connsiteY4609" fmla="*/ 4334732 h 5143785"/>
              <a:gd name="connsiteX4610" fmla="*/ 663607 w 3114960"/>
              <a:gd name="connsiteY4610" fmla="*/ 4334732 h 5143785"/>
              <a:gd name="connsiteX4611" fmla="*/ 663607 w 3114960"/>
              <a:gd name="connsiteY4611" fmla="*/ 4342353 h 5143785"/>
              <a:gd name="connsiteX4612" fmla="*/ 2019586 w 3114960"/>
              <a:gd name="connsiteY4612" fmla="*/ 104489 h 5143785"/>
              <a:gd name="connsiteX4613" fmla="*/ 2010347 w 3114960"/>
              <a:gd name="connsiteY4613" fmla="*/ 89345 h 5143785"/>
              <a:gd name="connsiteX4614" fmla="*/ 1995202 w 3114960"/>
              <a:gd name="connsiteY4614" fmla="*/ 98584 h 5143785"/>
              <a:gd name="connsiteX4615" fmla="*/ 2002822 w 3114960"/>
              <a:gd name="connsiteY4615" fmla="*/ 113157 h 5143785"/>
              <a:gd name="connsiteX4616" fmla="*/ 2002822 w 3114960"/>
              <a:gd name="connsiteY4616" fmla="*/ 150019 h 5143785"/>
              <a:gd name="connsiteX4617" fmla="*/ 2033397 w 3114960"/>
              <a:gd name="connsiteY4617" fmla="*/ 182404 h 5143785"/>
              <a:gd name="connsiteX4618" fmla="*/ 2033207 w 3114960"/>
              <a:gd name="connsiteY4618" fmla="*/ 213932 h 5143785"/>
              <a:gd name="connsiteX4619" fmla="*/ 2001012 w 3114960"/>
              <a:gd name="connsiteY4619" fmla="*/ 249555 h 5143785"/>
              <a:gd name="connsiteX4620" fmla="*/ 2001012 w 3114960"/>
              <a:gd name="connsiteY4620" fmla="*/ 369761 h 5143785"/>
              <a:gd name="connsiteX4621" fmla="*/ 2039588 w 3114960"/>
              <a:gd name="connsiteY4621" fmla="*/ 415862 h 5143785"/>
              <a:gd name="connsiteX4622" fmla="*/ 2039588 w 3114960"/>
              <a:gd name="connsiteY4622" fmla="*/ 542449 h 5143785"/>
              <a:gd name="connsiteX4623" fmla="*/ 2035683 w 3114960"/>
              <a:gd name="connsiteY4623" fmla="*/ 542449 h 5143785"/>
              <a:gd name="connsiteX4624" fmla="*/ 2030349 w 3114960"/>
              <a:gd name="connsiteY4624" fmla="*/ 547783 h 5143785"/>
              <a:gd name="connsiteX4625" fmla="*/ 2030349 w 3114960"/>
              <a:gd name="connsiteY4625" fmla="*/ 560451 h 5143785"/>
              <a:gd name="connsiteX4626" fmla="*/ 2035683 w 3114960"/>
              <a:gd name="connsiteY4626" fmla="*/ 565785 h 5143785"/>
              <a:gd name="connsiteX4627" fmla="*/ 2048351 w 3114960"/>
              <a:gd name="connsiteY4627" fmla="*/ 565785 h 5143785"/>
              <a:gd name="connsiteX4628" fmla="*/ 2053685 w 3114960"/>
              <a:gd name="connsiteY4628" fmla="*/ 560451 h 5143785"/>
              <a:gd name="connsiteX4629" fmla="*/ 2053685 w 3114960"/>
              <a:gd name="connsiteY4629" fmla="*/ 547783 h 5143785"/>
              <a:gd name="connsiteX4630" fmla="*/ 2048351 w 3114960"/>
              <a:gd name="connsiteY4630" fmla="*/ 542449 h 5143785"/>
              <a:gd name="connsiteX4631" fmla="*/ 2044446 w 3114960"/>
              <a:gd name="connsiteY4631" fmla="*/ 542449 h 5143785"/>
              <a:gd name="connsiteX4632" fmla="*/ 2044446 w 3114960"/>
              <a:gd name="connsiteY4632" fmla="*/ 414052 h 5143785"/>
              <a:gd name="connsiteX4633" fmla="*/ 2005870 w 3114960"/>
              <a:gd name="connsiteY4633" fmla="*/ 367951 h 5143785"/>
              <a:gd name="connsiteX4634" fmla="*/ 2005870 w 3114960"/>
              <a:gd name="connsiteY4634" fmla="*/ 251365 h 5143785"/>
              <a:gd name="connsiteX4635" fmla="*/ 2038064 w 3114960"/>
              <a:gd name="connsiteY4635" fmla="*/ 215837 h 5143785"/>
              <a:gd name="connsiteX4636" fmla="*/ 2038255 w 3114960"/>
              <a:gd name="connsiteY4636" fmla="*/ 182499 h 5143785"/>
              <a:gd name="connsiteX4637" fmla="*/ 2053781 w 3114960"/>
              <a:gd name="connsiteY4637" fmla="*/ 166307 h 5143785"/>
              <a:gd name="connsiteX4638" fmla="*/ 2053781 w 3114960"/>
              <a:gd name="connsiteY4638" fmla="*/ 145256 h 5143785"/>
              <a:gd name="connsiteX4639" fmla="*/ 2060162 w 3114960"/>
              <a:gd name="connsiteY4639" fmla="*/ 136493 h 5143785"/>
              <a:gd name="connsiteX4640" fmla="*/ 2050923 w 3114960"/>
              <a:gd name="connsiteY4640" fmla="*/ 128111 h 5143785"/>
              <a:gd name="connsiteX4641" fmla="*/ 2042541 w 3114960"/>
              <a:gd name="connsiteY4641" fmla="*/ 137351 h 5143785"/>
              <a:gd name="connsiteX4642" fmla="*/ 2048923 w 3114960"/>
              <a:gd name="connsiteY4642" fmla="*/ 145256 h 5143785"/>
              <a:gd name="connsiteX4643" fmla="*/ 2048923 w 3114960"/>
              <a:gd name="connsiteY4643" fmla="*/ 164306 h 5143785"/>
              <a:gd name="connsiteX4644" fmla="*/ 2035778 w 3114960"/>
              <a:gd name="connsiteY4644" fmla="*/ 178022 h 5143785"/>
              <a:gd name="connsiteX4645" fmla="*/ 2007584 w 3114960"/>
              <a:gd name="connsiteY4645" fmla="*/ 148114 h 5143785"/>
              <a:gd name="connsiteX4646" fmla="*/ 2007584 w 3114960"/>
              <a:gd name="connsiteY4646" fmla="*/ 114014 h 5143785"/>
              <a:gd name="connsiteX4647" fmla="*/ 2019586 w 3114960"/>
              <a:gd name="connsiteY4647" fmla="*/ 104394 h 5143785"/>
              <a:gd name="connsiteX4648" fmla="*/ 2048256 w 3114960"/>
              <a:gd name="connsiteY4648" fmla="*/ 547116 h 5143785"/>
              <a:gd name="connsiteX4649" fmla="*/ 2048828 w 3114960"/>
              <a:gd name="connsiteY4649" fmla="*/ 547688 h 5143785"/>
              <a:gd name="connsiteX4650" fmla="*/ 2048828 w 3114960"/>
              <a:gd name="connsiteY4650" fmla="*/ 560356 h 5143785"/>
              <a:gd name="connsiteX4651" fmla="*/ 2048256 w 3114960"/>
              <a:gd name="connsiteY4651" fmla="*/ 560927 h 5143785"/>
              <a:gd name="connsiteX4652" fmla="*/ 2035588 w 3114960"/>
              <a:gd name="connsiteY4652" fmla="*/ 560927 h 5143785"/>
              <a:gd name="connsiteX4653" fmla="*/ 2035016 w 3114960"/>
              <a:gd name="connsiteY4653" fmla="*/ 560356 h 5143785"/>
              <a:gd name="connsiteX4654" fmla="*/ 2035016 w 3114960"/>
              <a:gd name="connsiteY4654" fmla="*/ 547688 h 5143785"/>
              <a:gd name="connsiteX4655" fmla="*/ 2035588 w 3114960"/>
              <a:gd name="connsiteY4655" fmla="*/ 547116 h 5143785"/>
              <a:gd name="connsiteX4656" fmla="*/ 2048256 w 3114960"/>
              <a:gd name="connsiteY4656" fmla="*/ 547116 h 5143785"/>
              <a:gd name="connsiteX4657" fmla="*/ 2005489 w 3114960"/>
              <a:gd name="connsiteY4657" fmla="*/ 109061 h 5143785"/>
              <a:gd name="connsiteX4658" fmla="*/ 1999774 w 3114960"/>
              <a:gd name="connsiteY4658" fmla="*/ 99632 h 5143785"/>
              <a:gd name="connsiteX4659" fmla="*/ 2009203 w 3114960"/>
              <a:gd name="connsiteY4659" fmla="*/ 93917 h 5143785"/>
              <a:gd name="connsiteX4660" fmla="*/ 2014919 w 3114960"/>
              <a:gd name="connsiteY4660" fmla="*/ 103346 h 5143785"/>
              <a:gd name="connsiteX4661" fmla="*/ 2005489 w 3114960"/>
              <a:gd name="connsiteY4661" fmla="*/ 109061 h 5143785"/>
              <a:gd name="connsiteX4662" fmla="*/ 2207609 w 3114960"/>
              <a:gd name="connsiteY4662" fmla="*/ 32766 h 5143785"/>
              <a:gd name="connsiteX4663" fmla="*/ 2199989 w 3114960"/>
              <a:gd name="connsiteY4663" fmla="*/ 29528 h 5143785"/>
              <a:gd name="connsiteX4664" fmla="*/ 2192274 w 3114960"/>
              <a:gd name="connsiteY4664" fmla="*/ 32576 h 5143785"/>
              <a:gd name="connsiteX4665" fmla="*/ 2189036 w 3114960"/>
              <a:gd name="connsiteY4665" fmla="*/ 40196 h 5143785"/>
              <a:gd name="connsiteX4666" fmla="*/ 2199704 w 3114960"/>
              <a:gd name="connsiteY4666" fmla="*/ 51149 h 5143785"/>
              <a:gd name="connsiteX4667" fmla="*/ 2199799 w 3114960"/>
              <a:gd name="connsiteY4667" fmla="*/ 51149 h 5143785"/>
              <a:gd name="connsiteX4668" fmla="*/ 2206943 w 3114960"/>
              <a:gd name="connsiteY4668" fmla="*/ 48292 h 5143785"/>
              <a:gd name="connsiteX4669" fmla="*/ 2339721 w 3114960"/>
              <a:gd name="connsiteY4669" fmla="*/ 172403 h 5143785"/>
              <a:gd name="connsiteX4670" fmla="*/ 2386775 w 3114960"/>
              <a:gd name="connsiteY4670" fmla="*/ 172403 h 5143785"/>
              <a:gd name="connsiteX4671" fmla="*/ 2386775 w 3114960"/>
              <a:gd name="connsiteY4671" fmla="*/ 172974 h 5143785"/>
              <a:gd name="connsiteX4672" fmla="*/ 2392490 w 3114960"/>
              <a:gd name="connsiteY4672" fmla="*/ 180785 h 5143785"/>
              <a:gd name="connsiteX4673" fmla="*/ 2399062 w 3114960"/>
              <a:gd name="connsiteY4673" fmla="*/ 182594 h 5143785"/>
              <a:gd name="connsiteX4674" fmla="*/ 2402015 w 3114960"/>
              <a:gd name="connsiteY4674" fmla="*/ 182213 h 5143785"/>
              <a:gd name="connsiteX4675" fmla="*/ 2409825 w 3114960"/>
              <a:gd name="connsiteY4675" fmla="*/ 176594 h 5143785"/>
              <a:gd name="connsiteX4676" fmla="*/ 2411349 w 3114960"/>
              <a:gd name="connsiteY4676" fmla="*/ 167069 h 5143785"/>
              <a:gd name="connsiteX4677" fmla="*/ 2405634 w 3114960"/>
              <a:gd name="connsiteY4677" fmla="*/ 159258 h 5143785"/>
              <a:gd name="connsiteX4678" fmla="*/ 2396109 w 3114960"/>
              <a:gd name="connsiteY4678" fmla="*/ 157734 h 5143785"/>
              <a:gd name="connsiteX4679" fmla="*/ 2388299 w 3114960"/>
              <a:gd name="connsiteY4679" fmla="*/ 163354 h 5143785"/>
              <a:gd name="connsiteX4680" fmla="*/ 2386775 w 3114960"/>
              <a:gd name="connsiteY4680" fmla="*/ 167545 h 5143785"/>
              <a:gd name="connsiteX4681" fmla="*/ 2341626 w 3114960"/>
              <a:gd name="connsiteY4681" fmla="*/ 167545 h 5143785"/>
              <a:gd name="connsiteX4682" fmla="*/ 2209800 w 3114960"/>
              <a:gd name="connsiteY4682" fmla="*/ 44291 h 5143785"/>
              <a:gd name="connsiteX4683" fmla="*/ 2210657 w 3114960"/>
              <a:gd name="connsiteY4683" fmla="*/ 40291 h 5143785"/>
              <a:gd name="connsiteX4684" fmla="*/ 2207609 w 3114960"/>
              <a:gd name="connsiteY4684" fmla="*/ 32576 h 5143785"/>
              <a:gd name="connsiteX4685" fmla="*/ 2204180 w 3114960"/>
              <a:gd name="connsiteY4685" fmla="*/ 44672 h 5143785"/>
              <a:gd name="connsiteX4686" fmla="*/ 2199989 w 3114960"/>
              <a:gd name="connsiteY4686" fmla="*/ 46387 h 5143785"/>
              <a:gd name="connsiteX4687" fmla="*/ 2199989 w 3114960"/>
              <a:gd name="connsiteY4687" fmla="*/ 46387 h 5143785"/>
              <a:gd name="connsiteX4688" fmla="*/ 2193989 w 3114960"/>
              <a:gd name="connsiteY4688" fmla="*/ 40291 h 5143785"/>
              <a:gd name="connsiteX4689" fmla="*/ 2200085 w 3114960"/>
              <a:gd name="connsiteY4689" fmla="*/ 34290 h 5143785"/>
              <a:gd name="connsiteX4690" fmla="*/ 2200085 w 3114960"/>
              <a:gd name="connsiteY4690" fmla="*/ 34290 h 5143785"/>
              <a:gd name="connsiteX4691" fmla="*/ 2204371 w 3114960"/>
              <a:gd name="connsiteY4691" fmla="*/ 36100 h 5143785"/>
              <a:gd name="connsiteX4692" fmla="*/ 2206085 w 3114960"/>
              <a:gd name="connsiteY4692" fmla="*/ 40386 h 5143785"/>
              <a:gd name="connsiteX4693" fmla="*/ 2204276 w 3114960"/>
              <a:gd name="connsiteY4693" fmla="*/ 44672 h 5143785"/>
              <a:gd name="connsiteX4694" fmla="*/ 2392490 w 3114960"/>
              <a:gd name="connsiteY4694" fmla="*/ 165926 h 5143785"/>
              <a:gd name="connsiteX4695" fmla="*/ 2397347 w 3114960"/>
              <a:gd name="connsiteY4695" fmla="*/ 162401 h 5143785"/>
              <a:gd name="connsiteX4696" fmla="*/ 2399157 w 3114960"/>
              <a:gd name="connsiteY4696" fmla="*/ 162211 h 5143785"/>
              <a:gd name="connsiteX4697" fmla="*/ 2406777 w 3114960"/>
              <a:gd name="connsiteY4697" fmla="*/ 168212 h 5143785"/>
              <a:gd name="connsiteX4698" fmla="*/ 2405825 w 3114960"/>
              <a:gd name="connsiteY4698" fmla="*/ 174117 h 5143785"/>
              <a:gd name="connsiteX4699" fmla="*/ 2400967 w 3114960"/>
              <a:gd name="connsiteY4699" fmla="*/ 177641 h 5143785"/>
              <a:gd name="connsiteX4700" fmla="*/ 2395061 w 3114960"/>
              <a:gd name="connsiteY4700" fmla="*/ 176689 h 5143785"/>
              <a:gd name="connsiteX4701" fmla="*/ 2391537 w 3114960"/>
              <a:gd name="connsiteY4701" fmla="*/ 171831 h 5143785"/>
              <a:gd name="connsiteX4702" fmla="*/ 2392490 w 3114960"/>
              <a:gd name="connsiteY4702" fmla="*/ 165926 h 5143785"/>
              <a:gd name="connsiteX4703" fmla="*/ 1142524 w 3114960"/>
              <a:gd name="connsiteY4703" fmla="*/ 231743 h 5143785"/>
              <a:gd name="connsiteX4704" fmla="*/ 1149668 w 3114960"/>
              <a:gd name="connsiteY4704" fmla="*/ 231743 h 5143785"/>
              <a:gd name="connsiteX4705" fmla="*/ 1149668 w 3114960"/>
              <a:gd name="connsiteY4705" fmla="*/ 242030 h 5143785"/>
              <a:gd name="connsiteX4706" fmla="*/ 1142524 w 3114960"/>
              <a:gd name="connsiteY4706" fmla="*/ 242030 h 5143785"/>
              <a:gd name="connsiteX4707" fmla="*/ 1142524 w 3114960"/>
              <a:gd name="connsiteY4707" fmla="*/ 231743 h 5143785"/>
              <a:gd name="connsiteX4708" fmla="*/ 1906810 w 3114960"/>
              <a:gd name="connsiteY4708" fmla="*/ 675704 h 5143785"/>
              <a:gd name="connsiteX4709" fmla="*/ 1895856 w 3114960"/>
              <a:gd name="connsiteY4709" fmla="*/ 664750 h 5143785"/>
              <a:gd name="connsiteX4710" fmla="*/ 1884902 w 3114960"/>
              <a:gd name="connsiteY4710" fmla="*/ 675704 h 5143785"/>
              <a:gd name="connsiteX4711" fmla="*/ 1893475 w 3114960"/>
              <a:gd name="connsiteY4711" fmla="*/ 686181 h 5143785"/>
              <a:gd name="connsiteX4712" fmla="*/ 1893475 w 3114960"/>
              <a:gd name="connsiteY4712" fmla="*/ 746379 h 5143785"/>
              <a:gd name="connsiteX4713" fmla="*/ 1910239 w 3114960"/>
              <a:gd name="connsiteY4713" fmla="*/ 763334 h 5143785"/>
              <a:gd name="connsiteX4714" fmla="*/ 1944243 w 3114960"/>
              <a:gd name="connsiteY4714" fmla="*/ 763334 h 5143785"/>
              <a:gd name="connsiteX4715" fmla="*/ 1969484 w 3114960"/>
              <a:gd name="connsiteY4715" fmla="*/ 785527 h 5143785"/>
              <a:gd name="connsiteX4716" fmla="*/ 1969484 w 3114960"/>
              <a:gd name="connsiteY4716" fmla="*/ 933260 h 5143785"/>
              <a:gd name="connsiteX4717" fmla="*/ 1950244 w 3114960"/>
              <a:gd name="connsiteY4717" fmla="*/ 952310 h 5143785"/>
              <a:gd name="connsiteX4718" fmla="*/ 1950244 w 3114960"/>
              <a:gd name="connsiteY4718" fmla="*/ 1086898 h 5143785"/>
              <a:gd name="connsiteX4719" fmla="*/ 1932051 w 3114960"/>
              <a:gd name="connsiteY4719" fmla="*/ 1105186 h 5143785"/>
              <a:gd name="connsiteX4720" fmla="*/ 1918049 w 3114960"/>
              <a:gd name="connsiteY4720" fmla="*/ 1104329 h 5143785"/>
              <a:gd name="connsiteX4721" fmla="*/ 1910048 w 3114960"/>
              <a:gd name="connsiteY4721" fmla="*/ 1115092 h 5143785"/>
              <a:gd name="connsiteX4722" fmla="*/ 1799082 w 3114960"/>
              <a:gd name="connsiteY4722" fmla="*/ 1115092 h 5143785"/>
              <a:gd name="connsiteX4723" fmla="*/ 1776508 w 3114960"/>
              <a:gd name="connsiteY4723" fmla="*/ 1094232 h 5143785"/>
              <a:gd name="connsiteX4724" fmla="*/ 1635538 w 3114960"/>
              <a:gd name="connsiteY4724" fmla="*/ 1094042 h 5143785"/>
              <a:gd name="connsiteX4725" fmla="*/ 1634300 w 3114960"/>
              <a:gd name="connsiteY4725" fmla="*/ 1090136 h 5143785"/>
              <a:gd name="connsiteX4726" fmla="*/ 1614869 w 3114960"/>
              <a:gd name="connsiteY4726" fmla="*/ 1083278 h 5143785"/>
              <a:gd name="connsiteX4727" fmla="*/ 1608011 w 3114960"/>
              <a:gd name="connsiteY4727" fmla="*/ 1102709 h 5143785"/>
              <a:gd name="connsiteX4728" fmla="*/ 1616297 w 3114960"/>
              <a:gd name="connsiteY4728" fmla="*/ 1110139 h 5143785"/>
              <a:gd name="connsiteX4729" fmla="*/ 1621155 w 3114960"/>
              <a:gd name="connsiteY4729" fmla="*/ 1110996 h 5143785"/>
              <a:gd name="connsiteX4730" fmla="*/ 1627442 w 3114960"/>
              <a:gd name="connsiteY4730" fmla="*/ 1109567 h 5143785"/>
              <a:gd name="connsiteX4731" fmla="*/ 1633823 w 3114960"/>
              <a:gd name="connsiteY4731" fmla="*/ 1103376 h 5143785"/>
              <a:gd name="connsiteX4732" fmla="*/ 1635443 w 3114960"/>
              <a:gd name="connsiteY4732" fmla="*/ 1098899 h 5143785"/>
              <a:gd name="connsiteX4733" fmla="*/ 1774698 w 3114960"/>
              <a:gd name="connsiteY4733" fmla="*/ 1099090 h 5143785"/>
              <a:gd name="connsiteX4734" fmla="*/ 1797272 w 3114960"/>
              <a:gd name="connsiteY4734" fmla="*/ 1120045 h 5143785"/>
              <a:gd name="connsiteX4735" fmla="*/ 1910144 w 3114960"/>
              <a:gd name="connsiteY4735" fmla="*/ 1120045 h 5143785"/>
              <a:gd name="connsiteX4736" fmla="*/ 1911287 w 3114960"/>
              <a:gd name="connsiteY4736" fmla="*/ 1123855 h 5143785"/>
              <a:gd name="connsiteX4737" fmla="*/ 1924431 w 3114960"/>
              <a:gd name="connsiteY4737" fmla="*/ 1132142 h 5143785"/>
              <a:gd name="connsiteX4738" fmla="*/ 1930718 w 3114960"/>
              <a:gd name="connsiteY4738" fmla="*/ 1130713 h 5143785"/>
              <a:gd name="connsiteX4739" fmla="*/ 1938147 w 3114960"/>
              <a:gd name="connsiteY4739" fmla="*/ 1122426 h 5143785"/>
              <a:gd name="connsiteX4740" fmla="*/ 1937576 w 3114960"/>
              <a:gd name="connsiteY4740" fmla="*/ 1111282 h 5143785"/>
              <a:gd name="connsiteX4741" fmla="*/ 1935766 w 3114960"/>
              <a:gd name="connsiteY4741" fmla="*/ 1108424 h 5143785"/>
              <a:gd name="connsiteX4742" fmla="*/ 1955197 w 3114960"/>
              <a:gd name="connsiteY4742" fmla="*/ 1088993 h 5143785"/>
              <a:gd name="connsiteX4743" fmla="*/ 1955197 w 3114960"/>
              <a:gd name="connsiteY4743" fmla="*/ 954405 h 5143785"/>
              <a:gd name="connsiteX4744" fmla="*/ 1974437 w 3114960"/>
              <a:gd name="connsiteY4744" fmla="*/ 935355 h 5143785"/>
              <a:gd name="connsiteX4745" fmla="*/ 1974437 w 3114960"/>
              <a:gd name="connsiteY4745" fmla="*/ 783527 h 5143785"/>
              <a:gd name="connsiteX4746" fmla="*/ 1946243 w 3114960"/>
              <a:gd name="connsiteY4746" fmla="*/ 758762 h 5143785"/>
              <a:gd name="connsiteX4747" fmla="*/ 1912430 w 3114960"/>
              <a:gd name="connsiteY4747" fmla="*/ 758762 h 5143785"/>
              <a:gd name="connsiteX4748" fmla="*/ 1898428 w 3114960"/>
              <a:gd name="connsiteY4748" fmla="*/ 744569 h 5143785"/>
              <a:gd name="connsiteX4749" fmla="*/ 1898428 w 3114960"/>
              <a:gd name="connsiteY4749" fmla="*/ 686372 h 5143785"/>
              <a:gd name="connsiteX4750" fmla="*/ 1907000 w 3114960"/>
              <a:gd name="connsiteY4750" fmla="*/ 675894 h 5143785"/>
              <a:gd name="connsiteX4751" fmla="*/ 1629632 w 3114960"/>
              <a:gd name="connsiteY4751" fmla="*/ 1100900 h 5143785"/>
              <a:gd name="connsiteX4752" fmla="*/ 1625346 w 3114960"/>
              <a:gd name="connsiteY4752" fmla="*/ 1105281 h 5143785"/>
              <a:gd name="connsiteX4753" fmla="*/ 1617821 w 3114960"/>
              <a:gd name="connsiteY4753" fmla="*/ 1105662 h 5143785"/>
              <a:gd name="connsiteX4754" fmla="*/ 1612202 w 3114960"/>
              <a:gd name="connsiteY4754" fmla="*/ 1100709 h 5143785"/>
              <a:gd name="connsiteX4755" fmla="*/ 1616774 w 3114960"/>
              <a:gd name="connsiteY4755" fmla="*/ 1087660 h 5143785"/>
              <a:gd name="connsiteX4756" fmla="*/ 1620965 w 3114960"/>
              <a:gd name="connsiteY4756" fmla="*/ 1086707 h 5143785"/>
              <a:gd name="connsiteX4757" fmla="*/ 1629823 w 3114960"/>
              <a:gd name="connsiteY4757" fmla="*/ 1092232 h 5143785"/>
              <a:gd name="connsiteX4758" fmla="*/ 1629537 w 3114960"/>
              <a:gd name="connsiteY4758" fmla="*/ 1100900 h 5143785"/>
              <a:gd name="connsiteX4759" fmla="*/ 1933575 w 3114960"/>
              <a:gd name="connsiteY4759" fmla="*/ 1120616 h 5143785"/>
              <a:gd name="connsiteX4760" fmla="*/ 1928622 w 3114960"/>
              <a:gd name="connsiteY4760" fmla="*/ 1126141 h 5143785"/>
              <a:gd name="connsiteX4761" fmla="*/ 1915573 w 3114960"/>
              <a:gd name="connsiteY4761" fmla="*/ 1121569 h 5143785"/>
              <a:gd name="connsiteX4762" fmla="*/ 1920145 w 3114960"/>
              <a:gd name="connsiteY4762" fmla="*/ 1108520 h 5143785"/>
              <a:gd name="connsiteX4763" fmla="*/ 1924336 w 3114960"/>
              <a:gd name="connsiteY4763" fmla="*/ 1107567 h 5143785"/>
              <a:gd name="connsiteX4764" fmla="*/ 1927574 w 3114960"/>
              <a:gd name="connsiteY4764" fmla="*/ 1108139 h 5143785"/>
              <a:gd name="connsiteX4765" fmla="*/ 1933099 w 3114960"/>
              <a:gd name="connsiteY4765" fmla="*/ 1113092 h 5143785"/>
              <a:gd name="connsiteX4766" fmla="*/ 1933480 w 3114960"/>
              <a:gd name="connsiteY4766" fmla="*/ 1120616 h 5143785"/>
              <a:gd name="connsiteX4767" fmla="*/ 1895856 w 3114960"/>
              <a:gd name="connsiteY4767" fmla="*/ 681895 h 5143785"/>
              <a:gd name="connsiteX4768" fmla="*/ 1889665 w 3114960"/>
              <a:gd name="connsiteY4768" fmla="*/ 675704 h 5143785"/>
              <a:gd name="connsiteX4769" fmla="*/ 1895856 w 3114960"/>
              <a:gd name="connsiteY4769" fmla="*/ 669512 h 5143785"/>
              <a:gd name="connsiteX4770" fmla="*/ 1902047 w 3114960"/>
              <a:gd name="connsiteY4770" fmla="*/ 675704 h 5143785"/>
              <a:gd name="connsiteX4771" fmla="*/ 1895856 w 3114960"/>
              <a:gd name="connsiteY4771" fmla="*/ 681895 h 5143785"/>
              <a:gd name="connsiteX4772" fmla="*/ 1239488 w 3114960"/>
              <a:gd name="connsiteY4772" fmla="*/ 277940 h 5143785"/>
              <a:gd name="connsiteX4773" fmla="*/ 1239488 w 3114960"/>
              <a:gd name="connsiteY4773" fmla="*/ 340709 h 5143785"/>
              <a:gd name="connsiteX4774" fmla="*/ 1230725 w 3114960"/>
              <a:gd name="connsiteY4774" fmla="*/ 351282 h 5143785"/>
              <a:gd name="connsiteX4775" fmla="*/ 1241870 w 3114960"/>
              <a:gd name="connsiteY4775" fmla="*/ 362331 h 5143785"/>
              <a:gd name="connsiteX4776" fmla="*/ 1252919 w 3114960"/>
              <a:gd name="connsiteY4776" fmla="*/ 351282 h 5143785"/>
              <a:gd name="connsiteX4777" fmla="*/ 1244251 w 3114960"/>
              <a:gd name="connsiteY4777" fmla="*/ 340709 h 5143785"/>
              <a:gd name="connsiteX4778" fmla="*/ 1244251 w 3114960"/>
              <a:gd name="connsiteY4778" fmla="*/ 280226 h 5143785"/>
              <a:gd name="connsiteX4779" fmla="*/ 1254728 w 3114960"/>
              <a:gd name="connsiteY4779" fmla="*/ 272225 h 5143785"/>
              <a:gd name="connsiteX4780" fmla="*/ 1254728 w 3114960"/>
              <a:gd name="connsiteY4780" fmla="*/ 206788 h 5143785"/>
              <a:gd name="connsiteX4781" fmla="*/ 1255395 w 3114960"/>
              <a:gd name="connsiteY4781" fmla="*/ 206788 h 5143785"/>
              <a:gd name="connsiteX4782" fmla="*/ 1258062 w 3114960"/>
              <a:gd name="connsiteY4782" fmla="*/ 204121 h 5143785"/>
              <a:gd name="connsiteX4783" fmla="*/ 1258062 w 3114960"/>
              <a:gd name="connsiteY4783" fmla="*/ 191167 h 5143785"/>
              <a:gd name="connsiteX4784" fmla="*/ 1255395 w 3114960"/>
              <a:gd name="connsiteY4784" fmla="*/ 188500 h 5143785"/>
              <a:gd name="connsiteX4785" fmla="*/ 1249394 w 3114960"/>
              <a:gd name="connsiteY4785" fmla="*/ 188500 h 5143785"/>
              <a:gd name="connsiteX4786" fmla="*/ 1246727 w 3114960"/>
              <a:gd name="connsiteY4786" fmla="*/ 191167 h 5143785"/>
              <a:gd name="connsiteX4787" fmla="*/ 1246727 w 3114960"/>
              <a:gd name="connsiteY4787" fmla="*/ 204121 h 5143785"/>
              <a:gd name="connsiteX4788" fmla="*/ 1249394 w 3114960"/>
              <a:gd name="connsiteY4788" fmla="*/ 206788 h 5143785"/>
              <a:gd name="connsiteX4789" fmla="*/ 1250061 w 3114960"/>
              <a:gd name="connsiteY4789" fmla="*/ 206788 h 5143785"/>
              <a:gd name="connsiteX4790" fmla="*/ 1250061 w 3114960"/>
              <a:gd name="connsiteY4790" fmla="*/ 269843 h 5143785"/>
              <a:gd name="connsiteX4791" fmla="*/ 1239393 w 3114960"/>
              <a:gd name="connsiteY4791" fmla="*/ 277844 h 5143785"/>
              <a:gd name="connsiteX4792" fmla="*/ 1248251 w 3114960"/>
              <a:gd name="connsiteY4792" fmla="*/ 351377 h 5143785"/>
              <a:gd name="connsiteX4793" fmla="*/ 1241965 w 3114960"/>
              <a:gd name="connsiteY4793" fmla="*/ 357664 h 5143785"/>
              <a:gd name="connsiteX4794" fmla="*/ 1235583 w 3114960"/>
              <a:gd name="connsiteY4794" fmla="*/ 351377 h 5143785"/>
              <a:gd name="connsiteX4795" fmla="*/ 1241965 w 3114960"/>
              <a:gd name="connsiteY4795" fmla="*/ 344996 h 5143785"/>
              <a:gd name="connsiteX4796" fmla="*/ 1248251 w 3114960"/>
              <a:gd name="connsiteY4796" fmla="*/ 351377 h 5143785"/>
              <a:gd name="connsiteX4797" fmla="*/ 1227963 w 3114960"/>
              <a:gd name="connsiteY4797" fmla="*/ 411766 h 5143785"/>
              <a:gd name="connsiteX4798" fmla="*/ 1227963 w 3114960"/>
              <a:gd name="connsiteY4798" fmla="*/ 405003 h 5143785"/>
              <a:gd name="connsiteX4799" fmla="*/ 1230440 w 3114960"/>
              <a:gd name="connsiteY4799" fmla="*/ 402527 h 5143785"/>
              <a:gd name="connsiteX4800" fmla="*/ 1237202 w 3114960"/>
              <a:gd name="connsiteY4800" fmla="*/ 402527 h 5143785"/>
              <a:gd name="connsiteX4801" fmla="*/ 1239679 w 3114960"/>
              <a:gd name="connsiteY4801" fmla="*/ 405003 h 5143785"/>
              <a:gd name="connsiteX4802" fmla="*/ 1239679 w 3114960"/>
              <a:gd name="connsiteY4802" fmla="*/ 411766 h 5143785"/>
              <a:gd name="connsiteX4803" fmla="*/ 1237202 w 3114960"/>
              <a:gd name="connsiteY4803" fmla="*/ 414242 h 5143785"/>
              <a:gd name="connsiteX4804" fmla="*/ 1230440 w 3114960"/>
              <a:gd name="connsiteY4804" fmla="*/ 414242 h 5143785"/>
              <a:gd name="connsiteX4805" fmla="*/ 1227963 w 3114960"/>
              <a:gd name="connsiteY4805" fmla="*/ 411766 h 5143785"/>
              <a:gd name="connsiteX4806" fmla="*/ 519208 w 3114960"/>
              <a:gd name="connsiteY4806" fmla="*/ 2120265 h 5143785"/>
              <a:gd name="connsiteX4807" fmla="*/ 522637 w 3114960"/>
              <a:gd name="connsiteY4807" fmla="*/ 2123599 h 5143785"/>
              <a:gd name="connsiteX4808" fmla="*/ 519303 w 3114960"/>
              <a:gd name="connsiteY4808" fmla="*/ 2127028 h 5143785"/>
              <a:gd name="connsiteX4809" fmla="*/ 515874 w 3114960"/>
              <a:gd name="connsiteY4809" fmla="*/ 2123694 h 5143785"/>
              <a:gd name="connsiteX4810" fmla="*/ 519208 w 3114960"/>
              <a:gd name="connsiteY4810" fmla="*/ 2120265 h 5143785"/>
              <a:gd name="connsiteX4811" fmla="*/ 1559528 w 3114960"/>
              <a:gd name="connsiteY4811" fmla="*/ 2308479 h 5143785"/>
              <a:gd name="connsiteX4812" fmla="*/ 1559528 w 3114960"/>
              <a:gd name="connsiteY4812" fmla="*/ 2318195 h 5143785"/>
              <a:gd name="connsiteX4813" fmla="*/ 1556861 w 3114960"/>
              <a:gd name="connsiteY4813" fmla="*/ 2320862 h 5143785"/>
              <a:gd name="connsiteX4814" fmla="*/ 1547146 w 3114960"/>
              <a:gd name="connsiteY4814" fmla="*/ 2320862 h 5143785"/>
              <a:gd name="connsiteX4815" fmla="*/ 1544479 w 3114960"/>
              <a:gd name="connsiteY4815" fmla="*/ 2318195 h 5143785"/>
              <a:gd name="connsiteX4816" fmla="*/ 1544479 w 3114960"/>
              <a:gd name="connsiteY4816" fmla="*/ 2308479 h 5143785"/>
              <a:gd name="connsiteX4817" fmla="*/ 1547146 w 3114960"/>
              <a:gd name="connsiteY4817" fmla="*/ 2305812 h 5143785"/>
              <a:gd name="connsiteX4818" fmla="*/ 1556861 w 3114960"/>
              <a:gd name="connsiteY4818" fmla="*/ 2305812 h 5143785"/>
              <a:gd name="connsiteX4819" fmla="*/ 1559528 w 3114960"/>
              <a:gd name="connsiteY4819" fmla="*/ 2308479 h 5143785"/>
              <a:gd name="connsiteX4820" fmla="*/ 1833753 w 3114960"/>
              <a:gd name="connsiteY4820" fmla="*/ 418814 h 5143785"/>
              <a:gd name="connsiteX4821" fmla="*/ 1835658 w 3114960"/>
              <a:gd name="connsiteY4821" fmla="*/ 420338 h 5143785"/>
              <a:gd name="connsiteX4822" fmla="*/ 1832039 w 3114960"/>
              <a:gd name="connsiteY4822" fmla="*/ 420338 h 5143785"/>
              <a:gd name="connsiteX4823" fmla="*/ 1832039 w 3114960"/>
              <a:gd name="connsiteY4823" fmla="*/ 425101 h 5143785"/>
              <a:gd name="connsiteX4824" fmla="*/ 1839182 w 3114960"/>
              <a:gd name="connsiteY4824" fmla="*/ 425101 h 5143785"/>
              <a:gd name="connsiteX4825" fmla="*/ 1839182 w 3114960"/>
              <a:gd name="connsiteY4825" fmla="*/ 420338 h 5143785"/>
              <a:gd name="connsiteX4826" fmla="*/ 1838706 w 3114960"/>
              <a:gd name="connsiteY4826" fmla="*/ 420338 h 5143785"/>
              <a:gd name="connsiteX4827" fmla="*/ 1883283 w 3114960"/>
              <a:gd name="connsiteY4827" fmla="*/ 364617 h 5143785"/>
              <a:gd name="connsiteX4828" fmla="*/ 1883283 w 3114960"/>
              <a:gd name="connsiteY4828" fmla="*/ 308324 h 5143785"/>
              <a:gd name="connsiteX4829" fmla="*/ 1894332 w 3114960"/>
              <a:gd name="connsiteY4829" fmla="*/ 295085 h 5143785"/>
              <a:gd name="connsiteX4830" fmla="*/ 1880902 w 3114960"/>
              <a:gd name="connsiteY4830" fmla="*/ 281654 h 5143785"/>
              <a:gd name="connsiteX4831" fmla="*/ 1867472 w 3114960"/>
              <a:gd name="connsiteY4831" fmla="*/ 295085 h 5143785"/>
              <a:gd name="connsiteX4832" fmla="*/ 1878521 w 3114960"/>
              <a:gd name="connsiteY4832" fmla="*/ 308324 h 5143785"/>
              <a:gd name="connsiteX4833" fmla="*/ 1878521 w 3114960"/>
              <a:gd name="connsiteY4833" fmla="*/ 362903 h 5143785"/>
              <a:gd name="connsiteX4834" fmla="*/ 1833848 w 3114960"/>
              <a:gd name="connsiteY4834" fmla="*/ 418814 h 5143785"/>
              <a:gd name="connsiteX4835" fmla="*/ 1872139 w 3114960"/>
              <a:gd name="connsiteY4835" fmla="*/ 295085 h 5143785"/>
              <a:gd name="connsiteX4836" fmla="*/ 1880807 w 3114960"/>
              <a:gd name="connsiteY4836" fmla="*/ 286417 h 5143785"/>
              <a:gd name="connsiteX4837" fmla="*/ 1889474 w 3114960"/>
              <a:gd name="connsiteY4837" fmla="*/ 295085 h 5143785"/>
              <a:gd name="connsiteX4838" fmla="*/ 1880807 w 3114960"/>
              <a:gd name="connsiteY4838" fmla="*/ 303752 h 5143785"/>
              <a:gd name="connsiteX4839" fmla="*/ 1872139 w 3114960"/>
              <a:gd name="connsiteY4839" fmla="*/ 295085 h 5143785"/>
              <a:gd name="connsiteX4840" fmla="*/ 727043 w 3114960"/>
              <a:gd name="connsiteY4840" fmla="*/ 3971925 h 5143785"/>
              <a:gd name="connsiteX4841" fmla="*/ 722567 w 3114960"/>
              <a:gd name="connsiteY4841" fmla="*/ 3967448 h 5143785"/>
              <a:gd name="connsiteX4842" fmla="*/ 709898 w 3114960"/>
              <a:gd name="connsiteY4842" fmla="*/ 3967448 h 5143785"/>
              <a:gd name="connsiteX4843" fmla="*/ 705422 w 3114960"/>
              <a:gd name="connsiteY4843" fmla="*/ 3971925 h 5143785"/>
              <a:gd name="connsiteX4844" fmla="*/ 705422 w 3114960"/>
              <a:gd name="connsiteY4844" fmla="*/ 3984593 h 5143785"/>
              <a:gd name="connsiteX4845" fmla="*/ 709898 w 3114960"/>
              <a:gd name="connsiteY4845" fmla="*/ 3989070 h 5143785"/>
              <a:gd name="connsiteX4846" fmla="*/ 722567 w 3114960"/>
              <a:gd name="connsiteY4846" fmla="*/ 3989070 h 5143785"/>
              <a:gd name="connsiteX4847" fmla="*/ 724091 w 3114960"/>
              <a:gd name="connsiteY4847" fmla="*/ 3988784 h 5143785"/>
              <a:gd name="connsiteX4848" fmla="*/ 874300 w 3114960"/>
              <a:gd name="connsiteY4848" fmla="*/ 4162806 h 5143785"/>
              <a:gd name="connsiteX4849" fmla="*/ 874300 w 3114960"/>
              <a:gd name="connsiteY4849" fmla="*/ 4230720 h 5143785"/>
              <a:gd name="connsiteX4850" fmla="*/ 871633 w 3114960"/>
              <a:gd name="connsiteY4850" fmla="*/ 4230720 h 5143785"/>
              <a:gd name="connsiteX4851" fmla="*/ 860679 w 3114960"/>
              <a:gd name="connsiteY4851" fmla="*/ 4240435 h 5143785"/>
              <a:gd name="connsiteX4852" fmla="*/ 860679 w 3114960"/>
              <a:gd name="connsiteY4852" fmla="*/ 4279297 h 5143785"/>
              <a:gd name="connsiteX4853" fmla="*/ 871633 w 3114960"/>
              <a:gd name="connsiteY4853" fmla="*/ 4289012 h 5143785"/>
              <a:gd name="connsiteX4854" fmla="*/ 874300 w 3114960"/>
              <a:gd name="connsiteY4854" fmla="*/ 4289012 h 5143785"/>
              <a:gd name="connsiteX4855" fmla="*/ 874300 w 3114960"/>
              <a:gd name="connsiteY4855" fmla="*/ 4342448 h 5143785"/>
              <a:gd name="connsiteX4856" fmla="*/ 890016 w 3114960"/>
              <a:gd name="connsiteY4856" fmla="*/ 4358736 h 5143785"/>
              <a:gd name="connsiteX4857" fmla="*/ 1063466 w 3114960"/>
              <a:gd name="connsiteY4857" fmla="*/ 4358736 h 5143785"/>
              <a:gd name="connsiteX4858" fmla="*/ 1082612 w 3114960"/>
              <a:gd name="connsiteY4858" fmla="*/ 4380929 h 5143785"/>
              <a:gd name="connsiteX4859" fmla="*/ 1193578 w 3114960"/>
              <a:gd name="connsiteY4859" fmla="*/ 4380929 h 5143785"/>
              <a:gd name="connsiteX4860" fmla="*/ 1200531 w 3114960"/>
              <a:gd name="connsiteY4860" fmla="*/ 4389787 h 5143785"/>
              <a:gd name="connsiteX4861" fmla="*/ 1216438 w 3114960"/>
              <a:gd name="connsiteY4861" fmla="*/ 4383310 h 5143785"/>
              <a:gd name="connsiteX4862" fmla="*/ 1209961 w 3114960"/>
              <a:gd name="connsiteY4862" fmla="*/ 4367403 h 5143785"/>
              <a:gd name="connsiteX4863" fmla="*/ 1194054 w 3114960"/>
              <a:gd name="connsiteY4863" fmla="*/ 4373880 h 5143785"/>
              <a:gd name="connsiteX4864" fmla="*/ 1193578 w 3114960"/>
              <a:gd name="connsiteY4864" fmla="*/ 4376166 h 5143785"/>
              <a:gd name="connsiteX4865" fmla="*/ 1084802 w 3114960"/>
              <a:gd name="connsiteY4865" fmla="*/ 4376166 h 5143785"/>
              <a:gd name="connsiteX4866" fmla="*/ 1065657 w 3114960"/>
              <a:gd name="connsiteY4866" fmla="*/ 4353973 h 5143785"/>
              <a:gd name="connsiteX4867" fmla="*/ 892016 w 3114960"/>
              <a:gd name="connsiteY4867" fmla="*/ 4353973 h 5143785"/>
              <a:gd name="connsiteX4868" fmla="*/ 879062 w 3114960"/>
              <a:gd name="connsiteY4868" fmla="*/ 4340543 h 5143785"/>
              <a:gd name="connsiteX4869" fmla="*/ 879062 w 3114960"/>
              <a:gd name="connsiteY4869" fmla="*/ 4289108 h 5143785"/>
              <a:gd name="connsiteX4870" fmla="*/ 881729 w 3114960"/>
              <a:gd name="connsiteY4870" fmla="*/ 4289108 h 5143785"/>
              <a:gd name="connsiteX4871" fmla="*/ 892683 w 3114960"/>
              <a:gd name="connsiteY4871" fmla="*/ 4279392 h 5143785"/>
              <a:gd name="connsiteX4872" fmla="*/ 892683 w 3114960"/>
              <a:gd name="connsiteY4872" fmla="*/ 4240530 h 5143785"/>
              <a:gd name="connsiteX4873" fmla="*/ 881729 w 3114960"/>
              <a:gd name="connsiteY4873" fmla="*/ 4230815 h 5143785"/>
              <a:gd name="connsiteX4874" fmla="*/ 879062 w 3114960"/>
              <a:gd name="connsiteY4874" fmla="*/ 4230815 h 5143785"/>
              <a:gd name="connsiteX4875" fmla="*/ 879062 w 3114960"/>
              <a:gd name="connsiteY4875" fmla="*/ 4161187 h 5143785"/>
              <a:gd name="connsiteX4876" fmla="*/ 726948 w 3114960"/>
              <a:gd name="connsiteY4876" fmla="*/ 3984974 h 5143785"/>
              <a:gd name="connsiteX4877" fmla="*/ 726948 w 3114960"/>
              <a:gd name="connsiteY4877" fmla="*/ 3984784 h 5143785"/>
              <a:gd name="connsiteX4878" fmla="*/ 726948 w 3114960"/>
              <a:gd name="connsiteY4878" fmla="*/ 3972116 h 5143785"/>
              <a:gd name="connsiteX4879" fmla="*/ 887635 w 3114960"/>
              <a:gd name="connsiteY4879" fmla="*/ 4279297 h 5143785"/>
              <a:gd name="connsiteX4880" fmla="*/ 881729 w 3114960"/>
              <a:gd name="connsiteY4880" fmla="*/ 4284536 h 5143785"/>
              <a:gd name="connsiteX4881" fmla="*/ 871633 w 3114960"/>
              <a:gd name="connsiteY4881" fmla="*/ 4284536 h 5143785"/>
              <a:gd name="connsiteX4882" fmla="*/ 865727 w 3114960"/>
              <a:gd name="connsiteY4882" fmla="*/ 4279297 h 5143785"/>
              <a:gd name="connsiteX4883" fmla="*/ 865727 w 3114960"/>
              <a:gd name="connsiteY4883" fmla="*/ 4271010 h 5143785"/>
              <a:gd name="connsiteX4884" fmla="*/ 887540 w 3114960"/>
              <a:gd name="connsiteY4884" fmla="*/ 4271010 h 5143785"/>
              <a:gd name="connsiteX4885" fmla="*/ 887540 w 3114960"/>
              <a:gd name="connsiteY4885" fmla="*/ 4279297 h 5143785"/>
              <a:gd name="connsiteX4886" fmla="*/ 881825 w 3114960"/>
              <a:gd name="connsiteY4886" fmla="*/ 4235196 h 5143785"/>
              <a:gd name="connsiteX4887" fmla="*/ 887730 w 3114960"/>
              <a:gd name="connsiteY4887" fmla="*/ 4240435 h 5143785"/>
              <a:gd name="connsiteX4888" fmla="*/ 887730 w 3114960"/>
              <a:gd name="connsiteY4888" fmla="*/ 4246531 h 5143785"/>
              <a:gd name="connsiteX4889" fmla="*/ 865918 w 3114960"/>
              <a:gd name="connsiteY4889" fmla="*/ 4246531 h 5143785"/>
              <a:gd name="connsiteX4890" fmla="*/ 865918 w 3114960"/>
              <a:gd name="connsiteY4890" fmla="*/ 4240435 h 5143785"/>
              <a:gd name="connsiteX4891" fmla="*/ 871823 w 3114960"/>
              <a:gd name="connsiteY4891" fmla="*/ 4235196 h 5143785"/>
              <a:gd name="connsiteX4892" fmla="*/ 881920 w 3114960"/>
              <a:gd name="connsiteY4892" fmla="*/ 4235196 h 5143785"/>
              <a:gd name="connsiteX4893" fmla="*/ 1858804 w 3114960"/>
              <a:gd name="connsiteY4893" fmla="*/ 16859 h 5143785"/>
              <a:gd name="connsiteX4894" fmla="*/ 1846993 w 3114960"/>
              <a:gd name="connsiteY4894" fmla="*/ 5048 h 5143785"/>
              <a:gd name="connsiteX4895" fmla="*/ 1835182 w 3114960"/>
              <a:gd name="connsiteY4895" fmla="*/ 16859 h 5143785"/>
              <a:gd name="connsiteX4896" fmla="*/ 1844612 w 3114960"/>
              <a:gd name="connsiteY4896" fmla="*/ 28194 h 5143785"/>
              <a:gd name="connsiteX4897" fmla="*/ 1844612 w 3114960"/>
              <a:gd name="connsiteY4897" fmla="*/ 148685 h 5143785"/>
              <a:gd name="connsiteX4898" fmla="*/ 1855565 w 3114960"/>
              <a:gd name="connsiteY4898" fmla="*/ 160020 h 5143785"/>
              <a:gd name="connsiteX4899" fmla="*/ 1855565 w 3114960"/>
              <a:gd name="connsiteY4899" fmla="*/ 242030 h 5143785"/>
              <a:gd name="connsiteX4900" fmla="*/ 1855089 w 3114960"/>
              <a:gd name="connsiteY4900" fmla="*/ 242030 h 5143785"/>
              <a:gd name="connsiteX4901" fmla="*/ 1849946 w 3114960"/>
              <a:gd name="connsiteY4901" fmla="*/ 247174 h 5143785"/>
              <a:gd name="connsiteX4902" fmla="*/ 1849946 w 3114960"/>
              <a:gd name="connsiteY4902" fmla="*/ 267557 h 5143785"/>
              <a:gd name="connsiteX4903" fmla="*/ 1855089 w 3114960"/>
              <a:gd name="connsiteY4903" fmla="*/ 272701 h 5143785"/>
              <a:gd name="connsiteX4904" fmla="*/ 1861566 w 3114960"/>
              <a:gd name="connsiteY4904" fmla="*/ 272701 h 5143785"/>
              <a:gd name="connsiteX4905" fmla="*/ 1866710 w 3114960"/>
              <a:gd name="connsiteY4905" fmla="*/ 267557 h 5143785"/>
              <a:gd name="connsiteX4906" fmla="*/ 1866710 w 3114960"/>
              <a:gd name="connsiteY4906" fmla="*/ 247174 h 5143785"/>
              <a:gd name="connsiteX4907" fmla="*/ 1861566 w 3114960"/>
              <a:gd name="connsiteY4907" fmla="*/ 242030 h 5143785"/>
              <a:gd name="connsiteX4908" fmla="*/ 1860232 w 3114960"/>
              <a:gd name="connsiteY4908" fmla="*/ 242030 h 5143785"/>
              <a:gd name="connsiteX4909" fmla="*/ 1860232 w 3114960"/>
              <a:gd name="connsiteY4909" fmla="*/ 158115 h 5143785"/>
              <a:gd name="connsiteX4910" fmla="*/ 1849279 w 3114960"/>
              <a:gd name="connsiteY4910" fmla="*/ 146780 h 5143785"/>
              <a:gd name="connsiteX4911" fmla="*/ 1849279 w 3114960"/>
              <a:gd name="connsiteY4911" fmla="*/ 28194 h 5143785"/>
              <a:gd name="connsiteX4912" fmla="*/ 1858709 w 3114960"/>
              <a:gd name="connsiteY4912" fmla="*/ 16859 h 5143785"/>
              <a:gd name="connsiteX4913" fmla="*/ 1864328 w 3114960"/>
              <a:gd name="connsiteY4913" fmla="*/ 267557 h 5143785"/>
              <a:gd name="connsiteX4914" fmla="*/ 1861661 w 3114960"/>
              <a:gd name="connsiteY4914" fmla="*/ 270224 h 5143785"/>
              <a:gd name="connsiteX4915" fmla="*/ 1855184 w 3114960"/>
              <a:gd name="connsiteY4915" fmla="*/ 270224 h 5143785"/>
              <a:gd name="connsiteX4916" fmla="*/ 1852517 w 3114960"/>
              <a:gd name="connsiteY4916" fmla="*/ 267557 h 5143785"/>
              <a:gd name="connsiteX4917" fmla="*/ 1852517 w 3114960"/>
              <a:gd name="connsiteY4917" fmla="*/ 267557 h 5143785"/>
              <a:gd name="connsiteX4918" fmla="*/ 1864328 w 3114960"/>
              <a:gd name="connsiteY4918" fmla="*/ 267462 h 5143785"/>
              <a:gd name="connsiteX4919" fmla="*/ 1864328 w 3114960"/>
              <a:gd name="connsiteY4919" fmla="*/ 267462 h 5143785"/>
              <a:gd name="connsiteX4920" fmla="*/ 1864328 w 3114960"/>
              <a:gd name="connsiteY4920" fmla="*/ 264986 h 5143785"/>
              <a:gd name="connsiteX4921" fmla="*/ 1852517 w 3114960"/>
              <a:gd name="connsiteY4921" fmla="*/ 264986 h 5143785"/>
              <a:gd name="connsiteX4922" fmla="*/ 1852517 w 3114960"/>
              <a:gd name="connsiteY4922" fmla="*/ 262223 h 5143785"/>
              <a:gd name="connsiteX4923" fmla="*/ 1864328 w 3114960"/>
              <a:gd name="connsiteY4923" fmla="*/ 262223 h 5143785"/>
              <a:gd name="connsiteX4924" fmla="*/ 1864328 w 3114960"/>
              <a:gd name="connsiteY4924" fmla="*/ 264986 h 5143785"/>
              <a:gd name="connsiteX4925" fmla="*/ 1864328 w 3114960"/>
              <a:gd name="connsiteY4925" fmla="*/ 260699 h 5143785"/>
              <a:gd name="connsiteX4926" fmla="*/ 1852517 w 3114960"/>
              <a:gd name="connsiteY4926" fmla="*/ 260699 h 5143785"/>
              <a:gd name="connsiteX4927" fmla="*/ 1852517 w 3114960"/>
              <a:gd name="connsiteY4927" fmla="*/ 250984 h 5143785"/>
              <a:gd name="connsiteX4928" fmla="*/ 1864328 w 3114960"/>
              <a:gd name="connsiteY4928" fmla="*/ 250984 h 5143785"/>
              <a:gd name="connsiteX4929" fmla="*/ 1864328 w 3114960"/>
              <a:gd name="connsiteY4929" fmla="*/ 260699 h 5143785"/>
              <a:gd name="connsiteX4930" fmla="*/ 1861661 w 3114960"/>
              <a:gd name="connsiteY4930" fmla="*/ 244507 h 5143785"/>
              <a:gd name="connsiteX4931" fmla="*/ 1864328 w 3114960"/>
              <a:gd name="connsiteY4931" fmla="*/ 247174 h 5143785"/>
              <a:gd name="connsiteX4932" fmla="*/ 1864328 w 3114960"/>
              <a:gd name="connsiteY4932" fmla="*/ 247841 h 5143785"/>
              <a:gd name="connsiteX4933" fmla="*/ 1852517 w 3114960"/>
              <a:gd name="connsiteY4933" fmla="*/ 247841 h 5143785"/>
              <a:gd name="connsiteX4934" fmla="*/ 1852517 w 3114960"/>
              <a:gd name="connsiteY4934" fmla="*/ 247174 h 5143785"/>
              <a:gd name="connsiteX4935" fmla="*/ 1855184 w 3114960"/>
              <a:gd name="connsiteY4935" fmla="*/ 244507 h 5143785"/>
              <a:gd name="connsiteX4936" fmla="*/ 1861661 w 3114960"/>
              <a:gd name="connsiteY4936" fmla="*/ 244507 h 5143785"/>
              <a:gd name="connsiteX4937" fmla="*/ 1846993 w 3114960"/>
              <a:gd name="connsiteY4937" fmla="*/ 23908 h 5143785"/>
              <a:gd name="connsiteX4938" fmla="*/ 1839944 w 3114960"/>
              <a:gd name="connsiteY4938" fmla="*/ 16859 h 5143785"/>
              <a:gd name="connsiteX4939" fmla="*/ 1846993 w 3114960"/>
              <a:gd name="connsiteY4939" fmla="*/ 9811 h 5143785"/>
              <a:gd name="connsiteX4940" fmla="*/ 1854041 w 3114960"/>
              <a:gd name="connsiteY4940" fmla="*/ 16859 h 5143785"/>
              <a:gd name="connsiteX4941" fmla="*/ 1846993 w 3114960"/>
              <a:gd name="connsiteY4941" fmla="*/ 23908 h 5143785"/>
              <a:gd name="connsiteX4942" fmla="*/ 1756124 w 3114960"/>
              <a:gd name="connsiteY4942" fmla="*/ 344519 h 5143785"/>
              <a:gd name="connsiteX4943" fmla="*/ 1742694 w 3114960"/>
              <a:gd name="connsiteY4943" fmla="*/ 357950 h 5143785"/>
              <a:gd name="connsiteX4944" fmla="*/ 1756124 w 3114960"/>
              <a:gd name="connsiteY4944" fmla="*/ 371380 h 5143785"/>
              <a:gd name="connsiteX4945" fmla="*/ 1760411 w 3114960"/>
              <a:gd name="connsiteY4945" fmla="*/ 370618 h 5143785"/>
              <a:gd name="connsiteX4946" fmla="*/ 1775174 w 3114960"/>
              <a:gd name="connsiteY4946" fmla="*/ 387668 h 5143785"/>
              <a:gd name="connsiteX4947" fmla="*/ 1775174 w 3114960"/>
              <a:gd name="connsiteY4947" fmla="*/ 480536 h 5143785"/>
              <a:gd name="connsiteX4948" fmla="*/ 1771555 w 3114960"/>
              <a:gd name="connsiteY4948" fmla="*/ 485394 h 5143785"/>
              <a:gd name="connsiteX4949" fmla="*/ 1771555 w 3114960"/>
              <a:gd name="connsiteY4949" fmla="*/ 491871 h 5143785"/>
              <a:gd name="connsiteX4950" fmla="*/ 1776698 w 3114960"/>
              <a:gd name="connsiteY4950" fmla="*/ 497014 h 5143785"/>
              <a:gd name="connsiteX4951" fmla="*/ 1797082 w 3114960"/>
              <a:gd name="connsiteY4951" fmla="*/ 497014 h 5143785"/>
              <a:gd name="connsiteX4952" fmla="*/ 1802225 w 3114960"/>
              <a:gd name="connsiteY4952" fmla="*/ 491871 h 5143785"/>
              <a:gd name="connsiteX4953" fmla="*/ 1802225 w 3114960"/>
              <a:gd name="connsiteY4953" fmla="*/ 485394 h 5143785"/>
              <a:gd name="connsiteX4954" fmla="*/ 1797749 w 3114960"/>
              <a:gd name="connsiteY4954" fmla="*/ 480346 h 5143785"/>
              <a:gd name="connsiteX4955" fmla="*/ 1797749 w 3114960"/>
              <a:gd name="connsiteY4955" fmla="*/ 386334 h 5143785"/>
              <a:gd name="connsiteX4956" fmla="*/ 1828705 w 3114960"/>
              <a:gd name="connsiteY4956" fmla="*/ 346043 h 5143785"/>
              <a:gd name="connsiteX4957" fmla="*/ 1835468 w 3114960"/>
              <a:gd name="connsiteY4957" fmla="*/ 347948 h 5143785"/>
              <a:gd name="connsiteX4958" fmla="*/ 1848898 w 3114960"/>
              <a:gd name="connsiteY4958" fmla="*/ 334518 h 5143785"/>
              <a:gd name="connsiteX4959" fmla="*/ 1835468 w 3114960"/>
              <a:gd name="connsiteY4959" fmla="*/ 321088 h 5143785"/>
              <a:gd name="connsiteX4960" fmla="*/ 1822037 w 3114960"/>
              <a:gd name="connsiteY4960" fmla="*/ 334518 h 5143785"/>
              <a:gd name="connsiteX4961" fmla="*/ 1825085 w 3114960"/>
              <a:gd name="connsiteY4961" fmla="*/ 342995 h 5143785"/>
              <a:gd name="connsiteX4962" fmla="*/ 1792986 w 3114960"/>
              <a:gd name="connsiteY4962" fmla="*/ 384715 h 5143785"/>
              <a:gd name="connsiteX4963" fmla="*/ 1792986 w 3114960"/>
              <a:gd name="connsiteY4963" fmla="*/ 480251 h 5143785"/>
              <a:gd name="connsiteX4964" fmla="*/ 1784604 w 3114960"/>
              <a:gd name="connsiteY4964" fmla="*/ 480251 h 5143785"/>
              <a:gd name="connsiteX4965" fmla="*/ 1784604 w 3114960"/>
              <a:gd name="connsiteY4965" fmla="*/ 384143 h 5143785"/>
              <a:gd name="connsiteX4966" fmla="*/ 1767650 w 3114960"/>
              <a:gd name="connsiteY4966" fmla="*/ 364522 h 5143785"/>
              <a:gd name="connsiteX4967" fmla="*/ 1769459 w 3114960"/>
              <a:gd name="connsiteY4967" fmla="*/ 357854 h 5143785"/>
              <a:gd name="connsiteX4968" fmla="*/ 1756029 w 3114960"/>
              <a:gd name="connsiteY4968" fmla="*/ 344424 h 5143785"/>
              <a:gd name="connsiteX4969" fmla="*/ 1756124 w 3114960"/>
              <a:gd name="connsiteY4969" fmla="*/ 366713 h 5143785"/>
              <a:gd name="connsiteX4970" fmla="*/ 1747457 w 3114960"/>
              <a:gd name="connsiteY4970" fmla="*/ 358045 h 5143785"/>
              <a:gd name="connsiteX4971" fmla="*/ 1756124 w 3114960"/>
              <a:gd name="connsiteY4971" fmla="*/ 349377 h 5143785"/>
              <a:gd name="connsiteX4972" fmla="*/ 1764792 w 3114960"/>
              <a:gd name="connsiteY4972" fmla="*/ 358045 h 5143785"/>
              <a:gd name="connsiteX4973" fmla="*/ 1756124 w 3114960"/>
              <a:gd name="connsiteY4973" fmla="*/ 366713 h 5143785"/>
              <a:gd name="connsiteX4974" fmla="*/ 1835658 w 3114960"/>
              <a:gd name="connsiteY4974" fmla="*/ 325946 h 5143785"/>
              <a:gd name="connsiteX4975" fmla="*/ 1844326 w 3114960"/>
              <a:gd name="connsiteY4975" fmla="*/ 334613 h 5143785"/>
              <a:gd name="connsiteX4976" fmla="*/ 1835658 w 3114960"/>
              <a:gd name="connsiteY4976" fmla="*/ 343281 h 5143785"/>
              <a:gd name="connsiteX4977" fmla="*/ 1826990 w 3114960"/>
              <a:gd name="connsiteY4977" fmla="*/ 334613 h 5143785"/>
              <a:gd name="connsiteX4978" fmla="*/ 1835658 w 3114960"/>
              <a:gd name="connsiteY4978" fmla="*/ 325946 h 5143785"/>
              <a:gd name="connsiteX4979" fmla="*/ 1796510 w 3114960"/>
              <a:gd name="connsiteY4979" fmla="*/ 482822 h 5143785"/>
              <a:gd name="connsiteX4980" fmla="*/ 1797177 w 3114960"/>
              <a:gd name="connsiteY4980" fmla="*/ 482822 h 5143785"/>
              <a:gd name="connsiteX4981" fmla="*/ 1799844 w 3114960"/>
              <a:gd name="connsiteY4981" fmla="*/ 485489 h 5143785"/>
              <a:gd name="connsiteX4982" fmla="*/ 1799844 w 3114960"/>
              <a:gd name="connsiteY4982" fmla="*/ 491966 h 5143785"/>
              <a:gd name="connsiteX4983" fmla="*/ 1797177 w 3114960"/>
              <a:gd name="connsiteY4983" fmla="*/ 494633 h 5143785"/>
              <a:gd name="connsiteX4984" fmla="*/ 1796510 w 3114960"/>
              <a:gd name="connsiteY4984" fmla="*/ 494633 h 5143785"/>
              <a:gd name="connsiteX4985" fmla="*/ 1796510 w 3114960"/>
              <a:gd name="connsiteY4985" fmla="*/ 482822 h 5143785"/>
              <a:gd name="connsiteX4986" fmla="*/ 1783652 w 3114960"/>
              <a:gd name="connsiteY4986" fmla="*/ 482822 h 5143785"/>
              <a:gd name="connsiteX4987" fmla="*/ 1793367 w 3114960"/>
              <a:gd name="connsiteY4987" fmla="*/ 482822 h 5143785"/>
              <a:gd name="connsiteX4988" fmla="*/ 1793367 w 3114960"/>
              <a:gd name="connsiteY4988" fmla="*/ 494633 h 5143785"/>
              <a:gd name="connsiteX4989" fmla="*/ 1783652 w 3114960"/>
              <a:gd name="connsiteY4989" fmla="*/ 494633 h 5143785"/>
              <a:gd name="connsiteX4990" fmla="*/ 1783652 w 3114960"/>
              <a:gd name="connsiteY4990" fmla="*/ 482822 h 5143785"/>
              <a:gd name="connsiteX4991" fmla="*/ 1779365 w 3114960"/>
              <a:gd name="connsiteY4991" fmla="*/ 482822 h 5143785"/>
              <a:gd name="connsiteX4992" fmla="*/ 1782128 w 3114960"/>
              <a:gd name="connsiteY4992" fmla="*/ 482822 h 5143785"/>
              <a:gd name="connsiteX4993" fmla="*/ 1782128 w 3114960"/>
              <a:gd name="connsiteY4993" fmla="*/ 494633 h 5143785"/>
              <a:gd name="connsiteX4994" fmla="*/ 1779365 w 3114960"/>
              <a:gd name="connsiteY4994" fmla="*/ 494633 h 5143785"/>
              <a:gd name="connsiteX4995" fmla="*/ 1779365 w 3114960"/>
              <a:gd name="connsiteY4995" fmla="*/ 482822 h 5143785"/>
              <a:gd name="connsiteX4996" fmla="*/ 1776984 w 3114960"/>
              <a:gd name="connsiteY4996" fmla="*/ 482822 h 5143785"/>
              <a:gd name="connsiteX4997" fmla="*/ 1776984 w 3114960"/>
              <a:gd name="connsiteY4997" fmla="*/ 494633 h 5143785"/>
              <a:gd name="connsiteX4998" fmla="*/ 1776889 w 3114960"/>
              <a:gd name="connsiteY4998" fmla="*/ 494633 h 5143785"/>
              <a:gd name="connsiteX4999" fmla="*/ 1774222 w 3114960"/>
              <a:gd name="connsiteY4999" fmla="*/ 491966 h 5143785"/>
              <a:gd name="connsiteX5000" fmla="*/ 1774222 w 3114960"/>
              <a:gd name="connsiteY5000" fmla="*/ 485489 h 5143785"/>
              <a:gd name="connsiteX5001" fmla="*/ 1776889 w 3114960"/>
              <a:gd name="connsiteY5001" fmla="*/ 482822 h 5143785"/>
              <a:gd name="connsiteX5002" fmla="*/ 1776984 w 3114960"/>
              <a:gd name="connsiteY5002" fmla="*/ 482822 h 5143785"/>
              <a:gd name="connsiteX5003" fmla="*/ 520065 w 3114960"/>
              <a:gd name="connsiteY5003" fmla="*/ 2083594 h 5143785"/>
              <a:gd name="connsiteX5004" fmla="*/ 527209 w 3114960"/>
              <a:gd name="connsiteY5004" fmla="*/ 2083594 h 5143785"/>
              <a:gd name="connsiteX5005" fmla="*/ 527209 w 3114960"/>
              <a:gd name="connsiteY5005" fmla="*/ 2088356 h 5143785"/>
              <a:gd name="connsiteX5006" fmla="*/ 520065 w 3114960"/>
              <a:gd name="connsiteY5006" fmla="*/ 2088356 h 5143785"/>
              <a:gd name="connsiteX5007" fmla="*/ 520065 w 3114960"/>
              <a:gd name="connsiteY5007" fmla="*/ 2083594 h 5143785"/>
              <a:gd name="connsiteX5008" fmla="*/ 1561148 w 3114960"/>
              <a:gd name="connsiteY5008" fmla="*/ 2300288 h 5143785"/>
              <a:gd name="connsiteX5009" fmla="*/ 1542764 w 3114960"/>
              <a:gd name="connsiteY5009" fmla="*/ 2300288 h 5143785"/>
              <a:gd name="connsiteX5010" fmla="*/ 1538859 w 3114960"/>
              <a:gd name="connsiteY5010" fmla="*/ 2304193 h 5143785"/>
              <a:gd name="connsiteX5011" fmla="*/ 1538859 w 3114960"/>
              <a:gd name="connsiteY5011" fmla="*/ 2322576 h 5143785"/>
              <a:gd name="connsiteX5012" fmla="*/ 1542764 w 3114960"/>
              <a:gd name="connsiteY5012" fmla="*/ 2326481 h 5143785"/>
              <a:gd name="connsiteX5013" fmla="*/ 1561148 w 3114960"/>
              <a:gd name="connsiteY5013" fmla="*/ 2326481 h 5143785"/>
              <a:gd name="connsiteX5014" fmla="*/ 1565053 w 3114960"/>
              <a:gd name="connsiteY5014" fmla="*/ 2322576 h 5143785"/>
              <a:gd name="connsiteX5015" fmla="*/ 1565053 w 3114960"/>
              <a:gd name="connsiteY5015" fmla="*/ 2316004 h 5143785"/>
              <a:gd name="connsiteX5016" fmla="*/ 1647158 w 3114960"/>
              <a:gd name="connsiteY5016" fmla="*/ 2315718 h 5143785"/>
              <a:gd name="connsiteX5017" fmla="*/ 1800511 w 3114960"/>
              <a:gd name="connsiteY5017" fmla="*/ 2471261 h 5143785"/>
              <a:gd name="connsiteX5018" fmla="*/ 1801178 w 3114960"/>
              <a:gd name="connsiteY5018" fmla="*/ 2471928 h 5143785"/>
              <a:gd name="connsiteX5019" fmla="*/ 1819370 w 3114960"/>
              <a:gd name="connsiteY5019" fmla="*/ 2471928 h 5143785"/>
              <a:gd name="connsiteX5020" fmla="*/ 1830610 w 3114960"/>
              <a:gd name="connsiteY5020" fmla="*/ 2480501 h 5143785"/>
              <a:gd name="connsiteX5021" fmla="*/ 1842516 w 3114960"/>
              <a:gd name="connsiteY5021" fmla="*/ 2468594 h 5143785"/>
              <a:gd name="connsiteX5022" fmla="*/ 1830610 w 3114960"/>
              <a:gd name="connsiteY5022" fmla="*/ 2456688 h 5143785"/>
              <a:gd name="connsiteX5023" fmla="*/ 1818894 w 3114960"/>
              <a:gd name="connsiteY5023" fmla="*/ 2467261 h 5143785"/>
              <a:gd name="connsiteX5024" fmla="*/ 1803082 w 3114960"/>
              <a:gd name="connsiteY5024" fmla="*/ 2467261 h 5143785"/>
              <a:gd name="connsiteX5025" fmla="*/ 1648968 w 3114960"/>
              <a:gd name="connsiteY5025" fmla="*/ 2311051 h 5143785"/>
              <a:gd name="connsiteX5026" fmla="*/ 1564862 w 3114960"/>
              <a:gd name="connsiteY5026" fmla="*/ 2311337 h 5143785"/>
              <a:gd name="connsiteX5027" fmla="*/ 1564862 w 3114960"/>
              <a:gd name="connsiteY5027" fmla="*/ 2304288 h 5143785"/>
              <a:gd name="connsiteX5028" fmla="*/ 1560957 w 3114960"/>
              <a:gd name="connsiteY5028" fmla="*/ 2300383 h 5143785"/>
              <a:gd name="connsiteX5029" fmla="*/ 1562672 w 3114960"/>
              <a:gd name="connsiteY5029" fmla="*/ 2322576 h 5143785"/>
              <a:gd name="connsiteX5030" fmla="*/ 1561148 w 3114960"/>
              <a:gd name="connsiteY5030" fmla="*/ 2324100 h 5143785"/>
              <a:gd name="connsiteX5031" fmla="*/ 1542764 w 3114960"/>
              <a:gd name="connsiteY5031" fmla="*/ 2324100 h 5143785"/>
              <a:gd name="connsiteX5032" fmla="*/ 1541240 w 3114960"/>
              <a:gd name="connsiteY5032" fmla="*/ 2322576 h 5143785"/>
              <a:gd name="connsiteX5033" fmla="*/ 1541240 w 3114960"/>
              <a:gd name="connsiteY5033" fmla="*/ 2304193 h 5143785"/>
              <a:gd name="connsiteX5034" fmla="*/ 1542764 w 3114960"/>
              <a:gd name="connsiteY5034" fmla="*/ 2302669 h 5143785"/>
              <a:gd name="connsiteX5035" fmla="*/ 1561148 w 3114960"/>
              <a:gd name="connsiteY5035" fmla="*/ 2302669 h 5143785"/>
              <a:gd name="connsiteX5036" fmla="*/ 1562672 w 3114960"/>
              <a:gd name="connsiteY5036" fmla="*/ 2304193 h 5143785"/>
              <a:gd name="connsiteX5037" fmla="*/ 1562672 w 3114960"/>
              <a:gd name="connsiteY5037" fmla="*/ 2322576 h 5143785"/>
              <a:gd name="connsiteX5038" fmla="*/ 1830800 w 3114960"/>
              <a:gd name="connsiteY5038" fmla="*/ 2461355 h 5143785"/>
              <a:gd name="connsiteX5039" fmla="*/ 1837944 w 3114960"/>
              <a:gd name="connsiteY5039" fmla="*/ 2468499 h 5143785"/>
              <a:gd name="connsiteX5040" fmla="*/ 1830800 w 3114960"/>
              <a:gd name="connsiteY5040" fmla="*/ 2475643 h 5143785"/>
              <a:gd name="connsiteX5041" fmla="*/ 1823657 w 3114960"/>
              <a:gd name="connsiteY5041" fmla="*/ 2468499 h 5143785"/>
              <a:gd name="connsiteX5042" fmla="*/ 1830800 w 3114960"/>
              <a:gd name="connsiteY5042" fmla="*/ 2461355 h 5143785"/>
              <a:gd name="connsiteX5043" fmla="*/ 511874 w 3114960"/>
              <a:gd name="connsiteY5043" fmla="*/ 2097500 h 5143785"/>
              <a:gd name="connsiteX5044" fmla="*/ 521589 w 3114960"/>
              <a:gd name="connsiteY5044" fmla="*/ 2089023 h 5143785"/>
              <a:gd name="connsiteX5045" fmla="*/ 525399 w 3114960"/>
              <a:gd name="connsiteY5045" fmla="*/ 2089309 h 5143785"/>
              <a:gd name="connsiteX5046" fmla="*/ 533876 w 3114960"/>
              <a:gd name="connsiteY5046" fmla="*/ 2099024 h 5143785"/>
              <a:gd name="connsiteX5047" fmla="*/ 533591 w 3114960"/>
              <a:gd name="connsiteY5047" fmla="*/ 2102834 h 5143785"/>
              <a:gd name="connsiteX5048" fmla="*/ 523875 w 3114960"/>
              <a:gd name="connsiteY5048" fmla="*/ 2111312 h 5143785"/>
              <a:gd name="connsiteX5049" fmla="*/ 520065 w 3114960"/>
              <a:gd name="connsiteY5049" fmla="*/ 2111026 h 5143785"/>
              <a:gd name="connsiteX5050" fmla="*/ 511588 w 3114960"/>
              <a:gd name="connsiteY5050" fmla="*/ 2101310 h 5143785"/>
              <a:gd name="connsiteX5051" fmla="*/ 511874 w 3114960"/>
              <a:gd name="connsiteY5051" fmla="*/ 2097500 h 5143785"/>
              <a:gd name="connsiteX5052" fmla="*/ 1221677 w 3114960"/>
              <a:gd name="connsiteY5052" fmla="*/ 4321112 h 5143785"/>
              <a:gd name="connsiteX5053" fmla="*/ 1211199 w 3114960"/>
              <a:gd name="connsiteY5053" fmla="*/ 4325017 h 5143785"/>
              <a:gd name="connsiteX5054" fmla="*/ 1206818 w 3114960"/>
              <a:gd name="connsiteY5054" fmla="*/ 4333304 h 5143785"/>
              <a:gd name="connsiteX5055" fmla="*/ 1103852 w 3114960"/>
              <a:gd name="connsiteY5055" fmla="*/ 4333304 h 5143785"/>
              <a:gd name="connsiteX5056" fmla="*/ 1084707 w 3114960"/>
              <a:gd name="connsiteY5056" fmla="*/ 4311111 h 5143785"/>
              <a:gd name="connsiteX5057" fmla="*/ 933355 w 3114960"/>
              <a:gd name="connsiteY5057" fmla="*/ 4311111 h 5143785"/>
              <a:gd name="connsiteX5058" fmla="*/ 924592 w 3114960"/>
              <a:gd name="connsiteY5058" fmla="*/ 4301776 h 5143785"/>
              <a:gd name="connsiteX5059" fmla="*/ 924592 w 3114960"/>
              <a:gd name="connsiteY5059" fmla="*/ 4254246 h 5143785"/>
              <a:gd name="connsiteX5060" fmla="*/ 925259 w 3114960"/>
              <a:gd name="connsiteY5060" fmla="*/ 4254246 h 5143785"/>
              <a:gd name="connsiteX5061" fmla="*/ 932783 w 3114960"/>
              <a:gd name="connsiteY5061" fmla="*/ 4240721 h 5143785"/>
              <a:gd name="connsiteX5062" fmla="*/ 924211 w 3114960"/>
              <a:gd name="connsiteY5062" fmla="*/ 4233101 h 5143785"/>
              <a:gd name="connsiteX5063" fmla="*/ 924592 w 3114960"/>
              <a:gd name="connsiteY5063" fmla="*/ 4147661 h 5143785"/>
              <a:gd name="connsiteX5064" fmla="*/ 865823 w 3114960"/>
              <a:gd name="connsiteY5064" fmla="*/ 4077462 h 5143785"/>
              <a:gd name="connsiteX5065" fmla="*/ 865632 w 3114960"/>
              <a:gd name="connsiteY5065" fmla="*/ 4043077 h 5143785"/>
              <a:gd name="connsiteX5066" fmla="*/ 869918 w 3114960"/>
              <a:gd name="connsiteY5066" fmla="*/ 4043077 h 5143785"/>
              <a:gd name="connsiteX5067" fmla="*/ 875443 w 3114960"/>
              <a:gd name="connsiteY5067" fmla="*/ 4037552 h 5143785"/>
              <a:gd name="connsiteX5068" fmla="*/ 875443 w 3114960"/>
              <a:gd name="connsiteY5068" fmla="*/ 4024122 h 5143785"/>
              <a:gd name="connsiteX5069" fmla="*/ 869918 w 3114960"/>
              <a:gd name="connsiteY5069" fmla="*/ 4018598 h 5143785"/>
              <a:gd name="connsiteX5070" fmla="*/ 856488 w 3114960"/>
              <a:gd name="connsiteY5070" fmla="*/ 4018598 h 5143785"/>
              <a:gd name="connsiteX5071" fmla="*/ 850964 w 3114960"/>
              <a:gd name="connsiteY5071" fmla="*/ 4024122 h 5143785"/>
              <a:gd name="connsiteX5072" fmla="*/ 850964 w 3114960"/>
              <a:gd name="connsiteY5072" fmla="*/ 4028789 h 5143785"/>
              <a:gd name="connsiteX5073" fmla="*/ 833628 w 3114960"/>
              <a:gd name="connsiteY5073" fmla="*/ 4028789 h 5143785"/>
              <a:gd name="connsiteX5074" fmla="*/ 792099 w 3114960"/>
              <a:gd name="connsiteY5074" fmla="*/ 3984117 h 5143785"/>
              <a:gd name="connsiteX5075" fmla="*/ 793337 w 3114960"/>
              <a:gd name="connsiteY5075" fmla="*/ 3982688 h 5143785"/>
              <a:gd name="connsiteX5076" fmla="*/ 794290 w 3114960"/>
              <a:gd name="connsiteY5076" fmla="*/ 3974402 h 5143785"/>
              <a:gd name="connsiteX5077" fmla="*/ 789051 w 3114960"/>
              <a:gd name="connsiteY5077" fmla="*/ 3967829 h 5143785"/>
              <a:gd name="connsiteX5078" fmla="*/ 780764 w 3114960"/>
              <a:gd name="connsiteY5078" fmla="*/ 3966877 h 5143785"/>
              <a:gd name="connsiteX5079" fmla="*/ 773240 w 3114960"/>
              <a:gd name="connsiteY5079" fmla="*/ 3980402 h 5143785"/>
              <a:gd name="connsiteX5080" fmla="*/ 783812 w 3114960"/>
              <a:gd name="connsiteY5080" fmla="*/ 3988308 h 5143785"/>
              <a:gd name="connsiteX5081" fmla="*/ 786860 w 3114960"/>
              <a:gd name="connsiteY5081" fmla="*/ 3987927 h 5143785"/>
              <a:gd name="connsiteX5082" fmla="*/ 788479 w 3114960"/>
              <a:gd name="connsiteY5082" fmla="*/ 3987070 h 5143785"/>
              <a:gd name="connsiteX5083" fmla="*/ 831723 w 3114960"/>
              <a:gd name="connsiteY5083" fmla="*/ 4033552 h 5143785"/>
              <a:gd name="connsiteX5084" fmla="*/ 851154 w 3114960"/>
              <a:gd name="connsiteY5084" fmla="*/ 4033552 h 5143785"/>
              <a:gd name="connsiteX5085" fmla="*/ 851154 w 3114960"/>
              <a:gd name="connsiteY5085" fmla="*/ 4037552 h 5143785"/>
              <a:gd name="connsiteX5086" fmla="*/ 856679 w 3114960"/>
              <a:gd name="connsiteY5086" fmla="*/ 4043077 h 5143785"/>
              <a:gd name="connsiteX5087" fmla="*/ 861060 w 3114960"/>
              <a:gd name="connsiteY5087" fmla="*/ 4043077 h 5143785"/>
              <a:gd name="connsiteX5088" fmla="*/ 861251 w 3114960"/>
              <a:gd name="connsiteY5088" fmla="*/ 4079177 h 5143785"/>
              <a:gd name="connsiteX5089" fmla="*/ 920020 w 3114960"/>
              <a:gd name="connsiteY5089" fmla="*/ 4149280 h 5143785"/>
              <a:gd name="connsiteX5090" fmla="*/ 919639 w 3114960"/>
              <a:gd name="connsiteY5090" fmla="*/ 4233101 h 5143785"/>
              <a:gd name="connsiteX5091" fmla="*/ 919353 w 3114960"/>
              <a:gd name="connsiteY5091" fmla="*/ 4233101 h 5143785"/>
              <a:gd name="connsiteX5092" fmla="*/ 911828 w 3114960"/>
              <a:gd name="connsiteY5092" fmla="*/ 4246626 h 5143785"/>
              <a:gd name="connsiteX5093" fmla="*/ 920020 w 3114960"/>
              <a:gd name="connsiteY5093" fmla="*/ 4254151 h 5143785"/>
              <a:gd name="connsiteX5094" fmla="*/ 920020 w 3114960"/>
              <a:gd name="connsiteY5094" fmla="*/ 4303586 h 5143785"/>
              <a:gd name="connsiteX5095" fmla="*/ 931545 w 3114960"/>
              <a:gd name="connsiteY5095" fmla="*/ 4315873 h 5143785"/>
              <a:gd name="connsiteX5096" fmla="*/ 1082802 w 3114960"/>
              <a:gd name="connsiteY5096" fmla="*/ 4315873 h 5143785"/>
              <a:gd name="connsiteX5097" fmla="*/ 1101947 w 3114960"/>
              <a:gd name="connsiteY5097" fmla="*/ 4338066 h 5143785"/>
              <a:gd name="connsiteX5098" fmla="*/ 1207103 w 3114960"/>
              <a:gd name="connsiteY5098" fmla="*/ 4338066 h 5143785"/>
              <a:gd name="connsiteX5099" fmla="*/ 1210818 w 3114960"/>
              <a:gd name="connsiteY5099" fmla="*/ 4345591 h 5143785"/>
              <a:gd name="connsiteX5100" fmla="*/ 1221486 w 3114960"/>
              <a:gd name="connsiteY5100" fmla="*/ 4350258 h 5143785"/>
              <a:gd name="connsiteX5101" fmla="*/ 1231392 w 3114960"/>
              <a:gd name="connsiteY5101" fmla="*/ 4346353 h 5143785"/>
              <a:gd name="connsiteX5102" fmla="*/ 1236059 w 3114960"/>
              <a:gd name="connsiteY5102" fmla="*/ 4336256 h 5143785"/>
              <a:gd name="connsiteX5103" fmla="*/ 1232154 w 3114960"/>
              <a:gd name="connsiteY5103" fmla="*/ 4325779 h 5143785"/>
              <a:gd name="connsiteX5104" fmla="*/ 1222057 w 3114960"/>
              <a:gd name="connsiteY5104" fmla="*/ 4321207 h 5143785"/>
              <a:gd name="connsiteX5105" fmla="*/ 789146 w 3114960"/>
              <a:gd name="connsiteY5105" fmla="*/ 3980307 h 5143785"/>
              <a:gd name="connsiteX5106" fmla="*/ 785432 w 3114960"/>
              <a:gd name="connsiteY5106" fmla="*/ 3983260 h 5143785"/>
              <a:gd name="connsiteX5107" fmla="*/ 777812 w 3114960"/>
              <a:gd name="connsiteY5107" fmla="*/ 3978974 h 5143785"/>
              <a:gd name="connsiteX5108" fmla="*/ 782098 w 3114960"/>
              <a:gd name="connsiteY5108" fmla="*/ 3971354 h 5143785"/>
              <a:gd name="connsiteX5109" fmla="*/ 783812 w 3114960"/>
              <a:gd name="connsiteY5109" fmla="*/ 3971068 h 5143785"/>
              <a:gd name="connsiteX5110" fmla="*/ 786765 w 3114960"/>
              <a:gd name="connsiteY5110" fmla="*/ 3971830 h 5143785"/>
              <a:gd name="connsiteX5111" fmla="*/ 789718 w 3114960"/>
              <a:gd name="connsiteY5111" fmla="*/ 3975545 h 5143785"/>
              <a:gd name="connsiteX5112" fmla="*/ 789718 w 3114960"/>
              <a:gd name="connsiteY5112" fmla="*/ 3975545 h 5143785"/>
              <a:gd name="connsiteX5113" fmla="*/ 789146 w 3114960"/>
              <a:gd name="connsiteY5113" fmla="*/ 3980212 h 5143785"/>
              <a:gd name="connsiteX5114" fmla="*/ 856488 w 3114960"/>
              <a:gd name="connsiteY5114" fmla="*/ 4038219 h 5143785"/>
              <a:gd name="connsiteX5115" fmla="*/ 855726 w 3114960"/>
              <a:gd name="connsiteY5115" fmla="*/ 4037457 h 5143785"/>
              <a:gd name="connsiteX5116" fmla="*/ 855726 w 3114960"/>
              <a:gd name="connsiteY5116" fmla="*/ 4024027 h 5143785"/>
              <a:gd name="connsiteX5117" fmla="*/ 856488 w 3114960"/>
              <a:gd name="connsiteY5117" fmla="*/ 4023265 h 5143785"/>
              <a:gd name="connsiteX5118" fmla="*/ 869918 w 3114960"/>
              <a:gd name="connsiteY5118" fmla="*/ 4023265 h 5143785"/>
              <a:gd name="connsiteX5119" fmla="*/ 870680 w 3114960"/>
              <a:gd name="connsiteY5119" fmla="*/ 4024027 h 5143785"/>
              <a:gd name="connsiteX5120" fmla="*/ 870680 w 3114960"/>
              <a:gd name="connsiteY5120" fmla="*/ 4037457 h 5143785"/>
              <a:gd name="connsiteX5121" fmla="*/ 869918 w 3114960"/>
              <a:gd name="connsiteY5121" fmla="*/ 4038219 h 5143785"/>
              <a:gd name="connsiteX5122" fmla="*/ 856488 w 3114960"/>
              <a:gd name="connsiteY5122" fmla="*/ 4038219 h 5143785"/>
              <a:gd name="connsiteX5123" fmla="*/ 916210 w 3114960"/>
              <a:gd name="connsiteY5123" fmla="*/ 4245293 h 5143785"/>
              <a:gd name="connsiteX5124" fmla="*/ 916781 w 3114960"/>
              <a:gd name="connsiteY5124" fmla="*/ 4240626 h 5143785"/>
              <a:gd name="connsiteX5125" fmla="*/ 920496 w 3114960"/>
              <a:gd name="connsiteY5125" fmla="*/ 4237673 h 5143785"/>
              <a:gd name="connsiteX5126" fmla="*/ 928116 w 3114960"/>
              <a:gd name="connsiteY5126" fmla="*/ 4241959 h 5143785"/>
              <a:gd name="connsiteX5127" fmla="*/ 923830 w 3114960"/>
              <a:gd name="connsiteY5127" fmla="*/ 4249579 h 5143785"/>
              <a:gd name="connsiteX5128" fmla="*/ 916210 w 3114960"/>
              <a:gd name="connsiteY5128" fmla="*/ 4245293 h 5143785"/>
              <a:gd name="connsiteX5129" fmla="*/ 1227868 w 3114960"/>
              <a:gd name="connsiteY5129" fmla="*/ 4342829 h 5143785"/>
              <a:gd name="connsiteX5130" fmla="*/ 1214057 w 3114960"/>
              <a:gd name="connsiteY5130" fmla="*/ 4342353 h 5143785"/>
              <a:gd name="connsiteX5131" fmla="*/ 1211485 w 3114960"/>
              <a:gd name="connsiteY5131" fmla="*/ 4335304 h 5143785"/>
              <a:gd name="connsiteX5132" fmla="*/ 1214628 w 3114960"/>
              <a:gd name="connsiteY5132" fmla="*/ 4328446 h 5143785"/>
              <a:gd name="connsiteX5133" fmla="*/ 1221296 w 3114960"/>
              <a:gd name="connsiteY5133" fmla="*/ 4325779 h 5143785"/>
              <a:gd name="connsiteX5134" fmla="*/ 1221677 w 3114960"/>
              <a:gd name="connsiteY5134" fmla="*/ 4325779 h 5143785"/>
              <a:gd name="connsiteX5135" fmla="*/ 1228535 w 3114960"/>
              <a:gd name="connsiteY5135" fmla="*/ 4328922 h 5143785"/>
              <a:gd name="connsiteX5136" fmla="*/ 1231202 w 3114960"/>
              <a:gd name="connsiteY5136" fmla="*/ 4335971 h 5143785"/>
              <a:gd name="connsiteX5137" fmla="*/ 1228058 w 3114960"/>
              <a:gd name="connsiteY5137" fmla="*/ 4342829 h 5143785"/>
              <a:gd name="connsiteX5138" fmla="*/ 509016 w 3114960"/>
              <a:gd name="connsiteY5138" fmla="*/ 2130743 h 5143785"/>
              <a:gd name="connsiteX5139" fmla="*/ 512445 w 3114960"/>
              <a:gd name="connsiteY5139" fmla="*/ 2134076 h 5143785"/>
              <a:gd name="connsiteX5140" fmla="*/ 505587 w 3114960"/>
              <a:gd name="connsiteY5140" fmla="*/ 2141125 h 5143785"/>
              <a:gd name="connsiteX5141" fmla="*/ 502158 w 3114960"/>
              <a:gd name="connsiteY5141" fmla="*/ 2137791 h 5143785"/>
              <a:gd name="connsiteX5142" fmla="*/ 509016 w 3114960"/>
              <a:gd name="connsiteY5142" fmla="*/ 2130743 h 5143785"/>
              <a:gd name="connsiteX5143" fmla="*/ 1952149 w 3114960"/>
              <a:gd name="connsiteY5143" fmla="*/ 342138 h 5143785"/>
              <a:gd name="connsiteX5144" fmla="*/ 1941481 w 3114960"/>
              <a:gd name="connsiteY5144" fmla="*/ 355283 h 5143785"/>
              <a:gd name="connsiteX5145" fmla="*/ 1954911 w 3114960"/>
              <a:gd name="connsiteY5145" fmla="*/ 368713 h 5143785"/>
              <a:gd name="connsiteX5146" fmla="*/ 1968341 w 3114960"/>
              <a:gd name="connsiteY5146" fmla="*/ 355283 h 5143785"/>
              <a:gd name="connsiteX5147" fmla="*/ 1956816 w 3114960"/>
              <a:gd name="connsiteY5147" fmla="*/ 342043 h 5143785"/>
              <a:gd name="connsiteX5148" fmla="*/ 1957102 w 3114960"/>
              <a:gd name="connsiteY5148" fmla="*/ 296990 h 5143785"/>
              <a:gd name="connsiteX5149" fmla="*/ 1980914 w 3114960"/>
              <a:gd name="connsiteY5149" fmla="*/ 263176 h 5143785"/>
              <a:gd name="connsiteX5150" fmla="*/ 1980914 w 3114960"/>
              <a:gd name="connsiteY5150" fmla="*/ 160592 h 5143785"/>
              <a:gd name="connsiteX5151" fmla="*/ 1950149 w 3114960"/>
              <a:gd name="connsiteY5151" fmla="*/ 129635 h 5143785"/>
              <a:gd name="connsiteX5152" fmla="*/ 1950339 w 3114960"/>
              <a:gd name="connsiteY5152" fmla="*/ 128683 h 5143785"/>
              <a:gd name="connsiteX5153" fmla="*/ 1950339 w 3114960"/>
              <a:gd name="connsiteY5153" fmla="*/ 116967 h 5143785"/>
              <a:gd name="connsiteX5154" fmla="*/ 1945862 w 3114960"/>
              <a:gd name="connsiteY5154" fmla="*/ 112490 h 5143785"/>
              <a:gd name="connsiteX5155" fmla="*/ 1934147 w 3114960"/>
              <a:gd name="connsiteY5155" fmla="*/ 112490 h 5143785"/>
              <a:gd name="connsiteX5156" fmla="*/ 1929670 w 3114960"/>
              <a:gd name="connsiteY5156" fmla="*/ 116967 h 5143785"/>
              <a:gd name="connsiteX5157" fmla="*/ 1929670 w 3114960"/>
              <a:gd name="connsiteY5157" fmla="*/ 128683 h 5143785"/>
              <a:gd name="connsiteX5158" fmla="*/ 1934147 w 3114960"/>
              <a:gd name="connsiteY5158" fmla="*/ 133160 h 5143785"/>
              <a:gd name="connsiteX5159" fmla="*/ 1945862 w 3114960"/>
              <a:gd name="connsiteY5159" fmla="*/ 133160 h 5143785"/>
              <a:gd name="connsiteX5160" fmla="*/ 1946720 w 3114960"/>
              <a:gd name="connsiteY5160" fmla="*/ 132969 h 5143785"/>
              <a:gd name="connsiteX5161" fmla="*/ 1976057 w 3114960"/>
              <a:gd name="connsiteY5161" fmla="*/ 162497 h 5143785"/>
              <a:gd name="connsiteX5162" fmla="*/ 1976057 w 3114960"/>
              <a:gd name="connsiteY5162" fmla="*/ 261652 h 5143785"/>
              <a:gd name="connsiteX5163" fmla="*/ 1952339 w 3114960"/>
              <a:gd name="connsiteY5163" fmla="*/ 295370 h 5143785"/>
              <a:gd name="connsiteX5164" fmla="*/ 1952053 w 3114960"/>
              <a:gd name="connsiteY5164" fmla="*/ 342043 h 5143785"/>
              <a:gd name="connsiteX5165" fmla="*/ 1963674 w 3114960"/>
              <a:gd name="connsiteY5165" fmla="*/ 355283 h 5143785"/>
              <a:gd name="connsiteX5166" fmla="*/ 1955006 w 3114960"/>
              <a:gd name="connsiteY5166" fmla="*/ 363950 h 5143785"/>
              <a:gd name="connsiteX5167" fmla="*/ 1946339 w 3114960"/>
              <a:gd name="connsiteY5167" fmla="*/ 355283 h 5143785"/>
              <a:gd name="connsiteX5168" fmla="*/ 1955006 w 3114960"/>
              <a:gd name="connsiteY5168" fmla="*/ 346615 h 5143785"/>
              <a:gd name="connsiteX5169" fmla="*/ 1963674 w 3114960"/>
              <a:gd name="connsiteY5169" fmla="*/ 355283 h 5143785"/>
              <a:gd name="connsiteX5170" fmla="*/ 1025366 w 3114960"/>
              <a:gd name="connsiteY5170" fmla="*/ 2527840 h 5143785"/>
              <a:gd name="connsiteX5171" fmla="*/ 1018318 w 3114960"/>
              <a:gd name="connsiteY5171" fmla="*/ 2520887 h 5143785"/>
              <a:gd name="connsiteX5172" fmla="*/ 1008412 w 3114960"/>
              <a:gd name="connsiteY5172" fmla="*/ 2520887 h 5143785"/>
              <a:gd name="connsiteX5173" fmla="*/ 1001459 w 3114960"/>
              <a:gd name="connsiteY5173" fmla="*/ 2537841 h 5143785"/>
              <a:gd name="connsiteX5174" fmla="*/ 1013460 w 3114960"/>
              <a:gd name="connsiteY5174" fmla="*/ 2545747 h 5143785"/>
              <a:gd name="connsiteX5175" fmla="*/ 1018508 w 3114960"/>
              <a:gd name="connsiteY5175" fmla="*/ 2544699 h 5143785"/>
              <a:gd name="connsiteX5176" fmla="*/ 1019937 w 3114960"/>
              <a:gd name="connsiteY5176" fmla="*/ 2543747 h 5143785"/>
              <a:gd name="connsiteX5177" fmla="*/ 1069181 w 3114960"/>
              <a:gd name="connsiteY5177" fmla="*/ 2603183 h 5143785"/>
              <a:gd name="connsiteX5178" fmla="*/ 1069181 w 3114960"/>
              <a:gd name="connsiteY5178" fmla="*/ 2690908 h 5143785"/>
              <a:gd name="connsiteX5179" fmla="*/ 1071563 w 3114960"/>
              <a:gd name="connsiteY5179" fmla="*/ 2693289 h 5143785"/>
              <a:gd name="connsiteX5180" fmla="*/ 1086993 w 3114960"/>
              <a:gd name="connsiteY5180" fmla="*/ 2693575 h 5143785"/>
              <a:gd name="connsiteX5181" fmla="*/ 1086993 w 3114960"/>
              <a:gd name="connsiteY5181" fmla="*/ 2693575 h 5143785"/>
              <a:gd name="connsiteX5182" fmla="*/ 1088422 w 3114960"/>
              <a:gd name="connsiteY5182" fmla="*/ 2693099 h 5143785"/>
              <a:gd name="connsiteX5183" fmla="*/ 1115568 w 3114960"/>
              <a:gd name="connsiteY5183" fmla="*/ 2672048 h 5143785"/>
              <a:gd name="connsiteX5184" fmla="*/ 1116521 w 3114960"/>
              <a:gd name="connsiteY5184" fmla="*/ 2670143 h 5143785"/>
              <a:gd name="connsiteX5185" fmla="*/ 1116521 w 3114960"/>
              <a:gd name="connsiteY5185" fmla="*/ 2659761 h 5143785"/>
              <a:gd name="connsiteX5186" fmla="*/ 1209008 w 3114960"/>
              <a:gd name="connsiteY5186" fmla="*/ 2586704 h 5143785"/>
              <a:gd name="connsiteX5187" fmla="*/ 1235012 w 3114960"/>
              <a:gd name="connsiteY5187" fmla="*/ 2587847 h 5143785"/>
              <a:gd name="connsiteX5188" fmla="*/ 1236631 w 3114960"/>
              <a:gd name="connsiteY5188" fmla="*/ 2587276 h 5143785"/>
              <a:gd name="connsiteX5189" fmla="*/ 1334072 w 3114960"/>
              <a:gd name="connsiteY5189" fmla="*/ 2505075 h 5143785"/>
              <a:gd name="connsiteX5190" fmla="*/ 1344073 w 3114960"/>
              <a:gd name="connsiteY5190" fmla="*/ 2509171 h 5143785"/>
              <a:gd name="connsiteX5191" fmla="*/ 1352645 w 3114960"/>
              <a:gd name="connsiteY5191" fmla="*/ 2506409 h 5143785"/>
              <a:gd name="connsiteX5192" fmla="*/ 1358456 w 3114960"/>
              <a:gd name="connsiteY5192" fmla="*/ 2496884 h 5143785"/>
              <a:gd name="connsiteX5193" fmla="*/ 1355789 w 3114960"/>
              <a:gd name="connsiteY5193" fmla="*/ 2486025 h 5143785"/>
              <a:gd name="connsiteX5194" fmla="*/ 1335500 w 3114960"/>
              <a:gd name="connsiteY5194" fmla="*/ 2482882 h 5143785"/>
              <a:gd name="connsiteX5195" fmla="*/ 1329690 w 3114960"/>
              <a:gd name="connsiteY5195" fmla="*/ 2492407 h 5143785"/>
              <a:gd name="connsiteX5196" fmla="*/ 1331119 w 3114960"/>
              <a:gd name="connsiteY5196" fmla="*/ 2501265 h 5143785"/>
              <a:gd name="connsiteX5197" fmla="*/ 1234154 w 3114960"/>
              <a:gd name="connsiteY5197" fmla="*/ 2582990 h 5143785"/>
              <a:gd name="connsiteX5198" fmla="*/ 1208246 w 3114960"/>
              <a:gd name="connsiteY5198" fmla="*/ 2581847 h 5143785"/>
              <a:gd name="connsiteX5199" fmla="*/ 1206627 w 3114960"/>
              <a:gd name="connsiteY5199" fmla="*/ 2582323 h 5143785"/>
              <a:gd name="connsiteX5200" fmla="*/ 1112520 w 3114960"/>
              <a:gd name="connsiteY5200" fmla="*/ 2656618 h 5143785"/>
              <a:gd name="connsiteX5201" fmla="*/ 1111568 w 3114960"/>
              <a:gd name="connsiteY5201" fmla="*/ 2658523 h 5143785"/>
              <a:gd name="connsiteX5202" fmla="*/ 1111568 w 3114960"/>
              <a:gd name="connsiteY5202" fmla="*/ 2668810 h 5143785"/>
              <a:gd name="connsiteX5203" fmla="*/ 1086041 w 3114960"/>
              <a:gd name="connsiteY5203" fmla="*/ 2688622 h 5143785"/>
              <a:gd name="connsiteX5204" fmla="*/ 1073753 w 3114960"/>
              <a:gd name="connsiteY5204" fmla="*/ 2688431 h 5143785"/>
              <a:gd name="connsiteX5205" fmla="*/ 1073753 w 3114960"/>
              <a:gd name="connsiteY5205" fmla="*/ 2602135 h 5143785"/>
              <a:gd name="connsiteX5206" fmla="*/ 1073182 w 3114960"/>
              <a:gd name="connsiteY5206" fmla="*/ 2600611 h 5143785"/>
              <a:gd name="connsiteX5207" fmla="*/ 1023366 w 3114960"/>
              <a:gd name="connsiteY5207" fmla="*/ 2540413 h 5143785"/>
              <a:gd name="connsiteX5208" fmla="*/ 1025271 w 3114960"/>
              <a:gd name="connsiteY5208" fmla="*/ 2537460 h 5143785"/>
              <a:gd name="connsiteX5209" fmla="*/ 1025271 w 3114960"/>
              <a:gd name="connsiteY5209" fmla="*/ 2527554 h 5143785"/>
              <a:gd name="connsiteX5210" fmla="*/ 1021080 w 3114960"/>
              <a:gd name="connsiteY5210" fmla="*/ 2535936 h 5143785"/>
              <a:gd name="connsiteX5211" fmla="*/ 1016699 w 3114960"/>
              <a:gd name="connsiteY5211" fmla="*/ 2540413 h 5143785"/>
              <a:gd name="connsiteX5212" fmla="*/ 1005935 w 3114960"/>
              <a:gd name="connsiteY5212" fmla="*/ 2536031 h 5143785"/>
              <a:gd name="connsiteX5213" fmla="*/ 1010317 w 3114960"/>
              <a:gd name="connsiteY5213" fmla="*/ 2525268 h 5143785"/>
              <a:gd name="connsiteX5214" fmla="*/ 1013460 w 3114960"/>
              <a:gd name="connsiteY5214" fmla="*/ 2524601 h 5143785"/>
              <a:gd name="connsiteX5215" fmla="*/ 1016603 w 3114960"/>
              <a:gd name="connsiteY5215" fmla="*/ 2525173 h 5143785"/>
              <a:gd name="connsiteX5216" fmla="*/ 1021080 w 3114960"/>
              <a:gd name="connsiteY5216" fmla="*/ 2529554 h 5143785"/>
              <a:gd name="connsiteX5217" fmla="*/ 1021080 w 3114960"/>
              <a:gd name="connsiteY5217" fmla="*/ 2535841 h 5143785"/>
              <a:gd name="connsiteX5218" fmla="*/ 1338358 w 3114960"/>
              <a:gd name="connsiteY5218" fmla="*/ 2486978 h 5143785"/>
              <a:gd name="connsiteX5219" fmla="*/ 1344073 w 3114960"/>
              <a:gd name="connsiteY5219" fmla="*/ 2485073 h 5143785"/>
              <a:gd name="connsiteX5220" fmla="*/ 1351978 w 3114960"/>
              <a:gd name="connsiteY5220" fmla="*/ 2489073 h 5143785"/>
              <a:gd name="connsiteX5221" fmla="*/ 1353788 w 3114960"/>
              <a:gd name="connsiteY5221" fmla="*/ 2496312 h 5143785"/>
              <a:gd name="connsiteX5222" fmla="*/ 1349883 w 3114960"/>
              <a:gd name="connsiteY5222" fmla="*/ 2502694 h 5143785"/>
              <a:gd name="connsiteX5223" fmla="*/ 1336167 w 3114960"/>
              <a:gd name="connsiteY5223" fmla="*/ 2500598 h 5143785"/>
              <a:gd name="connsiteX5224" fmla="*/ 1334357 w 3114960"/>
              <a:gd name="connsiteY5224" fmla="*/ 2493359 h 5143785"/>
              <a:gd name="connsiteX5225" fmla="*/ 1338263 w 3114960"/>
              <a:gd name="connsiteY5225" fmla="*/ 2486978 h 5143785"/>
              <a:gd name="connsiteX5226" fmla="*/ 774668 w 3114960"/>
              <a:gd name="connsiteY5226" fmla="*/ 4428268 h 5143785"/>
              <a:gd name="connsiteX5227" fmla="*/ 787432 w 3114960"/>
              <a:gd name="connsiteY5227" fmla="*/ 4433412 h 5143785"/>
              <a:gd name="connsiteX5228" fmla="*/ 787432 w 3114960"/>
              <a:gd name="connsiteY5228" fmla="*/ 4433412 h 5143785"/>
              <a:gd name="connsiteX5229" fmla="*/ 800672 w 3114960"/>
              <a:gd name="connsiteY5229" fmla="*/ 4427982 h 5143785"/>
              <a:gd name="connsiteX5230" fmla="*/ 806196 w 3114960"/>
              <a:gd name="connsiteY5230" fmla="*/ 4414743 h 5143785"/>
              <a:gd name="connsiteX5231" fmla="*/ 787527 w 3114960"/>
              <a:gd name="connsiteY5231" fmla="*/ 4395883 h 5143785"/>
              <a:gd name="connsiteX5232" fmla="*/ 787527 w 3114960"/>
              <a:gd name="connsiteY5232" fmla="*/ 4395883 h 5143785"/>
              <a:gd name="connsiteX5233" fmla="*/ 774287 w 3114960"/>
              <a:gd name="connsiteY5233" fmla="*/ 4401312 h 5143785"/>
              <a:gd name="connsiteX5234" fmla="*/ 768763 w 3114960"/>
              <a:gd name="connsiteY5234" fmla="*/ 4414552 h 5143785"/>
              <a:gd name="connsiteX5235" fmla="*/ 771620 w 3114960"/>
              <a:gd name="connsiteY5235" fmla="*/ 4424553 h 5143785"/>
              <a:gd name="connsiteX5236" fmla="*/ 744284 w 3114960"/>
              <a:gd name="connsiteY5236" fmla="*/ 4451604 h 5143785"/>
              <a:gd name="connsiteX5237" fmla="*/ 647891 w 3114960"/>
              <a:gd name="connsiteY5237" fmla="*/ 4451604 h 5143785"/>
              <a:gd name="connsiteX5238" fmla="*/ 647891 w 3114960"/>
              <a:gd name="connsiteY5238" fmla="*/ 4423124 h 5143785"/>
              <a:gd name="connsiteX5239" fmla="*/ 721900 w 3114960"/>
              <a:gd name="connsiteY5239" fmla="*/ 4356449 h 5143785"/>
              <a:gd name="connsiteX5240" fmla="*/ 721900 w 3114960"/>
              <a:gd name="connsiteY5240" fmla="*/ 4339019 h 5143785"/>
              <a:gd name="connsiteX5241" fmla="*/ 725900 w 3114960"/>
              <a:gd name="connsiteY5241" fmla="*/ 4339019 h 5143785"/>
              <a:gd name="connsiteX5242" fmla="*/ 732758 w 3114960"/>
              <a:gd name="connsiteY5242" fmla="*/ 4332256 h 5143785"/>
              <a:gd name="connsiteX5243" fmla="*/ 732758 w 3114960"/>
              <a:gd name="connsiteY5243" fmla="*/ 4319588 h 5143785"/>
              <a:gd name="connsiteX5244" fmla="*/ 725900 w 3114960"/>
              <a:gd name="connsiteY5244" fmla="*/ 4312730 h 5143785"/>
              <a:gd name="connsiteX5245" fmla="*/ 721900 w 3114960"/>
              <a:gd name="connsiteY5245" fmla="*/ 4312730 h 5143785"/>
              <a:gd name="connsiteX5246" fmla="*/ 721900 w 3114960"/>
              <a:gd name="connsiteY5246" fmla="*/ 4169759 h 5143785"/>
              <a:gd name="connsiteX5247" fmla="*/ 540734 w 3114960"/>
              <a:gd name="connsiteY5247" fmla="*/ 3960876 h 5143785"/>
              <a:gd name="connsiteX5248" fmla="*/ 543782 w 3114960"/>
              <a:gd name="connsiteY5248" fmla="*/ 3949732 h 5143785"/>
              <a:gd name="connsiteX5249" fmla="*/ 530733 w 3114960"/>
              <a:gd name="connsiteY5249" fmla="*/ 3943445 h 5143785"/>
              <a:gd name="connsiteX5250" fmla="*/ 524447 w 3114960"/>
              <a:gd name="connsiteY5250" fmla="*/ 3956495 h 5143785"/>
              <a:gd name="connsiteX5251" fmla="*/ 537496 w 3114960"/>
              <a:gd name="connsiteY5251" fmla="*/ 3962781 h 5143785"/>
              <a:gd name="connsiteX5252" fmla="*/ 537591 w 3114960"/>
              <a:gd name="connsiteY5252" fmla="*/ 3962781 h 5143785"/>
              <a:gd name="connsiteX5253" fmla="*/ 536734 w 3114960"/>
              <a:gd name="connsiteY5253" fmla="*/ 3963543 h 5143785"/>
              <a:gd name="connsiteX5254" fmla="*/ 717137 w 3114960"/>
              <a:gd name="connsiteY5254" fmla="*/ 4171569 h 5143785"/>
              <a:gd name="connsiteX5255" fmla="*/ 717137 w 3114960"/>
              <a:gd name="connsiteY5255" fmla="*/ 4312730 h 5143785"/>
              <a:gd name="connsiteX5256" fmla="*/ 713137 w 3114960"/>
              <a:gd name="connsiteY5256" fmla="*/ 4312730 h 5143785"/>
              <a:gd name="connsiteX5257" fmla="*/ 706279 w 3114960"/>
              <a:gd name="connsiteY5257" fmla="*/ 4319588 h 5143785"/>
              <a:gd name="connsiteX5258" fmla="*/ 706279 w 3114960"/>
              <a:gd name="connsiteY5258" fmla="*/ 4332256 h 5143785"/>
              <a:gd name="connsiteX5259" fmla="*/ 713137 w 3114960"/>
              <a:gd name="connsiteY5259" fmla="*/ 4339019 h 5143785"/>
              <a:gd name="connsiteX5260" fmla="*/ 717137 w 3114960"/>
              <a:gd name="connsiteY5260" fmla="*/ 4339019 h 5143785"/>
              <a:gd name="connsiteX5261" fmla="*/ 717137 w 3114960"/>
              <a:gd name="connsiteY5261" fmla="*/ 4354354 h 5143785"/>
              <a:gd name="connsiteX5262" fmla="*/ 643128 w 3114960"/>
              <a:gd name="connsiteY5262" fmla="*/ 4421029 h 5143785"/>
              <a:gd name="connsiteX5263" fmla="*/ 643128 w 3114960"/>
              <a:gd name="connsiteY5263" fmla="*/ 4456462 h 5143785"/>
              <a:gd name="connsiteX5264" fmla="*/ 746284 w 3114960"/>
              <a:gd name="connsiteY5264" fmla="*/ 4456462 h 5143785"/>
              <a:gd name="connsiteX5265" fmla="*/ 774668 w 3114960"/>
              <a:gd name="connsiteY5265" fmla="*/ 4428268 h 5143785"/>
              <a:gd name="connsiteX5266" fmla="*/ 787527 w 3114960"/>
              <a:gd name="connsiteY5266" fmla="*/ 4405408 h 5143785"/>
              <a:gd name="connsiteX5267" fmla="*/ 787527 w 3114960"/>
              <a:gd name="connsiteY5267" fmla="*/ 4405408 h 5143785"/>
              <a:gd name="connsiteX5268" fmla="*/ 796766 w 3114960"/>
              <a:gd name="connsiteY5268" fmla="*/ 4414647 h 5143785"/>
              <a:gd name="connsiteX5269" fmla="*/ 794004 w 3114960"/>
              <a:gd name="connsiteY5269" fmla="*/ 4421220 h 5143785"/>
              <a:gd name="connsiteX5270" fmla="*/ 787527 w 3114960"/>
              <a:gd name="connsiteY5270" fmla="*/ 4423887 h 5143785"/>
              <a:gd name="connsiteX5271" fmla="*/ 787527 w 3114960"/>
              <a:gd name="connsiteY5271" fmla="*/ 4423887 h 5143785"/>
              <a:gd name="connsiteX5272" fmla="*/ 781050 w 3114960"/>
              <a:gd name="connsiteY5272" fmla="*/ 4421124 h 5143785"/>
              <a:gd name="connsiteX5273" fmla="*/ 778383 w 3114960"/>
              <a:gd name="connsiteY5273" fmla="*/ 4414552 h 5143785"/>
              <a:gd name="connsiteX5274" fmla="*/ 787622 w 3114960"/>
              <a:gd name="connsiteY5274" fmla="*/ 4405313 h 5143785"/>
              <a:gd name="connsiteX5275" fmla="*/ 713232 w 3114960"/>
              <a:gd name="connsiteY5275" fmla="*/ 4334256 h 5143785"/>
              <a:gd name="connsiteX5276" fmla="*/ 711137 w 3114960"/>
              <a:gd name="connsiteY5276" fmla="*/ 4332256 h 5143785"/>
              <a:gd name="connsiteX5277" fmla="*/ 711137 w 3114960"/>
              <a:gd name="connsiteY5277" fmla="*/ 4319588 h 5143785"/>
              <a:gd name="connsiteX5278" fmla="*/ 713232 w 3114960"/>
              <a:gd name="connsiteY5278" fmla="*/ 4317492 h 5143785"/>
              <a:gd name="connsiteX5279" fmla="*/ 725900 w 3114960"/>
              <a:gd name="connsiteY5279" fmla="*/ 4317492 h 5143785"/>
              <a:gd name="connsiteX5280" fmla="*/ 727996 w 3114960"/>
              <a:gd name="connsiteY5280" fmla="*/ 4319588 h 5143785"/>
              <a:gd name="connsiteX5281" fmla="*/ 727996 w 3114960"/>
              <a:gd name="connsiteY5281" fmla="*/ 4332256 h 5143785"/>
              <a:gd name="connsiteX5282" fmla="*/ 725900 w 3114960"/>
              <a:gd name="connsiteY5282" fmla="*/ 4334256 h 5143785"/>
              <a:gd name="connsiteX5283" fmla="*/ 713232 w 3114960"/>
              <a:gd name="connsiteY5283" fmla="*/ 4334256 h 5143785"/>
              <a:gd name="connsiteX5284" fmla="*/ 703421 w 3114960"/>
              <a:gd name="connsiteY5284" fmla="*/ 4409409 h 5143785"/>
              <a:gd name="connsiteX5285" fmla="*/ 709613 w 3114960"/>
              <a:gd name="connsiteY5285" fmla="*/ 4403979 h 5143785"/>
              <a:gd name="connsiteX5286" fmla="*/ 714280 w 3114960"/>
              <a:gd name="connsiteY5286" fmla="*/ 4409313 h 5143785"/>
              <a:gd name="connsiteX5287" fmla="*/ 708089 w 3114960"/>
              <a:gd name="connsiteY5287" fmla="*/ 4414743 h 5143785"/>
              <a:gd name="connsiteX5288" fmla="*/ 703421 w 3114960"/>
              <a:gd name="connsiteY5288" fmla="*/ 4409409 h 5143785"/>
              <a:gd name="connsiteX5289" fmla="*/ 1921002 w 3114960"/>
              <a:gd name="connsiteY5289" fmla="*/ 511969 h 5143785"/>
              <a:gd name="connsiteX5290" fmla="*/ 1925765 w 3114960"/>
              <a:gd name="connsiteY5290" fmla="*/ 511969 h 5143785"/>
              <a:gd name="connsiteX5291" fmla="*/ 1925574 w 3114960"/>
              <a:gd name="connsiteY5291" fmla="*/ 461391 h 5143785"/>
              <a:gd name="connsiteX5292" fmla="*/ 1968818 w 3114960"/>
              <a:gd name="connsiteY5292" fmla="*/ 408337 h 5143785"/>
              <a:gd name="connsiteX5293" fmla="*/ 1975390 w 3114960"/>
              <a:gd name="connsiteY5293" fmla="*/ 410147 h 5143785"/>
              <a:gd name="connsiteX5294" fmla="*/ 1988820 w 3114960"/>
              <a:gd name="connsiteY5294" fmla="*/ 396716 h 5143785"/>
              <a:gd name="connsiteX5295" fmla="*/ 1975390 w 3114960"/>
              <a:gd name="connsiteY5295" fmla="*/ 383286 h 5143785"/>
              <a:gd name="connsiteX5296" fmla="*/ 1961960 w 3114960"/>
              <a:gd name="connsiteY5296" fmla="*/ 396716 h 5143785"/>
              <a:gd name="connsiteX5297" fmla="*/ 1965198 w 3114960"/>
              <a:gd name="connsiteY5297" fmla="*/ 405384 h 5143785"/>
              <a:gd name="connsiteX5298" fmla="*/ 1920812 w 3114960"/>
              <a:gd name="connsiteY5298" fmla="*/ 459772 h 5143785"/>
              <a:gd name="connsiteX5299" fmla="*/ 1921002 w 3114960"/>
              <a:gd name="connsiteY5299" fmla="*/ 511969 h 5143785"/>
              <a:gd name="connsiteX5300" fmla="*/ 1975485 w 3114960"/>
              <a:gd name="connsiteY5300" fmla="*/ 388049 h 5143785"/>
              <a:gd name="connsiteX5301" fmla="*/ 1984153 w 3114960"/>
              <a:gd name="connsiteY5301" fmla="*/ 396716 h 5143785"/>
              <a:gd name="connsiteX5302" fmla="*/ 1975485 w 3114960"/>
              <a:gd name="connsiteY5302" fmla="*/ 405384 h 5143785"/>
              <a:gd name="connsiteX5303" fmla="*/ 1966817 w 3114960"/>
              <a:gd name="connsiteY5303" fmla="*/ 396716 h 5143785"/>
              <a:gd name="connsiteX5304" fmla="*/ 1975485 w 3114960"/>
              <a:gd name="connsiteY5304" fmla="*/ 388049 h 5143785"/>
              <a:gd name="connsiteX5305" fmla="*/ 721900 w 3114960"/>
              <a:gd name="connsiteY5305" fmla="*/ 4393121 h 5143785"/>
              <a:gd name="connsiteX5306" fmla="*/ 726567 w 3114960"/>
              <a:gd name="connsiteY5306" fmla="*/ 4398455 h 5143785"/>
              <a:gd name="connsiteX5307" fmla="*/ 720376 w 3114960"/>
              <a:gd name="connsiteY5307" fmla="*/ 4403884 h 5143785"/>
              <a:gd name="connsiteX5308" fmla="*/ 715709 w 3114960"/>
              <a:gd name="connsiteY5308" fmla="*/ 4398550 h 5143785"/>
              <a:gd name="connsiteX5309" fmla="*/ 721900 w 3114960"/>
              <a:gd name="connsiteY5309" fmla="*/ 4393121 h 5143785"/>
              <a:gd name="connsiteX5310" fmla="*/ 1884712 w 3114960"/>
              <a:gd name="connsiteY5310" fmla="*/ 475869 h 5143785"/>
              <a:gd name="connsiteX5311" fmla="*/ 1884712 w 3114960"/>
              <a:gd name="connsiteY5311" fmla="*/ 468059 h 5143785"/>
              <a:gd name="connsiteX5312" fmla="*/ 1878997 w 3114960"/>
              <a:gd name="connsiteY5312" fmla="*/ 462344 h 5143785"/>
              <a:gd name="connsiteX5313" fmla="*/ 1871186 w 3114960"/>
              <a:gd name="connsiteY5313" fmla="*/ 462344 h 5143785"/>
              <a:gd name="connsiteX5314" fmla="*/ 1865471 w 3114960"/>
              <a:gd name="connsiteY5314" fmla="*/ 468059 h 5143785"/>
              <a:gd name="connsiteX5315" fmla="*/ 1865471 w 3114960"/>
              <a:gd name="connsiteY5315" fmla="*/ 475869 h 5143785"/>
              <a:gd name="connsiteX5316" fmla="*/ 1871186 w 3114960"/>
              <a:gd name="connsiteY5316" fmla="*/ 481584 h 5143785"/>
              <a:gd name="connsiteX5317" fmla="*/ 1872710 w 3114960"/>
              <a:gd name="connsiteY5317" fmla="*/ 482632 h 5143785"/>
              <a:gd name="connsiteX5318" fmla="*/ 1872710 w 3114960"/>
              <a:gd name="connsiteY5318" fmla="*/ 598837 h 5143785"/>
              <a:gd name="connsiteX5319" fmla="*/ 1887760 w 3114960"/>
              <a:gd name="connsiteY5319" fmla="*/ 616458 h 5143785"/>
              <a:gd name="connsiteX5320" fmla="*/ 1887760 w 3114960"/>
              <a:gd name="connsiteY5320" fmla="*/ 633127 h 5143785"/>
              <a:gd name="connsiteX5321" fmla="*/ 1886236 w 3114960"/>
              <a:gd name="connsiteY5321" fmla="*/ 634079 h 5143785"/>
              <a:gd name="connsiteX5322" fmla="*/ 1880521 w 3114960"/>
              <a:gd name="connsiteY5322" fmla="*/ 639699 h 5143785"/>
              <a:gd name="connsiteX5323" fmla="*/ 1880521 w 3114960"/>
              <a:gd name="connsiteY5323" fmla="*/ 647510 h 5143785"/>
              <a:gd name="connsiteX5324" fmla="*/ 1886141 w 3114960"/>
              <a:gd name="connsiteY5324" fmla="*/ 653129 h 5143785"/>
              <a:gd name="connsiteX5325" fmla="*/ 1890046 w 3114960"/>
              <a:gd name="connsiteY5325" fmla="*/ 654749 h 5143785"/>
              <a:gd name="connsiteX5326" fmla="*/ 1893951 w 3114960"/>
              <a:gd name="connsiteY5326" fmla="*/ 653129 h 5143785"/>
              <a:gd name="connsiteX5327" fmla="*/ 1899666 w 3114960"/>
              <a:gd name="connsiteY5327" fmla="*/ 647510 h 5143785"/>
              <a:gd name="connsiteX5328" fmla="*/ 1899666 w 3114960"/>
              <a:gd name="connsiteY5328" fmla="*/ 639699 h 5143785"/>
              <a:gd name="connsiteX5329" fmla="*/ 1894046 w 3114960"/>
              <a:gd name="connsiteY5329" fmla="*/ 634079 h 5143785"/>
              <a:gd name="connsiteX5330" fmla="*/ 1892522 w 3114960"/>
              <a:gd name="connsiteY5330" fmla="*/ 633127 h 5143785"/>
              <a:gd name="connsiteX5331" fmla="*/ 1892522 w 3114960"/>
              <a:gd name="connsiteY5331" fmla="*/ 614648 h 5143785"/>
              <a:gd name="connsiteX5332" fmla="*/ 1877568 w 3114960"/>
              <a:gd name="connsiteY5332" fmla="*/ 597027 h 5143785"/>
              <a:gd name="connsiteX5333" fmla="*/ 1877568 w 3114960"/>
              <a:gd name="connsiteY5333" fmla="*/ 482537 h 5143785"/>
              <a:gd name="connsiteX5334" fmla="*/ 1878997 w 3114960"/>
              <a:gd name="connsiteY5334" fmla="*/ 481489 h 5143785"/>
              <a:gd name="connsiteX5335" fmla="*/ 1884712 w 3114960"/>
              <a:gd name="connsiteY5335" fmla="*/ 475774 h 5143785"/>
              <a:gd name="connsiteX5336" fmla="*/ 1890713 w 3114960"/>
              <a:gd name="connsiteY5336" fmla="*/ 637413 h 5143785"/>
              <a:gd name="connsiteX5337" fmla="*/ 1896428 w 3114960"/>
              <a:gd name="connsiteY5337" fmla="*/ 643033 h 5143785"/>
              <a:gd name="connsiteX5338" fmla="*/ 1896428 w 3114960"/>
              <a:gd name="connsiteY5338" fmla="*/ 644081 h 5143785"/>
              <a:gd name="connsiteX5339" fmla="*/ 1890713 w 3114960"/>
              <a:gd name="connsiteY5339" fmla="*/ 649700 h 5143785"/>
              <a:gd name="connsiteX5340" fmla="*/ 1889665 w 3114960"/>
              <a:gd name="connsiteY5340" fmla="*/ 649700 h 5143785"/>
              <a:gd name="connsiteX5341" fmla="*/ 1883950 w 3114960"/>
              <a:gd name="connsiteY5341" fmla="*/ 644081 h 5143785"/>
              <a:gd name="connsiteX5342" fmla="*/ 1883950 w 3114960"/>
              <a:gd name="connsiteY5342" fmla="*/ 643033 h 5143785"/>
              <a:gd name="connsiteX5343" fmla="*/ 1889665 w 3114960"/>
              <a:gd name="connsiteY5343" fmla="*/ 637413 h 5143785"/>
              <a:gd name="connsiteX5344" fmla="*/ 1890713 w 3114960"/>
              <a:gd name="connsiteY5344" fmla="*/ 637413 h 5143785"/>
              <a:gd name="connsiteX5345" fmla="*/ 1875663 w 3114960"/>
              <a:gd name="connsiteY5345" fmla="*/ 478155 h 5143785"/>
              <a:gd name="connsiteX5346" fmla="*/ 1874615 w 3114960"/>
              <a:gd name="connsiteY5346" fmla="*/ 478155 h 5143785"/>
              <a:gd name="connsiteX5347" fmla="*/ 1868900 w 3114960"/>
              <a:gd name="connsiteY5347" fmla="*/ 472440 h 5143785"/>
              <a:gd name="connsiteX5348" fmla="*/ 1868900 w 3114960"/>
              <a:gd name="connsiteY5348" fmla="*/ 471392 h 5143785"/>
              <a:gd name="connsiteX5349" fmla="*/ 1874615 w 3114960"/>
              <a:gd name="connsiteY5349" fmla="*/ 465677 h 5143785"/>
              <a:gd name="connsiteX5350" fmla="*/ 1875092 w 3114960"/>
              <a:gd name="connsiteY5350" fmla="*/ 465487 h 5143785"/>
              <a:gd name="connsiteX5351" fmla="*/ 1875663 w 3114960"/>
              <a:gd name="connsiteY5351" fmla="*/ 465677 h 5143785"/>
              <a:gd name="connsiteX5352" fmla="*/ 1881378 w 3114960"/>
              <a:gd name="connsiteY5352" fmla="*/ 471392 h 5143785"/>
              <a:gd name="connsiteX5353" fmla="*/ 1881378 w 3114960"/>
              <a:gd name="connsiteY5353" fmla="*/ 472440 h 5143785"/>
              <a:gd name="connsiteX5354" fmla="*/ 1875663 w 3114960"/>
              <a:gd name="connsiteY5354" fmla="*/ 478155 h 5143785"/>
              <a:gd name="connsiteX5355" fmla="*/ 1025462 w 3114960"/>
              <a:gd name="connsiteY5355" fmla="*/ 508730 h 5143785"/>
              <a:gd name="connsiteX5356" fmla="*/ 997458 w 3114960"/>
              <a:gd name="connsiteY5356" fmla="*/ 508730 h 5143785"/>
              <a:gd name="connsiteX5357" fmla="*/ 988124 w 3114960"/>
              <a:gd name="connsiteY5357" fmla="*/ 501206 h 5143785"/>
              <a:gd name="connsiteX5358" fmla="*/ 978313 w 3114960"/>
              <a:gd name="connsiteY5358" fmla="*/ 511016 h 5143785"/>
              <a:gd name="connsiteX5359" fmla="*/ 988124 w 3114960"/>
              <a:gd name="connsiteY5359" fmla="*/ 520732 h 5143785"/>
              <a:gd name="connsiteX5360" fmla="*/ 997363 w 3114960"/>
              <a:gd name="connsiteY5360" fmla="*/ 513398 h 5143785"/>
              <a:gd name="connsiteX5361" fmla="*/ 1023557 w 3114960"/>
              <a:gd name="connsiteY5361" fmla="*/ 513398 h 5143785"/>
              <a:gd name="connsiteX5362" fmla="*/ 1079468 w 3114960"/>
              <a:gd name="connsiteY5362" fmla="*/ 564928 h 5143785"/>
              <a:gd name="connsiteX5363" fmla="*/ 1185196 w 3114960"/>
              <a:gd name="connsiteY5363" fmla="*/ 565309 h 5143785"/>
              <a:gd name="connsiteX5364" fmla="*/ 1234916 w 3114960"/>
              <a:gd name="connsiteY5364" fmla="*/ 624935 h 5143785"/>
              <a:gd name="connsiteX5365" fmla="*/ 1235774 w 3114960"/>
              <a:gd name="connsiteY5365" fmla="*/ 754094 h 5143785"/>
              <a:gd name="connsiteX5366" fmla="*/ 1227296 w 3114960"/>
              <a:gd name="connsiteY5366" fmla="*/ 754094 h 5143785"/>
              <a:gd name="connsiteX5367" fmla="*/ 1223486 w 3114960"/>
              <a:gd name="connsiteY5367" fmla="*/ 757904 h 5143785"/>
              <a:gd name="connsiteX5368" fmla="*/ 1223486 w 3114960"/>
              <a:gd name="connsiteY5368" fmla="*/ 766858 h 5143785"/>
              <a:gd name="connsiteX5369" fmla="*/ 1227296 w 3114960"/>
              <a:gd name="connsiteY5369" fmla="*/ 770668 h 5143785"/>
              <a:gd name="connsiteX5370" fmla="*/ 1236155 w 3114960"/>
              <a:gd name="connsiteY5370" fmla="*/ 770668 h 5143785"/>
              <a:gd name="connsiteX5371" fmla="*/ 1236155 w 3114960"/>
              <a:gd name="connsiteY5371" fmla="*/ 791718 h 5143785"/>
              <a:gd name="connsiteX5372" fmla="*/ 1227296 w 3114960"/>
              <a:gd name="connsiteY5372" fmla="*/ 791718 h 5143785"/>
              <a:gd name="connsiteX5373" fmla="*/ 1223486 w 3114960"/>
              <a:gd name="connsiteY5373" fmla="*/ 795528 h 5143785"/>
              <a:gd name="connsiteX5374" fmla="*/ 1223486 w 3114960"/>
              <a:gd name="connsiteY5374" fmla="*/ 804482 h 5143785"/>
              <a:gd name="connsiteX5375" fmla="*/ 1227296 w 3114960"/>
              <a:gd name="connsiteY5375" fmla="*/ 808292 h 5143785"/>
              <a:gd name="connsiteX5376" fmla="*/ 1236155 w 3114960"/>
              <a:gd name="connsiteY5376" fmla="*/ 808292 h 5143785"/>
              <a:gd name="connsiteX5377" fmla="*/ 1236155 w 3114960"/>
              <a:gd name="connsiteY5377" fmla="*/ 829342 h 5143785"/>
              <a:gd name="connsiteX5378" fmla="*/ 1227296 w 3114960"/>
              <a:gd name="connsiteY5378" fmla="*/ 829342 h 5143785"/>
              <a:gd name="connsiteX5379" fmla="*/ 1223486 w 3114960"/>
              <a:gd name="connsiteY5379" fmla="*/ 833152 h 5143785"/>
              <a:gd name="connsiteX5380" fmla="*/ 1223486 w 3114960"/>
              <a:gd name="connsiteY5380" fmla="*/ 842105 h 5143785"/>
              <a:gd name="connsiteX5381" fmla="*/ 1227296 w 3114960"/>
              <a:gd name="connsiteY5381" fmla="*/ 845915 h 5143785"/>
              <a:gd name="connsiteX5382" fmla="*/ 1236536 w 3114960"/>
              <a:gd name="connsiteY5382" fmla="*/ 845915 h 5143785"/>
              <a:gd name="connsiteX5383" fmla="*/ 1236536 w 3114960"/>
              <a:gd name="connsiteY5383" fmla="*/ 866966 h 5143785"/>
              <a:gd name="connsiteX5384" fmla="*/ 1227296 w 3114960"/>
              <a:gd name="connsiteY5384" fmla="*/ 866966 h 5143785"/>
              <a:gd name="connsiteX5385" fmla="*/ 1223486 w 3114960"/>
              <a:gd name="connsiteY5385" fmla="*/ 870776 h 5143785"/>
              <a:gd name="connsiteX5386" fmla="*/ 1223486 w 3114960"/>
              <a:gd name="connsiteY5386" fmla="*/ 879729 h 5143785"/>
              <a:gd name="connsiteX5387" fmla="*/ 1227296 w 3114960"/>
              <a:gd name="connsiteY5387" fmla="*/ 883539 h 5143785"/>
              <a:gd name="connsiteX5388" fmla="*/ 1236726 w 3114960"/>
              <a:gd name="connsiteY5388" fmla="*/ 883539 h 5143785"/>
              <a:gd name="connsiteX5389" fmla="*/ 1347788 w 3114960"/>
              <a:gd name="connsiteY5389" fmla="*/ 1008793 h 5143785"/>
              <a:gd name="connsiteX5390" fmla="*/ 1348073 w 3114960"/>
              <a:gd name="connsiteY5390" fmla="*/ 1161764 h 5143785"/>
              <a:gd name="connsiteX5391" fmla="*/ 1357122 w 3114960"/>
              <a:gd name="connsiteY5391" fmla="*/ 1169956 h 5143785"/>
              <a:gd name="connsiteX5392" fmla="*/ 1354360 w 3114960"/>
              <a:gd name="connsiteY5392" fmla="*/ 1175576 h 5143785"/>
              <a:gd name="connsiteX5393" fmla="*/ 1339025 w 3114960"/>
              <a:gd name="connsiteY5393" fmla="*/ 1175576 h 5143785"/>
              <a:gd name="connsiteX5394" fmla="*/ 1337501 w 3114960"/>
              <a:gd name="connsiteY5394" fmla="*/ 1176147 h 5143785"/>
              <a:gd name="connsiteX5395" fmla="*/ 1251776 w 3114960"/>
              <a:gd name="connsiteY5395" fmla="*/ 1251395 h 5143785"/>
              <a:gd name="connsiteX5396" fmla="*/ 1251014 w 3114960"/>
              <a:gd name="connsiteY5396" fmla="*/ 1253490 h 5143785"/>
              <a:gd name="connsiteX5397" fmla="*/ 1251014 w 3114960"/>
              <a:gd name="connsiteY5397" fmla="*/ 1264920 h 5143785"/>
              <a:gd name="connsiteX5398" fmla="*/ 1243203 w 3114960"/>
              <a:gd name="connsiteY5398" fmla="*/ 1271778 h 5143785"/>
              <a:gd name="connsiteX5399" fmla="*/ 1248442 w 3114960"/>
              <a:gd name="connsiteY5399" fmla="*/ 1305878 h 5143785"/>
              <a:gd name="connsiteX5400" fmla="*/ 1260634 w 3114960"/>
              <a:gd name="connsiteY5400" fmla="*/ 1310450 h 5143785"/>
              <a:gd name="connsiteX5401" fmla="*/ 1260348 w 3114960"/>
              <a:gd name="connsiteY5401" fmla="*/ 1367600 h 5143785"/>
              <a:gd name="connsiteX5402" fmla="*/ 1225772 w 3114960"/>
              <a:gd name="connsiteY5402" fmla="*/ 1399603 h 5143785"/>
              <a:gd name="connsiteX5403" fmla="*/ 1022033 w 3114960"/>
              <a:gd name="connsiteY5403" fmla="*/ 1398461 h 5143785"/>
              <a:gd name="connsiteX5404" fmla="*/ 1012508 w 3114960"/>
              <a:gd name="connsiteY5404" fmla="*/ 1391412 h 5143785"/>
              <a:gd name="connsiteX5405" fmla="*/ 1002411 w 3114960"/>
              <a:gd name="connsiteY5405" fmla="*/ 1401509 h 5143785"/>
              <a:gd name="connsiteX5406" fmla="*/ 1012508 w 3114960"/>
              <a:gd name="connsiteY5406" fmla="*/ 1411605 h 5143785"/>
              <a:gd name="connsiteX5407" fmla="*/ 1022318 w 3114960"/>
              <a:gd name="connsiteY5407" fmla="*/ 1403223 h 5143785"/>
              <a:gd name="connsiteX5408" fmla="*/ 1227582 w 3114960"/>
              <a:gd name="connsiteY5408" fmla="*/ 1404366 h 5143785"/>
              <a:gd name="connsiteX5409" fmla="*/ 1264825 w 3114960"/>
              <a:gd name="connsiteY5409" fmla="*/ 1369886 h 5143785"/>
              <a:gd name="connsiteX5410" fmla="*/ 1264825 w 3114960"/>
              <a:gd name="connsiteY5410" fmla="*/ 1369886 h 5143785"/>
              <a:gd name="connsiteX5411" fmla="*/ 1265111 w 3114960"/>
              <a:gd name="connsiteY5411" fmla="*/ 1310354 h 5143785"/>
              <a:gd name="connsiteX5412" fmla="*/ 1282541 w 3114960"/>
              <a:gd name="connsiteY5412" fmla="*/ 1300639 h 5143785"/>
              <a:gd name="connsiteX5413" fmla="*/ 1287018 w 3114960"/>
              <a:gd name="connsiteY5413" fmla="*/ 1282446 h 5143785"/>
              <a:gd name="connsiteX5414" fmla="*/ 1277303 w 3114960"/>
              <a:gd name="connsiteY5414" fmla="*/ 1266444 h 5143785"/>
              <a:gd name="connsiteX5415" fmla="*/ 1259110 w 3114960"/>
              <a:gd name="connsiteY5415" fmla="*/ 1261967 h 5143785"/>
              <a:gd name="connsiteX5416" fmla="*/ 1255681 w 3114960"/>
              <a:gd name="connsiteY5416" fmla="*/ 1262825 h 5143785"/>
              <a:gd name="connsiteX5417" fmla="*/ 1255681 w 3114960"/>
              <a:gd name="connsiteY5417" fmla="*/ 1254062 h 5143785"/>
              <a:gd name="connsiteX5418" fmla="*/ 1339882 w 3114960"/>
              <a:gd name="connsiteY5418" fmla="*/ 1180148 h 5143785"/>
              <a:gd name="connsiteX5419" fmla="*/ 1354265 w 3114960"/>
              <a:gd name="connsiteY5419" fmla="*/ 1180148 h 5143785"/>
              <a:gd name="connsiteX5420" fmla="*/ 1365695 w 3114960"/>
              <a:gd name="connsiteY5420" fmla="*/ 1189673 h 5143785"/>
              <a:gd name="connsiteX5421" fmla="*/ 1377601 w 3114960"/>
              <a:gd name="connsiteY5421" fmla="*/ 1177766 h 5143785"/>
              <a:gd name="connsiteX5422" fmla="*/ 1365695 w 3114960"/>
              <a:gd name="connsiteY5422" fmla="*/ 1165860 h 5143785"/>
              <a:gd name="connsiteX5423" fmla="*/ 1360932 w 3114960"/>
              <a:gd name="connsiteY5423" fmla="*/ 1166908 h 5143785"/>
              <a:gd name="connsiteX5424" fmla="*/ 1352741 w 3114960"/>
              <a:gd name="connsiteY5424" fmla="*/ 1159478 h 5143785"/>
              <a:gd name="connsiteX5425" fmla="*/ 1352455 w 3114960"/>
              <a:gd name="connsiteY5425" fmla="*/ 1006793 h 5143785"/>
              <a:gd name="connsiteX5426" fmla="*/ 1243013 w 3114960"/>
              <a:gd name="connsiteY5426" fmla="*/ 883444 h 5143785"/>
              <a:gd name="connsiteX5427" fmla="*/ 1247299 w 3114960"/>
              <a:gd name="connsiteY5427" fmla="*/ 883444 h 5143785"/>
              <a:gd name="connsiteX5428" fmla="*/ 1251109 w 3114960"/>
              <a:gd name="connsiteY5428" fmla="*/ 879634 h 5143785"/>
              <a:gd name="connsiteX5429" fmla="*/ 1251109 w 3114960"/>
              <a:gd name="connsiteY5429" fmla="*/ 870680 h 5143785"/>
              <a:gd name="connsiteX5430" fmla="*/ 1247299 w 3114960"/>
              <a:gd name="connsiteY5430" fmla="*/ 866870 h 5143785"/>
              <a:gd name="connsiteX5431" fmla="*/ 1238822 w 3114960"/>
              <a:gd name="connsiteY5431" fmla="*/ 866870 h 5143785"/>
              <a:gd name="connsiteX5432" fmla="*/ 1238822 w 3114960"/>
              <a:gd name="connsiteY5432" fmla="*/ 845820 h 5143785"/>
              <a:gd name="connsiteX5433" fmla="*/ 1247299 w 3114960"/>
              <a:gd name="connsiteY5433" fmla="*/ 845820 h 5143785"/>
              <a:gd name="connsiteX5434" fmla="*/ 1251109 w 3114960"/>
              <a:gd name="connsiteY5434" fmla="*/ 842010 h 5143785"/>
              <a:gd name="connsiteX5435" fmla="*/ 1251109 w 3114960"/>
              <a:gd name="connsiteY5435" fmla="*/ 833057 h 5143785"/>
              <a:gd name="connsiteX5436" fmla="*/ 1247299 w 3114960"/>
              <a:gd name="connsiteY5436" fmla="*/ 829247 h 5143785"/>
              <a:gd name="connsiteX5437" fmla="*/ 1238441 w 3114960"/>
              <a:gd name="connsiteY5437" fmla="*/ 829247 h 5143785"/>
              <a:gd name="connsiteX5438" fmla="*/ 1238441 w 3114960"/>
              <a:gd name="connsiteY5438" fmla="*/ 808196 h 5143785"/>
              <a:gd name="connsiteX5439" fmla="*/ 1247299 w 3114960"/>
              <a:gd name="connsiteY5439" fmla="*/ 808196 h 5143785"/>
              <a:gd name="connsiteX5440" fmla="*/ 1251109 w 3114960"/>
              <a:gd name="connsiteY5440" fmla="*/ 804386 h 5143785"/>
              <a:gd name="connsiteX5441" fmla="*/ 1251109 w 3114960"/>
              <a:gd name="connsiteY5441" fmla="*/ 795433 h 5143785"/>
              <a:gd name="connsiteX5442" fmla="*/ 1247299 w 3114960"/>
              <a:gd name="connsiteY5442" fmla="*/ 791623 h 5143785"/>
              <a:gd name="connsiteX5443" fmla="*/ 1238441 w 3114960"/>
              <a:gd name="connsiteY5443" fmla="*/ 791623 h 5143785"/>
              <a:gd name="connsiteX5444" fmla="*/ 1238441 w 3114960"/>
              <a:gd name="connsiteY5444" fmla="*/ 770573 h 5143785"/>
              <a:gd name="connsiteX5445" fmla="*/ 1247299 w 3114960"/>
              <a:gd name="connsiteY5445" fmla="*/ 770573 h 5143785"/>
              <a:gd name="connsiteX5446" fmla="*/ 1251109 w 3114960"/>
              <a:gd name="connsiteY5446" fmla="*/ 766763 h 5143785"/>
              <a:gd name="connsiteX5447" fmla="*/ 1251109 w 3114960"/>
              <a:gd name="connsiteY5447" fmla="*/ 757809 h 5143785"/>
              <a:gd name="connsiteX5448" fmla="*/ 1247299 w 3114960"/>
              <a:gd name="connsiteY5448" fmla="*/ 753999 h 5143785"/>
              <a:gd name="connsiteX5449" fmla="*/ 1240441 w 3114960"/>
              <a:gd name="connsiteY5449" fmla="*/ 753999 h 5143785"/>
              <a:gd name="connsiteX5450" fmla="*/ 1239584 w 3114960"/>
              <a:gd name="connsiteY5450" fmla="*/ 623126 h 5143785"/>
              <a:gd name="connsiteX5451" fmla="*/ 1187387 w 3114960"/>
              <a:gd name="connsiteY5451" fmla="*/ 560451 h 5143785"/>
              <a:gd name="connsiteX5452" fmla="*/ 1081278 w 3114960"/>
              <a:gd name="connsiteY5452" fmla="*/ 560070 h 5143785"/>
              <a:gd name="connsiteX5453" fmla="*/ 1025271 w 3114960"/>
              <a:gd name="connsiteY5453" fmla="*/ 508540 h 5143785"/>
              <a:gd name="connsiteX5454" fmla="*/ 988124 w 3114960"/>
              <a:gd name="connsiteY5454" fmla="*/ 516064 h 5143785"/>
              <a:gd name="connsiteX5455" fmla="*/ 983075 w 3114960"/>
              <a:gd name="connsiteY5455" fmla="*/ 511112 h 5143785"/>
              <a:gd name="connsiteX5456" fmla="*/ 988124 w 3114960"/>
              <a:gd name="connsiteY5456" fmla="*/ 506063 h 5143785"/>
              <a:gd name="connsiteX5457" fmla="*/ 993172 w 3114960"/>
              <a:gd name="connsiteY5457" fmla="*/ 511112 h 5143785"/>
              <a:gd name="connsiteX5458" fmla="*/ 988124 w 3114960"/>
              <a:gd name="connsiteY5458" fmla="*/ 516064 h 5143785"/>
              <a:gd name="connsiteX5459" fmla="*/ 1259777 w 3114960"/>
              <a:gd name="connsiteY5459" fmla="*/ 1267016 h 5143785"/>
              <a:gd name="connsiteX5460" fmla="*/ 1262825 w 3114960"/>
              <a:gd name="connsiteY5460" fmla="*/ 1266825 h 5143785"/>
              <a:gd name="connsiteX5461" fmla="*/ 1274540 w 3114960"/>
              <a:gd name="connsiteY5461" fmla="*/ 1270730 h 5143785"/>
              <a:gd name="connsiteX5462" fmla="*/ 1282446 w 3114960"/>
              <a:gd name="connsiteY5462" fmla="*/ 1283780 h 5143785"/>
              <a:gd name="connsiteX5463" fmla="*/ 1278827 w 3114960"/>
              <a:gd name="connsiteY5463" fmla="*/ 1298639 h 5143785"/>
              <a:gd name="connsiteX5464" fmla="*/ 1265777 w 3114960"/>
              <a:gd name="connsiteY5464" fmla="*/ 1306544 h 5143785"/>
              <a:gd name="connsiteX5465" fmla="*/ 1250918 w 3114960"/>
              <a:gd name="connsiteY5465" fmla="*/ 1302925 h 5143785"/>
              <a:gd name="connsiteX5466" fmla="*/ 1243013 w 3114960"/>
              <a:gd name="connsiteY5466" fmla="*/ 1289876 h 5143785"/>
              <a:gd name="connsiteX5467" fmla="*/ 1246632 w 3114960"/>
              <a:gd name="connsiteY5467" fmla="*/ 1275017 h 5143785"/>
              <a:gd name="connsiteX5468" fmla="*/ 1259681 w 3114960"/>
              <a:gd name="connsiteY5468" fmla="*/ 1267111 h 5143785"/>
              <a:gd name="connsiteX5469" fmla="*/ 1365790 w 3114960"/>
              <a:gd name="connsiteY5469" fmla="*/ 1171289 h 5143785"/>
              <a:gd name="connsiteX5470" fmla="*/ 1372934 w 3114960"/>
              <a:gd name="connsiteY5470" fmla="*/ 1178433 h 5143785"/>
              <a:gd name="connsiteX5471" fmla="*/ 1365790 w 3114960"/>
              <a:gd name="connsiteY5471" fmla="*/ 1185577 h 5143785"/>
              <a:gd name="connsiteX5472" fmla="*/ 1358646 w 3114960"/>
              <a:gd name="connsiteY5472" fmla="*/ 1178433 h 5143785"/>
              <a:gd name="connsiteX5473" fmla="*/ 1365790 w 3114960"/>
              <a:gd name="connsiteY5473" fmla="*/ 1171289 h 5143785"/>
              <a:gd name="connsiteX5474" fmla="*/ 1234250 w 3114960"/>
              <a:gd name="connsiteY5474" fmla="*/ 802291 h 5143785"/>
              <a:gd name="connsiteX5475" fmla="*/ 1236155 w 3114960"/>
              <a:gd name="connsiteY5475" fmla="*/ 803720 h 5143785"/>
              <a:gd name="connsiteX5476" fmla="*/ 1228249 w 3114960"/>
              <a:gd name="connsiteY5476" fmla="*/ 803720 h 5143785"/>
              <a:gd name="connsiteX5477" fmla="*/ 1228249 w 3114960"/>
              <a:gd name="connsiteY5477" fmla="*/ 796576 h 5143785"/>
              <a:gd name="connsiteX5478" fmla="*/ 1236155 w 3114960"/>
              <a:gd name="connsiteY5478" fmla="*/ 796576 h 5143785"/>
              <a:gd name="connsiteX5479" fmla="*/ 1237869 w 3114960"/>
              <a:gd name="connsiteY5479" fmla="*/ 797909 h 5143785"/>
              <a:gd name="connsiteX5480" fmla="*/ 1234345 w 3114960"/>
              <a:gd name="connsiteY5480" fmla="*/ 800291 h 5143785"/>
              <a:gd name="connsiteX5481" fmla="*/ 1233869 w 3114960"/>
              <a:gd name="connsiteY5481" fmla="*/ 801243 h 5143785"/>
              <a:gd name="connsiteX5482" fmla="*/ 1234345 w 3114960"/>
              <a:gd name="connsiteY5482" fmla="*/ 802196 h 5143785"/>
              <a:gd name="connsiteX5483" fmla="*/ 1234250 w 3114960"/>
              <a:gd name="connsiteY5483" fmla="*/ 840010 h 5143785"/>
              <a:gd name="connsiteX5484" fmla="*/ 1236155 w 3114960"/>
              <a:gd name="connsiteY5484" fmla="*/ 841439 h 5143785"/>
              <a:gd name="connsiteX5485" fmla="*/ 1228249 w 3114960"/>
              <a:gd name="connsiteY5485" fmla="*/ 841439 h 5143785"/>
              <a:gd name="connsiteX5486" fmla="*/ 1228249 w 3114960"/>
              <a:gd name="connsiteY5486" fmla="*/ 834295 h 5143785"/>
              <a:gd name="connsiteX5487" fmla="*/ 1236155 w 3114960"/>
              <a:gd name="connsiteY5487" fmla="*/ 834295 h 5143785"/>
              <a:gd name="connsiteX5488" fmla="*/ 1237869 w 3114960"/>
              <a:gd name="connsiteY5488" fmla="*/ 835628 h 5143785"/>
              <a:gd name="connsiteX5489" fmla="*/ 1234345 w 3114960"/>
              <a:gd name="connsiteY5489" fmla="*/ 838010 h 5143785"/>
              <a:gd name="connsiteX5490" fmla="*/ 1233869 w 3114960"/>
              <a:gd name="connsiteY5490" fmla="*/ 838962 h 5143785"/>
              <a:gd name="connsiteX5491" fmla="*/ 1234345 w 3114960"/>
              <a:gd name="connsiteY5491" fmla="*/ 839915 h 5143785"/>
              <a:gd name="connsiteX5492" fmla="*/ 1234250 w 3114960"/>
              <a:gd name="connsiteY5492" fmla="*/ 877729 h 5143785"/>
              <a:gd name="connsiteX5493" fmla="*/ 1236155 w 3114960"/>
              <a:gd name="connsiteY5493" fmla="*/ 879158 h 5143785"/>
              <a:gd name="connsiteX5494" fmla="*/ 1228249 w 3114960"/>
              <a:gd name="connsiteY5494" fmla="*/ 879158 h 5143785"/>
              <a:gd name="connsiteX5495" fmla="*/ 1228249 w 3114960"/>
              <a:gd name="connsiteY5495" fmla="*/ 872014 h 5143785"/>
              <a:gd name="connsiteX5496" fmla="*/ 1236155 w 3114960"/>
              <a:gd name="connsiteY5496" fmla="*/ 872014 h 5143785"/>
              <a:gd name="connsiteX5497" fmla="*/ 1237869 w 3114960"/>
              <a:gd name="connsiteY5497" fmla="*/ 873347 h 5143785"/>
              <a:gd name="connsiteX5498" fmla="*/ 1234345 w 3114960"/>
              <a:gd name="connsiteY5498" fmla="*/ 875729 h 5143785"/>
              <a:gd name="connsiteX5499" fmla="*/ 1233869 w 3114960"/>
              <a:gd name="connsiteY5499" fmla="*/ 876681 h 5143785"/>
              <a:gd name="connsiteX5500" fmla="*/ 1234345 w 3114960"/>
              <a:gd name="connsiteY5500" fmla="*/ 877634 h 5143785"/>
              <a:gd name="connsiteX5501" fmla="*/ 1240631 w 3114960"/>
              <a:gd name="connsiteY5501" fmla="*/ 872585 h 5143785"/>
              <a:gd name="connsiteX5502" fmla="*/ 1240060 w 3114960"/>
              <a:gd name="connsiteY5502" fmla="*/ 872109 h 5143785"/>
              <a:gd name="connsiteX5503" fmla="*/ 1246537 w 3114960"/>
              <a:gd name="connsiteY5503" fmla="*/ 872109 h 5143785"/>
              <a:gd name="connsiteX5504" fmla="*/ 1246537 w 3114960"/>
              <a:gd name="connsiteY5504" fmla="*/ 879253 h 5143785"/>
              <a:gd name="connsiteX5505" fmla="*/ 1240155 w 3114960"/>
              <a:gd name="connsiteY5505" fmla="*/ 879253 h 5143785"/>
              <a:gd name="connsiteX5506" fmla="*/ 1237202 w 3114960"/>
              <a:gd name="connsiteY5506" fmla="*/ 876872 h 5143785"/>
              <a:gd name="connsiteX5507" fmla="*/ 1240727 w 3114960"/>
              <a:gd name="connsiteY5507" fmla="*/ 874490 h 5143785"/>
              <a:gd name="connsiteX5508" fmla="*/ 1241203 w 3114960"/>
              <a:gd name="connsiteY5508" fmla="*/ 873538 h 5143785"/>
              <a:gd name="connsiteX5509" fmla="*/ 1240727 w 3114960"/>
              <a:gd name="connsiteY5509" fmla="*/ 872585 h 5143785"/>
              <a:gd name="connsiteX5510" fmla="*/ 1240631 w 3114960"/>
              <a:gd name="connsiteY5510" fmla="*/ 834866 h 5143785"/>
              <a:gd name="connsiteX5511" fmla="*/ 1239965 w 3114960"/>
              <a:gd name="connsiteY5511" fmla="*/ 834390 h 5143785"/>
              <a:gd name="connsiteX5512" fmla="*/ 1246442 w 3114960"/>
              <a:gd name="connsiteY5512" fmla="*/ 834390 h 5143785"/>
              <a:gd name="connsiteX5513" fmla="*/ 1246442 w 3114960"/>
              <a:gd name="connsiteY5513" fmla="*/ 841534 h 5143785"/>
              <a:gd name="connsiteX5514" fmla="*/ 1240060 w 3114960"/>
              <a:gd name="connsiteY5514" fmla="*/ 841534 h 5143785"/>
              <a:gd name="connsiteX5515" fmla="*/ 1237107 w 3114960"/>
              <a:gd name="connsiteY5515" fmla="*/ 839152 h 5143785"/>
              <a:gd name="connsiteX5516" fmla="*/ 1240631 w 3114960"/>
              <a:gd name="connsiteY5516" fmla="*/ 836771 h 5143785"/>
              <a:gd name="connsiteX5517" fmla="*/ 1241107 w 3114960"/>
              <a:gd name="connsiteY5517" fmla="*/ 835819 h 5143785"/>
              <a:gd name="connsiteX5518" fmla="*/ 1240631 w 3114960"/>
              <a:gd name="connsiteY5518" fmla="*/ 834866 h 5143785"/>
              <a:gd name="connsiteX5519" fmla="*/ 1240631 w 3114960"/>
              <a:gd name="connsiteY5519" fmla="*/ 797147 h 5143785"/>
              <a:gd name="connsiteX5520" fmla="*/ 1239965 w 3114960"/>
              <a:gd name="connsiteY5520" fmla="*/ 796671 h 5143785"/>
              <a:gd name="connsiteX5521" fmla="*/ 1246442 w 3114960"/>
              <a:gd name="connsiteY5521" fmla="*/ 796671 h 5143785"/>
              <a:gd name="connsiteX5522" fmla="*/ 1246442 w 3114960"/>
              <a:gd name="connsiteY5522" fmla="*/ 803815 h 5143785"/>
              <a:gd name="connsiteX5523" fmla="*/ 1239965 w 3114960"/>
              <a:gd name="connsiteY5523" fmla="*/ 803815 h 5143785"/>
              <a:gd name="connsiteX5524" fmla="*/ 1237012 w 3114960"/>
              <a:gd name="connsiteY5524" fmla="*/ 801529 h 5143785"/>
              <a:gd name="connsiteX5525" fmla="*/ 1240536 w 3114960"/>
              <a:gd name="connsiteY5525" fmla="*/ 799148 h 5143785"/>
              <a:gd name="connsiteX5526" fmla="*/ 1241012 w 3114960"/>
              <a:gd name="connsiteY5526" fmla="*/ 798195 h 5143785"/>
              <a:gd name="connsiteX5527" fmla="*/ 1240536 w 3114960"/>
              <a:gd name="connsiteY5527" fmla="*/ 797243 h 5143785"/>
              <a:gd name="connsiteX5528" fmla="*/ 1246442 w 3114960"/>
              <a:gd name="connsiteY5528" fmla="*/ 758952 h 5143785"/>
              <a:gd name="connsiteX5529" fmla="*/ 1246442 w 3114960"/>
              <a:gd name="connsiteY5529" fmla="*/ 766096 h 5143785"/>
              <a:gd name="connsiteX5530" fmla="*/ 1239584 w 3114960"/>
              <a:gd name="connsiteY5530" fmla="*/ 766096 h 5143785"/>
              <a:gd name="connsiteX5531" fmla="*/ 1236631 w 3114960"/>
              <a:gd name="connsiteY5531" fmla="*/ 763810 h 5143785"/>
              <a:gd name="connsiteX5532" fmla="*/ 1240155 w 3114960"/>
              <a:gd name="connsiteY5532" fmla="*/ 761429 h 5143785"/>
              <a:gd name="connsiteX5533" fmla="*/ 1240631 w 3114960"/>
              <a:gd name="connsiteY5533" fmla="*/ 760476 h 5143785"/>
              <a:gd name="connsiteX5534" fmla="*/ 1240155 w 3114960"/>
              <a:gd name="connsiteY5534" fmla="*/ 759524 h 5143785"/>
              <a:gd name="connsiteX5535" fmla="*/ 1239488 w 3114960"/>
              <a:gd name="connsiteY5535" fmla="*/ 759047 h 5143785"/>
              <a:gd name="connsiteX5536" fmla="*/ 1246346 w 3114960"/>
              <a:gd name="connsiteY5536" fmla="*/ 759047 h 5143785"/>
              <a:gd name="connsiteX5537" fmla="*/ 1233964 w 3114960"/>
              <a:gd name="connsiteY5537" fmla="*/ 762667 h 5143785"/>
              <a:gd name="connsiteX5538" fmla="*/ 1233488 w 3114960"/>
              <a:gd name="connsiteY5538" fmla="*/ 763619 h 5143785"/>
              <a:gd name="connsiteX5539" fmla="*/ 1233964 w 3114960"/>
              <a:gd name="connsiteY5539" fmla="*/ 764572 h 5143785"/>
              <a:gd name="connsiteX5540" fmla="*/ 1235869 w 3114960"/>
              <a:gd name="connsiteY5540" fmla="*/ 766001 h 5143785"/>
              <a:gd name="connsiteX5541" fmla="*/ 1228344 w 3114960"/>
              <a:gd name="connsiteY5541" fmla="*/ 766001 h 5143785"/>
              <a:gd name="connsiteX5542" fmla="*/ 1228344 w 3114960"/>
              <a:gd name="connsiteY5542" fmla="*/ 758857 h 5143785"/>
              <a:gd name="connsiteX5543" fmla="*/ 1235869 w 3114960"/>
              <a:gd name="connsiteY5543" fmla="*/ 758857 h 5143785"/>
              <a:gd name="connsiteX5544" fmla="*/ 1237583 w 3114960"/>
              <a:gd name="connsiteY5544" fmla="*/ 760190 h 5143785"/>
              <a:gd name="connsiteX5545" fmla="*/ 1234059 w 3114960"/>
              <a:gd name="connsiteY5545" fmla="*/ 762572 h 5143785"/>
              <a:gd name="connsiteX5546" fmla="*/ 1072706 w 3114960"/>
              <a:gd name="connsiteY5546" fmla="*/ 2755392 h 5143785"/>
              <a:gd name="connsiteX5547" fmla="*/ 1133570 w 3114960"/>
              <a:gd name="connsiteY5547" fmla="*/ 2705386 h 5143785"/>
              <a:gd name="connsiteX5548" fmla="*/ 1133380 w 3114960"/>
              <a:gd name="connsiteY5548" fmla="*/ 2698147 h 5143785"/>
              <a:gd name="connsiteX5549" fmla="*/ 1213771 w 3114960"/>
              <a:gd name="connsiteY5549" fmla="*/ 2638044 h 5143785"/>
              <a:gd name="connsiteX5550" fmla="*/ 1236917 w 3114960"/>
              <a:gd name="connsiteY5550" fmla="*/ 2638044 h 5143785"/>
              <a:gd name="connsiteX5551" fmla="*/ 1343787 w 3114960"/>
              <a:gd name="connsiteY5551" fmla="*/ 2548414 h 5143785"/>
              <a:gd name="connsiteX5552" fmla="*/ 1347502 w 3114960"/>
              <a:gd name="connsiteY5552" fmla="*/ 2549843 h 5143785"/>
              <a:gd name="connsiteX5553" fmla="*/ 1361123 w 3114960"/>
              <a:gd name="connsiteY5553" fmla="*/ 2549843 h 5143785"/>
              <a:gd name="connsiteX5554" fmla="*/ 1366933 w 3114960"/>
              <a:gd name="connsiteY5554" fmla="*/ 2544032 h 5143785"/>
              <a:gd name="connsiteX5555" fmla="*/ 1366933 w 3114960"/>
              <a:gd name="connsiteY5555" fmla="*/ 2530412 h 5143785"/>
              <a:gd name="connsiteX5556" fmla="*/ 1361123 w 3114960"/>
              <a:gd name="connsiteY5556" fmla="*/ 2524601 h 5143785"/>
              <a:gd name="connsiteX5557" fmla="*/ 1347502 w 3114960"/>
              <a:gd name="connsiteY5557" fmla="*/ 2524601 h 5143785"/>
              <a:gd name="connsiteX5558" fmla="*/ 1341692 w 3114960"/>
              <a:gd name="connsiteY5558" fmla="*/ 2530412 h 5143785"/>
              <a:gd name="connsiteX5559" fmla="*/ 1341692 w 3114960"/>
              <a:gd name="connsiteY5559" fmla="*/ 2543937 h 5143785"/>
              <a:gd name="connsiteX5560" fmla="*/ 1235107 w 3114960"/>
              <a:gd name="connsiteY5560" fmla="*/ 2633472 h 5143785"/>
              <a:gd name="connsiteX5561" fmla="*/ 1212152 w 3114960"/>
              <a:gd name="connsiteY5561" fmla="*/ 2633472 h 5143785"/>
              <a:gd name="connsiteX5562" fmla="*/ 1128522 w 3114960"/>
              <a:gd name="connsiteY5562" fmla="*/ 2695861 h 5143785"/>
              <a:gd name="connsiteX5563" fmla="*/ 1128713 w 3114960"/>
              <a:gd name="connsiteY5563" fmla="*/ 2703195 h 5143785"/>
              <a:gd name="connsiteX5564" fmla="*/ 1070991 w 3114960"/>
              <a:gd name="connsiteY5564" fmla="*/ 2750630 h 5143785"/>
              <a:gd name="connsiteX5565" fmla="*/ 1036701 w 3114960"/>
              <a:gd name="connsiteY5565" fmla="*/ 2750630 h 5143785"/>
              <a:gd name="connsiteX5566" fmla="*/ 1037273 w 3114960"/>
              <a:gd name="connsiteY5566" fmla="*/ 2630996 h 5143785"/>
              <a:gd name="connsiteX5567" fmla="*/ 994315 w 3114960"/>
              <a:gd name="connsiteY5567" fmla="*/ 2579465 h 5143785"/>
              <a:gd name="connsiteX5568" fmla="*/ 997458 w 3114960"/>
              <a:gd name="connsiteY5568" fmla="*/ 2576322 h 5143785"/>
              <a:gd name="connsiteX5569" fmla="*/ 997458 w 3114960"/>
              <a:gd name="connsiteY5569" fmla="*/ 2572512 h 5143785"/>
              <a:gd name="connsiteX5570" fmla="*/ 988314 w 3114960"/>
              <a:gd name="connsiteY5570" fmla="*/ 2563368 h 5143785"/>
              <a:gd name="connsiteX5571" fmla="*/ 984504 w 3114960"/>
              <a:gd name="connsiteY5571" fmla="*/ 2563368 h 5143785"/>
              <a:gd name="connsiteX5572" fmla="*/ 975360 w 3114960"/>
              <a:gd name="connsiteY5572" fmla="*/ 2572512 h 5143785"/>
              <a:gd name="connsiteX5573" fmla="*/ 975360 w 3114960"/>
              <a:gd name="connsiteY5573" fmla="*/ 2576322 h 5143785"/>
              <a:gd name="connsiteX5574" fmla="*/ 984504 w 3114960"/>
              <a:gd name="connsiteY5574" fmla="*/ 2585466 h 5143785"/>
              <a:gd name="connsiteX5575" fmla="*/ 988314 w 3114960"/>
              <a:gd name="connsiteY5575" fmla="*/ 2585466 h 5143785"/>
              <a:gd name="connsiteX5576" fmla="*/ 990886 w 3114960"/>
              <a:gd name="connsiteY5576" fmla="*/ 2582894 h 5143785"/>
              <a:gd name="connsiteX5577" fmla="*/ 1032510 w 3114960"/>
              <a:gd name="connsiteY5577" fmla="*/ 2632805 h 5143785"/>
              <a:gd name="connsiteX5578" fmla="*/ 1031939 w 3114960"/>
              <a:gd name="connsiteY5578" fmla="*/ 2755487 h 5143785"/>
              <a:gd name="connsiteX5579" fmla="*/ 1072801 w 3114960"/>
              <a:gd name="connsiteY5579" fmla="*/ 2755487 h 5143785"/>
              <a:gd name="connsiteX5580" fmla="*/ 1346454 w 3114960"/>
              <a:gd name="connsiteY5580" fmla="*/ 2530412 h 5143785"/>
              <a:gd name="connsiteX5581" fmla="*/ 1347502 w 3114960"/>
              <a:gd name="connsiteY5581" fmla="*/ 2529364 h 5143785"/>
              <a:gd name="connsiteX5582" fmla="*/ 1361123 w 3114960"/>
              <a:gd name="connsiteY5582" fmla="*/ 2529364 h 5143785"/>
              <a:gd name="connsiteX5583" fmla="*/ 1362170 w 3114960"/>
              <a:gd name="connsiteY5583" fmla="*/ 2530412 h 5143785"/>
              <a:gd name="connsiteX5584" fmla="*/ 1362170 w 3114960"/>
              <a:gd name="connsiteY5584" fmla="*/ 2544032 h 5143785"/>
              <a:gd name="connsiteX5585" fmla="*/ 1361123 w 3114960"/>
              <a:gd name="connsiteY5585" fmla="*/ 2545080 h 5143785"/>
              <a:gd name="connsiteX5586" fmla="*/ 1347502 w 3114960"/>
              <a:gd name="connsiteY5586" fmla="*/ 2545080 h 5143785"/>
              <a:gd name="connsiteX5587" fmla="*/ 1346454 w 3114960"/>
              <a:gd name="connsiteY5587" fmla="*/ 2544032 h 5143785"/>
              <a:gd name="connsiteX5588" fmla="*/ 1346454 w 3114960"/>
              <a:gd name="connsiteY5588" fmla="*/ 2530412 h 5143785"/>
              <a:gd name="connsiteX5589" fmla="*/ 157925 w 3114960"/>
              <a:gd name="connsiteY5589" fmla="*/ 1072420 h 5143785"/>
              <a:gd name="connsiteX5590" fmla="*/ 150876 w 3114960"/>
              <a:gd name="connsiteY5590" fmla="*/ 1074230 h 5143785"/>
              <a:gd name="connsiteX5591" fmla="*/ 147542 w 3114960"/>
              <a:gd name="connsiteY5591" fmla="*/ 1079373 h 5143785"/>
              <a:gd name="connsiteX5592" fmla="*/ 65532 w 3114960"/>
              <a:gd name="connsiteY5592" fmla="*/ 1079373 h 5143785"/>
              <a:gd name="connsiteX5593" fmla="*/ 20479 w 3114960"/>
              <a:gd name="connsiteY5593" fmla="*/ 1123569 h 5143785"/>
              <a:gd name="connsiteX5594" fmla="*/ 15716 w 3114960"/>
              <a:gd name="connsiteY5594" fmla="*/ 1122045 h 5143785"/>
              <a:gd name="connsiteX5595" fmla="*/ 6287 w 3114960"/>
              <a:gd name="connsiteY5595" fmla="*/ 1131475 h 5143785"/>
              <a:gd name="connsiteX5596" fmla="*/ 15716 w 3114960"/>
              <a:gd name="connsiteY5596" fmla="*/ 1140905 h 5143785"/>
              <a:gd name="connsiteX5597" fmla="*/ 25146 w 3114960"/>
              <a:gd name="connsiteY5597" fmla="*/ 1131475 h 5143785"/>
              <a:gd name="connsiteX5598" fmla="*/ 23813 w 3114960"/>
              <a:gd name="connsiteY5598" fmla="*/ 1126903 h 5143785"/>
              <a:gd name="connsiteX5599" fmla="*/ 67437 w 3114960"/>
              <a:gd name="connsiteY5599" fmla="*/ 1084040 h 5143785"/>
              <a:gd name="connsiteX5600" fmla="*/ 147352 w 3114960"/>
              <a:gd name="connsiteY5600" fmla="*/ 1084040 h 5143785"/>
              <a:gd name="connsiteX5601" fmla="*/ 148876 w 3114960"/>
              <a:gd name="connsiteY5601" fmla="*/ 1087279 h 5143785"/>
              <a:gd name="connsiteX5602" fmla="*/ 155067 w 3114960"/>
              <a:gd name="connsiteY5602" fmla="*/ 1090994 h 5143785"/>
              <a:gd name="connsiteX5603" fmla="*/ 156401 w 3114960"/>
              <a:gd name="connsiteY5603" fmla="*/ 1091089 h 5143785"/>
              <a:gd name="connsiteX5604" fmla="*/ 162020 w 3114960"/>
              <a:gd name="connsiteY5604" fmla="*/ 1089184 h 5143785"/>
              <a:gd name="connsiteX5605" fmla="*/ 165735 w 3114960"/>
              <a:gd name="connsiteY5605" fmla="*/ 1082993 h 5143785"/>
              <a:gd name="connsiteX5606" fmla="*/ 163925 w 3114960"/>
              <a:gd name="connsiteY5606" fmla="*/ 1075944 h 5143785"/>
              <a:gd name="connsiteX5607" fmla="*/ 157734 w 3114960"/>
              <a:gd name="connsiteY5607" fmla="*/ 1072229 h 5143785"/>
              <a:gd name="connsiteX5608" fmla="*/ 15716 w 3114960"/>
              <a:gd name="connsiteY5608" fmla="*/ 1136237 h 5143785"/>
              <a:gd name="connsiteX5609" fmla="*/ 11049 w 3114960"/>
              <a:gd name="connsiteY5609" fmla="*/ 1131570 h 5143785"/>
              <a:gd name="connsiteX5610" fmla="*/ 15716 w 3114960"/>
              <a:gd name="connsiteY5610" fmla="*/ 1126903 h 5143785"/>
              <a:gd name="connsiteX5611" fmla="*/ 20384 w 3114960"/>
              <a:gd name="connsiteY5611" fmla="*/ 1131570 h 5143785"/>
              <a:gd name="connsiteX5612" fmla="*/ 15716 w 3114960"/>
              <a:gd name="connsiteY5612" fmla="*/ 1136237 h 5143785"/>
              <a:gd name="connsiteX5613" fmla="*/ 159353 w 3114960"/>
              <a:gd name="connsiteY5613" fmla="*/ 1085564 h 5143785"/>
              <a:gd name="connsiteX5614" fmla="*/ 152781 w 3114960"/>
              <a:gd name="connsiteY5614" fmla="*/ 1084612 h 5143785"/>
              <a:gd name="connsiteX5615" fmla="*/ 153733 w 3114960"/>
              <a:gd name="connsiteY5615" fmla="*/ 1078040 h 5143785"/>
              <a:gd name="connsiteX5616" fmla="*/ 156496 w 3114960"/>
              <a:gd name="connsiteY5616" fmla="*/ 1077087 h 5143785"/>
              <a:gd name="connsiteX5617" fmla="*/ 160211 w 3114960"/>
              <a:gd name="connsiteY5617" fmla="*/ 1078992 h 5143785"/>
              <a:gd name="connsiteX5618" fmla="*/ 159258 w 3114960"/>
              <a:gd name="connsiteY5618" fmla="*/ 1085564 h 5143785"/>
              <a:gd name="connsiteX5619" fmla="*/ 697230 w 3114960"/>
              <a:gd name="connsiteY5619" fmla="*/ 4414838 h 5143785"/>
              <a:gd name="connsiteX5620" fmla="*/ 694563 w 3114960"/>
              <a:gd name="connsiteY5620" fmla="*/ 4417219 h 5143785"/>
              <a:gd name="connsiteX5621" fmla="*/ 690277 w 3114960"/>
              <a:gd name="connsiteY5621" fmla="*/ 4416171 h 5143785"/>
              <a:gd name="connsiteX5622" fmla="*/ 680466 w 3114960"/>
              <a:gd name="connsiteY5622" fmla="*/ 4425982 h 5143785"/>
              <a:gd name="connsiteX5623" fmla="*/ 690277 w 3114960"/>
              <a:gd name="connsiteY5623" fmla="*/ 4435793 h 5143785"/>
              <a:gd name="connsiteX5624" fmla="*/ 700088 w 3114960"/>
              <a:gd name="connsiteY5624" fmla="*/ 4425982 h 5143785"/>
              <a:gd name="connsiteX5625" fmla="*/ 699421 w 3114960"/>
              <a:gd name="connsiteY5625" fmla="*/ 4422553 h 5143785"/>
              <a:gd name="connsiteX5626" fmla="*/ 701993 w 3114960"/>
              <a:gd name="connsiteY5626" fmla="*/ 4420267 h 5143785"/>
              <a:gd name="connsiteX5627" fmla="*/ 697230 w 3114960"/>
              <a:gd name="connsiteY5627" fmla="*/ 4414933 h 5143785"/>
              <a:gd name="connsiteX5628" fmla="*/ 690277 w 3114960"/>
              <a:gd name="connsiteY5628" fmla="*/ 4430840 h 5143785"/>
              <a:gd name="connsiteX5629" fmla="*/ 685229 w 3114960"/>
              <a:gd name="connsiteY5629" fmla="*/ 4425792 h 5143785"/>
              <a:gd name="connsiteX5630" fmla="*/ 690277 w 3114960"/>
              <a:gd name="connsiteY5630" fmla="*/ 4420743 h 5143785"/>
              <a:gd name="connsiteX5631" fmla="*/ 695325 w 3114960"/>
              <a:gd name="connsiteY5631" fmla="*/ 4425792 h 5143785"/>
              <a:gd name="connsiteX5632" fmla="*/ 690277 w 3114960"/>
              <a:gd name="connsiteY5632" fmla="*/ 4430840 h 5143785"/>
              <a:gd name="connsiteX5633" fmla="*/ 2188559 w 3114960"/>
              <a:gd name="connsiteY5633" fmla="*/ 144304 h 5143785"/>
              <a:gd name="connsiteX5634" fmla="*/ 2186083 w 3114960"/>
              <a:gd name="connsiteY5634" fmla="*/ 138113 h 5143785"/>
              <a:gd name="connsiteX5635" fmla="*/ 2179987 w 3114960"/>
              <a:gd name="connsiteY5635" fmla="*/ 135541 h 5143785"/>
              <a:gd name="connsiteX5636" fmla="*/ 2179987 w 3114960"/>
              <a:gd name="connsiteY5636" fmla="*/ 135541 h 5143785"/>
              <a:gd name="connsiteX5637" fmla="*/ 2171319 w 3114960"/>
              <a:gd name="connsiteY5637" fmla="*/ 144113 h 5143785"/>
              <a:gd name="connsiteX5638" fmla="*/ 2177510 w 3114960"/>
              <a:gd name="connsiteY5638" fmla="*/ 152305 h 5143785"/>
              <a:gd name="connsiteX5639" fmla="*/ 2177510 w 3114960"/>
              <a:gd name="connsiteY5639" fmla="*/ 167545 h 5143785"/>
              <a:gd name="connsiteX5640" fmla="*/ 2189417 w 3114960"/>
              <a:gd name="connsiteY5640" fmla="*/ 178975 h 5143785"/>
              <a:gd name="connsiteX5641" fmla="*/ 2189417 w 3114960"/>
              <a:gd name="connsiteY5641" fmla="*/ 238220 h 5143785"/>
              <a:gd name="connsiteX5642" fmla="*/ 2170748 w 3114960"/>
              <a:gd name="connsiteY5642" fmla="*/ 262509 h 5143785"/>
              <a:gd name="connsiteX5643" fmla="*/ 2171033 w 3114960"/>
              <a:gd name="connsiteY5643" fmla="*/ 355473 h 5143785"/>
              <a:gd name="connsiteX5644" fmla="*/ 2200085 w 3114960"/>
              <a:gd name="connsiteY5644" fmla="*/ 393573 h 5143785"/>
              <a:gd name="connsiteX5645" fmla="*/ 2200085 w 3114960"/>
              <a:gd name="connsiteY5645" fmla="*/ 416624 h 5143785"/>
              <a:gd name="connsiteX5646" fmla="*/ 2196179 w 3114960"/>
              <a:gd name="connsiteY5646" fmla="*/ 416624 h 5143785"/>
              <a:gd name="connsiteX5647" fmla="*/ 2190845 w 3114960"/>
              <a:gd name="connsiteY5647" fmla="*/ 421958 h 5143785"/>
              <a:gd name="connsiteX5648" fmla="*/ 2190845 w 3114960"/>
              <a:gd name="connsiteY5648" fmla="*/ 434626 h 5143785"/>
              <a:gd name="connsiteX5649" fmla="*/ 2196179 w 3114960"/>
              <a:gd name="connsiteY5649" fmla="*/ 439960 h 5143785"/>
              <a:gd name="connsiteX5650" fmla="*/ 2208848 w 3114960"/>
              <a:gd name="connsiteY5650" fmla="*/ 439960 h 5143785"/>
              <a:gd name="connsiteX5651" fmla="*/ 2214182 w 3114960"/>
              <a:gd name="connsiteY5651" fmla="*/ 434626 h 5143785"/>
              <a:gd name="connsiteX5652" fmla="*/ 2214182 w 3114960"/>
              <a:gd name="connsiteY5652" fmla="*/ 421958 h 5143785"/>
              <a:gd name="connsiteX5653" fmla="*/ 2208848 w 3114960"/>
              <a:gd name="connsiteY5653" fmla="*/ 416624 h 5143785"/>
              <a:gd name="connsiteX5654" fmla="*/ 2204942 w 3114960"/>
              <a:gd name="connsiteY5654" fmla="*/ 416624 h 5143785"/>
              <a:gd name="connsiteX5655" fmla="*/ 2204942 w 3114960"/>
              <a:gd name="connsiteY5655" fmla="*/ 391954 h 5143785"/>
              <a:gd name="connsiteX5656" fmla="*/ 2175891 w 3114960"/>
              <a:gd name="connsiteY5656" fmla="*/ 353854 h 5143785"/>
              <a:gd name="connsiteX5657" fmla="*/ 2175605 w 3114960"/>
              <a:gd name="connsiteY5657" fmla="*/ 264128 h 5143785"/>
              <a:gd name="connsiteX5658" fmla="*/ 2194274 w 3114960"/>
              <a:gd name="connsiteY5658" fmla="*/ 239840 h 5143785"/>
              <a:gd name="connsiteX5659" fmla="*/ 2194274 w 3114960"/>
              <a:gd name="connsiteY5659" fmla="*/ 181166 h 5143785"/>
              <a:gd name="connsiteX5660" fmla="*/ 2214944 w 3114960"/>
              <a:gd name="connsiteY5660" fmla="*/ 160687 h 5143785"/>
              <a:gd name="connsiteX5661" fmla="*/ 2214944 w 3114960"/>
              <a:gd name="connsiteY5661" fmla="*/ 112586 h 5143785"/>
              <a:gd name="connsiteX5662" fmla="*/ 2216468 w 3114960"/>
              <a:gd name="connsiteY5662" fmla="*/ 111633 h 5143785"/>
              <a:gd name="connsiteX5663" fmla="*/ 2222183 w 3114960"/>
              <a:gd name="connsiteY5663" fmla="*/ 105918 h 5143785"/>
              <a:gd name="connsiteX5664" fmla="*/ 2222183 w 3114960"/>
              <a:gd name="connsiteY5664" fmla="*/ 98108 h 5143785"/>
              <a:gd name="connsiteX5665" fmla="*/ 2216468 w 3114960"/>
              <a:gd name="connsiteY5665" fmla="*/ 92392 h 5143785"/>
              <a:gd name="connsiteX5666" fmla="*/ 2208657 w 3114960"/>
              <a:gd name="connsiteY5666" fmla="*/ 92392 h 5143785"/>
              <a:gd name="connsiteX5667" fmla="*/ 2202942 w 3114960"/>
              <a:gd name="connsiteY5667" fmla="*/ 98108 h 5143785"/>
              <a:gd name="connsiteX5668" fmla="*/ 2202942 w 3114960"/>
              <a:gd name="connsiteY5668" fmla="*/ 105918 h 5143785"/>
              <a:gd name="connsiteX5669" fmla="*/ 2208657 w 3114960"/>
              <a:gd name="connsiteY5669" fmla="*/ 111633 h 5143785"/>
              <a:gd name="connsiteX5670" fmla="*/ 2210181 w 3114960"/>
              <a:gd name="connsiteY5670" fmla="*/ 112681 h 5143785"/>
              <a:gd name="connsiteX5671" fmla="*/ 2210181 w 3114960"/>
              <a:gd name="connsiteY5671" fmla="*/ 158782 h 5143785"/>
              <a:gd name="connsiteX5672" fmla="*/ 2192941 w 3114960"/>
              <a:gd name="connsiteY5672" fmla="*/ 175832 h 5143785"/>
              <a:gd name="connsiteX5673" fmla="*/ 2182368 w 3114960"/>
              <a:gd name="connsiteY5673" fmla="*/ 165640 h 5143785"/>
              <a:gd name="connsiteX5674" fmla="*/ 2182368 w 3114960"/>
              <a:gd name="connsiteY5674" fmla="*/ 152495 h 5143785"/>
              <a:gd name="connsiteX5675" fmla="*/ 2186083 w 3114960"/>
              <a:gd name="connsiteY5675" fmla="*/ 150495 h 5143785"/>
              <a:gd name="connsiteX5676" fmla="*/ 2188655 w 3114960"/>
              <a:gd name="connsiteY5676" fmla="*/ 144399 h 5143785"/>
              <a:gd name="connsiteX5677" fmla="*/ 2208657 w 3114960"/>
              <a:gd name="connsiteY5677" fmla="*/ 421481 h 5143785"/>
              <a:gd name="connsiteX5678" fmla="*/ 2209229 w 3114960"/>
              <a:gd name="connsiteY5678" fmla="*/ 422053 h 5143785"/>
              <a:gd name="connsiteX5679" fmla="*/ 2209229 w 3114960"/>
              <a:gd name="connsiteY5679" fmla="*/ 434721 h 5143785"/>
              <a:gd name="connsiteX5680" fmla="*/ 2208657 w 3114960"/>
              <a:gd name="connsiteY5680" fmla="*/ 435293 h 5143785"/>
              <a:gd name="connsiteX5681" fmla="*/ 2195989 w 3114960"/>
              <a:gd name="connsiteY5681" fmla="*/ 435293 h 5143785"/>
              <a:gd name="connsiteX5682" fmla="*/ 2195417 w 3114960"/>
              <a:gd name="connsiteY5682" fmla="*/ 434721 h 5143785"/>
              <a:gd name="connsiteX5683" fmla="*/ 2195417 w 3114960"/>
              <a:gd name="connsiteY5683" fmla="*/ 422053 h 5143785"/>
              <a:gd name="connsiteX5684" fmla="*/ 2195989 w 3114960"/>
              <a:gd name="connsiteY5684" fmla="*/ 421481 h 5143785"/>
              <a:gd name="connsiteX5685" fmla="*/ 2208657 w 3114960"/>
              <a:gd name="connsiteY5685" fmla="*/ 421481 h 5143785"/>
              <a:gd name="connsiteX5686" fmla="*/ 2206181 w 3114960"/>
              <a:gd name="connsiteY5686" fmla="*/ 102489 h 5143785"/>
              <a:gd name="connsiteX5687" fmla="*/ 2206181 w 3114960"/>
              <a:gd name="connsiteY5687" fmla="*/ 101441 h 5143785"/>
              <a:gd name="connsiteX5688" fmla="*/ 2211896 w 3114960"/>
              <a:gd name="connsiteY5688" fmla="*/ 95726 h 5143785"/>
              <a:gd name="connsiteX5689" fmla="*/ 2212372 w 3114960"/>
              <a:gd name="connsiteY5689" fmla="*/ 95536 h 5143785"/>
              <a:gd name="connsiteX5690" fmla="*/ 2212943 w 3114960"/>
              <a:gd name="connsiteY5690" fmla="*/ 95726 h 5143785"/>
              <a:gd name="connsiteX5691" fmla="*/ 2218658 w 3114960"/>
              <a:gd name="connsiteY5691" fmla="*/ 101441 h 5143785"/>
              <a:gd name="connsiteX5692" fmla="*/ 2218658 w 3114960"/>
              <a:gd name="connsiteY5692" fmla="*/ 102489 h 5143785"/>
              <a:gd name="connsiteX5693" fmla="*/ 2212943 w 3114960"/>
              <a:gd name="connsiteY5693" fmla="*/ 108204 h 5143785"/>
              <a:gd name="connsiteX5694" fmla="*/ 2211896 w 3114960"/>
              <a:gd name="connsiteY5694" fmla="*/ 108204 h 5143785"/>
              <a:gd name="connsiteX5695" fmla="*/ 2206181 w 3114960"/>
              <a:gd name="connsiteY5695" fmla="*/ 102489 h 5143785"/>
              <a:gd name="connsiteX5696" fmla="*/ 2182559 w 3114960"/>
              <a:gd name="connsiteY5696" fmla="*/ 146971 h 5143785"/>
              <a:gd name="connsiteX5697" fmla="*/ 2179796 w 3114960"/>
              <a:gd name="connsiteY5697" fmla="*/ 148114 h 5143785"/>
              <a:gd name="connsiteX5698" fmla="*/ 2177034 w 3114960"/>
              <a:gd name="connsiteY5698" fmla="*/ 146971 h 5143785"/>
              <a:gd name="connsiteX5699" fmla="*/ 2175891 w 3114960"/>
              <a:gd name="connsiteY5699" fmla="*/ 144209 h 5143785"/>
              <a:gd name="connsiteX5700" fmla="*/ 2179796 w 3114960"/>
              <a:gd name="connsiteY5700" fmla="*/ 140303 h 5143785"/>
              <a:gd name="connsiteX5701" fmla="*/ 2179796 w 3114960"/>
              <a:gd name="connsiteY5701" fmla="*/ 140303 h 5143785"/>
              <a:gd name="connsiteX5702" fmla="*/ 2182559 w 3114960"/>
              <a:gd name="connsiteY5702" fmla="*/ 141446 h 5143785"/>
              <a:gd name="connsiteX5703" fmla="*/ 2183702 w 3114960"/>
              <a:gd name="connsiteY5703" fmla="*/ 144209 h 5143785"/>
              <a:gd name="connsiteX5704" fmla="*/ 2182559 w 3114960"/>
              <a:gd name="connsiteY5704" fmla="*/ 146971 h 5143785"/>
              <a:gd name="connsiteX5705" fmla="*/ 393478 w 3114960"/>
              <a:gd name="connsiteY5705" fmla="*/ 2151412 h 5143785"/>
              <a:gd name="connsiteX5706" fmla="*/ 400717 w 3114960"/>
              <a:gd name="connsiteY5706" fmla="*/ 2144363 h 5143785"/>
              <a:gd name="connsiteX5707" fmla="*/ 404051 w 3114960"/>
              <a:gd name="connsiteY5707" fmla="*/ 2147792 h 5143785"/>
              <a:gd name="connsiteX5708" fmla="*/ 396812 w 3114960"/>
              <a:gd name="connsiteY5708" fmla="*/ 2154841 h 5143785"/>
              <a:gd name="connsiteX5709" fmla="*/ 393478 w 3114960"/>
              <a:gd name="connsiteY5709" fmla="*/ 2151412 h 5143785"/>
              <a:gd name="connsiteX5710" fmla="*/ 415385 w 3114960"/>
              <a:gd name="connsiteY5710" fmla="*/ 2130171 h 5143785"/>
              <a:gd name="connsiteX5711" fmla="*/ 418719 w 3114960"/>
              <a:gd name="connsiteY5711" fmla="*/ 2133600 h 5143785"/>
              <a:gd name="connsiteX5712" fmla="*/ 411480 w 3114960"/>
              <a:gd name="connsiteY5712" fmla="*/ 2140649 h 5143785"/>
              <a:gd name="connsiteX5713" fmla="*/ 408146 w 3114960"/>
              <a:gd name="connsiteY5713" fmla="*/ 2137220 h 5143785"/>
              <a:gd name="connsiteX5714" fmla="*/ 415385 w 3114960"/>
              <a:gd name="connsiteY5714" fmla="*/ 2130171 h 5143785"/>
              <a:gd name="connsiteX5715" fmla="*/ 1597343 w 3114960"/>
              <a:gd name="connsiteY5715" fmla="*/ 532352 h 5143785"/>
              <a:gd name="connsiteX5716" fmla="*/ 1597343 w 3114960"/>
              <a:gd name="connsiteY5716" fmla="*/ 539115 h 5143785"/>
              <a:gd name="connsiteX5717" fmla="*/ 1594866 w 3114960"/>
              <a:gd name="connsiteY5717" fmla="*/ 541592 h 5143785"/>
              <a:gd name="connsiteX5718" fmla="*/ 1588103 w 3114960"/>
              <a:gd name="connsiteY5718" fmla="*/ 541592 h 5143785"/>
              <a:gd name="connsiteX5719" fmla="*/ 1585627 w 3114960"/>
              <a:gd name="connsiteY5719" fmla="*/ 539115 h 5143785"/>
              <a:gd name="connsiteX5720" fmla="*/ 1585627 w 3114960"/>
              <a:gd name="connsiteY5720" fmla="*/ 532352 h 5143785"/>
              <a:gd name="connsiteX5721" fmla="*/ 1588103 w 3114960"/>
              <a:gd name="connsiteY5721" fmla="*/ 529876 h 5143785"/>
              <a:gd name="connsiteX5722" fmla="*/ 1594866 w 3114960"/>
              <a:gd name="connsiteY5722" fmla="*/ 529876 h 5143785"/>
              <a:gd name="connsiteX5723" fmla="*/ 1597343 w 3114960"/>
              <a:gd name="connsiteY5723" fmla="*/ 532352 h 5143785"/>
              <a:gd name="connsiteX5724" fmla="*/ 1559052 w 3114960"/>
              <a:gd name="connsiteY5724" fmla="*/ 939832 h 5143785"/>
              <a:gd name="connsiteX5725" fmla="*/ 1559052 w 3114960"/>
              <a:gd name="connsiteY5725" fmla="*/ 1017651 h 5143785"/>
              <a:gd name="connsiteX5726" fmla="*/ 1583531 w 3114960"/>
              <a:gd name="connsiteY5726" fmla="*/ 1038035 h 5143785"/>
              <a:gd name="connsiteX5727" fmla="*/ 1638014 w 3114960"/>
              <a:gd name="connsiteY5727" fmla="*/ 1038035 h 5143785"/>
              <a:gd name="connsiteX5728" fmla="*/ 1643825 w 3114960"/>
              <a:gd name="connsiteY5728" fmla="*/ 1043369 h 5143785"/>
              <a:gd name="connsiteX5729" fmla="*/ 1643634 w 3114960"/>
              <a:gd name="connsiteY5729" fmla="*/ 1044416 h 5143785"/>
              <a:gd name="connsiteX5730" fmla="*/ 1643634 w 3114960"/>
              <a:gd name="connsiteY5730" fmla="*/ 1060037 h 5143785"/>
              <a:gd name="connsiteX5731" fmla="*/ 1649159 w 3114960"/>
              <a:gd name="connsiteY5731" fmla="*/ 1065562 h 5143785"/>
              <a:gd name="connsiteX5732" fmla="*/ 1664780 w 3114960"/>
              <a:gd name="connsiteY5732" fmla="*/ 1065562 h 5143785"/>
              <a:gd name="connsiteX5733" fmla="*/ 1670304 w 3114960"/>
              <a:gd name="connsiteY5733" fmla="*/ 1060037 h 5143785"/>
              <a:gd name="connsiteX5734" fmla="*/ 1670304 w 3114960"/>
              <a:gd name="connsiteY5734" fmla="*/ 1054037 h 5143785"/>
              <a:gd name="connsiteX5735" fmla="*/ 1776127 w 3114960"/>
              <a:gd name="connsiteY5735" fmla="*/ 1054037 h 5143785"/>
              <a:gd name="connsiteX5736" fmla="*/ 1800511 w 3114960"/>
              <a:gd name="connsiteY5736" fmla="*/ 1077659 h 5143785"/>
              <a:gd name="connsiteX5737" fmla="*/ 1897380 w 3114960"/>
              <a:gd name="connsiteY5737" fmla="*/ 1077087 h 5143785"/>
              <a:gd name="connsiteX5738" fmla="*/ 1919573 w 3114960"/>
              <a:gd name="connsiteY5738" fmla="*/ 1053941 h 5143785"/>
              <a:gd name="connsiteX5739" fmla="*/ 1919573 w 3114960"/>
              <a:gd name="connsiteY5739" fmla="*/ 972122 h 5143785"/>
              <a:gd name="connsiteX5740" fmla="*/ 1897190 w 3114960"/>
              <a:gd name="connsiteY5740" fmla="*/ 947642 h 5143785"/>
              <a:gd name="connsiteX5741" fmla="*/ 1895761 w 3114960"/>
              <a:gd name="connsiteY5741" fmla="*/ 934212 h 5143785"/>
              <a:gd name="connsiteX5742" fmla="*/ 1880235 w 3114960"/>
              <a:gd name="connsiteY5742" fmla="*/ 934212 h 5143785"/>
              <a:gd name="connsiteX5743" fmla="*/ 1880235 w 3114960"/>
              <a:gd name="connsiteY5743" fmla="*/ 949738 h 5143785"/>
              <a:gd name="connsiteX5744" fmla="*/ 1887950 w 3114960"/>
              <a:gd name="connsiteY5744" fmla="*/ 952976 h 5143785"/>
              <a:gd name="connsiteX5745" fmla="*/ 1893761 w 3114960"/>
              <a:gd name="connsiteY5745" fmla="*/ 951071 h 5143785"/>
              <a:gd name="connsiteX5746" fmla="*/ 1914620 w 3114960"/>
              <a:gd name="connsiteY5746" fmla="*/ 973931 h 5143785"/>
              <a:gd name="connsiteX5747" fmla="*/ 1914620 w 3114960"/>
              <a:gd name="connsiteY5747" fmla="*/ 1052036 h 5143785"/>
              <a:gd name="connsiteX5748" fmla="*/ 1895285 w 3114960"/>
              <a:gd name="connsiteY5748" fmla="*/ 1072420 h 5143785"/>
              <a:gd name="connsiteX5749" fmla="*/ 1802321 w 3114960"/>
              <a:gd name="connsiteY5749" fmla="*/ 1072896 h 5143785"/>
              <a:gd name="connsiteX5750" fmla="*/ 1777937 w 3114960"/>
              <a:gd name="connsiteY5750" fmla="*/ 1049274 h 5143785"/>
              <a:gd name="connsiteX5751" fmla="*/ 1670209 w 3114960"/>
              <a:gd name="connsiteY5751" fmla="*/ 1049274 h 5143785"/>
              <a:gd name="connsiteX5752" fmla="*/ 1670209 w 3114960"/>
              <a:gd name="connsiteY5752" fmla="*/ 1044512 h 5143785"/>
              <a:gd name="connsiteX5753" fmla="*/ 1664684 w 3114960"/>
              <a:gd name="connsiteY5753" fmla="*/ 1038987 h 5143785"/>
              <a:gd name="connsiteX5754" fmla="*/ 1649063 w 3114960"/>
              <a:gd name="connsiteY5754" fmla="*/ 1038987 h 5143785"/>
              <a:gd name="connsiteX5755" fmla="*/ 1646587 w 3114960"/>
              <a:gd name="connsiteY5755" fmla="*/ 1039654 h 5143785"/>
              <a:gd name="connsiteX5756" fmla="*/ 1639729 w 3114960"/>
              <a:gd name="connsiteY5756" fmla="*/ 1033367 h 5143785"/>
              <a:gd name="connsiteX5757" fmla="*/ 1585151 w 3114960"/>
              <a:gd name="connsiteY5757" fmla="*/ 1033367 h 5143785"/>
              <a:gd name="connsiteX5758" fmla="*/ 1563719 w 3114960"/>
              <a:gd name="connsiteY5758" fmla="*/ 1015556 h 5143785"/>
              <a:gd name="connsiteX5759" fmla="*/ 1563719 w 3114960"/>
              <a:gd name="connsiteY5759" fmla="*/ 939927 h 5143785"/>
              <a:gd name="connsiteX5760" fmla="*/ 1558957 w 3114960"/>
              <a:gd name="connsiteY5760" fmla="*/ 939927 h 5143785"/>
              <a:gd name="connsiteX5761" fmla="*/ 1892427 w 3114960"/>
              <a:gd name="connsiteY5761" fmla="*/ 946404 h 5143785"/>
              <a:gd name="connsiteX5762" fmla="*/ 1883664 w 3114960"/>
              <a:gd name="connsiteY5762" fmla="*/ 946404 h 5143785"/>
              <a:gd name="connsiteX5763" fmla="*/ 1883664 w 3114960"/>
              <a:gd name="connsiteY5763" fmla="*/ 937641 h 5143785"/>
              <a:gd name="connsiteX5764" fmla="*/ 1888046 w 3114960"/>
              <a:gd name="connsiteY5764" fmla="*/ 935831 h 5143785"/>
              <a:gd name="connsiteX5765" fmla="*/ 1892427 w 3114960"/>
              <a:gd name="connsiteY5765" fmla="*/ 937641 h 5143785"/>
              <a:gd name="connsiteX5766" fmla="*/ 1892427 w 3114960"/>
              <a:gd name="connsiteY5766" fmla="*/ 946404 h 5143785"/>
              <a:gd name="connsiteX5767" fmla="*/ 1648397 w 3114960"/>
              <a:gd name="connsiteY5767" fmla="*/ 1044416 h 5143785"/>
              <a:gd name="connsiteX5768" fmla="*/ 1649159 w 3114960"/>
              <a:gd name="connsiteY5768" fmla="*/ 1043654 h 5143785"/>
              <a:gd name="connsiteX5769" fmla="*/ 1664780 w 3114960"/>
              <a:gd name="connsiteY5769" fmla="*/ 1043654 h 5143785"/>
              <a:gd name="connsiteX5770" fmla="*/ 1665542 w 3114960"/>
              <a:gd name="connsiteY5770" fmla="*/ 1044416 h 5143785"/>
              <a:gd name="connsiteX5771" fmla="*/ 1665542 w 3114960"/>
              <a:gd name="connsiteY5771" fmla="*/ 1060037 h 5143785"/>
              <a:gd name="connsiteX5772" fmla="*/ 1664780 w 3114960"/>
              <a:gd name="connsiteY5772" fmla="*/ 1060799 h 5143785"/>
              <a:gd name="connsiteX5773" fmla="*/ 1649159 w 3114960"/>
              <a:gd name="connsiteY5773" fmla="*/ 1060799 h 5143785"/>
              <a:gd name="connsiteX5774" fmla="*/ 1648397 w 3114960"/>
              <a:gd name="connsiteY5774" fmla="*/ 1060037 h 5143785"/>
              <a:gd name="connsiteX5775" fmla="*/ 1648397 w 3114960"/>
              <a:gd name="connsiteY5775" fmla="*/ 1044416 h 5143785"/>
              <a:gd name="connsiteX5776" fmla="*/ 1919859 w 3114960"/>
              <a:gd name="connsiteY5776" fmla="*/ 619792 h 5143785"/>
              <a:gd name="connsiteX5777" fmla="*/ 1909953 w 3114960"/>
              <a:gd name="connsiteY5777" fmla="*/ 632746 h 5143785"/>
              <a:gd name="connsiteX5778" fmla="*/ 1923383 w 3114960"/>
              <a:gd name="connsiteY5778" fmla="*/ 646176 h 5143785"/>
              <a:gd name="connsiteX5779" fmla="*/ 1936814 w 3114960"/>
              <a:gd name="connsiteY5779" fmla="*/ 632746 h 5143785"/>
              <a:gd name="connsiteX5780" fmla="*/ 1926907 w 3114960"/>
              <a:gd name="connsiteY5780" fmla="*/ 619792 h 5143785"/>
              <a:gd name="connsiteX5781" fmla="*/ 1926907 w 3114960"/>
              <a:gd name="connsiteY5781" fmla="*/ 616839 h 5143785"/>
              <a:gd name="connsiteX5782" fmla="*/ 1919764 w 3114960"/>
              <a:gd name="connsiteY5782" fmla="*/ 616839 h 5143785"/>
              <a:gd name="connsiteX5783" fmla="*/ 1919764 w 3114960"/>
              <a:gd name="connsiteY5783" fmla="*/ 619792 h 5143785"/>
              <a:gd name="connsiteX5784" fmla="*/ 1932146 w 3114960"/>
              <a:gd name="connsiteY5784" fmla="*/ 632651 h 5143785"/>
              <a:gd name="connsiteX5785" fmla="*/ 1923478 w 3114960"/>
              <a:gd name="connsiteY5785" fmla="*/ 641318 h 5143785"/>
              <a:gd name="connsiteX5786" fmla="*/ 1914811 w 3114960"/>
              <a:gd name="connsiteY5786" fmla="*/ 632651 h 5143785"/>
              <a:gd name="connsiteX5787" fmla="*/ 1923478 w 3114960"/>
              <a:gd name="connsiteY5787" fmla="*/ 623983 h 5143785"/>
              <a:gd name="connsiteX5788" fmla="*/ 1932146 w 3114960"/>
              <a:gd name="connsiteY5788" fmla="*/ 632651 h 5143785"/>
              <a:gd name="connsiteX5789" fmla="*/ 335661 w 3114960"/>
              <a:gd name="connsiteY5789" fmla="*/ 1984534 h 5143785"/>
              <a:gd name="connsiteX5790" fmla="*/ 335661 w 3114960"/>
              <a:gd name="connsiteY5790" fmla="*/ 1987487 h 5143785"/>
              <a:gd name="connsiteX5791" fmla="*/ 342805 w 3114960"/>
              <a:gd name="connsiteY5791" fmla="*/ 1987487 h 5143785"/>
              <a:gd name="connsiteX5792" fmla="*/ 342805 w 3114960"/>
              <a:gd name="connsiteY5792" fmla="*/ 1984534 h 5143785"/>
              <a:gd name="connsiteX5793" fmla="*/ 352711 w 3114960"/>
              <a:gd name="connsiteY5793" fmla="*/ 1971580 h 5143785"/>
              <a:gd name="connsiteX5794" fmla="*/ 339281 w 3114960"/>
              <a:gd name="connsiteY5794" fmla="*/ 1958150 h 5143785"/>
              <a:gd name="connsiteX5795" fmla="*/ 325850 w 3114960"/>
              <a:gd name="connsiteY5795" fmla="*/ 1971580 h 5143785"/>
              <a:gd name="connsiteX5796" fmla="*/ 335756 w 3114960"/>
              <a:gd name="connsiteY5796" fmla="*/ 1984534 h 5143785"/>
              <a:gd name="connsiteX5797" fmla="*/ 339185 w 3114960"/>
              <a:gd name="connsiteY5797" fmla="*/ 1962912 h 5143785"/>
              <a:gd name="connsiteX5798" fmla="*/ 347853 w 3114960"/>
              <a:gd name="connsiteY5798" fmla="*/ 1971580 h 5143785"/>
              <a:gd name="connsiteX5799" fmla="*/ 339185 w 3114960"/>
              <a:gd name="connsiteY5799" fmla="*/ 1980248 h 5143785"/>
              <a:gd name="connsiteX5800" fmla="*/ 330518 w 3114960"/>
              <a:gd name="connsiteY5800" fmla="*/ 1971580 h 5143785"/>
              <a:gd name="connsiteX5801" fmla="*/ 339185 w 3114960"/>
              <a:gd name="connsiteY5801" fmla="*/ 1962912 h 5143785"/>
              <a:gd name="connsiteX5802" fmla="*/ 556736 w 3114960"/>
              <a:gd name="connsiteY5802" fmla="*/ 744093 h 5143785"/>
              <a:gd name="connsiteX5803" fmla="*/ 545497 w 3114960"/>
              <a:gd name="connsiteY5803" fmla="*/ 734568 h 5143785"/>
              <a:gd name="connsiteX5804" fmla="*/ 391382 w 3114960"/>
              <a:gd name="connsiteY5804" fmla="*/ 734187 h 5143785"/>
              <a:gd name="connsiteX5805" fmla="*/ 390715 w 3114960"/>
              <a:gd name="connsiteY5805" fmla="*/ 734187 h 5143785"/>
              <a:gd name="connsiteX5806" fmla="*/ 377381 w 3114960"/>
              <a:gd name="connsiteY5806" fmla="*/ 742379 h 5143785"/>
              <a:gd name="connsiteX5807" fmla="*/ 371380 w 3114960"/>
              <a:gd name="connsiteY5807" fmla="*/ 740093 h 5143785"/>
              <a:gd name="connsiteX5808" fmla="*/ 362140 w 3114960"/>
              <a:gd name="connsiteY5808" fmla="*/ 747522 h 5143785"/>
              <a:gd name="connsiteX5809" fmla="*/ 257080 w 3114960"/>
              <a:gd name="connsiteY5809" fmla="*/ 747522 h 5143785"/>
              <a:gd name="connsiteX5810" fmla="*/ 230219 w 3114960"/>
              <a:gd name="connsiteY5810" fmla="*/ 765715 h 5143785"/>
              <a:gd name="connsiteX5811" fmla="*/ 95 w 3114960"/>
              <a:gd name="connsiteY5811" fmla="*/ 765715 h 5143785"/>
              <a:gd name="connsiteX5812" fmla="*/ 95 w 3114960"/>
              <a:gd name="connsiteY5812" fmla="*/ 770477 h 5143785"/>
              <a:gd name="connsiteX5813" fmla="*/ 231743 w 3114960"/>
              <a:gd name="connsiteY5813" fmla="*/ 770477 h 5143785"/>
              <a:gd name="connsiteX5814" fmla="*/ 258604 w 3114960"/>
              <a:gd name="connsiteY5814" fmla="*/ 752285 h 5143785"/>
              <a:gd name="connsiteX5815" fmla="*/ 362140 w 3114960"/>
              <a:gd name="connsiteY5815" fmla="*/ 752285 h 5143785"/>
              <a:gd name="connsiteX5816" fmla="*/ 371380 w 3114960"/>
              <a:gd name="connsiteY5816" fmla="*/ 759619 h 5143785"/>
              <a:gd name="connsiteX5817" fmla="*/ 381190 w 3114960"/>
              <a:gd name="connsiteY5817" fmla="*/ 749903 h 5143785"/>
              <a:gd name="connsiteX5818" fmla="*/ 380429 w 3114960"/>
              <a:gd name="connsiteY5818" fmla="*/ 746093 h 5143785"/>
              <a:gd name="connsiteX5819" fmla="*/ 392049 w 3114960"/>
              <a:gd name="connsiteY5819" fmla="*/ 738950 h 5143785"/>
              <a:gd name="connsiteX5820" fmla="*/ 543687 w 3114960"/>
              <a:gd name="connsiteY5820" fmla="*/ 739331 h 5143785"/>
              <a:gd name="connsiteX5821" fmla="*/ 554927 w 3114960"/>
              <a:gd name="connsiteY5821" fmla="*/ 748856 h 5143785"/>
              <a:gd name="connsiteX5822" fmla="*/ 626554 w 3114960"/>
              <a:gd name="connsiteY5822" fmla="*/ 748379 h 5143785"/>
              <a:gd name="connsiteX5823" fmla="*/ 671513 w 3114960"/>
              <a:gd name="connsiteY5823" fmla="*/ 709232 h 5143785"/>
              <a:gd name="connsiteX5824" fmla="*/ 676561 w 3114960"/>
              <a:gd name="connsiteY5824" fmla="*/ 710851 h 5143785"/>
              <a:gd name="connsiteX5825" fmla="*/ 686372 w 3114960"/>
              <a:gd name="connsiteY5825" fmla="*/ 701135 h 5143785"/>
              <a:gd name="connsiteX5826" fmla="*/ 676561 w 3114960"/>
              <a:gd name="connsiteY5826" fmla="*/ 691325 h 5143785"/>
              <a:gd name="connsiteX5827" fmla="*/ 666845 w 3114960"/>
              <a:gd name="connsiteY5827" fmla="*/ 701135 h 5143785"/>
              <a:gd name="connsiteX5828" fmla="*/ 668274 w 3114960"/>
              <a:gd name="connsiteY5828" fmla="*/ 705898 h 5143785"/>
              <a:gd name="connsiteX5829" fmla="*/ 624840 w 3114960"/>
              <a:gd name="connsiteY5829" fmla="*/ 743712 h 5143785"/>
              <a:gd name="connsiteX5830" fmla="*/ 556736 w 3114960"/>
              <a:gd name="connsiteY5830" fmla="*/ 744093 h 5143785"/>
              <a:gd name="connsiteX5831" fmla="*/ 371475 w 3114960"/>
              <a:gd name="connsiteY5831" fmla="*/ 754952 h 5143785"/>
              <a:gd name="connsiteX5832" fmla="*/ 366427 w 3114960"/>
              <a:gd name="connsiteY5832" fmla="*/ 749999 h 5143785"/>
              <a:gd name="connsiteX5833" fmla="*/ 371475 w 3114960"/>
              <a:gd name="connsiteY5833" fmla="*/ 744950 h 5143785"/>
              <a:gd name="connsiteX5834" fmla="*/ 376523 w 3114960"/>
              <a:gd name="connsiteY5834" fmla="*/ 749999 h 5143785"/>
              <a:gd name="connsiteX5835" fmla="*/ 371475 w 3114960"/>
              <a:gd name="connsiteY5835" fmla="*/ 754952 h 5143785"/>
              <a:gd name="connsiteX5836" fmla="*/ 676656 w 3114960"/>
              <a:gd name="connsiteY5836" fmla="*/ 696182 h 5143785"/>
              <a:gd name="connsiteX5837" fmla="*/ 681704 w 3114960"/>
              <a:gd name="connsiteY5837" fmla="*/ 701231 h 5143785"/>
              <a:gd name="connsiteX5838" fmla="*/ 676656 w 3114960"/>
              <a:gd name="connsiteY5838" fmla="*/ 706184 h 5143785"/>
              <a:gd name="connsiteX5839" fmla="*/ 671703 w 3114960"/>
              <a:gd name="connsiteY5839" fmla="*/ 701231 h 5143785"/>
              <a:gd name="connsiteX5840" fmla="*/ 676656 w 3114960"/>
              <a:gd name="connsiteY5840" fmla="*/ 696182 h 5143785"/>
              <a:gd name="connsiteX5841" fmla="*/ 1565053 w 3114960"/>
              <a:gd name="connsiteY5841" fmla="*/ 784479 h 5143785"/>
              <a:gd name="connsiteX5842" fmla="*/ 1557909 w 3114960"/>
              <a:gd name="connsiteY5842" fmla="*/ 784479 h 5143785"/>
              <a:gd name="connsiteX5843" fmla="*/ 1557909 w 3114960"/>
              <a:gd name="connsiteY5843" fmla="*/ 776002 h 5143785"/>
              <a:gd name="connsiteX5844" fmla="*/ 1565053 w 3114960"/>
              <a:gd name="connsiteY5844" fmla="*/ 776002 h 5143785"/>
              <a:gd name="connsiteX5845" fmla="*/ 1565053 w 3114960"/>
              <a:gd name="connsiteY5845" fmla="*/ 784479 h 5143785"/>
              <a:gd name="connsiteX5846" fmla="*/ 1565053 w 3114960"/>
              <a:gd name="connsiteY5846" fmla="*/ 801338 h 5143785"/>
              <a:gd name="connsiteX5847" fmla="*/ 1557909 w 3114960"/>
              <a:gd name="connsiteY5847" fmla="*/ 801338 h 5143785"/>
              <a:gd name="connsiteX5848" fmla="*/ 1557909 w 3114960"/>
              <a:gd name="connsiteY5848" fmla="*/ 792861 h 5143785"/>
              <a:gd name="connsiteX5849" fmla="*/ 1565053 w 3114960"/>
              <a:gd name="connsiteY5849" fmla="*/ 792861 h 5143785"/>
              <a:gd name="connsiteX5850" fmla="*/ 1565053 w 3114960"/>
              <a:gd name="connsiteY5850" fmla="*/ 801338 h 5143785"/>
              <a:gd name="connsiteX5851" fmla="*/ 1565053 w 3114960"/>
              <a:gd name="connsiteY5851" fmla="*/ 767620 h 5143785"/>
              <a:gd name="connsiteX5852" fmla="*/ 1557909 w 3114960"/>
              <a:gd name="connsiteY5852" fmla="*/ 767620 h 5143785"/>
              <a:gd name="connsiteX5853" fmla="*/ 1557909 w 3114960"/>
              <a:gd name="connsiteY5853" fmla="*/ 759143 h 5143785"/>
              <a:gd name="connsiteX5854" fmla="*/ 1565053 w 3114960"/>
              <a:gd name="connsiteY5854" fmla="*/ 759143 h 5143785"/>
              <a:gd name="connsiteX5855" fmla="*/ 1565053 w 3114960"/>
              <a:gd name="connsiteY5855" fmla="*/ 767620 h 5143785"/>
              <a:gd name="connsiteX5856" fmla="*/ 1565053 w 3114960"/>
              <a:gd name="connsiteY5856" fmla="*/ 750761 h 5143785"/>
              <a:gd name="connsiteX5857" fmla="*/ 1557909 w 3114960"/>
              <a:gd name="connsiteY5857" fmla="*/ 750761 h 5143785"/>
              <a:gd name="connsiteX5858" fmla="*/ 1557909 w 3114960"/>
              <a:gd name="connsiteY5858" fmla="*/ 742283 h 5143785"/>
              <a:gd name="connsiteX5859" fmla="*/ 1565053 w 3114960"/>
              <a:gd name="connsiteY5859" fmla="*/ 742283 h 5143785"/>
              <a:gd name="connsiteX5860" fmla="*/ 1565053 w 3114960"/>
              <a:gd name="connsiteY5860" fmla="*/ 750761 h 5143785"/>
              <a:gd name="connsiteX5861" fmla="*/ 1166813 w 3114960"/>
              <a:gd name="connsiteY5861" fmla="*/ 1118235 h 5143785"/>
              <a:gd name="connsiteX5862" fmla="*/ 1166813 w 3114960"/>
              <a:gd name="connsiteY5862" fmla="*/ 1106996 h 5143785"/>
              <a:gd name="connsiteX5863" fmla="*/ 1170242 w 3114960"/>
              <a:gd name="connsiteY5863" fmla="*/ 1103567 h 5143785"/>
              <a:gd name="connsiteX5864" fmla="*/ 1181481 w 3114960"/>
              <a:gd name="connsiteY5864" fmla="*/ 1103567 h 5143785"/>
              <a:gd name="connsiteX5865" fmla="*/ 1184910 w 3114960"/>
              <a:gd name="connsiteY5865" fmla="*/ 1106996 h 5143785"/>
              <a:gd name="connsiteX5866" fmla="*/ 1184910 w 3114960"/>
              <a:gd name="connsiteY5866" fmla="*/ 1118235 h 5143785"/>
              <a:gd name="connsiteX5867" fmla="*/ 1181481 w 3114960"/>
              <a:gd name="connsiteY5867" fmla="*/ 1121664 h 5143785"/>
              <a:gd name="connsiteX5868" fmla="*/ 1170242 w 3114960"/>
              <a:gd name="connsiteY5868" fmla="*/ 1121664 h 5143785"/>
              <a:gd name="connsiteX5869" fmla="*/ 1166813 w 3114960"/>
              <a:gd name="connsiteY5869" fmla="*/ 1118235 h 5143785"/>
              <a:gd name="connsiteX5870" fmla="*/ 1557909 w 3114960"/>
              <a:gd name="connsiteY5870" fmla="*/ 809816 h 5143785"/>
              <a:gd name="connsiteX5871" fmla="*/ 1565053 w 3114960"/>
              <a:gd name="connsiteY5871" fmla="*/ 809816 h 5143785"/>
              <a:gd name="connsiteX5872" fmla="*/ 1565053 w 3114960"/>
              <a:gd name="connsiteY5872" fmla="*/ 818293 h 5143785"/>
              <a:gd name="connsiteX5873" fmla="*/ 1557909 w 3114960"/>
              <a:gd name="connsiteY5873" fmla="*/ 818293 h 5143785"/>
              <a:gd name="connsiteX5874" fmla="*/ 1557909 w 3114960"/>
              <a:gd name="connsiteY5874" fmla="*/ 809816 h 5143785"/>
              <a:gd name="connsiteX5875" fmla="*/ 1032891 w 3114960"/>
              <a:gd name="connsiteY5875" fmla="*/ 1307782 h 5143785"/>
              <a:gd name="connsiteX5876" fmla="*/ 1044797 w 3114960"/>
              <a:gd name="connsiteY5876" fmla="*/ 1319689 h 5143785"/>
              <a:gd name="connsiteX5877" fmla="*/ 1032891 w 3114960"/>
              <a:gd name="connsiteY5877" fmla="*/ 1331595 h 5143785"/>
              <a:gd name="connsiteX5878" fmla="*/ 1020985 w 3114960"/>
              <a:gd name="connsiteY5878" fmla="*/ 1319689 h 5143785"/>
              <a:gd name="connsiteX5879" fmla="*/ 1032891 w 3114960"/>
              <a:gd name="connsiteY5879" fmla="*/ 1307782 h 5143785"/>
              <a:gd name="connsiteX5880" fmla="*/ 1594199 w 3114960"/>
              <a:gd name="connsiteY5880" fmla="*/ 657797 h 5143785"/>
              <a:gd name="connsiteX5881" fmla="*/ 1594199 w 3114960"/>
              <a:gd name="connsiteY5881" fmla="*/ 549783 h 5143785"/>
              <a:gd name="connsiteX5882" fmla="*/ 1598676 w 3114960"/>
              <a:gd name="connsiteY5882" fmla="*/ 549783 h 5143785"/>
              <a:gd name="connsiteX5883" fmla="*/ 1605534 w 3114960"/>
              <a:gd name="connsiteY5883" fmla="*/ 542925 h 5143785"/>
              <a:gd name="connsiteX5884" fmla="*/ 1605534 w 3114960"/>
              <a:gd name="connsiteY5884" fmla="*/ 528542 h 5143785"/>
              <a:gd name="connsiteX5885" fmla="*/ 1598676 w 3114960"/>
              <a:gd name="connsiteY5885" fmla="*/ 521684 h 5143785"/>
              <a:gd name="connsiteX5886" fmla="*/ 1584293 w 3114960"/>
              <a:gd name="connsiteY5886" fmla="*/ 521684 h 5143785"/>
              <a:gd name="connsiteX5887" fmla="*/ 1577435 w 3114960"/>
              <a:gd name="connsiteY5887" fmla="*/ 528542 h 5143785"/>
              <a:gd name="connsiteX5888" fmla="*/ 1577435 w 3114960"/>
              <a:gd name="connsiteY5888" fmla="*/ 542925 h 5143785"/>
              <a:gd name="connsiteX5889" fmla="*/ 1584293 w 3114960"/>
              <a:gd name="connsiteY5889" fmla="*/ 549783 h 5143785"/>
              <a:gd name="connsiteX5890" fmla="*/ 1589437 w 3114960"/>
              <a:gd name="connsiteY5890" fmla="*/ 549783 h 5143785"/>
              <a:gd name="connsiteX5891" fmla="*/ 1589437 w 3114960"/>
              <a:gd name="connsiteY5891" fmla="*/ 655701 h 5143785"/>
              <a:gd name="connsiteX5892" fmla="*/ 1559052 w 3114960"/>
              <a:gd name="connsiteY5892" fmla="*/ 683228 h 5143785"/>
              <a:gd name="connsiteX5893" fmla="*/ 1559052 w 3114960"/>
              <a:gd name="connsiteY5893" fmla="*/ 704850 h 5143785"/>
              <a:gd name="connsiteX5894" fmla="*/ 1548003 w 3114960"/>
              <a:gd name="connsiteY5894" fmla="*/ 718090 h 5143785"/>
              <a:gd name="connsiteX5895" fmla="*/ 1557909 w 3114960"/>
              <a:gd name="connsiteY5895" fmla="*/ 731044 h 5143785"/>
              <a:gd name="connsiteX5896" fmla="*/ 1557909 w 3114960"/>
              <a:gd name="connsiteY5896" fmla="*/ 733997 h 5143785"/>
              <a:gd name="connsiteX5897" fmla="*/ 1565053 w 3114960"/>
              <a:gd name="connsiteY5897" fmla="*/ 733997 h 5143785"/>
              <a:gd name="connsiteX5898" fmla="*/ 1565053 w 3114960"/>
              <a:gd name="connsiteY5898" fmla="*/ 731044 h 5143785"/>
              <a:gd name="connsiteX5899" fmla="*/ 1574959 w 3114960"/>
              <a:gd name="connsiteY5899" fmla="*/ 718090 h 5143785"/>
              <a:gd name="connsiteX5900" fmla="*/ 1563910 w 3114960"/>
              <a:gd name="connsiteY5900" fmla="*/ 704850 h 5143785"/>
              <a:gd name="connsiteX5901" fmla="*/ 1563910 w 3114960"/>
              <a:gd name="connsiteY5901" fmla="*/ 685324 h 5143785"/>
              <a:gd name="connsiteX5902" fmla="*/ 1594295 w 3114960"/>
              <a:gd name="connsiteY5902" fmla="*/ 657797 h 5143785"/>
              <a:gd name="connsiteX5903" fmla="*/ 1584293 w 3114960"/>
              <a:gd name="connsiteY5903" fmla="*/ 545021 h 5143785"/>
              <a:gd name="connsiteX5904" fmla="*/ 1582198 w 3114960"/>
              <a:gd name="connsiteY5904" fmla="*/ 542925 h 5143785"/>
              <a:gd name="connsiteX5905" fmla="*/ 1582198 w 3114960"/>
              <a:gd name="connsiteY5905" fmla="*/ 528542 h 5143785"/>
              <a:gd name="connsiteX5906" fmla="*/ 1584293 w 3114960"/>
              <a:gd name="connsiteY5906" fmla="*/ 526447 h 5143785"/>
              <a:gd name="connsiteX5907" fmla="*/ 1598676 w 3114960"/>
              <a:gd name="connsiteY5907" fmla="*/ 526447 h 5143785"/>
              <a:gd name="connsiteX5908" fmla="*/ 1600772 w 3114960"/>
              <a:gd name="connsiteY5908" fmla="*/ 528542 h 5143785"/>
              <a:gd name="connsiteX5909" fmla="*/ 1600772 w 3114960"/>
              <a:gd name="connsiteY5909" fmla="*/ 542925 h 5143785"/>
              <a:gd name="connsiteX5910" fmla="*/ 1598676 w 3114960"/>
              <a:gd name="connsiteY5910" fmla="*/ 545021 h 5143785"/>
              <a:gd name="connsiteX5911" fmla="*/ 1584293 w 3114960"/>
              <a:gd name="connsiteY5911" fmla="*/ 545021 h 5143785"/>
              <a:gd name="connsiteX5912" fmla="*/ 1570196 w 3114960"/>
              <a:gd name="connsiteY5912" fmla="*/ 718090 h 5143785"/>
              <a:gd name="connsiteX5913" fmla="*/ 1561528 w 3114960"/>
              <a:gd name="connsiteY5913" fmla="*/ 726758 h 5143785"/>
              <a:gd name="connsiteX5914" fmla="*/ 1552861 w 3114960"/>
              <a:gd name="connsiteY5914" fmla="*/ 718090 h 5143785"/>
              <a:gd name="connsiteX5915" fmla="*/ 1561528 w 3114960"/>
              <a:gd name="connsiteY5915" fmla="*/ 709422 h 5143785"/>
              <a:gd name="connsiteX5916" fmla="*/ 1570196 w 3114960"/>
              <a:gd name="connsiteY5916" fmla="*/ 718090 h 5143785"/>
              <a:gd name="connsiteX5917" fmla="*/ 335661 w 3114960"/>
              <a:gd name="connsiteY5917" fmla="*/ 2029682 h 5143785"/>
              <a:gd name="connsiteX5918" fmla="*/ 342805 w 3114960"/>
              <a:gd name="connsiteY5918" fmla="*/ 2029682 h 5143785"/>
              <a:gd name="connsiteX5919" fmla="*/ 342805 w 3114960"/>
              <a:gd name="connsiteY5919" fmla="*/ 2038160 h 5143785"/>
              <a:gd name="connsiteX5920" fmla="*/ 335661 w 3114960"/>
              <a:gd name="connsiteY5920" fmla="*/ 2038160 h 5143785"/>
              <a:gd name="connsiteX5921" fmla="*/ 335661 w 3114960"/>
              <a:gd name="connsiteY5921" fmla="*/ 2029682 h 5143785"/>
              <a:gd name="connsiteX5922" fmla="*/ 342805 w 3114960"/>
              <a:gd name="connsiteY5922" fmla="*/ 2004346 h 5143785"/>
              <a:gd name="connsiteX5923" fmla="*/ 335661 w 3114960"/>
              <a:gd name="connsiteY5923" fmla="*/ 2004346 h 5143785"/>
              <a:gd name="connsiteX5924" fmla="*/ 335661 w 3114960"/>
              <a:gd name="connsiteY5924" fmla="*/ 1995869 h 5143785"/>
              <a:gd name="connsiteX5925" fmla="*/ 342805 w 3114960"/>
              <a:gd name="connsiteY5925" fmla="*/ 1995869 h 5143785"/>
              <a:gd name="connsiteX5926" fmla="*/ 342805 w 3114960"/>
              <a:gd name="connsiteY5926" fmla="*/ 2004346 h 5143785"/>
              <a:gd name="connsiteX5927" fmla="*/ 3114485 w 3114960"/>
              <a:gd name="connsiteY5927" fmla="*/ 4803077 h 5143785"/>
              <a:gd name="connsiteX5928" fmla="*/ 3114770 w 3114960"/>
              <a:gd name="connsiteY5928" fmla="*/ 4801457 h 5143785"/>
              <a:gd name="connsiteX5929" fmla="*/ 3114770 w 3114960"/>
              <a:gd name="connsiteY5929" fmla="*/ 4804887 h 5143785"/>
              <a:gd name="connsiteX5930" fmla="*/ 3114485 w 3114960"/>
              <a:gd name="connsiteY5930" fmla="*/ 4803077 h 5143785"/>
              <a:gd name="connsiteX5931" fmla="*/ 1406938 w 3114960"/>
              <a:gd name="connsiteY5931" fmla="*/ 2808542 h 5143785"/>
              <a:gd name="connsiteX5932" fmla="*/ 1415320 w 3114960"/>
              <a:gd name="connsiteY5932" fmla="*/ 2815876 h 5143785"/>
              <a:gd name="connsiteX5933" fmla="*/ 1416368 w 3114960"/>
              <a:gd name="connsiteY5933" fmla="*/ 2815876 h 5143785"/>
              <a:gd name="connsiteX5934" fmla="*/ 1426083 w 3114960"/>
              <a:gd name="connsiteY5934" fmla="*/ 2807113 h 5143785"/>
              <a:gd name="connsiteX5935" fmla="*/ 1423988 w 3114960"/>
              <a:gd name="connsiteY5935" fmla="*/ 2799969 h 5143785"/>
              <a:gd name="connsiteX5936" fmla="*/ 1417415 w 3114960"/>
              <a:gd name="connsiteY5936" fmla="*/ 2796350 h 5143785"/>
              <a:gd name="connsiteX5937" fmla="*/ 1410272 w 3114960"/>
              <a:gd name="connsiteY5937" fmla="*/ 2798445 h 5143785"/>
              <a:gd name="connsiteX5938" fmla="*/ 1407128 w 3114960"/>
              <a:gd name="connsiteY5938" fmla="*/ 2803684 h 5143785"/>
              <a:gd name="connsiteX5939" fmla="*/ 1325118 w 3114960"/>
              <a:gd name="connsiteY5939" fmla="*/ 2803684 h 5143785"/>
              <a:gd name="connsiteX5940" fmla="*/ 1255586 w 3114960"/>
              <a:gd name="connsiteY5940" fmla="*/ 2858167 h 5143785"/>
              <a:gd name="connsiteX5941" fmla="*/ 1250442 w 3114960"/>
              <a:gd name="connsiteY5941" fmla="*/ 2856452 h 5143785"/>
              <a:gd name="connsiteX5942" fmla="*/ 1240727 w 3114960"/>
              <a:gd name="connsiteY5942" fmla="*/ 2866263 h 5143785"/>
              <a:gd name="connsiteX5943" fmla="*/ 1250442 w 3114960"/>
              <a:gd name="connsiteY5943" fmla="*/ 2875979 h 5143785"/>
              <a:gd name="connsiteX5944" fmla="*/ 1260253 w 3114960"/>
              <a:gd name="connsiteY5944" fmla="*/ 2866263 h 5143785"/>
              <a:gd name="connsiteX5945" fmla="*/ 1258919 w 3114960"/>
              <a:gd name="connsiteY5945" fmla="*/ 2861691 h 5143785"/>
              <a:gd name="connsiteX5946" fmla="*/ 1326832 w 3114960"/>
              <a:gd name="connsiteY5946" fmla="*/ 2808542 h 5143785"/>
              <a:gd name="connsiteX5947" fmla="*/ 1407033 w 3114960"/>
              <a:gd name="connsiteY5947" fmla="*/ 2808542 h 5143785"/>
              <a:gd name="connsiteX5948" fmla="*/ 1413129 w 3114960"/>
              <a:gd name="connsiteY5948" fmla="*/ 2802255 h 5143785"/>
              <a:gd name="connsiteX5949" fmla="*/ 1416272 w 3114960"/>
              <a:gd name="connsiteY5949" fmla="*/ 2801112 h 5143785"/>
              <a:gd name="connsiteX5950" fmla="*/ 1416844 w 3114960"/>
              <a:gd name="connsiteY5950" fmla="*/ 2801112 h 5143785"/>
              <a:gd name="connsiteX5951" fmla="*/ 1420178 w 3114960"/>
              <a:gd name="connsiteY5951" fmla="*/ 2802922 h 5143785"/>
              <a:gd name="connsiteX5952" fmla="*/ 1421225 w 3114960"/>
              <a:gd name="connsiteY5952" fmla="*/ 2806637 h 5143785"/>
              <a:gd name="connsiteX5953" fmla="*/ 1415701 w 3114960"/>
              <a:gd name="connsiteY5953" fmla="*/ 2811113 h 5143785"/>
              <a:gd name="connsiteX5954" fmla="*/ 1411224 w 3114960"/>
              <a:gd name="connsiteY5954" fmla="*/ 2805589 h 5143785"/>
              <a:gd name="connsiteX5955" fmla="*/ 1413034 w 3114960"/>
              <a:gd name="connsiteY5955" fmla="*/ 2802255 h 5143785"/>
              <a:gd name="connsiteX5956" fmla="*/ 1250347 w 3114960"/>
              <a:gd name="connsiteY5956" fmla="*/ 2871216 h 5143785"/>
              <a:gd name="connsiteX5957" fmla="*/ 1245394 w 3114960"/>
              <a:gd name="connsiteY5957" fmla="*/ 2866263 h 5143785"/>
              <a:gd name="connsiteX5958" fmla="*/ 1250347 w 3114960"/>
              <a:gd name="connsiteY5958" fmla="*/ 2861215 h 5143785"/>
              <a:gd name="connsiteX5959" fmla="*/ 1255395 w 3114960"/>
              <a:gd name="connsiteY5959" fmla="*/ 2866263 h 5143785"/>
              <a:gd name="connsiteX5960" fmla="*/ 1250347 w 3114960"/>
              <a:gd name="connsiteY5960" fmla="*/ 2871216 h 5143785"/>
              <a:gd name="connsiteX5961" fmla="*/ 1990820 w 3114960"/>
              <a:gd name="connsiteY5961" fmla="*/ 433292 h 5143785"/>
              <a:gd name="connsiteX5962" fmla="*/ 1985105 w 3114960"/>
              <a:gd name="connsiteY5962" fmla="*/ 439007 h 5143785"/>
              <a:gd name="connsiteX5963" fmla="*/ 1985105 w 3114960"/>
              <a:gd name="connsiteY5963" fmla="*/ 446818 h 5143785"/>
              <a:gd name="connsiteX5964" fmla="*/ 1986344 w 3114960"/>
              <a:gd name="connsiteY5964" fmla="*/ 448056 h 5143785"/>
              <a:gd name="connsiteX5965" fmla="*/ 1954911 w 3114960"/>
              <a:gd name="connsiteY5965" fmla="*/ 486537 h 5143785"/>
              <a:gd name="connsiteX5966" fmla="*/ 1954911 w 3114960"/>
              <a:gd name="connsiteY5966" fmla="*/ 543497 h 5143785"/>
              <a:gd name="connsiteX5967" fmla="*/ 1953292 w 3114960"/>
              <a:gd name="connsiteY5967" fmla="*/ 544544 h 5143785"/>
              <a:gd name="connsiteX5968" fmla="*/ 1947577 w 3114960"/>
              <a:gd name="connsiteY5968" fmla="*/ 550259 h 5143785"/>
              <a:gd name="connsiteX5969" fmla="*/ 1947577 w 3114960"/>
              <a:gd name="connsiteY5969" fmla="*/ 558070 h 5143785"/>
              <a:gd name="connsiteX5970" fmla="*/ 1953197 w 3114960"/>
              <a:gd name="connsiteY5970" fmla="*/ 563690 h 5143785"/>
              <a:gd name="connsiteX5971" fmla="*/ 1957102 w 3114960"/>
              <a:gd name="connsiteY5971" fmla="*/ 565309 h 5143785"/>
              <a:gd name="connsiteX5972" fmla="*/ 1961007 w 3114960"/>
              <a:gd name="connsiteY5972" fmla="*/ 563690 h 5143785"/>
              <a:gd name="connsiteX5973" fmla="*/ 1966722 w 3114960"/>
              <a:gd name="connsiteY5973" fmla="*/ 558070 h 5143785"/>
              <a:gd name="connsiteX5974" fmla="*/ 1966722 w 3114960"/>
              <a:gd name="connsiteY5974" fmla="*/ 550259 h 5143785"/>
              <a:gd name="connsiteX5975" fmla="*/ 1961102 w 3114960"/>
              <a:gd name="connsiteY5975" fmla="*/ 544640 h 5143785"/>
              <a:gd name="connsiteX5976" fmla="*/ 1959674 w 3114960"/>
              <a:gd name="connsiteY5976" fmla="*/ 543687 h 5143785"/>
              <a:gd name="connsiteX5977" fmla="*/ 1959674 w 3114960"/>
              <a:gd name="connsiteY5977" fmla="*/ 488252 h 5143785"/>
              <a:gd name="connsiteX5978" fmla="*/ 1989773 w 3114960"/>
              <a:gd name="connsiteY5978" fmla="*/ 451390 h 5143785"/>
              <a:gd name="connsiteX5979" fmla="*/ 1990820 w 3114960"/>
              <a:gd name="connsiteY5979" fmla="*/ 452438 h 5143785"/>
              <a:gd name="connsiteX5980" fmla="*/ 1994726 w 3114960"/>
              <a:gd name="connsiteY5980" fmla="*/ 454057 h 5143785"/>
              <a:gd name="connsiteX5981" fmla="*/ 1998631 w 3114960"/>
              <a:gd name="connsiteY5981" fmla="*/ 452438 h 5143785"/>
              <a:gd name="connsiteX5982" fmla="*/ 2004346 w 3114960"/>
              <a:gd name="connsiteY5982" fmla="*/ 446723 h 5143785"/>
              <a:gd name="connsiteX5983" fmla="*/ 2004346 w 3114960"/>
              <a:gd name="connsiteY5983" fmla="*/ 438912 h 5143785"/>
              <a:gd name="connsiteX5984" fmla="*/ 1998631 w 3114960"/>
              <a:gd name="connsiteY5984" fmla="*/ 433197 h 5143785"/>
              <a:gd name="connsiteX5985" fmla="*/ 1990820 w 3114960"/>
              <a:gd name="connsiteY5985" fmla="*/ 433197 h 5143785"/>
              <a:gd name="connsiteX5986" fmla="*/ 1963388 w 3114960"/>
              <a:gd name="connsiteY5986" fmla="*/ 553498 h 5143785"/>
              <a:gd name="connsiteX5987" fmla="*/ 1963388 w 3114960"/>
              <a:gd name="connsiteY5987" fmla="*/ 554546 h 5143785"/>
              <a:gd name="connsiteX5988" fmla="*/ 1957673 w 3114960"/>
              <a:gd name="connsiteY5988" fmla="*/ 560165 h 5143785"/>
              <a:gd name="connsiteX5989" fmla="*/ 1956626 w 3114960"/>
              <a:gd name="connsiteY5989" fmla="*/ 560165 h 5143785"/>
              <a:gd name="connsiteX5990" fmla="*/ 1950911 w 3114960"/>
              <a:gd name="connsiteY5990" fmla="*/ 554546 h 5143785"/>
              <a:gd name="connsiteX5991" fmla="*/ 1950911 w 3114960"/>
              <a:gd name="connsiteY5991" fmla="*/ 553498 h 5143785"/>
              <a:gd name="connsiteX5992" fmla="*/ 1956626 w 3114960"/>
              <a:gd name="connsiteY5992" fmla="*/ 547878 h 5143785"/>
              <a:gd name="connsiteX5993" fmla="*/ 1957673 w 3114960"/>
              <a:gd name="connsiteY5993" fmla="*/ 547878 h 5143785"/>
              <a:gd name="connsiteX5994" fmla="*/ 1963293 w 3114960"/>
              <a:gd name="connsiteY5994" fmla="*/ 553498 h 5143785"/>
              <a:gd name="connsiteX5995" fmla="*/ 1995202 w 3114960"/>
              <a:gd name="connsiteY5995" fmla="*/ 436626 h 5143785"/>
              <a:gd name="connsiteX5996" fmla="*/ 2000917 w 3114960"/>
              <a:gd name="connsiteY5996" fmla="*/ 442341 h 5143785"/>
              <a:gd name="connsiteX5997" fmla="*/ 2000917 w 3114960"/>
              <a:gd name="connsiteY5997" fmla="*/ 443389 h 5143785"/>
              <a:gd name="connsiteX5998" fmla="*/ 1995202 w 3114960"/>
              <a:gd name="connsiteY5998" fmla="*/ 449104 h 5143785"/>
              <a:gd name="connsiteX5999" fmla="*/ 1994154 w 3114960"/>
              <a:gd name="connsiteY5999" fmla="*/ 449104 h 5143785"/>
              <a:gd name="connsiteX6000" fmla="*/ 1988439 w 3114960"/>
              <a:gd name="connsiteY6000" fmla="*/ 443389 h 5143785"/>
              <a:gd name="connsiteX6001" fmla="*/ 1988439 w 3114960"/>
              <a:gd name="connsiteY6001" fmla="*/ 442341 h 5143785"/>
              <a:gd name="connsiteX6002" fmla="*/ 1994154 w 3114960"/>
              <a:gd name="connsiteY6002" fmla="*/ 436626 h 5143785"/>
              <a:gd name="connsiteX6003" fmla="*/ 1994726 w 3114960"/>
              <a:gd name="connsiteY6003" fmla="*/ 436436 h 5143785"/>
              <a:gd name="connsiteX6004" fmla="*/ 1995202 w 3114960"/>
              <a:gd name="connsiteY6004" fmla="*/ 436626 h 5143785"/>
              <a:gd name="connsiteX6005" fmla="*/ 2980277 w 3114960"/>
              <a:gd name="connsiteY6005" fmla="*/ 4178427 h 5143785"/>
              <a:gd name="connsiteX6006" fmla="*/ 2987421 w 3114960"/>
              <a:gd name="connsiteY6006" fmla="*/ 4178427 h 5143785"/>
              <a:gd name="connsiteX6007" fmla="*/ 2987421 w 3114960"/>
              <a:gd name="connsiteY6007" fmla="*/ 4068890 h 5143785"/>
              <a:gd name="connsiteX6008" fmla="*/ 2986659 w 3114960"/>
              <a:gd name="connsiteY6008" fmla="*/ 4066604 h 5143785"/>
              <a:gd name="connsiteX6009" fmla="*/ 2898648 w 3114960"/>
              <a:gd name="connsiteY6009" fmla="*/ 3969163 h 5143785"/>
              <a:gd name="connsiteX6010" fmla="*/ 2900172 w 3114960"/>
              <a:gd name="connsiteY6010" fmla="*/ 3967544 h 5143785"/>
              <a:gd name="connsiteX6011" fmla="*/ 2900172 w 3114960"/>
              <a:gd name="connsiteY6011" fmla="*/ 3967544 h 5143785"/>
              <a:gd name="connsiteX6012" fmla="*/ 2894648 w 3114960"/>
              <a:gd name="connsiteY6012" fmla="*/ 3931444 h 5143785"/>
              <a:gd name="connsiteX6013" fmla="*/ 2879408 w 3114960"/>
              <a:gd name="connsiteY6013" fmla="*/ 3926396 h 5143785"/>
              <a:gd name="connsiteX6014" fmla="*/ 2875407 w 3114960"/>
              <a:gd name="connsiteY6014" fmla="*/ 3926681 h 5143785"/>
              <a:gd name="connsiteX6015" fmla="*/ 2858453 w 3114960"/>
              <a:gd name="connsiteY6015" fmla="*/ 3936968 h 5143785"/>
              <a:gd name="connsiteX6016" fmla="*/ 2863977 w 3114960"/>
              <a:gd name="connsiteY6016" fmla="*/ 3973068 h 5143785"/>
              <a:gd name="connsiteX6017" fmla="*/ 2893219 w 3114960"/>
              <a:gd name="connsiteY6017" fmla="*/ 3973830 h 5143785"/>
              <a:gd name="connsiteX6018" fmla="*/ 2980182 w 3114960"/>
              <a:gd name="connsiteY6018" fmla="*/ 4070128 h 5143785"/>
              <a:gd name="connsiteX6019" fmla="*/ 2980182 w 3114960"/>
              <a:gd name="connsiteY6019" fmla="*/ 4178427 h 5143785"/>
              <a:gd name="connsiteX6020" fmla="*/ 2866835 w 3114960"/>
              <a:gd name="connsiteY6020" fmla="*/ 3969163 h 5143785"/>
              <a:gd name="connsiteX6021" fmla="*/ 2858453 w 3114960"/>
              <a:gd name="connsiteY6021" fmla="*/ 3955352 h 5143785"/>
              <a:gd name="connsiteX6022" fmla="*/ 2862263 w 3114960"/>
              <a:gd name="connsiteY6022" fmla="*/ 3939635 h 5143785"/>
              <a:gd name="connsiteX6023" fmla="*/ 2876074 w 3114960"/>
              <a:gd name="connsiteY6023" fmla="*/ 3931253 h 5143785"/>
              <a:gd name="connsiteX6024" fmla="*/ 2891790 w 3114960"/>
              <a:gd name="connsiteY6024" fmla="*/ 3935063 h 5143785"/>
              <a:gd name="connsiteX6025" fmla="*/ 2896362 w 3114960"/>
              <a:gd name="connsiteY6025" fmla="*/ 3964591 h 5143785"/>
              <a:gd name="connsiteX6026" fmla="*/ 2866835 w 3114960"/>
              <a:gd name="connsiteY6026" fmla="*/ 3969068 h 5143785"/>
              <a:gd name="connsiteX6027" fmla="*/ 1189292 w 3114960"/>
              <a:gd name="connsiteY6027" fmla="*/ 1307782 h 5143785"/>
              <a:gd name="connsiteX6028" fmla="*/ 1201198 w 3114960"/>
              <a:gd name="connsiteY6028" fmla="*/ 1319689 h 5143785"/>
              <a:gd name="connsiteX6029" fmla="*/ 1189292 w 3114960"/>
              <a:gd name="connsiteY6029" fmla="*/ 1331595 h 5143785"/>
              <a:gd name="connsiteX6030" fmla="*/ 1177385 w 3114960"/>
              <a:gd name="connsiteY6030" fmla="*/ 1319689 h 5143785"/>
              <a:gd name="connsiteX6031" fmla="*/ 1189292 w 3114960"/>
              <a:gd name="connsiteY6031" fmla="*/ 1307782 h 5143785"/>
              <a:gd name="connsiteX6032" fmla="*/ 1919859 w 3114960"/>
              <a:gd name="connsiteY6032" fmla="*/ 583121 h 5143785"/>
              <a:gd name="connsiteX6033" fmla="*/ 1927003 w 3114960"/>
              <a:gd name="connsiteY6033" fmla="*/ 583121 h 5143785"/>
              <a:gd name="connsiteX6034" fmla="*/ 1927003 w 3114960"/>
              <a:gd name="connsiteY6034" fmla="*/ 591598 h 5143785"/>
              <a:gd name="connsiteX6035" fmla="*/ 1919859 w 3114960"/>
              <a:gd name="connsiteY6035" fmla="*/ 591598 h 5143785"/>
              <a:gd name="connsiteX6036" fmla="*/ 1919859 w 3114960"/>
              <a:gd name="connsiteY6036" fmla="*/ 583121 h 5143785"/>
              <a:gd name="connsiteX6037" fmla="*/ 1919859 w 3114960"/>
              <a:gd name="connsiteY6037" fmla="*/ 519303 h 5143785"/>
              <a:gd name="connsiteX6038" fmla="*/ 1927003 w 3114960"/>
              <a:gd name="connsiteY6038" fmla="*/ 519303 h 5143785"/>
              <a:gd name="connsiteX6039" fmla="*/ 1927003 w 3114960"/>
              <a:gd name="connsiteY6039" fmla="*/ 524065 h 5143785"/>
              <a:gd name="connsiteX6040" fmla="*/ 1919859 w 3114960"/>
              <a:gd name="connsiteY6040" fmla="*/ 524065 h 5143785"/>
              <a:gd name="connsiteX6041" fmla="*/ 1919859 w 3114960"/>
              <a:gd name="connsiteY6041" fmla="*/ 519303 h 5143785"/>
              <a:gd name="connsiteX6042" fmla="*/ 335661 w 3114960"/>
              <a:gd name="connsiteY6042" fmla="*/ 2012728 h 5143785"/>
              <a:gd name="connsiteX6043" fmla="*/ 342805 w 3114960"/>
              <a:gd name="connsiteY6043" fmla="*/ 2012728 h 5143785"/>
              <a:gd name="connsiteX6044" fmla="*/ 342805 w 3114960"/>
              <a:gd name="connsiteY6044" fmla="*/ 2021205 h 5143785"/>
              <a:gd name="connsiteX6045" fmla="*/ 335661 w 3114960"/>
              <a:gd name="connsiteY6045" fmla="*/ 2021205 h 5143785"/>
              <a:gd name="connsiteX6046" fmla="*/ 335661 w 3114960"/>
              <a:gd name="connsiteY6046" fmla="*/ 2012728 h 5143785"/>
              <a:gd name="connsiteX6047" fmla="*/ 1919859 w 3114960"/>
              <a:gd name="connsiteY6047" fmla="*/ 599980 h 5143785"/>
              <a:gd name="connsiteX6048" fmla="*/ 1927003 w 3114960"/>
              <a:gd name="connsiteY6048" fmla="*/ 599980 h 5143785"/>
              <a:gd name="connsiteX6049" fmla="*/ 1927003 w 3114960"/>
              <a:gd name="connsiteY6049" fmla="*/ 608457 h 5143785"/>
              <a:gd name="connsiteX6050" fmla="*/ 1919859 w 3114960"/>
              <a:gd name="connsiteY6050" fmla="*/ 608457 h 5143785"/>
              <a:gd name="connsiteX6051" fmla="*/ 1919859 w 3114960"/>
              <a:gd name="connsiteY6051" fmla="*/ 599980 h 5143785"/>
              <a:gd name="connsiteX6052" fmla="*/ 1919859 w 3114960"/>
              <a:gd name="connsiteY6052" fmla="*/ 566261 h 5143785"/>
              <a:gd name="connsiteX6053" fmla="*/ 1927003 w 3114960"/>
              <a:gd name="connsiteY6053" fmla="*/ 566261 h 5143785"/>
              <a:gd name="connsiteX6054" fmla="*/ 1927003 w 3114960"/>
              <a:gd name="connsiteY6054" fmla="*/ 574739 h 5143785"/>
              <a:gd name="connsiteX6055" fmla="*/ 1919859 w 3114960"/>
              <a:gd name="connsiteY6055" fmla="*/ 574739 h 5143785"/>
              <a:gd name="connsiteX6056" fmla="*/ 1919859 w 3114960"/>
              <a:gd name="connsiteY6056" fmla="*/ 566261 h 5143785"/>
              <a:gd name="connsiteX6057" fmla="*/ 1919859 w 3114960"/>
              <a:gd name="connsiteY6057" fmla="*/ 549402 h 5143785"/>
              <a:gd name="connsiteX6058" fmla="*/ 1927003 w 3114960"/>
              <a:gd name="connsiteY6058" fmla="*/ 549402 h 5143785"/>
              <a:gd name="connsiteX6059" fmla="*/ 1927003 w 3114960"/>
              <a:gd name="connsiteY6059" fmla="*/ 557879 h 5143785"/>
              <a:gd name="connsiteX6060" fmla="*/ 1919859 w 3114960"/>
              <a:gd name="connsiteY6060" fmla="*/ 557879 h 5143785"/>
              <a:gd name="connsiteX6061" fmla="*/ 1919859 w 3114960"/>
              <a:gd name="connsiteY6061" fmla="*/ 549402 h 5143785"/>
              <a:gd name="connsiteX6062" fmla="*/ 1919859 w 3114960"/>
              <a:gd name="connsiteY6062" fmla="*/ 532543 h 5143785"/>
              <a:gd name="connsiteX6063" fmla="*/ 1927003 w 3114960"/>
              <a:gd name="connsiteY6063" fmla="*/ 532543 h 5143785"/>
              <a:gd name="connsiteX6064" fmla="*/ 1927003 w 3114960"/>
              <a:gd name="connsiteY6064" fmla="*/ 541020 h 5143785"/>
              <a:gd name="connsiteX6065" fmla="*/ 1919859 w 3114960"/>
              <a:gd name="connsiteY6065" fmla="*/ 541020 h 5143785"/>
              <a:gd name="connsiteX6066" fmla="*/ 1919859 w 3114960"/>
              <a:gd name="connsiteY6066" fmla="*/ 532543 h 5143785"/>
              <a:gd name="connsiteX6067" fmla="*/ 118682 w 3114960"/>
              <a:gd name="connsiteY6067" fmla="*/ 3842099 h 5143785"/>
              <a:gd name="connsiteX6068" fmla="*/ 109442 w 3114960"/>
              <a:gd name="connsiteY6068" fmla="*/ 3842099 h 5143785"/>
              <a:gd name="connsiteX6069" fmla="*/ 109442 w 3114960"/>
              <a:gd name="connsiteY6069" fmla="*/ 3846862 h 5143785"/>
              <a:gd name="connsiteX6070" fmla="*/ 118682 w 3114960"/>
              <a:gd name="connsiteY6070" fmla="*/ 3846862 h 5143785"/>
              <a:gd name="connsiteX6071" fmla="*/ 124301 w 3114960"/>
              <a:gd name="connsiteY6071" fmla="*/ 3856006 h 5143785"/>
              <a:gd name="connsiteX6072" fmla="*/ 144304 w 3114960"/>
              <a:gd name="connsiteY6072" fmla="*/ 3852958 h 5143785"/>
              <a:gd name="connsiteX6073" fmla="*/ 147066 w 3114960"/>
              <a:gd name="connsiteY6073" fmla="*/ 3844480 h 5143785"/>
              <a:gd name="connsiteX6074" fmla="*/ 145161 w 3114960"/>
              <a:gd name="connsiteY6074" fmla="*/ 3837432 h 5143785"/>
              <a:gd name="connsiteX6075" fmla="*/ 145352 w 3114960"/>
              <a:gd name="connsiteY6075" fmla="*/ 3837623 h 5143785"/>
              <a:gd name="connsiteX6076" fmla="*/ 153067 w 3114960"/>
              <a:gd name="connsiteY6076" fmla="*/ 3830098 h 5143785"/>
              <a:gd name="connsiteX6077" fmla="*/ 357664 w 3114960"/>
              <a:gd name="connsiteY6077" fmla="*/ 3830288 h 5143785"/>
              <a:gd name="connsiteX6078" fmla="*/ 357664 w 3114960"/>
              <a:gd name="connsiteY6078" fmla="*/ 3834289 h 5143785"/>
              <a:gd name="connsiteX6079" fmla="*/ 364522 w 3114960"/>
              <a:gd name="connsiteY6079" fmla="*/ 3841147 h 5143785"/>
              <a:gd name="connsiteX6080" fmla="*/ 377190 w 3114960"/>
              <a:gd name="connsiteY6080" fmla="*/ 3841147 h 5143785"/>
              <a:gd name="connsiteX6081" fmla="*/ 384048 w 3114960"/>
              <a:gd name="connsiteY6081" fmla="*/ 3834289 h 5143785"/>
              <a:gd name="connsiteX6082" fmla="*/ 384048 w 3114960"/>
              <a:gd name="connsiteY6082" fmla="*/ 3821621 h 5143785"/>
              <a:gd name="connsiteX6083" fmla="*/ 377190 w 3114960"/>
              <a:gd name="connsiteY6083" fmla="*/ 3814763 h 5143785"/>
              <a:gd name="connsiteX6084" fmla="*/ 364522 w 3114960"/>
              <a:gd name="connsiteY6084" fmla="*/ 3814763 h 5143785"/>
              <a:gd name="connsiteX6085" fmla="*/ 357664 w 3114960"/>
              <a:gd name="connsiteY6085" fmla="*/ 3821621 h 5143785"/>
              <a:gd name="connsiteX6086" fmla="*/ 357664 w 3114960"/>
              <a:gd name="connsiteY6086" fmla="*/ 3825526 h 5143785"/>
              <a:gd name="connsiteX6087" fmla="*/ 151162 w 3114960"/>
              <a:gd name="connsiteY6087" fmla="*/ 3825335 h 5143785"/>
              <a:gd name="connsiteX6088" fmla="*/ 142399 w 3114960"/>
              <a:gd name="connsiteY6088" fmla="*/ 3833908 h 5143785"/>
              <a:gd name="connsiteX6089" fmla="*/ 141256 w 3114960"/>
              <a:gd name="connsiteY6089" fmla="*/ 3832860 h 5143785"/>
              <a:gd name="connsiteX6090" fmla="*/ 121253 w 3114960"/>
              <a:gd name="connsiteY6090" fmla="*/ 3835908 h 5143785"/>
              <a:gd name="connsiteX6091" fmla="*/ 118777 w 3114960"/>
              <a:gd name="connsiteY6091" fmla="*/ 3842004 h 5143785"/>
              <a:gd name="connsiteX6092" fmla="*/ 362426 w 3114960"/>
              <a:gd name="connsiteY6092" fmla="*/ 3821621 h 5143785"/>
              <a:gd name="connsiteX6093" fmla="*/ 364522 w 3114960"/>
              <a:gd name="connsiteY6093" fmla="*/ 3819525 h 5143785"/>
              <a:gd name="connsiteX6094" fmla="*/ 377190 w 3114960"/>
              <a:gd name="connsiteY6094" fmla="*/ 3819525 h 5143785"/>
              <a:gd name="connsiteX6095" fmla="*/ 379286 w 3114960"/>
              <a:gd name="connsiteY6095" fmla="*/ 3821621 h 5143785"/>
              <a:gd name="connsiteX6096" fmla="*/ 379286 w 3114960"/>
              <a:gd name="connsiteY6096" fmla="*/ 3834289 h 5143785"/>
              <a:gd name="connsiteX6097" fmla="*/ 377190 w 3114960"/>
              <a:gd name="connsiteY6097" fmla="*/ 3836384 h 5143785"/>
              <a:gd name="connsiteX6098" fmla="*/ 364522 w 3114960"/>
              <a:gd name="connsiteY6098" fmla="*/ 3836384 h 5143785"/>
              <a:gd name="connsiteX6099" fmla="*/ 362426 w 3114960"/>
              <a:gd name="connsiteY6099" fmla="*/ 3834289 h 5143785"/>
              <a:gd name="connsiteX6100" fmla="*/ 362426 w 3114960"/>
              <a:gd name="connsiteY6100" fmla="*/ 3821621 h 5143785"/>
              <a:gd name="connsiteX6101" fmla="*/ 123349 w 3114960"/>
              <a:gd name="connsiteY6101" fmla="*/ 3837527 h 5143785"/>
              <a:gd name="connsiteX6102" fmla="*/ 139732 w 3114960"/>
              <a:gd name="connsiteY6102" fmla="*/ 3835051 h 5143785"/>
              <a:gd name="connsiteX6103" fmla="*/ 142208 w 3114960"/>
              <a:gd name="connsiteY6103" fmla="*/ 3851434 h 5143785"/>
              <a:gd name="connsiteX6104" fmla="*/ 134588 w 3114960"/>
              <a:gd name="connsiteY6104" fmla="*/ 3856101 h 5143785"/>
              <a:gd name="connsiteX6105" fmla="*/ 125921 w 3114960"/>
              <a:gd name="connsiteY6105" fmla="*/ 3854005 h 5143785"/>
              <a:gd name="connsiteX6106" fmla="*/ 121253 w 3114960"/>
              <a:gd name="connsiteY6106" fmla="*/ 3846386 h 5143785"/>
              <a:gd name="connsiteX6107" fmla="*/ 121158 w 3114960"/>
              <a:gd name="connsiteY6107" fmla="*/ 3844576 h 5143785"/>
              <a:gd name="connsiteX6108" fmla="*/ 123444 w 3114960"/>
              <a:gd name="connsiteY6108" fmla="*/ 3837718 h 5143785"/>
              <a:gd name="connsiteX6109" fmla="*/ 1676114 w 3114960"/>
              <a:gd name="connsiteY6109" fmla="*/ 831152 h 5143785"/>
              <a:gd name="connsiteX6110" fmla="*/ 1784414 w 3114960"/>
              <a:gd name="connsiteY6110" fmla="*/ 831152 h 5143785"/>
              <a:gd name="connsiteX6111" fmla="*/ 1784414 w 3114960"/>
              <a:gd name="connsiteY6111" fmla="*/ 835914 h 5143785"/>
              <a:gd name="connsiteX6112" fmla="*/ 1676114 w 3114960"/>
              <a:gd name="connsiteY6112" fmla="*/ 835914 h 5143785"/>
              <a:gd name="connsiteX6113" fmla="*/ 1676114 w 3114960"/>
              <a:gd name="connsiteY6113" fmla="*/ 831152 h 5143785"/>
              <a:gd name="connsiteX6114" fmla="*/ 132779 w 3114960"/>
              <a:gd name="connsiteY6114" fmla="*/ 3789521 h 5143785"/>
              <a:gd name="connsiteX6115" fmla="*/ 125730 w 3114960"/>
              <a:gd name="connsiteY6115" fmla="*/ 3782473 h 5143785"/>
              <a:gd name="connsiteX6116" fmla="*/ 132779 w 3114960"/>
              <a:gd name="connsiteY6116" fmla="*/ 3775424 h 5143785"/>
              <a:gd name="connsiteX6117" fmla="*/ 139827 w 3114960"/>
              <a:gd name="connsiteY6117" fmla="*/ 3782473 h 5143785"/>
              <a:gd name="connsiteX6118" fmla="*/ 132779 w 3114960"/>
              <a:gd name="connsiteY6118" fmla="*/ 3789521 h 5143785"/>
              <a:gd name="connsiteX6119" fmla="*/ 2891980 w 3114960"/>
              <a:gd name="connsiteY6119" fmla="*/ 3952209 h 5143785"/>
              <a:gd name="connsiteX6120" fmla="*/ 2879312 w 3114960"/>
              <a:gd name="connsiteY6120" fmla="*/ 3964877 h 5143785"/>
              <a:gd name="connsiteX6121" fmla="*/ 2866644 w 3114960"/>
              <a:gd name="connsiteY6121" fmla="*/ 3952209 h 5143785"/>
              <a:gd name="connsiteX6122" fmla="*/ 2879312 w 3114960"/>
              <a:gd name="connsiteY6122" fmla="*/ 3939540 h 5143785"/>
              <a:gd name="connsiteX6123" fmla="*/ 2891980 w 3114960"/>
              <a:gd name="connsiteY6123" fmla="*/ 3952209 h 5143785"/>
              <a:gd name="connsiteX6124" fmla="*/ 1784604 w 3114960"/>
              <a:gd name="connsiteY6124" fmla="*/ 792956 h 5143785"/>
              <a:gd name="connsiteX6125" fmla="*/ 1675924 w 3114960"/>
              <a:gd name="connsiteY6125" fmla="*/ 792956 h 5143785"/>
              <a:gd name="connsiteX6126" fmla="*/ 1675924 w 3114960"/>
              <a:gd name="connsiteY6126" fmla="*/ 788194 h 5143785"/>
              <a:gd name="connsiteX6127" fmla="*/ 1784604 w 3114960"/>
              <a:gd name="connsiteY6127" fmla="*/ 788194 h 5143785"/>
              <a:gd name="connsiteX6128" fmla="*/ 1784604 w 3114960"/>
              <a:gd name="connsiteY6128" fmla="*/ 792956 h 5143785"/>
              <a:gd name="connsiteX6129" fmla="*/ 144304 w 3114960"/>
              <a:gd name="connsiteY6129" fmla="*/ 3790950 h 5143785"/>
              <a:gd name="connsiteX6130" fmla="*/ 147066 w 3114960"/>
              <a:gd name="connsiteY6130" fmla="*/ 3782473 h 5143785"/>
              <a:gd name="connsiteX6131" fmla="*/ 141256 w 3114960"/>
              <a:gd name="connsiteY6131" fmla="*/ 3770852 h 5143785"/>
              <a:gd name="connsiteX6132" fmla="*/ 121253 w 3114960"/>
              <a:gd name="connsiteY6132" fmla="*/ 3773900 h 5143785"/>
              <a:gd name="connsiteX6133" fmla="*/ 118777 w 3114960"/>
              <a:gd name="connsiteY6133" fmla="*/ 3779996 h 5143785"/>
              <a:gd name="connsiteX6134" fmla="*/ 109538 w 3114960"/>
              <a:gd name="connsiteY6134" fmla="*/ 3779996 h 5143785"/>
              <a:gd name="connsiteX6135" fmla="*/ 109538 w 3114960"/>
              <a:gd name="connsiteY6135" fmla="*/ 3784759 h 5143785"/>
              <a:gd name="connsiteX6136" fmla="*/ 118777 w 3114960"/>
              <a:gd name="connsiteY6136" fmla="*/ 3784759 h 5143785"/>
              <a:gd name="connsiteX6137" fmla="*/ 124397 w 3114960"/>
              <a:gd name="connsiteY6137" fmla="*/ 3793903 h 5143785"/>
              <a:gd name="connsiteX6138" fmla="*/ 144399 w 3114960"/>
              <a:gd name="connsiteY6138" fmla="*/ 3790855 h 5143785"/>
              <a:gd name="connsiteX6139" fmla="*/ 121158 w 3114960"/>
              <a:gd name="connsiteY6139" fmla="*/ 3784283 h 5143785"/>
              <a:gd name="connsiteX6140" fmla="*/ 121063 w 3114960"/>
              <a:gd name="connsiteY6140" fmla="*/ 3782473 h 5143785"/>
              <a:gd name="connsiteX6141" fmla="*/ 123349 w 3114960"/>
              <a:gd name="connsiteY6141" fmla="*/ 3775615 h 5143785"/>
              <a:gd name="connsiteX6142" fmla="*/ 139732 w 3114960"/>
              <a:gd name="connsiteY6142" fmla="*/ 3773138 h 5143785"/>
              <a:gd name="connsiteX6143" fmla="*/ 142208 w 3114960"/>
              <a:gd name="connsiteY6143" fmla="*/ 3789521 h 5143785"/>
              <a:gd name="connsiteX6144" fmla="*/ 134588 w 3114960"/>
              <a:gd name="connsiteY6144" fmla="*/ 3794188 h 5143785"/>
              <a:gd name="connsiteX6145" fmla="*/ 125921 w 3114960"/>
              <a:gd name="connsiteY6145" fmla="*/ 3792093 h 5143785"/>
              <a:gd name="connsiteX6146" fmla="*/ 121253 w 3114960"/>
              <a:gd name="connsiteY6146" fmla="*/ 3784473 h 5143785"/>
              <a:gd name="connsiteX6147" fmla="*/ 667988 w 3114960"/>
              <a:gd name="connsiteY6147" fmla="*/ 4615815 h 5143785"/>
              <a:gd name="connsiteX6148" fmla="*/ 667417 w 3114960"/>
              <a:gd name="connsiteY6148" fmla="*/ 4604099 h 5143785"/>
              <a:gd name="connsiteX6149" fmla="*/ 655701 w 3114960"/>
              <a:gd name="connsiteY6149" fmla="*/ 4604671 h 5143785"/>
              <a:gd name="connsiteX6150" fmla="*/ 653891 w 3114960"/>
              <a:gd name="connsiteY6150" fmla="*/ 4608195 h 5143785"/>
              <a:gd name="connsiteX6151" fmla="*/ 569690 w 3114960"/>
              <a:gd name="connsiteY6151" fmla="*/ 4608195 h 5143785"/>
              <a:gd name="connsiteX6152" fmla="*/ 545402 w 3114960"/>
              <a:gd name="connsiteY6152" fmla="*/ 4586002 h 5143785"/>
              <a:gd name="connsiteX6153" fmla="*/ 543782 w 3114960"/>
              <a:gd name="connsiteY6153" fmla="*/ 4585335 h 5143785"/>
              <a:gd name="connsiteX6154" fmla="*/ 455581 w 3114960"/>
              <a:gd name="connsiteY6154" fmla="*/ 4585335 h 5143785"/>
              <a:gd name="connsiteX6155" fmla="*/ 454057 w 3114960"/>
              <a:gd name="connsiteY6155" fmla="*/ 4585907 h 5143785"/>
              <a:gd name="connsiteX6156" fmla="*/ 416147 w 3114960"/>
              <a:gd name="connsiteY6156" fmla="*/ 4616482 h 5143785"/>
              <a:gd name="connsiteX6157" fmla="*/ 280321 w 3114960"/>
              <a:gd name="connsiteY6157" fmla="*/ 4616006 h 5143785"/>
              <a:gd name="connsiteX6158" fmla="*/ 252032 w 3114960"/>
              <a:gd name="connsiteY6158" fmla="*/ 4592765 h 5143785"/>
              <a:gd name="connsiteX6159" fmla="*/ 250508 w 3114960"/>
              <a:gd name="connsiteY6159" fmla="*/ 4592193 h 5143785"/>
              <a:gd name="connsiteX6160" fmla="*/ 154972 w 3114960"/>
              <a:gd name="connsiteY6160" fmla="*/ 4592193 h 5143785"/>
              <a:gd name="connsiteX6161" fmla="*/ 135065 w 3114960"/>
              <a:gd name="connsiteY6161" fmla="*/ 4572095 h 5143785"/>
              <a:gd name="connsiteX6162" fmla="*/ 105823 w 3114960"/>
              <a:gd name="connsiteY6162" fmla="*/ 4571714 h 5143785"/>
              <a:gd name="connsiteX6163" fmla="*/ 105061 w 3114960"/>
              <a:gd name="connsiteY6163" fmla="*/ 4570571 h 5143785"/>
              <a:gd name="connsiteX6164" fmla="*/ 99346 w 3114960"/>
              <a:gd name="connsiteY6164" fmla="*/ 4564856 h 5143785"/>
              <a:gd name="connsiteX6165" fmla="*/ 91535 w 3114960"/>
              <a:gd name="connsiteY6165" fmla="*/ 4564856 h 5143785"/>
              <a:gd name="connsiteX6166" fmla="*/ 85820 w 3114960"/>
              <a:gd name="connsiteY6166" fmla="*/ 4570571 h 5143785"/>
              <a:gd name="connsiteX6167" fmla="*/ 85820 w 3114960"/>
              <a:gd name="connsiteY6167" fmla="*/ 4578382 h 5143785"/>
              <a:gd name="connsiteX6168" fmla="*/ 91535 w 3114960"/>
              <a:gd name="connsiteY6168" fmla="*/ 4584097 h 5143785"/>
              <a:gd name="connsiteX6169" fmla="*/ 95441 w 3114960"/>
              <a:gd name="connsiteY6169" fmla="*/ 4585716 h 5143785"/>
              <a:gd name="connsiteX6170" fmla="*/ 99346 w 3114960"/>
              <a:gd name="connsiteY6170" fmla="*/ 4584097 h 5143785"/>
              <a:gd name="connsiteX6171" fmla="*/ 105061 w 3114960"/>
              <a:gd name="connsiteY6171" fmla="*/ 4578382 h 5143785"/>
              <a:gd name="connsiteX6172" fmla="*/ 106299 w 3114960"/>
              <a:gd name="connsiteY6172" fmla="*/ 4576477 h 5143785"/>
              <a:gd name="connsiteX6173" fmla="*/ 133064 w 3114960"/>
              <a:gd name="connsiteY6173" fmla="*/ 4576858 h 5143785"/>
              <a:gd name="connsiteX6174" fmla="*/ 150781 w 3114960"/>
              <a:gd name="connsiteY6174" fmla="*/ 4594670 h 5143785"/>
              <a:gd name="connsiteX6175" fmla="*/ 131826 w 3114960"/>
              <a:gd name="connsiteY6175" fmla="*/ 4616958 h 5143785"/>
              <a:gd name="connsiteX6176" fmla="*/ 115729 w 3114960"/>
              <a:gd name="connsiteY6176" fmla="*/ 4616958 h 5143785"/>
              <a:gd name="connsiteX6177" fmla="*/ 109157 w 3114960"/>
              <a:gd name="connsiteY6177" fmla="*/ 4612291 h 5143785"/>
              <a:gd name="connsiteX6178" fmla="*/ 102108 w 3114960"/>
              <a:gd name="connsiteY6178" fmla="*/ 4619339 h 5143785"/>
              <a:gd name="connsiteX6179" fmla="*/ 109157 w 3114960"/>
              <a:gd name="connsiteY6179" fmla="*/ 4626388 h 5143785"/>
              <a:gd name="connsiteX6180" fmla="*/ 115729 w 3114960"/>
              <a:gd name="connsiteY6180" fmla="*/ 4621721 h 5143785"/>
              <a:gd name="connsiteX6181" fmla="*/ 132969 w 3114960"/>
              <a:gd name="connsiteY6181" fmla="*/ 4621721 h 5143785"/>
              <a:gd name="connsiteX6182" fmla="*/ 134779 w 3114960"/>
              <a:gd name="connsiteY6182" fmla="*/ 4620863 h 5143785"/>
              <a:gd name="connsiteX6183" fmla="*/ 155162 w 3114960"/>
              <a:gd name="connsiteY6183" fmla="*/ 4596956 h 5143785"/>
              <a:gd name="connsiteX6184" fmla="*/ 249745 w 3114960"/>
              <a:gd name="connsiteY6184" fmla="*/ 4596956 h 5143785"/>
              <a:gd name="connsiteX6185" fmla="*/ 278035 w 3114960"/>
              <a:gd name="connsiteY6185" fmla="*/ 4620292 h 5143785"/>
              <a:gd name="connsiteX6186" fmla="*/ 279559 w 3114960"/>
              <a:gd name="connsiteY6186" fmla="*/ 4620863 h 5143785"/>
              <a:gd name="connsiteX6187" fmla="*/ 417100 w 3114960"/>
              <a:gd name="connsiteY6187" fmla="*/ 4621340 h 5143785"/>
              <a:gd name="connsiteX6188" fmla="*/ 417100 w 3114960"/>
              <a:gd name="connsiteY6188" fmla="*/ 4621340 h 5143785"/>
              <a:gd name="connsiteX6189" fmla="*/ 418624 w 3114960"/>
              <a:gd name="connsiteY6189" fmla="*/ 4620768 h 5143785"/>
              <a:gd name="connsiteX6190" fmla="*/ 456533 w 3114960"/>
              <a:gd name="connsiteY6190" fmla="*/ 4590193 h 5143785"/>
              <a:gd name="connsiteX6191" fmla="*/ 542925 w 3114960"/>
              <a:gd name="connsiteY6191" fmla="*/ 4590193 h 5143785"/>
              <a:gd name="connsiteX6192" fmla="*/ 567214 w 3114960"/>
              <a:gd name="connsiteY6192" fmla="*/ 4612481 h 5143785"/>
              <a:gd name="connsiteX6193" fmla="*/ 568833 w 3114960"/>
              <a:gd name="connsiteY6193" fmla="*/ 4613148 h 5143785"/>
              <a:gd name="connsiteX6194" fmla="*/ 654082 w 3114960"/>
              <a:gd name="connsiteY6194" fmla="*/ 4613148 h 5143785"/>
              <a:gd name="connsiteX6195" fmla="*/ 654082 w 3114960"/>
              <a:gd name="connsiteY6195" fmla="*/ 4612862 h 5143785"/>
              <a:gd name="connsiteX6196" fmla="*/ 656273 w 3114960"/>
              <a:gd name="connsiteY6196" fmla="*/ 4616482 h 5143785"/>
              <a:gd name="connsiteX6197" fmla="*/ 667988 w 3114960"/>
              <a:gd name="connsiteY6197" fmla="*/ 4615911 h 5143785"/>
              <a:gd name="connsiteX6198" fmla="*/ 102013 w 3114960"/>
              <a:gd name="connsiteY6198" fmla="*/ 4574953 h 5143785"/>
              <a:gd name="connsiteX6199" fmla="*/ 96298 w 3114960"/>
              <a:gd name="connsiteY6199" fmla="*/ 4580668 h 5143785"/>
              <a:gd name="connsiteX6200" fmla="*/ 95250 w 3114960"/>
              <a:gd name="connsiteY6200" fmla="*/ 4580668 h 5143785"/>
              <a:gd name="connsiteX6201" fmla="*/ 89535 w 3114960"/>
              <a:gd name="connsiteY6201" fmla="*/ 4574953 h 5143785"/>
              <a:gd name="connsiteX6202" fmla="*/ 89535 w 3114960"/>
              <a:gd name="connsiteY6202" fmla="*/ 4573905 h 5143785"/>
              <a:gd name="connsiteX6203" fmla="*/ 95250 w 3114960"/>
              <a:gd name="connsiteY6203" fmla="*/ 4568190 h 5143785"/>
              <a:gd name="connsiteX6204" fmla="*/ 95726 w 3114960"/>
              <a:gd name="connsiteY6204" fmla="*/ 4568000 h 5143785"/>
              <a:gd name="connsiteX6205" fmla="*/ 96298 w 3114960"/>
              <a:gd name="connsiteY6205" fmla="*/ 4568190 h 5143785"/>
              <a:gd name="connsiteX6206" fmla="*/ 102013 w 3114960"/>
              <a:gd name="connsiteY6206" fmla="*/ 4573905 h 5143785"/>
              <a:gd name="connsiteX6207" fmla="*/ 102013 w 3114960"/>
              <a:gd name="connsiteY6207" fmla="*/ 4574953 h 5143785"/>
              <a:gd name="connsiteX6208" fmla="*/ 48482 w 3114960"/>
              <a:gd name="connsiteY6208" fmla="*/ 298990 h 5143785"/>
              <a:gd name="connsiteX6209" fmla="*/ 95 w 3114960"/>
              <a:gd name="connsiteY6209" fmla="*/ 298990 h 5143785"/>
              <a:gd name="connsiteX6210" fmla="*/ 95 w 3114960"/>
              <a:gd name="connsiteY6210" fmla="*/ 274987 h 5143785"/>
              <a:gd name="connsiteX6211" fmla="*/ 48482 w 3114960"/>
              <a:gd name="connsiteY6211" fmla="*/ 274987 h 5143785"/>
              <a:gd name="connsiteX6212" fmla="*/ 54864 w 3114960"/>
              <a:gd name="connsiteY6212" fmla="*/ 281273 h 5143785"/>
              <a:gd name="connsiteX6213" fmla="*/ 54864 w 3114960"/>
              <a:gd name="connsiteY6213" fmla="*/ 292608 h 5143785"/>
              <a:gd name="connsiteX6214" fmla="*/ 48482 w 3114960"/>
              <a:gd name="connsiteY6214" fmla="*/ 298895 h 5143785"/>
              <a:gd name="connsiteX6215" fmla="*/ 1698689 w 3114960"/>
              <a:gd name="connsiteY6215" fmla="*/ 574167 h 5143785"/>
              <a:gd name="connsiteX6216" fmla="*/ 1735455 w 3114960"/>
              <a:gd name="connsiteY6216" fmla="*/ 526066 h 5143785"/>
              <a:gd name="connsiteX6217" fmla="*/ 1734884 w 3114960"/>
              <a:gd name="connsiteY6217" fmla="*/ 526066 h 5143785"/>
              <a:gd name="connsiteX6218" fmla="*/ 1734884 w 3114960"/>
              <a:gd name="connsiteY6218" fmla="*/ 521303 h 5143785"/>
              <a:gd name="connsiteX6219" fmla="*/ 1742027 w 3114960"/>
              <a:gd name="connsiteY6219" fmla="*/ 521303 h 5143785"/>
              <a:gd name="connsiteX6220" fmla="*/ 1742027 w 3114960"/>
              <a:gd name="connsiteY6220" fmla="*/ 526066 h 5143785"/>
              <a:gd name="connsiteX6221" fmla="*/ 1738408 w 3114960"/>
              <a:gd name="connsiteY6221" fmla="*/ 526066 h 5143785"/>
              <a:gd name="connsiteX6222" fmla="*/ 1740313 w 3114960"/>
              <a:gd name="connsiteY6222" fmla="*/ 527495 h 5143785"/>
              <a:gd name="connsiteX6223" fmla="*/ 1703451 w 3114960"/>
              <a:gd name="connsiteY6223" fmla="*/ 575691 h 5143785"/>
              <a:gd name="connsiteX6224" fmla="*/ 1703451 w 3114960"/>
              <a:gd name="connsiteY6224" fmla="*/ 711232 h 5143785"/>
              <a:gd name="connsiteX6225" fmla="*/ 1713643 w 3114960"/>
              <a:gd name="connsiteY6225" fmla="*/ 725138 h 5143785"/>
              <a:gd name="connsiteX6226" fmla="*/ 1725835 w 3114960"/>
              <a:gd name="connsiteY6226" fmla="*/ 725424 h 5143785"/>
              <a:gd name="connsiteX6227" fmla="*/ 1725835 w 3114960"/>
              <a:gd name="connsiteY6227" fmla="*/ 721424 h 5143785"/>
              <a:gd name="connsiteX6228" fmla="*/ 1728502 w 3114960"/>
              <a:gd name="connsiteY6228" fmla="*/ 718757 h 5143785"/>
              <a:gd name="connsiteX6229" fmla="*/ 1741456 w 3114960"/>
              <a:gd name="connsiteY6229" fmla="*/ 718757 h 5143785"/>
              <a:gd name="connsiteX6230" fmla="*/ 1744123 w 3114960"/>
              <a:gd name="connsiteY6230" fmla="*/ 721424 h 5143785"/>
              <a:gd name="connsiteX6231" fmla="*/ 1744123 w 3114960"/>
              <a:gd name="connsiteY6231" fmla="*/ 734377 h 5143785"/>
              <a:gd name="connsiteX6232" fmla="*/ 1741456 w 3114960"/>
              <a:gd name="connsiteY6232" fmla="*/ 737045 h 5143785"/>
              <a:gd name="connsiteX6233" fmla="*/ 1728502 w 3114960"/>
              <a:gd name="connsiteY6233" fmla="*/ 737045 h 5143785"/>
              <a:gd name="connsiteX6234" fmla="*/ 1725835 w 3114960"/>
              <a:gd name="connsiteY6234" fmla="*/ 734377 h 5143785"/>
              <a:gd name="connsiteX6235" fmla="*/ 1725835 w 3114960"/>
              <a:gd name="connsiteY6235" fmla="*/ 730187 h 5143785"/>
              <a:gd name="connsiteX6236" fmla="*/ 1711262 w 3114960"/>
              <a:gd name="connsiteY6236" fmla="*/ 729901 h 5143785"/>
              <a:gd name="connsiteX6237" fmla="*/ 1698689 w 3114960"/>
              <a:gd name="connsiteY6237" fmla="*/ 712851 h 5143785"/>
              <a:gd name="connsiteX6238" fmla="*/ 1698689 w 3114960"/>
              <a:gd name="connsiteY6238" fmla="*/ 574072 h 5143785"/>
              <a:gd name="connsiteX6239" fmla="*/ 125730 w 3114960"/>
              <a:gd name="connsiteY6239" fmla="*/ 3844480 h 5143785"/>
              <a:gd name="connsiteX6240" fmla="*/ 132779 w 3114960"/>
              <a:gd name="connsiteY6240" fmla="*/ 3837432 h 5143785"/>
              <a:gd name="connsiteX6241" fmla="*/ 139827 w 3114960"/>
              <a:gd name="connsiteY6241" fmla="*/ 3844480 h 5143785"/>
              <a:gd name="connsiteX6242" fmla="*/ 132779 w 3114960"/>
              <a:gd name="connsiteY6242" fmla="*/ 3851529 h 5143785"/>
              <a:gd name="connsiteX6243" fmla="*/ 125730 w 3114960"/>
              <a:gd name="connsiteY6243" fmla="*/ 3844480 h 5143785"/>
              <a:gd name="connsiteX6244" fmla="*/ 455009 w 3114960"/>
              <a:gd name="connsiteY6244" fmla="*/ 4644676 h 5143785"/>
              <a:gd name="connsiteX6245" fmla="*/ 455009 w 3114960"/>
              <a:gd name="connsiteY6245" fmla="*/ 4644676 h 5143785"/>
              <a:gd name="connsiteX6246" fmla="*/ 453581 w 3114960"/>
              <a:gd name="connsiteY6246" fmla="*/ 4645152 h 5143785"/>
              <a:gd name="connsiteX6247" fmla="*/ 411861 w 3114960"/>
              <a:gd name="connsiteY6247" fmla="*/ 4675442 h 5143785"/>
              <a:gd name="connsiteX6248" fmla="*/ 272891 w 3114960"/>
              <a:gd name="connsiteY6248" fmla="*/ 4676109 h 5143785"/>
              <a:gd name="connsiteX6249" fmla="*/ 237554 w 3114960"/>
              <a:gd name="connsiteY6249" fmla="*/ 4647534 h 5143785"/>
              <a:gd name="connsiteX6250" fmla="*/ 236030 w 3114960"/>
              <a:gd name="connsiteY6250" fmla="*/ 4646962 h 5143785"/>
              <a:gd name="connsiteX6251" fmla="*/ 236030 w 3114960"/>
              <a:gd name="connsiteY6251" fmla="*/ 4646962 h 5143785"/>
              <a:gd name="connsiteX6252" fmla="*/ 161639 w 3114960"/>
              <a:gd name="connsiteY6252" fmla="*/ 4647438 h 5143785"/>
              <a:gd name="connsiteX6253" fmla="*/ 159925 w 3114960"/>
              <a:gd name="connsiteY6253" fmla="*/ 4648200 h 5143785"/>
              <a:gd name="connsiteX6254" fmla="*/ 143828 w 3114960"/>
              <a:gd name="connsiteY6254" fmla="*/ 4664774 h 5143785"/>
              <a:gd name="connsiteX6255" fmla="*/ 128207 w 3114960"/>
              <a:gd name="connsiteY6255" fmla="*/ 4664583 h 5143785"/>
              <a:gd name="connsiteX6256" fmla="*/ 117920 w 3114960"/>
              <a:gd name="connsiteY6256" fmla="*/ 4656011 h 5143785"/>
              <a:gd name="connsiteX6257" fmla="*/ 110204 w 3114960"/>
              <a:gd name="connsiteY6257" fmla="*/ 4659059 h 5143785"/>
              <a:gd name="connsiteX6258" fmla="*/ 106966 w 3114960"/>
              <a:gd name="connsiteY6258" fmla="*/ 4666679 h 5143785"/>
              <a:gd name="connsiteX6259" fmla="*/ 110014 w 3114960"/>
              <a:gd name="connsiteY6259" fmla="*/ 4674394 h 5143785"/>
              <a:gd name="connsiteX6260" fmla="*/ 117634 w 3114960"/>
              <a:gd name="connsiteY6260" fmla="*/ 4677632 h 5143785"/>
              <a:gd name="connsiteX6261" fmla="*/ 117729 w 3114960"/>
              <a:gd name="connsiteY6261" fmla="*/ 4677632 h 5143785"/>
              <a:gd name="connsiteX6262" fmla="*/ 125254 w 3114960"/>
              <a:gd name="connsiteY6262" fmla="*/ 4674585 h 5143785"/>
              <a:gd name="connsiteX6263" fmla="*/ 128016 w 3114960"/>
              <a:gd name="connsiteY6263" fmla="*/ 4669346 h 5143785"/>
              <a:gd name="connsiteX6264" fmla="*/ 144685 w 3114960"/>
              <a:gd name="connsiteY6264" fmla="*/ 4669631 h 5143785"/>
              <a:gd name="connsiteX6265" fmla="*/ 146399 w 3114960"/>
              <a:gd name="connsiteY6265" fmla="*/ 4668870 h 5143785"/>
              <a:gd name="connsiteX6266" fmla="*/ 162497 w 3114960"/>
              <a:gd name="connsiteY6266" fmla="*/ 4652296 h 5143785"/>
              <a:gd name="connsiteX6267" fmla="*/ 235077 w 3114960"/>
              <a:gd name="connsiteY6267" fmla="*/ 4651915 h 5143785"/>
              <a:gd name="connsiteX6268" fmla="*/ 270415 w 3114960"/>
              <a:gd name="connsiteY6268" fmla="*/ 4680490 h 5143785"/>
              <a:gd name="connsiteX6269" fmla="*/ 271939 w 3114960"/>
              <a:gd name="connsiteY6269" fmla="*/ 4681062 h 5143785"/>
              <a:gd name="connsiteX6270" fmla="*/ 271939 w 3114960"/>
              <a:gd name="connsiteY6270" fmla="*/ 4681062 h 5143785"/>
              <a:gd name="connsiteX6271" fmla="*/ 412528 w 3114960"/>
              <a:gd name="connsiteY6271" fmla="*/ 4680395 h 5143785"/>
              <a:gd name="connsiteX6272" fmla="*/ 413957 w 3114960"/>
              <a:gd name="connsiteY6272" fmla="*/ 4679919 h 5143785"/>
              <a:gd name="connsiteX6273" fmla="*/ 455676 w 3114960"/>
              <a:gd name="connsiteY6273" fmla="*/ 4649629 h 5143785"/>
              <a:gd name="connsiteX6274" fmla="*/ 569595 w 3114960"/>
              <a:gd name="connsiteY6274" fmla="*/ 4649820 h 5143785"/>
              <a:gd name="connsiteX6275" fmla="*/ 606838 w 3114960"/>
              <a:gd name="connsiteY6275" fmla="*/ 4678490 h 5143785"/>
              <a:gd name="connsiteX6276" fmla="*/ 608267 w 3114960"/>
              <a:gd name="connsiteY6276" fmla="*/ 4678966 h 5143785"/>
              <a:gd name="connsiteX6277" fmla="*/ 650462 w 3114960"/>
              <a:gd name="connsiteY6277" fmla="*/ 4678966 h 5143785"/>
              <a:gd name="connsiteX6278" fmla="*/ 652653 w 3114960"/>
              <a:gd name="connsiteY6278" fmla="*/ 4682490 h 5143785"/>
              <a:gd name="connsiteX6279" fmla="*/ 664369 w 3114960"/>
              <a:gd name="connsiteY6279" fmla="*/ 4681919 h 5143785"/>
              <a:gd name="connsiteX6280" fmla="*/ 663797 w 3114960"/>
              <a:gd name="connsiteY6280" fmla="*/ 4670203 h 5143785"/>
              <a:gd name="connsiteX6281" fmla="*/ 652082 w 3114960"/>
              <a:gd name="connsiteY6281" fmla="*/ 4670774 h 5143785"/>
              <a:gd name="connsiteX6282" fmla="*/ 650272 w 3114960"/>
              <a:gd name="connsiteY6282" fmla="*/ 4674204 h 5143785"/>
              <a:gd name="connsiteX6283" fmla="*/ 609029 w 3114960"/>
              <a:gd name="connsiteY6283" fmla="*/ 4674204 h 5143785"/>
              <a:gd name="connsiteX6284" fmla="*/ 571786 w 3114960"/>
              <a:gd name="connsiteY6284" fmla="*/ 4645533 h 5143785"/>
              <a:gd name="connsiteX6285" fmla="*/ 570357 w 3114960"/>
              <a:gd name="connsiteY6285" fmla="*/ 4645057 h 5143785"/>
              <a:gd name="connsiteX6286" fmla="*/ 454914 w 3114960"/>
              <a:gd name="connsiteY6286" fmla="*/ 4644867 h 5143785"/>
              <a:gd name="connsiteX6287" fmla="*/ 117920 w 3114960"/>
              <a:gd name="connsiteY6287" fmla="*/ 4672775 h 5143785"/>
              <a:gd name="connsiteX6288" fmla="*/ 117920 w 3114960"/>
              <a:gd name="connsiteY6288" fmla="*/ 4672775 h 5143785"/>
              <a:gd name="connsiteX6289" fmla="*/ 111919 w 3114960"/>
              <a:gd name="connsiteY6289" fmla="*/ 4666679 h 5143785"/>
              <a:gd name="connsiteX6290" fmla="*/ 113729 w 3114960"/>
              <a:gd name="connsiteY6290" fmla="*/ 4662393 h 5143785"/>
              <a:gd name="connsiteX6291" fmla="*/ 117920 w 3114960"/>
              <a:gd name="connsiteY6291" fmla="*/ 4660678 h 5143785"/>
              <a:gd name="connsiteX6292" fmla="*/ 117920 w 3114960"/>
              <a:gd name="connsiteY6292" fmla="*/ 4660678 h 5143785"/>
              <a:gd name="connsiteX6293" fmla="*/ 123920 w 3114960"/>
              <a:gd name="connsiteY6293" fmla="*/ 4666774 h 5143785"/>
              <a:gd name="connsiteX6294" fmla="*/ 117824 w 3114960"/>
              <a:gd name="connsiteY6294" fmla="*/ 4672775 h 5143785"/>
              <a:gd name="connsiteX6295" fmla="*/ 1742027 w 3114960"/>
              <a:gd name="connsiteY6295" fmla="*/ 445389 h 5143785"/>
              <a:gd name="connsiteX6296" fmla="*/ 1734884 w 3114960"/>
              <a:gd name="connsiteY6296" fmla="*/ 445389 h 5143785"/>
              <a:gd name="connsiteX6297" fmla="*/ 1734884 w 3114960"/>
              <a:gd name="connsiteY6297" fmla="*/ 436912 h 5143785"/>
              <a:gd name="connsiteX6298" fmla="*/ 1742027 w 3114960"/>
              <a:gd name="connsiteY6298" fmla="*/ 436912 h 5143785"/>
              <a:gd name="connsiteX6299" fmla="*/ 1742027 w 3114960"/>
              <a:gd name="connsiteY6299" fmla="*/ 445389 h 5143785"/>
              <a:gd name="connsiteX6300" fmla="*/ 1734884 w 3114960"/>
              <a:gd name="connsiteY6300" fmla="*/ 453866 h 5143785"/>
              <a:gd name="connsiteX6301" fmla="*/ 1742027 w 3114960"/>
              <a:gd name="connsiteY6301" fmla="*/ 453866 h 5143785"/>
              <a:gd name="connsiteX6302" fmla="*/ 1742027 w 3114960"/>
              <a:gd name="connsiteY6302" fmla="*/ 462344 h 5143785"/>
              <a:gd name="connsiteX6303" fmla="*/ 1734884 w 3114960"/>
              <a:gd name="connsiteY6303" fmla="*/ 462344 h 5143785"/>
              <a:gd name="connsiteX6304" fmla="*/ 1734884 w 3114960"/>
              <a:gd name="connsiteY6304" fmla="*/ 453866 h 5143785"/>
              <a:gd name="connsiteX6305" fmla="*/ 87725 w 3114960"/>
              <a:gd name="connsiteY6305" fmla="*/ 3918490 h 5143785"/>
              <a:gd name="connsiteX6306" fmla="*/ 92773 w 3114960"/>
              <a:gd name="connsiteY6306" fmla="*/ 3924110 h 5143785"/>
              <a:gd name="connsiteX6307" fmla="*/ 96965 w 3114960"/>
              <a:gd name="connsiteY6307" fmla="*/ 3925062 h 5143785"/>
              <a:gd name="connsiteX6308" fmla="*/ 100298 w 3114960"/>
              <a:gd name="connsiteY6308" fmla="*/ 3924491 h 5143785"/>
              <a:gd name="connsiteX6309" fmla="*/ 105918 w 3114960"/>
              <a:gd name="connsiteY6309" fmla="*/ 3919347 h 5143785"/>
              <a:gd name="connsiteX6310" fmla="*/ 106299 w 3114960"/>
              <a:gd name="connsiteY6310" fmla="*/ 3911822 h 5143785"/>
              <a:gd name="connsiteX6311" fmla="*/ 93631 w 3114960"/>
              <a:gd name="connsiteY6311" fmla="*/ 3905822 h 5143785"/>
              <a:gd name="connsiteX6312" fmla="*/ 88011 w 3114960"/>
              <a:gd name="connsiteY6312" fmla="*/ 3910965 h 5143785"/>
              <a:gd name="connsiteX6313" fmla="*/ 87535 w 3114960"/>
              <a:gd name="connsiteY6313" fmla="*/ 3912775 h 5143785"/>
              <a:gd name="connsiteX6314" fmla="*/ 95 w 3114960"/>
              <a:gd name="connsiteY6314" fmla="*/ 3912775 h 5143785"/>
              <a:gd name="connsiteX6315" fmla="*/ 95 w 3114960"/>
              <a:gd name="connsiteY6315" fmla="*/ 3917537 h 5143785"/>
              <a:gd name="connsiteX6316" fmla="*/ 87630 w 3114960"/>
              <a:gd name="connsiteY6316" fmla="*/ 3917537 h 5143785"/>
              <a:gd name="connsiteX6317" fmla="*/ 87821 w 3114960"/>
              <a:gd name="connsiteY6317" fmla="*/ 3918490 h 5143785"/>
              <a:gd name="connsiteX6318" fmla="*/ 92392 w 3114960"/>
              <a:gd name="connsiteY6318" fmla="*/ 3912965 h 5143785"/>
              <a:gd name="connsiteX6319" fmla="*/ 95345 w 3114960"/>
              <a:gd name="connsiteY6319" fmla="*/ 3910298 h 5143785"/>
              <a:gd name="connsiteX6320" fmla="*/ 97060 w 3114960"/>
              <a:gd name="connsiteY6320" fmla="*/ 3910013 h 5143785"/>
              <a:gd name="connsiteX6321" fmla="*/ 101917 w 3114960"/>
              <a:gd name="connsiteY6321" fmla="*/ 3913442 h 5143785"/>
              <a:gd name="connsiteX6322" fmla="*/ 101727 w 3114960"/>
              <a:gd name="connsiteY6322" fmla="*/ 3917347 h 5143785"/>
              <a:gd name="connsiteX6323" fmla="*/ 98774 w 3114960"/>
              <a:gd name="connsiteY6323" fmla="*/ 3920014 h 5143785"/>
              <a:gd name="connsiteX6324" fmla="*/ 94869 w 3114960"/>
              <a:gd name="connsiteY6324" fmla="*/ 3919823 h 5143785"/>
              <a:gd name="connsiteX6325" fmla="*/ 92202 w 3114960"/>
              <a:gd name="connsiteY6325" fmla="*/ 3916871 h 5143785"/>
              <a:gd name="connsiteX6326" fmla="*/ 92392 w 3114960"/>
              <a:gd name="connsiteY6326" fmla="*/ 3912965 h 5143785"/>
              <a:gd name="connsiteX6327" fmla="*/ 398621 w 3114960"/>
              <a:gd name="connsiteY6327" fmla="*/ 2480120 h 5143785"/>
              <a:gd name="connsiteX6328" fmla="*/ 398621 w 3114960"/>
              <a:gd name="connsiteY6328" fmla="*/ 2426684 h 5143785"/>
              <a:gd name="connsiteX6329" fmla="*/ 393097 w 3114960"/>
              <a:gd name="connsiteY6329" fmla="*/ 2422970 h 5143785"/>
              <a:gd name="connsiteX6330" fmla="*/ 391478 w 3114960"/>
              <a:gd name="connsiteY6330" fmla="*/ 2415731 h 5143785"/>
              <a:gd name="connsiteX6331" fmla="*/ 395573 w 3114960"/>
              <a:gd name="connsiteY6331" fmla="*/ 2409444 h 5143785"/>
              <a:gd name="connsiteX6332" fmla="*/ 401098 w 3114960"/>
              <a:gd name="connsiteY6332" fmla="*/ 2407825 h 5143785"/>
              <a:gd name="connsiteX6333" fmla="*/ 409099 w 3114960"/>
              <a:gd name="connsiteY6333" fmla="*/ 2411921 h 5143785"/>
              <a:gd name="connsiteX6334" fmla="*/ 410718 w 3114960"/>
              <a:gd name="connsiteY6334" fmla="*/ 2419160 h 5143785"/>
              <a:gd name="connsiteX6335" fmla="*/ 406622 w 3114960"/>
              <a:gd name="connsiteY6335" fmla="*/ 2425446 h 5143785"/>
              <a:gd name="connsiteX6336" fmla="*/ 403479 w 3114960"/>
              <a:gd name="connsiteY6336" fmla="*/ 2426780 h 5143785"/>
              <a:gd name="connsiteX6337" fmla="*/ 403479 w 3114960"/>
              <a:gd name="connsiteY6337" fmla="*/ 2478500 h 5143785"/>
              <a:gd name="connsiteX6338" fmla="*/ 420148 w 3114960"/>
              <a:gd name="connsiteY6338" fmla="*/ 2498598 h 5143785"/>
              <a:gd name="connsiteX6339" fmla="*/ 482632 w 3114960"/>
              <a:gd name="connsiteY6339" fmla="*/ 2498598 h 5143785"/>
              <a:gd name="connsiteX6340" fmla="*/ 482632 w 3114960"/>
              <a:gd name="connsiteY6340" fmla="*/ 2498312 h 5143785"/>
              <a:gd name="connsiteX6341" fmla="*/ 486728 w 3114960"/>
              <a:gd name="connsiteY6341" fmla="*/ 2492026 h 5143785"/>
              <a:gd name="connsiteX6342" fmla="*/ 492252 w 3114960"/>
              <a:gd name="connsiteY6342" fmla="*/ 2490407 h 5143785"/>
              <a:gd name="connsiteX6343" fmla="*/ 500253 w 3114960"/>
              <a:gd name="connsiteY6343" fmla="*/ 2494502 h 5143785"/>
              <a:gd name="connsiteX6344" fmla="*/ 501872 w 3114960"/>
              <a:gd name="connsiteY6344" fmla="*/ 2501742 h 5143785"/>
              <a:gd name="connsiteX6345" fmla="*/ 497777 w 3114960"/>
              <a:gd name="connsiteY6345" fmla="*/ 2508028 h 5143785"/>
              <a:gd name="connsiteX6346" fmla="*/ 484251 w 3114960"/>
              <a:gd name="connsiteY6346" fmla="*/ 2505647 h 5143785"/>
              <a:gd name="connsiteX6347" fmla="*/ 483203 w 3114960"/>
              <a:gd name="connsiteY6347" fmla="*/ 2503361 h 5143785"/>
              <a:gd name="connsiteX6348" fmla="*/ 417862 w 3114960"/>
              <a:gd name="connsiteY6348" fmla="*/ 2503361 h 5143785"/>
              <a:gd name="connsiteX6349" fmla="*/ 398526 w 3114960"/>
              <a:gd name="connsiteY6349" fmla="*/ 2480215 h 5143785"/>
              <a:gd name="connsiteX6350" fmla="*/ 427863 w 3114960"/>
              <a:gd name="connsiteY6350" fmla="*/ 2031302 h 5143785"/>
              <a:gd name="connsiteX6351" fmla="*/ 435007 w 3114960"/>
              <a:gd name="connsiteY6351" fmla="*/ 2031302 h 5143785"/>
              <a:gd name="connsiteX6352" fmla="*/ 435007 w 3114960"/>
              <a:gd name="connsiteY6352" fmla="*/ 2039779 h 5143785"/>
              <a:gd name="connsiteX6353" fmla="*/ 427863 w 3114960"/>
              <a:gd name="connsiteY6353" fmla="*/ 2039779 h 5143785"/>
              <a:gd name="connsiteX6354" fmla="*/ 427863 w 3114960"/>
              <a:gd name="connsiteY6354" fmla="*/ 2031302 h 5143785"/>
              <a:gd name="connsiteX6355" fmla="*/ 1663922 w 3114960"/>
              <a:gd name="connsiteY6355" fmla="*/ 948404 h 5143785"/>
              <a:gd name="connsiteX6356" fmla="*/ 1623251 w 3114960"/>
              <a:gd name="connsiteY6356" fmla="*/ 984599 h 5143785"/>
              <a:gd name="connsiteX6357" fmla="*/ 1615631 w 3114960"/>
              <a:gd name="connsiteY6357" fmla="*/ 982218 h 5143785"/>
              <a:gd name="connsiteX6358" fmla="*/ 1602200 w 3114960"/>
              <a:gd name="connsiteY6358" fmla="*/ 995648 h 5143785"/>
              <a:gd name="connsiteX6359" fmla="*/ 1615631 w 3114960"/>
              <a:gd name="connsiteY6359" fmla="*/ 1009079 h 5143785"/>
              <a:gd name="connsiteX6360" fmla="*/ 1629061 w 3114960"/>
              <a:gd name="connsiteY6360" fmla="*/ 995648 h 5143785"/>
              <a:gd name="connsiteX6361" fmla="*/ 1626584 w 3114960"/>
              <a:gd name="connsiteY6361" fmla="*/ 987933 h 5143785"/>
              <a:gd name="connsiteX6362" fmla="*/ 1665732 w 3114960"/>
              <a:gd name="connsiteY6362" fmla="*/ 953072 h 5143785"/>
              <a:gd name="connsiteX6363" fmla="*/ 1686878 w 3114960"/>
              <a:gd name="connsiteY6363" fmla="*/ 953072 h 5143785"/>
              <a:gd name="connsiteX6364" fmla="*/ 1686878 w 3114960"/>
              <a:gd name="connsiteY6364" fmla="*/ 958977 h 5143785"/>
              <a:gd name="connsiteX6365" fmla="*/ 1711643 w 3114960"/>
              <a:gd name="connsiteY6365" fmla="*/ 958977 h 5143785"/>
              <a:gd name="connsiteX6366" fmla="*/ 1711643 w 3114960"/>
              <a:gd name="connsiteY6366" fmla="*/ 934212 h 5143785"/>
              <a:gd name="connsiteX6367" fmla="*/ 1686878 w 3114960"/>
              <a:gd name="connsiteY6367" fmla="*/ 934212 h 5143785"/>
              <a:gd name="connsiteX6368" fmla="*/ 1686878 w 3114960"/>
              <a:gd name="connsiteY6368" fmla="*/ 940118 h 5143785"/>
              <a:gd name="connsiteX6369" fmla="*/ 1665732 w 3114960"/>
              <a:gd name="connsiteY6369" fmla="*/ 940118 h 5143785"/>
              <a:gd name="connsiteX6370" fmla="*/ 1626394 w 3114960"/>
              <a:gd name="connsiteY6370" fmla="*/ 905066 h 5143785"/>
              <a:gd name="connsiteX6371" fmla="*/ 1628489 w 3114960"/>
              <a:gd name="connsiteY6371" fmla="*/ 898970 h 5143785"/>
              <a:gd name="connsiteX6372" fmla="*/ 1628013 w 3114960"/>
              <a:gd name="connsiteY6372" fmla="*/ 896684 h 5143785"/>
              <a:gd name="connsiteX6373" fmla="*/ 1659636 w 3114960"/>
              <a:gd name="connsiteY6373" fmla="*/ 896684 h 5143785"/>
              <a:gd name="connsiteX6374" fmla="*/ 1664875 w 3114960"/>
              <a:gd name="connsiteY6374" fmla="*/ 903256 h 5143785"/>
              <a:gd name="connsiteX6375" fmla="*/ 1669542 w 3114960"/>
              <a:gd name="connsiteY6375" fmla="*/ 897541 h 5143785"/>
              <a:gd name="connsiteX6376" fmla="*/ 1674209 w 3114960"/>
              <a:gd name="connsiteY6376" fmla="*/ 903256 h 5143785"/>
              <a:gd name="connsiteX6377" fmla="*/ 1678781 w 3114960"/>
              <a:gd name="connsiteY6377" fmla="*/ 897541 h 5143785"/>
              <a:gd name="connsiteX6378" fmla="*/ 1683353 w 3114960"/>
              <a:gd name="connsiteY6378" fmla="*/ 903256 h 5143785"/>
              <a:gd name="connsiteX6379" fmla="*/ 1687925 w 3114960"/>
              <a:gd name="connsiteY6379" fmla="*/ 897541 h 5143785"/>
              <a:gd name="connsiteX6380" fmla="*/ 1692497 w 3114960"/>
              <a:gd name="connsiteY6380" fmla="*/ 903256 h 5143785"/>
              <a:gd name="connsiteX6381" fmla="*/ 1697165 w 3114960"/>
              <a:gd name="connsiteY6381" fmla="*/ 897541 h 5143785"/>
              <a:gd name="connsiteX6382" fmla="*/ 1701832 w 3114960"/>
              <a:gd name="connsiteY6382" fmla="*/ 903256 h 5143785"/>
              <a:gd name="connsiteX6383" fmla="*/ 1706404 w 3114960"/>
              <a:gd name="connsiteY6383" fmla="*/ 897541 h 5143785"/>
              <a:gd name="connsiteX6384" fmla="*/ 1710976 w 3114960"/>
              <a:gd name="connsiteY6384" fmla="*/ 903256 h 5143785"/>
              <a:gd name="connsiteX6385" fmla="*/ 1715548 w 3114960"/>
              <a:gd name="connsiteY6385" fmla="*/ 897541 h 5143785"/>
              <a:gd name="connsiteX6386" fmla="*/ 1720120 w 3114960"/>
              <a:gd name="connsiteY6386" fmla="*/ 903256 h 5143785"/>
              <a:gd name="connsiteX6387" fmla="*/ 1724692 w 3114960"/>
              <a:gd name="connsiteY6387" fmla="*/ 897541 h 5143785"/>
              <a:gd name="connsiteX6388" fmla="*/ 1729264 w 3114960"/>
              <a:gd name="connsiteY6388" fmla="*/ 903256 h 5143785"/>
              <a:gd name="connsiteX6389" fmla="*/ 1733931 w 3114960"/>
              <a:gd name="connsiteY6389" fmla="*/ 897541 h 5143785"/>
              <a:gd name="connsiteX6390" fmla="*/ 1738598 w 3114960"/>
              <a:gd name="connsiteY6390" fmla="*/ 903256 h 5143785"/>
              <a:gd name="connsiteX6391" fmla="*/ 1743266 w 3114960"/>
              <a:gd name="connsiteY6391" fmla="*/ 897541 h 5143785"/>
              <a:gd name="connsiteX6392" fmla="*/ 1747933 w 3114960"/>
              <a:gd name="connsiteY6392" fmla="*/ 903256 h 5143785"/>
              <a:gd name="connsiteX6393" fmla="*/ 1752600 w 3114960"/>
              <a:gd name="connsiteY6393" fmla="*/ 897541 h 5143785"/>
              <a:gd name="connsiteX6394" fmla="*/ 1757267 w 3114960"/>
              <a:gd name="connsiteY6394" fmla="*/ 903256 h 5143785"/>
              <a:gd name="connsiteX6395" fmla="*/ 1761935 w 3114960"/>
              <a:gd name="connsiteY6395" fmla="*/ 897541 h 5143785"/>
              <a:gd name="connsiteX6396" fmla="*/ 1766602 w 3114960"/>
              <a:gd name="connsiteY6396" fmla="*/ 903256 h 5143785"/>
              <a:gd name="connsiteX6397" fmla="*/ 1771174 w 3114960"/>
              <a:gd name="connsiteY6397" fmla="*/ 897541 h 5143785"/>
              <a:gd name="connsiteX6398" fmla="*/ 1775841 w 3114960"/>
              <a:gd name="connsiteY6398" fmla="*/ 903256 h 5143785"/>
              <a:gd name="connsiteX6399" fmla="*/ 1780508 w 3114960"/>
              <a:gd name="connsiteY6399" fmla="*/ 897541 h 5143785"/>
              <a:gd name="connsiteX6400" fmla="*/ 1785176 w 3114960"/>
              <a:gd name="connsiteY6400" fmla="*/ 903256 h 5143785"/>
              <a:gd name="connsiteX6401" fmla="*/ 1789843 w 3114960"/>
              <a:gd name="connsiteY6401" fmla="*/ 897541 h 5143785"/>
              <a:gd name="connsiteX6402" fmla="*/ 1794510 w 3114960"/>
              <a:gd name="connsiteY6402" fmla="*/ 903256 h 5143785"/>
              <a:gd name="connsiteX6403" fmla="*/ 1799177 w 3114960"/>
              <a:gd name="connsiteY6403" fmla="*/ 897541 h 5143785"/>
              <a:gd name="connsiteX6404" fmla="*/ 1802035 w 3114960"/>
              <a:gd name="connsiteY6404" fmla="*/ 901065 h 5143785"/>
              <a:gd name="connsiteX6405" fmla="*/ 1805083 w 3114960"/>
              <a:gd name="connsiteY6405" fmla="*/ 898589 h 5143785"/>
              <a:gd name="connsiteX6406" fmla="*/ 1835849 w 3114960"/>
              <a:gd name="connsiteY6406" fmla="*/ 898589 h 5143785"/>
              <a:gd name="connsiteX6407" fmla="*/ 1835753 w 3114960"/>
              <a:gd name="connsiteY6407" fmla="*/ 899065 h 5143785"/>
              <a:gd name="connsiteX6408" fmla="*/ 1836515 w 3114960"/>
              <a:gd name="connsiteY6408" fmla="*/ 902970 h 5143785"/>
              <a:gd name="connsiteX6409" fmla="*/ 1794796 w 3114960"/>
              <a:gd name="connsiteY6409" fmla="*/ 940118 h 5143785"/>
              <a:gd name="connsiteX6410" fmla="*/ 1775270 w 3114960"/>
              <a:gd name="connsiteY6410" fmla="*/ 940118 h 5143785"/>
              <a:gd name="connsiteX6411" fmla="*/ 1775270 w 3114960"/>
              <a:gd name="connsiteY6411" fmla="*/ 934402 h 5143785"/>
              <a:gd name="connsiteX6412" fmla="*/ 1750505 w 3114960"/>
              <a:gd name="connsiteY6412" fmla="*/ 934402 h 5143785"/>
              <a:gd name="connsiteX6413" fmla="*/ 1750505 w 3114960"/>
              <a:gd name="connsiteY6413" fmla="*/ 959168 h 5143785"/>
              <a:gd name="connsiteX6414" fmla="*/ 1775270 w 3114960"/>
              <a:gd name="connsiteY6414" fmla="*/ 959168 h 5143785"/>
              <a:gd name="connsiteX6415" fmla="*/ 1775270 w 3114960"/>
              <a:gd name="connsiteY6415" fmla="*/ 953167 h 5143785"/>
              <a:gd name="connsiteX6416" fmla="*/ 1794796 w 3114960"/>
              <a:gd name="connsiteY6416" fmla="*/ 953167 h 5143785"/>
              <a:gd name="connsiteX6417" fmla="*/ 1833563 w 3114960"/>
              <a:gd name="connsiteY6417" fmla="*/ 987647 h 5143785"/>
              <a:gd name="connsiteX6418" fmla="*/ 1831372 w 3114960"/>
              <a:gd name="connsiteY6418" fmla="*/ 994982 h 5143785"/>
              <a:gd name="connsiteX6419" fmla="*/ 1844802 w 3114960"/>
              <a:gd name="connsiteY6419" fmla="*/ 1008412 h 5143785"/>
              <a:gd name="connsiteX6420" fmla="*/ 1858232 w 3114960"/>
              <a:gd name="connsiteY6420" fmla="*/ 994982 h 5143785"/>
              <a:gd name="connsiteX6421" fmla="*/ 1844802 w 3114960"/>
              <a:gd name="connsiteY6421" fmla="*/ 981551 h 5143785"/>
              <a:gd name="connsiteX6422" fmla="*/ 1836801 w 3114960"/>
              <a:gd name="connsiteY6422" fmla="*/ 984218 h 5143785"/>
              <a:gd name="connsiteX6423" fmla="*/ 1796606 w 3114960"/>
              <a:gd name="connsiteY6423" fmla="*/ 948404 h 5143785"/>
              <a:gd name="connsiteX6424" fmla="*/ 1775270 w 3114960"/>
              <a:gd name="connsiteY6424" fmla="*/ 948404 h 5143785"/>
              <a:gd name="connsiteX6425" fmla="*/ 1775270 w 3114960"/>
              <a:gd name="connsiteY6425" fmla="*/ 944975 h 5143785"/>
              <a:gd name="connsiteX6426" fmla="*/ 1796606 w 3114960"/>
              <a:gd name="connsiteY6426" fmla="*/ 944975 h 5143785"/>
              <a:gd name="connsiteX6427" fmla="*/ 1839087 w 3114960"/>
              <a:gd name="connsiteY6427" fmla="*/ 907161 h 5143785"/>
              <a:gd name="connsiteX6428" fmla="*/ 1846802 w 3114960"/>
              <a:gd name="connsiteY6428" fmla="*/ 910304 h 5143785"/>
              <a:gd name="connsiteX6429" fmla="*/ 1857851 w 3114960"/>
              <a:gd name="connsiteY6429" fmla="*/ 899255 h 5143785"/>
              <a:gd name="connsiteX6430" fmla="*/ 1846802 w 3114960"/>
              <a:gd name="connsiteY6430" fmla="*/ 888206 h 5143785"/>
              <a:gd name="connsiteX6431" fmla="*/ 1836325 w 3114960"/>
              <a:gd name="connsiteY6431" fmla="*/ 896398 h 5143785"/>
              <a:gd name="connsiteX6432" fmla="*/ 1804226 w 3114960"/>
              <a:gd name="connsiteY6432" fmla="*/ 896398 h 5143785"/>
              <a:gd name="connsiteX6433" fmla="*/ 1799177 w 3114960"/>
              <a:gd name="connsiteY6433" fmla="*/ 890207 h 5143785"/>
              <a:gd name="connsiteX6434" fmla="*/ 1794510 w 3114960"/>
              <a:gd name="connsiteY6434" fmla="*/ 895922 h 5143785"/>
              <a:gd name="connsiteX6435" fmla="*/ 1789843 w 3114960"/>
              <a:gd name="connsiteY6435" fmla="*/ 890207 h 5143785"/>
              <a:gd name="connsiteX6436" fmla="*/ 1785176 w 3114960"/>
              <a:gd name="connsiteY6436" fmla="*/ 895922 h 5143785"/>
              <a:gd name="connsiteX6437" fmla="*/ 1780508 w 3114960"/>
              <a:gd name="connsiteY6437" fmla="*/ 890207 h 5143785"/>
              <a:gd name="connsiteX6438" fmla="*/ 1775841 w 3114960"/>
              <a:gd name="connsiteY6438" fmla="*/ 895922 h 5143785"/>
              <a:gd name="connsiteX6439" fmla="*/ 1771174 w 3114960"/>
              <a:gd name="connsiteY6439" fmla="*/ 890207 h 5143785"/>
              <a:gd name="connsiteX6440" fmla="*/ 1766602 w 3114960"/>
              <a:gd name="connsiteY6440" fmla="*/ 895922 h 5143785"/>
              <a:gd name="connsiteX6441" fmla="*/ 1761935 w 3114960"/>
              <a:gd name="connsiteY6441" fmla="*/ 890207 h 5143785"/>
              <a:gd name="connsiteX6442" fmla="*/ 1757267 w 3114960"/>
              <a:gd name="connsiteY6442" fmla="*/ 895922 h 5143785"/>
              <a:gd name="connsiteX6443" fmla="*/ 1752600 w 3114960"/>
              <a:gd name="connsiteY6443" fmla="*/ 890207 h 5143785"/>
              <a:gd name="connsiteX6444" fmla="*/ 1747933 w 3114960"/>
              <a:gd name="connsiteY6444" fmla="*/ 895922 h 5143785"/>
              <a:gd name="connsiteX6445" fmla="*/ 1743266 w 3114960"/>
              <a:gd name="connsiteY6445" fmla="*/ 890207 h 5143785"/>
              <a:gd name="connsiteX6446" fmla="*/ 1738598 w 3114960"/>
              <a:gd name="connsiteY6446" fmla="*/ 895922 h 5143785"/>
              <a:gd name="connsiteX6447" fmla="*/ 1733931 w 3114960"/>
              <a:gd name="connsiteY6447" fmla="*/ 890207 h 5143785"/>
              <a:gd name="connsiteX6448" fmla="*/ 1729264 w 3114960"/>
              <a:gd name="connsiteY6448" fmla="*/ 895922 h 5143785"/>
              <a:gd name="connsiteX6449" fmla="*/ 1724692 w 3114960"/>
              <a:gd name="connsiteY6449" fmla="*/ 890207 h 5143785"/>
              <a:gd name="connsiteX6450" fmla="*/ 1720120 w 3114960"/>
              <a:gd name="connsiteY6450" fmla="*/ 895922 h 5143785"/>
              <a:gd name="connsiteX6451" fmla="*/ 1715548 w 3114960"/>
              <a:gd name="connsiteY6451" fmla="*/ 890207 h 5143785"/>
              <a:gd name="connsiteX6452" fmla="*/ 1710976 w 3114960"/>
              <a:gd name="connsiteY6452" fmla="*/ 895922 h 5143785"/>
              <a:gd name="connsiteX6453" fmla="*/ 1706404 w 3114960"/>
              <a:gd name="connsiteY6453" fmla="*/ 890207 h 5143785"/>
              <a:gd name="connsiteX6454" fmla="*/ 1701832 w 3114960"/>
              <a:gd name="connsiteY6454" fmla="*/ 895922 h 5143785"/>
              <a:gd name="connsiteX6455" fmla="*/ 1697165 w 3114960"/>
              <a:gd name="connsiteY6455" fmla="*/ 890207 h 5143785"/>
              <a:gd name="connsiteX6456" fmla="*/ 1692593 w 3114960"/>
              <a:gd name="connsiteY6456" fmla="*/ 895922 h 5143785"/>
              <a:gd name="connsiteX6457" fmla="*/ 1688021 w 3114960"/>
              <a:gd name="connsiteY6457" fmla="*/ 890207 h 5143785"/>
              <a:gd name="connsiteX6458" fmla="*/ 1683449 w 3114960"/>
              <a:gd name="connsiteY6458" fmla="*/ 895922 h 5143785"/>
              <a:gd name="connsiteX6459" fmla="*/ 1678877 w 3114960"/>
              <a:gd name="connsiteY6459" fmla="*/ 890207 h 5143785"/>
              <a:gd name="connsiteX6460" fmla="*/ 1674305 w 3114960"/>
              <a:gd name="connsiteY6460" fmla="*/ 895922 h 5143785"/>
              <a:gd name="connsiteX6461" fmla="*/ 1669637 w 3114960"/>
              <a:gd name="connsiteY6461" fmla="*/ 890207 h 5143785"/>
              <a:gd name="connsiteX6462" fmla="*/ 1664970 w 3114960"/>
              <a:gd name="connsiteY6462" fmla="*/ 895922 h 5143785"/>
              <a:gd name="connsiteX6463" fmla="*/ 1662208 w 3114960"/>
              <a:gd name="connsiteY6463" fmla="*/ 892493 h 5143785"/>
              <a:gd name="connsiteX6464" fmla="*/ 1659636 w 3114960"/>
              <a:gd name="connsiteY6464" fmla="*/ 894588 h 5143785"/>
              <a:gd name="connsiteX6465" fmla="*/ 1627442 w 3114960"/>
              <a:gd name="connsiteY6465" fmla="*/ 894588 h 5143785"/>
              <a:gd name="connsiteX6466" fmla="*/ 1617440 w 3114960"/>
              <a:gd name="connsiteY6466" fmla="*/ 888206 h 5143785"/>
              <a:gd name="connsiteX6467" fmla="*/ 1606391 w 3114960"/>
              <a:gd name="connsiteY6467" fmla="*/ 899255 h 5143785"/>
              <a:gd name="connsiteX6468" fmla="*/ 1617440 w 3114960"/>
              <a:gd name="connsiteY6468" fmla="*/ 910304 h 5143785"/>
              <a:gd name="connsiteX6469" fmla="*/ 1622965 w 3114960"/>
              <a:gd name="connsiteY6469" fmla="*/ 908590 h 5143785"/>
              <a:gd name="connsiteX6470" fmla="*/ 1664018 w 3114960"/>
              <a:gd name="connsiteY6470" fmla="*/ 945166 h 5143785"/>
              <a:gd name="connsiteX6471" fmla="*/ 1686973 w 3114960"/>
              <a:gd name="connsiteY6471" fmla="*/ 945166 h 5143785"/>
              <a:gd name="connsiteX6472" fmla="*/ 1686973 w 3114960"/>
              <a:gd name="connsiteY6472" fmla="*/ 948595 h 5143785"/>
              <a:gd name="connsiteX6473" fmla="*/ 1664018 w 3114960"/>
              <a:gd name="connsiteY6473" fmla="*/ 948595 h 5143785"/>
              <a:gd name="connsiteX6474" fmla="*/ 1615631 w 3114960"/>
              <a:gd name="connsiteY6474" fmla="*/ 1004316 h 5143785"/>
              <a:gd name="connsiteX6475" fmla="*/ 1606963 w 3114960"/>
              <a:gd name="connsiteY6475" fmla="*/ 995648 h 5143785"/>
              <a:gd name="connsiteX6476" fmla="*/ 1615631 w 3114960"/>
              <a:gd name="connsiteY6476" fmla="*/ 986981 h 5143785"/>
              <a:gd name="connsiteX6477" fmla="*/ 1624298 w 3114960"/>
              <a:gd name="connsiteY6477" fmla="*/ 995648 h 5143785"/>
              <a:gd name="connsiteX6478" fmla="*/ 1615631 w 3114960"/>
              <a:gd name="connsiteY6478" fmla="*/ 1004316 h 5143785"/>
              <a:gd name="connsiteX6479" fmla="*/ 1691735 w 3114960"/>
              <a:gd name="connsiteY6479" fmla="*/ 939070 h 5143785"/>
              <a:gd name="connsiteX6480" fmla="*/ 1706975 w 3114960"/>
              <a:gd name="connsiteY6480" fmla="*/ 939070 h 5143785"/>
              <a:gd name="connsiteX6481" fmla="*/ 1706975 w 3114960"/>
              <a:gd name="connsiteY6481" fmla="*/ 954310 h 5143785"/>
              <a:gd name="connsiteX6482" fmla="*/ 1691735 w 3114960"/>
              <a:gd name="connsiteY6482" fmla="*/ 954310 h 5143785"/>
              <a:gd name="connsiteX6483" fmla="*/ 1691735 w 3114960"/>
              <a:gd name="connsiteY6483" fmla="*/ 939070 h 5143785"/>
              <a:gd name="connsiteX6484" fmla="*/ 1770412 w 3114960"/>
              <a:gd name="connsiteY6484" fmla="*/ 954215 h 5143785"/>
              <a:gd name="connsiteX6485" fmla="*/ 1755172 w 3114960"/>
              <a:gd name="connsiteY6485" fmla="*/ 954215 h 5143785"/>
              <a:gd name="connsiteX6486" fmla="*/ 1755172 w 3114960"/>
              <a:gd name="connsiteY6486" fmla="*/ 938975 h 5143785"/>
              <a:gd name="connsiteX6487" fmla="*/ 1770412 w 3114960"/>
              <a:gd name="connsiteY6487" fmla="*/ 938975 h 5143785"/>
              <a:gd name="connsiteX6488" fmla="*/ 1770412 w 3114960"/>
              <a:gd name="connsiteY6488" fmla="*/ 954215 h 5143785"/>
              <a:gd name="connsiteX6489" fmla="*/ 1844707 w 3114960"/>
              <a:gd name="connsiteY6489" fmla="*/ 986123 h 5143785"/>
              <a:gd name="connsiteX6490" fmla="*/ 1853375 w 3114960"/>
              <a:gd name="connsiteY6490" fmla="*/ 994791 h 5143785"/>
              <a:gd name="connsiteX6491" fmla="*/ 1844707 w 3114960"/>
              <a:gd name="connsiteY6491" fmla="*/ 1003459 h 5143785"/>
              <a:gd name="connsiteX6492" fmla="*/ 1836039 w 3114960"/>
              <a:gd name="connsiteY6492" fmla="*/ 994791 h 5143785"/>
              <a:gd name="connsiteX6493" fmla="*/ 1844707 w 3114960"/>
              <a:gd name="connsiteY6493" fmla="*/ 986123 h 5143785"/>
              <a:gd name="connsiteX6494" fmla="*/ 1849374 w 3114960"/>
              <a:gd name="connsiteY6494" fmla="*/ 717518 h 5143785"/>
              <a:gd name="connsiteX6495" fmla="*/ 1853660 w 3114960"/>
              <a:gd name="connsiteY6495" fmla="*/ 717518 h 5143785"/>
              <a:gd name="connsiteX6496" fmla="*/ 1853375 w 3114960"/>
              <a:gd name="connsiteY6496" fmla="*/ 636175 h 5143785"/>
              <a:gd name="connsiteX6497" fmla="*/ 1833372 w 3114960"/>
              <a:gd name="connsiteY6497" fmla="*/ 610648 h 5143785"/>
              <a:gd name="connsiteX6498" fmla="*/ 1837087 w 3114960"/>
              <a:gd name="connsiteY6498" fmla="*/ 607695 h 5143785"/>
              <a:gd name="connsiteX6499" fmla="*/ 1858137 w 3114960"/>
              <a:gd name="connsiteY6499" fmla="*/ 634556 h 5143785"/>
              <a:gd name="connsiteX6500" fmla="*/ 1858423 w 3114960"/>
              <a:gd name="connsiteY6500" fmla="*/ 717614 h 5143785"/>
              <a:gd name="connsiteX6501" fmla="*/ 1862328 w 3114960"/>
              <a:gd name="connsiteY6501" fmla="*/ 717614 h 5143785"/>
              <a:gd name="connsiteX6502" fmla="*/ 1864995 w 3114960"/>
              <a:gd name="connsiteY6502" fmla="*/ 720281 h 5143785"/>
              <a:gd name="connsiteX6503" fmla="*/ 1864995 w 3114960"/>
              <a:gd name="connsiteY6503" fmla="*/ 733235 h 5143785"/>
              <a:gd name="connsiteX6504" fmla="*/ 1862328 w 3114960"/>
              <a:gd name="connsiteY6504" fmla="*/ 735902 h 5143785"/>
              <a:gd name="connsiteX6505" fmla="*/ 1849374 w 3114960"/>
              <a:gd name="connsiteY6505" fmla="*/ 735902 h 5143785"/>
              <a:gd name="connsiteX6506" fmla="*/ 1846707 w 3114960"/>
              <a:gd name="connsiteY6506" fmla="*/ 733235 h 5143785"/>
              <a:gd name="connsiteX6507" fmla="*/ 1846707 w 3114960"/>
              <a:gd name="connsiteY6507" fmla="*/ 720281 h 5143785"/>
              <a:gd name="connsiteX6508" fmla="*/ 1849374 w 3114960"/>
              <a:gd name="connsiteY6508" fmla="*/ 717614 h 5143785"/>
              <a:gd name="connsiteX6509" fmla="*/ 1743456 w 3114960"/>
              <a:gd name="connsiteY6509" fmla="*/ 934307 h 5143785"/>
              <a:gd name="connsiteX6510" fmla="*/ 1718691 w 3114960"/>
              <a:gd name="connsiteY6510" fmla="*/ 934307 h 5143785"/>
              <a:gd name="connsiteX6511" fmla="*/ 1718691 w 3114960"/>
              <a:gd name="connsiteY6511" fmla="*/ 959072 h 5143785"/>
              <a:gd name="connsiteX6512" fmla="*/ 1743456 w 3114960"/>
              <a:gd name="connsiteY6512" fmla="*/ 959072 h 5143785"/>
              <a:gd name="connsiteX6513" fmla="*/ 1743456 w 3114960"/>
              <a:gd name="connsiteY6513" fmla="*/ 934307 h 5143785"/>
              <a:gd name="connsiteX6514" fmla="*/ 1738694 w 3114960"/>
              <a:gd name="connsiteY6514" fmla="*/ 954215 h 5143785"/>
              <a:gd name="connsiteX6515" fmla="*/ 1723453 w 3114960"/>
              <a:gd name="connsiteY6515" fmla="*/ 954215 h 5143785"/>
              <a:gd name="connsiteX6516" fmla="*/ 1723453 w 3114960"/>
              <a:gd name="connsiteY6516" fmla="*/ 938975 h 5143785"/>
              <a:gd name="connsiteX6517" fmla="*/ 1738694 w 3114960"/>
              <a:gd name="connsiteY6517" fmla="*/ 938975 h 5143785"/>
              <a:gd name="connsiteX6518" fmla="*/ 1738694 w 3114960"/>
              <a:gd name="connsiteY6518" fmla="*/ 954215 h 5143785"/>
              <a:gd name="connsiteX6519" fmla="*/ 431387 w 3114960"/>
              <a:gd name="connsiteY6519" fmla="*/ 1959864 h 5143785"/>
              <a:gd name="connsiteX6520" fmla="*/ 417957 w 3114960"/>
              <a:gd name="connsiteY6520" fmla="*/ 1973294 h 5143785"/>
              <a:gd name="connsiteX6521" fmla="*/ 427863 w 3114960"/>
              <a:gd name="connsiteY6521" fmla="*/ 1986248 h 5143785"/>
              <a:gd name="connsiteX6522" fmla="*/ 427863 w 3114960"/>
              <a:gd name="connsiteY6522" fmla="*/ 1989201 h 5143785"/>
              <a:gd name="connsiteX6523" fmla="*/ 435007 w 3114960"/>
              <a:gd name="connsiteY6523" fmla="*/ 1989201 h 5143785"/>
              <a:gd name="connsiteX6524" fmla="*/ 435007 w 3114960"/>
              <a:gd name="connsiteY6524" fmla="*/ 1986248 h 5143785"/>
              <a:gd name="connsiteX6525" fmla="*/ 444913 w 3114960"/>
              <a:gd name="connsiteY6525" fmla="*/ 1973294 h 5143785"/>
              <a:gd name="connsiteX6526" fmla="*/ 431483 w 3114960"/>
              <a:gd name="connsiteY6526" fmla="*/ 1959864 h 5143785"/>
              <a:gd name="connsiteX6527" fmla="*/ 431387 w 3114960"/>
              <a:gd name="connsiteY6527" fmla="*/ 1981962 h 5143785"/>
              <a:gd name="connsiteX6528" fmla="*/ 422720 w 3114960"/>
              <a:gd name="connsiteY6528" fmla="*/ 1973294 h 5143785"/>
              <a:gd name="connsiteX6529" fmla="*/ 431387 w 3114960"/>
              <a:gd name="connsiteY6529" fmla="*/ 1964627 h 5143785"/>
              <a:gd name="connsiteX6530" fmla="*/ 440055 w 3114960"/>
              <a:gd name="connsiteY6530" fmla="*/ 1973294 h 5143785"/>
              <a:gd name="connsiteX6531" fmla="*/ 431387 w 3114960"/>
              <a:gd name="connsiteY6531" fmla="*/ 1981962 h 5143785"/>
              <a:gd name="connsiteX6532" fmla="*/ 427863 w 3114960"/>
              <a:gd name="connsiteY6532" fmla="*/ 2065020 h 5143785"/>
              <a:gd name="connsiteX6533" fmla="*/ 435007 w 3114960"/>
              <a:gd name="connsiteY6533" fmla="*/ 2065020 h 5143785"/>
              <a:gd name="connsiteX6534" fmla="*/ 435007 w 3114960"/>
              <a:gd name="connsiteY6534" fmla="*/ 2073497 h 5143785"/>
              <a:gd name="connsiteX6535" fmla="*/ 427863 w 3114960"/>
              <a:gd name="connsiteY6535" fmla="*/ 2073497 h 5143785"/>
              <a:gd name="connsiteX6536" fmla="*/ 427863 w 3114960"/>
              <a:gd name="connsiteY6536" fmla="*/ 2065020 h 5143785"/>
              <a:gd name="connsiteX6537" fmla="*/ 33433 w 3114960"/>
              <a:gd name="connsiteY6537" fmla="*/ 350044 h 5143785"/>
              <a:gd name="connsiteX6538" fmla="*/ 108109 w 3114960"/>
              <a:gd name="connsiteY6538" fmla="*/ 350044 h 5143785"/>
              <a:gd name="connsiteX6539" fmla="*/ 108109 w 3114960"/>
              <a:gd name="connsiteY6539" fmla="*/ 352235 h 5143785"/>
              <a:gd name="connsiteX6540" fmla="*/ 111919 w 3114960"/>
              <a:gd name="connsiteY6540" fmla="*/ 356045 h 5143785"/>
              <a:gd name="connsiteX6541" fmla="*/ 120777 w 3114960"/>
              <a:gd name="connsiteY6541" fmla="*/ 356045 h 5143785"/>
              <a:gd name="connsiteX6542" fmla="*/ 120777 w 3114960"/>
              <a:gd name="connsiteY6542" fmla="*/ 377095 h 5143785"/>
              <a:gd name="connsiteX6543" fmla="*/ 111919 w 3114960"/>
              <a:gd name="connsiteY6543" fmla="*/ 377095 h 5143785"/>
              <a:gd name="connsiteX6544" fmla="*/ 108109 w 3114960"/>
              <a:gd name="connsiteY6544" fmla="*/ 380905 h 5143785"/>
              <a:gd name="connsiteX6545" fmla="*/ 108109 w 3114960"/>
              <a:gd name="connsiteY6545" fmla="*/ 383000 h 5143785"/>
              <a:gd name="connsiteX6546" fmla="*/ 95 w 3114960"/>
              <a:gd name="connsiteY6546" fmla="*/ 383000 h 5143785"/>
              <a:gd name="connsiteX6547" fmla="*/ 95 w 3114960"/>
              <a:gd name="connsiteY6547" fmla="*/ 387668 h 5143785"/>
              <a:gd name="connsiteX6548" fmla="*/ 108109 w 3114960"/>
              <a:gd name="connsiteY6548" fmla="*/ 387668 h 5143785"/>
              <a:gd name="connsiteX6549" fmla="*/ 108109 w 3114960"/>
              <a:gd name="connsiteY6549" fmla="*/ 389858 h 5143785"/>
              <a:gd name="connsiteX6550" fmla="*/ 111919 w 3114960"/>
              <a:gd name="connsiteY6550" fmla="*/ 393668 h 5143785"/>
              <a:gd name="connsiteX6551" fmla="*/ 120777 w 3114960"/>
              <a:gd name="connsiteY6551" fmla="*/ 393668 h 5143785"/>
              <a:gd name="connsiteX6552" fmla="*/ 120777 w 3114960"/>
              <a:gd name="connsiteY6552" fmla="*/ 414719 h 5143785"/>
              <a:gd name="connsiteX6553" fmla="*/ 111919 w 3114960"/>
              <a:gd name="connsiteY6553" fmla="*/ 414719 h 5143785"/>
              <a:gd name="connsiteX6554" fmla="*/ 108109 w 3114960"/>
              <a:gd name="connsiteY6554" fmla="*/ 418529 h 5143785"/>
              <a:gd name="connsiteX6555" fmla="*/ 108109 w 3114960"/>
              <a:gd name="connsiteY6555" fmla="*/ 419957 h 5143785"/>
              <a:gd name="connsiteX6556" fmla="*/ 95 w 3114960"/>
              <a:gd name="connsiteY6556" fmla="*/ 420243 h 5143785"/>
              <a:gd name="connsiteX6557" fmla="*/ 95 w 3114960"/>
              <a:gd name="connsiteY6557" fmla="*/ 425006 h 5143785"/>
              <a:gd name="connsiteX6558" fmla="*/ 108109 w 3114960"/>
              <a:gd name="connsiteY6558" fmla="*/ 424720 h 5143785"/>
              <a:gd name="connsiteX6559" fmla="*/ 108109 w 3114960"/>
              <a:gd name="connsiteY6559" fmla="*/ 427577 h 5143785"/>
              <a:gd name="connsiteX6560" fmla="*/ 111919 w 3114960"/>
              <a:gd name="connsiteY6560" fmla="*/ 431387 h 5143785"/>
              <a:gd name="connsiteX6561" fmla="*/ 120777 w 3114960"/>
              <a:gd name="connsiteY6561" fmla="*/ 431387 h 5143785"/>
              <a:gd name="connsiteX6562" fmla="*/ 120777 w 3114960"/>
              <a:gd name="connsiteY6562" fmla="*/ 452438 h 5143785"/>
              <a:gd name="connsiteX6563" fmla="*/ 111919 w 3114960"/>
              <a:gd name="connsiteY6563" fmla="*/ 452438 h 5143785"/>
              <a:gd name="connsiteX6564" fmla="*/ 108109 w 3114960"/>
              <a:gd name="connsiteY6564" fmla="*/ 456248 h 5143785"/>
              <a:gd name="connsiteX6565" fmla="*/ 108109 w 3114960"/>
              <a:gd name="connsiteY6565" fmla="*/ 458343 h 5143785"/>
              <a:gd name="connsiteX6566" fmla="*/ 95 w 3114960"/>
              <a:gd name="connsiteY6566" fmla="*/ 458343 h 5143785"/>
              <a:gd name="connsiteX6567" fmla="*/ 95 w 3114960"/>
              <a:gd name="connsiteY6567" fmla="*/ 463106 h 5143785"/>
              <a:gd name="connsiteX6568" fmla="*/ 108109 w 3114960"/>
              <a:gd name="connsiteY6568" fmla="*/ 463106 h 5143785"/>
              <a:gd name="connsiteX6569" fmla="*/ 108109 w 3114960"/>
              <a:gd name="connsiteY6569" fmla="*/ 465201 h 5143785"/>
              <a:gd name="connsiteX6570" fmla="*/ 111919 w 3114960"/>
              <a:gd name="connsiteY6570" fmla="*/ 469011 h 5143785"/>
              <a:gd name="connsiteX6571" fmla="*/ 120396 w 3114960"/>
              <a:gd name="connsiteY6571" fmla="*/ 469011 h 5143785"/>
              <a:gd name="connsiteX6572" fmla="*/ 120396 w 3114960"/>
              <a:gd name="connsiteY6572" fmla="*/ 490061 h 5143785"/>
              <a:gd name="connsiteX6573" fmla="*/ 111919 w 3114960"/>
              <a:gd name="connsiteY6573" fmla="*/ 490061 h 5143785"/>
              <a:gd name="connsiteX6574" fmla="*/ 108109 w 3114960"/>
              <a:gd name="connsiteY6574" fmla="*/ 493871 h 5143785"/>
              <a:gd name="connsiteX6575" fmla="*/ 108109 w 3114960"/>
              <a:gd name="connsiteY6575" fmla="*/ 495967 h 5143785"/>
              <a:gd name="connsiteX6576" fmla="*/ 49435 w 3114960"/>
              <a:gd name="connsiteY6576" fmla="*/ 495490 h 5143785"/>
              <a:gd name="connsiteX6577" fmla="*/ 29909 w 3114960"/>
              <a:gd name="connsiteY6577" fmla="*/ 478631 h 5143785"/>
              <a:gd name="connsiteX6578" fmla="*/ 95 w 3114960"/>
              <a:gd name="connsiteY6578" fmla="*/ 478631 h 5143785"/>
              <a:gd name="connsiteX6579" fmla="*/ 95 w 3114960"/>
              <a:gd name="connsiteY6579" fmla="*/ 483394 h 5143785"/>
              <a:gd name="connsiteX6580" fmla="*/ 28099 w 3114960"/>
              <a:gd name="connsiteY6580" fmla="*/ 483394 h 5143785"/>
              <a:gd name="connsiteX6581" fmla="*/ 47625 w 3114960"/>
              <a:gd name="connsiteY6581" fmla="*/ 500253 h 5143785"/>
              <a:gd name="connsiteX6582" fmla="*/ 108014 w 3114960"/>
              <a:gd name="connsiteY6582" fmla="*/ 500729 h 5143785"/>
              <a:gd name="connsiteX6583" fmla="*/ 108014 w 3114960"/>
              <a:gd name="connsiteY6583" fmla="*/ 502920 h 5143785"/>
              <a:gd name="connsiteX6584" fmla="*/ 111823 w 3114960"/>
              <a:gd name="connsiteY6584" fmla="*/ 506730 h 5143785"/>
              <a:gd name="connsiteX6585" fmla="*/ 120682 w 3114960"/>
              <a:gd name="connsiteY6585" fmla="*/ 506730 h 5143785"/>
              <a:gd name="connsiteX6586" fmla="*/ 120682 w 3114960"/>
              <a:gd name="connsiteY6586" fmla="*/ 527780 h 5143785"/>
              <a:gd name="connsiteX6587" fmla="*/ 111823 w 3114960"/>
              <a:gd name="connsiteY6587" fmla="*/ 527780 h 5143785"/>
              <a:gd name="connsiteX6588" fmla="*/ 108014 w 3114960"/>
              <a:gd name="connsiteY6588" fmla="*/ 531590 h 5143785"/>
              <a:gd name="connsiteX6589" fmla="*/ 108014 w 3114960"/>
              <a:gd name="connsiteY6589" fmla="*/ 532924 h 5143785"/>
              <a:gd name="connsiteX6590" fmla="*/ 49340 w 3114960"/>
              <a:gd name="connsiteY6590" fmla="*/ 532448 h 5143785"/>
              <a:gd name="connsiteX6591" fmla="*/ 29813 w 3114960"/>
              <a:gd name="connsiteY6591" fmla="*/ 515588 h 5143785"/>
              <a:gd name="connsiteX6592" fmla="*/ 95 w 3114960"/>
              <a:gd name="connsiteY6592" fmla="*/ 515588 h 5143785"/>
              <a:gd name="connsiteX6593" fmla="*/ 95 w 3114960"/>
              <a:gd name="connsiteY6593" fmla="*/ 520446 h 5143785"/>
              <a:gd name="connsiteX6594" fmla="*/ 28099 w 3114960"/>
              <a:gd name="connsiteY6594" fmla="*/ 520446 h 5143785"/>
              <a:gd name="connsiteX6595" fmla="*/ 47625 w 3114960"/>
              <a:gd name="connsiteY6595" fmla="*/ 537210 h 5143785"/>
              <a:gd name="connsiteX6596" fmla="*/ 108014 w 3114960"/>
              <a:gd name="connsiteY6596" fmla="*/ 537686 h 5143785"/>
              <a:gd name="connsiteX6597" fmla="*/ 108014 w 3114960"/>
              <a:gd name="connsiteY6597" fmla="*/ 540544 h 5143785"/>
              <a:gd name="connsiteX6598" fmla="*/ 111823 w 3114960"/>
              <a:gd name="connsiteY6598" fmla="*/ 544354 h 5143785"/>
              <a:gd name="connsiteX6599" fmla="*/ 120682 w 3114960"/>
              <a:gd name="connsiteY6599" fmla="*/ 544354 h 5143785"/>
              <a:gd name="connsiteX6600" fmla="*/ 120682 w 3114960"/>
              <a:gd name="connsiteY6600" fmla="*/ 565404 h 5143785"/>
              <a:gd name="connsiteX6601" fmla="*/ 111823 w 3114960"/>
              <a:gd name="connsiteY6601" fmla="*/ 565404 h 5143785"/>
              <a:gd name="connsiteX6602" fmla="*/ 108014 w 3114960"/>
              <a:gd name="connsiteY6602" fmla="*/ 569214 h 5143785"/>
              <a:gd name="connsiteX6603" fmla="*/ 108014 w 3114960"/>
              <a:gd name="connsiteY6603" fmla="*/ 571310 h 5143785"/>
              <a:gd name="connsiteX6604" fmla="*/ 77819 w 3114960"/>
              <a:gd name="connsiteY6604" fmla="*/ 571310 h 5143785"/>
              <a:gd name="connsiteX6605" fmla="*/ 48578 w 3114960"/>
              <a:gd name="connsiteY6605" fmla="*/ 587597 h 5143785"/>
              <a:gd name="connsiteX6606" fmla="*/ 95 w 3114960"/>
              <a:gd name="connsiteY6606" fmla="*/ 587597 h 5143785"/>
              <a:gd name="connsiteX6607" fmla="*/ 95 w 3114960"/>
              <a:gd name="connsiteY6607" fmla="*/ 592360 h 5143785"/>
              <a:gd name="connsiteX6608" fmla="*/ 49816 w 3114960"/>
              <a:gd name="connsiteY6608" fmla="*/ 592360 h 5143785"/>
              <a:gd name="connsiteX6609" fmla="*/ 79058 w 3114960"/>
              <a:gd name="connsiteY6609" fmla="*/ 576072 h 5143785"/>
              <a:gd name="connsiteX6610" fmla="*/ 108014 w 3114960"/>
              <a:gd name="connsiteY6610" fmla="*/ 576072 h 5143785"/>
              <a:gd name="connsiteX6611" fmla="*/ 108014 w 3114960"/>
              <a:gd name="connsiteY6611" fmla="*/ 578168 h 5143785"/>
              <a:gd name="connsiteX6612" fmla="*/ 111823 w 3114960"/>
              <a:gd name="connsiteY6612" fmla="*/ 581978 h 5143785"/>
              <a:gd name="connsiteX6613" fmla="*/ 131921 w 3114960"/>
              <a:gd name="connsiteY6613" fmla="*/ 581978 h 5143785"/>
              <a:gd name="connsiteX6614" fmla="*/ 135731 w 3114960"/>
              <a:gd name="connsiteY6614" fmla="*/ 578168 h 5143785"/>
              <a:gd name="connsiteX6615" fmla="*/ 135731 w 3114960"/>
              <a:gd name="connsiteY6615" fmla="*/ 569214 h 5143785"/>
              <a:gd name="connsiteX6616" fmla="*/ 131921 w 3114960"/>
              <a:gd name="connsiteY6616" fmla="*/ 565404 h 5143785"/>
              <a:gd name="connsiteX6617" fmla="*/ 123063 w 3114960"/>
              <a:gd name="connsiteY6617" fmla="*/ 565404 h 5143785"/>
              <a:gd name="connsiteX6618" fmla="*/ 123063 w 3114960"/>
              <a:gd name="connsiteY6618" fmla="*/ 544354 h 5143785"/>
              <a:gd name="connsiteX6619" fmla="*/ 131921 w 3114960"/>
              <a:gd name="connsiteY6619" fmla="*/ 544354 h 5143785"/>
              <a:gd name="connsiteX6620" fmla="*/ 135731 w 3114960"/>
              <a:gd name="connsiteY6620" fmla="*/ 540544 h 5143785"/>
              <a:gd name="connsiteX6621" fmla="*/ 135731 w 3114960"/>
              <a:gd name="connsiteY6621" fmla="*/ 531590 h 5143785"/>
              <a:gd name="connsiteX6622" fmla="*/ 131921 w 3114960"/>
              <a:gd name="connsiteY6622" fmla="*/ 527780 h 5143785"/>
              <a:gd name="connsiteX6623" fmla="*/ 123063 w 3114960"/>
              <a:gd name="connsiteY6623" fmla="*/ 527780 h 5143785"/>
              <a:gd name="connsiteX6624" fmla="*/ 123063 w 3114960"/>
              <a:gd name="connsiteY6624" fmla="*/ 506730 h 5143785"/>
              <a:gd name="connsiteX6625" fmla="*/ 131921 w 3114960"/>
              <a:gd name="connsiteY6625" fmla="*/ 506730 h 5143785"/>
              <a:gd name="connsiteX6626" fmla="*/ 135731 w 3114960"/>
              <a:gd name="connsiteY6626" fmla="*/ 502920 h 5143785"/>
              <a:gd name="connsiteX6627" fmla="*/ 135731 w 3114960"/>
              <a:gd name="connsiteY6627" fmla="*/ 493967 h 5143785"/>
              <a:gd name="connsiteX6628" fmla="*/ 131921 w 3114960"/>
              <a:gd name="connsiteY6628" fmla="*/ 490157 h 5143785"/>
              <a:gd name="connsiteX6629" fmla="*/ 122682 w 3114960"/>
              <a:gd name="connsiteY6629" fmla="*/ 490157 h 5143785"/>
              <a:gd name="connsiteX6630" fmla="*/ 122682 w 3114960"/>
              <a:gd name="connsiteY6630" fmla="*/ 469106 h 5143785"/>
              <a:gd name="connsiteX6631" fmla="*/ 131921 w 3114960"/>
              <a:gd name="connsiteY6631" fmla="*/ 469106 h 5143785"/>
              <a:gd name="connsiteX6632" fmla="*/ 135731 w 3114960"/>
              <a:gd name="connsiteY6632" fmla="*/ 465296 h 5143785"/>
              <a:gd name="connsiteX6633" fmla="*/ 135731 w 3114960"/>
              <a:gd name="connsiteY6633" fmla="*/ 456343 h 5143785"/>
              <a:gd name="connsiteX6634" fmla="*/ 131921 w 3114960"/>
              <a:gd name="connsiteY6634" fmla="*/ 452533 h 5143785"/>
              <a:gd name="connsiteX6635" fmla="*/ 123063 w 3114960"/>
              <a:gd name="connsiteY6635" fmla="*/ 452533 h 5143785"/>
              <a:gd name="connsiteX6636" fmla="*/ 123063 w 3114960"/>
              <a:gd name="connsiteY6636" fmla="*/ 431483 h 5143785"/>
              <a:gd name="connsiteX6637" fmla="*/ 131921 w 3114960"/>
              <a:gd name="connsiteY6637" fmla="*/ 431483 h 5143785"/>
              <a:gd name="connsiteX6638" fmla="*/ 135731 w 3114960"/>
              <a:gd name="connsiteY6638" fmla="*/ 427673 h 5143785"/>
              <a:gd name="connsiteX6639" fmla="*/ 135731 w 3114960"/>
              <a:gd name="connsiteY6639" fmla="*/ 418719 h 5143785"/>
              <a:gd name="connsiteX6640" fmla="*/ 131921 w 3114960"/>
              <a:gd name="connsiteY6640" fmla="*/ 414909 h 5143785"/>
              <a:gd name="connsiteX6641" fmla="*/ 123063 w 3114960"/>
              <a:gd name="connsiteY6641" fmla="*/ 414909 h 5143785"/>
              <a:gd name="connsiteX6642" fmla="*/ 123063 w 3114960"/>
              <a:gd name="connsiteY6642" fmla="*/ 393859 h 5143785"/>
              <a:gd name="connsiteX6643" fmla="*/ 131921 w 3114960"/>
              <a:gd name="connsiteY6643" fmla="*/ 393859 h 5143785"/>
              <a:gd name="connsiteX6644" fmla="*/ 135731 w 3114960"/>
              <a:gd name="connsiteY6644" fmla="*/ 390049 h 5143785"/>
              <a:gd name="connsiteX6645" fmla="*/ 135731 w 3114960"/>
              <a:gd name="connsiteY6645" fmla="*/ 381095 h 5143785"/>
              <a:gd name="connsiteX6646" fmla="*/ 131921 w 3114960"/>
              <a:gd name="connsiteY6646" fmla="*/ 377285 h 5143785"/>
              <a:gd name="connsiteX6647" fmla="*/ 123063 w 3114960"/>
              <a:gd name="connsiteY6647" fmla="*/ 377285 h 5143785"/>
              <a:gd name="connsiteX6648" fmla="*/ 123063 w 3114960"/>
              <a:gd name="connsiteY6648" fmla="*/ 356235 h 5143785"/>
              <a:gd name="connsiteX6649" fmla="*/ 131921 w 3114960"/>
              <a:gd name="connsiteY6649" fmla="*/ 356235 h 5143785"/>
              <a:gd name="connsiteX6650" fmla="*/ 135731 w 3114960"/>
              <a:gd name="connsiteY6650" fmla="*/ 352425 h 5143785"/>
              <a:gd name="connsiteX6651" fmla="*/ 135731 w 3114960"/>
              <a:gd name="connsiteY6651" fmla="*/ 343472 h 5143785"/>
              <a:gd name="connsiteX6652" fmla="*/ 131921 w 3114960"/>
              <a:gd name="connsiteY6652" fmla="*/ 339662 h 5143785"/>
              <a:gd name="connsiteX6653" fmla="*/ 111823 w 3114960"/>
              <a:gd name="connsiteY6653" fmla="*/ 339662 h 5143785"/>
              <a:gd name="connsiteX6654" fmla="*/ 108014 w 3114960"/>
              <a:gd name="connsiteY6654" fmla="*/ 343472 h 5143785"/>
              <a:gd name="connsiteX6655" fmla="*/ 108014 w 3114960"/>
              <a:gd name="connsiteY6655" fmla="*/ 345567 h 5143785"/>
              <a:gd name="connsiteX6656" fmla="*/ 35243 w 3114960"/>
              <a:gd name="connsiteY6656" fmla="*/ 345567 h 5143785"/>
              <a:gd name="connsiteX6657" fmla="*/ 19622 w 3114960"/>
              <a:gd name="connsiteY6657" fmla="*/ 331280 h 5143785"/>
              <a:gd name="connsiteX6658" fmla="*/ 95 w 3114960"/>
              <a:gd name="connsiteY6658" fmla="*/ 331280 h 5143785"/>
              <a:gd name="connsiteX6659" fmla="*/ 95 w 3114960"/>
              <a:gd name="connsiteY6659" fmla="*/ 336042 h 5143785"/>
              <a:gd name="connsiteX6660" fmla="*/ 17812 w 3114960"/>
              <a:gd name="connsiteY6660" fmla="*/ 336042 h 5143785"/>
              <a:gd name="connsiteX6661" fmla="*/ 33433 w 3114960"/>
              <a:gd name="connsiteY6661" fmla="*/ 350234 h 5143785"/>
              <a:gd name="connsiteX6662" fmla="*/ 118682 w 3114960"/>
              <a:gd name="connsiteY6662" fmla="*/ 388525 h 5143785"/>
              <a:gd name="connsiteX6663" fmla="*/ 119348 w 3114960"/>
              <a:gd name="connsiteY6663" fmla="*/ 389001 h 5143785"/>
              <a:gd name="connsiteX6664" fmla="*/ 112871 w 3114960"/>
              <a:gd name="connsiteY6664" fmla="*/ 389001 h 5143785"/>
              <a:gd name="connsiteX6665" fmla="*/ 112871 w 3114960"/>
              <a:gd name="connsiteY6665" fmla="*/ 381857 h 5143785"/>
              <a:gd name="connsiteX6666" fmla="*/ 119348 w 3114960"/>
              <a:gd name="connsiteY6666" fmla="*/ 381857 h 5143785"/>
              <a:gd name="connsiteX6667" fmla="*/ 122301 w 3114960"/>
              <a:gd name="connsiteY6667" fmla="*/ 384143 h 5143785"/>
              <a:gd name="connsiteX6668" fmla="*/ 118777 w 3114960"/>
              <a:gd name="connsiteY6668" fmla="*/ 386525 h 5143785"/>
              <a:gd name="connsiteX6669" fmla="*/ 118301 w 3114960"/>
              <a:gd name="connsiteY6669" fmla="*/ 387477 h 5143785"/>
              <a:gd name="connsiteX6670" fmla="*/ 118777 w 3114960"/>
              <a:gd name="connsiteY6670" fmla="*/ 388430 h 5143785"/>
              <a:gd name="connsiteX6671" fmla="*/ 118682 w 3114960"/>
              <a:gd name="connsiteY6671" fmla="*/ 426244 h 5143785"/>
              <a:gd name="connsiteX6672" fmla="*/ 119253 w 3114960"/>
              <a:gd name="connsiteY6672" fmla="*/ 426720 h 5143785"/>
              <a:gd name="connsiteX6673" fmla="*/ 112776 w 3114960"/>
              <a:gd name="connsiteY6673" fmla="*/ 426720 h 5143785"/>
              <a:gd name="connsiteX6674" fmla="*/ 112776 w 3114960"/>
              <a:gd name="connsiteY6674" fmla="*/ 419576 h 5143785"/>
              <a:gd name="connsiteX6675" fmla="*/ 119253 w 3114960"/>
              <a:gd name="connsiteY6675" fmla="*/ 419576 h 5143785"/>
              <a:gd name="connsiteX6676" fmla="*/ 122206 w 3114960"/>
              <a:gd name="connsiteY6676" fmla="*/ 421958 h 5143785"/>
              <a:gd name="connsiteX6677" fmla="*/ 118682 w 3114960"/>
              <a:gd name="connsiteY6677" fmla="*/ 424339 h 5143785"/>
              <a:gd name="connsiteX6678" fmla="*/ 118205 w 3114960"/>
              <a:gd name="connsiteY6678" fmla="*/ 425291 h 5143785"/>
              <a:gd name="connsiteX6679" fmla="*/ 118682 w 3114960"/>
              <a:gd name="connsiteY6679" fmla="*/ 426244 h 5143785"/>
              <a:gd name="connsiteX6680" fmla="*/ 118682 w 3114960"/>
              <a:gd name="connsiteY6680" fmla="*/ 464058 h 5143785"/>
              <a:gd name="connsiteX6681" fmla="*/ 119348 w 3114960"/>
              <a:gd name="connsiteY6681" fmla="*/ 464534 h 5143785"/>
              <a:gd name="connsiteX6682" fmla="*/ 112871 w 3114960"/>
              <a:gd name="connsiteY6682" fmla="*/ 464534 h 5143785"/>
              <a:gd name="connsiteX6683" fmla="*/ 112871 w 3114960"/>
              <a:gd name="connsiteY6683" fmla="*/ 457390 h 5143785"/>
              <a:gd name="connsiteX6684" fmla="*/ 119348 w 3114960"/>
              <a:gd name="connsiteY6684" fmla="*/ 457390 h 5143785"/>
              <a:gd name="connsiteX6685" fmla="*/ 122301 w 3114960"/>
              <a:gd name="connsiteY6685" fmla="*/ 459772 h 5143785"/>
              <a:gd name="connsiteX6686" fmla="*/ 118777 w 3114960"/>
              <a:gd name="connsiteY6686" fmla="*/ 462153 h 5143785"/>
              <a:gd name="connsiteX6687" fmla="*/ 118301 w 3114960"/>
              <a:gd name="connsiteY6687" fmla="*/ 463106 h 5143785"/>
              <a:gd name="connsiteX6688" fmla="*/ 118777 w 3114960"/>
              <a:gd name="connsiteY6688" fmla="*/ 464058 h 5143785"/>
              <a:gd name="connsiteX6689" fmla="*/ 118682 w 3114960"/>
              <a:gd name="connsiteY6689" fmla="*/ 501777 h 5143785"/>
              <a:gd name="connsiteX6690" fmla="*/ 119348 w 3114960"/>
              <a:gd name="connsiteY6690" fmla="*/ 502253 h 5143785"/>
              <a:gd name="connsiteX6691" fmla="*/ 112871 w 3114960"/>
              <a:gd name="connsiteY6691" fmla="*/ 502253 h 5143785"/>
              <a:gd name="connsiteX6692" fmla="*/ 112871 w 3114960"/>
              <a:gd name="connsiteY6692" fmla="*/ 495110 h 5143785"/>
              <a:gd name="connsiteX6693" fmla="*/ 119348 w 3114960"/>
              <a:gd name="connsiteY6693" fmla="*/ 495110 h 5143785"/>
              <a:gd name="connsiteX6694" fmla="*/ 122301 w 3114960"/>
              <a:gd name="connsiteY6694" fmla="*/ 497396 h 5143785"/>
              <a:gd name="connsiteX6695" fmla="*/ 118777 w 3114960"/>
              <a:gd name="connsiteY6695" fmla="*/ 499777 h 5143785"/>
              <a:gd name="connsiteX6696" fmla="*/ 118301 w 3114960"/>
              <a:gd name="connsiteY6696" fmla="*/ 500729 h 5143785"/>
              <a:gd name="connsiteX6697" fmla="*/ 118777 w 3114960"/>
              <a:gd name="connsiteY6697" fmla="*/ 501682 h 5143785"/>
              <a:gd name="connsiteX6698" fmla="*/ 118682 w 3114960"/>
              <a:gd name="connsiteY6698" fmla="*/ 539496 h 5143785"/>
              <a:gd name="connsiteX6699" fmla="*/ 119253 w 3114960"/>
              <a:gd name="connsiteY6699" fmla="*/ 539972 h 5143785"/>
              <a:gd name="connsiteX6700" fmla="*/ 112776 w 3114960"/>
              <a:gd name="connsiteY6700" fmla="*/ 539972 h 5143785"/>
              <a:gd name="connsiteX6701" fmla="*/ 112776 w 3114960"/>
              <a:gd name="connsiteY6701" fmla="*/ 532829 h 5143785"/>
              <a:gd name="connsiteX6702" fmla="*/ 119253 w 3114960"/>
              <a:gd name="connsiteY6702" fmla="*/ 532829 h 5143785"/>
              <a:gd name="connsiteX6703" fmla="*/ 122206 w 3114960"/>
              <a:gd name="connsiteY6703" fmla="*/ 535115 h 5143785"/>
              <a:gd name="connsiteX6704" fmla="*/ 118682 w 3114960"/>
              <a:gd name="connsiteY6704" fmla="*/ 537496 h 5143785"/>
              <a:gd name="connsiteX6705" fmla="*/ 118205 w 3114960"/>
              <a:gd name="connsiteY6705" fmla="*/ 538448 h 5143785"/>
              <a:gd name="connsiteX6706" fmla="*/ 118682 w 3114960"/>
              <a:gd name="connsiteY6706" fmla="*/ 539401 h 5143785"/>
              <a:gd name="connsiteX6707" fmla="*/ 112871 w 3114960"/>
              <a:gd name="connsiteY6707" fmla="*/ 577691 h 5143785"/>
              <a:gd name="connsiteX6708" fmla="*/ 112871 w 3114960"/>
              <a:gd name="connsiteY6708" fmla="*/ 570548 h 5143785"/>
              <a:gd name="connsiteX6709" fmla="*/ 119729 w 3114960"/>
              <a:gd name="connsiteY6709" fmla="*/ 570548 h 5143785"/>
              <a:gd name="connsiteX6710" fmla="*/ 122682 w 3114960"/>
              <a:gd name="connsiteY6710" fmla="*/ 572834 h 5143785"/>
              <a:gd name="connsiteX6711" fmla="*/ 119158 w 3114960"/>
              <a:gd name="connsiteY6711" fmla="*/ 575215 h 5143785"/>
              <a:gd name="connsiteX6712" fmla="*/ 118682 w 3114960"/>
              <a:gd name="connsiteY6712" fmla="*/ 576167 h 5143785"/>
              <a:gd name="connsiteX6713" fmla="*/ 119158 w 3114960"/>
              <a:gd name="connsiteY6713" fmla="*/ 577120 h 5143785"/>
              <a:gd name="connsiteX6714" fmla="*/ 119825 w 3114960"/>
              <a:gd name="connsiteY6714" fmla="*/ 577596 h 5143785"/>
              <a:gd name="connsiteX6715" fmla="*/ 112967 w 3114960"/>
              <a:gd name="connsiteY6715" fmla="*/ 577596 h 5143785"/>
              <a:gd name="connsiteX6716" fmla="*/ 125444 w 3114960"/>
              <a:gd name="connsiteY6716" fmla="*/ 571976 h 5143785"/>
              <a:gd name="connsiteX6717" fmla="*/ 123539 w 3114960"/>
              <a:gd name="connsiteY6717" fmla="*/ 570548 h 5143785"/>
              <a:gd name="connsiteX6718" fmla="*/ 131064 w 3114960"/>
              <a:gd name="connsiteY6718" fmla="*/ 570548 h 5143785"/>
              <a:gd name="connsiteX6719" fmla="*/ 131064 w 3114960"/>
              <a:gd name="connsiteY6719" fmla="*/ 577691 h 5143785"/>
              <a:gd name="connsiteX6720" fmla="*/ 123539 w 3114960"/>
              <a:gd name="connsiteY6720" fmla="*/ 577691 h 5143785"/>
              <a:gd name="connsiteX6721" fmla="*/ 121825 w 3114960"/>
              <a:gd name="connsiteY6721" fmla="*/ 576358 h 5143785"/>
              <a:gd name="connsiteX6722" fmla="*/ 125349 w 3114960"/>
              <a:gd name="connsiteY6722" fmla="*/ 573977 h 5143785"/>
              <a:gd name="connsiteX6723" fmla="*/ 125825 w 3114960"/>
              <a:gd name="connsiteY6723" fmla="*/ 573024 h 5143785"/>
              <a:gd name="connsiteX6724" fmla="*/ 125349 w 3114960"/>
              <a:gd name="connsiteY6724" fmla="*/ 572072 h 5143785"/>
              <a:gd name="connsiteX6725" fmla="*/ 124968 w 3114960"/>
              <a:gd name="connsiteY6725" fmla="*/ 534257 h 5143785"/>
              <a:gd name="connsiteX6726" fmla="*/ 123063 w 3114960"/>
              <a:gd name="connsiteY6726" fmla="*/ 532829 h 5143785"/>
              <a:gd name="connsiteX6727" fmla="*/ 130969 w 3114960"/>
              <a:gd name="connsiteY6727" fmla="*/ 532829 h 5143785"/>
              <a:gd name="connsiteX6728" fmla="*/ 130969 w 3114960"/>
              <a:gd name="connsiteY6728" fmla="*/ 539972 h 5143785"/>
              <a:gd name="connsiteX6729" fmla="*/ 123063 w 3114960"/>
              <a:gd name="connsiteY6729" fmla="*/ 539972 h 5143785"/>
              <a:gd name="connsiteX6730" fmla="*/ 121348 w 3114960"/>
              <a:gd name="connsiteY6730" fmla="*/ 538639 h 5143785"/>
              <a:gd name="connsiteX6731" fmla="*/ 124873 w 3114960"/>
              <a:gd name="connsiteY6731" fmla="*/ 536258 h 5143785"/>
              <a:gd name="connsiteX6732" fmla="*/ 125349 w 3114960"/>
              <a:gd name="connsiteY6732" fmla="*/ 535305 h 5143785"/>
              <a:gd name="connsiteX6733" fmla="*/ 124873 w 3114960"/>
              <a:gd name="connsiteY6733" fmla="*/ 534353 h 5143785"/>
              <a:gd name="connsiteX6734" fmla="*/ 124968 w 3114960"/>
              <a:gd name="connsiteY6734" fmla="*/ 496538 h 5143785"/>
              <a:gd name="connsiteX6735" fmla="*/ 123063 w 3114960"/>
              <a:gd name="connsiteY6735" fmla="*/ 495110 h 5143785"/>
              <a:gd name="connsiteX6736" fmla="*/ 130969 w 3114960"/>
              <a:gd name="connsiteY6736" fmla="*/ 495110 h 5143785"/>
              <a:gd name="connsiteX6737" fmla="*/ 130969 w 3114960"/>
              <a:gd name="connsiteY6737" fmla="*/ 502253 h 5143785"/>
              <a:gd name="connsiteX6738" fmla="*/ 123063 w 3114960"/>
              <a:gd name="connsiteY6738" fmla="*/ 502253 h 5143785"/>
              <a:gd name="connsiteX6739" fmla="*/ 121348 w 3114960"/>
              <a:gd name="connsiteY6739" fmla="*/ 500920 h 5143785"/>
              <a:gd name="connsiteX6740" fmla="*/ 124873 w 3114960"/>
              <a:gd name="connsiteY6740" fmla="*/ 498539 h 5143785"/>
              <a:gd name="connsiteX6741" fmla="*/ 125349 w 3114960"/>
              <a:gd name="connsiteY6741" fmla="*/ 497586 h 5143785"/>
              <a:gd name="connsiteX6742" fmla="*/ 124873 w 3114960"/>
              <a:gd name="connsiteY6742" fmla="*/ 496634 h 5143785"/>
              <a:gd name="connsiteX6743" fmla="*/ 124968 w 3114960"/>
              <a:gd name="connsiteY6743" fmla="*/ 458819 h 5143785"/>
              <a:gd name="connsiteX6744" fmla="*/ 123063 w 3114960"/>
              <a:gd name="connsiteY6744" fmla="*/ 457390 h 5143785"/>
              <a:gd name="connsiteX6745" fmla="*/ 130969 w 3114960"/>
              <a:gd name="connsiteY6745" fmla="*/ 457390 h 5143785"/>
              <a:gd name="connsiteX6746" fmla="*/ 130969 w 3114960"/>
              <a:gd name="connsiteY6746" fmla="*/ 464534 h 5143785"/>
              <a:gd name="connsiteX6747" fmla="*/ 123063 w 3114960"/>
              <a:gd name="connsiteY6747" fmla="*/ 464534 h 5143785"/>
              <a:gd name="connsiteX6748" fmla="*/ 121348 w 3114960"/>
              <a:gd name="connsiteY6748" fmla="*/ 463201 h 5143785"/>
              <a:gd name="connsiteX6749" fmla="*/ 124873 w 3114960"/>
              <a:gd name="connsiteY6749" fmla="*/ 460820 h 5143785"/>
              <a:gd name="connsiteX6750" fmla="*/ 125349 w 3114960"/>
              <a:gd name="connsiteY6750" fmla="*/ 459867 h 5143785"/>
              <a:gd name="connsiteX6751" fmla="*/ 124873 w 3114960"/>
              <a:gd name="connsiteY6751" fmla="*/ 458914 h 5143785"/>
              <a:gd name="connsiteX6752" fmla="*/ 124968 w 3114960"/>
              <a:gd name="connsiteY6752" fmla="*/ 421100 h 5143785"/>
              <a:gd name="connsiteX6753" fmla="*/ 123063 w 3114960"/>
              <a:gd name="connsiteY6753" fmla="*/ 419672 h 5143785"/>
              <a:gd name="connsiteX6754" fmla="*/ 130969 w 3114960"/>
              <a:gd name="connsiteY6754" fmla="*/ 419672 h 5143785"/>
              <a:gd name="connsiteX6755" fmla="*/ 130969 w 3114960"/>
              <a:gd name="connsiteY6755" fmla="*/ 426815 h 5143785"/>
              <a:gd name="connsiteX6756" fmla="*/ 123063 w 3114960"/>
              <a:gd name="connsiteY6756" fmla="*/ 426815 h 5143785"/>
              <a:gd name="connsiteX6757" fmla="*/ 121348 w 3114960"/>
              <a:gd name="connsiteY6757" fmla="*/ 425482 h 5143785"/>
              <a:gd name="connsiteX6758" fmla="*/ 124873 w 3114960"/>
              <a:gd name="connsiteY6758" fmla="*/ 423101 h 5143785"/>
              <a:gd name="connsiteX6759" fmla="*/ 125349 w 3114960"/>
              <a:gd name="connsiteY6759" fmla="*/ 422148 h 5143785"/>
              <a:gd name="connsiteX6760" fmla="*/ 124873 w 3114960"/>
              <a:gd name="connsiteY6760" fmla="*/ 421196 h 5143785"/>
              <a:gd name="connsiteX6761" fmla="*/ 124968 w 3114960"/>
              <a:gd name="connsiteY6761" fmla="*/ 383381 h 5143785"/>
              <a:gd name="connsiteX6762" fmla="*/ 123063 w 3114960"/>
              <a:gd name="connsiteY6762" fmla="*/ 381953 h 5143785"/>
              <a:gd name="connsiteX6763" fmla="*/ 130969 w 3114960"/>
              <a:gd name="connsiteY6763" fmla="*/ 381953 h 5143785"/>
              <a:gd name="connsiteX6764" fmla="*/ 130969 w 3114960"/>
              <a:gd name="connsiteY6764" fmla="*/ 389096 h 5143785"/>
              <a:gd name="connsiteX6765" fmla="*/ 123063 w 3114960"/>
              <a:gd name="connsiteY6765" fmla="*/ 389096 h 5143785"/>
              <a:gd name="connsiteX6766" fmla="*/ 121348 w 3114960"/>
              <a:gd name="connsiteY6766" fmla="*/ 387763 h 5143785"/>
              <a:gd name="connsiteX6767" fmla="*/ 124873 w 3114960"/>
              <a:gd name="connsiteY6767" fmla="*/ 385382 h 5143785"/>
              <a:gd name="connsiteX6768" fmla="*/ 125349 w 3114960"/>
              <a:gd name="connsiteY6768" fmla="*/ 384429 h 5143785"/>
              <a:gd name="connsiteX6769" fmla="*/ 124873 w 3114960"/>
              <a:gd name="connsiteY6769" fmla="*/ 383477 h 5143785"/>
              <a:gd name="connsiteX6770" fmla="*/ 131064 w 3114960"/>
              <a:gd name="connsiteY6770" fmla="*/ 344138 h 5143785"/>
              <a:gd name="connsiteX6771" fmla="*/ 131064 w 3114960"/>
              <a:gd name="connsiteY6771" fmla="*/ 351282 h 5143785"/>
              <a:gd name="connsiteX6772" fmla="*/ 123158 w 3114960"/>
              <a:gd name="connsiteY6772" fmla="*/ 351282 h 5143785"/>
              <a:gd name="connsiteX6773" fmla="*/ 121444 w 3114960"/>
              <a:gd name="connsiteY6773" fmla="*/ 349949 h 5143785"/>
              <a:gd name="connsiteX6774" fmla="*/ 124968 w 3114960"/>
              <a:gd name="connsiteY6774" fmla="*/ 347567 h 5143785"/>
              <a:gd name="connsiteX6775" fmla="*/ 125444 w 3114960"/>
              <a:gd name="connsiteY6775" fmla="*/ 346615 h 5143785"/>
              <a:gd name="connsiteX6776" fmla="*/ 124968 w 3114960"/>
              <a:gd name="connsiteY6776" fmla="*/ 345662 h 5143785"/>
              <a:gd name="connsiteX6777" fmla="*/ 123063 w 3114960"/>
              <a:gd name="connsiteY6777" fmla="*/ 344234 h 5143785"/>
              <a:gd name="connsiteX6778" fmla="*/ 130969 w 3114960"/>
              <a:gd name="connsiteY6778" fmla="*/ 344234 h 5143785"/>
              <a:gd name="connsiteX6779" fmla="*/ 112871 w 3114960"/>
              <a:gd name="connsiteY6779" fmla="*/ 344138 h 5143785"/>
              <a:gd name="connsiteX6780" fmla="*/ 119348 w 3114960"/>
              <a:gd name="connsiteY6780" fmla="*/ 344138 h 5143785"/>
              <a:gd name="connsiteX6781" fmla="*/ 122301 w 3114960"/>
              <a:gd name="connsiteY6781" fmla="*/ 346424 h 5143785"/>
              <a:gd name="connsiteX6782" fmla="*/ 118777 w 3114960"/>
              <a:gd name="connsiteY6782" fmla="*/ 348806 h 5143785"/>
              <a:gd name="connsiteX6783" fmla="*/ 118301 w 3114960"/>
              <a:gd name="connsiteY6783" fmla="*/ 349758 h 5143785"/>
              <a:gd name="connsiteX6784" fmla="*/ 118777 w 3114960"/>
              <a:gd name="connsiteY6784" fmla="*/ 350711 h 5143785"/>
              <a:gd name="connsiteX6785" fmla="*/ 119348 w 3114960"/>
              <a:gd name="connsiteY6785" fmla="*/ 351187 h 5143785"/>
              <a:gd name="connsiteX6786" fmla="*/ 112871 w 3114960"/>
              <a:gd name="connsiteY6786" fmla="*/ 351187 h 5143785"/>
              <a:gd name="connsiteX6787" fmla="*/ 112871 w 3114960"/>
              <a:gd name="connsiteY6787" fmla="*/ 344043 h 5143785"/>
              <a:gd name="connsiteX6788" fmla="*/ 427863 w 3114960"/>
              <a:gd name="connsiteY6788" fmla="*/ 2048161 h 5143785"/>
              <a:gd name="connsiteX6789" fmla="*/ 435007 w 3114960"/>
              <a:gd name="connsiteY6789" fmla="*/ 2048161 h 5143785"/>
              <a:gd name="connsiteX6790" fmla="*/ 435007 w 3114960"/>
              <a:gd name="connsiteY6790" fmla="*/ 2056638 h 5143785"/>
              <a:gd name="connsiteX6791" fmla="*/ 427863 w 3114960"/>
              <a:gd name="connsiteY6791" fmla="*/ 2056638 h 5143785"/>
              <a:gd name="connsiteX6792" fmla="*/ 427863 w 3114960"/>
              <a:gd name="connsiteY6792" fmla="*/ 2048161 h 5143785"/>
              <a:gd name="connsiteX6793" fmla="*/ 1784604 w 3114960"/>
              <a:gd name="connsiteY6793" fmla="*/ 927068 h 5143785"/>
              <a:gd name="connsiteX6794" fmla="*/ 1675924 w 3114960"/>
              <a:gd name="connsiteY6794" fmla="*/ 927068 h 5143785"/>
              <a:gd name="connsiteX6795" fmla="*/ 1675924 w 3114960"/>
              <a:gd name="connsiteY6795" fmla="*/ 922306 h 5143785"/>
              <a:gd name="connsiteX6796" fmla="*/ 1784604 w 3114960"/>
              <a:gd name="connsiteY6796" fmla="*/ 922306 h 5143785"/>
              <a:gd name="connsiteX6797" fmla="*/ 1784604 w 3114960"/>
              <a:gd name="connsiteY6797" fmla="*/ 927068 h 5143785"/>
              <a:gd name="connsiteX6798" fmla="*/ 845249 w 3114960"/>
              <a:gd name="connsiteY6798" fmla="*/ 2875407 h 5143785"/>
              <a:gd name="connsiteX6799" fmla="*/ 961835 w 3114960"/>
              <a:gd name="connsiteY6799" fmla="*/ 2875407 h 5143785"/>
              <a:gd name="connsiteX6800" fmla="*/ 967740 w 3114960"/>
              <a:gd name="connsiteY6800" fmla="*/ 2873026 h 5143785"/>
              <a:gd name="connsiteX6801" fmla="*/ 1178814 w 3114960"/>
              <a:gd name="connsiteY6801" fmla="*/ 2872645 h 5143785"/>
              <a:gd name="connsiteX6802" fmla="*/ 1179671 w 3114960"/>
              <a:gd name="connsiteY6802" fmla="*/ 2872645 h 5143785"/>
              <a:gd name="connsiteX6803" fmla="*/ 1272635 w 3114960"/>
              <a:gd name="connsiteY6803" fmla="*/ 2795302 h 5143785"/>
              <a:gd name="connsiteX6804" fmla="*/ 1311402 w 3114960"/>
              <a:gd name="connsiteY6804" fmla="*/ 2795302 h 5143785"/>
              <a:gd name="connsiteX6805" fmla="*/ 1331405 w 3114960"/>
              <a:gd name="connsiteY6805" fmla="*/ 2779681 h 5143785"/>
              <a:gd name="connsiteX6806" fmla="*/ 1335977 w 3114960"/>
              <a:gd name="connsiteY6806" fmla="*/ 2781586 h 5143785"/>
              <a:gd name="connsiteX6807" fmla="*/ 1337024 w 3114960"/>
              <a:gd name="connsiteY6807" fmla="*/ 2781586 h 5143785"/>
              <a:gd name="connsiteX6808" fmla="*/ 1346740 w 3114960"/>
              <a:gd name="connsiteY6808" fmla="*/ 2772823 h 5143785"/>
              <a:gd name="connsiteX6809" fmla="*/ 1338072 w 3114960"/>
              <a:gd name="connsiteY6809" fmla="*/ 2762060 h 5143785"/>
              <a:gd name="connsiteX6810" fmla="*/ 1327309 w 3114960"/>
              <a:gd name="connsiteY6810" fmla="*/ 2770727 h 5143785"/>
              <a:gd name="connsiteX6811" fmla="*/ 1328357 w 3114960"/>
              <a:gd name="connsiteY6811" fmla="*/ 2775966 h 5143785"/>
              <a:gd name="connsiteX6812" fmla="*/ 1309783 w 3114960"/>
              <a:gd name="connsiteY6812" fmla="*/ 2790444 h 5143785"/>
              <a:gd name="connsiteX6813" fmla="*/ 1270921 w 3114960"/>
              <a:gd name="connsiteY6813" fmla="*/ 2790444 h 5143785"/>
              <a:gd name="connsiteX6814" fmla="*/ 1177957 w 3114960"/>
              <a:gd name="connsiteY6814" fmla="*/ 2867787 h 5143785"/>
              <a:gd name="connsiteX6815" fmla="*/ 970217 w 3114960"/>
              <a:gd name="connsiteY6815" fmla="*/ 2868073 h 5143785"/>
              <a:gd name="connsiteX6816" fmla="*/ 970502 w 3114960"/>
              <a:gd name="connsiteY6816" fmla="*/ 2866454 h 5143785"/>
              <a:gd name="connsiteX6817" fmla="*/ 970502 w 3114960"/>
              <a:gd name="connsiteY6817" fmla="*/ 2847309 h 5143785"/>
              <a:gd name="connsiteX6818" fmla="*/ 970502 w 3114960"/>
              <a:gd name="connsiteY6818" fmla="*/ 2846832 h 5143785"/>
              <a:gd name="connsiteX6819" fmla="*/ 1149001 w 3114960"/>
              <a:gd name="connsiteY6819" fmla="*/ 2846165 h 5143785"/>
              <a:gd name="connsiteX6820" fmla="*/ 1149858 w 3114960"/>
              <a:gd name="connsiteY6820" fmla="*/ 2846165 h 5143785"/>
              <a:gd name="connsiteX6821" fmla="*/ 1239869 w 3114960"/>
              <a:gd name="connsiteY6821" fmla="*/ 2774347 h 5143785"/>
              <a:gd name="connsiteX6822" fmla="*/ 1267206 w 3114960"/>
              <a:gd name="connsiteY6822" fmla="*/ 2774537 h 5143785"/>
              <a:gd name="connsiteX6823" fmla="*/ 1373696 w 3114960"/>
              <a:gd name="connsiteY6823" fmla="*/ 2687765 h 5143785"/>
              <a:gd name="connsiteX6824" fmla="*/ 1377887 w 3114960"/>
              <a:gd name="connsiteY6824" fmla="*/ 2687765 h 5143785"/>
              <a:gd name="connsiteX6825" fmla="*/ 1377887 w 3114960"/>
              <a:gd name="connsiteY6825" fmla="*/ 2692242 h 5143785"/>
              <a:gd name="connsiteX6826" fmla="*/ 1383697 w 3114960"/>
              <a:gd name="connsiteY6826" fmla="*/ 2698052 h 5143785"/>
              <a:gd name="connsiteX6827" fmla="*/ 1397318 w 3114960"/>
              <a:gd name="connsiteY6827" fmla="*/ 2698052 h 5143785"/>
              <a:gd name="connsiteX6828" fmla="*/ 1403128 w 3114960"/>
              <a:gd name="connsiteY6828" fmla="*/ 2692242 h 5143785"/>
              <a:gd name="connsiteX6829" fmla="*/ 1403128 w 3114960"/>
              <a:gd name="connsiteY6829" fmla="*/ 2678621 h 5143785"/>
              <a:gd name="connsiteX6830" fmla="*/ 1397318 w 3114960"/>
              <a:gd name="connsiteY6830" fmla="*/ 2672810 h 5143785"/>
              <a:gd name="connsiteX6831" fmla="*/ 1383697 w 3114960"/>
              <a:gd name="connsiteY6831" fmla="*/ 2672810 h 5143785"/>
              <a:gd name="connsiteX6832" fmla="*/ 1377887 w 3114960"/>
              <a:gd name="connsiteY6832" fmla="*/ 2678621 h 5143785"/>
              <a:gd name="connsiteX6833" fmla="*/ 1377887 w 3114960"/>
              <a:gd name="connsiteY6833" fmla="*/ 2683097 h 5143785"/>
              <a:gd name="connsiteX6834" fmla="*/ 1372076 w 3114960"/>
              <a:gd name="connsiteY6834" fmla="*/ 2683097 h 5143785"/>
              <a:gd name="connsiteX6835" fmla="*/ 1265587 w 3114960"/>
              <a:gd name="connsiteY6835" fmla="*/ 2769870 h 5143785"/>
              <a:gd name="connsiteX6836" fmla="*/ 1238345 w 3114960"/>
              <a:gd name="connsiteY6836" fmla="*/ 2769680 h 5143785"/>
              <a:gd name="connsiteX6837" fmla="*/ 1148334 w 3114960"/>
              <a:gd name="connsiteY6837" fmla="*/ 2841498 h 5143785"/>
              <a:gd name="connsiteX6838" fmla="*/ 968883 w 3114960"/>
              <a:gd name="connsiteY6838" fmla="*/ 2842165 h 5143785"/>
              <a:gd name="connsiteX6839" fmla="*/ 962120 w 3114960"/>
              <a:gd name="connsiteY6839" fmla="*/ 2838641 h 5143785"/>
              <a:gd name="connsiteX6840" fmla="*/ 845534 w 3114960"/>
              <a:gd name="connsiteY6840" fmla="*/ 2838641 h 5143785"/>
              <a:gd name="connsiteX6841" fmla="*/ 836771 w 3114960"/>
              <a:gd name="connsiteY6841" fmla="*/ 2847309 h 5143785"/>
              <a:gd name="connsiteX6842" fmla="*/ 836771 w 3114960"/>
              <a:gd name="connsiteY6842" fmla="*/ 2855595 h 5143785"/>
              <a:gd name="connsiteX6843" fmla="*/ 785622 w 3114960"/>
              <a:gd name="connsiteY6843" fmla="*/ 2855119 h 5143785"/>
              <a:gd name="connsiteX6844" fmla="*/ 753427 w 3114960"/>
              <a:gd name="connsiteY6844" fmla="*/ 2888266 h 5143785"/>
              <a:gd name="connsiteX6845" fmla="*/ 580073 w 3114960"/>
              <a:gd name="connsiteY6845" fmla="*/ 2887885 h 5143785"/>
              <a:gd name="connsiteX6846" fmla="*/ 580644 w 3114960"/>
              <a:gd name="connsiteY6846" fmla="*/ 2885218 h 5143785"/>
              <a:gd name="connsiteX6847" fmla="*/ 577977 w 3114960"/>
              <a:gd name="connsiteY6847" fmla="*/ 2878360 h 5143785"/>
              <a:gd name="connsiteX6848" fmla="*/ 562642 w 3114960"/>
              <a:gd name="connsiteY6848" fmla="*/ 2862358 h 5143785"/>
              <a:gd name="connsiteX6849" fmla="*/ 552355 w 3114960"/>
              <a:gd name="connsiteY6849" fmla="*/ 2859977 h 5143785"/>
              <a:gd name="connsiteX6850" fmla="*/ 555308 w 3114960"/>
              <a:gd name="connsiteY6850" fmla="*/ 2836640 h 5143785"/>
              <a:gd name="connsiteX6851" fmla="*/ 498824 w 3114960"/>
              <a:gd name="connsiteY6851" fmla="*/ 2777585 h 5143785"/>
              <a:gd name="connsiteX6852" fmla="*/ 498443 w 3114960"/>
              <a:gd name="connsiteY6852" fmla="*/ 2777204 h 5143785"/>
              <a:gd name="connsiteX6853" fmla="*/ 467297 w 3114960"/>
              <a:gd name="connsiteY6853" fmla="*/ 2777204 h 5143785"/>
              <a:gd name="connsiteX6854" fmla="*/ 409956 w 3114960"/>
              <a:gd name="connsiteY6854" fmla="*/ 2717292 h 5143785"/>
              <a:gd name="connsiteX6855" fmla="*/ 410623 w 3114960"/>
              <a:gd name="connsiteY6855" fmla="*/ 2715101 h 5143785"/>
              <a:gd name="connsiteX6856" fmla="*/ 410909 w 3114960"/>
              <a:gd name="connsiteY6856" fmla="*/ 2700338 h 5143785"/>
              <a:gd name="connsiteX6857" fmla="*/ 406432 w 3114960"/>
              <a:gd name="connsiteY6857" fmla="*/ 2695670 h 5143785"/>
              <a:gd name="connsiteX6858" fmla="*/ 401669 w 3114960"/>
              <a:gd name="connsiteY6858" fmla="*/ 2695670 h 5143785"/>
              <a:gd name="connsiteX6859" fmla="*/ 401860 w 3114960"/>
              <a:gd name="connsiteY6859" fmla="*/ 2608136 h 5143785"/>
              <a:gd name="connsiteX6860" fmla="*/ 468821 w 3114960"/>
              <a:gd name="connsiteY6860" fmla="*/ 2545271 h 5143785"/>
              <a:gd name="connsiteX6861" fmla="*/ 475774 w 3114960"/>
              <a:gd name="connsiteY6861" fmla="*/ 2547652 h 5143785"/>
              <a:gd name="connsiteX6862" fmla="*/ 476726 w 3114960"/>
              <a:gd name="connsiteY6862" fmla="*/ 2547652 h 5143785"/>
              <a:gd name="connsiteX6863" fmla="*/ 485394 w 3114960"/>
              <a:gd name="connsiteY6863" fmla="*/ 2543270 h 5143785"/>
              <a:gd name="connsiteX6864" fmla="*/ 488442 w 3114960"/>
              <a:gd name="connsiteY6864" fmla="*/ 2534031 h 5143785"/>
              <a:gd name="connsiteX6865" fmla="*/ 484061 w 3114960"/>
              <a:gd name="connsiteY6865" fmla="*/ 2525363 h 5143785"/>
              <a:gd name="connsiteX6866" fmla="*/ 474821 w 3114960"/>
              <a:gd name="connsiteY6866" fmla="*/ 2522315 h 5143785"/>
              <a:gd name="connsiteX6867" fmla="*/ 466154 w 3114960"/>
              <a:gd name="connsiteY6867" fmla="*/ 2526697 h 5143785"/>
              <a:gd name="connsiteX6868" fmla="*/ 463106 w 3114960"/>
              <a:gd name="connsiteY6868" fmla="*/ 2535936 h 5143785"/>
              <a:gd name="connsiteX6869" fmla="*/ 463106 w 3114960"/>
              <a:gd name="connsiteY6869" fmla="*/ 2535936 h 5143785"/>
              <a:gd name="connsiteX6870" fmla="*/ 465392 w 3114960"/>
              <a:gd name="connsiteY6870" fmla="*/ 2542032 h 5143785"/>
              <a:gd name="connsiteX6871" fmla="*/ 397097 w 3114960"/>
              <a:gd name="connsiteY6871" fmla="*/ 2606135 h 5143785"/>
              <a:gd name="connsiteX6872" fmla="*/ 396907 w 3114960"/>
              <a:gd name="connsiteY6872" fmla="*/ 2695480 h 5143785"/>
              <a:gd name="connsiteX6873" fmla="*/ 391573 w 3114960"/>
              <a:gd name="connsiteY6873" fmla="*/ 2695480 h 5143785"/>
              <a:gd name="connsiteX6874" fmla="*/ 386906 w 3114960"/>
              <a:gd name="connsiteY6874" fmla="*/ 2699766 h 5143785"/>
              <a:gd name="connsiteX6875" fmla="*/ 386620 w 3114960"/>
              <a:gd name="connsiteY6875" fmla="*/ 2714530 h 5143785"/>
              <a:gd name="connsiteX6876" fmla="*/ 391097 w 3114960"/>
              <a:gd name="connsiteY6876" fmla="*/ 2719197 h 5143785"/>
              <a:gd name="connsiteX6877" fmla="*/ 405860 w 3114960"/>
              <a:gd name="connsiteY6877" fmla="*/ 2719483 h 5143785"/>
              <a:gd name="connsiteX6878" fmla="*/ 408146 w 3114960"/>
              <a:gd name="connsiteY6878" fmla="*/ 2718911 h 5143785"/>
              <a:gd name="connsiteX6879" fmla="*/ 465868 w 3114960"/>
              <a:gd name="connsiteY6879" fmla="*/ 2779300 h 5143785"/>
              <a:gd name="connsiteX6880" fmla="*/ 466249 w 3114960"/>
              <a:gd name="connsiteY6880" fmla="*/ 2779681 h 5143785"/>
              <a:gd name="connsiteX6881" fmla="*/ 497396 w 3114960"/>
              <a:gd name="connsiteY6881" fmla="*/ 2779681 h 5143785"/>
              <a:gd name="connsiteX6882" fmla="*/ 552736 w 3114960"/>
              <a:gd name="connsiteY6882" fmla="*/ 2837402 h 5143785"/>
              <a:gd name="connsiteX6883" fmla="*/ 549688 w 3114960"/>
              <a:gd name="connsiteY6883" fmla="*/ 2861596 h 5143785"/>
              <a:gd name="connsiteX6884" fmla="*/ 548926 w 3114960"/>
              <a:gd name="connsiteY6884" fmla="*/ 2862072 h 5143785"/>
              <a:gd name="connsiteX6885" fmla="*/ 546545 w 3114960"/>
              <a:gd name="connsiteY6885" fmla="*/ 2864358 h 5143785"/>
              <a:gd name="connsiteX6886" fmla="*/ 546259 w 3114960"/>
              <a:gd name="connsiteY6886" fmla="*/ 2877979 h 5143785"/>
              <a:gd name="connsiteX6887" fmla="*/ 561594 w 3114960"/>
              <a:gd name="connsiteY6887" fmla="*/ 2893981 h 5143785"/>
              <a:gd name="connsiteX6888" fmla="*/ 568547 w 3114960"/>
              <a:gd name="connsiteY6888" fmla="*/ 2896934 h 5143785"/>
              <a:gd name="connsiteX6889" fmla="*/ 575215 w 3114960"/>
              <a:gd name="connsiteY6889" fmla="*/ 2894267 h 5143785"/>
              <a:gd name="connsiteX6890" fmla="*/ 576929 w 3114960"/>
              <a:gd name="connsiteY6890" fmla="*/ 2892647 h 5143785"/>
              <a:gd name="connsiteX6891" fmla="*/ 754380 w 3114960"/>
              <a:gd name="connsiteY6891" fmla="*/ 2893124 h 5143785"/>
              <a:gd name="connsiteX6892" fmla="*/ 755428 w 3114960"/>
              <a:gd name="connsiteY6892" fmla="*/ 2893124 h 5143785"/>
              <a:gd name="connsiteX6893" fmla="*/ 787622 w 3114960"/>
              <a:gd name="connsiteY6893" fmla="*/ 2860072 h 5143785"/>
              <a:gd name="connsiteX6894" fmla="*/ 836771 w 3114960"/>
              <a:gd name="connsiteY6894" fmla="*/ 2860548 h 5143785"/>
              <a:gd name="connsiteX6895" fmla="*/ 836771 w 3114960"/>
              <a:gd name="connsiteY6895" fmla="*/ 2866644 h 5143785"/>
              <a:gd name="connsiteX6896" fmla="*/ 845534 w 3114960"/>
              <a:gd name="connsiteY6896" fmla="*/ 2875312 h 5143785"/>
              <a:gd name="connsiteX6897" fmla="*/ 1333881 w 3114960"/>
              <a:gd name="connsiteY6897" fmla="*/ 2768155 h 5143785"/>
              <a:gd name="connsiteX6898" fmla="*/ 1337596 w 3114960"/>
              <a:gd name="connsiteY6898" fmla="*/ 2767108 h 5143785"/>
              <a:gd name="connsiteX6899" fmla="*/ 1342073 w 3114960"/>
              <a:gd name="connsiteY6899" fmla="*/ 2772632 h 5143785"/>
              <a:gd name="connsiteX6900" fmla="*/ 1336548 w 3114960"/>
              <a:gd name="connsiteY6900" fmla="*/ 2777109 h 5143785"/>
              <a:gd name="connsiteX6901" fmla="*/ 1332071 w 3114960"/>
              <a:gd name="connsiteY6901" fmla="*/ 2771585 h 5143785"/>
              <a:gd name="connsiteX6902" fmla="*/ 1333881 w 3114960"/>
              <a:gd name="connsiteY6902" fmla="*/ 2768251 h 5143785"/>
              <a:gd name="connsiteX6903" fmla="*/ 1382459 w 3114960"/>
              <a:gd name="connsiteY6903" fmla="*/ 2678811 h 5143785"/>
              <a:gd name="connsiteX6904" fmla="*/ 1383506 w 3114960"/>
              <a:gd name="connsiteY6904" fmla="*/ 2677763 h 5143785"/>
              <a:gd name="connsiteX6905" fmla="*/ 1397127 w 3114960"/>
              <a:gd name="connsiteY6905" fmla="*/ 2677763 h 5143785"/>
              <a:gd name="connsiteX6906" fmla="*/ 1398175 w 3114960"/>
              <a:gd name="connsiteY6906" fmla="*/ 2678811 h 5143785"/>
              <a:gd name="connsiteX6907" fmla="*/ 1398175 w 3114960"/>
              <a:gd name="connsiteY6907" fmla="*/ 2692432 h 5143785"/>
              <a:gd name="connsiteX6908" fmla="*/ 1397127 w 3114960"/>
              <a:gd name="connsiteY6908" fmla="*/ 2693480 h 5143785"/>
              <a:gd name="connsiteX6909" fmla="*/ 1383506 w 3114960"/>
              <a:gd name="connsiteY6909" fmla="*/ 2693480 h 5143785"/>
              <a:gd name="connsiteX6910" fmla="*/ 1382459 w 3114960"/>
              <a:gd name="connsiteY6910" fmla="*/ 2692432 h 5143785"/>
              <a:gd name="connsiteX6911" fmla="*/ 1382459 w 3114960"/>
              <a:gd name="connsiteY6911" fmla="*/ 2678811 h 5143785"/>
              <a:gd name="connsiteX6912" fmla="*/ 948404 w 3114960"/>
              <a:gd name="connsiteY6912" fmla="*/ 2843594 h 5143785"/>
              <a:gd name="connsiteX6913" fmla="*/ 961739 w 3114960"/>
              <a:gd name="connsiteY6913" fmla="*/ 2843594 h 5143785"/>
              <a:gd name="connsiteX6914" fmla="*/ 965740 w 3114960"/>
              <a:gd name="connsiteY6914" fmla="*/ 2847499 h 5143785"/>
              <a:gd name="connsiteX6915" fmla="*/ 965740 w 3114960"/>
              <a:gd name="connsiteY6915" fmla="*/ 2866644 h 5143785"/>
              <a:gd name="connsiteX6916" fmla="*/ 961739 w 3114960"/>
              <a:gd name="connsiteY6916" fmla="*/ 2870549 h 5143785"/>
              <a:gd name="connsiteX6917" fmla="*/ 948404 w 3114960"/>
              <a:gd name="connsiteY6917" fmla="*/ 2870549 h 5143785"/>
              <a:gd name="connsiteX6918" fmla="*/ 948404 w 3114960"/>
              <a:gd name="connsiteY6918" fmla="*/ 2843498 h 5143785"/>
              <a:gd name="connsiteX6919" fmla="*/ 941927 w 3114960"/>
              <a:gd name="connsiteY6919" fmla="*/ 2843594 h 5143785"/>
              <a:gd name="connsiteX6920" fmla="*/ 943642 w 3114960"/>
              <a:gd name="connsiteY6920" fmla="*/ 2843594 h 5143785"/>
              <a:gd name="connsiteX6921" fmla="*/ 943642 w 3114960"/>
              <a:gd name="connsiteY6921" fmla="*/ 2870645 h 5143785"/>
              <a:gd name="connsiteX6922" fmla="*/ 941927 w 3114960"/>
              <a:gd name="connsiteY6922" fmla="*/ 2870645 h 5143785"/>
              <a:gd name="connsiteX6923" fmla="*/ 941927 w 3114960"/>
              <a:gd name="connsiteY6923" fmla="*/ 2843594 h 5143785"/>
              <a:gd name="connsiteX6924" fmla="*/ 922306 w 3114960"/>
              <a:gd name="connsiteY6924" fmla="*/ 2843594 h 5143785"/>
              <a:gd name="connsiteX6925" fmla="*/ 937165 w 3114960"/>
              <a:gd name="connsiteY6925" fmla="*/ 2843594 h 5143785"/>
              <a:gd name="connsiteX6926" fmla="*/ 937165 w 3114960"/>
              <a:gd name="connsiteY6926" fmla="*/ 2870645 h 5143785"/>
              <a:gd name="connsiteX6927" fmla="*/ 922306 w 3114960"/>
              <a:gd name="connsiteY6927" fmla="*/ 2870645 h 5143785"/>
              <a:gd name="connsiteX6928" fmla="*/ 922306 w 3114960"/>
              <a:gd name="connsiteY6928" fmla="*/ 2843594 h 5143785"/>
              <a:gd name="connsiteX6929" fmla="*/ 896302 w 3114960"/>
              <a:gd name="connsiteY6929" fmla="*/ 2843594 h 5143785"/>
              <a:gd name="connsiteX6930" fmla="*/ 915829 w 3114960"/>
              <a:gd name="connsiteY6930" fmla="*/ 2843594 h 5143785"/>
              <a:gd name="connsiteX6931" fmla="*/ 915829 w 3114960"/>
              <a:gd name="connsiteY6931" fmla="*/ 2870645 h 5143785"/>
              <a:gd name="connsiteX6932" fmla="*/ 896302 w 3114960"/>
              <a:gd name="connsiteY6932" fmla="*/ 2870645 h 5143785"/>
              <a:gd name="connsiteX6933" fmla="*/ 896302 w 3114960"/>
              <a:gd name="connsiteY6933" fmla="*/ 2843594 h 5143785"/>
              <a:gd name="connsiteX6934" fmla="*/ 889826 w 3114960"/>
              <a:gd name="connsiteY6934" fmla="*/ 2843594 h 5143785"/>
              <a:gd name="connsiteX6935" fmla="*/ 891540 w 3114960"/>
              <a:gd name="connsiteY6935" fmla="*/ 2843594 h 5143785"/>
              <a:gd name="connsiteX6936" fmla="*/ 891540 w 3114960"/>
              <a:gd name="connsiteY6936" fmla="*/ 2870645 h 5143785"/>
              <a:gd name="connsiteX6937" fmla="*/ 889826 w 3114960"/>
              <a:gd name="connsiteY6937" fmla="*/ 2870645 h 5143785"/>
              <a:gd name="connsiteX6938" fmla="*/ 889826 w 3114960"/>
              <a:gd name="connsiteY6938" fmla="*/ 2843594 h 5143785"/>
              <a:gd name="connsiteX6939" fmla="*/ 865918 w 3114960"/>
              <a:gd name="connsiteY6939" fmla="*/ 2843594 h 5143785"/>
              <a:gd name="connsiteX6940" fmla="*/ 885063 w 3114960"/>
              <a:gd name="connsiteY6940" fmla="*/ 2843594 h 5143785"/>
              <a:gd name="connsiteX6941" fmla="*/ 885063 w 3114960"/>
              <a:gd name="connsiteY6941" fmla="*/ 2870645 h 5143785"/>
              <a:gd name="connsiteX6942" fmla="*/ 865918 w 3114960"/>
              <a:gd name="connsiteY6942" fmla="*/ 2870645 h 5143785"/>
              <a:gd name="connsiteX6943" fmla="*/ 865918 w 3114960"/>
              <a:gd name="connsiteY6943" fmla="*/ 2843594 h 5143785"/>
              <a:gd name="connsiteX6944" fmla="*/ 841248 w 3114960"/>
              <a:gd name="connsiteY6944" fmla="*/ 2847594 h 5143785"/>
              <a:gd name="connsiteX6945" fmla="*/ 845249 w 3114960"/>
              <a:gd name="connsiteY6945" fmla="*/ 2843689 h 5143785"/>
              <a:gd name="connsiteX6946" fmla="*/ 859727 w 3114960"/>
              <a:gd name="connsiteY6946" fmla="*/ 2843689 h 5143785"/>
              <a:gd name="connsiteX6947" fmla="*/ 859727 w 3114960"/>
              <a:gd name="connsiteY6947" fmla="*/ 2870740 h 5143785"/>
              <a:gd name="connsiteX6948" fmla="*/ 845249 w 3114960"/>
              <a:gd name="connsiteY6948" fmla="*/ 2870740 h 5143785"/>
              <a:gd name="connsiteX6949" fmla="*/ 841248 w 3114960"/>
              <a:gd name="connsiteY6949" fmla="*/ 2866835 h 5143785"/>
              <a:gd name="connsiteX6950" fmla="*/ 841248 w 3114960"/>
              <a:gd name="connsiteY6950" fmla="*/ 2847689 h 5143785"/>
              <a:gd name="connsiteX6951" fmla="*/ 469678 w 3114960"/>
              <a:gd name="connsiteY6951" fmla="*/ 2529935 h 5143785"/>
              <a:gd name="connsiteX6952" fmla="*/ 475107 w 3114960"/>
              <a:gd name="connsiteY6952" fmla="*/ 2527173 h 5143785"/>
              <a:gd name="connsiteX6953" fmla="*/ 480917 w 3114960"/>
              <a:gd name="connsiteY6953" fmla="*/ 2529078 h 5143785"/>
              <a:gd name="connsiteX6954" fmla="*/ 483680 w 3114960"/>
              <a:gd name="connsiteY6954" fmla="*/ 2534507 h 5143785"/>
              <a:gd name="connsiteX6955" fmla="*/ 481775 w 3114960"/>
              <a:gd name="connsiteY6955" fmla="*/ 2540318 h 5143785"/>
              <a:gd name="connsiteX6956" fmla="*/ 476345 w 3114960"/>
              <a:gd name="connsiteY6956" fmla="*/ 2543080 h 5143785"/>
              <a:gd name="connsiteX6957" fmla="*/ 467868 w 3114960"/>
              <a:gd name="connsiteY6957" fmla="*/ 2535746 h 5143785"/>
              <a:gd name="connsiteX6958" fmla="*/ 469773 w 3114960"/>
              <a:gd name="connsiteY6958" fmla="*/ 2529935 h 5143785"/>
              <a:gd name="connsiteX6959" fmla="*/ 549593 w 3114960"/>
              <a:gd name="connsiteY6959" fmla="*/ 2867978 h 5143785"/>
              <a:gd name="connsiteX6960" fmla="*/ 551974 w 3114960"/>
              <a:gd name="connsiteY6960" fmla="*/ 2865692 h 5143785"/>
              <a:gd name="connsiteX6961" fmla="*/ 555308 w 3114960"/>
              <a:gd name="connsiteY6961" fmla="*/ 2864358 h 5143785"/>
              <a:gd name="connsiteX6962" fmla="*/ 557975 w 3114960"/>
              <a:gd name="connsiteY6962" fmla="*/ 2865311 h 5143785"/>
              <a:gd name="connsiteX6963" fmla="*/ 548926 w 3114960"/>
              <a:gd name="connsiteY6963" fmla="*/ 2873978 h 5143785"/>
              <a:gd name="connsiteX6964" fmla="*/ 549593 w 3114960"/>
              <a:gd name="connsiteY6964" fmla="*/ 2867978 h 5143785"/>
              <a:gd name="connsiteX6965" fmla="*/ 560927 w 3114960"/>
              <a:gd name="connsiteY6965" fmla="*/ 2886837 h 5143785"/>
              <a:gd name="connsiteX6966" fmla="*/ 552641 w 3114960"/>
              <a:gd name="connsiteY6966" fmla="*/ 2878169 h 5143785"/>
              <a:gd name="connsiteX6967" fmla="*/ 562070 w 3114960"/>
              <a:gd name="connsiteY6967" fmla="*/ 2869216 h 5143785"/>
              <a:gd name="connsiteX6968" fmla="*/ 570357 w 3114960"/>
              <a:gd name="connsiteY6968" fmla="*/ 2877884 h 5143785"/>
              <a:gd name="connsiteX6969" fmla="*/ 560927 w 3114960"/>
              <a:gd name="connsiteY6969" fmla="*/ 2886837 h 5143785"/>
              <a:gd name="connsiteX6970" fmla="*/ 574072 w 3114960"/>
              <a:gd name="connsiteY6970" fmla="*/ 2888742 h 5143785"/>
              <a:gd name="connsiteX6971" fmla="*/ 571691 w 3114960"/>
              <a:gd name="connsiteY6971" fmla="*/ 2891028 h 5143785"/>
              <a:gd name="connsiteX6972" fmla="*/ 564833 w 3114960"/>
              <a:gd name="connsiteY6972" fmla="*/ 2890838 h 5143785"/>
              <a:gd name="connsiteX6973" fmla="*/ 564356 w 3114960"/>
              <a:gd name="connsiteY6973" fmla="*/ 2890361 h 5143785"/>
              <a:gd name="connsiteX6974" fmla="*/ 573786 w 3114960"/>
              <a:gd name="connsiteY6974" fmla="*/ 2881408 h 5143785"/>
              <a:gd name="connsiteX6975" fmla="*/ 574262 w 3114960"/>
              <a:gd name="connsiteY6975" fmla="*/ 2881884 h 5143785"/>
              <a:gd name="connsiteX6976" fmla="*/ 575596 w 3114960"/>
              <a:gd name="connsiteY6976" fmla="*/ 2885313 h 5143785"/>
              <a:gd name="connsiteX6977" fmla="*/ 574072 w 3114960"/>
              <a:gd name="connsiteY6977" fmla="*/ 2888742 h 5143785"/>
              <a:gd name="connsiteX6978" fmla="*/ 1687640 w 3114960"/>
              <a:gd name="connsiteY6978" fmla="*/ 1022414 h 5143785"/>
              <a:gd name="connsiteX6979" fmla="*/ 1700879 w 3114960"/>
              <a:gd name="connsiteY6979" fmla="*/ 1011365 h 5143785"/>
              <a:gd name="connsiteX6980" fmla="*/ 1789367 w 3114960"/>
              <a:gd name="connsiteY6980" fmla="*/ 1011365 h 5143785"/>
              <a:gd name="connsiteX6981" fmla="*/ 1809369 w 3114960"/>
              <a:gd name="connsiteY6981" fmla="*/ 1029557 h 5143785"/>
              <a:gd name="connsiteX6982" fmla="*/ 1858137 w 3114960"/>
              <a:gd name="connsiteY6982" fmla="*/ 1029557 h 5143785"/>
              <a:gd name="connsiteX6983" fmla="*/ 1861947 w 3114960"/>
              <a:gd name="connsiteY6983" fmla="*/ 1035558 h 5143785"/>
              <a:gd name="connsiteX6984" fmla="*/ 1876235 w 3114960"/>
              <a:gd name="connsiteY6984" fmla="*/ 1033367 h 5143785"/>
              <a:gd name="connsiteX6985" fmla="*/ 1876235 w 3114960"/>
              <a:gd name="connsiteY6985" fmla="*/ 1033367 h 5143785"/>
              <a:gd name="connsiteX6986" fmla="*/ 1878140 w 3114960"/>
              <a:gd name="connsiteY6986" fmla="*/ 1025747 h 5143785"/>
              <a:gd name="connsiteX6987" fmla="*/ 1874044 w 3114960"/>
              <a:gd name="connsiteY6987" fmla="*/ 1019080 h 5143785"/>
              <a:gd name="connsiteX6988" fmla="*/ 1868043 w 3114960"/>
              <a:gd name="connsiteY6988" fmla="*/ 1017079 h 5143785"/>
              <a:gd name="connsiteX6989" fmla="*/ 1866424 w 3114960"/>
              <a:gd name="connsiteY6989" fmla="*/ 1017175 h 5143785"/>
              <a:gd name="connsiteX6990" fmla="*/ 1859756 w 3114960"/>
              <a:gd name="connsiteY6990" fmla="*/ 1021271 h 5143785"/>
              <a:gd name="connsiteX6991" fmla="*/ 1858042 w 3114960"/>
              <a:gd name="connsiteY6991" fmla="*/ 1024985 h 5143785"/>
              <a:gd name="connsiteX6992" fmla="*/ 1811274 w 3114960"/>
              <a:gd name="connsiteY6992" fmla="*/ 1024985 h 5143785"/>
              <a:gd name="connsiteX6993" fmla="*/ 1791272 w 3114960"/>
              <a:gd name="connsiteY6993" fmla="*/ 1006602 h 5143785"/>
              <a:gd name="connsiteX6994" fmla="*/ 1700975 w 3114960"/>
              <a:gd name="connsiteY6994" fmla="*/ 1006602 h 5143785"/>
              <a:gd name="connsiteX6995" fmla="*/ 1687735 w 3114960"/>
              <a:gd name="connsiteY6995" fmla="*/ 995648 h 5143785"/>
              <a:gd name="connsiteX6996" fmla="*/ 1674305 w 3114960"/>
              <a:gd name="connsiteY6996" fmla="*/ 1009079 h 5143785"/>
              <a:gd name="connsiteX6997" fmla="*/ 1687735 w 3114960"/>
              <a:gd name="connsiteY6997" fmla="*/ 1022509 h 5143785"/>
              <a:gd name="connsiteX6998" fmla="*/ 1861185 w 3114960"/>
              <a:gd name="connsiteY6998" fmla="*/ 1022223 h 5143785"/>
              <a:gd name="connsiteX6999" fmla="*/ 1866614 w 3114960"/>
              <a:gd name="connsiteY6999" fmla="*/ 1018889 h 5143785"/>
              <a:gd name="connsiteX7000" fmla="*/ 1872806 w 3114960"/>
              <a:gd name="connsiteY7000" fmla="*/ 1020413 h 5143785"/>
              <a:gd name="connsiteX7001" fmla="*/ 1876139 w 3114960"/>
              <a:gd name="connsiteY7001" fmla="*/ 1025843 h 5143785"/>
              <a:gd name="connsiteX7002" fmla="*/ 1874615 w 3114960"/>
              <a:gd name="connsiteY7002" fmla="*/ 1032034 h 5143785"/>
              <a:gd name="connsiteX7003" fmla="*/ 1862900 w 3114960"/>
              <a:gd name="connsiteY7003" fmla="*/ 1033844 h 5143785"/>
              <a:gd name="connsiteX7004" fmla="*/ 1859566 w 3114960"/>
              <a:gd name="connsiteY7004" fmla="*/ 1028414 h 5143785"/>
              <a:gd name="connsiteX7005" fmla="*/ 1861090 w 3114960"/>
              <a:gd name="connsiteY7005" fmla="*/ 1022223 h 5143785"/>
              <a:gd name="connsiteX7006" fmla="*/ 1687640 w 3114960"/>
              <a:gd name="connsiteY7006" fmla="*/ 1000220 h 5143785"/>
              <a:gd name="connsiteX7007" fmla="*/ 1696307 w 3114960"/>
              <a:gd name="connsiteY7007" fmla="*/ 1008888 h 5143785"/>
              <a:gd name="connsiteX7008" fmla="*/ 1687640 w 3114960"/>
              <a:gd name="connsiteY7008" fmla="*/ 1017556 h 5143785"/>
              <a:gd name="connsiteX7009" fmla="*/ 1678972 w 3114960"/>
              <a:gd name="connsiteY7009" fmla="*/ 1008888 h 5143785"/>
              <a:gd name="connsiteX7010" fmla="*/ 1687640 w 3114960"/>
              <a:gd name="connsiteY7010" fmla="*/ 1000220 h 5143785"/>
              <a:gd name="connsiteX7011" fmla="*/ 435007 w 3114960"/>
              <a:gd name="connsiteY7011" fmla="*/ 2005965 h 5143785"/>
              <a:gd name="connsiteX7012" fmla="*/ 427863 w 3114960"/>
              <a:gd name="connsiteY7012" fmla="*/ 2005965 h 5143785"/>
              <a:gd name="connsiteX7013" fmla="*/ 427863 w 3114960"/>
              <a:gd name="connsiteY7013" fmla="*/ 1997488 h 5143785"/>
              <a:gd name="connsiteX7014" fmla="*/ 435007 w 3114960"/>
              <a:gd name="connsiteY7014" fmla="*/ 1997488 h 5143785"/>
              <a:gd name="connsiteX7015" fmla="*/ 435007 w 3114960"/>
              <a:gd name="connsiteY7015" fmla="*/ 2005965 h 5143785"/>
              <a:gd name="connsiteX7016" fmla="*/ 1862900 w 3114960"/>
              <a:gd name="connsiteY7016" fmla="*/ 1027176 h 5143785"/>
              <a:gd name="connsiteX7017" fmla="*/ 1867948 w 3114960"/>
              <a:gd name="connsiteY7017" fmla="*/ 1022128 h 5143785"/>
              <a:gd name="connsiteX7018" fmla="*/ 1872996 w 3114960"/>
              <a:gd name="connsiteY7018" fmla="*/ 1027176 h 5143785"/>
              <a:gd name="connsiteX7019" fmla="*/ 1867948 w 3114960"/>
              <a:gd name="connsiteY7019" fmla="*/ 1032224 h 5143785"/>
              <a:gd name="connsiteX7020" fmla="*/ 1862900 w 3114960"/>
              <a:gd name="connsiteY7020" fmla="*/ 1027176 h 5143785"/>
              <a:gd name="connsiteX7021" fmla="*/ 1676114 w 3114960"/>
              <a:gd name="connsiteY7021" fmla="*/ 965264 h 5143785"/>
              <a:gd name="connsiteX7022" fmla="*/ 1784414 w 3114960"/>
              <a:gd name="connsiteY7022" fmla="*/ 965264 h 5143785"/>
              <a:gd name="connsiteX7023" fmla="*/ 1784414 w 3114960"/>
              <a:gd name="connsiteY7023" fmla="*/ 970026 h 5143785"/>
              <a:gd name="connsiteX7024" fmla="*/ 1676114 w 3114960"/>
              <a:gd name="connsiteY7024" fmla="*/ 970026 h 5143785"/>
              <a:gd name="connsiteX7025" fmla="*/ 1676114 w 3114960"/>
              <a:gd name="connsiteY7025" fmla="*/ 965264 h 5143785"/>
              <a:gd name="connsiteX7026" fmla="*/ 1718691 w 3114960"/>
              <a:gd name="connsiteY7026" fmla="*/ 824960 h 5143785"/>
              <a:gd name="connsiteX7027" fmla="*/ 1743456 w 3114960"/>
              <a:gd name="connsiteY7027" fmla="*/ 824960 h 5143785"/>
              <a:gd name="connsiteX7028" fmla="*/ 1743456 w 3114960"/>
              <a:gd name="connsiteY7028" fmla="*/ 800195 h 5143785"/>
              <a:gd name="connsiteX7029" fmla="*/ 1718691 w 3114960"/>
              <a:gd name="connsiteY7029" fmla="*/ 800195 h 5143785"/>
              <a:gd name="connsiteX7030" fmla="*/ 1718691 w 3114960"/>
              <a:gd name="connsiteY7030" fmla="*/ 824960 h 5143785"/>
              <a:gd name="connsiteX7031" fmla="*/ 1723453 w 3114960"/>
              <a:gd name="connsiteY7031" fmla="*/ 804958 h 5143785"/>
              <a:gd name="connsiteX7032" fmla="*/ 1738694 w 3114960"/>
              <a:gd name="connsiteY7032" fmla="*/ 804958 h 5143785"/>
              <a:gd name="connsiteX7033" fmla="*/ 1738694 w 3114960"/>
              <a:gd name="connsiteY7033" fmla="*/ 820198 h 5143785"/>
              <a:gd name="connsiteX7034" fmla="*/ 1723453 w 3114960"/>
              <a:gd name="connsiteY7034" fmla="*/ 820198 h 5143785"/>
              <a:gd name="connsiteX7035" fmla="*/ 1723453 w 3114960"/>
              <a:gd name="connsiteY7035" fmla="*/ 804958 h 5143785"/>
              <a:gd name="connsiteX7036" fmla="*/ 1310640 w 3114960"/>
              <a:gd name="connsiteY7036" fmla="*/ 392144 h 5143785"/>
              <a:gd name="connsiteX7037" fmla="*/ 1317117 w 3114960"/>
              <a:gd name="connsiteY7037" fmla="*/ 399098 h 5143785"/>
              <a:gd name="connsiteX7038" fmla="*/ 1311878 w 3114960"/>
              <a:gd name="connsiteY7038" fmla="*/ 403955 h 5143785"/>
              <a:gd name="connsiteX7039" fmla="*/ 1305401 w 3114960"/>
              <a:gd name="connsiteY7039" fmla="*/ 397002 h 5143785"/>
              <a:gd name="connsiteX7040" fmla="*/ 1310640 w 3114960"/>
              <a:gd name="connsiteY7040" fmla="*/ 392144 h 5143785"/>
              <a:gd name="connsiteX7041" fmla="*/ 1276445 w 3114960"/>
              <a:gd name="connsiteY7041" fmla="*/ 3941636 h 5143785"/>
              <a:gd name="connsiteX7042" fmla="*/ 1311212 w 3114960"/>
              <a:gd name="connsiteY7042" fmla="*/ 3910298 h 5143785"/>
              <a:gd name="connsiteX7043" fmla="*/ 1318832 w 3114960"/>
              <a:gd name="connsiteY7043" fmla="*/ 3910298 h 5143785"/>
              <a:gd name="connsiteX7044" fmla="*/ 1318832 w 3114960"/>
              <a:gd name="connsiteY7044" fmla="*/ 3903155 h 5143785"/>
              <a:gd name="connsiteX7045" fmla="*/ 1311212 w 3114960"/>
              <a:gd name="connsiteY7045" fmla="*/ 3903155 h 5143785"/>
              <a:gd name="connsiteX7046" fmla="*/ 1276636 w 3114960"/>
              <a:gd name="connsiteY7046" fmla="*/ 3871627 h 5143785"/>
              <a:gd name="connsiteX7047" fmla="*/ 1241870 w 3114960"/>
              <a:gd name="connsiteY7047" fmla="*/ 3903059 h 5143785"/>
              <a:gd name="connsiteX7048" fmla="*/ 1233773 w 3114960"/>
              <a:gd name="connsiteY7048" fmla="*/ 3903059 h 5143785"/>
              <a:gd name="connsiteX7049" fmla="*/ 1233773 w 3114960"/>
              <a:gd name="connsiteY7049" fmla="*/ 3910203 h 5143785"/>
              <a:gd name="connsiteX7050" fmla="*/ 1241870 w 3114960"/>
              <a:gd name="connsiteY7050" fmla="*/ 3910203 h 5143785"/>
              <a:gd name="connsiteX7051" fmla="*/ 1276350 w 3114960"/>
              <a:gd name="connsiteY7051" fmla="*/ 3941636 h 5143785"/>
              <a:gd name="connsiteX7052" fmla="*/ 1276636 w 3114960"/>
              <a:gd name="connsiteY7052" fmla="*/ 3878771 h 5143785"/>
              <a:gd name="connsiteX7053" fmla="*/ 1304353 w 3114960"/>
              <a:gd name="connsiteY7053" fmla="*/ 3906679 h 5143785"/>
              <a:gd name="connsiteX7054" fmla="*/ 1276445 w 3114960"/>
              <a:gd name="connsiteY7054" fmla="*/ 3934397 h 5143785"/>
              <a:gd name="connsiteX7055" fmla="*/ 1248728 w 3114960"/>
              <a:gd name="connsiteY7055" fmla="*/ 3906488 h 5143785"/>
              <a:gd name="connsiteX7056" fmla="*/ 1276636 w 3114960"/>
              <a:gd name="connsiteY7056" fmla="*/ 3878675 h 5143785"/>
              <a:gd name="connsiteX7057" fmla="*/ 1316736 w 3114960"/>
              <a:gd name="connsiteY7057" fmla="*/ 484061 h 5143785"/>
              <a:gd name="connsiteX7058" fmla="*/ 1323880 w 3114960"/>
              <a:gd name="connsiteY7058" fmla="*/ 484061 h 5143785"/>
              <a:gd name="connsiteX7059" fmla="*/ 1323880 w 3114960"/>
              <a:gd name="connsiteY7059" fmla="*/ 493586 h 5143785"/>
              <a:gd name="connsiteX7060" fmla="*/ 1316736 w 3114960"/>
              <a:gd name="connsiteY7060" fmla="*/ 493586 h 5143785"/>
              <a:gd name="connsiteX7061" fmla="*/ 1316736 w 3114960"/>
              <a:gd name="connsiteY7061" fmla="*/ 484061 h 5143785"/>
              <a:gd name="connsiteX7062" fmla="*/ 2001393 w 3114960"/>
              <a:gd name="connsiteY7062" fmla="*/ 570929 h 5143785"/>
              <a:gd name="connsiteX7063" fmla="*/ 2001679 w 3114960"/>
              <a:gd name="connsiteY7063" fmla="*/ 521875 h 5143785"/>
              <a:gd name="connsiteX7064" fmla="*/ 2012347 w 3114960"/>
              <a:gd name="connsiteY7064" fmla="*/ 514160 h 5143785"/>
              <a:gd name="connsiteX7065" fmla="*/ 2005775 w 3114960"/>
              <a:gd name="connsiteY7065" fmla="*/ 494633 h 5143785"/>
              <a:gd name="connsiteX7066" fmla="*/ 1986248 w 3114960"/>
              <a:gd name="connsiteY7066" fmla="*/ 501206 h 5143785"/>
              <a:gd name="connsiteX7067" fmla="*/ 1992821 w 3114960"/>
              <a:gd name="connsiteY7067" fmla="*/ 520732 h 5143785"/>
              <a:gd name="connsiteX7068" fmla="*/ 1996916 w 3114960"/>
              <a:gd name="connsiteY7068" fmla="*/ 521970 h 5143785"/>
              <a:gd name="connsiteX7069" fmla="*/ 1996631 w 3114960"/>
              <a:gd name="connsiteY7069" fmla="*/ 568833 h 5143785"/>
              <a:gd name="connsiteX7070" fmla="*/ 1949577 w 3114960"/>
              <a:gd name="connsiteY7070" fmla="*/ 608743 h 5143785"/>
              <a:gd name="connsiteX7071" fmla="*/ 1949291 w 3114960"/>
              <a:gd name="connsiteY7071" fmla="*/ 699992 h 5143785"/>
              <a:gd name="connsiteX7072" fmla="*/ 1948910 w 3114960"/>
              <a:gd name="connsiteY7072" fmla="*/ 699992 h 5143785"/>
              <a:gd name="connsiteX7073" fmla="*/ 1938147 w 3114960"/>
              <a:gd name="connsiteY7073" fmla="*/ 706755 h 5143785"/>
              <a:gd name="connsiteX7074" fmla="*/ 1935290 w 3114960"/>
              <a:gd name="connsiteY7074" fmla="*/ 719138 h 5143785"/>
              <a:gd name="connsiteX7075" fmla="*/ 1951577 w 3114960"/>
              <a:gd name="connsiteY7075" fmla="*/ 732949 h 5143785"/>
              <a:gd name="connsiteX7076" fmla="*/ 1954340 w 3114960"/>
              <a:gd name="connsiteY7076" fmla="*/ 732758 h 5143785"/>
              <a:gd name="connsiteX7077" fmla="*/ 1965103 w 3114960"/>
              <a:gd name="connsiteY7077" fmla="*/ 725996 h 5143785"/>
              <a:gd name="connsiteX7078" fmla="*/ 1967960 w 3114960"/>
              <a:gd name="connsiteY7078" fmla="*/ 713613 h 5143785"/>
              <a:gd name="connsiteX7079" fmla="*/ 1961198 w 3114960"/>
              <a:gd name="connsiteY7079" fmla="*/ 702850 h 5143785"/>
              <a:gd name="connsiteX7080" fmla="*/ 1953959 w 3114960"/>
              <a:gd name="connsiteY7080" fmla="*/ 699992 h 5143785"/>
              <a:gd name="connsiteX7081" fmla="*/ 1954244 w 3114960"/>
              <a:gd name="connsiteY7081" fmla="*/ 610934 h 5143785"/>
              <a:gd name="connsiteX7082" fmla="*/ 2001298 w 3114960"/>
              <a:gd name="connsiteY7082" fmla="*/ 571024 h 5143785"/>
              <a:gd name="connsiteX7083" fmla="*/ 1995011 w 3114960"/>
              <a:gd name="connsiteY7083" fmla="*/ 516350 h 5143785"/>
              <a:gd name="connsiteX7084" fmla="*/ 1990630 w 3114960"/>
              <a:gd name="connsiteY7084" fmla="*/ 503206 h 5143785"/>
              <a:gd name="connsiteX7085" fmla="*/ 1999393 w 3114960"/>
              <a:gd name="connsiteY7085" fmla="*/ 497777 h 5143785"/>
              <a:gd name="connsiteX7086" fmla="*/ 2003679 w 3114960"/>
              <a:gd name="connsiteY7086" fmla="*/ 498824 h 5143785"/>
              <a:gd name="connsiteX7087" fmla="*/ 2008061 w 3114960"/>
              <a:gd name="connsiteY7087" fmla="*/ 511969 h 5143785"/>
              <a:gd name="connsiteX7088" fmla="*/ 1994916 w 3114960"/>
              <a:gd name="connsiteY7088" fmla="*/ 516350 h 5143785"/>
              <a:gd name="connsiteX7089" fmla="*/ 1958531 w 3114960"/>
              <a:gd name="connsiteY7089" fmla="*/ 706660 h 5143785"/>
              <a:gd name="connsiteX7090" fmla="*/ 1963293 w 3114960"/>
              <a:gd name="connsiteY7090" fmla="*/ 714280 h 5143785"/>
              <a:gd name="connsiteX7091" fmla="*/ 1961293 w 3114960"/>
              <a:gd name="connsiteY7091" fmla="*/ 723043 h 5143785"/>
              <a:gd name="connsiteX7092" fmla="*/ 1953673 w 3114960"/>
              <a:gd name="connsiteY7092" fmla="*/ 727805 h 5143785"/>
              <a:gd name="connsiteX7093" fmla="*/ 1940147 w 3114960"/>
              <a:gd name="connsiteY7093" fmla="*/ 718185 h 5143785"/>
              <a:gd name="connsiteX7094" fmla="*/ 1942148 w 3114960"/>
              <a:gd name="connsiteY7094" fmla="*/ 709422 h 5143785"/>
              <a:gd name="connsiteX7095" fmla="*/ 1949768 w 3114960"/>
              <a:gd name="connsiteY7095" fmla="*/ 704660 h 5143785"/>
              <a:gd name="connsiteX7096" fmla="*/ 1951768 w 3114960"/>
              <a:gd name="connsiteY7096" fmla="*/ 704469 h 5143785"/>
              <a:gd name="connsiteX7097" fmla="*/ 1958531 w 3114960"/>
              <a:gd name="connsiteY7097" fmla="*/ 706660 h 5143785"/>
              <a:gd name="connsiteX7098" fmla="*/ 1323975 w 3114960"/>
              <a:gd name="connsiteY7098" fmla="*/ 474726 h 5143785"/>
              <a:gd name="connsiteX7099" fmla="*/ 1316831 w 3114960"/>
              <a:gd name="connsiteY7099" fmla="*/ 474726 h 5143785"/>
              <a:gd name="connsiteX7100" fmla="*/ 1316831 w 3114960"/>
              <a:gd name="connsiteY7100" fmla="*/ 465201 h 5143785"/>
              <a:gd name="connsiteX7101" fmla="*/ 1323975 w 3114960"/>
              <a:gd name="connsiteY7101" fmla="*/ 465201 h 5143785"/>
              <a:gd name="connsiteX7102" fmla="*/ 1323975 w 3114960"/>
              <a:gd name="connsiteY7102" fmla="*/ 474726 h 5143785"/>
              <a:gd name="connsiteX7103" fmla="*/ 1941957 w 3114960"/>
              <a:gd name="connsiteY7103" fmla="*/ 716280 h 5143785"/>
              <a:gd name="connsiteX7104" fmla="*/ 1951768 w 3114960"/>
              <a:gd name="connsiteY7104" fmla="*/ 726091 h 5143785"/>
              <a:gd name="connsiteX7105" fmla="*/ 1961578 w 3114960"/>
              <a:gd name="connsiteY7105" fmla="*/ 716280 h 5143785"/>
              <a:gd name="connsiteX7106" fmla="*/ 1951768 w 3114960"/>
              <a:gd name="connsiteY7106" fmla="*/ 706469 h 5143785"/>
              <a:gd name="connsiteX7107" fmla="*/ 1941957 w 3114960"/>
              <a:gd name="connsiteY7107" fmla="*/ 716280 h 5143785"/>
              <a:gd name="connsiteX7108" fmla="*/ 1959102 w 3114960"/>
              <a:gd name="connsiteY7108" fmla="*/ 716280 h 5143785"/>
              <a:gd name="connsiteX7109" fmla="*/ 1951673 w 3114960"/>
              <a:gd name="connsiteY7109" fmla="*/ 723710 h 5143785"/>
              <a:gd name="connsiteX7110" fmla="*/ 1944243 w 3114960"/>
              <a:gd name="connsiteY7110" fmla="*/ 716280 h 5143785"/>
              <a:gd name="connsiteX7111" fmla="*/ 1951673 w 3114960"/>
              <a:gd name="connsiteY7111" fmla="*/ 708851 h 5143785"/>
              <a:gd name="connsiteX7112" fmla="*/ 1959102 w 3114960"/>
              <a:gd name="connsiteY7112" fmla="*/ 716280 h 5143785"/>
              <a:gd name="connsiteX7113" fmla="*/ 1710119 w 3114960"/>
              <a:gd name="connsiteY7113" fmla="*/ 2112740 h 5143785"/>
              <a:gd name="connsiteX7114" fmla="*/ 1697165 w 3114960"/>
              <a:gd name="connsiteY7114" fmla="*/ 2112740 h 5143785"/>
              <a:gd name="connsiteX7115" fmla="*/ 1694498 w 3114960"/>
              <a:gd name="connsiteY7115" fmla="*/ 2115407 h 5143785"/>
              <a:gd name="connsiteX7116" fmla="*/ 1694498 w 3114960"/>
              <a:gd name="connsiteY7116" fmla="*/ 2120170 h 5143785"/>
              <a:gd name="connsiteX7117" fmla="*/ 1629061 w 3114960"/>
              <a:gd name="connsiteY7117" fmla="*/ 2119694 h 5143785"/>
              <a:gd name="connsiteX7118" fmla="*/ 1601629 w 3114960"/>
              <a:gd name="connsiteY7118" fmla="*/ 2093881 h 5143785"/>
              <a:gd name="connsiteX7119" fmla="*/ 1532477 w 3114960"/>
              <a:gd name="connsiteY7119" fmla="*/ 2093881 h 5143785"/>
              <a:gd name="connsiteX7120" fmla="*/ 1529715 w 3114960"/>
              <a:gd name="connsiteY7120" fmla="*/ 2092643 h 5143785"/>
              <a:gd name="connsiteX7121" fmla="*/ 1526096 w 3114960"/>
              <a:gd name="connsiteY7121" fmla="*/ 2096262 h 5143785"/>
              <a:gd name="connsiteX7122" fmla="*/ 1529715 w 3114960"/>
              <a:gd name="connsiteY7122" fmla="*/ 2099882 h 5143785"/>
              <a:gd name="connsiteX7123" fmla="*/ 1532477 w 3114960"/>
              <a:gd name="connsiteY7123" fmla="*/ 2098643 h 5143785"/>
              <a:gd name="connsiteX7124" fmla="*/ 1599724 w 3114960"/>
              <a:gd name="connsiteY7124" fmla="*/ 2098643 h 5143785"/>
              <a:gd name="connsiteX7125" fmla="*/ 1627156 w 3114960"/>
              <a:gd name="connsiteY7125" fmla="*/ 2124456 h 5143785"/>
              <a:gd name="connsiteX7126" fmla="*/ 1694498 w 3114960"/>
              <a:gd name="connsiteY7126" fmla="*/ 2124932 h 5143785"/>
              <a:gd name="connsiteX7127" fmla="*/ 1694498 w 3114960"/>
              <a:gd name="connsiteY7127" fmla="*/ 2128361 h 5143785"/>
              <a:gd name="connsiteX7128" fmla="*/ 1697165 w 3114960"/>
              <a:gd name="connsiteY7128" fmla="*/ 2131028 h 5143785"/>
              <a:gd name="connsiteX7129" fmla="*/ 1709928 w 3114960"/>
              <a:gd name="connsiteY7129" fmla="*/ 2131028 h 5143785"/>
              <a:gd name="connsiteX7130" fmla="*/ 1781747 w 3114960"/>
              <a:gd name="connsiteY7130" fmla="*/ 2201132 h 5143785"/>
              <a:gd name="connsiteX7131" fmla="*/ 1781747 w 3114960"/>
              <a:gd name="connsiteY7131" fmla="*/ 2210181 h 5143785"/>
              <a:gd name="connsiteX7132" fmla="*/ 1834134 w 3114960"/>
              <a:gd name="connsiteY7132" fmla="*/ 2257997 h 5143785"/>
              <a:gd name="connsiteX7133" fmla="*/ 1843183 w 3114960"/>
              <a:gd name="connsiteY7133" fmla="*/ 2258663 h 5143785"/>
              <a:gd name="connsiteX7134" fmla="*/ 1927289 w 3114960"/>
              <a:gd name="connsiteY7134" fmla="*/ 2341531 h 5143785"/>
              <a:gd name="connsiteX7135" fmla="*/ 1927384 w 3114960"/>
              <a:gd name="connsiteY7135" fmla="*/ 2341531 h 5143785"/>
              <a:gd name="connsiteX7136" fmla="*/ 1927384 w 3114960"/>
              <a:gd name="connsiteY7136" fmla="*/ 2351913 h 5143785"/>
              <a:gd name="connsiteX7137" fmla="*/ 1932432 w 3114960"/>
              <a:gd name="connsiteY7137" fmla="*/ 2356961 h 5143785"/>
              <a:gd name="connsiteX7138" fmla="*/ 1945386 w 3114960"/>
              <a:gd name="connsiteY7138" fmla="*/ 2356961 h 5143785"/>
              <a:gd name="connsiteX7139" fmla="*/ 1950434 w 3114960"/>
              <a:gd name="connsiteY7139" fmla="*/ 2351913 h 5143785"/>
              <a:gd name="connsiteX7140" fmla="*/ 1950434 w 3114960"/>
              <a:gd name="connsiteY7140" fmla="*/ 2338959 h 5143785"/>
              <a:gd name="connsiteX7141" fmla="*/ 1945386 w 3114960"/>
              <a:gd name="connsiteY7141" fmla="*/ 2333911 h 5143785"/>
              <a:gd name="connsiteX7142" fmla="*/ 1932432 w 3114960"/>
              <a:gd name="connsiteY7142" fmla="*/ 2333911 h 5143785"/>
              <a:gd name="connsiteX7143" fmla="*/ 1930241 w 3114960"/>
              <a:gd name="connsiteY7143" fmla="*/ 2334482 h 5143785"/>
              <a:gd name="connsiteX7144" fmla="*/ 1846326 w 3114960"/>
              <a:gd name="connsiteY7144" fmla="*/ 2251805 h 5143785"/>
              <a:gd name="connsiteX7145" fmla="*/ 1837182 w 3114960"/>
              <a:gd name="connsiteY7145" fmla="*/ 2251043 h 5143785"/>
              <a:gd name="connsiteX7146" fmla="*/ 1788986 w 3114960"/>
              <a:gd name="connsiteY7146" fmla="*/ 2206943 h 5143785"/>
              <a:gd name="connsiteX7147" fmla="*/ 1788986 w 3114960"/>
              <a:gd name="connsiteY7147" fmla="*/ 2198084 h 5143785"/>
              <a:gd name="connsiteX7148" fmla="*/ 1712881 w 3114960"/>
              <a:gd name="connsiteY7148" fmla="*/ 2123885 h 5143785"/>
              <a:gd name="connsiteX7149" fmla="*/ 1712786 w 3114960"/>
              <a:gd name="connsiteY7149" fmla="*/ 2123885 h 5143785"/>
              <a:gd name="connsiteX7150" fmla="*/ 1712786 w 3114960"/>
              <a:gd name="connsiteY7150" fmla="*/ 2115407 h 5143785"/>
              <a:gd name="connsiteX7151" fmla="*/ 1710119 w 3114960"/>
              <a:gd name="connsiteY7151" fmla="*/ 2112740 h 5143785"/>
              <a:gd name="connsiteX7152" fmla="*/ 1932527 w 3114960"/>
              <a:gd name="connsiteY7152" fmla="*/ 2338769 h 5143785"/>
              <a:gd name="connsiteX7153" fmla="*/ 1945767 w 3114960"/>
              <a:gd name="connsiteY7153" fmla="*/ 2339054 h 5143785"/>
              <a:gd name="connsiteX7154" fmla="*/ 1945767 w 3114960"/>
              <a:gd name="connsiteY7154" fmla="*/ 2352008 h 5143785"/>
              <a:gd name="connsiteX7155" fmla="*/ 1945481 w 3114960"/>
              <a:gd name="connsiteY7155" fmla="*/ 2352294 h 5143785"/>
              <a:gd name="connsiteX7156" fmla="*/ 1932242 w 3114960"/>
              <a:gd name="connsiteY7156" fmla="*/ 2352008 h 5143785"/>
              <a:gd name="connsiteX7157" fmla="*/ 1932527 w 3114960"/>
              <a:gd name="connsiteY7157" fmla="*/ 2338769 h 5143785"/>
              <a:gd name="connsiteX7158" fmla="*/ 1258443 w 3114960"/>
              <a:gd name="connsiteY7158" fmla="*/ 3906584 h 5143785"/>
              <a:gd name="connsiteX7159" fmla="*/ 1276636 w 3114960"/>
              <a:gd name="connsiteY7159" fmla="*/ 3888581 h 5143785"/>
              <a:gd name="connsiteX7160" fmla="*/ 1294638 w 3114960"/>
              <a:gd name="connsiteY7160" fmla="*/ 3906774 h 5143785"/>
              <a:gd name="connsiteX7161" fmla="*/ 1276445 w 3114960"/>
              <a:gd name="connsiteY7161" fmla="*/ 3924776 h 5143785"/>
              <a:gd name="connsiteX7162" fmla="*/ 1258443 w 3114960"/>
              <a:gd name="connsiteY7162" fmla="*/ 3906584 h 5143785"/>
              <a:gd name="connsiteX7163" fmla="*/ 1394936 w 3114960"/>
              <a:gd name="connsiteY7163" fmla="*/ 990981 h 5143785"/>
              <a:gd name="connsiteX7164" fmla="*/ 1395222 w 3114960"/>
              <a:gd name="connsiteY7164" fmla="*/ 1143953 h 5143785"/>
              <a:gd name="connsiteX7165" fmla="*/ 1420654 w 3114960"/>
              <a:gd name="connsiteY7165" fmla="*/ 1165860 h 5143785"/>
              <a:gd name="connsiteX7166" fmla="*/ 1428941 w 3114960"/>
              <a:gd name="connsiteY7166" fmla="*/ 1165860 h 5143785"/>
              <a:gd name="connsiteX7167" fmla="*/ 1428941 w 3114960"/>
              <a:gd name="connsiteY7167" fmla="*/ 1167956 h 5143785"/>
              <a:gd name="connsiteX7168" fmla="*/ 1432751 w 3114960"/>
              <a:gd name="connsiteY7168" fmla="*/ 1171766 h 5143785"/>
              <a:gd name="connsiteX7169" fmla="*/ 1452848 w 3114960"/>
              <a:gd name="connsiteY7169" fmla="*/ 1171766 h 5143785"/>
              <a:gd name="connsiteX7170" fmla="*/ 1456658 w 3114960"/>
              <a:gd name="connsiteY7170" fmla="*/ 1167956 h 5143785"/>
              <a:gd name="connsiteX7171" fmla="*/ 1456658 w 3114960"/>
              <a:gd name="connsiteY7171" fmla="*/ 1165860 h 5143785"/>
              <a:gd name="connsiteX7172" fmla="*/ 1618869 w 3114960"/>
              <a:gd name="connsiteY7172" fmla="*/ 1165860 h 5143785"/>
              <a:gd name="connsiteX7173" fmla="*/ 1668399 w 3114960"/>
              <a:gd name="connsiteY7173" fmla="*/ 1210532 h 5143785"/>
              <a:gd name="connsiteX7174" fmla="*/ 1666780 w 3114960"/>
              <a:gd name="connsiteY7174" fmla="*/ 1225582 h 5143785"/>
              <a:gd name="connsiteX7175" fmla="*/ 1675067 w 3114960"/>
              <a:gd name="connsiteY7175" fmla="*/ 1233011 h 5143785"/>
              <a:gd name="connsiteX7176" fmla="*/ 1679924 w 3114960"/>
              <a:gd name="connsiteY7176" fmla="*/ 1233869 h 5143785"/>
              <a:gd name="connsiteX7177" fmla="*/ 1686211 w 3114960"/>
              <a:gd name="connsiteY7177" fmla="*/ 1232440 h 5143785"/>
              <a:gd name="connsiteX7178" fmla="*/ 1693640 w 3114960"/>
              <a:gd name="connsiteY7178" fmla="*/ 1224153 h 5143785"/>
              <a:gd name="connsiteX7179" fmla="*/ 1693069 w 3114960"/>
              <a:gd name="connsiteY7179" fmla="*/ 1213009 h 5143785"/>
              <a:gd name="connsiteX7180" fmla="*/ 1684782 w 3114960"/>
              <a:gd name="connsiteY7180" fmla="*/ 1205579 h 5143785"/>
              <a:gd name="connsiteX7181" fmla="*/ 1673638 w 3114960"/>
              <a:gd name="connsiteY7181" fmla="*/ 1206151 h 5143785"/>
              <a:gd name="connsiteX7182" fmla="*/ 1671923 w 3114960"/>
              <a:gd name="connsiteY7182" fmla="*/ 1207199 h 5143785"/>
              <a:gd name="connsiteX7183" fmla="*/ 1620679 w 3114960"/>
              <a:gd name="connsiteY7183" fmla="*/ 1161098 h 5143785"/>
              <a:gd name="connsiteX7184" fmla="*/ 1456563 w 3114960"/>
              <a:gd name="connsiteY7184" fmla="*/ 1161098 h 5143785"/>
              <a:gd name="connsiteX7185" fmla="*/ 1456563 w 3114960"/>
              <a:gd name="connsiteY7185" fmla="*/ 1159002 h 5143785"/>
              <a:gd name="connsiteX7186" fmla="*/ 1452753 w 3114960"/>
              <a:gd name="connsiteY7186" fmla="*/ 1155192 h 5143785"/>
              <a:gd name="connsiteX7187" fmla="*/ 1432655 w 3114960"/>
              <a:gd name="connsiteY7187" fmla="*/ 1155192 h 5143785"/>
              <a:gd name="connsiteX7188" fmla="*/ 1428845 w 3114960"/>
              <a:gd name="connsiteY7188" fmla="*/ 1159002 h 5143785"/>
              <a:gd name="connsiteX7189" fmla="*/ 1428845 w 3114960"/>
              <a:gd name="connsiteY7189" fmla="*/ 1161098 h 5143785"/>
              <a:gd name="connsiteX7190" fmla="*/ 1422368 w 3114960"/>
              <a:gd name="connsiteY7190" fmla="*/ 1161098 h 5143785"/>
              <a:gd name="connsiteX7191" fmla="*/ 1399889 w 3114960"/>
              <a:gd name="connsiteY7191" fmla="*/ 1141762 h 5143785"/>
              <a:gd name="connsiteX7192" fmla="*/ 1399603 w 3114960"/>
              <a:gd name="connsiteY7192" fmla="*/ 989076 h 5143785"/>
              <a:gd name="connsiteX7193" fmla="*/ 1286828 w 3114960"/>
              <a:gd name="connsiteY7193" fmla="*/ 861822 h 5143785"/>
              <a:gd name="connsiteX7194" fmla="*/ 1286828 w 3114960"/>
              <a:gd name="connsiteY7194" fmla="*/ 854297 h 5143785"/>
              <a:gd name="connsiteX7195" fmla="*/ 1291114 w 3114960"/>
              <a:gd name="connsiteY7195" fmla="*/ 854297 h 5143785"/>
              <a:gd name="connsiteX7196" fmla="*/ 1297972 w 3114960"/>
              <a:gd name="connsiteY7196" fmla="*/ 847439 h 5143785"/>
              <a:gd name="connsiteX7197" fmla="*/ 1297972 w 3114960"/>
              <a:gd name="connsiteY7197" fmla="*/ 833057 h 5143785"/>
              <a:gd name="connsiteX7198" fmla="*/ 1291114 w 3114960"/>
              <a:gd name="connsiteY7198" fmla="*/ 826199 h 5143785"/>
              <a:gd name="connsiteX7199" fmla="*/ 1286828 w 3114960"/>
              <a:gd name="connsiteY7199" fmla="*/ 826199 h 5143785"/>
              <a:gd name="connsiteX7200" fmla="*/ 1286828 w 3114960"/>
              <a:gd name="connsiteY7200" fmla="*/ 767620 h 5143785"/>
              <a:gd name="connsiteX7201" fmla="*/ 1304353 w 3114960"/>
              <a:gd name="connsiteY7201" fmla="*/ 754571 h 5143785"/>
              <a:gd name="connsiteX7202" fmla="*/ 1303115 w 3114960"/>
              <a:gd name="connsiteY7202" fmla="*/ 598551 h 5143785"/>
              <a:gd name="connsiteX7203" fmla="*/ 1322451 w 3114960"/>
              <a:gd name="connsiteY7203" fmla="*/ 586073 h 5143785"/>
              <a:gd name="connsiteX7204" fmla="*/ 1322451 w 3114960"/>
              <a:gd name="connsiteY7204" fmla="*/ 531876 h 5143785"/>
              <a:gd name="connsiteX7205" fmla="*/ 1333405 w 3114960"/>
              <a:gd name="connsiteY7205" fmla="*/ 518827 h 5143785"/>
              <a:gd name="connsiteX7206" fmla="*/ 1329595 w 3114960"/>
              <a:gd name="connsiteY7206" fmla="*/ 509302 h 5143785"/>
              <a:gd name="connsiteX7207" fmla="*/ 1323689 w 3114960"/>
              <a:gd name="connsiteY7207" fmla="*/ 505968 h 5143785"/>
              <a:gd name="connsiteX7208" fmla="*/ 1323689 w 3114960"/>
              <a:gd name="connsiteY7208" fmla="*/ 502920 h 5143785"/>
              <a:gd name="connsiteX7209" fmla="*/ 1316546 w 3114960"/>
              <a:gd name="connsiteY7209" fmla="*/ 502920 h 5143785"/>
              <a:gd name="connsiteX7210" fmla="*/ 1316546 w 3114960"/>
              <a:gd name="connsiteY7210" fmla="*/ 505873 h 5143785"/>
              <a:gd name="connsiteX7211" fmla="*/ 1306544 w 3114960"/>
              <a:gd name="connsiteY7211" fmla="*/ 518732 h 5143785"/>
              <a:gd name="connsiteX7212" fmla="*/ 1317689 w 3114960"/>
              <a:gd name="connsiteY7212" fmla="*/ 532067 h 5143785"/>
              <a:gd name="connsiteX7213" fmla="*/ 1317689 w 3114960"/>
              <a:gd name="connsiteY7213" fmla="*/ 583692 h 5143785"/>
              <a:gd name="connsiteX7214" fmla="*/ 1298353 w 3114960"/>
              <a:gd name="connsiteY7214" fmla="*/ 596170 h 5143785"/>
              <a:gd name="connsiteX7215" fmla="*/ 1299591 w 3114960"/>
              <a:gd name="connsiteY7215" fmla="*/ 752380 h 5143785"/>
              <a:gd name="connsiteX7216" fmla="*/ 1282065 w 3114960"/>
              <a:gd name="connsiteY7216" fmla="*/ 765334 h 5143785"/>
              <a:gd name="connsiteX7217" fmla="*/ 1282065 w 3114960"/>
              <a:gd name="connsiteY7217" fmla="*/ 826294 h 5143785"/>
              <a:gd name="connsiteX7218" fmla="*/ 1276636 w 3114960"/>
              <a:gd name="connsiteY7218" fmla="*/ 826294 h 5143785"/>
              <a:gd name="connsiteX7219" fmla="*/ 1269778 w 3114960"/>
              <a:gd name="connsiteY7219" fmla="*/ 833152 h 5143785"/>
              <a:gd name="connsiteX7220" fmla="*/ 1269778 w 3114960"/>
              <a:gd name="connsiteY7220" fmla="*/ 847630 h 5143785"/>
              <a:gd name="connsiteX7221" fmla="*/ 1276636 w 3114960"/>
              <a:gd name="connsiteY7221" fmla="*/ 854488 h 5143785"/>
              <a:gd name="connsiteX7222" fmla="*/ 1282065 w 3114960"/>
              <a:gd name="connsiteY7222" fmla="*/ 854488 h 5143785"/>
              <a:gd name="connsiteX7223" fmla="*/ 1282065 w 3114960"/>
              <a:gd name="connsiteY7223" fmla="*/ 863822 h 5143785"/>
              <a:gd name="connsiteX7224" fmla="*/ 1394841 w 3114960"/>
              <a:gd name="connsiteY7224" fmla="*/ 991076 h 5143785"/>
              <a:gd name="connsiteX7225" fmla="*/ 1675828 w 3114960"/>
              <a:gd name="connsiteY7225" fmla="*/ 1210532 h 5143785"/>
              <a:gd name="connsiteX7226" fmla="*/ 1680020 w 3114960"/>
              <a:gd name="connsiteY7226" fmla="*/ 1209580 h 5143785"/>
              <a:gd name="connsiteX7227" fmla="*/ 1683258 w 3114960"/>
              <a:gd name="connsiteY7227" fmla="*/ 1210151 h 5143785"/>
              <a:gd name="connsiteX7228" fmla="*/ 1688782 w 3114960"/>
              <a:gd name="connsiteY7228" fmla="*/ 1215104 h 5143785"/>
              <a:gd name="connsiteX7229" fmla="*/ 1689164 w 3114960"/>
              <a:gd name="connsiteY7229" fmla="*/ 1222629 h 5143785"/>
              <a:gd name="connsiteX7230" fmla="*/ 1684211 w 3114960"/>
              <a:gd name="connsiteY7230" fmla="*/ 1228153 h 5143785"/>
              <a:gd name="connsiteX7231" fmla="*/ 1676686 w 3114960"/>
              <a:gd name="connsiteY7231" fmla="*/ 1228535 h 5143785"/>
              <a:gd name="connsiteX7232" fmla="*/ 1671066 w 3114960"/>
              <a:gd name="connsiteY7232" fmla="*/ 1223582 h 5143785"/>
              <a:gd name="connsiteX7233" fmla="*/ 1675638 w 3114960"/>
              <a:gd name="connsiteY7233" fmla="*/ 1210532 h 5143785"/>
              <a:gd name="connsiteX7234" fmla="*/ 1451896 w 3114960"/>
              <a:gd name="connsiteY7234" fmla="*/ 1159955 h 5143785"/>
              <a:gd name="connsiteX7235" fmla="*/ 1451896 w 3114960"/>
              <a:gd name="connsiteY7235" fmla="*/ 1167098 h 5143785"/>
              <a:gd name="connsiteX7236" fmla="*/ 1445419 w 3114960"/>
              <a:gd name="connsiteY7236" fmla="*/ 1167098 h 5143785"/>
              <a:gd name="connsiteX7237" fmla="*/ 1442466 w 3114960"/>
              <a:gd name="connsiteY7237" fmla="*/ 1164812 h 5143785"/>
              <a:gd name="connsiteX7238" fmla="*/ 1445990 w 3114960"/>
              <a:gd name="connsiteY7238" fmla="*/ 1162431 h 5143785"/>
              <a:gd name="connsiteX7239" fmla="*/ 1446467 w 3114960"/>
              <a:gd name="connsiteY7239" fmla="*/ 1161479 h 5143785"/>
              <a:gd name="connsiteX7240" fmla="*/ 1445990 w 3114960"/>
              <a:gd name="connsiteY7240" fmla="*/ 1160526 h 5143785"/>
              <a:gd name="connsiteX7241" fmla="*/ 1445324 w 3114960"/>
              <a:gd name="connsiteY7241" fmla="*/ 1160050 h 5143785"/>
              <a:gd name="connsiteX7242" fmla="*/ 1451801 w 3114960"/>
              <a:gd name="connsiteY7242" fmla="*/ 1160050 h 5143785"/>
              <a:gd name="connsiteX7243" fmla="*/ 1433703 w 3114960"/>
              <a:gd name="connsiteY7243" fmla="*/ 1159955 h 5143785"/>
              <a:gd name="connsiteX7244" fmla="*/ 1441609 w 3114960"/>
              <a:gd name="connsiteY7244" fmla="*/ 1159955 h 5143785"/>
              <a:gd name="connsiteX7245" fmla="*/ 1443323 w 3114960"/>
              <a:gd name="connsiteY7245" fmla="*/ 1161288 h 5143785"/>
              <a:gd name="connsiteX7246" fmla="*/ 1439799 w 3114960"/>
              <a:gd name="connsiteY7246" fmla="*/ 1163669 h 5143785"/>
              <a:gd name="connsiteX7247" fmla="*/ 1439323 w 3114960"/>
              <a:gd name="connsiteY7247" fmla="*/ 1164622 h 5143785"/>
              <a:gd name="connsiteX7248" fmla="*/ 1439799 w 3114960"/>
              <a:gd name="connsiteY7248" fmla="*/ 1165574 h 5143785"/>
              <a:gd name="connsiteX7249" fmla="*/ 1441704 w 3114960"/>
              <a:gd name="connsiteY7249" fmla="*/ 1167003 h 5143785"/>
              <a:gd name="connsiteX7250" fmla="*/ 1433798 w 3114960"/>
              <a:gd name="connsiteY7250" fmla="*/ 1167003 h 5143785"/>
              <a:gd name="connsiteX7251" fmla="*/ 1433798 w 3114960"/>
              <a:gd name="connsiteY7251" fmla="*/ 1159859 h 5143785"/>
              <a:gd name="connsiteX7252" fmla="*/ 1311212 w 3114960"/>
              <a:gd name="connsiteY7252" fmla="*/ 518827 h 5143785"/>
              <a:gd name="connsiteX7253" fmla="*/ 1319879 w 3114960"/>
              <a:gd name="connsiteY7253" fmla="*/ 510254 h 5143785"/>
              <a:gd name="connsiteX7254" fmla="*/ 1319879 w 3114960"/>
              <a:gd name="connsiteY7254" fmla="*/ 510254 h 5143785"/>
              <a:gd name="connsiteX7255" fmla="*/ 1325975 w 3114960"/>
              <a:gd name="connsiteY7255" fmla="*/ 512826 h 5143785"/>
              <a:gd name="connsiteX7256" fmla="*/ 1328452 w 3114960"/>
              <a:gd name="connsiteY7256" fmla="*/ 519017 h 5143785"/>
              <a:gd name="connsiteX7257" fmla="*/ 1319784 w 3114960"/>
              <a:gd name="connsiteY7257" fmla="*/ 527590 h 5143785"/>
              <a:gd name="connsiteX7258" fmla="*/ 1319784 w 3114960"/>
              <a:gd name="connsiteY7258" fmla="*/ 527590 h 5143785"/>
              <a:gd name="connsiteX7259" fmla="*/ 1311212 w 3114960"/>
              <a:gd name="connsiteY7259" fmla="*/ 518827 h 5143785"/>
              <a:gd name="connsiteX7260" fmla="*/ 1276731 w 3114960"/>
              <a:gd name="connsiteY7260" fmla="*/ 849630 h 5143785"/>
              <a:gd name="connsiteX7261" fmla="*/ 1274636 w 3114960"/>
              <a:gd name="connsiteY7261" fmla="*/ 847535 h 5143785"/>
              <a:gd name="connsiteX7262" fmla="*/ 1274636 w 3114960"/>
              <a:gd name="connsiteY7262" fmla="*/ 833057 h 5143785"/>
              <a:gd name="connsiteX7263" fmla="*/ 1276731 w 3114960"/>
              <a:gd name="connsiteY7263" fmla="*/ 830961 h 5143785"/>
              <a:gd name="connsiteX7264" fmla="*/ 1291114 w 3114960"/>
              <a:gd name="connsiteY7264" fmla="*/ 830961 h 5143785"/>
              <a:gd name="connsiteX7265" fmla="*/ 1293209 w 3114960"/>
              <a:gd name="connsiteY7265" fmla="*/ 833057 h 5143785"/>
              <a:gd name="connsiteX7266" fmla="*/ 1293209 w 3114960"/>
              <a:gd name="connsiteY7266" fmla="*/ 847439 h 5143785"/>
              <a:gd name="connsiteX7267" fmla="*/ 1291114 w 3114960"/>
              <a:gd name="connsiteY7267" fmla="*/ 849535 h 5143785"/>
              <a:gd name="connsiteX7268" fmla="*/ 1276731 w 3114960"/>
              <a:gd name="connsiteY7268" fmla="*/ 849535 h 5143785"/>
              <a:gd name="connsiteX7269" fmla="*/ 1297781 w 3114960"/>
              <a:gd name="connsiteY7269" fmla="*/ 378238 h 5143785"/>
              <a:gd name="connsiteX7270" fmla="*/ 1304258 w 3114960"/>
              <a:gd name="connsiteY7270" fmla="*/ 385191 h 5143785"/>
              <a:gd name="connsiteX7271" fmla="*/ 1299020 w 3114960"/>
              <a:gd name="connsiteY7271" fmla="*/ 390049 h 5143785"/>
              <a:gd name="connsiteX7272" fmla="*/ 1292543 w 3114960"/>
              <a:gd name="connsiteY7272" fmla="*/ 383096 h 5143785"/>
              <a:gd name="connsiteX7273" fmla="*/ 1297781 w 3114960"/>
              <a:gd name="connsiteY7273" fmla="*/ 378238 h 5143785"/>
              <a:gd name="connsiteX7274" fmla="*/ 1324261 w 3114960"/>
              <a:gd name="connsiteY7274" fmla="*/ 3910203 h 5143785"/>
              <a:gd name="connsiteX7275" fmla="*/ 1321594 w 3114960"/>
              <a:gd name="connsiteY7275" fmla="*/ 3910203 h 5143785"/>
              <a:gd name="connsiteX7276" fmla="*/ 1321594 w 3114960"/>
              <a:gd name="connsiteY7276" fmla="*/ 3903059 h 5143785"/>
              <a:gd name="connsiteX7277" fmla="*/ 1324261 w 3114960"/>
              <a:gd name="connsiteY7277" fmla="*/ 3903059 h 5143785"/>
              <a:gd name="connsiteX7278" fmla="*/ 1324261 w 3114960"/>
              <a:gd name="connsiteY7278" fmla="*/ 3910203 h 5143785"/>
              <a:gd name="connsiteX7279" fmla="*/ 1324451 w 3114960"/>
              <a:gd name="connsiteY7279" fmla="*/ 417957 h 5143785"/>
              <a:gd name="connsiteX7280" fmla="*/ 1317307 w 3114960"/>
              <a:gd name="connsiteY7280" fmla="*/ 417957 h 5143785"/>
              <a:gd name="connsiteX7281" fmla="*/ 1317307 w 3114960"/>
              <a:gd name="connsiteY7281" fmla="*/ 408623 h 5143785"/>
              <a:gd name="connsiteX7282" fmla="*/ 1320737 w 3114960"/>
              <a:gd name="connsiteY7282" fmla="*/ 408623 h 5143785"/>
              <a:gd name="connsiteX7283" fmla="*/ 1323403 w 3114960"/>
              <a:gd name="connsiteY7283" fmla="*/ 406146 h 5143785"/>
              <a:gd name="connsiteX7284" fmla="*/ 1324356 w 3114960"/>
              <a:gd name="connsiteY7284" fmla="*/ 407194 h 5143785"/>
              <a:gd name="connsiteX7285" fmla="*/ 1324356 w 3114960"/>
              <a:gd name="connsiteY7285" fmla="*/ 408718 h 5143785"/>
              <a:gd name="connsiteX7286" fmla="*/ 1324356 w 3114960"/>
              <a:gd name="connsiteY7286" fmla="*/ 418052 h 5143785"/>
              <a:gd name="connsiteX7287" fmla="*/ 1317212 w 3114960"/>
              <a:gd name="connsiteY7287" fmla="*/ 427292 h 5143785"/>
              <a:gd name="connsiteX7288" fmla="*/ 1324356 w 3114960"/>
              <a:gd name="connsiteY7288" fmla="*/ 427292 h 5143785"/>
              <a:gd name="connsiteX7289" fmla="*/ 1324356 w 3114960"/>
              <a:gd name="connsiteY7289" fmla="*/ 436817 h 5143785"/>
              <a:gd name="connsiteX7290" fmla="*/ 1317212 w 3114960"/>
              <a:gd name="connsiteY7290" fmla="*/ 436817 h 5143785"/>
              <a:gd name="connsiteX7291" fmla="*/ 1317212 w 3114960"/>
              <a:gd name="connsiteY7291" fmla="*/ 427292 h 5143785"/>
              <a:gd name="connsiteX7292" fmla="*/ 1317022 w 3114960"/>
              <a:gd name="connsiteY7292" fmla="*/ 446246 h 5143785"/>
              <a:gd name="connsiteX7293" fmla="*/ 1324166 w 3114960"/>
              <a:gd name="connsiteY7293" fmla="*/ 446246 h 5143785"/>
              <a:gd name="connsiteX7294" fmla="*/ 1324166 w 3114960"/>
              <a:gd name="connsiteY7294" fmla="*/ 455771 h 5143785"/>
              <a:gd name="connsiteX7295" fmla="*/ 1317022 w 3114960"/>
              <a:gd name="connsiteY7295" fmla="*/ 455771 h 5143785"/>
              <a:gd name="connsiteX7296" fmla="*/ 1317022 w 3114960"/>
              <a:gd name="connsiteY7296" fmla="*/ 446246 h 5143785"/>
              <a:gd name="connsiteX7297" fmla="*/ 1167194 w 3114960"/>
              <a:gd name="connsiteY7297" fmla="*/ 3787617 h 5143785"/>
              <a:gd name="connsiteX7298" fmla="*/ 1170242 w 3114960"/>
              <a:gd name="connsiteY7298" fmla="*/ 3787235 h 5143785"/>
              <a:gd name="connsiteX7299" fmla="*/ 1177766 w 3114960"/>
              <a:gd name="connsiteY7299" fmla="*/ 3773710 h 5143785"/>
              <a:gd name="connsiteX7300" fmla="*/ 1176623 w 3114960"/>
              <a:gd name="connsiteY7300" fmla="*/ 3771519 h 5143785"/>
              <a:gd name="connsiteX7301" fmla="*/ 1199198 w 3114960"/>
              <a:gd name="connsiteY7301" fmla="*/ 3752374 h 5143785"/>
              <a:gd name="connsiteX7302" fmla="*/ 1265015 w 3114960"/>
              <a:gd name="connsiteY7302" fmla="*/ 3752088 h 5143785"/>
              <a:gd name="connsiteX7303" fmla="*/ 1265015 w 3114960"/>
              <a:gd name="connsiteY7303" fmla="*/ 3754660 h 5143785"/>
              <a:gd name="connsiteX7304" fmla="*/ 1268921 w 3114960"/>
              <a:gd name="connsiteY7304" fmla="*/ 3758565 h 5143785"/>
              <a:gd name="connsiteX7305" fmla="*/ 1278827 w 3114960"/>
              <a:gd name="connsiteY7305" fmla="*/ 3758565 h 5143785"/>
              <a:gd name="connsiteX7306" fmla="*/ 1282732 w 3114960"/>
              <a:gd name="connsiteY7306" fmla="*/ 3754660 h 5143785"/>
              <a:gd name="connsiteX7307" fmla="*/ 1282732 w 3114960"/>
              <a:gd name="connsiteY7307" fmla="*/ 3744754 h 5143785"/>
              <a:gd name="connsiteX7308" fmla="*/ 1278827 w 3114960"/>
              <a:gd name="connsiteY7308" fmla="*/ 3740849 h 5143785"/>
              <a:gd name="connsiteX7309" fmla="*/ 1268921 w 3114960"/>
              <a:gd name="connsiteY7309" fmla="*/ 3740849 h 5143785"/>
              <a:gd name="connsiteX7310" fmla="*/ 1265015 w 3114960"/>
              <a:gd name="connsiteY7310" fmla="*/ 3744754 h 5143785"/>
              <a:gd name="connsiteX7311" fmla="*/ 1265015 w 3114960"/>
              <a:gd name="connsiteY7311" fmla="*/ 3747326 h 5143785"/>
              <a:gd name="connsiteX7312" fmla="*/ 1198340 w 3114960"/>
              <a:gd name="connsiteY7312" fmla="*/ 3747611 h 5143785"/>
              <a:gd name="connsiteX7313" fmla="*/ 1197483 w 3114960"/>
              <a:gd name="connsiteY7313" fmla="*/ 3747611 h 5143785"/>
              <a:gd name="connsiteX7314" fmla="*/ 1173575 w 3114960"/>
              <a:gd name="connsiteY7314" fmla="*/ 3767900 h 5143785"/>
              <a:gd name="connsiteX7315" fmla="*/ 1164336 w 3114960"/>
              <a:gd name="connsiteY7315" fmla="*/ 3766185 h 5143785"/>
              <a:gd name="connsiteX7316" fmla="*/ 1157764 w 3114960"/>
              <a:gd name="connsiteY7316" fmla="*/ 3771424 h 5143785"/>
              <a:gd name="connsiteX7317" fmla="*/ 1156811 w 3114960"/>
              <a:gd name="connsiteY7317" fmla="*/ 3779806 h 5143785"/>
              <a:gd name="connsiteX7318" fmla="*/ 1167384 w 3114960"/>
              <a:gd name="connsiteY7318" fmla="*/ 3787712 h 5143785"/>
              <a:gd name="connsiteX7319" fmla="*/ 1161764 w 3114960"/>
              <a:gd name="connsiteY7319" fmla="*/ 3773615 h 5143785"/>
              <a:gd name="connsiteX7320" fmla="*/ 1165479 w 3114960"/>
              <a:gd name="connsiteY7320" fmla="*/ 3770662 h 5143785"/>
              <a:gd name="connsiteX7321" fmla="*/ 1167194 w 3114960"/>
              <a:gd name="connsiteY7321" fmla="*/ 3770376 h 5143785"/>
              <a:gd name="connsiteX7322" fmla="*/ 1170146 w 3114960"/>
              <a:gd name="connsiteY7322" fmla="*/ 3771138 h 5143785"/>
              <a:gd name="connsiteX7323" fmla="*/ 1173099 w 3114960"/>
              <a:gd name="connsiteY7323" fmla="*/ 3774853 h 5143785"/>
              <a:gd name="connsiteX7324" fmla="*/ 1172528 w 3114960"/>
              <a:gd name="connsiteY7324" fmla="*/ 3779520 h 5143785"/>
              <a:gd name="connsiteX7325" fmla="*/ 1168813 w 3114960"/>
              <a:gd name="connsiteY7325" fmla="*/ 3782473 h 5143785"/>
              <a:gd name="connsiteX7326" fmla="*/ 1161193 w 3114960"/>
              <a:gd name="connsiteY7326" fmla="*/ 3778187 h 5143785"/>
              <a:gd name="connsiteX7327" fmla="*/ 1161764 w 3114960"/>
              <a:gd name="connsiteY7327" fmla="*/ 3773519 h 5143785"/>
              <a:gd name="connsiteX7328" fmla="*/ 2538698 w 3114960"/>
              <a:gd name="connsiteY7328" fmla="*/ 358521 h 5143785"/>
              <a:gd name="connsiteX7329" fmla="*/ 2518029 w 3114960"/>
              <a:gd name="connsiteY7329" fmla="*/ 358521 h 5143785"/>
              <a:gd name="connsiteX7330" fmla="*/ 2511362 w 3114960"/>
              <a:gd name="connsiteY7330" fmla="*/ 365189 h 5143785"/>
              <a:gd name="connsiteX7331" fmla="*/ 2511362 w 3114960"/>
              <a:gd name="connsiteY7331" fmla="*/ 385858 h 5143785"/>
              <a:gd name="connsiteX7332" fmla="*/ 2518029 w 3114960"/>
              <a:gd name="connsiteY7332" fmla="*/ 392525 h 5143785"/>
              <a:gd name="connsiteX7333" fmla="*/ 2538698 w 3114960"/>
              <a:gd name="connsiteY7333" fmla="*/ 392525 h 5143785"/>
              <a:gd name="connsiteX7334" fmla="*/ 2545366 w 3114960"/>
              <a:gd name="connsiteY7334" fmla="*/ 385858 h 5143785"/>
              <a:gd name="connsiteX7335" fmla="*/ 2545366 w 3114960"/>
              <a:gd name="connsiteY7335" fmla="*/ 365189 h 5143785"/>
              <a:gd name="connsiteX7336" fmla="*/ 2538698 w 3114960"/>
              <a:gd name="connsiteY7336" fmla="*/ 358521 h 5143785"/>
              <a:gd name="connsiteX7337" fmla="*/ 2540603 w 3114960"/>
              <a:gd name="connsiteY7337" fmla="*/ 385763 h 5143785"/>
              <a:gd name="connsiteX7338" fmla="*/ 2538698 w 3114960"/>
              <a:gd name="connsiteY7338" fmla="*/ 387668 h 5143785"/>
              <a:gd name="connsiteX7339" fmla="*/ 2518029 w 3114960"/>
              <a:gd name="connsiteY7339" fmla="*/ 387668 h 5143785"/>
              <a:gd name="connsiteX7340" fmla="*/ 2516124 w 3114960"/>
              <a:gd name="connsiteY7340" fmla="*/ 385763 h 5143785"/>
              <a:gd name="connsiteX7341" fmla="*/ 2516124 w 3114960"/>
              <a:gd name="connsiteY7341" fmla="*/ 365093 h 5143785"/>
              <a:gd name="connsiteX7342" fmla="*/ 2518029 w 3114960"/>
              <a:gd name="connsiteY7342" fmla="*/ 363188 h 5143785"/>
              <a:gd name="connsiteX7343" fmla="*/ 2538698 w 3114960"/>
              <a:gd name="connsiteY7343" fmla="*/ 363188 h 5143785"/>
              <a:gd name="connsiteX7344" fmla="*/ 2540603 w 3114960"/>
              <a:gd name="connsiteY7344" fmla="*/ 365093 h 5143785"/>
              <a:gd name="connsiteX7345" fmla="*/ 2540603 w 3114960"/>
              <a:gd name="connsiteY7345" fmla="*/ 385763 h 5143785"/>
              <a:gd name="connsiteX7346" fmla="*/ 599027 w 3114960"/>
              <a:gd name="connsiteY7346" fmla="*/ 3582924 h 5143785"/>
              <a:gd name="connsiteX7347" fmla="*/ 619792 w 3114960"/>
              <a:gd name="connsiteY7347" fmla="*/ 3582924 h 5143785"/>
              <a:gd name="connsiteX7348" fmla="*/ 619792 w 3114960"/>
              <a:gd name="connsiteY7348" fmla="*/ 3587592 h 5143785"/>
              <a:gd name="connsiteX7349" fmla="*/ 599027 w 3114960"/>
              <a:gd name="connsiteY7349" fmla="*/ 3587592 h 5143785"/>
              <a:gd name="connsiteX7350" fmla="*/ 599027 w 3114960"/>
              <a:gd name="connsiteY7350" fmla="*/ 3582924 h 5143785"/>
              <a:gd name="connsiteX7351" fmla="*/ 557498 w 3114960"/>
              <a:gd name="connsiteY7351" fmla="*/ 3583019 h 5143785"/>
              <a:gd name="connsiteX7352" fmla="*/ 578263 w 3114960"/>
              <a:gd name="connsiteY7352" fmla="*/ 3583019 h 5143785"/>
              <a:gd name="connsiteX7353" fmla="*/ 578263 w 3114960"/>
              <a:gd name="connsiteY7353" fmla="*/ 3587687 h 5143785"/>
              <a:gd name="connsiteX7354" fmla="*/ 557498 w 3114960"/>
              <a:gd name="connsiteY7354" fmla="*/ 3587687 h 5143785"/>
              <a:gd name="connsiteX7355" fmla="*/ 557498 w 3114960"/>
              <a:gd name="connsiteY7355" fmla="*/ 3583019 h 5143785"/>
              <a:gd name="connsiteX7356" fmla="*/ 640461 w 3114960"/>
              <a:gd name="connsiteY7356" fmla="*/ 3582734 h 5143785"/>
              <a:gd name="connsiteX7357" fmla="*/ 661226 w 3114960"/>
              <a:gd name="connsiteY7357" fmla="*/ 3582734 h 5143785"/>
              <a:gd name="connsiteX7358" fmla="*/ 661226 w 3114960"/>
              <a:gd name="connsiteY7358" fmla="*/ 3587401 h 5143785"/>
              <a:gd name="connsiteX7359" fmla="*/ 640461 w 3114960"/>
              <a:gd name="connsiteY7359" fmla="*/ 3587401 h 5143785"/>
              <a:gd name="connsiteX7360" fmla="*/ 640461 w 3114960"/>
              <a:gd name="connsiteY7360" fmla="*/ 3582734 h 5143785"/>
              <a:gd name="connsiteX7361" fmla="*/ 703898 w 3114960"/>
              <a:gd name="connsiteY7361" fmla="*/ 3575971 h 5143785"/>
              <a:gd name="connsiteX7362" fmla="*/ 709422 w 3114960"/>
              <a:gd name="connsiteY7362" fmla="*/ 3588449 h 5143785"/>
              <a:gd name="connsiteX7363" fmla="*/ 696944 w 3114960"/>
              <a:gd name="connsiteY7363" fmla="*/ 3593973 h 5143785"/>
              <a:gd name="connsiteX7364" fmla="*/ 691229 w 3114960"/>
              <a:gd name="connsiteY7364" fmla="*/ 3587305 h 5143785"/>
              <a:gd name="connsiteX7365" fmla="*/ 681990 w 3114960"/>
              <a:gd name="connsiteY7365" fmla="*/ 3587305 h 5143785"/>
              <a:gd name="connsiteX7366" fmla="*/ 681990 w 3114960"/>
              <a:gd name="connsiteY7366" fmla="*/ 3582543 h 5143785"/>
              <a:gd name="connsiteX7367" fmla="*/ 691229 w 3114960"/>
              <a:gd name="connsiteY7367" fmla="*/ 3582543 h 5143785"/>
              <a:gd name="connsiteX7368" fmla="*/ 691420 w 3114960"/>
              <a:gd name="connsiteY7368" fmla="*/ 3581400 h 5143785"/>
              <a:gd name="connsiteX7369" fmla="*/ 703898 w 3114960"/>
              <a:gd name="connsiteY7369" fmla="*/ 3575876 h 5143785"/>
              <a:gd name="connsiteX7370" fmla="*/ 2553081 w 3114960"/>
              <a:gd name="connsiteY7370" fmla="*/ 434816 h 5143785"/>
              <a:gd name="connsiteX7371" fmla="*/ 2402967 w 3114960"/>
              <a:gd name="connsiteY7371" fmla="*/ 437102 h 5143785"/>
              <a:gd name="connsiteX7372" fmla="*/ 2378393 w 3114960"/>
              <a:gd name="connsiteY7372" fmla="*/ 410909 h 5143785"/>
              <a:gd name="connsiteX7373" fmla="*/ 2269427 w 3114960"/>
              <a:gd name="connsiteY7373" fmla="*/ 410909 h 5143785"/>
              <a:gd name="connsiteX7374" fmla="*/ 2022443 w 3114960"/>
              <a:gd name="connsiteY7374" fmla="*/ 603980 h 5143785"/>
              <a:gd name="connsiteX7375" fmla="*/ 2009680 w 3114960"/>
              <a:gd name="connsiteY7375" fmla="*/ 599980 h 5143785"/>
              <a:gd name="connsiteX7376" fmla="*/ 1990058 w 3114960"/>
              <a:gd name="connsiteY7376" fmla="*/ 621125 h 5143785"/>
              <a:gd name="connsiteX7377" fmla="*/ 2011204 w 3114960"/>
              <a:gd name="connsiteY7377" fmla="*/ 640747 h 5143785"/>
              <a:gd name="connsiteX7378" fmla="*/ 2030825 w 3114960"/>
              <a:gd name="connsiteY7378" fmla="*/ 619601 h 5143785"/>
              <a:gd name="connsiteX7379" fmla="*/ 2028635 w 3114960"/>
              <a:gd name="connsiteY7379" fmla="*/ 611219 h 5143785"/>
              <a:gd name="connsiteX7380" fmla="*/ 2272760 w 3114960"/>
              <a:gd name="connsiteY7380" fmla="*/ 420434 h 5143785"/>
              <a:gd name="connsiteX7381" fmla="*/ 2374202 w 3114960"/>
              <a:gd name="connsiteY7381" fmla="*/ 420434 h 5143785"/>
              <a:gd name="connsiteX7382" fmla="*/ 2398871 w 3114960"/>
              <a:gd name="connsiteY7382" fmla="*/ 446627 h 5143785"/>
              <a:gd name="connsiteX7383" fmla="*/ 2554415 w 3114960"/>
              <a:gd name="connsiteY7383" fmla="*/ 444246 h 5143785"/>
              <a:gd name="connsiteX7384" fmla="*/ 2581561 w 3114960"/>
              <a:gd name="connsiteY7384" fmla="*/ 429673 h 5143785"/>
              <a:gd name="connsiteX7385" fmla="*/ 2581561 w 3114960"/>
              <a:gd name="connsiteY7385" fmla="*/ 392335 h 5143785"/>
              <a:gd name="connsiteX7386" fmla="*/ 2556701 w 3114960"/>
              <a:gd name="connsiteY7386" fmla="*/ 380905 h 5143785"/>
              <a:gd name="connsiteX7387" fmla="*/ 2556701 w 3114960"/>
              <a:gd name="connsiteY7387" fmla="*/ 367570 h 5143785"/>
              <a:gd name="connsiteX7388" fmla="*/ 2556986 w 3114960"/>
              <a:gd name="connsiteY7388" fmla="*/ 367856 h 5143785"/>
              <a:gd name="connsiteX7389" fmla="*/ 2590800 w 3114960"/>
              <a:gd name="connsiteY7389" fmla="*/ 330422 h 5143785"/>
              <a:gd name="connsiteX7390" fmla="*/ 2889409 w 3114960"/>
              <a:gd name="connsiteY7390" fmla="*/ 330422 h 5143785"/>
              <a:gd name="connsiteX7391" fmla="*/ 2911221 w 3114960"/>
              <a:gd name="connsiteY7391" fmla="*/ 368999 h 5143785"/>
              <a:gd name="connsiteX7392" fmla="*/ 2952464 w 3114960"/>
              <a:gd name="connsiteY7392" fmla="*/ 368999 h 5143785"/>
              <a:gd name="connsiteX7393" fmla="*/ 2966657 w 3114960"/>
              <a:gd name="connsiteY7393" fmla="*/ 380048 h 5143785"/>
              <a:gd name="connsiteX7394" fmla="*/ 2981325 w 3114960"/>
              <a:gd name="connsiteY7394" fmla="*/ 365379 h 5143785"/>
              <a:gd name="connsiteX7395" fmla="*/ 2966657 w 3114960"/>
              <a:gd name="connsiteY7395" fmla="*/ 350711 h 5143785"/>
              <a:gd name="connsiteX7396" fmla="*/ 2952464 w 3114960"/>
              <a:gd name="connsiteY7396" fmla="*/ 361855 h 5143785"/>
              <a:gd name="connsiteX7397" fmla="*/ 2915412 w 3114960"/>
              <a:gd name="connsiteY7397" fmla="*/ 361855 h 5143785"/>
              <a:gd name="connsiteX7398" fmla="*/ 2893600 w 3114960"/>
              <a:gd name="connsiteY7398" fmla="*/ 323279 h 5143785"/>
              <a:gd name="connsiteX7399" fmla="*/ 2587657 w 3114960"/>
              <a:gd name="connsiteY7399" fmla="*/ 323279 h 5143785"/>
              <a:gd name="connsiteX7400" fmla="*/ 2556701 w 3114960"/>
              <a:gd name="connsiteY7400" fmla="*/ 357473 h 5143785"/>
              <a:gd name="connsiteX7401" fmla="*/ 2556701 w 3114960"/>
              <a:gd name="connsiteY7401" fmla="*/ 354616 h 5143785"/>
              <a:gd name="connsiteX7402" fmla="*/ 2550033 w 3114960"/>
              <a:gd name="connsiteY7402" fmla="*/ 347948 h 5143785"/>
              <a:gd name="connsiteX7403" fmla="*/ 2405920 w 3114960"/>
              <a:gd name="connsiteY7403" fmla="*/ 347948 h 5143785"/>
              <a:gd name="connsiteX7404" fmla="*/ 2399252 w 3114960"/>
              <a:gd name="connsiteY7404" fmla="*/ 354616 h 5143785"/>
              <a:gd name="connsiteX7405" fmla="*/ 2399252 w 3114960"/>
              <a:gd name="connsiteY7405" fmla="*/ 375380 h 5143785"/>
              <a:gd name="connsiteX7406" fmla="*/ 2399252 w 3114960"/>
              <a:gd name="connsiteY7406" fmla="*/ 372999 h 5143785"/>
              <a:gd name="connsiteX7407" fmla="*/ 2243519 w 3114960"/>
              <a:gd name="connsiteY7407" fmla="*/ 374618 h 5143785"/>
              <a:gd name="connsiteX7408" fmla="*/ 2223992 w 3114960"/>
              <a:gd name="connsiteY7408" fmla="*/ 353473 h 5143785"/>
              <a:gd name="connsiteX7409" fmla="*/ 2223992 w 3114960"/>
              <a:gd name="connsiteY7409" fmla="*/ 280892 h 5143785"/>
              <a:gd name="connsiteX7410" fmla="*/ 2247900 w 3114960"/>
              <a:gd name="connsiteY7410" fmla="*/ 251651 h 5143785"/>
              <a:gd name="connsiteX7411" fmla="*/ 2247900 w 3114960"/>
              <a:gd name="connsiteY7411" fmla="*/ 156401 h 5143785"/>
              <a:gd name="connsiteX7412" fmla="*/ 2248948 w 3114960"/>
              <a:gd name="connsiteY7412" fmla="*/ 156020 h 5143785"/>
              <a:gd name="connsiteX7413" fmla="*/ 2323433 w 3114960"/>
              <a:gd name="connsiteY7413" fmla="*/ 225457 h 5143785"/>
              <a:gd name="connsiteX7414" fmla="*/ 2375345 w 3114960"/>
              <a:gd name="connsiteY7414" fmla="*/ 224981 h 5143785"/>
              <a:gd name="connsiteX7415" fmla="*/ 2375345 w 3114960"/>
              <a:gd name="connsiteY7415" fmla="*/ 225552 h 5143785"/>
              <a:gd name="connsiteX7416" fmla="*/ 2380964 w 3114960"/>
              <a:gd name="connsiteY7416" fmla="*/ 233363 h 5143785"/>
              <a:gd name="connsiteX7417" fmla="*/ 2387537 w 3114960"/>
              <a:gd name="connsiteY7417" fmla="*/ 235172 h 5143785"/>
              <a:gd name="connsiteX7418" fmla="*/ 2390489 w 3114960"/>
              <a:gd name="connsiteY7418" fmla="*/ 234791 h 5143785"/>
              <a:gd name="connsiteX7419" fmla="*/ 2398300 w 3114960"/>
              <a:gd name="connsiteY7419" fmla="*/ 229076 h 5143785"/>
              <a:gd name="connsiteX7420" fmla="*/ 2399824 w 3114960"/>
              <a:gd name="connsiteY7420" fmla="*/ 219551 h 5143785"/>
              <a:gd name="connsiteX7421" fmla="*/ 2394204 w 3114960"/>
              <a:gd name="connsiteY7421" fmla="*/ 211741 h 5143785"/>
              <a:gd name="connsiteX7422" fmla="*/ 2384679 w 3114960"/>
              <a:gd name="connsiteY7422" fmla="*/ 210217 h 5143785"/>
              <a:gd name="connsiteX7423" fmla="*/ 2376869 w 3114960"/>
              <a:gd name="connsiteY7423" fmla="*/ 215932 h 5143785"/>
              <a:gd name="connsiteX7424" fmla="*/ 2375345 w 3114960"/>
              <a:gd name="connsiteY7424" fmla="*/ 220123 h 5143785"/>
              <a:gd name="connsiteX7425" fmla="*/ 2325338 w 3114960"/>
              <a:gd name="connsiteY7425" fmla="*/ 220599 h 5143785"/>
              <a:gd name="connsiteX7426" fmla="*/ 2252567 w 3114960"/>
              <a:gd name="connsiteY7426" fmla="*/ 152781 h 5143785"/>
              <a:gd name="connsiteX7427" fmla="*/ 2253710 w 3114960"/>
              <a:gd name="connsiteY7427" fmla="*/ 150209 h 5143785"/>
              <a:gd name="connsiteX7428" fmla="*/ 2247233 w 3114960"/>
              <a:gd name="connsiteY7428" fmla="*/ 139637 h 5143785"/>
              <a:gd name="connsiteX7429" fmla="*/ 2236661 w 3114960"/>
              <a:gd name="connsiteY7429" fmla="*/ 146114 h 5143785"/>
              <a:gd name="connsiteX7430" fmla="*/ 2243138 w 3114960"/>
              <a:gd name="connsiteY7430" fmla="*/ 156686 h 5143785"/>
              <a:gd name="connsiteX7431" fmla="*/ 2243138 w 3114960"/>
              <a:gd name="connsiteY7431" fmla="*/ 156686 h 5143785"/>
              <a:gd name="connsiteX7432" fmla="*/ 2243138 w 3114960"/>
              <a:gd name="connsiteY7432" fmla="*/ 249936 h 5143785"/>
              <a:gd name="connsiteX7433" fmla="*/ 2219325 w 3114960"/>
              <a:gd name="connsiteY7433" fmla="*/ 279178 h 5143785"/>
              <a:gd name="connsiteX7434" fmla="*/ 2219325 w 3114960"/>
              <a:gd name="connsiteY7434" fmla="*/ 355378 h 5143785"/>
              <a:gd name="connsiteX7435" fmla="*/ 2241423 w 3114960"/>
              <a:gd name="connsiteY7435" fmla="*/ 379476 h 5143785"/>
              <a:gd name="connsiteX7436" fmla="*/ 2399157 w 3114960"/>
              <a:gd name="connsiteY7436" fmla="*/ 377857 h 5143785"/>
              <a:gd name="connsiteX7437" fmla="*/ 2399157 w 3114960"/>
              <a:gd name="connsiteY7437" fmla="*/ 396907 h 5143785"/>
              <a:gd name="connsiteX7438" fmla="*/ 2405063 w 3114960"/>
              <a:gd name="connsiteY7438" fmla="*/ 402812 h 5143785"/>
              <a:gd name="connsiteX7439" fmla="*/ 2549938 w 3114960"/>
              <a:gd name="connsiteY7439" fmla="*/ 402812 h 5143785"/>
              <a:gd name="connsiteX7440" fmla="*/ 2556605 w 3114960"/>
              <a:gd name="connsiteY7440" fmla="*/ 396145 h 5143785"/>
              <a:gd name="connsiteX7441" fmla="*/ 2556605 w 3114960"/>
              <a:gd name="connsiteY7441" fmla="*/ 391478 h 5143785"/>
              <a:gd name="connsiteX7442" fmla="*/ 2571941 w 3114960"/>
              <a:gd name="connsiteY7442" fmla="*/ 398526 h 5143785"/>
              <a:gd name="connsiteX7443" fmla="*/ 2571941 w 3114960"/>
              <a:gd name="connsiteY7443" fmla="*/ 424148 h 5143785"/>
              <a:gd name="connsiteX7444" fmla="*/ 2552986 w 3114960"/>
              <a:gd name="connsiteY7444" fmla="*/ 434816 h 5143785"/>
              <a:gd name="connsiteX7445" fmla="*/ 2966657 w 3114960"/>
              <a:gd name="connsiteY7445" fmla="*/ 357950 h 5143785"/>
              <a:gd name="connsiteX7446" fmla="*/ 2974181 w 3114960"/>
              <a:gd name="connsiteY7446" fmla="*/ 365474 h 5143785"/>
              <a:gd name="connsiteX7447" fmla="*/ 2966657 w 3114960"/>
              <a:gd name="connsiteY7447" fmla="*/ 372999 h 5143785"/>
              <a:gd name="connsiteX7448" fmla="*/ 2959132 w 3114960"/>
              <a:gd name="connsiteY7448" fmla="*/ 365474 h 5143785"/>
              <a:gd name="connsiteX7449" fmla="*/ 2966657 w 3114960"/>
              <a:gd name="connsiteY7449" fmla="*/ 357950 h 5143785"/>
              <a:gd name="connsiteX7450" fmla="*/ 2381060 w 3114960"/>
              <a:gd name="connsiteY7450" fmla="*/ 218504 h 5143785"/>
              <a:gd name="connsiteX7451" fmla="*/ 2385917 w 3114960"/>
              <a:gd name="connsiteY7451" fmla="*/ 214979 h 5143785"/>
              <a:gd name="connsiteX7452" fmla="*/ 2387727 w 3114960"/>
              <a:gd name="connsiteY7452" fmla="*/ 214789 h 5143785"/>
              <a:gd name="connsiteX7453" fmla="*/ 2391823 w 3114960"/>
              <a:gd name="connsiteY7453" fmla="*/ 215932 h 5143785"/>
              <a:gd name="connsiteX7454" fmla="*/ 2395347 w 3114960"/>
              <a:gd name="connsiteY7454" fmla="*/ 220790 h 5143785"/>
              <a:gd name="connsiteX7455" fmla="*/ 2394395 w 3114960"/>
              <a:gd name="connsiteY7455" fmla="*/ 226695 h 5143785"/>
              <a:gd name="connsiteX7456" fmla="*/ 2389537 w 3114960"/>
              <a:gd name="connsiteY7456" fmla="*/ 230219 h 5143785"/>
              <a:gd name="connsiteX7457" fmla="*/ 2383631 w 3114960"/>
              <a:gd name="connsiteY7457" fmla="*/ 229267 h 5143785"/>
              <a:gd name="connsiteX7458" fmla="*/ 2380107 w 3114960"/>
              <a:gd name="connsiteY7458" fmla="*/ 224409 h 5143785"/>
              <a:gd name="connsiteX7459" fmla="*/ 2381060 w 3114960"/>
              <a:gd name="connsiteY7459" fmla="*/ 218504 h 5143785"/>
              <a:gd name="connsiteX7460" fmla="*/ 2448878 w 3114960"/>
              <a:gd name="connsiteY7460" fmla="*/ 398050 h 5143785"/>
              <a:gd name="connsiteX7461" fmla="*/ 2405253 w 3114960"/>
              <a:gd name="connsiteY7461" fmla="*/ 398050 h 5143785"/>
              <a:gd name="connsiteX7462" fmla="*/ 2404110 w 3114960"/>
              <a:gd name="connsiteY7462" fmla="*/ 396907 h 5143785"/>
              <a:gd name="connsiteX7463" fmla="*/ 2404110 w 3114960"/>
              <a:gd name="connsiteY7463" fmla="*/ 354711 h 5143785"/>
              <a:gd name="connsiteX7464" fmla="*/ 2406015 w 3114960"/>
              <a:gd name="connsiteY7464" fmla="*/ 352806 h 5143785"/>
              <a:gd name="connsiteX7465" fmla="*/ 2448973 w 3114960"/>
              <a:gd name="connsiteY7465" fmla="*/ 352806 h 5143785"/>
              <a:gd name="connsiteX7466" fmla="*/ 2448973 w 3114960"/>
              <a:gd name="connsiteY7466" fmla="*/ 398050 h 5143785"/>
              <a:gd name="connsiteX7467" fmla="*/ 2500694 w 3114960"/>
              <a:gd name="connsiteY7467" fmla="*/ 398050 h 5143785"/>
              <a:gd name="connsiteX7468" fmla="*/ 2453640 w 3114960"/>
              <a:gd name="connsiteY7468" fmla="*/ 398050 h 5143785"/>
              <a:gd name="connsiteX7469" fmla="*/ 2453640 w 3114960"/>
              <a:gd name="connsiteY7469" fmla="*/ 352806 h 5143785"/>
              <a:gd name="connsiteX7470" fmla="*/ 2500694 w 3114960"/>
              <a:gd name="connsiteY7470" fmla="*/ 352806 h 5143785"/>
              <a:gd name="connsiteX7471" fmla="*/ 2500694 w 3114960"/>
              <a:gd name="connsiteY7471" fmla="*/ 398050 h 5143785"/>
              <a:gd name="connsiteX7472" fmla="*/ 2551938 w 3114960"/>
              <a:gd name="connsiteY7472" fmla="*/ 362807 h 5143785"/>
              <a:gd name="connsiteX7473" fmla="*/ 2551652 w 3114960"/>
              <a:gd name="connsiteY7473" fmla="*/ 363093 h 5143785"/>
              <a:gd name="connsiteX7474" fmla="*/ 2551938 w 3114960"/>
              <a:gd name="connsiteY7474" fmla="*/ 363379 h 5143785"/>
              <a:gd name="connsiteX7475" fmla="*/ 2551938 w 3114960"/>
              <a:gd name="connsiteY7475" fmla="*/ 387477 h 5143785"/>
              <a:gd name="connsiteX7476" fmla="*/ 2551271 w 3114960"/>
              <a:gd name="connsiteY7476" fmla="*/ 389001 h 5143785"/>
              <a:gd name="connsiteX7477" fmla="*/ 2551938 w 3114960"/>
              <a:gd name="connsiteY7477" fmla="*/ 389287 h 5143785"/>
              <a:gd name="connsiteX7478" fmla="*/ 2551938 w 3114960"/>
              <a:gd name="connsiteY7478" fmla="*/ 396145 h 5143785"/>
              <a:gd name="connsiteX7479" fmla="*/ 2550033 w 3114960"/>
              <a:gd name="connsiteY7479" fmla="*/ 398050 h 5143785"/>
              <a:gd name="connsiteX7480" fmla="*/ 2505361 w 3114960"/>
              <a:gd name="connsiteY7480" fmla="*/ 398050 h 5143785"/>
              <a:gd name="connsiteX7481" fmla="*/ 2505361 w 3114960"/>
              <a:gd name="connsiteY7481" fmla="*/ 352806 h 5143785"/>
              <a:gd name="connsiteX7482" fmla="*/ 2550033 w 3114960"/>
              <a:gd name="connsiteY7482" fmla="*/ 352806 h 5143785"/>
              <a:gd name="connsiteX7483" fmla="*/ 2551938 w 3114960"/>
              <a:gd name="connsiteY7483" fmla="*/ 354711 h 5143785"/>
              <a:gd name="connsiteX7484" fmla="*/ 2551938 w 3114960"/>
              <a:gd name="connsiteY7484" fmla="*/ 362807 h 5143785"/>
              <a:gd name="connsiteX7485" fmla="*/ 306134 w 3114960"/>
              <a:gd name="connsiteY7485" fmla="*/ 2236470 h 5143785"/>
              <a:gd name="connsiteX7486" fmla="*/ 313373 w 3114960"/>
              <a:gd name="connsiteY7486" fmla="*/ 2229422 h 5143785"/>
              <a:gd name="connsiteX7487" fmla="*/ 316706 w 3114960"/>
              <a:gd name="connsiteY7487" fmla="*/ 2232851 h 5143785"/>
              <a:gd name="connsiteX7488" fmla="*/ 309467 w 3114960"/>
              <a:gd name="connsiteY7488" fmla="*/ 2239899 h 5143785"/>
              <a:gd name="connsiteX7489" fmla="*/ 306134 w 3114960"/>
              <a:gd name="connsiteY7489" fmla="*/ 2236470 h 5143785"/>
              <a:gd name="connsiteX7490" fmla="*/ 1218152 w 3114960"/>
              <a:gd name="connsiteY7490" fmla="*/ 3925919 h 5143785"/>
              <a:gd name="connsiteX7491" fmla="*/ 1225296 w 3114960"/>
              <a:gd name="connsiteY7491" fmla="*/ 3925919 h 5143785"/>
              <a:gd name="connsiteX7492" fmla="*/ 1225296 w 3114960"/>
              <a:gd name="connsiteY7492" fmla="*/ 3935635 h 5143785"/>
              <a:gd name="connsiteX7493" fmla="*/ 1218152 w 3114960"/>
              <a:gd name="connsiteY7493" fmla="*/ 3935635 h 5143785"/>
              <a:gd name="connsiteX7494" fmla="*/ 1218152 w 3114960"/>
              <a:gd name="connsiteY7494" fmla="*/ 3925919 h 5143785"/>
              <a:gd name="connsiteX7495" fmla="*/ 1225296 w 3114960"/>
              <a:gd name="connsiteY7495" fmla="*/ 3916109 h 5143785"/>
              <a:gd name="connsiteX7496" fmla="*/ 1218152 w 3114960"/>
              <a:gd name="connsiteY7496" fmla="*/ 3916109 h 5143785"/>
              <a:gd name="connsiteX7497" fmla="*/ 1218152 w 3114960"/>
              <a:gd name="connsiteY7497" fmla="*/ 3906584 h 5143785"/>
              <a:gd name="connsiteX7498" fmla="*/ 1221772 w 3114960"/>
              <a:gd name="connsiteY7498" fmla="*/ 3902964 h 5143785"/>
              <a:gd name="connsiteX7499" fmla="*/ 1231297 w 3114960"/>
              <a:gd name="connsiteY7499" fmla="*/ 3902964 h 5143785"/>
              <a:gd name="connsiteX7500" fmla="*/ 1231297 w 3114960"/>
              <a:gd name="connsiteY7500" fmla="*/ 3910108 h 5143785"/>
              <a:gd name="connsiteX7501" fmla="*/ 1225391 w 3114960"/>
              <a:gd name="connsiteY7501" fmla="*/ 3910108 h 5143785"/>
              <a:gd name="connsiteX7502" fmla="*/ 1225391 w 3114960"/>
              <a:gd name="connsiteY7502" fmla="*/ 3916013 h 5143785"/>
              <a:gd name="connsiteX7503" fmla="*/ 2415635 w 3114960"/>
              <a:gd name="connsiteY7503" fmla="*/ 392430 h 5143785"/>
              <a:gd name="connsiteX7504" fmla="*/ 2436305 w 3114960"/>
              <a:gd name="connsiteY7504" fmla="*/ 392430 h 5143785"/>
              <a:gd name="connsiteX7505" fmla="*/ 2442972 w 3114960"/>
              <a:gd name="connsiteY7505" fmla="*/ 385763 h 5143785"/>
              <a:gd name="connsiteX7506" fmla="*/ 2442972 w 3114960"/>
              <a:gd name="connsiteY7506" fmla="*/ 365093 h 5143785"/>
              <a:gd name="connsiteX7507" fmla="*/ 2436305 w 3114960"/>
              <a:gd name="connsiteY7507" fmla="*/ 358426 h 5143785"/>
              <a:gd name="connsiteX7508" fmla="*/ 2415635 w 3114960"/>
              <a:gd name="connsiteY7508" fmla="*/ 358426 h 5143785"/>
              <a:gd name="connsiteX7509" fmla="*/ 2408968 w 3114960"/>
              <a:gd name="connsiteY7509" fmla="*/ 365093 h 5143785"/>
              <a:gd name="connsiteX7510" fmla="*/ 2408968 w 3114960"/>
              <a:gd name="connsiteY7510" fmla="*/ 385763 h 5143785"/>
              <a:gd name="connsiteX7511" fmla="*/ 2415635 w 3114960"/>
              <a:gd name="connsiteY7511" fmla="*/ 392430 h 5143785"/>
              <a:gd name="connsiteX7512" fmla="*/ 2413826 w 3114960"/>
              <a:gd name="connsiteY7512" fmla="*/ 365093 h 5143785"/>
              <a:gd name="connsiteX7513" fmla="*/ 2415731 w 3114960"/>
              <a:gd name="connsiteY7513" fmla="*/ 363188 h 5143785"/>
              <a:gd name="connsiteX7514" fmla="*/ 2436400 w 3114960"/>
              <a:gd name="connsiteY7514" fmla="*/ 363188 h 5143785"/>
              <a:gd name="connsiteX7515" fmla="*/ 2438305 w 3114960"/>
              <a:gd name="connsiteY7515" fmla="*/ 365093 h 5143785"/>
              <a:gd name="connsiteX7516" fmla="*/ 2438305 w 3114960"/>
              <a:gd name="connsiteY7516" fmla="*/ 385763 h 5143785"/>
              <a:gd name="connsiteX7517" fmla="*/ 2436400 w 3114960"/>
              <a:gd name="connsiteY7517" fmla="*/ 387668 h 5143785"/>
              <a:gd name="connsiteX7518" fmla="*/ 2415731 w 3114960"/>
              <a:gd name="connsiteY7518" fmla="*/ 387668 h 5143785"/>
              <a:gd name="connsiteX7519" fmla="*/ 2413826 w 3114960"/>
              <a:gd name="connsiteY7519" fmla="*/ 385763 h 5143785"/>
              <a:gd name="connsiteX7520" fmla="*/ 2413826 w 3114960"/>
              <a:gd name="connsiteY7520" fmla="*/ 365093 h 5143785"/>
              <a:gd name="connsiteX7521" fmla="*/ 2466880 w 3114960"/>
              <a:gd name="connsiteY7521" fmla="*/ 392430 h 5143785"/>
              <a:gd name="connsiteX7522" fmla="*/ 2487549 w 3114960"/>
              <a:gd name="connsiteY7522" fmla="*/ 392430 h 5143785"/>
              <a:gd name="connsiteX7523" fmla="*/ 2494217 w 3114960"/>
              <a:gd name="connsiteY7523" fmla="*/ 385763 h 5143785"/>
              <a:gd name="connsiteX7524" fmla="*/ 2494217 w 3114960"/>
              <a:gd name="connsiteY7524" fmla="*/ 365093 h 5143785"/>
              <a:gd name="connsiteX7525" fmla="*/ 2487549 w 3114960"/>
              <a:gd name="connsiteY7525" fmla="*/ 358426 h 5143785"/>
              <a:gd name="connsiteX7526" fmla="*/ 2466880 w 3114960"/>
              <a:gd name="connsiteY7526" fmla="*/ 358426 h 5143785"/>
              <a:gd name="connsiteX7527" fmla="*/ 2460212 w 3114960"/>
              <a:gd name="connsiteY7527" fmla="*/ 365093 h 5143785"/>
              <a:gd name="connsiteX7528" fmla="*/ 2460212 w 3114960"/>
              <a:gd name="connsiteY7528" fmla="*/ 385763 h 5143785"/>
              <a:gd name="connsiteX7529" fmla="*/ 2466880 w 3114960"/>
              <a:gd name="connsiteY7529" fmla="*/ 392430 h 5143785"/>
              <a:gd name="connsiteX7530" fmla="*/ 2464975 w 3114960"/>
              <a:gd name="connsiteY7530" fmla="*/ 365093 h 5143785"/>
              <a:gd name="connsiteX7531" fmla="*/ 2466880 w 3114960"/>
              <a:gd name="connsiteY7531" fmla="*/ 363188 h 5143785"/>
              <a:gd name="connsiteX7532" fmla="*/ 2487549 w 3114960"/>
              <a:gd name="connsiteY7532" fmla="*/ 363188 h 5143785"/>
              <a:gd name="connsiteX7533" fmla="*/ 2489454 w 3114960"/>
              <a:gd name="connsiteY7533" fmla="*/ 365093 h 5143785"/>
              <a:gd name="connsiteX7534" fmla="*/ 2489454 w 3114960"/>
              <a:gd name="connsiteY7534" fmla="*/ 385763 h 5143785"/>
              <a:gd name="connsiteX7535" fmla="*/ 2487549 w 3114960"/>
              <a:gd name="connsiteY7535" fmla="*/ 387668 h 5143785"/>
              <a:gd name="connsiteX7536" fmla="*/ 2466880 w 3114960"/>
              <a:gd name="connsiteY7536" fmla="*/ 387668 h 5143785"/>
              <a:gd name="connsiteX7537" fmla="*/ 2464975 w 3114960"/>
              <a:gd name="connsiteY7537" fmla="*/ 385763 h 5143785"/>
              <a:gd name="connsiteX7538" fmla="*/ 2464975 w 3114960"/>
              <a:gd name="connsiteY7538" fmla="*/ 365093 h 5143785"/>
              <a:gd name="connsiteX7539" fmla="*/ 1332833 w 3114960"/>
              <a:gd name="connsiteY7539" fmla="*/ 3897059 h 5143785"/>
              <a:gd name="connsiteX7540" fmla="*/ 1339977 w 3114960"/>
              <a:gd name="connsiteY7540" fmla="*/ 3897059 h 5143785"/>
              <a:gd name="connsiteX7541" fmla="*/ 1339977 w 3114960"/>
              <a:gd name="connsiteY7541" fmla="*/ 3906584 h 5143785"/>
              <a:gd name="connsiteX7542" fmla="*/ 1336453 w 3114960"/>
              <a:gd name="connsiteY7542" fmla="*/ 3910203 h 5143785"/>
              <a:gd name="connsiteX7543" fmla="*/ 1326928 w 3114960"/>
              <a:gd name="connsiteY7543" fmla="*/ 3910203 h 5143785"/>
              <a:gd name="connsiteX7544" fmla="*/ 1326928 w 3114960"/>
              <a:gd name="connsiteY7544" fmla="*/ 3903059 h 5143785"/>
              <a:gd name="connsiteX7545" fmla="*/ 1332928 w 3114960"/>
              <a:gd name="connsiteY7545" fmla="*/ 3903059 h 5143785"/>
              <a:gd name="connsiteX7546" fmla="*/ 1332928 w 3114960"/>
              <a:gd name="connsiteY7546" fmla="*/ 3897059 h 5143785"/>
              <a:gd name="connsiteX7547" fmla="*/ 1232916 w 3114960"/>
              <a:gd name="connsiteY7547" fmla="*/ 3903059 h 5143785"/>
              <a:gd name="connsiteX7548" fmla="*/ 1232916 w 3114960"/>
              <a:gd name="connsiteY7548" fmla="*/ 3910203 h 5143785"/>
              <a:gd name="connsiteX7549" fmla="*/ 1232059 w 3114960"/>
              <a:gd name="connsiteY7549" fmla="*/ 3903059 h 5143785"/>
              <a:gd name="connsiteX7550" fmla="*/ 1232916 w 3114960"/>
              <a:gd name="connsiteY7550" fmla="*/ 3903059 h 5143785"/>
              <a:gd name="connsiteX7551" fmla="*/ 2372011 w 3114960"/>
              <a:gd name="connsiteY7551" fmla="*/ 4263771 h 5143785"/>
              <a:gd name="connsiteX7552" fmla="*/ 2380869 w 3114960"/>
              <a:gd name="connsiteY7552" fmla="*/ 4254913 h 5143785"/>
              <a:gd name="connsiteX7553" fmla="*/ 2372011 w 3114960"/>
              <a:gd name="connsiteY7553" fmla="*/ 4246055 h 5143785"/>
              <a:gd name="connsiteX7554" fmla="*/ 2363629 w 3114960"/>
              <a:gd name="connsiteY7554" fmla="*/ 4252532 h 5143785"/>
              <a:gd name="connsiteX7555" fmla="*/ 2308193 w 3114960"/>
              <a:gd name="connsiteY7555" fmla="*/ 4252532 h 5143785"/>
              <a:gd name="connsiteX7556" fmla="*/ 2289715 w 3114960"/>
              <a:gd name="connsiteY7556" fmla="*/ 4226719 h 5143785"/>
              <a:gd name="connsiteX7557" fmla="*/ 2289143 w 3114960"/>
              <a:gd name="connsiteY7557" fmla="*/ 4162139 h 5143785"/>
              <a:gd name="connsiteX7558" fmla="*/ 2309622 w 3114960"/>
              <a:gd name="connsiteY7558" fmla="*/ 4142804 h 5143785"/>
              <a:gd name="connsiteX7559" fmla="*/ 2315623 w 3114960"/>
              <a:gd name="connsiteY7559" fmla="*/ 4144804 h 5143785"/>
              <a:gd name="connsiteX7560" fmla="*/ 2326862 w 3114960"/>
              <a:gd name="connsiteY7560" fmla="*/ 4133564 h 5143785"/>
              <a:gd name="connsiteX7561" fmla="*/ 2315623 w 3114960"/>
              <a:gd name="connsiteY7561" fmla="*/ 4122325 h 5143785"/>
              <a:gd name="connsiteX7562" fmla="*/ 2304383 w 3114960"/>
              <a:gd name="connsiteY7562" fmla="*/ 4133564 h 5143785"/>
              <a:gd name="connsiteX7563" fmla="*/ 2306288 w 3114960"/>
              <a:gd name="connsiteY7563" fmla="*/ 4139470 h 5143785"/>
              <a:gd name="connsiteX7564" fmla="*/ 2284381 w 3114960"/>
              <a:gd name="connsiteY7564" fmla="*/ 4160139 h 5143785"/>
              <a:gd name="connsiteX7565" fmla="*/ 2284952 w 3114960"/>
              <a:gd name="connsiteY7565" fmla="*/ 4228338 h 5143785"/>
              <a:gd name="connsiteX7566" fmla="*/ 2305717 w 3114960"/>
              <a:gd name="connsiteY7566" fmla="*/ 4257389 h 5143785"/>
              <a:gd name="connsiteX7567" fmla="*/ 2363534 w 3114960"/>
              <a:gd name="connsiteY7567" fmla="*/ 4257389 h 5143785"/>
              <a:gd name="connsiteX7568" fmla="*/ 2371916 w 3114960"/>
              <a:gd name="connsiteY7568" fmla="*/ 4263867 h 5143785"/>
              <a:gd name="connsiteX7569" fmla="*/ 2315623 w 3114960"/>
              <a:gd name="connsiteY7569" fmla="*/ 4126992 h 5143785"/>
              <a:gd name="connsiteX7570" fmla="*/ 2322100 w 3114960"/>
              <a:gd name="connsiteY7570" fmla="*/ 4133469 h 5143785"/>
              <a:gd name="connsiteX7571" fmla="*/ 2315623 w 3114960"/>
              <a:gd name="connsiteY7571" fmla="*/ 4139946 h 5143785"/>
              <a:gd name="connsiteX7572" fmla="*/ 2309146 w 3114960"/>
              <a:gd name="connsiteY7572" fmla="*/ 4133469 h 5143785"/>
              <a:gd name="connsiteX7573" fmla="*/ 2315623 w 3114960"/>
              <a:gd name="connsiteY7573" fmla="*/ 4126992 h 5143785"/>
              <a:gd name="connsiteX7574" fmla="*/ 335661 w 3114960"/>
              <a:gd name="connsiteY7574" fmla="*/ 2080260 h 5143785"/>
              <a:gd name="connsiteX7575" fmla="*/ 342805 w 3114960"/>
              <a:gd name="connsiteY7575" fmla="*/ 2080260 h 5143785"/>
              <a:gd name="connsiteX7576" fmla="*/ 342805 w 3114960"/>
              <a:gd name="connsiteY7576" fmla="*/ 2085023 h 5143785"/>
              <a:gd name="connsiteX7577" fmla="*/ 335661 w 3114960"/>
              <a:gd name="connsiteY7577" fmla="*/ 2085023 h 5143785"/>
              <a:gd name="connsiteX7578" fmla="*/ 335661 w 3114960"/>
              <a:gd name="connsiteY7578" fmla="*/ 2080260 h 5143785"/>
              <a:gd name="connsiteX7579" fmla="*/ 1739551 w 3114960"/>
              <a:gd name="connsiteY7579" fmla="*/ 2479072 h 5143785"/>
              <a:gd name="connsiteX7580" fmla="*/ 1748219 w 3114960"/>
              <a:gd name="connsiteY7580" fmla="*/ 2470404 h 5143785"/>
              <a:gd name="connsiteX7581" fmla="*/ 1748219 w 3114960"/>
              <a:gd name="connsiteY7581" fmla="*/ 2457164 h 5143785"/>
              <a:gd name="connsiteX7582" fmla="*/ 1739551 w 3114960"/>
              <a:gd name="connsiteY7582" fmla="*/ 2448497 h 5143785"/>
              <a:gd name="connsiteX7583" fmla="*/ 1726311 w 3114960"/>
              <a:gd name="connsiteY7583" fmla="*/ 2448497 h 5143785"/>
              <a:gd name="connsiteX7584" fmla="*/ 1717643 w 3114960"/>
              <a:gd name="connsiteY7584" fmla="*/ 2457164 h 5143785"/>
              <a:gd name="connsiteX7585" fmla="*/ 1717643 w 3114960"/>
              <a:gd name="connsiteY7585" fmla="*/ 2461451 h 5143785"/>
              <a:gd name="connsiteX7586" fmla="*/ 1585722 w 3114960"/>
              <a:gd name="connsiteY7586" fmla="*/ 2461451 h 5143785"/>
              <a:gd name="connsiteX7587" fmla="*/ 1566577 w 3114960"/>
              <a:gd name="connsiteY7587" fmla="*/ 2483644 h 5143785"/>
              <a:gd name="connsiteX7588" fmla="*/ 1487900 w 3114960"/>
              <a:gd name="connsiteY7588" fmla="*/ 2483644 h 5143785"/>
              <a:gd name="connsiteX7589" fmla="*/ 1487043 w 3114960"/>
              <a:gd name="connsiteY7589" fmla="*/ 2480405 h 5143785"/>
              <a:gd name="connsiteX7590" fmla="*/ 1467993 w 3114960"/>
              <a:gd name="connsiteY7590" fmla="*/ 2472595 h 5143785"/>
              <a:gd name="connsiteX7591" fmla="*/ 1460182 w 3114960"/>
              <a:gd name="connsiteY7591" fmla="*/ 2491645 h 5143785"/>
              <a:gd name="connsiteX7592" fmla="*/ 1471232 w 3114960"/>
              <a:gd name="connsiteY7592" fmla="*/ 2500217 h 5143785"/>
              <a:gd name="connsiteX7593" fmla="*/ 1471232 w 3114960"/>
              <a:gd name="connsiteY7593" fmla="*/ 2532602 h 5143785"/>
              <a:gd name="connsiteX7594" fmla="*/ 1511522 w 3114960"/>
              <a:gd name="connsiteY7594" fmla="*/ 2576798 h 5143785"/>
              <a:gd name="connsiteX7595" fmla="*/ 1511522 w 3114960"/>
              <a:gd name="connsiteY7595" fmla="*/ 2708243 h 5143785"/>
              <a:gd name="connsiteX7596" fmla="*/ 1458373 w 3114960"/>
              <a:gd name="connsiteY7596" fmla="*/ 2772632 h 5143785"/>
              <a:gd name="connsiteX7597" fmla="*/ 1457801 w 3114960"/>
              <a:gd name="connsiteY7597" fmla="*/ 2773299 h 5143785"/>
              <a:gd name="connsiteX7598" fmla="*/ 1457801 w 3114960"/>
              <a:gd name="connsiteY7598" fmla="*/ 2804636 h 5143785"/>
              <a:gd name="connsiteX7599" fmla="*/ 1450753 w 3114960"/>
              <a:gd name="connsiteY7599" fmla="*/ 2812923 h 5143785"/>
              <a:gd name="connsiteX7600" fmla="*/ 1459421 w 3114960"/>
              <a:gd name="connsiteY7600" fmla="*/ 2823686 h 5143785"/>
              <a:gd name="connsiteX7601" fmla="*/ 1460468 w 3114960"/>
              <a:gd name="connsiteY7601" fmla="*/ 2823686 h 5143785"/>
              <a:gd name="connsiteX7602" fmla="*/ 1466564 w 3114960"/>
              <a:gd name="connsiteY7602" fmla="*/ 2821496 h 5143785"/>
              <a:gd name="connsiteX7603" fmla="*/ 1470184 w 3114960"/>
              <a:gd name="connsiteY7603" fmla="*/ 2814923 h 5143785"/>
              <a:gd name="connsiteX7604" fmla="*/ 1468088 w 3114960"/>
              <a:gd name="connsiteY7604" fmla="*/ 2807780 h 5143785"/>
              <a:gd name="connsiteX7605" fmla="*/ 1462469 w 3114960"/>
              <a:gd name="connsiteY7605" fmla="*/ 2804541 h 5143785"/>
              <a:gd name="connsiteX7606" fmla="*/ 1462469 w 3114960"/>
              <a:gd name="connsiteY7606" fmla="*/ 2775013 h 5143785"/>
              <a:gd name="connsiteX7607" fmla="*/ 1516380 w 3114960"/>
              <a:gd name="connsiteY7607" fmla="*/ 2709958 h 5143785"/>
              <a:gd name="connsiteX7608" fmla="*/ 1516380 w 3114960"/>
              <a:gd name="connsiteY7608" fmla="*/ 2574893 h 5143785"/>
              <a:gd name="connsiteX7609" fmla="*/ 1475899 w 3114960"/>
              <a:gd name="connsiteY7609" fmla="*/ 2530697 h 5143785"/>
              <a:gd name="connsiteX7610" fmla="*/ 1475899 w 3114960"/>
              <a:gd name="connsiteY7610" fmla="*/ 2500313 h 5143785"/>
              <a:gd name="connsiteX7611" fmla="*/ 1479232 w 3114960"/>
              <a:gd name="connsiteY7611" fmla="*/ 2499455 h 5143785"/>
              <a:gd name="connsiteX7612" fmla="*/ 1487900 w 3114960"/>
              <a:gd name="connsiteY7612" fmla="*/ 2488406 h 5143785"/>
              <a:gd name="connsiteX7613" fmla="*/ 1568768 w 3114960"/>
              <a:gd name="connsiteY7613" fmla="*/ 2488406 h 5143785"/>
              <a:gd name="connsiteX7614" fmla="*/ 1587913 w 3114960"/>
              <a:gd name="connsiteY7614" fmla="*/ 2466213 h 5143785"/>
              <a:gd name="connsiteX7615" fmla="*/ 1717739 w 3114960"/>
              <a:gd name="connsiteY7615" fmla="*/ 2466213 h 5143785"/>
              <a:gd name="connsiteX7616" fmla="*/ 1717739 w 3114960"/>
              <a:gd name="connsiteY7616" fmla="*/ 2470499 h 5143785"/>
              <a:gd name="connsiteX7617" fmla="*/ 1726406 w 3114960"/>
              <a:gd name="connsiteY7617" fmla="*/ 2479167 h 5143785"/>
              <a:gd name="connsiteX7618" fmla="*/ 1739646 w 3114960"/>
              <a:gd name="connsiteY7618" fmla="*/ 2479167 h 5143785"/>
              <a:gd name="connsiteX7619" fmla="*/ 1464278 w 3114960"/>
              <a:gd name="connsiteY7619" fmla="*/ 2810732 h 5143785"/>
              <a:gd name="connsiteX7620" fmla="*/ 1465326 w 3114960"/>
              <a:gd name="connsiteY7620" fmla="*/ 2814447 h 5143785"/>
              <a:gd name="connsiteX7621" fmla="*/ 1463516 w 3114960"/>
              <a:gd name="connsiteY7621" fmla="*/ 2817781 h 5143785"/>
              <a:gd name="connsiteX7622" fmla="*/ 1459897 w 3114960"/>
              <a:gd name="connsiteY7622" fmla="*/ 2818829 h 5143785"/>
              <a:gd name="connsiteX7623" fmla="*/ 1455420 w 3114960"/>
              <a:gd name="connsiteY7623" fmla="*/ 2813304 h 5143785"/>
              <a:gd name="connsiteX7624" fmla="*/ 1460373 w 3114960"/>
              <a:gd name="connsiteY7624" fmla="*/ 2808827 h 5143785"/>
              <a:gd name="connsiteX7625" fmla="*/ 1460945 w 3114960"/>
              <a:gd name="connsiteY7625" fmla="*/ 2808827 h 5143785"/>
              <a:gd name="connsiteX7626" fmla="*/ 1464278 w 3114960"/>
              <a:gd name="connsiteY7626" fmla="*/ 2810637 h 5143785"/>
              <a:gd name="connsiteX7627" fmla="*/ 1477232 w 3114960"/>
              <a:gd name="connsiteY7627" fmla="*/ 2494979 h 5143785"/>
              <a:gd name="connsiteX7628" fmla="*/ 1464374 w 3114960"/>
              <a:gd name="connsiteY7628" fmla="*/ 2489740 h 5143785"/>
              <a:gd name="connsiteX7629" fmla="*/ 1469612 w 3114960"/>
              <a:gd name="connsiteY7629" fmla="*/ 2476881 h 5143785"/>
              <a:gd name="connsiteX7630" fmla="*/ 1473422 w 3114960"/>
              <a:gd name="connsiteY7630" fmla="*/ 2476119 h 5143785"/>
              <a:gd name="connsiteX7631" fmla="*/ 1482471 w 3114960"/>
              <a:gd name="connsiteY7631" fmla="*/ 2482120 h 5143785"/>
              <a:gd name="connsiteX7632" fmla="*/ 1477232 w 3114960"/>
              <a:gd name="connsiteY7632" fmla="*/ 2494979 h 5143785"/>
              <a:gd name="connsiteX7633" fmla="*/ 1722406 w 3114960"/>
              <a:gd name="connsiteY7633" fmla="*/ 2470404 h 5143785"/>
              <a:gd name="connsiteX7634" fmla="*/ 1722406 w 3114960"/>
              <a:gd name="connsiteY7634" fmla="*/ 2457164 h 5143785"/>
              <a:gd name="connsiteX7635" fmla="*/ 1726311 w 3114960"/>
              <a:gd name="connsiteY7635" fmla="*/ 2453259 h 5143785"/>
              <a:gd name="connsiteX7636" fmla="*/ 1739551 w 3114960"/>
              <a:gd name="connsiteY7636" fmla="*/ 2453259 h 5143785"/>
              <a:gd name="connsiteX7637" fmla="*/ 1743456 w 3114960"/>
              <a:gd name="connsiteY7637" fmla="*/ 2457164 h 5143785"/>
              <a:gd name="connsiteX7638" fmla="*/ 1743456 w 3114960"/>
              <a:gd name="connsiteY7638" fmla="*/ 2470404 h 5143785"/>
              <a:gd name="connsiteX7639" fmla="*/ 1739551 w 3114960"/>
              <a:gd name="connsiteY7639" fmla="*/ 2474309 h 5143785"/>
              <a:gd name="connsiteX7640" fmla="*/ 1726311 w 3114960"/>
              <a:gd name="connsiteY7640" fmla="*/ 2474309 h 5143785"/>
              <a:gd name="connsiteX7641" fmla="*/ 1722406 w 3114960"/>
              <a:gd name="connsiteY7641" fmla="*/ 2470404 h 5143785"/>
              <a:gd name="connsiteX7642" fmla="*/ 2219801 w 3114960"/>
              <a:gd name="connsiteY7642" fmla="*/ 4288251 h 5143785"/>
              <a:gd name="connsiteX7643" fmla="*/ 2226659 w 3114960"/>
              <a:gd name="connsiteY7643" fmla="*/ 4277963 h 5143785"/>
              <a:gd name="connsiteX7644" fmla="*/ 2236946 w 3114960"/>
              <a:gd name="connsiteY7644" fmla="*/ 4284821 h 5143785"/>
              <a:gd name="connsiteX7645" fmla="*/ 2230088 w 3114960"/>
              <a:gd name="connsiteY7645" fmla="*/ 4295109 h 5143785"/>
              <a:gd name="connsiteX7646" fmla="*/ 2219801 w 3114960"/>
              <a:gd name="connsiteY7646" fmla="*/ 4288251 h 5143785"/>
              <a:gd name="connsiteX7647" fmla="*/ 2205609 w 3114960"/>
              <a:gd name="connsiteY7647" fmla="*/ 4292632 h 5143785"/>
              <a:gd name="connsiteX7648" fmla="*/ 2207228 w 3114960"/>
              <a:gd name="connsiteY7648" fmla="*/ 4284250 h 5143785"/>
              <a:gd name="connsiteX7649" fmla="*/ 2202466 w 3114960"/>
              <a:gd name="connsiteY7649" fmla="*/ 4277202 h 5143785"/>
              <a:gd name="connsiteX7650" fmla="*/ 2194084 w 3114960"/>
              <a:gd name="connsiteY7650" fmla="*/ 4275582 h 5143785"/>
              <a:gd name="connsiteX7651" fmla="*/ 2185321 w 3114960"/>
              <a:gd name="connsiteY7651" fmla="*/ 4288727 h 5143785"/>
              <a:gd name="connsiteX7652" fmla="*/ 2190083 w 3114960"/>
              <a:gd name="connsiteY7652" fmla="*/ 4295775 h 5143785"/>
              <a:gd name="connsiteX7653" fmla="*/ 2196275 w 3114960"/>
              <a:gd name="connsiteY7653" fmla="*/ 4297680 h 5143785"/>
              <a:gd name="connsiteX7654" fmla="*/ 2198561 w 3114960"/>
              <a:gd name="connsiteY7654" fmla="*/ 4297490 h 5143785"/>
              <a:gd name="connsiteX7655" fmla="*/ 2205609 w 3114960"/>
              <a:gd name="connsiteY7655" fmla="*/ 4292727 h 5143785"/>
              <a:gd name="connsiteX7656" fmla="*/ 2201609 w 3114960"/>
              <a:gd name="connsiteY7656" fmla="*/ 4289965 h 5143785"/>
              <a:gd name="connsiteX7657" fmla="*/ 2197608 w 3114960"/>
              <a:gd name="connsiteY7657" fmla="*/ 4292632 h 5143785"/>
              <a:gd name="connsiteX7658" fmla="*/ 2192846 w 3114960"/>
              <a:gd name="connsiteY7658" fmla="*/ 4291679 h 5143785"/>
              <a:gd name="connsiteX7659" fmla="*/ 2190179 w 3114960"/>
              <a:gd name="connsiteY7659" fmla="*/ 4287679 h 5143785"/>
              <a:gd name="connsiteX7660" fmla="*/ 2195132 w 3114960"/>
              <a:gd name="connsiteY7660" fmla="*/ 4280249 h 5143785"/>
              <a:gd name="connsiteX7661" fmla="*/ 2196370 w 3114960"/>
              <a:gd name="connsiteY7661" fmla="*/ 4280154 h 5143785"/>
              <a:gd name="connsiteX7662" fmla="*/ 2199799 w 3114960"/>
              <a:gd name="connsiteY7662" fmla="*/ 4281202 h 5143785"/>
              <a:gd name="connsiteX7663" fmla="*/ 2202466 w 3114960"/>
              <a:gd name="connsiteY7663" fmla="*/ 4285203 h 5143785"/>
              <a:gd name="connsiteX7664" fmla="*/ 2201513 w 3114960"/>
              <a:gd name="connsiteY7664" fmla="*/ 4289965 h 5143785"/>
              <a:gd name="connsiteX7665" fmla="*/ 328327 w 3114960"/>
              <a:gd name="connsiteY7665" fmla="*/ 2094167 h 5143785"/>
              <a:gd name="connsiteX7666" fmla="*/ 338042 w 3114960"/>
              <a:gd name="connsiteY7666" fmla="*/ 2085689 h 5143785"/>
              <a:gd name="connsiteX7667" fmla="*/ 341852 w 3114960"/>
              <a:gd name="connsiteY7667" fmla="*/ 2085975 h 5143785"/>
              <a:gd name="connsiteX7668" fmla="*/ 350330 w 3114960"/>
              <a:gd name="connsiteY7668" fmla="*/ 2095691 h 5143785"/>
              <a:gd name="connsiteX7669" fmla="*/ 350044 w 3114960"/>
              <a:gd name="connsiteY7669" fmla="*/ 2099501 h 5143785"/>
              <a:gd name="connsiteX7670" fmla="*/ 340328 w 3114960"/>
              <a:gd name="connsiteY7670" fmla="*/ 2107978 h 5143785"/>
              <a:gd name="connsiteX7671" fmla="*/ 336518 w 3114960"/>
              <a:gd name="connsiteY7671" fmla="*/ 2107692 h 5143785"/>
              <a:gd name="connsiteX7672" fmla="*/ 328041 w 3114960"/>
              <a:gd name="connsiteY7672" fmla="*/ 2097977 h 5143785"/>
              <a:gd name="connsiteX7673" fmla="*/ 328327 w 3114960"/>
              <a:gd name="connsiteY7673" fmla="*/ 2094167 h 5143785"/>
              <a:gd name="connsiteX7674" fmla="*/ 1656017 w 3114960"/>
              <a:gd name="connsiteY7674" fmla="*/ 3846005 h 5143785"/>
              <a:gd name="connsiteX7675" fmla="*/ 1656588 w 3114960"/>
              <a:gd name="connsiteY7675" fmla="*/ 3846005 h 5143785"/>
              <a:gd name="connsiteX7676" fmla="*/ 1670209 w 3114960"/>
              <a:gd name="connsiteY7676" fmla="*/ 3832955 h 5143785"/>
              <a:gd name="connsiteX7677" fmla="*/ 1666589 w 3114960"/>
              <a:gd name="connsiteY7677" fmla="*/ 3823145 h 5143785"/>
              <a:gd name="connsiteX7678" fmla="*/ 1657064 w 3114960"/>
              <a:gd name="connsiteY7678" fmla="*/ 3818763 h 5143785"/>
              <a:gd name="connsiteX7679" fmla="*/ 1642777 w 3114960"/>
              <a:gd name="connsiteY7679" fmla="*/ 3831812 h 5143785"/>
              <a:gd name="connsiteX7680" fmla="*/ 1644396 w 3114960"/>
              <a:gd name="connsiteY7680" fmla="*/ 3838861 h 5143785"/>
              <a:gd name="connsiteX7681" fmla="*/ 1577340 w 3114960"/>
              <a:gd name="connsiteY7681" fmla="*/ 3898202 h 5143785"/>
              <a:gd name="connsiteX7682" fmla="*/ 1576483 w 3114960"/>
              <a:gd name="connsiteY7682" fmla="*/ 3898963 h 5143785"/>
              <a:gd name="connsiteX7683" fmla="*/ 1577626 w 3114960"/>
              <a:gd name="connsiteY7683" fmla="*/ 3960209 h 5143785"/>
              <a:gd name="connsiteX7684" fmla="*/ 1484186 w 3114960"/>
              <a:gd name="connsiteY7684" fmla="*/ 4068699 h 5143785"/>
              <a:gd name="connsiteX7685" fmla="*/ 1484186 w 3114960"/>
              <a:gd name="connsiteY7685" fmla="*/ 4078224 h 5143785"/>
              <a:gd name="connsiteX7686" fmla="*/ 1481709 w 3114960"/>
              <a:gd name="connsiteY7686" fmla="*/ 4078796 h 5143785"/>
              <a:gd name="connsiteX7687" fmla="*/ 1475803 w 3114960"/>
              <a:gd name="connsiteY7687" fmla="*/ 4094417 h 5143785"/>
              <a:gd name="connsiteX7688" fmla="*/ 1486662 w 3114960"/>
              <a:gd name="connsiteY7688" fmla="*/ 4101370 h 5143785"/>
              <a:gd name="connsiteX7689" fmla="*/ 1491520 w 3114960"/>
              <a:gd name="connsiteY7689" fmla="*/ 4100322 h 5143785"/>
              <a:gd name="connsiteX7690" fmla="*/ 1497711 w 3114960"/>
              <a:gd name="connsiteY7690" fmla="*/ 4093750 h 5143785"/>
              <a:gd name="connsiteX7691" fmla="*/ 1497425 w 3114960"/>
              <a:gd name="connsiteY7691" fmla="*/ 4084701 h 5143785"/>
              <a:gd name="connsiteX7692" fmla="*/ 1490853 w 3114960"/>
              <a:gd name="connsiteY7692" fmla="*/ 4078510 h 5143785"/>
              <a:gd name="connsiteX7693" fmla="*/ 1489043 w 3114960"/>
              <a:gd name="connsiteY7693" fmla="*/ 4078224 h 5143785"/>
              <a:gd name="connsiteX7694" fmla="*/ 1489043 w 3114960"/>
              <a:gd name="connsiteY7694" fmla="*/ 4070509 h 5143785"/>
              <a:gd name="connsiteX7695" fmla="*/ 1581912 w 3114960"/>
              <a:gd name="connsiteY7695" fmla="*/ 3962686 h 5143785"/>
              <a:gd name="connsiteX7696" fmla="*/ 1582484 w 3114960"/>
              <a:gd name="connsiteY7696" fmla="*/ 3962019 h 5143785"/>
              <a:gd name="connsiteX7697" fmla="*/ 1581341 w 3114960"/>
              <a:gd name="connsiteY7697" fmla="*/ 3901154 h 5143785"/>
              <a:gd name="connsiteX7698" fmla="*/ 1647349 w 3114960"/>
              <a:gd name="connsiteY7698" fmla="*/ 3842766 h 5143785"/>
              <a:gd name="connsiteX7699" fmla="*/ 1655731 w 3114960"/>
              <a:gd name="connsiteY7699" fmla="*/ 3846290 h 5143785"/>
              <a:gd name="connsiteX7700" fmla="*/ 1656588 w 3114960"/>
              <a:gd name="connsiteY7700" fmla="*/ 3823430 h 5143785"/>
              <a:gd name="connsiteX7701" fmla="*/ 1656969 w 3114960"/>
              <a:gd name="connsiteY7701" fmla="*/ 3823430 h 5143785"/>
              <a:gd name="connsiteX7702" fmla="*/ 1663160 w 3114960"/>
              <a:gd name="connsiteY7702" fmla="*/ 3826288 h 5143785"/>
              <a:gd name="connsiteX7703" fmla="*/ 1665446 w 3114960"/>
              <a:gd name="connsiteY7703" fmla="*/ 3832670 h 5143785"/>
              <a:gd name="connsiteX7704" fmla="*/ 1656207 w 3114960"/>
              <a:gd name="connsiteY7704" fmla="*/ 3841147 h 5143785"/>
              <a:gd name="connsiteX7705" fmla="*/ 1650492 w 3114960"/>
              <a:gd name="connsiteY7705" fmla="*/ 3838575 h 5143785"/>
              <a:gd name="connsiteX7706" fmla="*/ 1649730 w 3114960"/>
              <a:gd name="connsiteY7706" fmla="*/ 3837623 h 5143785"/>
              <a:gd name="connsiteX7707" fmla="*/ 1647730 w 3114960"/>
              <a:gd name="connsiteY7707" fmla="*/ 3831812 h 5143785"/>
              <a:gd name="connsiteX7708" fmla="*/ 1656588 w 3114960"/>
              <a:gd name="connsiteY7708" fmla="*/ 3823335 h 5143785"/>
              <a:gd name="connsiteX7709" fmla="*/ 1489424 w 3114960"/>
              <a:gd name="connsiteY7709" fmla="*/ 4082796 h 5143785"/>
              <a:gd name="connsiteX7710" fmla="*/ 1493425 w 3114960"/>
              <a:gd name="connsiteY7710" fmla="*/ 4086511 h 5143785"/>
              <a:gd name="connsiteX7711" fmla="*/ 1493615 w 3114960"/>
              <a:gd name="connsiteY7711" fmla="*/ 4091940 h 5143785"/>
              <a:gd name="connsiteX7712" fmla="*/ 1489901 w 3114960"/>
              <a:gd name="connsiteY7712" fmla="*/ 4095941 h 5143785"/>
              <a:gd name="connsiteX7713" fmla="*/ 1480566 w 3114960"/>
              <a:gd name="connsiteY7713" fmla="*/ 4092417 h 5143785"/>
              <a:gd name="connsiteX7714" fmla="*/ 1484090 w 3114960"/>
              <a:gd name="connsiteY7714" fmla="*/ 4083082 h 5143785"/>
              <a:gd name="connsiteX7715" fmla="*/ 1489520 w 3114960"/>
              <a:gd name="connsiteY7715" fmla="*/ 4082892 h 5143785"/>
              <a:gd name="connsiteX7716" fmla="*/ 1869853 w 3114960"/>
              <a:gd name="connsiteY7716" fmla="*/ 4136422 h 5143785"/>
              <a:gd name="connsiteX7717" fmla="*/ 1883664 w 3114960"/>
              <a:gd name="connsiteY7717" fmla="*/ 4122611 h 5143785"/>
              <a:gd name="connsiteX7718" fmla="*/ 1897475 w 3114960"/>
              <a:gd name="connsiteY7718" fmla="*/ 4136422 h 5143785"/>
              <a:gd name="connsiteX7719" fmla="*/ 1883664 w 3114960"/>
              <a:gd name="connsiteY7719" fmla="*/ 4150233 h 5143785"/>
              <a:gd name="connsiteX7720" fmla="*/ 1869853 w 3114960"/>
              <a:gd name="connsiteY7720" fmla="*/ 4136422 h 5143785"/>
              <a:gd name="connsiteX7721" fmla="*/ 2272951 w 3114960"/>
              <a:gd name="connsiteY7721" fmla="*/ 4116419 h 5143785"/>
              <a:gd name="connsiteX7722" fmla="*/ 2260283 w 3114960"/>
              <a:gd name="connsiteY7722" fmla="*/ 4103751 h 5143785"/>
              <a:gd name="connsiteX7723" fmla="*/ 2272951 w 3114960"/>
              <a:gd name="connsiteY7723" fmla="*/ 4091083 h 5143785"/>
              <a:gd name="connsiteX7724" fmla="*/ 2285619 w 3114960"/>
              <a:gd name="connsiteY7724" fmla="*/ 4103751 h 5143785"/>
              <a:gd name="connsiteX7725" fmla="*/ 2272951 w 3114960"/>
              <a:gd name="connsiteY7725" fmla="*/ 4116419 h 5143785"/>
              <a:gd name="connsiteX7726" fmla="*/ 1303782 w 3114960"/>
              <a:gd name="connsiteY7726" fmla="*/ 1045559 h 5143785"/>
              <a:gd name="connsiteX7727" fmla="*/ 1307592 w 3114960"/>
              <a:gd name="connsiteY7727" fmla="*/ 1041749 h 5143785"/>
              <a:gd name="connsiteX7728" fmla="*/ 1307592 w 3114960"/>
              <a:gd name="connsiteY7728" fmla="*/ 1032796 h 5143785"/>
              <a:gd name="connsiteX7729" fmla="*/ 1303782 w 3114960"/>
              <a:gd name="connsiteY7729" fmla="*/ 1028986 h 5143785"/>
              <a:gd name="connsiteX7730" fmla="*/ 1293400 w 3114960"/>
              <a:gd name="connsiteY7730" fmla="*/ 1028986 h 5143785"/>
              <a:gd name="connsiteX7731" fmla="*/ 1293400 w 3114960"/>
              <a:gd name="connsiteY7731" fmla="*/ 1020127 h 5143785"/>
              <a:gd name="connsiteX7732" fmla="*/ 1183386 w 3114960"/>
              <a:gd name="connsiteY7732" fmla="*/ 892874 h 5143785"/>
              <a:gd name="connsiteX7733" fmla="*/ 1184053 w 3114960"/>
              <a:gd name="connsiteY7733" fmla="*/ 811149 h 5143785"/>
              <a:gd name="connsiteX7734" fmla="*/ 1129189 w 3114960"/>
              <a:gd name="connsiteY7734" fmla="*/ 758762 h 5143785"/>
              <a:gd name="connsiteX7735" fmla="*/ 1129475 w 3114960"/>
              <a:gd name="connsiteY7735" fmla="*/ 755523 h 5143785"/>
              <a:gd name="connsiteX7736" fmla="*/ 1094804 w 3114960"/>
              <a:gd name="connsiteY7736" fmla="*/ 720852 h 5143785"/>
              <a:gd name="connsiteX7737" fmla="*/ 935641 w 3114960"/>
              <a:gd name="connsiteY7737" fmla="*/ 720852 h 5143785"/>
              <a:gd name="connsiteX7738" fmla="*/ 901160 w 3114960"/>
              <a:gd name="connsiteY7738" fmla="*/ 754285 h 5143785"/>
              <a:gd name="connsiteX7739" fmla="*/ 880586 w 3114960"/>
              <a:gd name="connsiteY7739" fmla="*/ 754285 h 5143785"/>
              <a:gd name="connsiteX7740" fmla="*/ 880586 w 3114960"/>
              <a:gd name="connsiteY7740" fmla="*/ 750475 h 5143785"/>
              <a:gd name="connsiteX7741" fmla="*/ 873633 w 3114960"/>
              <a:gd name="connsiteY7741" fmla="*/ 743522 h 5143785"/>
              <a:gd name="connsiteX7742" fmla="*/ 852869 w 3114960"/>
              <a:gd name="connsiteY7742" fmla="*/ 743522 h 5143785"/>
              <a:gd name="connsiteX7743" fmla="*/ 845915 w 3114960"/>
              <a:gd name="connsiteY7743" fmla="*/ 750475 h 5143785"/>
              <a:gd name="connsiteX7744" fmla="*/ 845915 w 3114960"/>
              <a:gd name="connsiteY7744" fmla="*/ 755333 h 5143785"/>
              <a:gd name="connsiteX7745" fmla="*/ 821912 w 3114960"/>
              <a:gd name="connsiteY7745" fmla="*/ 755047 h 5143785"/>
              <a:gd name="connsiteX7746" fmla="*/ 779050 w 3114960"/>
              <a:gd name="connsiteY7746" fmla="*/ 717137 h 5143785"/>
              <a:gd name="connsiteX7747" fmla="*/ 718852 w 3114960"/>
              <a:gd name="connsiteY7747" fmla="*/ 717137 h 5143785"/>
              <a:gd name="connsiteX7748" fmla="*/ 709613 w 3114960"/>
              <a:gd name="connsiteY7748" fmla="*/ 709803 h 5143785"/>
              <a:gd name="connsiteX7749" fmla="*/ 699802 w 3114960"/>
              <a:gd name="connsiteY7749" fmla="*/ 719519 h 5143785"/>
              <a:gd name="connsiteX7750" fmla="*/ 709613 w 3114960"/>
              <a:gd name="connsiteY7750" fmla="*/ 729329 h 5143785"/>
              <a:gd name="connsiteX7751" fmla="*/ 718852 w 3114960"/>
              <a:gd name="connsiteY7751" fmla="*/ 721900 h 5143785"/>
              <a:gd name="connsiteX7752" fmla="*/ 777240 w 3114960"/>
              <a:gd name="connsiteY7752" fmla="*/ 721900 h 5143785"/>
              <a:gd name="connsiteX7753" fmla="*/ 820102 w 3114960"/>
              <a:gd name="connsiteY7753" fmla="*/ 759809 h 5143785"/>
              <a:gd name="connsiteX7754" fmla="*/ 845915 w 3114960"/>
              <a:gd name="connsiteY7754" fmla="*/ 760095 h 5143785"/>
              <a:gd name="connsiteX7755" fmla="*/ 845915 w 3114960"/>
              <a:gd name="connsiteY7755" fmla="*/ 760476 h 5143785"/>
              <a:gd name="connsiteX7756" fmla="*/ 852869 w 3114960"/>
              <a:gd name="connsiteY7756" fmla="*/ 767429 h 5143785"/>
              <a:gd name="connsiteX7757" fmla="*/ 873633 w 3114960"/>
              <a:gd name="connsiteY7757" fmla="*/ 767429 h 5143785"/>
              <a:gd name="connsiteX7758" fmla="*/ 880586 w 3114960"/>
              <a:gd name="connsiteY7758" fmla="*/ 760476 h 5143785"/>
              <a:gd name="connsiteX7759" fmla="*/ 880586 w 3114960"/>
              <a:gd name="connsiteY7759" fmla="*/ 756666 h 5143785"/>
              <a:gd name="connsiteX7760" fmla="*/ 901160 w 3114960"/>
              <a:gd name="connsiteY7760" fmla="*/ 756666 h 5143785"/>
              <a:gd name="connsiteX7761" fmla="*/ 935641 w 3114960"/>
              <a:gd name="connsiteY7761" fmla="*/ 790099 h 5143785"/>
              <a:gd name="connsiteX7762" fmla="*/ 943261 w 3114960"/>
              <a:gd name="connsiteY7762" fmla="*/ 790099 h 5143785"/>
              <a:gd name="connsiteX7763" fmla="*/ 943261 w 3114960"/>
              <a:gd name="connsiteY7763" fmla="*/ 826389 h 5143785"/>
              <a:gd name="connsiteX7764" fmla="*/ 934879 w 3114960"/>
              <a:gd name="connsiteY7764" fmla="*/ 835724 h 5143785"/>
              <a:gd name="connsiteX7765" fmla="*/ 944404 w 3114960"/>
              <a:gd name="connsiteY7765" fmla="*/ 845249 h 5143785"/>
              <a:gd name="connsiteX7766" fmla="*/ 946214 w 3114960"/>
              <a:gd name="connsiteY7766" fmla="*/ 844868 h 5143785"/>
              <a:gd name="connsiteX7767" fmla="*/ 968978 w 3114960"/>
              <a:gd name="connsiteY7767" fmla="*/ 893064 h 5143785"/>
              <a:gd name="connsiteX7768" fmla="*/ 969169 w 3114960"/>
              <a:gd name="connsiteY7768" fmla="*/ 936308 h 5143785"/>
              <a:gd name="connsiteX7769" fmla="*/ 1069943 w 3114960"/>
              <a:gd name="connsiteY7769" fmla="*/ 1050322 h 5143785"/>
              <a:gd name="connsiteX7770" fmla="*/ 1068419 w 3114960"/>
              <a:gd name="connsiteY7770" fmla="*/ 1056037 h 5143785"/>
              <a:gd name="connsiteX7771" fmla="*/ 1080802 w 3114960"/>
              <a:gd name="connsiteY7771" fmla="*/ 1068419 h 5143785"/>
              <a:gd name="connsiteX7772" fmla="*/ 1093184 w 3114960"/>
              <a:gd name="connsiteY7772" fmla="*/ 1056037 h 5143785"/>
              <a:gd name="connsiteX7773" fmla="*/ 1080802 w 3114960"/>
              <a:gd name="connsiteY7773" fmla="*/ 1043654 h 5143785"/>
              <a:gd name="connsiteX7774" fmla="*/ 1072991 w 3114960"/>
              <a:gd name="connsiteY7774" fmla="*/ 1046607 h 5143785"/>
              <a:gd name="connsiteX7775" fmla="*/ 973931 w 3114960"/>
              <a:gd name="connsiteY7775" fmla="*/ 934593 h 5143785"/>
              <a:gd name="connsiteX7776" fmla="*/ 973741 w 3114960"/>
              <a:gd name="connsiteY7776" fmla="*/ 892588 h 5143785"/>
              <a:gd name="connsiteX7777" fmla="*/ 950500 w 3114960"/>
              <a:gd name="connsiteY7777" fmla="*/ 842867 h 5143785"/>
              <a:gd name="connsiteX7778" fmla="*/ 953929 w 3114960"/>
              <a:gd name="connsiteY7778" fmla="*/ 835724 h 5143785"/>
              <a:gd name="connsiteX7779" fmla="*/ 945547 w 3114960"/>
              <a:gd name="connsiteY7779" fmla="*/ 826389 h 5143785"/>
              <a:gd name="connsiteX7780" fmla="*/ 945547 w 3114960"/>
              <a:gd name="connsiteY7780" fmla="*/ 790099 h 5143785"/>
              <a:gd name="connsiteX7781" fmla="*/ 989838 w 3114960"/>
              <a:gd name="connsiteY7781" fmla="*/ 790099 h 5143785"/>
              <a:gd name="connsiteX7782" fmla="*/ 989838 w 3114960"/>
              <a:gd name="connsiteY7782" fmla="*/ 826389 h 5143785"/>
              <a:gd name="connsiteX7783" fmla="*/ 981456 w 3114960"/>
              <a:gd name="connsiteY7783" fmla="*/ 835724 h 5143785"/>
              <a:gd name="connsiteX7784" fmla="*/ 990981 w 3114960"/>
              <a:gd name="connsiteY7784" fmla="*/ 845249 h 5143785"/>
              <a:gd name="connsiteX7785" fmla="*/ 993553 w 3114960"/>
              <a:gd name="connsiteY7785" fmla="*/ 844772 h 5143785"/>
              <a:gd name="connsiteX7786" fmla="*/ 1016032 w 3114960"/>
              <a:gd name="connsiteY7786" fmla="*/ 888683 h 5143785"/>
              <a:gd name="connsiteX7787" fmla="*/ 1015651 w 3114960"/>
              <a:gd name="connsiteY7787" fmla="*/ 925640 h 5143785"/>
              <a:gd name="connsiteX7788" fmla="*/ 1055942 w 3114960"/>
              <a:gd name="connsiteY7788" fmla="*/ 970598 h 5143785"/>
              <a:gd name="connsiteX7789" fmla="*/ 1053275 w 3114960"/>
              <a:gd name="connsiteY7789" fmla="*/ 977456 h 5143785"/>
              <a:gd name="connsiteX7790" fmla="*/ 1063657 w 3114960"/>
              <a:gd name="connsiteY7790" fmla="*/ 987838 h 5143785"/>
              <a:gd name="connsiteX7791" fmla="*/ 1074039 w 3114960"/>
              <a:gd name="connsiteY7791" fmla="*/ 977456 h 5143785"/>
              <a:gd name="connsiteX7792" fmla="*/ 1063657 w 3114960"/>
              <a:gd name="connsiteY7792" fmla="*/ 967073 h 5143785"/>
              <a:gd name="connsiteX7793" fmla="*/ 1059752 w 3114960"/>
              <a:gd name="connsiteY7793" fmla="*/ 967835 h 5143785"/>
              <a:gd name="connsiteX7794" fmla="*/ 1020318 w 3114960"/>
              <a:gd name="connsiteY7794" fmla="*/ 923925 h 5143785"/>
              <a:gd name="connsiteX7795" fmla="*/ 1020699 w 3114960"/>
              <a:gd name="connsiteY7795" fmla="*/ 887635 h 5143785"/>
              <a:gd name="connsiteX7796" fmla="*/ 997649 w 3114960"/>
              <a:gd name="connsiteY7796" fmla="*/ 842582 h 5143785"/>
              <a:gd name="connsiteX7797" fmla="*/ 1000411 w 3114960"/>
              <a:gd name="connsiteY7797" fmla="*/ 835819 h 5143785"/>
              <a:gd name="connsiteX7798" fmla="*/ 992029 w 3114960"/>
              <a:gd name="connsiteY7798" fmla="*/ 826484 h 5143785"/>
              <a:gd name="connsiteX7799" fmla="*/ 992029 w 3114960"/>
              <a:gd name="connsiteY7799" fmla="*/ 790194 h 5143785"/>
              <a:gd name="connsiteX7800" fmla="*/ 1036320 w 3114960"/>
              <a:gd name="connsiteY7800" fmla="*/ 790194 h 5143785"/>
              <a:gd name="connsiteX7801" fmla="*/ 1036320 w 3114960"/>
              <a:gd name="connsiteY7801" fmla="*/ 826484 h 5143785"/>
              <a:gd name="connsiteX7802" fmla="*/ 1027938 w 3114960"/>
              <a:gd name="connsiteY7802" fmla="*/ 835819 h 5143785"/>
              <a:gd name="connsiteX7803" fmla="*/ 1037463 w 3114960"/>
              <a:gd name="connsiteY7803" fmla="*/ 845344 h 5143785"/>
              <a:gd name="connsiteX7804" fmla="*/ 1039177 w 3114960"/>
              <a:gd name="connsiteY7804" fmla="*/ 844963 h 5143785"/>
              <a:gd name="connsiteX7805" fmla="*/ 1056513 w 3114960"/>
              <a:gd name="connsiteY7805" fmla="*/ 883158 h 5143785"/>
              <a:gd name="connsiteX7806" fmla="*/ 1056513 w 3114960"/>
              <a:gd name="connsiteY7806" fmla="*/ 912590 h 5143785"/>
              <a:gd name="connsiteX7807" fmla="*/ 1173004 w 3114960"/>
              <a:gd name="connsiteY7807" fmla="*/ 1044226 h 5143785"/>
              <a:gd name="connsiteX7808" fmla="*/ 1173004 w 3114960"/>
              <a:gd name="connsiteY7808" fmla="*/ 1096613 h 5143785"/>
              <a:gd name="connsiteX7809" fmla="*/ 1166146 w 3114960"/>
              <a:gd name="connsiteY7809" fmla="*/ 1096613 h 5143785"/>
              <a:gd name="connsiteX7810" fmla="*/ 1159288 w 3114960"/>
              <a:gd name="connsiteY7810" fmla="*/ 1103471 h 5143785"/>
              <a:gd name="connsiteX7811" fmla="*/ 1159288 w 3114960"/>
              <a:gd name="connsiteY7811" fmla="*/ 1122045 h 5143785"/>
              <a:gd name="connsiteX7812" fmla="*/ 1159859 w 3114960"/>
              <a:gd name="connsiteY7812" fmla="*/ 1124712 h 5143785"/>
              <a:gd name="connsiteX7813" fmla="*/ 1136142 w 3114960"/>
              <a:gd name="connsiteY7813" fmla="*/ 1144619 h 5143785"/>
              <a:gd name="connsiteX7814" fmla="*/ 1130237 w 3114960"/>
              <a:gd name="connsiteY7814" fmla="*/ 1137761 h 5143785"/>
              <a:gd name="connsiteX7815" fmla="*/ 1127665 w 3114960"/>
              <a:gd name="connsiteY7815" fmla="*/ 1136428 h 5143785"/>
              <a:gd name="connsiteX7816" fmla="*/ 1124903 w 3114960"/>
              <a:gd name="connsiteY7816" fmla="*/ 1137380 h 5143785"/>
              <a:gd name="connsiteX7817" fmla="*/ 1118140 w 3114960"/>
              <a:gd name="connsiteY7817" fmla="*/ 1143286 h 5143785"/>
              <a:gd name="connsiteX7818" fmla="*/ 1118140 w 3114960"/>
              <a:gd name="connsiteY7818" fmla="*/ 1143286 h 5143785"/>
              <a:gd name="connsiteX7819" fmla="*/ 1117759 w 3114960"/>
              <a:gd name="connsiteY7819" fmla="*/ 1148715 h 5143785"/>
              <a:gd name="connsiteX7820" fmla="*/ 1123569 w 3114960"/>
              <a:gd name="connsiteY7820" fmla="*/ 1155383 h 5143785"/>
              <a:gd name="connsiteX7821" fmla="*/ 1107662 w 3114960"/>
              <a:gd name="connsiteY7821" fmla="*/ 1169194 h 5143785"/>
              <a:gd name="connsiteX7822" fmla="*/ 1101852 w 3114960"/>
              <a:gd name="connsiteY7822" fmla="*/ 1162526 h 5143785"/>
              <a:gd name="connsiteX7823" fmla="*/ 1099185 w 3114960"/>
              <a:gd name="connsiteY7823" fmla="*/ 1161193 h 5143785"/>
              <a:gd name="connsiteX7824" fmla="*/ 1096423 w 3114960"/>
              <a:gd name="connsiteY7824" fmla="*/ 1162145 h 5143785"/>
              <a:gd name="connsiteX7825" fmla="*/ 1089660 w 3114960"/>
              <a:gd name="connsiteY7825" fmla="*/ 1168051 h 5143785"/>
              <a:gd name="connsiteX7826" fmla="*/ 1089279 w 3114960"/>
              <a:gd name="connsiteY7826" fmla="*/ 1173480 h 5143785"/>
              <a:gd name="connsiteX7827" fmla="*/ 1095089 w 3114960"/>
              <a:gd name="connsiteY7827" fmla="*/ 1180148 h 5143785"/>
              <a:gd name="connsiteX7828" fmla="*/ 1079183 w 3114960"/>
              <a:gd name="connsiteY7828" fmla="*/ 1193959 h 5143785"/>
              <a:gd name="connsiteX7829" fmla="*/ 1073372 w 3114960"/>
              <a:gd name="connsiteY7829" fmla="*/ 1187291 h 5143785"/>
              <a:gd name="connsiteX7830" fmla="*/ 1070801 w 3114960"/>
              <a:gd name="connsiteY7830" fmla="*/ 1185958 h 5143785"/>
              <a:gd name="connsiteX7831" fmla="*/ 1068038 w 3114960"/>
              <a:gd name="connsiteY7831" fmla="*/ 1186910 h 5143785"/>
              <a:gd name="connsiteX7832" fmla="*/ 1061276 w 3114960"/>
              <a:gd name="connsiteY7832" fmla="*/ 1192816 h 5143785"/>
              <a:gd name="connsiteX7833" fmla="*/ 1061276 w 3114960"/>
              <a:gd name="connsiteY7833" fmla="*/ 1192816 h 5143785"/>
              <a:gd name="connsiteX7834" fmla="*/ 1060895 w 3114960"/>
              <a:gd name="connsiteY7834" fmla="*/ 1198245 h 5143785"/>
              <a:gd name="connsiteX7835" fmla="*/ 1066895 w 3114960"/>
              <a:gd name="connsiteY7835" fmla="*/ 1205198 h 5143785"/>
              <a:gd name="connsiteX7836" fmla="*/ 1050989 w 3114960"/>
              <a:gd name="connsiteY7836" fmla="*/ 1219010 h 5143785"/>
              <a:gd name="connsiteX7837" fmla="*/ 1044988 w 3114960"/>
              <a:gd name="connsiteY7837" fmla="*/ 1212056 h 5143785"/>
              <a:gd name="connsiteX7838" fmla="*/ 1042416 w 3114960"/>
              <a:gd name="connsiteY7838" fmla="*/ 1210723 h 5143785"/>
              <a:gd name="connsiteX7839" fmla="*/ 1039654 w 3114960"/>
              <a:gd name="connsiteY7839" fmla="*/ 1211675 h 5143785"/>
              <a:gd name="connsiteX7840" fmla="*/ 1032891 w 3114960"/>
              <a:gd name="connsiteY7840" fmla="*/ 1217581 h 5143785"/>
              <a:gd name="connsiteX7841" fmla="*/ 1032891 w 3114960"/>
              <a:gd name="connsiteY7841" fmla="*/ 1217581 h 5143785"/>
              <a:gd name="connsiteX7842" fmla="*/ 1032510 w 3114960"/>
              <a:gd name="connsiteY7842" fmla="*/ 1223010 h 5143785"/>
              <a:gd name="connsiteX7843" fmla="*/ 1037654 w 3114960"/>
              <a:gd name="connsiteY7843" fmla="*/ 1228916 h 5143785"/>
              <a:gd name="connsiteX7844" fmla="*/ 1030510 w 3114960"/>
              <a:gd name="connsiteY7844" fmla="*/ 1234440 h 5143785"/>
              <a:gd name="connsiteX7845" fmla="*/ 1030510 w 3114960"/>
              <a:gd name="connsiteY7845" fmla="*/ 1295972 h 5143785"/>
              <a:gd name="connsiteX7846" fmla="*/ 1013174 w 3114960"/>
              <a:gd name="connsiteY7846" fmla="*/ 1305687 h 5143785"/>
              <a:gd name="connsiteX7847" fmla="*/ 1008602 w 3114960"/>
              <a:gd name="connsiteY7847" fmla="*/ 1317784 h 5143785"/>
              <a:gd name="connsiteX7848" fmla="*/ 939927 w 3114960"/>
              <a:gd name="connsiteY7848" fmla="*/ 1317784 h 5143785"/>
              <a:gd name="connsiteX7849" fmla="*/ 916400 w 3114960"/>
              <a:gd name="connsiteY7849" fmla="*/ 1341596 h 5143785"/>
              <a:gd name="connsiteX7850" fmla="*/ 847344 w 3114960"/>
              <a:gd name="connsiteY7850" fmla="*/ 1341215 h 5143785"/>
              <a:gd name="connsiteX7851" fmla="*/ 742379 w 3114960"/>
              <a:gd name="connsiteY7851" fmla="*/ 1421987 h 5143785"/>
              <a:gd name="connsiteX7852" fmla="*/ 727139 w 3114960"/>
              <a:gd name="connsiteY7852" fmla="*/ 1420654 h 5143785"/>
              <a:gd name="connsiteX7853" fmla="*/ 722186 w 3114960"/>
              <a:gd name="connsiteY7853" fmla="*/ 1439037 h 5143785"/>
              <a:gd name="connsiteX7854" fmla="*/ 722281 w 3114960"/>
              <a:gd name="connsiteY7854" fmla="*/ 1439228 h 5143785"/>
              <a:gd name="connsiteX7855" fmla="*/ 702088 w 3114960"/>
              <a:gd name="connsiteY7855" fmla="*/ 1457420 h 5143785"/>
              <a:gd name="connsiteX7856" fmla="*/ 702088 w 3114960"/>
              <a:gd name="connsiteY7856" fmla="*/ 1518285 h 5143785"/>
              <a:gd name="connsiteX7857" fmla="*/ 688181 w 3114960"/>
              <a:gd name="connsiteY7857" fmla="*/ 1533144 h 5143785"/>
              <a:gd name="connsiteX7858" fmla="*/ 688181 w 3114960"/>
              <a:gd name="connsiteY7858" fmla="*/ 1587818 h 5143785"/>
              <a:gd name="connsiteX7859" fmla="*/ 678180 w 3114960"/>
              <a:gd name="connsiteY7859" fmla="*/ 1599724 h 5143785"/>
              <a:gd name="connsiteX7860" fmla="*/ 690563 w 3114960"/>
              <a:gd name="connsiteY7860" fmla="*/ 1612106 h 5143785"/>
              <a:gd name="connsiteX7861" fmla="*/ 702945 w 3114960"/>
              <a:gd name="connsiteY7861" fmla="*/ 1599724 h 5143785"/>
              <a:gd name="connsiteX7862" fmla="*/ 692944 w 3114960"/>
              <a:gd name="connsiteY7862" fmla="*/ 1587818 h 5143785"/>
              <a:gd name="connsiteX7863" fmla="*/ 692944 w 3114960"/>
              <a:gd name="connsiteY7863" fmla="*/ 1535049 h 5143785"/>
              <a:gd name="connsiteX7864" fmla="*/ 706850 w 3114960"/>
              <a:gd name="connsiteY7864" fmla="*/ 1520190 h 5143785"/>
              <a:gd name="connsiteX7865" fmla="*/ 706850 w 3114960"/>
              <a:gd name="connsiteY7865" fmla="*/ 1459611 h 5143785"/>
              <a:gd name="connsiteX7866" fmla="*/ 725424 w 3114960"/>
              <a:gd name="connsiteY7866" fmla="*/ 1442942 h 5143785"/>
              <a:gd name="connsiteX7867" fmla="*/ 740474 w 3114960"/>
              <a:gd name="connsiteY7867" fmla="*/ 1444085 h 5143785"/>
              <a:gd name="connsiteX7868" fmla="*/ 745427 w 3114960"/>
              <a:gd name="connsiteY7868" fmla="*/ 1425702 h 5143785"/>
              <a:gd name="connsiteX7869" fmla="*/ 848963 w 3114960"/>
              <a:gd name="connsiteY7869" fmla="*/ 1346073 h 5143785"/>
              <a:gd name="connsiteX7870" fmla="*/ 918401 w 3114960"/>
              <a:gd name="connsiteY7870" fmla="*/ 1346454 h 5143785"/>
              <a:gd name="connsiteX7871" fmla="*/ 942023 w 3114960"/>
              <a:gd name="connsiteY7871" fmla="*/ 1322546 h 5143785"/>
              <a:gd name="connsiteX7872" fmla="*/ 1008698 w 3114960"/>
              <a:gd name="connsiteY7872" fmla="*/ 1322546 h 5143785"/>
              <a:gd name="connsiteX7873" fmla="*/ 1008698 w 3114960"/>
              <a:gd name="connsiteY7873" fmla="*/ 1323975 h 5143785"/>
              <a:gd name="connsiteX7874" fmla="*/ 1018413 w 3114960"/>
              <a:gd name="connsiteY7874" fmla="*/ 1339977 h 5143785"/>
              <a:gd name="connsiteX7875" fmla="*/ 1052513 w 3114960"/>
              <a:gd name="connsiteY7875" fmla="*/ 1334738 h 5143785"/>
              <a:gd name="connsiteX7876" fmla="*/ 1047274 w 3114960"/>
              <a:gd name="connsiteY7876" fmla="*/ 1300639 h 5143785"/>
              <a:gd name="connsiteX7877" fmla="*/ 1035272 w 3114960"/>
              <a:gd name="connsiteY7877" fmla="*/ 1296067 h 5143785"/>
              <a:gd name="connsiteX7878" fmla="*/ 1035272 w 3114960"/>
              <a:gd name="connsiteY7878" fmla="*/ 1237012 h 5143785"/>
              <a:gd name="connsiteX7879" fmla="*/ 1040702 w 3114960"/>
              <a:gd name="connsiteY7879" fmla="*/ 1232726 h 5143785"/>
              <a:gd name="connsiteX7880" fmla="*/ 1045654 w 3114960"/>
              <a:gd name="connsiteY7880" fmla="*/ 1238441 h 5143785"/>
              <a:gd name="connsiteX7881" fmla="*/ 1048322 w 3114960"/>
              <a:gd name="connsiteY7881" fmla="*/ 1239774 h 5143785"/>
              <a:gd name="connsiteX7882" fmla="*/ 1048607 w 3114960"/>
              <a:gd name="connsiteY7882" fmla="*/ 1239774 h 5143785"/>
              <a:gd name="connsiteX7883" fmla="*/ 1051084 w 3114960"/>
              <a:gd name="connsiteY7883" fmla="*/ 1238822 h 5143785"/>
              <a:gd name="connsiteX7884" fmla="*/ 1057847 w 3114960"/>
              <a:gd name="connsiteY7884" fmla="*/ 1232916 h 5143785"/>
              <a:gd name="connsiteX7885" fmla="*/ 1059180 w 3114960"/>
              <a:gd name="connsiteY7885" fmla="*/ 1230249 h 5143785"/>
              <a:gd name="connsiteX7886" fmla="*/ 1058228 w 3114960"/>
              <a:gd name="connsiteY7886" fmla="*/ 1227487 h 5143785"/>
              <a:gd name="connsiteX7887" fmla="*/ 1052703 w 3114960"/>
              <a:gd name="connsiteY7887" fmla="*/ 1221105 h 5143785"/>
              <a:gd name="connsiteX7888" fmla="*/ 1068610 w 3114960"/>
              <a:gd name="connsiteY7888" fmla="*/ 1207294 h 5143785"/>
              <a:gd name="connsiteX7889" fmla="*/ 1074134 w 3114960"/>
              <a:gd name="connsiteY7889" fmla="*/ 1213676 h 5143785"/>
              <a:gd name="connsiteX7890" fmla="*/ 1076801 w 3114960"/>
              <a:gd name="connsiteY7890" fmla="*/ 1215009 h 5143785"/>
              <a:gd name="connsiteX7891" fmla="*/ 1077087 w 3114960"/>
              <a:gd name="connsiteY7891" fmla="*/ 1215009 h 5143785"/>
              <a:gd name="connsiteX7892" fmla="*/ 1079564 w 3114960"/>
              <a:gd name="connsiteY7892" fmla="*/ 1214057 h 5143785"/>
              <a:gd name="connsiteX7893" fmla="*/ 1086326 w 3114960"/>
              <a:gd name="connsiteY7893" fmla="*/ 1208151 h 5143785"/>
              <a:gd name="connsiteX7894" fmla="*/ 1087660 w 3114960"/>
              <a:gd name="connsiteY7894" fmla="*/ 1205579 h 5143785"/>
              <a:gd name="connsiteX7895" fmla="*/ 1086707 w 3114960"/>
              <a:gd name="connsiteY7895" fmla="*/ 1202817 h 5143785"/>
              <a:gd name="connsiteX7896" fmla="*/ 1080897 w 3114960"/>
              <a:gd name="connsiteY7896" fmla="*/ 1196150 h 5143785"/>
              <a:gd name="connsiteX7897" fmla="*/ 1096804 w 3114960"/>
              <a:gd name="connsiteY7897" fmla="*/ 1182338 h 5143785"/>
              <a:gd name="connsiteX7898" fmla="*/ 1102614 w 3114960"/>
              <a:gd name="connsiteY7898" fmla="*/ 1189006 h 5143785"/>
              <a:gd name="connsiteX7899" fmla="*/ 1105472 w 3114960"/>
              <a:gd name="connsiteY7899" fmla="*/ 1190339 h 5143785"/>
              <a:gd name="connsiteX7900" fmla="*/ 1107948 w 3114960"/>
              <a:gd name="connsiteY7900" fmla="*/ 1189387 h 5143785"/>
              <a:gd name="connsiteX7901" fmla="*/ 1114711 w 3114960"/>
              <a:gd name="connsiteY7901" fmla="*/ 1183481 h 5143785"/>
              <a:gd name="connsiteX7902" fmla="*/ 1116044 w 3114960"/>
              <a:gd name="connsiteY7902" fmla="*/ 1180910 h 5143785"/>
              <a:gd name="connsiteX7903" fmla="*/ 1115092 w 3114960"/>
              <a:gd name="connsiteY7903" fmla="*/ 1178147 h 5143785"/>
              <a:gd name="connsiteX7904" fmla="*/ 1109282 w 3114960"/>
              <a:gd name="connsiteY7904" fmla="*/ 1171480 h 5143785"/>
              <a:gd name="connsiteX7905" fmla="*/ 1125188 w 3114960"/>
              <a:gd name="connsiteY7905" fmla="*/ 1157669 h 5143785"/>
              <a:gd name="connsiteX7906" fmla="*/ 1130999 w 3114960"/>
              <a:gd name="connsiteY7906" fmla="*/ 1164336 h 5143785"/>
              <a:gd name="connsiteX7907" fmla="*/ 1133666 w 3114960"/>
              <a:gd name="connsiteY7907" fmla="*/ 1165670 h 5143785"/>
              <a:gd name="connsiteX7908" fmla="*/ 1133951 w 3114960"/>
              <a:gd name="connsiteY7908" fmla="*/ 1165670 h 5143785"/>
              <a:gd name="connsiteX7909" fmla="*/ 1136428 w 3114960"/>
              <a:gd name="connsiteY7909" fmla="*/ 1164717 h 5143785"/>
              <a:gd name="connsiteX7910" fmla="*/ 1143191 w 3114960"/>
              <a:gd name="connsiteY7910" fmla="*/ 1158812 h 5143785"/>
              <a:gd name="connsiteX7911" fmla="*/ 1144524 w 3114960"/>
              <a:gd name="connsiteY7911" fmla="*/ 1156145 h 5143785"/>
              <a:gd name="connsiteX7912" fmla="*/ 1143572 w 3114960"/>
              <a:gd name="connsiteY7912" fmla="*/ 1153382 h 5143785"/>
              <a:gd name="connsiteX7913" fmla="*/ 1139476 w 3114960"/>
              <a:gd name="connsiteY7913" fmla="*/ 1148620 h 5143785"/>
              <a:gd name="connsiteX7914" fmla="*/ 1163384 w 3114960"/>
              <a:gd name="connsiteY7914" fmla="*/ 1128522 h 5143785"/>
              <a:gd name="connsiteX7915" fmla="*/ 1166336 w 3114960"/>
              <a:gd name="connsiteY7915" fmla="*/ 1129284 h 5143785"/>
              <a:gd name="connsiteX7916" fmla="*/ 1184910 w 3114960"/>
              <a:gd name="connsiteY7916" fmla="*/ 1129284 h 5143785"/>
              <a:gd name="connsiteX7917" fmla="*/ 1191768 w 3114960"/>
              <a:gd name="connsiteY7917" fmla="*/ 1122426 h 5143785"/>
              <a:gd name="connsiteX7918" fmla="*/ 1191768 w 3114960"/>
              <a:gd name="connsiteY7918" fmla="*/ 1103852 h 5143785"/>
              <a:gd name="connsiteX7919" fmla="*/ 1184910 w 3114960"/>
              <a:gd name="connsiteY7919" fmla="*/ 1096994 h 5143785"/>
              <a:gd name="connsiteX7920" fmla="*/ 1177957 w 3114960"/>
              <a:gd name="connsiteY7920" fmla="*/ 1096994 h 5143785"/>
              <a:gd name="connsiteX7921" fmla="*/ 1177957 w 3114960"/>
              <a:gd name="connsiteY7921" fmla="*/ 1042797 h 5143785"/>
              <a:gd name="connsiteX7922" fmla="*/ 1061276 w 3114960"/>
              <a:gd name="connsiteY7922" fmla="*/ 911162 h 5143785"/>
              <a:gd name="connsiteX7923" fmla="*/ 1061276 w 3114960"/>
              <a:gd name="connsiteY7923" fmla="*/ 883634 h 5143785"/>
              <a:gd name="connsiteX7924" fmla="*/ 1081373 w 3114960"/>
              <a:gd name="connsiteY7924" fmla="*/ 847058 h 5143785"/>
              <a:gd name="connsiteX7925" fmla="*/ 1084231 w 3114960"/>
              <a:gd name="connsiteY7925" fmla="*/ 847630 h 5143785"/>
              <a:gd name="connsiteX7926" fmla="*/ 1093756 w 3114960"/>
              <a:gd name="connsiteY7926" fmla="*/ 838105 h 5143785"/>
              <a:gd name="connsiteX7927" fmla="*/ 1085374 w 3114960"/>
              <a:gd name="connsiteY7927" fmla="*/ 828770 h 5143785"/>
              <a:gd name="connsiteX7928" fmla="*/ 1085374 w 3114960"/>
              <a:gd name="connsiteY7928" fmla="*/ 790480 h 5143785"/>
              <a:gd name="connsiteX7929" fmla="*/ 1094423 w 3114960"/>
              <a:gd name="connsiteY7929" fmla="*/ 790480 h 5143785"/>
              <a:gd name="connsiteX7930" fmla="*/ 1127760 w 3114960"/>
              <a:gd name="connsiteY7930" fmla="*/ 764762 h 5143785"/>
              <a:gd name="connsiteX7931" fmla="*/ 1178814 w 3114960"/>
              <a:gd name="connsiteY7931" fmla="*/ 813435 h 5143785"/>
              <a:gd name="connsiteX7932" fmla="*/ 1178147 w 3114960"/>
              <a:gd name="connsiteY7932" fmla="*/ 894874 h 5143785"/>
              <a:gd name="connsiteX7933" fmla="*/ 1288256 w 3114960"/>
              <a:gd name="connsiteY7933" fmla="*/ 1022128 h 5143785"/>
              <a:gd name="connsiteX7934" fmla="*/ 1288256 w 3114960"/>
              <a:gd name="connsiteY7934" fmla="*/ 1029272 h 5143785"/>
              <a:gd name="connsiteX7935" fmla="*/ 1283303 w 3114960"/>
              <a:gd name="connsiteY7935" fmla="*/ 1029272 h 5143785"/>
              <a:gd name="connsiteX7936" fmla="*/ 1279493 w 3114960"/>
              <a:gd name="connsiteY7936" fmla="*/ 1033082 h 5143785"/>
              <a:gd name="connsiteX7937" fmla="*/ 1279493 w 3114960"/>
              <a:gd name="connsiteY7937" fmla="*/ 1042035 h 5143785"/>
              <a:gd name="connsiteX7938" fmla="*/ 1283303 w 3114960"/>
              <a:gd name="connsiteY7938" fmla="*/ 1045845 h 5143785"/>
              <a:gd name="connsiteX7939" fmla="*/ 1292162 w 3114960"/>
              <a:gd name="connsiteY7939" fmla="*/ 1045845 h 5143785"/>
              <a:gd name="connsiteX7940" fmla="*/ 1292162 w 3114960"/>
              <a:gd name="connsiteY7940" fmla="*/ 1066895 h 5143785"/>
              <a:gd name="connsiteX7941" fmla="*/ 1283303 w 3114960"/>
              <a:gd name="connsiteY7941" fmla="*/ 1066895 h 5143785"/>
              <a:gd name="connsiteX7942" fmla="*/ 1280636 w 3114960"/>
              <a:gd name="connsiteY7942" fmla="*/ 1068038 h 5143785"/>
              <a:gd name="connsiteX7943" fmla="*/ 1279493 w 3114960"/>
              <a:gd name="connsiteY7943" fmla="*/ 1070801 h 5143785"/>
              <a:gd name="connsiteX7944" fmla="*/ 1279493 w 3114960"/>
              <a:gd name="connsiteY7944" fmla="*/ 1079754 h 5143785"/>
              <a:gd name="connsiteX7945" fmla="*/ 1283303 w 3114960"/>
              <a:gd name="connsiteY7945" fmla="*/ 1083564 h 5143785"/>
              <a:gd name="connsiteX7946" fmla="*/ 1292162 w 3114960"/>
              <a:gd name="connsiteY7946" fmla="*/ 1083564 h 5143785"/>
              <a:gd name="connsiteX7947" fmla="*/ 1292162 w 3114960"/>
              <a:gd name="connsiteY7947" fmla="*/ 1104614 h 5143785"/>
              <a:gd name="connsiteX7948" fmla="*/ 1283303 w 3114960"/>
              <a:gd name="connsiteY7948" fmla="*/ 1104614 h 5143785"/>
              <a:gd name="connsiteX7949" fmla="*/ 1279493 w 3114960"/>
              <a:gd name="connsiteY7949" fmla="*/ 1108424 h 5143785"/>
              <a:gd name="connsiteX7950" fmla="*/ 1279493 w 3114960"/>
              <a:gd name="connsiteY7950" fmla="*/ 1117378 h 5143785"/>
              <a:gd name="connsiteX7951" fmla="*/ 1283303 w 3114960"/>
              <a:gd name="connsiteY7951" fmla="*/ 1121188 h 5143785"/>
              <a:gd name="connsiteX7952" fmla="*/ 1292543 w 3114960"/>
              <a:gd name="connsiteY7952" fmla="*/ 1121188 h 5143785"/>
              <a:gd name="connsiteX7953" fmla="*/ 1292543 w 3114960"/>
              <a:gd name="connsiteY7953" fmla="*/ 1142238 h 5143785"/>
              <a:gd name="connsiteX7954" fmla="*/ 1283303 w 3114960"/>
              <a:gd name="connsiteY7954" fmla="*/ 1142238 h 5143785"/>
              <a:gd name="connsiteX7955" fmla="*/ 1279493 w 3114960"/>
              <a:gd name="connsiteY7955" fmla="*/ 1146048 h 5143785"/>
              <a:gd name="connsiteX7956" fmla="*/ 1279493 w 3114960"/>
              <a:gd name="connsiteY7956" fmla="*/ 1155002 h 5143785"/>
              <a:gd name="connsiteX7957" fmla="*/ 1280636 w 3114960"/>
              <a:gd name="connsiteY7957" fmla="*/ 1157764 h 5143785"/>
              <a:gd name="connsiteX7958" fmla="*/ 1283399 w 3114960"/>
              <a:gd name="connsiteY7958" fmla="*/ 1158907 h 5143785"/>
              <a:gd name="connsiteX7959" fmla="*/ 1291114 w 3114960"/>
              <a:gd name="connsiteY7959" fmla="*/ 1158907 h 5143785"/>
              <a:gd name="connsiteX7960" fmla="*/ 1291114 w 3114960"/>
              <a:gd name="connsiteY7960" fmla="*/ 1171766 h 5143785"/>
              <a:gd name="connsiteX7961" fmla="*/ 1274921 w 3114960"/>
              <a:gd name="connsiteY7961" fmla="*/ 1171766 h 5143785"/>
              <a:gd name="connsiteX7962" fmla="*/ 1273397 w 3114960"/>
              <a:gd name="connsiteY7962" fmla="*/ 1172337 h 5143785"/>
              <a:gd name="connsiteX7963" fmla="*/ 1187672 w 3114960"/>
              <a:gd name="connsiteY7963" fmla="*/ 1246823 h 5143785"/>
              <a:gd name="connsiteX7964" fmla="*/ 1186815 w 3114960"/>
              <a:gd name="connsiteY7964" fmla="*/ 1248632 h 5143785"/>
              <a:gd name="connsiteX7965" fmla="*/ 1186815 w 3114960"/>
              <a:gd name="connsiteY7965" fmla="*/ 1295781 h 5143785"/>
              <a:gd name="connsiteX7966" fmla="*/ 1169480 w 3114960"/>
              <a:gd name="connsiteY7966" fmla="*/ 1305497 h 5143785"/>
              <a:gd name="connsiteX7967" fmla="*/ 1174718 w 3114960"/>
              <a:gd name="connsiteY7967" fmla="*/ 1339596 h 5143785"/>
              <a:gd name="connsiteX7968" fmla="*/ 1192911 w 3114960"/>
              <a:gd name="connsiteY7968" fmla="*/ 1344073 h 5143785"/>
              <a:gd name="connsiteX7969" fmla="*/ 1208913 w 3114960"/>
              <a:gd name="connsiteY7969" fmla="*/ 1334357 h 5143785"/>
              <a:gd name="connsiteX7970" fmla="*/ 1203674 w 3114960"/>
              <a:gd name="connsiteY7970" fmla="*/ 1300258 h 5143785"/>
              <a:gd name="connsiteX7971" fmla="*/ 1191673 w 3114960"/>
              <a:gd name="connsiteY7971" fmla="*/ 1295686 h 5143785"/>
              <a:gd name="connsiteX7972" fmla="*/ 1191673 w 3114960"/>
              <a:gd name="connsiteY7972" fmla="*/ 1249680 h 5143785"/>
              <a:gd name="connsiteX7973" fmla="*/ 1275874 w 3114960"/>
              <a:gd name="connsiteY7973" fmla="*/ 1176528 h 5143785"/>
              <a:gd name="connsiteX7974" fmla="*/ 1293590 w 3114960"/>
              <a:gd name="connsiteY7974" fmla="*/ 1176528 h 5143785"/>
              <a:gd name="connsiteX7975" fmla="*/ 1295972 w 3114960"/>
              <a:gd name="connsiteY7975" fmla="*/ 1174147 h 5143785"/>
              <a:gd name="connsiteX7976" fmla="*/ 1295972 w 3114960"/>
              <a:gd name="connsiteY7976" fmla="*/ 1158907 h 5143785"/>
              <a:gd name="connsiteX7977" fmla="*/ 1303592 w 3114960"/>
              <a:gd name="connsiteY7977" fmla="*/ 1158907 h 5143785"/>
              <a:gd name="connsiteX7978" fmla="*/ 1303592 w 3114960"/>
              <a:gd name="connsiteY7978" fmla="*/ 1158907 h 5143785"/>
              <a:gd name="connsiteX7979" fmla="*/ 1306259 w 3114960"/>
              <a:gd name="connsiteY7979" fmla="*/ 1157764 h 5143785"/>
              <a:gd name="connsiteX7980" fmla="*/ 1307402 w 3114960"/>
              <a:gd name="connsiteY7980" fmla="*/ 1155002 h 5143785"/>
              <a:gd name="connsiteX7981" fmla="*/ 1307402 w 3114960"/>
              <a:gd name="connsiteY7981" fmla="*/ 1146048 h 5143785"/>
              <a:gd name="connsiteX7982" fmla="*/ 1303592 w 3114960"/>
              <a:gd name="connsiteY7982" fmla="*/ 1142238 h 5143785"/>
              <a:gd name="connsiteX7983" fmla="*/ 1295114 w 3114960"/>
              <a:gd name="connsiteY7983" fmla="*/ 1142238 h 5143785"/>
              <a:gd name="connsiteX7984" fmla="*/ 1295114 w 3114960"/>
              <a:gd name="connsiteY7984" fmla="*/ 1121188 h 5143785"/>
              <a:gd name="connsiteX7985" fmla="*/ 1303592 w 3114960"/>
              <a:gd name="connsiteY7985" fmla="*/ 1121188 h 5143785"/>
              <a:gd name="connsiteX7986" fmla="*/ 1307402 w 3114960"/>
              <a:gd name="connsiteY7986" fmla="*/ 1117378 h 5143785"/>
              <a:gd name="connsiteX7987" fmla="*/ 1307402 w 3114960"/>
              <a:gd name="connsiteY7987" fmla="*/ 1108424 h 5143785"/>
              <a:gd name="connsiteX7988" fmla="*/ 1303592 w 3114960"/>
              <a:gd name="connsiteY7988" fmla="*/ 1104614 h 5143785"/>
              <a:gd name="connsiteX7989" fmla="*/ 1294733 w 3114960"/>
              <a:gd name="connsiteY7989" fmla="*/ 1104614 h 5143785"/>
              <a:gd name="connsiteX7990" fmla="*/ 1294733 w 3114960"/>
              <a:gd name="connsiteY7990" fmla="*/ 1083564 h 5143785"/>
              <a:gd name="connsiteX7991" fmla="*/ 1303592 w 3114960"/>
              <a:gd name="connsiteY7991" fmla="*/ 1083564 h 5143785"/>
              <a:gd name="connsiteX7992" fmla="*/ 1307402 w 3114960"/>
              <a:gd name="connsiteY7992" fmla="*/ 1079754 h 5143785"/>
              <a:gd name="connsiteX7993" fmla="*/ 1307402 w 3114960"/>
              <a:gd name="connsiteY7993" fmla="*/ 1070801 h 5143785"/>
              <a:gd name="connsiteX7994" fmla="*/ 1303592 w 3114960"/>
              <a:gd name="connsiteY7994" fmla="*/ 1066991 h 5143785"/>
              <a:gd name="connsiteX7995" fmla="*/ 1294733 w 3114960"/>
              <a:gd name="connsiteY7995" fmla="*/ 1066991 h 5143785"/>
              <a:gd name="connsiteX7996" fmla="*/ 1294733 w 3114960"/>
              <a:gd name="connsiteY7996" fmla="*/ 1045940 h 5143785"/>
              <a:gd name="connsiteX7997" fmla="*/ 1303592 w 3114960"/>
              <a:gd name="connsiteY7997" fmla="*/ 1045940 h 5143785"/>
              <a:gd name="connsiteX7998" fmla="*/ 709517 w 3114960"/>
              <a:gd name="connsiteY7998" fmla="*/ 724472 h 5143785"/>
              <a:gd name="connsiteX7999" fmla="*/ 704469 w 3114960"/>
              <a:gd name="connsiteY7999" fmla="*/ 719423 h 5143785"/>
              <a:gd name="connsiteX8000" fmla="*/ 709517 w 3114960"/>
              <a:gd name="connsiteY8000" fmla="*/ 714470 h 5143785"/>
              <a:gd name="connsiteX8001" fmla="*/ 714470 w 3114960"/>
              <a:gd name="connsiteY8001" fmla="*/ 719423 h 5143785"/>
              <a:gd name="connsiteX8002" fmla="*/ 709517 w 3114960"/>
              <a:gd name="connsiteY8002" fmla="*/ 724472 h 5143785"/>
              <a:gd name="connsiteX8003" fmla="*/ 875824 w 3114960"/>
              <a:gd name="connsiteY8003" fmla="*/ 760476 h 5143785"/>
              <a:gd name="connsiteX8004" fmla="*/ 873633 w 3114960"/>
              <a:gd name="connsiteY8004" fmla="*/ 762667 h 5143785"/>
              <a:gd name="connsiteX8005" fmla="*/ 852869 w 3114960"/>
              <a:gd name="connsiteY8005" fmla="*/ 762667 h 5143785"/>
              <a:gd name="connsiteX8006" fmla="*/ 850678 w 3114960"/>
              <a:gd name="connsiteY8006" fmla="*/ 760476 h 5143785"/>
              <a:gd name="connsiteX8007" fmla="*/ 850678 w 3114960"/>
              <a:gd name="connsiteY8007" fmla="*/ 750475 h 5143785"/>
              <a:gd name="connsiteX8008" fmla="*/ 852869 w 3114960"/>
              <a:gd name="connsiteY8008" fmla="*/ 748284 h 5143785"/>
              <a:gd name="connsiteX8009" fmla="*/ 873633 w 3114960"/>
              <a:gd name="connsiteY8009" fmla="*/ 748284 h 5143785"/>
              <a:gd name="connsiteX8010" fmla="*/ 875824 w 3114960"/>
              <a:gd name="connsiteY8010" fmla="*/ 750475 h 5143785"/>
              <a:gd name="connsiteX8011" fmla="*/ 875824 w 3114960"/>
              <a:gd name="connsiteY8011" fmla="*/ 760476 h 5143785"/>
              <a:gd name="connsiteX8012" fmla="*/ 1080992 w 3114960"/>
              <a:gd name="connsiteY8012" fmla="*/ 1048417 h 5143785"/>
              <a:gd name="connsiteX8013" fmla="*/ 1088612 w 3114960"/>
              <a:gd name="connsiteY8013" fmla="*/ 1056037 h 5143785"/>
              <a:gd name="connsiteX8014" fmla="*/ 1080992 w 3114960"/>
              <a:gd name="connsiteY8014" fmla="*/ 1063657 h 5143785"/>
              <a:gd name="connsiteX8015" fmla="*/ 1073372 w 3114960"/>
              <a:gd name="connsiteY8015" fmla="*/ 1056037 h 5143785"/>
              <a:gd name="connsiteX8016" fmla="*/ 1080992 w 3114960"/>
              <a:gd name="connsiteY8016" fmla="*/ 1048417 h 5143785"/>
              <a:gd name="connsiteX8017" fmla="*/ 698278 w 3114960"/>
              <a:gd name="connsiteY8017" fmla="*/ 1599152 h 5143785"/>
              <a:gd name="connsiteX8018" fmla="*/ 690658 w 3114960"/>
              <a:gd name="connsiteY8018" fmla="*/ 1606772 h 5143785"/>
              <a:gd name="connsiteX8019" fmla="*/ 683038 w 3114960"/>
              <a:gd name="connsiteY8019" fmla="*/ 1599152 h 5143785"/>
              <a:gd name="connsiteX8020" fmla="*/ 690658 w 3114960"/>
              <a:gd name="connsiteY8020" fmla="*/ 1591532 h 5143785"/>
              <a:gd name="connsiteX8021" fmla="*/ 698278 w 3114960"/>
              <a:gd name="connsiteY8021" fmla="*/ 1599152 h 5143785"/>
              <a:gd name="connsiteX8022" fmla="*/ 1044702 w 3114960"/>
              <a:gd name="connsiteY8022" fmla="*/ 1303687 h 5143785"/>
              <a:gd name="connsiteX8023" fmla="*/ 1048988 w 3114960"/>
              <a:gd name="connsiteY8023" fmla="*/ 1331595 h 5143785"/>
              <a:gd name="connsiteX8024" fmla="*/ 1035939 w 3114960"/>
              <a:gd name="connsiteY8024" fmla="*/ 1339501 h 5143785"/>
              <a:gd name="connsiteX8025" fmla="*/ 1021080 w 3114960"/>
              <a:gd name="connsiteY8025" fmla="*/ 1335881 h 5143785"/>
              <a:gd name="connsiteX8026" fmla="*/ 1013174 w 3114960"/>
              <a:gd name="connsiteY8026" fmla="*/ 1322832 h 5143785"/>
              <a:gd name="connsiteX8027" fmla="*/ 1016794 w 3114960"/>
              <a:gd name="connsiteY8027" fmla="*/ 1307973 h 5143785"/>
              <a:gd name="connsiteX8028" fmla="*/ 1029843 w 3114960"/>
              <a:gd name="connsiteY8028" fmla="*/ 1300067 h 5143785"/>
              <a:gd name="connsiteX8029" fmla="*/ 1044702 w 3114960"/>
              <a:gd name="connsiteY8029" fmla="*/ 1303687 h 5143785"/>
              <a:gd name="connsiteX8030" fmla="*/ 1042226 w 3114960"/>
              <a:gd name="connsiteY8030" fmla="*/ 1222915 h 5143785"/>
              <a:gd name="connsiteX8031" fmla="*/ 1041749 w 3114960"/>
              <a:gd name="connsiteY8031" fmla="*/ 1223867 h 5143785"/>
              <a:gd name="connsiteX8032" fmla="*/ 1041749 w 3114960"/>
              <a:gd name="connsiteY8032" fmla="*/ 1226249 h 5143785"/>
              <a:gd name="connsiteX8033" fmla="*/ 1036701 w 3114960"/>
              <a:gd name="connsiteY8033" fmla="*/ 1220248 h 5143785"/>
              <a:gd name="connsiteX8034" fmla="*/ 1042130 w 3114960"/>
              <a:gd name="connsiteY8034" fmla="*/ 1215581 h 5143785"/>
              <a:gd name="connsiteX8035" fmla="*/ 1047274 w 3114960"/>
              <a:gd name="connsiteY8035" fmla="*/ 1221581 h 5143785"/>
              <a:gd name="connsiteX8036" fmla="*/ 1047274 w 3114960"/>
              <a:gd name="connsiteY8036" fmla="*/ 1223772 h 5143785"/>
              <a:gd name="connsiteX8037" fmla="*/ 1043273 w 3114960"/>
              <a:gd name="connsiteY8037" fmla="*/ 1222724 h 5143785"/>
              <a:gd name="connsiteX8038" fmla="*/ 1042226 w 3114960"/>
              <a:gd name="connsiteY8038" fmla="*/ 1222915 h 5143785"/>
              <a:gd name="connsiteX8039" fmla="*/ 1054037 w 3114960"/>
              <a:gd name="connsiteY8039" fmla="*/ 1229392 h 5143785"/>
              <a:gd name="connsiteX8040" fmla="*/ 1048607 w 3114960"/>
              <a:gd name="connsiteY8040" fmla="*/ 1234059 h 5143785"/>
              <a:gd name="connsiteX8041" fmla="*/ 1044416 w 3114960"/>
              <a:gd name="connsiteY8041" fmla="*/ 1229201 h 5143785"/>
              <a:gd name="connsiteX8042" fmla="*/ 1044226 w 3114960"/>
              <a:gd name="connsiteY8042" fmla="*/ 1225391 h 5143785"/>
              <a:gd name="connsiteX8043" fmla="*/ 1048322 w 3114960"/>
              <a:gd name="connsiteY8043" fmla="*/ 1226439 h 5143785"/>
              <a:gd name="connsiteX8044" fmla="*/ 1049369 w 3114960"/>
              <a:gd name="connsiteY8044" fmla="*/ 1226249 h 5143785"/>
              <a:gd name="connsiteX8045" fmla="*/ 1049846 w 3114960"/>
              <a:gd name="connsiteY8045" fmla="*/ 1225296 h 5143785"/>
              <a:gd name="connsiteX8046" fmla="*/ 1049846 w 3114960"/>
              <a:gd name="connsiteY8046" fmla="*/ 1224534 h 5143785"/>
              <a:gd name="connsiteX8047" fmla="*/ 1054037 w 3114960"/>
              <a:gd name="connsiteY8047" fmla="*/ 1229392 h 5143785"/>
              <a:gd name="connsiteX8048" fmla="*/ 1070705 w 3114960"/>
              <a:gd name="connsiteY8048" fmla="*/ 1198150 h 5143785"/>
              <a:gd name="connsiteX8049" fmla="*/ 1070229 w 3114960"/>
              <a:gd name="connsiteY8049" fmla="*/ 1199102 h 5143785"/>
              <a:gd name="connsiteX8050" fmla="*/ 1070229 w 3114960"/>
              <a:gd name="connsiteY8050" fmla="*/ 1201484 h 5143785"/>
              <a:gd name="connsiteX8051" fmla="*/ 1065181 w 3114960"/>
              <a:gd name="connsiteY8051" fmla="*/ 1195483 h 5143785"/>
              <a:gd name="connsiteX8052" fmla="*/ 1070610 w 3114960"/>
              <a:gd name="connsiteY8052" fmla="*/ 1190816 h 5143785"/>
              <a:gd name="connsiteX8053" fmla="*/ 1075754 w 3114960"/>
              <a:gd name="connsiteY8053" fmla="*/ 1196816 h 5143785"/>
              <a:gd name="connsiteX8054" fmla="*/ 1075754 w 3114960"/>
              <a:gd name="connsiteY8054" fmla="*/ 1199007 h 5143785"/>
              <a:gd name="connsiteX8055" fmla="*/ 1071753 w 3114960"/>
              <a:gd name="connsiteY8055" fmla="*/ 1197959 h 5143785"/>
              <a:gd name="connsiteX8056" fmla="*/ 1070705 w 3114960"/>
              <a:gd name="connsiteY8056" fmla="*/ 1198150 h 5143785"/>
              <a:gd name="connsiteX8057" fmla="*/ 1082612 w 3114960"/>
              <a:gd name="connsiteY8057" fmla="*/ 1204627 h 5143785"/>
              <a:gd name="connsiteX8058" fmla="*/ 1077182 w 3114960"/>
              <a:gd name="connsiteY8058" fmla="*/ 1209294 h 5143785"/>
              <a:gd name="connsiteX8059" fmla="*/ 1072991 w 3114960"/>
              <a:gd name="connsiteY8059" fmla="*/ 1204436 h 5143785"/>
              <a:gd name="connsiteX8060" fmla="*/ 1072801 w 3114960"/>
              <a:gd name="connsiteY8060" fmla="*/ 1200626 h 5143785"/>
              <a:gd name="connsiteX8061" fmla="*/ 1076897 w 3114960"/>
              <a:gd name="connsiteY8061" fmla="*/ 1201674 h 5143785"/>
              <a:gd name="connsiteX8062" fmla="*/ 1077944 w 3114960"/>
              <a:gd name="connsiteY8062" fmla="*/ 1201484 h 5143785"/>
              <a:gd name="connsiteX8063" fmla="*/ 1078421 w 3114960"/>
              <a:gd name="connsiteY8063" fmla="*/ 1200531 h 5143785"/>
              <a:gd name="connsiteX8064" fmla="*/ 1078421 w 3114960"/>
              <a:gd name="connsiteY8064" fmla="*/ 1199769 h 5143785"/>
              <a:gd name="connsiteX8065" fmla="*/ 1082612 w 3114960"/>
              <a:gd name="connsiteY8065" fmla="*/ 1204627 h 5143785"/>
              <a:gd name="connsiteX8066" fmla="*/ 1099280 w 3114960"/>
              <a:gd name="connsiteY8066" fmla="*/ 1173480 h 5143785"/>
              <a:gd name="connsiteX8067" fmla="*/ 1098804 w 3114960"/>
              <a:gd name="connsiteY8067" fmla="*/ 1174433 h 5143785"/>
              <a:gd name="connsiteX8068" fmla="*/ 1098804 w 3114960"/>
              <a:gd name="connsiteY8068" fmla="*/ 1176814 h 5143785"/>
              <a:gd name="connsiteX8069" fmla="*/ 1093756 w 3114960"/>
              <a:gd name="connsiteY8069" fmla="*/ 1170813 h 5143785"/>
              <a:gd name="connsiteX8070" fmla="*/ 1099185 w 3114960"/>
              <a:gd name="connsiteY8070" fmla="*/ 1166146 h 5143785"/>
              <a:gd name="connsiteX8071" fmla="*/ 1104329 w 3114960"/>
              <a:gd name="connsiteY8071" fmla="*/ 1172147 h 5143785"/>
              <a:gd name="connsiteX8072" fmla="*/ 1104329 w 3114960"/>
              <a:gd name="connsiteY8072" fmla="*/ 1174337 h 5143785"/>
              <a:gd name="connsiteX8073" fmla="*/ 1100328 w 3114960"/>
              <a:gd name="connsiteY8073" fmla="*/ 1173290 h 5143785"/>
              <a:gd name="connsiteX8074" fmla="*/ 1099280 w 3114960"/>
              <a:gd name="connsiteY8074" fmla="*/ 1173480 h 5143785"/>
              <a:gd name="connsiteX8075" fmla="*/ 1111091 w 3114960"/>
              <a:gd name="connsiteY8075" fmla="*/ 1179957 h 5143785"/>
              <a:gd name="connsiteX8076" fmla="*/ 1105662 w 3114960"/>
              <a:gd name="connsiteY8076" fmla="*/ 1184624 h 5143785"/>
              <a:gd name="connsiteX8077" fmla="*/ 1101471 w 3114960"/>
              <a:gd name="connsiteY8077" fmla="*/ 1179767 h 5143785"/>
              <a:gd name="connsiteX8078" fmla="*/ 1101281 w 3114960"/>
              <a:gd name="connsiteY8078" fmla="*/ 1175957 h 5143785"/>
              <a:gd name="connsiteX8079" fmla="*/ 1105376 w 3114960"/>
              <a:gd name="connsiteY8079" fmla="*/ 1177004 h 5143785"/>
              <a:gd name="connsiteX8080" fmla="*/ 1106424 w 3114960"/>
              <a:gd name="connsiteY8080" fmla="*/ 1176814 h 5143785"/>
              <a:gd name="connsiteX8081" fmla="*/ 1106900 w 3114960"/>
              <a:gd name="connsiteY8081" fmla="*/ 1175861 h 5143785"/>
              <a:gd name="connsiteX8082" fmla="*/ 1106900 w 3114960"/>
              <a:gd name="connsiteY8082" fmla="*/ 1175099 h 5143785"/>
              <a:gd name="connsiteX8083" fmla="*/ 1111091 w 3114960"/>
              <a:gd name="connsiteY8083" fmla="*/ 1179957 h 5143785"/>
              <a:gd name="connsiteX8084" fmla="*/ 1127474 w 3114960"/>
              <a:gd name="connsiteY8084" fmla="*/ 1148429 h 5143785"/>
              <a:gd name="connsiteX8085" fmla="*/ 1126998 w 3114960"/>
              <a:gd name="connsiteY8085" fmla="*/ 1149382 h 5143785"/>
              <a:gd name="connsiteX8086" fmla="*/ 1126998 w 3114960"/>
              <a:gd name="connsiteY8086" fmla="*/ 1151763 h 5143785"/>
              <a:gd name="connsiteX8087" fmla="*/ 1122236 w 3114960"/>
              <a:gd name="connsiteY8087" fmla="*/ 1146048 h 5143785"/>
              <a:gd name="connsiteX8088" fmla="*/ 1127665 w 3114960"/>
              <a:gd name="connsiteY8088" fmla="*/ 1141381 h 5143785"/>
              <a:gd name="connsiteX8089" fmla="*/ 1132618 w 3114960"/>
              <a:gd name="connsiteY8089" fmla="*/ 1147096 h 5143785"/>
              <a:gd name="connsiteX8090" fmla="*/ 1132618 w 3114960"/>
              <a:gd name="connsiteY8090" fmla="*/ 1149287 h 5143785"/>
              <a:gd name="connsiteX8091" fmla="*/ 1128617 w 3114960"/>
              <a:gd name="connsiteY8091" fmla="*/ 1148239 h 5143785"/>
              <a:gd name="connsiteX8092" fmla="*/ 1127570 w 3114960"/>
              <a:gd name="connsiteY8092" fmla="*/ 1148429 h 5143785"/>
              <a:gd name="connsiteX8093" fmla="*/ 1134237 w 3114960"/>
              <a:gd name="connsiteY8093" fmla="*/ 1159955 h 5143785"/>
              <a:gd name="connsiteX8094" fmla="*/ 1129760 w 3114960"/>
              <a:gd name="connsiteY8094" fmla="*/ 1154811 h 5143785"/>
              <a:gd name="connsiteX8095" fmla="*/ 1129570 w 3114960"/>
              <a:gd name="connsiteY8095" fmla="*/ 1151001 h 5143785"/>
              <a:gd name="connsiteX8096" fmla="*/ 1133666 w 3114960"/>
              <a:gd name="connsiteY8096" fmla="*/ 1152049 h 5143785"/>
              <a:gd name="connsiteX8097" fmla="*/ 1134713 w 3114960"/>
              <a:gd name="connsiteY8097" fmla="*/ 1151858 h 5143785"/>
              <a:gd name="connsiteX8098" fmla="*/ 1135190 w 3114960"/>
              <a:gd name="connsiteY8098" fmla="*/ 1150906 h 5143785"/>
              <a:gd name="connsiteX8099" fmla="*/ 1135190 w 3114960"/>
              <a:gd name="connsiteY8099" fmla="*/ 1150144 h 5143785"/>
              <a:gd name="connsiteX8100" fmla="*/ 1139666 w 3114960"/>
              <a:gd name="connsiteY8100" fmla="*/ 1155287 h 5143785"/>
              <a:gd name="connsiteX8101" fmla="*/ 1134237 w 3114960"/>
              <a:gd name="connsiteY8101" fmla="*/ 1159955 h 5143785"/>
              <a:gd name="connsiteX8102" fmla="*/ 1185196 w 3114960"/>
              <a:gd name="connsiteY8102" fmla="*/ 1101281 h 5143785"/>
              <a:gd name="connsiteX8103" fmla="*/ 1187291 w 3114960"/>
              <a:gd name="connsiteY8103" fmla="*/ 1103376 h 5143785"/>
              <a:gd name="connsiteX8104" fmla="*/ 1187291 w 3114960"/>
              <a:gd name="connsiteY8104" fmla="*/ 1121950 h 5143785"/>
              <a:gd name="connsiteX8105" fmla="*/ 1185196 w 3114960"/>
              <a:gd name="connsiteY8105" fmla="*/ 1124045 h 5143785"/>
              <a:gd name="connsiteX8106" fmla="*/ 1166622 w 3114960"/>
              <a:gd name="connsiteY8106" fmla="*/ 1124045 h 5143785"/>
              <a:gd name="connsiteX8107" fmla="*/ 1164527 w 3114960"/>
              <a:gd name="connsiteY8107" fmla="*/ 1121950 h 5143785"/>
              <a:gd name="connsiteX8108" fmla="*/ 1164527 w 3114960"/>
              <a:gd name="connsiteY8108" fmla="*/ 1103376 h 5143785"/>
              <a:gd name="connsiteX8109" fmla="*/ 1166622 w 3114960"/>
              <a:gd name="connsiteY8109" fmla="*/ 1101281 h 5143785"/>
              <a:gd name="connsiteX8110" fmla="*/ 1185196 w 3114960"/>
              <a:gd name="connsiteY8110" fmla="*/ 1101281 h 5143785"/>
              <a:gd name="connsiteX8111" fmla="*/ 951643 w 3114960"/>
              <a:gd name="connsiteY8111" fmla="*/ 835724 h 5143785"/>
              <a:gd name="connsiteX8112" fmla="*/ 944499 w 3114960"/>
              <a:gd name="connsiteY8112" fmla="*/ 842867 h 5143785"/>
              <a:gd name="connsiteX8113" fmla="*/ 937355 w 3114960"/>
              <a:gd name="connsiteY8113" fmla="*/ 835724 h 5143785"/>
              <a:gd name="connsiteX8114" fmla="*/ 944499 w 3114960"/>
              <a:gd name="connsiteY8114" fmla="*/ 828580 h 5143785"/>
              <a:gd name="connsiteX8115" fmla="*/ 951643 w 3114960"/>
              <a:gd name="connsiteY8115" fmla="*/ 835724 h 5143785"/>
              <a:gd name="connsiteX8116" fmla="*/ 932212 w 3114960"/>
              <a:gd name="connsiteY8116" fmla="*/ 767810 h 5143785"/>
              <a:gd name="connsiteX8117" fmla="*/ 932212 w 3114960"/>
              <a:gd name="connsiteY8117" fmla="*/ 743236 h 5143785"/>
              <a:gd name="connsiteX8118" fmla="*/ 956786 w 3114960"/>
              <a:gd name="connsiteY8118" fmla="*/ 743236 h 5143785"/>
              <a:gd name="connsiteX8119" fmla="*/ 956786 w 3114960"/>
              <a:gd name="connsiteY8119" fmla="*/ 767810 h 5143785"/>
              <a:gd name="connsiteX8120" fmla="*/ 932212 w 3114960"/>
              <a:gd name="connsiteY8120" fmla="*/ 767810 h 5143785"/>
              <a:gd name="connsiteX8121" fmla="*/ 998315 w 3114960"/>
              <a:gd name="connsiteY8121" fmla="*/ 835724 h 5143785"/>
              <a:gd name="connsiteX8122" fmla="*/ 991172 w 3114960"/>
              <a:gd name="connsiteY8122" fmla="*/ 842867 h 5143785"/>
              <a:gd name="connsiteX8123" fmla="*/ 984028 w 3114960"/>
              <a:gd name="connsiteY8123" fmla="*/ 835724 h 5143785"/>
              <a:gd name="connsiteX8124" fmla="*/ 991172 w 3114960"/>
              <a:gd name="connsiteY8124" fmla="*/ 828580 h 5143785"/>
              <a:gd name="connsiteX8125" fmla="*/ 998315 w 3114960"/>
              <a:gd name="connsiteY8125" fmla="*/ 835724 h 5143785"/>
              <a:gd name="connsiteX8126" fmla="*/ 978884 w 3114960"/>
              <a:gd name="connsiteY8126" fmla="*/ 767810 h 5143785"/>
              <a:gd name="connsiteX8127" fmla="*/ 978884 w 3114960"/>
              <a:gd name="connsiteY8127" fmla="*/ 743236 h 5143785"/>
              <a:gd name="connsiteX8128" fmla="*/ 1003459 w 3114960"/>
              <a:gd name="connsiteY8128" fmla="*/ 743236 h 5143785"/>
              <a:gd name="connsiteX8129" fmla="*/ 1003459 w 3114960"/>
              <a:gd name="connsiteY8129" fmla="*/ 767810 h 5143785"/>
              <a:gd name="connsiteX8130" fmla="*/ 978884 w 3114960"/>
              <a:gd name="connsiteY8130" fmla="*/ 767810 h 5143785"/>
              <a:gd name="connsiteX8131" fmla="*/ 1037844 w 3114960"/>
              <a:gd name="connsiteY8131" fmla="*/ 842963 h 5143785"/>
              <a:gd name="connsiteX8132" fmla="*/ 1030700 w 3114960"/>
              <a:gd name="connsiteY8132" fmla="*/ 835819 h 5143785"/>
              <a:gd name="connsiteX8133" fmla="*/ 1037844 w 3114960"/>
              <a:gd name="connsiteY8133" fmla="*/ 828675 h 5143785"/>
              <a:gd name="connsiteX8134" fmla="*/ 1044988 w 3114960"/>
              <a:gd name="connsiteY8134" fmla="*/ 835819 h 5143785"/>
              <a:gd name="connsiteX8135" fmla="*/ 1037844 w 3114960"/>
              <a:gd name="connsiteY8135" fmla="*/ 842963 h 5143785"/>
              <a:gd name="connsiteX8136" fmla="*/ 1059371 w 3114960"/>
              <a:gd name="connsiteY8136" fmla="*/ 877538 h 5143785"/>
              <a:gd name="connsiteX8137" fmla="*/ 1043845 w 3114960"/>
              <a:gd name="connsiteY8137" fmla="*/ 843058 h 5143785"/>
              <a:gd name="connsiteX8138" fmla="*/ 1047369 w 3114960"/>
              <a:gd name="connsiteY8138" fmla="*/ 835819 h 5143785"/>
              <a:gd name="connsiteX8139" fmla="*/ 1038987 w 3114960"/>
              <a:gd name="connsiteY8139" fmla="*/ 826484 h 5143785"/>
              <a:gd name="connsiteX8140" fmla="*/ 1038987 w 3114960"/>
              <a:gd name="connsiteY8140" fmla="*/ 790194 h 5143785"/>
              <a:gd name="connsiteX8141" fmla="*/ 1083278 w 3114960"/>
              <a:gd name="connsiteY8141" fmla="*/ 790194 h 5143785"/>
              <a:gd name="connsiteX8142" fmla="*/ 1083278 w 3114960"/>
              <a:gd name="connsiteY8142" fmla="*/ 828485 h 5143785"/>
              <a:gd name="connsiteX8143" fmla="*/ 1074896 w 3114960"/>
              <a:gd name="connsiteY8143" fmla="*/ 837819 h 5143785"/>
              <a:gd name="connsiteX8144" fmla="*/ 1077563 w 3114960"/>
              <a:gd name="connsiteY8144" fmla="*/ 844296 h 5143785"/>
              <a:gd name="connsiteX8145" fmla="*/ 1059275 w 3114960"/>
              <a:gd name="connsiteY8145" fmla="*/ 877634 h 5143785"/>
              <a:gd name="connsiteX8146" fmla="*/ 1025557 w 3114960"/>
              <a:gd name="connsiteY8146" fmla="*/ 767810 h 5143785"/>
              <a:gd name="connsiteX8147" fmla="*/ 1025557 w 3114960"/>
              <a:gd name="connsiteY8147" fmla="*/ 743236 h 5143785"/>
              <a:gd name="connsiteX8148" fmla="*/ 1050131 w 3114960"/>
              <a:gd name="connsiteY8148" fmla="*/ 743236 h 5143785"/>
              <a:gd name="connsiteX8149" fmla="*/ 1050131 w 3114960"/>
              <a:gd name="connsiteY8149" fmla="*/ 767810 h 5143785"/>
              <a:gd name="connsiteX8150" fmla="*/ 1025557 w 3114960"/>
              <a:gd name="connsiteY8150" fmla="*/ 767810 h 5143785"/>
              <a:gd name="connsiteX8151" fmla="*/ 1091756 w 3114960"/>
              <a:gd name="connsiteY8151" fmla="*/ 837724 h 5143785"/>
              <a:gd name="connsiteX8152" fmla="*/ 1084612 w 3114960"/>
              <a:gd name="connsiteY8152" fmla="*/ 844868 h 5143785"/>
              <a:gd name="connsiteX8153" fmla="*/ 1077468 w 3114960"/>
              <a:gd name="connsiteY8153" fmla="*/ 837724 h 5143785"/>
              <a:gd name="connsiteX8154" fmla="*/ 1084612 w 3114960"/>
              <a:gd name="connsiteY8154" fmla="*/ 830580 h 5143785"/>
              <a:gd name="connsiteX8155" fmla="*/ 1091756 w 3114960"/>
              <a:gd name="connsiteY8155" fmla="*/ 837724 h 5143785"/>
              <a:gd name="connsiteX8156" fmla="*/ 1072325 w 3114960"/>
              <a:gd name="connsiteY8156" fmla="*/ 767810 h 5143785"/>
              <a:gd name="connsiteX8157" fmla="*/ 1072325 w 3114960"/>
              <a:gd name="connsiteY8157" fmla="*/ 743236 h 5143785"/>
              <a:gd name="connsiteX8158" fmla="*/ 1096899 w 3114960"/>
              <a:gd name="connsiteY8158" fmla="*/ 743236 h 5143785"/>
              <a:gd name="connsiteX8159" fmla="*/ 1096899 w 3114960"/>
              <a:gd name="connsiteY8159" fmla="*/ 767810 h 5143785"/>
              <a:gd name="connsiteX8160" fmla="*/ 1072325 w 3114960"/>
              <a:gd name="connsiteY8160" fmla="*/ 767810 h 5143785"/>
              <a:gd name="connsiteX8161" fmla="*/ 1094804 w 3114960"/>
              <a:gd name="connsiteY8161" fmla="*/ 785336 h 5143785"/>
              <a:gd name="connsiteX8162" fmla="*/ 1085755 w 3114960"/>
              <a:gd name="connsiteY8162" fmla="*/ 785336 h 5143785"/>
              <a:gd name="connsiteX8163" fmla="*/ 1085755 w 3114960"/>
              <a:gd name="connsiteY8163" fmla="*/ 772573 h 5143785"/>
              <a:gd name="connsiteX8164" fmla="*/ 1099280 w 3114960"/>
              <a:gd name="connsiteY8164" fmla="*/ 772573 h 5143785"/>
              <a:gd name="connsiteX8165" fmla="*/ 1101662 w 3114960"/>
              <a:gd name="connsiteY8165" fmla="*/ 770192 h 5143785"/>
              <a:gd name="connsiteX8166" fmla="*/ 1101662 w 3114960"/>
              <a:gd name="connsiteY8166" fmla="*/ 740854 h 5143785"/>
              <a:gd name="connsiteX8167" fmla="*/ 1099280 w 3114960"/>
              <a:gd name="connsiteY8167" fmla="*/ 738473 h 5143785"/>
              <a:gd name="connsiteX8168" fmla="*/ 1069943 w 3114960"/>
              <a:gd name="connsiteY8168" fmla="*/ 738473 h 5143785"/>
              <a:gd name="connsiteX8169" fmla="*/ 1067562 w 3114960"/>
              <a:gd name="connsiteY8169" fmla="*/ 740854 h 5143785"/>
              <a:gd name="connsiteX8170" fmla="*/ 1067562 w 3114960"/>
              <a:gd name="connsiteY8170" fmla="*/ 770192 h 5143785"/>
              <a:gd name="connsiteX8171" fmla="*/ 1069943 w 3114960"/>
              <a:gd name="connsiteY8171" fmla="*/ 772573 h 5143785"/>
              <a:gd name="connsiteX8172" fmla="*/ 1083469 w 3114960"/>
              <a:gd name="connsiteY8172" fmla="*/ 772573 h 5143785"/>
              <a:gd name="connsiteX8173" fmla="*/ 1083469 w 3114960"/>
              <a:gd name="connsiteY8173" fmla="*/ 785336 h 5143785"/>
              <a:gd name="connsiteX8174" fmla="*/ 1039177 w 3114960"/>
              <a:gd name="connsiteY8174" fmla="*/ 785336 h 5143785"/>
              <a:gd name="connsiteX8175" fmla="*/ 1039177 w 3114960"/>
              <a:gd name="connsiteY8175" fmla="*/ 772573 h 5143785"/>
              <a:gd name="connsiteX8176" fmla="*/ 1052703 w 3114960"/>
              <a:gd name="connsiteY8176" fmla="*/ 772573 h 5143785"/>
              <a:gd name="connsiteX8177" fmla="*/ 1055084 w 3114960"/>
              <a:gd name="connsiteY8177" fmla="*/ 770192 h 5143785"/>
              <a:gd name="connsiteX8178" fmla="*/ 1055084 w 3114960"/>
              <a:gd name="connsiteY8178" fmla="*/ 740854 h 5143785"/>
              <a:gd name="connsiteX8179" fmla="*/ 1052703 w 3114960"/>
              <a:gd name="connsiteY8179" fmla="*/ 738473 h 5143785"/>
              <a:gd name="connsiteX8180" fmla="*/ 1023366 w 3114960"/>
              <a:gd name="connsiteY8180" fmla="*/ 738473 h 5143785"/>
              <a:gd name="connsiteX8181" fmla="*/ 1020985 w 3114960"/>
              <a:gd name="connsiteY8181" fmla="*/ 740854 h 5143785"/>
              <a:gd name="connsiteX8182" fmla="*/ 1020985 w 3114960"/>
              <a:gd name="connsiteY8182" fmla="*/ 770192 h 5143785"/>
              <a:gd name="connsiteX8183" fmla="*/ 1023366 w 3114960"/>
              <a:gd name="connsiteY8183" fmla="*/ 772573 h 5143785"/>
              <a:gd name="connsiteX8184" fmla="*/ 1036892 w 3114960"/>
              <a:gd name="connsiteY8184" fmla="*/ 772573 h 5143785"/>
              <a:gd name="connsiteX8185" fmla="*/ 1036892 w 3114960"/>
              <a:gd name="connsiteY8185" fmla="*/ 785336 h 5143785"/>
              <a:gd name="connsiteX8186" fmla="*/ 992600 w 3114960"/>
              <a:gd name="connsiteY8186" fmla="*/ 785336 h 5143785"/>
              <a:gd name="connsiteX8187" fmla="*/ 992600 w 3114960"/>
              <a:gd name="connsiteY8187" fmla="*/ 772573 h 5143785"/>
              <a:gd name="connsiteX8188" fmla="*/ 1006126 w 3114960"/>
              <a:gd name="connsiteY8188" fmla="*/ 772573 h 5143785"/>
              <a:gd name="connsiteX8189" fmla="*/ 1008507 w 3114960"/>
              <a:gd name="connsiteY8189" fmla="*/ 770192 h 5143785"/>
              <a:gd name="connsiteX8190" fmla="*/ 1008507 w 3114960"/>
              <a:gd name="connsiteY8190" fmla="*/ 740854 h 5143785"/>
              <a:gd name="connsiteX8191" fmla="*/ 1006126 w 3114960"/>
              <a:gd name="connsiteY8191" fmla="*/ 738473 h 5143785"/>
              <a:gd name="connsiteX8192" fmla="*/ 976789 w 3114960"/>
              <a:gd name="connsiteY8192" fmla="*/ 738473 h 5143785"/>
              <a:gd name="connsiteX8193" fmla="*/ 974408 w 3114960"/>
              <a:gd name="connsiteY8193" fmla="*/ 740854 h 5143785"/>
              <a:gd name="connsiteX8194" fmla="*/ 974408 w 3114960"/>
              <a:gd name="connsiteY8194" fmla="*/ 770192 h 5143785"/>
              <a:gd name="connsiteX8195" fmla="*/ 976789 w 3114960"/>
              <a:gd name="connsiteY8195" fmla="*/ 772573 h 5143785"/>
              <a:gd name="connsiteX8196" fmla="*/ 990314 w 3114960"/>
              <a:gd name="connsiteY8196" fmla="*/ 772573 h 5143785"/>
              <a:gd name="connsiteX8197" fmla="*/ 990314 w 3114960"/>
              <a:gd name="connsiteY8197" fmla="*/ 785336 h 5143785"/>
              <a:gd name="connsiteX8198" fmla="*/ 946023 w 3114960"/>
              <a:gd name="connsiteY8198" fmla="*/ 785336 h 5143785"/>
              <a:gd name="connsiteX8199" fmla="*/ 946023 w 3114960"/>
              <a:gd name="connsiteY8199" fmla="*/ 772573 h 5143785"/>
              <a:gd name="connsiteX8200" fmla="*/ 959549 w 3114960"/>
              <a:gd name="connsiteY8200" fmla="*/ 772573 h 5143785"/>
              <a:gd name="connsiteX8201" fmla="*/ 961930 w 3114960"/>
              <a:gd name="connsiteY8201" fmla="*/ 770192 h 5143785"/>
              <a:gd name="connsiteX8202" fmla="*/ 961930 w 3114960"/>
              <a:gd name="connsiteY8202" fmla="*/ 740854 h 5143785"/>
              <a:gd name="connsiteX8203" fmla="*/ 959549 w 3114960"/>
              <a:gd name="connsiteY8203" fmla="*/ 738473 h 5143785"/>
              <a:gd name="connsiteX8204" fmla="*/ 930212 w 3114960"/>
              <a:gd name="connsiteY8204" fmla="*/ 738473 h 5143785"/>
              <a:gd name="connsiteX8205" fmla="*/ 927830 w 3114960"/>
              <a:gd name="connsiteY8205" fmla="*/ 740854 h 5143785"/>
              <a:gd name="connsiteX8206" fmla="*/ 927830 w 3114960"/>
              <a:gd name="connsiteY8206" fmla="*/ 770192 h 5143785"/>
              <a:gd name="connsiteX8207" fmla="*/ 930212 w 3114960"/>
              <a:gd name="connsiteY8207" fmla="*/ 772573 h 5143785"/>
              <a:gd name="connsiteX8208" fmla="*/ 943737 w 3114960"/>
              <a:gd name="connsiteY8208" fmla="*/ 772573 h 5143785"/>
              <a:gd name="connsiteX8209" fmla="*/ 943737 w 3114960"/>
              <a:gd name="connsiteY8209" fmla="*/ 785336 h 5143785"/>
              <a:gd name="connsiteX8210" fmla="*/ 936117 w 3114960"/>
              <a:gd name="connsiteY8210" fmla="*/ 785336 h 5143785"/>
              <a:gd name="connsiteX8211" fmla="*/ 906304 w 3114960"/>
              <a:gd name="connsiteY8211" fmla="*/ 755428 h 5143785"/>
              <a:gd name="connsiteX8212" fmla="*/ 936117 w 3114960"/>
              <a:gd name="connsiteY8212" fmla="*/ 725519 h 5143785"/>
              <a:gd name="connsiteX8213" fmla="*/ 1095280 w 3114960"/>
              <a:gd name="connsiteY8213" fmla="*/ 725519 h 5143785"/>
              <a:gd name="connsiteX8214" fmla="*/ 1125188 w 3114960"/>
              <a:gd name="connsiteY8214" fmla="*/ 755428 h 5143785"/>
              <a:gd name="connsiteX8215" fmla="*/ 1095280 w 3114960"/>
              <a:gd name="connsiteY8215" fmla="*/ 785336 h 5143785"/>
              <a:gd name="connsiteX8216" fmla="*/ 1201103 w 3114960"/>
              <a:gd name="connsiteY8216" fmla="*/ 1303687 h 5143785"/>
              <a:gd name="connsiteX8217" fmla="*/ 1209008 w 3114960"/>
              <a:gd name="connsiteY8217" fmla="*/ 1316736 h 5143785"/>
              <a:gd name="connsiteX8218" fmla="*/ 1205389 w 3114960"/>
              <a:gd name="connsiteY8218" fmla="*/ 1331595 h 5143785"/>
              <a:gd name="connsiteX8219" fmla="*/ 1192340 w 3114960"/>
              <a:gd name="connsiteY8219" fmla="*/ 1339501 h 5143785"/>
              <a:gd name="connsiteX8220" fmla="*/ 1189292 w 3114960"/>
              <a:gd name="connsiteY8220" fmla="*/ 1339691 h 5143785"/>
              <a:gd name="connsiteX8221" fmla="*/ 1177576 w 3114960"/>
              <a:gd name="connsiteY8221" fmla="*/ 1335786 h 5143785"/>
              <a:gd name="connsiteX8222" fmla="*/ 1173290 w 3114960"/>
              <a:gd name="connsiteY8222" fmla="*/ 1307878 h 5143785"/>
              <a:gd name="connsiteX8223" fmla="*/ 1201198 w 3114960"/>
              <a:gd name="connsiteY8223" fmla="*/ 1303592 h 5143785"/>
              <a:gd name="connsiteX8224" fmla="*/ 1290257 w 3114960"/>
              <a:gd name="connsiteY8224" fmla="*/ 1039273 h 5143785"/>
              <a:gd name="connsiteX8225" fmla="*/ 1292162 w 3114960"/>
              <a:gd name="connsiteY8225" fmla="*/ 1040702 h 5143785"/>
              <a:gd name="connsiteX8226" fmla="*/ 1284637 w 3114960"/>
              <a:gd name="connsiteY8226" fmla="*/ 1040702 h 5143785"/>
              <a:gd name="connsiteX8227" fmla="*/ 1284637 w 3114960"/>
              <a:gd name="connsiteY8227" fmla="*/ 1033558 h 5143785"/>
              <a:gd name="connsiteX8228" fmla="*/ 1292162 w 3114960"/>
              <a:gd name="connsiteY8228" fmla="*/ 1033558 h 5143785"/>
              <a:gd name="connsiteX8229" fmla="*/ 1293876 w 3114960"/>
              <a:gd name="connsiteY8229" fmla="*/ 1034891 h 5143785"/>
              <a:gd name="connsiteX8230" fmla="*/ 1290352 w 3114960"/>
              <a:gd name="connsiteY8230" fmla="*/ 1037273 h 5143785"/>
              <a:gd name="connsiteX8231" fmla="*/ 1289876 w 3114960"/>
              <a:gd name="connsiteY8231" fmla="*/ 1038225 h 5143785"/>
              <a:gd name="connsiteX8232" fmla="*/ 1290352 w 3114960"/>
              <a:gd name="connsiteY8232" fmla="*/ 1039177 h 5143785"/>
              <a:gd name="connsiteX8233" fmla="*/ 1290638 w 3114960"/>
              <a:gd name="connsiteY8233" fmla="*/ 1077087 h 5143785"/>
              <a:gd name="connsiteX8234" fmla="*/ 1292543 w 3114960"/>
              <a:gd name="connsiteY8234" fmla="*/ 1078516 h 5143785"/>
              <a:gd name="connsiteX8235" fmla="*/ 1284637 w 3114960"/>
              <a:gd name="connsiteY8235" fmla="*/ 1078516 h 5143785"/>
              <a:gd name="connsiteX8236" fmla="*/ 1284637 w 3114960"/>
              <a:gd name="connsiteY8236" fmla="*/ 1071372 h 5143785"/>
              <a:gd name="connsiteX8237" fmla="*/ 1292543 w 3114960"/>
              <a:gd name="connsiteY8237" fmla="*/ 1071372 h 5143785"/>
              <a:gd name="connsiteX8238" fmla="*/ 1294257 w 3114960"/>
              <a:gd name="connsiteY8238" fmla="*/ 1072706 h 5143785"/>
              <a:gd name="connsiteX8239" fmla="*/ 1290733 w 3114960"/>
              <a:gd name="connsiteY8239" fmla="*/ 1075087 h 5143785"/>
              <a:gd name="connsiteX8240" fmla="*/ 1290257 w 3114960"/>
              <a:gd name="connsiteY8240" fmla="*/ 1076039 h 5143785"/>
              <a:gd name="connsiteX8241" fmla="*/ 1290733 w 3114960"/>
              <a:gd name="connsiteY8241" fmla="*/ 1076992 h 5143785"/>
              <a:gd name="connsiteX8242" fmla="*/ 1290638 w 3114960"/>
              <a:gd name="connsiteY8242" fmla="*/ 1114806 h 5143785"/>
              <a:gd name="connsiteX8243" fmla="*/ 1292543 w 3114960"/>
              <a:gd name="connsiteY8243" fmla="*/ 1116235 h 5143785"/>
              <a:gd name="connsiteX8244" fmla="*/ 1284637 w 3114960"/>
              <a:gd name="connsiteY8244" fmla="*/ 1116235 h 5143785"/>
              <a:gd name="connsiteX8245" fmla="*/ 1284637 w 3114960"/>
              <a:gd name="connsiteY8245" fmla="*/ 1109091 h 5143785"/>
              <a:gd name="connsiteX8246" fmla="*/ 1292543 w 3114960"/>
              <a:gd name="connsiteY8246" fmla="*/ 1109091 h 5143785"/>
              <a:gd name="connsiteX8247" fmla="*/ 1294257 w 3114960"/>
              <a:gd name="connsiteY8247" fmla="*/ 1110425 h 5143785"/>
              <a:gd name="connsiteX8248" fmla="*/ 1290733 w 3114960"/>
              <a:gd name="connsiteY8248" fmla="*/ 1112806 h 5143785"/>
              <a:gd name="connsiteX8249" fmla="*/ 1290257 w 3114960"/>
              <a:gd name="connsiteY8249" fmla="*/ 1113758 h 5143785"/>
              <a:gd name="connsiteX8250" fmla="*/ 1290733 w 3114960"/>
              <a:gd name="connsiteY8250" fmla="*/ 1114711 h 5143785"/>
              <a:gd name="connsiteX8251" fmla="*/ 1284542 w 3114960"/>
              <a:gd name="connsiteY8251" fmla="*/ 1153954 h 5143785"/>
              <a:gd name="connsiteX8252" fmla="*/ 1284542 w 3114960"/>
              <a:gd name="connsiteY8252" fmla="*/ 1146810 h 5143785"/>
              <a:gd name="connsiteX8253" fmla="*/ 1292447 w 3114960"/>
              <a:gd name="connsiteY8253" fmla="*/ 1146810 h 5143785"/>
              <a:gd name="connsiteX8254" fmla="*/ 1294162 w 3114960"/>
              <a:gd name="connsiteY8254" fmla="*/ 1148144 h 5143785"/>
              <a:gd name="connsiteX8255" fmla="*/ 1290638 w 3114960"/>
              <a:gd name="connsiteY8255" fmla="*/ 1150525 h 5143785"/>
              <a:gd name="connsiteX8256" fmla="*/ 1290161 w 3114960"/>
              <a:gd name="connsiteY8256" fmla="*/ 1151477 h 5143785"/>
              <a:gd name="connsiteX8257" fmla="*/ 1290638 w 3114960"/>
              <a:gd name="connsiteY8257" fmla="*/ 1152430 h 5143785"/>
              <a:gd name="connsiteX8258" fmla="*/ 1292543 w 3114960"/>
              <a:gd name="connsiteY8258" fmla="*/ 1153859 h 5143785"/>
              <a:gd name="connsiteX8259" fmla="*/ 1284637 w 3114960"/>
              <a:gd name="connsiteY8259" fmla="*/ 1153859 h 5143785"/>
              <a:gd name="connsiteX8260" fmla="*/ 1296924 w 3114960"/>
              <a:gd name="connsiteY8260" fmla="*/ 1147286 h 5143785"/>
              <a:gd name="connsiteX8261" fmla="*/ 1296353 w 3114960"/>
              <a:gd name="connsiteY8261" fmla="*/ 1146810 h 5143785"/>
              <a:gd name="connsiteX8262" fmla="*/ 1302830 w 3114960"/>
              <a:gd name="connsiteY8262" fmla="*/ 1146810 h 5143785"/>
              <a:gd name="connsiteX8263" fmla="*/ 1302830 w 3114960"/>
              <a:gd name="connsiteY8263" fmla="*/ 1153954 h 5143785"/>
              <a:gd name="connsiteX8264" fmla="*/ 1296353 w 3114960"/>
              <a:gd name="connsiteY8264" fmla="*/ 1153954 h 5143785"/>
              <a:gd name="connsiteX8265" fmla="*/ 1293400 w 3114960"/>
              <a:gd name="connsiteY8265" fmla="*/ 1151573 h 5143785"/>
              <a:gd name="connsiteX8266" fmla="*/ 1296924 w 3114960"/>
              <a:gd name="connsiteY8266" fmla="*/ 1149191 h 5143785"/>
              <a:gd name="connsiteX8267" fmla="*/ 1297400 w 3114960"/>
              <a:gd name="connsiteY8267" fmla="*/ 1148239 h 5143785"/>
              <a:gd name="connsiteX8268" fmla="*/ 1296924 w 3114960"/>
              <a:gd name="connsiteY8268" fmla="*/ 1147286 h 5143785"/>
              <a:gd name="connsiteX8269" fmla="*/ 1296924 w 3114960"/>
              <a:gd name="connsiteY8269" fmla="*/ 1109567 h 5143785"/>
              <a:gd name="connsiteX8270" fmla="*/ 1296353 w 3114960"/>
              <a:gd name="connsiteY8270" fmla="*/ 1109091 h 5143785"/>
              <a:gd name="connsiteX8271" fmla="*/ 1302830 w 3114960"/>
              <a:gd name="connsiteY8271" fmla="*/ 1109091 h 5143785"/>
              <a:gd name="connsiteX8272" fmla="*/ 1302830 w 3114960"/>
              <a:gd name="connsiteY8272" fmla="*/ 1116235 h 5143785"/>
              <a:gd name="connsiteX8273" fmla="*/ 1296448 w 3114960"/>
              <a:gd name="connsiteY8273" fmla="*/ 1116235 h 5143785"/>
              <a:gd name="connsiteX8274" fmla="*/ 1293400 w 3114960"/>
              <a:gd name="connsiteY8274" fmla="*/ 1113854 h 5143785"/>
              <a:gd name="connsiteX8275" fmla="*/ 1296924 w 3114960"/>
              <a:gd name="connsiteY8275" fmla="*/ 1111472 h 5143785"/>
              <a:gd name="connsiteX8276" fmla="*/ 1297400 w 3114960"/>
              <a:gd name="connsiteY8276" fmla="*/ 1110520 h 5143785"/>
              <a:gd name="connsiteX8277" fmla="*/ 1296924 w 3114960"/>
              <a:gd name="connsiteY8277" fmla="*/ 1109567 h 5143785"/>
              <a:gd name="connsiteX8278" fmla="*/ 1297019 w 3114960"/>
              <a:gd name="connsiteY8278" fmla="*/ 1071848 h 5143785"/>
              <a:gd name="connsiteX8279" fmla="*/ 1296448 w 3114960"/>
              <a:gd name="connsiteY8279" fmla="*/ 1071372 h 5143785"/>
              <a:gd name="connsiteX8280" fmla="*/ 1302925 w 3114960"/>
              <a:gd name="connsiteY8280" fmla="*/ 1071372 h 5143785"/>
              <a:gd name="connsiteX8281" fmla="*/ 1302925 w 3114960"/>
              <a:gd name="connsiteY8281" fmla="*/ 1078516 h 5143785"/>
              <a:gd name="connsiteX8282" fmla="*/ 1296448 w 3114960"/>
              <a:gd name="connsiteY8282" fmla="*/ 1078516 h 5143785"/>
              <a:gd name="connsiteX8283" fmla="*/ 1293495 w 3114960"/>
              <a:gd name="connsiteY8283" fmla="*/ 1076135 h 5143785"/>
              <a:gd name="connsiteX8284" fmla="*/ 1297019 w 3114960"/>
              <a:gd name="connsiteY8284" fmla="*/ 1073753 h 5143785"/>
              <a:gd name="connsiteX8285" fmla="*/ 1297496 w 3114960"/>
              <a:gd name="connsiteY8285" fmla="*/ 1072801 h 5143785"/>
              <a:gd name="connsiteX8286" fmla="*/ 1297019 w 3114960"/>
              <a:gd name="connsiteY8286" fmla="*/ 1071848 h 5143785"/>
              <a:gd name="connsiteX8287" fmla="*/ 1293019 w 3114960"/>
              <a:gd name="connsiteY8287" fmla="*/ 1038416 h 5143785"/>
              <a:gd name="connsiteX8288" fmla="*/ 1296543 w 3114960"/>
              <a:gd name="connsiteY8288" fmla="*/ 1036034 h 5143785"/>
              <a:gd name="connsiteX8289" fmla="*/ 1297019 w 3114960"/>
              <a:gd name="connsiteY8289" fmla="*/ 1035082 h 5143785"/>
              <a:gd name="connsiteX8290" fmla="*/ 1296543 w 3114960"/>
              <a:gd name="connsiteY8290" fmla="*/ 1034129 h 5143785"/>
              <a:gd name="connsiteX8291" fmla="*/ 1295972 w 3114960"/>
              <a:gd name="connsiteY8291" fmla="*/ 1033653 h 5143785"/>
              <a:gd name="connsiteX8292" fmla="*/ 1302830 w 3114960"/>
              <a:gd name="connsiteY8292" fmla="*/ 1033653 h 5143785"/>
              <a:gd name="connsiteX8293" fmla="*/ 1302830 w 3114960"/>
              <a:gd name="connsiteY8293" fmla="*/ 1040797 h 5143785"/>
              <a:gd name="connsiteX8294" fmla="*/ 1295972 w 3114960"/>
              <a:gd name="connsiteY8294" fmla="*/ 1040797 h 5143785"/>
              <a:gd name="connsiteX8295" fmla="*/ 1293019 w 3114960"/>
              <a:gd name="connsiteY8295" fmla="*/ 1038416 h 5143785"/>
              <a:gd name="connsiteX8296" fmla="*/ 335661 w 3114960"/>
              <a:gd name="connsiteY8296" fmla="*/ 2046542 h 5143785"/>
              <a:gd name="connsiteX8297" fmla="*/ 342805 w 3114960"/>
              <a:gd name="connsiteY8297" fmla="*/ 2046542 h 5143785"/>
              <a:gd name="connsiteX8298" fmla="*/ 342805 w 3114960"/>
              <a:gd name="connsiteY8298" fmla="*/ 2055019 h 5143785"/>
              <a:gd name="connsiteX8299" fmla="*/ 335661 w 3114960"/>
              <a:gd name="connsiteY8299" fmla="*/ 2055019 h 5143785"/>
              <a:gd name="connsiteX8300" fmla="*/ 335661 w 3114960"/>
              <a:gd name="connsiteY8300" fmla="*/ 2046542 h 5143785"/>
              <a:gd name="connsiteX8301" fmla="*/ 335661 w 3114960"/>
              <a:gd name="connsiteY8301" fmla="*/ 2063401 h 5143785"/>
              <a:gd name="connsiteX8302" fmla="*/ 342805 w 3114960"/>
              <a:gd name="connsiteY8302" fmla="*/ 2063401 h 5143785"/>
              <a:gd name="connsiteX8303" fmla="*/ 342805 w 3114960"/>
              <a:gd name="connsiteY8303" fmla="*/ 2071878 h 5143785"/>
              <a:gd name="connsiteX8304" fmla="*/ 335661 w 3114960"/>
              <a:gd name="connsiteY8304" fmla="*/ 2071878 h 5143785"/>
              <a:gd name="connsiteX8305" fmla="*/ 335661 w 3114960"/>
              <a:gd name="connsiteY8305" fmla="*/ 2063401 h 5143785"/>
              <a:gd name="connsiteX8306" fmla="*/ 2293811 w 3114960"/>
              <a:gd name="connsiteY8306" fmla="*/ 4118991 h 5143785"/>
              <a:gd name="connsiteX8307" fmla="*/ 2298573 w 3114960"/>
              <a:gd name="connsiteY8307" fmla="*/ 4099751 h 5143785"/>
              <a:gd name="connsiteX8308" fmla="*/ 2288286 w 3114960"/>
              <a:gd name="connsiteY8308" fmla="*/ 4082796 h 5143785"/>
              <a:gd name="connsiteX8309" fmla="*/ 2273141 w 3114960"/>
              <a:gd name="connsiteY8309" fmla="*/ 4077748 h 5143785"/>
              <a:gd name="connsiteX8310" fmla="*/ 2275523 w 3114960"/>
              <a:gd name="connsiteY8310" fmla="*/ 4077748 h 5143785"/>
              <a:gd name="connsiteX8311" fmla="*/ 2276570 w 3114960"/>
              <a:gd name="connsiteY8311" fmla="*/ 3899535 h 5143785"/>
              <a:gd name="connsiteX8312" fmla="*/ 2196656 w 3114960"/>
              <a:gd name="connsiteY8312" fmla="*/ 3819144 h 5143785"/>
              <a:gd name="connsiteX8313" fmla="*/ 2195989 w 3114960"/>
              <a:gd name="connsiteY8313" fmla="*/ 3818477 h 5143785"/>
              <a:gd name="connsiteX8314" fmla="*/ 2042827 w 3114960"/>
              <a:gd name="connsiteY8314" fmla="*/ 3818668 h 5143785"/>
              <a:gd name="connsiteX8315" fmla="*/ 2003298 w 3114960"/>
              <a:gd name="connsiteY8315" fmla="*/ 3861816 h 5143785"/>
              <a:gd name="connsiteX8316" fmla="*/ 2003298 w 3114960"/>
              <a:gd name="connsiteY8316" fmla="*/ 3927253 h 5143785"/>
              <a:gd name="connsiteX8317" fmla="*/ 1991868 w 3114960"/>
              <a:gd name="connsiteY8317" fmla="*/ 3940874 h 5143785"/>
              <a:gd name="connsiteX8318" fmla="*/ 2005679 w 3114960"/>
              <a:gd name="connsiteY8318" fmla="*/ 3954685 h 5143785"/>
              <a:gd name="connsiteX8319" fmla="*/ 2019491 w 3114960"/>
              <a:gd name="connsiteY8319" fmla="*/ 3940874 h 5143785"/>
              <a:gd name="connsiteX8320" fmla="*/ 2008156 w 3114960"/>
              <a:gd name="connsiteY8320" fmla="*/ 3927253 h 5143785"/>
              <a:gd name="connsiteX8321" fmla="*/ 2008156 w 3114960"/>
              <a:gd name="connsiteY8321" fmla="*/ 3863626 h 5143785"/>
              <a:gd name="connsiteX8322" fmla="*/ 2044922 w 3114960"/>
              <a:gd name="connsiteY8322" fmla="*/ 3823430 h 5143785"/>
              <a:gd name="connsiteX8323" fmla="*/ 2193989 w 3114960"/>
              <a:gd name="connsiteY8323" fmla="*/ 3823240 h 5143785"/>
              <a:gd name="connsiteX8324" fmla="*/ 2271808 w 3114960"/>
              <a:gd name="connsiteY8324" fmla="*/ 3901535 h 5143785"/>
              <a:gd name="connsiteX8325" fmla="*/ 2270760 w 3114960"/>
              <a:gd name="connsiteY8325" fmla="*/ 4077748 h 5143785"/>
              <a:gd name="connsiteX8326" fmla="*/ 2273141 w 3114960"/>
              <a:gd name="connsiteY8326" fmla="*/ 4077748 h 5143785"/>
              <a:gd name="connsiteX8327" fmla="*/ 2269236 w 3114960"/>
              <a:gd name="connsiteY8327" fmla="*/ 4078034 h 5143785"/>
              <a:gd name="connsiteX8328" fmla="*/ 2252282 w 3114960"/>
              <a:gd name="connsiteY8328" fmla="*/ 4088321 h 5143785"/>
              <a:gd name="connsiteX8329" fmla="*/ 2247519 w 3114960"/>
              <a:gd name="connsiteY8329" fmla="*/ 4107561 h 5143785"/>
              <a:gd name="connsiteX8330" fmla="*/ 2257806 w 3114960"/>
              <a:gd name="connsiteY8330" fmla="*/ 4124516 h 5143785"/>
              <a:gd name="connsiteX8331" fmla="*/ 2293906 w 3114960"/>
              <a:gd name="connsiteY8331" fmla="*/ 4118991 h 5143785"/>
              <a:gd name="connsiteX8332" fmla="*/ 2255996 w 3114960"/>
              <a:gd name="connsiteY8332" fmla="*/ 4091273 h 5143785"/>
              <a:gd name="connsiteX8333" fmla="*/ 2269808 w 3114960"/>
              <a:gd name="connsiteY8333" fmla="*/ 4082892 h 5143785"/>
              <a:gd name="connsiteX8334" fmla="*/ 2285524 w 3114960"/>
              <a:gd name="connsiteY8334" fmla="*/ 4086701 h 5143785"/>
              <a:gd name="connsiteX8335" fmla="*/ 2293906 w 3114960"/>
              <a:gd name="connsiteY8335" fmla="*/ 4100513 h 5143785"/>
              <a:gd name="connsiteX8336" fmla="*/ 2290096 w 3114960"/>
              <a:gd name="connsiteY8336" fmla="*/ 4116134 h 5143785"/>
              <a:gd name="connsiteX8337" fmla="*/ 2290096 w 3114960"/>
              <a:gd name="connsiteY8337" fmla="*/ 4116134 h 5143785"/>
              <a:gd name="connsiteX8338" fmla="*/ 2276285 w 3114960"/>
              <a:gd name="connsiteY8338" fmla="*/ 4124516 h 5143785"/>
              <a:gd name="connsiteX8339" fmla="*/ 2273046 w 3114960"/>
              <a:gd name="connsiteY8339" fmla="*/ 4124801 h 5143785"/>
              <a:gd name="connsiteX8340" fmla="*/ 2260664 w 3114960"/>
              <a:gd name="connsiteY8340" fmla="*/ 4120705 h 5143785"/>
              <a:gd name="connsiteX8341" fmla="*/ 2256092 w 3114960"/>
              <a:gd name="connsiteY8341" fmla="*/ 4091178 h 5143785"/>
              <a:gd name="connsiteX8342" fmla="*/ 386239 w 3114960"/>
              <a:gd name="connsiteY8342" fmla="*/ 2158556 h 5143785"/>
              <a:gd name="connsiteX8343" fmla="*/ 389573 w 3114960"/>
              <a:gd name="connsiteY8343" fmla="*/ 2161985 h 5143785"/>
              <a:gd name="connsiteX8344" fmla="*/ 382334 w 3114960"/>
              <a:gd name="connsiteY8344" fmla="*/ 2169033 h 5143785"/>
              <a:gd name="connsiteX8345" fmla="*/ 379000 w 3114960"/>
              <a:gd name="connsiteY8345" fmla="*/ 2165604 h 5143785"/>
              <a:gd name="connsiteX8346" fmla="*/ 386239 w 3114960"/>
              <a:gd name="connsiteY8346" fmla="*/ 2158556 h 5143785"/>
              <a:gd name="connsiteX8347" fmla="*/ 2260473 w 3114960"/>
              <a:gd name="connsiteY8347" fmla="*/ 4297776 h 5143785"/>
              <a:gd name="connsiteX8348" fmla="*/ 2271713 w 3114960"/>
              <a:gd name="connsiteY8348" fmla="*/ 4286536 h 5143785"/>
              <a:gd name="connsiteX8349" fmla="*/ 2260473 w 3114960"/>
              <a:gd name="connsiteY8349" fmla="*/ 4275296 h 5143785"/>
              <a:gd name="connsiteX8350" fmla="*/ 2249234 w 3114960"/>
              <a:gd name="connsiteY8350" fmla="*/ 4286536 h 5143785"/>
              <a:gd name="connsiteX8351" fmla="*/ 2260473 w 3114960"/>
              <a:gd name="connsiteY8351" fmla="*/ 4297776 h 5143785"/>
              <a:gd name="connsiteX8352" fmla="*/ 2260473 w 3114960"/>
              <a:gd name="connsiteY8352" fmla="*/ 4280059 h 5143785"/>
              <a:gd name="connsiteX8353" fmla="*/ 2266950 w 3114960"/>
              <a:gd name="connsiteY8353" fmla="*/ 4286536 h 5143785"/>
              <a:gd name="connsiteX8354" fmla="*/ 2260473 w 3114960"/>
              <a:gd name="connsiteY8354" fmla="*/ 4293013 h 5143785"/>
              <a:gd name="connsiteX8355" fmla="*/ 2253996 w 3114960"/>
              <a:gd name="connsiteY8355" fmla="*/ 4286536 h 5143785"/>
              <a:gd name="connsiteX8356" fmla="*/ 2260473 w 3114960"/>
              <a:gd name="connsiteY8356" fmla="*/ 4280059 h 5143785"/>
              <a:gd name="connsiteX8357" fmla="*/ 1316641 w 3114960"/>
              <a:gd name="connsiteY8357" fmla="*/ 1305306 h 5143785"/>
              <a:gd name="connsiteX8358" fmla="*/ 1312164 w 3114960"/>
              <a:gd name="connsiteY8358" fmla="*/ 1323499 h 5143785"/>
              <a:gd name="connsiteX8359" fmla="*/ 1321880 w 3114960"/>
              <a:gd name="connsiteY8359" fmla="*/ 1339501 h 5143785"/>
              <a:gd name="connsiteX8360" fmla="*/ 1340072 w 3114960"/>
              <a:gd name="connsiteY8360" fmla="*/ 1343978 h 5143785"/>
              <a:gd name="connsiteX8361" fmla="*/ 1356074 w 3114960"/>
              <a:gd name="connsiteY8361" fmla="*/ 1334262 h 5143785"/>
              <a:gd name="connsiteX8362" fmla="*/ 1350836 w 3114960"/>
              <a:gd name="connsiteY8362" fmla="*/ 1300067 h 5143785"/>
              <a:gd name="connsiteX8363" fmla="*/ 1338644 w 3114960"/>
              <a:gd name="connsiteY8363" fmla="*/ 1295495 h 5143785"/>
              <a:gd name="connsiteX8364" fmla="*/ 1338644 w 3114960"/>
              <a:gd name="connsiteY8364" fmla="*/ 1262825 h 5143785"/>
              <a:gd name="connsiteX8365" fmla="*/ 1409033 w 3114960"/>
              <a:gd name="connsiteY8365" fmla="*/ 1201007 h 5143785"/>
              <a:gd name="connsiteX8366" fmla="*/ 1473708 w 3114960"/>
              <a:gd name="connsiteY8366" fmla="*/ 1201007 h 5143785"/>
              <a:gd name="connsiteX8367" fmla="*/ 1473708 w 3114960"/>
              <a:gd name="connsiteY8367" fmla="*/ 1203103 h 5143785"/>
              <a:gd name="connsiteX8368" fmla="*/ 1477518 w 3114960"/>
              <a:gd name="connsiteY8368" fmla="*/ 1206913 h 5143785"/>
              <a:gd name="connsiteX8369" fmla="*/ 1497616 w 3114960"/>
              <a:gd name="connsiteY8369" fmla="*/ 1206913 h 5143785"/>
              <a:gd name="connsiteX8370" fmla="*/ 1501426 w 3114960"/>
              <a:gd name="connsiteY8370" fmla="*/ 1203103 h 5143785"/>
              <a:gd name="connsiteX8371" fmla="*/ 1501426 w 3114960"/>
              <a:gd name="connsiteY8371" fmla="*/ 1201007 h 5143785"/>
              <a:gd name="connsiteX8372" fmla="*/ 1601153 w 3114960"/>
              <a:gd name="connsiteY8372" fmla="*/ 1201007 h 5143785"/>
              <a:gd name="connsiteX8373" fmla="*/ 1670399 w 3114960"/>
              <a:gd name="connsiteY8373" fmla="*/ 1267016 h 5143785"/>
              <a:gd name="connsiteX8374" fmla="*/ 1719263 w 3114960"/>
              <a:gd name="connsiteY8374" fmla="*/ 1267301 h 5143785"/>
              <a:gd name="connsiteX8375" fmla="*/ 1719834 w 3114960"/>
              <a:gd name="connsiteY8375" fmla="*/ 1269587 h 5143785"/>
              <a:gd name="connsiteX8376" fmla="*/ 1727168 w 3114960"/>
              <a:gd name="connsiteY8376" fmla="*/ 1277969 h 5143785"/>
              <a:gd name="connsiteX8377" fmla="*/ 1733550 w 3114960"/>
              <a:gd name="connsiteY8377" fmla="*/ 1279493 h 5143785"/>
              <a:gd name="connsiteX8378" fmla="*/ 1746599 w 3114960"/>
              <a:gd name="connsiteY8378" fmla="*/ 1271397 h 5143785"/>
              <a:gd name="connsiteX8379" fmla="*/ 1740027 w 3114960"/>
              <a:gd name="connsiteY8379" fmla="*/ 1251871 h 5143785"/>
              <a:gd name="connsiteX8380" fmla="*/ 1720501 w 3114960"/>
              <a:gd name="connsiteY8380" fmla="*/ 1258443 h 5143785"/>
              <a:gd name="connsiteX8381" fmla="*/ 1719263 w 3114960"/>
              <a:gd name="connsiteY8381" fmla="*/ 1262539 h 5143785"/>
              <a:gd name="connsiteX8382" fmla="*/ 1672304 w 3114960"/>
              <a:gd name="connsiteY8382" fmla="*/ 1262253 h 5143785"/>
              <a:gd name="connsiteX8383" fmla="*/ 1603057 w 3114960"/>
              <a:gd name="connsiteY8383" fmla="*/ 1196245 h 5143785"/>
              <a:gd name="connsiteX8384" fmla="*/ 1501426 w 3114960"/>
              <a:gd name="connsiteY8384" fmla="*/ 1196245 h 5143785"/>
              <a:gd name="connsiteX8385" fmla="*/ 1501426 w 3114960"/>
              <a:gd name="connsiteY8385" fmla="*/ 1194149 h 5143785"/>
              <a:gd name="connsiteX8386" fmla="*/ 1497616 w 3114960"/>
              <a:gd name="connsiteY8386" fmla="*/ 1190339 h 5143785"/>
              <a:gd name="connsiteX8387" fmla="*/ 1477518 w 3114960"/>
              <a:gd name="connsiteY8387" fmla="*/ 1190339 h 5143785"/>
              <a:gd name="connsiteX8388" fmla="*/ 1473708 w 3114960"/>
              <a:gd name="connsiteY8388" fmla="*/ 1194149 h 5143785"/>
              <a:gd name="connsiteX8389" fmla="*/ 1473708 w 3114960"/>
              <a:gd name="connsiteY8389" fmla="*/ 1196245 h 5143785"/>
              <a:gd name="connsiteX8390" fmla="*/ 1407224 w 3114960"/>
              <a:gd name="connsiteY8390" fmla="*/ 1196245 h 5143785"/>
              <a:gd name="connsiteX8391" fmla="*/ 1334167 w 3114960"/>
              <a:gd name="connsiteY8391" fmla="*/ 1260539 h 5143785"/>
              <a:gd name="connsiteX8392" fmla="*/ 1334167 w 3114960"/>
              <a:gd name="connsiteY8392" fmla="*/ 1260539 h 5143785"/>
              <a:gd name="connsiteX8393" fmla="*/ 1334072 w 3114960"/>
              <a:gd name="connsiteY8393" fmla="*/ 1295591 h 5143785"/>
              <a:gd name="connsiteX8394" fmla="*/ 1316641 w 3114960"/>
              <a:gd name="connsiteY8394" fmla="*/ 1305306 h 5143785"/>
              <a:gd name="connsiteX8395" fmla="*/ 1724692 w 3114960"/>
              <a:gd name="connsiteY8395" fmla="*/ 1260539 h 5143785"/>
              <a:gd name="connsiteX8396" fmla="*/ 1733455 w 3114960"/>
              <a:gd name="connsiteY8396" fmla="*/ 1255109 h 5143785"/>
              <a:gd name="connsiteX8397" fmla="*/ 1737741 w 3114960"/>
              <a:gd name="connsiteY8397" fmla="*/ 1256157 h 5143785"/>
              <a:gd name="connsiteX8398" fmla="*/ 1742123 w 3114960"/>
              <a:gd name="connsiteY8398" fmla="*/ 1269302 h 5143785"/>
              <a:gd name="connsiteX8399" fmla="*/ 1728978 w 3114960"/>
              <a:gd name="connsiteY8399" fmla="*/ 1273683 h 5143785"/>
              <a:gd name="connsiteX8400" fmla="*/ 1724025 w 3114960"/>
              <a:gd name="connsiteY8400" fmla="*/ 1268063 h 5143785"/>
              <a:gd name="connsiteX8401" fmla="*/ 1724501 w 3114960"/>
              <a:gd name="connsiteY8401" fmla="*/ 1260634 h 5143785"/>
              <a:gd name="connsiteX8402" fmla="*/ 1496568 w 3114960"/>
              <a:gd name="connsiteY8402" fmla="*/ 1195102 h 5143785"/>
              <a:gd name="connsiteX8403" fmla="*/ 1496568 w 3114960"/>
              <a:gd name="connsiteY8403" fmla="*/ 1202246 h 5143785"/>
              <a:gd name="connsiteX8404" fmla="*/ 1490091 w 3114960"/>
              <a:gd name="connsiteY8404" fmla="*/ 1202246 h 5143785"/>
              <a:gd name="connsiteX8405" fmla="*/ 1487138 w 3114960"/>
              <a:gd name="connsiteY8405" fmla="*/ 1199960 h 5143785"/>
              <a:gd name="connsiteX8406" fmla="*/ 1490663 w 3114960"/>
              <a:gd name="connsiteY8406" fmla="*/ 1197578 h 5143785"/>
              <a:gd name="connsiteX8407" fmla="*/ 1491139 w 3114960"/>
              <a:gd name="connsiteY8407" fmla="*/ 1196626 h 5143785"/>
              <a:gd name="connsiteX8408" fmla="*/ 1490663 w 3114960"/>
              <a:gd name="connsiteY8408" fmla="*/ 1195673 h 5143785"/>
              <a:gd name="connsiteX8409" fmla="*/ 1489996 w 3114960"/>
              <a:gd name="connsiteY8409" fmla="*/ 1195197 h 5143785"/>
              <a:gd name="connsiteX8410" fmla="*/ 1496473 w 3114960"/>
              <a:gd name="connsiteY8410" fmla="*/ 1195197 h 5143785"/>
              <a:gd name="connsiteX8411" fmla="*/ 1478375 w 3114960"/>
              <a:gd name="connsiteY8411" fmla="*/ 1195102 h 5143785"/>
              <a:gd name="connsiteX8412" fmla="*/ 1486281 w 3114960"/>
              <a:gd name="connsiteY8412" fmla="*/ 1195102 h 5143785"/>
              <a:gd name="connsiteX8413" fmla="*/ 1487996 w 3114960"/>
              <a:gd name="connsiteY8413" fmla="*/ 1196435 h 5143785"/>
              <a:gd name="connsiteX8414" fmla="*/ 1484471 w 3114960"/>
              <a:gd name="connsiteY8414" fmla="*/ 1198817 h 5143785"/>
              <a:gd name="connsiteX8415" fmla="*/ 1483995 w 3114960"/>
              <a:gd name="connsiteY8415" fmla="*/ 1199769 h 5143785"/>
              <a:gd name="connsiteX8416" fmla="*/ 1484471 w 3114960"/>
              <a:gd name="connsiteY8416" fmla="*/ 1200722 h 5143785"/>
              <a:gd name="connsiteX8417" fmla="*/ 1486376 w 3114960"/>
              <a:gd name="connsiteY8417" fmla="*/ 1202150 h 5143785"/>
              <a:gd name="connsiteX8418" fmla="*/ 1478471 w 3114960"/>
              <a:gd name="connsiteY8418" fmla="*/ 1202150 h 5143785"/>
              <a:gd name="connsiteX8419" fmla="*/ 1478471 w 3114960"/>
              <a:gd name="connsiteY8419" fmla="*/ 1195007 h 5143785"/>
              <a:gd name="connsiteX8420" fmla="*/ 1348073 w 3114960"/>
              <a:gd name="connsiteY8420" fmla="*/ 1303687 h 5143785"/>
              <a:gd name="connsiteX8421" fmla="*/ 1352360 w 3114960"/>
              <a:gd name="connsiteY8421" fmla="*/ 1331500 h 5143785"/>
              <a:gd name="connsiteX8422" fmla="*/ 1339310 w 3114960"/>
              <a:gd name="connsiteY8422" fmla="*/ 1339406 h 5143785"/>
              <a:gd name="connsiteX8423" fmla="*/ 1336262 w 3114960"/>
              <a:gd name="connsiteY8423" fmla="*/ 1339596 h 5143785"/>
              <a:gd name="connsiteX8424" fmla="*/ 1324547 w 3114960"/>
              <a:gd name="connsiteY8424" fmla="*/ 1335691 h 5143785"/>
              <a:gd name="connsiteX8425" fmla="*/ 1316641 w 3114960"/>
              <a:gd name="connsiteY8425" fmla="*/ 1322642 h 5143785"/>
              <a:gd name="connsiteX8426" fmla="*/ 1320260 w 3114960"/>
              <a:gd name="connsiteY8426" fmla="*/ 1307782 h 5143785"/>
              <a:gd name="connsiteX8427" fmla="*/ 1348073 w 3114960"/>
              <a:gd name="connsiteY8427" fmla="*/ 1303496 h 5143785"/>
              <a:gd name="connsiteX8428" fmla="*/ 335280 w 3114960"/>
              <a:gd name="connsiteY8428" fmla="*/ 2208181 h 5143785"/>
              <a:gd name="connsiteX8429" fmla="*/ 342519 w 3114960"/>
              <a:gd name="connsiteY8429" fmla="*/ 2201132 h 5143785"/>
              <a:gd name="connsiteX8430" fmla="*/ 345853 w 3114960"/>
              <a:gd name="connsiteY8430" fmla="*/ 2204561 h 5143785"/>
              <a:gd name="connsiteX8431" fmla="*/ 338614 w 3114960"/>
              <a:gd name="connsiteY8431" fmla="*/ 2211610 h 5143785"/>
              <a:gd name="connsiteX8432" fmla="*/ 335280 w 3114960"/>
              <a:gd name="connsiteY8432" fmla="*/ 2208181 h 5143785"/>
              <a:gd name="connsiteX8433" fmla="*/ 1339977 w 3114960"/>
              <a:gd name="connsiteY8433" fmla="*/ 3890010 h 5143785"/>
              <a:gd name="connsiteX8434" fmla="*/ 1332833 w 3114960"/>
              <a:gd name="connsiteY8434" fmla="*/ 3890010 h 5143785"/>
              <a:gd name="connsiteX8435" fmla="*/ 1332833 w 3114960"/>
              <a:gd name="connsiteY8435" fmla="*/ 3882962 h 5143785"/>
              <a:gd name="connsiteX8436" fmla="*/ 1339977 w 3114960"/>
              <a:gd name="connsiteY8436" fmla="*/ 3882962 h 5143785"/>
              <a:gd name="connsiteX8437" fmla="*/ 1339977 w 3114960"/>
              <a:gd name="connsiteY8437" fmla="*/ 3890010 h 5143785"/>
              <a:gd name="connsiteX8438" fmla="*/ 1324356 w 3114960"/>
              <a:gd name="connsiteY8438" fmla="*/ 1319784 h 5143785"/>
              <a:gd name="connsiteX8439" fmla="*/ 1336262 w 3114960"/>
              <a:gd name="connsiteY8439" fmla="*/ 1307878 h 5143785"/>
              <a:gd name="connsiteX8440" fmla="*/ 1348169 w 3114960"/>
              <a:gd name="connsiteY8440" fmla="*/ 1319784 h 5143785"/>
              <a:gd name="connsiteX8441" fmla="*/ 1336262 w 3114960"/>
              <a:gd name="connsiteY8441" fmla="*/ 1331690 h 5143785"/>
              <a:gd name="connsiteX8442" fmla="*/ 1324356 w 3114960"/>
              <a:gd name="connsiteY8442" fmla="*/ 1319784 h 5143785"/>
              <a:gd name="connsiteX8443" fmla="*/ 320707 w 3114960"/>
              <a:gd name="connsiteY8443" fmla="*/ 2222278 h 5143785"/>
              <a:gd name="connsiteX8444" fmla="*/ 327946 w 3114960"/>
              <a:gd name="connsiteY8444" fmla="*/ 2215229 h 5143785"/>
              <a:gd name="connsiteX8445" fmla="*/ 331280 w 3114960"/>
              <a:gd name="connsiteY8445" fmla="*/ 2218658 h 5143785"/>
              <a:gd name="connsiteX8446" fmla="*/ 324040 w 3114960"/>
              <a:gd name="connsiteY8446" fmla="*/ 2225707 h 5143785"/>
              <a:gd name="connsiteX8447" fmla="*/ 320707 w 3114960"/>
              <a:gd name="connsiteY8447" fmla="*/ 2222278 h 5143785"/>
              <a:gd name="connsiteX8448" fmla="*/ 1836230 w 3114960"/>
              <a:gd name="connsiteY8448" fmla="*/ 2520696 h 5143785"/>
              <a:gd name="connsiteX8449" fmla="*/ 1882331 w 3114960"/>
              <a:gd name="connsiteY8449" fmla="*/ 2466594 h 5143785"/>
              <a:gd name="connsiteX8450" fmla="*/ 1882331 w 3114960"/>
              <a:gd name="connsiteY8450" fmla="*/ 2426113 h 5143785"/>
              <a:gd name="connsiteX8451" fmla="*/ 1891856 w 3114960"/>
              <a:gd name="connsiteY8451" fmla="*/ 2414683 h 5143785"/>
              <a:gd name="connsiteX8452" fmla="*/ 1879949 w 3114960"/>
              <a:gd name="connsiteY8452" fmla="*/ 2402777 h 5143785"/>
              <a:gd name="connsiteX8453" fmla="*/ 1871948 w 3114960"/>
              <a:gd name="connsiteY8453" fmla="*/ 2406015 h 5143785"/>
              <a:gd name="connsiteX8454" fmla="*/ 1872806 w 3114960"/>
              <a:gd name="connsiteY8454" fmla="*/ 2405158 h 5143785"/>
              <a:gd name="connsiteX8455" fmla="*/ 1869853 w 3114960"/>
              <a:gd name="connsiteY8455" fmla="*/ 2402300 h 5143785"/>
              <a:gd name="connsiteX8456" fmla="*/ 1866519 w 3114960"/>
              <a:gd name="connsiteY8456" fmla="*/ 2405634 h 5143785"/>
              <a:gd name="connsiteX8457" fmla="*/ 1869472 w 3114960"/>
              <a:gd name="connsiteY8457" fmla="*/ 2408492 h 5143785"/>
              <a:gd name="connsiteX8458" fmla="*/ 1871282 w 3114960"/>
              <a:gd name="connsiteY8458" fmla="*/ 2406682 h 5143785"/>
              <a:gd name="connsiteX8459" fmla="*/ 1868043 w 3114960"/>
              <a:gd name="connsiteY8459" fmla="*/ 2414683 h 5143785"/>
              <a:gd name="connsiteX8460" fmla="*/ 1877568 w 3114960"/>
              <a:gd name="connsiteY8460" fmla="*/ 2426113 h 5143785"/>
              <a:gd name="connsiteX8461" fmla="*/ 1877568 w 3114960"/>
              <a:gd name="connsiteY8461" fmla="*/ 2464880 h 5143785"/>
              <a:gd name="connsiteX8462" fmla="*/ 1834039 w 3114960"/>
              <a:gd name="connsiteY8462" fmla="*/ 2515934 h 5143785"/>
              <a:gd name="connsiteX8463" fmla="*/ 1803845 w 3114960"/>
              <a:gd name="connsiteY8463" fmla="*/ 2515934 h 5143785"/>
              <a:gd name="connsiteX8464" fmla="*/ 1803845 w 3114960"/>
              <a:gd name="connsiteY8464" fmla="*/ 2495455 h 5143785"/>
              <a:gd name="connsiteX8465" fmla="*/ 1769078 w 3114960"/>
              <a:gd name="connsiteY8465" fmla="*/ 2494979 h 5143785"/>
              <a:gd name="connsiteX8466" fmla="*/ 1757648 w 3114960"/>
              <a:gd name="connsiteY8466" fmla="*/ 2485835 h 5143785"/>
              <a:gd name="connsiteX8467" fmla="*/ 1745742 w 3114960"/>
              <a:gd name="connsiteY8467" fmla="*/ 2497741 h 5143785"/>
              <a:gd name="connsiteX8468" fmla="*/ 1757648 w 3114960"/>
              <a:gd name="connsiteY8468" fmla="*/ 2509647 h 5143785"/>
              <a:gd name="connsiteX8469" fmla="*/ 1769174 w 3114960"/>
              <a:gd name="connsiteY8469" fmla="*/ 2499646 h 5143785"/>
              <a:gd name="connsiteX8470" fmla="*/ 1799082 w 3114960"/>
              <a:gd name="connsiteY8470" fmla="*/ 2500027 h 5143785"/>
              <a:gd name="connsiteX8471" fmla="*/ 1799082 w 3114960"/>
              <a:gd name="connsiteY8471" fmla="*/ 2520601 h 5143785"/>
              <a:gd name="connsiteX8472" fmla="*/ 1836230 w 3114960"/>
              <a:gd name="connsiteY8472" fmla="*/ 2520601 h 5143785"/>
              <a:gd name="connsiteX8473" fmla="*/ 1872710 w 3114960"/>
              <a:gd name="connsiteY8473" fmla="*/ 2414683 h 5143785"/>
              <a:gd name="connsiteX8474" fmla="*/ 1879854 w 3114960"/>
              <a:gd name="connsiteY8474" fmla="*/ 2407539 h 5143785"/>
              <a:gd name="connsiteX8475" fmla="*/ 1886998 w 3114960"/>
              <a:gd name="connsiteY8475" fmla="*/ 2414683 h 5143785"/>
              <a:gd name="connsiteX8476" fmla="*/ 1879854 w 3114960"/>
              <a:gd name="connsiteY8476" fmla="*/ 2421827 h 5143785"/>
              <a:gd name="connsiteX8477" fmla="*/ 1872710 w 3114960"/>
              <a:gd name="connsiteY8477" fmla="*/ 2414683 h 5143785"/>
              <a:gd name="connsiteX8478" fmla="*/ 1757648 w 3114960"/>
              <a:gd name="connsiteY8478" fmla="*/ 2504885 h 5143785"/>
              <a:gd name="connsiteX8479" fmla="*/ 1750505 w 3114960"/>
              <a:gd name="connsiteY8479" fmla="*/ 2497741 h 5143785"/>
              <a:gd name="connsiteX8480" fmla="*/ 1757648 w 3114960"/>
              <a:gd name="connsiteY8480" fmla="*/ 2490597 h 5143785"/>
              <a:gd name="connsiteX8481" fmla="*/ 1764792 w 3114960"/>
              <a:gd name="connsiteY8481" fmla="*/ 2497741 h 5143785"/>
              <a:gd name="connsiteX8482" fmla="*/ 1757648 w 3114960"/>
              <a:gd name="connsiteY8482" fmla="*/ 2504885 h 5143785"/>
              <a:gd name="connsiteX8483" fmla="*/ 1356265 w 3114960"/>
              <a:gd name="connsiteY8483" fmla="*/ 4100894 h 5143785"/>
              <a:gd name="connsiteX8484" fmla="*/ 1362456 w 3114960"/>
              <a:gd name="connsiteY8484" fmla="*/ 4094321 h 5143785"/>
              <a:gd name="connsiteX8485" fmla="*/ 1362170 w 3114960"/>
              <a:gd name="connsiteY8485" fmla="*/ 4085273 h 5143785"/>
              <a:gd name="connsiteX8486" fmla="*/ 1355598 w 3114960"/>
              <a:gd name="connsiteY8486" fmla="*/ 4079081 h 5143785"/>
              <a:gd name="connsiteX8487" fmla="*/ 1346549 w 3114960"/>
              <a:gd name="connsiteY8487" fmla="*/ 4079367 h 5143785"/>
              <a:gd name="connsiteX8488" fmla="*/ 1345692 w 3114960"/>
              <a:gd name="connsiteY8488" fmla="*/ 4080034 h 5143785"/>
              <a:gd name="connsiteX8489" fmla="*/ 1311402 w 3114960"/>
              <a:gd name="connsiteY8489" fmla="*/ 4042601 h 5143785"/>
              <a:gd name="connsiteX8490" fmla="*/ 1227201 w 3114960"/>
              <a:gd name="connsiteY8490" fmla="*/ 4042601 h 5143785"/>
              <a:gd name="connsiteX8491" fmla="*/ 1227201 w 3114960"/>
              <a:gd name="connsiteY8491" fmla="*/ 4040029 h 5143785"/>
              <a:gd name="connsiteX8492" fmla="*/ 1223296 w 3114960"/>
              <a:gd name="connsiteY8492" fmla="*/ 4036124 h 5143785"/>
              <a:gd name="connsiteX8493" fmla="*/ 1213390 w 3114960"/>
              <a:gd name="connsiteY8493" fmla="*/ 4036124 h 5143785"/>
              <a:gd name="connsiteX8494" fmla="*/ 1209485 w 3114960"/>
              <a:gd name="connsiteY8494" fmla="*/ 4040029 h 5143785"/>
              <a:gd name="connsiteX8495" fmla="*/ 1209485 w 3114960"/>
              <a:gd name="connsiteY8495" fmla="*/ 4049935 h 5143785"/>
              <a:gd name="connsiteX8496" fmla="*/ 1213390 w 3114960"/>
              <a:gd name="connsiteY8496" fmla="*/ 4053840 h 5143785"/>
              <a:gd name="connsiteX8497" fmla="*/ 1223296 w 3114960"/>
              <a:gd name="connsiteY8497" fmla="*/ 4053840 h 5143785"/>
              <a:gd name="connsiteX8498" fmla="*/ 1227201 w 3114960"/>
              <a:gd name="connsiteY8498" fmla="*/ 4049935 h 5143785"/>
              <a:gd name="connsiteX8499" fmla="*/ 1227201 w 3114960"/>
              <a:gd name="connsiteY8499" fmla="*/ 4047363 h 5143785"/>
              <a:gd name="connsiteX8500" fmla="*/ 1309307 w 3114960"/>
              <a:gd name="connsiteY8500" fmla="*/ 4047363 h 5143785"/>
              <a:gd name="connsiteX8501" fmla="*/ 1342168 w 3114960"/>
              <a:gd name="connsiteY8501" fmla="*/ 4083177 h 5143785"/>
              <a:gd name="connsiteX8502" fmla="*/ 1340739 w 3114960"/>
              <a:gd name="connsiteY8502" fmla="*/ 4094988 h 5143785"/>
              <a:gd name="connsiteX8503" fmla="*/ 1347311 w 3114960"/>
              <a:gd name="connsiteY8503" fmla="*/ 4101179 h 5143785"/>
              <a:gd name="connsiteX8504" fmla="*/ 1351502 w 3114960"/>
              <a:gd name="connsiteY8504" fmla="*/ 4101942 h 5143785"/>
              <a:gd name="connsiteX8505" fmla="*/ 1356360 w 3114960"/>
              <a:gd name="connsiteY8505" fmla="*/ 4100894 h 5143785"/>
              <a:gd name="connsiteX8506" fmla="*/ 1344930 w 3114960"/>
              <a:gd name="connsiteY8506" fmla="*/ 4092988 h 5143785"/>
              <a:gd name="connsiteX8507" fmla="*/ 1348454 w 3114960"/>
              <a:gd name="connsiteY8507" fmla="*/ 4083653 h 5143785"/>
              <a:gd name="connsiteX8508" fmla="*/ 1357789 w 3114960"/>
              <a:gd name="connsiteY8508" fmla="*/ 4087178 h 5143785"/>
              <a:gd name="connsiteX8509" fmla="*/ 1357979 w 3114960"/>
              <a:gd name="connsiteY8509" fmla="*/ 4092607 h 5143785"/>
              <a:gd name="connsiteX8510" fmla="*/ 1354265 w 3114960"/>
              <a:gd name="connsiteY8510" fmla="*/ 4096512 h 5143785"/>
              <a:gd name="connsiteX8511" fmla="*/ 1348835 w 3114960"/>
              <a:gd name="connsiteY8511" fmla="*/ 4096703 h 5143785"/>
              <a:gd name="connsiteX8512" fmla="*/ 1344930 w 3114960"/>
              <a:gd name="connsiteY8512" fmla="*/ 4092988 h 5143785"/>
              <a:gd name="connsiteX8513" fmla="*/ 364427 w 3114960"/>
              <a:gd name="connsiteY8513" fmla="*/ 2179796 h 5143785"/>
              <a:gd name="connsiteX8514" fmla="*/ 371665 w 3114960"/>
              <a:gd name="connsiteY8514" fmla="*/ 2172748 h 5143785"/>
              <a:gd name="connsiteX8515" fmla="*/ 374999 w 3114960"/>
              <a:gd name="connsiteY8515" fmla="*/ 2176177 h 5143785"/>
              <a:gd name="connsiteX8516" fmla="*/ 367760 w 3114960"/>
              <a:gd name="connsiteY8516" fmla="*/ 2183225 h 5143785"/>
              <a:gd name="connsiteX8517" fmla="*/ 364427 w 3114960"/>
              <a:gd name="connsiteY8517" fmla="*/ 2179796 h 5143785"/>
              <a:gd name="connsiteX8518" fmla="*/ 1706023 w 3114960"/>
              <a:gd name="connsiteY8518" fmla="*/ 2518124 h 5143785"/>
              <a:gd name="connsiteX8519" fmla="*/ 1719263 w 3114960"/>
              <a:gd name="connsiteY8519" fmla="*/ 2518124 h 5143785"/>
              <a:gd name="connsiteX8520" fmla="*/ 1725549 w 3114960"/>
              <a:gd name="connsiteY8520" fmla="*/ 2511838 h 5143785"/>
              <a:gd name="connsiteX8521" fmla="*/ 1725549 w 3114960"/>
              <a:gd name="connsiteY8521" fmla="*/ 2498598 h 5143785"/>
              <a:gd name="connsiteX8522" fmla="*/ 1719263 w 3114960"/>
              <a:gd name="connsiteY8522" fmla="*/ 2492312 h 5143785"/>
              <a:gd name="connsiteX8523" fmla="*/ 1706023 w 3114960"/>
              <a:gd name="connsiteY8523" fmla="*/ 2492312 h 5143785"/>
              <a:gd name="connsiteX8524" fmla="*/ 1699736 w 3114960"/>
              <a:gd name="connsiteY8524" fmla="*/ 2498598 h 5143785"/>
              <a:gd name="connsiteX8525" fmla="*/ 1699736 w 3114960"/>
              <a:gd name="connsiteY8525" fmla="*/ 2499646 h 5143785"/>
              <a:gd name="connsiteX8526" fmla="*/ 1625441 w 3114960"/>
              <a:gd name="connsiteY8526" fmla="*/ 2499455 h 5143785"/>
              <a:gd name="connsiteX8527" fmla="*/ 1608106 w 3114960"/>
              <a:gd name="connsiteY8527" fmla="*/ 2519553 h 5143785"/>
              <a:gd name="connsiteX8528" fmla="*/ 1524667 w 3114960"/>
              <a:gd name="connsiteY8528" fmla="*/ 2519934 h 5143785"/>
              <a:gd name="connsiteX8529" fmla="*/ 1523810 w 3114960"/>
              <a:gd name="connsiteY8529" fmla="*/ 2516696 h 5143785"/>
              <a:gd name="connsiteX8530" fmla="*/ 1504760 w 3114960"/>
              <a:gd name="connsiteY8530" fmla="*/ 2508885 h 5143785"/>
              <a:gd name="connsiteX8531" fmla="*/ 1496949 w 3114960"/>
              <a:gd name="connsiteY8531" fmla="*/ 2527935 h 5143785"/>
              <a:gd name="connsiteX8532" fmla="*/ 1510379 w 3114960"/>
              <a:gd name="connsiteY8532" fmla="*/ 2536888 h 5143785"/>
              <a:gd name="connsiteX8533" fmla="*/ 1515999 w 3114960"/>
              <a:gd name="connsiteY8533" fmla="*/ 2535746 h 5143785"/>
              <a:gd name="connsiteX8534" fmla="*/ 1519333 w 3114960"/>
              <a:gd name="connsiteY8534" fmla="*/ 2533745 h 5143785"/>
              <a:gd name="connsiteX8535" fmla="*/ 1542002 w 3114960"/>
              <a:gd name="connsiteY8535" fmla="*/ 2556510 h 5143785"/>
              <a:gd name="connsiteX8536" fmla="*/ 1542002 w 3114960"/>
              <a:gd name="connsiteY8536" fmla="*/ 2724245 h 5143785"/>
              <a:gd name="connsiteX8537" fmla="*/ 1495235 w 3114960"/>
              <a:gd name="connsiteY8537" fmla="*/ 2785872 h 5143785"/>
              <a:gd name="connsiteX8538" fmla="*/ 1494758 w 3114960"/>
              <a:gd name="connsiteY8538" fmla="*/ 2804827 h 5143785"/>
              <a:gd name="connsiteX8539" fmla="*/ 1487329 w 3114960"/>
              <a:gd name="connsiteY8539" fmla="*/ 2814161 h 5143785"/>
              <a:gd name="connsiteX8540" fmla="*/ 1497140 w 3114960"/>
              <a:gd name="connsiteY8540" fmla="*/ 2823972 h 5143785"/>
              <a:gd name="connsiteX8541" fmla="*/ 1506855 w 3114960"/>
              <a:gd name="connsiteY8541" fmla="*/ 2814161 h 5143785"/>
              <a:gd name="connsiteX8542" fmla="*/ 1499521 w 3114960"/>
              <a:gd name="connsiteY8542" fmla="*/ 2804922 h 5143785"/>
              <a:gd name="connsiteX8543" fmla="*/ 1499902 w 3114960"/>
              <a:gd name="connsiteY8543" fmla="*/ 2787682 h 5143785"/>
              <a:gd name="connsiteX8544" fmla="*/ 1546670 w 3114960"/>
              <a:gd name="connsiteY8544" fmla="*/ 2725960 h 5143785"/>
              <a:gd name="connsiteX8545" fmla="*/ 1546670 w 3114960"/>
              <a:gd name="connsiteY8545" fmla="*/ 2554700 h 5143785"/>
              <a:gd name="connsiteX8546" fmla="*/ 1522476 w 3114960"/>
              <a:gd name="connsiteY8546" fmla="*/ 2530412 h 5143785"/>
              <a:gd name="connsiteX8547" fmla="*/ 1524572 w 3114960"/>
              <a:gd name="connsiteY8547" fmla="*/ 2524887 h 5143785"/>
              <a:gd name="connsiteX8548" fmla="*/ 1610201 w 3114960"/>
              <a:gd name="connsiteY8548" fmla="*/ 2524506 h 5143785"/>
              <a:gd name="connsiteX8549" fmla="*/ 1627442 w 3114960"/>
              <a:gd name="connsiteY8549" fmla="*/ 2504409 h 5143785"/>
              <a:gd name="connsiteX8550" fmla="*/ 1699546 w 3114960"/>
              <a:gd name="connsiteY8550" fmla="*/ 2504599 h 5143785"/>
              <a:gd name="connsiteX8551" fmla="*/ 1699546 w 3114960"/>
              <a:gd name="connsiteY8551" fmla="*/ 2512124 h 5143785"/>
              <a:gd name="connsiteX8552" fmla="*/ 1705832 w 3114960"/>
              <a:gd name="connsiteY8552" fmla="*/ 2518410 h 5143785"/>
              <a:gd name="connsiteX8553" fmla="*/ 1514285 w 3114960"/>
              <a:gd name="connsiteY8553" fmla="*/ 2531269 h 5143785"/>
              <a:gd name="connsiteX8554" fmla="*/ 1501426 w 3114960"/>
              <a:gd name="connsiteY8554" fmla="*/ 2526030 h 5143785"/>
              <a:gd name="connsiteX8555" fmla="*/ 1506665 w 3114960"/>
              <a:gd name="connsiteY8555" fmla="*/ 2513171 h 5143785"/>
              <a:gd name="connsiteX8556" fmla="*/ 1510475 w 3114960"/>
              <a:gd name="connsiteY8556" fmla="*/ 2512409 h 5143785"/>
              <a:gd name="connsiteX8557" fmla="*/ 1519523 w 3114960"/>
              <a:gd name="connsiteY8557" fmla="*/ 2518410 h 5143785"/>
              <a:gd name="connsiteX8558" fmla="*/ 1514285 w 3114960"/>
              <a:gd name="connsiteY8558" fmla="*/ 2531269 h 5143785"/>
              <a:gd name="connsiteX8559" fmla="*/ 1502188 w 3114960"/>
              <a:gd name="connsiteY8559" fmla="*/ 2813876 h 5143785"/>
              <a:gd name="connsiteX8560" fmla="*/ 1497235 w 3114960"/>
              <a:gd name="connsiteY8560" fmla="*/ 2818924 h 5143785"/>
              <a:gd name="connsiteX8561" fmla="*/ 1492187 w 3114960"/>
              <a:gd name="connsiteY8561" fmla="*/ 2813876 h 5143785"/>
              <a:gd name="connsiteX8562" fmla="*/ 1497235 w 3114960"/>
              <a:gd name="connsiteY8562" fmla="*/ 2808827 h 5143785"/>
              <a:gd name="connsiteX8563" fmla="*/ 1502188 w 3114960"/>
              <a:gd name="connsiteY8563" fmla="*/ 2813876 h 5143785"/>
              <a:gd name="connsiteX8564" fmla="*/ 1202817 w 3114960"/>
              <a:gd name="connsiteY8564" fmla="*/ 1156049 h 5143785"/>
              <a:gd name="connsiteX8565" fmla="*/ 1239584 w 3114960"/>
              <a:gd name="connsiteY8565" fmla="*/ 1156049 h 5143785"/>
              <a:gd name="connsiteX8566" fmla="*/ 1241965 w 3114960"/>
              <a:gd name="connsiteY8566" fmla="*/ 1153668 h 5143785"/>
              <a:gd name="connsiteX8567" fmla="*/ 1241965 w 3114960"/>
              <a:gd name="connsiteY8567" fmla="*/ 1040225 h 5143785"/>
              <a:gd name="connsiteX8568" fmla="*/ 1241393 w 3114960"/>
              <a:gd name="connsiteY8568" fmla="*/ 1038606 h 5143785"/>
              <a:gd name="connsiteX8569" fmla="*/ 1232630 w 3114960"/>
              <a:gd name="connsiteY8569" fmla="*/ 1028795 h 5143785"/>
              <a:gd name="connsiteX8570" fmla="*/ 1238345 w 3114960"/>
              <a:gd name="connsiteY8570" fmla="*/ 1024128 h 5143785"/>
              <a:gd name="connsiteX8571" fmla="*/ 1239774 w 3114960"/>
              <a:gd name="connsiteY8571" fmla="*/ 1021461 h 5143785"/>
              <a:gd name="connsiteX8572" fmla="*/ 1238822 w 3114960"/>
              <a:gd name="connsiteY8572" fmla="*/ 1018604 h 5143785"/>
              <a:gd name="connsiteX8573" fmla="*/ 1232821 w 3114960"/>
              <a:gd name="connsiteY8573" fmla="*/ 1011746 h 5143785"/>
              <a:gd name="connsiteX8574" fmla="*/ 1227392 w 3114960"/>
              <a:gd name="connsiteY8574" fmla="*/ 1011269 h 5143785"/>
              <a:gd name="connsiteX8575" fmla="*/ 1221486 w 3114960"/>
              <a:gd name="connsiteY8575" fmla="*/ 1016032 h 5143785"/>
              <a:gd name="connsiteX8576" fmla="*/ 1207484 w 3114960"/>
              <a:gd name="connsiteY8576" fmla="*/ 999935 h 5143785"/>
              <a:gd name="connsiteX8577" fmla="*/ 1213295 w 3114960"/>
              <a:gd name="connsiteY8577" fmla="*/ 995267 h 5143785"/>
              <a:gd name="connsiteX8578" fmla="*/ 1214723 w 3114960"/>
              <a:gd name="connsiteY8578" fmla="*/ 992600 h 5143785"/>
              <a:gd name="connsiteX8579" fmla="*/ 1213771 w 3114960"/>
              <a:gd name="connsiteY8579" fmla="*/ 989743 h 5143785"/>
              <a:gd name="connsiteX8580" fmla="*/ 1207770 w 3114960"/>
              <a:gd name="connsiteY8580" fmla="*/ 982885 h 5143785"/>
              <a:gd name="connsiteX8581" fmla="*/ 1202341 w 3114960"/>
              <a:gd name="connsiteY8581" fmla="*/ 982409 h 5143785"/>
              <a:gd name="connsiteX8582" fmla="*/ 1196150 w 3114960"/>
              <a:gd name="connsiteY8582" fmla="*/ 987457 h 5143785"/>
              <a:gd name="connsiteX8583" fmla="*/ 1182148 w 3114960"/>
              <a:gd name="connsiteY8583" fmla="*/ 971360 h 5143785"/>
              <a:gd name="connsiteX8584" fmla="*/ 1188244 w 3114960"/>
              <a:gd name="connsiteY8584" fmla="*/ 966407 h 5143785"/>
              <a:gd name="connsiteX8585" fmla="*/ 1189673 w 3114960"/>
              <a:gd name="connsiteY8585" fmla="*/ 963740 h 5143785"/>
              <a:gd name="connsiteX8586" fmla="*/ 1188720 w 3114960"/>
              <a:gd name="connsiteY8586" fmla="*/ 960882 h 5143785"/>
              <a:gd name="connsiteX8587" fmla="*/ 1182719 w 3114960"/>
              <a:gd name="connsiteY8587" fmla="*/ 954024 h 5143785"/>
              <a:gd name="connsiteX8588" fmla="*/ 1177290 w 3114960"/>
              <a:gd name="connsiteY8588" fmla="*/ 953548 h 5143785"/>
              <a:gd name="connsiteX8589" fmla="*/ 1171099 w 3114960"/>
              <a:gd name="connsiteY8589" fmla="*/ 958596 h 5143785"/>
              <a:gd name="connsiteX8590" fmla="*/ 1157097 w 3114960"/>
              <a:gd name="connsiteY8590" fmla="*/ 942499 h 5143785"/>
              <a:gd name="connsiteX8591" fmla="*/ 1163193 w 3114960"/>
              <a:gd name="connsiteY8591" fmla="*/ 937546 h 5143785"/>
              <a:gd name="connsiteX8592" fmla="*/ 1164622 w 3114960"/>
              <a:gd name="connsiteY8592" fmla="*/ 934879 h 5143785"/>
              <a:gd name="connsiteX8593" fmla="*/ 1163669 w 3114960"/>
              <a:gd name="connsiteY8593" fmla="*/ 932021 h 5143785"/>
              <a:gd name="connsiteX8594" fmla="*/ 1157669 w 3114960"/>
              <a:gd name="connsiteY8594" fmla="*/ 925163 h 5143785"/>
              <a:gd name="connsiteX8595" fmla="*/ 1152239 w 3114960"/>
              <a:gd name="connsiteY8595" fmla="*/ 924687 h 5143785"/>
              <a:gd name="connsiteX8596" fmla="*/ 1146715 w 3114960"/>
              <a:gd name="connsiteY8596" fmla="*/ 929164 h 5143785"/>
              <a:gd name="connsiteX8597" fmla="*/ 1137380 w 3114960"/>
              <a:gd name="connsiteY8597" fmla="*/ 918115 h 5143785"/>
              <a:gd name="connsiteX8598" fmla="*/ 1137380 w 3114960"/>
              <a:gd name="connsiteY8598" fmla="*/ 836962 h 5143785"/>
              <a:gd name="connsiteX8599" fmla="*/ 1136428 w 3114960"/>
              <a:gd name="connsiteY8599" fmla="*/ 835057 h 5143785"/>
              <a:gd name="connsiteX8600" fmla="*/ 1124045 w 3114960"/>
              <a:gd name="connsiteY8600" fmla="*/ 825151 h 5143785"/>
              <a:gd name="connsiteX8601" fmla="*/ 1124998 w 3114960"/>
              <a:gd name="connsiteY8601" fmla="*/ 821531 h 5143785"/>
              <a:gd name="connsiteX8602" fmla="*/ 1116616 w 3114960"/>
              <a:gd name="connsiteY8602" fmla="*/ 813149 h 5143785"/>
              <a:gd name="connsiteX8603" fmla="*/ 1108234 w 3114960"/>
              <a:gd name="connsiteY8603" fmla="*/ 821531 h 5143785"/>
              <a:gd name="connsiteX8604" fmla="*/ 1116616 w 3114960"/>
              <a:gd name="connsiteY8604" fmla="*/ 829913 h 5143785"/>
              <a:gd name="connsiteX8605" fmla="*/ 1120807 w 3114960"/>
              <a:gd name="connsiteY8605" fmla="*/ 828675 h 5143785"/>
              <a:gd name="connsiteX8606" fmla="*/ 1132618 w 3114960"/>
              <a:gd name="connsiteY8606" fmla="*/ 838105 h 5143785"/>
              <a:gd name="connsiteX8607" fmla="*/ 1132618 w 3114960"/>
              <a:gd name="connsiteY8607" fmla="*/ 918972 h 5143785"/>
              <a:gd name="connsiteX8608" fmla="*/ 1133285 w 3114960"/>
              <a:gd name="connsiteY8608" fmla="*/ 920496 h 5143785"/>
              <a:gd name="connsiteX8609" fmla="*/ 1143095 w 3114960"/>
              <a:gd name="connsiteY8609" fmla="*/ 932117 h 5143785"/>
              <a:gd name="connsiteX8610" fmla="*/ 1136333 w 3114960"/>
              <a:gd name="connsiteY8610" fmla="*/ 937641 h 5143785"/>
              <a:gd name="connsiteX8611" fmla="*/ 1134904 w 3114960"/>
              <a:gd name="connsiteY8611" fmla="*/ 940308 h 5143785"/>
              <a:gd name="connsiteX8612" fmla="*/ 1135856 w 3114960"/>
              <a:gd name="connsiteY8612" fmla="*/ 943166 h 5143785"/>
              <a:gd name="connsiteX8613" fmla="*/ 1141857 w 3114960"/>
              <a:gd name="connsiteY8613" fmla="*/ 950024 h 5143785"/>
              <a:gd name="connsiteX8614" fmla="*/ 1141857 w 3114960"/>
              <a:gd name="connsiteY8614" fmla="*/ 950024 h 5143785"/>
              <a:gd name="connsiteX8615" fmla="*/ 1144810 w 3114960"/>
              <a:gd name="connsiteY8615" fmla="*/ 951357 h 5143785"/>
              <a:gd name="connsiteX8616" fmla="*/ 1147286 w 3114960"/>
              <a:gd name="connsiteY8616" fmla="*/ 950500 h 5143785"/>
              <a:gd name="connsiteX8617" fmla="*/ 1153478 w 3114960"/>
              <a:gd name="connsiteY8617" fmla="*/ 945452 h 5143785"/>
              <a:gd name="connsiteX8618" fmla="*/ 1167479 w 3114960"/>
              <a:gd name="connsiteY8618" fmla="*/ 961549 h 5143785"/>
              <a:gd name="connsiteX8619" fmla="*/ 1161383 w 3114960"/>
              <a:gd name="connsiteY8619" fmla="*/ 966502 h 5143785"/>
              <a:gd name="connsiteX8620" fmla="*/ 1159955 w 3114960"/>
              <a:gd name="connsiteY8620" fmla="*/ 969169 h 5143785"/>
              <a:gd name="connsiteX8621" fmla="*/ 1160907 w 3114960"/>
              <a:gd name="connsiteY8621" fmla="*/ 971931 h 5143785"/>
              <a:gd name="connsiteX8622" fmla="*/ 1166908 w 3114960"/>
              <a:gd name="connsiteY8622" fmla="*/ 978789 h 5143785"/>
              <a:gd name="connsiteX8623" fmla="*/ 1169861 w 3114960"/>
              <a:gd name="connsiteY8623" fmla="*/ 980123 h 5143785"/>
              <a:gd name="connsiteX8624" fmla="*/ 1172337 w 3114960"/>
              <a:gd name="connsiteY8624" fmla="*/ 979265 h 5143785"/>
              <a:gd name="connsiteX8625" fmla="*/ 1178528 w 3114960"/>
              <a:gd name="connsiteY8625" fmla="*/ 974217 h 5143785"/>
              <a:gd name="connsiteX8626" fmla="*/ 1192530 w 3114960"/>
              <a:gd name="connsiteY8626" fmla="*/ 990314 h 5143785"/>
              <a:gd name="connsiteX8627" fmla="*/ 1186434 w 3114960"/>
              <a:gd name="connsiteY8627" fmla="*/ 995267 h 5143785"/>
              <a:gd name="connsiteX8628" fmla="*/ 1185005 w 3114960"/>
              <a:gd name="connsiteY8628" fmla="*/ 997934 h 5143785"/>
              <a:gd name="connsiteX8629" fmla="*/ 1185958 w 3114960"/>
              <a:gd name="connsiteY8629" fmla="*/ 1000792 h 5143785"/>
              <a:gd name="connsiteX8630" fmla="*/ 1191959 w 3114960"/>
              <a:gd name="connsiteY8630" fmla="*/ 1007650 h 5143785"/>
              <a:gd name="connsiteX8631" fmla="*/ 1194911 w 3114960"/>
              <a:gd name="connsiteY8631" fmla="*/ 1008983 h 5143785"/>
              <a:gd name="connsiteX8632" fmla="*/ 1197388 w 3114960"/>
              <a:gd name="connsiteY8632" fmla="*/ 1008126 h 5143785"/>
              <a:gd name="connsiteX8633" fmla="*/ 1203865 w 3114960"/>
              <a:gd name="connsiteY8633" fmla="*/ 1002887 h 5143785"/>
              <a:gd name="connsiteX8634" fmla="*/ 1217867 w 3114960"/>
              <a:gd name="connsiteY8634" fmla="*/ 1018985 h 5143785"/>
              <a:gd name="connsiteX8635" fmla="*/ 1211485 w 3114960"/>
              <a:gd name="connsiteY8635" fmla="*/ 1024128 h 5143785"/>
              <a:gd name="connsiteX8636" fmla="*/ 1210056 w 3114960"/>
              <a:gd name="connsiteY8636" fmla="*/ 1026795 h 5143785"/>
              <a:gd name="connsiteX8637" fmla="*/ 1211009 w 3114960"/>
              <a:gd name="connsiteY8637" fmla="*/ 1029652 h 5143785"/>
              <a:gd name="connsiteX8638" fmla="*/ 1217009 w 3114960"/>
              <a:gd name="connsiteY8638" fmla="*/ 1036511 h 5143785"/>
              <a:gd name="connsiteX8639" fmla="*/ 1217009 w 3114960"/>
              <a:gd name="connsiteY8639" fmla="*/ 1036511 h 5143785"/>
              <a:gd name="connsiteX8640" fmla="*/ 1219962 w 3114960"/>
              <a:gd name="connsiteY8640" fmla="*/ 1037844 h 5143785"/>
              <a:gd name="connsiteX8641" fmla="*/ 1222439 w 3114960"/>
              <a:gd name="connsiteY8641" fmla="*/ 1036987 h 5143785"/>
              <a:gd name="connsiteX8642" fmla="*/ 1229011 w 3114960"/>
              <a:gd name="connsiteY8642" fmla="*/ 1031653 h 5143785"/>
              <a:gd name="connsiteX8643" fmla="*/ 1237298 w 3114960"/>
              <a:gd name="connsiteY8643" fmla="*/ 1040987 h 5143785"/>
              <a:gd name="connsiteX8644" fmla="*/ 1237298 w 3114960"/>
              <a:gd name="connsiteY8644" fmla="*/ 1151096 h 5143785"/>
              <a:gd name="connsiteX8645" fmla="*/ 1202055 w 3114960"/>
              <a:gd name="connsiteY8645" fmla="*/ 1151096 h 5143785"/>
              <a:gd name="connsiteX8646" fmla="*/ 1200531 w 3114960"/>
              <a:gd name="connsiteY8646" fmla="*/ 1151668 h 5143785"/>
              <a:gd name="connsiteX8647" fmla="*/ 1113949 w 3114960"/>
              <a:gd name="connsiteY8647" fmla="*/ 1227296 h 5143785"/>
              <a:gd name="connsiteX8648" fmla="*/ 1113092 w 3114960"/>
              <a:gd name="connsiteY8648" fmla="*/ 1229106 h 5143785"/>
              <a:gd name="connsiteX8649" fmla="*/ 1113092 w 3114960"/>
              <a:gd name="connsiteY8649" fmla="*/ 1262348 h 5143785"/>
              <a:gd name="connsiteX8650" fmla="*/ 1112330 w 3114960"/>
              <a:gd name="connsiteY8650" fmla="*/ 1262348 h 5143785"/>
              <a:gd name="connsiteX8651" fmla="*/ 1096328 w 3114960"/>
              <a:gd name="connsiteY8651" fmla="*/ 1272064 h 5143785"/>
              <a:gd name="connsiteX8652" fmla="*/ 1101566 w 3114960"/>
              <a:gd name="connsiteY8652" fmla="*/ 1306163 h 5143785"/>
              <a:gd name="connsiteX8653" fmla="*/ 1113758 w 3114960"/>
              <a:gd name="connsiteY8653" fmla="*/ 1310735 h 5143785"/>
              <a:gd name="connsiteX8654" fmla="*/ 1113758 w 3114960"/>
              <a:gd name="connsiteY8654" fmla="*/ 1342644 h 5143785"/>
              <a:gd name="connsiteX8655" fmla="*/ 1101852 w 3114960"/>
              <a:gd name="connsiteY8655" fmla="*/ 1358075 h 5143785"/>
              <a:gd name="connsiteX8656" fmla="*/ 1009079 w 3114960"/>
              <a:gd name="connsiteY8656" fmla="*/ 1358075 h 5143785"/>
              <a:gd name="connsiteX8657" fmla="*/ 985552 w 3114960"/>
              <a:gd name="connsiteY8657" fmla="*/ 1381982 h 5143785"/>
              <a:gd name="connsiteX8658" fmla="*/ 869537 w 3114960"/>
              <a:gd name="connsiteY8658" fmla="*/ 1381982 h 5143785"/>
              <a:gd name="connsiteX8659" fmla="*/ 858488 w 3114960"/>
              <a:gd name="connsiteY8659" fmla="*/ 1390936 h 5143785"/>
              <a:gd name="connsiteX8660" fmla="*/ 854297 w 3114960"/>
              <a:gd name="connsiteY8660" fmla="*/ 1386745 h 5143785"/>
              <a:gd name="connsiteX8661" fmla="*/ 847154 w 3114960"/>
              <a:gd name="connsiteY8661" fmla="*/ 1386745 h 5143785"/>
              <a:gd name="connsiteX8662" fmla="*/ 835724 w 3114960"/>
              <a:gd name="connsiteY8662" fmla="*/ 1398175 h 5143785"/>
              <a:gd name="connsiteX8663" fmla="*/ 834200 w 3114960"/>
              <a:gd name="connsiteY8663" fmla="*/ 1401794 h 5143785"/>
              <a:gd name="connsiteX8664" fmla="*/ 835724 w 3114960"/>
              <a:gd name="connsiteY8664" fmla="*/ 1405414 h 5143785"/>
              <a:gd name="connsiteX8665" fmla="*/ 847154 w 3114960"/>
              <a:gd name="connsiteY8665" fmla="*/ 1416844 h 5143785"/>
              <a:gd name="connsiteX8666" fmla="*/ 850773 w 3114960"/>
              <a:gd name="connsiteY8666" fmla="*/ 1418368 h 5143785"/>
              <a:gd name="connsiteX8667" fmla="*/ 854393 w 3114960"/>
              <a:gd name="connsiteY8667" fmla="*/ 1416844 h 5143785"/>
              <a:gd name="connsiteX8668" fmla="*/ 865823 w 3114960"/>
              <a:gd name="connsiteY8668" fmla="*/ 1405414 h 5143785"/>
              <a:gd name="connsiteX8669" fmla="*/ 867347 w 3114960"/>
              <a:gd name="connsiteY8669" fmla="*/ 1401794 h 5143785"/>
              <a:gd name="connsiteX8670" fmla="*/ 865823 w 3114960"/>
              <a:gd name="connsiteY8670" fmla="*/ 1398175 h 5143785"/>
              <a:gd name="connsiteX8671" fmla="*/ 862013 w 3114960"/>
              <a:gd name="connsiteY8671" fmla="*/ 1394365 h 5143785"/>
              <a:gd name="connsiteX8672" fmla="*/ 871347 w 3114960"/>
              <a:gd name="connsiteY8672" fmla="*/ 1386840 h 5143785"/>
              <a:gd name="connsiteX8673" fmla="*/ 987647 w 3114960"/>
              <a:gd name="connsiteY8673" fmla="*/ 1386840 h 5143785"/>
              <a:gd name="connsiteX8674" fmla="*/ 1011174 w 3114960"/>
              <a:gd name="connsiteY8674" fmla="*/ 1362932 h 5143785"/>
              <a:gd name="connsiteX8675" fmla="*/ 1104329 w 3114960"/>
              <a:gd name="connsiteY8675" fmla="*/ 1362932 h 5143785"/>
              <a:gd name="connsiteX8676" fmla="*/ 1117854 w 3114960"/>
              <a:gd name="connsiteY8676" fmla="*/ 1345311 h 5143785"/>
              <a:gd name="connsiteX8677" fmla="*/ 1118330 w 3114960"/>
              <a:gd name="connsiteY8677" fmla="*/ 1345311 h 5143785"/>
              <a:gd name="connsiteX8678" fmla="*/ 1118330 w 3114960"/>
              <a:gd name="connsiteY8678" fmla="*/ 1310640 h 5143785"/>
              <a:gd name="connsiteX8679" fmla="*/ 1135856 w 3114960"/>
              <a:gd name="connsiteY8679" fmla="*/ 1300925 h 5143785"/>
              <a:gd name="connsiteX8680" fmla="*/ 1140333 w 3114960"/>
              <a:gd name="connsiteY8680" fmla="*/ 1282732 h 5143785"/>
              <a:gd name="connsiteX8681" fmla="*/ 1130618 w 3114960"/>
              <a:gd name="connsiteY8681" fmla="*/ 1266730 h 5143785"/>
              <a:gd name="connsiteX8682" fmla="*/ 1117949 w 3114960"/>
              <a:gd name="connsiteY8682" fmla="*/ 1262158 h 5143785"/>
              <a:gd name="connsiteX8683" fmla="*/ 1117949 w 3114960"/>
              <a:gd name="connsiteY8683" fmla="*/ 1230154 h 5143785"/>
              <a:gd name="connsiteX8684" fmla="*/ 1203103 w 3114960"/>
              <a:gd name="connsiteY8684" fmla="*/ 1155764 h 5143785"/>
              <a:gd name="connsiteX8685" fmla="*/ 1144810 w 3114960"/>
              <a:gd name="connsiteY8685" fmla="*/ 946499 h 5143785"/>
              <a:gd name="connsiteX8686" fmla="*/ 1140047 w 3114960"/>
              <a:gd name="connsiteY8686" fmla="*/ 940975 h 5143785"/>
              <a:gd name="connsiteX8687" fmla="*/ 1144524 w 3114960"/>
              <a:gd name="connsiteY8687" fmla="*/ 937355 h 5143785"/>
              <a:gd name="connsiteX8688" fmla="*/ 1146810 w 3114960"/>
              <a:gd name="connsiteY8688" fmla="*/ 937355 h 5143785"/>
              <a:gd name="connsiteX8689" fmla="*/ 1146048 w 3114960"/>
              <a:gd name="connsiteY8689" fmla="*/ 939737 h 5143785"/>
              <a:gd name="connsiteX8690" fmla="*/ 1146429 w 3114960"/>
              <a:gd name="connsiteY8690" fmla="*/ 941832 h 5143785"/>
              <a:gd name="connsiteX8691" fmla="*/ 1148334 w 3114960"/>
              <a:gd name="connsiteY8691" fmla="*/ 942785 h 5143785"/>
              <a:gd name="connsiteX8692" fmla="*/ 1149382 w 3114960"/>
              <a:gd name="connsiteY8692" fmla="*/ 942785 h 5143785"/>
              <a:gd name="connsiteX8693" fmla="*/ 1144905 w 3114960"/>
              <a:gd name="connsiteY8693" fmla="*/ 946404 h 5143785"/>
              <a:gd name="connsiteX8694" fmla="*/ 1151477 w 3114960"/>
              <a:gd name="connsiteY8694" fmla="*/ 937927 h 5143785"/>
              <a:gd name="connsiteX8695" fmla="*/ 1152239 w 3114960"/>
              <a:gd name="connsiteY8695" fmla="*/ 935450 h 5143785"/>
              <a:gd name="connsiteX8696" fmla="*/ 1151858 w 3114960"/>
              <a:gd name="connsiteY8696" fmla="*/ 933355 h 5143785"/>
              <a:gd name="connsiteX8697" fmla="*/ 1150430 w 3114960"/>
              <a:gd name="connsiteY8697" fmla="*/ 932593 h 5143785"/>
              <a:gd name="connsiteX8698" fmla="*/ 1154621 w 3114960"/>
              <a:gd name="connsiteY8698" fmla="*/ 929164 h 5143785"/>
              <a:gd name="connsiteX8699" fmla="*/ 1159383 w 3114960"/>
              <a:gd name="connsiteY8699" fmla="*/ 934688 h 5143785"/>
              <a:gd name="connsiteX8700" fmla="*/ 1155478 w 3114960"/>
              <a:gd name="connsiteY8700" fmla="*/ 937832 h 5143785"/>
              <a:gd name="connsiteX8701" fmla="*/ 1151573 w 3114960"/>
              <a:gd name="connsiteY8701" fmla="*/ 938022 h 5143785"/>
              <a:gd name="connsiteX8702" fmla="*/ 1169861 w 3114960"/>
              <a:gd name="connsiteY8702" fmla="*/ 975265 h 5143785"/>
              <a:gd name="connsiteX8703" fmla="*/ 1165098 w 3114960"/>
              <a:gd name="connsiteY8703" fmla="*/ 969740 h 5143785"/>
              <a:gd name="connsiteX8704" fmla="*/ 1169861 w 3114960"/>
              <a:gd name="connsiteY8704" fmla="*/ 965835 h 5143785"/>
              <a:gd name="connsiteX8705" fmla="*/ 1172147 w 3114960"/>
              <a:gd name="connsiteY8705" fmla="*/ 965835 h 5143785"/>
              <a:gd name="connsiteX8706" fmla="*/ 1171385 w 3114960"/>
              <a:gd name="connsiteY8706" fmla="*/ 968216 h 5143785"/>
              <a:gd name="connsiteX8707" fmla="*/ 1171766 w 3114960"/>
              <a:gd name="connsiteY8707" fmla="*/ 970312 h 5143785"/>
              <a:gd name="connsiteX8708" fmla="*/ 1173671 w 3114960"/>
              <a:gd name="connsiteY8708" fmla="*/ 971264 h 5143785"/>
              <a:gd name="connsiteX8709" fmla="*/ 1174718 w 3114960"/>
              <a:gd name="connsiteY8709" fmla="*/ 971264 h 5143785"/>
              <a:gd name="connsiteX8710" fmla="*/ 1169861 w 3114960"/>
              <a:gd name="connsiteY8710" fmla="*/ 975170 h 5143785"/>
              <a:gd name="connsiteX8711" fmla="*/ 1176814 w 3114960"/>
              <a:gd name="connsiteY8711" fmla="*/ 966502 h 5143785"/>
              <a:gd name="connsiteX8712" fmla="*/ 1177576 w 3114960"/>
              <a:gd name="connsiteY8712" fmla="*/ 964025 h 5143785"/>
              <a:gd name="connsiteX8713" fmla="*/ 1177195 w 3114960"/>
              <a:gd name="connsiteY8713" fmla="*/ 961930 h 5143785"/>
              <a:gd name="connsiteX8714" fmla="*/ 1175671 w 3114960"/>
              <a:gd name="connsiteY8714" fmla="*/ 961168 h 5143785"/>
              <a:gd name="connsiteX8715" fmla="*/ 1179671 w 3114960"/>
              <a:gd name="connsiteY8715" fmla="*/ 957929 h 5143785"/>
              <a:gd name="connsiteX8716" fmla="*/ 1184434 w 3114960"/>
              <a:gd name="connsiteY8716" fmla="*/ 963454 h 5143785"/>
              <a:gd name="connsiteX8717" fmla="*/ 1180814 w 3114960"/>
              <a:gd name="connsiteY8717" fmla="*/ 966407 h 5143785"/>
              <a:gd name="connsiteX8718" fmla="*/ 1176909 w 3114960"/>
              <a:gd name="connsiteY8718" fmla="*/ 966597 h 5143785"/>
              <a:gd name="connsiteX8719" fmla="*/ 1194816 w 3114960"/>
              <a:gd name="connsiteY8719" fmla="*/ 1004126 h 5143785"/>
              <a:gd name="connsiteX8720" fmla="*/ 1190054 w 3114960"/>
              <a:gd name="connsiteY8720" fmla="*/ 998601 h 5143785"/>
              <a:gd name="connsiteX8721" fmla="*/ 1194816 w 3114960"/>
              <a:gd name="connsiteY8721" fmla="*/ 994696 h 5143785"/>
              <a:gd name="connsiteX8722" fmla="*/ 1197102 w 3114960"/>
              <a:gd name="connsiteY8722" fmla="*/ 994696 h 5143785"/>
              <a:gd name="connsiteX8723" fmla="*/ 1196340 w 3114960"/>
              <a:gd name="connsiteY8723" fmla="*/ 997077 h 5143785"/>
              <a:gd name="connsiteX8724" fmla="*/ 1196721 w 3114960"/>
              <a:gd name="connsiteY8724" fmla="*/ 999173 h 5143785"/>
              <a:gd name="connsiteX8725" fmla="*/ 1198626 w 3114960"/>
              <a:gd name="connsiteY8725" fmla="*/ 1000125 h 5143785"/>
              <a:gd name="connsiteX8726" fmla="*/ 1199579 w 3114960"/>
              <a:gd name="connsiteY8726" fmla="*/ 1000125 h 5143785"/>
              <a:gd name="connsiteX8727" fmla="*/ 1194721 w 3114960"/>
              <a:gd name="connsiteY8727" fmla="*/ 1004030 h 5143785"/>
              <a:gd name="connsiteX8728" fmla="*/ 1201865 w 3114960"/>
              <a:gd name="connsiteY8728" fmla="*/ 995363 h 5143785"/>
              <a:gd name="connsiteX8729" fmla="*/ 1202627 w 3114960"/>
              <a:gd name="connsiteY8729" fmla="*/ 992886 h 5143785"/>
              <a:gd name="connsiteX8730" fmla="*/ 1202246 w 3114960"/>
              <a:gd name="connsiteY8730" fmla="*/ 990791 h 5143785"/>
              <a:gd name="connsiteX8731" fmla="*/ 1200722 w 3114960"/>
              <a:gd name="connsiteY8731" fmla="*/ 990124 h 5143785"/>
              <a:gd name="connsiteX8732" fmla="*/ 1204627 w 3114960"/>
              <a:gd name="connsiteY8732" fmla="*/ 986885 h 5143785"/>
              <a:gd name="connsiteX8733" fmla="*/ 1209389 w 3114960"/>
              <a:gd name="connsiteY8733" fmla="*/ 992410 h 5143785"/>
              <a:gd name="connsiteX8734" fmla="*/ 1205770 w 3114960"/>
              <a:gd name="connsiteY8734" fmla="*/ 995363 h 5143785"/>
              <a:gd name="connsiteX8735" fmla="*/ 1201865 w 3114960"/>
              <a:gd name="connsiteY8735" fmla="*/ 995553 h 5143785"/>
              <a:gd name="connsiteX8736" fmla="*/ 1219867 w 3114960"/>
              <a:gd name="connsiteY8736" fmla="*/ 1032986 h 5143785"/>
              <a:gd name="connsiteX8737" fmla="*/ 1215104 w 3114960"/>
              <a:gd name="connsiteY8737" fmla="*/ 1027462 h 5143785"/>
              <a:gd name="connsiteX8738" fmla="*/ 1219867 w 3114960"/>
              <a:gd name="connsiteY8738" fmla="*/ 1023557 h 5143785"/>
              <a:gd name="connsiteX8739" fmla="*/ 1222153 w 3114960"/>
              <a:gd name="connsiteY8739" fmla="*/ 1023557 h 5143785"/>
              <a:gd name="connsiteX8740" fmla="*/ 1221391 w 3114960"/>
              <a:gd name="connsiteY8740" fmla="*/ 1025938 h 5143785"/>
              <a:gd name="connsiteX8741" fmla="*/ 1221772 w 3114960"/>
              <a:gd name="connsiteY8741" fmla="*/ 1028033 h 5143785"/>
              <a:gd name="connsiteX8742" fmla="*/ 1223677 w 3114960"/>
              <a:gd name="connsiteY8742" fmla="*/ 1028986 h 5143785"/>
              <a:gd name="connsiteX8743" fmla="*/ 1224629 w 3114960"/>
              <a:gd name="connsiteY8743" fmla="*/ 1028986 h 5143785"/>
              <a:gd name="connsiteX8744" fmla="*/ 1219772 w 3114960"/>
              <a:gd name="connsiteY8744" fmla="*/ 1032891 h 5143785"/>
              <a:gd name="connsiteX8745" fmla="*/ 1226915 w 3114960"/>
              <a:gd name="connsiteY8745" fmla="*/ 1024128 h 5143785"/>
              <a:gd name="connsiteX8746" fmla="*/ 1227677 w 3114960"/>
              <a:gd name="connsiteY8746" fmla="*/ 1021652 h 5143785"/>
              <a:gd name="connsiteX8747" fmla="*/ 1227296 w 3114960"/>
              <a:gd name="connsiteY8747" fmla="*/ 1019556 h 5143785"/>
              <a:gd name="connsiteX8748" fmla="*/ 1225772 w 3114960"/>
              <a:gd name="connsiteY8748" fmla="*/ 1018889 h 5143785"/>
              <a:gd name="connsiteX8749" fmla="*/ 1229678 w 3114960"/>
              <a:gd name="connsiteY8749" fmla="*/ 1015651 h 5143785"/>
              <a:gd name="connsiteX8750" fmla="*/ 1234440 w 3114960"/>
              <a:gd name="connsiteY8750" fmla="*/ 1021175 h 5143785"/>
              <a:gd name="connsiteX8751" fmla="*/ 1230821 w 3114960"/>
              <a:gd name="connsiteY8751" fmla="*/ 1024128 h 5143785"/>
              <a:gd name="connsiteX8752" fmla="*/ 1226915 w 3114960"/>
              <a:gd name="connsiteY8752" fmla="*/ 1024319 h 5143785"/>
              <a:gd name="connsiteX8753" fmla="*/ 862108 w 3114960"/>
              <a:gd name="connsiteY8753" fmla="*/ 1402271 h 5143785"/>
              <a:gd name="connsiteX8754" fmla="*/ 850202 w 3114960"/>
              <a:gd name="connsiteY8754" fmla="*/ 1413701 h 5143785"/>
              <a:gd name="connsiteX8755" fmla="*/ 838676 w 3114960"/>
              <a:gd name="connsiteY8755" fmla="*/ 1402080 h 5143785"/>
              <a:gd name="connsiteX8756" fmla="*/ 838676 w 3114960"/>
              <a:gd name="connsiteY8756" fmla="*/ 1401890 h 5143785"/>
              <a:gd name="connsiteX8757" fmla="*/ 850583 w 3114960"/>
              <a:gd name="connsiteY8757" fmla="*/ 1390460 h 5143785"/>
              <a:gd name="connsiteX8758" fmla="*/ 862013 w 3114960"/>
              <a:gd name="connsiteY8758" fmla="*/ 1402366 h 5143785"/>
              <a:gd name="connsiteX8759" fmla="*/ 1127665 w 3114960"/>
              <a:gd name="connsiteY8759" fmla="*/ 1270635 h 5143785"/>
              <a:gd name="connsiteX8760" fmla="*/ 1135571 w 3114960"/>
              <a:gd name="connsiteY8760" fmla="*/ 1283684 h 5143785"/>
              <a:gd name="connsiteX8761" fmla="*/ 1131951 w 3114960"/>
              <a:gd name="connsiteY8761" fmla="*/ 1298543 h 5143785"/>
              <a:gd name="connsiteX8762" fmla="*/ 1118902 w 3114960"/>
              <a:gd name="connsiteY8762" fmla="*/ 1306449 h 5143785"/>
              <a:gd name="connsiteX8763" fmla="*/ 1104043 w 3114960"/>
              <a:gd name="connsiteY8763" fmla="*/ 1302830 h 5143785"/>
              <a:gd name="connsiteX8764" fmla="*/ 1096137 w 3114960"/>
              <a:gd name="connsiteY8764" fmla="*/ 1289780 h 5143785"/>
              <a:gd name="connsiteX8765" fmla="*/ 1099757 w 3114960"/>
              <a:gd name="connsiteY8765" fmla="*/ 1274921 h 5143785"/>
              <a:gd name="connsiteX8766" fmla="*/ 1112806 w 3114960"/>
              <a:gd name="connsiteY8766" fmla="*/ 1267016 h 5143785"/>
              <a:gd name="connsiteX8767" fmla="*/ 1115854 w 3114960"/>
              <a:gd name="connsiteY8767" fmla="*/ 1266825 h 5143785"/>
              <a:gd name="connsiteX8768" fmla="*/ 1127570 w 3114960"/>
              <a:gd name="connsiteY8768" fmla="*/ 1270730 h 5143785"/>
              <a:gd name="connsiteX8769" fmla="*/ 1115854 w 3114960"/>
              <a:gd name="connsiteY8769" fmla="*/ 1274731 h 5143785"/>
              <a:gd name="connsiteX8770" fmla="*/ 1127760 w 3114960"/>
              <a:gd name="connsiteY8770" fmla="*/ 1286637 h 5143785"/>
              <a:gd name="connsiteX8771" fmla="*/ 1115854 w 3114960"/>
              <a:gd name="connsiteY8771" fmla="*/ 1298543 h 5143785"/>
              <a:gd name="connsiteX8772" fmla="*/ 1103948 w 3114960"/>
              <a:gd name="connsiteY8772" fmla="*/ 1286637 h 5143785"/>
              <a:gd name="connsiteX8773" fmla="*/ 1115854 w 3114960"/>
              <a:gd name="connsiteY8773" fmla="*/ 1274731 h 5143785"/>
              <a:gd name="connsiteX8774" fmla="*/ 1387602 w 3114960"/>
              <a:gd name="connsiteY8774" fmla="*/ 4091083 h 5143785"/>
              <a:gd name="connsiteX8775" fmla="*/ 1391793 w 3114960"/>
              <a:gd name="connsiteY8775" fmla="*/ 4091845 h 5143785"/>
              <a:gd name="connsiteX8776" fmla="*/ 1396651 w 3114960"/>
              <a:gd name="connsiteY8776" fmla="*/ 4090797 h 5143785"/>
              <a:gd name="connsiteX8777" fmla="*/ 1396937 w 3114960"/>
              <a:gd name="connsiteY8777" fmla="*/ 4090607 h 5143785"/>
              <a:gd name="connsiteX8778" fmla="*/ 1421606 w 3114960"/>
              <a:gd name="connsiteY8778" fmla="*/ 4121849 h 5143785"/>
              <a:gd name="connsiteX8779" fmla="*/ 1423511 w 3114960"/>
              <a:gd name="connsiteY8779" fmla="*/ 4122706 h 5143785"/>
              <a:gd name="connsiteX8780" fmla="*/ 1424273 w 3114960"/>
              <a:gd name="connsiteY8780" fmla="*/ 4122611 h 5143785"/>
              <a:gd name="connsiteX8781" fmla="*/ 1425893 w 3114960"/>
              <a:gd name="connsiteY8781" fmla="*/ 4120325 h 5143785"/>
              <a:gd name="connsiteX8782" fmla="*/ 1426274 w 3114960"/>
              <a:gd name="connsiteY8782" fmla="*/ 4030599 h 5143785"/>
              <a:gd name="connsiteX8783" fmla="*/ 1464850 w 3114960"/>
              <a:gd name="connsiteY8783" fmla="*/ 3991832 h 5143785"/>
              <a:gd name="connsiteX8784" fmla="*/ 1465517 w 3114960"/>
              <a:gd name="connsiteY8784" fmla="*/ 3990213 h 5143785"/>
              <a:gd name="connsiteX8785" fmla="*/ 1465707 w 3114960"/>
              <a:gd name="connsiteY8785" fmla="*/ 3963829 h 5143785"/>
              <a:gd name="connsiteX8786" fmla="*/ 1472851 w 3114960"/>
              <a:gd name="connsiteY8786" fmla="*/ 3954399 h 5143785"/>
              <a:gd name="connsiteX8787" fmla="*/ 1465898 w 3114960"/>
              <a:gd name="connsiteY8787" fmla="*/ 3945827 h 5143785"/>
              <a:gd name="connsiteX8788" fmla="*/ 1465898 w 3114960"/>
              <a:gd name="connsiteY8788" fmla="*/ 3851910 h 5143785"/>
              <a:gd name="connsiteX8789" fmla="*/ 1533144 w 3114960"/>
              <a:gd name="connsiteY8789" fmla="*/ 3790569 h 5143785"/>
              <a:gd name="connsiteX8790" fmla="*/ 1538669 w 3114960"/>
              <a:gd name="connsiteY8790" fmla="*/ 3792665 h 5143785"/>
              <a:gd name="connsiteX8791" fmla="*/ 1539240 w 3114960"/>
              <a:gd name="connsiteY8791" fmla="*/ 3792665 h 5143785"/>
              <a:gd name="connsiteX8792" fmla="*/ 1546574 w 3114960"/>
              <a:gd name="connsiteY8792" fmla="*/ 3789902 h 5143785"/>
              <a:gd name="connsiteX8793" fmla="*/ 1550194 w 3114960"/>
              <a:gd name="connsiteY8793" fmla="*/ 3782378 h 5143785"/>
              <a:gd name="connsiteX8794" fmla="*/ 1549527 w 3114960"/>
              <a:gd name="connsiteY8794" fmla="*/ 3777996 h 5143785"/>
              <a:gd name="connsiteX8795" fmla="*/ 1609535 w 3114960"/>
              <a:gd name="connsiteY8795" fmla="*/ 3728942 h 5143785"/>
              <a:gd name="connsiteX8796" fmla="*/ 1609344 w 3114960"/>
              <a:gd name="connsiteY8796" fmla="*/ 3630644 h 5143785"/>
              <a:gd name="connsiteX8797" fmla="*/ 1633633 w 3114960"/>
              <a:gd name="connsiteY8797" fmla="*/ 3603974 h 5143785"/>
              <a:gd name="connsiteX8798" fmla="*/ 1662875 w 3114960"/>
              <a:gd name="connsiteY8798" fmla="*/ 3603974 h 5143785"/>
              <a:gd name="connsiteX8799" fmla="*/ 1676114 w 3114960"/>
              <a:gd name="connsiteY8799" fmla="*/ 3614452 h 5143785"/>
              <a:gd name="connsiteX8800" fmla="*/ 1689545 w 3114960"/>
              <a:gd name="connsiteY8800" fmla="*/ 3603212 h 5143785"/>
              <a:gd name="connsiteX8801" fmla="*/ 1774793 w 3114960"/>
              <a:gd name="connsiteY8801" fmla="*/ 3603212 h 5143785"/>
              <a:gd name="connsiteX8802" fmla="*/ 1789557 w 3114960"/>
              <a:gd name="connsiteY8802" fmla="*/ 3589877 h 5143785"/>
              <a:gd name="connsiteX8803" fmla="*/ 1862900 w 3114960"/>
              <a:gd name="connsiteY8803" fmla="*/ 3589877 h 5143785"/>
              <a:gd name="connsiteX8804" fmla="*/ 1968437 w 3114960"/>
              <a:gd name="connsiteY8804" fmla="*/ 3473005 h 5143785"/>
              <a:gd name="connsiteX8805" fmla="*/ 1969008 w 3114960"/>
              <a:gd name="connsiteY8805" fmla="*/ 3472339 h 5143785"/>
              <a:gd name="connsiteX8806" fmla="*/ 1968627 w 3114960"/>
              <a:gd name="connsiteY8806" fmla="*/ 3355562 h 5143785"/>
              <a:gd name="connsiteX8807" fmla="*/ 1954340 w 3114960"/>
              <a:gd name="connsiteY8807" fmla="*/ 3339465 h 5143785"/>
              <a:gd name="connsiteX8808" fmla="*/ 1954340 w 3114960"/>
              <a:gd name="connsiteY8808" fmla="*/ 3314034 h 5143785"/>
              <a:gd name="connsiteX8809" fmla="*/ 1962722 w 3114960"/>
              <a:gd name="connsiteY8809" fmla="*/ 3314034 h 5143785"/>
              <a:gd name="connsiteX8810" fmla="*/ 1968818 w 3114960"/>
              <a:gd name="connsiteY8810" fmla="*/ 3307937 h 5143785"/>
              <a:gd name="connsiteX8811" fmla="*/ 1968818 w 3114960"/>
              <a:gd name="connsiteY8811" fmla="*/ 3302318 h 5143785"/>
              <a:gd name="connsiteX8812" fmla="*/ 1962722 w 3114960"/>
              <a:gd name="connsiteY8812" fmla="*/ 3296222 h 5143785"/>
              <a:gd name="connsiteX8813" fmla="*/ 1954911 w 3114960"/>
              <a:gd name="connsiteY8813" fmla="*/ 3296222 h 5143785"/>
              <a:gd name="connsiteX8814" fmla="*/ 1947291 w 3114960"/>
              <a:gd name="connsiteY8814" fmla="*/ 3287173 h 5143785"/>
              <a:gd name="connsiteX8815" fmla="*/ 1762030 w 3114960"/>
              <a:gd name="connsiteY8815" fmla="*/ 3288030 h 5143785"/>
              <a:gd name="connsiteX8816" fmla="*/ 1741075 w 3114960"/>
              <a:gd name="connsiteY8816" fmla="*/ 3265551 h 5143785"/>
              <a:gd name="connsiteX8817" fmla="*/ 1741361 w 3114960"/>
              <a:gd name="connsiteY8817" fmla="*/ 3264313 h 5143785"/>
              <a:gd name="connsiteX8818" fmla="*/ 1741361 w 3114960"/>
              <a:gd name="connsiteY8818" fmla="*/ 3251835 h 5143785"/>
              <a:gd name="connsiteX8819" fmla="*/ 1735836 w 3114960"/>
              <a:gd name="connsiteY8819" fmla="*/ 3246311 h 5143785"/>
              <a:gd name="connsiteX8820" fmla="*/ 1723358 w 3114960"/>
              <a:gd name="connsiteY8820" fmla="*/ 3246311 h 5143785"/>
              <a:gd name="connsiteX8821" fmla="*/ 1717834 w 3114960"/>
              <a:gd name="connsiteY8821" fmla="*/ 3251835 h 5143785"/>
              <a:gd name="connsiteX8822" fmla="*/ 1717834 w 3114960"/>
              <a:gd name="connsiteY8822" fmla="*/ 3264313 h 5143785"/>
              <a:gd name="connsiteX8823" fmla="*/ 1723358 w 3114960"/>
              <a:gd name="connsiteY8823" fmla="*/ 3269837 h 5143785"/>
              <a:gd name="connsiteX8824" fmla="*/ 1735836 w 3114960"/>
              <a:gd name="connsiteY8824" fmla="*/ 3269837 h 5143785"/>
              <a:gd name="connsiteX8825" fmla="*/ 1738122 w 3114960"/>
              <a:gd name="connsiteY8825" fmla="*/ 3269266 h 5143785"/>
              <a:gd name="connsiteX8826" fmla="*/ 1760030 w 3114960"/>
              <a:gd name="connsiteY8826" fmla="*/ 3292697 h 5143785"/>
              <a:gd name="connsiteX8827" fmla="*/ 1945100 w 3114960"/>
              <a:gd name="connsiteY8827" fmla="*/ 3291935 h 5143785"/>
              <a:gd name="connsiteX8828" fmla="*/ 1948720 w 3114960"/>
              <a:gd name="connsiteY8828" fmla="*/ 3296222 h 5143785"/>
              <a:gd name="connsiteX8829" fmla="*/ 1941100 w 3114960"/>
              <a:gd name="connsiteY8829" fmla="*/ 3296222 h 5143785"/>
              <a:gd name="connsiteX8830" fmla="*/ 1935004 w 3114960"/>
              <a:gd name="connsiteY8830" fmla="*/ 3302318 h 5143785"/>
              <a:gd name="connsiteX8831" fmla="*/ 1935004 w 3114960"/>
              <a:gd name="connsiteY8831" fmla="*/ 3307937 h 5143785"/>
              <a:gd name="connsiteX8832" fmla="*/ 1941100 w 3114960"/>
              <a:gd name="connsiteY8832" fmla="*/ 3314034 h 5143785"/>
              <a:gd name="connsiteX8833" fmla="*/ 1949577 w 3114960"/>
              <a:gd name="connsiteY8833" fmla="*/ 3314034 h 5143785"/>
              <a:gd name="connsiteX8834" fmla="*/ 1949577 w 3114960"/>
              <a:gd name="connsiteY8834" fmla="*/ 3341275 h 5143785"/>
              <a:gd name="connsiteX8835" fmla="*/ 1963960 w 3114960"/>
              <a:gd name="connsiteY8835" fmla="*/ 3357372 h 5143785"/>
              <a:gd name="connsiteX8836" fmla="*/ 1964341 w 3114960"/>
              <a:gd name="connsiteY8836" fmla="*/ 3470529 h 5143785"/>
              <a:gd name="connsiteX8837" fmla="*/ 1860804 w 3114960"/>
              <a:gd name="connsiteY8837" fmla="*/ 3585210 h 5143785"/>
              <a:gd name="connsiteX8838" fmla="*/ 1787747 w 3114960"/>
              <a:gd name="connsiteY8838" fmla="*/ 3585210 h 5143785"/>
              <a:gd name="connsiteX8839" fmla="*/ 1772984 w 3114960"/>
              <a:gd name="connsiteY8839" fmla="*/ 3598545 h 5143785"/>
              <a:gd name="connsiteX8840" fmla="*/ 1689545 w 3114960"/>
              <a:gd name="connsiteY8840" fmla="*/ 3598545 h 5143785"/>
              <a:gd name="connsiteX8841" fmla="*/ 1676114 w 3114960"/>
              <a:gd name="connsiteY8841" fmla="*/ 3587305 h 5143785"/>
              <a:gd name="connsiteX8842" fmla="*/ 1662589 w 3114960"/>
              <a:gd name="connsiteY8842" fmla="*/ 3599402 h 5143785"/>
              <a:gd name="connsiteX8843" fmla="*/ 1631537 w 3114960"/>
              <a:gd name="connsiteY8843" fmla="*/ 3599402 h 5143785"/>
              <a:gd name="connsiteX8844" fmla="*/ 1604582 w 3114960"/>
              <a:gd name="connsiteY8844" fmla="*/ 3628930 h 5143785"/>
              <a:gd name="connsiteX8845" fmla="*/ 1604772 w 3114960"/>
              <a:gd name="connsiteY8845" fmla="*/ 3726847 h 5143785"/>
              <a:gd name="connsiteX8846" fmla="*/ 1546860 w 3114960"/>
              <a:gd name="connsiteY8846" fmla="*/ 3774186 h 5143785"/>
              <a:gd name="connsiteX8847" fmla="*/ 1539812 w 3114960"/>
              <a:gd name="connsiteY8847" fmla="*/ 3770948 h 5143785"/>
              <a:gd name="connsiteX8848" fmla="*/ 1531906 w 3114960"/>
              <a:gd name="connsiteY8848" fmla="*/ 3773710 h 5143785"/>
              <a:gd name="connsiteX8849" fmla="*/ 1531906 w 3114960"/>
              <a:gd name="connsiteY8849" fmla="*/ 3773710 h 5143785"/>
              <a:gd name="connsiteX8850" fmla="*/ 1529906 w 3114960"/>
              <a:gd name="connsiteY8850" fmla="*/ 3787235 h 5143785"/>
              <a:gd name="connsiteX8851" fmla="*/ 1460945 w 3114960"/>
              <a:gd name="connsiteY8851" fmla="*/ 3849910 h 5143785"/>
              <a:gd name="connsiteX8852" fmla="*/ 1460945 w 3114960"/>
              <a:gd name="connsiteY8852" fmla="*/ 3945922 h 5143785"/>
              <a:gd name="connsiteX8853" fmla="*/ 1453896 w 3114960"/>
              <a:gd name="connsiteY8853" fmla="*/ 3955352 h 5143785"/>
              <a:gd name="connsiteX8854" fmla="*/ 1460945 w 3114960"/>
              <a:gd name="connsiteY8854" fmla="*/ 3963924 h 5143785"/>
              <a:gd name="connsiteX8855" fmla="*/ 1460754 w 3114960"/>
              <a:gd name="connsiteY8855" fmla="*/ 3989261 h 5143785"/>
              <a:gd name="connsiteX8856" fmla="*/ 1422178 w 3114960"/>
              <a:gd name="connsiteY8856" fmla="*/ 4028027 h 5143785"/>
              <a:gd name="connsiteX8857" fmla="*/ 1421511 w 3114960"/>
              <a:gd name="connsiteY8857" fmla="*/ 4029742 h 5143785"/>
              <a:gd name="connsiteX8858" fmla="*/ 1421130 w 3114960"/>
              <a:gd name="connsiteY8858" fmla="*/ 4113562 h 5143785"/>
              <a:gd name="connsiteX8859" fmla="*/ 1400651 w 3114960"/>
              <a:gd name="connsiteY8859" fmla="*/ 4087749 h 5143785"/>
              <a:gd name="connsiteX8860" fmla="*/ 1402556 w 3114960"/>
              <a:gd name="connsiteY8860" fmla="*/ 4075176 h 5143785"/>
              <a:gd name="connsiteX8861" fmla="*/ 1386935 w 3114960"/>
              <a:gd name="connsiteY8861" fmla="*/ 4069271 h 5143785"/>
              <a:gd name="connsiteX8862" fmla="*/ 1381030 w 3114960"/>
              <a:gd name="connsiteY8862" fmla="*/ 4084892 h 5143785"/>
              <a:gd name="connsiteX8863" fmla="*/ 1387602 w 3114960"/>
              <a:gd name="connsiteY8863" fmla="*/ 4091083 h 5143785"/>
              <a:gd name="connsiteX8864" fmla="*/ 1736789 w 3114960"/>
              <a:gd name="connsiteY8864" fmla="*/ 3264122 h 5143785"/>
              <a:gd name="connsiteX8865" fmla="*/ 1736027 w 3114960"/>
              <a:gd name="connsiteY8865" fmla="*/ 3264884 h 5143785"/>
              <a:gd name="connsiteX8866" fmla="*/ 1723549 w 3114960"/>
              <a:gd name="connsiteY8866" fmla="*/ 3264884 h 5143785"/>
              <a:gd name="connsiteX8867" fmla="*/ 1722787 w 3114960"/>
              <a:gd name="connsiteY8867" fmla="*/ 3264122 h 5143785"/>
              <a:gd name="connsiteX8868" fmla="*/ 1722787 w 3114960"/>
              <a:gd name="connsiteY8868" fmla="*/ 3251645 h 5143785"/>
              <a:gd name="connsiteX8869" fmla="*/ 1723549 w 3114960"/>
              <a:gd name="connsiteY8869" fmla="*/ 3250883 h 5143785"/>
              <a:gd name="connsiteX8870" fmla="*/ 1736027 w 3114960"/>
              <a:gd name="connsiteY8870" fmla="*/ 3250883 h 5143785"/>
              <a:gd name="connsiteX8871" fmla="*/ 1736789 w 3114960"/>
              <a:gd name="connsiteY8871" fmla="*/ 3251645 h 5143785"/>
              <a:gd name="connsiteX8872" fmla="*/ 1736789 w 3114960"/>
              <a:gd name="connsiteY8872" fmla="*/ 3264122 h 5143785"/>
              <a:gd name="connsiteX8873" fmla="*/ 1941290 w 3114960"/>
              <a:gd name="connsiteY8873" fmla="*/ 3309176 h 5143785"/>
              <a:gd name="connsiteX8874" fmla="*/ 1939957 w 3114960"/>
              <a:gd name="connsiteY8874" fmla="*/ 3307842 h 5143785"/>
              <a:gd name="connsiteX8875" fmla="*/ 1939957 w 3114960"/>
              <a:gd name="connsiteY8875" fmla="*/ 3302222 h 5143785"/>
              <a:gd name="connsiteX8876" fmla="*/ 1941290 w 3114960"/>
              <a:gd name="connsiteY8876" fmla="*/ 3300889 h 5143785"/>
              <a:gd name="connsiteX8877" fmla="*/ 1962912 w 3114960"/>
              <a:gd name="connsiteY8877" fmla="*/ 3300889 h 5143785"/>
              <a:gd name="connsiteX8878" fmla="*/ 1964246 w 3114960"/>
              <a:gd name="connsiteY8878" fmla="*/ 3302222 h 5143785"/>
              <a:gd name="connsiteX8879" fmla="*/ 1964246 w 3114960"/>
              <a:gd name="connsiteY8879" fmla="*/ 3307842 h 5143785"/>
              <a:gd name="connsiteX8880" fmla="*/ 1962912 w 3114960"/>
              <a:gd name="connsiteY8880" fmla="*/ 3309176 h 5143785"/>
              <a:gd name="connsiteX8881" fmla="*/ 1941290 w 3114960"/>
              <a:gd name="connsiteY8881" fmla="*/ 3309176 h 5143785"/>
              <a:gd name="connsiteX8882" fmla="*/ 1676210 w 3114960"/>
              <a:gd name="connsiteY8882" fmla="*/ 3591878 h 5143785"/>
              <a:gd name="connsiteX8883" fmla="*/ 1685068 w 3114960"/>
              <a:gd name="connsiteY8883" fmla="*/ 3600736 h 5143785"/>
              <a:gd name="connsiteX8884" fmla="*/ 1676210 w 3114960"/>
              <a:gd name="connsiteY8884" fmla="*/ 3609594 h 5143785"/>
              <a:gd name="connsiteX8885" fmla="*/ 1667351 w 3114960"/>
              <a:gd name="connsiteY8885" fmla="*/ 3600736 h 5143785"/>
              <a:gd name="connsiteX8886" fmla="*/ 1676210 w 3114960"/>
              <a:gd name="connsiteY8886" fmla="*/ 3591878 h 5143785"/>
              <a:gd name="connsiteX8887" fmla="*/ 1535144 w 3114960"/>
              <a:gd name="connsiteY8887" fmla="*/ 3777234 h 5143785"/>
              <a:gd name="connsiteX8888" fmla="*/ 1539621 w 3114960"/>
              <a:gd name="connsiteY8888" fmla="*/ 3775615 h 5143785"/>
              <a:gd name="connsiteX8889" fmla="*/ 1543907 w 3114960"/>
              <a:gd name="connsiteY8889" fmla="*/ 3777615 h 5143785"/>
              <a:gd name="connsiteX8890" fmla="*/ 1545527 w 3114960"/>
              <a:gd name="connsiteY8890" fmla="*/ 3782092 h 5143785"/>
              <a:gd name="connsiteX8891" fmla="*/ 1543526 w 3114960"/>
              <a:gd name="connsiteY8891" fmla="*/ 3786378 h 5143785"/>
              <a:gd name="connsiteX8892" fmla="*/ 1539050 w 3114960"/>
              <a:gd name="connsiteY8892" fmla="*/ 3787902 h 5143785"/>
              <a:gd name="connsiteX8893" fmla="*/ 1534763 w 3114960"/>
              <a:gd name="connsiteY8893" fmla="*/ 3785902 h 5143785"/>
              <a:gd name="connsiteX8894" fmla="*/ 1535240 w 3114960"/>
              <a:gd name="connsiteY8894" fmla="*/ 3777139 h 5143785"/>
              <a:gd name="connsiteX8895" fmla="*/ 1388840 w 3114960"/>
              <a:gd name="connsiteY8895" fmla="*/ 4073557 h 5143785"/>
              <a:gd name="connsiteX8896" fmla="*/ 1391698 w 3114960"/>
              <a:gd name="connsiteY8896" fmla="*/ 4072890 h 5143785"/>
              <a:gd name="connsiteX8897" fmla="*/ 1398175 w 3114960"/>
              <a:gd name="connsiteY8897" fmla="*/ 4077081 h 5143785"/>
              <a:gd name="connsiteX8898" fmla="*/ 1394651 w 3114960"/>
              <a:gd name="connsiteY8898" fmla="*/ 4086416 h 5143785"/>
              <a:gd name="connsiteX8899" fmla="*/ 1385316 w 3114960"/>
              <a:gd name="connsiteY8899" fmla="*/ 4082892 h 5143785"/>
              <a:gd name="connsiteX8900" fmla="*/ 1388840 w 3114960"/>
              <a:gd name="connsiteY8900" fmla="*/ 4073557 h 5143785"/>
              <a:gd name="connsiteX8901" fmla="*/ 1726882 w 3114960"/>
              <a:gd name="connsiteY8901" fmla="*/ 1261396 h 5143785"/>
              <a:gd name="connsiteX8902" fmla="*/ 1736693 w 3114960"/>
              <a:gd name="connsiteY8902" fmla="*/ 1258062 h 5143785"/>
              <a:gd name="connsiteX8903" fmla="*/ 1740027 w 3114960"/>
              <a:gd name="connsiteY8903" fmla="*/ 1267873 h 5143785"/>
              <a:gd name="connsiteX8904" fmla="*/ 1730216 w 3114960"/>
              <a:gd name="connsiteY8904" fmla="*/ 1271207 h 5143785"/>
              <a:gd name="connsiteX8905" fmla="*/ 1726882 w 3114960"/>
              <a:gd name="connsiteY8905" fmla="*/ 1261396 h 5143785"/>
              <a:gd name="connsiteX8906" fmla="*/ 349853 w 3114960"/>
              <a:gd name="connsiteY8906" fmla="*/ 2193989 h 5143785"/>
              <a:gd name="connsiteX8907" fmla="*/ 357092 w 3114960"/>
              <a:gd name="connsiteY8907" fmla="*/ 2186940 h 5143785"/>
              <a:gd name="connsiteX8908" fmla="*/ 360426 w 3114960"/>
              <a:gd name="connsiteY8908" fmla="*/ 2190369 h 5143785"/>
              <a:gd name="connsiteX8909" fmla="*/ 353187 w 3114960"/>
              <a:gd name="connsiteY8909" fmla="*/ 2197418 h 5143785"/>
              <a:gd name="connsiteX8910" fmla="*/ 349853 w 3114960"/>
              <a:gd name="connsiteY8910" fmla="*/ 2193989 h 5143785"/>
              <a:gd name="connsiteX8911" fmla="*/ 536448 w 3114960"/>
              <a:gd name="connsiteY8911" fmla="*/ 991743 h 5143785"/>
              <a:gd name="connsiteX8912" fmla="*/ 529590 w 3114960"/>
              <a:gd name="connsiteY8912" fmla="*/ 984885 h 5143785"/>
              <a:gd name="connsiteX8913" fmla="*/ 516922 w 3114960"/>
              <a:gd name="connsiteY8913" fmla="*/ 984885 h 5143785"/>
              <a:gd name="connsiteX8914" fmla="*/ 510064 w 3114960"/>
              <a:gd name="connsiteY8914" fmla="*/ 991743 h 5143785"/>
              <a:gd name="connsiteX8915" fmla="*/ 510064 w 3114960"/>
              <a:gd name="connsiteY8915" fmla="*/ 997077 h 5143785"/>
              <a:gd name="connsiteX8916" fmla="*/ 489014 w 3114960"/>
              <a:gd name="connsiteY8916" fmla="*/ 997077 h 5143785"/>
              <a:gd name="connsiteX8917" fmla="*/ 433864 w 3114960"/>
              <a:gd name="connsiteY8917" fmla="*/ 1047941 h 5143785"/>
              <a:gd name="connsiteX8918" fmla="*/ 334994 w 3114960"/>
              <a:gd name="connsiteY8918" fmla="*/ 1047941 h 5143785"/>
              <a:gd name="connsiteX8919" fmla="*/ 314992 w 3114960"/>
              <a:gd name="connsiteY8919" fmla="*/ 1028700 h 5143785"/>
              <a:gd name="connsiteX8920" fmla="*/ 249174 w 3114960"/>
              <a:gd name="connsiteY8920" fmla="*/ 1028700 h 5143785"/>
              <a:gd name="connsiteX8921" fmla="*/ 215837 w 3114960"/>
              <a:gd name="connsiteY8921" fmla="*/ 1056894 h 5143785"/>
              <a:gd name="connsiteX8922" fmla="*/ 210979 w 3114960"/>
              <a:gd name="connsiteY8922" fmla="*/ 1055084 h 5143785"/>
              <a:gd name="connsiteX8923" fmla="*/ 196691 w 3114960"/>
              <a:gd name="connsiteY8923" fmla="*/ 1065848 h 5143785"/>
              <a:gd name="connsiteX8924" fmla="*/ 207455 w 3114960"/>
              <a:gd name="connsiteY8924" fmla="*/ 1080230 h 5143785"/>
              <a:gd name="connsiteX8925" fmla="*/ 209264 w 3114960"/>
              <a:gd name="connsiteY8925" fmla="*/ 1080326 h 5143785"/>
              <a:gd name="connsiteX8926" fmla="*/ 221837 w 3114960"/>
              <a:gd name="connsiteY8926" fmla="*/ 1069467 h 5143785"/>
              <a:gd name="connsiteX8927" fmla="*/ 219456 w 3114960"/>
              <a:gd name="connsiteY8927" fmla="*/ 1060133 h 5143785"/>
              <a:gd name="connsiteX8928" fmla="*/ 250984 w 3114960"/>
              <a:gd name="connsiteY8928" fmla="*/ 1033463 h 5143785"/>
              <a:gd name="connsiteX8929" fmla="*/ 313087 w 3114960"/>
              <a:gd name="connsiteY8929" fmla="*/ 1033463 h 5143785"/>
              <a:gd name="connsiteX8930" fmla="*/ 333089 w 3114960"/>
              <a:gd name="connsiteY8930" fmla="*/ 1052703 h 5143785"/>
              <a:gd name="connsiteX8931" fmla="*/ 435674 w 3114960"/>
              <a:gd name="connsiteY8931" fmla="*/ 1052703 h 5143785"/>
              <a:gd name="connsiteX8932" fmla="*/ 490823 w 3114960"/>
              <a:gd name="connsiteY8932" fmla="*/ 1001840 h 5143785"/>
              <a:gd name="connsiteX8933" fmla="*/ 510064 w 3114960"/>
              <a:gd name="connsiteY8933" fmla="*/ 1001840 h 5143785"/>
              <a:gd name="connsiteX8934" fmla="*/ 510064 w 3114960"/>
              <a:gd name="connsiteY8934" fmla="*/ 1004316 h 5143785"/>
              <a:gd name="connsiteX8935" fmla="*/ 516922 w 3114960"/>
              <a:gd name="connsiteY8935" fmla="*/ 1011174 h 5143785"/>
              <a:gd name="connsiteX8936" fmla="*/ 529590 w 3114960"/>
              <a:gd name="connsiteY8936" fmla="*/ 1011174 h 5143785"/>
              <a:gd name="connsiteX8937" fmla="*/ 536448 w 3114960"/>
              <a:gd name="connsiteY8937" fmla="*/ 1004316 h 5143785"/>
              <a:gd name="connsiteX8938" fmla="*/ 536448 w 3114960"/>
              <a:gd name="connsiteY8938" fmla="*/ 991648 h 5143785"/>
              <a:gd name="connsiteX8939" fmla="*/ 208217 w 3114960"/>
              <a:gd name="connsiteY8939" fmla="*/ 1075468 h 5143785"/>
              <a:gd name="connsiteX8940" fmla="*/ 201549 w 3114960"/>
              <a:gd name="connsiteY8940" fmla="*/ 1066514 h 5143785"/>
              <a:gd name="connsiteX8941" fmla="*/ 210503 w 3114960"/>
              <a:gd name="connsiteY8941" fmla="*/ 1059847 h 5143785"/>
              <a:gd name="connsiteX8942" fmla="*/ 217170 w 3114960"/>
              <a:gd name="connsiteY8942" fmla="*/ 1068800 h 5143785"/>
              <a:gd name="connsiteX8943" fmla="*/ 208217 w 3114960"/>
              <a:gd name="connsiteY8943" fmla="*/ 1075468 h 5143785"/>
              <a:gd name="connsiteX8944" fmla="*/ 531686 w 3114960"/>
              <a:gd name="connsiteY8944" fmla="*/ 1004411 h 5143785"/>
              <a:gd name="connsiteX8945" fmla="*/ 529590 w 3114960"/>
              <a:gd name="connsiteY8945" fmla="*/ 1006507 h 5143785"/>
              <a:gd name="connsiteX8946" fmla="*/ 516922 w 3114960"/>
              <a:gd name="connsiteY8946" fmla="*/ 1006507 h 5143785"/>
              <a:gd name="connsiteX8947" fmla="*/ 514826 w 3114960"/>
              <a:gd name="connsiteY8947" fmla="*/ 1004411 h 5143785"/>
              <a:gd name="connsiteX8948" fmla="*/ 514826 w 3114960"/>
              <a:gd name="connsiteY8948" fmla="*/ 991743 h 5143785"/>
              <a:gd name="connsiteX8949" fmla="*/ 516922 w 3114960"/>
              <a:gd name="connsiteY8949" fmla="*/ 989648 h 5143785"/>
              <a:gd name="connsiteX8950" fmla="*/ 529590 w 3114960"/>
              <a:gd name="connsiteY8950" fmla="*/ 989648 h 5143785"/>
              <a:gd name="connsiteX8951" fmla="*/ 531686 w 3114960"/>
              <a:gd name="connsiteY8951" fmla="*/ 991743 h 5143785"/>
              <a:gd name="connsiteX8952" fmla="*/ 531686 w 3114960"/>
              <a:gd name="connsiteY8952" fmla="*/ 1004411 h 5143785"/>
              <a:gd name="connsiteX8953" fmla="*/ 1758982 w 3114960"/>
              <a:gd name="connsiteY8953" fmla="*/ 4393787 h 5143785"/>
              <a:gd name="connsiteX8954" fmla="*/ 1747838 w 3114960"/>
              <a:gd name="connsiteY8954" fmla="*/ 4404932 h 5143785"/>
              <a:gd name="connsiteX8955" fmla="*/ 1736693 w 3114960"/>
              <a:gd name="connsiteY8955" fmla="*/ 4393787 h 5143785"/>
              <a:gd name="connsiteX8956" fmla="*/ 1747838 w 3114960"/>
              <a:gd name="connsiteY8956" fmla="*/ 4382643 h 5143785"/>
              <a:gd name="connsiteX8957" fmla="*/ 1758982 w 3114960"/>
              <a:gd name="connsiteY8957" fmla="*/ 4393787 h 5143785"/>
              <a:gd name="connsiteX8958" fmla="*/ 1759744 w 3114960"/>
              <a:gd name="connsiteY8958" fmla="*/ 4343591 h 5143785"/>
              <a:gd name="connsiteX8959" fmla="*/ 1747933 w 3114960"/>
              <a:gd name="connsiteY8959" fmla="*/ 4355402 h 5143785"/>
              <a:gd name="connsiteX8960" fmla="*/ 1736122 w 3114960"/>
              <a:gd name="connsiteY8960" fmla="*/ 4343591 h 5143785"/>
              <a:gd name="connsiteX8961" fmla="*/ 1747933 w 3114960"/>
              <a:gd name="connsiteY8961" fmla="*/ 4331780 h 5143785"/>
              <a:gd name="connsiteX8962" fmla="*/ 1759744 w 3114960"/>
              <a:gd name="connsiteY8962" fmla="*/ 4343591 h 5143785"/>
              <a:gd name="connsiteX8963" fmla="*/ 1757648 w 3114960"/>
              <a:gd name="connsiteY8963" fmla="*/ 4494181 h 5143785"/>
              <a:gd name="connsiteX8964" fmla="*/ 1747838 w 3114960"/>
              <a:gd name="connsiteY8964" fmla="*/ 4503992 h 5143785"/>
              <a:gd name="connsiteX8965" fmla="*/ 1738027 w 3114960"/>
              <a:gd name="connsiteY8965" fmla="*/ 4494181 h 5143785"/>
              <a:gd name="connsiteX8966" fmla="*/ 1747838 w 3114960"/>
              <a:gd name="connsiteY8966" fmla="*/ 4484370 h 5143785"/>
              <a:gd name="connsiteX8967" fmla="*/ 1757648 w 3114960"/>
              <a:gd name="connsiteY8967" fmla="*/ 4494181 h 5143785"/>
              <a:gd name="connsiteX8968" fmla="*/ 1804321 w 3114960"/>
              <a:gd name="connsiteY8968" fmla="*/ 4496562 h 5143785"/>
              <a:gd name="connsiteX8969" fmla="*/ 1794510 w 3114960"/>
              <a:gd name="connsiteY8969" fmla="*/ 4506373 h 5143785"/>
              <a:gd name="connsiteX8970" fmla="*/ 1784699 w 3114960"/>
              <a:gd name="connsiteY8970" fmla="*/ 4496562 h 5143785"/>
              <a:gd name="connsiteX8971" fmla="*/ 1794510 w 3114960"/>
              <a:gd name="connsiteY8971" fmla="*/ 4486752 h 5143785"/>
              <a:gd name="connsiteX8972" fmla="*/ 1804321 w 3114960"/>
              <a:gd name="connsiteY8972" fmla="*/ 4496562 h 5143785"/>
              <a:gd name="connsiteX8973" fmla="*/ 687038 w 3114960"/>
              <a:gd name="connsiteY8973" fmla="*/ 2712815 h 5143785"/>
              <a:gd name="connsiteX8974" fmla="*/ 680085 w 3114960"/>
              <a:gd name="connsiteY8974" fmla="*/ 2705957 h 5143785"/>
              <a:gd name="connsiteX8975" fmla="*/ 670370 w 3114960"/>
              <a:gd name="connsiteY8975" fmla="*/ 2705957 h 5143785"/>
              <a:gd name="connsiteX8976" fmla="*/ 663512 w 3114960"/>
              <a:gd name="connsiteY8976" fmla="*/ 2712911 h 5143785"/>
              <a:gd name="connsiteX8977" fmla="*/ 663512 w 3114960"/>
              <a:gd name="connsiteY8977" fmla="*/ 2722626 h 5143785"/>
              <a:gd name="connsiteX8978" fmla="*/ 670465 w 3114960"/>
              <a:gd name="connsiteY8978" fmla="*/ 2729484 h 5143785"/>
              <a:gd name="connsiteX8979" fmla="*/ 675227 w 3114960"/>
              <a:gd name="connsiteY8979" fmla="*/ 2730437 h 5143785"/>
              <a:gd name="connsiteX8980" fmla="*/ 680180 w 3114960"/>
              <a:gd name="connsiteY8980" fmla="*/ 2729484 h 5143785"/>
              <a:gd name="connsiteX8981" fmla="*/ 682371 w 3114960"/>
              <a:gd name="connsiteY8981" fmla="*/ 2728055 h 5143785"/>
              <a:gd name="connsiteX8982" fmla="*/ 716947 w 3114960"/>
              <a:gd name="connsiteY8982" fmla="*/ 2759964 h 5143785"/>
              <a:gd name="connsiteX8983" fmla="*/ 718566 w 3114960"/>
              <a:gd name="connsiteY8983" fmla="*/ 2760631 h 5143785"/>
              <a:gd name="connsiteX8984" fmla="*/ 718661 w 3114960"/>
              <a:gd name="connsiteY8984" fmla="*/ 2760631 h 5143785"/>
              <a:gd name="connsiteX8985" fmla="*/ 720281 w 3114960"/>
              <a:gd name="connsiteY8985" fmla="*/ 2759869 h 5143785"/>
              <a:gd name="connsiteX8986" fmla="*/ 763810 w 3114960"/>
              <a:gd name="connsiteY8986" fmla="*/ 2711863 h 5143785"/>
              <a:gd name="connsiteX8987" fmla="*/ 875729 w 3114960"/>
              <a:gd name="connsiteY8987" fmla="*/ 2713768 h 5143785"/>
              <a:gd name="connsiteX8988" fmla="*/ 876110 w 3114960"/>
              <a:gd name="connsiteY8988" fmla="*/ 2714339 h 5143785"/>
              <a:gd name="connsiteX8989" fmla="*/ 885254 w 3114960"/>
              <a:gd name="connsiteY8989" fmla="*/ 2723484 h 5143785"/>
              <a:gd name="connsiteX8990" fmla="*/ 888873 w 3114960"/>
              <a:gd name="connsiteY8990" fmla="*/ 2725007 h 5143785"/>
              <a:gd name="connsiteX8991" fmla="*/ 892493 w 3114960"/>
              <a:gd name="connsiteY8991" fmla="*/ 2723484 h 5143785"/>
              <a:gd name="connsiteX8992" fmla="*/ 901637 w 3114960"/>
              <a:gd name="connsiteY8992" fmla="*/ 2714339 h 5143785"/>
              <a:gd name="connsiteX8993" fmla="*/ 901637 w 3114960"/>
              <a:gd name="connsiteY8993" fmla="*/ 2707196 h 5143785"/>
              <a:gd name="connsiteX8994" fmla="*/ 892493 w 3114960"/>
              <a:gd name="connsiteY8994" fmla="*/ 2698052 h 5143785"/>
              <a:gd name="connsiteX8995" fmla="*/ 892493 w 3114960"/>
              <a:gd name="connsiteY8995" fmla="*/ 2698052 h 5143785"/>
              <a:gd name="connsiteX8996" fmla="*/ 885349 w 3114960"/>
              <a:gd name="connsiteY8996" fmla="*/ 2698052 h 5143785"/>
              <a:gd name="connsiteX8997" fmla="*/ 876205 w 3114960"/>
              <a:gd name="connsiteY8997" fmla="*/ 2707196 h 5143785"/>
              <a:gd name="connsiteX8998" fmla="*/ 875062 w 3114960"/>
              <a:gd name="connsiteY8998" fmla="*/ 2709005 h 5143785"/>
              <a:gd name="connsiteX8999" fmla="*/ 762857 w 3114960"/>
              <a:gd name="connsiteY8999" fmla="*/ 2707100 h 5143785"/>
              <a:gd name="connsiteX9000" fmla="*/ 761048 w 3114960"/>
              <a:gd name="connsiteY9000" fmla="*/ 2707862 h 5143785"/>
              <a:gd name="connsiteX9001" fmla="*/ 718471 w 3114960"/>
              <a:gd name="connsiteY9001" fmla="*/ 2754916 h 5143785"/>
              <a:gd name="connsiteX9002" fmla="*/ 685705 w 3114960"/>
              <a:gd name="connsiteY9002" fmla="*/ 2724722 h 5143785"/>
              <a:gd name="connsiteX9003" fmla="*/ 687038 w 3114960"/>
              <a:gd name="connsiteY9003" fmla="*/ 2722626 h 5143785"/>
              <a:gd name="connsiteX9004" fmla="*/ 687038 w 3114960"/>
              <a:gd name="connsiteY9004" fmla="*/ 2712911 h 5143785"/>
              <a:gd name="connsiteX9005" fmla="*/ 682752 w 3114960"/>
              <a:gd name="connsiteY9005" fmla="*/ 2720721 h 5143785"/>
              <a:gd name="connsiteX9006" fmla="*/ 678466 w 3114960"/>
              <a:gd name="connsiteY9006" fmla="*/ 2725103 h 5143785"/>
              <a:gd name="connsiteX9007" fmla="*/ 672370 w 3114960"/>
              <a:gd name="connsiteY9007" fmla="*/ 2725103 h 5143785"/>
              <a:gd name="connsiteX9008" fmla="*/ 668084 w 3114960"/>
              <a:gd name="connsiteY9008" fmla="*/ 2720817 h 5143785"/>
              <a:gd name="connsiteX9009" fmla="*/ 668084 w 3114960"/>
              <a:gd name="connsiteY9009" fmla="*/ 2714720 h 5143785"/>
              <a:gd name="connsiteX9010" fmla="*/ 672370 w 3114960"/>
              <a:gd name="connsiteY9010" fmla="*/ 2710339 h 5143785"/>
              <a:gd name="connsiteX9011" fmla="*/ 675418 w 3114960"/>
              <a:gd name="connsiteY9011" fmla="*/ 2709672 h 5143785"/>
              <a:gd name="connsiteX9012" fmla="*/ 678466 w 3114960"/>
              <a:gd name="connsiteY9012" fmla="*/ 2710244 h 5143785"/>
              <a:gd name="connsiteX9013" fmla="*/ 682752 w 3114960"/>
              <a:gd name="connsiteY9013" fmla="*/ 2714530 h 5143785"/>
              <a:gd name="connsiteX9014" fmla="*/ 682752 w 3114960"/>
              <a:gd name="connsiteY9014" fmla="*/ 2720626 h 5143785"/>
              <a:gd name="connsiteX9015" fmla="*/ 888683 w 3114960"/>
              <a:gd name="connsiteY9015" fmla="*/ 2701290 h 5143785"/>
              <a:gd name="connsiteX9016" fmla="*/ 888873 w 3114960"/>
              <a:gd name="connsiteY9016" fmla="*/ 2701290 h 5143785"/>
              <a:gd name="connsiteX9017" fmla="*/ 889064 w 3114960"/>
              <a:gd name="connsiteY9017" fmla="*/ 2701290 h 5143785"/>
              <a:gd name="connsiteX9018" fmla="*/ 898208 w 3114960"/>
              <a:gd name="connsiteY9018" fmla="*/ 2710910 h 5143785"/>
              <a:gd name="connsiteX9019" fmla="*/ 888587 w 3114960"/>
              <a:gd name="connsiteY9019" fmla="*/ 2720054 h 5143785"/>
              <a:gd name="connsiteX9020" fmla="*/ 879443 w 3114960"/>
              <a:gd name="connsiteY9020" fmla="*/ 2710434 h 5143785"/>
              <a:gd name="connsiteX9021" fmla="*/ 888587 w 3114960"/>
              <a:gd name="connsiteY9021" fmla="*/ 2701290 h 5143785"/>
              <a:gd name="connsiteX9022" fmla="*/ 1758315 w 3114960"/>
              <a:gd name="connsiteY9022" fmla="*/ 4443984 h 5143785"/>
              <a:gd name="connsiteX9023" fmla="*/ 1747838 w 3114960"/>
              <a:gd name="connsiteY9023" fmla="*/ 4454462 h 5143785"/>
              <a:gd name="connsiteX9024" fmla="*/ 1737360 w 3114960"/>
              <a:gd name="connsiteY9024" fmla="*/ 4443984 h 5143785"/>
              <a:gd name="connsiteX9025" fmla="*/ 1747838 w 3114960"/>
              <a:gd name="connsiteY9025" fmla="*/ 4433507 h 5143785"/>
              <a:gd name="connsiteX9026" fmla="*/ 1758315 w 3114960"/>
              <a:gd name="connsiteY9026" fmla="*/ 4443984 h 5143785"/>
              <a:gd name="connsiteX9027" fmla="*/ 1760411 w 3114960"/>
              <a:gd name="connsiteY9027" fmla="*/ 4293394 h 5143785"/>
              <a:gd name="connsiteX9028" fmla="*/ 1747933 w 3114960"/>
              <a:gd name="connsiteY9028" fmla="*/ 4305872 h 5143785"/>
              <a:gd name="connsiteX9029" fmla="*/ 1735455 w 3114960"/>
              <a:gd name="connsiteY9029" fmla="*/ 4293394 h 5143785"/>
              <a:gd name="connsiteX9030" fmla="*/ 1747933 w 3114960"/>
              <a:gd name="connsiteY9030" fmla="*/ 4280916 h 5143785"/>
              <a:gd name="connsiteX9031" fmla="*/ 1760411 w 3114960"/>
              <a:gd name="connsiteY9031" fmla="*/ 4293394 h 5143785"/>
              <a:gd name="connsiteX9032" fmla="*/ 1761744 w 3114960"/>
              <a:gd name="connsiteY9032" fmla="*/ 4193000 h 5143785"/>
              <a:gd name="connsiteX9033" fmla="*/ 1747933 w 3114960"/>
              <a:gd name="connsiteY9033" fmla="*/ 4206812 h 5143785"/>
              <a:gd name="connsiteX9034" fmla="*/ 1734122 w 3114960"/>
              <a:gd name="connsiteY9034" fmla="*/ 4193000 h 5143785"/>
              <a:gd name="connsiteX9035" fmla="*/ 1747933 w 3114960"/>
              <a:gd name="connsiteY9035" fmla="*/ 4179189 h 5143785"/>
              <a:gd name="connsiteX9036" fmla="*/ 1761744 w 3114960"/>
              <a:gd name="connsiteY9036" fmla="*/ 4193000 h 5143785"/>
              <a:gd name="connsiteX9037" fmla="*/ 1806988 w 3114960"/>
              <a:gd name="connsiteY9037" fmla="*/ 4295775 h 5143785"/>
              <a:gd name="connsiteX9038" fmla="*/ 1794510 w 3114960"/>
              <a:gd name="connsiteY9038" fmla="*/ 4308253 h 5143785"/>
              <a:gd name="connsiteX9039" fmla="*/ 1782032 w 3114960"/>
              <a:gd name="connsiteY9039" fmla="*/ 4295775 h 5143785"/>
              <a:gd name="connsiteX9040" fmla="*/ 1794510 w 3114960"/>
              <a:gd name="connsiteY9040" fmla="*/ 4283297 h 5143785"/>
              <a:gd name="connsiteX9041" fmla="*/ 1806988 w 3114960"/>
              <a:gd name="connsiteY9041" fmla="*/ 4295775 h 5143785"/>
              <a:gd name="connsiteX9042" fmla="*/ 1806321 w 3114960"/>
              <a:gd name="connsiteY9042" fmla="*/ 4345972 h 5143785"/>
              <a:gd name="connsiteX9043" fmla="*/ 1794510 w 3114960"/>
              <a:gd name="connsiteY9043" fmla="*/ 4357783 h 5143785"/>
              <a:gd name="connsiteX9044" fmla="*/ 1782699 w 3114960"/>
              <a:gd name="connsiteY9044" fmla="*/ 4345972 h 5143785"/>
              <a:gd name="connsiteX9045" fmla="*/ 1794510 w 3114960"/>
              <a:gd name="connsiteY9045" fmla="*/ 4334161 h 5143785"/>
              <a:gd name="connsiteX9046" fmla="*/ 1806321 w 3114960"/>
              <a:gd name="connsiteY9046" fmla="*/ 4345972 h 5143785"/>
              <a:gd name="connsiteX9047" fmla="*/ 1805654 w 3114960"/>
              <a:gd name="connsiteY9047" fmla="*/ 4396169 h 5143785"/>
              <a:gd name="connsiteX9048" fmla="*/ 1794510 w 3114960"/>
              <a:gd name="connsiteY9048" fmla="*/ 4407313 h 5143785"/>
              <a:gd name="connsiteX9049" fmla="*/ 1783366 w 3114960"/>
              <a:gd name="connsiteY9049" fmla="*/ 4396169 h 5143785"/>
              <a:gd name="connsiteX9050" fmla="*/ 1794510 w 3114960"/>
              <a:gd name="connsiteY9050" fmla="*/ 4385024 h 5143785"/>
              <a:gd name="connsiteX9051" fmla="*/ 1805654 w 3114960"/>
              <a:gd name="connsiteY9051" fmla="*/ 4396169 h 5143785"/>
              <a:gd name="connsiteX9052" fmla="*/ 1807655 w 3114960"/>
              <a:gd name="connsiteY9052" fmla="*/ 4245579 h 5143785"/>
              <a:gd name="connsiteX9053" fmla="*/ 1794510 w 3114960"/>
              <a:gd name="connsiteY9053" fmla="*/ 4258723 h 5143785"/>
              <a:gd name="connsiteX9054" fmla="*/ 1781366 w 3114960"/>
              <a:gd name="connsiteY9054" fmla="*/ 4245579 h 5143785"/>
              <a:gd name="connsiteX9055" fmla="*/ 1794510 w 3114960"/>
              <a:gd name="connsiteY9055" fmla="*/ 4232434 h 5143785"/>
              <a:gd name="connsiteX9056" fmla="*/ 1807655 w 3114960"/>
              <a:gd name="connsiteY9056" fmla="*/ 4245579 h 5143785"/>
              <a:gd name="connsiteX9057" fmla="*/ 245269 w 3114960"/>
              <a:gd name="connsiteY9057" fmla="*/ 1937290 h 5143785"/>
              <a:gd name="connsiteX9058" fmla="*/ 265652 w 3114960"/>
              <a:gd name="connsiteY9058" fmla="*/ 1937290 h 5143785"/>
              <a:gd name="connsiteX9059" fmla="*/ 270796 w 3114960"/>
              <a:gd name="connsiteY9059" fmla="*/ 1932146 h 5143785"/>
              <a:gd name="connsiteX9060" fmla="*/ 270796 w 3114960"/>
              <a:gd name="connsiteY9060" fmla="*/ 1931289 h 5143785"/>
              <a:gd name="connsiteX9061" fmla="*/ 355759 w 3114960"/>
              <a:gd name="connsiteY9061" fmla="*/ 1931289 h 5143785"/>
              <a:gd name="connsiteX9062" fmla="*/ 371856 w 3114960"/>
              <a:gd name="connsiteY9062" fmla="*/ 1947482 h 5143785"/>
              <a:gd name="connsiteX9063" fmla="*/ 444818 w 3114960"/>
              <a:gd name="connsiteY9063" fmla="*/ 1947482 h 5143785"/>
              <a:gd name="connsiteX9064" fmla="*/ 458153 w 3114960"/>
              <a:gd name="connsiteY9064" fmla="*/ 1934432 h 5143785"/>
              <a:gd name="connsiteX9065" fmla="*/ 466344 w 3114960"/>
              <a:gd name="connsiteY9065" fmla="*/ 1937290 h 5143785"/>
              <a:gd name="connsiteX9066" fmla="*/ 479774 w 3114960"/>
              <a:gd name="connsiteY9066" fmla="*/ 1923860 h 5143785"/>
              <a:gd name="connsiteX9067" fmla="*/ 466344 w 3114960"/>
              <a:gd name="connsiteY9067" fmla="*/ 1910429 h 5143785"/>
              <a:gd name="connsiteX9068" fmla="*/ 452914 w 3114960"/>
              <a:gd name="connsiteY9068" fmla="*/ 1923860 h 5143785"/>
              <a:gd name="connsiteX9069" fmla="*/ 455009 w 3114960"/>
              <a:gd name="connsiteY9069" fmla="*/ 1931003 h 5143785"/>
              <a:gd name="connsiteX9070" fmla="*/ 442913 w 3114960"/>
              <a:gd name="connsiteY9070" fmla="*/ 1942814 h 5143785"/>
              <a:gd name="connsiteX9071" fmla="*/ 373856 w 3114960"/>
              <a:gd name="connsiteY9071" fmla="*/ 1942814 h 5143785"/>
              <a:gd name="connsiteX9072" fmla="*/ 357759 w 3114960"/>
              <a:gd name="connsiteY9072" fmla="*/ 1926622 h 5143785"/>
              <a:gd name="connsiteX9073" fmla="*/ 270796 w 3114960"/>
              <a:gd name="connsiteY9073" fmla="*/ 1926622 h 5143785"/>
              <a:gd name="connsiteX9074" fmla="*/ 270796 w 3114960"/>
              <a:gd name="connsiteY9074" fmla="*/ 1925765 h 5143785"/>
              <a:gd name="connsiteX9075" fmla="*/ 265652 w 3114960"/>
              <a:gd name="connsiteY9075" fmla="*/ 1920621 h 5143785"/>
              <a:gd name="connsiteX9076" fmla="*/ 245269 w 3114960"/>
              <a:gd name="connsiteY9076" fmla="*/ 1920621 h 5143785"/>
              <a:gd name="connsiteX9077" fmla="*/ 240125 w 3114960"/>
              <a:gd name="connsiteY9077" fmla="*/ 1925765 h 5143785"/>
              <a:gd name="connsiteX9078" fmla="*/ 240125 w 3114960"/>
              <a:gd name="connsiteY9078" fmla="*/ 1932242 h 5143785"/>
              <a:gd name="connsiteX9079" fmla="*/ 245269 w 3114960"/>
              <a:gd name="connsiteY9079" fmla="*/ 1937385 h 5143785"/>
              <a:gd name="connsiteX9080" fmla="*/ 466344 w 3114960"/>
              <a:gd name="connsiteY9080" fmla="*/ 1915001 h 5143785"/>
              <a:gd name="connsiteX9081" fmla="*/ 475012 w 3114960"/>
              <a:gd name="connsiteY9081" fmla="*/ 1923669 h 5143785"/>
              <a:gd name="connsiteX9082" fmla="*/ 466344 w 3114960"/>
              <a:gd name="connsiteY9082" fmla="*/ 1932337 h 5143785"/>
              <a:gd name="connsiteX9083" fmla="*/ 457676 w 3114960"/>
              <a:gd name="connsiteY9083" fmla="*/ 1923669 h 5143785"/>
              <a:gd name="connsiteX9084" fmla="*/ 466344 w 3114960"/>
              <a:gd name="connsiteY9084" fmla="*/ 1915001 h 5143785"/>
              <a:gd name="connsiteX9085" fmla="*/ 264986 w 3114960"/>
              <a:gd name="connsiteY9085" fmla="*/ 1922907 h 5143785"/>
              <a:gd name="connsiteX9086" fmla="*/ 265652 w 3114960"/>
              <a:gd name="connsiteY9086" fmla="*/ 1922907 h 5143785"/>
              <a:gd name="connsiteX9087" fmla="*/ 268319 w 3114960"/>
              <a:gd name="connsiteY9087" fmla="*/ 1925574 h 5143785"/>
              <a:gd name="connsiteX9088" fmla="*/ 268319 w 3114960"/>
              <a:gd name="connsiteY9088" fmla="*/ 1932051 h 5143785"/>
              <a:gd name="connsiteX9089" fmla="*/ 265652 w 3114960"/>
              <a:gd name="connsiteY9089" fmla="*/ 1934718 h 5143785"/>
              <a:gd name="connsiteX9090" fmla="*/ 264986 w 3114960"/>
              <a:gd name="connsiteY9090" fmla="*/ 1934718 h 5143785"/>
              <a:gd name="connsiteX9091" fmla="*/ 264986 w 3114960"/>
              <a:gd name="connsiteY9091" fmla="*/ 1922907 h 5143785"/>
              <a:gd name="connsiteX9092" fmla="*/ 252127 w 3114960"/>
              <a:gd name="connsiteY9092" fmla="*/ 1922907 h 5143785"/>
              <a:gd name="connsiteX9093" fmla="*/ 261842 w 3114960"/>
              <a:gd name="connsiteY9093" fmla="*/ 1922907 h 5143785"/>
              <a:gd name="connsiteX9094" fmla="*/ 261842 w 3114960"/>
              <a:gd name="connsiteY9094" fmla="*/ 1934718 h 5143785"/>
              <a:gd name="connsiteX9095" fmla="*/ 252127 w 3114960"/>
              <a:gd name="connsiteY9095" fmla="*/ 1934718 h 5143785"/>
              <a:gd name="connsiteX9096" fmla="*/ 252127 w 3114960"/>
              <a:gd name="connsiteY9096" fmla="*/ 1922907 h 5143785"/>
              <a:gd name="connsiteX9097" fmla="*/ 247841 w 3114960"/>
              <a:gd name="connsiteY9097" fmla="*/ 1922907 h 5143785"/>
              <a:gd name="connsiteX9098" fmla="*/ 250603 w 3114960"/>
              <a:gd name="connsiteY9098" fmla="*/ 1922907 h 5143785"/>
              <a:gd name="connsiteX9099" fmla="*/ 250603 w 3114960"/>
              <a:gd name="connsiteY9099" fmla="*/ 1934718 h 5143785"/>
              <a:gd name="connsiteX9100" fmla="*/ 247841 w 3114960"/>
              <a:gd name="connsiteY9100" fmla="*/ 1934718 h 5143785"/>
              <a:gd name="connsiteX9101" fmla="*/ 247841 w 3114960"/>
              <a:gd name="connsiteY9101" fmla="*/ 1922907 h 5143785"/>
              <a:gd name="connsiteX9102" fmla="*/ 242602 w 3114960"/>
              <a:gd name="connsiteY9102" fmla="*/ 1925574 h 5143785"/>
              <a:gd name="connsiteX9103" fmla="*/ 245269 w 3114960"/>
              <a:gd name="connsiteY9103" fmla="*/ 1922907 h 5143785"/>
              <a:gd name="connsiteX9104" fmla="*/ 245364 w 3114960"/>
              <a:gd name="connsiteY9104" fmla="*/ 1922907 h 5143785"/>
              <a:gd name="connsiteX9105" fmla="*/ 245364 w 3114960"/>
              <a:gd name="connsiteY9105" fmla="*/ 1934718 h 5143785"/>
              <a:gd name="connsiteX9106" fmla="*/ 245269 w 3114960"/>
              <a:gd name="connsiteY9106" fmla="*/ 1934718 h 5143785"/>
              <a:gd name="connsiteX9107" fmla="*/ 242602 w 3114960"/>
              <a:gd name="connsiteY9107" fmla="*/ 1932051 h 5143785"/>
              <a:gd name="connsiteX9108" fmla="*/ 242602 w 3114960"/>
              <a:gd name="connsiteY9108" fmla="*/ 1925574 h 5143785"/>
              <a:gd name="connsiteX9109" fmla="*/ 1809464 w 3114960"/>
              <a:gd name="connsiteY9109" fmla="*/ 4194048 h 5143785"/>
              <a:gd name="connsiteX9110" fmla="*/ 1794510 w 3114960"/>
              <a:gd name="connsiteY9110" fmla="*/ 4209003 h 5143785"/>
              <a:gd name="connsiteX9111" fmla="*/ 1779556 w 3114960"/>
              <a:gd name="connsiteY9111" fmla="*/ 4194048 h 5143785"/>
              <a:gd name="connsiteX9112" fmla="*/ 1794510 w 3114960"/>
              <a:gd name="connsiteY9112" fmla="*/ 4179094 h 5143785"/>
              <a:gd name="connsiteX9113" fmla="*/ 1809464 w 3114960"/>
              <a:gd name="connsiteY9113" fmla="*/ 4194048 h 5143785"/>
              <a:gd name="connsiteX9114" fmla="*/ 1761077 w 3114960"/>
              <a:gd name="connsiteY9114" fmla="*/ 4243197 h 5143785"/>
              <a:gd name="connsiteX9115" fmla="*/ 1747933 w 3114960"/>
              <a:gd name="connsiteY9115" fmla="*/ 4256342 h 5143785"/>
              <a:gd name="connsiteX9116" fmla="*/ 1734788 w 3114960"/>
              <a:gd name="connsiteY9116" fmla="*/ 4243197 h 5143785"/>
              <a:gd name="connsiteX9117" fmla="*/ 1747933 w 3114960"/>
              <a:gd name="connsiteY9117" fmla="*/ 4230053 h 5143785"/>
              <a:gd name="connsiteX9118" fmla="*/ 1761077 w 3114960"/>
              <a:gd name="connsiteY9118" fmla="*/ 4243197 h 5143785"/>
              <a:gd name="connsiteX9119" fmla="*/ 1468850 w 3114960"/>
              <a:gd name="connsiteY9119" fmla="*/ 4159663 h 5143785"/>
              <a:gd name="connsiteX9120" fmla="*/ 1468850 w 3114960"/>
              <a:gd name="connsiteY9120" fmla="*/ 4150138 h 5143785"/>
              <a:gd name="connsiteX9121" fmla="*/ 1473137 w 3114960"/>
              <a:gd name="connsiteY9121" fmla="*/ 4145852 h 5143785"/>
              <a:gd name="connsiteX9122" fmla="*/ 1483424 w 3114960"/>
              <a:gd name="connsiteY9122" fmla="*/ 4145852 h 5143785"/>
              <a:gd name="connsiteX9123" fmla="*/ 1486948 w 3114960"/>
              <a:gd name="connsiteY9123" fmla="*/ 4149376 h 5143785"/>
              <a:gd name="connsiteX9124" fmla="*/ 1486948 w 3114960"/>
              <a:gd name="connsiteY9124" fmla="*/ 4159663 h 5143785"/>
              <a:gd name="connsiteX9125" fmla="*/ 1482662 w 3114960"/>
              <a:gd name="connsiteY9125" fmla="*/ 4163949 h 5143785"/>
              <a:gd name="connsiteX9126" fmla="*/ 1473137 w 3114960"/>
              <a:gd name="connsiteY9126" fmla="*/ 4163949 h 5143785"/>
              <a:gd name="connsiteX9127" fmla="*/ 1468850 w 3114960"/>
              <a:gd name="connsiteY9127" fmla="*/ 4159663 h 5143785"/>
              <a:gd name="connsiteX9128" fmla="*/ 1846707 w 3114960"/>
              <a:gd name="connsiteY9128" fmla="*/ 770763 h 5143785"/>
              <a:gd name="connsiteX9129" fmla="*/ 1850707 w 3114960"/>
              <a:gd name="connsiteY9129" fmla="*/ 769144 h 5143785"/>
              <a:gd name="connsiteX9130" fmla="*/ 1850707 w 3114960"/>
              <a:gd name="connsiteY9130" fmla="*/ 761048 h 5143785"/>
              <a:gd name="connsiteX9131" fmla="*/ 1842611 w 3114960"/>
              <a:gd name="connsiteY9131" fmla="*/ 761048 h 5143785"/>
              <a:gd name="connsiteX9132" fmla="*/ 1842611 w 3114960"/>
              <a:gd name="connsiteY9132" fmla="*/ 769144 h 5143785"/>
              <a:gd name="connsiteX9133" fmla="*/ 1846612 w 3114960"/>
              <a:gd name="connsiteY9133" fmla="*/ 770763 h 5143785"/>
              <a:gd name="connsiteX9134" fmla="*/ 1844326 w 3114960"/>
              <a:gd name="connsiteY9134" fmla="*/ 762762 h 5143785"/>
              <a:gd name="connsiteX9135" fmla="*/ 1846707 w 3114960"/>
              <a:gd name="connsiteY9135" fmla="*/ 761810 h 5143785"/>
              <a:gd name="connsiteX9136" fmla="*/ 1849088 w 3114960"/>
              <a:gd name="connsiteY9136" fmla="*/ 762762 h 5143785"/>
              <a:gd name="connsiteX9137" fmla="*/ 1849088 w 3114960"/>
              <a:gd name="connsiteY9137" fmla="*/ 767429 h 5143785"/>
              <a:gd name="connsiteX9138" fmla="*/ 1844421 w 3114960"/>
              <a:gd name="connsiteY9138" fmla="*/ 767429 h 5143785"/>
              <a:gd name="connsiteX9139" fmla="*/ 1844421 w 3114960"/>
              <a:gd name="connsiteY9139" fmla="*/ 762762 h 5143785"/>
              <a:gd name="connsiteX9140" fmla="*/ 1710595 w 3114960"/>
              <a:gd name="connsiteY9140" fmla="*/ 3733800 h 5143785"/>
              <a:gd name="connsiteX9141" fmla="*/ 1728121 w 3114960"/>
              <a:gd name="connsiteY9141" fmla="*/ 3715703 h 5143785"/>
              <a:gd name="connsiteX9142" fmla="*/ 1761649 w 3114960"/>
              <a:gd name="connsiteY9142" fmla="*/ 3715703 h 5143785"/>
              <a:gd name="connsiteX9143" fmla="*/ 1761935 w 3114960"/>
              <a:gd name="connsiteY9143" fmla="*/ 3717417 h 5143785"/>
              <a:gd name="connsiteX9144" fmla="*/ 1769555 w 3114960"/>
              <a:gd name="connsiteY9144" fmla="*/ 3727609 h 5143785"/>
              <a:gd name="connsiteX9145" fmla="*/ 1778032 w 3114960"/>
              <a:gd name="connsiteY9145" fmla="*/ 3729990 h 5143785"/>
              <a:gd name="connsiteX9146" fmla="*/ 1782128 w 3114960"/>
              <a:gd name="connsiteY9146" fmla="*/ 3729514 h 5143785"/>
              <a:gd name="connsiteX9147" fmla="*/ 1794224 w 3114960"/>
              <a:gd name="connsiteY9147" fmla="*/ 3709321 h 5143785"/>
              <a:gd name="connsiteX9148" fmla="*/ 1774031 w 3114960"/>
              <a:gd name="connsiteY9148" fmla="*/ 3697224 h 5143785"/>
              <a:gd name="connsiteX9149" fmla="*/ 1761649 w 3114960"/>
              <a:gd name="connsiteY9149" fmla="*/ 3710940 h 5143785"/>
              <a:gd name="connsiteX9150" fmla="*/ 1726216 w 3114960"/>
              <a:gd name="connsiteY9150" fmla="*/ 3710940 h 5143785"/>
              <a:gd name="connsiteX9151" fmla="*/ 1705928 w 3114960"/>
              <a:gd name="connsiteY9151" fmla="*/ 3731800 h 5143785"/>
              <a:gd name="connsiteX9152" fmla="*/ 1705928 w 3114960"/>
              <a:gd name="connsiteY9152" fmla="*/ 3800475 h 5143785"/>
              <a:gd name="connsiteX9153" fmla="*/ 1689068 w 3114960"/>
              <a:gd name="connsiteY9153" fmla="*/ 3818382 h 5143785"/>
              <a:gd name="connsiteX9154" fmla="*/ 1689259 w 3114960"/>
              <a:gd name="connsiteY9154" fmla="*/ 3864293 h 5143785"/>
              <a:gd name="connsiteX9155" fmla="*/ 1661351 w 3114960"/>
              <a:gd name="connsiteY9155" fmla="*/ 3887819 h 5143785"/>
              <a:gd name="connsiteX9156" fmla="*/ 1658493 w 3114960"/>
              <a:gd name="connsiteY9156" fmla="*/ 3886962 h 5143785"/>
              <a:gd name="connsiteX9157" fmla="*/ 1638205 w 3114960"/>
              <a:gd name="connsiteY9157" fmla="*/ 3886962 h 5143785"/>
              <a:gd name="connsiteX9158" fmla="*/ 1632204 w 3114960"/>
              <a:gd name="connsiteY9158" fmla="*/ 3892963 h 5143785"/>
              <a:gd name="connsiteX9159" fmla="*/ 1632204 w 3114960"/>
              <a:gd name="connsiteY9159" fmla="*/ 3900583 h 5143785"/>
              <a:gd name="connsiteX9160" fmla="*/ 1632871 w 3114960"/>
              <a:gd name="connsiteY9160" fmla="*/ 3903250 h 5143785"/>
              <a:gd name="connsiteX9161" fmla="*/ 1617440 w 3114960"/>
              <a:gd name="connsiteY9161" fmla="*/ 3915728 h 5143785"/>
              <a:gd name="connsiteX9162" fmla="*/ 1617440 w 3114960"/>
              <a:gd name="connsiteY9162" fmla="*/ 3975640 h 5143785"/>
              <a:gd name="connsiteX9163" fmla="*/ 1525048 w 3114960"/>
              <a:gd name="connsiteY9163" fmla="*/ 4082320 h 5143785"/>
              <a:gd name="connsiteX9164" fmla="*/ 1524476 w 3114960"/>
              <a:gd name="connsiteY9164" fmla="*/ 4082987 h 5143785"/>
              <a:gd name="connsiteX9165" fmla="*/ 1524476 w 3114960"/>
              <a:gd name="connsiteY9165" fmla="*/ 4098893 h 5143785"/>
              <a:gd name="connsiteX9166" fmla="*/ 1492377 w 3114960"/>
              <a:gd name="connsiteY9166" fmla="*/ 4137755 h 5143785"/>
              <a:gd name="connsiteX9167" fmla="*/ 1490377 w 3114960"/>
              <a:gd name="connsiteY9167" fmla="*/ 4137279 h 5143785"/>
              <a:gd name="connsiteX9168" fmla="*/ 1465993 w 3114960"/>
              <a:gd name="connsiteY9168" fmla="*/ 4137279 h 5143785"/>
              <a:gd name="connsiteX9169" fmla="*/ 1463707 w 3114960"/>
              <a:gd name="connsiteY9169" fmla="*/ 4137851 h 5143785"/>
              <a:gd name="connsiteX9170" fmla="*/ 1457230 w 3114960"/>
              <a:gd name="connsiteY9170" fmla="*/ 4128707 h 5143785"/>
              <a:gd name="connsiteX9171" fmla="*/ 1457516 w 3114960"/>
              <a:gd name="connsiteY9171" fmla="*/ 4043172 h 5143785"/>
              <a:gd name="connsiteX9172" fmla="*/ 1530477 w 3114960"/>
              <a:gd name="connsiteY9172" fmla="*/ 3963257 h 5143785"/>
              <a:gd name="connsiteX9173" fmla="*/ 1531525 w 3114960"/>
              <a:gd name="connsiteY9173" fmla="*/ 3963448 h 5143785"/>
              <a:gd name="connsiteX9174" fmla="*/ 1541431 w 3114960"/>
              <a:gd name="connsiteY9174" fmla="*/ 3963448 h 5143785"/>
              <a:gd name="connsiteX9175" fmla="*/ 1545336 w 3114960"/>
              <a:gd name="connsiteY9175" fmla="*/ 3959543 h 5143785"/>
              <a:gd name="connsiteX9176" fmla="*/ 1545336 w 3114960"/>
              <a:gd name="connsiteY9176" fmla="*/ 3949637 h 5143785"/>
              <a:gd name="connsiteX9177" fmla="*/ 1541431 w 3114960"/>
              <a:gd name="connsiteY9177" fmla="*/ 3945731 h 5143785"/>
              <a:gd name="connsiteX9178" fmla="*/ 1538859 w 3114960"/>
              <a:gd name="connsiteY9178" fmla="*/ 3945731 h 5143785"/>
              <a:gd name="connsiteX9179" fmla="*/ 1538859 w 3114960"/>
              <a:gd name="connsiteY9179" fmla="*/ 3884867 h 5143785"/>
              <a:gd name="connsiteX9180" fmla="*/ 1580102 w 3114960"/>
              <a:gd name="connsiteY9180" fmla="*/ 3847719 h 5143785"/>
              <a:gd name="connsiteX9181" fmla="*/ 1583627 w 3114960"/>
              <a:gd name="connsiteY9181" fmla="*/ 3848957 h 5143785"/>
              <a:gd name="connsiteX9182" fmla="*/ 1585151 w 3114960"/>
              <a:gd name="connsiteY9182" fmla="*/ 3849053 h 5143785"/>
              <a:gd name="connsiteX9183" fmla="*/ 1591723 w 3114960"/>
              <a:gd name="connsiteY9183" fmla="*/ 3846862 h 5143785"/>
              <a:gd name="connsiteX9184" fmla="*/ 1595342 w 3114960"/>
              <a:gd name="connsiteY9184" fmla="*/ 3834670 h 5143785"/>
              <a:gd name="connsiteX9185" fmla="*/ 1682496 w 3114960"/>
              <a:gd name="connsiteY9185" fmla="*/ 3757803 h 5143785"/>
              <a:gd name="connsiteX9186" fmla="*/ 1682306 w 3114960"/>
              <a:gd name="connsiteY9186" fmla="*/ 3689033 h 5143785"/>
              <a:gd name="connsiteX9187" fmla="*/ 1699832 w 3114960"/>
              <a:gd name="connsiteY9187" fmla="*/ 3671126 h 5143785"/>
              <a:gd name="connsiteX9188" fmla="*/ 1777365 w 3114960"/>
              <a:gd name="connsiteY9188" fmla="*/ 3671126 h 5143785"/>
              <a:gd name="connsiteX9189" fmla="*/ 1782509 w 3114960"/>
              <a:gd name="connsiteY9189" fmla="*/ 3675698 h 5143785"/>
              <a:gd name="connsiteX9190" fmla="*/ 1808702 w 3114960"/>
              <a:gd name="connsiteY9190" fmla="*/ 3675698 h 5143785"/>
              <a:gd name="connsiteX9191" fmla="*/ 1822132 w 3114960"/>
              <a:gd name="connsiteY9191" fmla="*/ 3686937 h 5143785"/>
              <a:gd name="connsiteX9192" fmla="*/ 1835563 w 3114960"/>
              <a:gd name="connsiteY9192" fmla="*/ 3675698 h 5143785"/>
              <a:gd name="connsiteX9193" fmla="*/ 1914620 w 3114960"/>
              <a:gd name="connsiteY9193" fmla="*/ 3675698 h 5143785"/>
              <a:gd name="connsiteX9194" fmla="*/ 1875187 w 3114960"/>
              <a:gd name="connsiteY9194" fmla="*/ 3716560 h 5143785"/>
              <a:gd name="connsiteX9195" fmla="*/ 1830229 w 3114960"/>
              <a:gd name="connsiteY9195" fmla="*/ 3717227 h 5143785"/>
              <a:gd name="connsiteX9196" fmla="*/ 1828610 w 3114960"/>
              <a:gd name="connsiteY9196" fmla="*/ 3717893 h 5143785"/>
              <a:gd name="connsiteX9197" fmla="*/ 1773650 w 3114960"/>
              <a:gd name="connsiteY9197" fmla="*/ 3771043 h 5143785"/>
              <a:gd name="connsiteX9198" fmla="*/ 1753267 w 3114960"/>
              <a:gd name="connsiteY9198" fmla="*/ 3771043 h 5143785"/>
              <a:gd name="connsiteX9199" fmla="*/ 1753267 w 3114960"/>
              <a:gd name="connsiteY9199" fmla="*/ 3767138 h 5143785"/>
              <a:gd name="connsiteX9200" fmla="*/ 1750124 w 3114960"/>
              <a:gd name="connsiteY9200" fmla="*/ 3763994 h 5143785"/>
              <a:gd name="connsiteX9201" fmla="*/ 1737646 w 3114960"/>
              <a:gd name="connsiteY9201" fmla="*/ 3763994 h 5143785"/>
              <a:gd name="connsiteX9202" fmla="*/ 1734503 w 3114960"/>
              <a:gd name="connsiteY9202" fmla="*/ 3767138 h 5143785"/>
              <a:gd name="connsiteX9203" fmla="*/ 1734503 w 3114960"/>
              <a:gd name="connsiteY9203" fmla="*/ 3779615 h 5143785"/>
              <a:gd name="connsiteX9204" fmla="*/ 1737646 w 3114960"/>
              <a:gd name="connsiteY9204" fmla="*/ 3782759 h 5143785"/>
              <a:gd name="connsiteX9205" fmla="*/ 1750124 w 3114960"/>
              <a:gd name="connsiteY9205" fmla="*/ 3782759 h 5143785"/>
              <a:gd name="connsiteX9206" fmla="*/ 1753267 w 3114960"/>
              <a:gd name="connsiteY9206" fmla="*/ 3779615 h 5143785"/>
              <a:gd name="connsiteX9207" fmla="*/ 1753267 w 3114960"/>
              <a:gd name="connsiteY9207" fmla="*/ 3775710 h 5143785"/>
              <a:gd name="connsiteX9208" fmla="*/ 1774698 w 3114960"/>
              <a:gd name="connsiteY9208" fmla="*/ 3775710 h 5143785"/>
              <a:gd name="connsiteX9209" fmla="*/ 1776317 w 3114960"/>
              <a:gd name="connsiteY9209" fmla="*/ 3775043 h 5143785"/>
              <a:gd name="connsiteX9210" fmla="*/ 1831277 w 3114960"/>
              <a:gd name="connsiteY9210" fmla="*/ 3721894 h 5143785"/>
              <a:gd name="connsiteX9211" fmla="*/ 1876235 w 3114960"/>
              <a:gd name="connsiteY9211" fmla="*/ 3721227 h 5143785"/>
              <a:gd name="connsiteX9212" fmla="*/ 1877949 w 3114960"/>
              <a:gd name="connsiteY9212" fmla="*/ 3720465 h 5143785"/>
              <a:gd name="connsiteX9213" fmla="*/ 1922050 w 3114960"/>
              <a:gd name="connsiteY9213" fmla="*/ 3674840 h 5143785"/>
              <a:gd name="connsiteX9214" fmla="*/ 1922526 w 3114960"/>
              <a:gd name="connsiteY9214" fmla="*/ 3672269 h 5143785"/>
              <a:gd name="connsiteX9215" fmla="*/ 1920335 w 3114960"/>
              <a:gd name="connsiteY9215" fmla="*/ 3670840 h 5143785"/>
              <a:gd name="connsiteX9216" fmla="*/ 1835658 w 3114960"/>
              <a:gd name="connsiteY9216" fmla="*/ 3670840 h 5143785"/>
              <a:gd name="connsiteX9217" fmla="*/ 1822228 w 3114960"/>
              <a:gd name="connsiteY9217" fmla="*/ 3659600 h 5143785"/>
              <a:gd name="connsiteX9218" fmla="*/ 1808798 w 3114960"/>
              <a:gd name="connsiteY9218" fmla="*/ 3670840 h 5143785"/>
              <a:gd name="connsiteX9219" fmla="*/ 1784414 w 3114960"/>
              <a:gd name="connsiteY9219" fmla="*/ 3670840 h 5143785"/>
              <a:gd name="connsiteX9220" fmla="*/ 1779270 w 3114960"/>
              <a:gd name="connsiteY9220" fmla="*/ 3666268 h 5143785"/>
              <a:gd name="connsiteX9221" fmla="*/ 1697927 w 3114960"/>
              <a:gd name="connsiteY9221" fmla="*/ 3666268 h 5143785"/>
              <a:gd name="connsiteX9222" fmla="*/ 1677638 w 3114960"/>
              <a:gd name="connsiteY9222" fmla="*/ 3687032 h 5143785"/>
              <a:gd name="connsiteX9223" fmla="*/ 1677829 w 3114960"/>
              <a:gd name="connsiteY9223" fmla="*/ 3755612 h 5143785"/>
              <a:gd name="connsiteX9224" fmla="*/ 1592866 w 3114960"/>
              <a:gd name="connsiteY9224" fmla="*/ 3830479 h 5143785"/>
              <a:gd name="connsiteX9225" fmla="*/ 1578578 w 3114960"/>
              <a:gd name="connsiteY9225" fmla="*/ 3829241 h 5143785"/>
              <a:gd name="connsiteX9226" fmla="*/ 1574387 w 3114960"/>
              <a:gd name="connsiteY9226" fmla="*/ 3836480 h 5143785"/>
              <a:gd name="connsiteX9227" fmla="*/ 1576483 w 3114960"/>
              <a:gd name="connsiteY9227" fmla="*/ 3844576 h 5143785"/>
              <a:gd name="connsiteX9228" fmla="*/ 1534097 w 3114960"/>
              <a:gd name="connsiteY9228" fmla="*/ 3882580 h 5143785"/>
              <a:gd name="connsiteX9229" fmla="*/ 1534097 w 3114960"/>
              <a:gd name="connsiteY9229" fmla="*/ 3945541 h 5143785"/>
              <a:gd name="connsiteX9230" fmla="*/ 1531620 w 3114960"/>
              <a:gd name="connsiteY9230" fmla="*/ 3945541 h 5143785"/>
              <a:gd name="connsiteX9231" fmla="*/ 1527715 w 3114960"/>
              <a:gd name="connsiteY9231" fmla="*/ 3949446 h 5143785"/>
              <a:gd name="connsiteX9232" fmla="*/ 1527715 w 3114960"/>
              <a:gd name="connsiteY9232" fmla="*/ 3959067 h 5143785"/>
              <a:gd name="connsiteX9233" fmla="*/ 1453420 w 3114960"/>
              <a:gd name="connsiteY9233" fmla="*/ 4040410 h 5143785"/>
              <a:gd name="connsiteX9234" fmla="*/ 1452753 w 3114960"/>
              <a:gd name="connsiteY9234" fmla="*/ 4042029 h 5143785"/>
              <a:gd name="connsiteX9235" fmla="*/ 1452467 w 3114960"/>
              <a:gd name="connsiteY9235" fmla="*/ 4129278 h 5143785"/>
              <a:gd name="connsiteX9236" fmla="*/ 1452944 w 3114960"/>
              <a:gd name="connsiteY9236" fmla="*/ 4130707 h 5143785"/>
              <a:gd name="connsiteX9237" fmla="*/ 1460849 w 3114960"/>
              <a:gd name="connsiteY9237" fmla="*/ 4141851 h 5143785"/>
              <a:gd name="connsiteX9238" fmla="*/ 1460659 w 3114960"/>
              <a:gd name="connsiteY9238" fmla="*/ 4142613 h 5143785"/>
              <a:gd name="connsiteX9239" fmla="*/ 1460659 w 3114960"/>
              <a:gd name="connsiteY9239" fmla="*/ 4166521 h 5143785"/>
              <a:gd name="connsiteX9240" fmla="*/ 1465993 w 3114960"/>
              <a:gd name="connsiteY9240" fmla="*/ 4171855 h 5143785"/>
              <a:gd name="connsiteX9241" fmla="*/ 1489901 w 3114960"/>
              <a:gd name="connsiteY9241" fmla="*/ 4171855 h 5143785"/>
              <a:gd name="connsiteX9242" fmla="*/ 1495235 w 3114960"/>
              <a:gd name="connsiteY9242" fmla="*/ 4166521 h 5143785"/>
              <a:gd name="connsiteX9243" fmla="*/ 1495235 w 3114960"/>
              <a:gd name="connsiteY9243" fmla="*/ 4142137 h 5143785"/>
              <a:gd name="connsiteX9244" fmla="*/ 1495235 w 3114960"/>
              <a:gd name="connsiteY9244" fmla="*/ 4141851 h 5143785"/>
              <a:gd name="connsiteX9245" fmla="*/ 1529334 w 3114960"/>
              <a:gd name="connsiteY9245" fmla="*/ 4100608 h 5143785"/>
              <a:gd name="connsiteX9246" fmla="*/ 1529334 w 3114960"/>
              <a:gd name="connsiteY9246" fmla="*/ 4084796 h 5143785"/>
              <a:gd name="connsiteX9247" fmla="*/ 1621727 w 3114960"/>
              <a:gd name="connsiteY9247" fmla="*/ 3978117 h 5143785"/>
              <a:gd name="connsiteX9248" fmla="*/ 1622298 w 3114960"/>
              <a:gd name="connsiteY9248" fmla="*/ 3977450 h 5143785"/>
              <a:gd name="connsiteX9249" fmla="*/ 1622298 w 3114960"/>
              <a:gd name="connsiteY9249" fmla="*/ 3918013 h 5143785"/>
              <a:gd name="connsiteX9250" fmla="*/ 1636776 w 3114960"/>
              <a:gd name="connsiteY9250" fmla="*/ 3906298 h 5143785"/>
              <a:gd name="connsiteX9251" fmla="*/ 1638395 w 3114960"/>
              <a:gd name="connsiteY9251" fmla="*/ 3906584 h 5143785"/>
              <a:gd name="connsiteX9252" fmla="*/ 1658684 w 3114960"/>
              <a:gd name="connsiteY9252" fmla="*/ 3906584 h 5143785"/>
              <a:gd name="connsiteX9253" fmla="*/ 1664684 w 3114960"/>
              <a:gd name="connsiteY9253" fmla="*/ 3900583 h 5143785"/>
              <a:gd name="connsiteX9254" fmla="*/ 1664684 w 3114960"/>
              <a:gd name="connsiteY9254" fmla="*/ 3892963 h 5143785"/>
              <a:gd name="connsiteX9255" fmla="*/ 1664399 w 3114960"/>
              <a:gd name="connsiteY9255" fmla="*/ 3891629 h 5143785"/>
              <a:gd name="connsiteX9256" fmla="*/ 1694212 w 3114960"/>
              <a:gd name="connsiteY9256" fmla="*/ 3866484 h 5143785"/>
              <a:gd name="connsiteX9257" fmla="*/ 1694021 w 3114960"/>
              <a:gd name="connsiteY9257" fmla="*/ 3820287 h 5143785"/>
              <a:gd name="connsiteX9258" fmla="*/ 1710881 w 3114960"/>
              <a:gd name="connsiteY9258" fmla="*/ 3802380 h 5143785"/>
              <a:gd name="connsiteX9259" fmla="*/ 1710881 w 3114960"/>
              <a:gd name="connsiteY9259" fmla="*/ 3733800 h 5143785"/>
              <a:gd name="connsiteX9260" fmla="*/ 1775174 w 3114960"/>
              <a:gd name="connsiteY9260" fmla="*/ 3701892 h 5143785"/>
              <a:gd name="connsiteX9261" fmla="*/ 1778032 w 3114960"/>
              <a:gd name="connsiteY9261" fmla="*/ 3701510 h 5143785"/>
              <a:gd name="connsiteX9262" fmla="*/ 1789557 w 3114960"/>
              <a:gd name="connsiteY9262" fmla="*/ 3710464 h 5143785"/>
              <a:gd name="connsiteX9263" fmla="*/ 1780985 w 3114960"/>
              <a:gd name="connsiteY9263" fmla="*/ 3724847 h 5143785"/>
              <a:gd name="connsiteX9264" fmla="*/ 1772031 w 3114960"/>
              <a:gd name="connsiteY9264" fmla="*/ 3723513 h 5143785"/>
              <a:gd name="connsiteX9265" fmla="*/ 1766602 w 3114960"/>
              <a:gd name="connsiteY9265" fmla="*/ 3716179 h 5143785"/>
              <a:gd name="connsiteX9266" fmla="*/ 1775174 w 3114960"/>
              <a:gd name="connsiteY9266" fmla="*/ 3701796 h 5143785"/>
              <a:gd name="connsiteX9267" fmla="*/ 1821942 w 3114960"/>
              <a:gd name="connsiteY9267" fmla="*/ 3664744 h 5143785"/>
              <a:gd name="connsiteX9268" fmla="*/ 1830800 w 3114960"/>
              <a:gd name="connsiteY9268" fmla="*/ 3673602 h 5143785"/>
              <a:gd name="connsiteX9269" fmla="*/ 1821942 w 3114960"/>
              <a:gd name="connsiteY9269" fmla="*/ 3682460 h 5143785"/>
              <a:gd name="connsiteX9270" fmla="*/ 1813084 w 3114960"/>
              <a:gd name="connsiteY9270" fmla="*/ 3673602 h 5143785"/>
              <a:gd name="connsiteX9271" fmla="*/ 1821942 w 3114960"/>
              <a:gd name="connsiteY9271" fmla="*/ 3664744 h 5143785"/>
              <a:gd name="connsiteX9272" fmla="*/ 1581245 w 3114960"/>
              <a:gd name="connsiteY9272" fmla="*/ 3833527 h 5143785"/>
              <a:gd name="connsiteX9273" fmla="*/ 1584960 w 3114960"/>
              <a:gd name="connsiteY9273" fmla="*/ 3832288 h 5143785"/>
              <a:gd name="connsiteX9274" fmla="*/ 1589913 w 3114960"/>
              <a:gd name="connsiteY9274" fmla="*/ 3834765 h 5143785"/>
              <a:gd name="connsiteX9275" fmla="*/ 1588675 w 3114960"/>
              <a:gd name="connsiteY9275" fmla="*/ 3843433 h 5143785"/>
              <a:gd name="connsiteX9276" fmla="*/ 1584103 w 3114960"/>
              <a:gd name="connsiteY9276" fmla="*/ 3844576 h 5143785"/>
              <a:gd name="connsiteX9277" fmla="*/ 1580007 w 3114960"/>
              <a:gd name="connsiteY9277" fmla="*/ 3842195 h 5143785"/>
              <a:gd name="connsiteX9278" fmla="*/ 1578769 w 3114960"/>
              <a:gd name="connsiteY9278" fmla="*/ 3837623 h 5143785"/>
              <a:gd name="connsiteX9279" fmla="*/ 1581150 w 3114960"/>
              <a:gd name="connsiteY9279" fmla="*/ 3833527 h 5143785"/>
              <a:gd name="connsiteX9280" fmla="*/ 1490282 w 3114960"/>
              <a:gd name="connsiteY9280" fmla="*/ 4166807 h 5143785"/>
              <a:gd name="connsiteX9281" fmla="*/ 1489805 w 3114960"/>
              <a:gd name="connsiteY9281" fmla="*/ 4167283 h 5143785"/>
              <a:gd name="connsiteX9282" fmla="*/ 1465898 w 3114960"/>
              <a:gd name="connsiteY9282" fmla="*/ 4167283 h 5143785"/>
              <a:gd name="connsiteX9283" fmla="*/ 1465421 w 3114960"/>
              <a:gd name="connsiteY9283" fmla="*/ 4166807 h 5143785"/>
              <a:gd name="connsiteX9284" fmla="*/ 1465421 w 3114960"/>
              <a:gd name="connsiteY9284" fmla="*/ 4142899 h 5143785"/>
              <a:gd name="connsiteX9285" fmla="*/ 1465898 w 3114960"/>
              <a:gd name="connsiteY9285" fmla="*/ 4142423 h 5143785"/>
              <a:gd name="connsiteX9286" fmla="*/ 1490282 w 3114960"/>
              <a:gd name="connsiteY9286" fmla="*/ 4142423 h 5143785"/>
              <a:gd name="connsiteX9287" fmla="*/ 1490282 w 3114960"/>
              <a:gd name="connsiteY9287" fmla="*/ 4166807 h 5143785"/>
              <a:gd name="connsiteX9288" fmla="*/ 1659731 w 3114960"/>
              <a:gd name="connsiteY9288" fmla="*/ 3900773 h 5143785"/>
              <a:gd name="connsiteX9289" fmla="*/ 1658493 w 3114960"/>
              <a:gd name="connsiteY9289" fmla="*/ 3902012 h 5143785"/>
              <a:gd name="connsiteX9290" fmla="*/ 1638205 w 3114960"/>
              <a:gd name="connsiteY9290" fmla="*/ 3902012 h 5143785"/>
              <a:gd name="connsiteX9291" fmla="*/ 1636967 w 3114960"/>
              <a:gd name="connsiteY9291" fmla="*/ 3900773 h 5143785"/>
              <a:gd name="connsiteX9292" fmla="*/ 1636967 w 3114960"/>
              <a:gd name="connsiteY9292" fmla="*/ 3893153 h 5143785"/>
              <a:gd name="connsiteX9293" fmla="*/ 1638205 w 3114960"/>
              <a:gd name="connsiteY9293" fmla="*/ 3891915 h 5143785"/>
              <a:gd name="connsiteX9294" fmla="*/ 1658493 w 3114960"/>
              <a:gd name="connsiteY9294" fmla="*/ 3891915 h 5143785"/>
              <a:gd name="connsiteX9295" fmla="*/ 1659731 w 3114960"/>
              <a:gd name="connsiteY9295" fmla="*/ 3893153 h 5143785"/>
              <a:gd name="connsiteX9296" fmla="*/ 1659731 w 3114960"/>
              <a:gd name="connsiteY9296" fmla="*/ 3900773 h 5143785"/>
              <a:gd name="connsiteX9297" fmla="*/ 1629347 w 3114960"/>
              <a:gd name="connsiteY9297" fmla="*/ 539210 h 5143785"/>
              <a:gd name="connsiteX9298" fmla="*/ 1636490 w 3114960"/>
              <a:gd name="connsiteY9298" fmla="*/ 539210 h 5143785"/>
              <a:gd name="connsiteX9299" fmla="*/ 1636490 w 3114960"/>
              <a:gd name="connsiteY9299" fmla="*/ 543973 h 5143785"/>
              <a:gd name="connsiteX9300" fmla="*/ 1629347 w 3114960"/>
              <a:gd name="connsiteY9300" fmla="*/ 543973 h 5143785"/>
              <a:gd name="connsiteX9301" fmla="*/ 1629347 w 3114960"/>
              <a:gd name="connsiteY9301" fmla="*/ 539210 h 5143785"/>
              <a:gd name="connsiteX9302" fmla="*/ 1632966 w 3114960"/>
              <a:gd name="connsiteY9302" fmla="*/ 417100 h 5143785"/>
              <a:gd name="connsiteX9303" fmla="*/ 1619536 w 3114960"/>
              <a:gd name="connsiteY9303" fmla="*/ 430530 h 5143785"/>
              <a:gd name="connsiteX9304" fmla="*/ 1629442 w 3114960"/>
              <a:gd name="connsiteY9304" fmla="*/ 443484 h 5143785"/>
              <a:gd name="connsiteX9305" fmla="*/ 1629442 w 3114960"/>
              <a:gd name="connsiteY9305" fmla="*/ 446437 h 5143785"/>
              <a:gd name="connsiteX9306" fmla="*/ 1636586 w 3114960"/>
              <a:gd name="connsiteY9306" fmla="*/ 446437 h 5143785"/>
              <a:gd name="connsiteX9307" fmla="*/ 1636586 w 3114960"/>
              <a:gd name="connsiteY9307" fmla="*/ 443484 h 5143785"/>
              <a:gd name="connsiteX9308" fmla="*/ 1646492 w 3114960"/>
              <a:gd name="connsiteY9308" fmla="*/ 430530 h 5143785"/>
              <a:gd name="connsiteX9309" fmla="*/ 1633061 w 3114960"/>
              <a:gd name="connsiteY9309" fmla="*/ 417100 h 5143785"/>
              <a:gd name="connsiteX9310" fmla="*/ 1632966 w 3114960"/>
              <a:gd name="connsiteY9310" fmla="*/ 439293 h 5143785"/>
              <a:gd name="connsiteX9311" fmla="*/ 1624298 w 3114960"/>
              <a:gd name="connsiteY9311" fmla="*/ 430625 h 5143785"/>
              <a:gd name="connsiteX9312" fmla="*/ 1632966 w 3114960"/>
              <a:gd name="connsiteY9312" fmla="*/ 421958 h 5143785"/>
              <a:gd name="connsiteX9313" fmla="*/ 1641634 w 3114960"/>
              <a:gd name="connsiteY9313" fmla="*/ 430625 h 5143785"/>
              <a:gd name="connsiteX9314" fmla="*/ 1632966 w 3114960"/>
              <a:gd name="connsiteY9314" fmla="*/ 439293 h 5143785"/>
              <a:gd name="connsiteX9315" fmla="*/ 1636490 w 3114960"/>
              <a:gd name="connsiteY9315" fmla="*/ 530733 h 5143785"/>
              <a:gd name="connsiteX9316" fmla="*/ 1629347 w 3114960"/>
              <a:gd name="connsiteY9316" fmla="*/ 530733 h 5143785"/>
              <a:gd name="connsiteX9317" fmla="*/ 1629347 w 3114960"/>
              <a:gd name="connsiteY9317" fmla="*/ 522256 h 5143785"/>
              <a:gd name="connsiteX9318" fmla="*/ 1636490 w 3114960"/>
              <a:gd name="connsiteY9318" fmla="*/ 522256 h 5143785"/>
              <a:gd name="connsiteX9319" fmla="*/ 1636490 w 3114960"/>
              <a:gd name="connsiteY9319" fmla="*/ 530733 h 5143785"/>
              <a:gd name="connsiteX9320" fmla="*/ 1636490 w 3114960"/>
              <a:gd name="connsiteY9320" fmla="*/ 513874 h 5143785"/>
              <a:gd name="connsiteX9321" fmla="*/ 1629347 w 3114960"/>
              <a:gd name="connsiteY9321" fmla="*/ 513874 h 5143785"/>
              <a:gd name="connsiteX9322" fmla="*/ 1629347 w 3114960"/>
              <a:gd name="connsiteY9322" fmla="*/ 505397 h 5143785"/>
              <a:gd name="connsiteX9323" fmla="*/ 1636490 w 3114960"/>
              <a:gd name="connsiteY9323" fmla="*/ 505397 h 5143785"/>
              <a:gd name="connsiteX9324" fmla="*/ 1636490 w 3114960"/>
              <a:gd name="connsiteY9324" fmla="*/ 513874 h 5143785"/>
              <a:gd name="connsiteX9325" fmla="*/ 1764221 w 3114960"/>
              <a:gd name="connsiteY9325" fmla="*/ 4051173 h 5143785"/>
              <a:gd name="connsiteX9326" fmla="*/ 1790510 w 3114960"/>
              <a:gd name="connsiteY9326" fmla="*/ 4051173 h 5143785"/>
              <a:gd name="connsiteX9327" fmla="*/ 1793272 w 3114960"/>
              <a:gd name="connsiteY9327" fmla="*/ 4056031 h 5143785"/>
              <a:gd name="connsiteX9328" fmla="*/ 1802797 w 3114960"/>
              <a:gd name="connsiteY9328" fmla="*/ 4060412 h 5143785"/>
              <a:gd name="connsiteX9329" fmla="*/ 1803368 w 3114960"/>
              <a:gd name="connsiteY9329" fmla="*/ 4060412 h 5143785"/>
              <a:gd name="connsiteX9330" fmla="*/ 1816989 w 3114960"/>
              <a:gd name="connsiteY9330" fmla="*/ 4047363 h 5143785"/>
              <a:gd name="connsiteX9331" fmla="*/ 1816989 w 3114960"/>
              <a:gd name="connsiteY9331" fmla="*/ 4047363 h 5143785"/>
              <a:gd name="connsiteX9332" fmla="*/ 1803940 w 3114960"/>
              <a:gd name="connsiteY9332" fmla="*/ 4033076 h 5143785"/>
              <a:gd name="connsiteX9333" fmla="*/ 1797558 w 3114960"/>
              <a:gd name="connsiteY9333" fmla="*/ 4034409 h 5143785"/>
              <a:gd name="connsiteX9334" fmla="*/ 1777556 w 3114960"/>
              <a:gd name="connsiteY9334" fmla="*/ 4011359 h 5143785"/>
              <a:gd name="connsiteX9335" fmla="*/ 1778127 w 3114960"/>
              <a:gd name="connsiteY9335" fmla="*/ 3825907 h 5143785"/>
              <a:gd name="connsiteX9336" fmla="*/ 1766411 w 3114960"/>
              <a:gd name="connsiteY9336" fmla="*/ 3814382 h 5143785"/>
              <a:gd name="connsiteX9337" fmla="*/ 1766792 w 3114960"/>
              <a:gd name="connsiteY9337" fmla="*/ 3812667 h 5143785"/>
              <a:gd name="connsiteX9338" fmla="*/ 1766792 w 3114960"/>
              <a:gd name="connsiteY9338" fmla="*/ 3805047 h 5143785"/>
              <a:gd name="connsiteX9339" fmla="*/ 1760792 w 3114960"/>
              <a:gd name="connsiteY9339" fmla="*/ 3799046 h 5143785"/>
              <a:gd name="connsiteX9340" fmla="*/ 1740503 w 3114960"/>
              <a:gd name="connsiteY9340" fmla="*/ 3799046 h 5143785"/>
              <a:gd name="connsiteX9341" fmla="*/ 1734503 w 3114960"/>
              <a:gd name="connsiteY9341" fmla="*/ 3805047 h 5143785"/>
              <a:gd name="connsiteX9342" fmla="*/ 1734503 w 3114960"/>
              <a:gd name="connsiteY9342" fmla="*/ 3812667 h 5143785"/>
              <a:gd name="connsiteX9343" fmla="*/ 1735074 w 3114960"/>
              <a:gd name="connsiteY9343" fmla="*/ 3815144 h 5143785"/>
              <a:gd name="connsiteX9344" fmla="*/ 1724120 w 3114960"/>
              <a:gd name="connsiteY9344" fmla="*/ 3825907 h 5143785"/>
              <a:gd name="connsiteX9345" fmla="*/ 1724120 w 3114960"/>
              <a:gd name="connsiteY9345" fmla="*/ 3904964 h 5143785"/>
              <a:gd name="connsiteX9346" fmla="*/ 1725168 w 3114960"/>
              <a:gd name="connsiteY9346" fmla="*/ 3904964 h 5143785"/>
              <a:gd name="connsiteX9347" fmla="*/ 1715262 w 3114960"/>
              <a:gd name="connsiteY9347" fmla="*/ 3915442 h 5143785"/>
              <a:gd name="connsiteX9348" fmla="*/ 1726025 w 3114960"/>
              <a:gd name="connsiteY9348" fmla="*/ 3927158 h 5143785"/>
              <a:gd name="connsiteX9349" fmla="*/ 1737741 w 3114960"/>
              <a:gd name="connsiteY9349" fmla="*/ 3916394 h 5143785"/>
              <a:gd name="connsiteX9350" fmla="*/ 1728121 w 3114960"/>
              <a:gd name="connsiteY9350" fmla="*/ 3904964 h 5143785"/>
              <a:gd name="connsiteX9351" fmla="*/ 1728788 w 3114960"/>
              <a:gd name="connsiteY9351" fmla="*/ 3904964 h 5143785"/>
              <a:gd name="connsiteX9352" fmla="*/ 1728788 w 3114960"/>
              <a:gd name="connsiteY9352" fmla="*/ 3827907 h 5143785"/>
              <a:gd name="connsiteX9353" fmla="*/ 1738598 w 3114960"/>
              <a:gd name="connsiteY9353" fmla="*/ 3818287 h 5143785"/>
              <a:gd name="connsiteX9354" fmla="*/ 1740503 w 3114960"/>
              <a:gd name="connsiteY9354" fmla="*/ 3818668 h 5143785"/>
              <a:gd name="connsiteX9355" fmla="*/ 1760792 w 3114960"/>
              <a:gd name="connsiteY9355" fmla="*/ 3818668 h 5143785"/>
              <a:gd name="connsiteX9356" fmla="*/ 1763459 w 3114960"/>
              <a:gd name="connsiteY9356" fmla="*/ 3818001 h 5143785"/>
              <a:gd name="connsiteX9357" fmla="*/ 1773460 w 3114960"/>
              <a:gd name="connsiteY9357" fmla="*/ 3827812 h 5143785"/>
              <a:gd name="connsiteX9358" fmla="*/ 1772888 w 3114960"/>
              <a:gd name="connsiteY9358" fmla="*/ 4012121 h 5143785"/>
              <a:gd name="connsiteX9359" fmla="*/ 1772888 w 3114960"/>
              <a:gd name="connsiteY9359" fmla="*/ 4012978 h 5143785"/>
              <a:gd name="connsiteX9360" fmla="*/ 1793748 w 3114960"/>
              <a:gd name="connsiteY9360" fmla="*/ 4036981 h 5143785"/>
              <a:gd name="connsiteX9361" fmla="*/ 1789843 w 3114960"/>
              <a:gd name="connsiteY9361" fmla="*/ 4045934 h 5143785"/>
              <a:gd name="connsiteX9362" fmla="*/ 1789843 w 3114960"/>
              <a:gd name="connsiteY9362" fmla="*/ 4046125 h 5143785"/>
              <a:gd name="connsiteX9363" fmla="*/ 1762030 w 3114960"/>
              <a:gd name="connsiteY9363" fmla="*/ 4046125 h 5143785"/>
              <a:gd name="connsiteX9364" fmla="*/ 1637728 w 3114960"/>
              <a:gd name="connsiteY9364" fmla="*/ 4197954 h 5143785"/>
              <a:gd name="connsiteX9365" fmla="*/ 1637728 w 3114960"/>
              <a:gd name="connsiteY9365" fmla="*/ 4237292 h 5143785"/>
              <a:gd name="connsiteX9366" fmla="*/ 1627346 w 3114960"/>
              <a:gd name="connsiteY9366" fmla="*/ 4249579 h 5143785"/>
              <a:gd name="connsiteX9367" fmla="*/ 1636586 w 3114960"/>
              <a:gd name="connsiteY9367" fmla="*/ 4261676 h 5143785"/>
              <a:gd name="connsiteX9368" fmla="*/ 1636586 w 3114960"/>
              <a:gd name="connsiteY9368" fmla="*/ 4340352 h 5143785"/>
              <a:gd name="connsiteX9369" fmla="*/ 1633157 w 3114960"/>
              <a:gd name="connsiteY9369" fmla="*/ 4340352 h 5143785"/>
              <a:gd name="connsiteX9370" fmla="*/ 1621631 w 3114960"/>
              <a:gd name="connsiteY9370" fmla="*/ 4351878 h 5143785"/>
              <a:gd name="connsiteX9371" fmla="*/ 1621631 w 3114960"/>
              <a:gd name="connsiteY9371" fmla="*/ 4403217 h 5143785"/>
              <a:gd name="connsiteX9372" fmla="*/ 1633157 w 3114960"/>
              <a:gd name="connsiteY9372" fmla="*/ 4414743 h 5143785"/>
              <a:gd name="connsiteX9373" fmla="*/ 1647158 w 3114960"/>
              <a:gd name="connsiteY9373" fmla="*/ 4414743 h 5143785"/>
              <a:gd name="connsiteX9374" fmla="*/ 1658684 w 3114960"/>
              <a:gd name="connsiteY9374" fmla="*/ 4403217 h 5143785"/>
              <a:gd name="connsiteX9375" fmla="*/ 1658684 w 3114960"/>
              <a:gd name="connsiteY9375" fmla="*/ 4351878 h 5143785"/>
              <a:gd name="connsiteX9376" fmla="*/ 1647158 w 3114960"/>
              <a:gd name="connsiteY9376" fmla="*/ 4340352 h 5143785"/>
              <a:gd name="connsiteX9377" fmla="*/ 1643729 w 3114960"/>
              <a:gd name="connsiteY9377" fmla="*/ 4340352 h 5143785"/>
              <a:gd name="connsiteX9378" fmla="*/ 1643729 w 3114960"/>
              <a:gd name="connsiteY9378" fmla="*/ 4261676 h 5143785"/>
              <a:gd name="connsiteX9379" fmla="*/ 1652969 w 3114960"/>
              <a:gd name="connsiteY9379" fmla="*/ 4249579 h 5143785"/>
              <a:gd name="connsiteX9380" fmla="*/ 1642586 w 3114960"/>
              <a:gd name="connsiteY9380" fmla="*/ 4237292 h 5143785"/>
              <a:gd name="connsiteX9381" fmla="*/ 1642586 w 3114960"/>
              <a:gd name="connsiteY9381" fmla="*/ 4199573 h 5143785"/>
              <a:gd name="connsiteX9382" fmla="*/ 1764411 w 3114960"/>
              <a:gd name="connsiteY9382" fmla="*/ 4050792 h 5143785"/>
              <a:gd name="connsiteX9383" fmla="*/ 1762030 w 3114960"/>
              <a:gd name="connsiteY9383" fmla="*/ 3812762 h 5143785"/>
              <a:gd name="connsiteX9384" fmla="*/ 1760792 w 3114960"/>
              <a:gd name="connsiteY9384" fmla="*/ 3814001 h 5143785"/>
              <a:gd name="connsiteX9385" fmla="*/ 1740503 w 3114960"/>
              <a:gd name="connsiteY9385" fmla="*/ 3814001 h 5143785"/>
              <a:gd name="connsiteX9386" fmla="*/ 1739265 w 3114960"/>
              <a:gd name="connsiteY9386" fmla="*/ 3812762 h 5143785"/>
              <a:gd name="connsiteX9387" fmla="*/ 1739265 w 3114960"/>
              <a:gd name="connsiteY9387" fmla="*/ 3805142 h 5143785"/>
              <a:gd name="connsiteX9388" fmla="*/ 1740503 w 3114960"/>
              <a:gd name="connsiteY9388" fmla="*/ 3803904 h 5143785"/>
              <a:gd name="connsiteX9389" fmla="*/ 1760792 w 3114960"/>
              <a:gd name="connsiteY9389" fmla="*/ 3803904 h 5143785"/>
              <a:gd name="connsiteX9390" fmla="*/ 1762030 w 3114960"/>
              <a:gd name="connsiteY9390" fmla="*/ 3805142 h 5143785"/>
              <a:gd name="connsiteX9391" fmla="*/ 1762030 w 3114960"/>
              <a:gd name="connsiteY9391" fmla="*/ 3812762 h 5143785"/>
              <a:gd name="connsiteX9392" fmla="*/ 1797177 w 3114960"/>
              <a:gd name="connsiteY9392" fmla="*/ 4040505 h 5143785"/>
              <a:gd name="connsiteX9393" fmla="*/ 1797558 w 3114960"/>
              <a:gd name="connsiteY9393" fmla="*/ 4040219 h 5143785"/>
              <a:gd name="connsiteX9394" fmla="*/ 1803464 w 3114960"/>
              <a:gd name="connsiteY9394" fmla="*/ 4037934 h 5143785"/>
              <a:gd name="connsiteX9395" fmla="*/ 1803845 w 3114960"/>
              <a:gd name="connsiteY9395" fmla="*/ 4037934 h 5143785"/>
              <a:gd name="connsiteX9396" fmla="*/ 1812322 w 3114960"/>
              <a:gd name="connsiteY9396" fmla="*/ 4047173 h 5143785"/>
              <a:gd name="connsiteX9397" fmla="*/ 1803082 w 3114960"/>
              <a:gd name="connsiteY9397" fmla="*/ 4055650 h 5143785"/>
              <a:gd name="connsiteX9398" fmla="*/ 1796891 w 3114960"/>
              <a:gd name="connsiteY9398" fmla="*/ 4052792 h 5143785"/>
              <a:gd name="connsiteX9399" fmla="*/ 1794605 w 3114960"/>
              <a:gd name="connsiteY9399" fmla="*/ 4046411 h 5143785"/>
              <a:gd name="connsiteX9400" fmla="*/ 1797272 w 3114960"/>
              <a:gd name="connsiteY9400" fmla="*/ 4040505 h 5143785"/>
              <a:gd name="connsiteX9401" fmla="*/ 1651349 w 3114960"/>
              <a:gd name="connsiteY9401" fmla="*/ 4403503 h 5143785"/>
              <a:gd name="connsiteX9402" fmla="*/ 1646968 w 3114960"/>
              <a:gd name="connsiteY9402" fmla="*/ 4407885 h 5143785"/>
              <a:gd name="connsiteX9403" fmla="*/ 1632966 w 3114960"/>
              <a:gd name="connsiteY9403" fmla="*/ 4407885 h 5143785"/>
              <a:gd name="connsiteX9404" fmla="*/ 1628585 w 3114960"/>
              <a:gd name="connsiteY9404" fmla="*/ 4403503 h 5143785"/>
              <a:gd name="connsiteX9405" fmla="*/ 1628585 w 3114960"/>
              <a:gd name="connsiteY9405" fmla="*/ 4391787 h 5143785"/>
              <a:gd name="connsiteX9406" fmla="*/ 1651254 w 3114960"/>
              <a:gd name="connsiteY9406" fmla="*/ 4391787 h 5143785"/>
              <a:gd name="connsiteX9407" fmla="*/ 1651254 w 3114960"/>
              <a:gd name="connsiteY9407" fmla="*/ 4403503 h 5143785"/>
              <a:gd name="connsiteX9408" fmla="*/ 1647063 w 3114960"/>
              <a:gd name="connsiteY9408" fmla="*/ 4347877 h 5143785"/>
              <a:gd name="connsiteX9409" fmla="*/ 1651445 w 3114960"/>
              <a:gd name="connsiteY9409" fmla="*/ 4352259 h 5143785"/>
              <a:gd name="connsiteX9410" fmla="*/ 1651445 w 3114960"/>
              <a:gd name="connsiteY9410" fmla="*/ 4361212 h 5143785"/>
              <a:gd name="connsiteX9411" fmla="*/ 1628775 w 3114960"/>
              <a:gd name="connsiteY9411" fmla="*/ 4361212 h 5143785"/>
              <a:gd name="connsiteX9412" fmla="*/ 1628775 w 3114960"/>
              <a:gd name="connsiteY9412" fmla="*/ 4352259 h 5143785"/>
              <a:gd name="connsiteX9413" fmla="*/ 1633157 w 3114960"/>
              <a:gd name="connsiteY9413" fmla="*/ 4347877 h 5143785"/>
              <a:gd name="connsiteX9414" fmla="*/ 1647158 w 3114960"/>
              <a:gd name="connsiteY9414" fmla="*/ 4347877 h 5143785"/>
              <a:gd name="connsiteX9415" fmla="*/ 1648111 w 3114960"/>
              <a:gd name="connsiteY9415" fmla="*/ 4249960 h 5143785"/>
              <a:gd name="connsiteX9416" fmla="*/ 1640110 w 3114960"/>
              <a:gd name="connsiteY9416" fmla="*/ 4257961 h 5143785"/>
              <a:gd name="connsiteX9417" fmla="*/ 1632109 w 3114960"/>
              <a:gd name="connsiteY9417" fmla="*/ 4249960 h 5143785"/>
              <a:gd name="connsiteX9418" fmla="*/ 1640110 w 3114960"/>
              <a:gd name="connsiteY9418" fmla="*/ 4241959 h 5143785"/>
              <a:gd name="connsiteX9419" fmla="*/ 1648111 w 3114960"/>
              <a:gd name="connsiteY9419" fmla="*/ 4249960 h 5143785"/>
              <a:gd name="connsiteX9420" fmla="*/ 1771745 w 3114960"/>
              <a:gd name="connsiteY9420" fmla="*/ 3713321 h 5143785"/>
              <a:gd name="connsiteX9421" fmla="*/ 1778127 w 3114960"/>
              <a:gd name="connsiteY9421" fmla="*/ 3707035 h 5143785"/>
              <a:gd name="connsiteX9422" fmla="*/ 1784414 w 3114960"/>
              <a:gd name="connsiteY9422" fmla="*/ 3713417 h 5143785"/>
              <a:gd name="connsiteX9423" fmla="*/ 1778032 w 3114960"/>
              <a:gd name="connsiteY9423" fmla="*/ 3719703 h 5143785"/>
              <a:gd name="connsiteX9424" fmla="*/ 1771745 w 3114960"/>
              <a:gd name="connsiteY9424" fmla="*/ 3713321 h 5143785"/>
              <a:gd name="connsiteX9425" fmla="*/ 1636490 w 3114960"/>
              <a:gd name="connsiteY9425" fmla="*/ 497014 h 5143785"/>
              <a:gd name="connsiteX9426" fmla="*/ 1629347 w 3114960"/>
              <a:gd name="connsiteY9426" fmla="*/ 497014 h 5143785"/>
              <a:gd name="connsiteX9427" fmla="*/ 1629347 w 3114960"/>
              <a:gd name="connsiteY9427" fmla="*/ 488537 h 5143785"/>
              <a:gd name="connsiteX9428" fmla="*/ 1636490 w 3114960"/>
              <a:gd name="connsiteY9428" fmla="*/ 488537 h 5143785"/>
              <a:gd name="connsiteX9429" fmla="*/ 1636490 w 3114960"/>
              <a:gd name="connsiteY9429" fmla="*/ 497014 h 5143785"/>
              <a:gd name="connsiteX9430" fmla="*/ 569405 w 3114960"/>
              <a:gd name="connsiteY9430" fmla="*/ 2676144 h 5143785"/>
              <a:gd name="connsiteX9431" fmla="*/ 562166 w 3114960"/>
              <a:gd name="connsiteY9431" fmla="*/ 2676144 h 5143785"/>
              <a:gd name="connsiteX9432" fmla="*/ 553022 w 3114960"/>
              <a:gd name="connsiteY9432" fmla="*/ 2685288 h 5143785"/>
              <a:gd name="connsiteX9433" fmla="*/ 553022 w 3114960"/>
              <a:gd name="connsiteY9433" fmla="*/ 2692432 h 5143785"/>
              <a:gd name="connsiteX9434" fmla="*/ 562166 w 3114960"/>
              <a:gd name="connsiteY9434" fmla="*/ 2701576 h 5143785"/>
              <a:gd name="connsiteX9435" fmla="*/ 565785 w 3114960"/>
              <a:gd name="connsiteY9435" fmla="*/ 2703100 h 5143785"/>
              <a:gd name="connsiteX9436" fmla="*/ 569405 w 3114960"/>
              <a:gd name="connsiteY9436" fmla="*/ 2701576 h 5143785"/>
              <a:gd name="connsiteX9437" fmla="*/ 578549 w 3114960"/>
              <a:gd name="connsiteY9437" fmla="*/ 2692432 h 5143785"/>
              <a:gd name="connsiteX9438" fmla="*/ 578549 w 3114960"/>
              <a:gd name="connsiteY9438" fmla="*/ 2685288 h 5143785"/>
              <a:gd name="connsiteX9439" fmla="*/ 575691 w 3114960"/>
              <a:gd name="connsiteY9439" fmla="*/ 2682430 h 5143785"/>
              <a:gd name="connsiteX9440" fmla="*/ 718757 w 3114960"/>
              <a:gd name="connsiteY9440" fmla="*/ 2528030 h 5143785"/>
              <a:gd name="connsiteX9441" fmla="*/ 724567 w 3114960"/>
              <a:gd name="connsiteY9441" fmla="*/ 2529935 h 5143785"/>
              <a:gd name="connsiteX9442" fmla="*/ 735616 w 3114960"/>
              <a:gd name="connsiteY9442" fmla="*/ 2518886 h 5143785"/>
              <a:gd name="connsiteX9443" fmla="*/ 724567 w 3114960"/>
              <a:gd name="connsiteY9443" fmla="*/ 2507837 h 5143785"/>
              <a:gd name="connsiteX9444" fmla="*/ 713518 w 3114960"/>
              <a:gd name="connsiteY9444" fmla="*/ 2518886 h 5143785"/>
              <a:gd name="connsiteX9445" fmla="*/ 715423 w 3114960"/>
              <a:gd name="connsiteY9445" fmla="*/ 2524792 h 5143785"/>
              <a:gd name="connsiteX9446" fmla="*/ 572453 w 3114960"/>
              <a:gd name="connsiteY9446" fmla="*/ 2679097 h 5143785"/>
              <a:gd name="connsiteX9447" fmla="*/ 569500 w 3114960"/>
              <a:gd name="connsiteY9447" fmla="*/ 2676144 h 5143785"/>
              <a:gd name="connsiteX9448" fmla="*/ 565499 w 3114960"/>
              <a:gd name="connsiteY9448" fmla="*/ 2698147 h 5143785"/>
              <a:gd name="connsiteX9449" fmla="*/ 556355 w 3114960"/>
              <a:gd name="connsiteY9449" fmla="*/ 2688527 h 5143785"/>
              <a:gd name="connsiteX9450" fmla="*/ 565690 w 3114960"/>
              <a:gd name="connsiteY9450" fmla="*/ 2679287 h 5143785"/>
              <a:gd name="connsiteX9451" fmla="*/ 565880 w 3114960"/>
              <a:gd name="connsiteY9451" fmla="*/ 2679383 h 5143785"/>
              <a:gd name="connsiteX9452" fmla="*/ 575024 w 3114960"/>
              <a:gd name="connsiteY9452" fmla="*/ 2689003 h 5143785"/>
              <a:gd name="connsiteX9453" fmla="*/ 565404 w 3114960"/>
              <a:gd name="connsiteY9453" fmla="*/ 2698147 h 5143785"/>
              <a:gd name="connsiteX9454" fmla="*/ 1636490 w 3114960"/>
              <a:gd name="connsiteY9454" fmla="*/ 480155 h 5143785"/>
              <a:gd name="connsiteX9455" fmla="*/ 1629347 w 3114960"/>
              <a:gd name="connsiteY9455" fmla="*/ 480155 h 5143785"/>
              <a:gd name="connsiteX9456" fmla="*/ 1629347 w 3114960"/>
              <a:gd name="connsiteY9456" fmla="*/ 471678 h 5143785"/>
              <a:gd name="connsiteX9457" fmla="*/ 1636490 w 3114960"/>
              <a:gd name="connsiteY9457" fmla="*/ 471678 h 5143785"/>
              <a:gd name="connsiteX9458" fmla="*/ 1636490 w 3114960"/>
              <a:gd name="connsiteY9458" fmla="*/ 480155 h 5143785"/>
              <a:gd name="connsiteX9459" fmla="*/ 1636490 w 3114960"/>
              <a:gd name="connsiteY9459" fmla="*/ 463296 h 5143785"/>
              <a:gd name="connsiteX9460" fmla="*/ 1629347 w 3114960"/>
              <a:gd name="connsiteY9460" fmla="*/ 463296 h 5143785"/>
              <a:gd name="connsiteX9461" fmla="*/ 1629347 w 3114960"/>
              <a:gd name="connsiteY9461" fmla="*/ 454819 h 5143785"/>
              <a:gd name="connsiteX9462" fmla="*/ 1636490 w 3114960"/>
              <a:gd name="connsiteY9462" fmla="*/ 454819 h 5143785"/>
              <a:gd name="connsiteX9463" fmla="*/ 1636490 w 3114960"/>
              <a:gd name="connsiteY9463" fmla="*/ 463296 h 5143785"/>
              <a:gd name="connsiteX9464" fmla="*/ 1812512 w 3114960"/>
              <a:gd name="connsiteY9464" fmla="*/ 4136422 h 5143785"/>
              <a:gd name="connsiteX9465" fmla="*/ 1798701 w 3114960"/>
              <a:gd name="connsiteY9465" fmla="*/ 4150233 h 5143785"/>
              <a:gd name="connsiteX9466" fmla="*/ 1784890 w 3114960"/>
              <a:gd name="connsiteY9466" fmla="*/ 4136422 h 5143785"/>
              <a:gd name="connsiteX9467" fmla="*/ 1798701 w 3114960"/>
              <a:gd name="connsiteY9467" fmla="*/ 4122611 h 5143785"/>
              <a:gd name="connsiteX9468" fmla="*/ 1812512 w 3114960"/>
              <a:gd name="connsiteY9468" fmla="*/ 4136422 h 5143785"/>
              <a:gd name="connsiteX9469" fmla="*/ 2098453 w 3114960"/>
              <a:gd name="connsiteY9469" fmla="*/ 4341781 h 5143785"/>
              <a:gd name="connsiteX9470" fmla="*/ 2100548 w 3114960"/>
              <a:gd name="connsiteY9470" fmla="*/ 4341781 h 5143785"/>
              <a:gd name="connsiteX9471" fmla="*/ 2108168 w 3114960"/>
              <a:gd name="connsiteY9471" fmla="*/ 4334161 h 5143785"/>
              <a:gd name="connsiteX9472" fmla="*/ 2108168 w 3114960"/>
              <a:gd name="connsiteY9472" fmla="*/ 4312539 h 5143785"/>
              <a:gd name="connsiteX9473" fmla="*/ 2100548 w 3114960"/>
              <a:gd name="connsiteY9473" fmla="*/ 4304919 h 5143785"/>
              <a:gd name="connsiteX9474" fmla="*/ 2098453 w 3114960"/>
              <a:gd name="connsiteY9474" fmla="*/ 4304919 h 5143785"/>
              <a:gd name="connsiteX9475" fmla="*/ 2091404 w 3114960"/>
              <a:gd name="connsiteY9475" fmla="*/ 4309682 h 5143785"/>
              <a:gd name="connsiteX9476" fmla="*/ 2030635 w 3114960"/>
              <a:gd name="connsiteY9476" fmla="*/ 4234529 h 5143785"/>
              <a:gd name="connsiteX9477" fmla="*/ 1938052 w 3114960"/>
              <a:gd name="connsiteY9477" fmla="*/ 4235577 h 5143785"/>
              <a:gd name="connsiteX9478" fmla="*/ 1908334 w 3114960"/>
              <a:gd name="connsiteY9478" fmla="*/ 4262438 h 5143785"/>
              <a:gd name="connsiteX9479" fmla="*/ 1908334 w 3114960"/>
              <a:gd name="connsiteY9479" fmla="*/ 4227671 h 5143785"/>
              <a:gd name="connsiteX9480" fmla="*/ 1908334 w 3114960"/>
              <a:gd name="connsiteY9480" fmla="*/ 4227671 h 5143785"/>
              <a:gd name="connsiteX9481" fmla="*/ 1939957 w 3114960"/>
              <a:gd name="connsiteY9481" fmla="*/ 4199096 h 5143785"/>
              <a:gd name="connsiteX9482" fmla="*/ 2039207 w 3114960"/>
              <a:gd name="connsiteY9482" fmla="*/ 4199096 h 5143785"/>
              <a:gd name="connsiteX9483" fmla="*/ 2106740 w 3114960"/>
              <a:gd name="connsiteY9483" fmla="*/ 4282536 h 5143785"/>
              <a:gd name="connsiteX9484" fmla="*/ 2104454 w 3114960"/>
              <a:gd name="connsiteY9484" fmla="*/ 4288155 h 5143785"/>
              <a:gd name="connsiteX9485" fmla="*/ 2107121 w 3114960"/>
              <a:gd name="connsiteY9485" fmla="*/ 4297204 h 5143785"/>
              <a:gd name="connsiteX9486" fmla="*/ 2115312 w 3114960"/>
              <a:gd name="connsiteY9486" fmla="*/ 4301681 h 5143785"/>
              <a:gd name="connsiteX9487" fmla="*/ 2116646 w 3114960"/>
              <a:gd name="connsiteY9487" fmla="*/ 4301681 h 5143785"/>
              <a:gd name="connsiteX9488" fmla="*/ 2124266 w 3114960"/>
              <a:gd name="connsiteY9488" fmla="*/ 4299014 h 5143785"/>
              <a:gd name="connsiteX9489" fmla="*/ 2126171 w 3114960"/>
              <a:gd name="connsiteY9489" fmla="*/ 4281773 h 5143785"/>
              <a:gd name="connsiteX9490" fmla="*/ 2117979 w 3114960"/>
              <a:gd name="connsiteY9490" fmla="*/ 4277297 h 5143785"/>
              <a:gd name="connsiteX9491" fmla="*/ 2110359 w 3114960"/>
              <a:gd name="connsiteY9491" fmla="*/ 4279202 h 5143785"/>
              <a:gd name="connsiteX9492" fmla="*/ 2041589 w 3114960"/>
              <a:gd name="connsiteY9492" fmla="*/ 4194143 h 5143785"/>
              <a:gd name="connsiteX9493" fmla="*/ 1938147 w 3114960"/>
              <a:gd name="connsiteY9493" fmla="*/ 4194143 h 5143785"/>
              <a:gd name="connsiteX9494" fmla="*/ 1908334 w 3114960"/>
              <a:gd name="connsiteY9494" fmla="*/ 4221004 h 5143785"/>
              <a:gd name="connsiteX9495" fmla="*/ 1908334 w 3114960"/>
              <a:gd name="connsiteY9495" fmla="*/ 4190524 h 5143785"/>
              <a:gd name="connsiteX9496" fmla="*/ 1908334 w 3114960"/>
              <a:gd name="connsiteY9496" fmla="*/ 4190524 h 5143785"/>
              <a:gd name="connsiteX9497" fmla="*/ 1939957 w 3114960"/>
              <a:gd name="connsiteY9497" fmla="*/ 4161949 h 5143785"/>
              <a:gd name="connsiteX9498" fmla="*/ 2056162 w 3114960"/>
              <a:gd name="connsiteY9498" fmla="*/ 4161949 h 5143785"/>
              <a:gd name="connsiteX9499" fmla="*/ 2128266 w 3114960"/>
              <a:gd name="connsiteY9499" fmla="*/ 4251008 h 5143785"/>
              <a:gd name="connsiteX9500" fmla="*/ 2128457 w 3114960"/>
              <a:gd name="connsiteY9500" fmla="*/ 4250817 h 5143785"/>
              <a:gd name="connsiteX9501" fmla="*/ 2128457 w 3114960"/>
              <a:gd name="connsiteY9501" fmla="*/ 4262343 h 5143785"/>
              <a:gd name="connsiteX9502" fmla="*/ 2134743 w 3114960"/>
              <a:gd name="connsiteY9502" fmla="*/ 4268629 h 5143785"/>
              <a:gd name="connsiteX9503" fmla="*/ 2134743 w 3114960"/>
              <a:gd name="connsiteY9503" fmla="*/ 4268629 h 5143785"/>
              <a:gd name="connsiteX9504" fmla="*/ 2141030 w 3114960"/>
              <a:gd name="connsiteY9504" fmla="*/ 4262343 h 5143785"/>
              <a:gd name="connsiteX9505" fmla="*/ 2141030 w 3114960"/>
              <a:gd name="connsiteY9505" fmla="*/ 4242816 h 5143785"/>
              <a:gd name="connsiteX9506" fmla="*/ 2134743 w 3114960"/>
              <a:gd name="connsiteY9506" fmla="*/ 4236530 h 5143785"/>
              <a:gd name="connsiteX9507" fmla="*/ 2128457 w 3114960"/>
              <a:gd name="connsiteY9507" fmla="*/ 4242816 h 5143785"/>
              <a:gd name="connsiteX9508" fmla="*/ 2128457 w 3114960"/>
              <a:gd name="connsiteY9508" fmla="*/ 4243483 h 5143785"/>
              <a:gd name="connsiteX9509" fmla="*/ 2058543 w 3114960"/>
              <a:gd name="connsiteY9509" fmla="*/ 4156996 h 5143785"/>
              <a:gd name="connsiteX9510" fmla="*/ 1938147 w 3114960"/>
              <a:gd name="connsiteY9510" fmla="*/ 4156996 h 5143785"/>
              <a:gd name="connsiteX9511" fmla="*/ 1908334 w 3114960"/>
              <a:gd name="connsiteY9511" fmla="*/ 4183856 h 5143785"/>
              <a:gd name="connsiteX9512" fmla="*/ 1908334 w 3114960"/>
              <a:gd name="connsiteY9512" fmla="*/ 4182999 h 5143785"/>
              <a:gd name="connsiteX9513" fmla="*/ 1904238 w 3114960"/>
              <a:gd name="connsiteY9513" fmla="*/ 4178903 h 5143785"/>
              <a:gd name="connsiteX9514" fmla="*/ 1875377 w 3114960"/>
              <a:gd name="connsiteY9514" fmla="*/ 4178903 h 5143785"/>
              <a:gd name="connsiteX9515" fmla="*/ 1870805 w 3114960"/>
              <a:gd name="connsiteY9515" fmla="*/ 4183475 h 5143785"/>
              <a:gd name="connsiteX9516" fmla="*/ 1870805 w 3114960"/>
              <a:gd name="connsiteY9516" fmla="*/ 4282154 h 5143785"/>
              <a:gd name="connsiteX9517" fmla="*/ 1875377 w 3114960"/>
              <a:gd name="connsiteY9517" fmla="*/ 4286727 h 5143785"/>
              <a:gd name="connsiteX9518" fmla="*/ 1903762 w 3114960"/>
              <a:gd name="connsiteY9518" fmla="*/ 4286727 h 5143785"/>
              <a:gd name="connsiteX9519" fmla="*/ 1908334 w 3114960"/>
              <a:gd name="connsiteY9519" fmla="*/ 4282154 h 5143785"/>
              <a:gd name="connsiteX9520" fmla="*/ 1908334 w 3114960"/>
              <a:gd name="connsiteY9520" fmla="*/ 4268820 h 5143785"/>
              <a:gd name="connsiteX9521" fmla="*/ 1908334 w 3114960"/>
              <a:gd name="connsiteY9521" fmla="*/ 4268820 h 5143785"/>
              <a:gd name="connsiteX9522" fmla="*/ 1939957 w 3114960"/>
              <a:gd name="connsiteY9522" fmla="*/ 4240245 h 5143785"/>
              <a:gd name="connsiteX9523" fmla="*/ 2028349 w 3114960"/>
              <a:gd name="connsiteY9523" fmla="*/ 4239197 h 5143785"/>
              <a:gd name="connsiteX9524" fmla="*/ 2090833 w 3114960"/>
              <a:gd name="connsiteY9524" fmla="*/ 4316445 h 5143785"/>
              <a:gd name="connsiteX9525" fmla="*/ 2090833 w 3114960"/>
              <a:gd name="connsiteY9525" fmla="*/ 4333875 h 5143785"/>
              <a:gd name="connsiteX9526" fmla="*/ 2098453 w 3114960"/>
              <a:gd name="connsiteY9526" fmla="*/ 4341495 h 5143785"/>
              <a:gd name="connsiteX9527" fmla="*/ 2095691 w 3114960"/>
              <a:gd name="connsiteY9527" fmla="*/ 4312539 h 5143785"/>
              <a:gd name="connsiteX9528" fmla="*/ 2098453 w 3114960"/>
              <a:gd name="connsiteY9528" fmla="*/ 4309777 h 5143785"/>
              <a:gd name="connsiteX9529" fmla="*/ 2100548 w 3114960"/>
              <a:gd name="connsiteY9529" fmla="*/ 4309777 h 5143785"/>
              <a:gd name="connsiteX9530" fmla="*/ 2103311 w 3114960"/>
              <a:gd name="connsiteY9530" fmla="*/ 4312539 h 5143785"/>
              <a:gd name="connsiteX9531" fmla="*/ 2103311 w 3114960"/>
              <a:gd name="connsiteY9531" fmla="*/ 4334161 h 5143785"/>
              <a:gd name="connsiteX9532" fmla="*/ 2100548 w 3114960"/>
              <a:gd name="connsiteY9532" fmla="*/ 4336923 h 5143785"/>
              <a:gd name="connsiteX9533" fmla="*/ 2098453 w 3114960"/>
              <a:gd name="connsiteY9533" fmla="*/ 4336923 h 5143785"/>
              <a:gd name="connsiteX9534" fmla="*/ 2095691 w 3114960"/>
              <a:gd name="connsiteY9534" fmla="*/ 4334161 h 5143785"/>
              <a:gd name="connsiteX9535" fmla="*/ 2095691 w 3114960"/>
              <a:gd name="connsiteY9535" fmla="*/ 4312539 h 5143785"/>
              <a:gd name="connsiteX9536" fmla="*/ 2111978 w 3114960"/>
              <a:gd name="connsiteY9536" fmla="*/ 4283869 h 5143785"/>
              <a:gd name="connsiteX9537" fmla="*/ 2116550 w 3114960"/>
              <a:gd name="connsiteY9537" fmla="*/ 4282250 h 5143785"/>
              <a:gd name="connsiteX9538" fmla="*/ 2117312 w 3114960"/>
              <a:gd name="connsiteY9538" fmla="*/ 4282250 h 5143785"/>
              <a:gd name="connsiteX9539" fmla="*/ 2122265 w 3114960"/>
              <a:gd name="connsiteY9539" fmla="*/ 4284917 h 5143785"/>
              <a:gd name="connsiteX9540" fmla="*/ 2121122 w 3114960"/>
              <a:gd name="connsiteY9540" fmla="*/ 4295299 h 5143785"/>
              <a:gd name="connsiteX9541" fmla="*/ 2115693 w 3114960"/>
              <a:gd name="connsiteY9541" fmla="*/ 4296918 h 5143785"/>
              <a:gd name="connsiteX9542" fmla="*/ 2110740 w 3114960"/>
              <a:gd name="connsiteY9542" fmla="*/ 4294251 h 5143785"/>
              <a:gd name="connsiteX9543" fmla="*/ 2110740 w 3114960"/>
              <a:gd name="connsiteY9543" fmla="*/ 4294251 h 5143785"/>
              <a:gd name="connsiteX9544" fmla="*/ 2109121 w 3114960"/>
              <a:gd name="connsiteY9544" fmla="*/ 4288822 h 5143785"/>
              <a:gd name="connsiteX9545" fmla="*/ 2111788 w 3114960"/>
              <a:gd name="connsiteY9545" fmla="*/ 4283869 h 5143785"/>
              <a:gd name="connsiteX9546" fmla="*/ 1905000 w 3114960"/>
              <a:gd name="connsiteY9546" fmla="*/ 4265390 h 5143785"/>
              <a:gd name="connsiteX9547" fmla="*/ 1905000 w 3114960"/>
              <a:gd name="connsiteY9547" fmla="*/ 4265390 h 5143785"/>
              <a:gd name="connsiteX9548" fmla="*/ 1905000 w 3114960"/>
              <a:gd name="connsiteY9548" fmla="*/ 4265390 h 5143785"/>
              <a:gd name="connsiteX9549" fmla="*/ 1905000 w 3114960"/>
              <a:gd name="connsiteY9549" fmla="*/ 4282345 h 5143785"/>
              <a:gd name="connsiteX9550" fmla="*/ 1903762 w 3114960"/>
              <a:gd name="connsiteY9550" fmla="*/ 4283583 h 5143785"/>
              <a:gd name="connsiteX9551" fmla="*/ 1875377 w 3114960"/>
              <a:gd name="connsiteY9551" fmla="*/ 4283583 h 5143785"/>
              <a:gd name="connsiteX9552" fmla="*/ 1874139 w 3114960"/>
              <a:gd name="connsiteY9552" fmla="*/ 4282345 h 5143785"/>
              <a:gd name="connsiteX9553" fmla="*/ 1874139 w 3114960"/>
              <a:gd name="connsiteY9553" fmla="*/ 4251770 h 5143785"/>
              <a:gd name="connsiteX9554" fmla="*/ 1905095 w 3114960"/>
              <a:gd name="connsiteY9554" fmla="*/ 4251770 h 5143785"/>
              <a:gd name="connsiteX9555" fmla="*/ 1905095 w 3114960"/>
              <a:gd name="connsiteY9555" fmla="*/ 4265390 h 5143785"/>
              <a:gd name="connsiteX9556" fmla="*/ 1905000 w 3114960"/>
              <a:gd name="connsiteY9556" fmla="*/ 4224147 h 5143785"/>
              <a:gd name="connsiteX9557" fmla="*/ 1905000 w 3114960"/>
              <a:gd name="connsiteY9557" fmla="*/ 4224147 h 5143785"/>
              <a:gd name="connsiteX9558" fmla="*/ 1905000 w 3114960"/>
              <a:gd name="connsiteY9558" fmla="*/ 4224147 h 5143785"/>
              <a:gd name="connsiteX9559" fmla="*/ 1905000 w 3114960"/>
              <a:gd name="connsiteY9559" fmla="*/ 4248531 h 5143785"/>
              <a:gd name="connsiteX9560" fmla="*/ 1874044 w 3114960"/>
              <a:gd name="connsiteY9560" fmla="*/ 4248531 h 5143785"/>
              <a:gd name="connsiteX9561" fmla="*/ 1874044 w 3114960"/>
              <a:gd name="connsiteY9561" fmla="*/ 4216337 h 5143785"/>
              <a:gd name="connsiteX9562" fmla="*/ 1905000 w 3114960"/>
              <a:gd name="connsiteY9562" fmla="*/ 4216337 h 5143785"/>
              <a:gd name="connsiteX9563" fmla="*/ 1905000 w 3114960"/>
              <a:gd name="connsiteY9563" fmla="*/ 4224147 h 5143785"/>
              <a:gd name="connsiteX9564" fmla="*/ 1905000 w 3114960"/>
              <a:gd name="connsiteY9564" fmla="*/ 4187000 h 5143785"/>
              <a:gd name="connsiteX9565" fmla="*/ 1905000 w 3114960"/>
              <a:gd name="connsiteY9565" fmla="*/ 4187000 h 5143785"/>
              <a:gd name="connsiteX9566" fmla="*/ 1905000 w 3114960"/>
              <a:gd name="connsiteY9566" fmla="*/ 4187000 h 5143785"/>
              <a:gd name="connsiteX9567" fmla="*/ 1905000 w 3114960"/>
              <a:gd name="connsiteY9567" fmla="*/ 4213003 h 5143785"/>
              <a:gd name="connsiteX9568" fmla="*/ 1874044 w 3114960"/>
              <a:gd name="connsiteY9568" fmla="*/ 4213003 h 5143785"/>
              <a:gd name="connsiteX9569" fmla="*/ 1874044 w 3114960"/>
              <a:gd name="connsiteY9569" fmla="*/ 4183571 h 5143785"/>
              <a:gd name="connsiteX9570" fmla="*/ 1875282 w 3114960"/>
              <a:gd name="connsiteY9570" fmla="*/ 4182332 h 5143785"/>
              <a:gd name="connsiteX9571" fmla="*/ 1904143 w 3114960"/>
              <a:gd name="connsiteY9571" fmla="*/ 4182332 h 5143785"/>
              <a:gd name="connsiteX9572" fmla="*/ 1904905 w 3114960"/>
              <a:gd name="connsiteY9572" fmla="*/ 4183094 h 5143785"/>
              <a:gd name="connsiteX9573" fmla="*/ 1904905 w 3114960"/>
              <a:gd name="connsiteY9573" fmla="*/ 4186904 h 5143785"/>
              <a:gd name="connsiteX9574" fmla="*/ 791623 w 3114960"/>
              <a:gd name="connsiteY9574" fmla="*/ 2567559 h 5143785"/>
              <a:gd name="connsiteX9575" fmla="*/ 784479 w 3114960"/>
              <a:gd name="connsiteY9575" fmla="*/ 2567559 h 5143785"/>
              <a:gd name="connsiteX9576" fmla="*/ 775335 w 3114960"/>
              <a:gd name="connsiteY9576" fmla="*/ 2576703 h 5143785"/>
              <a:gd name="connsiteX9577" fmla="*/ 773811 w 3114960"/>
              <a:gd name="connsiteY9577" fmla="*/ 2580323 h 5143785"/>
              <a:gd name="connsiteX9578" fmla="*/ 775335 w 3114960"/>
              <a:gd name="connsiteY9578" fmla="*/ 2583942 h 5143785"/>
              <a:gd name="connsiteX9579" fmla="*/ 784479 w 3114960"/>
              <a:gd name="connsiteY9579" fmla="*/ 2593086 h 5143785"/>
              <a:gd name="connsiteX9580" fmla="*/ 788099 w 3114960"/>
              <a:gd name="connsiteY9580" fmla="*/ 2594610 h 5143785"/>
              <a:gd name="connsiteX9581" fmla="*/ 791718 w 3114960"/>
              <a:gd name="connsiteY9581" fmla="*/ 2593086 h 5143785"/>
              <a:gd name="connsiteX9582" fmla="*/ 800862 w 3114960"/>
              <a:gd name="connsiteY9582" fmla="*/ 2583942 h 5143785"/>
              <a:gd name="connsiteX9583" fmla="*/ 802386 w 3114960"/>
              <a:gd name="connsiteY9583" fmla="*/ 2580323 h 5143785"/>
              <a:gd name="connsiteX9584" fmla="*/ 800862 w 3114960"/>
              <a:gd name="connsiteY9584" fmla="*/ 2576703 h 5143785"/>
              <a:gd name="connsiteX9585" fmla="*/ 798100 w 3114960"/>
              <a:gd name="connsiteY9585" fmla="*/ 2573941 h 5143785"/>
              <a:gd name="connsiteX9586" fmla="*/ 841820 w 3114960"/>
              <a:gd name="connsiteY9586" fmla="*/ 2528030 h 5143785"/>
              <a:gd name="connsiteX9587" fmla="*/ 847630 w 3114960"/>
              <a:gd name="connsiteY9587" fmla="*/ 2529935 h 5143785"/>
              <a:gd name="connsiteX9588" fmla="*/ 858679 w 3114960"/>
              <a:gd name="connsiteY9588" fmla="*/ 2518886 h 5143785"/>
              <a:gd name="connsiteX9589" fmla="*/ 847630 w 3114960"/>
              <a:gd name="connsiteY9589" fmla="*/ 2507837 h 5143785"/>
              <a:gd name="connsiteX9590" fmla="*/ 836581 w 3114960"/>
              <a:gd name="connsiteY9590" fmla="*/ 2518886 h 5143785"/>
              <a:gd name="connsiteX9591" fmla="*/ 838486 w 3114960"/>
              <a:gd name="connsiteY9591" fmla="*/ 2524697 h 5143785"/>
              <a:gd name="connsiteX9592" fmla="*/ 794766 w 3114960"/>
              <a:gd name="connsiteY9592" fmla="*/ 2570607 h 5143785"/>
              <a:gd name="connsiteX9593" fmla="*/ 791813 w 3114960"/>
              <a:gd name="connsiteY9593" fmla="*/ 2567654 h 5143785"/>
              <a:gd name="connsiteX9594" fmla="*/ 787813 w 3114960"/>
              <a:gd name="connsiteY9594" fmla="*/ 2589657 h 5143785"/>
              <a:gd name="connsiteX9595" fmla="*/ 778669 w 3114960"/>
              <a:gd name="connsiteY9595" fmla="*/ 2580037 h 5143785"/>
              <a:gd name="connsiteX9596" fmla="*/ 787813 w 3114960"/>
              <a:gd name="connsiteY9596" fmla="*/ 2570893 h 5143785"/>
              <a:gd name="connsiteX9597" fmla="*/ 788003 w 3114960"/>
              <a:gd name="connsiteY9597" fmla="*/ 2570893 h 5143785"/>
              <a:gd name="connsiteX9598" fmla="*/ 788194 w 3114960"/>
              <a:gd name="connsiteY9598" fmla="*/ 2570893 h 5143785"/>
              <a:gd name="connsiteX9599" fmla="*/ 797338 w 3114960"/>
              <a:gd name="connsiteY9599" fmla="*/ 2580513 h 5143785"/>
              <a:gd name="connsiteX9600" fmla="*/ 787718 w 3114960"/>
              <a:gd name="connsiteY9600" fmla="*/ 2589657 h 5143785"/>
              <a:gd name="connsiteX9601" fmla="*/ 529685 w 3114960"/>
              <a:gd name="connsiteY9601" fmla="*/ 938689 h 5143785"/>
              <a:gd name="connsiteX9602" fmla="*/ 517017 w 3114960"/>
              <a:gd name="connsiteY9602" fmla="*/ 938689 h 5143785"/>
              <a:gd name="connsiteX9603" fmla="*/ 512540 w 3114960"/>
              <a:gd name="connsiteY9603" fmla="*/ 943166 h 5143785"/>
              <a:gd name="connsiteX9604" fmla="*/ 512540 w 3114960"/>
              <a:gd name="connsiteY9604" fmla="*/ 948976 h 5143785"/>
              <a:gd name="connsiteX9605" fmla="*/ 512540 w 3114960"/>
              <a:gd name="connsiteY9605" fmla="*/ 947071 h 5143785"/>
              <a:gd name="connsiteX9606" fmla="*/ 489014 w 3114960"/>
              <a:gd name="connsiteY9606" fmla="*/ 947071 h 5143785"/>
              <a:gd name="connsiteX9607" fmla="*/ 428530 w 3114960"/>
              <a:gd name="connsiteY9607" fmla="*/ 1004221 h 5143785"/>
              <a:gd name="connsiteX9608" fmla="*/ 340900 w 3114960"/>
              <a:gd name="connsiteY9608" fmla="*/ 1004221 h 5143785"/>
              <a:gd name="connsiteX9609" fmla="*/ 317373 w 3114960"/>
              <a:gd name="connsiteY9609" fmla="*/ 984790 h 5143785"/>
              <a:gd name="connsiteX9610" fmla="*/ 240030 w 3114960"/>
              <a:gd name="connsiteY9610" fmla="*/ 984980 h 5143785"/>
              <a:gd name="connsiteX9611" fmla="*/ 202406 w 3114960"/>
              <a:gd name="connsiteY9611" fmla="*/ 1016318 h 5143785"/>
              <a:gd name="connsiteX9612" fmla="*/ 195739 w 3114960"/>
              <a:gd name="connsiteY9612" fmla="*/ 1012889 h 5143785"/>
              <a:gd name="connsiteX9613" fmla="*/ 186309 w 3114960"/>
              <a:gd name="connsiteY9613" fmla="*/ 1015270 h 5143785"/>
              <a:gd name="connsiteX9614" fmla="*/ 182023 w 3114960"/>
              <a:gd name="connsiteY9614" fmla="*/ 1021842 h 5143785"/>
              <a:gd name="connsiteX9615" fmla="*/ 153638 w 3114960"/>
              <a:gd name="connsiteY9615" fmla="*/ 1021842 h 5143785"/>
              <a:gd name="connsiteX9616" fmla="*/ 115062 w 3114960"/>
              <a:gd name="connsiteY9616" fmla="*/ 976122 h 5143785"/>
              <a:gd name="connsiteX9617" fmla="*/ 95 w 3114960"/>
              <a:gd name="connsiteY9617" fmla="*/ 976122 h 5143785"/>
              <a:gd name="connsiteX9618" fmla="*/ 95 w 3114960"/>
              <a:gd name="connsiteY9618" fmla="*/ 983266 h 5143785"/>
              <a:gd name="connsiteX9619" fmla="*/ 111728 w 3114960"/>
              <a:gd name="connsiteY9619" fmla="*/ 983266 h 5143785"/>
              <a:gd name="connsiteX9620" fmla="*/ 150305 w 3114960"/>
              <a:gd name="connsiteY9620" fmla="*/ 1028986 h 5143785"/>
              <a:gd name="connsiteX9621" fmla="*/ 181832 w 3114960"/>
              <a:gd name="connsiteY9621" fmla="*/ 1028986 h 5143785"/>
              <a:gd name="connsiteX9622" fmla="*/ 192119 w 3114960"/>
              <a:gd name="connsiteY9622" fmla="*/ 1037939 h 5143785"/>
              <a:gd name="connsiteX9623" fmla="*/ 193929 w 3114960"/>
              <a:gd name="connsiteY9623" fmla="*/ 1038035 h 5143785"/>
              <a:gd name="connsiteX9624" fmla="*/ 206502 w 3114960"/>
              <a:gd name="connsiteY9624" fmla="*/ 1027176 h 5143785"/>
              <a:gd name="connsiteX9625" fmla="*/ 205264 w 3114960"/>
              <a:gd name="connsiteY9625" fmla="*/ 1020127 h 5143785"/>
              <a:gd name="connsiteX9626" fmla="*/ 241840 w 3114960"/>
              <a:gd name="connsiteY9626" fmla="*/ 989648 h 5143785"/>
              <a:gd name="connsiteX9627" fmla="*/ 315754 w 3114960"/>
              <a:gd name="connsiteY9627" fmla="*/ 989457 h 5143785"/>
              <a:gd name="connsiteX9628" fmla="*/ 339185 w 3114960"/>
              <a:gd name="connsiteY9628" fmla="*/ 1008793 h 5143785"/>
              <a:gd name="connsiteX9629" fmla="*/ 430435 w 3114960"/>
              <a:gd name="connsiteY9629" fmla="*/ 1008793 h 5143785"/>
              <a:gd name="connsiteX9630" fmla="*/ 490919 w 3114960"/>
              <a:gd name="connsiteY9630" fmla="*/ 951833 h 5143785"/>
              <a:gd name="connsiteX9631" fmla="*/ 512540 w 3114960"/>
              <a:gd name="connsiteY9631" fmla="*/ 951833 h 5143785"/>
              <a:gd name="connsiteX9632" fmla="*/ 512540 w 3114960"/>
              <a:gd name="connsiteY9632" fmla="*/ 955739 h 5143785"/>
              <a:gd name="connsiteX9633" fmla="*/ 517017 w 3114960"/>
              <a:gd name="connsiteY9633" fmla="*/ 960215 h 5143785"/>
              <a:gd name="connsiteX9634" fmla="*/ 529685 w 3114960"/>
              <a:gd name="connsiteY9634" fmla="*/ 960215 h 5143785"/>
              <a:gd name="connsiteX9635" fmla="*/ 534162 w 3114960"/>
              <a:gd name="connsiteY9635" fmla="*/ 955739 h 5143785"/>
              <a:gd name="connsiteX9636" fmla="*/ 534162 w 3114960"/>
              <a:gd name="connsiteY9636" fmla="*/ 943070 h 5143785"/>
              <a:gd name="connsiteX9637" fmla="*/ 529685 w 3114960"/>
              <a:gd name="connsiteY9637" fmla="*/ 938594 h 5143785"/>
              <a:gd name="connsiteX9638" fmla="*/ 198692 w 3114960"/>
              <a:gd name="connsiteY9638" fmla="*/ 1031748 h 5143785"/>
              <a:gd name="connsiteX9639" fmla="*/ 192881 w 3114960"/>
              <a:gd name="connsiteY9639" fmla="*/ 1033272 h 5143785"/>
              <a:gd name="connsiteX9640" fmla="*/ 186214 w 3114960"/>
              <a:gd name="connsiteY9640" fmla="*/ 1024319 h 5143785"/>
              <a:gd name="connsiteX9641" fmla="*/ 189262 w 3114960"/>
              <a:gd name="connsiteY9641" fmla="*/ 1019080 h 5143785"/>
              <a:gd name="connsiteX9642" fmla="*/ 194024 w 3114960"/>
              <a:gd name="connsiteY9642" fmla="*/ 1017461 h 5143785"/>
              <a:gd name="connsiteX9643" fmla="*/ 195167 w 3114960"/>
              <a:gd name="connsiteY9643" fmla="*/ 1017461 h 5143785"/>
              <a:gd name="connsiteX9644" fmla="*/ 200406 w 3114960"/>
              <a:gd name="connsiteY9644" fmla="*/ 1020509 h 5143785"/>
              <a:gd name="connsiteX9645" fmla="*/ 201930 w 3114960"/>
              <a:gd name="connsiteY9645" fmla="*/ 1026319 h 5143785"/>
              <a:gd name="connsiteX9646" fmla="*/ 198882 w 3114960"/>
              <a:gd name="connsiteY9646" fmla="*/ 1031558 h 5143785"/>
              <a:gd name="connsiteX9647" fmla="*/ 2068354 w 3114960"/>
              <a:gd name="connsiteY9647" fmla="*/ 4365594 h 5143785"/>
              <a:gd name="connsiteX9648" fmla="*/ 2077403 w 3114960"/>
              <a:gd name="connsiteY9648" fmla="*/ 4369594 h 5143785"/>
              <a:gd name="connsiteX9649" fmla="*/ 2085689 w 3114960"/>
              <a:gd name="connsiteY9649" fmla="*/ 4366451 h 5143785"/>
              <a:gd name="connsiteX9650" fmla="*/ 2089690 w 3114960"/>
              <a:gd name="connsiteY9650" fmla="*/ 4357973 h 5143785"/>
              <a:gd name="connsiteX9651" fmla="*/ 2086547 w 3114960"/>
              <a:gd name="connsiteY9651" fmla="*/ 4349115 h 5143785"/>
              <a:gd name="connsiteX9652" fmla="*/ 2078069 w 3114960"/>
              <a:gd name="connsiteY9652" fmla="*/ 4345115 h 5143785"/>
              <a:gd name="connsiteX9653" fmla="*/ 2071497 w 3114960"/>
              <a:gd name="connsiteY9653" fmla="*/ 4346924 h 5143785"/>
              <a:gd name="connsiteX9654" fmla="*/ 2015681 w 3114960"/>
              <a:gd name="connsiteY9654" fmla="*/ 4277868 h 5143785"/>
              <a:gd name="connsiteX9655" fmla="*/ 1940433 w 3114960"/>
              <a:gd name="connsiteY9655" fmla="*/ 4278726 h 5143785"/>
              <a:gd name="connsiteX9656" fmla="*/ 1900523 w 3114960"/>
              <a:gd name="connsiteY9656" fmla="*/ 4312920 h 5143785"/>
              <a:gd name="connsiteX9657" fmla="*/ 1900523 w 3114960"/>
              <a:gd name="connsiteY9657" fmla="*/ 4305681 h 5143785"/>
              <a:gd name="connsiteX9658" fmla="*/ 1893856 w 3114960"/>
              <a:gd name="connsiteY9658" fmla="*/ 4299014 h 5143785"/>
              <a:gd name="connsiteX9659" fmla="*/ 1885378 w 3114960"/>
              <a:gd name="connsiteY9659" fmla="*/ 4299014 h 5143785"/>
              <a:gd name="connsiteX9660" fmla="*/ 1878711 w 3114960"/>
              <a:gd name="connsiteY9660" fmla="*/ 4305681 h 5143785"/>
              <a:gd name="connsiteX9661" fmla="*/ 1878711 w 3114960"/>
              <a:gd name="connsiteY9661" fmla="*/ 4332161 h 5143785"/>
              <a:gd name="connsiteX9662" fmla="*/ 1885378 w 3114960"/>
              <a:gd name="connsiteY9662" fmla="*/ 4338828 h 5143785"/>
              <a:gd name="connsiteX9663" fmla="*/ 1893856 w 3114960"/>
              <a:gd name="connsiteY9663" fmla="*/ 4338828 h 5143785"/>
              <a:gd name="connsiteX9664" fmla="*/ 1900523 w 3114960"/>
              <a:gd name="connsiteY9664" fmla="*/ 4332161 h 5143785"/>
              <a:gd name="connsiteX9665" fmla="*/ 1900523 w 3114960"/>
              <a:gd name="connsiteY9665" fmla="*/ 4319302 h 5143785"/>
              <a:gd name="connsiteX9666" fmla="*/ 1900523 w 3114960"/>
              <a:gd name="connsiteY9666" fmla="*/ 4319302 h 5143785"/>
              <a:gd name="connsiteX9667" fmla="*/ 1942338 w 3114960"/>
              <a:gd name="connsiteY9667" fmla="*/ 4283488 h 5143785"/>
              <a:gd name="connsiteX9668" fmla="*/ 2013299 w 3114960"/>
              <a:gd name="connsiteY9668" fmla="*/ 4282631 h 5143785"/>
              <a:gd name="connsiteX9669" fmla="*/ 2067782 w 3114960"/>
              <a:gd name="connsiteY9669" fmla="*/ 4350068 h 5143785"/>
              <a:gd name="connsiteX9670" fmla="*/ 2068354 w 3114960"/>
              <a:gd name="connsiteY9670" fmla="*/ 4365498 h 5143785"/>
              <a:gd name="connsiteX9671" fmla="*/ 2072450 w 3114960"/>
              <a:gd name="connsiteY9671" fmla="*/ 4351878 h 5143785"/>
              <a:gd name="connsiteX9672" fmla="*/ 2077784 w 3114960"/>
              <a:gd name="connsiteY9672" fmla="*/ 4349972 h 5143785"/>
              <a:gd name="connsiteX9673" fmla="*/ 2082927 w 3114960"/>
              <a:gd name="connsiteY9673" fmla="*/ 4352354 h 5143785"/>
              <a:gd name="connsiteX9674" fmla="*/ 2082451 w 3114960"/>
              <a:gd name="connsiteY9674" fmla="*/ 4362736 h 5143785"/>
              <a:gd name="connsiteX9675" fmla="*/ 2072069 w 3114960"/>
              <a:gd name="connsiteY9675" fmla="*/ 4362260 h 5143785"/>
              <a:gd name="connsiteX9676" fmla="*/ 2072545 w 3114960"/>
              <a:gd name="connsiteY9676" fmla="*/ 4351878 h 5143785"/>
              <a:gd name="connsiteX9677" fmla="*/ 1885283 w 3114960"/>
              <a:gd name="connsiteY9677" fmla="*/ 4302347 h 5143785"/>
              <a:gd name="connsiteX9678" fmla="*/ 1893761 w 3114960"/>
              <a:gd name="connsiteY9678" fmla="*/ 4302347 h 5143785"/>
              <a:gd name="connsiteX9679" fmla="*/ 1895570 w 3114960"/>
              <a:gd name="connsiteY9679" fmla="*/ 4302919 h 5143785"/>
              <a:gd name="connsiteX9680" fmla="*/ 1883378 w 3114960"/>
              <a:gd name="connsiteY9680" fmla="*/ 4302919 h 5143785"/>
              <a:gd name="connsiteX9681" fmla="*/ 1885188 w 3114960"/>
              <a:gd name="connsiteY9681" fmla="*/ 4302347 h 5143785"/>
              <a:gd name="connsiteX9682" fmla="*/ 1897190 w 3114960"/>
              <a:gd name="connsiteY9682" fmla="*/ 4332256 h 5143785"/>
              <a:gd name="connsiteX9683" fmla="*/ 1893761 w 3114960"/>
              <a:gd name="connsiteY9683" fmla="*/ 4335685 h 5143785"/>
              <a:gd name="connsiteX9684" fmla="*/ 1885283 w 3114960"/>
              <a:gd name="connsiteY9684" fmla="*/ 4335685 h 5143785"/>
              <a:gd name="connsiteX9685" fmla="*/ 1881854 w 3114960"/>
              <a:gd name="connsiteY9685" fmla="*/ 4332256 h 5143785"/>
              <a:gd name="connsiteX9686" fmla="*/ 1881854 w 3114960"/>
              <a:gd name="connsiteY9686" fmla="*/ 4328351 h 5143785"/>
              <a:gd name="connsiteX9687" fmla="*/ 1897190 w 3114960"/>
              <a:gd name="connsiteY9687" fmla="*/ 4328351 h 5143785"/>
              <a:gd name="connsiteX9688" fmla="*/ 1897190 w 3114960"/>
              <a:gd name="connsiteY9688" fmla="*/ 4332256 h 5143785"/>
              <a:gd name="connsiteX9689" fmla="*/ 1897190 w 3114960"/>
              <a:gd name="connsiteY9689" fmla="*/ 4315778 h 5143785"/>
              <a:gd name="connsiteX9690" fmla="*/ 1897190 w 3114960"/>
              <a:gd name="connsiteY9690" fmla="*/ 4315778 h 5143785"/>
              <a:gd name="connsiteX9691" fmla="*/ 1897190 w 3114960"/>
              <a:gd name="connsiteY9691" fmla="*/ 4315778 h 5143785"/>
              <a:gd name="connsiteX9692" fmla="*/ 1897190 w 3114960"/>
              <a:gd name="connsiteY9692" fmla="*/ 4324255 h 5143785"/>
              <a:gd name="connsiteX9693" fmla="*/ 1881854 w 3114960"/>
              <a:gd name="connsiteY9693" fmla="*/ 4324255 h 5143785"/>
              <a:gd name="connsiteX9694" fmla="*/ 1881854 w 3114960"/>
              <a:gd name="connsiteY9694" fmla="*/ 4311587 h 5143785"/>
              <a:gd name="connsiteX9695" fmla="*/ 1897190 w 3114960"/>
              <a:gd name="connsiteY9695" fmla="*/ 4311587 h 5143785"/>
              <a:gd name="connsiteX9696" fmla="*/ 1897190 w 3114960"/>
              <a:gd name="connsiteY9696" fmla="*/ 4315682 h 5143785"/>
              <a:gd name="connsiteX9697" fmla="*/ 1897190 w 3114960"/>
              <a:gd name="connsiteY9697" fmla="*/ 4309682 h 5143785"/>
              <a:gd name="connsiteX9698" fmla="*/ 1881854 w 3114960"/>
              <a:gd name="connsiteY9698" fmla="*/ 4309682 h 5143785"/>
              <a:gd name="connsiteX9699" fmla="*/ 1881854 w 3114960"/>
              <a:gd name="connsiteY9699" fmla="*/ 4306157 h 5143785"/>
              <a:gd name="connsiteX9700" fmla="*/ 1897190 w 3114960"/>
              <a:gd name="connsiteY9700" fmla="*/ 4306157 h 5143785"/>
              <a:gd name="connsiteX9701" fmla="*/ 1897190 w 3114960"/>
              <a:gd name="connsiteY9701" fmla="*/ 4309682 h 5143785"/>
              <a:gd name="connsiteX9702" fmla="*/ 1062895 w 3114960"/>
              <a:gd name="connsiteY9702" fmla="*/ 470154 h 5143785"/>
              <a:gd name="connsiteX9703" fmla="*/ 1050798 w 3114960"/>
              <a:gd name="connsiteY9703" fmla="*/ 466154 h 5143785"/>
              <a:gd name="connsiteX9704" fmla="*/ 1034225 w 3114960"/>
              <a:gd name="connsiteY9704" fmla="*/ 474536 h 5143785"/>
              <a:gd name="connsiteX9705" fmla="*/ 1030510 w 3114960"/>
              <a:gd name="connsiteY9705" fmla="*/ 489871 h 5143785"/>
              <a:gd name="connsiteX9706" fmla="*/ 1038701 w 3114960"/>
              <a:gd name="connsiteY9706" fmla="*/ 503301 h 5143785"/>
              <a:gd name="connsiteX9707" fmla="*/ 1054037 w 3114960"/>
              <a:gd name="connsiteY9707" fmla="*/ 507016 h 5143785"/>
              <a:gd name="connsiteX9708" fmla="*/ 1067467 w 3114960"/>
              <a:gd name="connsiteY9708" fmla="*/ 498824 h 5143785"/>
              <a:gd name="connsiteX9709" fmla="*/ 1063085 w 3114960"/>
              <a:gd name="connsiteY9709" fmla="*/ 470059 h 5143785"/>
              <a:gd name="connsiteX9710" fmla="*/ 1064324 w 3114960"/>
              <a:gd name="connsiteY9710" fmla="*/ 496634 h 5143785"/>
              <a:gd name="connsiteX9711" fmla="*/ 1053370 w 3114960"/>
              <a:gd name="connsiteY9711" fmla="*/ 503301 h 5143785"/>
              <a:gd name="connsiteX9712" fmla="*/ 1040892 w 3114960"/>
              <a:gd name="connsiteY9712" fmla="*/ 500253 h 5143785"/>
              <a:gd name="connsiteX9713" fmla="*/ 1034225 w 3114960"/>
              <a:gd name="connsiteY9713" fmla="*/ 489299 h 5143785"/>
              <a:gd name="connsiteX9714" fmla="*/ 1037273 w 3114960"/>
              <a:gd name="connsiteY9714" fmla="*/ 476822 h 5143785"/>
              <a:gd name="connsiteX9715" fmla="*/ 1060704 w 3114960"/>
              <a:gd name="connsiteY9715" fmla="*/ 473202 h 5143785"/>
              <a:gd name="connsiteX9716" fmla="*/ 1064324 w 3114960"/>
              <a:gd name="connsiteY9716" fmla="*/ 496634 h 5143785"/>
              <a:gd name="connsiteX9717" fmla="*/ 1288066 w 3114960"/>
              <a:gd name="connsiteY9717" fmla="*/ 356521 h 5143785"/>
              <a:gd name="connsiteX9718" fmla="*/ 1280922 w 3114960"/>
              <a:gd name="connsiteY9718" fmla="*/ 356521 h 5143785"/>
              <a:gd name="connsiteX9719" fmla="*/ 1280922 w 3114960"/>
              <a:gd name="connsiteY9719" fmla="*/ 347091 h 5143785"/>
              <a:gd name="connsiteX9720" fmla="*/ 1288066 w 3114960"/>
              <a:gd name="connsiteY9720" fmla="*/ 347091 h 5143785"/>
              <a:gd name="connsiteX9721" fmla="*/ 1288066 w 3114960"/>
              <a:gd name="connsiteY9721" fmla="*/ 356521 h 5143785"/>
              <a:gd name="connsiteX9722" fmla="*/ 1060799 w 3114960"/>
              <a:gd name="connsiteY9722" fmla="*/ 486728 h 5143785"/>
              <a:gd name="connsiteX9723" fmla="*/ 1050703 w 3114960"/>
              <a:gd name="connsiteY9723" fmla="*/ 496824 h 5143785"/>
              <a:gd name="connsiteX9724" fmla="*/ 1040606 w 3114960"/>
              <a:gd name="connsiteY9724" fmla="*/ 486728 h 5143785"/>
              <a:gd name="connsiteX9725" fmla="*/ 1050703 w 3114960"/>
              <a:gd name="connsiteY9725" fmla="*/ 476631 h 5143785"/>
              <a:gd name="connsiteX9726" fmla="*/ 1060799 w 3114960"/>
              <a:gd name="connsiteY9726" fmla="*/ 486728 h 5143785"/>
              <a:gd name="connsiteX9727" fmla="*/ 1896618 w 3114960"/>
              <a:gd name="connsiteY9727" fmla="*/ 4185761 h 5143785"/>
              <a:gd name="connsiteX9728" fmla="*/ 1882521 w 3114960"/>
              <a:gd name="connsiteY9728" fmla="*/ 4185761 h 5143785"/>
              <a:gd name="connsiteX9729" fmla="*/ 1877949 w 3114960"/>
              <a:gd name="connsiteY9729" fmla="*/ 4190334 h 5143785"/>
              <a:gd name="connsiteX9730" fmla="*/ 1877949 w 3114960"/>
              <a:gd name="connsiteY9730" fmla="*/ 4204526 h 5143785"/>
              <a:gd name="connsiteX9731" fmla="*/ 1882521 w 3114960"/>
              <a:gd name="connsiteY9731" fmla="*/ 4209098 h 5143785"/>
              <a:gd name="connsiteX9732" fmla="*/ 1896618 w 3114960"/>
              <a:gd name="connsiteY9732" fmla="*/ 4209098 h 5143785"/>
              <a:gd name="connsiteX9733" fmla="*/ 1901190 w 3114960"/>
              <a:gd name="connsiteY9733" fmla="*/ 4204526 h 5143785"/>
              <a:gd name="connsiteX9734" fmla="*/ 1901190 w 3114960"/>
              <a:gd name="connsiteY9734" fmla="*/ 4190334 h 5143785"/>
              <a:gd name="connsiteX9735" fmla="*/ 1896618 w 3114960"/>
              <a:gd name="connsiteY9735" fmla="*/ 4185761 h 5143785"/>
              <a:gd name="connsiteX9736" fmla="*/ 1897856 w 3114960"/>
              <a:gd name="connsiteY9736" fmla="*/ 4204430 h 5143785"/>
              <a:gd name="connsiteX9737" fmla="*/ 1896618 w 3114960"/>
              <a:gd name="connsiteY9737" fmla="*/ 4205669 h 5143785"/>
              <a:gd name="connsiteX9738" fmla="*/ 1882521 w 3114960"/>
              <a:gd name="connsiteY9738" fmla="*/ 4205669 h 5143785"/>
              <a:gd name="connsiteX9739" fmla="*/ 1881283 w 3114960"/>
              <a:gd name="connsiteY9739" fmla="*/ 4204430 h 5143785"/>
              <a:gd name="connsiteX9740" fmla="*/ 1881283 w 3114960"/>
              <a:gd name="connsiteY9740" fmla="*/ 4190238 h 5143785"/>
              <a:gd name="connsiteX9741" fmla="*/ 1882521 w 3114960"/>
              <a:gd name="connsiteY9741" fmla="*/ 4189000 h 5143785"/>
              <a:gd name="connsiteX9742" fmla="*/ 1896618 w 3114960"/>
              <a:gd name="connsiteY9742" fmla="*/ 4189000 h 5143785"/>
              <a:gd name="connsiteX9743" fmla="*/ 1897856 w 3114960"/>
              <a:gd name="connsiteY9743" fmla="*/ 4190238 h 5143785"/>
              <a:gd name="connsiteX9744" fmla="*/ 1897856 w 3114960"/>
              <a:gd name="connsiteY9744" fmla="*/ 4204430 h 5143785"/>
              <a:gd name="connsiteX9745" fmla="*/ 1882426 w 3114960"/>
              <a:gd name="connsiteY9745" fmla="*/ 4279106 h 5143785"/>
              <a:gd name="connsiteX9746" fmla="*/ 1896523 w 3114960"/>
              <a:gd name="connsiteY9746" fmla="*/ 4279106 h 5143785"/>
              <a:gd name="connsiteX9747" fmla="*/ 1901095 w 3114960"/>
              <a:gd name="connsiteY9747" fmla="*/ 4274535 h 5143785"/>
              <a:gd name="connsiteX9748" fmla="*/ 1901095 w 3114960"/>
              <a:gd name="connsiteY9748" fmla="*/ 4260342 h 5143785"/>
              <a:gd name="connsiteX9749" fmla="*/ 1896523 w 3114960"/>
              <a:gd name="connsiteY9749" fmla="*/ 4255770 h 5143785"/>
              <a:gd name="connsiteX9750" fmla="*/ 1882426 w 3114960"/>
              <a:gd name="connsiteY9750" fmla="*/ 4255770 h 5143785"/>
              <a:gd name="connsiteX9751" fmla="*/ 1877854 w 3114960"/>
              <a:gd name="connsiteY9751" fmla="*/ 4260342 h 5143785"/>
              <a:gd name="connsiteX9752" fmla="*/ 1877854 w 3114960"/>
              <a:gd name="connsiteY9752" fmla="*/ 4274535 h 5143785"/>
              <a:gd name="connsiteX9753" fmla="*/ 1882426 w 3114960"/>
              <a:gd name="connsiteY9753" fmla="*/ 4279106 h 5143785"/>
              <a:gd name="connsiteX9754" fmla="*/ 1881188 w 3114960"/>
              <a:gd name="connsiteY9754" fmla="*/ 4260437 h 5143785"/>
              <a:gd name="connsiteX9755" fmla="*/ 1882426 w 3114960"/>
              <a:gd name="connsiteY9755" fmla="*/ 4259199 h 5143785"/>
              <a:gd name="connsiteX9756" fmla="*/ 1896523 w 3114960"/>
              <a:gd name="connsiteY9756" fmla="*/ 4259199 h 5143785"/>
              <a:gd name="connsiteX9757" fmla="*/ 1897761 w 3114960"/>
              <a:gd name="connsiteY9757" fmla="*/ 4260437 h 5143785"/>
              <a:gd name="connsiteX9758" fmla="*/ 1897761 w 3114960"/>
              <a:gd name="connsiteY9758" fmla="*/ 4274630 h 5143785"/>
              <a:gd name="connsiteX9759" fmla="*/ 1896523 w 3114960"/>
              <a:gd name="connsiteY9759" fmla="*/ 4275868 h 5143785"/>
              <a:gd name="connsiteX9760" fmla="*/ 1882426 w 3114960"/>
              <a:gd name="connsiteY9760" fmla="*/ 4275868 h 5143785"/>
              <a:gd name="connsiteX9761" fmla="*/ 1881188 w 3114960"/>
              <a:gd name="connsiteY9761" fmla="*/ 4274630 h 5143785"/>
              <a:gd name="connsiteX9762" fmla="*/ 1881188 w 3114960"/>
              <a:gd name="connsiteY9762" fmla="*/ 4260437 h 5143785"/>
              <a:gd name="connsiteX9763" fmla="*/ 157163 w 3114960"/>
              <a:gd name="connsiteY9763" fmla="*/ 597218 h 5143785"/>
              <a:gd name="connsiteX9764" fmla="*/ 154115 w 3114960"/>
              <a:gd name="connsiteY9764" fmla="*/ 600647 h 5143785"/>
              <a:gd name="connsiteX9765" fmla="*/ 154115 w 3114960"/>
              <a:gd name="connsiteY9765" fmla="*/ 606838 h 5143785"/>
              <a:gd name="connsiteX9766" fmla="*/ 161639 w 3114960"/>
              <a:gd name="connsiteY9766" fmla="*/ 611886 h 5143785"/>
              <a:gd name="connsiteX9767" fmla="*/ 164687 w 3114960"/>
              <a:gd name="connsiteY9767" fmla="*/ 611315 h 5143785"/>
              <a:gd name="connsiteX9768" fmla="*/ 169164 w 3114960"/>
              <a:gd name="connsiteY9768" fmla="*/ 600742 h 5143785"/>
              <a:gd name="connsiteX9769" fmla="*/ 165449 w 3114960"/>
              <a:gd name="connsiteY9769" fmla="*/ 596741 h 5143785"/>
              <a:gd name="connsiteX9770" fmla="*/ 166116 w 3114960"/>
              <a:gd name="connsiteY9770" fmla="*/ 595598 h 5143785"/>
              <a:gd name="connsiteX9771" fmla="*/ 164116 w 3114960"/>
              <a:gd name="connsiteY9771" fmla="*/ 593979 h 5143785"/>
              <a:gd name="connsiteX9772" fmla="*/ 166116 w 3114960"/>
              <a:gd name="connsiteY9772" fmla="*/ 592360 h 5143785"/>
              <a:gd name="connsiteX9773" fmla="*/ 164306 w 3114960"/>
              <a:gd name="connsiteY9773" fmla="*/ 590741 h 5143785"/>
              <a:gd name="connsiteX9774" fmla="*/ 166116 w 3114960"/>
              <a:gd name="connsiteY9774" fmla="*/ 589121 h 5143785"/>
              <a:gd name="connsiteX9775" fmla="*/ 164211 w 3114960"/>
              <a:gd name="connsiteY9775" fmla="*/ 587502 h 5143785"/>
              <a:gd name="connsiteX9776" fmla="*/ 166116 w 3114960"/>
              <a:gd name="connsiteY9776" fmla="*/ 585883 h 5143785"/>
              <a:gd name="connsiteX9777" fmla="*/ 164306 w 3114960"/>
              <a:gd name="connsiteY9777" fmla="*/ 584264 h 5143785"/>
              <a:gd name="connsiteX9778" fmla="*/ 166116 w 3114960"/>
              <a:gd name="connsiteY9778" fmla="*/ 582644 h 5143785"/>
              <a:gd name="connsiteX9779" fmla="*/ 164211 w 3114960"/>
              <a:gd name="connsiteY9779" fmla="*/ 581025 h 5143785"/>
              <a:gd name="connsiteX9780" fmla="*/ 166116 w 3114960"/>
              <a:gd name="connsiteY9780" fmla="*/ 579406 h 5143785"/>
              <a:gd name="connsiteX9781" fmla="*/ 164306 w 3114960"/>
              <a:gd name="connsiteY9781" fmla="*/ 577787 h 5143785"/>
              <a:gd name="connsiteX9782" fmla="*/ 166116 w 3114960"/>
              <a:gd name="connsiteY9782" fmla="*/ 576167 h 5143785"/>
              <a:gd name="connsiteX9783" fmla="*/ 164402 w 3114960"/>
              <a:gd name="connsiteY9783" fmla="*/ 574548 h 5143785"/>
              <a:gd name="connsiteX9784" fmla="*/ 166116 w 3114960"/>
              <a:gd name="connsiteY9784" fmla="*/ 573024 h 5143785"/>
              <a:gd name="connsiteX9785" fmla="*/ 164402 w 3114960"/>
              <a:gd name="connsiteY9785" fmla="*/ 571500 h 5143785"/>
              <a:gd name="connsiteX9786" fmla="*/ 166116 w 3114960"/>
              <a:gd name="connsiteY9786" fmla="*/ 569976 h 5143785"/>
              <a:gd name="connsiteX9787" fmla="*/ 164402 w 3114960"/>
              <a:gd name="connsiteY9787" fmla="*/ 568452 h 5143785"/>
              <a:gd name="connsiteX9788" fmla="*/ 166116 w 3114960"/>
              <a:gd name="connsiteY9788" fmla="*/ 566928 h 5143785"/>
              <a:gd name="connsiteX9789" fmla="*/ 164402 w 3114960"/>
              <a:gd name="connsiteY9789" fmla="*/ 565309 h 5143785"/>
              <a:gd name="connsiteX9790" fmla="*/ 166116 w 3114960"/>
              <a:gd name="connsiteY9790" fmla="*/ 563690 h 5143785"/>
              <a:gd name="connsiteX9791" fmla="*/ 164306 w 3114960"/>
              <a:gd name="connsiteY9791" fmla="*/ 562070 h 5143785"/>
              <a:gd name="connsiteX9792" fmla="*/ 166116 w 3114960"/>
              <a:gd name="connsiteY9792" fmla="*/ 560451 h 5143785"/>
              <a:gd name="connsiteX9793" fmla="*/ 164306 w 3114960"/>
              <a:gd name="connsiteY9793" fmla="*/ 558832 h 5143785"/>
              <a:gd name="connsiteX9794" fmla="*/ 166116 w 3114960"/>
              <a:gd name="connsiteY9794" fmla="*/ 557213 h 5143785"/>
              <a:gd name="connsiteX9795" fmla="*/ 164402 w 3114960"/>
              <a:gd name="connsiteY9795" fmla="*/ 555593 h 5143785"/>
              <a:gd name="connsiteX9796" fmla="*/ 166116 w 3114960"/>
              <a:gd name="connsiteY9796" fmla="*/ 553974 h 5143785"/>
              <a:gd name="connsiteX9797" fmla="*/ 164402 w 3114960"/>
              <a:gd name="connsiteY9797" fmla="*/ 552355 h 5143785"/>
              <a:gd name="connsiteX9798" fmla="*/ 166116 w 3114960"/>
              <a:gd name="connsiteY9798" fmla="*/ 550736 h 5143785"/>
              <a:gd name="connsiteX9799" fmla="*/ 164402 w 3114960"/>
              <a:gd name="connsiteY9799" fmla="*/ 549212 h 5143785"/>
              <a:gd name="connsiteX9800" fmla="*/ 166116 w 3114960"/>
              <a:gd name="connsiteY9800" fmla="*/ 547592 h 5143785"/>
              <a:gd name="connsiteX9801" fmla="*/ 164402 w 3114960"/>
              <a:gd name="connsiteY9801" fmla="*/ 546068 h 5143785"/>
              <a:gd name="connsiteX9802" fmla="*/ 166116 w 3114960"/>
              <a:gd name="connsiteY9802" fmla="*/ 544544 h 5143785"/>
              <a:gd name="connsiteX9803" fmla="*/ 164402 w 3114960"/>
              <a:gd name="connsiteY9803" fmla="*/ 542925 h 5143785"/>
              <a:gd name="connsiteX9804" fmla="*/ 166116 w 3114960"/>
              <a:gd name="connsiteY9804" fmla="*/ 541306 h 5143785"/>
              <a:gd name="connsiteX9805" fmla="*/ 164402 w 3114960"/>
              <a:gd name="connsiteY9805" fmla="*/ 539687 h 5143785"/>
              <a:gd name="connsiteX9806" fmla="*/ 166116 w 3114960"/>
              <a:gd name="connsiteY9806" fmla="*/ 538067 h 5143785"/>
              <a:gd name="connsiteX9807" fmla="*/ 164402 w 3114960"/>
              <a:gd name="connsiteY9807" fmla="*/ 536448 h 5143785"/>
              <a:gd name="connsiteX9808" fmla="*/ 166116 w 3114960"/>
              <a:gd name="connsiteY9808" fmla="*/ 534829 h 5143785"/>
              <a:gd name="connsiteX9809" fmla="*/ 164306 w 3114960"/>
              <a:gd name="connsiteY9809" fmla="*/ 533210 h 5143785"/>
              <a:gd name="connsiteX9810" fmla="*/ 166116 w 3114960"/>
              <a:gd name="connsiteY9810" fmla="*/ 531590 h 5143785"/>
              <a:gd name="connsiteX9811" fmla="*/ 164402 w 3114960"/>
              <a:gd name="connsiteY9811" fmla="*/ 529971 h 5143785"/>
              <a:gd name="connsiteX9812" fmla="*/ 166116 w 3114960"/>
              <a:gd name="connsiteY9812" fmla="*/ 528352 h 5143785"/>
              <a:gd name="connsiteX9813" fmla="*/ 164402 w 3114960"/>
              <a:gd name="connsiteY9813" fmla="*/ 526828 h 5143785"/>
              <a:gd name="connsiteX9814" fmla="*/ 166116 w 3114960"/>
              <a:gd name="connsiteY9814" fmla="*/ 525304 h 5143785"/>
              <a:gd name="connsiteX9815" fmla="*/ 164402 w 3114960"/>
              <a:gd name="connsiteY9815" fmla="*/ 523780 h 5143785"/>
              <a:gd name="connsiteX9816" fmla="*/ 166116 w 3114960"/>
              <a:gd name="connsiteY9816" fmla="*/ 522256 h 5143785"/>
              <a:gd name="connsiteX9817" fmla="*/ 164497 w 3114960"/>
              <a:gd name="connsiteY9817" fmla="*/ 520732 h 5143785"/>
              <a:gd name="connsiteX9818" fmla="*/ 166116 w 3114960"/>
              <a:gd name="connsiteY9818" fmla="*/ 519208 h 5143785"/>
              <a:gd name="connsiteX9819" fmla="*/ 164497 w 3114960"/>
              <a:gd name="connsiteY9819" fmla="*/ 517684 h 5143785"/>
              <a:gd name="connsiteX9820" fmla="*/ 166116 w 3114960"/>
              <a:gd name="connsiteY9820" fmla="*/ 516160 h 5143785"/>
              <a:gd name="connsiteX9821" fmla="*/ 164497 w 3114960"/>
              <a:gd name="connsiteY9821" fmla="*/ 514636 h 5143785"/>
              <a:gd name="connsiteX9822" fmla="*/ 166116 w 3114960"/>
              <a:gd name="connsiteY9822" fmla="*/ 513112 h 5143785"/>
              <a:gd name="connsiteX9823" fmla="*/ 164497 w 3114960"/>
              <a:gd name="connsiteY9823" fmla="*/ 511588 h 5143785"/>
              <a:gd name="connsiteX9824" fmla="*/ 166116 w 3114960"/>
              <a:gd name="connsiteY9824" fmla="*/ 510064 h 5143785"/>
              <a:gd name="connsiteX9825" fmla="*/ 164497 w 3114960"/>
              <a:gd name="connsiteY9825" fmla="*/ 508540 h 5143785"/>
              <a:gd name="connsiteX9826" fmla="*/ 166116 w 3114960"/>
              <a:gd name="connsiteY9826" fmla="*/ 507016 h 5143785"/>
              <a:gd name="connsiteX9827" fmla="*/ 164497 w 3114960"/>
              <a:gd name="connsiteY9827" fmla="*/ 505492 h 5143785"/>
              <a:gd name="connsiteX9828" fmla="*/ 166116 w 3114960"/>
              <a:gd name="connsiteY9828" fmla="*/ 503968 h 5143785"/>
              <a:gd name="connsiteX9829" fmla="*/ 164497 w 3114960"/>
              <a:gd name="connsiteY9829" fmla="*/ 502444 h 5143785"/>
              <a:gd name="connsiteX9830" fmla="*/ 166116 w 3114960"/>
              <a:gd name="connsiteY9830" fmla="*/ 500920 h 5143785"/>
              <a:gd name="connsiteX9831" fmla="*/ 164592 w 3114960"/>
              <a:gd name="connsiteY9831" fmla="*/ 499396 h 5143785"/>
              <a:gd name="connsiteX9832" fmla="*/ 166116 w 3114960"/>
              <a:gd name="connsiteY9832" fmla="*/ 497872 h 5143785"/>
              <a:gd name="connsiteX9833" fmla="*/ 164592 w 3114960"/>
              <a:gd name="connsiteY9833" fmla="*/ 496348 h 5143785"/>
              <a:gd name="connsiteX9834" fmla="*/ 166116 w 3114960"/>
              <a:gd name="connsiteY9834" fmla="*/ 494824 h 5143785"/>
              <a:gd name="connsiteX9835" fmla="*/ 164592 w 3114960"/>
              <a:gd name="connsiteY9835" fmla="*/ 493300 h 5143785"/>
              <a:gd name="connsiteX9836" fmla="*/ 166116 w 3114960"/>
              <a:gd name="connsiteY9836" fmla="*/ 491776 h 5143785"/>
              <a:gd name="connsiteX9837" fmla="*/ 164497 w 3114960"/>
              <a:gd name="connsiteY9837" fmla="*/ 490252 h 5143785"/>
              <a:gd name="connsiteX9838" fmla="*/ 166116 w 3114960"/>
              <a:gd name="connsiteY9838" fmla="*/ 488728 h 5143785"/>
              <a:gd name="connsiteX9839" fmla="*/ 164497 w 3114960"/>
              <a:gd name="connsiteY9839" fmla="*/ 487204 h 5143785"/>
              <a:gd name="connsiteX9840" fmla="*/ 164592 w 3114960"/>
              <a:gd name="connsiteY9840" fmla="*/ 487204 h 5143785"/>
              <a:gd name="connsiteX9841" fmla="*/ 164973 w 3114960"/>
              <a:gd name="connsiteY9841" fmla="*/ 486918 h 5143785"/>
              <a:gd name="connsiteX9842" fmla="*/ 165640 w 3114960"/>
              <a:gd name="connsiteY9842" fmla="*/ 486442 h 5143785"/>
              <a:gd name="connsiteX9843" fmla="*/ 168974 w 3114960"/>
              <a:gd name="connsiteY9843" fmla="*/ 476536 h 5143785"/>
              <a:gd name="connsiteX9844" fmla="*/ 158306 w 3114960"/>
              <a:gd name="connsiteY9844" fmla="*/ 472059 h 5143785"/>
              <a:gd name="connsiteX9845" fmla="*/ 153829 w 3114960"/>
              <a:gd name="connsiteY9845" fmla="*/ 482727 h 5143785"/>
              <a:gd name="connsiteX9846" fmla="*/ 157067 w 3114960"/>
              <a:gd name="connsiteY9846" fmla="*/ 486537 h 5143785"/>
              <a:gd name="connsiteX9847" fmla="*/ 156877 w 3114960"/>
              <a:gd name="connsiteY9847" fmla="*/ 487204 h 5143785"/>
              <a:gd name="connsiteX9848" fmla="*/ 158496 w 3114960"/>
              <a:gd name="connsiteY9848" fmla="*/ 488728 h 5143785"/>
              <a:gd name="connsiteX9849" fmla="*/ 156877 w 3114960"/>
              <a:gd name="connsiteY9849" fmla="*/ 490252 h 5143785"/>
              <a:gd name="connsiteX9850" fmla="*/ 158401 w 3114960"/>
              <a:gd name="connsiteY9850" fmla="*/ 491776 h 5143785"/>
              <a:gd name="connsiteX9851" fmla="*/ 156877 w 3114960"/>
              <a:gd name="connsiteY9851" fmla="*/ 493300 h 5143785"/>
              <a:gd name="connsiteX9852" fmla="*/ 158401 w 3114960"/>
              <a:gd name="connsiteY9852" fmla="*/ 494824 h 5143785"/>
              <a:gd name="connsiteX9853" fmla="*/ 156877 w 3114960"/>
              <a:gd name="connsiteY9853" fmla="*/ 496348 h 5143785"/>
              <a:gd name="connsiteX9854" fmla="*/ 158401 w 3114960"/>
              <a:gd name="connsiteY9854" fmla="*/ 497872 h 5143785"/>
              <a:gd name="connsiteX9855" fmla="*/ 156877 w 3114960"/>
              <a:gd name="connsiteY9855" fmla="*/ 499396 h 5143785"/>
              <a:gd name="connsiteX9856" fmla="*/ 158401 w 3114960"/>
              <a:gd name="connsiteY9856" fmla="*/ 500920 h 5143785"/>
              <a:gd name="connsiteX9857" fmla="*/ 156877 w 3114960"/>
              <a:gd name="connsiteY9857" fmla="*/ 502444 h 5143785"/>
              <a:gd name="connsiteX9858" fmla="*/ 158401 w 3114960"/>
              <a:gd name="connsiteY9858" fmla="*/ 503968 h 5143785"/>
              <a:gd name="connsiteX9859" fmla="*/ 156877 w 3114960"/>
              <a:gd name="connsiteY9859" fmla="*/ 505492 h 5143785"/>
              <a:gd name="connsiteX9860" fmla="*/ 158496 w 3114960"/>
              <a:gd name="connsiteY9860" fmla="*/ 507016 h 5143785"/>
              <a:gd name="connsiteX9861" fmla="*/ 156877 w 3114960"/>
              <a:gd name="connsiteY9861" fmla="*/ 508540 h 5143785"/>
              <a:gd name="connsiteX9862" fmla="*/ 158496 w 3114960"/>
              <a:gd name="connsiteY9862" fmla="*/ 510064 h 5143785"/>
              <a:gd name="connsiteX9863" fmla="*/ 156877 w 3114960"/>
              <a:gd name="connsiteY9863" fmla="*/ 511588 h 5143785"/>
              <a:gd name="connsiteX9864" fmla="*/ 158496 w 3114960"/>
              <a:gd name="connsiteY9864" fmla="*/ 513112 h 5143785"/>
              <a:gd name="connsiteX9865" fmla="*/ 156877 w 3114960"/>
              <a:gd name="connsiteY9865" fmla="*/ 514636 h 5143785"/>
              <a:gd name="connsiteX9866" fmla="*/ 158496 w 3114960"/>
              <a:gd name="connsiteY9866" fmla="*/ 516160 h 5143785"/>
              <a:gd name="connsiteX9867" fmla="*/ 156877 w 3114960"/>
              <a:gd name="connsiteY9867" fmla="*/ 517684 h 5143785"/>
              <a:gd name="connsiteX9868" fmla="*/ 158496 w 3114960"/>
              <a:gd name="connsiteY9868" fmla="*/ 519208 h 5143785"/>
              <a:gd name="connsiteX9869" fmla="*/ 156877 w 3114960"/>
              <a:gd name="connsiteY9869" fmla="*/ 520732 h 5143785"/>
              <a:gd name="connsiteX9870" fmla="*/ 158496 w 3114960"/>
              <a:gd name="connsiteY9870" fmla="*/ 522256 h 5143785"/>
              <a:gd name="connsiteX9871" fmla="*/ 156877 w 3114960"/>
              <a:gd name="connsiteY9871" fmla="*/ 523780 h 5143785"/>
              <a:gd name="connsiteX9872" fmla="*/ 158591 w 3114960"/>
              <a:gd name="connsiteY9872" fmla="*/ 525304 h 5143785"/>
              <a:gd name="connsiteX9873" fmla="*/ 156877 w 3114960"/>
              <a:gd name="connsiteY9873" fmla="*/ 526828 h 5143785"/>
              <a:gd name="connsiteX9874" fmla="*/ 158591 w 3114960"/>
              <a:gd name="connsiteY9874" fmla="*/ 528352 h 5143785"/>
              <a:gd name="connsiteX9875" fmla="*/ 156877 w 3114960"/>
              <a:gd name="connsiteY9875" fmla="*/ 529971 h 5143785"/>
              <a:gd name="connsiteX9876" fmla="*/ 158591 w 3114960"/>
              <a:gd name="connsiteY9876" fmla="*/ 531590 h 5143785"/>
              <a:gd name="connsiteX9877" fmla="*/ 156877 w 3114960"/>
              <a:gd name="connsiteY9877" fmla="*/ 533210 h 5143785"/>
              <a:gd name="connsiteX9878" fmla="*/ 158687 w 3114960"/>
              <a:gd name="connsiteY9878" fmla="*/ 534829 h 5143785"/>
              <a:gd name="connsiteX9879" fmla="*/ 156877 w 3114960"/>
              <a:gd name="connsiteY9879" fmla="*/ 536448 h 5143785"/>
              <a:gd name="connsiteX9880" fmla="*/ 158591 w 3114960"/>
              <a:gd name="connsiteY9880" fmla="*/ 538067 h 5143785"/>
              <a:gd name="connsiteX9881" fmla="*/ 156877 w 3114960"/>
              <a:gd name="connsiteY9881" fmla="*/ 539687 h 5143785"/>
              <a:gd name="connsiteX9882" fmla="*/ 158591 w 3114960"/>
              <a:gd name="connsiteY9882" fmla="*/ 541306 h 5143785"/>
              <a:gd name="connsiteX9883" fmla="*/ 156877 w 3114960"/>
              <a:gd name="connsiteY9883" fmla="*/ 542925 h 5143785"/>
              <a:gd name="connsiteX9884" fmla="*/ 158591 w 3114960"/>
              <a:gd name="connsiteY9884" fmla="*/ 544544 h 5143785"/>
              <a:gd name="connsiteX9885" fmla="*/ 156877 w 3114960"/>
              <a:gd name="connsiteY9885" fmla="*/ 546068 h 5143785"/>
              <a:gd name="connsiteX9886" fmla="*/ 158591 w 3114960"/>
              <a:gd name="connsiteY9886" fmla="*/ 547592 h 5143785"/>
              <a:gd name="connsiteX9887" fmla="*/ 156877 w 3114960"/>
              <a:gd name="connsiteY9887" fmla="*/ 549212 h 5143785"/>
              <a:gd name="connsiteX9888" fmla="*/ 158591 w 3114960"/>
              <a:gd name="connsiteY9888" fmla="*/ 550736 h 5143785"/>
              <a:gd name="connsiteX9889" fmla="*/ 156877 w 3114960"/>
              <a:gd name="connsiteY9889" fmla="*/ 552355 h 5143785"/>
              <a:gd name="connsiteX9890" fmla="*/ 158591 w 3114960"/>
              <a:gd name="connsiteY9890" fmla="*/ 553974 h 5143785"/>
              <a:gd name="connsiteX9891" fmla="*/ 156877 w 3114960"/>
              <a:gd name="connsiteY9891" fmla="*/ 555593 h 5143785"/>
              <a:gd name="connsiteX9892" fmla="*/ 158591 w 3114960"/>
              <a:gd name="connsiteY9892" fmla="*/ 557213 h 5143785"/>
              <a:gd name="connsiteX9893" fmla="*/ 156877 w 3114960"/>
              <a:gd name="connsiteY9893" fmla="*/ 558832 h 5143785"/>
              <a:gd name="connsiteX9894" fmla="*/ 158687 w 3114960"/>
              <a:gd name="connsiteY9894" fmla="*/ 560451 h 5143785"/>
              <a:gd name="connsiteX9895" fmla="*/ 156877 w 3114960"/>
              <a:gd name="connsiteY9895" fmla="*/ 562070 h 5143785"/>
              <a:gd name="connsiteX9896" fmla="*/ 158687 w 3114960"/>
              <a:gd name="connsiteY9896" fmla="*/ 563690 h 5143785"/>
              <a:gd name="connsiteX9897" fmla="*/ 156877 w 3114960"/>
              <a:gd name="connsiteY9897" fmla="*/ 565309 h 5143785"/>
              <a:gd name="connsiteX9898" fmla="*/ 158591 w 3114960"/>
              <a:gd name="connsiteY9898" fmla="*/ 566928 h 5143785"/>
              <a:gd name="connsiteX9899" fmla="*/ 156877 w 3114960"/>
              <a:gd name="connsiteY9899" fmla="*/ 568452 h 5143785"/>
              <a:gd name="connsiteX9900" fmla="*/ 158591 w 3114960"/>
              <a:gd name="connsiteY9900" fmla="*/ 569976 h 5143785"/>
              <a:gd name="connsiteX9901" fmla="*/ 156877 w 3114960"/>
              <a:gd name="connsiteY9901" fmla="*/ 571500 h 5143785"/>
              <a:gd name="connsiteX9902" fmla="*/ 158591 w 3114960"/>
              <a:gd name="connsiteY9902" fmla="*/ 573024 h 5143785"/>
              <a:gd name="connsiteX9903" fmla="*/ 156877 w 3114960"/>
              <a:gd name="connsiteY9903" fmla="*/ 574548 h 5143785"/>
              <a:gd name="connsiteX9904" fmla="*/ 158591 w 3114960"/>
              <a:gd name="connsiteY9904" fmla="*/ 576167 h 5143785"/>
              <a:gd name="connsiteX9905" fmla="*/ 156877 w 3114960"/>
              <a:gd name="connsiteY9905" fmla="*/ 577787 h 5143785"/>
              <a:gd name="connsiteX9906" fmla="*/ 158687 w 3114960"/>
              <a:gd name="connsiteY9906" fmla="*/ 579406 h 5143785"/>
              <a:gd name="connsiteX9907" fmla="*/ 156877 w 3114960"/>
              <a:gd name="connsiteY9907" fmla="*/ 581025 h 5143785"/>
              <a:gd name="connsiteX9908" fmla="*/ 158687 w 3114960"/>
              <a:gd name="connsiteY9908" fmla="*/ 582644 h 5143785"/>
              <a:gd name="connsiteX9909" fmla="*/ 156877 w 3114960"/>
              <a:gd name="connsiteY9909" fmla="*/ 584264 h 5143785"/>
              <a:gd name="connsiteX9910" fmla="*/ 158782 w 3114960"/>
              <a:gd name="connsiteY9910" fmla="*/ 585883 h 5143785"/>
              <a:gd name="connsiteX9911" fmla="*/ 156877 w 3114960"/>
              <a:gd name="connsiteY9911" fmla="*/ 587502 h 5143785"/>
              <a:gd name="connsiteX9912" fmla="*/ 158782 w 3114960"/>
              <a:gd name="connsiteY9912" fmla="*/ 589121 h 5143785"/>
              <a:gd name="connsiteX9913" fmla="*/ 156877 w 3114960"/>
              <a:gd name="connsiteY9913" fmla="*/ 590741 h 5143785"/>
              <a:gd name="connsiteX9914" fmla="*/ 158782 w 3114960"/>
              <a:gd name="connsiteY9914" fmla="*/ 592360 h 5143785"/>
              <a:gd name="connsiteX9915" fmla="*/ 156877 w 3114960"/>
              <a:gd name="connsiteY9915" fmla="*/ 593979 h 5143785"/>
              <a:gd name="connsiteX9916" fmla="*/ 158877 w 3114960"/>
              <a:gd name="connsiteY9916" fmla="*/ 595598 h 5143785"/>
              <a:gd name="connsiteX9917" fmla="*/ 156877 w 3114960"/>
              <a:gd name="connsiteY9917" fmla="*/ 597122 h 5143785"/>
              <a:gd name="connsiteX9918" fmla="*/ 156305 w 3114960"/>
              <a:gd name="connsiteY9918" fmla="*/ 482060 h 5143785"/>
              <a:gd name="connsiteX9919" fmla="*/ 159449 w 3114960"/>
              <a:gd name="connsiteY9919" fmla="*/ 474536 h 5143785"/>
              <a:gd name="connsiteX9920" fmla="*/ 161639 w 3114960"/>
              <a:gd name="connsiteY9920" fmla="*/ 474059 h 5143785"/>
              <a:gd name="connsiteX9921" fmla="*/ 166973 w 3114960"/>
              <a:gd name="connsiteY9921" fmla="*/ 477679 h 5143785"/>
              <a:gd name="connsiteX9922" fmla="*/ 164020 w 3114960"/>
              <a:gd name="connsiteY9922" fmla="*/ 485013 h 5143785"/>
              <a:gd name="connsiteX9923" fmla="*/ 161449 w 3114960"/>
              <a:gd name="connsiteY9923" fmla="*/ 485394 h 5143785"/>
              <a:gd name="connsiteX9924" fmla="*/ 160973 w 3114960"/>
              <a:gd name="connsiteY9924" fmla="*/ 485394 h 5143785"/>
              <a:gd name="connsiteX9925" fmla="*/ 156210 w 3114960"/>
              <a:gd name="connsiteY9925" fmla="*/ 481965 h 5143785"/>
              <a:gd name="connsiteX9926" fmla="*/ 159449 w 3114960"/>
              <a:gd name="connsiteY9926" fmla="*/ 598456 h 5143785"/>
              <a:gd name="connsiteX9927" fmla="*/ 161639 w 3114960"/>
              <a:gd name="connsiteY9927" fmla="*/ 597980 h 5143785"/>
              <a:gd name="connsiteX9928" fmla="*/ 163830 w 3114960"/>
              <a:gd name="connsiteY9928" fmla="*/ 598456 h 5143785"/>
              <a:gd name="connsiteX9929" fmla="*/ 166973 w 3114960"/>
              <a:gd name="connsiteY9929" fmla="*/ 601599 h 5143785"/>
              <a:gd name="connsiteX9930" fmla="*/ 166973 w 3114960"/>
              <a:gd name="connsiteY9930" fmla="*/ 605981 h 5143785"/>
              <a:gd name="connsiteX9931" fmla="*/ 163830 w 3114960"/>
              <a:gd name="connsiteY9931" fmla="*/ 609124 h 5143785"/>
              <a:gd name="connsiteX9932" fmla="*/ 156305 w 3114960"/>
              <a:gd name="connsiteY9932" fmla="*/ 605981 h 5143785"/>
              <a:gd name="connsiteX9933" fmla="*/ 156305 w 3114960"/>
              <a:gd name="connsiteY9933" fmla="*/ 601599 h 5143785"/>
              <a:gd name="connsiteX9934" fmla="*/ 159449 w 3114960"/>
              <a:gd name="connsiteY9934" fmla="*/ 598456 h 5143785"/>
              <a:gd name="connsiteX9935" fmla="*/ 243078 w 3114960"/>
              <a:gd name="connsiteY9935" fmla="*/ 597218 h 5143785"/>
              <a:gd name="connsiteX9936" fmla="*/ 240030 w 3114960"/>
              <a:gd name="connsiteY9936" fmla="*/ 600647 h 5143785"/>
              <a:gd name="connsiteX9937" fmla="*/ 240030 w 3114960"/>
              <a:gd name="connsiteY9937" fmla="*/ 606838 h 5143785"/>
              <a:gd name="connsiteX9938" fmla="*/ 244412 w 3114960"/>
              <a:gd name="connsiteY9938" fmla="*/ 611219 h 5143785"/>
              <a:gd name="connsiteX9939" fmla="*/ 247555 w 3114960"/>
              <a:gd name="connsiteY9939" fmla="*/ 611886 h 5143785"/>
              <a:gd name="connsiteX9940" fmla="*/ 250603 w 3114960"/>
              <a:gd name="connsiteY9940" fmla="*/ 611315 h 5143785"/>
              <a:gd name="connsiteX9941" fmla="*/ 254984 w 3114960"/>
              <a:gd name="connsiteY9941" fmla="*/ 606933 h 5143785"/>
              <a:gd name="connsiteX9942" fmla="*/ 254984 w 3114960"/>
              <a:gd name="connsiteY9942" fmla="*/ 600742 h 5143785"/>
              <a:gd name="connsiteX9943" fmla="*/ 251270 w 3114960"/>
              <a:gd name="connsiteY9943" fmla="*/ 596741 h 5143785"/>
              <a:gd name="connsiteX9944" fmla="*/ 251936 w 3114960"/>
              <a:gd name="connsiteY9944" fmla="*/ 595598 h 5143785"/>
              <a:gd name="connsiteX9945" fmla="*/ 249936 w 3114960"/>
              <a:gd name="connsiteY9945" fmla="*/ 593979 h 5143785"/>
              <a:gd name="connsiteX9946" fmla="*/ 251936 w 3114960"/>
              <a:gd name="connsiteY9946" fmla="*/ 592360 h 5143785"/>
              <a:gd name="connsiteX9947" fmla="*/ 250127 w 3114960"/>
              <a:gd name="connsiteY9947" fmla="*/ 590741 h 5143785"/>
              <a:gd name="connsiteX9948" fmla="*/ 251936 w 3114960"/>
              <a:gd name="connsiteY9948" fmla="*/ 589121 h 5143785"/>
              <a:gd name="connsiteX9949" fmla="*/ 250031 w 3114960"/>
              <a:gd name="connsiteY9949" fmla="*/ 587502 h 5143785"/>
              <a:gd name="connsiteX9950" fmla="*/ 251936 w 3114960"/>
              <a:gd name="connsiteY9950" fmla="*/ 585883 h 5143785"/>
              <a:gd name="connsiteX9951" fmla="*/ 250127 w 3114960"/>
              <a:gd name="connsiteY9951" fmla="*/ 584264 h 5143785"/>
              <a:gd name="connsiteX9952" fmla="*/ 251936 w 3114960"/>
              <a:gd name="connsiteY9952" fmla="*/ 582644 h 5143785"/>
              <a:gd name="connsiteX9953" fmla="*/ 250031 w 3114960"/>
              <a:gd name="connsiteY9953" fmla="*/ 581025 h 5143785"/>
              <a:gd name="connsiteX9954" fmla="*/ 251936 w 3114960"/>
              <a:gd name="connsiteY9954" fmla="*/ 579406 h 5143785"/>
              <a:gd name="connsiteX9955" fmla="*/ 250127 w 3114960"/>
              <a:gd name="connsiteY9955" fmla="*/ 577787 h 5143785"/>
              <a:gd name="connsiteX9956" fmla="*/ 251936 w 3114960"/>
              <a:gd name="connsiteY9956" fmla="*/ 576167 h 5143785"/>
              <a:gd name="connsiteX9957" fmla="*/ 250222 w 3114960"/>
              <a:gd name="connsiteY9957" fmla="*/ 574548 h 5143785"/>
              <a:gd name="connsiteX9958" fmla="*/ 251936 w 3114960"/>
              <a:gd name="connsiteY9958" fmla="*/ 573024 h 5143785"/>
              <a:gd name="connsiteX9959" fmla="*/ 250222 w 3114960"/>
              <a:gd name="connsiteY9959" fmla="*/ 571500 h 5143785"/>
              <a:gd name="connsiteX9960" fmla="*/ 251936 w 3114960"/>
              <a:gd name="connsiteY9960" fmla="*/ 569976 h 5143785"/>
              <a:gd name="connsiteX9961" fmla="*/ 250222 w 3114960"/>
              <a:gd name="connsiteY9961" fmla="*/ 568452 h 5143785"/>
              <a:gd name="connsiteX9962" fmla="*/ 251936 w 3114960"/>
              <a:gd name="connsiteY9962" fmla="*/ 566928 h 5143785"/>
              <a:gd name="connsiteX9963" fmla="*/ 250222 w 3114960"/>
              <a:gd name="connsiteY9963" fmla="*/ 565309 h 5143785"/>
              <a:gd name="connsiteX9964" fmla="*/ 251936 w 3114960"/>
              <a:gd name="connsiteY9964" fmla="*/ 563690 h 5143785"/>
              <a:gd name="connsiteX9965" fmla="*/ 250127 w 3114960"/>
              <a:gd name="connsiteY9965" fmla="*/ 562070 h 5143785"/>
              <a:gd name="connsiteX9966" fmla="*/ 251936 w 3114960"/>
              <a:gd name="connsiteY9966" fmla="*/ 560451 h 5143785"/>
              <a:gd name="connsiteX9967" fmla="*/ 250127 w 3114960"/>
              <a:gd name="connsiteY9967" fmla="*/ 558832 h 5143785"/>
              <a:gd name="connsiteX9968" fmla="*/ 251936 w 3114960"/>
              <a:gd name="connsiteY9968" fmla="*/ 557213 h 5143785"/>
              <a:gd name="connsiteX9969" fmla="*/ 250222 w 3114960"/>
              <a:gd name="connsiteY9969" fmla="*/ 555593 h 5143785"/>
              <a:gd name="connsiteX9970" fmla="*/ 251936 w 3114960"/>
              <a:gd name="connsiteY9970" fmla="*/ 553974 h 5143785"/>
              <a:gd name="connsiteX9971" fmla="*/ 250222 w 3114960"/>
              <a:gd name="connsiteY9971" fmla="*/ 552355 h 5143785"/>
              <a:gd name="connsiteX9972" fmla="*/ 251936 w 3114960"/>
              <a:gd name="connsiteY9972" fmla="*/ 550736 h 5143785"/>
              <a:gd name="connsiteX9973" fmla="*/ 250222 w 3114960"/>
              <a:gd name="connsiteY9973" fmla="*/ 549212 h 5143785"/>
              <a:gd name="connsiteX9974" fmla="*/ 251936 w 3114960"/>
              <a:gd name="connsiteY9974" fmla="*/ 547592 h 5143785"/>
              <a:gd name="connsiteX9975" fmla="*/ 250222 w 3114960"/>
              <a:gd name="connsiteY9975" fmla="*/ 546068 h 5143785"/>
              <a:gd name="connsiteX9976" fmla="*/ 251936 w 3114960"/>
              <a:gd name="connsiteY9976" fmla="*/ 544544 h 5143785"/>
              <a:gd name="connsiteX9977" fmla="*/ 250222 w 3114960"/>
              <a:gd name="connsiteY9977" fmla="*/ 542925 h 5143785"/>
              <a:gd name="connsiteX9978" fmla="*/ 251936 w 3114960"/>
              <a:gd name="connsiteY9978" fmla="*/ 541306 h 5143785"/>
              <a:gd name="connsiteX9979" fmla="*/ 250222 w 3114960"/>
              <a:gd name="connsiteY9979" fmla="*/ 539687 h 5143785"/>
              <a:gd name="connsiteX9980" fmla="*/ 251936 w 3114960"/>
              <a:gd name="connsiteY9980" fmla="*/ 538067 h 5143785"/>
              <a:gd name="connsiteX9981" fmla="*/ 250222 w 3114960"/>
              <a:gd name="connsiteY9981" fmla="*/ 536448 h 5143785"/>
              <a:gd name="connsiteX9982" fmla="*/ 251936 w 3114960"/>
              <a:gd name="connsiteY9982" fmla="*/ 534829 h 5143785"/>
              <a:gd name="connsiteX9983" fmla="*/ 250127 w 3114960"/>
              <a:gd name="connsiteY9983" fmla="*/ 533210 h 5143785"/>
              <a:gd name="connsiteX9984" fmla="*/ 251936 w 3114960"/>
              <a:gd name="connsiteY9984" fmla="*/ 531590 h 5143785"/>
              <a:gd name="connsiteX9985" fmla="*/ 250222 w 3114960"/>
              <a:gd name="connsiteY9985" fmla="*/ 529971 h 5143785"/>
              <a:gd name="connsiteX9986" fmla="*/ 251936 w 3114960"/>
              <a:gd name="connsiteY9986" fmla="*/ 528352 h 5143785"/>
              <a:gd name="connsiteX9987" fmla="*/ 250222 w 3114960"/>
              <a:gd name="connsiteY9987" fmla="*/ 526828 h 5143785"/>
              <a:gd name="connsiteX9988" fmla="*/ 251936 w 3114960"/>
              <a:gd name="connsiteY9988" fmla="*/ 525304 h 5143785"/>
              <a:gd name="connsiteX9989" fmla="*/ 250222 w 3114960"/>
              <a:gd name="connsiteY9989" fmla="*/ 523780 h 5143785"/>
              <a:gd name="connsiteX9990" fmla="*/ 251936 w 3114960"/>
              <a:gd name="connsiteY9990" fmla="*/ 522256 h 5143785"/>
              <a:gd name="connsiteX9991" fmla="*/ 250317 w 3114960"/>
              <a:gd name="connsiteY9991" fmla="*/ 520732 h 5143785"/>
              <a:gd name="connsiteX9992" fmla="*/ 251936 w 3114960"/>
              <a:gd name="connsiteY9992" fmla="*/ 519208 h 5143785"/>
              <a:gd name="connsiteX9993" fmla="*/ 250317 w 3114960"/>
              <a:gd name="connsiteY9993" fmla="*/ 517684 h 5143785"/>
              <a:gd name="connsiteX9994" fmla="*/ 251936 w 3114960"/>
              <a:gd name="connsiteY9994" fmla="*/ 516160 h 5143785"/>
              <a:gd name="connsiteX9995" fmla="*/ 250317 w 3114960"/>
              <a:gd name="connsiteY9995" fmla="*/ 514636 h 5143785"/>
              <a:gd name="connsiteX9996" fmla="*/ 251936 w 3114960"/>
              <a:gd name="connsiteY9996" fmla="*/ 513112 h 5143785"/>
              <a:gd name="connsiteX9997" fmla="*/ 250317 w 3114960"/>
              <a:gd name="connsiteY9997" fmla="*/ 511588 h 5143785"/>
              <a:gd name="connsiteX9998" fmla="*/ 251936 w 3114960"/>
              <a:gd name="connsiteY9998" fmla="*/ 510064 h 5143785"/>
              <a:gd name="connsiteX9999" fmla="*/ 250317 w 3114960"/>
              <a:gd name="connsiteY9999" fmla="*/ 508540 h 5143785"/>
              <a:gd name="connsiteX10000" fmla="*/ 251936 w 3114960"/>
              <a:gd name="connsiteY10000" fmla="*/ 507016 h 5143785"/>
              <a:gd name="connsiteX10001" fmla="*/ 250317 w 3114960"/>
              <a:gd name="connsiteY10001" fmla="*/ 505492 h 5143785"/>
              <a:gd name="connsiteX10002" fmla="*/ 251936 w 3114960"/>
              <a:gd name="connsiteY10002" fmla="*/ 503968 h 5143785"/>
              <a:gd name="connsiteX10003" fmla="*/ 250317 w 3114960"/>
              <a:gd name="connsiteY10003" fmla="*/ 502444 h 5143785"/>
              <a:gd name="connsiteX10004" fmla="*/ 251936 w 3114960"/>
              <a:gd name="connsiteY10004" fmla="*/ 500920 h 5143785"/>
              <a:gd name="connsiteX10005" fmla="*/ 250412 w 3114960"/>
              <a:gd name="connsiteY10005" fmla="*/ 499396 h 5143785"/>
              <a:gd name="connsiteX10006" fmla="*/ 251936 w 3114960"/>
              <a:gd name="connsiteY10006" fmla="*/ 497872 h 5143785"/>
              <a:gd name="connsiteX10007" fmla="*/ 250412 w 3114960"/>
              <a:gd name="connsiteY10007" fmla="*/ 496348 h 5143785"/>
              <a:gd name="connsiteX10008" fmla="*/ 251936 w 3114960"/>
              <a:gd name="connsiteY10008" fmla="*/ 494824 h 5143785"/>
              <a:gd name="connsiteX10009" fmla="*/ 250412 w 3114960"/>
              <a:gd name="connsiteY10009" fmla="*/ 493300 h 5143785"/>
              <a:gd name="connsiteX10010" fmla="*/ 251936 w 3114960"/>
              <a:gd name="connsiteY10010" fmla="*/ 491776 h 5143785"/>
              <a:gd name="connsiteX10011" fmla="*/ 250317 w 3114960"/>
              <a:gd name="connsiteY10011" fmla="*/ 490252 h 5143785"/>
              <a:gd name="connsiteX10012" fmla="*/ 251936 w 3114960"/>
              <a:gd name="connsiteY10012" fmla="*/ 488728 h 5143785"/>
              <a:gd name="connsiteX10013" fmla="*/ 250317 w 3114960"/>
              <a:gd name="connsiteY10013" fmla="*/ 487204 h 5143785"/>
              <a:gd name="connsiteX10014" fmla="*/ 250412 w 3114960"/>
              <a:gd name="connsiteY10014" fmla="*/ 487204 h 5143785"/>
              <a:gd name="connsiteX10015" fmla="*/ 250793 w 3114960"/>
              <a:gd name="connsiteY10015" fmla="*/ 486918 h 5143785"/>
              <a:gd name="connsiteX10016" fmla="*/ 251460 w 3114960"/>
              <a:gd name="connsiteY10016" fmla="*/ 486442 h 5143785"/>
              <a:gd name="connsiteX10017" fmla="*/ 254794 w 3114960"/>
              <a:gd name="connsiteY10017" fmla="*/ 476536 h 5143785"/>
              <a:gd name="connsiteX10018" fmla="*/ 244221 w 3114960"/>
              <a:gd name="connsiteY10018" fmla="*/ 472059 h 5143785"/>
              <a:gd name="connsiteX10019" fmla="*/ 239744 w 3114960"/>
              <a:gd name="connsiteY10019" fmla="*/ 482727 h 5143785"/>
              <a:gd name="connsiteX10020" fmla="*/ 242983 w 3114960"/>
              <a:gd name="connsiteY10020" fmla="*/ 486442 h 5143785"/>
              <a:gd name="connsiteX10021" fmla="*/ 242697 w 3114960"/>
              <a:gd name="connsiteY10021" fmla="*/ 487204 h 5143785"/>
              <a:gd name="connsiteX10022" fmla="*/ 244316 w 3114960"/>
              <a:gd name="connsiteY10022" fmla="*/ 488728 h 5143785"/>
              <a:gd name="connsiteX10023" fmla="*/ 242697 w 3114960"/>
              <a:gd name="connsiteY10023" fmla="*/ 490252 h 5143785"/>
              <a:gd name="connsiteX10024" fmla="*/ 244221 w 3114960"/>
              <a:gd name="connsiteY10024" fmla="*/ 491776 h 5143785"/>
              <a:gd name="connsiteX10025" fmla="*/ 242697 w 3114960"/>
              <a:gd name="connsiteY10025" fmla="*/ 493300 h 5143785"/>
              <a:gd name="connsiteX10026" fmla="*/ 244221 w 3114960"/>
              <a:gd name="connsiteY10026" fmla="*/ 494824 h 5143785"/>
              <a:gd name="connsiteX10027" fmla="*/ 242697 w 3114960"/>
              <a:gd name="connsiteY10027" fmla="*/ 496348 h 5143785"/>
              <a:gd name="connsiteX10028" fmla="*/ 244221 w 3114960"/>
              <a:gd name="connsiteY10028" fmla="*/ 497872 h 5143785"/>
              <a:gd name="connsiteX10029" fmla="*/ 242697 w 3114960"/>
              <a:gd name="connsiteY10029" fmla="*/ 499396 h 5143785"/>
              <a:gd name="connsiteX10030" fmla="*/ 244221 w 3114960"/>
              <a:gd name="connsiteY10030" fmla="*/ 500920 h 5143785"/>
              <a:gd name="connsiteX10031" fmla="*/ 242697 w 3114960"/>
              <a:gd name="connsiteY10031" fmla="*/ 502444 h 5143785"/>
              <a:gd name="connsiteX10032" fmla="*/ 244221 w 3114960"/>
              <a:gd name="connsiteY10032" fmla="*/ 503968 h 5143785"/>
              <a:gd name="connsiteX10033" fmla="*/ 242697 w 3114960"/>
              <a:gd name="connsiteY10033" fmla="*/ 505492 h 5143785"/>
              <a:gd name="connsiteX10034" fmla="*/ 244316 w 3114960"/>
              <a:gd name="connsiteY10034" fmla="*/ 507016 h 5143785"/>
              <a:gd name="connsiteX10035" fmla="*/ 242697 w 3114960"/>
              <a:gd name="connsiteY10035" fmla="*/ 508540 h 5143785"/>
              <a:gd name="connsiteX10036" fmla="*/ 244316 w 3114960"/>
              <a:gd name="connsiteY10036" fmla="*/ 510064 h 5143785"/>
              <a:gd name="connsiteX10037" fmla="*/ 242697 w 3114960"/>
              <a:gd name="connsiteY10037" fmla="*/ 511588 h 5143785"/>
              <a:gd name="connsiteX10038" fmla="*/ 244316 w 3114960"/>
              <a:gd name="connsiteY10038" fmla="*/ 513112 h 5143785"/>
              <a:gd name="connsiteX10039" fmla="*/ 242697 w 3114960"/>
              <a:gd name="connsiteY10039" fmla="*/ 514636 h 5143785"/>
              <a:gd name="connsiteX10040" fmla="*/ 244316 w 3114960"/>
              <a:gd name="connsiteY10040" fmla="*/ 516160 h 5143785"/>
              <a:gd name="connsiteX10041" fmla="*/ 242697 w 3114960"/>
              <a:gd name="connsiteY10041" fmla="*/ 517684 h 5143785"/>
              <a:gd name="connsiteX10042" fmla="*/ 244316 w 3114960"/>
              <a:gd name="connsiteY10042" fmla="*/ 519208 h 5143785"/>
              <a:gd name="connsiteX10043" fmla="*/ 242697 w 3114960"/>
              <a:gd name="connsiteY10043" fmla="*/ 520732 h 5143785"/>
              <a:gd name="connsiteX10044" fmla="*/ 244316 w 3114960"/>
              <a:gd name="connsiteY10044" fmla="*/ 522256 h 5143785"/>
              <a:gd name="connsiteX10045" fmla="*/ 242697 w 3114960"/>
              <a:gd name="connsiteY10045" fmla="*/ 523780 h 5143785"/>
              <a:gd name="connsiteX10046" fmla="*/ 244412 w 3114960"/>
              <a:gd name="connsiteY10046" fmla="*/ 525304 h 5143785"/>
              <a:gd name="connsiteX10047" fmla="*/ 242697 w 3114960"/>
              <a:gd name="connsiteY10047" fmla="*/ 526828 h 5143785"/>
              <a:gd name="connsiteX10048" fmla="*/ 244412 w 3114960"/>
              <a:gd name="connsiteY10048" fmla="*/ 528352 h 5143785"/>
              <a:gd name="connsiteX10049" fmla="*/ 242697 w 3114960"/>
              <a:gd name="connsiteY10049" fmla="*/ 529971 h 5143785"/>
              <a:gd name="connsiteX10050" fmla="*/ 244412 w 3114960"/>
              <a:gd name="connsiteY10050" fmla="*/ 531590 h 5143785"/>
              <a:gd name="connsiteX10051" fmla="*/ 242697 w 3114960"/>
              <a:gd name="connsiteY10051" fmla="*/ 533210 h 5143785"/>
              <a:gd name="connsiteX10052" fmla="*/ 244507 w 3114960"/>
              <a:gd name="connsiteY10052" fmla="*/ 534829 h 5143785"/>
              <a:gd name="connsiteX10053" fmla="*/ 242697 w 3114960"/>
              <a:gd name="connsiteY10053" fmla="*/ 536448 h 5143785"/>
              <a:gd name="connsiteX10054" fmla="*/ 244412 w 3114960"/>
              <a:gd name="connsiteY10054" fmla="*/ 538067 h 5143785"/>
              <a:gd name="connsiteX10055" fmla="*/ 242697 w 3114960"/>
              <a:gd name="connsiteY10055" fmla="*/ 539687 h 5143785"/>
              <a:gd name="connsiteX10056" fmla="*/ 244412 w 3114960"/>
              <a:gd name="connsiteY10056" fmla="*/ 541306 h 5143785"/>
              <a:gd name="connsiteX10057" fmla="*/ 242697 w 3114960"/>
              <a:gd name="connsiteY10057" fmla="*/ 542925 h 5143785"/>
              <a:gd name="connsiteX10058" fmla="*/ 244412 w 3114960"/>
              <a:gd name="connsiteY10058" fmla="*/ 544544 h 5143785"/>
              <a:gd name="connsiteX10059" fmla="*/ 242697 w 3114960"/>
              <a:gd name="connsiteY10059" fmla="*/ 546068 h 5143785"/>
              <a:gd name="connsiteX10060" fmla="*/ 244412 w 3114960"/>
              <a:gd name="connsiteY10060" fmla="*/ 547592 h 5143785"/>
              <a:gd name="connsiteX10061" fmla="*/ 242697 w 3114960"/>
              <a:gd name="connsiteY10061" fmla="*/ 549212 h 5143785"/>
              <a:gd name="connsiteX10062" fmla="*/ 244412 w 3114960"/>
              <a:gd name="connsiteY10062" fmla="*/ 550736 h 5143785"/>
              <a:gd name="connsiteX10063" fmla="*/ 242697 w 3114960"/>
              <a:gd name="connsiteY10063" fmla="*/ 552355 h 5143785"/>
              <a:gd name="connsiteX10064" fmla="*/ 244412 w 3114960"/>
              <a:gd name="connsiteY10064" fmla="*/ 553974 h 5143785"/>
              <a:gd name="connsiteX10065" fmla="*/ 242697 w 3114960"/>
              <a:gd name="connsiteY10065" fmla="*/ 555593 h 5143785"/>
              <a:gd name="connsiteX10066" fmla="*/ 244412 w 3114960"/>
              <a:gd name="connsiteY10066" fmla="*/ 557213 h 5143785"/>
              <a:gd name="connsiteX10067" fmla="*/ 242697 w 3114960"/>
              <a:gd name="connsiteY10067" fmla="*/ 558832 h 5143785"/>
              <a:gd name="connsiteX10068" fmla="*/ 244507 w 3114960"/>
              <a:gd name="connsiteY10068" fmla="*/ 560451 h 5143785"/>
              <a:gd name="connsiteX10069" fmla="*/ 242697 w 3114960"/>
              <a:gd name="connsiteY10069" fmla="*/ 562070 h 5143785"/>
              <a:gd name="connsiteX10070" fmla="*/ 244507 w 3114960"/>
              <a:gd name="connsiteY10070" fmla="*/ 563690 h 5143785"/>
              <a:gd name="connsiteX10071" fmla="*/ 242697 w 3114960"/>
              <a:gd name="connsiteY10071" fmla="*/ 565309 h 5143785"/>
              <a:gd name="connsiteX10072" fmla="*/ 244412 w 3114960"/>
              <a:gd name="connsiteY10072" fmla="*/ 566928 h 5143785"/>
              <a:gd name="connsiteX10073" fmla="*/ 242697 w 3114960"/>
              <a:gd name="connsiteY10073" fmla="*/ 568452 h 5143785"/>
              <a:gd name="connsiteX10074" fmla="*/ 244412 w 3114960"/>
              <a:gd name="connsiteY10074" fmla="*/ 569976 h 5143785"/>
              <a:gd name="connsiteX10075" fmla="*/ 242697 w 3114960"/>
              <a:gd name="connsiteY10075" fmla="*/ 571500 h 5143785"/>
              <a:gd name="connsiteX10076" fmla="*/ 244412 w 3114960"/>
              <a:gd name="connsiteY10076" fmla="*/ 573024 h 5143785"/>
              <a:gd name="connsiteX10077" fmla="*/ 242697 w 3114960"/>
              <a:gd name="connsiteY10077" fmla="*/ 574548 h 5143785"/>
              <a:gd name="connsiteX10078" fmla="*/ 244412 w 3114960"/>
              <a:gd name="connsiteY10078" fmla="*/ 576167 h 5143785"/>
              <a:gd name="connsiteX10079" fmla="*/ 242697 w 3114960"/>
              <a:gd name="connsiteY10079" fmla="*/ 577787 h 5143785"/>
              <a:gd name="connsiteX10080" fmla="*/ 244602 w 3114960"/>
              <a:gd name="connsiteY10080" fmla="*/ 579406 h 5143785"/>
              <a:gd name="connsiteX10081" fmla="*/ 242697 w 3114960"/>
              <a:gd name="connsiteY10081" fmla="*/ 581025 h 5143785"/>
              <a:gd name="connsiteX10082" fmla="*/ 244507 w 3114960"/>
              <a:gd name="connsiteY10082" fmla="*/ 582644 h 5143785"/>
              <a:gd name="connsiteX10083" fmla="*/ 242697 w 3114960"/>
              <a:gd name="connsiteY10083" fmla="*/ 584264 h 5143785"/>
              <a:gd name="connsiteX10084" fmla="*/ 244602 w 3114960"/>
              <a:gd name="connsiteY10084" fmla="*/ 585883 h 5143785"/>
              <a:gd name="connsiteX10085" fmla="*/ 242697 w 3114960"/>
              <a:gd name="connsiteY10085" fmla="*/ 587502 h 5143785"/>
              <a:gd name="connsiteX10086" fmla="*/ 244602 w 3114960"/>
              <a:gd name="connsiteY10086" fmla="*/ 589121 h 5143785"/>
              <a:gd name="connsiteX10087" fmla="*/ 242697 w 3114960"/>
              <a:gd name="connsiteY10087" fmla="*/ 590741 h 5143785"/>
              <a:gd name="connsiteX10088" fmla="*/ 244602 w 3114960"/>
              <a:gd name="connsiteY10088" fmla="*/ 592360 h 5143785"/>
              <a:gd name="connsiteX10089" fmla="*/ 242697 w 3114960"/>
              <a:gd name="connsiteY10089" fmla="*/ 593979 h 5143785"/>
              <a:gd name="connsiteX10090" fmla="*/ 244697 w 3114960"/>
              <a:gd name="connsiteY10090" fmla="*/ 595598 h 5143785"/>
              <a:gd name="connsiteX10091" fmla="*/ 242697 w 3114960"/>
              <a:gd name="connsiteY10091" fmla="*/ 597122 h 5143785"/>
              <a:gd name="connsiteX10092" fmla="*/ 242221 w 3114960"/>
              <a:gd name="connsiteY10092" fmla="*/ 482060 h 5143785"/>
              <a:gd name="connsiteX10093" fmla="*/ 245364 w 3114960"/>
              <a:gd name="connsiteY10093" fmla="*/ 474536 h 5143785"/>
              <a:gd name="connsiteX10094" fmla="*/ 247555 w 3114960"/>
              <a:gd name="connsiteY10094" fmla="*/ 474059 h 5143785"/>
              <a:gd name="connsiteX10095" fmla="*/ 249745 w 3114960"/>
              <a:gd name="connsiteY10095" fmla="*/ 474536 h 5143785"/>
              <a:gd name="connsiteX10096" fmla="*/ 252889 w 3114960"/>
              <a:gd name="connsiteY10096" fmla="*/ 477679 h 5143785"/>
              <a:gd name="connsiteX10097" fmla="*/ 249936 w 3114960"/>
              <a:gd name="connsiteY10097" fmla="*/ 485013 h 5143785"/>
              <a:gd name="connsiteX10098" fmla="*/ 247364 w 3114960"/>
              <a:gd name="connsiteY10098" fmla="*/ 485394 h 5143785"/>
              <a:gd name="connsiteX10099" fmla="*/ 246888 w 3114960"/>
              <a:gd name="connsiteY10099" fmla="*/ 485394 h 5143785"/>
              <a:gd name="connsiteX10100" fmla="*/ 245269 w 3114960"/>
              <a:gd name="connsiteY10100" fmla="*/ 485108 h 5143785"/>
              <a:gd name="connsiteX10101" fmla="*/ 242126 w 3114960"/>
              <a:gd name="connsiteY10101" fmla="*/ 481965 h 5143785"/>
              <a:gd name="connsiteX10102" fmla="*/ 245364 w 3114960"/>
              <a:gd name="connsiteY10102" fmla="*/ 598456 h 5143785"/>
              <a:gd name="connsiteX10103" fmla="*/ 247555 w 3114960"/>
              <a:gd name="connsiteY10103" fmla="*/ 597980 h 5143785"/>
              <a:gd name="connsiteX10104" fmla="*/ 249745 w 3114960"/>
              <a:gd name="connsiteY10104" fmla="*/ 598456 h 5143785"/>
              <a:gd name="connsiteX10105" fmla="*/ 252889 w 3114960"/>
              <a:gd name="connsiteY10105" fmla="*/ 601599 h 5143785"/>
              <a:gd name="connsiteX10106" fmla="*/ 252889 w 3114960"/>
              <a:gd name="connsiteY10106" fmla="*/ 605981 h 5143785"/>
              <a:gd name="connsiteX10107" fmla="*/ 249745 w 3114960"/>
              <a:gd name="connsiteY10107" fmla="*/ 609124 h 5143785"/>
              <a:gd name="connsiteX10108" fmla="*/ 245364 w 3114960"/>
              <a:gd name="connsiteY10108" fmla="*/ 609124 h 5143785"/>
              <a:gd name="connsiteX10109" fmla="*/ 242221 w 3114960"/>
              <a:gd name="connsiteY10109" fmla="*/ 605981 h 5143785"/>
              <a:gd name="connsiteX10110" fmla="*/ 242221 w 3114960"/>
              <a:gd name="connsiteY10110" fmla="*/ 601599 h 5143785"/>
              <a:gd name="connsiteX10111" fmla="*/ 245364 w 3114960"/>
              <a:gd name="connsiteY10111" fmla="*/ 598456 h 5143785"/>
              <a:gd name="connsiteX10112" fmla="*/ 892207 w 3114960"/>
              <a:gd name="connsiteY10112" fmla="*/ 2597849 h 5143785"/>
              <a:gd name="connsiteX10113" fmla="*/ 875633 w 3114960"/>
              <a:gd name="connsiteY10113" fmla="*/ 2604802 h 5143785"/>
              <a:gd name="connsiteX10114" fmla="*/ 875633 w 3114960"/>
              <a:gd name="connsiteY10114" fmla="*/ 2614517 h 5143785"/>
              <a:gd name="connsiteX10115" fmla="*/ 882587 w 3114960"/>
              <a:gd name="connsiteY10115" fmla="*/ 2621375 h 5143785"/>
              <a:gd name="connsiteX10116" fmla="*/ 887349 w 3114960"/>
              <a:gd name="connsiteY10116" fmla="*/ 2622328 h 5143785"/>
              <a:gd name="connsiteX10117" fmla="*/ 895160 w 3114960"/>
              <a:gd name="connsiteY10117" fmla="*/ 2619470 h 5143785"/>
              <a:gd name="connsiteX10118" fmla="*/ 952500 w 3114960"/>
              <a:gd name="connsiteY10118" fmla="*/ 2684907 h 5143785"/>
              <a:gd name="connsiteX10119" fmla="*/ 952500 w 3114960"/>
              <a:gd name="connsiteY10119" fmla="*/ 2692622 h 5143785"/>
              <a:gd name="connsiteX10120" fmla="*/ 949928 w 3114960"/>
              <a:gd name="connsiteY10120" fmla="*/ 2693099 h 5143785"/>
              <a:gd name="connsiteX10121" fmla="*/ 943070 w 3114960"/>
              <a:gd name="connsiteY10121" fmla="*/ 2700052 h 5143785"/>
              <a:gd name="connsiteX10122" fmla="*/ 950024 w 3114960"/>
              <a:gd name="connsiteY10122" fmla="*/ 2716625 h 5143785"/>
              <a:gd name="connsiteX10123" fmla="*/ 954786 w 3114960"/>
              <a:gd name="connsiteY10123" fmla="*/ 2717578 h 5143785"/>
              <a:gd name="connsiteX10124" fmla="*/ 959739 w 3114960"/>
              <a:gd name="connsiteY10124" fmla="*/ 2716625 h 5143785"/>
              <a:gd name="connsiteX10125" fmla="*/ 966597 w 3114960"/>
              <a:gd name="connsiteY10125" fmla="*/ 2709672 h 5143785"/>
              <a:gd name="connsiteX10126" fmla="*/ 966597 w 3114960"/>
              <a:gd name="connsiteY10126" fmla="*/ 2699957 h 5143785"/>
              <a:gd name="connsiteX10127" fmla="*/ 959644 w 3114960"/>
              <a:gd name="connsiteY10127" fmla="*/ 2693099 h 5143785"/>
              <a:gd name="connsiteX10128" fmla="*/ 957263 w 3114960"/>
              <a:gd name="connsiteY10128" fmla="*/ 2692622 h 5143785"/>
              <a:gd name="connsiteX10129" fmla="*/ 957263 w 3114960"/>
              <a:gd name="connsiteY10129" fmla="*/ 2683193 h 5143785"/>
              <a:gd name="connsiteX10130" fmla="*/ 898303 w 3114960"/>
              <a:gd name="connsiteY10130" fmla="*/ 2615851 h 5143785"/>
              <a:gd name="connsiteX10131" fmla="*/ 899160 w 3114960"/>
              <a:gd name="connsiteY10131" fmla="*/ 2614422 h 5143785"/>
              <a:gd name="connsiteX10132" fmla="*/ 892207 w 3114960"/>
              <a:gd name="connsiteY10132" fmla="*/ 2597849 h 5143785"/>
              <a:gd name="connsiteX10133" fmla="*/ 894779 w 3114960"/>
              <a:gd name="connsiteY10133" fmla="*/ 2612708 h 5143785"/>
              <a:gd name="connsiteX10134" fmla="*/ 884396 w 3114960"/>
              <a:gd name="connsiteY10134" fmla="*/ 2617089 h 5143785"/>
              <a:gd name="connsiteX10135" fmla="*/ 880110 w 3114960"/>
              <a:gd name="connsiteY10135" fmla="*/ 2612803 h 5143785"/>
              <a:gd name="connsiteX10136" fmla="*/ 880110 w 3114960"/>
              <a:gd name="connsiteY10136" fmla="*/ 2606707 h 5143785"/>
              <a:gd name="connsiteX10137" fmla="*/ 887444 w 3114960"/>
              <a:gd name="connsiteY10137" fmla="*/ 2601754 h 5143785"/>
              <a:gd name="connsiteX10138" fmla="*/ 890397 w 3114960"/>
              <a:gd name="connsiteY10138" fmla="*/ 2602325 h 5143785"/>
              <a:gd name="connsiteX10139" fmla="*/ 894779 w 3114960"/>
              <a:gd name="connsiteY10139" fmla="*/ 2612708 h 5143785"/>
              <a:gd name="connsiteX10140" fmla="*/ 954977 w 3114960"/>
              <a:gd name="connsiteY10140" fmla="*/ 2697004 h 5143785"/>
              <a:gd name="connsiteX10141" fmla="*/ 957929 w 3114960"/>
              <a:gd name="connsiteY10141" fmla="*/ 2697575 h 5143785"/>
              <a:gd name="connsiteX10142" fmla="*/ 962216 w 3114960"/>
              <a:gd name="connsiteY10142" fmla="*/ 2701862 h 5143785"/>
              <a:gd name="connsiteX10143" fmla="*/ 962216 w 3114960"/>
              <a:gd name="connsiteY10143" fmla="*/ 2707958 h 5143785"/>
              <a:gd name="connsiteX10144" fmla="*/ 957929 w 3114960"/>
              <a:gd name="connsiteY10144" fmla="*/ 2712339 h 5143785"/>
              <a:gd name="connsiteX10145" fmla="*/ 951833 w 3114960"/>
              <a:gd name="connsiteY10145" fmla="*/ 2712339 h 5143785"/>
              <a:gd name="connsiteX10146" fmla="*/ 947452 w 3114960"/>
              <a:gd name="connsiteY10146" fmla="*/ 2701957 h 5143785"/>
              <a:gd name="connsiteX10147" fmla="*/ 951738 w 3114960"/>
              <a:gd name="connsiteY10147" fmla="*/ 2697671 h 5143785"/>
              <a:gd name="connsiteX10148" fmla="*/ 954691 w 3114960"/>
              <a:gd name="connsiteY10148" fmla="*/ 2697099 h 5143785"/>
              <a:gd name="connsiteX10149" fmla="*/ 954881 w 3114960"/>
              <a:gd name="connsiteY10149" fmla="*/ 2697099 h 5143785"/>
              <a:gd name="connsiteX10150" fmla="*/ 762000 w 3114960"/>
              <a:gd name="connsiteY10150" fmla="*/ 561118 h 5143785"/>
              <a:gd name="connsiteX10151" fmla="*/ 755523 w 3114960"/>
              <a:gd name="connsiteY10151" fmla="*/ 558546 h 5143785"/>
              <a:gd name="connsiteX10152" fmla="*/ 745712 w 3114960"/>
              <a:gd name="connsiteY10152" fmla="*/ 568357 h 5143785"/>
              <a:gd name="connsiteX10153" fmla="*/ 755523 w 3114960"/>
              <a:gd name="connsiteY10153" fmla="*/ 578072 h 5143785"/>
              <a:gd name="connsiteX10154" fmla="*/ 765239 w 3114960"/>
              <a:gd name="connsiteY10154" fmla="*/ 568357 h 5143785"/>
              <a:gd name="connsiteX10155" fmla="*/ 764572 w 3114960"/>
              <a:gd name="connsiteY10155" fmla="*/ 565118 h 5143785"/>
              <a:gd name="connsiteX10156" fmla="*/ 794290 w 3114960"/>
              <a:gd name="connsiteY10156" fmla="*/ 540353 h 5143785"/>
              <a:gd name="connsiteX10157" fmla="*/ 899255 w 3114960"/>
              <a:gd name="connsiteY10157" fmla="*/ 541020 h 5143785"/>
              <a:gd name="connsiteX10158" fmla="*/ 931259 w 3114960"/>
              <a:gd name="connsiteY10158" fmla="*/ 512636 h 5143785"/>
              <a:gd name="connsiteX10159" fmla="*/ 934688 w 3114960"/>
              <a:gd name="connsiteY10159" fmla="*/ 513302 h 5143785"/>
              <a:gd name="connsiteX10160" fmla="*/ 944499 w 3114960"/>
              <a:gd name="connsiteY10160" fmla="*/ 503492 h 5143785"/>
              <a:gd name="connsiteX10161" fmla="*/ 934688 w 3114960"/>
              <a:gd name="connsiteY10161" fmla="*/ 493681 h 5143785"/>
              <a:gd name="connsiteX10162" fmla="*/ 924877 w 3114960"/>
              <a:gd name="connsiteY10162" fmla="*/ 503492 h 5143785"/>
              <a:gd name="connsiteX10163" fmla="*/ 927259 w 3114960"/>
              <a:gd name="connsiteY10163" fmla="*/ 509683 h 5143785"/>
              <a:gd name="connsiteX10164" fmla="*/ 897446 w 3114960"/>
              <a:gd name="connsiteY10164" fmla="*/ 536162 h 5143785"/>
              <a:gd name="connsiteX10165" fmla="*/ 792575 w 3114960"/>
              <a:gd name="connsiteY10165" fmla="*/ 535496 h 5143785"/>
              <a:gd name="connsiteX10166" fmla="*/ 761905 w 3114960"/>
              <a:gd name="connsiteY10166" fmla="*/ 561023 h 5143785"/>
              <a:gd name="connsiteX10167" fmla="*/ 755618 w 3114960"/>
              <a:gd name="connsiteY10167" fmla="*/ 573310 h 5143785"/>
              <a:gd name="connsiteX10168" fmla="*/ 750570 w 3114960"/>
              <a:gd name="connsiteY10168" fmla="*/ 568357 h 5143785"/>
              <a:gd name="connsiteX10169" fmla="*/ 755618 w 3114960"/>
              <a:gd name="connsiteY10169" fmla="*/ 563309 h 5143785"/>
              <a:gd name="connsiteX10170" fmla="*/ 760571 w 3114960"/>
              <a:gd name="connsiteY10170" fmla="*/ 568357 h 5143785"/>
              <a:gd name="connsiteX10171" fmla="*/ 755618 w 3114960"/>
              <a:gd name="connsiteY10171" fmla="*/ 573310 h 5143785"/>
              <a:gd name="connsiteX10172" fmla="*/ 934879 w 3114960"/>
              <a:gd name="connsiteY10172" fmla="*/ 498634 h 5143785"/>
              <a:gd name="connsiteX10173" fmla="*/ 939927 w 3114960"/>
              <a:gd name="connsiteY10173" fmla="*/ 503682 h 5143785"/>
              <a:gd name="connsiteX10174" fmla="*/ 934879 w 3114960"/>
              <a:gd name="connsiteY10174" fmla="*/ 508730 h 5143785"/>
              <a:gd name="connsiteX10175" fmla="*/ 929831 w 3114960"/>
              <a:gd name="connsiteY10175" fmla="*/ 503682 h 5143785"/>
              <a:gd name="connsiteX10176" fmla="*/ 934879 w 3114960"/>
              <a:gd name="connsiteY10176" fmla="*/ 498634 h 5143785"/>
              <a:gd name="connsiteX10177" fmla="*/ 1882426 w 3114960"/>
              <a:gd name="connsiteY10177" fmla="*/ 4244054 h 5143785"/>
              <a:gd name="connsiteX10178" fmla="*/ 1896523 w 3114960"/>
              <a:gd name="connsiteY10178" fmla="*/ 4244054 h 5143785"/>
              <a:gd name="connsiteX10179" fmla="*/ 1901095 w 3114960"/>
              <a:gd name="connsiteY10179" fmla="*/ 4239482 h 5143785"/>
              <a:gd name="connsiteX10180" fmla="*/ 1901095 w 3114960"/>
              <a:gd name="connsiteY10180" fmla="*/ 4225386 h 5143785"/>
              <a:gd name="connsiteX10181" fmla="*/ 1896523 w 3114960"/>
              <a:gd name="connsiteY10181" fmla="*/ 4220813 h 5143785"/>
              <a:gd name="connsiteX10182" fmla="*/ 1882426 w 3114960"/>
              <a:gd name="connsiteY10182" fmla="*/ 4220813 h 5143785"/>
              <a:gd name="connsiteX10183" fmla="*/ 1877854 w 3114960"/>
              <a:gd name="connsiteY10183" fmla="*/ 4225386 h 5143785"/>
              <a:gd name="connsiteX10184" fmla="*/ 1877854 w 3114960"/>
              <a:gd name="connsiteY10184" fmla="*/ 4239482 h 5143785"/>
              <a:gd name="connsiteX10185" fmla="*/ 1882426 w 3114960"/>
              <a:gd name="connsiteY10185" fmla="*/ 4244054 h 5143785"/>
              <a:gd name="connsiteX10186" fmla="*/ 1881188 w 3114960"/>
              <a:gd name="connsiteY10186" fmla="*/ 4225386 h 5143785"/>
              <a:gd name="connsiteX10187" fmla="*/ 1882426 w 3114960"/>
              <a:gd name="connsiteY10187" fmla="*/ 4224147 h 5143785"/>
              <a:gd name="connsiteX10188" fmla="*/ 1896523 w 3114960"/>
              <a:gd name="connsiteY10188" fmla="*/ 4224147 h 5143785"/>
              <a:gd name="connsiteX10189" fmla="*/ 1897761 w 3114960"/>
              <a:gd name="connsiteY10189" fmla="*/ 4225386 h 5143785"/>
              <a:gd name="connsiteX10190" fmla="*/ 1897761 w 3114960"/>
              <a:gd name="connsiteY10190" fmla="*/ 4239482 h 5143785"/>
              <a:gd name="connsiteX10191" fmla="*/ 1896523 w 3114960"/>
              <a:gd name="connsiteY10191" fmla="*/ 4240721 h 5143785"/>
              <a:gd name="connsiteX10192" fmla="*/ 1882426 w 3114960"/>
              <a:gd name="connsiteY10192" fmla="*/ 4240721 h 5143785"/>
              <a:gd name="connsiteX10193" fmla="*/ 1881188 w 3114960"/>
              <a:gd name="connsiteY10193" fmla="*/ 4239482 h 5143785"/>
              <a:gd name="connsiteX10194" fmla="*/ 1881188 w 3114960"/>
              <a:gd name="connsiteY10194" fmla="*/ 4225386 h 5143785"/>
              <a:gd name="connsiteX10195" fmla="*/ 217932 w 3114960"/>
              <a:gd name="connsiteY10195" fmla="*/ 1900047 h 5143785"/>
              <a:gd name="connsiteX10196" fmla="*/ 363760 w 3114960"/>
              <a:gd name="connsiteY10196" fmla="*/ 1900047 h 5143785"/>
              <a:gd name="connsiteX10197" fmla="*/ 377095 w 3114960"/>
              <a:gd name="connsiteY10197" fmla="*/ 1886998 h 5143785"/>
              <a:gd name="connsiteX10198" fmla="*/ 385286 w 3114960"/>
              <a:gd name="connsiteY10198" fmla="*/ 1889855 h 5143785"/>
              <a:gd name="connsiteX10199" fmla="*/ 398717 w 3114960"/>
              <a:gd name="connsiteY10199" fmla="*/ 1876425 h 5143785"/>
              <a:gd name="connsiteX10200" fmla="*/ 385286 w 3114960"/>
              <a:gd name="connsiteY10200" fmla="*/ 1862995 h 5143785"/>
              <a:gd name="connsiteX10201" fmla="*/ 371856 w 3114960"/>
              <a:gd name="connsiteY10201" fmla="*/ 1876425 h 5143785"/>
              <a:gd name="connsiteX10202" fmla="*/ 373952 w 3114960"/>
              <a:gd name="connsiteY10202" fmla="*/ 1883569 h 5143785"/>
              <a:gd name="connsiteX10203" fmla="*/ 361855 w 3114960"/>
              <a:gd name="connsiteY10203" fmla="*/ 1895380 h 5143785"/>
              <a:gd name="connsiteX10204" fmla="*/ 216122 w 3114960"/>
              <a:gd name="connsiteY10204" fmla="*/ 1895380 h 5143785"/>
              <a:gd name="connsiteX10205" fmla="*/ 184976 w 3114960"/>
              <a:gd name="connsiteY10205" fmla="*/ 1924336 h 5143785"/>
              <a:gd name="connsiteX10206" fmla="*/ 95 w 3114960"/>
              <a:gd name="connsiteY10206" fmla="*/ 1924336 h 5143785"/>
              <a:gd name="connsiteX10207" fmla="*/ 95 w 3114960"/>
              <a:gd name="connsiteY10207" fmla="*/ 1929098 h 5143785"/>
              <a:gd name="connsiteX10208" fmla="*/ 186785 w 3114960"/>
              <a:gd name="connsiteY10208" fmla="*/ 1929098 h 5143785"/>
              <a:gd name="connsiteX10209" fmla="*/ 217932 w 3114960"/>
              <a:gd name="connsiteY10209" fmla="*/ 1900142 h 5143785"/>
              <a:gd name="connsiteX10210" fmla="*/ 385286 w 3114960"/>
              <a:gd name="connsiteY10210" fmla="*/ 1867662 h 5143785"/>
              <a:gd name="connsiteX10211" fmla="*/ 393954 w 3114960"/>
              <a:gd name="connsiteY10211" fmla="*/ 1876330 h 5143785"/>
              <a:gd name="connsiteX10212" fmla="*/ 385286 w 3114960"/>
              <a:gd name="connsiteY10212" fmla="*/ 1884998 h 5143785"/>
              <a:gd name="connsiteX10213" fmla="*/ 376619 w 3114960"/>
              <a:gd name="connsiteY10213" fmla="*/ 1876330 h 5143785"/>
              <a:gd name="connsiteX10214" fmla="*/ 385286 w 3114960"/>
              <a:gd name="connsiteY10214" fmla="*/ 1867662 h 5143785"/>
              <a:gd name="connsiteX10215" fmla="*/ 1610773 w 3114960"/>
              <a:gd name="connsiteY10215" fmla="*/ 747141 h 5143785"/>
              <a:gd name="connsiteX10216" fmla="*/ 1605915 w 3114960"/>
              <a:gd name="connsiteY10216" fmla="*/ 747141 h 5143785"/>
              <a:gd name="connsiteX10217" fmla="*/ 1599057 w 3114960"/>
              <a:gd name="connsiteY10217" fmla="*/ 753999 h 5143785"/>
              <a:gd name="connsiteX10218" fmla="*/ 1599057 w 3114960"/>
              <a:gd name="connsiteY10218" fmla="*/ 768382 h 5143785"/>
              <a:gd name="connsiteX10219" fmla="*/ 1605915 w 3114960"/>
              <a:gd name="connsiteY10219" fmla="*/ 775240 h 5143785"/>
              <a:gd name="connsiteX10220" fmla="*/ 1620298 w 3114960"/>
              <a:gd name="connsiteY10220" fmla="*/ 775240 h 5143785"/>
              <a:gd name="connsiteX10221" fmla="*/ 1623632 w 3114960"/>
              <a:gd name="connsiteY10221" fmla="*/ 774287 h 5143785"/>
              <a:gd name="connsiteX10222" fmla="*/ 1664208 w 3114960"/>
              <a:gd name="connsiteY10222" fmla="*/ 810387 h 5143785"/>
              <a:gd name="connsiteX10223" fmla="*/ 1686878 w 3114960"/>
              <a:gd name="connsiteY10223" fmla="*/ 810387 h 5143785"/>
              <a:gd name="connsiteX10224" fmla="*/ 1686878 w 3114960"/>
              <a:gd name="connsiteY10224" fmla="*/ 813816 h 5143785"/>
              <a:gd name="connsiteX10225" fmla="*/ 1664208 w 3114960"/>
              <a:gd name="connsiteY10225" fmla="*/ 813816 h 5143785"/>
              <a:gd name="connsiteX10226" fmla="*/ 1623822 w 3114960"/>
              <a:gd name="connsiteY10226" fmla="*/ 849821 h 5143785"/>
              <a:gd name="connsiteX10227" fmla="*/ 1615631 w 3114960"/>
              <a:gd name="connsiteY10227" fmla="*/ 846963 h 5143785"/>
              <a:gd name="connsiteX10228" fmla="*/ 1602200 w 3114960"/>
              <a:gd name="connsiteY10228" fmla="*/ 860393 h 5143785"/>
              <a:gd name="connsiteX10229" fmla="*/ 1615631 w 3114960"/>
              <a:gd name="connsiteY10229" fmla="*/ 873824 h 5143785"/>
              <a:gd name="connsiteX10230" fmla="*/ 1629061 w 3114960"/>
              <a:gd name="connsiteY10230" fmla="*/ 860489 h 5143785"/>
              <a:gd name="connsiteX10231" fmla="*/ 1658588 w 3114960"/>
              <a:gd name="connsiteY10231" fmla="*/ 860489 h 5143785"/>
              <a:gd name="connsiteX10232" fmla="*/ 1663922 w 3114960"/>
              <a:gd name="connsiteY10232" fmla="*/ 867061 h 5143785"/>
              <a:gd name="connsiteX10233" fmla="*/ 1668590 w 3114960"/>
              <a:gd name="connsiteY10233" fmla="*/ 861346 h 5143785"/>
              <a:gd name="connsiteX10234" fmla="*/ 1673257 w 3114960"/>
              <a:gd name="connsiteY10234" fmla="*/ 867061 h 5143785"/>
              <a:gd name="connsiteX10235" fmla="*/ 1677829 w 3114960"/>
              <a:gd name="connsiteY10235" fmla="*/ 861346 h 5143785"/>
              <a:gd name="connsiteX10236" fmla="*/ 1682401 w 3114960"/>
              <a:gd name="connsiteY10236" fmla="*/ 867061 h 5143785"/>
              <a:gd name="connsiteX10237" fmla="*/ 1686973 w 3114960"/>
              <a:gd name="connsiteY10237" fmla="*/ 861346 h 5143785"/>
              <a:gd name="connsiteX10238" fmla="*/ 1691545 w 3114960"/>
              <a:gd name="connsiteY10238" fmla="*/ 867061 h 5143785"/>
              <a:gd name="connsiteX10239" fmla="*/ 1696212 w 3114960"/>
              <a:gd name="connsiteY10239" fmla="*/ 861346 h 5143785"/>
              <a:gd name="connsiteX10240" fmla="*/ 1700879 w 3114960"/>
              <a:gd name="connsiteY10240" fmla="*/ 867061 h 5143785"/>
              <a:gd name="connsiteX10241" fmla="*/ 1705451 w 3114960"/>
              <a:gd name="connsiteY10241" fmla="*/ 861346 h 5143785"/>
              <a:gd name="connsiteX10242" fmla="*/ 1710023 w 3114960"/>
              <a:gd name="connsiteY10242" fmla="*/ 867061 h 5143785"/>
              <a:gd name="connsiteX10243" fmla="*/ 1714595 w 3114960"/>
              <a:gd name="connsiteY10243" fmla="*/ 861346 h 5143785"/>
              <a:gd name="connsiteX10244" fmla="*/ 1719167 w 3114960"/>
              <a:gd name="connsiteY10244" fmla="*/ 867061 h 5143785"/>
              <a:gd name="connsiteX10245" fmla="*/ 1723739 w 3114960"/>
              <a:gd name="connsiteY10245" fmla="*/ 861346 h 5143785"/>
              <a:gd name="connsiteX10246" fmla="*/ 1728311 w 3114960"/>
              <a:gd name="connsiteY10246" fmla="*/ 867061 h 5143785"/>
              <a:gd name="connsiteX10247" fmla="*/ 1732978 w 3114960"/>
              <a:gd name="connsiteY10247" fmla="*/ 861346 h 5143785"/>
              <a:gd name="connsiteX10248" fmla="*/ 1737646 w 3114960"/>
              <a:gd name="connsiteY10248" fmla="*/ 867061 h 5143785"/>
              <a:gd name="connsiteX10249" fmla="*/ 1742313 w 3114960"/>
              <a:gd name="connsiteY10249" fmla="*/ 861346 h 5143785"/>
              <a:gd name="connsiteX10250" fmla="*/ 1746980 w 3114960"/>
              <a:gd name="connsiteY10250" fmla="*/ 867061 h 5143785"/>
              <a:gd name="connsiteX10251" fmla="*/ 1751648 w 3114960"/>
              <a:gd name="connsiteY10251" fmla="*/ 861346 h 5143785"/>
              <a:gd name="connsiteX10252" fmla="*/ 1756315 w 3114960"/>
              <a:gd name="connsiteY10252" fmla="*/ 867061 h 5143785"/>
              <a:gd name="connsiteX10253" fmla="*/ 1760982 w 3114960"/>
              <a:gd name="connsiteY10253" fmla="*/ 861346 h 5143785"/>
              <a:gd name="connsiteX10254" fmla="*/ 1765649 w 3114960"/>
              <a:gd name="connsiteY10254" fmla="*/ 867061 h 5143785"/>
              <a:gd name="connsiteX10255" fmla="*/ 1770221 w 3114960"/>
              <a:gd name="connsiteY10255" fmla="*/ 861346 h 5143785"/>
              <a:gd name="connsiteX10256" fmla="*/ 1774889 w 3114960"/>
              <a:gd name="connsiteY10256" fmla="*/ 867061 h 5143785"/>
              <a:gd name="connsiteX10257" fmla="*/ 1779556 w 3114960"/>
              <a:gd name="connsiteY10257" fmla="*/ 861346 h 5143785"/>
              <a:gd name="connsiteX10258" fmla="*/ 1784223 w 3114960"/>
              <a:gd name="connsiteY10258" fmla="*/ 867061 h 5143785"/>
              <a:gd name="connsiteX10259" fmla="*/ 1788890 w 3114960"/>
              <a:gd name="connsiteY10259" fmla="*/ 861346 h 5143785"/>
              <a:gd name="connsiteX10260" fmla="*/ 1793557 w 3114960"/>
              <a:gd name="connsiteY10260" fmla="*/ 867061 h 5143785"/>
              <a:gd name="connsiteX10261" fmla="*/ 1798225 w 3114960"/>
              <a:gd name="connsiteY10261" fmla="*/ 861346 h 5143785"/>
              <a:gd name="connsiteX10262" fmla="*/ 1801082 w 3114960"/>
              <a:gd name="connsiteY10262" fmla="*/ 864870 h 5143785"/>
              <a:gd name="connsiteX10263" fmla="*/ 1802511 w 3114960"/>
              <a:gd name="connsiteY10263" fmla="*/ 863727 h 5143785"/>
              <a:gd name="connsiteX10264" fmla="*/ 1835182 w 3114960"/>
              <a:gd name="connsiteY10264" fmla="*/ 863727 h 5143785"/>
              <a:gd name="connsiteX10265" fmla="*/ 1835182 w 3114960"/>
              <a:gd name="connsiteY10265" fmla="*/ 865442 h 5143785"/>
              <a:gd name="connsiteX10266" fmla="*/ 1839659 w 3114960"/>
              <a:gd name="connsiteY10266" fmla="*/ 869918 h 5143785"/>
              <a:gd name="connsiteX10267" fmla="*/ 1854041 w 3114960"/>
              <a:gd name="connsiteY10267" fmla="*/ 869918 h 5143785"/>
              <a:gd name="connsiteX10268" fmla="*/ 1858518 w 3114960"/>
              <a:gd name="connsiteY10268" fmla="*/ 865442 h 5143785"/>
              <a:gd name="connsiteX10269" fmla="*/ 1858518 w 3114960"/>
              <a:gd name="connsiteY10269" fmla="*/ 851059 h 5143785"/>
              <a:gd name="connsiteX10270" fmla="*/ 1854041 w 3114960"/>
              <a:gd name="connsiteY10270" fmla="*/ 846582 h 5143785"/>
              <a:gd name="connsiteX10271" fmla="*/ 1839659 w 3114960"/>
              <a:gd name="connsiteY10271" fmla="*/ 846582 h 5143785"/>
              <a:gd name="connsiteX10272" fmla="*/ 1836325 w 3114960"/>
              <a:gd name="connsiteY10272" fmla="*/ 848201 h 5143785"/>
              <a:gd name="connsiteX10273" fmla="*/ 1797844 w 3114960"/>
              <a:gd name="connsiteY10273" fmla="*/ 813911 h 5143785"/>
              <a:gd name="connsiteX10274" fmla="*/ 1775365 w 3114960"/>
              <a:gd name="connsiteY10274" fmla="*/ 813911 h 5143785"/>
              <a:gd name="connsiteX10275" fmla="*/ 1775365 w 3114960"/>
              <a:gd name="connsiteY10275" fmla="*/ 810482 h 5143785"/>
              <a:gd name="connsiteX10276" fmla="*/ 1797844 w 3114960"/>
              <a:gd name="connsiteY10276" fmla="*/ 810482 h 5143785"/>
              <a:gd name="connsiteX10277" fmla="*/ 1837753 w 3114960"/>
              <a:gd name="connsiteY10277" fmla="*/ 774954 h 5143785"/>
              <a:gd name="connsiteX10278" fmla="*/ 1846898 w 3114960"/>
              <a:gd name="connsiteY10278" fmla="*/ 778669 h 5143785"/>
              <a:gd name="connsiteX10279" fmla="*/ 1857661 w 3114960"/>
              <a:gd name="connsiteY10279" fmla="*/ 773240 h 5143785"/>
              <a:gd name="connsiteX10280" fmla="*/ 1926050 w 3114960"/>
              <a:gd name="connsiteY10280" fmla="*/ 829437 h 5143785"/>
              <a:gd name="connsiteX10281" fmla="*/ 1926050 w 3114960"/>
              <a:gd name="connsiteY10281" fmla="*/ 907733 h 5143785"/>
              <a:gd name="connsiteX10282" fmla="*/ 1922621 w 3114960"/>
              <a:gd name="connsiteY10282" fmla="*/ 907733 h 5143785"/>
              <a:gd name="connsiteX10283" fmla="*/ 1915763 w 3114960"/>
              <a:gd name="connsiteY10283" fmla="*/ 914591 h 5143785"/>
              <a:gd name="connsiteX10284" fmla="*/ 1915763 w 3114960"/>
              <a:gd name="connsiteY10284" fmla="*/ 926497 h 5143785"/>
              <a:gd name="connsiteX10285" fmla="*/ 1922621 w 3114960"/>
              <a:gd name="connsiteY10285" fmla="*/ 933355 h 5143785"/>
              <a:gd name="connsiteX10286" fmla="*/ 1934528 w 3114960"/>
              <a:gd name="connsiteY10286" fmla="*/ 933355 h 5143785"/>
              <a:gd name="connsiteX10287" fmla="*/ 1941386 w 3114960"/>
              <a:gd name="connsiteY10287" fmla="*/ 926497 h 5143785"/>
              <a:gd name="connsiteX10288" fmla="*/ 1941386 w 3114960"/>
              <a:gd name="connsiteY10288" fmla="*/ 914591 h 5143785"/>
              <a:gd name="connsiteX10289" fmla="*/ 1934528 w 3114960"/>
              <a:gd name="connsiteY10289" fmla="*/ 907733 h 5143785"/>
              <a:gd name="connsiteX10290" fmla="*/ 1930813 w 3114960"/>
              <a:gd name="connsiteY10290" fmla="*/ 907733 h 5143785"/>
              <a:gd name="connsiteX10291" fmla="*/ 1930813 w 3114960"/>
              <a:gd name="connsiteY10291" fmla="*/ 827151 h 5143785"/>
              <a:gd name="connsiteX10292" fmla="*/ 1859852 w 3114960"/>
              <a:gd name="connsiteY10292" fmla="*/ 768763 h 5143785"/>
              <a:gd name="connsiteX10293" fmla="*/ 1860423 w 3114960"/>
              <a:gd name="connsiteY10293" fmla="*/ 765143 h 5143785"/>
              <a:gd name="connsiteX10294" fmla="*/ 1846993 w 3114960"/>
              <a:gd name="connsiteY10294" fmla="*/ 751713 h 5143785"/>
              <a:gd name="connsiteX10295" fmla="*/ 1833563 w 3114960"/>
              <a:gd name="connsiteY10295" fmla="*/ 765143 h 5143785"/>
              <a:gd name="connsiteX10296" fmla="*/ 1834991 w 3114960"/>
              <a:gd name="connsiteY10296" fmla="*/ 771049 h 5143785"/>
              <a:gd name="connsiteX10297" fmla="*/ 1796129 w 3114960"/>
              <a:gd name="connsiteY10297" fmla="*/ 805625 h 5143785"/>
              <a:gd name="connsiteX10298" fmla="*/ 1775460 w 3114960"/>
              <a:gd name="connsiteY10298" fmla="*/ 805625 h 5143785"/>
              <a:gd name="connsiteX10299" fmla="*/ 1775460 w 3114960"/>
              <a:gd name="connsiteY10299" fmla="*/ 800195 h 5143785"/>
              <a:gd name="connsiteX10300" fmla="*/ 1750695 w 3114960"/>
              <a:gd name="connsiteY10300" fmla="*/ 800195 h 5143785"/>
              <a:gd name="connsiteX10301" fmla="*/ 1750695 w 3114960"/>
              <a:gd name="connsiteY10301" fmla="*/ 824960 h 5143785"/>
              <a:gd name="connsiteX10302" fmla="*/ 1775460 w 3114960"/>
              <a:gd name="connsiteY10302" fmla="*/ 824960 h 5143785"/>
              <a:gd name="connsiteX10303" fmla="*/ 1775460 w 3114960"/>
              <a:gd name="connsiteY10303" fmla="*/ 818579 h 5143785"/>
              <a:gd name="connsiteX10304" fmla="*/ 1796129 w 3114960"/>
              <a:gd name="connsiteY10304" fmla="*/ 818579 h 5143785"/>
              <a:gd name="connsiteX10305" fmla="*/ 1835372 w 3114960"/>
              <a:gd name="connsiteY10305" fmla="*/ 853535 h 5143785"/>
              <a:gd name="connsiteX10306" fmla="*/ 1835372 w 3114960"/>
              <a:gd name="connsiteY10306" fmla="*/ 861251 h 5143785"/>
              <a:gd name="connsiteX10307" fmla="*/ 1804607 w 3114960"/>
              <a:gd name="connsiteY10307" fmla="*/ 861251 h 5143785"/>
              <a:gd name="connsiteX10308" fmla="*/ 1798511 w 3114960"/>
              <a:gd name="connsiteY10308" fmla="*/ 853726 h 5143785"/>
              <a:gd name="connsiteX10309" fmla="*/ 1793843 w 3114960"/>
              <a:gd name="connsiteY10309" fmla="*/ 859441 h 5143785"/>
              <a:gd name="connsiteX10310" fmla="*/ 1789176 w 3114960"/>
              <a:gd name="connsiteY10310" fmla="*/ 853726 h 5143785"/>
              <a:gd name="connsiteX10311" fmla="*/ 1784509 w 3114960"/>
              <a:gd name="connsiteY10311" fmla="*/ 859441 h 5143785"/>
              <a:gd name="connsiteX10312" fmla="*/ 1779842 w 3114960"/>
              <a:gd name="connsiteY10312" fmla="*/ 853726 h 5143785"/>
              <a:gd name="connsiteX10313" fmla="*/ 1775174 w 3114960"/>
              <a:gd name="connsiteY10313" fmla="*/ 859441 h 5143785"/>
              <a:gd name="connsiteX10314" fmla="*/ 1770507 w 3114960"/>
              <a:gd name="connsiteY10314" fmla="*/ 853726 h 5143785"/>
              <a:gd name="connsiteX10315" fmla="*/ 1765935 w 3114960"/>
              <a:gd name="connsiteY10315" fmla="*/ 859441 h 5143785"/>
              <a:gd name="connsiteX10316" fmla="*/ 1761268 w 3114960"/>
              <a:gd name="connsiteY10316" fmla="*/ 853726 h 5143785"/>
              <a:gd name="connsiteX10317" fmla="*/ 1756601 w 3114960"/>
              <a:gd name="connsiteY10317" fmla="*/ 859441 h 5143785"/>
              <a:gd name="connsiteX10318" fmla="*/ 1751933 w 3114960"/>
              <a:gd name="connsiteY10318" fmla="*/ 853726 h 5143785"/>
              <a:gd name="connsiteX10319" fmla="*/ 1747266 w 3114960"/>
              <a:gd name="connsiteY10319" fmla="*/ 859441 h 5143785"/>
              <a:gd name="connsiteX10320" fmla="*/ 1742599 w 3114960"/>
              <a:gd name="connsiteY10320" fmla="*/ 853726 h 5143785"/>
              <a:gd name="connsiteX10321" fmla="*/ 1737932 w 3114960"/>
              <a:gd name="connsiteY10321" fmla="*/ 859441 h 5143785"/>
              <a:gd name="connsiteX10322" fmla="*/ 1733264 w 3114960"/>
              <a:gd name="connsiteY10322" fmla="*/ 853726 h 5143785"/>
              <a:gd name="connsiteX10323" fmla="*/ 1728597 w 3114960"/>
              <a:gd name="connsiteY10323" fmla="*/ 859441 h 5143785"/>
              <a:gd name="connsiteX10324" fmla="*/ 1724025 w 3114960"/>
              <a:gd name="connsiteY10324" fmla="*/ 853726 h 5143785"/>
              <a:gd name="connsiteX10325" fmla="*/ 1719453 w 3114960"/>
              <a:gd name="connsiteY10325" fmla="*/ 859441 h 5143785"/>
              <a:gd name="connsiteX10326" fmla="*/ 1714881 w 3114960"/>
              <a:gd name="connsiteY10326" fmla="*/ 853726 h 5143785"/>
              <a:gd name="connsiteX10327" fmla="*/ 1710309 w 3114960"/>
              <a:gd name="connsiteY10327" fmla="*/ 859441 h 5143785"/>
              <a:gd name="connsiteX10328" fmla="*/ 1705737 w 3114960"/>
              <a:gd name="connsiteY10328" fmla="*/ 853726 h 5143785"/>
              <a:gd name="connsiteX10329" fmla="*/ 1701070 w 3114960"/>
              <a:gd name="connsiteY10329" fmla="*/ 859441 h 5143785"/>
              <a:gd name="connsiteX10330" fmla="*/ 1696403 w 3114960"/>
              <a:gd name="connsiteY10330" fmla="*/ 853726 h 5143785"/>
              <a:gd name="connsiteX10331" fmla="*/ 1691831 w 3114960"/>
              <a:gd name="connsiteY10331" fmla="*/ 859441 h 5143785"/>
              <a:gd name="connsiteX10332" fmla="*/ 1687259 w 3114960"/>
              <a:gd name="connsiteY10332" fmla="*/ 853726 h 5143785"/>
              <a:gd name="connsiteX10333" fmla="*/ 1682687 w 3114960"/>
              <a:gd name="connsiteY10333" fmla="*/ 859441 h 5143785"/>
              <a:gd name="connsiteX10334" fmla="*/ 1678115 w 3114960"/>
              <a:gd name="connsiteY10334" fmla="*/ 853726 h 5143785"/>
              <a:gd name="connsiteX10335" fmla="*/ 1673543 w 3114960"/>
              <a:gd name="connsiteY10335" fmla="*/ 859441 h 5143785"/>
              <a:gd name="connsiteX10336" fmla="*/ 1668875 w 3114960"/>
              <a:gd name="connsiteY10336" fmla="*/ 853726 h 5143785"/>
              <a:gd name="connsiteX10337" fmla="*/ 1664208 w 3114960"/>
              <a:gd name="connsiteY10337" fmla="*/ 859441 h 5143785"/>
              <a:gd name="connsiteX10338" fmla="*/ 1661446 w 3114960"/>
              <a:gd name="connsiteY10338" fmla="*/ 856012 h 5143785"/>
              <a:gd name="connsiteX10339" fmla="*/ 1658874 w 3114960"/>
              <a:gd name="connsiteY10339" fmla="*/ 858107 h 5143785"/>
              <a:gd name="connsiteX10340" fmla="*/ 1629156 w 3114960"/>
              <a:gd name="connsiteY10340" fmla="*/ 858107 h 5143785"/>
              <a:gd name="connsiteX10341" fmla="*/ 1627346 w 3114960"/>
              <a:gd name="connsiteY10341" fmla="*/ 853345 h 5143785"/>
              <a:gd name="connsiteX10342" fmla="*/ 1666399 w 3114960"/>
              <a:gd name="connsiteY10342" fmla="*/ 818579 h 5143785"/>
              <a:gd name="connsiteX10343" fmla="*/ 1687259 w 3114960"/>
              <a:gd name="connsiteY10343" fmla="*/ 818579 h 5143785"/>
              <a:gd name="connsiteX10344" fmla="*/ 1687259 w 3114960"/>
              <a:gd name="connsiteY10344" fmla="*/ 824960 h 5143785"/>
              <a:gd name="connsiteX10345" fmla="*/ 1712024 w 3114960"/>
              <a:gd name="connsiteY10345" fmla="*/ 824960 h 5143785"/>
              <a:gd name="connsiteX10346" fmla="*/ 1712024 w 3114960"/>
              <a:gd name="connsiteY10346" fmla="*/ 800195 h 5143785"/>
              <a:gd name="connsiteX10347" fmla="*/ 1687259 w 3114960"/>
              <a:gd name="connsiteY10347" fmla="*/ 800195 h 5143785"/>
              <a:gd name="connsiteX10348" fmla="*/ 1687259 w 3114960"/>
              <a:gd name="connsiteY10348" fmla="*/ 805625 h 5143785"/>
              <a:gd name="connsiteX10349" fmla="*/ 1666399 w 3114960"/>
              <a:gd name="connsiteY10349" fmla="*/ 805625 h 5143785"/>
              <a:gd name="connsiteX10350" fmla="*/ 1627061 w 3114960"/>
              <a:gd name="connsiteY10350" fmla="*/ 770573 h 5143785"/>
              <a:gd name="connsiteX10351" fmla="*/ 1627537 w 3114960"/>
              <a:gd name="connsiteY10351" fmla="*/ 768382 h 5143785"/>
              <a:gd name="connsiteX10352" fmla="*/ 1627537 w 3114960"/>
              <a:gd name="connsiteY10352" fmla="*/ 753999 h 5143785"/>
              <a:gd name="connsiteX10353" fmla="*/ 1620679 w 3114960"/>
              <a:gd name="connsiteY10353" fmla="*/ 747141 h 5143785"/>
              <a:gd name="connsiteX10354" fmla="*/ 1615821 w 3114960"/>
              <a:gd name="connsiteY10354" fmla="*/ 747141 h 5143785"/>
              <a:gd name="connsiteX10355" fmla="*/ 1616107 w 3114960"/>
              <a:gd name="connsiteY10355" fmla="*/ 688658 h 5143785"/>
              <a:gd name="connsiteX10356" fmla="*/ 1635919 w 3114960"/>
              <a:gd name="connsiteY10356" fmla="*/ 667893 h 5143785"/>
              <a:gd name="connsiteX10357" fmla="*/ 1635633 w 3114960"/>
              <a:gd name="connsiteY10357" fmla="*/ 550069 h 5143785"/>
              <a:gd name="connsiteX10358" fmla="*/ 1630871 w 3114960"/>
              <a:gd name="connsiteY10358" fmla="*/ 550069 h 5143785"/>
              <a:gd name="connsiteX10359" fmla="*/ 1631156 w 3114960"/>
              <a:gd name="connsiteY10359" fmla="*/ 665988 h 5143785"/>
              <a:gd name="connsiteX10360" fmla="*/ 1611440 w 3114960"/>
              <a:gd name="connsiteY10360" fmla="*/ 686752 h 5143785"/>
              <a:gd name="connsiteX10361" fmla="*/ 1611154 w 3114960"/>
              <a:gd name="connsiteY10361" fmla="*/ 747141 h 5143785"/>
              <a:gd name="connsiteX10362" fmla="*/ 1615631 w 3114960"/>
              <a:gd name="connsiteY10362" fmla="*/ 869061 h 5143785"/>
              <a:gd name="connsiteX10363" fmla="*/ 1606963 w 3114960"/>
              <a:gd name="connsiteY10363" fmla="*/ 860393 h 5143785"/>
              <a:gd name="connsiteX10364" fmla="*/ 1615631 w 3114960"/>
              <a:gd name="connsiteY10364" fmla="*/ 851726 h 5143785"/>
              <a:gd name="connsiteX10365" fmla="*/ 1624298 w 3114960"/>
              <a:gd name="connsiteY10365" fmla="*/ 860393 h 5143785"/>
              <a:gd name="connsiteX10366" fmla="*/ 1615631 w 3114960"/>
              <a:gd name="connsiteY10366" fmla="*/ 869061 h 5143785"/>
              <a:gd name="connsiteX10367" fmla="*/ 1934242 w 3114960"/>
              <a:gd name="connsiteY10367" fmla="*/ 912304 h 5143785"/>
              <a:gd name="connsiteX10368" fmla="*/ 1936337 w 3114960"/>
              <a:gd name="connsiteY10368" fmla="*/ 914400 h 5143785"/>
              <a:gd name="connsiteX10369" fmla="*/ 1936337 w 3114960"/>
              <a:gd name="connsiteY10369" fmla="*/ 926306 h 5143785"/>
              <a:gd name="connsiteX10370" fmla="*/ 1934242 w 3114960"/>
              <a:gd name="connsiteY10370" fmla="*/ 928402 h 5143785"/>
              <a:gd name="connsiteX10371" fmla="*/ 1922336 w 3114960"/>
              <a:gd name="connsiteY10371" fmla="*/ 928402 h 5143785"/>
              <a:gd name="connsiteX10372" fmla="*/ 1920240 w 3114960"/>
              <a:gd name="connsiteY10372" fmla="*/ 926306 h 5143785"/>
              <a:gd name="connsiteX10373" fmla="*/ 1920240 w 3114960"/>
              <a:gd name="connsiteY10373" fmla="*/ 914400 h 5143785"/>
              <a:gd name="connsiteX10374" fmla="*/ 1922336 w 3114960"/>
              <a:gd name="connsiteY10374" fmla="*/ 912304 h 5143785"/>
              <a:gd name="connsiteX10375" fmla="*/ 1934242 w 3114960"/>
              <a:gd name="connsiteY10375" fmla="*/ 912304 h 5143785"/>
              <a:gd name="connsiteX10376" fmla="*/ 1846707 w 3114960"/>
              <a:gd name="connsiteY10376" fmla="*/ 756380 h 5143785"/>
              <a:gd name="connsiteX10377" fmla="*/ 1855375 w 3114960"/>
              <a:gd name="connsiteY10377" fmla="*/ 765048 h 5143785"/>
              <a:gd name="connsiteX10378" fmla="*/ 1846707 w 3114960"/>
              <a:gd name="connsiteY10378" fmla="*/ 773716 h 5143785"/>
              <a:gd name="connsiteX10379" fmla="*/ 1838039 w 3114960"/>
              <a:gd name="connsiteY10379" fmla="*/ 765048 h 5143785"/>
              <a:gd name="connsiteX10380" fmla="*/ 1846707 w 3114960"/>
              <a:gd name="connsiteY10380" fmla="*/ 756380 h 5143785"/>
              <a:gd name="connsiteX10381" fmla="*/ 1770412 w 3114960"/>
              <a:gd name="connsiteY10381" fmla="*/ 820198 h 5143785"/>
              <a:gd name="connsiteX10382" fmla="*/ 1755172 w 3114960"/>
              <a:gd name="connsiteY10382" fmla="*/ 820198 h 5143785"/>
              <a:gd name="connsiteX10383" fmla="*/ 1755172 w 3114960"/>
              <a:gd name="connsiteY10383" fmla="*/ 804958 h 5143785"/>
              <a:gd name="connsiteX10384" fmla="*/ 1770412 w 3114960"/>
              <a:gd name="connsiteY10384" fmla="*/ 804958 h 5143785"/>
              <a:gd name="connsiteX10385" fmla="*/ 1770412 w 3114960"/>
              <a:gd name="connsiteY10385" fmla="*/ 820198 h 5143785"/>
              <a:gd name="connsiteX10386" fmla="*/ 1691735 w 3114960"/>
              <a:gd name="connsiteY10386" fmla="*/ 804958 h 5143785"/>
              <a:gd name="connsiteX10387" fmla="*/ 1706975 w 3114960"/>
              <a:gd name="connsiteY10387" fmla="*/ 804958 h 5143785"/>
              <a:gd name="connsiteX10388" fmla="*/ 1706975 w 3114960"/>
              <a:gd name="connsiteY10388" fmla="*/ 820198 h 5143785"/>
              <a:gd name="connsiteX10389" fmla="*/ 1691735 w 3114960"/>
              <a:gd name="connsiteY10389" fmla="*/ 820198 h 5143785"/>
              <a:gd name="connsiteX10390" fmla="*/ 1691735 w 3114960"/>
              <a:gd name="connsiteY10390" fmla="*/ 804958 h 5143785"/>
              <a:gd name="connsiteX10391" fmla="*/ 1620393 w 3114960"/>
              <a:gd name="connsiteY10391" fmla="*/ 751904 h 5143785"/>
              <a:gd name="connsiteX10392" fmla="*/ 1622489 w 3114960"/>
              <a:gd name="connsiteY10392" fmla="*/ 753999 h 5143785"/>
              <a:gd name="connsiteX10393" fmla="*/ 1622489 w 3114960"/>
              <a:gd name="connsiteY10393" fmla="*/ 768382 h 5143785"/>
              <a:gd name="connsiteX10394" fmla="*/ 1620393 w 3114960"/>
              <a:gd name="connsiteY10394" fmla="*/ 770477 h 5143785"/>
              <a:gd name="connsiteX10395" fmla="*/ 1606010 w 3114960"/>
              <a:gd name="connsiteY10395" fmla="*/ 770477 h 5143785"/>
              <a:gd name="connsiteX10396" fmla="*/ 1603915 w 3114960"/>
              <a:gd name="connsiteY10396" fmla="*/ 768382 h 5143785"/>
              <a:gd name="connsiteX10397" fmla="*/ 1603915 w 3114960"/>
              <a:gd name="connsiteY10397" fmla="*/ 753999 h 5143785"/>
              <a:gd name="connsiteX10398" fmla="*/ 1606010 w 3114960"/>
              <a:gd name="connsiteY10398" fmla="*/ 751904 h 5143785"/>
              <a:gd name="connsiteX10399" fmla="*/ 1620393 w 3114960"/>
              <a:gd name="connsiteY10399" fmla="*/ 751904 h 5143785"/>
              <a:gd name="connsiteX10400" fmla="*/ 1843373 w 3114960"/>
              <a:gd name="connsiteY10400" fmla="*/ 4176713 h 5143785"/>
              <a:gd name="connsiteX10401" fmla="*/ 1824990 w 3114960"/>
              <a:gd name="connsiteY10401" fmla="*/ 4195096 h 5143785"/>
              <a:gd name="connsiteX10402" fmla="*/ 1843373 w 3114960"/>
              <a:gd name="connsiteY10402" fmla="*/ 4213479 h 5143785"/>
              <a:gd name="connsiteX10403" fmla="*/ 1861757 w 3114960"/>
              <a:gd name="connsiteY10403" fmla="*/ 4195096 h 5143785"/>
              <a:gd name="connsiteX10404" fmla="*/ 1843373 w 3114960"/>
              <a:gd name="connsiteY10404" fmla="*/ 4176713 h 5143785"/>
              <a:gd name="connsiteX10405" fmla="*/ 1843373 w 3114960"/>
              <a:gd name="connsiteY10405" fmla="*/ 4208812 h 5143785"/>
              <a:gd name="connsiteX10406" fmla="*/ 1829753 w 3114960"/>
              <a:gd name="connsiteY10406" fmla="*/ 4195191 h 5143785"/>
              <a:gd name="connsiteX10407" fmla="*/ 1843373 w 3114960"/>
              <a:gd name="connsiteY10407" fmla="*/ 4181570 h 5143785"/>
              <a:gd name="connsiteX10408" fmla="*/ 1856994 w 3114960"/>
              <a:gd name="connsiteY10408" fmla="*/ 4195191 h 5143785"/>
              <a:gd name="connsiteX10409" fmla="*/ 1843373 w 3114960"/>
              <a:gd name="connsiteY10409" fmla="*/ 4208812 h 5143785"/>
              <a:gd name="connsiteX10410" fmla="*/ 1804988 w 3114960"/>
              <a:gd name="connsiteY10410" fmla="*/ 4446365 h 5143785"/>
              <a:gd name="connsiteX10411" fmla="*/ 1794510 w 3114960"/>
              <a:gd name="connsiteY10411" fmla="*/ 4456843 h 5143785"/>
              <a:gd name="connsiteX10412" fmla="*/ 1784032 w 3114960"/>
              <a:gd name="connsiteY10412" fmla="*/ 4446365 h 5143785"/>
              <a:gd name="connsiteX10413" fmla="*/ 1794510 w 3114960"/>
              <a:gd name="connsiteY10413" fmla="*/ 4435888 h 5143785"/>
              <a:gd name="connsiteX10414" fmla="*/ 1804988 w 3114960"/>
              <a:gd name="connsiteY10414" fmla="*/ 4446365 h 5143785"/>
              <a:gd name="connsiteX10415" fmla="*/ 1841182 w 3114960"/>
              <a:gd name="connsiteY10415" fmla="*/ 4149757 h 5143785"/>
              <a:gd name="connsiteX10416" fmla="*/ 1854518 w 3114960"/>
              <a:gd name="connsiteY10416" fmla="*/ 4136422 h 5143785"/>
              <a:gd name="connsiteX10417" fmla="*/ 1841182 w 3114960"/>
              <a:gd name="connsiteY10417" fmla="*/ 4123087 h 5143785"/>
              <a:gd name="connsiteX10418" fmla="*/ 1827848 w 3114960"/>
              <a:gd name="connsiteY10418" fmla="*/ 4136422 h 5143785"/>
              <a:gd name="connsiteX10419" fmla="*/ 1841182 w 3114960"/>
              <a:gd name="connsiteY10419" fmla="*/ 4149757 h 5143785"/>
              <a:gd name="connsiteX10420" fmla="*/ 1841182 w 3114960"/>
              <a:gd name="connsiteY10420" fmla="*/ 4127849 h 5143785"/>
              <a:gd name="connsiteX10421" fmla="*/ 1849660 w 3114960"/>
              <a:gd name="connsiteY10421" fmla="*/ 4136327 h 5143785"/>
              <a:gd name="connsiteX10422" fmla="*/ 1841182 w 3114960"/>
              <a:gd name="connsiteY10422" fmla="*/ 4144804 h 5143785"/>
              <a:gd name="connsiteX10423" fmla="*/ 1832705 w 3114960"/>
              <a:gd name="connsiteY10423" fmla="*/ 4136327 h 5143785"/>
              <a:gd name="connsiteX10424" fmla="*/ 1841182 w 3114960"/>
              <a:gd name="connsiteY10424" fmla="*/ 4127849 h 5143785"/>
              <a:gd name="connsiteX10425" fmla="*/ 1870329 w 3114960"/>
              <a:gd name="connsiteY10425" fmla="*/ 4075176 h 5143785"/>
              <a:gd name="connsiteX10426" fmla="*/ 1783366 w 3114960"/>
              <a:gd name="connsiteY10426" fmla="*/ 4075176 h 5143785"/>
              <a:gd name="connsiteX10427" fmla="*/ 1682972 w 3114960"/>
              <a:gd name="connsiteY10427" fmla="*/ 4197287 h 5143785"/>
              <a:gd name="connsiteX10428" fmla="*/ 1682972 w 3114960"/>
              <a:gd name="connsiteY10428" fmla="*/ 4237006 h 5143785"/>
              <a:gd name="connsiteX10429" fmla="*/ 1678781 w 3114960"/>
              <a:gd name="connsiteY10429" fmla="*/ 4237006 h 5143785"/>
              <a:gd name="connsiteX10430" fmla="*/ 1676400 w 3114960"/>
              <a:gd name="connsiteY10430" fmla="*/ 4239387 h 5143785"/>
              <a:gd name="connsiteX10431" fmla="*/ 1676400 w 3114960"/>
              <a:gd name="connsiteY10431" fmla="*/ 4257389 h 5143785"/>
              <a:gd name="connsiteX10432" fmla="*/ 1678781 w 3114960"/>
              <a:gd name="connsiteY10432" fmla="*/ 4259771 h 5143785"/>
              <a:gd name="connsiteX10433" fmla="*/ 1684211 w 3114960"/>
              <a:gd name="connsiteY10433" fmla="*/ 4259771 h 5143785"/>
              <a:gd name="connsiteX10434" fmla="*/ 1684211 w 3114960"/>
              <a:gd name="connsiteY10434" fmla="*/ 4340638 h 5143785"/>
              <a:gd name="connsiteX10435" fmla="*/ 1680782 w 3114960"/>
              <a:gd name="connsiteY10435" fmla="*/ 4340638 h 5143785"/>
              <a:gd name="connsiteX10436" fmla="*/ 1669256 w 3114960"/>
              <a:gd name="connsiteY10436" fmla="*/ 4352163 h 5143785"/>
              <a:gd name="connsiteX10437" fmla="*/ 1669256 w 3114960"/>
              <a:gd name="connsiteY10437" fmla="*/ 4403503 h 5143785"/>
              <a:gd name="connsiteX10438" fmla="*/ 1680782 w 3114960"/>
              <a:gd name="connsiteY10438" fmla="*/ 4415028 h 5143785"/>
              <a:gd name="connsiteX10439" fmla="*/ 1694783 w 3114960"/>
              <a:gd name="connsiteY10439" fmla="*/ 4415028 h 5143785"/>
              <a:gd name="connsiteX10440" fmla="*/ 1706309 w 3114960"/>
              <a:gd name="connsiteY10440" fmla="*/ 4403503 h 5143785"/>
              <a:gd name="connsiteX10441" fmla="*/ 1706309 w 3114960"/>
              <a:gd name="connsiteY10441" fmla="*/ 4352163 h 5143785"/>
              <a:gd name="connsiteX10442" fmla="*/ 1694783 w 3114960"/>
              <a:gd name="connsiteY10442" fmla="*/ 4340638 h 5143785"/>
              <a:gd name="connsiteX10443" fmla="*/ 1691354 w 3114960"/>
              <a:gd name="connsiteY10443" fmla="*/ 4340638 h 5143785"/>
              <a:gd name="connsiteX10444" fmla="*/ 1691354 w 3114960"/>
              <a:gd name="connsiteY10444" fmla="*/ 4259771 h 5143785"/>
              <a:gd name="connsiteX10445" fmla="*/ 1696784 w 3114960"/>
              <a:gd name="connsiteY10445" fmla="*/ 4259771 h 5143785"/>
              <a:gd name="connsiteX10446" fmla="*/ 1699165 w 3114960"/>
              <a:gd name="connsiteY10446" fmla="*/ 4257389 h 5143785"/>
              <a:gd name="connsiteX10447" fmla="*/ 1699165 w 3114960"/>
              <a:gd name="connsiteY10447" fmla="*/ 4239387 h 5143785"/>
              <a:gd name="connsiteX10448" fmla="*/ 1696784 w 3114960"/>
              <a:gd name="connsiteY10448" fmla="*/ 4237006 h 5143785"/>
              <a:gd name="connsiteX10449" fmla="*/ 1692593 w 3114960"/>
              <a:gd name="connsiteY10449" fmla="*/ 4237006 h 5143785"/>
              <a:gd name="connsiteX10450" fmla="*/ 1692593 w 3114960"/>
              <a:gd name="connsiteY10450" fmla="*/ 4200620 h 5143785"/>
              <a:gd name="connsiteX10451" fmla="*/ 1787938 w 3114960"/>
              <a:gd name="connsiteY10451" fmla="*/ 4084606 h 5143785"/>
              <a:gd name="connsiteX10452" fmla="*/ 1870424 w 3114960"/>
              <a:gd name="connsiteY10452" fmla="*/ 4084606 h 5143785"/>
              <a:gd name="connsiteX10453" fmla="*/ 1870424 w 3114960"/>
              <a:gd name="connsiteY10453" fmla="*/ 4075081 h 5143785"/>
              <a:gd name="connsiteX10454" fmla="*/ 1699070 w 3114960"/>
              <a:gd name="connsiteY10454" fmla="*/ 4403503 h 5143785"/>
              <a:gd name="connsiteX10455" fmla="*/ 1694688 w 3114960"/>
              <a:gd name="connsiteY10455" fmla="*/ 4407885 h 5143785"/>
              <a:gd name="connsiteX10456" fmla="*/ 1680686 w 3114960"/>
              <a:gd name="connsiteY10456" fmla="*/ 4407885 h 5143785"/>
              <a:gd name="connsiteX10457" fmla="*/ 1676305 w 3114960"/>
              <a:gd name="connsiteY10457" fmla="*/ 4403503 h 5143785"/>
              <a:gd name="connsiteX10458" fmla="*/ 1676305 w 3114960"/>
              <a:gd name="connsiteY10458" fmla="*/ 4391787 h 5143785"/>
              <a:gd name="connsiteX10459" fmla="*/ 1698974 w 3114960"/>
              <a:gd name="connsiteY10459" fmla="*/ 4391787 h 5143785"/>
              <a:gd name="connsiteX10460" fmla="*/ 1698974 w 3114960"/>
              <a:gd name="connsiteY10460" fmla="*/ 4403503 h 5143785"/>
              <a:gd name="connsiteX10461" fmla="*/ 1694688 w 3114960"/>
              <a:gd name="connsiteY10461" fmla="*/ 4347877 h 5143785"/>
              <a:gd name="connsiteX10462" fmla="*/ 1699070 w 3114960"/>
              <a:gd name="connsiteY10462" fmla="*/ 4352259 h 5143785"/>
              <a:gd name="connsiteX10463" fmla="*/ 1699070 w 3114960"/>
              <a:gd name="connsiteY10463" fmla="*/ 4361212 h 5143785"/>
              <a:gd name="connsiteX10464" fmla="*/ 1676400 w 3114960"/>
              <a:gd name="connsiteY10464" fmla="*/ 4361212 h 5143785"/>
              <a:gd name="connsiteX10465" fmla="*/ 1676400 w 3114960"/>
              <a:gd name="connsiteY10465" fmla="*/ 4352259 h 5143785"/>
              <a:gd name="connsiteX10466" fmla="*/ 1680782 w 3114960"/>
              <a:gd name="connsiteY10466" fmla="*/ 4347877 h 5143785"/>
              <a:gd name="connsiteX10467" fmla="*/ 1694783 w 3114960"/>
              <a:gd name="connsiteY10467" fmla="*/ 4347877 h 5143785"/>
              <a:gd name="connsiteX10468" fmla="*/ 1694402 w 3114960"/>
              <a:gd name="connsiteY10468" fmla="*/ 4241864 h 5143785"/>
              <a:gd name="connsiteX10469" fmla="*/ 1694402 w 3114960"/>
              <a:gd name="connsiteY10469" fmla="*/ 4255104 h 5143785"/>
              <a:gd name="connsiteX10470" fmla="*/ 1681163 w 3114960"/>
              <a:gd name="connsiteY10470" fmla="*/ 4255104 h 5143785"/>
              <a:gd name="connsiteX10471" fmla="*/ 1681163 w 3114960"/>
              <a:gd name="connsiteY10471" fmla="*/ 4241864 h 5143785"/>
              <a:gd name="connsiteX10472" fmla="*/ 1694402 w 3114960"/>
              <a:gd name="connsiteY10472" fmla="*/ 4241864 h 5143785"/>
              <a:gd name="connsiteX10473" fmla="*/ 1843373 w 3114960"/>
              <a:gd name="connsiteY10473" fmla="*/ 4230243 h 5143785"/>
              <a:gd name="connsiteX10474" fmla="*/ 1827848 w 3114960"/>
              <a:gd name="connsiteY10474" fmla="*/ 4245769 h 5143785"/>
              <a:gd name="connsiteX10475" fmla="*/ 1843373 w 3114960"/>
              <a:gd name="connsiteY10475" fmla="*/ 4261295 h 5143785"/>
              <a:gd name="connsiteX10476" fmla="*/ 1858899 w 3114960"/>
              <a:gd name="connsiteY10476" fmla="*/ 4245769 h 5143785"/>
              <a:gd name="connsiteX10477" fmla="*/ 1843373 w 3114960"/>
              <a:gd name="connsiteY10477" fmla="*/ 4230243 h 5143785"/>
              <a:gd name="connsiteX10478" fmla="*/ 1843373 w 3114960"/>
              <a:gd name="connsiteY10478" fmla="*/ 4256532 h 5143785"/>
              <a:gd name="connsiteX10479" fmla="*/ 1832610 w 3114960"/>
              <a:gd name="connsiteY10479" fmla="*/ 4245769 h 5143785"/>
              <a:gd name="connsiteX10480" fmla="*/ 1843373 w 3114960"/>
              <a:gd name="connsiteY10480" fmla="*/ 4235006 h 5143785"/>
              <a:gd name="connsiteX10481" fmla="*/ 1854137 w 3114960"/>
              <a:gd name="connsiteY10481" fmla="*/ 4245769 h 5143785"/>
              <a:gd name="connsiteX10482" fmla="*/ 1843373 w 3114960"/>
              <a:gd name="connsiteY10482" fmla="*/ 4256532 h 5143785"/>
              <a:gd name="connsiteX10483" fmla="*/ 699516 w 3114960"/>
              <a:gd name="connsiteY10483" fmla="*/ 2672429 h 5143785"/>
              <a:gd name="connsiteX10484" fmla="*/ 701707 w 3114960"/>
              <a:gd name="connsiteY10484" fmla="*/ 2673858 h 5143785"/>
              <a:gd name="connsiteX10485" fmla="*/ 863537 w 3114960"/>
              <a:gd name="connsiteY10485" fmla="*/ 2674334 h 5143785"/>
              <a:gd name="connsiteX10486" fmla="*/ 870204 w 3114960"/>
              <a:gd name="connsiteY10486" fmla="*/ 2681288 h 5143785"/>
              <a:gd name="connsiteX10487" fmla="*/ 876967 w 3114960"/>
              <a:gd name="connsiteY10487" fmla="*/ 2684240 h 5143785"/>
              <a:gd name="connsiteX10488" fmla="*/ 877157 w 3114960"/>
              <a:gd name="connsiteY10488" fmla="*/ 2684240 h 5143785"/>
              <a:gd name="connsiteX10489" fmla="*/ 883825 w 3114960"/>
              <a:gd name="connsiteY10489" fmla="*/ 2681573 h 5143785"/>
              <a:gd name="connsiteX10490" fmla="*/ 886206 w 3114960"/>
              <a:gd name="connsiteY10490" fmla="*/ 2679287 h 5143785"/>
              <a:gd name="connsiteX10491" fmla="*/ 889159 w 3114960"/>
              <a:gd name="connsiteY10491" fmla="*/ 2672525 h 5143785"/>
              <a:gd name="connsiteX10492" fmla="*/ 886492 w 3114960"/>
              <a:gd name="connsiteY10492" fmla="*/ 2665667 h 5143785"/>
              <a:gd name="connsiteX10493" fmla="*/ 871157 w 3114960"/>
              <a:gd name="connsiteY10493" fmla="*/ 2649665 h 5143785"/>
              <a:gd name="connsiteX10494" fmla="*/ 857536 w 3114960"/>
              <a:gd name="connsiteY10494" fmla="*/ 2649379 h 5143785"/>
              <a:gd name="connsiteX10495" fmla="*/ 855154 w 3114960"/>
              <a:gd name="connsiteY10495" fmla="*/ 2651665 h 5143785"/>
              <a:gd name="connsiteX10496" fmla="*/ 852202 w 3114960"/>
              <a:gd name="connsiteY10496" fmla="*/ 2658428 h 5143785"/>
              <a:gd name="connsiteX10497" fmla="*/ 854869 w 3114960"/>
              <a:gd name="connsiteY10497" fmla="*/ 2665286 h 5143785"/>
              <a:gd name="connsiteX10498" fmla="*/ 858965 w 3114960"/>
              <a:gd name="connsiteY10498" fmla="*/ 2669572 h 5143785"/>
              <a:gd name="connsiteX10499" fmla="*/ 707041 w 3114960"/>
              <a:gd name="connsiteY10499" fmla="*/ 2669096 h 5143785"/>
              <a:gd name="connsiteX10500" fmla="*/ 751142 w 3114960"/>
              <a:gd name="connsiteY10500" fmla="*/ 2619851 h 5143785"/>
              <a:gd name="connsiteX10501" fmla="*/ 753904 w 3114960"/>
              <a:gd name="connsiteY10501" fmla="*/ 2621471 h 5143785"/>
              <a:gd name="connsiteX10502" fmla="*/ 758666 w 3114960"/>
              <a:gd name="connsiteY10502" fmla="*/ 2622423 h 5143785"/>
              <a:gd name="connsiteX10503" fmla="*/ 770477 w 3114960"/>
              <a:gd name="connsiteY10503" fmla="*/ 2614517 h 5143785"/>
              <a:gd name="connsiteX10504" fmla="*/ 763524 w 3114960"/>
              <a:gd name="connsiteY10504" fmla="*/ 2597944 h 5143785"/>
              <a:gd name="connsiteX10505" fmla="*/ 746951 w 3114960"/>
              <a:gd name="connsiteY10505" fmla="*/ 2604897 h 5143785"/>
              <a:gd name="connsiteX10506" fmla="*/ 747903 w 3114960"/>
              <a:gd name="connsiteY10506" fmla="*/ 2616422 h 5143785"/>
              <a:gd name="connsiteX10507" fmla="*/ 699897 w 3114960"/>
              <a:gd name="connsiteY10507" fmla="*/ 2669953 h 5143785"/>
              <a:gd name="connsiteX10508" fmla="*/ 699516 w 3114960"/>
              <a:gd name="connsiteY10508" fmla="*/ 2672525 h 5143785"/>
              <a:gd name="connsiteX10509" fmla="*/ 882968 w 3114960"/>
              <a:gd name="connsiteY10509" fmla="*/ 2669096 h 5143785"/>
              <a:gd name="connsiteX10510" fmla="*/ 884301 w 3114960"/>
              <a:gd name="connsiteY10510" fmla="*/ 2672525 h 5143785"/>
              <a:gd name="connsiteX10511" fmla="*/ 882777 w 3114960"/>
              <a:gd name="connsiteY10511" fmla="*/ 2675954 h 5143785"/>
              <a:gd name="connsiteX10512" fmla="*/ 880396 w 3114960"/>
              <a:gd name="connsiteY10512" fmla="*/ 2678240 h 5143785"/>
              <a:gd name="connsiteX10513" fmla="*/ 876967 w 3114960"/>
              <a:gd name="connsiteY10513" fmla="*/ 2679573 h 5143785"/>
              <a:gd name="connsiteX10514" fmla="*/ 873538 w 3114960"/>
              <a:gd name="connsiteY10514" fmla="*/ 2678049 h 5143785"/>
              <a:gd name="connsiteX10515" fmla="*/ 873062 w 3114960"/>
              <a:gd name="connsiteY10515" fmla="*/ 2677573 h 5143785"/>
              <a:gd name="connsiteX10516" fmla="*/ 882491 w 3114960"/>
              <a:gd name="connsiteY10516" fmla="*/ 2668619 h 5143785"/>
              <a:gd name="connsiteX10517" fmla="*/ 882968 w 3114960"/>
              <a:gd name="connsiteY10517" fmla="*/ 2669096 h 5143785"/>
              <a:gd name="connsiteX10518" fmla="*/ 879062 w 3114960"/>
              <a:gd name="connsiteY10518" fmla="*/ 2665000 h 5143785"/>
              <a:gd name="connsiteX10519" fmla="*/ 869633 w 3114960"/>
              <a:gd name="connsiteY10519" fmla="*/ 2673953 h 5143785"/>
              <a:gd name="connsiteX10520" fmla="*/ 861346 w 3114960"/>
              <a:gd name="connsiteY10520" fmla="*/ 2665286 h 5143785"/>
              <a:gd name="connsiteX10521" fmla="*/ 870776 w 3114960"/>
              <a:gd name="connsiteY10521" fmla="*/ 2656332 h 5143785"/>
              <a:gd name="connsiteX10522" fmla="*/ 879062 w 3114960"/>
              <a:gd name="connsiteY10522" fmla="*/ 2665000 h 5143785"/>
              <a:gd name="connsiteX10523" fmla="*/ 857726 w 3114960"/>
              <a:gd name="connsiteY10523" fmla="*/ 2661190 h 5143785"/>
              <a:gd name="connsiteX10524" fmla="*/ 856964 w 3114960"/>
              <a:gd name="connsiteY10524" fmla="*/ 2658618 h 5143785"/>
              <a:gd name="connsiteX10525" fmla="*/ 858488 w 3114960"/>
              <a:gd name="connsiteY10525" fmla="*/ 2655189 h 5143785"/>
              <a:gd name="connsiteX10526" fmla="*/ 860870 w 3114960"/>
              <a:gd name="connsiteY10526" fmla="*/ 2652903 h 5143785"/>
              <a:gd name="connsiteX10527" fmla="*/ 864203 w 3114960"/>
              <a:gd name="connsiteY10527" fmla="*/ 2651570 h 5143785"/>
              <a:gd name="connsiteX10528" fmla="*/ 866870 w 3114960"/>
              <a:gd name="connsiteY10528" fmla="*/ 2652522 h 5143785"/>
              <a:gd name="connsiteX10529" fmla="*/ 857822 w 3114960"/>
              <a:gd name="connsiteY10529" fmla="*/ 2661190 h 5143785"/>
              <a:gd name="connsiteX10530" fmla="*/ 751332 w 3114960"/>
              <a:gd name="connsiteY10530" fmla="*/ 2606612 h 5143785"/>
              <a:gd name="connsiteX10531" fmla="*/ 761714 w 3114960"/>
              <a:gd name="connsiteY10531" fmla="*/ 2602230 h 5143785"/>
              <a:gd name="connsiteX10532" fmla="*/ 766096 w 3114960"/>
              <a:gd name="connsiteY10532" fmla="*/ 2612612 h 5143785"/>
              <a:gd name="connsiteX10533" fmla="*/ 755714 w 3114960"/>
              <a:gd name="connsiteY10533" fmla="*/ 2616994 h 5143785"/>
              <a:gd name="connsiteX10534" fmla="*/ 751332 w 3114960"/>
              <a:gd name="connsiteY10534" fmla="*/ 2606612 h 5143785"/>
              <a:gd name="connsiteX10535" fmla="*/ 1280922 w 3114960"/>
              <a:gd name="connsiteY10535" fmla="*/ 334423 h 5143785"/>
              <a:gd name="connsiteX10536" fmla="*/ 1280922 w 3114960"/>
              <a:gd name="connsiteY10536" fmla="*/ 337566 h 5143785"/>
              <a:gd name="connsiteX10537" fmla="*/ 1288066 w 3114960"/>
              <a:gd name="connsiteY10537" fmla="*/ 337566 h 5143785"/>
              <a:gd name="connsiteX10538" fmla="*/ 1288066 w 3114960"/>
              <a:gd name="connsiteY10538" fmla="*/ 334423 h 5143785"/>
              <a:gd name="connsiteX10539" fmla="*/ 1296257 w 3114960"/>
              <a:gd name="connsiteY10539" fmla="*/ 323374 h 5143785"/>
              <a:gd name="connsiteX10540" fmla="*/ 1284542 w 3114960"/>
              <a:gd name="connsiteY10540" fmla="*/ 311658 h 5143785"/>
              <a:gd name="connsiteX10541" fmla="*/ 1272826 w 3114960"/>
              <a:gd name="connsiteY10541" fmla="*/ 323374 h 5143785"/>
              <a:gd name="connsiteX10542" fmla="*/ 1281017 w 3114960"/>
              <a:gd name="connsiteY10542" fmla="*/ 334423 h 5143785"/>
              <a:gd name="connsiteX10543" fmla="*/ 1284446 w 3114960"/>
              <a:gd name="connsiteY10543" fmla="*/ 316421 h 5143785"/>
              <a:gd name="connsiteX10544" fmla="*/ 1291400 w 3114960"/>
              <a:gd name="connsiteY10544" fmla="*/ 323374 h 5143785"/>
              <a:gd name="connsiteX10545" fmla="*/ 1284446 w 3114960"/>
              <a:gd name="connsiteY10545" fmla="*/ 330327 h 5143785"/>
              <a:gd name="connsiteX10546" fmla="*/ 1277493 w 3114960"/>
              <a:gd name="connsiteY10546" fmla="*/ 323374 h 5143785"/>
              <a:gd name="connsiteX10547" fmla="*/ 1284446 w 3114960"/>
              <a:gd name="connsiteY10547" fmla="*/ 316421 h 5143785"/>
              <a:gd name="connsiteX10548" fmla="*/ 1843373 w 3114960"/>
              <a:gd name="connsiteY10548" fmla="*/ 4382834 h 5143785"/>
              <a:gd name="connsiteX10549" fmla="*/ 1829848 w 3114960"/>
              <a:gd name="connsiteY10549" fmla="*/ 4396359 h 5143785"/>
              <a:gd name="connsiteX10550" fmla="*/ 1843373 w 3114960"/>
              <a:gd name="connsiteY10550" fmla="*/ 4409885 h 5143785"/>
              <a:gd name="connsiteX10551" fmla="*/ 1856899 w 3114960"/>
              <a:gd name="connsiteY10551" fmla="*/ 4396359 h 5143785"/>
              <a:gd name="connsiteX10552" fmla="*/ 1843373 w 3114960"/>
              <a:gd name="connsiteY10552" fmla="*/ 4382834 h 5143785"/>
              <a:gd name="connsiteX10553" fmla="*/ 1843373 w 3114960"/>
              <a:gd name="connsiteY10553" fmla="*/ 4405122 h 5143785"/>
              <a:gd name="connsiteX10554" fmla="*/ 1834610 w 3114960"/>
              <a:gd name="connsiteY10554" fmla="*/ 4396359 h 5143785"/>
              <a:gd name="connsiteX10555" fmla="*/ 1843373 w 3114960"/>
              <a:gd name="connsiteY10555" fmla="*/ 4387596 h 5143785"/>
              <a:gd name="connsiteX10556" fmla="*/ 1852136 w 3114960"/>
              <a:gd name="connsiteY10556" fmla="*/ 4396359 h 5143785"/>
              <a:gd name="connsiteX10557" fmla="*/ 1843373 w 3114960"/>
              <a:gd name="connsiteY10557" fmla="*/ 4405122 h 5143785"/>
              <a:gd name="connsiteX10558" fmla="*/ 1477899 w 3114960"/>
              <a:gd name="connsiteY10558" fmla="*/ 739616 h 5143785"/>
              <a:gd name="connsiteX10559" fmla="*/ 1442657 w 3114960"/>
              <a:gd name="connsiteY10559" fmla="*/ 769906 h 5143785"/>
              <a:gd name="connsiteX10560" fmla="*/ 1442657 w 3114960"/>
              <a:gd name="connsiteY10560" fmla="*/ 769906 h 5143785"/>
              <a:gd name="connsiteX10561" fmla="*/ 1429703 w 3114960"/>
              <a:gd name="connsiteY10561" fmla="*/ 769906 h 5143785"/>
              <a:gd name="connsiteX10562" fmla="*/ 1427036 w 3114960"/>
              <a:gd name="connsiteY10562" fmla="*/ 772573 h 5143785"/>
              <a:gd name="connsiteX10563" fmla="*/ 1427036 w 3114960"/>
              <a:gd name="connsiteY10563" fmla="*/ 785527 h 5143785"/>
              <a:gd name="connsiteX10564" fmla="*/ 1429703 w 3114960"/>
              <a:gd name="connsiteY10564" fmla="*/ 788194 h 5143785"/>
              <a:gd name="connsiteX10565" fmla="*/ 1442657 w 3114960"/>
              <a:gd name="connsiteY10565" fmla="*/ 788194 h 5143785"/>
              <a:gd name="connsiteX10566" fmla="*/ 1445324 w 3114960"/>
              <a:gd name="connsiteY10566" fmla="*/ 785527 h 5143785"/>
              <a:gd name="connsiteX10567" fmla="*/ 1445324 w 3114960"/>
              <a:gd name="connsiteY10567" fmla="*/ 773906 h 5143785"/>
              <a:gd name="connsiteX10568" fmla="*/ 1482662 w 3114960"/>
              <a:gd name="connsiteY10568" fmla="*/ 741807 h 5143785"/>
              <a:gd name="connsiteX10569" fmla="*/ 1482662 w 3114960"/>
              <a:gd name="connsiteY10569" fmla="*/ 647510 h 5143785"/>
              <a:gd name="connsiteX10570" fmla="*/ 1502188 w 3114960"/>
              <a:gd name="connsiteY10570" fmla="*/ 633603 h 5143785"/>
              <a:gd name="connsiteX10571" fmla="*/ 1509808 w 3114960"/>
              <a:gd name="connsiteY10571" fmla="*/ 636746 h 5143785"/>
              <a:gd name="connsiteX10572" fmla="*/ 1520762 w 3114960"/>
              <a:gd name="connsiteY10572" fmla="*/ 625793 h 5143785"/>
              <a:gd name="connsiteX10573" fmla="*/ 1509808 w 3114960"/>
              <a:gd name="connsiteY10573" fmla="*/ 614839 h 5143785"/>
              <a:gd name="connsiteX10574" fmla="*/ 1498854 w 3114960"/>
              <a:gd name="connsiteY10574" fmla="*/ 625793 h 5143785"/>
              <a:gd name="connsiteX10575" fmla="*/ 1499616 w 3114960"/>
              <a:gd name="connsiteY10575" fmla="*/ 629602 h 5143785"/>
              <a:gd name="connsiteX10576" fmla="*/ 1477899 w 3114960"/>
              <a:gd name="connsiteY10576" fmla="*/ 645033 h 5143785"/>
              <a:gd name="connsiteX10577" fmla="*/ 1477899 w 3114960"/>
              <a:gd name="connsiteY10577" fmla="*/ 739521 h 5143785"/>
              <a:gd name="connsiteX10578" fmla="*/ 1509808 w 3114960"/>
              <a:gd name="connsiteY10578" fmla="*/ 619601 h 5143785"/>
              <a:gd name="connsiteX10579" fmla="*/ 1515999 w 3114960"/>
              <a:gd name="connsiteY10579" fmla="*/ 625793 h 5143785"/>
              <a:gd name="connsiteX10580" fmla="*/ 1509808 w 3114960"/>
              <a:gd name="connsiteY10580" fmla="*/ 631984 h 5143785"/>
              <a:gd name="connsiteX10581" fmla="*/ 1503617 w 3114960"/>
              <a:gd name="connsiteY10581" fmla="*/ 625793 h 5143785"/>
              <a:gd name="connsiteX10582" fmla="*/ 1509808 w 3114960"/>
              <a:gd name="connsiteY10582" fmla="*/ 619601 h 5143785"/>
              <a:gd name="connsiteX10583" fmla="*/ 1843373 w 3114960"/>
              <a:gd name="connsiteY10583" fmla="*/ 4331970 h 5143785"/>
              <a:gd name="connsiteX10584" fmla="*/ 1829181 w 3114960"/>
              <a:gd name="connsiteY10584" fmla="*/ 4346162 h 5143785"/>
              <a:gd name="connsiteX10585" fmla="*/ 1843373 w 3114960"/>
              <a:gd name="connsiteY10585" fmla="*/ 4360355 h 5143785"/>
              <a:gd name="connsiteX10586" fmla="*/ 1857566 w 3114960"/>
              <a:gd name="connsiteY10586" fmla="*/ 4346162 h 5143785"/>
              <a:gd name="connsiteX10587" fmla="*/ 1843373 w 3114960"/>
              <a:gd name="connsiteY10587" fmla="*/ 4331970 h 5143785"/>
              <a:gd name="connsiteX10588" fmla="*/ 1843373 w 3114960"/>
              <a:gd name="connsiteY10588" fmla="*/ 4355592 h 5143785"/>
              <a:gd name="connsiteX10589" fmla="*/ 1833944 w 3114960"/>
              <a:gd name="connsiteY10589" fmla="*/ 4346162 h 5143785"/>
              <a:gd name="connsiteX10590" fmla="*/ 1843373 w 3114960"/>
              <a:gd name="connsiteY10590" fmla="*/ 4336733 h 5143785"/>
              <a:gd name="connsiteX10591" fmla="*/ 1852803 w 3114960"/>
              <a:gd name="connsiteY10591" fmla="*/ 4346162 h 5143785"/>
              <a:gd name="connsiteX10592" fmla="*/ 1843373 w 3114960"/>
              <a:gd name="connsiteY10592" fmla="*/ 4355592 h 5143785"/>
              <a:gd name="connsiteX10593" fmla="*/ 1280922 w 3114960"/>
              <a:gd name="connsiteY10593" fmla="*/ 365951 h 5143785"/>
              <a:gd name="connsiteX10594" fmla="*/ 1288066 w 3114960"/>
              <a:gd name="connsiteY10594" fmla="*/ 365951 h 5143785"/>
              <a:gd name="connsiteX10595" fmla="*/ 1288066 w 3114960"/>
              <a:gd name="connsiteY10595" fmla="*/ 367760 h 5143785"/>
              <a:gd name="connsiteX10596" fmla="*/ 1291304 w 3114960"/>
              <a:gd name="connsiteY10596" fmla="*/ 371285 h 5143785"/>
              <a:gd name="connsiteX10597" fmla="*/ 1286066 w 3114960"/>
              <a:gd name="connsiteY10597" fmla="*/ 376142 h 5143785"/>
              <a:gd name="connsiteX10598" fmla="*/ 1280922 w 3114960"/>
              <a:gd name="connsiteY10598" fmla="*/ 370523 h 5143785"/>
              <a:gd name="connsiteX10599" fmla="*/ 1280922 w 3114960"/>
              <a:gd name="connsiteY10599" fmla="*/ 365855 h 5143785"/>
              <a:gd name="connsiteX10600" fmla="*/ 1843373 w 3114960"/>
              <a:gd name="connsiteY10600" fmla="*/ 4281107 h 5143785"/>
              <a:gd name="connsiteX10601" fmla="*/ 1828514 w 3114960"/>
              <a:gd name="connsiteY10601" fmla="*/ 4295966 h 5143785"/>
              <a:gd name="connsiteX10602" fmla="*/ 1843373 w 3114960"/>
              <a:gd name="connsiteY10602" fmla="*/ 4310825 h 5143785"/>
              <a:gd name="connsiteX10603" fmla="*/ 1858232 w 3114960"/>
              <a:gd name="connsiteY10603" fmla="*/ 4295966 h 5143785"/>
              <a:gd name="connsiteX10604" fmla="*/ 1843373 w 3114960"/>
              <a:gd name="connsiteY10604" fmla="*/ 4281107 h 5143785"/>
              <a:gd name="connsiteX10605" fmla="*/ 1843373 w 3114960"/>
              <a:gd name="connsiteY10605" fmla="*/ 4306062 h 5143785"/>
              <a:gd name="connsiteX10606" fmla="*/ 1833277 w 3114960"/>
              <a:gd name="connsiteY10606" fmla="*/ 4295966 h 5143785"/>
              <a:gd name="connsiteX10607" fmla="*/ 1843373 w 3114960"/>
              <a:gd name="connsiteY10607" fmla="*/ 4285869 h 5143785"/>
              <a:gd name="connsiteX10608" fmla="*/ 1853470 w 3114960"/>
              <a:gd name="connsiteY10608" fmla="*/ 4295966 h 5143785"/>
              <a:gd name="connsiteX10609" fmla="*/ 1843373 w 3114960"/>
              <a:gd name="connsiteY10609" fmla="*/ 4306062 h 5143785"/>
              <a:gd name="connsiteX10610" fmla="*/ 1808131 w 3114960"/>
              <a:gd name="connsiteY10610" fmla="*/ 710756 h 5143785"/>
              <a:gd name="connsiteX10611" fmla="*/ 1815275 w 3114960"/>
              <a:gd name="connsiteY10611" fmla="*/ 710756 h 5143785"/>
              <a:gd name="connsiteX10612" fmla="*/ 1815275 w 3114960"/>
              <a:gd name="connsiteY10612" fmla="*/ 719042 h 5143785"/>
              <a:gd name="connsiteX10613" fmla="*/ 1808131 w 3114960"/>
              <a:gd name="connsiteY10613" fmla="*/ 719042 h 5143785"/>
              <a:gd name="connsiteX10614" fmla="*/ 1808131 w 3114960"/>
              <a:gd name="connsiteY10614" fmla="*/ 710756 h 5143785"/>
              <a:gd name="connsiteX10615" fmla="*/ 553403 w 3114960"/>
              <a:gd name="connsiteY10615" fmla="*/ 4313301 h 5143785"/>
              <a:gd name="connsiteX10616" fmla="*/ 546259 w 3114960"/>
              <a:gd name="connsiteY10616" fmla="*/ 4313301 h 5143785"/>
              <a:gd name="connsiteX10617" fmla="*/ 546259 w 3114960"/>
              <a:gd name="connsiteY10617" fmla="*/ 4305681 h 5143785"/>
              <a:gd name="connsiteX10618" fmla="*/ 553403 w 3114960"/>
              <a:gd name="connsiteY10618" fmla="*/ 4305681 h 5143785"/>
              <a:gd name="connsiteX10619" fmla="*/ 553403 w 3114960"/>
              <a:gd name="connsiteY10619" fmla="*/ 4313301 h 5143785"/>
              <a:gd name="connsiteX10620" fmla="*/ 546259 w 3114960"/>
              <a:gd name="connsiteY10620" fmla="*/ 4351592 h 5143785"/>
              <a:gd name="connsiteX10621" fmla="*/ 553403 w 3114960"/>
              <a:gd name="connsiteY10621" fmla="*/ 4351592 h 5143785"/>
              <a:gd name="connsiteX10622" fmla="*/ 553403 w 3114960"/>
              <a:gd name="connsiteY10622" fmla="*/ 4358069 h 5143785"/>
              <a:gd name="connsiteX10623" fmla="*/ 548450 w 3114960"/>
              <a:gd name="connsiteY10623" fmla="*/ 4362164 h 5143785"/>
              <a:gd name="connsiteX10624" fmla="*/ 543878 w 3114960"/>
              <a:gd name="connsiteY10624" fmla="*/ 4356640 h 5143785"/>
              <a:gd name="connsiteX10625" fmla="*/ 546259 w 3114960"/>
              <a:gd name="connsiteY10625" fmla="*/ 4354640 h 5143785"/>
              <a:gd name="connsiteX10626" fmla="*/ 546259 w 3114960"/>
              <a:gd name="connsiteY10626" fmla="*/ 4351592 h 5143785"/>
              <a:gd name="connsiteX10627" fmla="*/ 1428178 w 3114960"/>
              <a:gd name="connsiteY10627" fmla="*/ 3963734 h 5143785"/>
              <a:gd name="connsiteX10628" fmla="*/ 1430750 w 3114960"/>
              <a:gd name="connsiteY10628" fmla="*/ 3963734 h 5143785"/>
              <a:gd name="connsiteX10629" fmla="*/ 1434656 w 3114960"/>
              <a:gd name="connsiteY10629" fmla="*/ 3959828 h 5143785"/>
              <a:gd name="connsiteX10630" fmla="*/ 1434656 w 3114960"/>
              <a:gd name="connsiteY10630" fmla="*/ 3949922 h 5143785"/>
              <a:gd name="connsiteX10631" fmla="*/ 1430750 w 3114960"/>
              <a:gd name="connsiteY10631" fmla="*/ 3946017 h 5143785"/>
              <a:gd name="connsiteX10632" fmla="*/ 1428178 w 3114960"/>
              <a:gd name="connsiteY10632" fmla="*/ 3946017 h 5143785"/>
              <a:gd name="connsiteX10633" fmla="*/ 1428369 w 3114960"/>
              <a:gd name="connsiteY10633" fmla="*/ 3837337 h 5143785"/>
              <a:gd name="connsiteX10634" fmla="*/ 1508570 w 3114960"/>
              <a:gd name="connsiteY10634" fmla="*/ 3762756 h 5143785"/>
              <a:gd name="connsiteX10635" fmla="*/ 1510665 w 3114960"/>
              <a:gd name="connsiteY10635" fmla="*/ 3763137 h 5143785"/>
              <a:gd name="connsiteX10636" fmla="*/ 1530953 w 3114960"/>
              <a:gd name="connsiteY10636" fmla="*/ 3763137 h 5143785"/>
              <a:gd name="connsiteX10637" fmla="*/ 1536954 w 3114960"/>
              <a:gd name="connsiteY10637" fmla="*/ 3757136 h 5143785"/>
              <a:gd name="connsiteX10638" fmla="*/ 1536954 w 3114960"/>
              <a:gd name="connsiteY10638" fmla="*/ 3749517 h 5143785"/>
              <a:gd name="connsiteX10639" fmla="*/ 1536764 w 3114960"/>
              <a:gd name="connsiteY10639" fmla="*/ 3748373 h 5143785"/>
              <a:gd name="connsiteX10640" fmla="*/ 1571053 w 3114960"/>
              <a:gd name="connsiteY10640" fmla="*/ 3721418 h 5143785"/>
              <a:gd name="connsiteX10641" fmla="*/ 1571053 w 3114960"/>
              <a:gd name="connsiteY10641" fmla="*/ 3604641 h 5143785"/>
              <a:gd name="connsiteX10642" fmla="*/ 1595342 w 3114960"/>
              <a:gd name="connsiteY10642" fmla="*/ 3577971 h 5143785"/>
              <a:gd name="connsiteX10643" fmla="*/ 1623155 w 3114960"/>
              <a:gd name="connsiteY10643" fmla="*/ 3577971 h 5143785"/>
              <a:gd name="connsiteX10644" fmla="*/ 1636586 w 3114960"/>
              <a:gd name="connsiteY10644" fmla="*/ 3589211 h 5143785"/>
              <a:gd name="connsiteX10645" fmla="*/ 1650206 w 3114960"/>
              <a:gd name="connsiteY10645" fmla="*/ 3575590 h 5143785"/>
              <a:gd name="connsiteX10646" fmla="*/ 1636586 w 3114960"/>
              <a:gd name="connsiteY10646" fmla="*/ 3561969 h 5143785"/>
              <a:gd name="connsiteX10647" fmla="*/ 1623155 w 3114960"/>
              <a:gd name="connsiteY10647" fmla="*/ 3573209 h 5143785"/>
              <a:gd name="connsiteX10648" fmla="*/ 1593247 w 3114960"/>
              <a:gd name="connsiteY10648" fmla="*/ 3573209 h 5143785"/>
              <a:gd name="connsiteX10649" fmla="*/ 1566291 w 3114960"/>
              <a:gd name="connsiteY10649" fmla="*/ 3602736 h 5143785"/>
              <a:gd name="connsiteX10650" fmla="*/ 1566291 w 3114960"/>
              <a:gd name="connsiteY10650" fmla="*/ 3719036 h 5143785"/>
              <a:gd name="connsiteX10651" fmla="*/ 1534001 w 3114960"/>
              <a:gd name="connsiteY10651" fmla="*/ 3744373 h 5143785"/>
              <a:gd name="connsiteX10652" fmla="*/ 1530953 w 3114960"/>
              <a:gd name="connsiteY10652" fmla="*/ 3743420 h 5143785"/>
              <a:gd name="connsiteX10653" fmla="*/ 1510665 w 3114960"/>
              <a:gd name="connsiteY10653" fmla="*/ 3743420 h 5143785"/>
              <a:gd name="connsiteX10654" fmla="*/ 1504664 w 3114960"/>
              <a:gd name="connsiteY10654" fmla="*/ 3749421 h 5143785"/>
              <a:gd name="connsiteX10655" fmla="*/ 1504664 w 3114960"/>
              <a:gd name="connsiteY10655" fmla="*/ 3757041 h 5143785"/>
              <a:gd name="connsiteX10656" fmla="*/ 1505141 w 3114960"/>
              <a:gd name="connsiteY10656" fmla="*/ 3759327 h 5143785"/>
              <a:gd name="connsiteX10657" fmla="*/ 1424464 w 3114960"/>
              <a:gd name="connsiteY10657" fmla="*/ 3834384 h 5143785"/>
              <a:gd name="connsiteX10658" fmla="*/ 1423702 w 3114960"/>
              <a:gd name="connsiteY10658" fmla="*/ 3835051 h 5143785"/>
              <a:gd name="connsiteX10659" fmla="*/ 1423511 w 3114960"/>
              <a:gd name="connsiteY10659" fmla="*/ 3945827 h 5143785"/>
              <a:gd name="connsiteX10660" fmla="*/ 1420940 w 3114960"/>
              <a:gd name="connsiteY10660" fmla="*/ 3945827 h 5143785"/>
              <a:gd name="connsiteX10661" fmla="*/ 1417034 w 3114960"/>
              <a:gd name="connsiteY10661" fmla="*/ 3949732 h 5143785"/>
              <a:gd name="connsiteX10662" fmla="*/ 1417034 w 3114960"/>
              <a:gd name="connsiteY10662" fmla="*/ 3959638 h 5143785"/>
              <a:gd name="connsiteX10663" fmla="*/ 1420940 w 3114960"/>
              <a:gd name="connsiteY10663" fmla="*/ 3963543 h 5143785"/>
              <a:gd name="connsiteX10664" fmla="*/ 1423511 w 3114960"/>
              <a:gd name="connsiteY10664" fmla="*/ 3963543 h 5143785"/>
              <a:gd name="connsiteX10665" fmla="*/ 1423511 w 3114960"/>
              <a:gd name="connsiteY10665" fmla="*/ 3981450 h 5143785"/>
              <a:gd name="connsiteX10666" fmla="*/ 1374172 w 3114960"/>
              <a:gd name="connsiteY10666" fmla="*/ 4031361 h 5143785"/>
              <a:gd name="connsiteX10667" fmla="*/ 1370552 w 3114960"/>
              <a:gd name="connsiteY10667" fmla="*/ 4029075 h 5143785"/>
              <a:gd name="connsiteX10668" fmla="*/ 1361503 w 3114960"/>
              <a:gd name="connsiteY10668" fmla="*/ 4029361 h 5143785"/>
              <a:gd name="connsiteX10669" fmla="*/ 1355312 w 3114960"/>
              <a:gd name="connsiteY10669" fmla="*/ 4035933 h 5143785"/>
              <a:gd name="connsiteX10670" fmla="*/ 1355598 w 3114960"/>
              <a:gd name="connsiteY10670" fmla="*/ 4044982 h 5143785"/>
              <a:gd name="connsiteX10671" fmla="*/ 1362170 w 3114960"/>
              <a:gd name="connsiteY10671" fmla="*/ 4051173 h 5143785"/>
              <a:gd name="connsiteX10672" fmla="*/ 1366361 w 3114960"/>
              <a:gd name="connsiteY10672" fmla="*/ 4051935 h 5143785"/>
              <a:gd name="connsiteX10673" fmla="*/ 1371219 w 3114960"/>
              <a:gd name="connsiteY10673" fmla="*/ 4050887 h 5143785"/>
              <a:gd name="connsiteX10674" fmla="*/ 1377410 w 3114960"/>
              <a:gd name="connsiteY10674" fmla="*/ 4044315 h 5143785"/>
              <a:gd name="connsiteX10675" fmla="*/ 1377125 w 3114960"/>
              <a:gd name="connsiteY10675" fmla="*/ 4035267 h 5143785"/>
              <a:gd name="connsiteX10676" fmla="*/ 1377125 w 3114960"/>
              <a:gd name="connsiteY10676" fmla="*/ 4035171 h 5143785"/>
              <a:gd name="connsiteX10677" fmla="*/ 1428274 w 3114960"/>
              <a:gd name="connsiteY10677" fmla="*/ 3983355 h 5143785"/>
              <a:gd name="connsiteX10678" fmla="*/ 1428274 w 3114960"/>
              <a:gd name="connsiteY10678" fmla="*/ 3963448 h 5143785"/>
              <a:gd name="connsiteX10679" fmla="*/ 1636490 w 3114960"/>
              <a:gd name="connsiteY10679" fmla="*/ 3566732 h 5143785"/>
              <a:gd name="connsiteX10680" fmla="*/ 1645349 w 3114960"/>
              <a:gd name="connsiteY10680" fmla="*/ 3575590 h 5143785"/>
              <a:gd name="connsiteX10681" fmla="*/ 1636490 w 3114960"/>
              <a:gd name="connsiteY10681" fmla="*/ 3584448 h 5143785"/>
              <a:gd name="connsiteX10682" fmla="*/ 1627632 w 3114960"/>
              <a:gd name="connsiteY10682" fmla="*/ 3575590 h 5143785"/>
              <a:gd name="connsiteX10683" fmla="*/ 1636490 w 3114960"/>
              <a:gd name="connsiteY10683" fmla="*/ 3566732 h 5143785"/>
              <a:gd name="connsiteX10684" fmla="*/ 1509427 w 3114960"/>
              <a:gd name="connsiteY10684" fmla="*/ 3749517 h 5143785"/>
              <a:gd name="connsiteX10685" fmla="*/ 1510665 w 3114960"/>
              <a:gd name="connsiteY10685" fmla="*/ 3748278 h 5143785"/>
              <a:gd name="connsiteX10686" fmla="*/ 1530953 w 3114960"/>
              <a:gd name="connsiteY10686" fmla="*/ 3748278 h 5143785"/>
              <a:gd name="connsiteX10687" fmla="*/ 1532192 w 3114960"/>
              <a:gd name="connsiteY10687" fmla="*/ 3749517 h 5143785"/>
              <a:gd name="connsiteX10688" fmla="*/ 1532192 w 3114960"/>
              <a:gd name="connsiteY10688" fmla="*/ 3757136 h 5143785"/>
              <a:gd name="connsiteX10689" fmla="*/ 1530953 w 3114960"/>
              <a:gd name="connsiteY10689" fmla="*/ 3758375 h 5143785"/>
              <a:gd name="connsiteX10690" fmla="*/ 1510665 w 3114960"/>
              <a:gd name="connsiteY10690" fmla="*/ 3758375 h 5143785"/>
              <a:gd name="connsiteX10691" fmla="*/ 1509427 w 3114960"/>
              <a:gd name="connsiteY10691" fmla="*/ 3757136 h 5143785"/>
              <a:gd name="connsiteX10692" fmla="*/ 1509427 w 3114960"/>
              <a:gd name="connsiteY10692" fmla="*/ 3749517 h 5143785"/>
              <a:gd name="connsiteX10693" fmla="*/ 1372934 w 3114960"/>
              <a:gd name="connsiteY10693" fmla="*/ 4042982 h 5143785"/>
              <a:gd name="connsiteX10694" fmla="*/ 1369219 w 3114960"/>
              <a:gd name="connsiteY10694" fmla="*/ 4046887 h 5143785"/>
              <a:gd name="connsiteX10695" fmla="*/ 1363790 w 3114960"/>
              <a:gd name="connsiteY10695" fmla="*/ 4047077 h 5143785"/>
              <a:gd name="connsiteX10696" fmla="*/ 1359884 w 3114960"/>
              <a:gd name="connsiteY10696" fmla="*/ 4043363 h 5143785"/>
              <a:gd name="connsiteX10697" fmla="*/ 1359694 w 3114960"/>
              <a:gd name="connsiteY10697" fmla="*/ 4037934 h 5143785"/>
              <a:gd name="connsiteX10698" fmla="*/ 1363409 w 3114960"/>
              <a:gd name="connsiteY10698" fmla="*/ 4033933 h 5143785"/>
              <a:gd name="connsiteX10699" fmla="*/ 1366361 w 3114960"/>
              <a:gd name="connsiteY10699" fmla="*/ 4033266 h 5143785"/>
              <a:gd name="connsiteX10700" fmla="*/ 1368838 w 3114960"/>
              <a:gd name="connsiteY10700" fmla="*/ 4033742 h 5143785"/>
              <a:gd name="connsiteX10701" fmla="*/ 1372743 w 3114960"/>
              <a:gd name="connsiteY10701" fmla="*/ 4037457 h 5143785"/>
              <a:gd name="connsiteX10702" fmla="*/ 1372934 w 3114960"/>
              <a:gd name="connsiteY10702" fmla="*/ 4042886 h 5143785"/>
              <a:gd name="connsiteX10703" fmla="*/ 2389918 w 3114960"/>
              <a:gd name="connsiteY10703" fmla="*/ 291179 h 5143785"/>
              <a:gd name="connsiteX10704" fmla="*/ 2394680 w 3114960"/>
              <a:gd name="connsiteY10704" fmla="*/ 297656 h 5143785"/>
              <a:gd name="connsiteX10705" fmla="*/ 2400110 w 3114960"/>
              <a:gd name="connsiteY10705" fmla="*/ 299180 h 5143785"/>
              <a:gd name="connsiteX10706" fmla="*/ 2402586 w 3114960"/>
              <a:gd name="connsiteY10706" fmla="*/ 298895 h 5143785"/>
              <a:gd name="connsiteX10707" fmla="*/ 2410301 w 3114960"/>
              <a:gd name="connsiteY10707" fmla="*/ 286226 h 5143785"/>
              <a:gd name="connsiteX10708" fmla="*/ 2405539 w 3114960"/>
              <a:gd name="connsiteY10708" fmla="*/ 279749 h 5143785"/>
              <a:gd name="connsiteX10709" fmla="*/ 2397633 w 3114960"/>
              <a:gd name="connsiteY10709" fmla="*/ 278511 h 5143785"/>
              <a:gd name="connsiteX10710" fmla="*/ 2394680 w 3114960"/>
              <a:gd name="connsiteY10710" fmla="*/ 279845 h 5143785"/>
              <a:gd name="connsiteX10711" fmla="*/ 2365153 w 3114960"/>
              <a:gd name="connsiteY10711" fmla="*/ 252603 h 5143785"/>
              <a:gd name="connsiteX10712" fmla="*/ 2292287 w 3114960"/>
              <a:gd name="connsiteY10712" fmla="*/ 252603 h 5143785"/>
              <a:gd name="connsiteX10713" fmla="*/ 2278952 w 3114960"/>
              <a:gd name="connsiteY10713" fmla="*/ 241554 h 5143785"/>
              <a:gd name="connsiteX10714" fmla="*/ 2280095 w 3114960"/>
              <a:gd name="connsiteY10714" fmla="*/ 239078 h 5143785"/>
              <a:gd name="connsiteX10715" fmla="*/ 2273618 w 3114960"/>
              <a:gd name="connsiteY10715" fmla="*/ 228505 h 5143785"/>
              <a:gd name="connsiteX10716" fmla="*/ 2263045 w 3114960"/>
              <a:gd name="connsiteY10716" fmla="*/ 234982 h 5143785"/>
              <a:gd name="connsiteX10717" fmla="*/ 2269522 w 3114960"/>
              <a:gd name="connsiteY10717" fmla="*/ 245555 h 5143785"/>
              <a:gd name="connsiteX10718" fmla="*/ 2275427 w 3114960"/>
              <a:gd name="connsiteY10718" fmla="*/ 244793 h 5143785"/>
              <a:gd name="connsiteX10719" fmla="*/ 2290667 w 3114960"/>
              <a:gd name="connsiteY10719" fmla="*/ 257461 h 5143785"/>
              <a:gd name="connsiteX10720" fmla="*/ 2363343 w 3114960"/>
              <a:gd name="connsiteY10720" fmla="*/ 257461 h 5143785"/>
              <a:gd name="connsiteX10721" fmla="*/ 2391251 w 3114960"/>
              <a:gd name="connsiteY10721" fmla="*/ 283178 h 5143785"/>
              <a:gd name="connsiteX10722" fmla="*/ 2389918 w 3114960"/>
              <a:gd name="connsiteY10722" fmla="*/ 291179 h 5143785"/>
              <a:gd name="connsiteX10723" fmla="*/ 2398776 w 3114960"/>
              <a:gd name="connsiteY10723" fmla="*/ 283178 h 5143785"/>
              <a:gd name="connsiteX10724" fmla="*/ 2400110 w 3114960"/>
              <a:gd name="connsiteY10724" fmla="*/ 282988 h 5143785"/>
              <a:gd name="connsiteX10725" fmla="*/ 2403062 w 3114960"/>
              <a:gd name="connsiteY10725" fmla="*/ 283845 h 5143785"/>
              <a:gd name="connsiteX10726" fmla="*/ 2405634 w 3114960"/>
              <a:gd name="connsiteY10726" fmla="*/ 287369 h 5143785"/>
              <a:gd name="connsiteX10727" fmla="*/ 2404967 w 3114960"/>
              <a:gd name="connsiteY10727" fmla="*/ 291656 h 5143785"/>
              <a:gd name="connsiteX10728" fmla="*/ 2401443 w 3114960"/>
              <a:gd name="connsiteY10728" fmla="*/ 294227 h 5143785"/>
              <a:gd name="connsiteX10729" fmla="*/ 2397157 w 3114960"/>
              <a:gd name="connsiteY10729" fmla="*/ 293561 h 5143785"/>
              <a:gd name="connsiteX10730" fmla="*/ 2394585 w 3114960"/>
              <a:gd name="connsiteY10730" fmla="*/ 290036 h 5143785"/>
              <a:gd name="connsiteX10731" fmla="*/ 2398776 w 3114960"/>
              <a:gd name="connsiteY10731" fmla="*/ 283178 h 5143785"/>
              <a:gd name="connsiteX10732" fmla="*/ 1663446 w 3114960"/>
              <a:gd name="connsiteY10732" fmla="*/ 692849 h 5143785"/>
              <a:gd name="connsiteX10733" fmla="*/ 1670590 w 3114960"/>
              <a:gd name="connsiteY10733" fmla="*/ 692849 h 5143785"/>
              <a:gd name="connsiteX10734" fmla="*/ 1670590 w 3114960"/>
              <a:gd name="connsiteY10734" fmla="*/ 701326 h 5143785"/>
              <a:gd name="connsiteX10735" fmla="*/ 1663446 w 3114960"/>
              <a:gd name="connsiteY10735" fmla="*/ 701326 h 5143785"/>
              <a:gd name="connsiteX10736" fmla="*/ 1663446 w 3114960"/>
              <a:gd name="connsiteY10736" fmla="*/ 692849 h 5143785"/>
              <a:gd name="connsiteX10737" fmla="*/ 537305 w 3114960"/>
              <a:gd name="connsiteY10737" fmla="*/ 4362069 h 5143785"/>
              <a:gd name="connsiteX10738" fmla="*/ 541877 w 3114960"/>
              <a:gd name="connsiteY10738" fmla="*/ 4367594 h 5143785"/>
              <a:gd name="connsiteX10739" fmla="*/ 535305 w 3114960"/>
              <a:gd name="connsiteY10739" fmla="*/ 4373023 h 5143785"/>
              <a:gd name="connsiteX10740" fmla="*/ 530733 w 3114960"/>
              <a:gd name="connsiteY10740" fmla="*/ 4367498 h 5143785"/>
              <a:gd name="connsiteX10741" fmla="*/ 537305 w 3114960"/>
              <a:gd name="connsiteY10741" fmla="*/ 4362069 h 5143785"/>
              <a:gd name="connsiteX10742" fmla="*/ 517493 w 3114960"/>
              <a:gd name="connsiteY10742" fmla="*/ 4378452 h 5143785"/>
              <a:gd name="connsiteX10743" fmla="*/ 524065 w 3114960"/>
              <a:gd name="connsiteY10743" fmla="*/ 4373023 h 5143785"/>
              <a:gd name="connsiteX10744" fmla="*/ 528638 w 3114960"/>
              <a:gd name="connsiteY10744" fmla="*/ 4378547 h 5143785"/>
              <a:gd name="connsiteX10745" fmla="*/ 522065 w 3114960"/>
              <a:gd name="connsiteY10745" fmla="*/ 4383977 h 5143785"/>
              <a:gd name="connsiteX10746" fmla="*/ 517493 w 3114960"/>
              <a:gd name="connsiteY10746" fmla="*/ 4378452 h 5143785"/>
              <a:gd name="connsiteX10747" fmla="*/ 1663446 w 3114960"/>
              <a:gd name="connsiteY10747" fmla="*/ 729520 h 5143785"/>
              <a:gd name="connsiteX10748" fmla="*/ 1653540 w 3114960"/>
              <a:gd name="connsiteY10748" fmla="*/ 742474 h 5143785"/>
              <a:gd name="connsiteX10749" fmla="*/ 1666970 w 3114960"/>
              <a:gd name="connsiteY10749" fmla="*/ 755904 h 5143785"/>
              <a:gd name="connsiteX10750" fmla="*/ 1680401 w 3114960"/>
              <a:gd name="connsiteY10750" fmla="*/ 742474 h 5143785"/>
              <a:gd name="connsiteX10751" fmla="*/ 1670495 w 3114960"/>
              <a:gd name="connsiteY10751" fmla="*/ 729520 h 5143785"/>
              <a:gd name="connsiteX10752" fmla="*/ 1670495 w 3114960"/>
              <a:gd name="connsiteY10752" fmla="*/ 726567 h 5143785"/>
              <a:gd name="connsiteX10753" fmla="*/ 1663351 w 3114960"/>
              <a:gd name="connsiteY10753" fmla="*/ 726567 h 5143785"/>
              <a:gd name="connsiteX10754" fmla="*/ 1663351 w 3114960"/>
              <a:gd name="connsiteY10754" fmla="*/ 729520 h 5143785"/>
              <a:gd name="connsiteX10755" fmla="*/ 1675733 w 3114960"/>
              <a:gd name="connsiteY10755" fmla="*/ 742379 h 5143785"/>
              <a:gd name="connsiteX10756" fmla="*/ 1667066 w 3114960"/>
              <a:gd name="connsiteY10756" fmla="*/ 751046 h 5143785"/>
              <a:gd name="connsiteX10757" fmla="*/ 1658398 w 3114960"/>
              <a:gd name="connsiteY10757" fmla="*/ 742379 h 5143785"/>
              <a:gd name="connsiteX10758" fmla="*/ 1667066 w 3114960"/>
              <a:gd name="connsiteY10758" fmla="*/ 733711 h 5143785"/>
              <a:gd name="connsiteX10759" fmla="*/ 1675733 w 3114960"/>
              <a:gd name="connsiteY10759" fmla="*/ 742379 h 5143785"/>
              <a:gd name="connsiteX10760" fmla="*/ 427863 w 3114960"/>
              <a:gd name="connsiteY10760" fmla="*/ 2014442 h 5143785"/>
              <a:gd name="connsiteX10761" fmla="*/ 435007 w 3114960"/>
              <a:gd name="connsiteY10761" fmla="*/ 2014442 h 5143785"/>
              <a:gd name="connsiteX10762" fmla="*/ 435007 w 3114960"/>
              <a:gd name="connsiteY10762" fmla="*/ 2022920 h 5143785"/>
              <a:gd name="connsiteX10763" fmla="*/ 427863 w 3114960"/>
              <a:gd name="connsiteY10763" fmla="*/ 2022920 h 5143785"/>
              <a:gd name="connsiteX10764" fmla="*/ 427863 w 3114960"/>
              <a:gd name="connsiteY10764" fmla="*/ 2014442 h 5143785"/>
              <a:gd name="connsiteX10765" fmla="*/ 553403 w 3114960"/>
              <a:gd name="connsiteY10765" fmla="*/ 4343877 h 5143785"/>
              <a:gd name="connsiteX10766" fmla="*/ 546259 w 3114960"/>
              <a:gd name="connsiteY10766" fmla="*/ 4343877 h 5143785"/>
              <a:gd name="connsiteX10767" fmla="*/ 546259 w 3114960"/>
              <a:gd name="connsiteY10767" fmla="*/ 4336256 h 5143785"/>
              <a:gd name="connsiteX10768" fmla="*/ 553403 w 3114960"/>
              <a:gd name="connsiteY10768" fmla="*/ 4336256 h 5143785"/>
              <a:gd name="connsiteX10769" fmla="*/ 553403 w 3114960"/>
              <a:gd name="connsiteY10769" fmla="*/ 4343877 h 5143785"/>
              <a:gd name="connsiteX10770" fmla="*/ 451866 w 3114960"/>
              <a:gd name="connsiteY10770" fmla="*/ 2355247 h 5143785"/>
              <a:gd name="connsiteX10771" fmla="*/ 447675 w 3114960"/>
              <a:gd name="connsiteY10771" fmla="*/ 2355247 h 5143785"/>
              <a:gd name="connsiteX10772" fmla="*/ 445008 w 3114960"/>
              <a:gd name="connsiteY10772" fmla="*/ 2357914 h 5143785"/>
              <a:gd name="connsiteX10773" fmla="*/ 445008 w 3114960"/>
              <a:gd name="connsiteY10773" fmla="*/ 2370868 h 5143785"/>
              <a:gd name="connsiteX10774" fmla="*/ 447675 w 3114960"/>
              <a:gd name="connsiteY10774" fmla="*/ 2373535 h 5143785"/>
              <a:gd name="connsiteX10775" fmla="*/ 460629 w 3114960"/>
              <a:gd name="connsiteY10775" fmla="*/ 2373535 h 5143785"/>
              <a:gd name="connsiteX10776" fmla="*/ 463296 w 3114960"/>
              <a:gd name="connsiteY10776" fmla="*/ 2370868 h 5143785"/>
              <a:gd name="connsiteX10777" fmla="*/ 463296 w 3114960"/>
              <a:gd name="connsiteY10777" fmla="*/ 2357914 h 5143785"/>
              <a:gd name="connsiteX10778" fmla="*/ 460629 w 3114960"/>
              <a:gd name="connsiteY10778" fmla="*/ 2355247 h 5143785"/>
              <a:gd name="connsiteX10779" fmla="*/ 456724 w 3114960"/>
              <a:gd name="connsiteY10779" fmla="*/ 2355247 h 5143785"/>
              <a:gd name="connsiteX10780" fmla="*/ 457010 w 3114960"/>
              <a:gd name="connsiteY10780" fmla="*/ 2312575 h 5143785"/>
              <a:gd name="connsiteX10781" fmla="*/ 578453 w 3114960"/>
              <a:gd name="connsiteY10781" fmla="*/ 2185702 h 5143785"/>
              <a:gd name="connsiteX10782" fmla="*/ 585788 w 3114960"/>
              <a:gd name="connsiteY10782" fmla="*/ 2187893 h 5143785"/>
              <a:gd name="connsiteX10783" fmla="*/ 599218 w 3114960"/>
              <a:gd name="connsiteY10783" fmla="*/ 2174462 h 5143785"/>
              <a:gd name="connsiteX10784" fmla="*/ 585788 w 3114960"/>
              <a:gd name="connsiteY10784" fmla="*/ 2161032 h 5143785"/>
              <a:gd name="connsiteX10785" fmla="*/ 572357 w 3114960"/>
              <a:gd name="connsiteY10785" fmla="*/ 2174462 h 5143785"/>
              <a:gd name="connsiteX10786" fmla="*/ 575024 w 3114960"/>
              <a:gd name="connsiteY10786" fmla="*/ 2182368 h 5143785"/>
              <a:gd name="connsiteX10787" fmla="*/ 452342 w 3114960"/>
              <a:gd name="connsiteY10787" fmla="*/ 2310575 h 5143785"/>
              <a:gd name="connsiteX10788" fmla="*/ 452057 w 3114960"/>
              <a:gd name="connsiteY10788" fmla="*/ 2355152 h 5143785"/>
              <a:gd name="connsiteX10789" fmla="*/ 585692 w 3114960"/>
              <a:gd name="connsiteY10789" fmla="*/ 2165699 h 5143785"/>
              <a:gd name="connsiteX10790" fmla="*/ 594360 w 3114960"/>
              <a:gd name="connsiteY10790" fmla="*/ 2174367 h 5143785"/>
              <a:gd name="connsiteX10791" fmla="*/ 585692 w 3114960"/>
              <a:gd name="connsiteY10791" fmla="*/ 2183035 h 5143785"/>
              <a:gd name="connsiteX10792" fmla="*/ 577025 w 3114960"/>
              <a:gd name="connsiteY10792" fmla="*/ 2174367 h 5143785"/>
              <a:gd name="connsiteX10793" fmla="*/ 585692 w 3114960"/>
              <a:gd name="connsiteY10793" fmla="*/ 2165699 h 5143785"/>
              <a:gd name="connsiteX10794" fmla="*/ 1663446 w 3114960"/>
              <a:gd name="connsiteY10794" fmla="*/ 675989 h 5143785"/>
              <a:gd name="connsiteX10795" fmla="*/ 1670590 w 3114960"/>
              <a:gd name="connsiteY10795" fmla="*/ 675989 h 5143785"/>
              <a:gd name="connsiteX10796" fmla="*/ 1670590 w 3114960"/>
              <a:gd name="connsiteY10796" fmla="*/ 684467 h 5143785"/>
              <a:gd name="connsiteX10797" fmla="*/ 1663446 w 3114960"/>
              <a:gd name="connsiteY10797" fmla="*/ 684467 h 5143785"/>
              <a:gd name="connsiteX10798" fmla="*/ 1663446 w 3114960"/>
              <a:gd name="connsiteY10798" fmla="*/ 675989 h 5143785"/>
              <a:gd name="connsiteX10799" fmla="*/ 1663446 w 3114960"/>
              <a:gd name="connsiteY10799" fmla="*/ 709708 h 5143785"/>
              <a:gd name="connsiteX10800" fmla="*/ 1670590 w 3114960"/>
              <a:gd name="connsiteY10800" fmla="*/ 709708 h 5143785"/>
              <a:gd name="connsiteX10801" fmla="*/ 1670590 w 3114960"/>
              <a:gd name="connsiteY10801" fmla="*/ 718185 h 5143785"/>
              <a:gd name="connsiteX10802" fmla="*/ 1663446 w 3114960"/>
              <a:gd name="connsiteY10802" fmla="*/ 718185 h 5143785"/>
              <a:gd name="connsiteX10803" fmla="*/ 1663446 w 3114960"/>
              <a:gd name="connsiteY10803" fmla="*/ 709708 h 5143785"/>
              <a:gd name="connsiteX10804" fmla="*/ 412433 w 3114960"/>
              <a:gd name="connsiteY10804" fmla="*/ 4002786 h 5143785"/>
              <a:gd name="connsiteX10805" fmla="*/ 413099 w 3114960"/>
              <a:gd name="connsiteY10805" fmla="*/ 3999929 h 5143785"/>
              <a:gd name="connsiteX10806" fmla="*/ 413099 w 3114960"/>
              <a:gd name="connsiteY10806" fmla="*/ 3987260 h 5143785"/>
              <a:gd name="connsiteX10807" fmla="*/ 406241 w 3114960"/>
              <a:gd name="connsiteY10807" fmla="*/ 3980498 h 5143785"/>
              <a:gd name="connsiteX10808" fmla="*/ 393573 w 3114960"/>
              <a:gd name="connsiteY10808" fmla="*/ 3980498 h 5143785"/>
              <a:gd name="connsiteX10809" fmla="*/ 386715 w 3114960"/>
              <a:gd name="connsiteY10809" fmla="*/ 3987260 h 5143785"/>
              <a:gd name="connsiteX10810" fmla="*/ 386715 w 3114960"/>
              <a:gd name="connsiteY10810" fmla="*/ 3999929 h 5143785"/>
              <a:gd name="connsiteX10811" fmla="*/ 393573 w 3114960"/>
              <a:gd name="connsiteY10811" fmla="*/ 4006692 h 5143785"/>
              <a:gd name="connsiteX10812" fmla="*/ 406241 w 3114960"/>
              <a:gd name="connsiteY10812" fmla="*/ 4006692 h 5143785"/>
              <a:gd name="connsiteX10813" fmla="*/ 409004 w 3114960"/>
              <a:gd name="connsiteY10813" fmla="*/ 4006120 h 5143785"/>
              <a:gd name="connsiteX10814" fmla="*/ 551974 w 3114960"/>
              <a:gd name="connsiteY10814" fmla="*/ 4171664 h 5143785"/>
              <a:gd name="connsiteX10815" fmla="*/ 551974 w 3114960"/>
              <a:gd name="connsiteY10815" fmla="*/ 4230624 h 5143785"/>
              <a:gd name="connsiteX10816" fmla="*/ 548164 w 3114960"/>
              <a:gd name="connsiteY10816" fmla="*/ 4230624 h 5143785"/>
              <a:gd name="connsiteX10817" fmla="*/ 538353 w 3114960"/>
              <a:gd name="connsiteY10817" fmla="*/ 4240435 h 5143785"/>
              <a:gd name="connsiteX10818" fmla="*/ 538353 w 3114960"/>
              <a:gd name="connsiteY10818" fmla="*/ 4279106 h 5143785"/>
              <a:gd name="connsiteX10819" fmla="*/ 548164 w 3114960"/>
              <a:gd name="connsiteY10819" fmla="*/ 4288917 h 5143785"/>
              <a:gd name="connsiteX10820" fmla="*/ 560546 w 3114960"/>
              <a:gd name="connsiteY10820" fmla="*/ 4288917 h 5143785"/>
              <a:gd name="connsiteX10821" fmla="*/ 570357 w 3114960"/>
              <a:gd name="connsiteY10821" fmla="*/ 4279106 h 5143785"/>
              <a:gd name="connsiteX10822" fmla="*/ 570357 w 3114960"/>
              <a:gd name="connsiteY10822" fmla="*/ 4240435 h 5143785"/>
              <a:gd name="connsiteX10823" fmla="*/ 560546 w 3114960"/>
              <a:gd name="connsiteY10823" fmla="*/ 4230624 h 5143785"/>
              <a:gd name="connsiteX10824" fmla="*/ 556832 w 3114960"/>
              <a:gd name="connsiteY10824" fmla="*/ 4230624 h 5143785"/>
              <a:gd name="connsiteX10825" fmla="*/ 556832 w 3114960"/>
              <a:gd name="connsiteY10825" fmla="*/ 4169855 h 5143785"/>
              <a:gd name="connsiteX10826" fmla="*/ 412528 w 3114960"/>
              <a:gd name="connsiteY10826" fmla="*/ 4002786 h 5143785"/>
              <a:gd name="connsiteX10827" fmla="*/ 408337 w 3114960"/>
              <a:gd name="connsiteY10827" fmla="*/ 3999834 h 5143785"/>
              <a:gd name="connsiteX10828" fmla="*/ 406241 w 3114960"/>
              <a:gd name="connsiteY10828" fmla="*/ 4001834 h 5143785"/>
              <a:gd name="connsiteX10829" fmla="*/ 393573 w 3114960"/>
              <a:gd name="connsiteY10829" fmla="*/ 4001834 h 5143785"/>
              <a:gd name="connsiteX10830" fmla="*/ 391478 w 3114960"/>
              <a:gd name="connsiteY10830" fmla="*/ 3999834 h 5143785"/>
              <a:gd name="connsiteX10831" fmla="*/ 391478 w 3114960"/>
              <a:gd name="connsiteY10831" fmla="*/ 3987165 h 5143785"/>
              <a:gd name="connsiteX10832" fmla="*/ 393573 w 3114960"/>
              <a:gd name="connsiteY10832" fmla="*/ 3985165 h 5143785"/>
              <a:gd name="connsiteX10833" fmla="*/ 406241 w 3114960"/>
              <a:gd name="connsiteY10833" fmla="*/ 3985165 h 5143785"/>
              <a:gd name="connsiteX10834" fmla="*/ 408337 w 3114960"/>
              <a:gd name="connsiteY10834" fmla="*/ 3987165 h 5143785"/>
              <a:gd name="connsiteX10835" fmla="*/ 408337 w 3114960"/>
              <a:gd name="connsiteY10835" fmla="*/ 3999834 h 5143785"/>
              <a:gd name="connsiteX10836" fmla="*/ 565499 w 3114960"/>
              <a:gd name="connsiteY10836" fmla="*/ 4279011 h 5143785"/>
              <a:gd name="connsiteX10837" fmla="*/ 560451 w 3114960"/>
              <a:gd name="connsiteY10837" fmla="*/ 4284060 h 5143785"/>
              <a:gd name="connsiteX10838" fmla="*/ 548069 w 3114960"/>
              <a:gd name="connsiteY10838" fmla="*/ 4284060 h 5143785"/>
              <a:gd name="connsiteX10839" fmla="*/ 543020 w 3114960"/>
              <a:gd name="connsiteY10839" fmla="*/ 4279011 h 5143785"/>
              <a:gd name="connsiteX10840" fmla="*/ 543020 w 3114960"/>
              <a:gd name="connsiteY10840" fmla="*/ 4277678 h 5143785"/>
              <a:gd name="connsiteX10841" fmla="*/ 565404 w 3114960"/>
              <a:gd name="connsiteY10841" fmla="*/ 4277678 h 5143785"/>
              <a:gd name="connsiteX10842" fmla="*/ 565404 w 3114960"/>
              <a:gd name="connsiteY10842" fmla="*/ 4279011 h 5143785"/>
              <a:gd name="connsiteX10843" fmla="*/ 565499 w 3114960"/>
              <a:gd name="connsiteY10843" fmla="*/ 4271772 h 5143785"/>
              <a:gd name="connsiteX10844" fmla="*/ 543116 w 3114960"/>
              <a:gd name="connsiteY10844" fmla="*/ 4271772 h 5143785"/>
              <a:gd name="connsiteX10845" fmla="*/ 543116 w 3114960"/>
              <a:gd name="connsiteY10845" fmla="*/ 4253294 h 5143785"/>
              <a:gd name="connsiteX10846" fmla="*/ 565499 w 3114960"/>
              <a:gd name="connsiteY10846" fmla="*/ 4253294 h 5143785"/>
              <a:gd name="connsiteX10847" fmla="*/ 565499 w 3114960"/>
              <a:gd name="connsiteY10847" fmla="*/ 4271772 h 5143785"/>
              <a:gd name="connsiteX10848" fmla="*/ 565499 w 3114960"/>
              <a:gd name="connsiteY10848" fmla="*/ 4250436 h 5143785"/>
              <a:gd name="connsiteX10849" fmla="*/ 543116 w 3114960"/>
              <a:gd name="connsiteY10849" fmla="*/ 4250436 h 5143785"/>
              <a:gd name="connsiteX10850" fmla="*/ 543116 w 3114960"/>
              <a:gd name="connsiteY10850" fmla="*/ 4245197 h 5143785"/>
              <a:gd name="connsiteX10851" fmla="*/ 565499 w 3114960"/>
              <a:gd name="connsiteY10851" fmla="*/ 4245197 h 5143785"/>
              <a:gd name="connsiteX10852" fmla="*/ 565499 w 3114960"/>
              <a:gd name="connsiteY10852" fmla="*/ 4250436 h 5143785"/>
              <a:gd name="connsiteX10853" fmla="*/ 560451 w 3114960"/>
              <a:gd name="connsiteY10853" fmla="*/ 4235292 h 5143785"/>
              <a:gd name="connsiteX10854" fmla="*/ 565499 w 3114960"/>
              <a:gd name="connsiteY10854" fmla="*/ 4240340 h 5143785"/>
              <a:gd name="connsiteX10855" fmla="*/ 565499 w 3114960"/>
              <a:gd name="connsiteY10855" fmla="*/ 4240530 h 5143785"/>
              <a:gd name="connsiteX10856" fmla="*/ 543116 w 3114960"/>
              <a:gd name="connsiteY10856" fmla="*/ 4240530 h 5143785"/>
              <a:gd name="connsiteX10857" fmla="*/ 543116 w 3114960"/>
              <a:gd name="connsiteY10857" fmla="*/ 4240340 h 5143785"/>
              <a:gd name="connsiteX10858" fmla="*/ 548164 w 3114960"/>
              <a:gd name="connsiteY10858" fmla="*/ 4235292 h 5143785"/>
              <a:gd name="connsiteX10859" fmla="*/ 560546 w 3114960"/>
              <a:gd name="connsiteY10859" fmla="*/ 4235292 h 5143785"/>
              <a:gd name="connsiteX10860" fmla="*/ 497681 w 3114960"/>
              <a:gd name="connsiteY10860" fmla="*/ 4394740 h 5143785"/>
              <a:gd name="connsiteX10861" fmla="*/ 502253 w 3114960"/>
              <a:gd name="connsiteY10861" fmla="*/ 4400264 h 5143785"/>
              <a:gd name="connsiteX10862" fmla="*/ 495681 w 3114960"/>
              <a:gd name="connsiteY10862" fmla="*/ 4405694 h 5143785"/>
              <a:gd name="connsiteX10863" fmla="*/ 491109 w 3114960"/>
              <a:gd name="connsiteY10863" fmla="*/ 4400169 h 5143785"/>
              <a:gd name="connsiteX10864" fmla="*/ 497681 w 3114960"/>
              <a:gd name="connsiteY10864" fmla="*/ 4394740 h 5143785"/>
              <a:gd name="connsiteX10865" fmla="*/ 449294 w 3114960"/>
              <a:gd name="connsiteY10865" fmla="*/ 4443889 h 5143785"/>
              <a:gd name="connsiteX10866" fmla="*/ 444722 w 3114960"/>
              <a:gd name="connsiteY10866" fmla="*/ 4438364 h 5143785"/>
              <a:gd name="connsiteX10867" fmla="*/ 441293 w 3114960"/>
              <a:gd name="connsiteY10867" fmla="*/ 4441222 h 5143785"/>
              <a:gd name="connsiteX10868" fmla="*/ 426911 w 3114960"/>
              <a:gd name="connsiteY10868" fmla="*/ 4442365 h 5143785"/>
              <a:gd name="connsiteX10869" fmla="*/ 424148 w 3114960"/>
              <a:gd name="connsiteY10869" fmla="*/ 4450080 h 5143785"/>
              <a:gd name="connsiteX10870" fmla="*/ 427673 w 3114960"/>
              <a:gd name="connsiteY10870" fmla="*/ 4457414 h 5143785"/>
              <a:gd name="connsiteX10871" fmla="*/ 434816 w 3114960"/>
              <a:gd name="connsiteY10871" fmla="*/ 4460177 h 5143785"/>
              <a:gd name="connsiteX10872" fmla="*/ 435388 w 3114960"/>
              <a:gd name="connsiteY10872" fmla="*/ 4460177 h 5143785"/>
              <a:gd name="connsiteX10873" fmla="*/ 442722 w 3114960"/>
              <a:gd name="connsiteY10873" fmla="*/ 4456653 h 5143785"/>
              <a:gd name="connsiteX10874" fmla="*/ 445484 w 3114960"/>
              <a:gd name="connsiteY10874" fmla="*/ 4448937 h 5143785"/>
              <a:gd name="connsiteX10875" fmla="*/ 444627 w 3114960"/>
              <a:gd name="connsiteY10875" fmla="*/ 4445699 h 5143785"/>
              <a:gd name="connsiteX10876" fmla="*/ 445580 w 3114960"/>
              <a:gd name="connsiteY10876" fmla="*/ 4446842 h 5143785"/>
              <a:gd name="connsiteX10877" fmla="*/ 449294 w 3114960"/>
              <a:gd name="connsiteY10877" fmla="*/ 4443794 h 5143785"/>
              <a:gd name="connsiteX10878" fmla="*/ 439198 w 3114960"/>
              <a:gd name="connsiteY10878" fmla="*/ 4453509 h 5143785"/>
              <a:gd name="connsiteX10879" fmla="*/ 435102 w 3114960"/>
              <a:gd name="connsiteY10879" fmla="*/ 4455414 h 5143785"/>
              <a:gd name="connsiteX10880" fmla="*/ 430816 w 3114960"/>
              <a:gd name="connsiteY10880" fmla="*/ 4453890 h 5143785"/>
              <a:gd name="connsiteX10881" fmla="*/ 430816 w 3114960"/>
              <a:gd name="connsiteY10881" fmla="*/ 4453890 h 5143785"/>
              <a:gd name="connsiteX10882" fmla="*/ 428911 w 3114960"/>
              <a:gd name="connsiteY10882" fmla="*/ 4449795 h 5143785"/>
              <a:gd name="connsiteX10883" fmla="*/ 430435 w 3114960"/>
              <a:gd name="connsiteY10883" fmla="*/ 4445508 h 5143785"/>
              <a:gd name="connsiteX10884" fmla="*/ 434816 w 3114960"/>
              <a:gd name="connsiteY10884" fmla="*/ 4443603 h 5143785"/>
              <a:gd name="connsiteX10885" fmla="*/ 438817 w 3114960"/>
              <a:gd name="connsiteY10885" fmla="*/ 4445127 h 5143785"/>
              <a:gd name="connsiteX10886" fmla="*/ 440722 w 3114960"/>
              <a:gd name="connsiteY10886" fmla="*/ 4449223 h 5143785"/>
              <a:gd name="connsiteX10887" fmla="*/ 439198 w 3114960"/>
              <a:gd name="connsiteY10887" fmla="*/ 4453509 h 5143785"/>
              <a:gd name="connsiteX10888" fmla="*/ 1703261 w 3114960"/>
              <a:gd name="connsiteY10888" fmla="*/ 502539 h 5143785"/>
              <a:gd name="connsiteX10889" fmla="*/ 1703261 w 3114960"/>
              <a:gd name="connsiteY10889" fmla="*/ 515493 h 5143785"/>
              <a:gd name="connsiteX10890" fmla="*/ 1700594 w 3114960"/>
              <a:gd name="connsiteY10890" fmla="*/ 518160 h 5143785"/>
              <a:gd name="connsiteX10891" fmla="*/ 1688782 w 3114960"/>
              <a:gd name="connsiteY10891" fmla="*/ 518160 h 5143785"/>
              <a:gd name="connsiteX10892" fmla="*/ 1669447 w 3114960"/>
              <a:gd name="connsiteY10892" fmla="*/ 542925 h 5143785"/>
              <a:gd name="connsiteX10893" fmla="*/ 1669447 w 3114960"/>
              <a:gd name="connsiteY10893" fmla="*/ 623411 h 5143785"/>
              <a:gd name="connsiteX10894" fmla="*/ 1664684 w 3114960"/>
              <a:gd name="connsiteY10894" fmla="*/ 623411 h 5143785"/>
              <a:gd name="connsiteX10895" fmla="*/ 1664684 w 3114960"/>
              <a:gd name="connsiteY10895" fmla="*/ 541306 h 5143785"/>
              <a:gd name="connsiteX10896" fmla="*/ 1684973 w 3114960"/>
              <a:gd name="connsiteY10896" fmla="*/ 515303 h 5143785"/>
              <a:gd name="connsiteX10897" fmla="*/ 1684973 w 3114960"/>
              <a:gd name="connsiteY10897" fmla="*/ 502539 h 5143785"/>
              <a:gd name="connsiteX10898" fmla="*/ 1687640 w 3114960"/>
              <a:gd name="connsiteY10898" fmla="*/ 499872 h 5143785"/>
              <a:gd name="connsiteX10899" fmla="*/ 1700594 w 3114960"/>
              <a:gd name="connsiteY10899" fmla="*/ 499872 h 5143785"/>
              <a:gd name="connsiteX10900" fmla="*/ 1703261 w 3114960"/>
              <a:gd name="connsiteY10900" fmla="*/ 502539 h 5143785"/>
              <a:gd name="connsiteX10901" fmla="*/ 1663446 w 3114960"/>
              <a:gd name="connsiteY10901" fmla="*/ 629031 h 5143785"/>
              <a:gd name="connsiteX10902" fmla="*/ 1670590 w 3114960"/>
              <a:gd name="connsiteY10902" fmla="*/ 629031 h 5143785"/>
              <a:gd name="connsiteX10903" fmla="*/ 1670590 w 3114960"/>
              <a:gd name="connsiteY10903" fmla="*/ 633794 h 5143785"/>
              <a:gd name="connsiteX10904" fmla="*/ 1663446 w 3114960"/>
              <a:gd name="connsiteY10904" fmla="*/ 633794 h 5143785"/>
              <a:gd name="connsiteX10905" fmla="*/ 1663446 w 3114960"/>
              <a:gd name="connsiteY10905" fmla="*/ 629031 h 5143785"/>
              <a:gd name="connsiteX10906" fmla="*/ 1734884 w 3114960"/>
              <a:gd name="connsiteY10906" fmla="*/ 504444 h 5143785"/>
              <a:gd name="connsiteX10907" fmla="*/ 1742027 w 3114960"/>
              <a:gd name="connsiteY10907" fmla="*/ 504444 h 5143785"/>
              <a:gd name="connsiteX10908" fmla="*/ 1742027 w 3114960"/>
              <a:gd name="connsiteY10908" fmla="*/ 512921 h 5143785"/>
              <a:gd name="connsiteX10909" fmla="*/ 1734884 w 3114960"/>
              <a:gd name="connsiteY10909" fmla="*/ 512921 h 5143785"/>
              <a:gd name="connsiteX10910" fmla="*/ 1734884 w 3114960"/>
              <a:gd name="connsiteY10910" fmla="*/ 504444 h 5143785"/>
              <a:gd name="connsiteX10911" fmla="*/ 1663446 w 3114960"/>
              <a:gd name="connsiteY10911" fmla="*/ 659130 h 5143785"/>
              <a:gd name="connsiteX10912" fmla="*/ 1670590 w 3114960"/>
              <a:gd name="connsiteY10912" fmla="*/ 659130 h 5143785"/>
              <a:gd name="connsiteX10913" fmla="*/ 1670590 w 3114960"/>
              <a:gd name="connsiteY10913" fmla="*/ 667607 h 5143785"/>
              <a:gd name="connsiteX10914" fmla="*/ 1663446 w 3114960"/>
              <a:gd name="connsiteY10914" fmla="*/ 667607 h 5143785"/>
              <a:gd name="connsiteX10915" fmla="*/ 1663446 w 3114960"/>
              <a:gd name="connsiteY10915" fmla="*/ 659130 h 5143785"/>
              <a:gd name="connsiteX10916" fmla="*/ 1734884 w 3114960"/>
              <a:gd name="connsiteY10916" fmla="*/ 487585 h 5143785"/>
              <a:gd name="connsiteX10917" fmla="*/ 1742027 w 3114960"/>
              <a:gd name="connsiteY10917" fmla="*/ 487585 h 5143785"/>
              <a:gd name="connsiteX10918" fmla="*/ 1742027 w 3114960"/>
              <a:gd name="connsiteY10918" fmla="*/ 496062 h 5143785"/>
              <a:gd name="connsiteX10919" fmla="*/ 1734884 w 3114960"/>
              <a:gd name="connsiteY10919" fmla="*/ 496062 h 5143785"/>
              <a:gd name="connsiteX10920" fmla="*/ 1734884 w 3114960"/>
              <a:gd name="connsiteY10920" fmla="*/ 487585 h 5143785"/>
              <a:gd name="connsiteX10921" fmla="*/ 133636 w 3114960"/>
              <a:gd name="connsiteY10921" fmla="*/ 4421029 h 5143785"/>
              <a:gd name="connsiteX10922" fmla="*/ 144399 w 3114960"/>
              <a:gd name="connsiteY10922" fmla="*/ 4410266 h 5143785"/>
              <a:gd name="connsiteX10923" fmla="*/ 144399 w 3114960"/>
              <a:gd name="connsiteY10923" fmla="*/ 4365689 h 5143785"/>
              <a:gd name="connsiteX10924" fmla="*/ 151162 w 3114960"/>
              <a:gd name="connsiteY10924" fmla="*/ 4365689 h 5143785"/>
              <a:gd name="connsiteX10925" fmla="*/ 153543 w 3114960"/>
              <a:gd name="connsiteY10925" fmla="*/ 4363307 h 5143785"/>
              <a:gd name="connsiteX10926" fmla="*/ 153543 w 3114960"/>
              <a:gd name="connsiteY10926" fmla="*/ 4362260 h 5143785"/>
              <a:gd name="connsiteX10927" fmla="*/ 208121 w 3114960"/>
              <a:gd name="connsiteY10927" fmla="*/ 4361974 h 5143785"/>
              <a:gd name="connsiteX10928" fmla="*/ 208979 w 3114960"/>
              <a:gd name="connsiteY10928" fmla="*/ 4361974 h 5143785"/>
              <a:gd name="connsiteX10929" fmla="*/ 353663 w 3114960"/>
              <a:gd name="connsiteY10929" fmla="*/ 4237578 h 5143785"/>
              <a:gd name="connsiteX10930" fmla="*/ 356330 w 3114960"/>
              <a:gd name="connsiteY10930" fmla="*/ 4239578 h 5143785"/>
              <a:gd name="connsiteX10931" fmla="*/ 361760 w 3114960"/>
              <a:gd name="connsiteY10931" fmla="*/ 4240816 h 5143785"/>
              <a:gd name="connsiteX10932" fmla="*/ 365951 w 3114960"/>
              <a:gd name="connsiteY10932" fmla="*/ 4240054 h 5143785"/>
              <a:gd name="connsiteX10933" fmla="*/ 373666 w 3114960"/>
              <a:gd name="connsiteY10933" fmla="*/ 4223957 h 5143785"/>
              <a:gd name="connsiteX10934" fmla="*/ 357569 w 3114960"/>
              <a:gd name="connsiteY10934" fmla="*/ 4216146 h 5143785"/>
              <a:gd name="connsiteX10935" fmla="*/ 350330 w 3114960"/>
              <a:gd name="connsiteY10935" fmla="*/ 4222623 h 5143785"/>
              <a:gd name="connsiteX10936" fmla="*/ 349758 w 3114960"/>
              <a:gd name="connsiteY10936" fmla="*/ 4232244 h 5143785"/>
              <a:gd name="connsiteX10937" fmla="*/ 350615 w 3114960"/>
              <a:gd name="connsiteY10937" fmla="*/ 4233768 h 5143785"/>
              <a:gd name="connsiteX10938" fmla="*/ 207169 w 3114960"/>
              <a:gd name="connsiteY10938" fmla="*/ 4357116 h 5143785"/>
              <a:gd name="connsiteX10939" fmla="*/ 153448 w 3114960"/>
              <a:gd name="connsiteY10939" fmla="*/ 4357402 h 5143785"/>
              <a:gd name="connsiteX10940" fmla="*/ 153448 w 3114960"/>
              <a:gd name="connsiteY10940" fmla="*/ 4355211 h 5143785"/>
              <a:gd name="connsiteX10941" fmla="*/ 151067 w 3114960"/>
              <a:gd name="connsiteY10941" fmla="*/ 4352830 h 5143785"/>
              <a:gd name="connsiteX10942" fmla="*/ 133826 w 3114960"/>
              <a:gd name="connsiteY10942" fmla="*/ 4352830 h 5143785"/>
              <a:gd name="connsiteX10943" fmla="*/ 111062 w 3114960"/>
              <a:gd name="connsiteY10943" fmla="*/ 4330446 h 5143785"/>
              <a:gd name="connsiteX10944" fmla="*/ 5429 w 3114960"/>
              <a:gd name="connsiteY10944" fmla="*/ 4330732 h 5143785"/>
              <a:gd name="connsiteX10945" fmla="*/ 4477 w 3114960"/>
              <a:gd name="connsiteY10945" fmla="*/ 4330732 h 5143785"/>
              <a:gd name="connsiteX10946" fmla="*/ 0 w 3114960"/>
              <a:gd name="connsiteY10946" fmla="*/ 4335018 h 5143785"/>
              <a:gd name="connsiteX10947" fmla="*/ 0 w 3114960"/>
              <a:gd name="connsiteY10947" fmla="*/ 4341590 h 5143785"/>
              <a:gd name="connsiteX10948" fmla="*/ 6382 w 3114960"/>
              <a:gd name="connsiteY10948" fmla="*/ 4335495 h 5143785"/>
              <a:gd name="connsiteX10949" fmla="*/ 109157 w 3114960"/>
              <a:gd name="connsiteY10949" fmla="*/ 4335209 h 5143785"/>
              <a:gd name="connsiteX10950" fmla="*/ 130492 w 3114960"/>
              <a:gd name="connsiteY10950" fmla="*/ 4356259 h 5143785"/>
              <a:gd name="connsiteX10951" fmla="*/ 130492 w 3114960"/>
              <a:gd name="connsiteY10951" fmla="*/ 4363212 h 5143785"/>
              <a:gd name="connsiteX10952" fmla="*/ 132874 w 3114960"/>
              <a:gd name="connsiteY10952" fmla="*/ 4365594 h 5143785"/>
              <a:gd name="connsiteX10953" fmla="*/ 139541 w 3114960"/>
              <a:gd name="connsiteY10953" fmla="*/ 4365594 h 5143785"/>
              <a:gd name="connsiteX10954" fmla="*/ 139541 w 3114960"/>
              <a:gd name="connsiteY10954" fmla="*/ 4410170 h 5143785"/>
              <a:gd name="connsiteX10955" fmla="*/ 133541 w 3114960"/>
              <a:gd name="connsiteY10955" fmla="*/ 4416171 h 5143785"/>
              <a:gd name="connsiteX10956" fmla="*/ 127540 w 3114960"/>
              <a:gd name="connsiteY10956" fmla="*/ 4410170 h 5143785"/>
              <a:gd name="connsiteX10957" fmla="*/ 127540 w 3114960"/>
              <a:gd name="connsiteY10957" fmla="*/ 4372166 h 5143785"/>
              <a:gd name="connsiteX10958" fmla="*/ 116777 w 3114960"/>
              <a:gd name="connsiteY10958" fmla="*/ 4361403 h 5143785"/>
              <a:gd name="connsiteX10959" fmla="*/ 106013 w 3114960"/>
              <a:gd name="connsiteY10959" fmla="*/ 4372166 h 5143785"/>
              <a:gd name="connsiteX10960" fmla="*/ 106013 w 3114960"/>
              <a:gd name="connsiteY10960" fmla="*/ 4410170 h 5143785"/>
              <a:gd name="connsiteX10961" fmla="*/ 100013 w 3114960"/>
              <a:gd name="connsiteY10961" fmla="*/ 4416171 h 5143785"/>
              <a:gd name="connsiteX10962" fmla="*/ 94012 w 3114960"/>
              <a:gd name="connsiteY10962" fmla="*/ 4410170 h 5143785"/>
              <a:gd name="connsiteX10963" fmla="*/ 94012 w 3114960"/>
              <a:gd name="connsiteY10963" fmla="*/ 4372070 h 5143785"/>
              <a:gd name="connsiteX10964" fmla="*/ 83248 w 3114960"/>
              <a:gd name="connsiteY10964" fmla="*/ 4361307 h 5143785"/>
              <a:gd name="connsiteX10965" fmla="*/ 72485 w 3114960"/>
              <a:gd name="connsiteY10965" fmla="*/ 4372070 h 5143785"/>
              <a:gd name="connsiteX10966" fmla="*/ 72485 w 3114960"/>
              <a:gd name="connsiteY10966" fmla="*/ 4414552 h 5143785"/>
              <a:gd name="connsiteX10967" fmla="*/ 65723 w 3114960"/>
              <a:gd name="connsiteY10967" fmla="*/ 4414552 h 5143785"/>
              <a:gd name="connsiteX10968" fmla="*/ 63341 w 3114960"/>
              <a:gd name="connsiteY10968" fmla="*/ 4416933 h 5143785"/>
              <a:gd name="connsiteX10969" fmla="*/ 63341 w 3114960"/>
              <a:gd name="connsiteY10969" fmla="*/ 4424934 h 5143785"/>
              <a:gd name="connsiteX10970" fmla="*/ 65723 w 3114960"/>
              <a:gd name="connsiteY10970" fmla="*/ 4427315 h 5143785"/>
              <a:gd name="connsiteX10971" fmla="*/ 74486 w 3114960"/>
              <a:gd name="connsiteY10971" fmla="*/ 4427315 h 5143785"/>
              <a:gd name="connsiteX10972" fmla="*/ 96965 w 3114960"/>
              <a:gd name="connsiteY10972" fmla="*/ 4447699 h 5143785"/>
              <a:gd name="connsiteX10973" fmla="*/ 147923 w 3114960"/>
              <a:gd name="connsiteY10973" fmla="*/ 4447985 h 5143785"/>
              <a:gd name="connsiteX10974" fmla="*/ 191833 w 3114960"/>
              <a:gd name="connsiteY10974" fmla="*/ 4487513 h 5143785"/>
              <a:gd name="connsiteX10975" fmla="*/ 191262 w 3114960"/>
              <a:gd name="connsiteY10975" fmla="*/ 4490085 h 5143785"/>
              <a:gd name="connsiteX10976" fmla="*/ 199835 w 3114960"/>
              <a:gd name="connsiteY10976" fmla="*/ 4498848 h 5143785"/>
              <a:gd name="connsiteX10977" fmla="*/ 199835 w 3114960"/>
              <a:gd name="connsiteY10977" fmla="*/ 4498848 h 5143785"/>
              <a:gd name="connsiteX10978" fmla="*/ 208502 w 3114960"/>
              <a:gd name="connsiteY10978" fmla="*/ 4490276 h 5143785"/>
              <a:gd name="connsiteX10979" fmla="*/ 206026 w 3114960"/>
              <a:gd name="connsiteY10979" fmla="*/ 4484085 h 5143785"/>
              <a:gd name="connsiteX10980" fmla="*/ 199930 w 3114960"/>
              <a:gd name="connsiteY10980" fmla="*/ 4481513 h 5143785"/>
              <a:gd name="connsiteX10981" fmla="*/ 199930 w 3114960"/>
              <a:gd name="connsiteY10981" fmla="*/ 4481513 h 5143785"/>
              <a:gd name="connsiteX10982" fmla="*/ 194596 w 3114960"/>
              <a:gd name="connsiteY10982" fmla="*/ 4483513 h 5143785"/>
              <a:gd name="connsiteX10983" fmla="*/ 149828 w 3114960"/>
              <a:gd name="connsiteY10983" fmla="*/ 4443222 h 5143785"/>
              <a:gd name="connsiteX10984" fmla="*/ 98870 w 3114960"/>
              <a:gd name="connsiteY10984" fmla="*/ 4442937 h 5143785"/>
              <a:gd name="connsiteX10985" fmla="*/ 81629 w 3114960"/>
              <a:gd name="connsiteY10985" fmla="*/ 4427315 h 5143785"/>
              <a:gd name="connsiteX10986" fmla="*/ 84011 w 3114960"/>
              <a:gd name="connsiteY10986" fmla="*/ 4427315 h 5143785"/>
              <a:gd name="connsiteX10987" fmla="*/ 86392 w 3114960"/>
              <a:gd name="connsiteY10987" fmla="*/ 4424934 h 5143785"/>
              <a:gd name="connsiteX10988" fmla="*/ 86392 w 3114960"/>
              <a:gd name="connsiteY10988" fmla="*/ 4416933 h 5143785"/>
              <a:gd name="connsiteX10989" fmla="*/ 84011 w 3114960"/>
              <a:gd name="connsiteY10989" fmla="*/ 4414552 h 5143785"/>
              <a:gd name="connsiteX10990" fmla="*/ 77248 w 3114960"/>
              <a:gd name="connsiteY10990" fmla="*/ 4414552 h 5143785"/>
              <a:gd name="connsiteX10991" fmla="*/ 77248 w 3114960"/>
              <a:gd name="connsiteY10991" fmla="*/ 4372070 h 5143785"/>
              <a:gd name="connsiteX10992" fmla="*/ 83248 w 3114960"/>
              <a:gd name="connsiteY10992" fmla="*/ 4366070 h 5143785"/>
              <a:gd name="connsiteX10993" fmla="*/ 89249 w 3114960"/>
              <a:gd name="connsiteY10993" fmla="*/ 4372070 h 5143785"/>
              <a:gd name="connsiteX10994" fmla="*/ 89249 w 3114960"/>
              <a:gd name="connsiteY10994" fmla="*/ 4410170 h 5143785"/>
              <a:gd name="connsiteX10995" fmla="*/ 100013 w 3114960"/>
              <a:gd name="connsiteY10995" fmla="*/ 4420934 h 5143785"/>
              <a:gd name="connsiteX10996" fmla="*/ 110776 w 3114960"/>
              <a:gd name="connsiteY10996" fmla="*/ 4410170 h 5143785"/>
              <a:gd name="connsiteX10997" fmla="*/ 110776 w 3114960"/>
              <a:gd name="connsiteY10997" fmla="*/ 4372166 h 5143785"/>
              <a:gd name="connsiteX10998" fmla="*/ 116777 w 3114960"/>
              <a:gd name="connsiteY10998" fmla="*/ 4366165 h 5143785"/>
              <a:gd name="connsiteX10999" fmla="*/ 122777 w 3114960"/>
              <a:gd name="connsiteY10999" fmla="*/ 4372166 h 5143785"/>
              <a:gd name="connsiteX11000" fmla="*/ 122777 w 3114960"/>
              <a:gd name="connsiteY11000" fmla="*/ 4410170 h 5143785"/>
              <a:gd name="connsiteX11001" fmla="*/ 133541 w 3114960"/>
              <a:gd name="connsiteY11001" fmla="*/ 4420934 h 5143785"/>
              <a:gd name="connsiteX11002" fmla="*/ 354711 w 3114960"/>
              <a:gd name="connsiteY11002" fmla="*/ 4224719 h 5143785"/>
              <a:gd name="connsiteX11003" fmla="*/ 359188 w 3114960"/>
              <a:gd name="connsiteY11003" fmla="*/ 4220718 h 5143785"/>
              <a:gd name="connsiteX11004" fmla="*/ 361760 w 3114960"/>
              <a:gd name="connsiteY11004" fmla="*/ 4220242 h 5143785"/>
              <a:gd name="connsiteX11005" fmla="*/ 369189 w 3114960"/>
              <a:gd name="connsiteY11005" fmla="*/ 4225481 h 5143785"/>
              <a:gd name="connsiteX11006" fmla="*/ 364331 w 3114960"/>
              <a:gd name="connsiteY11006" fmla="*/ 4235482 h 5143785"/>
              <a:gd name="connsiteX11007" fmla="*/ 358331 w 3114960"/>
              <a:gd name="connsiteY11007" fmla="*/ 4235196 h 5143785"/>
              <a:gd name="connsiteX11008" fmla="*/ 354330 w 3114960"/>
              <a:gd name="connsiteY11008" fmla="*/ 4230720 h 5143785"/>
              <a:gd name="connsiteX11009" fmla="*/ 354330 w 3114960"/>
              <a:gd name="connsiteY11009" fmla="*/ 4230720 h 5143785"/>
              <a:gd name="connsiteX11010" fmla="*/ 354711 w 3114960"/>
              <a:gd name="connsiteY11010" fmla="*/ 4224719 h 5143785"/>
              <a:gd name="connsiteX11011" fmla="*/ 135350 w 3114960"/>
              <a:gd name="connsiteY11011" fmla="*/ 4360926 h 5143785"/>
              <a:gd name="connsiteX11012" fmla="*/ 135350 w 3114960"/>
              <a:gd name="connsiteY11012" fmla="*/ 4357688 h 5143785"/>
              <a:gd name="connsiteX11013" fmla="*/ 148781 w 3114960"/>
              <a:gd name="connsiteY11013" fmla="*/ 4357688 h 5143785"/>
              <a:gd name="connsiteX11014" fmla="*/ 148781 w 3114960"/>
              <a:gd name="connsiteY11014" fmla="*/ 4360926 h 5143785"/>
              <a:gd name="connsiteX11015" fmla="*/ 135350 w 3114960"/>
              <a:gd name="connsiteY11015" fmla="*/ 4360926 h 5143785"/>
              <a:gd name="connsiteX11016" fmla="*/ 197168 w 3114960"/>
              <a:gd name="connsiteY11016" fmla="*/ 4488085 h 5143785"/>
              <a:gd name="connsiteX11017" fmla="*/ 197834 w 3114960"/>
              <a:gd name="connsiteY11017" fmla="*/ 4487323 h 5143785"/>
              <a:gd name="connsiteX11018" fmla="*/ 200311 w 3114960"/>
              <a:gd name="connsiteY11018" fmla="*/ 4486370 h 5143785"/>
              <a:gd name="connsiteX11019" fmla="*/ 203073 w 3114960"/>
              <a:gd name="connsiteY11019" fmla="*/ 4487513 h 5143785"/>
              <a:gd name="connsiteX11020" fmla="*/ 204216 w 3114960"/>
              <a:gd name="connsiteY11020" fmla="*/ 4490276 h 5143785"/>
              <a:gd name="connsiteX11021" fmla="*/ 200311 w 3114960"/>
              <a:gd name="connsiteY11021" fmla="*/ 4494181 h 5143785"/>
              <a:gd name="connsiteX11022" fmla="*/ 200311 w 3114960"/>
              <a:gd name="connsiteY11022" fmla="*/ 4494181 h 5143785"/>
              <a:gd name="connsiteX11023" fmla="*/ 196406 w 3114960"/>
              <a:gd name="connsiteY11023" fmla="*/ 4490276 h 5143785"/>
              <a:gd name="connsiteX11024" fmla="*/ 197168 w 3114960"/>
              <a:gd name="connsiteY11024" fmla="*/ 4488085 h 5143785"/>
              <a:gd name="connsiteX11025" fmla="*/ 81915 w 3114960"/>
              <a:gd name="connsiteY11025" fmla="*/ 4419410 h 5143785"/>
              <a:gd name="connsiteX11026" fmla="*/ 81915 w 3114960"/>
              <a:gd name="connsiteY11026" fmla="*/ 4422648 h 5143785"/>
              <a:gd name="connsiteX11027" fmla="*/ 68485 w 3114960"/>
              <a:gd name="connsiteY11027" fmla="*/ 4422648 h 5143785"/>
              <a:gd name="connsiteX11028" fmla="*/ 68485 w 3114960"/>
              <a:gd name="connsiteY11028" fmla="*/ 4419410 h 5143785"/>
              <a:gd name="connsiteX11029" fmla="*/ 81915 w 3114960"/>
              <a:gd name="connsiteY11029" fmla="*/ 4419410 h 5143785"/>
              <a:gd name="connsiteX11030" fmla="*/ 1793939 w 3114960"/>
              <a:gd name="connsiteY11030" fmla="*/ 675037 h 5143785"/>
              <a:gd name="connsiteX11031" fmla="*/ 1780508 w 3114960"/>
              <a:gd name="connsiteY11031" fmla="*/ 661607 h 5143785"/>
              <a:gd name="connsiteX11032" fmla="*/ 1767078 w 3114960"/>
              <a:gd name="connsiteY11032" fmla="*/ 675037 h 5143785"/>
              <a:gd name="connsiteX11033" fmla="*/ 1778127 w 3114960"/>
              <a:gd name="connsiteY11033" fmla="*/ 688277 h 5143785"/>
              <a:gd name="connsiteX11034" fmla="*/ 1778127 w 3114960"/>
              <a:gd name="connsiteY11034" fmla="*/ 737711 h 5143785"/>
              <a:gd name="connsiteX11035" fmla="*/ 1749171 w 3114960"/>
              <a:gd name="connsiteY11035" fmla="*/ 761524 h 5143785"/>
              <a:gd name="connsiteX11036" fmla="*/ 1706309 w 3114960"/>
              <a:gd name="connsiteY11036" fmla="*/ 761524 h 5143785"/>
              <a:gd name="connsiteX11037" fmla="*/ 1706309 w 3114960"/>
              <a:gd name="connsiteY11037" fmla="*/ 757428 h 5143785"/>
              <a:gd name="connsiteX11038" fmla="*/ 1703642 w 3114960"/>
              <a:gd name="connsiteY11038" fmla="*/ 754761 h 5143785"/>
              <a:gd name="connsiteX11039" fmla="*/ 1690688 w 3114960"/>
              <a:gd name="connsiteY11039" fmla="*/ 754761 h 5143785"/>
              <a:gd name="connsiteX11040" fmla="*/ 1688021 w 3114960"/>
              <a:gd name="connsiteY11040" fmla="*/ 757428 h 5143785"/>
              <a:gd name="connsiteX11041" fmla="*/ 1688021 w 3114960"/>
              <a:gd name="connsiteY11041" fmla="*/ 770382 h 5143785"/>
              <a:gd name="connsiteX11042" fmla="*/ 1690688 w 3114960"/>
              <a:gd name="connsiteY11042" fmla="*/ 773049 h 5143785"/>
              <a:gd name="connsiteX11043" fmla="*/ 1703642 w 3114960"/>
              <a:gd name="connsiteY11043" fmla="*/ 773049 h 5143785"/>
              <a:gd name="connsiteX11044" fmla="*/ 1706309 w 3114960"/>
              <a:gd name="connsiteY11044" fmla="*/ 770382 h 5143785"/>
              <a:gd name="connsiteX11045" fmla="*/ 1706309 w 3114960"/>
              <a:gd name="connsiteY11045" fmla="*/ 766286 h 5143785"/>
              <a:gd name="connsiteX11046" fmla="*/ 1750886 w 3114960"/>
              <a:gd name="connsiteY11046" fmla="*/ 766286 h 5143785"/>
              <a:gd name="connsiteX11047" fmla="*/ 1782890 w 3114960"/>
              <a:gd name="connsiteY11047" fmla="*/ 739902 h 5143785"/>
              <a:gd name="connsiteX11048" fmla="*/ 1782890 w 3114960"/>
              <a:gd name="connsiteY11048" fmla="*/ 688277 h 5143785"/>
              <a:gd name="connsiteX11049" fmla="*/ 1793939 w 3114960"/>
              <a:gd name="connsiteY11049" fmla="*/ 675037 h 5143785"/>
              <a:gd name="connsiteX11050" fmla="*/ 1780508 w 3114960"/>
              <a:gd name="connsiteY11050" fmla="*/ 683704 h 5143785"/>
              <a:gd name="connsiteX11051" fmla="*/ 1771841 w 3114960"/>
              <a:gd name="connsiteY11051" fmla="*/ 675037 h 5143785"/>
              <a:gd name="connsiteX11052" fmla="*/ 1780508 w 3114960"/>
              <a:gd name="connsiteY11052" fmla="*/ 666369 h 5143785"/>
              <a:gd name="connsiteX11053" fmla="*/ 1789176 w 3114960"/>
              <a:gd name="connsiteY11053" fmla="*/ 675037 h 5143785"/>
              <a:gd name="connsiteX11054" fmla="*/ 1780508 w 3114960"/>
              <a:gd name="connsiteY11054" fmla="*/ 683704 h 5143785"/>
              <a:gd name="connsiteX11055" fmla="*/ 1663446 w 3114960"/>
              <a:gd name="connsiteY11055" fmla="*/ 642271 h 5143785"/>
              <a:gd name="connsiteX11056" fmla="*/ 1670590 w 3114960"/>
              <a:gd name="connsiteY11056" fmla="*/ 642271 h 5143785"/>
              <a:gd name="connsiteX11057" fmla="*/ 1670590 w 3114960"/>
              <a:gd name="connsiteY11057" fmla="*/ 650748 h 5143785"/>
              <a:gd name="connsiteX11058" fmla="*/ 1663446 w 3114960"/>
              <a:gd name="connsiteY11058" fmla="*/ 650748 h 5143785"/>
              <a:gd name="connsiteX11059" fmla="*/ 1663446 w 3114960"/>
              <a:gd name="connsiteY11059" fmla="*/ 642271 h 5143785"/>
              <a:gd name="connsiteX11060" fmla="*/ 512445 w 3114960"/>
              <a:gd name="connsiteY11060" fmla="*/ 4332256 h 5143785"/>
              <a:gd name="connsiteX11061" fmla="*/ 512445 w 3114960"/>
              <a:gd name="connsiteY11061" fmla="*/ 4319588 h 5143785"/>
              <a:gd name="connsiteX11062" fmla="*/ 505587 w 3114960"/>
              <a:gd name="connsiteY11062" fmla="*/ 4312730 h 5143785"/>
              <a:gd name="connsiteX11063" fmla="*/ 501587 w 3114960"/>
              <a:gd name="connsiteY11063" fmla="*/ 4312730 h 5143785"/>
              <a:gd name="connsiteX11064" fmla="*/ 501587 w 3114960"/>
              <a:gd name="connsiteY11064" fmla="*/ 4169855 h 5143785"/>
              <a:gd name="connsiteX11065" fmla="*/ 357473 w 3114960"/>
              <a:gd name="connsiteY11065" fmla="*/ 4002977 h 5143785"/>
              <a:gd name="connsiteX11066" fmla="*/ 359188 w 3114960"/>
              <a:gd name="connsiteY11066" fmla="*/ 4000691 h 5143785"/>
              <a:gd name="connsiteX11067" fmla="*/ 359759 w 3114960"/>
              <a:gd name="connsiteY11067" fmla="*/ 3991070 h 5143785"/>
              <a:gd name="connsiteX11068" fmla="*/ 353282 w 3114960"/>
              <a:gd name="connsiteY11068" fmla="*/ 3983831 h 5143785"/>
              <a:gd name="connsiteX11069" fmla="*/ 343662 w 3114960"/>
              <a:gd name="connsiteY11069" fmla="*/ 3983260 h 5143785"/>
              <a:gd name="connsiteX11070" fmla="*/ 335947 w 3114960"/>
              <a:gd name="connsiteY11070" fmla="*/ 3999357 h 5143785"/>
              <a:gd name="connsiteX11071" fmla="*/ 347853 w 3114960"/>
              <a:gd name="connsiteY11071" fmla="*/ 4007834 h 5143785"/>
              <a:gd name="connsiteX11072" fmla="*/ 352044 w 3114960"/>
              <a:gd name="connsiteY11072" fmla="*/ 4007168 h 5143785"/>
              <a:gd name="connsiteX11073" fmla="*/ 353854 w 3114960"/>
              <a:gd name="connsiteY11073" fmla="*/ 4006120 h 5143785"/>
              <a:gd name="connsiteX11074" fmla="*/ 496919 w 3114960"/>
              <a:gd name="connsiteY11074" fmla="*/ 4171664 h 5143785"/>
              <a:gd name="connsiteX11075" fmla="*/ 496919 w 3114960"/>
              <a:gd name="connsiteY11075" fmla="*/ 4312825 h 5143785"/>
              <a:gd name="connsiteX11076" fmla="*/ 493014 w 3114960"/>
              <a:gd name="connsiteY11076" fmla="*/ 4312825 h 5143785"/>
              <a:gd name="connsiteX11077" fmla="*/ 486156 w 3114960"/>
              <a:gd name="connsiteY11077" fmla="*/ 4319683 h 5143785"/>
              <a:gd name="connsiteX11078" fmla="*/ 486156 w 3114960"/>
              <a:gd name="connsiteY11078" fmla="*/ 4332351 h 5143785"/>
              <a:gd name="connsiteX11079" fmla="*/ 493014 w 3114960"/>
              <a:gd name="connsiteY11079" fmla="*/ 4339114 h 5143785"/>
              <a:gd name="connsiteX11080" fmla="*/ 496919 w 3114960"/>
              <a:gd name="connsiteY11080" fmla="*/ 4339114 h 5143785"/>
              <a:gd name="connsiteX11081" fmla="*/ 496919 w 3114960"/>
              <a:gd name="connsiteY11081" fmla="*/ 4352449 h 5143785"/>
              <a:gd name="connsiteX11082" fmla="*/ 397193 w 3114960"/>
              <a:gd name="connsiteY11082" fmla="*/ 4437793 h 5143785"/>
              <a:gd name="connsiteX11083" fmla="*/ 269843 w 3114960"/>
              <a:gd name="connsiteY11083" fmla="*/ 4438841 h 5143785"/>
              <a:gd name="connsiteX11084" fmla="*/ 220790 w 3114960"/>
              <a:gd name="connsiteY11084" fmla="*/ 4396836 h 5143785"/>
              <a:gd name="connsiteX11085" fmla="*/ 221266 w 3114960"/>
              <a:gd name="connsiteY11085" fmla="*/ 4396073 h 5143785"/>
              <a:gd name="connsiteX11086" fmla="*/ 220790 w 3114960"/>
              <a:gd name="connsiteY11086" fmla="*/ 4388454 h 5143785"/>
              <a:gd name="connsiteX11087" fmla="*/ 215075 w 3114960"/>
              <a:gd name="connsiteY11087" fmla="*/ 4383310 h 5143785"/>
              <a:gd name="connsiteX11088" fmla="*/ 207455 w 3114960"/>
              <a:gd name="connsiteY11088" fmla="*/ 4383691 h 5143785"/>
              <a:gd name="connsiteX11089" fmla="*/ 202787 w 3114960"/>
              <a:gd name="connsiteY11089" fmla="*/ 4397121 h 5143785"/>
              <a:gd name="connsiteX11090" fmla="*/ 208502 w 3114960"/>
              <a:gd name="connsiteY11090" fmla="*/ 4402265 h 5143785"/>
              <a:gd name="connsiteX11091" fmla="*/ 211836 w 3114960"/>
              <a:gd name="connsiteY11091" fmla="*/ 4402836 h 5143785"/>
              <a:gd name="connsiteX11092" fmla="*/ 216218 w 3114960"/>
              <a:gd name="connsiteY11092" fmla="*/ 4401884 h 5143785"/>
              <a:gd name="connsiteX11093" fmla="*/ 217837 w 3114960"/>
              <a:gd name="connsiteY11093" fmla="*/ 4400645 h 5143785"/>
              <a:gd name="connsiteX11094" fmla="*/ 267462 w 3114960"/>
              <a:gd name="connsiteY11094" fmla="*/ 4443222 h 5143785"/>
              <a:gd name="connsiteX11095" fmla="*/ 268129 w 3114960"/>
              <a:gd name="connsiteY11095" fmla="*/ 4443794 h 5143785"/>
              <a:gd name="connsiteX11096" fmla="*/ 399002 w 3114960"/>
              <a:gd name="connsiteY11096" fmla="*/ 4442651 h 5143785"/>
              <a:gd name="connsiteX11097" fmla="*/ 500825 w 3114960"/>
              <a:gd name="connsiteY11097" fmla="*/ 4355402 h 5143785"/>
              <a:gd name="connsiteX11098" fmla="*/ 501682 w 3114960"/>
              <a:gd name="connsiteY11098" fmla="*/ 4354735 h 5143785"/>
              <a:gd name="connsiteX11099" fmla="*/ 501682 w 3114960"/>
              <a:gd name="connsiteY11099" fmla="*/ 4339209 h 5143785"/>
              <a:gd name="connsiteX11100" fmla="*/ 505682 w 3114960"/>
              <a:gd name="connsiteY11100" fmla="*/ 4339209 h 5143785"/>
              <a:gd name="connsiteX11101" fmla="*/ 512540 w 3114960"/>
              <a:gd name="connsiteY11101" fmla="*/ 4332446 h 5143785"/>
              <a:gd name="connsiteX11102" fmla="*/ 350520 w 3114960"/>
              <a:gd name="connsiteY11102" fmla="*/ 4002596 h 5143785"/>
              <a:gd name="connsiteX11103" fmla="*/ 344519 w 3114960"/>
              <a:gd name="connsiteY11103" fmla="*/ 4002215 h 5143785"/>
              <a:gd name="connsiteX11104" fmla="*/ 340519 w 3114960"/>
              <a:gd name="connsiteY11104" fmla="*/ 3997738 h 5143785"/>
              <a:gd name="connsiteX11105" fmla="*/ 345377 w 3114960"/>
              <a:gd name="connsiteY11105" fmla="*/ 3987737 h 5143785"/>
              <a:gd name="connsiteX11106" fmla="*/ 347948 w 3114960"/>
              <a:gd name="connsiteY11106" fmla="*/ 3987260 h 5143785"/>
              <a:gd name="connsiteX11107" fmla="*/ 351377 w 3114960"/>
              <a:gd name="connsiteY11107" fmla="*/ 3988022 h 5143785"/>
              <a:gd name="connsiteX11108" fmla="*/ 355378 w 3114960"/>
              <a:gd name="connsiteY11108" fmla="*/ 3992499 h 5143785"/>
              <a:gd name="connsiteX11109" fmla="*/ 350520 w 3114960"/>
              <a:gd name="connsiteY11109" fmla="*/ 4002500 h 5143785"/>
              <a:gd name="connsiteX11110" fmla="*/ 216789 w 3114960"/>
              <a:gd name="connsiteY11110" fmla="*/ 4394454 h 5143785"/>
              <a:gd name="connsiteX11111" fmla="*/ 214122 w 3114960"/>
              <a:gd name="connsiteY11111" fmla="*/ 4397407 h 5143785"/>
              <a:gd name="connsiteX11112" fmla="*/ 210122 w 3114960"/>
              <a:gd name="connsiteY11112" fmla="*/ 4397597 h 5143785"/>
              <a:gd name="connsiteX11113" fmla="*/ 207169 w 3114960"/>
              <a:gd name="connsiteY11113" fmla="*/ 4394930 h 5143785"/>
              <a:gd name="connsiteX11114" fmla="*/ 209645 w 3114960"/>
              <a:gd name="connsiteY11114" fmla="*/ 4387882 h 5143785"/>
              <a:gd name="connsiteX11115" fmla="*/ 211931 w 3114960"/>
              <a:gd name="connsiteY11115" fmla="*/ 4387311 h 5143785"/>
              <a:gd name="connsiteX11116" fmla="*/ 213646 w 3114960"/>
              <a:gd name="connsiteY11116" fmla="*/ 4387596 h 5143785"/>
              <a:gd name="connsiteX11117" fmla="*/ 216694 w 3114960"/>
              <a:gd name="connsiteY11117" fmla="*/ 4390263 h 5143785"/>
              <a:gd name="connsiteX11118" fmla="*/ 216884 w 3114960"/>
              <a:gd name="connsiteY11118" fmla="*/ 4394264 h 5143785"/>
              <a:gd name="connsiteX11119" fmla="*/ 492919 w 3114960"/>
              <a:gd name="connsiteY11119" fmla="*/ 4334256 h 5143785"/>
              <a:gd name="connsiteX11120" fmla="*/ 490823 w 3114960"/>
              <a:gd name="connsiteY11120" fmla="*/ 4332256 h 5143785"/>
              <a:gd name="connsiteX11121" fmla="*/ 490823 w 3114960"/>
              <a:gd name="connsiteY11121" fmla="*/ 4319588 h 5143785"/>
              <a:gd name="connsiteX11122" fmla="*/ 492919 w 3114960"/>
              <a:gd name="connsiteY11122" fmla="*/ 4317492 h 5143785"/>
              <a:gd name="connsiteX11123" fmla="*/ 505587 w 3114960"/>
              <a:gd name="connsiteY11123" fmla="*/ 4317492 h 5143785"/>
              <a:gd name="connsiteX11124" fmla="*/ 507683 w 3114960"/>
              <a:gd name="connsiteY11124" fmla="*/ 4319588 h 5143785"/>
              <a:gd name="connsiteX11125" fmla="*/ 507683 w 3114960"/>
              <a:gd name="connsiteY11125" fmla="*/ 4332256 h 5143785"/>
              <a:gd name="connsiteX11126" fmla="*/ 505587 w 3114960"/>
              <a:gd name="connsiteY11126" fmla="*/ 4334256 h 5143785"/>
              <a:gd name="connsiteX11127" fmla="*/ 492919 w 3114960"/>
              <a:gd name="connsiteY11127" fmla="*/ 4334256 h 5143785"/>
              <a:gd name="connsiteX11128" fmla="*/ 477774 w 3114960"/>
              <a:gd name="connsiteY11128" fmla="*/ 4411123 h 5143785"/>
              <a:gd name="connsiteX11129" fmla="*/ 484346 w 3114960"/>
              <a:gd name="connsiteY11129" fmla="*/ 4405694 h 5143785"/>
              <a:gd name="connsiteX11130" fmla="*/ 488918 w 3114960"/>
              <a:gd name="connsiteY11130" fmla="*/ 4411218 h 5143785"/>
              <a:gd name="connsiteX11131" fmla="*/ 482346 w 3114960"/>
              <a:gd name="connsiteY11131" fmla="*/ 4416647 h 5143785"/>
              <a:gd name="connsiteX11132" fmla="*/ 477774 w 3114960"/>
              <a:gd name="connsiteY11132" fmla="*/ 4411123 h 5143785"/>
              <a:gd name="connsiteX11133" fmla="*/ 451390 w 3114960"/>
              <a:gd name="connsiteY11133" fmla="*/ 4432935 h 5143785"/>
              <a:gd name="connsiteX11134" fmla="*/ 457962 w 3114960"/>
              <a:gd name="connsiteY11134" fmla="*/ 4427506 h 5143785"/>
              <a:gd name="connsiteX11135" fmla="*/ 462534 w 3114960"/>
              <a:gd name="connsiteY11135" fmla="*/ 4433030 h 5143785"/>
              <a:gd name="connsiteX11136" fmla="*/ 455962 w 3114960"/>
              <a:gd name="connsiteY11136" fmla="*/ 4438460 h 5143785"/>
              <a:gd name="connsiteX11137" fmla="*/ 451390 w 3114960"/>
              <a:gd name="connsiteY11137" fmla="*/ 4432935 h 5143785"/>
              <a:gd name="connsiteX11138" fmla="*/ 464630 w 3114960"/>
              <a:gd name="connsiteY11138" fmla="*/ 4421981 h 5143785"/>
              <a:gd name="connsiteX11139" fmla="*/ 471202 w 3114960"/>
              <a:gd name="connsiteY11139" fmla="*/ 4416552 h 5143785"/>
              <a:gd name="connsiteX11140" fmla="*/ 475774 w 3114960"/>
              <a:gd name="connsiteY11140" fmla="*/ 4422077 h 5143785"/>
              <a:gd name="connsiteX11141" fmla="*/ 469202 w 3114960"/>
              <a:gd name="connsiteY11141" fmla="*/ 4427506 h 5143785"/>
              <a:gd name="connsiteX11142" fmla="*/ 464630 w 3114960"/>
              <a:gd name="connsiteY11142" fmla="*/ 4421981 h 5143785"/>
              <a:gd name="connsiteX11143" fmla="*/ 553403 w 3114960"/>
              <a:gd name="connsiteY11143" fmla="*/ 4298061 h 5143785"/>
              <a:gd name="connsiteX11144" fmla="*/ 546259 w 3114960"/>
              <a:gd name="connsiteY11144" fmla="*/ 4298061 h 5143785"/>
              <a:gd name="connsiteX11145" fmla="*/ 546259 w 3114960"/>
              <a:gd name="connsiteY11145" fmla="*/ 4293299 h 5143785"/>
              <a:gd name="connsiteX11146" fmla="*/ 553403 w 3114960"/>
              <a:gd name="connsiteY11146" fmla="*/ 4293299 h 5143785"/>
              <a:gd name="connsiteX11147" fmla="*/ 553403 w 3114960"/>
              <a:gd name="connsiteY11147" fmla="*/ 4298061 h 5143785"/>
              <a:gd name="connsiteX11148" fmla="*/ 1832039 w 3114960"/>
              <a:gd name="connsiteY11148" fmla="*/ 485489 h 5143785"/>
              <a:gd name="connsiteX11149" fmla="*/ 1839182 w 3114960"/>
              <a:gd name="connsiteY11149" fmla="*/ 485489 h 5143785"/>
              <a:gd name="connsiteX11150" fmla="*/ 1839182 w 3114960"/>
              <a:gd name="connsiteY11150" fmla="*/ 494157 h 5143785"/>
              <a:gd name="connsiteX11151" fmla="*/ 1832039 w 3114960"/>
              <a:gd name="connsiteY11151" fmla="*/ 494157 h 5143785"/>
              <a:gd name="connsiteX11152" fmla="*/ 1832039 w 3114960"/>
              <a:gd name="connsiteY11152" fmla="*/ 485489 h 5143785"/>
              <a:gd name="connsiteX11153" fmla="*/ 1832039 w 3114960"/>
              <a:gd name="connsiteY11153" fmla="*/ 502825 h 5143785"/>
              <a:gd name="connsiteX11154" fmla="*/ 1839182 w 3114960"/>
              <a:gd name="connsiteY11154" fmla="*/ 502825 h 5143785"/>
              <a:gd name="connsiteX11155" fmla="*/ 1839182 w 3114960"/>
              <a:gd name="connsiteY11155" fmla="*/ 511493 h 5143785"/>
              <a:gd name="connsiteX11156" fmla="*/ 1832039 w 3114960"/>
              <a:gd name="connsiteY11156" fmla="*/ 511493 h 5143785"/>
              <a:gd name="connsiteX11157" fmla="*/ 1832039 w 3114960"/>
              <a:gd name="connsiteY11157" fmla="*/ 502825 h 5143785"/>
              <a:gd name="connsiteX11158" fmla="*/ 1832039 w 3114960"/>
              <a:gd name="connsiteY11158" fmla="*/ 468249 h 5143785"/>
              <a:gd name="connsiteX11159" fmla="*/ 1839182 w 3114960"/>
              <a:gd name="connsiteY11159" fmla="*/ 468249 h 5143785"/>
              <a:gd name="connsiteX11160" fmla="*/ 1839182 w 3114960"/>
              <a:gd name="connsiteY11160" fmla="*/ 476917 h 5143785"/>
              <a:gd name="connsiteX11161" fmla="*/ 1832039 w 3114960"/>
              <a:gd name="connsiteY11161" fmla="*/ 476917 h 5143785"/>
              <a:gd name="connsiteX11162" fmla="*/ 1832039 w 3114960"/>
              <a:gd name="connsiteY11162" fmla="*/ 468249 h 5143785"/>
              <a:gd name="connsiteX11163" fmla="*/ 1832039 w 3114960"/>
              <a:gd name="connsiteY11163" fmla="*/ 451009 h 5143785"/>
              <a:gd name="connsiteX11164" fmla="*/ 1839182 w 3114960"/>
              <a:gd name="connsiteY11164" fmla="*/ 451009 h 5143785"/>
              <a:gd name="connsiteX11165" fmla="*/ 1839182 w 3114960"/>
              <a:gd name="connsiteY11165" fmla="*/ 459677 h 5143785"/>
              <a:gd name="connsiteX11166" fmla="*/ 1832039 w 3114960"/>
              <a:gd name="connsiteY11166" fmla="*/ 459677 h 5143785"/>
              <a:gd name="connsiteX11167" fmla="*/ 1832039 w 3114960"/>
              <a:gd name="connsiteY11167" fmla="*/ 451009 h 5143785"/>
              <a:gd name="connsiteX11168" fmla="*/ 1826324 w 3114960"/>
              <a:gd name="connsiteY11168" fmla="*/ 617696 h 5143785"/>
              <a:gd name="connsiteX11169" fmla="*/ 1821656 w 3114960"/>
              <a:gd name="connsiteY11169" fmla="*/ 624459 h 5143785"/>
              <a:gd name="connsiteX11170" fmla="*/ 1815751 w 3114960"/>
              <a:gd name="connsiteY11170" fmla="*/ 620363 h 5143785"/>
              <a:gd name="connsiteX11171" fmla="*/ 1820418 w 3114960"/>
              <a:gd name="connsiteY11171" fmla="*/ 613601 h 5143785"/>
              <a:gd name="connsiteX11172" fmla="*/ 1826324 w 3114960"/>
              <a:gd name="connsiteY11172" fmla="*/ 617696 h 5143785"/>
              <a:gd name="connsiteX11173" fmla="*/ 521875 w 3114960"/>
              <a:gd name="connsiteY11173" fmla="*/ 3823430 h 5143785"/>
              <a:gd name="connsiteX11174" fmla="*/ 522256 w 3114960"/>
              <a:gd name="connsiteY11174" fmla="*/ 3825526 h 5143785"/>
              <a:gd name="connsiteX11175" fmla="*/ 528828 w 3114960"/>
              <a:gd name="connsiteY11175" fmla="*/ 3832574 h 5143785"/>
              <a:gd name="connsiteX11176" fmla="*/ 534067 w 3114960"/>
              <a:gd name="connsiteY11176" fmla="*/ 3833717 h 5143785"/>
              <a:gd name="connsiteX11177" fmla="*/ 545592 w 3114960"/>
              <a:gd name="connsiteY11177" fmla="*/ 3826288 h 5143785"/>
              <a:gd name="connsiteX11178" fmla="*/ 545878 w 3114960"/>
              <a:gd name="connsiteY11178" fmla="*/ 3816668 h 5143785"/>
              <a:gd name="connsiteX11179" fmla="*/ 539306 w 3114960"/>
              <a:gd name="connsiteY11179" fmla="*/ 3809619 h 5143785"/>
              <a:gd name="connsiteX11180" fmla="*/ 522542 w 3114960"/>
              <a:gd name="connsiteY11180" fmla="*/ 3815905 h 5143785"/>
              <a:gd name="connsiteX11181" fmla="*/ 521875 w 3114960"/>
              <a:gd name="connsiteY11181" fmla="*/ 3818763 h 5143785"/>
              <a:gd name="connsiteX11182" fmla="*/ 457581 w 3114960"/>
              <a:gd name="connsiteY11182" fmla="*/ 3818763 h 5143785"/>
              <a:gd name="connsiteX11183" fmla="*/ 450056 w 3114960"/>
              <a:gd name="connsiteY11183" fmla="*/ 3813810 h 5143785"/>
              <a:gd name="connsiteX11184" fmla="*/ 442532 w 3114960"/>
              <a:gd name="connsiteY11184" fmla="*/ 3813810 h 5143785"/>
              <a:gd name="connsiteX11185" fmla="*/ 434435 w 3114960"/>
              <a:gd name="connsiteY11185" fmla="*/ 3821525 h 5143785"/>
              <a:gd name="connsiteX11186" fmla="*/ 434435 w 3114960"/>
              <a:gd name="connsiteY11186" fmla="*/ 3849243 h 5143785"/>
              <a:gd name="connsiteX11187" fmla="*/ 391763 w 3114960"/>
              <a:gd name="connsiteY11187" fmla="*/ 3849243 h 5143785"/>
              <a:gd name="connsiteX11188" fmla="*/ 381000 w 3114960"/>
              <a:gd name="connsiteY11188" fmla="*/ 3862197 h 5143785"/>
              <a:gd name="connsiteX11189" fmla="*/ 391763 w 3114960"/>
              <a:gd name="connsiteY11189" fmla="*/ 3875151 h 5143785"/>
              <a:gd name="connsiteX11190" fmla="*/ 429863 w 3114960"/>
              <a:gd name="connsiteY11190" fmla="*/ 3875151 h 5143785"/>
              <a:gd name="connsiteX11191" fmla="*/ 435864 w 3114960"/>
              <a:gd name="connsiteY11191" fmla="*/ 3883343 h 5143785"/>
              <a:gd name="connsiteX11192" fmla="*/ 429863 w 3114960"/>
              <a:gd name="connsiteY11192" fmla="*/ 3891534 h 5143785"/>
              <a:gd name="connsiteX11193" fmla="*/ 337376 w 3114960"/>
              <a:gd name="connsiteY11193" fmla="*/ 3891534 h 5143785"/>
              <a:gd name="connsiteX11194" fmla="*/ 337090 w 3114960"/>
              <a:gd name="connsiteY11194" fmla="*/ 3889724 h 5143785"/>
              <a:gd name="connsiteX11195" fmla="*/ 320993 w 3114960"/>
              <a:gd name="connsiteY11195" fmla="*/ 3881914 h 5143785"/>
              <a:gd name="connsiteX11196" fmla="*/ 313277 w 3114960"/>
              <a:gd name="connsiteY11196" fmla="*/ 3898011 h 5143785"/>
              <a:gd name="connsiteX11197" fmla="*/ 325184 w 3114960"/>
              <a:gd name="connsiteY11197" fmla="*/ 3906488 h 5143785"/>
              <a:gd name="connsiteX11198" fmla="*/ 329375 w 3114960"/>
              <a:gd name="connsiteY11198" fmla="*/ 3905822 h 5143785"/>
              <a:gd name="connsiteX11199" fmla="*/ 336614 w 3114960"/>
              <a:gd name="connsiteY11199" fmla="*/ 3899345 h 5143785"/>
              <a:gd name="connsiteX11200" fmla="*/ 337376 w 3114960"/>
              <a:gd name="connsiteY11200" fmla="*/ 3896201 h 5143785"/>
              <a:gd name="connsiteX11201" fmla="*/ 429863 w 3114960"/>
              <a:gd name="connsiteY11201" fmla="*/ 3896201 h 5143785"/>
              <a:gd name="connsiteX11202" fmla="*/ 440627 w 3114960"/>
              <a:gd name="connsiteY11202" fmla="*/ 3883247 h 5143785"/>
              <a:gd name="connsiteX11203" fmla="*/ 429863 w 3114960"/>
              <a:gd name="connsiteY11203" fmla="*/ 3870293 h 5143785"/>
              <a:gd name="connsiteX11204" fmla="*/ 391763 w 3114960"/>
              <a:gd name="connsiteY11204" fmla="*/ 3870293 h 5143785"/>
              <a:gd name="connsiteX11205" fmla="*/ 385763 w 3114960"/>
              <a:gd name="connsiteY11205" fmla="*/ 3862102 h 5143785"/>
              <a:gd name="connsiteX11206" fmla="*/ 391763 w 3114960"/>
              <a:gd name="connsiteY11206" fmla="*/ 3853910 h 5143785"/>
              <a:gd name="connsiteX11207" fmla="*/ 434721 w 3114960"/>
              <a:gd name="connsiteY11207" fmla="*/ 3853910 h 5143785"/>
              <a:gd name="connsiteX11208" fmla="*/ 442532 w 3114960"/>
              <a:gd name="connsiteY11208" fmla="*/ 3860197 h 5143785"/>
              <a:gd name="connsiteX11209" fmla="*/ 450056 w 3114960"/>
              <a:gd name="connsiteY11209" fmla="*/ 3860197 h 5143785"/>
              <a:gd name="connsiteX11210" fmla="*/ 457676 w 3114960"/>
              <a:gd name="connsiteY11210" fmla="*/ 3854768 h 5143785"/>
              <a:gd name="connsiteX11211" fmla="*/ 464725 w 3114960"/>
              <a:gd name="connsiteY11211" fmla="*/ 3854768 h 5143785"/>
              <a:gd name="connsiteX11212" fmla="*/ 464725 w 3114960"/>
              <a:gd name="connsiteY11212" fmla="*/ 3941731 h 5143785"/>
              <a:gd name="connsiteX11213" fmla="*/ 446437 w 3114960"/>
              <a:gd name="connsiteY11213" fmla="*/ 3957161 h 5143785"/>
              <a:gd name="connsiteX11214" fmla="*/ 252413 w 3114960"/>
              <a:gd name="connsiteY11214" fmla="*/ 3957161 h 5143785"/>
              <a:gd name="connsiteX11215" fmla="*/ 175832 w 3114960"/>
              <a:gd name="connsiteY11215" fmla="*/ 4026980 h 5143785"/>
              <a:gd name="connsiteX11216" fmla="*/ 172498 w 3114960"/>
              <a:gd name="connsiteY11216" fmla="*/ 4026027 h 5143785"/>
              <a:gd name="connsiteX11217" fmla="*/ 159830 w 3114960"/>
              <a:gd name="connsiteY11217" fmla="*/ 4026027 h 5143785"/>
              <a:gd name="connsiteX11218" fmla="*/ 152972 w 3114960"/>
              <a:gd name="connsiteY11218" fmla="*/ 4032885 h 5143785"/>
              <a:gd name="connsiteX11219" fmla="*/ 152972 w 3114960"/>
              <a:gd name="connsiteY11219" fmla="*/ 4045553 h 5143785"/>
              <a:gd name="connsiteX11220" fmla="*/ 159830 w 3114960"/>
              <a:gd name="connsiteY11220" fmla="*/ 4052316 h 5143785"/>
              <a:gd name="connsiteX11221" fmla="*/ 172498 w 3114960"/>
              <a:gd name="connsiteY11221" fmla="*/ 4052316 h 5143785"/>
              <a:gd name="connsiteX11222" fmla="*/ 179356 w 3114960"/>
              <a:gd name="connsiteY11222" fmla="*/ 4045553 h 5143785"/>
              <a:gd name="connsiteX11223" fmla="*/ 179356 w 3114960"/>
              <a:gd name="connsiteY11223" fmla="*/ 4032885 h 5143785"/>
              <a:gd name="connsiteX11224" fmla="*/ 178880 w 3114960"/>
              <a:gd name="connsiteY11224" fmla="*/ 4030694 h 5143785"/>
              <a:gd name="connsiteX11225" fmla="*/ 254222 w 3114960"/>
              <a:gd name="connsiteY11225" fmla="*/ 3962019 h 5143785"/>
              <a:gd name="connsiteX11226" fmla="*/ 448151 w 3114960"/>
              <a:gd name="connsiteY11226" fmla="*/ 3962019 h 5143785"/>
              <a:gd name="connsiteX11227" fmla="*/ 469392 w 3114960"/>
              <a:gd name="connsiteY11227" fmla="*/ 3944017 h 5143785"/>
              <a:gd name="connsiteX11228" fmla="*/ 469392 w 3114960"/>
              <a:gd name="connsiteY11228" fmla="*/ 3850100 h 5143785"/>
              <a:gd name="connsiteX11229" fmla="*/ 458153 w 3114960"/>
              <a:gd name="connsiteY11229" fmla="*/ 3850100 h 5143785"/>
              <a:gd name="connsiteX11230" fmla="*/ 458153 w 3114960"/>
              <a:gd name="connsiteY11230" fmla="*/ 3823430 h 5143785"/>
              <a:gd name="connsiteX11231" fmla="*/ 521875 w 3114960"/>
              <a:gd name="connsiteY11231" fmla="*/ 3823430 h 5143785"/>
              <a:gd name="connsiteX11232" fmla="*/ 526923 w 3114960"/>
              <a:gd name="connsiteY11232" fmla="*/ 3817715 h 5143785"/>
              <a:gd name="connsiteX11233" fmla="*/ 534067 w 3114960"/>
              <a:gd name="connsiteY11233" fmla="*/ 3813143 h 5143785"/>
              <a:gd name="connsiteX11234" fmla="*/ 537305 w 3114960"/>
              <a:gd name="connsiteY11234" fmla="*/ 3813810 h 5143785"/>
              <a:gd name="connsiteX11235" fmla="*/ 541401 w 3114960"/>
              <a:gd name="connsiteY11235" fmla="*/ 3818192 h 5143785"/>
              <a:gd name="connsiteX11236" fmla="*/ 541211 w 3114960"/>
              <a:gd name="connsiteY11236" fmla="*/ 3824192 h 5143785"/>
              <a:gd name="connsiteX11237" fmla="*/ 530733 w 3114960"/>
              <a:gd name="connsiteY11237" fmla="*/ 3828098 h 5143785"/>
              <a:gd name="connsiteX11238" fmla="*/ 526637 w 3114960"/>
              <a:gd name="connsiteY11238" fmla="*/ 3823716 h 5143785"/>
              <a:gd name="connsiteX11239" fmla="*/ 526828 w 3114960"/>
              <a:gd name="connsiteY11239" fmla="*/ 3817715 h 5143785"/>
              <a:gd name="connsiteX11240" fmla="*/ 332232 w 3114960"/>
              <a:gd name="connsiteY11240" fmla="*/ 3897249 h 5143785"/>
              <a:gd name="connsiteX11241" fmla="*/ 327755 w 3114960"/>
              <a:gd name="connsiteY11241" fmla="*/ 3901250 h 5143785"/>
              <a:gd name="connsiteX11242" fmla="*/ 317754 w 3114960"/>
              <a:gd name="connsiteY11242" fmla="*/ 3896392 h 5143785"/>
              <a:gd name="connsiteX11243" fmla="*/ 322612 w 3114960"/>
              <a:gd name="connsiteY11243" fmla="*/ 3886391 h 5143785"/>
              <a:gd name="connsiteX11244" fmla="*/ 325184 w 3114960"/>
              <a:gd name="connsiteY11244" fmla="*/ 3885914 h 5143785"/>
              <a:gd name="connsiteX11245" fmla="*/ 328613 w 3114960"/>
              <a:gd name="connsiteY11245" fmla="*/ 3886676 h 5143785"/>
              <a:gd name="connsiteX11246" fmla="*/ 332613 w 3114960"/>
              <a:gd name="connsiteY11246" fmla="*/ 3891153 h 5143785"/>
              <a:gd name="connsiteX11247" fmla="*/ 332232 w 3114960"/>
              <a:gd name="connsiteY11247" fmla="*/ 3897154 h 5143785"/>
              <a:gd name="connsiteX11248" fmla="*/ 454438 w 3114960"/>
              <a:gd name="connsiteY11248" fmla="*/ 3852482 h 5143785"/>
              <a:gd name="connsiteX11249" fmla="*/ 450056 w 3114960"/>
              <a:gd name="connsiteY11249" fmla="*/ 3856673 h 5143785"/>
              <a:gd name="connsiteX11250" fmla="*/ 442532 w 3114960"/>
              <a:gd name="connsiteY11250" fmla="*/ 3856673 h 5143785"/>
              <a:gd name="connsiteX11251" fmla="*/ 438150 w 3114960"/>
              <a:gd name="connsiteY11251" fmla="*/ 3852482 h 5143785"/>
              <a:gd name="connsiteX11252" fmla="*/ 438150 w 3114960"/>
              <a:gd name="connsiteY11252" fmla="*/ 3845909 h 5143785"/>
              <a:gd name="connsiteX11253" fmla="*/ 454343 w 3114960"/>
              <a:gd name="connsiteY11253" fmla="*/ 3845909 h 5143785"/>
              <a:gd name="connsiteX11254" fmla="*/ 454343 w 3114960"/>
              <a:gd name="connsiteY11254" fmla="*/ 3852482 h 5143785"/>
              <a:gd name="connsiteX11255" fmla="*/ 454438 w 3114960"/>
              <a:gd name="connsiteY11255" fmla="*/ 3826193 h 5143785"/>
              <a:gd name="connsiteX11256" fmla="*/ 438245 w 3114960"/>
              <a:gd name="connsiteY11256" fmla="*/ 3826193 h 5143785"/>
              <a:gd name="connsiteX11257" fmla="*/ 438245 w 3114960"/>
              <a:gd name="connsiteY11257" fmla="*/ 3821335 h 5143785"/>
              <a:gd name="connsiteX11258" fmla="*/ 442627 w 3114960"/>
              <a:gd name="connsiteY11258" fmla="*/ 3817144 h 5143785"/>
              <a:gd name="connsiteX11259" fmla="*/ 450152 w 3114960"/>
              <a:gd name="connsiteY11259" fmla="*/ 3817144 h 5143785"/>
              <a:gd name="connsiteX11260" fmla="*/ 454533 w 3114960"/>
              <a:gd name="connsiteY11260" fmla="*/ 3821335 h 5143785"/>
              <a:gd name="connsiteX11261" fmla="*/ 454533 w 3114960"/>
              <a:gd name="connsiteY11261" fmla="*/ 3826193 h 5143785"/>
              <a:gd name="connsiteX11262" fmla="*/ 174593 w 3114960"/>
              <a:gd name="connsiteY11262" fmla="*/ 4045553 h 5143785"/>
              <a:gd name="connsiteX11263" fmla="*/ 172498 w 3114960"/>
              <a:gd name="connsiteY11263" fmla="*/ 4047554 h 5143785"/>
              <a:gd name="connsiteX11264" fmla="*/ 159830 w 3114960"/>
              <a:gd name="connsiteY11264" fmla="*/ 4047554 h 5143785"/>
              <a:gd name="connsiteX11265" fmla="*/ 157734 w 3114960"/>
              <a:gd name="connsiteY11265" fmla="*/ 4045553 h 5143785"/>
              <a:gd name="connsiteX11266" fmla="*/ 157734 w 3114960"/>
              <a:gd name="connsiteY11266" fmla="*/ 4032885 h 5143785"/>
              <a:gd name="connsiteX11267" fmla="*/ 159830 w 3114960"/>
              <a:gd name="connsiteY11267" fmla="*/ 4030790 h 5143785"/>
              <a:gd name="connsiteX11268" fmla="*/ 172498 w 3114960"/>
              <a:gd name="connsiteY11268" fmla="*/ 4030790 h 5143785"/>
              <a:gd name="connsiteX11269" fmla="*/ 174593 w 3114960"/>
              <a:gd name="connsiteY11269" fmla="*/ 4032885 h 5143785"/>
              <a:gd name="connsiteX11270" fmla="*/ 174593 w 3114960"/>
              <a:gd name="connsiteY11270" fmla="*/ 4045553 h 5143785"/>
              <a:gd name="connsiteX11271" fmla="*/ 1839182 w 3114960"/>
              <a:gd name="connsiteY11271" fmla="*/ 442341 h 5143785"/>
              <a:gd name="connsiteX11272" fmla="*/ 1832039 w 3114960"/>
              <a:gd name="connsiteY11272" fmla="*/ 442341 h 5143785"/>
              <a:gd name="connsiteX11273" fmla="*/ 1832039 w 3114960"/>
              <a:gd name="connsiteY11273" fmla="*/ 433673 h 5143785"/>
              <a:gd name="connsiteX11274" fmla="*/ 1839182 w 3114960"/>
              <a:gd name="connsiteY11274" fmla="*/ 433673 h 5143785"/>
              <a:gd name="connsiteX11275" fmla="*/ 1839182 w 3114960"/>
              <a:gd name="connsiteY11275" fmla="*/ 442341 h 5143785"/>
              <a:gd name="connsiteX11276" fmla="*/ 1832039 w 3114960"/>
              <a:gd name="connsiteY11276" fmla="*/ 537305 h 5143785"/>
              <a:gd name="connsiteX11277" fmla="*/ 1839182 w 3114960"/>
              <a:gd name="connsiteY11277" fmla="*/ 537305 h 5143785"/>
              <a:gd name="connsiteX11278" fmla="*/ 1839182 w 3114960"/>
              <a:gd name="connsiteY11278" fmla="*/ 545973 h 5143785"/>
              <a:gd name="connsiteX11279" fmla="*/ 1832039 w 3114960"/>
              <a:gd name="connsiteY11279" fmla="*/ 545973 h 5143785"/>
              <a:gd name="connsiteX11280" fmla="*/ 1832039 w 3114960"/>
              <a:gd name="connsiteY11280" fmla="*/ 537305 h 5143785"/>
              <a:gd name="connsiteX11281" fmla="*/ 1832039 w 3114960"/>
              <a:gd name="connsiteY11281" fmla="*/ 520065 h 5143785"/>
              <a:gd name="connsiteX11282" fmla="*/ 1839182 w 3114960"/>
              <a:gd name="connsiteY11282" fmla="*/ 520065 h 5143785"/>
              <a:gd name="connsiteX11283" fmla="*/ 1839182 w 3114960"/>
              <a:gd name="connsiteY11283" fmla="*/ 528733 h 5143785"/>
              <a:gd name="connsiteX11284" fmla="*/ 1832039 w 3114960"/>
              <a:gd name="connsiteY11284" fmla="*/ 528733 h 5143785"/>
              <a:gd name="connsiteX11285" fmla="*/ 1832039 w 3114960"/>
              <a:gd name="connsiteY11285" fmla="*/ 520065 h 5143785"/>
              <a:gd name="connsiteX11286" fmla="*/ 1832039 w 3114960"/>
              <a:gd name="connsiteY11286" fmla="*/ 557594 h 5143785"/>
              <a:gd name="connsiteX11287" fmla="*/ 1822132 w 3114960"/>
              <a:gd name="connsiteY11287" fmla="*/ 570548 h 5143785"/>
              <a:gd name="connsiteX11288" fmla="*/ 1835563 w 3114960"/>
              <a:gd name="connsiteY11288" fmla="*/ 583978 h 5143785"/>
              <a:gd name="connsiteX11289" fmla="*/ 1848993 w 3114960"/>
              <a:gd name="connsiteY11289" fmla="*/ 570548 h 5143785"/>
              <a:gd name="connsiteX11290" fmla="*/ 1839087 w 3114960"/>
              <a:gd name="connsiteY11290" fmla="*/ 557594 h 5143785"/>
              <a:gd name="connsiteX11291" fmla="*/ 1839087 w 3114960"/>
              <a:gd name="connsiteY11291" fmla="*/ 554641 h 5143785"/>
              <a:gd name="connsiteX11292" fmla="*/ 1831943 w 3114960"/>
              <a:gd name="connsiteY11292" fmla="*/ 554641 h 5143785"/>
              <a:gd name="connsiteX11293" fmla="*/ 1831943 w 3114960"/>
              <a:gd name="connsiteY11293" fmla="*/ 557594 h 5143785"/>
              <a:gd name="connsiteX11294" fmla="*/ 1844326 w 3114960"/>
              <a:gd name="connsiteY11294" fmla="*/ 570452 h 5143785"/>
              <a:gd name="connsiteX11295" fmla="*/ 1835658 w 3114960"/>
              <a:gd name="connsiteY11295" fmla="*/ 579120 h 5143785"/>
              <a:gd name="connsiteX11296" fmla="*/ 1826990 w 3114960"/>
              <a:gd name="connsiteY11296" fmla="*/ 570452 h 5143785"/>
              <a:gd name="connsiteX11297" fmla="*/ 1835658 w 3114960"/>
              <a:gd name="connsiteY11297" fmla="*/ 561785 h 5143785"/>
              <a:gd name="connsiteX11298" fmla="*/ 1844326 w 3114960"/>
              <a:gd name="connsiteY11298" fmla="*/ 570452 h 5143785"/>
              <a:gd name="connsiteX11299" fmla="*/ 1738503 w 3114960"/>
              <a:gd name="connsiteY11299" fmla="*/ 401669 h 5143785"/>
              <a:gd name="connsiteX11300" fmla="*/ 1749552 w 3114960"/>
              <a:gd name="connsiteY11300" fmla="*/ 412718 h 5143785"/>
              <a:gd name="connsiteX11301" fmla="*/ 1738503 w 3114960"/>
              <a:gd name="connsiteY11301" fmla="*/ 423767 h 5143785"/>
              <a:gd name="connsiteX11302" fmla="*/ 1742027 w 3114960"/>
              <a:gd name="connsiteY11302" fmla="*/ 423767 h 5143785"/>
              <a:gd name="connsiteX11303" fmla="*/ 1742027 w 3114960"/>
              <a:gd name="connsiteY11303" fmla="*/ 428530 h 5143785"/>
              <a:gd name="connsiteX11304" fmla="*/ 1734884 w 3114960"/>
              <a:gd name="connsiteY11304" fmla="*/ 428530 h 5143785"/>
              <a:gd name="connsiteX11305" fmla="*/ 1734884 w 3114960"/>
              <a:gd name="connsiteY11305" fmla="*/ 423767 h 5143785"/>
              <a:gd name="connsiteX11306" fmla="*/ 1738408 w 3114960"/>
              <a:gd name="connsiteY11306" fmla="*/ 423767 h 5143785"/>
              <a:gd name="connsiteX11307" fmla="*/ 1727359 w 3114960"/>
              <a:gd name="connsiteY11307" fmla="*/ 412718 h 5143785"/>
              <a:gd name="connsiteX11308" fmla="*/ 1738408 w 3114960"/>
              <a:gd name="connsiteY11308" fmla="*/ 401669 h 5143785"/>
              <a:gd name="connsiteX11309" fmla="*/ 1830991 w 3114960"/>
              <a:gd name="connsiteY11309" fmla="*/ 610934 h 5143785"/>
              <a:gd name="connsiteX11310" fmla="*/ 1825085 w 3114960"/>
              <a:gd name="connsiteY11310" fmla="*/ 606838 h 5143785"/>
              <a:gd name="connsiteX11311" fmla="*/ 1827848 w 3114960"/>
              <a:gd name="connsiteY11311" fmla="*/ 602933 h 5143785"/>
              <a:gd name="connsiteX11312" fmla="*/ 1833753 w 3114960"/>
              <a:gd name="connsiteY11312" fmla="*/ 607028 h 5143785"/>
              <a:gd name="connsiteX11313" fmla="*/ 1830991 w 3114960"/>
              <a:gd name="connsiteY11313" fmla="*/ 610934 h 5143785"/>
              <a:gd name="connsiteX11314" fmla="*/ 1045940 w 3114960"/>
              <a:gd name="connsiteY11314" fmla="*/ 3867626 h 5143785"/>
              <a:gd name="connsiteX11315" fmla="*/ 1045940 w 3114960"/>
              <a:gd name="connsiteY11315" fmla="*/ 3867626 h 5143785"/>
              <a:gd name="connsiteX11316" fmla="*/ 1048322 w 3114960"/>
              <a:gd name="connsiteY11316" fmla="*/ 3865245 h 5143785"/>
              <a:gd name="connsiteX11317" fmla="*/ 1048322 w 3114960"/>
              <a:gd name="connsiteY11317" fmla="*/ 3847052 h 5143785"/>
              <a:gd name="connsiteX11318" fmla="*/ 1045940 w 3114960"/>
              <a:gd name="connsiteY11318" fmla="*/ 3844671 h 5143785"/>
              <a:gd name="connsiteX11319" fmla="*/ 1037939 w 3114960"/>
              <a:gd name="connsiteY11319" fmla="*/ 3844671 h 5143785"/>
              <a:gd name="connsiteX11320" fmla="*/ 1035558 w 3114960"/>
              <a:gd name="connsiteY11320" fmla="*/ 3847052 h 5143785"/>
              <a:gd name="connsiteX11321" fmla="*/ 1035558 w 3114960"/>
              <a:gd name="connsiteY11321" fmla="*/ 3853815 h 5143785"/>
              <a:gd name="connsiteX11322" fmla="*/ 993077 w 3114960"/>
              <a:gd name="connsiteY11322" fmla="*/ 3853815 h 5143785"/>
              <a:gd name="connsiteX11323" fmla="*/ 987076 w 3114960"/>
              <a:gd name="connsiteY11323" fmla="*/ 3847814 h 5143785"/>
              <a:gd name="connsiteX11324" fmla="*/ 993077 w 3114960"/>
              <a:gd name="connsiteY11324" fmla="*/ 3841813 h 5143785"/>
              <a:gd name="connsiteX11325" fmla="*/ 1031177 w 3114960"/>
              <a:gd name="connsiteY11325" fmla="*/ 3841813 h 5143785"/>
              <a:gd name="connsiteX11326" fmla="*/ 1041940 w 3114960"/>
              <a:gd name="connsiteY11326" fmla="*/ 3831050 h 5143785"/>
              <a:gd name="connsiteX11327" fmla="*/ 1031177 w 3114960"/>
              <a:gd name="connsiteY11327" fmla="*/ 3820287 h 5143785"/>
              <a:gd name="connsiteX11328" fmla="*/ 993172 w 3114960"/>
              <a:gd name="connsiteY11328" fmla="*/ 3820287 h 5143785"/>
              <a:gd name="connsiteX11329" fmla="*/ 987171 w 3114960"/>
              <a:gd name="connsiteY11329" fmla="*/ 3814286 h 5143785"/>
              <a:gd name="connsiteX11330" fmla="*/ 993172 w 3114960"/>
              <a:gd name="connsiteY11330" fmla="*/ 3808286 h 5143785"/>
              <a:gd name="connsiteX11331" fmla="*/ 1031177 w 3114960"/>
              <a:gd name="connsiteY11331" fmla="*/ 3808286 h 5143785"/>
              <a:gd name="connsiteX11332" fmla="*/ 1041940 w 3114960"/>
              <a:gd name="connsiteY11332" fmla="*/ 3797522 h 5143785"/>
              <a:gd name="connsiteX11333" fmla="*/ 1031177 w 3114960"/>
              <a:gd name="connsiteY11333" fmla="*/ 3786759 h 5143785"/>
              <a:gd name="connsiteX11334" fmla="*/ 986600 w 3114960"/>
              <a:gd name="connsiteY11334" fmla="*/ 3786759 h 5143785"/>
              <a:gd name="connsiteX11335" fmla="*/ 986600 w 3114960"/>
              <a:gd name="connsiteY11335" fmla="*/ 3779996 h 5143785"/>
              <a:gd name="connsiteX11336" fmla="*/ 984218 w 3114960"/>
              <a:gd name="connsiteY11336" fmla="*/ 3777615 h 5143785"/>
              <a:gd name="connsiteX11337" fmla="*/ 976217 w 3114960"/>
              <a:gd name="connsiteY11337" fmla="*/ 3777615 h 5143785"/>
              <a:gd name="connsiteX11338" fmla="*/ 973836 w 3114960"/>
              <a:gd name="connsiteY11338" fmla="*/ 3779996 h 5143785"/>
              <a:gd name="connsiteX11339" fmla="*/ 973836 w 3114960"/>
              <a:gd name="connsiteY11339" fmla="*/ 3786759 h 5143785"/>
              <a:gd name="connsiteX11340" fmla="*/ 966216 w 3114960"/>
              <a:gd name="connsiteY11340" fmla="*/ 3786759 h 5143785"/>
              <a:gd name="connsiteX11341" fmla="*/ 966216 w 3114960"/>
              <a:gd name="connsiteY11341" fmla="*/ 3779996 h 5143785"/>
              <a:gd name="connsiteX11342" fmla="*/ 963835 w 3114960"/>
              <a:gd name="connsiteY11342" fmla="*/ 3777615 h 5143785"/>
              <a:gd name="connsiteX11343" fmla="*/ 955834 w 3114960"/>
              <a:gd name="connsiteY11343" fmla="*/ 3777615 h 5143785"/>
              <a:gd name="connsiteX11344" fmla="*/ 953452 w 3114960"/>
              <a:gd name="connsiteY11344" fmla="*/ 3779996 h 5143785"/>
              <a:gd name="connsiteX11345" fmla="*/ 953452 w 3114960"/>
              <a:gd name="connsiteY11345" fmla="*/ 3786759 h 5143785"/>
              <a:gd name="connsiteX11346" fmla="*/ 910971 w 3114960"/>
              <a:gd name="connsiteY11346" fmla="*/ 3786759 h 5143785"/>
              <a:gd name="connsiteX11347" fmla="*/ 900208 w 3114960"/>
              <a:gd name="connsiteY11347" fmla="*/ 3797522 h 5143785"/>
              <a:gd name="connsiteX11348" fmla="*/ 910971 w 3114960"/>
              <a:gd name="connsiteY11348" fmla="*/ 3808286 h 5143785"/>
              <a:gd name="connsiteX11349" fmla="*/ 949071 w 3114960"/>
              <a:gd name="connsiteY11349" fmla="*/ 3808286 h 5143785"/>
              <a:gd name="connsiteX11350" fmla="*/ 955072 w 3114960"/>
              <a:gd name="connsiteY11350" fmla="*/ 3814286 h 5143785"/>
              <a:gd name="connsiteX11351" fmla="*/ 949071 w 3114960"/>
              <a:gd name="connsiteY11351" fmla="*/ 3820287 h 5143785"/>
              <a:gd name="connsiteX11352" fmla="*/ 911066 w 3114960"/>
              <a:gd name="connsiteY11352" fmla="*/ 3820287 h 5143785"/>
              <a:gd name="connsiteX11353" fmla="*/ 900303 w 3114960"/>
              <a:gd name="connsiteY11353" fmla="*/ 3831050 h 5143785"/>
              <a:gd name="connsiteX11354" fmla="*/ 911066 w 3114960"/>
              <a:gd name="connsiteY11354" fmla="*/ 3841813 h 5143785"/>
              <a:gd name="connsiteX11355" fmla="*/ 949071 w 3114960"/>
              <a:gd name="connsiteY11355" fmla="*/ 3841813 h 5143785"/>
              <a:gd name="connsiteX11356" fmla="*/ 955072 w 3114960"/>
              <a:gd name="connsiteY11356" fmla="*/ 3847814 h 5143785"/>
              <a:gd name="connsiteX11357" fmla="*/ 949071 w 3114960"/>
              <a:gd name="connsiteY11357" fmla="*/ 3853815 h 5143785"/>
              <a:gd name="connsiteX11358" fmla="*/ 904494 w 3114960"/>
              <a:gd name="connsiteY11358" fmla="*/ 3853815 h 5143785"/>
              <a:gd name="connsiteX11359" fmla="*/ 904494 w 3114960"/>
              <a:gd name="connsiteY11359" fmla="*/ 3847148 h 5143785"/>
              <a:gd name="connsiteX11360" fmla="*/ 902113 w 3114960"/>
              <a:gd name="connsiteY11360" fmla="*/ 3844767 h 5143785"/>
              <a:gd name="connsiteX11361" fmla="*/ 894112 w 3114960"/>
              <a:gd name="connsiteY11361" fmla="*/ 3844767 h 5143785"/>
              <a:gd name="connsiteX11362" fmla="*/ 891731 w 3114960"/>
              <a:gd name="connsiteY11362" fmla="*/ 3847148 h 5143785"/>
              <a:gd name="connsiteX11363" fmla="*/ 891731 w 3114960"/>
              <a:gd name="connsiteY11363" fmla="*/ 3853815 h 5143785"/>
              <a:gd name="connsiteX11364" fmla="*/ 772573 w 3114960"/>
              <a:gd name="connsiteY11364" fmla="*/ 3853815 h 5143785"/>
              <a:gd name="connsiteX11365" fmla="*/ 760381 w 3114960"/>
              <a:gd name="connsiteY11365" fmla="*/ 3843528 h 5143785"/>
              <a:gd name="connsiteX11366" fmla="*/ 747713 w 3114960"/>
              <a:gd name="connsiteY11366" fmla="*/ 3856196 h 5143785"/>
              <a:gd name="connsiteX11367" fmla="*/ 760381 w 3114960"/>
              <a:gd name="connsiteY11367" fmla="*/ 3868865 h 5143785"/>
              <a:gd name="connsiteX11368" fmla="*/ 772573 w 3114960"/>
              <a:gd name="connsiteY11368" fmla="*/ 3858578 h 5143785"/>
              <a:gd name="connsiteX11369" fmla="*/ 891731 w 3114960"/>
              <a:gd name="connsiteY11369" fmla="*/ 3858578 h 5143785"/>
              <a:gd name="connsiteX11370" fmla="*/ 891731 w 3114960"/>
              <a:gd name="connsiteY11370" fmla="*/ 3865340 h 5143785"/>
              <a:gd name="connsiteX11371" fmla="*/ 894112 w 3114960"/>
              <a:gd name="connsiteY11371" fmla="*/ 3867722 h 5143785"/>
              <a:gd name="connsiteX11372" fmla="*/ 902113 w 3114960"/>
              <a:gd name="connsiteY11372" fmla="*/ 3867722 h 5143785"/>
              <a:gd name="connsiteX11373" fmla="*/ 904494 w 3114960"/>
              <a:gd name="connsiteY11373" fmla="*/ 3865340 h 5143785"/>
              <a:gd name="connsiteX11374" fmla="*/ 904494 w 3114960"/>
              <a:gd name="connsiteY11374" fmla="*/ 3858578 h 5143785"/>
              <a:gd name="connsiteX11375" fmla="*/ 949071 w 3114960"/>
              <a:gd name="connsiteY11375" fmla="*/ 3858578 h 5143785"/>
              <a:gd name="connsiteX11376" fmla="*/ 959834 w 3114960"/>
              <a:gd name="connsiteY11376" fmla="*/ 3847814 h 5143785"/>
              <a:gd name="connsiteX11377" fmla="*/ 949071 w 3114960"/>
              <a:gd name="connsiteY11377" fmla="*/ 3837051 h 5143785"/>
              <a:gd name="connsiteX11378" fmla="*/ 911066 w 3114960"/>
              <a:gd name="connsiteY11378" fmla="*/ 3837051 h 5143785"/>
              <a:gd name="connsiteX11379" fmla="*/ 905066 w 3114960"/>
              <a:gd name="connsiteY11379" fmla="*/ 3831050 h 5143785"/>
              <a:gd name="connsiteX11380" fmla="*/ 911066 w 3114960"/>
              <a:gd name="connsiteY11380" fmla="*/ 3825050 h 5143785"/>
              <a:gd name="connsiteX11381" fmla="*/ 949071 w 3114960"/>
              <a:gd name="connsiteY11381" fmla="*/ 3825050 h 5143785"/>
              <a:gd name="connsiteX11382" fmla="*/ 959834 w 3114960"/>
              <a:gd name="connsiteY11382" fmla="*/ 3814286 h 5143785"/>
              <a:gd name="connsiteX11383" fmla="*/ 949071 w 3114960"/>
              <a:gd name="connsiteY11383" fmla="*/ 3803523 h 5143785"/>
              <a:gd name="connsiteX11384" fmla="*/ 910971 w 3114960"/>
              <a:gd name="connsiteY11384" fmla="*/ 3803523 h 5143785"/>
              <a:gd name="connsiteX11385" fmla="*/ 904970 w 3114960"/>
              <a:gd name="connsiteY11385" fmla="*/ 3797522 h 5143785"/>
              <a:gd name="connsiteX11386" fmla="*/ 910971 w 3114960"/>
              <a:gd name="connsiteY11386" fmla="*/ 3791522 h 5143785"/>
              <a:gd name="connsiteX11387" fmla="*/ 953452 w 3114960"/>
              <a:gd name="connsiteY11387" fmla="*/ 3791522 h 5143785"/>
              <a:gd name="connsiteX11388" fmla="*/ 953452 w 3114960"/>
              <a:gd name="connsiteY11388" fmla="*/ 3798284 h 5143785"/>
              <a:gd name="connsiteX11389" fmla="*/ 955834 w 3114960"/>
              <a:gd name="connsiteY11389" fmla="*/ 3800666 h 5143785"/>
              <a:gd name="connsiteX11390" fmla="*/ 963835 w 3114960"/>
              <a:gd name="connsiteY11390" fmla="*/ 3800666 h 5143785"/>
              <a:gd name="connsiteX11391" fmla="*/ 966216 w 3114960"/>
              <a:gd name="connsiteY11391" fmla="*/ 3798284 h 5143785"/>
              <a:gd name="connsiteX11392" fmla="*/ 966216 w 3114960"/>
              <a:gd name="connsiteY11392" fmla="*/ 3791522 h 5143785"/>
              <a:gd name="connsiteX11393" fmla="*/ 973836 w 3114960"/>
              <a:gd name="connsiteY11393" fmla="*/ 3791522 h 5143785"/>
              <a:gd name="connsiteX11394" fmla="*/ 973836 w 3114960"/>
              <a:gd name="connsiteY11394" fmla="*/ 3798284 h 5143785"/>
              <a:gd name="connsiteX11395" fmla="*/ 976217 w 3114960"/>
              <a:gd name="connsiteY11395" fmla="*/ 3800666 h 5143785"/>
              <a:gd name="connsiteX11396" fmla="*/ 984218 w 3114960"/>
              <a:gd name="connsiteY11396" fmla="*/ 3800666 h 5143785"/>
              <a:gd name="connsiteX11397" fmla="*/ 986600 w 3114960"/>
              <a:gd name="connsiteY11397" fmla="*/ 3798284 h 5143785"/>
              <a:gd name="connsiteX11398" fmla="*/ 986600 w 3114960"/>
              <a:gd name="connsiteY11398" fmla="*/ 3791617 h 5143785"/>
              <a:gd name="connsiteX11399" fmla="*/ 1031177 w 3114960"/>
              <a:gd name="connsiteY11399" fmla="*/ 3791617 h 5143785"/>
              <a:gd name="connsiteX11400" fmla="*/ 1037177 w 3114960"/>
              <a:gd name="connsiteY11400" fmla="*/ 3797618 h 5143785"/>
              <a:gd name="connsiteX11401" fmla="*/ 1031177 w 3114960"/>
              <a:gd name="connsiteY11401" fmla="*/ 3803618 h 5143785"/>
              <a:gd name="connsiteX11402" fmla="*/ 993172 w 3114960"/>
              <a:gd name="connsiteY11402" fmla="*/ 3803618 h 5143785"/>
              <a:gd name="connsiteX11403" fmla="*/ 982409 w 3114960"/>
              <a:gd name="connsiteY11403" fmla="*/ 3814382 h 5143785"/>
              <a:gd name="connsiteX11404" fmla="*/ 993172 w 3114960"/>
              <a:gd name="connsiteY11404" fmla="*/ 3825145 h 5143785"/>
              <a:gd name="connsiteX11405" fmla="*/ 1031177 w 3114960"/>
              <a:gd name="connsiteY11405" fmla="*/ 3825145 h 5143785"/>
              <a:gd name="connsiteX11406" fmla="*/ 1037177 w 3114960"/>
              <a:gd name="connsiteY11406" fmla="*/ 3831146 h 5143785"/>
              <a:gd name="connsiteX11407" fmla="*/ 1031177 w 3114960"/>
              <a:gd name="connsiteY11407" fmla="*/ 3837146 h 5143785"/>
              <a:gd name="connsiteX11408" fmla="*/ 993077 w 3114960"/>
              <a:gd name="connsiteY11408" fmla="*/ 3837146 h 5143785"/>
              <a:gd name="connsiteX11409" fmla="*/ 982313 w 3114960"/>
              <a:gd name="connsiteY11409" fmla="*/ 3847910 h 5143785"/>
              <a:gd name="connsiteX11410" fmla="*/ 993077 w 3114960"/>
              <a:gd name="connsiteY11410" fmla="*/ 3858673 h 5143785"/>
              <a:gd name="connsiteX11411" fmla="*/ 1035558 w 3114960"/>
              <a:gd name="connsiteY11411" fmla="*/ 3858673 h 5143785"/>
              <a:gd name="connsiteX11412" fmla="*/ 1035558 w 3114960"/>
              <a:gd name="connsiteY11412" fmla="*/ 3865436 h 5143785"/>
              <a:gd name="connsiteX11413" fmla="*/ 1037939 w 3114960"/>
              <a:gd name="connsiteY11413" fmla="*/ 3867817 h 5143785"/>
              <a:gd name="connsiteX11414" fmla="*/ 1041083 w 3114960"/>
              <a:gd name="connsiteY11414" fmla="*/ 3867817 h 5143785"/>
              <a:gd name="connsiteX11415" fmla="*/ 1041083 w 3114960"/>
              <a:gd name="connsiteY11415" fmla="*/ 3942874 h 5143785"/>
              <a:gd name="connsiteX11416" fmla="*/ 1019747 w 3114960"/>
              <a:gd name="connsiteY11416" fmla="*/ 3967448 h 5143785"/>
              <a:gd name="connsiteX11417" fmla="*/ 1020890 w 3114960"/>
              <a:gd name="connsiteY11417" fmla="*/ 4068509 h 5143785"/>
              <a:gd name="connsiteX11418" fmla="*/ 1016603 w 3114960"/>
              <a:gd name="connsiteY11418" fmla="*/ 4068509 h 5143785"/>
              <a:gd name="connsiteX11419" fmla="*/ 1011079 w 3114960"/>
              <a:gd name="connsiteY11419" fmla="*/ 4074033 h 5143785"/>
              <a:gd name="connsiteX11420" fmla="*/ 1011079 w 3114960"/>
              <a:gd name="connsiteY11420" fmla="*/ 4087463 h 5143785"/>
              <a:gd name="connsiteX11421" fmla="*/ 1016603 w 3114960"/>
              <a:gd name="connsiteY11421" fmla="*/ 4092988 h 5143785"/>
              <a:gd name="connsiteX11422" fmla="*/ 1030034 w 3114960"/>
              <a:gd name="connsiteY11422" fmla="*/ 4092988 h 5143785"/>
              <a:gd name="connsiteX11423" fmla="*/ 1035558 w 3114960"/>
              <a:gd name="connsiteY11423" fmla="*/ 4087463 h 5143785"/>
              <a:gd name="connsiteX11424" fmla="*/ 1035558 w 3114960"/>
              <a:gd name="connsiteY11424" fmla="*/ 4074033 h 5143785"/>
              <a:gd name="connsiteX11425" fmla="*/ 1030034 w 3114960"/>
              <a:gd name="connsiteY11425" fmla="*/ 4068509 h 5143785"/>
              <a:gd name="connsiteX11426" fmla="*/ 1025652 w 3114960"/>
              <a:gd name="connsiteY11426" fmla="*/ 4068509 h 5143785"/>
              <a:gd name="connsiteX11427" fmla="*/ 1024509 w 3114960"/>
              <a:gd name="connsiteY11427" fmla="*/ 3969258 h 5143785"/>
              <a:gd name="connsiteX11428" fmla="*/ 1045750 w 3114960"/>
              <a:gd name="connsiteY11428" fmla="*/ 3944779 h 5143785"/>
              <a:gd name="connsiteX11429" fmla="*/ 1045750 w 3114960"/>
              <a:gd name="connsiteY11429" fmla="*/ 3867912 h 5143785"/>
              <a:gd name="connsiteX11430" fmla="*/ 760476 w 3114960"/>
              <a:gd name="connsiteY11430" fmla="*/ 3864007 h 5143785"/>
              <a:gd name="connsiteX11431" fmla="*/ 752570 w 3114960"/>
              <a:gd name="connsiteY11431" fmla="*/ 3856101 h 5143785"/>
              <a:gd name="connsiteX11432" fmla="*/ 760476 w 3114960"/>
              <a:gd name="connsiteY11432" fmla="*/ 3848195 h 5143785"/>
              <a:gd name="connsiteX11433" fmla="*/ 768382 w 3114960"/>
              <a:gd name="connsiteY11433" fmla="*/ 3856101 h 5143785"/>
              <a:gd name="connsiteX11434" fmla="*/ 760476 w 3114960"/>
              <a:gd name="connsiteY11434" fmla="*/ 3864007 h 5143785"/>
              <a:gd name="connsiteX11435" fmla="*/ 899827 w 3114960"/>
              <a:gd name="connsiteY11435" fmla="*/ 3862864 h 5143785"/>
              <a:gd name="connsiteX11436" fmla="*/ 896588 w 3114960"/>
              <a:gd name="connsiteY11436" fmla="*/ 3862864 h 5143785"/>
              <a:gd name="connsiteX11437" fmla="*/ 896588 w 3114960"/>
              <a:gd name="connsiteY11437" fmla="*/ 3849434 h 5143785"/>
              <a:gd name="connsiteX11438" fmla="*/ 899827 w 3114960"/>
              <a:gd name="connsiteY11438" fmla="*/ 3849434 h 5143785"/>
              <a:gd name="connsiteX11439" fmla="*/ 899827 w 3114960"/>
              <a:gd name="connsiteY11439" fmla="*/ 3862864 h 5143785"/>
              <a:gd name="connsiteX11440" fmla="*/ 961549 w 3114960"/>
              <a:gd name="connsiteY11440" fmla="*/ 3795903 h 5143785"/>
              <a:gd name="connsiteX11441" fmla="*/ 958310 w 3114960"/>
              <a:gd name="connsiteY11441" fmla="*/ 3795903 h 5143785"/>
              <a:gd name="connsiteX11442" fmla="*/ 958310 w 3114960"/>
              <a:gd name="connsiteY11442" fmla="*/ 3782473 h 5143785"/>
              <a:gd name="connsiteX11443" fmla="*/ 961549 w 3114960"/>
              <a:gd name="connsiteY11443" fmla="*/ 3782473 h 5143785"/>
              <a:gd name="connsiteX11444" fmla="*/ 961549 w 3114960"/>
              <a:gd name="connsiteY11444" fmla="*/ 3795903 h 5143785"/>
              <a:gd name="connsiteX11445" fmla="*/ 981932 w 3114960"/>
              <a:gd name="connsiteY11445" fmla="*/ 3795903 h 5143785"/>
              <a:gd name="connsiteX11446" fmla="*/ 978694 w 3114960"/>
              <a:gd name="connsiteY11446" fmla="*/ 3795903 h 5143785"/>
              <a:gd name="connsiteX11447" fmla="*/ 978694 w 3114960"/>
              <a:gd name="connsiteY11447" fmla="*/ 3782473 h 5143785"/>
              <a:gd name="connsiteX11448" fmla="*/ 981932 w 3114960"/>
              <a:gd name="connsiteY11448" fmla="*/ 3782473 h 5143785"/>
              <a:gd name="connsiteX11449" fmla="*/ 981932 w 3114960"/>
              <a:gd name="connsiteY11449" fmla="*/ 3795903 h 5143785"/>
              <a:gd name="connsiteX11450" fmla="*/ 1030224 w 3114960"/>
              <a:gd name="connsiteY11450" fmla="*/ 4072985 h 5143785"/>
              <a:gd name="connsiteX11451" fmla="*/ 1030986 w 3114960"/>
              <a:gd name="connsiteY11451" fmla="*/ 4073747 h 5143785"/>
              <a:gd name="connsiteX11452" fmla="*/ 1030986 w 3114960"/>
              <a:gd name="connsiteY11452" fmla="*/ 4087178 h 5143785"/>
              <a:gd name="connsiteX11453" fmla="*/ 1030224 w 3114960"/>
              <a:gd name="connsiteY11453" fmla="*/ 4087940 h 5143785"/>
              <a:gd name="connsiteX11454" fmla="*/ 1016794 w 3114960"/>
              <a:gd name="connsiteY11454" fmla="*/ 4087940 h 5143785"/>
              <a:gd name="connsiteX11455" fmla="*/ 1016032 w 3114960"/>
              <a:gd name="connsiteY11455" fmla="*/ 4087178 h 5143785"/>
              <a:gd name="connsiteX11456" fmla="*/ 1016032 w 3114960"/>
              <a:gd name="connsiteY11456" fmla="*/ 4073747 h 5143785"/>
              <a:gd name="connsiteX11457" fmla="*/ 1016794 w 3114960"/>
              <a:gd name="connsiteY11457" fmla="*/ 4072985 h 5143785"/>
              <a:gd name="connsiteX11458" fmla="*/ 1030224 w 3114960"/>
              <a:gd name="connsiteY11458" fmla="*/ 4072985 h 5143785"/>
              <a:gd name="connsiteX11459" fmla="*/ 1043654 w 3114960"/>
              <a:gd name="connsiteY11459" fmla="*/ 3862864 h 5143785"/>
              <a:gd name="connsiteX11460" fmla="*/ 1040416 w 3114960"/>
              <a:gd name="connsiteY11460" fmla="*/ 3862864 h 5143785"/>
              <a:gd name="connsiteX11461" fmla="*/ 1040416 w 3114960"/>
              <a:gd name="connsiteY11461" fmla="*/ 3849434 h 5143785"/>
              <a:gd name="connsiteX11462" fmla="*/ 1043654 w 3114960"/>
              <a:gd name="connsiteY11462" fmla="*/ 3849434 h 5143785"/>
              <a:gd name="connsiteX11463" fmla="*/ 1043654 w 3114960"/>
              <a:gd name="connsiteY11463" fmla="*/ 3862864 h 5143785"/>
              <a:gd name="connsiteX11464" fmla="*/ 609124 w 3114960"/>
              <a:gd name="connsiteY11464" fmla="*/ 2307241 h 5143785"/>
              <a:gd name="connsiteX11465" fmla="*/ 601885 w 3114960"/>
              <a:gd name="connsiteY11465" fmla="*/ 2300764 h 5143785"/>
              <a:gd name="connsiteX11466" fmla="*/ 585597 w 3114960"/>
              <a:gd name="connsiteY11466" fmla="*/ 2308479 h 5143785"/>
              <a:gd name="connsiteX11467" fmla="*/ 586073 w 3114960"/>
              <a:gd name="connsiteY11467" fmla="*/ 2318195 h 5143785"/>
              <a:gd name="connsiteX11468" fmla="*/ 593312 w 3114960"/>
              <a:gd name="connsiteY11468" fmla="*/ 2324672 h 5143785"/>
              <a:gd name="connsiteX11469" fmla="*/ 597599 w 3114960"/>
              <a:gd name="connsiteY11469" fmla="*/ 2325434 h 5143785"/>
              <a:gd name="connsiteX11470" fmla="*/ 603028 w 3114960"/>
              <a:gd name="connsiteY11470" fmla="*/ 2324195 h 5143785"/>
              <a:gd name="connsiteX11471" fmla="*/ 605123 w 3114960"/>
              <a:gd name="connsiteY11471" fmla="*/ 2322671 h 5143785"/>
              <a:gd name="connsiteX11472" fmla="*/ 669322 w 3114960"/>
              <a:gd name="connsiteY11472" fmla="*/ 2393537 h 5143785"/>
              <a:gd name="connsiteX11473" fmla="*/ 668655 w 3114960"/>
              <a:gd name="connsiteY11473" fmla="*/ 2509552 h 5143785"/>
              <a:gd name="connsiteX11474" fmla="*/ 535781 w 3114960"/>
              <a:gd name="connsiteY11474" fmla="*/ 2649569 h 5143785"/>
              <a:gd name="connsiteX11475" fmla="*/ 532829 w 3114960"/>
              <a:gd name="connsiteY11475" fmla="*/ 2647760 h 5143785"/>
              <a:gd name="connsiteX11476" fmla="*/ 516255 w 3114960"/>
              <a:gd name="connsiteY11476" fmla="*/ 2654713 h 5143785"/>
              <a:gd name="connsiteX11477" fmla="*/ 516255 w 3114960"/>
              <a:gd name="connsiteY11477" fmla="*/ 2664428 h 5143785"/>
              <a:gd name="connsiteX11478" fmla="*/ 523208 w 3114960"/>
              <a:gd name="connsiteY11478" fmla="*/ 2671286 h 5143785"/>
              <a:gd name="connsiteX11479" fmla="*/ 527971 w 3114960"/>
              <a:gd name="connsiteY11479" fmla="*/ 2672239 h 5143785"/>
              <a:gd name="connsiteX11480" fmla="*/ 539782 w 3114960"/>
              <a:gd name="connsiteY11480" fmla="*/ 2664333 h 5143785"/>
              <a:gd name="connsiteX11481" fmla="*/ 538925 w 3114960"/>
              <a:gd name="connsiteY11481" fmla="*/ 2653094 h 5143785"/>
              <a:gd name="connsiteX11482" fmla="*/ 672751 w 3114960"/>
              <a:gd name="connsiteY11482" fmla="*/ 2512028 h 5143785"/>
              <a:gd name="connsiteX11483" fmla="*/ 673418 w 3114960"/>
              <a:gd name="connsiteY11483" fmla="*/ 2511362 h 5143785"/>
              <a:gd name="connsiteX11484" fmla="*/ 674084 w 3114960"/>
              <a:gd name="connsiteY11484" fmla="*/ 2391632 h 5143785"/>
              <a:gd name="connsiteX11485" fmla="*/ 608267 w 3114960"/>
              <a:gd name="connsiteY11485" fmla="*/ 2319052 h 5143785"/>
              <a:gd name="connsiteX11486" fmla="*/ 609505 w 3114960"/>
              <a:gd name="connsiteY11486" fmla="*/ 2316956 h 5143785"/>
              <a:gd name="connsiteX11487" fmla="*/ 609029 w 3114960"/>
              <a:gd name="connsiteY11487" fmla="*/ 2307241 h 5143785"/>
              <a:gd name="connsiteX11488" fmla="*/ 605123 w 3114960"/>
              <a:gd name="connsiteY11488" fmla="*/ 2315432 h 5143785"/>
              <a:gd name="connsiteX11489" fmla="*/ 594932 w 3114960"/>
              <a:gd name="connsiteY11489" fmla="*/ 2320290 h 5143785"/>
              <a:gd name="connsiteX11490" fmla="*/ 590074 w 3114960"/>
              <a:gd name="connsiteY11490" fmla="*/ 2310098 h 5143785"/>
              <a:gd name="connsiteX11491" fmla="*/ 597599 w 3114960"/>
              <a:gd name="connsiteY11491" fmla="*/ 2304764 h 5143785"/>
              <a:gd name="connsiteX11492" fmla="*/ 600266 w 3114960"/>
              <a:gd name="connsiteY11492" fmla="*/ 2305241 h 5143785"/>
              <a:gd name="connsiteX11493" fmla="*/ 604742 w 3114960"/>
              <a:gd name="connsiteY11493" fmla="*/ 2309336 h 5143785"/>
              <a:gd name="connsiteX11494" fmla="*/ 605028 w 3114960"/>
              <a:gd name="connsiteY11494" fmla="*/ 2315432 h 5143785"/>
              <a:gd name="connsiteX11495" fmla="*/ 535496 w 3114960"/>
              <a:gd name="connsiteY11495" fmla="*/ 2662619 h 5143785"/>
              <a:gd name="connsiteX11496" fmla="*/ 525113 w 3114960"/>
              <a:gd name="connsiteY11496" fmla="*/ 2667000 h 5143785"/>
              <a:gd name="connsiteX11497" fmla="*/ 520827 w 3114960"/>
              <a:gd name="connsiteY11497" fmla="*/ 2662714 h 5143785"/>
              <a:gd name="connsiteX11498" fmla="*/ 520827 w 3114960"/>
              <a:gd name="connsiteY11498" fmla="*/ 2656618 h 5143785"/>
              <a:gd name="connsiteX11499" fmla="*/ 528161 w 3114960"/>
              <a:gd name="connsiteY11499" fmla="*/ 2651665 h 5143785"/>
              <a:gd name="connsiteX11500" fmla="*/ 531114 w 3114960"/>
              <a:gd name="connsiteY11500" fmla="*/ 2652236 h 5143785"/>
              <a:gd name="connsiteX11501" fmla="*/ 535496 w 3114960"/>
              <a:gd name="connsiteY11501" fmla="*/ 2662619 h 5143785"/>
              <a:gd name="connsiteX11502" fmla="*/ 1334072 w 3114960"/>
              <a:gd name="connsiteY11502" fmla="*/ 4149662 h 5143785"/>
              <a:gd name="connsiteX11503" fmla="*/ 1347311 w 3114960"/>
              <a:gd name="connsiteY11503" fmla="*/ 4151281 h 5143785"/>
              <a:gd name="connsiteX11504" fmla="*/ 1348931 w 3114960"/>
              <a:gd name="connsiteY11504" fmla="*/ 4138041 h 5143785"/>
              <a:gd name="connsiteX11505" fmla="*/ 1337120 w 3114960"/>
              <a:gd name="connsiteY11505" fmla="*/ 4135660 h 5143785"/>
              <a:gd name="connsiteX11506" fmla="*/ 1290352 w 3114960"/>
              <a:gd name="connsiteY11506" fmla="*/ 4084701 h 5143785"/>
              <a:gd name="connsiteX11507" fmla="*/ 1200150 w 3114960"/>
              <a:gd name="connsiteY11507" fmla="*/ 4084701 h 5143785"/>
              <a:gd name="connsiteX11508" fmla="*/ 1185291 w 3114960"/>
              <a:gd name="connsiteY11508" fmla="*/ 4071557 h 5143785"/>
              <a:gd name="connsiteX11509" fmla="*/ 1183481 w 3114960"/>
              <a:gd name="connsiteY11509" fmla="*/ 4054221 h 5143785"/>
              <a:gd name="connsiteX11510" fmla="*/ 1183481 w 3114960"/>
              <a:gd name="connsiteY11510" fmla="*/ 4054221 h 5143785"/>
              <a:gd name="connsiteX11511" fmla="*/ 1173290 w 3114960"/>
              <a:gd name="connsiteY11511" fmla="*/ 4049649 h 5143785"/>
              <a:gd name="connsiteX11512" fmla="*/ 1173290 w 3114960"/>
              <a:gd name="connsiteY11512" fmla="*/ 3988308 h 5143785"/>
              <a:gd name="connsiteX11513" fmla="*/ 1195578 w 3114960"/>
              <a:gd name="connsiteY11513" fmla="*/ 3966305 h 5143785"/>
              <a:gd name="connsiteX11514" fmla="*/ 1195578 w 3114960"/>
              <a:gd name="connsiteY11514" fmla="*/ 3867722 h 5143785"/>
              <a:gd name="connsiteX11515" fmla="*/ 1196435 w 3114960"/>
              <a:gd name="connsiteY11515" fmla="*/ 3867722 h 5143785"/>
              <a:gd name="connsiteX11516" fmla="*/ 1198817 w 3114960"/>
              <a:gd name="connsiteY11516" fmla="*/ 3865340 h 5143785"/>
              <a:gd name="connsiteX11517" fmla="*/ 1198817 w 3114960"/>
              <a:gd name="connsiteY11517" fmla="*/ 3858578 h 5143785"/>
              <a:gd name="connsiteX11518" fmla="*/ 1243394 w 3114960"/>
              <a:gd name="connsiteY11518" fmla="*/ 3858578 h 5143785"/>
              <a:gd name="connsiteX11519" fmla="*/ 1254157 w 3114960"/>
              <a:gd name="connsiteY11519" fmla="*/ 3847814 h 5143785"/>
              <a:gd name="connsiteX11520" fmla="*/ 1243394 w 3114960"/>
              <a:gd name="connsiteY11520" fmla="*/ 3837051 h 5143785"/>
              <a:gd name="connsiteX11521" fmla="*/ 1205389 w 3114960"/>
              <a:gd name="connsiteY11521" fmla="*/ 3837051 h 5143785"/>
              <a:gd name="connsiteX11522" fmla="*/ 1199388 w 3114960"/>
              <a:gd name="connsiteY11522" fmla="*/ 3831050 h 5143785"/>
              <a:gd name="connsiteX11523" fmla="*/ 1205389 w 3114960"/>
              <a:gd name="connsiteY11523" fmla="*/ 3825050 h 5143785"/>
              <a:gd name="connsiteX11524" fmla="*/ 1243394 w 3114960"/>
              <a:gd name="connsiteY11524" fmla="*/ 3825050 h 5143785"/>
              <a:gd name="connsiteX11525" fmla="*/ 1254157 w 3114960"/>
              <a:gd name="connsiteY11525" fmla="*/ 3814286 h 5143785"/>
              <a:gd name="connsiteX11526" fmla="*/ 1243394 w 3114960"/>
              <a:gd name="connsiteY11526" fmla="*/ 3803523 h 5143785"/>
              <a:gd name="connsiteX11527" fmla="*/ 1205294 w 3114960"/>
              <a:gd name="connsiteY11527" fmla="*/ 3803523 h 5143785"/>
              <a:gd name="connsiteX11528" fmla="*/ 1199293 w 3114960"/>
              <a:gd name="connsiteY11528" fmla="*/ 3797522 h 5143785"/>
              <a:gd name="connsiteX11529" fmla="*/ 1205294 w 3114960"/>
              <a:gd name="connsiteY11529" fmla="*/ 3791522 h 5143785"/>
              <a:gd name="connsiteX11530" fmla="*/ 1247775 w 3114960"/>
              <a:gd name="connsiteY11530" fmla="*/ 3791522 h 5143785"/>
              <a:gd name="connsiteX11531" fmla="*/ 1247775 w 3114960"/>
              <a:gd name="connsiteY11531" fmla="*/ 3798284 h 5143785"/>
              <a:gd name="connsiteX11532" fmla="*/ 1250156 w 3114960"/>
              <a:gd name="connsiteY11532" fmla="*/ 3800666 h 5143785"/>
              <a:gd name="connsiteX11533" fmla="*/ 1258157 w 3114960"/>
              <a:gd name="connsiteY11533" fmla="*/ 3800666 h 5143785"/>
              <a:gd name="connsiteX11534" fmla="*/ 1260539 w 3114960"/>
              <a:gd name="connsiteY11534" fmla="*/ 3798284 h 5143785"/>
              <a:gd name="connsiteX11535" fmla="*/ 1260539 w 3114960"/>
              <a:gd name="connsiteY11535" fmla="*/ 3791522 h 5143785"/>
              <a:gd name="connsiteX11536" fmla="*/ 1268159 w 3114960"/>
              <a:gd name="connsiteY11536" fmla="*/ 3791522 h 5143785"/>
              <a:gd name="connsiteX11537" fmla="*/ 1268159 w 3114960"/>
              <a:gd name="connsiteY11537" fmla="*/ 3798284 h 5143785"/>
              <a:gd name="connsiteX11538" fmla="*/ 1270540 w 3114960"/>
              <a:gd name="connsiteY11538" fmla="*/ 3800666 h 5143785"/>
              <a:gd name="connsiteX11539" fmla="*/ 1278541 w 3114960"/>
              <a:gd name="connsiteY11539" fmla="*/ 3800666 h 5143785"/>
              <a:gd name="connsiteX11540" fmla="*/ 1280922 w 3114960"/>
              <a:gd name="connsiteY11540" fmla="*/ 3798284 h 5143785"/>
              <a:gd name="connsiteX11541" fmla="*/ 1280922 w 3114960"/>
              <a:gd name="connsiteY11541" fmla="*/ 3791617 h 5143785"/>
              <a:gd name="connsiteX11542" fmla="*/ 1325499 w 3114960"/>
              <a:gd name="connsiteY11542" fmla="*/ 3791617 h 5143785"/>
              <a:gd name="connsiteX11543" fmla="*/ 1331500 w 3114960"/>
              <a:gd name="connsiteY11543" fmla="*/ 3797618 h 5143785"/>
              <a:gd name="connsiteX11544" fmla="*/ 1325499 w 3114960"/>
              <a:gd name="connsiteY11544" fmla="*/ 3803618 h 5143785"/>
              <a:gd name="connsiteX11545" fmla="*/ 1287494 w 3114960"/>
              <a:gd name="connsiteY11545" fmla="*/ 3803618 h 5143785"/>
              <a:gd name="connsiteX11546" fmla="*/ 1276731 w 3114960"/>
              <a:gd name="connsiteY11546" fmla="*/ 3814382 h 5143785"/>
              <a:gd name="connsiteX11547" fmla="*/ 1287494 w 3114960"/>
              <a:gd name="connsiteY11547" fmla="*/ 3825145 h 5143785"/>
              <a:gd name="connsiteX11548" fmla="*/ 1325499 w 3114960"/>
              <a:gd name="connsiteY11548" fmla="*/ 3825145 h 5143785"/>
              <a:gd name="connsiteX11549" fmla="*/ 1331500 w 3114960"/>
              <a:gd name="connsiteY11549" fmla="*/ 3831146 h 5143785"/>
              <a:gd name="connsiteX11550" fmla="*/ 1325499 w 3114960"/>
              <a:gd name="connsiteY11550" fmla="*/ 3837146 h 5143785"/>
              <a:gd name="connsiteX11551" fmla="*/ 1287399 w 3114960"/>
              <a:gd name="connsiteY11551" fmla="*/ 3837146 h 5143785"/>
              <a:gd name="connsiteX11552" fmla="*/ 1276636 w 3114960"/>
              <a:gd name="connsiteY11552" fmla="*/ 3847910 h 5143785"/>
              <a:gd name="connsiteX11553" fmla="*/ 1287399 w 3114960"/>
              <a:gd name="connsiteY11553" fmla="*/ 3858673 h 5143785"/>
              <a:gd name="connsiteX11554" fmla="*/ 1329881 w 3114960"/>
              <a:gd name="connsiteY11554" fmla="*/ 3858673 h 5143785"/>
              <a:gd name="connsiteX11555" fmla="*/ 1329881 w 3114960"/>
              <a:gd name="connsiteY11555" fmla="*/ 3865436 h 5143785"/>
              <a:gd name="connsiteX11556" fmla="*/ 1332262 w 3114960"/>
              <a:gd name="connsiteY11556" fmla="*/ 3867817 h 5143785"/>
              <a:gd name="connsiteX11557" fmla="*/ 1332643 w 3114960"/>
              <a:gd name="connsiteY11557" fmla="*/ 3867817 h 5143785"/>
              <a:gd name="connsiteX11558" fmla="*/ 1332643 w 3114960"/>
              <a:gd name="connsiteY11558" fmla="*/ 3876199 h 5143785"/>
              <a:gd name="connsiteX11559" fmla="*/ 1339787 w 3114960"/>
              <a:gd name="connsiteY11559" fmla="*/ 3876199 h 5143785"/>
              <a:gd name="connsiteX11560" fmla="*/ 1339787 w 3114960"/>
              <a:gd name="connsiteY11560" fmla="*/ 3867817 h 5143785"/>
              <a:gd name="connsiteX11561" fmla="*/ 1340168 w 3114960"/>
              <a:gd name="connsiteY11561" fmla="*/ 3867817 h 5143785"/>
              <a:gd name="connsiteX11562" fmla="*/ 1342549 w 3114960"/>
              <a:gd name="connsiteY11562" fmla="*/ 3865436 h 5143785"/>
              <a:gd name="connsiteX11563" fmla="*/ 1342549 w 3114960"/>
              <a:gd name="connsiteY11563" fmla="*/ 3858673 h 5143785"/>
              <a:gd name="connsiteX11564" fmla="*/ 1353598 w 3114960"/>
              <a:gd name="connsiteY11564" fmla="*/ 3858673 h 5143785"/>
              <a:gd name="connsiteX11565" fmla="*/ 1353598 w 3114960"/>
              <a:gd name="connsiteY11565" fmla="*/ 3927062 h 5143785"/>
              <a:gd name="connsiteX11566" fmla="*/ 1325023 w 3114960"/>
              <a:gd name="connsiteY11566" fmla="*/ 3962400 h 5143785"/>
              <a:gd name="connsiteX11567" fmla="*/ 1232821 w 3114960"/>
              <a:gd name="connsiteY11567" fmla="*/ 3962210 h 5143785"/>
              <a:gd name="connsiteX11568" fmla="*/ 1226344 w 3114960"/>
              <a:gd name="connsiteY11568" fmla="*/ 3953828 h 5143785"/>
              <a:gd name="connsiteX11569" fmla="*/ 1225010 w 3114960"/>
              <a:gd name="connsiteY11569" fmla="*/ 3953542 h 5143785"/>
              <a:gd name="connsiteX11570" fmla="*/ 1225010 w 3114960"/>
              <a:gd name="connsiteY11570" fmla="*/ 3945636 h 5143785"/>
              <a:gd name="connsiteX11571" fmla="*/ 1217867 w 3114960"/>
              <a:gd name="connsiteY11571" fmla="*/ 3945636 h 5143785"/>
              <a:gd name="connsiteX11572" fmla="*/ 1217867 w 3114960"/>
              <a:gd name="connsiteY11572" fmla="*/ 3953447 h 5143785"/>
              <a:gd name="connsiteX11573" fmla="*/ 1217295 w 3114960"/>
              <a:gd name="connsiteY11573" fmla="*/ 3953542 h 5143785"/>
              <a:gd name="connsiteX11574" fmla="*/ 1210723 w 3114960"/>
              <a:gd name="connsiteY11574" fmla="*/ 3959733 h 5143785"/>
              <a:gd name="connsiteX11575" fmla="*/ 1216628 w 3114960"/>
              <a:gd name="connsiteY11575" fmla="*/ 3975354 h 5143785"/>
              <a:gd name="connsiteX11576" fmla="*/ 1221486 w 3114960"/>
              <a:gd name="connsiteY11576" fmla="*/ 3976402 h 5143785"/>
              <a:gd name="connsiteX11577" fmla="*/ 1232345 w 3114960"/>
              <a:gd name="connsiteY11577" fmla="*/ 3969449 h 5143785"/>
              <a:gd name="connsiteX11578" fmla="*/ 1232345 w 3114960"/>
              <a:gd name="connsiteY11578" fmla="*/ 3969449 h 5143785"/>
              <a:gd name="connsiteX11579" fmla="*/ 1232916 w 3114960"/>
              <a:gd name="connsiteY11579" fmla="*/ 3966972 h 5143785"/>
              <a:gd name="connsiteX11580" fmla="*/ 1326261 w 3114960"/>
              <a:gd name="connsiteY11580" fmla="*/ 3967163 h 5143785"/>
              <a:gd name="connsiteX11581" fmla="*/ 1326261 w 3114960"/>
              <a:gd name="connsiteY11581" fmla="*/ 3967163 h 5143785"/>
              <a:gd name="connsiteX11582" fmla="*/ 1328071 w 3114960"/>
              <a:gd name="connsiteY11582" fmla="*/ 3966305 h 5143785"/>
              <a:gd name="connsiteX11583" fmla="*/ 1357979 w 3114960"/>
              <a:gd name="connsiteY11583" fmla="*/ 3929444 h 5143785"/>
              <a:gd name="connsiteX11584" fmla="*/ 1358551 w 3114960"/>
              <a:gd name="connsiteY11584" fmla="*/ 3927920 h 5143785"/>
              <a:gd name="connsiteX11585" fmla="*/ 1358551 w 3114960"/>
              <a:gd name="connsiteY11585" fmla="*/ 3856292 h 5143785"/>
              <a:gd name="connsiteX11586" fmla="*/ 1356074 w 3114960"/>
              <a:gd name="connsiteY11586" fmla="*/ 3853910 h 5143785"/>
              <a:gd name="connsiteX11587" fmla="*/ 1342644 w 3114960"/>
              <a:gd name="connsiteY11587" fmla="*/ 3853910 h 5143785"/>
              <a:gd name="connsiteX11588" fmla="*/ 1342644 w 3114960"/>
              <a:gd name="connsiteY11588" fmla="*/ 3847148 h 5143785"/>
              <a:gd name="connsiteX11589" fmla="*/ 1340263 w 3114960"/>
              <a:gd name="connsiteY11589" fmla="*/ 3844767 h 5143785"/>
              <a:gd name="connsiteX11590" fmla="*/ 1332262 w 3114960"/>
              <a:gd name="connsiteY11590" fmla="*/ 3844767 h 5143785"/>
              <a:gd name="connsiteX11591" fmla="*/ 1329881 w 3114960"/>
              <a:gd name="connsiteY11591" fmla="*/ 3847148 h 5143785"/>
              <a:gd name="connsiteX11592" fmla="*/ 1329881 w 3114960"/>
              <a:gd name="connsiteY11592" fmla="*/ 3853910 h 5143785"/>
              <a:gd name="connsiteX11593" fmla="*/ 1287399 w 3114960"/>
              <a:gd name="connsiteY11593" fmla="*/ 3853910 h 5143785"/>
              <a:gd name="connsiteX11594" fmla="*/ 1281398 w 3114960"/>
              <a:gd name="connsiteY11594" fmla="*/ 3847910 h 5143785"/>
              <a:gd name="connsiteX11595" fmla="*/ 1287399 w 3114960"/>
              <a:gd name="connsiteY11595" fmla="*/ 3841909 h 5143785"/>
              <a:gd name="connsiteX11596" fmla="*/ 1325499 w 3114960"/>
              <a:gd name="connsiteY11596" fmla="*/ 3841909 h 5143785"/>
              <a:gd name="connsiteX11597" fmla="*/ 1336262 w 3114960"/>
              <a:gd name="connsiteY11597" fmla="*/ 3831146 h 5143785"/>
              <a:gd name="connsiteX11598" fmla="*/ 1325499 w 3114960"/>
              <a:gd name="connsiteY11598" fmla="*/ 3820382 h 5143785"/>
              <a:gd name="connsiteX11599" fmla="*/ 1287494 w 3114960"/>
              <a:gd name="connsiteY11599" fmla="*/ 3820382 h 5143785"/>
              <a:gd name="connsiteX11600" fmla="*/ 1281494 w 3114960"/>
              <a:gd name="connsiteY11600" fmla="*/ 3814382 h 5143785"/>
              <a:gd name="connsiteX11601" fmla="*/ 1287494 w 3114960"/>
              <a:gd name="connsiteY11601" fmla="*/ 3808381 h 5143785"/>
              <a:gd name="connsiteX11602" fmla="*/ 1325499 w 3114960"/>
              <a:gd name="connsiteY11602" fmla="*/ 3808381 h 5143785"/>
              <a:gd name="connsiteX11603" fmla="*/ 1336262 w 3114960"/>
              <a:gd name="connsiteY11603" fmla="*/ 3797618 h 5143785"/>
              <a:gd name="connsiteX11604" fmla="*/ 1325499 w 3114960"/>
              <a:gd name="connsiteY11604" fmla="*/ 3786854 h 5143785"/>
              <a:gd name="connsiteX11605" fmla="*/ 1280922 w 3114960"/>
              <a:gd name="connsiteY11605" fmla="*/ 3786854 h 5143785"/>
              <a:gd name="connsiteX11606" fmla="*/ 1280922 w 3114960"/>
              <a:gd name="connsiteY11606" fmla="*/ 3780092 h 5143785"/>
              <a:gd name="connsiteX11607" fmla="*/ 1278541 w 3114960"/>
              <a:gd name="connsiteY11607" fmla="*/ 3777710 h 5143785"/>
              <a:gd name="connsiteX11608" fmla="*/ 1270540 w 3114960"/>
              <a:gd name="connsiteY11608" fmla="*/ 3777710 h 5143785"/>
              <a:gd name="connsiteX11609" fmla="*/ 1268159 w 3114960"/>
              <a:gd name="connsiteY11609" fmla="*/ 3780092 h 5143785"/>
              <a:gd name="connsiteX11610" fmla="*/ 1268159 w 3114960"/>
              <a:gd name="connsiteY11610" fmla="*/ 3786854 h 5143785"/>
              <a:gd name="connsiteX11611" fmla="*/ 1260539 w 3114960"/>
              <a:gd name="connsiteY11611" fmla="*/ 3786854 h 5143785"/>
              <a:gd name="connsiteX11612" fmla="*/ 1260539 w 3114960"/>
              <a:gd name="connsiteY11612" fmla="*/ 3780092 h 5143785"/>
              <a:gd name="connsiteX11613" fmla="*/ 1258157 w 3114960"/>
              <a:gd name="connsiteY11613" fmla="*/ 3777710 h 5143785"/>
              <a:gd name="connsiteX11614" fmla="*/ 1250156 w 3114960"/>
              <a:gd name="connsiteY11614" fmla="*/ 3777710 h 5143785"/>
              <a:gd name="connsiteX11615" fmla="*/ 1247775 w 3114960"/>
              <a:gd name="connsiteY11615" fmla="*/ 3780092 h 5143785"/>
              <a:gd name="connsiteX11616" fmla="*/ 1247775 w 3114960"/>
              <a:gd name="connsiteY11616" fmla="*/ 3786854 h 5143785"/>
              <a:gd name="connsiteX11617" fmla="*/ 1205294 w 3114960"/>
              <a:gd name="connsiteY11617" fmla="*/ 3786854 h 5143785"/>
              <a:gd name="connsiteX11618" fmla="*/ 1194530 w 3114960"/>
              <a:gd name="connsiteY11618" fmla="*/ 3797618 h 5143785"/>
              <a:gd name="connsiteX11619" fmla="*/ 1205294 w 3114960"/>
              <a:gd name="connsiteY11619" fmla="*/ 3808381 h 5143785"/>
              <a:gd name="connsiteX11620" fmla="*/ 1243394 w 3114960"/>
              <a:gd name="connsiteY11620" fmla="*/ 3808381 h 5143785"/>
              <a:gd name="connsiteX11621" fmla="*/ 1249394 w 3114960"/>
              <a:gd name="connsiteY11621" fmla="*/ 3814382 h 5143785"/>
              <a:gd name="connsiteX11622" fmla="*/ 1243394 w 3114960"/>
              <a:gd name="connsiteY11622" fmla="*/ 3820382 h 5143785"/>
              <a:gd name="connsiteX11623" fmla="*/ 1205389 w 3114960"/>
              <a:gd name="connsiteY11623" fmla="*/ 3820382 h 5143785"/>
              <a:gd name="connsiteX11624" fmla="*/ 1194626 w 3114960"/>
              <a:gd name="connsiteY11624" fmla="*/ 3831146 h 5143785"/>
              <a:gd name="connsiteX11625" fmla="*/ 1205389 w 3114960"/>
              <a:gd name="connsiteY11625" fmla="*/ 3841909 h 5143785"/>
              <a:gd name="connsiteX11626" fmla="*/ 1243394 w 3114960"/>
              <a:gd name="connsiteY11626" fmla="*/ 3841909 h 5143785"/>
              <a:gd name="connsiteX11627" fmla="*/ 1249394 w 3114960"/>
              <a:gd name="connsiteY11627" fmla="*/ 3847910 h 5143785"/>
              <a:gd name="connsiteX11628" fmla="*/ 1243394 w 3114960"/>
              <a:gd name="connsiteY11628" fmla="*/ 3853910 h 5143785"/>
              <a:gd name="connsiteX11629" fmla="*/ 1198817 w 3114960"/>
              <a:gd name="connsiteY11629" fmla="*/ 3853910 h 5143785"/>
              <a:gd name="connsiteX11630" fmla="*/ 1198817 w 3114960"/>
              <a:gd name="connsiteY11630" fmla="*/ 3847243 h 5143785"/>
              <a:gd name="connsiteX11631" fmla="*/ 1196435 w 3114960"/>
              <a:gd name="connsiteY11631" fmla="*/ 3844862 h 5143785"/>
              <a:gd name="connsiteX11632" fmla="*/ 1188434 w 3114960"/>
              <a:gd name="connsiteY11632" fmla="*/ 3844862 h 5143785"/>
              <a:gd name="connsiteX11633" fmla="*/ 1186053 w 3114960"/>
              <a:gd name="connsiteY11633" fmla="*/ 3847243 h 5143785"/>
              <a:gd name="connsiteX11634" fmla="*/ 1186053 w 3114960"/>
              <a:gd name="connsiteY11634" fmla="*/ 3865436 h 5143785"/>
              <a:gd name="connsiteX11635" fmla="*/ 1188434 w 3114960"/>
              <a:gd name="connsiteY11635" fmla="*/ 3867817 h 5143785"/>
              <a:gd name="connsiteX11636" fmla="*/ 1190720 w 3114960"/>
              <a:gd name="connsiteY11636" fmla="*/ 3867817 h 5143785"/>
              <a:gd name="connsiteX11637" fmla="*/ 1190720 w 3114960"/>
              <a:gd name="connsiteY11637" fmla="*/ 3964400 h 5143785"/>
              <a:gd name="connsiteX11638" fmla="*/ 1168622 w 3114960"/>
              <a:gd name="connsiteY11638" fmla="*/ 3986403 h 5143785"/>
              <a:gd name="connsiteX11639" fmla="*/ 1168622 w 3114960"/>
              <a:gd name="connsiteY11639" fmla="*/ 4050411 h 5143785"/>
              <a:gd name="connsiteX11640" fmla="*/ 1162907 w 3114960"/>
              <a:gd name="connsiteY11640" fmla="*/ 4053650 h 5143785"/>
              <a:gd name="connsiteX11641" fmla="*/ 1158240 w 3114960"/>
              <a:gd name="connsiteY11641" fmla="*/ 4063746 h 5143785"/>
              <a:gd name="connsiteX11642" fmla="*/ 1162145 w 3114960"/>
              <a:gd name="connsiteY11642" fmla="*/ 4074128 h 5143785"/>
              <a:gd name="connsiteX11643" fmla="*/ 1172242 w 3114960"/>
              <a:gd name="connsiteY11643" fmla="*/ 4078796 h 5143785"/>
              <a:gd name="connsiteX11644" fmla="*/ 1172813 w 3114960"/>
              <a:gd name="connsiteY11644" fmla="*/ 4078796 h 5143785"/>
              <a:gd name="connsiteX11645" fmla="*/ 1182148 w 3114960"/>
              <a:gd name="connsiteY11645" fmla="*/ 4075271 h 5143785"/>
              <a:gd name="connsiteX11646" fmla="*/ 1198245 w 3114960"/>
              <a:gd name="connsiteY11646" fmla="*/ 4089559 h 5143785"/>
              <a:gd name="connsiteX11647" fmla="*/ 1288161 w 3114960"/>
              <a:gd name="connsiteY11647" fmla="*/ 4089559 h 5143785"/>
              <a:gd name="connsiteX11648" fmla="*/ 1333500 w 3114960"/>
              <a:gd name="connsiteY11648" fmla="*/ 4138898 h 5143785"/>
              <a:gd name="connsiteX11649" fmla="*/ 1333976 w 3114960"/>
              <a:gd name="connsiteY11649" fmla="*/ 4149757 h 5143785"/>
              <a:gd name="connsiteX11650" fmla="*/ 1228535 w 3114960"/>
              <a:gd name="connsiteY11650" fmla="*/ 3965543 h 5143785"/>
              <a:gd name="connsiteX11651" fmla="*/ 1228153 w 3114960"/>
              <a:gd name="connsiteY11651" fmla="*/ 3967258 h 5143785"/>
              <a:gd name="connsiteX11652" fmla="*/ 1218819 w 3114960"/>
              <a:gd name="connsiteY11652" fmla="*/ 3970782 h 5143785"/>
              <a:gd name="connsiteX11653" fmla="*/ 1215295 w 3114960"/>
              <a:gd name="connsiteY11653" fmla="*/ 3961448 h 5143785"/>
              <a:gd name="connsiteX11654" fmla="*/ 1221772 w 3114960"/>
              <a:gd name="connsiteY11654" fmla="*/ 3957257 h 5143785"/>
              <a:gd name="connsiteX11655" fmla="*/ 1224629 w 3114960"/>
              <a:gd name="connsiteY11655" fmla="*/ 3957923 h 5143785"/>
              <a:gd name="connsiteX11656" fmla="*/ 1228535 w 3114960"/>
              <a:gd name="connsiteY11656" fmla="*/ 3963162 h 5143785"/>
              <a:gd name="connsiteX11657" fmla="*/ 1228535 w 3114960"/>
              <a:gd name="connsiteY11657" fmla="*/ 3965543 h 5143785"/>
              <a:gd name="connsiteX11658" fmla="*/ 1334834 w 3114960"/>
              <a:gd name="connsiteY11658" fmla="*/ 3849338 h 5143785"/>
              <a:gd name="connsiteX11659" fmla="*/ 1338072 w 3114960"/>
              <a:gd name="connsiteY11659" fmla="*/ 3849338 h 5143785"/>
              <a:gd name="connsiteX11660" fmla="*/ 1338072 w 3114960"/>
              <a:gd name="connsiteY11660" fmla="*/ 3862769 h 5143785"/>
              <a:gd name="connsiteX11661" fmla="*/ 1334834 w 3114960"/>
              <a:gd name="connsiteY11661" fmla="*/ 3862769 h 5143785"/>
              <a:gd name="connsiteX11662" fmla="*/ 1334834 w 3114960"/>
              <a:gd name="connsiteY11662" fmla="*/ 3849338 h 5143785"/>
              <a:gd name="connsiteX11663" fmla="*/ 1273016 w 3114960"/>
              <a:gd name="connsiteY11663" fmla="*/ 3782378 h 5143785"/>
              <a:gd name="connsiteX11664" fmla="*/ 1276255 w 3114960"/>
              <a:gd name="connsiteY11664" fmla="*/ 3782378 h 5143785"/>
              <a:gd name="connsiteX11665" fmla="*/ 1276255 w 3114960"/>
              <a:gd name="connsiteY11665" fmla="*/ 3795903 h 5143785"/>
              <a:gd name="connsiteX11666" fmla="*/ 1273016 w 3114960"/>
              <a:gd name="connsiteY11666" fmla="*/ 3795903 h 5143785"/>
              <a:gd name="connsiteX11667" fmla="*/ 1273016 w 3114960"/>
              <a:gd name="connsiteY11667" fmla="*/ 3782378 h 5143785"/>
              <a:gd name="connsiteX11668" fmla="*/ 1252728 w 3114960"/>
              <a:gd name="connsiteY11668" fmla="*/ 3782473 h 5143785"/>
              <a:gd name="connsiteX11669" fmla="*/ 1255967 w 3114960"/>
              <a:gd name="connsiteY11669" fmla="*/ 3782473 h 5143785"/>
              <a:gd name="connsiteX11670" fmla="*/ 1255967 w 3114960"/>
              <a:gd name="connsiteY11670" fmla="*/ 3795903 h 5143785"/>
              <a:gd name="connsiteX11671" fmla="*/ 1252728 w 3114960"/>
              <a:gd name="connsiteY11671" fmla="*/ 3795903 h 5143785"/>
              <a:gd name="connsiteX11672" fmla="*/ 1252728 w 3114960"/>
              <a:gd name="connsiteY11672" fmla="*/ 3782473 h 5143785"/>
              <a:gd name="connsiteX11673" fmla="*/ 1190911 w 3114960"/>
              <a:gd name="connsiteY11673" fmla="*/ 3862864 h 5143785"/>
              <a:gd name="connsiteX11674" fmla="*/ 1190911 w 3114960"/>
              <a:gd name="connsiteY11674" fmla="*/ 3849434 h 5143785"/>
              <a:gd name="connsiteX11675" fmla="*/ 1194149 w 3114960"/>
              <a:gd name="connsiteY11675" fmla="*/ 3849434 h 5143785"/>
              <a:gd name="connsiteX11676" fmla="*/ 1194149 w 3114960"/>
              <a:gd name="connsiteY11676" fmla="*/ 3862864 h 5143785"/>
              <a:gd name="connsiteX11677" fmla="*/ 1190911 w 3114960"/>
              <a:gd name="connsiteY11677" fmla="*/ 3862864 h 5143785"/>
              <a:gd name="connsiteX11678" fmla="*/ 1179671 w 3114960"/>
              <a:gd name="connsiteY11678" fmla="*/ 4071176 h 5143785"/>
              <a:gd name="connsiteX11679" fmla="*/ 1172623 w 3114960"/>
              <a:gd name="connsiteY11679" fmla="*/ 4073747 h 5143785"/>
              <a:gd name="connsiteX11680" fmla="*/ 1165765 w 3114960"/>
              <a:gd name="connsiteY11680" fmla="*/ 4070604 h 5143785"/>
              <a:gd name="connsiteX11681" fmla="*/ 1163193 w 3114960"/>
              <a:gd name="connsiteY11681" fmla="*/ 4063555 h 5143785"/>
              <a:gd name="connsiteX11682" fmla="*/ 1166336 w 3114960"/>
              <a:gd name="connsiteY11682" fmla="*/ 4056698 h 5143785"/>
              <a:gd name="connsiteX11683" fmla="*/ 1173004 w 3114960"/>
              <a:gd name="connsiteY11683" fmla="*/ 4054126 h 5143785"/>
              <a:gd name="connsiteX11684" fmla="*/ 1180148 w 3114960"/>
              <a:gd name="connsiteY11684" fmla="*/ 4057269 h 5143785"/>
              <a:gd name="connsiteX11685" fmla="*/ 1179671 w 3114960"/>
              <a:gd name="connsiteY11685" fmla="*/ 4071080 h 5143785"/>
              <a:gd name="connsiteX11686" fmla="*/ 428720 w 3114960"/>
              <a:gd name="connsiteY11686" fmla="*/ 2109121 h 5143785"/>
              <a:gd name="connsiteX11687" fmla="*/ 420243 w 3114960"/>
              <a:gd name="connsiteY11687" fmla="*/ 2099405 h 5143785"/>
              <a:gd name="connsiteX11688" fmla="*/ 420529 w 3114960"/>
              <a:gd name="connsiteY11688" fmla="*/ 2095595 h 5143785"/>
              <a:gd name="connsiteX11689" fmla="*/ 430244 w 3114960"/>
              <a:gd name="connsiteY11689" fmla="*/ 2087118 h 5143785"/>
              <a:gd name="connsiteX11690" fmla="*/ 431483 w 3114960"/>
              <a:gd name="connsiteY11690" fmla="*/ 2086737 h 5143785"/>
              <a:gd name="connsiteX11691" fmla="*/ 427863 w 3114960"/>
              <a:gd name="connsiteY11691" fmla="*/ 2086737 h 5143785"/>
              <a:gd name="connsiteX11692" fmla="*/ 427863 w 3114960"/>
              <a:gd name="connsiteY11692" fmla="*/ 2081975 h 5143785"/>
              <a:gd name="connsiteX11693" fmla="*/ 435007 w 3114960"/>
              <a:gd name="connsiteY11693" fmla="*/ 2081975 h 5143785"/>
              <a:gd name="connsiteX11694" fmla="*/ 435007 w 3114960"/>
              <a:gd name="connsiteY11694" fmla="*/ 2086737 h 5143785"/>
              <a:gd name="connsiteX11695" fmla="*/ 432721 w 3114960"/>
              <a:gd name="connsiteY11695" fmla="*/ 2086737 h 5143785"/>
              <a:gd name="connsiteX11696" fmla="*/ 434054 w 3114960"/>
              <a:gd name="connsiteY11696" fmla="*/ 2087404 h 5143785"/>
              <a:gd name="connsiteX11697" fmla="*/ 442532 w 3114960"/>
              <a:gd name="connsiteY11697" fmla="*/ 2097119 h 5143785"/>
              <a:gd name="connsiteX11698" fmla="*/ 442246 w 3114960"/>
              <a:gd name="connsiteY11698" fmla="*/ 2100929 h 5143785"/>
              <a:gd name="connsiteX11699" fmla="*/ 432530 w 3114960"/>
              <a:gd name="connsiteY11699" fmla="*/ 2109407 h 5143785"/>
              <a:gd name="connsiteX11700" fmla="*/ 428720 w 3114960"/>
              <a:gd name="connsiteY11700" fmla="*/ 2109121 h 5143785"/>
              <a:gd name="connsiteX11701" fmla="*/ 1811465 w 3114960"/>
              <a:gd name="connsiteY11701" fmla="*/ 756571 h 5143785"/>
              <a:gd name="connsiteX11702" fmla="*/ 1816037 w 3114960"/>
              <a:gd name="connsiteY11702" fmla="*/ 755714 h 5143785"/>
              <a:gd name="connsiteX11703" fmla="*/ 1824038 w 3114960"/>
              <a:gd name="connsiteY11703" fmla="*/ 738473 h 5143785"/>
              <a:gd name="connsiteX11704" fmla="*/ 1814989 w 3114960"/>
              <a:gd name="connsiteY11704" fmla="*/ 730187 h 5143785"/>
              <a:gd name="connsiteX11705" fmla="*/ 1814989 w 3114960"/>
              <a:gd name="connsiteY11705" fmla="*/ 727329 h 5143785"/>
              <a:gd name="connsiteX11706" fmla="*/ 1807845 w 3114960"/>
              <a:gd name="connsiteY11706" fmla="*/ 727329 h 5143785"/>
              <a:gd name="connsiteX11707" fmla="*/ 1807845 w 3114960"/>
              <a:gd name="connsiteY11707" fmla="*/ 730282 h 5143785"/>
              <a:gd name="connsiteX11708" fmla="*/ 1806797 w 3114960"/>
              <a:gd name="connsiteY11708" fmla="*/ 730568 h 5143785"/>
              <a:gd name="connsiteX11709" fmla="*/ 1798796 w 3114960"/>
              <a:gd name="connsiteY11709" fmla="*/ 747808 h 5143785"/>
              <a:gd name="connsiteX11710" fmla="*/ 1811465 w 3114960"/>
              <a:gd name="connsiteY11710" fmla="*/ 756666 h 5143785"/>
              <a:gd name="connsiteX11711" fmla="*/ 1808512 w 3114960"/>
              <a:gd name="connsiteY11711" fmla="*/ 734949 h 5143785"/>
              <a:gd name="connsiteX11712" fmla="*/ 1819656 w 3114960"/>
              <a:gd name="connsiteY11712" fmla="*/ 740188 h 5143785"/>
              <a:gd name="connsiteX11713" fmla="*/ 1814417 w 3114960"/>
              <a:gd name="connsiteY11713" fmla="*/ 751332 h 5143785"/>
              <a:gd name="connsiteX11714" fmla="*/ 1807750 w 3114960"/>
              <a:gd name="connsiteY11714" fmla="*/ 751046 h 5143785"/>
              <a:gd name="connsiteX11715" fmla="*/ 1803273 w 3114960"/>
              <a:gd name="connsiteY11715" fmla="*/ 746189 h 5143785"/>
              <a:gd name="connsiteX11716" fmla="*/ 1808512 w 3114960"/>
              <a:gd name="connsiteY11716" fmla="*/ 735044 h 5143785"/>
              <a:gd name="connsiteX11717" fmla="*/ 1803559 w 3114960"/>
              <a:gd name="connsiteY11717" fmla="*/ 597884 h 5143785"/>
              <a:gd name="connsiteX11718" fmla="*/ 1803559 w 3114960"/>
              <a:gd name="connsiteY11718" fmla="*/ 545592 h 5143785"/>
              <a:gd name="connsiteX11719" fmla="*/ 1803082 w 3114960"/>
              <a:gd name="connsiteY11719" fmla="*/ 544163 h 5143785"/>
              <a:gd name="connsiteX11720" fmla="*/ 1780032 w 3114960"/>
              <a:gd name="connsiteY11720" fmla="*/ 514636 h 5143785"/>
              <a:gd name="connsiteX11721" fmla="*/ 1778127 w 3114960"/>
              <a:gd name="connsiteY11721" fmla="*/ 513683 h 5143785"/>
              <a:gd name="connsiteX11722" fmla="*/ 1776222 w 3114960"/>
              <a:gd name="connsiteY11722" fmla="*/ 514636 h 5143785"/>
              <a:gd name="connsiteX11723" fmla="*/ 1745932 w 3114960"/>
              <a:gd name="connsiteY11723" fmla="*/ 555308 h 5143785"/>
              <a:gd name="connsiteX11724" fmla="*/ 1745456 w 3114960"/>
              <a:gd name="connsiteY11724" fmla="*/ 556736 h 5143785"/>
              <a:gd name="connsiteX11725" fmla="*/ 1744504 w 3114960"/>
              <a:gd name="connsiteY11725" fmla="*/ 679514 h 5143785"/>
              <a:gd name="connsiteX11726" fmla="*/ 1740503 w 3114960"/>
              <a:gd name="connsiteY11726" fmla="*/ 679514 h 5143785"/>
              <a:gd name="connsiteX11727" fmla="*/ 1735455 w 3114960"/>
              <a:gd name="connsiteY11727" fmla="*/ 684562 h 5143785"/>
              <a:gd name="connsiteX11728" fmla="*/ 1735455 w 3114960"/>
              <a:gd name="connsiteY11728" fmla="*/ 697516 h 5143785"/>
              <a:gd name="connsiteX11729" fmla="*/ 1740503 w 3114960"/>
              <a:gd name="connsiteY11729" fmla="*/ 702564 h 5143785"/>
              <a:gd name="connsiteX11730" fmla="*/ 1753457 w 3114960"/>
              <a:gd name="connsiteY11730" fmla="*/ 702564 h 5143785"/>
              <a:gd name="connsiteX11731" fmla="*/ 1758506 w 3114960"/>
              <a:gd name="connsiteY11731" fmla="*/ 697516 h 5143785"/>
              <a:gd name="connsiteX11732" fmla="*/ 1758506 w 3114960"/>
              <a:gd name="connsiteY11732" fmla="*/ 684562 h 5143785"/>
              <a:gd name="connsiteX11733" fmla="*/ 1753457 w 3114960"/>
              <a:gd name="connsiteY11733" fmla="*/ 679514 h 5143785"/>
              <a:gd name="connsiteX11734" fmla="*/ 1749362 w 3114960"/>
              <a:gd name="connsiteY11734" fmla="*/ 679514 h 5143785"/>
              <a:gd name="connsiteX11735" fmla="*/ 1750314 w 3114960"/>
              <a:gd name="connsiteY11735" fmla="*/ 557594 h 5143785"/>
              <a:gd name="connsiteX11736" fmla="*/ 1778222 w 3114960"/>
              <a:gd name="connsiteY11736" fmla="*/ 520065 h 5143785"/>
              <a:gd name="connsiteX11737" fmla="*/ 1798796 w 3114960"/>
              <a:gd name="connsiteY11737" fmla="*/ 546449 h 5143785"/>
              <a:gd name="connsiteX11738" fmla="*/ 1798796 w 3114960"/>
              <a:gd name="connsiteY11738" fmla="*/ 597218 h 5143785"/>
              <a:gd name="connsiteX11739" fmla="*/ 1784985 w 3114960"/>
              <a:gd name="connsiteY11739" fmla="*/ 616553 h 5143785"/>
              <a:gd name="connsiteX11740" fmla="*/ 1778889 w 3114960"/>
              <a:gd name="connsiteY11740" fmla="*/ 615029 h 5143785"/>
              <a:gd name="connsiteX11741" fmla="*/ 1765459 w 3114960"/>
              <a:gd name="connsiteY11741" fmla="*/ 628460 h 5143785"/>
              <a:gd name="connsiteX11742" fmla="*/ 1778889 w 3114960"/>
              <a:gd name="connsiteY11742" fmla="*/ 641890 h 5143785"/>
              <a:gd name="connsiteX11743" fmla="*/ 1792319 w 3114960"/>
              <a:gd name="connsiteY11743" fmla="*/ 628460 h 5143785"/>
              <a:gd name="connsiteX11744" fmla="*/ 1788795 w 3114960"/>
              <a:gd name="connsiteY11744" fmla="*/ 619411 h 5143785"/>
              <a:gd name="connsiteX11745" fmla="*/ 1803178 w 3114960"/>
              <a:gd name="connsiteY11745" fmla="*/ 599313 h 5143785"/>
              <a:gd name="connsiteX11746" fmla="*/ 1803654 w 3114960"/>
              <a:gd name="connsiteY11746" fmla="*/ 597884 h 5143785"/>
              <a:gd name="connsiteX11747" fmla="*/ 1753743 w 3114960"/>
              <a:gd name="connsiteY11747" fmla="*/ 684562 h 5143785"/>
              <a:gd name="connsiteX11748" fmla="*/ 1753457 w 3114960"/>
              <a:gd name="connsiteY11748" fmla="*/ 697802 h 5143785"/>
              <a:gd name="connsiteX11749" fmla="*/ 1740218 w 3114960"/>
              <a:gd name="connsiteY11749" fmla="*/ 697516 h 5143785"/>
              <a:gd name="connsiteX11750" fmla="*/ 1740218 w 3114960"/>
              <a:gd name="connsiteY11750" fmla="*/ 684562 h 5143785"/>
              <a:gd name="connsiteX11751" fmla="*/ 1740503 w 3114960"/>
              <a:gd name="connsiteY11751" fmla="*/ 684276 h 5143785"/>
              <a:gd name="connsiteX11752" fmla="*/ 1753743 w 3114960"/>
              <a:gd name="connsiteY11752" fmla="*/ 684562 h 5143785"/>
              <a:gd name="connsiteX11753" fmla="*/ 1778889 w 3114960"/>
              <a:gd name="connsiteY11753" fmla="*/ 637032 h 5143785"/>
              <a:gd name="connsiteX11754" fmla="*/ 1770221 w 3114960"/>
              <a:gd name="connsiteY11754" fmla="*/ 628364 h 5143785"/>
              <a:gd name="connsiteX11755" fmla="*/ 1778889 w 3114960"/>
              <a:gd name="connsiteY11755" fmla="*/ 619697 h 5143785"/>
              <a:gd name="connsiteX11756" fmla="*/ 1787557 w 3114960"/>
              <a:gd name="connsiteY11756" fmla="*/ 628364 h 5143785"/>
              <a:gd name="connsiteX11757" fmla="*/ 1778889 w 3114960"/>
              <a:gd name="connsiteY11757" fmla="*/ 637032 h 5143785"/>
              <a:gd name="connsiteX11758" fmla="*/ 591217 w 3114960"/>
              <a:gd name="connsiteY11758" fmla="*/ 2219897 h 5143785"/>
              <a:gd name="connsiteX11759" fmla="*/ 597408 w 3114960"/>
              <a:gd name="connsiteY11759" fmla="*/ 2213515 h 5143785"/>
              <a:gd name="connsiteX11760" fmla="*/ 600837 w 3114960"/>
              <a:gd name="connsiteY11760" fmla="*/ 2216849 h 5143785"/>
              <a:gd name="connsiteX11761" fmla="*/ 594646 w 3114960"/>
              <a:gd name="connsiteY11761" fmla="*/ 2223230 h 5143785"/>
              <a:gd name="connsiteX11762" fmla="*/ 591217 w 3114960"/>
              <a:gd name="connsiteY11762" fmla="*/ 2219897 h 5143785"/>
              <a:gd name="connsiteX11763" fmla="*/ 426053 w 3114960"/>
              <a:gd name="connsiteY11763" fmla="*/ 2119789 h 5143785"/>
              <a:gd name="connsiteX11764" fmla="*/ 429387 w 3114960"/>
              <a:gd name="connsiteY11764" fmla="*/ 2123218 h 5143785"/>
              <a:gd name="connsiteX11765" fmla="*/ 425958 w 3114960"/>
              <a:gd name="connsiteY11765" fmla="*/ 2126552 h 5143785"/>
              <a:gd name="connsiteX11766" fmla="*/ 422624 w 3114960"/>
              <a:gd name="connsiteY11766" fmla="*/ 2123123 h 5143785"/>
              <a:gd name="connsiteX11767" fmla="*/ 426053 w 3114960"/>
              <a:gd name="connsiteY11767" fmla="*/ 2119789 h 5143785"/>
              <a:gd name="connsiteX11768" fmla="*/ 897350 w 3114960"/>
              <a:gd name="connsiteY11768" fmla="*/ 3598069 h 5143785"/>
              <a:gd name="connsiteX11769" fmla="*/ 897350 w 3114960"/>
              <a:gd name="connsiteY11769" fmla="*/ 3602355 h 5143785"/>
              <a:gd name="connsiteX11770" fmla="*/ 904494 w 3114960"/>
              <a:gd name="connsiteY11770" fmla="*/ 3609499 h 5143785"/>
              <a:gd name="connsiteX11771" fmla="*/ 918020 w 3114960"/>
              <a:gd name="connsiteY11771" fmla="*/ 3609499 h 5143785"/>
              <a:gd name="connsiteX11772" fmla="*/ 925163 w 3114960"/>
              <a:gd name="connsiteY11772" fmla="*/ 3602355 h 5143785"/>
              <a:gd name="connsiteX11773" fmla="*/ 925163 w 3114960"/>
              <a:gd name="connsiteY11773" fmla="*/ 3588830 h 5143785"/>
              <a:gd name="connsiteX11774" fmla="*/ 918020 w 3114960"/>
              <a:gd name="connsiteY11774" fmla="*/ 3581686 h 5143785"/>
              <a:gd name="connsiteX11775" fmla="*/ 904494 w 3114960"/>
              <a:gd name="connsiteY11775" fmla="*/ 3581686 h 5143785"/>
              <a:gd name="connsiteX11776" fmla="*/ 897350 w 3114960"/>
              <a:gd name="connsiteY11776" fmla="*/ 3588830 h 5143785"/>
              <a:gd name="connsiteX11777" fmla="*/ 897350 w 3114960"/>
              <a:gd name="connsiteY11777" fmla="*/ 3593306 h 5143785"/>
              <a:gd name="connsiteX11778" fmla="*/ 873538 w 3114960"/>
              <a:gd name="connsiteY11778" fmla="*/ 3593783 h 5143785"/>
              <a:gd name="connsiteX11779" fmla="*/ 857631 w 3114960"/>
              <a:gd name="connsiteY11779" fmla="*/ 3610356 h 5143785"/>
              <a:gd name="connsiteX11780" fmla="*/ 858012 w 3114960"/>
              <a:gd name="connsiteY11780" fmla="*/ 3736562 h 5143785"/>
              <a:gd name="connsiteX11781" fmla="*/ 819055 w 3114960"/>
              <a:gd name="connsiteY11781" fmla="*/ 3773615 h 5143785"/>
              <a:gd name="connsiteX11782" fmla="*/ 698087 w 3114960"/>
              <a:gd name="connsiteY11782" fmla="*/ 3772853 h 5143785"/>
              <a:gd name="connsiteX11783" fmla="*/ 698087 w 3114960"/>
              <a:gd name="connsiteY11783" fmla="*/ 3763899 h 5143785"/>
              <a:gd name="connsiteX11784" fmla="*/ 689324 w 3114960"/>
              <a:gd name="connsiteY11784" fmla="*/ 3755136 h 5143785"/>
              <a:gd name="connsiteX11785" fmla="*/ 541306 w 3114960"/>
              <a:gd name="connsiteY11785" fmla="*/ 3755136 h 5143785"/>
              <a:gd name="connsiteX11786" fmla="*/ 532638 w 3114960"/>
              <a:gd name="connsiteY11786" fmla="*/ 3763899 h 5143785"/>
              <a:gd name="connsiteX11787" fmla="*/ 532638 w 3114960"/>
              <a:gd name="connsiteY11787" fmla="*/ 3771710 h 5143785"/>
              <a:gd name="connsiteX11788" fmla="*/ 452247 w 3114960"/>
              <a:gd name="connsiteY11788" fmla="*/ 3771710 h 5143785"/>
              <a:gd name="connsiteX11789" fmla="*/ 434054 w 3114960"/>
              <a:gd name="connsiteY11789" fmla="*/ 3759137 h 5143785"/>
              <a:gd name="connsiteX11790" fmla="*/ 364522 w 3114960"/>
              <a:gd name="connsiteY11790" fmla="*/ 3759137 h 5143785"/>
              <a:gd name="connsiteX11791" fmla="*/ 364522 w 3114960"/>
              <a:gd name="connsiteY11791" fmla="*/ 3742754 h 5143785"/>
              <a:gd name="connsiteX11792" fmla="*/ 434054 w 3114960"/>
              <a:gd name="connsiteY11792" fmla="*/ 3742754 h 5143785"/>
              <a:gd name="connsiteX11793" fmla="*/ 452247 w 3114960"/>
              <a:gd name="connsiteY11793" fmla="*/ 3730180 h 5143785"/>
              <a:gd name="connsiteX11794" fmla="*/ 534734 w 3114960"/>
              <a:gd name="connsiteY11794" fmla="*/ 3730180 h 5143785"/>
              <a:gd name="connsiteX11795" fmla="*/ 534734 w 3114960"/>
              <a:gd name="connsiteY11795" fmla="*/ 3737324 h 5143785"/>
              <a:gd name="connsiteX11796" fmla="*/ 543497 w 3114960"/>
              <a:gd name="connsiteY11796" fmla="*/ 3746087 h 5143785"/>
              <a:gd name="connsiteX11797" fmla="*/ 687229 w 3114960"/>
              <a:gd name="connsiteY11797" fmla="*/ 3746087 h 5143785"/>
              <a:gd name="connsiteX11798" fmla="*/ 695992 w 3114960"/>
              <a:gd name="connsiteY11798" fmla="*/ 3737324 h 5143785"/>
              <a:gd name="connsiteX11799" fmla="*/ 695992 w 3114960"/>
              <a:gd name="connsiteY11799" fmla="*/ 3732848 h 5143785"/>
              <a:gd name="connsiteX11800" fmla="*/ 795052 w 3114960"/>
              <a:gd name="connsiteY11800" fmla="*/ 3732848 h 5143785"/>
              <a:gd name="connsiteX11801" fmla="*/ 831818 w 3114960"/>
              <a:gd name="connsiteY11801" fmla="*/ 3701225 h 5143785"/>
              <a:gd name="connsiteX11802" fmla="*/ 831342 w 3114960"/>
              <a:gd name="connsiteY11802" fmla="*/ 3588639 h 5143785"/>
              <a:gd name="connsiteX11803" fmla="*/ 867061 w 3114960"/>
              <a:gd name="connsiteY11803" fmla="*/ 3551015 h 5143785"/>
              <a:gd name="connsiteX11804" fmla="*/ 892778 w 3114960"/>
              <a:gd name="connsiteY11804" fmla="*/ 3550634 h 5143785"/>
              <a:gd name="connsiteX11805" fmla="*/ 902018 w 3114960"/>
              <a:gd name="connsiteY11805" fmla="*/ 3557969 h 5143785"/>
              <a:gd name="connsiteX11806" fmla="*/ 911733 w 3114960"/>
              <a:gd name="connsiteY11806" fmla="*/ 3548253 h 5143785"/>
              <a:gd name="connsiteX11807" fmla="*/ 902018 w 3114960"/>
              <a:gd name="connsiteY11807" fmla="*/ 3538538 h 5143785"/>
              <a:gd name="connsiteX11808" fmla="*/ 892778 w 3114960"/>
              <a:gd name="connsiteY11808" fmla="*/ 3545967 h 5143785"/>
              <a:gd name="connsiteX11809" fmla="*/ 865061 w 3114960"/>
              <a:gd name="connsiteY11809" fmla="*/ 3546443 h 5143785"/>
              <a:gd name="connsiteX11810" fmla="*/ 826675 w 3114960"/>
              <a:gd name="connsiteY11810" fmla="*/ 3586925 h 5143785"/>
              <a:gd name="connsiteX11811" fmla="*/ 827151 w 3114960"/>
              <a:gd name="connsiteY11811" fmla="*/ 3699224 h 5143785"/>
              <a:gd name="connsiteX11812" fmla="*/ 793433 w 3114960"/>
              <a:gd name="connsiteY11812" fmla="*/ 3728085 h 5143785"/>
              <a:gd name="connsiteX11813" fmla="*/ 696182 w 3114960"/>
              <a:gd name="connsiteY11813" fmla="*/ 3728085 h 5143785"/>
              <a:gd name="connsiteX11814" fmla="*/ 696182 w 3114960"/>
              <a:gd name="connsiteY11814" fmla="*/ 3718274 h 5143785"/>
              <a:gd name="connsiteX11815" fmla="*/ 687419 w 3114960"/>
              <a:gd name="connsiteY11815" fmla="*/ 3709511 h 5143785"/>
              <a:gd name="connsiteX11816" fmla="*/ 543687 w 3114960"/>
              <a:gd name="connsiteY11816" fmla="*/ 3709511 h 5143785"/>
              <a:gd name="connsiteX11817" fmla="*/ 534924 w 3114960"/>
              <a:gd name="connsiteY11817" fmla="*/ 3718274 h 5143785"/>
              <a:gd name="connsiteX11818" fmla="*/ 534924 w 3114960"/>
              <a:gd name="connsiteY11818" fmla="*/ 3725418 h 5143785"/>
              <a:gd name="connsiteX11819" fmla="*/ 450914 w 3114960"/>
              <a:gd name="connsiteY11819" fmla="*/ 3725418 h 5143785"/>
              <a:gd name="connsiteX11820" fmla="*/ 432721 w 3114960"/>
              <a:gd name="connsiteY11820" fmla="*/ 3737991 h 5143785"/>
              <a:gd name="connsiteX11821" fmla="*/ 364617 w 3114960"/>
              <a:gd name="connsiteY11821" fmla="*/ 3737991 h 5143785"/>
              <a:gd name="connsiteX11822" fmla="*/ 356521 w 3114960"/>
              <a:gd name="connsiteY11822" fmla="*/ 3730085 h 5143785"/>
              <a:gd name="connsiteX11823" fmla="*/ 348996 w 3114960"/>
              <a:gd name="connsiteY11823" fmla="*/ 3730085 h 5143785"/>
              <a:gd name="connsiteX11824" fmla="*/ 340900 w 3114960"/>
              <a:gd name="connsiteY11824" fmla="*/ 3737896 h 5143785"/>
              <a:gd name="connsiteX11825" fmla="*/ 340900 w 3114960"/>
              <a:gd name="connsiteY11825" fmla="*/ 3768947 h 5143785"/>
              <a:gd name="connsiteX11826" fmla="*/ 348996 w 3114960"/>
              <a:gd name="connsiteY11826" fmla="*/ 3776758 h 5143785"/>
              <a:gd name="connsiteX11827" fmla="*/ 356521 w 3114960"/>
              <a:gd name="connsiteY11827" fmla="*/ 3776758 h 5143785"/>
              <a:gd name="connsiteX11828" fmla="*/ 364617 w 3114960"/>
              <a:gd name="connsiteY11828" fmla="*/ 3768947 h 5143785"/>
              <a:gd name="connsiteX11829" fmla="*/ 364617 w 3114960"/>
              <a:gd name="connsiteY11829" fmla="*/ 3763804 h 5143785"/>
              <a:gd name="connsiteX11830" fmla="*/ 432721 w 3114960"/>
              <a:gd name="connsiteY11830" fmla="*/ 3763804 h 5143785"/>
              <a:gd name="connsiteX11831" fmla="*/ 450914 w 3114960"/>
              <a:gd name="connsiteY11831" fmla="*/ 3776377 h 5143785"/>
              <a:gd name="connsiteX11832" fmla="*/ 532829 w 3114960"/>
              <a:gd name="connsiteY11832" fmla="*/ 3776377 h 5143785"/>
              <a:gd name="connsiteX11833" fmla="*/ 532829 w 3114960"/>
              <a:gd name="connsiteY11833" fmla="*/ 3786378 h 5143785"/>
              <a:gd name="connsiteX11834" fmla="*/ 541496 w 3114960"/>
              <a:gd name="connsiteY11834" fmla="*/ 3795141 h 5143785"/>
              <a:gd name="connsiteX11835" fmla="*/ 689515 w 3114960"/>
              <a:gd name="connsiteY11835" fmla="*/ 3795141 h 5143785"/>
              <a:gd name="connsiteX11836" fmla="*/ 698278 w 3114960"/>
              <a:gd name="connsiteY11836" fmla="*/ 3786378 h 5143785"/>
              <a:gd name="connsiteX11837" fmla="*/ 698278 w 3114960"/>
              <a:gd name="connsiteY11837" fmla="*/ 3777615 h 5143785"/>
              <a:gd name="connsiteX11838" fmla="*/ 820102 w 3114960"/>
              <a:gd name="connsiteY11838" fmla="*/ 3778377 h 5143785"/>
              <a:gd name="connsiteX11839" fmla="*/ 821055 w 3114960"/>
              <a:gd name="connsiteY11839" fmla="*/ 3778377 h 5143785"/>
              <a:gd name="connsiteX11840" fmla="*/ 862870 w 3114960"/>
              <a:gd name="connsiteY11840" fmla="*/ 3738563 h 5143785"/>
              <a:gd name="connsiteX11841" fmla="*/ 862489 w 3114960"/>
              <a:gd name="connsiteY11841" fmla="*/ 3612261 h 5143785"/>
              <a:gd name="connsiteX11842" fmla="*/ 875729 w 3114960"/>
              <a:gd name="connsiteY11842" fmla="*/ 3598450 h 5143785"/>
              <a:gd name="connsiteX11843" fmla="*/ 897446 w 3114960"/>
              <a:gd name="connsiteY11843" fmla="*/ 3598069 h 5143785"/>
              <a:gd name="connsiteX11844" fmla="*/ 902113 w 3114960"/>
              <a:gd name="connsiteY11844" fmla="*/ 3588925 h 5143785"/>
              <a:gd name="connsiteX11845" fmla="*/ 904494 w 3114960"/>
              <a:gd name="connsiteY11845" fmla="*/ 3586544 h 5143785"/>
              <a:gd name="connsiteX11846" fmla="*/ 918020 w 3114960"/>
              <a:gd name="connsiteY11846" fmla="*/ 3586544 h 5143785"/>
              <a:gd name="connsiteX11847" fmla="*/ 920401 w 3114960"/>
              <a:gd name="connsiteY11847" fmla="*/ 3588925 h 5143785"/>
              <a:gd name="connsiteX11848" fmla="*/ 920401 w 3114960"/>
              <a:gd name="connsiteY11848" fmla="*/ 3602450 h 5143785"/>
              <a:gd name="connsiteX11849" fmla="*/ 918020 w 3114960"/>
              <a:gd name="connsiteY11849" fmla="*/ 3604832 h 5143785"/>
              <a:gd name="connsiteX11850" fmla="*/ 904494 w 3114960"/>
              <a:gd name="connsiteY11850" fmla="*/ 3604832 h 5143785"/>
              <a:gd name="connsiteX11851" fmla="*/ 902113 w 3114960"/>
              <a:gd name="connsiteY11851" fmla="*/ 3602450 h 5143785"/>
              <a:gd name="connsiteX11852" fmla="*/ 902113 w 3114960"/>
              <a:gd name="connsiteY11852" fmla="*/ 3588925 h 5143785"/>
              <a:gd name="connsiteX11853" fmla="*/ 902113 w 3114960"/>
              <a:gd name="connsiteY11853" fmla="*/ 3543300 h 5143785"/>
              <a:gd name="connsiteX11854" fmla="*/ 907066 w 3114960"/>
              <a:gd name="connsiteY11854" fmla="*/ 3548253 h 5143785"/>
              <a:gd name="connsiteX11855" fmla="*/ 902113 w 3114960"/>
              <a:gd name="connsiteY11855" fmla="*/ 3553206 h 5143785"/>
              <a:gd name="connsiteX11856" fmla="*/ 897160 w 3114960"/>
              <a:gd name="connsiteY11856" fmla="*/ 3548253 h 5143785"/>
              <a:gd name="connsiteX11857" fmla="*/ 902113 w 3114960"/>
              <a:gd name="connsiteY11857" fmla="*/ 3543300 h 5143785"/>
              <a:gd name="connsiteX11858" fmla="*/ 539687 w 3114960"/>
              <a:gd name="connsiteY11858" fmla="*/ 3718274 h 5143785"/>
              <a:gd name="connsiteX11859" fmla="*/ 543687 w 3114960"/>
              <a:gd name="connsiteY11859" fmla="*/ 3714274 h 5143785"/>
              <a:gd name="connsiteX11860" fmla="*/ 687419 w 3114960"/>
              <a:gd name="connsiteY11860" fmla="*/ 3714274 h 5143785"/>
              <a:gd name="connsiteX11861" fmla="*/ 691420 w 3114960"/>
              <a:gd name="connsiteY11861" fmla="*/ 3718274 h 5143785"/>
              <a:gd name="connsiteX11862" fmla="*/ 691420 w 3114960"/>
              <a:gd name="connsiteY11862" fmla="*/ 3737420 h 5143785"/>
              <a:gd name="connsiteX11863" fmla="*/ 687419 w 3114960"/>
              <a:gd name="connsiteY11863" fmla="*/ 3741420 h 5143785"/>
              <a:gd name="connsiteX11864" fmla="*/ 543687 w 3114960"/>
              <a:gd name="connsiteY11864" fmla="*/ 3741420 h 5143785"/>
              <a:gd name="connsiteX11865" fmla="*/ 539687 w 3114960"/>
              <a:gd name="connsiteY11865" fmla="*/ 3737420 h 5143785"/>
              <a:gd name="connsiteX11866" fmla="*/ 539687 w 3114960"/>
              <a:gd name="connsiteY11866" fmla="*/ 3718274 h 5143785"/>
              <a:gd name="connsiteX11867" fmla="*/ 360998 w 3114960"/>
              <a:gd name="connsiteY11867" fmla="*/ 3769043 h 5143785"/>
              <a:gd name="connsiteX11868" fmla="*/ 356616 w 3114960"/>
              <a:gd name="connsiteY11868" fmla="*/ 3773234 h 5143785"/>
              <a:gd name="connsiteX11869" fmla="*/ 349091 w 3114960"/>
              <a:gd name="connsiteY11869" fmla="*/ 3773234 h 5143785"/>
              <a:gd name="connsiteX11870" fmla="*/ 344710 w 3114960"/>
              <a:gd name="connsiteY11870" fmla="*/ 3769043 h 5143785"/>
              <a:gd name="connsiteX11871" fmla="*/ 344710 w 3114960"/>
              <a:gd name="connsiteY11871" fmla="*/ 3762470 h 5143785"/>
              <a:gd name="connsiteX11872" fmla="*/ 360902 w 3114960"/>
              <a:gd name="connsiteY11872" fmla="*/ 3762470 h 5143785"/>
              <a:gd name="connsiteX11873" fmla="*/ 360902 w 3114960"/>
              <a:gd name="connsiteY11873" fmla="*/ 3769043 h 5143785"/>
              <a:gd name="connsiteX11874" fmla="*/ 360998 w 3114960"/>
              <a:gd name="connsiteY11874" fmla="*/ 3742754 h 5143785"/>
              <a:gd name="connsiteX11875" fmla="*/ 344805 w 3114960"/>
              <a:gd name="connsiteY11875" fmla="*/ 3742754 h 5143785"/>
              <a:gd name="connsiteX11876" fmla="*/ 344805 w 3114960"/>
              <a:gd name="connsiteY11876" fmla="*/ 3737896 h 5143785"/>
              <a:gd name="connsiteX11877" fmla="*/ 349187 w 3114960"/>
              <a:gd name="connsiteY11877" fmla="*/ 3733705 h 5143785"/>
              <a:gd name="connsiteX11878" fmla="*/ 356711 w 3114960"/>
              <a:gd name="connsiteY11878" fmla="*/ 3733705 h 5143785"/>
              <a:gd name="connsiteX11879" fmla="*/ 361093 w 3114960"/>
              <a:gd name="connsiteY11879" fmla="*/ 3737896 h 5143785"/>
              <a:gd name="connsiteX11880" fmla="*/ 361093 w 3114960"/>
              <a:gd name="connsiteY11880" fmla="*/ 3742754 h 5143785"/>
              <a:gd name="connsiteX11881" fmla="*/ 693515 w 3114960"/>
              <a:gd name="connsiteY11881" fmla="*/ 3786473 h 5143785"/>
              <a:gd name="connsiteX11882" fmla="*/ 689515 w 3114960"/>
              <a:gd name="connsiteY11882" fmla="*/ 3790474 h 5143785"/>
              <a:gd name="connsiteX11883" fmla="*/ 541496 w 3114960"/>
              <a:gd name="connsiteY11883" fmla="*/ 3790474 h 5143785"/>
              <a:gd name="connsiteX11884" fmla="*/ 537591 w 3114960"/>
              <a:gd name="connsiteY11884" fmla="*/ 3786473 h 5143785"/>
              <a:gd name="connsiteX11885" fmla="*/ 537591 w 3114960"/>
              <a:gd name="connsiteY11885" fmla="*/ 3763994 h 5143785"/>
              <a:gd name="connsiteX11886" fmla="*/ 541496 w 3114960"/>
              <a:gd name="connsiteY11886" fmla="*/ 3759994 h 5143785"/>
              <a:gd name="connsiteX11887" fmla="*/ 689515 w 3114960"/>
              <a:gd name="connsiteY11887" fmla="*/ 3759994 h 5143785"/>
              <a:gd name="connsiteX11888" fmla="*/ 693515 w 3114960"/>
              <a:gd name="connsiteY11888" fmla="*/ 3763994 h 5143785"/>
              <a:gd name="connsiteX11889" fmla="*/ 693515 w 3114960"/>
              <a:gd name="connsiteY11889" fmla="*/ 3786473 h 5143785"/>
              <a:gd name="connsiteX11890" fmla="*/ 1808607 w 3114960"/>
              <a:gd name="connsiteY11890" fmla="*/ 661511 h 5143785"/>
              <a:gd name="connsiteX11891" fmla="*/ 1815751 w 3114960"/>
              <a:gd name="connsiteY11891" fmla="*/ 661511 h 5143785"/>
              <a:gd name="connsiteX11892" fmla="*/ 1815751 w 3114960"/>
              <a:gd name="connsiteY11892" fmla="*/ 669798 h 5143785"/>
              <a:gd name="connsiteX11893" fmla="*/ 1808607 w 3114960"/>
              <a:gd name="connsiteY11893" fmla="*/ 669798 h 5143785"/>
              <a:gd name="connsiteX11894" fmla="*/ 1808607 w 3114960"/>
              <a:gd name="connsiteY11894" fmla="*/ 661511 h 5143785"/>
              <a:gd name="connsiteX11895" fmla="*/ 1734884 w 3114960"/>
              <a:gd name="connsiteY11895" fmla="*/ 470726 h 5143785"/>
              <a:gd name="connsiteX11896" fmla="*/ 1742027 w 3114960"/>
              <a:gd name="connsiteY11896" fmla="*/ 470726 h 5143785"/>
              <a:gd name="connsiteX11897" fmla="*/ 1742027 w 3114960"/>
              <a:gd name="connsiteY11897" fmla="*/ 479203 h 5143785"/>
              <a:gd name="connsiteX11898" fmla="*/ 1734884 w 3114960"/>
              <a:gd name="connsiteY11898" fmla="*/ 479203 h 5143785"/>
              <a:gd name="connsiteX11899" fmla="*/ 1734884 w 3114960"/>
              <a:gd name="connsiteY11899" fmla="*/ 470726 h 5143785"/>
              <a:gd name="connsiteX11900" fmla="*/ 1808417 w 3114960"/>
              <a:gd name="connsiteY11900" fmla="*/ 677894 h 5143785"/>
              <a:gd name="connsiteX11901" fmla="*/ 1815560 w 3114960"/>
              <a:gd name="connsiteY11901" fmla="*/ 677894 h 5143785"/>
              <a:gd name="connsiteX11902" fmla="*/ 1815560 w 3114960"/>
              <a:gd name="connsiteY11902" fmla="*/ 686181 h 5143785"/>
              <a:gd name="connsiteX11903" fmla="*/ 1808417 w 3114960"/>
              <a:gd name="connsiteY11903" fmla="*/ 686181 h 5143785"/>
              <a:gd name="connsiteX11904" fmla="*/ 1808417 w 3114960"/>
              <a:gd name="connsiteY11904" fmla="*/ 677894 h 5143785"/>
              <a:gd name="connsiteX11905" fmla="*/ 1808321 w 3114960"/>
              <a:gd name="connsiteY11905" fmla="*/ 694373 h 5143785"/>
              <a:gd name="connsiteX11906" fmla="*/ 1815465 w 3114960"/>
              <a:gd name="connsiteY11906" fmla="*/ 694373 h 5143785"/>
              <a:gd name="connsiteX11907" fmla="*/ 1815465 w 3114960"/>
              <a:gd name="connsiteY11907" fmla="*/ 702659 h 5143785"/>
              <a:gd name="connsiteX11908" fmla="*/ 1808321 w 3114960"/>
              <a:gd name="connsiteY11908" fmla="*/ 702659 h 5143785"/>
              <a:gd name="connsiteX11909" fmla="*/ 1808321 w 3114960"/>
              <a:gd name="connsiteY11909" fmla="*/ 694373 h 5143785"/>
              <a:gd name="connsiteX11910" fmla="*/ 1816037 w 3114960"/>
              <a:gd name="connsiteY11910" fmla="*/ 636937 h 5143785"/>
              <a:gd name="connsiteX11911" fmla="*/ 1808893 w 3114960"/>
              <a:gd name="connsiteY11911" fmla="*/ 636937 h 5143785"/>
              <a:gd name="connsiteX11912" fmla="*/ 1808893 w 3114960"/>
              <a:gd name="connsiteY11912" fmla="*/ 630174 h 5143785"/>
              <a:gd name="connsiteX11913" fmla="*/ 1810988 w 3114960"/>
              <a:gd name="connsiteY11913" fmla="*/ 627126 h 5143785"/>
              <a:gd name="connsiteX11914" fmla="*/ 1816894 w 3114960"/>
              <a:gd name="connsiteY11914" fmla="*/ 631222 h 5143785"/>
              <a:gd name="connsiteX11915" fmla="*/ 1816037 w 3114960"/>
              <a:gd name="connsiteY11915" fmla="*/ 632460 h 5143785"/>
              <a:gd name="connsiteX11916" fmla="*/ 1816037 w 3114960"/>
              <a:gd name="connsiteY11916" fmla="*/ 636937 h 5143785"/>
              <a:gd name="connsiteX11917" fmla="*/ 670274 w 3114960"/>
              <a:gd name="connsiteY11917" fmla="*/ 3769519 h 5143785"/>
              <a:gd name="connsiteX11918" fmla="*/ 670274 w 3114960"/>
              <a:gd name="connsiteY11918" fmla="*/ 3780854 h 5143785"/>
              <a:gd name="connsiteX11919" fmla="*/ 663988 w 3114960"/>
              <a:gd name="connsiteY11919" fmla="*/ 3787235 h 5143785"/>
              <a:gd name="connsiteX11920" fmla="*/ 567119 w 3114960"/>
              <a:gd name="connsiteY11920" fmla="*/ 3787235 h 5143785"/>
              <a:gd name="connsiteX11921" fmla="*/ 560737 w 3114960"/>
              <a:gd name="connsiteY11921" fmla="*/ 3780854 h 5143785"/>
              <a:gd name="connsiteX11922" fmla="*/ 560737 w 3114960"/>
              <a:gd name="connsiteY11922" fmla="*/ 3769519 h 5143785"/>
              <a:gd name="connsiteX11923" fmla="*/ 567119 w 3114960"/>
              <a:gd name="connsiteY11923" fmla="*/ 3763137 h 5143785"/>
              <a:gd name="connsiteX11924" fmla="*/ 663988 w 3114960"/>
              <a:gd name="connsiteY11924" fmla="*/ 3763137 h 5143785"/>
              <a:gd name="connsiteX11925" fmla="*/ 670274 w 3114960"/>
              <a:gd name="connsiteY11925" fmla="*/ 3769519 h 5143785"/>
              <a:gd name="connsiteX11926" fmla="*/ 1808798 w 3114960"/>
              <a:gd name="connsiteY11926" fmla="*/ 645033 h 5143785"/>
              <a:gd name="connsiteX11927" fmla="*/ 1815941 w 3114960"/>
              <a:gd name="connsiteY11927" fmla="*/ 645033 h 5143785"/>
              <a:gd name="connsiteX11928" fmla="*/ 1815941 w 3114960"/>
              <a:gd name="connsiteY11928" fmla="*/ 653320 h 5143785"/>
              <a:gd name="connsiteX11929" fmla="*/ 1808798 w 3114960"/>
              <a:gd name="connsiteY11929" fmla="*/ 653320 h 5143785"/>
              <a:gd name="connsiteX11930" fmla="*/ 1808798 w 3114960"/>
              <a:gd name="connsiteY11930" fmla="*/ 645033 h 5143785"/>
              <a:gd name="connsiteX11931" fmla="*/ 553403 w 3114960"/>
              <a:gd name="connsiteY11931" fmla="*/ 4328637 h 5143785"/>
              <a:gd name="connsiteX11932" fmla="*/ 546259 w 3114960"/>
              <a:gd name="connsiteY11932" fmla="*/ 4328637 h 5143785"/>
              <a:gd name="connsiteX11933" fmla="*/ 546259 w 3114960"/>
              <a:gd name="connsiteY11933" fmla="*/ 4321017 h 5143785"/>
              <a:gd name="connsiteX11934" fmla="*/ 553403 w 3114960"/>
              <a:gd name="connsiteY11934" fmla="*/ 4321017 h 5143785"/>
              <a:gd name="connsiteX11935" fmla="*/ 553403 w 3114960"/>
              <a:gd name="connsiteY11935" fmla="*/ 4328637 h 5143785"/>
              <a:gd name="connsiteX11936" fmla="*/ 1947291 w 3114960"/>
              <a:gd name="connsiteY11936" fmla="*/ 5004816 h 5143785"/>
              <a:gd name="connsiteX11937" fmla="*/ 1937957 w 3114960"/>
              <a:gd name="connsiteY11937" fmla="*/ 5002244 h 5143785"/>
              <a:gd name="connsiteX11938" fmla="*/ 1929575 w 3114960"/>
              <a:gd name="connsiteY11938" fmla="*/ 5007007 h 5143785"/>
              <a:gd name="connsiteX11939" fmla="*/ 1927003 w 3114960"/>
              <a:gd name="connsiteY11939" fmla="*/ 5016342 h 5143785"/>
              <a:gd name="connsiteX11940" fmla="*/ 1931765 w 3114960"/>
              <a:gd name="connsiteY11940" fmla="*/ 5024724 h 5143785"/>
              <a:gd name="connsiteX11941" fmla="*/ 1939481 w 3114960"/>
              <a:gd name="connsiteY11941" fmla="*/ 5027390 h 5143785"/>
              <a:gd name="connsiteX11942" fmla="*/ 1941100 w 3114960"/>
              <a:gd name="connsiteY11942" fmla="*/ 5027295 h 5143785"/>
              <a:gd name="connsiteX11943" fmla="*/ 1951482 w 3114960"/>
              <a:gd name="connsiteY11943" fmla="*/ 5018723 h 5143785"/>
              <a:gd name="connsiteX11944" fmla="*/ 1975295 w 3114960"/>
              <a:gd name="connsiteY11944" fmla="*/ 5018723 h 5143785"/>
              <a:gd name="connsiteX11945" fmla="*/ 1976914 w 3114960"/>
              <a:gd name="connsiteY11945" fmla="*/ 5018151 h 5143785"/>
              <a:gd name="connsiteX11946" fmla="*/ 2025587 w 3114960"/>
              <a:gd name="connsiteY11946" fmla="*/ 4975289 h 5143785"/>
              <a:gd name="connsiteX11947" fmla="*/ 2026253 w 3114960"/>
              <a:gd name="connsiteY11947" fmla="*/ 4972622 h 5143785"/>
              <a:gd name="connsiteX11948" fmla="*/ 2024063 w 3114960"/>
              <a:gd name="connsiteY11948" fmla="*/ 4971098 h 5143785"/>
              <a:gd name="connsiteX11949" fmla="*/ 1955006 w 3114960"/>
              <a:gd name="connsiteY11949" fmla="*/ 4971098 h 5143785"/>
              <a:gd name="connsiteX11950" fmla="*/ 1943862 w 3114960"/>
              <a:gd name="connsiteY11950" fmla="*/ 4963192 h 5143785"/>
              <a:gd name="connsiteX11951" fmla="*/ 1935004 w 3114960"/>
              <a:gd name="connsiteY11951" fmla="*/ 4974622 h 5143785"/>
              <a:gd name="connsiteX11952" fmla="*/ 1946434 w 3114960"/>
              <a:gd name="connsiteY11952" fmla="*/ 4983480 h 5143785"/>
              <a:gd name="connsiteX11953" fmla="*/ 1955006 w 3114960"/>
              <a:gd name="connsiteY11953" fmla="*/ 4975670 h 5143785"/>
              <a:gd name="connsiteX11954" fmla="*/ 2017681 w 3114960"/>
              <a:gd name="connsiteY11954" fmla="*/ 4975670 h 5143785"/>
              <a:gd name="connsiteX11955" fmla="*/ 1974437 w 3114960"/>
              <a:gd name="connsiteY11955" fmla="*/ 5013865 h 5143785"/>
              <a:gd name="connsiteX11956" fmla="*/ 1952149 w 3114960"/>
              <a:gd name="connsiteY11956" fmla="*/ 5013865 h 5143785"/>
              <a:gd name="connsiteX11957" fmla="*/ 1952149 w 3114960"/>
              <a:gd name="connsiteY11957" fmla="*/ 5013103 h 5143785"/>
              <a:gd name="connsiteX11958" fmla="*/ 1952149 w 3114960"/>
              <a:gd name="connsiteY11958" fmla="*/ 5013103 h 5143785"/>
              <a:gd name="connsiteX11959" fmla="*/ 1947386 w 3114960"/>
              <a:gd name="connsiteY11959" fmla="*/ 5004721 h 5143785"/>
              <a:gd name="connsiteX11960" fmla="*/ 1940624 w 3114960"/>
              <a:gd name="connsiteY11960" fmla="*/ 5022628 h 5143785"/>
              <a:gd name="connsiteX11961" fmla="*/ 1934813 w 3114960"/>
              <a:gd name="connsiteY11961" fmla="*/ 5021009 h 5143785"/>
              <a:gd name="connsiteX11962" fmla="*/ 1931861 w 3114960"/>
              <a:gd name="connsiteY11962" fmla="*/ 5015770 h 5143785"/>
              <a:gd name="connsiteX11963" fmla="*/ 1933480 w 3114960"/>
              <a:gd name="connsiteY11963" fmla="*/ 5009959 h 5143785"/>
              <a:gd name="connsiteX11964" fmla="*/ 1938719 w 3114960"/>
              <a:gd name="connsiteY11964" fmla="*/ 5007007 h 5143785"/>
              <a:gd name="connsiteX11965" fmla="*/ 1939766 w 3114960"/>
              <a:gd name="connsiteY11965" fmla="*/ 5007007 h 5143785"/>
              <a:gd name="connsiteX11966" fmla="*/ 1944529 w 3114960"/>
              <a:gd name="connsiteY11966" fmla="*/ 5008626 h 5143785"/>
              <a:gd name="connsiteX11967" fmla="*/ 1947482 w 3114960"/>
              <a:gd name="connsiteY11967" fmla="*/ 5013865 h 5143785"/>
              <a:gd name="connsiteX11968" fmla="*/ 1940624 w 3114960"/>
              <a:gd name="connsiteY11968" fmla="*/ 5022628 h 5143785"/>
              <a:gd name="connsiteX11969" fmla="*/ 139637 w 3114960"/>
              <a:gd name="connsiteY11969" fmla="*/ 95 h 5143785"/>
              <a:gd name="connsiteX11970" fmla="*/ 152495 w 3114960"/>
              <a:gd name="connsiteY11970" fmla="*/ 95 h 5143785"/>
              <a:gd name="connsiteX11971" fmla="*/ 146114 w 3114960"/>
              <a:gd name="connsiteY11971" fmla="*/ 2477 h 5143785"/>
              <a:gd name="connsiteX11972" fmla="*/ 139637 w 3114960"/>
              <a:gd name="connsiteY11972" fmla="*/ 95 h 5143785"/>
              <a:gd name="connsiteX11973" fmla="*/ 612172 w 3114960"/>
              <a:gd name="connsiteY11973" fmla="*/ 2017776 h 5143785"/>
              <a:gd name="connsiteX11974" fmla="*/ 619316 w 3114960"/>
              <a:gd name="connsiteY11974" fmla="*/ 2017776 h 5143785"/>
              <a:gd name="connsiteX11975" fmla="*/ 619316 w 3114960"/>
              <a:gd name="connsiteY11975" fmla="*/ 2026253 h 5143785"/>
              <a:gd name="connsiteX11976" fmla="*/ 612172 w 3114960"/>
              <a:gd name="connsiteY11976" fmla="*/ 2026253 h 5143785"/>
              <a:gd name="connsiteX11977" fmla="*/ 612172 w 3114960"/>
              <a:gd name="connsiteY11977" fmla="*/ 2017776 h 5143785"/>
              <a:gd name="connsiteX11978" fmla="*/ 2546223 w 3114960"/>
              <a:gd name="connsiteY11978" fmla="*/ 5086732 h 5143785"/>
              <a:gd name="connsiteX11979" fmla="*/ 2544699 w 3114960"/>
              <a:gd name="connsiteY11979" fmla="*/ 5084160 h 5143785"/>
              <a:gd name="connsiteX11980" fmla="*/ 2539937 w 3114960"/>
              <a:gd name="connsiteY11980" fmla="*/ 5079397 h 5143785"/>
              <a:gd name="connsiteX11981" fmla="*/ 2535079 w 3114960"/>
              <a:gd name="connsiteY11981" fmla="*/ 5077397 h 5143785"/>
              <a:gd name="connsiteX11982" fmla="*/ 2535079 w 3114960"/>
              <a:gd name="connsiteY11982" fmla="*/ 5077397 h 5143785"/>
              <a:gd name="connsiteX11983" fmla="*/ 2530221 w 3114960"/>
              <a:gd name="connsiteY11983" fmla="*/ 5079397 h 5143785"/>
              <a:gd name="connsiteX11984" fmla="*/ 2525459 w 3114960"/>
              <a:gd name="connsiteY11984" fmla="*/ 5084160 h 5143785"/>
              <a:gd name="connsiteX11985" fmla="*/ 2525459 w 3114960"/>
              <a:gd name="connsiteY11985" fmla="*/ 5093970 h 5143785"/>
              <a:gd name="connsiteX11986" fmla="*/ 2530221 w 3114960"/>
              <a:gd name="connsiteY11986" fmla="*/ 5098733 h 5143785"/>
              <a:gd name="connsiteX11987" fmla="*/ 2535079 w 3114960"/>
              <a:gd name="connsiteY11987" fmla="*/ 5100733 h 5143785"/>
              <a:gd name="connsiteX11988" fmla="*/ 2535079 w 3114960"/>
              <a:gd name="connsiteY11988" fmla="*/ 5100733 h 5143785"/>
              <a:gd name="connsiteX11989" fmla="*/ 2540032 w 3114960"/>
              <a:gd name="connsiteY11989" fmla="*/ 5098733 h 5143785"/>
              <a:gd name="connsiteX11990" fmla="*/ 2544794 w 3114960"/>
              <a:gd name="connsiteY11990" fmla="*/ 5093970 h 5143785"/>
              <a:gd name="connsiteX11991" fmla="*/ 2546318 w 3114960"/>
              <a:gd name="connsiteY11991" fmla="*/ 5091494 h 5143785"/>
              <a:gd name="connsiteX11992" fmla="*/ 2634615 w 3114960"/>
              <a:gd name="connsiteY11992" fmla="*/ 5091494 h 5143785"/>
              <a:gd name="connsiteX11993" fmla="*/ 2636996 w 3114960"/>
              <a:gd name="connsiteY11993" fmla="*/ 5089113 h 5143785"/>
              <a:gd name="connsiteX11994" fmla="*/ 2636996 w 3114960"/>
              <a:gd name="connsiteY11994" fmla="*/ 5070063 h 5143785"/>
              <a:gd name="connsiteX11995" fmla="*/ 2636520 w 3114960"/>
              <a:gd name="connsiteY11995" fmla="*/ 5068634 h 5143785"/>
              <a:gd name="connsiteX11996" fmla="*/ 2618327 w 3114960"/>
              <a:gd name="connsiteY11996" fmla="*/ 5044535 h 5143785"/>
              <a:gd name="connsiteX11997" fmla="*/ 2618899 w 3114960"/>
              <a:gd name="connsiteY11997" fmla="*/ 5043869 h 5143785"/>
              <a:gd name="connsiteX11998" fmla="*/ 2620137 w 3114960"/>
              <a:gd name="connsiteY11998" fmla="*/ 5040249 h 5143785"/>
              <a:gd name="connsiteX11999" fmla="*/ 2620137 w 3114960"/>
              <a:gd name="connsiteY11999" fmla="*/ 5040249 h 5143785"/>
              <a:gd name="connsiteX12000" fmla="*/ 2611850 w 3114960"/>
              <a:gd name="connsiteY12000" fmla="*/ 5029391 h 5143785"/>
              <a:gd name="connsiteX12001" fmla="*/ 2604707 w 3114960"/>
              <a:gd name="connsiteY12001" fmla="*/ 5031296 h 5143785"/>
              <a:gd name="connsiteX12002" fmla="*/ 2600992 w 3114960"/>
              <a:gd name="connsiteY12002" fmla="*/ 5037678 h 5143785"/>
              <a:gd name="connsiteX12003" fmla="*/ 2609279 w 3114960"/>
              <a:gd name="connsiteY12003" fmla="*/ 5048536 h 5143785"/>
              <a:gd name="connsiteX12004" fmla="*/ 2610612 w 3114960"/>
              <a:gd name="connsiteY12004" fmla="*/ 5048536 h 5143785"/>
              <a:gd name="connsiteX12005" fmla="*/ 2614708 w 3114960"/>
              <a:gd name="connsiteY12005" fmla="*/ 5047583 h 5143785"/>
              <a:gd name="connsiteX12006" fmla="*/ 2632234 w 3114960"/>
              <a:gd name="connsiteY12006" fmla="*/ 5070824 h 5143785"/>
              <a:gd name="connsiteX12007" fmla="*/ 2632234 w 3114960"/>
              <a:gd name="connsiteY12007" fmla="*/ 5086636 h 5143785"/>
              <a:gd name="connsiteX12008" fmla="*/ 2546318 w 3114960"/>
              <a:gd name="connsiteY12008" fmla="*/ 5086636 h 5143785"/>
              <a:gd name="connsiteX12009" fmla="*/ 2541270 w 3114960"/>
              <a:gd name="connsiteY12009" fmla="*/ 5090637 h 5143785"/>
              <a:gd name="connsiteX12010" fmla="*/ 2536508 w 3114960"/>
              <a:gd name="connsiteY12010" fmla="*/ 5095399 h 5143785"/>
              <a:gd name="connsiteX12011" fmla="*/ 2534984 w 3114960"/>
              <a:gd name="connsiteY12011" fmla="*/ 5096066 h 5143785"/>
              <a:gd name="connsiteX12012" fmla="*/ 2534984 w 3114960"/>
              <a:gd name="connsiteY12012" fmla="*/ 5096066 h 5143785"/>
              <a:gd name="connsiteX12013" fmla="*/ 2533460 w 3114960"/>
              <a:gd name="connsiteY12013" fmla="*/ 5095399 h 5143785"/>
              <a:gd name="connsiteX12014" fmla="*/ 2528697 w 3114960"/>
              <a:gd name="connsiteY12014" fmla="*/ 5090637 h 5143785"/>
              <a:gd name="connsiteX12015" fmla="*/ 2528697 w 3114960"/>
              <a:gd name="connsiteY12015" fmla="*/ 5087588 h 5143785"/>
              <a:gd name="connsiteX12016" fmla="*/ 2533460 w 3114960"/>
              <a:gd name="connsiteY12016" fmla="*/ 5082826 h 5143785"/>
              <a:gd name="connsiteX12017" fmla="*/ 2534984 w 3114960"/>
              <a:gd name="connsiteY12017" fmla="*/ 5082159 h 5143785"/>
              <a:gd name="connsiteX12018" fmla="*/ 2534984 w 3114960"/>
              <a:gd name="connsiteY12018" fmla="*/ 5082159 h 5143785"/>
              <a:gd name="connsiteX12019" fmla="*/ 2536508 w 3114960"/>
              <a:gd name="connsiteY12019" fmla="*/ 5082826 h 5143785"/>
              <a:gd name="connsiteX12020" fmla="*/ 2541270 w 3114960"/>
              <a:gd name="connsiteY12020" fmla="*/ 5087588 h 5143785"/>
              <a:gd name="connsiteX12021" fmla="*/ 2541270 w 3114960"/>
              <a:gd name="connsiteY12021" fmla="*/ 5090637 h 5143785"/>
              <a:gd name="connsiteX12022" fmla="*/ 2614708 w 3114960"/>
              <a:gd name="connsiteY12022" fmla="*/ 5041488 h 5143785"/>
              <a:gd name="connsiteX12023" fmla="*/ 2609850 w 3114960"/>
              <a:gd name="connsiteY12023" fmla="*/ 5043869 h 5143785"/>
              <a:gd name="connsiteX12024" fmla="*/ 2605659 w 3114960"/>
              <a:gd name="connsiteY12024" fmla="*/ 5038440 h 5143785"/>
              <a:gd name="connsiteX12025" fmla="*/ 2607564 w 3114960"/>
              <a:gd name="connsiteY12025" fmla="*/ 5035201 h 5143785"/>
              <a:gd name="connsiteX12026" fmla="*/ 2610517 w 3114960"/>
              <a:gd name="connsiteY12026" fmla="*/ 5034153 h 5143785"/>
              <a:gd name="connsiteX12027" fmla="*/ 2611184 w 3114960"/>
              <a:gd name="connsiteY12027" fmla="*/ 5034153 h 5143785"/>
              <a:gd name="connsiteX12028" fmla="*/ 2615375 w 3114960"/>
              <a:gd name="connsiteY12028" fmla="*/ 5039583 h 5143785"/>
              <a:gd name="connsiteX12029" fmla="*/ 2614708 w 3114960"/>
              <a:gd name="connsiteY12029" fmla="*/ 5041392 h 5143785"/>
              <a:gd name="connsiteX12030" fmla="*/ 206312 w 3114960"/>
              <a:gd name="connsiteY12030" fmla="*/ 255937 h 5143785"/>
              <a:gd name="connsiteX12031" fmla="*/ 206312 w 3114960"/>
              <a:gd name="connsiteY12031" fmla="*/ 243269 h 5143785"/>
              <a:gd name="connsiteX12032" fmla="*/ 201835 w 3114960"/>
              <a:gd name="connsiteY12032" fmla="*/ 238792 h 5143785"/>
              <a:gd name="connsiteX12033" fmla="*/ 189167 w 3114960"/>
              <a:gd name="connsiteY12033" fmla="*/ 238792 h 5143785"/>
              <a:gd name="connsiteX12034" fmla="*/ 184690 w 3114960"/>
              <a:gd name="connsiteY12034" fmla="*/ 243269 h 5143785"/>
              <a:gd name="connsiteX12035" fmla="*/ 184690 w 3114960"/>
              <a:gd name="connsiteY12035" fmla="*/ 255937 h 5143785"/>
              <a:gd name="connsiteX12036" fmla="*/ 189167 w 3114960"/>
              <a:gd name="connsiteY12036" fmla="*/ 260414 h 5143785"/>
              <a:gd name="connsiteX12037" fmla="*/ 201835 w 3114960"/>
              <a:gd name="connsiteY12037" fmla="*/ 260414 h 5143785"/>
              <a:gd name="connsiteX12038" fmla="*/ 202597 w 3114960"/>
              <a:gd name="connsiteY12038" fmla="*/ 260223 h 5143785"/>
              <a:gd name="connsiteX12039" fmla="*/ 349377 w 3114960"/>
              <a:gd name="connsiteY12039" fmla="*/ 429292 h 5143785"/>
              <a:gd name="connsiteX12040" fmla="*/ 349377 w 3114960"/>
              <a:gd name="connsiteY12040" fmla="*/ 486537 h 5143785"/>
              <a:gd name="connsiteX12041" fmla="*/ 346710 w 3114960"/>
              <a:gd name="connsiteY12041" fmla="*/ 486537 h 5143785"/>
              <a:gd name="connsiteX12042" fmla="*/ 335756 w 3114960"/>
              <a:gd name="connsiteY12042" fmla="*/ 496253 h 5143785"/>
              <a:gd name="connsiteX12043" fmla="*/ 335756 w 3114960"/>
              <a:gd name="connsiteY12043" fmla="*/ 535115 h 5143785"/>
              <a:gd name="connsiteX12044" fmla="*/ 346710 w 3114960"/>
              <a:gd name="connsiteY12044" fmla="*/ 544830 h 5143785"/>
              <a:gd name="connsiteX12045" fmla="*/ 356807 w 3114960"/>
              <a:gd name="connsiteY12045" fmla="*/ 544830 h 5143785"/>
              <a:gd name="connsiteX12046" fmla="*/ 367760 w 3114960"/>
              <a:gd name="connsiteY12046" fmla="*/ 535115 h 5143785"/>
              <a:gd name="connsiteX12047" fmla="*/ 367760 w 3114960"/>
              <a:gd name="connsiteY12047" fmla="*/ 496253 h 5143785"/>
              <a:gd name="connsiteX12048" fmla="*/ 356807 w 3114960"/>
              <a:gd name="connsiteY12048" fmla="*/ 486537 h 5143785"/>
              <a:gd name="connsiteX12049" fmla="*/ 354139 w 3114960"/>
              <a:gd name="connsiteY12049" fmla="*/ 486537 h 5143785"/>
              <a:gd name="connsiteX12050" fmla="*/ 354139 w 3114960"/>
              <a:gd name="connsiteY12050" fmla="*/ 427482 h 5143785"/>
              <a:gd name="connsiteX12051" fmla="*/ 206121 w 3114960"/>
              <a:gd name="connsiteY12051" fmla="*/ 256794 h 5143785"/>
              <a:gd name="connsiteX12052" fmla="*/ 206312 w 3114960"/>
              <a:gd name="connsiteY12052" fmla="*/ 255842 h 5143785"/>
              <a:gd name="connsiteX12053" fmla="*/ 362712 w 3114960"/>
              <a:gd name="connsiteY12053" fmla="*/ 535210 h 5143785"/>
              <a:gd name="connsiteX12054" fmla="*/ 356807 w 3114960"/>
              <a:gd name="connsiteY12054" fmla="*/ 540449 h 5143785"/>
              <a:gd name="connsiteX12055" fmla="*/ 346710 w 3114960"/>
              <a:gd name="connsiteY12055" fmla="*/ 540449 h 5143785"/>
              <a:gd name="connsiteX12056" fmla="*/ 340805 w 3114960"/>
              <a:gd name="connsiteY12056" fmla="*/ 535210 h 5143785"/>
              <a:gd name="connsiteX12057" fmla="*/ 340805 w 3114960"/>
              <a:gd name="connsiteY12057" fmla="*/ 526923 h 5143785"/>
              <a:gd name="connsiteX12058" fmla="*/ 362617 w 3114960"/>
              <a:gd name="connsiteY12058" fmla="*/ 526923 h 5143785"/>
              <a:gd name="connsiteX12059" fmla="*/ 362617 w 3114960"/>
              <a:gd name="connsiteY12059" fmla="*/ 535210 h 5143785"/>
              <a:gd name="connsiteX12060" fmla="*/ 356807 w 3114960"/>
              <a:gd name="connsiteY12060" fmla="*/ 491014 h 5143785"/>
              <a:gd name="connsiteX12061" fmla="*/ 362712 w 3114960"/>
              <a:gd name="connsiteY12061" fmla="*/ 496253 h 5143785"/>
              <a:gd name="connsiteX12062" fmla="*/ 362712 w 3114960"/>
              <a:gd name="connsiteY12062" fmla="*/ 502349 h 5143785"/>
              <a:gd name="connsiteX12063" fmla="*/ 340900 w 3114960"/>
              <a:gd name="connsiteY12063" fmla="*/ 502349 h 5143785"/>
              <a:gd name="connsiteX12064" fmla="*/ 340900 w 3114960"/>
              <a:gd name="connsiteY12064" fmla="*/ 496253 h 5143785"/>
              <a:gd name="connsiteX12065" fmla="*/ 346805 w 3114960"/>
              <a:gd name="connsiteY12065" fmla="*/ 491014 h 5143785"/>
              <a:gd name="connsiteX12066" fmla="*/ 356902 w 3114960"/>
              <a:gd name="connsiteY12066" fmla="*/ 491014 h 5143785"/>
              <a:gd name="connsiteX12067" fmla="*/ 231934 w 3114960"/>
              <a:gd name="connsiteY12067" fmla="*/ 69056 h 5143785"/>
              <a:gd name="connsiteX12068" fmla="*/ 235172 w 3114960"/>
              <a:gd name="connsiteY12068" fmla="*/ 72581 h 5143785"/>
              <a:gd name="connsiteX12069" fmla="*/ 230124 w 3114960"/>
              <a:gd name="connsiteY12069" fmla="*/ 77248 h 5143785"/>
              <a:gd name="connsiteX12070" fmla="*/ 224885 w 3114960"/>
              <a:gd name="connsiteY12070" fmla="*/ 72866 h 5143785"/>
              <a:gd name="connsiteX12071" fmla="*/ 227933 w 3114960"/>
              <a:gd name="connsiteY12071" fmla="*/ 69247 h 5143785"/>
              <a:gd name="connsiteX12072" fmla="*/ 229933 w 3114960"/>
              <a:gd name="connsiteY12072" fmla="*/ 70961 h 5143785"/>
              <a:gd name="connsiteX12073" fmla="*/ 231934 w 3114960"/>
              <a:gd name="connsiteY12073" fmla="*/ 69152 h 5143785"/>
              <a:gd name="connsiteX12074" fmla="*/ 1970056 w 3114960"/>
              <a:gd name="connsiteY12074" fmla="*/ 5064157 h 5143785"/>
              <a:gd name="connsiteX12075" fmla="*/ 2075878 w 3114960"/>
              <a:gd name="connsiteY12075" fmla="*/ 4966240 h 5143785"/>
              <a:gd name="connsiteX12076" fmla="*/ 2074164 w 3114960"/>
              <a:gd name="connsiteY12076" fmla="*/ 4961954 h 5143785"/>
              <a:gd name="connsiteX12077" fmla="*/ 2083022 w 3114960"/>
              <a:gd name="connsiteY12077" fmla="*/ 4950524 h 5143785"/>
              <a:gd name="connsiteX12078" fmla="*/ 2094452 w 3114960"/>
              <a:gd name="connsiteY12078" fmla="*/ 4959382 h 5143785"/>
              <a:gd name="connsiteX12079" fmla="*/ 2085594 w 3114960"/>
              <a:gd name="connsiteY12079" fmla="*/ 4970812 h 5143785"/>
              <a:gd name="connsiteX12080" fmla="*/ 2079307 w 3114960"/>
              <a:gd name="connsiteY12080" fmla="*/ 4969383 h 5143785"/>
              <a:gd name="connsiteX12081" fmla="*/ 1971770 w 3114960"/>
              <a:gd name="connsiteY12081" fmla="*/ 5068824 h 5143785"/>
              <a:gd name="connsiteX12082" fmla="*/ 1952149 w 3114960"/>
              <a:gd name="connsiteY12082" fmla="*/ 5068824 h 5143785"/>
              <a:gd name="connsiteX12083" fmla="*/ 1952149 w 3114960"/>
              <a:gd name="connsiteY12083" fmla="*/ 5074253 h 5143785"/>
              <a:gd name="connsiteX12084" fmla="*/ 1948625 w 3114960"/>
              <a:gd name="connsiteY12084" fmla="*/ 5077778 h 5143785"/>
              <a:gd name="connsiteX12085" fmla="*/ 1933003 w 3114960"/>
              <a:gd name="connsiteY12085" fmla="*/ 5077778 h 5143785"/>
              <a:gd name="connsiteX12086" fmla="*/ 1929479 w 3114960"/>
              <a:gd name="connsiteY12086" fmla="*/ 5074253 h 5143785"/>
              <a:gd name="connsiteX12087" fmla="*/ 1929479 w 3114960"/>
              <a:gd name="connsiteY12087" fmla="*/ 5058633 h 5143785"/>
              <a:gd name="connsiteX12088" fmla="*/ 1933003 w 3114960"/>
              <a:gd name="connsiteY12088" fmla="*/ 5055108 h 5143785"/>
              <a:gd name="connsiteX12089" fmla="*/ 1948625 w 3114960"/>
              <a:gd name="connsiteY12089" fmla="*/ 5055108 h 5143785"/>
              <a:gd name="connsiteX12090" fmla="*/ 1952149 w 3114960"/>
              <a:gd name="connsiteY12090" fmla="*/ 5058633 h 5143785"/>
              <a:gd name="connsiteX12091" fmla="*/ 1952149 w 3114960"/>
              <a:gd name="connsiteY12091" fmla="*/ 5064062 h 5143785"/>
              <a:gd name="connsiteX12092" fmla="*/ 1969865 w 3114960"/>
              <a:gd name="connsiteY12092" fmla="*/ 5064062 h 5143785"/>
              <a:gd name="connsiteX12093" fmla="*/ 234982 w 3114960"/>
              <a:gd name="connsiteY12093" fmla="*/ 66199 h 5143785"/>
              <a:gd name="connsiteX12094" fmla="*/ 238220 w 3114960"/>
              <a:gd name="connsiteY12094" fmla="*/ 69723 h 5143785"/>
              <a:gd name="connsiteX12095" fmla="*/ 236696 w 3114960"/>
              <a:gd name="connsiteY12095" fmla="*/ 71152 h 5143785"/>
              <a:gd name="connsiteX12096" fmla="*/ 233458 w 3114960"/>
              <a:gd name="connsiteY12096" fmla="*/ 67628 h 5143785"/>
              <a:gd name="connsiteX12097" fmla="*/ 234982 w 3114960"/>
              <a:gd name="connsiteY12097" fmla="*/ 66199 h 5143785"/>
              <a:gd name="connsiteX12098" fmla="*/ 2294858 w 3114960"/>
              <a:gd name="connsiteY12098" fmla="*/ 5083302 h 5143785"/>
              <a:gd name="connsiteX12099" fmla="*/ 2294477 w 3114960"/>
              <a:gd name="connsiteY12099" fmla="*/ 5090922 h 5143785"/>
              <a:gd name="connsiteX12100" fmla="*/ 2286857 w 3114960"/>
              <a:gd name="connsiteY12100" fmla="*/ 5090541 h 5143785"/>
              <a:gd name="connsiteX12101" fmla="*/ 2287238 w 3114960"/>
              <a:gd name="connsiteY12101" fmla="*/ 5082921 h 5143785"/>
              <a:gd name="connsiteX12102" fmla="*/ 2294858 w 3114960"/>
              <a:gd name="connsiteY12102" fmla="*/ 5083302 h 5143785"/>
              <a:gd name="connsiteX12103" fmla="*/ 612172 w 3114960"/>
              <a:gd name="connsiteY12103" fmla="*/ 2034635 h 5143785"/>
              <a:gd name="connsiteX12104" fmla="*/ 619316 w 3114960"/>
              <a:gd name="connsiteY12104" fmla="*/ 2034635 h 5143785"/>
              <a:gd name="connsiteX12105" fmla="*/ 619316 w 3114960"/>
              <a:gd name="connsiteY12105" fmla="*/ 2043113 h 5143785"/>
              <a:gd name="connsiteX12106" fmla="*/ 612172 w 3114960"/>
              <a:gd name="connsiteY12106" fmla="*/ 2043113 h 5143785"/>
              <a:gd name="connsiteX12107" fmla="*/ 612172 w 3114960"/>
              <a:gd name="connsiteY12107" fmla="*/ 2034635 h 5143785"/>
              <a:gd name="connsiteX12108" fmla="*/ 619316 w 3114960"/>
              <a:gd name="connsiteY12108" fmla="*/ 2009299 h 5143785"/>
              <a:gd name="connsiteX12109" fmla="*/ 612172 w 3114960"/>
              <a:gd name="connsiteY12109" fmla="*/ 2009299 h 5143785"/>
              <a:gd name="connsiteX12110" fmla="*/ 612172 w 3114960"/>
              <a:gd name="connsiteY12110" fmla="*/ 2000822 h 5143785"/>
              <a:gd name="connsiteX12111" fmla="*/ 619316 w 3114960"/>
              <a:gd name="connsiteY12111" fmla="*/ 2000822 h 5143785"/>
              <a:gd name="connsiteX12112" fmla="*/ 619316 w 3114960"/>
              <a:gd name="connsiteY12112" fmla="*/ 2009299 h 5143785"/>
              <a:gd name="connsiteX12113" fmla="*/ 2407063 w 3114960"/>
              <a:gd name="connsiteY12113" fmla="*/ 5119783 h 5143785"/>
              <a:gd name="connsiteX12114" fmla="*/ 2407063 w 3114960"/>
              <a:gd name="connsiteY12114" fmla="*/ 5116449 h 5143785"/>
              <a:gd name="connsiteX12115" fmla="*/ 2414302 w 3114960"/>
              <a:gd name="connsiteY12115" fmla="*/ 5109210 h 5143785"/>
              <a:gd name="connsiteX12116" fmla="*/ 2477072 w 3114960"/>
              <a:gd name="connsiteY12116" fmla="*/ 5109210 h 5143785"/>
              <a:gd name="connsiteX12117" fmla="*/ 2484311 w 3114960"/>
              <a:gd name="connsiteY12117" fmla="*/ 5116449 h 5143785"/>
              <a:gd name="connsiteX12118" fmla="*/ 2484311 w 3114960"/>
              <a:gd name="connsiteY12118" fmla="*/ 5119783 h 5143785"/>
              <a:gd name="connsiteX12119" fmla="*/ 2477072 w 3114960"/>
              <a:gd name="connsiteY12119" fmla="*/ 5127022 h 5143785"/>
              <a:gd name="connsiteX12120" fmla="*/ 2414302 w 3114960"/>
              <a:gd name="connsiteY12120" fmla="*/ 5127022 h 5143785"/>
              <a:gd name="connsiteX12121" fmla="*/ 2407063 w 3114960"/>
              <a:gd name="connsiteY12121" fmla="*/ 5119783 h 5143785"/>
              <a:gd name="connsiteX12122" fmla="*/ 2396204 w 3114960"/>
              <a:gd name="connsiteY12122" fmla="*/ 5134833 h 5143785"/>
              <a:gd name="connsiteX12123" fmla="*/ 2495264 w 3114960"/>
              <a:gd name="connsiteY12123" fmla="*/ 5134833 h 5143785"/>
              <a:gd name="connsiteX12124" fmla="*/ 2504885 w 3114960"/>
              <a:gd name="connsiteY12124" fmla="*/ 5125212 h 5143785"/>
              <a:gd name="connsiteX12125" fmla="*/ 2504885 w 3114960"/>
              <a:gd name="connsiteY12125" fmla="*/ 5120545 h 5143785"/>
              <a:gd name="connsiteX12126" fmla="*/ 2672048 w 3114960"/>
              <a:gd name="connsiteY12126" fmla="*/ 5120545 h 5143785"/>
              <a:gd name="connsiteX12127" fmla="*/ 2674430 w 3114960"/>
              <a:gd name="connsiteY12127" fmla="*/ 5118164 h 5143785"/>
              <a:gd name="connsiteX12128" fmla="*/ 2674430 w 3114960"/>
              <a:gd name="connsiteY12128" fmla="*/ 5105019 h 5143785"/>
              <a:gd name="connsiteX12129" fmla="*/ 2683478 w 3114960"/>
              <a:gd name="connsiteY12129" fmla="*/ 5095494 h 5143785"/>
              <a:gd name="connsiteX12130" fmla="*/ 2683478 w 3114960"/>
              <a:gd name="connsiteY12130" fmla="*/ 5065967 h 5143785"/>
              <a:gd name="connsiteX12131" fmla="*/ 2673858 w 3114960"/>
              <a:gd name="connsiteY12131" fmla="*/ 5056347 h 5143785"/>
              <a:gd name="connsiteX12132" fmla="*/ 2670620 w 3114960"/>
              <a:gd name="connsiteY12132" fmla="*/ 5056347 h 5143785"/>
              <a:gd name="connsiteX12133" fmla="*/ 2666238 w 3114960"/>
              <a:gd name="connsiteY12133" fmla="*/ 5057490 h 5143785"/>
              <a:gd name="connsiteX12134" fmla="*/ 2628424 w 3114960"/>
              <a:gd name="connsiteY12134" fmla="*/ 5006245 h 5143785"/>
              <a:gd name="connsiteX12135" fmla="*/ 2580418 w 3114960"/>
              <a:gd name="connsiteY12135" fmla="*/ 5006245 h 5143785"/>
              <a:gd name="connsiteX12136" fmla="*/ 2579846 w 3114960"/>
              <a:gd name="connsiteY12136" fmla="*/ 5005292 h 5143785"/>
              <a:gd name="connsiteX12137" fmla="*/ 2569369 w 3114960"/>
              <a:gd name="connsiteY12137" fmla="*/ 4994815 h 5143785"/>
              <a:gd name="connsiteX12138" fmla="*/ 2562987 w 3114960"/>
              <a:gd name="connsiteY12138" fmla="*/ 4994815 h 5143785"/>
              <a:gd name="connsiteX12139" fmla="*/ 2552510 w 3114960"/>
              <a:gd name="connsiteY12139" fmla="*/ 5005292 h 5143785"/>
              <a:gd name="connsiteX12140" fmla="*/ 2551367 w 3114960"/>
              <a:gd name="connsiteY12140" fmla="*/ 5007388 h 5143785"/>
              <a:gd name="connsiteX12141" fmla="*/ 2467356 w 3114960"/>
              <a:gd name="connsiteY12141" fmla="*/ 5007388 h 5143785"/>
              <a:gd name="connsiteX12142" fmla="*/ 2445925 w 3114960"/>
              <a:gd name="connsiteY12142" fmla="*/ 5030153 h 5143785"/>
              <a:gd name="connsiteX12143" fmla="*/ 2365915 w 3114960"/>
              <a:gd name="connsiteY12143" fmla="*/ 5030343 h 5143785"/>
              <a:gd name="connsiteX12144" fmla="*/ 2350484 w 3114960"/>
              <a:gd name="connsiteY12144" fmla="*/ 5011388 h 5143785"/>
              <a:gd name="connsiteX12145" fmla="*/ 2350675 w 3114960"/>
              <a:gd name="connsiteY12145" fmla="*/ 5010245 h 5143785"/>
              <a:gd name="connsiteX12146" fmla="*/ 2350675 w 3114960"/>
              <a:gd name="connsiteY12146" fmla="*/ 5006912 h 5143785"/>
              <a:gd name="connsiteX12147" fmla="*/ 2347817 w 3114960"/>
              <a:gd name="connsiteY12147" fmla="*/ 5000149 h 5143785"/>
              <a:gd name="connsiteX12148" fmla="*/ 2341055 w 3114960"/>
              <a:gd name="connsiteY12148" fmla="*/ 4997387 h 5143785"/>
              <a:gd name="connsiteX12149" fmla="*/ 2318861 w 3114960"/>
              <a:gd name="connsiteY12149" fmla="*/ 4997387 h 5143785"/>
              <a:gd name="connsiteX12150" fmla="*/ 2312099 w 3114960"/>
              <a:gd name="connsiteY12150" fmla="*/ 5000244 h 5143785"/>
              <a:gd name="connsiteX12151" fmla="*/ 2309432 w 3114960"/>
              <a:gd name="connsiteY12151" fmla="*/ 5006245 h 5143785"/>
              <a:gd name="connsiteX12152" fmla="*/ 2271141 w 3114960"/>
              <a:gd name="connsiteY12152" fmla="*/ 5006245 h 5143785"/>
              <a:gd name="connsiteX12153" fmla="*/ 2259902 w 3114960"/>
              <a:gd name="connsiteY12153" fmla="*/ 4994624 h 5143785"/>
              <a:gd name="connsiteX12154" fmla="*/ 2200847 w 3114960"/>
              <a:gd name="connsiteY12154" fmla="*/ 4994624 h 5143785"/>
              <a:gd name="connsiteX12155" fmla="*/ 2188464 w 3114960"/>
              <a:gd name="connsiteY12155" fmla="*/ 4988624 h 5143785"/>
              <a:gd name="connsiteX12156" fmla="*/ 2180082 w 3114960"/>
              <a:gd name="connsiteY12156" fmla="*/ 4993386 h 5143785"/>
              <a:gd name="connsiteX12157" fmla="*/ 2177796 w 3114960"/>
              <a:gd name="connsiteY12157" fmla="*/ 4998720 h 5143785"/>
              <a:gd name="connsiteX12158" fmla="*/ 2094071 w 3114960"/>
              <a:gd name="connsiteY12158" fmla="*/ 4998720 h 5143785"/>
              <a:gd name="connsiteX12159" fmla="*/ 1970056 w 3114960"/>
              <a:gd name="connsiteY12159" fmla="*/ 5114925 h 5143785"/>
              <a:gd name="connsiteX12160" fmla="*/ 1953387 w 3114960"/>
              <a:gd name="connsiteY12160" fmla="*/ 5114925 h 5143785"/>
              <a:gd name="connsiteX12161" fmla="*/ 1939385 w 3114960"/>
              <a:gd name="connsiteY12161" fmla="*/ 5104448 h 5143785"/>
              <a:gd name="connsiteX12162" fmla="*/ 1931003 w 3114960"/>
              <a:gd name="connsiteY12162" fmla="*/ 5109210 h 5143785"/>
              <a:gd name="connsiteX12163" fmla="*/ 1928432 w 3114960"/>
              <a:gd name="connsiteY12163" fmla="*/ 5118545 h 5143785"/>
              <a:gd name="connsiteX12164" fmla="*/ 1941005 w 3114960"/>
              <a:gd name="connsiteY12164" fmla="*/ 5129594 h 5143785"/>
              <a:gd name="connsiteX12165" fmla="*/ 1942624 w 3114960"/>
              <a:gd name="connsiteY12165" fmla="*/ 5129499 h 5143785"/>
              <a:gd name="connsiteX12166" fmla="*/ 1953292 w 3114960"/>
              <a:gd name="connsiteY12166" fmla="*/ 5119688 h 5143785"/>
              <a:gd name="connsiteX12167" fmla="*/ 1971961 w 3114960"/>
              <a:gd name="connsiteY12167" fmla="*/ 5119688 h 5143785"/>
              <a:gd name="connsiteX12168" fmla="*/ 2095976 w 3114960"/>
              <a:gd name="connsiteY12168" fmla="*/ 5003483 h 5143785"/>
              <a:gd name="connsiteX12169" fmla="*/ 2177796 w 3114960"/>
              <a:gd name="connsiteY12169" fmla="*/ 5003483 h 5143785"/>
              <a:gd name="connsiteX12170" fmla="*/ 2182368 w 3114960"/>
              <a:gd name="connsiteY12170" fmla="*/ 5011103 h 5143785"/>
              <a:gd name="connsiteX12171" fmla="*/ 2190083 w 3114960"/>
              <a:gd name="connsiteY12171" fmla="*/ 5013770 h 5143785"/>
              <a:gd name="connsiteX12172" fmla="*/ 2191703 w 3114960"/>
              <a:gd name="connsiteY12172" fmla="*/ 5013674 h 5143785"/>
              <a:gd name="connsiteX12173" fmla="*/ 2202656 w 3114960"/>
              <a:gd name="connsiteY12173" fmla="*/ 4999482 h 5143785"/>
              <a:gd name="connsiteX12174" fmla="*/ 2202656 w 3114960"/>
              <a:gd name="connsiteY12174" fmla="*/ 4999387 h 5143785"/>
              <a:gd name="connsiteX12175" fmla="*/ 2257997 w 3114960"/>
              <a:gd name="connsiteY12175" fmla="*/ 4999387 h 5143785"/>
              <a:gd name="connsiteX12176" fmla="*/ 2269236 w 3114960"/>
              <a:gd name="connsiteY12176" fmla="*/ 5011008 h 5143785"/>
              <a:gd name="connsiteX12177" fmla="*/ 2309527 w 3114960"/>
              <a:gd name="connsiteY12177" fmla="*/ 5011008 h 5143785"/>
              <a:gd name="connsiteX12178" fmla="*/ 2319052 w 3114960"/>
              <a:gd name="connsiteY12178" fmla="*/ 5019866 h 5143785"/>
              <a:gd name="connsiteX12179" fmla="*/ 2341245 w 3114960"/>
              <a:gd name="connsiteY12179" fmla="*/ 5019866 h 5143785"/>
              <a:gd name="connsiteX12180" fmla="*/ 2349913 w 3114960"/>
              <a:gd name="connsiteY12180" fmla="*/ 5014246 h 5143785"/>
              <a:gd name="connsiteX12181" fmla="*/ 2364962 w 3114960"/>
              <a:gd name="connsiteY12181" fmla="*/ 5032724 h 5143785"/>
              <a:gd name="connsiteX12182" fmla="*/ 2446592 w 3114960"/>
              <a:gd name="connsiteY12182" fmla="*/ 5032534 h 5143785"/>
              <a:gd name="connsiteX12183" fmla="*/ 2447068 w 3114960"/>
              <a:gd name="connsiteY12183" fmla="*/ 5032534 h 5143785"/>
              <a:gd name="connsiteX12184" fmla="*/ 2468499 w 3114960"/>
              <a:gd name="connsiteY12184" fmla="*/ 5009865 h 5143785"/>
              <a:gd name="connsiteX12185" fmla="*/ 2551462 w 3114960"/>
              <a:gd name="connsiteY12185" fmla="*/ 5009865 h 5143785"/>
              <a:gd name="connsiteX12186" fmla="*/ 2552605 w 3114960"/>
              <a:gd name="connsiteY12186" fmla="*/ 5011674 h 5143785"/>
              <a:gd name="connsiteX12187" fmla="*/ 2563082 w 3114960"/>
              <a:gd name="connsiteY12187" fmla="*/ 5022152 h 5143785"/>
              <a:gd name="connsiteX12188" fmla="*/ 2569559 w 3114960"/>
              <a:gd name="connsiteY12188" fmla="*/ 5022152 h 5143785"/>
              <a:gd name="connsiteX12189" fmla="*/ 2580037 w 3114960"/>
              <a:gd name="connsiteY12189" fmla="*/ 5011674 h 5143785"/>
              <a:gd name="connsiteX12190" fmla="*/ 2580513 w 3114960"/>
              <a:gd name="connsiteY12190" fmla="*/ 5010912 h 5143785"/>
              <a:gd name="connsiteX12191" fmla="*/ 2626233 w 3114960"/>
              <a:gd name="connsiteY12191" fmla="*/ 5010912 h 5143785"/>
              <a:gd name="connsiteX12192" fmla="*/ 2662904 w 3114960"/>
              <a:gd name="connsiteY12192" fmla="*/ 5060728 h 5143785"/>
              <a:gd name="connsiteX12193" fmla="*/ 2661190 w 3114960"/>
              <a:gd name="connsiteY12193" fmla="*/ 5065872 h 5143785"/>
              <a:gd name="connsiteX12194" fmla="*/ 2661190 w 3114960"/>
              <a:gd name="connsiteY12194" fmla="*/ 5095399 h 5143785"/>
              <a:gd name="connsiteX12195" fmla="*/ 2669762 w 3114960"/>
              <a:gd name="connsiteY12195" fmla="*/ 5104829 h 5143785"/>
              <a:gd name="connsiteX12196" fmla="*/ 2669762 w 3114960"/>
              <a:gd name="connsiteY12196" fmla="*/ 5115687 h 5143785"/>
              <a:gd name="connsiteX12197" fmla="*/ 2504980 w 3114960"/>
              <a:gd name="connsiteY12197" fmla="*/ 5115687 h 5143785"/>
              <a:gd name="connsiteX12198" fmla="*/ 2504980 w 3114960"/>
              <a:gd name="connsiteY12198" fmla="*/ 5111020 h 5143785"/>
              <a:gd name="connsiteX12199" fmla="*/ 2495360 w 3114960"/>
              <a:gd name="connsiteY12199" fmla="*/ 5101400 h 5143785"/>
              <a:gd name="connsiteX12200" fmla="*/ 2396300 w 3114960"/>
              <a:gd name="connsiteY12200" fmla="*/ 5101400 h 5143785"/>
              <a:gd name="connsiteX12201" fmla="*/ 2386679 w 3114960"/>
              <a:gd name="connsiteY12201" fmla="*/ 5111020 h 5143785"/>
              <a:gd name="connsiteX12202" fmla="*/ 2386679 w 3114960"/>
              <a:gd name="connsiteY12202" fmla="*/ 5115687 h 5143785"/>
              <a:gd name="connsiteX12203" fmla="*/ 2325338 w 3114960"/>
              <a:gd name="connsiteY12203" fmla="*/ 5115687 h 5143785"/>
              <a:gd name="connsiteX12204" fmla="*/ 2301335 w 3114960"/>
              <a:gd name="connsiteY12204" fmla="*/ 5093780 h 5143785"/>
              <a:gd name="connsiteX12205" fmla="*/ 2303526 w 3114960"/>
              <a:gd name="connsiteY12205" fmla="*/ 5085207 h 5143785"/>
              <a:gd name="connsiteX12206" fmla="*/ 2289334 w 3114960"/>
              <a:gd name="connsiteY12206" fmla="*/ 5074253 h 5143785"/>
              <a:gd name="connsiteX12207" fmla="*/ 2278380 w 3114960"/>
              <a:gd name="connsiteY12207" fmla="*/ 5088351 h 5143785"/>
              <a:gd name="connsiteX12208" fmla="*/ 2283143 w 3114960"/>
              <a:gd name="connsiteY12208" fmla="*/ 5096733 h 5143785"/>
              <a:gd name="connsiteX12209" fmla="*/ 2290858 w 3114960"/>
              <a:gd name="connsiteY12209" fmla="*/ 5099399 h 5143785"/>
              <a:gd name="connsiteX12210" fmla="*/ 2292477 w 3114960"/>
              <a:gd name="connsiteY12210" fmla="*/ 5099304 h 5143785"/>
              <a:gd name="connsiteX12211" fmla="*/ 2297906 w 3114960"/>
              <a:gd name="connsiteY12211" fmla="*/ 5097113 h 5143785"/>
              <a:gd name="connsiteX12212" fmla="*/ 2323433 w 3114960"/>
              <a:gd name="connsiteY12212" fmla="*/ 5120354 h 5143785"/>
              <a:gd name="connsiteX12213" fmla="*/ 2386679 w 3114960"/>
              <a:gd name="connsiteY12213" fmla="*/ 5120354 h 5143785"/>
              <a:gd name="connsiteX12214" fmla="*/ 2386679 w 3114960"/>
              <a:gd name="connsiteY12214" fmla="*/ 5125022 h 5143785"/>
              <a:gd name="connsiteX12215" fmla="*/ 2396300 w 3114960"/>
              <a:gd name="connsiteY12215" fmla="*/ 5134642 h 5143785"/>
              <a:gd name="connsiteX12216" fmla="*/ 1941957 w 3114960"/>
              <a:gd name="connsiteY12216" fmla="*/ 5125022 h 5143785"/>
              <a:gd name="connsiteX12217" fmla="*/ 1933099 w 3114960"/>
              <a:gd name="connsiteY12217" fmla="*/ 5118259 h 5143785"/>
              <a:gd name="connsiteX12218" fmla="*/ 1934718 w 3114960"/>
              <a:gd name="connsiteY12218" fmla="*/ 5112449 h 5143785"/>
              <a:gd name="connsiteX12219" fmla="*/ 1939957 w 3114960"/>
              <a:gd name="connsiteY12219" fmla="*/ 5109496 h 5143785"/>
              <a:gd name="connsiteX12220" fmla="*/ 1940909 w 3114960"/>
              <a:gd name="connsiteY12220" fmla="*/ 5109496 h 5143785"/>
              <a:gd name="connsiteX12221" fmla="*/ 1948720 w 3114960"/>
              <a:gd name="connsiteY12221" fmla="*/ 5116354 h 5143785"/>
              <a:gd name="connsiteX12222" fmla="*/ 1941862 w 3114960"/>
              <a:gd name="connsiteY12222" fmla="*/ 5125117 h 5143785"/>
              <a:gd name="connsiteX12223" fmla="*/ 2191131 w 3114960"/>
              <a:gd name="connsiteY12223" fmla="*/ 5009103 h 5143785"/>
              <a:gd name="connsiteX12224" fmla="*/ 2185321 w 3114960"/>
              <a:gd name="connsiteY12224" fmla="*/ 5007483 h 5143785"/>
              <a:gd name="connsiteX12225" fmla="*/ 2182368 w 3114960"/>
              <a:gd name="connsiteY12225" fmla="*/ 5002244 h 5143785"/>
              <a:gd name="connsiteX12226" fmla="*/ 2183987 w 3114960"/>
              <a:gd name="connsiteY12226" fmla="*/ 4996434 h 5143785"/>
              <a:gd name="connsiteX12227" fmla="*/ 2189226 w 3114960"/>
              <a:gd name="connsiteY12227" fmla="*/ 4993481 h 5143785"/>
              <a:gd name="connsiteX12228" fmla="*/ 2190179 w 3114960"/>
              <a:gd name="connsiteY12228" fmla="*/ 4993481 h 5143785"/>
              <a:gd name="connsiteX12229" fmla="*/ 2197989 w 3114960"/>
              <a:gd name="connsiteY12229" fmla="*/ 5000340 h 5143785"/>
              <a:gd name="connsiteX12230" fmla="*/ 2191131 w 3114960"/>
              <a:gd name="connsiteY12230" fmla="*/ 5009103 h 5143785"/>
              <a:gd name="connsiteX12231" fmla="*/ 2318957 w 3114960"/>
              <a:gd name="connsiteY12231" fmla="*/ 5015294 h 5143785"/>
              <a:gd name="connsiteX12232" fmla="*/ 2314099 w 3114960"/>
              <a:gd name="connsiteY12232" fmla="*/ 5010436 h 5143785"/>
              <a:gd name="connsiteX12233" fmla="*/ 2314099 w 3114960"/>
              <a:gd name="connsiteY12233" fmla="*/ 5007102 h 5143785"/>
              <a:gd name="connsiteX12234" fmla="*/ 2315528 w 3114960"/>
              <a:gd name="connsiteY12234" fmla="*/ 5003673 h 5143785"/>
              <a:gd name="connsiteX12235" fmla="*/ 2318957 w 3114960"/>
              <a:gd name="connsiteY12235" fmla="*/ 5002244 h 5143785"/>
              <a:gd name="connsiteX12236" fmla="*/ 2319623 w 3114960"/>
              <a:gd name="connsiteY12236" fmla="*/ 5002244 h 5143785"/>
              <a:gd name="connsiteX12237" fmla="*/ 2319623 w 3114960"/>
              <a:gd name="connsiteY12237" fmla="*/ 5015294 h 5143785"/>
              <a:gd name="connsiteX12238" fmla="*/ 2318957 w 3114960"/>
              <a:gd name="connsiteY12238" fmla="*/ 5015294 h 5143785"/>
              <a:gd name="connsiteX12239" fmla="*/ 2324576 w 3114960"/>
              <a:gd name="connsiteY12239" fmla="*/ 5015294 h 5143785"/>
              <a:gd name="connsiteX12240" fmla="*/ 2324576 w 3114960"/>
              <a:gd name="connsiteY12240" fmla="*/ 5002340 h 5143785"/>
              <a:gd name="connsiteX12241" fmla="*/ 2336578 w 3114960"/>
              <a:gd name="connsiteY12241" fmla="*/ 5002340 h 5143785"/>
              <a:gd name="connsiteX12242" fmla="*/ 2336578 w 3114960"/>
              <a:gd name="connsiteY12242" fmla="*/ 5015294 h 5143785"/>
              <a:gd name="connsiteX12243" fmla="*/ 2324576 w 3114960"/>
              <a:gd name="connsiteY12243" fmla="*/ 5015294 h 5143785"/>
              <a:gd name="connsiteX12244" fmla="*/ 2342198 w 3114960"/>
              <a:gd name="connsiteY12244" fmla="*/ 5015008 h 5143785"/>
              <a:gd name="connsiteX12245" fmla="*/ 2342198 w 3114960"/>
              <a:gd name="connsiteY12245" fmla="*/ 5002435 h 5143785"/>
              <a:gd name="connsiteX12246" fmla="*/ 2344579 w 3114960"/>
              <a:gd name="connsiteY12246" fmla="*/ 5003673 h 5143785"/>
              <a:gd name="connsiteX12247" fmla="*/ 2346008 w 3114960"/>
              <a:gd name="connsiteY12247" fmla="*/ 5007102 h 5143785"/>
              <a:gd name="connsiteX12248" fmla="*/ 2346008 w 3114960"/>
              <a:gd name="connsiteY12248" fmla="*/ 5010436 h 5143785"/>
              <a:gd name="connsiteX12249" fmla="*/ 2342198 w 3114960"/>
              <a:gd name="connsiteY12249" fmla="*/ 5015103 h 5143785"/>
              <a:gd name="connsiteX12250" fmla="*/ 2665857 w 3114960"/>
              <a:gd name="connsiteY12250" fmla="*/ 5095590 h 5143785"/>
              <a:gd name="connsiteX12251" fmla="*/ 2665857 w 3114960"/>
              <a:gd name="connsiteY12251" fmla="*/ 5066062 h 5143785"/>
              <a:gd name="connsiteX12252" fmla="*/ 2670715 w 3114960"/>
              <a:gd name="connsiteY12252" fmla="*/ 5061204 h 5143785"/>
              <a:gd name="connsiteX12253" fmla="*/ 2673953 w 3114960"/>
              <a:gd name="connsiteY12253" fmla="*/ 5061204 h 5143785"/>
              <a:gd name="connsiteX12254" fmla="*/ 2678811 w 3114960"/>
              <a:gd name="connsiteY12254" fmla="*/ 5066062 h 5143785"/>
              <a:gd name="connsiteX12255" fmla="*/ 2678811 w 3114960"/>
              <a:gd name="connsiteY12255" fmla="*/ 5095590 h 5143785"/>
              <a:gd name="connsiteX12256" fmla="*/ 2673953 w 3114960"/>
              <a:gd name="connsiteY12256" fmla="*/ 5100447 h 5143785"/>
              <a:gd name="connsiteX12257" fmla="*/ 2670715 w 3114960"/>
              <a:gd name="connsiteY12257" fmla="*/ 5100447 h 5143785"/>
              <a:gd name="connsiteX12258" fmla="*/ 2665857 w 3114960"/>
              <a:gd name="connsiteY12258" fmla="*/ 5095590 h 5143785"/>
              <a:gd name="connsiteX12259" fmla="*/ 2391347 w 3114960"/>
              <a:gd name="connsiteY12259" fmla="*/ 5111020 h 5143785"/>
              <a:gd name="connsiteX12260" fmla="*/ 2396204 w 3114960"/>
              <a:gd name="connsiteY12260" fmla="*/ 5106162 h 5143785"/>
              <a:gd name="connsiteX12261" fmla="*/ 2495264 w 3114960"/>
              <a:gd name="connsiteY12261" fmla="*/ 5106162 h 5143785"/>
              <a:gd name="connsiteX12262" fmla="*/ 2500122 w 3114960"/>
              <a:gd name="connsiteY12262" fmla="*/ 5111020 h 5143785"/>
              <a:gd name="connsiteX12263" fmla="*/ 2500122 w 3114960"/>
              <a:gd name="connsiteY12263" fmla="*/ 5125212 h 5143785"/>
              <a:gd name="connsiteX12264" fmla="*/ 2495264 w 3114960"/>
              <a:gd name="connsiteY12264" fmla="*/ 5130070 h 5143785"/>
              <a:gd name="connsiteX12265" fmla="*/ 2396204 w 3114960"/>
              <a:gd name="connsiteY12265" fmla="*/ 5130070 h 5143785"/>
              <a:gd name="connsiteX12266" fmla="*/ 2391347 w 3114960"/>
              <a:gd name="connsiteY12266" fmla="*/ 5125212 h 5143785"/>
              <a:gd name="connsiteX12267" fmla="*/ 2391347 w 3114960"/>
              <a:gd name="connsiteY12267" fmla="*/ 5111020 h 5143785"/>
              <a:gd name="connsiteX12268" fmla="*/ 2297049 w 3114960"/>
              <a:gd name="connsiteY12268" fmla="*/ 5091684 h 5143785"/>
              <a:gd name="connsiteX12269" fmla="*/ 2291810 w 3114960"/>
              <a:gd name="connsiteY12269" fmla="*/ 5094637 h 5143785"/>
              <a:gd name="connsiteX12270" fmla="*/ 2286000 w 3114960"/>
              <a:gd name="connsiteY12270" fmla="*/ 5093018 h 5143785"/>
              <a:gd name="connsiteX12271" fmla="*/ 2283047 w 3114960"/>
              <a:gd name="connsiteY12271" fmla="*/ 5087779 h 5143785"/>
              <a:gd name="connsiteX12272" fmla="*/ 2289810 w 3114960"/>
              <a:gd name="connsiteY12272" fmla="*/ 5079016 h 5143785"/>
              <a:gd name="connsiteX12273" fmla="*/ 2290858 w 3114960"/>
              <a:gd name="connsiteY12273" fmla="*/ 5079016 h 5143785"/>
              <a:gd name="connsiteX12274" fmla="*/ 2298668 w 3114960"/>
              <a:gd name="connsiteY12274" fmla="*/ 5085874 h 5143785"/>
              <a:gd name="connsiteX12275" fmla="*/ 2297049 w 3114960"/>
              <a:gd name="connsiteY12275" fmla="*/ 5091684 h 5143785"/>
              <a:gd name="connsiteX12276" fmla="*/ 67342 w 3114960"/>
              <a:gd name="connsiteY12276" fmla="*/ 22955 h 5143785"/>
              <a:gd name="connsiteX12277" fmla="*/ 77724 w 3114960"/>
              <a:gd name="connsiteY12277" fmla="*/ 33338 h 5143785"/>
              <a:gd name="connsiteX12278" fmla="*/ 87630 w 3114960"/>
              <a:gd name="connsiteY12278" fmla="*/ 25337 h 5143785"/>
              <a:gd name="connsiteX12279" fmla="*/ 133731 w 3114960"/>
              <a:gd name="connsiteY12279" fmla="*/ 25337 h 5143785"/>
              <a:gd name="connsiteX12280" fmla="*/ 146685 w 3114960"/>
              <a:gd name="connsiteY12280" fmla="*/ 17336 h 5143785"/>
              <a:gd name="connsiteX12281" fmla="*/ 199454 w 3114960"/>
              <a:gd name="connsiteY12281" fmla="*/ 17336 h 5143785"/>
              <a:gd name="connsiteX12282" fmla="*/ 207550 w 3114960"/>
              <a:gd name="connsiteY12282" fmla="*/ 23813 h 5143785"/>
              <a:gd name="connsiteX12283" fmla="*/ 206788 w 3114960"/>
              <a:gd name="connsiteY12283" fmla="*/ 23813 h 5143785"/>
              <a:gd name="connsiteX12284" fmla="*/ 206788 w 3114960"/>
              <a:gd name="connsiteY12284" fmla="*/ 28575 h 5143785"/>
              <a:gd name="connsiteX12285" fmla="*/ 211550 w 3114960"/>
              <a:gd name="connsiteY12285" fmla="*/ 28575 h 5143785"/>
              <a:gd name="connsiteX12286" fmla="*/ 211550 w 3114960"/>
              <a:gd name="connsiteY12286" fmla="*/ 23813 h 5143785"/>
              <a:gd name="connsiteX12287" fmla="*/ 210788 w 3114960"/>
              <a:gd name="connsiteY12287" fmla="*/ 23813 h 5143785"/>
              <a:gd name="connsiteX12288" fmla="*/ 219551 w 3114960"/>
              <a:gd name="connsiteY12288" fmla="*/ 13716 h 5143785"/>
              <a:gd name="connsiteX12289" fmla="*/ 209169 w 3114960"/>
              <a:gd name="connsiteY12289" fmla="*/ 3334 h 5143785"/>
              <a:gd name="connsiteX12290" fmla="*/ 198977 w 3114960"/>
              <a:gd name="connsiteY12290" fmla="*/ 12573 h 5143785"/>
              <a:gd name="connsiteX12291" fmla="*/ 145256 w 3114960"/>
              <a:gd name="connsiteY12291" fmla="*/ 12573 h 5143785"/>
              <a:gd name="connsiteX12292" fmla="*/ 132302 w 3114960"/>
              <a:gd name="connsiteY12292" fmla="*/ 20574 h 5143785"/>
              <a:gd name="connsiteX12293" fmla="*/ 87535 w 3114960"/>
              <a:gd name="connsiteY12293" fmla="*/ 20574 h 5143785"/>
              <a:gd name="connsiteX12294" fmla="*/ 77629 w 3114960"/>
              <a:gd name="connsiteY12294" fmla="*/ 12573 h 5143785"/>
              <a:gd name="connsiteX12295" fmla="*/ 67247 w 3114960"/>
              <a:gd name="connsiteY12295" fmla="*/ 22955 h 5143785"/>
              <a:gd name="connsiteX12296" fmla="*/ 209169 w 3114960"/>
              <a:gd name="connsiteY12296" fmla="*/ 8096 h 5143785"/>
              <a:gd name="connsiteX12297" fmla="*/ 214789 w 3114960"/>
              <a:gd name="connsiteY12297" fmla="*/ 13716 h 5143785"/>
              <a:gd name="connsiteX12298" fmla="*/ 209169 w 3114960"/>
              <a:gd name="connsiteY12298" fmla="*/ 19336 h 5143785"/>
              <a:gd name="connsiteX12299" fmla="*/ 203549 w 3114960"/>
              <a:gd name="connsiteY12299" fmla="*/ 13716 h 5143785"/>
              <a:gd name="connsiteX12300" fmla="*/ 209169 w 3114960"/>
              <a:gd name="connsiteY12300" fmla="*/ 8096 h 5143785"/>
              <a:gd name="connsiteX12301" fmla="*/ 83344 w 3114960"/>
              <a:gd name="connsiteY12301" fmla="*/ 22955 h 5143785"/>
              <a:gd name="connsiteX12302" fmla="*/ 77724 w 3114960"/>
              <a:gd name="connsiteY12302" fmla="*/ 28575 h 5143785"/>
              <a:gd name="connsiteX12303" fmla="*/ 72104 w 3114960"/>
              <a:gd name="connsiteY12303" fmla="*/ 22955 h 5143785"/>
              <a:gd name="connsiteX12304" fmla="*/ 77724 w 3114960"/>
              <a:gd name="connsiteY12304" fmla="*/ 17336 h 5143785"/>
              <a:gd name="connsiteX12305" fmla="*/ 83344 w 3114960"/>
              <a:gd name="connsiteY12305" fmla="*/ 22955 h 5143785"/>
              <a:gd name="connsiteX12306" fmla="*/ 636746 w 3114960"/>
              <a:gd name="connsiteY12306" fmla="*/ 2158651 h 5143785"/>
              <a:gd name="connsiteX12307" fmla="*/ 629412 w 3114960"/>
              <a:gd name="connsiteY12307" fmla="*/ 2151602 h 5143785"/>
              <a:gd name="connsiteX12308" fmla="*/ 634365 w 3114960"/>
              <a:gd name="connsiteY12308" fmla="*/ 2146459 h 5143785"/>
              <a:gd name="connsiteX12309" fmla="*/ 641699 w 3114960"/>
              <a:gd name="connsiteY12309" fmla="*/ 2153507 h 5143785"/>
              <a:gd name="connsiteX12310" fmla="*/ 636746 w 3114960"/>
              <a:gd name="connsiteY12310" fmla="*/ 2158651 h 5143785"/>
              <a:gd name="connsiteX12311" fmla="*/ 604933 w 3114960"/>
              <a:gd name="connsiteY12311" fmla="*/ 2097500 h 5143785"/>
              <a:gd name="connsiteX12312" fmla="*/ 613505 w 3114960"/>
              <a:gd name="connsiteY12312" fmla="*/ 2089976 h 5143785"/>
              <a:gd name="connsiteX12313" fmla="*/ 612267 w 3114960"/>
              <a:gd name="connsiteY12313" fmla="*/ 2089976 h 5143785"/>
              <a:gd name="connsiteX12314" fmla="*/ 612267 w 3114960"/>
              <a:gd name="connsiteY12314" fmla="*/ 2085213 h 5143785"/>
              <a:gd name="connsiteX12315" fmla="*/ 619411 w 3114960"/>
              <a:gd name="connsiteY12315" fmla="*/ 2085213 h 5143785"/>
              <a:gd name="connsiteX12316" fmla="*/ 619411 w 3114960"/>
              <a:gd name="connsiteY12316" fmla="*/ 2089976 h 5143785"/>
              <a:gd name="connsiteX12317" fmla="*/ 619125 w 3114960"/>
              <a:gd name="connsiteY12317" fmla="*/ 2089976 h 5143785"/>
              <a:gd name="connsiteX12318" fmla="*/ 626936 w 3114960"/>
              <a:gd name="connsiteY12318" fmla="*/ 2098929 h 5143785"/>
              <a:gd name="connsiteX12319" fmla="*/ 626650 w 3114960"/>
              <a:gd name="connsiteY12319" fmla="*/ 2102739 h 5143785"/>
              <a:gd name="connsiteX12320" fmla="*/ 616934 w 3114960"/>
              <a:gd name="connsiteY12320" fmla="*/ 2111216 h 5143785"/>
              <a:gd name="connsiteX12321" fmla="*/ 613124 w 3114960"/>
              <a:gd name="connsiteY12321" fmla="*/ 2110931 h 5143785"/>
              <a:gd name="connsiteX12322" fmla="*/ 604647 w 3114960"/>
              <a:gd name="connsiteY12322" fmla="*/ 2101215 h 5143785"/>
              <a:gd name="connsiteX12323" fmla="*/ 604933 w 3114960"/>
              <a:gd name="connsiteY12323" fmla="*/ 2097405 h 5143785"/>
              <a:gd name="connsiteX12324" fmla="*/ 463296 w 3114960"/>
              <a:gd name="connsiteY12324" fmla="*/ 181356 h 5143785"/>
              <a:gd name="connsiteX12325" fmla="*/ 458534 w 3114960"/>
              <a:gd name="connsiteY12325" fmla="*/ 181356 h 5143785"/>
              <a:gd name="connsiteX12326" fmla="*/ 458534 w 3114960"/>
              <a:gd name="connsiteY12326" fmla="*/ 161639 h 5143785"/>
              <a:gd name="connsiteX12327" fmla="*/ 463296 w 3114960"/>
              <a:gd name="connsiteY12327" fmla="*/ 161639 h 5143785"/>
              <a:gd name="connsiteX12328" fmla="*/ 463296 w 3114960"/>
              <a:gd name="connsiteY12328" fmla="*/ 181356 h 5143785"/>
              <a:gd name="connsiteX12329" fmla="*/ 612172 w 3114960"/>
              <a:gd name="connsiteY12329" fmla="*/ 2051495 h 5143785"/>
              <a:gd name="connsiteX12330" fmla="*/ 619316 w 3114960"/>
              <a:gd name="connsiteY12330" fmla="*/ 2051495 h 5143785"/>
              <a:gd name="connsiteX12331" fmla="*/ 619316 w 3114960"/>
              <a:gd name="connsiteY12331" fmla="*/ 2059972 h 5143785"/>
              <a:gd name="connsiteX12332" fmla="*/ 612172 w 3114960"/>
              <a:gd name="connsiteY12332" fmla="*/ 2059972 h 5143785"/>
              <a:gd name="connsiteX12333" fmla="*/ 612172 w 3114960"/>
              <a:gd name="connsiteY12333" fmla="*/ 2051495 h 5143785"/>
              <a:gd name="connsiteX12334" fmla="*/ 628174 w 3114960"/>
              <a:gd name="connsiteY12334" fmla="*/ 2181320 h 5143785"/>
              <a:gd name="connsiteX12335" fmla="*/ 634365 w 3114960"/>
              <a:gd name="connsiteY12335" fmla="*/ 2174939 h 5143785"/>
              <a:gd name="connsiteX12336" fmla="*/ 637794 w 3114960"/>
              <a:gd name="connsiteY12336" fmla="*/ 2178272 h 5143785"/>
              <a:gd name="connsiteX12337" fmla="*/ 631603 w 3114960"/>
              <a:gd name="connsiteY12337" fmla="*/ 2184654 h 5143785"/>
              <a:gd name="connsiteX12338" fmla="*/ 628174 w 3114960"/>
              <a:gd name="connsiteY12338" fmla="*/ 2181320 h 5143785"/>
              <a:gd name="connsiteX12339" fmla="*/ 2836259 w 3114960"/>
              <a:gd name="connsiteY12339" fmla="*/ 4865751 h 5143785"/>
              <a:gd name="connsiteX12340" fmla="*/ 2835497 w 3114960"/>
              <a:gd name="connsiteY12340" fmla="*/ 4480274 h 5143785"/>
              <a:gd name="connsiteX12341" fmla="*/ 2792159 w 3114960"/>
              <a:gd name="connsiteY12341" fmla="*/ 4430459 h 5143785"/>
              <a:gd name="connsiteX12342" fmla="*/ 2700242 w 3114960"/>
              <a:gd name="connsiteY12342" fmla="*/ 4430459 h 5143785"/>
              <a:gd name="connsiteX12343" fmla="*/ 2687193 w 3114960"/>
              <a:gd name="connsiteY12343" fmla="*/ 4448366 h 5143785"/>
              <a:gd name="connsiteX12344" fmla="*/ 2613565 w 3114960"/>
              <a:gd name="connsiteY12344" fmla="*/ 4448366 h 5143785"/>
              <a:gd name="connsiteX12345" fmla="*/ 2604421 w 3114960"/>
              <a:gd name="connsiteY12345" fmla="*/ 4440746 h 5143785"/>
              <a:gd name="connsiteX12346" fmla="*/ 2588419 w 3114960"/>
              <a:gd name="connsiteY12346" fmla="*/ 4450747 h 5143785"/>
              <a:gd name="connsiteX12347" fmla="*/ 2598420 w 3114960"/>
              <a:gd name="connsiteY12347" fmla="*/ 4466749 h 5143785"/>
              <a:gd name="connsiteX12348" fmla="*/ 2601468 w 3114960"/>
              <a:gd name="connsiteY12348" fmla="*/ 4467130 h 5143785"/>
              <a:gd name="connsiteX12349" fmla="*/ 2614041 w 3114960"/>
              <a:gd name="connsiteY12349" fmla="*/ 4457986 h 5143785"/>
              <a:gd name="connsiteX12350" fmla="*/ 2692146 w 3114960"/>
              <a:gd name="connsiteY12350" fmla="*/ 4457986 h 5143785"/>
              <a:gd name="connsiteX12351" fmla="*/ 2705195 w 3114960"/>
              <a:gd name="connsiteY12351" fmla="*/ 4440079 h 5143785"/>
              <a:gd name="connsiteX12352" fmla="*/ 2787872 w 3114960"/>
              <a:gd name="connsiteY12352" fmla="*/ 4440079 h 5143785"/>
              <a:gd name="connsiteX12353" fmla="*/ 2826068 w 3114960"/>
              <a:gd name="connsiteY12353" fmla="*/ 4483989 h 5143785"/>
              <a:gd name="connsiteX12354" fmla="*/ 2826830 w 3114960"/>
              <a:gd name="connsiteY12354" fmla="*/ 4861941 h 5143785"/>
              <a:gd name="connsiteX12355" fmla="*/ 2781586 w 3114960"/>
              <a:gd name="connsiteY12355" fmla="*/ 4906328 h 5143785"/>
              <a:gd name="connsiteX12356" fmla="*/ 2617756 w 3114960"/>
              <a:gd name="connsiteY12356" fmla="*/ 4904899 h 5143785"/>
              <a:gd name="connsiteX12357" fmla="*/ 2593086 w 3114960"/>
              <a:gd name="connsiteY12357" fmla="*/ 4871371 h 5143785"/>
              <a:gd name="connsiteX12358" fmla="*/ 2459831 w 3114960"/>
              <a:gd name="connsiteY12358" fmla="*/ 4871371 h 5143785"/>
              <a:gd name="connsiteX12359" fmla="*/ 2450973 w 3114960"/>
              <a:gd name="connsiteY12359" fmla="*/ 4865275 h 5143785"/>
              <a:gd name="connsiteX12360" fmla="*/ 2428780 w 3114960"/>
              <a:gd name="connsiteY12360" fmla="*/ 4865275 h 5143785"/>
              <a:gd name="connsiteX12361" fmla="*/ 2419160 w 3114960"/>
              <a:gd name="connsiteY12361" fmla="*/ 4874895 h 5143785"/>
              <a:gd name="connsiteX12362" fmla="*/ 2419160 w 3114960"/>
              <a:gd name="connsiteY12362" fmla="*/ 4878229 h 5143785"/>
              <a:gd name="connsiteX12363" fmla="*/ 2428780 w 3114960"/>
              <a:gd name="connsiteY12363" fmla="*/ 4887849 h 5143785"/>
              <a:gd name="connsiteX12364" fmla="*/ 2450973 w 3114960"/>
              <a:gd name="connsiteY12364" fmla="*/ 4887849 h 5143785"/>
              <a:gd name="connsiteX12365" fmla="*/ 2460022 w 3114960"/>
              <a:gd name="connsiteY12365" fmla="*/ 4880896 h 5143785"/>
              <a:gd name="connsiteX12366" fmla="*/ 2588228 w 3114960"/>
              <a:gd name="connsiteY12366" fmla="*/ 4880896 h 5143785"/>
              <a:gd name="connsiteX12367" fmla="*/ 2612898 w 3114960"/>
              <a:gd name="connsiteY12367" fmla="*/ 4914424 h 5143785"/>
              <a:gd name="connsiteX12368" fmla="*/ 2785396 w 3114960"/>
              <a:gd name="connsiteY12368" fmla="*/ 4915948 h 5143785"/>
              <a:gd name="connsiteX12369" fmla="*/ 2836259 w 3114960"/>
              <a:gd name="connsiteY12369" fmla="*/ 4865942 h 5143785"/>
              <a:gd name="connsiteX12370" fmla="*/ 2609755 w 3114960"/>
              <a:gd name="connsiteY12370" fmla="*/ 4455700 h 5143785"/>
              <a:gd name="connsiteX12371" fmla="*/ 2599468 w 3114960"/>
              <a:gd name="connsiteY12371" fmla="*/ 4462177 h 5143785"/>
              <a:gd name="connsiteX12372" fmla="*/ 2593086 w 3114960"/>
              <a:gd name="connsiteY12372" fmla="*/ 4451890 h 5143785"/>
              <a:gd name="connsiteX12373" fmla="*/ 2601468 w 3114960"/>
              <a:gd name="connsiteY12373" fmla="*/ 4445222 h 5143785"/>
              <a:gd name="connsiteX12374" fmla="*/ 2603373 w 3114960"/>
              <a:gd name="connsiteY12374" fmla="*/ 4445413 h 5143785"/>
              <a:gd name="connsiteX12375" fmla="*/ 2609755 w 3114960"/>
              <a:gd name="connsiteY12375" fmla="*/ 4455700 h 5143785"/>
              <a:gd name="connsiteX12376" fmla="*/ 2429447 w 3114960"/>
              <a:gd name="connsiteY12376" fmla="*/ 4882896 h 5143785"/>
              <a:gd name="connsiteX12377" fmla="*/ 2428780 w 3114960"/>
              <a:gd name="connsiteY12377" fmla="*/ 4882896 h 5143785"/>
              <a:gd name="connsiteX12378" fmla="*/ 2423922 w 3114960"/>
              <a:gd name="connsiteY12378" fmla="*/ 4878038 h 5143785"/>
              <a:gd name="connsiteX12379" fmla="*/ 2423922 w 3114960"/>
              <a:gd name="connsiteY12379" fmla="*/ 4874705 h 5143785"/>
              <a:gd name="connsiteX12380" fmla="*/ 2428780 w 3114960"/>
              <a:gd name="connsiteY12380" fmla="*/ 4869847 h 5143785"/>
              <a:gd name="connsiteX12381" fmla="*/ 2429447 w 3114960"/>
              <a:gd name="connsiteY12381" fmla="*/ 4869847 h 5143785"/>
              <a:gd name="connsiteX12382" fmla="*/ 2429447 w 3114960"/>
              <a:gd name="connsiteY12382" fmla="*/ 4882801 h 5143785"/>
              <a:gd name="connsiteX12383" fmla="*/ 2446401 w 3114960"/>
              <a:gd name="connsiteY12383" fmla="*/ 4882896 h 5143785"/>
              <a:gd name="connsiteX12384" fmla="*/ 2434400 w 3114960"/>
              <a:gd name="connsiteY12384" fmla="*/ 4882896 h 5143785"/>
              <a:gd name="connsiteX12385" fmla="*/ 2434400 w 3114960"/>
              <a:gd name="connsiteY12385" fmla="*/ 4869942 h 5143785"/>
              <a:gd name="connsiteX12386" fmla="*/ 2446401 w 3114960"/>
              <a:gd name="connsiteY12386" fmla="*/ 4869942 h 5143785"/>
              <a:gd name="connsiteX12387" fmla="*/ 2446401 w 3114960"/>
              <a:gd name="connsiteY12387" fmla="*/ 4882896 h 5143785"/>
              <a:gd name="connsiteX12388" fmla="*/ 2455736 w 3114960"/>
              <a:gd name="connsiteY12388" fmla="*/ 4878038 h 5143785"/>
              <a:gd name="connsiteX12389" fmla="*/ 2451926 w 3114960"/>
              <a:gd name="connsiteY12389" fmla="*/ 4882706 h 5143785"/>
              <a:gd name="connsiteX12390" fmla="*/ 2451926 w 3114960"/>
              <a:gd name="connsiteY12390" fmla="*/ 4870133 h 5143785"/>
              <a:gd name="connsiteX12391" fmla="*/ 2455736 w 3114960"/>
              <a:gd name="connsiteY12391" fmla="*/ 4874800 h 5143785"/>
              <a:gd name="connsiteX12392" fmla="*/ 2455736 w 3114960"/>
              <a:gd name="connsiteY12392" fmla="*/ 4878134 h 5143785"/>
              <a:gd name="connsiteX12393" fmla="*/ 458534 w 3114960"/>
              <a:gd name="connsiteY12393" fmla="*/ 43339 h 5143785"/>
              <a:gd name="connsiteX12394" fmla="*/ 463296 w 3114960"/>
              <a:gd name="connsiteY12394" fmla="*/ 43339 h 5143785"/>
              <a:gd name="connsiteX12395" fmla="*/ 463296 w 3114960"/>
              <a:gd name="connsiteY12395" fmla="*/ 63056 h 5143785"/>
              <a:gd name="connsiteX12396" fmla="*/ 458534 w 3114960"/>
              <a:gd name="connsiteY12396" fmla="*/ 63056 h 5143785"/>
              <a:gd name="connsiteX12397" fmla="*/ 458534 w 3114960"/>
              <a:gd name="connsiteY12397" fmla="*/ 43339 h 5143785"/>
              <a:gd name="connsiteX12398" fmla="*/ 463296 w 3114960"/>
              <a:gd name="connsiteY12398" fmla="*/ 141923 h 5143785"/>
              <a:gd name="connsiteX12399" fmla="*/ 458534 w 3114960"/>
              <a:gd name="connsiteY12399" fmla="*/ 141923 h 5143785"/>
              <a:gd name="connsiteX12400" fmla="*/ 458534 w 3114960"/>
              <a:gd name="connsiteY12400" fmla="*/ 122206 h 5143785"/>
              <a:gd name="connsiteX12401" fmla="*/ 463296 w 3114960"/>
              <a:gd name="connsiteY12401" fmla="*/ 122206 h 5143785"/>
              <a:gd name="connsiteX12402" fmla="*/ 463296 w 3114960"/>
              <a:gd name="connsiteY12402" fmla="*/ 141923 h 5143785"/>
              <a:gd name="connsiteX12403" fmla="*/ 463296 w 3114960"/>
              <a:gd name="connsiteY12403" fmla="*/ 220885 h 5143785"/>
              <a:gd name="connsiteX12404" fmla="*/ 458534 w 3114960"/>
              <a:gd name="connsiteY12404" fmla="*/ 220885 h 5143785"/>
              <a:gd name="connsiteX12405" fmla="*/ 458534 w 3114960"/>
              <a:gd name="connsiteY12405" fmla="*/ 201168 h 5143785"/>
              <a:gd name="connsiteX12406" fmla="*/ 463296 w 3114960"/>
              <a:gd name="connsiteY12406" fmla="*/ 201168 h 5143785"/>
              <a:gd name="connsiteX12407" fmla="*/ 463296 w 3114960"/>
              <a:gd name="connsiteY12407" fmla="*/ 220885 h 5143785"/>
              <a:gd name="connsiteX12408" fmla="*/ 621983 w 3114960"/>
              <a:gd name="connsiteY12408" fmla="*/ 2187797 h 5143785"/>
              <a:gd name="connsiteX12409" fmla="*/ 625412 w 3114960"/>
              <a:gd name="connsiteY12409" fmla="*/ 2191131 h 5143785"/>
              <a:gd name="connsiteX12410" fmla="*/ 619220 w 3114960"/>
              <a:gd name="connsiteY12410" fmla="*/ 2197513 h 5143785"/>
              <a:gd name="connsiteX12411" fmla="*/ 615791 w 3114960"/>
              <a:gd name="connsiteY12411" fmla="*/ 2194179 h 5143785"/>
              <a:gd name="connsiteX12412" fmla="*/ 621983 w 3114960"/>
              <a:gd name="connsiteY12412" fmla="*/ 2187797 h 5143785"/>
              <a:gd name="connsiteX12413" fmla="*/ 2309241 w 3114960"/>
              <a:gd name="connsiteY12413" fmla="*/ 4965764 h 5143785"/>
              <a:gd name="connsiteX12414" fmla="*/ 2312099 w 3114960"/>
              <a:gd name="connsiteY12414" fmla="*/ 4972526 h 5143785"/>
              <a:gd name="connsiteX12415" fmla="*/ 2318861 w 3114960"/>
              <a:gd name="connsiteY12415" fmla="*/ 4975289 h 5143785"/>
              <a:gd name="connsiteX12416" fmla="*/ 2341055 w 3114960"/>
              <a:gd name="connsiteY12416" fmla="*/ 4975289 h 5143785"/>
              <a:gd name="connsiteX12417" fmla="*/ 2349818 w 3114960"/>
              <a:gd name="connsiteY12417" fmla="*/ 4969478 h 5143785"/>
              <a:gd name="connsiteX12418" fmla="*/ 2364677 w 3114960"/>
              <a:gd name="connsiteY12418" fmla="*/ 4987767 h 5143785"/>
              <a:gd name="connsiteX12419" fmla="*/ 2446306 w 3114960"/>
              <a:gd name="connsiteY12419" fmla="*/ 4987576 h 5143785"/>
              <a:gd name="connsiteX12420" fmla="*/ 2446782 w 3114960"/>
              <a:gd name="connsiteY12420" fmla="*/ 4987576 h 5143785"/>
              <a:gd name="connsiteX12421" fmla="*/ 2468213 w 3114960"/>
              <a:gd name="connsiteY12421" fmla="*/ 4964906 h 5143785"/>
              <a:gd name="connsiteX12422" fmla="*/ 2551176 w 3114960"/>
              <a:gd name="connsiteY12422" fmla="*/ 4964716 h 5143785"/>
              <a:gd name="connsiteX12423" fmla="*/ 2552319 w 3114960"/>
              <a:gd name="connsiteY12423" fmla="*/ 4966716 h 5143785"/>
              <a:gd name="connsiteX12424" fmla="*/ 2562797 w 3114960"/>
              <a:gd name="connsiteY12424" fmla="*/ 4977194 h 5143785"/>
              <a:gd name="connsiteX12425" fmla="*/ 2569178 w 3114960"/>
              <a:gd name="connsiteY12425" fmla="*/ 4977194 h 5143785"/>
              <a:gd name="connsiteX12426" fmla="*/ 2579656 w 3114960"/>
              <a:gd name="connsiteY12426" fmla="*/ 4966716 h 5143785"/>
              <a:gd name="connsiteX12427" fmla="*/ 2579656 w 3114960"/>
              <a:gd name="connsiteY12427" fmla="*/ 4960239 h 5143785"/>
              <a:gd name="connsiteX12428" fmla="*/ 2569178 w 3114960"/>
              <a:gd name="connsiteY12428" fmla="*/ 4949762 h 5143785"/>
              <a:gd name="connsiteX12429" fmla="*/ 2562797 w 3114960"/>
              <a:gd name="connsiteY12429" fmla="*/ 4949762 h 5143785"/>
              <a:gd name="connsiteX12430" fmla="*/ 2552319 w 3114960"/>
              <a:gd name="connsiteY12430" fmla="*/ 4960239 h 5143785"/>
              <a:gd name="connsiteX12431" fmla="*/ 2551176 w 3114960"/>
              <a:gd name="connsiteY12431" fmla="*/ 4962240 h 5143785"/>
              <a:gd name="connsiteX12432" fmla="*/ 2467642 w 3114960"/>
              <a:gd name="connsiteY12432" fmla="*/ 4962430 h 5143785"/>
              <a:gd name="connsiteX12433" fmla="*/ 2467166 w 3114960"/>
              <a:gd name="connsiteY12433" fmla="*/ 4962430 h 5143785"/>
              <a:gd name="connsiteX12434" fmla="*/ 2445734 w 3114960"/>
              <a:gd name="connsiteY12434" fmla="*/ 4985099 h 5143785"/>
              <a:gd name="connsiteX12435" fmla="*/ 2365724 w 3114960"/>
              <a:gd name="connsiteY12435" fmla="*/ 4985290 h 5143785"/>
              <a:gd name="connsiteX12436" fmla="*/ 2350389 w 3114960"/>
              <a:gd name="connsiteY12436" fmla="*/ 4966431 h 5143785"/>
              <a:gd name="connsiteX12437" fmla="*/ 2350580 w 3114960"/>
              <a:gd name="connsiteY12437" fmla="*/ 4965573 h 5143785"/>
              <a:gd name="connsiteX12438" fmla="*/ 2350580 w 3114960"/>
              <a:gd name="connsiteY12438" fmla="*/ 4962240 h 5143785"/>
              <a:gd name="connsiteX12439" fmla="*/ 2340959 w 3114960"/>
              <a:gd name="connsiteY12439" fmla="*/ 4952619 h 5143785"/>
              <a:gd name="connsiteX12440" fmla="*/ 2318766 w 3114960"/>
              <a:gd name="connsiteY12440" fmla="*/ 4952619 h 5143785"/>
              <a:gd name="connsiteX12441" fmla="*/ 2312003 w 3114960"/>
              <a:gd name="connsiteY12441" fmla="*/ 4955477 h 5143785"/>
              <a:gd name="connsiteX12442" fmla="*/ 2311527 w 3114960"/>
              <a:gd name="connsiteY12442" fmla="*/ 4956144 h 5143785"/>
              <a:gd name="connsiteX12443" fmla="*/ 2293430 w 3114960"/>
              <a:gd name="connsiteY12443" fmla="*/ 4941856 h 5143785"/>
              <a:gd name="connsiteX12444" fmla="*/ 2198084 w 3114960"/>
              <a:gd name="connsiteY12444" fmla="*/ 4941856 h 5143785"/>
              <a:gd name="connsiteX12445" fmla="*/ 2177320 w 3114960"/>
              <a:gd name="connsiteY12445" fmla="*/ 4962620 h 5143785"/>
              <a:gd name="connsiteX12446" fmla="*/ 2148840 w 3114960"/>
              <a:gd name="connsiteY12446" fmla="*/ 4962620 h 5143785"/>
              <a:gd name="connsiteX12447" fmla="*/ 2148840 w 3114960"/>
              <a:gd name="connsiteY12447" fmla="*/ 4961858 h 5143785"/>
              <a:gd name="connsiteX12448" fmla="*/ 2144078 w 3114960"/>
              <a:gd name="connsiteY12448" fmla="*/ 4953476 h 5143785"/>
              <a:gd name="connsiteX12449" fmla="*/ 2134743 w 3114960"/>
              <a:gd name="connsiteY12449" fmla="*/ 4950905 h 5143785"/>
              <a:gd name="connsiteX12450" fmla="*/ 2126361 w 3114960"/>
              <a:gd name="connsiteY12450" fmla="*/ 4955667 h 5143785"/>
              <a:gd name="connsiteX12451" fmla="*/ 2123789 w 3114960"/>
              <a:gd name="connsiteY12451" fmla="*/ 4965002 h 5143785"/>
              <a:gd name="connsiteX12452" fmla="*/ 2128647 w 3114960"/>
              <a:gd name="connsiteY12452" fmla="*/ 4973384 h 5143785"/>
              <a:gd name="connsiteX12453" fmla="*/ 2136362 w 3114960"/>
              <a:gd name="connsiteY12453" fmla="*/ 4976050 h 5143785"/>
              <a:gd name="connsiteX12454" fmla="*/ 2137982 w 3114960"/>
              <a:gd name="connsiteY12454" fmla="*/ 4975956 h 5143785"/>
              <a:gd name="connsiteX12455" fmla="*/ 2146364 w 3114960"/>
              <a:gd name="connsiteY12455" fmla="*/ 4971193 h 5143785"/>
              <a:gd name="connsiteX12456" fmla="*/ 2148269 w 3114960"/>
              <a:gd name="connsiteY12456" fmla="*/ 4967383 h 5143785"/>
              <a:gd name="connsiteX12457" fmla="*/ 2179320 w 3114960"/>
              <a:gd name="connsiteY12457" fmla="*/ 4967383 h 5143785"/>
              <a:gd name="connsiteX12458" fmla="*/ 2200085 w 3114960"/>
              <a:gd name="connsiteY12458" fmla="*/ 4946619 h 5143785"/>
              <a:gd name="connsiteX12459" fmla="*/ 2291810 w 3114960"/>
              <a:gd name="connsiteY12459" fmla="*/ 4946619 h 5143785"/>
              <a:gd name="connsiteX12460" fmla="*/ 2309527 w 3114960"/>
              <a:gd name="connsiteY12460" fmla="*/ 4960620 h 5143785"/>
              <a:gd name="connsiteX12461" fmla="*/ 2309241 w 3114960"/>
              <a:gd name="connsiteY12461" fmla="*/ 4962240 h 5143785"/>
              <a:gd name="connsiteX12462" fmla="*/ 2309241 w 3114960"/>
              <a:gd name="connsiteY12462" fmla="*/ 4965573 h 5143785"/>
              <a:gd name="connsiteX12463" fmla="*/ 2345912 w 3114960"/>
              <a:gd name="connsiteY12463" fmla="*/ 4962430 h 5143785"/>
              <a:gd name="connsiteX12464" fmla="*/ 2345912 w 3114960"/>
              <a:gd name="connsiteY12464" fmla="*/ 4965764 h 5143785"/>
              <a:gd name="connsiteX12465" fmla="*/ 2342102 w 3114960"/>
              <a:gd name="connsiteY12465" fmla="*/ 4970431 h 5143785"/>
              <a:gd name="connsiteX12466" fmla="*/ 2342102 w 3114960"/>
              <a:gd name="connsiteY12466" fmla="*/ 4957858 h 5143785"/>
              <a:gd name="connsiteX12467" fmla="*/ 2345912 w 3114960"/>
              <a:gd name="connsiteY12467" fmla="*/ 4962525 h 5143785"/>
              <a:gd name="connsiteX12468" fmla="*/ 2336483 w 3114960"/>
              <a:gd name="connsiteY12468" fmla="*/ 4957572 h 5143785"/>
              <a:gd name="connsiteX12469" fmla="*/ 2336483 w 3114960"/>
              <a:gd name="connsiteY12469" fmla="*/ 4970622 h 5143785"/>
              <a:gd name="connsiteX12470" fmla="*/ 2324481 w 3114960"/>
              <a:gd name="connsiteY12470" fmla="*/ 4970622 h 5143785"/>
              <a:gd name="connsiteX12471" fmla="*/ 2324481 w 3114960"/>
              <a:gd name="connsiteY12471" fmla="*/ 4957667 h 5143785"/>
              <a:gd name="connsiteX12472" fmla="*/ 2336483 w 3114960"/>
              <a:gd name="connsiteY12472" fmla="*/ 4957667 h 5143785"/>
              <a:gd name="connsiteX12473" fmla="*/ 2315432 w 3114960"/>
              <a:gd name="connsiteY12473" fmla="*/ 4959001 h 5143785"/>
              <a:gd name="connsiteX12474" fmla="*/ 2318861 w 3114960"/>
              <a:gd name="connsiteY12474" fmla="*/ 4957572 h 5143785"/>
              <a:gd name="connsiteX12475" fmla="*/ 2319528 w 3114960"/>
              <a:gd name="connsiteY12475" fmla="*/ 4957572 h 5143785"/>
              <a:gd name="connsiteX12476" fmla="*/ 2319528 w 3114960"/>
              <a:gd name="connsiteY12476" fmla="*/ 4970526 h 5143785"/>
              <a:gd name="connsiteX12477" fmla="*/ 2318861 w 3114960"/>
              <a:gd name="connsiteY12477" fmla="*/ 4970526 h 5143785"/>
              <a:gd name="connsiteX12478" fmla="*/ 2318861 w 3114960"/>
              <a:gd name="connsiteY12478" fmla="*/ 4970526 h 5143785"/>
              <a:gd name="connsiteX12479" fmla="*/ 2315432 w 3114960"/>
              <a:gd name="connsiteY12479" fmla="*/ 4969097 h 5143785"/>
              <a:gd name="connsiteX12480" fmla="*/ 2314004 w 3114960"/>
              <a:gd name="connsiteY12480" fmla="*/ 4965669 h 5143785"/>
              <a:gd name="connsiteX12481" fmla="*/ 2314004 w 3114960"/>
              <a:gd name="connsiteY12481" fmla="*/ 4962334 h 5143785"/>
              <a:gd name="connsiteX12482" fmla="*/ 2315432 w 3114960"/>
              <a:gd name="connsiteY12482" fmla="*/ 4958906 h 5143785"/>
              <a:gd name="connsiteX12483" fmla="*/ 2144173 w 3114960"/>
              <a:gd name="connsiteY12483" fmla="*/ 4962620 h 5143785"/>
              <a:gd name="connsiteX12484" fmla="*/ 2142554 w 3114960"/>
              <a:gd name="connsiteY12484" fmla="*/ 4968431 h 5143785"/>
              <a:gd name="connsiteX12485" fmla="*/ 2137315 w 3114960"/>
              <a:gd name="connsiteY12485" fmla="*/ 4971383 h 5143785"/>
              <a:gd name="connsiteX12486" fmla="*/ 2131505 w 3114960"/>
              <a:gd name="connsiteY12486" fmla="*/ 4969764 h 5143785"/>
              <a:gd name="connsiteX12487" fmla="*/ 2128457 w 3114960"/>
              <a:gd name="connsiteY12487" fmla="*/ 4964526 h 5143785"/>
              <a:gd name="connsiteX12488" fmla="*/ 2130076 w 3114960"/>
              <a:gd name="connsiteY12488" fmla="*/ 4958716 h 5143785"/>
              <a:gd name="connsiteX12489" fmla="*/ 2135315 w 3114960"/>
              <a:gd name="connsiteY12489" fmla="*/ 4955763 h 5143785"/>
              <a:gd name="connsiteX12490" fmla="*/ 2136362 w 3114960"/>
              <a:gd name="connsiteY12490" fmla="*/ 4955763 h 5143785"/>
              <a:gd name="connsiteX12491" fmla="*/ 2141125 w 3114960"/>
              <a:gd name="connsiteY12491" fmla="*/ 4957382 h 5143785"/>
              <a:gd name="connsiteX12492" fmla="*/ 2144078 w 3114960"/>
              <a:gd name="connsiteY12492" fmla="*/ 4962620 h 5143785"/>
              <a:gd name="connsiteX12493" fmla="*/ 2144078 w 3114960"/>
              <a:gd name="connsiteY12493" fmla="*/ 4962620 h 5143785"/>
              <a:gd name="connsiteX12494" fmla="*/ 2350580 w 3114960"/>
              <a:gd name="connsiteY12494" fmla="*/ 4917281 h 5143785"/>
              <a:gd name="connsiteX12495" fmla="*/ 2347722 w 3114960"/>
              <a:gd name="connsiteY12495" fmla="*/ 4910519 h 5143785"/>
              <a:gd name="connsiteX12496" fmla="*/ 2340959 w 3114960"/>
              <a:gd name="connsiteY12496" fmla="*/ 4907756 h 5143785"/>
              <a:gd name="connsiteX12497" fmla="*/ 2318766 w 3114960"/>
              <a:gd name="connsiteY12497" fmla="*/ 4907756 h 5143785"/>
              <a:gd name="connsiteX12498" fmla="*/ 2312575 w 3114960"/>
              <a:gd name="connsiteY12498" fmla="*/ 4910233 h 5143785"/>
              <a:gd name="connsiteX12499" fmla="*/ 2282190 w 3114960"/>
              <a:gd name="connsiteY12499" fmla="*/ 4888992 h 5143785"/>
              <a:gd name="connsiteX12500" fmla="*/ 2153412 w 3114960"/>
              <a:gd name="connsiteY12500" fmla="*/ 4888992 h 5143785"/>
              <a:gd name="connsiteX12501" fmla="*/ 2127409 w 3114960"/>
              <a:gd name="connsiteY12501" fmla="*/ 4912614 h 5143785"/>
              <a:gd name="connsiteX12502" fmla="*/ 2125313 w 3114960"/>
              <a:gd name="connsiteY12502" fmla="*/ 4912233 h 5143785"/>
              <a:gd name="connsiteX12503" fmla="*/ 2113883 w 3114960"/>
              <a:gd name="connsiteY12503" fmla="*/ 4912233 h 5143785"/>
              <a:gd name="connsiteX12504" fmla="*/ 2107978 w 3114960"/>
              <a:gd name="connsiteY12504" fmla="*/ 4918139 h 5143785"/>
              <a:gd name="connsiteX12505" fmla="*/ 2107978 w 3114960"/>
              <a:gd name="connsiteY12505" fmla="*/ 4929569 h 5143785"/>
              <a:gd name="connsiteX12506" fmla="*/ 2113883 w 3114960"/>
              <a:gd name="connsiteY12506" fmla="*/ 4935474 h 5143785"/>
              <a:gd name="connsiteX12507" fmla="*/ 2125313 w 3114960"/>
              <a:gd name="connsiteY12507" fmla="*/ 4935474 h 5143785"/>
              <a:gd name="connsiteX12508" fmla="*/ 2131219 w 3114960"/>
              <a:gd name="connsiteY12508" fmla="*/ 4929569 h 5143785"/>
              <a:gd name="connsiteX12509" fmla="*/ 2131219 w 3114960"/>
              <a:gd name="connsiteY12509" fmla="*/ 4918139 h 5143785"/>
              <a:gd name="connsiteX12510" fmla="*/ 2130743 w 3114960"/>
              <a:gd name="connsiteY12510" fmla="*/ 4915948 h 5143785"/>
              <a:gd name="connsiteX12511" fmla="*/ 2155222 w 3114960"/>
              <a:gd name="connsiteY12511" fmla="*/ 4893755 h 5143785"/>
              <a:gd name="connsiteX12512" fmla="*/ 2280571 w 3114960"/>
              <a:gd name="connsiteY12512" fmla="*/ 4893755 h 5143785"/>
              <a:gd name="connsiteX12513" fmla="*/ 2309622 w 3114960"/>
              <a:gd name="connsiteY12513" fmla="*/ 4914138 h 5143785"/>
              <a:gd name="connsiteX12514" fmla="*/ 2308955 w 3114960"/>
              <a:gd name="connsiteY12514" fmla="*/ 4917472 h 5143785"/>
              <a:gd name="connsiteX12515" fmla="*/ 2308955 w 3114960"/>
              <a:gd name="connsiteY12515" fmla="*/ 4920806 h 5143785"/>
              <a:gd name="connsiteX12516" fmla="*/ 2311813 w 3114960"/>
              <a:gd name="connsiteY12516" fmla="*/ 4927569 h 5143785"/>
              <a:gd name="connsiteX12517" fmla="*/ 2318576 w 3114960"/>
              <a:gd name="connsiteY12517" fmla="*/ 4930331 h 5143785"/>
              <a:gd name="connsiteX12518" fmla="*/ 2340769 w 3114960"/>
              <a:gd name="connsiteY12518" fmla="*/ 4930331 h 5143785"/>
              <a:gd name="connsiteX12519" fmla="*/ 2349532 w 3114960"/>
              <a:gd name="connsiteY12519" fmla="*/ 4924520 h 5143785"/>
              <a:gd name="connsiteX12520" fmla="*/ 2364391 w 3114960"/>
              <a:gd name="connsiteY12520" fmla="*/ 4942808 h 5143785"/>
              <a:gd name="connsiteX12521" fmla="*/ 2446020 w 3114960"/>
              <a:gd name="connsiteY12521" fmla="*/ 4942618 h 5143785"/>
              <a:gd name="connsiteX12522" fmla="*/ 2446496 w 3114960"/>
              <a:gd name="connsiteY12522" fmla="*/ 4942618 h 5143785"/>
              <a:gd name="connsiteX12523" fmla="*/ 2467928 w 3114960"/>
              <a:gd name="connsiteY12523" fmla="*/ 4919949 h 5143785"/>
              <a:gd name="connsiteX12524" fmla="*/ 2550890 w 3114960"/>
              <a:gd name="connsiteY12524" fmla="*/ 4919949 h 5143785"/>
              <a:gd name="connsiteX12525" fmla="*/ 2552034 w 3114960"/>
              <a:gd name="connsiteY12525" fmla="*/ 4921853 h 5143785"/>
              <a:gd name="connsiteX12526" fmla="*/ 2562511 w 3114960"/>
              <a:gd name="connsiteY12526" fmla="*/ 4932331 h 5143785"/>
              <a:gd name="connsiteX12527" fmla="*/ 2568893 w 3114960"/>
              <a:gd name="connsiteY12527" fmla="*/ 4932331 h 5143785"/>
              <a:gd name="connsiteX12528" fmla="*/ 2579370 w 3114960"/>
              <a:gd name="connsiteY12528" fmla="*/ 4921853 h 5143785"/>
              <a:gd name="connsiteX12529" fmla="*/ 2579370 w 3114960"/>
              <a:gd name="connsiteY12529" fmla="*/ 4915472 h 5143785"/>
              <a:gd name="connsiteX12530" fmla="*/ 2568893 w 3114960"/>
              <a:gd name="connsiteY12530" fmla="*/ 4904994 h 5143785"/>
              <a:gd name="connsiteX12531" fmla="*/ 2562511 w 3114960"/>
              <a:gd name="connsiteY12531" fmla="*/ 4904994 h 5143785"/>
              <a:gd name="connsiteX12532" fmla="*/ 2552034 w 3114960"/>
              <a:gd name="connsiteY12532" fmla="*/ 4915472 h 5143785"/>
              <a:gd name="connsiteX12533" fmla="*/ 2550890 w 3114960"/>
              <a:gd name="connsiteY12533" fmla="*/ 4917472 h 5143785"/>
              <a:gd name="connsiteX12534" fmla="*/ 2466880 w 3114960"/>
              <a:gd name="connsiteY12534" fmla="*/ 4917472 h 5143785"/>
              <a:gd name="connsiteX12535" fmla="*/ 2445449 w 3114960"/>
              <a:gd name="connsiteY12535" fmla="*/ 4940237 h 5143785"/>
              <a:gd name="connsiteX12536" fmla="*/ 2365439 w 3114960"/>
              <a:gd name="connsiteY12536" fmla="*/ 4940427 h 5143785"/>
              <a:gd name="connsiteX12537" fmla="*/ 2350103 w 3114960"/>
              <a:gd name="connsiteY12537" fmla="*/ 4921568 h 5143785"/>
              <a:gd name="connsiteX12538" fmla="*/ 2350294 w 3114960"/>
              <a:gd name="connsiteY12538" fmla="*/ 4920710 h 5143785"/>
              <a:gd name="connsiteX12539" fmla="*/ 2350294 w 3114960"/>
              <a:gd name="connsiteY12539" fmla="*/ 4917377 h 5143785"/>
              <a:gd name="connsiteX12540" fmla="*/ 2126552 w 3114960"/>
              <a:gd name="connsiteY12540" fmla="*/ 4929569 h 5143785"/>
              <a:gd name="connsiteX12541" fmla="*/ 2125409 w 3114960"/>
              <a:gd name="connsiteY12541" fmla="*/ 4930712 h 5143785"/>
              <a:gd name="connsiteX12542" fmla="*/ 2113979 w 3114960"/>
              <a:gd name="connsiteY12542" fmla="*/ 4930712 h 5143785"/>
              <a:gd name="connsiteX12543" fmla="*/ 2112836 w 3114960"/>
              <a:gd name="connsiteY12543" fmla="*/ 4929569 h 5143785"/>
              <a:gd name="connsiteX12544" fmla="*/ 2112836 w 3114960"/>
              <a:gd name="connsiteY12544" fmla="*/ 4918139 h 5143785"/>
              <a:gd name="connsiteX12545" fmla="*/ 2113979 w 3114960"/>
              <a:gd name="connsiteY12545" fmla="*/ 4916996 h 5143785"/>
              <a:gd name="connsiteX12546" fmla="*/ 2125409 w 3114960"/>
              <a:gd name="connsiteY12546" fmla="*/ 4916996 h 5143785"/>
              <a:gd name="connsiteX12547" fmla="*/ 2126552 w 3114960"/>
              <a:gd name="connsiteY12547" fmla="*/ 4918139 h 5143785"/>
              <a:gd name="connsiteX12548" fmla="*/ 2126552 w 3114960"/>
              <a:gd name="connsiteY12548" fmla="*/ 4929569 h 5143785"/>
              <a:gd name="connsiteX12549" fmla="*/ 2318766 w 3114960"/>
              <a:gd name="connsiteY12549" fmla="*/ 4925473 h 5143785"/>
              <a:gd name="connsiteX12550" fmla="*/ 2318766 w 3114960"/>
              <a:gd name="connsiteY12550" fmla="*/ 4925473 h 5143785"/>
              <a:gd name="connsiteX12551" fmla="*/ 2315337 w 3114960"/>
              <a:gd name="connsiteY12551" fmla="*/ 4924044 h 5143785"/>
              <a:gd name="connsiteX12552" fmla="*/ 2313908 w 3114960"/>
              <a:gd name="connsiteY12552" fmla="*/ 4920616 h 5143785"/>
              <a:gd name="connsiteX12553" fmla="*/ 2313908 w 3114960"/>
              <a:gd name="connsiteY12553" fmla="*/ 4917281 h 5143785"/>
              <a:gd name="connsiteX12554" fmla="*/ 2318766 w 3114960"/>
              <a:gd name="connsiteY12554" fmla="*/ 4912424 h 5143785"/>
              <a:gd name="connsiteX12555" fmla="*/ 2319433 w 3114960"/>
              <a:gd name="connsiteY12555" fmla="*/ 4912424 h 5143785"/>
              <a:gd name="connsiteX12556" fmla="*/ 2319433 w 3114960"/>
              <a:gd name="connsiteY12556" fmla="*/ 4925378 h 5143785"/>
              <a:gd name="connsiteX12557" fmla="*/ 2318766 w 3114960"/>
              <a:gd name="connsiteY12557" fmla="*/ 4925378 h 5143785"/>
              <a:gd name="connsiteX12558" fmla="*/ 2324386 w 3114960"/>
              <a:gd name="connsiteY12558" fmla="*/ 4925473 h 5143785"/>
              <a:gd name="connsiteX12559" fmla="*/ 2324386 w 3114960"/>
              <a:gd name="connsiteY12559" fmla="*/ 4912519 h 5143785"/>
              <a:gd name="connsiteX12560" fmla="*/ 2336387 w 3114960"/>
              <a:gd name="connsiteY12560" fmla="*/ 4912519 h 5143785"/>
              <a:gd name="connsiteX12561" fmla="*/ 2336387 w 3114960"/>
              <a:gd name="connsiteY12561" fmla="*/ 4925473 h 5143785"/>
              <a:gd name="connsiteX12562" fmla="*/ 2324386 w 3114960"/>
              <a:gd name="connsiteY12562" fmla="*/ 4925473 h 5143785"/>
              <a:gd name="connsiteX12563" fmla="*/ 2342007 w 3114960"/>
              <a:gd name="connsiteY12563" fmla="*/ 4925283 h 5143785"/>
              <a:gd name="connsiteX12564" fmla="*/ 2342007 w 3114960"/>
              <a:gd name="connsiteY12564" fmla="*/ 4912710 h 5143785"/>
              <a:gd name="connsiteX12565" fmla="*/ 2344388 w 3114960"/>
              <a:gd name="connsiteY12565" fmla="*/ 4913948 h 5143785"/>
              <a:gd name="connsiteX12566" fmla="*/ 2345817 w 3114960"/>
              <a:gd name="connsiteY12566" fmla="*/ 4917377 h 5143785"/>
              <a:gd name="connsiteX12567" fmla="*/ 2345817 w 3114960"/>
              <a:gd name="connsiteY12567" fmla="*/ 4920710 h 5143785"/>
              <a:gd name="connsiteX12568" fmla="*/ 2342007 w 3114960"/>
              <a:gd name="connsiteY12568" fmla="*/ 4925378 h 5143785"/>
              <a:gd name="connsiteX12569" fmla="*/ 289084 w 3114960"/>
              <a:gd name="connsiteY12569" fmla="*/ 203645 h 5143785"/>
              <a:gd name="connsiteX12570" fmla="*/ 292799 w 3114960"/>
              <a:gd name="connsiteY12570" fmla="*/ 206693 h 5143785"/>
              <a:gd name="connsiteX12571" fmla="*/ 280035 w 3114960"/>
              <a:gd name="connsiteY12571" fmla="*/ 222409 h 5143785"/>
              <a:gd name="connsiteX12572" fmla="*/ 276320 w 3114960"/>
              <a:gd name="connsiteY12572" fmla="*/ 219361 h 5143785"/>
              <a:gd name="connsiteX12573" fmla="*/ 289084 w 3114960"/>
              <a:gd name="connsiteY12573" fmla="*/ 203645 h 5143785"/>
              <a:gd name="connsiteX12574" fmla="*/ 431768 w 3114960"/>
              <a:gd name="connsiteY12574" fmla="*/ 206693 h 5143785"/>
              <a:gd name="connsiteX12575" fmla="*/ 432245 w 3114960"/>
              <a:gd name="connsiteY12575" fmla="*/ 205264 h 5143785"/>
              <a:gd name="connsiteX12576" fmla="*/ 432245 w 3114960"/>
              <a:gd name="connsiteY12576" fmla="*/ 95 h 5143785"/>
              <a:gd name="connsiteX12577" fmla="*/ 427482 w 3114960"/>
              <a:gd name="connsiteY12577" fmla="*/ 95 h 5143785"/>
              <a:gd name="connsiteX12578" fmla="*/ 427482 w 3114960"/>
              <a:gd name="connsiteY12578" fmla="*/ 204407 h 5143785"/>
              <a:gd name="connsiteX12579" fmla="*/ 414623 w 3114960"/>
              <a:gd name="connsiteY12579" fmla="*/ 221170 h 5143785"/>
              <a:gd name="connsiteX12580" fmla="*/ 414147 w 3114960"/>
              <a:gd name="connsiteY12580" fmla="*/ 222599 h 5143785"/>
              <a:gd name="connsiteX12581" fmla="*/ 414147 w 3114960"/>
              <a:gd name="connsiteY12581" fmla="*/ 236411 h 5143785"/>
              <a:gd name="connsiteX12582" fmla="*/ 409385 w 3114960"/>
              <a:gd name="connsiteY12582" fmla="*/ 236411 h 5143785"/>
              <a:gd name="connsiteX12583" fmla="*/ 402527 w 3114960"/>
              <a:gd name="connsiteY12583" fmla="*/ 243269 h 5143785"/>
              <a:gd name="connsiteX12584" fmla="*/ 402527 w 3114960"/>
              <a:gd name="connsiteY12584" fmla="*/ 255937 h 5143785"/>
              <a:gd name="connsiteX12585" fmla="*/ 409385 w 3114960"/>
              <a:gd name="connsiteY12585" fmla="*/ 262795 h 5143785"/>
              <a:gd name="connsiteX12586" fmla="*/ 422053 w 3114960"/>
              <a:gd name="connsiteY12586" fmla="*/ 262795 h 5143785"/>
              <a:gd name="connsiteX12587" fmla="*/ 424720 w 3114960"/>
              <a:gd name="connsiteY12587" fmla="*/ 262223 h 5143785"/>
              <a:gd name="connsiteX12588" fmla="*/ 567690 w 3114960"/>
              <a:gd name="connsiteY12588" fmla="*/ 427673 h 5143785"/>
              <a:gd name="connsiteX12589" fmla="*/ 567690 w 3114960"/>
              <a:gd name="connsiteY12589" fmla="*/ 486632 h 5143785"/>
              <a:gd name="connsiteX12590" fmla="*/ 565023 w 3114960"/>
              <a:gd name="connsiteY12590" fmla="*/ 486632 h 5143785"/>
              <a:gd name="connsiteX12591" fmla="*/ 554069 w 3114960"/>
              <a:gd name="connsiteY12591" fmla="*/ 496348 h 5143785"/>
              <a:gd name="connsiteX12592" fmla="*/ 554069 w 3114960"/>
              <a:gd name="connsiteY12592" fmla="*/ 535210 h 5143785"/>
              <a:gd name="connsiteX12593" fmla="*/ 565023 w 3114960"/>
              <a:gd name="connsiteY12593" fmla="*/ 544925 h 5143785"/>
              <a:gd name="connsiteX12594" fmla="*/ 575120 w 3114960"/>
              <a:gd name="connsiteY12594" fmla="*/ 544925 h 5143785"/>
              <a:gd name="connsiteX12595" fmla="*/ 586073 w 3114960"/>
              <a:gd name="connsiteY12595" fmla="*/ 535210 h 5143785"/>
              <a:gd name="connsiteX12596" fmla="*/ 586073 w 3114960"/>
              <a:gd name="connsiteY12596" fmla="*/ 496348 h 5143785"/>
              <a:gd name="connsiteX12597" fmla="*/ 575120 w 3114960"/>
              <a:gd name="connsiteY12597" fmla="*/ 486632 h 5143785"/>
              <a:gd name="connsiteX12598" fmla="*/ 572453 w 3114960"/>
              <a:gd name="connsiteY12598" fmla="*/ 486632 h 5143785"/>
              <a:gd name="connsiteX12599" fmla="*/ 572453 w 3114960"/>
              <a:gd name="connsiteY12599" fmla="*/ 425863 h 5143785"/>
              <a:gd name="connsiteX12600" fmla="*/ 428149 w 3114960"/>
              <a:gd name="connsiteY12600" fmla="*/ 258890 h 5143785"/>
              <a:gd name="connsiteX12601" fmla="*/ 428911 w 3114960"/>
              <a:gd name="connsiteY12601" fmla="*/ 255937 h 5143785"/>
              <a:gd name="connsiteX12602" fmla="*/ 428911 w 3114960"/>
              <a:gd name="connsiteY12602" fmla="*/ 243269 h 5143785"/>
              <a:gd name="connsiteX12603" fmla="*/ 422053 w 3114960"/>
              <a:gd name="connsiteY12603" fmla="*/ 236411 h 5143785"/>
              <a:gd name="connsiteX12604" fmla="*/ 418910 w 3114960"/>
              <a:gd name="connsiteY12604" fmla="*/ 236411 h 5143785"/>
              <a:gd name="connsiteX12605" fmla="*/ 418910 w 3114960"/>
              <a:gd name="connsiteY12605" fmla="*/ 223361 h 5143785"/>
              <a:gd name="connsiteX12606" fmla="*/ 431768 w 3114960"/>
              <a:gd name="connsiteY12606" fmla="*/ 206597 h 5143785"/>
              <a:gd name="connsiteX12607" fmla="*/ 580930 w 3114960"/>
              <a:gd name="connsiteY12607" fmla="*/ 535210 h 5143785"/>
              <a:gd name="connsiteX12608" fmla="*/ 575024 w 3114960"/>
              <a:gd name="connsiteY12608" fmla="*/ 540449 h 5143785"/>
              <a:gd name="connsiteX12609" fmla="*/ 564928 w 3114960"/>
              <a:gd name="connsiteY12609" fmla="*/ 540449 h 5143785"/>
              <a:gd name="connsiteX12610" fmla="*/ 559022 w 3114960"/>
              <a:gd name="connsiteY12610" fmla="*/ 535210 h 5143785"/>
              <a:gd name="connsiteX12611" fmla="*/ 559022 w 3114960"/>
              <a:gd name="connsiteY12611" fmla="*/ 526923 h 5143785"/>
              <a:gd name="connsiteX12612" fmla="*/ 580835 w 3114960"/>
              <a:gd name="connsiteY12612" fmla="*/ 526923 h 5143785"/>
              <a:gd name="connsiteX12613" fmla="*/ 580835 w 3114960"/>
              <a:gd name="connsiteY12613" fmla="*/ 535210 h 5143785"/>
              <a:gd name="connsiteX12614" fmla="*/ 575024 w 3114960"/>
              <a:gd name="connsiteY12614" fmla="*/ 491014 h 5143785"/>
              <a:gd name="connsiteX12615" fmla="*/ 580930 w 3114960"/>
              <a:gd name="connsiteY12615" fmla="*/ 496253 h 5143785"/>
              <a:gd name="connsiteX12616" fmla="*/ 580930 w 3114960"/>
              <a:gd name="connsiteY12616" fmla="*/ 502349 h 5143785"/>
              <a:gd name="connsiteX12617" fmla="*/ 559118 w 3114960"/>
              <a:gd name="connsiteY12617" fmla="*/ 502349 h 5143785"/>
              <a:gd name="connsiteX12618" fmla="*/ 559118 w 3114960"/>
              <a:gd name="connsiteY12618" fmla="*/ 496253 h 5143785"/>
              <a:gd name="connsiteX12619" fmla="*/ 565023 w 3114960"/>
              <a:gd name="connsiteY12619" fmla="*/ 491014 h 5143785"/>
              <a:gd name="connsiteX12620" fmla="*/ 575120 w 3114960"/>
              <a:gd name="connsiteY12620" fmla="*/ 491014 h 5143785"/>
              <a:gd name="connsiteX12621" fmla="*/ 422053 w 3114960"/>
              <a:gd name="connsiteY12621" fmla="*/ 241173 h 5143785"/>
              <a:gd name="connsiteX12622" fmla="*/ 424148 w 3114960"/>
              <a:gd name="connsiteY12622" fmla="*/ 243269 h 5143785"/>
              <a:gd name="connsiteX12623" fmla="*/ 424148 w 3114960"/>
              <a:gd name="connsiteY12623" fmla="*/ 255937 h 5143785"/>
              <a:gd name="connsiteX12624" fmla="*/ 422053 w 3114960"/>
              <a:gd name="connsiteY12624" fmla="*/ 258032 h 5143785"/>
              <a:gd name="connsiteX12625" fmla="*/ 409385 w 3114960"/>
              <a:gd name="connsiteY12625" fmla="*/ 258032 h 5143785"/>
              <a:gd name="connsiteX12626" fmla="*/ 407289 w 3114960"/>
              <a:gd name="connsiteY12626" fmla="*/ 255937 h 5143785"/>
              <a:gd name="connsiteX12627" fmla="*/ 407289 w 3114960"/>
              <a:gd name="connsiteY12627" fmla="*/ 243269 h 5143785"/>
              <a:gd name="connsiteX12628" fmla="*/ 409385 w 3114960"/>
              <a:gd name="connsiteY12628" fmla="*/ 241173 h 5143785"/>
              <a:gd name="connsiteX12629" fmla="*/ 422053 w 3114960"/>
              <a:gd name="connsiteY12629" fmla="*/ 241173 h 5143785"/>
              <a:gd name="connsiteX12630" fmla="*/ 2423636 w 3114960"/>
              <a:gd name="connsiteY12630" fmla="*/ 4739164 h 5143785"/>
              <a:gd name="connsiteX12631" fmla="*/ 2417540 w 3114960"/>
              <a:gd name="connsiteY12631" fmla="*/ 4745260 h 5143785"/>
              <a:gd name="connsiteX12632" fmla="*/ 2417540 w 3114960"/>
              <a:gd name="connsiteY12632" fmla="*/ 4755642 h 5143785"/>
              <a:gd name="connsiteX12633" fmla="*/ 2423636 w 3114960"/>
              <a:gd name="connsiteY12633" fmla="*/ 4761738 h 5143785"/>
              <a:gd name="connsiteX12634" fmla="*/ 2434019 w 3114960"/>
              <a:gd name="connsiteY12634" fmla="*/ 4761738 h 5143785"/>
              <a:gd name="connsiteX12635" fmla="*/ 2440115 w 3114960"/>
              <a:gd name="connsiteY12635" fmla="*/ 4755642 h 5143785"/>
              <a:gd name="connsiteX12636" fmla="*/ 2440115 w 3114960"/>
              <a:gd name="connsiteY12636" fmla="*/ 4745260 h 5143785"/>
              <a:gd name="connsiteX12637" fmla="*/ 2434019 w 3114960"/>
              <a:gd name="connsiteY12637" fmla="*/ 4739164 h 5143785"/>
              <a:gd name="connsiteX12638" fmla="*/ 2431161 w 3114960"/>
              <a:gd name="connsiteY12638" fmla="*/ 4739164 h 5143785"/>
              <a:gd name="connsiteX12639" fmla="*/ 2431161 w 3114960"/>
              <a:gd name="connsiteY12639" fmla="*/ 4620959 h 5143785"/>
              <a:gd name="connsiteX12640" fmla="*/ 2407349 w 3114960"/>
              <a:gd name="connsiteY12640" fmla="*/ 4598480 h 5143785"/>
              <a:gd name="connsiteX12641" fmla="*/ 2350580 w 3114960"/>
              <a:gd name="connsiteY12641" fmla="*/ 4598480 h 5143785"/>
              <a:gd name="connsiteX12642" fmla="*/ 2336197 w 3114960"/>
              <a:gd name="connsiteY12642" fmla="*/ 4579525 h 5143785"/>
              <a:gd name="connsiteX12643" fmla="*/ 2336197 w 3114960"/>
              <a:gd name="connsiteY12643" fmla="*/ 4476369 h 5143785"/>
              <a:gd name="connsiteX12644" fmla="*/ 2314004 w 3114960"/>
              <a:gd name="connsiteY12644" fmla="*/ 4452080 h 5143785"/>
              <a:gd name="connsiteX12645" fmla="*/ 2303621 w 3114960"/>
              <a:gd name="connsiteY12645" fmla="*/ 4452080 h 5143785"/>
              <a:gd name="connsiteX12646" fmla="*/ 2303526 w 3114960"/>
              <a:gd name="connsiteY12646" fmla="*/ 4451128 h 5143785"/>
              <a:gd name="connsiteX12647" fmla="*/ 2297144 w 3114960"/>
              <a:gd name="connsiteY12647" fmla="*/ 4443889 h 5143785"/>
              <a:gd name="connsiteX12648" fmla="*/ 2287524 w 3114960"/>
              <a:gd name="connsiteY12648" fmla="*/ 4443222 h 5143785"/>
              <a:gd name="connsiteX12649" fmla="*/ 2280190 w 3114960"/>
              <a:gd name="connsiteY12649" fmla="*/ 4449604 h 5143785"/>
              <a:gd name="connsiteX12650" fmla="*/ 2279523 w 3114960"/>
              <a:gd name="connsiteY12650" fmla="*/ 4459224 h 5143785"/>
              <a:gd name="connsiteX12651" fmla="*/ 2285905 w 3114960"/>
              <a:gd name="connsiteY12651" fmla="*/ 4466559 h 5143785"/>
              <a:gd name="connsiteX12652" fmla="*/ 2291525 w 3114960"/>
              <a:gd name="connsiteY12652" fmla="*/ 4467892 h 5143785"/>
              <a:gd name="connsiteX12653" fmla="*/ 2295525 w 3114960"/>
              <a:gd name="connsiteY12653" fmla="*/ 4467225 h 5143785"/>
              <a:gd name="connsiteX12654" fmla="*/ 2302859 w 3114960"/>
              <a:gd name="connsiteY12654" fmla="*/ 4460844 h 5143785"/>
              <a:gd name="connsiteX12655" fmla="*/ 2303907 w 3114960"/>
              <a:gd name="connsiteY12655" fmla="*/ 4457034 h 5143785"/>
              <a:gd name="connsiteX12656" fmla="*/ 2312003 w 3114960"/>
              <a:gd name="connsiteY12656" fmla="*/ 4457034 h 5143785"/>
              <a:gd name="connsiteX12657" fmla="*/ 2331530 w 3114960"/>
              <a:gd name="connsiteY12657" fmla="*/ 4478274 h 5143785"/>
              <a:gd name="connsiteX12658" fmla="*/ 2331530 w 3114960"/>
              <a:gd name="connsiteY12658" fmla="*/ 4581144 h 5143785"/>
              <a:gd name="connsiteX12659" fmla="*/ 2348294 w 3114960"/>
              <a:gd name="connsiteY12659" fmla="*/ 4603242 h 5143785"/>
              <a:gd name="connsiteX12660" fmla="*/ 2405539 w 3114960"/>
              <a:gd name="connsiteY12660" fmla="*/ 4603242 h 5143785"/>
              <a:gd name="connsiteX12661" fmla="*/ 2426494 w 3114960"/>
              <a:gd name="connsiteY12661" fmla="*/ 4623054 h 5143785"/>
              <a:gd name="connsiteX12662" fmla="*/ 2426494 w 3114960"/>
              <a:gd name="connsiteY12662" fmla="*/ 4739259 h 5143785"/>
              <a:gd name="connsiteX12663" fmla="*/ 2423636 w 3114960"/>
              <a:gd name="connsiteY12663" fmla="*/ 4739259 h 5143785"/>
              <a:gd name="connsiteX12664" fmla="*/ 2298573 w 3114960"/>
              <a:gd name="connsiteY12664" fmla="*/ 4458653 h 5143785"/>
              <a:gd name="connsiteX12665" fmla="*/ 2294001 w 3114960"/>
              <a:gd name="connsiteY12665" fmla="*/ 4462558 h 5143785"/>
              <a:gd name="connsiteX12666" fmla="*/ 2288000 w 3114960"/>
              <a:gd name="connsiteY12666" fmla="*/ 4462177 h 5143785"/>
              <a:gd name="connsiteX12667" fmla="*/ 2288000 w 3114960"/>
              <a:gd name="connsiteY12667" fmla="*/ 4462177 h 5143785"/>
              <a:gd name="connsiteX12668" fmla="*/ 2284095 w 3114960"/>
              <a:gd name="connsiteY12668" fmla="*/ 4457605 h 5143785"/>
              <a:gd name="connsiteX12669" fmla="*/ 2284476 w 3114960"/>
              <a:gd name="connsiteY12669" fmla="*/ 4451604 h 5143785"/>
              <a:gd name="connsiteX12670" fmla="*/ 2289048 w 3114960"/>
              <a:gd name="connsiteY12670" fmla="*/ 4447604 h 5143785"/>
              <a:gd name="connsiteX12671" fmla="*/ 2291525 w 3114960"/>
              <a:gd name="connsiteY12671" fmla="*/ 4447223 h 5143785"/>
              <a:gd name="connsiteX12672" fmla="*/ 2295049 w 3114960"/>
              <a:gd name="connsiteY12672" fmla="*/ 4448080 h 5143785"/>
              <a:gd name="connsiteX12673" fmla="*/ 2298954 w 3114960"/>
              <a:gd name="connsiteY12673" fmla="*/ 4452652 h 5143785"/>
              <a:gd name="connsiteX12674" fmla="*/ 2298573 w 3114960"/>
              <a:gd name="connsiteY12674" fmla="*/ 4458653 h 5143785"/>
              <a:gd name="connsiteX12675" fmla="*/ 2434019 w 3114960"/>
              <a:gd name="connsiteY12675" fmla="*/ 4743927 h 5143785"/>
              <a:gd name="connsiteX12676" fmla="*/ 2435352 w 3114960"/>
              <a:gd name="connsiteY12676" fmla="*/ 4745260 h 5143785"/>
              <a:gd name="connsiteX12677" fmla="*/ 2435352 w 3114960"/>
              <a:gd name="connsiteY12677" fmla="*/ 4755642 h 5143785"/>
              <a:gd name="connsiteX12678" fmla="*/ 2434019 w 3114960"/>
              <a:gd name="connsiteY12678" fmla="*/ 4756976 h 5143785"/>
              <a:gd name="connsiteX12679" fmla="*/ 2423636 w 3114960"/>
              <a:gd name="connsiteY12679" fmla="*/ 4756976 h 5143785"/>
              <a:gd name="connsiteX12680" fmla="*/ 2422303 w 3114960"/>
              <a:gd name="connsiteY12680" fmla="*/ 4755642 h 5143785"/>
              <a:gd name="connsiteX12681" fmla="*/ 2422303 w 3114960"/>
              <a:gd name="connsiteY12681" fmla="*/ 4745260 h 5143785"/>
              <a:gd name="connsiteX12682" fmla="*/ 2423636 w 3114960"/>
              <a:gd name="connsiteY12682" fmla="*/ 4743927 h 5143785"/>
              <a:gd name="connsiteX12683" fmla="*/ 2434019 w 3114960"/>
              <a:gd name="connsiteY12683" fmla="*/ 4743927 h 5143785"/>
              <a:gd name="connsiteX12684" fmla="*/ 627698 w 3114960"/>
              <a:gd name="connsiteY12684" fmla="*/ 2138363 h 5143785"/>
              <a:gd name="connsiteX12685" fmla="*/ 626650 w 3114960"/>
              <a:gd name="connsiteY12685" fmla="*/ 2139220 h 5143785"/>
              <a:gd name="connsiteX12686" fmla="*/ 626936 w 3114960"/>
              <a:gd name="connsiteY12686" fmla="*/ 2139506 h 5143785"/>
              <a:gd name="connsiteX12687" fmla="*/ 621983 w 3114960"/>
              <a:gd name="connsiteY12687" fmla="*/ 2144649 h 5143785"/>
              <a:gd name="connsiteX12688" fmla="*/ 621221 w 3114960"/>
              <a:gd name="connsiteY12688" fmla="*/ 2143982 h 5143785"/>
              <a:gd name="connsiteX12689" fmla="*/ 617887 w 3114960"/>
              <a:gd name="connsiteY12689" fmla="*/ 2146840 h 5143785"/>
              <a:gd name="connsiteX12690" fmla="*/ 614077 w 3114960"/>
              <a:gd name="connsiteY12690" fmla="*/ 2146554 h 5143785"/>
              <a:gd name="connsiteX12691" fmla="*/ 605600 w 3114960"/>
              <a:gd name="connsiteY12691" fmla="*/ 2136839 h 5143785"/>
              <a:gd name="connsiteX12692" fmla="*/ 605885 w 3114960"/>
              <a:gd name="connsiteY12692" fmla="*/ 2133029 h 5143785"/>
              <a:gd name="connsiteX12693" fmla="*/ 615601 w 3114960"/>
              <a:gd name="connsiteY12693" fmla="*/ 2124551 h 5143785"/>
              <a:gd name="connsiteX12694" fmla="*/ 619411 w 3114960"/>
              <a:gd name="connsiteY12694" fmla="*/ 2124837 h 5143785"/>
              <a:gd name="connsiteX12695" fmla="*/ 627888 w 3114960"/>
              <a:gd name="connsiteY12695" fmla="*/ 2134553 h 5143785"/>
              <a:gd name="connsiteX12696" fmla="*/ 627602 w 3114960"/>
              <a:gd name="connsiteY12696" fmla="*/ 2138363 h 5143785"/>
              <a:gd name="connsiteX12697" fmla="*/ 3074956 w 3114960"/>
              <a:gd name="connsiteY12697" fmla="*/ 4802315 h 5143785"/>
              <a:gd name="connsiteX12698" fmla="*/ 3064574 w 3114960"/>
              <a:gd name="connsiteY12698" fmla="*/ 4791932 h 5143785"/>
              <a:gd name="connsiteX12699" fmla="*/ 3054192 w 3114960"/>
              <a:gd name="connsiteY12699" fmla="*/ 4802315 h 5143785"/>
              <a:gd name="connsiteX12700" fmla="*/ 3062192 w 3114960"/>
              <a:gd name="connsiteY12700" fmla="*/ 4812221 h 5143785"/>
              <a:gd name="connsiteX12701" fmla="*/ 3062954 w 3114960"/>
              <a:gd name="connsiteY12701" fmla="*/ 4907185 h 5143785"/>
              <a:gd name="connsiteX12702" fmla="*/ 3049048 w 3114960"/>
              <a:gd name="connsiteY12702" fmla="*/ 4919472 h 5143785"/>
              <a:gd name="connsiteX12703" fmla="*/ 3027807 w 3114960"/>
              <a:gd name="connsiteY12703" fmla="*/ 4919472 h 5143785"/>
              <a:gd name="connsiteX12704" fmla="*/ 3017901 w 3114960"/>
              <a:gd name="connsiteY12704" fmla="*/ 4911567 h 5143785"/>
              <a:gd name="connsiteX12705" fmla="*/ 3007519 w 3114960"/>
              <a:gd name="connsiteY12705" fmla="*/ 4921949 h 5143785"/>
              <a:gd name="connsiteX12706" fmla="*/ 3017901 w 3114960"/>
              <a:gd name="connsiteY12706" fmla="*/ 4932331 h 5143785"/>
              <a:gd name="connsiteX12707" fmla="*/ 3027807 w 3114960"/>
              <a:gd name="connsiteY12707" fmla="*/ 4924330 h 5143785"/>
              <a:gd name="connsiteX12708" fmla="*/ 3050858 w 3114960"/>
              <a:gd name="connsiteY12708" fmla="*/ 4924330 h 5143785"/>
              <a:gd name="connsiteX12709" fmla="*/ 3067717 w 3114960"/>
              <a:gd name="connsiteY12709" fmla="*/ 4909375 h 5143785"/>
              <a:gd name="connsiteX12710" fmla="*/ 3066955 w 3114960"/>
              <a:gd name="connsiteY12710" fmla="*/ 4812221 h 5143785"/>
              <a:gd name="connsiteX12711" fmla="*/ 3074956 w 3114960"/>
              <a:gd name="connsiteY12711" fmla="*/ 4802315 h 5143785"/>
              <a:gd name="connsiteX12712" fmla="*/ 3017901 w 3114960"/>
              <a:gd name="connsiteY12712" fmla="*/ 4927664 h 5143785"/>
              <a:gd name="connsiteX12713" fmla="*/ 3012281 w 3114960"/>
              <a:gd name="connsiteY12713" fmla="*/ 4922044 h 5143785"/>
              <a:gd name="connsiteX12714" fmla="*/ 3017901 w 3114960"/>
              <a:gd name="connsiteY12714" fmla="*/ 4916424 h 5143785"/>
              <a:gd name="connsiteX12715" fmla="*/ 3023521 w 3114960"/>
              <a:gd name="connsiteY12715" fmla="*/ 4922044 h 5143785"/>
              <a:gd name="connsiteX12716" fmla="*/ 3017901 w 3114960"/>
              <a:gd name="connsiteY12716" fmla="*/ 4927664 h 5143785"/>
              <a:gd name="connsiteX12717" fmla="*/ 3064574 w 3114960"/>
              <a:gd name="connsiteY12717" fmla="*/ 4807935 h 5143785"/>
              <a:gd name="connsiteX12718" fmla="*/ 3058954 w 3114960"/>
              <a:gd name="connsiteY12718" fmla="*/ 4802315 h 5143785"/>
              <a:gd name="connsiteX12719" fmla="*/ 3064574 w 3114960"/>
              <a:gd name="connsiteY12719" fmla="*/ 4796695 h 5143785"/>
              <a:gd name="connsiteX12720" fmla="*/ 3070193 w 3114960"/>
              <a:gd name="connsiteY12720" fmla="*/ 4802315 h 5143785"/>
              <a:gd name="connsiteX12721" fmla="*/ 3064574 w 3114960"/>
              <a:gd name="connsiteY12721" fmla="*/ 4807935 h 5143785"/>
              <a:gd name="connsiteX12722" fmla="*/ 3114770 w 3114960"/>
              <a:gd name="connsiteY12722" fmla="*/ 4763548 h 5143785"/>
              <a:gd name="connsiteX12723" fmla="*/ 3114770 w 3114960"/>
              <a:gd name="connsiteY12723" fmla="*/ 4753737 h 5143785"/>
              <a:gd name="connsiteX12724" fmla="*/ 3111532 w 3114960"/>
              <a:gd name="connsiteY12724" fmla="*/ 4753737 h 5143785"/>
              <a:gd name="connsiteX12725" fmla="*/ 3026188 w 3114960"/>
              <a:gd name="connsiteY12725" fmla="*/ 4670584 h 5143785"/>
              <a:gd name="connsiteX12726" fmla="*/ 3026664 w 3114960"/>
              <a:gd name="connsiteY12726" fmla="*/ 4371689 h 5143785"/>
              <a:gd name="connsiteX12727" fmla="*/ 3030093 w 3114960"/>
              <a:gd name="connsiteY12727" fmla="*/ 4370451 h 5143785"/>
              <a:gd name="connsiteX12728" fmla="*/ 3035522 w 3114960"/>
              <a:gd name="connsiteY12728" fmla="*/ 4363403 h 5143785"/>
              <a:gd name="connsiteX12729" fmla="*/ 3034379 w 3114960"/>
              <a:gd name="connsiteY12729" fmla="*/ 4354545 h 5143785"/>
              <a:gd name="connsiteX12730" fmla="*/ 3018473 w 3114960"/>
              <a:gd name="connsiteY12730" fmla="*/ 4350258 h 5143785"/>
              <a:gd name="connsiteX12731" fmla="*/ 3014186 w 3114960"/>
              <a:gd name="connsiteY12731" fmla="*/ 4366165 h 5143785"/>
              <a:gd name="connsiteX12732" fmla="*/ 3021902 w 3114960"/>
              <a:gd name="connsiteY12732" fmla="*/ 4371689 h 5143785"/>
              <a:gd name="connsiteX12733" fmla="*/ 3021425 w 3114960"/>
              <a:gd name="connsiteY12733" fmla="*/ 4671632 h 5143785"/>
              <a:gd name="connsiteX12734" fmla="*/ 3022187 w 3114960"/>
              <a:gd name="connsiteY12734" fmla="*/ 4673346 h 5143785"/>
              <a:gd name="connsiteX12735" fmla="*/ 3104769 w 3114960"/>
              <a:gd name="connsiteY12735" fmla="*/ 4753737 h 5143785"/>
              <a:gd name="connsiteX12736" fmla="*/ 3047905 w 3114960"/>
              <a:gd name="connsiteY12736" fmla="*/ 4753452 h 5143785"/>
              <a:gd name="connsiteX12737" fmla="*/ 3045143 w 3114960"/>
              <a:gd name="connsiteY12737" fmla="*/ 4754690 h 5143785"/>
              <a:gd name="connsiteX12738" fmla="*/ 3029522 w 3114960"/>
              <a:gd name="connsiteY12738" fmla="*/ 4773168 h 5143785"/>
              <a:gd name="connsiteX12739" fmla="*/ 3028664 w 3114960"/>
              <a:gd name="connsiteY12739" fmla="*/ 4775454 h 5143785"/>
              <a:gd name="connsiteX12740" fmla="*/ 3028664 w 3114960"/>
              <a:gd name="connsiteY12740" fmla="*/ 4859084 h 5143785"/>
              <a:gd name="connsiteX12741" fmla="*/ 2985040 w 3114960"/>
              <a:gd name="connsiteY12741" fmla="*/ 4905090 h 5143785"/>
              <a:gd name="connsiteX12742" fmla="*/ 2984754 w 3114960"/>
              <a:gd name="connsiteY12742" fmla="*/ 4850892 h 5143785"/>
              <a:gd name="connsiteX12743" fmla="*/ 2993231 w 3114960"/>
              <a:gd name="connsiteY12743" fmla="*/ 4841653 h 5143785"/>
              <a:gd name="connsiteX12744" fmla="*/ 2991326 w 3114960"/>
              <a:gd name="connsiteY12744" fmla="*/ 4832509 h 5143785"/>
              <a:gd name="connsiteX12745" fmla="*/ 2984849 w 3114960"/>
              <a:gd name="connsiteY12745" fmla="*/ 4827937 h 5143785"/>
              <a:gd name="connsiteX12746" fmla="*/ 2984849 w 3114960"/>
              <a:gd name="connsiteY12746" fmla="*/ 4751356 h 5143785"/>
              <a:gd name="connsiteX12747" fmla="*/ 2995803 w 3114960"/>
              <a:gd name="connsiteY12747" fmla="*/ 4751356 h 5143785"/>
              <a:gd name="connsiteX12748" fmla="*/ 2995803 w 3114960"/>
              <a:gd name="connsiteY12748" fmla="*/ 4741640 h 5143785"/>
              <a:gd name="connsiteX12749" fmla="*/ 2984754 w 3114960"/>
              <a:gd name="connsiteY12749" fmla="*/ 4741640 h 5143785"/>
              <a:gd name="connsiteX12750" fmla="*/ 2984754 w 3114960"/>
              <a:gd name="connsiteY12750" fmla="*/ 4720114 h 5143785"/>
              <a:gd name="connsiteX12751" fmla="*/ 2995803 w 3114960"/>
              <a:gd name="connsiteY12751" fmla="*/ 4720114 h 5143785"/>
              <a:gd name="connsiteX12752" fmla="*/ 2995803 w 3114960"/>
              <a:gd name="connsiteY12752" fmla="*/ 4710398 h 5143785"/>
              <a:gd name="connsiteX12753" fmla="*/ 2984754 w 3114960"/>
              <a:gd name="connsiteY12753" fmla="*/ 4710398 h 5143785"/>
              <a:gd name="connsiteX12754" fmla="*/ 2984754 w 3114960"/>
              <a:gd name="connsiteY12754" fmla="*/ 4630198 h 5143785"/>
              <a:gd name="connsiteX12755" fmla="*/ 2995898 w 3114960"/>
              <a:gd name="connsiteY12755" fmla="*/ 4630198 h 5143785"/>
              <a:gd name="connsiteX12756" fmla="*/ 2995898 w 3114960"/>
              <a:gd name="connsiteY12756" fmla="*/ 4620482 h 5143785"/>
              <a:gd name="connsiteX12757" fmla="*/ 2966371 w 3114960"/>
              <a:gd name="connsiteY12757" fmla="*/ 4620482 h 5143785"/>
              <a:gd name="connsiteX12758" fmla="*/ 2966371 w 3114960"/>
              <a:gd name="connsiteY12758" fmla="*/ 4630198 h 5143785"/>
              <a:gd name="connsiteX12759" fmla="*/ 2977610 w 3114960"/>
              <a:gd name="connsiteY12759" fmla="*/ 4630198 h 5143785"/>
              <a:gd name="connsiteX12760" fmla="*/ 2977610 w 3114960"/>
              <a:gd name="connsiteY12760" fmla="*/ 4710398 h 5143785"/>
              <a:gd name="connsiteX12761" fmla="*/ 2966276 w 3114960"/>
              <a:gd name="connsiteY12761" fmla="*/ 4710398 h 5143785"/>
              <a:gd name="connsiteX12762" fmla="*/ 2966276 w 3114960"/>
              <a:gd name="connsiteY12762" fmla="*/ 4720114 h 5143785"/>
              <a:gd name="connsiteX12763" fmla="*/ 2977610 w 3114960"/>
              <a:gd name="connsiteY12763" fmla="*/ 4720114 h 5143785"/>
              <a:gd name="connsiteX12764" fmla="*/ 2977610 w 3114960"/>
              <a:gd name="connsiteY12764" fmla="*/ 4741640 h 5143785"/>
              <a:gd name="connsiteX12765" fmla="*/ 2966276 w 3114960"/>
              <a:gd name="connsiteY12765" fmla="*/ 4741640 h 5143785"/>
              <a:gd name="connsiteX12766" fmla="*/ 2966276 w 3114960"/>
              <a:gd name="connsiteY12766" fmla="*/ 4751356 h 5143785"/>
              <a:gd name="connsiteX12767" fmla="*/ 2977705 w 3114960"/>
              <a:gd name="connsiteY12767" fmla="*/ 4751356 h 5143785"/>
              <a:gd name="connsiteX12768" fmla="*/ 2977705 w 3114960"/>
              <a:gd name="connsiteY12768" fmla="*/ 4827937 h 5143785"/>
              <a:gd name="connsiteX12769" fmla="*/ 2969419 w 3114960"/>
              <a:gd name="connsiteY12769" fmla="*/ 4837081 h 5143785"/>
              <a:gd name="connsiteX12770" fmla="*/ 2971324 w 3114960"/>
              <a:gd name="connsiteY12770" fmla="*/ 4846225 h 5143785"/>
              <a:gd name="connsiteX12771" fmla="*/ 2977705 w 3114960"/>
              <a:gd name="connsiteY12771" fmla="*/ 4850797 h 5143785"/>
              <a:gd name="connsiteX12772" fmla="*/ 2978087 w 3114960"/>
              <a:gd name="connsiteY12772" fmla="*/ 4914138 h 5143785"/>
              <a:gd name="connsiteX12773" fmla="*/ 2980373 w 3114960"/>
              <a:gd name="connsiteY12773" fmla="*/ 4917472 h 5143785"/>
              <a:gd name="connsiteX12774" fmla="*/ 2981706 w 3114960"/>
              <a:gd name="connsiteY12774" fmla="*/ 4917758 h 5143785"/>
              <a:gd name="connsiteX12775" fmla="*/ 2984278 w 3114960"/>
              <a:gd name="connsiteY12775" fmla="*/ 4916615 h 5143785"/>
              <a:gd name="connsiteX12776" fmla="*/ 3034951 w 3114960"/>
              <a:gd name="connsiteY12776" fmla="*/ 4863179 h 5143785"/>
              <a:gd name="connsiteX12777" fmla="*/ 3035903 w 3114960"/>
              <a:gd name="connsiteY12777" fmla="*/ 4860703 h 5143785"/>
              <a:gd name="connsiteX12778" fmla="*/ 3035903 w 3114960"/>
              <a:gd name="connsiteY12778" fmla="*/ 4776978 h 5143785"/>
              <a:gd name="connsiteX12779" fmla="*/ 3049619 w 3114960"/>
              <a:gd name="connsiteY12779" fmla="*/ 4760786 h 5143785"/>
              <a:gd name="connsiteX12780" fmla="*/ 3112199 w 3114960"/>
              <a:gd name="connsiteY12780" fmla="*/ 4761071 h 5143785"/>
              <a:gd name="connsiteX12781" fmla="*/ 3114961 w 3114960"/>
              <a:gd name="connsiteY12781" fmla="*/ 4763738 h 5143785"/>
              <a:gd name="connsiteX12782" fmla="*/ 3018187 w 3114960"/>
              <a:gd name="connsiteY12782" fmla="*/ 4363784 h 5143785"/>
              <a:gd name="connsiteX12783" fmla="*/ 3020759 w 3114960"/>
              <a:gd name="connsiteY12783" fmla="*/ 4354354 h 5143785"/>
              <a:gd name="connsiteX12784" fmla="*/ 3024188 w 3114960"/>
              <a:gd name="connsiteY12784" fmla="*/ 4353402 h 5143785"/>
              <a:gd name="connsiteX12785" fmla="*/ 3030188 w 3114960"/>
              <a:gd name="connsiteY12785" fmla="*/ 4356830 h 5143785"/>
              <a:gd name="connsiteX12786" fmla="*/ 3030855 w 3114960"/>
              <a:gd name="connsiteY12786" fmla="*/ 4362069 h 5143785"/>
              <a:gd name="connsiteX12787" fmla="*/ 3027617 w 3114960"/>
              <a:gd name="connsiteY12787" fmla="*/ 4366260 h 5143785"/>
              <a:gd name="connsiteX12788" fmla="*/ 3018187 w 3114960"/>
              <a:gd name="connsiteY12788" fmla="*/ 4363784 h 5143785"/>
              <a:gd name="connsiteX12789" fmla="*/ 2979801 w 3114960"/>
              <a:gd name="connsiteY12789" fmla="*/ 4846511 h 5143785"/>
              <a:gd name="connsiteX12790" fmla="*/ 2979801 w 3114960"/>
              <a:gd name="connsiteY12790" fmla="*/ 4846511 h 5143785"/>
              <a:gd name="connsiteX12791" fmla="*/ 2975134 w 3114960"/>
              <a:gd name="connsiteY12791" fmla="*/ 4843368 h 5143785"/>
              <a:gd name="connsiteX12792" fmla="*/ 2973991 w 3114960"/>
              <a:gd name="connsiteY12792" fmla="*/ 4837843 h 5143785"/>
              <a:gd name="connsiteX12793" fmla="*/ 2981230 w 3114960"/>
              <a:gd name="connsiteY12793" fmla="*/ 4831842 h 5143785"/>
              <a:gd name="connsiteX12794" fmla="*/ 2982659 w 3114960"/>
              <a:gd name="connsiteY12794" fmla="*/ 4831937 h 5143785"/>
              <a:gd name="connsiteX12795" fmla="*/ 2987326 w 3114960"/>
              <a:gd name="connsiteY12795" fmla="*/ 4834986 h 5143785"/>
              <a:gd name="connsiteX12796" fmla="*/ 2988469 w 3114960"/>
              <a:gd name="connsiteY12796" fmla="*/ 4840510 h 5143785"/>
              <a:gd name="connsiteX12797" fmla="*/ 2979801 w 3114960"/>
              <a:gd name="connsiteY12797" fmla="*/ 4846415 h 5143785"/>
              <a:gd name="connsiteX12798" fmla="*/ 12668 w 3114960"/>
              <a:gd name="connsiteY12798" fmla="*/ 4999768 h 5143785"/>
              <a:gd name="connsiteX12799" fmla="*/ 22574 w 3114960"/>
              <a:gd name="connsiteY12799" fmla="*/ 4991767 h 5143785"/>
              <a:gd name="connsiteX12800" fmla="*/ 107728 w 3114960"/>
              <a:gd name="connsiteY12800" fmla="*/ 4991767 h 5143785"/>
              <a:gd name="connsiteX12801" fmla="*/ 127445 w 3114960"/>
              <a:gd name="connsiteY12801" fmla="*/ 4982147 h 5143785"/>
              <a:gd name="connsiteX12802" fmla="*/ 284131 w 3114960"/>
              <a:gd name="connsiteY12802" fmla="*/ 4982147 h 5143785"/>
              <a:gd name="connsiteX12803" fmla="*/ 304705 w 3114960"/>
              <a:gd name="connsiteY12803" fmla="*/ 4964906 h 5143785"/>
              <a:gd name="connsiteX12804" fmla="*/ 304705 w 3114960"/>
              <a:gd name="connsiteY12804" fmla="*/ 4836414 h 5143785"/>
              <a:gd name="connsiteX12805" fmla="*/ 312706 w 3114960"/>
              <a:gd name="connsiteY12805" fmla="*/ 4826508 h 5143785"/>
              <a:gd name="connsiteX12806" fmla="*/ 302324 w 3114960"/>
              <a:gd name="connsiteY12806" fmla="*/ 4816126 h 5143785"/>
              <a:gd name="connsiteX12807" fmla="*/ 291941 w 3114960"/>
              <a:gd name="connsiteY12807" fmla="*/ 4826508 h 5143785"/>
              <a:gd name="connsiteX12808" fmla="*/ 299942 w 3114960"/>
              <a:gd name="connsiteY12808" fmla="*/ 4836414 h 5143785"/>
              <a:gd name="connsiteX12809" fmla="*/ 299942 w 3114960"/>
              <a:gd name="connsiteY12809" fmla="*/ 4962716 h 5143785"/>
              <a:gd name="connsiteX12810" fmla="*/ 282416 w 3114960"/>
              <a:gd name="connsiteY12810" fmla="*/ 4977479 h 5143785"/>
              <a:gd name="connsiteX12811" fmla="*/ 126873 w 3114960"/>
              <a:gd name="connsiteY12811" fmla="*/ 4977479 h 5143785"/>
              <a:gd name="connsiteX12812" fmla="*/ 106680 w 3114960"/>
              <a:gd name="connsiteY12812" fmla="*/ 4987100 h 5143785"/>
              <a:gd name="connsiteX12813" fmla="*/ 22574 w 3114960"/>
              <a:gd name="connsiteY12813" fmla="*/ 4987100 h 5143785"/>
              <a:gd name="connsiteX12814" fmla="*/ 12668 w 3114960"/>
              <a:gd name="connsiteY12814" fmla="*/ 4979099 h 5143785"/>
              <a:gd name="connsiteX12815" fmla="*/ 2286 w 3114960"/>
              <a:gd name="connsiteY12815" fmla="*/ 4989481 h 5143785"/>
              <a:gd name="connsiteX12816" fmla="*/ 12668 w 3114960"/>
              <a:gd name="connsiteY12816" fmla="*/ 4999863 h 5143785"/>
              <a:gd name="connsiteX12817" fmla="*/ 296704 w 3114960"/>
              <a:gd name="connsiteY12817" fmla="*/ 4826413 h 5143785"/>
              <a:gd name="connsiteX12818" fmla="*/ 302324 w 3114960"/>
              <a:gd name="connsiteY12818" fmla="*/ 4820793 h 5143785"/>
              <a:gd name="connsiteX12819" fmla="*/ 307943 w 3114960"/>
              <a:gd name="connsiteY12819" fmla="*/ 4826413 h 5143785"/>
              <a:gd name="connsiteX12820" fmla="*/ 302324 w 3114960"/>
              <a:gd name="connsiteY12820" fmla="*/ 4832033 h 5143785"/>
              <a:gd name="connsiteX12821" fmla="*/ 296704 w 3114960"/>
              <a:gd name="connsiteY12821" fmla="*/ 4826413 h 5143785"/>
              <a:gd name="connsiteX12822" fmla="*/ 12668 w 3114960"/>
              <a:gd name="connsiteY12822" fmla="*/ 4983671 h 5143785"/>
              <a:gd name="connsiteX12823" fmla="*/ 18288 w 3114960"/>
              <a:gd name="connsiteY12823" fmla="*/ 4989290 h 5143785"/>
              <a:gd name="connsiteX12824" fmla="*/ 12668 w 3114960"/>
              <a:gd name="connsiteY12824" fmla="*/ 4994910 h 5143785"/>
              <a:gd name="connsiteX12825" fmla="*/ 7049 w 3114960"/>
              <a:gd name="connsiteY12825" fmla="*/ 4989290 h 5143785"/>
              <a:gd name="connsiteX12826" fmla="*/ 12668 w 3114960"/>
              <a:gd name="connsiteY12826" fmla="*/ 4983671 h 5143785"/>
              <a:gd name="connsiteX12827" fmla="*/ 443675 w 3114960"/>
              <a:gd name="connsiteY12827" fmla="*/ 2204466 h 5143785"/>
              <a:gd name="connsiteX12828" fmla="*/ 436817 w 3114960"/>
              <a:gd name="connsiteY12828" fmla="*/ 2211515 h 5143785"/>
              <a:gd name="connsiteX12829" fmla="*/ 433388 w 3114960"/>
              <a:gd name="connsiteY12829" fmla="*/ 2208181 h 5143785"/>
              <a:gd name="connsiteX12830" fmla="*/ 440246 w 3114960"/>
              <a:gd name="connsiteY12830" fmla="*/ 2201132 h 5143785"/>
              <a:gd name="connsiteX12831" fmla="*/ 443675 w 3114960"/>
              <a:gd name="connsiteY12831" fmla="*/ 2204466 h 5143785"/>
              <a:gd name="connsiteX12832" fmla="*/ 429863 w 3114960"/>
              <a:gd name="connsiteY12832" fmla="*/ 2218563 h 5143785"/>
              <a:gd name="connsiteX12833" fmla="*/ 423005 w 3114960"/>
              <a:gd name="connsiteY12833" fmla="*/ 2225612 h 5143785"/>
              <a:gd name="connsiteX12834" fmla="*/ 419576 w 3114960"/>
              <a:gd name="connsiteY12834" fmla="*/ 2222278 h 5143785"/>
              <a:gd name="connsiteX12835" fmla="*/ 426434 w 3114960"/>
              <a:gd name="connsiteY12835" fmla="*/ 2215229 h 5143785"/>
              <a:gd name="connsiteX12836" fmla="*/ 429863 w 3114960"/>
              <a:gd name="connsiteY12836" fmla="*/ 2218563 h 5143785"/>
              <a:gd name="connsiteX12837" fmla="*/ 93155 w 3114960"/>
              <a:gd name="connsiteY12837" fmla="*/ 3691795 h 5143785"/>
              <a:gd name="connsiteX12838" fmla="*/ 98774 w 3114960"/>
              <a:gd name="connsiteY12838" fmla="*/ 3700939 h 5143785"/>
              <a:gd name="connsiteX12839" fmla="*/ 118777 w 3114960"/>
              <a:gd name="connsiteY12839" fmla="*/ 3697891 h 5143785"/>
              <a:gd name="connsiteX12840" fmla="*/ 121539 w 3114960"/>
              <a:gd name="connsiteY12840" fmla="*/ 3689413 h 5143785"/>
              <a:gd name="connsiteX12841" fmla="*/ 115729 w 3114960"/>
              <a:gd name="connsiteY12841" fmla="*/ 3677793 h 5143785"/>
              <a:gd name="connsiteX12842" fmla="*/ 95726 w 3114960"/>
              <a:gd name="connsiteY12842" fmla="*/ 3680841 h 5143785"/>
              <a:gd name="connsiteX12843" fmla="*/ 93250 w 3114960"/>
              <a:gd name="connsiteY12843" fmla="*/ 3686937 h 5143785"/>
              <a:gd name="connsiteX12844" fmla="*/ 95 w 3114960"/>
              <a:gd name="connsiteY12844" fmla="*/ 3686937 h 5143785"/>
              <a:gd name="connsiteX12845" fmla="*/ 95 w 3114960"/>
              <a:gd name="connsiteY12845" fmla="*/ 3691700 h 5143785"/>
              <a:gd name="connsiteX12846" fmla="*/ 93155 w 3114960"/>
              <a:gd name="connsiteY12846" fmla="*/ 3691700 h 5143785"/>
              <a:gd name="connsiteX12847" fmla="*/ 97822 w 3114960"/>
              <a:gd name="connsiteY12847" fmla="*/ 3682555 h 5143785"/>
              <a:gd name="connsiteX12848" fmla="*/ 114205 w 3114960"/>
              <a:gd name="connsiteY12848" fmla="*/ 3680079 h 5143785"/>
              <a:gd name="connsiteX12849" fmla="*/ 116681 w 3114960"/>
              <a:gd name="connsiteY12849" fmla="*/ 3696462 h 5143785"/>
              <a:gd name="connsiteX12850" fmla="*/ 109061 w 3114960"/>
              <a:gd name="connsiteY12850" fmla="*/ 3701129 h 5143785"/>
              <a:gd name="connsiteX12851" fmla="*/ 100394 w 3114960"/>
              <a:gd name="connsiteY12851" fmla="*/ 3699034 h 5143785"/>
              <a:gd name="connsiteX12852" fmla="*/ 95726 w 3114960"/>
              <a:gd name="connsiteY12852" fmla="*/ 3691414 h 5143785"/>
              <a:gd name="connsiteX12853" fmla="*/ 95631 w 3114960"/>
              <a:gd name="connsiteY12853" fmla="*/ 3689604 h 5143785"/>
              <a:gd name="connsiteX12854" fmla="*/ 97917 w 3114960"/>
              <a:gd name="connsiteY12854" fmla="*/ 3682746 h 5143785"/>
              <a:gd name="connsiteX12855" fmla="*/ 25622 w 3114960"/>
              <a:gd name="connsiteY12855" fmla="*/ 4950524 h 5143785"/>
              <a:gd name="connsiteX12856" fmla="*/ 95 w 3114960"/>
              <a:gd name="connsiteY12856" fmla="*/ 4950524 h 5143785"/>
              <a:gd name="connsiteX12857" fmla="*/ 95 w 3114960"/>
              <a:gd name="connsiteY12857" fmla="*/ 4945761 h 5143785"/>
              <a:gd name="connsiteX12858" fmla="*/ 24955 w 3114960"/>
              <a:gd name="connsiteY12858" fmla="*/ 4945761 h 5143785"/>
              <a:gd name="connsiteX12859" fmla="*/ 24955 w 3114960"/>
              <a:gd name="connsiteY12859" fmla="*/ 4945476 h 5143785"/>
              <a:gd name="connsiteX12860" fmla="*/ 29051 w 3114960"/>
              <a:gd name="connsiteY12860" fmla="*/ 4939189 h 5143785"/>
              <a:gd name="connsiteX12861" fmla="*/ 34576 w 3114960"/>
              <a:gd name="connsiteY12861" fmla="*/ 4937570 h 5143785"/>
              <a:gd name="connsiteX12862" fmla="*/ 42577 w 3114960"/>
              <a:gd name="connsiteY12862" fmla="*/ 4941665 h 5143785"/>
              <a:gd name="connsiteX12863" fmla="*/ 44196 w 3114960"/>
              <a:gd name="connsiteY12863" fmla="*/ 4948904 h 5143785"/>
              <a:gd name="connsiteX12864" fmla="*/ 40100 w 3114960"/>
              <a:gd name="connsiteY12864" fmla="*/ 4955191 h 5143785"/>
              <a:gd name="connsiteX12865" fmla="*/ 26575 w 3114960"/>
              <a:gd name="connsiteY12865" fmla="*/ 4952809 h 5143785"/>
              <a:gd name="connsiteX12866" fmla="*/ 25527 w 3114960"/>
              <a:gd name="connsiteY12866" fmla="*/ 4950524 h 5143785"/>
              <a:gd name="connsiteX12867" fmla="*/ 370237 w 3114960"/>
              <a:gd name="connsiteY12867" fmla="*/ 4868609 h 5143785"/>
              <a:gd name="connsiteX12868" fmla="*/ 379381 w 3114960"/>
              <a:gd name="connsiteY12868" fmla="*/ 4862989 h 5143785"/>
              <a:gd name="connsiteX12869" fmla="*/ 376333 w 3114960"/>
              <a:gd name="connsiteY12869" fmla="*/ 4842987 h 5143785"/>
              <a:gd name="connsiteX12870" fmla="*/ 367856 w 3114960"/>
              <a:gd name="connsiteY12870" fmla="*/ 4840224 h 5143785"/>
              <a:gd name="connsiteX12871" fmla="*/ 356330 w 3114960"/>
              <a:gd name="connsiteY12871" fmla="*/ 4846035 h 5143785"/>
              <a:gd name="connsiteX12872" fmla="*/ 359378 w 3114960"/>
              <a:gd name="connsiteY12872" fmla="*/ 4866037 h 5143785"/>
              <a:gd name="connsiteX12873" fmla="*/ 365474 w 3114960"/>
              <a:gd name="connsiteY12873" fmla="*/ 4868513 h 5143785"/>
              <a:gd name="connsiteX12874" fmla="*/ 365474 w 3114960"/>
              <a:gd name="connsiteY12874" fmla="*/ 5143595 h 5143785"/>
              <a:gd name="connsiteX12875" fmla="*/ 370237 w 3114960"/>
              <a:gd name="connsiteY12875" fmla="*/ 5143595 h 5143785"/>
              <a:gd name="connsiteX12876" fmla="*/ 370237 w 3114960"/>
              <a:gd name="connsiteY12876" fmla="*/ 4868609 h 5143785"/>
              <a:gd name="connsiteX12877" fmla="*/ 367856 w 3114960"/>
              <a:gd name="connsiteY12877" fmla="*/ 4866132 h 5143785"/>
              <a:gd name="connsiteX12878" fmla="*/ 360998 w 3114960"/>
              <a:gd name="connsiteY12878" fmla="*/ 4863846 h 5143785"/>
              <a:gd name="connsiteX12879" fmla="*/ 358521 w 3114960"/>
              <a:gd name="connsiteY12879" fmla="*/ 4847463 h 5143785"/>
              <a:gd name="connsiteX12880" fmla="*/ 374904 w 3114960"/>
              <a:gd name="connsiteY12880" fmla="*/ 4844987 h 5143785"/>
              <a:gd name="connsiteX12881" fmla="*/ 379571 w 3114960"/>
              <a:gd name="connsiteY12881" fmla="*/ 4852607 h 5143785"/>
              <a:gd name="connsiteX12882" fmla="*/ 377476 w 3114960"/>
              <a:gd name="connsiteY12882" fmla="*/ 4861274 h 5143785"/>
              <a:gd name="connsiteX12883" fmla="*/ 369856 w 3114960"/>
              <a:gd name="connsiteY12883" fmla="*/ 4865942 h 5143785"/>
              <a:gd name="connsiteX12884" fmla="*/ 368046 w 3114960"/>
              <a:gd name="connsiteY12884" fmla="*/ 4866037 h 5143785"/>
              <a:gd name="connsiteX12885" fmla="*/ 2910269 w 3114960"/>
              <a:gd name="connsiteY12885" fmla="*/ 95 h 5143785"/>
              <a:gd name="connsiteX12886" fmla="*/ 2910269 w 3114960"/>
              <a:gd name="connsiteY12886" fmla="*/ 238220 h 5143785"/>
              <a:gd name="connsiteX12887" fmla="*/ 2916746 w 3114960"/>
              <a:gd name="connsiteY12887" fmla="*/ 247269 h 5143785"/>
              <a:gd name="connsiteX12888" fmla="*/ 2907411 w 3114960"/>
              <a:gd name="connsiteY12888" fmla="*/ 257651 h 5143785"/>
              <a:gd name="connsiteX12889" fmla="*/ 2756916 w 3114960"/>
              <a:gd name="connsiteY12889" fmla="*/ 257651 h 5143785"/>
              <a:gd name="connsiteX12890" fmla="*/ 2756916 w 3114960"/>
              <a:gd name="connsiteY12890" fmla="*/ 247841 h 5143785"/>
              <a:gd name="connsiteX12891" fmla="*/ 2753773 w 3114960"/>
              <a:gd name="connsiteY12891" fmla="*/ 244697 h 5143785"/>
              <a:gd name="connsiteX12892" fmla="*/ 2729389 w 3114960"/>
              <a:gd name="connsiteY12892" fmla="*/ 244697 h 5143785"/>
              <a:gd name="connsiteX12893" fmla="*/ 2726246 w 3114960"/>
              <a:gd name="connsiteY12893" fmla="*/ 247841 h 5143785"/>
              <a:gd name="connsiteX12894" fmla="*/ 2726246 w 3114960"/>
              <a:gd name="connsiteY12894" fmla="*/ 257651 h 5143785"/>
              <a:gd name="connsiteX12895" fmla="*/ 2638139 w 3114960"/>
              <a:gd name="connsiteY12895" fmla="*/ 257651 h 5143785"/>
              <a:gd name="connsiteX12896" fmla="*/ 2629662 w 3114960"/>
              <a:gd name="connsiteY12896" fmla="*/ 251079 h 5143785"/>
              <a:gd name="connsiteX12897" fmla="*/ 2620709 w 3114960"/>
              <a:gd name="connsiteY12897" fmla="*/ 260033 h 5143785"/>
              <a:gd name="connsiteX12898" fmla="*/ 2629662 w 3114960"/>
              <a:gd name="connsiteY12898" fmla="*/ 268986 h 5143785"/>
              <a:gd name="connsiteX12899" fmla="*/ 2638139 w 3114960"/>
              <a:gd name="connsiteY12899" fmla="*/ 262414 h 5143785"/>
              <a:gd name="connsiteX12900" fmla="*/ 2726246 w 3114960"/>
              <a:gd name="connsiteY12900" fmla="*/ 262414 h 5143785"/>
              <a:gd name="connsiteX12901" fmla="*/ 2726246 w 3114960"/>
              <a:gd name="connsiteY12901" fmla="*/ 272225 h 5143785"/>
              <a:gd name="connsiteX12902" fmla="*/ 2729389 w 3114960"/>
              <a:gd name="connsiteY12902" fmla="*/ 275368 h 5143785"/>
              <a:gd name="connsiteX12903" fmla="*/ 2753773 w 3114960"/>
              <a:gd name="connsiteY12903" fmla="*/ 275368 h 5143785"/>
              <a:gd name="connsiteX12904" fmla="*/ 2756916 w 3114960"/>
              <a:gd name="connsiteY12904" fmla="*/ 272225 h 5143785"/>
              <a:gd name="connsiteX12905" fmla="*/ 2756916 w 3114960"/>
              <a:gd name="connsiteY12905" fmla="*/ 262414 h 5143785"/>
              <a:gd name="connsiteX12906" fmla="*/ 2909602 w 3114960"/>
              <a:gd name="connsiteY12906" fmla="*/ 262414 h 5143785"/>
              <a:gd name="connsiteX12907" fmla="*/ 2919698 w 3114960"/>
              <a:gd name="connsiteY12907" fmla="*/ 251270 h 5143785"/>
              <a:gd name="connsiteX12908" fmla="*/ 2923032 w 3114960"/>
              <a:gd name="connsiteY12908" fmla="*/ 255842 h 5143785"/>
              <a:gd name="connsiteX12909" fmla="*/ 2966561 w 3114960"/>
              <a:gd name="connsiteY12909" fmla="*/ 255842 h 5143785"/>
              <a:gd name="connsiteX12910" fmla="*/ 2967419 w 3114960"/>
              <a:gd name="connsiteY12910" fmla="*/ 258318 h 5143785"/>
              <a:gd name="connsiteX12911" fmla="*/ 2974753 w 3114960"/>
              <a:gd name="connsiteY12911" fmla="*/ 263938 h 5143785"/>
              <a:gd name="connsiteX12912" fmla="*/ 2977896 w 3114960"/>
              <a:gd name="connsiteY12912" fmla="*/ 264319 h 5143785"/>
              <a:gd name="connsiteX12913" fmla="*/ 2983897 w 3114960"/>
              <a:gd name="connsiteY12913" fmla="*/ 262700 h 5143785"/>
              <a:gd name="connsiteX12914" fmla="*/ 2989517 w 3114960"/>
              <a:gd name="connsiteY12914" fmla="*/ 255365 h 5143785"/>
              <a:gd name="connsiteX12915" fmla="*/ 2989517 w 3114960"/>
              <a:gd name="connsiteY12915" fmla="*/ 254603 h 5143785"/>
              <a:gd name="connsiteX12916" fmla="*/ 3114770 w 3114960"/>
              <a:gd name="connsiteY12916" fmla="*/ 254603 h 5143785"/>
              <a:gd name="connsiteX12917" fmla="*/ 3114770 w 3114960"/>
              <a:gd name="connsiteY12917" fmla="*/ 249936 h 5143785"/>
              <a:gd name="connsiteX12918" fmla="*/ 2989517 w 3114960"/>
              <a:gd name="connsiteY12918" fmla="*/ 249936 h 5143785"/>
              <a:gd name="connsiteX12919" fmla="*/ 2988278 w 3114960"/>
              <a:gd name="connsiteY12919" fmla="*/ 246126 h 5143785"/>
              <a:gd name="connsiteX12920" fmla="*/ 2980944 w 3114960"/>
              <a:gd name="connsiteY12920" fmla="*/ 240506 h 5143785"/>
              <a:gd name="connsiteX12921" fmla="*/ 2971800 w 3114960"/>
              <a:gd name="connsiteY12921" fmla="*/ 241745 h 5143785"/>
              <a:gd name="connsiteX12922" fmla="*/ 2966371 w 3114960"/>
              <a:gd name="connsiteY12922" fmla="*/ 248698 h 5143785"/>
              <a:gd name="connsiteX12923" fmla="*/ 2926747 w 3114960"/>
              <a:gd name="connsiteY12923" fmla="*/ 248698 h 5143785"/>
              <a:gd name="connsiteX12924" fmla="*/ 2924651 w 3114960"/>
              <a:gd name="connsiteY12924" fmla="*/ 245745 h 5143785"/>
              <a:gd name="connsiteX12925" fmla="*/ 2936843 w 3114960"/>
              <a:gd name="connsiteY12925" fmla="*/ 232220 h 5143785"/>
              <a:gd name="connsiteX12926" fmla="*/ 2936843 w 3114960"/>
              <a:gd name="connsiteY12926" fmla="*/ 95 h 5143785"/>
              <a:gd name="connsiteX12927" fmla="*/ 2932081 w 3114960"/>
              <a:gd name="connsiteY12927" fmla="*/ 95 h 5143785"/>
              <a:gd name="connsiteX12928" fmla="*/ 2932081 w 3114960"/>
              <a:gd name="connsiteY12928" fmla="*/ 230410 h 5143785"/>
              <a:gd name="connsiteX12929" fmla="*/ 2921889 w 3114960"/>
              <a:gd name="connsiteY12929" fmla="*/ 241840 h 5143785"/>
              <a:gd name="connsiteX12930" fmla="*/ 2917603 w 3114960"/>
              <a:gd name="connsiteY12930" fmla="*/ 235934 h 5143785"/>
              <a:gd name="connsiteX12931" fmla="*/ 2917603 w 3114960"/>
              <a:gd name="connsiteY12931" fmla="*/ 95 h 5143785"/>
              <a:gd name="connsiteX12932" fmla="*/ 2910459 w 3114960"/>
              <a:gd name="connsiteY12932" fmla="*/ 95 h 5143785"/>
              <a:gd name="connsiteX12933" fmla="*/ 2754630 w 3114960"/>
              <a:gd name="connsiteY12933" fmla="*/ 272225 h 5143785"/>
              <a:gd name="connsiteX12934" fmla="*/ 2753868 w 3114960"/>
              <a:gd name="connsiteY12934" fmla="*/ 272987 h 5143785"/>
              <a:gd name="connsiteX12935" fmla="*/ 2729484 w 3114960"/>
              <a:gd name="connsiteY12935" fmla="*/ 272987 h 5143785"/>
              <a:gd name="connsiteX12936" fmla="*/ 2728722 w 3114960"/>
              <a:gd name="connsiteY12936" fmla="*/ 272225 h 5143785"/>
              <a:gd name="connsiteX12937" fmla="*/ 2728722 w 3114960"/>
              <a:gd name="connsiteY12937" fmla="*/ 247841 h 5143785"/>
              <a:gd name="connsiteX12938" fmla="*/ 2729484 w 3114960"/>
              <a:gd name="connsiteY12938" fmla="*/ 247079 h 5143785"/>
              <a:gd name="connsiteX12939" fmla="*/ 2753868 w 3114960"/>
              <a:gd name="connsiteY12939" fmla="*/ 247079 h 5143785"/>
              <a:gd name="connsiteX12940" fmla="*/ 2754630 w 3114960"/>
              <a:gd name="connsiteY12940" fmla="*/ 247841 h 5143785"/>
              <a:gd name="connsiteX12941" fmla="*/ 2754630 w 3114960"/>
              <a:gd name="connsiteY12941" fmla="*/ 272225 h 5143785"/>
              <a:gd name="connsiteX12942" fmla="*/ 2970752 w 3114960"/>
              <a:gd name="connsiteY12942" fmla="*/ 250412 h 5143785"/>
              <a:gd name="connsiteX12943" fmla="*/ 2974181 w 3114960"/>
              <a:gd name="connsiteY12943" fmla="*/ 245936 h 5143785"/>
              <a:gd name="connsiteX12944" fmla="*/ 2977801 w 3114960"/>
              <a:gd name="connsiteY12944" fmla="*/ 244983 h 5143785"/>
              <a:gd name="connsiteX12945" fmla="*/ 2979706 w 3114960"/>
              <a:gd name="connsiteY12945" fmla="*/ 245269 h 5143785"/>
              <a:gd name="connsiteX12946" fmla="*/ 2984183 w 3114960"/>
              <a:gd name="connsiteY12946" fmla="*/ 248698 h 5143785"/>
              <a:gd name="connsiteX12947" fmla="*/ 2984945 w 3114960"/>
              <a:gd name="connsiteY12947" fmla="*/ 254222 h 5143785"/>
              <a:gd name="connsiteX12948" fmla="*/ 2981516 w 3114960"/>
              <a:gd name="connsiteY12948" fmla="*/ 258699 h 5143785"/>
              <a:gd name="connsiteX12949" fmla="*/ 2975991 w 3114960"/>
              <a:gd name="connsiteY12949" fmla="*/ 259461 h 5143785"/>
              <a:gd name="connsiteX12950" fmla="*/ 2971514 w 3114960"/>
              <a:gd name="connsiteY12950" fmla="*/ 256032 h 5143785"/>
              <a:gd name="connsiteX12951" fmla="*/ 2970752 w 3114960"/>
              <a:gd name="connsiteY12951" fmla="*/ 250508 h 5143785"/>
              <a:gd name="connsiteX12952" fmla="*/ 409289 w 3114960"/>
              <a:gd name="connsiteY12952" fmla="*/ 2239709 h 5143785"/>
              <a:gd name="connsiteX12953" fmla="*/ 405860 w 3114960"/>
              <a:gd name="connsiteY12953" fmla="*/ 2236375 h 5143785"/>
              <a:gd name="connsiteX12954" fmla="*/ 412718 w 3114960"/>
              <a:gd name="connsiteY12954" fmla="*/ 2229326 h 5143785"/>
              <a:gd name="connsiteX12955" fmla="*/ 416147 w 3114960"/>
              <a:gd name="connsiteY12955" fmla="*/ 2232660 h 5143785"/>
              <a:gd name="connsiteX12956" fmla="*/ 409289 w 3114960"/>
              <a:gd name="connsiteY12956" fmla="*/ 2239709 h 5143785"/>
              <a:gd name="connsiteX12957" fmla="*/ 374904 w 3114960"/>
              <a:gd name="connsiteY12957" fmla="*/ 4854512 h 5143785"/>
              <a:gd name="connsiteX12958" fmla="*/ 367856 w 3114960"/>
              <a:gd name="connsiteY12958" fmla="*/ 4861560 h 5143785"/>
              <a:gd name="connsiteX12959" fmla="*/ 360807 w 3114960"/>
              <a:gd name="connsiteY12959" fmla="*/ 4854512 h 5143785"/>
              <a:gd name="connsiteX12960" fmla="*/ 367856 w 3114960"/>
              <a:gd name="connsiteY12960" fmla="*/ 4847463 h 5143785"/>
              <a:gd name="connsiteX12961" fmla="*/ 374904 w 3114960"/>
              <a:gd name="connsiteY12961" fmla="*/ 4854512 h 5143785"/>
              <a:gd name="connsiteX12962" fmla="*/ 436912 w 3114960"/>
              <a:gd name="connsiteY12962" fmla="*/ 4844987 h 5143785"/>
              <a:gd name="connsiteX12963" fmla="*/ 429863 w 3114960"/>
              <a:gd name="connsiteY12963" fmla="*/ 4852035 h 5143785"/>
              <a:gd name="connsiteX12964" fmla="*/ 422815 w 3114960"/>
              <a:gd name="connsiteY12964" fmla="*/ 4844987 h 5143785"/>
              <a:gd name="connsiteX12965" fmla="*/ 429863 w 3114960"/>
              <a:gd name="connsiteY12965" fmla="*/ 4837938 h 5143785"/>
              <a:gd name="connsiteX12966" fmla="*/ 436912 w 3114960"/>
              <a:gd name="connsiteY12966" fmla="*/ 4844987 h 5143785"/>
              <a:gd name="connsiteX12967" fmla="*/ 77724 w 3114960"/>
              <a:gd name="connsiteY12967" fmla="*/ 62675 h 5143785"/>
              <a:gd name="connsiteX12968" fmla="*/ 87630 w 3114960"/>
              <a:gd name="connsiteY12968" fmla="*/ 54674 h 5143785"/>
              <a:gd name="connsiteX12969" fmla="*/ 133731 w 3114960"/>
              <a:gd name="connsiteY12969" fmla="*/ 54674 h 5143785"/>
              <a:gd name="connsiteX12970" fmla="*/ 146685 w 3114960"/>
              <a:gd name="connsiteY12970" fmla="*/ 46673 h 5143785"/>
              <a:gd name="connsiteX12971" fmla="*/ 170688 w 3114960"/>
              <a:gd name="connsiteY12971" fmla="*/ 46673 h 5143785"/>
              <a:gd name="connsiteX12972" fmla="*/ 180594 w 3114960"/>
              <a:gd name="connsiteY12972" fmla="*/ 54674 h 5143785"/>
              <a:gd name="connsiteX12973" fmla="*/ 190976 w 3114960"/>
              <a:gd name="connsiteY12973" fmla="*/ 44291 h 5143785"/>
              <a:gd name="connsiteX12974" fmla="*/ 180594 w 3114960"/>
              <a:gd name="connsiteY12974" fmla="*/ 33909 h 5143785"/>
              <a:gd name="connsiteX12975" fmla="*/ 170688 w 3114960"/>
              <a:gd name="connsiteY12975" fmla="*/ 41910 h 5143785"/>
              <a:gd name="connsiteX12976" fmla="*/ 145352 w 3114960"/>
              <a:gd name="connsiteY12976" fmla="*/ 41910 h 5143785"/>
              <a:gd name="connsiteX12977" fmla="*/ 132398 w 3114960"/>
              <a:gd name="connsiteY12977" fmla="*/ 49911 h 5143785"/>
              <a:gd name="connsiteX12978" fmla="*/ 87630 w 3114960"/>
              <a:gd name="connsiteY12978" fmla="*/ 49911 h 5143785"/>
              <a:gd name="connsiteX12979" fmla="*/ 77724 w 3114960"/>
              <a:gd name="connsiteY12979" fmla="*/ 41910 h 5143785"/>
              <a:gd name="connsiteX12980" fmla="*/ 67342 w 3114960"/>
              <a:gd name="connsiteY12980" fmla="*/ 52292 h 5143785"/>
              <a:gd name="connsiteX12981" fmla="*/ 77724 w 3114960"/>
              <a:gd name="connsiteY12981" fmla="*/ 62675 h 5143785"/>
              <a:gd name="connsiteX12982" fmla="*/ 180594 w 3114960"/>
              <a:gd name="connsiteY12982" fmla="*/ 38576 h 5143785"/>
              <a:gd name="connsiteX12983" fmla="*/ 186214 w 3114960"/>
              <a:gd name="connsiteY12983" fmla="*/ 44196 h 5143785"/>
              <a:gd name="connsiteX12984" fmla="*/ 180594 w 3114960"/>
              <a:gd name="connsiteY12984" fmla="*/ 49816 h 5143785"/>
              <a:gd name="connsiteX12985" fmla="*/ 174974 w 3114960"/>
              <a:gd name="connsiteY12985" fmla="*/ 44196 h 5143785"/>
              <a:gd name="connsiteX12986" fmla="*/ 180594 w 3114960"/>
              <a:gd name="connsiteY12986" fmla="*/ 38576 h 5143785"/>
              <a:gd name="connsiteX12987" fmla="*/ 77724 w 3114960"/>
              <a:gd name="connsiteY12987" fmla="*/ 46673 h 5143785"/>
              <a:gd name="connsiteX12988" fmla="*/ 83344 w 3114960"/>
              <a:gd name="connsiteY12988" fmla="*/ 52292 h 5143785"/>
              <a:gd name="connsiteX12989" fmla="*/ 77724 w 3114960"/>
              <a:gd name="connsiteY12989" fmla="*/ 57912 h 5143785"/>
              <a:gd name="connsiteX12990" fmla="*/ 72104 w 3114960"/>
              <a:gd name="connsiteY12990" fmla="*/ 52292 h 5143785"/>
              <a:gd name="connsiteX12991" fmla="*/ 77724 w 3114960"/>
              <a:gd name="connsiteY12991" fmla="*/ 46673 h 5143785"/>
              <a:gd name="connsiteX12992" fmla="*/ 457390 w 3114960"/>
              <a:gd name="connsiteY12992" fmla="*/ 2190369 h 5143785"/>
              <a:gd name="connsiteX12993" fmla="*/ 450533 w 3114960"/>
              <a:gd name="connsiteY12993" fmla="*/ 2197418 h 5143785"/>
              <a:gd name="connsiteX12994" fmla="*/ 447104 w 3114960"/>
              <a:gd name="connsiteY12994" fmla="*/ 2194084 h 5143785"/>
              <a:gd name="connsiteX12995" fmla="*/ 453962 w 3114960"/>
              <a:gd name="connsiteY12995" fmla="*/ 2187035 h 5143785"/>
              <a:gd name="connsiteX12996" fmla="*/ 457390 w 3114960"/>
              <a:gd name="connsiteY12996" fmla="*/ 2190369 h 5143785"/>
              <a:gd name="connsiteX12997" fmla="*/ 3108198 w 3114960"/>
              <a:gd name="connsiteY12997" fmla="*/ 4923854 h 5143785"/>
              <a:gd name="connsiteX12998" fmla="*/ 3114770 w 3114960"/>
              <a:gd name="connsiteY12998" fmla="*/ 4923854 h 5143785"/>
              <a:gd name="connsiteX12999" fmla="*/ 3114770 w 3114960"/>
              <a:gd name="connsiteY12999" fmla="*/ 4919091 h 5143785"/>
              <a:gd name="connsiteX13000" fmla="*/ 3110008 w 3114960"/>
              <a:gd name="connsiteY13000" fmla="*/ 4919091 h 5143785"/>
              <a:gd name="connsiteX13001" fmla="*/ 3096101 w 3114960"/>
              <a:gd name="connsiteY13001" fmla="*/ 4906804 h 5143785"/>
              <a:gd name="connsiteX13002" fmla="*/ 3096101 w 3114960"/>
              <a:gd name="connsiteY13002" fmla="*/ 4812887 h 5143785"/>
              <a:gd name="connsiteX13003" fmla="*/ 3104102 w 3114960"/>
              <a:gd name="connsiteY13003" fmla="*/ 4802981 h 5143785"/>
              <a:gd name="connsiteX13004" fmla="*/ 3093720 w 3114960"/>
              <a:gd name="connsiteY13004" fmla="*/ 4792599 h 5143785"/>
              <a:gd name="connsiteX13005" fmla="*/ 3083338 w 3114960"/>
              <a:gd name="connsiteY13005" fmla="*/ 4802981 h 5143785"/>
              <a:gd name="connsiteX13006" fmla="*/ 3091339 w 3114960"/>
              <a:gd name="connsiteY13006" fmla="*/ 4812887 h 5143785"/>
              <a:gd name="connsiteX13007" fmla="*/ 3091339 w 3114960"/>
              <a:gd name="connsiteY13007" fmla="*/ 4908899 h 5143785"/>
              <a:gd name="connsiteX13008" fmla="*/ 3108198 w 3114960"/>
              <a:gd name="connsiteY13008" fmla="*/ 4923758 h 5143785"/>
              <a:gd name="connsiteX13009" fmla="*/ 3088005 w 3114960"/>
              <a:gd name="connsiteY13009" fmla="*/ 4803077 h 5143785"/>
              <a:gd name="connsiteX13010" fmla="*/ 3093625 w 3114960"/>
              <a:gd name="connsiteY13010" fmla="*/ 4797457 h 5143785"/>
              <a:gd name="connsiteX13011" fmla="*/ 3099245 w 3114960"/>
              <a:gd name="connsiteY13011" fmla="*/ 4803077 h 5143785"/>
              <a:gd name="connsiteX13012" fmla="*/ 3093625 w 3114960"/>
              <a:gd name="connsiteY13012" fmla="*/ 4808696 h 5143785"/>
              <a:gd name="connsiteX13013" fmla="*/ 3088005 w 3114960"/>
              <a:gd name="connsiteY13013" fmla="*/ 4803077 h 5143785"/>
              <a:gd name="connsiteX13014" fmla="*/ 615791 w 3114960"/>
              <a:gd name="connsiteY13014" fmla="*/ 1963103 h 5143785"/>
              <a:gd name="connsiteX13015" fmla="*/ 602361 w 3114960"/>
              <a:gd name="connsiteY13015" fmla="*/ 1976533 h 5143785"/>
              <a:gd name="connsiteX13016" fmla="*/ 612267 w 3114960"/>
              <a:gd name="connsiteY13016" fmla="*/ 1989487 h 5143785"/>
              <a:gd name="connsiteX13017" fmla="*/ 612267 w 3114960"/>
              <a:gd name="connsiteY13017" fmla="*/ 1992440 h 5143785"/>
              <a:gd name="connsiteX13018" fmla="*/ 619411 w 3114960"/>
              <a:gd name="connsiteY13018" fmla="*/ 1992440 h 5143785"/>
              <a:gd name="connsiteX13019" fmla="*/ 619411 w 3114960"/>
              <a:gd name="connsiteY13019" fmla="*/ 1989487 h 5143785"/>
              <a:gd name="connsiteX13020" fmla="*/ 629317 w 3114960"/>
              <a:gd name="connsiteY13020" fmla="*/ 1976533 h 5143785"/>
              <a:gd name="connsiteX13021" fmla="*/ 615887 w 3114960"/>
              <a:gd name="connsiteY13021" fmla="*/ 1963103 h 5143785"/>
              <a:gd name="connsiteX13022" fmla="*/ 615791 w 3114960"/>
              <a:gd name="connsiteY13022" fmla="*/ 1985296 h 5143785"/>
              <a:gd name="connsiteX13023" fmla="*/ 607124 w 3114960"/>
              <a:gd name="connsiteY13023" fmla="*/ 1976628 h 5143785"/>
              <a:gd name="connsiteX13024" fmla="*/ 615791 w 3114960"/>
              <a:gd name="connsiteY13024" fmla="*/ 1967960 h 5143785"/>
              <a:gd name="connsiteX13025" fmla="*/ 624459 w 3114960"/>
              <a:gd name="connsiteY13025" fmla="*/ 1976628 h 5143785"/>
              <a:gd name="connsiteX13026" fmla="*/ 615791 w 3114960"/>
              <a:gd name="connsiteY13026" fmla="*/ 1985296 h 5143785"/>
              <a:gd name="connsiteX13027" fmla="*/ 603504 w 3114960"/>
              <a:gd name="connsiteY13027" fmla="*/ 2207038 h 5143785"/>
              <a:gd name="connsiteX13028" fmla="*/ 609695 w 3114960"/>
              <a:gd name="connsiteY13028" fmla="*/ 2200656 h 5143785"/>
              <a:gd name="connsiteX13029" fmla="*/ 613124 w 3114960"/>
              <a:gd name="connsiteY13029" fmla="*/ 2203990 h 5143785"/>
              <a:gd name="connsiteX13030" fmla="*/ 606933 w 3114960"/>
              <a:gd name="connsiteY13030" fmla="*/ 2210372 h 5143785"/>
              <a:gd name="connsiteX13031" fmla="*/ 603504 w 3114960"/>
              <a:gd name="connsiteY13031" fmla="*/ 2207038 h 5143785"/>
              <a:gd name="connsiteX13032" fmla="*/ 50673 w 3114960"/>
              <a:gd name="connsiteY13032" fmla="*/ 100965 h 5143785"/>
              <a:gd name="connsiteX13033" fmla="*/ 49054 w 3114960"/>
              <a:gd name="connsiteY13033" fmla="*/ 101632 h 5143785"/>
              <a:gd name="connsiteX13034" fmla="*/ 27623 w 3114960"/>
              <a:gd name="connsiteY13034" fmla="*/ 121730 h 5143785"/>
              <a:gd name="connsiteX13035" fmla="*/ 26861 w 3114960"/>
              <a:gd name="connsiteY13035" fmla="*/ 123444 h 5143785"/>
              <a:gd name="connsiteX13036" fmla="*/ 26861 w 3114960"/>
              <a:gd name="connsiteY13036" fmla="*/ 145923 h 5143785"/>
              <a:gd name="connsiteX13037" fmla="*/ 21336 w 3114960"/>
              <a:gd name="connsiteY13037" fmla="*/ 145923 h 5143785"/>
              <a:gd name="connsiteX13038" fmla="*/ 14097 w 3114960"/>
              <a:gd name="connsiteY13038" fmla="*/ 153162 h 5143785"/>
              <a:gd name="connsiteX13039" fmla="*/ 14097 w 3114960"/>
              <a:gd name="connsiteY13039" fmla="*/ 168974 h 5143785"/>
              <a:gd name="connsiteX13040" fmla="*/ 21336 w 3114960"/>
              <a:gd name="connsiteY13040" fmla="*/ 176213 h 5143785"/>
              <a:gd name="connsiteX13041" fmla="*/ 26861 w 3114960"/>
              <a:gd name="connsiteY13041" fmla="*/ 176213 h 5143785"/>
              <a:gd name="connsiteX13042" fmla="*/ 26861 w 3114960"/>
              <a:gd name="connsiteY13042" fmla="*/ 196596 h 5143785"/>
              <a:gd name="connsiteX13043" fmla="*/ 27623 w 3114960"/>
              <a:gd name="connsiteY13043" fmla="*/ 198311 h 5143785"/>
              <a:gd name="connsiteX13044" fmla="*/ 49054 w 3114960"/>
              <a:gd name="connsiteY13044" fmla="*/ 218408 h 5143785"/>
              <a:gd name="connsiteX13045" fmla="*/ 50673 w 3114960"/>
              <a:gd name="connsiteY13045" fmla="*/ 219075 h 5143785"/>
              <a:gd name="connsiteX13046" fmla="*/ 80677 w 3114960"/>
              <a:gd name="connsiteY13046" fmla="*/ 219075 h 5143785"/>
              <a:gd name="connsiteX13047" fmla="*/ 90583 w 3114960"/>
              <a:gd name="connsiteY13047" fmla="*/ 227076 h 5143785"/>
              <a:gd name="connsiteX13048" fmla="*/ 100965 w 3114960"/>
              <a:gd name="connsiteY13048" fmla="*/ 216694 h 5143785"/>
              <a:gd name="connsiteX13049" fmla="*/ 90583 w 3114960"/>
              <a:gd name="connsiteY13049" fmla="*/ 206312 h 5143785"/>
              <a:gd name="connsiteX13050" fmla="*/ 80677 w 3114960"/>
              <a:gd name="connsiteY13050" fmla="*/ 214313 h 5143785"/>
              <a:gd name="connsiteX13051" fmla="*/ 51626 w 3114960"/>
              <a:gd name="connsiteY13051" fmla="*/ 214313 h 5143785"/>
              <a:gd name="connsiteX13052" fmla="*/ 31623 w 3114960"/>
              <a:gd name="connsiteY13052" fmla="*/ 195548 h 5143785"/>
              <a:gd name="connsiteX13053" fmla="*/ 31623 w 3114960"/>
              <a:gd name="connsiteY13053" fmla="*/ 176213 h 5143785"/>
              <a:gd name="connsiteX13054" fmla="*/ 37148 w 3114960"/>
              <a:gd name="connsiteY13054" fmla="*/ 176213 h 5143785"/>
              <a:gd name="connsiteX13055" fmla="*/ 44387 w 3114960"/>
              <a:gd name="connsiteY13055" fmla="*/ 168974 h 5143785"/>
              <a:gd name="connsiteX13056" fmla="*/ 44387 w 3114960"/>
              <a:gd name="connsiteY13056" fmla="*/ 153162 h 5143785"/>
              <a:gd name="connsiteX13057" fmla="*/ 37148 w 3114960"/>
              <a:gd name="connsiteY13057" fmla="*/ 145923 h 5143785"/>
              <a:gd name="connsiteX13058" fmla="*/ 31623 w 3114960"/>
              <a:gd name="connsiteY13058" fmla="*/ 145923 h 5143785"/>
              <a:gd name="connsiteX13059" fmla="*/ 31623 w 3114960"/>
              <a:gd name="connsiteY13059" fmla="*/ 124492 h 5143785"/>
              <a:gd name="connsiteX13060" fmla="*/ 51626 w 3114960"/>
              <a:gd name="connsiteY13060" fmla="*/ 105728 h 5143785"/>
              <a:gd name="connsiteX13061" fmla="*/ 80677 w 3114960"/>
              <a:gd name="connsiteY13061" fmla="*/ 105728 h 5143785"/>
              <a:gd name="connsiteX13062" fmla="*/ 90583 w 3114960"/>
              <a:gd name="connsiteY13062" fmla="*/ 113919 h 5143785"/>
              <a:gd name="connsiteX13063" fmla="*/ 100965 w 3114960"/>
              <a:gd name="connsiteY13063" fmla="*/ 103537 h 5143785"/>
              <a:gd name="connsiteX13064" fmla="*/ 90583 w 3114960"/>
              <a:gd name="connsiteY13064" fmla="*/ 93155 h 5143785"/>
              <a:gd name="connsiteX13065" fmla="*/ 80677 w 3114960"/>
              <a:gd name="connsiteY13065" fmla="*/ 101156 h 5143785"/>
              <a:gd name="connsiteX13066" fmla="*/ 50673 w 3114960"/>
              <a:gd name="connsiteY13066" fmla="*/ 101156 h 5143785"/>
              <a:gd name="connsiteX13067" fmla="*/ 50673 w 3114960"/>
              <a:gd name="connsiteY13067" fmla="*/ 101060 h 5143785"/>
              <a:gd name="connsiteX13068" fmla="*/ 90583 w 3114960"/>
              <a:gd name="connsiteY13068" fmla="*/ 210979 h 5143785"/>
              <a:gd name="connsiteX13069" fmla="*/ 96203 w 3114960"/>
              <a:gd name="connsiteY13069" fmla="*/ 216599 h 5143785"/>
              <a:gd name="connsiteX13070" fmla="*/ 90583 w 3114960"/>
              <a:gd name="connsiteY13070" fmla="*/ 222218 h 5143785"/>
              <a:gd name="connsiteX13071" fmla="*/ 84963 w 3114960"/>
              <a:gd name="connsiteY13071" fmla="*/ 216599 h 5143785"/>
              <a:gd name="connsiteX13072" fmla="*/ 90583 w 3114960"/>
              <a:gd name="connsiteY13072" fmla="*/ 210979 h 5143785"/>
              <a:gd name="connsiteX13073" fmla="*/ 37148 w 3114960"/>
              <a:gd name="connsiteY13073" fmla="*/ 149828 h 5143785"/>
              <a:gd name="connsiteX13074" fmla="*/ 40481 w 3114960"/>
              <a:gd name="connsiteY13074" fmla="*/ 153067 h 5143785"/>
              <a:gd name="connsiteX13075" fmla="*/ 40481 w 3114960"/>
              <a:gd name="connsiteY13075" fmla="*/ 168878 h 5143785"/>
              <a:gd name="connsiteX13076" fmla="*/ 37148 w 3114960"/>
              <a:gd name="connsiteY13076" fmla="*/ 172117 h 5143785"/>
              <a:gd name="connsiteX13077" fmla="*/ 21336 w 3114960"/>
              <a:gd name="connsiteY13077" fmla="*/ 172117 h 5143785"/>
              <a:gd name="connsiteX13078" fmla="*/ 18098 w 3114960"/>
              <a:gd name="connsiteY13078" fmla="*/ 168878 h 5143785"/>
              <a:gd name="connsiteX13079" fmla="*/ 18098 w 3114960"/>
              <a:gd name="connsiteY13079" fmla="*/ 153067 h 5143785"/>
              <a:gd name="connsiteX13080" fmla="*/ 21336 w 3114960"/>
              <a:gd name="connsiteY13080" fmla="*/ 149828 h 5143785"/>
              <a:gd name="connsiteX13081" fmla="*/ 37148 w 3114960"/>
              <a:gd name="connsiteY13081" fmla="*/ 149828 h 5143785"/>
              <a:gd name="connsiteX13082" fmla="*/ 90583 w 3114960"/>
              <a:gd name="connsiteY13082" fmla="*/ 97822 h 5143785"/>
              <a:gd name="connsiteX13083" fmla="*/ 96203 w 3114960"/>
              <a:gd name="connsiteY13083" fmla="*/ 103442 h 5143785"/>
              <a:gd name="connsiteX13084" fmla="*/ 90583 w 3114960"/>
              <a:gd name="connsiteY13084" fmla="*/ 109061 h 5143785"/>
              <a:gd name="connsiteX13085" fmla="*/ 84963 w 3114960"/>
              <a:gd name="connsiteY13085" fmla="*/ 103442 h 5143785"/>
              <a:gd name="connsiteX13086" fmla="*/ 90583 w 3114960"/>
              <a:gd name="connsiteY13086" fmla="*/ 97822 h 5143785"/>
              <a:gd name="connsiteX13087" fmla="*/ 2879693 w 3114960"/>
              <a:gd name="connsiteY13087" fmla="*/ 4583335 h 5143785"/>
              <a:gd name="connsiteX13088" fmla="*/ 2879693 w 3114960"/>
              <a:gd name="connsiteY13088" fmla="*/ 4596384 h 5143785"/>
              <a:gd name="connsiteX13089" fmla="*/ 2883313 w 3114960"/>
              <a:gd name="connsiteY13089" fmla="*/ 4600004 h 5143785"/>
              <a:gd name="connsiteX13090" fmla="*/ 2912840 w 3114960"/>
              <a:gd name="connsiteY13090" fmla="*/ 4600004 h 5143785"/>
              <a:gd name="connsiteX13091" fmla="*/ 2916460 w 3114960"/>
              <a:gd name="connsiteY13091" fmla="*/ 4596384 h 5143785"/>
              <a:gd name="connsiteX13092" fmla="*/ 2916460 w 3114960"/>
              <a:gd name="connsiteY13092" fmla="*/ 4583335 h 5143785"/>
              <a:gd name="connsiteX13093" fmla="*/ 2912840 w 3114960"/>
              <a:gd name="connsiteY13093" fmla="*/ 4579715 h 5143785"/>
              <a:gd name="connsiteX13094" fmla="*/ 2912459 w 3114960"/>
              <a:gd name="connsiteY13094" fmla="*/ 4579715 h 5143785"/>
              <a:gd name="connsiteX13095" fmla="*/ 2898553 w 3114960"/>
              <a:gd name="connsiteY13095" fmla="*/ 4575429 h 5143785"/>
              <a:gd name="connsiteX13096" fmla="*/ 2894934 w 3114960"/>
              <a:gd name="connsiteY13096" fmla="*/ 4575048 h 5143785"/>
              <a:gd name="connsiteX13097" fmla="*/ 2898553 w 3114960"/>
              <a:gd name="connsiteY13097" fmla="*/ 4574572 h 5143785"/>
              <a:gd name="connsiteX13098" fmla="*/ 2912840 w 3114960"/>
              <a:gd name="connsiteY13098" fmla="*/ 4569429 h 5143785"/>
              <a:gd name="connsiteX13099" fmla="*/ 2898553 w 3114960"/>
              <a:gd name="connsiteY13099" fmla="*/ 4564285 h 5143785"/>
              <a:gd name="connsiteX13100" fmla="*/ 2894934 w 3114960"/>
              <a:gd name="connsiteY13100" fmla="*/ 4563904 h 5143785"/>
              <a:gd name="connsiteX13101" fmla="*/ 2898553 w 3114960"/>
              <a:gd name="connsiteY13101" fmla="*/ 4563428 h 5143785"/>
              <a:gd name="connsiteX13102" fmla="*/ 2912840 w 3114960"/>
              <a:gd name="connsiteY13102" fmla="*/ 4558284 h 5143785"/>
              <a:gd name="connsiteX13103" fmla="*/ 2898553 w 3114960"/>
              <a:gd name="connsiteY13103" fmla="*/ 4553141 h 5143785"/>
              <a:gd name="connsiteX13104" fmla="*/ 2894934 w 3114960"/>
              <a:gd name="connsiteY13104" fmla="*/ 4552760 h 5143785"/>
              <a:gd name="connsiteX13105" fmla="*/ 2898553 w 3114960"/>
              <a:gd name="connsiteY13105" fmla="*/ 4552379 h 5143785"/>
              <a:gd name="connsiteX13106" fmla="*/ 2912840 w 3114960"/>
              <a:gd name="connsiteY13106" fmla="*/ 4547235 h 5143785"/>
              <a:gd name="connsiteX13107" fmla="*/ 2898553 w 3114960"/>
              <a:gd name="connsiteY13107" fmla="*/ 4542092 h 5143785"/>
              <a:gd name="connsiteX13108" fmla="*/ 2894934 w 3114960"/>
              <a:gd name="connsiteY13108" fmla="*/ 4541711 h 5143785"/>
              <a:gd name="connsiteX13109" fmla="*/ 2898553 w 3114960"/>
              <a:gd name="connsiteY13109" fmla="*/ 4541235 h 5143785"/>
              <a:gd name="connsiteX13110" fmla="*/ 2912840 w 3114960"/>
              <a:gd name="connsiteY13110" fmla="*/ 4536091 h 5143785"/>
              <a:gd name="connsiteX13111" fmla="*/ 2898553 w 3114960"/>
              <a:gd name="connsiteY13111" fmla="*/ 4530947 h 5143785"/>
              <a:gd name="connsiteX13112" fmla="*/ 2894934 w 3114960"/>
              <a:gd name="connsiteY13112" fmla="*/ 4530567 h 5143785"/>
              <a:gd name="connsiteX13113" fmla="*/ 2898553 w 3114960"/>
              <a:gd name="connsiteY13113" fmla="*/ 4530090 h 5143785"/>
              <a:gd name="connsiteX13114" fmla="*/ 2912840 w 3114960"/>
              <a:gd name="connsiteY13114" fmla="*/ 4524947 h 5143785"/>
              <a:gd name="connsiteX13115" fmla="*/ 2898553 w 3114960"/>
              <a:gd name="connsiteY13115" fmla="*/ 4519803 h 5143785"/>
              <a:gd name="connsiteX13116" fmla="*/ 2894934 w 3114960"/>
              <a:gd name="connsiteY13116" fmla="*/ 4519422 h 5143785"/>
              <a:gd name="connsiteX13117" fmla="*/ 2898553 w 3114960"/>
              <a:gd name="connsiteY13117" fmla="*/ 4519041 h 5143785"/>
              <a:gd name="connsiteX13118" fmla="*/ 2912840 w 3114960"/>
              <a:gd name="connsiteY13118" fmla="*/ 4513898 h 5143785"/>
              <a:gd name="connsiteX13119" fmla="*/ 2898553 w 3114960"/>
              <a:gd name="connsiteY13119" fmla="*/ 4508754 h 5143785"/>
              <a:gd name="connsiteX13120" fmla="*/ 2895029 w 3114960"/>
              <a:gd name="connsiteY13120" fmla="*/ 4508373 h 5143785"/>
              <a:gd name="connsiteX13121" fmla="*/ 2898553 w 3114960"/>
              <a:gd name="connsiteY13121" fmla="*/ 4507992 h 5143785"/>
              <a:gd name="connsiteX13122" fmla="*/ 2912840 w 3114960"/>
              <a:gd name="connsiteY13122" fmla="*/ 4502849 h 5143785"/>
              <a:gd name="connsiteX13123" fmla="*/ 2898553 w 3114960"/>
              <a:gd name="connsiteY13123" fmla="*/ 4497705 h 5143785"/>
              <a:gd name="connsiteX13124" fmla="*/ 2895029 w 3114960"/>
              <a:gd name="connsiteY13124" fmla="*/ 4497324 h 5143785"/>
              <a:gd name="connsiteX13125" fmla="*/ 2898553 w 3114960"/>
              <a:gd name="connsiteY13125" fmla="*/ 4496943 h 5143785"/>
              <a:gd name="connsiteX13126" fmla="*/ 2912840 w 3114960"/>
              <a:gd name="connsiteY13126" fmla="*/ 4491800 h 5143785"/>
              <a:gd name="connsiteX13127" fmla="*/ 2898553 w 3114960"/>
              <a:gd name="connsiteY13127" fmla="*/ 4486656 h 5143785"/>
              <a:gd name="connsiteX13128" fmla="*/ 2894838 w 3114960"/>
              <a:gd name="connsiteY13128" fmla="*/ 4486180 h 5143785"/>
              <a:gd name="connsiteX13129" fmla="*/ 2898553 w 3114960"/>
              <a:gd name="connsiteY13129" fmla="*/ 4485704 h 5143785"/>
              <a:gd name="connsiteX13130" fmla="*/ 2912840 w 3114960"/>
              <a:gd name="connsiteY13130" fmla="*/ 4480560 h 5143785"/>
              <a:gd name="connsiteX13131" fmla="*/ 2898553 w 3114960"/>
              <a:gd name="connsiteY13131" fmla="*/ 4475417 h 5143785"/>
              <a:gd name="connsiteX13132" fmla="*/ 2894934 w 3114960"/>
              <a:gd name="connsiteY13132" fmla="*/ 4475036 h 5143785"/>
              <a:gd name="connsiteX13133" fmla="*/ 2898553 w 3114960"/>
              <a:gd name="connsiteY13133" fmla="*/ 4474560 h 5143785"/>
              <a:gd name="connsiteX13134" fmla="*/ 2912840 w 3114960"/>
              <a:gd name="connsiteY13134" fmla="*/ 4469416 h 5143785"/>
              <a:gd name="connsiteX13135" fmla="*/ 2898553 w 3114960"/>
              <a:gd name="connsiteY13135" fmla="*/ 4464272 h 5143785"/>
              <a:gd name="connsiteX13136" fmla="*/ 2894838 w 3114960"/>
              <a:gd name="connsiteY13136" fmla="*/ 4463796 h 5143785"/>
              <a:gd name="connsiteX13137" fmla="*/ 2898553 w 3114960"/>
              <a:gd name="connsiteY13137" fmla="*/ 4463320 h 5143785"/>
              <a:gd name="connsiteX13138" fmla="*/ 2912840 w 3114960"/>
              <a:gd name="connsiteY13138" fmla="*/ 4458081 h 5143785"/>
              <a:gd name="connsiteX13139" fmla="*/ 2898553 w 3114960"/>
              <a:gd name="connsiteY13139" fmla="*/ 4452938 h 5143785"/>
              <a:gd name="connsiteX13140" fmla="*/ 2894838 w 3114960"/>
              <a:gd name="connsiteY13140" fmla="*/ 4452557 h 5143785"/>
              <a:gd name="connsiteX13141" fmla="*/ 2898553 w 3114960"/>
              <a:gd name="connsiteY13141" fmla="*/ 4452080 h 5143785"/>
              <a:gd name="connsiteX13142" fmla="*/ 2912840 w 3114960"/>
              <a:gd name="connsiteY13142" fmla="*/ 4446842 h 5143785"/>
              <a:gd name="connsiteX13143" fmla="*/ 2898553 w 3114960"/>
              <a:gd name="connsiteY13143" fmla="*/ 4441698 h 5143785"/>
              <a:gd name="connsiteX13144" fmla="*/ 2894838 w 3114960"/>
              <a:gd name="connsiteY13144" fmla="*/ 4441222 h 5143785"/>
              <a:gd name="connsiteX13145" fmla="*/ 2898553 w 3114960"/>
              <a:gd name="connsiteY13145" fmla="*/ 4440746 h 5143785"/>
              <a:gd name="connsiteX13146" fmla="*/ 2912840 w 3114960"/>
              <a:gd name="connsiteY13146" fmla="*/ 4435602 h 5143785"/>
              <a:gd name="connsiteX13147" fmla="*/ 2898553 w 3114960"/>
              <a:gd name="connsiteY13147" fmla="*/ 4430459 h 5143785"/>
              <a:gd name="connsiteX13148" fmla="*/ 2894838 w 3114960"/>
              <a:gd name="connsiteY13148" fmla="*/ 4429982 h 5143785"/>
              <a:gd name="connsiteX13149" fmla="*/ 2898553 w 3114960"/>
              <a:gd name="connsiteY13149" fmla="*/ 4429506 h 5143785"/>
              <a:gd name="connsiteX13150" fmla="*/ 2912840 w 3114960"/>
              <a:gd name="connsiteY13150" fmla="*/ 4424268 h 5143785"/>
              <a:gd name="connsiteX13151" fmla="*/ 2898553 w 3114960"/>
              <a:gd name="connsiteY13151" fmla="*/ 4419124 h 5143785"/>
              <a:gd name="connsiteX13152" fmla="*/ 2894743 w 3114960"/>
              <a:gd name="connsiteY13152" fmla="*/ 4418648 h 5143785"/>
              <a:gd name="connsiteX13153" fmla="*/ 2898553 w 3114960"/>
              <a:gd name="connsiteY13153" fmla="*/ 4418171 h 5143785"/>
              <a:gd name="connsiteX13154" fmla="*/ 2912840 w 3114960"/>
              <a:gd name="connsiteY13154" fmla="*/ 4412933 h 5143785"/>
              <a:gd name="connsiteX13155" fmla="*/ 2898553 w 3114960"/>
              <a:gd name="connsiteY13155" fmla="*/ 4407789 h 5143785"/>
              <a:gd name="connsiteX13156" fmla="*/ 2894648 w 3114960"/>
              <a:gd name="connsiteY13156" fmla="*/ 4407313 h 5143785"/>
              <a:gd name="connsiteX13157" fmla="*/ 2896172 w 3114960"/>
              <a:gd name="connsiteY13157" fmla="*/ 4407122 h 5143785"/>
              <a:gd name="connsiteX13158" fmla="*/ 2898934 w 3114960"/>
              <a:gd name="connsiteY13158" fmla="*/ 4407408 h 5143785"/>
              <a:gd name="connsiteX13159" fmla="*/ 2915888 w 3114960"/>
              <a:gd name="connsiteY13159" fmla="*/ 4390454 h 5143785"/>
              <a:gd name="connsiteX13160" fmla="*/ 2898934 w 3114960"/>
              <a:gd name="connsiteY13160" fmla="*/ 4373499 h 5143785"/>
              <a:gd name="connsiteX13161" fmla="*/ 2881979 w 3114960"/>
              <a:gd name="connsiteY13161" fmla="*/ 4390454 h 5143785"/>
              <a:gd name="connsiteX13162" fmla="*/ 2888361 w 3114960"/>
              <a:gd name="connsiteY13162" fmla="*/ 4403598 h 5143785"/>
              <a:gd name="connsiteX13163" fmla="*/ 2883694 w 3114960"/>
              <a:gd name="connsiteY13163" fmla="*/ 4407313 h 5143785"/>
              <a:gd name="connsiteX13164" fmla="*/ 2897981 w 3114960"/>
              <a:gd name="connsiteY13164" fmla="*/ 4412456 h 5143785"/>
              <a:gd name="connsiteX13165" fmla="*/ 2901792 w 3114960"/>
              <a:gd name="connsiteY13165" fmla="*/ 4412933 h 5143785"/>
              <a:gd name="connsiteX13166" fmla="*/ 2897886 w 3114960"/>
              <a:gd name="connsiteY13166" fmla="*/ 4413409 h 5143785"/>
              <a:gd name="connsiteX13167" fmla="*/ 2883599 w 3114960"/>
              <a:gd name="connsiteY13167" fmla="*/ 4418648 h 5143785"/>
              <a:gd name="connsiteX13168" fmla="*/ 2897886 w 3114960"/>
              <a:gd name="connsiteY13168" fmla="*/ 4423791 h 5143785"/>
              <a:gd name="connsiteX13169" fmla="*/ 2901601 w 3114960"/>
              <a:gd name="connsiteY13169" fmla="*/ 4424268 h 5143785"/>
              <a:gd name="connsiteX13170" fmla="*/ 2897886 w 3114960"/>
              <a:gd name="connsiteY13170" fmla="*/ 4424744 h 5143785"/>
              <a:gd name="connsiteX13171" fmla="*/ 2883599 w 3114960"/>
              <a:gd name="connsiteY13171" fmla="*/ 4429982 h 5143785"/>
              <a:gd name="connsiteX13172" fmla="*/ 2897886 w 3114960"/>
              <a:gd name="connsiteY13172" fmla="*/ 4435126 h 5143785"/>
              <a:gd name="connsiteX13173" fmla="*/ 2901601 w 3114960"/>
              <a:gd name="connsiteY13173" fmla="*/ 4435507 h 5143785"/>
              <a:gd name="connsiteX13174" fmla="*/ 2897886 w 3114960"/>
              <a:gd name="connsiteY13174" fmla="*/ 4435983 h 5143785"/>
              <a:gd name="connsiteX13175" fmla="*/ 2883599 w 3114960"/>
              <a:gd name="connsiteY13175" fmla="*/ 4441127 h 5143785"/>
              <a:gd name="connsiteX13176" fmla="*/ 2897886 w 3114960"/>
              <a:gd name="connsiteY13176" fmla="*/ 4446270 h 5143785"/>
              <a:gd name="connsiteX13177" fmla="*/ 2901601 w 3114960"/>
              <a:gd name="connsiteY13177" fmla="*/ 4446746 h 5143785"/>
              <a:gd name="connsiteX13178" fmla="*/ 2897886 w 3114960"/>
              <a:gd name="connsiteY13178" fmla="*/ 4447223 h 5143785"/>
              <a:gd name="connsiteX13179" fmla="*/ 2883599 w 3114960"/>
              <a:gd name="connsiteY13179" fmla="*/ 4452366 h 5143785"/>
              <a:gd name="connsiteX13180" fmla="*/ 2897886 w 3114960"/>
              <a:gd name="connsiteY13180" fmla="*/ 4457510 h 5143785"/>
              <a:gd name="connsiteX13181" fmla="*/ 2901601 w 3114960"/>
              <a:gd name="connsiteY13181" fmla="*/ 4457986 h 5143785"/>
              <a:gd name="connsiteX13182" fmla="*/ 2897886 w 3114960"/>
              <a:gd name="connsiteY13182" fmla="*/ 4458462 h 5143785"/>
              <a:gd name="connsiteX13183" fmla="*/ 2883599 w 3114960"/>
              <a:gd name="connsiteY13183" fmla="*/ 4463701 h 5143785"/>
              <a:gd name="connsiteX13184" fmla="*/ 2897886 w 3114960"/>
              <a:gd name="connsiteY13184" fmla="*/ 4468845 h 5143785"/>
              <a:gd name="connsiteX13185" fmla="*/ 2901505 w 3114960"/>
              <a:gd name="connsiteY13185" fmla="*/ 4469226 h 5143785"/>
              <a:gd name="connsiteX13186" fmla="*/ 2897886 w 3114960"/>
              <a:gd name="connsiteY13186" fmla="*/ 4469702 h 5143785"/>
              <a:gd name="connsiteX13187" fmla="*/ 2883599 w 3114960"/>
              <a:gd name="connsiteY13187" fmla="*/ 4474845 h 5143785"/>
              <a:gd name="connsiteX13188" fmla="*/ 2897886 w 3114960"/>
              <a:gd name="connsiteY13188" fmla="*/ 4479989 h 5143785"/>
              <a:gd name="connsiteX13189" fmla="*/ 2901601 w 3114960"/>
              <a:gd name="connsiteY13189" fmla="*/ 4480370 h 5143785"/>
              <a:gd name="connsiteX13190" fmla="*/ 2897886 w 3114960"/>
              <a:gd name="connsiteY13190" fmla="*/ 4480846 h 5143785"/>
              <a:gd name="connsiteX13191" fmla="*/ 2883599 w 3114960"/>
              <a:gd name="connsiteY13191" fmla="*/ 4485989 h 5143785"/>
              <a:gd name="connsiteX13192" fmla="*/ 2897886 w 3114960"/>
              <a:gd name="connsiteY13192" fmla="*/ 4491133 h 5143785"/>
              <a:gd name="connsiteX13193" fmla="*/ 2901505 w 3114960"/>
              <a:gd name="connsiteY13193" fmla="*/ 4491514 h 5143785"/>
              <a:gd name="connsiteX13194" fmla="*/ 2897886 w 3114960"/>
              <a:gd name="connsiteY13194" fmla="*/ 4491895 h 5143785"/>
              <a:gd name="connsiteX13195" fmla="*/ 2883599 w 3114960"/>
              <a:gd name="connsiteY13195" fmla="*/ 4497038 h 5143785"/>
              <a:gd name="connsiteX13196" fmla="*/ 2897886 w 3114960"/>
              <a:gd name="connsiteY13196" fmla="*/ 4502182 h 5143785"/>
              <a:gd name="connsiteX13197" fmla="*/ 2901410 w 3114960"/>
              <a:gd name="connsiteY13197" fmla="*/ 4502563 h 5143785"/>
              <a:gd name="connsiteX13198" fmla="*/ 2897886 w 3114960"/>
              <a:gd name="connsiteY13198" fmla="*/ 4502944 h 5143785"/>
              <a:gd name="connsiteX13199" fmla="*/ 2883599 w 3114960"/>
              <a:gd name="connsiteY13199" fmla="*/ 4508087 h 5143785"/>
              <a:gd name="connsiteX13200" fmla="*/ 2897886 w 3114960"/>
              <a:gd name="connsiteY13200" fmla="*/ 4513231 h 5143785"/>
              <a:gd name="connsiteX13201" fmla="*/ 2901410 w 3114960"/>
              <a:gd name="connsiteY13201" fmla="*/ 4513612 h 5143785"/>
              <a:gd name="connsiteX13202" fmla="*/ 2897886 w 3114960"/>
              <a:gd name="connsiteY13202" fmla="*/ 4513993 h 5143785"/>
              <a:gd name="connsiteX13203" fmla="*/ 2883599 w 3114960"/>
              <a:gd name="connsiteY13203" fmla="*/ 4519137 h 5143785"/>
              <a:gd name="connsiteX13204" fmla="*/ 2897886 w 3114960"/>
              <a:gd name="connsiteY13204" fmla="*/ 4524280 h 5143785"/>
              <a:gd name="connsiteX13205" fmla="*/ 2901505 w 3114960"/>
              <a:gd name="connsiteY13205" fmla="*/ 4524661 h 5143785"/>
              <a:gd name="connsiteX13206" fmla="*/ 2897886 w 3114960"/>
              <a:gd name="connsiteY13206" fmla="*/ 4525137 h 5143785"/>
              <a:gd name="connsiteX13207" fmla="*/ 2883599 w 3114960"/>
              <a:gd name="connsiteY13207" fmla="*/ 4530281 h 5143785"/>
              <a:gd name="connsiteX13208" fmla="*/ 2897886 w 3114960"/>
              <a:gd name="connsiteY13208" fmla="*/ 4535424 h 5143785"/>
              <a:gd name="connsiteX13209" fmla="*/ 2901505 w 3114960"/>
              <a:gd name="connsiteY13209" fmla="*/ 4535805 h 5143785"/>
              <a:gd name="connsiteX13210" fmla="*/ 2897886 w 3114960"/>
              <a:gd name="connsiteY13210" fmla="*/ 4536281 h 5143785"/>
              <a:gd name="connsiteX13211" fmla="*/ 2883599 w 3114960"/>
              <a:gd name="connsiteY13211" fmla="*/ 4541425 h 5143785"/>
              <a:gd name="connsiteX13212" fmla="*/ 2897886 w 3114960"/>
              <a:gd name="connsiteY13212" fmla="*/ 4546569 h 5143785"/>
              <a:gd name="connsiteX13213" fmla="*/ 2901505 w 3114960"/>
              <a:gd name="connsiteY13213" fmla="*/ 4546949 h 5143785"/>
              <a:gd name="connsiteX13214" fmla="*/ 2897886 w 3114960"/>
              <a:gd name="connsiteY13214" fmla="*/ 4547330 h 5143785"/>
              <a:gd name="connsiteX13215" fmla="*/ 2883599 w 3114960"/>
              <a:gd name="connsiteY13215" fmla="*/ 4552474 h 5143785"/>
              <a:gd name="connsiteX13216" fmla="*/ 2897886 w 3114960"/>
              <a:gd name="connsiteY13216" fmla="*/ 4557618 h 5143785"/>
              <a:gd name="connsiteX13217" fmla="*/ 2901505 w 3114960"/>
              <a:gd name="connsiteY13217" fmla="*/ 4558094 h 5143785"/>
              <a:gd name="connsiteX13218" fmla="*/ 2897886 w 3114960"/>
              <a:gd name="connsiteY13218" fmla="*/ 4558570 h 5143785"/>
              <a:gd name="connsiteX13219" fmla="*/ 2883599 w 3114960"/>
              <a:gd name="connsiteY13219" fmla="*/ 4563713 h 5143785"/>
              <a:gd name="connsiteX13220" fmla="*/ 2897886 w 3114960"/>
              <a:gd name="connsiteY13220" fmla="*/ 4568857 h 5143785"/>
              <a:gd name="connsiteX13221" fmla="*/ 2901505 w 3114960"/>
              <a:gd name="connsiteY13221" fmla="*/ 4569238 h 5143785"/>
              <a:gd name="connsiteX13222" fmla="*/ 2897886 w 3114960"/>
              <a:gd name="connsiteY13222" fmla="*/ 4569714 h 5143785"/>
              <a:gd name="connsiteX13223" fmla="*/ 2883599 w 3114960"/>
              <a:gd name="connsiteY13223" fmla="*/ 4574858 h 5143785"/>
              <a:gd name="connsiteX13224" fmla="*/ 2894457 w 3114960"/>
              <a:gd name="connsiteY13224" fmla="*/ 4579620 h 5143785"/>
              <a:gd name="connsiteX13225" fmla="*/ 2883218 w 3114960"/>
              <a:gd name="connsiteY13225" fmla="*/ 4579620 h 5143785"/>
              <a:gd name="connsiteX13226" fmla="*/ 2879598 w 3114960"/>
              <a:gd name="connsiteY13226" fmla="*/ 4583240 h 5143785"/>
              <a:gd name="connsiteX13227" fmla="*/ 2888837 w 3114960"/>
              <a:gd name="connsiteY13227" fmla="*/ 4390168 h 5143785"/>
              <a:gd name="connsiteX13228" fmla="*/ 2898648 w 3114960"/>
              <a:gd name="connsiteY13228" fmla="*/ 4380357 h 5143785"/>
              <a:gd name="connsiteX13229" fmla="*/ 2908459 w 3114960"/>
              <a:gd name="connsiteY13229" fmla="*/ 4390168 h 5143785"/>
              <a:gd name="connsiteX13230" fmla="*/ 2898648 w 3114960"/>
              <a:gd name="connsiteY13230" fmla="*/ 4399979 h 5143785"/>
              <a:gd name="connsiteX13231" fmla="*/ 2888837 w 3114960"/>
              <a:gd name="connsiteY13231" fmla="*/ 4390168 h 5143785"/>
              <a:gd name="connsiteX13232" fmla="*/ 2886837 w 3114960"/>
              <a:gd name="connsiteY13232" fmla="*/ 4586954 h 5143785"/>
              <a:gd name="connsiteX13233" fmla="*/ 2909221 w 3114960"/>
              <a:gd name="connsiteY13233" fmla="*/ 4586954 h 5143785"/>
              <a:gd name="connsiteX13234" fmla="*/ 2909221 w 3114960"/>
              <a:gd name="connsiteY13234" fmla="*/ 4592860 h 5143785"/>
              <a:gd name="connsiteX13235" fmla="*/ 2886837 w 3114960"/>
              <a:gd name="connsiteY13235" fmla="*/ 4592860 h 5143785"/>
              <a:gd name="connsiteX13236" fmla="*/ 2886837 w 3114960"/>
              <a:gd name="connsiteY13236" fmla="*/ 4586954 h 5143785"/>
              <a:gd name="connsiteX13237" fmla="*/ 22384 w 3114960"/>
              <a:gd name="connsiteY13237" fmla="*/ 166402 h 5143785"/>
              <a:gd name="connsiteX13238" fmla="*/ 22384 w 3114960"/>
              <a:gd name="connsiteY13238" fmla="*/ 155543 h 5143785"/>
              <a:gd name="connsiteX13239" fmla="*/ 23813 w 3114960"/>
              <a:gd name="connsiteY13239" fmla="*/ 154115 h 5143785"/>
              <a:gd name="connsiteX13240" fmla="*/ 34671 w 3114960"/>
              <a:gd name="connsiteY13240" fmla="*/ 154115 h 5143785"/>
              <a:gd name="connsiteX13241" fmla="*/ 36100 w 3114960"/>
              <a:gd name="connsiteY13241" fmla="*/ 155543 h 5143785"/>
              <a:gd name="connsiteX13242" fmla="*/ 36100 w 3114960"/>
              <a:gd name="connsiteY13242" fmla="*/ 166402 h 5143785"/>
              <a:gd name="connsiteX13243" fmla="*/ 34671 w 3114960"/>
              <a:gd name="connsiteY13243" fmla="*/ 167831 h 5143785"/>
              <a:gd name="connsiteX13244" fmla="*/ 23813 w 3114960"/>
              <a:gd name="connsiteY13244" fmla="*/ 167831 h 5143785"/>
              <a:gd name="connsiteX13245" fmla="*/ 22384 w 3114960"/>
              <a:gd name="connsiteY13245" fmla="*/ 166402 h 5143785"/>
              <a:gd name="connsiteX13246" fmla="*/ 612172 w 3114960"/>
              <a:gd name="connsiteY13246" fmla="*/ 2068354 h 5143785"/>
              <a:gd name="connsiteX13247" fmla="*/ 619316 w 3114960"/>
              <a:gd name="connsiteY13247" fmla="*/ 2068354 h 5143785"/>
              <a:gd name="connsiteX13248" fmla="*/ 619316 w 3114960"/>
              <a:gd name="connsiteY13248" fmla="*/ 2076831 h 5143785"/>
              <a:gd name="connsiteX13249" fmla="*/ 612172 w 3114960"/>
              <a:gd name="connsiteY13249" fmla="*/ 2076831 h 5143785"/>
              <a:gd name="connsiteX13250" fmla="*/ 612172 w 3114960"/>
              <a:gd name="connsiteY13250" fmla="*/ 2068354 h 5143785"/>
              <a:gd name="connsiteX13251" fmla="*/ 45244 w 3114960"/>
              <a:gd name="connsiteY13251" fmla="*/ 25813 h 5143785"/>
              <a:gd name="connsiteX13252" fmla="*/ 41053 w 3114960"/>
              <a:gd name="connsiteY13252" fmla="*/ 26765 h 5143785"/>
              <a:gd name="connsiteX13253" fmla="*/ 20479 w 3114960"/>
              <a:gd name="connsiteY13253" fmla="*/ 10192 h 5143785"/>
              <a:gd name="connsiteX13254" fmla="*/ 95 w 3114960"/>
              <a:gd name="connsiteY13254" fmla="*/ 10192 h 5143785"/>
              <a:gd name="connsiteX13255" fmla="*/ 95 w 3114960"/>
              <a:gd name="connsiteY13255" fmla="*/ 19717 h 5143785"/>
              <a:gd name="connsiteX13256" fmla="*/ 17145 w 3114960"/>
              <a:gd name="connsiteY13256" fmla="*/ 19717 h 5143785"/>
              <a:gd name="connsiteX13257" fmla="*/ 35243 w 3114960"/>
              <a:gd name="connsiteY13257" fmla="*/ 34290 h 5143785"/>
              <a:gd name="connsiteX13258" fmla="*/ 34862 w 3114960"/>
              <a:gd name="connsiteY13258" fmla="*/ 36195 h 5143785"/>
              <a:gd name="connsiteX13259" fmla="*/ 45244 w 3114960"/>
              <a:gd name="connsiteY13259" fmla="*/ 46577 h 5143785"/>
              <a:gd name="connsiteX13260" fmla="*/ 55626 w 3114960"/>
              <a:gd name="connsiteY13260" fmla="*/ 36195 h 5143785"/>
              <a:gd name="connsiteX13261" fmla="*/ 45244 w 3114960"/>
              <a:gd name="connsiteY13261" fmla="*/ 25813 h 5143785"/>
              <a:gd name="connsiteX13262" fmla="*/ 45244 w 3114960"/>
              <a:gd name="connsiteY13262" fmla="*/ 41910 h 5143785"/>
              <a:gd name="connsiteX13263" fmla="*/ 39624 w 3114960"/>
              <a:gd name="connsiteY13263" fmla="*/ 36290 h 5143785"/>
              <a:gd name="connsiteX13264" fmla="*/ 45244 w 3114960"/>
              <a:gd name="connsiteY13264" fmla="*/ 30671 h 5143785"/>
              <a:gd name="connsiteX13265" fmla="*/ 50864 w 3114960"/>
              <a:gd name="connsiteY13265" fmla="*/ 36290 h 5143785"/>
              <a:gd name="connsiteX13266" fmla="*/ 45244 w 3114960"/>
              <a:gd name="connsiteY13266" fmla="*/ 41910 h 5143785"/>
              <a:gd name="connsiteX13267" fmla="*/ 2930557 w 3114960"/>
              <a:gd name="connsiteY13267" fmla="*/ 4251103 h 5143785"/>
              <a:gd name="connsiteX13268" fmla="*/ 2942082 w 3114960"/>
              <a:gd name="connsiteY13268" fmla="*/ 4239578 h 5143785"/>
              <a:gd name="connsiteX13269" fmla="*/ 2942082 w 3114960"/>
              <a:gd name="connsiteY13269" fmla="*/ 4188238 h 5143785"/>
              <a:gd name="connsiteX13270" fmla="*/ 2930557 w 3114960"/>
              <a:gd name="connsiteY13270" fmla="*/ 4176713 h 5143785"/>
              <a:gd name="connsiteX13271" fmla="*/ 2916555 w 3114960"/>
              <a:gd name="connsiteY13271" fmla="*/ 4176713 h 5143785"/>
              <a:gd name="connsiteX13272" fmla="*/ 2905030 w 3114960"/>
              <a:gd name="connsiteY13272" fmla="*/ 4188238 h 5143785"/>
              <a:gd name="connsiteX13273" fmla="*/ 2905030 w 3114960"/>
              <a:gd name="connsiteY13273" fmla="*/ 4239578 h 5143785"/>
              <a:gd name="connsiteX13274" fmla="*/ 2916555 w 3114960"/>
              <a:gd name="connsiteY13274" fmla="*/ 4251103 h 5143785"/>
              <a:gd name="connsiteX13275" fmla="*/ 2919984 w 3114960"/>
              <a:gd name="connsiteY13275" fmla="*/ 4251103 h 5143785"/>
              <a:gd name="connsiteX13276" fmla="*/ 2919984 w 3114960"/>
              <a:gd name="connsiteY13276" fmla="*/ 4290727 h 5143785"/>
              <a:gd name="connsiteX13277" fmla="*/ 2881884 w 3114960"/>
              <a:gd name="connsiteY13277" fmla="*/ 4290727 h 5143785"/>
              <a:gd name="connsiteX13278" fmla="*/ 2879408 w 3114960"/>
              <a:gd name="connsiteY13278" fmla="*/ 4291775 h 5143785"/>
              <a:gd name="connsiteX13279" fmla="*/ 2838260 w 3114960"/>
              <a:gd name="connsiteY13279" fmla="*/ 4332351 h 5143785"/>
              <a:gd name="connsiteX13280" fmla="*/ 2831687 w 3114960"/>
              <a:gd name="connsiteY13280" fmla="*/ 4330256 h 5143785"/>
              <a:gd name="connsiteX13281" fmla="*/ 2818638 w 3114960"/>
              <a:gd name="connsiteY13281" fmla="*/ 4343305 h 5143785"/>
              <a:gd name="connsiteX13282" fmla="*/ 2831687 w 3114960"/>
              <a:gd name="connsiteY13282" fmla="*/ 4356354 h 5143785"/>
              <a:gd name="connsiteX13283" fmla="*/ 2844737 w 3114960"/>
              <a:gd name="connsiteY13283" fmla="*/ 4343305 h 5143785"/>
              <a:gd name="connsiteX13284" fmla="*/ 2843213 w 3114960"/>
              <a:gd name="connsiteY13284" fmla="*/ 4337495 h 5143785"/>
              <a:gd name="connsiteX13285" fmla="*/ 2883408 w 3114960"/>
              <a:gd name="connsiteY13285" fmla="*/ 4297871 h 5143785"/>
              <a:gd name="connsiteX13286" fmla="*/ 2920079 w 3114960"/>
              <a:gd name="connsiteY13286" fmla="*/ 4297871 h 5143785"/>
              <a:gd name="connsiteX13287" fmla="*/ 2920079 w 3114960"/>
              <a:gd name="connsiteY13287" fmla="*/ 4331875 h 5143785"/>
              <a:gd name="connsiteX13288" fmla="*/ 2914650 w 3114960"/>
              <a:gd name="connsiteY13288" fmla="*/ 4331875 h 5143785"/>
              <a:gd name="connsiteX13289" fmla="*/ 2912269 w 3114960"/>
              <a:gd name="connsiteY13289" fmla="*/ 4334256 h 5143785"/>
              <a:gd name="connsiteX13290" fmla="*/ 2912269 w 3114960"/>
              <a:gd name="connsiteY13290" fmla="*/ 4352259 h 5143785"/>
              <a:gd name="connsiteX13291" fmla="*/ 2914650 w 3114960"/>
              <a:gd name="connsiteY13291" fmla="*/ 4354640 h 5143785"/>
              <a:gd name="connsiteX13292" fmla="*/ 2932652 w 3114960"/>
              <a:gd name="connsiteY13292" fmla="*/ 4354640 h 5143785"/>
              <a:gd name="connsiteX13293" fmla="*/ 2935034 w 3114960"/>
              <a:gd name="connsiteY13293" fmla="*/ 4352259 h 5143785"/>
              <a:gd name="connsiteX13294" fmla="*/ 2935034 w 3114960"/>
              <a:gd name="connsiteY13294" fmla="*/ 4334256 h 5143785"/>
              <a:gd name="connsiteX13295" fmla="*/ 2932652 w 3114960"/>
              <a:gd name="connsiteY13295" fmla="*/ 4331875 h 5143785"/>
              <a:gd name="connsiteX13296" fmla="*/ 2927223 w 3114960"/>
              <a:gd name="connsiteY13296" fmla="*/ 4331875 h 5143785"/>
              <a:gd name="connsiteX13297" fmla="*/ 2927223 w 3114960"/>
              <a:gd name="connsiteY13297" fmla="*/ 4251008 h 5143785"/>
              <a:gd name="connsiteX13298" fmla="*/ 2930652 w 3114960"/>
              <a:gd name="connsiteY13298" fmla="*/ 4251008 h 5143785"/>
              <a:gd name="connsiteX13299" fmla="*/ 2831687 w 3114960"/>
              <a:gd name="connsiteY13299" fmla="*/ 4351592 h 5143785"/>
              <a:gd name="connsiteX13300" fmla="*/ 2823401 w 3114960"/>
              <a:gd name="connsiteY13300" fmla="*/ 4343305 h 5143785"/>
              <a:gd name="connsiteX13301" fmla="*/ 2831687 w 3114960"/>
              <a:gd name="connsiteY13301" fmla="*/ 4335018 h 5143785"/>
              <a:gd name="connsiteX13302" fmla="*/ 2837593 w 3114960"/>
              <a:gd name="connsiteY13302" fmla="*/ 4337399 h 5143785"/>
              <a:gd name="connsiteX13303" fmla="*/ 2840069 w 3114960"/>
              <a:gd name="connsiteY13303" fmla="*/ 4343305 h 5143785"/>
              <a:gd name="connsiteX13304" fmla="*/ 2831783 w 3114960"/>
              <a:gd name="connsiteY13304" fmla="*/ 4351592 h 5143785"/>
              <a:gd name="connsiteX13305" fmla="*/ 2912269 w 3114960"/>
              <a:gd name="connsiteY13305" fmla="*/ 4188333 h 5143785"/>
              <a:gd name="connsiteX13306" fmla="*/ 2916650 w 3114960"/>
              <a:gd name="connsiteY13306" fmla="*/ 4183952 h 5143785"/>
              <a:gd name="connsiteX13307" fmla="*/ 2930652 w 3114960"/>
              <a:gd name="connsiteY13307" fmla="*/ 4183952 h 5143785"/>
              <a:gd name="connsiteX13308" fmla="*/ 2935034 w 3114960"/>
              <a:gd name="connsiteY13308" fmla="*/ 4188333 h 5143785"/>
              <a:gd name="connsiteX13309" fmla="*/ 2935034 w 3114960"/>
              <a:gd name="connsiteY13309" fmla="*/ 4200049 h 5143785"/>
              <a:gd name="connsiteX13310" fmla="*/ 2912364 w 3114960"/>
              <a:gd name="connsiteY13310" fmla="*/ 4200049 h 5143785"/>
              <a:gd name="connsiteX13311" fmla="*/ 2912364 w 3114960"/>
              <a:gd name="connsiteY13311" fmla="*/ 4188333 h 5143785"/>
              <a:gd name="connsiteX13312" fmla="*/ 2930271 w 3114960"/>
              <a:gd name="connsiteY13312" fmla="*/ 4336733 h 5143785"/>
              <a:gd name="connsiteX13313" fmla="*/ 2930271 w 3114960"/>
              <a:gd name="connsiteY13313" fmla="*/ 4349972 h 5143785"/>
              <a:gd name="connsiteX13314" fmla="*/ 2917031 w 3114960"/>
              <a:gd name="connsiteY13314" fmla="*/ 4349972 h 5143785"/>
              <a:gd name="connsiteX13315" fmla="*/ 2917031 w 3114960"/>
              <a:gd name="connsiteY13315" fmla="*/ 4336733 h 5143785"/>
              <a:gd name="connsiteX13316" fmla="*/ 2930271 w 3114960"/>
              <a:gd name="connsiteY13316" fmla="*/ 4336733 h 5143785"/>
              <a:gd name="connsiteX13317" fmla="*/ 2920079 w 3114960"/>
              <a:gd name="connsiteY13317" fmla="*/ 4243959 h 5143785"/>
              <a:gd name="connsiteX13318" fmla="*/ 2916650 w 3114960"/>
              <a:gd name="connsiteY13318" fmla="*/ 4243959 h 5143785"/>
              <a:gd name="connsiteX13319" fmla="*/ 2912269 w 3114960"/>
              <a:gd name="connsiteY13319" fmla="*/ 4239578 h 5143785"/>
              <a:gd name="connsiteX13320" fmla="*/ 2912269 w 3114960"/>
              <a:gd name="connsiteY13320" fmla="*/ 4230624 h 5143785"/>
              <a:gd name="connsiteX13321" fmla="*/ 2934938 w 3114960"/>
              <a:gd name="connsiteY13321" fmla="*/ 4230624 h 5143785"/>
              <a:gd name="connsiteX13322" fmla="*/ 2934938 w 3114960"/>
              <a:gd name="connsiteY13322" fmla="*/ 4239578 h 5143785"/>
              <a:gd name="connsiteX13323" fmla="*/ 2930557 w 3114960"/>
              <a:gd name="connsiteY13323" fmla="*/ 4243959 h 5143785"/>
              <a:gd name="connsiteX13324" fmla="*/ 2919984 w 3114960"/>
              <a:gd name="connsiteY13324" fmla="*/ 4243959 h 5143785"/>
              <a:gd name="connsiteX13325" fmla="*/ 2922365 w 3114960"/>
              <a:gd name="connsiteY13325" fmla="*/ 4992815 h 5143785"/>
              <a:gd name="connsiteX13326" fmla="*/ 2885123 w 3114960"/>
              <a:gd name="connsiteY13326" fmla="*/ 4992815 h 5143785"/>
              <a:gd name="connsiteX13327" fmla="*/ 2876741 w 3114960"/>
              <a:gd name="connsiteY13327" fmla="*/ 5001197 h 5143785"/>
              <a:gd name="connsiteX13328" fmla="*/ 2876741 w 3114960"/>
              <a:gd name="connsiteY13328" fmla="*/ 5011388 h 5143785"/>
              <a:gd name="connsiteX13329" fmla="*/ 2885123 w 3114960"/>
              <a:gd name="connsiteY13329" fmla="*/ 5019770 h 5143785"/>
              <a:gd name="connsiteX13330" fmla="*/ 2922365 w 3114960"/>
              <a:gd name="connsiteY13330" fmla="*/ 5019770 h 5143785"/>
              <a:gd name="connsiteX13331" fmla="*/ 2930747 w 3114960"/>
              <a:gd name="connsiteY13331" fmla="*/ 5011388 h 5143785"/>
              <a:gd name="connsiteX13332" fmla="*/ 2930747 w 3114960"/>
              <a:gd name="connsiteY13332" fmla="*/ 5001197 h 5143785"/>
              <a:gd name="connsiteX13333" fmla="*/ 2922365 w 3114960"/>
              <a:gd name="connsiteY13333" fmla="*/ 4992815 h 5143785"/>
              <a:gd name="connsiteX13334" fmla="*/ 2891600 w 3114960"/>
              <a:gd name="connsiteY13334" fmla="*/ 5014437 h 5143785"/>
              <a:gd name="connsiteX13335" fmla="*/ 2885123 w 3114960"/>
              <a:gd name="connsiteY13335" fmla="*/ 5014437 h 5143785"/>
              <a:gd name="connsiteX13336" fmla="*/ 2881979 w 3114960"/>
              <a:gd name="connsiteY13336" fmla="*/ 5011293 h 5143785"/>
              <a:gd name="connsiteX13337" fmla="*/ 2881979 w 3114960"/>
              <a:gd name="connsiteY13337" fmla="*/ 5001101 h 5143785"/>
              <a:gd name="connsiteX13338" fmla="*/ 2885123 w 3114960"/>
              <a:gd name="connsiteY13338" fmla="*/ 4997958 h 5143785"/>
              <a:gd name="connsiteX13339" fmla="*/ 2891600 w 3114960"/>
              <a:gd name="connsiteY13339" fmla="*/ 4997958 h 5143785"/>
              <a:gd name="connsiteX13340" fmla="*/ 2891600 w 3114960"/>
              <a:gd name="connsiteY13340" fmla="*/ 5014437 h 5143785"/>
              <a:gd name="connsiteX13341" fmla="*/ 2925509 w 3114960"/>
              <a:gd name="connsiteY13341" fmla="*/ 5011293 h 5143785"/>
              <a:gd name="connsiteX13342" fmla="*/ 2922365 w 3114960"/>
              <a:gd name="connsiteY13342" fmla="*/ 5014437 h 5143785"/>
              <a:gd name="connsiteX13343" fmla="*/ 2913888 w 3114960"/>
              <a:gd name="connsiteY13343" fmla="*/ 5014437 h 5143785"/>
              <a:gd name="connsiteX13344" fmla="*/ 2913888 w 3114960"/>
              <a:gd name="connsiteY13344" fmla="*/ 4997958 h 5143785"/>
              <a:gd name="connsiteX13345" fmla="*/ 2922365 w 3114960"/>
              <a:gd name="connsiteY13345" fmla="*/ 4997958 h 5143785"/>
              <a:gd name="connsiteX13346" fmla="*/ 2925509 w 3114960"/>
              <a:gd name="connsiteY13346" fmla="*/ 5001101 h 5143785"/>
              <a:gd name="connsiteX13347" fmla="*/ 2925509 w 3114960"/>
              <a:gd name="connsiteY13347" fmla="*/ 5011293 h 5143785"/>
              <a:gd name="connsiteX13348" fmla="*/ 100298 w 3114960"/>
              <a:gd name="connsiteY13348" fmla="*/ 3689413 h 5143785"/>
              <a:gd name="connsiteX13349" fmla="*/ 107347 w 3114960"/>
              <a:gd name="connsiteY13349" fmla="*/ 3682365 h 5143785"/>
              <a:gd name="connsiteX13350" fmla="*/ 114395 w 3114960"/>
              <a:gd name="connsiteY13350" fmla="*/ 3689413 h 5143785"/>
              <a:gd name="connsiteX13351" fmla="*/ 107347 w 3114960"/>
              <a:gd name="connsiteY13351" fmla="*/ 3696462 h 5143785"/>
              <a:gd name="connsiteX13352" fmla="*/ 100298 w 3114960"/>
              <a:gd name="connsiteY13352" fmla="*/ 3689413 h 5143785"/>
              <a:gd name="connsiteX13353" fmla="*/ 2930747 w 3114960"/>
              <a:gd name="connsiteY13353" fmla="*/ 4961287 h 5143785"/>
              <a:gd name="connsiteX13354" fmla="*/ 2922365 w 3114960"/>
              <a:gd name="connsiteY13354" fmla="*/ 4952905 h 5143785"/>
              <a:gd name="connsiteX13355" fmla="*/ 2885123 w 3114960"/>
              <a:gd name="connsiteY13355" fmla="*/ 4952905 h 5143785"/>
              <a:gd name="connsiteX13356" fmla="*/ 2876741 w 3114960"/>
              <a:gd name="connsiteY13356" fmla="*/ 4961287 h 5143785"/>
              <a:gd name="connsiteX13357" fmla="*/ 2876741 w 3114960"/>
              <a:gd name="connsiteY13357" fmla="*/ 4971479 h 5143785"/>
              <a:gd name="connsiteX13358" fmla="*/ 2885123 w 3114960"/>
              <a:gd name="connsiteY13358" fmla="*/ 4979861 h 5143785"/>
              <a:gd name="connsiteX13359" fmla="*/ 2922365 w 3114960"/>
              <a:gd name="connsiteY13359" fmla="*/ 4979861 h 5143785"/>
              <a:gd name="connsiteX13360" fmla="*/ 2930747 w 3114960"/>
              <a:gd name="connsiteY13360" fmla="*/ 4971479 h 5143785"/>
              <a:gd name="connsiteX13361" fmla="*/ 2930747 w 3114960"/>
              <a:gd name="connsiteY13361" fmla="*/ 4961287 h 5143785"/>
              <a:gd name="connsiteX13362" fmla="*/ 2891600 w 3114960"/>
              <a:gd name="connsiteY13362" fmla="*/ 4974622 h 5143785"/>
              <a:gd name="connsiteX13363" fmla="*/ 2885123 w 3114960"/>
              <a:gd name="connsiteY13363" fmla="*/ 4974622 h 5143785"/>
              <a:gd name="connsiteX13364" fmla="*/ 2881979 w 3114960"/>
              <a:gd name="connsiteY13364" fmla="*/ 4971479 h 5143785"/>
              <a:gd name="connsiteX13365" fmla="*/ 2881979 w 3114960"/>
              <a:gd name="connsiteY13365" fmla="*/ 4961287 h 5143785"/>
              <a:gd name="connsiteX13366" fmla="*/ 2885123 w 3114960"/>
              <a:gd name="connsiteY13366" fmla="*/ 4958144 h 5143785"/>
              <a:gd name="connsiteX13367" fmla="*/ 2891600 w 3114960"/>
              <a:gd name="connsiteY13367" fmla="*/ 4958144 h 5143785"/>
              <a:gd name="connsiteX13368" fmla="*/ 2891600 w 3114960"/>
              <a:gd name="connsiteY13368" fmla="*/ 4974622 h 5143785"/>
              <a:gd name="connsiteX13369" fmla="*/ 2925509 w 3114960"/>
              <a:gd name="connsiteY13369" fmla="*/ 4971479 h 5143785"/>
              <a:gd name="connsiteX13370" fmla="*/ 2922365 w 3114960"/>
              <a:gd name="connsiteY13370" fmla="*/ 4974622 h 5143785"/>
              <a:gd name="connsiteX13371" fmla="*/ 2913888 w 3114960"/>
              <a:gd name="connsiteY13371" fmla="*/ 4974622 h 5143785"/>
              <a:gd name="connsiteX13372" fmla="*/ 2913888 w 3114960"/>
              <a:gd name="connsiteY13372" fmla="*/ 4958144 h 5143785"/>
              <a:gd name="connsiteX13373" fmla="*/ 2922365 w 3114960"/>
              <a:gd name="connsiteY13373" fmla="*/ 4958144 h 5143785"/>
              <a:gd name="connsiteX13374" fmla="*/ 2925509 w 3114960"/>
              <a:gd name="connsiteY13374" fmla="*/ 4961287 h 5143785"/>
              <a:gd name="connsiteX13375" fmla="*/ 2925509 w 3114960"/>
              <a:gd name="connsiteY13375" fmla="*/ 4971479 h 5143785"/>
              <a:gd name="connsiteX13376" fmla="*/ 471202 w 3114960"/>
              <a:gd name="connsiteY13376" fmla="*/ 2176272 h 5143785"/>
              <a:gd name="connsiteX13377" fmla="*/ 464344 w 3114960"/>
              <a:gd name="connsiteY13377" fmla="*/ 2183321 h 5143785"/>
              <a:gd name="connsiteX13378" fmla="*/ 460915 w 3114960"/>
              <a:gd name="connsiteY13378" fmla="*/ 2179987 h 5143785"/>
              <a:gd name="connsiteX13379" fmla="*/ 467773 w 3114960"/>
              <a:gd name="connsiteY13379" fmla="*/ 2172938 h 5143785"/>
              <a:gd name="connsiteX13380" fmla="*/ 471202 w 3114960"/>
              <a:gd name="connsiteY13380" fmla="*/ 2176272 h 5143785"/>
              <a:gd name="connsiteX13381" fmla="*/ 49149 w 3114960"/>
              <a:gd name="connsiteY13381" fmla="*/ 66866 h 5143785"/>
              <a:gd name="connsiteX13382" fmla="*/ 39243 w 3114960"/>
              <a:gd name="connsiteY13382" fmla="*/ 74867 h 5143785"/>
              <a:gd name="connsiteX13383" fmla="*/ 95 w 3114960"/>
              <a:gd name="connsiteY13383" fmla="*/ 74867 h 5143785"/>
              <a:gd name="connsiteX13384" fmla="*/ 95 w 3114960"/>
              <a:gd name="connsiteY13384" fmla="*/ 80486 h 5143785"/>
              <a:gd name="connsiteX13385" fmla="*/ 1048 w 3114960"/>
              <a:gd name="connsiteY13385" fmla="*/ 79629 h 5143785"/>
              <a:gd name="connsiteX13386" fmla="*/ 39243 w 3114960"/>
              <a:gd name="connsiteY13386" fmla="*/ 79629 h 5143785"/>
              <a:gd name="connsiteX13387" fmla="*/ 49149 w 3114960"/>
              <a:gd name="connsiteY13387" fmla="*/ 87630 h 5143785"/>
              <a:gd name="connsiteX13388" fmla="*/ 59531 w 3114960"/>
              <a:gd name="connsiteY13388" fmla="*/ 77248 h 5143785"/>
              <a:gd name="connsiteX13389" fmla="*/ 49149 w 3114960"/>
              <a:gd name="connsiteY13389" fmla="*/ 66866 h 5143785"/>
              <a:gd name="connsiteX13390" fmla="*/ 49149 w 3114960"/>
              <a:gd name="connsiteY13390" fmla="*/ 82963 h 5143785"/>
              <a:gd name="connsiteX13391" fmla="*/ 43529 w 3114960"/>
              <a:gd name="connsiteY13391" fmla="*/ 77343 h 5143785"/>
              <a:gd name="connsiteX13392" fmla="*/ 49149 w 3114960"/>
              <a:gd name="connsiteY13392" fmla="*/ 71723 h 5143785"/>
              <a:gd name="connsiteX13393" fmla="*/ 54769 w 3114960"/>
              <a:gd name="connsiteY13393" fmla="*/ 77343 h 5143785"/>
              <a:gd name="connsiteX13394" fmla="*/ 49149 w 3114960"/>
              <a:gd name="connsiteY13394" fmla="*/ 82963 h 5143785"/>
              <a:gd name="connsiteX13395" fmla="*/ 648938 w 3114960"/>
              <a:gd name="connsiteY13395" fmla="*/ 2160556 h 5143785"/>
              <a:gd name="connsiteX13396" fmla="*/ 656273 w 3114960"/>
              <a:gd name="connsiteY13396" fmla="*/ 2167604 h 5143785"/>
              <a:gd name="connsiteX13397" fmla="*/ 651320 w 3114960"/>
              <a:gd name="connsiteY13397" fmla="*/ 2172748 h 5143785"/>
              <a:gd name="connsiteX13398" fmla="*/ 647033 w 3114960"/>
              <a:gd name="connsiteY13398" fmla="*/ 2168652 h 5143785"/>
              <a:gd name="connsiteX13399" fmla="*/ 643890 w 3114960"/>
              <a:gd name="connsiteY13399" fmla="*/ 2171891 h 5143785"/>
              <a:gd name="connsiteX13400" fmla="*/ 640461 w 3114960"/>
              <a:gd name="connsiteY13400" fmla="*/ 2168557 h 5143785"/>
              <a:gd name="connsiteX13401" fmla="*/ 643795 w 3114960"/>
              <a:gd name="connsiteY13401" fmla="*/ 2165128 h 5143785"/>
              <a:gd name="connsiteX13402" fmla="*/ 644176 w 3114960"/>
              <a:gd name="connsiteY13402" fmla="*/ 2165509 h 5143785"/>
              <a:gd name="connsiteX13403" fmla="*/ 648938 w 3114960"/>
              <a:gd name="connsiteY13403" fmla="*/ 2160556 h 5143785"/>
              <a:gd name="connsiteX13404" fmla="*/ 1304830 w 3114960"/>
              <a:gd name="connsiteY13404" fmla="*/ 4186333 h 5143785"/>
              <a:gd name="connsiteX13405" fmla="*/ 1318070 w 3114960"/>
              <a:gd name="connsiteY13405" fmla="*/ 4187952 h 5143785"/>
              <a:gd name="connsiteX13406" fmla="*/ 1319689 w 3114960"/>
              <a:gd name="connsiteY13406" fmla="*/ 4174712 h 5143785"/>
              <a:gd name="connsiteX13407" fmla="*/ 1309021 w 3114960"/>
              <a:gd name="connsiteY13407" fmla="*/ 4171760 h 5143785"/>
              <a:gd name="connsiteX13408" fmla="*/ 1266444 w 3114960"/>
              <a:gd name="connsiteY13408" fmla="*/ 4124992 h 5143785"/>
              <a:gd name="connsiteX13409" fmla="*/ 1156621 w 3114960"/>
              <a:gd name="connsiteY13409" fmla="*/ 4124992 h 5143785"/>
              <a:gd name="connsiteX13410" fmla="*/ 1128903 w 3114960"/>
              <a:gd name="connsiteY13410" fmla="*/ 4100513 h 5143785"/>
              <a:gd name="connsiteX13411" fmla="*/ 1131475 w 3114960"/>
              <a:gd name="connsiteY13411" fmla="*/ 4096607 h 5143785"/>
              <a:gd name="connsiteX13412" fmla="*/ 1123664 w 3114960"/>
              <a:gd name="connsiteY13412" fmla="*/ 4077557 h 5143785"/>
              <a:gd name="connsiteX13413" fmla="*/ 1120426 w 3114960"/>
              <a:gd name="connsiteY13413" fmla="*/ 4076700 h 5143785"/>
              <a:gd name="connsiteX13414" fmla="*/ 1120426 w 3114960"/>
              <a:gd name="connsiteY13414" fmla="*/ 3994499 h 5143785"/>
              <a:gd name="connsiteX13415" fmla="*/ 1145286 w 3114960"/>
              <a:gd name="connsiteY13415" fmla="*/ 3968687 h 5143785"/>
              <a:gd name="connsiteX13416" fmla="*/ 1145286 w 3114960"/>
              <a:gd name="connsiteY13416" fmla="*/ 3830098 h 5143785"/>
              <a:gd name="connsiteX13417" fmla="*/ 1146905 w 3114960"/>
              <a:gd name="connsiteY13417" fmla="*/ 3830098 h 5143785"/>
              <a:gd name="connsiteX13418" fmla="*/ 1149287 w 3114960"/>
              <a:gd name="connsiteY13418" fmla="*/ 3827717 h 5143785"/>
              <a:gd name="connsiteX13419" fmla="*/ 1149287 w 3114960"/>
              <a:gd name="connsiteY13419" fmla="*/ 3809524 h 5143785"/>
              <a:gd name="connsiteX13420" fmla="*/ 1146905 w 3114960"/>
              <a:gd name="connsiteY13420" fmla="*/ 3807143 h 5143785"/>
              <a:gd name="connsiteX13421" fmla="*/ 1138904 w 3114960"/>
              <a:gd name="connsiteY13421" fmla="*/ 3807143 h 5143785"/>
              <a:gd name="connsiteX13422" fmla="*/ 1136523 w 3114960"/>
              <a:gd name="connsiteY13422" fmla="*/ 3809524 h 5143785"/>
              <a:gd name="connsiteX13423" fmla="*/ 1136523 w 3114960"/>
              <a:gd name="connsiteY13423" fmla="*/ 3827717 h 5143785"/>
              <a:gd name="connsiteX13424" fmla="*/ 1138904 w 3114960"/>
              <a:gd name="connsiteY13424" fmla="*/ 3830098 h 5143785"/>
              <a:gd name="connsiteX13425" fmla="*/ 1140524 w 3114960"/>
              <a:gd name="connsiteY13425" fmla="*/ 3830098 h 5143785"/>
              <a:gd name="connsiteX13426" fmla="*/ 1140524 w 3114960"/>
              <a:gd name="connsiteY13426" fmla="*/ 3966782 h 5143785"/>
              <a:gd name="connsiteX13427" fmla="*/ 1115663 w 3114960"/>
              <a:gd name="connsiteY13427" fmla="*/ 3992594 h 5143785"/>
              <a:gd name="connsiteX13428" fmla="*/ 1115663 w 3114960"/>
              <a:gd name="connsiteY13428" fmla="*/ 4076700 h 5143785"/>
              <a:gd name="connsiteX13429" fmla="*/ 1112520 w 3114960"/>
              <a:gd name="connsiteY13429" fmla="*/ 4077557 h 5143785"/>
              <a:gd name="connsiteX13430" fmla="*/ 1104614 w 3114960"/>
              <a:gd name="connsiteY13430" fmla="*/ 4085368 h 5143785"/>
              <a:gd name="connsiteX13431" fmla="*/ 1104614 w 3114960"/>
              <a:gd name="connsiteY13431" fmla="*/ 4096512 h 5143785"/>
              <a:gd name="connsiteX13432" fmla="*/ 1112425 w 3114960"/>
              <a:gd name="connsiteY13432" fmla="*/ 4104418 h 5143785"/>
              <a:gd name="connsiteX13433" fmla="*/ 1118045 w 3114960"/>
              <a:gd name="connsiteY13433" fmla="*/ 4105561 h 5143785"/>
              <a:gd name="connsiteX13434" fmla="*/ 1123569 w 3114960"/>
              <a:gd name="connsiteY13434" fmla="*/ 4104513 h 5143785"/>
              <a:gd name="connsiteX13435" fmla="*/ 1125093 w 3114960"/>
              <a:gd name="connsiteY13435" fmla="*/ 4103561 h 5143785"/>
              <a:gd name="connsiteX13436" fmla="*/ 1154811 w 3114960"/>
              <a:gd name="connsiteY13436" fmla="*/ 4129850 h 5143785"/>
              <a:gd name="connsiteX13437" fmla="*/ 1264349 w 3114960"/>
              <a:gd name="connsiteY13437" fmla="*/ 4129850 h 5143785"/>
              <a:gd name="connsiteX13438" fmla="*/ 1305116 w 3114960"/>
              <a:gd name="connsiteY13438" fmla="*/ 4174617 h 5143785"/>
              <a:gd name="connsiteX13439" fmla="*/ 1304830 w 3114960"/>
              <a:gd name="connsiteY13439" fmla="*/ 4186428 h 5143785"/>
              <a:gd name="connsiteX13440" fmla="*/ 1141381 w 3114960"/>
              <a:gd name="connsiteY13440" fmla="*/ 3811715 h 5143785"/>
              <a:gd name="connsiteX13441" fmla="*/ 1144619 w 3114960"/>
              <a:gd name="connsiteY13441" fmla="*/ 3811715 h 5143785"/>
              <a:gd name="connsiteX13442" fmla="*/ 1144619 w 3114960"/>
              <a:gd name="connsiteY13442" fmla="*/ 3825145 h 5143785"/>
              <a:gd name="connsiteX13443" fmla="*/ 1141381 w 3114960"/>
              <a:gd name="connsiteY13443" fmla="*/ 3825145 h 5143785"/>
              <a:gd name="connsiteX13444" fmla="*/ 1141381 w 3114960"/>
              <a:gd name="connsiteY13444" fmla="*/ 3811715 h 5143785"/>
              <a:gd name="connsiteX13445" fmla="*/ 1127093 w 3114960"/>
              <a:gd name="connsiteY13445" fmla="*/ 4094798 h 5143785"/>
              <a:gd name="connsiteX13446" fmla="*/ 1121759 w 3114960"/>
              <a:gd name="connsiteY13446" fmla="*/ 4100036 h 5143785"/>
              <a:gd name="connsiteX13447" fmla="*/ 1114235 w 3114960"/>
              <a:gd name="connsiteY13447" fmla="*/ 4100036 h 5143785"/>
              <a:gd name="connsiteX13448" fmla="*/ 1108996 w 3114960"/>
              <a:gd name="connsiteY13448" fmla="*/ 4094702 h 5143785"/>
              <a:gd name="connsiteX13449" fmla="*/ 1108996 w 3114960"/>
              <a:gd name="connsiteY13449" fmla="*/ 4087178 h 5143785"/>
              <a:gd name="connsiteX13450" fmla="*/ 1118045 w 3114960"/>
              <a:gd name="connsiteY13450" fmla="*/ 4081177 h 5143785"/>
              <a:gd name="connsiteX13451" fmla="*/ 1121855 w 3114960"/>
              <a:gd name="connsiteY13451" fmla="*/ 4081939 h 5143785"/>
              <a:gd name="connsiteX13452" fmla="*/ 1127093 w 3114960"/>
              <a:gd name="connsiteY13452" fmla="*/ 4094702 h 5143785"/>
              <a:gd name="connsiteX13453" fmla="*/ 923258 w 3114960"/>
              <a:gd name="connsiteY13453" fmla="*/ 2305526 h 5143785"/>
              <a:gd name="connsiteX13454" fmla="*/ 922973 w 3114960"/>
              <a:gd name="connsiteY13454" fmla="*/ 2309336 h 5143785"/>
              <a:gd name="connsiteX13455" fmla="*/ 921734 w 3114960"/>
              <a:gd name="connsiteY13455" fmla="*/ 2310384 h 5143785"/>
              <a:gd name="connsiteX13456" fmla="*/ 922115 w 3114960"/>
              <a:gd name="connsiteY13456" fmla="*/ 2310860 h 5143785"/>
              <a:gd name="connsiteX13457" fmla="*/ 916877 w 3114960"/>
              <a:gd name="connsiteY13457" fmla="*/ 2315718 h 5143785"/>
              <a:gd name="connsiteX13458" fmla="*/ 916305 w 3114960"/>
              <a:gd name="connsiteY13458" fmla="*/ 2315147 h 5143785"/>
              <a:gd name="connsiteX13459" fmla="*/ 913162 w 3114960"/>
              <a:gd name="connsiteY13459" fmla="*/ 2317909 h 5143785"/>
              <a:gd name="connsiteX13460" fmla="*/ 909352 w 3114960"/>
              <a:gd name="connsiteY13460" fmla="*/ 2317623 h 5143785"/>
              <a:gd name="connsiteX13461" fmla="*/ 900875 w 3114960"/>
              <a:gd name="connsiteY13461" fmla="*/ 2307908 h 5143785"/>
              <a:gd name="connsiteX13462" fmla="*/ 901160 w 3114960"/>
              <a:gd name="connsiteY13462" fmla="*/ 2304098 h 5143785"/>
              <a:gd name="connsiteX13463" fmla="*/ 910876 w 3114960"/>
              <a:gd name="connsiteY13463" fmla="*/ 2295620 h 5143785"/>
              <a:gd name="connsiteX13464" fmla="*/ 914686 w 3114960"/>
              <a:gd name="connsiteY13464" fmla="*/ 2295906 h 5143785"/>
              <a:gd name="connsiteX13465" fmla="*/ 923163 w 3114960"/>
              <a:gd name="connsiteY13465" fmla="*/ 2305622 h 5143785"/>
              <a:gd name="connsiteX13466" fmla="*/ 679037 w 3114960"/>
              <a:gd name="connsiteY13466" fmla="*/ 249841 h 5143785"/>
              <a:gd name="connsiteX13467" fmla="*/ 718757 w 3114960"/>
              <a:gd name="connsiteY13467" fmla="*/ 295085 h 5143785"/>
              <a:gd name="connsiteX13468" fmla="*/ 719995 w 3114960"/>
              <a:gd name="connsiteY13468" fmla="*/ 308610 h 5143785"/>
              <a:gd name="connsiteX13469" fmla="*/ 727710 w 3114960"/>
              <a:gd name="connsiteY13469" fmla="*/ 311849 h 5143785"/>
              <a:gd name="connsiteX13470" fmla="*/ 735425 w 3114960"/>
              <a:gd name="connsiteY13470" fmla="*/ 308610 h 5143785"/>
              <a:gd name="connsiteX13471" fmla="*/ 735425 w 3114960"/>
              <a:gd name="connsiteY13471" fmla="*/ 293180 h 5143785"/>
              <a:gd name="connsiteX13472" fmla="*/ 722090 w 3114960"/>
              <a:gd name="connsiteY13472" fmla="*/ 291751 h 5143785"/>
              <a:gd name="connsiteX13473" fmla="*/ 683704 w 3114960"/>
              <a:gd name="connsiteY13473" fmla="*/ 248031 h 5143785"/>
              <a:gd name="connsiteX13474" fmla="*/ 683704 w 3114960"/>
              <a:gd name="connsiteY13474" fmla="*/ 95 h 5143785"/>
              <a:gd name="connsiteX13475" fmla="*/ 678942 w 3114960"/>
              <a:gd name="connsiteY13475" fmla="*/ 95 h 5143785"/>
              <a:gd name="connsiteX13476" fmla="*/ 678942 w 3114960"/>
              <a:gd name="connsiteY13476" fmla="*/ 249841 h 5143785"/>
              <a:gd name="connsiteX13477" fmla="*/ 723424 w 3114960"/>
              <a:gd name="connsiteY13477" fmla="*/ 296609 h 5143785"/>
              <a:gd name="connsiteX13478" fmla="*/ 727805 w 3114960"/>
              <a:gd name="connsiteY13478" fmla="*/ 294799 h 5143785"/>
              <a:gd name="connsiteX13479" fmla="*/ 732187 w 3114960"/>
              <a:gd name="connsiteY13479" fmla="*/ 296609 h 5143785"/>
              <a:gd name="connsiteX13480" fmla="*/ 732187 w 3114960"/>
              <a:gd name="connsiteY13480" fmla="*/ 305372 h 5143785"/>
              <a:gd name="connsiteX13481" fmla="*/ 723424 w 3114960"/>
              <a:gd name="connsiteY13481" fmla="*/ 305372 h 5143785"/>
              <a:gd name="connsiteX13482" fmla="*/ 723424 w 3114960"/>
              <a:gd name="connsiteY13482" fmla="*/ 296609 h 5143785"/>
              <a:gd name="connsiteX13483" fmla="*/ 1250728 w 3114960"/>
              <a:gd name="connsiteY13483" fmla="*/ 4190429 h 5143785"/>
              <a:gd name="connsiteX13484" fmla="*/ 1263968 w 3114960"/>
              <a:gd name="connsiteY13484" fmla="*/ 4192048 h 5143785"/>
              <a:gd name="connsiteX13485" fmla="*/ 1265587 w 3114960"/>
              <a:gd name="connsiteY13485" fmla="*/ 4178808 h 5143785"/>
              <a:gd name="connsiteX13486" fmla="*/ 1255300 w 3114960"/>
              <a:gd name="connsiteY13486" fmla="*/ 4175665 h 5143785"/>
              <a:gd name="connsiteX13487" fmla="*/ 1244346 w 3114960"/>
              <a:gd name="connsiteY13487" fmla="*/ 4164140 h 5143785"/>
              <a:gd name="connsiteX13488" fmla="*/ 1104805 w 3114960"/>
              <a:gd name="connsiteY13488" fmla="*/ 4164140 h 5143785"/>
              <a:gd name="connsiteX13489" fmla="*/ 1080135 w 3114960"/>
              <a:gd name="connsiteY13489" fmla="*/ 4142709 h 5143785"/>
              <a:gd name="connsiteX13490" fmla="*/ 1082612 w 3114960"/>
              <a:gd name="connsiteY13490" fmla="*/ 4138994 h 5143785"/>
              <a:gd name="connsiteX13491" fmla="*/ 1074801 w 3114960"/>
              <a:gd name="connsiteY13491" fmla="*/ 4119944 h 5143785"/>
              <a:gd name="connsiteX13492" fmla="*/ 1071563 w 3114960"/>
              <a:gd name="connsiteY13492" fmla="*/ 4118991 h 5143785"/>
              <a:gd name="connsiteX13493" fmla="*/ 1071563 w 3114960"/>
              <a:gd name="connsiteY13493" fmla="*/ 3989927 h 5143785"/>
              <a:gd name="connsiteX13494" fmla="*/ 1092994 w 3114960"/>
              <a:gd name="connsiteY13494" fmla="*/ 3966020 h 5143785"/>
              <a:gd name="connsiteX13495" fmla="*/ 1092994 w 3114960"/>
              <a:gd name="connsiteY13495" fmla="*/ 3830574 h 5143785"/>
              <a:gd name="connsiteX13496" fmla="*/ 1094613 w 3114960"/>
              <a:gd name="connsiteY13496" fmla="*/ 3830574 h 5143785"/>
              <a:gd name="connsiteX13497" fmla="*/ 1096994 w 3114960"/>
              <a:gd name="connsiteY13497" fmla="*/ 3828193 h 5143785"/>
              <a:gd name="connsiteX13498" fmla="*/ 1096994 w 3114960"/>
              <a:gd name="connsiteY13498" fmla="*/ 3809905 h 5143785"/>
              <a:gd name="connsiteX13499" fmla="*/ 1094613 w 3114960"/>
              <a:gd name="connsiteY13499" fmla="*/ 3807524 h 5143785"/>
              <a:gd name="connsiteX13500" fmla="*/ 1086612 w 3114960"/>
              <a:gd name="connsiteY13500" fmla="*/ 3807524 h 5143785"/>
              <a:gd name="connsiteX13501" fmla="*/ 1084231 w 3114960"/>
              <a:gd name="connsiteY13501" fmla="*/ 3809905 h 5143785"/>
              <a:gd name="connsiteX13502" fmla="*/ 1084231 w 3114960"/>
              <a:gd name="connsiteY13502" fmla="*/ 3828193 h 5143785"/>
              <a:gd name="connsiteX13503" fmla="*/ 1086612 w 3114960"/>
              <a:gd name="connsiteY13503" fmla="*/ 3830574 h 5143785"/>
              <a:gd name="connsiteX13504" fmla="*/ 1088231 w 3114960"/>
              <a:gd name="connsiteY13504" fmla="*/ 3830574 h 5143785"/>
              <a:gd name="connsiteX13505" fmla="*/ 1088231 w 3114960"/>
              <a:gd name="connsiteY13505" fmla="*/ 3964210 h 5143785"/>
              <a:gd name="connsiteX13506" fmla="*/ 1066800 w 3114960"/>
              <a:gd name="connsiteY13506" fmla="*/ 3988118 h 5143785"/>
              <a:gd name="connsiteX13507" fmla="*/ 1066800 w 3114960"/>
              <a:gd name="connsiteY13507" fmla="*/ 4119086 h 5143785"/>
              <a:gd name="connsiteX13508" fmla="*/ 1055751 w 3114960"/>
              <a:gd name="connsiteY13508" fmla="*/ 4127754 h 5143785"/>
              <a:gd name="connsiteX13509" fmla="*/ 1063562 w 3114960"/>
              <a:gd name="connsiteY13509" fmla="*/ 4146804 h 5143785"/>
              <a:gd name="connsiteX13510" fmla="*/ 1069181 w 3114960"/>
              <a:gd name="connsiteY13510" fmla="*/ 4147947 h 5143785"/>
              <a:gd name="connsiteX13511" fmla="*/ 1074706 w 3114960"/>
              <a:gd name="connsiteY13511" fmla="*/ 4146899 h 5143785"/>
              <a:gd name="connsiteX13512" fmla="*/ 1076325 w 3114960"/>
              <a:gd name="connsiteY13512" fmla="*/ 4145852 h 5143785"/>
              <a:gd name="connsiteX13513" fmla="*/ 1102995 w 3114960"/>
              <a:gd name="connsiteY13513" fmla="*/ 4168997 h 5143785"/>
              <a:gd name="connsiteX13514" fmla="*/ 1242251 w 3114960"/>
              <a:gd name="connsiteY13514" fmla="*/ 4168997 h 5143785"/>
              <a:gd name="connsiteX13515" fmla="*/ 1251299 w 3114960"/>
              <a:gd name="connsiteY13515" fmla="*/ 4178427 h 5143785"/>
              <a:gd name="connsiteX13516" fmla="*/ 1250728 w 3114960"/>
              <a:gd name="connsiteY13516" fmla="*/ 4190524 h 5143785"/>
              <a:gd name="connsiteX13517" fmla="*/ 1088993 w 3114960"/>
              <a:gd name="connsiteY13517" fmla="*/ 3812381 h 5143785"/>
              <a:gd name="connsiteX13518" fmla="*/ 1092232 w 3114960"/>
              <a:gd name="connsiteY13518" fmla="*/ 3812381 h 5143785"/>
              <a:gd name="connsiteX13519" fmla="*/ 1092232 w 3114960"/>
              <a:gd name="connsiteY13519" fmla="*/ 3825907 h 5143785"/>
              <a:gd name="connsiteX13520" fmla="*/ 1088993 w 3114960"/>
              <a:gd name="connsiteY13520" fmla="*/ 3825907 h 5143785"/>
              <a:gd name="connsiteX13521" fmla="*/ 1088993 w 3114960"/>
              <a:gd name="connsiteY13521" fmla="*/ 3812381 h 5143785"/>
              <a:gd name="connsiteX13522" fmla="*/ 1078230 w 3114960"/>
              <a:gd name="connsiteY13522" fmla="*/ 4137184 h 5143785"/>
              <a:gd name="connsiteX13523" fmla="*/ 1065371 w 3114960"/>
              <a:gd name="connsiteY13523" fmla="*/ 4142423 h 5143785"/>
              <a:gd name="connsiteX13524" fmla="*/ 1060133 w 3114960"/>
              <a:gd name="connsiteY13524" fmla="*/ 4129659 h 5143785"/>
              <a:gd name="connsiteX13525" fmla="*/ 1069181 w 3114960"/>
              <a:gd name="connsiteY13525" fmla="*/ 4123659 h 5143785"/>
              <a:gd name="connsiteX13526" fmla="*/ 1072991 w 3114960"/>
              <a:gd name="connsiteY13526" fmla="*/ 4124420 h 5143785"/>
              <a:gd name="connsiteX13527" fmla="*/ 1078230 w 3114960"/>
              <a:gd name="connsiteY13527" fmla="*/ 4137279 h 5143785"/>
              <a:gd name="connsiteX13528" fmla="*/ 710089 w 3114960"/>
              <a:gd name="connsiteY13528" fmla="*/ 200787 h 5143785"/>
              <a:gd name="connsiteX13529" fmla="*/ 714851 w 3114960"/>
              <a:gd name="connsiteY13529" fmla="*/ 200787 h 5143785"/>
              <a:gd name="connsiteX13530" fmla="*/ 714851 w 3114960"/>
              <a:gd name="connsiteY13530" fmla="*/ 218885 h 5143785"/>
              <a:gd name="connsiteX13531" fmla="*/ 710089 w 3114960"/>
              <a:gd name="connsiteY13531" fmla="*/ 218885 h 5143785"/>
              <a:gd name="connsiteX13532" fmla="*/ 710089 w 3114960"/>
              <a:gd name="connsiteY13532" fmla="*/ 200787 h 5143785"/>
              <a:gd name="connsiteX13533" fmla="*/ 648081 w 3114960"/>
              <a:gd name="connsiteY13533" fmla="*/ 55245 h 5143785"/>
              <a:gd name="connsiteX13534" fmla="*/ 652844 w 3114960"/>
              <a:gd name="connsiteY13534" fmla="*/ 55245 h 5143785"/>
              <a:gd name="connsiteX13535" fmla="*/ 652844 w 3114960"/>
              <a:gd name="connsiteY13535" fmla="*/ 73628 h 5143785"/>
              <a:gd name="connsiteX13536" fmla="*/ 648081 w 3114960"/>
              <a:gd name="connsiteY13536" fmla="*/ 73628 h 5143785"/>
              <a:gd name="connsiteX13537" fmla="*/ 648081 w 3114960"/>
              <a:gd name="connsiteY13537" fmla="*/ 55245 h 5143785"/>
              <a:gd name="connsiteX13538" fmla="*/ 710089 w 3114960"/>
              <a:gd name="connsiteY13538" fmla="*/ 95 h 5143785"/>
              <a:gd name="connsiteX13539" fmla="*/ 714851 w 3114960"/>
              <a:gd name="connsiteY13539" fmla="*/ 95 h 5143785"/>
              <a:gd name="connsiteX13540" fmla="*/ 714851 w 3114960"/>
              <a:gd name="connsiteY13540" fmla="*/ 1334 h 5143785"/>
              <a:gd name="connsiteX13541" fmla="*/ 710089 w 3114960"/>
              <a:gd name="connsiteY13541" fmla="*/ 1334 h 5143785"/>
              <a:gd name="connsiteX13542" fmla="*/ 710089 w 3114960"/>
              <a:gd name="connsiteY13542" fmla="*/ 95 h 5143785"/>
              <a:gd name="connsiteX13543" fmla="*/ 1451610 w 3114960"/>
              <a:gd name="connsiteY13543" fmla="*/ 4529423 h 5143785"/>
              <a:gd name="connsiteX13544" fmla="*/ 1451610 w 3114960"/>
              <a:gd name="connsiteY13544" fmla="*/ 4414933 h 5143785"/>
              <a:gd name="connsiteX13545" fmla="*/ 1456277 w 3114960"/>
              <a:gd name="connsiteY13545" fmla="*/ 4414933 h 5143785"/>
              <a:gd name="connsiteX13546" fmla="*/ 1467707 w 3114960"/>
              <a:gd name="connsiteY13546" fmla="*/ 4403408 h 5143785"/>
              <a:gd name="connsiteX13547" fmla="*/ 1467707 w 3114960"/>
              <a:gd name="connsiteY13547" fmla="*/ 4352068 h 5143785"/>
              <a:gd name="connsiteX13548" fmla="*/ 1456277 w 3114960"/>
              <a:gd name="connsiteY13548" fmla="*/ 4340543 h 5143785"/>
              <a:gd name="connsiteX13549" fmla="*/ 1452848 w 3114960"/>
              <a:gd name="connsiteY13549" fmla="*/ 4340543 h 5143785"/>
              <a:gd name="connsiteX13550" fmla="*/ 1452848 w 3114960"/>
              <a:gd name="connsiteY13550" fmla="*/ 4261866 h 5143785"/>
              <a:gd name="connsiteX13551" fmla="*/ 1462088 w 3114960"/>
              <a:gd name="connsiteY13551" fmla="*/ 4249770 h 5143785"/>
              <a:gd name="connsiteX13552" fmla="*/ 1451705 w 3114960"/>
              <a:gd name="connsiteY13552" fmla="*/ 4237482 h 5143785"/>
              <a:gd name="connsiteX13553" fmla="*/ 1451705 w 3114960"/>
              <a:gd name="connsiteY13553" fmla="*/ 4198144 h 5143785"/>
              <a:gd name="connsiteX13554" fmla="*/ 1395413 w 3114960"/>
              <a:gd name="connsiteY13554" fmla="*/ 4129088 h 5143785"/>
              <a:gd name="connsiteX13555" fmla="*/ 1395984 w 3114960"/>
              <a:gd name="connsiteY13555" fmla="*/ 4117086 h 5143785"/>
              <a:gd name="connsiteX13556" fmla="*/ 1382744 w 3114960"/>
              <a:gd name="connsiteY13556" fmla="*/ 4115467 h 5143785"/>
              <a:gd name="connsiteX13557" fmla="*/ 1381125 w 3114960"/>
              <a:gd name="connsiteY13557" fmla="*/ 4128707 h 5143785"/>
              <a:gd name="connsiteX13558" fmla="*/ 1391507 w 3114960"/>
              <a:gd name="connsiteY13558" fmla="*/ 4131755 h 5143785"/>
              <a:gd name="connsiteX13559" fmla="*/ 1447038 w 3114960"/>
              <a:gd name="connsiteY13559" fmla="*/ 4199763 h 5143785"/>
              <a:gd name="connsiteX13560" fmla="*/ 1447038 w 3114960"/>
              <a:gd name="connsiteY13560" fmla="*/ 4237482 h 5143785"/>
              <a:gd name="connsiteX13561" fmla="*/ 1436656 w 3114960"/>
              <a:gd name="connsiteY13561" fmla="*/ 4249770 h 5143785"/>
              <a:gd name="connsiteX13562" fmla="*/ 1445895 w 3114960"/>
              <a:gd name="connsiteY13562" fmla="*/ 4261866 h 5143785"/>
              <a:gd name="connsiteX13563" fmla="*/ 1445895 w 3114960"/>
              <a:gd name="connsiteY13563" fmla="*/ 4340543 h 5143785"/>
              <a:gd name="connsiteX13564" fmla="*/ 1442466 w 3114960"/>
              <a:gd name="connsiteY13564" fmla="*/ 4340543 h 5143785"/>
              <a:gd name="connsiteX13565" fmla="*/ 1431036 w 3114960"/>
              <a:gd name="connsiteY13565" fmla="*/ 4352068 h 5143785"/>
              <a:gd name="connsiteX13566" fmla="*/ 1431036 w 3114960"/>
              <a:gd name="connsiteY13566" fmla="*/ 4403408 h 5143785"/>
              <a:gd name="connsiteX13567" fmla="*/ 1442466 w 3114960"/>
              <a:gd name="connsiteY13567" fmla="*/ 4414933 h 5143785"/>
              <a:gd name="connsiteX13568" fmla="*/ 1444657 w 3114960"/>
              <a:gd name="connsiteY13568" fmla="*/ 4414933 h 5143785"/>
              <a:gd name="connsiteX13569" fmla="*/ 1444657 w 3114960"/>
              <a:gd name="connsiteY13569" fmla="*/ 4527995 h 5143785"/>
              <a:gd name="connsiteX13570" fmla="*/ 1379696 w 3114960"/>
              <a:gd name="connsiteY13570" fmla="*/ 4599242 h 5143785"/>
              <a:gd name="connsiteX13571" fmla="*/ 1371219 w 3114960"/>
              <a:gd name="connsiteY13571" fmla="*/ 4597146 h 5143785"/>
              <a:gd name="connsiteX13572" fmla="*/ 1352455 w 3114960"/>
              <a:gd name="connsiteY13572" fmla="*/ 4615911 h 5143785"/>
              <a:gd name="connsiteX13573" fmla="*/ 1371219 w 3114960"/>
              <a:gd name="connsiteY13573" fmla="*/ 4634675 h 5143785"/>
              <a:gd name="connsiteX13574" fmla="*/ 1389983 w 3114960"/>
              <a:gd name="connsiteY13574" fmla="*/ 4615911 h 5143785"/>
              <a:gd name="connsiteX13575" fmla="*/ 1385316 w 3114960"/>
              <a:gd name="connsiteY13575" fmla="*/ 4603719 h 5143785"/>
              <a:gd name="connsiteX13576" fmla="*/ 1450848 w 3114960"/>
              <a:gd name="connsiteY13576" fmla="*/ 4531900 h 5143785"/>
              <a:gd name="connsiteX13577" fmla="*/ 1451801 w 3114960"/>
              <a:gd name="connsiteY13577" fmla="*/ 4529519 h 5143785"/>
              <a:gd name="connsiteX13578" fmla="*/ 1371028 w 3114960"/>
              <a:gd name="connsiteY13578" fmla="*/ 4628103 h 5143785"/>
              <a:gd name="connsiteX13579" fmla="*/ 1358837 w 3114960"/>
              <a:gd name="connsiteY13579" fmla="*/ 4615911 h 5143785"/>
              <a:gd name="connsiteX13580" fmla="*/ 1371028 w 3114960"/>
              <a:gd name="connsiteY13580" fmla="*/ 4603719 h 5143785"/>
              <a:gd name="connsiteX13581" fmla="*/ 1383221 w 3114960"/>
              <a:gd name="connsiteY13581" fmla="*/ 4615911 h 5143785"/>
              <a:gd name="connsiteX13582" fmla="*/ 1371028 w 3114960"/>
              <a:gd name="connsiteY13582" fmla="*/ 4628103 h 5143785"/>
              <a:gd name="connsiteX13583" fmla="*/ 1441228 w 3114960"/>
              <a:gd name="connsiteY13583" fmla="*/ 4249960 h 5143785"/>
              <a:gd name="connsiteX13584" fmla="*/ 1449229 w 3114960"/>
              <a:gd name="connsiteY13584" fmla="*/ 4241959 h 5143785"/>
              <a:gd name="connsiteX13585" fmla="*/ 1457230 w 3114960"/>
              <a:gd name="connsiteY13585" fmla="*/ 4249960 h 5143785"/>
              <a:gd name="connsiteX13586" fmla="*/ 1449229 w 3114960"/>
              <a:gd name="connsiteY13586" fmla="*/ 4257961 h 5143785"/>
              <a:gd name="connsiteX13587" fmla="*/ 1441228 w 3114960"/>
              <a:gd name="connsiteY13587" fmla="*/ 4249960 h 5143785"/>
              <a:gd name="connsiteX13588" fmla="*/ 1437894 w 3114960"/>
              <a:gd name="connsiteY13588" fmla="*/ 4352163 h 5143785"/>
              <a:gd name="connsiteX13589" fmla="*/ 1442180 w 3114960"/>
              <a:gd name="connsiteY13589" fmla="*/ 4347782 h 5143785"/>
              <a:gd name="connsiteX13590" fmla="*/ 1456182 w 3114960"/>
              <a:gd name="connsiteY13590" fmla="*/ 4347782 h 5143785"/>
              <a:gd name="connsiteX13591" fmla="*/ 1460468 w 3114960"/>
              <a:gd name="connsiteY13591" fmla="*/ 4352163 h 5143785"/>
              <a:gd name="connsiteX13592" fmla="*/ 1460468 w 3114960"/>
              <a:gd name="connsiteY13592" fmla="*/ 4361117 h 5143785"/>
              <a:gd name="connsiteX13593" fmla="*/ 1437799 w 3114960"/>
              <a:gd name="connsiteY13593" fmla="*/ 4361117 h 5143785"/>
              <a:gd name="connsiteX13594" fmla="*/ 1437799 w 3114960"/>
              <a:gd name="connsiteY13594" fmla="*/ 4352163 h 5143785"/>
              <a:gd name="connsiteX13595" fmla="*/ 1442276 w 3114960"/>
              <a:gd name="connsiteY13595" fmla="*/ 4407789 h 5143785"/>
              <a:gd name="connsiteX13596" fmla="*/ 1437989 w 3114960"/>
              <a:gd name="connsiteY13596" fmla="*/ 4403408 h 5143785"/>
              <a:gd name="connsiteX13597" fmla="*/ 1437989 w 3114960"/>
              <a:gd name="connsiteY13597" fmla="*/ 4391692 h 5143785"/>
              <a:gd name="connsiteX13598" fmla="*/ 1460659 w 3114960"/>
              <a:gd name="connsiteY13598" fmla="*/ 4391692 h 5143785"/>
              <a:gd name="connsiteX13599" fmla="*/ 1460659 w 3114960"/>
              <a:gd name="connsiteY13599" fmla="*/ 4403408 h 5143785"/>
              <a:gd name="connsiteX13600" fmla="*/ 1456373 w 3114960"/>
              <a:gd name="connsiteY13600" fmla="*/ 4407789 h 5143785"/>
              <a:gd name="connsiteX13601" fmla="*/ 1442371 w 3114960"/>
              <a:gd name="connsiteY13601" fmla="*/ 4407789 h 5143785"/>
              <a:gd name="connsiteX13602" fmla="*/ 1172242 w 3114960"/>
              <a:gd name="connsiteY13602" fmla="*/ 4475417 h 5143785"/>
              <a:gd name="connsiteX13603" fmla="*/ 1139571 w 3114960"/>
              <a:gd name="connsiteY13603" fmla="*/ 4446175 h 5143785"/>
              <a:gd name="connsiteX13604" fmla="*/ 1073658 w 3114960"/>
              <a:gd name="connsiteY13604" fmla="*/ 4446175 h 5143785"/>
              <a:gd name="connsiteX13605" fmla="*/ 1066514 w 3114960"/>
              <a:gd name="connsiteY13605" fmla="*/ 4436364 h 5143785"/>
              <a:gd name="connsiteX13606" fmla="*/ 1050608 w 3114960"/>
              <a:gd name="connsiteY13606" fmla="*/ 4442841 h 5143785"/>
              <a:gd name="connsiteX13607" fmla="*/ 1057085 w 3114960"/>
              <a:gd name="connsiteY13607" fmla="*/ 4458748 h 5143785"/>
              <a:gd name="connsiteX13608" fmla="*/ 1072991 w 3114960"/>
              <a:gd name="connsiteY13608" fmla="*/ 4452271 h 5143785"/>
              <a:gd name="connsiteX13609" fmla="*/ 1073277 w 3114960"/>
              <a:gd name="connsiteY13609" fmla="*/ 4450842 h 5143785"/>
              <a:gd name="connsiteX13610" fmla="*/ 1137761 w 3114960"/>
              <a:gd name="connsiteY13610" fmla="*/ 4450842 h 5143785"/>
              <a:gd name="connsiteX13611" fmla="*/ 1170432 w 3114960"/>
              <a:gd name="connsiteY13611" fmla="*/ 4480084 h 5143785"/>
              <a:gd name="connsiteX13612" fmla="*/ 1227106 w 3114960"/>
              <a:gd name="connsiteY13612" fmla="*/ 4479703 h 5143785"/>
              <a:gd name="connsiteX13613" fmla="*/ 1227868 w 3114960"/>
              <a:gd name="connsiteY13613" fmla="*/ 4479703 h 5143785"/>
              <a:gd name="connsiteX13614" fmla="*/ 1245584 w 3114960"/>
              <a:gd name="connsiteY13614" fmla="*/ 4467035 h 5143785"/>
              <a:gd name="connsiteX13615" fmla="*/ 1245584 w 3114960"/>
              <a:gd name="connsiteY13615" fmla="*/ 4365879 h 5143785"/>
              <a:gd name="connsiteX13616" fmla="*/ 1267682 w 3114960"/>
              <a:gd name="connsiteY13616" fmla="*/ 4346734 h 5143785"/>
              <a:gd name="connsiteX13617" fmla="*/ 1267682 w 3114960"/>
              <a:gd name="connsiteY13617" fmla="*/ 4285393 h 5143785"/>
              <a:gd name="connsiteX13618" fmla="*/ 1273302 w 3114960"/>
              <a:gd name="connsiteY13618" fmla="*/ 4282250 h 5143785"/>
              <a:gd name="connsiteX13619" fmla="*/ 1277969 w 3114960"/>
              <a:gd name="connsiteY13619" fmla="*/ 4272153 h 5143785"/>
              <a:gd name="connsiteX13620" fmla="*/ 1274064 w 3114960"/>
              <a:gd name="connsiteY13620" fmla="*/ 4261771 h 5143785"/>
              <a:gd name="connsiteX13621" fmla="*/ 1253490 w 3114960"/>
              <a:gd name="connsiteY13621" fmla="*/ 4261009 h 5143785"/>
              <a:gd name="connsiteX13622" fmla="*/ 1252728 w 3114960"/>
              <a:gd name="connsiteY13622" fmla="*/ 4281583 h 5143785"/>
              <a:gd name="connsiteX13623" fmla="*/ 1252728 w 3114960"/>
              <a:gd name="connsiteY13623" fmla="*/ 4281583 h 5143785"/>
              <a:gd name="connsiteX13624" fmla="*/ 1262825 w 3114960"/>
              <a:gd name="connsiteY13624" fmla="*/ 4286250 h 5143785"/>
              <a:gd name="connsiteX13625" fmla="*/ 1262825 w 3114960"/>
              <a:gd name="connsiteY13625" fmla="*/ 4286250 h 5143785"/>
              <a:gd name="connsiteX13626" fmla="*/ 1262825 w 3114960"/>
              <a:gd name="connsiteY13626" fmla="*/ 4344638 h 5143785"/>
              <a:gd name="connsiteX13627" fmla="*/ 1240631 w 3114960"/>
              <a:gd name="connsiteY13627" fmla="*/ 4363784 h 5143785"/>
              <a:gd name="connsiteX13628" fmla="*/ 1240631 w 3114960"/>
              <a:gd name="connsiteY13628" fmla="*/ 4464654 h 5143785"/>
              <a:gd name="connsiteX13629" fmla="*/ 1226344 w 3114960"/>
              <a:gd name="connsiteY13629" fmla="*/ 4474940 h 5143785"/>
              <a:gd name="connsiteX13630" fmla="*/ 1172337 w 3114960"/>
              <a:gd name="connsiteY13630" fmla="*/ 4475226 h 5143785"/>
              <a:gd name="connsiteX13631" fmla="*/ 1256062 w 3114960"/>
              <a:gd name="connsiteY13631" fmla="*/ 4278535 h 5143785"/>
              <a:gd name="connsiteX13632" fmla="*/ 1256538 w 3114960"/>
              <a:gd name="connsiteY13632" fmla="*/ 4264724 h 5143785"/>
              <a:gd name="connsiteX13633" fmla="*/ 1270349 w 3114960"/>
              <a:gd name="connsiteY13633" fmla="*/ 4265200 h 5143785"/>
              <a:gd name="connsiteX13634" fmla="*/ 1272921 w 3114960"/>
              <a:gd name="connsiteY13634" fmla="*/ 4272248 h 5143785"/>
              <a:gd name="connsiteX13635" fmla="*/ 1269778 w 3114960"/>
              <a:gd name="connsiteY13635" fmla="*/ 4279106 h 5143785"/>
              <a:gd name="connsiteX13636" fmla="*/ 1262729 w 3114960"/>
              <a:gd name="connsiteY13636" fmla="*/ 4281773 h 5143785"/>
              <a:gd name="connsiteX13637" fmla="*/ 1255967 w 3114960"/>
              <a:gd name="connsiteY13637" fmla="*/ 4278630 h 5143785"/>
              <a:gd name="connsiteX13638" fmla="*/ 1500473 w 3114960"/>
              <a:gd name="connsiteY13638" fmla="*/ 4541425 h 5143785"/>
              <a:gd name="connsiteX13639" fmla="*/ 1500473 w 3114960"/>
              <a:gd name="connsiteY13639" fmla="*/ 4415028 h 5143785"/>
              <a:gd name="connsiteX13640" fmla="*/ 1503902 w 3114960"/>
              <a:gd name="connsiteY13640" fmla="*/ 4415028 h 5143785"/>
              <a:gd name="connsiteX13641" fmla="*/ 1515332 w 3114960"/>
              <a:gd name="connsiteY13641" fmla="*/ 4403503 h 5143785"/>
              <a:gd name="connsiteX13642" fmla="*/ 1515332 w 3114960"/>
              <a:gd name="connsiteY13642" fmla="*/ 4352163 h 5143785"/>
              <a:gd name="connsiteX13643" fmla="*/ 1503902 w 3114960"/>
              <a:gd name="connsiteY13643" fmla="*/ 4340638 h 5143785"/>
              <a:gd name="connsiteX13644" fmla="*/ 1500473 w 3114960"/>
              <a:gd name="connsiteY13644" fmla="*/ 4340638 h 5143785"/>
              <a:gd name="connsiteX13645" fmla="*/ 1500473 w 3114960"/>
              <a:gd name="connsiteY13645" fmla="*/ 4257199 h 5143785"/>
              <a:gd name="connsiteX13646" fmla="*/ 1507331 w 3114960"/>
              <a:gd name="connsiteY13646" fmla="*/ 4247484 h 5143785"/>
              <a:gd name="connsiteX13647" fmla="*/ 1499426 w 3114960"/>
              <a:gd name="connsiteY13647" fmla="*/ 4237578 h 5143785"/>
              <a:gd name="connsiteX13648" fmla="*/ 1499902 w 3114960"/>
              <a:gd name="connsiteY13648" fmla="*/ 4200430 h 5143785"/>
              <a:gd name="connsiteX13649" fmla="*/ 1568387 w 3114960"/>
              <a:gd name="connsiteY13649" fmla="*/ 4116800 h 5143785"/>
              <a:gd name="connsiteX13650" fmla="*/ 1568958 w 3114960"/>
              <a:gd name="connsiteY13650" fmla="*/ 4098131 h 5143785"/>
              <a:gd name="connsiteX13651" fmla="*/ 1667351 w 3114960"/>
              <a:gd name="connsiteY13651" fmla="*/ 3982022 h 5143785"/>
              <a:gd name="connsiteX13652" fmla="*/ 1667923 w 3114960"/>
              <a:gd name="connsiteY13652" fmla="*/ 3981355 h 5143785"/>
              <a:gd name="connsiteX13653" fmla="*/ 1667923 w 3114960"/>
              <a:gd name="connsiteY13653" fmla="*/ 3972116 h 5143785"/>
              <a:gd name="connsiteX13654" fmla="*/ 1677448 w 3114960"/>
              <a:gd name="connsiteY13654" fmla="*/ 3972116 h 5143785"/>
              <a:gd name="connsiteX13655" fmla="*/ 1682782 w 3114960"/>
              <a:gd name="connsiteY13655" fmla="*/ 3966782 h 5143785"/>
              <a:gd name="connsiteX13656" fmla="*/ 1682782 w 3114960"/>
              <a:gd name="connsiteY13656" fmla="*/ 3942398 h 5143785"/>
              <a:gd name="connsiteX13657" fmla="*/ 1677924 w 3114960"/>
              <a:gd name="connsiteY13657" fmla="*/ 3937540 h 5143785"/>
              <a:gd name="connsiteX13658" fmla="*/ 1653540 w 3114960"/>
              <a:gd name="connsiteY13658" fmla="*/ 3937540 h 5143785"/>
              <a:gd name="connsiteX13659" fmla="*/ 1648206 w 3114960"/>
              <a:gd name="connsiteY13659" fmla="*/ 3942874 h 5143785"/>
              <a:gd name="connsiteX13660" fmla="*/ 1648206 w 3114960"/>
              <a:gd name="connsiteY13660" fmla="*/ 3966782 h 5143785"/>
              <a:gd name="connsiteX13661" fmla="*/ 1653540 w 3114960"/>
              <a:gd name="connsiteY13661" fmla="*/ 3972116 h 5143785"/>
              <a:gd name="connsiteX13662" fmla="*/ 1663065 w 3114960"/>
              <a:gd name="connsiteY13662" fmla="*/ 3972116 h 5143785"/>
              <a:gd name="connsiteX13663" fmla="*/ 1663065 w 3114960"/>
              <a:gd name="connsiteY13663" fmla="*/ 3979545 h 5143785"/>
              <a:gd name="connsiteX13664" fmla="*/ 1564672 w 3114960"/>
              <a:gd name="connsiteY13664" fmla="*/ 4095655 h 5143785"/>
              <a:gd name="connsiteX13665" fmla="*/ 1564100 w 3114960"/>
              <a:gd name="connsiteY13665" fmla="*/ 4096322 h 5143785"/>
              <a:gd name="connsiteX13666" fmla="*/ 1563529 w 3114960"/>
              <a:gd name="connsiteY13666" fmla="*/ 4114991 h 5143785"/>
              <a:gd name="connsiteX13667" fmla="*/ 1495520 w 3114960"/>
              <a:gd name="connsiteY13667" fmla="*/ 4198049 h 5143785"/>
              <a:gd name="connsiteX13668" fmla="*/ 1494949 w 3114960"/>
              <a:gd name="connsiteY13668" fmla="*/ 4198715 h 5143785"/>
              <a:gd name="connsiteX13669" fmla="*/ 1494473 w 3114960"/>
              <a:gd name="connsiteY13669" fmla="*/ 4237482 h 5143785"/>
              <a:gd name="connsiteX13670" fmla="*/ 1486281 w 3114960"/>
              <a:gd name="connsiteY13670" fmla="*/ 4247484 h 5143785"/>
              <a:gd name="connsiteX13671" fmla="*/ 1493139 w 3114960"/>
              <a:gd name="connsiteY13671" fmla="*/ 4257199 h 5143785"/>
              <a:gd name="connsiteX13672" fmla="*/ 1493139 w 3114960"/>
              <a:gd name="connsiteY13672" fmla="*/ 4340638 h 5143785"/>
              <a:gd name="connsiteX13673" fmla="*/ 1489710 w 3114960"/>
              <a:gd name="connsiteY13673" fmla="*/ 4340638 h 5143785"/>
              <a:gd name="connsiteX13674" fmla="*/ 1478185 w 3114960"/>
              <a:gd name="connsiteY13674" fmla="*/ 4352163 h 5143785"/>
              <a:gd name="connsiteX13675" fmla="*/ 1478185 w 3114960"/>
              <a:gd name="connsiteY13675" fmla="*/ 4403503 h 5143785"/>
              <a:gd name="connsiteX13676" fmla="*/ 1489710 w 3114960"/>
              <a:gd name="connsiteY13676" fmla="*/ 4415028 h 5143785"/>
              <a:gd name="connsiteX13677" fmla="*/ 1493139 w 3114960"/>
              <a:gd name="connsiteY13677" fmla="*/ 4415028 h 5143785"/>
              <a:gd name="connsiteX13678" fmla="*/ 1493139 w 3114960"/>
              <a:gd name="connsiteY13678" fmla="*/ 4540092 h 5143785"/>
              <a:gd name="connsiteX13679" fmla="*/ 1439418 w 3114960"/>
              <a:gd name="connsiteY13679" fmla="*/ 4600194 h 5143785"/>
              <a:gd name="connsiteX13680" fmla="*/ 1432655 w 3114960"/>
              <a:gd name="connsiteY13680" fmla="*/ 4598861 h 5143785"/>
              <a:gd name="connsiteX13681" fmla="*/ 1414082 w 3114960"/>
              <a:gd name="connsiteY13681" fmla="*/ 4617244 h 5143785"/>
              <a:gd name="connsiteX13682" fmla="*/ 1432655 w 3114960"/>
              <a:gd name="connsiteY13682" fmla="*/ 4635627 h 5143785"/>
              <a:gd name="connsiteX13683" fmla="*/ 1451229 w 3114960"/>
              <a:gd name="connsiteY13683" fmla="*/ 4617244 h 5143785"/>
              <a:gd name="connsiteX13684" fmla="*/ 1445514 w 3114960"/>
              <a:gd name="connsiteY13684" fmla="*/ 4604004 h 5143785"/>
              <a:gd name="connsiteX13685" fmla="*/ 1499235 w 3114960"/>
              <a:gd name="connsiteY13685" fmla="*/ 4543806 h 5143785"/>
              <a:gd name="connsiteX13686" fmla="*/ 1500188 w 3114960"/>
              <a:gd name="connsiteY13686" fmla="*/ 4541425 h 5143785"/>
              <a:gd name="connsiteX13687" fmla="*/ 1653635 w 3114960"/>
              <a:gd name="connsiteY13687" fmla="*/ 3967353 h 5143785"/>
              <a:gd name="connsiteX13688" fmla="*/ 1653159 w 3114960"/>
              <a:gd name="connsiteY13688" fmla="*/ 3966877 h 5143785"/>
              <a:gd name="connsiteX13689" fmla="*/ 1653159 w 3114960"/>
              <a:gd name="connsiteY13689" fmla="*/ 3942969 h 5143785"/>
              <a:gd name="connsiteX13690" fmla="*/ 1653635 w 3114960"/>
              <a:gd name="connsiteY13690" fmla="*/ 3942493 h 5143785"/>
              <a:gd name="connsiteX13691" fmla="*/ 1678019 w 3114960"/>
              <a:gd name="connsiteY13691" fmla="*/ 3942493 h 5143785"/>
              <a:gd name="connsiteX13692" fmla="*/ 1678019 w 3114960"/>
              <a:gd name="connsiteY13692" fmla="*/ 3966877 h 5143785"/>
              <a:gd name="connsiteX13693" fmla="*/ 1677543 w 3114960"/>
              <a:gd name="connsiteY13693" fmla="*/ 3967353 h 5143785"/>
              <a:gd name="connsiteX13694" fmla="*/ 1653635 w 3114960"/>
              <a:gd name="connsiteY13694" fmla="*/ 3967353 h 5143785"/>
              <a:gd name="connsiteX13695" fmla="*/ 1432941 w 3114960"/>
              <a:gd name="connsiteY13695" fmla="*/ 4629245 h 5143785"/>
              <a:gd name="connsiteX13696" fmla="*/ 1420844 w 3114960"/>
              <a:gd name="connsiteY13696" fmla="*/ 4617244 h 5143785"/>
              <a:gd name="connsiteX13697" fmla="*/ 1432941 w 3114960"/>
              <a:gd name="connsiteY13697" fmla="*/ 4605243 h 5143785"/>
              <a:gd name="connsiteX13698" fmla="*/ 1445038 w 3114960"/>
              <a:gd name="connsiteY13698" fmla="*/ 4617244 h 5143785"/>
              <a:gd name="connsiteX13699" fmla="*/ 1432941 w 3114960"/>
              <a:gd name="connsiteY13699" fmla="*/ 4629245 h 5143785"/>
              <a:gd name="connsiteX13700" fmla="*/ 1485614 w 3114960"/>
              <a:gd name="connsiteY13700" fmla="*/ 4352163 h 5143785"/>
              <a:gd name="connsiteX13701" fmla="*/ 1489996 w 3114960"/>
              <a:gd name="connsiteY13701" fmla="*/ 4347782 h 5143785"/>
              <a:gd name="connsiteX13702" fmla="*/ 1503998 w 3114960"/>
              <a:gd name="connsiteY13702" fmla="*/ 4347782 h 5143785"/>
              <a:gd name="connsiteX13703" fmla="*/ 1508284 w 3114960"/>
              <a:gd name="connsiteY13703" fmla="*/ 4352163 h 5143785"/>
              <a:gd name="connsiteX13704" fmla="*/ 1508284 w 3114960"/>
              <a:gd name="connsiteY13704" fmla="*/ 4361117 h 5143785"/>
              <a:gd name="connsiteX13705" fmla="*/ 1485614 w 3114960"/>
              <a:gd name="connsiteY13705" fmla="*/ 4361117 h 5143785"/>
              <a:gd name="connsiteX13706" fmla="*/ 1485614 w 3114960"/>
              <a:gd name="connsiteY13706" fmla="*/ 4352163 h 5143785"/>
              <a:gd name="connsiteX13707" fmla="*/ 1489996 w 3114960"/>
              <a:gd name="connsiteY13707" fmla="*/ 4407789 h 5143785"/>
              <a:gd name="connsiteX13708" fmla="*/ 1485614 w 3114960"/>
              <a:gd name="connsiteY13708" fmla="*/ 4403408 h 5143785"/>
              <a:gd name="connsiteX13709" fmla="*/ 1485614 w 3114960"/>
              <a:gd name="connsiteY13709" fmla="*/ 4391692 h 5143785"/>
              <a:gd name="connsiteX13710" fmla="*/ 1508284 w 3114960"/>
              <a:gd name="connsiteY13710" fmla="*/ 4391692 h 5143785"/>
              <a:gd name="connsiteX13711" fmla="*/ 1508284 w 3114960"/>
              <a:gd name="connsiteY13711" fmla="*/ 4403408 h 5143785"/>
              <a:gd name="connsiteX13712" fmla="*/ 1503998 w 3114960"/>
              <a:gd name="connsiteY13712" fmla="*/ 4407789 h 5143785"/>
              <a:gd name="connsiteX13713" fmla="*/ 1489996 w 3114960"/>
              <a:gd name="connsiteY13713" fmla="*/ 4407789 h 5143785"/>
              <a:gd name="connsiteX13714" fmla="*/ 652844 w 3114960"/>
              <a:gd name="connsiteY13714" fmla="*/ 110395 h 5143785"/>
              <a:gd name="connsiteX13715" fmla="*/ 648081 w 3114960"/>
              <a:gd name="connsiteY13715" fmla="*/ 110395 h 5143785"/>
              <a:gd name="connsiteX13716" fmla="*/ 648081 w 3114960"/>
              <a:gd name="connsiteY13716" fmla="*/ 92012 h 5143785"/>
              <a:gd name="connsiteX13717" fmla="*/ 652844 w 3114960"/>
              <a:gd name="connsiteY13717" fmla="*/ 92012 h 5143785"/>
              <a:gd name="connsiteX13718" fmla="*/ 652844 w 3114960"/>
              <a:gd name="connsiteY13718" fmla="*/ 110395 h 5143785"/>
              <a:gd name="connsiteX13719" fmla="*/ 652844 w 3114960"/>
              <a:gd name="connsiteY13719" fmla="*/ 183833 h 5143785"/>
              <a:gd name="connsiteX13720" fmla="*/ 648081 w 3114960"/>
              <a:gd name="connsiteY13720" fmla="*/ 183833 h 5143785"/>
              <a:gd name="connsiteX13721" fmla="*/ 648081 w 3114960"/>
              <a:gd name="connsiteY13721" fmla="*/ 165449 h 5143785"/>
              <a:gd name="connsiteX13722" fmla="*/ 652844 w 3114960"/>
              <a:gd name="connsiteY13722" fmla="*/ 165449 h 5143785"/>
              <a:gd name="connsiteX13723" fmla="*/ 652844 w 3114960"/>
              <a:gd name="connsiteY13723" fmla="*/ 183833 h 5143785"/>
              <a:gd name="connsiteX13724" fmla="*/ 648081 w 3114960"/>
              <a:gd name="connsiteY13724" fmla="*/ 18479 h 5143785"/>
              <a:gd name="connsiteX13725" fmla="*/ 652844 w 3114960"/>
              <a:gd name="connsiteY13725" fmla="*/ 18479 h 5143785"/>
              <a:gd name="connsiteX13726" fmla="*/ 652844 w 3114960"/>
              <a:gd name="connsiteY13726" fmla="*/ 36862 h 5143785"/>
              <a:gd name="connsiteX13727" fmla="*/ 648081 w 3114960"/>
              <a:gd name="connsiteY13727" fmla="*/ 36862 h 5143785"/>
              <a:gd name="connsiteX13728" fmla="*/ 648081 w 3114960"/>
              <a:gd name="connsiteY13728" fmla="*/ 18479 h 5143785"/>
              <a:gd name="connsiteX13729" fmla="*/ 648081 w 3114960"/>
              <a:gd name="connsiteY13729" fmla="*/ 128778 h 5143785"/>
              <a:gd name="connsiteX13730" fmla="*/ 652844 w 3114960"/>
              <a:gd name="connsiteY13730" fmla="*/ 128778 h 5143785"/>
              <a:gd name="connsiteX13731" fmla="*/ 652844 w 3114960"/>
              <a:gd name="connsiteY13731" fmla="*/ 147161 h 5143785"/>
              <a:gd name="connsiteX13732" fmla="*/ 648081 w 3114960"/>
              <a:gd name="connsiteY13732" fmla="*/ 147161 h 5143785"/>
              <a:gd name="connsiteX13733" fmla="*/ 648081 w 3114960"/>
              <a:gd name="connsiteY13733" fmla="*/ 128778 h 5143785"/>
              <a:gd name="connsiteX13734" fmla="*/ 710089 w 3114960"/>
              <a:gd name="connsiteY13734" fmla="*/ 164497 h 5143785"/>
              <a:gd name="connsiteX13735" fmla="*/ 714851 w 3114960"/>
              <a:gd name="connsiteY13735" fmla="*/ 164497 h 5143785"/>
              <a:gd name="connsiteX13736" fmla="*/ 714851 w 3114960"/>
              <a:gd name="connsiteY13736" fmla="*/ 182594 h 5143785"/>
              <a:gd name="connsiteX13737" fmla="*/ 710089 w 3114960"/>
              <a:gd name="connsiteY13737" fmla="*/ 182594 h 5143785"/>
              <a:gd name="connsiteX13738" fmla="*/ 710089 w 3114960"/>
              <a:gd name="connsiteY13738" fmla="*/ 164497 h 5143785"/>
              <a:gd name="connsiteX13739" fmla="*/ 778097 w 3114960"/>
              <a:gd name="connsiteY13739" fmla="*/ 1143 h 5143785"/>
              <a:gd name="connsiteX13740" fmla="*/ 773144 w 3114960"/>
              <a:gd name="connsiteY13740" fmla="*/ 95 h 5143785"/>
              <a:gd name="connsiteX13741" fmla="*/ 784098 w 3114960"/>
              <a:gd name="connsiteY13741" fmla="*/ 95 h 5143785"/>
              <a:gd name="connsiteX13742" fmla="*/ 778669 w 3114960"/>
              <a:gd name="connsiteY13742" fmla="*/ 1238 h 5143785"/>
              <a:gd name="connsiteX13743" fmla="*/ 778097 w 3114960"/>
              <a:gd name="connsiteY13743" fmla="*/ 1238 h 5143785"/>
              <a:gd name="connsiteX13744" fmla="*/ 924020 w 3114960"/>
              <a:gd name="connsiteY13744" fmla="*/ 2559177 h 5143785"/>
              <a:gd name="connsiteX13745" fmla="*/ 916877 w 3114960"/>
              <a:gd name="connsiteY13745" fmla="*/ 2559177 h 5143785"/>
              <a:gd name="connsiteX13746" fmla="*/ 907733 w 3114960"/>
              <a:gd name="connsiteY13746" fmla="*/ 2568321 h 5143785"/>
              <a:gd name="connsiteX13747" fmla="*/ 907733 w 3114960"/>
              <a:gd name="connsiteY13747" fmla="*/ 2575465 h 5143785"/>
              <a:gd name="connsiteX13748" fmla="*/ 916877 w 3114960"/>
              <a:gd name="connsiteY13748" fmla="*/ 2584609 h 5143785"/>
              <a:gd name="connsiteX13749" fmla="*/ 920496 w 3114960"/>
              <a:gd name="connsiteY13749" fmla="*/ 2586133 h 5143785"/>
              <a:gd name="connsiteX13750" fmla="*/ 924116 w 3114960"/>
              <a:gd name="connsiteY13750" fmla="*/ 2584609 h 5143785"/>
              <a:gd name="connsiteX13751" fmla="*/ 926306 w 3114960"/>
              <a:gd name="connsiteY13751" fmla="*/ 2582418 h 5143785"/>
              <a:gd name="connsiteX13752" fmla="*/ 995077 w 3114960"/>
              <a:gd name="connsiteY13752" fmla="*/ 2664905 h 5143785"/>
              <a:gd name="connsiteX13753" fmla="*/ 994124 w 3114960"/>
              <a:gd name="connsiteY13753" fmla="*/ 2758345 h 5143785"/>
              <a:gd name="connsiteX13754" fmla="*/ 970598 w 3114960"/>
              <a:gd name="connsiteY13754" fmla="*/ 2758345 h 5143785"/>
              <a:gd name="connsiteX13755" fmla="*/ 970598 w 3114960"/>
              <a:gd name="connsiteY13755" fmla="*/ 2749963 h 5143785"/>
              <a:gd name="connsiteX13756" fmla="*/ 961835 w 3114960"/>
              <a:gd name="connsiteY13756" fmla="*/ 2741295 h 5143785"/>
              <a:gd name="connsiteX13757" fmla="*/ 845249 w 3114960"/>
              <a:gd name="connsiteY13757" fmla="*/ 2741295 h 5143785"/>
              <a:gd name="connsiteX13758" fmla="*/ 836486 w 3114960"/>
              <a:gd name="connsiteY13758" fmla="*/ 2749963 h 5143785"/>
              <a:gd name="connsiteX13759" fmla="*/ 836486 w 3114960"/>
              <a:gd name="connsiteY13759" fmla="*/ 2758345 h 5143785"/>
              <a:gd name="connsiteX13760" fmla="*/ 768001 w 3114960"/>
              <a:gd name="connsiteY13760" fmla="*/ 2758535 h 5143785"/>
              <a:gd name="connsiteX13761" fmla="*/ 702659 w 3114960"/>
              <a:gd name="connsiteY13761" fmla="*/ 2826353 h 5143785"/>
              <a:gd name="connsiteX13762" fmla="*/ 644271 w 3114960"/>
              <a:gd name="connsiteY13762" fmla="*/ 2826163 h 5143785"/>
              <a:gd name="connsiteX13763" fmla="*/ 642176 w 3114960"/>
              <a:gd name="connsiteY13763" fmla="*/ 2816638 h 5143785"/>
              <a:gd name="connsiteX13764" fmla="*/ 626840 w 3114960"/>
              <a:gd name="connsiteY13764" fmla="*/ 2800636 h 5143785"/>
              <a:gd name="connsiteX13765" fmla="*/ 620077 w 3114960"/>
              <a:gd name="connsiteY13765" fmla="*/ 2797683 h 5143785"/>
              <a:gd name="connsiteX13766" fmla="*/ 617125 w 3114960"/>
              <a:gd name="connsiteY13766" fmla="*/ 2798159 h 5143785"/>
              <a:gd name="connsiteX13767" fmla="*/ 620173 w 3114960"/>
              <a:gd name="connsiteY13767" fmla="*/ 2774347 h 5143785"/>
              <a:gd name="connsiteX13768" fmla="*/ 563690 w 3114960"/>
              <a:gd name="connsiteY13768" fmla="*/ 2715292 h 5143785"/>
              <a:gd name="connsiteX13769" fmla="*/ 563309 w 3114960"/>
              <a:gd name="connsiteY13769" fmla="*/ 2714911 h 5143785"/>
              <a:gd name="connsiteX13770" fmla="*/ 532162 w 3114960"/>
              <a:gd name="connsiteY13770" fmla="*/ 2714911 h 5143785"/>
              <a:gd name="connsiteX13771" fmla="*/ 479774 w 3114960"/>
              <a:gd name="connsiteY13771" fmla="*/ 2659666 h 5143785"/>
              <a:gd name="connsiteX13772" fmla="*/ 480441 w 3114960"/>
              <a:gd name="connsiteY13772" fmla="*/ 2657475 h 5143785"/>
              <a:gd name="connsiteX13773" fmla="*/ 480727 w 3114960"/>
              <a:gd name="connsiteY13773" fmla="*/ 2642711 h 5143785"/>
              <a:gd name="connsiteX13774" fmla="*/ 476250 w 3114960"/>
              <a:gd name="connsiteY13774" fmla="*/ 2638044 h 5143785"/>
              <a:gd name="connsiteX13775" fmla="*/ 461486 w 3114960"/>
              <a:gd name="connsiteY13775" fmla="*/ 2637759 h 5143785"/>
              <a:gd name="connsiteX13776" fmla="*/ 456819 w 3114960"/>
              <a:gd name="connsiteY13776" fmla="*/ 2642235 h 5143785"/>
              <a:gd name="connsiteX13777" fmla="*/ 456533 w 3114960"/>
              <a:gd name="connsiteY13777" fmla="*/ 2656999 h 5143785"/>
              <a:gd name="connsiteX13778" fmla="*/ 461010 w 3114960"/>
              <a:gd name="connsiteY13778" fmla="*/ 2661666 h 5143785"/>
              <a:gd name="connsiteX13779" fmla="*/ 475774 w 3114960"/>
              <a:gd name="connsiteY13779" fmla="*/ 2661952 h 5143785"/>
              <a:gd name="connsiteX13780" fmla="*/ 478060 w 3114960"/>
              <a:gd name="connsiteY13780" fmla="*/ 2661285 h 5143785"/>
              <a:gd name="connsiteX13781" fmla="*/ 531114 w 3114960"/>
              <a:gd name="connsiteY13781" fmla="*/ 2717387 h 5143785"/>
              <a:gd name="connsiteX13782" fmla="*/ 562261 w 3114960"/>
              <a:gd name="connsiteY13782" fmla="*/ 2717387 h 5143785"/>
              <a:gd name="connsiteX13783" fmla="*/ 617601 w 3114960"/>
              <a:gd name="connsiteY13783" fmla="*/ 2775109 h 5143785"/>
              <a:gd name="connsiteX13784" fmla="*/ 614458 w 3114960"/>
              <a:gd name="connsiteY13784" fmla="*/ 2799493 h 5143785"/>
              <a:gd name="connsiteX13785" fmla="*/ 613124 w 3114960"/>
              <a:gd name="connsiteY13785" fmla="*/ 2800350 h 5143785"/>
              <a:gd name="connsiteX13786" fmla="*/ 610743 w 3114960"/>
              <a:gd name="connsiteY13786" fmla="*/ 2802636 h 5143785"/>
              <a:gd name="connsiteX13787" fmla="*/ 610457 w 3114960"/>
              <a:gd name="connsiteY13787" fmla="*/ 2816257 h 5143785"/>
              <a:gd name="connsiteX13788" fmla="*/ 625793 w 3114960"/>
              <a:gd name="connsiteY13788" fmla="*/ 2832259 h 5143785"/>
              <a:gd name="connsiteX13789" fmla="*/ 632555 w 3114960"/>
              <a:gd name="connsiteY13789" fmla="*/ 2835212 h 5143785"/>
              <a:gd name="connsiteX13790" fmla="*/ 632746 w 3114960"/>
              <a:gd name="connsiteY13790" fmla="*/ 2835212 h 5143785"/>
              <a:gd name="connsiteX13791" fmla="*/ 639413 w 3114960"/>
              <a:gd name="connsiteY13791" fmla="*/ 2832545 h 5143785"/>
              <a:gd name="connsiteX13792" fmla="*/ 641128 w 3114960"/>
              <a:gd name="connsiteY13792" fmla="*/ 2830925 h 5143785"/>
              <a:gd name="connsiteX13793" fmla="*/ 704564 w 3114960"/>
              <a:gd name="connsiteY13793" fmla="*/ 2831116 h 5143785"/>
              <a:gd name="connsiteX13794" fmla="*/ 769906 w 3114960"/>
              <a:gd name="connsiteY13794" fmla="*/ 2763298 h 5143785"/>
              <a:gd name="connsiteX13795" fmla="*/ 836295 w 3114960"/>
              <a:gd name="connsiteY13795" fmla="*/ 2763107 h 5143785"/>
              <a:gd name="connsiteX13796" fmla="*/ 836295 w 3114960"/>
              <a:gd name="connsiteY13796" fmla="*/ 2769108 h 5143785"/>
              <a:gd name="connsiteX13797" fmla="*/ 845058 w 3114960"/>
              <a:gd name="connsiteY13797" fmla="*/ 2777776 h 5143785"/>
              <a:gd name="connsiteX13798" fmla="*/ 961644 w 3114960"/>
              <a:gd name="connsiteY13798" fmla="*/ 2777776 h 5143785"/>
              <a:gd name="connsiteX13799" fmla="*/ 970407 w 3114960"/>
              <a:gd name="connsiteY13799" fmla="*/ 2769108 h 5143785"/>
              <a:gd name="connsiteX13800" fmla="*/ 970407 w 3114960"/>
              <a:gd name="connsiteY13800" fmla="*/ 2763107 h 5143785"/>
              <a:gd name="connsiteX13801" fmla="*/ 996315 w 3114960"/>
              <a:gd name="connsiteY13801" fmla="*/ 2763107 h 5143785"/>
              <a:gd name="connsiteX13802" fmla="*/ 998696 w 3114960"/>
              <a:gd name="connsiteY13802" fmla="*/ 2760726 h 5143785"/>
              <a:gd name="connsiteX13803" fmla="*/ 999649 w 3114960"/>
              <a:gd name="connsiteY13803" fmla="*/ 2664047 h 5143785"/>
              <a:gd name="connsiteX13804" fmla="*/ 999077 w 3114960"/>
              <a:gd name="connsiteY13804" fmla="*/ 2662523 h 5143785"/>
              <a:gd name="connsiteX13805" fmla="*/ 929450 w 3114960"/>
              <a:gd name="connsiteY13805" fmla="*/ 2578989 h 5143785"/>
              <a:gd name="connsiteX13806" fmla="*/ 933069 w 3114960"/>
              <a:gd name="connsiteY13806" fmla="*/ 2575370 h 5143785"/>
              <a:gd name="connsiteX13807" fmla="*/ 933069 w 3114960"/>
              <a:gd name="connsiteY13807" fmla="*/ 2568226 h 5143785"/>
              <a:gd name="connsiteX13808" fmla="*/ 930212 w 3114960"/>
              <a:gd name="connsiteY13808" fmla="*/ 2565368 h 5143785"/>
              <a:gd name="connsiteX13809" fmla="*/ 983647 w 3114960"/>
              <a:gd name="connsiteY13809" fmla="*/ 2505837 h 5143785"/>
              <a:gd name="connsiteX13810" fmla="*/ 989362 w 3114960"/>
              <a:gd name="connsiteY13810" fmla="*/ 2507647 h 5143785"/>
              <a:gd name="connsiteX13811" fmla="*/ 1000411 w 3114960"/>
              <a:gd name="connsiteY13811" fmla="*/ 2496598 h 5143785"/>
              <a:gd name="connsiteX13812" fmla="*/ 989362 w 3114960"/>
              <a:gd name="connsiteY13812" fmla="*/ 2485549 h 5143785"/>
              <a:gd name="connsiteX13813" fmla="*/ 978313 w 3114960"/>
              <a:gd name="connsiteY13813" fmla="*/ 2496598 h 5143785"/>
              <a:gd name="connsiteX13814" fmla="*/ 980218 w 3114960"/>
              <a:gd name="connsiteY13814" fmla="*/ 2502503 h 5143785"/>
              <a:gd name="connsiteX13815" fmla="*/ 926783 w 3114960"/>
              <a:gd name="connsiteY13815" fmla="*/ 2562035 h 5143785"/>
              <a:gd name="connsiteX13816" fmla="*/ 923925 w 3114960"/>
              <a:gd name="connsiteY13816" fmla="*/ 2559177 h 5143785"/>
              <a:gd name="connsiteX13817" fmla="*/ 614172 w 3114960"/>
              <a:gd name="connsiteY13817" fmla="*/ 2806255 h 5143785"/>
              <a:gd name="connsiteX13818" fmla="*/ 616553 w 3114960"/>
              <a:gd name="connsiteY13818" fmla="*/ 2803970 h 5143785"/>
              <a:gd name="connsiteX13819" fmla="*/ 619887 w 3114960"/>
              <a:gd name="connsiteY13819" fmla="*/ 2802636 h 5143785"/>
              <a:gd name="connsiteX13820" fmla="*/ 619982 w 3114960"/>
              <a:gd name="connsiteY13820" fmla="*/ 2802636 h 5143785"/>
              <a:gd name="connsiteX13821" fmla="*/ 622554 w 3114960"/>
              <a:gd name="connsiteY13821" fmla="*/ 2803588 h 5143785"/>
              <a:gd name="connsiteX13822" fmla="*/ 613410 w 3114960"/>
              <a:gd name="connsiteY13822" fmla="*/ 2812256 h 5143785"/>
              <a:gd name="connsiteX13823" fmla="*/ 614077 w 3114960"/>
              <a:gd name="connsiteY13823" fmla="*/ 2806255 h 5143785"/>
              <a:gd name="connsiteX13824" fmla="*/ 625507 w 3114960"/>
              <a:gd name="connsiteY13824" fmla="*/ 2825020 h 5143785"/>
              <a:gd name="connsiteX13825" fmla="*/ 617220 w 3114960"/>
              <a:gd name="connsiteY13825" fmla="*/ 2816352 h 5143785"/>
              <a:gd name="connsiteX13826" fmla="*/ 626650 w 3114960"/>
              <a:gd name="connsiteY13826" fmla="*/ 2807399 h 5143785"/>
              <a:gd name="connsiteX13827" fmla="*/ 634937 w 3114960"/>
              <a:gd name="connsiteY13827" fmla="*/ 2816067 h 5143785"/>
              <a:gd name="connsiteX13828" fmla="*/ 625507 w 3114960"/>
              <a:gd name="connsiteY13828" fmla="*/ 2825020 h 5143785"/>
              <a:gd name="connsiteX13829" fmla="*/ 638651 w 3114960"/>
              <a:gd name="connsiteY13829" fmla="*/ 2827020 h 5143785"/>
              <a:gd name="connsiteX13830" fmla="*/ 636270 w 3114960"/>
              <a:gd name="connsiteY13830" fmla="*/ 2829306 h 5143785"/>
              <a:gd name="connsiteX13831" fmla="*/ 632841 w 3114960"/>
              <a:gd name="connsiteY13831" fmla="*/ 2830640 h 5143785"/>
              <a:gd name="connsiteX13832" fmla="*/ 629412 w 3114960"/>
              <a:gd name="connsiteY13832" fmla="*/ 2829116 h 5143785"/>
              <a:gd name="connsiteX13833" fmla="*/ 628936 w 3114960"/>
              <a:gd name="connsiteY13833" fmla="*/ 2828639 h 5143785"/>
              <a:gd name="connsiteX13834" fmla="*/ 638366 w 3114960"/>
              <a:gd name="connsiteY13834" fmla="*/ 2819686 h 5143785"/>
              <a:gd name="connsiteX13835" fmla="*/ 638842 w 3114960"/>
              <a:gd name="connsiteY13835" fmla="*/ 2820162 h 5143785"/>
              <a:gd name="connsiteX13836" fmla="*/ 638651 w 3114960"/>
              <a:gd name="connsiteY13836" fmla="*/ 2827020 h 5143785"/>
              <a:gd name="connsiteX13837" fmla="*/ 859727 w 3114960"/>
              <a:gd name="connsiteY13837" fmla="*/ 2773204 h 5143785"/>
              <a:gd name="connsiteX13838" fmla="*/ 845249 w 3114960"/>
              <a:gd name="connsiteY13838" fmla="*/ 2773204 h 5143785"/>
              <a:gd name="connsiteX13839" fmla="*/ 841248 w 3114960"/>
              <a:gd name="connsiteY13839" fmla="*/ 2769299 h 5143785"/>
              <a:gd name="connsiteX13840" fmla="*/ 841248 w 3114960"/>
              <a:gd name="connsiteY13840" fmla="*/ 2750153 h 5143785"/>
              <a:gd name="connsiteX13841" fmla="*/ 845249 w 3114960"/>
              <a:gd name="connsiteY13841" fmla="*/ 2746248 h 5143785"/>
              <a:gd name="connsiteX13842" fmla="*/ 859727 w 3114960"/>
              <a:gd name="connsiteY13842" fmla="*/ 2746248 h 5143785"/>
              <a:gd name="connsiteX13843" fmla="*/ 859727 w 3114960"/>
              <a:gd name="connsiteY13843" fmla="*/ 2773299 h 5143785"/>
              <a:gd name="connsiteX13844" fmla="*/ 885063 w 3114960"/>
              <a:gd name="connsiteY13844" fmla="*/ 2773204 h 5143785"/>
              <a:gd name="connsiteX13845" fmla="*/ 865918 w 3114960"/>
              <a:gd name="connsiteY13845" fmla="*/ 2773204 h 5143785"/>
              <a:gd name="connsiteX13846" fmla="*/ 865918 w 3114960"/>
              <a:gd name="connsiteY13846" fmla="*/ 2746153 h 5143785"/>
              <a:gd name="connsiteX13847" fmla="*/ 885063 w 3114960"/>
              <a:gd name="connsiteY13847" fmla="*/ 2746153 h 5143785"/>
              <a:gd name="connsiteX13848" fmla="*/ 885063 w 3114960"/>
              <a:gd name="connsiteY13848" fmla="*/ 2773204 h 5143785"/>
              <a:gd name="connsiteX13849" fmla="*/ 891540 w 3114960"/>
              <a:gd name="connsiteY13849" fmla="*/ 2773204 h 5143785"/>
              <a:gd name="connsiteX13850" fmla="*/ 889826 w 3114960"/>
              <a:gd name="connsiteY13850" fmla="*/ 2773204 h 5143785"/>
              <a:gd name="connsiteX13851" fmla="*/ 889826 w 3114960"/>
              <a:gd name="connsiteY13851" fmla="*/ 2746153 h 5143785"/>
              <a:gd name="connsiteX13852" fmla="*/ 891540 w 3114960"/>
              <a:gd name="connsiteY13852" fmla="*/ 2746153 h 5143785"/>
              <a:gd name="connsiteX13853" fmla="*/ 891540 w 3114960"/>
              <a:gd name="connsiteY13853" fmla="*/ 2773204 h 5143785"/>
              <a:gd name="connsiteX13854" fmla="*/ 915829 w 3114960"/>
              <a:gd name="connsiteY13854" fmla="*/ 2773204 h 5143785"/>
              <a:gd name="connsiteX13855" fmla="*/ 896302 w 3114960"/>
              <a:gd name="connsiteY13855" fmla="*/ 2773204 h 5143785"/>
              <a:gd name="connsiteX13856" fmla="*/ 896302 w 3114960"/>
              <a:gd name="connsiteY13856" fmla="*/ 2746153 h 5143785"/>
              <a:gd name="connsiteX13857" fmla="*/ 915829 w 3114960"/>
              <a:gd name="connsiteY13857" fmla="*/ 2746153 h 5143785"/>
              <a:gd name="connsiteX13858" fmla="*/ 915829 w 3114960"/>
              <a:gd name="connsiteY13858" fmla="*/ 2773204 h 5143785"/>
              <a:gd name="connsiteX13859" fmla="*/ 937165 w 3114960"/>
              <a:gd name="connsiteY13859" fmla="*/ 2773204 h 5143785"/>
              <a:gd name="connsiteX13860" fmla="*/ 922306 w 3114960"/>
              <a:gd name="connsiteY13860" fmla="*/ 2773204 h 5143785"/>
              <a:gd name="connsiteX13861" fmla="*/ 922306 w 3114960"/>
              <a:gd name="connsiteY13861" fmla="*/ 2746153 h 5143785"/>
              <a:gd name="connsiteX13862" fmla="*/ 937165 w 3114960"/>
              <a:gd name="connsiteY13862" fmla="*/ 2746153 h 5143785"/>
              <a:gd name="connsiteX13863" fmla="*/ 937165 w 3114960"/>
              <a:gd name="connsiteY13863" fmla="*/ 2773204 h 5143785"/>
              <a:gd name="connsiteX13864" fmla="*/ 943642 w 3114960"/>
              <a:gd name="connsiteY13864" fmla="*/ 2773204 h 5143785"/>
              <a:gd name="connsiteX13865" fmla="*/ 941927 w 3114960"/>
              <a:gd name="connsiteY13865" fmla="*/ 2773204 h 5143785"/>
              <a:gd name="connsiteX13866" fmla="*/ 941927 w 3114960"/>
              <a:gd name="connsiteY13866" fmla="*/ 2746153 h 5143785"/>
              <a:gd name="connsiteX13867" fmla="*/ 943642 w 3114960"/>
              <a:gd name="connsiteY13867" fmla="*/ 2746153 h 5143785"/>
              <a:gd name="connsiteX13868" fmla="*/ 943642 w 3114960"/>
              <a:gd name="connsiteY13868" fmla="*/ 2773204 h 5143785"/>
              <a:gd name="connsiteX13869" fmla="*/ 965740 w 3114960"/>
              <a:gd name="connsiteY13869" fmla="*/ 2769299 h 5143785"/>
              <a:gd name="connsiteX13870" fmla="*/ 961739 w 3114960"/>
              <a:gd name="connsiteY13870" fmla="*/ 2773204 h 5143785"/>
              <a:gd name="connsiteX13871" fmla="*/ 948404 w 3114960"/>
              <a:gd name="connsiteY13871" fmla="*/ 2773204 h 5143785"/>
              <a:gd name="connsiteX13872" fmla="*/ 948404 w 3114960"/>
              <a:gd name="connsiteY13872" fmla="*/ 2746153 h 5143785"/>
              <a:gd name="connsiteX13873" fmla="*/ 961739 w 3114960"/>
              <a:gd name="connsiteY13873" fmla="*/ 2746153 h 5143785"/>
              <a:gd name="connsiteX13874" fmla="*/ 965740 w 3114960"/>
              <a:gd name="connsiteY13874" fmla="*/ 2750058 h 5143785"/>
              <a:gd name="connsiteX13875" fmla="*/ 965740 w 3114960"/>
              <a:gd name="connsiteY13875" fmla="*/ 2769203 h 5143785"/>
              <a:gd name="connsiteX13876" fmla="*/ 920210 w 3114960"/>
              <a:gd name="connsiteY13876" fmla="*/ 2581275 h 5143785"/>
              <a:gd name="connsiteX13877" fmla="*/ 911066 w 3114960"/>
              <a:gd name="connsiteY13877" fmla="*/ 2571655 h 5143785"/>
              <a:gd name="connsiteX13878" fmla="*/ 920210 w 3114960"/>
              <a:gd name="connsiteY13878" fmla="*/ 2562511 h 5143785"/>
              <a:gd name="connsiteX13879" fmla="*/ 920401 w 3114960"/>
              <a:gd name="connsiteY13879" fmla="*/ 2562511 h 5143785"/>
              <a:gd name="connsiteX13880" fmla="*/ 920591 w 3114960"/>
              <a:gd name="connsiteY13880" fmla="*/ 2562511 h 5143785"/>
              <a:gd name="connsiteX13881" fmla="*/ 929735 w 3114960"/>
              <a:gd name="connsiteY13881" fmla="*/ 2572131 h 5143785"/>
              <a:gd name="connsiteX13882" fmla="*/ 920115 w 3114960"/>
              <a:gd name="connsiteY13882" fmla="*/ 2581275 h 5143785"/>
              <a:gd name="connsiteX13883" fmla="*/ 662083 w 3114960"/>
              <a:gd name="connsiteY13883" fmla="*/ 4230529 h 5143785"/>
              <a:gd name="connsiteX13884" fmla="*/ 659416 w 3114960"/>
              <a:gd name="connsiteY13884" fmla="*/ 4230529 h 5143785"/>
              <a:gd name="connsiteX13885" fmla="*/ 648462 w 3114960"/>
              <a:gd name="connsiteY13885" fmla="*/ 4240245 h 5143785"/>
              <a:gd name="connsiteX13886" fmla="*/ 648462 w 3114960"/>
              <a:gd name="connsiteY13886" fmla="*/ 4279106 h 5143785"/>
              <a:gd name="connsiteX13887" fmla="*/ 659416 w 3114960"/>
              <a:gd name="connsiteY13887" fmla="*/ 4288822 h 5143785"/>
              <a:gd name="connsiteX13888" fmla="*/ 669512 w 3114960"/>
              <a:gd name="connsiteY13888" fmla="*/ 4288822 h 5143785"/>
              <a:gd name="connsiteX13889" fmla="*/ 680466 w 3114960"/>
              <a:gd name="connsiteY13889" fmla="*/ 4279106 h 5143785"/>
              <a:gd name="connsiteX13890" fmla="*/ 680466 w 3114960"/>
              <a:gd name="connsiteY13890" fmla="*/ 4240245 h 5143785"/>
              <a:gd name="connsiteX13891" fmla="*/ 669512 w 3114960"/>
              <a:gd name="connsiteY13891" fmla="*/ 4230529 h 5143785"/>
              <a:gd name="connsiteX13892" fmla="*/ 666845 w 3114960"/>
              <a:gd name="connsiteY13892" fmla="*/ 4230529 h 5143785"/>
              <a:gd name="connsiteX13893" fmla="*/ 666845 w 3114960"/>
              <a:gd name="connsiteY13893" fmla="*/ 4169855 h 5143785"/>
              <a:gd name="connsiteX13894" fmla="*/ 505301 w 3114960"/>
              <a:gd name="connsiteY13894" fmla="*/ 3982879 h 5143785"/>
              <a:gd name="connsiteX13895" fmla="*/ 504539 w 3114960"/>
              <a:gd name="connsiteY13895" fmla="*/ 3932777 h 5143785"/>
              <a:gd name="connsiteX13896" fmla="*/ 506063 w 3114960"/>
              <a:gd name="connsiteY13896" fmla="*/ 3932777 h 5143785"/>
              <a:gd name="connsiteX13897" fmla="*/ 508445 w 3114960"/>
              <a:gd name="connsiteY13897" fmla="*/ 3930396 h 5143785"/>
              <a:gd name="connsiteX13898" fmla="*/ 508445 w 3114960"/>
              <a:gd name="connsiteY13898" fmla="*/ 3923634 h 5143785"/>
              <a:gd name="connsiteX13899" fmla="*/ 553022 w 3114960"/>
              <a:gd name="connsiteY13899" fmla="*/ 3923634 h 5143785"/>
              <a:gd name="connsiteX13900" fmla="*/ 563785 w 3114960"/>
              <a:gd name="connsiteY13900" fmla="*/ 3912870 h 5143785"/>
              <a:gd name="connsiteX13901" fmla="*/ 553022 w 3114960"/>
              <a:gd name="connsiteY13901" fmla="*/ 3902107 h 5143785"/>
              <a:gd name="connsiteX13902" fmla="*/ 515017 w 3114960"/>
              <a:gd name="connsiteY13902" fmla="*/ 3902107 h 5143785"/>
              <a:gd name="connsiteX13903" fmla="*/ 509016 w 3114960"/>
              <a:gd name="connsiteY13903" fmla="*/ 3896106 h 5143785"/>
              <a:gd name="connsiteX13904" fmla="*/ 515017 w 3114960"/>
              <a:gd name="connsiteY13904" fmla="*/ 3890105 h 5143785"/>
              <a:gd name="connsiteX13905" fmla="*/ 553022 w 3114960"/>
              <a:gd name="connsiteY13905" fmla="*/ 3890105 h 5143785"/>
              <a:gd name="connsiteX13906" fmla="*/ 563785 w 3114960"/>
              <a:gd name="connsiteY13906" fmla="*/ 3879342 h 5143785"/>
              <a:gd name="connsiteX13907" fmla="*/ 553022 w 3114960"/>
              <a:gd name="connsiteY13907" fmla="*/ 3868579 h 5143785"/>
              <a:gd name="connsiteX13908" fmla="*/ 515017 w 3114960"/>
              <a:gd name="connsiteY13908" fmla="*/ 3868579 h 5143785"/>
              <a:gd name="connsiteX13909" fmla="*/ 509016 w 3114960"/>
              <a:gd name="connsiteY13909" fmla="*/ 3862578 h 5143785"/>
              <a:gd name="connsiteX13910" fmla="*/ 515017 w 3114960"/>
              <a:gd name="connsiteY13910" fmla="*/ 3856577 h 5143785"/>
              <a:gd name="connsiteX13911" fmla="*/ 557498 w 3114960"/>
              <a:gd name="connsiteY13911" fmla="*/ 3856577 h 5143785"/>
              <a:gd name="connsiteX13912" fmla="*/ 557498 w 3114960"/>
              <a:gd name="connsiteY13912" fmla="*/ 3863340 h 5143785"/>
              <a:gd name="connsiteX13913" fmla="*/ 559880 w 3114960"/>
              <a:gd name="connsiteY13913" fmla="*/ 3865721 h 5143785"/>
              <a:gd name="connsiteX13914" fmla="*/ 567881 w 3114960"/>
              <a:gd name="connsiteY13914" fmla="*/ 3865721 h 5143785"/>
              <a:gd name="connsiteX13915" fmla="*/ 570262 w 3114960"/>
              <a:gd name="connsiteY13915" fmla="*/ 3863340 h 5143785"/>
              <a:gd name="connsiteX13916" fmla="*/ 570262 w 3114960"/>
              <a:gd name="connsiteY13916" fmla="*/ 3855149 h 5143785"/>
              <a:gd name="connsiteX13917" fmla="*/ 615029 w 3114960"/>
              <a:gd name="connsiteY13917" fmla="*/ 3855149 h 5143785"/>
              <a:gd name="connsiteX13918" fmla="*/ 625793 w 3114960"/>
              <a:gd name="connsiteY13918" fmla="*/ 3844385 h 5143785"/>
              <a:gd name="connsiteX13919" fmla="*/ 615029 w 3114960"/>
              <a:gd name="connsiteY13919" fmla="*/ 3833622 h 5143785"/>
              <a:gd name="connsiteX13920" fmla="*/ 577025 w 3114960"/>
              <a:gd name="connsiteY13920" fmla="*/ 3833622 h 5143785"/>
              <a:gd name="connsiteX13921" fmla="*/ 571024 w 3114960"/>
              <a:gd name="connsiteY13921" fmla="*/ 3827621 h 5143785"/>
              <a:gd name="connsiteX13922" fmla="*/ 577025 w 3114960"/>
              <a:gd name="connsiteY13922" fmla="*/ 3821621 h 5143785"/>
              <a:gd name="connsiteX13923" fmla="*/ 652939 w 3114960"/>
              <a:gd name="connsiteY13923" fmla="*/ 3821621 h 5143785"/>
              <a:gd name="connsiteX13924" fmla="*/ 667226 w 3114960"/>
              <a:gd name="connsiteY13924" fmla="*/ 3831908 h 5143785"/>
              <a:gd name="connsiteX13925" fmla="*/ 667036 w 3114960"/>
              <a:gd name="connsiteY13925" fmla="*/ 3832955 h 5143785"/>
              <a:gd name="connsiteX13926" fmla="*/ 667036 w 3114960"/>
              <a:gd name="connsiteY13926" fmla="*/ 3840575 h 5143785"/>
              <a:gd name="connsiteX13927" fmla="*/ 671513 w 3114960"/>
              <a:gd name="connsiteY13927" fmla="*/ 3845052 h 5143785"/>
              <a:gd name="connsiteX13928" fmla="*/ 679133 w 3114960"/>
              <a:gd name="connsiteY13928" fmla="*/ 3845052 h 5143785"/>
              <a:gd name="connsiteX13929" fmla="*/ 683609 w 3114960"/>
              <a:gd name="connsiteY13929" fmla="*/ 3840575 h 5143785"/>
              <a:gd name="connsiteX13930" fmla="*/ 683609 w 3114960"/>
              <a:gd name="connsiteY13930" fmla="*/ 3833336 h 5143785"/>
              <a:gd name="connsiteX13931" fmla="*/ 702754 w 3114960"/>
              <a:gd name="connsiteY13931" fmla="*/ 3822954 h 5143785"/>
              <a:gd name="connsiteX13932" fmla="*/ 782765 w 3114960"/>
              <a:gd name="connsiteY13932" fmla="*/ 3822954 h 5143785"/>
              <a:gd name="connsiteX13933" fmla="*/ 795052 w 3114960"/>
              <a:gd name="connsiteY13933" fmla="*/ 3833908 h 5143785"/>
              <a:gd name="connsiteX13934" fmla="*/ 852964 w 3114960"/>
              <a:gd name="connsiteY13934" fmla="*/ 3833908 h 5143785"/>
              <a:gd name="connsiteX13935" fmla="*/ 860489 w 3114960"/>
              <a:gd name="connsiteY13935" fmla="*/ 3842004 h 5143785"/>
              <a:gd name="connsiteX13936" fmla="*/ 863537 w 3114960"/>
              <a:gd name="connsiteY13936" fmla="*/ 3842385 h 5143785"/>
              <a:gd name="connsiteX13937" fmla="*/ 868871 w 3114960"/>
              <a:gd name="connsiteY13937" fmla="*/ 3841052 h 5143785"/>
              <a:gd name="connsiteX13938" fmla="*/ 874109 w 3114960"/>
              <a:gd name="connsiteY13938" fmla="*/ 3834479 h 5143785"/>
              <a:gd name="connsiteX13939" fmla="*/ 873157 w 3114960"/>
              <a:gd name="connsiteY13939" fmla="*/ 3826193 h 5143785"/>
              <a:gd name="connsiteX13940" fmla="*/ 866585 w 3114960"/>
              <a:gd name="connsiteY13940" fmla="*/ 3820954 h 5143785"/>
              <a:gd name="connsiteX13941" fmla="*/ 853059 w 3114960"/>
              <a:gd name="connsiteY13941" fmla="*/ 3828479 h 5143785"/>
              <a:gd name="connsiteX13942" fmla="*/ 853059 w 3114960"/>
              <a:gd name="connsiteY13942" fmla="*/ 3829145 h 5143785"/>
              <a:gd name="connsiteX13943" fmla="*/ 797052 w 3114960"/>
              <a:gd name="connsiteY13943" fmla="*/ 3829145 h 5143785"/>
              <a:gd name="connsiteX13944" fmla="*/ 787241 w 3114960"/>
              <a:gd name="connsiteY13944" fmla="*/ 3820478 h 5143785"/>
              <a:gd name="connsiteX13945" fmla="*/ 809339 w 3114960"/>
              <a:gd name="connsiteY13945" fmla="*/ 3798094 h 5143785"/>
              <a:gd name="connsiteX13946" fmla="*/ 866108 w 3114960"/>
              <a:gd name="connsiteY13946" fmla="*/ 3798094 h 5143785"/>
              <a:gd name="connsiteX13947" fmla="*/ 873633 w 3114960"/>
              <a:gd name="connsiteY13947" fmla="*/ 3806285 h 5143785"/>
              <a:gd name="connsiteX13948" fmla="*/ 876681 w 3114960"/>
              <a:gd name="connsiteY13948" fmla="*/ 3806667 h 5143785"/>
              <a:gd name="connsiteX13949" fmla="*/ 887254 w 3114960"/>
              <a:gd name="connsiteY13949" fmla="*/ 3798761 h 5143785"/>
              <a:gd name="connsiteX13950" fmla="*/ 879729 w 3114960"/>
              <a:gd name="connsiteY13950" fmla="*/ 3785235 h 5143785"/>
              <a:gd name="connsiteX13951" fmla="*/ 866204 w 3114960"/>
              <a:gd name="connsiteY13951" fmla="*/ 3792760 h 5143785"/>
              <a:gd name="connsiteX13952" fmla="*/ 866204 w 3114960"/>
              <a:gd name="connsiteY13952" fmla="*/ 3793427 h 5143785"/>
              <a:gd name="connsiteX13953" fmla="*/ 807529 w 3114960"/>
              <a:gd name="connsiteY13953" fmla="*/ 3793427 h 5143785"/>
              <a:gd name="connsiteX13954" fmla="*/ 782955 w 3114960"/>
              <a:gd name="connsiteY13954" fmla="*/ 3818287 h 5143785"/>
              <a:gd name="connsiteX13955" fmla="*/ 702374 w 3114960"/>
              <a:gd name="connsiteY13955" fmla="*/ 3818287 h 5143785"/>
              <a:gd name="connsiteX13956" fmla="*/ 681514 w 3114960"/>
              <a:gd name="connsiteY13956" fmla="*/ 3829241 h 5143785"/>
              <a:gd name="connsiteX13957" fmla="*/ 679323 w 3114960"/>
              <a:gd name="connsiteY13957" fmla="*/ 3828574 h 5143785"/>
              <a:gd name="connsiteX13958" fmla="*/ 671703 w 3114960"/>
              <a:gd name="connsiteY13958" fmla="*/ 3828574 h 5143785"/>
              <a:gd name="connsiteX13959" fmla="*/ 671036 w 3114960"/>
              <a:gd name="connsiteY13959" fmla="*/ 3828669 h 5143785"/>
              <a:gd name="connsiteX13960" fmla="*/ 654653 w 3114960"/>
              <a:gd name="connsiteY13960" fmla="*/ 3816858 h 5143785"/>
              <a:gd name="connsiteX13961" fmla="*/ 577215 w 3114960"/>
              <a:gd name="connsiteY13961" fmla="*/ 3816858 h 5143785"/>
              <a:gd name="connsiteX13962" fmla="*/ 566452 w 3114960"/>
              <a:gd name="connsiteY13962" fmla="*/ 3827621 h 5143785"/>
              <a:gd name="connsiteX13963" fmla="*/ 577215 w 3114960"/>
              <a:gd name="connsiteY13963" fmla="*/ 3838385 h 5143785"/>
              <a:gd name="connsiteX13964" fmla="*/ 615220 w 3114960"/>
              <a:gd name="connsiteY13964" fmla="*/ 3838385 h 5143785"/>
              <a:gd name="connsiteX13965" fmla="*/ 621221 w 3114960"/>
              <a:gd name="connsiteY13965" fmla="*/ 3844385 h 5143785"/>
              <a:gd name="connsiteX13966" fmla="*/ 615220 w 3114960"/>
              <a:gd name="connsiteY13966" fmla="*/ 3850386 h 5143785"/>
              <a:gd name="connsiteX13967" fmla="*/ 570452 w 3114960"/>
              <a:gd name="connsiteY13967" fmla="*/ 3850386 h 5143785"/>
              <a:gd name="connsiteX13968" fmla="*/ 570452 w 3114960"/>
              <a:gd name="connsiteY13968" fmla="*/ 3845147 h 5143785"/>
              <a:gd name="connsiteX13969" fmla="*/ 568071 w 3114960"/>
              <a:gd name="connsiteY13969" fmla="*/ 3842766 h 5143785"/>
              <a:gd name="connsiteX13970" fmla="*/ 560070 w 3114960"/>
              <a:gd name="connsiteY13970" fmla="*/ 3842766 h 5143785"/>
              <a:gd name="connsiteX13971" fmla="*/ 557689 w 3114960"/>
              <a:gd name="connsiteY13971" fmla="*/ 3845147 h 5143785"/>
              <a:gd name="connsiteX13972" fmla="*/ 557689 w 3114960"/>
              <a:gd name="connsiteY13972" fmla="*/ 3851910 h 5143785"/>
              <a:gd name="connsiteX13973" fmla="*/ 515207 w 3114960"/>
              <a:gd name="connsiteY13973" fmla="*/ 3851910 h 5143785"/>
              <a:gd name="connsiteX13974" fmla="*/ 504444 w 3114960"/>
              <a:gd name="connsiteY13974" fmla="*/ 3862673 h 5143785"/>
              <a:gd name="connsiteX13975" fmla="*/ 515207 w 3114960"/>
              <a:gd name="connsiteY13975" fmla="*/ 3873437 h 5143785"/>
              <a:gd name="connsiteX13976" fmla="*/ 553212 w 3114960"/>
              <a:gd name="connsiteY13976" fmla="*/ 3873437 h 5143785"/>
              <a:gd name="connsiteX13977" fmla="*/ 559213 w 3114960"/>
              <a:gd name="connsiteY13977" fmla="*/ 3879437 h 5143785"/>
              <a:gd name="connsiteX13978" fmla="*/ 553212 w 3114960"/>
              <a:gd name="connsiteY13978" fmla="*/ 3885438 h 5143785"/>
              <a:gd name="connsiteX13979" fmla="*/ 515207 w 3114960"/>
              <a:gd name="connsiteY13979" fmla="*/ 3885438 h 5143785"/>
              <a:gd name="connsiteX13980" fmla="*/ 504444 w 3114960"/>
              <a:gd name="connsiteY13980" fmla="*/ 3896201 h 5143785"/>
              <a:gd name="connsiteX13981" fmla="*/ 515207 w 3114960"/>
              <a:gd name="connsiteY13981" fmla="*/ 3906965 h 5143785"/>
              <a:gd name="connsiteX13982" fmla="*/ 553212 w 3114960"/>
              <a:gd name="connsiteY13982" fmla="*/ 3906965 h 5143785"/>
              <a:gd name="connsiteX13983" fmla="*/ 559213 w 3114960"/>
              <a:gd name="connsiteY13983" fmla="*/ 3912965 h 5143785"/>
              <a:gd name="connsiteX13984" fmla="*/ 553212 w 3114960"/>
              <a:gd name="connsiteY13984" fmla="*/ 3918966 h 5143785"/>
              <a:gd name="connsiteX13985" fmla="*/ 508635 w 3114960"/>
              <a:gd name="connsiteY13985" fmla="*/ 3918966 h 5143785"/>
              <a:gd name="connsiteX13986" fmla="*/ 508635 w 3114960"/>
              <a:gd name="connsiteY13986" fmla="*/ 3912299 h 5143785"/>
              <a:gd name="connsiteX13987" fmla="*/ 506254 w 3114960"/>
              <a:gd name="connsiteY13987" fmla="*/ 3909917 h 5143785"/>
              <a:gd name="connsiteX13988" fmla="*/ 498253 w 3114960"/>
              <a:gd name="connsiteY13988" fmla="*/ 3909917 h 5143785"/>
              <a:gd name="connsiteX13989" fmla="*/ 495872 w 3114960"/>
              <a:gd name="connsiteY13989" fmla="*/ 3912299 h 5143785"/>
              <a:gd name="connsiteX13990" fmla="*/ 495872 w 3114960"/>
              <a:gd name="connsiteY13990" fmla="*/ 3930492 h 5143785"/>
              <a:gd name="connsiteX13991" fmla="*/ 498253 w 3114960"/>
              <a:gd name="connsiteY13991" fmla="*/ 3932873 h 5143785"/>
              <a:gd name="connsiteX13992" fmla="*/ 499872 w 3114960"/>
              <a:gd name="connsiteY13992" fmla="*/ 3932873 h 5143785"/>
              <a:gd name="connsiteX13993" fmla="*/ 500729 w 3114960"/>
              <a:gd name="connsiteY13993" fmla="*/ 3984784 h 5143785"/>
              <a:gd name="connsiteX13994" fmla="*/ 662178 w 3114960"/>
              <a:gd name="connsiteY13994" fmla="*/ 4171664 h 5143785"/>
              <a:gd name="connsiteX13995" fmla="*/ 662178 w 3114960"/>
              <a:gd name="connsiteY13995" fmla="*/ 4230624 h 5143785"/>
              <a:gd name="connsiteX13996" fmla="*/ 857631 w 3114960"/>
              <a:gd name="connsiteY13996" fmla="*/ 3830003 h 5143785"/>
              <a:gd name="connsiteX13997" fmla="*/ 863537 w 3114960"/>
              <a:gd name="connsiteY13997" fmla="*/ 3825526 h 5143785"/>
              <a:gd name="connsiteX13998" fmla="*/ 865251 w 3114960"/>
              <a:gd name="connsiteY13998" fmla="*/ 3825812 h 5143785"/>
              <a:gd name="connsiteX13999" fmla="*/ 868966 w 3114960"/>
              <a:gd name="connsiteY13999" fmla="*/ 3828764 h 5143785"/>
              <a:gd name="connsiteX14000" fmla="*/ 869537 w 3114960"/>
              <a:gd name="connsiteY14000" fmla="*/ 3833432 h 5143785"/>
              <a:gd name="connsiteX14001" fmla="*/ 869537 w 3114960"/>
              <a:gd name="connsiteY14001" fmla="*/ 3833432 h 5143785"/>
              <a:gd name="connsiteX14002" fmla="*/ 866585 w 3114960"/>
              <a:gd name="connsiteY14002" fmla="*/ 3837146 h 5143785"/>
              <a:gd name="connsiteX14003" fmla="*/ 861917 w 3114960"/>
              <a:gd name="connsiteY14003" fmla="*/ 3837718 h 5143785"/>
              <a:gd name="connsiteX14004" fmla="*/ 857631 w 3114960"/>
              <a:gd name="connsiteY14004" fmla="*/ 3830098 h 5143785"/>
              <a:gd name="connsiteX14005" fmla="*/ 870680 w 3114960"/>
              <a:gd name="connsiteY14005" fmla="*/ 3794188 h 5143785"/>
              <a:gd name="connsiteX14006" fmla="*/ 876586 w 3114960"/>
              <a:gd name="connsiteY14006" fmla="*/ 3789712 h 5143785"/>
              <a:gd name="connsiteX14007" fmla="*/ 878300 w 3114960"/>
              <a:gd name="connsiteY14007" fmla="*/ 3789998 h 5143785"/>
              <a:gd name="connsiteX14008" fmla="*/ 882587 w 3114960"/>
              <a:gd name="connsiteY14008" fmla="*/ 3797618 h 5143785"/>
              <a:gd name="connsiteX14009" fmla="*/ 874967 w 3114960"/>
              <a:gd name="connsiteY14009" fmla="*/ 3801904 h 5143785"/>
              <a:gd name="connsiteX14010" fmla="*/ 870680 w 3114960"/>
              <a:gd name="connsiteY14010" fmla="*/ 3794284 h 5143785"/>
              <a:gd name="connsiteX14011" fmla="*/ 562261 w 3114960"/>
              <a:gd name="connsiteY14011" fmla="*/ 3847624 h 5143785"/>
              <a:gd name="connsiteX14012" fmla="*/ 565499 w 3114960"/>
              <a:gd name="connsiteY14012" fmla="*/ 3847624 h 5143785"/>
              <a:gd name="connsiteX14013" fmla="*/ 565499 w 3114960"/>
              <a:gd name="connsiteY14013" fmla="*/ 3861054 h 5143785"/>
              <a:gd name="connsiteX14014" fmla="*/ 562261 w 3114960"/>
              <a:gd name="connsiteY14014" fmla="*/ 3861054 h 5143785"/>
              <a:gd name="connsiteX14015" fmla="*/ 562261 w 3114960"/>
              <a:gd name="connsiteY14015" fmla="*/ 3847624 h 5143785"/>
              <a:gd name="connsiteX14016" fmla="*/ 503777 w 3114960"/>
              <a:gd name="connsiteY14016" fmla="*/ 3928015 h 5143785"/>
              <a:gd name="connsiteX14017" fmla="*/ 500539 w 3114960"/>
              <a:gd name="connsiteY14017" fmla="*/ 3928015 h 5143785"/>
              <a:gd name="connsiteX14018" fmla="*/ 500539 w 3114960"/>
              <a:gd name="connsiteY14018" fmla="*/ 3914585 h 5143785"/>
              <a:gd name="connsiteX14019" fmla="*/ 503777 w 3114960"/>
              <a:gd name="connsiteY14019" fmla="*/ 3914585 h 5143785"/>
              <a:gd name="connsiteX14020" fmla="*/ 503777 w 3114960"/>
              <a:gd name="connsiteY14020" fmla="*/ 3928015 h 5143785"/>
              <a:gd name="connsiteX14021" fmla="*/ 675418 w 3114960"/>
              <a:gd name="connsiteY14021" fmla="*/ 4279202 h 5143785"/>
              <a:gd name="connsiteX14022" fmla="*/ 669512 w 3114960"/>
              <a:gd name="connsiteY14022" fmla="*/ 4284440 h 5143785"/>
              <a:gd name="connsiteX14023" fmla="*/ 659416 w 3114960"/>
              <a:gd name="connsiteY14023" fmla="*/ 4284440 h 5143785"/>
              <a:gd name="connsiteX14024" fmla="*/ 653510 w 3114960"/>
              <a:gd name="connsiteY14024" fmla="*/ 4279202 h 5143785"/>
              <a:gd name="connsiteX14025" fmla="*/ 653510 w 3114960"/>
              <a:gd name="connsiteY14025" fmla="*/ 4270915 h 5143785"/>
              <a:gd name="connsiteX14026" fmla="*/ 675323 w 3114960"/>
              <a:gd name="connsiteY14026" fmla="*/ 4270915 h 5143785"/>
              <a:gd name="connsiteX14027" fmla="*/ 675323 w 3114960"/>
              <a:gd name="connsiteY14027" fmla="*/ 4279202 h 5143785"/>
              <a:gd name="connsiteX14028" fmla="*/ 669512 w 3114960"/>
              <a:gd name="connsiteY14028" fmla="*/ 4235006 h 5143785"/>
              <a:gd name="connsiteX14029" fmla="*/ 675418 w 3114960"/>
              <a:gd name="connsiteY14029" fmla="*/ 4240245 h 5143785"/>
              <a:gd name="connsiteX14030" fmla="*/ 675418 w 3114960"/>
              <a:gd name="connsiteY14030" fmla="*/ 4246340 h 5143785"/>
              <a:gd name="connsiteX14031" fmla="*/ 653606 w 3114960"/>
              <a:gd name="connsiteY14031" fmla="*/ 4246340 h 5143785"/>
              <a:gd name="connsiteX14032" fmla="*/ 653606 w 3114960"/>
              <a:gd name="connsiteY14032" fmla="*/ 4240245 h 5143785"/>
              <a:gd name="connsiteX14033" fmla="*/ 659511 w 3114960"/>
              <a:gd name="connsiteY14033" fmla="*/ 4235006 h 5143785"/>
              <a:gd name="connsiteX14034" fmla="*/ 669608 w 3114960"/>
              <a:gd name="connsiteY14034" fmla="*/ 4235006 h 5143785"/>
              <a:gd name="connsiteX14035" fmla="*/ 928497 w 3114960"/>
              <a:gd name="connsiteY14035" fmla="*/ 2317528 h 5143785"/>
              <a:gd name="connsiteX14036" fmla="*/ 934784 w 3114960"/>
              <a:gd name="connsiteY14036" fmla="*/ 2324291 h 5143785"/>
              <a:gd name="connsiteX14037" fmla="*/ 929545 w 3114960"/>
              <a:gd name="connsiteY14037" fmla="*/ 2329148 h 5143785"/>
              <a:gd name="connsiteX14038" fmla="*/ 923258 w 3114960"/>
              <a:gd name="connsiteY14038" fmla="*/ 2322386 h 5143785"/>
              <a:gd name="connsiteX14039" fmla="*/ 928497 w 3114960"/>
              <a:gd name="connsiteY14039" fmla="*/ 2317528 h 5143785"/>
              <a:gd name="connsiteX14040" fmla="*/ 611791 w 3114960"/>
              <a:gd name="connsiteY14040" fmla="*/ 4339019 h 5143785"/>
              <a:gd name="connsiteX14041" fmla="*/ 615887 w 3114960"/>
              <a:gd name="connsiteY14041" fmla="*/ 4339019 h 5143785"/>
              <a:gd name="connsiteX14042" fmla="*/ 622745 w 3114960"/>
              <a:gd name="connsiteY14042" fmla="*/ 4332256 h 5143785"/>
              <a:gd name="connsiteX14043" fmla="*/ 622745 w 3114960"/>
              <a:gd name="connsiteY14043" fmla="*/ 4319588 h 5143785"/>
              <a:gd name="connsiteX14044" fmla="*/ 615887 w 3114960"/>
              <a:gd name="connsiteY14044" fmla="*/ 4312730 h 5143785"/>
              <a:gd name="connsiteX14045" fmla="*/ 611791 w 3114960"/>
              <a:gd name="connsiteY14045" fmla="*/ 4312730 h 5143785"/>
              <a:gd name="connsiteX14046" fmla="*/ 611791 w 3114960"/>
              <a:gd name="connsiteY14046" fmla="*/ 4169855 h 5143785"/>
              <a:gd name="connsiteX14047" fmla="*/ 466058 w 3114960"/>
              <a:gd name="connsiteY14047" fmla="*/ 4001167 h 5143785"/>
              <a:gd name="connsiteX14048" fmla="*/ 468916 w 3114960"/>
              <a:gd name="connsiteY14048" fmla="*/ 3990118 h 5143785"/>
              <a:gd name="connsiteX14049" fmla="*/ 455867 w 3114960"/>
              <a:gd name="connsiteY14049" fmla="*/ 3983831 h 5143785"/>
              <a:gd name="connsiteX14050" fmla="*/ 449580 w 3114960"/>
              <a:gd name="connsiteY14050" fmla="*/ 3996880 h 5143785"/>
              <a:gd name="connsiteX14051" fmla="*/ 462629 w 3114960"/>
              <a:gd name="connsiteY14051" fmla="*/ 4003167 h 5143785"/>
              <a:gd name="connsiteX14052" fmla="*/ 463677 w 3114960"/>
              <a:gd name="connsiteY14052" fmla="*/ 4002596 h 5143785"/>
              <a:gd name="connsiteX14053" fmla="*/ 462248 w 3114960"/>
              <a:gd name="connsiteY14053" fmla="*/ 4003834 h 5143785"/>
              <a:gd name="connsiteX14054" fmla="*/ 607124 w 3114960"/>
              <a:gd name="connsiteY14054" fmla="*/ 4171569 h 5143785"/>
              <a:gd name="connsiteX14055" fmla="*/ 607124 w 3114960"/>
              <a:gd name="connsiteY14055" fmla="*/ 4312730 h 5143785"/>
              <a:gd name="connsiteX14056" fmla="*/ 603314 w 3114960"/>
              <a:gd name="connsiteY14056" fmla="*/ 4312730 h 5143785"/>
              <a:gd name="connsiteX14057" fmla="*/ 596456 w 3114960"/>
              <a:gd name="connsiteY14057" fmla="*/ 4319588 h 5143785"/>
              <a:gd name="connsiteX14058" fmla="*/ 596456 w 3114960"/>
              <a:gd name="connsiteY14058" fmla="*/ 4332256 h 5143785"/>
              <a:gd name="connsiteX14059" fmla="*/ 603314 w 3114960"/>
              <a:gd name="connsiteY14059" fmla="*/ 4339019 h 5143785"/>
              <a:gd name="connsiteX14060" fmla="*/ 607124 w 3114960"/>
              <a:gd name="connsiteY14060" fmla="*/ 4339019 h 5143785"/>
              <a:gd name="connsiteX14061" fmla="*/ 607124 w 3114960"/>
              <a:gd name="connsiteY14061" fmla="*/ 4351496 h 5143785"/>
              <a:gd name="connsiteX14062" fmla="*/ 458819 w 3114960"/>
              <a:gd name="connsiteY14062" fmla="*/ 4478084 h 5143785"/>
              <a:gd name="connsiteX14063" fmla="*/ 250508 w 3114960"/>
              <a:gd name="connsiteY14063" fmla="*/ 4479608 h 5143785"/>
              <a:gd name="connsiteX14064" fmla="*/ 190691 w 3114960"/>
              <a:gd name="connsiteY14064" fmla="*/ 4427696 h 5143785"/>
              <a:gd name="connsiteX14065" fmla="*/ 191548 w 3114960"/>
              <a:gd name="connsiteY14065" fmla="*/ 4426172 h 5143785"/>
              <a:gd name="connsiteX14066" fmla="*/ 191167 w 3114960"/>
              <a:gd name="connsiteY14066" fmla="*/ 4418648 h 5143785"/>
              <a:gd name="connsiteX14067" fmla="*/ 185547 w 3114960"/>
              <a:gd name="connsiteY14067" fmla="*/ 4413599 h 5143785"/>
              <a:gd name="connsiteX14068" fmla="*/ 178022 w 3114960"/>
              <a:gd name="connsiteY14068" fmla="*/ 4413980 h 5143785"/>
              <a:gd name="connsiteX14069" fmla="*/ 172974 w 3114960"/>
              <a:gd name="connsiteY14069" fmla="*/ 4419600 h 5143785"/>
              <a:gd name="connsiteX14070" fmla="*/ 178975 w 3114960"/>
              <a:gd name="connsiteY14070" fmla="*/ 4432078 h 5143785"/>
              <a:gd name="connsiteX14071" fmla="*/ 182213 w 3114960"/>
              <a:gd name="connsiteY14071" fmla="*/ 4432649 h 5143785"/>
              <a:gd name="connsiteX14072" fmla="*/ 186500 w 3114960"/>
              <a:gd name="connsiteY14072" fmla="*/ 4431697 h 5143785"/>
              <a:gd name="connsiteX14073" fmla="*/ 187357 w 3114960"/>
              <a:gd name="connsiteY14073" fmla="*/ 4431030 h 5143785"/>
              <a:gd name="connsiteX14074" fmla="*/ 248031 w 3114960"/>
              <a:gd name="connsiteY14074" fmla="*/ 4483608 h 5143785"/>
              <a:gd name="connsiteX14075" fmla="*/ 248698 w 3114960"/>
              <a:gd name="connsiteY14075" fmla="*/ 4484180 h 5143785"/>
              <a:gd name="connsiteX14076" fmla="*/ 459677 w 3114960"/>
              <a:gd name="connsiteY14076" fmla="*/ 4482561 h 5143785"/>
              <a:gd name="connsiteX14077" fmla="*/ 460534 w 3114960"/>
              <a:gd name="connsiteY14077" fmla="*/ 4482561 h 5143785"/>
              <a:gd name="connsiteX14078" fmla="*/ 611886 w 3114960"/>
              <a:gd name="connsiteY14078" fmla="*/ 4353402 h 5143785"/>
              <a:gd name="connsiteX14079" fmla="*/ 611886 w 3114960"/>
              <a:gd name="connsiteY14079" fmla="*/ 4338733 h 5143785"/>
              <a:gd name="connsiteX14080" fmla="*/ 186976 w 3114960"/>
              <a:gd name="connsiteY14080" fmla="*/ 4424744 h 5143785"/>
              <a:gd name="connsiteX14081" fmla="*/ 186976 w 3114960"/>
              <a:gd name="connsiteY14081" fmla="*/ 4424744 h 5143785"/>
              <a:gd name="connsiteX14082" fmla="*/ 184404 w 3114960"/>
              <a:gd name="connsiteY14082" fmla="*/ 4427601 h 5143785"/>
              <a:gd name="connsiteX14083" fmla="*/ 180499 w 3114960"/>
              <a:gd name="connsiteY14083" fmla="*/ 4427792 h 5143785"/>
              <a:gd name="connsiteX14084" fmla="*/ 177356 w 3114960"/>
              <a:gd name="connsiteY14084" fmla="*/ 4421315 h 5143785"/>
              <a:gd name="connsiteX14085" fmla="*/ 179927 w 3114960"/>
              <a:gd name="connsiteY14085" fmla="*/ 4418457 h 5143785"/>
              <a:gd name="connsiteX14086" fmla="*/ 182118 w 3114960"/>
              <a:gd name="connsiteY14086" fmla="*/ 4417981 h 5143785"/>
              <a:gd name="connsiteX14087" fmla="*/ 183833 w 3114960"/>
              <a:gd name="connsiteY14087" fmla="*/ 4418267 h 5143785"/>
              <a:gd name="connsiteX14088" fmla="*/ 186690 w 3114960"/>
              <a:gd name="connsiteY14088" fmla="*/ 4420838 h 5143785"/>
              <a:gd name="connsiteX14089" fmla="*/ 186881 w 3114960"/>
              <a:gd name="connsiteY14089" fmla="*/ 4424744 h 5143785"/>
              <a:gd name="connsiteX14090" fmla="*/ 603218 w 3114960"/>
              <a:gd name="connsiteY14090" fmla="*/ 4334256 h 5143785"/>
              <a:gd name="connsiteX14091" fmla="*/ 601123 w 3114960"/>
              <a:gd name="connsiteY14091" fmla="*/ 4332256 h 5143785"/>
              <a:gd name="connsiteX14092" fmla="*/ 601123 w 3114960"/>
              <a:gd name="connsiteY14092" fmla="*/ 4319588 h 5143785"/>
              <a:gd name="connsiteX14093" fmla="*/ 603218 w 3114960"/>
              <a:gd name="connsiteY14093" fmla="*/ 4317492 h 5143785"/>
              <a:gd name="connsiteX14094" fmla="*/ 615887 w 3114960"/>
              <a:gd name="connsiteY14094" fmla="*/ 4317492 h 5143785"/>
              <a:gd name="connsiteX14095" fmla="*/ 617982 w 3114960"/>
              <a:gd name="connsiteY14095" fmla="*/ 4319588 h 5143785"/>
              <a:gd name="connsiteX14096" fmla="*/ 617982 w 3114960"/>
              <a:gd name="connsiteY14096" fmla="*/ 4332256 h 5143785"/>
              <a:gd name="connsiteX14097" fmla="*/ 615887 w 3114960"/>
              <a:gd name="connsiteY14097" fmla="*/ 4334256 h 5143785"/>
              <a:gd name="connsiteX14098" fmla="*/ 603218 w 3114960"/>
              <a:gd name="connsiteY14098" fmla="*/ 4334256 h 5143785"/>
              <a:gd name="connsiteX14099" fmla="*/ 627221 w 3114960"/>
              <a:gd name="connsiteY14099" fmla="*/ 4379119 h 5143785"/>
              <a:gd name="connsiteX14100" fmla="*/ 633984 w 3114960"/>
              <a:gd name="connsiteY14100" fmla="*/ 4373213 h 5143785"/>
              <a:gd name="connsiteX14101" fmla="*/ 638747 w 3114960"/>
              <a:gd name="connsiteY14101" fmla="*/ 4378547 h 5143785"/>
              <a:gd name="connsiteX14102" fmla="*/ 631984 w 3114960"/>
              <a:gd name="connsiteY14102" fmla="*/ 4384453 h 5143785"/>
              <a:gd name="connsiteX14103" fmla="*/ 627221 w 3114960"/>
              <a:gd name="connsiteY14103" fmla="*/ 4379119 h 5143785"/>
              <a:gd name="connsiteX14104" fmla="*/ 914972 w 3114960"/>
              <a:gd name="connsiteY14104" fmla="*/ 11240 h 5143785"/>
              <a:gd name="connsiteX14105" fmla="*/ 1066324 w 3114960"/>
              <a:gd name="connsiteY14105" fmla="*/ 11240 h 5143785"/>
              <a:gd name="connsiteX14106" fmla="*/ 1075087 w 3114960"/>
              <a:gd name="connsiteY14106" fmla="*/ 20574 h 5143785"/>
              <a:gd name="connsiteX14107" fmla="*/ 1075087 w 3114960"/>
              <a:gd name="connsiteY14107" fmla="*/ 105537 h 5143785"/>
              <a:gd name="connsiteX14108" fmla="*/ 1064609 w 3114960"/>
              <a:gd name="connsiteY14108" fmla="*/ 117920 h 5143785"/>
              <a:gd name="connsiteX14109" fmla="*/ 1077468 w 3114960"/>
              <a:gd name="connsiteY14109" fmla="*/ 130778 h 5143785"/>
              <a:gd name="connsiteX14110" fmla="*/ 1090327 w 3114960"/>
              <a:gd name="connsiteY14110" fmla="*/ 117920 h 5143785"/>
              <a:gd name="connsiteX14111" fmla="*/ 1079849 w 3114960"/>
              <a:gd name="connsiteY14111" fmla="*/ 105537 h 5143785"/>
              <a:gd name="connsiteX14112" fmla="*/ 1079849 w 3114960"/>
              <a:gd name="connsiteY14112" fmla="*/ 18764 h 5143785"/>
              <a:gd name="connsiteX14113" fmla="*/ 1068324 w 3114960"/>
              <a:gd name="connsiteY14113" fmla="*/ 6477 h 5143785"/>
              <a:gd name="connsiteX14114" fmla="*/ 917067 w 3114960"/>
              <a:gd name="connsiteY14114" fmla="*/ 6477 h 5143785"/>
              <a:gd name="connsiteX14115" fmla="*/ 911543 w 3114960"/>
              <a:gd name="connsiteY14115" fmla="*/ 95 h 5143785"/>
              <a:gd name="connsiteX14116" fmla="*/ 905256 w 3114960"/>
              <a:gd name="connsiteY14116" fmla="*/ 95 h 5143785"/>
              <a:gd name="connsiteX14117" fmla="*/ 914876 w 3114960"/>
              <a:gd name="connsiteY14117" fmla="*/ 11240 h 5143785"/>
              <a:gd name="connsiteX14118" fmla="*/ 1085660 w 3114960"/>
              <a:gd name="connsiteY14118" fmla="*/ 117920 h 5143785"/>
              <a:gd name="connsiteX14119" fmla="*/ 1077563 w 3114960"/>
              <a:gd name="connsiteY14119" fmla="*/ 126016 h 5143785"/>
              <a:gd name="connsiteX14120" fmla="*/ 1069467 w 3114960"/>
              <a:gd name="connsiteY14120" fmla="*/ 117920 h 5143785"/>
              <a:gd name="connsiteX14121" fmla="*/ 1077563 w 3114960"/>
              <a:gd name="connsiteY14121" fmla="*/ 109823 h 5143785"/>
              <a:gd name="connsiteX14122" fmla="*/ 1085660 w 3114960"/>
              <a:gd name="connsiteY14122" fmla="*/ 117920 h 5143785"/>
              <a:gd name="connsiteX14123" fmla="*/ 838772 w 3114960"/>
              <a:gd name="connsiteY14123" fmla="*/ 4401407 h 5143785"/>
              <a:gd name="connsiteX14124" fmla="*/ 1052132 w 3114960"/>
              <a:gd name="connsiteY14124" fmla="*/ 4401407 h 5143785"/>
              <a:gd name="connsiteX14125" fmla="*/ 1071277 w 3114960"/>
              <a:gd name="connsiteY14125" fmla="*/ 4423601 h 5143785"/>
              <a:gd name="connsiteX14126" fmla="*/ 1191101 w 3114960"/>
              <a:gd name="connsiteY14126" fmla="*/ 4423601 h 5143785"/>
              <a:gd name="connsiteX14127" fmla="*/ 1191959 w 3114960"/>
              <a:gd name="connsiteY14127" fmla="*/ 4426744 h 5143785"/>
              <a:gd name="connsiteX14128" fmla="*/ 1199769 w 3114960"/>
              <a:gd name="connsiteY14128" fmla="*/ 4434650 h 5143785"/>
              <a:gd name="connsiteX14129" fmla="*/ 1205389 w 3114960"/>
              <a:gd name="connsiteY14129" fmla="*/ 4435793 h 5143785"/>
              <a:gd name="connsiteX14130" fmla="*/ 1210913 w 3114960"/>
              <a:gd name="connsiteY14130" fmla="*/ 4434745 h 5143785"/>
              <a:gd name="connsiteX14131" fmla="*/ 1218819 w 3114960"/>
              <a:gd name="connsiteY14131" fmla="*/ 4426935 h 5143785"/>
              <a:gd name="connsiteX14132" fmla="*/ 1218819 w 3114960"/>
              <a:gd name="connsiteY14132" fmla="*/ 4415790 h 5143785"/>
              <a:gd name="connsiteX14133" fmla="*/ 1211009 w 3114960"/>
              <a:gd name="connsiteY14133" fmla="*/ 4407885 h 5143785"/>
              <a:gd name="connsiteX14134" fmla="*/ 1199864 w 3114960"/>
              <a:gd name="connsiteY14134" fmla="*/ 4407885 h 5143785"/>
              <a:gd name="connsiteX14135" fmla="*/ 1191959 w 3114960"/>
              <a:gd name="connsiteY14135" fmla="*/ 4415695 h 5143785"/>
              <a:gd name="connsiteX14136" fmla="*/ 1191101 w 3114960"/>
              <a:gd name="connsiteY14136" fmla="*/ 4418934 h 5143785"/>
              <a:gd name="connsiteX14137" fmla="*/ 1073468 w 3114960"/>
              <a:gd name="connsiteY14137" fmla="*/ 4418934 h 5143785"/>
              <a:gd name="connsiteX14138" fmla="*/ 1054322 w 3114960"/>
              <a:gd name="connsiteY14138" fmla="*/ 4396740 h 5143785"/>
              <a:gd name="connsiteX14139" fmla="*/ 840772 w 3114960"/>
              <a:gd name="connsiteY14139" fmla="*/ 4396740 h 5143785"/>
              <a:gd name="connsiteX14140" fmla="*/ 832104 w 3114960"/>
              <a:gd name="connsiteY14140" fmla="*/ 4388072 h 5143785"/>
              <a:gd name="connsiteX14141" fmla="*/ 832104 w 3114960"/>
              <a:gd name="connsiteY14141" fmla="*/ 4331875 h 5143785"/>
              <a:gd name="connsiteX14142" fmla="*/ 839534 w 3114960"/>
              <a:gd name="connsiteY14142" fmla="*/ 4322636 h 5143785"/>
              <a:gd name="connsiteX14143" fmla="*/ 832104 w 3114960"/>
              <a:gd name="connsiteY14143" fmla="*/ 4313396 h 5143785"/>
              <a:gd name="connsiteX14144" fmla="*/ 832104 w 3114960"/>
              <a:gd name="connsiteY14144" fmla="*/ 4170045 h 5143785"/>
              <a:gd name="connsiteX14145" fmla="*/ 670560 w 3114960"/>
              <a:gd name="connsiteY14145" fmla="*/ 3983450 h 5143785"/>
              <a:gd name="connsiteX14146" fmla="*/ 674084 w 3114960"/>
              <a:gd name="connsiteY14146" fmla="*/ 3969925 h 5143785"/>
              <a:gd name="connsiteX14147" fmla="*/ 657987 w 3114960"/>
              <a:gd name="connsiteY14147" fmla="*/ 3962114 h 5143785"/>
              <a:gd name="connsiteX14148" fmla="*/ 650272 w 3114960"/>
              <a:gd name="connsiteY14148" fmla="*/ 3978212 h 5143785"/>
              <a:gd name="connsiteX14149" fmla="*/ 662178 w 3114960"/>
              <a:gd name="connsiteY14149" fmla="*/ 3986689 h 5143785"/>
              <a:gd name="connsiteX14150" fmla="*/ 666369 w 3114960"/>
              <a:gd name="connsiteY14150" fmla="*/ 3986022 h 5143785"/>
              <a:gd name="connsiteX14151" fmla="*/ 666369 w 3114960"/>
              <a:gd name="connsiteY14151" fmla="*/ 3986022 h 5143785"/>
              <a:gd name="connsiteX14152" fmla="*/ 666464 w 3114960"/>
              <a:gd name="connsiteY14152" fmla="*/ 3986022 h 5143785"/>
              <a:gd name="connsiteX14153" fmla="*/ 827437 w 3114960"/>
              <a:gd name="connsiteY14153" fmla="*/ 4171950 h 5143785"/>
              <a:gd name="connsiteX14154" fmla="*/ 827437 w 3114960"/>
              <a:gd name="connsiteY14154" fmla="*/ 4313587 h 5143785"/>
              <a:gd name="connsiteX14155" fmla="*/ 820007 w 3114960"/>
              <a:gd name="connsiteY14155" fmla="*/ 4322826 h 5143785"/>
              <a:gd name="connsiteX14156" fmla="*/ 827437 w 3114960"/>
              <a:gd name="connsiteY14156" fmla="*/ 4332065 h 5143785"/>
              <a:gd name="connsiteX14157" fmla="*/ 827437 w 3114960"/>
              <a:gd name="connsiteY14157" fmla="*/ 4390263 h 5143785"/>
              <a:gd name="connsiteX14158" fmla="*/ 838962 w 3114960"/>
              <a:gd name="connsiteY14158" fmla="*/ 4401788 h 5143785"/>
              <a:gd name="connsiteX14159" fmla="*/ 1196340 w 3114960"/>
              <a:gd name="connsiteY14159" fmla="*/ 4417505 h 5143785"/>
              <a:gd name="connsiteX14160" fmla="*/ 1201674 w 3114960"/>
              <a:gd name="connsiteY14160" fmla="*/ 4412266 h 5143785"/>
              <a:gd name="connsiteX14161" fmla="*/ 1205389 w 3114960"/>
              <a:gd name="connsiteY14161" fmla="*/ 4411504 h 5143785"/>
              <a:gd name="connsiteX14162" fmla="*/ 1209199 w 3114960"/>
              <a:gd name="connsiteY14162" fmla="*/ 4412266 h 5143785"/>
              <a:gd name="connsiteX14163" fmla="*/ 1214438 w 3114960"/>
              <a:gd name="connsiteY14163" fmla="*/ 4417600 h 5143785"/>
              <a:gd name="connsiteX14164" fmla="*/ 1214438 w 3114960"/>
              <a:gd name="connsiteY14164" fmla="*/ 4425125 h 5143785"/>
              <a:gd name="connsiteX14165" fmla="*/ 1209104 w 3114960"/>
              <a:gd name="connsiteY14165" fmla="*/ 4430363 h 5143785"/>
              <a:gd name="connsiteX14166" fmla="*/ 1201579 w 3114960"/>
              <a:gd name="connsiteY14166" fmla="*/ 4430363 h 5143785"/>
              <a:gd name="connsiteX14167" fmla="*/ 1196340 w 3114960"/>
              <a:gd name="connsiteY14167" fmla="*/ 4425029 h 5143785"/>
              <a:gd name="connsiteX14168" fmla="*/ 1196340 w 3114960"/>
              <a:gd name="connsiteY14168" fmla="*/ 4417505 h 5143785"/>
              <a:gd name="connsiteX14169" fmla="*/ 664654 w 3114960"/>
              <a:gd name="connsiteY14169" fmla="*/ 3981260 h 5143785"/>
              <a:gd name="connsiteX14170" fmla="*/ 654653 w 3114960"/>
              <a:gd name="connsiteY14170" fmla="*/ 3976402 h 5143785"/>
              <a:gd name="connsiteX14171" fmla="*/ 655034 w 3114960"/>
              <a:gd name="connsiteY14171" fmla="*/ 3970401 h 5143785"/>
              <a:gd name="connsiteX14172" fmla="*/ 659511 w 3114960"/>
              <a:gd name="connsiteY14172" fmla="*/ 3966401 h 5143785"/>
              <a:gd name="connsiteX14173" fmla="*/ 662083 w 3114960"/>
              <a:gd name="connsiteY14173" fmla="*/ 3965924 h 5143785"/>
              <a:gd name="connsiteX14174" fmla="*/ 669512 w 3114960"/>
              <a:gd name="connsiteY14174" fmla="*/ 3971163 h 5143785"/>
              <a:gd name="connsiteX14175" fmla="*/ 664654 w 3114960"/>
              <a:gd name="connsiteY14175" fmla="*/ 3981164 h 5143785"/>
              <a:gd name="connsiteX14176" fmla="*/ 824675 w 3114960"/>
              <a:gd name="connsiteY14176" fmla="*/ 4322445 h 5143785"/>
              <a:gd name="connsiteX14177" fmla="*/ 829723 w 3114960"/>
              <a:gd name="connsiteY14177" fmla="*/ 4317397 h 5143785"/>
              <a:gd name="connsiteX14178" fmla="*/ 834771 w 3114960"/>
              <a:gd name="connsiteY14178" fmla="*/ 4322445 h 5143785"/>
              <a:gd name="connsiteX14179" fmla="*/ 829723 w 3114960"/>
              <a:gd name="connsiteY14179" fmla="*/ 4327494 h 5143785"/>
              <a:gd name="connsiteX14180" fmla="*/ 824675 w 3114960"/>
              <a:gd name="connsiteY14180" fmla="*/ 4322445 h 5143785"/>
              <a:gd name="connsiteX14181" fmla="*/ 710089 w 3114960"/>
              <a:gd name="connsiteY14181" fmla="*/ 92012 h 5143785"/>
              <a:gd name="connsiteX14182" fmla="*/ 714851 w 3114960"/>
              <a:gd name="connsiteY14182" fmla="*/ 92012 h 5143785"/>
              <a:gd name="connsiteX14183" fmla="*/ 714851 w 3114960"/>
              <a:gd name="connsiteY14183" fmla="*/ 110109 h 5143785"/>
              <a:gd name="connsiteX14184" fmla="*/ 710089 w 3114960"/>
              <a:gd name="connsiteY14184" fmla="*/ 110109 h 5143785"/>
              <a:gd name="connsiteX14185" fmla="*/ 710089 w 3114960"/>
              <a:gd name="connsiteY14185" fmla="*/ 92012 h 5143785"/>
              <a:gd name="connsiteX14186" fmla="*/ 652844 w 3114960"/>
              <a:gd name="connsiteY14186" fmla="*/ 220599 h 5143785"/>
              <a:gd name="connsiteX14187" fmla="*/ 648081 w 3114960"/>
              <a:gd name="connsiteY14187" fmla="*/ 220599 h 5143785"/>
              <a:gd name="connsiteX14188" fmla="*/ 648081 w 3114960"/>
              <a:gd name="connsiteY14188" fmla="*/ 202216 h 5143785"/>
              <a:gd name="connsiteX14189" fmla="*/ 652844 w 3114960"/>
              <a:gd name="connsiteY14189" fmla="*/ 202216 h 5143785"/>
              <a:gd name="connsiteX14190" fmla="*/ 652844 w 3114960"/>
              <a:gd name="connsiteY14190" fmla="*/ 220599 h 5143785"/>
              <a:gd name="connsiteX14191" fmla="*/ 710089 w 3114960"/>
              <a:gd name="connsiteY14191" fmla="*/ 128302 h 5143785"/>
              <a:gd name="connsiteX14192" fmla="*/ 714851 w 3114960"/>
              <a:gd name="connsiteY14192" fmla="*/ 128302 h 5143785"/>
              <a:gd name="connsiteX14193" fmla="*/ 714851 w 3114960"/>
              <a:gd name="connsiteY14193" fmla="*/ 146399 h 5143785"/>
              <a:gd name="connsiteX14194" fmla="*/ 710089 w 3114960"/>
              <a:gd name="connsiteY14194" fmla="*/ 146399 h 5143785"/>
              <a:gd name="connsiteX14195" fmla="*/ 710089 w 3114960"/>
              <a:gd name="connsiteY14195" fmla="*/ 128302 h 5143785"/>
              <a:gd name="connsiteX14196" fmla="*/ 714851 w 3114960"/>
              <a:gd name="connsiteY14196" fmla="*/ 37624 h 5143785"/>
              <a:gd name="connsiteX14197" fmla="*/ 710089 w 3114960"/>
              <a:gd name="connsiteY14197" fmla="*/ 37624 h 5143785"/>
              <a:gd name="connsiteX14198" fmla="*/ 710089 w 3114960"/>
              <a:gd name="connsiteY14198" fmla="*/ 19526 h 5143785"/>
              <a:gd name="connsiteX14199" fmla="*/ 714851 w 3114960"/>
              <a:gd name="connsiteY14199" fmla="*/ 19526 h 5143785"/>
              <a:gd name="connsiteX14200" fmla="*/ 714851 w 3114960"/>
              <a:gd name="connsiteY14200" fmla="*/ 37624 h 5143785"/>
              <a:gd name="connsiteX14201" fmla="*/ 741045 w 3114960"/>
              <a:gd name="connsiteY14201" fmla="*/ 167069 h 5143785"/>
              <a:gd name="connsiteX14202" fmla="*/ 741045 w 3114960"/>
              <a:gd name="connsiteY14202" fmla="*/ 168021 h 5143785"/>
              <a:gd name="connsiteX14203" fmla="*/ 754285 w 3114960"/>
              <a:gd name="connsiteY14203" fmla="*/ 182499 h 5143785"/>
              <a:gd name="connsiteX14204" fmla="*/ 754285 w 3114960"/>
              <a:gd name="connsiteY14204" fmla="*/ 221552 h 5143785"/>
              <a:gd name="connsiteX14205" fmla="*/ 733520 w 3114960"/>
              <a:gd name="connsiteY14205" fmla="*/ 240030 h 5143785"/>
              <a:gd name="connsiteX14206" fmla="*/ 722090 w 3114960"/>
              <a:gd name="connsiteY14206" fmla="*/ 239935 h 5143785"/>
              <a:gd name="connsiteX14207" fmla="*/ 716947 w 3114960"/>
              <a:gd name="connsiteY14207" fmla="*/ 234410 h 5143785"/>
              <a:gd name="connsiteX14208" fmla="*/ 713423 w 3114960"/>
              <a:gd name="connsiteY14208" fmla="*/ 237649 h 5143785"/>
              <a:gd name="connsiteX14209" fmla="*/ 718661 w 3114960"/>
              <a:gd name="connsiteY14209" fmla="*/ 243269 h 5143785"/>
              <a:gd name="connsiteX14210" fmla="*/ 719995 w 3114960"/>
              <a:gd name="connsiteY14210" fmla="*/ 256794 h 5143785"/>
              <a:gd name="connsiteX14211" fmla="*/ 727710 w 3114960"/>
              <a:gd name="connsiteY14211" fmla="*/ 260033 h 5143785"/>
              <a:gd name="connsiteX14212" fmla="*/ 734473 w 3114960"/>
              <a:gd name="connsiteY14212" fmla="*/ 257461 h 5143785"/>
              <a:gd name="connsiteX14213" fmla="*/ 748094 w 3114960"/>
              <a:gd name="connsiteY14213" fmla="*/ 272606 h 5143785"/>
              <a:gd name="connsiteX14214" fmla="*/ 747903 w 3114960"/>
              <a:gd name="connsiteY14214" fmla="*/ 326612 h 5143785"/>
              <a:gd name="connsiteX14215" fmla="*/ 831818 w 3114960"/>
              <a:gd name="connsiteY14215" fmla="*/ 425863 h 5143785"/>
              <a:gd name="connsiteX14216" fmla="*/ 915638 w 3114960"/>
              <a:gd name="connsiteY14216" fmla="*/ 425863 h 5143785"/>
              <a:gd name="connsiteX14217" fmla="*/ 916400 w 3114960"/>
              <a:gd name="connsiteY14217" fmla="*/ 428435 h 5143785"/>
              <a:gd name="connsiteX14218" fmla="*/ 922782 w 3114960"/>
              <a:gd name="connsiteY14218" fmla="*/ 433864 h 5143785"/>
              <a:gd name="connsiteX14219" fmla="*/ 926211 w 3114960"/>
              <a:gd name="connsiteY14219" fmla="*/ 434435 h 5143785"/>
              <a:gd name="connsiteX14220" fmla="*/ 931164 w 3114960"/>
              <a:gd name="connsiteY14220" fmla="*/ 433292 h 5143785"/>
              <a:gd name="connsiteX14221" fmla="*/ 936022 w 3114960"/>
              <a:gd name="connsiteY14221" fmla="*/ 418624 h 5143785"/>
              <a:gd name="connsiteX14222" fmla="*/ 921353 w 3114960"/>
              <a:gd name="connsiteY14222" fmla="*/ 413766 h 5143785"/>
              <a:gd name="connsiteX14223" fmla="*/ 915924 w 3114960"/>
              <a:gd name="connsiteY14223" fmla="*/ 420148 h 5143785"/>
              <a:gd name="connsiteX14224" fmla="*/ 915829 w 3114960"/>
              <a:gd name="connsiteY14224" fmla="*/ 421196 h 5143785"/>
              <a:gd name="connsiteX14225" fmla="*/ 834295 w 3114960"/>
              <a:gd name="connsiteY14225" fmla="*/ 421196 h 5143785"/>
              <a:gd name="connsiteX14226" fmla="*/ 752951 w 3114960"/>
              <a:gd name="connsiteY14226" fmla="*/ 324993 h 5143785"/>
              <a:gd name="connsiteX14227" fmla="*/ 753142 w 3114960"/>
              <a:gd name="connsiteY14227" fmla="*/ 270891 h 5143785"/>
              <a:gd name="connsiteX14228" fmla="*/ 737711 w 3114960"/>
              <a:gd name="connsiteY14228" fmla="*/ 253841 h 5143785"/>
              <a:gd name="connsiteX14229" fmla="*/ 737045 w 3114960"/>
              <a:gd name="connsiteY14229" fmla="*/ 243554 h 5143785"/>
              <a:gd name="connsiteX14230" fmla="*/ 759238 w 3114960"/>
              <a:gd name="connsiteY14230" fmla="*/ 223838 h 5143785"/>
              <a:gd name="connsiteX14231" fmla="*/ 759238 w 3114960"/>
              <a:gd name="connsiteY14231" fmla="*/ 180880 h 5143785"/>
              <a:gd name="connsiteX14232" fmla="*/ 745998 w 3114960"/>
              <a:gd name="connsiteY14232" fmla="*/ 166307 h 5143785"/>
              <a:gd name="connsiteX14233" fmla="*/ 745808 w 3114960"/>
              <a:gd name="connsiteY14233" fmla="*/ 286 h 5143785"/>
              <a:gd name="connsiteX14234" fmla="*/ 741045 w 3114960"/>
              <a:gd name="connsiteY14234" fmla="*/ 286 h 5143785"/>
              <a:gd name="connsiteX14235" fmla="*/ 741236 w 3114960"/>
              <a:gd name="connsiteY14235" fmla="*/ 167259 h 5143785"/>
              <a:gd name="connsiteX14236" fmla="*/ 732187 w 3114960"/>
              <a:gd name="connsiteY14236" fmla="*/ 253365 h 5143785"/>
              <a:gd name="connsiteX14237" fmla="*/ 723424 w 3114960"/>
              <a:gd name="connsiteY14237" fmla="*/ 253365 h 5143785"/>
              <a:gd name="connsiteX14238" fmla="*/ 723424 w 3114960"/>
              <a:gd name="connsiteY14238" fmla="*/ 244602 h 5143785"/>
              <a:gd name="connsiteX14239" fmla="*/ 727805 w 3114960"/>
              <a:gd name="connsiteY14239" fmla="*/ 242792 h 5143785"/>
              <a:gd name="connsiteX14240" fmla="*/ 732187 w 3114960"/>
              <a:gd name="connsiteY14240" fmla="*/ 244602 h 5143785"/>
              <a:gd name="connsiteX14241" fmla="*/ 732187 w 3114960"/>
              <a:gd name="connsiteY14241" fmla="*/ 253365 h 5143785"/>
              <a:gd name="connsiteX14242" fmla="*/ 920306 w 3114960"/>
              <a:gd name="connsiteY14242" fmla="*/ 421577 h 5143785"/>
              <a:gd name="connsiteX14243" fmla="*/ 923354 w 3114960"/>
              <a:gd name="connsiteY14243" fmla="*/ 417957 h 5143785"/>
              <a:gd name="connsiteX14244" fmla="*/ 926116 w 3114960"/>
              <a:gd name="connsiteY14244" fmla="*/ 417290 h 5143785"/>
              <a:gd name="connsiteX14245" fmla="*/ 931640 w 3114960"/>
              <a:gd name="connsiteY14245" fmla="*/ 420719 h 5143785"/>
              <a:gd name="connsiteX14246" fmla="*/ 928878 w 3114960"/>
              <a:gd name="connsiteY14246" fmla="*/ 429006 h 5143785"/>
              <a:gd name="connsiteX14247" fmla="*/ 924116 w 3114960"/>
              <a:gd name="connsiteY14247" fmla="*/ 429387 h 5143785"/>
              <a:gd name="connsiteX14248" fmla="*/ 920496 w 3114960"/>
              <a:gd name="connsiteY14248" fmla="*/ 426339 h 5143785"/>
              <a:gd name="connsiteX14249" fmla="*/ 920115 w 3114960"/>
              <a:gd name="connsiteY14249" fmla="*/ 421577 h 5143785"/>
              <a:gd name="connsiteX14250" fmla="*/ 710089 w 3114960"/>
              <a:gd name="connsiteY14250" fmla="*/ 55721 h 5143785"/>
              <a:gd name="connsiteX14251" fmla="*/ 714851 w 3114960"/>
              <a:gd name="connsiteY14251" fmla="*/ 55721 h 5143785"/>
              <a:gd name="connsiteX14252" fmla="*/ 714851 w 3114960"/>
              <a:gd name="connsiteY14252" fmla="*/ 73819 h 5143785"/>
              <a:gd name="connsiteX14253" fmla="*/ 710089 w 3114960"/>
              <a:gd name="connsiteY14253" fmla="*/ 73819 h 5143785"/>
              <a:gd name="connsiteX14254" fmla="*/ 710089 w 3114960"/>
              <a:gd name="connsiteY14254" fmla="*/ 55721 h 5143785"/>
              <a:gd name="connsiteX14255" fmla="*/ 2016728 w 3114960"/>
              <a:gd name="connsiteY14255" fmla="*/ 4403408 h 5143785"/>
              <a:gd name="connsiteX14256" fmla="*/ 2012347 w 3114960"/>
              <a:gd name="connsiteY14256" fmla="*/ 4411504 h 5143785"/>
              <a:gd name="connsiteX14257" fmla="*/ 2015014 w 3114960"/>
              <a:gd name="connsiteY14257" fmla="*/ 4420553 h 5143785"/>
              <a:gd name="connsiteX14258" fmla="*/ 2023205 w 3114960"/>
              <a:gd name="connsiteY14258" fmla="*/ 4425029 h 5143785"/>
              <a:gd name="connsiteX14259" fmla="*/ 2024539 w 3114960"/>
              <a:gd name="connsiteY14259" fmla="*/ 4425029 h 5143785"/>
              <a:gd name="connsiteX14260" fmla="*/ 2024920 w 3114960"/>
              <a:gd name="connsiteY14260" fmla="*/ 4425029 h 5143785"/>
              <a:gd name="connsiteX14261" fmla="*/ 2025587 w 3114960"/>
              <a:gd name="connsiteY14261" fmla="*/ 4453319 h 5143785"/>
              <a:gd name="connsiteX14262" fmla="*/ 2048637 w 3114960"/>
              <a:gd name="connsiteY14262" fmla="*/ 4482084 h 5143785"/>
              <a:gd name="connsiteX14263" fmla="*/ 2175129 w 3114960"/>
              <a:gd name="connsiteY14263" fmla="*/ 4482465 h 5143785"/>
              <a:gd name="connsiteX14264" fmla="*/ 2183511 w 3114960"/>
              <a:gd name="connsiteY14264" fmla="*/ 4475321 h 5143785"/>
              <a:gd name="connsiteX14265" fmla="*/ 2186940 w 3114960"/>
              <a:gd name="connsiteY14265" fmla="*/ 4477607 h 5143785"/>
              <a:gd name="connsiteX14266" fmla="*/ 2191703 w 3114960"/>
              <a:gd name="connsiteY14266" fmla="*/ 4478560 h 5143785"/>
              <a:gd name="connsiteX14267" fmla="*/ 2196370 w 3114960"/>
              <a:gd name="connsiteY14267" fmla="*/ 4477607 h 5143785"/>
              <a:gd name="connsiteX14268" fmla="*/ 2203037 w 3114960"/>
              <a:gd name="connsiteY14268" fmla="*/ 4461605 h 5143785"/>
              <a:gd name="connsiteX14269" fmla="*/ 2196465 w 3114960"/>
              <a:gd name="connsiteY14269" fmla="*/ 4454938 h 5143785"/>
              <a:gd name="connsiteX14270" fmla="*/ 2187131 w 3114960"/>
              <a:gd name="connsiteY14270" fmla="*/ 4454938 h 5143785"/>
              <a:gd name="connsiteX14271" fmla="*/ 2180463 w 3114960"/>
              <a:gd name="connsiteY14271" fmla="*/ 4461510 h 5143785"/>
              <a:gd name="connsiteX14272" fmla="*/ 2180463 w 3114960"/>
              <a:gd name="connsiteY14272" fmla="*/ 4470845 h 5143785"/>
              <a:gd name="connsiteX14273" fmla="*/ 2180749 w 3114960"/>
              <a:gd name="connsiteY14273" fmla="*/ 4471226 h 5143785"/>
              <a:gd name="connsiteX14274" fmla="*/ 2173510 w 3114960"/>
              <a:gd name="connsiteY14274" fmla="*/ 4477417 h 5143785"/>
              <a:gd name="connsiteX14275" fmla="*/ 2051209 w 3114960"/>
              <a:gd name="connsiteY14275" fmla="*/ 4477036 h 5143785"/>
              <a:gd name="connsiteX14276" fmla="*/ 2030730 w 3114960"/>
              <a:gd name="connsiteY14276" fmla="*/ 4451414 h 5143785"/>
              <a:gd name="connsiteX14277" fmla="*/ 2030063 w 3114960"/>
              <a:gd name="connsiteY14277" fmla="*/ 4423601 h 5143785"/>
              <a:gd name="connsiteX14278" fmla="*/ 2032445 w 3114960"/>
              <a:gd name="connsiteY14278" fmla="*/ 4422267 h 5143785"/>
              <a:gd name="connsiteX14279" fmla="*/ 2036921 w 3114960"/>
              <a:gd name="connsiteY14279" fmla="*/ 4414076 h 5143785"/>
              <a:gd name="connsiteX14280" fmla="*/ 2034254 w 3114960"/>
              <a:gd name="connsiteY14280" fmla="*/ 4405027 h 5143785"/>
              <a:gd name="connsiteX14281" fmla="*/ 2026063 w 3114960"/>
              <a:gd name="connsiteY14281" fmla="*/ 4400550 h 5143785"/>
              <a:gd name="connsiteX14282" fmla="*/ 2021396 w 3114960"/>
              <a:gd name="connsiteY14282" fmla="*/ 4400931 h 5143785"/>
              <a:gd name="connsiteX14283" fmla="*/ 2004251 w 3114960"/>
              <a:gd name="connsiteY14283" fmla="*/ 4381786 h 5143785"/>
              <a:gd name="connsiteX14284" fmla="*/ 1971103 w 3114960"/>
              <a:gd name="connsiteY14284" fmla="*/ 4382262 h 5143785"/>
              <a:gd name="connsiteX14285" fmla="*/ 1955673 w 3114960"/>
              <a:gd name="connsiteY14285" fmla="*/ 4400455 h 5143785"/>
              <a:gd name="connsiteX14286" fmla="*/ 1955673 w 3114960"/>
              <a:gd name="connsiteY14286" fmla="*/ 4493419 h 5143785"/>
              <a:gd name="connsiteX14287" fmla="*/ 1951863 w 3114960"/>
              <a:gd name="connsiteY14287" fmla="*/ 4499134 h 5143785"/>
              <a:gd name="connsiteX14288" fmla="*/ 1951863 w 3114960"/>
              <a:gd name="connsiteY14288" fmla="*/ 4518660 h 5143785"/>
              <a:gd name="connsiteX14289" fmla="*/ 1958150 w 3114960"/>
              <a:gd name="connsiteY14289" fmla="*/ 4524947 h 5143785"/>
              <a:gd name="connsiteX14290" fmla="*/ 1964436 w 3114960"/>
              <a:gd name="connsiteY14290" fmla="*/ 4518660 h 5143785"/>
              <a:gd name="connsiteX14291" fmla="*/ 1964436 w 3114960"/>
              <a:gd name="connsiteY14291" fmla="*/ 4499134 h 5143785"/>
              <a:gd name="connsiteX14292" fmla="*/ 1960626 w 3114960"/>
              <a:gd name="connsiteY14292" fmla="*/ 4493419 h 5143785"/>
              <a:gd name="connsiteX14293" fmla="*/ 1960626 w 3114960"/>
              <a:gd name="connsiteY14293" fmla="*/ 4402170 h 5143785"/>
              <a:gd name="connsiteX14294" fmla="*/ 1973675 w 3114960"/>
              <a:gd name="connsiteY14294" fmla="*/ 4387215 h 5143785"/>
              <a:gd name="connsiteX14295" fmla="*/ 2001965 w 3114960"/>
              <a:gd name="connsiteY14295" fmla="*/ 4386834 h 5143785"/>
              <a:gd name="connsiteX14296" fmla="*/ 2017014 w 3114960"/>
              <a:gd name="connsiteY14296" fmla="*/ 4403408 h 5143785"/>
              <a:gd name="connsiteX14297" fmla="*/ 2188845 w 3114960"/>
              <a:gd name="connsiteY14297" fmla="*/ 4459510 h 5143785"/>
              <a:gd name="connsiteX14298" fmla="*/ 2191607 w 3114960"/>
              <a:gd name="connsiteY14298" fmla="*/ 4458938 h 5143785"/>
              <a:gd name="connsiteX14299" fmla="*/ 2194465 w 3114960"/>
              <a:gd name="connsiteY14299" fmla="*/ 4459510 h 5143785"/>
              <a:gd name="connsiteX14300" fmla="*/ 2198465 w 3114960"/>
              <a:gd name="connsiteY14300" fmla="*/ 4463511 h 5143785"/>
              <a:gd name="connsiteX14301" fmla="*/ 2194465 w 3114960"/>
              <a:gd name="connsiteY14301" fmla="*/ 4473131 h 5143785"/>
              <a:gd name="connsiteX14302" fmla="*/ 2188845 w 3114960"/>
              <a:gd name="connsiteY14302" fmla="*/ 4473131 h 5143785"/>
              <a:gd name="connsiteX14303" fmla="*/ 2184845 w 3114960"/>
              <a:gd name="connsiteY14303" fmla="*/ 4469130 h 5143785"/>
              <a:gd name="connsiteX14304" fmla="*/ 2188845 w 3114960"/>
              <a:gd name="connsiteY14304" fmla="*/ 4459510 h 5143785"/>
              <a:gd name="connsiteX14305" fmla="*/ 2019872 w 3114960"/>
              <a:gd name="connsiteY14305" fmla="*/ 4407027 h 5143785"/>
              <a:gd name="connsiteX14306" fmla="*/ 2024444 w 3114960"/>
              <a:gd name="connsiteY14306" fmla="*/ 4405408 h 5143785"/>
              <a:gd name="connsiteX14307" fmla="*/ 2025206 w 3114960"/>
              <a:gd name="connsiteY14307" fmla="*/ 4405408 h 5143785"/>
              <a:gd name="connsiteX14308" fmla="*/ 2030159 w 3114960"/>
              <a:gd name="connsiteY14308" fmla="*/ 4408075 h 5143785"/>
              <a:gd name="connsiteX14309" fmla="*/ 2031778 w 3114960"/>
              <a:gd name="connsiteY14309" fmla="*/ 4413504 h 5143785"/>
              <a:gd name="connsiteX14310" fmla="*/ 2029111 w 3114960"/>
              <a:gd name="connsiteY14310" fmla="*/ 4418457 h 5143785"/>
              <a:gd name="connsiteX14311" fmla="*/ 2023682 w 3114960"/>
              <a:gd name="connsiteY14311" fmla="*/ 4420077 h 5143785"/>
              <a:gd name="connsiteX14312" fmla="*/ 2018728 w 3114960"/>
              <a:gd name="connsiteY14312" fmla="*/ 4417410 h 5143785"/>
              <a:gd name="connsiteX14313" fmla="*/ 2017109 w 3114960"/>
              <a:gd name="connsiteY14313" fmla="*/ 4411980 h 5143785"/>
              <a:gd name="connsiteX14314" fmla="*/ 2019776 w 3114960"/>
              <a:gd name="connsiteY14314" fmla="*/ 4407027 h 5143785"/>
              <a:gd name="connsiteX14315" fmla="*/ 523970 w 3114960"/>
              <a:gd name="connsiteY14315" fmla="*/ 10097 h 5143785"/>
              <a:gd name="connsiteX14316" fmla="*/ 523970 w 3114960"/>
              <a:gd name="connsiteY14316" fmla="*/ 95 h 5143785"/>
              <a:gd name="connsiteX14317" fmla="*/ 528733 w 3114960"/>
              <a:gd name="connsiteY14317" fmla="*/ 95 h 5143785"/>
              <a:gd name="connsiteX14318" fmla="*/ 528733 w 3114960"/>
              <a:gd name="connsiteY14318" fmla="*/ 10097 h 5143785"/>
              <a:gd name="connsiteX14319" fmla="*/ 523970 w 3114960"/>
              <a:gd name="connsiteY14319" fmla="*/ 10097 h 5143785"/>
              <a:gd name="connsiteX14320" fmla="*/ 1954721 w 3114960"/>
              <a:gd name="connsiteY14320" fmla="*/ 4629817 h 5143785"/>
              <a:gd name="connsiteX14321" fmla="*/ 1960340 w 3114960"/>
              <a:gd name="connsiteY14321" fmla="*/ 4646771 h 5143785"/>
              <a:gd name="connsiteX14322" fmla="*/ 1965960 w 3114960"/>
              <a:gd name="connsiteY14322" fmla="*/ 4648105 h 5143785"/>
              <a:gd name="connsiteX14323" fmla="*/ 1977295 w 3114960"/>
              <a:gd name="connsiteY14323" fmla="*/ 4641152 h 5143785"/>
              <a:gd name="connsiteX14324" fmla="*/ 1971675 w 3114960"/>
              <a:gd name="connsiteY14324" fmla="*/ 4624197 h 5143785"/>
              <a:gd name="connsiteX14325" fmla="*/ 1968437 w 3114960"/>
              <a:gd name="connsiteY14325" fmla="*/ 4623340 h 5143785"/>
              <a:gd name="connsiteX14326" fmla="*/ 1968437 w 3114960"/>
              <a:gd name="connsiteY14326" fmla="*/ 4584764 h 5143785"/>
              <a:gd name="connsiteX14327" fmla="*/ 1960245 w 3114960"/>
              <a:gd name="connsiteY14327" fmla="*/ 4571810 h 5143785"/>
              <a:gd name="connsiteX14328" fmla="*/ 1960245 w 3114960"/>
              <a:gd name="connsiteY14328" fmla="*/ 4525042 h 5143785"/>
              <a:gd name="connsiteX14329" fmla="*/ 1955482 w 3114960"/>
              <a:gd name="connsiteY14329" fmla="*/ 4525042 h 5143785"/>
              <a:gd name="connsiteX14330" fmla="*/ 1955482 w 3114960"/>
              <a:gd name="connsiteY14330" fmla="*/ 4573143 h 5143785"/>
              <a:gd name="connsiteX14331" fmla="*/ 1963674 w 3114960"/>
              <a:gd name="connsiteY14331" fmla="*/ 4586097 h 5143785"/>
              <a:gd name="connsiteX14332" fmla="*/ 1963674 w 3114960"/>
              <a:gd name="connsiteY14332" fmla="*/ 4623340 h 5143785"/>
              <a:gd name="connsiteX14333" fmla="*/ 1954721 w 3114960"/>
              <a:gd name="connsiteY14333" fmla="*/ 4629912 h 5143785"/>
              <a:gd name="connsiteX14334" fmla="*/ 1966055 w 3114960"/>
              <a:gd name="connsiteY14334" fmla="*/ 4627626 h 5143785"/>
              <a:gd name="connsiteX14335" fmla="*/ 1969580 w 3114960"/>
              <a:gd name="connsiteY14335" fmla="*/ 4628484 h 5143785"/>
              <a:gd name="connsiteX14336" fmla="*/ 1973485 w 3114960"/>
              <a:gd name="connsiteY14336" fmla="*/ 4633055 h 5143785"/>
              <a:gd name="connsiteX14337" fmla="*/ 1973104 w 3114960"/>
              <a:gd name="connsiteY14337" fmla="*/ 4639056 h 5143785"/>
              <a:gd name="connsiteX14338" fmla="*/ 1962531 w 3114960"/>
              <a:gd name="connsiteY14338" fmla="*/ 4642580 h 5143785"/>
              <a:gd name="connsiteX14339" fmla="*/ 1958626 w 3114960"/>
              <a:gd name="connsiteY14339" fmla="*/ 4638009 h 5143785"/>
              <a:gd name="connsiteX14340" fmla="*/ 1959007 w 3114960"/>
              <a:gd name="connsiteY14340" fmla="*/ 4632008 h 5143785"/>
              <a:gd name="connsiteX14341" fmla="*/ 1963579 w 3114960"/>
              <a:gd name="connsiteY14341" fmla="*/ 4628103 h 5143785"/>
              <a:gd name="connsiteX14342" fmla="*/ 1966055 w 3114960"/>
              <a:gd name="connsiteY14342" fmla="*/ 4627721 h 5143785"/>
              <a:gd name="connsiteX14343" fmla="*/ 692944 w 3114960"/>
              <a:gd name="connsiteY14343" fmla="*/ 2202656 h 5143785"/>
              <a:gd name="connsiteX14344" fmla="*/ 700278 w 3114960"/>
              <a:gd name="connsiteY14344" fmla="*/ 2209705 h 5143785"/>
              <a:gd name="connsiteX14345" fmla="*/ 695325 w 3114960"/>
              <a:gd name="connsiteY14345" fmla="*/ 2214848 h 5143785"/>
              <a:gd name="connsiteX14346" fmla="*/ 687991 w 3114960"/>
              <a:gd name="connsiteY14346" fmla="*/ 2207800 h 5143785"/>
              <a:gd name="connsiteX14347" fmla="*/ 692944 w 3114960"/>
              <a:gd name="connsiteY14347" fmla="*/ 2202656 h 5143785"/>
              <a:gd name="connsiteX14348" fmla="*/ 555022 w 3114960"/>
              <a:gd name="connsiteY14348" fmla="*/ 222599 h 5143785"/>
              <a:gd name="connsiteX14349" fmla="*/ 573691 w 3114960"/>
              <a:gd name="connsiteY14349" fmla="*/ 243840 h 5143785"/>
              <a:gd name="connsiteX14350" fmla="*/ 573024 w 3114960"/>
              <a:gd name="connsiteY14350" fmla="*/ 253651 h 5143785"/>
              <a:gd name="connsiteX14351" fmla="*/ 579501 w 3114960"/>
              <a:gd name="connsiteY14351" fmla="*/ 260890 h 5143785"/>
              <a:gd name="connsiteX14352" fmla="*/ 584930 w 3114960"/>
              <a:gd name="connsiteY14352" fmla="*/ 262128 h 5143785"/>
              <a:gd name="connsiteX14353" fmla="*/ 589121 w 3114960"/>
              <a:gd name="connsiteY14353" fmla="*/ 261366 h 5143785"/>
              <a:gd name="connsiteX14354" fmla="*/ 589217 w 3114960"/>
              <a:gd name="connsiteY14354" fmla="*/ 261366 h 5143785"/>
              <a:gd name="connsiteX14355" fmla="*/ 732758 w 3114960"/>
              <a:gd name="connsiteY14355" fmla="*/ 427577 h 5143785"/>
              <a:gd name="connsiteX14356" fmla="*/ 732758 w 3114960"/>
              <a:gd name="connsiteY14356" fmla="*/ 531495 h 5143785"/>
              <a:gd name="connsiteX14357" fmla="*/ 725329 w 3114960"/>
              <a:gd name="connsiteY14357" fmla="*/ 540734 h 5143785"/>
              <a:gd name="connsiteX14358" fmla="*/ 735140 w 3114960"/>
              <a:gd name="connsiteY14358" fmla="*/ 550545 h 5143785"/>
              <a:gd name="connsiteX14359" fmla="*/ 744950 w 3114960"/>
              <a:gd name="connsiteY14359" fmla="*/ 540734 h 5143785"/>
              <a:gd name="connsiteX14360" fmla="*/ 737521 w 3114960"/>
              <a:gd name="connsiteY14360" fmla="*/ 531495 h 5143785"/>
              <a:gd name="connsiteX14361" fmla="*/ 737521 w 3114960"/>
              <a:gd name="connsiteY14361" fmla="*/ 425863 h 5143785"/>
              <a:gd name="connsiteX14362" fmla="*/ 593312 w 3114960"/>
              <a:gd name="connsiteY14362" fmla="*/ 258985 h 5143785"/>
              <a:gd name="connsiteX14363" fmla="*/ 596265 w 3114960"/>
              <a:gd name="connsiteY14363" fmla="*/ 255080 h 5143785"/>
              <a:gd name="connsiteX14364" fmla="*/ 596837 w 3114960"/>
              <a:gd name="connsiteY14364" fmla="*/ 245459 h 5143785"/>
              <a:gd name="connsiteX14365" fmla="*/ 590741 w 3114960"/>
              <a:gd name="connsiteY14365" fmla="*/ 238506 h 5143785"/>
              <a:gd name="connsiteX14366" fmla="*/ 590741 w 3114960"/>
              <a:gd name="connsiteY14366" fmla="*/ 231553 h 5143785"/>
              <a:gd name="connsiteX14367" fmla="*/ 585978 w 3114960"/>
              <a:gd name="connsiteY14367" fmla="*/ 231553 h 5143785"/>
              <a:gd name="connsiteX14368" fmla="*/ 585978 w 3114960"/>
              <a:gd name="connsiteY14368" fmla="*/ 237077 h 5143785"/>
              <a:gd name="connsiteX14369" fmla="*/ 580739 w 3114960"/>
              <a:gd name="connsiteY14369" fmla="*/ 237744 h 5143785"/>
              <a:gd name="connsiteX14370" fmla="*/ 576644 w 3114960"/>
              <a:gd name="connsiteY14370" fmla="*/ 240125 h 5143785"/>
              <a:gd name="connsiteX14371" fmla="*/ 559784 w 3114960"/>
              <a:gd name="connsiteY14371" fmla="*/ 220885 h 5143785"/>
              <a:gd name="connsiteX14372" fmla="*/ 559784 w 3114960"/>
              <a:gd name="connsiteY14372" fmla="*/ 95 h 5143785"/>
              <a:gd name="connsiteX14373" fmla="*/ 555022 w 3114960"/>
              <a:gd name="connsiteY14373" fmla="*/ 95 h 5143785"/>
              <a:gd name="connsiteX14374" fmla="*/ 555022 w 3114960"/>
              <a:gd name="connsiteY14374" fmla="*/ 222599 h 5143785"/>
              <a:gd name="connsiteX14375" fmla="*/ 740188 w 3114960"/>
              <a:gd name="connsiteY14375" fmla="*/ 540830 h 5143785"/>
              <a:gd name="connsiteX14376" fmla="*/ 735140 w 3114960"/>
              <a:gd name="connsiteY14376" fmla="*/ 545878 h 5143785"/>
              <a:gd name="connsiteX14377" fmla="*/ 730091 w 3114960"/>
              <a:gd name="connsiteY14377" fmla="*/ 540830 h 5143785"/>
              <a:gd name="connsiteX14378" fmla="*/ 735140 w 3114960"/>
              <a:gd name="connsiteY14378" fmla="*/ 535877 h 5143785"/>
              <a:gd name="connsiteX14379" fmla="*/ 740188 w 3114960"/>
              <a:gd name="connsiteY14379" fmla="*/ 540830 h 5143785"/>
              <a:gd name="connsiteX14380" fmla="*/ 582359 w 3114960"/>
              <a:gd name="connsiteY14380" fmla="*/ 242126 h 5143785"/>
              <a:gd name="connsiteX14381" fmla="*/ 584930 w 3114960"/>
              <a:gd name="connsiteY14381" fmla="*/ 241649 h 5143785"/>
              <a:gd name="connsiteX14382" fmla="*/ 592360 w 3114960"/>
              <a:gd name="connsiteY14382" fmla="*/ 246888 h 5143785"/>
              <a:gd name="connsiteX14383" fmla="*/ 591979 w 3114960"/>
              <a:gd name="connsiteY14383" fmla="*/ 252889 h 5143785"/>
              <a:gd name="connsiteX14384" fmla="*/ 587502 w 3114960"/>
              <a:gd name="connsiteY14384" fmla="*/ 256889 h 5143785"/>
              <a:gd name="connsiteX14385" fmla="*/ 581501 w 3114960"/>
              <a:gd name="connsiteY14385" fmla="*/ 256508 h 5143785"/>
              <a:gd name="connsiteX14386" fmla="*/ 577501 w 3114960"/>
              <a:gd name="connsiteY14386" fmla="*/ 252032 h 5143785"/>
              <a:gd name="connsiteX14387" fmla="*/ 582359 w 3114960"/>
              <a:gd name="connsiteY14387" fmla="*/ 242030 h 5143785"/>
              <a:gd name="connsiteX14388" fmla="*/ 458534 w 3114960"/>
              <a:gd name="connsiteY14388" fmla="*/ 82772 h 5143785"/>
              <a:gd name="connsiteX14389" fmla="*/ 463296 w 3114960"/>
              <a:gd name="connsiteY14389" fmla="*/ 82772 h 5143785"/>
              <a:gd name="connsiteX14390" fmla="*/ 463296 w 3114960"/>
              <a:gd name="connsiteY14390" fmla="*/ 102489 h 5143785"/>
              <a:gd name="connsiteX14391" fmla="*/ 458534 w 3114960"/>
              <a:gd name="connsiteY14391" fmla="*/ 102489 h 5143785"/>
              <a:gd name="connsiteX14392" fmla="*/ 458534 w 3114960"/>
              <a:gd name="connsiteY14392" fmla="*/ 82772 h 5143785"/>
              <a:gd name="connsiteX14393" fmla="*/ 38862 w 3114960"/>
              <a:gd name="connsiteY14393" fmla="*/ 1672400 h 5143785"/>
              <a:gd name="connsiteX14394" fmla="*/ 95 w 3114960"/>
              <a:gd name="connsiteY14394" fmla="*/ 1672400 h 5143785"/>
              <a:gd name="connsiteX14395" fmla="*/ 95 w 3114960"/>
              <a:gd name="connsiteY14395" fmla="*/ 1677162 h 5143785"/>
              <a:gd name="connsiteX14396" fmla="*/ 40386 w 3114960"/>
              <a:gd name="connsiteY14396" fmla="*/ 1677162 h 5143785"/>
              <a:gd name="connsiteX14397" fmla="*/ 46292 w 3114960"/>
              <a:gd name="connsiteY14397" fmla="*/ 1673066 h 5143785"/>
              <a:gd name="connsiteX14398" fmla="*/ 53531 w 3114960"/>
              <a:gd name="connsiteY14398" fmla="*/ 1673066 h 5143785"/>
              <a:gd name="connsiteX14399" fmla="*/ 55912 w 3114960"/>
              <a:gd name="connsiteY14399" fmla="*/ 1670685 h 5143785"/>
              <a:gd name="connsiteX14400" fmla="*/ 55912 w 3114960"/>
              <a:gd name="connsiteY14400" fmla="*/ 1663922 h 5143785"/>
              <a:gd name="connsiteX14401" fmla="*/ 100489 w 3114960"/>
              <a:gd name="connsiteY14401" fmla="*/ 1663922 h 5143785"/>
              <a:gd name="connsiteX14402" fmla="*/ 111252 w 3114960"/>
              <a:gd name="connsiteY14402" fmla="*/ 1653159 h 5143785"/>
              <a:gd name="connsiteX14403" fmla="*/ 100489 w 3114960"/>
              <a:gd name="connsiteY14403" fmla="*/ 1642396 h 5143785"/>
              <a:gd name="connsiteX14404" fmla="*/ 62484 w 3114960"/>
              <a:gd name="connsiteY14404" fmla="*/ 1642396 h 5143785"/>
              <a:gd name="connsiteX14405" fmla="*/ 56483 w 3114960"/>
              <a:gd name="connsiteY14405" fmla="*/ 1636395 h 5143785"/>
              <a:gd name="connsiteX14406" fmla="*/ 62484 w 3114960"/>
              <a:gd name="connsiteY14406" fmla="*/ 1630394 h 5143785"/>
              <a:gd name="connsiteX14407" fmla="*/ 100489 w 3114960"/>
              <a:gd name="connsiteY14407" fmla="*/ 1630394 h 5143785"/>
              <a:gd name="connsiteX14408" fmla="*/ 111252 w 3114960"/>
              <a:gd name="connsiteY14408" fmla="*/ 1619631 h 5143785"/>
              <a:gd name="connsiteX14409" fmla="*/ 100489 w 3114960"/>
              <a:gd name="connsiteY14409" fmla="*/ 1608868 h 5143785"/>
              <a:gd name="connsiteX14410" fmla="*/ 62484 w 3114960"/>
              <a:gd name="connsiteY14410" fmla="*/ 1608868 h 5143785"/>
              <a:gd name="connsiteX14411" fmla="*/ 56483 w 3114960"/>
              <a:gd name="connsiteY14411" fmla="*/ 1602867 h 5143785"/>
              <a:gd name="connsiteX14412" fmla="*/ 62484 w 3114960"/>
              <a:gd name="connsiteY14412" fmla="*/ 1596866 h 5143785"/>
              <a:gd name="connsiteX14413" fmla="*/ 104966 w 3114960"/>
              <a:gd name="connsiteY14413" fmla="*/ 1596866 h 5143785"/>
              <a:gd name="connsiteX14414" fmla="*/ 104966 w 3114960"/>
              <a:gd name="connsiteY14414" fmla="*/ 1603629 h 5143785"/>
              <a:gd name="connsiteX14415" fmla="*/ 107347 w 3114960"/>
              <a:gd name="connsiteY14415" fmla="*/ 1606010 h 5143785"/>
              <a:gd name="connsiteX14416" fmla="*/ 115348 w 3114960"/>
              <a:gd name="connsiteY14416" fmla="*/ 1606010 h 5143785"/>
              <a:gd name="connsiteX14417" fmla="*/ 117729 w 3114960"/>
              <a:gd name="connsiteY14417" fmla="*/ 1603629 h 5143785"/>
              <a:gd name="connsiteX14418" fmla="*/ 117729 w 3114960"/>
              <a:gd name="connsiteY14418" fmla="*/ 1596866 h 5143785"/>
              <a:gd name="connsiteX14419" fmla="*/ 125349 w 3114960"/>
              <a:gd name="connsiteY14419" fmla="*/ 1596866 h 5143785"/>
              <a:gd name="connsiteX14420" fmla="*/ 125349 w 3114960"/>
              <a:gd name="connsiteY14420" fmla="*/ 1603629 h 5143785"/>
              <a:gd name="connsiteX14421" fmla="*/ 127730 w 3114960"/>
              <a:gd name="connsiteY14421" fmla="*/ 1606010 h 5143785"/>
              <a:gd name="connsiteX14422" fmla="*/ 135731 w 3114960"/>
              <a:gd name="connsiteY14422" fmla="*/ 1606010 h 5143785"/>
              <a:gd name="connsiteX14423" fmla="*/ 138113 w 3114960"/>
              <a:gd name="connsiteY14423" fmla="*/ 1603629 h 5143785"/>
              <a:gd name="connsiteX14424" fmla="*/ 138113 w 3114960"/>
              <a:gd name="connsiteY14424" fmla="*/ 1596962 h 5143785"/>
              <a:gd name="connsiteX14425" fmla="*/ 182690 w 3114960"/>
              <a:gd name="connsiteY14425" fmla="*/ 1596962 h 5143785"/>
              <a:gd name="connsiteX14426" fmla="*/ 188690 w 3114960"/>
              <a:gd name="connsiteY14426" fmla="*/ 1602962 h 5143785"/>
              <a:gd name="connsiteX14427" fmla="*/ 182690 w 3114960"/>
              <a:gd name="connsiteY14427" fmla="*/ 1608963 h 5143785"/>
              <a:gd name="connsiteX14428" fmla="*/ 144685 w 3114960"/>
              <a:gd name="connsiteY14428" fmla="*/ 1608963 h 5143785"/>
              <a:gd name="connsiteX14429" fmla="*/ 133922 w 3114960"/>
              <a:gd name="connsiteY14429" fmla="*/ 1619726 h 5143785"/>
              <a:gd name="connsiteX14430" fmla="*/ 144685 w 3114960"/>
              <a:gd name="connsiteY14430" fmla="*/ 1630490 h 5143785"/>
              <a:gd name="connsiteX14431" fmla="*/ 182690 w 3114960"/>
              <a:gd name="connsiteY14431" fmla="*/ 1630490 h 5143785"/>
              <a:gd name="connsiteX14432" fmla="*/ 188690 w 3114960"/>
              <a:gd name="connsiteY14432" fmla="*/ 1636490 h 5143785"/>
              <a:gd name="connsiteX14433" fmla="*/ 182690 w 3114960"/>
              <a:gd name="connsiteY14433" fmla="*/ 1642491 h 5143785"/>
              <a:gd name="connsiteX14434" fmla="*/ 144685 w 3114960"/>
              <a:gd name="connsiteY14434" fmla="*/ 1642491 h 5143785"/>
              <a:gd name="connsiteX14435" fmla="*/ 133922 w 3114960"/>
              <a:gd name="connsiteY14435" fmla="*/ 1653254 h 5143785"/>
              <a:gd name="connsiteX14436" fmla="*/ 144685 w 3114960"/>
              <a:gd name="connsiteY14436" fmla="*/ 1664018 h 5143785"/>
              <a:gd name="connsiteX14437" fmla="*/ 187166 w 3114960"/>
              <a:gd name="connsiteY14437" fmla="*/ 1664018 h 5143785"/>
              <a:gd name="connsiteX14438" fmla="*/ 187166 w 3114960"/>
              <a:gd name="connsiteY14438" fmla="*/ 1670780 h 5143785"/>
              <a:gd name="connsiteX14439" fmla="*/ 189548 w 3114960"/>
              <a:gd name="connsiteY14439" fmla="*/ 1673162 h 5143785"/>
              <a:gd name="connsiteX14440" fmla="*/ 197549 w 3114960"/>
              <a:gd name="connsiteY14440" fmla="*/ 1673162 h 5143785"/>
              <a:gd name="connsiteX14441" fmla="*/ 199930 w 3114960"/>
              <a:gd name="connsiteY14441" fmla="*/ 1670780 h 5143785"/>
              <a:gd name="connsiteX14442" fmla="*/ 199930 w 3114960"/>
              <a:gd name="connsiteY14442" fmla="*/ 1652588 h 5143785"/>
              <a:gd name="connsiteX14443" fmla="*/ 197549 w 3114960"/>
              <a:gd name="connsiteY14443" fmla="*/ 1650206 h 5143785"/>
              <a:gd name="connsiteX14444" fmla="*/ 189548 w 3114960"/>
              <a:gd name="connsiteY14444" fmla="*/ 1650206 h 5143785"/>
              <a:gd name="connsiteX14445" fmla="*/ 187166 w 3114960"/>
              <a:gd name="connsiteY14445" fmla="*/ 1652588 h 5143785"/>
              <a:gd name="connsiteX14446" fmla="*/ 187166 w 3114960"/>
              <a:gd name="connsiteY14446" fmla="*/ 1659350 h 5143785"/>
              <a:gd name="connsiteX14447" fmla="*/ 144685 w 3114960"/>
              <a:gd name="connsiteY14447" fmla="*/ 1659350 h 5143785"/>
              <a:gd name="connsiteX14448" fmla="*/ 138684 w 3114960"/>
              <a:gd name="connsiteY14448" fmla="*/ 1653350 h 5143785"/>
              <a:gd name="connsiteX14449" fmla="*/ 144685 w 3114960"/>
              <a:gd name="connsiteY14449" fmla="*/ 1647349 h 5143785"/>
              <a:gd name="connsiteX14450" fmla="*/ 182690 w 3114960"/>
              <a:gd name="connsiteY14450" fmla="*/ 1647349 h 5143785"/>
              <a:gd name="connsiteX14451" fmla="*/ 193453 w 3114960"/>
              <a:gd name="connsiteY14451" fmla="*/ 1636586 h 5143785"/>
              <a:gd name="connsiteX14452" fmla="*/ 182690 w 3114960"/>
              <a:gd name="connsiteY14452" fmla="*/ 1625822 h 5143785"/>
              <a:gd name="connsiteX14453" fmla="*/ 144685 w 3114960"/>
              <a:gd name="connsiteY14453" fmla="*/ 1625822 h 5143785"/>
              <a:gd name="connsiteX14454" fmla="*/ 138684 w 3114960"/>
              <a:gd name="connsiteY14454" fmla="*/ 1619822 h 5143785"/>
              <a:gd name="connsiteX14455" fmla="*/ 144685 w 3114960"/>
              <a:gd name="connsiteY14455" fmla="*/ 1613821 h 5143785"/>
              <a:gd name="connsiteX14456" fmla="*/ 182690 w 3114960"/>
              <a:gd name="connsiteY14456" fmla="*/ 1613821 h 5143785"/>
              <a:gd name="connsiteX14457" fmla="*/ 193453 w 3114960"/>
              <a:gd name="connsiteY14457" fmla="*/ 1603057 h 5143785"/>
              <a:gd name="connsiteX14458" fmla="*/ 182690 w 3114960"/>
              <a:gd name="connsiteY14458" fmla="*/ 1592294 h 5143785"/>
              <a:gd name="connsiteX14459" fmla="*/ 138113 w 3114960"/>
              <a:gd name="connsiteY14459" fmla="*/ 1592294 h 5143785"/>
              <a:gd name="connsiteX14460" fmla="*/ 138113 w 3114960"/>
              <a:gd name="connsiteY14460" fmla="*/ 1585532 h 5143785"/>
              <a:gd name="connsiteX14461" fmla="*/ 135731 w 3114960"/>
              <a:gd name="connsiteY14461" fmla="*/ 1583150 h 5143785"/>
              <a:gd name="connsiteX14462" fmla="*/ 127730 w 3114960"/>
              <a:gd name="connsiteY14462" fmla="*/ 1583150 h 5143785"/>
              <a:gd name="connsiteX14463" fmla="*/ 125349 w 3114960"/>
              <a:gd name="connsiteY14463" fmla="*/ 1585532 h 5143785"/>
              <a:gd name="connsiteX14464" fmla="*/ 125349 w 3114960"/>
              <a:gd name="connsiteY14464" fmla="*/ 1592294 h 5143785"/>
              <a:gd name="connsiteX14465" fmla="*/ 117729 w 3114960"/>
              <a:gd name="connsiteY14465" fmla="*/ 1592294 h 5143785"/>
              <a:gd name="connsiteX14466" fmla="*/ 117729 w 3114960"/>
              <a:gd name="connsiteY14466" fmla="*/ 1585532 h 5143785"/>
              <a:gd name="connsiteX14467" fmla="*/ 115348 w 3114960"/>
              <a:gd name="connsiteY14467" fmla="*/ 1583150 h 5143785"/>
              <a:gd name="connsiteX14468" fmla="*/ 107347 w 3114960"/>
              <a:gd name="connsiteY14468" fmla="*/ 1583150 h 5143785"/>
              <a:gd name="connsiteX14469" fmla="*/ 104966 w 3114960"/>
              <a:gd name="connsiteY14469" fmla="*/ 1585532 h 5143785"/>
              <a:gd name="connsiteX14470" fmla="*/ 104966 w 3114960"/>
              <a:gd name="connsiteY14470" fmla="*/ 1592294 h 5143785"/>
              <a:gd name="connsiteX14471" fmla="*/ 62484 w 3114960"/>
              <a:gd name="connsiteY14471" fmla="*/ 1592294 h 5143785"/>
              <a:gd name="connsiteX14472" fmla="*/ 51721 w 3114960"/>
              <a:gd name="connsiteY14472" fmla="*/ 1603057 h 5143785"/>
              <a:gd name="connsiteX14473" fmla="*/ 62484 w 3114960"/>
              <a:gd name="connsiteY14473" fmla="*/ 1613821 h 5143785"/>
              <a:gd name="connsiteX14474" fmla="*/ 100489 w 3114960"/>
              <a:gd name="connsiteY14474" fmla="*/ 1613821 h 5143785"/>
              <a:gd name="connsiteX14475" fmla="*/ 106490 w 3114960"/>
              <a:gd name="connsiteY14475" fmla="*/ 1619822 h 5143785"/>
              <a:gd name="connsiteX14476" fmla="*/ 100489 w 3114960"/>
              <a:gd name="connsiteY14476" fmla="*/ 1625822 h 5143785"/>
              <a:gd name="connsiteX14477" fmla="*/ 62484 w 3114960"/>
              <a:gd name="connsiteY14477" fmla="*/ 1625822 h 5143785"/>
              <a:gd name="connsiteX14478" fmla="*/ 51721 w 3114960"/>
              <a:gd name="connsiteY14478" fmla="*/ 1636586 h 5143785"/>
              <a:gd name="connsiteX14479" fmla="*/ 62484 w 3114960"/>
              <a:gd name="connsiteY14479" fmla="*/ 1647349 h 5143785"/>
              <a:gd name="connsiteX14480" fmla="*/ 100489 w 3114960"/>
              <a:gd name="connsiteY14480" fmla="*/ 1647349 h 5143785"/>
              <a:gd name="connsiteX14481" fmla="*/ 106490 w 3114960"/>
              <a:gd name="connsiteY14481" fmla="*/ 1653350 h 5143785"/>
              <a:gd name="connsiteX14482" fmla="*/ 100489 w 3114960"/>
              <a:gd name="connsiteY14482" fmla="*/ 1659350 h 5143785"/>
              <a:gd name="connsiteX14483" fmla="*/ 55912 w 3114960"/>
              <a:gd name="connsiteY14483" fmla="*/ 1659350 h 5143785"/>
              <a:gd name="connsiteX14484" fmla="*/ 55912 w 3114960"/>
              <a:gd name="connsiteY14484" fmla="*/ 1652683 h 5143785"/>
              <a:gd name="connsiteX14485" fmla="*/ 53531 w 3114960"/>
              <a:gd name="connsiteY14485" fmla="*/ 1650302 h 5143785"/>
              <a:gd name="connsiteX14486" fmla="*/ 46292 w 3114960"/>
              <a:gd name="connsiteY14486" fmla="*/ 1650302 h 5143785"/>
              <a:gd name="connsiteX14487" fmla="*/ 40386 w 3114960"/>
              <a:gd name="connsiteY14487" fmla="*/ 1645920 h 5143785"/>
              <a:gd name="connsiteX14488" fmla="*/ 95 w 3114960"/>
              <a:gd name="connsiteY14488" fmla="*/ 1645920 h 5143785"/>
              <a:gd name="connsiteX14489" fmla="*/ 95 w 3114960"/>
              <a:gd name="connsiteY14489" fmla="*/ 1650682 h 5143785"/>
              <a:gd name="connsiteX14490" fmla="*/ 38862 w 3114960"/>
              <a:gd name="connsiteY14490" fmla="*/ 1650682 h 5143785"/>
              <a:gd name="connsiteX14491" fmla="*/ 43148 w 3114960"/>
              <a:gd name="connsiteY14491" fmla="*/ 1653921 h 5143785"/>
              <a:gd name="connsiteX14492" fmla="*/ 43148 w 3114960"/>
              <a:gd name="connsiteY14492" fmla="*/ 1669732 h 5143785"/>
              <a:gd name="connsiteX14493" fmla="*/ 38862 w 3114960"/>
              <a:gd name="connsiteY14493" fmla="*/ 1672685 h 5143785"/>
              <a:gd name="connsiteX14494" fmla="*/ 191833 w 3114960"/>
              <a:gd name="connsiteY14494" fmla="*/ 1654874 h 5143785"/>
              <a:gd name="connsiteX14495" fmla="*/ 195072 w 3114960"/>
              <a:gd name="connsiteY14495" fmla="*/ 1654874 h 5143785"/>
              <a:gd name="connsiteX14496" fmla="*/ 195072 w 3114960"/>
              <a:gd name="connsiteY14496" fmla="*/ 1668304 h 5143785"/>
              <a:gd name="connsiteX14497" fmla="*/ 191833 w 3114960"/>
              <a:gd name="connsiteY14497" fmla="*/ 1668304 h 5143785"/>
              <a:gd name="connsiteX14498" fmla="*/ 191833 w 3114960"/>
              <a:gd name="connsiteY14498" fmla="*/ 1654874 h 5143785"/>
              <a:gd name="connsiteX14499" fmla="*/ 130016 w 3114960"/>
              <a:gd name="connsiteY14499" fmla="*/ 1587913 h 5143785"/>
              <a:gd name="connsiteX14500" fmla="*/ 133255 w 3114960"/>
              <a:gd name="connsiteY14500" fmla="*/ 1587913 h 5143785"/>
              <a:gd name="connsiteX14501" fmla="*/ 133255 w 3114960"/>
              <a:gd name="connsiteY14501" fmla="*/ 1601343 h 5143785"/>
              <a:gd name="connsiteX14502" fmla="*/ 130016 w 3114960"/>
              <a:gd name="connsiteY14502" fmla="*/ 1601343 h 5143785"/>
              <a:gd name="connsiteX14503" fmla="*/ 130016 w 3114960"/>
              <a:gd name="connsiteY14503" fmla="*/ 1587913 h 5143785"/>
              <a:gd name="connsiteX14504" fmla="*/ 109728 w 3114960"/>
              <a:gd name="connsiteY14504" fmla="*/ 1587913 h 5143785"/>
              <a:gd name="connsiteX14505" fmla="*/ 112967 w 3114960"/>
              <a:gd name="connsiteY14505" fmla="*/ 1587913 h 5143785"/>
              <a:gd name="connsiteX14506" fmla="*/ 112967 w 3114960"/>
              <a:gd name="connsiteY14506" fmla="*/ 1601343 h 5143785"/>
              <a:gd name="connsiteX14507" fmla="*/ 109728 w 3114960"/>
              <a:gd name="connsiteY14507" fmla="*/ 1601343 h 5143785"/>
              <a:gd name="connsiteX14508" fmla="*/ 109728 w 3114960"/>
              <a:gd name="connsiteY14508" fmla="*/ 1587913 h 5143785"/>
              <a:gd name="connsiteX14509" fmla="*/ 47911 w 3114960"/>
              <a:gd name="connsiteY14509" fmla="*/ 1654874 h 5143785"/>
              <a:gd name="connsiteX14510" fmla="*/ 51149 w 3114960"/>
              <a:gd name="connsiteY14510" fmla="*/ 1654874 h 5143785"/>
              <a:gd name="connsiteX14511" fmla="*/ 51149 w 3114960"/>
              <a:gd name="connsiteY14511" fmla="*/ 1668304 h 5143785"/>
              <a:gd name="connsiteX14512" fmla="*/ 47911 w 3114960"/>
              <a:gd name="connsiteY14512" fmla="*/ 1668304 h 5143785"/>
              <a:gd name="connsiteX14513" fmla="*/ 47911 w 3114960"/>
              <a:gd name="connsiteY14513" fmla="*/ 1654874 h 5143785"/>
              <a:gd name="connsiteX14514" fmla="*/ 1721739 w 3114960"/>
              <a:gd name="connsiteY14514" fmla="*/ 4029647 h 5143785"/>
              <a:gd name="connsiteX14515" fmla="*/ 1721739 w 3114960"/>
              <a:gd name="connsiteY14515" fmla="*/ 4020122 h 5143785"/>
              <a:gd name="connsiteX14516" fmla="*/ 1726025 w 3114960"/>
              <a:gd name="connsiteY14516" fmla="*/ 4015835 h 5143785"/>
              <a:gd name="connsiteX14517" fmla="*/ 1736312 w 3114960"/>
              <a:gd name="connsiteY14517" fmla="*/ 4015835 h 5143785"/>
              <a:gd name="connsiteX14518" fmla="*/ 1739837 w 3114960"/>
              <a:gd name="connsiteY14518" fmla="*/ 4019360 h 5143785"/>
              <a:gd name="connsiteX14519" fmla="*/ 1739837 w 3114960"/>
              <a:gd name="connsiteY14519" fmla="*/ 4029647 h 5143785"/>
              <a:gd name="connsiteX14520" fmla="*/ 1735550 w 3114960"/>
              <a:gd name="connsiteY14520" fmla="*/ 4033933 h 5143785"/>
              <a:gd name="connsiteX14521" fmla="*/ 1726025 w 3114960"/>
              <a:gd name="connsiteY14521" fmla="*/ 4033933 h 5143785"/>
              <a:gd name="connsiteX14522" fmla="*/ 1721739 w 3114960"/>
              <a:gd name="connsiteY14522" fmla="*/ 4029647 h 5143785"/>
              <a:gd name="connsiteX14523" fmla="*/ 646938 w 3114960"/>
              <a:gd name="connsiteY14523" fmla="*/ 2212658 h 5143785"/>
              <a:gd name="connsiteX14524" fmla="*/ 635889 w 3114960"/>
              <a:gd name="connsiteY14524" fmla="*/ 2223707 h 5143785"/>
              <a:gd name="connsiteX14525" fmla="*/ 637794 w 3114960"/>
              <a:gd name="connsiteY14525" fmla="*/ 2229517 h 5143785"/>
              <a:gd name="connsiteX14526" fmla="*/ 602456 w 3114960"/>
              <a:gd name="connsiteY14526" fmla="*/ 2266950 h 5143785"/>
              <a:gd name="connsiteX14527" fmla="*/ 599504 w 3114960"/>
              <a:gd name="connsiteY14527" fmla="*/ 2263997 h 5143785"/>
              <a:gd name="connsiteX14528" fmla="*/ 595884 w 3114960"/>
              <a:gd name="connsiteY14528" fmla="*/ 2262473 h 5143785"/>
              <a:gd name="connsiteX14529" fmla="*/ 595884 w 3114960"/>
              <a:gd name="connsiteY14529" fmla="*/ 2262473 h 5143785"/>
              <a:gd name="connsiteX14530" fmla="*/ 592265 w 3114960"/>
              <a:gd name="connsiteY14530" fmla="*/ 2263997 h 5143785"/>
              <a:gd name="connsiteX14531" fmla="*/ 583121 w 3114960"/>
              <a:gd name="connsiteY14531" fmla="*/ 2273141 h 5143785"/>
              <a:gd name="connsiteX14532" fmla="*/ 583121 w 3114960"/>
              <a:gd name="connsiteY14532" fmla="*/ 2280285 h 5143785"/>
              <a:gd name="connsiteX14533" fmla="*/ 592265 w 3114960"/>
              <a:gd name="connsiteY14533" fmla="*/ 2289429 h 5143785"/>
              <a:gd name="connsiteX14534" fmla="*/ 595884 w 3114960"/>
              <a:gd name="connsiteY14534" fmla="*/ 2290953 h 5143785"/>
              <a:gd name="connsiteX14535" fmla="*/ 595884 w 3114960"/>
              <a:gd name="connsiteY14535" fmla="*/ 2290953 h 5143785"/>
              <a:gd name="connsiteX14536" fmla="*/ 599504 w 3114960"/>
              <a:gd name="connsiteY14536" fmla="*/ 2289429 h 5143785"/>
              <a:gd name="connsiteX14537" fmla="*/ 608648 w 3114960"/>
              <a:gd name="connsiteY14537" fmla="*/ 2280285 h 5143785"/>
              <a:gd name="connsiteX14538" fmla="*/ 608648 w 3114960"/>
              <a:gd name="connsiteY14538" fmla="*/ 2273141 h 5143785"/>
              <a:gd name="connsiteX14539" fmla="*/ 605790 w 3114960"/>
              <a:gd name="connsiteY14539" fmla="*/ 2270284 h 5143785"/>
              <a:gd name="connsiteX14540" fmla="*/ 641128 w 3114960"/>
              <a:gd name="connsiteY14540" fmla="*/ 2232851 h 5143785"/>
              <a:gd name="connsiteX14541" fmla="*/ 646938 w 3114960"/>
              <a:gd name="connsiteY14541" fmla="*/ 2234756 h 5143785"/>
              <a:gd name="connsiteX14542" fmla="*/ 657987 w 3114960"/>
              <a:gd name="connsiteY14542" fmla="*/ 2223707 h 5143785"/>
              <a:gd name="connsiteX14543" fmla="*/ 646938 w 3114960"/>
              <a:gd name="connsiteY14543" fmla="*/ 2212658 h 5143785"/>
              <a:gd name="connsiteX14544" fmla="*/ 595694 w 3114960"/>
              <a:gd name="connsiteY14544" fmla="*/ 2286191 h 5143785"/>
              <a:gd name="connsiteX14545" fmla="*/ 586550 w 3114960"/>
              <a:gd name="connsiteY14545" fmla="*/ 2276570 h 5143785"/>
              <a:gd name="connsiteX14546" fmla="*/ 595884 w 3114960"/>
              <a:gd name="connsiteY14546" fmla="*/ 2267331 h 5143785"/>
              <a:gd name="connsiteX14547" fmla="*/ 596075 w 3114960"/>
              <a:gd name="connsiteY14547" fmla="*/ 2267331 h 5143785"/>
              <a:gd name="connsiteX14548" fmla="*/ 605219 w 3114960"/>
              <a:gd name="connsiteY14548" fmla="*/ 2276951 h 5143785"/>
              <a:gd name="connsiteX14549" fmla="*/ 595598 w 3114960"/>
              <a:gd name="connsiteY14549" fmla="*/ 2286095 h 5143785"/>
              <a:gd name="connsiteX14550" fmla="*/ 2257711 w 3114960"/>
              <a:gd name="connsiteY14550" fmla="*/ 4536186 h 5143785"/>
              <a:gd name="connsiteX14551" fmla="*/ 2276951 w 3114960"/>
              <a:gd name="connsiteY14551" fmla="*/ 4540854 h 5143785"/>
              <a:gd name="connsiteX14552" fmla="*/ 2293906 w 3114960"/>
              <a:gd name="connsiteY14552" fmla="*/ 4530567 h 5143785"/>
              <a:gd name="connsiteX14553" fmla="*/ 2298668 w 3114960"/>
              <a:gd name="connsiteY14553" fmla="*/ 4511326 h 5143785"/>
              <a:gd name="connsiteX14554" fmla="*/ 2288381 w 3114960"/>
              <a:gd name="connsiteY14554" fmla="*/ 4494371 h 5143785"/>
              <a:gd name="connsiteX14555" fmla="*/ 2273141 w 3114960"/>
              <a:gd name="connsiteY14555" fmla="*/ 4489323 h 5143785"/>
              <a:gd name="connsiteX14556" fmla="*/ 2269141 w 3114960"/>
              <a:gd name="connsiteY14556" fmla="*/ 4489609 h 5143785"/>
              <a:gd name="connsiteX14557" fmla="*/ 2252186 w 3114960"/>
              <a:gd name="connsiteY14557" fmla="*/ 4499896 h 5143785"/>
              <a:gd name="connsiteX14558" fmla="*/ 2247424 w 3114960"/>
              <a:gd name="connsiteY14558" fmla="*/ 4519137 h 5143785"/>
              <a:gd name="connsiteX14559" fmla="*/ 2250758 w 3114960"/>
              <a:gd name="connsiteY14559" fmla="*/ 4528280 h 5143785"/>
              <a:gd name="connsiteX14560" fmla="*/ 2201990 w 3114960"/>
              <a:gd name="connsiteY14560" fmla="*/ 4577334 h 5143785"/>
              <a:gd name="connsiteX14561" fmla="*/ 2202275 w 3114960"/>
              <a:gd name="connsiteY14561" fmla="*/ 4687062 h 5143785"/>
              <a:gd name="connsiteX14562" fmla="*/ 2219135 w 3114960"/>
              <a:gd name="connsiteY14562" fmla="*/ 4708112 h 5143785"/>
              <a:gd name="connsiteX14563" fmla="*/ 2219516 w 3114960"/>
              <a:gd name="connsiteY14563" fmla="*/ 4766596 h 5143785"/>
              <a:gd name="connsiteX14564" fmla="*/ 2209705 w 3114960"/>
              <a:gd name="connsiteY14564" fmla="*/ 4776788 h 5143785"/>
              <a:gd name="connsiteX14565" fmla="*/ 2207609 w 3114960"/>
              <a:gd name="connsiteY14565" fmla="*/ 4775169 h 5143785"/>
              <a:gd name="connsiteX14566" fmla="*/ 2190655 w 3114960"/>
              <a:gd name="connsiteY14566" fmla="*/ 4780788 h 5143785"/>
              <a:gd name="connsiteX14567" fmla="*/ 2189988 w 3114960"/>
              <a:gd name="connsiteY14567" fmla="*/ 4790409 h 5143785"/>
              <a:gd name="connsiteX14568" fmla="*/ 2196370 w 3114960"/>
              <a:gd name="connsiteY14568" fmla="*/ 4797647 h 5143785"/>
              <a:gd name="connsiteX14569" fmla="*/ 2201990 w 3114960"/>
              <a:gd name="connsiteY14569" fmla="*/ 4798981 h 5143785"/>
              <a:gd name="connsiteX14570" fmla="*/ 2213324 w 3114960"/>
              <a:gd name="connsiteY14570" fmla="*/ 4792028 h 5143785"/>
              <a:gd name="connsiteX14571" fmla="*/ 2213991 w 3114960"/>
              <a:gd name="connsiteY14571" fmla="*/ 4782407 h 5143785"/>
              <a:gd name="connsiteX14572" fmla="*/ 2212848 w 3114960"/>
              <a:gd name="connsiteY14572" fmla="*/ 4780407 h 5143785"/>
              <a:gd name="connsiteX14573" fmla="*/ 2224278 w 3114960"/>
              <a:gd name="connsiteY14573" fmla="*/ 4768406 h 5143785"/>
              <a:gd name="connsiteX14574" fmla="*/ 2223897 w 3114960"/>
              <a:gd name="connsiteY14574" fmla="*/ 4706303 h 5143785"/>
              <a:gd name="connsiteX14575" fmla="*/ 2207038 w 3114960"/>
              <a:gd name="connsiteY14575" fmla="*/ 4685253 h 5143785"/>
              <a:gd name="connsiteX14576" fmla="*/ 2206752 w 3114960"/>
              <a:gd name="connsiteY14576" fmla="*/ 4579144 h 5143785"/>
              <a:gd name="connsiteX14577" fmla="*/ 2253615 w 3114960"/>
              <a:gd name="connsiteY14577" fmla="*/ 4531995 h 5143785"/>
              <a:gd name="connsiteX14578" fmla="*/ 2257711 w 3114960"/>
              <a:gd name="connsiteY14578" fmla="*/ 4535805 h 5143785"/>
              <a:gd name="connsiteX14579" fmla="*/ 2208943 w 3114960"/>
              <a:gd name="connsiteY14579" fmla="*/ 4790313 h 5143785"/>
              <a:gd name="connsiteX14580" fmla="*/ 2198370 w 3114960"/>
              <a:gd name="connsiteY14580" fmla="*/ 4793837 h 5143785"/>
              <a:gd name="connsiteX14581" fmla="*/ 2194465 w 3114960"/>
              <a:gd name="connsiteY14581" fmla="*/ 4789265 h 5143785"/>
              <a:gd name="connsiteX14582" fmla="*/ 2194846 w 3114960"/>
              <a:gd name="connsiteY14582" fmla="*/ 4783265 h 5143785"/>
              <a:gd name="connsiteX14583" fmla="*/ 2199418 w 3114960"/>
              <a:gd name="connsiteY14583" fmla="*/ 4779360 h 5143785"/>
              <a:gd name="connsiteX14584" fmla="*/ 2201894 w 3114960"/>
              <a:gd name="connsiteY14584" fmla="*/ 4778979 h 5143785"/>
              <a:gd name="connsiteX14585" fmla="*/ 2205419 w 3114960"/>
              <a:gd name="connsiteY14585" fmla="*/ 4779836 h 5143785"/>
              <a:gd name="connsiteX14586" fmla="*/ 2209324 w 3114960"/>
              <a:gd name="connsiteY14586" fmla="*/ 4784408 h 5143785"/>
              <a:gd name="connsiteX14587" fmla="*/ 2208943 w 3114960"/>
              <a:gd name="connsiteY14587" fmla="*/ 4790409 h 5143785"/>
              <a:gd name="connsiteX14588" fmla="*/ 2255996 w 3114960"/>
              <a:gd name="connsiteY14588" fmla="*/ 4502849 h 5143785"/>
              <a:gd name="connsiteX14589" fmla="*/ 2269808 w 3114960"/>
              <a:gd name="connsiteY14589" fmla="*/ 4494467 h 5143785"/>
              <a:gd name="connsiteX14590" fmla="*/ 2285524 w 3114960"/>
              <a:gd name="connsiteY14590" fmla="*/ 4498277 h 5143785"/>
              <a:gd name="connsiteX14591" fmla="*/ 2293906 w 3114960"/>
              <a:gd name="connsiteY14591" fmla="*/ 4512088 h 5143785"/>
              <a:gd name="connsiteX14592" fmla="*/ 2290096 w 3114960"/>
              <a:gd name="connsiteY14592" fmla="*/ 4527804 h 5143785"/>
              <a:gd name="connsiteX14593" fmla="*/ 2276285 w 3114960"/>
              <a:gd name="connsiteY14593" fmla="*/ 4536186 h 5143785"/>
              <a:gd name="connsiteX14594" fmla="*/ 2273046 w 3114960"/>
              <a:gd name="connsiteY14594" fmla="*/ 4536472 h 5143785"/>
              <a:gd name="connsiteX14595" fmla="*/ 2260664 w 3114960"/>
              <a:gd name="connsiteY14595" fmla="*/ 4532376 h 5143785"/>
              <a:gd name="connsiteX14596" fmla="*/ 2252282 w 3114960"/>
              <a:gd name="connsiteY14596" fmla="*/ 4518565 h 5143785"/>
              <a:gd name="connsiteX14597" fmla="*/ 2256092 w 3114960"/>
              <a:gd name="connsiteY14597" fmla="*/ 4502849 h 5143785"/>
              <a:gd name="connsiteX14598" fmla="*/ 458534 w 3114960"/>
              <a:gd name="connsiteY14598" fmla="*/ 3810 h 5143785"/>
              <a:gd name="connsiteX14599" fmla="*/ 463296 w 3114960"/>
              <a:gd name="connsiteY14599" fmla="*/ 3810 h 5143785"/>
              <a:gd name="connsiteX14600" fmla="*/ 463296 w 3114960"/>
              <a:gd name="connsiteY14600" fmla="*/ 23527 h 5143785"/>
              <a:gd name="connsiteX14601" fmla="*/ 458534 w 3114960"/>
              <a:gd name="connsiteY14601" fmla="*/ 23527 h 5143785"/>
              <a:gd name="connsiteX14602" fmla="*/ 458534 w 3114960"/>
              <a:gd name="connsiteY14602" fmla="*/ 3810 h 5143785"/>
              <a:gd name="connsiteX14603" fmla="*/ 2260378 w 3114960"/>
              <a:gd name="connsiteY14603" fmla="*/ 4515327 h 5143785"/>
              <a:gd name="connsiteX14604" fmla="*/ 2273046 w 3114960"/>
              <a:gd name="connsiteY14604" fmla="*/ 4502658 h 5143785"/>
              <a:gd name="connsiteX14605" fmla="*/ 2285714 w 3114960"/>
              <a:gd name="connsiteY14605" fmla="*/ 4515327 h 5143785"/>
              <a:gd name="connsiteX14606" fmla="*/ 2273046 w 3114960"/>
              <a:gd name="connsiteY14606" fmla="*/ 4527995 h 5143785"/>
              <a:gd name="connsiteX14607" fmla="*/ 2260378 w 3114960"/>
              <a:gd name="connsiteY14607" fmla="*/ 4515327 h 5143785"/>
              <a:gd name="connsiteX14608" fmla="*/ 2024444 w 3114960"/>
              <a:gd name="connsiteY14608" fmla="*/ 4623435 h 5143785"/>
              <a:gd name="connsiteX14609" fmla="*/ 2009680 w 3114960"/>
              <a:gd name="connsiteY14609" fmla="*/ 4623435 h 5143785"/>
              <a:gd name="connsiteX14610" fmla="*/ 2005013 w 3114960"/>
              <a:gd name="connsiteY14610" fmla="*/ 4628103 h 5143785"/>
              <a:gd name="connsiteX14611" fmla="*/ 2005013 w 3114960"/>
              <a:gd name="connsiteY14611" fmla="*/ 4642866 h 5143785"/>
              <a:gd name="connsiteX14612" fmla="*/ 2009680 w 3114960"/>
              <a:gd name="connsiteY14612" fmla="*/ 4647534 h 5143785"/>
              <a:gd name="connsiteX14613" fmla="*/ 2024444 w 3114960"/>
              <a:gd name="connsiteY14613" fmla="*/ 4647534 h 5143785"/>
              <a:gd name="connsiteX14614" fmla="*/ 2029111 w 3114960"/>
              <a:gd name="connsiteY14614" fmla="*/ 4642866 h 5143785"/>
              <a:gd name="connsiteX14615" fmla="*/ 2029111 w 3114960"/>
              <a:gd name="connsiteY14615" fmla="*/ 4630484 h 5143785"/>
              <a:gd name="connsiteX14616" fmla="*/ 2115312 w 3114960"/>
              <a:gd name="connsiteY14616" fmla="*/ 4564571 h 5143785"/>
              <a:gd name="connsiteX14617" fmla="*/ 2116265 w 3114960"/>
              <a:gd name="connsiteY14617" fmla="*/ 4562666 h 5143785"/>
              <a:gd name="connsiteX14618" fmla="*/ 2116265 w 3114960"/>
              <a:gd name="connsiteY14618" fmla="*/ 4552760 h 5143785"/>
              <a:gd name="connsiteX14619" fmla="*/ 2113883 w 3114960"/>
              <a:gd name="connsiteY14619" fmla="*/ 4550379 h 5143785"/>
              <a:gd name="connsiteX14620" fmla="*/ 2017395 w 3114960"/>
              <a:gd name="connsiteY14620" fmla="*/ 4550379 h 5143785"/>
              <a:gd name="connsiteX14621" fmla="*/ 2010728 w 3114960"/>
              <a:gd name="connsiteY14621" fmla="*/ 4540472 h 5143785"/>
              <a:gd name="connsiteX14622" fmla="*/ 1993773 w 3114960"/>
              <a:gd name="connsiteY14622" fmla="*/ 4546092 h 5143785"/>
              <a:gd name="connsiteX14623" fmla="*/ 1999393 w 3114960"/>
              <a:gd name="connsiteY14623" fmla="*/ 4563047 h 5143785"/>
              <a:gd name="connsiteX14624" fmla="*/ 2005013 w 3114960"/>
              <a:gd name="connsiteY14624" fmla="*/ 4564380 h 5143785"/>
              <a:gd name="connsiteX14625" fmla="*/ 2016347 w 3114960"/>
              <a:gd name="connsiteY14625" fmla="*/ 4557427 h 5143785"/>
              <a:gd name="connsiteX14626" fmla="*/ 2016919 w 3114960"/>
              <a:gd name="connsiteY14626" fmla="*/ 4555236 h 5143785"/>
              <a:gd name="connsiteX14627" fmla="*/ 2111407 w 3114960"/>
              <a:gd name="connsiteY14627" fmla="*/ 4555236 h 5143785"/>
              <a:gd name="connsiteX14628" fmla="*/ 2111407 w 3114960"/>
              <a:gd name="connsiteY14628" fmla="*/ 4561618 h 5143785"/>
              <a:gd name="connsiteX14629" fmla="*/ 2027968 w 3114960"/>
              <a:gd name="connsiteY14629" fmla="*/ 4625436 h 5143785"/>
              <a:gd name="connsiteX14630" fmla="*/ 2024348 w 3114960"/>
              <a:gd name="connsiteY14630" fmla="*/ 4623626 h 5143785"/>
              <a:gd name="connsiteX14631" fmla="*/ 2012061 w 3114960"/>
              <a:gd name="connsiteY14631" fmla="*/ 4555141 h 5143785"/>
              <a:gd name="connsiteX14632" fmla="*/ 2007489 w 3114960"/>
              <a:gd name="connsiteY14632" fmla="*/ 4559046 h 5143785"/>
              <a:gd name="connsiteX14633" fmla="*/ 2001488 w 3114960"/>
              <a:gd name="connsiteY14633" fmla="*/ 4558665 h 5143785"/>
              <a:gd name="connsiteX14634" fmla="*/ 1997583 w 3114960"/>
              <a:gd name="connsiteY14634" fmla="*/ 4554093 h 5143785"/>
              <a:gd name="connsiteX14635" fmla="*/ 1997964 w 3114960"/>
              <a:gd name="connsiteY14635" fmla="*/ 4548093 h 5143785"/>
              <a:gd name="connsiteX14636" fmla="*/ 2005013 w 3114960"/>
              <a:gd name="connsiteY14636" fmla="*/ 4543711 h 5143785"/>
              <a:gd name="connsiteX14637" fmla="*/ 2008537 w 3114960"/>
              <a:gd name="connsiteY14637" fmla="*/ 4544568 h 5143785"/>
              <a:gd name="connsiteX14638" fmla="*/ 2012442 w 3114960"/>
              <a:gd name="connsiteY14638" fmla="*/ 4549140 h 5143785"/>
              <a:gd name="connsiteX14639" fmla="*/ 2012061 w 3114960"/>
              <a:gd name="connsiteY14639" fmla="*/ 4555141 h 5143785"/>
              <a:gd name="connsiteX14640" fmla="*/ 494348 w 3114960"/>
              <a:gd name="connsiteY14640" fmla="*/ 95 h 5143785"/>
              <a:gd name="connsiteX14641" fmla="*/ 489585 w 3114960"/>
              <a:gd name="connsiteY14641" fmla="*/ 95 h 5143785"/>
              <a:gd name="connsiteX14642" fmla="*/ 489585 w 3114960"/>
              <a:gd name="connsiteY14642" fmla="*/ 222314 h 5143785"/>
              <a:gd name="connsiteX14643" fmla="*/ 476440 w 3114960"/>
              <a:gd name="connsiteY14643" fmla="*/ 239458 h 5143785"/>
              <a:gd name="connsiteX14644" fmla="*/ 472535 w 3114960"/>
              <a:gd name="connsiteY14644" fmla="*/ 239744 h 5143785"/>
              <a:gd name="connsiteX14645" fmla="*/ 470821 w 3114960"/>
              <a:gd name="connsiteY14645" fmla="*/ 237077 h 5143785"/>
              <a:gd name="connsiteX14646" fmla="*/ 466820 w 3114960"/>
              <a:gd name="connsiteY14646" fmla="*/ 239554 h 5143785"/>
              <a:gd name="connsiteX14647" fmla="*/ 468344 w 3114960"/>
              <a:gd name="connsiteY14647" fmla="*/ 241935 h 5143785"/>
              <a:gd name="connsiteX14648" fmla="*/ 465582 w 3114960"/>
              <a:gd name="connsiteY14648" fmla="*/ 252889 h 5143785"/>
              <a:gd name="connsiteX14649" fmla="*/ 477488 w 3114960"/>
              <a:gd name="connsiteY14649" fmla="*/ 259366 h 5143785"/>
              <a:gd name="connsiteX14650" fmla="*/ 622840 w 3114960"/>
              <a:gd name="connsiteY14650" fmla="*/ 427577 h 5143785"/>
              <a:gd name="connsiteX14651" fmla="*/ 622840 w 3114960"/>
              <a:gd name="connsiteY14651" fmla="*/ 570833 h 5143785"/>
              <a:gd name="connsiteX14652" fmla="*/ 618839 w 3114960"/>
              <a:gd name="connsiteY14652" fmla="*/ 570833 h 5143785"/>
              <a:gd name="connsiteX14653" fmla="*/ 611981 w 3114960"/>
              <a:gd name="connsiteY14653" fmla="*/ 577691 h 5143785"/>
              <a:gd name="connsiteX14654" fmla="*/ 611981 w 3114960"/>
              <a:gd name="connsiteY14654" fmla="*/ 590360 h 5143785"/>
              <a:gd name="connsiteX14655" fmla="*/ 618839 w 3114960"/>
              <a:gd name="connsiteY14655" fmla="*/ 597218 h 5143785"/>
              <a:gd name="connsiteX14656" fmla="*/ 631508 w 3114960"/>
              <a:gd name="connsiteY14656" fmla="*/ 597218 h 5143785"/>
              <a:gd name="connsiteX14657" fmla="*/ 638366 w 3114960"/>
              <a:gd name="connsiteY14657" fmla="*/ 590360 h 5143785"/>
              <a:gd name="connsiteX14658" fmla="*/ 638366 w 3114960"/>
              <a:gd name="connsiteY14658" fmla="*/ 577691 h 5143785"/>
              <a:gd name="connsiteX14659" fmla="*/ 631508 w 3114960"/>
              <a:gd name="connsiteY14659" fmla="*/ 570833 h 5143785"/>
              <a:gd name="connsiteX14660" fmla="*/ 627507 w 3114960"/>
              <a:gd name="connsiteY14660" fmla="*/ 570833 h 5143785"/>
              <a:gd name="connsiteX14661" fmla="*/ 627507 w 3114960"/>
              <a:gd name="connsiteY14661" fmla="*/ 425768 h 5143785"/>
              <a:gd name="connsiteX14662" fmla="*/ 481870 w 3114960"/>
              <a:gd name="connsiteY14662" fmla="*/ 257175 h 5143785"/>
              <a:gd name="connsiteX14663" fmla="*/ 484918 w 3114960"/>
              <a:gd name="connsiteY14663" fmla="*/ 246031 h 5143785"/>
              <a:gd name="connsiteX14664" fmla="*/ 481013 w 3114960"/>
              <a:gd name="connsiteY14664" fmla="*/ 241173 h 5143785"/>
              <a:gd name="connsiteX14665" fmla="*/ 494348 w 3114960"/>
              <a:gd name="connsiteY14665" fmla="*/ 223838 h 5143785"/>
              <a:gd name="connsiteX14666" fmla="*/ 494348 w 3114960"/>
              <a:gd name="connsiteY14666" fmla="*/ 95 h 5143785"/>
              <a:gd name="connsiteX14667" fmla="*/ 631412 w 3114960"/>
              <a:gd name="connsiteY14667" fmla="*/ 575596 h 5143785"/>
              <a:gd name="connsiteX14668" fmla="*/ 633508 w 3114960"/>
              <a:gd name="connsiteY14668" fmla="*/ 577691 h 5143785"/>
              <a:gd name="connsiteX14669" fmla="*/ 633508 w 3114960"/>
              <a:gd name="connsiteY14669" fmla="*/ 590360 h 5143785"/>
              <a:gd name="connsiteX14670" fmla="*/ 631412 w 3114960"/>
              <a:gd name="connsiteY14670" fmla="*/ 592455 h 5143785"/>
              <a:gd name="connsiteX14671" fmla="*/ 618744 w 3114960"/>
              <a:gd name="connsiteY14671" fmla="*/ 592455 h 5143785"/>
              <a:gd name="connsiteX14672" fmla="*/ 616649 w 3114960"/>
              <a:gd name="connsiteY14672" fmla="*/ 590360 h 5143785"/>
              <a:gd name="connsiteX14673" fmla="*/ 616649 w 3114960"/>
              <a:gd name="connsiteY14673" fmla="*/ 577691 h 5143785"/>
              <a:gd name="connsiteX14674" fmla="*/ 618744 w 3114960"/>
              <a:gd name="connsiteY14674" fmla="*/ 575596 h 5143785"/>
              <a:gd name="connsiteX14675" fmla="*/ 631412 w 3114960"/>
              <a:gd name="connsiteY14675" fmla="*/ 575596 h 5143785"/>
              <a:gd name="connsiteX14676" fmla="*/ 2204085 w 3114960"/>
              <a:gd name="connsiteY14676" fmla="*/ 4525804 h 5143785"/>
              <a:gd name="connsiteX14677" fmla="*/ 2035969 w 3114960"/>
              <a:gd name="connsiteY14677" fmla="*/ 4525804 h 5143785"/>
              <a:gd name="connsiteX14678" fmla="*/ 1999964 w 3114960"/>
              <a:gd name="connsiteY14678" fmla="*/ 4475226 h 5143785"/>
              <a:gd name="connsiteX14679" fmla="*/ 1994630 w 3114960"/>
              <a:gd name="connsiteY14679" fmla="*/ 4476274 h 5143785"/>
              <a:gd name="connsiteX14680" fmla="*/ 1980819 w 3114960"/>
              <a:gd name="connsiteY14680" fmla="*/ 4462463 h 5143785"/>
              <a:gd name="connsiteX14681" fmla="*/ 1994630 w 3114960"/>
              <a:gd name="connsiteY14681" fmla="*/ 4448652 h 5143785"/>
              <a:gd name="connsiteX14682" fmla="*/ 2008442 w 3114960"/>
              <a:gd name="connsiteY14682" fmla="*/ 4462463 h 5143785"/>
              <a:gd name="connsiteX14683" fmla="*/ 2003965 w 3114960"/>
              <a:gd name="connsiteY14683" fmla="*/ 4472559 h 5143785"/>
              <a:gd name="connsiteX14684" fmla="*/ 2038255 w 3114960"/>
              <a:gd name="connsiteY14684" fmla="*/ 4520946 h 5143785"/>
              <a:gd name="connsiteX14685" fmla="*/ 2201894 w 3114960"/>
              <a:gd name="connsiteY14685" fmla="*/ 4520946 h 5143785"/>
              <a:gd name="connsiteX14686" fmla="*/ 2255330 w 3114960"/>
              <a:gd name="connsiteY14686" fmla="*/ 4464463 h 5143785"/>
              <a:gd name="connsiteX14687" fmla="*/ 2255711 w 3114960"/>
              <a:gd name="connsiteY14687" fmla="*/ 4328637 h 5143785"/>
              <a:gd name="connsiteX14688" fmla="*/ 2247043 w 3114960"/>
              <a:gd name="connsiteY14688" fmla="*/ 4318159 h 5143785"/>
              <a:gd name="connsiteX14689" fmla="*/ 2257997 w 3114960"/>
              <a:gd name="connsiteY14689" fmla="*/ 4307205 h 5143785"/>
              <a:gd name="connsiteX14690" fmla="*/ 2268950 w 3114960"/>
              <a:gd name="connsiteY14690" fmla="*/ 4318159 h 5143785"/>
              <a:gd name="connsiteX14691" fmla="*/ 2260664 w 3114960"/>
              <a:gd name="connsiteY14691" fmla="*/ 4328541 h 5143785"/>
              <a:gd name="connsiteX14692" fmla="*/ 2260283 w 3114960"/>
              <a:gd name="connsiteY14692" fmla="*/ 4466368 h 5143785"/>
              <a:gd name="connsiteX14693" fmla="*/ 2203990 w 3114960"/>
              <a:gd name="connsiteY14693" fmla="*/ 4525804 h 5143785"/>
              <a:gd name="connsiteX14694" fmla="*/ 1920621 w 3114960"/>
              <a:gd name="connsiteY14694" fmla="*/ 4627150 h 5143785"/>
              <a:gd name="connsiteX14695" fmla="*/ 1917097 w 3114960"/>
              <a:gd name="connsiteY14695" fmla="*/ 4628960 h 5143785"/>
              <a:gd name="connsiteX14696" fmla="*/ 1779746 w 3114960"/>
              <a:gd name="connsiteY14696" fmla="*/ 4628960 h 5143785"/>
              <a:gd name="connsiteX14697" fmla="*/ 1741170 w 3114960"/>
              <a:gd name="connsiteY14697" fmla="*/ 4596289 h 5143785"/>
              <a:gd name="connsiteX14698" fmla="*/ 1644968 w 3114960"/>
              <a:gd name="connsiteY14698" fmla="*/ 4596289 h 5143785"/>
              <a:gd name="connsiteX14699" fmla="*/ 1628394 w 3114960"/>
              <a:gd name="connsiteY14699" fmla="*/ 4581906 h 5143785"/>
              <a:gd name="connsiteX14700" fmla="*/ 1620393 w 3114960"/>
              <a:gd name="connsiteY14700" fmla="*/ 4584002 h 5143785"/>
              <a:gd name="connsiteX14701" fmla="*/ 1595152 w 3114960"/>
              <a:gd name="connsiteY14701" fmla="*/ 4548569 h 5143785"/>
              <a:gd name="connsiteX14702" fmla="*/ 1595819 w 3114960"/>
              <a:gd name="connsiteY14702" fmla="*/ 4415028 h 5143785"/>
              <a:gd name="connsiteX14703" fmla="*/ 1599248 w 3114960"/>
              <a:gd name="connsiteY14703" fmla="*/ 4415028 h 5143785"/>
              <a:gd name="connsiteX14704" fmla="*/ 1610773 w 3114960"/>
              <a:gd name="connsiteY14704" fmla="*/ 4403503 h 5143785"/>
              <a:gd name="connsiteX14705" fmla="*/ 1610773 w 3114960"/>
              <a:gd name="connsiteY14705" fmla="*/ 4352163 h 5143785"/>
              <a:gd name="connsiteX14706" fmla="*/ 1599248 w 3114960"/>
              <a:gd name="connsiteY14706" fmla="*/ 4340638 h 5143785"/>
              <a:gd name="connsiteX14707" fmla="*/ 1595819 w 3114960"/>
              <a:gd name="connsiteY14707" fmla="*/ 4340638 h 5143785"/>
              <a:gd name="connsiteX14708" fmla="*/ 1595819 w 3114960"/>
              <a:gd name="connsiteY14708" fmla="*/ 4257199 h 5143785"/>
              <a:gd name="connsiteX14709" fmla="*/ 1602677 w 3114960"/>
              <a:gd name="connsiteY14709" fmla="*/ 4248245 h 5143785"/>
              <a:gd name="connsiteX14710" fmla="*/ 1594866 w 3114960"/>
              <a:gd name="connsiteY14710" fmla="*/ 4237578 h 5143785"/>
              <a:gd name="connsiteX14711" fmla="*/ 1595152 w 3114960"/>
              <a:gd name="connsiteY14711" fmla="*/ 4191000 h 5143785"/>
              <a:gd name="connsiteX14712" fmla="*/ 1717357 w 3114960"/>
              <a:gd name="connsiteY14712" fmla="*/ 4041743 h 5143785"/>
              <a:gd name="connsiteX14713" fmla="*/ 1718691 w 3114960"/>
              <a:gd name="connsiteY14713" fmla="*/ 4042029 h 5143785"/>
              <a:gd name="connsiteX14714" fmla="*/ 1742599 w 3114960"/>
              <a:gd name="connsiteY14714" fmla="*/ 4042029 h 5143785"/>
              <a:gd name="connsiteX14715" fmla="*/ 1747933 w 3114960"/>
              <a:gd name="connsiteY14715" fmla="*/ 4036695 h 5143785"/>
              <a:gd name="connsiteX14716" fmla="*/ 1747933 w 3114960"/>
              <a:gd name="connsiteY14716" fmla="*/ 4012311 h 5143785"/>
              <a:gd name="connsiteX14717" fmla="*/ 1743075 w 3114960"/>
              <a:gd name="connsiteY14717" fmla="*/ 4007453 h 5143785"/>
              <a:gd name="connsiteX14718" fmla="*/ 1718691 w 3114960"/>
              <a:gd name="connsiteY14718" fmla="*/ 4007453 h 5143785"/>
              <a:gd name="connsiteX14719" fmla="*/ 1713357 w 3114960"/>
              <a:gd name="connsiteY14719" fmla="*/ 4012787 h 5143785"/>
              <a:gd name="connsiteX14720" fmla="*/ 1713357 w 3114960"/>
              <a:gd name="connsiteY14720" fmla="*/ 4036695 h 5143785"/>
              <a:gd name="connsiteX14721" fmla="*/ 1713738 w 3114960"/>
              <a:gd name="connsiteY14721" fmla="*/ 4038600 h 5143785"/>
              <a:gd name="connsiteX14722" fmla="*/ 1590294 w 3114960"/>
              <a:gd name="connsiteY14722" fmla="*/ 4189286 h 5143785"/>
              <a:gd name="connsiteX14723" fmla="*/ 1590008 w 3114960"/>
              <a:gd name="connsiteY14723" fmla="*/ 4237387 h 5143785"/>
              <a:gd name="connsiteX14724" fmla="*/ 1581817 w 3114960"/>
              <a:gd name="connsiteY14724" fmla="*/ 4246626 h 5143785"/>
              <a:gd name="connsiteX14725" fmla="*/ 1588675 w 3114960"/>
              <a:gd name="connsiteY14725" fmla="*/ 4257009 h 5143785"/>
              <a:gd name="connsiteX14726" fmla="*/ 1588675 w 3114960"/>
              <a:gd name="connsiteY14726" fmla="*/ 4340543 h 5143785"/>
              <a:gd name="connsiteX14727" fmla="*/ 1585246 w 3114960"/>
              <a:gd name="connsiteY14727" fmla="*/ 4340543 h 5143785"/>
              <a:gd name="connsiteX14728" fmla="*/ 1573721 w 3114960"/>
              <a:gd name="connsiteY14728" fmla="*/ 4352068 h 5143785"/>
              <a:gd name="connsiteX14729" fmla="*/ 1573721 w 3114960"/>
              <a:gd name="connsiteY14729" fmla="*/ 4403408 h 5143785"/>
              <a:gd name="connsiteX14730" fmla="*/ 1585246 w 3114960"/>
              <a:gd name="connsiteY14730" fmla="*/ 4414933 h 5143785"/>
              <a:gd name="connsiteX14731" fmla="*/ 1588580 w 3114960"/>
              <a:gd name="connsiteY14731" fmla="*/ 4414933 h 5143785"/>
              <a:gd name="connsiteX14732" fmla="*/ 1587913 w 3114960"/>
              <a:gd name="connsiteY14732" fmla="*/ 4549902 h 5143785"/>
              <a:gd name="connsiteX14733" fmla="*/ 1588961 w 3114960"/>
              <a:gd name="connsiteY14733" fmla="*/ 4552379 h 5143785"/>
              <a:gd name="connsiteX14734" fmla="*/ 1614964 w 3114960"/>
              <a:gd name="connsiteY14734" fmla="*/ 4588479 h 5143785"/>
              <a:gd name="connsiteX14735" fmla="*/ 1611535 w 3114960"/>
              <a:gd name="connsiteY14735" fmla="*/ 4598575 h 5143785"/>
              <a:gd name="connsiteX14736" fmla="*/ 1628299 w 3114960"/>
              <a:gd name="connsiteY14736" fmla="*/ 4615339 h 5143785"/>
              <a:gd name="connsiteX14737" fmla="*/ 1644872 w 3114960"/>
              <a:gd name="connsiteY14737" fmla="*/ 4600956 h 5143785"/>
              <a:gd name="connsiteX14738" fmla="*/ 1739265 w 3114960"/>
              <a:gd name="connsiteY14738" fmla="*/ 4600956 h 5143785"/>
              <a:gd name="connsiteX14739" fmla="*/ 1777841 w 3114960"/>
              <a:gd name="connsiteY14739" fmla="*/ 4633627 h 5143785"/>
              <a:gd name="connsiteX14740" fmla="*/ 1917002 w 3114960"/>
              <a:gd name="connsiteY14740" fmla="*/ 4633627 h 5143785"/>
              <a:gd name="connsiteX14741" fmla="*/ 1920145 w 3114960"/>
              <a:gd name="connsiteY14741" fmla="*/ 4635437 h 5143785"/>
              <a:gd name="connsiteX14742" fmla="*/ 1924431 w 3114960"/>
              <a:gd name="connsiteY14742" fmla="*/ 4631436 h 5143785"/>
              <a:gd name="connsiteX14743" fmla="*/ 1920431 w 3114960"/>
              <a:gd name="connsiteY14743" fmla="*/ 4627150 h 5143785"/>
              <a:gd name="connsiteX14744" fmla="*/ 1718405 w 3114960"/>
              <a:gd name="connsiteY14744" fmla="*/ 4012883 h 5143785"/>
              <a:gd name="connsiteX14745" fmla="*/ 1718882 w 3114960"/>
              <a:gd name="connsiteY14745" fmla="*/ 4012406 h 5143785"/>
              <a:gd name="connsiteX14746" fmla="*/ 1743266 w 3114960"/>
              <a:gd name="connsiteY14746" fmla="*/ 4012406 h 5143785"/>
              <a:gd name="connsiteX14747" fmla="*/ 1743266 w 3114960"/>
              <a:gd name="connsiteY14747" fmla="*/ 4036790 h 5143785"/>
              <a:gd name="connsiteX14748" fmla="*/ 1742789 w 3114960"/>
              <a:gd name="connsiteY14748" fmla="*/ 4037267 h 5143785"/>
              <a:gd name="connsiteX14749" fmla="*/ 1718882 w 3114960"/>
              <a:gd name="connsiteY14749" fmla="*/ 4037267 h 5143785"/>
              <a:gd name="connsiteX14750" fmla="*/ 1718405 w 3114960"/>
              <a:gd name="connsiteY14750" fmla="*/ 4036790 h 5143785"/>
              <a:gd name="connsiteX14751" fmla="*/ 1718405 w 3114960"/>
              <a:gd name="connsiteY14751" fmla="*/ 4012883 h 5143785"/>
              <a:gd name="connsiteX14752" fmla="*/ 1581055 w 3114960"/>
              <a:gd name="connsiteY14752" fmla="*/ 4352163 h 5143785"/>
              <a:gd name="connsiteX14753" fmla="*/ 1585436 w 3114960"/>
              <a:gd name="connsiteY14753" fmla="*/ 4347782 h 5143785"/>
              <a:gd name="connsiteX14754" fmla="*/ 1599438 w 3114960"/>
              <a:gd name="connsiteY14754" fmla="*/ 4347782 h 5143785"/>
              <a:gd name="connsiteX14755" fmla="*/ 1603820 w 3114960"/>
              <a:gd name="connsiteY14755" fmla="*/ 4352163 h 5143785"/>
              <a:gd name="connsiteX14756" fmla="*/ 1603820 w 3114960"/>
              <a:gd name="connsiteY14756" fmla="*/ 4361117 h 5143785"/>
              <a:gd name="connsiteX14757" fmla="*/ 1581150 w 3114960"/>
              <a:gd name="connsiteY14757" fmla="*/ 4361117 h 5143785"/>
              <a:gd name="connsiteX14758" fmla="*/ 1581150 w 3114960"/>
              <a:gd name="connsiteY14758" fmla="*/ 4352163 h 5143785"/>
              <a:gd name="connsiteX14759" fmla="*/ 1588770 w 3114960"/>
              <a:gd name="connsiteY14759" fmla="*/ 4407789 h 5143785"/>
              <a:gd name="connsiteX14760" fmla="*/ 1585341 w 3114960"/>
              <a:gd name="connsiteY14760" fmla="*/ 4407789 h 5143785"/>
              <a:gd name="connsiteX14761" fmla="*/ 1580960 w 3114960"/>
              <a:gd name="connsiteY14761" fmla="*/ 4403408 h 5143785"/>
              <a:gd name="connsiteX14762" fmla="*/ 1580960 w 3114960"/>
              <a:gd name="connsiteY14762" fmla="*/ 4391692 h 5143785"/>
              <a:gd name="connsiteX14763" fmla="*/ 1603629 w 3114960"/>
              <a:gd name="connsiteY14763" fmla="*/ 4391692 h 5143785"/>
              <a:gd name="connsiteX14764" fmla="*/ 1603629 w 3114960"/>
              <a:gd name="connsiteY14764" fmla="*/ 4403408 h 5143785"/>
              <a:gd name="connsiteX14765" fmla="*/ 1599248 w 3114960"/>
              <a:gd name="connsiteY14765" fmla="*/ 4407789 h 5143785"/>
              <a:gd name="connsiteX14766" fmla="*/ 1588675 w 3114960"/>
              <a:gd name="connsiteY14766" fmla="*/ 4407789 h 5143785"/>
              <a:gd name="connsiteX14767" fmla="*/ 1628489 w 3114960"/>
              <a:gd name="connsiteY14767" fmla="*/ 4609624 h 5143785"/>
              <a:gd name="connsiteX14768" fmla="*/ 1617536 w 3114960"/>
              <a:gd name="connsiteY14768" fmla="*/ 4598670 h 5143785"/>
              <a:gd name="connsiteX14769" fmla="*/ 1628489 w 3114960"/>
              <a:gd name="connsiteY14769" fmla="*/ 4587717 h 5143785"/>
              <a:gd name="connsiteX14770" fmla="*/ 1639443 w 3114960"/>
              <a:gd name="connsiteY14770" fmla="*/ 4598670 h 5143785"/>
              <a:gd name="connsiteX14771" fmla="*/ 1628489 w 3114960"/>
              <a:gd name="connsiteY14771" fmla="*/ 4609624 h 5143785"/>
              <a:gd name="connsiteX14772" fmla="*/ 1674686 w 3114960"/>
              <a:gd name="connsiteY14772" fmla="*/ 3949446 h 5143785"/>
              <a:gd name="connsiteX14773" fmla="*/ 1674686 w 3114960"/>
              <a:gd name="connsiteY14773" fmla="*/ 3959733 h 5143785"/>
              <a:gd name="connsiteX14774" fmla="*/ 1670399 w 3114960"/>
              <a:gd name="connsiteY14774" fmla="*/ 3964019 h 5143785"/>
              <a:gd name="connsiteX14775" fmla="*/ 1660874 w 3114960"/>
              <a:gd name="connsiteY14775" fmla="*/ 3964019 h 5143785"/>
              <a:gd name="connsiteX14776" fmla="*/ 1656588 w 3114960"/>
              <a:gd name="connsiteY14776" fmla="*/ 3959733 h 5143785"/>
              <a:gd name="connsiteX14777" fmla="*/ 1656588 w 3114960"/>
              <a:gd name="connsiteY14777" fmla="*/ 3950208 h 5143785"/>
              <a:gd name="connsiteX14778" fmla="*/ 1660874 w 3114960"/>
              <a:gd name="connsiteY14778" fmla="*/ 3945922 h 5143785"/>
              <a:gd name="connsiteX14779" fmla="*/ 1671161 w 3114960"/>
              <a:gd name="connsiteY14779" fmla="*/ 3945922 h 5143785"/>
              <a:gd name="connsiteX14780" fmla="*/ 1674686 w 3114960"/>
              <a:gd name="connsiteY14780" fmla="*/ 3949446 h 5143785"/>
              <a:gd name="connsiteX14781" fmla="*/ 1547241 w 3114960"/>
              <a:gd name="connsiteY14781" fmla="*/ 4557618 h 5143785"/>
              <a:gd name="connsiteX14782" fmla="*/ 1548194 w 3114960"/>
              <a:gd name="connsiteY14782" fmla="*/ 4414933 h 5143785"/>
              <a:gd name="connsiteX14783" fmla="*/ 1551623 w 3114960"/>
              <a:gd name="connsiteY14783" fmla="*/ 4414933 h 5143785"/>
              <a:gd name="connsiteX14784" fmla="*/ 1563148 w 3114960"/>
              <a:gd name="connsiteY14784" fmla="*/ 4403408 h 5143785"/>
              <a:gd name="connsiteX14785" fmla="*/ 1563148 w 3114960"/>
              <a:gd name="connsiteY14785" fmla="*/ 4352068 h 5143785"/>
              <a:gd name="connsiteX14786" fmla="*/ 1551623 w 3114960"/>
              <a:gd name="connsiteY14786" fmla="*/ 4340543 h 5143785"/>
              <a:gd name="connsiteX14787" fmla="*/ 1548194 w 3114960"/>
              <a:gd name="connsiteY14787" fmla="*/ 4340543 h 5143785"/>
              <a:gd name="connsiteX14788" fmla="*/ 1548194 w 3114960"/>
              <a:gd name="connsiteY14788" fmla="*/ 4259676 h 5143785"/>
              <a:gd name="connsiteX14789" fmla="*/ 1553623 w 3114960"/>
              <a:gd name="connsiteY14789" fmla="*/ 4259676 h 5143785"/>
              <a:gd name="connsiteX14790" fmla="*/ 1556004 w 3114960"/>
              <a:gd name="connsiteY14790" fmla="*/ 4257294 h 5143785"/>
              <a:gd name="connsiteX14791" fmla="*/ 1556004 w 3114960"/>
              <a:gd name="connsiteY14791" fmla="*/ 4239292 h 5143785"/>
              <a:gd name="connsiteX14792" fmla="*/ 1553623 w 3114960"/>
              <a:gd name="connsiteY14792" fmla="*/ 4236911 h 5143785"/>
              <a:gd name="connsiteX14793" fmla="*/ 1547051 w 3114960"/>
              <a:gd name="connsiteY14793" fmla="*/ 4236911 h 5143785"/>
              <a:gd name="connsiteX14794" fmla="*/ 1547622 w 3114960"/>
              <a:gd name="connsiteY14794" fmla="*/ 4196811 h 5143785"/>
              <a:gd name="connsiteX14795" fmla="*/ 1616107 w 3114960"/>
              <a:gd name="connsiteY14795" fmla="*/ 4113181 h 5143785"/>
              <a:gd name="connsiteX14796" fmla="*/ 1616678 w 3114960"/>
              <a:gd name="connsiteY14796" fmla="*/ 4094512 h 5143785"/>
              <a:gd name="connsiteX14797" fmla="*/ 1715738 w 3114960"/>
              <a:gd name="connsiteY14797" fmla="*/ 3977545 h 5143785"/>
              <a:gd name="connsiteX14798" fmla="*/ 1722692 w 3114960"/>
              <a:gd name="connsiteY14798" fmla="*/ 3980117 h 5143785"/>
              <a:gd name="connsiteX14799" fmla="*/ 1723358 w 3114960"/>
              <a:gd name="connsiteY14799" fmla="*/ 3980117 h 5143785"/>
              <a:gd name="connsiteX14800" fmla="*/ 1732598 w 3114960"/>
              <a:gd name="connsiteY14800" fmla="*/ 3976497 h 5143785"/>
              <a:gd name="connsiteX14801" fmla="*/ 1736979 w 3114960"/>
              <a:gd name="connsiteY14801" fmla="*/ 3966972 h 5143785"/>
              <a:gd name="connsiteX14802" fmla="*/ 1733360 w 3114960"/>
              <a:gd name="connsiteY14802" fmla="*/ 3957161 h 5143785"/>
              <a:gd name="connsiteX14803" fmla="*/ 1723930 w 3114960"/>
              <a:gd name="connsiteY14803" fmla="*/ 3952780 h 5143785"/>
              <a:gd name="connsiteX14804" fmla="*/ 1714119 w 3114960"/>
              <a:gd name="connsiteY14804" fmla="*/ 3956399 h 5143785"/>
              <a:gd name="connsiteX14805" fmla="*/ 1709738 w 3114960"/>
              <a:gd name="connsiteY14805" fmla="*/ 3965924 h 5143785"/>
              <a:gd name="connsiteX14806" fmla="*/ 1712405 w 3114960"/>
              <a:gd name="connsiteY14806" fmla="*/ 3974211 h 5143785"/>
              <a:gd name="connsiteX14807" fmla="*/ 1612011 w 3114960"/>
              <a:gd name="connsiteY14807" fmla="*/ 4092702 h 5143785"/>
              <a:gd name="connsiteX14808" fmla="*/ 1611440 w 3114960"/>
              <a:gd name="connsiteY14808" fmla="*/ 4111371 h 5143785"/>
              <a:gd name="connsiteX14809" fmla="*/ 1543431 w 3114960"/>
              <a:gd name="connsiteY14809" fmla="*/ 4194429 h 5143785"/>
              <a:gd name="connsiteX14810" fmla="*/ 1542860 w 3114960"/>
              <a:gd name="connsiteY14810" fmla="*/ 4195096 h 5143785"/>
              <a:gd name="connsiteX14811" fmla="*/ 1542288 w 3114960"/>
              <a:gd name="connsiteY14811" fmla="*/ 4236911 h 5143785"/>
              <a:gd name="connsiteX14812" fmla="*/ 1535621 w 3114960"/>
              <a:gd name="connsiteY14812" fmla="*/ 4236911 h 5143785"/>
              <a:gd name="connsiteX14813" fmla="*/ 1533239 w 3114960"/>
              <a:gd name="connsiteY14813" fmla="*/ 4239292 h 5143785"/>
              <a:gd name="connsiteX14814" fmla="*/ 1533239 w 3114960"/>
              <a:gd name="connsiteY14814" fmla="*/ 4257294 h 5143785"/>
              <a:gd name="connsiteX14815" fmla="*/ 1535621 w 3114960"/>
              <a:gd name="connsiteY14815" fmla="*/ 4259676 h 5143785"/>
              <a:gd name="connsiteX14816" fmla="*/ 1541050 w 3114960"/>
              <a:gd name="connsiteY14816" fmla="*/ 4259676 h 5143785"/>
              <a:gd name="connsiteX14817" fmla="*/ 1541050 w 3114960"/>
              <a:gd name="connsiteY14817" fmla="*/ 4340543 h 5143785"/>
              <a:gd name="connsiteX14818" fmla="*/ 1537621 w 3114960"/>
              <a:gd name="connsiteY14818" fmla="*/ 4340543 h 5143785"/>
              <a:gd name="connsiteX14819" fmla="*/ 1526096 w 3114960"/>
              <a:gd name="connsiteY14819" fmla="*/ 4352068 h 5143785"/>
              <a:gd name="connsiteX14820" fmla="*/ 1526096 w 3114960"/>
              <a:gd name="connsiteY14820" fmla="*/ 4403408 h 5143785"/>
              <a:gd name="connsiteX14821" fmla="*/ 1537621 w 3114960"/>
              <a:gd name="connsiteY14821" fmla="*/ 4414933 h 5143785"/>
              <a:gd name="connsiteX14822" fmla="*/ 1540955 w 3114960"/>
              <a:gd name="connsiteY14822" fmla="*/ 4414933 h 5143785"/>
              <a:gd name="connsiteX14823" fmla="*/ 1540002 w 3114960"/>
              <a:gd name="connsiteY14823" fmla="*/ 4556474 h 5143785"/>
              <a:gd name="connsiteX14824" fmla="*/ 1503426 w 3114960"/>
              <a:gd name="connsiteY14824" fmla="*/ 4600861 h 5143785"/>
              <a:gd name="connsiteX14825" fmla="*/ 1494092 w 3114960"/>
              <a:gd name="connsiteY14825" fmla="*/ 4598194 h 5143785"/>
              <a:gd name="connsiteX14826" fmla="*/ 1475708 w 3114960"/>
              <a:gd name="connsiteY14826" fmla="*/ 4616577 h 5143785"/>
              <a:gd name="connsiteX14827" fmla="*/ 1494092 w 3114960"/>
              <a:gd name="connsiteY14827" fmla="*/ 4634961 h 5143785"/>
              <a:gd name="connsiteX14828" fmla="*/ 1512475 w 3114960"/>
              <a:gd name="connsiteY14828" fmla="*/ 4616577 h 5143785"/>
              <a:gd name="connsiteX14829" fmla="*/ 1508760 w 3114960"/>
              <a:gd name="connsiteY14829" fmla="*/ 4605528 h 5143785"/>
              <a:gd name="connsiteX14830" fmla="*/ 1546193 w 3114960"/>
              <a:gd name="connsiteY14830" fmla="*/ 4560094 h 5143785"/>
              <a:gd name="connsiteX14831" fmla="*/ 1547241 w 3114960"/>
              <a:gd name="connsiteY14831" fmla="*/ 4557618 h 5143785"/>
              <a:gd name="connsiteX14832" fmla="*/ 1717357 w 3114960"/>
              <a:gd name="connsiteY14832" fmla="*/ 3960209 h 5143785"/>
              <a:gd name="connsiteX14833" fmla="*/ 1723358 w 3114960"/>
              <a:gd name="connsiteY14833" fmla="*/ 3957828 h 5143785"/>
              <a:gd name="connsiteX14834" fmla="*/ 1723739 w 3114960"/>
              <a:gd name="connsiteY14834" fmla="*/ 3957828 h 5143785"/>
              <a:gd name="connsiteX14835" fmla="*/ 1729931 w 3114960"/>
              <a:gd name="connsiteY14835" fmla="*/ 3960686 h 5143785"/>
              <a:gd name="connsiteX14836" fmla="*/ 1732217 w 3114960"/>
              <a:gd name="connsiteY14836" fmla="*/ 3967067 h 5143785"/>
              <a:gd name="connsiteX14837" fmla="*/ 1729359 w 3114960"/>
              <a:gd name="connsiteY14837" fmla="*/ 3973259 h 5143785"/>
              <a:gd name="connsiteX14838" fmla="*/ 1722977 w 3114960"/>
              <a:gd name="connsiteY14838" fmla="*/ 3975545 h 5143785"/>
              <a:gd name="connsiteX14839" fmla="*/ 1716786 w 3114960"/>
              <a:gd name="connsiteY14839" fmla="*/ 3972687 h 5143785"/>
              <a:gd name="connsiteX14840" fmla="*/ 1714500 w 3114960"/>
              <a:gd name="connsiteY14840" fmla="*/ 3966305 h 5143785"/>
              <a:gd name="connsiteX14841" fmla="*/ 1717357 w 3114960"/>
              <a:gd name="connsiteY14841" fmla="*/ 3960114 h 5143785"/>
              <a:gd name="connsiteX14842" fmla="*/ 1494187 w 3114960"/>
              <a:gd name="connsiteY14842" fmla="*/ 4627912 h 5143785"/>
              <a:gd name="connsiteX14843" fmla="*/ 1482947 w 3114960"/>
              <a:gd name="connsiteY14843" fmla="*/ 4616672 h 5143785"/>
              <a:gd name="connsiteX14844" fmla="*/ 1494187 w 3114960"/>
              <a:gd name="connsiteY14844" fmla="*/ 4605433 h 5143785"/>
              <a:gd name="connsiteX14845" fmla="*/ 1505426 w 3114960"/>
              <a:gd name="connsiteY14845" fmla="*/ 4616672 h 5143785"/>
              <a:gd name="connsiteX14846" fmla="*/ 1494187 w 3114960"/>
              <a:gd name="connsiteY14846" fmla="*/ 4627912 h 5143785"/>
              <a:gd name="connsiteX14847" fmla="*/ 1538002 w 3114960"/>
              <a:gd name="connsiteY14847" fmla="*/ 4255104 h 5143785"/>
              <a:gd name="connsiteX14848" fmla="*/ 1538002 w 3114960"/>
              <a:gd name="connsiteY14848" fmla="*/ 4241864 h 5143785"/>
              <a:gd name="connsiteX14849" fmla="*/ 1551242 w 3114960"/>
              <a:gd name="connsiteY14849" fmla="*/ 4241864 h 5143785"/>
              <a:gd name="connsiteX14850" fmla="*/ 1551242 w 3114960"/>
              <a:gd name="connsiteY14850" fmla="*/ 4255104 h 5143785"/>
              <a:gd name="connsiteX14851" fmla="*/ 1538002 w 3114960"/>
              <a:gd name="connsiteY14851" fmla="*/ 4255104 h 5143785"/>
              <a:gd name="connsiteX14852" fmla="*/ 1533335 w 3114960"/>
              <a:gd name="connsiteY14852" fmla="*/ 4352163 h 5143785"/>
              <a:gd name="connsiteX14853" fmla="*/ 1537716 w 3114960"/>
              <a:gd name="connsiteY14853" fmla="*/ 4347782 h 5143785"/>
              <a:gd name="connsiteX14854" fmla="*/ 1551718 w 3114960"/>
              <a:gd name="connsiteY14854" fmla="*/ 4347782 h 5143785"/>
              <a:gd name="connsiteX14855" fmla="*/ 1556099 w 3114960"/>
              <a:gd name="connsiteY14855" fmla="*/ 4352163 h 5143785"/>
              <a:gd name="connsiteX14856" fmla="*/ 1556099 w 3114960"/>
              <a:gd name="connsiteY14856" fmla="*/ 4361117 h 5143785"/>
              <a:gd name="connsiteX14857" fmla="*/ 1533430 w 3114960"/>
              <a:gd name="connsiteY14857" fmla="*/ 4361117 h 5143785"/>
              <a:gd name="connsiteX14858" fmla="*/ 1533430 w 3114960"/>
              <a:gd name="connsiteY14858" fmla="*/ 4352163 h 5143785"/>
              <a:gd name="connsiteX14859" fmla="*/ 1537621 w 3114960"/>
              <a:gd name="connsiteY14859" fmla="*/ 4407789 h 5143785"/>
              <a:gd name="connsiteX14860" fmla="*/ 1533239 w 3114960"/>
              <a:gd name="connsiteY14860" fmla="*/ 4403408 h 5143785"/>
              <a:gd name="connsiteX14861" fmla="*/ 1533239 w 3114960"/>
              <a:gd name="connsiteY14861" fmla="*/ 4391692 h 5143785"/>
              <a:gd name="connsiteX14862" fmla="*/ 1555909 w 3114960"/>
              <a:gd name="connsiteY14862" fmla="*/ 4391692 h 5143785"/>
              <a:gd name="connsiteX14863" fmla="*/ 1555909 w 3114960"/>
              <a:gd name="connsiteY14863" fmla="*/ 4403408 h 5143785"/>
              <a:gd name="connsiteX14864" fmla="*/ 1551527 w 3114960"/>
              <a:gd name="connsiteY14864" fmla="*/ 4407789 h 5143785"/>
              <a:gd name="connsiteX14865" fmla="*/ 1537526 w 3114960"/>
              <a:gd name="connsiteY14865" fmla="*/ 4407789 h 5143785"/>
              <a:gd name="connsiteX14866" fmla="*/ 586073 w 3114960"/>
              <a:gd name="connsiteY14866" fmla="*/ 19812 h 5143785"/>
              <a:gd name="connsiteX14867" fmla="*/ 590836 w 3114960"/>
              <a:gd name="connsiteY14867" fmla="*/ 19812 h 5143785"/>
              <a:gd name="connsiteX14868" fmla="*/ 590836 w 3114960"/>
              <a:gd name="connsiteY14868" fmla="*/ 37433 h 5143785"/>
              <a:gd name="connsiteX14869" fmla="*/ 586073 w 3114960"/>
              <a:gd name="connsiteY14869" fmla="*/ 37433 h 5143785"/>
              <a:gd name="connsiteX14870" fmla="*/ 586073 w 3114960"/>
              <a:gd name="connsiteY14870" fmla="*/ 19812 h 5143785"/>
              <a:gd name="connsiteX14871" fmla="*/ 692849 w 3114960"/>
              <a:gd name="connsiteY14871" fmla="*/ 2275523 h 5143785"/>
              <a:gd name="connsiteX14872" fmla="*/ 704469 w 3114960"/>
              <a:gd name="connsiteY14872" fmla="*/ 2275523 h 5143785"/>
              <a:gd name="connsiteX14873" fmla="*/ 704469 w 3114960"/>
              <a:gd name="connsiteY14873" fmla="*/ 2282571 h 5143785"/>
              <a:gd name="connsiteX14874" fmla="*/ 692849 w 3114960"/>
              <a:gd name="connsiteY14874" fmla="*/ 2282571 h 5143785"/>
              <a:gd name="connsiteX14875" fmla="*/ 692849 w 3114960"/>
              <a:gd name="connsiteY14875" fmla="*/ 2275523 h 5143785"/>
              <a:gd name="connsiteX14876" fmla="*/ 586073 w 3114960"/>
              <a:gd name="connsiteY14876" fmla="*/ 90392 h 5143785"/>
              <a:gd name="connsiteX14877" fmla="*/ 590836 w 3114960"/>
              <a:gd name="connsiteY14877" fmla="*/ 90392 h 5143785"/>
              <a:gd name="connsiteX14878" fmla="*/ 590836 w 3114960"/>
              <a:gd name="connsiteY14878" fmla="*/ 108014 h 5143785"/>
              <a:gd name="connsiteX14879" fmla="*/ 586073 w 3114960"/>
              <a:gd name="connsiteY14879" fmla="*/ 108014 h 5143785"/>
              <a:gd name="connsiteX14880" fmla="*/ 586073 w 3114960"/>
              <a:gd name="connsiteY14880" fmla="*/ 90392 h 5143785"/>
              <a:gd name="connsiteX14881" fmla="*/ 617029 w 3114960"/>
              <a:gd name="connsiteY14881" fmla="*/ 235458 h 5143785"/>
              <a:gd name="connsiteX14882" fmla="*/ 624269 w 3114960"/>
              <a:gd name="connsiteY14882" fmla="*/ 242602 h 5143785"/>
              <a:gd name="connsiteX14883" fmla="*/ 624173 w 3114960"/>
              <a:gd name="connsiteY14883" fmla="*/ 243269 h 5143785"/>
              <a:gd name="connsiteX14884" fmla="*/ 624173 w 3114960"/>
              <a:gd name="connsiteY14884" fmla="*/ 255937 h 5143785"/>
              <a:gd name="connsiteX14885" fmla="*/ 628650 w 3114960"/>
              <a:gd name="connsiteY14885" fmla="*/ 260414 h 5143785"/>
              <a:gd name="connsiteX14886" fmla="*/ 641318 w 3114960"/>
              <a:gd name="connsiteY14886" fmla="*/ 260414 h 5143785"/>
              <a:gd name="connsiteX14887" fmla="*/ 642842 w 3114960"/>
              <a:gd name="connsiteY14887" fmla="*/ 260128 h 5143785"/>
              <a:gd name="connsiteX14888" fmla="*/ 773240 w 3114960"/>
              <a:gd name="connsiteY14888" fmla="*/ 411385 h 5143785"/>
              <a:gd name="connsiteX14889" fmla="*/ 773240 w 3114960"/>
              <a:gd name="connsiteY14889" fmla="*/ 460820 h 5143785"/>
              <a:gd name="connsiteX14890" fmla="*/ 772668 w 3114960"/>
              <a:gd name="connsiteY14890" fmla="*/ 460820 h 5143785"/>
              <a:gd name="connsiteX14891" fmla="*/ 761714 w 3114960"/>
              <a:gd name="connsiteY14891" fmla="*/ 470535 h 5143785"/>
              <a:gd name="connsiteX14892" fmla="*/ 761714 w 3114960"/>
              <a:gd name="connsiteY14892" fmla="*/ 509397 h 5143785"/>
              <a:gd name="connsiteX14893" fmla="*/ 772668 w 3114960"/>
              <a:gd name="connsiteY14893" fmla="*/ 519113 h 5143785"/>
              <a:gd name="connsiteX14894" fmla="*/ 782765 w 3114960"/>
              <a:gd name="connsiteY14894" fmla="*/ 519113 h 5143785"/>
              <a:gd name="connsiteX14895" fmla="*/ 793718 w 3114960"/>
              <a:gd name="connsiteY14895" fmla="*/ 509397 h 5143785"/>
              <a:gd name="connsiteX14896" fmla="*/ 793718 w 3114960"/>
              <a:gd name="connsiteY14896" fmla="*/ 470535 h 5143785"/>
              <a:gd name="connsiteX14897" fmla="*/ 782765 w 3114960"/>
              <a:gd name="connsiteY14897" fmla="*/ 460820 h 5143785"/>
              <a:gd name="connsiteX14898" fmla="*/ 778002 w 3114960"/>
              <a:gd name="connsiteY14898" fmla="*/ 460820 h 5143785"/>
              <a:gd name="connsiteX14899" fmla="*/ 778002 w 3114960"/>
              <a:gd name="connsiteY14899" fmla="*/ 409670 h 5143785"/>
              <a:gd name="connsiteX14900" fmla="*/ 645795 w 3114960"/>
              <a:gd name="connsiteY14900" fmla="*/ 256318 h 5143785"/>
              <a:gd name="connsiteX14901" fmla="*/ 645795 w 3114960"/>
              <a:gd name="connsiteY14901" fmla="*/ 256127 h 5143785"/>
              <a:gd name="connsiteX14902" fmla="*/ 645795 w 3114960"/>
              <a:gd name="connsiteY14902" fmla="*/ 243459 h 5143785"/>
              <a:gd name="connsiteX14903" fmla="*/ 645509 w 3114960"/>
              <a:gd name="connsiteY14903" fmla="*/ 241840 h 5143785"/>
              <a:gd name="connsiteX14904" fmla="*/ 647510 w 3114960"/>
              <a:gd name="connsiteY14904" fmla="*/ 238982 h 5143785"/>
              <a:gd name="connsiteX14905" fmla="*/ 643604 w 3114960"/>
              <a:gd name="connsiteY14905" fmla="*/ 236220 h 5143785"/>
              <a:gd name="connsiteX14906" fmla="*/ 641604 w 3114960"/>
              <a:gd name="connsiteY14906" fmla="*/ 239078 h 5143785"/>
              <a:gd name="connsiteX14907" fmla="*/ 641318 w 3114960"/>
              <a:gd name="connsiteY14907" fmla="*/ 239078 h 5143785"/>
              <a:gd name="connsiteX14908" fmla="*/ 628650 w 3114960"/>
              <a:gd name="connsiteY14908" fmla="*/ 239078 h 5143785"/>
              <a:gd name="connsiteX14909" fmla="*/ 627507 w 3114960"/>
              <a:gd name="connsiteY14909" fmla="*/ 239268 h 5143785"/>
              <a:gd name="connsiteX14910" fmla="*/ 621887 w 3114960"/>
              <a:gd name="connsiteY14910" fmla="*/ 233744 h 5143785"/>
              <a:gd name="connsiteX14911" fmla="*/ 621887 w 3114960"/>
              <a:gd name="connsiteY14911" fmla="*/ 95 h 5143785"/>
              <a:gd name="connsiteX14912" fmla="*/ 617125 w 3114960"/>
              <a:gd name="connsiteY14912" fmla="*/ 95 h 5143785"/>
              <a:gd name="connsiteX14913" fmla="*/ 617125 w 3114960"/>
              <a:gd name="connsiteY14913" fmla="*/ 235458 h 5143785"/>
              <a:gd name="connsiteX14914" fmla="*/ 788479 w 3114960"/>
              <a:gd name="connsiteY14914" fmla="*/ 509302 h 5143785"/>
              <a:gd name="connsiteX14915" fmla="*/ 782574 w 3114960"/>
              <a:gd name="connsiteY14915" fmla="*/ 514540 h 5143785"/>
              <a:gd name="connsiteX14916" fmla="*/ 772477 w 3114960"/>
              <a:gd name="connsiteY14916" fmla="*/ 514540 h 5143785"/>
              <a:gd name="connsiteX14917" fmla="*/ 766572 w 3114960"/>
              <a:gd name="connsiteY14917" fmla="*/ 509302 h 5143785"/>
              <a:gd name="connsiteX14918" fmla="*/ 766572 w 3114960"/>
              <a:gd name="connsiteY14918" fmla="*/ 501015 h 5143785"/>
              <a:gd name="connsiteX14919" fmla="*/ 788384 w 3114960"/>
              <a:gd name="connsiteY14919" fmla="*/ 501015 h 5143785"/>
              <a:gd name="connsiteX14920" fmla="*/ 788384 w 3114960"/>
              <a:gd name="connsiteY14920" fmla="*/ 509302 h 5143785"/>
              <a:gd name="connsiteX14921" fmla="*/ 782669 w 3114960"/>
              <a:gd name="connsiteY14921" fmla="*/ 465201 h 5143785"/>
              <a:gd name="connsiteX14922" fmla="*/ 788575 w 3114960"/>
              <a:gd name="connsiteY14922" fmla="*/ 470440 h 5143785"/>
              <a:gd name="connsiteX14923" fmla="*/ 788575 w 3114960"/>
              <a:gd name="connsiteY14923" fmla="*/ 476536 h 5143785"/>
              <a:gd name="connsiteX14924" fmla="*/ 766763 w 3114960"/>
              <a:gd name="connsiteY14924" fmla="*/ 476536 h 5143785"/>
              <a:gd name="connsiteX14925" fmla="*/ 766763 w 3114960"/>
              <a:gd name="connsiteY14925" fmla="*/ 470440 h 5143785"/>
              <a:gd name="connsiteX14926" fmla="*/ 772668 w 3114960"/>
              <a:gd name="connsiteY14926" fmla="*/ 465201 h 5143785"/>
              <a:gd name="connsiteX14927" fmla="*/ 782765 w 3114960"/>
              <a:gd name="connsiteY14927" fmla="*/ 465201 h 5143785"/>
              <a:gd name="connsiteX14928" fmla="*/ 590836 w 3114960"/>
              <a:gd name="connsiteY14928" fmla="*/ 143256 h 5143785"/>
              <a:gd name="connsiteX14929" fmla="*/ 586073 w 3114960"/>
              <a:gd name="connsiteY14929" fmla="*/ 143256 h 5143785"/>
              <a:gd name="connsiteX14930" fmla="*/ 586073 w 3114960"/>
              <a:gd name="connsiteY14930" fmla="*/ 125635 h 5143785"/>
              <a:gd name="connsiteX14931" fmla="*/ 590836 w 3114960"/>
              <a:gd name="connsiteY14931" fmla="*/ 125635 h 5143785"/>
              <a:gd name="connsiteX14932" fmla="*/ 590836 w 3114960"/>
              <a:gd name="connsiteY14932" fmla="*/ 143256 h 5143785"/>
              <a:gd name="connsiteX14933" fmla="*/ 1923764 w 3114960"/>
              <a:gd name="connsiteY14933" fmla="*/ 4647438 h 5143785"/>
              <a:gd name="connsiteX14934" fmla="*/ 1920240 w 3114960"/>
              <a:gd name="connsiteY14934" fmla="*/ 4650581 h 5143785"/>
              <a:gd name="connsiteX14935" fmla="*/ 1917097 w 3114960"/>
              <a:gd name="connsiteY14935" fmla="*/ 4647057 h 5143785"/>
              <a:gd name="connsiteX14936" fmla="*/ 1920621 w 3114960"/>
              <a:gd name="connsiteY14936" fmla="*/ 4643914 h 5143785"/>
              <a:gd name="connsiteX14937" fmla="*/ 1923764 w 3114960"/>
              <a:gd name="connsiteY14937" fmla="*/ 4647438 h 5143785"/>
              <a:gd name="connsiteX14938" fmla="*/ 586073 w 3114960"/>
              <a:gd name="connsiteY14938" fmla="*/ 55150 h 5143785"/>
              <a:gd name="connsiteX14939" fmla="*/ 590836 w 3114960"/>
              <a:gd name="connsiteY14939" fmla="*/ 55150 h 5143785"/>
              <a:gd name="connsiteX14940" fmla="*/ 590836 w 3114960"/>
              <a:gd name="connsiteY14940" fmla="*/ 72771 h 5143785"/>
              <a:gd name="connsiteX14941" fmla="*/ 586073 w 3114960"/>
              <a:gd name="connsiteY14941" fmla="*/ 72771 h 5143785"/>
              <a:gd name="connsiteX14942" fmla="*/ 586073 w 3114960"/>
              <a:gd name="connsiteY14942" fmla="*/ 55150 h 5143785"/>
              <a:gd name="connsiteX14943" fmla="*/ 590836 w 3114960"/>
              <a:gd name="connsiteY14943" fmla="*/ 178594 h 5143785"/>
              <a:gd name="connsiteX14944" fmla="*/ 586073 w 3114960"/>
              <a:gd name="connsiteY14944" fmla="*/ 178594 h 5143785"/>
              <a:gd name="connsiteX14945" fmla="*/ 586073 w 3114960"/>
              <a:gd name="connsiteY14945" fmla="*/ 160973 h 5143785"/>
              <a:gd name="connsiteX14946" fmla="*/ 590836 w 3114960"/>
              <a:gd name="connsiteY14946" fmla="*/ 160973 h 5143785"/>
              <a:gd name="connsiteX14947" fmla="*/ 590836 w 3114960"/>
              <a:gd name="connsiteY14947" fmla="*/ 178594 h 5143785"/>
              <a:gd name="connsiteX14948" fmla="*/ 707612 w 3114960"/>
              <a:gd name="connsiteY14948" fmla="*/ 2216753 h 5143785"/>
              <a:gd name="connsiteX14949" fmla="*/ 714947 w 3114960"/>
              <a:gd name="connsiteY14949" fmla="*/ 2223802 h 5143785"/>
              <a:gd name="connsiteX14950" fmla="*/ 709994 w 3114960"/>
              <a:gd name="connsiteY14950" fmla="*/ 2228945 h 5143785"/>
              <a:gd name="connsiteX14951" fmla="*/ 702659 w 3114960"/>
              <a:gd name="connsiteY14951" fmla="*/ 2221897 h 5143785"/>
              <a:gd name="connsiteX14952" fmla="*/ 707612 w 3114960"/>
              <a:gd name="connsiteY14952" fmla="*/ 2216753 h 5143785"/>
              <a:gd name="connsiteX14953" fmla="*/ 590836 w 3114960"/>
              <a:gd name="connsiteY14953" fmla="*/ 213836 h 5143785"/>
              <a:gd name="connsiteX14954" fmla="*/ 586073 w 3114960"/>
              <a:gd name="connsiteY14954" fmla="*/ 213836 h 5143785"/>
              <a:gd name="connsiteX14955" fmla="*/ 586073 w 3114960"/>
              <a:gd name="connsiteY14955" fmla="*/ 196215 h 5143785"/>
              <a:gd name="connsiteX14956" fmla="*/ 590836 w 3114960"/>
              <a:gd name="connsiteY14956" fmla="*/ 196215 h 5143785"/>
              <a:gd name="connsiteX14957" fmla="*/ 590836 w 3114960"/>
              <a:gd name="connsiteY14957" fmla="*/ 213836 h 5143785"/>
              <a:gd name="connsiteX14958" fmla="*/ 586073 w 3114960"/>
              <a:gd name="connsiteY14958" fmla="*/ 2191 h 5143785"/>
              <a:gd name="connsiteX14959" fmla="*/ 586073 w 3114960"/>
              <a:gd name="connsiteY14959" fmla="*/ 95 h 5143785"/>
              <a:gd name="connsiteX14960" fmla="*/ 590836 w 3114960"/>
              <a:gd name="connsiteY14960" fmla="*/ 95 h 5143785"/>
              <a:gd name="connsiteX14961" fmla="*/ 590836 w 3114960"/>
              <a:gd name="connsiteY14961" fmla="*/ 2191 h 5143785"/>
              <a:gd name="connsiteX14962" fmla="*/ 586073 w 3114960"/>
              <a:gd name="connsiteY14962" fmla="*/ 2191 h 5143785"/>
              <a:gd name="connsiteX14963" fmla="*/ 600266 w 3114960"/>
              <a:gd name="connsiteY14963" fmla="*/ 4402931 h 5143785"/>
              <a:gd name="connsiteX14964" fmla="*/ 607028 w 3114960"/>
              <a:gd name="connsiteY14964" fmla="*/ 4397026 h 5143785"/>
              <a:gd name="connsiteX14965" fmla="*/ 611791 w 3114960"/>
              <a:gd name="connsiteY14965" fmla="*/ 4402360 h 5143785"/>
              <a:gd name="connsiteX14966" fmla="*/ 605028 w 3114960"/>
              <a:gd name="connsiteY14966" fmla="*/ 4408265 h 5143785"/>
              <a:gd name="connsiteX14967" fmla="*/ 600266 w 3114960"/>
              <a:gd name="connsiteY14967" fmla="*/ 4402931 h 5143785"/>
              <a:gd name="connsiteX14968" fmla="*/ 688467 w 3114960"/>
              <a:gd name="connsiteY14968" fmla="*/ 4874419 h 5143785"/>
              <a:gd name="connsiteX14969" fmla="*/ 681419 w 3114960"/>
              <a:gd name="connsiteY14969" fmla="*/ 4881467 h 5143785"/>
              <a:gd name="connsiteX14970" fmla="*/ 674370 w 3114960"/>
              <a:gd name="connsiteY14970" fmla="*/ 4874419 h 5143785"/>
              <a:gd name="connsiteX14971" fmla="*/ 681419 w 3114960"/>
              <a:gd name="connsiteY14971" fmla="*/ 4867370 h 5143785"/>
              <a:gd name="connsiteX14972" fmla="*/ 688467 w 3114960"/>
              <a:gd name="connsiteY14972" fmla="*/ 4874419 h 5143785"/>
              <a:gd name="connsiteX14973" fmla="*/ 2824067 w 3114960"/>
              <a:gd name="connsiteY14973" fmla="*/ 5092446 h 5143785"/>
              <a:gd name="connsiteX14974" fmla="*/ 2723388 w 3114960"/>
              <a:gd name="connsiteY14974" fmla="*/ 4965859 h 5143785"/>
              <a:gd name="connsiteX14975" fmla="*/ 2726246 w 3114960"/>
              <a:gd name="connsiteY14975" fmla="*/ 4962240 h 5143785"/>
              <a:gd name="connsiteX14976" fmla="*/ 2720626 w 3114960"/>
              <a:gd name="connsiteY14976" fmla="*/ 4945285 h 5143785"/>
              <a:gd name="connsiteX14977" fmla="*/ 2703671 w 3114960"/>
              <a:gd name="connsiteY14977" fmla="*/ 4950905 h 5143785"/>
              <a:gd name="connsiteX14978" fmla="*/ 2709291 w 3114960"/>
              <a:gd name="connsiteY14978" fmla="*/ 4967859 h 5143785"/>
              <a:gd name="connsiteX14979" fmla="*/ 2714911 w 3114960"/>
              <a:gd name="connsiteY14979" fmla="*/ 4969193 h 5143785"/>
              <a:gd name="connsiteX14980" fmla="*/ 2719197 w 3114960"/>
              <a:gd name="connsiteY14980" fmla="*/ 4968335 h 5143785"/>
              <a:gd name="connsiteX14981" fmla="*/ 2819305 w 3114960"/>
              <a:gd name="connsiteY14981" fmla="*/ 5094161 h 5143785"/>
              <a:gd name="connsiteX14982" fmla="*/ 2819591 w 3114960"/>
              <a:gd name="connsiteY14982" fmla="*/ 5143691 h 5143785"/>
              <a:gd name="connsiteX14983" fmla="*/ 2824353 w 3114960"/>
              <a:gd name="connsiteY14983" fmla="*/ 5143691 h 5143785"/>
              <a:gd name="connsiteX14984" fmla="*/ 2824067 w 3114960"/>
              <a:gd name="connsiteY14984" fmla="*/ 5092542 h 5143785"/>
              <a:gd name="connsiteX14985" fmla="*/ 2721959 w 3114960"/>
              <a:gd name="connsiteY14985" fmla="*/ 4960049 h 5143785"/>
              <a:gd name="connsiteX14986" fmla="*/ 2717387 w 3114960"/>
              <a:gd name="connsiteY14986" fmla="*/ 4963954 h 5143785"/>
              <a:gd name="connsiteX14987" fmla="*/ 2711387 w 3114960"/>
              <a:gd name="connsiteY14987" fmla="*/ 4963573 h 5143785"/>
              <a:gd name="connsiteX14988" fmla="*/ 2707481 w 3114960"/>
              <a:gd name="connsiteY14988" fmla="*/ 4959001 h 5143785"/>
              <a:gd name="connsiteX14989" fmla="*/ 2707862 w 3114960"/>
              <a:gd name="connsiteY14989" fmla="*/ 4953000 h 5143785"/>
              <a:gd name="connsiteX14990" fmla="*/ 2714911 w 3114960"/>
              <a:gd name="connsiteY14990" fmla="*/ 4948619 h 5143785"/>
              <a:gd name="connsiteX14991" fmla="*/ 2718435 w 3114960"/>
              <a:gd name="connsiteY14991" fmla="*/ 4949476 h 5143785"/>
              <a:gd name="connsiteX14992" fmla="*/ 2721959 w 3114960"/>
              <a:gd name="connsiteY14992" fmla="*/ 4960049 h 5143785"/>
              <a:gd name="connsiteX14993" fmla="*/ 23241 w 3114960"/>
              <a:gd name="connsiteY14993" fmla="*/ 1013174 h 5143785"/>
              <a:gd name="connsiteX14994" fmla="*/ 83630 w 3114960"/>
              <a:gd name="connsiteY14994" fmla="*/ 1013174 h 5143785"/>
              <a:gd name="connsiteX14995" fmla="*/ 92583 w 3114960"/>
              <a:gd name="connsiteY14995" fmla="*/ 1020223 h 5143785"/>
              <a:gd name="connsiteX14996" fmla="*/ 102013 w 3114960"/>
              <a:gd name="connsiteY14996" fmla="*/ 1010793 h 5143785"/>
              <a:gd name="connsiteX14997" fmla="*/ 92583 w 3114960"/>
              <a:gd name="connsiteY14997" fmla="*/ 1001363 h 5143785"/>
              <a:gd name="connsiteX14998" fmla="*/ 83630 w 3114960"/>
              <a:gd name="connsiteY14998" fmla="*/ 1008412 h 5143785"/>
              <a:gd name="connsiteX14999" fmla="*/ 21241 w 3114960"/>
              <a:gd name="connsiteY14999" fmla="*/ 1008412 h 5143785"/>
              <a:gd name="connsiteX15000" fmla="*/ 6001 w 3114960"/>
              <a:gd name="connsiteY15000" fmla="*/ 1024414 h 5143785"/>
              <a:gd name="connsiteX15001" fmla="*/ 6001 w 3114960"/>
              <a:gd name="connsiteY15001" fmla="*/ 1047369 h 5143785"/>
              <a:gd name="connsiteX15002" fmla="*/ 21622 w 3114960"/>
              <a:gd name="connsiteY15002" fmla="*/ 1061371 h 5143785"/>
              <a:gd name="connsiteX15003" fmla="*/ 75819 w 3114960"/>
              <a:gd name="connsiteY15003" fmla="*/ 1061371 h 5143785"/>
              <a:gd name="connsiteX15004" fmla="*/ 86011 w 3114960"/>
              <a:gd name="connsiteY15004" fmla="*/ 1054322 h 5143785"/>
              <a:gd name="connsiteX15005" fmla="*/ 116015 w 3114960"/>
              <a:gd name="connsiteY15005" fmla="*/ 1054322 h 5143785"/>
              <a:gd name="connsiteX15006" fmla="*/ 124968 w 3114960"/>
              <a:gd name="connsiteY15006" fmla="*/ 1061371 h 5143785"/>
              <a:gd name="connsiteX15007" fmla="*/ 134398 w 3114960"/>
              <a:gd name="connsiteY15007" fmla="*/ 1051941 h 5143785"/>
              <a:gd name="connsiteX15008" fmla="*/ 124968 w 3114960"/>
              <a:gd name="connsiteY15008" fmla="*/ 1042511 h 5143785"/>
              <a:gd name="connsiteX15009" fmla="*/ 116015 w 3114960"/>
              <a:gd name="connsiteY15009" fmla="*/ 1049560 h 5143785"/>
              <a:gd name="connsiteX15010" fmla="*/ 84487 w 3114960"/>
              <a:gd name="connsiteY15010" fmla="*/ 1049560 h 5143785"/>
              <a:gd name="connsiteX15011" fmla="*/ 74295 w 3114960"/>
              <a:gd name="connsiteY15011" fmla="*/ 1056608 h 5143785"/>
              <a:gd name="connsiteX15012" fmla="*/ 23432 w 3114960"/>
              <a:gd name="connsiteY15012" fmla="*/ 1056608 h 5143785"/>
              <a:gd name="connsiteX15013" fmla="*/ 10763 w 3114960"/>
              <a:gd name="connsiteY15013" fmla="*/ 1045274 h 5143785"/>
              <a:gd name="connsiteX15014" fmla="*/ 10763 w 3114960"/>
              <a:gd name="connsiteY15014" fmla="*/ 1026319 h 5143785"/>
              <a:gd name="connsiteX15015" fmla="*/ 23241 w 3114960"/>
              <a:gd name="connsiteY15015" fmla="*/ 1013174 h 5143785"/>
              <a:gd name="connsiteX15016" fmla="*/ 92678 w 3114960"/>
              <a:gd name="connsiteY15016" fmla="*/ 1006126 h 5143785"/>
              <a:gd name="connsiteX15017" fmla="*/ 97346 w 3114960"/>
              <a:gd name="connsiteY15017" fmla="*/ 1010793 h 5143785"/>
              <a:gd name="connsiteX15018" fmla="*/ 92678 w 3114960"/>
              <a:gd name="connsiteY15018" fmla="*/ 1015460 h 5143785"/>
              <a:gd name="connsiteX15019" fmla="*/ 88011 w 3114960"/>
              <a:gd name="connsiteY15019" fmla="*/ 1010793 h 5143785"/>
              <a:gd name="connsiteX15020" fmla="*/ 92678 w 3114960"/>
              <a:gd name="connsiteY15020" fmla="*/ 1006126 h 5143785"/>
              <a:gd name="connsiteX15021" fmla="*/ 125063 w 3114960"/>
              <a:gd name="connsiteY15021" fmla="*/ 1047274 h 5143785"/>
              <a:gd name="connsiteX15022" fmla="*/ 129731 w 3114960"/>
              <a:gd name="connsiteY15022" fmla="*/ 1051941 h 5143785"/>
              <a:gd name="connsiteX15023" fmla="*/ 125063 w 3114960"/>
              <a:gd name="connsiteY15023" fmla="*/ 1056608 h 5143785"/>
              <a:gd name="connsiteX15024" fmla="*/ 120396 w 3114960"/>
              <a:gd name="connsiteY15024" fmla="*/ 1051941 h 5143785"/>
              <a:gd name="connsiteX15025" fmla="*/ 125063 w 3114960"/>
              <a:gd name="connsiteY15025" fmla="*/ 1047274 h 5143785"/>
              <a:gd name="connsiteX15026" fmla="*/ 2781491 w 3114960"/>
              <a:gd name="connsiteY15026" fmla="*/ 5143595 h 5143785"/>
              <a:gd name="connsiteX15027" fmla="*/ 2781491 w 3114960"/>
              <a:gd name="connsiteY15027" fmla="*/ 5092446 h 5143785"/>
              <a:gd name="connsiteX15028" fmla="*/ 2681002 w 3114960"/>
              <a:gd name="connsiteY15028" fmla="*/ 4965383 h 5143785"/>
              <a:gd name="connsiteX15029" fmla="*/ 2683288 w 3114960"/>
              <a:gd name="connsiteY15029" fmla="*/ 4962240 h 5143785"/>
              <a:gd name="connsiteX15030" fmla="*/ 2677668 w 3114960"/>
              <a:gd name="connsiteY15030" fmla="*/ 4945285 h 5143785"/>
              <a:gd name="connsiteX15031" fmla="*/ 2660713 w 3114960"/>
              <a:gd name="connsiteY15031" fmla="*/ 4950905 h 5143785"/>
              <a:gd name="connsiteX15032" fmla="*/ 2666334 w 3114960"/>
              <a:gd name="connsiteY15032" fmla="*/ 4967859 h 5143785"/>
              <a:gd name="connsiteX15033" fmla="*/ 2671953 w 3114960"/>
              <a:gd name="connsiteY15033" fmla="*/ 4969193 h 5143785"/>
              <a:gd name="connsiteX15034" fmla="*/ 2677001 w 3114960"/>
              <a:gd name="connsiteY15034" fmla="*/ 4968050 h 5143785"/>
              <a:gd name="connsiteX15035" fmla="*/ 2776728 w 3114960"/>
              <a:gd name="connsiteY15035" fmla="*/ 5094161 h 5143785"/>
              <a:gd name="connsiteX15036" fmla="*/ 2776728 w 3114960"/>
              <a:gd name="connsiteY15036" fmla="*/ 5143691 h 5143785"/>
              <a:gd name="connsiteX15037" fmla="*/ 2781491 w 3114960"/>
              <a:gd name="connsiteY15037" fmla="*/ 5143691 h 5143785"/>
              <a:gd name="connsiteX15038" fmla="*/ 2679002 w 3114960"/>
              <a:gd name="connsiteY15038" fmla="*/ 4960049 h 5143785"/>
              <a:gd name="connsiteX15039" fmla="*/ 2674430 w 3114960"/>
              <a:gd name="connsiteY15039" fmla="*/ 4963954 h 5143785"/>
              <a:gd name="connsiteX15040" fmla="*/ 2668429 w 3114960"/>
              <a:gd name="connsiteY15040" fmla="*/ 4963573 h 5143785"/>
              <a:gd name="connsiteX15041" fmla="*/ 2664524 w 3114960"/>
              <a:gd name="connsiteY15041" fmla="*/ 4959001 h 5143785"/>
              <a:gd name="connsiteX15042" fmla="*/ 2664905 w 3114960"/>
              <a:gd name="connsiteY15042" fmla="*/ 4953000 h 5143785"/>
              <a:gd name="connsiteX15043" fmla="*/ 2671953 w 3114960"/>
              <a:gd name="connsiteY15043" fmla="*/ 4948619 h 5143785"/>
              <a:gd name="connsiteX15044" fmla="*/ 2675477 w 3114960"/>
              <a:gd name="connsiteY15044" fmla="*/ 4949476 h 5143785"/>
              <a:gd name="connsiteX15045" fmla="*/ 2679002 w 3114960"/>
              <a:gd name="connsiteY15045" fmla="*/ 4960049 h 5143785"/>
              <a:gd name="connsiteX15046" fmla="*/ 1724882 w 3114960"/>
              <a:gd name="connsiteY15046" fmla="*/ 5078635 h 5143785"/>
              <a:gd name="connsiteX15047" fmla="*/ 1724882 w 3114960"/>
              <a:gd name="connsiteY15047" fmla="*/ 5012722 h 5143785"/>
              <a:gd name="connsiteX15048" fmla="*/ 1732502 w 3114960"/>
              <a:gd name="connsiteY15048" fmla="*/ 5008150 h 5143785"/>
              <a:gd name="connsiteX15049" fmla="*/ 1735074 w 3114960"/>
              <a:gd name="connsiteY15049" fmla="*/ 4998815 h 5143785"/>
              <a:gd name="connsiteX15050" fmla="*/ 1730312 w 3114960"/>
              <a:gd name="connsiteY15050" fmla="*/ 4990433 h 5143785"/>
              <a:gd name="connsiteX15051" fmla="*/ 1720977 w 3114960"/>
              <a:gd name="connsiteY15051" fmla="*/ 4987862 h 5143785"/>
              <a:gd name="connsiteX15052" fmla="*/ 1710023 w 3114960"/>
              <a:gd name="connsiteY15052" fmla="*/ 5001959 h 5143785"/>
              <a:gd name="connsiteX15053" fmla="*/ 1714786 w 3114960"/>
              <a:gd name="connsiteY15053" fmla="*/ 5010341 h 5143785"/>
              <a:gd name="connsiteX15054" fmla="*/ 1720120 w 3114960"/>
              <a:gd name="connsiteY15054" fmla="*/ 5012627 h 5143785"/>
              <a:gd name="connsiteX15055" fmla="*/ 1720120 w 3114960"/>
              <a:gd name="connsiteY15055" fmla="*/ 5076920 h 5143785"/>
              <a:gd name="connsiteX15056" fmla="*/ 1708023 w 3114960"/>
              <a:gd name="connsiteY15056" fmla="*/ 5092637 h 5143785"/>
              <a:gd name="connsiteX15057" fmla="*/ 1707642 w 3114960"/>
              <a:gd name="connsiteY15057" fmla="*/ 5143500 h 5143785"/>
              <a:gd name="connsiteX15058" fmla="*/ 1712405 w 3114960"/>
              <a:gd name="connsiteY15058" fmla="*/ 5143500 h 5143785"/>
              <a:gd name="connsiteX15059" fmla="*/ 1712690 w 3114960"/>
              <a:gd name="connsiteY15059" fmla="*/ 5094256 h 5143785"/>
              <a:gd name="connsiteX15060" fmla="*/ 1724787 w 3114960"/>
              <a:gd name="connsiteY15060" fmla="*/ 5078540 h 5143785"/>
              <a:gd name="connsiteX15061" fmla="*/ 1717643 w 3114960"/>
              <a:gd name="connsiteY15061" fmla="*/ 5006721 h 5143785"/>
              <a:gd name="connsiteX15062" fmla="*/ 1714691 w 3114960"/>
              <a:gd name="connsiteY15062" fmla="*/ 5001483 h 5143785"/>
              <a:gd name="connsiteX15063" fmla="*/ 1721549 w 3114960"/>
              <a:gd name="connsiteY15063" fmla="*/ 4992719 h 5143785"/>
              <a:gd name="connsiteX15064" fmla="*/ 1722596 w 3114960"/>
              <a:gd name="connsiteY15064" fmla="*/ 4992719 h 5143785"/>
              <a:gd name="connsiteX15065" fmla="*/ 1727359 w 3114960"/>
              <a:gd name="connsiteY15065" fmla="*/ 4994339 h 5143785"/>
              <a:gd name="connsiteX15066" fmla="*/ 1730312 w 3114960"/>
              <a:gd name="connsiteY15066" fmla="*/ 4999578 h 5143785"/>
              <a:gd name="connsiteX15067" fmla="*/ 1730312 w 3114960"/>
              <a:gd name="connsiteY15067" fmla="*/ 4999578 h 5143785"/>
              <a:gd name="connsiteX15068" fmla="*/ 1728692 w 3114960"/>
              <a:gd name="connsiteY15068" fmla="*/ 5005388 h 5143785"/>
              <a:gd name="connsiteX15069" fmla="*/ 1723453 w 3114960"/>
              <a:gd name="connsiteY15069" fmla="*/ 5008340 h 5143785"/>
              <a:gd name="connsiteX15070" fmla="*/ 1717643 w 3114960"/>
              <a:gd name="connsiteY15070" fmla="*/ 5006721 h 5143785"/>
              <a:gd name="connsiteX15071" fmla="*/ 2738914 w 3114960"/>
              <a:gd name="connsiteY15071" fmla="*/ 5143595 h 5143785"/>
              <a:gd name="connsiteX15072" fmla="*/ 2738914 w 3114960"/>
              <a:gd name="connsiteY15072" fmla="*/ 5092446 h 5143785"/>
              <a:gd name="connsiteX15073" fmla="*/ 2738438 w 3114960"/>
              <a:gd name="connsiteY15073" fmla="*/ 5091779 h 5143785"/>
              <a:gd name="connsiteX15074" fmla="*/ 2638330 w 3114960"/>
              <a:gd name="connsiteY15074" fmla="*/ 4965097 h 5143785"/>
              <a:gd name="connsiteX15075" fmla="*/ 2640425 w 3114960"/>
              <a:gd name="connsiteY15075" fmla="*/ 4962144 h 5143785"/>
              <a:gd name="connsiteX15076" fmla="*/ 2634805 w 3114960"/>
              <a:gd name="connsiteY15076" fmla="*/ 4945190 h 5143785"/>
              <a:gd name="connsiteX15077" fmla="*/ 2617851 w 3114960"/>
              <a:gd name="connsiteY15077" fmla="*/ 4950810 h 5143785"/>
              <a:gd name="connsiteX15078" fmla="*/ 2617184 w 3114960"/>
              <a:gd name="connsiteY15078" fmla="*/ 4960430 h 5143785"/>
              <a:gd name="connsiteX15079" fmla="*/ 2623566 w 3114960"/>
              <a:gd name="connsiteY15079" fmla="*/ 4967669 h 5143785"/>
              <a:gd name="connsiteX15080" fmla="*/ 2629186 w 3114960"/>
              <a:gd name="connsiteY15080" fmla="*/ 4969002 h 5143785"/>
              <a:gd name="connsiteX15081" fmla="*/ 2634520 w 3114960"/>
              <a:gd name="connsiteY15081" fmla="*/ 4967669 h 5143785"/>
              <a:gd name="connsiteX15082" fmla="*/ 2734247 w 3114960"/>
              <a:gd name="connsiteY15082" fmla="*/ 5093875 h 5143785"/>
              <a:gd name="connsiteX15083" fmla="*/ 2734247 w 3114960"/>
              <a:gd name="connsiteY15083" fmla="*/ 5143405 h 5143785"/>
              <a:gd name="connsiteX15084" fmla="*/ 2739009 w 3114960"/>
              <a:gd name="connsiteY15084" fmla="*/ 5143405 h 5143785"/>
              <a:gd name="connsiteX15085" fmla="*/ 2636139 w 3114960"/>
              <a:gd name="connsiteY15085" fmla="*/ 4960049 h 5143785"/>
              <a:gd name="connsiteX15086" fmla="*/ 2631567 w 3114960"/>
              <a:gd name="connsiteY15086" fmla="*/ 4963954 h 5143785"/>
              <a:gd name="connsiteX15087" fmla="*/ 2625567 w 3114960"/>
              <a:gd name="connsiteY15087" fmla="*/ 4963573 h 5143785"/>
              <a:gd name="connsiteX15088" fmla="*/ 2621661 w 3114960"/>
              <a:gd name="connsiteY15088" fmla="*/ 4959001 h 5143785"/>
              <a:gd name="connsiteX15089" fmla="*/ 2622042 w 3114960"/>
              <a:gd name="connsiteY15089" fmla="*/ 4953000 h 5143785"/>
              <a:gd name="connsiteX15090" fmla="*/ 2626614 w 3114960"/>
              <a:gd name="connsiteY15090" fmla="*/ 4949095 h 5143785"/>
              <a:gd name="connsiteX15091" fmla="*/ 2629091 w 3114960"/>
              <a:gd name="connsiteY15091" fmla="*/ 4948714 h 5143785"/>
              <a:gd name="connsiteX15092" fmla="*/ 2632615 w 3114960"/>
              <a:gd name="connsiteY15092" fmla="*/ 4949571 h 5143785"/>
              <a:gd name="connsiteX15093" fmla="*/ 2636139 w 3114960"/>
              <a:gd name="connsiteY15093" fmla="*/ 4960144 h 5143785"/>
              <a:gd name="connsiteX15094" fmla="*/ 719423 w 3114960"/>
              <a:gd name="connsiteY15094" fmla="*/ 4915662 h 5143785"/>
              <a:gd name="connsiteX15095" fmla="*/ 712375 w 3114960"/>
              <a:gd name="connsiteY15095" fmla="*/ 4922711 h 5143785"/>
              <a:gd name="connsiteX15096" fmla="*/ 705326 w 3114960"/>
              <a:gd name="connsiteY15096" fmla="*/ 4915662 h 5143785"/>
              <a:gd name="connsiteX15097" fmla="*/ 712375 w 3114960"/>
              <a:gd name="connsiteY15097" fmla="*/ 4908614 h 5143785"/>
              <a:gd name="connsiteX15098" fmla="*/ 719423 w 3114960"/>
              <a:gd name="connsiteY15098" fmla="*/ 4915662 h 5143785"/>
              <a:gd name="connsiteX15099" fmla="*/ 2979230 w 3114960"/>
              <a:gd name="connsiteY15099" fmla="*/ 5096351 h 5143785"/>
              <a:gd name="connsiteX15100" fmla="*/ 3079337 w 3114960"/>
              <a:gd name="connsiteY15100" fmla="*/ 4970526 h 5143785"/>
              <a:gd name="connsiteX15101" fmla="*/ 3083624 w 3114960"/>
              <a:gd name="connsiteY15101" fmla="*/ 4971383 h 5143785"/>
              <a:gd name="connsiteX15102" fmla="*/ 3089243 w 3114960"/>
              <a:gd name="connsiteY15102" fmla="*/ 4970050 h 5143785"/>
              <a:gd name="connsiteX15103" fmla="*/ 3094863 w 3114960"/>
              <a:gd name="connsiteY15103" fmla="*/ 4953095 h 5143785"/>
              <a:gd name="connsiteX15104" fmla="*/ 3077909 w 3114960"/>
              <a:gd name="connsiteY15104" fmla="*/ 4947475 h 5143785"/>
              <a:gd name="connsiteX15105" fmla="*/ 3072289 w 3114960"/>
              <a:gd name="connsiteY15105" fmla="*/ 4964430 h 5143785"/>
              <a:gd name="connsiteX15106" fmla="*/ 3075146 w 3114960"/>
              <a:gd name="connsiteY15106" fmla="*/ 4968050 h 5143785"/>
              <a:gd name="connsiteX15107" fmla="*/ 2974467 w 3114960"/>
              <a:gd name="connsiteY15107" fmla="*/ 5094637 h 5143785"/>
              <a:gd name="connsiteX15108" fmla="*/ 2974181 w 3114960"/>
              <a:gd name="connsiteY15108" fmla="*/ 5143595 h 5143785"/>
              <a:gd name="connsiteX15109" fmla="*/ 2978944 w 3114960"/>
              <a:gd name="connsiteY15109" fmla="*/ 5143595 h 5143785"/>
              <a:gd name="connsiteX15110" fmla="*/ 2979230 w 3114960"/>
              <a:gd name="connsiteY15110" fmla="*/ 5096351 h 5143785"/>
              <a:gd name="connsiteX15111" fmla="*/ 3076099 w 3114960"/>
              <a:gd name="connsiteY15111" fmla="*/ 4956239 h 5143785"/>
              <a:gd name="connsiteX15112" fmla="*/ 3080004 w 3114960"/>
              <a:gd name="connsiteY15112" fmla="*/ 4951667 h 5143785"/>
              <a:gd name="connsiteX15113" fmla="*/ 3083528 w 3114960"/>
              <a:gd name="connsiteY15113" fmla="*/ 4950810 h 5143785"/>
              <a:gd name="connsiteX15114" fmla="*/ 3090577 w 3114960"/>
              <a:gd name="connsiteY15114" fmla="*/ 4955191 h 5143785"/>
              <a:gd name="connsiteX15115" fmla="*/ 3090958 w 3114960"/>
              <a:gd name="connsiteY15115" fmla="*/ 4961192 h 5143785"/>
              <a:gd name="connsiteX15116" fmla="*/ 3087053 w 3114960"/>
              <a:gd name="connsiteY15116" fmla="*/ 4965764 h 5143785"/>
              <a:gd name="connsiteX15117" fmla="*/ 3081052 w 3114960"/>
              <a:gd name="connsiteY15117" fmla="*/ 4966145 h 5143785"/>
              <a:gd name="connsiteX15118" fmla="*/ 3076480 w 3114960"/>
              <a:gd name="connsiteY15118" fmla="*/ 4962240 h 5143785"/>
              <a:gd name="connsiteX15119" fmla="*/ 3076099 w 3114960"/>
              <a:gd name="connsiteY15119" fmla="*/ 4956239 h 5143785"/>
              <a:gd name="connsiteX15120" fmla="*/ 750761 w 3114960"/>
              <a:gd name="connsiteY15120" fmla="*/ 4946714 h 5143785"/>
              <a:gd name="connsiteX15121" fmla="*/ 743712 w 3114960"/>
              <a:gd name="connsiteY15121" fmla="*/ 4953762 h 5143785"/>
              <a:gd name="connsiteX15122" fmla="*/ 736664 w 3114960"/>
              <a:gd name="connsiteY15122" fmla="*/ 4946714 h 5143785"/>
              <a:gd name="connsiteX15123" fmla="*/ 743712 w 3114960"/>
              <a:gd name="connsiteY15123" fmla="*/ 4939666 h 5143785"/>
              <a:gd name="connsiteX15124" fmla="*/ 750761 w 3114960"/>
              <a:gd name="connsiteY15124" fmla="*/ 4946714 h 5143785"/>
              <a:gd name="connsiteX15125" fmla="*/ 1968532 w 3114960"/>
              <a:gd name="connsiteY15125" fmla="*/ 4712208 h 5143785"/>
              <a:gd name="connsiteX15126" fmla="*/ 1969103 w 3114960"/>
              <a:gd name="connsiteY15126" fmla="*/ 4715256 h 5143785"/>
              <a:gd name="connsiteX15127" fmla="*/ 1980914 w 3114960"/>
              <a:gd name="connsiteY15127" fmla="*/ 4723353 h 5143785"/>
              <a:gd name="connsiteX15128" fmla="*/ 1985486 w 3114960"/>
              <a:gd name="connsiteY15128" fmla="*/ 4722495 h 5143785"/>
              <a:gd name="connsiteX15129" fmla="*/ 1985486 w 3114960"/>
              <a:gd name="connsiteY15129" fmla="*/ 4722495 h 5143785"/>
              <a:gd name="connsiteX15130" fmla="*/ 1993297 w 3114960"/>
              <a:gd name="connsiteY15130" fmla="*/ 4712208 h 5143785"/>
              <a:gd name="connsiteX15131" fmla="*/ 2039493 w 3114960"/>
              <a:gd name="connsiteY15131" fmla="*/ 4712208 h 5143785"/>
              <a:gd name="connsiteX15132" fmla="*/ 2168176 w 3114960"/>
              <a:gd name="connsiteY15132" fmla="*/ 4610481 h 5143785"/>
              <a:gd name="connsiteX15133" fmla="*/ 2171224 w 3114960"/>
              <a:gd name="connsiteY15133" fmla="*/ 4612862 h 5143785"/>
              <a:gd name="connsiteX15134" fmla="*/ 2176844 w 3114960"/>
              <a:gd name="connsiteY15134" fmla="*/ 4614196 h 5143785"/>
              <a:gd name="connsiteX15135" fmla="*/ 2188178 w 3114960"/>
              <a:gd name="connsiteY15135" fmla="*/ 4607243 h 5143785"/>
              <a:gd name="connsiteX15136" fmla="*/ 2182559 w 3114960"/>
              <a:gd name="connsiteY15136" fmla="*/ 4590288 h 5143785"/>
              <a:gd name="connsiteX15137" fmla="*/ 2172938 w 3114960"/>
              <a:gd name="connsiteY15137" fmla="*/ 4589621 h 5143785"/>
              <a:gd name="connsiteX15138" fmla="*/ 2165604 w 3114960"/>
              <a:gd name="connsiteY15138" fmla="*/ 4595908 h 5143785"/>
              <a:gd name="connsiteX15139" fmla="*/ 2164937 w 3114960"/>
              <a:gd name="connsiteY15139" fmla="*/ 4605528 h 5143785"/>
              <a:gd name="connsiteX15140" fmla="*/ 2165509 w 3114960"/>
              <a:gd name="connsiteY15140" fmla="*/ 4606576 h 5143785"/>
              <a:gd name="connsiteX15141" fmla="*/ 2037874 w 3114960"/>
              <a:gd name="connsiteY15141" fmla="*/ 4707541 h 5143785"/>
              <a:gd name="connsiteX15142" fmla="*/ 1992916 w 3114960"/>
              <a:gd name="connsiteY15142" fmla="*/ 4707541 h 5143785"/>
              <a:gd name="connsiteX15143" fmla="*/ 1992725 w 3114960"/>
              <a:gd name="connsiteY15143" fmla="*/ 4706303 h 5143785"/>
              <a:gd name="connsiteX15144" fmla="*/ 1976438 w 3114960"/>
              <a:gd name="connsiteY15144" fmla="*/ 4699064 h 5143785"/>
              <a:gd name="connsiteX15145" fmla="*/ 1968532 w 3114960"/>
              <a:gd name="connsiteY15145" fmla="*/ 4709922 h 5143785"/>
              <a:gd name="connsiteX15146" fmla="*/ 1778032 w 3114960"/>
              <a:gd name="connsiteY15146" fmla="*/ 4709446 h 5143785"/>
              <a:gd name="connsiteX15147" fmla="*/ 1778032 w 3114960"/>
              <a:gd name="connsiteY15147" fmla="*/ 4693825 h 5143785"/>
              <a:gd name="connsiteX15148" fmla="*/ 1800511 w 3114960"/>
              <a:gd name="connsiteY15148" fmla="*/ 4671155 h 5143785"/>
              <a:gd name="connsiteX15149" fmla="*/ 1915859 w 3114960"/>
              <a:gd name="connsiteY15149" fmla="*/ 4671155 h 5143785"/>
              <a:gd name="connsiteX15150" fmla="*/ 1920716 w 3114960"/>
              <a:gd name="connsiteY15150" fmla="*/ 4673632 h 5143785"/>
              <a:gd name="connsiteX15151" fmla="*/ 1926527 w 3114960"/>
              <a:gd name="connsiteY15151" fmla="*/ 4669727 h 5143785"/>
              <a:gd name="connsiteX15152" fmla="*/ 2039684 w 3114960"/>
              <a:gd name="connsiteY15152" fmla="*/ 4669727 h 5143785"/>
              <a:gd name="connsiteX15153" fmla="*/ 2040350 w 3114960"/>
              <a:gd name="connsiteY15153" fmla="*/ 4669251 h 5143785"/>
              <a:gd name="connsiteX15154" fmla="*/ 2179225 w 3114960"/>
              <a:gd name="connsiteY15154" fmla="*/ 4559332 h 5143785"/>
              <a:gd name="connsiteX15155" fmla="*/ 2181701 w 3114960"/>
              <a:gd name="connsiteY15155" fmla="*/ 4561237 h 5143785"/>
              <a:gd name="connsiteX15156" fmla="*/ 2187321 w 3114960"/>
              <a:gd name="connsiteY15156" fmla="*/ 4562570 h 5143785"/>
              <a:gd name="connsiteX15157" fmla="*/ 2198656 w 3114960"/>
              <a:gd name="connsiteY15157" fmla="*/ 4555617 h 5143785"/>
              <a:gd name="connsiteX15158" fmla="*/ 2193036 w 3114960"/>
              <a:gd name="connsiteY15158" fmla="*/ 4538663 h 5143785"/>
              <a:gd name="connsiteX15159" fmla="*/ 2176082 w 3114960"/>
              <a:gd name="connsiteY15159" fmla="*/ 4544282 h 5143785"/>
              <a:gd name="connsiteX15160" fmla="*/ 2176272 w 3114960"/>
              <a:gd name="connsiteY15160" fmla="*/ 4555522 h 5143785"/>
              <a:gd name="connsiteX15161" fmla="*/ 2037969 w 3114960"/>
              <a:gd name="connsiteY15161" fmla="*/ 4664964 h 5143785"/>
              <a:gd name="connsiteX15162" fmla="*/ 1926431 w 3114960"/>
              <a:gd name="connsiteY15162" fmla="*/ 4664964 h 5143785"/>
              <a:gd name="connsiteX15163" fmla="*/ 1920621 w 3114960"/>
              <a:gd name="connsiteY15163" fmla="*/ 4661059 h 5143785"/>
              <a:gd name="connsiteX15164" fmla="*/ 1915478 w 3114960"/>
              <a:gd name="connsiteY15164" fmla="*/ 4663917 h 5143785"/>
              <a:gd name="connsiteX15165" fmla="*/ 1798987 w 3114960"/>
              <a:gd name="connsiteY15165" fmla="*/ 4663917 h 5143785"/>
              <a:gd name="connsiteX15166" fmla="*/ 1796415 w 3114960"/>
              <a:gd name="connsiteY15166" fmla="*/ 4664964 h 5143785"/>
              <a:gd name="connsiteX15167" fmla="*/ 1771841 w 3114960"/>
              <a:gd name="connsiteY15167" fmla="*/ 4689729 h 5143785"/>
              <a:gd name="connsiteX15168" fmla="*/ 1770793 w 3114960"/>
              <a:gd name="connsiteY15168" fmla="*/ 4692206 h 5143785"/>
              <a:gd name="connsiteX15169" fmla="*/ 1770793 w 3114960"/>
              <a:gd name="connsiteY15169" fmla="*/ 4709255 h 5143785"/>
              <a:gd name="connsiteX15170" fmla="*/ 1728407 w 3114960"/>
              <a:gd name="connsiteY15170" fmla="*/ 4709255 h 5143785"/>
              <a:gd name="connsiteX15171" fmla="*/ 1728407 w 3114960"/>
              <a:gd name="connsiteY15171" fmla="*/ 4646676 h 5143785"/>
              <a:gd name="connsiteX15172" fmla="*/ 1728026 w 3114960"/>
              <a:gd name="connsiteY15172" fmla="*/ 4645819 h 5143785"/>
              <a:gd name="connsiteX15173" fmla="*/ 1716215 w 3114960"/>
              <a:gd name="connsiteY15173" fmla="*/ 4635246 h 5143785"/>
              <a:gd name="connsiteX15174" fmla="*/ 1715453 w 3114960"/>
              <a:gd name="connsiteY15174" fmla="*/ 4634961 h 5143785"/>
              <a:gd name="connsiteX15175" fmla="*/ 1574292 w 3114960"/>
              <a:gd name="connsiteY15175" fmla="*/ 4634198 h 5143785"/>
              <a:gd name="connsiteX15176" fmla="*/ 1574292 w 3114960"/>
              <a:gd name="connsiteY15176" fmla="*/ 4631151 h 5143785"/>
              <a:gd name="connsiteX15177" fmla="*/ 1567244 w 3114960"/>
              <a:gd name="connsiteY15177" fmla="*/ 4624102 h 5143785"/>
              <a:gd name="connsiteX15178" fmla="*/ 1558195 w 3114960"/>
              <a:gd name="connsiteY15178" fmla="*/ 4624102 h 5143785"/>
              <a:gd name="connsiteX15179" fmla="*/ 1551146 w 3114960"/>
              <a:gd name="connsiteY15179" fmla="*/ 4631151 h 5143785"/>
              <a:gd name="connsiteX15180" fmla="*/ 1551146 w 3114960"/>
              <a:gd name="connsiteY15180" fmla="*/ 4633532 h 5143785"/>
              <a:gd name="connsiteX15181" fmla="*/ 1536859 w 3114960"/>
              <a:gd name="connsiteY15181" fmla="*/ 4633818 h 5143785"/>
              <a:gd name="connsiteX15182" fmla="*/ 1518571 w 3114960"/>
              <a:gd name="connsiteY15182" fmla="*/ 4651248 h 5143785"/>
              <a:gd name="connsiteX15183" fmla="*/ 1339596 w 3114960"/>
              <a:gd name="connsiteY15183" fmla="*/ 4651248 h 5143785"/>
              <a:gd name="connsiteX15184" fmla="*/ 1302449 w 3114960"/>
              <a:gd name="connsiteY15184" fmla="*/ 4609243 h 5143785"/>
              <a:gd name="connsiteX15185" fmla="*/ 1211294 w 3114960"/>
              <a:gd name="connsiteY15185" fmla="*/ 4609243 h 5143785"/>
              <a:gd name="connsiteX15186" fmla="*/ 1211294 w 3114960"/>
              <a:gd name="connsiteY15186" fmla="*/ 4602195 h 5143785"/>
              <a:gd name="connsiteX15187" fmla="*/ 1208913 w 3114960"/>
              <a:gd name="connsiteY15187" fmla="*/ 4599813 h 5143785"/>
              <a:gd name="connsiteX15188" fmla="*/ 1200912 w 3114960"/>
              <a:gd name="connsiteY15188" fmla="*/ 4599813 h 5143785"/>
              <a:gd name="connsiteX15189" fmla="*/ 1198531 w 3114960"/>
              <a:gd name="connsiteY15189" fmla="*/ 4602195 h 5143785"/>
              <a:gd name="connsiteX15190" fmla="*/ 1198531 w 3114960"/>
              <a:gd name="connsiteY15190" fmla="*/ 4608957 h 5143785"/>
              <a:gd name="connsiteX15191" fmla="*/ 1156049 w 3114960"/>
              <a:gd name="connsiteY15191" fmla="*/ 4608957 h 5143785"/>
              <a:gd name="connsiteX15192" fmla="*/ 1150049 w 3114960"/>
              <a:gd name="connsiteY15192" fmla="*/ 4602956 h 5143785"/>
              <a:gd name="connsiteX15193" fmla="*/ 1156049 w 3114960"/>
              <a:gd name="connsiteY15193" fmla="*/ 4596956 h 5143785"/>
              <a:gd name="connsiteX15194" fmla="*/ 1194054 w 3114960"/>
              <a:gd name="connsiteY15194" fmla="*/ 4596956 h 5143785"/>
              <a:gd name="connsiteX15195" fmla="*/ 1204817 w 3114960"/>
              <a:gd name="connsiteY15195" fmla="*/ 4586193 h 5143785"/>
              <a:gd name="connsiteX15196" fmla="*/ 1194054 w 3114960"/>
              <a:gd name="connsiteY15196" fmla="*/ 4575429 h 5143785"/>
              <a:gd name="connsiteX15197" fmla="*/ 1156049 w 3114960"/>
              <a:gd name="connsiteY15197" fmla="*/ 4575429 h 5143785"/>
              <a:gd name="connsiteX15198" fmla="*/ 1150049 w 3114960"/>
              <a:gd name="connsiteY15198" fmla="*/ 4569429 h 5143785"/>
              <a:gd name="connsiteX15199" fmla="*/ 1156049 w 3114960"/>
              <a:gd name="connsiteY15199" fmla="*/ 4563428 h 5143785"/>
              <a:gd name="connsiteX15200" fmla="*/ 1194054 w 3114960"/>
              <a:gd name="connsiteY15200" fmla="*/ 4563428 h 5143785"/>
              <a:gd name="connsiteX15201" fmla="*/ 1204817 w 3114960"/>
              <a:gd name="connsiteY15201" fmla="*/ 4552664 h 5143785"/>
              <a:gd name="connsiteX15202" fmla="*/ 1194054 w 3114960"/>
              <a:gd name="connsiteY15202" fmla="*/ 4541901 h 5143785"/>
              <a:gd name="connsiteX15203" fmla="*/ 1149477 w 3114960"/>
              <a:gd name="connsiteY15203" fmla="*/ 4541901 h 5143785"/>
              <a:gd name="connsiteX15204" fmla="*/ 1149477 w 3114960"/>
              <a:gd name="connsiteY15204" fmla="*/ 4535138 h 5143785"/>
              <a:gd name="connsiteX15205" fmla="*/ 1147096 w 3114960"/>
              <a:gd name="connsiteY15205" fmla="*/ 4532757 h 5143785"/>
              <a:gd name="connsiteX15206" fmla="*/ 1145667 w 3114960"/>
              <a:gd name="connsiteY15206" fmla="*/ 4532757 h 5143785"/>
              <a:gd name="connsiteX15207" fmla="*/ 1145667 w 3114960"/>
              <a:gd name="connsiteY15207" fmla="*/ 4516946 h 5143785"/>
              <a:gd name="connsiteX15208" fmla="*/ 1265396 w 3114960"/>
              <a:gd name="connsiteY15208" fmla="*/ 4516946 h 5143785"/>
              <a:gd name="connsiteX15209" fmla="*/ 1287018 w 3114960"/>
              <a:gd name="connsiteY15209" fmla="*/ 4500182 h 5143785"/>
              <a:gd name="connsiteX15210" fmla="*/ 1287018 w 3114960"/>
              <a:gd name="connsiteY15210" fmla="*/ 4375690 h 5143785"/>
              <a:gd name="connsiteX15211" fmla="*/ 1309116 w 3114960"/>
              <a:gd name="connsiteY15211" fmla="*/ 4356545 h 5143785"/>
              <a:gd name="connsiteX15212" fmla="*/ 1309116 w 3114960"/>
              <a:gd name="connsiteY15212" fmla="*/ 4238625 h 5143785"/>
              <a:gd name="connsiteX15213" fmla="*/ 1312259 w 3114960"/>
              <a:gd name="connsiteY15213" fmla="*/ 4237768 h 5143785"/>
              <a:gd name="connsiteX15214" fmla="*/ 1320165 w 3114960"/>
              <a:gd name="connsiteY15214" fmla="*/ 4229957 h 5143785"/>
              <a:gd name="connsiteX15215" fmla="*/ 1312355 w 3114960"/>
              <a:gd name="connsiteY15215" fmla="*/ 4210907 h 5143785"/>
              <a:gd name="connsiteX15216" fmla="*/ 1301210 w 3114960"/>
              <a:gd name="connsiteY15216" fmla="*/ 4210907 h 5143785"/>
              <a:gd name="connsiteX15217" fmla="*/ 1293305 w 3114960"/>
              <a:gd name="connsiteY15217" fmla="*/ 4218718 h 5143785"/>
              <a:gd name="connsiteX15218" fmla="*/ 1292352 w 3114960"/>
              <a:gd name="connsiteY15218" fmla="*/ 4222528 h 5143785"/>
              <a:gd name="connsiteX15219" fmla="*/ 1211866 w 3114960"/>
              <a:gd name="connsiteY15219" fmla="*/ 4222528 h 5143785"/>
              <a:gd name="connsiteX15220" fmla="*/ 1189958 w 3114960"/>
              <a:gd name="connsiteY15220" fmla="*/ 4202145 h 5143785"/>
              <a:gd name="connsiteX15221" fmla="*/ 1089374 w 3114960"/>
              <a:gd name="connsiteY15221" fmla="*/ 4202145 h 5143785"/>
              <a:gd name="connsiteX15222" fmla="*/ 1087660 w 3114960"/>
              <a:gd name="connsiteY15222" fmla="*/ 4198715 h 5143785"/>
              <a:gd name="connsiteX15223" fmla="*/ 1074420 w 3114960"/>
              <a:gd name="connsiteY15223" fmla="*/ 4197096 h 5143785"/>
              <a:gd name="connsiteX15224" fmla="*/ 1072801 w 3114960"/>
              <a:gd name="connsiteY15224" fmla="*/ 4210336 h 5143785"/>
              <a:gd name="connsiteX15225" fmla="*/ 1086041 w 3114960"/>
              <a:gd name="connsiteY15225" fmla="*/ 4211955 h 5143785"/>
              <a:gd name="connsiteX15226" fmla="*/ 1089184 w 3114960"/>
              <a:gd name="connsiteY15226" fmla="*/ 4206907 h 5143785"/>
              <a:gd name="connsiteX15227" fmla="*/ 1188053 w 3114960"/>
              <a:gd name="connsiteY15227" fmla="*/ 4206907 h 5143785"/>
              <a:gd name="connsiteX15228" fmla="*/ 1209961 w 3114960"/>
              <a:gd name="connsiteY15228" fmla="*/ 4227290 h 5143785"/>
              <a:gd name="connsiteX15229" fmla="*/ 1292447 w 3114960"/>
              <a:gd name="connsiteY15229" fmla="*/ 4227290 h 5143785"/>
              <a:gd name="connsiteX15230" fmla="*/ 1293209 w 3114960"/>
              <a:gd name="connsiteY15230" fmla="*/ 4229862 h 5143785"/>
              <a:gd name="connsiteX15231" fmla="*/ 1301020 w 3114960"/>
              <a:gd name="connsiteY15231" fmla="*/ 4237768 h 5143785"/>
              <a:gd name="connsiteX15232" fmla="*/ 1304258 w 3114960"/>
              <a:gd name="connsiteY15232" fmla="*/ 4238720 h 5143785"/>
              <a:gd name="connsiteX15233" fmla="*/ 1304258 w 3114960"/>
              <a:gd name="connsiteY15233" fmla="*/ 4354449 h 5143785"/>
              <a:gd name="connsiteX15234" fmla="*/ 1282065 w 3114960"/>
              <a:gd name="connsiteY15234" fmla="*/ 4373595 h 5143785"/>
              <a:gd name="connsiteX15235" fmla="*/ 1282065 w 3114960"/>
              <a:gd name="connsiteY15235" fmla="*/ 4497896 h 5143785"/>
              <a:gd name="connsiteX15236" fmla="*/ 1263682 w 3114960"/>
              <a:gd name="connsiteY15236" fmla="*/ 4512183 h 5143785"/>
              <a:gd name="connsiteX15237" fmla="*/ 1140809 w 3114960"/>
              <a:gd name="connsiteY15237" fmla="*/ 4512183 h 5143785"/>
              <a:gd name="connsiteX15238" fmla="*/ 1140809 w 3114960"/>
              <a:gd name="connsiteY15238" fmla="*/ 4532757 h 5143785"/>
              <a:gd name="connsiteX15239" fmla="*/ 1139000 w 3114960"/>
              <a:gd name="connsiteY15239" fmla="*/ 4532757 h 5143785"/>
              <a:gd name="connsiteX15240" fmla="*/ 1136618 w 3114960"/>
              <a:gd name="connsiteY15240" fmla="*/ 4535138 h 5143785"/>
              <a:gd name="connsiteX15241" fmla="*/ 1136618 w 3114960"/>
              <a:gd name="connsiteY15241" fmla="*/ 4541901 h 5143785"/>
              <a:gd name="connsiteX15242" fmla="*/ 1128998 w 3114960"/>
              <a:gd name="connsiteY15242" fmla="*/ 4541901 h 5143785"/>
              <a:gd name="connsiteX15243" fmla="*/ 1128998 w 3114960"/>
              <a:gd name="connsiteY15243" fmla="*/ 4535138 h 5143785"/>
              <a:gd name="connsiteX15244" fmla="*/ 1126617 w 3114960"/>
              <a:gd name="connsiteY15244" fmla="*/ 4532757 h 5143785"/>
              <a:gd name="connsiteX15245" fmla="*/ 1124807 w 3114960"/>
              <a:gd name="connsiteY15245" fmla="*/ 4532757 h 5143785"/>
              <a:gd name="connsiteX15246" fmla="*/ 1124807 w 3114960"/>
              <a:gd name="connsiteY15246" fmla="*/ 4494753 h 5143785"/>
              <a:gd name="connsiteX15247" fmla="*/ 1103948 w 3114960"/>
              <a:gd name="connsiteY15247" fmla="*/ 4474845 h 5143785"/>
              <a:gd name="connsiteX15248" fmla="*/ 1023652 w 3114960"/>
              <a:gd name="connsiteY15248" fmla="*/ 4474560 h 5143785"/>
              <a:gd name="connsiteX15249" fmla="*/ 988790 w 3114960"/>
              <a:gd name="connsiteY15249" fmla="*/ 4439793 h 5143785"/>
              <a:gd name="connsiteX15250" fmla="*/ 953929 w 3114960"/>
              <a:gd name="connsiteY15250" fmla="*/ 4472750 h 5143785"/>
              <a:gd name="connsiteX15251" fmla="*/ 932117 w 3114960"/>
              <a:gd name="connsiteY15251" fmla="*/ 4472750 h 5143785"/>
              <a:gd name="connsiteX15252" fmla="*/ 931831 w 3114960"/>
              <a:gd name="connsiteY15252" fmla="*/ 4434554 h 5143785"/>
              <a:gd name="connsiteX15253" fmla="*/ 928307 w 3114960"/>
              <a:gd name="connsiteY15253" fmla="*/ 4431030 h 5143785"/>
              <a:gd name="connsiteX15254" fmla="*/ 902970 w 3114960"/>
              <a:gd name="connsiteY15254" fmla="*/ 4431030 h 5143785"/>
              <a:gd name="connsiteX15255" fmla="*/ 900398 w 3114960"/>
              <a:gd name="connsiteY15255" fmla="*/ 4431983 h 5143785"/>
              <a:gd name="connsiteX15256" fmla="*/ 899351 w 3114960"/>
              <a:gd name="connsiteY15256" fmla="*/ 4434554 h 5143785"/>
              <a:gd name="connsiteX15257" fmla="*/ 899922 w 3114960"/>
              <a:gd name="connsiteY15257" fmla="*/ 4511040 h 5143785"/>
              <a:gd name="connsiteX15258" fmla="*/ 883539 w 3114960"/>
              <a:gd name="connsiteY15258" fmla="*/ 4511040 h 5143785"/>
              <a:gd name="connsiteX15259" fmla="*/ 883729 w 3114960"/>
              <a:gd name="connsiteY15259" fmla="*/ 4443127 h 5143785"/>
              <a:gd name="connsiteX15260" fmla="*/ 880205 w 3114960"/>
              <a:gd name="connsiteY15260" fmla="*/ 4439507 h 5143785"/>
              <a:gd name="connsiteX15261" fmla="*/ 858107 w 3114960"/>
              <a:gd name="connsiteY15261" fmla="*/ 4439507 h 5143785"/>
              <a:gd name="connsiteX15262" fmla="*/ 855536 w 3114960"/>
              <a:gd name="connsiteY15262" fmla="*/ 4440460 h 5143785"/>
              <a:gd name="connsiteX15263" fmla="*/ 854488 w 3114960"/>
              <a:gd name="connsiteY15263" fmla="*/ 4443032 h 5143785"/>
              <a:gd name="connsiteX15264" fmla="*/ 854488 w 3114960"/>
              <a:gd name="connsiteY15264" fmla="*/ 4510850 h 5143785"/>
              <a:gd name="connsiteX15265" fmla="*/ 837152 w 3114960"/>
              <a:gd name="connsiteY15265" fmla="*/ 4510850 h 5143785"/>
              <a:gd name="connsiteX15266" fmla="*/ 837152 w 3114960"/>
              <a:gd name="connsiteY15266" fmla="*/ 4453509 h 5143785"/>
              <a:gd name="connsiteX15267" fmla="*/ 833628 w 3114960"/>
              <a:gd name="connsiteY15267" fmla="*/ 4449890 h 5143785"/>
              <a:gd name="connsiteX15268" fmla="*/ 811435 w 3114960"/>
              <a:gd name="connsiteY15268" fmla="*/ 4449890 h 5143785"/>
              <a:gd name="connsiteX15269" fmla="*/ 808863 w 3114960"/>
              <a:gd name="connsiteY15269" fmla="*/ 4450842 h 5143785"/>
              <a:gd name="connsiteX15270" fmla="*/ 807815 w 3114960"/>
              <a:gd name="connsiteY15270" fmla="*/ 4453414 h 5143785"/>
              <a:gd name="connsiteX15271" fmla="*/ 808196 w 3114960"/>
              <a:gd name="connsiteY15271" fmla="*/ 4510754 h 5143785"/>
              <a:gd name="connsiteX15272" fmla="*/ 790670 w 3114960"/>
              <a:gd name="connsiteY15272" fmla="*/ 4510754 h 5143785"/>
              <a:gd name="connsiteX15273" fmla="*/ 790670 w 3114960"/>
              <a:gd name="connsiteY15273" fmla="*/ 4465035 h 5143785"/>
              <a:gd name="connsiteX15274" fmla="*/ 787146 w 3114960"/>
              <a:gd name="connsiteY15274" fmla="*/ 4461415 h 5143785"/>
              <a:gd name="connsiteX15275" fmla="*/ 767048 w 3114960"/>
              <a:gd name="connsiteY15275" fmla="*/ 4461415 h 5143785"/>
              <a:gd name="connsiteX15276" fmla="*/ 764477 w 3114960"/>
              <a:gd name="connsiteY15276" fmla="*/ 4462368 h 5143785"/>
              <a:gd name="connsiteX15277" fmla="*/ 763429 w 3114960"/>
              <a:gd name="connsiteY15277" fmla="*/ 4464939 h 5143785"/>
              <a:gd name="connsiteX15278" fmla="*/ 763429 w 3114960"/>
              <a:gd name="connsiteY15278" fmla="*/ 4495610 h 5143785"/>
              <a:gd name="connsiteX15279" fmla="*/ 733616 w 3114960"/>
              <a:gd name="connsiteY15279" fmla="*/ 4495419 h 5143785"/>
              <a:gd name="connsiteX15280" fmla="*/ 728282 w 3114960"/>
              <a:gd name="connsiteY15280" fmla="*/ 4483322 h 5143785"/>
              <a:gd name="connsiteX15281" fmla="*/ 715042 w 3114960"/>
              <a:gd name="connsiteY15281" fmla="*/ 4477798 h 5143785"/>
              <a:gd name="connsiteX15282" fmla="*/ 715042 w 3114960"/>
              <a:gd name="connsiteY15282" fmla="*/ 4477798 h 5143785"/>
              <a:gd name="connsiteX15283" fmla="*/ 696277 w 3114960"/>
              <a:gd name="connsiteY15283" fmla="*/ 4496467 h 5143785"/>
              <a:gd name="connsiteX15284" fmla="*/ 696277 w 3114960"/>
              <a:gd name="connsiteY15284" fmla="*/ 4496943 h 5143785"/>
              <a:gd name="connsiteX15285" fmla="*/ 678085 w 3114960"/>
              <a:gd name="connsiteY15285" fmla="*/ 4496943 h 5143785"/>
              <a:gd name="connsiteX15286" fmla="*/ 656749 w 3114960"/>
              <a:gd name="connsiteY15286" fmla="*/ 4477703 h 5143785"/>
              <a:gd name="connsiteX15287" fmla="*/ 532829 w 3114960"/>
              <a:gd name="connsiteY15287" fmla="*/ 4477703 h 5143785"/>
              <a:gd name="connsiteX15288" fmla="*/ 498634 w 3114960"/>
              <a:gd name="connsiteY15288" fmla="*/ 4505706 h 5143785"/>
              <a:gd name="connsiteX15289" fmla="*/ 389287 w 3114960"/>
              <a:gd name="connsiteY15289" fmla="*/ 4505706 h 5143785"/>
              <a:gd name="connsiteX15290" fmla="*/ 375285 w 3114960"/>
              <a:gd name="connsiteY15290" fmla="*/ 4517898 h 5143785"/>
              <a:gd name="connsiteX15291" fmla="*/ 368046 w 3114960"/>
              <a:gd name="connsiteY15291" fmla="*/ 4515422 h 5143785"/>
              <a:gd name="connsiteX15292" fmla="*/ 360712 w 3114960"/>
              <a:gd name="connsiteY15292" fmla="*/ 4518946 h 5143785"/>
              <a:gd name="connsiteX15293" fmla="*/ 357950 w 3114960"/>
              <a:gd name="connsiteY15293" fmla="*/ 4526661 h 5143785"/>
              <a:gd name="connsiteX15294" fmla="*/ 361474 w 3114960"/>
              <a:gd name="connsiteY15294" fmla="*/ 4533995 h 5143785"/>
              <a:gd name="connsiteX15295" fmla="*/ 368618 w 3114960"/>
              <a:gd name="connsiteY15295" fmla="*/ 4536758 h 5143785"/>
              <a:gd name="connsiteX15296" fmla="*/ 376523 w 3114960"/>
              <a:gd name="connsiteY15296" fmla="*/ 4533234 h 5143785"/>
              <a:gd name="connsiteX15297" fmla="*/ 379286 w 3114960"/>
              <a:gd name="connsiteY15297" fmla="*/ 4525518 h 5143785"/>
              <a:gd name="connsiteX15298" fmla="*/ 378333 w 3114960"/>
              <a:gd name="connsiteY15298" fmla="*/ 4521613 h 5143785"/>
              <a:gd name="connsiteX15299" fmla="*/ 391192 w 3114960"/>
              <a:gd name="connsiteY15299" fmla="*/ 4510469 h 5143785"/>
              <a:gd name="connsiteX15300" fmla="*/ 500444 w 3114960"/>
              <a:gd name="connsiteY15300" fmla="*/ 4510469 h 5143785"/>
              <a:gd name="connsiteX15301" fmla="*/ 534638 w 3114960"/>
              <a:gd name="connsiteY15301" fmla="*/ 4482465 h 5143785"/>
              <a:gd name="connsiteX15302" fmla="*/ 655034 w 3114960"/>
              <a:gd name="connsiteY15302" fmla="*/ 4482465 h 5143785"/>
              <a:gd name="connsiteX15303" fmla="*/ 676370 w 3114960"/>
              <a:gd name="connsiteY15303" fmla="*/ 4501706 h 5143785"/>
              <a:gd name="connsiteX15304" fmla="*/ 697135 w 3114960"/>
              <a:gd name="connsiteY15304" fmla="*/ 4501706 h 5143785"/>
              <a:gd name="connsiteX15305" fmla="*/ 715042 w 3114960"/>
              <a:gd name="connsiteY15305" fmla="*/ 4515327 h 5143785"/>
              <a:gd name="connsiteX15306" fmla="*/ 715042 w 3114960"/>
              <a:gd name="connsiteY15306" fmla="*/ 4515327 h 5143785"/>
              <a:gd name="connsiteX15307" fmla="*/ 728282 w 3114960"/>
              <a:gd name="connsiteY15307" fmla="*/ 4509897 h 5143785"/>
              <a:gd name="connsiteX15308" fmla="*/ 732758 w 3114960"/>
              <a:gd name="connsiteY15308" fmla="*/ 4502563 h 5143785"/>
              <a:gd name="connsiteX15309" fmla="*/ 767239 w 3114960"/>
              <a:gd name="connsiteY15309" fmla="*/ 4502754 h 5143785"/>
              <a:gd name="connsiteX15310" fmla="*/ 769811 w 3114960"/>
              <a:gd name="connsiteY15310" fmla="*/ 4501706 h 5143785"/>
              <a:gd name="connsiteX15311" fmla="*/ 770858 w 3114960"/>
              <a:gd name="connsiteY15311" fmla="*/ 4499134 h 5143785"/>
              <a:gd name="connsiteX15312" fmla="*/ 770858 w 3114960"/>
              <a:gd name="connsiteY15312" fmla="*/ 4468463 h 5143785"/>
              <a:gd name="connsiteX15313" fmla="*/ 783717 w 3114960"/>
              <a:gd name="connsiteY15313" fmla="*/ 4468463 h 5143785"/>
              <a:gd name="connsiteX15314" fmla="*/ 783717 w 3114960"/>
              <a:gd name="connsiteY15314" fmla="*/ 4514088 h 5143785"/>
              <a:gd name="connsiteX15315" fmla="*/ 787241 w 3114960"/>
              <a:gd name="connsiteY15315" fmla="*/ 4517708 h 5143785"/>
              <a:gd name="connsiteX15316" fmla="*/ 812006 w 3114960"/>
              <a:gd name="connsiteY15316" fmla="*/ 4517708 h 5143785"/>
              <a:gd name="connsiteX15317" fmla="*/ 814578 w 3114960"/>
              <a:gd name="connsiteY15317" fmla="*/ 4516755 h 5143785"/>
              <a:gd name="connsiteX15318" fmla="*/ 815626 w 3114960"/>
              <a:gd name="connsiteY15318" fmla="*/ 4514184 h 5143785"/>
              <a:gd name="connsiteX15319" fmla="*/ 815245 w 3114960"/>
              <a:gd name="connsiteY15319" fmla="*/ 4456843 h 5143785"/>
              <a:gd name="connsiteX15320" fmla="*/ 830294 w 3114960"/>
              <a:gd name="connsiteY15320" fmla="*/ 4456843 h 5143785"/>
              <a:gd name="connsiteX15321" fmla="*/ 830294 w 3114960"/>
              <a:gd name="connsiteY15321" fmla="*/ 4514279 h 5143785"/>
              <a:gd name="connsiteX15322" fmla="*/ 833819 w 3114960"/>
              <a:gd name="connsiteY15322" fmla="*/ 4517898 h 5143785"/>
              <a:gd name="connsiteX15323" fmla="*/ 858202 w 3114960"/>
              <a:gd name="connsiteY15323" fmla="*/ 4517898 h 5143785"/>
              <a:gd name="connsiteX15324" fmla="*/ 860774 w 3114960"/>
              <a:gd name="connsiteY15324" fmla="*/ 4516946 h 5143785"/>
              <a:gd name="connsiteX15325" fmla="*/ 861822 w 3114960"/>
              <a:gd name="connsiteY15325" fmla="*/ 4514374 h 5143785"/>
              <a:gd name="connsiteX15326" fmla="*/ 861822 w 3114960"/>
              <a:gd name="connsiteY15326" fmla="*/ 4446556 h 5143785"/>
              <a:gd name="connsiteX15327" fmla="*/ 876872 w 3114960"/>
              <a:gd name="connsiteY15327" fmla="*/ 4446556 h 5143785"/>
              <a:gd name="connsiteX15328" fmla="*/ 876681 w 3114960"/>
              <a:gd name="connsiteY15328" fmla="*/ 4514374 h 5143785"/>
              <a:gd name="connsiteX15329" fmla="*/ 880205 w 3114960"/>
              <a:gd name="connsiteY15329" fmla="*/ 4517994 h 5143785"/>
              <a:gd name="connsiteX15330" fmla="*/ 903827 w 3114960"/>
              <a:gd name="connsiteY15330" fmla="*/ 4517994 h 5143785"/>
              <a:gd name="connsiteX15331" fmla="*/ 906399 w 3114960"/>
              <a:gd name="connsiteY15331" fmla="*/ 4517041 h 5143785"/>
              <a:gd name="connsiteX15332" fmla="*/ 907447 w 3114960"/>
              <a:gd name="connsiteY15332" fmla="*/ 4514469 h 5143785"/>
              <a:gd name="connsiteX15333" fmla="*/ 906875 w 3114960"/>
              <a:gd name="connsiteY15333" fmla="*/ 4437984 h 5143785"/>
              <a:gd name="connsiteX15334" fmla="*/ 925068 w 3114960"/>
              <a:gd name="connsiteY15334" fmla="*/ 4437984 h 5143785"/>
              <a:gd name="connsiteX15335" fmla="*/ 925354 w 3114960"/>
              <a:gd name="connsiteY15335" fmla="*/ 4476179 h 5143785"/>
              <a:gd name="connsiteX15336" fmla="*/ 928878 w 3114960"/>
              <a:gd name="connsiteY15336" fmla="*/ 4479703 h 5143785"/>
              <a:gd name="connsiteX15337" fmla="*/ 954596 w 3114960"/>
              <a:gd name="connsiteY15337" fmla="*/ 4479703 h 5143785"/>
              <a:gd name="connsiteX15338" fmla="*/ 984695 w 3114960"/>
              <a:gd name="connsiteY15338" fmla="*/ 4509230 h 5143785"/>
              <a:gd name="connsiteX15339" fmla="*/ 984695 w 3114960"/>
              <a:gd name="connsiteY15339" fmla="*/ 4576001 h 5143785"/>
              <a:gd name="connsiteX15340" fmla="*/ 1017079 w 3114960"/>
              <a:gd name="connsiteY15340" fmla="*/ 4612862 h 5143785"/>
              <a:gd name="connsiteX15341" fmla="*/ 1054989 w 3114960"/>
              <a:gd name="connsiteY15341" fmla="*/ 4612672 h 5143785"/>
              <a:gd name="connsiteX15342" fmla="*/ 1054989 w 3114960"/>
              <a:gd name="connsiteY15342" fmla="*/ 4620197 h 5143785"/>
              <a:gd name="connsiteX15343" fmla="*/ 1057370 w 3114960"/>
              <a:gd name="connsiteY15343" fmla="*/ 4622578 h 5143785"/>
              <a:gd name="connsiteX15344" fmla="*/ 1065371 w 3114960"/>
              <a:gd name="connsiteY15344" fmla="*/ 4622578 h 5143785"/>
              <a:gd name="connsiteX15345" fmla="*/ 1067753 w 3114960"/>
              <a:gd name="connsiteY15345" fmla="*/ 4620197 h 5143785"/>
              <a:gd name="connsiteX15346" fmla="*/ 1067753 w 3114960"/>
              <a:gd name="connsiteY15346" fmla="*/ 4613434 h 5143785"/>
              <a:gd name="connsiteX15347" fmla="*/ 1112330 w 3114960"/>
              <a:gd name="connsiteY15347" fmla="*/ 4613434 h 5143785"/>
              <a:gd name="connsiteX15348" fmla="*/ 1123093 w 3114960"/>
              <a:gd name="connsiteY15348" fmla="*/ 4602671 h 5143785"/>
              <a:gd name="connsiteX15349" fmla="*/ 1112330 w 3114960"/>
              <a:gd name="connsiteY15349" fmla="*/ 4591907 h 5143785"/>
              <a:gd name="connsiteX15350" fmla="*/ 1074325 w 3114960"/>
              <a:gd name="connsiteY15350" fmla="*/ 4591907 h 5143785"/>
              <a:gd name="connsiteX15351" fmla="*/ 1068324 w 3114960"/>
              <a:gd name="connsiteY15351" fmla="*/ 4585907 h 5143785"/>
              <a:gd name="connsiteX15352" fmla="*/ 1074325 w 3114960"/>
              <a:gd name="connsiteY15352" fmla="*/ 4579906 h 5143785"/>
              <a:gd name="connsiteX15353" fmla="*/ 1112330 w 3114960"/>
              <a:gd name="connsiteY15353" fmla="*/ 4579906 h 5143785"/>
              <a:gd name="connsiteX15354" fmla="*/ 1123093 w 3114960"/>
              <a:gd name="connsiteY15354" fmla="*/ 4569143 h 5143785"/>
              <a:gd name="connsiteX15355" fmla="*/ 1112330 w 3114960"/>
              <a:gd name="connsiteY15355" fmla="*/ 4558379 h 5143785"/>
              <a:gd name="connsiteX15356" fmla="*/ 1074325 w 3114960"/>
              <a:gd name="connsiteY15356" fmla="*/ 4558379 h 5143785"/>
              <a:gd name="connsiteX15357" fmla="*/ 1068324 w 3114960"/>
              <a:gd name="connsiteY15357" fmla="*/ 4552379 h 5143785"/>
              <a:gd name="connsiteX15358" fmla="*/ 1074325 w 3114960"/>
              <a:gd name="connsiteY15358" fmla="*/ 4546378 h 5143785"/>
              <a:gd name="connsiteX15359" fmla="*/ 1116806 w 3114960"/>
              <a:gd name="connsiteY15359" fmla="*/ 4546378 h 5143785"/>
              <a:gd name="connsiteX15360" fmla="*/ 1116806 w 3114960"/>
              <a:gd name="connsiteY15360" fmla="*/ 4553141 h 5143785"/>
              <a:gd name="connsiteX15361" fmla="*/ 1119188 w 3114960"/>
              <a:gd name="connsiteY15361" fmla="*/ 4555522 h 5143785"/>
              <a:gd name="connsiteX15362" fmla="*/ 1127189 w 3114960"/>
              <a:gd name="connsiteY15362" fmla="*/ 4555522 h 5143785"/>
              <a:gd name="connsiteX15363" fmla="*/ 1129570 w 3114960"/>
              <a:gd name="connsiteY15363" fmla="*/ 4553141 h 5143785"/>
              <a:gd name="connsiteX15364" fmla="*/ 1129570 w 3114960"/>
              <a:gd name="connsiteY15364" fmla="*/ 4546378 h 5143785"/>
              <a:gd name="connsiteX15365" fmla="*/ 1137190 w 3114960"/>
              <a:gd name="connsiteY15365" fmla="*/ 4546378 h 5143785"/>
              <a:gd name="connsiteX15366" fmla="*/ 1137190 w 3114960"/>
              <a:gd name="connsiteY15366" fmla="*/ 4553141 h 5143785"/>
              <a:gd name="connsiteX15367" fmla="*/ 1139571 w 3114960"/>
              <a:gd name="connsiteY15367" fmla="*/ 4555522 h 5143785"/>
              <a:gd name="connsiteX15368" fmla="*/ 1147572 w 3114960"/>
              <a:gd name="connsiteY15368" fmla="*/ 4555522 h 5143785"/>
              <a:gd name="connsiteX15369" fmla="*/ 1149953 w 3114960"/>
              <a:gd name="connsiteY15369" fmla="*/ 4553141 h 5143785"/>
              <a:gd name="connsiteX15370" fmla="*/ 1149953 w 3114960"/>
              <a:gd name="connsiteY15370" fmla="*/ 4546473 h 5143785"/>
              <a:gd name="connsiteX15371" fmla="*/ 1194530 w 3114960"/>
              <a:gd name="connsiteY15371" fmla="*/ 4546473 h 5143785"/>
              <a:gd name="connsiteX15372" fmla="*/ 1200531 w 3114960"/>
              <a:gd name="connsiteY15372" fmla="*/ 4552474 h 5143785"/>
              <a:gd name="connsiteX15373" fmla="*/ 1194530 w 3114960"/>
              <a:gd name="connsiteY15373" fmla="*/ 4558475 h 5143785"/>
              <a:gd name="connsiteX15374" fmla="*/ 1156526 w 3114960"/>
              <a:gd name="connsiteY15374" fmla="*/ 4558475 h 5143785"/>
              <a:gd name="connsiteX15375" fmla="*/ 1145762 w 3114960"/>
              <a:gd name="connsiteY15375" fmla="*/ 4569238 h 5143785"/>
              <a:gd name="connsiteX15376" fmla="*/ 1156526 w 3114960"/>
              <a:gd name="connsiteY15376" fmla="*/ 4580001 h 5143785"/>
              <a:gd name="connsiteX15377" fmla="*/ 1194530 w 3114960"/>
              <a:gd name="connsiteY15377" fmla="*/ 4580001 h 5143785"/>
              <a:gd name="connsiteX15378" fmla="*/ 1200531 w 3114960"/>
              <a:gd name="connsiteY15378" fmla="*/ 4586002 h 5143785"/>
              <a:gd name="connsiteX15379" fmla="*/ 1194530 w 3114960"/>
              <a:gd name="connsiteY15379" fmla="*/ 4592003 h 5143785"/>
              <a:gd name="connsiteX15380" fmla="*/ 1156526 w 3114960"/>
              <a:gd name="connsiteY15380" fmla="*/ 4592003 h 5143785"/>
              <a:gd name="connsiteX15381" fmla="*/ 1145762 w 3114960"/>
              <a:gd name="connsiteY15381" fmla="*/ 4602766 h 5143785"/>
              <a:gd name="connsiteX15382" fmla="*/ 1156526 w 3114960"/>
              <a:gd name="connsiteY15382" fmla="*/ 4613529 h 5143785"/>
              <a:gd name="connsiteX15383" fmla="*/ 1199007 w 3114960"/>
              <a:gd name="connsiteY15383" fmla="*/ 4613529 h 5143785"/>
              <a:gd name="connsiteX15384" fmla="*/ 1199007 w 3114960"/>
              <a:gd name="connsiteY15384" fmla="*/ 4620292 h 5143785"/>
              <a:gd name="connsiteX15385" fmla="*/ 1201388 w 3114960"/>
              <a:gd name="connsiteY15385" fmla="*/ 4622673 h 5143785"/>
              <a:gd name="connsiteX15386" fmla="*/ 1209389 w 3114960"/>
              <a:gd name="connsiteY15386" fmla="*/ 4622673 h 5143785"/>
              <a:gd name="connsiteX15387" fmla="*/ 1211771 w 3114960"/>
              <a:gd name="connsiteY15387" fmla="*/ 4620292 h 5143785"/>
              <a:gd name="connsiteX15388" fmla="*/ 1211771 w 3114960"/>
              <a:gd name="connsiteY15388" fmla="*/ 4613910 h 5143785"/>
              <a:gd name="connsiteX15389" fmla="*/ 1300734 w 3114960"/>
              <a:gd name="connsiteY15389" fmla="*/ 4613910 h 5143785"/>
              <a:gd name="connsiteX15390" fmla="*/ 1337882 w 3114960"/>
              <a:gd name="connsiteY15390" fmla="*/ 4656011 h 5143785"/>
              <a:gd name="connsiteX15391" fmla="*/ 1520952 w 3114960"/>
              <a:gd name="connsiteY15391" fmla="*/ 4656011 h 5143785"/>
              <a:gd name="connsiteX15392" fmla="*/ 1539240 w 3114960"/>
              <a:gd name="connsiteY15392" fmla="*/ 4638485 h 5143785"/>
              <a:gd name="connsiteX15393" fmla="*/ 1551623 w 3114960"/>
              <a:gd name="connsiteY15393" fmla="*/ 4638199 h 5143785"/>
              <a:gd name="connsiteX15394" fmla="*/ 1551623 w 3114960"/>
              <a:gd name="connsiteY15394" fmla="*/ 4640104 h 5143785"/>
              <a:gd name="connsiteX15395" fmla="*/ 1558671 w 3114960"/>
              <a:gd name="connsiteY15395" fmla="*/ 4647153 h 5143785"/>
              <a:gd name="connsiteX15396" fmla="*/ 1567720 w 3114960"/>
              <a:gd name="connsiteY15396" fmla="*/ 4647153 h 5143785"/>
              <a:gd name="connsiteX15397" fmla="*/ 1574768 w 3114960"/>
              <a:gd name="connsiteY15397" fmla="*/ 4640104 h 5143785"/>
              <a:gd name="connsiteX15398" fmla="*/ 1574768 w 3114960"/>
              <a:gd name="connsiteY15398" fmla="*/ 4636580 h 5143785"/>
              <a:gd name="connsiteX15399" fmla="*/ 1715548 w 3114960"/>
              <a:gd name="connsiteY15399" fmla="*/ 4637342 h 5143785"/>
              <a:gd name="connsiteX15400" fmla="*/ 1726597 w 3114960"/>
              <a:gd name="connsiteY15400" fmla="*/ 4647248 h 5143785"/>
              <a:gd name="connsiteX15401" fmla="*/ 1726597 w 3114960"/>
              <a:gd name="connsiteY15401" fmla="*/ 4709160 h 5143785"/>
              <a:gd name="connsiteX15402" fmla="*/ 1704118 w 3114960"/>
              <a:gd name="connsiteY15402" fmla="*/ 4709160 h 5143785"/>
              <a:gd name="connsiteX15403" fmla="*/ 1698498 w 3114960"/>
              <a:gd name="connsiteY15403" fmla="*/ 4703921 h 5143785"/>
              <a:gd name="connsiteX15404" fmla="*/ 1698498 w 3114960"/>
              <a:gd name="connsiteY15404" fmla="*/ 4680490 h 5143785"/>
              <a:gd name="connsiteX15405" fmla="*/ 1698117 w 3114960"/>
              <a:gd name="connsiteY15405" fmla="*/ 4679633 h 5143785"/>
              <a:gd name="connsiteX15406" fmla="*/ 1686306 w 3114960"/>
              <a:gd name="connsiteY15406" fmla="*/ 4669060 h 5143785"/>
              <a:gd name="connsiteX15407" fmla="*/ 1685544 w 3114960"/>
              <a:gd name="connsiteY15407" fmla="*/ 4668774 h 5143785"/>
              <a:gd name="connsiteX15408" fmla="*/ 1685544 w 3114960"/>
              <a:gd name="connsiteY15408" fmla="*/ 4668774 h 5143785"/>
              <a:gd name="connsiteX15409" fmla="*/ 1574864 w 3114960"/>
              <a:gd name="connsiteY15409" fmla="*/ 4669536 h 5143785"/>
              <a:gd name="connsiteX15410" fmla="*/ 1574864 w 3114960"/>
              <a:gd name="connsiteY15410" fmla="*/ 4666488 h 5143785"/>
              <a:gd name="connsiteX15411" fmla="*/ 1567815 w 3114960"/>
              <a:gd name="connsiteY15411" fmla="*/ 4659440 h 5143785"/>
              <a:gd name="connsiteX15412" fmla="*/ 1558766 w 3114960"/>
              <a:gd name="connsiteY15412" fmla="*/ 4659440 h 5143785"/>
              <a:gd name="connsiteX15413" fmla="*/ 1551718 w 3114960"/>
              <a:gd name="connsiteY15413" fmla="*/ 4666488 h 5143785"/>
              <a:gd name="connsiteX15414" fmla="*/ 1551718 w 3114960"/>
              <a:gd name="connsiteY15414" fmla="*/ 4668107 h 5143785"/>
              <a:gd name="connsiteX15415" fmla="*/ 1540097 w 3114960"/>
              <a:gd name="connsiteY15415" fmla="*/ 4668107 h 5143785"/>
              <a:gd name="connsiteX15416" fmla="*/ 1521047 w 3114960"/>
              <a:gd name="connsiteY15416" fmla="*/ 4688396 h 5143785"/>
              <a:gd name="connsiteX15417" fmla="*/ 1318165 w 3114960"/>
              <a:gd name="connsiteY15417" fmla="*/ 4687824 h 5143785"/>
              <a:gd name="connsiteX15418" fmla="*/ 1290923 w 3114960"/>
              <a:gd name="connsiteY15418" fmla="*/ 4654868 h 5143785"/>
              <a:gd name="connsiteX15419" fmla="*/ 1293495 w 3114960"/>
              <a:gd name="connsiteY15419" fmla="*/ 4651439 h 5143785"/>
              <a:gd name="connsiteX15420" fmla="*/ 1294067 w 3114960"/>
              <a:gd name="connsiteY15420" fmla="*/ 4641819 h 5143785"/>
              <a:gd name="connsiteX15421" fmla="*/ 1287590 w 3114960"/>
              <a:gd name="connsiteY15421" fmla="*/ 4634579 h 5143785"/>
              <a:gd name="connsiteX15422" fmla="*/ 1277969 w 3114960"/>
              <a:gd name="connsiteY15422" fmla="*/ 4634008 h 5143785"/>
              <a:gd name="connsiteX15423" fmla="*/ 1270254 w 3114960"/>
              <a:gd name="connsiteY15423" fmla="*/ 4650105 h 5143785"/>
              <a:gd name="connsiteX15424" fmla="*/ 1282160 w 3114960"/>
              <a:gd name="connsiteY15424" fmla="*/ 4658582 h 5143785"/>
              <a:gd name="connsiteX15425" fmla="*/ 1286351 w 3114960"/>
              <a:gd name="connsiteY15425" fmla="*/ 4657916 h 5143785"/>
              <a:gd name="connsiteX15426" fmla="*/ 1287018 w 3114960"/>
              <a:gd name="connsiteY15426" fmla="*/ 4657535 h 5143785"/>
              <a:gd name="connsiteX15427" fmla="*/ 1316069 w 3114960"/>
              <a:gd name="connsiteY15427" fmla="*/ 4692587 h 5143785"/>
              <a:gd name="connsiteX15428" fmla="*/ 1522190 w 3114960"/>
              <a:gd name="connsiteY15428" fmla="*/ 4693158 h 5143785"/>
              <a:gd name="connsiteX15429" fmla="*/ 1523238 w 3114960"/>
              <a:gd name="connsiteY15429" fmla="*/ 4693158 h 5143785"/>
              <a:gd name="connsiteX15430" fmla="*/ 1542288 w 3114960"/>
              <a:gd name="connsiteY15430" fmla="*/ 4672870 h 5143785"/>
              <a:gd name="connsiteX15431" fmla="*/ 1551908 w 3114960"/>
              <a:gd name="connsiteY15431" fmla="*/ 4672870 h 5143785"/>
              <a:gd name="connsiteX15432" fmla="*/ 1551908 w 3114960"/>
              <a:gd name="connsiteY15432" fmla="*/ 4675442 h 5143785"/>
              <a:gd name="connsiteX15433" fmla="*/ 1558957 w 3114960"/>
              <a:gd name="connsiteY15433" fmla="*/ 4682490 h 5143785"/>
              <a:gd name="connsiteX15434" fmla="*/ 1568006 w 3114960"/>
              <a:gd name="connsiteY15434" fmla="*/ 4682490 h 5143785"/>
              <a:gd name="connsiteX15435" fmla="*/ 1575054 w 3114960"/>
              <a:gd name="connsiteY15435" fmla="*/ 4675442 h 5143785"/>
              <a:gd name="connsiteX15436" fmla="*/ 1575054 w 3114960"/>
              <a:gd name="connsiteY15436" fmla="*/ 4671822 h 5143785"/>
              <a:gd name="connsiteX15437" fmla="*/ 1685258 w 3114960"/>
              <a:gd name="connsiteY15437" fmla="*/ 4671060 h 5143785"/>
              <a:gd name="connsiteX15438" fmla="*/ 1696307 w 3114960"/>
              <a:gd name="connsiteY15438" fmla="*/ 4680966 h 5143785"/>
              <a:gd name="connsiteX15439" fmla="*/ 1696307 w 3114960"/>
              <a:gd name="connsiteY15439" fmla="*/ 4704303 h 5143785"/>
              <a:gd name="connsiteX15440" fmla="*/ 1696688 w 3114960"/>
              <a:gd name="connsiteY15440" fmla="*/ 4705160 h 5143785"/>
              <a:gd name="connsiteX15441" fmla="*/ 1703070 w 3114960"/>
              <a:gd name="connsiteY15441" fmla="*/ 4711065 h 5143785"/>
              <a:gd name="connsiteX15442" fmla="*/ 1703927 w 3114960"/>
              <a:gd name="connsiteY15442" fmla="*/ 4711351 h 5143785"/>
              <a:gd name="connsiteX15443" fmla="*/ 1726882 w 3114960"/>
              <a:gd name="connsiteY15443" fmla="*/ 4711351 h 5143785"/>
              <a:gd name="connsiteX15444" fmla="*/ 1726882 w 3114960"/>
              <a:gd name="connsiteY15444" fmla="*/ 4745831 h 5143785"/>
              <a:gd name="connsiteX15445" fmla="*/ 1705451 w 3114960"/>
              <a:gd name="connsiteY15445" fmla="*/ 4745831 h 5143785"/>
              <a:gd name="connsiteX15446" fmla="*/ 1699832 w 3114960"/>
              <a:gd name="connsiteY15446" fmla="*/ 4740593 h 5143785"/>
              <a:gd name="connsiteX15447" fmla="*/ 1699832 w 3114960"/>
              <a:gd name="connsiteY15447" fmla="*/ 4717256 h 5143785"/>
              <a:gd name="connsiteX15448" fmla="*/ 1699451 w 3114960"/>
              <a:gd name="connsiteY15448" fmla="*/ 4716399 h 5143785"/>
              <a:gd name="connsiteX15449" fmla="*/ 1687640 w 3114960"/>
              <a:gd name="connsiteY15449" fmla="*/ 4705827 h 5143785"/>
              <a:gd name="connsiteX15450" fmla="*/ 1686878 w 3114960"/>
              <a:gd name="connsiteY15450" fmla="*/ 4705541 h 5143785"/>
              <a:gd name="connsiteX15451" fmla="*/ 1686878 w 3114960"/>
              <a:gd name="connsiteY15451" fmla="*/ 4705541 h 5143785"/>
              <a:gd name="connsiteX15452" fmla="*/ 1575054 w 3114960"/>
              <a:gd name="connsiteY15452" fmla="*/ 4706207 h 5143785"/>
              <a:gd name="connsiteX15453" fmla="*/ 1575054 w 3114960"/>
              <a:gd name="connsiteY15453" fmla="*/ 4701636 h 5143785"/>
              <a:gd name="connsiteX15454" fmla="*/ 1568006 w 3114960"/>
              <a:gd name="connsiteY15454" fmla="*/ 4694587 h 5143785"/>
              <a:gd name="connsiteX15455" fmla="*/ 1558957 w 3114960"/>
              <a:gd name="connsiteY15455" fmla="*/ 4694587 h 5143785"/>
              <a:gd name="connsiteX15456" fmla="*/ 1551908 w 3114960"/>
              <a:gd name="connsiteY15456" fmla="*/ 4701636 h 5143785"/>
              <a:gd name="connsiteX15457" fmla="*/ 1551908 w 3114960"/>
              <a:gd name="connsiteY15457" fmla="*/ 4705255 h 5143785"/>
              <a:gd name="connsiteX15458" fmla="*/ 1532763 w 3114960"/>
              <a:gd name="connsiteY15458" fmla="*/ 4705255 h 5143785"/>
              <a:gd name="connsiteX15459" fmla="*/ 1530382 w 3114960"/>
              <a:gd name="connsiteY15459" fmla="*/ 4707636 h 5143785"/>
              <a:gd name="connsiteX15460" fmla="*/ 1530382 w 3114960"/>
              <a:gd name="connsiteY15460" fmla="*/ 4752213 h 5143785"/>
              <a:gd name="connsiteX15461" fmla="*/ 1517428 w 3114960"/>
              <a:gd name="connsiteY15461" fmla="*/ 4767168 h 5143785"/>
              <a:gd name="connsiteX15462" fmla="*/ 1466469 w 3114960"/>
              <a:gd name="connsiteY15462" fmla="*/ 4767168 h 5143785"/>
              <a:gd name="connsiteX15463" fmla="*/ 1459992 w 3114960"/>
              <a:gd name="connsiteY15463" fmla="*/ 4759452 h 5143785"/>
              <a:gd name="connsiteX15464" fmla="*/ 1446943 w 3114960"/>
              <a:gd name="connsiteY15464" fmla="*/ 4765739 h 5143785"/>
              <a:gd name="connsiteX15465" fmla="*/ 1453229 w 3114960"/>
              <a:gd name="connsiteY15465" fmla="*/ 4778788 h 5143785"/>
              <a:gd name="connsiteX15466" fmla="*/ 1466278 w 3114960"/>
              <a:gd name="connsiteY15466" fmla="*/ 4772502 h 5143785"/>
              <a:gd name="connsiteX15467" fmla="*/ 1466278 w 3114960"/>
              <a:gd name="connsiteY15467" fmla="*/ 4771835 h 5143785"/>
              <a:gd name="connsiteX15468" fmla="*/ 1518380 w 3114960"/>
              <a:gd name="connsiteY15468" fmla="*/ 4771835 h 5143785"/>
              <a:gd name="connsiteX15469" fmla="*/ 1520190 w 3114960"/>
              <a:gd name="connsiteY15469" fmla="*/ 4770978 h 5143785"/>
              <a:gd name="connsiteX15470" fmla="*/ 1534478 w 3114960"/>
              <a:gd name="connsiteY15470" fmla="*/ 4754499 h 5143785"/>
              <a:gd name="connsiteX15471" fmla="*/ 1535049 w 3114960"/>
              <a:gd name="connsiteY15471" fmla="*/ 4752975 h 5143785"/>
              <a:gd name="connsiteX15472" fmla="*/ 1535049 w 3114960"/>
              <a:gd name="connsiteY15472" fmla="*/ 4709922 h 5143785"/>
              <a:gd name="connsiteX15473" fmla="*/ 1551813 w 3114960"/>
              <a:gd name="connsiteY15473" fmla="*/ 4709922 h 5143785"/>
              <a:gd name="connsiteX15474" fmla="*/ 1551813 w 3114960"/>
              <a:gd name="connsiteY15474" fmla="*/ 4710589 h 5143785"/>
              <a:gd name="connsiteX15475" fmla="*/ 1558862 w 3114960"/>
              <a:gd name="connsiteY15475" fmla="*/ 4717637 h 5143785"/>
              <a:gd name="connsiteX15476" fmla="*/ 1567910 w 3114960"/>
              <a:gd name="connsiteY15476" fmla="*/ 4717637 h 5143785"/>
              <a:gd name="connsiteX15477" fmla="*/ 1574959 w 3114960"/>
              <a:gd name="connsiteY15477" fmla="*/ 4710589 h 5143785"/>
              <a:gd name="connsiteX15478" fmla="*/ 1574959 w 3114960"/>
              <a:gd name="connsiteY15478" fmla="*/ 4708494 h 5143785"/>
              <a:gd name="connsiteX15479" fmla="*/ 1686306 w 3114960"/>
              <a:gd name="connsiteY15479" fmla="*/ 4707827 h 5143785"/>
              <a:gd name="connsiteX15480" fmla="*/ 1697355 w 3114960"/>
              <a:gd name="connsiteY15480" fmla="*/ 4717733 h 5143785"/>
              <a:gd name="connsiteX15481" fmla="*/ 1697355 w 3114960"/>
              <a:gd name="connsiteY15481" fmla="*/ 4741069 h 5143785"/>
              <a:gd name="connsiteX15482" fmla="*/ 1697736 w 3114960"/>
              <a:gd name="connsiteY15482" fmla="*/ 4741926 h 5143785"/>
              <a:gd name="connsiteX15483" fmla="*/ 1704118 w 3114960"/>
              <a:gd name="connsiteY15483" fmla="*/ 4747832 h 5143785"/>
              <a:gd name="connsiteX15484" fmla="*/ 1704975 w 3114960"/>
              <a:gd name="connsiteY15484" fmla="*/ 4748118 h 5143785"/>
              <a:gd name="connsiteX15485" fmla="*/ 1726882 w 3114960"/>
              <a:gd name="connsiteY15485" fmla="*/ 4748118 h 5143785"/>
              <a:gd name="connsiteX15486" fmla="*/ 1726882 w 3114960"/>
              <a:gd name="connsiteY15486" fmla="*/ 4808125 h 5143785"/>
              <a:gd name="connsiteX15487" fmla="*/ 1714881 w 3114960"/>
              <a:gd name="connsiteY15487" fmla="*/ 4808125 h 5143785"/>
              <a:gd name="connsiteX15488" fmla="*/ 1708309 w 3114960"/>
              <a:gd name="connsiteY15488" fmla="*/ 4814697 h 5143785"/>
              <a:gd name="connsiteX15489" fmla="*/ 1708309 w 3114960"/>
              <a:gd name="connsiteY15489" fmla="*/ 4819364 h 5143785"/>
              <a:gd name="connsiteX15490" fmla="*/ 1714881 w 3114960"/>
              <a:gd name="connsiteY15490" fmla="*/ 4825937 h 5143785"/>
              <a:gd name="connsiteX15491" fmla="*/ 1725930 w 3114960"/>
              <a:gd name="connsiteY15491" fmla="*/ 4825937 h 5143785"/>
              <a:gd name="connsiteX15492" fmla="*/ 1725930 w 3114960"/>
              <a:gd name="connsiteY15492" fmla="*/ 4952143 h 5143785"/>
              <a:gd name="connsiteX15493" fmla="*/ 1756029 w 3114960"/>
              <a:gd name="connsiteY15493" fmla="*/ 4982909 h 5143785"/>
              <a:gd name="connsiteX15494" fmla="*/ 1755648 w 3114960"/>
              <a:gd name="connsiteY15494" fmla="*/ 5030629 h 5143785"/>
              <a:gd name="connsiteX15495" fmla="*/ 1748409 w 3114960"/>
              <a:gd name="connsiteY15495" fmla="*/ 5035010 h 5143785"/>
              <a:gd name="connsiteX15496" fmla="*/ 1745837 w 3114960"/>
              <a:gd name="connsiteY15496" fmla="*/ 5044345 h 5143785"/>
              <a:gd name="connsiteX15497" fmla="*/ 1750600 w 3114960"/>
              <a:gd name="connsiteY15497" fmla="*/ 5052727 h 5143785"/>
              <a:gd name="connsiteX15498" fmla="*/ 1754886 w 3114960"/>
              <a:gd name="connsiteY15498" fmla="*/ 5054822 h 5143785"/>
              <a:gd name="connsiteX15499" fmla="*/ 1754886 w 3114960"/>
              <a:gd name="connsiteY15499" fmla="*/ 5079969 h 5143785"/>
              <a:gd name="connsiteX15500" fmla="*/ 1745932 w 3114960"/>
              <a:gd name="connsiteY15500" fmla="*/ 5092542 h 5143785"/>
              <a:gd name="connsiteX15501" fmla="*/ 1745932 w 3114960"/>
              <a:gd name="connsiteY15501" fmla="*/ 5143309 h 5143785"/>
              <a:gd name="connsiteX15502" fmla="*/ 1750600 w 3114960"/>
              <a:gd name="connsiteY15502" fmla="*/ 5143309 h 5143785"/>
              <a:gd name="connsiteX15503" fmla="*/ 1750600 w 3114960"/>
              <a:gd name="connsiteY15503" fmla="*/ 5094065 h 5143785"/>
              <a:gd name="connsiteX15504" fmla="*/ 1759649 w 3114960"/>
              <a:gd name="connsiteY15504" fmla="*/ 5081492 h 5143785"/>
              <a:gd name="connsiteX15505" fmla="*/ 1759649 w 3114960"/>
              <a:gd name="connsiteY15505" fmla="*/ 5055299 h 5143785"/>
              <a:gd name="connsiteX15506" fmla="*/ 1759934 w 3114960"/>
              <a:gd name="connsiteY15506" fmla="*/ 5055299 h 5143785"/>
              <a:gd name="connsiteX15507" fmla="*/ 1770888 w 3114960"/>
              <a:gd name="connsiteY15507" fmla="*/ 5041106 h 5143785"/>
              <a:gd name="connsiteX15508" fmla="*/ 1760315 w 3114960"/>
              <a:gd name="connsiteY15508" fmla="*/ 5030438 h 5143785"/>
              <a:gd name="connsiteX15509" fmla="*/ 1760696 w 3114960"/>
              <a:gd name="connsiteY15509" fmla="*/ 4980908 h 5143785"/>
              <a:gd name="connsiteX15510" fmla="*/ 1730693 w 3114960"/>
              <a:gd name="connsiteY15510" fmla="*/ 4950047 h 5143785"/>
              <a:gd name="connsiteX15511" fmla="*/ 1730693 w 3114960"/>
              <a:gd name="connsiteY15511" fmla="*/ 4825746 h 5143785"/>
              <a:gd name="connsiteX15512" fmla="*/ 1741551 w 3114960"/>
              <a:gd name="connsiteY15512" fmla="*/ 4825746 h 5143785"/>
              <a:gd name="connsiteX15513" fmla="*/ 1748123 w 3114960"/>
              <a:gd name="connsiteY15513" fmla="*/ 4819174 h 5143785"/>
              <a:gd name="connsiteX15514" fmla="*/ 1748123 w 3114960"/>
              <a:gd name="connsiteY15514" fmla="*/ 4814507 h 5143785"/>
              <a:gd name="connsiteX15515" fmla="*/ 1741551 w 3114960"/>
              <a:gd name="connsiteY15515" fmla="*/ 4807935 h 5143785"/>
              <a:gd name="connsiteX15516" fmla="*/ 1729169 w 3114960"/>
              <a:gd name="connsiteY15516" fmla="*/ 4807935 h 5143785"/>
              <a:gd name="connsiteX15517" fmla="*/ 1729169 w 3114960"/>
              <a:gd name="connsiteY15517" fmla="*/ 4747927 h 5143785"/>
              <a:gd name="connsiteX15518" fmla="*/ 1771460 w 3114960"/>
              <a:gd name="connsiteY15518" fmla="*/ 4747927 h 5143785"/>
              <a:gd name="connsiteX15519" fmla="*/ 1771460 w 3114960"/>
              <a:gd name="connsiteY15519" fmla="*/ 4796695 h 5143785"/>
              <a:gd name="connsiteX15520" fmla="*/ 1766697 w 3114960"/>
              <a:gd name="connsiteY15520" fmla="*/ 4796695 h 5143785"/>
              <a:gd name="connsiteX15521" fmla="*/ 1760792 w 3114960"/>
              <a:gd name="connsiteY15521" fmla="*/ 4802601 h 5143785"/>
              <a:gd name="connsiteX15522" fmla="*/ 1760792 w 3114960"/>
              <a:gd name="connsiteY15522" fmla="*/ 4818221 h 5143785"/>
              <a:gd name="connsiteX15523" fmla="*/ 1766697 w 3114960"/>
              <a:gd name="connsiteY15523" fmla="*/ 4824127 h 5143785"/>
              <a:gd name="connsiteX15524" fmla="*/ 1772126 w 3114960"/>
              <a:gd name="connsiteY15524" fmla="*/ 4824127 h 5143785"/>
              <a:gd name="connsiteX15525" fmla="*/ 1772126 w 3114960"/>
              <a:gd name="connsiteY15525" fmla="*/ 4941570 h 5143785"/>
              <a:gd name="connsiteX15526" fmla="*/ 1802130 w 3114960"/>
              <a:gd name="connsiteY15526" fmla="*/ 4972432 h 5143785"/>
              <a:gd name="connsiteX15527" fmla="*/ 1801844 w 3114960"/>
              <a:gd name="connsiteY15527" fmla="*/ 5068634 h 5143785"/>
              <a:gd name="connsiteX15528" fmla="*/ 1795177 w 3114960"/>
              <a:gd name="connsiteY15528" fmla="*/ 5072920 h 5143785"/>
              <a:gd name="connsiteX15529" fmla="*/ 1792605 w 3114960"/>
              <a:gd name="connsiteY15529" fmla="*/ 5082254 h 5143785"/>
              <a:gd name="connsiteX15530" fmla="*/ 1805178 w 3114960"/>
              <a:gd name="connsiteY15530" fmla="*/ 5093303 h 5143785"/>
              <a:gd name="connsiteX15531" fmla="*/ 1806797 w 3114960"/>
              <a:gd name="connsiteY15531" fmla="*/ 5093208 h 5143785"/>
              <a:gd name="connsiteX15532" fmla="*/ 1817751 w 3114960"/>
              <a:gd name="connsiteY15532" fmla="*/ 5079111 h 5143785"/>
              <a:gd name="connsiteX15533" fmla="*/ 1817751 w 3114960"/>
              <a:gd name="connsiteY15533" fmla="*/ 5079111 h 5143785"/>
              <a:gd name="connsiteX15534" fmla="*/ 1806702 w 3114960"/>
              <a:gd name="connsiteY15534" fmla="*/ 5068443 h 5143785"/>
              <a:gd name="connsiteX15535" fmla="*/ 1806988 w 3114960"/>
              <a:gd name="connsiteY15535" fmla="*/ 4970622 h 5143785"/>
              <a:gd name="connsiteX15536" fmla="*/ 1776984 w 3114960"/>
              <a:gd name="connsiteY15536" fmla="*/ 4939760 h 5143785"/>
              <a:gd name="connsiteX15537" fmla="*/ 1776984 w 3114960"/>
              <a:gd name="connsiteY15537" fmla="*/ 4824222 h 5143785"/>
              <a:gd name="connsiteX15538" fmla="*/ 1782318 w 3114960"/>
              <a:gd name="connsiteY15538" fmla="*/ 4824222 h 5143785"/>
              <a:gd name="connsiteX15539" fmla="*/ 1788224 w 3114960"/>
              <a:gd name="connsiteY15539" fmla="*/ 4818317 h 5143785"/>
              <a:gd name="connsiteX15540" fmla="*/ 1788224 w 3114960"/>
              <a:gd name="connsiteY15540" fmla="*/ 4802696 h 5143785"/>
              <a:gd name="connsiteX15541" fmla="*/ 1782318 w 3114960"/>
              <a:gd name="connsiteY15541" fmla="*/ 4796790 h 5143785"/>
              <a:gd name="connsiteX15542" fmla="*/ 1778699 w 3114960"/>
              <a:gd name="connsiteY15542" fmla="*/ 4796790 h 5143785"/>
              <a:gd name="connsiteX15543" fmla="*/ 1778699 w 3114960"/>
              <a:gd name="connsiteY15543" fmla="*/ 4748022 h 5143785"/>
              <a:gd name="connsiteX15544" fmla="*/ 1812512 w 3114960"/>
              <a:gd name="connsiteY15544" fmla="*/ 4748022 h 5143785"/>
              <a:gd name="connsiteX15545" fmla="*/ 1820894 w 3114960"/>
              <a:gd name="connsiteY15545" fmla="*/ 4756976 h 5143785"/>
              <a:gd name="connsiteX15546" fmla="*/ 1821085 w 3114960"/>
              <a:gd name="connsiteY15546" fmla="*/ 4808125 h 5143785"/>
              <a:gd name="connsiteX15547" fmla="*/ 1809369 w 3114960"/>
              <a:gd name="connsiteY15547" fmla="*/ 4808125 h 5143785"/>
              <a:gd name="connsiteX15548" fmla="*/ 1802797 w 3114960"/>
              <a:gd name="connsiteY15548" fmla="*/ 4814697 h 5143785"/>
              <a:gd name="connsiteX15549" fmla="*/ 1802797 w 3114960"/>
              <a:gd name="connsiteY15549" fmla="*/ 4819174 h 5143785"/>
              <a:gd name="connsiteX15550" fmla="*/ 1809369 w 3114960"/>
              <a:gd name="connsiteY15550" fmla="*/ 4825746 h 5143785"/>
              <a:gd name="connsiteX15551" fmla="*/ 1820418 w 3114960"/>
              <a:gd name="connsiteY15551" fmla="*/ 4825746 h 5143785"/>
              <a:gd name="connsiteX15552" fmla="*/ 1820418 w 3114960"/>
              <a:gd name="connsiteY15552" fmla="*/ 4938713 h 5143785"/>
              <a:gd name="connsiteX15553" fmla="*/ 1850422 w 3114960"/>
              <a:gd name="connsiteY15553" fmla="*/ 4967288 h 5143785"/>
              <a:gd name="connsiteX15554" fmla="*/ 1850136 w 3114960"/>
              <a:gd name="connsiteY15554" fmla="*/ 5101209 h 5143785"/>
              <a:gd name="connsiteX15555" fmla="*/ 1844993 w 3114960"/>
              <a:gd name="connsiteY15555" fmla="*/ 5101209 h 5143785"/>
              <a:gd name="connsiteX15556" fmla="*/ 1841468 w 3114960"/>
              <a:gd name="connsiteY15556" fmla="*/ 5104733 h 5143785"/>
              <a:gd name="connsiteX15557" fmla="*/ 1841468 w 3114960"/>
              <a:gd name="connsiteY15557" fmla="*/ 5120354 h 5143785"/>
              <a:gd name="connsiteX15558" fmla="*/ 1844993 w 3114960"/>
              <a:gd name="connsiteY15558" fmla="*/ 5123879 h 5143785"/>
              <a:gd name="connsiteX15559" fmla="*/ 1860614 w 3114960"/>
              <a:gd name="connsiteY15559" fmla="*/ 5123879 h 5143785"/>
              <a:gd name="connsiteX15560" fmla="*/ 1864138 w 3114960"/>
              <a:gd name="connsiteY15560" fmla="*/ 5120354 h 5143785"/>
              <a:gd name="connsiteX15561" fmla="*/ 1864138 w 3114960"/>
              <a:gd name="connsiteY15561" fmla="*/ 5104733 h 5143785"/>
              <a:gd name="connsiteX15562" fmla="*/ 1860614 w 3114960"/>
              <a:gd name="connsiteY15562" fmla="*/ 5101209 h 5143785"/>
              <a:gd name="connsiteX15563" fmla="*/ 1854899 w 3114960"/>
              <a:gd name="connsiteY15563" fmla="*/ 5101209 h 5143785"/>
              <a:gd name="connsiteX15564" fmla="*/ 1855184 w 3114960"/>
              <a:gd name="connsiteY15564" fmla="*/ 4966335 h 5143785"/>
              <a:gd name="connsiteX15565" fmla="*/ 1855184 w 3114960"/>
              <a:gd name="connsiteY15565" fmla="*/ 4965288 h 5143785"/>
              <a:gd name="connsiteX15566" fmla="*/ 1825181 w 3114960"/>
              <a:gd name="connsiteY15566" fmla="*/ 4936713 h 5143785"/>
              <a:gd name="connsiteX15567" fmla="*/ 1825181 w 3114960"/>
              <a:gd name="connsiteY15567" fmla="*/ 4825842 h 5143785"/>
              <a:gd name="connsiteX15568" fmla="*/ 1836230 w 3114960"/>
              <a:gd name="connsiteY15568" fmla="*/ 4825842 h 5143785"/>
              <a:gd name="connsiteX15569" fmla="*/ 1842802 w 3114960"/>
              <a:gd name="connsiteY15569" fmla="*/ 4819269 h 5143785"/>
              <a:gd name="connsiteX15570" fmla="*/ 1842802 w 3114960"/>
              <a:gd name="connsiteY15570" fmla="*/ 4814793 h 5143785"/>
              <a:gd name="connsiteX15571" fmla="*/ 1836230 w 3114960"/>
              <a:gd name="connsiteY15571" fmla="*/ 4808220 h 5143785"/>
              <a:gd name="connsiteX15572" fmla="*/ 1823561 w 3114960"/>
              <a:gd name="connsiteY15572" fmla="*/ 4808220 h 5143785"/>
              <a:gd name="connsiteX15573" fmla="*/ 1823371 w 3114960"/>
              <a:gd name="connsiteY15573" fmla="*/ 4756595 h 5143785"/>
              <a:gd name="connsiteX15574" fmla="*/ 1823085 w 3114960"/>
              <a:gd name="connsiteY15574" fmla="*/ 4755737 h 5143785"/>
              <a:gd name="connsiteX15575" fmla="*/ 1813941 w 3114960"/>
              <a:gd name="connsiteY15575" fmla="*/ 4746022 h 5143785"/>
              <a:gd name="connsiteX15576" fmla="*/ 1813084 w 3114960"/>
              <a:gd name="connsiteY15576" fmla="*/ 4745641 h 5143785"/>
              <a:gd name="connsiteX15577" fmla="*/ 1778794 w 3114960"/>
              <a:gd name="connsiteY15577" fmla="*/ 4745641 h 5143785"/>
              <a:gd name="connsiteX15578" fmla="*/ 1778794 w 3114960"/>
              <a:gd name="connsiteY15578" fmla="*/ 4711446 h 5143785"/>
              <a:gd name="connsiteX15579" fmla="*/ 1969484 w 3114960"/>
              <a:gd name="connsiteY15579" fmla="*/ 4711922 h 5143785"/>
              <a:gd name="connsiteX15580" fmla="*/ 2169700 w 3114960"/>
              <a:gd name="connsiteY15580" fmla="*/ 4598004 h 5143785"/>
              <a:gd name="connsiteX15581" fmla="*/ 2174272 w 3114960"/>
              <a:gd name="connsiteY15581" fmla="*/ 4594098 h 5143785"/>
              <a:gd name="connsiteX15582" fmla="*/ 2180273 w 3114960"/>
              <a:gd name="connsiteY15582" fmla="*/ 4594479 h 5143785"/>
              <a:gd name="connsiteX15583" fmla="*/ 2183797 w 3114960"/>
              <a:gd name="connsiteY15583" fmla="*/ 4605052 h 5143785"/>
              <a:gd name="connsiteX15584" fmla="*/ 2179225 w 3114960"/>
              <a:gd name="connsiteY15584" fmla="*/ 4608957 h 5143785"/>
              <a:gd name="connsiteX15585" fmla="*/ 2173224 w 3114960"/>
              <a:gd name="connsiteY15585" fmla="*/ 4608576 h 5143785"/>
              <a:gd name="connsiteX15586" fmla="*/ 2169319 w 3114960"/>
              <a:gd name="connsiteY15586" fmla="*/ 4604004 h 5143785"/>
              <a:gd name="connsiteX15587" fmla="*/ 2169700 w 3114960"/>
              <a:gd name="connsiteY15587" fmla="*/ 4598004 h 5143785"/>
              <a:gd name="connsiteX15588" fmla="*/ 1977962 w 3114960"/>
              <a:gd name="connsiteY15588" fmla="*/ 4703445 h 5143785"/>
              <a:gd name="connsiteX15589" fmla="*/ 1980819 w 3114960"/>
              <a:gd name="connsiteY15589" fmla="*/ 4702874 h 5143785"/>
              <a:gd name="connsiteX15590" fmla="*/ 1988153 w 3114960"/>
              <a:gd name="connsiteY15590" fmla="*/ 4707922 h 5143785"/>
              <a:gd name="connsiteX15591" fmla="*/ 1983677 w 3114960"/>
              <a:gd name="connsiteY15591" fmla="*/ 4718114 h 5143785"/>
              <a:gd name="connsiteX15592" fmla="*/ 1973485 w 3114960"/>
              <a:gd name="connsiteY15592" fmla="*/ 4713637 h 5143785"/>
              <a:gd name="connsiteX15593" fmla="*/ 1977962 w 3114960"/>
              <a:gd name="connsiteY15593" fmla="*/ 4703445 h 5143785"/>
              <a:gd name="connsiteX15594" fmla="*/ 2180082 w 3114960"/>
              <a:gd name="connsiteY15594" fmla="*/ 4546378 h 5143785"/>
              <a:gd name="connsiteX15595" fmla="*/ 2187131 w 3114960"/>
              <a:gd name="connsiteY15595" fmla="*/ 4541996 h 5143785"/>
              <a:gd name="connsiteX15596" fmla="*/ 2190655 w 3114960"/>
              <a:gd name="connsiteY15596" fmla="*/ 4542854 h 5143785"/>
              <a:gd name="connsiteX15597" fmla="*/ 2194560 w 3114960"/>
              <a:gd name="connsiteY15597" fmla="*/ 4547426 h 5143785"/>
              <a:gd name="connsiteX15598" fmla="*/ 2194179 w 3114960"/>
              <a:gd name="connsiteY15598" fmla="*/ 4553427 h 5143785"/>
              <a:gd name="connsiteX15599" fmla="*/ 2189607 w 3114960"/>
              <a:gd name="connsiteY15599" fmla="*/ 4557332 h 5143785"/>
              <a:gd name="connsiteX15600" fmla="*/ 2183606 w 3114960"/>
              <a:gd name="connsiteY15600" fmla="*/ 4556951 h 5143785"/>
              <a:gd name="connsiteX15601" fmla="*/ 2179701 w 3114960"/>
              <a:gd name="connsiteY15601" fmla="*/ 4552379 h 5143785"/>
              <a:gd name="connsiteX15602" fmla="*/ 2180082 w 3114960"/>
              <a:gd name="connsiteY15602" fmla="*/ 4546378 h 5143785"/>
              <a:gd name="connsiteX15603" fmla="*/ 1302925 w 3114960"/>
              <a:gd name="connsiteY15603" fmla="*/ 4233577 h 5143785"/>
              <a:gd name="connsiteX15604" fmla="*/ 1297686 w 3114960"/>
              <a:gd name="connsiteY15604" fmla="*/ 4220718 h 5143785"/>
              <a:gd name="connsiteX15605" fmla="*/ 1303020 w 3114960"/>
              <a:gd name="connsiteY15605" fmla="*/ 4215479 h 5143785"/>
              <a:gd name="connsiteX15606" fmla="*/ 1306735 w 3114960"/>
              <a:gd name="connsiteY15606" fmla="*/ 4214718 h 5143785"/>
              <a:gd name="connsiteX15607" fmla="*/ 1310545 w 3114960"/>
              <a:gd name="connsiteY15607" fmla="*/ 4215479 h 5143785"/>
              <a:gd name="connsiteX15608" fmla="*/ 1315784 w 3114960"/>
              <a:gd name="connsiteY15608" fmla="*/ 4228243 h 5143785"/>
              <a:gd name="connsiteX15609" fmla="*/ 1310450 w 3114960"/>
              <a:gd name="connsiteY15609" fmla="*/ 4233482 h 5143785"/>
              <a:gd name="connsiteX15610" fmla="*/ 1302925 w 3114960"/>
              <a:gd name="connsiteY15610" fmla="*/ 4233482 h 5143785"/>
              <a:gd name="connsiteX15611" fmla="*/ 372713 w 3114960"/>
              <a:gd name="connsiteY15611" fmla="*/ 4530186 h 5143785"/>
              <a:gd name="connsiteX15612" fmla="*/ 364331 w 3114960"/>
              <a:gd name="connsiteY15612" fmla="*/ 4530567 h 5143785"/>
              <a:gd name="connsiteX15613" fmla="*/ 362426 w 3114960"/>
              <a:gd name="connsiteY15613" fmla="*/ 4526471 h 5143785"/>
              <a:gd name="connsiteX15614" fmla="*/ 363950 w 3114960"/>
              <a:gd name="connsiteY15614" fmla="*/ 4522185 h 5143785"/>
              <a:gd name="connsiteX15615" fmla="*/ 368046 w 3114960"/>
              <a:gd name="connsiteY15615" fmla="*/ 4520279 h 5143785"/>
              <a:gd name="connsiteX15616" fmla="*/ 368332 w 3114960"/>
              <a:gd name="connsiteY15616" fmla="*/ 4520279 h 5143785"/>
              <a:gd name="connsiteX15617" fmla="*/ 372332 w 3114960"/>
              <a:gd name="connsiteY15617" fmla="*/ 4521804 h 5143785"/>
              <a:gd name="connsiteX15618" fmla="*/ 374237 w 3114960"/>
              <a:gd name="connsiteY15618" fmla="*/ 4525899 h 5143785"/>
              <a:gd name="connsiteX15619" fmla="*/ 372713 w 3114960"/>
              <a:gd name="connsiteY15619" fmla="*/ 4530186 h 5143785"/>
              <a:gd name="connsiteX15620" fmla="*/ 714756 w 3114960"/>
              <a:gd name="connsiteY15620" fmla="*/ 4505992 h 5143785"/>
              <a:gd name="connsiteX15621" fmla="*/ 714756 w 3114960"/>
              <a:gd name="connsiteY15621" fmla="*/ 4505992 h 5143785"/>
              <a:gd name="connsiteX15622" fmla="*/ 708279 w 3114960"/>
              <a:gd name="connsiteY15622" fmla="*/ 4503230 h 5143785"/>
              <a:gd name="connsiteX15623" fmla="*/ 705612 w 3114960"/>
              <a:gd name="connsiteY15623" fmla="*/ 4496657 h 5143785"/>
              <a:gd name="connsiteX15624" fmla="*/ 714851 w 3114960"/>
              <a:gd name="connsiteY15624" fmla="*/ 4487418 h 5143785"/>
              <a:gd name="connsiteX15625" fmla="*/ 714851 w 3114960"/>
              <a:gd name="connsiteY15625" fmla="*/ 4487418 h 5143785"/>
              <a:gd name="connsiteX15626" fmla="*/ 721424 w 3114960"/>
              <a:gd name="connsiteY15626" fmla="*/ 4490180 h 5143785"/>
              <a:gd name="connsiteX15627" fmla="*/ 724091 w 3114960"/>
              <a:gd name="connsiteY15627" fmla="*/ 4496753 h 5143785"/>
              <a:gd name="connsiteX15628" fmla="*/ 714851 w 3114960"/>
              <a:gd name="connsiteY15628" fmla="*/ 4505992 h 5143785"/>
              <a:gd name="connsiteX15629" fmla="*/ 960787 w 3114960"/>
              <a:gd name="connsiteY15629" fmla="*/ 4474845 h 5143785"/>
              <a:gd name="connsiteX15630" fmla="*/ 988695 w 3114960"/>
              <a:gd name="connsiteY15630" fmla="*/ 4447032 h 5143785"/>
              <a:gd name="connsiteX15631" fmla="*/ 1016508 w 3114960"/>
              <a:gd name="connsiteY15631" fmla="*/ 4474940 h 5143785"/>
              <a:gd name="connsiteX15632" fmla="*/ 988600 w 3114960"/>
              <a:gd name="connsiteY15632" fmla="*/ 4502658 h 5143785"/>
              <a:gd name="connsiteX15633" fmla="*/ 960787 w 3114960"/>
              <a:gd name="connsiteY15633" fmla="*/ 4474750 h 5143785"/>
              <a:gd name="connsiteX15634" fmla="*/ 1062514 w 3114960"/>
              <a:gd name="connsiteY15634" fmla="*/ 4618101 h 5143785"/>
              <a:gd name="connsiteX15635" fmla="*/ 1059275 w 3114960"/>
              <a:gd name="connsiteY15635" fmla="*/ 4618101 h 5143785"/>
              <a:gd name="connsiteX15636" fmla="*/ 1059275 w 3114960"/>
              <a:gd name="connsiteY15636" fmla="*/ 4604671 h 5143785"/>
              <a:gd name="connsiteX15637" fmla="*/ 1062514 w 3114960"/>
              <a:gd name="connsiteY15637" fmla="*/ 4604671 h 5143785"/>
              <a:gd name="connsiteX15638" fmla="*/ 1062514 w 3114960"/>
              <a:gd name="connsiteY15638" fmla="*/ 4618101 h 5143785"/>
              <a:gd name="connsiteX15639" fmla="*/ 1120045 w 3114960"/>
              <a:gd name="connsiteY15639" fmla="*/ 4532948 h 5143785"/>
              <a:gd name="connsiteX15640" fmla="*/ 1118711 w 3114960"/>
              <a:gd name="connsiteY15640" fmla="*/ 4532948 h 5143785"/>
              <a:gd name="connsiteX15641" fmla="*/ 1116330 w 3114960"/>
              <a:gd name="connsiteY15641" fmla="*/ 4535329 h 5143785"/>
              <a:gd name="connsiteX15642" fmla="*/ 1116330 w 3114960"/>
              <a:gd name="connsiteY15642" fmla="*/ 4542092 h 5143785"/>
              <a:gd name="connsiteX15643" fmla="*/ 1073849 w 3114960"/>
              <a:gd name="connsiteY15643" fmla="*/ 4542092 h 5143785"/>
              <a:gd name="connsiteX15644" fmla="*/ 1063085 w 3114960"/>
              <a:gd name="connsiteY15644" fmla="*/ 4552855 h 5143785"/>
              <a:gd name="connsiteX15645" fmla="*/ 1073849 w 3114960"/>
              <a:gd name="connsiteY15645" fmla="*/ 4563618 h 5143785"/>
              <a:gd name="connsiteX15646" fmla="*/ 1111853 w 3114960"/>
              <a:gd name="connsiteY15646" fmla="*/ 4563618 h 5143785"/>
              <a:gd name="connsiteX15647" fmla="*/ 1117854 w 3114960"/>
              <a:gd name="connsiteY15647" fmla="*/ 4569619 h 5143785"/>
              <a:gd name="connsiteX15648" fmla="*/ 1111853 w 3114960"/>
              <a:gd name="connsiteY15648" fmla="*/ 4575620 h 5143785"/>
              <a:gd name="connsiteX15649" fmla="*/ 1073849 w 3114960"/>
              <a:gd name="connsiteY15649" fmla="*/ 4575620 h 5143785"/>
              <a:gd name="connsiteX15650" fmla="*/ 1063085 w 3114960"/>
              <a:gd name="connsiteY15650" fmla="*/ 4586383 h 5143785"/>
              <a:gd name="connsiteX15651" fmla="*/ 1073849 w 3114960"/>
              <a:gd name="connsiteY15651" fmla="*/ 4597146 h 5143785"/>
              <a:gd name="connsiteX15652" fmla="*/ 1111853 w 3114960"/>
              <a:gd name="connsiteY15652" fmla="*/ 4597146 h 5143785"/>
              <a:gd name="connsiteX15653" fmla="*/ 1117854 w 3114960"/>
              <a:gd name="connsiteY15653" fmla="*/ 4603147 h 5143785"/>
              <a:gd name="connsiteX15654" fmla="*/ 1111853 w 3114960"/>
              <a:gd name="connsiteY15654" fmla="*/ 4609148 h 5143785"/>
              <a:gd name="connsiteX15655" fmla="*/ 1067276 w 3114960"/>
              <a:gd name="connsiteY15655" fmla="*/ 4609148 h 5143785"/>
              <a:gd name="connsiteX15656" fmla="*/ 1067276 w 3114960"/>
              <a:gd name="connsiteY15656" fmla="*/ 4602480 h 5143785"/>
              <a:gd name="connsiteX15657" fmla="*/ 1064895 w 3114960"/>
              <a:gd name="connsiteY15657" fmla="*/ 4600099 h 5143785"/>
              <a:gd name="connsiteX15658" fmla="*/ 1056894 w 3114960"/>
              <a:gd name="connsiteY15658" fmla="*/ 4600099 h 5143785"/>
              <a:gd name="connsiteX15659" fmla="*/ 1054513 w 3114960"/>
              <a:gd name="connsiteY15659" fmla="*/ 4602480 h 5143785"/>
              <a:gd name="connsiteX15660" fmla="*/ 1054513 w 3114960"/>
              <a:gd name="connsiteY15660" fmla="*/ 4608386 h 5143785"/>
              <a:gd name="connsiteX15661" fmla="*/ 1018794 w 3114960"/>
              <a:gd name="connsiteY15661" fmla="*/ 4608576 h 5143785"/>
              <a:gd name="connsiteX15662" fmla="*/ 989076 w 3114960"/>
              <a:gd name="connsiteY15662" fmla="*/ 4574667 h 5143785"/>
              <a:gd name="connsiteX15663" fmla="*/ 989076 w 3114960"/>
              <a:gd name="connsiteY15663" fmla="*/ 4510088 h 5143785"/>
              <a:gd name="connsiteX15664" fmla="*/ 1023176 w 3114960"/>
              <a:gd name="connsiteY15664" fmla="*/ 4479703 h 5143785"/>
              <a:gd name="connsiteX15665" fmla="*/ 1102043 w 3114960"/>
              <a:gd name="connsiteY15665" fmla="*/ 4479989 h 5143785"/>
              <a:gd name="connsiteX15666" fmla="*/ 1120045 w 3114960"/>
              <a:gd name="connsiteY15666" fmla="*/ 4497134 h 5143785"/>
              <a:gd name="connsiteX15667" fmla="*/ 1120045 w 3114960"/>
              <a:gd name="connsiteY15667" fmla="*/ 4533138 h 5143785"/>
              <a:gd name="connsiteX15668" fmla="*/ 1124236 w 3114960"/>
              <a:gd name="connsiteY15668" fmla="*/ 4551140 h 5143785"/>
              <a:gd name="connsiteX15669" fmla="*/ 1120997 w 3114960"/>
              <a:gd name="connsiteY15669" fmla="*/ 4551140 h 5143785"/>
              <a:gd name="connsiteX15670" fmla="*/ 1120997 w 3114960"/>
              <a:gd name="connsiteY15670" fmla="*/ 4537710 h 5143785"/>
              <a:gd name="connsiteX15671" fmla="*/ 1124236 w 3114960"/>
              <a:gd name="connsiteY15671" fmla="*/ 4537710 h 5143785"/>
              <a:gd name="connsiteX15672" fmla="*/ 1124236 w 3114960"/>
              <a:gd name="connsiteY15672" fmla="*/ 4551140 h 5143785"/>
              <a:gd name="connsiteX15673" fmla="*/ 1144619 w 3114960"/>
              <a:gd name="connsiteY15673" fmla="*/ 4551140 h 5143785"/>
              <a:gd name="connsiteX15674" fmla="*/ 1141381 w 3114960"/>
              <a:gd name="connsiteY15674" fmla="*/ 4551140 h 5143785"/>
              <a:gd name="connsiteX15675" fmla="*/ 1141381 w 3114960"/>
              <a:gd name="connsiteY15675" fmla="*/ 4537615 h 5143785"/>
              <a:gd name="connsiteX15676" fmla="*/ 1144619 w 3114960"/>
              <a:gd name="connsiteY15676" fmla="*/ 4537615 h 5143785"/>
              <a:gd name="connsiteX15677" fmla="*/ 1144619 w 3114960"/>
              <a:gd name="connsiteY15677" fmla="*/ 4551140 h 5143785"/>
              <a:gd name="connsiteX15678" fmla="*/ 1206341 w 3114960"/>
              <a:gd name="connsiteY15678" fmla="*/ 4618101 h 5143785"/>
              <a:gd name="connsiteX15679" fmla="*/ 1203103 w 3114960"/>
              <a:gd name="connsiteY15679" fmla="*/ 4618101 h 5143785"/>
              <a:gd name="connsiteX15680" fmla="*/ 1203103 w 3114960"/>
              <a:gd name="connsiteY15680" fmla="*/ 4604576 h 5143785"/>
              <a:gd name="connsiteX15681" fmla="*/ 1206341 w 3114960"/>
              <a:gd name="connsiteY15681" fmla="*/ 4604576 h 5143785"/>
              <a:gd name="connsiteX15682" fmla="*/ 1206341 w 3114960"/>
              <a:gd name="connsiteY15682" fmla="*/ 4618101 h 5143785"/>
              <a:gd name="connsiteX15683" fmla="*/ 1569244 w 3114960"/>
              <a:gd name="connsiteY15683" fmla="*/ 4640199 h 5143785"/>
              <a:gd name="connsiteX15684" fmla="*/ 1566958 w 3114960"/>
              <a:gd name="connsiteY15684" fmla="*/ 4642485 h 5143785"/>
              <a:gd name="connsiteX15685" fmla="*/ 1557909 w 3114960"/>
              <a:gd name="connsiteY15685" fmla="*/ 4642485 h 5143785"/>
              <a:gd name="connsiteX15686" fmla="*/ 1555623 w 3114960"/>
              <a:gd name="connsiteY15686" fmla="*/ 4640199 h 5143785"/>
              <a:gd name="connsiteX15687" fmla="*/ 1555623 w 3114960"/>
              <a:gd name="connsiteY15687" fmla="*/ 4631151 h 5143785"/>
              <a:gd name="connsiteX15688" fmla="*/ 1557909 w 3114960"/>
              <a:gd name="connsiteY15688" fmla="*/ 4628864 h 5143785"/>
              <a:gd name="connsiteX15689" fmla="*/ 1566958 w 3114960"/>
              <a:gd name="connsiteY15689" fmla="*/ 4628864 h 5143785"/>
              <a:gd name="connsiteX15690" fmla="*/ 1569244 w 3114960"/>
              <a:gd name="connsiteY15690" fmla="*/ 4631151 h 5143785"/>
              <a:gd name="connsiteX15691" fmla="*/ 1569244 w 3114960"/>
              <a:gd name="connsiteY15691" fmla="*/ 4640199 h 5143785"/>
              <a:gd name="connsiteX15692" fmla="*/ 1288542 w 3114960"/>
              <a:gd name="connsiteY15692" fmla="*/ 4649438 h 5143785"/>
              <a:gd name="connsiteX15693" fmla="*/ 1284065 w 3114960"/>
              <a:gd name="connsiteY15693" fmla="*/ 4653439 h 5143785"/>
              <a:gd name="connsiteX15694" fmla="*/ 1274064 w 3114960"/>
              <a:gd name="connsiteY15694" fmla="*/ 4648581 h 5143785"/>
              <a:gd name="connsiteX15695" fmla="*/ 1278922 w 3114960"/>
              <a:gd name="connsiteY15695" fmla="*/ 4638580 h 5143785"/>
              <a:gd name="connsiteX15696" fmla="*/ 1281494 w 3114960"/>
              <a:gd name="connsiteY15696" fmla="*/ 4638104 h 5143785"/>
              <a:gd name="connsiteX15697" fmla="*/ 1288923 w 3114960"/>
              <a:gd name="connsiteY15697" fmla="*/ 4643343 h 5143785"/>
              <a:gd name="connsiteX15698" fmla="*/ 1288542 w 3114960"/>
              <a:gd name="connsiteY15698" fmla="*/ 4649343 h 5143785"/>
              <a:gd name="connsiteX15699" fmla="*/ 1569244 w 3114960"/>
              <a:gd name="connsiteY15699" fmla="*/ 4675537 h 5143785"/>
              <a:gd name="connsiteX15700" fmla="*/ 1566958 w 3114960"/>
              <a:gd name="connsiteY15700" fmla="*/ 4677823 h 5143785"/>
              <a:gd name="connsiteX15701" fmla="*/ 1557909 w 3114960"/>
              <a:gd name="connsiteY15701" fmla="*/ 4677823 h 5143785"/>
              <a:gd name="connsiteX15702" fmla="*/ 1555623 w 3114960"/>
              <a:gd name="connsiteY15702" fmla="*/ 4675537 h 5143785"/>
              <a:gd name="connsiteX15703" fmla="*/ 1555623 w 3114960"/>
              <a:gd name="connsiteY15703" fmla="*/ 4666488 h 5143785"/>
              <a:gd name="connsiteX15704" fmla="*/ 1557909 w 3114960"/>
              <a:gd name="connsiteY15704" fmla="*/ 4664202 h 5143785"/>
              <a:gd name="connsiteX15705" fmla="*/ 1566958 w 3114960"/>
              <a:gd name="connsiteY15705" fmla="*/ 4664202 h 5143785"/>
              <a:gd name="connsiteX15706" fmla="*/ 1569244 w 3114960"/>
              <a:gd name="connsiteY15706" fmla="*/ 4666488 h 5143785"/>
              <a:gd name="connsiteX15707" fmla="*/ 1569244 w 3114960"/>
              <a:gd name="connsiteY15707" fmla="*/ 4675537 h 5143785"/>
              <a:gd name="connsiteX15708" fmla="*/ 1569244 w 3114960"/>
              <a:gd name="connsiteY15708" fmla="*/ 4710779 h 5143785"/>
              <a:gd name="connsiteX15709" fmla="*/ 1566958 w 3114960"/>
              <a:gd name="connsiteY15709" fmla="*/ 4713065 h 5143785"/>
              <a:gd name="connsiteX15710" fmla="*/ 1557909 w 3114960"/>
              <a:gd name="connsiteY15710" fmla="*/ 4713065 h 5143785"/>
              <a:gd name="connsiteX15711" fmla="*/ 1555623 w 3114960"/>
              <a:gd name="connsiteY15711" fmla="*/ 4710779 h 5143785"/>
              <a:gd name="connsiteX15712" fmla="*/ 1555623 w 3114960"/>
              <a:gd name="connsiteY15712" fmla="*/ 4701731 h 5143785"/>
              <a:gd name="connsiteX15713" fmla="*/ 1557909 w 3114960"/>
              <a:gd name="connsiteY15713" fmla="*/ 4699445 h 5143785"/>
              <a:gd name="connsiteX15714" fmla="*/ 1566958 w 3114960"/>
              <a:gd name="connsiteY15714" fmla="*/ 4699445 h 5143785"/>
              <a:gd name="connsiteX15715" fmla="*/ 1569244 w 3114960"/>
              <a:gd name="connsiteY15715" fmla="*/ 4701731 h 5143785"/>
              <a:gd name="connsiteX15716" fmla="*/ 1569244 w 3114960"/>
              <a:gd name="connsiteY15716" fmla="*/ 4710779 h 5143785"/>
              <a:gd name="connsiteX15717" fmla="*/ 1757458 w 3114960"/>
              <a:gd name="connsiteY15717" fmla="*/ 5035106 h 5143785"/>
              <a:gd name="connsiteX15718" fmla="*/ 1765268 w 3114960"/>
              <a:gd name="connsiteY15718" fmla="*/ 5041964 h 5143785"/>
              <a:gd name="connsiteX15719" fmla="*/ 1758410 w 3114960"/>
              <a:gd name="connsiteY15719" fmla="*/ 5050727 h 5143785"/>
              <a:gd name="connsiteX15720" fmla="*/ 1752600 w 3114960"/>
              <a:gd name="connsiteY15720" fmla="*/ 5049108 h 5143785"/>
              <a:gd name="connsiteX15721" fmla="*/ 1749647 w 3114960"/>
              <a:gd name="connsiteY15721" fmla="*/ 5043869 h 5143785"/>
              <a:gd name="connsiteX15722" fmla="*/ 1751267 w 3114960"/>
              <a:gd name="connsiteY15722" fmla="*/ 5038058 h 5143785"/>
              <a:gd name="connsiteX15723" fmla="*/ 1756505 w 3114960"/>
              <a:gd name="connsiteY15723" fmla="*/ 5035106 h 5143785"/>
              <a:gd name="connsiteX15724" fmla="*/ 1757458 w 3114960"/>
              <a:gd name="connsiteY15724" fmla="*/ 5035106 h 5143785"/>
              <a:gd name="connsiteX15725" fmla="*/ 1804226 w 3114960"/>
              <a:gd name="connsiteY15725" fmla="*/ 5073206 h 5143785"/>
              <a:gd name="connsiteX15726" fmla="*/ 1812036 w 3114960"/>
              <a:gd name="connsiteY15726" fmla="*/ 5080064 h 5143785"/>
              <a:gd name="connsiteX15727" fmla="*/ 1805178 w 3114960"/>
              <a:gd name="connsiteY15727" fmla="*/ 5088827 h 5143785"/>
              <a:gd name="connsiteX15728" fmla="*/ 1796320 w 3114960"/>
              <a:gd name="connsiteY15728" fmla="*/ 5082064 h 5143785"/>
              <a:gd name="connsiteX15729" fmla="*/ 1797939 w 3114960"/>
              <a:gd name="connsiteY15729" fmla="*/ 5076254 h 5143785"/>
              <a:gd name="connsiteX15730" fmla="*/ 1803178 w 3114960"/>
              <a:gd name="connsiteY15730" fmla="*/ 5073301 h 5143785"/>
              <a:gd name="connsiteX15731" fmla="*/ 1804130 w 3114960"/>
              <a:gd name="connsiteY15731" fmla="*/ 5073301 h 5143785"/>
              <a:gd name="connsiteX15732" fmla="*/ 1742503 w 3114960"/>
              <a:gd name="connsiteY15732" fmla="*/ 4819650 h 5143785"/>
              <a:gd name="connsiteX15733" fmla="*/ 1740694 w 3114960"/>
              <a:gd name="connsiteY15733" fmla="*/ 4821460 h 5143785"/>
              <a:gd name="connsiteX15734" fmla="*/ 1713833 w 3114960"/>
              <a:gd name="connsiteY15734" fmla="*/ 4821460 h 5143785"/>
              <a:gd name="connsiteX15735" fmla="*/ 1712024 w 3114960"/>
              <a:gd name="connsiteY15735" fmla="*/ 4819650 h 5143785"/>
              <a:gd name="connsiteX15736" fmla="*/ 1712024 w 3114960"/>
              <a:gd name="connsiteY15736" fmla="*/ 4818888 h 5143785"/>
              <a:gd name="connsiteX15737" fmla="*/ 1742408 w 3114960"/>
              <a:gd name="connsiteY15737" fmla="*/ 4818888 h 5143785"/>
              <a:gd name="connsiteX15738" fmla="*/ 1742408 w 3114960"/>
              <a:gd name="connsiteY15738" fmla="*/ 4819650 h 5143785"/>
              <a:gd name="connsiteX15739" fmla="*/ 1740694 w 3114960"/>
              <a:gd name="connsiteY15739" fmla="*/ 4813173 h 5143785"/>
              <a:gd name="connsiteX15740" fmla="*/ 1742503 w 3114960"/>
              <a:gd name="connsiteY15740" fmla="*/ 4814983 h 5143785"/>
              <a:gd name="connsiteX15741" fmla="*/ 1742503 w 3114960"/>
              <a:gd name="connsiteY15741" fmla="*/ 4815459 h 5143785"/>
              <a:gd name="connsiteX15742" fmla="*/ 1712119 w 3114960"/>
              <a:gd name="connsiteY15742" fmla="*/ 4815459 h 5143785"/>
              <a:gd name="connsiteX15743" fmla="*/ 1712119 w 3114960"/>
              <a:gd name="connsiteY15743" fmla="*/ 4814983 h 5143785"/>
              <a:gd name="connsiteX15744" fmla="*/ 1713928 w 3114960"/>
              <a:gd name="connsiteY15744" fmla="*/ 4813173 h 5143785"/>
              <a:gd name="connsiteX15745" fmla="*/ 1740789 w 3114960"/>
              <a:gd name="connsiteY15745" fmla="*/ 4813173 h 5143785"/>
              <a:gd name="connsiteX15746" fmla="*/ 1728311 w 3114960"/>
              <a:gd name="connsiteY15746" fmla="*/ 4746022 h 5143785"/>
              <a:gd name="connsiteX15747" fmla="*/ 1728311 w 3114960"/>
              <a:gd name="connsiteY15747" fmla="*/ 4711637 h 5143785"/>
              <a:gd name="connsiteX15748" fmla="*/ 1770698 w 3114960"/>
              <a:gd name="connsiteY15748" fmla="*/ 4711732 h 5143785"/>
              <a:gd name="connsiteX15749" fmla="*/ 1770698 w 3114960"/>
              <a:gd name="connsiteY15749" fmla="*/ 4746022 h 5143785"/>
              <a:gd name="connsiteX15750" fmla="*/ 1728311 w 3114960"/>
              <a:gd name="connsiteY15750" fmla="*/ 4746022 h 5143785"/>
              <a:gd name="connsiteX15751" fmla="*/ 1781461 w 3114960"/>
              <a:gd name="connsiteY15751" fmla="*/ 4801934 h 5143785"/>
              <a:gd name="connsiteX15752" fmla="*/ 1782604 w 3114960"/>
              <a:gd name="connsiteY15752" fmla="*/ 4803077 h 5143785"/>
              <a:gd name="connsiteX15753" fmla="*/ 1782604 w 3114960"/>
              <a:gd name="connsiteY15753" fmla="*/ 4818698 h 5143785"/>
              <a:gd name="connsiteX15754" fmla="*/ 1781461 w 3114960"/>
              <a:gd name="connsiteY15754" fmla="*/ 4819841 h 5143785"/>
              <a:gd name="connsiteX15755" fmla="*/ 1765840 w 3114960"/>
              <a:gd name="connsiteY15755" fmla="*/ 4819841 h 5143785"/>
              <a:gd name="connsiteX15756" fmla="*/ 1764697 w 3114960"/>
              <a:gd name="connsiteY15756" fmla="*/ 4818698 h 5143785"/>
              <a:gd name="connsiteX15757" fmla="*/ 1764697 w 3114960"/>
              <a:gd name="connsiteY15757" fmla="*/ 4803077 h 5143785"/>
              <a:gd name="connsiteX15758" fmla="*/ 1765840 w 3114960"/>
              <a:gd name="connsiteY15758" fmla="*/ 4801934 h 5143785"/>
              <a:gd name="connsiteX15759" fmla="*/ 1781461 w 3114960"/>
              <a:gd name="connsiteY15759" fmla="*/ 4801934 h 5143785"/>
              <a:gd name="connsiteX15760" fmla="*/ 1836992 w 3114960"/>
              <a:gd name="connsiteY15760" fmla="*/ 4819460 h 5143785"/>
              <a:gd name="connsiteX15761" fmla="*/ 1835182 w 3114960"/>
              <a:gd name="connsiteY15761" fmla="*/ 4821270 h 5143785"/>
              <a:gd name="connsiteX15762" fmla="*/ 1808417 w 3114960"/>
              <a:gd name="connsiteY15762" fmla="*/ 4821270 h 5143785"/>
              <a:gd name="connsiteX15763" fmla="*/ 1806607 w 3114960"/>
              <a:gd name="connsiteY15763" fmla="*/ 4819460 h 5143785"/>
              <a:gd name="connsiteX15764" fmla="*/ 1806607 w 3114960"/>
              <a:gd name="connsiteY15764" fmla="*/ 4818793 h 5143785"/>
              <a:gd name="connsiteX15765" fmla="*/ 1836992 w 3114960"/>
              <a:gd name="connsiteY15765" fmla="*/ 4818793 h 5143785"/>
              <a:gd name="connsiteX15766" fmla="*/ 1836992 w 3114960"/>
              <a:gd name="connsiteY15766" fmla="*/ 4819460 h 5143785"/>
              <a:gd name="connsiteX15767" fmla="*/ 1835277 w 3114960"/>
              <a:gd name="connsiteY15767" fmla="*/ 4813269 h 5143785"/>
              <a:gd name="connsiteX15768" fmla="*/ 1837087 w 3114960"/>
              <a:gd name="connsiteY15768" fmla="*/ 4815078 h 5143785"/>
              <a:gd name="connsiteX15769" fmla="*/ 1837087 w 3114960"/>
              <a:gd name="connsiteY15769" fmla="*/ 4815459 h 5143785"/>
              <a:gd name="connsiteX15770" fmla="*/ 1806702 w 3114960"/>
              <a:gd name="connsiteY15770" fmla="*/ 4815459 h 5143785"/>
              <a:gd name="connsiteX15771" fmla="*/ 1806702 w 3114960"/>
              <a:gd name="connsiteY15771" fmla="*/ 4815078 h 5143785"/>
              <a:gd name="connsiteX15772" fmla="*/ 1808512 w 3114960"/>
              <a:gd name="connsiteY15772" fmla="*/ 4813269 h 5143785"/>
              <a:gd name="connsiteX15773" fmla="*/ 1835277 w 3114960"/>
              <a:gd name="connsiteY15773" fmla="*/ 4813269 h 5143785"/>
              <a:gd name="connsiteX15774" fmla="*/ 2936748 w 3114960"/>
              <a:gd name="connsiteY15774" fmla="*/ 5096351 h 5143785"/>
              <a:gd name="connsiteX15775" fmla="*/ 3036284 w 3114960"/>
              <a:gd name="connsiteY15775" fmla="*/ 4970526 h 5143785"/>
              <a:gd name="connsiteX15776" fmla="*/ 3040761 w 3114960"/>
              <a:gd name="connsiteY15776" fmla="*/ 4971479 h 5143785"/>
              <a:gd name="connsiteX15777" fmla="*/ 3046381 w 3114960"/>
              <a:gd name="connsiteY15777" fmla="*/ 4970145 h 5143785"/>
              <a:gd name="connsiteX15778" fmla="*/ 3052001 w 3114960"/>
              <a:gd name="connsiteY15778" fmla="*/ 4953191 h 5143785"/>
              <a:gd name="connsiteX15779" fmla="*/ 3035046 w 3114960"/>
              <a:gd name="connsiteY15779" fmla="*/ 4947571 h 5143785"/>
              <a:gd name="connsiteX15780" fmla="*/ 3028950 w 3114960"/>
              <a:gd name="connsiteY15780" fmla="*/ 4954429 h 5143785"/>
              <a:gd name="connsiteX15781" fmla="*/ 2977705 w 3114960"/>
              <a:gd name="connsiteY15781" fmla="*/ 4954429 h 5143785"/>
              <a:gd name="connsiteX15782" fmla="*/ 2933700 w 3114960"/>
              <a:gd name="connsiteY15782" fmla="*/ 4911757 h 5143785"/>
              <a:gd name="connsiteX15783" fmla="*/ 2933700 w 3114960"/>
              <a:gd name="connsiteY15783" fmla="*/ 4850987 h 5143785"/>
              <a:gd name="connsiteX15784" fmla="*/ 2936938 w 3114960"/>
              <a:gd name="connsiteY15784" fmla="*/ 4849463 h 5143785"/>
              <a:gd name="connsiteX15785" fmla="*/ 2942082 w 3114960"/>
              <a:gd name="connsiteY15785" fmla="*/ 4841653 h 5143785"/>
              <a:gd name="connsiteX15786" fmla="*/ 2940177 w 3114960"/>
              <a:gd name="connsiteY15786" fmla="*/ 4832509 h 5143785"/>
              <a:gd name="connsiteX15787" fmla="*/ 2933510 w 3114960"/>
              <a:gd name="connsiteY15787" fmla="*/ 4827842 h 5143785"/>
              <a:gd name="connsiteX15788" fmla="*/ 2933795 w 3114960"/>
              <a:gd name="connsiteY15788" fmla="*/ 4827842 h 5143785"/>
              <a:gd name="connsiteX15789" fmla="*/ 2933795 w 3114960"/>
              <a:gd name="connsiteY15789" fmla="*/ 4778407 h 5143785"/>
              <a:gd name="connsiteX15790" fmla="*/ 2945035 w 3114960"/>
              <a:gd name="connsiteY15790" fmla="*/ 4778407 h 5143785"/>
              <a:gd name="connsiteX15791" fmla="*/ 2945035 w 3114960"/>
              <a:gd name="connsiteY15791" fmla="*/ 4768692 h 5143785"/>
              <a:gd name="connsiteX15792" fmla="*/ 2933795 w 3114960"/>
              <a:gd name="connsiteY15792" fmla="*/ 4768692 h 5143785"/>
              <a:gd name="connsiteX15793" fmla="*/ 2933795 w 3114960"/>
              <a:gd name="connsiteY15793" fmla="*/ 4720114 h 5143785"/>
              <a:gd name="connsiteX15794" fmla="*/ 2944844 w 3114960"/>
              <a:gd name="connsiteY15794" fmla="*/ 4720114 h 5143785"/>
              <a:gd name="connsiteX15795" fmla="*/ 2944844 w 3114960"/>
              <a:gd name="connsiteY15795" fmla="*/ 4710398 h 5143785"/>
              <a:gd name="connsiteX15796" fmla="*/ 2933700 w 3114960"/>
              <a:gd name="connsiteY15796" fmla="*/ 4710398 h 5143785"/>
              <a:gd name="connsiteX15797" fmla="*/ 2933700 w 3114960"/>
              <a:gd name="connsiteY15797" fmla="*/ 4630198 h 5143785"/>
              <a:gd name="connsiteX15798" fmla="*/ 2944940 w 3114960"/>
              <a:gd name="connsiteY15798" fmla="*/ 4630198 h 5143785"/>
              <a:gd name="connsiteX15799" fmla="*/ 2944940 w 3114960"/>
              <a:gd name="connsiteY15799" fmla="*/ 4620482 h 5143785"/>
              <a:gd name="connsiteX15800" fmla="*/ 2915412 w 3114960"/>
              <a:gd name="connsiteY15800" fmla="*/ 4620482 h 5143785"/>
              <a:gd name="connsiteX15801" fmla="*/ 2915412 w 3114960"/>
              <a:gd name="connsiteY15801" fmla="*/ 4630198 h 5143785"/>
              <a:gd name="connsiteX15802" fmla="*/ 2926556 w 3114960"/>
              <a:gd name="connsiteY15802" fmla="*/ 4630198 h 5143785"/>
              <a:gd name="connsiteX15803" fmla="*/ 2926556 w 3114960"/>
              <a:gd name="connsiteY15803" fmla="*/ 4710398 h 5143785"/>
              <a:gd name="connsiteX15804" fmla="*/ 2915317 w 3114960"/>
              <a:gd name="connsiteY15804" fmla="*/ 4710398 h 5143785"/>
              <a:gd name="connsiteX15805" fmla="*/ 2915317 w 3114960"/>
              <a:gd name="connsiteY15805" fmla="*/ 4720114 h 5143785"/>
              <a:gd name="connsiteX15806" fmla="*/ 2926556 w 3114960"/>
              <a:gd name="connsiteY15806" fmla="*/ 4720114 h 5143785"/>
              <a:gd name="connsiteX15807" fmla="*/ 2926556 w 3114960"/>
              <a:gd name="connsiteY15807" fmla="*/ 4768692 h 5143785"/>
              <a:gd name="connsiteX15808" fmla="*/ 2915412 w 3114960"/>
              <a:gd name="connsiteY15808" fmla="*/ 4768692 h 5143785"/>
              <a:gd name="connsiteX15809" fmla="*/ 2915412 w 3114960"/>
              <a:gd name="connsiteY15809" fmla="*/ 4778407 h 5143785"/>
              <a:gd name="connsiteX15810" fmla="*/ 2926556 w 3114960"/>
              <a:gd name="connsiteY15810" fmla="*/ 4778407 h 5143785"/>
              <a:gd name="connsiteX15811" fmla="*/ 2926556 w 3114960"/>
              <a:gd name="connsiteY15811" fmla="*/ 4827842 h 5143785"/>
              <a:gd name="connsiteX15812" fmla="*/ 2926652 w 3114960"/>
              <a:gd name="connsiteY15812" fmla="*/ 4827842 h 5143785"/>
              <a:gd name="connsiteX15813" fmla="*/ 2918174 w 3114960"/>
              <a:gd name="connsiteY15813" fmla="*/ 4837081 h 5143785"/>
              <a:gd name="connsiteX15814" fmla="*/ 2920079 w 3114960"/>
              <a:gd name="connsiteY15814" fmla="*/ 4846225 h 5143785"/>
              <a:gd name="connsiteX15815" fmla="*/ 2926556 w 3114960"/>
              <a:gd name="connsiteY15815" fmla="*/ 4850797 h 5143785"/>
              <a:gd name="connsiteX15816" fmla="*/ 2926556 w 3114960"/>
              <a:gd name="connsiteY15816" fmla="*/ 4914805 h 5143785"/>
              <a:gd name="connsiteX15817" fmla="*/ 2974848 w 3114960"/>
              <a:gd name="connsiteY15817" fmla="*/ 4961573 h 5143785"/>
              <a:gd name="connsiteX15818" fmla="*/ 3028664 w 3114960"/>
              <a:gd name="connsiteY15818" fmla="*/ 4961573 h 5143785"/>
              <a:gd name="connsiteX15819" fmla="*/ 3029426 w 3114960"/>
              <a:gd name="connsiteY15819" fmla="*/ 4964430 h 5143785"/>
              <a:gd name="connsiteX15820" fmla="*/ 3032188 w 3114960"/>
              <a:gd name="connsiteY15820" fmla="*/ 4967954 h 5143785"/>
              <a:gd name="connsiteX15821" fmla="*/ 2932462 w 3114960"/>
              <a:gd name="connsiteY15821" fmla="*/ 5093970 h 5143785"/>
              <a:gd name="connsiteX15822" fmla="*/ 2931986 w 3114960"/>
              <a:gd name="connsiteY15822" fmla="*/ 5094637 h 5143785"/>
              <a:gd name="connsiteX15823" fmla="*/ 2931986 w 3114960"/>
              <a:gd name="connsiteY15823" fmla="*/ 5143595 h 5143785"/>
              <a:gd name="connsiteX15824" fmla="*/ 2936748 w 3114960"/>
              <a:gd name="connsiteY15824" fmla="*/ 5143595 h 5143785"/>
              <a:gd name="connsiteX15825" fmla="*/ 2936748 w 3114960"/>
              <a:gd name="connsiteY15825" fmla="*/ 5096351 h 5143785"/>
              <a:gd name="connsiteX15826" fmla="*/ 2928747 w 3114960"/>
              <a:gd name="connsiteY15826" fmla="*/ 4846511 h 5143785"/>
              <a:gd name="connsiteX15827" fmla="*/ 2924080 w 3114960"/>
              <a:gd name="connsiteY15827" fmla="*/ 4843463 h 5143785"/>
              <a:gd name="connsiteX15828" fmla="*/ 2922937 w 3114960"/>
              <a:gd name="connsiteY15828" fmla="*/ 4837938 h 5143785"/>
              <a:gd name="connsiteX15829" fmla="*/ 2930176 w 3114960"/>
              <a:gd name="connsiteY15829" fmla="*/ 4831937 h 5143785"/>
              <a:gd name="connsiteX15830" fmla="*/ 2931605 w 3114960"/>
              <a:gd name="connsiteY15830" fmla="*/ 4832033 h 5143785"/>
              <a:gd name="connsiteX15831" fmla="*/ 2936272 w 3114960"/>
              <a:gd name="connsiteY15831" fmla="*/ 4835081 h 5143785"/>
              <a:gd name="connsiteX15832" fmla="*/ 2937415 w 3114960"/>
              <a:gd name="connsiteY15832" fmla="*/ 4840605 h 5143785"/>
              <a:gd name="connsiteX15833" fmla="*/ 2934272 w 3114960"/>
              <a:gd name="connsiteY15833" fmla="*/ 4845368 h 5143785"/>
              <a:gd name="connsiteX15834" fmla="*/ 2928747 w 3114960"/>
              <a:gd name="connsiteY15834" fmla="*/ 4846511 h 5143785"/>
              <a:gd name="connsiteX15835" fmla="*/ 2928747 w 3114960"/>
              <a:gd name="connsiteY15835" fmla="*/ 4846511 h 5143785"/>
              <a:gd name="connsiteX15836" fmla="*/ 3033236 w 3114960"/>
              <a:gd name="connsiteY15836" fmla="*/ 4956239 h 5143785"/>
              <a:gd name="connsiteX15837" fmla="*/ 3037142 w 3114960"/>
              <a:gd name="connsiteY15837" fmla="*/ 4951667 h 5143785"/>
              <a:gd name="connsiteX15838" fmla="*/ 3043142 w 3114960"/>
              <a:gd name="connsiteY15838" fmla="*/ 4951286 h 5143785"/>
              <a:gd name="connsiteX15839" fmla="*/ 3047714 w 3114960"/>
              <a:gd name="connsiteY15839" fmla="*/ 4955191 h 5143785"/>
              <a:gd name="connsiteX15840" fmla="*/ 3048095 w 3114960"/>
              <a:gd name="connsiteY15840" fmla="*/ 4961192 h 5143785"/>
              <a:gd name="connsiteX15841" fmla="*/ 3044190 w 3114960"/>
              <a:gd name="connsiteY15841" fmla="*/ 4965764 h 5143785"/>
              <a:gd name="connsiteX15842" fmla="*/ 3033617 w 3114960"/>
              <a:gd name="connsiteY15842" fmla="*/ 4962240 h 5143785"/>
              <a:gd name="connsiteX15843" fmla="*/ 3033236 w 3114960"/>
              <a:gd name="connsiteY15843" fmla="*/ 4956239 h 5143785"/>
              <a:gd name="connsiteX15844" fmla="*/ 2866549 w 3114960"/>
              <a:gd name="connsiteY15844" fmla="*/ 5143595 h 5143785"/>
              <a:gd name="connsiteX15845" fmla="*/ 2866549 w 3114960"/>
              <a:gd name="connsiteY15845" fmla="*/ 5092446 h 5143785"/>
              <a:gd name="connsiteX15846" fmla="*/ 2766346 w 3114960"/>
              <a:gd name="connsiteY15846" fmla="*/ 4965764 h 5143785"/>
              <a:gd name="connsiteX15847" fmla="*/ 2769108 w 3114960"/>
              <a:gd name="connsiteY15847" fmla="*/ 4962240 h 5143785"/>
              <a:gd name="connsiteX15848" fmla="*/ 2769680 w 3114960"/>
              <a:gd name="connsiteY15848" fmla="*/ 4960144 h 5143785"/>
              <a:gd name="connsiteX15849" fmla="*/ 2828544 w 3114960"/>
              <a:gd name="connsiteY15849" fmla="*/ 4960144 h 5143785"/>
              <a:gd name="connsiteX15850" fmla="*/ 2882551 w 3114960"/>
              <a:gd name="connsiteY15850" fmla="*/ 4908233 h 5143785"/>
              <a:gd name="connsiteX15851" fmla="*/ 2882551 w 3114960"/>
              <a:gd name="connsiteY15851" fmla="*/ 4850797 h 5143785"/>
              <a:gd name="connsiteX15852" fmla="*/ 2890933 w 3114960"/>
              <a:gd name="connsiteY15852" fmla="*/ 4841558 h 5143785"/>
              <a:gd name="connsiteX15853" fmla="*/ 2889028 w 3114960"/>
              <a:gd name="connsiteY15853" fmla="*/ 4832414 h 5143785"/>
              <a:gd name="connsiteX15854" fmla="*/ 2882360 w 3114960"/>
              <a:gd name="connsiteY15854" fmla="*/ 4827746 h 5143785"/>
              <a:gd name="connsiteX15855" fmla="*/ 2882742 w 3114960"/>
              <a:gd name="connsiteY15855" fmla="*/ 4827746 h 5143785"/>
              <a:gd name="connsiteX15856" fmla="*/ 2882742 w 3114960"/>
              <a:gd name="connsiteY15856" fmla="*/ 4815173 h 5143785"/>
              <a:gd name="connsiteX15857" fmla="*/ 2893981 w 3114960"/>
              <a:gd name="connsiteY15857" fmla="*/ 4815173 h 5143785"/>
              <a:gd name="connsiteX15858" fmla="*/ 2893981 w 3114960"/>
              <a:gd name="connsiteY15858" fmla="*/ 4805458 h 5143785"/>
              <a:gd name="connsiteX15859" fmla="*/ 2882742 w 3114960"/>
              <a:gd name="connsiteY15859" fmla="*/ 4805458 h 5143785"/>
              <a:gd name="connsiteX15860" fmla="*/ 2882742 w 3114960"/>
              <a:gd name="connsiteY15860" fmla="*/ 4720019 h 5143785"/>
              <a:gd name="connsiteX15861" fmla="*/ 2893790 w 3114960"/>
              <a:gd name="connsiteY15861" fmla="*/ 4720019 h 5143785"/>
              <a:gd name="connsiteX15862" fmla="*/ 2893790 w 3114960"/>
              <a:gd name="connsiteY15862" fmla="*/ 4710303 h 5143785"/>
              <a:gd name="connsiteX15863" fmla="*/ 2882646 w 3114960"/>
              <a:gd name="connsiteY15863" fmla="*/ 4710303 h 5143785"/>
              <a:gd name="connsiteX15864" fmla="*/ 2882646 w 3114960"/>
              <a:gd name="connsiteY15864" fmla="*/ 4630103 h 5143785"/>
              <a:gd name="connsiteX15865" fmla="*/ 2893886 w 3114960"/>
              <a:gd name="connsiteY15865" fmla="*/ 4630103 h 5143785"/>
              <a:gd name="connsiteX15866" fmla="*/ 2893886 w 3114960"/>
              <a:gd name="connsiteY15866" fmla="*/ 4620387 h 5143785"/>
              <a:gd name="connsiteX15867" fmla="*/ 2864358 w 3114960"/>
              <a:gd name="connsiteY15867" fmla="*/ 4620387 h 5143785"/>
              <a:gd name="connsiteX15868" fmla="*/ 2864358 w 3114960"/>
              <a:gd name="connsiteY15868" fmla="*/ 4630103 h 5143785"/>
              <a:gd name="connsiteX15869" fmla="*/ 2875502 w 3114960"/>
              <a:gd name="connsiteY15869" fmla="*/ 4630103 h 5143785"/>
              <a:gd name="connsiteX15870" fmla="*/ 2875502 w 3114960"/>
              <a:gd name="connsiteY15870" fmla="*/ 4710303 h 5143785"/>
              <a:gd name="connsiteX15871" fmla="*/ 2864263 w 3114960"/>
              <a:gd name="connsiteY15871" fmla="*/ 4710303 h 5143785"/>
              <a:gd name="connsiteX15872" fmla="*/ 2864263 w 3114960"/>
              <a:gd name="connsiteY15872" fmla="*/ 4720019 h 5143785"/>
              <a:gd name="connsiteX15873" fmla="*/ 2875502 w 3114960"/>
              <a:gd name="connsiteY15873" fmla="*/ 4720019 h 5143785"/>
              <a:gd name="connsiteX15874" fmla="*/ 2875502 w 3114960"/>
              <a:gd name="connsiteY15874" fmla="*/ 4805458 h 5143785"/>
              <a:gd name="connsiteX15875" fmla="*/ 2864358 w 3114960"/>
              <a:gd name="connsiteY15875" fmla="*/ 4805458 h 5143785"/>
              <a:gd name="connsiteX15876" fmla="*/ 2864358 w 3114960"/>
              <a:gd name="connsiteY15876" fmla="*/ 4815173 h 5143785"/>
              <a:gd name="connsiteX15877" fmla="*/ 2875598 w 3114960"/>
              <a:gd name="connsiteY15877" fmla="*/ 4815173 h 5143785"/>
              <a:gd name="connsiteX15878" fmla="*/ 2875598 w 3114960"/>
              <a:gd name="connsiteY15878" fmla="*/ 4827746 h 5143785"/>
              <a:gd name="connsiteX15879" fmla="*/ 2867120 w 3114960"/>
              <a:gd name="connsiteY15879" fmla="*/ 4836986 h 5143785"/>
              <a:gd name="connsiteX15880" fmla="*/ 2869025 w 3114960"/>
              <a:gd name="connsiteY15880" fmla="*/ 4846130 h 5143785"/>
              <a:gd name="connsiteX15881" fmla="*/ 2875502 w 3114960"/>
              <a:gd name="connsiteY15881" fmla="*/ 4850702 h 5143785"/>
              <a:gd name="connsiteX15882" fmla="*/ 2875502 w 3114960"/>
              <a:gd name="connsiteY15882" fmla="*/ 4905184 h 5143785"/>
              <a:gd name="connsiteX15883" fmla="*/ 2825687 w 3114960"/>
              <a:gd name="connsiteY15883" fmla="*/ 4953000 h 5143785"/>
              <a:gd name="connsiteX15884" fmla="*/ 2769870 w 3114960"/>
              <a:gd name="connsiteY15884" fmla="*/ 4953000 h 5143785"/>
              <a:gd name="connsiteX15885" fmla="*/ 2763488 w 3114960"/>
              <a:gd name="connsiteY15885" fmla="*/ 4945285 h 5143785"/>
              <a:gd name="connsiteX15886" fmla="*/ 2746534 w 3114960"/>
              <a:gd name="connsiteY15886" fmla="*/ 4950905 h 5143785"/>
              <a:gd name="connsiteX15887" fmla="*/ 2752154 w 3114960"/>
              <a:gd name="connsiteY15887" fmla="*/ 4967859 h 5143785"/>
              <a:gd name="connsiteX15888" fmla="*/ 2757773 w 3114960"/>
              <a:gd name="connsiteY15888" fmla="*/ 4969193 h 5143785"/>
              <a:gd name="connsiteX15889" fmla="*/ 2762250 w 3114960"/>
              <a:gd name="connsiteY15889" fmla="*/ 4968241 h 5143785"/>
              <a:gd name="connsiteX15890" fmla="*/ 2861786 w 3114960"/>
              <a:gd name="connsiteY15890" fmla="*/ 5094065 h 5143785"/>
              <a:gd name="connsiteX15891" fmla="*/ 2861786 w 3114960"/>
              <a:gd name="connsiteY15891" fmla="*/ 5143595 h 5143785"/>
              <a:gd name="connsiteX15892" fmla="*/ 2866549 w 3114960"/>
              <a:gd name="connsiteY15892" fmla="*/ 5143595 h 5143785"/>
              <a:gd name="connsiteX15893" fmla="*/ 2872930 w 3114960"/>
              <a:gd name="connsiteY15893" fmla="*/ 4843463 h 5143785"/>
              <a:gd name="connsiteX15894" fmla="*/ 2871788 w 3114960"/>
              <a:gd name="connsiteY15894" fmla="*/ 4837938 h 5143785"/>
              <a:gd name="connsiteX15895" fmla="*/ 2879027 w 3114960"/>
              <a:gd name="connsiteY15895" fmla="*/ 4831937 h 5143785"/>
              <a:gd name="connsiteX15896" fmla="*/ 2880455 w 3114960"/>
              <a:gd name="connsiteY15896" fmla="*/ 4832033 h 5143785"/>
              <a:gd name="connsiteX15897" fmla="*/ 2885123 w 3114960"/>
              <a:gd name="connsiteY15897" fmla="*/ 4835081 h 5143785"/>
              <a:gd name="connsiteX15898" fmla="*/ 2886266 w 3114960"/>
              <a:gd name="connsiteY15898" fmla="*/ 4840605 h 5143785"/>
              <a:gd name="connsiteX15899" fmla="*/ 2877598 w 3114960"/>
              <a:gd name="connsiteY15899" fmla="*/ 4846511 h 5143785"/>
              <a:gd name="connsiteX15900" fmla="*/ 2877598 w 3114960"/>
              <a:gd name="connsiteY15900" fmla="*/ 4846511 h 5143785"/>
              <a:gd name="connsiteX15901" fmla="*/ 2872930 w 3114960"/>
              <a:gd name="connsiteY15901" fmla="*/ 4843368 h 5143785"/>
              <a:gd name="connsiteX15902" fmla="*/ 2764822 w 3114960"/>
              <a:gd name="connsiteY15902" fmla="*/ 4960049 h 5143785"/>
              <a:gd name="connsiteX15903" fmla="*/ 2754249 w 3114960"/>
              <a:gd name="connsiteY15903" fmla="*/ 4963573 h 5143785"/>
              <a:gd name="connsiteX15904" fmla="*/ 2750344 w 3114960"/>
              <a:gd name="connsiteY15904" fmla="*/ 4959001 h 5143785"/>
              <a:gd name="connsiteX15905" fmla="*/ 2750725 w 3114960"/>
              <a:gd name="connsiteY15905" fmla="*/ 4953000 h 5143785"/>
              <a:gd name="connsiteX15906" fmla="*/ 2755297 w 3114960"/>
              <a:gd name="connsiteY15906" fmla="*/ 4949095 h 5143785"/>
              <a:gd name="connsiteX15907" fmla="*/ 2757773 w 3114960"/>
              <a:gd name="connsiteY15907" fmla="*/ 4948714 h 5143785"/>
              <a:gd name="connsiteX15908" fmla="*/ 2761298 w 3114960"/>
              <a:gd name="connsiteY15908" fmla="*/ 4949571 h 5143785"/>
              <a:gd name="connsiteX15909" fmla="*/ 2764822 w 3114960"/>
              <a:gd name="connsiteY15909" fmla="*/ 4960144 h 5143785"/>
              <a:gd name="connsiteX15910" fmla="*/ 1120712 w 3114960"/>
              <a:gd name="connsiteY15910" fmla="*/ 5143595 h 5143785"/>
              <a:gd name="connsiteX15911" fmla="*/ 1120712 w 3114960"/>
              <a:gd name="connsiteY15911" fmla="*/ 5125498 h 5143785"/>
              <a:gd name="connsiteX15912" fmla="*/ 1107758 w 3114960"/>
              <a:gd name="connsiteY15912" fmla="*/ 5112068 h 5143785"/>
              <a:gd name="connsiteX15913" fmla="*/ 934117 w 3114960"/>
              <a:gd name="connsiteY15913" fmla="*/ 5112068 h 5143785"/>
              <a:gd name="connsiteX15914" fmla="*/ 914972 w 3114960"/>
              <a:gd name="connsiteY15914" fmla="*/ 5089874 h 5143785"/>
              <a:gd name="connsiteX15915" fmla="*/ 790289 w 3114960"/>
              <a:gd name="connsiteY15915" fmla="*/ 5089874 h 5143785"/>
              <a:gd name="connsiteX15916" fmla="*/ 789813 w 3114960"/>
              <a:gd name="connsiteY15916" fmla="*/ 5092160 h 5143785"/>
              <a:gd name="connsiteX15917" fmla="*/ 773906 w 3114960"/>
              <a:gd name="connsiteY15917" fmla="*/ 5098638 h 5143785"/>
              <a:gd name="connsiteX15918" fmla="*/ 767429 w 3114960"/>
              <a:gd name="connsiteY15918" fmla="*/ 5082731 h 5143785"/>
              <a:gd name="connsiteX15919" fmla="*/ 783336 w 3114960"/>
              <a:gd name="connsiteY15919" fmla="*/ 5076254 h 5143785"/>
              <a:gd name="connsiteX15920" fmla="*/ 790289 w 3114960"/>
              <a:gd name="connsiteY15920" fmla="*/ 5085112 h 5143785"/>
              <a:gd name="connsiteX15921" fmla="*/ 917067 w 3114960"/>
              <a:gd name="connsiteY15921" fmla="*/ 5085112 h 5143785"/>
              <a:gd name="connsiteX15922" fmla="*/ 936212 w 3114960"/>
              <a:gd name="connsiteY15922" fmla="*/ 5107305 h 5143785"/>
              <a:gd name="connsiteX15923" fmla="*/ 1109663 w 3114960"/>
              <a:gd name="connsiteY15923" fmla="*/ 5107305 h 5143785"/>
              <a:gd name="connsiteX15924" fmla="*/ 1125379 w 3114960"/>
              <a:gd name="connsiteY15924" fmla="*/ 5123498 h 5143785"/>
              <a:gd name="connsiteX15925" fmla="*/ 1125379 w 3114960"/>
              <a:gd name="connsiteY15925" fmla="*/ 5143595 h 5143785"/>
              <a:gd name="connsiteX15926" fmla="*/ 1120616 w 3114960"/>
              <a:gd name="connsiteY15926" fmla="*/ 5143595 h 5143785"/>
              <a:gd name="connsiteX15927" fmla="*/ 1817942 w 3114960"/>
              <a:gd name="connsiteY15927" fmla="*/ 5143595 h 5143785"/>
              <a:gd name="connsiteX15928" fmla="*/ 1817942 w 3114960"/>
              <a:gd name="connsiteY15928" fmla="*/ 5140833 h 5143785"/>
              <a:gd name="connsiteX15929" fmla="*/ 1828991 w 3114960"/>
              <a:gd name="connsiteY15929" fmla="*/ 5127594 h 5143785"/>
              <a:gd name="connsiteX15930" fmla="*/ 1815560 w 3114960"/>
              <a:gd name="connsiteY15930" fmla="*/ 5114163 h 5143785"/>
              <a:gd name="connsiteX15931" fmla="*/ 1802130 w 3114960"/>
              <a:gd name="connsiteY15931" fmla="*/ 5127594 h 5143785"/>
              <a:gd name="connsiteX15932" fmla="*/ 1813179 w 3114960"/>
              <a:gd name="connsiteY15932" fmla="*/ 5140833 h 5143785"/>
              <a:gd name="connsiteX15933" fmla="*/ 1813179 w 3114960"/>
              <a:gd name="connsiteY15933" fmla="*/ 5143595 h 5143785"/>
              <a:gd name="connsiteX15934" fmla="*/ 1817942 w 3114960"/>
              <a:gd name="connsiteY15934" fmla="*/ 5143595 h 5143785"/>
              <a:gd name="connsiteX15935" fmla="*/ 1806893 w 3114960"/>
              <a:gd name="connsiteY15935" fmla="*/ 5127594 h 5143785"/>
              <a:gd name="connsiteX15936" fmla="*/ 1815560 w 3114960"/>
              <a:gd name="connsiteY15936" fmla="*/ 5118925 h 5143785"/>
              <a:gd name="connsiteX15937" fmla="*/ 1824228 w 3114960"/>
              <a:gd name="connsiteY15937" fmla="*/ 5127594 h 5143785"/>
              <a:gd name="connsiteX15938" fmla="*/ 1815560 w 3114960"/>
              <a:gd name="connsiteY15938" fmla="*/ 5136261 h 5143785"/>
              <a:gd name="connsiteX15939" fmla="*/ 1806893 w 3114960"/>
              <a:gd name="connsiteY15939" fmla="*/ 5127594 h 5143785"/>
              <a:gd name="connsiteX15940" fmla="*/ 1776317 w 3114960"/>
              <a:gd name="connsiteY15940" fmla="*/ 5143595 h 5143785"/>
              <a:gd name="connsiteX15941" fmla="*/ 1776317 w 3114960"/>
              <a:gd name="connsiteY15941" fmla="*/ 5118069 h 5143785"/>
              <a:gd name="connsiteX15942" fmla="*/ 1785842 w 3114960"/>
              <a:gd name="connsiteY15942" fmla="*/ 5106734 h 5143785"/>
              <a:gd name="connsiteX15943" fmla="*/ 1774031 w 3114960"/>
              <a:gd name="connsiteY15943" fmla="*/ 5094923 h 5143785"/>
              <a:gd name="connsiteX15944" fmla="*/ 1762220 w 3114960"/>
              <a:gd name="connsiteY15944" fmla="*/ 5106734 h 5143785"/>
              <a:gd name="connsiteX15945" fmla="*/ 1771555 w 3114960"/>
              <a:gd name="connsiteY15945" fmla="*/ 5118069 h 5143785"/>
              <a:gd name="connsiteX15946" fmla="*/ 1771555 w 3114960"/>
              <a:gd name="connsiteY15946" fmla="*/ 5143595 h 5143785"/>
              <a:gd name="connsiteX15947" fmla="*/ 1776317 w 3114960"/>
              <a:gd name="connsiteY15947" fmla="*/ 5143595 h 5143785"/>
              <a:gd name="connsiteX15948" fmla="*/ 1766983 w 3114960"/>
              <a:gd name="connsiteY15948" fmla="*/ 5106638 h 5143785"/>
              <a:gd name="connsiteX15949" fmla="*/ 1774031 w 3114960"/>
              <a:gd name="connsiteY15949" fmla="*/ 5099590 h 5143785"/>
              <a:gd name="connsiteX15950" fmla="*/ 1781080 w 3114960"/>
              <a:gd name="connsiteY15950" fmla="*/ 5106638 h 5143785"/>
              <a:gd name="connsiteX15951" fmla="*/ 1774031 w 3114960"/>
              <a:gd name="connsiteY15951" fmla="*/ 5113687 h 5143785"/>
              <a:gd name="connsiteX15952" fmla="*/ 1766983 w 3114960"/>
              <a:gd name="connsiteY15952" fmla="*/ 5106638 h 5143785"/>
              <a:gd name="connsiteX15953" fmla="*/ 1961769 w 3114960"/>
              <a:gd name="connsiteY15953" fmla="*/ 4850035 h 5143785"/>
              <a:gd name="connsiteX15954" fmla="*/ 1966341 w 3114960"/>
              <a:gd name="connsiteY15954" fmla="*/ 4849178 h 5143785"/>
              <a:gd name="connsiteX15955" fmla="*/ 1966341 w 3114960"/>
              <a:gd name="connsiteY15955" fmla="*/ 4849178 h 5143785"/>
              <a:gd name="connsiteX15956" fmla="*/ 1973961 w 3114960"/>
              <a:gd name="connsiteY15956" fmla="*/ 4839748 h 5143785"/>
              <a:gd name="connsiteX15957" fmla="*/ 2039493 w 3114960"/>
              <a:gd name="connsiteY15957" fmla="*/ 4839748 h 5143785"/>
              <a:gd name="connsiteX15958" fmla="*/ 2173319 w 3114960"/>
              <a:gd name="connsiteY15958" fmla="*/ 4733925 h 5143785"/>
              <a:gd name="connsiteX15959" fmla="*/ 2183416 w 3114960"/>
              <a:gd name="connsiteY15959" fmla="*/ 4733925 h 5143785"/>
              <a:gd name="connsiteX15960" fmla="*/ 2188559 w 3114960"/>
              <a:gd name="connsiteY15960" fmla="*/ 4740117 h 5143785"/>
              <a:gd name="connsiteX15961" fmla="*/ 2202275 w 3114960"/>
              <a:gd name="connsiteY15961" fmla="*/ 4735545 h 5143785"/>
              <a:gd name="connsiteX15962" fmla="*/ 2197703 w 3114960"/>
              <a:gd name="connsiteY15962" fmla="*/ 4721829 h 5143785"/>
              <a:gd name="connsiteX15963" fmla="*/ 2183987 w 3114960"/>
              <a:gd name="connsiteY15963" fmla="*/ 4726401 h 5143785"/>
              <a:gd name="connsiteX15964" fmla="*/ 2183225 w 3114960"/>
              <a:gd name="connsiteY15964" fmla="*/ 4729163 h 5143785"/>
              <a:gd name="connsiteX15965" fmla="*/ 2171605 w 3114960"/>
              <a:gd name="connsiteY15965" fmla="*/ 4729163 h 5143785"/>
              <a:gd name="connsiteX15966" fmla="*/ 2037778 w 3114960"/>
              <a:gd name="connsiteY15966" fmla="*/ 4834986 h 5143785"/>
              <a:gd name="connsiteX15967" fmla="*/ 1973961 w 3114960"/>
              <a:gd name="connsiteY15967" fmla="*/ 4834986 h 5143785"/>
              <a:gd name="connsiteX15968" fmla="*/ 1973580 w 3114960"/>
              <a:gd name="connsiteY15968" fmla="*/ 4832795 h 5143785"/>
              <a:gd name="connsiteX15969" fmla="*/ 1957292 w 3114960"/>
              <a:gd name="connsiteY15969" fmla="*/ 4825556 h 5143785"/>
              <a:gd name="connsiteX15970" fmla="*/ 1950053 w 3114960"/>
              <a:gd name="connsiteY15970" fmla="*/ 4841844 h 5143785"/>
              <a:gd name="connsiteX15971" fmla="*/ 1961864 w 3114960"/>
              <a:gd name="connsiteY15971" fmla="*/ 4849940 h 5143785"/>
              <a:gd name="connsiteX15972" fmla="*/ 1958912 w 3114960"/>
              <a:gd name="connsiteY15972" fmla="*/ 4830032 h 5143785"/>
              <a:gd name="connsiteX15973" fmla="*/ 1961769 w 3114960"/>
              <a:gd name="connsiteY15973" fmla="*/ 4829461 h 5143785"/>
              <a:gd name="connsiteX15974" fmla="*/ 1969103 w 3114960"/>
              <a:gd name="connsiteY15974" fmla="*/ 4834509 h 5143785"/>
              <a:gd name="connsiteX15975" fmla="*/ 1964627 w 3114960"/>
              <a:gd name="connsiteY15975" fmla="*/ 4844701 h 5143785"/>
              <a:gd name="connsiteX15976" fmla="*/ 1954435 w 3114960"/>
              <a:gd name="connsiteY15976" fmla="*/ 4840224 h 5143785"/>
              <a:gd name="connsiteX15977" fmla="*/ 1958912 w 3114960"/>
              <a:gd name="connsiteY15977" fmla="*/ 4830032 h 5143785"/>
              <a:gd name="connsiteX15978" fmla="*/ 2752820 w 3114960"/>
              <a:gd name="connsiteY15978" fmla="*/ 252698 h 5143785"/>
              <a:gd name="connsiteX15979" fmla="*/ 2752820 w 3114960"/>
              <a:gd name="connsiteY15979" fmla="*/ 267367 h 5143785"/>
              <a:gd name="connsiteX15980" fmla="*/ 2749010 w 3114960"/>
              <a:gd name="connsiteY15980" fmla="*/ 271177 h 5143785"/>
              <a:gd name="connsiteX15981" fmla="*/ 2734342 w 3114960"/>
              <a:gd name="connsiteY15981" fmla="*/ 271177 h 5143785"/>
              <a:gd name="connsiteX15982" fmla="*/ 2730532 w 3114960"/>
              <a:gd name="connsiteY15982" fmla="*/ 267367 h 5143785"/>
              <a:gd name="connsiteX15983" fmla="*/ 2730532 w 3114960"/>
              <a:gd name="connsiteY15983" fmla="*/ 252698 h 5143785"/>
              <a:gd name="connsiteX15984" fmla="*/ 2734342 w 3114960"/>
              <a:gd name="connsiteY15984" fmla="*/ 248888 h 5143785"/>
              <a:gd name="connsiteX15985" fmla="*/ 2749010 w 3114960"/>
              <a:gd name="connsiteY15985" fmla="*/ 248888 h 5143785"/>
              <a:gd name="connsiteX15986" fmla="*/ 2752820 w 3114960"/>
              <a:gd name="connsiteY15986" fmla="*/ 252698 h 5143785"/>
              <a:gd name="connsiteX15987" fmla="*/ 480441 w 3114960"/>
              <a:gd name="connsiteY15987" fmla="*/ 1725740 h 5143785"/>
              <a:gd name="connsiteX15988" fmla="*/ 480441 w 3114960"/>
              <a:gd name="connsiteY15988" fmla="*/ 1677162 h 5143785"/>
              <a:gd name="connsiteX15989" fmla="*/ 489204 w 3114960"/>
              <a:gd name="connsiteY15989" fmla="*/ 1666589 h 5143785"/>
              <a:gd name="connsiteX15990" fmla="*/ 478155 w 3114960"/>
              <a:gd name="connsiteY15990" fmla="*/ 1655540 h 5143785"/>
              <a:gd name="connsiteX15991" fmla="*/ 467011 w 3114960"/>
              <a:gd name="connsiteY15991" fmla="*/ 1666589 h 5143785"/>
              <a:gd name="connsiteX15992" fmla="*/ 475869 w 3114960"/>
              <a:gd name="connsiteY15992" fmla="*/ 1677257 h 5143785"/>
              <a:gd name="connsiteX15993" fmla="*/ 475869 w 3114960"/>
              <a:gd name="connsiteY15993" fmla="*/ 1723835 h 5143785"/>
              <a:gd name="connsiteX15994" fmla="*/ 392906 w 3114960"/>
              <a:gd name="connsiteY15994" fmla="*/ 1811274 h 5143785"/>
              <a:gd name="connsiteX15995" fmla="*/ 389858 w 3114960"/>
              <a:gd name="connsiteY15995" fmla="*/ 1810417 h 5143785"/>
              <a:gd name="connsiteX15996" fmla="*/ 377190 w 3114960"/>
              <a:gd name="connsiteY15996" fmla="*/ 1810417 h 5143785"/>
              <a:gd name="connsiteX15997" fmla="*/ 370332 w 3114960"/>
              <a:gd name="connsiteY15997" fmla="*/ 1817275 h 5143785"/>
              <a:gd name="connsiteX15998" fmla="*/ 370332 w 3114960"/>
              <a:gd name="connsiteY15998" fmla="*/ 1829943 h 5143785"/>
              <a:gd name="connsiteX15999" fmla="*/ 377190 w 3114960"/>
              <a:gd name="connsiteY15999" fmla="*/ 1836801 h 5143785"/>
              <a:gd name="connsiteX16000" fmla="*/ 389858 w 3114960"/>
              <a:gd name="connsiteY16000" fmla="*/ 1836801 h 5143785"/>
              <a:gd name="connsiteX16001" fmla="*/ 396716 w 3114960"/>
              <a:gd name="connsiteY16001" fmla="*/ 1829943 h 5143785"/>
              <a:gd name="connsiteX16002" fmla="*/ 396716 w 3114960"/>
              <a:gd name="connsiteY16002" fmla="*/ 1817275 h 5143785"/>
              <a:gd name="connsiteX16003" fmla="*/ 396240 w 3114960"/>
              <a:gd name="connsiteY16003" fmla="*/ 1814798 h 5143785"/>
              <a:gd name="connsiteX16004" fmla="*/ 479965 w 3114960"/>
              <a:gd name="connsiteY16004" fmla="*/ 1726406 h 5143785"/>
              <a:gd name="connsiteX16005" fmla="*/ 480632 w 3114960"/>
              <a:gd name="connsiteY16005" fmla="*/ 1725740 h 5143785"/>
              <a:gd name="connsiteX16006" fmla="*/ 391763 w 3114960"/>
              <a:gd name="connsiteY16006" fmla="*/ 1829943 h 5143785"/>
              <a:gd name="connsiteX16007" fmla="*/ 389668 w 3114960"/>
              <a:gd name="connsiteY16007" fmla="*/ 1832039 h 5143785"/>
              <a:gd name="connsiteX16008" fmla="*/ 377000 w 3114960"/>
              <a:gd name="connsiteY16008" fmla="*/ 1832039 h 5143785"/>
              <a:gd name="connsiteX16009" fmla="*/ 374904 w 3114960"/>
              <a:gd name="connsiteY16009" fmla="*/ 1829943 h 5143785"/>
              <a:gd name="connsiteX16010" fmla="*/ 374904 w 3114960"/>
              <a:gd name="connsiteY16010" fmla="*/ 1817275 h 5143785"/>
              <a:gd name="connsiteX16011" fmla="*/ 377000 w 3114960"/>
              <a:gd name="connsiteY16011" fmla="*/ 1815179 h 5143785"/>
              <a:gd name="connsiteX16012" fmla="*/ 389668 w 3114960"/>
              <a:gd name="connsiteY16012" fmla="*/ 1815179 h 5143785"/>
              <a:gd name="connsiteX16013" fmla="*/ 391763 w 3114960"/>
              <a:gd name="connsiteY16013" fmla="*/ 1817275 h 5143785"/>
              <a:gd name="connsiteX16014" fmla="*/ 391763 w 3114960"/>
              <a:gd name="connsiteY16014" fmla="*/ 1829943 h 5143785"/>
              <a:gd name="connsiteX16015" fmla="*/ 471678 w 3114960"/>
              <a:gd name="connsiteY16015" fmla="*/ 1666589 h 5143785"/>
              <a:gd name="connsiteX16016" fmla="*/ 478060 w 3114960"/>
              <a:gd name="connsiteY16016" fmla="*/ 1660303 h 5143785"/>
              <a:gd name="connsiteX16017" fmla="*/ 484346 w 3114960"/>
              <a:gd name="connsiteY16017" fmla="*/ 1666589 h 5143785"/>
              <a:gd name="connsiteX16018" fmla="*/ 478060 w 3114960"/>
              <a:gd name="connsiteY16018" fmla="*/ 1672971 h 5143785"/>
              <a:gd name="connsiteX16019" fmla="*/ 471678 w 3114960"/>
              <a:gd name="connsiteY16019" fmla="*/ 1666589 h 5143785"/>
              <a:gd name="connsiteX16020" fmla="*/ 793052 w 3114960"/>
              <a:gd name="connsiteY16020" fmla="*/ 5127879 h 5143785"/>
              <a:gd name="connsiteX16021" fmla="*/ 789337 w 3114960"/>
              <a:gd name="connsiteY16021" fmla="*/ 5120354 h 5143785"/>
              <a:gd name="connsiteX16022" fmla="*/ 768763 w 3114960"/>
              <a:gd name="connsiteY16022" fmla="*/ 5119592 h 5143785"/>
              <a:gd name="connsiteX16023" fmla="*/ 764096 w 3114960"/>
              <a:gd name="connsiteY16023" fmla="*/ 5129689 h 5143785"/>
              <a:gd name="connsiteX16024" fmla="*/ 768001 w 3114960"/>
              <a:gd name="connsiteY16024" fmla="*/ 5140071 h 5143785"/>
              <a:gd name="connsiteX16025" fmla="*/ 772859 w 3114960"/>
              <a:gd name="connsiteY16025" fmla="*/ 5143500 h 5143785"/>
              <a:gd name="connsiteX16026" fmla="*/ 784289 w 3114960"/>
              <a:gd name="connsiteY16026" fmla="*/ 5143500 h 5143785"/>
              <a:gd name="connsiteX16027" fmla="*/ 788575 w 3114960"/>
              <a:gd name="connsiteY16027" fmla="*/ 5140833 h 5143785"/>
              <a:gd name="connsiteX16028" fmla="*/ 792956 w 3114960"/>
              <a:gd name="connsiteY16028" fmla="*/ 5132547 h 5143785"/>
              <a:gd name="connsiteX16029" fmla="*/ 895922 w 3114960"/>
              <a:gd name="connsiteY16029" fmla="*/ 5132547 h 5143785"/>
              <a:gd name="connsiteX16030" fmla="*/ 905351 w 3114960"/>
              <a:gd name="connsiteY16030" fmla="*/ 5143500 h 5143785"/>
              <a:gd name="connsiteX16031" fmla="*/ 911638 w 3114960"/>
              <a:gd name="connsiteY16031" fmla="*/ 5143500 h 5143785"/>
              <a:gd name="connsiteX16032" fmla="*/ 898112 w 3114960"/>
              <a:gd name="connsiteY16032" fmla="*/ 5127784 h 5143785"/>
              <a:gd name="connsiteX16033" fmla="*/ 792956 w 3114960"/>
              <a:gd name="connsiteY16033" fmla="*/ 5127784 h 5143785"/>
              <a:gd name="connsiteX16034" fmla="*/ 785336 w 3114960"/>
              <a:gd name="connsiteY16034" fmla="*/ 5137404 h 5143785"/>
              <a:gd name="connsiteX16035" fmla="*/ 771525 w 3114960"/>
              <a:gd name="connsiteY16035" fmla="*/ 5136928 h 5143785"/>
              <a:gd name="connsiteX16036" fmla="*/ 768953 w 3114960"/>
              <a:gd name="connsiteY16036" fmla="*/ 5129879 h 5143785"/>
              <a:gd name="connsiteX16037" fmla="*/ 772097 w 3114960"/>
              <a:gd name="connsiteY16037" fmla="*/ 5123022 h 5143785"/>
              <a:gd name="connsiteX16038" fmla="*/ 778764 w 3114960"/>
              <a:gd name="connsiteY16038" fmla="*/ 5120450 h 5143785"/>
              <a:gd name="connsiteX16039" fmla="*/ 785908 w 3114960"/>
              <a:gd name="connsiteY16039" fmla="*/ 5123593 h 5143785"/>
              <a:gd name="connsiteX16040" fmla="*/ 788575 w 3114960"/>
              <a:gd name="connsiteY16040" fmla="*/ 5130642 h 5143785"/>
              <a:gd name="connsiteX16041" fmla="*/ 785432 w 3114960"/>
              <a:gd name="connsiteY16041" fmla="*/ 5137499 h 5143785"/>
              <a:gd name="connsiteX16042" fmla="*/ 1690402 w 3114960"/>
              <a:gd name="connsiteY16042" fmla="*/ 5082826 h 5143785"/>
              <a:gd name="connsiteX16043" fmla="*/ 1690402 w 3114960"/>
              <a:gd name="connsiteY16043" fmla="*/ 5067015 h 5143785"/>
              <a:gd name="connsiteX16044" fmla="*/ 1695926 w 3114960"/>
              <a:gd name="connsiteY16044" fmla="*/ 5059585 h 5143785"/>
              <a:gd name="connsiteX16045" fmla="*/ 1691545 w 3114960"/>
              <a:gd name="connsiteY16045" fmla="*/ 5052632 h 5143785"/>
              <a:gd name="connsiteX16046" fmla="*/ 1691545 w 3114960"/>
              <a:gd name="connsiteY16046" fmla="*/ 4790028 h 5143785"/>
              <a:gd name="connsiteX16047" fmla="*/ 1673543 w 3114960"/>
              <a:gd name="connsiteY16047" fmla="*/ 4770120 h 5143785"/>
              <a:gd name="connsiteX16048" fmla="*/ 1627442 w 3114960"/>
              <a:gd name="connsiteY16048" fmla="*/ 4770120 h 5143785"/>
              <a:gd name="connsiteX16049" fmla="*/ 1627442 w 3114960"/>
              <a:gd name="connsiteY16049" fmla="*/ 4763357 h 5143785"/>
              <a:gd name="connsiteX16050" fmla="*/ 1627156 w 3114960"/>
              <a:gd name="connsiteY16050" fmla="*/ 4762595 h 5143785"/>
              <a:gd name="connsiteX16051" fmla="*/ 1608868 w 3114960"/>
              <a:gd name="connsiteY16051" fmla="*/ 4740021 h 5143785"/>
              <a:gd name="connsiteX16052" fmla="*/ 1607915 w 3114960"/>
              <a:gd name="connsiteY16052" fmla="*/ 4739545 h 5143785"/>
              <a:gd name="connsiteX16053" fmla="*/ 1573911 w 3114960"/>
              <a:gd name="connsiteY16053" fmla="*/ 4739545 h 5143785"/>
              <a:gd name="connsiteX16054" fmla="*/ 1573911 w 3114960"/>
              <a:gd name="connsiteY16054" fmla="*/ 4737259 h 5143785"/>
              <a:gd name="connsiteX16055" fmla="*/ 1566863 w 3114960"/>
              <a:gd name="connsiteY16055" fmla="*/ 4730211 h 5143785"/>
              <a:gd name="connsiteX16056" fmla="*/ 1557814 w 3114960"/>
              <a:gd name="connsiteY16056" fmla="*/ 4730211 h 5143785"/>
              <a:gd name="connsiteX16057" fmla="*/ 1550765 w 3114960"/>
              <a:gd name="connsiteY16057" fmla="*/ 4737259 h 5143785"/>
              <a:gd name="connsiteX16058" fmla="*/ 1550765 w 3114960"/>
              <a:gd name="connsiteY16058" fmla="*/ 4746308 h 5143785"/>
              <a:gd name="connsiteX16059" fmla="*/ 1557814 w 3114960"/>
              <a:gd name="connsiteY16059" fmla="*/ 4753356 h 5143785"/>
              <a:gd name="connsiteX16060" fmla="*/ 1559719 w 3114960"/>
              <a:gd name="connsiteY16060" fmla="*/ 4753356 h 5143785"/>
              <a:gd name="connsiteX16061" fmla="*/ 1559719 w 3114960"/>
              <a:gd name="connsiteY16061" fmla="*/ 4782979 h 5143785"/>
              <a:gd name="connsiteX16062" fmla="*/ 1542955 w 3114960"/>
              <a:gd name="connsiteY16062" fmla="*/ 4802791 h 5143785"/>
              <a:gd name="connsiteX16063" fmla="*/ 1463516 w 3114960"/>
              <a:gd name="connsiteY16063" fmla="*/ 4802791 h 5143785"/>
              <a:gd name="connsiteX16064" fmla="*/ 1456753 w 3114960"/>
              <a:gd name="connsiteY16064" fmla="*/ 4793933 h 5143785"/>
              <a:gd name="connsiteX16065" fmla="*/ 1443704 w 3114960"/>
              <a:gd name="connsiteY16065" fmla="*/ 4800219 h 5143785"/>
              <a:gd name="connsiteX16066" fmla="*/ 1449991 w 3114960"/>
              <a:gd name="connsiteY16066" fmla="*/ 4813269 h 5143785"/>
              <a:gd name="connsiteX16067" fmla="*/ 1462754 w 3114960"/>
              <a:gd name="connsiteY16067" fmla="*/ 4807458 h 5143785"/>
              <a:gd name="connsiteX16068" fmla="*/ 1545241 w 3114960"/>
              <a:gd name="connsiteY16068" fmla="*/ 4807458 h 5143785"/>
              <a:gd name="connsiteX16069" fmla="*/ 1564577 w 3114960"/>
              <a:gd name="connsiteY16069" fmla="*/ 4784694 h 5143785"/>
              <a:gd name="connsiteX16070" fmla="*/ 1564577 w 3114960"/>
              <a:gd name="connsiteY16070" fmla="*/ 4753356 h 5143785"/>
              <a:gd name="connsiteX16071" fmla="*/ 1566958 w 3114960"/>
              <a:gd name="connsiteY16071" fmla="*/ 4753356 h 5143785"/>
              <a:gd name="connsiteX16072" fmla="*/ 1574006 w 3114960"/>
              <a:gd name="connsiteY16072" fmla="*/ 4746308 h 5143785"/>
              <a:gd name="connsiteX16073" fmla="*/ 1574006 w 3114960"/>
              <a:gd name="connsiteY16073" fmla="*/ 4741926 h 5143785"/>
              <a:gd name="connsiteX16074" fmla="*/ 1607439 w 3114960"/>
              <a:gd name="connsiteY16074" fmla="*/ 4741926 h 5143785"/>
              <a:gd name="connsiteX16075" fmla="*/ 1625060 w 3114960"/>
              <a:gd name="connsiteY16075" fmla="*/ 4763738 h 5143785"/>
              <a:gd name="connsiteX16076" fmla="*/ 1625060 w 3114960"/>
              <a:gd name="connsiteY16076" fmla="*/ 4770120 h 5143785"/>
              <a:gd name="connsiteX16077" fmla="*/ 1593628 w 3114960"/>
              <a:gd name="connsiteY16077" fmla="*/ 4770120 h 5143785"/>
              <a:gd name="connsiteX16078" fmla="*/ 1576197 w 3114960"/>
              <a:gd name="connsiteY16078" fmla="*/ 4793361 h 5143785"/>
              <a:gd name="connsiteX16079" fmla="*/ 1576197 w 3114960"/>
              <a:gd name="connsiteY16079" fmla="*/ 4826222 h 5143785"/>
              <a:gd name="connsiteX16080" fmla="*/ 1478471 w 3114960"/>
              <a:gd name="connsiteY16080" fmla="*/ 4826222 h 5143785"/>
              <a:gd name="connsiteX16081" fmla="*/ 1444085 w 3114960"/>
              <a:gd name="connsiteY16081" fmla="*/ 4858512 h 5143785"/>
              <a:gd name="connsiteX16082" fmla="*/ 1416653 w 3114960"/>
              <a:gd name="connsiteY16082" fmla="*/ 4858703 h 5143785"/>
              <a:gd name="connsiteX16083" fmla="*/ 1416939 w 3114960"/>
              <a:gd name="connsiteY16083" fmla="*/ 4760214 h 5143785"/>
              <a:gd name="connsiteX16084" fmla="*/ 1441799 w 3114960"/>
              <a:gd name="connsiteY16084" fmla="*/ 4730211 h 5143785"/>
              <a:gd name="connsiteX16085" fmla="*/ 1487805 w 3114960"/>
              <a:gd name="connsiteY16085" fmla="*/ 4730687 h 5143785"/>
              <a:gd name="connsiteX16086" fmla="*/ 1487805 w 3114960"/>
              <a:gd name="connsiteY16086" fmla="*/ 4730401 h 5143785"/>
              <a:gd name="connsiteX16087" fmla="*/ 1495997 w 3114960"/>
              <a:gd name="connsiteY16087" fmla="*/ 4739736 h 5143785"/>
              <a:gd name="connsiteX16088" fmla="*/ 1500188 w 3114960"/>
              <a:gd name="connsiteY16088" fmla="*/ 4740402 h 5143785"/>
              <a:gd name="connsiteX16089" fmla="*/ 1512094 w 3114960"/>
              <a:gd name="connsiteY16089" fmla="*/ 4731925 h 5143785"/>
              <a:gd name="connsiteX16090" fmla="*/ 1511522 w 3114960"/>
              <a:gd name="connsiteY16090" fmla="*/ 4722305 h 5143785"/>
              <a:gd name="connsiteX16091" fmla="*/ 1504283 w 3114960"/>
              <a:gd name="connsiteY16091" fmla="*/ 4715828 h 5143785"/>
              <a:gd name="connsiteX16092" fmla="*/ 1494663 w 3114960"/>
              <a:gd name="connsiteY16092" fmla="*/ 4716399 h 5143785"/>
              <a:gd name="connsiteX16093" fmla="*/ 1488186 w 3114960"/>
              <a:gd name="connsiteY16093" fmla="*/ 4723638 h 5143785"/>
              <a:gd name="connsiteX16094" fmla="*/ 1487615 w 3114960"/>
              <a:gd name="connsiteY16094" fmla="*/ 4725924 h 5143785"/>
              <a:gd name="connsiteX16095" fmla="*/ 1440656 w 3114960"/>
              <a:gd name="connsiteY16095" fmla="*/ 4725448 h 5143785"/>
              <a:gd name="connsiteX16096" fmla="*/ 1438847 w 3114960"/>
              <a:gd name="connsiteY16096" fmla="*/ 4726305 h 5143785"/>
              <a:gd name="connsiteX16097" fmla="*/ 1412748 w 3114960"/>
              <a:gd name="connsiteY16097" fmla="*/ 4757833 h 5143785"/>
              <a:gd name="connsiteX16098" fmla="*/ 1412177 w 3114960"/>
              <a:gd name="connsiteY16098" fmla="*/ 4759357 h 5143785"/>
              <a:gd name="connsiteX16099" fmla="*/ 1411796 w 3114960"/>
              <a:gd name="connsiteY16099" fmla="*/ 4861179 h 5143785"/>
              <a:gd name="connsiteX16100" fmla="*/ 1412462 w 3114960"/>
              <a:gd name="connsiteY16100" fmla="*/ 4862894 h 5143785"/>
              <a:gd name="connsiteX16101" fmla="*/ 1414177 w 3114960"/>
              <a:gd name="connsiteY16101" fmla="*/ 4863561 h 5143785"/>
              <a:gd name="connsiteX16102" fmla="*/ 1414177 w 3114960"/>
              <a:gd name="connsiteY16102" fmla="*/ 4863561 h 5143785"/>
              <a:gd name="connsiteX16103" fmla="*/ 1443895 w 3114960"/>
              <a:gd name="connsiteY16103" fmla="*/ 4863275 h 5143785"/>
              <a:gd name="connsiteX16104" fmla="*/ 1478280 w 3114960"/>
              <a:gd name="connsiteY16104" fmla="*/ 4895469 h 5143785"/>
              <a:gd name="connsiteX16105" fmla="*/ 1485805 w 3114960"/>
              <a:gd name="connsiteY16105" fmla="*/ 4895469 h 5143785"/>
              <a:gd name="connsiteX16106" fmla="*/ 1485614 w 3114960"/>
              <a:gd name="connsiteY16106" fmla="*/ 4906709 h 5143785"/>
              <a:gd name="connsiteX16107" fmla="*/ 1474756 w 3114960"/>
              <a:gd name="connsiteY16107" fmla="*/ 4915853 h 5143785"/>
              <a:gd name="connsiteX16108" fmla="*/ 1401699 w 3114960"/>
              <a:gd name="connsiteY16108" fmla="*/ 4915853 h 5143785"/>
              <a:gd name="connsiteX16109" fmla="*/ 1386459 w 3114960"/>
              <a:gd name="connsiteY16109" fmla="*/ 4895374 h 5143785"/>
              <a:gd name="connsiteX16110" fmla="*/ 1386745 w 3114960"/>
              <a:gd name="connsiteY16110" fmla="*/ 4817555 h 5143785"/>
              <a:gd name="connsiteX16111" fmla="*/ 1395889 w 3114960"/>
              <a:gd name="connsiteY16111" fmla="*/ 4809554 h 5143785"/>
              <a:gd name="connsiteX16112" fmla="*/ 1395317 w 3114960"/>
              <a:gd name="connsiteY16112" fmla="*/ 4799934 h 5143785"/>
              <a:gd name="connsiteX16113" fmla="*/ 1388078 w 3114960"/>
              <a:gd name="connsiteY16113" fmla="*/ 4793456 h 5143785"/>
              <a:gd name="connsiteX16114" fmla="*/ 1378458 w 3114960"/>
              <a:gd name="connsiteY16114" fmla="*/ 4794028 h 5143785"/>
              <a:gd name="connsiteX16115" fmla="*/ 1371981 w 3114960"/>
              <a:gd name="connsiteY16115" fmla="*/ 4801267 h 5143785"/>
              <a:gd name="connsiteX16116" fmla="*/ 1372553 w 3114960"/>
              <a:gd name="connsiteY16116" fmla="*/ 4810887 h 5143785"/>
              <a:gd name="connsiteX16117" fmla="*/ 1379792 w 3114960"/>
              <a:gd name="connsiteY16117" fmla="*/ 4817364 h 5143785"/>
              <a:gd name="connsiteX16118" fmla="*/ 1382078 w 3114960"/>
              <a:gd name="connsiteY16118" fmla="*/ 4817745 h 5143785"/>
              <a:gd name="connsiteX16119" fmla="*/ 1381792 w 3114960"/>
              <a:gd name="connsiteY16119" fmla="*/ 4896232 h 5143785"/>
              <a:gd name="connsiteX16120" fmla="*/ 1382268 w 3114960"/>
              <a:gd name="connsiteY16120" fmla="*/ 4897660 h 5143785"/>
              <a:gd name="connsiteX16121" fmla="*/ 1398746 w 3114960"/>
              <a:gd name="connsiteY16121" fmla="*/ 4919663 h 5143785"/>
              <a:gd name="connsiteX16122" fmla="*/ 1400651 w 3114960"/>
              <a:gd name="connsiteY16122" fmla="*/ 4920616 h 5143785"/>
              <a:gd name="connsiteX16123" fmla="*/ 1475803 w 3114960"/>
              <a:gd name="connsiteY16123" fmla="*/ 4920616 h 5143785"/>
              <a:gd name="connsiteX16124" fmla="*/ 1477328 w 3114960"/>
              <a:gd name="connsiteY16124" fmla="*/ 4920139 h 5143785"/>
              <a:gd name="connsiteX16125" fmla="*/ 1489710 w 3114960"/>
              <a:gd name="connsiteY16125" fmla="*/ 4909757 h 5143785"/>
              <a:gd name="connsiteX16126" fmla="*/ 1490567 w 3114960"/>
              <a:gd name="connsiteY16126" fmla="*/ 4907947 h 5143785"/>
              <a:gd name="connsiteX16127" fmla="*/ 1490758 w 3114960"/>
              <a:gd name="connsiteY16127" fmla="*/ 4895565 h 5143785"/>
              <a:gd name="connsiteX16128" fmla="*/ 1532477 w 3114960"/>
              <a:gd name="connsiteY16128" fmla="*/ 4895565 h 5143785"/>
              <a:gd name="connsiteX16129" fmla="*/ 1532096 w 3114960"/>
              <a:gd name="connsiteY16129" fmla="*/ 4922997 h 5143785"/>
              <a:gd name="connsiteX16130" fmla="*/ 1507712 w 3114960"/>
              <a:gd name="connsiteY16130" fmla="*/ 4948714 h 5143785"/>
              <a:gd name="connsiteX16131" fmla="*/ 1375029 w 3114960"/>
              <a:gd name="connsiteY16131" fmla="*/ 4948714 h 5143785"/>
              <a:gd name="connsiteX16132" fmla="*/ 1362170 w 3114960"/>
              <a:gd name="connsiteY16132" fmla="*/ 4937189 h 5143785"/>
              <a:gd name="connsiteX16133" fmla="*/ 1361408 w 3114960"/>
              <a:gd name="connsiteY16133" fmla="*/ 4936903 h 5143785"/>
              <a:gd name="connsiteX16134" fmla="*/ 1290542 w 3114960"/>
              <a:gd name="connsiteY16134" fmla="*/ 4936713 h 5143785"/>
              <a:gd name="connsiteX16135" fmla="*/ 1281970 w 3114960"/>
              <a:gd name="connsiteY16135" fmla="*/ 4928235 h 5143785"/>
              <a:gd name="connsiteX16136" fmla="*/ 1271778 w 3114960"/>
              <a:gd name="connsiteY16136" fmla="*/ 4935569 h 5143785"/>
              <a:gd name="connsiteX16137" fmla="*/ 1227677 w 3114960"/>
              <a:gd name="connsiteY16137" fmla="*/ 4935569 h 5143785"/>
              <a:gd name="connsiteX16138" fmla="*/ 1203103 w 3114960"/>
              <a:gd name="connsiteY16138" fmla="*/ 4910424 h 5143785"/>
              <a:gd name="connsiteX16139" fmla="*/ 1081564 w 3114960"/>
              <a:gd name="connsiteY16139" fmla="*/ 4910424 h 5143785"/>
              <a:gd name="connsiteX16140" fmla="*/ 1056608 w 3114960"/>
              <a:gd name="connsiteY16140" fmla="*/ 4933283 h 5143785"/>
              <a:gd name="connsiteX16141" fmla="*/ 914686 w 3114960"/>
              <a:gd name="connsiteY16141" fmla="*/ 4933283 h 5143785"/>
              <a:gd name="connsiteX16142" fmla="*/ 914686 w 3114960"/>
              <a:gd name="connsiteY16142" fmla="*/ 4930235 h 5143785"/>
              <a:gd name="connsiteX16143" fmla="*/ 909638 w 3114960"/>
              <a:gd name="connsiteY16143" fmla="*/ 4925187 h 5143785"/>
              <a:gd name="connsiteX16144" fmla="*/ 896684 w 3114960"/>
              <a:gd name="connsiteY16144" fmla="*/ 4925187 h 5143785"/>
              <a:gd name="connsiteX16145" fmla="*/ 891635 w 3114960"/>
              <a:gd name="connsiteY16145" fmla="*/ 4930235 h 5143785"/>
              <a:gd name="connsiteX16146" fmla="*/ 891635 w 3114960"/>
              <a:gd name="connsiteY16146" fmla="*/ 4933283 h 5143785"/>
              <a:gd name="connsiteX16147" fmla="*/ 829913 w 3114960"/>
              <a:gd name="connsiteY16147" fmla="*/ 4933283 h 5143785"/>
              <a:gd name="connsiteX16148" fmla="*/ 774764 w 3114960"/>
              <a:gd name="connsiteY16148" fmla="*/ 4871466 h 5143785"/>
              <a:gd name="connsiteX16149" fmla="*/ 695230 w 3114960"/>
              <a:gd name="connsiteY16149" fmla="*/ 4871466 h 5143785"/>
              <a:gd name="connsiteX16150" fmla="*/ 689801 w 3114960"/>
              <a:gd name="connsiteY16150" fmla="*/ 4863179 h 5143785"/>
              <a:gd name="connsiteX16151" fmla="*/ 681323 w 3114960"/>
              <a:gd name="connsiteY16151" fmla="*/ 4860417 h 5143785"/>
              <a:gd name="connsiteX16152" fmla="*/ 669703 w 3114960"/>
              <a:gd name="connsiteY16152" fmla="*/ 4866228 h 5143785"/>
              <a:gd name="connsiteX16153" fmla="*/ 672751 w 3114960"/>
              <a:gd name="connsiteY16153" fmla="*/ 4886230 h 5143785"/>
              <a:gd name="connsiteX16154" fmla="*/ 678847 w 3114960"/>
              <a:gd name="connsiteY16154" fmla="*/ 4888706 h 5143785"/>
              <a:gd name="connsiteX16155" fmla="*/ 678847 w 3114960"/>
              <a:gd name="connsiteY16155" fmla="*/ 5143786 h 5143785"/>
              <a:gd name="connsiteX16156" fmla="*/ 683609 w 3114960"/>
              <a:gd name="connsiteY16156" fmla="*/ 5143786 h 5143785"/>
              <a:gd name="connsiteX16157" fmla="*/ 683609 w 3114960"/>
              <a:gd name="connsiteY16157" fmla="*/ 4888706 h 5143785"/>
              <a:gd name="connsiteX16158" fmla="*/ 692753 w 3114960"/>
              <a:gd name="connsiteY16158" fmla="*/ 4883087 h 5143785"/>
              <a:gd name="connsiteX16159" fmla="*/ 695420 w 3114960"/>
              <a:gd name="connsiteY16159" fmla="*/ 4876134 h 5143785"/>
              <a:gd name="connsiteX16160" fmla="*/ 772477 w 3114960"/>
              <a:gd name="connsiteY16160" fmla="*/ 4876134 h 5143785"/>
              <a:gd name="connsiteX16161" fmla="*/ 827627 w 3114960"/>
              <a:gd name="connsiteY16161" fmla="*/ 4937950 h 5143785"/>
              <a:gd name="connsiteX16162" fmla="*/ 891445 w 3114960"/>
              <a:gd name="connsiteY16162" fmla="*/ 4937950 h 5143785"/>
              <a:gd name="connsiteX16163" fmla="*/ 891445 w 3114960"/>
              <a:gd name="connsiteY16163" fmla="*/ 4942999 h 5143785"/>
              <a:gd name="connsiteX16164" fmla="*/ 896493 w 3114960"/>
              <a:gd name="connsiteY16164" fmla="*/ 4948047 h 5143785"/>
              <a:gd name="connsiteX16165" fmla="*/ 909447 w 3114960"/>
              <a:gd name="connsiteY16165" fmla="*/ 4948047 h 5143785"/>
              <a:gd name="connsiteX16166" fmla="*/ 914495 w 3114960"/>
              <a:gd name="connsiteY16166" fmla="*/ 4942999 h 5143785"/>
              <a:gd name="connsiteX16167" fmla="*/ 914495 w 3114960"/>
              <a:gd name="connsiteY16167" fmla="*/ 4937856 h 5143785"/>
              <a:gd name="connsiteX16168" fmla="*/ 1058228 w 3114960"/>
              <a:gd name="connsiteY16168" fmla="*/ 4937856 h 5143785"/>
              <a:gd name="connsiteX16169" fmla="*/ 1083183 w 3114960"/>
              <a:gd name="connsiteY16169" fmla="*/ 4914995 h 5143785"/>
              <a:gd name="connsiteX16170" fmla="*/ 1200817 w 3114960"/>
              <a:gd name="connsiteY16170" fmla="*/ 4914995 h 5143785"/>
              <a:gd name="connsiteX16171" fmla="*/ 1225391 w 3114960"/>
              <a:gd name="connsiteY16171" fmla="*/ 4940142 h 5143785"/>
              <a:gd name="connsiteX16172" fmla="*/ 1271397 w 3114960"/>
              <a:gd name="connsiteY16172" fmla="*/ 4940142 h 5143785"/>
              <a:gd name="connsiteX16173" fmla="*/ 1279874 w 3114960"/>
              <a:gd name="connsiteY16173" fmla="*/ 4947475 h 5143785"/>
              <a:gd name="connsiteX16174" fmla="*/ 1290447 w 3114960"/>
              <a:gd name="connsiteY16174" fmla="*/ 4938903 h 5143785"/>
              <a:gd name="connsiteX16175" fmla="*/ 1360742 w 3114960"/>
              <a:gd name="connsiteY16175" fmla="*/ 4939094 h 5143785"/>
              <a:gd name="connsiteX16176" fmla="*/ 1373600 w 3114960"/>
              <a:gd name="connsiteY16176" fmla="*/ 4950524 h 5143785"/>
              <a:gd name="connsiteX16177" fmla="*/ 1374362 w 3114960"/>
              <a:gd name="connsiteY16177" fmla="*/ 4950810 h 5143785"/>
              <a:gd name="connsiteX16178" fmla="*/ 1507998 w 3114960"/>
              <a:gd name="connsiteY16178" fmla="*/ 4950810 h 5143785"/>
              <a:gd name="connsiteX16179" fmla="*/ 1508855 w 3114960"/>
              <a:gd name="connsiteY16179" fmla="*/ 4950524 h 5143785"/>
              <a:gd name="connsiteX16180" fmla="*/ 1533906 w 3114960"/>
              <a:gd name="connsiteY16180" fmla="*/ 4924140 h 5143785"/>
              <a:gd name="connsiteX16181" fmla="*/ 1534192 w 3114960"/>
              <a:gd name="connsiteY16181" fmla="*/ 4923378 h 5143785"/>
              <a:gd name="connsiteX16182" fmla="*/ 1534573 w 3114960"/>
              <a:gd name="connsiteY16182" fmla="*/ 4895469 h 5143785"/>
              <a:gd name="connsiteX16183" fmla="*/ 1579245 w 3114960"/>
              <a:gd name="connsiteY16183" fmla="*/ 4895469 h 5143785"/>
              <a:gd name="connsiteX16184" fmla="*/ 1579245 w 3114960"/>
              <a:gd name="connsiteY16184" fmla="*/ 4951095 h 5143785"/>
              <a:gd name="connsiteX16185" fmla="*/ 1545146 w 3114960"/>
              <a:gd name="connsiteY16185" fmla="*/ 4987004 h 5143785"/>
              <a:gd name="connsiteX16186" fmla="*/ 1417796 w 3114960"/>
              <a:gd name="connsiteY16186" fmla="*/ 4987004 h 5143785"/>
              <a:gd name="connsiteX16187" fmla="*/ 1405033 w 3114960"/>
              <a:gd name="connsiteY16187" fmla="*/ 4976146 h 5143785"/>
              <a:gd name="connsiteX16188" fmla="*/ 1404271 w 3114960"/>
              <a:gd name="connsiteY16188" fmla="*/ 4975860 h 5143785"/>
              <a:gd name="connsiteX16189" fmla="*/ 1314450 w 3114960"/>
              <a:gd name="connsiteY16189" fmla="*/ 4975670 h 5143785"/>
              <a:gd name="connsiteX16190" fmla="*/ 1314450 w 3114960"/>
              <a:gd name="connsiteY16190" fmla="*/ 4969288 h 5143785"/>
              <a:gd name="connsiteX16191" fmla="*/ 1309402 w 3114960"/>
              <a:gd name="connsiteY16191" fmla="*/ 4964240 h 5143785"/>
              <a:gd name="connsiteX16192" fmla="*/ 1296448 w 3114960"/>
              <a:gd name="connsiteY16192" fmla="*/ 4964240 h 5143785"/>
              <a:gd name="connsiteX16193" fmla="*/ 1291400 w 3114960"/>
              <a:gd name="connsiteY16193" fmla="*/ 4969288 h 5143785"/>
              <a:gd name="connsiteX16194" fmla="*/ 1291400 w 3114960"/>
              <a:gd name="connsiteY16194" fmla="*/ 4974431 h 5143785"/>
              <a:gd name="connsiteX16195" fmla="*/ 1215485 w 3114960"/>
              <a:gd name="connsiteY16195" fmla="*/ 4974146 h 5143785"/>
              <a:gd name="connsiteX16196" fmla="*/ 1189101 w 3114960"/>
              <a:gd name="connsiteY16196" fmla="*/ 4947095 h 5143785"/>
              <a:gd name="connsiteX16197" fmla="*/ 1103376 w 3114960"/>
              <a:gd name="connsiteY16197" fmla="*/ 4947571 h 5143785"/>
              <a:gd name="connsiteX16198" fmla="*/ 1102519 w 3114960"/>
              <a:gd name="connsiteY16198" fmla="*/ 4947571 h 5143785"/>
              <a:gd name="connsiteX16199" fmla="*/ 1069277 w 3114960"/>
              <a:gd name="connsiteY16199" fmla="*/ 4974431 h 5143785"/>
              <a:gd name="connsiteX16200" fmla="*/ 912304 w 3114960"/>
              <a:gd name="connsiteY16200" fmla="*/ 4974146 h 5143785"/>
              <a:gd name="connsiteX16201" fmla="*/ 902779 w 3114960"/>
              <a:gd name="connsiteY16201" fmla="*/ 4965383 h 5143785"/>
              <a:gd name="connsiteX16202" fmla="*/ 893350 w 3114960"/>
              <a:gd name="connsiteY16202" fmla="*/ 4973574 h 5143785"/>
              <a:gd name="connsiteX16203" fmla="*/ 819626 w 3114960"/>
              <a:gd name="connsiteY16203" fmla="*/ 4973765 h 5143785"/>
              <a:gd name="connsiteX16204" fmla="*/ 765524 w 3114960"/>
              <a:gd name="connsiteY16204" fmla="*/ 4911662 h 5143785"/>
              <a:gd name="connsiteX16205" fmla="*/ 725710 w 3114960"/>
              <a:gd name="connsiteY16205" fmla="*/ 4911662 h 5143785"/>
              <a:gd name="connsiteX16206" fmla="*/ 720471 w 3114960"/>
              <a:gd name="connsiteY16206" fmla="*/ 4904137 h 5143785"/>
              <a:gd name="connsiteX16207" fmla="*/ 711994 w 3114960"/>
              <a:gd name="connsiteY16207" fmla="*/ 4901375 h 5143785"/>
              <a:gd name="connsiteX16208" fmla="*/ 700373 w 3114960"/>
              <a:gd name="connsiteY16208" fmla="*/ 4907185 h 5143785"/>
              <a:gd name="connsiteX16209" fmla="*/ 703421 w 3114960"/>
              <a:gd name="connsiteY16209" fmla="*/ 4927188 h 5143785"/>
              <a:gd name="connsiteX16210" fmla="*/ 709517 w 3114960"/>
              <a:gd name="connsiteY16210" fmla="*/ 4929664 h 5143785"/>
              <a:gd name="connsiteX16211" fmla="*/ 709517 w 3114960"/>
              <a:gd name="connsiteY16211" fmla="*/ 4938903 h 5143785"/>
              <a:gd name="connsiteX16212" fmla="*/ 714280 w 3114960"/>
              <a:gd name="connsiteY16212" fmla="*/ 4938903 h 5143785"/>
              <a:gd name="connsiteX16213" fmla="*/ 714280 w 3114960"/>
              <a:gd name="connsiteY16213" fmla="*/ 4929664 h 5143785"/>
              <a:gd name="connsiteX16214" fmla="*/ 723424 w 3114960"/>
              <a:gd name="connsiteY16214" fmla="*/ 4924044 h 5143785"/>
              <a:gd name="connsiteX16215" fmla="*/ 726186 w 3114960"/>
              <a:gd name="connsiteY16215" fmla="*/ 4916329 h 5143785"/>
              <a:gd name="connsiteX16216" fmla="*/ 763238 w 3114960"/>
              <a:gd name="connsiteY16216" fmla="*/ 4916329 h 5143785"/>
              <a:gd name="connsiteX16217" fmla="*/ 817340 w 3114960"/>
              <a:gd name="connsiteY16217" fmla="*/ 4978432 h 5143785"/>
              <a:gd name="connsiteX16218" fmla="*/ 893540 w 3114960"/>
              <a:gd name="connsiteY16218" fmla="*/ 4978242 h 5143785"/>
              <a:gd name="connsiteX16219" fmla="*/ 902684 w 3114960"/>
              <a:gd name="connsiteY16219" fmla="*/ 4984814 h 5143785"/>
              <a:gd name="connsiteX16220" fmla="*/ 911638 w 3114960"/>
              <a:gd name="connsiteY16220" fmla="*/ 4978813 h 5143785"/>
              <a:gd name="connsiteX16221" fmla="*/ 1070039 w 3114960"/>
              <a:gd name="connsiteY16221" fmla="*/ 4979099 h 5143785"/>
              <a:gd name="connsiteX16222" fmla="*/ 1070896 w 3114960"/>
              <a:gd name="connsiteY16222" fmla="*/ 4979099 h 5143785"/>
              <a:gd name="connsiteX16223" fmla="*/ 1104138 w 3114960"/>
              <a:gd name="connsiteY16223" fmla="*/ 4952238 h 5143785"/>
              <a:gd name="connsiteX16224" fmla="*/ 1187006 w 3114960"/>
              <a:gd name="connsiteY16224" fmla="*/ 4951762 h 5143785"/>
              <a:gd name="connsiteX16225" fmla="*/ 1213390 w 3114960"/>
              <a:gd name="connsiteY16225" fmla="*/ 4978813 h 5143785"/>
              <a:gd name="connsiteX16226" fmla="*/ 1291400 w 3114960"/>
              <a:gd name="connsiteY16226" fmla="*/ 4979099 h 5143785"/>
              <a:gd name="connsiteX16227" fmla="*/ 1291400 w 3114960"/>
              <a:gd name="connsiteY16227" fmla="*/ 4982051 h 5143785"/>
              <a:gd name="connsiteX16228" fmla="*/ 1296448 w 3114960"/>
              <a:gd name="connsiteY16228" fmla="*/ 4987100 h 5143785"/>
              <a:gd name="connsiteX16229" fmla="*/ 1309402 w 3114960"/>
              <a:gd name="connsiteY16229" fmla="*/ 4987100 h 5143785"/>
              <a:gd name="connsiteX16230" fmla="*/ 1314450 w 3114960"/>
              <a:gd name="connsiteY16230" fmla="*/ 4982051 h 5143785"/>
              <a:gd name="connsiteX16231" fmla="*/ 1314450 w 3114960"/>
              <a:gd name="connsiteY16231" fmla="*/ 4977860 h 5143785"/>
              <a:gd name="connsiteX16232" fmla="*/ 1403890 w 3114960"/>
              <a:gd name="connsiteY16232" fmla="*/ 4978051 h 5143785"/>
              <a:gd name="connsiteX16233" fmla="*/ 1416653 w 3114960"/>
              <a:gd name="connsiteY16233" fmla="*/ 4988719 h 5143785"/>
              <a:gd name="connsiteX16234" fmla="*/ 1417415 w 3114960"/>
              <a:gd name="connsiteY16234" fmla="*/ 4989005 h 5143785"/>
              <a:gd name="connsiteX16235" fmla="*/ 1545622 w 3114960"/>
              <a:gd name="connsiteY16235" fmla="*/ 4989005 h 5143785"/>
              <a:gd name="connsiteX16236" fmla="*/ 1546479 w 3114960"/>
              <a:gd name="connsiteY16236" fmla="*/ 4988719 h 5143785"/>
              <a:gd name="connsiteX16237" fmla="*/ 1581245 w 3114960"/>
              <a:gd name="connsiteY16237" fmla="*/ 4952048 h 5143785"/>
              <a:gd name="connsiteX16238" fmla="*/ 1581531 w 3114960"/>
              <a:gd name="connsiteY16238" fmla="*/ 4951190 h 5143785"/>
              <a:gd name="connsiteX16239" fmla="*/ 1581531 w 3114960"/>
              <a:gd name="connsiteY16239" fmla="*/ 4895088 h 5143785"/>
              <a:gd name="connsiteX16240" fmla="*/ 1626013 w 3114960"/>
              <a:gd name="connsiteY16240" fmla="*/ 4895088 h 5143785"/>
              <a:gd name="connsiteX16241" fmla="*/ 1626013 w 3114960"/>
              <a:gd name="connsiteY16241" fmla="*/ 4969002 h 5143785"/>
              <a:gd name="connsiteX16242" fmla="*/ 1568006 w 3114960"/>
              <a:gd name="connsiteY16242" fmla="*/ 5029486 h 5143785"/>
              <a:gd name="connsiteX16243" fmla="*/ 1407605 w 3114960"/>
              <a:gd name="connsiteY16243" fmla="*/ 5029486 h 5143785"/>
              <a:gd name="connsiteX16244" fmla="*/ 1389602 w 3114960"/>
              <a:gd name="connsiteY16244" fmla="*/ 5013484 h 5143785"/>
              <a:gd name="connsiteX16245" fmla="*/ 1388840 w 3114960"/>
              <a:gd name="connsiteY16245" fmla="*/ 5013198 h 5143785"/>
              <a:gd name="connsiteX16246" fmla="*/ 1290352 w 3114960"/>
              <a:gd name="connsiteY16246" fmla="*/ 5013008 h 5143785"/>
              <a:gd name="connsiteX16247" fmla="*/ 1280636 w 3114960"/>
              <a:gd name="connsiteY16247" fmla="*/ 5003673 h 5143785"/>
              <a:gd name="connsiteX16248" fmla="*/ 1271302 w 3114960"/>
              <a:gd name="connsiteY16248" fmla="*/ 5011198 h 5143785"/>
              <a:gd name="connsiteX16249" fmla="*/ 1207199 w 3114960"/>
              <a:gd name="connsiteY16249" fmla="*/ 5011198 h 5143785"/>
              <a:gd name="connsiteX16250" fmla="*/ 1182148 w 3114960"/>
              <a:gd name="connsiteY16250" fmla="*/ 4985862 h 5143785"/>
              <a:gd name="connsiteX16251" fmla="*/ 1124998 w 3114960"/>
              <a:gd name="connsiteY16251" fmla="*/ 4985862 h 5143785"/>
              <a:gd name="connsiteX16252" fmla="*/ 1094994 w 3114960"/>
              <a:gd name="connsiteY16252" fmla="*/ 5011103 h 5143785"/>
              <a:gd name="connsiteX16253" fmla="*/ 911828 w 3114960"/>
              <a:gd name="connsiteY16253" fmla="*/ 5011103 h 5143785"/>
              <a:gd name="connsiteX16254" fmla="*/ 911828 w 3114960"/>
              <a:gd name="connsiteY16254" fmla="*/ 5007007 h 5143785"/>
              <a:gd name="connsiteX16255" fmla="*/ 909161 w 3114960"/>
              <a:gd name="connsiteY16255" fmla="*/ 5004340 h 5143785"/>
              <a:gd name="connsiteX16256" fmla="*/ 896207 w 3114960"/>
              <a:gd name="connsiteY16256" fmla="*/ 5004340 h 5143785"/>
              <a:gd name="connsiteX16257" fmla="*/ 893540 w 3114960"/>
              <a:gd name="connsiteY16257" fmla="*/ 5007007 h 5143785"/>
              <a:gd name="connsiteX16258" fmla="*/ 893540 w 3114960"/>
              <a:gd name="connsiteY16258" fmla="*/ 5010912 h 5143785"/>
              <a:gd name="connsiteX16259" fmla="*/ 807053 w 3114960"/>
              <a:gd name="connsiteY16259" fmla="*/ 5010912 h 5143785"/>
              <a:gd name="connsiteX16260" fmla="*/ 756095 w 3114960"/>
              <a:gd name="connsiteY16260" fmla="*/ 4952715 h 5143785"/>
              <a:gd name="connsiteX16261" fmla="*/ 751713 w 3114960"/>
              <a:gd name="connsiteY16261" fmla="*/ 4934903 h 5143785"/>
              <a:gd name="connsiteX16262" fmla="*/ 743236 w 3114960"/>
              <a:gd name="connsiteY16262" fmla="*/ 4932140 h 5143785"/>
              <a:gd name="connsiteX16263" fmla="*/ 731615 w 3114960"/>
              <a:gd name="connsiteY16263" fmla="*/ 4937950 h 5143785"/>
              <a:gd name="connsiteX16264" fmla="*/ 734663 w 3114960"/>
              <a:gd name="connsiteY16264" fmla="*/ 4957953 h 5143785"/>
              <a:gd name="connsiteX16265" fmla="*/ 740093 w 3114960"/>
              <a:gd name="connsiteY16265" fmla="*/ 4960335 h 5143785"/>
              <a:gd name="connsiteX16266" fmla="*/ 740283 w 3114960"/>
              <a:gd name="connsiteY16266" fmla="*/ 5143215 h 5143785"/>
              <a:gd name="connsiteX16267" fmla="*/ 745046 w 3114960"/>
              <a:gd name="connsiteY16267" fmla="*/ 5143215 h 5143785"/>
              <a:gd name="connsiteX16268" fmla="*/ 744855 w 3114960"/>
              <a:gd name="connsiteY16268" fmla="*/ 4960525 h 5143785"/>
              <a:gd name="connsiteX16269" fmla="*/ 745236 w 3114960"/>
              <a:gd name="connsiteY16269" fmla="*/ 4960525 h 5143785"/>
              <a:gd name="connsiteX16270" fmla="*/ 752856 w 3114960"/>
              <a:gd name="connsiteY16270" fmla="*/ 4956429 h 5143785"/>
              <a:gd name="connsiteX16271" fmla="*/ 804672 w 3114960"/>
              <a:gd name="connsiteY16271" fmla="*/ 5015579 h 5143785"/>
              <a:gd name="connsiteX16272" fmla="*/ 893254 w 3114960"/>
              <a:gd name="connsiteY16272" fmla="*/ 5015579 h 5143785"/>
              <a:gd name="connsiteX16273" fmla="*/ 893254 w 3114960"/>
              <a:gd name="connsiteY16273" fmla="*/ 5019770 h 5143785"/>
              <a:gd name="connsiteX16274" fmla="*/ 895922 w 3114960"/>
              <a:gd name="connsiteY16274" fmla="*/ 5022438 h 5143785"/>
              <a:gd name="connsiteX16275" fmla="*/ 908876 w 3114960"/>
              <a:gd name="connsiteY16275" fmla="*/ 5022438 h 5143785"/>
              <a:gd name="connsiteX16276" fmla="*/ 911543 w 3114960"/>
              <a:gd name="connsiteY16276" fmla="*/ 5019770 h 5143785"/>
              <a:gd name="connsiteX16277" fmla="*/ 911543 w 3114960"/>
              <a:gd name="connsiteY16277" fmla="*/ 5015770 h 5143785"/>
              <a:gd name="connsiteX16278" fmla="*/ 1096518 w 3114960"/>
              <a:gd name="connsiteY16278" fmla="*/ 5015770 h 5143785"/>
              <a:gd name="connsiteX16279" fmla="*/ 1126522 w 3114960"/>
              <a:gd name="connsiteY16279" fmla="*/ 4990624 h 5143785"/>
              <a:gd name="connsiteX16280" fmla="*/ 1179862 w 3114960"/>
              <a:gd name="connsiteY16280" fmla="*/ 4990624 h 5143785"/>
              <a:gd name="connsiteX16281" fmla="*/ 1204913 w 3114960"/>
              <a:gd name="connsiteY16281" fmla="*/ 5015866 h 5143785"/>
              <a:gd name="connsiteX16282" fmla="*/ 1271016 w 3114960"/>
              <a:gd name="connsiteY16282" fmla="*/ 5015866 h 5143785"/>
              <a:gd name="connsiteX16283" fmla="*/ 1280255 w 3114960"/>
              <a:gd name="connsiteY16283" fmla="*/ 5023104 h 5143785"/>
              <a:gd name="connsiteX16284" fmla="*/ 1289590 w 3114960"/>
              <a:gd name="connsiteY16284" fmla="*/ 5015294 h 5143785"/>
              <a:gd name="connsiteX16285" fmla="*/ 1387983 w 3114960"/>
              <a:gd name="connsiteY16285" fmla="*/ 5015484 h 5143785"/>
              <a:gd name="connsiteX16286" fmla="*/ 1405985 w 3114960"/>
              <a:gd name="connsiteY16286" fmla="*/ 5031391 h 5143785"/>
              <a:gd name="connsiteX16287" fmla="*/ 1406747 w 3114960"/>
              <a:gd name="connsiteY16287" fmla="*/ 5031677 h 5143785"/>
              <a:gd name="connsiteX16288" fmla="*/ 1568101 w 3114960"/>
              <a:gd name="connsiteY16288" fmla="*/ 5031677 h 5143785"/>
              <a:gd name="connsiteX16289" fmla="*/ 1568958 w 3114960"/>
              <a:gd name="connsiteY16289" fmla="*/ 5031391 h 5143785"/>
              <a:gd name="connsiteX16290" fmla="*/ 1627727 w 3114960"/>
              <a:gd name="connsiteY16290" fmla="*/ 4970145 h 5143785"/>
              <a:gd name="connsiteX16291" fmla="*/ 1628013 w 3114960"/>
              <a:gd name="connsiteY16291" fmla="*/ 4969288 h 5143785"/>
              <a:gd name="connsiteX16292" fmla="*/ 1628013 w 3114960"/>
              <a:gd name="connsiteY16292" fmla="*/ 4894898 h 5143785"/>
              <a:gd name="connsiteX16293" fmla="*/ 1636681 w 3114960"/>
              <a:gd name="connsiteY16293" fmla="*/ 4894898 h 5143785"/>
              <a:gd name="connsiteX16294" fmla="*/ 1671352 w 3114960"/>
              <a:gd name="connsiteY16294" fmla="*/ 4860227 h 5143785"/>
              <a:gd name="connsiteX16295" fmla="*/ 1636681 w 3114960"/>
              <a:gd name="connsiteY16295" fmla="*/ 4825651 h 5143785"/>
              <a:gd name="connsiteX16296" fmla="*/ 1626394 w 3114960"/>
              <a:gd name="connsiteY16296" fmla="*/ 4825651 h 5143785"/>
              <a:gd name="connsiteX16297" fmla="*/ 1626394 w 3114960"/>
              <a:gd name="connsiteY16297" fmla="*/ 4776693 h 5143785"/>
              <a:gd name="connsiteX16298" fmla="*/ 1669352 w 3114960"/>
              <a:gd name="connsiteY16298" fmla="*/ 4776693 h 5143785"/>
              <a:gd name="connsiteX16299" fmla="*/ 1683353 w 3114960"/>
              <a:gd name="connsiteY16299" fmla="*/ 4792218 h 5143785"/>
              <a:gd name="connsiteX16300" fmla="*/ 1683353 w 3114960"/>
              <a:gd name="connsiteY16300" fmla="*/ 4992148 h 5143785"/>
              <a:gd name="connsiteX16301" fmla="*/ 1661636 w 3114960"/>
              <a:gd name="connsiteY16301" fmla="*/ 4992148 h 5143785"/>
              <a:gd name="connsiteX16302" fmla="*/ 1617059 w 3114960"/>
              <a:gd name="connsiteY16302" fmla="*/ 5043488 h 5143785"/>
              <a:gd name="connsiteX16303" fmla="*/ 1610011 w 3114960"/>
              <a:gd name="connsiteY16303" fmla="*/ 5042059 h 5143785"/>
              <a:gd name="connsiteX16304" fmla="*/ 1601629 w 3114960"/>
              <a:gd name="connsiteY16304" fmla="*/ 5046822 h 5143785"/>
              <a:gd name="connsiteX16305" fmla="*/ 1599057 w 3114960"/>
              <a:gd name="connsiteY16305" fmla="*/ 5056156 h 5143785"/>
              <a:gd name="connsiteX16306" fmla="*/ 1601248 w 3114960"/>
              <a:gd name="connsiteY16306" fmla="*/ 5061585 h 5143785"/>
              <a:gd name="connsiteX16307" fmla="*/ 1594295 w 3114960"/>
              <a:gd name="connsiteY16307" fmla="*/ 5071015 h 5143785"/>
              <a:gd name="connsiteX16308" fmla="*/ 1594771 w 3114960"/>
              <a:gd name="connsiteY16308" fmla="*/ 5143215 h 5143785"/>
              <a:gd name="connsiteX16309" fmla="*/ 1599533 w 3114960"/>
              <a:gd name="connsiteY16309" fmla="*/ 5143215 h 5143785"/>
              <a:gd name="connsiteX16310" fmla="*/ 1599057 w 3114960"/>
              <a:gd name="connsiteY16310" fmla="*/ 5072634 h 5143785"/>
              <a:gd name="connsiteX16311" fmla="*/ 1604677 w 3114960"/>
              <a:gd name="connsiteY16311" fmla="*/ 5065014 h 5143785"/>
              <a:gd name="connsiteX16312" fmla="*/ 1611535 w 3114960"/>
              <a:gd name="connsiteY16312" fmla="*/ 5067300 h 5143785"/>
              <a:gd name="connsiteX16313" fmla="*/ 1613154 w 3114960"/>
              <a:gd name="connsiteY16313" fmla="*/ 5067205 h 5143785"/>
              <a:gd name="connsiteX16314" fmla="*/ 1619345 w 3114960"/>
              <a:gd name="connsiteY16314" fmla="*/ 5064538 h 5143785"/>
              <a:gd name="connsiteX16315" fmla="*/ 1623822 w 3114960"/>
              <a:gd name="connsiteY16315" fmla="*/ 5068348 h 5143785"/>
              <a:gd name="connsiteX16316" fmla="*/ 1623822 w 3114960"/>
              <a:gd name="connsiteY16316" fmla="*/ 5143215 h 5143785"/>
              <a:gd name="connsiteX16317" fmla="*/ 1628585 w 3114960"/>
              <a:gd name="connsiteY16317" fmla="*/ 5143215 h 5143785"/>
              <a:gd name="connsiteX16318" fmla="*/ 1628585 w 3114960"/>
              <a:gd name="connsiteY16318" fmla="*/ 5066062 h 5143785"/>
              <a:gd name="connsiteX16319" fmla="*/ 1622489 w 3114960"/>
              <a:gd name="connsiteY16319" fmla="*/ 5060823 h 5143785"/>
              <a:gd name="connsiteX16320" fmla="*/ 1624108 w 3114960"/>
              <a:gd name="connsiteY16320" fmla="*/ 5053013 h 5143785"/>
              <a:gd name="connsiteX16321" fmla="*/ 1622393 w 3114960"/>
              <a:gd name="connsiteY16321" fmla="*/ 5048155 h 5143785"/>
              <a:gd name="connsiteX16322" fmla="*/ 1664875 w 3114960"/>
              <a:gd name="connsiteY16322" fmla="*/ 4999292 h 5143785"/>
              <a:gd name="connsiteX16323" fmla="*/ 1683353 w 3114960"/>
              <a:gd name="connsiteY16323" fmla="*/ 4999292 h 5143785"/>
              <a:gd name="connsiteX16324" fmla="*/ 1683353 w 3114960"/>
              <a:gd name="connsiteY16324" fmla="*/ 5052156 h 5143785"/>
              <a:gd name="connsiteX16325" fmla="*/ 1678972 w 3114960"/>
              <a:gd name="connsiteY16325" fmla="*/ 5059109 h 5143785"/>
              <a:gd name="connsiteX16326" fmla="*/ 1684496 w 3114960"/>
              <a:gd name="connsiteY16326" fmla="*/ 5066538 h 5143785"/>
              <a:gd name="connsiteX16327" fmla="*/ 1684496 w 3114960"/>
              <a:gd name="connsiteY16327" fmla="*/ 5080635 h 5143785"/>
              <a:gd name="connsiteX16328" fmla="*/ 1677067 w 3114960"/>
              <a:gd name="connsiteY16328" fmla="*/ 5089208 h 5143785"/>
              <a:gd name="connsiteX16329" fmla="*/ 1677067 w 3114960"/>
              <a:gd name="connsiteY16329" fmla="*/ 5143215 h 5143785"/>
              <a:gd name="connsiteX16330" fmla="*/ 1681829 w 3114960"/>
              <a:gd name="connsiteY16330" fmla="*/ 5143215 h 5143785"/>
              <a:gd name="connsiteX16331" fmla="*/ 1681829 w 3114960"/>
              <a:gd name="connsiteY16331" fmla="*/ 5091017 h 5143785"/>
              <a:gd name="connsiteX16332" fmla="*/ 1689259 w 3114960"/>
              <a:gd name="connsiteY16332" fmla="*/ 5082445 h 5143785"/>
              <a:gd name="connsiteX16333" fmla="*/ 1569244 w 3114960"/>
              <a:gd name="connsiteY16333" fmla="*/ 4746117 h 5143785"/>
              <a:gd name="connsiteX16334" fmla="*/ 1566958 w 3114960"/>
              <a:gd name="connsiteY16334" fmla="*/ 4748403 h 5143785"/>
              <a:gd name="connsiteX16335" fmla="*/ 1557909 w 3114960"/>
              <a:gd name="connsiteY16335" fmla="*/ 4748403 h 5143785"/>
              <a:gd name="connsiteX16336" fmla="*/ 1555623 w 3114960"/>
              <a:gd name="connsiteY16336" fmla="*/ 4746117 h 5143785"/>
              <a:gd name="connsiteX16337" fmla="*/ 1555623 w 3114960"/>
              <a:gd name="connsiteY16337" fmla="*/ 4737069 h 5143785"/>
              <a:gd name="connsiteX16338" fmla="*/ 1557909 w 3114960"/>
              <a:gd name="connsiteY16338" fmla="*/ 4734782 h 5143785"/>
              <a:gd name="connsiteX16339" fmla="*/ 1566958 w 3114960"/>
              <a:gd name="connsiteY16339" fmla="*/ 4734782 h 5143785"/>
              <a:gd name="connsiteX16340" fmla="*/ 1569244 w 3114960"/>
              <a:gd name="connsiteY16340" fmla="*/ 4737069 h 5143785"/>
              <a:gd name="connsiteX16341" fmla="*/ 1569244 w 3114960"/>
              <a:gd name="connsiteY16341" fmla="*/ 4746117 h 5143785"/>
              <a:gd name="connsiteX16342" fmla="*/ 1492853 w 3114960"/>
              <a:gd name="connsiteY16342" fmla="*/ 4724972 h 5143785"/>
              <a:gd name="connsiteX16343" fmla="*/ 1496854 w 3114960"/>
              <a:gd name="connsiteY16343" fmla="*/ 4720495 h 5143785"/>
              <a:gd name="connsiteX16344" fmla="*/ 1500283 w 3114960"/>
              <a:gd name="connsiteY16344" fmla="*/ 4719733 h 5143785"/>
              <a:gd name="connsiteX16345" fmla="*/ 1502855 w 3114960"/>
              <a:gd name="connsiteY16345" fmla="*/ 4720209 h 5143785"/>
              <a:gd name="connsiteX16346" fmla="*/ 1507712 w 3114960"/>
              <a:gd name="connsiteY16346" fmla="*/ 4730211 h 5143785"/>
              <a:gd name="connsiteX16347" fmla="*/ 1503712 w 3114960"/>
              <a:gd name="connsiteY16347" fmla="*/ 4734687 h 5143785"/>
              <a:gd name="connsiteX16348" fmla="*/ 1497711 w 3114960"/>
              <a:gd name="connsiteY16348" fmla="*/ 4735068 h 5143785"/>
              <a:gd name="connsiteX16349" fmla="*/ 1492853 w 3114960"/>
              <a:gd name="connsiteY16349" fmla="*/ 4725067 h 5143785"/>
              <a:gd name="connsiteX16350" fmla="*/ 1381601 w 3114960"/>
              <a:gd name="connsiteY16350" fmla="*/ 4812697 h 5143785"/>
              <a:gd name="connsiteX16351" fmla="*/ 1376744 w 3114960"/>
              <a:gd name="connsiteY16351" fmla="*/ 4802696 h 5143785"/>
              <a:gd name="connsiteX16352" fmla="*/ 1384173 w 3114960"/>
              <a:gd name="connsiteY16352" fmla="*/ 4797457 h 5143785"/>
              <a:gd name="connsiteX16353" fmla="*/ 1386745 w 3114960"/>
              <a:gd name="connsiteY16353" fmla="*/ 4797933 h 5143785"/>
              <a:gd name="connsiteX16354" fmla="*/ 1391603 w 3114960"/>
              <a:gd name="connsiteY16354" fmla="*/ 4807935 h 5143785"/>
              <a:gd name="connsiteX16355" fmla="*/ 1381601 w 3114960"/>
              <a:gd name="connsiteY16355" fmla="*/ 4812792 h 5143785"/>
              <a:gd name="connsiteX16356" fmla="*/ 690848 w 3114960"/>
              <a:gd name="connsiteY16356" fmla="*/ 4881372 h 5143785"/>
              <a:gd name="connsiteX16357" fmla="*/ 683228 w 3114960"/>
              <a:gd name="connsiteY16357" fmla="*/ 4886040 h 5143785"/>
              <a:gd name="connsiteX16358" fmla="*/ 681419 w 3114960"/>
              <a:gd name="connsiteY16358" fmla="*/ 4886134 h 5143785"/>
              <a:gd name="connsiteX16359" fmla="*/ 674561 w 3114960"/>
              <a:gd name="connsiteY16359" fmla="*/ 4883849 h 5143785"/>
              <a:gd name="connsiteX16360" fmla="*/ 672084 w 3114960"/>
              <a:gd name="connsiteY16360" fmla="*/ 4867466 h 5143785"/>
              <a:gd name="connsiteX16361" fmla="*/ 688467 w 3114960"/>
              <a:gd name="connsiteY16361" fmla="*/ 4864989 h 5143785"/>
              <a:gd name="connsiteX16362" fmla="*/ 693134 w 3114960"/>
              <a:gd name="connsiteY16362" fmla="*/ 4872609 h 5143785"/>
              <a:gd name="connsiteX16363" fmla="*/ 691039 w 3114960"/>
              <a:gd name="connsiteY16363" fmla="*/ 4881277 h 5143785"/>
              <a:gd name="connsiteX16364" fmla="*/ 909923 w 3114960"/>
              <a:gd name="connsiteY16364" fmla="*/ 4942904 h 5143785"/>
              <a:gd name="connsiteX16365" fmla="*/ 909638 w 3114960"/>
              <a:gd name="connsiteY16365" fmla="*/ 4943190 h 5143785"/>
              <a:gd name="connsiteX16366" fmla="*/ 896398 w 3114960"/>
              <a:gd name="connsiteY16366" fmla="*/ 4942904 h 5143785"/>
              <a:gd name="connsiteX16367" fmla="*/ 896684 w 3114960"/>
              <a:gd name="connsiteY16367" fmla="*/ 4929664 h 5143785"/>
              <a:gd name="connsiteX16368" fmla="*/ 909923 w 3114960"/>
              <a:gd name="connsiteY16368" fmla="*/ 4929950 h 5143785"/>
              <a:gd name="connsiteX16369" fmla="*/ 909923 w 3114960"/>
              <a:gd name="connsiteY16369" fmla="*/ 4942904 h 5143785"/>
              <a:gd name="connsiteX16370" fmla="*/ 721900 w 3114960"/>
              <a:gd name="connsiteY16370" fmla="*/ 4922615 h 5143785"/>
              <a:gd name="connsiteX16371" fmla="*/ 714280 w 3114960"/>
              <a:gd name="connsiteY16371" fmla="*/ 4927283 h 5143785"/>
              <a:gd name="connsiteX16372" fmla="*/ 712470 w 3114960"/>
              <a:gd name="connsiteY16372" fmla="*/ 4927378 h 5143785"/>
              <a:gd name="connsiteX16373" fmla="*/ 705612 w 3114960"/>
              <a:gd name="connsiteY16373" fmla="*/ 4925092 h 5143785"/>
              <a:gd name="connsiteX16374" fmla="*/ 703136 w 3114960"/>
              <a:gd name="connsiteY16374" fmla="*/ 4908709 h 5143785"/>
              <a:gd name="connsiteX16375" fmla="*/ 719519 w 3114960"/>
              <a:gd name="connsiteY16375" fmla="*/ 4906233 h 5143785"/>
              <a:gd name="connsiteX16376" fmla="*/ 724186 w 3114960"/>
              <a:gd name="connsiteY16376" fmla="*/ 4913853 h 5143785"/>
              <a:gd name="connsiteX16377" fmla="*/ 722090 w 3114960"/>
              <a:gd name="connsiteY16377" fmla="*/ 4922520 h 5143785"/>
              <a:gd name="connsiteX16378" fmla="*/ 1310164 w 3114960"/>
              <a:gd name="connsiteY16378" fmla="*/ 4982147 h 5143785"/>
              <a:gd name="connsiteX16379" fmla="*/ 1309878 w 3114960"/>
              <a:gd name="connsiteY16379" fmla="*/ 4982433 h 5143785"/>
              <a:gd name="connsiteX16380" fmla="*/ 1296638 w 3114960"/>
              <a:gd name="connsiteY16380" fmla="*/ 4982147 h 5143785"/>
              <a:gd name="connsiteX16381" fmla="*/ 1296924 w 3114960"/>
              <a:gd name="connsiteY16381" fmla="*/ 4968907 h 5143785"/>
              <a:gd name="connsiteX16382" fmla="*/ 1310164 w 3114960"/>
              <a:gd name="connsiteY16382" fmla="*/ 4969193 h 5143785"/>
              <a:gd name="connsiteX16383" fmla="*/ 1310164 w 3114960"/>
              <a:gd name="connsiteY16383" fmla="*/ 4982051 h 5143785"/>
              <a:gd name="connsiteX16384" fmla="*/ 753237 w 3114960"/>
              <a:gd name="connsiteY16384" fmla="*/ 4953667 h 5143785"/>
              <a:gd name="connsiteX16385" fmla="*/ 745617 w 3114960"/>
              <a:gd name="connsiteY16385" fmla="*/ 4958334 h 5143785"/>
              <a:gd name="connsiteX16386" fmla="*/ 743807 w 3114960"/>
              <a:gd name="connsiteY16386" fmla="*/ 4958429 h 5143785"/>
              <a:gd name="connsiteX16387" fmla="*/ 736949 w 3114960"/>
              <a:gd name="connsiteY16387" fmla="*/ 4956144 h 5143785"/>
              <a:gd name="connsiteX16388" fmla="*/ 734473 w 3114960"/>
              <a:gd name="connsiteY16388" fmla="*/ 4939760 h 5143785"/>
              <a:gd name="connsiteX16389" fmla="*/ 750856 w 3114960"/>
              <a:gd name="connsiteY16389" fmla="*/ 4937284 h 5143785"/>
              <a:gd name="connsiteX16390" fmla="*/ 755523 w 3114960"/>
              <a:gd name="connsiteY16390" fmla="*/ 4944904 h 5143785"/>
              <a:gd name="connsiteX16391" fmla="*/ 753427 w 3114960"/>
              <a:gd name="connsiteY16391" fmla="*/ 4953572 h 5143785"/>
              <a:gd name="connsiteX16392" fmla="*/ 1583436 w 3114960"/>
              <a:gd name="connsiteY16392" fmla="*/ 4795647 h 5143785"/>
              <a:gd name="connsiteX16393" fmla="*/ 1597343 w 3114960"/>
              <a:gd name="connsiteY16393" fmla="*/ 4777169 h 5143785"/>
              <a:gd name="connsiteX16394" fmla="*/ 1625156 w 3114960"/>
              <a:gd name="connsiteY16394" fmla="*/ 4777169 h 5143785"/>
              <a:gd name="connsiteX16395" fmla="*/ 1625156 w 3114960"/>
              <a:gd name="connsiteY16395" fmla="*/ 4826127 h 5143785"/>
              <a:gd name="connsiteX16396" fmla="*/ 1583436 w 3114960"/>
              <a:gd name="connsiteY16396" fmla="*/ 4826127 h 5143785"/>
              <a:gd name="connsiteX16397" fmla="*/ 1583436 w 3114960"/>
              <a:gd name="connsiteY16397" fmla="*/ 4795647 h 5143785"/>
              <a:gd name="connsiteX16398" fmla="*/ 1475137 w 3114960"/>
              <a:gd name="connsiteY16398" fmla="*/ 4873086 h 5143785"/>
              <a:gd name="connsiteX16399" fmla="*/ 1475137 w 3114960"/>
              <a:gd name="connsiteY16399" fmla="*/ 4848511 h 5143785"/>
              <a:gd name="connsiteX16400" fmla="*/ 1499711 w 3114960"/>
              <a:gd name="connsiteY16400" fmla="*/ 4848511 h 5143785"/>
              <a:gd name="connsiteX16401" fmla="*/ 1499711 w 3114960"/>
              <a:gd name="connsiteY16401" fmla="*/ 4873086 h 5143785"/>
              <a:gd name="connsiteX16402" fmla="*/ 1475137 w 3114960"/>
              <a:gd name="connsiteY16402" fmla="*/ 4873086 h 5143785"/>
              <a:gd name="connsiteX16403" fmla="*/ 1521809 w 3114960"/>
              <a:gd name="connsiteY16403" fmla="*/ 4873086 h 5143785"/>
              <a:gd name="connsiteX16404" fmla="*/ 1521809 w 3114960"/>
              <a:gd name="connsiteY16404" fmla="*/ 4848511 h 5143785"/>
              <a:gd name="connsiteX16405" fmla="*/ 1546384 w 3114960"/>
              <a:gd name="connsiteY16405" fmla="*/ 4848511 h 5143785"/>
              <a:gd name="connsiteX16406" fmla="*/ 1546384 w 3114960"/>
              <a:gd name="connsiteY16406" fmla="*/ 4873086 h 5143785"/>
              <a:gd name="connsiteX16407" fmla="*/ 1521809 w 3114960"/>
              <a:gd name="connsiteY16407" fmla="*/ 4873086 h 5143785"/>
              <a:gd name="connsiteX16408" fmla="*/ 1579626 w 3114960"/>
              <a:gd name="connsiteY16408" fmla="*/ 4890612 h 5143785"/>
              <a:gd name="connsiteX16409" fmla="*/ 1534954 w 3114960"/>
              <a:gd name="connsiteY16409" fmla="*/ 4890612 h 5143785"/>
              <a:gd name="connsiteX16410" fmla="*/ 1535144 w 3114960"/>
              <a:gd name="connsiteY16410" fmla="*/ 4877848 h 5143785"/>
              <a:gd name="connsiteX16411" fmla="*/ 1548670 w 3114960"/>
              <a:gd name="connsiteY16411" fmla="*/ 4877848 h 5143785"/>
              <a:gd name="connsiteX16412" fmla="*/ 1551051 w 3114960"/>
              <a:gd name="connsiteY16412" fmla="*/ 4875467 h 5143785"/>
              <a:gd name="connsiteX16413" fmla="*/ 1551051 w 3114960"/>
              <a:gd name="connsiteY16413" fmla="*/ 4846130 h 5143785"/>
              <a:gd name="connsiteX16414" fmla="*/ 1548670 w 3114960"/>
              <a:gd name="connsiteY16414" fmla="*/ 4843748 h 5143785"/>
              <a:gd name="connsiteX16415" fmla="*/ 1519333 w 3114960"/>
              <a:gd name="connsiteY16415" fmla="*/ 4843748 h 5143785"/>
              <a:gd name="connsiteX16416" fmla="*/ 1516952 w 3114960"/>
              <a:gd name="connsiteY16416" fmla="*/ 4846130 h 5143785"/>
              <a:gd name="connsiteX16417" fmla="*/ 1516952 w 3114960"/>
              <a:gd name="connsiteY16417" fmla="*/ 4875467 h 5143785"/>
              <a:gd name="connsiteX16418" fmla="*/ 1519333 w 3114960"/>
              <a:gd name="connsiteY16418" fmla="*/ 4877848 h 5143785"/>
              <a:gd name="connsiteX16419" fmla="*/ 1532763 w 3114960"/>
              <a:gd name="connsiteY16419" fmla="*/ 4877848 h 5143785"/>
              <a:gd name="connsiteX16420" fmla="*/ 1532573 w 3114960"/>
              <a:gd name="connsiteY16420" fmla="*/ 4890612 h 5143785"/>
              <a:gd name="connsiteX16421" fmla="*/ 1490853 w 3114960"/>
              <a:gd name="connsiteY16421" fmla="*/ 4890612 h 5143785"/>
              <a:gd name="connsiteX16422" fmla="*/ 1491044 w 3114960"/>
              <a:gd name="connsiteY16422" fmla="*/ 4877848 h 5143785"/>
              <a:gd name="connsiteX16423" fmla="*/ 1502093 w 3114960"/>
              <a:gd name="connsiteY16423" fmla="*/ 4877848 h 5143785"/>
              <a:gd name="connsiteX16424" fmla="*/ 1504474 w 3114960"/>
              <a:gd name="connsiteY16424" fmla="*/ 4875467 h 5143785"/>
              <a:gd name="connsiteX16425" fmla="*/ 1504474 w 3114960"/>
              <a:gd name="connsiteY16425" fmla="*/ 4846130 h 5143785"/>
              <a:gd name="connsiteX16426" fmla="*/ 1502093 w 3114960"/>
              <a:gd name="connsiteY16426" fmla="*/ 4843748 h 5143785"/>
              <a:gd name="connsiteX16427" fmla="*/ 1472756 w 3114960"/>
              <a:gd name="connsiteY16427" fmla="*/ 4843748 h 5143785"/>
              <a:gd name="connsiteX16428" fmla="*/ 1470374 w 3114960"/>
              <a:gd name="connsiteY16428" fmla="*/ 4846130 h 5143785"/>
              <a:gd name="connsiteX16429" fmla="*/ 1470374 w 3114960"/>
              <a:gd name="connsiteY16429" fmla="*/ 4875467 h 5143785"/>
              <a:gd name="connsiteX16430" fmla="*/ 1472756 w 3114960"/>
              <a:gd name="connsiteY16430" fmla="*/ 4877848 h 5143785"/>
              <a:gd name="connsiteX16431" fmla="*/ 1486376 w 3114960"/>
              <a:gd name="connsiteY16431" fmla="*/ 4877848 h 5143785"/>
              <a:gd name="connsiteX16432" fmla="*/ 1486186 w 3114960"/>
              <a:gd name="connsiteY16432" fmla="*/ 4890612 h 5143785"/>
              <a:gd name="connsiteX16433" fmla="*/ 1478661 w 3114960"/>
              <a:gd name="connsiteY16433" fmla="*/ 4890612 h 5143785"/>
              <a:gd name="connsiteX16434" fmla="*/ 1448848 w 3114960"/>
              <a:gd name="connsiteY16434" fmla="*/ 4860703 h 5143785"/>
              <a:gd name="connsiteX16435" fmla="*/ 1478661 w 3114960"/>
              <a:gd name="connsiteY16435" fmla="*/ 4830890 h 5143785"/>
              <a:gd name="connsiteX16436" fmla="*/ 1576388 w 3114960"/>
              <a:gd name="connsiteY16436" fmla="*/ 4830890 h 5143785"/>
              <a:gd name="connsiteX16437" fmla="*/ 1576388 w 3114960"/>
              <a:gd name="connsiteY16437" fmla="*/ 4843653 h 5143785"/>
              <a:gd name="connsiteX16438" fmla="*/ 1566291 w 3114960"/>
              <a:gd name="connsiteY16438" fmla="*/ 4843653 h 5143785"/>
              <a:gd name="connsiteX16439" fmla="*/ 1563910 w 3114960"/>
              <a:gd name="connsiteY16439" fmla="*/ 4846035 h 5143785"/>
              <a:gd name="connsiteX16440" fmla="*/ 1563910 w 3114960"/>
              <a:gd name="connsiteY16440" fmla="*/ 4875371 h 5143785"/>
              <a:gd name="connsiteX16441" fmla="*/ 1566291 w 3114960"/>
              <a:gd name="connsiteY16441" fmla="*/ 4877753 h 5143785"/>
              <a:gd name="connsiteX16442" fmla="*/ 1579817 w 3114960"/>
              <a:gd name="connsiteY16442" fmla="*/ 4877753 h 5143785"/>
              <a:gd name="connsiteX16443" fmla="*/ 1579817 w 3114960"/>
              <a:gd name="connsiteY16443" fmla="*/ 4890516 h 5143785"/>
              <a:gd name="connsiteX16444" fmla="*/ 1568482 w 3114960"/>
              <a:gd name="connsiteY16444" fmla="*/ 4873086 h 5143785"/>
              <a:gd name="connsiteX16445" fmla="*/ 1568482 w 3114960"/>
              <a:gd name="connsiteY16445" fmla="*/ 4848511 h 5143785"/>
              <a:gd name="connsiteX16446" fmla="*/ 1593056 w 3114960"/>
              <a:gd name="connsiteY16446" fmla="*/ 4848511 h 5143785"/>
              <a:gd name="connsiteX16447" fmla="*/ 1593056 w 3114960"/>
              <a:gd name="connsiteY16447" fmla="*/ 4873086 h 5143785"/>
              <a:gd name="connsiteX16448" fmla="*/ 1568482 w 3114960"/>
              <a:gd name="connsiteY16448" fmla="*/ 4873086 h 5143785"/>
              <a:gd name="connsiteX16449" fmla="*/ 1582007 w 3114960"/>
              <a:gd name="connsiteY16449" fmla="*/ 4890612 h 5143785"/>
              <a:gd name="connsiteX16450" fmla="*/ 1582007 w 3114960"/>
              <a:gd name="connsiteY16450" fmla="*/ 4877848 h 5143785"/>
              <a:gd name="connsiteX16451" fmla="*/ 1595438 w 3114960"/>
              <a:gd name="connsiteY16451" fmla="*/ 4877848 h 5143785"/>
              <a:gd name="connsiteX16452" fmla="*/ 1597819 w 3114960"/>
              <a:gd name="connsiteY16452" fmla="*/ 4875467 h 5143785"/>
              <a:gd name="connsiteX16453" fmla="*/ 1597819 w 3114960"/>
              <a:gd name="connsiteY16453" fmla="*/ 4846130 h 5143785"/>
              <a:gd name="connsiteX16454" fmla="*/ 1595438 w 3114960"/>
              <a:gd name="connsiteY16454" fmla="*/ 4843748 h 5143785"/>
              <a:gd name="connsiteX16455" fmla="*/ 1583341 w 3114960"/>
              <a:gd name="connsiteY16455" fmla="*/ 4843748 h 5143785"/>
              <a:gd name="connsiteX16456" fmla="*/ 1583341 w 3114960"/>
              <a:gd name="connsiteY16456" fmla="*/ 4830985 h 5143785"/>
              <a:gd name="connsiteX16457" fmla="*/ 1625060 w 3114960"/>
              <a:gd name="connsiteY16457" fmla="*/ 4830985 h 5143785"/>
              <a:gd name="connsiteX16458" fmla="*/ 1625060 w 3114960"/>
              <a:gd name="connsiteY16458" fmla="*/ 4843748 h 5143785"/>
              <a:gd name="connsiteX16459" fmla="*/ 1612773 w 3114960"/>
              <a:gd name="connsiteY16459" fmla="*/ 4843748 h 5143785"/>
              <a:gd name="connsiteX16460" fmla="*/ 1610392 w 3114960"/>
              <a:gd name="connsiteY16460" fmla="*/ 4846130 h 5143785"/>
              <a:gd name="connsiteX16461" fmla="*/ 1610392 w 3114960"/>
              <a:gd name="connsiteY16461" fmla="*/ 4875467 h 5143785"/>
              <a:gd name="connsiteX16462" fmla="*/ 1612773 w 3114960"/>
              <a:gd name="connsiteY16462" fmla="*/ 4877848 h 5143785"/>
              <a:gd name="connsiteX16463" fmla="*/ 1626489 w 3114960"/>
              <a:gd name="connsiteY16463" fmla="*/ 4877848 h 5143785"/>
              <a:gd name="connsiteX16464" fmla="*/ 1626489 w 3114960"/>
              <a:gd name="connsiteY16464" fmla="*/ 4890612 h 5143785"/>
              <a:gd name="connsiteX16465" fmla="*/ 1582007 w 3114960"/>
              <a:gd name="connsiteY16465" fmla="*/ 4890612 h 5143785"/>
              <a:gd name="connsiteX16466" fmla="*/ 1615250 w 3114960"/>
              <a:gd name="connsiteY16466" fmla="*/ 4873086 h 5143785"/>
              <a:gd name="connsiteX16467" fmla="*/ 1615250 w 3114960"/>
              <a:gd name="connsiteY16467" fmla="*/ 4848511 h 5143785"/>
              <a:gd name="connsiteX16468" fmla="*/ 1639824 w 3114960"/>
              <a:gd name="connsiteY16468" fmla="*/ 4848511 h 5143785"/>
              <a:gd name="connsiteX16469" fmla="*/ 1639824 w 3114960"/>
              <a:gd name="connsiteY16469" fmla="*/ 4873086 h 5143785"/>
              <a:gd name="connsiteX16470" fmla="*/ 1615250 w 3114960"/>
              <a:gd name="connsiteY16470" fmla="*/ 4873086 h 5143785"/>
              <a:gd name="connsiteX16471" fmla="*/ 1637728 w 3114960"/>
              <a:gd name="connsiteY16471" fmla="*/ 4830890 h 5143785"/>
              <a:gd name="connsiteX16472" fmla="*/ 1667637 w 3114960"/>
              <a:gd name="connsiteY16472" fmla="*/ 4860703 h 5143785"/>
              <a:gd name="connsiteX16473" fmla="*/ 1637728 w 3114960"/>
              <a:gd name="connsiteY16473" fmla="*/ 4890612 h 5143785"/>
              <a:gd name="connsiteX16474" fmla="*/ 1628870 w 3114960"/>
              <a:gd name="connsiteY16474" fmla="*/ 4890612 h 5143785"/>
              <a:gd name="connsiteX16475" fmla="*/ 1628870 w 3114960"/>
              <a:gd name="connsiteY16475" fmla="*/ 4877848 h 5143785"/>
              <a:gd name="connsiteX16476" fmla="*/ 1642110 w 3114960"/>
              <a:gd name="connsiteY16476" fmla="*/ 4877848 h 5143785"/>
              <a:gd name="connsiteX16477" fmla="*/ 1644491 w 3114960"/>
              <a:gd name="connsiteY16477" fmla="*/ 4875467 h 5143785"/>
              <a:gd name="connsiteX16478" fmla="*/ 1644491 w 3114960"/>
              <a:gd name="connsiteY16478" fmla="*/ 4846130 h 5143785"/>
              <a:gd name="connsiteX16479" fmla="*/ 1642110 w 3114960"/>
              <a:gd name="connsiteY16479" fmla="*/ 4843748 h 5143785"/>
              <a:gd name="connsiteX16480" fmla="*/ 1627442 w 3114960"/>
              <a:gd name="connsiteY16480" fmla="*/ 4843748 h 5143785"/>
              <a:gd name="connsiteX16481" fmla="*/ 1627442 w 3114960"/>
              <a:gd name="connsiteY16481" fmla="*/ 4830985 h 5143785"/>
              <a:gd name="connsiteX16482" fmla="*/ 1637728 w 3114960"/>
              <a:gd name="connsiteY16482" fmla="*/ 4830985 h 5143785"/>
              <a:gd name="connsiteX16483" fmla="*/ 1620488 w 3114960"/>
              <a:gd name="connsiteY16483" fmla="*/ 5054060 h 5143785"/>
              <a:gd name="connsiteX16484" fmla="*/ 1613726 w 3114960"/>
              <a:gd name="connsiteY16484" fmla="*/ 5062824 h 5143785"/>
              <a:gd name="connsiteX16485" fmla="*/ 1604867 w 3114960"/>
              <a:gd name="connsiteY16485" fmla="*/ 5055965 h 5143785"/>
              <a:gd name="connsiteX16486" fmla="*/ 1606487 w 3114960"/>
              <a:gd name="connsiteY16486" fmla="*/ 5050155 h 5143785"/>
              <a:gd name="connsiteX16487" fmla="*/ 1611725 w 3114960"/>
              <a:gd name="connsiteY16487" fmla="*/ 5047203 h 5143785"/>
              <a:gd name="connsiteX16488" fmla="*/ 1612773 w 3114960"/>
              <a:gd name="connsiteY16488" fmla="*/ 5047203 h 5143785"/>
              <a:gd name="connsiteX16489" fmla="*/ 1617536 w 3114960"/>
              <a:gd name="connsiteY16489" fmla="*/ 5048822 h 5143785"/>
              <a:gd name="connsiteX16490" fmla="*/ 1620488 w 3114960"/>
              <a:gd name="connsiteY16490" fmla="*/ 5054060 h 5143785"/>
              <a:gd name="connsiteX16491" fmla="*/ 1620488 w 3114960"/>
              <a:gd name="connsiteY16491" fmla="*/ 5054060 h 5143785"/>
              <a:gd name="connsiteX16492" fmla="*/ 1684877 w 3114960"/>
              <a:gd name="connsiteY16492" fmla="*/ 5059490 h 5143785"/>
              <a:gd name="connsiteX16493" fmla="*/ 1688021 w 3114960"/>
              <a:gd name="connsiteY16493" fmla="*/ 5056347 h 5143785"/>
              <a:gd name="connsiteX16494" fmla="*/ 1691164 w 3114960"/>
              <a:gd name="connsiteY16494" fmla="*/ 5059490 h 5143785"/>
              <a:gd name="connsiteX16495" fmla="*/ 1688021 w 3114960"/>
              <a:gd name="connsiteY16495" fmla="*/ 5062633 h 5143785"/>
              <a:gd name="connsiteX16496" fmla="*/ 1684877 w 3114960"/>
              <a:gd name="connsiteY16496" fmla="*/ 5059490 h 5143785"/>
              <a:gd name="connsiteX16497" fmla="*/ 95 w 3114960"/>
              <a:gd name="connsiteY16497" fmla="*/ 1603820 h 5143785"/>
              <a:gd name="connsiteX16498" fmla="*/ 23813 w 3114960"/>
              <a:gd name="connsiteY16498" fmla="*/ 1603629 h 5143785"/>
              <a:gd name="connsiteX16499" fmla="*/ 60008 w 3114960"/>
              <a:gd name="connsiteY16499" fmla="*/ 1568577 h 5143785"/>
              <a:gd name="connsiteX16500" fmla="*/ 170593 w 3114960"/>
              <a:gd name="connsiteY16500" fmla="*/ 1568577 h 5143785"/>
              <a:gd name="connsiteX16501" fmla="*/ 188690 w 3114960"/>
              <a:gd name="connsiteY16501" fmla="*/ 1555718 h 5143785"/>
              <a:gd name="connsiteX16502" fmla="*/ 197834 w 3114960"/>
              <a:gd name="connsiteY16502" fmla="*/ 1559338 h 5143785"/>
              <a:gd name="connsiteX16503" fmla="*/ 202120 w 3114960"/>
              <a:gd name="connsiteY16503" fmla="*/ 1558576 h 5143785"/>
              <a:gd name="connsiteX16504" fmla="*/ 216884 w 3114960"/>
              <a:gd name="connsiteY16504" fmla="*/ 1575626 h 5143785"/>
              <a:gd name="connsiteX16505" fmla="*/ 216884 w 3114960"/>
              <a:gd name="connsiteY16505" fmla="*/ 1668494 h 5143785"/>
              <a:gd name="connsiteX16506" fmla="*/ 213265 w 3114960"/>
              <a:gd name="connsiteY16506" fmla="*/ 1673352 h 5143785"/>
              <a:gd name="connsiteX16507" fmla="*/ 213265 w 3114960"/>
              <a:gd name="connsiteY16507" fmla="*/ 1679829 h 5143785"/>
              <a:gd name="connsiteX16508" fmla="*/ 218408 w 3114960"/>
              <a:gd name="connsiteY16508" fmla="*/ 1684973 h 5143785"/>
              <a:gd name="connsiteX16509" fmla="*/ 238792 w 3114960"/>
              <a:gd name="connsiteY16509" fmla="*/ 1684973 h 5143785"/>
              <a:gd name="connsiteX16510" fmla="*/ 243935 w 3114960"/>
              <a:gd name="connsiteY16510" fmla="*/ 1679829 h 5143785"/>
              <a:gd name="connsiteX16511" fmla="*/ 243935 w 3114960"/>
              <a:gd name="connsiteY16511" fmla="*/ 1673352 h 5143785"/>
              <a:gd name="connsiteX16512" fmla="*/ 239458 w 3114960"/>
              <a:gd name="connsiteY16512" fmla="*/ 1668304 h 5143785"/>
              <a:gd name="connsiteX16513" fmla="*/ 239458 w 3114960"/>
              <a:gd name="connsiteY16513" fmla="*/ 1574292 h 5143785"/>
              <a:gd name="connsiteX16514" fmla="*/ 270415 w 3114960"/>
              <a:gd name="connsiteY16514" fmla="*/ 1534001 h 5143785"/>
              <a:gd name="connsiteX16515" fmla="*/ 277178 w 3114960"/>
              <a:gd name="connsiteY16515" fmla="*/ 1535906 h 5143785"/>
              <a:gd name="connsiteX16516" fmla="*/ 290608 w 3114960"/>
              <a:gd name="connsiteY16516" fmla="*/ 1522476 h 5143785"/>
              <a:gd name="connsiteX16517" fmla="*/ 277178 w 3114960"/>
              <a:gd name="connsiteY16517" fmla="*/ 1509046 h 5143785"/>
              <a:gd name="connsiteX16518" fmla="*/ 263938 w 3114960"/>
              <a:gd name="connsiteY16518" fmla="*/ 1520095 h 5143785"/>
              <a:gd name="connsiteX16519" fmla="*/ 229648 w 3114960"/>
              <a:gd name="connsiteY16519" fmla="*/ 1520095 h 5143785"/>
              <a:gd name="connsiteX16520" fmla="*/ 216599 w 3114960"/>
              <a:gd name="connsiteY16520" fmla="*/ 1505522 h 5143785"/>
              <a:gd name="connsiteX16521" fmla="*/ 137351 w 3114960"/>
              <a:gd name="connsiteY16521" fmla="*/ 1505522 h 5143785"/>
              <a:gd name="connsiteX16522" fmla="*/ 102108 w 3114960"/>
              <a:gd name="connsiteY16522" fmla="*/ 1531144 h 5143785"/>
              <a:gd name="connsiteX16523" fmla="*/ 99251 w 3114960"/>
              <a:gd name="connsiteY16523" fmla="*/ 1530287 h 5143785"/>
              <a:gd name="connsiteX16524" fmla="*/ 91916 w 3114960"/>
              <a:gd name="connsiteY16524" fmla="*/ 1530287 h 5143785"/>
              <a:gd name="connsiteX16525" fmla="*/ 86106 w 3114960"/>
              <a:gd name="connsiteY16525" fmla="*/ 1536097 h 5143785"/>
              <a:gd name="connsiteX16526" fmla="*/ 86106 w 3114960"/>
              <a:gd name="connsiteY16526" fmla="*/ 1543431 h 5143785"/>
              <a:gd name="connsiteX16527" fmla="*/ 91916 w 3114960"/>
              <a:gd name="connsiteY16527" fmla="*/ 1549241 h 5143785"/>
              <a:gd name="connsiteX16528" fmla="*/ 99251 w 3114960"/>
              <a:gd name="connsiteY16528" fmla="*/ 1549241 h 5143785"/>
              <a:gd name="connsiteX16529" fmla="*/ 105061 w 3114960"/>
              <a:gd name="connsiteY16529" fmla="*/ 1543431 h 5143785"/>
              <a:gd name="connsiteX16530" fmla="*/ 105061 w 3114960"/>
              <a:gd name="connsiteY16530" fmla="*/ 1536097 h 5143785"/>
              <a:gd name="connsiteX16531" fmla="*/ 104870 w 3114960"/>
              <a:gd name="connsiteY16531" fmla="*/ 1535049 h 5143785"/>
              <a:gd name="connsiteX16532" fmla="*/ 138875 w 3114960"/>
              <a:gd name="connsiteY16532" fmla="*/ 1510379 h 5143785"/>
              <a:gd name="connsiteX16533" fmla="*/ 214408 w 3114960"/>
              <a:gd name="connsiteY16533" fmla="*/ 1510379 h 5143785"/>
              <a:gd name="connsiteX16534" fmla="*/ 227457 w 3114960"/>
              <a:gd name="connsiteY16534" fmla="*/ 1524953 h 5143785"/>
              <a:gd name="connsiteX16535" fmla="*/ 263843 w 3114960"/>
              <a:gd name="connsiteY16535" fmla="*/ 1524953 h 5143785"/>
              <a:gd name="connsiteX16536" fmla="*/ 266700 w 3114960"/>
              <a:gd name="connsiteY16536" fmla="*/ 1531049 h 5143785"/>
              <a:gd name="connsiteX16537" fmla="*/ 234601 w 3114960"/>
              <a:gd name="connsiteY16537" fmla="*/ 1572768 h 5143785"/>
              <a:gd name="connsiteX16538" fmla="*/ 234601 w 3114960"/>
              <a:gd name="connsiteY16538" fmla="*/ 1668304 h 5143785"/>
              <a:gd name="connsiteX16539" fmla="*/ 226219 w 3114960"/>
              <a:gd name="connsiteY16539" fmla="*/ 1668304 h 5143785"/>
              <a:gd name="connsiteX16540" fmla="*/ 226219 w 3114960"/>
              <a:gd name="connsiteY16540" fmla="*/ 1572197 h 5143785"/>
              <a:gd name="connsiteX16541" fmla="*/ 209264 w 3114960"/>
              <a:gd name="connsiteY16541" fmla="*/ 1552575 h 5143785"/>
              <a:gd name="connsiteX16542" fmla="*/ 211074 w 3114960"/>
              <a:gd name="connsiteY16542" fmla="*/ 1546003 h 5143785"/>
              <a:gd name="connsiteX16543" fmla="*/ 197644 w 3114960"/>
              <a:gd name="connsiteY16543" fmla="*/ 1532573 h 5143785"/>
              <a:gd name="connsiteX16544" fmla="*/ 184214 w 3114960"/>
              <a:gd name="connsiteY16544" fmla="*/ 1546003 h 5143785"/>
              <a:gd name="connsiteX16545" fmla="*/ 185738 w 3114960"/>
              <a:gd name="connsiteY16545" fmla="*/ 1552003 h 5143785"/>
              <a:gd name="connsiteX16546" fmla="*/ 168974 w 3114960"/>
              <a:gd name="connsiteY16546" fmla="*/ 1564005 h 5143785"/>
              <a:gd name="connsiteX16547" fmla="*/ 58103 w 3114960"/>
              <a:gd name="connsiteY16547" fmla="*/ 1564005 h 5143785"/>
              <a:gd name="connsiteX16548" fmla="*/ 21908 w 3114960"/>
              <a:gd name="connsiteY16548" fmla="*/ 1598962 h 5143785"/>
              <a:gd name="connsiteX16549" fmla="*/ 95 w 3114960"/>
              <a:gd name="connsiteY16549" fmla="*/ 1599152 h 5143785"/>
              <a:gd name="connsiteX16550" fmla="*/ 95 w 3114960"/>
              <a:gd name="connsiteY16550" fmla="*/ 1603915 h 5143785"/>
              <a:gd name="connsiteX16551" fmla="*/ 100489 w 3114960"/>
              <a:gd name="connsiteY16551" fmla="*/ 1543431 h 5143785"/>
              <a:gd name="connsiteX16552" fmla="*/ 99441 w 3114960"/>
              <a:gd name="connsiteY16552" fmla="*/ 1544479 h 5143785"/>
              <a:gd name="connsiteX16553" fmla="*/ 92107 w 3114960"/>
              <a:gd name="connsiteY16553" fmla="*/ 1544479 h 5143785"/>
              <a:gd name="connsiteX16554" fmla="*/ 91059 w 3114960"/>
              <a:gd name="connsiteY16554" fmla="*/ 1543431 h 5143785"/>
              <a:gd name="connsiteX16555" fmla="*/ 91059 w 3114960"/>
              <a:gd name="connsiteY16555" fmla="*/ 1536097 h 5143785"/>
              <a:gd name="connsiteX16556" fmla="*/ 92107 w 3114960"/>
              <a:gd name="connsiteY16556" fmla="*/ 1535049 h 5143785"/>
              <a:gd name="connsiteX16557" fmla="*/ 99441 w 3114960"/>
              <a:gd name="connsiteY16557" fmla="*/ 1535049 h 5143785"/>
              <a:gd name="connsiteX16558" fmla="*/ 100489 w 3114960"/>
              <a:gd name="connsiteY16558" fmla="*/ 1536097 h 5143785"/>
              <a:gd name="connsiteX16559" fmla="*/ 100489 w 3114960"/>
              <a:gd name="connsiteY16559" fmla="*/ 1543431 h 5143785"/>
              <a:gd name="connsiteX16560" fmla="*/ 277273 w 3114960"/>
              <a:gd name="connsiteY16560" fmla="*/ 1513808 h 5143785"/>
              <a:gd name="connsiteX16561" fmla="*/ 285941 w 3114960"/>
              <a:gd name="connsiteY16561" fmla="*/ 1522476 h 5143785"/>
              <a:gd name="connsiteX16562" fmla="*/ 277273 w 3114960"/>
              <a:gd name="connsiteY16562" fmla="*/ 1531144 h 5143785"/>
              <a:gd name="connsiteX16563" fmla="*/ 268605 w 3114960"/>
              <a:gd name="connsiteY16563" fmla="*/ 1522476 h 5143785"/>
              <a:gd name="connsiteX16564" fmla="*/ 277273 w 3114960"/>
              <a:gd name="connsiteY16564" fmla="*/ 1513808 h 5143785"/>
              <a:gd name="connsiteX16565" fmla="*/ 238220 w 3114960"/>
              <a:gd name="connsiteY16565" fmla="*/ 1670685 h 5143785"/>
              <a:gd name="connsiteX16566" fmla="*/ 238887 w 3114960"/>
              <a:gd name="connsiteY16566" fmla="*/ 1670685 h 5143785"/>
              <a:gd name="connsiteX16567" fmla="*/ 241554 w 3114960"/>
              <a:gd name="connsiteY16567" fmla="*/ 1673352 h 5143785"/>
              <a:gd name="connsiteX16568" fmla="*/ 241554 w 3114960"/>
              <a:gd name="connsiteY16568" fmla="*/ 1679829 h 5143785"/>
              <a:gd name="connsiteX16569" fmla="*/ 238887 w 3114960"/>
              <a:gd name="connsiteY16569" fmla="*/ 1682496 h 5143785"/>
              <a:gd name="connsiteX16570" fmla="*/ 238220 w 3114960"/>
              <a:gd name="connsiteY16570" fmla="*/ 1682496 h 5143785"/>
              <a:gd name="connsiteX16571" fmla="*/ 238220 w 3114960"/>
              <a:gd name="connsiteY16571" fmla="*/ 1670685 h 5143785"/>
              <a:gd name="connsiteX16572" fmla="*/ 225362 w 3114960"/>
              <a:gd name="connsiteY16572" fmla="*/ 1670685 h 5143785"/>
              <a:gd name="connsiteX16573" fmla="*/ 235077 w 3114960"/>
              <a:gd name="connsiteY16573" fmla="*/ 1670685 h 5143785"/>
              <a:gd name="connsiteX16574" fmla="*/ 235077 w 3114960"/>
              <a:gd name="connsiteY16574" fmla="*/ 1682496 h 5143785"/>
              <a:gd name="connsiteX16575" fmla="*/ 225362 w 3114960"/>
              <a:gd name="connsiteY16575" fmla="*/ 1682496 h 5143785"/>
              <a:gd name="connsiteX16576" fmla="*/ 225362 w 3114960"/>
              <a:gd name="connsiteY16576" fmla="*/ 1670685 h 5143785"/>
              <a:gd name="connsiteX16577" fmla="*/ 221075 w 3114960"/>
              <a:gd name="connsiteY16577" fmla="*/ 1670685 h 5143785"/>
              <a:gd name="connsiteX16578" fmla="*/ 223838 w 3114960"/>
              <a:gd name="connsiteY16578" fmla="*/ 1670685 h 5143785"/>
              <a:gd name="connsiteX16579" fmla="*/ 223838 w 3114960"/>
              <a:gd name="connsiteY16579" fmla="*/ 1682496 h 5143785"/>
              <a:gd name="connsiteX16580" fmla="*/ 221075 w 3114960"/>
              <a:gd name="connsiteY16580" fmla="*/ 1682496 h 5143785"/>
              <a:gd name="connsiteX16581" fmla="*/ 221075 w 3114960"/>
              <a:gd name="connsiteY16581" fmla="*/ 1670685 h 5143785"/>
              <a:gd name="connsiteX16582" fmla="*/ 218599 w 3114960"/>
              <a:gd name="connsiteY16582" fmla="*/ 1670685 h 5143785"/>
              <a:gd name="connsiteX16583" fmla="*/ 218599 w 3114960"/>
              <a:gd name="connsiteY16583" fmla="*/ 1682496 h 5143785"/>
              <a:gd name="connsiteX16584" fmla="*/ 218504 w 3114960"/>
              <a:gd name="connsiteY16584" fmla="*/ 1682496 h 5143785"/>
              <a:gd name="connsiteX16585" fmla="*/ 215837 w 3114960"/>
              <a:gd name="connsiteY16585" fmla="*/ 1679829 h 5143785"/>
              <a:gd name="connsiteX16586" fmla="*/ 215837 w 3114960"/>
              <a:gd name="connsiteY16586" fmla="*/ 1673352 h 5143785"/>
              <a:gd name="connsiteX16587" fmla="*/ 218504 w 3114960"/>
              <a:gd name="connsiteY16587" fmla="*/ 1670685 h 5143785"/>
              <a:gd name="connsiteX16588" fmla="*/ 218599 w 3114960"/>
              <a:gd name="connsiteY16588" fmla="*/ 1670685 h 5143785"/>
              <a:gd name="connsiteX16589" fmla="*/ 197834 w 3114960"/>
              <a:gd name="connsiteY16589" fmla="*/ 1537145 h 5143785"/>
              <a:gd name="connsiteX16590" fmla="*/ 206502 w 3114960"/>
              <a:gd name="connsiteY16590" fmla="*/ 1545812 h 5143785"/>
              <a:gd name="connsiteX16591" fmla="*/ 197834 w 3114960"/>
              <a:gd name="connsiteY16591" fmla="*/ 1554480 h 5143785"/>
              <a:gd name="connsiteX16592" fmla="*/ 189167 w 3114960"/>
              <a:gd name="connsiteY16592" fmla="*/ 1545812 h 5143785"/>
              <a:gd name="connsiteX16593" fmla="*/ 197834 w 3114960"/>
              <a:gd name="connsiteY16593" fmla="*/ 1537145 h 5143785"/>
              <a:gd name="connsiteX16594" fmla="*/ 1369886 w 3114960"/>
              <a:gd name="connsiteY16594" fmla="*/ 5081112 h 5143785"/>
              <a:gd name="connsiteX16595" fmla="*/ 1373600 w 3114960"/>
              <a:gd name="connsiteY16595" fmla="*/ 5082159 h 5143785"/>
              <a:gd name="connsiteX16596" fmla="*/ 1381506 w 3114960"/>
              <a:gd name="connsiteY16596" fmla="*/ 5074253 h 5143785"/>
              <a:gd name="connsiteX16597" fmla="*/ 1373600 w 3114960"/>
              <a:gd name="connsiteY16597" fmla="*/ 5066348 h 5143785"/>
              <a:gd name="connsiteX16598" fmla="*/ 1365695 w 3114960"/>
              <a:gd name="connsiteY16598" fmla="*/ 5074253 h 5143785"/>
              <a:gd name="connsiteX16599" fmla="*/ 1366552 w 3114960"/>
              <a:gd name="connsiteY16599" fmla="*/ 5077683 h 5143785"/>
              <a:gd name="connsiteX16600" fmla="*/ 1345502 w 3114960"/>
              <a:gd name="connsiteY16600" fmla="*/ 5093208 h 5143785"/>
              <a:gd name="connsiteX16601" fmla="*/ 1345502 w 3114960"/>
              <a:gd name="connsiteY16601" fmla="*/ 5143595 h 5143785"/>
              <a:gd name="connsiteX16602" fmla="*/ 1350264 w 3114960"/>
              <a:gd name="connsiteY16602" fmla="*/ 5143595 h 5143785"/>
              <a:gd name="connsiteX16603" fmla="*/ 1350264 w 3114960"/>
              <a:gd name="connsiteY16603" fmla="*/ 5095590 h 5143785"/>
              <a:gd name="connsiteX16604" fmla="*/ 1369886 w 3114960"/>
              <a:gd name="connsiteY16604" fmla="*/ 5081112 h 5143785"/>
              <a:gd name="connsiteX16605" fmla="*/ 1373600 w 3114960"/>
              <a:gd name="connsiteY16605" fmla="*/ 5071015 h 5143785"/>
              <a:gd name="connsiteX16606" fmla="*/ 1376744 w 3114960"/>
              <a:gd name="connsiteY16606" fmla="*/ 5074158 h 5143785"/>
              <a:gd name="connsiteX16607" fmla="*/ 1373600 w 3114960"/>
              <a:gd name="connsiteY16607" fmla="*/ 5077301 h 5143785"/>
              <a:gd name="connsiteX16608" fmla="*/ 1370457 w 3114960"/>
              <a:gd name="connsiteY16608" fmla="*/ 5074158 h 5143785"/>
              <a:gd name="connsiteX16609" fmla="*/ 1373600 w 3114960"/>
              <a:gd name="connsiteY16609" fmla="*/ 5071015 h 5143785"/>
              <a:gd name="connsiteX16610" fmla="*/ 1648682 w 3114960"/>
              <a:gd name="connsiteY16610" fmla="*/ 5079873 h 5143785"/>
              <a:gd name="connsiteX16611" fmla="*/ 1648682 w 3114960"/>
              <a:gd name="connsiteY16611" fmla="*/ 5143595 h 5143785"/>
              <a:gd name="connsiteX16612" fmla="*/ 1653445 w 3114960"/>
              <a:gd name="connsiteY16612" fmla="*/ 5143595 h 5143785"/>
              <a:gd name="connsiteX16613" fmla="*/ 1653445 w 3114960"/>
              <a:gd name="connsiteY16613" fmla="*/ 5081969 h 5143785"/>
              <a:gd name="connsiteX16614" fmla="*/ 1659636 w 3114960"/>
              <a:gd name="connsiteY16614" fmla="*/ 5076158 h 5143785"/>
              <a:gd name="connsiteX16615" fmla="*/ 1659636 w 3114960"/>
              <a:gd name="connsiteY16615" fmla="*/ 5050441 h 5143785"/>
              <a:gd name="connsiteX16616" fmla="*/ 1665161 w 3114960"/>
              <a:gd name="connsiteY16616" fmla="*/ 5043012 h 5143785"/>
              <a:gd name="connsiteX16617" fmla="*/ 1657255 w 3114960"/>
              <a:gd name="connsiteY16617" fmla="*/ 5035106 h 5143785"/>
              <a:gd name="connsiteX16618" fmla="*/ 1649349 w 3114960"/>
              <a:gd name="connsiteY16618" fmla="*/ 5043012 h 5143785"/>
              <a:gd name="connsiteX16619" fmla="*/ 1654874 w 3114960"/>
              <a:gd name="connsiteY16619" fmla="*/ 5050441 h 5143785"/>
              <a:gd name="connsiteX16620" fmla="*/ 1654874 w 3114960"/>
              <a:gd name="connsiteY16620" fmla="*/ 5074063 h 5143785"/>
              <a:gd name="connsiteX16621" fmla="*/ 1648682 w 3114960"/>
              <a:gd name="connsiteY16621" fmla="*/ 5079873 h 5143785"/>
              <a:gd name="connsiteX16622" fmla="*/ 1654112 w 3114960"/>
              <a:gd name="connsiteY16622" fmla="*/ 5043012 h 5143785"/>
              <a:gd name="connsiteX16623" fmla="*/ 1657255 w 3114960"/>
              <a:gd name="connsiteY16623" fmla="*/ 5039868 h 5143785"/>
              <a:gd name="connsiteX16624" fmla="*/ 1660398 w 3114960"/>
              <a:gd name="connsiteY16624" fmla="*/ 5043012 h 5143785"/>
              <a:gd name="connsiteX16625" fmla="*/ 1657255 w 3114960"/>
              <a:gd name="connsiteY16625" fmla="*/ 5046155 h 5143785"/>
              <a:gd name="connsiteX16626" fmla="*/ 1654112 w 3114960"/>
              <a:gd name="connsiteY16626" fmla="*/ 5043012 h 5143785"/>
              <a:gd name="connsiteX16627" fmla="*/ 2180082 w 3114960"/>
              <a:gd name="connsiteY16627" fmla="*/ 4808982 h 5143785"/>
              <a:gd name="connsiteX16628" fmla="*/ 2163128 w 3114960"/>
              <a:gd name="connsiteY16628" fmla="*/ 4814602 h 5143785"/>
              <a:gd name="connsiteX16629" fmla="*/ 2168747 w 3114960"/>
              <a:gd name="connsiteY16629" fmla="*/ 4831556 h 5143785"/>
              <a:gd name="connsiteX16630" fmla="*/ 2174367 w 3114960"/>
              <a:gd name="connsiteY16630" fmla="*/ 4832890 h 5143785"/>
              <a:gd name="connsiteX16631" fmla="*/ 2185702 w 3114960"/>
              <a:gd name="connsiteY16631" fmla="*/ 4825937 h 5143785"/>
              <a:gd name="connsiteX16632" fmla="*/ 2186559 w 3114960"/>
              <a:gd name="connsiteY16632" fmla="*/ 4822698 h 5143785"/>
              <a:gd name="connsiteX16633" fmla="*/ 2351913 w 3114960"/>
              <a:gd name="connsiteY16633" fmla="*/ 4822698 h 5143785"/>
              <a:gd name="connsiteX16634" fmla="*/ 2390489 w 3114960"/>
              <a:gd name="connsiteY16634" fmla="*/ 4779264 h 5143785"/>
              <a:gd name="connsiteX16635" fmla="*/ 2390489 w 3114960"/>
              <a:gd name="connsiteY16635" fmla="*/ 4654772 h 5143785"/>
              <a:gd name="connsiteX16636" fmla="*/ 2400205 w 3114960"/>
              <a:gd name="connsiteY16636" fmla="*/ 4646010 h 5143785"/>
              <a:gd name="connsiteX16637" fmla="*/ 2391537 w 3114960"/>
              <a:gd name="connsiteY16637" fmla="*/ 4630388 h 5143785"/>
              <a:gd name="connsiteX16638" fmla="*/ 2375916 w 3114960"/>
              <a:gd name="connsiteY16638" fmla="*/ 4639056 h 5143785"/>
              <a:gd name="connsiteX16639" fmla="*/ 2377059 w 3114960"/>
              <a:gd name="connsiteY16639" fmla="*/ 4648677 h 5143785"/>
              <a:gd name="connsiteX16640" fmla="*/ 2384584 w 3114960"/>
              <a:gd name="connsiteY16640" fmla="*/ 4654677 h 5143785"/>
              <a:gd name="connsiteX16641" fmla="*/ 2385632 w 3114960"/>
              <a:gd name="connsiteY16641" fmla="*/ 4654868 h 5143785"/>
              <a:gd name="connsiteX16642" fmla="*/ 2385632 w 3114960"/>
              <a:gd name="connsiteY16642" fmla="*/ 4777454 h 5143785"/>
              <a:gd name="connsiteX16643" fmla="*/ 2349627 w 3114960"/>
              <a:gd name="connsiteY16643" fmla="*/ 4817936 h 5143785"/>
              <a:gd name="connsiteX16644" fmla="*/ 2186464 w 3114960"/>
              <a:gd name="connsiteY16644" fmla="*/ 4817936 h 5143785"/>
              <a:gd name="connsiteX16645" fmla="*/ 2179892 w 3114960"/>
              <a:gd name="connsiteY16645" fmla="*/ 4808982 h 5143785"/>
              <a:gd name="connsiteX16646" fmla="*/ 2181416 w 3114960"/>
              <a:gd name="connsiteY16646" fmla="*/ 4823746 h 5143785"/>
              <a:gd name="connsiteX16647" fmla="*/ 2170843 w 3114960"/>
              <a:gd name="connsiteY16647" fmla="*/ 4827270 h 5143785"/>
              <a:gd name="connsiteX16648" fmla="*/ 2166938 w 3114960"/>
              <a:gd name="connsiteY16648" fmla="*/ 4822698 h 5143785"/>
              <a:gd name="connsiteX16649" fmla="*/ 2167319 w 3114960"/>
              <a:gd name="connsiteY16649" fmla="*/ 4816697 h 5143785"/>
              <a:gd name="connsiteX16650" fmla="*/ 2171891 w 3114960"/>
              <a:gd name="connsiteY16650" fmla="*/ 4812792 h 5143785"/>
              <a:gd name="connsiteX16651" fmla="*/ 2174367 w 3114960"/>
              <a:gd name="connsiteY16651" fmla="*/ 4812411 h 5143785"/>
              <a:gd name="connsiteX16652" fmla="*/ 2177891 w 3114960"/>
              <a:gd name="connsiteY16652" fmla="*/ 4813269 h 5143785"/>
              <a:gd name="connsiteX16653" fmla="*/ 2181416 w 3114960"/>
              <a:gd name="connsiteY16653" fmla="*/ 4823841 h 5143785"/>
              <a:gd name="connsiteX16654" fmla="*/ 2381250 w 3114960"/>
              <a:gd name="connsiteY16654" fmla="*/ 4646390 h 5143785"/>
              <a:gd name="connsiteX16655" fmla="*/ 2380583 w 3114960"/>
              <a:gd name="connsiteY16655" fmla="*/ 4640390 h 5143785"/>
              <a:gd name="connsiteX16656" fmla="*/ 2390299 w 3114960"/>
              <a:gd name="connsiteY16656" fmla="*/ 4634961 h 5143785"/>
              <a:gd name="connsiteX16657" fmla="*/ 2395728 w 3114960"/>
              <a:gd name="connsiteY16657" fmla="*/ 4644676 h 5143785"/>
              <a:gd name="connsiteX16658" fmla="*/ 2386013 w 3114960"/>
              <a:gd name="connsiteY16658" fmla="*/ 4650105 h 5143785"/>
              <a:gd name="connsiteX16659" fmla="*/ 2381345 w 3114960"/>
              <a:gd name="connsiteY16659" fmla="*/ 4646390 h 5143785"/>
              <a:gd name="connsiteX16660" fmla="*/ 2240756 w 3114960"/>
              <a:gd name="connsiteY16660" fmla="*/ 5082921 h 5143785"/>
              <a:gd name="connsiteX16661" fmla="*/ 2305907 w 3114960"/>
              <a:gd name="connsiteY16661" fmla="*/ 5143595 h 5143785"/>
              <a:gd name="connsiteX16662" fmla="*/ 2298954 w 3114960"/>
              <a:gd name="connsiteY16662" fmla="*/ 5143595 h 5143785"/>
              <a:gd name="connsiteX16663" fmla="*/ 2238185 w 3114960"/>
              <a:gd name="connsiteY16663" fmla="*/ 5087017 h 5143785"/>
              <a:gd name="connsiteX16664" fmla="*/ 2145411 w 3114960"/>
              <a:gd name="connsiteY16664" fmla="*/ 5087017 h 5143785"/>
              <a:gd name="connsiteX16665" fmla="*/ 2145411 w 3114960"/>
              <a:gd name="connsiteY16665" fmla="*/ 5092446 h 5143785"/>
              <a:gd name="connsiteX16666" fmla="*/ 2141887 w 3114960"/>
              <a:gd name="connsiteY16666" fmla="*/ 5095970 h 5143785"/>
              <a:gd name="connsiteX16667" fmla="*/ 2126266 w 3114960"/>
              <a:gd name="connsiteY16667" fmla="*/ 5095970 h 5143785"/>
              <a:gd name="connsiteX16668" fmla="*/ 2122742 w 3114960"/>
              <a:gd name="connsiteY16668" fmla="*/ 5092446 h 5143785"/>
              <a:gd name="connsiteX16669" fmla="*/ 2122742 w 3114960"/>
              <a:gd name="connsiteY16669" fmla="*/ 5076825 h 5143785"/>
              <a:gd name="connsiteX16670" fmla="*/ 2126266 w 3114960"/>
              <a:gd name="connsiteY16670" fmla="*/ 5073301 h 5143785"/>
              <a:gd name="connsiteX16671" fmla="*/ 2141887 w 3114960"/>
              <a:gd name="connsiteY16671" fmla="*/ 5073301 h 5143785"/>
              <a:gd name="connsiteX16672" fmla="*/ 2145411 w 3114960"/>
              <a:gd name="connsiteY16672" fmla="*/ 5076825 h 5143785"/>
              <a:gd name="connsiteX16673" fmla="*/ 2145411 w 3114960"/>
              <a:gd name="connsiteY16673" fmla="*/ 5082254 h 5143785"/>
              <a:gd name="connsiteX16674" fmla="*/ 2239994 w 3114960"/>
              <a:gd name="connsiteY16674" fmla="*/ 5082254 h 5143785"/>
              <a:gd name="connsiteX16675" fmla="*/ 2240661 w 3114960"/>
              <a:gd name="connsiteY16675" fmla="*/ 5082921 h 5143785"/>
              <a:gd name="connsiteX16676" fmla="*/ 2115598 w 3114960"/>
              <a:gd name="connsiteY16676" fmla="*/ 5044535 h 5143785"/>
              <a:gd name="connsiteX16677" fmla="*/ 2200180 w 3114960"/>
              <a:gd name="connsiteY16677" fmla="*/ 5044821 h 5143785"/>
              <a:gd name="connsiteX16678" fmla="*/ 2204657 w 3114960"/>
              <a:gd name="connsiteY16678" fmla="*/ 5052156 h 5143785"/>
              <a:gd name="connsiteX16679" fmla="*/ 2212372 w 3114960"/>
              <a:gd name="connsiteY16679" fmla="*/ 5054822 h 5143785"/>
              <a:gd name="connsiteX16680" fmla="*/ 2213991 w 3114960"/>
              <a:gd name="connsiteY16680" fmla="*/ 5054727 h 5143785"/>
              <a:gd name="connsiteX16681" fmla="*/ 2222373 w 3114960"/>
              <a:gd name="connsiteY16681" fmla="*/ 5049965 h 5143785"/>
              <a:gd name="connsiteX16682" fmla="*/ 2224659 w 3114960"/>
              <a:gd name="connsiteY16682" fmla="*/ 5044631 h 5143785"/>
              <a:gd name="connsiteX16683" fmla="*/ 2258854 w 3114960"/>
              <a:gd name="connsiteY16683" fmla="*/ 5044631 h 5143785"/>
              <a:gd name="connsiteX16684" fmla="*/ 2269522 w 3114960"/>
              <a:gd name="connsiteY16684" fmla="*/ 5056251 h 5143785"/>
              <a:gd name="connsiteX16685" fmla="*/ 2309622 w 3114960"/>
              <a:gd name="connsiteY16685" fmla="*/ 5056251 h 5143785"/>
              <a:gd name="connsiteX16686" fmla="*/ 2312194 w 3114960"/>
              <a:gd name="connsiteY16686" fmla="*/ 5061871 h 5143785"/>
              <a:gd name="connsiteX16687" fmla="*/ 2318957 w 3114960"/>
              <a:gd name="connsiteY16687" fmla="*/ 5064633 h 5143785"/>
              <a:gd name="connsiteX16688" fmla="*/ 2341150 w 3114960"/>
              <a:gd name="connsiteY16688" fmla="*/ 5064633 h 5143785"/>
              <a:gd name="connsiteX16689" fmla="*/ 2347913 w 3114960"/>
              <a:gd name="connsiteY16689" fmla="*/ 5061775 h 5143785"/>
              <a:gd name="connsiteX16690" fmla="*/ 2349627 w 3114960"/>
              <a:gd name="connsiteY16690" fmla="*/ 5059299 h 5143785"/>
              <a:gd name="connsiteX16691" fmla="*/ 2364772 w 3114960"/>
              <a:gd name="connsiteY16691" fmla="*/ 5077968 h 5143785"/>
              <a:gd name="connsiteX16692" fmla="*/ 2446401 w 3114960"/>
              <a:gd name="connsiteY16692" fmla="*/ 5077778 h 5143785"/>
              <a:gd name="connsiteX16693" fmla="*/ 2446877 w 3114960"/>
              <a:gd name="connsiteY16693" fmla="*/ 5077778 h 5143785"/>
              <a:gd name="connsiteX16694" fmla="*/ 2468309 w 3114960"/>
              <a:gd name="connsiteY16694" fmla="*/ 5055108 h 5143785"/>
              <a:gd name="connsiteX16695" fmla="*/ 2551367 w 3114960"/>
              <a:gd name="connsiteY16695" fmla="*/ 5055108 h 5143785"/>
              <a:gd name="connsiteX16696" fmla="*/ 2552414 w 3114960"/>
              <a:gd name="connsiteY16696" fmla="*/ 5056918 h 5143785"/>
              <a:gd name="connsiteX16697" fmla="*/ 2562892 w 3114960"/>
              <a:gd name="connsiteY16697" fmla="*/ 5067395 h 5143785"/>
              <a:gd name="connsiteX16698" fmla="*/ 2569274 w 3114960"/>
              <a:gd name="connsiteY16698" fmla="*/ 5067395 h 5143785"/>
              <a:gd name="connsiteX16699" fmla="*/ 2579751 w 3114960"/>
              <a:gd name="connsiteY16699" fmla="*/ 5056918 h 5143785"/>
              <a:gd name="connsiteX16700" fmla="*/ 2579751 w 3114960"/>
              <a:gd name="connsiteY16700" fmla="*/ 5050536 h 5143785"/>
              <a:gd name="connsiteX16701" fmla="*/ 2569274 w 3114960"/>
              <a:gd name="connsiteY16701" fmla="*/ 5040059 h 5143785"/>
              <a:gd name="connsiteX16702" fmla="*/ 2562797 w 3114960"/>
              <a:gd name="connsiteY16702" fmla="*/ 5040059 h 5143785"/>
              <a:gd name="connsiteX16703" fmla="*/ 2552319 w 3114960"/>
              <a:gd name="connsiteY16703" fmla="*/ 5050536 h 5143785"/>
              <a:gd name="connsiteX16704" fmla="*/ 2551176 w 3114960"/>
              <a:gd name="connsiteY16704" fmla="*/ 5052632 h 5143785"/>
              <a:gd name="connsiteX16705" fmla="*/ 2467166 w 3114960"/>
              <a:gd name="connsiteY16705" fmla="*/ 5052632 h 5143785"/>
              <a:gd name="connsiteX16706" fmla="*/ 2445734 w 3114960"/>
              <a:gd name="connsiteY16706" fmla="*/ 5075397 h 5143785"/>
              <a:gd name="connsiteX16707" fmla="*/ 2365724 w 3114960"/>
              <a:gd name="connsiteY16707" fmla="*/ 5075587 h 5143785"/>
              <a:gd name="connsiteX16708" fmla="*/ 2350199 w 3114960"/>
              <a:gd name="connsiteY16708" fmla="*/ 5056537 h 5143785"/>
              <a:gd name="connsiteX16709" fmla="*/ 2350484 w 3114960"/>
              <a:gd name="connsiteY16709" fmla="*/ 5055013 h 5143785"/>
              <a:gd name="connsiteX16710" fmla="*/ 2350484 w 3114960"/>
              <a:gd name="connsiteY16710" fmla="*/ 5051774 h 5143785"/>
              <a:gd name="connsiteX16711" fmla="*/ 2347627 w 3114960"/>
              <a:gd name="connsiteY16711" fmla="*/ 5045012 h 5143785"/>
              <a:gd name="connsiteX16712" fmla="*/ 2340864 w 3114960"/>
              <a:gd name="connsiteY16712" fmla="*/ 5042249 h 5143785"/>
              <a:gd name="connsiteX16713" fmla="*/ 2318671 w 3114960"/>
              <a:gd name="connsiteY16713" fmla="*/ 5042249 h 5143785"/>
              <a:gd name="connsiteX16714" fmla="*/ 2311908 w 3114960"/>
              <a:gd name="connsiteY16714" fmla="*/ 5045107 h 5143785"/>
              <a:gd name="connsiteX16715" fmla="*/ 2309146 w 3114960"/>
              <a:gd name="connsiteY16715" fmla="*/ 5051584 h 5143785"/>
              <a:gd name="connsiteX16716" fmla="*/ 2271332 w 3114960"/>
              <a:gd name="connsiteY16716" fmla="*/ 5051584 h 5143785"/>
              <a:gd name="connsiteX16717" fmla="*/ 2260664 w 3114960"/>
              <a:gd name="connsiteY16717" fmla="*/ 5039963 h 5143785"/>
              <a:gd name="connsiteX16718" fmla="*/ 2224373 w 3114960"/>
              <a:gd name="connsiteY16718" fmla="*/ 5039963 h 5143785"/>
              <a:gd name="connsiteX16719" fmla="*/ 2219801 w 3114960"/>
              <a:gd name="connsiteY16719" fmla="*/ 5032344 h 5143785"/>
              <a:gd name="connsiteX16720" fmla="*/ 2210467 w 3114960"/>
              <a:gd name="connsiteY16720" fmla="*/ 5029772 h 5143785"/>
              <a:gd name="connsiteX16721" fmla="*/ 2202085 w 3114960"/>
              <a:gd name="connsiteY16721" fmla="*/ 5034534 h 5143785"/>
              <a:gd name="connsiteX16722" fmla="*/ 2199799 w 3114960"/>
              <a:gd name="connsiteY16722" fmla="*/ 5040154 h 5143785"/>
              <a:gd name="connsiteX16723" fmla="*/ 2113407 w 3114960"/>
              <a:gd name="connsiteY16723" fmla="*/ 5039868 h 5143785"/>
              <a:gd name="connsiteX16724" fmla="*/ 2001488 w 3114960"/>
              <a:gd name="connsiteY16724" fmla="*/ 5143691 h 5143785"/>
              <a:gd name="connsiteX16725" fmla="*/ 2008537 w 3114960"/>
              <a:gd name="connsiteY16725" fmla="*/ 5143691 h 5143785"/>
              <a:gd name="connsiteX16726" fmla="*/ 2115312 w 3114960"/>
              <a:gd name="connsiteY16726" fmla="*/ 5044631 h 5143785"/>
              <a:gd name="connsiteX16727" fmla="*/ 2344674 w 3114960"/>
              <a:gd name="connsiteY16727" fmla="*/ 5048345 h 5143785"/>
              <a:gd name="connsiteX16728" fmla="*/ 2346103 w 3114960"/>
              <a:gd name="connsiteY16728" fmla="*/ 5051774 h 5143785"/>
              <a:gd name="connsiteX16729" fmla="*/ 2346103 w 3114960"/>
              <a:gd name="connsiteY16729" fmla="*/ 5055013 h 5143785"/>
              <a:gd name="connsiteX16730" fmla="*/ 2344674 w 3114960"/>
              <a:gd name="connsiteY16730" fmla="*/ 5058442 h 5143785"/>
              <a:gd name="connsiteX16731" fmla="*/ 2342293 w 3114960"/>
              <a:gd name="connsiteY16731" fmla="*/ 5059680 h 5143785"/>
              <a:gd name="connsiteX16732" fmla="*/ 2342293 w 3114960"/>
              <a:gd name="connsiteY16732" fmla="*/ 5047107 h 5143785"/>
              <a:gd name="connsiteX16733" fmla="*/ 2344674 w 3114960"/>
              <a:gd name="connsiteY16733" fmla="*/ 5048345 h 5143785"/>
              <a:gd name="connsiteX16734" fmla="*/ 2336673 w 3114960"/>
              <a:gd name="connsiteY16734" fmla="*/ 5046917 h 5143785"/>
              <a:gd name="connsiteX16735" fmla="*/ 2336673 w 3114960"/>
              <a:gd name="connsiteY16735" fmla="*/ 5059871 h 5143785"/>
              <a:gd name="connsiteX16736" fmla="*/ 2324672 w 3114960"/>
              <a:gd name="connsiteY16736" fmla="*/ 5059871 h 5143785"/>
              <a:gd name="connsiteX16737" fmla="*/ 2324672 w 3114960"/>
              <a:gd name="connsiteY16737" fmla="*/ 5046917 h 5143785"/>
              <a:gd name="connsiteX16738" fmla="*/ 2336673 w 3114960"/>
              <a:gd name="connsiteY16738" fmla="*/ 5046917 h 5143785"/>
              <a:gd name="connsiteX16739" fmla="*/ 2315623 w 3114960"/>
              <a:gd name="connsiteY16739" fmla="*/ 5048345 h 5143785"/>
              <a:gd name="connsiteX16740" fmla="*/ 2319052 w 3114960"/>
              <a:gd name="connsiteY16740" fmla="*/ 5046917 h 5143785"/>
              <a:gd name="connsiteX16741" fmla="*/ 2319719 w 3114960"/>
              <a:gd name="connsiteY16741" fmla="*/ 5046917 h 5143785"/>
              <a:gd name="connsiteX16742" fmla="*/ 2319719 w 3114960"/>
              <a:gd name="connsiteY16742" fmla="*/ 5059871 h 5143785"/>
              <a:gd name="connsiteX16743" fmla="*/ 2319052 w 3114960"/>
              <a:gd name="connsiteY16743" fmla="*/ 5059871 h 5143785"/>
              <a:gd name="connsiteX16744" fmla="*/ 2319052 w 3114960"/>
              <a:gd name="connsiteY16744" fmla="*/ 5059871 h 5143785"/>
              <a:gd name="connsiteX16745" fmla="*/ 2315623 w 3114960"/>
              <a:gd name="connsiteY16745" fmla="*/ 5058442 h 5143785"/>
              <a:gd name="connsiteX16746" fmla="*/ 2314194 w 3114960"/>
              <a:gd name="connsiteY16746" fmla="*/ 5055013 h 5143785"/>
              <a:gd name="connsiteX16747" fmla="*/ 2314194 w 3114960"/>
              <a:gd name="connsiteY16747" fmla="*/ 5051679 h 5143785"/>
              <a:gd name="connsiteX16748" fmla="*/ 2315623 w 3114960"/>
              <a:gd name="connsiteY16748" fmla="*/ 5048250 h 5143785"/>
              <a:gd name="connsiteX16749" fmla="*/ 2206181 w 3114960"/>
              <a:gd name="connsiteY16749" fmla="*/ 5037392 h 5143785"/>
              <a:gd name="connsiteX16750" fmla="*/ 2211419 w 3114960"/>
              <a:gd name="connsiteY16750" fmla="*/ 5034439 h 5143785"/>
              <a:gd name="connsiteX16751" fmla="*/ 2212467 w 3114960"/>
              <a:gd name="connsiteY16751" fmla="*/ 5034439 h 5143785"/>
              <a:gd name="connsiteX16752" fmla="*/ 2217230 w 3114960"/>
              <a:gd name="connsiteY16752" fmla="*/ 5036058 h 5143785"/>
              <a:gd name="connsiteX16753" fmla="*/ 2220182 w 3114960"/>
              <a:gd name="connsiteY16753" fmla="*/ 5041297 h 5143785"/>
              <a:gd name="connsiteX16754" fmla="*/ 2218563 w 3114960"/>
              <a:gd name="connsiteY16754" fmla="*/ 5047107 h 5143785"/>
              <a:gd name="connsiteX16755" fmla="*/ 2213324 w 3114960"/>
              <a:gd name="connsiteY16755" fmla="*/ 5050060 h 5143785"/>
              <a:gd name="connsiteX16756" fmla="*/ 2207514 w 3114960"/>
              <a:gd name="connsiteY16756" fmla="*/ 5048441 h 5143785"/>
              <a:gd name="connsiteX16757" fmla="*/ 2204561 w 3114960"/>
              <a:gd name="connsiteY16757" fmla="*/ 5043202 h 5143785"/>
              <a:gd name="connsiteX16758" fmla="*/ 2206181 w 3114960"/>
              <a:gd name="connsiteY16758" fmla="*/ 5037392 h 5143785"/>
              <a:gd name="connsiteX16759" fmla="*/ 2104549 w 3114960"/>
              <a:gd name="connsiteY16759" fmla="*/ 5119592 h 5143785"/>
              <a:gd name="connsiteX16760" fmla="*/ 2186178 w 3114960"/>
              <a:gd name="connsiteY16760" fmla="*/ 5119592 h 5143785"/>
              <a:gd name="connsiteX16761" fmla="*/ 2198465 w 3114960"/>
              <a:gd name="connsiteY16761" fmla="*/ 5129879 h 5143785"/>
              <a:gd name="connsiteX16762" fmla="*/ 2200085 w 3114960"/>
              <a:gd name="connsiteY16762" fmla="*/ 5129784 h 5143785"/>
              <a:gd name="connsiteX16763" fmla="*/ 2211038 w 3114960"/>
              <a:gd name="connsiteY16763" fmla="*/ 5115687 h 5143785"/>
              <a:gd name="connsiteX16764" fmla="*/ 2211038 w 3114960"/>
              <a:gd name="connsiteY16764" fmla="*/ 5115687 h 5143785"/>
              <a:gd name="connsiteX16765" fmla="*/ 2196941 w 3114960"/>
              <a:gd name="connsiteY16765" fmla="*/ 5104733 h 5143785"/>
              <a:gd name="connsiteX16766" fmla="*/ 2188559 w 3114960"/>
              <a:gd name="connsiteY16766" fmla="*/ 5109496 h 5143785"/>
              <a:gd name="connsiteX16767" fmla="*/ 2186273 w 3114960"/>
              <a:gd name="connsiteY16767" fmla="*/ 5114830 h 5143785"/>
              <a:gd name="connsiteX16768" fmla="*/ 2102834 w 3114960"/>
              <a:gd name="connsiteY16768" fmla="*/ 5114830 h 5143785"/>
              <a:gd name="connsiteX16769" fmla="*/ 2071973 w 3114960"/>
              <a:gd name="connsiteY16769" fmla="*/ 5143595 h 5143785"/>
              <a:gd name="connsiteX16770" fmla="*/ 2078927 w 3114960"/>
              <a:gd name="connsiteY16770" fmla="*/ 5143595 h 5143785"/>
              <a:gd name="connsiteX16771" fmla="*/ 2104739 w 3114960"/>
              <a:gd name="connsiteY16771" fmla="*/ 5119592 h 5143785"/>
              <a:gd name="connsiteX16772" fmla="*/ 2192274 w 3114960"/>
              <a:gd name="connsiteY16772" fmla="*/ 5112353 h 5143785"/>
              <a:gd name="connsiteX16773" fmla="*/ 2197513 w 3114960"/>
              <a:gd name="connsiteY16773" fmla="*/ 5109400 h 5143785"/>
              <a:gd name="connsiteX16774" fmla="*/ 2198465 w 3114960"/>
              <a:gd name="connsiteY16774" fmla="*/ 5109400 h 5143785"/>
              <a:gd name="connsiteX16775" fmla="*/ 2206276 w 3114960"/>
              <a:gd name="connsiteY16775" fmla="*/ 5116259 h 5143785"/>
              <a:gd name="connsiteX16776" fmla="*/ 2199418 w 3114960"/>
              <a:gd name="connsiteY16776" fmla="*/ 5125022 h 5143785"/>
              <a:gd name="connsiteX16777" fmla="*/ 2190560 w 3114960"/>
              <a:gd name="connsiteY16777" fmla="*/ 5118259 h 5143785"/>
              <a:gd name="connsiteX16778" fmla="*/ 2192179 w 3114960"/>
              <a:gd name="connsiteY16778" fmla="*/ 5112449 h 5143785"/>
              <a:gd name="connsiteX16779" fmla="*/ 321183 w 3114960"/>
              <a:gd name="connsiteY16779" fmla="*/ 1869662 h 5143785"/>
              <a:gd name="connsiteX16780" fmla="*/ 334613 w 3114960"/>
              <a:gd name="connsiteY16780" fmla="*/ 1856423 h 5143785"/>
              <a:gd name="connsiteX16781" fmla="*/ 342900 w 3114960"/>
              <a:gd name="connsiteY16781" fmla="*/ 1859375 h 5143785"/>
              <a:gd name="connsiteX16782" fmla="*/ 356330 w 3114960"/>
              <a:gd name="connsiteY16782" fmla="*/ 1845945 h 5143785"/>
              <a:gd name="connsiteX16783" fmla="*/ 342900 w 3114960"/>
              <a:gd name="connsiteY16783" fmla="*/ 1832515 h 5143785"/>
              <a:gd name="connsiteX16784" fmla="*/ 329470 w 3114960"/>
              <a:gd name="connsiteY16784" fmla="*/ 1845945 h 5143785"/>
              <a:gd name="connsiteX16785" fmla="*/ 331470 w 3114960"/>
              <a:gd name="connsiteY16785" fmla="*/ 1852898 h 5143785"/>
              <a:gd name="connsiteX16786" fmla="*/ 319183 w 3114960"/>
              <a:gd name="connsiteY16786" fmla="*/ 1864900 h 5143785"/>
              <a:gd name="connsiteX16787" fmla="*/ 184499 w 3114960"/>
              <a:gd name="connsiteY16787" fmla="*/ 1864900 h 5143785"/>
              <a:gd name="connsiteX16788" fmla="*/ 175832 w 3114960"/>
              <a:gd name="connsiteY16788" fmla="*/ 1873663 h 5143785"/>
              <a:gd name="connsiteX16789" fmla="*/ 172498 w 3114960"/>
              <a:gd name="connsiteY16789" fmla="*/ 1872710 h 5143785"/>
              <a:gd name="connsiteX16790" fmla="*/ 159830 w 3114960"/>
              <a:gd name="connsiteY16790" fmla="*/ 1872710 h 5143785"/>
              <a:gd name="connsiteX16791" fmla="*/ 152972 w 3114960"/>
              <a:gd name="connsiteY16791" fmla="*/ 1879568 h 5143785"/>
              <a:gd name="connsiteX16792" fmla="*/ 152972 w 3114960"/>
              <a:gd name="connsiteY16792" fmla="*/ 1892237 h 5143785"/>
              <a:gd name="connsiteX16793" fmla="*/ 159830 w 3114960"/>
              <a:gd name="connsiteY16793" fmla="*/ 1899095 h 5143785"/>
              <a:gd name="connsiteX16794" fmla="*/ 172498 w 3114960"/>
              <a:gd name="connsiteY16794" fmla="*/ 1899095 h 5143785"/>
              <a:gd name="connsiteX16795" fmla="*/ 179356 w 3114960"/>
              <a:gd name="connsiteY16795" fmla="*/ 1892237 h 5143785"/>
              <a:gd name="connsiteX16796" fmla="*/ 179356 w 3114960"/>
              <a:gd name="connsiteY16796" fmla="*/ 1879568 h 5143785"/>
              <a:gd name="connsiteX16797" fmla="*/ 178880 w 3114960"/>
              <a:gd name="connsiteY16797" fmla="*/ 1877378 h 5143785"/>
              <a:gd name="connsiteX16798" fmla="*/ 186500 w 3114960"/>
              <a:gd name="connsiteY16798" fmla="*/ 1869662 h 5143785"/>
              <a:gd name="connsiteX16799" fmla="*/ 321088 w 3114960"/>
              <a:gd name="connsiteY16799" fmla="*/ 1869662 h 5143785"/>
              <a:gd name="connsiteX16800" fmla="*/ 342900 w 3114960"/>
              <a:gd name="connsiteY16800" fmla="*/ 1837277 h 5143785"/>
              <a:gd name="connsiteX16801" fmla="*/ 351568 w 3114960"/>
              <a:gd name="connsiteY16801" fmla="*/ 1845945 h 5143785"/>
              <a:gd name="connsiteX16802" fmla="*/ 342900 w 3114960"/>
              <a:gd name="connsiteY16802" fmla="*/ 1854613 h 5143785"/>
              <a:gd name="connsiteX16803" fmla="*/ 334232 w 3114960"/>
              <a:gd name="connsiteY16803" fmla="*/ 1845945 h 5143785"/>
              <a:gd name="connsiteX16804" fmla="*/ 342900 w 3114960"/>
              <a:gd name="connsiteY16804" fmla="*/ 1837277 h 5143785"/>
              <a:gd name="connsiteX16805" fmla="*/ 174593 w 3114960"/>
              <a:gd name="connsiteY16805" fmla="*/ 1892141 h 5143785"/>
              <a:gd name="connsiteX16806" fmla="*/ 172498 w 3114960"/>
              <a:gd name="connsiteY16806" fmla="*/ 1894237 h 5143785"/>
              <a:gd name="connsiteX16807" fmla="*/ 159830 w 3114960"/>
              <a:gd name="connsiteY16807" fmla="*/ 1894237 h 5143785"/>
              <a:gd name="connsiteX16808" fmla="*/ 157734 w 3114960"/>
              <a:gd name="connsiteY16808" fmla="*/ 1892141 h 5143785"/>
              <a:gd name="connsiteX16809" fmla="*/ 157734 w 3114960"/>
              <a:gd name="connsiteY16809" fmla="*/ 1879473 h 5143785"/>
              <a:gd name="connsiteX16810" fmla="*/ 159830 w 3114960"/>
              <a:gd name="connsiteY16810" fmla="*/ 1877378 h 5143785"/>
              <a:gd name="connsiteX16811" fmla="*/ 172498 w 3114960"/>
              <a:gd name="connsiteY16811" fmla="*/ 1877378 h 5143785"/>
              <a:gd name="connsiteX16812" fmla="*/ 174593 w 3114960"/>
              <a:gd name="connsiteY16812" fmla="*/ 1879473 h 5143785"/>
              <a:gd name="connsiteX16813" fmla="*/ 174593 w 3114960"/>
              <a:gd name="connsiteY16813" fmla="*/ 1892141 h 5143785"/>
              <a:gd name="connsiteX16814" fmla="*/ 102870 w 3114960"/>
              <a:gd name="connsiteY16814" fmla="*/ 1901762 h 5143785"/>
              <a:gd name="connsiteX16815" fmla="*/ 115538 w 3114960"/>
              <a:gd name="connsiteY16815" fmla="*/ 1901762 h 5143785"/>
              <a:gd name="connsiteX16816" fmla="*/ 122396 w 3114960"/>
              <a:gd name="connsiteY16816" fmla="*/ 1894903 h 5143785"/>
              <a:gd name="connsiteX16817" fmla="*/ 122396 w 3114960"/>
              <a:gd name="connsiteY16817" fmla="*/ 1882235 h 5143785"/>
              <a:gd name="connsiteX16818" fmla="*/ 115538 w 3114960"/>
              <a:gd name="connsiteY16818" fmla="*/ 1875377 h 5143785"/>
              <a:gd name="connsiteX16819" fmla="*/ 102870 w 3114960"/>
              <a:gd name="connsiteY16819" fmla="*/ 1875377 h 5143785"/>
              <a:gd name="connsiteX16820" fmla="*/ 96012 w 3114960"/>
              <a:gd name="connsiteY16820" fmla="*/ 1882235 h 5143785"/>
              <a:gd name="connsiteX16821" fmla="*/ 96012 w 3114960"/>
              <a:gd name="connsiteY16821" fmla="*/ 1886141 h 5143785"/>
              <a:gd name="connsiteX16822" fmla="*/ 95 w 3114960"/>
              <a:gd name="connsiteY16822" fmla="*/ 1886141 h 5143785"/>
              <a:gd name="connsiteX16823" fmla="*/ 95 w 3114960"/>
              <a:gd name="connsiteY16823" fmla="*/ 1890903 h 5143785"/>
              <a:gd name="connsiteX16824" fmla="*/ 96107 w 3114960"/>
              <a:gd name="connsiteY16824" fmla="*/ 1890903 h 5143785"/>
              <a:gd name="connsiteX16825" fmla="*/ 96107 w 3114960"/>
              <a:gd name="connsiteY16825" fmla="*/ 1894903 h 5143785"/>
              <a:gd name="connsiteX16826" fmla="*/ 102965 w 3114960"/>
              <a:gd name="connsiteY16826" fmla="*/ 1901762 h 5143785"/>
              <a:gd name="connsiteX16827" fmla="*/ 100870 w 3114960"/>
              <a:gd name="connsiteY16827" fmla="*/ 1882235 h 5143785"/>
              <a:gd name="connsiteX16828" fmla="*/ 102965 w 3114960"/>
              <a:gd name="connsiteY16828" fmla="*/ 1880140 h 5143785"/>
              <a:gd name="connsiteX16829" fmla="*/ 115634 w 3114960"/>
              <a:gd name="connsiteY16829" fmla="*/ 1880140 h 5143785"/>
              <a:gd name="connsiteX16830" fmla="*/ 117729 w 3114960"/>
              <a:gd name="connsiteY16830" fmla="*/ 1882235 h 5143785"/>
              <a:gd name="connsiteX16831" fmla="*/ 117729 w 3114960"/>
              <a:gd name="connsiteY16831" fmla="*/ 1894903 h 5143785"/>
              <a:gd name="connsiteX16832" fmla="*/ 115634 w 3114960"/>
              <a:gd name="connsiteY16832" fmla="*/ 1896999 h 5143785"/>
              <a:gd name="connsiteX16833" fmla="*/ 102965 w 3114960"/>
              <a:gd name="connsiteY16833" fmla="*/ 1896999 h 5143785"/>
              <a:gd name="connsiteX16834" fmla="*/ 100870 w 3114960"/>
              <a:gd name="connsiteY16834" fmla="*/ 1894903 h 5143785"/>
              <a:gd name="connsiteX16835" fmla="*/ 100870 w 3114960"/>
              <a:gd name="connsiteY16835" fmla="*/ 1882235 h 5143785"/>
              <a:gd name="connsiteX16836" fmla="*/ 50292 w 3114960"/>
              <a:gd name="connsiteY16836" fmla="*/ 1496949 h 5143785"/>
              <a:gd name="connsiteX16837" fmla="*/ 27337 w 3114960"/>
              <a:gd name="connsiteY16837" fmla="*/ 1496949 h 5143785"/>
              <a:gd name="connsiteX16838" fmla="*/ 11335 w 3114960"/>
              <a:gd name="connsiteY16838" fmla="*/ 1512189 h 5143785"/>
              <a:gd name="connsiteX16839" fmla="*/ 11335 w 3114960"/>
              <a:gd name="connsiteY16839" fmla="*/ 1555623 h 5143785"/>
              <a:gd name="connsiteX16840" fmla="*/ 4286 w 3114960"/>
              <a:gd name="connsiteY16840" fmla="*/ 1564577 h 5143785"/>
              <a:gd name="connsiteX16841" fmla="*/ 13716 w 3114960"/>
              <a:gd name="connsiteY16841" fmla="*/ 1574006 h 5143785"/>
              <a:gd name="connsiteX16842" fmla="*/ 23146 w 3114960"/>
              <a:gd name="connsiteY16842" fmla="*/ 1564577 h 5143785"/>
              <a:gd name="connsiteX16843" fmla="*/ 16097 w 3114960"/>
              <a:gd name="connsiteY16843" fmla="*/ 1555623 h 5143785"/>
              <a:gd name="connsiteX16844" fmla="*/ 16097 w 3114960"/>
              <a:gd name="connsiteY16844" fmla="*/ 1514285 h 5143785"/>
              <a:gd name="connsiteX16845" fmla="*/ 29242 w 3114960"/>
              <a:gd name="connsiteY16845" fmla="*/ 1501807 h 5143785"/>
              <a:gd name="connsiteX16846" fmla="*/ 48197 w 3114960"/>
              <a:gd name="connsiteY16846" fmla="*/ 1501807 h 5143785"/>
              <a:gd name="connsiteX16847" fmla="*/ 59531 w 3114960"/>
              <a:gd name="connsiteY16847" fmla="*/ 1514475 h 5143785"/>
              <a:gd name="connsiteX16848" fmla="*/ 59531 w 3114960"/>
              <a:gd name="connsiteY16848" fmla="*/ 1530858 h 5143785"/>
              <a:gd name="connsiteX16849" fmla="*/ 52483 w 3114960"/>
              <a:gd name="connsiteY16849" fmla="*/ 1539812 h 5143785"/>
              <a:gd name="connsiteX16850" fmla="*/ 61912 w 3114960"/>
              <a:gd name="connsiteY16850" fmla="*/ 1549241 h 5143785"/>
              <a:gd name="connsiteX16851" fmla="*/ 71342 w 3114960"/>
              <a:gd name="connsiteY16851" fmla="*/ 1539812 h 5143785"/>
              <a:gd name="connsiteX16852" fmla="*/ 64294 w 3114960"/>
              <a:gd name="connsiteY16852" fmla="*/ 1530858 h 5143785"/>
              <a:gd name="connsiteX16853" fmla="*/ 64294 w 3114960"/>
              <a:gd name="connsiteY16853" fmla="*/ 1512570 h 5143785"/>
              <a:gd name="connsiteX16854" fmla="*/ 50292 w 3114960"/>
              <a:gd name="connsiteY16854" fmla="*/ 1496949 h 5143785"/>
              <a:gd name="connsiteX16855" fmla="*/ 18383 w 3114960"/>
              <a:gd name="connsiteY16855" fmla="*/ 1564577 h 5143785"/>
              <a:gd name="connsiteX16856" fmla="*/ 13716 w 3114960"/>
              <a:gd name="connsiteY16856" fmla="*/ 1569244 h 5143785"/>
              <a:gd name="connsiteX16857" fmla="*/ 9049 w 3114960"/>
              <a:gd name="connsiteY16857" fmla="*/ 1564577 h 5143785"/>
              <a:gd name="connsiteX16858" fmla="*/ 13716 w 3114960"/>
              <a:gd name="connsiteY16858" fmla="*/ 1559909 h 5143785"/>
              <a:gd name="connsiteX16859" fmla="*/ 18383 w 3114960"/>
              <a:gd name="connsiteY16859" fmla="*/ 1564577 h 5143785"/>
              <a:gd name="connsiteX16860" fmla="*/ 66580 w 3114960"/>
              <a:gd name="connsiteY16860" fmla="*/ 1539716 h 5143785"/>
              <a:gd name="connsiteX16861" fmla="*/ 61912 w 3114960"/>
              <a:gd name="connsiteY16861" fmla="*/ 1544384 h 5143785"/>
              <a:gd name="connsiteX16862" fmla="*/ 57245 w 3114960"/>
              <a:gd name="connsiteY16862" fmla="*/ 1539716 h 5143785"/>
              <a:gd name="connsiteX16863" fmla="*/ 61912 w 3114960"/>
              <a:gd name="connsiteY16863" fmla="*/ 1535049 h 5143785"/>
              <a:gd name="connsiteX16864" fmla="*/ 66580 w 3114960"/>
              <a:gd name="connsiteY16864" fmla="*/ 1539716 h 5143785"/>
              <a:gd name="connsiteX16865" fmla="*/ 399669 w 3114960"/>
              <a:gd name="connsiteY16865" fmla="*/ 1301306 h 5143785"/>
              <a:gd name="connsiteX16866" fmla="*/ 435102 w 3114960"/>
              <a:gd name="connsiteY16866" fmla="*/ 1301306 h 5143785"/>
              <a:gd name="connsiteX16867" fmla="*/ 436721 w 3114960"/>
              <a:gd name="connsiteY16867" fmla="*/ 1300639 h 5143785"/>
              <a:gd name="connsiteX16868" fmla="*/ 480346 w 3114960"/>
              <a:gd name="connsiteY16868" fmla="*/ 1259300 h 5143785"/>
              <a:gd name="connsiteX16869" fmla="*/ 489395 w 3114960"/>
              <a:gd name="connsiteY16869" fmla="*/ 1259300 h 5143785"/>
              <a:gd name="connsiteX16870" fmla="*/ 491776 w 3114960"/>
              <a:gd name="connsiteY16870" fmla="*/ 1264063 h 5143785"/>
              <a:gd name="connsiteX16871" fmla="*/ 499110 w 3114960"/>
              <a:gd name="connsiteY16871" fmla="*/ 1267397 h 5143785"/>
              <a:gd name="connsiteX16872" fmla="*/ 499491 w 3114960"/>
              <a:gd name="connsiteY16872" fmla="*/ 1267397 h 5143785"/>
              <a:gd name="connsiteX16873" fmla="*/ 506635 w 3114960"/>
              <a:gd name="connsiteY16873" fmla="*/ 1264539 h 5143785"/>
              <a:gd name="connsiteX16874" fmla="*/ 509969 w 3114960"/>
              <a:gd name="connsiteY16874" fmla="*/ 1257205 h 5143785"/>
              <a:gd name="connsiteX16875" fmla="*/ 507206 w 3114960"/>
              <a:gd name="connsiteY16875" fmla="*/ 1249680 h 5143785"/>
              <a:gd name="connsiteX16876" fmla="*/ 499872 w 3114960"/>
              <a:gd name="connsiteY16876" fmla="*/ 1246346 h 5143785"/>
              <a:gd name="connsiteX16877" fmla="*/ 492347 w 3114960"/>
              <a:gd name="connsiteY16877" fmla="*/ 1249109 h 5143785"/>
              <a:gd name="connsiteX16878" fmla="*/ 489490 w 3114960"/>
              <a:gd name="connsiteY16878" fmla="*/ 1254443 h 5143785"/>
              <a:gd name="connsiteX16879" fmla="*/ 479489 w 3114960"/>
              <a:gd name="connsiteY16879" fmla="*/ 1254443 h 5143785"/>
              <a:gd name="connsiteX16880" fmla="*/ 477869 w 3114960"/>
              <a:gd name="connsiteY16880" fmla="*/ 1255109 h 5143785"/>
              <a:gd name="connsiteX16881" fmla="*/ 434245 w 3114960"/>
              <a:gd name="connsiteY16881" fmla="*/ 1296448 h 5143785"/>
              <a:gd name="connsiteX16882" fmla="*/ 398907 w 3114960"/>
              <a:gd name="connsiteY16882" fmla="*/ 1296448 h 5143785"/>
              <a:gd name="connsiteX16883" fmla="*/ 397383 w 3114960"/>
              <a:gd name="connsiteY16883" fmla="*/ 1297019 h 5143785"/>
              <a:gd name="connsiteX16884" fmla="*/ 338995 w 3114960"/>
              <a:gd name="connsiteY16884" fmla="*/ 1344835 h 5143785"/>
              <a:gd name="connsiteX16885" fmla="*/ 338138 w 3114960"/>
              <a:gd name="connsiteY16885" fmla="*/ 1346645 h 5143785"/>
              <a:gd name="connsiteX16886" fmla="*/ 338138 w 3114960"/>
              <a:gd name="connsiteY16886" fmla="*/ 1401509 h 5143785"/>
              <a:gd name="connsiteX16887" fmla="*/ 332899 w 3114960"/>
              <a:gd name="connsiteY16887" fmla="*/ 1404176 h 5143785"/>
              <a:gd name="connsiteX16888" fmla="*/ 332899 w 3114960"/>
              <a:gd name="connsiteY16888" fmla="*/ 1419416 h 5143785"/>
              <a:gd name="connsiteX16889" fmla="*/ 338138 w 3114960"/>
              <a:gd name="connsiteY16889" fmla="*/ 1422082 h 5143785"/>
              <a:gd name="connsiteX16890" fmla="*/ 338138 w 3114960"/>
              <a:gd name="connsiteY16890" fmla="*/ 1449038 h 5143785"/>
              <a:gd name="connsiteX16891" fmla="*/ 389668 w 3114960"/>
              <a:gd name="connsiteY16891" fmla="*/ 1505045 h 5143785"/>
              <a:gd name="connsiteX16892" fmla="*/ 389954 w 3114960"/>
              <a:gd name="connsiteY16892" fmla="*/ 1603439 h 5143785"/>
              <a:gd name="connsiteX16893" fmla="*/ 386048 w 3114960"/>
              <a:gd name="connsiteY16893" fmla="*/ 1603724 h 5143785"/>
              <a:gd name="connsiteX16894" fmla="*/ 369094 w 3114960"/>
              <a:gd name="connsiteY16894" fmla="*/ 1614011 h 5143785"/>
              <a:gd name="connsiteX16895" fmla="*/ 374618 w 3114960"/>
              <a:gd name="connsiteY16895" fmla="*/ 1650111 h 5143785"/>
              <a:gd name="connsiteX16896" fmla="*/ 410718 w 3114960"/>
              <a:gd name="connsiteY16896" fmla="*/ 1644587 h 5143785"/>
              <a:gd name="connsiteX16897" fmla="*/ 410718 w 3114960"/>
              <a:gd name="connsiteY16897" fmla="*/ 1644587 h 5143785"/>
              <a:gd name="connsiteX16898" fmla="*/ 411766 w 3114960"/>
              <a:gd name="connsiteY16898" fmla="*/ 1615535 h 5143785"/>
              <a:gd name="connsiteX16899" fmla="*/ 439293 w 3114960"/>
              <a:gd name="connsiteY16899" fmla="*/ 1595152 h 5143785"/>
              <a:gd name="connsiteX16900" fmla="*/ 439007 w 3114960"/>
              <a:gd name="connsiteY16900" fmla="*/ 1506665 h 5143785"/>
              <a:gd name="connsiteX16901" fmla="*/ 383096 w 3114960"/>
              <a:gd name="connsiteY16901" fmla="*/ 1445990 h 5143785"/>
              <a:gd name="connsiteX16902" fmla="*/ 383096 w 3114960"/>
              <a:gd name="connsiteY16902" fmla="*/ 1424940 h 5143785"/>
              <a:gd name="connsiteX16903" fmla="*/ 387001 w 3114960"/>
              <a:gd name="connsiteY16903" fmla="*/ 1424940 h 5143785"/>
              <a:gd name="connsiteX16904" fmla="*/ 393859 w 3114960"/>
              <a:gd name="connsiteY16904" fmla="*/ 1418082 h 5143785"/>
              <a:gd name="connsiteX16905" fmla="*/ 393859 w 3114960"/>
              <a:gd name="connsiteY16905" fmla="*/ 1405414 h 5143785"/>
              <a:gd name="connsiteX16906" fmla="*/ 387001 w 3114960"/>
              <a:gd name="connsiteY16906" fmla="*/ 1398556 h 5143785"/>
              <a:gd name="connsiteX16907" fmla="*/ 383000 w 3114960"/>
              <a:gd name="connsiteY16907" fmla="*/ 1398556 h 5143785"/>
              <a:gd name="connsiteX16908" fmla="*/ 383000 w 3114960"/>
              <a:gd name="connsiteY16908" fmla="*/ 1358265 h 5143785"/>
              <a:gd name="connsiteX16909" fmla="*/ 422434 w 3114960"/>
              <a:gd name="connsiteY16909" fmla="*/ 1327595 h 5143785"/>
              <a:gd name="connsiteX16910" fmla="*/ 471392 w 3114960"/>
              <a:gd name="connsiteY16910" fmla="*/ 1327309 h 5143785"/>
              <a:gd name="connsiteX16911" fmla="*/ 473012 w 3114960"/>
              <a:gd name="connsiteY16911" fmla="*/ 1326642 h 5143785"/>
              <a:gd name="connsiteX16912" fmla="*/ 535686 w 3114960"/>
              <a:gd name="connsiteY16912" fmla="*/ 1268159 h 5143785"/>
              <a:gd name="connsiteX16913" fmla="*/ 537591 w 3114960"/>
              <a:gd name="connsiteY16913" fmla="*/ 1268159 h 5143785"/>
              <a:gd name="connsiteX16914" fmla="*/ 547402 w 3114960"/>
              <a:gd name="connsiteY16914" fmla="*/ 1275302 h 5143785"/>
              <a:gd name="connsiteX16915" fmla="*/ 557975 w 3114960"/>
              <a:gd name="connsiteY16915" fmla="*/ 1264730 h 5143785"/>
              <a:gd name="connsiteX16916" fmla="*/ 547402 w 3114960"/>
              <a:gd name="connsiteY16916" fmla="*/ 1254157 h 5143785"/>
              <a:gd name="connsiteX16917" fmla="*/ 537115 w 3114960"/>
              <a:gd name="connsiteY16917" fmla="*/ 1263301 h 5143785"/>
              <a:gd name="connsiteX16918" fmla="*/ 534734 w 3114960"/>
              <a:gd name="connsiteY16918" fmla="*/ 1263301 h 5143785"/>
              <a:gd name="connsiteX16919" fmla="*/ 533114 w 3114960"/>
              <a:gd name="connsiteY16919" fmla="*/ 1263968 h 5143785"/>
              <a:gd name="connsiteX16920" fmla="*/ 470440 w 3114960"/>
              <a:gd name="connsiteY16920" fmla="*/ 1322451 h 5143785"/>
              <a:gd name="connsiteX16921" fmla="*/ 421577 w 3114960"/>
              <a:gd name="connsiteY16921" fmla="*/ 1322737 h 5143785"/>
              <a:gd name="connsiteX16922" fmla="*/ 420148 w 3114960"/>
              <a:gd name="connsiteY16922" fmla="*/ 1323213 h 5143785"/>
              <a:gd name="connsiteX16923" fmla="*/ 379190 w 3114960"/>
              <a:gd name="connsiteY16923" fmla="*/ 1355122 h 5143785"/>
              <a:gd name="connsiteX16924" fmla="*/ 378238 w 3114960"/>
              <a:gd name="connsiteY16924" fmla="*/ 1357027 h 5143785"/>
              <a:gd name="connsiteX16925" fmla="*/ 378238 w 3114960"/>
              <a:gd name="connsiteY16925" fmla="*/ 1398461 h 5143785"/>
              <a:gd name="connsiteX16926" fmla="*/ 374333 w 3114960"/>
              <a:gd name="connsiteY16926" fmla="*/ 1398461 h 5143785"/>
              <a:gd name="connsiteX16927" fmla="*/ 367475 w 3114960"/>
              <a:gd name="connsiteY16927" fmla="*/ 1405319 h 5143785"/>
              <a:gd name="connsiteX16928" fmla="*/ 367475 w 3114960"/>
              <a:gd name="connsiteY16928" fmla="*/ 1417987 h 5143785"/>
              <a:gd name="connsiteX16929" fmla="*/ 374333 w 3114960"/>
              <a:gd name="connsiteY16929" fmla="*/ 1424845 h 5143785"/>
              <a:gd name="connsiteX16930" fmla="*/ 378238 w 3114960"/>
              <a:gd name="connsiteY16930" fmla="*/ 1424845 h 5143785"/>
              <a:gd name="connsiteX16931" fmla="*/ 378238 w 3114960"/>
              <a:gd name="connsiteY16931" fmla="*/ 1447800 h 5143785"/>
              <a:gd name="connsiteX16932" fmla="*/ 434150 w 3114960"/>
              <a:gd name="connsiteY16932" fmla="*/ 1508570 h 5143785"/>
              <a:gd name="connsiteX16933" fmla="*/ 434435 w 3114960"/>
              <a:gd name="connsiteY16933" fmla="*/ 1592771 h 5143785"/>
              <a:gd name="connsiteX16934" fmla="*/ 408813 w 3114960"/>
              <a:gd name="connsiteY16934" fmla="*/ 1611821 h 5143785"/>
              <a:gd name="connsiteX16935" fmla="*/ 405098 w 3114960"/>
              <a:gd name="connsiteY16935" fmla="*/ 1608487 h 5143785"/>
              <a:gd name="connsiteX16936" fmla="*/ 389954 w 3114960"/>
              <a:gd name="connsiteY16936" fmla="*/ 1603439 h 5143785"/>
              <a:gd name="connsiteX16937" fmla="*/ 394526 w 3114960"/>
              <a:gd name="connsiteY16937" fmla="*/ 1603439 h 5143785"/>
              <a:gd name="connsiteX16938" fmla="*/ 394145 w 3114960"/>
              <a:gd name="connsiteY16938" fmla="*/ 1503140 h 5143785"/>
              <a:gd name="connsiteX16939" fmla="*/ 342614 w 3114960"/>
              <a:gd name="connsiteY16939" fmla="*/ 1447133 h 5143785"/>
              <a:gd name="connsiteX16940" fmla="*/ 342614 w 3114960"/>
              <a:gd name="connsiteY16940" fmla="*/ 1421987 h 5143785"/>
              <a:gd name="connsiteX16941" fmla="*/ 347853 w 3114960"/>
              <a:gd name="connsiteY16941" fmla="*/ 1419320 h 5143785"/>
              <a:gd name="connsiteX16942" fmla="*/ 347853 w 3114960"/>
              <a:gd name="connsiteY16942" fmla="*/ 1404080 h 5143785"/>
              <a:gd name="connsiteX16943" fmla="*/ 342614 w 3114960"/>
              <a:gd name="connsiteY16943" fmla="*/ 1401413 h 5143785"/>
              <a:gd name="connsiteX16944" fmla="*/ 342614 w 3114960"/>
              <a:gd name="connsiteY16944" fmla="*/ 1347692 h 5143785"/>
              <a:gd name="connsiteX16945" fmla="*/ 399479 w 3114960"/>
              <a:gd name="connsiteY16945" fmla="*/ 1301210 h 5143785"/>
              <a:gd name="connsiteX16946" fmla="*/ 495586 w 3114960"/>
              <a:gd name="connsiteY16946" fmla="*/ 1252633 h 5143785"/>
              <a:gd name="connsiteX16947" fmla="*/ 499491 w 3114960"/>
              <a:gd name="connsiteY16947" fmla="*/ 1251109 h 5143785"/>
              <a:gd name="connsiteX16948" fmla="*/ 499682 w 3114960"/>
              <a:gd name="connsiteY16948" fmla="*/ 1251109 h 5143785"/>
              <a:gd name="connsiteX16949" fmla="*/ 503682 w 3114960"/>
              <a:gd name="connsiteY16949" fmla="*/ 1252919 h 5143785"/>
              <a:gd name="connsiteX16950" fmla="*/ 503682 w 3114960"/>
              <a:gd name="connsiteY16950" fmla="*/ 1252919 h 5143785"/>
              <a:gd name="connsiteX16951" fmla="*/ 505206 w 3114960"/>
              <a:gd name="connsiteY16951" fmla="*/ 1257014 h 5143785"/>
              <a:gd name="connsiteX16952" fmla="*/ 503396 w 3114960"/>
              <a:gd name="connsiteY16952" fmla="*/ 1261015 h 5143785"/>
              <a:gd name="connsiteX16953" fmla="*/ 499301 w 3114960"/>
              <a:gd name="connsiteY16953" fmla="*/ 1262539 h 5143785"/>
              <a:gd name="connsiteX16954" fmla="*/ 495300 w 3114960"/>
              <a:gd name="connsiteY16954" fmla="*/ 1260729 h 5143785"/>
              <a:gd name="connsiteX16955" fmla="*/ 493776 w 3114960"/>
              <a:gd name="connsiteY16955" fmla="*/ 1256633 h 5143785"/>
              <a:gd name="connsiteX16956" fmla="*/ 495586 w 3114960"/>
              <a:gd name="connsiteY16956" fmla="*/ 1252633 h 5143785"/>
              <a:gd name="connsiteX16957" fmla="*/ 547497 w 3114960"/>
              <a:gd name="connsiteY16957" fmla="*/ 1259205 h 5143785"/>
              <a:gd name="connsiteX16958" fmla="*/ 553307 w 3114960"/>
              <a:gd name="connsiteY16958" fmla="*/ 1265015 h 5143785"/>
              <a:gd name="connsiteX16959" fmla="*/ 547497 w 3114960"/>
              <a:gd name="connsiteY16959" fmla="*/ 1270826 h 5143785"/>
              <a:gd name="connsiteX16960" fmla="*/ 541687 w 3114960"/>
              <a:gd name="connsiteY16960" fmla="*/ 1265015 h 5143785"/>
              <a:gd name="connsiteX16961" fmla="*/ 547497 w 3114960"/>
              <a:gd name="connsiteY16961" fmla="*/ 1259205 h 5143785"/>
              <a:gd name="connsiteX16962" fmla="*/ 374428 w 3114960"/>
              <a:gd name="connsiteY16962" fmla="*/ 1420273 h 5143785"/>
              <a:gd name="connsiteX16963" fmla="*/ 372332 w 3114960"/>
              <a:gd name="connsiteY16963" fmla="*/ 1418177 h 5143785"/>
              <a:gd name="connsiteX16964" fmla="*/ 372332 w 3114960"/>
              <a:gd name="connsiteY16964" fmla="*/ 1405509 h 5143785"/>
              <a:gd name="connsiteX16965" fmla="*/ 374428 w 3114960"/>
              <a:gd name="connsiteY16965" fmla="*/ 1403414 h 5143785"/>
              <a:gd name="connsiteX16966" fmla="*/ 387096 w 3114960"/>
              <a:gd name="connsiteY16966" fmla="*/ 1403414 h 5143785"/>
              <a:gd name="connsiteX16967" fmla="*/ 389192 w 3114960"/>
              <a:gd name="connsiteY16967" fmla="*/ 1405509 h 5143785"/>
              <a:gd name="connsiteX16968" fmla="*/ 389192 w 3114960"/>
              <a:gd name="connsiteY16968" fmla="*/ 1418177 h 5143785"/>
              <a:gd name="connsiteX16969" fmla="*/ 387096 w 3114960"/>
              <a:gd name="connsiteY16969" fmla="*/ 1420273 h 5143785"/>
              <a:gd name="connsiteX16970" fmla="*/ 374428 w 3114960"/>
              <a:gd name="connsiteY16970" fmla="*/ 1420273 h 5143785"/>
              <a:gd name="connsiteX16971" fmla="*/ 402431 w 3114960"/>
              <a:gd name="connsiteY16971" fmla="*/ 1612392 h 5143785"/>
              <a:gd name="connsiteX16972" fmla="*/ 410813 w 3114960"/>
              <a:gd name="connsiteY16972" fmla="*/ 1626203 h 5143785"/>
              <a:gd name="connsiteX16973" fmla="*/ 407003 w 3114960"/>
              <a:gd name="connsiteY16973" fmla="*/ 1641920 h 5143785"/>
              <a:gd name="connsiteX16974" fmla="*/ 377476 w 3114960"/>
              <a:gd name="connsiteY16974" fmla="*/ 1646396 h 5143785"/>
              <a:gd name="connsiteX16975" fmla="*/ 369094 w 3114960"/>
              <a:gd name="connsiteY16975" fmla="*/ 1632585 h 5143785"/>
              <a:gd name="connsiteX16976" fmla="*/ 372904 w 3114960"/>
              <a:gd name="connsiteY16976" fmla="*/ 1616869 h 5143785"/>
              <a:gd name="connsiteX16977" fmla="*/ 386715 w 3114960"/>
              <a:gd name="connsiteY16977" fmla="*/ 1608487 h 5143785"/>
              <a:gd name="connsiteX16978" fmla="*/ 402431 w 3114960"/>
              <a:gd name="connsiteY16978" fmla="*/ 1612297 h 5143785"/>
              <a:gd name="connsiteX16979" fmla="*/ 344710 w 3114960"/>
              <a:gd name="connsiteY16979" fmla="*/ 1407605 h 5143785"/>
              <a:gd name="connsiteX16980" fmla="*/ 344710 w 3114960"/>
              <a:gd name="connsiteY16980" fmla="*/ 1416082 h 5143785"/>
              <a:gd name="connsiteX16981" fmla="*/ 336233 w 3114960"/>
              <a:gd name="connsiteY16981" fmla="*/ 1416082 h 5143785"/>
              <a:gd name="connsiteX16982" fmla="*/ 336233 w 3114960"/>
              <a:gd name="connsiteY16982" fmla="*/ 1407605 h 5143785"/>
              <a:gd name="connsiteX16983" fmla="*/ 340519 w 3114960"/>
              <a:gd name="connsiteY16983" fmla="*/ 1405890 h 5143785"/>
              <a:gd name="connsiteX16984" fmla="*/ 344805 w 3114960"/>
              <a:gd name="connsiteY16984" fmla="*/ 1407605 h 5143785"/>
              <a:gd name="connsiteX16985" fmla="*/ 275177 w 3114960"/>
              <a:gd name="connsiteY16985" fmla="*/ 5133784 h 5143785"/>
              <a:gd name="connsiteX16986" fmla="*/ 275177 w 3114960"/>
              <a:gd name="connsiteY16986" fmla="*/ 5055108 h 5143785"/>
              <a:gd name="connsiteX16987" fmla="*/ 255270 w 3114960"/>
              <a:gd name="connsiteY16987" fmla="*/ 5038534 h 5143785"/>
              <a:gd name="connsiteX16988" fmla="*/ 126778 w 3114960"/>
              <a:gd name="connsiteY16988" fmla="*/ 5038534 h 5143785"/>
              <a:gd name="connsiteX16989" fmla="*/ 106775 w 3114960"/>
              <a:gd name="connsiteY16989" fmla="*/ 5049012 h 5143785"/>
              <a:gd name="connsiteX16990" fmla="*/ 22574 w 3114960"/>
              <a:gd name="connsiteY16990" fmla="*/ 5049012 h 5143785"/>
              <a:gd name="connsiteX16991" fmla="*/ 12573 w 3114960"/>
              <a:gd name="connsiteY16991" fmla="*/ 5040726 h 5143785"/>
              <a:gd name="connsiteX16992" fmla="*/ 2191 w 3114960"/>
              <a:gd name="connsiteY16992" fmla="*/ 5051108 h 5143785"/>
              <a:gd name="connsiteX16993" fmla="*/ 12573 w 3114960"/>
              <a:gd name="connsiteY16993" fmla="*/ 5061490 h 5143785"/>
              <a:gd name="connsiteX16994" fmla="*/ 22479 w 3114960"/>
              <a:gd name="connsiteY16994" fmla="*/ 5053679 h 5143785"/>
              <a:gd name="connsiteX16995" fmla="*/ 107442 w 3114960"/>
              <a:gd name="connsiteY16995" fmla="*/ 5053679 h 5143785"/>
              <a:gd name="connsiteX16996" fmla="*/ 127445 w 3114960"/>
              <a:gd name="connsiteY16996" fmla="*/ 5043202 h 5143785"/>
              <a:gd name="connsiteX16997" fmla="*/ 253556 w 3114960"/>
              <a:gd name="connsiteY16997" fmla="*/ 5043202 h 5143785"/>
              <a:gd name="connsiteX16998" fmla="*/ 270415 w 3114960"/>
              <a:gd name="connsiteY16998" fmla="*/ 5057299 h 5143785"/>
              <a:gd name="connsiteX16999" fmla="*/ 270415 w 3114960"/>
              <a:gd name="connsiteY16999" fmla="*/ 5133404 h 5143785"/>
              <a:gd name="connsiteX17000" fmla="*/ 261557 w 3114960"/>
              <a:gd name="connsiteY17000" fmla="*/ 5143500 h 5143785"/>
              <a:gd name="connsiteX17001" fmla="*/ 266319 w 3114960"/>
              <a:gd name="connsiteY17001" fmla="*/ 5143500 h 5143785"/>
              <a:gd name="connsiteX17002" fmla="*/ 271939 w 3114960"/>
              <a:gd name="connsiteY17002" fmla="*/ 5137881 h 5143785"/>
              <a:gd name="connsiteX17003" fmla="*/ 277559 w 3114960"/>
              <a:gd name="connsiteY17003" fmla="*/ 5143500 h 5143785"/>
              <a:gd name="connsiteX17004" fmla="*/ 282321 w 3114960"/>
              <a:gd name="connsiteY17004" fmla="*/ 5143500 h 5143785"/>
              <a:gd name="connsiteX17005" fmla="*/ 275082 w 3114960"/>
              <a:gd name="connsiteY17005" fmla="*/ 5133690 h 5143785"/>
              <a:gd name="connsiteX17006" fmla="*/ 12668 w 3114960"/>
              <a:gd name="connsiteY17006" fmla="*/ 5056918 h 5143785"/>
              <a:gd name="connsiteX17007" fmla="*/ 7049 w 3114960"/>
              <a:gd name="connsiteY17007" fmla="*/ 5051298 h 5143785"/>
              <a:gd name="connsiteX17008" fmla="*/ 12668 w 3114960"/>
              <a:gd name="connsiteY17008" fmla="*/ 5045678 h 5143785"/>
              <a:gd name="connsiteX17009" fmla="*/ 18288 w 3114960"/>
              <a:gd name="connsiteY17009" fmla="*/ 5051298 h 5143785"/>
              <a:gd name="connsiteX17010" fmla="*/ 12668 w 3114960"/>
              <a:gd name="connsiteY17010" fmla="*/ 5056918 h 5143785"/>
              <a:gd name="connsiteX17011" fmla="*/ 304705 w 3114960"/>
              <a:gd name="connsiteY17011" fmla="*/ 5133690 h 5143785"/>
              <a:gd name="connsiteX17012" fmla="*/ 304705 w 3114960"/>
              <a:gd name="connsiteY17012" fmla="*/ 5027200 h 5143785"/>
              <a:gd name="connsiteX17013" fmla="*/ 284131 w 3114960"/>
              <a:gd name="connsiteY17013" fmla="*/ 5009959 h 5143785"/>
              <a:gd name="connsiteX17014" fmla="*/ 126873 w 3114960"/>
              <a:gd name="connsiteY17014" fmla="*/ 5009959 h 5143785"/>
              <a:gd name="connsiteX17015" fmla="*/ 107633 w 3114960"/>
              <a:gd name="connsiteY17015" fmla="*/ 5018723 h 5143785"/>
              <a:gd name="connsiteX17016" fmla="*/ 22574 w 3114960"/>
              <a:gd name="connsiteY17016" fmla="*/ 5018723 h 5143785"/>
              <a:gd name="connsiteX17017" fmla="*/ 12668 w 3114960"/>
              <a:gd name="connsiteY17017" fmla="*/ 5010722 h 5143785"/>
              <a:gd name="connsiteX17018" fmla="*/ 2286 w 3114960"/>
              <a:gd name="connsiteY17018" fmla="*/ 5021104 h 5143785"/>
              <a:gd name="connsiteX17019" fmla="*/ 12668 w 3114960"/>
              <a:gd name="connsiteY17019" fmla="*/ 5031486 h 5143785"/>
              <a:gd name="connsiteX17020" fmla="*/ 22574 w 3114960"/>
              <a:gd name="connsiteY17020" fmla="*/ 5023485 h 5143785"/>
              <a:gd name="connsiteX17021" fmla="*/ 108109 w 3114960"/>
              <a:gd name="connsiteY17021" fmla="*/ 5023485 h 5143785"/>
              <a:gd name="connsiteX17022" fmla="*/ 127349 w 3114960"/>
              <a:gd name="connsiteY17022" fmla="*/ 5014722 h 5143785"/>
              <a:gd name="connsiteX17023" fmla="*/ 282321 w 3114960"/>
              <a:gd name="connsiteY17023" fmla="*/ 5014722 h 5143785"/>
              <a:gd name="connsiteX17024" fmla="*/ 299847 w 3114960"/>
              <a:gd name="connsiteY17024" fmla="*/ 5029486 h 5143785"/>
              <a:gd name="connsiteX17025" fmla="*/ 299847 w 3114960"/>
              <a:gd name="connsiteY17025" fmla="*/ 5133784 h 5143785"/>
              <a:gd name="connsiteX17026" fmla="*/ 291846 w 3114960"/>
              <a:gd name="connsiteY17026" fmla="*/ 5143691 h 5143785"/>
              <a:gd name="connsiteX17027" fmla="*/ 296609 w 3114960"/>
              <a:gd name="connsiteY17027" fmla="*/ 5143691 h 5143785"/>
              <a:gd name="connsiteX17028" fmla="*/ 302228 w 3114960"/>
              <a:gd name="connsiteY17028" fmla="*/ 5138071 h 5143785"/>
              <a:gd name="connsiteX17029" fmla="*/ 307848 w 3114960"/>
              <a:gd name="connsiteY17029" fmla="*/ 5143691 h 5143785"/>
              <a:gd name="connsiteX17030" fmla="*/ 312611 w 3114960"/>
              <a:gd name="connsiteY17030" fmla="*/ 5143691 h 5143785"/>
              <a:gd name="connsiteX17031" fmla="*/ 304610 w 3114960"/>
              <a:gd name="connsiteY17031" fmla="*/ 5133784 h 5143785"/>
              <a:gd name="connsiteX17032" fmla="*/ 12668 w 3114960"/>
              <a:gd name="connsiteY17032" fmla="*/ 5026724 h 5143785"/>
              <a:gd name="connsiteX17033" fmla="*/ 7049 w 3114960"/>
              <a:gd name="connsiteY17033" fmla="*/ 5021104 h 5143785"/>
              <a:gd name="connsiteX17034" fmla="*/ 12668 w 3114960"/>
              <a:gd name="connsiteY17034" fmla="*/ 5015484 h 5143785"/>
              <a:gd name="connsiteX17035" fmla="*/ 18288 w 3114960"/>
              <a:gd name="connsiteY17035" fmla="*/ 5021104 h 5143785"/>
              <a:gd name="connsiteX17036" fmla="*/ 12668 w 3114960"/>
              <a:gd name="connsiteY17036" fmla="*/ 5026724 h 5143785"/>
              <a:gd name="connsiteX17037" fmla="*/ 205169 w 3114960"/>
              <a:gd name="connsiteY17037" fmla="*/ 5084255 h 5143785"/>
              <a:gd name="connsiteX17038" fmla="*/ 180118 w 3114960"/>
              <a:gd name="connsiteY17038" fmla="*/ 5084255 h 5143785"/>
              <a:gd name="connsiteX17039" fmla="*/ 174117 w 3114960"/>
              <a:gd name="connsiteY17039" fmla="*/ 5087017 h 5143785"/>
              <a:gd name="connsiteX17040" fmla="*/ 167831 w 3114960"/>
              <a:gd name="connsiteY17040" fmla="*/ 5094447 h 5143785"/>
              <a:gd name="connsiteX17041" fmla="*/ 166021 w 3114960"/>
              <a:gd name="connsiteY17041" fmla="*/ 5099495 h 5143785"/>
              <a:gd name="connsiteX17042" fmla="*/ 166021 w 3114960"/>
              <a:gd name="connsiteY17042" fmla="*/ 5123307 h 5143785"/>
              <a:gd name="connsiteX17043" fmla="*/ 173927 w 3114960"/>
              <a:gd name="connsiteY17043" fmla="*/ 5131213 h 5143785"/>
              <a:gd name="connsiteX17044" fmla="*/ 187166 w 3114960"/>
              <a:gd name="connsiteY17044" fmla="*/ 5131213 h 5143785"/>
              <a:gd name="connsiteX17045" fmla="*/ 187166 w 3114960"/>
              <a:gd name="connsiteY17045" fmla="*/ 5131213 h 5143785"/>
              <a:gd name="connsiteX17046" fmla="*/ 205169 w 3114960"/>
              <a:gd name="connsiteY17046" fmla="*/ 5131213 h 5143785"/>
              <a:gd name="connsiteX17047" fmla="*/ 213074 w 3114960"/>
              <a:gd name="connsiteY17047" fmla="*/ 5123307 h 5143785"/>
              <a:gd name="connsiteX17048" fmla="*/ 213074 w 3114960"/>
              <a:gd name="connsiteY17048" fmla="*/ 5103400 h 5143785"/>
              <a:gd name="connsiteX17049" fmla="*/ 213265 w 3114960"/>
              <a:gd name="connsiteY17049" fmla="*/ 5103114 h 5143785"/>
              <a:gd name="connsiteX17050" fmla="*/ 213074 w 3114960"/>
              <a:gd name="connsiteY17050" fmla="*/ 5102924 h 5143785"/>
              <a:gd name="connsiteX17051" fmla="*/ 213074 w 3114960"/>
              <a:gd name="connsiteY17051" fmla="*/ 5091970 h 5143785"/>
              <a:gd name="connsiteX17052" fmla="*/ 205169 w 3114960"/>
              <a:gd name="connsiteY17052" fmla="*/ 5084064 h 5143785"/>
              <a:gd name="connsiteX17053" fmla="*/ 170783 w 3114960"/>
              <a:gd name="connsiteY17053" fmla="*/ 5099590 h 5143785"/>
              <a:gd name="connsiteX17054" fmla="*/ 171545 w 3114960"/>
              <a:gd name="connsiteY17054" fmla="*/ 5097590 h 5143785"/>
              <a:gd name="connsiteX17055" fmla="*/ 177832 w 3114960"/>
              <a:gd name="connsiteY17055" fmla="*/ 5090160 h 5143785"/>
              <a:gd name="connsiteX17056" fmla="*/ 180213 w 3114960"/>
              <a:gd name="connsiteY17056" fmla="*/ 5089017 h 5143785"/>
              <a:gd name="connsiteX17057" fmla="*/ 192691 w 3114960"/>
              <a:gd name="connsiteY17057" fmla="*/ 5089017 h 5143785"/>
              <a:gd name="connsiteX17058" fmla="*/ 170879 w 3114960"/>
              <a:gd name="connsiteY17058" fmla="*/ 5112449 h 5143785"/>
              <a:gd name="connsiteX17059" fmla="*/ 170879 w 3114960"/>
              <a:gd name="connsiteY17059" fmla="*/ 5099590 h 5143785"/>
              <a:gd name="connsiteX17060" fmla="*/ 208312 w 3114960"/>
              <a:gd name="connsiteY17060" fmla="*/ 5123403 h 5143785"/>
              <a:gd name="connsiteX17061" fmla="*/ 205169 w 3114960"/>
              <a:gd name="connsiteY17061" fmla="*/ 5126546 h 5143785"/>
              <a:gd name="connsiteX17062" fmla="*/ 191643 w 3114960"/>
              <a:gd name="connsiteY17062" fmla="*/ 5126546 h 5143785"/>
              <a:gd name="connsiteX17063" fmla="*/ 208312 w 3114960"/>
              <a:gd name="connsiteY17063" fmla="*/ 5108639 h 5143785"/>
              <a:gd name="connsiteX17064" fmla="*/ 208312 w 3114960"/>
              <a:gd name="connsiteY17064" fmla="*/ 5123403 h 5143785"/>
              <a:gd name="connsiteX17065" fmla="*/ 208312 w 3114960"/>
              <a:gd name="connsiteY17065" fmla="*/ 5098638 h 5143785"/>
              <a:gd name="connsiteX17066" fmla="*/ 208121 w 3114960"/>
              <a:gd name="connsiteY17066" fmla="*/ 5098447 h 5143785"/>
              <a:gd name="connsiteX17067" fmla="*/ 181928 w 3114960"/>
              <a:gd name="connsiteY17067" fmla="*/ 5126546 h 5143785"/>
              <a:gd name="connsiteX17068" fmla="*/ 181928 w 3114960"/>
              <a:gd name="connsiteY17068" fmla="*/ 5126546 h 5143785"/>
              <a:gd name="connsiteX17069" fmla="*/ 173927 w 3114960"/>
              <a:gd name="connsiteY17069" fmla="*/ 5126546 h 5143785"/>
              <a:gd name="connsiteX17070" fmla="*/ 170783 w 3114960"/>
              <a:gd name="connsiteY17070" fmla="*/ 5123403 h 5143785"/>
              <a:gd name="connsiteX17071" fmla="*/ 170783 w 3114960"/>
              <a:gd name="connsiteY17071" fmla="*/ 5121402 h 5143785"/>
              <a:gd name="connsiteX17072" fmla="*/ 171545 w 3114960"/>
              <a:gd name="connsiteY17072" fmla="*/ 5122164 h 5143785"/>
              <a:gd name="connsiteX17073" fmla="*/ 201930 w 3114960"/>
              <a:gd name="connsiteY17073" fmla="*/ 5089589 h 5143785"/>
              <a:gd name="connsiteX17074" fmla="*/ 201358 w 3114960"/>
              <a:gd name="connsiteY17074" fmla="*/ 5089017 h 5143785"/>
              <a:gd name="connsiteX17075" fmla="*/ 205169 w 3114960"/>
              <a:gd name="connsiteY17075" fmla="*/ 5089017 h 5143785"/>
              <a:gd name="connsiteX17076" fmla="*/ 208312 w 3114960"/>
              <a:gd name="connsiteY17076" fmla="*/ 5092160 h 5143785"/>
              <a:gd name="connsiteX17077" fmla="*/ 208312 w 3114960"/>
              <a:gd name="connsiteY17077" fmla="*/ 5098638 h 5143785"/>
              <a:gd name="connsiteX17078" fmla="*/ 1944529 w 3114960"/>
              <a:gd name="connsiteY17078" fmla="*/ 4920996 h 5143785"/>
              <a:gd name="connsiteX17079" fmla="*/ 1929765 w 3114960"/>
              <a:gd name="connsiteY17079" fmla="*/ 4920996 h 5143785"/>
              <a:gd name="connsiteX17080" fmla="*/ 1925098 w 3114960"/>
              <a:gd name="connsiteY17080" fmla="*/ 4925663 h 5143785"/>
              <a:gd name="connsiteX17081" fmla="*/ 1925098 w 3114960"/>
              <a:gd name="connsiteY17081" fmla="*/ 4940427 h 5143785"/>
              <a:gd name="connsiteX17082" fmla="*/ 1929765 w 3114960"/>
              <a:gd name="connsiteY17082" fmla="*/ 4945094 h 5143785"/>
              <a:gd name="connsiteX17083" fmla="*/ 1944529 w 3114960"/>
              <a:gd name="connsiteY17083" fmla="*/ 4945094 h 5143785"/>
              <a:gd name="connsiteX17084" fmla="*/ 1949196 w 3114960"/>
              <a:gd name="connsiteY17084" fmla="*/ 4940427 h 5143785"/>
              <a:gd name="connsiteX17085" fmla="*/ 1949196 w 3114960"/>
              <a:gd name="connsiteY17085" fmla="*/ 4934998 h 5143785"/>
              <a:gd name="connsiteX17086" fmla="*/ 2039684 w 3114960"/>
              <a:gd name="connsiteY17086" fmla="*/ 4935569 h 5143785"/>
              <a:gd name="connsiteX17087" fmla="*/ 2040541 w 3114960"/>
              <a:gd name="connsiteY17087" fmla="*/ 4935569 h 5143785"/>
              <a:gd name="connsiteX17088" fmla="*/ 2139506 w 3114960"/>
              <a:gd name="connsiteY17088" fmla="*/ 4856321 h 5143785"/>
              <a:gd name="connsiteX17089" fmla="*/ 2260378 w 3114960"/>
              <a:gd name="connsiteY17089" fmla="*/ 4855179 h 5143785"/>
              <a:gd name="connsiteX17090" fmla="*/ 2274380 w 3114960"/>
              <a:gd name="connsiteY17090" fmla="*/ 4865561 h 5143785"/>
              <a:gd name="connsiteX17091" fmla="*/ 2380488 w 3114960"/>
              <a:gd name="connsiteY17091" fmla="*/ 4866037 h 5143785"/>
              <a:gd name="connsiteX17092" fmla="*/ 2381536 w 3114960"/>
              <a:gd name="connsiteY17092" fmla="*/ 4866037 h 5143785"/>
              <a:gd name="connsiteX17093" fmla="*/ 2415540 w 3114960"/>
              <a:gd name="connsiteY17093" fmla="*/ 4830223 h 5143785"/>
              <a:gd name="connsiteX17094" fmla="*/ 2417826 w 3114960"/>
              <a:gd name="connsiteY17094" fmla="*/ 4832319 h 5143785"/>
              <a:gd name="connsiteX17095" fmla="*/ 2453926 w 3114960"/>
              <a:gd name="connsiteY17095" fmla="*/ 4826794 h 5143785"/>
              <a:gd name="connsiteX17096" fmla="*/ 2453926 w 3114960"/>
              <a:gd name="connsiteY17096" fmla="*/ 4826794 h 5143785"/>
              <a:gd name="connsiteX17097" fmla="*/ 2448401 w 3114960"/>
              <a:gd name="connsiteY17097" fmla="*/ 4790694 h 5143785"/>
              <a:gd name="connsiteX17098" fmla="*/ 2433161 w 3114960"/>
              <a:gd name="connsiteY17098" fmla="*/ 4785646 h 5143785"/>
              <a:gd name="connsiteX17099" fmla="*/ 2412302 w 3114960"/>
              <a:gd name="connsiteY17099" fmla="*/ 4796219 h 5143785"/>
              <a:gd name="connsiteX17100" fmla="*/ 2412302 w 3114960"/>
              <a:gd name="connsiteY17100" fmla="*/ 4826699 h 5143785"/>
              <a:gd name="connsiteX17101" fmla="*/ 2379440 w 3114960"/>
              <a:gd name="connsiteY17101" fmla="*/ 4861370 h 5143785"/>
              <a:gd name="connsiteX17102" fmla="*/ 2275904 w 3114960"/>
              <a:gd name="connsiteY17102" fmla="*/ 4860894 h 5143785"/>
              <a:gd name="connsiteX17103" fmla="*/ 2261902 w 3114960"/>
              <a:gd name="connsiteY17103" fmla="*/ 4850511 h 5143785"/>
              <a:gd name="connsiteX17104" fmla="*/ 2137791 w 3114960"/>
              <a:gd name="connsiteY17104" fmla="*/ 4851654 h 5143785"/>
              <a:gd name="connsiteX17105" fmla="*/ 2038922 w 3114960"/>
              <a:gd name="connsiteY17105" fmla="*/ 4930902 h 5143785"/>
              <a:gd name="connsiteX17106" fmla="*/ 1949291 w 3114960"/>
              <a:gd name="connsiteY17106" fmla="*/ 4930331 h 5143785"/>
              <a:gd name="connsiteX17107" fmla="*/ 1949291 w 3114960"/>
              <a:gd name="connsiteY17107" fmla="*/ 4925759 h 5143785"/>
              <a:gd name="connsiteX17108" fmla="*/ 1944624 w 3114960"/>
              <a:gd name="connsiteY17108" fmla="*/ 4921092 h 5143785"/>
              <a:gd name="connsiteX17109" fmla="*/ 2416016 w 3114960"/>
              <a:gd name="connsiteY17109" fmla="*/ 4798886 h 5143785"/>
              <a:gd name="connsiteX17110" fmla="*/ 2429828 w 3114960"/>
              <a:gd name="connsiteY17110" fmla="*/ 4790504 h 5143785"/>
              <a:gd name="connsiteX17111" fmla="*/ 2445544 w 3114960"/>
              <a:gd name="connsiteY17111" fmla="*/ 4794314 h 5143785"/>
              <a:gd name="connsiteX17112" fmla="*/ 2453926 w 3114960"/>
              <a:gd name="connsiteY17112" fmla="*/ 4808125 h 5143785"/>
              <a:gd name="connsiteX17113" fmla="*/ 2450116 w 3114960"/>
              <a:gd name="connsiteY17113" fmla="*/ 4823746 h 5143785"/>
              <a:gd name="connsiteX17114" fmla="*/ 2420588 w 3114960"/>
              <a:gd name="connsiteY17114" fmla="*/ 4828318 h 5143785"/>
              <a:gd name="connsiteX17115" fmla="*/ 2416112 w 3114960"/>
              <a:gd name="connsiteY17115" fmla="*/ 4798790 h 5143785"/>
              <a:gd name="connsiteX17116" fmla="*/ 194120 w 3114960"/>
              <a:gd name="connsiteY17116" fmla="*/ 1406843 h 5143785"/>
              <a:gd name="connsiteX17117" fmla="*/ 201454 w 3114960"/>
              <a:gd name="connsiteY17117" fmla="*/ 1406843 h 5143785"/>
              <a:gd name="connsiteX17118" fmla="*/ 207264 w 3114960"/>
              <a:gd name="connsiteY17118" fmla="*/ 1401032 h 5143785"/>
              <a:gd name="connsiteX17119" fmla="*/ 207264 w 3114960"/>
              <a:gd name="connsiteY17119" fmla="*/ 1393698 h 5143785"/>
              <a:gd name="connsiteX17120" fmla="*/ 201454 w 3114960"/>
              <a:gd name="connsiteY17120" fmla="*/ 1387888 h 5143785"/>
              <a:gd name="connsiteX17121" fmla="*/ 194120 w 3114960"/>
              <a:gd name="connsiteY17121" fmla="*/ 1387888 h 5143785"/>
              <a:gd name="connsiteX17122" fmla="*/ 188309 w 3114960"/>
              <a:gd name="connsiteY17122" fmla="*/ 1393698 h 5143785"/>
              <a:gd name="connsiteX17123" fmla="*/ 188309 w 3114960"/>
              <a:gd name="connsiteY17123" fmla="*/ 1393698 h 5143785"/>
              <a:gd name="connsiteX17124" fmla="*/ 120110 w 3114960"/>
              <a:gd name="connsiteY17124" fmla="*/ 1393698 h 5143785"/>
              <a:gd name="connsiteX17125" fmla="*/ 90011 w 3114960"/>
              <a:gd name="connsiteY17125" fmla="*/ 1416844 h 5143785"/>
              <a:gd name="connsiteX17126" fmla="*/ 95 w 3114960"/>
              <a:gd name="connsiteY17126" fmla="*/ 1416653 h 5143785"/>
              <a:gd name="connsiteX17127" fmla="*/ 95 w 3114960"/>
              <a:gd name="connsiteY17127" fmla="*/ 1421416 h 5143785"/>
              <a:gd name="connsiteX17128" fmla="*/ 91631 w 3114960"/>
              <a:gd name="connsiteY17128" fmla="*/ 1421606 h 5143785"/>
              <a:gd name="connsiteX17129" fmla="*/ 121730 w 3114960"/>
              <a:gd name="connsiteY17129" fmla="*/ 1398461 h 5143785"/>
              <a:gd name="connsiteX17130" fmla="*/ 188309 w 3114960"/>
              <a:gd name="connsiteY17130" fmla="*/ 1398461 h 5143785"/>
              <a:gd name="connsiteX17131" fmla="*/ 188309 w 3114960"/>
              <a:gd name="connsiteY17131" fmla="*/ 1401032 h 5143785"/>
              <a:gd name="connsiteX17132" fmla="*/ 194120 w 3114960"/>
              <a:gd name="connsiteY17132" fmla="*/ 1406843 h 5143785"/>
              <a:gd name="connsiteX17133" fmla="*/ 193072 w 3114960"/>
              <a:gd name="connsiteY17133" fmla="*/ 1393698 h 5143785"/>
              <a:gd name="connsiteX17134" fmla="*/ 194120 w 3114960"/>
              <a:gd name="connsiteY17134" fmla="*/ 1392650 h 5143785"/>
              <a:gd name="connsiteX17135" fmla="*/ 201454 w 3114960"/>
              <a:gd name="connsiteY17135" fmla="*/ 1392650 h 5143785"/>
              <a:gd name="connsiteX17136" fmla="*/ 202502 w 3114960"/>
              <a:gd name="connsiteY17136" fmla="*/ 1393698 h 5143785"/>
              <a:gd name="connsiteX17137" fmla="*/ 202502 w 3114960"/>
              <a:gd name="connsiteY17137" fmla="*/ 1401032 h 5143785"/>
              <a:gd name="connsiteX17138" fmla="*/ 201454 w 3114960"/>
              <a:gd name="connsiteY17138" fmla="*/ 1402080 h 5143785"/>
              <a:gd name="connsiteX17139" fmla="*/ 194120 w 3114960"/>
              <a:gd name="connsiteY17139" fmla="*/ 1402080 h 5143785"/>
              <a:gd name="connsiteX17140" fmla="*/ 193072 w 3114960"/>
              <a:gd name="connsiteY17140" fmla="*/ 1401032 h 5143785"/>
              <a:gd name="connsiteX17141" fmla="*/ 193072 w 3114960"/>
              <a:gd name="connsiteY17141" fmla="*/ 1393698 h 5143785"/>
              <a:gd name="connsiteX17142" fmla="*/ 244031 w 3114960"/>
              <a:gd name="connsiteY17142" fmla="*/ 5133690 h 5143785"/>
              <a:gd name="connsiteX17143" fmla="*/ 244031 w 3114960"/>
              <a:gd name="connsiteY17143" fmla="*/ 5081492 h 5143785"/>
              <a:gd name="connsiteX17144" fmla="*/ 229648 w 3114960"/>
              <a:gd name="connsiteY17144" fmla="*/ 5068348 h 5143785"/>
              <a:gd name="connsiteX17145" fmla="*/ 126111 w 3114960"/>
              <a:gd name="connsiteY17145" fmla="*/ 5068348 h 5143785"/>
              <a:gd name="connsiteX17146" fmla="*/ 107537 w 3114960"/>
              <a:gd name="connsiteY17146" fmla="*/ 5080825 h 5143785"/>
              <a:gd name="connsiteX17147" fmla="*/ 22574 w 3114960"/>
              <a:gd name="connsiteY17147" fmla="*/ 5080825 h 5143785"/>
              <a:gd name="connsiteX17148" fmla="*/ 12668 w 3114960"/>
              <a:gd name="connsiteY17148" fmla="*/ 5072729 h 5143785"/>
              <a:gd name="connsiteX17149" fmla="*/ 2286 w 3114960"/>
              <a:gd name="connsiteY17149" fmla="*/ 5083112 h 5143785"/>
              <a:gd name="connsiteX17150" fmla="*/ 12668 w 3114960"/>
              <a:gd name="connsiteY17150" fmla="*/ 5093494 h 5143785"/>
              <a:gd name="connsiteX17151" fmla="*/ 22574 w 3114960"/>
              <a:gd name="connsiteY17151" fmla="*/ 5085493 h 5143785"/>
              <a:gd name="connsiteX17152" fmla="*/ 109061 w 3114960"/>
              <a:gd name="connsiteY17152" fmla="*/ 5085493 h 5143785"/>
              <a:gd name="connsiteX17153" fmla="*/ 127635 w 3114960"/>
              <a:gd name="connsiteY17153" fmla="*/ 5073110 h 5143785"/>
              <a:gd name="connsiteX17154" fmla="*/ 227838 w 3114960"/>
              <a:gd name="connsiteY17154" fmla="*/ 5073110 h 5143785"/>
              <a:gd name="connsiteX17155" fmla="*/ 239363 w 3114960"/>
              <a:gd name="connsiteY17155" fmla="*/ 5083588 h 5143785"/>
              <a:gd name="connsiteX17156" fmla="*/ 239363 w 3114960"/>
              <a:gd name="connsiteY17156" fmla="*/ 5133690 h 5143785"/>
              <a:gd name="connsiteX17157" fmla="*/ 231362 w 3114960"/>
              <a:gd name="connsiteY17157" fmla="*/ 5143595 h 5143785"/>
              <a:gd name="connsiteX17158" fmla="*/ 236125 w 3114960"/>
              <a:gd name="connsiteY17158" fmla="*/ 5143595 h 5143785"/>
              <a:gd name="connsiteX17159" fmla="*/ 241745 w 3114960"/>
              <a:gd name="connsiteY17159" fmla="*/ 5137975 h 5143785"/>
              <a:gd name="connsiteX17160" fmla="*/ 247364 w 3114960"/>
              <a:gd name="connsiteY17160" fmla="*/ 5143595 h 5143785"/>
              <a:gd name="connsiteX17161" fmla="*/ 252127 w 3114960"/>
              <a:gd name="connsiteY17161" fmla="*/ 5143595 h 5143785"/>
              <a:gd name="connsiteX17162" fmla="*/ 244126 w 3114960"/>
              <a:gd name="connsiteY17162" fmla="*/ 5133690 h 5143785"/>
              <a:gd name="connsiteX17163" fmla="*/ 12668 w 3114960"/>
              <a:gd name="connsiteY17163" fmla="*/ 5088731 h 5143785"/>
              <a:gd name="connsiteX17164" fmla="*/ 7049 w 3114960"/>
              <a:gd name="connsiteY17164" fmla="*/ 5083112 h 5143785"/>
              <a:gd name="connsiteX17165" fmla="*/ 12668 w 3114960"/>
              <a:gd name="connsiteY17165" fmla="*/ 5077492 h 5143785"/>
              <a:gd name="connsiteX17166" fmla="*/ 18288 w 3114960"/>
              <a:gd name="connsiteY17166" fmla="*/ 5083112 h 5143785"/>
              <a:gd name="connsiteX17167" fmla="*/ 12668 w 3114960"/>
              <a:gd name="connsiteY17167" fmla="*/ 5088731 h 5143785"/>
              <a:gd name="connsiteX17168" fmla="*/ 1006697 w 3114960"/>
              <a:gd name="connsiteY17168" fmla="*/ 4475036 h 5143785"/>
              <a:gd name="connsiteX17169" fmla="*/ 988504 w 3114960"/>
              <a:gd name="connsiteY17169" fmla="*/ 4493038 h 5143785"/>
              <a:gd name="connsiteX17170" fmla="*/ 970502 w 3114960"/>
              <a:gd name="connsiteY17170" fmla="*/ 4474845 h 5143785"/>
              <a:gd name="connsiteX17171" fmla="*/ 988695 w 3114960"/>
              <a:gd name="connsiteY17171" fmla="*/ 4456843 h 5143785"/>
              <a:gd name="connsiteX17172" fmla="*/ 1006697 w 3114960"/>
              <a:gd name="connsiteY17172" fmla="*/ 4475036 h 5143785"/>
              <a:gd name="connsiteX17173" fmla="*/ 2917412 w 3114960"/>
              <a:gd name="connsiteY17173" fmla="*/ 5143595 h 5143785"/>
              <a:gd name="connsiteX17174" fmla="*/ 2917412 w 3114960"/>
              <a:gd name="connsiteY17174" fmla="*/ 5062442 h 5143785"/>
              <a:gd name="connsiteX17175" fmla="*/ 2921127 w 3114960"/>
              <a:gd name="connsiteY17175" fmla="*/ 5062442 h 5143785"/>
              <a:gd name="connsiteX17176" fmla="*/ 2929509 w 3114960"/>
              <a:gd name="connsiteY17176" fmla="*/ 5054060 h 5143785"/>
              <a:gd name="connsiteX17177" fmla="*/ 2929509 w 3114960"/>
              <a:gd name="connsiteY17177" fmla="*/ 5043869 h 5143785"/>
              <a:gd name="connsiteX17178" fmla="*/ 2921127 w 3114960"/>
              <a:gd name="connsiteY17178" fmla="*/ 5035487 h 5143785"/>
              <a:gd name="connsiteX17179" fmla="*/ 2883884 w 3114960"/>
              <a:gd name="connsiteY17179" fmla="*/ 5035487 h 5143785"/>
              <a:gd name="connsiteX17180" fmla="*/ 2875502 w 3114960"/>
              <a:gd name="connsiteY17180" fmla="*/ 5043869 h 5143785"/>
              <a:gd name="connsiteX17181" fmla="*/ 2875502 w 3114960"/>
              <a:gd name="connsiteY17181" fmla="*/ 5054060 h 5143785"/>
              <a:gd name="connsiteX17182" fmla="*/ 2883884 w 3114960"/>
              <a:gd name="connsiteY17182" fmla="*/ 5062442 h 5143785"/>
              <a:gd name="connsiteX17183" fmla="*/ 2886837 w 3114960"/>
              <a:gd name="connsiteY17183" fmla="*/ 5062442 h 5143785"/>
              <a:gd name="connsiteX17184" fmla="*/ 2886837 w 3114960"/>
              <a:gd name="connsiteY17184" fmla="*/ 5143595 h 5143785"/>
              <a:gd name="connsiteX17185" fmla="*/ 2893981 w 3114960"/>
              <a:gd name="connsiteY17185" fmla="*/ 5143595 h 5143785"/>
              <a:gd name="connsiteX17186" fmla="*/ 2893981 w 3114960"/>
              <a:gd name="connsiteY17186" fmla="*/ 5062442 h 5143785"/>
              <a:gd name="connsiteX17187" fmla="*/ 2910364 w 3114960"/>
              <a:gd name="connsiteY17187" fmla="*/ 5062442 h 5143785"/>
              <a:gd name="connsiteX17188" fmla="*/ 2910364 w 3114960"/>
              <a:gd name="connsiteY17188" fmla="*/ 5143595 h 5143785"/>
              <a:gd name="connsiteX17189" fmla="*/ 2917508 w 3114960"/>
              <a:gd name="connsiteY17189" fmla="*/ 5143595 h 5143785"/>
              <a:gd name="connsiteX17190" fmla="*/ 2890361 w 3114960"/>
              <a:gd name="connsiteY17190" fmla="*/ 5057204 h 5143785"/>
              <a:gd name="connsiteX17191" fmla="*/ 2883884 w 3114960"/>
              <a:gd name="connsiteY17191" fmla="*/ 5057204 h 5143785"/>
              <a:gd name="connsiteX17192" fmla="*/ 2880741 w 3114960"/>
              <a:gd name="connsiteY17192" fmla="*/ 5054060 h 5143785"/>
              <a:gd name="connsiteX17193" fmla="*/ 2880741 w 3114960"/>
              <a:gd name="connsiteY17193" fmla="*/ 5043869 h 5143785"/>
              <a:gd name="connsiteX17194" fmla="*/ 2883884 w 3114960"/>
              <a:gd name="connsiteY17194" fmla="*/ 5040726 h 5143785"/>
              <a:gd name="connsiteX17195" fmla="*/ 2890361 w 3114960"/>
              <a:gd name="connsiteY17195" fmla="*/ 5040726 h 5143785"/>
              <a:gd name="connsiteX17196" fmla="*/ 2890361 w 3114960"/>
              <a:gd name="connsiteY17196" fmla="*/ 5057204 h 5143785"/>
              <a:gd name="connsiteX17197" fmla="*/ 2912650 w 3114960"/>
              <a:gd name="connsiteY17197" fmla="*/ 5040821 h 5143785"/>
              <a:gd name="connsiteX17198" fmla="*/ 2921127 w 3114960"/>
              <a:gd name="connsiteY17198" fmla="*/ 5040821 h 5143785"/>
              <a:gd name="connsiteX17199" fmla="*/ 2924270 w 3114960"/>
              <a:gd name="connsiteY17199" fmla="*/ 5043964 h 5143785"/>
              <a:gd name="connsiteX17200" fmla="*/ 2924270 w 3114960"/>
              <a:gd name="connsiteY17200" fmla="*/ 5054156 h 5143785"/>
              <a:gd name="connsiteX17201" fmla="*/ 2921127 w 3114960"/>
              <a:gd name="connsiteY17201" fmla="*/ 5057299 h 5143785"/>
              <a:gd name="connsiteX17202" fmla="*/ 2912650 w 3114960"/>
              <a:gd name="connsiteY17202" fmla="*/ 5057299 h 5143785"/>
              <a:gd name="connsiteX17203" fmla="*/ 2912650 w 3114960"/>
              <a:gd name="connsiteY17203" fmla="*/ 5040821 h 5143785"/>
              <a:gd name="connsiteX17204" fmla="*/ 1876520 w 3114960"/>
              <a:gd name="connsiteY17204" fmla="*/ 4807649 h 5143785"/>
              <a:gd name="connsiteX17205" fmla="*/ 1876520 w 3114960"/>
              <a:gd name="connsiteY17205" fmla="*/ 4814126 h 5143785"/>
              <a:gd name="connsiteX17206" fmla="*/ 1873949 w 3114960"/>
              <a:gd name="connsiteY17206" fmla="*/ 4816697 h 5143785"/>
              <a:gd name="connsiteX17207" fmla="*/ 1867472 w 3114960"/>
              <a:gd name="connsiteY17207" fmla="*/ 4816697 h 5143785"/>
              <a:gd name="connsiteX17208" fmla="*/ 1864900 w 3114960"/>
              <a:gd name="connsiteY17208" fmla="*/ 4814126 h 5143785"/>
              <a:gd name="connsiteX17209" fmla="*/ 1864900 w 3114960"/>
              <a:gd name="connsiteY17209" fmla="*/ 4807649 h 5143785"/>
              <a:gd name="connsiteX17210" fmla="*/ 1867472 w 3114960"/>
              <a:gd name="connsiteY17210" fmla="*/ 4805077 h 5143785"/>
              <a:gd name="connsiteX17211" fmla="*/ 1873949 w 3114960"/>
              <a:gd name="connsiteY17211" fmla="*/ 4805077 h 5143785"/>
              <a:gd name="connsiteX17212" fmla="*/ 1876520 w 3114960"/>
              <a:gd name="connsiteY17212" fmla="*/ 4807649 h 5143785"/>
              <a:gd name="connsiteX17213" fmla="*/ 1902905 w 3114960"/>
              <a:gd name="connsiteY17213" fmla="*/ 5128450 h 5143785"/>
              <a:gd name="connsiteX17214" fmla="*/ 1903190 w 3114960"/>
              <a:gd name="connsiteY17214" fmla="*/ 4965002 h 5143785"/>
              <a:gd name="connsiteX17215" fmla="*/ 1903190 w 3114960"/>
              <a:gd name="connsiteY17215" fmla="*/ 4963954 h 5143785"/>
              <a:gd name="connsiteX17216" fmla="*/ 1873187 w 3114960"/>
              <a:gd name="connsiteY17216" fmla="*/ 4935379 h 5143785"/>
              <a:gd name="connsiteX17217" fmla="*/ 1873187 w 3114960"/>
              <a:gd name="connsiteY17217" fmla="*/ 4824698 h 5143785"/>
              <a:gd name="connsiteX17218" fmla="*/ 1878616 w 3114960"/>
              <a:gd name="connsiteY17218" fmla="*/ 4824698 h 5143785"/>
              <a:gd name="connsiteX17219" fmla="*/ 1884521 w 3114960"/>
              <a:gd name="connsiteY17219" fmla="*/ 4818793 h 5143785"/>
              <a:gd name="connsiteX17220" fmla="*/ 1884521 w 3114960"/>
              <a:gd name="connsiteY17220" fmla="*/ 4803172 h 5143785"/>
              <a:gd name="connsiteX17221" fmla="*/ 1878616 w 3114960"/>
              <a:gd name="connsiteY17221" fmla="*/ 4797267 h 5143785"/>
              <a:gd name="connsiteX17222" fmla="*/ 1874139 w 3114960"/>
              <a:gd name="connsiteY17222" fmla="*/ 4797267 h 5143785"/>
              <a:gd name="connsiteX17223" fmla="*/ 1874139 w 3114960"/>
              <a:gd name="connsiteY17223" fmla="*/ 4756499 h 5143785"/>
              <a:gd name="connsiteX17224" fmla="*/ 1886045 w 3114960"/>
              <a:gd name="connsiteY17224" fmla="*/ 4744593 h 5143785"/>
              <a:gd name="connsiteX17225" fmla="*/ 1915097 w 3114960"/>
              <a:gd name="connsiteY17225" fmla="*/ 4744593 h 5143785"/>
              <a:gd name="connsiteX17226" fmla="*/ 1922145 w 3114960"/>
              <a:gd name="connsiteY17226" fmla="*/ 4754880 h 5143785"/>
              <a:gd name="connsiteX17227" fmla="*/ 1920716 w 3114960"/>
              <a:gd name="connsiteY17227" fmla="*/ 4880324 h 5143785"/>
              <a:gd name="connsiteX17228" fmla="*/ 1921859 w 3114960"/>
              <a:gd name="connsiteY17228" fmla="*/ 4882992 h 5143785"/>
              <a:gd name="connsiteX17229" fmla="*/ 1932337 w 3114960"/>
              <a:gd name="connsiteY17229" fmla="*/ 4892707 h 5143785"/>
              <a:gd name="connsiteX17230" fmla="*/ 1934718 w 3114960"/>
              <a:gd name="connsiteY17230" fmla="*/ 4893660 h 5143785"/>
              <a:gd name="connsiteX17231" fmla="*/ 1966341 w 3114960"/>
              <a:gd name="connsiteY17231" fmla="*/ 4894231 h 5143785"/>
              <a:gd name="connsiteX17232" fmla="*/ 1966341 w 3114960"/>
              <a:gd name="connsiteY17232" fmla="*/ 4898898 h 5143785"/>
              <a:gd name="connsiteX17233" fmla="*/ 1971008 w 3114960"/>
              <a:gd name="connsiteY17233" fmla="*/ 4903565 h 5143785"/>
              <a:gd name="connsiteX17234" fmla="*/ 1985772 w 3114960"/>
              <a:gd name="connsiteY17234" fmla="*/ 4903565 h 5143785"/>
              <a:gd name="connsiteX17235" fmla="*/ 1990439 w 3114960"/>
              <a:gd name="connsiteY17235" fmla="*/ 4898898 h 5143785"/>
              <a:gd name="connsiteX17236" fmla="*/ 1990439 w 3114960"/>
              <a:gd name="connsiteY17236" fmla="*/ 4893850 h 5143785"/>
              <a:gd name="connsiteX17237" fmla="*/ 2028444 w 3114960"/>
              <a:gd name="connsiteY17237" fmla="*/ 4893850 h 5143785"/>
              <a:gd name="connsiteX17238" fmla="*/ 2029111 w 3114960"/>
              <a:gd name="connsiteY17238" fmla="*/ 4893374 h 5143785"/>
              <a:gd name="connsiteX17239" fmla="*/ 2169128 w 3114960"/>
              <a:gd name="connsiteY17239" fmla="*/ 4782598 h 5143785"/>
              <a:gd name="connsiteX17240" fmla="*/ 2169986 w 3114960"/>
              <a:gd name="connsiteY17240" fmla="*/ 4783265 h 5143785"/>
              <a:gd name="connsiteX17241" fmla="*/ 2183702 w 3114960"/>
              <a:gd name="connsiteY17241" fmla="*/ 4778693 h 5143785"/>
              <a:gd name="connsiteX17242" fmla="*/ 2179130 w 3114960"/>
              <a:gd name="connsiteY17242" fmla="*/ 4764977 h 5143785"/>
              <a:gd name="connsiteX17243" fmla="*/ 2165414 w 3114960"/>
              <a:gd name="connsiteY17243" fmla="*/ 4769549 h 5143785"/>
              <a:gd name="connsiteX17244" fmla="*/ 2165890 w 3114960"/>
              <a:gd name="connsiteY17244" fmla="*/ 4779169 h 5143785"/>
              <a:gd name="connsiteX17245" fmla="*/ 2026920 w 3114960"/>
              <a:gd name="connsiteY17245" fmla="*/ 4889088 h 5143785"/>
              <a:gd name="connsiteX17246" fmla="*/ 1990535 w 3114960"/>
              <a:gd name="connsiteY17246" fmla="*/ 4889088 h 5143785"/>
              <a:gd name="connsiteX17247" fmla="*/ 1990535 w 3114960"/>
              <a:gd name="connsiteY17247" fmla="*/ 4884135 h 5143785"/>
              <a:gd name="connsiteX17248" fmla="*/ 1985867 w 3114960"/>
              <a:gd name="connsiteY17248" fmla="*/ 4879467 h 5143785"/>
              <a:gd name="connsiteX17249" fmla="*/ 1971103 w 3114960"/>
              <a:gd name="connsiteY17249" fmla="*/ 4879467 h 5143785"/>
              <a:gd name="connsiteX17250" fmla="*/ 1966436 w 3114960"/>
              <a:gd name="connsiteY17250" fmla="*/ 4884135 h 5143785"/>
              <a:gd name="connsiteX17251" fmla="*/ 1966436 w 3114960"/>
              <a:gd name="connsiteY17251" fmla="*/ 4887087 h 5143785"/>
              <a:gd name="connsiteX17252" fmla="*/ 1936242 w 3114960"/>
              <a:gd name="connsiteY17252" fmla="*/ 4886611 h 5143785"/>
              <a:gd name="connsiteX17253" fmla="*/ 1927955 w 3114960"/>
              <a:gd name="connsiteY17253" fmla="*/ 4878896 h 5143785"/>
              <a:gd name="connsiteX17254" fmla="*/ 1929384 w 3114960"/>
              <a:gd name="connsiteY17254" fmla="*/ 4753928 h 5143785"/>
              <a:gd name="connsiteX17255" fmla="*/ 1928717 w 3114960"/>
              <a:gd name="connsiteY17255" fmla="*/ 4751832 h 5143785"/>
              <a:gd name="connsiteX17256" fmla="*/ 1919954 w 3114960"/>
              <a:gd name="connsiteY17256" fmla="*/ 4739069 h 5143785"/>
              <a:gd name="connsiteX17257" fmla="*/ 1917002 w 3114960"/>
              <a:gd name="connsiteY17257" fmla="*/ 4737545 h 5143785"/>
              <a:gd name="connsiteX17258" fmla="*/ 1884617 w 3114960"/>
              <a:gd name="connsiteY17258" fmla="*/ 4737545 h 5143785"/>
              <a:gd name="connsiteX17259" fmla="*/ 1882045 w 3114960"/>
              <a:gd name="connsiteY17259" fmla="*/ 4738593 h 5143785"/>
              <a:gd name="connsiteX17260" fmla="*/ 1868043 w 3114960"/>
              <a:gd name="connsiteY17260" fmla="*/ 4752594 h 5143785"/>
              <a:gd name="connsiteX17261" fmla="*/ 1866995 w 3114960"/>
              <a:gd name="connsiteY17261" fmla="*/ 4755166 h 5143785"/>
              <a:gd name="connsiteX17262" fmla="*/ 1866995 w 3114960"/>
              <a:gd name="connsiteY17262" fmla="*/ 4797362 h 5143785"/>
              <a:gd name="connsiteX17263" fmla="*/ 1862995 w 3114960"/>
              <a:gd name="connsiteY17263" fmla="*/ 4797362 h 5143785"/>
              <a:gd name="connsiteX17264" fmla="*/ 1857089 w 3114960"/>
              <a:gd name="connsiteY17264" fmla="*/ 4803267 h 5143785"/>
              <a:gd name="connsiteX17265" fmla="*/ 1857089 w 3114960"/>
              <a:gd name="connsiteY17265" fmla="*/ 4818888 h 5143785"/>
              <a:gd name="connsiteX17266" fmla="*/ 1862995 w 3114960"/>
              <a:gd name="connsiteY17266" fmla="*/ 4824794 h 5143785"/>
              <a:gd name="connsiteX17267" fmla="*/ 1868424 w 3114960"/>
              <a:gd name="connsiteY17267" fmla="*/ 4824794 h 5143785"/>
              <a:gd name="connsiteX17268" fmla="*/ 1868424 w 3114960"/>
              <a:gd name="connsiteY17268" fmla="*/ 4937570 h 5143785"/>
              <a:gd name="connsiteX17269" fmla="*/ 1898428 w 3114960"/>
              <a:gd name="connsiteY17269" fmla="*/ 4966145 h 5143785"/>
              <a:gd name="connsiteX17270" fmla="*/ 1898142 w 3114960"/>
              <a:gd name="connsiteY17270" fmla="*/ 5128260 h 5143785"/>
              <a:gd name="connsiteX17271" fmla="*/ 1888141 w 3114960"/>
              <a:gd name="connsiteY17271" fmla="*/ 5132737 h 5143785"/>
              <a:gd name="connsiteX17272" fmla="*/ 1883569 w 3114960"/>
              <a:gd name="connsiteY17272" fmla="*/ 5143786 h 5143785"/>
              <a:gd name="connsiteX17273" fmla="*/ 1888331 w 3114960"/>
              <a:gd name="connsiteY17273" fmla="*/ 5143786 h 5143785"/>
              <a:gd name="connsiteX17274" fmla="*/ 1891475 w 3114960"/>
              <a:gd name="connsiteY17274" fmla="*/ 5136071 h 5143785"/>
              <a:gd name="connsiteX17275" fmla="*/ 1899190 w 3114960"/>
              <a:gd name="connsiteY17275" fmla="*/ 5132928 h 5143785"/>
              <a:gd name="connsiteX17276" fmla="*/ 1906905 w 3114960"/>
              <a:gd name="connsiteY17276" fmla="*/ 5136071 h 5143785"/>
              <a:gd name="connsiteX17277" fmla="*/ 1910048 w 3114960"/>
              <a:gd name="connsiteY17277" fmla="*/ 5143786 h 5143785"/>
              <a:gd name="connsiteX17278" fmla="*/ 1914811 w 3114960"/>
              <a:gd name="connsiteY17278" fmla="*/ 5143786 h 5143785"/>
              <a:gd name="connsiteX17279" fmla="*/ 1910239 w 3114960"/>
              <a:gd name="connsiteY17279" fmla="*/ 5132737 h 5143785"/>
              <a:gd name="connsiteX17280" fmla="*/ 1902809 w 3114960"/>
              <a:gd name="connsiteY17280" fmla="*/ 5128641 h 5143785"/>
              <a:gd name="connsiteX17281" fmla="*/ 1862995 w 3114960"/>
              <a:gd name="connsiteY17281" fmla="*/ 4819841 h 5143785"/>
              <a:gd name="connsiteX17282" fmla="*/ 1861852 w 3114960"/>
              <a:gd name="connsiteY17282" fmla="*/ 4818698 h 5143785"/>
              <a:gd name="connsiteX17283" fmla="*/ 1861852 w 3114960"/>
              <a:gd name="connsiteY17283" fmla="*/ 4803077 h 5143785"/>
              <a:gd name="connsiteX17284" fmla="*/ 1862995 w 3114960"/>
              <a:gd name="connsiteY17284" fmla="*/ 4801934 h 5143785"/>
              <a:gd name="connsiteX17285" fmla="*/ 1878616 w 3114960"/>
              <a:gd name="connsiteY17285" fmla="*/ 4801934 h 5143785"/>
              <a:gd name="connsiteX17286" fmla="*/ 1879759 w 3114960"/>
              <a:gd name="connsiteY17286" fmla="*/ 4803077 h 5143785"/>
              <a:gd name="connsiteX17287" fmla="*/ 1879759 w 3114960"/>
              <a:gd name="connsiteY17287" fmla="*/ 4818698 h 5143785"/>
              <a:gd name="connsiteX17288" fmla="*/ 1878616 w 3114960"/>
              <a:gd name="connsiteY17288" fmla="*/ 4819841 h 5143785"/>
              <a:gd name="connsiteX17289" fmla="*/ 1862995 w 3114960"/>
              <a:gd name="connsiteY17289" fmla="*/ 4819841 h 5143785"/>
              <a:gd name="connsiteX17290" fmla="*/ 389954 w 3114960"/>
              <a:gd name="connsiteY17290" fmla="*/ 1616774 h 5143785"/>
              <a:gd name="connsiteX17291" fmla="*/ 402622 w 3114960"/>
              <a:gd name="connsiteY17291" fmla="*/ 1629442 h 5143785"/>
              <a:gd name="connsiteX17292" fmla="*/ 389954 w 3114960"/>
              <a:gd name="connsiteY17292" fmla="*/ 1642110 h 5143785"/>
              <a:gd name="connsiteX17293" fmla="*/ 377285 w 3114960"/>
              <a:gd name="connsiteY17293" fmla="*/ 1629442 h 5143785"/>
              <a:gd name="connsiteX17294" fmla="*/ 389954 w 3114960"/>
              <a:gd name="connsiteY17294" fmla="*/ 1616774 h 5143785"/>
              <a:gd name="connsiteX17295" fmla="*/ 2240947 w 3114960"/>
              <a:gd name="connsiteY17295" fmla="*/ 5143595 h 5143785"/>
              <a:gd name="connsiteX17296" fmla="*/ 2240947 w 3114960"/>
              <a:gd name="connsiteY17296" fmla="*/ 5141405 h 5143785"/>
              <a:gd name="connsiteX17297" fmla="*/ 2240185 w 3114960"/>
              <a:gd name="connsiteY17297" fmla="*/ 5140643 h 5143785"/>
              <a:gd name="connsiteX17298" fmla="*/ 2229231 w 3114960"/>
              <a:gd name="connsiteY17298" fmla="*/ 5140643 h 5143785"/>
              <a:gd name="connsiteX17299" fmla="*/ 2228469 w 3114960"/>
              <a:gd name="connsiteY17299" fmla="*/ 5141405 h 5143785"/>
              <a:gd name="connsiteX17300" fmla="*/ 2228469 w 3114960"/>
              <a:gd name="connsiteY17300" fmla="*/ 5143595 h 5143785"/>
              <a:gd name="connsiteX17301" fmla="*/ 2223707 w 3114960"/>
              <a:gd name="connsiteY17301" fmla="*/ 5143595 h 5143785"/>
              <a:gd name="connsiteX17302" fmla="*/ 2223707 w 3114960"/>
              <a:gd name="connsiteY17302" fmla="*/ 5141405 h 5143785"/>
              <a:gd name="connsiteX17303" fmla="*/ 2229231 w 3114960"/>
              <a:gd name="connsiteY17303" fmla="*/ 5135880 h 5143785"/>
              <a:gd name="connsiteX17304" fmla="*/ 2240185 w 3114960"/>
              <a:gd name="connsiteY17304" fmla="*/ 5135880 h 5143785"/>
              <a:gd name="connsiteX17305" fmla="*/ 2245709 w 3114960"/>
              <a:gd name="connsiteY17305" fmla="*/ 5141405 h 5143785"/>
              <a:gd name="connsiteX17306" fmla="*/ 2245709 w 3114960"/>
              <a:gd name="connsiteY17306" fmla="*/ 5143595 h 5143785"/>
              <a:gd name="connsiteX17307" fmla="*/ 2240947 w 3114960"/>
              <a:gd name="connsiteY17307" fmla="*/ 5143595 h 5143785"/>
              <a:gd name="connsiteX17308" fmla="*/ 1767840 w 3114960"/>
              <a:gd name="connsiteY17308" fmla="*/ 4814126 h 5143785"/>
              <a:gd name="connsiteX17309" fmla="*/ 1767840 w 3114960"/>
              <a:gd name="connsiteY17309" fmla="*/ 4807649 h 5143785"/>
              <a:gd name="connsiteX17310" fmla="*/ 1770412 w 3114960"/>
              <a:gd name="connsiteY17310" fmla="*/ 4805077 h 5143785"/>
              <a:gd name="connsiteX17311" fmla="*/ 1776889 w 3114960"/>
              <a:gd name="connsiteY17311" fmla="*/ 4805077 h 5143785"/>
              <a:gd name="connsiteX17312" fmla="*/ 1779461 w 3114960"/>
              <a:gd name="connsiteY17312" fmla="*/ 4807649 h 5143785"/>
              <a:gd name="connsiteX17313" fmla="*/ 1779461 w 3114960"/>
              <a:gd name="connsiteY17313" fmla="*/ 4814126 h 5143785"/>
              <a:gd name="connsiteX17314" fmla="*/ 1776889 w 3114960"/>
              <a:gd name="connsiteY17314" fmla="*/ 4816697 h 5143785"/>
              <a:gd name="connsiteX17315" fmla="*/ 1770412 w 3114960"/>
              <a:gd name="connsiteY17315" fmla="*/ 4816697 h 5143785"/>
              <a:gd name="connsiteX17316" fmla="*/ 1767840 w 3114960"/>
              <a:gd name="connsiteY17316" fmla="*/ 4814126 h 5143785"/>
              <a:gd name="connsiteX17317" fmla="*/ 2420398 w 3114960"/>
              <a:gd name="connsiteY17317" fmla="*/ 4811459 h 5143785"/>
              <a:gd name="connsiteX17318" fmla="*/ 2433066 w 3114960"/>
              <a:gd name="connsiteY17318" fmla="*/ 4798790 h 5143785"/>
              <a:gd name="connsiteX17319" fmla="*/ 2445734 w 3114960"/>
              <a:gd name="connsiteY17319" fmla="*/ 4811459 h 5143785"/>
              <a:gd name="connsiteX17320" fmla="*/ 2433066 w 3114960"/>
              <a:gd name="connsiteY17320" fmla="*/ 4824127 h 5143785"/>
              <a:gd name="connsiteX17321" fmla="*/ 2420398 w 3114960"/>
              <a:gd name="connsiteY17321" fmla="*/ 4811459 h 5143785"/>
              <a:gd name="connsiteX17322" fmla="*/ 16764 w 3114960"/>
              <a:gd name="connsiteY17322" fmla="*/ 1817275 h 5143785"/>
              <a:gd name="connsiteX17323" fmla="*/ 27527 w 3114960"/>
              <a:gd name="connsiteY17323" fmla="*/ 1806512 h 5143785"/>
              <a:gd name="connsiteX17324" fmla="*/ 27527 w 3114960"/>
              <a:gd name="connsiteY17324" fmla="*/ 1764030 h 5143785"/>
              <a:gd name="connsiteX17325" fmla="*/ 34290 w 3114960"/>
              <a:gd name="connsiteY17325" fmla="*/ 1764030 h 5143785"/>
              <a:gd name="connsiteX17326" fmla="*/ 36671 w 3114960"/>
              <a:gd name="connsiteY17326" fmla="*/ 1761649 h 5143785"/>
              <a:gd name="connsiteX17327" fmla="*/ 36671 w 3114960"/>
              <a:gd name="connsiteY17327" fmla="*/ 1760030 h 5143785"/>
              <a:gd name="connsiteX17328" fmla="*/ 90964 w 3114960"/>
              <a:gd name="connsiteY17328" fmla="*/ 1760030 h 5143785"/>
              <a:gd name="connsiteX17329" fmla="*/ 99441 w 3114960"/>
              <a:gd name="connsiteY17329" fmla="*/ 1751838 h 5143785"/>
              <a:gd name="connsiteX17330" fmla="*/ 122301 w 3114960"/>
              <a:gd name="connsiteY17330" fmla="*/ 1751838 h 5143785"/>
              <a:gd name="connsiteX17331" fmla="*/ 127445 w 3114960"/>
              <a:gd name="connsiteY17331" fmla="*/ 1746695 h 5143785"/>
              <a:gd name="connsiteX17332" fmla="*/ 127445 w 3114960"/>
              <a:gd name="connsiteY17332" fmla="*/ 1743742 h 5143785"/>
              <a:gd name="connsiteX17333" fmla="*/ 224981 w 3114960"/>
              <a:gd name="connsiteY17333" fmla="*/ 1743742 h 5143785"/>
              <a:gd name="connsiteX17334" fmla="*/ 242030 w 3114960"/>
              <a:gd name="connsiteY17334" fmla="*/ 1760696 h 5143785"/>
              <a:gd name="connsiteX17335" fmla="*/ 333375 w 3114960"/>
              <a:gd name="connsiteY17335" fmla="*/ 1760696 h 5143785"/>
              <a:gd name="connsiteX17336" fmla="*/ 382143 w 3114960"/>
              <a:gd name="connsiteY17336" fmla="*/ 1708499 h 5143785"/>
              <a:gd name="connsiteX17337" fmla="*/ 383667 w 3114960"/>
              <a:gd name="connsiteY17337" fmla="*/ 1708785 h 5143785"/>
              <a:gd name="connsiteX17338" fmla="*/ 396335 w 3114960"/>
              <a:gd name="connsiteY17338" fmla="*/ 1708785 h 5143785"/>
              <a:gd name="connsiteX17339" fmla="*/ 403193 w 3114960"/>
              <a:gd name="connsiteY17339" fmla="*/ 1701927 h 5143785"/>
              <a:gd name="connsiteX17340" fmla="*/ 403193 w 3114960"/>
              <a:gd name="connsiteY17340" fmla="*/ 1689259 h 5143785"/>
              <a:gd name="connsiteX17341" fmla="*/ 396335 w 3114960"/>
              <a:gd name="connsiteY17341" fmla="*/ 1682401 h 5143785"/>
              <a:gd name="connsiteX17342" fmla="*/ 383667 w 3114960"/>
              <a:gd name="connsiteY17342" fmla="*/ 1682401 h 5143785"/>
              <a:gd name="connsiteX17343" fmla="*/ 376809 w 3114960"/>
              <a:gd name="connsiteY17343" fmla="*/ 1689259 h 5143785"/>
              <a:gd name="connsiteX17344" fmla="*/ 376809 w 3114960"/>
              <a:gd name="connsiteY17344" fmla="*/ 1701927 h 5143785"/>
              <a:gd name="connsiteX17345" fmla="*/ 378143 w 3114960"/>
              <a:gd name="connsiteY17345" fmla="*/ 1705737 h 5143785"/>
              <a:gd name="connsiteX17346" fmla="*/ 331280 w 3114960"/>
              <a:gd name="connsiteY17346" fmla="*/ 1755934 h 5143785"/>
              <a:gd name="connsiteX17347" fmla="*/ 244031 w 3114960"/>
              <a:gd name="connsiteY17347" fmla="*/ 1755934 h 5143785"/>
              <a:gd name="connsiteX17348" fmla="*/ 226981 w 3114960"/>
              <a:gd name="connsiteY17348" fmla="*/ 1738979 h 5143785"/>
              <a:gd name="connsiteX17349" fmla="*/ 127445 w 3114960"/>
              <a:gd name="connsiteY17349" fmla="*/ 1738979 h 5143785"/>
              <a:gd name="connsiteX17350" fmla="*/ 127445 w 3114960"/>
              <a:gd name="connsiteY17350" fmla="*/ 1736693 h 5143785"/>
              <a:gd name="connsiteX17351" fmla="*/ 122301 w 3114960"/>
              <a:gd name="connsiteY17351" fmla="*/ 1731550 h 5143785"/>
              <a:gd name="connsiteX17352" fmla="*/ 98489 w 3114960"/>
              <a:gd name="connsiteY17352" fmla="*/ 1731550 h 5143785"/>
              <a:gd name="connsiteX17353" fmla="*/ 93345 w 3114960"/>
              <a:gd name="connsiteY17353" fmla="*/ 1736693 h 5143785"/>
              <a:gd name="connsiteX17354" fmla="*/ 93345 w 3114960"/>
              <a:gd name="connsiteY17354" fmla="*/ 1746790 h 5143785"/>
              <a:gd name="connsiteX17355" fmla="*/ 94583 w 3114960"/>
              <a:gd name="connsiteY17355" fmla="*/ 1749933 h 5143785"/>
              <a:gd name="connsiteX17356" fmla="*/ 89059 w 3114960"/>
              <a:gd name="connsiteY17356" fmla="*/ 1755267 h 5143785"/>
              <a:gd name="connsiteX17357" fmla="*/ 36671 w 3114960"/>
              <a:gd name="connsiteY17357" fmla="*/ 1755267 h 5143785"/>
              <a:gd name="connsiteX17358" fmla="*/ 36671 w 3114960"/>
              <a:gd name="connsiteY17358" fmla="*/ 1753648 h 5143785"/>
              <a:gd name="connsiteX17359" fmla="*/ 34290 w 3114960"/>
              <a:gd name="connsiteY17359" fmla="*/ 1751267 h 5143785"/>
              <a:gd name="connsiteX17360" fmla="*/ 16097 w 3114960"/>
              <a:gd name="connsiteY17360" fmla="*/ 1751267 h 5143785"/>
              <a:gd name="connsiteX17361" fmla="*/ 13716 w 3114960"/>
              <a:gd name="connsiteY17361" fmla="*/ 1753648 h 5143785"/>
              <a:gd name="connsiteX17362" fmla="*/ 13716 w 3114960"/>
              <a:gd name="connsiteY17362" fmla="*/ 1761649 h 5143785"/>
              <a:gd name="connsiteX17363" fmla="*/ 16097 w 3114960"/>
              <a:gd name="connsiteY17363" fmla="*/ 1764030 h 5143785"/>
              <a:gd name="connsiteX17364" fmla="*/ 22860 w 3114960"/>
              <a:gd name="connsiteY17364" fmla="*/ 1764030 h 5143785"/>
              <a:gd name="connsiteX17365" fmla="*/ 22860 w 3114960"/>
              <a:gd name="connsiteY17365" fmla="*/ 1806512 h 5143785"/>
              <a:gd name="connsiteX17366" fmla="*/ 16859 w 3114960"/>
              <a:gd name="connsiteY17366" fmla="*/ 1812512 h 5143785"/>
              <a:gd name="connsiteX17367" fmla="*/ 10859 w 3114960"/>
              <a:gd name="connsiteY17367" fmla="*/ 1806512 h 5143785"/>
              <a:gd name="connsiteX17368" fmla="*/ 10859 w 3114960"/>
              <a:gd name="connsiteY17368" fmla="*/ 1768507 h 5143785"/>
              <a:gd name="connsiteX17369" fmla="*/ 95 w 3114960"/>
              <a:gd name="connsiteY17369" fmla="*/ 1757744 h 5143785"/>
              <a:gd name="connsiteX17370" fmla="*/ 95 w 3114960"/>
              <a:gd name="connsiteY17370" fmla="*/ 1762506 h 5143785"/>
              <a:gd name="connsiteX17371" fmla="*/ 6096 w 3114960"/>
              <a:gd name="connsiteY17371" fmla="*/ 1768507 h 5143785"/>
              <a:gd name="connsiteX17372" fmla="*/ 6096 w 3114960"/>
              <a:gd name="connsiteY17372" fmla="*/ 1806512 h 5143785"/>
              <a:gd name="connsiteX17373" fmla="*/ 16859 w 3114960"/>
              <a:gd name="connsiteY17373" fmla="*/ 1817275 h 5143785"/>
              <a:gd name="connsiteX17374" fmla="*/ 381572 w 3114960"/>
              <a:gd name="connsiteY17374" fmla="*/ 1689449 h 5143785"/>
              <a:gd name="connsiteX17375" fmla="*/ 383667 w 3114960"/>
              <a:gd name="connsiteY17375" fmla="*/ 1687354 h 5143785"/>
              <a:gd name="connsiteX17376" fmla="*/ 396335 w 3114960"/>
              <a:gd name="connsiteY17376" fmla="*/ 1687354 h 5143785"/>
              <a:gd name="connsiteX17377" fmla="*/ 398431 w 3114960"/>
              <a:gd name="connsiteY17377" fmla="*/ 1689449 h 5143785"/>
              <a:gd name="connsiteX17378" fmla="*/ 398431 w 3114960"/>
              <a:gd name="connsiteY17378" fmla="*/ 1702118 h 5143785"/>
              <a:gd name="connsiteX17379" fmla="*/ 396335 w 3114960"/>
              <a:gd name="connsiteY17379" fmla="*/ 1704213 h 5143785"/>
              <a:gd name="connsiteX17380" fmla="*/ 383667 w 3114960"/>
              <a:gd name="connsiteY17380" fmla="*/ 1704213 h 5143785"/>
              <a:gd name="connsiteX17381" fmla="*/ 381572 w 3114960"/>
              <a:gd name="connsiteY17381" fmla="*/ 1702118 h 5143785"/>
              <a:gd name="connsiteX17382" fmla="*/ 381572 w 3114960"/>
              <a:gd name="connsiteY17382" fmla="*/ 1689449 h 5143785"/>
              <a:gd name="connsiteX17383" fmla="*/ 121348 w 3114960"/>
              <a:gd name="connsiteY17383" fmla="*/ 1736789 h 5143785"/>
              <a:gd name="connsiteX17384" fmla="*/ 122492 w 3114960"/>
              <a:gd name="connsiteY17384" fmla="*/ 1736789 h 5143785"/>
              <a:gd name="connsiteX17385" fmla="*/ 122492 w 3114960"/>
              <a:gd name="connsiteY17385" fmla="*/ 1746885 h 5143785"/>
              <a:gd name="connsiteX17386" fmla="*/ 122111 w 3114960"/>
              <a:gd name="connsiteY17386" fmla="*/ 1747266 h 5143785"/>
              <a:gd name="connsiteX17387" fmla="*/ 121253 w 3114960"/>
              <a:gd name="connsiteY17387" fmla="*/ 1747266 h 5143785"/>
              <a:gd name="connsiteX17388" fmla="*/ 121253 w 3114960"/>
              <a:gd name="connsiteY17388" fmla="*/ 1736884 h 5143785"/>
              <a:gd name="connsiteX17389" fmla="*/ 108204 w 3114960"/>
              <a:gd name="connsiteY17389" fmla="*/ 1736598 h 5143785"/>
              <a:gd name="connsiteX17390" fmla="*/ 112871 w 3114960"/>
              <a:gd name="connsiteY17390" fmla="*/ 1736598 h 5143785"/>
              <a:gd name="connsiteX17391" fmla="*/ 112871 w 3114960"/>
              <a:gd name="connsiteY17391" fmla="*/ 1747076 h 5143785"/>
              <a:gd name="connsiteX17392" fmla="*/ 108204 w 3114960"/>
              <a:gd name="connsiteY17392" fmla="*/ 1747076 h 5143785"/>
              <a:gd name="connsiteX17393" fmla="*/ 108204 w 3114960"/>
              <a:gd name="connsiteY17393" fmla="*/ 1736598 h 5143785"/>
              <a:gd name="connsiteX17394" fmla="*/ 98489 w 3114960"/>
              <a:gd name="connsiteY17394" fmla="*/ 1736503 h 5143785"/>
              <a:gd name="connsiteX17395" fmla="*/ 100108 w 3114960"/>
              <a:gd name="connsiteY17395" fmla="*/ 1736503 h 5143785"/>
              <a:gd name="connsiteX17396" fmla="*/ 100108 w 3114960"/>
              <a:gd name="connsiteY17396" fmla="*/ 1746980 h 5143785"/>
              <a:gd name="connsiteX17397" fmla="*/ 98108 w 3114960"/>
              <a:gd name="connsiteY17397" fmla="*/ 1746980 h 5143785"/>
              <a:gd name="connsiteX17398" fmla="*/ 98489 w 3114960"/>
              <a:gd name="connsiteY17398" fmla="*/ 1736503 h 5143785"/>
              <a:gd name="connsiteX17399" fmla="*/ 18383 w 3114960"/>
              <a:gd name="connsiteY17399" fmla="*/ 1759363 h 5143785"/>
              <a:gd name="connsiteX17400" fmla="*/ 18383 w 3114960"/>
              <a:gd name="connsiteY17400" fmla="*/ 1756124 h 5143785"/>
              <a:gd name="connsiteX17401" fmla="*/ 31814 w 3114960"/>
              <a:gd name="connsiteY17401" fmla="*/ 1756124 h 5143785"/>
              <a:gd name="connsiteX17402" fmla="*/ 31814 w 3114960"/>
              <a:gd name="connsiteY17402" fmla="*/ 1759363 h 5143785"/>
              <a:gd name="connsiteX17403" fmla="*/ 18383 w 3114960"/>
              <a:gd name="connsiteY17403" fmla="*/ 1759363 h 5143785"/>
              <a:gd name="connsiteX17404" fmla="*/ 3114770 w 3114960"/>
              <a:gd name="connsiteY17404" fmla="*/ 5122545 h 5143785"/>
              <a:gd name="connsiteX17405" fmla="*/ 3111627 w 3114960"/>
              <a:gd name="connsiteY17405" fmla="*/ 5122545 h 5143785"/>
              <a:gd name="connsiteX17406" fmla="*/ 3101721 w 3114960"/>
              <a:gd name="connsiteY17406" fmla="*/ 5114544 h 5143785"/>
              <a:gd name="connsiteX17407" fmla="*/ 3091339 w 3114960"/>
              <a:gd name="connsiteY17407" fmla="*/ 5124926 h 5143785"/>
              <a:gd name="connsiteX17408" fmla="*/ 3101721 w 3114960"/>
              <a:gd name="connsiteY17408" fmla="*/ 5135309 h 5143785"/>
              <a:gd name="connsiteX17409" fmla="*/ 3111627 w 3114960"/>
              <a:gd name="connsiteY17409" fmla="*/ 5127308 h 5143785"/>
              <a:gd name="connsiteX17410" fmla="*/ 3114770 w 3114960"/>
              <a:gd name="connsiteY17410" fmla="*/ 5127308 h 5143785"/>
              <a:gd name="connsiteX17411" fmla="*/ 3114770 w 3114960"/>
              <a:gd name="connsiteY17411" fmla="*/ 5122545 h 5143785"/>
              <a:gd name="connsiteX17412" fmla="*/ 3101721 w 3114960"/>
              <a:gd name="connsiteY17412" fmla="*/ 5130642 h 5143785"/>
              <a:gd name="connsiteX17413" fmla="*/ 3096101 w 3114960"/>
              <a:gd name="connsiteY17413" fmla="*/ 5125022 h 5143785"/>
              <a:gd name="connsiteX17414" fmla="*/ 3101721 w 3114960"/>
              <a:gd name="connsiteY17414" fmla="*/ 5119402 h 5143785"/>
              <a:gd name="connsiteX17415" fmla="*/ 3107341 w 3114960"/>
              <a:gd name="connsiteY17415" fmla="*/ 5125022 h 5143785"/>
              <a:gd name="connsiteX17416" fmla="*/ 3101721 w 3114960"/>
              <a:gd name="connsiteY17416" fmla="*/ 5130642 h 5143785"/>
              <a:gd name="connsiteX17417" fmla="*/ 1889474 w 3114960"/>
              <a:gd name="connsiteY17417" fmla="*/ 11144 h 5143785"/>
              <a:gd name="connsiteX17418" fmla="*/ 1884902 w 3114960"/>
              <a:gd name="connsiteY17418" fmla="*/ 95 h 5143785"/>
              <a:gd name="connsiteX17419" fmla="*/ 1889665 w 3114960"/>
              <a:gd name="connsiteY17419" fmla="*/ 95 h 5143785"/>
              <a:gd name="connsiteX17420" fmla="*/ 1892808 w 3114960"/>
              <a:gd name="connsiteY17420" fmla="*/ 7811 h 5143785"/>
              <a:gd name="connsiteX17421" fmla="*/ 1908239 w 3114960"/>
              <a:gd name="connsiteY17421" fmla="*/ 7811 h 5143785"/>
              <a:gd name="connsiteX17422" fmla="*/ 1911382 w 3114960"/>
              <a:gd name="connsiteY17422" fmla="*/ 95 h 5143785"/>
              <a:gd name="connsiteX17423" fmla="*/ 1916144 w 3114960"/>
              <a:gd name="connsiteY17423" fmla="*/ 95 h 5143785"/>
              <a:gd name="connsiteX17424" fmla="*/ 1911572 w 3114960"/>
              <a:gd name="connsiteY17424" fmla="*/ 11144 h 5143785"/>
              <a:gd name="connsiteX17425" fmla="*/ 1900523 w 3114960"/>
              <a:gd name="connsiteY17425" fmla="*/ 15716 h 5143785"/>
              <a:gd name="connsiteX17426" fmla="*/ 1889474 w 3114960"/>
              <a:gd name="connsiteY17426" fmla="*/ 11144 h 5143785"/>
              <a:gd name="connsiteX17427" fmla="*/ 3064288 w 3114960"/>
              <a:gd name="connsiteY17427" fmla="*/ 5143595 h 5143785"/>
              <a:gd name="connsiteX17428" fmla="*/ 3059525 w 3114960"/>
              <a:gd name="connsiteY17428" fmla="*/ 5143595 h 5143785"/>
              <a:gd name="connsiteX17429" fmla="*/ 3059525 w 3114960"/>
              <a:gd name="connsiteY17429" fmla="*/ 5094637 h 5143785"/>
              <a:gd name="connsiteX17430" fmla="*/ 3060002 w 3114960"/>
              <a:gd name="connsiteY17430" fmla="*/ 5093970 h 5143785"/>
              <a:gd name="connsiteX17431" fmla="*/ 3114675 w 3114960"/>
              <a:gd name="connsiteY17431" fmla="*/ 5024724 h 5143785"/>
              <a:gd name="connsiteX17432" fmla="*/ 3114675 w 3114960"/>
              <a:gd name="connsiteY17432" fmla="*/ 5032439 h 5143785"/>
              <a:gd name="connsiteX17433" fmla="*/ 3064193 w 3114960"/>
              <a:gd name="connsiteY17433" fmla="*/ 5096351 h 5143785"/>
              <a:gd name="connsiteX17434" fmla="*/ 3064193 w 3114960"/>
              <a:gd name="connsiteY17434" fmla="*/ 5143595 h 5143785"/>
              <a:gd name="connsiteX17435" fmla="*/ 3021806 w 3114960"/>
              <a:gd name="connsiteY17435" fmla="*/ 5143595 h 5143785"/>
              <a:gd name="connsiteX17436" fmla="*/ 3017044 w 3114960"/>
              <a:gd name="connsiteY17436" fmla="*/ 5143595 h 5143785"/>
              <a:gd name="connsiteX17437" fmla="*/ 3017044 w 3114960"/>
              <a:gd name="connsiteY17437" fmla="*/ 5094637 h 5143785"/>
              <a:gd name="connsiteX17438" fmla="*/ 3017520 w 3114960"/>
              <a:gd name="connsiteY17438" fmla="*/ 5093970 h 5143785"/>
              <a:gd name="connsiteX17439" fmla="*/ 3114770 w 3114960"/>
              <a:gd name="connsiteY17439" fmla="*/ 4971003 h 5143785"/>
              <a:gd name="connsiteX17440" fmla="*/ 3114770 w 3114960"/>
              <a:gd name="connsiteY17440" fmla="*/ 4978718 h 5143785"/>
              <a:gd name="connsiteX17441" fmla="*/ 3021806 w 3114960"/>
              <a:gd name="connsiteY17441" fmla="*/ 5096257 h 5143785"/>
              <a:gd name="connsiteX17442" fmla="*/ 3021806 w 3114960"/>
              <a:gd name="connsiteY17442" fmla="*/ 5143500 h 5143785"/>
              <a:gd name="connsiteX17443" fmla="*/ 224885 w 3114960"/>
              <a:gd name="connsiteY17443" fmla="*/ 1284065 h 5143785"/>
              <a:gd name="connsiteX17444" fmla="*/ 224504 w 3114960"/>
              <a:gd name="connsiteY17444" fmla="*/ 1355884 h 5143785"/>
              <a:gd name="connsiteX17445" fmla="*/ 216408 w 3114960"/>
              <a:gd name="connsiteY17445" fmla="*/ 1361980 h 5143785"/>
              <a:gd name="connsiteX17446" fmla="*/ 50959 w 3114960"/>
              <a:gd name="connsiteY17446" fmla="*/ 1361980 h 5143785"/>
              <a:gd name="connsiteX17447" fmla="*/ 28099 w 3114960"/>
              <a:gd name="connsiteY17447" fmla="*/ 1379411 h 5143785"/>
              <a:gd name="connsiteX17448" fmla="*/ 10668 w 3114960"/>
              <a:gd name="connsiteY17448" fmla="*/ 1379411 h 5143785"/>
              <a:gd name="connsiteX17449" fmla="*/ 10287 w 3114960"/>
              <a:gd name="connsiteY17449" fmla="*/ 1377506 h 5143785"/>
              <a:gd name="connsiteX17450" fmla="*/ 4382 w 3114960"/>
              <a:gd name="connsiteY17450" fmla="*/ 1371791 h 5143785"/>
              <a:gd name="connsiteX17451" fmla="*/ 191 w 3114960"/>
              <a:gd name="connsiteY17451" fmla="*/ 1371028 h 5143785"/>
              <a:gd name="connsiteX17452" fmla="*/ 191 w 3114960"/>
              <a:gd name="connsiteY17452" fmla="*/ 1375791 h 5143785"/>
              <a:gd name="connsiteX17453" fmla="*/ 476 w 3114960"/>
              <a:gd name="connsiteY17453" fmla="*/ 1375791 h 5143785"/>
              <a:gd name="connsiteX17454" fmla="*/ 2667 w 3114960"/>
              <a:gd name="connsiteY17454" fmla="*/ 1376172 h 5143785"/>
              <a:gd name="connsiteX17455" fmla="*/ 6001 w 3114960"/>
              <a:gd name="connsiteY17455" fmla="*/ 1379411 h 5143785"/>
              <a:gd name="connsiteX17456" fmla="*/ 6001 w 3114960"/>
              <a:gd name="connsiteY17456" fmla="*/ 1383982 h 5143785"/>
              <a:gd name="connsiteX17457" fmla="*/ 2762 w 3114960"/>
              <a:gd name="connsiteY17457" fmla="*/ 1387316 h 5143785"/>
              <a:gd name="connsiteX17458" fmla="*/ 95 w 3114960"/>
              <a:gd name="connsiteY17458" fmla="*/ 1387793 h 5143785"/>
              <a:gd name="connsiteX17459" fmla="*/ 95 w 3114960"/>
              <a:gd name="connsiteY17459" fmla="*/ 1392555 h 5143785"/>
              <a:gd name="connsiteX17460" fmla="*/ 381 w 3114960"/>
              <a:gd name="connsiteY17460" fmla="*/ 1392555 h 5143785"/>
              <a:gd name="connsiteX17461" fmla="*/ 4667 w 3114960"/>
              <a:gd name="connsiteY17461" fmla="*/ 1391698 h 5143785"/>
              <a:gd name="connsiteX17462" fmla="*/ 4667 w 3114960"/>
              <a:gd name="connsiteY17462" fmla="*/ 1391698 h 5143785"/>
              <a:gd name="connsiteX17463" fmla="*/ 10382 w 3114960"/>
              <a:gd name="connsiteY17463" fmla="*/ 1385792 h 5143785"/>
              <a:gd name="connsiteX17464" fmla="*/ 10668 w 3114960"/>
              <a:gd name="connsiteY17464" fmla="*/ 1384268 h 5143785"/>
              <a:gd name="connsiteX17465" fmla="*/ 29718 w 3114960"/>
              <a:gd name="connsiteY17465" fmla="*/ 1384268 h 5143785"/>
              <a:gd name="connsiteX17466" fmla="*/ 52578 w 3114960"/>
              <a:gd name="connsiteY17466" fmla="*/ 1366838 h 5143785"/>
              <a:gd name="connsiteX17467" fmla="*/ 218123 w 3114960"/>
              <a:gd name="connsiteY17467" fmla="*/ 1366838 h 5143785"/>
              <a:gd name="connsiteX17468" fmla="*/ 227171 w 3114960"/>
              <a:gd name="connsiteY17468" fmla="*/ 1359980 h 5143785"/>
              <a:gd name="connsiteX17469" fmla="*/ 238411 w 3114960"/>
              <a:gd name="connsiteY17469" fmla="*/ 1369314 h 5143785"/>
              <a:gd name="connsiteX17470" fmla="*/ 238411 w 3114960"/>
              <a:gd name="connsiteY17470" fmla="*/ 1386459 h 5143785"/>
              <a:gd name="connsiteX17471" fmla="*/ 236506 w 3114960"/>
              <a:gd name="connsiteY17471" fmla="*/ 1386840 h 5143785"/>
              <a:gd name="connsiteX17472" fmla="*/ 230981 w 3114960"/>
              <a:gd name="connsiteY17472" fmla="*/ 1401032 h 5143785"/>
              <a:gd name="connsiteX17473" fmla="*/ 240887 w 3114960"/>
              <a:gd name="connsiteY17473" fmla="*/ 1407509 h 5143785"/>
              <a:gd name="connsiteX17474" fmla="*/ 245174 w 3114960"/>
              <a:gd name="connsiteY17474" fmla="*/ 1406652 h 5143785"/>
              <a:gd name="connsiteX17475" fmla="*/ 250889 w 3114960"/>
              <a:gd name="connsiteY17475" fmla="*/ 1400747 h 5143785"/>
              <a:gd name="connsiteX17476" fmla="*/ 250698 w 3114960"/>
              <a:gd name="connsiteY17476" fmla="*/ 1392460 h 5143785"/>
              <a:gd name="connsiteX17477" fmla="*/ 250698 w 3114960"/>
              <a:gd name="connsiteY17477" fmla="*/ 1392460 h 5143785"/>
              <a:gd name="connsiteX17478" fmla="*/ 244793 w 3114960"/>
              <a:gd name="connsiteY17478" fmla="*/ 1386745 h 5143785"/>
              <a:gd name="connsiteX17479" fmla="*/ 243269 w 3114960"/>
              <a:gd name="connsiteY17479" fmla="*/ 1386459 h 5143785"/>
              <a:gd name="connsiteX17480" fmla="*/ 243269 w 3114960"/>
              <a:gd name="connsiteY17480" fmla="*/ 1367123 h 5143785"/>
              <a:gd name="connsiteX17481" fmla="*/ 229457 w 3114960"/>
              <a:gd name="connsiteY17481" fmla="*/ 1355598 h 5143785"/>
              <a:gd name="connsiteX17482" fmla="*/ 229838 w 3114960"/>
              <a:gd name="connsiteY17482" fmla="*/ 1286351 h 5143785"/>
              <a:gd name="connsiteX17483" fmla="*/ 326612 w 3114960"/>
              <a:gd name="connsiteY17483" fmla="*/ 1209199 h 5143785"/>
              <a:gd name="connsiteX17484" fmla="*/ 328708 w 3114960"/>
              <a:gd name="connsiteY17484" fmla="*/ 1210818 h 5143785"/>
              <a:gd name="connsiteX17485" fmla="*/ 334042 w 3114960"/>
              <a:gd name="connsiteY17485" fmla="*/ 1212056 h 5143785"/>
              <a:gd name="connsiteX17486" fmla="*/ 344805 w 3114960"/>
              <a:gd name="connsiteY17486" fmla="*/ 1205389 h 5143785"/>
              <a:gd name="connsiteX17487" fmla="*/ 339376 w 3114960"/>
              <a:gd name="connsiteY17487" fmla="*/ 1189292 h 5143785"/>
              <a:gd name="connsiteX17488" fmla="*/ 323279 w 3114960"/>
              <a:gd name="connsiteY17488" fmla="*/ 1194721 h 5143785"/>
              <a:gd name="connsiteX17489" fmla="*/ 323564 w 3114960"/>
              <a:gd name="connsiteY17489" fmla="*/ 1205579 h 5143785"/>
              <a:gd name="connsiteX17490" fmla="*/ 226028 w 3114960"/>
              <a:gd name="connsiteY17490" fmla="*/ 1283399 h 5143785"/>
              <a:gd name="connsiteX17491" fmla="*/ 225171 w 3114960"/>
              <a:gd name="connsiteY17491" fmla="*/ 1284065 h 5143785"/>
              <a:gd name="connsiteX17492" fmla="*/ 242888 w 3114960"/>
              <a:gd name="connsiteY17492" fmla="*/ 1391126 h 5143785"/>
              <a:gd name="connsiteX17493" fmla="*/ 246221 w 3114960"/>
              <a:gd name="connsiteY17493" fmla="*/ 1394365 h 5143785"/>
              <a:gd name="connsiteX17494" fmla="*/ 246221 w 3114960"/>
              <a:gd name="connsiteY17494" fmla="*/ 1398937 h 5143785"/>
              <a:gd name="connsiteX17495" fmla="*/ 242983 w 3114960"/>
              <a:gd name="connsiteY17495" fmla="*/ 1402271 h 5143785"/>
              <a:gd name="connsiteX17496" fmla="*/ 235077 w 3114960"/>
              <a:gd name="connsiteY17496" fmla="*/ 1399127 h 5143785"/>
              <a:gd name="connsiteX17497" fmla="*/ 238220 w 3114960"/>
              <a:gd name="connsiteY17497" fmla="*/ 1391222 h 5143785"/>
              <a:gd name="connsiteX17498" fmla="*/ 240602 w 3114960"/>
              <a:gd name="connsiteY17498" fmla="*/ 1390745 h 5143785"/>
              <a:gd name="connsiteX17499" fmla="*/ 242792 w 3114960"/>
              <a:gd name="connsiteY17499" fmla="*/ 1391126 h 5143785"/>
              <a:gd name="connsiteX17500" fmla="*/ 327374 w 3114960"/>
              <a:gd name="connsiteY17500" fmla="*/ 1196816 h 5143785"/>
              <a:gd name="connsiteX17501" fmla="*/ 333851 w 3114960"/>
              <a:gd name="connsiteY17501" fmla="*/ 1192816 h 5143785"/>
              <a:gd name="connsiteX17502" fmla="*/ 337090 w 3114960"/>
              <a:gd name="connsiteY17502" fmla="*/ 1193578 h 5143785"/>
              <a:gd name="connsiteX17503" fmla="*/ 340328 w 3114960"/>
              <a:gd name="connsiteY17503" fmla="*/ 1203293 h 5143785"/>
              <a:gd name="connsiteX17504" fmla="*/ 330613 w 3114960"/>
              <a:gd name="connsiteY17504" fmla="*/ 1206532 h 5143785"/>
              <a:gd name="connsiteX17505" fmla="*/ 327374 w 3114960"/>
              <a:gd name="connsiteY17505" fmla="*/ 1196816 h 5143785"/>
              <a:gd name="connsiteX17506" fmla="*/ 211360 w 3114960"/>
              <a:gd name="connsiteY17506" fmla="*/ 1256062 h 5143785"/>
              <a:gd name="connsiteX17507" fmla="*/ 192215 w 3114960"/>
              <a:gd name="connsiteY17507" fmla="*/ 1256062 h 5143785"/>
              <a:gd name="connsiteX17508" fmla="*/ 192215 w 3114960"/>
              <a:gd name="connsiteY17508" fmla="*/ 1233583 h 5143785"/>
              <a:gd name="connsiteX17509" fmla="*/ 187071 w 3114960"/>
              <a:gd name="connsiteY17509" fmla="*/ 1228439 h 5143785"/>
              <a:gd name="connsiteX17510" fmla="*/ 176975 w 3114960"/>
              <a:gd name="connsiteY17510" fmla="*/ 1228439 h 5143785"/>
              <a:gd name="connsiteX17511" fmla="*/ 173450 w 3114960"/>
              <a:gd name="connsiteY17511" fmla="*/ 1229868 h 5143785"/>
              <a:gd name="connsiteX17512" fmla="*/ 147447 w 3114960"/>
              <a:gd name="connsiteY17512" fmla="*/ 1229868 h 5143785"/>
              <a:gd name="connsiteX17513" fmla="*/ 124778 w 3114960"/>
              <a:gd name="connsiteY17513" fmla="*/ 1252633 h 5143785"/>
              <a:gd name="connsiteX17514" fmla="*/ 124778 w 3114960"/>
              <a:gd name="connsiteY17514" fmla="*/ 1297210 h 5143785"/>
              <a:gd name="connsiteX17515" fmla="*/ 117729 w 3114960"/>
              <a:gd name="connsiteY17515" fmla="*/ 1306163 h 5143785"/>
              <a:gd name="connsiteX17516" fmla="*/ 127159 w 3114960"/>
              <a:gd name="connsiteY17516" fmla="*/ 1315593 h 5143785"/>
              <a:gd name="connsiteX17517" fmla="*/ 136589 w 3114960"/>
              <a:gd name="connsiteY17517" fmla="*/ 1306163 h 5143785"/>
              <a:gd name="connsiteX17518" fmla="*/ 129540 w 3114960"/>
              <a:gd name="connsiteY17518" fmla="*/ 1297210 h 5143785"/>
              <a:gd name="connsiteX17519" fmla="*/ 129540 w 3114960"/>
              <a:gd name="connsiteY17519" fmla="*/ 1254633 h 5143785"/>
              <a:gd name="connsiteX17520" fmla="*/ 149447 w 3114960"/>
              <a:gd name="connsiteY17520" fmla="*/ 1234631 h 5143785"/>
              <a:gd name="connsiteX17521" fmla="*/ 171926 w 3114960"/>
              <a:gd name="connsiteY17521" fmla="*/ 1234631 h 5143785"/>
              <a:gd name="connsiteX17522" fmla="*/ 171926 w 3114960"/>
              <a:gd name="connsiteY17522" fmla="*/ 1257300 h 5143785"/>
              <a:gd name="connsiteX17523" fmla="*/ 177070 w 3114960"/>
              <a:gd name="connsiteY17523" fmla="*/ 1262444 h 5143785"/>
              <a:gd name="connsiteX17524" fmla="*/ 187166 w 3114960"/>
              <a:gd name="connsiteY17524" fmla="*/ 1262444 h 5143785"/>
              <a:gd name="connsiteX17525" fmla="*/ 190881 w 3114960"/>
              <a:gd name="connsiteY17525" fmla="*/ 1260824 h 5143785"/>
              <a:gd name="connsiteX17526" fmla="*/ 213074 w 3114960"/>
              <a:gd name="connsiteY17526" fmla="*/ 1260824 h 5143785"/>
              <a:gd name="connsiteX17527" fmla="*/ 257747 w 3114960"/>
              <a:gd name="connsiteY17527" fmla="*/ 1225963 h 5143785"/>
              <a:gd name="connsiteX17528" fmla="*/ 257747 w 3114960"/>
              <a:gd name="connsiteY17528" fmla="*/ 1195197 h 5143785"/>
              <a:gd name="connsiteX17529" fmla="*/ 264795 w 3114960"/>
              <a:gd name="connsiteY17529" fmla="*/ 1186244 h 5143785"/>
              <a:gd name="connsiteX17530" fmla="*/ 255365 w 3114960"/>
              <a:gd name="connsiteY17530" fmla="*/ 1176814 h 5143785"/>
              <a:gd name="connsiteX17531" fmla="*/ 245936 w 3114960"/>
              <a:gd name="connsiteY17531" fmla="*/ 1186244 h 5143785"/>
              <a:gd name="connsiteX17532" fmla="*/ 252984 w 3114960"/>
              <a:gd name="connsiteY17532" fmla="*/ 1195197 h 5143785"/>
              <a:gd name="connsiteX17533" fmla="*/ 252984 w 3114960"/>
              <a:gd name="connsiteY17533" fmla="*/ 1223582 h 5143785"/>
              <a:gd name="connsiteX17534" fmla="*/ 211455 w 3114960"/>
              <a:gd name="connsiteY17534" fmla="*/ 1256062 h 5143785"/>
              <a:gd name="connsiteX17535" fmla="*/ 131921 w 3114960"/>
              <a:gd name="connsiteY17535" fmla="*/ 1306259 h 5143785"/>
              <a:gd name="connsiteX17536" fmla="*/ 127254 w 3114960"/>
              <a:gd name="connsiteY17536" fmla="*/ 1310926 h 5143785"/>
              <a:gd name="connsiteX17537" fmla="*/ 122587 w 3114960"/>
              <a:gd name="connsiteY17537" fmla="*/ 1306259 h 5143785"/>
              <a:gd name="connsiteX17538" fmla="*/ 127254 w 3114960"/>
              <a:gd name="connsiteY17538" fmla="*/ 1301591 h 5143785"/>
              <a:gd name="connsiteX17539" fmla="*/ 131921 w 3114960"/>
              <a:gd name="connsiteY17539" fmla="*/ 1306259 h 5143785"/>
              <a:gd name="connsiteX17540" fmla="*/ 187071 w 3114960"/>
              <a:gd name="connsiteY17540" fmla="*/ 1257681 h 5143785"/>
              <a:gd name="connsiteX17541" fmla="*/ 176975 w 3114960"/>
              <a:gd name="connsiteY17541" fmla="*/ 1257681 h 5143785"/>
              <a:gd name="connsiteX17542" fmla="*/ 176594 w 3114960"/>
              <a:gd name="connsiteY17542" fmla="*/ 1257300 h 5143785"/>
              <a:gd name="connsiteX17543" fmla="*/ 176594 w 3114960"/>
              <a:gd name="connsiteY17543" fmla="*/ 1256443 h 5143785"/>
              <a:gd name="connsiteX17544" fmla="*/ 186976 w 3114960"/>
              <a:gd name="connsiteY17544" fmla="*/ 1256443 h 5143785"/>
              <a:gd name="connsiteX17545" fmla="*/ 186976 w 3114960"/>
              <a:gd name="connsiteY17545" fmla="*/ 1257586 h 5143785"/>
              <a:gd name="connsiteX17546" fmla="*/ 187262 w 3114960"/>
              <a:gd name="connsiteY17546" fmla="*/ 1247966 h 5143785"/>
              <a:gd name="connsiteX17547" fmla="*/ 176879 w 3114960"/>
              <a:gd name="connsiteY17547" fmla="*/ 1247966 h 5143785"/>
              <a:gd name="connsiteX17548" fmla="*/ 176879 w 3114960"/>
              <a:gd name="connsiteY17548" fmla="*/ 1243298 h 5143785"/>
              <a:gd name="connsiteX17549" fmla="*/ 187357 w 3114960"/>
              <a:gd name="connsiteY17549" fmla="*/ 1243298 h 5143785"/>
              <a:gd name="connsiteX17550" fmla="*/ 187357 w 3114960"/>
              <a:gd name="connsiteY17550" fmla="*/ 1247966 h 5143785"/>
              <a:gd name="connsiteX17551" fmla="*/ 187452 w 3114960"/>
              <a:gd name="connsiteY17551" fmla="*/ 1235202 h 5143785"/>
              <a:gd name="connsiteX17552" fmla="*/ 177070 w 3114960"/>
              <a:gd name="connsiteY17552" fmla="*/ 1235202 h 5143785"/>
              <a:gd name="connsiteX17553" fmla="*/ 177070 w 3114960"/>
              <a:gd name="connsiteY17553" fmla="*/ 1233202 h 5143785"/>
              <a:gd name="connsiteX17554" fmla="*/ 187547 w 3114960"/>
              <a:gd name="connsiteY17554" fmla="*/ 1233583 h 5143785"/>
              <a:gd name="connsiteX17555" fmla="*/ 187547 w 3114960"/>
              <a:gd name="connsiteY17555" fmla="*/ 1235202 h 5143785"/>
              <a:gd name="connsiteX17556" fmla="*/ 250603 w 3114960"/>
              <a:gd name="connsiteY17556" fmla="*/ 1186244 h 5143785"/>
              <a:gd name="connsiteX17557" fmla="*/ 255270 w 3114960"/>
              <a:gd name="connsiteY17557" fmla="*/ 1181576 h 5143785"/>
              <a:gd name="connsiteX17558" fmla="*/ 259937 w 3114960"/>
              <a:gd name="connsiteY17558" fmla="*/ 1186244 h 5143785"/>
              <a:gd name="connsiteX17559" fmla="*/ 255270 w 3114960"/>
              <a:gd name="connsiteY17559" fmla="*/ 1190911 h 5143785"/>
              <a:gd name="connsiteX17560" fmla="*/ 250603 w 3114960"/>
              <a:gd name="connsiteY17560" fmla="*/ 1186244 h 5143785"/>
              <a:gd name="connsiteX17561" fmla="*/ 43244 w 3114960"/>
              <a:gd name="connsiteY17561" fmla="*/ 5137975 h 5143785"/>
              <a:gd name="connsiteX17562" fmla="*/ 48863 w 3114960"/>
              <a:gd name="connsiteY17562" fmla="*/ 5143595 h 5143785"/>
              <a:gd name="connsiteX17563" fmla="*/ 82296 w 3114960"/>
              <a:gd name="connsiteY17563" fmla="*/ 5143595 h 5143785"/>
              <a:gd name="connsiteX17564" fmla="*/ 91345 w 3114960"/>
              <a:gd name="connsiteY17564" fmla="*/ 5137975 h 5143785"/>
              <a:gd name="connsiteX17565" fmla="*/ 136112 w 3114960"/>
              <a:gd name="connsiteY17565" fmla="*/ 5137975 h 5143785"/>
              <a:gd name="connsiteX17566" fmla="*/ 139541 w 3114960"/>
              <a:gd name="connsiteY17566" fmla="*/ 5143595 h 5143785"/>
              <a:gd name="connsiteX17567" fmla="*/ 152400 w 3114960"/>
              <a:gd name="connsiteY17567" fmla="*/ 5143595 h 5143785"/>
              <a:gd name="connsiteX17568" fmla="*/ 156401 w 3114960"/>
              <a:gd name="connsiteY17568" fmla="*/ 5135594 h 5143785"/>
              <a:gd name="connsiteX17569" fmla="*/ 146018 w 3114960"/>
              <a:gd name="connsiteY17569" fmla="*/ 5125212 h 5143785"/>
              <a:gd name="connsiteX17570" fmla="*/ 136112 w 3114960"/>
              <a:gd name="connsiteY17570" fmla="*/ 5133213 h 5143785"/>
              <a:gd name="connsiteX17571" fmla="*/ 90011 w 3114960"/>
              <a:gd name="connsiteY17571" fmla="*/ 5133213 h 5143785"/>
              <a:gd name="connsiteX17572" fmla="*/ 77057 w 3114960"/>
              <a:gd name="connsiteY17572" fmla="*/ 5141214 h 5143785"/>
              <a:gd name="connsiteX17573" fmla="*/ 53054 w 3114960"/>
              <a:gd name="connsiteY17573" fmla="*/ 5141214 h 5143785"/>
              <a:gd name="connsiteX17574" fmla="*/ 43148 w 3114960"/>
              <a:gd name="connsiteY17574" fmla="*/ 5133213 h 5143785"/>
              <a:gd name="connsiteX17575" fmla="*/ 32766 w 3114960"/>
              <a:gd name="connsiteY17575" fmla="*/ 5143595 h 5143785"/>
              <a:gd name="connsiteX17576" fmla="*/ 37529 w 3114960"/>
              <a:gd name="connsiteY17576" fmla="*/ 5143595 h 5143785"/>
              <a:gd name="connsiteX17577" fmla="*/ 43148 w 3114960"/>
              <a:gd name="connsiteY17577" fmla="*/ 5137975 h 5143785"/>
              <a:gd name="connsiteX17578" fmla="*/ 146114 w 3114960"/>
              <a:gd name="connsiteY17578" fmla="*/ 5129879 h 5143785"/>
              <a:gd name="connsiteX17579" fmla="*/ 151733 w 3114960"/>
              <a:gd name="connsiteY17579" fmla="*/ 5135499 h 5143785"/>
              <a:gd name="connsiteX17580" fmla="*/ 146114 w 3114960"/>
              <a:gd name="connsiteY17580" fmla="*/ 5141119 h 5143785"/>
              <a:gd name="connsiteX17581" fmla="*/ 140494 w 3114960"/>
              <a:gd name="connsiteY17581" fmla="*/ 5135499 h 5143785"/>
              <a:gd name="connsiteX17582" fmla="*/ 146114 w 3114960"/>
              <a:gd name="connsiteY17582" fmla="*/ 5129879 h 5143785"/>
              <a:gd name="connsiteX17583" fmla="*/ 299942 w 3114960"/>
              <a:gd name="connsiteY17583" fmla="*/ 10192 h 5143785"/>
              <a:gd name="connsiteX17584" fmla="*/ 299752 w 3114960"/>
              <a:gd name="connsiteY17584" fmla="*/ 109061 h 5143785"/>
              <a:gd name="connsiteX17585" fmla="*/ 283940 w 3114960"/>
              <a:gd name="connsiteY17585" fmla="*/ 126683 h 5143785"/>
              <a:gd name="connsiteX17586" fmla="*/ 283369 w 3114960"/>
              <a:gd name="connsiteY17586" fmla="*/ 128302 h 5143785"/>
              <a:gd name="connsiteX17587" fmla="*/ 283369 w 3114960"/>
              <a:gd name="connsiteY17587" fmla="*/ 169164 h 5143785"/>
              <a:gd name="connsiteX17588" fmla="*/ 258223 w 3114960"/>
              <a:gd name="connsiteY17588" fmla="*/ 197358 h 5143785"/>
              <a:gd name="connsiteX17589" fmla="*/ 257651 w 3114960"/>
              <a:gd name="connsiteY17589" fmla="*/ 196882 h 5143785"/>
              <a:gd name="connsiteX17590" fmla="*/ 250412 w 3114960"/>
              <a:gd name="connsiteY17590" fmla="*/ 196501 h 5143785"/>
              <a:gd name="connsiteX17591" fmla="*/ 244602 w 3114960"/>
              <a:gd name="connsiteY17591" fmla="*/ 208598 h 5143785"/>
              <a:gd name="connsiteX17592" fmla="*/ 253556 w 3114960"/>
              <a:gd name="connsiteY17592" fmla="*/ 214979 h 5143785"/>
              <a:gd name="connsiteX17593" fmla="*/ 256699 w 3114960"/>
              <a:gd name="connsiteY17593" fmla="*/ 214408 h 5143785"/>
              <a:gd name="connsiteX17594" fmla="*/ 262128 w 3114960"/>
              <a:gd name="connsiteY17594" fmla="*/ 209550 h 5143785"/>
              <a:gd name="connsiteX17595" fmla="*/ 262509 w 3114960"/>
              <a:gd name="connsiteY17595" fmla="*/ 202311 h 5143785"/>
              <a:gd name="connsiteX17596" fmla="*/ 261557 w 3114960"/>
              <a:gd name="connsiteY17596" fmla="*/ 200787 h 5143785"/>
              <a:gd name="connsiteX17597" fmla="*/ 287560 w 3114960"/>
              <a:gd name="connsiteY17597" fmla="*/ 171736 h 5143785"/>
              <a:gd name="connsiteX17598" fmla="*/ 288131 w 3114960"/>
              <a:gd name="connsiteY17598" fmla="*/ 170117 h 5143785"/>
              <a:gd name="connsiteX17599" fmla="*/ 288131 w 3114960"/>
              <a:gd name="connsiteY17599" fmla="*/ 129254 h 5143785"/>
              <a:gd name="connsiteX17600" fmla="*/ 303943 w 3114960"/>
              <a:gd name="connsiteY17600" fmla="*/ 111633 h 5143785"/>
              <a:gd name="connsiteX17601" fmla="*/ 304514 w 3114960"/>
              <a:gd name="connsiteY17601" fmla="*/ 110014 h 5143785"/>
              <a:gd name="connsiteX17602" fmla="*/ 304705 w 3114960"/>
              <a:gd name="connsiteY17602" fmla="*/ 10192 h 5143785"/>
              <a:gd name="connsiteX17603" fmla="*/ 312706 w 3114960"/>
              <a:gd name="connsiteY17603" fmla="*/ 95 h 5143785"/>
              <a:gd name="connsiteX17604" fmla="*/ 307943 w 3114960"/>
              <a:gd name="connsiteY17604" fmla="*/ 95 h 5143785"/>
              <a:gd name="connsiteX17605" fmla="*/ 302324 w 3114960"/>
              <a:gd name="connsiteY17605" fmla="*/ 5715 h 5143785"/>
              <a:gd name="connsiteX17606" fmla="*/ 296704 w 3114960"/>
              <a:gd name="connsiteY17606" fmla="*/ 95 h 5143785"/>
              <a:gd name="connsiteX17607" fmla="*/ 291941 w 3114960"/>
              <a:gd name="connsiteY17607" fmla="*/ 95 h 5143785"/>
              <a:gd name="connsiteX17608" fmla="*/ 299942 w 3114960"/>
              <a:gd name="connsiteY17608" fmla="*/ 10192 h 5143785"/>
              <a:gd name="connsiteX17609" fmla="*/ 257651 w 3114960"/>
              <a:gd name="connsiteY17609" fmla="*/ 207645 h 5143785"/>
              <a:gd name="connsiteX17610" fmla="*/ 254889 w 3114960"/>
              <a:gd name="connsiteY17610" fmla="*/ 210026 h 5143785"/>
              <a:gd name="connsiteX17611" fmla="*/ 251270 w 3114960"/>
              <a:gd name="connsiteY17611" fmla="*/ 209836 h 5143785"/>
              <a:gd name="connsiteX17612" fmla="*/ 248888 w 3114960"/>
              <a:gd name="connsiteY17612" fmla="*/ 207169 h 5143785"/>
              <a:gd name="connsiteX17613" fmla="*/ 251841 w 3114960"/>
              <a:gd name="connsiteY17613" fmla="*/ 201073 h 5143785"/>
              <a:gd name="connsiteX17614" fmla="*/ 253460 w 3114960"/>
              <a:gd name="connsiteY17614" fmla="*/ 200787 h 5143785"/>
              <a:gd name="connsiteX17615" fmla="*/ 255556 w 3114960"/>
              <a:gd name="connsiteY17615" fmla="*/ 201263 h 5143785"/>
              <a:gd name="connsiteX17616" fmla="*/ 257937 w 3114960"/>
              <a:gd name="connsiteY17616" fmla="*/ 204026 h 5143785"/>
              <a:gd name="connsiteX17617" fmla="*/ 257747 w 3114960"/>
              <a:gd name="connsiteY17617" fmla="*/ 207645 h 5143785"/>
              <a:gd name="connsiteX17618" fmla="*/ 32766 w 3114960"/>
              <a:gd name="connsiteY17618" fmla="*/ 95 h 5143785"/>
              <a:gd name="connsiteX17619" fmla="*/ 37529 w 3114960"/>
              <a:gd name="connsiteY17619" fmla="*/ 95 h 5143785"/>
              <a:gd name="connsiteX17620" fmla="*/ 43148 w 3114960"/>
              <a:gd name="connsiteY17620" fmla="*/ 5715 h 5143785"/>
              <a:gd name="connsiteX17621" fmla="*/ 48768 w 3114960"/>
              <a:gd name="connsiteY17621" fmla="*/ 95 h 5143785"/>
              <a:gd name="connsiteX17622" fmla="*/ 82201 w 3114960"/>
              <a:gd name="connsiteY17622" fmla="*/ 95 h 5143785"/>
              <a:gd name="connsiteX17623" fmla="*/ 78391 w 3114960"/>
              <a:gd name="connsiteY17623" fmla="*/ 2477 h 5143785"/>
              <a:gd name="connsiteX17624" fmla="*/ 53054 w 3114960"/>
              <a:gd name="connsiteY17624" fmla="*/ 2477 h 5143785"/>
              <a:gd name="connsiteX17625" fmla="*/ 43148 w 3114960"/>
              <a:gd name="connsiteY17625" fmla="*/ 10478 h 5143785"/>
              <a:gd name="connsiteX17626" fmla="*/ 32766 w 3114960"/>
              <a:gd name="connsiteY17626" fmla="*/ 95 h 5143785"/>
              <a:gd name="connsiteX17627" fmla="*/ 1088136 w 3114960"/>
              <a:gd name="connsiteY17627" fmla="*/ 4492752 h 5143785"/>
              <a:gd name="connsiteX17628" fmla="*/ 1079468 w 3114960"/>
              <a:gd name="connsiteY17628" fmla="*/ 4502468 h 5143785"/>
              <a:gd name="connsiteX17629" fmla="*/ 1051179 w 3114960"/>
              <a:gd name="connsiteY17629" fmla="*/ 4502468 h 5143785"/>
              <a:gd name="connsiteX17630" fmla="*/ 1018318 w 3114960"/>
              <a:gd name="connsiteY17630" fmla="*/ 4530757 h 5143785"/>
              <a:gd name="connsiteX17631" fmla="*/ 1018318 w 3114960"/>
              <a:gd name="connsiteY17631" fmla="*/ 4557332 h 5143785"/>
              <a:gd name="connsiteX17632" fmla="*/ 1017461 w 3114960"/>
              <a:gd name="connsiteY17632" fmla="*/ 4557332 h 5143785"/>
              <a:gd name="connsiteX17633" fmla="*/ 1009936 w 3114960"/>
              <a:gd name="connsiteY17633" fmla="*/ 4563428 h 5143785"/>
              <a:gd name="connsiteX17634" fmla="*/ 1008983 w 3114960"/>
              <a:gd name="connsiteY17634" fmla="*/ 4573048 h 5143785"/>
              <a:gd name="connsiteX17635" fmla="*/ 1015079 w 3114960"/>
              <a:gd name="connsiteY17635" fmla="*/ 4580573 h 5143785"/>
              <a:gd name="connsiteX17636" fmla="*/ 1021080 w 3114960"/>
              <a:gd name="connsiteY17636" fmla="*/ 4582097 h 5143785"/>
              <a:gd name="connsiteX17637" fmla="*/ 1024795 w 3114960"/>
              <a:gd name="connsiteY17637" fmla="*/ 4581525 h 5143785"/>
              <a:gd name="connsiteX17638" fmla="*/ 1032320 w 3114960"/>
              <a:gd name="connsiteY17638" fmla="*/ 4575429 h 5143785"/>
              <a:gd name="connsiteX17639" fmla="*/ 1033272 w 3114960"/>
              <a:gd name="connsiteY17639" fmla="*/ 4565809 h 5143785"/>
              <a:gd name="connsiteX17640" fmla="*/ 1027176 w 3114960"/>
              <a:gd name="connsiteY17640" fmla="*/ 4558284 h 5143785"/>
              <a:gd name="connsiteX17641" fmla="*/ 1023176 w 3114960"/>
              <a:gd name="connsiteY17641" fmla="*/ 4557046 h 5143785"/>
              <a:gd name="connsiteX17642" fmla="*/ 1023176 w 3114960"/>
              <a:gd name="connsiteY17642" fmla="*/ 4532853 h 5143785"/>
              <a:gd name="connsiteX17643" fmla="*/ 1053084 w 3114960"/>
              <a:gd name="connsiteY17643" fmla="*/ 4507135 h 5143785"/>
              <a:gd name="connsiteX17644" fmla="*/ 1079564 w 3114960"/>
              <a:gd name="connsiteY17644" fmla="*/ 4507135 h 5143785"/>
              <a:gd name="connsiteX17645" fmla="*/ 1079849 w 3114960"/>
              <a:gd name="connsiteY17645" fmla="*/ 4508373 h 5143785"/>
              <a:gd name="connsiteX17646" fmla="*/ 1091946 w 3114960"/>
              <a:gd name="connsiteY17646" fmla="*/ 4517327 h 5143785"/>
              <a:gd name="connsiteX17647" fmla="*/ 1095566 w 3114960"/>
              <a:gd name="connsiteY17647" fmla="*/ 4516755 h 5143785"/>
              <a:gd name="connsiteX17648" fmla="*/ 1103090 w 3114960"/>
              <a:gd name="connsiteY17648" fmla="*/ 4510659 h 5143785"/>
              <a:gd name="connsiteX17649" fmla="*/ 1104043 w 3114960"/>
              <a:gd name="connsiteY17649" fmla="*/ 4501039 h 5143785"/>
              <a:gd name="connsiteX17650" fmla="*/ 1088327 w 3114960"/>
              <a:gd name="connsiteY17650" fmla="*/ 4492562 h 5143785"/>
              <a:gd name="connsiteX17651" fmla="*/ 1024795 w 3114960"/>
              <a:gd name="connsiteY17651" fmla="*/ 4562475 h 5143785"/>
              <a:gd name="connsiteX17652" fmla="*/ 1028605 w 3114960"/>
              <a:gd name="connsiteY17652" fmla="*/ 4567143 h 5143785"/>
              <a:gd name="connsiteX17653" fmla="*/ 1023366 w 3114960"/>
              <a:gd name="connsiteY17653" fmla="*/ 4576953 h 5143785"/>
              <a:gd name="connsiteX17654" fmla="*/ 1017365 w 3114960"/>
              <a:gd name="connsiteY17654" fmla="*/ 4576382 h 5143785"/>
              <a:gd name="connsiteX17655" fmla="*/ 1013555 w 3114960"/>
              <a:gd name="connsiteY17655" fmla="*/ 4571714 h 5143785"/>
              <a:gd name="connsiteX17656" fmla="*/ 1018794 w 3114960"/>
              <a:gd name="connsiteY17656" fmla="*/ 4561904 h 5143785"/>
              <a:gd name="connsiteX17657" fmla="*/ 1021080 w 3114960"/>
              <a:gd name="connsiteY17657" fmla="*/ 4561523 h 5143785"/>
              <a:gd name="connsiteX17658" fmla="*/ 1024795 w 3114960"/>
              <a:gd name="connsiteY17658" fmla="*/ 4562475 h 5143785"/>
              <a:gd name="connsiteX17659" fmla="*/ 1094042 w 3114960"/>
              <a:gd name="connsiteY17659" fmla="*/ 4512374 h 5143785"/>
              <a:gd name="connsiteX17660" fmla="*/ 1084231 w 3114960"/>
              <a:gd name="connsiteY17660" fmla="*/ 4507135 h 5143785"/>
              <a:gd name="connsiteX17661" fmla="*/ 1089470 w 3114960"/>
              <a:gd name="connsiteY17661" fmla="*/ 4497324 h 5143785"/>
              <a:gd name="connsiteX17662" fmla="*/ 1091756 w 3114960"/>
              <a:gd name="connsiteY17662" fmla="*/ 4496943 h 5143785"/>
              <a:gd name="connsiteX17663" fmla="*/ 1095470 w 3114960"/>
              <a:gd name="connsiteY17663" fmla="*/ 4497896 h 5143785"/>
              <a:gd name="connsiteX17664" fmla="*/ 1099280 w 3114960"/>
              <a:gd name="connsiteY17664" fmla="*/ 4502563 h 5143785"/>
              <a:gd name="connsiteX17665" fmla="*/ 1094042 w 3114960"/>
              <a:gd name="connsiteY17665" fmla="*/ 4512374 h 5143785"/>
              <a:gd name="connsiteX17666" fmla="*/ 269653 w 3114960"/>
              <a:gd name="connsiteY17666" fmla="*/ 10192 h 5143785"/>
              <a:gd name="connsiteX17667" fmla="*/ 269653 w 3114960"/>
              <a:gd name="connsiteY17667" fmla="*/ 84487 h 5143785"/>
              <a:gd name="connsiteX17668" fmla="*/ 247364 w 3114960"/>
              <a:gd name="connsiteY17668" fmla="*/ 113919 h 5143785"/>
              <a:gd name="connsiteX17669" fmla="*/ 247364 w 3114960"/>
              <a:gd name="connsiteY17669" fmla="*/ 161258 h 5143785"/>
              <a:gd name="connsiteX17670" fmla="*/ 246602 w 3114960"/>
              <a:gd name="connsiteY17670" fmla="*/ 161354 h 5143785"/>
              <a:gd name="connsiteX17671" fmla="*/ 241173 w 3114960"/>
              <a:gd name="connsiteY17671" fmla="*/ 166211 h 5143785"/>
              <a:gd name="connsiteX17672" fmla="*/ 240792 w 3114960"/>
              <a:gd name="connsiteY17672" fmla="*/ 173450 h 5143785"/>
              <a:gd name="connsiteX17673" fmla="*/ 245650 w 3114960"/>
              <a:gd name="connsiteY17673" fmla="*/ 178880 h 5143785"/>
              <a:gd name="connsiteX17674" fmla="*/ 249745 w 3114960"/>
              <a:gd name="connsiteY17674" fmla="*/ 179832 h 5143785"/>
              <a:gd name="connsiteX17675" fmla="*/ 252889 w 3114960"/>
              <a:gd name="connsiteY17675" fmla="*/ 179261 h 5143785"/>
              <a:gd name="connsiteX17676" fmla="*/ 258699 w 3114960"/>
              <a:gd name="connsiteY17676" fmla="*/ 167164 h 5143785"/>
              <a:gd name="connsiteX17677" fmla="*/ 252127 w 3114960"/>
              <a:gd name="connsiteY17677" fmla="*/ 161258 h 5143785"/>
              <a:gd name="connsiteX17678" fmla="*/ 252127 w 3114960"/>
              <a:gd name="connsiteY17678" fmla="*/ 115443 h 5143785"/>
              <a:gd name="connsiteX17679" fmla="*/ 274415 w 3114960"/>
              <a:gd name="connsiteY17679" fmla="*/ 86011 h 5143785"/>
              <a:gd name="connsiteX17680" fmla="*/ 274415 w 3114960"/>
              <a:gd name="connsiteY17680" fmla="*/ 10192 h 5143785"/>
              <a:gd name="connsiteX17681" fmla="*/ 282416 w 3114960"/>
              <a:gd name="connsiteY17681" fmla="*/ 95 h 5143785"/>
              <a:gd name="connsiteX17682" fmla="*/ 277654 w 3114960"/>
              <a:gd name="connsiteY17682" fmla="*/ 95 h 5143785"/>
              <a:gd name="connsiteX17683" fmla="*/ 272034 w 3114960"/>
              <a:gd name="connsiteY17683" fmla="*/ 5715 h 5143785"/>
              <a:gd name="connsiteX17684" fmla="*/ 266414 w 3114960"/>
              <a:gd name="connsiteY17684" fmla="*/ 95 h 5143785"/>
              <a:gd name="connsiteX17685" fmla="*/ 261652 w 3114960"/>
              <a:gd name="connsiteY17685" fmla="*/ 95 h 5143785"/>
              <a:gd name="connsiteX17686" fmla="*/ 269653 w 3114960"/>
              <a:gd name="connsiteY17686" fmla="*/ 10192 h 5143785"/>
              <a:gd name="connsiteX17687" fmla="*/ 254222 w 3114960"/>
              <a:gd name="connsiteY17687" fmla="*/ 168783 h 5143785"/>
              <a:gd name="connsiteX17688" fmla="*/ 254032 w 3114960"/>
              <a:gd name="connsiteY17688" fmla="*/ 172403 h 5143785"/>
              <a:gd name="connsiteX17689" fmla="*/ 251270 w 3114960"/>
              <a:gd name="connsiteY17689" fmla="*/ 174784 h 5143785"/>
              <a:gd name="connsiteX17690" fmla="*/ 247650 w 3114960"/>
              <a:gd name="connsiteY17690" fmla="*/ 174593 h 5143785"/>
              <a:gd name="connsiteX17691" fmla="*/ 245269 w 3114960"/>
              <a:gd name="connsiteY17691" fmla="*/ 171831 h 5143785"/>
              <a:gd name="connsiteX17692" fmla="*/ 245459 w 3114960"/>
              <a:gd name="connsiteY17692" fmla="*/ 168212 h 5143785"/>
              <a:gd name="connsiteX17693" fmla="*/ 248222 w 3114960"/>
              <a:gd name="connsiteY17693" fmla="*/ 165830 h 5143785"/>
              <a:gd name="connsiteX17694" fmla="*/ 249745 w 3114960"/>
              <a:gd name="connsiteY17694" fmla="*/ 165545 h 5143785"/>
              <a:gd name="connsiteX17695" fmla="*/ 254222 w 3114960"/>
              <a:gd name="connsiteY17695" fmla="*/ 168688 h 5143785"/>
              <a:gd name="connsiteX17696" fmla="*/ 231267 w 3114960"/>
              <a:gd name="connsiteY17696" fmla="*/ 95 h 5143785"/>
              <a:gd name="connsiteX17697" fmla="*/ 236030 w 3114960"/>
              <a:gd name="connsiteY17697" fmla="*/ 95 h 5143785"/>
              <a:gd name="connsiteX17698" fmla="*/ 241649 w 3114960"/>
              <a:gd name="connsiteY17698" fmla="*/ 5715 h 5143785"/>
              <a:gd name="connsiteX17699" fmla="*/ 247269 w 3114960"/>
              <a:gd name="connsiteY17699" fmla="*/ 95 h 5143785"/>
              <a:gd name="connsiteX17700" fmla="*/ 252032 w 3114960"/>
              <a:gd name="connsiteY17700" fmla="*/ 95 h 5143785"/>
              <a:gd name="connsiteX17701" fmla="*/ 244031 w 3114960"/>
              <a:gd name="connsiteY17701" fmla="*/ 10001 h 5143785"/>
              <a:gd name="connsiteX17702" fmla="*/ 244031 w 3114960"/>
              <a:gd name="connsiteY17702" fmla="*/ 11716 h 5143785"/>
              <a:gd name="connsiteX17703" fmla="*/ 239268 w 3114960"/>
              <a:gd name="connsiteY17703" fmla="*/ 11716 h 5143785"/>
              <a:gd name="connsiteX17704" fmla="*/ 239268 w 3114960"/>
              <a:gd name="connsiteY17704" fmla="*/ 10001 h 5143785"/>
              <a:gd name="connsiteX17705" fmla="*/ 231267 w 3114960"/>
              <a:gd name="connsiteY17705" fmla="*/ 95 h 5143785"/>
              <a:gd name="connsiteX17706" fmla="*/ 201549 w 3114960"/>
              <a:gd name="connsiteY17706" fmla="*/ 1829753 h 5143785"/>
              <a:gd name="connsiteX17707" fmla="*/ 206502 w 3114960"/>
              <a:gd name="connsiteY17707" fmla="*/ 1830991 h 5143785"/>
              <a:gd name="connsiteX17708" fmla="*/ 218027 w 3114960"/>
              <a:gd name="connsiteY17708" fmla="*/ 1819466 h 5143785"/>
              <a:gd name="connsiteX17709" fmla="*/ 206502 w 3114960"/>
              <a:gd name="connsiteY17709" fmla="*/ 1807940 h 5143785"/>
              <a:gd name="connsiteX17710" fmla="*/ 194977 w 3114960"/>
              <a:gd name="connsiteY17710" fmla="*/ 1819466 h 5143785"/>
              <a:gd name="connsiteX17711" fmla="*/ 197834 w 3114960"/>
              <a:gd name="connsiteY17711" fmla="*/ 1826800 h 5143785"/>
              <a:gd name="connsiteX17712" fmla="*/ 191167 w 3114960"/>
              <a:gd name="connsiteY17712" fmla="*/ 1833277 h 5143785"/>
              <a:gd name="connsiteX17713" fmla="*/ 100298 w 3114960"/>
              <a:gd name="connsiteY17713" fmla="*/ 1833277 h 5143785"/>
              <a:gd name="connsiteX17714" fmla="*/ 83534 w 3114960"/>
              <a:gd name="connsiteY17714" fmla="*/ 1848231 h 5143785"/>
              <a:gd name="connsiteX17715" fmla="*/ 95 w 3114960"/>
              <a:gd name="connsiteY17715" fmla="*/ 1848231 h 5143785"/>
              <a:gd name="connsiteX17716" fmla="*/ 95 w 3114960"/>
              <a:gd name="connsiteY17716" fmla="*/ 1852994 h 5143785"/>
              <a:gd name="connsiteX17717" fmla="*/ 85344 w 3114960"/>
              <a:gd name="connsiteY17717" fmla="*/ 1852994 h 5143785"/>
              <a:gd name="connsiteX17718" fmla="*/ 102108 w 3114960"/>
              <a:gd name="connsiteY17718" fmla="*/ 1838135 h 5143785"/>
              <a:gd name="connsiteX17719" fmla="*/ 193072 w 3114960"/>
              <a:gd name="connsiteY17719" fmla="*/ 1838135 h 5143785"/>
              <a:gd name="connsiteX17720" fmla="*/ 201549 w 3114960"/>
              <a:gd name="connsiteY17720" fmla="*/ 1829848 h 5143785"/>
              <a:gd name="connsiteX17721" fmla="*/ 206502 w 3114960"/>
              <a:gd name="connsiteY17721" fmla="*/ 1812798 h 5143785"/>
              <a:gd name="connsiteX17722" fmla="*/ 213265 w 3114960"/>
              <a:gd name="connsiteY17722" fmla="*/ 1819561 h 5143785"/>
              <a:gd name="connsiteX17723" fmla="*/ 206502 w 3114960"/>
              <a:gd name="connsiteY17723" fmla="*/ 1826324 h 5143785"/>
              <a:gd name="connsiteX17724" fmla="*/ 199739 w 3114960"/>
              <a:gd name="connsiteY17724" fmla="*/ 1819561 h 5143785"/>
              <a:gd name="connsiteX17725" fmla="*/ 206502 w 3114960"/>
              <a:gd name="connsiteY17725" fmla="*/ 1812798 h 5143785"/>
              <a:gd name="connsiteX17726" fmla="*/ 590741 w 3114960"/>
              <a:gd name="connsiteY17726" fmla="*/ 4957858 h 5143785"/>
              <a:gd name="connsiteX17727" fmla="*/ 585978 w 3114960"/>
              <a:gd name="connsiteY17727" fmla="*/ 4957858 h 5143785"/>
              <a:gd name="connsiteX17728" fmla="*/ 585978 w 3114960"/>
              <a:gd name="connsiteY17728" fmla="*/ 4936427 h 5143785"/>
              <a:gd name="connsiteX17729" fmla="*/ 590741 w 3114960"/>
              <a:gd name="connsiteY17729" fmla="*/ 4936427 h 5143785"/>
              <a:gd name="connsiteX17730" fmla="*/ 590741 w 3114960"/>
              <a:gd name="connsiteY17730" fmla="*/ 4957858 h 5143785"/>
              <a:gd name="connsiteX17731" fmla="*/ 339281 w 3114960"/>
              <a:gd name="connsiteY17731" fmla="*/ 120301 h 5143785"/>
              <a:gd name="connsiteX17732" fmla="*/ 334518 w 3114960"/>
              <a:gd name="connsiteY17732" fmla="*/ 120301 h 5143785"/>
              <a:gd name="connsiteX17733" fmla="*/ 334518 w 3114960"/>
              <a:gd name="connsiteY17733" fmla="*/ 100013 h 5143785"/>
              <a:gd name="connsiteX17734" fmla="*/ 339281 w 3114960"/>
              <a:gd name="connsiteY17734" fmla="*/ 100013 h 5143785"/>
              <a:gd name="connsiteX17735" fmla="*/ 339281 w 3114960"/>
              <a:gd name="connsiteY17735" fmla="*/ 120301 h 5143785"/>
              <a:gd name="connsiteX17736" fmla="*/ 339281 w 3114960"/>
              <a:gd name="connsiteY17736" fmla="*/ 79820 h 5143785"/>
              <a:gd name="connsiteX17737" fmla="*/ 334518 w 3114960"/>
              <a:gd name="connsiteY17737" fmla="*/ 79820 h 5143785"/>
              <a:gd name="connsiteX17738" fmla="*/ 334518 w 3114960"/>
              <a:gd name="connsiteY17738" fmla="*/ 59531 h 5143785"/>
              <a:gd name="connsiteX17739" fmla="*/ 339281 w 3114960"/>
              <a:gd name="connsiteY17739" fmla="*/ 59531 h 5143785"/>
              <a:gd name="connsiteX17740" fmla="*/ 339281 w 3114960"/>
              <a:gd name="connsiteY17740" fmla="*/ 79820 h 5143785"/>
              <a:gd name="connsiteX17741" fmla="*/ 339281 w 3114960"/>
              <a:gd name="connsiteY17741" fmla="*/ 39338 h 5143785"/>
              <a:gd name="connsiteX17742" fmla="*/ 334518 w 3114960"/>
              <a:gd name="connsiteY17742" fmla="*/ 39338 h 5143785"/>
              <a:gd name="connsiteX17743" fmla="*/ 334518 w 3114960"/>
              <a:gd name="connsiteY17743" fmla="*/ 19050 h 5143785"/>
              <a:gd name="connsiteX17744" fmla="*/ 339281 w 3114960"/>
              <a:gd name="connsiteY17744" fmla="*/ 19050 h 5143785"/>
              <a:gd name="connsiteX17745" fmla="*/ 339281 w 3114960"/>
              <a:gd name="connsiteY17745" fmla="*/ 39338 h 5143785"/>
              <a:gd name="connsiteX17746" fmla="*/ 585978 w 3114960"/>
              <a:gd name="connsiteY17746" fmla="*/ 4915091 h 5143785"/>
              <a:gd name="connsiteX17747" fmla="*/ 585978 w 3114960"/>
              <a:gd name="connsiteY17747" fmla="*/ 4893660 h 5143785"/>
              <a:gd name="connsiteX17748" fmla="*/ 590741 w 3114960"/>
              <a:gd name="connsiteY17748" fmla="*/ 4893660 h 5143785"/>
              <a:gd name="connsiteX17749" fmla="*/ 590741 w 3114960"/>
              <a:gd name="connsiteY17749" fmla="*/ 4915091 h 5143785"/>
              <a:gd name="connsiteX17750" fmla="*/ 585978 w 3114960"/>
              <a:gd name="connsiteY17750" fmla="*/ 4915091 h 5143785"/>
              <a:gd name="connsiteX17751" fmla="*/ 301847 w 3114960"/>
              <a:gd name="connsiteY17751" fmla="*/ 187928 h 5143785"/>
              <a:gd name="connsiteX17752" fmla="*/ 314611 w 3114960"/>
              <a:gd name="connsiteY17752" fmla="*/ 172212 h 5143785"/>
              <a:gd name="connsiteX17753" fmla="*/ 318326 w 3114960"/>
              <a:gd name="connsiteY17753" fmla="*/ 175260 h 5143785"/>
              <a:gd name="connsiteX17754" fmla="*/ 305562 w 3114960"/>
              <a:gd name="connsiteY17754" fmla="*/ 190976 h 5143785"/>
              <a:gd name="connsiteX17755" fmla="*/ 301847 w 3114960"/>
              <a:gd name="connsiteY17755" fmla="*/ 187928 h 5143785"/>
              <a:gd name="connsiteX17756" fmla="*/ 263462 w 3114960"/>
              <a:gd name="connsiteY17756" fmla="*/ 235077 h 5143785"/>
              <a:gd name="connsiteX17757" fmla="*/ 259366 w 3114960"/>
              <a:gd name="connsiteY17757" fmla="*/ 240125 h 5143785"/>
              <a:gd name="connsiteX17758" fmla="*/ 249174 w 3114960"/>
              <a:gd name="connsiteY17758" fmla="*/ 239268 h 5143785"/>
              <a:gd name="connsiteX17759" fmla="*/ 241935 w 3114960"/>
              <a:gd name="connsiteY17759" fmla="*/ 245745 h 5143785"/>
              <a:gd name="connsiteX17760" fmla="*/ 241364 w 3114960"/>
              <a:gd name="connsiteY17760" fmla="*/ 255365 h 5143785"/>
              <a:gd name="connsiteX17761" fmla="*/ 253270 w 3114960"/>
              <a:gd name="connsiteY17761" fmla="*/ 263843 h 5143785"/>
              <a:gd name="connsiteX17762" fmla="*/ 257461 w 3114960"/>
              <a:gd name="connsiteY17762" fmla="*/ 263176 h 5143785"/>
              <a:gd name="connsiteX17763" fmla="*/ 259461 w 3114960"/>
              <a:gd name="connsiteY17763" fmla="*/ 262223 h 5143785"/>
              <a:gd name="connsiteX17764" fmla="*/ 402336 w 3114960"/>
              <a:gd name="connsiteY17764" fmla="*/ 427673 h 5143785"/>
              <a:gd name="connsiteX17765" fmla="*/ 402336 w 3114960"/>
              <a:gd name="connsiteY17765" fmla="*/ 570929 h 5143785"/>
              <a:gd name="connsiteX17766" fmla="*/ 398431 w 3114960"/>
              <a:gd name="connsiteY17766" fmla="*/ 570929 h 5143785"/>
              <a:gd name="connsiteX17767" fmla="*/ 391573 w 3114960"/>
              <a:gd name="connsiteY17767" fmla="*/ 577787 h 5143785"/>
              <a:gd name="connsiteX17768" fmla="*/ 391573 w 3114960"/>
              <a:gd name="connsiteY17768" fmla="*/ 590455 h 5143785"/>
              <a:gd name="connsiteX17769" fmla="*/ 398431 w 3114960"/>
              <a:gd name="connsiteY17769" fmla="*/ 597313 h 5143785"/>
              <a:gd name="connsiteX17770" fmla="*/ 411099 w 3114960"/>
              <a:gd name="connsiteY17770" fmla="*/ 597313 h 5143785"/>
              <a:gd name="connsiteX17771" fmla="*/ 417957 w 3114960"/>
              <a:gd name="connsiteY17771" fmla="*/ 590455 h 5143785"/>
              <a:gd name="connsiteX17772" fmla="*/ 417957 w 3114960"/>
              <a:gd name="connsiteY17772" fmla="*/ 577787 h 5143785"/>
              <a:gd name="connsiteX17773" fmla="*/ 411099 w 3114960"/>
              <a:gd name="connsiteY17773" fmla="*/ 570929 h 5143785"/>
              <a:gd name="connsiteX17774" fmla="*/ 407099 w 3114960"/>
              <a:gd name="connsiteY17774" fmla="*/ 570929 h 5143785"/>
              <a:gd name="connsiteX17775" fmla="*/ 407099 w 3114960"/>
              <a:gd name="connsiteY17775" fmla="*/ 425863 h 5143785"/>
              <a:gd name="connsiteX17776" fmla="*/ 263081 w 3114960"/>
              <a:gd name="connsiteY17776" fmla="*/ 259175 h 5143785"/>
              <a:gd name="connsiteX17777" fmla="*/ 265271 w 3114960"/>
              <a:gd name="connsiteY17777" fmla="*/ 247079 h 5143785"/>
              <a:gd name="connsiteX17778" fmla="*/ 263081 w 3114960"/>
              <a:gd name="connsiteY17778" fmla="*/ 243173 h 5143785"/>
              <a:gd name="connsiteX17779" fmla="*/ 267176 w 3114960"/>
              <a:gd name="connsiteY17779" fmla="*/ 238125 h 5143785"/>
              <a:gd name="connsiteX17780" fmla="*/ 263462 w 3114960"/>
              <a:gd name="connsiteY17780" fmla="*/ 235077 h 5143785"/>
              <a:gd name="connsiteX17781" fmla="*/ 411099 w 3114960"/>
              <a:gd name="connsiteY17781" fmla="*/ 575596 h 5143785"/>
              <a:gd name="connsiteX17782" fmla="*/ 413195 w 3114960"/>
              <a:gd name="connsiteY17782" fmla="*/ 577691 h 5143785"/>
              <a:gd name="connsiteX17783" fmla="*/ 413195 w 3114960"/>
              <a:gd name="connsiteY17783" fmla="*/ 590360 h 5143785"/>
              <a:gd name="connsiteX17784" fmla="*/ 411099 w 3114960"/>
              <a:gd name="connsiteY17784" fmla="*/ 592455 h 5143785"/>
              <a:gd name="connsiteX17785" fmla="*/ 398431 w 3114960"/>
              <a:gd name="connsiteY17785" fmla="*/ 592455 h 5143785"/>
              <a:gd name="connsiteX17786" fmla="*/ 396335 w 3114960"/>
              <a:gd name="connsiteY17786" fmla="*/ 590360 h 5143785"/>
              <a:gd name="connsiteX17787" fmla="*/ 396335 w 3114960"/>
              <a:gd name="connsiteY17787" fmla="*/ 577691 h 5143785"/>
              <a:gd name="connsiteX17788" fmla="*/ 398431 w 3114960"/>
              <a:gd name="connsiteY17788" fmla="*/ 575596 h 5143785"/>
              <a:gd name="connsiteX17789" fmla="*/ 411099 w 3114960"/>
              <a:gd name="connsiteY17789" fmla="*/ 575596 h 5143785"/>
              <a:gd name="connsiteX17790" fmla="*/ 255937 w 3114960"/>
              <a:gd name="connsiteY17790" fmla="*/ 258604 h 5143785"/>
              <a:gd name="connsiteX17791" fmla="*/ 245936 w 3114960"/>
              <a:gd name="connsiteY17791" fmla="*/ 253746 h 5143785"/>
              <a:gd name="connsiteX17792" fmla="*/ 246317 w 3114960"/>
              <a:gd name="connsiteY17792" fmla="*/ 247745 h 5143785"/>
              <a:gd name="connsiteX17793" fmla="*/ 250793 w 3114960"/>
              <a:gd name="connsiteY17793" fmla="*/ 243745 h 5143785"/>
              <a:gd name="connsiteX17794" fmla="*/ 253365 w 3114960"/>
              <a:gd name="connsiteY17794" fmla="*/ 243269 h 5143785"/>
              <a:gd name="connsiteX17795" fmla="*/ 260795 w 3114960"/>
              <a:gd name="connsiteY17795" fmla="*/ 248507 h 5143785"/>
              <a:gd name="connsiteX17796" fmla="*/ 255937 w 3114960"/>
              <a:gd name="connsiteY17796" fmla="*/ 258508 h 5143785"/>
              <a:gd name="connsiteX17797" fmla="*/ 334518 w 3114960"/>
              <a:gd name="connsiteY17797" fmla="*/ 140494 h 5143785"/>
              <a:gd name="connsiteX17798" fmla="*/ 339281 w 3114960"/>
              <a:gd name="connsiteY17798" fmla="*/ 140494 h 5143785"/>
              <a:gd name="connsiteX17799" fmla="*/ 339281 w 3114960"/>
              <a:gd name="connsiteY17799" fmla="*/ 149447 h 5143785"/>
              <a:gd name="connsiteX17800" fmla="*/ 331089 w 3114960"/>
              <a:gd name="connsiteY17800" fmla="*/ 159544 h 5143785"/>
              <a:gd name="connsiteX17801" fmla="*/ 327374 w 3114960"/>
              <a:gd name="connsiteY17801" fmla="*/ 156496 h 5143785"/>
              <a:gd name="connsiteX17802" fmla="*/ 334518 w 3114960"/>
              <a:gd name="connsiteY17802" fmla="*/ 147733 h 5143785"/>
              <a:gd name="connsiteX17803" fmla="*/ 334518 w 3114960"/>
              <a:gd name="connsiteY17803" fmla="*/ 140494 h 5143785"/>
              <a:gd name="connsiteX17804" fmla="*/ 585978 w 3114960"/>
              <a:gd name="connsiteY17804" fmla="*/ 4979289 h 5143785"/>
              <a:gd name="connsiteX17805" fmla="*/ 590741 w 3114960"/>
              <a:gd name="connsiteY17805" fmla="*/ 4979289 h 5143785"/>
              <a:gd name="connsiteX17806" fmla="*/ 590741 w 3114960"/>
              <a:gd name="connsiteY17806" fmla="*/ 5000720 h 5143785"/>
              <a:gd name="connsiteX17807" fmla="*/ 585978 w 3114960"/>
              <a:gd name="connsiteY17807" fmla="*/ 5000720 h 5143785"/>
              <a:gd name="connsiteX17808" fmla="*/ 585978 w 3114960"/>
              <a:gd name="connsiteY17808" fmla="*/ 4979289 h 5143785"/>
              <a:gd name="connsiteX17809" fmla="*/ 244031 w 3114960"/>
              <a:gd name="connsiteY17809" fmla="*/ 25051 h 5143785"/>
              <a:gd name="connsiteX17810" fmla="*/ 239268 w 3114960"/>
              <a:gd name="connsiteY17810" fmla="*/ 25051 h 5143785"/>
              <a:gd name="connsiteX17811" fmla="*/ 239268 w 3114960"/>
              <a:gd name="connsiteY17811" fmla="*/ 18383 h 5143785"/>
              <a:gd name="connsiteX17812" fmla="*/ 244031 w 3114960"/>
              <a:gd name="connsiteY17812" fmla="*/ 18383 h 5143785"/>
              <a:gd name="connsiteX17813" fmla="*/ 244031 w 3114960"/>
              <a:gd name="connsiteY17813" fmla="*/ 25051 h 5143785"/>
              <a:gd name="connsiteX17814" fmla="*/ 239268 w 3114960"/>
              <a:gd name="connsiteY17814" fmla="*/ 31814 h 5143785"/>
              <a:gd name="connsiteX17815" fmla="*/ 244031 w 3114960"/>
              <a:gd name="connsiteY17815" fmla="*/ 31814 h 5143785"/>
              <a:gd name="connsiteX17816" fmla="*/ 244031 w 3114960"/>
              <a:gd name="connsiteY17816" fmla="*/ 38481 h 5143785"/>
              <a:gd name="connsiteX17817" fmla="*/ 239268 w 3114960"/>
              <a:gd name="connsiteY17817" fmla="*/ 38481 h 5143785"/>
              <a:gd name="connsiteX17818" fmla="*/ 239268 w 3114960"/>
              <a:gd name="connsiteY17818" fmla="*/ 31814 h 5143785"/>
              <a:gd name="connsiteX17819" fmla="*/ 239268 w 3114960"/>
              <a:gd name="connsiteY17819" fmla="*/ 45149 h 5143785"/>
              <a:gd name="connsiteX17820" fmla="*/ 244031 w 3114960"/>
              <a:gd name="connsiteY17820" fmla="*/ 45149 h 5143785"/>
              <a:gd name="connsiteX17821" fmla="*/ 244031 w 3114960"/>
              <a:gd name="connsiteY17821" fmla="*/ 51816 h 5143785"/>
              <a:gd name="connsiteX17822" fmla="*/ 239268 w 3114960"/>
              <a:gd name="connsiteY17822" fmla="*/ 51816 h 5143785"/>
              <a:gd name="connsiteX17823" fmla="*/ 239268 w 3114960"/>
              <a:gd name="connsiteY17823" fmla="*/ 45149 h 5143785"/>
              <a:gd name="connsiteX17824" fmla="*/ 585978 w 3114960"/>
              <a:gd name="connsiteY17824" fmla="*/ 5043488 h 5143785"/>
              <a:gd name="connsiteX17825" fmla="*/ 585978 w 3114960"/>
              <a:gd name="connsiteY17825" fmla="*/ 5022056 h 5143785"/>
              <a:gd name="connsiteX17826" fmla="*/ 590741 w 3114960"/>
              <a:gd name="connsiteY17826" fmla="*/ 5022056 h 5143785"/>
              <a:gd name="connsiteX17827" fmla="*/ 590741 w 3114960"/>
              <a:gd name="connsiteY17827" fmla="*/ 5043488 h 5143785"/>
              <a:gd name="connsiteX17828" fmla="*/ 585978 w 3114960"/>
              <a:gd name="connsiteY17828" fmla="*/ 5043488 h 5143785"/>
              <a:gd name="connsiteX17829" fmla="*/ 239268 w 3114960"/>
              <a:gd name="connsiteY17829" fmla="*/ 58579 h 5143785"/>
              <a:gd name="connsiteX17830" fmla="*/ 244031 w 3114960"/>
              <a:gd name="connsiteY17830" fmla="*/ 58579 h 5143785"/>
              <a:gd name="connsiteX17831" fmla="*/ 244031 w 3114960"/>
              <a:gd name="connsiteY17831" fmla="*/ 64389 h 5143785"/>
              <a:gd name="connsiteX17832" fmla="*/ 239744 w 3114960"/>
              <a:gd name="connsiteY17832" fmla="*/ 68294 h 5143785"/>
              <a:gd name="connsiteX17833" fmla="*/ 236506 w 3114960"/>
              <a:gd name="connsiteY17833" fmla="*/ 64770 h 5143785"/>
              <a:gd name="connsiteX17834" fmla="*/ 239268 w 3114960"/>
              <a:gd name="connsiteY17834" fmla="*/ 62294 h 5143785"/>
              <a:gd name="connsiteX17835" fmla="*/ 239268 w 3114960"/>
              <a:gd name="connsiteY17835" fmla="*/ 58579 h 5143785"/>
              <a:gd name="connsiteX17836" fmla="*/ 559784 w 3114960"/>
              <a:gd name="connsiteY17836" fmla="*/ 4831366 h 5143785"/>
              <a:gd name="connsiteX17837" fmla="*/ 568928 w 3114960"/>
              <a:gd name="connsiteY17837" fmla="*/ 4825746 h 5143785"/>
              <a:gd name="connsiteX17838" fmla="*/ 571595 w 3114960"/>
              <a:gd name="connsiteY17838" fmla="*/ 4818317 h 5143785"/>
              <a:gd name="connsiteX17839" fmla="*/ 626936 w 3114960"/>
              <a:gd name="connsiteY17839" fmla="*/ 4818317 h 5143785"/>
              <a:gd name="connsiteX17840" fmla="*/ 628174 w 3114960"/>
              <a:gd name="connsiteY17840" fmla="*/ 4817936 h 5143785"/>
              <a:gd name="connsiteX17841" fmla="*/ 719328 w 3114960"/>
              <a:gd name="connsiteY17841" fmla="*/ 4761071 h 5143785"/>
              <a:gd name="connsiteX17842" fmla="*/ 719328 w 3114960"/>
              <a:gd name="connsiteY17842" fmla="*/ 4761071 h 5143785"/>
              <a:gd name="connsiteX17843" fmla="*/ 719328 w 3114960"/>
              <a:gd name="connsiteY17843" fmla="*/ 4761071 h 5143785"/>
              <a:gd name="connsiteX17844" fmla="*/ 726472 w 3114960"/>
              <a:gd name="connsiteY17844" fmla="*/ 4763834 h 5143785"/>
              <a:gd name="connsiteX17845" fmla="*/ 734377 w 3114960"/>
              <a:gd name="connsiteY17845" fmla="*/ 4760310 h 5143785"/>
              <a:gd name="connsiteX17846" fmla="*/ 733616 w 3114960"/>
              <a:gd name="connsiteY17846" fmla="*/ 4745260 h 5143785"/>
              <a:gd name="connsiteX17847" fmla="*/ 718566 w 3114960"/>
              <a:gd name="connsiteY17847" fmla="*/ 4746022 h 5143785"/>
              <a:gd name="connsiteX17848" fmla="*/ 716661 w 3114960"/>
              <a:gd name="connsiteY17848" fmla="*/ 4757071 h 5143785"/>
              <a:gd name="connsiteX17849" fmla="*/ 626174 w 3114960"/>
              <a:gd name="connsiteY17849" fmla="*/ 4813459 h 5143785"/>
              <a:gd name="connsiteX17850" fmla="*/ 571024 w 3114960"/>
              <a:gd name="connsiteY17850" fmla="*/ 4813459 h 5143785"/>
              <a:gd name="connsiteX17851" fmla="*/ 565785 w 3114960"/>
              <a:gd name="connsiteY17851" fmla="*/ 4805648 h 5143785"/>
              <a:gd name="connsiteX17852" fmla="*/ 557308 w 3114960"/>
              <a:gd name="connsiteY17852" fmla="*/ 4802886 h 5143785"/>
              <a:gd name="connsiteX17853" fmla="*/ 545687 w 3114960"/>
              <a:gd name="connsiteY17853" fmla="*/ 4808696 h 5143785"/>
              <a:gd name="connsiteX17854" fmla="*/ 548735 w 3114960"/>
              <a:gd name="connsiteY17854" fmla="*/ 4828699 h 5143785"/>
              <a:gd name="connsiteX17855" fmla="*/ 554831 w 3114960"/>
              <a:gd name="connsiteY17855" fmla="*/ 4831176 h 5143785"/>
              <a:gd name="connsiteX17856" fmla="*/ 554831 w 3114960"/>
              <a:gd name="connsiteY17856" fmla="*/ 5143405 h 5143785"/>
              <a:gd name="connsiteX17857" fmla="*/ 559594 w 3114960"/>
              <a:gd name="connsiteY17857" fmla="*/ 5143405 h 5143785"/>
              <a:gd name="connsiteX17858" fmla="*/ 559594 w 3114960"/>
              <a:gd name="connsiteY17858" fmla="*/ 4831176 h 5143785"/>
              <a:gd name="connsiteX17859" fmla="*/ 722281 w 3114960"/>
              <a:gd name="connsiteY17859" fmla="*/ 4749261 h 5143785"/>
              <a:gd name="connsiteX17860" fmla="*/ 730663 w 3114960"/>
              <a:gd name="connsiteY17860" fmla="*/ 4748879 h 5143785"/>
              <a:gd name="connsiteX17861" fmla="*/ 731044 w 3114960"/>
              <a:gd name="connsiteY17861" fmla="*/ 4757262 h 5143785"/>
              <a:gd name="connsiteX17862" fmla="*/ 722662 w 3114960"/>
              <a:gd name="connsiteY17862" fmla="*/ 4757643 h 5143785"/>
              <a:gd name="connsiteX17863" fmla="*/ 722281 w 3114960"/>
              <a:gd name="connsiteY17863" fmla="*/ 4749261 h 5143785"/>
              <a:gd name="connsiteX17864" fmla="*/ 557403 w 3114960"/>
              <a:gd name="connsiteY17864" fmla="*/ 4828985 h 5143785"/>
              <a:gd name="connsiteX17865" fmla="*/ 550545 w 3114960"/>
              <a:gd name="connsiteY17865" fmla="*/ 4826699 h 5143785"/>
              <a:gd name="connsiteX17866" fmla="*/ 548069 w 3114960"/>
              <a:gd name="connsiteY17866" fmla="*/ 4810316 h 5143785"/>
              <a:gd name="connsiteX17867" fmla="*/ 564452 w 3114960"/>
              <a:gd name="connsiteY17867" fmla="*/ 4807839 h 5143785"/>
              <a:gd name="connsiteX17868" fmla="*/ 569119 w 3114960"/>
              <a:gd name="connsiteY17868" fmla="*/ 4815459 h 5143785"/>
              <a:gd name="connsiteX17869" fmla="*/ 567023 w 3114960"/>
              <a:gd name="connsiteY17869" fmla="*/ 4824127 h 5143785"/>
              <a:gd name="connsiteX17870" fmla="*/ 559403 w 3114960"/>
              <a:gd name="connsiteY17870" fmla="*/ 4828794 h 5143785"/>
              <a:gd name="connsiteX17871" fmla="*/ 557594 w 3114960"/>
              <a:gd name="connsiteY17871" fmla="*/ 4828889 h 5143785"/>
              <a:gd name="connsiteX17872" fmla="*/ 498920 w 3114960"/>
              <a:gd name="connsiteY17872" fmla="*/ 4778312 h 5143785"/>
              <a:gd name="connsiteX17873" fmla="*/ 491871 w 3114960"/>
              <a:gd name="connsiteY17873" fmla="*/ 4785360 h 5143785"/>
              <a:gd name="connsiteX17874" fmla="*/ 484823 w 3114960"/>
              <a:gd name="connsiteY17874" fmla="*/ 4778312 h 5143785"/>
              <a:gd name="connsiteX17875" fmla="*/ 491871 w 3114960"/>
              <a:gd name="connsiteY17875" fmla="*/ 4771263 h 5143785"/>
              <a:gd name="connsiteX17876" fmla="*/ 498920 w 3114960"/>
              <a:gd name="connsiteY17876" fmla="*/ 4778312 h 5143785"/>
              <a:gd name="connsiteX17877" fmla="*/ 484918 w 3114960"/>
              <a:gd name="connsiteY17877" fmla="*/ 2162175 h 5143785"/>
              <a:gd name="connsiteX17878" fmla="*/ 478060 w 3114960"/>
              <a:gd name="connsiteY17878" fmla="*/ 2169224 h 5143785"/>
              <a:gd name="connsiteX17879" fmla="*/ 474631 w 3114960"/>
              <a:gd name="connsiteY17879" fmla="*/ 2165890 h 5143785"/>
              <a:gd name="connsiteX17880" fmla="*/ 481489 w 3114960"/>
              <a:gd name="connsiteY17880" fmla="*/ 2158841 h 5143785"/>
              <a:gd name="connsiteX17881" fmla="*/ 484918 w 3114960"/>
              <a:gd name="connsiteY17881" fmla="*/ 2162175 h 5143785"/>
              <a:gd name="connsiteX17882" fmla="*/ 89345 w 3114960"/>
              <a:gd name="connsiteY17882" fmla="*/ 5109210 h 5143785"/>
              <a:gd name="connsiteX17883" fmla="*/ 134112 w 3114960"/>
              <a:gd name="connsiteY17883" fmla="*/ 5109210 h 5143785"/>
              <a:gd name="connsiteX17884" fmla="*/ 144018 w 3114960"/>
              <a:gd name="connsiteY17884" fmla="*/ 5117211 h 5143785"/>
              <a:gd name="connsiteX17885" fmla="*/ 154400 w 3114960"/>
              <a:gd name="connsiteY17885" fmla="*/ 5106829 h 5143785"/>
              <a:gd name="connsiteX17886" fmla="*/ 144018 w 3114960"/>
              <a:gd name="connsiteY17886" fmla="*/ 5096447 h 5143785"/>
              <a:gd name="connsiteX17887" fmla="*/ 134112 w 3114960"/>
              <a:gd name="connsiteY17887" fmla="*/ 5104448 h 5143785"/>
              <a:gd name="connsiteX17888" fmla="*/ 88011 w 3114960"/>
              <a:gd name="connsiteY17888" fmla="*/ 5104448 h 5143785"/>
              <a:gd name="connsiteX17889" fmla="*/ 75057 w 3114960"/>
              <a:gd name="connsiteY17889" fmla="*/ 5112449 h 5143785"/>
              <a:gd name="connsiteX17890" fmla="*/ 22574 w 3114960"/>
              <a:gd name="connsiteY17890" fmla="*/ 5112449 h 5143785"/>
              <a:gd name="connsiteX17891" fmla="*/ 12668 w 3114960"/>
              <a:gd name="connsiteY17891" fmla="*/ 5104448 h 5143785"/>
              <a:gd name="connsiteX17892" fmla="*/ 2286 w 3114960"/>
              <a:gd name="connsiteY17892" fmla="*/ 5114830 h 5143785"/>
              <a:gd name="connsiteX17893" fmla="*/ 12668 w 3114960"/>
              <a:gd name="connsiteY17893" fmla="*/ 5125212 h 5143785"/>
              <a:gd name="connsiteX17894" fmla="*/ 22574 w 3114960"/>
              <a:gd name="connsiteY17894" fmla="*/ 5117211 h 5143785"/>
              <a:gd name="connsiteX17895" fmla="*/ 76486 w 3114960"/>
              <a:gd name="connsiteY17895" fmla="*/ 5117211 h 5143785"/>
              <a:gd name="connsiteX17896" fmla="*/ 89440 w 3114960"/>
              <a:gd name="connsiteY17896" fmla="*/ 5109210 h 5143785"/>
              <a:gd name="connsiteX17897" fmla="*/ 144113 w 3114960"/>
              <a:gd name="connsiteY17897" fmla="*/ 5101209 h 5143785"/>
              <a:gd name="connsiteX17898" fmla="*/ 149733 w 3114960"/>
              <a:gd name="connsiteY17898" fmla="*/ 5106829 h 5143785"/>
              <a:gd name="connsiteX17899" fmla="*/ 144113 w 3114960"/>
              <a:gd name="connsiteY17899" fmla="*/ 5112449 h 5143785"/>
              <a:gd name="connsiteX17900" fmla="*/ 138494 w 3114960"/>
              <a:gd name="connsiteY17900" fmla="*/ 5106829 h 5143785"/>
              <a:gd name="connsiteX17901" fmla="*/ 144113 w 3114960"/>
              <a:gd name="connsiteY17901" fmla="*/ 5101209 h 5143785"/>
              <a:gd name="connsiteX17902" fmla="*/ 12668 w 3114960"/>
              <a:gd name="connsiteY17902" fmla="*/ 5120545 h 5143785"/>
              <a:gd name="connsiteX17903" fmla="*/ 7049 w 3114960"/>
              <a:gd name="connsiteY17903" fmla="*/ 5114925 h 5143785"/>
              <a:gd name="connsiteX17904" fmla="*/ 12668 w 3114960"/>
              <a:gd name="connsiteY17904" fmla="*/ 5109306 h 5143785"/>
              <a:gd name="connsiteX17905" fmla="*/ 18288 w 3114960"/>
              <a:gd name="connsiteY17905" fmla="*/ 5114925 h 5143785"/>
              <a:gd name="connsiteX17906" fmla="*/ 12668 w 3114960"/>
              <a:gd name="connsiteY17906" fmla="*/ 5120545 h 5143785"/>
              <a:gd name="connsiteX17907" fmla="*/ 1956530 w 3114960"/>
              <a:gd name="connsiteY17907" fmla="*/ 4806411 h 5143785"/>
              <a:gd name="connsiteX17908" fmla="*/ 1961578 w 3114960"/>
              <a:gd name="connsiteY17908" fmla="*/ 4807458 h 5143785"/>
              <a:gd name="connsiteX17909" fmla="*/ 1966151 w 3114960"/>
              <a:gd name="connsiteY17909" fmla="*/ 4806601 h 5143785"/>
              <a:gd name="connsiteX17910" fmla="*/ 1973104 w 3114960"/>
              <a:gd name="connsiteY17910" fmla="*/ 4799934 h 5143785"/>
              <a:gd name="connsiteX17911" fmla="*/ 1973675 w 3114960"/>
              <a:gd name="connsiteY17911" fmla="*/ 4797171 h 5143785"/>
              <a:gd name="connsiteX17912" fmla="*/ 2039303 w 3114960"/>
              <a:gd name="connsiteY17912" fmla="*/ 4797171 h 5143785"/>
              <a:gd name="connsiteX17913" fmla="*/ 2166176 w 3114960"/>
              <a:gd name="connsiteY17913" fmla="*/ 4696873 h 5143785"/>
              <a:gd name="connsiteX17914" fmla="*/ 2169890 w 3114960"/>
              <a:gd name="connsiteY17914" fmla="*/ 4699730 h 5143785"/>
              <a:gd name="connsiteX17915" fmla="*/ 2175510 w 3114960"/>
              <a:gd name="connsiteY17915" fmla="*/ 4701064 h 5143785"/>
              <a:gd name="connsiteX17916" fmla="*/ 2186845 w 3114960"/>
              <a:gd name="connsiteY17916" fmla="*/ 4694111 h 5143785"/>
              <a:gd name="connsiteX17917" fmla="*/ 2187512 w 3114960"/>
              <a:gd name="connsiteY17917" fmla="*/ 4684490 h 5143785"/>
              <a:gd name="connsiteX17918" fmla="*/ 2181130 w 3114960"/>
              <a:gd name="connsiteY17918" fmla="*/ 4677252 h 5143785"/>
              <a:gd name="connsiteX17919" fmla="*/ 2164175 w 3114960"/>
              <a:gd name="connsiteY17919" fmla="*/ 4682871 h 5143785"/>
              <a:gd name="connsiteX17920" fmla="*/ 2163699 w 3114960"/>
              <a:gd name="connsiteY17920" fmla="*/ 4692777 h 5143785"/>
              <a:gd name="connsiteX17921" fmla="*/ 2037683 w 3114960"/>
              <a:gd name="connsiteY17921" fmla="*/ 4792504 h 5143785"/>
              <a:gd name="connsiteX17922" fmla="*/ 1973675 w 3114960"/>
              <a:gd name="connsiteY17922" fmla="*/ 4792504 h 5143785"/>
              <a:gd name="connsiteX17923" fmla="*/ 1973294 w 3114960"/>
              <a:gd name="connsiteY17923" fmla="*/ 4790313 h 5143785"/>
              <a:gd name="connsiteX17924" fmla="*/ 1966627 w 3114960"/>
              <a:gd name="connsiteY17924" fmla="*/ 4783360 h 5143785"/>
              <a:gd name="connsiteX17925" fmla="*/ 1957007 w 3114960"/>
              <a:gd name="connsiteY17925" fmla="*/ 4783170 h 5143785"/>
              <a:gd name="connsiteX17926" fmla="*/ 1950053 w 3114960"/>
              <a:gd name="connsiteY17926" fmla="*/ 4789837 h 5143785"/>
              <a:gd name="connsiteX17927" fmla="*/ 1949863 w 3114960"/>
              <a:gd name="connsiteY17927" fmla="*/ 4799457 h 5143785"/>
              <a:gd name="connsiteX17928" fmla="*/ 1956530 w 3114960"/>
              <a:gd name="connsiteY17928" fmla="*/ 4806411 h 5143785"/>
              <a:gd name="connsiteX17929" fmla="*/ 2168557 w 3114960"/>
              <a:gd name="connsiteY17929" fmla="*/ 4685062 h 5143785"/>
              <a:gd name="connsiteX17930" fmla="*/ 2173129 w 3114960"/>
              <a:gd name="connsiteY17930" fmla="*/ 4681157 h 5143785"/>
              <a:gd name="connsiteX17931" fmla="*/ 2175605 w 3114960"/>
              <a:gd name="connsiteY17931" fmla="*/ 4680776 h 5143785"/>
              <a:gd name="connsiteX17932" fmla="*/ 2179130 w 3114960"/>
              <a:gd name="connsiteY17932" fmla="*/ 4681633 h 5143785"/>
              <a:gd name="connsiteX17933" fmla="*/ 2183035 w 3114960"/>
              <a:gd name="connsiteY17933" fmla="*/ 4686205 h 5143785"/>
              <a:gd name="connsiteX17934" fmla="*/ 2182654 w 3114960"/>
              <a:gd name="connsiteY17934" fmla="*/ 4692206 h 5143785"/>
              <a:gd name="connsiteX17935" fmla="*/ 2178082 w 3114960"/>
              <a:gd name="connsiteY17935" fmla="*/ 4696111 h 5143785"/>
              <a:gd name="connsiteX17936" fmla="*/ 2172081 w 3114960"/>
              <a:gd name="connsiteY17936" fmla="*/ 4695730 h 5143785"/>
              <a:gd name="connsiteX17937" fmla="*/ 2168176 w 3114960"/>
              <a:gd name="connsiteY17937" fmla="*/ 4691158 h 5143785"/>
              <a:gd name="connsiteX17938" fmla="*/ 2168557 w 3114960"/>
              <a:gd name="connsiteY17938" fmla="*/ 4685157 h 5143785"/>
              <a:gd name="connsiteX17939" fmla="*/ 1954435 w 3114960"/>
              <a:gd name="connsiteY17939" fmla="*/ 4791647 h 5143785"/>
              <a:gd name="connsiteX17940" fmla="*/ 1958816 w 3114960"/>
              <a:gd name="connsiteY17940" fmla="*/ 4787456 h 5143785"/>
              <a:gd name="connsiteX17941" fmla="*/ 1961674 w 3114960"/>
              <a:gd name="connsiteY17941" fmla="*/ 4786884 h 5143785"/>
              <a:gd name="connsiteX17942" fmla="*/ 1964817 w 3114960"/>
              <a:gd name="connsiteY17942" fmla="*/ 4787551 h 5143785"/>
              <a:gd name="connsiteX17943" fmla="*/ 1969008 w 3114960"/>
              <a:gd name="connsiteY17943" fmla="*/ 4791932 h 5143785"/>
              <a:gd name="connsiteX17944" fmla="*/ 1968913 w 3114960"/>
              <a:gd name="connsiteY17944" fmla="*/ 4797933 h 5143785"/>
              <a:gd name="connsiteX17945" fmla="*/ 1964531 w 3114960"/>
              <a:gd name="connsiteY17945" fmla="*/ 4802124 h 5143785"/>
              <a:gd name="connsiteX17946" fmla="*/ 1964531 w 3114960"/>
              <a:gd name="connsiteY17946" fmla="*/ 4802124 h 5143785"/>
              <a:gd name="connsiteX17947" fmla="*/ 1958531 w 3114960"/>
              <a:gd name="connsiteY17947" fmla="*/ 4802029 h 5143785"/>
              <a:gd name="connsiteX17948" fmla="*/ 1954340 w 3114960"/>
              <a:gd name="connsiteY17948" fmla="*/ 4797647 h 5143785"/>
              <a:gd name="connsiteX17949" fmla="*/ 1954530 w 3114960"/>
              <a:gd name="connsiteY17949" fmla="*/ 4791647 h 5143785"/>
              <a:gd name="connsiteX17950" fmla="*/ 1916811 w 3114960"/>
              <a:gd name="connsiteY17950" fmla="*/ 90011 h 5143785"/>
              <a:gd name="connsiteX17951" fmla="*/ 1924622 w 3114960"/>
              <a:gd name="connsiteY17951" fmla="*/ 95631 h 5143785"/>
              <a:gd name="connsiteX17952" fmla="*/ 1927574 w 3114960"/>
              <a:gd name="connsiteY17952" fmla="*/ 96012 h 5143785"/>
              <a:gd name="connsiteX17953" fmla="*/ 1934147 w 3114960"/>
              <a:gd name="connsiteY17953" fmla="*/ 94202 h 5143785"/>
              <a:gd name="connsiteX17954" fmla="*/ 1939862 w 3114960"/>
              <a:gd name="connsiteY17954" fmla="*/ 86392 h 5143785"/>
              <a:gd name="connsiteX17955" fmla="*/ 1939862 w 3114960"/>
              <a:gd name="connsiteY17955" fmla="*/ 85820 h 5143785"/>
              <a:gd name="connsiteX17956" fmla="*/ 1986915 w 3114960"/>
              <a:gd name="connsiteY17956" fmla="*/ 85820 h 5143785"/>
              <a:gd name="connsiteX17957" fmla="*/ 2078927 w 3114960"/>
              <a:gd name="connsiteY17957" fmla="*/ 95 h 5143785"/>
              <a:gd name="connsiteX17958" fmla="*/ 2071973 w 3114960"/>
              <a:gd name="connsiteY17958" fmla="*/ 95 h 5143785"/>
              <a:gd name="connsiteX17959" fmla="*/ 1985105 w 3114960"/>
              <a:gd name="connsiteY17959" fmla="*/ 81058 h 5143785"/>
              <a:gd name="connsiteX17960" fmla="*/ 1939957 w 3114960"/>
              <a:gd name="connsiteY17960" fmla="*/ 81058 h 5143785"/>
              <a:gd name="connsiteX17961" fmla="*/ 1938433 w 3114960"/>
              <a:gd name="connsiteY17961" fmla="*/ 76867 h 5143785"/>
              <a:gd name="connsiteX17962" fmla="*/ 1930622 w 3114960"/>
              <a:gd name="connsiteY17962" fmla="*/ 71247 h 5143785"/>
              <a:gd name="connsiteX17963" fmla="*/ 1921097 w 3114960"/>
              <a:gd name="connsiteY17963" fmla="*/ 72771 h 5143785"/>
              <a:gd name="connsiteX17964" fmla="*/ 1915382 w 3114960"/>
              <a:gd name="connsiteY17964" fmla="*/ 80582 h 5143785"/>
              <a:gd name="connsiteX17965" fmla="*/ 1916906 w 3114960"/>
              <a:gd name="connsiteY17965" fmla="*/ 90107 h 5143785"/>
              <a:gd name="connsiteX17966" fmla="*/ 1919954 w 3114960"/>
              <a:gd name="connsiteY17966" fmla="*/ 81629 h 5143785"/>
              <a:gd name="connsiteX17967" fmla="*/ 1923478 w 3114960"/>
              <a:gd name="connsiteY17967" fmla="*/ 76772 h 5143785"/>
              <a:gd name="connsiteX17968" fmla="*/ 1929384 w 3114960"/>
              <a:gd name="connsiteY17968" fmla="*/ 75819 h 5143785"/>
              <a:gd name="connsiteX17969" fmla="*/ 1934242 w 3114960"/>
              <a:gd name="connsiteY17969" fmla="*/ 79343 h 5143785"/>
              <a:gd name="connsiteX17970" fmla="*/ 1935194 w 3114960"/>
              <a:gd name="connsiteY17970" fmla="*/ 85249 h 5143785"/>
              <a:gd name="connsiteX17971" fmla="*/ 1925765 w 3114960"/>
              <a:gd name="connsiteY17971" fmla="*/ 90964 h 5143785"/>
              <a:gd name="connsiteX17972" fmla="*/ 1920907 w 3114960"/>
              <a:gd name="connsiteY17972" fmla="*/ 87440 h 5143785"/>
              <a:gd name="connsiteX17973" fmla="*/ 1919954 w 3114960"/>
              <a:gd name="connsiteY17973" fmla="*/ 81534 h 5143785"/>
              <a:gd name="connsiteX17974" fmla="*/ 432245 w 3114960"/>
              <a:gd name="connsiteY17974" fmla="*/ 4859084 h 5143785"/>
              <a:gd name="connsiteX17975" fmla="*/ 441389 w 3114960"/>
              <a:gd name="connsiteY17975" fmla="*/ 4853464 h 5143785"/>
              <a:gd name="connsiteX17976" fmla="*/ 438340 w 3114960"/>
              <a:gd name="connsiteY17976" fmla="*/ 4833462 h 5143785"/>
              <a:gd name="connsiteX17977" fmla="*/ 429863 w 3114960"/>
              <a:gd name="connsiteY17977" fmla="*/ 4830699 h 5143785"/>
              <a:gd name="connsiteX17978" fmla="*/ 418243 w 3114960"/>
              <a:gd name="connsiteY17978" fmla="*/ 4836510 h 5143785"/>
              <a:gd name="connsiteX17979" fmla="*/ 421291 w 3114960"/>
              <a:gd name="connsiteY17979" fmla="*/ 4856512 h 5143785"/>
              <a:gd name="connsiteX17980" fmla="*/ 427387 w 3114960"/>
              <a:gd name="connsiteY17980" fmla="*/ 4858988 h 5143785"/>
              <a:gd name="connsiteX17981" fmla="*/ 427387 w 3114960"/>
              <a:gd name="connsiteY17981" fmla="*/ 5143595 h 5143785"/>
              <a:gd name="connsiteX17982" fmla="*/ 432149 w 3114960"/>
              <a:gd name="connsiteY17982" fmla="*/ 5143595 h 5143785"/>
              <a:gd name="connsiteX17983" fmla="*/ 432149 w 3114960"/>
              <a:gd name="connsiteY17983" fmla="*/ 4859084 h 5143785"/>
              <a:gd name="connsiteX17984" fmla="*/ 429863 w 3114960"/>
              <a:gd name="connsiteY17984" fmla="*/ 4856607 h 5143785"/>
              <a:gd name="connsiteX17985" fmla="*/ 423005 w 3114960"/>
              <a:gd name="connsiteY17985" fmla="*/ 4854321 h 5143785"/>
              <a:gd name="connsiteX17986" fmla="*/ 420529 w 3114960"/>
              <a:gd name="connsiteY17986" fmla="*/ 4837938 h 5143785"/>
              <a:gd name="connsiteX17987" fmla="*/ 436912 w 3114960"/>
              <a:gd name="connsiteY17987" fmla="*/ 4835462 h 5143785"/>
              <a:gd name="connsiteX17988" fmla="*/ 441579 w 3114960"/>
              <a:gd name="connsiteY17988" fmla="*/ 4843082 h 5143785"/>
              <a:gd name="connsiteX17989" fmla="*/ 439484 w 3114960"/>
              <a:gd name="connsiteY17989" fmla="*/ 4851749 h 5143785"/>
              <a:gd name="connsiteX17990" fmla="*/ 431864 w 3114960"/>
              <a:gd name="connsiteY17990" fmla="*/ 4856417 h 5143785"/>
              <a:gd name="connsiteX17991" fmla="*/ 430054 w 3114960"/>
              <a:gd name="connsiteY17991" fmla="*/ 4856512 h 5143785"/>
              <a:gd name="connsiteX17992" fmla="*/ 1899857 w 3114960"/>
              <a:gd name="connsiteY17992" fmla="*/ 53150 h 5143785"/>
              <a:gd name="connsiteX17993" fmla="*/ 1886426 w 3114960"/>
              <a:gd name="connsiteY17993" fmla="*/ 39719 h 5143785"/>
              <a:gd name="connsiteX17994" fmla="*/ 1872996 w 3114960"/>
              <a:gd name="connsiteY17994" fmla="*/ 53150 h 5143785"/>
              <a:gd name="connsiteX17995" fmla="*/ 1884045 w 3114960"/>
              <a:gd name="connsiteY17995" fmla="*/ 66389 h 5143785"/>
              <a:gd name="connsiteX17996" fmla="*/ 1884045 w 3114960"/>
              <a:gd name="connsiteY17996" fmla="*/ 144209 h 5143785"/>
              <a:gd name="connsiteX17997" fmla="*/ 1894999 w 3114960"/>
              <a:gd name="connsiteY17997" fmla="*/ 155543 h 5143785"/>
              <a:gd name="connsiteX17998" fmla="*/ 1894999 w 3114960"/>
              <a:gd name="connsiteY17998" fmla="*/ 232696 h 5143785"/>
              <a:gd name="connsiteX17999" fmla="*/ 1886331 w 3114960"/>
              <a:gd name="connsiteY17999" fmla="*/ 243269 h 5143785"/>
              <a:gd name="connsiteX18000" fmla="*/ 1897380 w 3114960"/>
              <a:gd name="connsiteY18000" fmla="*/ 254318 h 5143785"/>
              <a:gd name="connsiteX18001" fmla="*/ 1908429 w 3114960"/>
              <a:gd name="connsiteY18001" fmla="*/ 243269 h 5143785"/>
              <a:gd name="connsiteX18002" fmla="*/ 1899761 w 3114960"/>
              <a:gd name="connsiteY18002" fmla="*/ 232696 h 5143785"/>
              <a:gd name="connsiteX18003" fmla="*/ 1899761 w 3114960"/>
              <a:gd name="connsiteY18003" fmla="*/ 153638 h 5143785"/>
              <a:gd name="connsiteX18004" fmla="*/ 1888807 w 3114960"/>
              <a:gd name="connsiteY18004" fmla="*/ 142304 h 5143785"/>
              <a:gd name="connsiteX18005" fmla="*/ 1888807 w 3114960"/>
              <a:gd name="connsiteY18005" fmla="*/ 66389 h 5143785"/>
              <a:gd name="connsiteX18006" fmla="*/ 1899857 w 3114960"/>
              <a:gd name="connsiteY18006" fmla="*/ 53150 h 5143785"/>
              <a:gd name="connsiteX18007" fmla="*/ 1886426 w 3114960"/>
              <a:gd name="connsiteY18007" fmla="*/ 61912 h 5143785"/>
              <a:gd name="connsiteX18008" fmla="*/ 1877759 w 3114960"/>
              <a:gd name="connsiteY18008" fmla="*/ 53245 h 5143785"/>
              <a:gd name="connsiteX18009" fmla="*/ 1886426 w 3114960"/>
              <a:gd name="connsiteY18009" fmla="*/ 44577 h 5143785"/>
              <a:gd name="connsiteX18010" fmla="*/ 1895094 w 3114960"/>
              <a:gd name="connsiteY18010" fmla="*/ 53245 h 5143785"/>
              <a:gd name="connsiteX18011" fmla="*/ 1886426 w 3114960"/>
              <a:gd name="connsiteY18011" fmla="*/ 61912 h 5143785"/>
              <a:gd name="connsiteX18012" fmla="*/ 1196626 w 3114960"/>
              <a:gd name="connsiteY18012" fmla="*/ 85058 h 5143785"/>
              <a:gd name="connsiteX18013" fmla="*/ 1196626 w 3114960"/>
              <a:gd name="connsiteY18013" fmla="*/ 116110 h 5143785"/>
              <a:gd name="connsiteX18014" fmla="*/ 1186244 w 3114960"/>
              <a:gd name="connsiteY18014" fmla="*/ 128492 h 5143785"/>
              <a:gd name="connsiteX18015" fmla="*/ 1199102 w 3114960"/>
              <a:gd name="connsiteY18015" fmla="*/ 141351 h 5143785"/>
              <a:gd name="connsiteX18016" fmla="*/ 1211961 w 3114960"/>
              <a:gd name="connsiteY18016" fmla="*/ 128492 h 5143785"/>
              <a:gd name="connsiteX18017" fmla="*/ 1201484 w 3114960"/>
              <a:gd name="connsiteY18017" fmla="*/ 116110 h 5143785"/>
              <a:gd name="connsiteX18018" fmla="*/ 1201484 w 3114960"/>
              <a:gd name="connsiteY18018" fmla="*/ 87059 h 5143785"/>
              <a:gd name="connsiteX18019" fmla="*/ 1212437 w 3114960"/>
              <a:gd name="connsiteY18019" fmla="*/ 75724 h 5143785"/>
              <a:gd name="connsiteX18020" fmla="*/ 1212437 w 3114960"/>
              <a:gd name="connsiteY18020" fmla="*/ 95 h 5143785"/>
              <a:gd name="connsiteX18021" fmla="*/ 1207675 w 3114960"/>
              <a:gd name="connsiteY18021" fmla="*/ 95 h 5143785"/>
              <a:gd name="connsiteX18022" fmla="*/ 1207675 w 3114960"/>
              <a:gd name="connsiteY18022" fmla="*/ 73724 h 5143785"/>
              <a:gd name="connsiteX18023" fmla="*/ 1196721 w 3114960"/>
              <a:gd name="connsiteY18023" fmla="*/ 85058 h 5143785"/>
              <a:gd name="connsiteX18024" fmla="*/ 1207103 w 3114960"/>
              <a:gd name="connsiteY18024" fmla="*/ 128397 h 5143785"/>
              <a:gd name="connsiteX18025" fmla="*/ 1199007 w 3114960"/>
              <a:gd name="connsiteY18025" fmla="*/ 136493 h 5143785"/>
              <a:gd name="connsiteX18026" fmla="*/ 1190911 w 3114960"/>
              <a:gd name="connsiteY18026" fmla="*/ 128397 h 5143785"/>
              <a:gd name="connsiteX18027" fmla="*/ 1199007 w 3114960"/>
              <a:gd name="connsiteY18027" fmla="*/ 120301 h 5143785"/>
              <a:gd name="connsiteX18028" fmla="*/ 1207103 w 3114960"/>
              <a:gd name="connsiteY18028" fmla="*/ 128397 h 5143785"/>
              <a:gd name="connsiteX18029" fmla="*/ 1678305 w 3114960"/>
              <a:gd name="connsiteY18029" fmla="*/ 95 h 5143785"/>
              <a:gd name="connsiteX18030" fmla="*/ 1678305 w 3114960"/>
              <a:gd name="connsiteY18030" fmla="*/ 92012 h 5143785"/>
              <a:gd name="connsiteX18031" fmla="*/ 1698784 w 3114960"/>
              <a:gd name="connsiteY18031" fmla="*/ 114014 h 5143785"/>
              <a:gd name="connsiteX18032" fmla="*/ 1693736 w 3114960"/>
              <a:gd name="connsiteY18032" fmla="*/ 123444 h 5143785"/>
              <a:gd name="connsiteX18033" fmla="*/ 1705547 w 3114960"/>
              <a:gd name="connsiteY18033" fmla="*/ 135255 h 5143785"/>
              <a:gd name="connsiteX18034" fmla="*/ 1717357 w 3114960"/>
              <a:gd name="connsiteY18034" fmla="*/ 123444 h 5143785"/>
              <a:gd name="connsiteX18035" fmla="*/ 1715262 w 3114960"/>
              <a:gd name="connsiteY18035" fmla="*/ 117158 h 5143785"/>
              <a:gd name="connsiteX18036" fmla="*/ 1721930 w 3114960"/>
              <a:gd name="connsiteY18036" fmla="*/ 110014 h 5143785"/>
              <a:gd name="connsiteX18037" fmla="*/ 1721930 w 3114960"/>
              <a:gd name="connsiteY18037" fmla="*/ 55436 h 5143785"/>
              <a:gd name="connsiteX18038" fmla="*/ 1712024 w 3114960"/>
              <a:gd name="connsiteY18038" fmla="*/ 42767 h 5143785"/>
              <a:gd name="connsiteX18039" fmla="*/ 1712309 w 3114960"/>
              <a:gd name="connsiteY18039" fmla="*/ 95 h 5143785"/>
              <a:gd name="connsiteX18040" fmla="*/ 1707547 w 3114960"/>
              <a:gd name="connsiteY18040" fmla="*/ 95 h 5143785"/>
              <a:gd name="connsiteX18041" fmla="*/ 1707261 w 3114960"/>
              <a:gd name="connsiteY18041" fmla="*/ 44387 h 5143785"/>
              <a:gd name="connsiteX18042" fmla="*/ 1717167 w 3114960"/>
              <a:gd name="connsiteY18042" fmla="*/ 57055 h 5143785"/>
              <a:gd name="connsiteX18043" fmla="*/ 1717167 w 3114960"/>
              <a:gd name="connsiteY18043" fmla="*/ 108204 h 5143785"/>
              <a:gd name="connsiteX18044" fmla="*/ 1711928 w 3114960"/>
              <a:gd name="connsiteY18044" fmla="*/ 113824 h 5143785"/>
              <a:gd name="connsiteX18045" fmla="*/ 1705451 w 3114960"/>
              <a:gd name="connsiteY18045" fmla="*/ 111633 h 5143785"/>
              <a:gd name="connsiteX18046" fmla="*/ 1703356 w 3114960"/>
              <a:gd name="connsiteY18046" fmla="*/ 112014 h 5143785"/>
              <a:gd name="connsiteX18047" fmla="*/ 1682972 w 3114960"/>
              <a:gd name="connsiteY18047" fmla="*/ 90107 h 5143785"/>
              <a:gd name="connsiteX18048" fmla="*/ 1682972 w 3114960"/>
              <a:gd name="connsiteY18048" fmla="*/ 95 h 5143785"/>
              <a:gd name="connsiteX18049" fmla="*/ 1678210 w 3114960"/>
              <a:gd name="connsiteY18049" fmla="*/ 95 h 5143785"/>
              <a:gd name="connsiteX18050" fmla="*/ 1705547 w 3114960"/>
              <a:gd name="connsiteY18050" fmla="*/ 116396 h 5143785"/>
              <a:gd name="connsiteX18051" fmla="*/ 1712595 w 3114960"/>
              <a:gd name="connsiteY18051" fmla="*/ 123444 h 5143785"/>
              <a:gd name="connsiteX18052" fmla="*/ 1705547 w 3114960"/>
              <a:gd name="connsiteY18052" fmla="*/ 130492 h 5143785"/>
              <a:gd name="connsiteX18053" fmla="*/ 1698498 w 3114960"/>
              <a:gd name="connsiteY18053" fmla="*/ 123444 h 5143785"/>
              <a:gd name="connsiteX18054" fmla="*/ 1705547 w 3114960"/>
              <a:gd name="connsiteY18054" fmla="*/ 116396 h 5143785"/>
              <a:gd name="connsiteX18055" fmla="*/ 564356 w 3114960"/>
              <a:gd name="connsiteY18055" fmla="*/ 4817269 h 5143785"/>
              <a:gd name="connsiteX18056" fmla="*/ 557308 w 3114960"/>
              <a:gd name="connsiteY18056" fmla="*/ 4824318 h 5143785"/>
              <a:gd name="connsiteX18057" fmla="*/ 550259 w 3114960"/>
              <a:gd name="connsiteY18057" fmla="*/ 4817269 h 5143785"/>
              <a:gd name="connsiteX18058" fmla="*/ 557308 w 3114960"/>
              <a:gd name="connsiteY18058" fmla="*/ 4810220 h 5143785"/>
              <a:gd name="connsiteX18059" fmla="*/ 564356 w 3114960"/>
              <a:gd name="connsiteY18059" fmla="*/ 4817269 h 5143785"/>
              <a:gd name="connsiteX18060" fmla="*/ 292322 w 3114960"/>
              <a:gd name="connsiteY18060" fmla="*/ 243173 h 5143785"/>
              <a:gd name="connsiteX18061" fmla="*/ 292322 w 3114960"/>
              <a:gd name="connsiteY18061" fmla="*/ 255842 h 5143785"/>
              <a:gd name="connsiteX18062" fmla="*/ 299180 w 3114960"/>
              <a:gd name="connsiteY18062" fmla="*/ 262700 h 5143785"/>
              <a:gd name="connsiteX18063" fmla="*/ 311849 w 3114960"/>
              <a:gd name="connsiteY18063" fmla="*/ 262700 h 5143785"/>
              <a:gd name="connsiteX18064" fmla="*/ 314611 w 3114960"/>
              <a:gd name="connsiteY18064" fmla="*/ 262128 h 5143785"/>
              <a:gd name="connsiteX18065" fmla="*/ 457581 w 3114960"/>
              <a:gd name="connsiteY18065" fmla="*/ 427673 h 5143785"/>
              <a:gd name="connsiteX18066" fmla="*/ 457581 w 3114960"/>
              <a:gd name="connsiteY18066" fmla="*/ 486632 h 5143785"/>
              <a:gd name="connsiteX18067" fmla="*/ 453771 w 3114960"/>
              <a:gd name="connsiteY18067" fmla="*/ 486632 h 5143785"/>
              <a:gd name="connsiteX18068" fmla="*/ 443960 w 3114960"/>
              <a:gd name="connsiteY18068" fmla="*/ 496443 h 5143785"/>
              <a:gd name="connsiteX18069" fmla="*/ 443960 w 3114960"/>
              <a:gd name="connsiteY18069" fmla="*/ 535115 h 5143785"/>
              <a:gd name="connsiteX18070" fmla="*/ 453771 w 3114960"/>
              <a:gd name="connsiteY18070" fmla="*/ 544925 h 5143785"/>
              <a:gd name="connsiteX18071" fmla="*/ 466154 w 3114960"/>
              <a:gd name="connsiteY18071" fmla="*/ 544925 h 5143785"/>
              <a:gd name="connsiteX18072" fmla="*/ 475964 w 3114960"/>
              <a:gd name="connsiteY18072" fmla="*/ 535115 h 5143785"/>
              <a:gd name="connsiteX18073" fmla="*/ 475964 w 3114960"/>
              <a:gd name="connsiteY18073" fmla="*/ 496443 h 5143785"/>
              <a:gd name="connsiteX18074" fmla="*/ 466154 w 3114960"/>
              <a:gd name="connsiteY18074" fmla="*/ 486632 h 5143785"/>
              <a:gd name="connsiteX18075" fmla="*/ 462439 w 3114960"/>
              <a:gd name="connsiteY18075" fmla="*/ 486632 h 5143785"/>
              <a:gd name="connsiteX18076" fmla="*/ 462439 w 3114960"/>
              <a:gd name="connsiteY18076" fmla="*/ 425863 h 5143785"/>
              <a:gd name="connsiteX18077" fmla="*/ 318135 w 3114960"/>
              <a:gd name="connsiteY18077" fmla="*/ 258794 h 5143785"/>
              <a:gd name="connsiteX18078" fmla="*/ 318802 w 3114960"/>
              <a:gd name="connsiteY18078" fmla="*/ 255937 h 5143785"/>
              <a:gd name="connsiteX18079" fmla="*/ 318802 w 3114960"/>
              <a:gd name="connsiteY18079" fmla="*/ 243269 h 5143785"/>
              <a:gd name="connsiteX18080" fmla="*/ 318230 w 3114960"/>
              <a:gd name="connsiteY18080" fmla="*/ 240602 h 5143785"/>
              <a:gd name="connsiteX18081" fmla="*/ 318516 w 3114960"/>
              <a:gd name="connsiteY18081" fmla="*/ 240792 h 5143785"/>
              <a:gd name="connsiteX18082" fmla="*/ 370237 w 3114960"/>
              <a:gd name="connsiteY18082" fmla="*/ 177451 h 5143785"/>
              <a:gd name="connsiteX18083" fmla="*/ 370808 w 3114960"/>
              <a:gd name="connsiteY18083" fmla="*/ 176784 h 5143785"/>
              <a:gd name="connsiteX18084" fmla="*/ 370808 w 3114960"/>
              <a:gd name="connsiteY18084" fmla="*/ 95 h 5143785"/>
              <a:gd name="connsiteX18085" fmla="*/ 365951 w 3114960"/>
              <a:gd name="connsiteY18085" fmla="*/ 95 h 5143785"/>
              <a:gd name="connsiteX18086" fmla="*/ 365951 w 3114960"/>
              <a:gd name="connsiteY18086" fmla="*/ 175070 h 5143785"/>
              <a:gd name="connsiteX18087" fmla="*/ 315278 w 3114960"/>
              <a:gd name="connsiteY18087" fmla="*/ 237363 h 5143785"/>
              <a:gd name="connsiteX18088" fmla="*/ 312134 w 3114960"/>
              <a:gd name="connsiteY18088" fmla="*/ 236506 h 5143785"/>
              <a:gd name="connsiteX18089" fmla="*/ 299466 w 3114960"/>
              <a:gd name="connsiteY18089" fmla="*/ 236506 h 5143785"/>
              <a:gd name="connsiteX18090" fmla="*/ 292608 w 3114960"/>
              <a:gd name="connsiteY18090" fmla="*/ 243364 h 5143785"/>
              <a:gd name="connsiteX18091" fmla="*/ 471011 w 3114960"/>
              <a:gd name="connsiteY18091" fmla="*/ 535019 h 5143785"/>
              <a:gd name="connsiteX18092" fmla="*/ 465963 w 3114960"/>
              <a:gd name="connsiteY18092" fmla="*/ 540068 h 5143785"/>
              <a:gd name="connsiteX18093" fmla="*/ 453581 w 3114960"/>
              <a:gd name="connsiteY18093" fmla="*/ 540068 h 5143785"/>
              <a:gd name="connsiteX18094" fmla="*/ 448532 w 3114960"/>
              <a:gd name="connsiteY18094" fmla="*/ 535019 h 5143785"/>
              <a:gd name="connsiteX18095" fmla="*/ 448532 w 3114960"/>
              <a:gd name="connsiteY18095" fmla="*/ 533686 h 5143785"/>
              <a:gd name="connsiteX18096" fmla="*/ 470916 w 3114960"/>
              <a:gd name="connsiteY18096" fmla="*/ 533686 h 5143785"/>
              <a:gd name="connsiteX18097" fmla="*/ 470916 w 3114960"/>
              <a:gd name="connsiteY18097" fmla="*/ 535019 h 5143785"/>
              <a:gd name="connsiteX18098" fmla="*/ 471011 w 3114960"/>
              <a:gd name="connsiteY18098" fmla="*/ 527780 h 5143785"/>
              <a:gd name="connsiteX18099" fmla="*/ 448628 w 3114960"/>
              <a:gd name="connsiteY18099" fmla="*/ 527780 h 5143785"/>
              <a:gd name="connsiteX18100" fmla="*/ 448628 w 3114960"/>
              <a:gd name="connsiteY18100" fmla="*/ 509302 h 5143785"/>
              <a:gd name="connsiteX18101" fmla="*/ 471011 w 3114960"/>
              <a:gd name="connsiteY18101" fmla="*/ 509302 h 5143785"/>
              <a:gd name="connsiteX18102" fmla="*/ 471011 w 3114960"/>
              <a:gd name="connsiteY18102" fmla="*/ 527780 h 5143785"/>
              <a:gd name="connsiteX18103" fmla="*/ 471011 w 3114960"/>
              <a:gd name="connsiteY18103" fmla="*/ 506444 h 5143785"/>
              <a:gd name="connsiteX18104" fmla="*/ 448628 w 3114960"/>
              <a:gd name="connsiteY18104" fmla="*/ 506444 h 5143785"/>
              <a:gd name="connsiteX18105" fmla="*/ 448628 w 3114960"/>
              <a:gd name="connsiteY18105" fmla="*/ 501206 h 5143785"/>
              <a:gd name="connsiteX18106" fmla="*/ 471011 w 3114960"/>
              <a:gd name="connsiteY18106" fmla="*/ 501206 h 5143785"/>
              <a:gd name="connsiteX18107" fmla="*/ 471011 w 3114960"/>
              <a:gd name="connsiteY18107" fmla="*/ 506444 h 5143785"/>
              <a:gd name="connsiteX18108" fmla="*/ 465963 w 3114960"/>
              <a:gd name="connsiteY18108" fmla="*/ 491395 h 5143785"/>
              <a:gd name="connsiteX18109" fmla="*/ 471011 w 3114960"/>
              <a:gd name="connsiteY18109" fmla="*/ 496443 h 5143785"/>
              <a:gd name="connsiteX18110" fmla="*/ 471011 w 3114960"/>
              <a:gd name="connsiteY18110" fmla="*/ 496634 h 5143785"/>
              <a:gd name="connsiteX18111" fmla="*/ 448628 w 3114960"/>
              <a:gd name="connsiteY18111" fmla="*/ 496634 h 5143785"/>
              <a:gd name="connsiteX18112" fmla="*/ 448628 w 3114960"/>
              <a:gd name="connsiteY18112" fmla="*/ 496443 h 5143785"/>
              <a:gd name="connsiteX18113" fmla="*/ 453676 w 3114960"/>
              <a:gd name="connsiteY18113" fmla="*/ 491395 h 5143785"/>
              <a:gd name="connsiteX18114" fmla="*/ 466058 w 3114960"/>
              <a:gd name="connsiteY18114" fmla="*/ 491395 h 5143785"/>
              <a:gd name="connsiteX18115" fmla="*/ 313849 w 3114960"/>
              <a:gd name="connsiteY18115" fmla="*/ 243173 h 5143785"/>
              <a:gd name="connsiteX18116" fmla="*/ 313849 w 3114960"/>
              <a:gd name="connsiteY18116" fmla="*/ 255842 h 5143785"/>
              <a:gd name="connsiteX18117" fmla="*/ 311753 w 3114960"/>
              <a:gd name="connsiteY18117" fmla="*/ 257937 h 5143785"/>
              <a:gd name="connsiteX18118" fmla="*/ 299085 w 3114960"/>
              <a:gd name="connsiteY18118" fmla="*/ 257937 h 5143785"/>
              <a:gd name="connsiteX18119" fmla="*/ 296990 w 3114960"/>
              <a:gd name="connsiteY18119" fmla="*/ 255842 h 5143785"/>
              <a:gd name="connsiteX18120" fmla="*/ 296990 w 3114960"/>
              <a:gd name="connsiteY18120" fmla="*/ 243173 h 5143785"/>
              <a:gd name="connsiteX18121" fmla="*/ 299085 w 3114960"/>
              <a:gd name="connsiteY18121" fmla="*/ 241078 h 5143785"/>
              <a:gd name="connsiteX18122" fmla="*/ 311753 w 3114960"/>
              <a:gd name="connsiteY18122" fmla="*/ 241078 h 5143785"/>
              <a:gd name="connsiteX18123" fmla="*/ 313849 w 3114960"/>
              <a:gd name="connsiteY18123" fmla="*/ 243173 h 5143785"/>
              <a:gd name="connsiteX18124" fmla="*/ 1596104 w 3114960"/>
              <a:gd name="connsiteY18124" fmla="*/ 95 h 5143785"/>
              <a:gd name="connsiteX18125" fmla="*/ 1600867 w 3114960"/>
              <a:gd name="connsiteY18125" fmla="*/ 95 h 5143785"/>
              <a:gd name="connsiteX18126" fmla="*/ 1600867 w 3114960"/>
              <a:gd name="connsiteY18126" fmla="*/ 10001 h 5143785"/>
              <a:gd name="connsiteX18127" fmla="*/ 1591056 w 3114960"/>
              <a:gd name="connsiteY18127" fmla="*/ 22669 h 5143785"/>
              <a:gd name="connsiteX18128" fmla="*/ 1591056 w 3114960"/>
              <a:gd name="connsiteY18128" fmla="*/ 73819 h 5143785"/>
              <a:gd name="connsiteX18129" fmla="*/ 1597914 w 3114960"/>
              <a:gd name="connsiteY18129" fmla="*/ 81153 h 5143785"/>
              <a:gd name="connsiteX18130" fmla="*/ 1602772 w 3114960"/>
              <a:gd name="connsiteY18130" fmla="*/ 79629 h 5143785"/>
              <a:gd name="connsiteX18131" fmla="*/ 1605534 w 3114960"/>
              <a:gd name="connsiteY18131" fmla="*/ 80201 h 5143785"/>
              <a:gd name="connsiteX18132" fmla="*/ 1625060 w 3114960"/>
              <a:gd name="connsiteY18132" fmla="*/ 59246 h 5143785"/>
              <a:gd name="connsiteX18133" fmla="*/ 1625060 w 3114960"/>
              <a:gd name="connsiteY18133" fmla="*/ 95 h 5143785"/>
              <a:gd name="connsiteX18134" fmla="*/ 1629823 w 3114960"/>
              <a:gd name="connsiteY18134" fmla="*/ 95 h 5143785"/>
              <a:gd name="connsiteX18135" fmla="*/ 1629823 w 3114960"/>
              <a:gd name="connsiteY18135" fmla="*/ 61055 h 5143785"/>
              <a:gd name="connsiteX18136" fmla="*/ 1609630 w 3114960"/>
              <a:gd name="connsiteY18136" fmla="*/ 82772 h 5143785"/>
              <a:gd name="connsiteX18137" fmla="*/ 1612202 w 3114960"/>
              <a:gd name="connsiteY18137" fmla="*/ 89059 h 5143785"/>
              <a:gd name="connsiteX18138" fmla="*/ 1602772 w 3114960"/>
              <a:gd name="connsiteY18138" fmla="*/ 98489 h 5143785"/>
              <a:gd name="connsiteX18139" fmla="*/ 1593342 w 3114960"/>
              <a:gd name="connsiteY18139" fmla="*/ 89059 h 5143785"/>
              <a:gd name="connsiteX18140" fmla="*/ 1594676 w 3114960"/>
              <a:gd name="connsiteY18140" fmla="*/ 84582 h 5143785"/>
              <a:gd name="connsiteX18141" fmla="*/ 1586389 w 3114960"/>
              <a:gd name="connsiteY18141" fmla="*/ 75724 h 5143785"/>
              <a:gd name="connsiteX18142" fmla="*/ 1586389 w 3114960"/>
              <a:gd name="connsiteY18142" fmla="*/ 21050 h 5143785"/>
              <a:gd name="connsiteX18143" fmla="*/ 1596295 w 3114960"/>
              <a:gd name="connsiteY18143" fmla="*/ 8382 h 5143785"/>
              <a:gd name="connsiteX18144" fmla="*/ 1596295 w 3114960"/>
              <a:gd name="connsiteY18144" fmla="*/ 95 h 5143785"/>
              <a:gd name="connsiteX18145" fmla="*/ 494252 w 3114960"/>
              <a:gd name="connsiteY18145" fmla="*/ 4792409 h 5143785"/>
              <a:gd name="connsiteX18146" fmla="*/ 503396 w 3114960"/>
              <a:gd name="connsiteY18146" fmla="*/ 4786789 h 5143785"/>
              <a:gd name="connsiteX18147" fmla="*/ 500348 w 3114960"/>
              <a:gd name="connsiteY18147" fmla="*/ 4766787 h 5143785"/>
              <a:gd name="connsiteX18148" fmla="*/ 491871 w 3114960"/>
              <a:gd name="connsiteY18148" fmla="*/ 4764024 h 5143785"/>
              <a:gd name="connsiteX18149" fmla="*/ 480251 w 3114960"/>
              <a:gd name="connsiteY18149" fmla="*/ 4769835 h 5143785"/>
              <a:gd name="connsiteX18150" fmla="*/ 483299 w 3114960"/>
              <a:gd name="connsiteY18150" fmla="*/ 4789837 h 5143785"/>
              <a:gd name="connsiteX18151" fmla="*/ 489395 w 3114960"/>
              <a:gd name="connsiteY18151" fmla="*/ 4792313 h 5143785"/>
              <a:gd name="connsiteX18152" fmla="*/ 489395 w 3114960"/>
              <a:gd name="connsiteY18152" fmla="*/ 5143595 h 5143785"/>
              <a:gd name="connsiteX18153" fmla="*/ 494157 w 3114960"/>
              <a:gd name="connsiteY18153" fmla="*/ 5143595 h 5143785"/>
              <a:gd name="connsiteX18154" fmla="*/ 494157 w 3114960"/>
              <a:gd name="connsiteY18154" fmla="*/ 4792409 h 5143785"/>
              <a:gd name="connsiteX18155" fmla="*/ 491871 w 3114960"/>
              <a:gd name="connsiteY18155" fmla="*/ 4790028 h 5143785"/>
              <a:gd name="connsiteX18156" fmla="*/ 485013 w 3114960"/>
              <a:gd name="connsiteY18156" fmla="*/ 4787742 h 5143785"/>
              <a:gd name="connsiteX18157" fmla="*/ 482537 w 3114960"/>
              <a:gd name="connsiteY18157" fmla="*/ 4771359 h 5143785"/>
              <a:gd name="connsiteX18158" fmla="*/ 498920 w 3114960"/>
              <a:gd name="connsiteY18158" fmla="*/ 4768882 h 5143785"/>
              <a:gd name="connsiteX18159" fmla="*/ 503587 w 3114960"/>
              <a:gd name="connsiteY18159" fmla="*/ 4776502 h 5143785"/>
              <a:gd name="connsiteX18160" fmla="*/ 501491 w 3114960"/>
              <a:gd name="connsiteY18160" fmla="*/ 4785170 h 5143785"/>
              <a:gd name="connsiteX18161" fmla="*/ 493871 w 3114960"/>
              <a:gd name="connsiteY18161" fmla="*/ 4789837 h 5143785"/>
              <a:gd name="connsiteX18162" fmla="*/ 492062 w 3114960"/>
              <a:gd name="connsiteY18162" fmla="*/ 4789932 h 5143785"/>
              <a:gd name="connsiteX18163" fmla="*/ 1916811 w 3114960"/>
              <a:gd name="connsiteY18163" fmla="*/ 38481 h 5143785"/>
              <a:gd name="connsiteX18164" fmla="*/ 1924622 w 3114960"/>
              <a:gd name="connsiteY18164" fmla="*/ 44101 h 5143785"/>
              <a:gd name="connsiteX18165" fmla="*/ 1927574 w 3114960"/>
              <a:gd name="connsiteY18165" fmla="*/ 44482 h 5143785"/>
              <a:gd name="connsiteX18166" fmla="*/ 1939766 w 3114960"/>
              <a:gd name="connsiteY18166" fmla="*/ 34862 h 5143785"/>
              <a:gd name="connsiteX18167" fmla="*/ 1939766 w 3114960"/>
              <a:gd name="connsiteY18167" fmla="*/ 34290 h 5143785"/>
              <a:gd name="connsiteX18168" fmla="*/ 1971866 w 3114960"/>
              <a:gd name="connsiteY18168" fmla="*/ 34290 h 5143785"/>
              <a:gd name="connsiteX18169" fmla="*/ 2008537 w 3114960"/>
              <a:gd name="connsiteY18169" fmla="*/ 95 h 5143785"/>
              <a:gd name="connsiteX18170" fmla="*/ 2001584 w 3114960"/>
              <a:gd name="connsiteY18170" fmla="*/ 95 h 5143785"/>
              <a:gd name="connsiteX18171" fmla="*/ 1969961 w 3114960"/>
              <a:gd name="connsiteY18171" fmla="*/ 29528 h 5143785"/>
              <a:gd name="connsiteX18172" fmla="*/ 1939766 w 3114960"/>
              <a:gd name="connsiteY18172" fmla="*/ 29528 h 5143785"/>
              <a:gd name="connsiteX18173" fmla="*/ 1930432 w 3114960"/>
              <a:gd name="connsiteY18173" fmla="*/ 19717 h 5143785"/>
              <a:gd name="connsiteX18174" fmla="*/ 1920907 w 3114960"/>
              <a:gd name="connsiteY18174" fmla="*/ 21241 h 5143785"/>
              <a:gd name="connsiteX18175" fmla="*/ 1915192 w 3114960"/>
              <a:gd name="connsiteY18175" fmla="*/ 29051 h 5143785"/>
              <a:gd name="connsiteX18176" fmla="*/ 1916716 w 3114960"/>
              <a:gd name="connsiteY18176" fmla="*/ 38576 h 5143785"/>
              <a:gd name="connsiteX18177" fmla="*/ 1919954 w 3114960"/>
              <a:gd name="connsiteY18177" fmla="*/ 30099 h 5143785"/>
              <a:gd name="connsiteX18178" fmla="*/ 1923478 w 3114960"/>
              <a:gd name="connsiteY18178" fmla="*/ 25241 h 5143785"/>
              <a:gd name="connsiteX18179" fmla="*/ 1929384 w 3114960"/>
              <a:gd name="connsiteY18179" fmla="*/ 24289 h 5143785"/>
              <a:gd name="connsiteX18180" fmla="*/ 1935099 w 3114960"/>
              <a:gd name="connsiteY18180" fmla="*/ 33719 h 5143785"/>
              <a:gd name="connsiteX18181" fmla="*/ 1925669 w 3114960"/>
              <a:gd name="connsiteY18181" fmla="*/ 39434 h 5143785"/>
              <a:gd name="connsiteX18182" fmla="*/ 1920812 w 3114960"/>
              <a:gd name="connsiteY18182" fmla="*/ 35909 h 5143785"/>
              <a:gd name="connsiteX18183" fmla="*/ 1919859 w 3114960"/>
              <a:gd name="connsiteY18183" fmla="*/ 30004 h 5143785"/>
              <a:gd name="connsiteX18184" fmla="*/ 1329595 w 3114960"/>
              <a:gd name="connsiteY18184" fmla="*/ 5044917 h 5143785"/>
              <a:gd name="connsiteX18185" fmla="*/ 1336643 w 3114960"/>
              <a:gd name="connsiteY18185" fmla="*/ 5037868 h 5143785"/>
              <a:gd name="connsiteX18186" fmla="*/ 1343692 w 3114960"/>
              <a:gd name="connsiteY18186" fmla="*/ 5044917 h 5143785"/>
              <a:gd name="connsiteX18187" fmla="*/ 1336643 w 3114960"/>
              <a:gd name="connsiteY18187" fmla="*/ 5051965 h 5143785"/>
              <a:gd name="connsiteX18188" fmla="*/ 1329595 w 3114960"/>
              <a:gd name="connsiteY18188" fmla="*/ 5044917 h 5143785"/>
              <a:gd name="connsiteX18189" fmla="*/ 621792 w 3114960"/>
              <a:gd name="connsiteY18189" fmla="*/ 4888516 h 5143785"/>
              <a:gd name="connsiteX18190" fmla="*/ 630936 w 3114960"/>
              <a:gd name="connsiteY18190" fmla="*/ 4882896 h 5143785"/>
              <a:gd name="connsiteX18191" fmla="*/ 627888 w 3114960"/>
              <a:gd name="connsiteY18191" fmla="*/ 4862894 h 5143785"/>
              <a:gd name="connsiteX18192" fmla="*/ 619411 w 3114960"/>
              <a:gd name="connsiteY18192" fmla="*/ 4860131 h 5143785"/>
              <a:gd name="connsiteX18193" fmla="*/ 607790 w 3114960"/>
              <a:gd name="connsiteY18193" fmla="*/ 4865942 h 5143785"/>
              <a:gd name="connsiteX18194" fmla="*/ 610838 w 3114960"/>
              <a:gd name="connsiteY18194" fmla="*/ 4885944 h 5143785"/>
              <a:gd name="connsiteX18195" fmla="*/ 616934 w 3114960"/>
              <a:gd name="connsiteY18195" fmla="*/ 4888421 h 5143785"/>
              <a:gd name="connsiteX18196" fmla="*/ 616934 w 3114960"/>
              <a:gd name="connsiteY18196" fmla="*/ 5143500 h 5143785"/>
              <a:gd name="connsiteX18197" fmla="*/ 621697 w 3114960"/>
              <a:gd name="connsiteY18197" fmla="*/ 5143500 h 5143785"/>
              <a:gd name="connsiteX18198" fmla="*/ 621697 w 3114960"/>
              <a:gd name="connsiteY18198" fmla="*/ 4888421 h 5143785"/>
              <a:gd name="connsiteX18199" fmla="*/ 619411 w 3114960"/>
              <a:gd name="connsiteY18199" fmla="*/ 4886134 h 5143785"/>
              <a:gd name="connsiteX18200" fmla="*/ 612553 w 3114960"/>
              <a:gd name="connsiteY18200" fmla="*/ 4883849 h 5143785"/>
              <a:gd name="connsiteX18201" fmla="*/ 610076 w 3114960"/>
              <a:gd name="connsiteY18201" fmla="*/ 4867466 h 5143785"/>
              <a:gd name="connsiteX18202" fmla="*/ 626459 w 3114960"/>
              <a:gd name="connsiteY18202" fmla="*/ 4864989 h 5143785"/>
              <a:gd name="connsiteX18203" fmla="*/ 631127 w 3114960"/>
              <a:gd name="connsiteY18203" fmla="*/ 4872609 h 5143785"/>
              <a:gd name="connsiteX18204" fmla="*/ 629031 w 3114960"/>
              <a:gd name="connsiteY18204" fmla="*/ 4881277 h 5143785"/>
              <a:gd name="connsiteX18205" fmla="*/ 621411 w 3114960"/>
              <a:gd name="connsiteY18205" fmla="*/ 4885944 h 5143785"/>
              <a:gd name="connsiteX18206" fmla="*/ 619601 w 3114960"/>
              <a:gd name="connsiteY18206" fmla="*/ 4886040 h 5143785"/>
              <a:gd name="connsiteX18207" fmla="*/ 1453039 w 3114960"/>
              <a:gd name="connsiteY18207" fmla="*/ 5143595 h 5143785"/>
              <a:gd name="connsiteX18208" fmla="*/ 1453039 w 3114960"/>
              <a:gd name="connsiteY18208" fmla="*/ 5071015 h 5143785"/>
              <a:gd name="connsiteX18209" fmla="*/ 1457135 w 3114960"/>
              <a:gd name="connsiteY18209" fmla="*/ 5071015 h 5143785"/>
              <a:gd name="connsiteX18210" fmla="*/ 1462183 w 3114960"/>
              <a:gd name="connsiteY18210" fmla="*/ 5065967 h 5143785"/>
              <a:gd name="connsiteX18211" fmla="*/ 1462183 w 3114960"/>
              <a:gd name="connsiteY18211" fmla="*/ 5053013 h 5143785"/>
              <a:gd name="connsiteX18212" fmla="*/ 1457135 w 3114960"/>
              <a:gd name="connsiteY18212" fmla="*/ 5047965 h 5143785"/>
              <a:gd name="connsiteX18213" fmla="*/ 1444181 w 3114960"/>
              <a:gd name="connsiteY18213" fmla="*/ 5047965 h 5143785"/>
              <a:gd name="connsiteX18214" fmla="*/ 1439132 w 3114960"/>
              <a:gd name="connsiteY18214" fmla="*/ 5053013 h 5143785"/>
              <a:gd name="connsiteX18215" fmla="*/ 1439132 w 3114960"/>
              <a:gd name="connsiteY18215" fmla="*/ 5065967 h 5143785"/>
              <a:gd name="connsiteX18216" fmla="*/ 1444181 w 3114960"/>
              <a:gd name="connsiteY18216" fmla="*/ 5071015 h 5143785"/>
              <a:gd name="connsiteX18217" fmla="*/ 1448276 w 3114960"/>
              <a:gd name="connsiteY18217" fmla="*/ 5071015 h 5143785"/>
              <a:gd name="connsiteX18218" fmla="*/ 1448276 w 3114960"/>
              <a:gd name="connsiteY18218" fmla="*/ 5143595 h 5143785"/>
              <a:gd name="connsiteX18219" fmla="*/ 1453039 w 3114960"/>
              <a:gd name="connsiteY18219" fmla="*/ 5143595 h 5143785"/>
              <a:gd name="connsiteX18220" fmla="*/ 1443895 w 3114960"/>
              <a:gd name="connsiteY18220" fmla="*/ 5065967 h 5143785"/>
              <a:gd name="connsiteX18221" fmla="*/ 1444181 w 3114960"/>
              <a:gd name="connsiteY18221" fmla="*/ 5052727 h 5143785"/>
              <a:gd name="connsiteX18222" fmla="*/ 1457420 w 3114960"/>
              <a:gd name="connsiteY18222" fmla="*/ 5053013 h 5143785"/>
              <a:gd name="connsiteX18223" fmla="*/ 1457420 w 3114960"/>
              <a:gd name="connsiteY18223" fmla="*/ 5065967 h 5143785"/>
              <a:gd name="connsiteX18224" fmla="*/ 1457135 w 3114960"/>
              <a:gd name="connsiteY18224" fmla="*/ 5066253 h 5143785"/>
              <a:gd name="connsiteX18225" fmla="*/ 1443895 w 3114960"/>
              <a:gd name="connsiteY18225" fmla="*/ 5065967 h 5143785"/>
              <a:gd name="connsiteX18226" fmla="*/ 1323213 w 3114960"/>
              <a:gd name="connsiteY18226" fmla="*/ 5143595 h 5143785"/>
              <a:gd name="connsiteX18227" fmla="*/ 1323213 w 3114960"/>
              <a:gd name="connsiteY18227" fmla="*/ 5097209 h 5143785"/>
              <a:gd name="connsiteX18228" fmla="*/ 1327309 w 3114960"/>
              <a:gd name="connsiteY18228" fmla="*/ 5097209 h 5143785"/>
              <a:gd name="connsiteX18229" fmla="*/ 1332357 w 3114960"/>
              <a:gd name="connsiteY18229" fmla="*/ 5092160 h 5143785"/>
              <a:gd name="connsiteX18230" fmla="*/ 1332357 w 3114960"/>
              <a:gd name="connsiteY18230" fmla="*/ 5079206 h 5143785"/>
              <a:gd name="connsiteX18231" fmla="*/ 1327309 w 3114960"/>
              <a:gd name="connsiteY18231" fmla="*/ 5074158 h 5143785"/>
              <a:gd name="connsiteX18232" fmla="*/ 1314355 w 3114960"/>
              <a:gd name="connsiteY18232" fmla="*/ 5074158 h 5143785"/>
              <a:gd name="connsiteX18233" fmla="*/ 1309307 w 3114960"/>
              <a:gd name="connsiteY18233" fmla="*/ 5079206 h 5143785"/>
              <a:gd name="connsiteX18234" fmla="*/ 1309307 w 3114960"/>
              <a:gd name="connsiteY18234" fmla="*/ 5092160 h 5143785"/>
              <a:gd name="connsiteX18235" fmla="*/ 1314355 w 3114960"/>
              <a:gd name="connsiteY18235" fmla="*/ 5097209 h 5143785"/>
              <a:gd name="connsiteX18236" fmla="*/ 1318451 w 3114960"/>
              <a:gd name="connsiteY18236" fmla="*/ 5097209 h 5143785"/>
              <a:gd name="connsiteX18237" fmla="*/ 1318451 w 3114960"/>
              <a:gd name="connsiteY18237" fmla="*/ 5143595 h 5143785"/>
              <a:gd name="connsiteX18238" fmla="*/ 1323213 w 3114960"/>
              <a:gd name="connsiteY18238" fmla="*/ 5143595 h 5143785"/>
              <a:gd name="connsiteX18239" fmla="*/ 1314164 w 3114960"/>
              <a:gd name="connsiteY18239" fmla="*/ 5092160 h 5143785"/>
              <a:gd name="connsiteX18240" fmla="*/ 1314450 w 3114960"/>
              <a:gd name="connsiteY18240" fmla="*/ 5078921 h 5143785"/>
              <a:gd name="connsiteX18241" fmla="*/ 1327690 w 3114960"/>
              <a:gd name="connsiteY18241" fmla="*/ 5079206 h 5143785"/>
              <a:gd name="connsiteX18242" fmla="*/ 1327690 w 3114960"/>
              <a:gd name="connsiteY18242" fmla="*/ 5092160 h 5143785"/>
              <a:gd name="connsiteX18243" fmla="*/ 1327404 w 3114960"/>
              <a:gd name="connsiteY18243" fmla="*/ 5092446 h 5143785"/>
              <a:gd name="connsiteX18244" fmla="*/ 1314164 w 3114960"/>
              <a:gd name="connsiteY18244" fmla="*/ 5092160 h 5143785"/>
              <a:gd name="connsiteX18245" fmla="*/ 626459 w 3114960"/>
              <a:gd name="connsiteY18245" fmla="*/ 4874419 h 5143785"/>
              <a:gd name="connsiteX18246" fmla="*/ 619411 w 3114960"/>
              <a:gd name="connsiteY18246" fmla="*/ 4881467 h 5143785"/>
              <a:gd name="connsiteX18247" fmla="*/ 612362 w 3114960"/>
              <a:gd name="connsiteY18247" fmla="*/ 4874419 h 5143785"/>
              <a:gd name="connsiteX18248" fmla="*/ 619411 w 3114960"/>
              <a:gd name="connsiteY18248" fmla="*/ 4867370 h 5143785"/>
              <a:gd name="connsiteX18249" fmla="*/ 626459 w 3114960"/>
              <a:gd name="connsiteY18249" fmla="*/ 4874419 h 5143785"/>
              <a:gd name="connsiteX18250" fmla="*/ 1404747 w 3114960"/>
              <a:gd name="connsiteY18250" fmla="*/ 5143595 h 5143785"/>
              <a:gd name="connsiteX18251" fmla="*/ 1404747 w 3114960"/>
              <a:gd name="connsiteY18251" fmla="*/ 5059204 h 5143785"/>
              <a:gd name="connsiteX18252" fmla="*/ 1384268 w 3114960"/>
              <a:gd name="connsiteY18252" fmla="*/ 5042249 h 5143785"/>
              <a:gd name="connsiteX18253" fmla="*/ 1384840 w 3114960"/>
              <a:gd name="connsiteY18253" fmla="*/ 5039297 h 5143785"/>
              <a:gd name="connsiteX18254" fmla="*/ 1376934 w 3114960"/>
              <a:gd name="connsiteY18254" fmla="*/ 5031391 h 5143785"/>
              <a:gd name="connsiteX18255" fmla="*/ 1369028 w 3114960"/>
              <a:gd name="connsiteY18255" fmla="*/ 5039297 h 5143785"/>
              <a:gd name="connsiteX18256" fmla="*/ 1376934 w 3114960"/>
              <a:gd name="connsiteY18256" fmla="*/ 5047203 h 5143785"/>
              <a:gd name="connsiteX18257" fmla="*/ 1381220 w 3114960"/>
              <a:gd name="connsiteY18257" fmla="*/ 5045774 h 5143785"/>
              <a:gd name="connsiteX18258" fmla="*/ 1400080 w 3114960"/>
              <a:gd name="connsiteY18258" fmla="*/ 5061299 h 5143785"/>
              <a:gd name="connsiteX18259" fmla="*/ 1400080 w 3114960"/>
              <a:gd name="connsiteY18259" fmla="*/ 5143500 h 5143785"/>
              <a:gd name="connsiteX18260" fmla="*/ 1404842 w 3114960"/>
              <a:gd name="connsiteY18260" fmla="*/ 5143500 h 5143785"/>
              <a:gd name="connsiteX18261" fmla="*/ 1376934 w 3114960"/>
              <a:gd name="connsiteY18261" fmla="*/ 5042535 h 5143785"/>
              <a:gd name="connsiteX18262" fmla="*/ 1373791 w 3114960"/>
              <a:gd name="connsiteY18262" fmla="*/ 5039392 h 5143785"/>
              <a:gd name="connsiteX18263" fmla="*/ 1376934 w 3114960"/>
              <a:gd name="connsiteY18263" fmla="*/ 5036249 h 5143785"/>
              <a:gd name="connsiteX18264" fmla="*/ 1380077 w 3114960"/>
              <a:gd name="connsiteY18264" fmla="*/ 5039392 h 5143785"/>
              <a:gd name="connsiteX18265" fmla="*/ 1376934 w 3114960"/>
              <a:gd name="connsiteY18265" fmla="*/ 5042535 h 5143785"/>
              <a:gd name="connsiteX18266" fmla="*/ 1338739 w 3114960"/>
              <a:gd name="connsiteY18266" fmla="*/ 5059109 h 5143785"/>
              <a:gd name="connsiteX18267" fmla="*/ 1348073 w 3114960"/>
              <a:gd name="connsiteY18267" fmla="*/ 5053394 h 5143785"/>
              <a:gd name="connsiteX18268" fmla="*/ 1345025 w 3114960"/>
              <a:gd name="connsiteY18268" fmla="*/ 5033391 h 5143785"/>
              <a:gd name="connsiteX18269" fmla="*/ 1336548 w 3114960"/>
              <a:gd name="connsiteY18269" fmla="*/ 5030629 h 5143785"/>
              <a:gd name="connsiteX18270" fmla="*/ 1325023 w 3114960"/>
              <a:gd name="connsiteY18270" fmla="*/ 5036439 h 5143785"/>
              <a:gd name="connsiteX18271" fmla="*/ 1328071 w 3114960"/>
              <a:gd name="connsiteY18271" fmla="*/ 5056442 h 5143785"/>
              <a:gd name="connsiteX18272" fmla="*/ 1338739 w 3114960"/>
              <a:gd name="connsiteY18272" fmla="*/ 5059013 h 5143785"/>
              <a:gd name="connsiteX18273" fmla="*/ 1327118 w 3114960"/>
              <a:gd name="connsiteY18273" fmla="*/ 5037963 h 5143785"/>
              <a:gd name="connsiteX18274" fmla="*/ 1343501 w 3114960"/>
              <a:gd name="connsiteY18274" fmla="*/ 5035487 h 5143785"/>
              <a:gd name="connsiteX18275" fmla="*/ 1348169 w 3114960"/>
              <a:gd name="connsiteY18275" fmla="*/ 5043107 h 5143785"/>
              <a:gd name="connsiteX18276" fmla="*/ 1346073 w 3114960"/>
              <a:gd name="connsiteY18276" fmla="*/ 5051774 h 5143785"/>
              <a:gd name="connsiteX18277" fmla="*/ 1338453 w 3114960"/>
              <a:gd name="connsiteY18277" fmla="*/ 5056442 h 5143785"/>
              <a:gd name="connsiteX18278" fmla="*/ 1336643 w 3114960"/>
              <a:gd name="connsiteY18278" fmla="*/ 5056537 h 5143785"/>
              <a:gd name="connsiteX18279" fmla="*/ 1329785 w 3114960"/>
              <a:gd name="connsiteY18279" fmla="*/ 5054251 h 5143785"/>
              <a:gd name="connsiteX18280" fmla="*/ 1327309 w 3114960"/>
              <a:gd name="connsiteY18280" fmla="*/ 5037868 h 5143785"/>
              <a:gd name="connsiteX18281" fmla="*/ 337376 w 3114960"/>
              <a:gd name="connsiteY18281" fmla="*/ 1537907 h 5143785"/>
              <a:gd name="connsiteX18282" fmla="*/ 334709 w 3114960"/>
              <a:gd name="connsiteY18282" fmla="*/ 1538573 h 5143785"/>
              <a:gd name="connsiteX18283" fmla="*/ 283750 w 3114960"/>
              <a:gd name="connsiteY18283" fmla="*/ 1597819 h 5143785"/>
              <a:gd name="connsiteX18284" fmla="*/ 283178 w 3114960"/>
              <a:gd name="connsiteY18284" fmla="*/ 1599343 h 5143785"/>
              <a:gd name="connsiteX18285" fmla="*/ 283178 w 3114960"/>
              <a:gd name="connsiteY18285" fmla="*/ 1627727 h 5143785"/>
              <a:gd name="connsiteX18286" fmla="*/ 279178 w 3114960"/>
              <a:gd name="connsiteY18286" fmla="*/ 1627727 h 5143785"/>
              <a:gd name="connsiteX18287" fmla="*/ 272320 w 3114960"/>
              <a:gd name="connsiteY18287" fmla="*/ 1634585 h 5143785"/>
              <a:gd name="connsiteX18288" fmla="*/ 272320 w 3114960"/>
              <a:gd name="connsiteY18288" fmla="*/ 1647253 h 5143785"/>
              <a:gd name="connsiteX18289" fmla="*/ 279178 w 3114960"/>
              <a:gd name="connsiteY18289" fmla="*/ 1654112 h 5143785"/>
              <a:gd name="connsiteX18290" fmla="*/ 291846 w 3114960"/>
              <a:gd name="connsiteY18290" fmla="*/ 1654112 h 5143785"/>
              <a:gd name="connsiteX18291" fmla="*/ 298704 w 3114960"/>
              <a:gd name="connsiteY18291" fmla="*/ 1647253 h 5143785"/>
              <a:gd name="connsiteX18292" fmla="*/ 298704 w 3114960"/>
              <a:gd name="connsiteY18292" fmla="*/ 1634585 h 5143785"/>
              <a:gd name="connsiteX18293" fmla="*/ 291846 w 3114960"/>
              <a:gd name="connsiteY18293" fmla="*/ 1627727 h 5143785"/>
              <a:gd name="connsiteX18294" fmla="*/ 287846 w 3114960"/>
              <a:gd name="connsiteY18294" fmla="*/ 1627727 h 5143785"/>
              <a:gd name="connsiteX18295" fmla="*/ 287846 w 3114960"/>
              <a:gd name="connsiteY18295" fmla="*/ 1600200 h 5143785"/>
              <a:gd name="connsiteX18296" fmla="*/ 334042 w 3114960"/>
              <a:gd name="connsiteY18296" fmla="*/ 1546574 h 5143785"/>
              <a:gd name="connsiteX18297" fmla="*/ 334042 w 3114960"/>
              <a:gd name="connsiteY18297" fmla="*/ 1600486 h 5143785"/>
              <a:gd name="connsiteX18298" fmla="*/ 330041 w 3114960"/>
              <a:gd name="connsiteY18298" fmla="*/ 1600486 h 5143785"/>
              <a:gd name="connsiteX18299" fmla="*/ 325564 w 3114960"/>
              <a:gd name="connsiteY18299" fmla="*/ 1604963 h 5143785"/>
              <a:gd name="connsiteX18300" fmla="*/ 325564 w 3114960"/>
              <a:gd name="connsiteY18300" fmla="*/ 1617631 h 5143785"/>
              <a:gd name="connsiteX18301" fmla="*/ 330041 w 3114960"/>
              <a:gd name="connsiteY18301" fmla="*/ 1622107 h 5143785"/>
              <a:gd name="connsiteX18302" fmla="*/ 342710 w 3114960"/>
              <a:gd name="connsiteY18302" fmla="*/ 1622107 h 5143785"/>
              <a:gd name="connsiteX18303" fmla="*/ 347186 w 3114960"/>
              <a:gd name="connsiteY18303" fmla="*/ 1617631 h 5143785"/>
              <a:gd name="connsiteX18304" fmla="*/ 347186 w 3114960"/>
              <a:gd name="connsiteY18304" fmla="*/ 1604963 h 5143785"/>
              <a:gd name="connsiteX18305" fmla="*/ 342710 w 3114960"/>
              <a:gd name="connsiteY18305" fmla="*/ 1600486 h 5143785"/>
              <a:gd name="connsiteX18306" fmla="*/ 338709 w 3114960"/>
              <a:gd name="connsiteY18306" fmla="*/ 1600486 h 5143785"/>
              <a:gd name="connsiteX18307" fmla="*/ 338709 w 3114960"/>
              <a:gd name="connsiteY18307" fmla="*/ 1540193 h 5143785"/>
              <a:gd name="connsiteX18308" fmla="*/ 337185 w 3114960"/>
              <a:gd name="connsiteY18308" fmla="*/ 1538002 h 5143785"/>
              <a:gd name="connsiteX18309" fmla="*/ 292037 w 3114960"/>
              <a:gd name="connsiteY18309" fmla="*/ 1632490 h 5143785"/>
              <a:gd name="connsiteX18310" fmla="*/ 294132 w 3114960"/>
              <a:gd name="connsiteY18310" fmla="*/ 1634585 h 5143785"/>
              <a:gd name="connsiteX18311" fmla="*/ 294132 w 3114960"/>
              <a:gd name="connsiteY18311" fmla="*/ 1647253 h 5143785"/>
              <a:gd name="connsiteX18312" fmla="*/ 292037 w 3114960"/>
              <a:gd name="connsiteY18312" fmla="*/ 1649349 h 5143785"/>
              <a:gd name="connsiteX18313" fmla="*/ 279368 w 3114960"/>
              <a:gd name="connsiteY18313" fmla="*/ 1649349 h 5143785"/>
              <a:gd name="connsiteX18314" fmla="*/ 277273 w 3114960"/>
              <a:gd name="connsiteY18314" fmla="*/ 1647253 h 5143785"/>
              <a:gd name="connsiteX18315" fmla="*/ 277273 w 3114960"/>
              <a:gd name="connsiteY18315" fmla="*/ 1634585 h 5143785"/>
              <a:gd name="connsiteX18316" fmla="*/ 279368 w 3114960"/>
              <a:gd name="connsiteY18316" fmla="*/ 1632490 h 5143785"/>
              <a:gd name="connsiteX18317" fmla="*/ 292037 w 3114960"/>
              <a:gd name="connsiteY18317" fmla="*/ 1632490 h 5143785"/>
              <a:gd name="connsiteX18318" fmla="*/ 523494 w 3114960"/>
              <a:gd name="connsiteY18318" fmla="*/ 1748695 h 5143785"/>
              <a:gd name="connsiteX18319" fmla="*/ 523494 w 3114960"/>
              <a:gd name="connsiteY18319" fmla="*/ 1694402 h 5143785"/>
              <a:gd name="connsiteX18320" fmla="*/ 531686 w 3114960"/>
              <a:gd name="connsiteY18320" fmla="*/ 1684306 h 5143785"/>
              <a:gd name="connsiteX18321" fmla="*/ 521113 w 3114960"/>
              <a:gd name="connsiteY18321" fmla="*/ 1673733 h 5143785"/>
              <a:gd name="connsiteX18322" fmla="*/ 510540 w 3114960"/>
              <a:gd name="connsiteY18322" fmla="*/ 1684306 h 5143785"/>
              <a:gd name="connsiteX18323" fmla="*/ 518732 w 3114960"/>
              <a:gd name="connsiteY18323" fmla="*/ 1694402 h 5143785"/>
              <a:gd name="connsiteX18324" fmla="*/ 518732 w 3114960"/>
              <a:gd name="connsiteY18324" fmla="*/ 1746885 h 5143785"/>
              <a:gd name="connsiteX18325" fmla="*/ 420719 w 3114960"/>
              <a:gd name="connsiteY18325" fmla="*/ 1850612 h 5143785"/>
              <a:gd name="connsiteX18326" fmla="*/ 420719 w 3114960"/>
              <a:gd name="connsiteY18326" fmla="*/ 1898714 h 5143785"/>
              <a:gd name="connsiteX18327" fmla="*/ 409670 w 3114960"/>
              <a:gd name="connsiteY18327" fmla="*/ 1911953 h 5143785"/>
              <a:gd name="connsiteX18328" fmla="*/ 423101 w 3114960"/>
              <a:gd name="connsiteY18328" fmla="*/ 1925384 h 5143785"/>
              <a:gd name="connsiteX18329" fmla="*/ 436531 w 3114960"/>
              <a:gd name="connsiteY18329" fmla="*/ 1911953 h 5143785"/>
              <a:gd name="connsiteX18330" fmla="*/ 425482 w 3114960"/>
              <a:gd name="connsiteY18330" fmla="*/ 1898714 h 5143785"/>
              <a:gd name="connsiteX18331" fmla="*/ 425482 w 3114960"/>
              <a:gd name="connsiteY18331" fmla="*/ 1852517 h 5143785"/>
              <a:gd name="connsiteX18332" fmla="*/ 523494 w 3114960"/>
              <a:gd name="connsiteY18332" fmla="*/ 1748790 h 5143785"/>
              <a:gd name="connsiteX18333" fmla="*/ 515303 w 3114960"/>
              <a:gd name="connsiteY18333" fmla="*/ 1684211 h 5143785"/>
              <a:gd name="connsiteX18334" fmla="*/ 521113 w 3114960"/>
              <a:gd name="connsiteY18334" fmla="*/ 1678400 h 5143785"/>
              <a:gd name="connsiteX18335" fmla="*/ 526923 w 3114960"/>
              <a:gd name="connsiteY18335" fmla="*/ 1684211 h 5143785"/>
              <a:gd name="connsiteX18336" fmla="*/ 521113 w 3114960"/>
              <a:gd name="connsiteY18336" fmla="*/ 1690021 h 5143785"/>
              <a:gd name="connsiteX18337" fmla="*/ 515303 w 3114960"/>
              <a:gd name="connsiteY18337" fmla="*/ 1684211 h 5143785"/>
              <a:gd name="connsiteX18338" fmla="*/ 431768 w 3114960"/>
              <a:gd name="connsiteY18338" fmla="*/ 1911763 h 5143785"/>
              <a:gd name="connsiteX18339" fmla="*/ 423101 w 3114960"/>
              <a:gd name="connsiteY18339" fmla="*/ 1920431 h 5143785"/>
              <a:gd name="connsiteX18340" fmla="*/ 414433 w 3114960"/>
              <a:gd name="connsiteY18340" fmla="*/ 1911763 h 5143785"/>
              <a:gd name="connsiteX18341" fmla="*/ 423101 w 3114960"/>
              <a:gd name="connsiteY18341" fmla="*/ 1903095 h 5143785"/>
              <a:gd name="connsiteX18342" fmla="*/ 431768 w 3114960"/>
              <a:gd name="connsiteY18342" fmla="*/ 1911763 h 5143785"/>
              <a:gd name="connsiteX18343" fmla="*/ 1212342 w 3114960"/>
              <a:gd name="connsiteY18343" fmla="*/ 5143595 h 5143785"/>
              <a:gd name="connsiteX18344" fmla="*/ 1212342 w 3114960"/>
              <a:gd name="connsiteY18344" fmla="*/ 5059394 h 5143785"/>
              <a:gd name="connsiteX18345" fmla="*/ 1191292 w 3114960"/>
              <a:gd name="connsiteY18345" fmla="*/ 5043869 h 5143785"/>
              <a:gd name="connsiteX18346" fmla="*/ 1192149 w 3114960"/>
              <a:gd name="connsiteY18346" fmla="*/ 5040440 h 5143785"/>
              <a:gd name="connsiteX18347" fmla="*/ 1184243 w 3114960"/>
              <a:gd name="connsiteY18347" fmla="*/ 5032534 h 5143785"/>
              <a:gd name="connsiteX18348" fmla="*/ 1176338 w 3114960"/>
              <a:gd name="connsiteY18348" fmla="*/ 5040440 h 5143785"/>
              <a:gd name="connsiteX18349" fmla="*/ 1184243 w 3114960"/>
              <a:gd name="connsiteY18349" fmla="*/ 5048345 h 5143785"/>
              <a:gd name="connsiteX18350" fmla="*/ 1187958 w 3114960"/>
              <a:gd name="connsiteY18350" fmla="*/ 5047298 h 5143785"/>
              <a:gd name="connsiteX18351" fmla="*/ 1207580 w 3114960"/>
              <a:gd name="connsiteY18351" fmla="*/ 5061775 h 5143785"/>
              <a:gd name="connsiteX18352" fmla="*/ 1207580 w 3114960"/>
              <a:gd name="connsiteY18352" fmla="*/ 5143595 h 5143785"/>
              <a:gd name="connsiteX18353" fmla="*/ 1212342 w 3114960"/>
              <a:gd name="connsiteY18353" fmla="*/ 5143595 h 5143785"/>
              <a:gd name="connsiteX18354" fmla="*/ 1184148 w 3114960"/>
              <a:gd name="connsiteY18354" fmla="*/ 5043583 h 5143785"/>
              <a:gd name="connsiteX18355" fmla="*/ 1181005 w 3114960"/>
              <a:gd name="connsiteY18355" fmla="*/ 5040440 h 5143785"/>
              <a:gd name="connsiteX18356" fmla="*/ 1184148 w 3114960"/>
              <a:gd name="connsiteY18356" fmla="*/ 5037297 h 5143785"/>
              <a:gd name="connsiteX18357" fmla="*/ 1187291 w 3114960"/>
              <a:gd name="connsiteY18357" fmla="*/ 5040440 h 5143785"/>
              <a:gd name="connsiteX18358" fmla="*/ 1184148 w 3114960"/>
              <a:gd name="connsiteY18358" fmla="*/ 5043583 h 5143785"/>
              <a:gd name="connsiteX18359" fmla="*/ 1172623 w 3114960"/>
              <a:gd name="connsiteY18359" fmla="*/ 5143595 h 5143785"/>
              <a:gd name="connsiteX18360" fmla="*/ 1172623 w 3114960"/>
              <a:gd name="connsiteY18360" fmla="*/ 5075968 h 5143785"/>
              <a:gd name="connsiteX18361" fmla="*/ 1161098 w 3114960"/>
              <a:gd name="connsiteY18361" fmla="*/ 5064443 h 5143785"/>
              <a:gd name="connsiteX18362" fmla="*/ 947738 w 3114960"/>
              <a:gd name="connsiteY18362" fmla="*/ 5064443 h 5143785"/>
              <a:gd name="connsiteX18363" fmla="*/ 928592 w 3114960"/>
              <a:gd name="connsiteY18363" fmla="*/ 5042249 h 5143785"/>
              <a:gd name="connsiteX18364" fmla="*/ 792956 w 3114960"/>
              <a:gd name="connsiteY18364" fmla="*/ 5042249 h 5143785"/>
              <a:gd name="connsiteX18365" fmla="*/ 792099 w 3114960"/>
              <a:gd name="connsiteY18365" fmla="*/ 5039107 h 5143785"/>
              <a:gd name="connsiteX18366" fmla="*/ 784289 w 3114960"/>
              <a:gd name="connsiteY18366" fmla="*/ 5031201 h 5143785"/>
              <a:gd name="connsiteX18367" fmla="*/ 773144 w 3114960"/>
              <a:gd name="connsiteY18367" fmla="*/ 5031201 h 5143785"/>
              <a:gd name="connsiteX18368" fmla="*/ 765239 w 3114960"/>
              <a:gd name="connsiteY18368" fmla="*/ 5039011 h 5143785"/>
              <a:gd name="connsiteX18369" fmla="*/ 765239 w 3114960"/>
              <a:gd name="connsiteY18369" fmla="*/ 5050155 h 5143785"/>
              <a:gd name="connsiteX18370" fmla="*/ 773049 w 3114960"/>
              <a:gd name="connsiteY18370" fmla="*/ 5058061 h 5143785"/>
              <a:gd name="connsiteX18371" fmla="*/ 778669 w 3114960"/>
              <a:gd name="connsiteY18371" fmla="*/ 5059204 h 5143785"/>
              <a:gd name="connsiteX18372" fmla="*/ 784193 w 3114960"/>
              <a:gd name="connsiteY18372" fmla="*/ 5058157 h 5143785"/>
              <a:gd name="connsiteX18373" fmla="*/ 792099 w 3114960"/>
              <a:gd name="connsiteY18373" fmla="*/ 5050346 h 5143785"/>
              <a:gd name="connsiteX18374" fmla="*/ 792956 w 3114960"/>
              <a:gd name="connsiteY18374" fmla="*/ 5047107 h 5143785"/>
              <a:gd name="connsiteX18375" fmla="*/ 926402 w 3114960"/>
              <a:gd name="connsiteY18375" fmla="*/ 5047107 h 5143785"/>
              <a:gd name="connsiteX18376" fmla="*/ 945547 w 3114960"/>
              <a:gd name="connsiteY18376" fmla="*/ 5069301 h 5143785"/>
              <a:gd name="connsiteX18377" fmla="*/ 1159097 w 3114960"/>
              <a:gd name="connsiteY18377" fmla="*/ 5069301 h 5143785"/>
              <a:gd name="connsiteX18378" fmla="*/ 1167765 w 3114960"/>
              <a:gd name="connsiteY18378" fmla="*/ 5077968 h 5143785"/>
              <a:gd name="connsiteX18379" fmla="*/ 1167765 w 3114960"/>
              <a:gd name="connsiteY18379" fmla="*/ 5143595 h 5143785"/>
              <a:gd name="connsiteX18380" fmla="*/ 1172528 w 3114960"/>
              <a:gd name="connsiteY18380" fmla="*/ 5143595 h 5143785"/>
              <a:gd name="connsiteX18381" fmla="*/ 787718 w 3114960"/>
              <a:gd name="connsiteY18381" fmla="*/ 5048441 h 5143785"/>
              <a:gd name="connsiteX18382" fmla="*/ 782384 w 3114960"/>
              <a:gd name="connsiteY18382" fmla="*/ 5053679 h 5143785"/>
              <a:gd name="connsiteX18383" fmla="*/ 774859 w 3114960"/>
              <a:gd name="connsiteY18383" fmla="*/ 5053679 h 5143785"/>
              <a:gd name="connsiteX18384" fmla="*/ 769620 w 3114960"/>
              <a:gd name="connsiteY18384" fmla="*/ 5048345 h 5143785"/>
              <a:gd name="connsiteX18385" fmla="*/ 769620 w 3114960"/>
              <a:gd name="connsiteY18385" fmla="*/ 5040821 h 5143785"/>
              <a:gd name="connsiteX18386" fmla="*/ 778669 w 3114960"/>
              <a:gd name="connsiteY18386" fmla="*/ 5034820 h 5143785"/>
              <a:gd name="connsiteX18387" fmla="*/ 782479 w 3114960"/>
              <a:gd name="connsiteY18387" fmla="*/ 5035582 h 5143785"/>
              <a:gd name="connsiteX18388" fmla="*/ 787718 w 3114960"/>
              <a:gd name="connsiteY18388" fmla="*/ 5040916 h 5143785"/>
              <a:gd name="connsiteX18389" fmla="*/ 787718 w 3114960"/>
              <a:gd name="connsiteY18389" fmla="*/ 5048441 h 5143785"/>
              <a:gd name="connsiteX18390" fmla="*/ 1280636 w 3114960"/>
              <a:gd name="connsiteY18390" fmla="*/ 5143595 h 5143785"/>
              <a:gd name="connsiteX18391" fmla="*/ 1286256 w 3114960"/>
              <a:gd name="connsiteY18391" fmla="*/ 5143595 h 5143785"/>
              <a:gd name="connsiteX18392" fmla="*/ 1286256 w 3114960"/>
              <a:gd name="connsiteY18392" fmla="*/ 5066633 h 5143785"/>
              <a:gd name="connsiteX18393" fmla="*/ 1291781 w 3114960"/>
              <a:gd name="connsiteY18393" fmla="*/ 5059204 h 5143785"/>
              <a:gd name="connsiteX18394" fmla="*/ 1283875 w 3114960"/>
              <a:gd name="connsiteY18394" fmla="*/ 5051298 h 5143785"/>
              <a:gd name="connsiteX18395" fmla="*/ 1275969 w 3114960"/>
              <a:gd name="connsiteY18395" fmla="*/ 5059204 h 5143785"/>
              <a:gd name="connsiteX18396" fmla="*/ 1281494 w 3114960"/>
              <a:gd name="connsiteY18396" fmla="*/ 5066633 h 5143785"/>
              <a:gd name="connsiteX18397" fmla="*/ 1281494 w 3114960"/>
              <a:gd name="connsiteY18397" fmla="*/ 5142738 h 5143785"/>
              <a:gd name="connsiteX18398" fmla="*/ 1280636 w 3114960"/>
              <a:gd name="connsiteY18398" fmla="*/ 5143595 h 5143785"/>
              <a:gd name="connsiteX18399" fmla="*/ 1280636 w 3114960"/>
              <a:gd name="connsiteY18399" fmla="*/ 5059204 h 5143785"/>
              <a:gd name="connsiteX18400" fmla="*/ 1283780 w 3114960"/>
              <a:gd name="connsiteY18400" fmla="*/ 5056061 h 5143785"/>
              <a:gd name="connsiteX18401" fmla="*/ 1286923 w 3114960"/>
              <a:gd name="connsiteY18401" fmla="*/ 5059204 h 5143785"/>
              <a:gd name="connsiteX18402" fmla="*/ 1283780 w 3114960"/>
              <a:gd name="connsiteY18402" fmla="*/ 5062347 h 5143785"/>
              <a:gd name="connsiteX18403" fmla="*/ 1280636 w 3114960"/>
              <a:gd name="connsiteY18403" fmla="*/ 5059204 h 5143785"/>
              <a:gd name="connsiteX18404" fmla="*/ 1245965 w 3114960"/>
              <a:gd name="connsiteY18404" fmla="*/ 5067015 h 5143785"/>
              <a:gd name="connsiteX18405" fmla="*/ 1250061 w 3114960"/>
              <a:gd name="connsiteY18405" fmla="*/ 5067015 h 5143785"/>
              <a:gd name="connsiteX18406" fmla="*/ 1255109 w 3114960"/>
              <a:gd name="connsiteY18406" fmla="*/ 5061966 h 5143785"/>
              <a:gd name="connsiteX18407" fmla="*/ 1255109 w 3114960"/>
              <a:gd name="connsiteY18407" fmla="*/ 5049108 h 5143785"/>
              <a:gd name="connsiteX18408" fmla="*/ 1250061 w 3114960"/>
              <a:gd name="connsiteY18408" fmla="*/ 5044059 h 5143785"/>
              <a:gd name="connsiteX18409" fmla="*/ 1237107 w 3114960"/>
              <a:gd name="connsiteY18409" fmla="*/ 5044059 h 5143785"/>
              <a:gd name="connsiteX18410" fmla="*/ 1232059 w 3114960"/>
              <a:gd name="connsiteY18410" fmla="*/ 5049108 h 5143785"/>
              <a:gd name="connsiteX18411" fmla="*/ 1232059 w 3114960"/>
              <a:gd name="connsiteY18411" fmla="*/ 5061966 h 5143785"/>
              <a:gd name="connsiteX18412" fmla="*/ 1237107 w 3114960"/>
              <a:gd name="connsiteY18412" fmla="*/ 5067015 h 5143785"/>
              <a:gd name="connsiteX18413" fmla="*/ 1241203 w 3114960"/>
              <a:gd name="connsiteY18413" fmla="*/ 5067015 h 5143785"/>
              <a:gd name="connsiteX18414" fmla="*/ 1241203 w 3114960"/>
              <a:gd name="connsiteY18414" fmla="*/ 5143595 h 5143785"/>
              <a:gd name="connsiteX18415" fmla="*/ 1246061 w 3114960"/>
              <a:gd name="connsiteY18415" fmla="*/ 5143595 h 5143785"/>
              <a:gd name="connsiteX18416" fmla="*/ 1246061 w 3114960"/>
              <a:gd name="connsiteY18416" fmla="*/ 5067015 h 5143785"/>
              <a:gd name="connsiteX18417" fmla="*/ 1237107 w 3114960"/>
              <a:gd name="connsiteY18417" fmla="*/ 5062252 h 5143785"/>
              <a:gd name="connsiteX18418" fmla="*/ 1236821 w 3114960"/>
              <a:gd name="connsiteY18418" fmla="*/ 5061966 h 5143785"/>
              <a:gd name="connsiteX18419" fmla="*/ 1237107 w 3114960"/>
              <a:gd name="connsiteY18419" fmla="*/ 5048726 h 5143785"/>
              <a:gd name="connsiteX18420" fmla="*/ 1250347 w 3114960"/>
              <a:gd name="connsiteY18420" fmla="*/ 5049012 h 5143785"/>
              <a:gd name="connsiteX18421" fmla="*/ 1250061 w 3114960"/>
              <a:gd name="connsiteY18421" fmla="*/ 5062252 h 5143785"/>
              <a:gd name="connsiteX18422" fmla="*/ 1237107 w 3114960"/>
              <a:gd name="connsiteY18422" fmla="*/ 5062252 h 5143785"/>
              <a:gd name="connsiteX18423" fmla="*/ 1972056 w 3114960"/>
              <a:gd name="connsiteY18423" fmla="*/ 4740688 h 5143785"/>
              <a:gd name="connsiteX18424" fmla="*/ 1957292 w 3114960"/>
              <a:gd name="connsiteY18424" fmla="*/ 4740688 h 5143785"/>
              <a:gd name="connsiteX18425" fmla="*/ 1952625 w 3114960"/>
              <a:gd name="connsiteY18425" fmla="*/ 4745355 h 5143785"/>
              <a:gd name="connsiteX18426" fmla="*/ 1952625 w 3114960"/>
              <a:gd name="connsiteY18426" fmla="*/ 4760119 h 5143785"/>
              <a:gd name="connsiteX18427" fmla="*/ 1957292 w 3114960"/>
              <a:gd name="connsiteY18427" fmla="*/ 4764786 h 5143785"/>
              <a:gd name="connsiteX18428" fmla="*/ 1972056 w 3114960"/>
              <a:gd name="connsiteY18428" fmla="*/ 4764786 h 5143785"/>
              <a:gd name="connsiteX18429" fmla="*/ 1976723 w 3114960"/>
              <a:gd name="connsiteY18429" fmla="*/ 4760119 h 5143785"/>
              <a:gd name="connsiteX18430" fmla="*/ 1976723 w 3114960"/>
              <a:gd name="connsiteY18430" fmla="*/ 4755071 h 5143785"/>
              <a:gd name="connsiteX18431" fmla="*/ 2038636 w 3114960"/>
              <a:gd name="connsiteY18431" fmla="*/ 4754785 h 5143785"/>
              <a:gd name="connsiteX18432" fmla="*/ 2039493 w 3114960"/>
              <a:gd name="connsiteY18432" fmla="*/ 4754785 h 5143785"/>
              <a:gd name="connsiteX18433" fmla="*/ 2165509 w 3114960"/>
              <a:gd name="connsiteY18433" fmla="*/ 4654487 h 5143785"/>
              <a:gd name="connsiteX18434" fmla="*/ 2168843 w 3114960"/>
              <a:gd name="connsiteY18434" fmla="*/ 4657059 h 5143785"/>
              <a:gd name="connsiteX18435" fmla="*/ 2174462 w 3114960"/>
              <a:gd name="connsiteY18435" fmla="*/ 4658392 h 5143785"/>
              <a:gd name="connsiteX18436" fmla="*/ 2185797 w 3114960"/>
              <a:gd name="connsiteY18436" fmla="*/ 4651439 h 5143785"/>
              <a:gd name="connsiteX18437" fmla="*/ 2180177 w 3114960"/>
              <a:gd name="connsiteY18437" fmla="*/ 4634484 h 5143785"/>
              <a:gd name="connsiteX18438" fmla="*/ 2163223 w 3114960"/>
              <a:gd name="connsiteY18438" fmla="*/ 4640104 h 5143785"/>
              <a:gd name="connsiteX18439" fmla="*/ 2162937 w 3114960"/>
              <a:gd name="connsiteY18439" fmla="*/ 4650391 h 5143785"/>
              <a:gd name="connsiteX18440" fmla="*/ 2037874 w 3114960"/>
              <a:gd name="connsiteY18440" fmla="*/ 4749927 h 5143785"/>
              <a:gd name="connsiteX18441" fmla="*/ 1976819 w 3114960"/>
              <a:gd name="connsiteY18441" fmla="*/ 4750213 h 5143785"/>
              <a:gd name="connsiteX18442" fmla="*/ 1976819 w 3114960"/>
              <a:gd name="connsiteY18442" fmla="*/ 4745260 h 5143785"/>
              <a:gd name="connsiteX18443" fmla="*/ 1972151 w 3114960"/>
              <a:gd name="connsiteY18443" fmla="*/ 4740593 h 5143785"/>
              <a:gd name="connsiteX18444" fmla="*/ 2167414 w 3114960"/>
              <a:gd name="connsiteY18444" fmla="*/ 4642295 h 5143785"/>
              <a:gd name="connsiteX18445" fmla="*/ 2174462 w 3114960"/>
              <a:gd name="connsiteY18445" fmla="*/ 4637913 h 5143785"/>
              <a:gd name="connsiteX18446" fmla="*/ 2177987 w 3114960"/>
              <a:gd name="connsiteY18446" fmla="*/ 4638770 h 5143785"/>
              <a:gd name="connsiteX18447" fmla="*/ 2181892 w 3114960"/>
              <a:gd name="connsiteY18447" fmla="*/ 4643343 h 5143785"/>
              <a:gd name="connsiteX18448" fmla="*/ 2181511 w 3114960"/>
              <a:gd name="connsiteY18448" fmla="*/ 4649343 h 5143785"/>
              <a:gd name="connsiteX18449" fmla="*/ 2176939 w 3114960"/>
              <a:gd name="connsiteY18449" fmla="*/ 4653248 h 5143785"/>
              <a:gd name="connsiteX18450" fmla="*/ 2170938 w 3114960"/>
              <a:gd name="connsiteY18450" fmla="*/ 4652868 h 5143785"/>
              <a:gd name="connsiteX18451" fmla="*/ 2167033 w 3114960"/>
              <a:gd name="connsiteY18451" fmla="*/ 4648295 h 5143785"/>
              <a:gd name="connsiteX18452" fmla="*/ 2167414 w 3114960"/>
              <a:gd name="connsiteY18452" fmla="*/ 4642295 h 5143785"/>
              <a:gd name="connsiteX18453" fmla="*/ 714851 w 3114960"/>
              <a:gd name="connsiteY18453" fmla="*/ 5126641 h 5143785"/>
              <a:gd name="connsiteX18454" fmla="*/ 714851 w 3114960"/>
              <a:gd name="connsiteY18454" fmla="*/ 5143595 h 5143785"/>
              <a:gd name="connsiteX18455" fmla="*/ 710089 w 3114960"/>
              <a:gd name="connsiteY18455" fmla="*/ 5143595 h 5143785"/>
              <a:gd name="connsiteX18456" fmla="*/ 710089 w 3114960"/>
              <a:gd name="connsiteY18456" fmla="*/ 5126641 h 5143785"/>
              <a:gd name="connsiteX18457" fmla="*/ 714851 w 3114960"/>
              <a:gd name="connsiteY18457" fmla="*/ 5126641 h 5143785"/>
              <a:gd name="connsiteX18458" fmla="*/ 710089 w 3114960"/>
              <a:gd name="connsiteY18458" fmla="*/ 4990148 h 5143785"/>
              <a:gd name="connsiteX18459" fmla="*/ 714851 w 3114960"/>
              <a:gd name="connsiteY18459" fmla="*/ 4990148 h 5143785"/>
              <a:gd name="connsiteX18460" fmla="*/ 714851 w 3114960"/>
              <a:gd name="connsiteY18460" fmla="*/ 5007197 h 5143785"/>
              <a:gd name="connsiteX18461" fmla="*/ 710089 w 3114960"/>
              <a:gd name="connsiteY18461" fmla="*/ 5007197 h 5143785"/>
              <a:gd name="connsiteX18462" fmla="*/ 710089 w 3114960"/>
              <a:gd name="connsiteY18462" fmla="*/ 4990148 h 5143785"/>
              <a:gd name="connsiteX18463" fmla="*/ 596837 w 3114960"/>
              <a:gd name="connsiteY18463" fmla="*/ 4837462 h 5143785"/>
              <a:gd name="connsiteX18464" fmla="*/ 588359 w 3114960"/>
              <a:gd name="connsiteY18464" fmla="*/ 4834700 h 5143785"/>
              <a:gd name="connsiteX18465" fmla="*/ 576739 w 3114960"/>
              <a:gd name="connsiteY18465" fmla="*/ 4840510 h 5143785"/>
              <a:gd name="connsiteX18466" fmla="*/ 579787 w 3114960"/>
              <a:gd name="connsiteY18466" fmla="*/ 4860512 h 5143785"/>
              <a:gd name="connsiteX18467" fmla="*/ 585883 w 3114960"/>
              <a:gd name="connsiteY18467" fmla="*/ 4862989 h 5143785"/>
              <a:gd name="connsiteX18468" fmla="*/ 585883 w 3114960"/>
              <a:gd name="connsiteY18468" fmla="*/ 4872228 h 5143785"/>
              <a:gd name="connsiteX18469" fmla="*/ 590645 w 3114960"/>
              <a:gd name="connsiteY18469" fmla="*/ 4872228 h 5143785"/>
              <a:gd name="connsiteX18470" fmla="*/ 590645 w 3114960"/>
              <a:gd name="connsiteY18470" fmla="*/ 4862989 h 5143785"/>
              <a:gd name="connsiteX18471" fmla="*/ 599789 w 3114960"/>
              <a:gd name="connsiteY18471" fmla="*/ 4857369 h 5143785"/>
              <a:gd name="connsiteX18472" fmla="*/ 596741 w 3114960"/>
              <a:gd name="connsiteY18472" fmla="*/ 4837367 h 5143785"/>
              <a:gd name="connsiteX18473" fmla="*/ 590169 w 3114960"/>
              <a:gd name="connsiteY18473" fmla="*/ 4860512 h 5143785"/>
              <a:gd name="connsiteX18474" fmla="*/ 588359 w 3114960"/>
              <a:gd name="connsiteY18474" fmla="*/ 4860608 h 5143785"/>
              <a:gd name="connsiteX18475" fmla="*/ 581501 w 3114960"/>
              <a:gd name="connsiteY18475" fmla="*/ 4858322 h 5143785"/>
              <a:gd name="connsiteX18476" fmla="*/ 579025 w 3114960"/>
              <a:gd name="connsiteY18476" fmla="*/ 4841939 h 5143785"/>
              <a:gd name="connsiteX18477" fmla="*/ 595408 w 3114960"/>
              <a:gd name="connsiteY18477" fmla="*/ 4839462 h 5143785"/>
              <a:gd name="connsiteX18478" fmla="*/ 600075 w 3114960"/>
              <a:gd name="connsiteY18478" fmla="*/ 4847082 h 5143785"/>
              <a:gd name="connsiteX18479" fmla="*/ 597980 w 3114960"/>
              <a:gd name="connsiteY18479" fmla="*/ 4855750 h 5143785"/>
              <a:gd name="connsiteX18480" fmla="*/ 590360 w 3114960"/>
              <a:gd name="connsiteY18480" fmla="*/ 4860417 h 5143785"/>
              <a:gd name="connsiteX18481" fmla="*/ 714851 w 3114960"/>
              <a:gd name="connsiteY18481" fmla="*/ 5041392 h 5143785"/>
              <a:gd name="connsiteX18482" fmla="*/ 710089 w 3114960"/>
              <a:gd name="connsiteY18482" fmla="*/ 5041392 h 5143785"/>
              <a:gd name="connsiteX18483" fmla="*/ 710089 w 3114960"/>
              <a:gd name="connsiteY18483" fmla="*/ 5024342 h 5143785"/>
              <a:gd name="connsiteX18484" fmla="*/ 714851 w 3114960"/>
              <a:gd name="connsiteY18484" fmla="*/ 5024342 h 5143785"/>
              <a:gd name="connsiteX18485" fmla="*/ 714851 w 3114960"/>
              <a:gd name="connsiteY18485" fmla="*/ 5041392 h 5143785"/>
              <a:gd name="connsiteX18486" fmla="*/ 590741 w 3114960"/>
              <a:gd name="connsiteY18486" fmla="*/ 5129117 h 5143785"/>
              <a:gd name="connsiteX18487" fmla="*/ 585978 w 3114960"/>
              <a:gd name="connsiteY18487" fmla="*/ 5129117 h 5143785"/>
              <a:gd name="connsiteX18488" fmla="*/ 585978 w 3114960"/>
              <a:gd name="connsiteY18488" fmla="*/ 5107686 h 5143785"/>
              <a:gd name="connsiteX18489" fmla="*/ 590741 w 3114960"/>
              <a:gd name="connsiteY18489" fmla="*/ 5107686 h 5143785"/>
              <a:gd name="connsiteX18490" fmla="*/ 590741 w 3114960"/>
              <a:gd name="connsiteY18490" fmla="*/ 5129117 h 5143785"/>
              <a:gd name="connsiteX18491" fmla="*/ 710089 w 3114960"/>
              <a:gd name="connsiteY18491" fmla="*/ 4956048 h 5143785"/>
              <a:gd name="connsiteX18492" fmla="*/ 714851 w 3114960"/>
              <a:gd name="connsiteY18492" fmla="*/ 4956048 h 5143785"/>
              <a:gd name="connsiteX18493" fmla="*/ 714851 w 3114960"/>
              <a:gd name="connsiteY18493" fmla="*/ 4973098 h 5143785"/>
              <a:gd name="connsiteX18494" fmla="*/ 710089 w 3114960"/>
              <a:gd name="connsiteY18494" fmla="*/ 4973098 h 5143785"/>
              <a:gd name="connsiteX18495" fmla="*/ 710089 w 3114960"/>
              <a:gd name="connsiteY18495" fmla="*/ 4956048 h 5143785"/>
              <a:gd name="connsiteX18496" fmla="*/ 714851 w 3114960"/>
              <a:gd name="connsiteY18496" fmla="*/ 5109591 h 5143785"/>
              <a:gd name="connsiteX18497" fmla="*/ 710089 w 3114960"/>
              <a:gd name="connsiteY18497" fmla="*/ 5109591 h 5143785"/>
              <a:gd name="connsiteX18498" fmla="*/ 710089 w 3114960"/>
              <a:gd name="connsiteY18498" fmla="*/ 5092542 h 5143785"/>
              <a:gd name="connsiteX18499" fmla="*/ 714851 w 3114960"/>
              <a:gd name="connsiteY18499" fmla="*/ 5092542 h 5143785"/>
              <a:gd name="connsiteX18500" fmla="*/ 714851 w 3114960"/>
              <a:gd name="connsiteY18500" fmla="*/ 5109591 h 5143785"/>
              <a:gd name="connsiteX18501" fmla="*/ 714851 w 3114960"/>
              <a:gd name="connsiteY18501" fmla="*/ 5075492 h 5143785"/>
              <a:gd name="connsiteX18502" fmla="*/ 710089 w 3114960"/>
              <a:gd name="connsiteY18502" fmla="*/ 5075492 h 5143785"/>
              <a:gd name="connsiteX18503" fmla="*/ 710089 w 3114960"/>
              <a:gd name="connsiteY18503" fmla="*/ 5058442 h 5143785"/>
              <a:gd name="connsiteX18504" fmla="*/ 714851 w 3114960"/>
              <a:gd name="connsiteY18504" fmla="*/ 5058442 h 5143785"/>
              <a:gd name="connsiteX18505" fmla="*/ 714851 w 3114960"/>
              <a:gd name="connsiteY18505" fmla="*/ 5075492 h 5143785"/>
              <a:gd name="connsiteX18506" fmla="*/ 1537049 w 3114960"/>
              <a:gd name="connsiteY18506" fmla="*/ 5143595 h 5143785"/>
              <a:gd name="connsiteX18507" fmla="*/ 1537049 w 3114960"/>
              <a:gd name="connsiteY18507" fmla="*/ 5072825 h 5143785"/>
              <a:gd name="connsiteX18508" fmla="*/ 1516856 w 3114960"/>
              <a:gd name="connsiteY18508" fmla="*/ 5056061 h 5143785"/>
              <a:gd name="connsiteX18509" fmla="*/ 1517428 w 3114960"/>
              <a:gd name="connsiteY18509" fmla="*/ 5053299 h 5143785"/>
              <a:gd name="connsiteX18510" fmla="*/ 1509522 w 3114960"/>
              <a:gd name="connsiteY18510" fmla="*/ 5045393 h 5143785"/>
              <a:gd name="connsiteX18511" fmla="*/ 1501616 w 3114960"/>
              <a:gd name="connsiteY18511" fmla="*/ 5053299 h 5143785"/>
              <a:gd name="connsiteX18512" fmla="*/ 1509522 w 3114960"/>
              <a:gd name="connsiteY18512" fmla="*/ 5061204 h 5143785"/>
              <a:gd name="connsiteX18513" fmla="*/ 1513808 w 3114960"/>
              <a:gd name="connsiteY18513" fmla="*/ 5059776 h 5143785"/>
              <a:gd name="connsiteX18514" fmla="*/ 1532287 w 3114960"/>
              <a:gd name="connsiteY18514" fmla="*/ 5075111 h 5143785"/>
              <a:gd name="connsiteX18515" fmla="*/ 1532287 w 3114960"/>
              <a:gd name="connsiteY18515" fmla="*/ 5143595 h 5143785"/>
              <a:gd name="connsiteX18516" fmla="*/ 1537049 w 3114960"/>
              <a:gd name="connsiteY18516" fmla="*/ 5143595 h 5143785"/>
              <a:gd name="connsiteX18517" fmla="*/ 1509522 w 3114960"/>
              <a:gd name="connsiteY18517" fmla="*/ 5056442 h 5143785"/>
              <a:gd name="connsiteX18518" fmla="*/ 1506379 w 3114960"/>
              <a:gd name="connsiteY18518" fmla="*/ 5053299 h 5143785"/>
              <a:gd name="connsiteX18519" fmla="*/ 1509522 w 3114960"/>
              <a:gd name="connsiteY18519" fmla="*/ 5050155 h 5143785"/>
              <a:gd name="connsiteX18520" fmla="*/ 1512665 w 3114960"/>
              <a:gd name="connsiteY18520" fmla="*/ 5053299 h 5143785"/>
              <a:gd name="connsiteX18521" fmla="*/ 1509522 w 3114960"/>
              <a:gd name="connsiteY18521" fmla="*/ 5056442 h 5143785"/>
              <a:gd name="connsiteX18522" fmla="*/ 557784 w 3114960"/>
              <a:gd name="connsiteY18522" fmla="*/ 1760601 h 5143785"/>
              <a:gd name="connsiteX18523" fmla="*/ 567976 w 3114960"/>
              <a:gd name="connsiteY18523" fmla="*/ 1748600 h 5143785"/>
              <a:gd name="connsiteX18524" fmla="*/ 555593 w 3114960"/>
              <a:gd name="connsiteY18524" fmla="*/ 1736217 h 5143785"/>
              <a:gd name="connsiteX18525" fmla="*/ 543211 w 3114960"/>
              <a:gd name="connsiteY18525" fmla="*/ 1748600 h 5143785"/>
              <a:gd name="connsiteX18526" fmla="*/ 553117 w 3114960"/>
              <a:gd name="connsiteY18526" fmla="*/ 1760506 h 5143785"/>
              <a:gd name="connsiteX18527" fmla="*/ 553117 w 3114960"/>
              <a:gd name="connsiteY18527" fmla="*/ 1781080 h 5143785"/>
              <a:gd name="connsiteX18528" fmla="*/ 470821 w 3114960"/>
              <a:gd name="connsiteY18528" fmla="*/ 1867948 h 5143785"/>
              <a:gd name="connsiteX18529" fmla="*/ 467773 w 3114960"/>
              <a:gd name="connsiteY18529" fmla="*/ 1867186 h 5143785"/>
              <a:gd name="connsiteX18530" fmla="*/ 455105 w 3114960"/>
              <a:gd name="connsiteY18530" fmla="*/ 1867186 h 5143785"/>
              <a:gd name="connsiteX18531" fmla="*/ 448247 w 3114960"/>
              <a:gd name="connsiteY18531" fmla="*/ 1874044 h 5143785"/>
              <a:gd name="connsiteX18532" fmla="*/ 448247 w 3114960"/>
              <a:gd name="connsiteY18532" fmla="*/ 1886712 h 5143785"/>
              <a:gd name="connsiteX18533" fmla="*/ 455105 w 3114960"/>
              <a:gd name="connsiteY18533" fmla="*/ 1893570 h 5143785"/>
              <a:gd name="connsiteX18534" fmla="*/ 467773 w 3114960"/>
              <a:gd name="connsiteY18534" fmla="*/ 1893570 h 5143785"/>
              <a:gd name="connsiteX18535" fmla="*/ 474631 w 3114960"/>
              <a:gd name="connsiteY18535" fmla="*/ 1886712 h 5143785"/>
              <a:gd name="connsiteX18536" fmla="*/ 474631 w 3114960"/>
              <a:gd name="connsiteY18536" fmla="*/ 1874044 h 5143785"/>
              <a:gd name="connsiteX18537" fmla="*/ 474155 w 3114960"/>
              <a:gd name="connsiteY18537" fmla="*/ 1871472 h 5143785"/>
              <a:gd name="connsiteX18538" fmla="*/ 557879 w 3114960"/>
              <a:gd name="connsiteY18538" fmla="*/ 1782985 h 5143785"/>
              <a:gd name="connsiteX18539" fmla="*/ 557879 w 3114960"/>
              <a:gd name="connsiteY18539" fmla="*/ 1760601 h 5143785"/>
              <a:gd name="connsiteX18540" fmla="*/ 469773 w 3114960"/>
              <a:gd name="connsiteY18540" fmla="*/ 1886617 h 5143785"/>
              <a:gd name="connsiteX18541" fmla="*/ 467678 w 3114960"/>
              <a:gd name="connsiteY18541" fmla="*/ 1888712 h 5143785"/>
              <a:gd name="connsiteX18542" fmla="*/ 455009 w 3114960"/>
              <a:gd name="connsiteY18542" fmla="*/ 1888712 h 5143785"/>
              <a:gd name="connsiteX18543" fmla="*/ 452914 w 3114960"/>
              <a:gd name="connsiteY18543" fmla="*/ 1886617 h 5143785"/>
              <a:gd name="connsiteX18544" fmla="*/ 452914 w 3114960"/>
              <a:gd name="connsiteY18544" fmla="*/ 1873949 h 5143785"/>
              <a:gd name="connsiteX18545" fmla="*/ 455009 w 3114960"/>
              <a:gd name="connsiteY18545" fmla="*/ 1871853 h 5143785"/>
              <a:gd name="connsiteX18546" fmla="*/ 467678 w 3114960"/>
              <a:gd name="connsiteY18546" fmla="*/ 1871853 h 5143785"/>
              <a:gd name="connsiteX18547" fmla="*/ 469773 w 3114960"/>
              <a:gd name="connsiteY18547" fmla="*/ 1873949 h 5143785"/>
              <a:gd name="connsiteX18548" fmla="*/ 469773 w 3114960"/>
              <a:gd name="connsiteY18548" fmla="*/ 1886617 h 5143785"/>
              <a:gd name="connsiteX18549" fmla="*/ 547878 w 3114960"/>
              <a:gd name="connsiteY18549" fmla="*/ 1748600 h 5143785"/>
              <a:gd name="connsiteX18550" fmla="*/ 555498 w 3114960"/>
              <a:gd name="connsiteY18550" fmla="*/ 1740980 h 5143785"/>
              <a:gd name="connsiteX18551" fmla="*/ 563118 w 3114960"/>
              <a:gd name="connsiteY18551" fmla="*/ 1748600 h 5143785"/>
              <a:gd name="connsiteX18552" fmla="*/ 555498 w 3114960"/>
              <a:gd name="connsiteY18552" fmla="*/ 1756220 h 5143785"/>
              <a:gd name="connsiteX18553" fmla="*/ 547878 w 3114960"/>
              <a:gd name="connsiteY18553" fmla="*/ 1748600 h 5143785"/>
              <a:gd name="connsiteX18554" fmla="*/ 1499330 w 3114960"/>
              <a:gd name="connsiteY18554" fmla="*/ 5143595 h 5143785"/>
              <a:gd name="connsiteX18555" fmla="*/ 1499330 w 3114960"/>
              <a:gd name="connsiteY18555" fmla="*/ 5096733 h 5143785"/>
              <a:gd name="connsiteX18556" fmla="*/ 1504855 w 3114960"/>
              <a:gd name="connsiteY18556" fmla="*/ 5089303 h 5143785"/>
              <a:gd name="connsiteX18557" fmla="*/ 1496949 w 3114960"/>
              <a:gd name="connsiteY18557" fmla="*/ 5081397 h 5143785"/>
              <a:gd name="connsiteX18558" fmla="*/ 1489043 w 3114960"/>
              <a:gd name="connsiteY18558" fmla="*/ 5089303 h 5143785"/>
              <a:gd name="connsiteX18559" fmla="*/ 1494568 w 3114960"/>
              <a:gd name="connsiteY18559" fmla="*/ 5096733 h 5143785"/>
              <a:gd name="connsiteX18560" fmla="*/ 1494568 w 3114960"/>
              <a:gd name="connsiteY18560" fmla="*/ 5143595 h 5143785"/>
              <a:gd name="connsiteX18561" fmla="*/ 1499330 w 3114960"/>
              <a:gd name="connsiteY18561" fmla="*/ 5143595 h 5143785"/>
              <a:gd name="connsiteX18562" fmla="*/ 1493806 w 3114960"/>
              <a:gd name="connsiteY18562" fmla="*/ 5089303 h 5143785"/>
              <a:gd name="connsiteX18563" fmla="*/ 1496949 w 3114960"/>
              <a:gd name="connsiteY18563" fmla="*/ 5086159 h 5143785"/>
              <a:gd name="connsiteX18564" fmla="*/ 1500092 w 3114960"/>
              <a:gd name="connsiteY18564" fmla="*/ 5089303 h 5143785"/>
              <a:gd name="connsiteX18565" fmla="*/ 1496949 w 3114960"/>
              <a:gd name="connsiteY18565" fmla="*/ 5092446 h 5143785"/>
              <a:gd name="connsiteX18566" fmla="*/ 1493806 w 3114960"/>
              <a:gd name="connsiteY18566" fmla="*/ 5089303 h 5143785"/>
              <a:gd name="connsiteX18567" fmla="*/ 595408 w 3114960"/>
              <a:gd name="connsiteY18567" fmla="*/ 4848987 h 5143785"/>
              <a:gd name="connsiteX18568" fmla="*/ 588359 w 3114960"/>
              <a:gd name="connsiteY18568" fmla="*/ 4856036 h 5143785"/>
              <a:gd name="connsiteX18569" fmla="*/ 581311 w 3114960"/>
              <a:gd name="connsiteY18569" fmla="*/ 4848987 h 5143785"/>
              <a:gd name="connsiteX18570" fmla="*/ 588359 w 3114960"/>
              <a:gd name="connsiteY18570" fmla="*/ 4841939 h 5143785"/>
              <a:gd name="connsiteX18571" fmla="*/ 595408 w 3114960"/>
              <a:gd name="connsiteY18571" fmla="*/ 4848987 h 5143785"/>
              <a:gd name="connsiteX18572" fmla="*/ 1557147 w 3114960"/>
              <a:gd name="connsiteY18572" fmla="*/ 5081397 h 5143785"/>
              <a:gd name="connsiteX18573" fmla="*/ 1575149 w 3114960"/>
              <a:gd name="connsiteY18573" fmla="*/ 5060823 h 5143785"/>
              <a:gd name="connsiteX18574" fmla="*/ 1577054 w 3114960"/>
              <a:gd name="connsiteY18574" fmla="*/ 5061204 h 5143785"/>
              <a:gd name="connsiteX18575" fmla="*/ 1584960 w 3114960"/>
              <a:gd name="connsiteY18575" fmla="*/ 5053299 h 5143785"/>
              <a:gd name="connsiteX18576" fmla="*/ 1577054 w 3114960"/>
              <a:gd name="connsiteY18576" fmla="*/ 5045393 h 5143785"/>
              <a:gd name="connsiteX18577" fmla="*/ 1569149 w 3114960"/>
              <a:gd name="connsiteY18577" fmla="*/ 5053299 h 5143785"/>
              <a:gd name="connsiteX18578" fmla="*/ 1571053 w 3114960"/>
              <a:gd name="connsiteY18578" fmla="*/ 5058251 h 5143785"/>
              <a:gd name="connsiteX18579" fmla="*/ 1552385 w 3114960"/>
              <a:gd name="connsiteY18579" fmla="*/ 5079588 h 5143785"/>
              <a:gd name="connsiteX18580" fmla="*/ 1552385 w 3114960"/>
              <a:gd name="connsiteY18580" fmla="*/ 5143595 h 5143785"/>
              <a:gd name="connsiteX18581" fmla="*/ 1557242 w 3114960"/>
              <a:gd name="connsiteY18581" fmla="*/ 5143595 h 5143785"/>
              <a:gd name="connsiteX18582" fmla="*/ 1557242 w 3114960"/>
              <a:gd name="connsiteY18582" fmla="*/ 5081397 h 5143785"/>
              <a:gd name="connsiteX18583" fmla="*/ 1577054 w 3114960"/>
              <a:gd name="connsiteY18583" fmla="*/ 5050155 h 5143785"/>
              <a:gd name="connsiteX18584" fmla="*/ 1580198 w 3114960"/>
              <a:gd name="connsiteY18584" fmla="*/ 5053299 h 5143785"/>
              <a:gd name="connsiteX18585" fmla="*/ 1577054 w 3114960"/>
              <a:gd name="connsiteY18585" fmla="*/ 5056442 h 5143785"/>
              <a:gd name="connsiteX18586" fmla="*/ 1573911 w 3114960"/>
              <a:gd name="connsiteY18586" fmla="*/ 5053299 h 5143785"/>
              <a:gd name="connsiteX18587" fmla="*/ 1577054 w 3114960"/>
              <a:gd name="connsiteY18587" fmla="*/ 5050155 h 5143785"/>
              <a:gd name="connsiteX18588" fmla="*/ 590741 w 3114960"/>
              <a:gd name="connsiteY18588" fmla="*/ 5086255 h 5143785"/>
              <a:gd name="connsiteX18589" fmla="*/ 585978 w 3114960"/>
              <a:gd name="connsiteY18589" fmla="*/ 5086255 h 5143785"/>
              <a:gd name="connsiteX18590" fmla="*/ 585978 w 3114960"/>
              <a:gd name="connsiteY18590" fmla="*/ 5064824 h 5143785"/>
              <a:gd name="connsiteX18591" fmla="*/ 590741 w 3114960"/>
              <a:gd name="connsiteY18591" fmla="*/ 5064824 h 5143785"/>
              <a:gd name="connsiteX18592" fmla="*/ 590741 w 3114960"/>
              <a:gd name="connsiteY18592" fmla="*/ 5086255 h 5143785"/>
              <a:gd name="connsiteX18593" fmla="*/ 789432 w 3114960"/>
              <a:gd name="connsiteY18593" fmla="*/ 4541806 h 5143785"/>
              <a:gd name="connsiteX18594" fmla="*/ 776383 w 3114960"/>
              <a:gd name="connsiteY18594" fmla="*/ 4535520 h 5143785"/>
              <a:gd name="connsiteX18595" fmla="*/ 770096 w 3114960"/>
              <a:gd name="connsiteY18595" fmla="*/ 4548569 h 5143785"/>
              <a:gd name="connsiteX18596" fmla="*/ 783146 w 3114960"/>
              <a:gd name="connsiteY18596" fmla="*/ 4554855 h 5143785"/>
              <a:gd name="connsiteX18597" fmla="*/ 784955 w 3114960"/>
              <a:gd name="connsiteY18597" fmla="*/ 4553807 h 5143785"/>
              <a:gd name="connsiteX18598" fmla="*/ 899160 w 3114960"/>
              <a:gd name="connsiteY18598" fmla="*/ 4686586 h 5143785"/>
              <a:gd name="connsiteX18599" fmla="*/ 899160 w 3114960"/>
              <a:gd name="connsiteY18599" fmla="*/ 4750404 h 5143785"/>
              <a:gd name="connsiteX18600" fmla="*/ 894969 w 3114960"/>
              <a:gd name="connsiteY18600" fmla="*/ 4750404 h 5143785"/>
              <a:gd name="connsiteX18601" fmla="*/ 889921 w 3114960"/>
              <a:gd name="connsiteY18601" fmla="*/ 4755452 h 5143785"/>
              <a:gd name="connsiteX18602" fmla="*/ 889921 w 3114960"/>
              <a:gd name="connsiteY18602" fmla="*/ 4768406 h 5143785"/>
              <a:gd name="connsiteX18603" fmla="*/ 894969 w 3114960"/>
              <a:gd name="connsiteY18603" fmla="*/ 4773454 h 5143785"/>
              <a:gd name="connsiteX18604" fmla="*/ 899255 w 3114960"/>
              <a:gd name="connsiteY18604" fmla="*/ 4773454 h 5143785"/>
              <a:gd name="connsiteX18605" fmla="*/ 898684 w 3114960"/>
              <a:gd name="connsiteY18605" fmla="*/ 4822984 h 5143785"/>
              <a:gd name="connsiteX18606" fmla="*/ 929735 w 3114960"/>
              <a:gd name="connsiteY18606" fmla="*/ 4860322 h 5143785"/>
              <a:gd name="connsiteX18607" fmla="*/ 928116 w 3114960"/>
              <a:gd name="connsiteY18607" fmla="*/ 4865465 h 5143785"/>
              <a:gd name="connsiteX18608" fmla="*/ 937832 w 3114960"/>
              <a:gd name="connsiteY18608" fmla="*/ 4875181 h 5143785"/>
              <a:gd name="connsiteX18609" fmla="*/ 947547 w 3114960"/>
              <a:gd name="connsiteY18609" fmla="*/ 4865465 h 5143785"/>
              <a:gd name="connsiteX18610" fmla="*/ 937832 w 3114960"/>
              <a:gd name="connsiteY18610" fmla="*/ 4855750 h 5143785"/>
              <a:gd name="connsiteX18611" fmla="*/ 933164 w 3114960"/>
              <a:gd name="connsiteY18611" fmla="*/ 4857084 h 5143785"/>
              <a:gd name="connsiteX18612" fmla="*/ 903446 w 3114960"/>
              <a:gd name="connsiteY18612" fmla="*/ 4821365 h 5143785"/>
              <a:gd name="connsiteX18613" fmla="*/ 903923 w 3114960"/>
              <a:gd name="connsiteY18613" fmla="*/ 4773549 h 5143785"/>
              <a:gd name="connsiteX18614" fmla="*/ 907733 w 3114960"/>
              <a:gd name="connsiteY18614" fmla="*/ 4773549 h 5143785"/>
              <a:gd name="connsiteX18615" fmla="*/ 912781 w 3114960"/>
              <a:gd name="connsiteY18615" fmla="*/ 4768501 h 5143785"/>
              <a:gd name="connsiteX18616" fmla="*/ 912781 w 3114960"/>
              <a:gd name="connsiteY18616" fmla="*/ 4755547 h 5143785"/>
              <a:gd name="connsiteX18617" fmla="*/ 907733 w 3114960"/>
              <a:gd name="connsiteY18617" fmla="*/ 4750499 h 5143785"/>
              <a:gd name="connsiteX18618" fmla="*/ 903732 w 3114960"/>
              <a:gd name="connsiteY18618" fmla="*/ 4750499 h 5143785"/>
              <a:gd name="connsiteX18619" fmla="*/ 903732 w 3114960"/>
              <a:gd name="connsiteY18619" fmla="*/ 4684871 h 5143785"/>
              <a:gd name="connsiteX18620" fmla="*/ 788289 w 3114960"/>
              <a:gd name="connsiteY18620" fmla="*/ 4550569 h 5143785"/>
              <a:gd name="connsiteX18621" fmla="*/ 788003 w 3114960"/>
              <a:gd name="connsiteY18621" fmla="*/ 4550855 h 5143785"/>
              <a:gd name="connsiteX18622" fmla="*/ 789337 w 3114960"/>
              <a:gd name="connsiteY18622" fmla="*/ 4541901 h 5143785"/>
              <a:gd name="connsiteX18623" fmla="*/ 908209 w 3114960"/>
              <a:gd name="connsiteY18623" fmla="*/ 4755547 h 5143785"/>
              <a:gd name="connsiteX18624" fmla="*/ 908209 w 3114960"/>
              <a:gd name="connsiteY18624" fmla="*/ 4768501 h 5143785"/>
              <a:gd name="connsiteX18625" fmla="*/ 907923 w 3114960"/>
              <a:gd name="connsiteY18625" fmla="*/ 4768787 h 5143785"/>
              <a:gd name="connsiteX18626" fmla="*/ 894683 w 3114960"/>
              <a:gd name="connsiteY18626" fmla="*/ 4768501 h 5143785"/>
              <a:gd name="connsiteX18627" fmla="*/ 894969 w 3114960"/>
              <a:gd name="connsiteY18627" fmla="*/ 4755261 h 5143785"/>
              <a:gd name="connsiteX18628" fmla="*/ 908209 w 3114960"/>
              <a:gd name="connsiteY18628" fmla="*/ 4755547 h 5143785"/>
              <a:gd name="connsiteX18629" fmla="*/ 548259 w 3114960"/>
              <a:gd name="connsiteY18629" fmla="*/ 629602 h 5143785"/>
              <a:gd name="connsiteX18630" fmla="*/ 543020 w 3114960"/>
              <a:gd name="connsiteY18630" fmla="*/ 633889 h 5143785"/>
              <a:gd name="connsiteX18631" fmla="*/ 538448 w 3114960"/>
              <a:gd name="connsiteY18631" fmla="*/ 628364 h 5143785"/>
              <a:gd name="connsiteX18632" fmla="*/ 543687 w 3114960"/>
              <a:gd name="connsiteY18632" fmla="*/ 624078 h 5143785"/>
              <a:gd name="connsiteX18633" fmla="*/ 548259 w 3114960"/>
              <a:gd name="connsiteY18633" fmla="*/ 629602 h 5143785"/>
              <a:gd name="connsiteX18634" fmla="*/ 561975 w 3114960"/>
              <a:gd name="connsiteY18634" fmla="*/ 560165 h 5143785"/>
              <a:gd name="connsiteX18635" fmla="*/ 569119 w 3114960"/>
              <a:gd name="connsiteY18635" fmla="*/ 560165 h 5143785"/>
              <a:gd name="connsiteX18636" fmla="*/ 569119 w 3114960"/>
              <a:gd name="connsiteY18636" fmla="*/ 567785 h 5143785"/>
              <a:gd name="connsiteX18637" fmla="*/ 561975 w 3114960"/>
              <a:gd name="connsiteY18637" fmla="*/ 567785 h 5143785"/>
              <a:gd name="connsiteX18638" fmla="*/ 561975 w 3114960"/>
              <a:gd name="connsiteY18638" fmla="*/ 560165 h 5143785"/>
              <a:gd name="connsiteX18639" fmla="*/ 523970 w 3114960"/>
              <a:gd name="connsiteY18639" fmla="*/ 70485 h 5143785"/>
              <a:gd name="connsiteX18640" fmla="*/ 528733 w 3114960"/>
              <a:gd name="connsiteY18640" fmla="*/ 70485 h 5143785"/>
              <a:gd name="connsiteX18641" fmla="*/ 528733 w 3114960"/>
              <a:gd name="connsiteY18641" fmla="*/ 90583 h 5143785"/>
              <a:gd name="connsiteX18642" fmla="*/ 523970 w 3114960"/>
              <a:gd name="connsiteY18642" fmla="*/ 90583 h 5143785"/>
              <a:gd name="connsiteX18643" fmla="*/ 523970 w 3114960"/>
              <a:gd name="connsiteY18643" fmla="*/ 70485 h 5143785"/>
              <a:gd name="connsiteX18644" fmla="*/ 569119 w 3114960"/>
              <a:gd name="connsiteY18644" fmla="*/ 552545 h 5143785"/>
              <a:gd name="connsiteX18645" fmla="*/ 561975 w 3114960"/>
              <a:gd name="connsiteY18645" fmla="*/ 552545 h 5143785"/>
              <a:gd name="connsiteX18646" fmla="*/ 561975 w 3114960"/>
              <a:gd name="connsiteY18646" fmla="*/ 547783 h 5143785"/>
              <a:gd name="connsiteX18647" fmla="*/ 569119 w 3114960"/>
              <a:gd name="connsiteY18647" fmla="*/ 547783 h 5143785"/>
              <a:gd name="connsiteX18648" fmla="*/ 569119 w 3114960"/>
              <a:gd name="connsiteY18648" fmla="*/ 552545 h 5143785"/>
              <a:gd name="connsiteX18649" fmla="*/ 561975 w 3114960"/>
              <a:gd name="connsiteY18649" fmla="*/ 606076 h 5143785"/>
              <a:gd name="connsiteX18650" fmla="*/ 569119 w 3114960"/>
              <a:gd name="connsiteY18650" fmla="*/ 606076 h 5143785"/>
              <a:gd name="connsiteX18651" fmla="*/ 569119 w 3114960"/>
              <a:gd name="connsiteY18651" fmla="*/ 612553 h 5143785"/>
              <a:gd name="connsiteX18652" fmla="*/ 564166 w 3114960"/>
              <a:gd name="connsiteY18652" fmla="*/ 616649 h 5143785"/>
              <a:gd name="connsiteX18653" fmla="*/ 559594 w 3114960"/>
              <a:gd name="connsiteY18653" fmla="*/ 611124 h 5143785"/>
              <a:gd name="connsiteX18654" fmla="*/ 561975 w 3114960"/>
              <a:gd name="connsiteY18654" fmla="*/ 609219 h 5143785"/>
              <a:gd name="connsiteX18655" fmla="*/ 561975 w 3114960"/>
              <a:gd name="connsiteY18655" fmla="*/ 606171 h 5143785"/>
              <a:gd name="connsiteX18656" fmla="*/ 561975 w 3114960"/>
              <a:gd name="connsiteY18656" fmla="*/ 575405 h 5143785"/>
              <a:gd name="connsiteX18657" fmla="*/ 569119 w 3114960"/>
              <a:gd name="connsiteY18657" fmla="*/ 575405 h 5143785"/>
              <a:gd name="connsiteX18658" fmla="*/ 569119 w 3114960"/>
              <a:gd name="connsiteY18658" fmla="*/ 583025 h 5143785"/>
              <a:gd name="connsiteX18659" fmla="*/ 561975 w 3114960"/>
              <a:gd name="connsiteY18659" fmla="*/ 583025 h 5143785"/>
              <a:gd name="connsiteX18660" fmla="*/ 561975 w 3114960"/>
              <a:gd name="connsiteY18660" fmla="*/ 575405 h 5143785"/>
              <a:gd name="connsiteX18661" fmla="*/ 561975 w 3114960"/>
              <a:gd name="connsiteY18661" fmla="*/ 590741 h 5143785"/>
              <a:gd name="connsiteX18662" fmla="*/ 569119 w 3114960"/>
              <a:gd name="connsiteY18662" fmla="*/ 590741 h 5143785"/>
              <a:gd name="connsiteX18663" fmla="*/ 569119 w 3114960"/>
              <a:gd name="connsiteY18663" fmla="*/ 598361 h 5143785"/>
              <a:gd name="connsiteX18664" fmla="*/ 561975 w 3114960"/>
              <a:gd name="connsiteY18664" fmla="*/ 598361 h 5143785"/>
              <a:gd name="connsiteX18665" fmla="*/ 561975 w 3114960"/>
              <a:gd name="connsiteY18665" fmla="*/ 590741 h 5143785"/>
              <a:gd name="connsiteX18666" fmla="*/ 558832 w 3114960"/>
              <a:gd name="connsiteY18666" fmla="*/ 620935 h 5143785"/>
              <a:gd name="connsiteX18667" fmla="*/ 553593 w 3114960"/>
              <a:gd name="connsiteY18667" fmla="*/ 625221 h 5143785"/>
              <a:gd name="connsiteX18668" fmla="*/ 549021 w 3114960"/>
              <a:gd name="connsiteY18668" fmla="*/ 619697 h 5143785"/>
              <a:gd name="connsiteX18669" fmla="*/ 554260 w 3114960"/>
              <a:gd name="connsiteY18669" fmla="*/ 615410 h 5143785"/>
              <a:gd name="connsiteX18670" fmla="*/ 558832 w 3114960"/>
              <a:gd name="connsiteY18670" fmla="*/ 620935 h 5143785"/>
              <a:gd name="connsiteX18671" fmla="*/ 396526 w 3114960"/>
              <a:gd name="connsiteY18671" fmla="*/ 53340 h 5143785"/>
              <a:gd name="connsiteX18672" fmla="*/ 401288 w 3114960"/>
              <a:gd name="connsiteY18672" fmla="*/ 53340 h 5143785"/>
              <a:gd name="connsiteX18673" fmla="*/ 401288 w 3114960"/>
              <a:gd name="connsiteY18673" fmla="*/ 73152 h 5143785"/>
              <a:gd name="connsiteX18674" fmla="*/ 396526 w 3114960"/>
              <a:gd name="connsiteY18674" fmla="*/ 73152 h 5143785"/>
              <a:gd name="connsiteX18675" fmla="*/ 396526 w 3114960"/>
              <a:gd name="connsiteY18675" fmla="*/ 53340 h 5143785"/>
              <a:gd name="connsiteX18676" fmla="*/ 396526 w 3114960"/>
              <a:gd name="connsiteY18676" fmla="*/ 13811 h 5143785"/>
              <a:gd name="connsiteX18677" fmla="*/ 401288 w 3114960"/>
              <a:gd name="connsiteY18677" fmla="*/ 13811 h 5143785"/>
              <a:gd name="connsiteX18678" fmla="*/ 401288 w 3114960"/>
              <a:gd name="connsiteY18678" fmla="*/ 33623 h 5143785"/>
              <a:gd name="connsiteX18679" fmla="*/ 396526 w 3114960"/>
              <a:gd name="connsiteY18679" fmla="*/ 33623 h 5143785"/>
              <a:gd name="connsiteX18680" fmla="*/ 396526 w 3114960"/>
              <a:gd name="connsiteY18680" fmla="*/ 13811 h 5143785"/>
              <a:gd name="connsiteX18681" fmla="*/ 396526 w 3114960"/>
              <a:gd name="connsiteY18681" fmla="*/ 171926 h 5143785"/>
              <a:gd name="connsiteX18682" fmla="*/ 401288 w 3114960"/>
              <a:gd name="connsiteY18682" fmla="*/ 171926 h 5143785"/>
              <a:gd name="connsiteX18683" fmla="*/ 401288 w 3114960"/>
              <a:gd name="connsiteY18683" fmla="*/ 191738 h 5143785"/>
              <a:gd name="connsiteX18684" fmla="*/ 396526 w 3114960"/>
              <a:gd name="connsiteY18684" fmla="*/ 191738 h 5143785"/>
              <a:gd name="connsiteX18685" fmla="*/ 396526 w 3114960"/>
              <a:gd name="connsiteY18685" fmla="*/ 171926 h 5143785"/>
              <a:gd name="connsiteX18686" fmla="*/ 396526 w 3114960"/>
              <a:gd name="connsiteY18686" fmla="*/ 92869 h 5143785"/>
              <a:gd name="connsiteX18687" fmla="*/ 401288 w 3114960"/>
              <a:gd name="connsiteY18687" fmla="*/ 92869 h 5143785"/>
              <a:gd name="connsiteX18688" fmla="*/ 401288 w 3114960"/>
              <a:gd name="connsiteY18688" fmla="*/ 112681 h 5143785"/>
              <a:gd name="connsiteX18689" fmla="*/ 396526 w 3114960"/>
              <a:gd name="connsiteY18689" fmla="*/ 112681 h 5143785"/>
              <a:gd name="connsiteX18690" fmla="*/ 396526 w 3114960"/>
              <a:gd name="connsiteY18690" fmla="*/ 92869 h 5143785"/>
              <a:gd name="connsiteX18691" fmla="*/ 401288 w 3114960"/>
              <a:gd name="connsiteY18691" fmla="*/ 152210 h 5143785"/>
              <a:gd name="connsiteX18692" fmla="*/ 396526 w 3114960"/>
              <a:gd name="connsiteY18692" fmla="*/ 152210 h 5143785"/>
              <a:gd name="connsiteX18693" fmla="*/ 396526 w 3114960"/>
              <a:gd name="connsiteY18693" fmla="*/ 132398 h 5143785"/>
              <a:gd name="connsiteX18694" fmla="*/ 401288 w 3114960"/>
              <a:gd name="connsiteY18694" fmla="*/ 132398 h 5143785"/>
              <a:gd name="connsiteX18695" fmla="*/ 401288 w 3114960"/>
              <a:gd name="connsiteY18695" fmla="*/ 152210 h 5143785"/>
              <a:gd name="connsiteX18696" fmla="*/ 522637 w 3114960"/>
              <a:gd name="connsiteY18696" fmla="*/ 641318 h 5143785"/>
              <a:gd name="connsiteX18697" fmla="*/ 520637 w 3114960"/>
              <a:gd name="connsiteY18697" fmla="*/ 642938 h 5143785"/>
              <a:gd name="connsiteX18698" fmla="*/ 515112 w 3114960"/>
              <a:gd name="connsiteY18698" fmla="*/ 640937 h 5143785"/>
              <a:gd name="connsiteX18699" fmla="*/ 505301 w 3114960"/>
              <a:gd name="connsiteY18699" fmla="*/ 650748 h 5143785"/>
              <a:gd name="connsiteX18700" fmla="*/ 515112 w 3114960"/>
              <a:gd name="connsiteY18700" fmla="*/ 660559 h 5143785"/>
              <a:gd name="connsiteX18701" fmla="*/ 524923 w 3114960"/>
              <a:gd name="connsiteY18701" fmla="*/ 650748 h 5143785"/>
              <a:gd name="connsiteX18702" fmla="*/ 524542 w 3114960"/>
              <a:gd name="connsiteY18702" fmla="*/ 649034 h 5143785"/>
              <a:gd name="connsiteX18703" fmla="*/ 527209 w 3114960"/>
              <a:gd name="connsiteY18703" fmla="*/ 646843 h 5143785"/>
              <a:gd name="connsiteX18704" fmla="*/ 522637 w 3114960"/>
              <a:gd name="connsiteY18704" fmla="*/ 641318 h 5143785"/>
              <a:gd name="connsiteX18705" fmla="*/ 515112 w 3114960"/>
              <a:gd name="connsiteY18705" fmla="*/ 655796 h 5143785"/>
              <a:gd name="connsiteX18706" fmla="*/ 510064 w 3114960"/>
              <a:gd name="connsiteY18706" fmla="*/ 650748 h 5143785"/>
              <a:gd name="connsiteX18707" fmla="*/ 515112 w 3114960"/>
              <a:gd name="connsiteY18707" fmla="*/ 645700 h 5143785"/>
              <a:gd name="connsiteX18708" fmla="*/ 520160 w 3114960"/>
              <a:gd name="connsiteY18708" fmla="*/ 650748 h 5143785"/>
              <a:gd name="connsiteX18709" fmla="*/ 515112 w 3114960"/>
              <a:gd name="connsiteY18709" fmla="*/ 655796 h 5143785"/>
              <a:gd name="connsiteX18710" fmla="*/ 527971 w 3114960"/>
              <a:gd name="connsiteY18710" fmla="*/ 637032 h 5143785"/>
              <a:gd name="connsiteX18711" fmla="*/ 533210 w 3114960"/>
              <a:gd name="connsiteY18711" fmla="*/ 632746 h 5143785"/>
              <a:gd name="connsiteX18712" fmla="*/ 537782 w 3114960"/>
              <a:gd name="connsiteY18712" fmla="*/ 638270 h 5143785"/>
              <a:gd name="connsiteX18713" fmla="*/ 532543 w 3114960"/>
              <a:gd name="connsiteY18713" fmla="*/ 642557 h 5143785"/>
              <a:gd name="connsiteX18714" fmla="*/ 527971 w 3114960"/>
              <a:gd name="connsiteY18714" fmla="*/ 637032 h 5143785"/>
              <a:gd name="connsiteX18715" fmla="*/ 680180 w 3114960"/>
              <a:gd name="connsiteY18715" fmla="*/ 598361 h 5143785"/>
              <a:gd name="connsiteX18716" fmla="*/ 673037 w 3114960"/>
              <a:gd name="connsiteY18716" fmla="*/ 598361 h 5143785"/>
              <a:gd name="connsiteX18717" fmla="*/ 673037 w 3114960"/>
              <a:gd name="connsiteY18717" fmla="*/ 590741 h 5143785"/>
              <a:gd name="connsiteX18718" fmla="*/ 680180 w 3114960"/>
              <a:gd name="connsiteY18718" fmla="*/ 590741 h 5143785"/>
              <a:gd name="connsiteX18719" fmla="*/ 680180 w 3114960"/>
              <a:gd name="connsiteY18719" fmla="*/ 598361 h 5143785"/>
              <a:gd name="connsiteX18720" fmla="*/ 514922 w 3114960"/>
              <a:gd name="connsiteY18720" fmla="*/ 243173 h 5143785"/>
              <a:gd name="connsiteX18721" fmla="*/ 514922 w 3114960"/>
              <a:gd name="connsiteY18721" fmla="*/ 255842 h 5143785"/>
              <a:gd name="connsiteX18722" fmla="*/ 519398 w 3114960"/>
              <a:gd name="connsiteY18722" fmla="*/ 260318 h 5143785"/>
              <a:gd name="connsiteX18723" fmla="*/ 532067 w 3114960"/>
              <a:gd name="connsiteY18723" fmla="*/ 260318 h 5143785"/>
              <a:gd name="connsiteX18724" fmla="*/ 533114 w 3114960"/>
              <a:gd name="connsiteY18724" fmla="*/ 260128 h 5143785"/>
              <a:gd name="connsiteX18725" fmla="*/ 677799 w 3114960"/>
              <a:gd name="connsiteY18725" fmla="*/ 427577 h 5143785"/>
              <a:gd name="connsiteX18726" fmla="*/ 677799 w 3114960"/>
              <a:gd name="connsiteY18726" fmla="*/ 487204 h 5143785"/>
              <a:gd name="connsiteX18727" fmla="*/ 673989 w 3114960"/>
              <a:gd name="connsiteY18727" fmla="*/ 487204 h 5143785"/>
              <a:gd name="connsiteX18728" fmla="*/ 664178 w 3114960"/>
              <a:gd name="connsiteY18728" fmla="*/ 497014 h 5143785"/>
              <a:gd name="connsiteX18729" fmla="*/ 664178 w 3114960"/>
              <a:gd name="connsiteY18729" fmla="*/ 535686 h 5143785"/>
              <a:gd name="connsiteX18730" fmla="*/ 673989 w 3114960"/>
              <a:gd name="connsiteY18730" fmla="*/ 545497 h 5143785"/>
              <a:gd name="connsiteX18731" fmla="*/ 686372 w 3114960"/>
              <a:gd name="connsiteY18731" fmla="*/ 545497 h 5143785"/>
              <a:gd name="connsiteX18732" fmla="*/ 696182 w 3114960"/>
              <a:gd name="connsiteY18732" fmla="*/ 535686 h 5143785"/>
              <a:gd name="connsiteX18733" fmla="*/ 696182 w 3114960"/>
              <a:gd name="connsiteY18733" fmla="*/ 497014 h 5143785"/>
              <a:gd name="connsiteX18734" fmla="*/ 686372 w 3114960"/>
              <a:gd name="connsiteY18734" fmla="*/ 487204 h 5143785"/>
              <a:gd name="connsiteX18735" fmla="*/ 682562 w 3114960"/>
              <a:gd name="connsiteY18735" fmla="*/ 487204 h 5143785"/>
              <a:gd name="connsiteX18736" fmla="*/ 682562 w 3114960"/>
              <a:gd name="connsiteY18736" fmla="*/ 425768 h 5143785"/>
              <a:gd name="connsiteX18737" fmla="*/ 536543 w 3114960"/>
              <a:gd name="connsiteY18737" fmla="*/ 256699 h 5143785"/>
              <a:gd name="connsiteX18738" fmla="*/ 536353 w 3114960"/>
              <a:gd name="connsiteY18738" fmla="*/ 256889 h 5143785"/>
              <a:gd name="connsiteX18739" fmla="*/ 536543 w 3114960"/>
              <a:gd name="connsiteY18739" fmla="*/ 255746 h 5143785"/>
              <a:gd name="connsiteX18740" fmla="*/ 536543 w 3114960"/>
              <a:gd name="connsiteY18740" fmla="*/ 243078 h 5143785"/>
              <a:gd name="connsiteX18741" fmla="*/ 532067 w 3114960"/>
              <a:gd name="connsiteY18741" fmla="*/ 238601 h 5143785"/>
              <a:gd name="connsiteX18742" fmla="*/ 528828 w 3114960"/>
              <a:gd name="connsiteY18742" fmla="*/ 238601 h 5143785"/>
              <a:gd name="connsiteX18743" fmla="*/ 528828 w 3114960"/>
              <a:gd name="connsiteY18743" fmla="*/ 231267 h 5143785"/>
              <a:gd name="connsiteX18744" fmla="*/ 524065 w 3114960"/>
              <a:gd name="connsiteY18744" fmla="*/ 231267 h 5143785"/>
              <a:gd name="connsiteX18745" fmla="*/ 524065 w 3114960"/>
              <a:gd name="connsiteY18745" fmla="*/ 238601 h 5143785"/>
              <a:gd name="connsiteX18746" fmla="*/ 519398 w 3114960"/>
              <a:gd name="connsiteY18746" fmla="*/ 238601 h 5143785"/>
              <a:gd name="connsiteX18747" fmla="*/ 514922 w 3114960"/>
              <a:gd name="connsiteY18747" fmla="*/ 243078 h 5143785"/>
              <a:gd name="connsiteX18748" fmla="*/ 691325 w 3114960"/>
              <a:gd name="connsiteY18748" fmla="*/ 535781 h 5143785"/>
              <a:gd name="connsiteX18749" fmla="*/ 686276 w 3114960"/>
              <a:gd name="connsiteY18749" fmla="*/ 540830 h 5143785"/>
              <a:gd name="connsiteX18750" fmla="*/ 673894 w 3114960"/>
              <a:gd name="connsiteY18750" fmla="*/ 540830 h 5143785"/>
              <a:gd name="connsiteX18751" fmla="*/ 668846 w 3114960"/>
              <a:gd name="connsiteY18751" fmla="*/ 535781 h 5143785"/>
              <a:gd name="connsiteX18752" fmla="*/ 668846 w 3114960"/>
              <a:gd name="connsiteY18752" fmla="*/ 534448 h 5143785"/>
              <a:gd name="connsiteX18753" fmla="*/ 691229 w 3114960"/>
              <a:gd name="connsiteY18753" fmla="*/ 534448 h 5143785"/>
              <a:gd name="connsiteX18754" fmla="*/ 691229 w 3114960"/>
              <a:gd name="connsiteY18754" fmla="*/ 535781 h 5143785"/>
              <a:gd name="connsiteX18755" fmla="*/ 691325 w 3114960"/>
              <a:gd name="connsiteY18755" fmla="*/ 528542 h 5143785"/>
              <a:gd name="connsiteX18756" fmla="*/ 668941 w 3114960"/>
              <a:gd name="connsiteY18756" fmla="*/ 528542 h 5143785"/>
              <a:gd name="connsiteX18757" fmla="*/ 668941 w 3114960"/>
              <a:gd name="connsiteY18757" fmla="*/ 510064 h 5143785"/>
              <a:gd name="connsiteX18758" fmla="*/ 691325 w 3114960"/>
              <a:gd name="connsiteY18758" fmla="*/ 510064 h 5143785"/>
              <a:gd name="connsiteX18759" fmla="*/ 691325 w 3114960"/>
              <a:gd name="connsiteY18759" fmla="*/ 528542 h 5143785"/>
              <a:gd name="connsiteX18760" fmla="*/ 691325 w 3114960"/>
              <a:gd name="connsiteY18760" fmla="*/ 507111 h 5143785"/>
              <a:gd name="connsiteX18761" fmla="*/ 668941 w 3114960"/>
              <a:gd name="connsiteY18761" fmla="*/ 507111 h 5143785"/>
              <a:gd name="connsiteX18762" fmla="*/ 668941 w 3114960"/>
              <a:gd name="connsiteY18762" fmla="*/ 501872 h 5143785"/>
              <a:gd name="connsiteX18763" fmla="*/ 691325 w 3114960"/>
              <a:gd name="connsiteY18763" fmla="*/ 501872 h 5143785"/>
              <a:gd name="connsiteX18764" fmla="*/ 691325 w 3114960"/>
              <a:gd name="connsiteY18764" fmla="*/ 507111 h 5143785"/>
              <a:gd name="connsiteX18765" fmla="*/ 686276 w 3114960"/>
              <a:gd name="connsiteY18765" fmla="*/ 492062 h 5143785"/>
              <a:gd name="connsiteX18766" fmla="*/ 691325 w 3114960"/>
              <a:gd name="connsiteY18766" fmla="*/ 497110 h 5143785"/>
              <a:gd name="connsiteX18767" fmla="*/ 691325 w 3114960"/>
              <a:gd name="connsiteY18767" fmla="*/ 497300 h 5143785"/>
              <a:gd name="connsiteX18768" fmla="*/ 668941 w 3114960"/>
              <a:gd name="connsiteY18768" fmla="*/ 497300 h 5143785"/>
              <a:gd name="connsiteX18769" fmla="*/ 668941 w 3114960"/>
              <a:gd name="connsiteY18769" fmla="*/ 497110 h 5143785"/>
              <a:gd name="connsiteX18770" fmla="*/ 673989 w 3114960"/>
              <a:gd name="connsiteY18770" fmla="*/ 492062 h 5143785"/>
              <a:gd name="connsiteX18771" fmla="*/ 686372 w 3114960"/>
              <a:gd name="connsiteY18771" fmla="*/ 492062 h 5143785"/>
              <a:gd name="connsiteX18772" fmla="*/ 2944463 w 3114960"/>
              <a:gd name="connsiteY18772" fmla="*/ 4600004 h 5143785"/>
              <a:gd name="connsiteX18773" fmla="*/ 2973991 w 3114960"/>
              <a:gd name="connsiteY18773" fmla="*/ 4600004 h 5143785"/>
              <a:gd name="connsiteX18774" fmla="*/ 2977610 w 3114960"/>
              <a:gd name="connsiteY18774" fmla="*/ 4596384 h 5143785"/>
              <a:gd name="connsiteX18775" fmla="*/ 2977610 w 3114960"/>
              <a:gd name="connsiteY18775" fmla="*/ 4583335 h 5143785"/>
              <a:gd name="connsiteX18776" fmla="*/ 2973991 w 3114960"/>
              <a:gd name="connsiteY18776" fmla="*/ 4579715 h 5143785"/>
              <a:gd name="connsiteX18777" fmla="*/ 2973610 w 3114960"/>
              <a:gd name="connsiteY18777" fmla="*/ 4579715 h 5143785"/>
              <a:gd name="connsiteX18778" fmla="*/ 2959703 w 3114960"/>
              <a:gd name="connsiteY18778" fmla="*/ 4575429 h 5143785"/>
              <a:gd name="connsiteX18779" fmla="*/ 2956084 w 3114960"/>
              <a:gd name="connsiteY18779" fmla="*/ 4575048 h 5143785"/>
              <a:gd name="connsiteX18780" fmla="*/ 2959703 w 3114960"/>
              <a:gd name="connsiteY18780" fmla="*/ 4574572 h 5143785"/>
              <a:gd name="connsiteX18781" fmla="*/ 2973991 w 3114960"/>
              <a:gd name="connsiteY18781" fmla="*/ 4569429 h 5143785"/>
              <a:gd name="connsiteX18782" fmla="*/ 2959703 w 3114960"/>
              <a:gd name="connsiteY18782" fmla="*/ 4564285 h 5143785"/>
              <a:gd name="connsiteX18783" fmla="*/ 2956084 w 3114960"/>
              <a:gd name="connsiteY18783" fmla="*/ 4563904 h 5143785"/>
              <a:gd name="connsiteX18784" fmla="*/ 2959703 w 3114960"/>
              <a:gd name="connsiteY18784" fmla="*/ 4563428 h 5143785"/>
              <a:gd name="connsiteX18785" fmla="*/ 2973991 w 3114960"/>
              <a:gd name="connsiteY18785" fmla="*/ 4558284 h 5143785"/>
              <a:gd name="connsiteX18786" fmla="*/ 2959703 w 3114960"/>
              <a:gd name="connsiteY18786" fmla="*/ 4553141 h 5143785"/>
              <a:gd name="connsiteX18787" fmla="*/ 2956084 w 3114960"/>
              <a:gd name="connsiteY18787" fmla="*/ 4552760 h 5143785"/>
              <a:gd name="connsiteX18788" fmla="*/ 2959703 w 3114960"/>
              <a:gd name="connsiteY18788" fmla="*/ 4552379 h 5143785"/>
              <a:gd name="connsiteX18789" fmla="*/ 2973991 w 3114960"/>
              <a:gd name="connsiteY18789" fmla="*/ 4547235 h 5143785"/>
              <a:gd name="connsiteX18790" fmla="*/ 2959703 w 3114960"/>
              <a:gd name="connsiteY18790" fmla="*/ 4542092 h 5143785"/>
              <a:gd name="connsiteX18791" fmla="*/ 2956084 w 3114960"/>
              <a:gd name="connsiteY18791" fmla="*/ 4541711 h 5143785"/>
              <a:gd name="connsiteX18792" fmla="*/ 2959703 w 3114960"/>
              <a:gd name="connsiteY18792" fmla="*/ 4541235 h 5143785"/>
              <a:gd name="connsiteX18793" fmla="*/ 2973991 w 3114960"/>
              <a:gd name="connsiteY18793" fmla="*/ 4536091 h 5143785"/>
              <a:gd name="connsiteX18794" fmla="*/ 2959703 w 3114960"/>
              <a:gd name="connsiteY18794" fmla="*/ 4530947 h 5143785"/>
              <a:gd name="connsiteX18795" fmla="*/ 2956084 w 3114960"/>
              <a:gd name="connsiteY18795" fmla="*/ 4530567 h 5143785"/>
              <a:gd name="connsiteX18796" fmla="*/ 2959703 w 3114960"/>
              <a:gd name="connsiteY18796" fmla="*/ 4530090 h 5143785"/>
              <a:gd name="connsiteX18797" fmla="*/ 2973991 w 3114960"/>
              <a:gd name="connsiteY18797" fmla="*/ 4524947 h 5143785"/>
              <a:gd name="connsiteX18798" fmla="*/ 2959703 w 3114960"/>
              <a:gd name="connsiteY18798" fmla="*/ 4519803 h 5143785"/>
              <a:gd name="connsiteX18799" fmla="*/ 2956084 w 3114960"/>
              <a:gd name="connsiteY18799" fmla="*/ 4519422 h 5143785"/>
              <a:gd name="connsiteX18800" fmla="*/ 2959703 w 3114960"/>
              <a:gd name="connsiteY18800" fmla="*/ 4519041 h 5143785"/>
              <a:gd name="connsiteX18801" fmla="*/ 2973991 w 3114960"/>
              <a:gd name="connsiteY18801" fmla="*/ 4513898 h 5143785"/>
              <a:gd name="connsiteX18802" fmla="*/ 2959703 w 3114960"/>
              <a:gd name="connsiteY18802" fmla="*/ 4508754 h 5143785"/>
              <a:gd name="connsiteX18803" fmla="*/ 2956179 w 3114960"/>
              <a:gd name="connsiteY18803" fmla="*/ 4508373 h 5143785"/>
              <a:gd name="connsiteX18804" fmla="*/ 2959703 w 3114960"/>
              <a:gd name="connsiteY18804" fmla="*/ 4507992 h 5143785"/>
              <a:gd name="connsiteX18805" fmla="*/ 2973991 w 3114960"/>
              <a:gd name="connsiteY18805" fmla="*/ 4502849 h 5143785"/>
              <a:gd name="connsiteX18806" fmla="*/ 2959703 w 3114960"/>
              <a:gd name="connsiteY18806" fmla="*/ 4497705 h 5143785"/>
              <a:gd name="connsiteX18807" fmla="*/ 2956179 w 3114960"/>
              <a:gd name="connsiteY18807" fmla="*/ 4497324 h 5143785"/>
              <a:gd name="connsiteX18808" fmla="*/ 2959799 w 3114960"/>
              <a:gd name="connsiteY18808" fmla="*/ 4496943 h 5143785"/>
              <a:gd name="connsiteX18809" fmla="*/ 2974086 w 3114960"/>
              <a:gd name="connsiteY18809" fmla="*/ 4491800 h 5143785"/>
              <a:gd name="connsiteX18810" fmla="*/ 2959799 w 3114960"/>
              <a:gd name="connsiteY18810" fmla="*/ 4486656 h 5143785"/>
              <a:gd name="connsiteX18811" fmla="*/ 2956084 w 3114960"/>
              <a:gd name="connsiteY18811" fmla="*/ 4486180 h 5143785"/>
              <a:gd name="connsiteX18812" fmla="*/ 2959799 w 3114960"/>
              <a:gd name="connsiteY18812" fmla="*/ 4485704 h 5143785"/>
              <a:gd name="connsiteX18813" fmla="*/ 2974086 w 3114960"/>
              <a:gd name="connsiteY18813" fmla="*/ 4480560 h 5143785"/>
              <a:gd name="connsiteX18814" fmla="*/ 2959799 w 3114960"/>
              <a:gd name="connsiteY18814" fmla="*/ 4475417 h 5143785"/>
              <a:gd name="connsiteX18815" fmla="*/ 2956179 w 3114960"/>
              <a:gd name="connsiteY18815" fmla="*/ 4475036 h 5143785"/>
              <a:gd name="connsiteX18816" fmla="*/ 2959799 w 3114960"/>
              <a:gd name="connsiteY18816" fmla="*/ 4474560 h 5143785"/>
              <a:gd name="connsiteX18817" fmla="*/ 2974086 w 3114960"/>
              <a:gd name="connsiteY18817" fmla="*/ 4469416 h 5143785"/>
              <a:gd name="connsiteX18818" fmla="*/ 2959799 w 3114960"/>
              <a:gd name="connsiteY18818" fmla="*/ 4464272 h 5143785"/>
              <a:gd name="connsiteX18819" fmla="*/ 2956084 w 3114960"/>
              <a:gd name="connsiteY18819" fmla="*/ 4463796 h 5143785"/>
              <a:gd name="connsiteX18820" fmla="*/ 2959799 w 3114960"/>
              <a:gd name="connsiteY18820" fmla="*/ 4463320 h 5143785"/>
              <a:gd name="connsiteX18821" fmla="*/ 2974086 w 3114960"/>
              <a:gd name="connsiteY18821" fmla="*/ 4458081 h 5143785"/>
              <a:gd name="connsiteX18822" fmla="*/ 2959799 w 3114960"/>
              <a:gd name="connsiteY18822" fmla="*/ 4452938 h 5143785"/>
              <a:gd name="connsiteX18823" fmla="*/ 2956084 w 3114960"/>
              <a:gd name="connsiteY18823" fmla="*/ 4452557 h 5143785"/>
              <a:gd name="connsiteX18824" fmla="*/ 2959799 w 3114960"/>
              <a:gd name="connsiteY18824" fmla="*/ 4452080 h 5143785"/>
              <a:gd name="connsiteX18825" fmla="*/ 2974086 w 3114960"/>
              <a:gd name="connsiteY18825" fmla="*/ 4446842 h 5143785"/>
              <a:gd name="connsiteX18826" fmla="*/ 2959799 w 3114960"/>
              <a:gd name="connsiteY18826" fmla="*/ 4441698 h 5143785"/>
              <a:gd name="connsiteX18827" fmla="*/ 2956084 w 3114960"/>
              <a:gd name="connsiteY18827" fmla="*/ 4441222 h 5143785"/>
              <a:gd name="connsiteX18828" fmla="*/ 2959799 w 3114960"/>
              <a:gd name="connsiteY18828" fmla="*/ 4440746 h 5143785"/>
              <a:gd name="connsiteX18829" fmla="*/ 2974086 w 3114960"/>
              <a:gd name="connsiteY18829" fmla="*/ 4435602 h 5143785"/>
              <a:gd name="connsiteX18830" fmla="*/ 2959799 w 3114960"/>
              <a:gd name="connsiteY18830" fmla="*/ 4430459 h 5143785"/>
              <a:gd name="connsiteX18831" fmla="*/ 2956084 w 3114960"/>
              <a:gd name="connsiteY18831" fmla="*/ 4429982 h 5143785"/>
              <a:gd name="connsiteX18832" fmla="*/ 2959799 w 3114960"/>
              <a:gd name="connsiteY18832" fmla="*/ 4429506 h 5143785"/>
              <a:gd name="connsiteX18833" fmla="*/ 2974086 w 3114960"/>
              <a:gd name="connsiteY18833" fmla="*/ 4424268 h 5143785"/>
              <a:gd name="connsiteX18834" fmla="*/ 2959799 w 3114960"/>
              <a:gd name="connsiteY18834" fmla="*/ 4419124 h 5143785"/>
              <a:gd name="connsiteX18835" fmla="*/ 2955988 w 3114960"/>
              <a:gd name="connsiteY18835" fmla="*/ 4418648 h 5143785"/>
              <a:gd name="connsiteX18836" fmla="*/ 2959799 w 3114960"/>
              <a:gd name="connsiteY18836" fmla="*/ 4418171 h 5143785"/>
              <a:gd name="connsiteX18837" fmla="*/ 2974086 w 3114960"/>
              <a:gd name="connsiteY18837" fmla="*/ 4412933 h 5143785"/>
              <a:gd name="connsiteX18838" fmla="*/ 2959799 w 3114960"/>
              <a:gd name="connsiteY18838" fmla="*/ 4407789 h 5143785"/>
              <a:gd name="connsiteX18839" fmla="*/ 2955893 w 3114960"/>
              <a:gd name="connsiteY18839" fmla="*/ 4407313 h 5143785"/>
              <a:gd name="connsiteX18840" fmla="*/ 2958560 w 3114960"/>
              <a:gd name="connsiteY18840" fmla="*/ 4407027 h 5143785"/>
              <a:gd name="connsiteX18841" fmla="*/ 2962180 w 3114960"/>
              <a:gd name="connsiteY18841" fmla="*/ 4407408 h 5143785"/>
              <a:gd name="connsiteX18842" fmla="*/ 2979134 w 3114960"/>
              <a:gd name="connsiteY18842" fmla="*/ 4390454 h 5143785"/>
              <a:gd name="connsiteX18843" fmla="*/ 2962180 w 3114960"/>
              <a:gd name="connsiteY18843" fmla="*/ 4373499 h 5143785"/>
              <a:gd name="connsiteX18844" fmla="*/ 2945225 w 3114960"/>
              <a:gd name="connsiteY18844" fmla="*/ 4390454 h 5143785"/>
              <a:gd name="connsiteX18845" fmla="*/ 2951226 w 3114960"/>
              <a:gd name="connsiteY18845" fmla="*/ 4403217 h 5143785"/>
              <a:gd name="connsiteX18846" fmla="*/ 2944940 w 3114960"/>
              <a:gd name="connsiteY18846" fmla="*/ 4407313 h 5143785"/>
              <a:gd name="connsiteX18847" fmla="*/ 2959227 w 3114960"/>
              <a:gd name="connsiteY18847" fmla="*/ 4412456 h 5143785"/>
              <a:gd name="connsiteX18848" fmla="*/ 2963037 w 3114960"/>
              <a:gd name="connsiteY18848" fmla="*/ 4412933 h 5143785"/>
              <a:gd name="connsiteX18849" fmla="*/ 2959132 w 3114960"/>
              <a:gd name="connsiteY18849" fmla="*/ 4413409 h 5143785"/>
              <a:gd name="connsiteX18850" fmla="*/ 2944844 w 3114960"/>
              <a:gd name="connsiteY18850" fmla="*/ 4418648 h 5143785"/>
              <a:gd name="connsiteX18851" fmla="*/ 2959132 w 3114960"/>
              <a:gd name="connsiteY18851" fmla="*/ 4423791 h 5143785"/>
              <a:gd name="connsiteX18852" fmla="*/ 2962847 w 3114960"/>
              <a:gd name="connsiteY18852" fmla="*/ 4424268 h 5143785"/>
              <a:gd name="connsiteX18853" fmla="*/ 2959132 w 3114960"/>
              <a:gd name="connsiteY18853" fmla="*/ 4424744 h 5143785"/>
              <a:gd name="connsiteX18854" fmla="*/ 2944844 w 3114960"/>
              <a:gd name="connsiteY18854" fmla="*/ 4429982 h 5143785"/>
              <a:gd name="connsiteX18855" fmla="*/ 2959132 w 3114960"/>
              <a:gd name="connsiteY18855" fmla="*/ 4435126 h 5143785"/>
              <a:gd name="connsiteX18856" fmla="*/ 2962847 w 3114960"/>
              <a:gd name="connsiteY18856" fmla="*/ 4435507 h 5143785"/>
              <a:gd name="connsiteX18857" fmla="*/ 2959132 w 3114960"/>
              <a:gd name="connsiteY18857" fmla="*/ 4435983 h 5143785"/>
              <a:gd name="connsiteX18858" fmla="*/ 2944844 w 3114960"/>
              <a:gd name="connsiteY18858" fmla="*/ 4441127 h 5143785"/>
              <a:gd name="connsiteX18859" fmla="*/ 2959132 w 3114960"/>
              <a:gd name="connsiteY18859" fmla="*/ 4446270 h 5143785"/>
              <a:gd name="connsiteX18860" fmla="*/ 2962847 w 3114960"/>
              <a:gd name="connsiteY18860" fmla="*/ 4446746 h 5143785"/>
              <a:gd name="connsiteX18861" fmla="*/ 2959132 w 3114960"/>
              <a:gd name="connsiteY18861" fmla="*/ 4447223 h 5143785"/>
              <a:gd name="connsiteX18862" fmla="*/ 2944844 w 3114960"/>
              <a:gd name="connsiteY18862" fmla="*/ 4452366 h 5143785"/>
              <a:gd name="connsiteX18863" fmla="*/ 2959132 w 3114960"/>
              <a:gd name="connsiteY18863" fmla="*/ 4457510 h 5143785"/>
              <a:gd name="connsiteX18864" fmla="*/ 2962847 w 3114960"/>
              <a:gd name="connsiteY18864" fmla="*/ 4457986 h 5143785"/>
              <a:gd name="connsiteX18865" fmla="*/ 2959132 w 3114960"/>
              <a:gd name="connsiteY18865" fmla="*/ 4458462 h 5143785"/>
              <a:gd name="connsiteX18866" fmla="*/ 2944844 w 3114960"/>
              <a:gd name="connsiteY18866" fmla="*/ 4463701 h 5143785"/>
              <a:gd name="connsiteX18867" fmla="*/ 2959132 w 3114960"/>
              <a:gd name="connsiteY18867" fmla="*/ 4468845 h 5143785"/>
              <a:gd name="connsiteX18868" fmla="*/ 2962751 w 3114960"/>
              <a:gd name="connsiteY18868" fmla="*/ 4469226 h 5143785"/>
              <a:gd name="connsiteX18869" fmla="*/ 2959132 w 3114960"/>
              <a:gd name="connsiteY18869" fmla="*/ 4469702 h 5143785"/>
              <a:gd name="connsiteX18870" fmla="*/ 2944844 w 3114960"/>
              <a:gd name="connsiteY18870" fmla="*/ 4474845 h 5143785"/>
              <a:gd name="connsiteX18871" fmla="*/ 2959132 w 3114960"/>
              <a:gd name="connsiteY18871" fmla="*/ 4479989 h 5143785"/>
              <a:gd name="connsiteX18872" fmla="*/ 2962847 w 3114960"/>
              <a:gd name="connsiteY18872" fmla="*/ 4480370 h 5143785"/>
              <a:gd name="connsiteX18873" fmla="*/ 2959132 w 3114960"/>
              <a:gd name="connsiteY18873" fmla="*/ 4480846 h 5143785"/>
              <a:gd name="connsiteX18874" fmla="*/ 2944844 w 3114960"/>
              <a:gd name="connsiteY18874" fmla="*/ 4485989 h 5143785"/>
              <a:gd name="connsiteX18875" fmla="*/ 2959132 w 3114960"/>
              <a:gd name="connsiteY18875" fmla="*/ 4491133 h 5143785"/>
              <a:gd name="connsiteX18876" fmla="*/ 2962751 w 3114960"/>
              <a:gd name="connsiteY18876" fmla="*/ 4491514 h 5143785"/>
              <a:gd name="connsiteX18877" fmla="*/ 2959132 w 3114960"/>
              <a:gd name="connsiteY18877" fmla="*/ 4491895 h 5143785"/>
              <a:gd name="connsiteX18878" fmla="*/ 2944844 w 3114960"/>
              <a:gd name="connsiteY18878" fmla="*/ 4497038 h 5143785"/>
              <a:gd name="connsiteX18879" fmla="*/ 2959132 w 3114960"/>
              <a:gd name="connsiteY18879" fmla="*/ 4502182 h 5143785"/>
              <a:gd name="connsiteX18880" fmla="*/ 2962656 w 3114960"/>
              <a:gd name="connsiteY18880" fmla="*/ 4502563 h 5143785"/>
              <a:gd name="connsiteX18881" fmla="*/ 2959132 w 3114960"/>
              <a:gd name="connsiteY18881" fmla="*/ 4502944 h 5143785"/>
              <a:gd name="connsiteX18882" fmla="*/ 2944844 w 3114960"/>
              <a:gd name="connsiteY18882" fmla="*/ 4508087 h 5143785"/>
              <a:gd name="connsiteX18883" fmla="*/ 2959132 w 3114960"/>
              <a:gd name="connsiteY18883" fmla="*/ 4513231 h 5143785"/>
              <a:gd name="connsiteX18884" fmla="*/ 2962656 w 3114960"/>
              <a:gd name="connsiteY18884" fmla="*/ 4513612 h 5143785"/>
              <a:gd name="connsiteX18885" fmla="*/ 2959132 w 3114960"/>
              <a:gd name="connsiteY18885" fmla="*/ 4513993 h 5143785"/>
              <a:gd name="connsiteX18886" fmla="*/ 2944844 w 3114960"/>
              <a:gd name="connsiteY18886" fmla="*/ 4519137 h 5143785"/>
              <a:gd name="connsiteX18887" fmla="*/ 2959132 w 3114960"/>
              <a:gd name="connsiteY18887" fmla="*/ 4524280 h 5143785"/>
              <a:gd name="connsiteX18888" fmla="*/ 2962751 w 3114960"/>
              <a:gd name="connsiteY18888" fmla="*/ 4524661 h 5143785"/>
              <a:gd name="connsiteX18889" fmla="*/ 2959132 w 3114960"/>
              <a:gd name="connsiteY18889" fmla="*/ 4525137 h 5143785"/>
              <a:gd name="connsiteX18890" fmla="*/ 2944844 w 3114960"/>
              <a:gd name="connsiteY18890" fmla="*/ 4530281 h 5143785"/>
              <a:gd name="connsiteX18891" fmla="*/ 2959132 w 3114960"/>
              <a:gd name="connsiteY18891" fmla="*/ 4535424 h 5143785"/>
              <a:gd name="connsiteX18892" fmla="*/ 2962751 w 3114960"/>
              <a:gd name="connsiteY18892" fmla="*/ 4535805 h 5143785"/>
              <a:gd name="connsiteX18893" fmla="*/ 2959132 w 3114960"/>
              <a:gd name="connsiteY18893" fmla="*/ 4536281 h 5143785"/>
              <a:gd name="connsiteX18894" fmla="*/ 2944844 w 3114960"/>
              <a:gd name="connsiteY18894" fmla="*/ 4541425 h 5143785"/>
              <a:gd name="connsiteX18895" fmla="*/ 2959132 w 3114960"/>
              <a:gd name="connsiteY18895" fmla="*/ 4546569 h 5143785"/>
              <a:gd name="connsiteX18896" fmla="*/ 2962751 w 3114960"/>
              <a:gd name="connsiteY18896" fmla="*/ 4546949 h 5143785"/>
              <a:gd name="connsiteX18897" fmla="*/ 2959132 w 3114960"/>
              <a:gd name="connsiteY18897" fmla="*/ 4547330 h 5143785"/>
              <a:gd name="connsiteX18898" fmla="*/ 2944844 w 3114960"/>
              <a:gd name="connsiteY18898" fmla="*/ 4552474 h 5143785"/>
              <a:gd name="connsiteX18899" fmla="*/ 2959132 w 3114960"/>
              <a:gd name="connsiteY18899" fmla="*/ 4557618 h 5143785"/>
              <a:gd name="connsiteX18900" fmla="*/ 2962751 w 3114960"/>
              <a:gd name="connsiteY18900" fmla="*/ 4558094 h 5143785"/>
              <a:gd name="connsiteX18901" fmla="*/ 2959132 w 3114960"/>
              <a:gd name="connsiteY18901" fmla="*/ 4558570 h 5143785"/>
              <a:gd name="connsiteX18902" fmla="*/ 2944844 w 3114960"/>
              <a:gd name="connsiteY18902" fmla="*/ 4563713 h 5143785"/>
              <a:gd name="connsiteX18903" fmla="*/ 2959132 w 3114960"/>
              <a:gd name="connsiteY18903" fmla="*/ 4568857 h 5143785"/>
              <a:gd name="connsiteX18904" fmla="*/ 2962751 w 3114960"/>
              <a:gd name="connsiteY18904" fmla="*/ 4569238 h 5143785"/>
              <a:gd name="connsiteX18905" fmla="*/ 2959132 w 3114960"/>
              <a:gd name="connsiteY18905" fmla="*/ 4569714 h 5143785"/>
              <a:gd name="connsiteX18906" fmla="*/ 2944844 w 3114960"/>
              <a:gd name="connsiteY18906" fmla="*/ 4574858 h 5143785"/>
              <a:gd name="connsiteX18907" fmla="*/ 2955703 w 3114960"/>
              <a:gd name="connsiteY18907" fmla="*/ 4579620 h 5143785"/>
              <a:gd name="connsiteX18908" fmla="*/ 2944463 w 3114960"/>
              <a:gd name="connsiteY18908" fmla="*/ 4579620 h 5143785"/>
              <a:gd name="connsiteX18909" fmla="*/ 2940844 w 3114960"/>
              <a:gd name="connsiteY18909" fmla="*/ 4583240 h 5143785"/>
              <a:gd name="connsiteX18910" fmla="*/ 2940844 w 3114960"/>
              <a:gd name="connsiteY18910" fmla="*/ 4596289 h 5143785"/>
              <a:gd name="connsiteX18911" fmla="*/ 2944463 w 3114960"/>
              <a:gd name="connsiteY18911" fmla="*/ 4599909 h 5143785"/>
              <a:gd name="connsiteX18912" fmla="*/ 2951988 w 3114960"/>
              <a:gd name="connsiteY18912" fmla="*/ 4390168 h 5143785"/>
              <a:gd name="connsiteX18913" fmla="*/ 2961799 w 3114960"/>
              <a:gd name="connsiteY18913" fmla="*/ 4380357 h 5143785"/>
              <a:gd name="connsiteX18914" fmla="*/ 2971610 w 3114960"/>
              <a:gd name="connsiteY18914" fmla="*/ 4390168 h 5143785"/>
              <a:gd name="connsiteX18915" fmla="*/ 2961799 w 3114960"/>
              <a:gd name="connsiteY18915" fmla="*/ 4399979 h 5143785"/>
              <a:gd name="connsiteX18916" fmla="*/ 2951988 w 3114960"/>
              <a:gd name="connsiteY18916" fmla="*/ 4390168 h 5143785"/>
              <a:gd name="connsiteX18917" fmla="*/ 2948083 w 3114960"/>
              <a:gd name="connsiteY18917" fmla="*/ 4586954 h 5143785"/>
              <a:gd name="connsiteX18918" fmla="*/ 2970467 w 3114960"/>
              <a:gd name="connsiteY18918" fmla="*/ 4586954 h 5143785"/>
              <a:gd name="connsiteX18919" fmla="*/ 2970467 w 3114960"/>
              <a:gd name="connsiteY18919" fmla="*/ 4592860 h 5143785"/>
              <a:gd name="connsiteX18920" fmla="*/ 2948083 w 3114960"/>
              <a:gd name="connsiteY18920" fmla="*/ 4592860 h 5143785"/>
              <a:gd name="connsiteX18921" fmla="*/ 2948083 w 3114960"/>
              <a:gd name="connsiteY18921" fmla="*/ 4586954 h 5143785"/>
              <a:gd name="connsiteX18922" fmla="*/ 528733 w 3114960"/>
              <a:gd name="connsiteY18922" fmla="*/ 50387 h 5143785"/>
              <a:gd name="connsiteX18923" fmla="*/ 523970 w 3114960"/>
              <a:gd name="connsiteY18923" fmla="*/ 50387 h 5143785"/>
              <a:gd name="connsiteX18924" fmla="*/ 523970 w 3114960"/>
              <a:gd name="connsiteY18924" fmla="*/ 30290 h 5143785"/>
              <a:gd name="connsiteX18925" fmla="*/ 528733 w 3114960"/>
              <a:gd name="connsiteY18925" fmla="*/ 30290 h 5143785"/>
              <a:gd name="connsiteX18926" fmla="*/ 528733 w 3114960"/>
              <a:gd name="connsiteY18926" fmla="*/ 50387 h 5143785"/>
              <a:gd name="connsiteX18927" fmla="*/ 680180 w 3114960"/>
              <a:gd name="connsiteY18927" fmla="*/ 583121 h 5143785"/>
              <a:gd name="connsiteX18928" fmla="*/ 673037 w 3114960"/>
              <a:gd name="connsiteY18928" fmla="*/ 583121 h 5143785"/>
              <a:gd name="connsiteX18929" fmla="*/ 673037 w 3114960"/>
              <a:gd name="connsiteY18929" fmla="*/ 575501 h 5143785"/>
              <a:gd name="connsiteX18930" fmla="*/ 680180 w 3114960"/>
              <a:gd name="connsiteY18930" fmla="*/ 575501 h 5143785"/>
              <a:gd name="connsiteX18931" fmla="*/ 680180 w 3114960"/>
              <a:gd name="connsiteY18931" fmla="*/ 583121 h 5143785"/>
              <a:gd name="connsiteX18932" fmla="*/ 680180 w 3114960"/>
              <a:gd name="connsiteY18932" fmla="*/ 552545 h 5143785"/>
              <a:gd name="connsiteX18933" fmla="*/ 673037 w 3114960"/>
              <a:gd name="connsiteY18933" fmla="*/ 552545 h 5143785"/>
              <a:gd name="connsiteX18934" fmla="*/ 673037 w 3114960"/>
              <a:gd name="connsiteY18934" fmla="*/ 547783 h 5143785"/>
              <a:gd name="connsiteX18935" fmla="*/ 680180 w 3114960"/>
              <a:gd name="connsiteY18935" fmla="*/ 547783 h 5143785"/>
              <a:gd name="connsiteX18936" fmla="*/ 680180 w 3114960"/>
              <a:gd name="connsiteY18936" fmla="*/ 552545 h 5143785"/>
              <a:gd name="connsiteX18937" fmla="*/ 680180 w 3114960"/>
              <a:gd name="connsiteY18937" fmla="*/ 567785 h 5143785"/>
              <a:gd name="connsiteX18938" fmla="*/ 673037 w 3114960"/>
              <a:gd name="connsiteY18938" fmla="*/ 567785 h 5143785"/>
              <a:gd name="connsiteX18939" fmla="*/ 673037 w 3114960"/>
              <a:gd name="connsiteY18939" fmla="*/ 560165 h 5143785"/>
              <a:gd name="connsiteX18940" fmla="*/ 680180 w 3114960"/>
              <a:gd name="connsiteY18940" fmla="*/ 560165 h 5143785"/>
              <a:gd name="connsiteX18941" fmla="*/ 680180 w 3114960"/>
              <a:gd name="connsiteY18941" fmla="*/ 567785 h 5143785"/>
              <a:gd name="connsiteX18942" fmla="*/ 673037 w 3114960"/>
              <a:gd name="connsiteY18942" fmla="*/ 606076 h 5143785"/>
              <a:gd name="connsiteX18943" fmla="*/ 680180 w 3114960"/>
              <a:gd name="connsiteY18943" fmla="*/ 606076 h 5143785"/>
              <a:gd name="connsiteX18944" fmla="*/ 680180 w 3114960"/>
              <a:gd name="connsiteY18944" fmla="*/ 612553 h 5143785"/>
              <a:gd name="connsiteX18945" fmla="*/ 675227 w 3114960"/>
              <a:gd name="connsiteY18945" fmla="*/ 616649 h 5143785"/>
              <a:gd name="connsiteX18946" fmla="*/ 670655 w 3114960"/>
              <a:gd name="connsiteY18946" fmla="*/ 611124 h 5143785"/>
              <a:gd name="connsiteX18947" fmla="*/ 673037 w 3114960"/>
              <a:gd name="connsiteY18947" fmla="*/ 609124 h 5143785"/>
              <a:gd name="connsiteX18948" fmla="*/ 673037 w 3114960"/>
              <a:gd name="connsiteY18948" fmla="*/ 606076 h 5143785"/>
              <a:gd name="connsiteX18949" fmla="*/ 528733 w 3114960"/>
              <a:gd name="connsiteY18949" fmla="*/ 171069 h 5143785"/>
              <a:gd name="connsiteX18950" fmla="*/ 523970 w 3114960"/>
              <a:gd name="connsiteY18950" fmla="*/ 171069 h 5143785"/>
              <a:gd name="connsiteX18951" fmla="*/ 523970 w 3114960"/>
              <a:gd name="connsiteY18951" fmla="*/ 150971 h 5143785"/>
              <a:gd name="connsiteX18952" fmla="*/ 528733 w 3114960"/>
              <a:gd name="connsiteY18952" fmla="*/ 150971 h 5143785"/>
              <a:gd name="connsiteX18953" fmla="*/ 528733 w 3114960"/>
              <a:gd name="connsiteY18953" fmla="*/ 171069 h 5143785"/>
              <a:gd name="connsiteX18954" fmla="*/ 523970 w 3114960"/>
              <a:gd name="connsiteY18954" fmla="*/ 191167 h 5143785"/>
              <a:gd name="connsiteX18955" fmla="*/ 528733 w 3114960"/>
              <a:gd name="connsiteY18955" fmla="*/ 191167 h 5143785"/>
              <a:gd name="connsiteX18956" fmla="*/ 528733 w 3114960"/>
              <a:gd name="connsiteY18956" fmla="*/ 211265 h 5143785"/>
              <a:gd name="connsiteX18957" fmla="*/ 523970 w 3114960"/>
              <a:gd name="connsiteY18957" fmla="*/ 211265 h 5143785"/>
              <a:gd name="connsiteX18958" fmla="*/ 523970 w 3114960"/>
              <a:gd name="connsiteY18958" fmla="*/ 191167 h 5143785"/>
              <a:gd name="connsiteX18959" fmla="*/ 523970 w 3114960"/>
              <a:gd name="connsiteY18959" fmla="*/ 110776 h 5143785"/>
              <a:gd name="connsiteX18960" fmla="*/ 528733 w 3114960"/>
              <a:gd name="connsiteY18960" fmla="*/ 110776 h 5143785"/>
              <a:gd name="connsiteX18961" fmla="*/ 528733 w 3114960"/>
              <a:gd name="connsiteY18961" fmla="*/ 130873 h 5143785"/>
              <a:gd name="connsiteX18962" fmla="*/ 523970 w 3114960"/>
              <a:gd name="connsiteY18962" fmla="*/ 130873 h 5143785"/>
              <a:gd name="connsiteX18963" fmla="*/ 523970 w 3114960"/>
              <a:gd name="connsiteY18963" fmla="*/ 110776 h 5143785"/>
              <a:gd name="connsiteX18964" fmla="*/ 3114770 w 3114960"/>
              <a:gd name="connsiteY18964" fmla="*/ 4962811 h 5143785"/>
              <a:gd name="connsiteX18965" fmla="*/ 3114770 w 3114960"/>
              <a:gd name="connsiteY18965" fmla="*/ 4954334 h 5143785"/>
              <a:gd name="connsiteX18966" fmla="*/ 3114770 w 3114960"/>
              <a:gd name="connsiteY18966" fmla="*/ 4962811 h 5143785"/>
              <a:gd name="connsiteX18967" fmla="*/ 204311 w 3114960"/>
              <a:gd name="connsiteY18967" fmla="*/ 1191006 h 5143785"/>
              <a:gd name="connsiteX18968" fmla="*/ 195263 w 3114960"/>
              <a:gd name="connsiteY18968" fmla="*/ 1198340 h 5143785"/>
              <a:gd name="connsiteX18969" fmla="*/ 120110 w 3114960"/>
              <a:gd name="connsiteY18969" fmla="*/ 1198340 h 5143785"/>
              <a:gd name="connsiteX18970" fmla="*/ 94107 w 3114960"/>
              <a:gd name="connsiteY18970" fmla="*/ 1226153 h 5143785"/>
              <a:gd name="connsiteX18971" fmla="*/ 94107 w 3114960"/>
              <a:gd name="connsiteY18971" fmla="*/ 1323308 h 5143785"/>
              <a:gd name="connsiteX18972" fmla="*/ 87059 w 3114960"/>
              <a:gd name="connsiteY18972" fmla="*/ 1332262 h 5143785"/>
              <a:gd name="connsiteX18973" fmla="*/ 96488 w 3114960"/>
              <a:gd name="connsiteY18973" fmla="*/ 1341692 h 5143785"/>
              <a:gd name="connsiteX18974" fmla="*/ 105918 w 3114960"/>
              <a:gd name="connsiteY18974" fmla="*/ 1332262 h 5143785"/>
              <a:gd name="connsiteX18975" fmla="*/ 98870 w 3114960"/>
              <a:gd name="connsiteY18975" fmla="*/ 1323308 h 5143785"/>
              <a:gd name="connsiteX18976" fmla="*/ 98870 w 3114960"/>
              <a:gd name="connsiteY18976" fmla="*/ 1228058 h 5143785"/>
              <a:gd name="connsiteX18977" fmla="*/ 122111 w 3114960"/>
              <a:gd name="connsiteY18977" fmla="*/ 1203198 h 5143785"/>
              <a:gd name="connsiteX18978" fmla="*/ 195263 w 3114960"/>
              <a:gd name="connsiteY18978" fmla="*/ 1203198 h 5143785"/>
              <a:gd name="connsiteX18979" fmla="*/ 204216 w 3114960"/>
              <a:gd name="connsiteY18979" fmla="*/ 1209961 h 5143785"/>
              <a:gd name="connsiteX18980" fmla="*/ 213646 w 3114960"/>
              <a:gd name="connsiteY18980" fmla="*/ 1200531 h 5143785"/>
              <a:gd name="connsiteX18981" fmla="*/ 204216 w 3114960"/>
              <a:gd name="connsiteY18981" fmla="*/ 1191101 h 5143785"/>
              <a:gd name="connsiteX18982" fmla="*/ 101251 w 3114960"/>
              <a:gd name="connsiteY18982" fmla="*/ 1332262 h 5143785"/>
              <a:gd name="connsiteX18983" fmla="*/ 96584 w 3114960"/>
              <a:gd name="connsiteY18983" fmla="*/ 1336929 h 5143785"/>
              <a:gd name="connsiteX18984" fmla="*/ 91916 w 3114960"/>
              <a:gd name="connsiteY18984" fmla="*/ 1332262 h 5143785"/>
              <a:gd name="connsiteX18985" fmla="*/ 96584 w 3114960"/>
              <a:gd name="connsiteY18985" fmla="*/ 1327595 h 5143785"/>
              <a:gd name="connsiteX18986" fmla="*/ 101251 w 3114960"/>
              <a:gd name="connsiteY18986" fmla="*/ 1332262 h 5143785"/>
              <a:gd name="connsiteX18987" fmla="*/ 204311 w 3114960"/>
              <a:gd name="connsiteY18987" fmla="*/ 1205198 h 5143785"/>
              <a:gd name="connsiteX18988" fmla="*/ 199644 w 3114960"/>
              <a:gd name="connsiteY18988" fmla="*/ 1200531 h 5143785"/>
              <a:gd name="connsiteX18989" fmla="*/ 204311 w 3114960"/>
              <a:gd name="connsiteY18989" fmla="*/ 1195864 h 5143785"/>
              <a:gd name="connsiteX18990" fmla="*/ 208979 w 3114960"/>
              <a:gd name="connsiteY18990" fmla="*/ 1200531 h 5143785"/>
              <a:gd name="connsiteX18991" fmla="*/ 204311 w 3114960"/>
              <a:gd name="connsiteY18991" fmla="*/ 1205198 h 5143785"/>
              <a:gd name="connsiteX18992" fmla="*/ 3101721 w 3114960"/>
              <a:gd name="connsiteY18992" fmla="*/ 572 h 5143785"/>
              <a:gd name="connsiteX18993" fmla="*/ 3091339 w 3114960"/>
              <a:gd name="connsiteY18993" fmla="*/ 10954 h 5143785"/>
              <a:gd name="connsiteX18994" fmla="*/ 3101721 w 3114960"/>
              <a:gd name="connsiteY18994" fmla="*/ 21336 h 5143785"/>
              <a:gd name="connsiteX18995" fmla="*/ 3111627 w 3114960"/>
              <a:gd name="connsiteY18995" fmla="*/ 13335 h 5143785"/>
              <a:gd name="connsiteX18996" fmla="*/ 3114770 w 3114960"/>
              <a:gd name="connsiteY18996" fmla="*/ 13335 h 5143785"/>
              <a:gd name="connsiteX18997" fmla="*/ 3114770 w 3114960"/>
              <a:gd name="connsiteY18997" fmla="*/ 8573 h 5143785"/>
              <a:gd name="connsiteX18998" fmla="*/ 3111627 w 3114960"/>
              <a:gd name="connsiteY18998" fmla="*/ 8573 h 5143785"/>
              <a:gd name="connsiteX18999" fmla="*/ 3101721 w 3114960"/>
              <a:gd name="connsiteY18999" fmla="*/ 572 h 5143785"/>
              <a:gd name="connsiteX19000" fmla="*/ 3101721 w 3114960"/>
              <a:gd name="connsiteY19000" fmla="*/ 16669 h 5143785"/>
              <a:gd name="connsiteX19001" fmla="*/ 3096101 w 3114960"/>
              <a:gd name="connsiteY19001" fmla="*/ 11049 h 5143785"/>
              <a:gd name="connsiteX19002" fmla="*/ 3101721 w 3114960"/>
              <a:gd name="connsiteY19002" fmla="*/ 5429 h 5143785"/>
              <a:gd name="connsiteX19003" fmla="*/ 3107341 w 3114960"/>
              <a:gd name="connsiteY19003" fmla="*/ 11049 h 5143785"/>
              <a:gd name="connsiteX19004" fmla="*/ 3101721 w 3114960"/>
              <a:gd name="connsiteY19004" fmla="*/ 16669 h 5143785"/>
              <a:gd name="connsiteX19005" fmla="*/ 451771 w 3114960"/>
              <a:gd name="connsiteY19005" fmla="*/ 607600 h 5143785"/>
              <a:gd name="connsiteX19006" fmla="*/ 458914 w 3114960"/>
              <a:gd name="connsiteY19006" fmla="*/ 607600 h 5143785"/>
              <a:gd name="connsiteX19007" fmla="*/ 458914 w 3114960"/>
              <a:gd name="connsiteY19007" fmla="*/ 614077 h 5143785"/>
              <a:gd name="connsiteX19008" fmla="*/ 453962 w 3114960"/>
              <a:gd name="connsiteY19008" fmla="*/ 618173 h 5143785"/>
              <a:gd name="connsiteX19009" fmla="*/ 449389 w 3114960"/>
              <a:gd name="connsiteY19009" fmla="*/ 612648 h 5143785"/>
              <a:gd name="connsiteX19010" fmla="*/ 451771 w 3114960"/>
              <a:gd name="connsiteY19010" fmla="*/ 610648 h 5143785"/>
              <a:gd name="connsiteX19011" fmla="*/ 451771 w 3114960"/>
              <a:gd name="connsiteY19011" fmla="*/ 607600 h 5143785"/>
              <a:gd name="connsiteX19012" fmla="*/ 314325 w 3114960"/>
              <a:gd name="connsiteY19012" fmla="*/ 644081 h 5143785"/>
              <a:gd name="connsiteX19013" fmla="*/ 309753 w 3114960"/>
              <a:gd name="connsiteY19013" fmla="*/ 638556 h 5143785"/>
              <a:gd name="connsiteX19014" fmla="*/ 314992 w 3114960"/>
              <a:gd name="connsiteY19014" fmla="*/ 634270 h 5143785"/>
              <a:gd name="connsiteX19015" fmla="*/ 319564 w 3114960"/>
              <a:gd name="connsiteY19015" fmla="*/ 639794 h 5143785"/>
              <a:gd name="connsiteX19016" fmla="*/ 314325 w 3114960"/>
              <a:gd name="connsiteY19016" fmla="*/ 644081 h 5143785"/>
              <a:gd name="connsiteX19017" fmla="*/ 309086 w 3114960"/>
              <a:gd name="connsiteY19017" fmla="*/ 648462 h 5143785"/>
              <a:gd name="connsiteX19018" fmla="*/ 304514 w 3114960"/>
              <a:gd name="connsiteY19018" fmla="*/ 642938 h 5143785"/>
              <a:gd name="connsiteX19019" fmla="*/ 301181 w 3114960"/>
              <a:gd name="connsiteY19019" fmla="*/ 645700 h 5143785"/>
              <a:gd name="connsiteX19020" fmla="*/ 286988 w 3114960"/>
              <a:gd name="connsiteY19020" fmla="*/ 646938 h 5143785"/>
              <a:gd name="connsiteX19021" fmla="*/ 285845 w 3114960"/>
              <a:gd name="connsiteY19021" fmla="*/ 648843 h 5143785"/>
              <a:gd name="connsiteX19022" fmla="*/ 178403 w 3114960"/>
              <a:gd name="connsiteY19022" fmla="*/ 648843 h 5143785"/>
              <a:gd name="connsiteX19023" fmla="*/ 159925 w 3114960"/>
              <a:gd name="connsiteY19023" fmla="*/ 631508 h 5143785"/>
              <a:gd name="connsiteX19024" fmla="*/ 34766 w 3114960"/>
              <a:gd name="connsiteY19024" fmla="*/ 631508 h 5143785"/>
              <a:gd name="connsiteX19025" fmla="*/ 34766 w 3114960"/>
              <a:gd name="connsiteY19025" fmla="*/ 632936 h 5143785"/>
              <a:gd name="connsiteX19026" fmla="*/ 95 w 3114960"/>
              <a:gd name="connsiteY19026" fmla="*/ 613505 h 5143785"/>
              <a:gd name="connsiteX19027" fmla="*/ 95 w 3114960"/>
              <a:gd name="connsiteY19027" fmla="*/ 615887 h 5143785"/>
              <a:gd name="connsiteX19028" fmla="*/ 34766 w 3114960"/>
              <a:gd name="connsiteY19028" fmla="*/ 637889 h 5143785"/>
              <a:gd name="connsiteX19029" fmla="*/ 34766 w 3114960"/>
              <a:gd name="connsiteY19029" fmla="*/ 638651 h 5143785"/>
              <a:gd name="connsiteX19030" fmla="*/ 35147 w 3114960"/>
              <a:gd name="connsiteY19030" fmla="*/ 638651 h 5143785"/>
              <a:gd name="connsiteX19031" fmla="*/ 38672 w 3114960"/>
              <a:gd name="connsiteY19031" fmla="*/ 654653 h 5143785"/>
              <a:gd name="connsiteX19032" fmla="*/ 34290 w 3114960"/>
              <a:gd name="connsiteY19032" fmla="*/ 672179 h 5143785"/>
              <a:gd name="connsiteX19033" fmla="*/ 32576 w 3114960"/>
              <a:gd name="connsiteY19033" fmla="*/ 672179 h 5143785"/>
              <a:gd name="connsiteX19034" fmla="*/ 32576 w 3114960"/>
              <a:gd name="connsiteY19034" fmla="*/ 675418 h 5143785"/>
              <a:gd name="connsiteX19035" fmla="*/ 95 w 3114960"/>
              <a:gd name="connsiteY19035" fmla="*/ 693420 h 5143785"/>
              <a:gd name="connsiteX19036" fmla="*/ 95 w 3114960"/>
              <a:gd name="connsiteY19036" fmla="*/ 695801 h 5143785"/>
              <a:gd name="connsiteX19037" fmla="*/ 32576 w 3114960"/>
              <a:gd name="connsiteY19037" fmla="*/ 679323 h 5143785"/>
              <a:gd name="connsiteX19038" fmla="*/ 154877 w 3114960"/>
              <a:gd name="connsiteY19038" fmla="*/ 679323 h 5143785"/>
              <a:gd name="connsiteX19039" fmla="*/ 173355 w 3114960"/>
              <a:gd name="connsiteY19039" fmla="*/ 696659 h 5143785"/>
              <a:gd name="connsiteX19040" fmla="*/ 307181 w 3114960"/>
              <a:gd name="connsiteY19040" fmla="*/ 696659 h 5143785"/>
              <a:gd name="connsiteX19041" fmla="*/ 307181 w 3114960"/>
              <a:gd name="connsiteY19041" fmla="*/ 698373 h 5143785"/>
              <a:gd name="connsiteX19042" fmla="*/ 315373 w 3114960"/>
              <a:gd name="connsiteY19042" fmla="*/ 711803 h 5143785"/>
              <a:gd name="connsiteX19043" fmla="*/ 323088 w 3114960"/>
              <a:gd name="connsiteY19043" fmla="*/ 715232 h 5143785"/>
              <a:gd name="connsiteX19044" fmla="*/ 313277 w 3114960"/>
              <a:gd name="connsiteY19044" fmla="*/ 722567 h 5143785"/>
              <a:gd name="connsiteX19045" fmla="*/ 211836 w 3114960"/>
              <a:gd name="connsiteY19045" fmla="*/ 722567 h 5143785"/>
              <a:gd name="connsiteX19046" fmla="*/ 211169 w 3114960"/>
              <a:gd name="connsiteY19046" fmla="*/ 722757 h 5143785"/>
              <a:gd name="connsiteX19047" fmla="*/ 180118 w 3114960"/>
              <a:gd name="connsiteY19047" fmla="*/ 744855 h 5143785"/>
              <a:gd name="connsiteX19048" fmla="*/ 95 w 3114960"/>
              <a:gd name="connsiteY19048" fmla="*/ 745427 h 5143785"/>
              <a:gd name="connsiteX19049" fmla="*/ 95 w 3114960"/>
              <a:gd name="connsiteY19049" fmla="*/ 747808 h 5143785"/>
              <a:gd name="connsiteX19050" fmla="*/ 180499 w 3114960"/>
              <a:gd name="connsiteY19050" fmla="*/ 747236 h 5143785"/>
              <a:gd name="connsiteX19051" fmla="*/ 181166 w 3114960"/>
              <a:gd name="connsiteY19051" fmla="*/ 747046 h 5143785"/>
              <a:gd name="connsiteX19052" fmla="*/ 212217 w 3114960"/>
              <a:gd name="connsiteY19052" fmla="*/ 724948 h 5143785"/>
              <a:gd name="connsiteX19053" fmla="*/ 313658 w 3114960"/>
              <a:gd name="connsiteY19053" fmla="*/ 724948 h 5143785"/>
              <a:gd name="connsiteX19054" fmla="*/ 314325 w 3114960"/>
              <a:gd name="connsiteY19054" fmla="*/ 724757 h 5143785"/>
              <a:gd name="connsiteX19055" fmla="*/ 326422 w 3114960"/>
              <a:gd name="connsiteY19055" fmla="*/ 715804 h 5143785"/>
              <a:gd name="connsiteX19056" fmla="*/ 330708 w 3114960"/>
              <a:gd name="connsiteY19056" fmla="*/ 715613 h 5143785"/>
              <a:gd name="connsiteX19057" fmla="*/ 344138 w 3114960"/>
              <a:gd name="connsiteY19057" fmla="*/ 707422 h 5143785"/>
              <a:gd name="connsiteX19058" fmla="*/ 347758 w 3114960"/>
              <a:gd name="connsiteY19058" fmla="*/ 691801 h 5143785"/>
              <a:gd name="connsiteX19059" fmla="*/ 446532 w 3114960"/>
              <a:gd name="connsiteY19059" fmla="*/ 691801 h 5143785"/>
              <a:gd name="connsiteX19060" fmla="*/ 464725 w 3114960"/>
              <a:gd name="connsiteY19060" fmla="*/ 708089 h 5143785"/>
              <a:gd name="connsiteX19061" fmla="*/ 558927 w 3114960"/>
              <a:gd name="connsiteY19061" fmla="*/ 708089 h 5143785"/>
              <a:gd name="connsiteX19062" fmla="*/ 572453 w 3114960"/>
              <a:gd name="connsiteY19062" fmla="*/ 693896 h 5143785"/>
              <a:gd name="connsiteX19063" fmla="*/ 572453 w 3114960"/>
              <a:gd name="connsiteY19063" fmla="*/ 667322 h 5143785"/>
              <a:gd name="connsiteX19064" fmla="*/ 580358 w 3114960"/>
              <a:gd name="connsiteY19064" fmla="*/ 667322 h 5143785"/>
              <a:gd name="connsiteX19065" fmla="*/ 580358 w 3114960"/>
              <a:gd name="connsiteY19065" fmla="*/ 693229 h 5143785"/>
              <a:gd name="connsiteX19066" fmla="*/ 593693 w 3114960"/>
              <a:gd name="connsiteY19066" fmla="*/ 705993 h 5143785"/>
              <a:gd name="connsiteX19067" fmla="*/ 617029 w 3114960"/>
              <a:gd name="connsiteY19067" fmla="*/ 705802 h 5143785"/>
              <a:gd name="connsiteX19068" fmla="*/ 716471 w 3114960"/>
              <a:gd name="connsiteY19068" fmla="*/ 618363 h 5143785"/>
              <a:gd name="connsiteX19069" fmla="*/ 717233 w 3114960"/>
              <a:gd name="connsiteY19069" fmla="*/ 617696 h 5143785"/>
              <a:gd name="connsiteX19070" fmla="*/ 717233 w 3114960"/>
              <a:gd name="connsiteY19070" fmla="*/ 610934 h 5143785"/>
              <a:gd name="connsiteX19071" fmla="*/ 724662 w 3114960"/>
              <a:gd name="connsiteY19071" fmla="*/ 601694 h 5143785"/>
              <a:gd name="connsiteX19072" fmla="*/ 724091 w 3114960"/>
              <a:gd name="connsiteY19072" fmla="*/ 598837 h 5143785"/>
              <a:gd name="connsiteX19073" fmla="*/ 737902 w 3114960"/>
              <a:gd name="connsiteY19073" fmla="*/ 587883 h 5143785"/>
              <a:gd name="connsiteX19074" fmla="*/ 842963 w 3114960"/>
              <a:gd name="connsiteY19074" fmla="*/ 588550 h 5143785"/>
              <a:gd name="connsiteX19075" fmla="*/ 874586 w 3114960"/>
              <a:gd name="connsiteY19075" fmla="*/ 560546 h 5143785"/>
              <a:gd name="connsiteX19076" fmla="*/ 880015 w 3114960"/>
              <a:gd name="connsiteY19076" fmla="*/ 562451 h 5143785"/>
              <a:gd name="connsiteX19077" fmla="*/ 889826 w 3114960"/>
              <a:gd name="connsiteY19077" fmla="*/ 552736 h 5143785"/>
              <a:gd name="connsiteX19078" fmla="*/ 880015 w 3114960"/>
              <a:gd name="connsiteY19078" fmla="*/ 542925 h 5143785"/>
              <a:gd name="connsiteX19079" fmla="*/ 870299 w 3114960"/>
              <a:gd name="connsiteY19079" fmla="*/ 552736 h 5143785"/>
              <a:gd name="connsiteX19080" fmla="*/ 871442 w 3114960"/>
              <a:gd name="connsiteY19080" fmla="*/ 557117 h 5143785"/>
              <a:gd name="connsiteX19081" fmla="*/ 841248 w 3114960"/>
              <a:gd name="connsiteY19081" fmla="*/ 583883 h 5143785"/>
              <a:gd name="connsiteX19082" fmla="*/ 736378 w 3114960"/>
              <a:gd name="connsiteY19082" fmla="*/ 583216 h 5143785"/>
              <a:gd name="connsiteX19083" fmla="*/ 721709 w 3114960"/>
              <a:gd name="connsiteY19083" fmla="*/ 594741 h 5143785"/>
              <a:gd name="connsiteX19084" fmla="*/ 714947 w 3114960"/>
              <a:gd name="connsiteY19084" fmla="*/ 591979 h 5143785"/>
              <a:gd name="connsiteX19085" fmla="*/ 705136 w 3114960"/>
              <a:gd name="connsiteY19085" fmla="*/ 601790 h 5143785"/>
              <a:gd name="connsiteX19086" fmla="*/ 712565 w 3114960"/>
              <a:gd name="connsiteY19086" fmla="*/ 611029 h 5143785"/>
              <a:gd name="connsiteX19087" fmla="*/ 712565 w 3114960"/>
              <a:gd name="connsiteY19087" fmla="*/ 615601 h 5143785"/>
              <a:gd name="connsiteX19088" fmla="*/ 615315 w 3114960"/>
              <a:gd name="connsiteY19088" fmla="*/ 701135 h 5143785"/>
              <a:gd name="connsiteX19089" fmla="*/ 595694 w 3114960"/>
              <a:gd name="connsiteY19089" fmla="*/ 701326 h 5143785"/>
              <a:gd name="connsiteX19090" fmla="*/ 585216 w 3114960"/>
              <a:gd name="connsiteY19090" fmla="*/ 691325 h 5143785"/>
              <a:gd name="connsiteX19091" fmla="*/ 585216 w 3114960"/>
              <a:gd name="connsiteY19091" fmla="*/ 666941 h 5143785"/>
              <a:gd name="connsiteX19092" fmla="*/ 589693 w 3114960"/>
              <a:gd name="connsiteY19092" fmla="*/ 660654 h 5143785"/>
              <a:gd name="connsiteX19093" fmla="*/ 589693 w 3114960"/>
              <a:gd name="connsiteY19093" fmla="*/ 647986 h 5143785"/>
              <a:gd name="connsiteX19094" fmla="*/ 582835 w 3114960"/>
              <a:gd name="connsiteY19094" fmla="*/ 641128 h 5143785"/>
              <a:gd name="connsiteX19095" fmla="*/ 570167 w 3114960"/>
              <a:gd name="connsiteY19095" fmla="*/ 641128 h 5143785"/>
              <a:gd name="connsiteX19096" fmla="*/ 563309 w 3114960"/>
              <a:gd name="connsiteY19096" fmla="*/ 647986 h 5143785"/>
              <a:gd name="connsiteX19097" fmla="*/ 563309 w 3114960"/>
              <a:gd name="connsiteY19097" fmla="*/ 660654 h 5143785"/>
              <a:gd name="connsiteX19098" fmla="*/ 567785 w 3114960"/>
              <a:gd name="connsiteY19098" fmla="*/ 666941 h 5143785"/>
              <a:gd name="connsiteX19099" fmla="*/ 567785 w 3114960"/>
              <a:gd name="connsiteY19099" fmla="*/ 692087 h 5143785"/>
              <a:gd name="connsiteX19100" fmla="*/ 557022 w 3114960"/>
              <a:gd name="connsiteY19100" fmla="*/ 703421 h 5143785"/>
              <a:gd name="connsiteX19101" fmla="*/ 466725 w 3114960"/>
              <a:gd name="connsiteY19101" fmla="*/ 703421 h 5143785"/>
              <a:gd name="connsiteX19102" fmla="*/ 448532 w 3114960"/>
              <a:gd name="connsiteY19102" fmla="*/ 687134 h 5143785"/>
              <a:gd name="connsiteX19103" fmla="*/ 346424 w 3114960"/>
              <a:gd name="connsiteY19103" fmla="*/ 687134 h 5143785"/>
              <a:gd name="connsiteX19104" fmla="*/ 339852 w 3114960"/>
              <a:gd name="connsiteY19104" fmla="*/ 678752 h 5143785"/>
              <a:gd name="connsiteX19105" fmla="*/ 327755 w 3114960"/>
              <a:gd name="connsiteY19105" fmla="*/ 674751 h 5143785"/>
              <a:gd name="connsiteX19106" fmla="*/ 311182 w 3114960"/>
              <a:gd name="connsiteY19106" fmla="*/ 683133 h 5143785"/>
              <a:gd name="connsiteX19107" fmla="*/ 308039 w 3114960"/>
              <a:gd name="connsiteY19107" fmla="*/ 689610 h 5143785"/>
              <a:gd name="connsiteX19108" fmla="*/ 176308 w 3114960"/>
              <a:gd name="connsiteY19108" fmla="*/ 689610 h 5143785"/>
              <a:gd name="connsiteX19109" fmla="*/ 157829 w 3114960"/>
              <a:gd name="connsiteY19109" fmla="*/ 672275 h 5143785"/>
              <a:gd name="connsiteX19110" fmla="*/ 36957 w 3114960"/>
              <a:gd name="connsiteY19110" fmla="*/ 672275 h 5143785"/>
              <a:gd name="connsiteX19111" fmla="*/ 41053 w 3114960"/>
              <a:gd name="connsiteY19111" fmla="*/ 654749 h 5143785"/>
              <a:gd name="connsiteX19112" fmla="*/ 37814 w 3114960"/>
              <a:gd name="connsiteY19112" fmla="*/ 638747 h 5143785"/>
              <a:gd name="connsiteX19113" fmla="*/ 157163 w 3114960"/>
              <a:gd name="connsiteY19113" fmla="*/ 638747 h 5143785"/>
              <a:gd name="connsiteX19114" fmla="*/ 175641 w 3114960"/>
              <a:gd name="connsiteY19114" fmla="*/ 656082 h 5143785"/>
              <a:gd name="connsiteX19115" fmla="*/ 284607 w 3114960"/>
              <a:gd name="connsiteY19115" fmla="*/ 656082 h 5143785"/>
              <a:gd name="connsiteX19116" fmla="*/ 287750 w 3114960"/>
              <a:gd name="connsiteY19116" fmla="*/ 662178 h 5143785"/>
              <a:gd name="connsiteX19117" fmla="*/ 294894 w 3114960"/>
              <a:gd name="connsiteY19117" fmla="*/ 664940 h 5143785"/>
              <a:gd name="connsiteX19118" fmla="*/ 302800 w 3114960"/>
              <a:gd name="connsiteY19118" fmla="*/ 661416 h 5143785"/>
              <a:gd name="connsiteX19119" fmla="*/ 305562 w 3114960"/>
              <a:gd name="connsiteY19119" fmla="*/ 653701 h 5143785"/>
              <a:gd name="connsiteX19120" fmla="*/ 304895 w 3114960"/>
              <a:gd name="connsiteY19120" fmla="*/ 650843 h 5143785"/>
              <a:gd name="connsiteX19121" fmla="*/ 305467 w 3114960"/>
              <a:gd name="connsiteY19121" fmla="*/ 651605 h 5143785"/>
              <a:gd name="connsiteX19122" fmla="*/ 309182 w 3114960"/>
              <a:gd name="connsiteY19122" fmla="*/ 648557 h 5143785"/>
              <a:gd name="connsiteX19123" fmla="*/ 880015 w 3114960"/>
              <a:gd name="connsiteY19123" fmla="*/ 547592 h 5143785"/>
              <a:gd name="connsiteX19124" fmla="*/ 885063 w 3114960"/>
              <a:gd name="connsiteY19124" fmla="*/ 552641 h 5143785"/>
              <a:gd name="connsiteX19125" fmla="*/ 880015 w 3114960"/>
              <a:gd name="connsiteY19125" fmla="*/ 557594 h 5143785"/>
              <a:gd name="connsiteX19126" fmla="*/ 875062 w 3114960"/>
              <a:gd name="connsiteY19126" fmla="*/ 552641 h 5143785"/>
              <a:gd name="connsiteX19127" fmla="*/ 880015 w 3114960"/>
              <a:gd name="connsiteY19127" fmla="*/ 547592 h 5143785"/>
              <a:gd name="connsiteX19128" fmla="*/ 709898 w 3114960"/>
              <a:gd name="connsiteY19128" fmla="*/ 601599 h 5143785"/>
              <a:gd name="connsiteX19129" fmla="*/ 714947 w 3114960"/>
              <a:gd name="connsiteY19129" fmla="*/ 596551 h 5143785"/>
              <a:gd name="connsiteX19130" fmla="*/ 719995 w 3114960"/>
              <a:gd name="connsiteY19130" fmla="*/ 601599 h 5143785"/>
              <a:gd name="connsiteX19131" fmla="*/ 714947 w 3114960"/>
              <a:gd name="connsiteY19131" fmla="*/ 606647 h 5143785"/>
              <a:gd name="connsiteX19132" fmla="*/ 709898 w 3114960"/>
              <a:gd name="connsiteY19132" fmla="*/ 601599 h 5143785"/>
              <a:gd name="connsiteX19133" fmla="*/ 568071 w 3114960"/>
              <a:gd name="connsiteY19133" fmla="*/ 647795 h 5143785"/>
              <a:gd name="connsiteX19134" fmla="*/ 570167 w 3114960"/>
              <a:gd name="connsiteY19134" fmla="*/ 645700 h 5143785"/>
              <a:gd name="connsiteX19135" fmla="*/ 582835 w 3114960"/>
              <a:gd name="connsiteY19135" fmla="*/ 645700 h 5143785"/>
              <a:gd name="connsiteX19136" fmla="*/ 584930 w 3114960"/>
              <a:gd name="connsiteY19136" fmla="*/ 647795 h 5143785"/>
              <a:gd name="connsiteX19137" fmla="*/ 584930 w 3114960"/>
              <a:gd name="connsiteY19137" fmla="*/ 660464 h 5143785"/>
              <a:gd name="connsiteX19138" fmla="*/ 582835 w 3114960"/>
              <a:gd name="connsiteY19138" fmla="*/ 662559 h 5143785"/>
              <a:gd name="connsiteX19139" fmla="*/ 570167 w 3114960"/>
              <a:gd name="connsiteY19139" fmla="*/ 662559 h 5143785"/>
              <a:gd name="connsiteX19140" fmla="*/ 568071 w 3114960"/>
              <a:gd name="connsiteY19140" fmla="*/ 660464 h 5143785"/>
              <a:gd name="connsiteX19141" fmla="*/ 568071 w 3114960"/>
              <a:gd name="connsiteY19141" fmla="*/ 647795 h 5143785"/>
              <a:gd name="connsiteX19142" fmla="*/ 314135 w 3114960"/>
              <a:gd name="connsiteY19142" fmla="*/ 685133 h 5143785"/>
              <a:gd name="connsiteX19143" fmla="*/ 337566 w 3114960"/>
              <a:gd name="connsiteY19143" fmla="*/ 681514 h 5143785"/>
              <a:gd name="connsiteX19144" fmla="*/ 341186 w 3114960"/>
              <a:gd name="connsiteY19144" fmla="*/ 704945 h 5143785"/>
              <a:gd name="connsiteX19145" fmla="*/ 330232 w 3114960"/>
              <a:gd name="connsiteY19145" fmla="*/ 711613 h 5143785"/>
              <a:gd name="connsiteX19146" fmla="*/ 317754 w 3114960"/>
              <a:gd name="connsiteY19146" fmla="*/ 708565 h 5143785"/>
              <a:gd name="connsiteX19147" fmla="*/ 311087 w 3114960"/>
              <a:gd name="connsiteY19147" fmla="*/ 697611 h 5143785"/>
              <a:gd name="connsiteX19148" fmla="*/ 314135 w 3114960"/>
              <a:gd name="connsiteY19148" fmla="*/ 685133 h 5143785"/>
              <a:gd name="connsiteX19149" fmla="*/ 299180 w 3114960"/>
              <a:gd name="connsiteY19149" fmla="*/ 658082 h 5143785"/>
              <a:gd name="connsiteX19150" fmla="*/ 290798 w 3114960"/>
              <a:gd name="connsiteY19150" fmla="*/ 658463 h 5143785"/>
              <a:gd name="connsiteX19151" fmla="*/ 290417 w 3114960"/>
              <a:gd name="connsiteY19151" fmla="*/ 650081 h 5143785"/>
              <a:gd name="connsiteX19152" fmla="*/ 298799 w 3114960"/>
              <a:gd name="connsiteY19152" fmla="*/ 649700 h 5143785"/>
              <a:gd name="connsiteX19153" fmla="*/ 300704 w 3114960"/>
              <a:gd name="connsiteY19153" fmla="*/ 653796 h 5143785"/>
              <a:gd name="connsiteX19154" fmla="*/ 299180 w 3114960"/>
              <a:gd name="connsiteY19154" fmla="*/ 658082 h 5143785"/>
              <a:gd name="connsiteX19155" fmla="*/ 330137 w 3114960"/>
              <a:gd name="connsiteY19155" fmla="*/ 631127 h 5143785"/>
              <a:gd name="connsiteX19156" fmla="*/ 324898 w 3114960"/>
              <a:gd name="connsiteY19156" fmla="*/ 635413 h 5143785"/>
              <a:gd name="connsiteX19157" fmla="*/ 320326 w 3114960"/>
              <a:gd name="connsiteY19157" fmla="*/ 629888 h 5143785"/>
              <a:gd name="connsiteX19158" fmla="*/ 325564 w 3114960"/>
              <a:gd name="connsiteY19158" fmla="*/ 625602 h 5143785"/>
              <a:gd name="connsiteX19159" fmla="*/ 330137 w 3114960"/>
              <a:gd name="connsiteY19159" fmla="*/ 631127 h 5143785"/>
              <a:gd name="connsiteX19160" fmla="*/ 343757 w 3114960"/>
              <a:gd name="connsiteY19160" fmla="*/ 561689 h 5143785"/>
              <a:gd name="connsiteX19161" fmla="*/ 350901 w 3114960"/>
              <a:gd name="connsiteY19161" fmla="*/ 561689 h 5143785"/>
              <a:gd name="connsiteX19162" fmla="*/ 350901 w 3114960"/>
              <a:gd name="connsiteY19162" fmla="*/ 569309 h 5143785"/>
              <a:gd name="connsiteX19163" fmla="*/ 343757 w 3114960"/>
              <a:gd name="connsiteY19163" fmla="*/ 569309 h 5143785"/>
              <a:gd name="connsiteX19164" fmla="*/ 343757 w 3114960"/>
              <a:gd name="connsiteY19164" fmla="*/ 561689 h 5143785"/>
              <a:gd name="connsiteX19165" fmla="*/ 343757 w 3114960"/>
              <a:gd name="connsiteY19165" fmla="*/ 577025 h 5143785"/>
              <a:gd name="connsiteX19166" fmla="*/ 350901 w 3114960"/>
              <a:gd name="connsiteY19166" fmla="*/ 577025 h 5143785"/>
              <a:gd name="connsiteX19167" fmla="*/ 350901 w 3114960"/>
              <a:gd name="connsiteY19167" fmla="*/ 584645 h 5143785"/>
              <a:gd name="connsiteX19168" fmla="*/ 343757 w 3114960"/>
              <a:gd name="connsiteY19168" fmla="*/ 584645 h 5143785"/>
              <a:gd name="connsiteX19169" fmla="*/ 343757 w 3114960"/>
              <a:gd name="connsiteY19169" fmla="*/ 577025 h 5143785"/>
              <a:gd name="connsiteX19170" fmla="*/ 350901 w 3114960"/>
              <a:gd name="connsiteY19170" fmla="*/ 554069 h 5143785"/>
              <a:gd name="connsiteX19171" fmla="*/ 343757 w 3114960"/>
              <a:gd name="connsiteY19171" fmla="*/ 554069 h 5143785"/>
              <a:gd name="connsiteX19172" fmla="*/ 343757 w 3114960"/>
              <a:gd name="connsiteY19172" fmla="*/ 549307 h 5143785"/>
              <a:gd name="connsiteX19173" fmla="*/ 350901 w 3114960"/>
              <a:gd name="connsiteY19173" fmla="*/ 549307 h 5143785"/>
              <a:gd name="connsiteX19174" fmla="*/ 350901 w 3114960"/>
              <a:gd name="connsiteY19174" fmla="*/ 554069 h 5143785"/>
              <a:gd name="connsiteX19175" fmla="*/ 2886837 w 3114960"/>
              <a:gd name="connsiteY19175" fmla="*/ 196882 h 5143785"/>
              <a:gd name="connsiteX19176" fmla="*/ 2867882 w 3114960"/>
              <a:gd name="connsiteY19176" fmla="*/ 213646 h 5143785"/>
              <a:gd name="connsiteX19177" fmla="*/ 2757011 w 3114960"/>
              <a:gd name="connsiteY19177" fmla="*/ 213646 h 5143785"/>
              <a:gd name="connsiteX19178" fmla="*/ 2757011 w 3114960"/>
              <a:gd name="connsiteY19178" fmla="*/ 204978 h 5143785"/>
              <a:gd name="connsiteX19179" fmla="*/ 2753868 w 3114960"/>
              <a:gd name="connsiteY19179" fmla="*/ 201835 h 5143785"/>
              <a:gd name="connsiteX19180" fmla="*/ 2729484 w 3114960"/>
              <a:gd name="connsiteY19180" fmla="*/ 201835 h 5143785"/>
              <a:gd name="connsiteX19181" fmla="*/ 2726341 w 3114960"/>
              <a:gd name="connsiteY19181" fmla="*/ 204978 h 5143785"/>
              <a:gd name="connsiteX19182" fmla="*/ 2726341 w 3114960"/>
              <a:gd name="connsiteY19182" fmla="*/ 214789 h 5143785"/>
              <a:gd name="connsiteX19183" fmla="*/ 2627852 w 3114960"/>
              <a:gd name="connsiteY19183" fmla="*/ 214789 h 5143785"/>
              <a:gd name="connsiteX19184" fmla="*/ 2616899 w 3114960"/>
              <a:gd name="connsiteY19184" fmla="*/ 205454 h 5143785"/>
              <a:gd name="connsiteX19185" fmla="*/ 2605564 w 3114960"/>
              <a:gd name="connsiteY19185" fmla="*/ 216789 h 5143785"/>
              <a:gd name="connsiteX19186" fmla="*/ 2616899 w 3114960"/>
              <a:gd name="connsiteY19186" fmla="*/ 228124 h 5143785"/>
              <a:gd name="connsiteX19187" fmla="*/ 2627662 w 3114960"/>
              <a:gd name="connsiteY19187" fmla="*/ 219551 h 5143785"/>
              <a:gd name="connsiteX19188" fmla="*/ 2726246 w 3114960"/>
              <a:gd name="connsiteY19188" fmla="*/ 219551 h 5143785"/>
              <a:gd name="connsiteX19189" fmla="*/ 2726246 w 3114960"/>
              <a:gd name="connsiteY19189" fmla="*/ 229362 h 5143785"/>
              <a:gd name="connsiteX19190" fmla="*/ 2729389 w 3114960"/>
              <a:gd name="connsiteY19190" fmla="*/ 232505 h 5143785"/>
              <a:gd name="connsiteX19191" fmla="*/ 2753773 w 3114960"/>
              <a:gd name="connsiteY19191" fmla="*/ 232505 h 5143785"/>
              <a:gd name="connsiteX19192" fmla="*/ 2756916 w 3114960"/>
              <a:gd name="connsiteY19192" fmla="*/ 229362 h 5143785"/>
              <a:gd name="connsiteX19193" fmla="*/ 2756916 w 3114960"/>
              <a:gd name="connsiteY19193" fmla="*/ 220694 h 5143785"/>
              <a:gd name="connsiteX19194" fmla="*/ 2870549 w 3114960"/>
              <a:gd name="connsiteY19194" fmla="*/ 220694 h 5143785"/>
              <a:gd name="connsiteX19195" fmla="*/ 2893886 w 3114960"/>
              <a:gd name="connsiteY19195" fmla="*/ 200025 h 5143785"/>
              <a:gd name="connsiteX19196" fmla="*/ 2893886 w 3114960"/>
              <a:gd name="connsiteY19196" fmla="*/ 95 h 5143785"/>
              <a:gd name="connsiteX19197" fmla="*/ 2886742 w 3114960"/>
              <a:gd name="connsiteY19197" fmla="*/ 95 h 5143785"/>
              <a:gd name="connsiteX19198" fmla="*/ 2886742 w 3114960"/>
              <a:gd name="connsiteY19198" fmla="*/ 196882 h 5143785"/>
              <a:gd name="connsiteX19199" fmla="*/ 2616803 w 3114960"/>
              <a:gd name="connsiteY19199" fmla="*/ 223266 h 5143785"/>
              <a:gd name="connsiteX19200" fmla="*/ 2610231 w 3114960"/>
              <a:gd name="connsiteY19200" fmla="*/ 216694 h 5143785"/>
              <a:gd name="connsiteX19201" fmla="*/ 2616803 w 3114960"/>
              <a:gd name="connsiteY19201" fmla="*/ 210122 h 5143785"/>
              <a:gd name="connsiteX19202" fmla="*/ 2623376 w 3114960"/>
              <a:gd name="connsiteY19202" fmla="*/ 216694 h 5143785"/>
              <a:gd name="connsiteX19203" fmla="*/ 2616803 w 3114960"/>
              <a:gd name="connsiteY19203" fmla="*/ 223266 h 5143785"/>
              <a:gd name="connsiteX19204" fmla="*/ 2754630 w 3114960"/>
              <a:gd name="connsiteY19204" fmla="*/ 229362 h 5143785"/>
              <a:gd name="connsiteX19205" fmla="*/ 2753868 w 3114960"/>
              <a:gd name="connsiteY19205" fmla="*/ 230124 h 5143785"/>
              <a:gd name="connsiteX19206" fmla="*/ 2729484 w 3114960"/>
              <a:gd name="connsiteY19206" fmla="*/ 230124 h 5143785"/>
              <a:gd name="connsiteX19207" fmla="*/ 2728722 w 3114960"/>
              <a:gd name="connsiteY19207" fmla="*/ 229362 h 5143785"/>
              <a:gd name="connsiteX19208" fmla="*/ 2728722 w 3114960"/>
              <a:gd name="connsiteY19208" fmla="*/ 204978 h 5143785"/>
              <a:gd name="connsiteX19209" fmla="*/ 2729484 w 3114960"/>
              <a:gd name="connsiteY19209" fmla="*/ 204216 h 5143785"/>
              <a:gd name="connsiteX19210" fmla="*/ 2753868 w 3114960"/>
              <a:gd name="connsiteY19210" fmla="*/ 204216 h 5143785"/>
              <a:gd name="connsiteX19211" fmla="*/ 2754630 w 3114960"/>
              <a:gd name="connsiteY19211" fmla="*/ 204978 h 5143785"/>
              <a:gd name="connsiteX19212" fmla="*/ 2754630 w 3114960"/>
              <a:gd name="connsiteY19212" fmla="*/ 229362 h 5143785"/>
              <a:gd name="connsiteX19213" fmla="*/ 340709 w 3114960"/>
              <a:gd name="connsiteY19213" fmla="*/ 622459 h 5143785"/>
              <a:gd name="connsiteX19214" fmla="*/ 335471 w 3114960"/>
              <a:gd name="connsiteY19214" fmla="*/ 626745 h 5143785"/>
              <a:gd name="connsiteX19215" fmla="*/ 330899 w 3114960"/>
              <a:gd name="connsiteY19215" fmla="*/ 621221 h 5143785"/>
              <a:gd name="connsiteX19216" fmla="*/ 336137 w 3114960"/>
              <a:gd name="connsiteY19216" fmla="*/ 616934 h 5143785"/>
              <a:gd name="connsiteX19217" fmla="*/ 340709 w 3114960"/>
              <a:gd name="connsiteY19217" fmla="*/ 622459 h 5143785"/>
              <a:gd name="connsiteX19218" fmla="*/ 2861691 w 3114960"/>
              <a:gd name="connsiteY19218" fmla="*/ 135350 h 5143785"/>
              <a:gd name="connsiteX19219" fmla="*/ 2819591 w 3114960"/>
              <a:gd name="connsiteY19219" fmla="*/ 171831 h 5143785"/>
              <a:gd name="connsiteX19220" fmla="*/ 2757011 w 3114960"/>
              <a:gd name="connsiteY19220" fmla="*/ 171831 h 5143785"/>
              <a:gd name="connsiteX19221" fmla="*/ 2757011 w 3114960"/>
              <a:gd name="connsiteY19221" fmla="*/ 162020 h 5143785"/>
              <a:gd name="connsiteX19222" fmla="*/ 2753868 w 3114960"/>
              <a:gd name="connsiteY19222" fmla="*/ 158877 h 5143785"/>
              <a:gd name="connsiteX19223" fmla="*/ 2729484 w 3114960"/>
              <a:gd name="connsiteY19223" fmla="*/ 158877 h 5143785"/>
              <a:gd name="connsiteX19224" fmla="*/ 2726341 w 3114960"/>
              <a:gd name="connsiteY19224" fmla="*/ 162020 h 5143785"/>
              <a:gd name="connsiteX19225" fmla="*/ 2726341 w 3114960"/>
              <a:gd name="connsiteY19225" fmla="*/ 171831 h 5143785"/>
              <a:gd name="connsiteX19226" fmla="*/ 2643950 w 3114960"/>
              <a:gd name="connsiteY19226" fmla="*/ 171831 h 5143785"/>
              <a:gd name="connsiteX19227" fmla="*/ 2635472 w 3114960"/>
              <a:gd name="connsiteY19227" fmla="*/ 165259 h 5143785"/>
              <a:gd name="connsiteX19228" fmla="*/ 2626519 w 3114960"/>
              <a:gd name="connsiteY19228" fmla="*/ 174212 h 5143785"/>
              <a:gd name="connsiteX19229" fmla="*/ 2635472 w 3114960"/>
              <a:gd name="connsiteY19229" fmla="*/ 183166 h 5143785"/>
              <a:gd name="connsiteX19230" fmla="*/ 2643950 w 3114960"/>
              <a:gd name="connsiteY19230" fmla="*/ 176594 h 5143785"/>
              <a:gd name="connsiteX19231" fmla="*/ 2726341 w 3114960"/>
              <a:gd name="connsiteY19231" fmla="*/ 176594 h 5143785"/>
              <a:gd name="connsiteX19232" fmla="*/ 2726341 w 3114960"/>
              <a:gd name="connsiteY19232" fmla="*/ 186404 h 5143785"/>
              <a:gd name="connsiteX19233" fmla="*/ 2729484 w 3114960"/>
              <a:gd name="connsiteY19233" fmla="*/ 189548 h 5143785"/>
              <a:gd name="connsiteX19234" fmla="*/ 2753868 w 3114960"/>
              <a:gd name="connsiteY19234" fmla="*/ 189548 h 5143785"/>
              <a:gd name="connsiteX19235" fmla="*/ 2757011 w 3114960"/>
              <a:gd name="connsiteY19235" fmla="*/ 186404 h 5143785"/>
              <a:gd name="connsiteX19236" fmla="*/ 2757011 w 3114960"/>
              <a:gd name="connsiteY19236" fmla="*/ 176594 h 5143785"/>
              <a:gd name="connsiteX19237" fmla="*/ 2821400 w 3114960"/>
              <a:gd name="connsiteY19237" fmla="*/ 176594 h 5143785"/>
              <a:gd name="connsiteX19238" fmla="*/ 2866454 w 3114960"/>
              <a:gd name="connsiteY19238" fmla="*/ 137446 h 5143785"/>
              <a:gd name="connsiteX19239" fmla="*/ 2866454 w 3114960"/>
              <a:gd name="connsiteY19239" fmla="*/ 95 h 5143785"/>
              <a:gd name="connsiteX19240" fmla="*/ 2861786 w 3114960"/>
              <a:gd name="connsiteY19240" fmla="*/ 95 h 5143785"/>
              <a:gd name="connsiteX19241" fmla="*/ 2861786 w 3114960"/>
              <a:gd name="connsiteY19241" fmla="*/ 135350 h 5143785"/>
              <a:gd name="connsiteX19242" fmla="*/ 2754630 w 3114960"/>
              <a:gd name="connsiteY19242" fmla="*/ 186500 h 5143785"/>
              <a:gd name="connsiteX19243" fmla="*/ 2753868 w 3114960"/>
              <a:gd name="connsiteY19243" fmla="*/ 187262 h 5143785"/>
              <a:gd name="connsiteX19244" fmla="*/ 2729484 w 3114960"/>
              <a:gd name="connsiteY19244" fmla="*/ 187262 h 5143785"/>
              <a:gd name="connsiteX19245" fmla="*/ 2728722 w 3114960"/>
              <a:gd name="connsiteY19245" fmla="*/ 186500 h 5143785"/>
              <a:gd name="connsiteX19246" fmla="*/ 2728722 w 3114960"/>
              <a:gd name="connsiteY19246" fmla="*/ 162116 h 5143785"/>
              <a:gd name="connsiteX19247" fmla="*/ 2729484 w 3114960"/>
              <a:gd name="connsiteY19247" fmla="*/ 161354 h 5143785"/>
              <a:gd name="connsiteX19248" fmla="*/ 2753868 w 3114960"/>
              <a:gd name="connsiteY19248" fmla="*/ 161354 h 5143785"/>
              <a:gd name="connsiteX19249" fmla="*/ 2754630 w 3114960"/>
              <a:gd name="connsiteY19249" fmla="*/ 162116 h 5143785"/>
              <a:gd name="connsiteX19250" fmla="*/ 2754630 w 3114960"/>
              <a:gd name="connsiteY19250" fmla="*/ 186500 h 5143785"/>
              <a:gd name="connsiteX19251" fmla="*/ 1525905 w 3114960"/>
              <a:gd name="connsiteY19251" fmla="*/ 2111502 h 5143785"/>
              <a:gd name="connsiteX19252" fmla="*/ 1529810 w 3114960"/>
              <a:gd name="connsiteY19252" fmla="*/ 2107597 h 5143785"/>
              <a:gd name="connsiteX19253" fmla="*/ 1533716 w 3114960"/>
              <a:gd name="connsiteY19253" fmla="*/ 2111502 h 5143785"/>
              <a:gd name="connsiteX19254" fmla="*/ 1529810 w 3114960"/>
              <a:gd name="connsiteY19254" fmla="*/ 2115407 h 5143785"/>
              <a:gd name="connsiteX19255" fmla="*/ 1525905 w 3114960"/>
              <a:gd name="connsiteY19255" fmla="*/ 2111502 h 5143785"/>
              <a:gd name="connsiteX19256" fmla="*/ 155639 w 3114960"/>
              <a:gd name="connsiteY19256" fmla="*/ 246983 h 5143785"/>
              <a:gd name="connsiteX19257" fmla="*/ 149162 w 3114960"/>
              <a:gd name="connsiteY19257" fmla="*/ 239744 h 5143785"/>
              <a:gd name="connsiteX19258" fmla="*/ 139541 w 3114960"/>
              <a:gd name="connsiteY19258" fmla="*/ 239173 h 5143785"/>
              <a:gd name="connsiteX19259" fmla="*/ 132302 w 3114960"/>
              <a:gd name="connsiteY19259" fmla="*/ 245650 h 5143785"/>
              <a:gd name="connsiteX19260" fmla="*/ 131731 w 3114960"/>
              <a:gd name="connsiteY19260" fmla="*/ 255270 h 5143785"/>
              <a:gd name="connsiteX19261" fmla="*/ 143637 w 3114960"/>
              <a:gd name="connsiteY19261" fmla="*/ 263747 h 5143785"/>
              <a:gd name="connsiteX19262" fmla="*/ 147828 w 3114960"/>
              <a:gd name="connsiteY19262" fmla="*/ 263081 h 5143785"/>
              <a:gd name="connsiteX19263" fmla="*/ 149447 w 3114960"/>
              <a:gd name="connsiteY19263" fmla="*/ 262319 h 5143785"/>
              <a:gd name="connsiteX19264" fmla="*/ 292227 w 3114960"/>
              <a:gd name="connsiteY19264" fmla="*/ 427577 h 5143785"/>
              <a:gd name="connsiteX19265" fmla="*/ 292227 w 3114960"/>
              <a:gd name="connsiteY19265" fmla="*/ 570833 h 5143785"/>
              <a:gd name="connsiteX19266" fmla="*/ 288227 w 3114960"/>
              <a:gd name="connsiteY19266" fmla="*/ 570833 h 5143785"/>
              <a:gd name="connsiteX19267" fmla="*/ 281369 w 3114960"/>
              <a:gd name="connsiteY19267" fmla="*/ 577691 h 5143785"/>
              <a:gd name="connsiteX19268" fmla="*/ 281369 w 3114960"/>
              <a:gd name="connsiteY19268" fmla="*/ 590360 h 5143785"/>
              <a:gd name="connsiteX19269" fmla="*/ 288227 w 3114960"/>
              <a:gd name="connsiteY19269" fmla="*/ 597218 h 5143785"/>
              <a:gd name="connsiteX19270" fmla="*/ 300895 w 3114960"/>
              <a:gd name="connsiteY19270" fmla="*/ 597218 h 5143785"/>
              <a:gd name="connsiteX19271" fmla="*/ 307753 w 3114960"/>
              <a:gd name="connsiteY19271" fmla="*/ 590360 h 5143785"/>
              <a:gd name="connsiteX19272" fmla="*/ 307753 w 3114960"/>
              <a:gd name="connsiteY19272" fmla="*/ 577691 h 5143785"/>
              <a:gd name="connsiteX19273" fmla="*/ 300895 w 3114960"/>
              <a:gd name="connsiteY19273" fmla="*/ 570833 h 5143785"/>
              <a:gd name="connsiteX19274" fmla="*/ 296894 w 3114960"/>
              <a:gd name="connsiteY19274" fmla="*/ 570833 h 5143785"/>
              <a:gd name="connsiteX19275" fmla="*/ 296894 w 3114960"/>
              <a:gd name="connsiteY19275" fmla="*/ 425768 h 5143785"/>
              <a:gd name="connsiteX19276" fmla="*/ 153067 w 3114960"/>
              <a:gd name="connsiteY19276" fmla="*/ 259366 h 5143785"/>
              <a:gd name="connsiteX19277" fmla="*/ 155448 w 3114960"/>
              <a:gd name="connsiteY19277" fmla="*/ 246983 h 5143785"/>
              <a:gd name="connsiteX19278" fmla="*/ 150781 w 3114960"/>
              <a:gd name="connsiteY19278" fmla="*/ 254603 h 5143785"/>
              <a:gd name="connsiteX19279" fmla="*/ 146304 w 3114960"/>
              <a:gd name="connsiteY19279" fmla="*/ 258604 h 5143785"/>
              <a:gd name="connsiteX19280" fmla="*/ 136303 w 3114960"/>
              <a:gd name="connsiteY19280" fmla="*/ 253746 h 5143785"/>
              <a:gd name="connsiteX19281" fmla="*/ 136684 w 3114960"/>
              <a:gd name="connsiteY19281" fmla="*/ 247745 h 5143785"/>
              <a:gd name="connsiteX19282" fmla="*/ 141161 w 3114960"/>
              <a:gd name="connsiteY19282" fmla="*/ 243745 h 5143785"/>
              <a:gd name="connsiteX19283" fmla="*/ 143732 w 3114960"/>
              <a:gd name="connsiteY19283" fmla="*/ 243269 h 5143785"/>
              <a:gd name="connsiteX19284" fmla="*/ 147161 w 3114960"/>
              <a:gd name="connsiteY19284" fmla="*/ 244031 h 5143785"/>
              <a:gd name="connsiteX19285" fmla="*/ 151162 w 3114960"/>
              <a:gd name="connsiteY19285" fmla="*/ 248507 h 5143785"/>
              <a:gd name="connsiteX19286" fmla="*/ 150781 w 3114960"/>
              <a:gd name="connsiteY19286" fmla="*/ 254508 h 5143785"/>
              <a:gd name="connsiteX19287" fmla="*/ 300990 w 3114960"/>
              <a:gd name="connsiteY19287" fmla="*/ 575596 h 5143785"/>
              <a:gd name="connsiteX19288" fmla="*/ 303086 w 3114960"/>
              <a:gd name="connsiteY19288" fmla="*/ 577691 h 5143785"/>
              <a:gd name="connsiteX19289" fmla="*/ 303086 w 3114960"/>
              <a:gd name="connsiteY19289" fmla="*/ 590360 h 5143785"/>
              <a:gd name="connsiteX19290" fmla="*/ 300990 w 3114960"/>
              <a:gd name="connsiteY19290" fmla="*/ 592455 h 5143785"/>
              <a:gd name="connsiteX19291" fmla="*/ 288322 w 3114960"/>
              <a:gd name="connsiteY19291" fmla="*/ 592455 h 5143785"/>
              <a:gd name="connsiteX19292" fmla="*/ 286226 w 3114960"/>
              <a:gd name="connsiteY19292" fmla="*/ 590360 h 5143785"/>
              <a:gd name="connsiteX19293" fmla="*/ 286226 w 3114960"/>
              <a:gd name="connsiteY19293" fmla="*/ 577691 h 5143785"/>
              <a:gd name="connsiteX19294" fmla="*/ 288322 w 3114960"/>
              <a:gd name="connsiteY19294" fmla="*/ 575596 h 5143785"/>
              <a:gd name="connsiteX19295" fmla="*/ 300990 w 3114960"/>
              <a:gd name="connsiteY19295" fmla="*/ 575596 h 5143785"/>
              <a:gd name="connsiteX19296" fmla="*/ 2752820 w 3114960"/>
              <a:gd name="connsiteY19296" fmla="*/ 166973 h 5143785"/>
              <a:gd name="connsiteX19297" fmla="*/ 2752820 w 3114960"/>
              <a:gd name="connsiteY19297" fmla="*/ 181642 h 5143785"/>
              <a:gd name="connsiteX19298" fmla="*/ 2749010 w 3114960"/>
              <a:gd name="connsiteY19298" fmla="*/ 185452 h 5143785"/>
              <a:gd name="connsiteX19299" fmla="*/ 2734342 w 3114960"/>
              <a:gd name="connsiteY19299" fmla="*/ 185452 h 5143785"/>
              <a:gd name="connsiteX19300" fmla="*/ 2730532 w 3114960"/>
              <a:gd name="connsiteY19300" fmla="*/ 181642 h 5143785"/>
              <a:gd name="connsiteX19301" fmla="*/ 2730532 w 3114960"/>
              <a:gd name="connsiteY19301" fmla="*/ 166973 h 5143785"/>
              <a:gd name="connsiteX19302" fmla="*/ 2734342 w 3114960"/>
              <a:gd name="connsiteY19302" fmla="*/ 163163 h 5143785"/>
              <a:gd name="connsiteX19303" fmla="*/ 2749010 w 3114960"/>
              <a:gd name="connsiteY19303" fmla="*/ 163163 h 5143785"/>
              <a:gd name="connsiteX19304" fmla="*/ 2752820 w 3114960"/>
              <a:gd name="connsiteY19304" fmla="*/ 166973 h 5143785"/>
              <a:gd name="connsiteX19305" fmla="*/ 317564 w 3114960"/>
              <a:gd name="connsiteY19305" fmla="*/ 695135 h 5143785"/>
              <a:gd name="connsiteX19306" fmla="*/ 327660 w 3114960"/>
              <a:gd name="connsiteY19306" fmla="*/ 685038 h 5143785"/>
              <a:gd name="connsiteX19307" fmla="*/ 337757 w 3114960"/>
              <a:gd name="connsiteY19307" fmla="*/ 695135 h 5143785"/>
              <a:gd name="connsiteX19308" fmla="*/ 327660 w 3114960"/>
              <a:gd name="connsiteY19308" fmla="*/ 705231 h 5143785"/>
              <a:gd name="connsiteX19309" fmla="*/ 317564 w 3114960"/>
              <a:gd name="connsiteY19309" fmla="*/ 695135 h 5143785"/>
              <a:gd name="connsiteX19310" fmla="*/ 1897952 w 3114960"/>
              <a:gd name="connsiteY19310" fmla="*/ 2365248 h 5143785"/>
              <a:gd name="connsiteX19311" fmla="*/ 1885474 w 3114960"/>
              <a:gd name="connsiteY19311" fmla="*/ 2360486 h 5143785"/>
              <a:gd name="connsiteX19312" fmla="*/ 1884331 w 3114960"/>
              <a:gd name="connsiteY19312" fmla="*/ 2361343 h 5143785"/>
              <a:gd name="connsiteX19313" fmla="*/ 1812703 w 3114960"/>
              <a:gd name="connsiteY19313" fmla="*/ 2290667 h 5143785"/>
              <a:gd name="connsiteX19314" fmla="*/ 1812036 w 3114960"/>
              <a:gd name="connsiteY19314" fmla="*/ 2283809 h 5143785"/>
              <a:gd name="connsiteX19315" fmla="*/ 1775270 w 3114960"/>
              <a:gd name="connsiteY19315" fmla="*/ 2245233 h 5143785"/>
              <a:gd name="connsiteX19316" fmla="*/ 1768507 w 3114960"/>
              <a:gd name="connsiteY19316" fmla="*/ 2245233 h 5143785"/>
              <a:gd name="connsiteX19317" fmla="*/ 1713643 w 3114960"/>
              <a:gd name="connsiteY19317" fmla="*/ 2191417 h 5143785"/>
              <a:gd name="connsiteX19318" fmla="*/ 1713738 w 3114960"/>
              <a:gd name="connsiteY19318" fmla="*/ 2190750 h 5143785"/>
              <a:gd name="connsiteX19319" fmla="*/ 1713738 w 3114960"/>
              <a:gd name="connsiteY19319" fmla="*/ 2177796 h 5143785"/>
              <a:gd name="connsiteX19320" fmla="*/ 1708690 w 3114960"/>
              <a:gd name="connsiteY19320" fmla="*/ 2172748 h 5143785"/>
              <a:gd name="connsiteX19321" fmla="*/ 1695736 w 3114960"/>
              <a:gd name="connsiteY19321" fmla="*/ 2172748 h 5143785"/>
              <a:gd name="connsiteX19322" fmla="*/ 1693831 w 3114960"/>
              <a:gd name="connsiteY19322" fmla="*/ 2173129 h 5143785"/>
              <a:gd name="connsiteX19323" fmla="*/ 1663541 w 3114960"/>
              <a:gd name="connsiteY19323" fmla="*/ 2145030 h 5143785"/>
              <a:gd name="connsiteX19324" fmla="*/ 1582674 w 3114960"/>
              <a:gd name="connsiteY19324" fmla="*/ 2144459 h 5143785"/>
              <a:gd name="connsiteX19325" fmla="*/ 1572768 w 3114960"/>
              <a:gd name="connsiteY19325" fmla="*/ 2135600 h 5143785"/>
              <a:gd name="connsiteX19326" fmla="*/ 1562576 w 3114960"/>
              <a:gd name="connsiteY19326" fmla="*/ 2145792 h 5143785"/>
              <a:gd name="connsiteX19327" fmla="*/ 1570387 w 3114960"/>
              <a:gd name="connsiteY19327" fmla="*/ 2155508 h 5143785"/>
              <a:gd name="connsiteX19328" fmla="*/ 1570387 w 3114960"/>
              <a:gd name="connsiteY19328" fmla="*/ 2254282 h 5143785"/>
              <a:gd name="connsiteX19329" fmla="*/ 1560576 w 3114960"/>
              <a:gd name="connsiteY19329" fmla="*/ 2254282 h 5143785"/>
              <a:gd name="connsiteX19330" fmla="*/ 1557433 w 3114960"/>
              <a:gd name="connsiteY19330" fmla="*/ 2257425 h 5143785"/>
              <a:gd name="connsiteX19331" fmla="*/ 1557433 w 3114960"/>
              <a:gd name="connsiteY19331" fmla="*/ 2281809 h 5143785"/>
              <a:gd name="connsiteX19332" fmla="*/ 1560576 w 3114960"/>
              <a:gd name="connsiteY19332" fmla="*/ 2284952 h 5143785"/>
              <a:gd name="connsiteX19333" fmla="*/ 1584960 w 3114960"/>
              <a:gd name="connsiteY19333" fmla="*/ 2284952 h 5143785"/>
              <a:gd name="connsiteX19334" fmla="*/ 1588103 w 3114960"/>
              <a:gd name="connsiteY19334" fmla="*/ 2281809 h 5143785"/>
              <a:gd name="connsiteX19335" fmla="*/ 1588103 w 3114960"/>
              <a:gd name="connsiteY19335" fmla="*/ 2257425 h 5143785"/>
              <a:gd name="connsiteX19336" fmla="*/ 1584960 w 3114960"/>
              <a:gd name="connsiteY19336" fmla="*/ 2254282 h 5143785"/>
              <a:gd name="connsiteX19337" fmla="*/ 1575149 w 3114960"/>
              <a:gd name="connsiteY19337" fmla="*/ 2254282 h 5143785"/>
              <a:gd name="connsiteX19338" fmla="*/ 1575149 w 3114960"/>
              <a:gd name="connsiteY19338" fmla="*/ 2155508 h 5143785"/>
              <a:gd name="connsiteX19339" fmla="*/ 1582293 w 3114960"/>
              <a:gd name="connsiteY19339" fmla="*/ 2149221 h 5143785"/>
              <a:gd name="connsiteX19340" fmla="*/ 1661732 w 3114960"/>
              <a:gd name="connsiteY19340" fmla="*/ 2149793 h 5143785"/>
              <a:gd name="connsiteX19341" fmla="*/ 1690878 w 3114960"/>
              <a:gd name="connsiteY19341" fmla="*/ 2176939 h 5143785"/>
              <a:gd name="connsiteX19342" fmla="*/ 1690688 w 3114960"/>
              <a:gd name="connsiteY19342" fmla="*/ 2177891 h 5143785"/>
              <a:gd name="connsiteX19343" fmla="*/ 1690688 w 3114960"/>
              <a:gd name="connsiteY19343" fmla="*/ 2190845 h 5143785"/>
              <a:gd name="connsiteX19344" fmla="*/ 1695736 w 3114960"/>
              <a:gd name="connsiteY19344" fmla="*/ 2195894 h 5143785"/>
              <a:gd name="connsiteX19345" fmla="*/ 1708690 w 3114960"/>
              <a:gd name="connsiteY19345" fmla="*/ 2195894 h 5143785"/>
              <a:gd name="connsiteX19346" fmla="*/ 1710881 w 3114960"/>
              <a:gd name="connsiteY19346" fmla="*/ 2195417 h 5143785"/>
              <a:gd name="connsiteX19347" fmla="*/ 1766602 w 3114960"/>
              <a:gd name="connsiteY19347" fmla="*/ 2250186 h 5143785"/>
              <a:gd name="connsiteX19348" fmla="*/ 1773269 w 3114960"/>
              <a:gd name="connsiteY19348" fmla="*/ 2250186 h 5143785"/>
              <a:gd name="connsiteX19349" fmla="*/ 1807464 w 3114960"/>
              <a:gd name="connsiteY19349" fmla="*/ 2286000 h 5143785"/>
              <a:gd name="connsiteX19350" fmla="*/ 1808131 w 3114960"/>
              <a:gd name="connsiteY19350" fmla="*/ 2292858 h 5143785"/>
              <a:gd name="connsiteX19351" fmla="*/ 1881092 w 3114960"/>
              <a:gd name="connsiteY19351" fmla="*/ 2364867 h 5143785"/>
              <a:gd name="connsiteX19352" fmla="*/ 1880711 w 3114960"/>
              <a:gd name="connsiteY19352" fmla="*/ 2373059 h 5143785"/>
              <a:gd name="connsiteX19353" fmla="*/ 1893189 w 3114960"/>
              <a:gd name="connsiteY19353" fmla="*/ 2377821 h 5143785"/>
              <a:gd name="connsiteX19354" fmla="*/ 1897952 w 3114960"/>
              <a:gd name="connsiteY19354" fmla="*/ 2365343 h 5143785"/>
              <a:gd name="connsiteX19355" fmla="*/ 1584960 w 3114960"/>
              <a:gd name="connsiteY19355" fmla="*/ 2256758 h 5143785"/>
              <a:gd name="connsiteX19356" fmla="*/ 1585722 w 3114960"/>
              <a:gd name="connsiteY19356" fmla="*/ 2257520 h 5143785"/>
              <a:gd name="connsiteX19357" fmla="*/ 1585722 w 3114960"/>
              <a:gd name="connsiteY19357" fmla="*/ 2281904 h 5143785"/>
              <a:gd name="connsiteX19358" fmla="*/ 1584960 w 3114960"/>
              <a:gd name="connsiteY19358" fmla="*/ 2282666 h 5143785"/>
              <a:gd name="connsiteX19359" fmla="*/ 1560576 w 3114960"/>
              <a:gd name="connsiteY19359" fmla="*/ 2282666 h 5143785"/>
              <a:gd name="connsiteX19360" fmla="*/ 1559814 w 3114960"/>
              <a:gd name="connsiteY19360" fmla="*/ 2281904 h 5143785"/>
              <a:gd name="connsiteX19361" fmla="*/ 1559814 w 3114960"/>
              <a:gd name="connsiteY19361" fmla="*/ 2257520 h 5143785"/>
              <a:gd name="connsiteX19362" fmla="*/ 1560576 w 3114960"/>
              <a:gd name="connsiteY19362" fmla="*/ 2256758 h 5143785"/>
              <a:gd name="connsiteX19363" fmla="*/ 1584960 w 3114960"/>
              <a:gd name="connsiteY19363" fmla="*/ 2256758 h 5143785"/>
              <a:gd name="connsiteX19364" fmla="*/ 1572768 w 3114960"/>
              <a:gd name="connsiteY19364" fmla="*/ 2151317 h 5143785"/>
              <a:gd name="connsiteX19365" fmla="*/ 1567339 w 3114960"/>
              <a:gd name="connsiteY19365" fmla="*/ 2145887 h 5143785"/>
              <a:gd name="connsiteX19366" fmla="*/ 1572768 w 3114960"/>
              <a:gd name="connsiteY19366" fmla="*/ 2140458 h 5143785"/>
              <a:gd name="connsiteX19367" fmla="*/ 1578197 w 3114960"/>
              <a:gd name="connsiteY19367" fmla="*/ 2145887 h 5143785"/>
              <a:gd name="connsiteX19368" fmla="*/ 1572768 w 3114960"/>
              <a:gd name="connsiteY19368" fmla="*/ 2151317 h 5143785"/>
              <a:gd name="connsiteX19369" fmla="*/ 1708976 w 3114960"/>
              <a:gd name="connsiteY19369" fmla="*/ 2190845 h 5143785"/>
              <a:gd name="connsiteX19370" fmla="*/ 1708690 w 3114960"/>
              <a:gd name="connsiteY19370" fmla="*/ 2191131 h 5143785"/>
              <a:gd name="connsiteX19371" fmla="*/ 1695450 w 3114960"/>
              <a:gd name="connsiteY19371" fmla="*/ 2190845 h 5143785"/>
              <a:gd name="connsiteX19372" fmla="*/ 1695736 w 3114960"/>
              <a:gd name="connsiteY19372" fmla="*/ 2177606 h 5143785"/>
              <a:gd name="connsiteX19373" fmla="*/ 1708976 w 3114960"/>
              <a:gd name="connsiteY19373" fmla="*/ 2177891 h 5143785"/>
              <a:gd name="connsiteX19374" fmla="*/ 1708976 w 3114960"/>
              <a:gd name="connsiteY19374" fmla="*/ 2190845 h 5143785"/>
              <a:gd name="connsiteX19375" fmla="*/ 417100 w 3114960"/>
              <a:gd name="connsiteY19375" fmla="*/ 648462 h 5143785"/>
              <a:gd name="connsiteX19376" fmla="*/ 412528 w 3114960"/>
              <a:gd name="connsiteY19376" fmla="*/ 642938 h 5143785"/>
              <a:gd name="connsiteX19377" fmla="*/ 409099 w 3114960"/>
              <a:gd name="connsiteY19377" fmla="*/ 645795 h 5143785"/>
              <a:gd name="connsiteX19378" fmla="*/ 394716 w 3114960"/>
              <a:gd name="connsiteY19378" fmla="*/ 646938 h 5143785"/>
              <a:gd name="connsiteX19379" fmla="*/ 395478 w 3114960"/>
              <a:gd name="connsiteY19379" fmla="*/ 661988 h 5143785"/>
              <a:gd name="connsiteX19380" fmla="*/ 402622 w 3114960"/>
              <a:gd name="connsiteY19380" fmla="*/ 664750 h 5143785"/>
              <a:gd name="connsiteX19381" fmla="*/ 410528 w 3114960"/>
              <a:gd name="connsiteY19381" fmla="*/ 661226 h 5143785"/>
              <a:gd name="connsiteX19382" fmla="*/ 412528 w 3114960"/>
              <a:gd name="connsiteY19382" fmla="*/ 650272 h 5143785"/>
              <a:gd name="connsiteX19383" fmla="*/ 413480 w 3114960"/>
              <a:gd name="connsiteY19383" fmla="*/ 651415 h 5143785"/>
              <a:gd name="connsiteX19384" fmla="*/ 417195 w 3114960"/>
              <a:gd name="connsiteY19384" fmla="*/ 648367 h 5143785"/>
              <a:gd name="connsiteX19385" fmla="*/ 407003 w 3114960"/>
              <a:gd name="connsiteY19385" fmla="*/ 658082 h 5143785"/>
              <a:gd name="connsiteX19386" fmla="*/ 398621 w 3114960"/>
              <a:gd name="connsiteY19386" fmla="*/ 658463 h 5143785"/>
              <a:gd name="connsiteX19387" fmla="*/ 398240 w 3114960"/>
              <a:gd name="connsiteY19387" fmla="*/ 650081 h 5143785"/>
              <a:gd name="connsiteX19388" fmla="*/ 402622 w 3114960"/>
              <a:gd name="connsiteY19388" fmla="*/ 648176 h 5143785"/>
              <a:gd name="connsiteX19389" fmla="*/ 406622 w 3114960"/>
              <a:gd name="connsiteY19389" fmla="*/ 649700 h 5143785"/>
              <a:gd name="connsiteX19390" fmla="*/ 407003 w 3114960"/>
              <a:gd name="connsiteY19390" fmla="*/ 658082 h 5143785"/>
              <a:gd name="connsiteX19391" fmla="*/ 665417 w 3114960"/>
              <a:gd name="connsiteY19391" fmla="*/ 615410 h 5143785"/>
              <a:gd name="connsiteX19392" fmla="*/ 669989 w 3114960"/>
              <a:gd name="connsiteY19392" fmla="*/ 620935 h 5143785"/>
              <a:gd name="connsiteX19393" fmla="*/ 664750 w 3114960"/>
              <a:gd name="connsiteY19393" fmla="*/ 625221 h 5143785"/>
              <a:gd name="connsiteX19394" fmla="*/ 660178 w 3114960"/>
              <a:gd name="connsiteY19394" fmla="*/ 619697 h 5143785"/>
              <a:gd name="connsiteX19395" fmla="*/ 665417 w 3114960"/>
              <a:gd name="connsiteY19395" fmla="*/ 615410 h 5143785"/>
              <a:gd name="connsiteX19396" fmla="*/ 451771 w 3114960"/>
              <a:gd name="connsiteY19396" fmla="*/ 592265 h 5143785"/>
              <a:gd name="connsiteX19397" fmla="*/ 458914 w 3114960"/>
              <a:gd name="connsiteY19397" fmla="*/ 592265 h 5143785"/>
              <a:gd name="connsiteX19398" fmla="*/ 458914 w 3114960"/>
              <a:gd name="connsiteY19398" fmla="*/ 599885 h 5143785"/>
              <a:gd name="connsiteX19399" fmla="*/ 451771 w 3114960"/>
              <a:gd name="connsiteY19399" fmla="*/ 599885 h 5143785"/>
              <a:gd name="connsiteX19400" fmla="*/ 451771 w 3114960"/>
              <a:gd name="connsiteY19400" fmla="*/ 592265 h 5143785"/>
              <a:gd name="connsiteX19401" fmla="*/ 451771 w 3114960"/>
              <a:gd name="connsiteY19401" fmla="*/ 577025 h 5143785"/>
              <a:gd name="connsiteX19402" fmla="*/ 458914 w 3114960"/>
              <a:gd name="connsiteY19402" fmla="*/ 577025 h 5143785"/>
              <a:gd name="connsiteX19403" fmla="*/ 458914 w 3114960"/>
              <a:gd name="connsiteY19403" fmla="*/ 584645 h 5143785"/>
              <a:gd name="connsiteX19404" fmla="*/ 451771 w 3114960"/>
              <a:gd name="connsiteY19404" fmla="*/ 584645 h 5143785"/>
              <a:gd name="connsiteX19405" fmla="*/ 451771 w 3114960"/>
              <a:gd name="connsiteY19405" fmla="*/ 577025 h 5143785"/>
              <a:gd name="connsiteX19406" fmla="*/ 2752820 w 3114960"/>
              <a:gd name="connsiteY19406" fmla="*/ 209836 h 5143785"/>
              <a:gd name="connsiteX19407" fmla="*/ 2752820 w 3114960"/>
              <a:gd name="connsiteY19407" fmla="*/ 224504 h 5143785"/>
              <a:gd name="connsiteX19408" fmla="*/ 2749010 w 3114960"/>
              <a:gd name="connsiteY19408" fmla="*/ 228314 h 5143785"/>
              <a:gd name="connsiteX19409" fmla="*/ 2734342 w 3114960"/>
              <a:gd name="connsiteY19409" fmla="*/ 228314 h 5143785"/>
              <a:gd name="connsiteX19410" fmla="*/ 2730532 w 3114960"/>
              <a:gd name="connsiteY19410" fmla="*/ 224504 h 5143785"/>
              <a:gd name="connsiteX19411" fmla="*/ 2730532 w 3114960"/>
              <a:gd name="connsiteY19411" fmla="*/ 209836 h 5143785"/>
              <a:gd name="connsiteX19412" fmla="*/ 2734342 w 3114960"/>
              <a:gd name="connsiteY19412" fmla="*/ 206026 h 5143785"/>
              <a:gd name="connsiteX19413" fmla="*/ 2749010 w 3114960"/>
              <a:gd name="connsiteY19413" fmla="*/ 206026 h 5143785"/>
              <a:gd name="connsiteX19414" fmla="*/ 2752820 w 3114960"/>
              <a:gd name="connsiteY19414" fmla="*/ 209836 h 5143785"/>
              <a:gd name="connsiteX19415" fmla="*/ 508540 w 3114960"/>
              <a:gd name="connsiteY19415" fmla="*/ 570833 h 5143785"/>
              <a:gd name="connsiteX19416" fmla="*/ 501682 w 3114960"/>
              <a:gd name="connsiteY19416" fmla="*/ 577691 h 5143785"/>
              <a:gd name="connsiteX19417" fmla="*/ 501682 w 3114960"/>
              <a:gd name="connsiteY19417" fmla="*/ 590360 h 5143785"/>
              <a:gd name="connsiteX19418" fmla="*/ 508540 w 3114960"/>
              <a:gd name="connsiteY19418" fmla="*/ 597218 h 5143785"/>
              <a:gd name="connsiteX19419" fmla="*/ 521208 w 3114960"/>
              <a:gd name="connsiteY19419" fmla="*/ 597218 h 5143785"/>
              <a:gd name="connsiteX19420" fmla="*/ 528066 w 3114960"/>
              <a:gd name="connsiteY19420" fmla="*/ 590360 h 5143785"/>
              <a:gd name="connsiteX19421" fmla="*/ 528066 w 3114960"/>
              <a:gd name="connsiteY19421" fmla="*/ 577691 h 5143785"/>
              <a:gd name="connsiteX19422" fmla="*/ 521208 w 3114960"/>
              <a:gd name="connsiteY19422" fmla="*/ 570833 h 5143785"/>
              <a:gd name="connsiteX19423" fmla="*/ 517208 w 3114960"/>
              <a:gd name="connsiteY19423" fmla="*/ 570833 h 5143785"/>
              <a:gd name="connsiteX19424" fmla="*/ 517208 w 3114960"/>
              <a:gd name="connsiteY19424" fmla="*/ 425768 h 5143785"/>
              <a:gd name="connsiteX19425" fmla="*/ 371475 w 3114960"/>
              <a:gd name="connsiteY19425" fmla="*/ 257080 h 5143785"/>
              <a:gd name="connsiteX19426" fmla="*/ 374333 w 3114960"/>
              <a:gd name="connsiteY19426" fmla="*/ 246031 h 5143785"/>
              <a:gd name="connsiteX19427" fmla="*/ 366998 w 3114960"/>
              <a:gd name="connsiteY19427" fmla="*/ 239649 h 5143785"/>
              <a:gd name="connsiteX19428" fmla="*/ 366998 w 3114960"/>
              <a:gd name="connsiteY19428" fmla="*/ 238030 h 5143785"/>
              <a:gd name="connsiteX19429" fmla="*/ 362236 w 3114960"/>
              <a:gd name="connsiteY19429" fmla="*/ 238030 h 5143785"/>
              <a:gd name="connsiteX19430" fmla="*/ 362236 w 3114960"/>
              <a:gd name="connsiteY19430" fmla="*/ 239649 h 5143785"/>
              <a:gd name="connsiteX19431" fmla="*/ 361188 w 3114960"/>
              <a:gd name="connsiteY19431" fmla="*/ 239744 h 5143785"/>
              <a:gd name="connsiteX19432" fmla="*/ 354902 w 3114960"/>
              <a:gd name="connsiteY19432" fmla="*/ 252794 h 5143785"/>
              <a:gd name="connsiteX19433" fmla="*/ 366998 w 3114960"/>
              <a:gd name="connsiteY19433" fmla="*/ 259175 h 5143785"/>
              <a:gd name="connsiteX19434" fmla="*/ 512350 w 3114960"/>
              <a:gd name="connsiteY19434" fmla="*/ 427387 h 5143785"/>
              <a:gd name="connsiteX19435" fmla="*/ 512350 w 3114960"/>
              <a:gd name="connsiteY19435" fmla="*/ 570643 h 5143785"/>
              <a:gd name="connsiteX19436" fmla="*/ 508349 w 3114960"/>
              <a:gd name="connsiteY19436" fmla="*/ 570643 h 5143785"/>
              <a:gd name="connsiteX19437" fmla="*/ 521208 w 3114960"/>
              <a:gd name="connsiteY19437" fmla="*/ 575596 h 5143785"/>
              <a:gd name="connsiteX19438" fmla="*/ 523304 w 3114960"/>
              <a:gd name="connsiteY19438" fmla="*/ 577691 h 5143785"/>
              <a:gd name="connsiteX19439" fmla="*/ 523304 w 3114960"/>
              <a:gd name="connsiteY19439" fmla="*/ 590360 h 5143785"/>
              <a:gd name="connsiteX19440" fmla="*/ 521208 w 3114960"/>
              <a:gd name="connsiteY19440" fmla="*/ 592455 h 5143785"/>
              <a:gd name="connsiteX19441" fmla="*/ 508540 w 3114960"/>
              <a:gd name="connsiteY19441" fmla="*/ 592455 h 5143785"/>
              <a:gd name="connsiteX19442" fmla="*/ 506444 w 3114960"/>
              <a:gd name="connsiteY19442" fmla="*/ 590360 h 5143785"/>
              <a:gd name="connsiteX19443" fmla="*/ 506444 w 3114960"/>
              <a:gd name="connsiteY19443" fmla="*/ 577691 h 5143785"/>
              <a:gd name="connsiteX19444" fmla="*/ 508540 w 3114960"/>
              <a:gd name="connsiteY19444" fmla="*/ 575596 h 5143785"/>
              <a:gd name="connsiteX19445" fmla="*/ 521208 w 3114960"/>
              <a:gd name="connsiteY19445" fmla="*/ 575596 h 5143785"/>
              <a:gd name="connsiteX19446" fmla="*/ 343757 w 3114960"/>
              <a:gd name="connsiteY19446" fmla="*/ 592265 h 5143785"/>
              <a:gd name="connsiteX19447" fmla="*/ 350901 w 3114960"/>
              <a:gd name="connsiteY19447" fmla="*/ 592265 h 5143785"/>
              <a:gd name="connsiteX19448" fmla="*/ 350901 w 3114960"/>
              <a:gd name="connsiteY19448" fmla="*/ 599885 h 5143785"/>
              <a:gd name="connsiteX19449" fmla="*/ 343757 w 3114960"/>
              <a:gd name="connsiteY19449" fmla="*/ 599885 h 5143785"/>
              <a:gd name="connsiteX19450" fmla="*/ 343757 w 3114960"/>
              <a:gd name="connsiteY19450" fmla="*/ 592265 h 5143785"/>
              <a:gd name="connsiteX19451" fmla="*/ 458914 w 3114960"/>
              <a:gd name="connsiteY19451" fmla="*/ 554069 h 5143785"/>
              <a:gd name="connsiteX19452" fmla="*/ 451771 w 3114960"/>
              <a:gd name="connsiteY19452" fmla="*/ 554069 h 5143785"/>
              <a:gd name="connsiteX19453" fmla="*/ 451771 w 3114960"/>
              <a:gd name="connsiteY19453" fmla="*/ 549307 h 5143785"/>
              <a:gd name="connsiteX19454" fmla="*/ 458914 w 3114960"/>
              <a:gd name="connsiteY19454" fmla="*/ 549307 h 5143785"/>
              <a:gd name="connsiteX19455" fmla="*/ 458914 w 3114960"/>
              <a:gd name="connsiteY19455" fmla="*/ 554069 h 5143785"/>
              <a:gd name="connsiteX19456" fmla="*/ 427577 w 3114960"/>
              <a:gd name="connsiteY19456" fmla="*/ 639794 h 5143785"/>
              <a:gd name="connsiteX19457" fmla="*/ 422339 w 3114960"/>
              <a:gd name="connsiteY19457" fmla="*/ 644081 h 5143785"/>
              <a:gd name="connsiteX19458" fmla="*/ 417767 w 3114960"/>
              <a:gd name="connsiteY19458" fmla="*/ 638556 h 5143785"/>
              <a:gd name="connsiteX19459" fmla="*/ 423005 w 3114960"/>
              <a:gd name="connsiteY19459" fmla="*/ 634270 h 5143785"/>
              <a:gd name="connsiteX19460" fmla="*/ 427577 w 3114960"/>
              <a:gd name="connsiteY19460" fmla="*/ 639794 h 5143785"/>
              <a:gd name="connsiteX19461" fmla="*/ 376333 w 3114960"/>
              <a:gd name="connsiteY19461" fmla="*/ 223647 h 5143785"/>
              <a:gd name="connsiteX19462" fmla="*/ 372713 w 3114960"/>
              <a:gd name="connsiteY19462" fmla="*/ 220504 h 5143785"/>
              <a:gd name="connsiteX19463" fmla="*/ 385763 w 3114960"/>
              <a:gd name="connsiteY19463" fmla="*/ 205645 h 5143785"/>
              <a:gd name="connsiteX19464" fmla="*/ 389382 w 3114960"/>
              <a:gd name="connsiteY19464" fmla="*/ 208788 h 5143785"/>
              <a:gd name="connsiteX19465" fmla="*/ 376333 w 3114960"/>
              <a:gd name="connsiteY19465" fmla="*/ 223647 h 5143785"/>
              <a:gd name="connsiteX19466" fmla="*/ 343757 w 3114960"/>
              <a:gd name="connsiteY19466" fmla="*/ 607600 h 5143785"/>
              <a:gd name="connsiteX19467" fmla="*/ 350901 w 3114960"/>
              <a:gd name="connsiteY19467" fmla="*/ 607600 h 5143785"/>
              <a:gd name="connsiteX19468" fmla="*/ 350901 w 3114960"/>
              <a:gd name="connsiteY19468" fmla="*/ 614077 h 5143785"/>
              <a:gd name="connsiteX19469" fmla="*/ 345948 w 3114960"/>
              <a:gd name="connsiteY19469" fmla="*/ 618173 h 5143785"/>
              <a:gd name="connsiteX19470" fmla="*/ 341376 w 3114960"/>
              <a:gd name="connsiteY19470" fmla="*/ 612648 h 5143785"/>
              <a:gd name="connsiteX19471" fmla="*/ 343757 w 3114960"/>
              <a:gd name="connsiteY19471" fmla="*/ 610648 h 5143785"/>
              <a:gd name="connsiteX19472" fmla="*/ 343757 w 3114960"/>
              <a:gd name="connsiteY19472" fmla="*/ 607600 h 5143785"/>
              <a:gd name="connsiteX19473" fmla="*/ 451771 w 3114960"/>
              <a:gd name="connsiteY19473" fmla="*/ 561689 h 5143785"/>
              <a:gd name="connsiteX19474" fmla="*/ 458914 w 3114960"/>
              <a:gd name="connsiteY19474" fmla="*/ 561689 h 5143785"/>
              <a:gd name="connsiteX19475" fmla="*/ 458914 w 3114960"/>
              <a:gd name="connsiteY19475" fmla="*/ 569309 h 5143785"/>
              <a:gd name="connsiteX19476" fmla="*/ 451771 w 3114960"/>
              <a:gd name="connsiteY19476" fmla="*/ 569309 h 5143785"/>
              <a:gd name="connsiteX19477" fmla="*/ 451771 w 3114960"/>
              <a:gd name="connsiteY19477" fmla="*/ 561689 h 5143785"/>
              <a:gd name="connsiteX19478" fmla="*/ 438150 w 3114960"/>
              <a:gd name="connsiteY19478" fmla="*/ 631127 h 5143785"/>
              <a:gd name="connsiteX19479" fmla="*/ 432911 w 3114960"/>
              <a:gd name="connsiteY19479" fmla="*/ 635413 h 5143785"/>
              <a:gd name="connsiteX19480" fmla="*/ 428339 w 3114960"/>
              <a:gd name="connsiteY19480" fmla="*/ 629888 h 5143785"/>
              <a:gd name="connsiteX19481" fmla="*/ 433578 w 3114960"/>
              <a:gd name="connsiteY19481" fmla="*/ 625602 h 5143785"/>
              <a:gd name="connsiteX19482" fmla="*/ 438150 w 3114960"/>
              <a:gd name="connsiteY19482" fmla="*/ 631127 h 5143785"/>
              <a:gd name="connsiteX19483" fmla="*/ 448723 w 3114960"/>
              <a:gd name="connsiteY19483" fmla="*/ 622459 h 5143785"/>
              <a:gd name="connsiteX19484" fmla="*/ 443484 w 3114960"/>
              <a:gd name="connsiteY19484" fmla="*/ 626745 h 5143785"/>
              <a:gd name="connsiteX19485" fmla="*/ 438912 w 3114960"/>
              <a:gd name="connsiteY19485" fmla="*/ 621221 h 5143785"/>
              <a:gd name="connsiteX19486" fmla="*/ 444151 w 3114960"/>
              <a:gd name="connsiteY19486" fmla="*/ 616934 h 5143785"/>
              <a:gd name="connsiteX19487" fmla="*/ 448723 w 3114960"/>
              <a:gd name="connsiteY19487" fmla="*/ 622459 h 5143785"/>
              <a:gd name="connsiteX19488" fmla="*/ 439864 w 3114960"/>
              <a:gd name="connsiteY19488" fmla="*/ 2393537 h 5143785"/>
              <a:gd name="connsiteX19489" fmla="*/ 516827 w 3114960"/>
              <a:gd name="connsiteY19489" fmla="*/ 2393537 h 5143785"/>
              <a:gd name="connsiteX19490" fmla="*/ 518541 w 3114960"/>
              <a:gd name="connsiteY19490" fmla="*/ 2394204 h 5143785"/>
              <a:gd name="connsiteX19491" fmla="*/ 519208 w 3114960"/>
              <a:gd name="connsiteY19491" fmla="*/ 2395919 h 5143785"/>
              <a:gd name="connsiteX19492" fmla="*/ 519208 w 3114960"/>
              <a:gd name="connsiteY19492" fmla="*/ 2473071 h 5143785"/>
              <a:gd name="connsiteX19493" fmla="*/ 524447 w 3114960"/>
              <a:gd name="connsiteY19493" fmla="*/ 2476500 h 5143785"/>
              <a:gd name="connsiteX19494" fmla="*/ 526066 w 3114960"/>
              <a:gd name="connsiteY19494" fmla="*/ 2483739 h 5143785"/>
              <a:gd name="connsiteX19495" fmla="*/ 521970 w 3114960"/>
              <a:gd name="connsiteY19495" fmla="*/ 2490026 h 5143785"/>
              <a:gd name="connsiteX19496" fmla="*/ 508445 w 3114960"/>
              <a:gd name="connsiteY19496" fmla="*/ 2487644 h 5143785"/>
              <a:gd name="connsiteX19497" fmla="*/ 506825 w 3114960"/>
              <a:gd name="connsiteY19497" fmla="*/ 2480405 h 5143785"/>
              <a:gd name="connsiteX19498" fmla="*/ 510921 w 3114960"/>
              <a:gd name="connsiteY19498" fmla="*/ 2474119 h 5143785"/>
              <a:gd name="connsiteX19499" fmla="*/ 514255 w 3114960"/>
              <a:gd name="connsiteY19499" fmla="*/ 2472785 h 5143785"/>
              <a:gd name="connsiteX19500" fmla="*/ 514255 w 3114960"/>
              <a:gd name="connsiteY19500" fmla="*/ 2398300 h 5143785"/>
              <a:gd name="connsiteX19501" fmla="*/ 439388 w 3114960"/>
              <a:gd name="connsiteY19501" fmla="*/ 2398300 h 5143785"/>
              <a:gd name="connsiteX19502" fmla="*/ 435769 w 3114960"/>
              <a:gd name="connsiteY19502" fmla="*/ 2403348 h 5143785"/>
              <a:gd name="connsiteX19503" fmla="*/ 422243 w 3114960"/>
              <a:gd name="connsiteY19503" fmla="*/ 2400967 h 5143785"/>
              <a:gd name="connsiteX19504" fmla="*/ 420624 w 3114960"/>
              <a:gd name="connsiteY19504" fmla="*/ 2393728 h 5143785"/>
              <a:gd name="connsiteX19505" fmla="*/ 424720 w 3114960"/>
              <a:gd name="connsiteY19505" fmla="*/ 2387441 h 5143785"/>
              <a:gd name="connsiteX19506" fmla="*/ 430244 w 3114960"/>
              <a:gd name="connsiteY19506" fmla="*/ 2385822 h 5143785"/>
              <a:gd name="connsiteX19507" fmla="*/ 438245 w 3114960"/>
              <a:gd name="connsiteY19507" fmla="*/ 2389918 h 5143785"/>
              <a:gd name="connsiteX19508" fmla="*/ 439864 w 3114960"/>
              <a:gd name="connsiteY19508" fmla="*/ 2393728 h 5143785"/>
              <a:gd name="connsiteX19509" fmla="*/ 1211485 w 3114960"/>
              <a:gd name="connsiteY19509" fmla="*/ 254984 h 5143785"/>
              <a:gd name="connsiteX19510" fmla="*/ 1218629 w 3114960"/>
              <a:gd name="connsiteY19510" fmla="*/ 254984 h 5143785"/>
              <a:gd name="connsiteX19511" fmla="*/ 1218629 w 3114960"/>
              <a:gd name="connsiteY19511" fmla="*/ 264128 h 5143785"/>
              <a:gd name="connsiteX19512" fmla="*/ 1211485 w 3114960"/>
              <a:gd name="connsiteY19512" fmla="*/ 264128 h 5143785"/>
              <a:gd name="connsiteX19513" fmla="*/ 1211485 w 3114960"/>
              <a:gd name="connsiteY19513" fmla="*/ 254984 h 5143785"/>
              <a:gd name="connsiteX19514" fmla="*/ 586835 w 3114960"/>
              <a:gd name="connsiteY19514" fmla="*/ 4414838 h 5143785"/>
              <a:gd name="connsiteX19515" fmla="*/ 593598 w 3114960"/>
              <a:gd name="connsiteY19515" fmla="*/ 4408932 h 5143785"/>
              <a:gd name="connsiteX19516" fmla="*/ 598361 w 3114960"/>
              <a:gd name="connsiteY19516" fmla="*/ 4414266 h 5143785"/>
              <a:gd name="connsiteX19517" fmla="*/ 591598 w 3114960"/>
              <a:gd name="connsiteY19517" fmla="*/ 4420172 h 5143785"/>
              <a:gd name="connsiteX19518" fmla="*/ 586835 w 3114960"/>
              <a:gd name="connsiteY19518" fmla="*/ 4414838 h 5143785"/>
              <a:gd name="connsiteX19519" fmla="*/ 1218914 w 3114960"/>
              <a:gd name="connsiteY19519" fmla="*/ 209455 h 5143785"/>
              <a:gd name="connsiteX19520" fmla="*/ 1211771 w 3114960"/>
              <a:gd name="connsiteY19520" fmla="*/ 209455 h 5143785"/>
              <a:gd name="connsiteX19521" fmla="*/ 1211771 w 3114960"/>
              <a:gd name="connsiteY19521" fmla="*/ 200311 h 5143785"/>
              <a:gd name="connsiteX19522" fmla="*/ 1218914 w 3114960"/>
              <a:gd name="connsiteY19522" fmla="*/ 200311 h 5143785"/>
              <a:gd name="connsiteX19523" fmla="*/ 1218914 w 3114960"/>
              <a:gd name="connsiteY19523" fmla="*/ 209455 h 5143785"/>
              <a:gd name="connsiteX19524" fmla="*/ 1211294 w 3114960"/>
              <a:gd name="connsiteY19524" fmla="*/ 273272 h 5143785"/>
              <a:gd name="connsiteX19525" fmla="*/ 1218438 w 3114960"/>
              <a:gd name="connsiteY19525" fmla="*/ 273272 h 5143785"/>
              <a:gd name="connsiteX19526" fmla="*/ 1218438 w 3114960"/>
              <a:gd name="connsiteY19526" fmla="*/ 282416 h 5143785"/>
              <a:gd name="connsiteX19527" fmla="*/ 1211294 w 3114960"/>
              <a:gd name="connsiteY19527" fmla="*/ 282416 h 5143785"/>
              <a:gd name="connsiteX19528" fmla="*/ 1211294 w 3114960"/>
              <a:gd name="connsiteY19528" fmla="*/ 273272 h 5143785"/>
              <a:gd name="connsiteX19529" fmla="*/ 1205865 w 3114960"/>
              <a:gd name="connsiteY19529" fmla="*/ 335756 h 5143785"/>
              <a:gd name="connsiteX19530" fmla="*/ 1210628 w 3114960"/>
              <a:gd name="connsiteY19530" fmla="*/ 341090 h 5143785"/>
              <a:gd name="connsiteX19531" fmla="*/ 1207961 w 3114960"/>
              <a:gd name="connsiteY19531" fmla="*/ 343472 h 5143785"/>
              <a:gd name="connsiteX19532" fmla="*/ 1203198 w 3114960"/>
              <a:gd name="connsiteY19532" fmla="*/ 338138 h 5143785"/>
              <a:gd name="connsiteX19533" fmla="*/ 1205865 w 3114960"/>
              <a:gd name="connsiteY19533" fmla="*/ 335756 h 5143785"/>
              <a:gd name="connsiteX19534" fmla="*/ 1211009 w 3114960"/>
              <a:gd name="connsiteY19534" fmla="*/ 328041 h 5143785"/>
              <a:gd name="connsiteX19535" fmla="*/ 1218152 w 3114960"/>
              <a:gd name="connsiteY19535" fmla="*/ 328041 h 5143785"/>
              <a:gd name="connsiteX19536" fmla="*/ 1218152 w 3114960"/>
              <a:gd name="connsiteY19536" fmla="*/ 334423 h 5143785"/>
              <a:gd name="connsiteX19537" fmla="*/ 1213390 w 3114960"/>
              <a:gd name="connsiteY19537" fmla="*/ 338709 h 5143785"/>
              <a:gd name="connsiteX19538" fmla="*/ 1208627 w 3114960"/>
              <a:gd name="connsiteY19538" fmla="*/ 333375 h 5143785"/>
              <a:gd name="connsiteX19539" fmla="*/ 1211009 w 3114960"/>
              <a:gd name="connsiteY19539" fmla="*/ 331280 h 5143785"/>
              <a:gd name="connsiteX19540" fmla="*/ 1211009 w 3114960"/>
              <a:gd name="connsiteY19540" fmla="*/ 328136 h 5143785"/>
              <a:gd name="connsiteX19541" fmla="*/ 1211104 w 3114960"/>
              <a:gd name="connsiteY19541" fmla="*/ 309753 h 5143785"/>
              <a:gd name="connsiteX19542" fmla="*/ 1218248 w 3114960"/>
              <a:gd name="connsiteY19542" fmla="*/ 309753 h 5143785"/>
              <a:gd name="connsiteX19543" fmla="*/ 1218248 w 3114960"/>
              <a:gd name="connsiteY19543" fmla="*/ 318897 h 5143785"/>
              <a:gd name="connsiteX19544" fmla="*/ 1211104 w 3114960"/>
              <a:gd name="connsiteY19544" fmla="*/ 318897 h 5143785"/>
              <a:gd name="connsiteX19545" fmla="*/ 1211104 w 3114960"/>
              <a:gd name="connsiteY19545" fmla="*/ 309753 h 5143785"/>
              <a:gd name="connsiteX19546" fmla="*/ 1211199 w 3114960"/>
              <a:gd name="connsiteY19546" fmla="*/ 291560 h 5143785"/>
              <a:gd name="connsiteX19547" fmla="*/ 1218343 w 3114960"/>
              <a:gd name="connsiteY19547" fmla="*/ 291560 h 5143785"/>
              <a:gd name="connsiteX19548" fmla="*/ 1218343 w 3114960"/>
              <a:gd name="connsiteY19548" fmla="*/ 300704 h 5143785"/>
              <a:gd name="connsiteX19549" fmla="*/ 1211199 w 3114960"/>
              <a:gd name="connsiteY19549" fmla="*/ 300704 h 5143785"/>
              <a:gd name="connsiteX19550" fmla="*/ 1211199 w 3114960"/>
              <a:gd name="connsiteY19550" fmla="*/ 291560 h 5143785"/>
              <a:gd name="connsiteX19551" fmla="*/ 1082421 w 3114960"/>
              <a:gd name="connsiteY19551" fmla="*/ 273653 h 5143785"/>
              <a:gd name="connsiteX19552" fmla="*/ 1082421 w 3114960"/>
              <a:gd name="connsiteY19552" fmla="*/ 441198 h 5143785"/>
              <a:gd name="connsiteX19553" fmla="*/ 1092899 w 3114960"/>
              <a:gd name="connsiteY19553" fmla="*/ 459391 h 5143785"/>
              <a:gd name="connsiteX19554" fmla="*/ 1092899 w 3114960"/>
              <a:gd name="connsiteY19554" fmla="*/ 523018 h 5143785"/>
              <a:gd name="connsiteX19555" fmla="*/ 1092327 w 3114960"/>
              <a:gd name="connsiteY19555" fmla="*/ 523018 h 5143785"/>
              <a:gd name="connsiteX19556" fmla="*/ 1089660 w 3114960"/>
              <a:gd name="connsiteY19556" fmla="*/ 525685 h 5143785"/>
              <a:gd name="connsiteX19557" fmla="*/ 1089660 w 3114960"/>
              <a:gd name="connsiteY19557" fmla="*/ 538639 h 5143785"/>
              <a:gd name="connsiteX19558" fmla="*/ 1092327 w 3114960"/>
              <a:gd name="connsiteY19558" fmla="*/ 541306 h 5143785"/>
              <a:gd name="connsiteX19559" fmla="*/ 1098328 w 3114960"/>
              <a:gd name="connsiteY19559" fmla="*/ 541306 h 5143785"/>
              <a:gd name="connsiteX19560" fmla="*/ 1100995 w 3114960"/>
              <a:gd name="connsiteY19560" fmla="*/ 538639 h 5143785"/>
              <a:gd name="connsiteX19561" fmla="*/ 1100995 w 3114960"/>
              <a:gd name="connsiteY19561" fmla="*/ 525685 h 5143785"/>
              <a:gd name="connsiteX19562" fmla="*/ 1098328 w 3114960"/>
              <a:gd name="connsiteY19562" fmla="*/ 523018 h 5143785"/>
              <a:gd name="connsiteX19563" fmla="*/ 1097852 w 3114960"/>
              <a:gd name="connsiteY19563" fmla="*/ 523018 h 5143785"/>
              <a:gd name="connsiteX19564" fmla="*/ 1097852 w 3114960"/>
              <a:gd name="connsiteY19564" fmla="*/ 458153 h 5143785"/>
              <a:gd name="connsiteX19565" fmla="*/ 1087184 w 3114960"/>
              <a:gd name="connsiteY19565" fmla="*/ 439960 h 5143785"/>
              <a:gd name="connsiteX19566" fmla="*/ 1087184 w 3114960"/>
              <a:gd name="connsiteY19566" fmla="*/ 275463 h 5143785"/>
              <a:gd name="connsiteX19567" fmla="*/ 1101852 w 3114960"/>
              <a:gd name="connsiteY19567" fmla="*/ 258413 h 5143785"/>
              <a:gd name="connsiteX19568" fmla="*/ 1101852 w 3114960"/>
              <a:gd name="connsiteY19568" fmla="*/ 187262 h 5143785"/>
              <a:gd name="connsiteX19569" fmla="*/ 1106710 w 3114960"/>
              <a:gd name="connsiteY19569" fmla="*/ 187262 h 5143785"/>
              <a:gd name="connsiteX19570" fmla="*/ 1113568 w 3114960"/>
              <a:gd name="connsiteY19570" fmla="*/ 180404 h 5143785"/>
              <a:gd name="connsiteX19571" fmla="*/ 1113568 w 3114960"/>
              <a:gd name="connsiteY19571" fmla="*/ 166021 h 5143785"/>
              <a:gd name="connsiteX19572" fmla="*/ 1106710 w 3114960"/>
              <a:gd name="connsiteY19572" fmla="*/ 159163 h 5143785"/>
              <a:gd name="connsiteX19573" fmla="*/ 1101852 w 3114960"/>
              <a:gd name="connsiteY19573" fmla="*/ 159163 h 5143785"/>
              <a:gd name="connsiteX19574" fmla="*/ 1101376 w 3114960"/>
              <a:gd name="connsiteY19574" fmla="*/ 135160 h 5143785"/>
              <a:gd name="connsiteX19575" fmla="*/ 1128427 w 3114960"/>
              <a:gd name="connsiteY19575" fmla="*/ 105442 h 5143785"/>
              <a:gd name="connsiteX19576" fmla="*/ 1128998 w 3114960"/>
              <a:gd name="connsiteY19576" fmla="*/ 30099 h 5143785"/>
              <a:gd name="connsiteX19577" fmla="*/ 1139476 w 3114960"/>
              <a:gd name="connsiteY19577" fmla="*/ 17717 h 5143785"/>
              <a:gd name="connsiteX19578" fmla="*/ 1126617 w 3114960"/>
              <a:gd name="connsiteY19578" fmla="*/ 4858 h 5143785"/>
              <a:gd name="connsiteX19579" fmla="*/ 1113758 w 3114960"/>
              <a:gd name="connsiteY19579" fmla="*/ 17717 h 5143785"/>
              <a:gd name="connsiteX19580" fmla="*/ 1124236 w 3114960"/>
              <a:gd name="connsiteY19580" fmla="*/ 30099 h 5143785"/>
              <a:gd name="connsiteX19581" fmla="*/ 1123664 w 3114960"/>
              <a:gd name="connsiteY19581" fmla="*/ 103537 h 5143785"/>
              <a:gd name="connsiteX19582" fmla="*/ 1096518 w 3114960"/>
              <a:gd name="connsiteY19582" fmla="*/ 133350 h 5143785"/>
              <a:gd name="connsiteX19583" fmla="*/ 1097090 w 3114960"/>
              <a:gd name="connsiteY19583" fmla="*/ 159163 h 5143785"/>
              <a:gd name="connsiteX19584" fmla="*/ 1092327 w 3114960"/>
              <a:gd name="connsiteY19584" fmla="*/ 159163 h 5143785"/>
              <a:gd name="connsiteX19585" fmla="*/ 1085469 w 3114960"/>
              <a:gd name="connsiteY19585" fmla="*/ 166021 h 5143785"/>
              <a:gd name="connsiteX19586" fmla="*/ 1085469 w 3114960"/>
              <a:gd name="connsiteY19586" fmla="*/ 180404 h 5143785"/>
              <a:gd name="connsiteX19587" fmla="*/ 1092327 w 3114960"/>
              <a:gd name="connsiteY19587" fmla="*/ 187262 h 5143785"/>
              <a:gd name="connsiteX19588" fmla="*/ 1097185 w 3114960"/>
              <a:gd name="connsiteY19588" fmla="*/ 187262 h 5143785"/>
              <a:gd name="connsiteX19589" fmla="*/ 1097185 w 3114960"/>
              <a:gd name="connsiteY19589" fmla="*/ 256699 h 5143785"/>
              <a:gd name="connsiteX19590" fmla="*/ 1082516 w 3114960"/>
              <a:gd name="connsiteY19590" fmla="*/ 273749 h 5143785"/>
              <a:gd name="connsiteX19591" fmla="*/ 1118521 w 3114960"/>
              <a:gd name="connsiteY19591" fmla="*/ 17717 h 5143785"/>
              <a:gd name="connsiteX19592" fmla="*/ 1126617 w 3114960"/>
              <a:gd name="connsiteY19592" fmla="*/ 9620 h 5143785"/>
              <a:gd name="connsiteX19593" fmla="*/ 1134713 w 3114960"/>
              <a:gd name="connsiteY19593" fmla="*/ 17717 h 5143785"/>
              <a:gd name="connsiteX19594" fmla="*/ 1126617 w 3114960"/>
              <a:gd name="connsiteY19594" fmla="*/ 25813 h 5143785"/>
              <a:gd name="connsiteX19595" fmla="*/ 1118521 w 3114960"/>
              <a:gd name="connsiteY19595" fmla="*/ 17717 h 5143785"/>
              <a:gd name="connsiteX19596" fmla="*/ 1092327 w 3114960"/>
              <a:gd name="connsiteY19596" fmla="*/ 182404 h 5143785"/>
              <a:gd name="connsiteX19597" fmla="*/ 1090232 w 3114960"/>
              <a:gd name="connsiteY19597" fmla="*/ 180308 h 5143785"/>
              <a:gd name="connsiteX19598" fmla="*/ 1090232 w 3114960"/>
              <a:gd name="connsiteY19598" fmla="*/ 165926 h 5143785"/>
              <a:gd name="connsiteX19599" fmla="*/ 1092327 w 3114960"/>
              <a:gd name="connsiteY19599" fmla="*/ 163830 h 5143785"/>
              <a:gd name="connsiteX19600" fmla="*/ 1106805 w 3114960"/>
              <a:gd name="connsiteY19600" fmla="*/ 163830 h 5143785"/>
              <a:gd name="connsiteX19601" fmla="*/ 1108901 w 3114960"/>
              <a:gd name="connsiteY19601" fmla="*/ 165926 h 5143785"/>
              <a:gd name="connsiteX19602" fmla="*/ 1108901 w 3114960"/>
              <a:gd name="connsiteY19602" fmla="*/ 180308 h 5143785"/>
              <a:gd name="connsiteX19603" fmla="*/ 1106805 w 3114960"/>
              <a:gd name="connsiteY19603" fmla="*/ 182404 h 5143785"/>
              <a:gd name="connsiteX19604" fmla="*/ 1092422 w 3114960"/>
              <a:gd name="connsiteY19604" fmla="*/ 182404 h 5143785"/>
              <a:gd name="connsiteX19605" fmla="*/ 1105376 w 3114960"/>
              <a:gd name="connsiteY19605" fmla="*/ 169736 h 5143785"/>
              <a:gd name="connsiteX19606" fmla="*/ 1105376 w 3114960"/>
              <a:gd name="connsiteY19606" fmla="*/ 176498 h 5143785"/>
              <a:gd name="connsiteX19607" fmla="*/ 1102900 w 3114960"/>
              <a:gd name="connsiteY19607" fmla="*/ 178975 h 5143785"/>
              <a:gd name="connsiteX19608" fmla="*/ 1096137 w 3114960"/>
              <a:gd name="connsiteY19608" fmla="*/ 178975 h 5143785"/>
              <a:gd name="connsiteX19609" fmla="*/ 1093661 w 3114960"/>
              <a:gd name="connsiteY19609" fmla="*/ 176498 h 5143785"/>
              <a:gd name="connsiteX19610" fmla="*/ 1093661 w 3114960"/>
              <a:gd name="connsiteY19610" fmla="*/ 169736 h 5143785"/>
              <a:gd name="connsiteX19611" fmla="*/ 1096137 w 3114960"/>
              <a:gd name="connsiteY19611" fmla="*/ 167259 h 5143785"/>
              <a:gd name="connsiteX19612" fmla="*/ 1102900 w 3114960"/>
              <a:gd name="connsiteY19612" fmla="*/ 167259 h 5143785"/>
              <a:gd name="connsiteX19613" fmla="*/ 1105376 w 3114960"/>
              <a:gd name="connsiteY19613" fmla="*/ 169736 h 5143785"/>
              <a:gd name="connsiteX19614" fmla="*/ 2633186 w 3114960"/>
              <a:gd name="connsiteY19614" fmla="*/ 4800791 h 5143785"/>
              <a:gd name="connsiteX19615" fmla="*/ 2608612 w 3114960"/>
              <a:gd name="connsiteY19615" fmla="*/ 4773835 h 5143785"/>
              <a:gd name="connsiteX19616" fmla="*/ 2506694 w 3114960"/>
              <a:gd name="connsiteY19616" fmla="*/ 4774216 h 5143785"/>
              <a:gd name="connsiteX19617" fmla="*/ 2505932 w 3114960"/>
              <a:gd name="connsiteY19617" fmla="*/ 4774216 h 5143785"/>
              <a:gd name="connsiteX19618" fmla="*/ 2487835 w 3114960"/>
              <a:gd name="connsiteY19618" fmla="*/ 4787361 h 5143785"/>
              <a:gd name="connsiteX19619" fmla="*/ 2487835 w 3114960"/>
              <a:gd name="connsiteY19619" fmla="*/ 4812411 h 5143785"/>
              <a:gd name="connsiteX19620" fmla="*/ 2499551 w 3114960"/>
              <a:gd name="connsiteY19620" fmla="*/ 4823174 h 5143785"/>
              <a:gd name="connsiteX19621" fmla="*/ 2508885 w 3114960"/>
              <a:gd name="connsiteY19621" fmla="*/ 4831461 h 5143785"/>
              <a:gd name="connsiteX19622" fmla="*/ 2531078 w 3114960"/>
              <a:gd name="connsiteY19622" fmla="*/ 4831461 h 5143785"/>
              <a:gd name="connsiteX19623" fmla="*/ 2540318 w 3114960"/>
              <a:gd name="connsiteY19623" fmla="*/ 4823746 h 5143785"/>
              <a:gd name="connsiteX19624" fmla="*/ 2593562 w 3114960"/>
              <a:gd name="connsiteY19624" fmla="*/ 4823746 h 5143785"/>
              <a:gd name="connsiteX19625" fmla="*/ 2625471 w 3114960"/>
              <a:gd name="connsiteY19625" fmla="*/ 4861560 h 5143785"/>
              <a:gd name="connsiteX19626" fmla="*/ 2694337 w 3114960"/>
              <a:gd name="connsiteY19626" fmla="*/ 4861560 h 5143785"/>
              <a:gd name="connsiteX19627" fmla="*/ 2705005 w 3114960"/>
              <a:gd name="connsiteY19627" fmla="*/ 4868228 h 5143785"/>
              <a:gd name="connsiteX19628" fmla="*/ 2717197 w 3114960"/>
              <a:gd name="connsiteY19628" fmla="*/ 4856036 h 5143785"/>
              <a:gd name="connsiteX19629" fmla="*/ 2705005 w 3114960"/>
              <a:gd name="connsiteY19629" fmla="*/ 4843844 h 5143785"/>
              <a:gd name="connsiteX19630" fmla="*/ 2693194 w 3114960"/>
              <a:gd name="connsiteY19630" fmla="*/ 4854321 h 5143785"/>
              <a:gd name="connsiteX19631" fmla="*/ 2628805 w 3114960"/>
              <a:gd name="connsiteY19631" fmla="*/ 4854321 h 5143785"/>
              <a:gd name="connsiteX19632" fmla="*/ 2596896 w 3114960"/>
              <a:gd name="connsiteY19632" fmla="*/ 4816507 h 5143785"/>
              <a:gd name="connsiteX19633" fmla="*/ 2540318 w 3114960"/>
              <a:gd name="connsiteY19633" fmla="*/ 4816507 h 5143785"/>
              <a:gd name="connsiteX19634" fmla="*/ 2531078 w 3114960"/>
              <a:gd name="connsiteY19634" fmla="*/ 4808792 h 5143785"/>
              <a:gd name="connsiteX19635" fmla="*/ 2508885 w 3114960"/>
              <a:gd name="connsiteY19635" fmla="*/ 4808792 h 5143785"/>
              <a:gd name="connsiteX19636" fmla="*/ 2499646 w 3114960"/>
              <a:gd name="connsiteY19636" fmla="*/ 4816602 h 5143785"/>
              <a:gd name="connsiteX19637" fmla="*/ 2492597 w 3114960"/>
              <a:gd name="connsiteY19637" fmla="*/ 4810125 h 5143785"/>
              <a:gd name="connsiteX19638" fmla="*/ 2492597 w 3114960"/>
              <a:gd name="connsiteY19638" fmla="*/ 4789551 h 5143785"/>
              <a:gd name="connsiteX19639" fmla="*/ 2507552 w 3114960"/>
              <a:gd name="connsiteY19639" fmla="*/ 4778693 h 5143785"/>
              <a:gd name="connsiteX19640" fmla="*/ 2606612 w 3114960"/>
              <a:gd name="connsiteY19640" fmla="*/ 4778312 h 5143785"/>
              <a:gd name="connsiteX19641" fmla="*/ 2631186 w 3114960"/>
              <a:gd name="connsiteY19641" fmla="*/ 4805268 h 5143785"/>
              <a:gd name="connsiteX19642" fmla="*/ 2664428 w 3114960"/>
              <a:gd name="connsiteY19642" fmla="*/ 4805268 h 5143785"/>
              <a:gd name="connsiteX19643" fmla="*/ 2671763 w 3114960"/>
              <a:gd name="connsiteY19643" fmla="*/ 4799171 h 5143785"/>
              <a:gd name="connsiteX19644" fmla="*/ 2679192 w 3114960"/>
              <a:gd name="connsiteY19644" fmla="*/ 4802029 h 5143785"/>
              <a:gd name="connsiteX19645" fmla="*/ 2691003 w 3114960"/>
              <a:gd name="connsiteY19645" fmla="*/ 4790218 h 5143785"/>
              <a:gd name="connsiteX19646" fmla="*/ 2679192 w 3114960"/>
              <a:gd name="connsiteY19646" fmla="*/ 4778407 h 5143785"/>
              <a:gd name="connsiteX19647" fmla="*/ 2667381 w 3114960"/>
              <a:gd name="connsiteY19647" fmla="*/ 4790218 h 5143785"/>
              <a:gd name="connsiteX19648" fmla="*/ 2668810 w 3114960"/>
              <a:gd name="connsiteY19648" fmla="*/ 4795552 h 5143785"/>
              <a:gd name="connsiteX19649" fmla="*/ 2662809 w 3114960"/>
              <a:gd name="connsiteY19649" fmla="*/ 4800505 h 5143785"/>
              <a:gd name="connsiteX19650" fmla="*/ 2633377 w 3114960"/>
              <a:gd name="connsiteY19650" fmla="*/ 4800505 h 5143785"/>
              <a:gd name="connsiteX19651" fmla="*/ 2704910 w 3114960"/>
              <a:gd name="connsiteY19651" fmla="*/ 4848797 h 5143785"/>
              <a:gd name="connsiteX19652" fmla="*/ 2712339 w 3114960"/>
              <a:gd name="connsiteY19652" fmla="*/ 4856226 h 5143785"/>
              <a:gd name="connsiteX19653" fmla="*/ 2704910 w 3114960"/>
              <a:gd name="connsiteY19653" fmla="*/ 4863656 h 5143785"/>
              <a:gd name="connsiteX19654" fmla="*/ 2697480 w 3114960"/>
              <a:gd name="connsiteY19654" fmla="*/ 4856226 h 5143785"/>
              <a:gd name="connsiteX19655" fmla="*/ 2704910 w 3114960"/>
              <a:gd name="connsiteY19655" fmla="*/ 4848797 h 5143785"/>
              <a:gd name="connsiteX19656" fmla="*/ 2532031 w 3114960"/>
              <a:gd name="connsiteY19656" fmla="*/ 4814030 h 5143785"/>
              <a:gd name="connsiteX19657" fmla="*/ 2535841 w 3114960"/>
              <a:gd name="connsiteY19657" fmla="*/ 4818698 h 5143785"/>
              <a:gd name="connsiteX19658" fmla="*/ 2535841 w 3114960"/>
              <a:gd name="connsiteY19658" fmla="*/ 4822031 h 5143785"/>
              <a:gd name="connsiteX19659" fmla="*/ 2532031 w 3114960"/>
              <a:gd name="connsiteY19659" fmla="*/ 4826699 h 5143785"/>
              <a:gd name="connsiteX19660" fmla="*/ 2532031 w 3114960"/>
              <a:gd name="connsiteY19660" fmla="*/ 4814126 h 5143785"/>
              <a:gd name="connsiteX19661" fmla="*/ 2514505 w 3114960"/>
              <a:gd name="connsiteY19661" fmla="*/ 4813840 h 5143785"/>
              <a:gd name="connsiteX19662" fmla="*/ 2526506 w 3114960"/>
              <a:gd name="connsiteY19662" fmla="*/ 4813840 h 5143785"/>
              <a:gd name="connsiteX19663" fmla="*/ 2526506 w 3114960"/>
              <a:gd name="connsiteY19663" fmla="*/ 4826794 h 5143785"/>
              <a:gd name="connsiteX19664" fmla="*/ 2514505 w 3114960"/>
              <a:gd name="connsiteY19664" fmla="*/ 4826794 h 5143785"/>
              <a:gd name="connsiteX19665" fmla="*/ 2514505 w 3114960"/>
              <a:gd name="connsiteY19665" fmla="*/ 4813840 h 5143785"/>
              <a:gd name="connsiteX19666" fmla="*/ 2504027 w 3114960"/>
              <a:gd name="connsiteY19666" fmla="*/ 4818603 h 5143785"/>
              <a:gd name="connsiteX19667" fmla="*/ 2508885 w 3114960"/>
              <a:gd name="connsiteY19667" fmla="*/ 4813745 h 5143785"/>
              <a:gd name="connsiteX19668" fmla="*/ 2509552 w 3114960"/>
              <a:gd name="connsiteY19668" fmla="*/ 4813745 h 5143785"/>
              <a:gd name="connsiteX19669" fmla="*/ 2509552 w 3114960"/>
              <a:gd name="connsiteY19669" fmla="*/ 4826699 h 5143785"/>
              <a:gd name="connsiteX19670" fmla="*/ 2508885 w 3114960"/>
              <a:gd name="connsiteY19670" fmla="*/ 4826699 h 5143785"/>
              <a:gd name="connsiteX19671" fmla="*/ 2504027 w 3114960"/>
              <a:gd name="connsiteY19671" fmla="*/ 4821841 h 5143785"/>
              <a:gd name="connsiteX19672" fmla="*/ 2504027 w 3114960"/>
              <a:gd name="connsiteY19672" fmla="*/ 4818507 h 5143785"/>
              <a:gd name="connsiteX19673" fmla="*/ 2679097 w 3114960"/>
              <a:gd name="connsiteY19673" fmla="*/ 4783455 h 5143785"/>
              <a:gd name="connsiteX19674" fmla="*/ 2686145 w 3114960"/>
              <a:gd name="connsiteY19674" fmla="*/ 4790504 h 5143785"/>
              <a:gd name="connsiteX19675" fmla="*/ 2679097 w 3114960"/>
              <a:gd name="connsiteY19675" fmla="*/ 4797552 h 5143785"/>
              <a:gd name="connsiteX19676" fmla="*/ 2672048 w 3114960"/>
              <a:gd name="connsiteY19676" fmla="*/ 4790504 h 5143785"/>
              <a:gd name="connsiteX19677" fmla="*/ 2679097 w 3114960"/>
              <a:gd name="connsiteY19677" fmla="*/ 4783455 h 5143785"/>
              <a:gd name="connsiteX19678" fmla="*/ 1144905 w 3114960"/>
              <a:gd name="connsiteY19678" fmla="*/ 126968 h 5143785"/>
              <a:gd name="connsiteX19679" fmla="*/ 1144905 w 3114960"/>
              <a:gd name="connsiteY19679" fmla="*/ 166592 h 5143785"/>
              <a:gd name="connsiteX19680" fmla="*/ 1143095 w 3114960"/>
              <a:gd name="connsiteY19680" fmla="*/ 166592 h 5143785"/>
              <a:gd name="connsiteX19681" fmla="*/ 1140428 w 3114960"/>
              <a:gd name="connsiteY19681" fmla="*/ 169259 h 5143785"/>
              <a:gd name="connsiteX19682" fmla="*/ 1140428 w 3114960"/>
              <a:gd name="connsiteY19682" fmla="*/ 182213 h 5143785"/>
              <a:gd name="connsiteX19683" fmla="*/ 1143095 w 3114960"/>
              <a:gd name="connsiteY19683" fmla="*/ 184880 h 5143785"/>
              <a:gd name="connsiteX19684" fmla="*/ 1149096 w 3114960"/>
              <a:gd name="connsiteY19684" fmla="*/ 184880 h 5143785"/>
              <a:gd name="connsiteX19685" fmla="*/ 1151763 w 3114960"/>
              <a:gd name="connsiteY19685" fmla="*/ 182213 h 5143785"/>
              <a:gd name="connsiteX19686" fmla="*/ 1151763 w 3114960"/>
              <a:gd name="connsiteY19686" fmla="*/ 169259 h 5143785"/>
              <a:gd name="connsiteX19687" fmla="*/ 1149668 w 3114960"/>
              <a:gd name="connsiteY19687" fmla="*/ 166783 h 5143785"/>
              <a:gd name="connsiteX19688" fmla="*/ 1149668 w 3114960"/>
              <a:gd name="connsiteY19688" fmla="*/ 128778 h 5143785"/>
              <a:gd name="connsiteX19689" fmla="*/ 1177004 w 3114960"/>
              <a:gd name="connsiteY19689" fmla="*/ 99060 h 5143785"/>
              <a:gd name="connsiteX19690" fmla="*/ 1177004 w 3114960"/>
              <a:gd name="connsiteY19690" fmla="*/ 44196 h 5143785"/>
              <a:gd name="connsiteX19691" fmla="*/ 1187482 w 3114960"/>
              <a:gd name="connsiteY19691" fmla="*/ 31814 h 5143785"/>
              <a:gd name="connsiteX19692" fmla="*/ 1174623 w 3114960"/>
              <a:gd name="connsiteY19692" fmla="*/ 18955 h 5143785"/>
              <a:gd name="connsiteX19693" fmla="*/ 1161764 w 3114960"/>
              <a:gd name="connsiteY19693" fmla="*/ 31814 h 5143785"/>
              <a:gd name="connsiteX19694" fmla="*/ 1172242 w 3114960"/>
              <a:gd name="connsiteY19694" fmla="*/ 44196 h 5143785"/>
              <a:gd name="connsiteX19695" fmla="*/ 1172242 w 3114960"/>
              <a:gd name="connsiteY19695" fmla="*/ 97155 h 5143785"/>
              <a:gd name="connsiteX19696" fmla="*/ 1144905 w 3114960"/>
              <a:gd name="connsiteY19696" fmla="*/ 126873 h 5143785"/>
              <a:gd name="connsiteX19697" fmla="*/ 1166527 w 3114960"/>
              <a:gd name="connsiteY19697" fmla="*/ 31909 h 5143785"/>
              <a:gd name="connsiteX19698" fmla="*/ 1174623 w 3114960"/>
              <a:gd name="connsiteY19698" fmla="*/ 23813 h 5143785"/>
              <a:gd name="connsiteX19699" fmla="*/ 1182719 w 3114960"/>
              <a:gd name="connsiteY19699" fmla="*/ 31909 h 5143785"/>
              <a:gd name="connsiteX19700" fmla="*/ 1174623 w 3114960"/>
              <a:gd name="connsiteY19700" fmla="*/ 40005 h 5143785"/>
              <a:gd name="connsiteX19701" fmla="*/ 1166527 w 3114960"/>
              <a:gd name="connsiteY19701" fmla="*/ 31909 h 5143785"/>
              <a:gd name="connsiteX19702" fmla="*/ 809720 w 3114960"/>
              <a:gd name="connsiteY19702" fmla="*/ 519017 h 5143785"/>
              <a:gd name="connsiteX19703" fmla="*/ 819531 w 3114960"/>
              <a:gd name="connsiteY19703" fmla="*/ 528828 h 5143785"/>
              <a:gd name="connsiteX19704" fmla="*/ 829342 w 3114960"/>
              <a:gd name="connsiteY19704" fmla="*/ 519017 h 5143785"/>
              <a:gd name="connsiteX19705" fmla="*/ 828770 w 3114960"/>
              <a:gd name="connsiteY19705" fmla="*/ 516255 h 5143785"/>
              <a:gd name="connsiteX19706" fmla="*/ 859536 w 3114960"/>
              <a:gd name="connsiteY19706" fmla="*/ 491395 h 5143785"/>
              <a:gd name="connsiteX19707" fmla="*/ 987552 w 3114960"/>
              <a:gd name="connsiteY19707" fmla="*/ 491966 h 5143785"/>
              <a:gd name="connsiteX19708" fmla="*/ 1050131 w 3114960"/>
              <a:gd name="connsiteY19708" fmla="*/ 436531 h 5143785"/>
              <a:gd name="connsiteX19709" fmla="*/ 1056608 w 3114960"/>
              <a:gd name="connsiteY19709" fmla="*/ 438817 h 5143785"/>
              <a:gd name="connsiteX19710" fmla="*/ 1061561 w 3114960"/>
              <a:gd name="connsiteY19710" fmla="*/ 437674 h 5143785"/>
              <a:gd name="connsiteX19711" fmla="*/ 1066419 w 3114960"/>
              <a:gd name="connsiteY19711" fmla="*/ 423005 h 5143785"/>
              <a:gd name="connsiteX19712" fmla="*/ 1051751 w 3114960"/>
              <a:gd name="connsiteY19712" fmla="*/ 418148 h 5143785"/>
              <a:gd name="connsiteX19713" fmla="*/ 1046321 w 3114960"/>
              <a:gd name="connsiteY19713" fmla="*/ 424529 h 5143785"/>
              <a:gd name="connsiteX19714" fmla="*/ 1046988 w 3114960"/>
              <a:gd name="connsiteY19714" fmla="*/ 432911 h 5143785"/>
              <a:gd name="connsiteX19715" fmla="*/ 1047083 w 3114960"/>
              <a:gd name="connsiteY19715" fmla="*/ 433102 h 5143785"/>
              <a:gd name="connsiteX19716" fmla="*/ 985933 w 3114960"/>
              <a:gd name="connsiteY19716" fmla="*/ 487299 h 5143785"/>
              <a:gd name="connsiteX19717" fmla="*/ 858012 w 3114960"/>
              <a:gd name="connsiteY19717" fmla="*/ 486728 h 5143785"/>
              <a:gd name="connsiteX19718" fmla="*/ 826579 w 3114960"/>
              <a:gd name="connsiteY19718" fmla="*/ 512159 h 5143785"/>
              <a:gd name="connsiteX19719" fmla="*/ 819722 w 3114960"/>
              <a:gd name="connsiteY19719" fmla="*/ 509397 h 5143785"/>
              <a:gd name="connsiteX19720" fmla="*/ 809911 w 3114960"/>
              <a:gd name="connsiteY19720" fmla="*/ 519113 h 5143785"/>
              <a:gd name="connsiteX19721" fmla="*/ 1050608 w 3114960"/>
              <a:gd name="connsiteY19721" fmla="*/ 425863 h 5143785"/>
              <a:gd name="connsiteX19722" fmla="*/ 1053656 w 3114960"/>
              <a:gd name="connsiteY19722" fmla="*/ 422243 h 5143785"/>
              <a:gd name="connsiteX19723" fmla="*/ 1056418 w 3114960"/>
              <a:gd name="connsiteY19723" fmla="*/ 421577 h 5143785"/>
              <a:gd name="connsiteX19724" fmla="*/ 1061942 w 3114960"/>
              <a:gd name="connsiteY19724" fmla="*/ 425006 h 5143785"/>
              <a:gd name="connsiteX19725" fmla="*/ 1059180 w 3114960"/>
              <a:gd name="connsiteY19725" fmla="*/ 433292 h 5143785"/>
              <a:gd name="connsiteX19726" fmla="*/ 1050893 w 3114960"/>
              <a:gd name="connsiteY19726" fmla="*/ 430530 h 5143785"/>
              <a:gd name="connsiteX19727" fmla="*/ 1050512 w 3114960"/>
              <a:gd name="connsiteY19727" fmla="*/ 425768 h 5143785"/>
              <a:gd name="connsiteX19728" fmla="*/ 819531 w 3114960"/>
              <a:gd name="connsiteY19728" fmla="*/ 514064 h 5143785"/>
              <a:gd name="connsiteX19729" fmla="*/ 824579 w 3114960"/>
              <a:gd name="connsiteY19729" fmla="*/ 519017 h 5143785"/>
              <a:gd name="connsiteX19730" fmla="*/ 819531 w 3114960"/>
              <a:gd name="connsiteY19730" fmla="*/ 524065 h 5143785"/>
              <a:gd name="connsiteX19731" fmla="*/ 814483 w 3114960"/>
              <a:gd name="connsiteY19731" fmla="*/ 519017 h 5143785"/>
              <a:gd name="connsiteX19732" fmla="*/ 819531 w 3114960"/>
              <a:gd name="connsiteY19732" fmla="*/ 514064 h 5143785"/>
              <a:gd name="connsiteX19733" fmla="*/ 481965 w 3114960"/>
              <a:gd name="connsiteY19733" fmla="*/ 2417445 h 5143785"/>
              <a:gd name="connsiteX19734" fmla="*/ 490442 w 3114960"/>
              <a:gd name="connsiteY19734" fmla="*/ 2425922 h 5143785"/>
              <a:gd name="connsiteX19735" fmla="*/ 490442 w 3114960"/>
              <a:gd name="connsiteY19735" fmla="*/ 2474119 h 5143785"/>
              <a:gd name="connsiteX19736" fmla="*/ 481965 w 3114960"/>
              <a:gd name="connsiteY19736" fmla="*/ 2482596 h 5143785"/>
              <a:gd name="connsiteX19737" fmla="*/ 443389 w 3114960"/>
              <a:gd name="connsiteY19737" fmla="*/ 2482596 h 5143785"/>
              <a:gd name="connsiteX19738" fmla="*/ 436912 w 3114960"/>
              <a:gd name="connsiteY19738" fmla="*/ 2479548 h 5143785"/>
              <a:gd name="connsiteX19739" fmla="*/ 427292 w 3114960"/>
              <a:gd name="connsiteY19739" fmla="*/ 2468118 h 5143785"/>
              <a:gd name="connsiteX19740" fmla="*/ 425291 w 3114960"/>
              <a:gd name="connsiteY19740" fmla="*/ 2462689 h 5143785"/>
              <a:gd name="connsiteX19741" fmla="*/ 425291 w 3114960"/>
              <a:gd name="connsiteY19741" fmla="*/ 2425922 h 5143785"/>
              <a:gd name="connsiteX19742" fmla="*/ 433769 w 3114960"/>
              <a:gd name="connsiteY19742" fmla="*/ 2417445 h 5143785"/>
              <a:gd name="connsiteX19743" fmla="*/ 481965 w 3114960"/>
              <a:gd name="connsiteY19743" fmla="*/ 2417445 h 5143785"/>
              <a:gd name="connsiteX19744" fmla="*/ 1211675 w 3114960"/>
              <a:gd name="connsiteY19744" fmla="*/ 218504 h 5143785"/>
              <a:gd name="connsiteX19745" fmla="*/ 1218819 w 3114960"/>
              <a:gd name="connsiteY19745" fmla="*/ 218504 h 5143785"/>
              <a:gd name="connsiteX19746" fmla="*/ 1218819 w 3114960"/>
              <a:gd name="connsiteY19746" fmla="*/ 227648 h 5143785"/>
              <a:gd name="connsiteX19747" fmla="*/ 1211675 w 3114960"/>
              <a:gd name="connsiteY19747" fmla="*/ 227648 h 5143785"/>
              <a:gd name="connsiteX19748" fmla="*/ 1211675 w 3114960"/>
              <a:gd name="connsiteY19748" fmla="*/ 218504 h 5143785"/>
              <a:gd name="connsiteX19749" fmla="*/ 1195864 w 3114960"/>
              <a:gd name="connsiteY19749" fmla="*/ 499682 h 5143785"/>
              <a:gd name="connsiteX19750" fmla="*/ 1195864 w 3114960"/>
              <a:gd name="connsiteY19750" fmla="*/ 489109 h 5143785"/>
              <a:gd name="connsiteX19751" fmla="*/ 1203008 w 3114960"/>
              <a:gd name="connsiteY19751" fmla="*/ 489109 h 5143785"/>
              <a:gd name="connsiteX19752" fmla="*/ 1203008 w 3114960"/>
              <a:gd name="connsiteY19752" fmla="*/ 499682 h 5143785"/>
              <a:gd name="connsiteX19753" fmla="*/ 1195864 w 3114960"/>
              <a:gd name="connsiteY19753" fmla="*/ 499682 h 5143785"/>
              <a:gd name="connsiteX19754" fmla="*/ 585026 w 3114960"/>
              <a:gd name="connsiteY19754" fmla="*/ 2226278 h 5143785"/>
              <a:gd name="connsiteX19755" fmla="*/ 588455 w 3114960"/>
              <a:gd name="connsiteY19755" fmla="*/ 2229612 h 5143785"/>
              <a:gd name="connsiteX19756" fmla="*/ 582263 w 3114960"/>
              <a:gd name="connsiteY19756" fmla="*/ 2235994 h 5143785"/>
              <a:gd name="connsiteX19757" fmla="*/ 578834 w 3114960"/>
              <a:gd name="connsiteY19757" fmla="*/ 2232660 h 5143785"/>
              <a:gd name="connsiteX19758" fmla="*/ 585026 w 3114960"/>
              <a:gd name="connsiteY19758" fmla="*/ 2226278 h 5143785"/>
              <a:gd name="connsiteX19759" fmla="*/ 2611374 w 3114960"/>
              <a:gd name="connsiteY19759" fmla="*/ 27051 h 5143785"/>
              <a:gd name="connsiteX19760" fmla="*/ 2611374 w 3114960"/>
              <a:gd name="connsiteY19760" fmla="*/ 30385 h 5143785"/>
              <a:gd name="connsiteX19761" fmla="*/ 2604135 w 3114960"/>
              <a:gd name="connsiteY19761" fmla="*/ 37624 h 5143785"/>
              <a:gd name="connsiteX19762" fmla="*/ 2541365 w 3114960"/>
              <a:gd name="connsiteY19762" fmla="*/ 37624 h 5143785"/>
              <a:gd name="connsiteX19763" fmla="*/ 2534126 w 3114960"/>
              <a:gd name="connsiteY19763" fmla="*/ 30385 h 5143785"/>
              <a:gd name="connsiteX19764" fmla="*/ 2534126 w 3114960"/>
              <a:gd name="connsiteY19764" fmla="*/ 27051 h 5143785"/>
              <a:gd name="connsiteX19765" fmla="*/ 2541365 w 3114960"/>
              <a:gd name="connsiteY19765" fmla="*/ 19812 h 5143785"/>
              <a:gd name="connsiteX19766" fmla="*/ 2604135 w 3114960"/>
              <a:gd name="connsiteY19766" fmla="*/ 19812 h 5143785"/>
              <a:gd name="connsiteX19767" fmla="*/ 2611374 w 3114960"/>
              <a:gd name="connsiteY19767" fmla="*/ 27051 h 5143785"/>
              <a:gd name="connsiteX19768" fmla="*/ 1185863 w 3114960"/>
              <a:gd name="connsiteY19768" fmla="*/ 525971 h 5143785"/>
              <a:gd name="connsiteX19769" fmla="*/ 1199198 w 3114960"/>
              <a:gd name="connsiteY19769" fmla="*/ 539591 h 5143785"/>
              <a:gd name="connsiteX19770" fmla="*/ 1199293 w 3114960"/>
              <a:gd name="connsiteY19770" fmla="*/ 539591 h 5143785"/>
              <a:gd name="connsiteX19771" fmla="*/ 1208723 w 3114960"/>
              <a:gd name="connsiteY19771" fmla="*/ 535781 h 5143785"/>
              <a:gd name="connsiteX19772" fmla="*/ 1212723 w 3114960"/>
              <a:gd name="connsiteY19772" fmla="*/ 526256 h 5143785"/>
              <a:gd name="connsiteX19773" fmla="*/ 1202912 w 3114960"/>
              <a:gd name="connsiteY19773" fmla="*/ 513207 h 5143785"/>
              <a:gd name="connsiteX19774" fmla="*/ 1202912 w 3114960"/>
              <a:gd name="connsiteY19774" fmla="*/ 510254 h 5143785"/>
              <a:gd name="connsiteX19775" fmla="*/ 1195769 w 3114960"/>
              <a:gd name="connsiteY19775" fmla="*/ 510254 h 5143785"/>
              <a:gd name="connsiteX19776" fmla="*/ 1195769 w 3114960"/>
              <a:gd name="connsiteY19776" fmla="*/ 513112 h 5143785"/>
              <a:gd name="connsiteX19777" fmla="*/ 1185767 w 3114960"/>
              <a:gd name="connsiteY19777" fmla="*/ 525971 h 5143785"/>
              <a:gd name="connsiteX19778" fmla="*/ 1199293 w 3114960"/>
              <a:gd name="connsiteY19778" fmla="*/ 517398 h 5143785"/>
              <a:gd name="connsiteX19779" fmla="*/ 1199293 w 3114960"/>
              <a:gd name="connsiteY19779" fmla="*/ 517398 h 5143785"/>
              <a:gd name="connsiteX19780" fmla="*/ 1207865 w 3114960"/>
              <a:gd name="connsiteY19780" fmla="*/ 526161 h 5143785"/>
              <a:gd name="connsiteX19781" fmla="*/ 1205294 w 3114960"/>
              <a:gd name="connsiteY19781" fmla="*/ 532257 h 5143785"/>
              <a:gd name="connsiteX19782" fmla="*/ 1199102 w 3114960"/>
              <a:gd name="connsiteY19782" fmla="*/ 534734 h 5143785"/>
              <a:gd name="connsiteX19783" fmla="*/ 1190530 w 3114960"/>
              <a:gd name="connsiteY19783" fmla="*/ 525971 h 5143785"/>
              <a:gd name="connsiteX19784" fmla="*/ 1199198 w 3114960"/>
              <a:gd name="connsiteY19784" fmla="*/ 517398 h 5143785"/>
              <a:gd name="connsiteX19785" fmla="*/ 1142524 w 3114960"/>
              <a:gd name="connsiteY19785" fmla="*/ 211265 h 5143785"/>
              <a:gd name="connsiteX19786" fmla="*/ 1149668 w 3114960"/>
              <a:gd name="connsiteY19786" fmla="*/ 211265 h 5143785"/>
              <a:gd name="connsiteX19787" fmla="*/ 1149668 w 3114960"/>
              <a:gd name="connsiteY19787" fmla="*/ 221552 h 5143785"/>
              <a:gd name="connsiteX19788" fmla="*/ 1142524 w 3114960"/>
              <a:gd name="connsiteY19788" fmla="*/ 221552 h 5143785"/>
              <a:gd name="connsiteX19789" fmla="*/ 1142524 w 3114960"/>
              <a:gd name="connsiteY19789" fmla="*/ 211265 h 5143785"/>
              <a:gd name="connsiteX19790" fmla="*/ 1180529 w 3114960"/>
              <a:gd name="connsiteY19790" fmla="*/ 207550 h 5143785"/>
              <a:gd name="connsiteX19791" fmla="*/ 1169194 w 3114960"/>
              <a:gd name="connsiteY19791" fmla="*/ 218885 h 5143785"/>
              <a:gd name="connsiteX19792" fmla="*/ 1178147 w 3114960"/>
              <a:gd name="connsiteY19792" fmla="*/ 229743 h 5143785"/>
              <a:gd name="connsiteX19793" fmla="*/ 1178147 w 3114960"/>
              <a:gd name="connsiteY19793" fmla="*/ 325850 h 5143785"/>
              <a:gd name="connsiteX19794" fmla="*/ 1162812 w 3114960"/>
              <a:gd name="connsiteY19794" fmla="*/ 341662 h 5143785"/>
              <a:gd name="connsiteX19795" fmla="*/ 1162812 w 3114960"/>
              <a:gd name="connsiteY19795" fmla="*/ 455200 h 5143785"/>
              <a:gd name="connsiteX19796" fmla="*/ 1152335 w 3114960"/>
              <a:gd name="connsiteY19796" fmla="*/ 463201 h 5143785"/>
              <a:gd name="connsiteX19797" fmla="*/ 1152335 w 3114960"/>
              <a:gd name="connsiteY19797" fmla="*/ 528638 h 5143785"/>
              <a:gd name="connsiteX19798" fmla="*/ 1151668 w 3114960"/>
              <a:gd name="connsiteY19798" fmla="*/ 528638 h 5143785"/>
              <a:gd name="connsiteX19799" fmla="*/ 1149001 w 3114960"/>
              <a:gd name="connsiteY19799" fmla="*/ 531305 h 5143785"/>
              <a:gd name="connsiteX19800" fmla="*/ 1149001 w 3114960"/>
              <a:gd name="connsiteY19800" fmla="*/ 544259 h 5143785"/>
              <a:gd name="connsiteX19801" fmla="*/ 1151668 w 3114960"/>
              <a:gd name="connsiteY19801" fmla="*/ 546926 h 5143785"/>
              <a:gd name="connsiteX19802" fmla="*/ 1157669 w 3114960"/>
              <a:gd name="connsiteY19802" fmla="*/ 546926 h 5143785"/>
              <a:gd name="connsiteX19803" fmla="*/ 1160336 w 3114960"/>
              <a:gd name="connsiteY19803" fmla="*/ 544259 h 5143785"/>
              <a:gd name="connsiteX19804" fmla="*/ 1160336 w 3114960"/>
              <a:gd name="connsiteY19804" fmla="*/ 531305 h 5143785"/>
              <a:gd name="connsiteX19805" fmla="*/ 1157669 w 3114960"/>
              <a:gd name="connsiteY19805" fmla="*/ 528638 h 5143785"/>
              <a:gd name="connsiteX19806" fmla="*/ 1157002 w 3114960"/>
              <a:gd name="connsiteY19806" fmla="*/ 528638 h 5143785"/>
              <a:gd name="connsiteX19807" fmla="*/ 1157002 w 3114960"/>
              <a:gd name="connsiteY19807" fmla="*/ 465582 h 5143785"/>
              <a:gd name="connsiteX19808" fmla="*/ 1167670 w 3114960"/>
              <a:gd name="connsiteY19808" fmla="*/ 457581 h 5143785"/>
              <a:gd name="connsiteX19809" fmla="*/ 1167670 w 3114960"/>
              <a:gd name="connsiteY19809" fmla="*/ 343567 h 5143785"/>
              <a:gd name="connsiteX19810" fmla="*/ 1183005 w 3114960"/>
              <a:gd name="connsiteY19810" fmla="*/ 327755 h 5143785"/>
              <a:gd name="connsiteX19811" fmla="*/ 1183005 w 3114960"/>
              <a:gd name="connsiteY19811" fmla="*/ 229743 h 5143785"/>
              <a:gd name="connsiteX19812" fmla="*/ 1191959 w 3114960"/>
              <a:gd name="connsiteY19812" fmla="*/ 218885 h 5143785"/>
              <a:gd name="connsiteX19813" fmla="*/ 1180624 w 3114960"/>
              <a:gd name="connsiteY19813" fmla="*/ 207550 h 5143785"/>
              <a:gd name="connsiteX19814" fmla="*/ 1180529 w 3114960"/>
              <a:gd name="connsiteY19814" fmla="*/ 225552 h 5143785"/>
              <a:gd name="connsiteX19815" fmla="*/ 1173956 w 3114960"/>
              <a:gd name="connsiteY19815" fmla="*/ 218980 h 5143785"/>
              <a:gd name="connsiteX19816" fmla="*/ 1180529 w 3114960"/>
              <a:gd name="connsiteY19816" fmla="*/ 212408 h 5143785"/>
              <a:gd name="connsiteX19817" fmla="*/ 1187101 w 3114960"/>
              <a:gd name="connsiteY19817" fmla="*/ 218980 h 5143785"/>
              <a:gd name="connsiteX19818" fmla="*/ 1180529 w 3114960"/>
              <a:gd name="connsiteY19818" fmla="*/ 225552 h 5143785"/>
              <a:gd name="connsiteX19819" fmla="*/ 1202912 w 3114960"/>
              <a:gd name="connsiteY19819" fmla="*/ 414814 h 5143785"/>
              <a:gd name="connsiteX19820" fmla="*/ 1195769 w 3114960"/>
              <a:gd name="connsiteY19820" fmla="*/ 414814 h 5143785"/>
              <a:gd name="connsiteX19821" fmla="*/ 1195769 w 3114960"/>
              <a:gd name="connsiteY19821" fmla="*/ 404241 h 5143785"/>
              <a:gd name="connsiteX19822" fmla="*/ 1202912 w 3114960"/>
              <a:gd name="connsiteY19822" fmla="*/ 404241 h 5143785"/>
              <a:gd name="connsiteX19823" fmla="*/ 1202912 w 3114960"/>
              <a:gd name="connsiteY19823" fmla="*/ 414814 h 5143785"/>
              <a:gd name="connsiteX19824" fmla="*/ 1195769 w 3114960"/>
              <a:gd name="connsiteY19824" fmla="*/ 478441 h 5143785"/>
              <a:gd name="connsiteX19825" fmla="*/ 1195769 w 3114960"/>
              <a:gd name="connsiteY19825" fmla="*/ 467868 h 5143785"/>
              <a:gd name="connsiteX19826" fmla="*/ 1202912 w 3114960"/>
              <a:gd name="connsiteY19826" fmla="*/ 467868 h 5143785"/>
              <a:gd name="connsiteX19827" fmla="*/ 1202912 w 3114960"/>
              <a:gd name="connsiteY19827" fmla="*/ 478441 h 5143785"/>
              <a:gd name="connsiteX19828" fmla="*/ 1195769 w 3114960"/>
              <a:gd name="connsiteY19828" fmla="*/ 478441 h 5143785"/>
              <a:gd name="connsiteX19829" fmla="*/ 1195769 w 3114960"/>
              <a:gd name="connsiteY19829" fmla="*/ 393573 h 5143785"/>
              <a:gd name="connsiteX19830" fmla="*/ 1195769 w 3114960"/>
              <a:gd name="connsiteY19830" fmla="*/ 383000 h 5143785"/>
              <a:gd name="connsiteX19831" fmla="*/ 1202912 w 3114960"/>
              <a:gd name="connsiteY19831" fmla="*/ 383000 h 5143785"/>
              <a:gd name="connsiteX19832" fmla="*/ 1202912 w 3114960"/>
              <a:gd name="connsiteY19832" fmla="*/ 393573 h 5143785"/>
              <a:gd name="connsiteX19833" fmla="*/ 1195769 w 3114960"/>
              <a:gd name="connsiteY19833" fmla="*/ 393573 h 5143785"/>
              <a:gd name="connsiteX19834" fmla="*/ 1200531 w 3114960"/>
              <a:gd name="connsiteY19834" fmla="*/ 340614 h 5143785"/>
              <a:gd name="connsiteX19835" fmla="*/ 1205294 w 3114960"/>
              <a:gd name="connsiteY19835" fmla="*/ 345948 h 5143785"/>
              <a:gd name="connsiteX19836" fmla="*/ 1202912 w 3114960"/>
              <a:gd name="connsiteY19836" fmla="*/ 348044 h 5143785"/>
              <a:gd name="connsiteX19837" fmla="*/ 1202912 w 3114960"/>
              <a:gd name="connsiteY19837" fmla="*/ 351187 h 5143785"/>
              <a:gd name="connsiteX19838" fmla="*/ 1195769 w 3114960"/>
              <a:gd name="connsiteY19838" fmla="*/ 351187 h 5143785"/>
              <a:gd name="connsiteX19839" fmla="*/ 1195769 w 3114960"/>
              <a:gd name="connsiteY19839" fmla="*/ 344805 h 5143785"/>
              <a:gd name="connsiteX19840" fmla="*/ 1200531 w 3114960"/>
              <a:gd name="connsiteY19840" fmla="*/ 340519 h 5143785"/>
              <a:gd name="connsiteX19841" fmla="*/ 1202912 w 3114960"/>
              <a:gd name="connsiteY19841" fmla="*/ 361760 h 5143785"/>
              <a:gd name="connsiteX19842" fmla="*/ 1202912 w 3114960"/>
              <a:gd name="connsiteY19842" fmla="*/ 372332 h 5143785"/>
              <a:gd name="connsiteX19843" fmla="*/ 1195769 w 3114960"/>
              <a:gd name="connsiteY19843" fmla="*/ 372332 h 5143785"/>
              <a:gd name="connsiteX19844" fmla="*/ 1195769 w 3114960"/>
              <a:gd name="connsiteY19844" fmla="*/ 361760 h 5143785"/>
              <a:gd name="connsiteX19845" fmla="*/ 1202912 w 3114960"/>
              <a:gd name="connsiteY19845" fmla="*/ 361760 h 5143785"/>
              <a:gd name="connsiteX19846" fmla="*/ 1195769 w 3114960"/>
              <a:gd name="connsiteY19846" fmla="*/ 436055 h 5143785"/>
              <a:gd name="connsiteX19847" fmla="*/ 1195769 w 3114960"/>
              <a:gd name="connsiteY19847" fmla="*/ 425482 h 5143785"/>
              <a:gd name="connsiteX19848" fmla="*/ 1202912 w 3114960"/>
              <a:gd name="connsiteY19848" fmla="*/ 425482 h 5143785"/>
              <a:gd name="connsiteX19849" fmla="*/ 1202912 w 3114960"/>
              <a:gd name="connsiteY19849" fmla="*/ 436055 h 5143785"/>
              <a:gd name="connsiteX19850" fmla="*/ 1195769 w 3114960"/>
              <a:gd name="connsiteY19850" fmla="*/ 436055 h 5143785"/>
              <a:gd name="connsiteX19851" fmla="*/ 1202912 w 3114960"/>
              <a:gd name="connsiteY19851" fmla="*/ 457200 h 5143785"/>
              <a:gd name="connsiteX19852" fmla="*/ 1195769 w 3114960"/>
              <a:gd name="connsiteY19852" fmla="*/ 457200 h 5143785"/>
              <a:gd name="connsiteX19853" fmla="*/ 1195769 w 3114960"/>
              <a:gd name="connsiteY19853" fmla="*/ 446627 h 5143785"/>
              <a:gd name="connsiteX19854" fmla="*/ 1202912 w 3114960"/>
              <a:gd name="connsiteY19854" fmla="*/ 446627 h 5143785"/>
              <a:gd name="connsiteX19855" fmla="*/ 1202912 w 3114960"/>
              <a:gd name="connsiteY19855" fmla="*/ 457200 h 5143785"/>
              <a:gd name="connsiteX19856" fmla="*/ 1211580 w 3114960"/>
              <a:gd name="connsiteY19856" fmla="*/ 236792 h 5143785"/>
              <a:gd name="connsiteX19857" fmla="*/ 1218724 w 3114960"/>
              <a:gd name="connsiteY19857" fmla="*/ 236792 h 5143785"/>
              <a:gd name="connsiteX19858" fmla="*/ 1218724 w 3114960"/>
              <a:gd name="connsiteY19858" fmla="*/ 245936 h 5143785"/>
              <a:gd name="connsiteX19859" fmla="*/ 1211580 w 3114960"/>
              <a:gd name="connsiteY19859" fmla="*/ 245936 h 5143785"/>
              <a:gd name="connsiteX19860" fmla="*/ 1211580 w 3114960"/>
              <a:gd name="connsiteY19860" fmla="*/ 236792 h 5143785"/>
              <a:gd name="connsiteX19861" fmla="*/ 862584 w 3114960"/>
              <a:gd name="connsiteY19861" fmla="*/ 375095 h 5143785"/>
              <a:gd name="connsiteX19862" fmla="*/ 862584 w 3114960"/>
              <a:gd name="connsiteY19862" fmla="*/ 386906 h 5143785"/>
              <a:gd name="connsiteX19863" fmla="*/ 869537 w 3114960"/>
              <a:gd name="connsiteY19863" fmla="*/ 393859 h 5143785"/>
              <a:gd name="connsiteX19864" fmla="*/ 881348 w 3114960"/>
              <a:gd name="connsiteY19864" fmla="*/ 393859 h 5143785"/>
              <a:gd name="connsiteX19865" fmla="*/ 888302 w 3114960"/>
              <a:gd name="connsiteY19865" fmla="*/ 386906 h 5143785"/>
              <a:gd name="connsiteX19866" fmla="*/ 888302 w 3114960"/>
              <a:gd name="connsiteY19866" fmla="*/ 375095 h 5143785"/>
              <a:gd name="connsiteX19867" fmla="*/ 881348 w 3114960"/>
              <a:gd name="connsiteY19867" fmla="*/ 368141 h 5143785"/>
              <a:gd name="connsiteX19868" fmla="*/ 880491 w 3114960"/>
              <a:gd name="connsiteY19868" fmla="*/ 368141 h 5143785"/>
              <a:gd name="connsiteX19869" fmla="*/ 873062 w 3114960"/>
              <a:gd name="connsiteY19869" fmla="*/ 361950 h 5143785"/>
              <a:gd name="connsiteX19870" fmla="*/ 867442 w 3114960"/>
              <a:gd name="connsiteY19870" fmla="*/ 356997 h 5143785"/>
              <a:gd name="connsiteX19871" fmla="*/ 873062 w 3114960"/>
              <a:gd name="connsiteY19871" fmla="*/ 352044 h 5143785"/>
              <a:gd name="connsiteX19872" fmla="*/ 881253 w 3114960"/>
              <a:gd name="connsiteY19872" fmla="*/ 342805 h 5143785"/>
              <a:gd name="connsiteX19873" fmla="*/ 873062 w 3114960"/>
              <a:gd name="connsiteY19873" fmla="*/ 333565 h 5143785"/>
              <a:gd name="connsiteX19874" fmla="*/ 867442 w 3114960"/>
              <a:gd name="connsiteY19874" fmla="*/ 328613 h 5143785"/>
              <a:gd name="connsiteX19875" fmla="*/ 873062 w 3114960"/>
              <a:gd name="connsiteY19875" fmla="*/ 323660 h 5143785"/>
              <a:gd name="connsiteX19876" fmla="*/ 881253 w 3114960"/>
              <a:gd name="connsiteY19876" fmla="*/ 314515 h 5143785"/>
              <a:gd name="connsiteX19877" fmla="*/ 873062 w 3114960"/>
              <a:gd name="connsiteY19877" fmla="*/ 305276 h 5143785"/>
              <a:gd name="connsiteX19878" fmla="*/ 867442 w 3114960"/>
              <a:gd name="connsiteY19878" fmla="*/ 300323 h 5143785"/>
              <a:gd name="connsiteX19879" fmla="*/ 873062 w 3114960"/>
              <a:gd name="connsiteY19879" fmla="*/ 295370 h 5143785"/>
              <a:gd name="connsiteX19880" fmla="*/ 881253 w 3114960"/>
              <a:gd name="connsiteY19880" fmla="*/ 286226 h 5143785"/>
              <a:gd name="connsiteX19881" fmla="*/ 873062 w 3114960"/>
              <a:gd name="connsiteY19881" fmla="*/ 277082 h 5143785"/>
              <a:gd name="connsiteX19882" fmla="*/ 867442 w 3114960"/>
              <a:gd name="connsiteY19882" fmla="*/ 272129 h 5143785"/>
              <a:gd name="connsiteX19883" fmla="*/ 873062 w 3114960"/>
              <a:gd name="connsiteY19883" fmla="*/ 267176 h 5143785"/>
              <a:gd name="connsiteX19884" fmla="*/ 881253 w 3114960"/>
              <a:gd name="connsiteY19884" fmla="*/ 258032 h 5143785"/>
              <a:gd name="connsiteX19885" fmla="*/ 873062 w 3114960"/>
              <a:gd name="connsiteY19885" fmla="*/ 248888 h 5143785"/>
              <a:gd name="connsiteX19886" fmla="*/ 867537 w 3114960"/>
              <a:gd name="connsiteY19886" fmla="*/ 243935 h 5143785"/>
              <a:gd name="connsiteX19887" fmla="*/ 873157 w 3114960"/>
              <a:gd name="connsiteY19887" fmla="*/ 238982 h 5143785"/>
              <a:gd name="connsiteX19888" fmla="*/ 881348 w 3114960"/>
              <a:gd name="connsiteY19888" fmla="*/ 229838 h 5143785"/>
              <a:gd name="connsiteX19889" fmla="*/ 873157 w 3114960"/>
              <a:gd name="connsiteY19889" fmla="*/ 220694 h 5143785"/>
              <a:gd name="connsiteX19890" fmla="*/ 867537 w 3114960"/>
              <a:gd name="connsiteY19890" fmla="*/ 215741 h 5143785"/>
              <a:gd name="connsiteX19891" fmla="*/ 873157 w 3114960"/>
              <a:gd name="connsiteY19891" fmla="*/ 210788 h 5143785"/>
              <a:gd name="connsiteX19892" fmla="*/ 881348 w 3114960"/>
              <a:gd name="connsiteY19892" fmla="*/ 201644 h 5143785"/>
              <a:gd name="connsiteX19893" fmla="*/ 873157 w 3114960"/>
              <a:gd name="connsiteY19893" fmla="*/ 192500 h 5143785"/>
              <a:gd name="connsiteX19894" fmla="*/ 867537 w 3114960"/>
              <a:gd name="connsiteY19894" fmla="*/ 187547 h 5143785"/>
              <a:gd name="connsiteX19895" fmla="*/ 873157 w 3114960"/>
              <a:gd name="connsiteY19895" fmla="*/ 182594 h 5143785"/>
              <a:gd name="connsiteX19896" fmla="*/ 881348 w 3114960"/>
              <a:gd name="connsiteY19896" fmla="*/ 173450 h 5143785"/>
              <a:gd name="connsiteX19897" fmla="*/ 873157 w 3114960"/>
              <a:gd name="connsiteY19897" fmla="*/ 164306 h 5143785"/>
              <a:gd name="connsiteX19898" fmla="*/ 867537 w 3114960"/>
              <a:gd name="connsiteY19898" fmla="*/ 159353 h 5143785"/>
              <a:gd name="connsiteX19899" fmla="*/ 873157 w 3114960"/>
              <a:gd name="connsiteY19899" fmla="*/ 154400 h 5143785"/>
              <a:gd name="connsiteX19900" fmla="*/ 880586 w 3114960"/>
              <a:gd name="connsiteY19900" fmla="*/ 148400 h 5143785"/>
              <a:gd name="connsiteX19901" fmla="*/ 887063 w 3114960"/>
              <a:gd name="connsiteY19901" fmla="*/ 137541 h 5143785"/>
              <a:gd name="connsiteX19902" fmla="*/ 874395 w 3114960"/>
              <a:gd name="connsiteY19902" fmla="*/ 124873 h 5143785"/>
              <a:gd name="connsiteX19903" fmla="*/ 861727 w 3114960"/>
              <a:gd name="connsiteY19903" fmla="*/ 137541 h 5143785"/>
              <a:gd name="connsiteX19904" fmla="*/ 871823 w 3114960"/>
              <a:gd name="connsiteY19904" fmla="*/ 149733 h 5143785"/>
              <a:gd name="connsiteX19905" fmla="*/ 870966 w 3114960"/>
              <a:gd name="connsiteY19905" fmla="*/ 150209 h 5143785"/>
              <a:gd name="connsiteX19906" fmla="*/ 862775 w 3114960"/>
              <a:gd name="connsiteY19906" fmla="*/ 159353 h 5143785"/>
              <a:gd name="connsiteX19907" fmla="*/ 870966 w 3114960"/>
              <a:gd name="connsiteY19907" fmla="*/ 168497 h 5143785"/>
              <a:gd name="connsiteX19908" fmla="*/ 876586 w 3114960"/>
              <a:gd name="connsiteY19908" fmla="*/ 173450 h 5143785"/>
              <a:gd name="connsiteX19909" fmla="*/ 870966 w 3114960"/>
              <a:gd name="connsiteY19909" fmla="*/ 178403 h 5143785"/>
              <a:gd name="connsiteX19910" fmla="*/ 862775 w 3114960"/>
              <a:gd name="connsiteY19910" fmla="*/ 187547 h 5143785"/>
              <a:gd name="connsiteX19911" fmla="*/ 870966 w 3114960"/>
              <a:gd name="connsiteY19911" fmla="*/ 196691 h 5143785"/>
              <a:gd name="connsiteX19912" fmla="*/ 876586 w 3114960"/>
              <a:gd name="connsiteY19912" fmla="*/ 201644 h 5143785"/>
              <a:gd name="connsiteX19913" fmla="*/ 870966 w 3114960"/>
              <a:gd name="connsiteY19913" fmla="*/ 206597 h 5143785"/>
              <a:gd name="connsiteX19914" fmla="*/ 862775 w 3114960"/>
              <a:gd name="connsiteY19914" fmla="*/ 215741 h 5143785"/>
              <a:gd name="connsiteX19915" fmla="*/ 870966 w 3114960"/>
              <a:gd name="connsiteY19915" fmla="*/ 224885 h 5143785"/>
              <a:gd name="connsiteX19916" fmla="*/ 876491 w 3114960"/>
              <a:gd name="connsiteY19916" fmla="*/ 229838 h 5143785"/>
              <a:gd name="connsiteX19917" fmla="*/ 870966 w 3114960"/>
              <a:gd name="connsiteY19917" fmla="*/ 234791 h 5143785"/>
              <a:gd name="connsiteX19918" fmla="*/ 862775 w 3114960"/>
              <a:gd name="connsiteY19918" fmla="*/ 243935 h 5143785"/>
              <a:gd name="connsiteX19919" fmla="*/ 870966 w 3114960"/>
              <a:gd name="connsiteY19919" fmla="*/ 253079 h 5143785"/>
              <a:gd name="connsiteX19920" fmla="*/ 876491 w 3114960"/>
              <a:gd name="connsiteY19920" fmla="*/ 258032 h 5143785"/>
              <a:gd name="connsiteX19921" fmla="*/ 870871 w 3114960"/>
              <a:gd name="connsiteY19921" fmla="*/ 262985 h 5143785"/>
              <a:gd name="connsiteX19922" fmla="*/ 862679 w 3114960"/>
              <a:gd name="connsiteY19922" fmla="*/ 272129 h 5143785"/>
              <a:gd name="connsiteX19923" fmla="*/ 870871 w 3114960"/>
              <a:gd name="connsiteY19923" fmla="*/ 281273 h 5143785"/>
              <a:gd name="connsiteX19924" fmla="*/ 876491 w 3114960"/>
              <a:gd name="connsiteY19924" fmla="*/ 286226 h 5143785"/>
              <a:gd name="connsiteX19925" fmla="*/ 870871 w 3114960"/>
              <a:gd name="connsiteY19925" fmla="*/ 291179 h 5143785"/>
              <a:gd name="connsiteX19926" fmla="*/ 862679 w 3114960"/>
              <a:gd name="connsiteY19926" fmla="*/ 300323 h 5143785"/>
              <a:gd name="connsiteX19927" fmla="*/ 870871 w 3114960"/>
              <a:gd name="connsiteY19927" fmla="*/ 309467 h 5143785"/>
              <a:gd name="connsiteX19928" fmla="*/ 876491 w 3114960"/>
              <a:gd name="connsiteY19928" fmla="*/ 314420 h 5143785"/>
              <a:gd name="connsiteX19929" fmla="*/ 870871 w 3114960"/>
              <a:gd name="connsiteY19929" fmla="*/ 319373 h 5143785"/>
              <a:gd name="connsiteX19930" fmla="*/ 862679 w 3114960"/>
              <a:gd name="connsiteY19930" fmla="*/ 328517 h 5143785"/>
              <a:gd name="connsiteX19931" fmla="*/ 870871 w 3114960"/>
              <a:gd name="connsiteY19931" fmla="*/ 337757 h 5143785"/>
              <a:gd name="connsiteX19932" fmla="*/ 876491 w 3114960"/>
              <a:gd name="connsiteY19932" fmla="*/ 342710 h 5143785"/>
              <a:gd name="connsiteX19933" fmla="*/ 870871 w 3114960"/>
              <a:gd name="connsiteY19933" fmla="*/ 347663 h 5143785"/>
              <a:gd name="connsiteX19934" fmla="*/ 862679 w 3114960"/>
              <a:gd name="connsiteY19934" fmla="*/ 356902 h 5143785"/>
              <a:gd name="connsiteX19935" fmla="*/ 870871 w 3114960"/>
              <a:gd name="connsiteY19935" fmla="*/ 366141 h 5143785"/>
              <a:gd name="connsiteX19936" fmla="*/ 874300 w 3114960"/>
              <a:gd name="connsiteY19936" fmla="*/ 368141 h 5143785"/>
              <a:gd name="connsiteX19937" fmla="*/ 869633 w 3114960"/>
              <a:gd name="connsiteY19937" fmla="*/ 368141 h 5143785"/>
              <a:gd name="connsiteX19938" fmla="*/ 862679 w 3114960"/>
              <a:gd name="connsiteY19938" fmla="*/ 375095 h 5143785"/>
              <a:gd name="connsiteX19939" fmla="*/ 881444 w 3114960"/>
              <a:gd name="connsiteY19939" fmla="*/ 371570 h 5143785"/>
              <a:gd name="connsiteX19940" fmla="*/ 884968 w 3114960"/>
              <a:gd name="connsiteY19940" fmla="*/ 375095 h 5143785"/>
              <a:gd name="connsiteX19941" fmla="*/ 884968 w 3114960"/>
              <a:gd name="connsiteY19941" fmla="*/ 386906 h 5143785"/>
              <a:gd name="connsiteX19942" fmla="*/ 881444 w 3114960"/>
              <a:gd name="connsiteY19942" fmla="*/ 390430 h 5143785"/>
              <a:gd name="connsiteX19943" fmla="*/ 869633 w 3114960"/>
              <a:gd name="connsiteY19943" fmla="*/ 390430 h 5143785"/>
              <a:gd name="connsiteX19944" fmla="*/ 866108 w 3114960"/>
              <a:gd name="connsiteY19944" fmla="*/ 386906 h 5143785"/>
              <a:gd name="connsiteX19945" fmla="*/ 866108 w 3114960"/>
              <a:gd name="connsiteY19945" fmla="*/ 375095 h 5143785"/>
              <a:gd name="connsiteX19946" fmla="*/ 869633 w 3114960"/>
              <a:gd name="connsiteY19946" fmla="*/ 371570 h 5143785"/>
              <a:gd name="connsiteX19947" fmla="*/ 881444 w 3114960"/>
              <a:gd name="connsiteY19947" fmla="*/ 371570 h 5143785"/>
              <a:gd name="connsiteX19948" fmla="*/ 951738 w 3114960"/>
              <a:gd name="connsiteY19948" fmla="*/ 77343 h 5143785"/>
              <a:gd name="connsiteX19949" fmla="*/ 938879 w 3114960"/>
              <a:gd name="connsiteY19949" fmla="*/ 64484 h 5143785"/>
              <a:gd name="connsiteX19950" fmla="*/ 926497 w 3114960"/>
              <a:gd name="connsiteY19950" fmla="*/ 74962 h 5143785"/>
              <a:gd name="connsiteX19951" fmla="*/ 829532 w 3114960"/>
              <a:gd name="connsiteY19951" fmla="*/ 74962 h 5143785"/>
              <a:gd name="connsiteX19952" fmla="*/ 818864 w 3114960"/>
              <a:gd name="connsiteY19952" fmla="*/ 85916 h 5143785"/>
              <a:gd name="connsiteX19953" fmla="*/ 818864 w 3114960"/>
              <a:gd name="connsiteY19953" fmla="*/ 100489 h 5143785"/>
              <a:gd name="connsiteX19954" fmla="*/ 808387 w 3114960"/>
              <a:gd name="connsiteY19954" fmla="*/ 112871 h 5143785"/>
              <a:gd name="connsiteX19955" fmla="*/ 821246 w 3114960"/>
              <a:gd name="connsiteY19955" fmla="*/ 125730 h 5143785"/>
              <a:gd name="connsiteX19956" fmla="*/ 834104 w 3114960"/>
              <a:gd name="connsiteY19956" fmla="*/ 112871 h 5143785"/>
              <a:gd name="connsiteX19957" fmla="*/ 823627 w 3114960"/>
              <a:gd name="connsiteY19957" fmla="*/ 100489 h 5143785"/>
              <a:gd name="connsiteX19958" fmla="*/ 823627 w 3114960"/>
              <a:gd name="connsiteY19958" fmla="*/ 87916 h 5143785"/>
              <a:gd name="connsiteX19959" fmla="*/ 831533 w 3114960"/>
              <a:gd name="connsiteY19959" fmla="*/ 79820 h 5143785"/>
              <a:gd name="connsiteX19960" fmla="*/ 926497 w 3114960"/>
              <a:gd name="connsiteY19960" fmla="*/ 79820 h 5143785"/>
              <a:gd name="connsiteX19961" fmla="*/ 938879 w 3114960"/>
              <a:gd name="connsiteY19961" fmla="*/ 90297 h 5143785"/>
              <a:gd name="connsiteX19962" fmla="*/ 951738 w 3114960"/>
              <a:gd name="connsiteY19962" fmla="*/ 77438 h 5143785"/>
              <a:gd name="connsiteX19963" fmla="*/ 829437 w 3114960"/>
              <a:gd name="connsiteY19963" fmla="*/ 112776 h 5143785"/>
              <a:gd name="connsiteX19964" fmla="*/ 821341 w 3114960"/>
              <a:gd name="connsiteY19964" fmla="*/ 120872 h 5143785"/>
              <a:gd name="connsiteX19965" fmla="*/ 813245 w 3114960"/>
              <a:gd name="connsiteY19965" fmla="*/ 112776 h 5143785"/>
              <a:gd name="connsiteX19966" fmla="*/ 821341 w 3114960"/>
              <a:gd name="connsiteY19966" fmla="*/ 104680 h 5143785"/>
              <a:gd name="connsiteX19967" fmla="*/ 829437 w 3114960"/>
              <a:gd name="connsiteY19967" fmla="*/ 112776 h 5143785"/>
              <a:gd name="connsiteX19968" fmla="*/ 930878 w 3114960"/>
              <a:gd name="connsiteY19968" fmla="*/ 77343 h 5143785"/>
              <a:gd name="connsiteX19969" fmla="*/ 938975 w 3114960"/>
              <a:gd name="connsiteY19969" fmla="*/ 69247 h 5143785"/>
              <a:gd name="connsiteX19970" fmla="*/ 947071 w 3114960"/>
              <a:gd name="connsiteY19970" fmla="*/ 77343 h 5143785"/>
              <a:gd name="connsiteX19971" fmla="*/ 938975 w 3114960"/>
              <a:gd name="connsiteY19971" fmla="*/ 85439 h 5143785"/>
              <a:gd name="connsiteX19972" fmla="*/ 930878 w 3114960"/>
              <a:gd name="connsiteY19972" fmla="*/ 77343 h 5143785"/>
              <a:gd name="connsiteX19973" fmla="*/ 2632043 w 3114960"/>
              <a:gd name="connsiteY19973" fmla="*/ 4602576 h 5143785"/>
              <a:gd name="connsiteX19974" fmla="*/ 2640806 w 3114960"/>
              <a:gd name="connsiteY19974" fmla="*/ 4593812 h 5143785"/>
              <a:gd name="connsiteX19975" fmla="*/ 2649569 w 3114960"/>
              <a:gd name="connsiteY19975" fmla="*/ 4602576 h 5143785"/>
              <a:gd name="connsiteX19976" fmla="*/ 2640806 w 3114960"/>
              <a:gd name="connsiteY19976" fmla="*/ 4611338 h 5143785"/>
              <a:gd name="connsiteX19977" fmla="*/ 2632043 w 3114960"/>
              <a:gd name="connsiteY19977" fmla="*/ 4602576 h 5143785"/>
              <a:gd name="connsiteX19978" fmla="*/ 2618327 w 3114960"/>
              <a:gd name="connsiteY19978" fmla="*/ 4623626 h 5143785"/>
              <a:gd name="connsiteX19979" fmla="*/ 2627090 w 3114960"/>
              <a:gd name="connsiteY19979" fmla="*/ 4614863 h 5143785"/>
              <a:gd name="connsiteX19980" fmla="*/ 2635853 w 3114960"/>
              <a:gd name="connsiteY19980" fmla="*/ 4623626 h 5143785"/>
              <a:gd name="connsiteX19981" fmla="*/ 2627090 w 3114960"/>
              <a:gd name="connsiteY19981" fmla="*/ 4632389 h 5143785"/>
              <a:gd name="connsiteX19982" fmla="*/ 2618327 w 3114960"/>
              <a:gd name="connsiteY19982" fmla="*/ 4623626 h 5143785"/>
              <a:gd name="connsiteX19983" fmla="*/ 2658904 w 3114960"/>
              <a:gd name="connsiteY19983" fmla="*/ 4602576 h 5143785"/>
              <a:gd name="connsiteX19984" fmla="*/ 2667667 w 3114960"/>
              <a:gd name="connsiteY19984" fmla="*/ 4593812 h 5143785"/>
              <a:gd name="connsiteX19985" fmla="*/ 2676430 w 3114960"/>
              <a:gd name="connsiteY19985" fmla="*/ 4602576 h 5143785"/>
              <a:gd name="connsiteX19986" fmla="*/ 2667667 w 3114960"/>
              <a:gd name="connsiteY19986" fmla="*/ 4611338 h 5143785"/>
              <a:gd name="connsiteX19987" fmla="*/ 2658904 w 3114960"/>
              <a:gd name="connsiteY19987" fmla="*/ 4602576 h 5143785"/>
              <a:gd name="connsiteX19988" fmla="*/ 845820 w 3114960"/>
              <a:gd name="connsiteY19988" fmla="*/ 161449 h 5143785"/>
              <a:gd name="connsiteX19989" fmla="*/ 845820 w 3114960"/>
              <a:gd name="connsiteY19989" fmla="*/ 148685 h 5143785"/>
              <a:gd name="connsiteX19990" fmla="*/ 838295 w 3114960"/>
              <a:gd name="connsiteY19990" fmla="*/ 141161 h 5143785"/>
              <a:gd name="connsiteX19991" fmla="*/ 825532 w 3114960"/>
              <a:gd name="connsiteY19991" fmla="*/ 141161 h 5143785"/>
              <a:gd name="connsiteX19992" fmla="*/ 818007 w 3114960"/>
              <a:gd name="connsiteY19992" fmla="*/ 148685 h 5143785"/>
              <a:gd name="connsiteX19993" fmla="*/ 818007 w 3114960"/>
              <a:gd name="connsiteY19993" fmla="*/ 161449 h 5143785"/>
              <a:gd name="connsiteX19994" fmla="*/ 825532 w 3114960"/>
              <a:gd name="connsiteY19994" fmla="*/ 168974 h 5143785"/>
              <a:gd name="connsiteX19995" fmla="*/ 829247 w 3114960"/>
              <a:gd name="connsiteY19995" fmla="*/ 168974 h 5143785"/>
              <a:gd name="connsiteX19996" fmla="*/ 829532 w 3114960"/>
              <a:gd name="connsiteY19996" fmla="*/ 267176 h 5143785"/>
              <a:gd name="connsiteX19997" fmla="*/ 814578 w 3114960"/>
              <a:gd name="connsiteY19997" fmla="*/ 285274 h 5143785"/>
              <a:gd name="connsiteX19998" fmla="*/ 814578 w 3114960"/>
              <a:gd name="connsiteY19998" fmla="*/ 352044 h 5143785"/>
              <a:gd name="connsiteX19999" fmla="*/ 825818 w 3114960"/>
              <a:gd name="connsiteY19999" fmla="*/ 363474 h 5143785"/>
              <a:gd name="connsiteX20000" fmla="*/ 824770 w 3114960"/>
              <a:gd name="connsiteY20000" fmla="*/ 374809 h 5143785"/>
              <a:gd name="connsiteX20001" fmla="*/ 834581 w 3114960"/>
              <a:gd name="connsiteY20001" fmla="*/ 380810 h 5143785"/>
              <a:gd name="connsiteX20002" fmla="*/ 839534 w 3114960"/>
              <a:gd name="connsiteY20002" fmla="*/ 379667 h 5143785"/>
              <a:gd name="connsiteX20003" fmla="*/ 844391 w 3114960"/>
              <a:gd name="connsiteY20003" fmla="*/ 364998 h 5143785"/>
              <a:gd name="connsiteX20004" fmla="*/ 829723 w 3114960"/>
              <a:gd name="connsiteY20004" fmla="*/ 360140 h 5143785"/>
              <a:gd name="connsiteX20005" fmla="*/ 829532 w 3114960"/>
              <a:gd name="connsiteY20005" fmla="*/ 360331 h 5143785"/>
              <a:gd name="connsiteX20006" fmla="*/ 819531 w 3114960"/>
              <a:gd name="connsiteY20006" fmla="*/ 350139 h 5143785"/>
              <a:gd name="connsiteX20007" fmla="*/ 819531 w 3114960"/>
              <a:gd name="connsiteY20007" fmla="*/ 286988 h 5143785"/>
              <a:gd name="connsiteX20008" fmla="*/ 834485 w 3114960"/>
              <a:gd name="connsiteY20008" fmla="*/ 268891 h 5143785"/>
              <a:gd name="connsiteX20009" fmla="*/ 834200 w 3114960"/>
              <a:gd name="connsiteY20009" fmla="*/ 168974 h 5143785"/>
              <a:gd name="connsiteX20010" fmla="*/ 838486 w 3114960"/>
              <a:gd name="connsiteY20010" fmla="*/ 168974 h 5143785"/>
              <a:gd name="connsiteX20011" fmla="*/ 846011 w 3114960"/>
              <a:gd name="connsiteY20011" fmla="*/ 161449 h 5143785"/>
              <a:gd name="connsiteX20012" fmla="*/ 831723 w 3114960"/>
              <a:gd name="connsiteY20012" fmla="*/ 364331 h 5143785"/>
              <a:gd name="connsiteX20013" fmla="*/ 834485 w 3114960"/>
              <a:gd name="connsiteY20013" fmla="*/ 363664 h 5143785"/>
              <a:gd name="connsiteX20014" fmla="*/ 840010 w 3114960"/>
              <a:gd name="connsiteY20014" fmla="*/ 367094 h 5143785"/>
              <a:gd name="connsiteX20015" fmla="*/ 837248 w 3114960"/>
              <a:gd name="connsiteY20015" fmla="*/ 375380 h 5143785"/>
              <a:gd name="connsiteX20016" fmla="*/ 828961 w 3114960"/>
              <a:gd name="connsiteY20016" fmla="*/ 372618 h 5143785"/>
              <a:gd name="connsiteX20017" fmla="*/ 831723 w 3114960"/>
              <a:gd name="connsiteY20017" fmla="*/ 364331 h 5143785"/>
              <a:gd name="connsiteX20018" fmla="*/ 825627 w 3114960"/>
              <a:gd name="connsiteY20018" fmla="*/ 165164 h 5143785"/>
              <a:gd name="connsiteX20019" fmla="*/ 821817 w 3114960"/>
              <a:gd name="connsiteY20019" fmla="*/ 161354 h 5143785"/>
              <a:gd name="connsiteX20020" fmla="*/ 821817 w 3114960"/>
              <a:gd name="connsiteY20020" fmla="*/ 148590 h 5143785"/>
              <a:gd name="connsiteX20021" fmla="*/ 825627 w 3114960"/>
              <a:gd name="connsiteY20021" fmla="*/ 144780 h 5143785"/>
              <a:gd name="connsiteX20022" fmla="*/ 838391 w 3114960"/>
              <a:gd name="connsiteY20022" fmla="*/ 144780 h 5143785"/>
              <a:gd name="connsiteX20023" fmla="*/ 842201 w 3114960"/>
              <a:gd name="connsiteY20023" fmla="*/ 148590 h 5143785"/>
              <a:gd name="connsiteX20024" fmla="*/ 842201 w 3114960"/>
              <a:gd name="connsiteY20024" fmla="*/ 161354 h 5143785"/>
              <a:gd name="connsiteX20025" fmla="*/ 838391 w 3114960"/>
              <a:gd name="connsiteY20025" fmla="*/ 165164 h 5143785"/>
              <a:gd name="connsiteX20026" fmla="*/ 825627 w 3114960"/>
              <a:gd name="connsiteY20026" fmla="*/ 165164 h 5143785"/>
              <a:gd name="connsiteX20027" fmla="*/ 2653855 w 3114960"/>
              <a:gd name="connsiteY20027" fmla="*/ 4614863 h 5143785"/>
              <a:gd name="connsiteX20028" fmla="*/ 2662619 w 3114960"/>
              <a:gd name="connsiteY20028" fmla="*/ 4623626 h 5143785"/>
              <a:gd name="connsiteX20029" fmla="*/ 2653855 w 3114960"/>
              <a:gd name="connsiteY20029" fmla="*/ 4632389 h 5143785"/>
              <a:gd name="connsiteX20030" fmla="*/ 2645093 w 3114960"/>
              <a:gd name="connsiteY20030" fmla="*/ 4623626 h 5143785"/>
              <a:gd name="connsiteX20031" fmla="*/ 2653855 w 3114960"/>
              <a:gd name="connsiteY20031" fmla="*/ 4614863 h 5143785"/>
              <a:gd name="connsiteX20032" fmla="*/ 914591 w 3114960"/>
              <a:gd name="connsiteY20032" fmla="*/ 390715 h 5143785"/>
              <a:gd name="connsiteX20033" fmla="*/ 924401 w 3114960"/>
              <a:gd name="connsiteY20033" fmla="*/ 396716 h 5143785"/>
              <a:gd name="connsiteX20034" fmla="*/ 929354 w 3114960"/>
              <a:gd name="connsiteY20034" fmla="*/ 395573 h 5143785"/>
              <a:gd name="connsiteX20035" fmla="*/ 934784 w 3114960"/>
              <a:gd name="connsiteY20035" fmla="*/ 389192 h 5143785"/>
              <a:gd name="connsiteX20036" fmla="*/ 934117 w 3114960"/>
              <a:gd name="connsiteY20036" fmla="*/ 380810 h 5143785"/>
              <a:gd name="connsiteX20037" fmla="*/ 921639 w 3114960"/>
              <a:gd name="connsiteY20037" fmla="*/ 375380 h 5143785"/>
              <a:gd name="connsiteX20038" fmla="*/ 914495 w 3114960"/>
              <a:gd name="connsiteY20038" fmla="*/ 363664 h 5143785"/>
              <a:gd name="connsiteX20039" fmla="*/ 914495 w 3114960"/>
              <a:gd name="connsiteY20039" fmla="*/ 300228 h 5143785"/>
              <a:gd name="connsiteX20040" fmla="*/ 929450 w 3114960"/>
              <a:gd name="connsiteY20040" fmla="*/ 282131 h 5143785"/>
              <a:gd name="connsiteX20041" fmla="*/ 929450 w 3114960"/>
              <a:gd name="connsiteY20041" fmla="*/ 172593 h 5143785"/>
              <a:gd name="connsiteX20042" fmla="*/ 922115 w 3114960"/>
              <a:gd name="connsiteY20042" fmla="*/ 160306 h 5143785"/>
              <a:gd name="connsiteX20043" fmla="*/ 922115 w 3114960"/>
              <a:gd name="connsiteY20043" fmla="*/ 134112 h 5143785"/>
              <a:gd name="connsiteX20044" fmla="*/ 923830 w 3114960"/>
              <a:gd name="connsiteY20044" fmla="*/ 133636 h 5143785"/>
              <a:gd name="connsiteX20045" fmla="*/ 927926 w 3114960"/>
              <a:gd name="connsiteY20045" fmla="*/ 121063 h 5143785"/>
              <a:gd name="connsiteX20046" fmla="*/ 915352 w 3114960"/>
              <a:gd name="connsiteY20046" fmla="*/ 116967 h 5143785"/>
              <a:gd name="connsiteX20047" fmla="*/ 911257 w 3114960"/>
              <a:gd name="connsiteY20047" fmla="*/ 129540 h 5143785"/>
              <a:gd name="connsiteX20048" fmla="*/ 917258 w 3114960"/>
              <a:gd name="connsiteY20048" fmla="*/ 134303 h 5143785"/>
              <a:gd name="connsiteX20049" fmla="*/ 917258 w 3114960"/>
              <a:gd name="connsiteY20049" fmla="*/ 161735 h 5143785"/>
              <a:gd name="connsiteX20050" fmla="*/ 924782 w 3114960"/>
              <a:gd name="connsiteY20050" fmla="*/ 174022 h 5143785"/>
              <a:gd name="connsiteX20051" fmla="*/ 924782 w 3114960"/>
              <a:gd name="connsiteY20051" fmla="*/ 280511 h 5143785"/>
              <a:gd name="connsiteX20052" fmla="*/ 909638 w 3114960"/>
              <a:gd name="connsiteY20052" fmla="*/ 298609 h 5143785"/>
              <a:gd name="connsiteX20053" fmla="*/ 909638 w 3114960"/>
              <a:gd name="connsiteY20053" fmla="*/ 365093 h 5143785"/>
              <a:gd name="connsiteX20054" fmla="*/ 917353 w 3114960"/>
              <a:gd name="connsiteY20054" fmla="*/ 377666 h 5143785"/>
              <a:gd name="connsiteX20055" fmla="*/ 913924 w 3114960"/>
              <a:gd name="connsiteY20055" fmla="*/ 382429 h 5143785"/>
              <a:gd name="connsiteX20056" fmla="*/ 914591 w 3114960"/>
              <a:gd name="connsiteY20056" fmla="*/ 390811 h 5143785"/>
              <a:gd name="connsiteX20057" fmla="*/ 918496 w 3114960"/>
              <a:gd name="connsiteY20057" fmla="*/ 383858 h 5143785"/>
              <a:gd name="connsiteX20058" fmla="*/ 921544 w 3114960"/>
              <a:gd name="connsiteY20058" fmla="*/ 380238 h 5143785"/>
              <a:gd name="connsiteX20059" fmla="*/ 924306 w 3114960"/>
              <a:gd name="connsiteY20059" fmla="*/ 379571 h 5143785"/>
              <a:gd name="connsiteX20060" fmla="*/ 929831 w 3114960"/>
              <a:gd name="connsiteY20060" fmla="*/ 383000 h 5143785"/>
              <a:gd name="connsiteX20061" fmla="*/ 930212 w 3114960"/>
              <a:gd name="connsiteY20061" fmla="*/ 387763 h 5143785"/>
              <a:gd name="connsiteX20062" fmla="*/ 927164 w 3114960"/>
              <a:gd name="connsiteY20062" fmla="*/ 391382 h 5143785"/>
              <a:gd name="connsiteX20063" fmla="*/ 918877 w 3114960"/>
              <a:gd name="connsiteY20063" fmla="*/ 388620 h 5143785"/>
              <a:gd name="connsiteX20064" fmla="*/ 918496 w 3114960"/>
              <a:gd name="connsiteY20064" fmla="*/ 383858 h 5143785"/>
              <a:gd name="connsiteX20065" fmla="*/ 633794 w 3114960"/>
              <a:gd name="connsiteY20065" fmla="*/ 641318 h 5143785"/>
              <a:gd name="connsiteX20066" fmla="*/ 630936 w 3114960"/>
              <a:gd name="connsiteY20066" fmla="*/ 643700 h 5143785"/>
              <a:gd name="connsiteX20067" fmla="*/ 626650 w 3114960"/>
              <a:gd name="connsiteY20067" fmla="*/ 642557 h 5143785"/>
              <a:gd name="connsiteX20068" fmla="*/ 616839 w 3114960"/>
              <a:gd name="connsiteY20068" fmla="*/ 652367 h 5143785"/>
              <a:gd name="connsiteX20069" fmla="*/ 626650 w 3114960"/>
              <a:gd name="connsiteY20069" fmla="*/ 662178 h 5143785"/>
              <a:gd name="connsiteX20070" fmla="*/ 636461 w 3114960"/>
              <a:gd name="connsiteY20070" fmla="*/ 652367 h 5143785"/>
              <a:gd name="connsiteX20071" fmla="*/ 635794 w 3114960"/>
              <a:gd name="connsiteY20071" fmla="*/ 649034 h 5143785"/>
              <a:gd name="connsiteX20072" fmla="*/ 638366 w 3114960"/>
              <a:gd name="connsiteY20072" fmla="*/ 646938 h 5143785"/>
              <a:gd name="connsiteX20073" fmla="*/ 633794 w 3114960"/>
              <a:gd name="connsiteY20073" fmla="*/ 641414 h 5143785"/>
              <a:gd name="connsiteX20074" fmla="*/ 626650 w 3114960"/>
              <a:gd name="connsiteY20074" fmla="*/ 657320 h 5143785"/>
              <a:gd name="connsiteX20075" fmla="*/ 621602 w 3114960"/>
              <a:gd name="connsiteY20075" fmla="*/ 652272 h 5143785"/>
              <a:gd name="connsiteX20076" fmla="*/ 626650 w 3114960"/>
              <a:gd name="connsiteY20076" fmla="*/ 647224 h 5143785"/>
              <a:gd name="connsiteX20077" fmla="*/ 631698 w 3114960"/>
              <a:gd name="connsiteY20077" fmla="*/ 652272 h 5143785"/>
              <a:gd name="connsiteX20078" fmla="*/ 626650 w 3114960"/>
              <a:gd name="connsiteY20078" fmla="*/ 657320 h 5143785"/>
              <a:gd name="connsiteX20079" fmla="*/ 1561528 w 3114960"/>
              <a:gd name="connsiteY20079" fmla="*/ 2277142 h 5143785"/>
              <a:gd name="connsiteX20080" fmla="*/ 1561528 w 3114960"/>
              <a:gd name="connsiteY20080" fmla="*/ 2262473 h 5143785"/>
              <a:gd name="connsiteX20081" fmla="*/ 1565339 w 3114960"/>
              <a:gd name="connsiteY20081" fmla="*/ 2258663 h 5143785"/>
              <a:gd name="connsiteX20082" fmla="*/ 1580007 w 3114960"/>
              <a:gd name="connsiteY20082" fmla="*/ 2258663 h 5143785"/>
              <a:gd name="connsiteX20083" fmla="*/ 1583817 w 3114960"/>
              <a:gd name="connsiteY20083" fmla="*/ 2262473 h 5143785"/>
              <a:gd name="connsiteX20084" fmla="*/ 1583817 w 3114960"/>
              <a:gd name="connsiteY20084" fmla="*/ 2277142 h 5143785"/>
              <a:gd name="connsiteX20085" fmla="*/ 1580007 w 3114960"/>
              <a:gd name="connsiteY20085" fmla="*/ 2280952 h 5143785"/>
              <a:gd name="connsiteX20086" fmla="*/ 1565339 w 3114960"/>
              <a:gd name="connsiteY20086" fmla="*/ 2280952 h 5143785"/>
              <a:gd name="connsiteX20087" fmla="*/ 1561528 w 3114960"/>
              <a:gd name="connsiteY20087" fmla="*/ 2277142 h 5143785"/>
              <a:gd name="connsiteX20088" fmla="*/ 639032 w 3114960"/>
              <a:gd name="connsiteY20088" fmla="*/ 637032 h 5143785"/>
              <a:gd name="connsiteX20089" fmla="*/ 644271 w 3114960"/>
              <a:gd name="connsiteY20089" fmla="*/ 632746 h 5143785"/>
              <a:gd name="connsiteX20090" fmla="*/ 648843 w 3114960"/>
              <a:gd name="connsiteY20090" fmla="*/ 638270 h 5143785"/>
              <a:gd name="connsiteX20091" fmla="*/ 643604 w 3114960"/>
              <a:gd name="connsiteY20091" fmla="*/ 642557 h 5143785"/>
              <a:gd name="connsiteX20092" fmla="*/ 639032 w 3114960"/>
              <a:gd name="connsiteY20092" fmla="*/ 637032 h 5143785"/>
              <a:gd name="connsiteX20093" fmla="*/ 782098 w 3114960"/>
              <a:gd name="connsiteY20093" fmla="*/ 96679 h 5143785"/>
              <a:gd name="connsiteX20094" fmla="*/ 789718 w 3114960"/>
              <a:gd name="connsiteY20094" fmla="*/ 89630 h 5143785"/>
              <a:gd name="connsiteX20095" fmla="*/ 794671 w 3114960"/>
              <a:gd name="connsiteY20095" fmla="*/ 79820 h 5143785"/>
              <a:gd name="connsiteX20096" fmla="*/ 782002 w 3114960"/>
              <a:gd name="connsiteY20096" fmla="*/ 67151 h 5143785"/>
              <a:gd name="connsiteX20097" fmla="*/ 769334 w 3114960"/>
              <a:gd name="connsiteY20097" fmla="*/ 79820 h 5143785"/>
              <a:gd name="connsiteX20098" fmla="*/ 780383 w 3114960"/>
              <a:gd name="connsiteY20098" fmla="*/ 92202 h 5143785"/>
              <a:gd name="connsiteX20099" fmla="*/ 779907 w 3114960"/>
              <a:gd name="connsiteY20099" fmla="*/ 92488 h 5143785"/>
              <a:gd name="connsiteX20100" fmla="*/ 771716 w 3114960"/>
              <a:gd name="connsiteY20100" fmla="*/ 101632 h 5143785"/>
              <a:gd name="connsiteX20101" fmla="*/ 779907 w 3114960"/>
              <a:gd name="connsiteY20101" fmla="*/ 110776 h 5143785"/>
              <a:gd name="connsiteX20102" fmla="*/ 785527 w 3114960"/>
              <a:gd name="connsiteY20102" fmla="*/ 115729 h 5143785"/>
              <a:gd name="connsiteX20103" fmla="*/ 779907 w 3114960"/>
              <a:gd name="connsiteY20103" fmla="*/ 120682 h 5143785"/>
              <a:gd name="connsiteX20104" fmla="*/ 771716 w 3114960"/>
              <a:gd name="connsiteY20104" fmla="*/ 129826 h 5143785"/>
              <a:gd name="connsiteX20105" fmla="*/ 779907 w 3114960"/>
              <a:gd name="connsiteY20105" fmla="*/ 138970 h 5143785"/>
              <a:gd name="connsiteX20106" fmla="*/ 785527 w 3114960"/>
              <a:gd name="connsiteY20106" fmla="*/ 143923 h 5143785"/>
              <a:gd name="connsiteX20107" fmla="*/ 779907 w 3114960"/>
              <a:gd name="connsiteY20107" fmla="*/ 148876 h 5143785"/>
              <a:gd name="connsiteX20108" fmla="*/ 771716 w 3114960"/>
              <a:gd name="connsiteY20108" fmla="*/ 158020 h 5143785"/>
              <a:gd name="connsiteX20109" fmla="*/ 779907 w 3114960"/>
              <a:gd name="connsiteY20109" fmla="*/ 167164 h 5143785"/>
              <a:gd name="connsiteX20110" fmla="*/ 785432 w 3114960"/>
              <a:gd name="connsiteY20110" fmla="*/ 172117 h 5143785"/>
              <a:gd name="connsiteX20111" fmla="*/ 779907 w 3114960"/>
              <a:gd name="connsiteY20111" fmla="*/ 177070 h 5143785"/>
              <a:gd name="connsiteX20112" fmla="*/ 771716 w 3114960"/>
              <a:gd name="connsiteY20112" fmla="*/ 186214 h 5143785"/>
              <a:gd name="connsiteX20113" fmla="*/ 779907 w 3114960"/>
              <a:gd name="connsiteY20113" fmla="*/ 195358 h 5143785"/>
              <a:gd name="connsiteX20114" fmla="*/ 785432 w 3114960"/>
              <a:gd name="connsiteY20114" fmla="*/ 200311 h 5143785"/>
              <a:gd name="connsiteX20115" fmla="*/ 779812 w 3114960"/>
              <a:gd name="connsiteY20115" fmla="*/ 205264 h 5143785"/>
              <a:gd name="connsiteX20116" fmla="*/ 771620 w 3114960"/>
              <a:gd name="connsiteY20116" fmla="*/ 214408 h 5143785"/>
              <a:gd name="connsiteX20117" fmla="*/ 779812 w 3114960"/>
              <a:gd name="connsiteY20117" fmla="*/ 223552 h 5143785"/>
              <a:gd name="connsiteX20118" fmla="*/ 785432 w 3114960"/>
              <a:gd name="connsiteY20118" fmla="*/ 228505 h 5143785"/>
              <a:gd name="connsiteX20119" fmla="*/ 779812 w 3114960"/>
              <a:gd name="connsiteY20119" fmla="*/ 233458 h 5143785"/>
              <a:gd name="connsiteX20120" fmla="*/ 771620 w 3114960"/>
              <a:gd name="connsiteY20120" fmla="*/ 242602 h 5143785"/>
              <a:gd name="connsiteX20121" fmla="*/ 779812 w 3114960"/>
              <a:gd name="connsiteY20121" fmla="*/ 251746 h 5143785"/>
              <a:gd name="connsiteX20122" fmla="*/ 785432 w 3114960"/>
              <a:gd name="connsiteY20122" fmla="*/ 256699 h 5143785"/>
              <a:gd name="connsiteX20123" fmla="*/ 779812 w 3114960"/>
              <a:gd name="connsiteY20123" fmla="*/ 261652 h 5143785"/>
              <a:gd name="connsiteX20124" fmla="*/ 771620 w 3114960"/>
              <a:gd name="connsiteY20124" fmla="*/ 270796 h 5143785"/>
              <a:gd name="connsiteX20125" fmla="*/ 779812 w 3114960"/>
              <a:gd name="connsiteY20125" fmla="*/ 280035 h 5143785"/>
              <a:gd name="connsiteX20126" fmla="*/ 785432 w 3114960"/>
              <a:gd name="connsiteY20126" fmla="*/ 284988 h 5143785"/>
              <a:gd name="connsiteX20127" fmla="*/ 779812 w 3114960"/>
              <a:gd name="connsiteY20127" fmla="*/ 289941 h 5143785"/>
              <a:gd name="connsiteX20128" fmla="*/ 771620 w 3114960"/>
              <a:gd name="connsiteY20128" fmla="*/ 299180 h 5143785"/>
              <a:gd name="connsiteX20129" fmla="*/ 779812 w 3114960"/>
              <a:gd name="connsiteY20129" fmla="*/ 308420 h 5143785"/>
              <a:gd name="connsiteX20130" fmla="*/ 783241 w 3114960"/>
              <a:gd name="connsiteY20130" fmla="*/ 310420 h 5143785"/>
              <a:gd name="connsiteX20131" fmla="*/ 776288 w 3114960"/>
              <a:gd name="connsiteY20131" fmla="*/ 310420 h 5143785"/>
              <a:gd name="connsiteX20132" fmla="*/ 769620 w 3114960"/>
              <a:gd name="connsiteY20132" fmla="*/ 317087 h 5143785"/>
              <a:gd name="connsiteX20133" fmla="*/ 769620 w 3114960"/>
              <a:gd name="connsiteY20133" fmla="*/ 328422 h 5143785"/>
              <a:gd name="connsiteX20134" fmla="*/ 776288 w 3114960"/>
              <a:gd name="connsiteY20134" fmla="*/ 335089 h 5143785"/>
              <a:gd name="connsiteX20135" fmla="*/ 787622 w 3114960"/>
              <a:gd name="connsiteY20135" fmla="*/ 335089 h 5143785"/>
              <a:gd name="connsiteX20136" fmla="*/ 794290 w 3114960"/>
              <a:gd name="connsiteY20136" fmla="*/ 328422 h 5143785"/>
              <a:gd name="connsiteX20137" fmla="*/ 794290 w 3114960"/>
              <a:gd name="connsiteY20137" fmla="*/ 317087 h 5143785"/>
              <a:gd name="connsiteX20138" fmla="*/ 789623 w 3114960"/>
              <a:gd name="connsiteY20138" fmla="*/ 310801 h 5143785"/>
              <a:gd name="connsiteX20139" fmla="*/ 782098 w 3114960"/>
              <a:gd name="connsiteY20139" fmla="*/ 304229 h 5143785"/>
              <a:gd name="connsiteX20140" fmla="*/ 776478 w 3114960"/>
              <a:gd name="connsiteY20140" fmla="*/ 299276 h 5143785"/>
              <a:gd name="connsiteX20141" fmla="*/ 782098 w 3114960"/>
              <a:gd name="connsiteY20141" fmla="*/ 294323 h 5143785"/>
              <a:gd name="connsiteX20142" fmla="*/ 790289 w 3114960"/>
              <a:gd name="connsiteY20142" fmla="*/ 285083 h 5143785"/>
              <a:gd name="connsiteX20143" fmla="*/ 782098 w 3114960"/>
              <a:gd name="connsiteY20143" fmla="*/ 275844 h 5143785"/>
              <a:gd name="connsiteX20144" fmla="*/ 776478 w 3114960"/>
              <a:gd name="connsiteY20144" fmla="*/ 270891 h 5143785"/>
              <a:gd name="connsiteX20145" fmla="*/ 782098 w 3114960"/>
              <a:gd name="connsiteY20145" fmla="*/ 265938 h 5143785"/>
              <a:gd name="connsiteX20146" fmla="*/ 790289 w 3114960"/>
              <a:gd name="connsiteY20146" fmla="*/ 256794 h 5143785"/>
              <a:gd name="connsiteX20147" fmla="*/ 782098 w 3114960"/>
              <a:gd name="connsiteY20147" fmla="*/ 247555 h 5143785"/>
              <a:gd name="connsiteX20148" fmla="*/ 776478 w 3114960"/>
              <a:gd name="connsiteY20148" fmla="*/ 242602 h 5143785"/>
              <a:gd name="connsiteX20149" fmla="*/ 782098 w 3114960"/>
              <a:gd name="connsiteY20149" fmla="*/ 237649 h 5143785"/>
              <a:gd name="connsiteX20150" fmla="*/ 790289 w 3114960"/>
              <a:gd name="connsiteY20150" fmla="*/ 228505 h 5143785"/>
              <a:gd name="connsiteX20151" fmla="*/ 782098 w 3114960"/>
              <a:gd name="connsiteY20151" fmla="*/ 219361 h 5143785"/>
              <a:gd name="connsiteX20152" fmla="*/ 776478 w 3114960"/>
              <a:gd name="connsiteY20152" fmla="*/ 214408 h 5143785"/>
              <a:gd name="connsiteX20153" fmla="*/ 782098 w 3114960"/>
              <a:gd name="connsiteY20153" fmla="*/ 209455 h 5143785"/>
              <a:gd name="connsiteX20154" fmla="*/ 790289 w 3114960"/>
              <a:gd name="connsiteY20154" fmla="*/ 200311 h 5143785"/>
              <a:gd name="connsiteX20155" fmla="*/ 782098 w 3114960"/>
              <a:gd name="connsiteY20155" fmla="*/ 191167 h 5143785"/>
              <a:gd name="connsiteX20156" fmla="*/ 776573 w 3114960"/>
              <a:gd name="connsiteY20156" fmla="*/ 186214 h 5143785"/>
              <a:gd name="connsiteX20157" fmla="*/ 782193 w 3114960"/>
              <a:gd name="connsiteY20157" fmla="*/ 181261 h 5143785"/>
              <a:gd name="connsiteX20158" fmla="*/ 790385 w 3114960"/>
              <a:gd name="connsiteY20158" fmla="*/ 172117 h 5143785"/>
              <a:gd name="connsiteX20159" fmla="*/ 782193 w 3114960"/>
              <a:gd name="connsiteY20159" fmla="*/ 162973 h 5143785"/>
              <a:gd name="connsiteX20160" fmla="*/ 776573 w 3114960"/>
              <a:gd name="connsiteY20160" fmla="*/ 158020 h 5143785"/>
              <a:gd name="connsiteX20161" fmla="*/ 782193 w 3114960"/>
              <a:gd name="connsiteY20161" fmla="*/ 153067 h 5143785"/>
              <a:gd name="connsiteX20162" fmla="*/ 790385 w 3114960"/>
              <a:gd name="connsiteY20162" fmla="*/ 143923 h 5143785"/>
              <a:gd name="connsiteX20163" fmla="*/ 782193 w 3114960"/>
              <a:gd name="connsiteY20163" fmla="*/ 134779 h 5143785"/>
              <a:gd name="connsiteX20164" fmla="*/ 776573 w 3114960"/>
              <a:gd name="connsiteY20164" fmla="*/ 129826 h 5143785"/>
              <a:gd name="connsiteX20165" fmla="*/ 782193 w 3114960"/>
              <a:gd name="connsiteY20165" fmla="*/ 124873 h 5143785"/>
              <a:gd name="connsiteX20166" fmla="*/ 790385 w 3114960"/>
              <a:gd name="connsiteY20166" fmla="*/ 115729 h 5143785"/>
              <a:gd name="connsiteX20167" fmla="*/ 782193 w 3114960"/>
              <a:gd name="connsiteY20167" fmla="*/ 106585 h 5143785"/>
              <a:gd name="connsiteX20168" fmla="*/ 776573 w 3114960"/>
              <a:gd name="connsiteY20168" fmla="*/ 101632 h 5143785"/>
              <a:gd name="connsiteX20169" fmla="*/ 782193 w 3114960"/>
              <a:gd name="connsiteY20169" fmla="*/ 96679 h 5143785"/>
              <a:gd name="connsiteX20170" fmla="*/ 791051 w 3114960"/>
              <a:gd name="connsiteY20170" fmla="*/ 317373 h 5143785"/>
              <a:gd name="connsiteX20171" fmla="*/ 791051 w 3114960"/>
              <a:gd name="connsiteY20171" fmla="*/ 328708 h 5143785"/>
              <a:gd name="connsiteX20172" fmla="*/ 787718 w 3114960"/>
              <a:gd name="connsiteY20172" fmla="*/ 332042 h 5143785"/>
              <a:gd name="connsiteX20173" fmla="*/ 776383 w 3114960"/>
              <a:gd name="connsiteY20173" fmla="*/ 332042 h 5143785"/>
              <a:gd name="connsiteX20174" fmla="*/ 773049 w 3114960"/>
              <a:gd name="connsiteY20174" fmla="*/ 328708 h 5143785"/>
              <a:gd name="connsiteX20175" fmla="*/ 773049 w 3114960"/>
              <a:gd name="connsiteY20175" fmla="*/ 317373 h 5143785"/>
              <a:gd name="connsiteX20176" fmla="*/ 776383 w 3114960"/>
              <a:gd name="connsiteY20176" fmla="*/ 314039 h 5143785"/>
              <a:gd name="connsiteX20177" fmla="*/ 787718 w 3114960"/>
              <a:gd name="connsiteY20177" fmla="*/ 314039 h 5143785"/>
              <a:gd name="connsiteX20178" fmla="*/ 791051 w 3114960"/>
              <a:gd name="connsiteY20178" fmla="*/ 317373 h 5143785"/>
              <a:gd name="connsiteX20179" fmla="*/ 2846165 w 3114960"/>
              <a:gd name="connsiteY20179" fmla="*/ 4411313 h 5143785"/>
              <a:gd name="connsiteX20180" fmla="*/ 2846165 w 3114960"/>
              <a:gd name="connsiteY20180" fmla="*/ 4383786 h 5143785"/>
              <a:gd name="connsiteX20181" fmla="*/ 2835117 w 3114960"/>
              <a:gd name="connsiteY20181" fmla="*/ 4372737 h 5143785"/>
              <a:gd name="connsiteX20182" fmla="*/ 2807589 w 3114960"/>
              <a:gd name="connsiteY20182" fmla="*/ 4372737 h 5143785"/>
              <a:gd name="connsiteX20183" fmla="*/ 2796540 w 3114960"/>
              <a:gd name="connsiteY20183" fmla="*/ 4383786 h 5143785"/>
              <a:gd name="connsiteX20184" fmla="*/ 2796540 w 3114960"/>
              <a:gd name="connsiteY20184" fmla="*/ 4394835 h 5143785"/>
              <a:gd name="connsiteX20185" fmla="*/ 2581370 w 3114960"/>
              <a:gd name="connsiteY20185" fmla="*/ 4394835 h 5143785"/>
              <a:gd name="connsiteX20186" fmla="*/ 2551176 w 3114960"/>
              <a:gd name="connsiteY20186" fmla="*/ 4421601 h 5143785"/>
              <a:gd name="connsiteX20187" fmla="*/ 2551176 w 3114960"/>
              <a:gd name="connsiteY20187" fmla="*/ 4604004 h 5143785"/>
              <a:gd name="connsiteX20188" fmla="*/ 2571560 w 3114960"/>
              <a:gd name="connsiteY20188" fmla="*/ 4625531 h 5143785"/>
              <a:gd name="connsiteX20189" fmla="*/ 2605278 w 3114960"/>
              <a:gd name="connsiteY20189" fmla="*/ 4625531 h 5143785"/>
              <a:gd name="connsiteX20190" fmla="*/ 2605278 w 3114960"/>
              <a:gd name="connsiteY20190" fmla="*/ 4649057 h 5143785"/>
              <a:gd name="connsiteX20191" fmla="*/ 2629472 w 3114960"/>
              <a:gd name="connsiteY20191" fmla="*/ 4673251 h 5143785"/>
              <a:gd name="connsiteX20192" fmla="*/ 2732056 w 3114960"/>
              <a:gd name="connsiteY20192" fmla="*/ 4673251 h 5143785"/>
              <a:gd name="connsiteX20193" fmla="*/ 2756249 w 3114960"/>
              <a:gd name="connsiteY20193" fmla="*/ 4649057 h 5143785"/>
              <a:gd name="connsiteX20194" fmla="*/ 2756249 w 3114960"/>
              <a:gd name="connsiteY20194" fmla="*/ 4601432 h 5143785"/>
              <a:gd name="connsiteX20195" fmla="*/ 2732056 w 3114960"/>
              <a:gd name="connsiteY20195" fmla="*/ 4577239 h 5143785"/>
              <a:gd name="connsiteX20196" fmla="*/ 2629472 w 3114960"/>
              <a:gd name="connsiteY20196" fmla="*/ 4577239 h 5143785"/>
              <a:gd name="connsiteX20197" fmla="*/ 2605278 w 3114960"/>
              <a:gd name="connsiteY20197" fmla="*/ 4601432 h 5143785"/>
              <a:gd name="connsiteX20198" fmla="*/ 2605278 w 3114960"/>
              <a:gd name="connsiteY20198" fmla="*/ 4618387 h 5143785"/>
              <a:gd name="connsiteX20199" fmla="*/ 2574703 w 3114960"/>
              <a:gd name="connsiteY20199" fmla="*/ 4618387 h 5143785"/>
              <a:gd name="connsiteX20200" fmla="*/ 2558415 w 3114960"/>
              <a:gd name="connsiteY20200" fmla="*/ 4601147 h 5143785"/>
              <a:gd name="connsiteX20201" fmla="*/ 2558415 w 3114960"/>
              <a:gd name="connsiteY20201" fmla="*/ 4424839 h 5143785"/>
              <a:gd name="connsiteX20202" fmla="*/ 2584133 w 3114960"/>
              <a:gd name="connsiteY20202" fmla="*/ 4401979 h 5143785"/>
              <a:gd name="connsiteX20203" fmla="*/ 2796635 w 3114960"/>
              <a:gd name="connsiteY20203" fmla="*/ 4401979 h 5143785"/>
              <a:gd name="connsiteX20204" fmla="*/ 2796635 w 3114960"/>
              <a:gd name="connsiteY20204" fmla="*/ 4411313 h 5143785"/>
              <a:gd name="connsiteX20205" fmla="*/ 2807684 w 3114960"/>
              <a:gd name="connsiteY20205" fmla="*/ 4422362 h 5143785"/>
              <a:gd name="connsiteX20206" fmla="*/ 2835212 w 3114960"/>
              <a:gd name="connsiteY20206" fmla="*/ 4422362 h 5143785"/>
              <a:gd name="connsiteX20207" fmla="*/ 2846261 w 3114960"/>
              <a:gd name="connsiteY20207" fmla="*/ 4411313 h 5143785"/>
              <a:gd name="connsiteX20208" fmla="*/ 2610041 w 3114960"/>
              <a:gd name="connsiteY20208" fmla="*/ 4601432 h 5143785"/>
              <a:gd name="connsiteX20209" fmla="*/ 2629472 w 3114960"/>
              <a:gd name="connsiteY20209" fmla="*/ 4582002 h 5143785"/>
              <a:gd name="connsiteX20210" fmla="*/ 2732056 w 3114960"/>
              <a:gd name="connsiteY20210" fmla="*/ 4582002 h 5143785"/>
              <a:gd name="connsiteX20211" fmla="*/ 2751487 w 3114960"/>
              <a:gd name="connsiteY20211" fmla="*/ 4601432 h 5143785"/>
              <a:gd name="connsiteX20212" fmla="*/ 2751487 w 3114960"/>
              <a:gd name="connsiteY20212" fmla="*/ 4649057 h 5143785"/>
              <a:gd name="connsiteX20213" fmla="*/ 2732056 w 3114960"/>
              <a:gd name="connsiteY20213" fmla="*/ 4668488 h 5143785"/>
              <a:gd name="connsiteX20214" fmla="*/ 2629472 w 3114960"/>
              <a:gd name="connsiteY20214" fmla="*/ 4668488 h 5143785"/>
              <a:gd name="connsiteX20215" fmla="*/ 2610041 w 3114960"/>
              <a:gd name="connsiteY20215" fmla="*/ 4649057 h 5143785"/>
              <a:gd name="connsiteX20216" fmla="*/ 2610041 w 3114960"/>
              <a:gd name="connsiteY20216" fmla="*/ 4601432 h 5143785"/>
              <a:gd name="connsiteX20217" fmla="*/ 1480661 w 3114960"/>
              <a:gd name="connsiteY20217" fmla="*/ 2587847 h 5143785"/>
              <a:gd name="connsiteX20218" fmla="*/ 1430655 w 3114960"/>
              <a:gd name="connsiteY20218" fmla="*/ 2530697 h 5143785"/>
              <a:gd name="connsiteX20219" fmla="*/ 1430846 w 3114960"/>
              <a:gd name="connsiteY20219" fmla="*/ 2461070 h 5143785"/>
              <a:gd name="connsiteX20220" fmla="*/ 1437037 w 3114960"/>
              <a:gd name="connsiteY20220" fmla="*/ 2458593 h 5143785"/>
              <a:gd name="connsiteX20221" fmla="*/ 1442847 w 3114960"/>
              <a:gd name="connsiteY20221" fmla="*/ 2448116 h 5143785"/>
              <a:gd name="connsiteX20222" fmla="*/ 1547622 w 3114960"/>
              <a:gd name="connsiteY20222" fmla="*/ 2449163 h 5143785"/>
              <a:gd name="connsiteX20223" fmla="*/ 1566767 w 3114960"/>
              <a:gd name="connsiteY20223" fmla="*/ 2426970 h 5143785"/>
              <a:gd name="connsiteX20224" fmla="*/ 1680305 w 3114960"/>
              <a:gd name="connsiteY20224" fmla="*/ 2425827 h 5143785"/>
              <a:gd name="connsiteX20225" fmla="*/ 1680305 w 3114960"/>
              <a:gd name="connsiteY20225" fmla="*/ 2430113 h 5143785"/>
              <a:gd name="connsiteX20226" fmla="*/ 1686592 w 3114960"/>
              <a:gd name="connsiteY20226" fmla="*/ 2436400 h 5143785"/>
              <a:gd name="connsiteX20227" fmla="*/ 1699832 w 3114960"/>
              <a:gd name="connsiteY20227" fmla="*/ 2436400 h 5143785"/>
              <a:gd name="connsiteX20228" fmla="*/ 1706118 w 3114960"/>
              <a:gd name="connsiteY20228" fmla="*/ 2430113 h 5143785"/>
              <a:gd name="connsiteX20229" fmla="*/ 1706118 w 3114960"/>
              <a:gd name="connsiteY20229" fmla="*/ 2416874 h 5143785"/>
              <a:gd name="connsiteX20230" fmla="*/ 1699832 w 3114960"/>
              <a:gd name="connsiteY20230" fmla="*/ 2410587 h 5143785"/>
              <a:gd name="connsiteX20231" fmla="*/ 1686592 w 3114960"/>
              <a:gd name="connsiteY20231" fmla="*/ 2410587 h 5143785"/>
              <a:gd name="connsiteX20232" fmla="*/ 1680305 w 3114960"/>
              <a:gd name="connsiteY20232" fmla="*/ 2416874 h 5143785"/>
              <a:gd name="connsiteX20233" fmla="*/ 1680305 w 3114960"/>
              <a:gd name="connsiteY20233" fmla="*/ 2421160 h 5143785"/>
              <a:gd name="connsiteX20234" fmla="*/ 1564577 w 3114960"/>
              <a:gd name="connsiteY20234" fmla="*/ 2422303 h 5143785"/>
              <a:gd name="connsiteX20235" fmla="*/ 1545431 w 3114960"/>
              <a:gd name="connsiteY20235" fmla="*/ 2444496 h 5143785"/>
              <a:gd name="connsiteX20236" fmla="*/ 1442561 w 3114960"/>
              <a:gd name="connsiteY20236" fmla="*/ 2443448 h 5143785"/>
              <a:gd name="connsiteX20237" fmla="*/ 1440180 w 3114960"/>
              <a:gd name="connsiteY20237" fmla="*/ 2438305 h 5143785"/>
              <a:gd name="connsiteX20238" fmla="*/ 1430655 w 3114960"/>
              <a:gd name="connsiteY20238" fmla="*/ 2432495 h 5143785"/>
              <a:gd name="connsiteX20239" fmla="*/ 1419797 w 3114960"/>
              <a:gd name="connsiteY20239" fmla="*/ 2435162 h 5143785"/>
              <a:gd name="connsiteX20240" fmla="*/ 1416653 w 3114960"/>
              <a:gd name="connsiteY20240" fmla="*/ 2455450 h 5143785"/>
              <a:gd name="connsiteX20241" fmla="*/ 1425988 w 3114960"/>
              <a:gd name="connsiteY20241" fmla="*/ 2461165 h 5143785"/>
              <a:gd name="connsiteX20242" fmla="*/ 1425797 w 3114960"/>
              <a:gd name="connsiteY20242" fmla="*/ 2532412 h 5143785"/>
              <a:gd name="connsiteX20243" fmla="*/ 1475803 w 3114960"/>
              <a:gd name="connsiteY20243" fmla="*/ 2589562 h 5143785"/>
              <a:gd name="connsiteX20244" fmla="*/ 1475803 w 3114960"/>
              <a:gd name="connsiteY20244" fmla="*/ 2696051 h 5143785"/>
              <a:gd name="connsiteX20245" fmla="*/ 1419797 w 3114960"/>
              <a:gd name="connsiteY20245" fmla="*/ 2761107 h 5143785"/>
              <a:gd name="connsiteX20246" fmla="*/ 1389602 w 3114960"/>
              <a:gd name="connsiteY20246" fmla="*/ 2761107 h 5143785"/>
              <a:gd name="connsiteX20247" fmla="*/ 1381220 w 3114960"/>
              <a:gd name="connsiteY20247" fmla="*/ 2753773 h 5143785"/>
              <a:gd name="connsiteX20248" fmla="*/ 1370457 w 3114960"/>
              <a:gd name="connsiteY20248" fmla="*/ 2762441 h 5143785"/>
              <a:gd name="connsiteX20249" fmla="*/ 1379125 w 3114960"/>
              <a:gd name="connsiteY20249" fmla="*/ 2773204 h 5143785"/>
              <a:gd name="connsiteX20250" fmla="*/ 1380173 w 3114960"/>
              <a:gd name="connsiteY20250" fmla="*/ 2773204 h 5143785"/>
              <a:gd name="connsiteX20251" fmla="*/ 1389507 w 3114960"/>
              <a:gd name="connsiteY20251" fmla="*/ 2765774 h 5143785"/>
              <a:gd name="connsiteX20252" fmla="*/ 1421987 w 3114960"/>
              <a:gd name="connsiteY20252" fmla="*/ 2765774 h 5143785"/>
              <a:gd name="connsiteX20253" fmla="*/ 1480566 w 3114960"/>
              <a:gd name="connsiteY20253" fmla="*/ 2697671 h 5143785"/>
              <a:gd name="connsiteX20254" fmla="*/ 1480566 w 3114960"/>
              <a:gd name="connsiteY20254" fmla="*/ 2587657 h 5143785"/>
              <a:gd name="connsiteX20255" fmla="*/ 1420559 w 3114960"/>
              <a:gd name="connsiteY20255" fmla="*/ 2452688 h 5143785"/>
              <a:gd name="connsiteX20256" fmla="*/ 1422654 w 3114960"/>
              <a:gd name="connsiteY20256" fmla="*/ 2438972 h 5143785"/>
              <a:gd name="connsiteX20257" fmla="*/ 1428369 w 3114960"/>
              <a:gd name="connsiteY20257" fmla="*/ 2437067 h 5143785"/>
              <a:gd name="connsiteX20258" fmla="*/ 1429893 w 3114960"/>
              <a:gd name="connsiteY20258" fmla="*/ 2437162 h 5143785"/>
              <a:gd name="connsiteX20259" fmla="*/ 1436275 w 3114960"/>
              <a:gd name="connsiteY20259" fmla="*/ 2441067 h 5143785"/>
              <a:gd name="connsiteX20260" fmla="*/ 1434179 w 3114960"/>
              <a:gd name="connsiteY20260" fmla="*/ 2454783 h 5143785"/>
              <a:gd name="connsiteX20261" fmla="*/ 1426940 w 3114960"/>
              <a:gd name="connsiteY20261" fmla="*/ 2456593 h 5143785"/>
              <a:gd name="connsiteX20262" fmla="*/ 1420559 w 3114960"/>
              <a:gd name="connsiteY20262" fmla="*/ 2452688 h 5143785"/>
              <a:gd name="connsiteX20263" fmla="*/ 1383506 w 3114960"/>
              <a:gd name="connsiteY20263" fmla="*/ 2767394 h 5143785"/>
              <a:gd name="connsiteX20264" fmla="*/ 1379792 w 3114960"/>
              <a:gd name="connsiteY20264" fmla="*/ 2768442 h 5143785"/>
              <a:gd name="connsiteX20265" fmla="*/ 1375315 w 3114960"/>
              <a:gd name="connsiteY20265" fmla="*/ 2762917 h 5143785"/>
              <a:gd name="connsiteX20266" fmla="*/ 1380839 w 3114960"/>
              <a:gd name="connsiteY20266" fmla="*/ 2758440 h 5143785"/>
              <a:gd name="connsiteX20267" fmla="*/ 1385316 w 3114960"/>
              <a:gd name="connsiteY20267" fmla="*/ 2763965 h 5143785"/>
              <a:gd name="connsiteX20268" fmla="*/ 1383506 w 3114960"/>
              <a:gd name="connsiteY20268" fmla="*/ 2767298 h 5143785"/>
              <a:gd name="connsiteX20269" fmla="*/ 2730055 w 3114960"/>
              <a:gd name="connsiteY20269" fmla="*/ 4645724 h 5143785"/>
              <a:gd name="connsiteX20270" fmla="*/ 2721293 w 3114960"/>
              <a:gd name="connsiteY20270" fmla="*/ 4654487 h 5143785"/>
              <a:gd name="connsiteX20271" fmla="*/ 2712530 w 3114960"/>
              <a:gd name="connsiteY20271" fmla="*/ 4645724 h 5143785"/>
              <a:gd name="connsiteX20272" fmla="*/ 2721293 w 3114960"/>
              <a:gd name="connsiteY20272" fmla="*/ 4636961 h 5143785"/>
              <a:gd name="connsiteX20273" fmla="*/ 2730055 w 3114960"/>
              <a:gd name="connsiteY20273" fmla="*/ 4645724 h 5143785"/>
              <a:gd name="connsiteX20274" fmla="*/ 2703195 w 3114960"/>
              <a:gd name="connsiteY20274" fmla="*/ 4645724 h 5143785"/>
              <a:gd name="connsiteX20275" fmla="*/ 2694432 w 3114960"/>
              <a:gd name="connsiteY20275" fmla="*/ 4654487 h 5143785"/>
              <a:gd name="connsiteX20276" fmla="*/ 2685669 w 3114960"/>
              <a:gd name="connsiteY20276" fmla="*/ 4645724 h 5143785"/>
              <a:gd name="connsiteX20277" fmla="*/ 2694432 w 3114960"/>
              <a:gd name="connsiteY20277" fmla="*/ 4636961 h 5143785"/>
              <a:gd name="connsiteX20278" fmla="*/ 2703195 w 3114960"/>
              <a:gd name="connsiteY20278" fmla="*/ 4645724 h 5143785"/>
              <a:gd name="connsiteX20279" fmla="*/ 2649569 w 3114960"/>
              <a:gd name="connsiteY20279" fmla="*/ 4645724 h 5143785"/>
              <a:gd name="connsiteX20280" fmla="*/ 2640806 w 3114960"/>
              <a:gd name="connsiteY20280" fmla="*/ 4654487 h 5143785"/>
              <a:gd name="connsiteX20281" fmla="*/ 2632043 w 3114960"/>
              <a:gd name="connsiteY20281" fmla="*/ 4645724 h 5143785"/>
              <a:gd name="connsiteX20282" fmla="*/ 2640806 w 3114960"/>
              <a:gd name="connsiteY20282" fmla="*/ 4636961 h 5143785"/>
              <a:gd name="connsiteX20283" fmla="*/ 2649569 w 3114960"/>
              <a:gd name="connsiteY20283" fmla="*/ 4645724 h 5143785"/>
              <a:gd name="connsiteX20284" fmla="*/ 981456 w 3114960"/>
              <a:gd name="connsiteY20284" fmla="*/ 179737 h 5143785"/>
              <a:gd name="connsiteX20285" fmla="*/ 981456 w 3114960"/>
              <a:gd name="connsiteY20285" fmla="*/ 166973 h 5143785"/>
              <a:gd name="connsiteX20286" fmla="*/ 973931 w 3114960"/>
              <a:gd name="connsiteY20286" fmla="*/ 159449 h 5143785"/>
              <a:gd name="connsiteX20287" fmla="*/ 961168 w 3114960"/>
              <a:gd name="connsiteY20287" fmla="*/ 159449 h 5143785"/>
              <a:gd name="connsiteX20288" fmla="*/ 953643 w 3114960"/>
              <a:gd name="connsiteY20288" fmla="*/ 166973 h 5143785"/>
              <a:gd name="connsiteX20289" fmla="*/ 953643 w 3114960"/>
              <a:gd name="connsiteY20289" fmla="*/ 179737 h 5143785"/>
              <a:gd name="connsiteX20290" fmla="*/ 957834 w 3114960"/>
              <a:gd name="connsiteY20290" fmla="*/ 186404 h 5143785"/>
              <a:gd name="connsiteX20291" fmla="*/ 965454 w 3114960"/>
              <a:gd name="connsiteY20291" fmla="*/ 193453 h 5143785"/>
              <a:gd name="connsiteX20292" fmla="*/ 971074 w 3114960"/>
              <a:gd name="connsiteY20292" fmla="*/ 198406 h 5143785"/>
              <a:gd name="connsiteX20293" fmla="*/ 965454 w 3114960"/>
              <a:gd name="connsiteY20293" fmla="*/ 203359 h 5143785"/>
              <a:gd name="connsiteX20294" fmla="*/ 957263 w 3114960"/>
              <a:gd name="connsiteY20294" fmla="*/ 212598 h 5143785"/>
              <a:gd name="connsiteX20295" fmla="*/ 965454 w 3114960"/>
              <a:gd name="connsiteY20295" fmla="*/ 221837 h 5143785"/>
              <a:gd name="connsiteX20296" fmla="*/ 971074 w 3114960"/>
              <a:gd name="connsiteY20296" fmla="*/ 226790 h 5143785"/>
              <a:gd name="connsiteX20297" fmla="*/ 965454 w 3114960"/>
              <a:gd name="connsiteY20297" fmla="*/ 231743 h 5143785"/>
              <a:gd name="connsiteX20298" fmla="*/ 957263 w 3114960"/>
              <a:gd name="connsiteY20298" fmla="*/ 240887 h 5143785"/>
              <a:gd name="connsiteX20299" fmla="*/ 965454 w 3114960"/>
              <a:gd name="connsiteY20299" fmla="*/ 250127 h 5143785"/>
              <a:gd name="connsiteX20300" fmla="*/ 971074 w 3114960"/>
              <a:gd name="connsiteY20300" fmla="*/ 255080 h 5143785"/>
              <a:gd name="connsiteX20301" fmla="*/ 965454 w 3114960"/>
              <a:gd name="connsiteY20301" fmla="*/ 260033 h 5143785"/>
              <a:gd name="connsiteX20302" fmla="*/ 957263 w 3114960"/>
              <a:gd name="connsiteY20302" fmla="*/ 269177 h 5143785"/>
              <a:gd name="connsiteX20303" fmla="*/ 965454 w 3114960"/>
              <a:gd name="connsiteY20303" fmla="*/ 278321 h 5143785"/>
              <a:gd name="connsiteX20304" fmla="*/ 971074 w 3114960"/>
              <a:gd name="connsiteY20304" fmla="*/ 283274 h 5143785"/>
              <a:gd name="connsiteX20305" fmla="*/ 965454 w 3114960"/>
              <a:gd name="connsiteY20305" fmla="*/ 288227 h 5143785"/>
              <a:gd name="connsiteX20306" fmla="*/ 957263 w 3114960"/>
              <a:gd name="connsiteY20306" fmla="*/ 297371 h 5143785"/>
              <a:gd name="connsiteX20307" fmla="*/ 965454 w 3114960"/>
              <a:gd name="connsiteY20307" fmla="*/ 306514 h 5143785"/>
              <a:gd name="connsiteX20308" fmla="*/ 970979 w 3114960"/>
              <a:gd name="connsiteY20308" fmla="*/ 311468 h 5143785"/>
              <a:gd name="connsiteX20309" fmla="*/ 965359 w 3114960"/>
              <a:gd name="connsiteY20309" fmla="*/ 316421 h 5143785"/>
              <a:gd name="connsiteX20310" fmla="*/ 957167 w 3114960"/>
              <a:gd name="connsiteY20310" fmla="*/ 325564 h 5143785"/>
              <a:gd name="connsiteX20311" fmla="*/ 965359 w 3114960"/>
              <a:gd name="connsiteY20311" fmla="*/ 334709 h 5143785"/>
              <a:gd name="connsiteX20312" fmla="*/ 970979 w 3114960"/>
              <a:gd name="connsiteY20312" fmla="*/ 339662 h 5143785"/>
              <a:gd name="connsiteX20313" fmla="*/ 965359 w 3114960"/>
              <a:gd name="connsiteY20313" fmla="*/ 344614 h 5143785"/>
              <a:gd name="connsiteX20314" fmla="*/ 957167 w 3114960"/>
              <a:gd name="connsiteY20314" fmla="*/ 353759 h 5143785"/>
              <a:gd name="connsiteX20315" fmla="*/ 965359 w 3114960"/>
              <a:gd name="connsiteY20315" fmla="*/ 362903 h 5143785"/>
              <a:gd name="connsiteX20316" fmla="*/ 970979 w 3114960"/>
              <a:gd name="connsiteY20316" fmla="*/ 367856 h 5143785"/>
              <a:gd name="connsiteX20317" fmla="*/ 965359 w 3114960"/>
              <a:gd name="connsiteY20317" fmla="*/ 372809 h 5143785"/>
              <a:gd name="connsiteX20318" fmla="*/ 957167 w 3114960"/>
              <a:gd name="connsiteY20318" fmla="*/ 381953 h 5143785"/>
              <a:gd name="connsiteX20319" fmla="*/ 965359 w 3114960"/>
              <a:gd name="connsiteY20319" fmla="*/ 391097 h 5143785"/>
              <a:gd name="connsiteX20320" fmla="*/ 970979 w 3114960"/>
              <a:gd name="connsiteY20320" fmla="*/ 396050 h 5143785"/>
              <a:gd name="connsiteX20321" fmla="*/ 965359 w 3114960"/>
              <a:gd name="connsiteY20321" fmla="*/ 401003 h 5143785"/>
              <a:gd name="connsiteX20322" fmla="*/ 957167 w 3114960"/>
              <a:gd name="connsiteY20322" fmla="*/ 410147 h 5143785"/>
              <a:gd name="connsiteX20323" fmla="*/ 957548 w 3114960"/>
              <a:gd name="connsiteY20323" fmla="*/ 410147 h 5143785"/>
              <a:gd name="connsiteX20324" fmla="*/ 954691 w 3114960"/>
              <a:gd name="connsiteY20324" fmla="*/ 417767 h 5143785"/>
              <a:gd name="connsiteX20325" fmla="*/ 967359 w 3114960"/>
              <a:gd name="connsiteY20325" fmla="*/ 430435 h 5143785"/>
              <a:gd name="connsiteX20326" fmla="*/ 980027 w 3114960"/>
              <a:gd name="connsiteY20326" fmla="*/ 417767 h 5143785"/>
              <a:gd name="connsiteX20327" fmla="*/ 967550 w 3114960"/>
              <a:gd name="connsiteY20327" fmla="*/ 405098 h 5143785"/>
              <a:gd name="connsiteX20328" fmla="*/ 975646 w 3114960"/>
              <a:gd name="connsiteY20328" fmla="*/ 395954 h 5143785"/>
              <a:gd name="connsiteX20329" fmla="*/ 967454 w 3114960"/>
              <a:gd name="connsiteY20329" fmla="*/ 386810 h 5143785"/>
              <a:gd name="connsiteX20330" fmla="*/ 961930 w 3114960"/>
              <a:gd name="connsiteY20330" fmla="*/ 381857 h 5143785"/>
              <a:gd name="connsiteX20331" fmla="*/ 967454 w 3114960"/>
              <a:gd name="connsiteY20331" fmla="*/ 376904 h 5143785"/>
              <a:gd name="connsiteX20332" fmla="*/ 975646 w 3114960"/>
              <a:gd name="connsiteY20332" fmla="*/ 367760 h 5143785"/>
              <a:gd name="connsiteX20333" fmla="*/ 967454 w 3114960"/>
              <a:gd name="connsiteY20333" fmla="*/ 358616 h 5143785"/>
              <a:gd name="connsiteX20334" fmla="*/ 961930 w 3114960"/>
              <a:gd name="connsiteY20334" fmla="*/ 353663 h 5143785"/>
              <a:gd name="connsiteX20335" fmla="*/ 967454 w 3114960"/>
              <a:gd name="connsiteY20335" fmla="*/ 348710 h 5143785"/>
              <a:gd name="connsiteX20336" fmla="*/ 975646 w 3114960"/>
              <a:gd name="connsiteY20336" fmla="*/ 339566 h 5143785"/>
              <a:gd name="connsiteX20337" fmla="*/ 967454 w 3114960"/>
              <a:gd name="connsiteY20337" fmla="*/ 330422 h 5143785"/>
              <a:gd name="connsiteX20338" fmla="*/ 961930 w 3114960"/>
              <a:gd name="connsiteY20338" fmla="*/ 325469 h 5143785"/>
              <a:gd name="connsiteX20339" fmla="*/ 967454 w 3114960"/>
              <a:gd name="connsiteY20339" fmla="*/ 320516 h 5143785"/>
              <a:gd name="connsiteX20340" fmla="*/ 975646 w 3114960"/>
              <a:gd name="connsiteY20340" fmla="*/ 311372 h 5143785"/>
              <a:gd name="connsiteX20341" fmla="*/ 967454 w 3114960"/>
              <a:gd name="connsiteY20341" fmla="*/ 302228 h 5143785"/>
              <a:gd name="connsiteX20342" fmla="*/ 961930 w 3114960"/>
              <a:gd name="connsiteY20342" fmla="*/ 297275 h 5143785"/>
              <a:gd name="connsiteX20343" fmla="*/ 967454 w 3114960"/>
              <a:gd name="connsiteY20343" fmla="*/ 292322 h 5143785"/>
              <a:gd name="connsiteX20344" fmla="*/ 975646 w 3114960"/>
              <a:gd name="connsiteY20344" fmla="*/ 283178 h 5143785"/>
              <a:gd name="connsiteX20345" fmla="*/ 967454 w 3114960"/>
              <a:gd name="connsiteY20345" fmla="*/ 274034 h 5143785"/>
              <a:gd name="connsiteX20346" fmla="*/ 961930 w 3114960"/>
              <a:gd name="connsiteY20346" fmla="*/ 269081 h 5143785"/>
              <a:gd name="connsiteX20347" fmla="*/ 967454 w 3114960"/>
              <a:gd name="connsiteY20347" fmla="*/ 264128 h 5143785"/>
              <a:gd name="connsiteX20348" fmla="*/ 975646 w 3114960"/>
              <a:gd name="connsiteY20348" fmla="*/ 254984 h 5143785"/>
              <a:gd name="connsiteX20349" fmla="*/ 967454 w 3114960"/>
              <a:gd name="connsiteY20349" fmla="*/ 245840 h 5143785"/>
              <a:gd name="connsiteX20350" fmla="*/ 961930 w 3114960"/>
              <a:gd name="connsiteY20350" fmla="*/ 240887 h 5143785"/>
              <a:gd name="connsiteX20351" fmla="*/ 967454 w 3114960"/>
              <a:gd name="connsiteY20351" fmla="*/ 235934 h 5143785"/>
              <a:gd name="connsiteX20352" fmla="*/ 975646 w 3114960"/>
              <a:gd name="connsiteY20352" fmla="*/ 226790 h 5143785"/>
              <a:gd name="connsiteX20353" fmla="*/ 967454 w 3114960"/>
              <a:gd name="connsiteY20353" fmla="*/ 217551 h 5143785"/>
              <a:gd name="connsiteX20354" fmla="*/ 961930 w 3114960"/>
              <a:gd name="connsiteY20354" fmla="*/ 212598 h 5143785"/>
              <a:gd name="connsiteX20355" fmla="*/ 967454 w 3114960"/>
              <a:gd name="connsiteY20355" fmla="*/ 207645 h 5143785"/>
              <a:gd name="connsiteX20356" fmla="*/ 975646 w 3114960"/>
              <a:gd name="connsiteY20356" fmla="*/ 198406 h 5143785"/>
              <a:gd name="connsiteX20357" fmla="*/ 967454 w 3114960"/>
              <a:gd name="connsiteY20357" fmla="*/ 189167 h 5143785"/>
              <a:gd name="connsiteX20358" fmla="*/ 964025 w 3114960"/>
              <a:gd name="connsiteY20358" fmla="*/ 187166 h 5143785"/>
              <a:gd name="connsiteX20359" fmla="*/ 973646 w 3114960"/>
              <a:gd name="connsiteY20359" fmla="*/ 187166 h 5143785"/>
              <a:gd name="connsiteX20360" fmla="*/ 981170 w 3114960"/>
              <a:gd name="connsiteY20360" fmla="*/ 179642 h 5143785"/>
              <a:gd name="connsiteX20361" fmla="*/ 961168 w 3114960"/>
              <a:gd name="connsiteY20361" fmla="*/ 183452 h 5143785"/>
              <a:gd name="connsiteX20362" fmla="*/ 957358 w 3114960"/>
              <a:gd name="connsiteY20362" fmla="*/ 179642 h 5143785"/>
              <a:gd name="connsiteX20363" fmla="*/ 957358 w 3114960"/>
              <a:gd name="connsiteY20363" fmla="*/ 166878 h 5143785"/>
              <a:gd name="connsiteX20364" fmla="*/ 961168 w 3114960"/>
              <a:gd name="connsiteY20364" fmla="*/ 163068 h 5143785"/>
              <a:gd name="connsiteX20365" fmla="*/ 973931 w 3114960"/>
              <a:gd name="connsiteY20365" fmla="*/ 163068 h 5143785"/>
              <a:gd name="connsiteX20366" fmla="*/ 977741 w 3114960"/>
              <a:gd name="connsiteY20366" fmla="*/ 166878 h 5143785"/>
              <a:gd name="connsiteX20367" fmla="*/ 977741 w 3114960"/>
              <a:gd name="connsiteY20367" fmla="*/ 179642 h 5143785"/>
              <a:gd name="connsiteX20368" fmla="*/ 973931 w 3114960"/>
              <a:gd name="connsiteY20368" fmla="*/ 183452 h 5143785"/>
              <a:gd name="connsiteX20369" fmla="*/ 961168 w 3114960"/>
              <a:gd name="connsiteY20369" fmla="*/ 183452 h 5143785"/>
              <a:gd name="connsiteX20370" fmla="*/ 839724 w 3114960"/>
              <a:gd name="connsiteY20370" fmla="*/ 455771 h 5143785"/>
              <a:gd name="connsiteX20371" fmla="*/ 825056 w 3114960"/>
              <a:gd name="connsiteY20371" fmla="*/ 450914 h 5143785"/>
              <a:gd name="connsiteX20372" fmla="*/ 819626 w 3114960"/>
              <a:gd name="connsiteY20372" fmla="*/ 457295 h 5143785"/>
              <a:gd name="connsiteX20373" fmla="*/ 820293 w 3114960"/>
              <a:gd name="connsiteY20373" fmla="*/ 465677 h 5143785"/>
              <a:gd name="connsiteX20374" fmla="*/ 826675 w 3114960"/>
              <a:gd name="connsiteY20374" fmla="*/ 471107 h 5143785"/>
              <a:gd name="connsiteX20375" fmla="*/ 830104 w 3114960"/>
              <a:gd name="connsiteY20375" fmla="*/ 471678 h 5143785"/>
              <a:gd name="connsiteX20376" fmla="*/ 835057 w 3114960"/>
              <a:gd name="connsiteY20376" fmla="*/ 470535 h 5143785"/>
              <a:gd name="connsiteX20377" fmla="*/ 840677 w 3114960"/>
              <a:gd name="connsiteY20377" fmla="*/ 463010 h 5143785"/>
              <a:gd name="connsiteX20378" fmla="*/ 967740 w 3114960"/>
              <a:gd name="connsiteY20378" fmla="*/ 463582 h 5143785"/>
              <a:gd name="connsiteX20379" fmla="*/ 1011936 w 3114960"/>
              <a:gd name="connsiteY20379" fmla="*/ 425291 h 5143785"/>
              <a:gd name="connsiteX20380" fmla="*/ 1012508 w 3114960"/>
              <a:gd name="connsiteY20380" fmla="*/ 342710 h 5143785"/>
              <a:gd name="connsiteX20381" fmla="*/ 1014508 w 3114960"/>
              <a:gd name="connsiteY20381" fmla="*/ 341948 h 5143785"/>
              <a:gd name="connsiteX20382" fmla="*/ 1019937 w 3114960"/>
              <a:gd name="connsiteY20382" fmla="*/ 335566 h 5143785"/>
              <a:gd name="connsiteX20383" fmla="*/ 1019270 w 3114960"/>
              <a:gd name="connsiteY20383" fmla="*/ 327184 h 5143785"/>
              <a:gd name="connsiteX20384" fmla="*/ 1012889 w 3114960"/>
              <a:gd name="connsiteY20384" fmla="*/ 321755 h 5143785"/>
              <a:gd name="connsiteX20385" fmla="*/ 1004507 w 3114960"/>
              <a:gd name="connsiteY20385" fmla="*/ 322421 h 5143785"/>
              <a:gd name="connsiteX20386" fmla="*/ 999649 w 3114960"/>
              <a:gd name="connsiteY20386" fmla="*/ 337090 h 5143785"/>
              <a:gd name="connsiteX20387" fmla="*/ 1007554 w 3114960"/>
              <a:gd name="connsiteY20387" fmla="*/ 342805 h 5143785"/>
              <a:gd name="connsiteX20388" fmla="*/ 1006983 w 3114960"/>
              <a:gd name="connsiteY20388" fmla="*/ 423005 h 5143785"/>
              <a:gd name="connsiteX20389" fmla="*/ 965740 w 3114960"/>
              <a:gd name="connsiteY20389" fmla="*/ 458724 h 5143785"/>
              <a:gd name="connsiteX20390" fmla="*/ 840296 w 3114960"/>
              <a:gd name="connsiteY20390" fmla="*/ 458153 h 5143785"/>
              <a:gd name="connsiteX20391" fmla="*/ 839629 w 3114960"/>
              <a:gd name="connsiteY20391" fmla="*/ 455676 h 5143785"/>
              <a:gd name="connsiteX20392" fmla="*/ 832771 w 3114960"/>
              <a:gd name="connsiteY20392" fmla="*/ 466154 h 5143785"/>
              <a:gd name="connsiteX20393" fmla="*/ 828008 w 3114960"/>
              <a:gd name="connsiteY20393" fmla="*/ 466535 h 5143785"/>
              <a:gd name="connsiteX20394" fmla="*/ 824389 w 3114960"/>
              <a:gd name="connsiteY20394" fmla="*/ 463487 h 5143785"/>
              <a:gd name="connsiteX20395" fmla="*/ 824008 w 3114960"/>
              <a:gd name="connsiteY20395" fmla="*/ 458724 h 5143785"/>
              <a:gd name="connsiteX20396" fmla="*/ 827056 w 3114960"/>
              <a:gd name="connsiteY20396" fmla="*/ 455105 h 5143785"/>
              <a:gd name="connsiteX20397" fmla="*/ 829818 w 3114960"/>
              <a:gd name="connsiteY20397" fmla="*/ 454438 h 5143785"/>
              <a:gd name="connsiteX20398" fmla="*/ 835343 w 3114960"/>
              <a:gd name="connsiteY20398" fmla="*/ 457867 h 5143785"/>
              <a:gd name="connsiteX20399" fmla="*/ 832580 w 3114960"/>
              <a:gd name="connsiteY20399" fmla="*/ 466154 h 5143785"/>
              <a:gd name="connsiteX20400" fmla="*/ 1003935 w 3114960"/>
              <a:gd name="connsiteY20400" fmla="*/ 334899 h 5143785"/>
              <a:gd name="connsiteX20401" fmla="*/ 1006697 w 3114960"/>
              <a:gd name="connsiteY20401" fmla="*/ 326612 h 5143785"/>
              <a:gd name="connsiteX20402" fmla="*/ 1009460 w 3114960"/>
              <a:gd name="connsiteY20402" fmla="*/ 325946 h 5143785"/>
              <a:gd name="connsiteX20403" fmla="*/ 1011365 w 3114960"/>
              <a:gd name="connsiteY20403" fmla="*/ 326231 h 5143785"/>
              <a:gd name="connsiteX20404" fmla="*/ 1014984 w 3114960"/>
              <a:gd name="connsiteY20404" fmla="*/ 329279 h 5143785"/>
              <a:gd name="connsiteX20405" fmla="*/ 1015365 w 3114960"/>
              <a:gd name="connsiteY20405" fmla="*/ 334042 h 5143785"/>
              <a:gd name="connsiteX20406" fmla="*/ 1012317 w 3114960"/>
              <a:gd name="connsiteY20406" fmla="*/ 337661 h 5143785"/>
              <a:gd name="connsiteX20407" fmla="*/ 1004030 w 3114960"/>
              <a:gd name="connsiteY20407" fmla="*/ 334899 h 5143785"/>
              <a:gd name="connsiteX20408" fmla="*/ 2676430 w 3114960"/>
              <a:gd name="connsiteY20408" fmla="*/ 4645724 h 5143785"/>
              <a:gd name="connsiteX20409" fmla="*/ 2667667 w 3114960"/>
              <a:gd name="connsiteY20409" fmla="*/ 4654487 h 5143785"/>
              <a:gd name="connsiteX20410" fmla="*/ 2658904 w 3114960"/>
              <a:gd name="connsiteY20410" fmla="*/ 4645724 h 5143785"/>
              <a:gd name="connsiteX20411" fmla="*/ 2667667 w 3114960"/>
              <a:gd name="connsiteY20411" fmla="*/ 4636961 h 5143785"/>
              <a:gd name="connsiteX20412" fmla="*/ 2676430 w 3114960"/>
              <a:gd name="connsiteY20412" fmla="*/ 4645724 h 5143785"/>
              <a:gd name="connsiteX20413" fmla="*/ 2733294 w 3114960"/>
              <a:gd name="connsiteY20413" fmla="*/ 4614863 h 5143785"/>
              <a:gd name="connsiteX20414" fmla="*/ 2742057 w 3114960"/>
              <a:gd name="connsiteY20414" fmla="*/ 4623626 h 5143785"/>
              <a:gd name="connsiteX20415" fmla="*/ 2733294 w 3114960"/>
              <a:gd name="connsiteY20415" fmla="*/ 4632389 h 5143785"/>
              <a:gd name="connsiteX20416" fmla="*/ 2724531 w 3114960"/>
              <a:gd name="connsiteY20416" fmla="*/ 4623626 h 5143785"/>
              <a:gd name="connsiteX20417" fmla="*/ 2733294 w 3114960"/>
              <a:gd name="connsiteY20417" fmla="*/ 4614863 h 5143785"/>
              <a:gd name="connsiteX20418" fmla="*/ 899922 w 3114960"/>
              <a:gd name="connsiteY20418" fmla="*/ 50292 h 5143785"/>
              <a:gd name="connsiteX20419" fmla="*/ 1012412 w 3114960"/>
              <a:gd name="connsiteY20419" fmla="*/ 50292 h 5143785"/>
              <a:gd name="connsiteX20420" fmla="*/ 1026795 w 3114960"/>
              <a:gd name="connsiteY20420" fmla="*/ 67437 h 5143785"/>
              <a:gd name="connsiteX20421" fmla="*/ 1024319 w 3114960"/>
              <a:gd name="connsiteY20421" fmla="*/ 74676 h 5143785"/>
              <a:gd name="connsiteX20422" fmla="*/ 1037177 w 3114960"/>
              <a:gd name="connsiteY20422" fmla="*/ 87535 h 5143785"/>
              <a:gd name="connsiteX20423" fmla="*/ 1050036 w 3114960"/>
              <a:gd name="connsiteY20423" fmla="*/ 74676 h 5143785"/>
              <a:gd name="connsiteX20424" fmla="*/ 1037177 w 3114960"/>
              <a:gd name="connsiteY20424" fmla="*/ 61817 h 5143785"/>
              <a:gd name="connsiteX20425" fmla="*/ 1030319 w 3114960"/>
              <a:gd name="connsiteY20425" fmla="*/ 64103 h 5143785"/>
              <a:gd name="connsiteX20426" fmla="*/ 1014698 w 3114960"/>
              <a:gd name="connsiteY20426" fmla="*/ 45530 h 5143785"/>
              <a:gd name="connsiteX20427" fmla="*/ 902399 w 3114960"/>
              <a:gd name="connsiteY20427" fmla="*/ 45530 h 5143785"/>
              <a:gd name="connsiteX20428" fmla="*/ 888206 w 3114960"/>
              <a:gd name="connsiteY20428" fmla="*/ 26194 h 5143785"/>
              <a:gd name="connsiteX20429" fmla="*/ 791909 w 3114960"/>
              <a:gd name="connsiteY20429" fmla="*/ 26194 h 5143785"/>
              <a:gd name="connsiteX20430" fmla="*/ 779526 w 3114960"/>
              <a:gd name="connsiteY20430" fmla="*/ 15716 h 5143785"/>
              <a:gd name="connsiteX20431" fmla="*/ 766667 w 3114960"/>
              <a:gd name="connsiteY20431" fmla="*/ 28575 h 5143785"/>
              <a:gd name="connsiteX20432" fmla="*/ 779526 w 3114960"/>
              <a:gd name="connsiteY20432" fmla="*/ 41434 h 5143785"/>
              <a:gd name="connsiteX20433" fmla="*/ 791909 w 3114960"/>
              <a:gd name="connsiteY20433" fmla="*/ 30956 h 5143785"/>
              <a:gd name="connsiteX20434" fmla="*/ 885825 w 3114960"/>
              <a:gd name="connsiteY20434" fmla="*/ 30956 h 5143785"/>
              <a:gd name="connsiteX20435" fmla="*/ 900017 w 3114960"/>
              <a:gd name="connsiteY20435" fmla="*/ 50292 h 5143785"/>
              <a:gd name="connsiteX20436" fmla="*/ 1037082 w 3114960"/>
              <a:gd name="connsiteY20436" fmla="*/ 66675 h 5143785"/>
              <a:gd name="connsiteX20437" fmla="*/ 1045178 w 3114960"/>
              <a:gd name="connsiteY20437" fmla="*/ 74771 h 5143785"/>
              <a:gd name="connsiteX20438" fmla="*/ 1037082 w 3114960"/>
              <a:gd name="connsiteY20438" fmla="*/ 82867 h 5143785"/>
              <a:gd name="connsiteX20439" fmla="*/ 1028986 w 3114960"/>
              <a:gd name="connsiteY20439" fmla="*/ 74771 h 5143785"/>
              <a:gd name="connsiteX20440" fmla="*/ 1037082 w 3114960"/>
              <a:gd name="connsiteY20440" fmla="*/ 66675 h 5143785"/>
              <a:gd name="connsiteX20441" fmla="*/ 779526 w 3114960"/>
              <a:gd name="connsiteY20441" fmla="*/ 36767 h 5143785"/>
              <a:gd name="connsiteX20442" fmla="*/ 771430 w 3114960"/>
              <a:gd name="connsiteY20442" fmla="*/ 28670 h 5143785"/>
              <a:gd name="connsiteX20443" fmla="*/ 779526 w 3114960"/>
              <a:gd name="connsiteY20443" fmla="*/ 20574 h 5143785"/>
              <a:gd name="connsiteX20444" fmla="*/ 787622 w 3114960"/>
              <a:gd name="connsiteY20444" fmla="*/ 28670 h 5143785"/>
              <a:gd name="connsiteX20445" fmla="*/ 779526 w 3114960"/>
              <a:gd name="connsiteY20445" fmla="*/ 36767 h 5143785"/>
              <a:gd name="connsiteX20446" fmla="*/ 2680716 w 3114960"/>
              <a:gd name="connsiteY20446" fmla="*/ 4614863 h 5143785"/>
              <a:gd name="connsiteX20447" fmla="*/ 2689479 w 3114960"/>
              <a:gd name="connsiteY20447" fmla="*/ 4623626 h 5143785"/>
              <a:gd name="connsiteX20448" fmla="*/ 2680716 w 3114960"/>
              <a:gd name="connsiteY20448" fmla="*/ 4632389 h 5143785"/>
              <a:gd name="connsiteX20449" fmla="*/ 2671953 w 3114960"/>
              <a:gd name="connsiteY20449" fmla="*/ 4623626 h 5143785"/>
              <a:gd name="connsiteX20450" fmla="*/ 2680716 w 3114960"/>
              <a:gd name="connsiteY20450" fmla="*/ 4614863 h 5143785"/>
              <a:gd name="connsiteX20451" fmla="*/ 2685669 w 3114960"/>
              <a:gd name="connsiteY20451" fmla="*/ 4602576 h 5143785"/>
              <a:gd name="connsiteX20452" fmla="*/ 2694432 w 3114960"/>
              <a:gd name="connsiteY20452" fmla="*/ 4593812 h 5143785"/>
              <a:gd name="connsiteX20453" fmla="*/ 2703195 w 3114960"/>
              <a:gd name="connsiteY20453" fmla="*/ 4602576 h 5143785"/>
              <a:gd name="connsiteX20454" fmla="*/ 2694432 w 3114960"/>
              <a:gd name="connsiteY20454" fmla="*/ 4611338 h 5143785"/>
              <a:gd name="connsiteX20455" fmla="*/ 2685669 w 3114960"/>
              <a:gd name="connsiteY20455" fmla="*/ 4602576 h 5143785"/>
              <a:gd name="connsiteX20456" fmla="*/ 2707481 w 3114960"/>
              <a:gd name="connsiteY20456" fmla="*/ 4614863 h 5143785"/>
              <a:gd name="connsiteX20457" fmla="*/ 2716244 w 3114960"/>
              <a:gd name="connsiteY20457" fmla="*/ 4623626 h 5143785"/>
              <a:gd name="connsiteX20458" fmla="*/ 2707481 w 3114960"/>
              <a:gd name="connsiteY20458" fmla="*/ 4632389 h 5143785"/>
              <a:gd name="connsiteX20459" fmla="*/ 2698718 w 3114960"/>
              <a:gd name="connsiteY20459" fmla="*/ 4623626 h 5143785"/>
              <a:gd name="connsiteX20460" fmla="*/ 2707481 w 3114960"/>
              <a:gd name="connsiteY20460" fmla="*/ 4614863 h 5143785"/>
              <a:gd name="connsiteX20461" fmla="*/ 2712530 w 3114960"/>
              <a:gd name="connsiteY20461" fmla="*/ 4602576 h 5143785"/>
              <a:gd name="connsiteX20462" fmla="*/ 2721293 w 3114960"/>
              <a:gd name="connsiteY20462" fmla="*/ 4593812 h 5143785"/>
              <a:gd name="connsiteX20463" fmla="*/ 2730055 w 3114960"/>
              <a:gd name="connsiteY20463" fmla="*/ 4602576 h 5143785"/>
              <a:gd name="connsiteX20464" fmla="*/ 2721293 w 3114960"/>
              <a:gd name="connsiteY20464" fmla="*/ 4611338 h 5143785"/>
              <a:gd name="connsiteX20465" fmla="*/ 2712530 w 3114960"/>
              <a:gd name="connsiteY20465" fmla="*/ 4602576 h 5143785"/>
              <a:gd name="connsiteX20466" fmla="*/ 1025557 w 3114960"/>
              <a:gd name="connsiteY20466" fmla="*/ 206883 h 5143785"/>
              <a:gd name="connsiteX20467" fmla="*/ 1025557 w 3114960"/>
              <a:gd name="connsiteY20467" fmla="*/ 150590 h 5143785"/>
              <a:gd name="connsiteX20468" fmla="*/ 985171 w 3114960"/>
              <a:gd name="connsiteY20468" fmla="*/ 107823 h 5143785"/>
              <a:gd name="connsiteX20469" fmla="*/ 986028 w 3114960"/>
              <a:gd name="connsiteY20469" fmla="*/ 98108 h 5143785"/>
              <a:gd name="connsiteX20470" fmla="*/ 973455 w 3114960"/>
              <a:gd name="connsiteY20470" fmla="*/ 94012 h 5143785"/>
              <a:gd name="connsiteX20471" fmla="*/ 969359 w 3114960"/>
              <a:gd name="connsiteY20471" fmla="*/ 106585 h 5143785"/>
              <a:gd name="connsiteX20472" fmla="*/ 981551 w 3114960"/>
              <a:gd name="connsiteY20472" fmla="*/ 110871 h 5143785"/>
              <a:gd name="connsiteX20473" fmla="*/ 1020890 w 3114960"/>
              <a:gd name="connsiteY20473" fmla="*/ 152495 h 5143785"/>
              <a:gd name="connsiteX20474" fmla="*/ 1020890 w 3114960"/>
              <a:gd name="connsiteY20474" fmla="*/ 205169 h 5143785"/>
              <a:gd name="connsiteX20475" fmla="*/ 1005935 w 3114960"/>
              <a:gd name="connsiteY20475" fmla="*/ 223266 h 5143785"/>
              <a:gd name="connsiteX20476" fmla="*/ 1005935 w 3114960"/>
              <a:gd name="connsiteY20476" fmla="*/ 286798 h 5143785"/>
              <a:gd name="connsiteX20477" fmla="*/ 1003364 w 3114960"/>
              <a:gd name="connsiteY20477" fmla="*/ 287560 h 5143785"/>
              <a:gd name="connsiteX20478" fmla="*/ 998506 w 3114960"/>
              <a:gd name="connsiteY20478" fmla="*/ 302228 h 5143785"/>
              <a:gd name="connsiteX20479" fmla="*/ 1004888 w 3114960"/>
              <a:gd name="connsiteY20479" fmla="*/ 307658 h 5143785"/>
              <a:gd name="connsiteX20480" fmla="*/ 1008317 w 3114960"/>
              <a:gd name="connsiteY20480" fmla="*/ 308229 h 5143785"/>
              <a:gd name="connsiteX20481" fmla="*/ 1013270 w 3114960"/>
              <a:gd name="connsiteY20481" fmla="*/ 307086 h 5143785"/>
              <a:gd name="connsiteX20482" fmla="*/ 1018127 w 3114960"/>
              <a:gd name="connsiteY20482" fmla="*/ 292418 h 5143785"/>
              <a:gd name="connsiteX20483" fmla="*/ 1011746 w 3114960"/>
              <a:gd name="connsiteY20483" fmla="*/ 286988 h 5143785"/>
              <a:gd name="connsiteX20484" fmla="*/ 1010698 w 3114960"/>
              <a:gd name="connsiteY20484" fmla="*/ 286893 h 5143785"/>
              <a:gd name="connsiteX20485" fmla="*/ 1010698 w 3114960"/>
              <a:gd name="connsiteY20485" fmla="*/ 225076 h 5143785"/>
              <a:gd name="connsiteX20486" fmla="*/ 1025652 w 3114960"/>
              <a:gd name="connsiteY20486" fmla="*/ 206978 h 5143785"/>
              <a:gd name="connsiteX20487" fmla="*/ 1013651 w 3114960"/>
              <a:gd name="connsiteY20487" fmla="*/ 294513 h 5143785"/>
              <a:gd name="connsiteX20488" fmla="*/ 1010888 w 3114960"/>
              <a:gd name="connsiteY20488" fmla="*/ 302800 h 5143785"/>
              <a:gd name="connsiteX20489" fmla="*/ 1002602 w 3114960"/>
              <a:gd name="connsiteY20489" fmla="*/ 300038 h 5143785"/>
              <a:gd name="connsiteX20490" fmla="*/ 1005364 w 3114960"/>
              <a:gd name="connsiteY20490" fmla="*/ 291751 h 5143785"/>
              <a:gd name="connsiteX20491" fmla="*/ 1008126 w 3114960"/>
              <a:gd name="connsiteY20491" fmla="*/ 291084 h 5143785"/>
              <a:gd name="connsiteX20492" fmla="*/ 1010031 w 3114960"/>
              <a:gd name="connsiteY20492" fmla="*/ 291370 h 5143785"/>
              <a:gd name="connsiteX20493" fmla="*/ 1013651 w 3114960"/>
              <a:gd name="connsiteY20493" fmla="*/ 294418 h 5143785"/>
              <a:gd name="connsiteX20494" fmla="*/ 1050893 w 3114960"/>
              <a:gd name="connsiteY20494" fmla="*/ 164973 h 5143785"/>
              <a:gd name="connsiteX20495" fmla="*/ 1058609 w 3114960"/>
              <a:gd name="connsiteY20495" fmla="*/ 157639 h 5143785"/>
              <a:gd name="connsiteX20496" fmla="*/ 1062514 w 3114960"/>
              <a:gd name="connsiteY20496" fmla="*/ 148590 h 5143785"/>
              <a:gd name="connsiteX20497" fmla="*/ 1049846 w 3114960"/>
              <a:gd name="connsiteY20497" fmla="*/ 135922 h 5143785"/>
              <a:gd name="connsiteX20498" fmla="*/ 1037177 w 3114960"/>
              <a:gd name="connsiteY20498" fmla="*/ 148590 h 5143785"/>
              <a:gd name="connsiteX20499" fmla="*/ 1048322 w 3114960"/>
              <a:gd name="connsiteY20499" fmla="*/ 160973 h 5143785"/>
              <a:gd name="connsiteX20500" fmla="*/ 1040606 w 3114960"/>
              <a:gd name="connsiteY20500" fmla="*/ 169926 h 5143785"/>
              <a:gd name="connsiteX20501" fmla="*/ 1048798 w 3114960"/>
              <a:gd name="connsiteY20501" fmla="*/ 179070 h 5143785"/>
              <a:gd name="connsiteX20502" fmla="*/ 1054418 w 3114960"/>
              <a:gd name="connsiteY20502" fmla="*/ 184023 h 5143785"/>
              <a:gd name="connsiteX20503" fmla="*/ 1048798 w 3114960"/>
              <a:gd name="connsiteY20503" fmla="*/ 188976 h 5143785"/>
              <a:gd name="connsiteX20504" fmla="*/ 1040606 w 3114960"/>
              <a:gd name="connsiteY20504" fmla="*/ 198120 h 5143785"/>
              <a:gd name="connsiteX20505" fmla="*/ 1048798 w 3114960"/>
              <a:gd name="connsiteY20505" fmla="*/ 207264 h 5143785"/>
              <a:gd name="connsiteX20506" fmla="*/ 1054418 w 3114960"/>
              <a:gd name="connsiteY20506" fmla="*/ 212217 h 5143785"/>
              <a:gd name="connsiteX20507" fmla="*/ 1048798 w 3114960"/>
              <a:gd name="connsiteY20507" fmla="*/ 217170 h 5143785"/>
              <a:gd name="connsiteX20508" fmla="*/ 1040606 w 3114960"/>
              <a:gd name="connsiteY20508" fmla="*/ 226314 h 5143785"/>
              <a:gd name="connsiteX20509" fmla="*/ 1048798 w 3114960"/>
              <a:gd name="connsiteY20509" fmla="*/ 235458 h 5143785"/>
              <a:gd name="connsiteX20510" fmla="*/ 1054322 w 3114960"/>
              <a:gd name="connsiteY20510" fmla="*/ 240411 h 5143785"/>
              <a:gd name="connsiteX20511" fmla="*/ 1048798 w 3114960"/>
              <a:gd name="connsiteY20511" fmla="*/ 245364 h 5143785"/>
              <a:gd name="connsiteX20512" fmla="*/ 1040606 w 3114960"/>
              <a:gd name="connsiteY20512" fmla="*/ 254508 h 5143785"/>
              <a:gd name="connsiteX20513" fmla="*/ 1048798 w 3114960"/>
              <a:gd name="connsiteY20513" fmla="*/ 263652 h 5143785"/>
              <a:gd name="connsiteX20514" fmla="*/ 1054322 w 3114960"/>
              <a:gd name="connsiteY20514" fmla="*/ 268605 h 5143785"/>
              <a:gd name="connsiteX20515" fmla="*/ 1048703 w 3114960"/>
              <a:gd name="connsiteY20515" fmla="*/ 273558 h 5143785"/>
              <a:gd name="connsiteX20516" fmla="*/ 1040511 w 3114960"/>
              <a:gd name="connsiteY20516" fmla="*/ 282702 h 5143785"/>
              <a:gd name="connsiteX20517" fmla="*/ 1048703 w 3114960"/>
              <a:gd name="connsiteY20517" fmla="*/ 291846 h 5143785"/>
              <a:gd name="connsiteX20518" fmla="*/ 1054322 w 3114960"/>
              <a:gd name="connsiteY20518" fmla="*/ 296799 h 5143785"/>
              <a:gd name="connsiteX20519" fmla="*/ 1048703 w 3114960"/>
              <a:gd name="connsiteY20519" fmla="*/ 301752 h 5143785"/>
              <a:gd name="connsiteX20520" fmla="*/ 1040511 w 3114960"/>
              <a:gd name="connsiteY20520" fmla="*/ 310896 h 5143785"/>
              <a:gd name="connsiteX20521" fmla="*/ 1048703 w 3114960"/>
              <a:gd name="connsiteY20521" fmla="*/ 320040 h 5143785"/>
              <a:gd name="connsiteX20522" fmla="*/ 1054322 w 3114960"/>
              <a:gd name="connsiteY20522" fmla="*/ 324993 h 5143785"/>
              <a:gd name="connsiteX20523" fmla="*/ 1048703 w 3114960"/>
              <a:gd name="connsiteY20523" fmla="*/ 329946 h 5143785"/>
              <a:gd name="connsiteX20524" fmla="*/ 1040511 w 3114960"/>
              <a:gd name="connsiteY20524" fmla="*/ 339090 h 5143785"/>
              <a:gd name="connsiteX20525" fmla="*/ 1048703 w 3114960"/>
              <a:gd name="connsiteY20525" fmla="*/ 348329 h 5143785"/>
              <a:gd name="connsiteX20526" fmla="*/ 1054322 w 3114960"/>
              <a:gd name="connsiteY20526" fmla="*/ 353282 h 5143785"/>
              <a:gd name="connsiteX20527" fmla="*/ 1048703 w 3114960"/>
              <a:gd name="connsiteY20527" fmla="*/ 358235 h 5143785"/>
              <a:gd name="connsiteX20528" fmla="*/ 1040511 w 3114960"/>
              <a:gd name="connsiteY20528" fmla="*/ 367475 h 5143785"/>
              <a:gd name="connsiteX20529" fmla="*/ 1048703 w 3114960"/>
              <a:gd name="connsiteY20529" fmla="*/ 376714 h 5143785"/>
              <a:gd name="connsiteX20530" fmla="*/ 1052132 w 3114960"/>
              <a:gd name="connsiteY20530" fmla="*/ 378714 h 5143785"/>
              <a:gd name="connsiteX20531" fmla="*/ 1045464 w 3114960"/>
              <a:gd name="connsiteY20531" fmla="*/ 378714 h 5143785"/>
              <a:gd name="connsiteX20532" fmla="*/ 1039082 w 3114960"/>
              <a:gd name="connsiteY20532" fmla="*/ 385096 h 5143785"/>
              <a:gd name="connsiteX20533" fmla="*/ 1039082 w 3114960"/>
              <a:gd name="connsiteY20533" fmla="*/ 395954 h 5143785"/>
              <a:gd name="connsiteX20534" fmla="*/ 1045464 w 3114960"/>
              <a:gd name="connsiteY20534" fmla="*/ 402336 h 5143785"/>
              <a:gd name="connsiteX20535" fmla="*/ 1056323 w 3114960"/>
              <a:gd name="connsiteY20535" fmla="*/ 402336 h 5143785"/>
              <a:gd name="connsiteX20536" fmla="*/ 1062704 w 3114960"/>
              <a:gd name="connsiteY20536" fmla="*/ 395954 h 5143785"/>
              <a:gd name="connsiteX20537" fmla="*/ 1062704 w 3114960"/>
              <a:gd name="connsiteY20537" fmla="*/ 385096 h 5143785"/>
              <a:gd name="connsiteX20538" fmla="*/ 1058513 w 3114960"/>
              <a:gd name="connsiteY20538" fmla="*/ 379190 h 5143785"/>
              <a:gd name="connsiteX20539" fmla="*/ 1050989 w 3114960"/>
              <a:gd name="connsiteY20539" fmla="*/ 372523 h 5143785"/>
              <a:gd name="connsiteX20540" fmla="*/ 1045369 w 3114960"/>
              <a:gd name="connsiteY20540" fmla="*/ 367570 h 5143785"/>
              <a:gd name="connsiteX20541" fmla="*/ 1050989 w 3114960"/>
              <a:gd name="connsiteY20541" fmla="*/ 362617 h 5143785"/>
              <a:gd name="connsiteX20542" fmla="*/ 1059180 w 3114960"/>
              <a:gd name="connsiteY20542" fmla="*/ 353378 h 5143785"/>
              <a:gd name="connsiteX20543" fmla="*/ 1050989 w 3114960"/>
              <a:gd name="connsiteY20543" fmla="*/ 344138 h 5143785"/>
              <a:gd name="connsiteX20544" fmla="*/ 1045369 w 3114960"/>
              <a:gd name="connsiteY20544" fmla="*/ 339185 h 5143785"/>
              <a:gd name="connsiteX20545" fmla="*/ 1050989 w 3114960"/>
              <a:gd name="connsiteY20545" fmla="*/ 334232 h 5143785"/>
              <a:gd name="connsiteX20546" fmla="*/ 1059180 w 3114960"/>
              <a:gd name="connsiteY20546" fmla="*/ 325088 h 5143785"/>
              <a:gd name="connsiteX20547" fmla="*/ 1050989 w 3114960"/>
              <a:gd name="connsiteY20547" fmla="*/ 315849 h 5143785"/>
              <a:gd name="connsiteX20548" fmla="*/ 1045369 w 3114960"/>
              <a:gd name="connsiteY20548" fmla="*/ 310896 h 5143785"/>
              <a:gd name="connsiteX20549" fmla="*/ 1050989 w 3114960"/>
              <a:gd name="connsiteY20549" fmla="*/ 305943 h 5143785"/>
              <a:gd name="connsiteX20550" fmla="*/ 1059180 w 3114960"/>
              <a:gd name="connsiteY20550" fmla="*/ 296799 h 5143785"/>
              <a:gd name="connsiteX20551" fmla="*/ 1050989 w 3114960"/>
              <a:gd name="connsiteY20551" fmla="*/ 287655 h 5143785"/>
              <a:gd name="connsiteX20552" fmla="*/ 1045369 w 3114960"/>
              <a:gd name="connsiteY20552" fmla="*/ 282702 h 5143785"/>
              <a:gd name="connsiteX20553" fmla="*/ 1050989 w 3114960"/>
              <a:gd name="connsiteY20553" fmla="*/ 277749 h 5143785"/>
              <a:gd name="connsiteX20554" fmla="*/ 1059180 w 3114960"/>
              <a:gd name="connsiteY20554" fmla="*/ 268605 h 5143785"/>
              <a:gd name="connsiteX20555" fmla="*/ 1050989 w 3114960"/>
              <a:gd name="connsiteY20555" fmla="*/ 259461 h 5143785"/>
              <a:gd name="connsiteX20556" fmla="*/ 1045464 w 3114960"/>
              <a:gd name="connsiteY20556" fmla="*/ 254508 h 5143785"/>
              <a:gd name="connsiteX20557" fmla="*/ 1051084 w 3114960"/>
              <a:gd name="connsiteY20557" fmla="*/ 249555 h 5143785"/>
              <a:gd name="connsiteX20558" fmla="*/ 1059275 w 3114960"/>
              <a:gd name="connsiteY20558" fmla="*/ 240411 h 5143785"/>
              <a:gd name="connsiteX20559" fmla="*/ 1051084 w 3114960"/>
              <a:gd name="connsiteY20559" fmla="*/ 231267 h 5143785"/>
              <a:gd name="connsiteX20560" fmla="*/ 1045464 w 3114960"/>
              <a:gd name="connsiteY20560" fmla="*/ 226314 h 5143785"/>
              <a:gd name="connsiteX20561" fmla="*/ 1051084 w 3114960"/>
              <a:gd name="connsiteY20561" fmla="*/ 221361 h 5143785"/>
              <a:gd name="connsiteX20562" fmla="*/ 1059275 w 3114960"/>
              <a:gd name="connsiteY20562" fmla="*/ 212217 h 5143785"/>
              <a:gd name="connsiteX20563" fmla="*/ 1051084 w 3114960"/>
              <a:gd name="connsiteY20563" fmla="*/ 203073 h 5143785"/>
              <a:gd name="connsiteX20564" fmla="*/ 1045464 w 3114960"/>
              <a:gd name="connsiteY20564" fmla="*/ 198120 h 5143785"/>
              <a:gd name="connsiteX20565" fmla="*/ 1051084 w 3114960"/>
              <a:gd name="connsiteY20565" fmla="*/ 193167 h 5143785"/>
              <a:gd name="connsiteX20566" fmla="*/ 1059275 w 3114960"/>
              <a:gd name="connsiteY20566" fmla="*/ 184023 h 5143785"/>
              <a:gd name="connsiteX20567" fmla="*/ 1051084 w 3114960"/>
              <a:gd name="connsiteY20567" fmla="*/ 174879 h 5143785"/>
              <a:gd name="connsiteX20568" fmla="*/ 1045464 w 3114960"/>
              <a:gd name="connsiteY20568" fmla="*/ 169926 h 5143785"/>
              <a:gd name="connsiteX20569" fmla="*/ 1051084 w 3114960"/>
              <a:gd name="connsiteY20569" fmla="*/ 164973 h 5143785"/>
              <a:gd name="connsiteX20570" fmla="*/ 1059371 w 3114960"/>
              <a:gd name="connsiteY20570" fmla="*/ 385286 h 5143785"/>
              <a:gd name="connsiteX20571" fmla="*/ 1059371 w 3114960"/>
              <a:gd name="connsiteY20571" fmla="*/ 396145 h 5143785"/>
              <a:gd name="connsiteX20572" fmla="*/ 1056132 w 3114960"/>
              <a:gd name="connsiteY20572" fmla="*/ 399383 h 5143785"/>
              <a:gd name="connsiteX20573" fmla="*/ 1045274 w 3114960"/>
              <a:gd name="connsiteY20573" fmla="*/ 399383 h 5143785"/>
              <a:gd name="connsiteX20574" fmla="*/ 1042035 w 3114960"/>
              <a:gd name="connsiteY20574" fmla="*/ 396145 h 5143785"/>
              <a:gd name="connsiteX20575" fmla="*/ 1042035 w 3114960"/>
              <a:gd name="connsiteY20575" fmla="*/ 385286 h 5143785"/>
              <a:gd name="connsiteX20576" fmla="*/ 1045274 w 3114960"/>
              <a:gd name="connsiteY20576" fmla="*/ 382048 h 5143785"/>
              <a:gd name="connsiteX20577" fmla="*/ 1056132 w 3114960"/>
              <a:gd name="connsiteY20577" fmla="*/ 382048 h 5143785"/>
              <a:gd name="connsiteX20578" fmla="*/ 1059371 w 3114960"/>
              <a:gd name="connsiteY20578" fmla="*/ 385286 h 5143785"/>
              <a:gd name="connsiteX20579" fmla="*/ 649605 w 3114960"/>
              <a:gd name="connsiteY20579" fmla="*/ 628364 h 5143785"/>
              <a:gd name="connsiteX20580" fmla="*/ 654844 w 3114960"/>
              <a:gd name="connsiteY20580" fmla="*/ 624078 h 5143785"/>
              <a:gd name="connsiteX20581" fmla="*/ 659416 w 3114960"/>
              <a:gd name="connsiteY20581" fmla="*/ 629602 h 5143785"/>
              <a:gd name="connsiteX20582" fmla="*/ 654177 w 3114960"/>
              <a:gd name="connsiteY20582" fmla="*/ 633889 h 5143785"/>
              <a:gd name="connsiteX20583" fmla="*/ 649605 w 3114960"/>
              <a:gd name="connsiteY20583" fmla="*/ 628364 h 5143785"/>
              <a:gd name="connsiteX20584" fmla="*/ 523970 w 3114960"/>
              <a:gd name="connsiteY20584" fmla="*/ 4835081 h 5143785"/>
              <a:gd name="connsiteX20585" fmla="*/ 528733 w 3114960"/>
              <a:gd name="connsiteY20585" fmla="*/ 4835081 h 5143785"/>
              <a:gd name="connsiteX20586" fmla="*/ 528733 w 3114960"/>
              <a:gd name="connsiteY20586" fmla="*/ 4854988 h 5143785"/>
              <a:gd name="connsiteX20587" fmla="*/ 523970 w 3114960"/>
              <a:gd name="connsiteY20587" fmla="*/ 4854988 h 5143785"/>
              <a:gd name="connsiteX20588" fmla="*/ 523970 w 3114960"/>
              <a:gd name="connsiteY20588" fmla="*/ 4835081 h 5143785"/>
              <a:gd name="connsiteX20589" fmla="*/ 652748 w 3114960"/>
              <a:gd name="connsiteY20589" fmla="*/ 5002626 h 5143785"/>
              <a:gd name="connsiteX20590" fmla="*/ 647986 w 3114960"/>
              <a:gd name="connsiteY20590" fmla="*/ 5002626 h 5143785"/>
              <a:gd name="connsiteX20591" fmla="*/ 647986 w 3114960"/>
              <a:gd name="connsiteY20591" fmla="*/ 4985099 h 5143785"/>
              <a:gd name="connsiteX20592" fmla="*/ 652748 w 3114960"/>
              <a:gd name="connsiteY20592" fmla="*/ 4985099 h 5143785"/>
              <a:gd name="connsiteX20593" fmla="*/ 652748 w 3114960"/>
              <a:gd name="connsiteY20593" fmla="*/ 5002626 h 5143785"/>
              <a:gd name="connsiteX20594" fmla="*/ 729710 w 3114960"/>
              <a:gd name="connsiteY20594" fmla="*/ 4790980 h 5143785"/>
              <a:gd name="connsiteX20595" fmla="*/ 717995 w 3114960"/>
              <a:gd name="connsiteY20595" fmla="*/ 4791552 h 5143785"/>
              <a:gd name="connsiteX20596" fmla="*/ 718566 w 3114960"/>
              <a:gd name="connsiteY20596" fmla="*/ 4803267 h 5143785"/>
              <a:gd name="connsiteX20597" fmla="*/ 730282 w 3114960"/>
              <a:gd name="connsiteY20597" fmla="*/ 4802696 h 5143785"/>
              <a:gd name="connsiteX20598" fmla="*/ 731996 w 3114960"/>
              <a:gd name="connsiteY20598" fmla="*/ 4799743 h 5143785"/>
              <a:gd name="connsiteX20599" fmla="*/ 769429 w 3114960"/>
              <a:gd name="connsiteY20599" fmla="*/ 4800410 h 5143785"/>
              <a:gd name="connsiteX20600" fmla="*/ 769049 w 3114960"/>
              <a:gd name="connsiteY20600" fmla="*/ 4743450 h 5143785"/>
              <a:gd name="connsiteX20601" fmla="*/ 681133 w 3114960"/>
              <a:gd name="connsiteY20601" fmla="*/ 4639818 h 5143785"/>
              <a:gd name="connsiteX20602" fmla="*/ 651701 w 3114960"/>
              <a:gd name="connsiteY20602" fmla="*/ 4639818 h 5143785"/>
              <a:gd name="connsiteX20603" fmla="*/ 648462 w 3114960"/>
              <a:gd name="connsiteY20603" fmla="*/ 4633341 h 5143785"/>
              <a:gd name="connsiteX20604" fmla="*/ 633413 w 3114960"/>
              <a:gd name="connsiteY20604" fmla="*/ 4634103 h 5143785"/>
              <a:gd name="connsiteX20605" fmla="*/ 634175 w 3114960"/>
              <a:gd name="connsiteY20605" fmla="*/ 4649153 h 5143785"/>
              <a:gd name="connsiteX20606" fmla="*/ 634175 w 3114960"/>
              <a:gd name="connsiteY20606" fmla="*/ 4649153 h 5143785"/>
              <a:gd name="connsiteX20607" fmla="*/ 641318 w 3114960"/>
              <a:gd name="connsiteY20607" fmla="*/ 4651915 h 5143785"/>
              <a:gd name="connsiteX20608" fmla="*/ 649224 w 3114960"/>
              <a:gd name="connsiteY20608" fmla="*/ 4648391 h 5143785"/>
              <a:gd name="connsiteX20609" fmla="*/ 651415 w 3114960"/>
              <a:gd name="connsiteY20609" fmla="*/ 4644486 h 5143785"/>
              <a:gd name="connsiteX20610" fmla="*/ 678942 w 3114960"/>
              <a:gd name="connsiteY20610" fmla="*/ 4644486 h 5143785"/>
              <a:gd name="connsiteX20611" fmla="*/ 764286 w 3114960"/>
              <a:gd name="connsiteY20611" fmla="*/ 4745165 h 5143785"/>
              <a:gd name="connsiteX20612" fmla="*/ 764572 w 3114960"/>
              <a:gd name="connsiteY20612" fmla="*/ 4795457 h 5143785"/>
              <a:gd name="connsiteX20613" fmla="*/ 731996 w 3114960"/>
              <a:gd name="connsiteY20613" fmla="*/ 4794885 h 5143785"/>
              <a:gd name="connsiteX20614" fmla="*/ 729710 w 3114960"/>
              <a:gd name="connsiteY20614" fmla="*/ 4790885 h 5143785"/>
              <a:gd name="connsiteX20615" fmla="*/ 645604 w 3114960"/>
              <a:gd name="connsiteY20615" fmla="*/ 4645247 h 5143785"/>
              <a:gd name="connsiteX20616" fmla="*/ 637223 w 3114960"/>
              <a:gd name="connsiteY20616" fmla="*/ 4645629 h 5143785"/>
              <a:gd name="connsiteX20617" fmla="*/ 636842 w 3114960"/>
              <a:gd name="connsiteY20617" fmla="*/ 4637246 h 5143785"/>
              <a:gd name="connsiteX20618" fmla="*/ 640937 w 3114960"/>
              <a:gd name="connsiteY20618" fmla="*/ 4635342 h 5143785"/>
              <a:gd name="connsiteX20619" fmla="*/ 645224 w 3114960"/>
              <a:gd name="connsiteY20619" fmla="*/ 4636865 h 5143785"/>
              <a:gd name="connsiteX20620" fmla="*/ 645604 w 3114960"/>
              <a:gd name="connsiteY20620" fmla="*/ 4645247 h 5143785"/>
              <a:gd name="connsiteX20621" fmla="*/ 647986 w 3114960"/>
              <a:gd name="connsiteY20621" fmla="*/ 4950143 h 5143785"/>
              <a:gd name="connsiteX20622" fmla="*/ 652748 w 3114960"/>
              <a:gd name="connsiteY20622" fmla="*/ 4950143 h 5143785"/>
              <a:gd name="connsiteX20623" fmla="*/ 652748 w 3114960"/>
              <a:gd name="connsiteY20623" fmla="*/ 4967669 h 5143785"/>
              <a:gd name="connsiteX20624" fmla="*/ 647986 w 3114960"/>
              <a:gd name="connsiteY20624" fmla="*/ 4967669 h 5143785"/>
              <a:gd name="connsiteX20625" fmla="*/ 647986 w 3114960"/>
              <a:gd name="connsiteY20625" fmla="*/ 4950143 h 5143785"/>
              <a:gd name="connsiteX20626" fmla="*/ 523970 w 3114960"/>
              <a:gd name="connsiteY20626" fmla="*/ 4954810 h 5143785"/>
              <a:gd name="connsiteX20627" fmla="*/ 528733 w 3114960"/>
              <a:gd name="connsiteY20627" fmla="*/ 4954810 h 5143785"/>
              <a:gd name="connsiteX20628" fmla="*/ 528733 w 3114960"/>
              <a:gd name="connsiteY20628" fmla="*/ 4974813 h 5143785"/>
              <a:gd name="connsiteX20629" fmla="*/ 523970 w 3114960"/>
              <a:gd name="connsiteY20629" fmla="*/ 4974813 h 5143785"/>
              <a:gd name="connsiteX20630" fmla="*/ 523970 w 3114960"/>
              <a:gd name="connsiteY20630" fmla="*/ 4954810 h 5143785"/>
              <a:gd name="connsiteX20631" fmla="*/ 523970 w 3114960"/>
              <a:gd name="connsiteY20631" fmla="*/ 4874990 h 5143785"/>
              <a:gd name="connsiteX20632" fmla="*/ 528733 w 3114960"/>
              <a:gd name="connsiteY20632" fmla="*/ 4874990 h 5143785"/>
              <a:gd name="connsiteX20633" fmla="*/ 528733 w 3114960"/>
              <a:gd name="connsiteY20633" fmla="*/ 4894993 h 5143785"/>
              <a:gd name="connsiteX20634" fmla="*/ 523970 w 3114960"/>
              <a:gd name="connsiteY20634" fmla="*/ 4894993 h 5143785"/>
              <a:gd name="connsiteX20635" fmla="*/ 523970 w 3114960"/>
              <a:gd name="connsiteY20635" fmla="*/ 4874990 h 5143785"/>
              <a:gd name="connsiteX20636" fmla="*/ 523970 w 3114960"/>
              <a:gd name="connsiteY20636" fmla="*/ 5034725 h 5143785"/>
              <a:gd name="connsiteX20637" fmla="*/ 528733 w 3114960"/>
              <a:gd name="connsiteY20637" fmla="*/ 5034725 h 5143785"/>
              <a:gd name="connsiteX20638" fmla="*/ 528733 w 3114960"/>
              <a:gd name="connsiteY20638" fmla="*/ 5054727 h 5143785"/>
              <a:gd name="connsiteX20639" fmla="*/ 523970 w 3114960"/>
              <a:gd name="connsiteY20639" fmla="*/ 5054727 h 5143785"/>
              <a:gd name="connsiteX20640" fmla="*/ 523970 w 3114960"/>
              <a:gd name="connsiteY20640" fmla="*/ 5034725 h 5143785"/>
              <a:gd name="connsiteX20641" fmla="*/ 941165 w 3114960"/>
              <a:gd name="connsiteY20641" fmla="*/ 2331053 h 5143785"/>
              <a:gd name="connsiteX20642" fmla="*/ 947452 w 3114960"/>
              <a:gd name="connsiteY20642" fmla="*/ 2337816 h 5143785"/>
              <a:gd name="connsiteX20643" fmla="*/ 942213 w 3114960"/>
              <a:gd name="connsiteY20643" fmla="*/ 2342674 h 5143785"/>
              <a:gd name="connsiteX20644" fmla="*/ 935927 w 3114960"/>
              <a:gd name="connsiteY20644" fmla="*/ 2335911 h 5143785"/>
              <a:gd name="connsiteX20645" fmla="*/ 941165 w 3114960"/>
              <a:gd name="connsiteY20645" fmla="*/ 2331053 h 5143785"/>
              <a:gd name="connsiteX20646" fmla="*/ 648081 w 3114960"/>
              <a:gd name="connsiteY20646" fmla="*/ 5055108 h 5143785"/>
              <a:gd name="connsiteX20647" fmla="*/ 652844 w 3114960"/>
              <a:gd name="connsiteY20647" fmla="*/ 5055108 h 5143785"/>
              <a:gd name="connsiteX20648" fmla="*/ 652844 w 3114960"/>
              <a:gd name="connsiteY20648" fmla="*/ 5072634 h 5143785"/>
              <a:gd name="connsiteX20649" fmla="*/ 648081 w 3114960"/>
              <a:gd name="connsiteY20649" fmla="*/ 5072634 h 5143785"/>
              <a:gd name="connsiteX20650" fmla="*/ 648081 w 3114960"/>
              <a:gd name="connsiteY20650" fmla="*/ 5055108 h 5143785"/>
              <a:gd name="connsiteX20651" fmla="*/ 648081 w 3114960"/>
              <a:gd name="connsiteY20651" fmla="*/ 5125022 h 5143785"/>
              <a:gd name="connsiteX20652" fmla="*/ 652844 w 3114960"/>
              <a:gd name="connsiteY20652" fmla="*/ 5125022 h 5143785"/>
              <a:gd name="connsiteX20653" fmla="*/ 652844 w 3114960"/>
              <a:gd name="connsiteY20653" fmla="*/ 5142548 h 5143785"/>
              <a:gd name="connsiteX20654" fmla="*/ 648081 w 3114960"/>
              <a:gd name="connsiteY20654" fmla="*/ 5142548 h 5143785"/>
              <a:gd name="connsiteX20655" fmla="*/ 648081 w 3114960"/>
              <a:gd name="connsiteY20655" fmla="*/ 5125022 h 5143785"/>
              <a:gd name="connsiteX20656" fmla="*/ 652844 w 3114960"/>
              <a:gd name="connsiteY20656" fmla="*/ 5107496 h 5143785"/>
              <a:gd name="connsiteX20657" fmla="*/ 648081 w 3114960"/>
              <a:gd name="connsiteY20657" fmla="*/ 5107496 h 5143785"/>
              <a:gd name="connsiteX20658" fmla="*/ 648081 w 3114960"/>
              <a:gd name="connsiteY20658" fmla="*/ 5089970 h 5143785"/>
              <a:gd name="connsiteX20659" fmla="*/ 652844 w 3114960"/>
              <a:gd name="connsiteY20659" fmla="*/ 5089970 h 5143785"/>
              <a:gd name="connsiteX20660" fmla="*/ 652844 w 3114960"/>
              <a:gd name="connsiteY20660" fmla="*/ 5107496 h 5143785"/>
              <a:gd name="connsiteX20661" fmla="*/ 647986 w 3114960"/>
              <a:gd name="connsiteY20661" fmla="*/ 4915186 h 5143785"/>
              <a:gd name="connsiteX20662" fmla="*/ 652748 w 3114960"/>
              <a:gd name="connsiteY20662" fmla="*/ 4915186 h 5143785"/>
              <a:gd name="connsiteX20663" fmla="*/ 652748 w 3114960"/>
              <a:gd name="connsiteY20663" fmla="*/ 4932712 h 5143785"/>
              <a:gd name="connsiteX20664" fmla="*/ 647986 w 3114960"/>
              <a:gd name="connsiteY20664" fmla="*/ 4932712 h 5143785"/>
              <a:gd name="connsiteX20665" fmla="*/ 647986 w 3114960"/>
              <a:gd name="connsiteY20665" fmla="*/ 4915186 h 5143785"/>
              <a:gd name="connsiteX20666" fmla="*/ 652844 w 3114960"/>
              <a:gd name="connsiteY20666" fmla="*/ 5037582 h 5143785"/>
              <a:gd name="connsiteX20667" fmla="*/ 648081 w 3114960"/>
              <a:gd name="connsiteY20667" fmla="*/ 5037582 h 5143785"/>
              <a:gd name="connsiteX20668" fmla="*/ 648081 w 3114960"/>
              <a:gd name="connsiteY20668" fmla="*/ 5020151 h 5143785"/>
              <a:gd name="connsiteX20669" fmla="*/ 652844 w 3114960"/>
              <a:gd name="connsiteY20669" fmla="*/ 5020151 h 5143785"/>
              <a:gd name="connsiteX20670" fmla="*/ 652844 w 3114960"/>
              <a:gd name="connsiteY20670" fmla="*/ 5037582 h 5143785"/>
              <a:gd name="connsiteX20671" fmla="*/ 652748 w 3114960"/>
              <a:gd name="connsiteY20671" fmla="*/ 4897755 h 5143785"/>
              <a:gd name="connsiteX20672" fmla="*/ 647986 w 3114960"/>
              <a:gd name="connsiteY20672" fmla="*/ 4897755 h 5143785"/>
              <a:gd name="connsiteX20673" fmla="*/ 647986 w 3114960"/>
              <a:gd name="connsiteY20673" fmla="*/ 4880324 h 5143785"/>
              <a:gd name="connsiteX20674" fmla="*/ 652748 w 3114960"/>
              <a:gd name="connsiteY20674" fmla="*/ 4880324 h 5143785"/>
              <a:gd name="connsiteX20675" fmla="*/ 652748 w 3114960"/>
              <a:gd name="connsiteY20675" fmla="*/ 4897755 h 5143785"/>
              <a:gd name="connsiteX20676" fmla="*/ 458534 w 3114960"/>
              <a:gd name="connsiteY20676" fmla="*/ 4890231 h 5143785"/>
              <a:gd name="connsiteX20677" fmla="*/ 463296 w 3114960"/>
              <a:gd name="connsiteY20677" fmla="*/ 4890231 h 5143785"/>
              <a:gd name="connsiteX20678" fmla="*/ 463296 w 3114960"/>
              <a:gd name="connsiteY20678" fmla="*/ 4909185 h 5143785"/>
              <a:gd name="connsiteX20679" fmla="*/ 458534 w 3114960"/>
              <a:gd name="connsiteY20679" fmla="*/ 4909185 h 5143785"/>
              <a:gd name="connsiteX20680" fmla="*/ 458534 w 3114960"/>
              <a:gd name="connsiteY20680" fmla="*/ 4890231 h 5143785"/>
              <a:gd name="connsiteX20681" fmla="*/ 458534 w 3114960"/>
              <a:gd name="connsiteY20681" fmla="*/ 5042154 h 5143785"/>
              <a:gd name="connsiteX20682" fmla="*/ 463296 w 3114960"/>
              <a:gd name="connsiteY20682" fmla="*/ 5042154 h 5143785"/>
              <a:gd name="connsiteX20683" fmla="*/ 463296 w 3114960"/>
              <a:gd name="connsiteY20683" fmla="*/ 5061109 h 5143785"/>
              <a:gd name="connsiteX20684" fmla="*/ 458534 w 3114960"/>
              <a:gd name="connsiteY20684" fmla="*/ 5061109 h 5143785"/>
              <a:gd name="connsiteX20685" fmla="*/ 458534 w 3114960"/>
              <a:gd name="connsiteY20685" fmla="*/ 5042154 h 5143785"/>
              <a:gd name="connsiteX20686" fmla="*/ 548926 w 3114960"/>
              <a:gd name="connsiteY20686" fmla="*/ 4757643 h 5143785"/>
              <a:gd name="connsiteX20687" fmla="*/ 473297 w 3114960"/>
              <a:gd name="connsiteY20687" fmla="*/ 4758023 h 5143785"/>
              <a:gd name="connsiteX20688" fmla="*/ 424625 w 3114960"/>
              <a:gd name="connsiteY20688" fmla="*/ 4793076 h 5143785"/>
              <a:gd name="connsiteX20689" fmla="*/ 265176 w 3114960"/>
              <a:gd name="connsiteY20689" fmla="*/ 4793076 h 5143785"/>
              <a:gd name="connsiteX20690" fmla="*/ 232124 w 3114960"/>
              <a:gd name="connsiteY20690" fmla="*/ 4768882 h 5143785"/>
              <a:gd name="connsiteX20691" fmla="*/ 160306 w 3114960"/>
              <a:gd name="connsiteY20691" fmla="*/ 4768882 h 5143785"/>
              <a:gd name="connsiteX20692" fmla="*/ 123635 w 3114960"/>
              <a:gd name="connsiteY20692" fmla="*/ 4811363 h 5143785"/>
              <a:gd name="connsiteX20693" fmla="*/ 95 w 3114960"/>
              <a:gd name="connsiteY20693" fmla="*/ 4811363 h 5143785"/>
              <a:gd name="connsiteX20694" fmla="*/ 95 w 3114960"/>
              <a:gd name="connsiteY20694" fmla="*/ 4801838 h 5143785"/>
              <a:gd name="connsiteX20695" fmla="*/ 119348 w 3114960"/>
              <a:gd name="connsiteY20695" fmla="*/ 4801838 h 5143785"/>
              <a:gd name="connsiteX20696" fmla="*/ 156020 w 3114960"/>
              <a:gd name="connsiteY20696" fmla="*/ 4759357 h 5143785"/>
              <a:gd name="connsiteX20697" fmla="*/ 235363 w 3114960"/>
              <a:gd name="connsiteY20697" fmla="*/ 4759357 h 5143785"/>
              <a:gd name="connsiteX20698" fmla="*/ 268415 w 3114960"/>
              <a:gd name="connsiteY20698" fmla="*/ 4783551 h 5143785"/>
              <a:gd name="connsiteX20699" fmla="*/ 421672 w 3114960"/>
              <a:gd name="connsiteY20699" fmla="*/ 4783551 h 5143785"/>
              <a:gd name="connsiteX20700" fmla="*/ 470249 w 3114960"/>
              <a:gd name="connsiteY20700" fmla="*/ 4748498 h 5143785"/>
              <a:gd name="connsiteX20701" fmla="*/ 552260 w 3114960"/>
              <a:gd name="connsiteY20701" fmla="*/ 4748118 h 5143785"/>
              <a:gd name="connsiteX20702" fmla="*/ 577691 w 3114960"/>
              <a:gd name="connsiteY20702" fmla="*/ 4767929 h 5143785"/>
              <a:gd name="connsiteX20703" fmla="*/ 633127 w 3114960"/>
              <a:gd name="connsiteY20703" fmla="*/ 4767929 h 5143785"/>
              <a:gd name="connsiteX20704" fmla="*/ 634365 w 3114960"/>
              <a:gd name="connsiteY20704" fmla="*/ 4765929 h 5143785"/>
              <a:gd name="connsiteX20705" fmla="*/ 649415 w 3114960"/>
              <a:gd name="connsiteY20705" fmla="*/ 4765167 h 5143785"/>
              <a:gd name="connsiteX20706" fmla="*/ 650177 w 3114960"/>
              <a:gd name="connsiteY20706" fmla="*/ 4780217 h 5143785"/>
              <a:gd name="connsiteX20707" fmla="*/ 635127 w 3114960"/>
              <a:gd name="connsiteY20707" fmla="*/ 4780979 h 5143785"/>
              <a:gd name="connsiteX20708" fmla="*/ 632555 w 3114960"/>
              <a:gd name="connsiteY20708" fmla="*/ 4777454 h 5143785"/>
              <a:gd name="connsiteX20709" fmla="*/ 574453 w 3114960"/>
              <a:gd name="connsiteY20709" fmla="*/ 4777454 h 5143785"/>
              <a:gd name="connsiteX20710" fmla="*/ 549021 w 3114960"/>
              <a:gd name="connsiteY20710" fmla="*/ 4757643 h 5143785"/>
              <a:gd name="connsiteX20711" fmla="*/ 1346359 w 3114960"/>
              <a:gd name="connsiteY20711" fmla="*/ 4778979 h 5143785"/>
              <a:gd name="connsiteX20712" fmla="*/ 1345597 w 3114960"/>
              <a:gd name="connsiteY20712" fmla="*/ 4898708 h 5143785"/>
              <a:gd name="connsiteX20713" fmla="*/ 1338548 w 3114960"/>
              <a:gd name="connsiteY20713" fmla="*/ 4898708 h 5143785"/>
              <a:gd name="connsiteX20714" fmla="*/ 1326928 w 3114960"/>
              <a:gd name="connsiteY20714" fmla="*/ 4889088 h 5143785"/>
              <a:gd name="connsiteX20715" fmla="*/ 1315307 w 3114960"/>
              <a:gd name="connsiteY20715" fmla="*/ 4898898 h 5143785"/>
              <a:gd name="connsiteX20716" fmla="*/ 1243965 w 3114960"/>
              <a:gd name="connsiteY20716" fmla="*/ 4899089 h 5143785"/>
              <a:gd name="connsiteX20717" fmla="*/ 1214247 w 3114960"/>
              <a:gd name="connsiteY20717" fmla="*/ 4871180 h 5143785"/>
              <a:gd name="connsiteX20718" fmla="*/ 1069181 w 3114960"/>
              <a:gd name="connsiteY20718" fmla="*/ 4870799 h 5143785"/>
              <a:gd name="connsiteX20719" fmla="*/ 1068324 w 3114960"/>
              <a:gd name="connsiteY20719" fmla="*/ 4870799 h 5143785"/>
              <a:gd name="connsiteX20720" fmla="*/ 1037273 w 3114960"/>
              <a:gd name="connsiteY20720" fmla="*/ 4895755 h 5143785"/>
              <a:gd name="connsiteX20721" fmla="*/ 914972 w 3114960"/>
              <a:gd name="connsiteY20721" fmla="*/ 4895374 h 5143785"/>
              <a:gd name="connsiteX20722" fmla="*/ 903351 w 3114960"/>
              <a:gd name="connsiteY20722" fmla="*/ 4885658 h 5143785"/>
              <a:gd name="connsiteX20723" fmla="*/ 891731 w 3114960"/>
              <a:gd name="connsiteY20723" fmla="*/ 4895469 h 5143785"/>
              <a:gd name="connsiteX20724" fmla="*/ 844010 w 3114960"/>
              <a:gd name="connsiteY20724" fmla="*/ 4895659 h 5143785"/>
              <a:gd name="connsiteX20725" fmla="*/ 790194 w 3114960"/>
              <a:gd name="connsiteY20725" fmla="*/ 4835462 h 5143785"/>
              <a:gd name="connsiteX20726" fmla="*/ 664274 w 3114960"/>
              <a:gd name="connsiteY20726" fmla="*/ 4835462 h 5143785"/>
              <a:gd name="connsiteX20727" fmla="*/ 659035 w 3114960"/>
              <a:gd name="connsiteY20727" fmla="*/ 4827937 h 5143785"/>
              <a:gd name="connsiteX20728" fmla="*/ 650558 w 3114960"/>
              <a:gd name="connsiteY20728" fmla="*/ 4825175 h 5143785"/>
              <a:gd name="connsiteX20729" fmla="*/ 638937 w 3114960"/>
              <a:gd name="connsiteY20729" fmla="*/ 4830985 h 5143785"/>
              <a:gd name="connsiteX20730" fmla="*/ 641985 w 3114960"/>
              <a:gd name="connsiteY20730" fmla="*/ 4850987 h 5143785"/>
              <a:gd name="connsiteX20731" fmla="*/ 648081 w 3114960"/>
              <a:gd name="connsiteY20731" fmla="*/ 4853464 h 5143785"/>
              <a:gd name="connsiteX20732" fmla="*/ 648081 w 3114960"/>
              <a:gd name="connsiteY20732" fmla="*/ 4862703 h 5143785"/>
              <a:gd name="connsiteX20733" fmla="*/ 652844 w 3114960"/>
              <a:gd name="connsiteY20733" fmla="*/ 4862703 h 5143785"/>
              <a:gd name="connsiteX20734" fmla="*/ 652844 w 3114960"/>
              <a:gd name="connsiteY20734" fmla="*/ 4853464 h 5143785"/>
              <a:gd name="connsiteX20735" fmla="*/ 661988 w 3114960"/>
              <a:gd name="connsiteY20735" fmla="*/ 4847844 h 5143785"/>
              <a:gd name="connsiteX20736" fmla="*/ 664750 w 3114960"/>
              <a:gd name="connsiteY20736" fmla="*/ 4840129 h 5143785"/>
              <a:gd name="connsiteX20737" fmla="*/ 787908 w 3114960"/>
              <a:gd name="connsiteY20737" fmla="*/ 4840129 h 5143785"/>
              <a:gd name="connsiteX20738" fmla="*/ 841724 w 3114960"/>
              <a:gd name="connsiteY20738" fmla="*/ 4900327 h 5143785"/>
              <a:gd name="connsiteX20739" fmla="*/ 891540 w 3114960"/>
              <a:gd name="connsiteY20739" fmla="*/ 4900041 h 5143785"/>
              <a:gd name="connsiteX20740" fmla="*/ 903161 w 3114960"/>
              <a:gd name="connsiteY20740" fmla="*/ 4909757 h 5143785"/>
              <a:gd name="connsiteX20741" fmla="*/ 914781 w 3114960"/>
              <a:gd name="connsiteY20741" fmla="*/ 4900041 h 5143785"/>
              <a:gd name="connsiteX20742" fmla="*/ 1037939 w 3114960"/>
              <a:gd name="connsiteY20742" fmla="*/ 4900422 h 5143785"/>
              <a:gd name="connsiteX20743" fmla="*/ 1038797 w 3114960"/>
              <a:gd name="connsiteY20743" fmla="*/ 4900422 h 5143785"/>
              <a:gd name="connsiteX20744" fmla="*/ 1069848 w 3114960"/>
              <a:gd name="connsiteY20744" fmla="*/ 4875467 h 5143785"/>
              <a:gd name="connsiteX20745" fmla="*/ 1212247 w 3114960"/>
              <a:gd name="connsiteY20745" fmla="*/ 4875848 h 5143785"/>
              <a:gd name="connsiteX20746" fmla="*/ 1241965 w 3114960"/>
              <a:gd name="connsiteY20746" fmla="*/ 4903756 h 5143785"/>
              <a:gd name="connsiteX20747" fmla="*/ 1315117 w 3114960"/>
              <a:gd name="connsiteY20747" fmla="*/ 4903565 h 5143785"/>
              <a:gd name="connsiteX20748" fmla="*/ 1326737 w 3114960"/>
              <a:gd name="connsiteY20748" fmla="*/ 4913281 h 5143785"/>
              <a:gd name="connsiteX20749" fmla="*/ 1338358 w 3114960"/>
              <a:gd name="connsiteY20749" fmla="*/ 4903470 h 5143785"/>
              <a:gd name="connsiteX20750" fmla="*/ 1347788 w 3114960"/>
              <a:gd name="connsiteY20750" fmla="*/ 4903470 h 5143785"/>
              <a:gd name="connsiteX20751" fmla="*/ 1350169 w 3114960"/>
              <a:gd name="connsiteY20751" fmla="*/ 4900994 h 5143785"/>
              <a:gd name="connsiteX20752" fmla="*/ 1350931 w 3114960"/>
              <a:gd name="connsiteY20752" fmla="*/ 4779740 h 5143785"/>
              <a:gd name="connsiteX20753" fmla="*/ 1389221 w 3114960"/>
              <a:gd name="connsiteY20753" fmla="*/ 4733925 h 5143785"/>
              <a:gd name="connsiteX20754" fmla="*/ 1391126 w 3114960"/>
              <a:gd name="connsiteY20754" fmla="*/ 4734878 h 5143785"/>
              <a:gd name="connsiteX20755" fmla="*/ 1395317 w 3114960"/>
              <a:gd name="connsiteY20755" fmla="*/ 4735545 h 5143785"/>
              <a:gd name="connsiteX20756" fmla="*/ 1407224 w 3114960"/>
              <a:gd name="connsiteY20756" fmla="*/ 4727067 h 5143785"/>
              <a:gd name="connsiteX20757" fmla="*/ 1406652 w 3114960"/>
              <a:gd name="connsiteY20757" fmla="*/ 4717447 h 5143785"/>
              <a:gd name="connsiteX20758" fmla="*/ 1399413 w 3114960"/>
              <a:gd name="connsiteY20758" fmla="*/ 4710970 h 5143785"/>
              <a:gd name="connsiteX20759" fmla="*/ 1389793 w 3114960"/>
              <a:gd name="connsiteY20759" fmla="*/ 4711542 h 5143785"/>
              <a:gd name="connsiteX20760" fmla="*/ 1383316 w 3114960"/>
              <a:gd name="connsiteY20760" fmla="*/ 4718780 h 5143785"/>
              <a:gd name="connsiteX20761" fmla="*/ 1385507 w 3114960"/>
              <a:gd name="connsiteY20761" fmla="*/ 4730877 h 5143785"/>
              <a:gd name="connsiteX20762" fmla="*/ 1346645 w 3114960"/>
              <a:gd name="connsiteY20762" fmla="*/ 4777359 h 5143785"/>
              <a:gd name="connsiteX20763" fmla="*/ 1346073 w 3114960"/>
              <a:gd name="connsiteY20763" fmla="*/ 4778883 h 5143785"/>
              <a:gd name="connsiteX20764" fmla="*/ 659797 w 3114960"/>
              <a:gd name="connsiteY20764" fmla="*/ 4846415 h 5143785"/>
              <a:gd name="connsiteX20765" fmla="*/ 652177 w 3114960"/>
              <a:gd name="connsiteY20765" fmla="*/ 4851083 h 5143785"/>
              <a:gd name="connsiteX20766" fmla="*/ 650367 w 3114960"/>
              <a:gd name="connsiteY20766" fmla="*/ 4851178 h 5143785"/>
              <a:gd name="connsiteX20767" fmla="*/ 643509 w 3114960"/>
              <a:gd name="connsiteY20767" fmla="*/ 4848892 h 5143785"/>
              <a:gd name="connsiteX20768" fmla="*/ 641033 w 3114960"/>
              <a:gd name="connsiteY20768" fmla="*/ 4832509 h 5143785"/>
              <a:gd name="connsiteX20769" fmla="*/ 657416 w 3114960"/>
              <a:gd name="connsiteY20769" fmla="*/ 4830032 h 5143785"/>
              <a:gd name="connsiteX20770" fmla="*/ 662083 w 3114960"/>
              <a:gd name="connsiteY20770" fmla="*/ 4837653 h 5143785"/>
              <a:gd name="connsiteX20771" fmla="*/ 659987 w 3114960"/>
              <a:gd name="connsiteY20771" fmla="*/ 4846320 h 5143785"/>
              <a:gd name="connsiteX20772" fmla="*/ 903161 w 3114960"/>
              <a:gd name="connsiteY20772" fmla="*/ 4905090 h 5143785"/>
              <a:gd name="connsiteX20773" fmla="*/ 895826 w 3114960"/>
              <a:gd name="connsiteY20773" fmla="*/ 4897755 h 5143785"/>
              <a:gd name="connsiteX20774" fmla="*/ 903161 w 3114960"/>
              <a:gd name="connsiteY20774" fmla="*/ 4890421 h 5143785"/>
              <a:gd name="connsiteX20775" fmla="*/ 910495 w 3114960"/>
              <a:gd name="connsiteY20775" fmla="*/ 4897755 h 5143785"/>
              <a:gd name="connsiteX20776" fmla="*/ 903161 w 3114960"/>
              <a:gd name="connsiteY20776" fmla="*/ 4905090 h 5143785"/>
              <a:gd name="connsiteX20777" fmla="*/ 1326832 w 3114960"/>
              <a:gd name="connsiteY20777" fmla="*/ 4908614 h 5143785"/>
              <a:gd name="connsiteX20778" fmla="*/ 1319498 w 3114960"/>
              <a:gd name="connsiteY20778" fmla="*/ 4901279 h 5143785"/>
              <a:gd name="connsiteX20779" fmla="*/ 1326832 w 3114960"/>
              <a:gd name="connsiteY20779" fmla="*/ 4893945 h 5143785"/>
              <a:gd name="connsiteX20780" fmla="*/ 1334167 w 3114960"/>
              <a:gd name="connsiteY20780" fmla="*/ 4901279 h 5143785"/>
              <a:gd name="connsiteX20781" fmla="*/ 1326832 w 3114960"/>
              <a:gd name="connsiteY20781" fmla="*/ 4908614 h 5143785"/>
              <a:gd name="connsiteX20782" fmla="*/ 1388078 w 3114960"/>
              <a:gd name="connsiteY20782" fmla="*/ 4720495 h 5143785"/>
              <a:gd name="connsiteX20783" fmla="*/ 1392079 w 3114960"/>
              <a:gd name="connsiteY20783" fmla="*/ 4716018 h 5143785"/>
              <a:gd name="connsiteX20784" fmla="*/ 1395508 w 3114960"/>
              <a:gd name="connsiteY20784" fmla="*/ 4715256 h 5143785"/>
              <a:gd name="connsiteX20785" fmla="*/ 1398080 w 3114960"/>
              <a:gd name="connsiteY20785" fmla="*/ 4715732 h 5143785"/>
              <a:gd name="connsiteX20786" fmla="*/ 1402937 w 3114960"/>
              <a:gd name="connsiteY20786" fmla="*/ 4725734 h 5143785"/>
              <a:gd name="connsiteX20787" fmla="*/ 1398937 w 3114960"/>
              <a:gd name="connsiteY20787" fmla="*/ 4730211 h 5143785"/>
              <a:gd name="connsiteX20788" fmla="*/ 1392936 w 3114960"/>
              <a:gd name="connsiteY20788" fmla="*/ 4730592 h 5143785"/>
              <a:gd name="connsiteX20789" fmla="*/ 1388078 w 3114960"/>
              <a:gd name="connsiteY20789" fmla="*/ 4720590 h 5143785"/>
              <a:gd name="connsiteX20790" fmla="*/ 458534 w 3114960"/>
              <a:gd name="connsiteY20790" fmla="*/ 4966145 h 5143785"/>
              <a:gd name="connsiteX20791" fmla="*/ 463296 w 3114960"/>
              <a:gd name="connsiteY20791" fmla="*/ 4966145 h 5143785"/>
              <a:gd name="connsiteX20792" fmla="*/ 463296 w 3114960"/>
              <a:gd name="connsiteY20792" fmla="*/ 4985099 h 5143785"/>
              <a:gd name="connsiteX20793" fmla="*/ 458534 w 3114960"/>
              <a:gd name="connsiteY20793" fmla="*/ 4985099 h 5143785"/>
              <a:gd name="connsiteX20794" fmla="*/ 458534 w 3114960"/>
              <a:gd name="connsiteY20794" fmla="*/ 4966145 h 5143785"/>
              <a:gd name="connsiteX20795" fmla="*/ 463296 w 3114960"/>
              <a:gd name="connsiteY20795" fmla="*/ 5023104 h 5143785"/>
              <a:gd name="connsiteX20796" fmla="*/ 458534 w 3114960"/>
              <a:gd name="connsiteY20796" fmla="*/ 5023104 h 5143785"/>
              <a:gd name="connsiteX20797" fmla="*/ 458534 w 3114960"/>
              <a:gd name="connsiteY20797" fmla="*/ 5004149 h 5143785"/>
              <a:gd name="connsiteX20798" fmla="*/ 463296 w 3114960"/>
              <a:gd name="connsiteY20798" fmla="*/ 5004149 h 5143785"/>
              <a:gd name="connsiteX20799" fmla="*/ 463296 w 3114960"/>
              <a:gd name="connsiteY20799" fmla="*/ 5023104 h 5143785"/>
              <a:gd name="connsiteX20800" fmla="*/ 463296 w 3114960"/>
              <a:gd name="connsiteY20800" fmla="*/ 4947190 h 5143785"/>
              <a:gd name="connsiteX20801" fmla="*/ 458534 w 3114960"/>
              <a:gd name="connsiteY20801" fmla="*/ 4947190 h 5143785"/>
              <a:gd name="connsiteX20802" fmla="*/ 458534 w 3114960"/>
              <a:gd name="connsiteY20802" fmla="*/ 4928235 h 5143785"/>
              <a:gd name="connsiteX20803" fmla="*/ 463296 w 3114960"/>
              <a:gd name="connsiteY20803" fmla="*/ 4928235 h 5143785"/>
              <a:gd name="connsiteX20804" fmla="*/ 463296 w 3114960"/>
              <a:gd name="connsiteY20804" fmla="*/ 4947190 h 5143785"/>
              <a:gd name="connsiteX20805" fmla="*/ 458534 w 3114960"/>
              <a:gd name="connsiteY20805" fmla="*/ 4852226 h 5143785"/>
              <a:gd name="connsiteX20806" fmla="*/ 463296 w 3114960"/>
              <a:gd name="connsiteY20806" fmla="*/ 4852226 h 5143785"/>
              <a:gd name="connsiteX20807" fmla="*/ 463296 w 3114960"/>
              <a:gd name="connsiteY20807" fmla="*/ 4871180 h 5143785"/>
              <a:gd name="connsiteX20808" fmla="*/ 458534 w 3114960"/>
              <a:gd name="connsiteY20808" fmla="*/ 4871180 h 5143785"/>
              <a:gd name="connsiteX20809" fmla="*/ 458534 w 3114960"/>
              <a:gd name="connsiteY20809" fmla="*/ 4852226 h 5143785"/>
              <a:gd name="connsiteX20810" fmla="*/ 528733 w 3114960"/>
              <a:gd name="connsiteY20810" fmla="*/ 4934903 h 5143785"/>
              <a:gd name="connsiteX20811" fmla="*/ 523970 w 3114960"/>
              <a:gd name="connsiteY20811" fmla="*/ 4934903 h 5143785"/>
              <a:gd name="connsiteX20812" fmla="*/ 523970 w 3114960"/>
              <a:gd name="connsiteY20812" fmla="*/ 4914995 h 5143785"/>
              <a:gd name="connsiteX20813" fmla="*/ 528733 w 3114960"/>
              <a:gd name="connsiteY20813" fmla="*/ 4914995 h 5143785"/>
              <a:gd name="connsiteX20814" fmla="*/ 528733 w 3114960"/>
              <a:gd name="connsiteY20814" fmla="*/ 4934903 h 5143785"/>
              <a:gd name="connsiteX20815" fmla="*/ 534829 w 3114960"/>
              <a:gd name="connsiteY20815" fmla="*/ 4780217 h 5143785"/>
              <a:gd name="connsiteX20816" fmla="*/ 526352 w 3114960"/>
              <a:gd name="connsiteY20816" fmla="*/ 4777454 h 5143785"/>
              <a:gd name="connsiteX20817" fmla="*/ 514731 w 3114960"/>
              <a:gd name="connsiteY20817" fmla="*/ 4783265 h 5143785"/>
              <a:gd name="connsiteX20818" fmla="*/ 517779 w 3114960"/>
              <a:gd name="connsiteY20818" fmla="*/ 4803267 h 5143785"/>
              <a:gd name="connsiteX20819" fmla="*/ 523875 w 3114960"/>
              <a:gd name="connsiteY20819" fmla="*/ 4805744 h 5143785"/>
              <a:gd name="connsiteX20820" fmla="*/ 523875 w 3114960"/>
              <a:gd name="connsiteY20820" fmla="*/ 4814983 h 5143785"/>
              <a:gd name="connsiteX20821" fmla="*/ 528638 w 3114960"/>
              <a:gd name="connsiteY20821" fmla="*/ 4814983 h 5143785"/>
              <a:gd name="connsiteX20822" fmla="*/ 528638 w 3114960"/>
              <a:gd name="connsiteY20822" fmla="*/ 4805744 h 5143785"/>
              <a:gd name="connsiteX20823" fmla="*/ 537782 w 3114960"/>
              <a:gd name="connsiteY20823" fmla="*/ 4800124 h 5143785"/>
              <a:gd name="connsiteX20824" fmla="*/ 534734 w 3114960"/>
              <a:gd name="connsiteY20824" fmla="*/ 4780121 h 5143785"/>
              <a:gd name="connsiteX20825" fmla="*/ 528161 w 3114960"/>
              <a:gd name="connsiteY20825" fmla="*/ 4803362 h 5143785"/>
              <a:gd name="connsiteX20826" fmla="*/ 526352 w 3114960"/>
              <a:gd name="connsiteY20826" fmla="*/ 4803458 h 5143785"/>
              <a:gd name="connsiteX20827" fmla="*/ 519494 w 3114960"/>
              <a:gd name="connsiteY20827" fmla="*/ 4801172 h 5143785"/>
              <a:gd name="connsiteX20828" fmla="*/ 517017 w 3114960"/>
              <a:gd name="connsiteY20828" fmla="*/ 4784789 h 5143785"/>
              <a:gd name="connsiteX20829" fmla="*/ 533400 w 3114960"/>
              <a:gd name="connsiteY20829" fmla="*/ 4782312 h 5143785"/>
              <a:gd name="connsiteX20830" fmla="*/ 538067 w 3114960"/>
              <a:gd name="connsiteY20830" fmla="*/ 4789932 h 5143785"/>
              <a:gd name="connsiteX20831" fmla="*/ 535972 w 3114960"/>
              <a:gd name="connsiteY20831" fmla="*/ 4798600 h 5143785"/>
              <a:gd name="connsiteX20832" fmla="*/ 528352 w 3114960"/>
              <a:gd name="connsiteY20832" fmla="*/ 4803267 h 5143785"/>
              <a:gd name="connsiteX20833" fmla="*/ 528733 w 3114960"/>
              <a:gd name="connsiteY20833" fmla="*/ 5134451 h 5143785"/>
              <a:gd name="connsiteX20834" fmla="*/ 523970 w 3114960"/>
              <a:gd name="connsiteY20834" fmla="*/ 5134451 h 5143785"/>
              <a:gd name="connsiteX20835" fmla="*/ 523970 w 3114960"/>
              <a:gd name="connsiteY20835" fmla="*/ 5114449 h 5143785"/>
              <a:gd name="connsiteX20836" fmla="*/ 528733 w 3114960"/>
              <a:gd name="connsiteY20836" fmla="*/ 5114449 h 5143785"/>
              <a:gd name="connsiteX20837" fmla="*/ 528733 w 3114960"/>
              <a:gd name="connsiteY20837" fmla="*/ 5134451 h 5143785"/>
              <a:gd name="connsiteX20838" fmla="*/ 528733 w 3114960"/>
              <a:gd name="connsiteY20838" fmla="*/ 5014722 h 5143785"/>
              <a:gd name="connsiteX20839" fmla="*/ 523970 w 3114960"/>
              <a:gd name="connsiteY20839" fmla="*/ 5014722 h 5143785"/>
              <a:gd name="connsiteX20840" fmla="*/ 523970 w 3114960"/>
              <a:gd name="connsiteY20840" fmla="*/ 4994815 h 5143785"/>
              <a:gd name="connsiteX20841" fmla="*/ 528733 w 3114960"/>
              <a:gd name="connsiteY20841" fmla="*/ 4994815 h 5143785"/>
              <a:gd name="connsiteX20842" fmla="*/ 528733 w 3114960"/>
              <a:gd name="connsiteY20842" fmla="*/ 5014722 h 5143785"/>
              <a:gd name="connsiteX20843" fmla="*/ 528733 w 3114960"/>
              <a:gd name="connsiteY20843" fmla="*/ 5094542 h 5143785"/>
              <a:gd name="connsiteX20844" fmla="*/ 523970 w 3114960"/>
              <a:gd name="connsiteY20844" fmla="*/ 5094542 h 5143785"/>
              <a:gd name="connsiteX20845" fmla="*/ 523970 w 3114960"/>
              <a:gd name="connsiteY20845" fmla="*/ 5074635 h 5143785"/>
              <a:gd name="connsiteX20846" fmla="*/ 528733 w 3114960"/>
              <a:gd name="connsiteY20846" fmla="*/ 5074635 h 5143785"/>
              <a:gd name="connsiteX20847" fmla="*/ 528733 w 3114960"/>
              <a:gd name="connsiteY20847" fmla="*/ 5094542 h 5143785"/>
              <a:gd name="connsiteX20848" fmla="*/ 1101947 w 3114960"/>
              <a:gd name="connsiteY20848" fmla="*/ 2593848 h 5143785"/>
              <a:gd name="connsiteX20849" fmla="*/ 1094137 w 3114960"/>
              <a:gd name="connsiteY20849" fmla="*/ 2612898 h 5143785"/>
              <a:gd name="connsiteX20850" fmla="*/ 1102043 w 3114960"/>
              <a:gd name="connsiteY20850" fmla="*/ 2620709 h 5143785"/>
              <a:gd name="connsiteX20851" fmla="*/ 1107567 w 3114960"/>
              <a:gd name="connsiteY20851" fmla="*/ 2621756 h 5143785"/>
              <a:gd name="connsiteX20852" fmla="*/ 1113187 w 3114960"/>
              <a:gd name="connsiteY20852" fmla="*/ 2620613 h 5143785"/>
              <a:gd name="connsiteX20853" fmla="*/ 1120997 w 3114960"/>
              <a:gd name="connsiteY20853" fmla="*/ 2601563 h 5143785"/>
              <a:gd name="connsiteX20854" fmla="*/ 1119950 w 3114960"/>
              <a:gd name="connsiteY20854" fmla="*/ 2599563 h 5143785"/>
              <a:gd name="connsiteX20855" fmla="*/ 1193959 w 3114960"/>
              <a:gd name="connsiteY20855" fmla="*/ 2540413 h 5143785"/>
              <a:gd name="connsiteX20856" fmla="*/ 1221296 w 3114960"/>
              <a:gd name="connsiteY20856" fmla="*/ 2540603 h 5143785"/>
              <a:gd name="connsiteX20857" fmla="*/ 1319117 w 3114960"/>
              <a:gd name="connsiteY20857" fmla="*/ 2458974 h 5143785"/>
              <a:gd name="connsiteX20858" fmla="*/ 1326452 w 3114960"/>
              <a:gd name="connsiteY20858" fmla="*/ 2458974 h 5143785"/>
              <a:gd name="connsiteX20859" fmla="*/ 1335024 w 3114960"/>
              <a:gd name="connsiteY20859" fmla="*/ 2467166 h 5143785"/>
              <a:gd name="connsiteX20860" fmla="*/ 1361980 w 3114960"/>
              <a:gd name="connsiteY20860" fmla="*/ 2467166 h 5143785"/>
              <a:gd name="connsiteX20861" fmla="*/ 1370648 w 3114960"/>
              <a:gd name="connsiteY20861" fmla="*/ 2458498 h 5143785"/>
              <a:gd name="connsiteX20862" fmla="*/ 1370648 w 3114960"/>
              <a:gd name="connsiteY20862" fmla="*/ 2450687 h 5143785"/>
              <a:gd name="connsiteX20863" fmla="*/ 1361980 w 3114960"/>
              <a:gd name="connsiteY20863" fmla="*/ 2441924 h 5143785"/>
              <a:gd name="connsiteX20864" fmla="*/ 1335024 w 3114960"/>
              <a:gd name="connsiteY20864" fmla="*/ 2441924 h 5143785"/>
              <a:gd name="connsiteX20865" fmla="*/ 1326261 w 3114960"/>
              <a:gd name="connsiteY20865" fmla="*/ 2450687 h 5143785"/>
              <a:gd name="connsiteX20866" fmla="*/ 1326261 w 3114960"/>
              <a:gd name="connsiteY20866" fmla="*/ 2454307 h 5143785"/>
              <a:gd name="connsiteX20867" fmla="*/ 1317307 w 3114960"/>
              <a:gd name="connsiteY20867" fmla="*/ 2454307 h 5143785"/>
              <a:gd name="connsiteX20868" fmla="*/ 1219486 w 3114960"/>
              <a:gd name="connsiteY20868" fmla="*/ 2535936 h 5143785"/>
              <a:gd name="connsiteX20869" fmla="*/ 1192244 w 3114960"/>
              <a:gd name="connsiteY20869" fmla="*/ 2535746 h 5143785"/>
              <a:gd name="connsiteX20870" fmla="*/ 1116806 w 3114960"/>
              <a:gd name="connsiteY20870" fmla="*/ 2596039 h 5143785"/>
              <a:gd name="connsiteX20871" fmla="*/ 1102043 w 3114960"/>
              <a:gd name="connsiteY20871" fmla="*/ 2593848 h 5143785"/>
              <a:gd name="connsiteX20872" fmla="*/ 1331024 w 3114960"/>
              <a:gd name="connsiteY20872" fmla="*/ 2450687 h 5143785"/>
              <a:gd name="connsiteX20873" fmla="*/ 1335024 w 3114960"/>
              <a:gd name="connsiteY20873" fmla="*/ 2446687 h 5143785"/>
              <a:gd name="connsiteX20874" fmla="*/ 1361980 w 3114960"/>
              <a:gd name="connsiteY20874" fmla="*/ 2446687 h 5143785"/>
              <a:gd name="connsiteX20875" fmla="*/ 1365885 w 3114960"/>
              <a:gd name="connsiteY20875" fmla="*/ 2450687 h 5143785"/>
              <a:gd name="connsiteX20876" fmla="*/ 1365885 w 3114960"/>
              <a:gd name="connsiteY20876" fmla="*/ 2458498 h 5143785"/>
              <a:gd name="connsiteX20877" fmla="*/ 1361980 w 3114960"/>
              <a:gd name="connsiteY20877" fmla="*/ 2462403 h 5143785"/>
              <a:gd name="connsiteX20878" fmla="*/ 1335024 w 3114960"/>
              <a:gd name="connsiteY20878" fmla="*/ 2462403 h 5143785"/>
              <a:gd name="connsiteX20879" fmla="*/ 1331024 w 3114960"/>
              <a:gd name="connsiteY20879" fmla="*/ 2458498 h 5143785"/>
              <a:gd name="connsiteX20880" fmla="*/ 1331024 w 3114960"/>
              <a:gd name="connsiteY20880" fmla="*/ 2450687 h 5143785"/>
              <a:gd name="connsiteX20881" fmla="*/ 1111377 w 3114960"/>
              <a:gd name="connsiteY20881" fmla="*/ 2616232 h 5143785"/>
              <a:gd name="connsiteX20882" fmla="*/ 1103852 w 3114960"/>
              <a:gd name="connsiteY20882" fmla="*/ 2616232 h 5143785"/>
              <a:gd name="connsiteX20883" fmla="*/ 1098518 w 3114960"/>
              <a:gd name="connsiteY20883" fmla="*/ 2610993 h 5143785"/>
              <a:gd name="connsiteX20884" fmla="*/ 1103757 w 3114960"/>
              <a:gd name="connsiteY20884" fmla="*/ 2598134 h 5143785"/>
              <a:gd name="connsiteX20885" fmla="*/ 1107567 w 3114960"/>
              <a:gd name="connsiteY20885" fmla="*/ 2597372 h 5143785"/>
              <a:gd name="connsiteX20886" fmla="*/ 1116616 w 3114960"/>
              <a:gd name="connsiteY20886" fmla="*/ 2603373 h 5143785"/>
              <a:gd name="connsiteX20887" fmla="*/ 1111377 w 3114960"/>
              <a:gd name="connsiteY20887" fmla="*/ 2616137 h 5143785"/>
              <a:gd name="connsiteX20888" fmla="*/ 533400 w 3114960"/>
              <a:gd name="connsiteY20888" fmla="*/ 4791837 h 5143785"/>
              <a:gd name="connsiteX20889" fmla="*/ 526352 w 3114960"/>
              <a:gd name="connsiteY20889" fmla="*/ 4798886 h 5143785"/>
              <a:gd name="connsiteX20890" fmla="*/ 519303 w 3114960"/>
              <a:gd name="connsiteY20890" fmla="*/ 4791837 h 5143785"/>
              <a:gd name="connsiteX20891" fmla="*/ 526352 w 3114960"/>
              <a:gd name="connsiteY20891" fmla="*/ 4784789 h 5143785"/>
              <a:gd name="connsiteX20892" fmla="*/ 533400 w 3114960"/>
              <a:gd name="connsiteY20892" fmla="*/ 4791837 h 5143785"/>
              <a:gd name="connsiteX20893" fmla="*/ 223838 w 3114960"/>
              <a:gd name="connsiteY20893" fmla="*/ 1475518 h 5143785"/>
              <a:gd name="connsiteX20894" fmla="*/ 208217 w 3114960"/>
              <a:gd name="connsiteY20894" fmla="*/ 1461326 h 5143785"/>
              <a:gd name="connsiteX20895" fmla="*/ 128492 w 3114960"/>
              <a:gd name="connsiteY20895" fmla="*/ 1461326 h 5143785"/>
              <a:gd name="connsiteX20896" fmla="*/ 104870 w 3114960"/>
              <a:gd name="connsiteY20896" fmla="*/ 1478375 h 5143785"/>
              <a:gd name="connsiteX20897" fmla="*/ 102680 w 3114960"/>
              <a:gd name="connsiteY20897" fmla="*/ 1477804 h 5143785"/>
              <a:gd name="connsiteX20898" fmla="*/ 78867 w 3114960"/>
              <a:gd name="connsiteY20898" fmla="*/ 1477804 h 5143785"/>
              <a:gd name="connsiteX20899" fmla="*/ 77343 w 3114960"/>
              <a:gd name="connsiteY20899" fmla="*/ 1478090 h 5143785"/>
              <a:gd name="connsiteX20900" fmla="*/ 59341 w 3114960"/>
              <a:gd name="connsiteY20900" fmla="*/ 1463993 h 5143785"/>
              <a:gd name="connsiteX20901" fmla="*/ 8096 w 3114960"/>
              <a:gd name="connsiteY20901" fmla="*/ 1464278 h 5143785"/>
              <a:gd name="connsiteX20902" fmla="*/ 95 w 3114960"/>
              <a:gd name="connsiteY20902" fmla="*/ 1471422 h 5143785"/>
              <a:gd name="connsiteX20903" fmla="*/ 95 w 3114960"/>
              <a:gd name="connsiteY20903" fmla="*/ 1477804 h 5143785"/>
              <a:gd name="connsiteX20904" fmla="*/ 9906 w 3114960"/>
              <a:gd name="connsiteY20904" fmla="*/ 1469041 h 5143785"/>
              <a:gd name="connsiteX20905" fmla="*/ 57722 w 3114960"/>
              <a:gd name="connsiteY20905" fmla="*/ 1468755 h 5143785"/>
              <a:gd name="connsiteX20906" fmla="*/ 74009 w 3114960"/>
              <a:gd name="connsiteY20906" fmla="*/ 1481519 h 5143785"/>
              <a:gd name="connsiteX20907" fmla="*/ 73724 w 3114960"/>
              <a:gd name="connsiteY20907" fmla="*/ 1482852 h 5143785"/>
              <a:gd name="connsiteX20908" fmla="*/ 73724 w 3114960"/>
              <a:gd name="connsiteY20908" fmla="*/ 1492949 h 5143785"/>
              <a:gd name="connsiteX20909" fmla="*/ 78867 w 3114960"/>
              <a:gd name="connsiteY20909" fmla="*/ 1498092 h 5143785"/>
              <a:gd name="connsiteX20910" fmla="*/ 102680 w 3114960"/>
              <a:gd name="connsiteY20910" fmla="*/ 1498092 h 5143785"/>
              <a:gd name="connsiteX20911" fmla="*/ 107823 w 3114960"/>
              <a:gd name="connsiteY20911" fmla="*/ 1492949 h 5143785"/>
              <a:gd name="connsiteX20912" fmla="*/ 107823 w 3114960"/>
              <a:gd name="connsiteY20912" fmla="*/ 1482852 h 5143785"/>
              <a:gd name="connsiteX20913" fmla="*/ 107633 w 3114960"/>
              <a:gd name="connsiteY20913" fmla="*/ 1482185 h 5143785"/>
              <a:gd name="connsiteX20914" fmla="*/ 130016 w 3114960"/>
              <a:gd name="connsiteY20914" fmla="*/ 1465898 h 5143785"/>
              <a:gd name="connsiteX20915" fmla="*/ 206312 w 3114960"/>
              <a:gd name="connsiteY20915" fmla="*/ 1465898 h 5143785"/>
              <a:gd name="connsiteX20916" fmla="*/ 221933 w 3114960"/>
              <a:gd name="connsiteY20916" fmla="*/ 1480185 h 5143785"/>
              <a:gd name="connsiteX20917" fmla="*/ 309658 w 3114960"/>
              <a:gd name="connsiteY20917" fmla="*/ 1480185 h 5143785"/>
              <a:gd name="connsiteX20918" fmla="*/ 331851 w 3114960"/>
              <a:gd name="connsiteY20918" fmla="*/ 1504474 h 5143785"/>
              <a:gd name="connsiteX20919" fmla="*/ 326898 w 3114960"/>
              <a:gd name="connsiteY20919" fmla="*/ 1514761 h 5143785"/>
              <a:gd name="connsiteX20920" fmla="*/ 340328 w 3114960"/>
              <a:gd name="connsiteY20920" fmla="*/ 1528191 h 5143785"/>
              <a:gd name="connsiteX20921" fmla="*/ 353759 w 3114960"/>
              <a:gd name="connsiteY20921" fmla="*/ 1514761 h 5143785"/>
              <a:gd name="connsiteX20922" fmla="*/ 340328 w 3114960"/>
              <a:gd name="connsiteY20922" fmla="*/ 1501331 h 5143785"/>
              <a:gd name="connsiteX20923" fmla="*/ 335756 w 3114960"/>
              <a:gd name="connsiteY20923" fmla="*/ 1502188 h 5143785"/>
              <a:gd name="connsiteX20924" fmla="*/ 335947 w 3114960"/>
              <a:gd name="connsiteY20924" fmla="*/ 1501997 h 5143785"/>
              <a:gd name="connsiteX20925" fmla="*/ 311658 w 3114960"/>
              <a:gd name="connsiteY20925" fmla="*/ 1475232 h 5143785"/>
              <a:gd name="connsiteX20926" fmla="*/ 223647 w 3114960"/>
              <a:gd name="connsiteY20926" fmla="*/ 1475232 h 5143785"/>
              <a:gd name="connsiteX20927" fmla="*/ 80486 w 3114960"/>
              <a:gd name="connsiteY20927" fmla="*/ 1493044 h 5143785"/>
              <a:gd name="connsiteX20928" fmla="*/ 78486 w 3114960"/>
              <a:gd name="connsiteY20928" fmla="*/ 1493044 h 5143785"/>
              <a:gd name="connsiteX20929" fmla="*/ 78867 w 3114960"/>
              <a:gd name="connsiteY20929" fmla="*/ 1482566 h 5143785"/>
              <a:gd name="connsiteX20930" fmla="*/ 80486 w 3114960"/>
              <a:gd name="connsiteY20930" fmla="*/ 1482566 h 5143785"/>
              <a:gd name="connsiteX20931" fmla="*/ 80486 w 3114960"/>
              <a:gd name="connsiteY20931" fmla="*/ 1493044 h 5143785"/>
              <a:gd name="connsiteX20932" fmla="*/ 93345 w 3114960"/>
              <a:gd name="connsiteY20932" fmla="*/ 1493234 h 5143785"/>
              <a:gd name="connsiteX20933" fmla="*/ 88678 w 3114960"/>
              <a:gd name="connsiteY20933" fmla="*/ 1493234 h 5143785"/>
              <a:gd name="connsiteX20934" fmla="*/ 88678 w 3114960"/>
              <a:gd name="connsiteY20934" fmla="*/ 1482757 h 5143785"/>
              <a:gd name="connsiteX20935" fmla="*/ 93345 w 3114960"/>
              <a:gd name="connsiteY20935" fmla="*/ 1482757 h 5143785"/>
              <a:gd name="connsiteX20936" fmla="*/ 93345 w 3114960"/>
              <a:gd name="connsiteY20936" fmla="*/ 1493234 h 5143785"/>
              <a:gd name="connsiteX20937" fmla="*/ 103061 w 3114960"/>
              <a:gd name="connsiteY20937" fmla="*/ 1493044 h 5143785"/>
              <a:gd name="connsiteX20938" fmla="*/ 102680 w 3114960"/>
              <a:gd name="connsiteY20938" fmla="*/ 1493425 h 5143785"/>
              <a:gd name="connsiteX20939" fmla="*/ 101822 w 3114960"/>
              <a:gd name="connsiteY20939" fmla="*/ 1493425 h 5143785"/>
              <a:gd name="connsiteX20940" fmla="*/ 101822 w 3114960"/>
              <a:gd name="connsiteY20940" fmla="*/ 1483043 h 5143785"/>
              <a:gd name="connsiteX20941" fmla="*/ 102965 w 3114960"/>
              <a:gd name="connsiteY20941" fmla="*/ 1483043 h 5143785"/>
              <a:gd name="connsiteX20942" fmla="*/ 102965 w 3114960"/>
              <a:gd name="connsiteY20942" fmla="*/ 1493139 h 5143785"/>
              <a:gd name="connsiteX20943" fmla="*/ 340424 w 3114960"/>
              <a:gd name="connsiteY20943" fmla="*/ 1506188 h 5143785"/>
              <a:gd name="connsiteX20944" fmla="*/ 349091 w 3114960"/>
              <a:gd name="connsiteY20944" fmla="*/ 1514856 h 5143785"/>
              <a:gd name="connsiteX20945" fmla="*/ 340424 w 3114960"/>
              <a:gd name="connsiteY20945" fmla="*/ 1523524 h 5143785"/>
              <a:gd name="connsiteX20946" fmla="*/ 331756 w 3114960"/>
              <a:gd name="connsiteY20946" fmla="*/ 1514856 h 5143785"/>
              <a:gd name="connsiteX20947" fmla="*/ 340424 w 3114960"/>
              <a:gd name="connsiteY20947" fmla="*/ 1506188 h 5143785"/>
              <a:gd name="connsiteX20948" fmla="*/ 1345597 w 3114960"/>
              <a:gd name="connsiteY20948" fmla="*/ 95 h 5143785"/>
              <a:gd name="connsiteX20949" fmla="*/ 1345597 w 3114960"/>
              <a:gd name="connsiteY20949" fmla="*/ 78391 h 5143785"/>
              <a:gd name="connsiteX20950" fmla="*/ 1356551 w 3114960"/>
              <a:gd name="connsiteY20950" fmla="*/ 89726 h 5143785"/>
              <a:gd name="connsiteX20951" fmla="*/ 1356551 w 3114960"/>
              <a:gd name="connsiteY20951" fmla="*/ 169069 h 5143785"/>
              <a:gd name="connsiteX20952" fmla="*/ 1345597 w 3114960"/>
              <a:gd name="connsiteY20952" fmla="*/ 181070 h 5143785"/>
              <a:gd name="connsiteX20953" fmla="*/ 1287685 w 3114960"/>
              <a:gd name="connsiteY20953" fmla="*/ 181070 h 5143785"/>
              <a:gd name="connsiteX20954" fmla="*/ 1279112 w 3114960"/>
              <a:gd name="connsiteY20954" fmla="*/ 170688 h 5143785"/>
              <a:gd name="connsiteX20955" fmla="*/ 1229487 w 3114960"/>
              <a:gd name="connsiteY20955" fmla="*/ 170688 h 5143785"/>
              <a:gd name="connsiteX20956" fmla="*/ 1229487 w 3114960"/>
              <a:gd name="connsiteY20956" fmla="*/ 165830 h 5143785"/>
              <a:gd name="connsiteX20957" fmla="*/ 1222629 w 3114960"/>
              <a:gd name="connsiteY20957" fmla="*/ 158972 h 5143785"/>
              <a:gd name="connsiteX20958" fmla="*/ 1208246 w 3114960"/>
              <a:gd name="connsiteY20958" fmla="*/ 158972 h 5143785"/>
              <a:gd name="connsiteX20959" fmla="*/ 1201388 w 3114960"/>
              <a:gd name="connsiteY20959" fmla="*/ 165830 h 5143785"/>
              <a:gd name="connsiteX20960" fmla="*/ 1201388 w 3114960"/>
              <a:gd name="connsiteY20960" fmla="*/ 180213 h 5143785"/>
              <a:gd name="connsiteX20961" fmla="*/ 1208246 w 3114960"/>
              <a:gd name="connsiteY20961" fmla="*/ 187071 h 5143785"/>
              <a:gd name="connsiteX20962" fmla="*/ 1211866 w 3114960"/>
              <a:gd name="connsiteY20962" fmla="*/ 187071 h 5143785"/>
              <a:gd name="connsiteX20963" fmla="*/ 1211866 w 3114960"/>
              <a:gd name="connsiteY20963" fmla="*/ 191072 h 5143785"/>
              <a:gd name="connsiteX20964" fmla="*/ 1219010 w 3114960"/>
              <a:gd name="connsiteY20964" fmla="*/ 191072 h 5143785"/>
              <a:gd name="connsiteX20965" fmla="*/ 1219010 w 3114960"/>
              <a:gd name="connsiteY20965" fmla="*/ 187071 h 5143785"/>
              <a:gd name="connsiteX20966" fmla="*/ 1222724 w 3114960"/>
              <a:gd name="connsiteY20966" fmla="*/ 187071 h 5143785"/>
              <a:gd name="connsiteX20967" fmla="*/ 1229582 w 3114960"/>
              <a:gd name="connsiteY20967" fmla="*/ 180213 h 5143785"/>
              <a:gd name="connsiteX20968" fmla="*/ 1229582 w 3114960"/>
              <a:gd name="connsiteY20968" fmla="*/ 175355 h 5143785"/>
              <a:gd name="connsiteX20969" fmla="*/ 1277017 w 3114960"/>
              <a:gd name="connsiteY20969" fmla="*/ 175355 h 5143785"/>
              <a:gd name="connsiteX20970" fmla="*/ 1285589 w 3114960"/>
              <a:gd name="connsiteY20970" fmla="*/ 185738 h 5143785"/>
              <a:gd name="connsiteX20971" fmla="*/ 1346168 w 3114960"/>
              <a:gd name="connsiteY20971" fmla="*/ 185738 h 5143785"/>
              <a:gd name="connsiteX20972" fmla="*/ 1359122 w 3114960"/>
              <a:gd name="connsiteY20972" fmla="*/ 195644 h 5143785"/>
              <a:gd name="connsiteX20973" fmla="*/ 1372553 w 3114960"/>
              <a:gd name="connsiteY20973" fmla="*/ 182213 h 5143785"/>
              <a:gd name="connsiteX20974" fmla="*/ 1361503 w 3114960"/>
              <a:gd name="connsiteY20974" fmla="*/ 168974 h 5143785"/>
              <a:gd name="connsiteX20975" fmla="*/ 1361503 w 3114960"/>
              <a:gd name="connsiteY20975" fmla="*/ 87630 h 5143785"/>
              <a:gd name="connsiteX20976" fmla="*/ 1350550 w 3114960"/>
              <a:gd name="connsiteY20976" fmla="*/ 76295 h 5143785"/>
              <a:gd name="connsiteX20977" fmla="*/ 1350550 w 3114960"/>
              <a:gd name="connsiteY20977" fmla="*/ 95 h 5143785"/>
              <a:gd name="connsiteX20978" fmla="*/ 1345787 w 3114960"/>
              <a:gd name="connsiteY20978" fmla="*/ 95 h 5143785"/>
              <a:gd name="connsiteX20979" fmla="*/ 1224725 w 3114960"/>
              <a:gd name="connsiteY20979" fmla="*/ 180404 h 5143785"/>
              <a:gd name="connsiteX20980" fmla="*/ 1222629 w 3114960"/>
              <a:gd name="connsiteY20980" fmla="*/ 182499 h 5143785"/>
              <a:gd name="connsiteX20981" fmla="*/ 1208246 w 3114960"/>
              <a:gd name="connsiteY20981" fmla="*/ 182499 h 5143785"/>
              <a:gd name="connsiteX20982" fmla="*/ 1206151 w 3114960"/>
              <a:gd name="connsiteY20982" fmla="*/ 180404 h 5143785"/>
              <a:gd name="connsiteX20983" fmla="*/ 1206151 w 3114960"/>
              <a:gd name="connsiteY20983" fmla="*/ 166021 h 5143785"/>
              <a:gd name="connsiteX20984" fmla="*/ 1208246 w 3114960"/>
              <a:gd name="connsiteY20984" fmla="*/ 163925 h 5143785"/>
              <a:gd name="connsiteX20985" fmla="*/ 1222629 w 3114960"/>
              <a:gd name="connsiteY20985" fmla="*/ 163925 h 5143785"/>
              <a:gd name="connsiteX20986" fmla="*/ 1224725 w 3114960"/>
              <a:gd name="connsiteY20986" fmla="*/ 166021 h 5143785"/>
              <a:gd name="connsiteX20987" fmla="*/ 1224725 w 3114960"/>
              <a:gd name="connsiteY20987" fmla="*/ 180404 h 5143785"/>
              <a:gd name="connsiteX20988" fmla="*/ 1367600 w 3114960"/>
              <a:gd name="connsiteY20988" fmla="*/ 182308 h 5143785"/>
              <a:gd name="connsiteX20989" fmla="*/ 1358932 w 3114960"/>
              <a:gd name="connsiteY20989" fmla="*/ 190976 h 5143785"/>
              <a:gd name="connsiteX20990" fmla="*/ 1350264 w 3114960"/>
              <a:gd name="connsiteY20990" fmla="*/ 182308 h 5143785"/>
              <a:gd name="connsiteX20991" fmla="*/ 1358932 w 3114960"/>
              <a:gd name="connsiteY20991" fmla="*/ 173641 h 5143785"/>
              <a:gd name="connsiteX20992" fmla="*/ 1367600 w 3114960"/>
              <a:gd name="connsiteY20992" fmla="*/ 182308 h 5143785"/>
              <a:gd name="connsiteX20993" fmla="*/ 1149668 w 3114960"/>
              <a:gd name="connsiteY20993" fmla="*/ 200978 h 5143785"/>
              <a:gd name="connsiteX20994" fmla="*/ 1142524 w 3114960"/>
              <a:gd name="connsiteY20994" fmla="*/ 200978 h 5143785"/>
              <a:gd name="connsiteX20995" fmla="*/ 1142524 w 3114960"/>
              <a:gd name="connsiteY20995" fmla="*/ 190691 h 5143785"/>
              <a:gd name="connsiteX20996" fmla="*/ 1149668 w 3114960"/>
              <a:gd name="connsiteY20996" fmla="*/ 190691 h 5143785"/>
              <a:gd name="connsiteX20997" fmla="*/ 1149668 w 3114960"/>
              <a:gd name="connsiteY20997" fmla="*/ 200978 h 5143785"/>
              <a:gd name="connsiteX20998" fmla="*/ 1400080 w 3114960"/>
              <a:gd name="connsiteY20998" fmla="*/ 95 h 5143785"/>
              <a:gd name="connsiteX20999" fmla="*/ 1404842 w 3114960"/>
              <a:gd name="connsiteY20999" fmla="*/ 95 h 5143785"/>
              <a:gd name="connsiteX21000" fmla="*/ 1404842 w 3114960"/>
              <a:gd name="connsiteY21000" fmla="*/ 40481 h 5143785"/>
              <a:gd name="connsiteX21001" fmla="*/ 1393889 w 3114960"/>
              <a:gd name="connsiteY21001" fmla="*/ 51816 h 5143785"/>
              <a:gd name="connsiteX21002" fmla="*/ 1393889 w 3114960"/>
              <a:gd name="connsiteY21002" fmla="*/ 128969 h 5143785"/>
              <a:gd name="connsiteX21003" fmla="*/ 1402556 w 3114960"/>
              <a:gd name="connsiteY21003" fmla="*/ 139541 h 5143785"/>
              <a:gd name="connsiteX21004" fmla="*/ 1391507 w 3114960"/>
              <a:gd name="connsiteY21004" fmla="*/ 150590 h 5143785"/>
              <a:gd name="connsiteX21005" fmla="*/ 1380458 w 3114960"/>
              <a:gd name="connsiteY21005" fmla="*/ 139541 h 5143785"/>
              <a:gd name="connsiteX21006" fmla="*/ 1389126 w 3114960"/>
              <a:gd name="connsiteY21006" fmla="*/ 128969 h 5143785"/>
              <a:gd name="connsiteX21007" fmla="*/ 1389126 w 3114960"/>
              <a:gd name="connsiteY21007" fmla="*/ 49816 h 5143785"/>
              <a:gd name="connsiteX21008" fmla="*/ 1400080 w 3114960"/>
              <a:gd name="connsiteY21008" fmla="*/ 38481 h 5143785"/>
              <a:gd name="connsiteX21009" fmla="*/ 1400080 w 3114960"/>
              <a:gd name="connsiteY21009" fmla="*/ 95 h 5143785"/>
              <a:gd name="connsiteX21010" fmla="*/ 1323213 w 3114960"/>
              <a:gd name="connsiteY21010" fmla="*/ 33338 h 5143785"/>
              <a:gd name="connsiteX21011" fmla="*/ 1323213 w 3114960"/>
              <a:gd name="connsiteY21011" fmla="*/ 95 h 5143785"/>
              <a:gd name="connsiteX21012" fmla="*/ 1318451 w 3114960"/>
              <a:gd name="connsiteY21012" fmla="*/ 95 h 5143785"/>
              <a:gd name="connsiteX21013" fmla="*/ 1318451 w 3114960"/>
              <a:gd name="connsiteY21013" fmla="*/ 31337 h 5143785"/>
              <a:gd name="connsiteX21014" fmla="*/ 1307402 w 3114960"/>
              <a:gd name="connsiteY21014" fmla="*/ 42672 h 5143785"/>
              <a:gd name="connsiteX21015" fmla="*/ 1307402 w 3114960"/>
              <a:gd name="connsiteY21015" fmla="*/ 126873 h 5143785"/>
              <a:gd name="connsiteX21016" fmla="*/ 1296353 w 3114960"/>
              <a:gd name="connsiteY21016" fmla="*/ 140113 h 5143785"/>
              <a:gd name="connsiteX21017" fmla="*/ 1309783 w 3114960"/>
              <a:gd name="connsiteY21017" fmla="*/ 153543 h 5143785"/>
              <a:gd name="connsiteX21018" fmla="*/ 1323213 w 3114960"/>
              <a:gd name="connsiteY21018" fmla="*/ 140113 h 5143785"/>
              <a:gd name="connsiteX21019" fmla="*/ 1312164 w 3114960"/>
              <a:gd name="connsiteY21019" fmla="*/ 126873 h 5143785"/>
              <a:gd name="connsiteX21020" fmla="*/ 1312164 w 3114960"/>
              <a:gd name="connsiteY21020" fmla="*/ 44577 h 5143785"/>
              <a:gd name="connsiteX21021" fmla="*/ 1323118 w 3114960"/>
              <a:gd name="connsiteY21021" fmla="*/ 33242 h 5143785"/>
              <a:gd name="connsiteX21022" fmla="*/ 1318641 w 3114960"/>
              <a:gd name="connsiteY21022" fmla="*/ 140113 h 5143785"/>
              <a:gd name="connsiteX21023" fmla="*/ 1309973 w 3114960"/>
              <a:gd name="connsiteY21023" fmla="*/ 148781 h 5143785"/>
              <a:gd name="connsiteX21024" fmla="*/ 1301306 w 3114960"/>
              <a:gd name="connsiteY21024" fmla="*/ 140113 h 5143785"/>
              <a:gd name="connsiteX21025" fmla="*/ 1309973 w 3114960"/>
              <a:gd name="connsiteY21025" fmla="*/ 131445 h 5143785"/>
              <a:gd name="connsiteX21026" fmla="*/ 1318641 w 3114960"/>
              <a:gd name="connsiteY21026" fmla="*/ 140113 h 5143785"/>
              <a:gd name="connsiteX21027" fmla="*/ 1221296 w 3114960"/>
              <a:gd name="connsiteY21027" fmla="*/ 169736 h 5143785"/>
              <a:gd name="connsiteX21028" fmla="*/ 1221296 w 3114960"/>
              <a:gd name="connsiteY21028" fmla="*/ 176498 h 5143785"/>
              <a:gd name="connsiteX21029" fmla="*/ 1218819 w 3114960"/>
              <a:gd name="connsiteY21029" fmla="*/ 178975 h 5143785"/>
              <a:gd name="connsiteX21030" fmla="*/ 1212056 w 3114960"/>
              <a:gd name="connsiteY21030" fmla="*/ 178975 h 5143785"/>
              <a:gd name="connsiteX21031" fmla="*/ 1209580 w 3114960"/>
              <a:gd name="connsiteY21031" fmla="*/ 176498 h 5143785"/>
              <a:gd name="connsiteX21032" fmla="*/ 1209580 w 3114960"/>
              <a:gd name="connsiteY21032" fmla="*/ 169736 h 5143785"/>
              <a:gd name="connsiteX21033" fmla="*/ 1212056 w 3114960"/>
              <a:gd name="connsiteY21033" fmla="*/ 167259 h 5143785"/>
              <a:gd name="connsiteX21034" fmla="*/ 1218819 w 3114960"/>
              <a:gd name="connsiteY21034" fmla="*/ 167259 h 5143785"/>
              <a:gd name="connsiteX21035" fmla="*/ 1221296 w 3114960"/>
              <a:gd name="connsiteY21035" fmla="*/ 169736 h 5143785"/>
              <a:gd name="connsiteX21036" fmla="*/ 64770 w 3114960"/>
              <a:gd name="connsiteY21036" fmla="*/ 1712786 h 5143785"/>
              <a:gd name="connsiteX21037" fmla="*/ 64770 w 3114960"/>
              <a:gd name="connsiteY21037" fmla="*/ 1715453 h 5143785"/>
              <a:gd name="connsiteX21038" fmla="*/ 69914 w 3114960"/>
              <a:gd name="connsiteY21038" fmla="*/ 1720596 h 5143785"/>
              <a:gd name="connsiteX21039" fmla="*/ 80010 w 3114960"/>
              <a:gd name="connsiteY21039" fmla="*/ 1720596 h 5143785"/>
              <a:gd name="connsiteX21040" fmla="*/ 85154 w 3114960"/>
              <a:gd name="connsiteY21040" fmla="*/ 1715453 h 5143785"/>
              <a:gd name="connsiteX21041" fmla="*/ 85154 w 3114960"/>
              <a:gd name="connsiteY21041" fmla="*/ 1696307 h 5143785"/>
              <a:gd name="connsiteX21042" fmla="*/ 149924 w 3114960"/>
              <a:gd name="connsiteY21042" fmla="*/ 1696307 h 5143785"/>
              <a:gd name="connsiteX21043" fmla="*/ 166973 w 3114960"/>
              <a:gd name="connsiteY21043" fmla="*/ 1713262 h 5143785"/>
              <a:gd name="connsiteX21044" fmla="*/ 258318 w 3114960"/>
              <a:gd name="connsiteY21044" fmla="*/ 1713262 h 5143785"/>
              <a:gd name="connsiteX21045" fmla="*/ 295656 w 3114960"/>
              <a:gd name="connsiteY21045" fmla="*/ 1673257 h 5143785"/>
              <a:gd name="connsiteX21046" fmla="*/ 327279 w 3114960"/>
              <a:gd name="connsiteY21046" fmla="*/ 1672971 h 5143785"/>
              <a:gd name="connsiteX21047" fmla="*/ 340519 w 3114960"/>
              <a:gd name="connsiteY21047" fmla="*/ 1684020 h 5143785"/>
              <a:gd name="connsiteX21048" fmla="*/ 353949 w 3114960"/>
              <a:gd name="connsiteY21048" fmla="*/ 1670590 h 5143785"/>
              <a:gd name="connsiteX21049" fmla="*/ 340519 w 3114960"/>
              <a:gd name="connsiteY21049" fmla="*/ 1657160 h 5143785"/>
              <a:gd name="connsiteX21050" fmla="*/ 327279 w 3114960"/>
              <a:gd name="connsiteY21050" fmla="*/ 1668209 h 5143785"/>
              <a:gd name="connsiteX21051" fmla="*/ 293561 w 3114960"/>
              <a:gd name="connsiteY21051" fmla="*/ 1668494 h 5143785"/>
              <a:gd name="connsiteX21052" fmla="*/ 256223 w 3114960"/>
              <a:gd name="connsiteY21052" fmla="*/ 1708499 h 5143785"/>
              <a:gd name="connsiteX21053" fmla="*/ 168974 w 3114960"/>
              <a:gd name="connsiteY21053" fmla="*/ 1708499 h 5143785"/>
              <a:gd name="connsiteX21054" fmla="*/ 151924 w 3114960"/>
              <a:gd name="connsiteY21054" fmla="*/ 1691545 h 5143785"/>
              <a:gd name="connsiteX21055" fmla="*/ 85154 w 3114960"/>
              <a:gd name="connsiteY21055" fmla="*/ 1691545 h 5143785"/>
              <a:gd name="connsiteX21056" fmla="*/ 80105 w 3114960"/>
              <a:gd name="connsiteY21056" fmla="*/ 1686592 h 5143785"/>
              <a:gd name="connsiteX21057" fmla="*/ 70009 w 3114960"/>
              <a:gd name="connsiteY21057" fmla="*/ 1686592 h 5143785"/>
              <a:gd name="connsiteX21058" fmla="*/ 64865 w 3114960"/>
              <a:gd name="connsiteY21058" fmla="*/ 1691735 h 5143785"/>
              <a:gd name="connsiteX21059" fmla="*/ 64865 w 3114960"/>
              <a:gd name="connsiteY21059" fmla="*/ 1708023 h 5143785"/>
              <a:gd name="connsiteX21060" fmla="*/ 95 w 3114960"/>
              <a:gd name="connsiteY21060" fmla="*/ 1708023 h 5143785"/>
              <a:gd name="connsiteX21061" fmla="*/ 95 w 3114960"/>
              <a:gd name="connsiteY21061" fmla="*/ 1712786 h 5143785"/>
              <a:gd name="connsiteX21062" fmla="*/ 64770 w 3114960"/>
              <a:gd name="connsiteY21062" fmla="*/ 1712786 h 5143785"/>
              <a:gd name="connsiteX21063" fmla="*/ 340424 w 3114960"/>
              <a:gd name="connsiteY21063" fmla="*/ 1662017 h 5143785"/>
              <a:gd name="connsiteX21064" fmla="*/ 349091 w 3114960"/>
              <a:gd name="connsiteY21064" fmla="*/ 1670685 h 5143785"/>
              <a:gd name="connsiteX21065" fmla="*/ 340424 w 3114960"/>
              <a:gd name="connsiteY21065" fmla="*/ 1679353 h 5143785"/>
              <a:gd name="connsiteX21066" fmla="*/ 331756 w 3114960"/>
              <a:gd name="connsiteY21066" fmla="*/ 1670685 h 5143785"/>
              <a:gd name="connsiteX21067" fmla="*/ 340424 w 3114960"/>
              <a:gd name="connsiteY21067" fmla="*/ 1662017 h 5143785"/>
              <a:gd name="connsiteX21068" fmla="*/ 69914 w 3114960"/>
              <a:gd name="connsiteY21068" fmla="*/ 1691354 h 5143785"/>
              <a:gd name="connsiteX21069" fmla="*/ 80010 w 3114960"/>
              <a:gd name="connsiteY21069" fmla="*/ 1691354 h 5143785"/>
              <a:gd name="connsiteX21070" fmla="*/ 80391 w 3114960"/>
              <a:gd name="connsiteY21070" fmla="*/ 1691735 h 5143785"/>
              <a:gd name="connsiteX21071" fmla="*/ 80391 w 3114960"/>
              <a:gd name="connsiteY21071" fmla="*/ 1692593 h 5143785"/>
              <a:gd name="connsiteX21072" fmla="*/ 70009 w 3114960"/>
              <a:gd name="connsiteY21072" fmla="*/ 1692593 h 5143785"/>
              <a:gd name="connsiteX21073" fmla="*/ 70009 w 3114960"/>
              <a:gd name="connsiteY21073" fmla="*/ 1691450 h 5143785"/>
              <a:gd name="connsiteX21074" fmla="*/ 69818 w 3114960"/>
              <a:gd name="connsiteY21074" fmla="*/ 1701070 h 5143785"/>
              <a:gd name="connsiteX21075" fmla="*/ 80201 w 3114960"/>
              <a:gd name="connsiteY21075" fmla="*/ 1701070 h 5143785"/>
              <a:gd name="connsiteX21076" fmla="*/ 80201 w 3114960"/>
              <a:gd name="connsiteY21076" fmla="*/ 1705737 h 5143785"/>
              <a:gd name="connsiteX21077" fmla="*/ 69723 w 3114960"/>
              <a:gd name="connsiteY21077" fmla="*/ 1705737 h 5143785"/>
              <a:gd name="connsiteX21078" fmla="*/ 69723 w 3114960"/>
              <a:gd name="connsiteY21078" fmla="*/ 1701070 h 5143785"/>
              <a:gd name="connsiteX21079" fmla="*/ 69628 w 3114960"/>
              <a:gd name="connsiteY21079" fmla="*/ 1713833 h 5143785"/>
              <a:gd name="connsiteX21080" fmla="*/ 80010 w 3114960"/>
              <a:gd name="connsiteY21080" fmla="*/ 1713833 h 5143785"/>
              <a:gd name="connsiteX21081" fmla="*/ 80010 w 3114960"/>
              <a:gd name="connsiteY21081" fmla="*/ 1715834 h 5143785"/>
              <a:gd name="connsiteX21082" fmla="*/ 69533 w 3114960"/>
              <a:gd name="connsiteY21082" fmla="*/ 1715453 h 5143785"/>
              <a:gd name="connsiteX21083" fmla="*/ 69533 w 3114960"/>
              <a:gd name="connsiteY21083" fmla="*/ 1713833 h 5143785"/>
              <a:gd name="connsiteX21084" fmla="*/ 852964 w 3114960"/>
              <a:gd name="connsiteY21084" fmla="*/ 4541425 h 5143785"/>
              <a:gd name="connsiteX21085" fmla="*/ 846487 w 3114960"/>
              <a:gd name="connsiteY21085" fmla="*/ 4534186 h 5143785"/>
              <a:gd name="connsiteX21086" fmla="*/ 836867 w 3114960"/>
              <a:gd name="connsiteY21086" fmla="*/ 4533614 h 5143785"/>
              <a:gd name="connsiteX21087" fmla="*/ 829151 w 3114960"/>
              <a:gd name="connsiteY21087" fmla="*/ 4549712 h 5143785"/>
              <a:gd name="connsiteX21088" fmla="*/ 841058 w 3114960"/>
              <a:gd name="connsiteY21088" fmla="*/ 4558189 h 5143785"/>
              <a:gd name="connsiteX21089" fmla="*/ 845249 w 3114960"/>
              <a:gd name="connsiteY21089" fmla="*/ 4557522 h 5143785"/>
              <a:gd name="connsiteX21090" fmla="*/ 846296 w 3114960"/>
              <a:gd name="connsiteY21090" fmla="*/ 4557046 h 5143785"/>
              <a:gd name="connsiteX21091" fmla="*/ 937832 w 3114960"/>
              <a:gd name="connsiteY21091" fmla="*/ 4663345 h 5143785"/>
              <a:gd name="connsiteX21092" fmla="*/ 937832 w 3114960"/>
              <a:gd name="connsiteY21092" fmla="*/ 4714589 h 5143785"/>
              <a:gd name="connsiteX21093" fmla="*/ 933069 w 3114960"/>
              <a:gd name="connsiteY21093" fmla="*/ 4714589 h 5143785"/>
              <a:gd name="connsiteX21094" fmla="*/ 928021 w 3114960"/>
              <a:gd name="connsiteY21094" fmla="*/ 4719638 h 5143785"/>
              <a:gd name="connsiteX21095" fmla="*/ 928021 w 3114960"/>
              <a:gd name="connsiteY21095" fmla="*/ 4732496 h 5143785"/>
              <a:gd name="connsiteX21096" fmla="*/ 933069 w 3114960"/>
              <a:gd name="connsiteY21096" fmla="*/ 4737545 h 5143785"/>
              <a:gd name="connsiteX21097" fmla="*/ 937832 w 3114960"/>
              <a:gd name="connsiteY21097" fmla="*/ 4737545 h 5143785"/>
              <a:gd name="connsiteX21098" fmla="*/ 937546 w 3114960"/>
              <a:gd name="connsiteY21098" fmla="*/ 4816317 h 5143785"/>
              <a:gd name="connsiteX21099" fmla="*/ 970407 w 3114960"/>
              <a:gd name="connsiteY21099" fmla="*/ 4855179 h 5143785"/>
              <a:gd name="connsiteX21100" fmla="*/ 970217 w 3114960"/>
              <a:gd name="connsiteY21100" fmla="*/ 4856226 h 5143785"/>
              <a:gd name="connsiteX21101" fmla="*/ 970217 w 3114960"/>
              <a:gd name="connsiteY21101" fmla="*/ 4869180 h 5143785"/>
              <a:gd name="connsiteX21102" fmla="*/ 975265 w 3114960"/>
              <a:gd name="connsiteY21102" fmla="*/ 4874229 h 5143785"/>
              <a:gd name="connsiteX21103" fmla="*/ 988219 w 3114960"/>
              <a:gd name="connsiteY21103" fmla="*/ 4874229 h 5143785"/>
              <a:gd name="connsiteX21104" fmla="*/ 993267 w 3114960"/>
              <a:gd name="connsiteY21104" fmla="*/ 4869180 h 5143785"/>
              <a:gd name="connsiteX21105" fmla="*/ 993267 w 3114960"/>
              <a:gd name="connsiteY21105" fmla="*/ 4856226 h 5143785"/>
              <a:gd name="connsiteX21106" fmla="*/ 988219 w 3114960"/>
              <a:gd name="connsiteY21106" fmla="*/ 4851178 h 5143785"/>
              <a:gd name="connsiteX21107" fmla="*/ 975265 w 3114960"/>
              <a:gd name="connsiteY21107" fmla="*/ 4851178 h 5143785"/>
              <a:gd name="connsiteX21108" fmla="*/ 973550 w 3114960"/>
              <a:gd name="connsiteY21108" fmla="*/ 4851559 h 5143785"/>
              <a:gd name="connsiteX21109" fmla="*/ 942308 w 3114960"/>
              <a:gd name="connsiteY21109" fmla="*/ 4814602 h 5143785"/>
              <a:gd name="connsiteX21110" fmla="*/ 942594 w 3114960"/>
              <a:gd name="connsiteY21110" fmla="*/ 4737545 h 5143785"/>
              <a:gd name="connsiteX21111" fmla="*/ 946023 w 3114960"/>
              <a:gd name="connsiteY21111" fmla="*/ 4737545 h 5143785"/>
              <a:gd name="connsiteX21112" fmla="*/ 951071 w 3114960"/>
              <a:gd name="connsiteY21112" fmla="*/ 4732496 h 5143785"/>
              <a:gd name="connsiteX21113" fmla="*/ 951071 w 3114960"/>
              <a:gd name="connsiteY21113" fmla="*/ 4719638 h 5143785"/>
              <a:gd name="connsiteX21114" fmla="*/ 946023 w 3114960"/>
              <a:gd name="connsiteY21114" fmla="*/ 4714589 h 5143785"/>
              <a:gd name="connsiteX21115" fmla="*/ 942594 w 3114960"/>
              <a:gd name="connsiteY21115" fmla="*/ 4714589 h 5143785"/>
              <a:gd name="connsiteX21116" fmla="*/ 942594 w 3114960"/>
              <a:gd name="connsiteY21116" fmla="*/ 4661535 h 5143785"/>
              <a:gd name="connsiteX21117" fmla="*/ 850106 w 3114960"/>
              <a:gd name="connsiteY21117" fmla="*/ 4554188 h 5143785"/>
              <a:gd name="connsiteX21118" fmla="*/ 852869 w 3114960"/>
              <a:gd name="connsiteY21118" fmla="*/ 4541330 h 5143785"/>
              <a:gd name="connsiteX21119" fmla="*/ 975360 w 3114960"/>
              <a:gd name="connsiteY21119" fmla="*/ 4856036 h 5143785"/>
              <a:gd name="connsiteX21120" fmla="*/ 988600 w 3114960"/>
              <a:gd name="connsiteY21120" fmla="*/ 4856321 h 5143785"/>
              <a:gd name="connsiteX21121" fmla="*/ 988600 w 3114960"/>
              <a:gd name="connsiteY21121" fmla="*/ 4869276 h 5143785"/>
              <a:gd name="connsiteX21122" fmla="*/ 988314 w 3114960"/>
              <a:gd name="connsiteY21122" fmla="*/ 4869561 h 5143785"/>
              <a:gd name="connsiteX21123" fmla="*/ 975074 w 3114960"/>
              <a:gd name="connsiteY21123" fmla="*/ 4869276 h 5143785"/>
              <a:gd name="connsiteX21124" fmla="*/ 975360 w 3114960"/>
              <a:gd name="connsiteY21124" fmla="*/ 4856036 h 5143785"/>
              <a:gd name="connsiteX21125" fmla="*/ 946404 w 3114960"/>
              <a:gd name="connsiteY21125" fmla="*/ 4719638 h 5143785"/>
              <a:gd name="connsiteX21126" fmla="*/ 946404 w 3114960"/>
              <a:gd name="connsiteY21126" fmla="*/ 4732496 h 5143785"/>
              <a:gd name="connsiteX21127" fmla="*/ 946118 w 3114960"/>
              <a:gd name="connsiteY21127" fmla="*/ 4732782 h 5143785"/>
              <a:gd name="connsiteX21128" fmla="*/ 932879 w 3114960"/>
              <a:gd name="connsiteY21128" fmla="*/ 4732496 h 5143785"/>
              <a:gd name="connsiteX21129" fmla="*/ 933164 w 3114960"/>
              <a:gd name="connsiteY21129" fmla="*/ 4719257 h 5143785"/>
              <a:gd name="connsiteX21130" fmla="*/ 946404 w 3114960"/>
              <a:gd name="connsiteY21130" fmla="*/ 4719543 h 5143785"/>
              <a:gd name="connsiteX21131" fmla="*/ 843629 w 3114960"/>
              <a:gd name="connsiteY21131" fmla="*/ 4552950 h 5143785"/>
              <a:gd name="connsiteX21132" fmla="*/ 833628 w 3114960"/>
              <a:gd name="connsiteY21132" fmla="*/ 4548093 h 5143785"/>
              <a:gd name="connsiteX21133" fmla="*/ 838486 w 3114960"/>
              <a:gd name="connsiteY21133" fmla="*/ 4538091 h 5143785"/>
              <a:gd name="connsiteX21134" fmla="*/ 841058 w 3114960"/>
              <a:gd name="connsiteY21134" fmla="*/ 4537615 h 5143785"/>
              <a:gd name="connsiteX21135" fmla="*/ 848487 w 3114960"/>
              <a:gd name="connsiteY21135" fmla="*/ 4542854 h 5143785"/>
              <a:gd name="connsiteX21136" fmla="*/ 843629 w 3114960"/>
              <a:gd name="connsiteY21136" fmla="*/ 4552855 h 5143785"/>
              <a:gd name="connsiteX21137" fmla="*/ 729234 w 3114960"/>
              <a:gd name="connsiteY21137" fmla="*/ 4541044 h 5143785"/>
              <a:gd name="connsiteX21138" fmla="*/ 722757 w 3114960"/>
              <a:gd name="connsiteY21138" fmla="*/ 4533805 h 5143785"/>
              <a:gd name="connsiteX21139" fmla="*/ 713137 w 3114960"/>
              <a:gd name="connsiteY21139" fmla="*/ 4533234 h 5143785"/>
              <a:gd name="connsiteX21140" fmla="*/ 705422 w 3114960"/>
              <a:gd name="connsiteY21140" fmla="*/ 4549331 h 5143785"/>
              <a:gd name="connsiteX21141" fmla="*/ 717328 w 3114960"/>
              <a:gd name="connsiteY21141" fmla="*/ 4557808 h 5143785"/>
              <a:gd name="connsiteX21142" fmla="*/ 721519 w 3114960"/>
              <a:gd name="connsiteY21142" fmla="*/ 4557141 h 5143785"/>
              <a:gd name="connsiteX21143" fmla="*/ 724281 w 3114960"/>
              <a:gd name="connsiteY21143" fmla="*/ 4555522 h 5143785"/>
              <a:gd name="connsiteX21144" fmla="*/ 855345 w 3114960"/>
              <a:gd name="connsiteY21144" fmla="*/ 4707541 h 5143785"/>
              <a:gd name="connsiteX21145" fmla="*/ 855345 w 3114960"/>
              <a:gd name="connsiteY21145" fmla="*/ 4794028 h 5143785"/>
              <a:gd name="connsiteX21146" fmla="*/ 850964 w 3114960"/>
              <a:gd name="connsiteY21146" fmla="*/ 4794028 h 5143785"/>
              <a:gd name="connsiteX21147" fmla="*/ 845915 w 3114960"/>
              <a:gd name="connsiteY21147" fmla="*/ 4799076 h 5143785"/>
              <a:gd name="connsiteX21148" fmla="*/ 845915 w 3114960"/>
              <a:gd name="connsiteY21148" fmla="*/ 4812030 h 5143785"/>
              <a:gd name="connsiteX21149" fmla="*/ 850964 w 3114960"/>
              <a:gd name="connsiteY21149" fmla="*/ 4817079 h 5143785"/>
              <a:gd name="connsiteX21150" fmla="*/ 863918 w 3114960"/>
              <a:gd name="connsiteY21150" fmla="*/ 4817079 h 5143785"/>
              <a:gd name="connsiteX21151" fmla="*/ 868966 w 3114960"/>
              <a:gd name="connsiteY21151" fmla="*/ 4812030 h 5143785"/>
              <a:gd name="connsiteX21152" fmla="*/ 868966 w 3114960"/>
              <a:gd name="connsiteY21152" fmla="*/ 4799076 h 5143785"/>
              <a:gd name="connsiteX21153" fmla="*/ 863918 w 3114960"/>
              <a:gd name="connsiteY21153" fmla="*/ 4794028 h 5143785"/>
              <a:gd name="connsiteX21154" fmla="*/ 860298 w 3114960"/>
              <a:gd name="connsiteY21154" fmla="*/ 4794028 h 5143785"/>
              <a:gd name="connsiteX21155" fmla="*/ 860298 w 3114960"/>
              <a:gd name="connsiteY21155" fmla="*/ 4705731 h 5143785"/>
              <a:gd name="connsiteX21156" fmla="*/ 727710 w 3114960"/>
              <a:gd name="connsiteY21156" fmla="*/ 4552093 h 5143785"/>
              <a:gd name="connsiteX21157" fmla="*/ 728758 w 3114960"/>
              <a:gd name="connsiteY21157" fmla="*/ 4550664 h 5143785"/>
              <a:gd name="connsiteX21158" fmla="*/ 729329 w 3114960"/>
              <a:gd name="connsiteY21158" fmla="*/ 4541044 h 5143785"/>
              <a:gd name="connsiteX21159" fmla="*/ 719900 w 3114960"/>
              <a:gd name="connsiteY21159" fmla="*/ 4552569 h 5143785"/>
              <a:gd name="connsiteX21160" fmla="*/ 713899 w 3114960"/>
              <a:gd name="connsiteY21160" fmla="*/ 4552188 h 5143785"/>
              <a:gd name="connsiteX21161" fmla="*/ 709898 w 3114960"/>
              <a:gd name="connsiteY21161" fmla="*/ 4547712 h 5143785"/>
              <a:gd name="connsiteX21162" fmla="*/ 714756 w 3114960"/>
              <a:gd name="connsiteY21162" fmla="*/ 4537710 h 5143785"/>
              <a:gd name="connsiteX21163" fmla="*/ 717328 w 3114960"/>
              <a:gd name="connsiteY21163" fmla="*/ 4537234 h 5143785"/>
              <a:gd name="connsiteX21164" fmla="*/ 720757 w 3114960"/>
              <a:gd name="connsiteY21164" fmla="*/ 4537996 h 5143785"/>
              <a:gd name="connsiteX21165" fmla="*/ 724757 w 3114960"/>
              <a:gd name="connsiteY21165" fmla="*/ 4542473 h 5143785"/>
              <a:gd name="connsiteX21166" fmla="*/ 719900 w 3114960"/>
              <a:gd name="connsiteY21166" fmla="*/ 4552474 h 5143785"/>
              <a:gd name="connsiteX21167" fmla="*/ 864108 w 3114960"/>
              <a:gd name="connsiteY21167" fmla="*/ 4799076 h 5143785"/>
              <a:gd name="connsiteX21168" fmla="*/ 864108 w 3114960"/>
              <a:gd name="connsiteY21168" fmla="*/ 4812030 h 5143785"/>
              <a:gd name="connsiteX21169" fmla="*/ 863822 w 3114960"/>
              <a:gd name="connsiteY21169" fmla="*/ 4812316 h 5143785"/>
              <a:gd name="connsiteX21170" fmla="*/ 850583 w 3114960"/>
              <a:gd name="connsiteY21170" fmla="*/ 4812030 h 5143785"/>
              <a:gd name="connsiteX21171" fmla="*/ 850868 w 3114960"/>
              <a:gd name="connsiteY21171" fmla="*/ 4798790 h 5143785"/>
              <a:gd name="connsiteX21172" fmla="*/ 864108 w 3114960"/>
              <a:gd name="connsiteY21172" fmla="*/ 4799076 h 5143785"/>
              <a:gd name="connsiteX21173" fmla="*/ 559975 w 3114960"/>
              <a:gd name="connsiteY21173" fmla="*/ 4438650 h 5143785"/>
              <a:gd name="connsiteX21174" fmla="*/ 566738 w 3114960"/>
              <a:gd name="connsiteY21174" fmla="*/ 4432745 h 5143785"/>
              <a:gd name="connsiteX21175" fmla="*/ 571500 w 3114960"/>
              <a:gd name="connsiteY21175" fmla="*/ 4438079 h 5143785"/>
              <a:gd name="connsiteX21176" fmla="*/ 564737 w 3114960"/>
              <a:gd name="connsiteY21176" fmla="*/ 4443984 h 5143785"/>
              <a:gd name="connsiteX21177" fmla="*/ 559975 w 3114960"/>
              <a:gd name="connsiteY21177" fmla="*/ 4438650 h 5143785"/>
              <a:gd name="connsiteX21178" fmla="*/ 1241298 w 3114960"/>
              <a:gd name="connsiteY21178" fmla="*/ 34100 h 5143785"/>
              <a:gd name="connsiteX21179" fmla="*/ 1252252 w 3114960"/>
              <a:gd name="connsiteY21179" fmla="*/ 45434 h 5143785"/>
              <a:gd name="connsiteX21180" fmla="*/ 1252252 w 3114960"/>
              <a:gd name="connsiteY21180" fmla="*/ 127826 h 5143785"/>
              <a:gd name="connsiteX21181" fmla="*/ 1241774 w 3114960"/>
              <a:gd name="connsiteY21181" fmla="*/ 140208 h 5143785"/>
              <a:gd name="connsiteX21182" fmla="*/ 1254633 w 3114960"/>
              <a:gd name="connsiteY21182" fmla="*/ 153067 h 5143785"/>
              <a:gd name="connsiteX21183" fmla="*/ 1267492 w 3114960"/>
              <a:gd name="connsiteY21183" fmla="*/ 140208 h 5143785"/>
              <a:gd name="connsiteX21184" fmla="*/ 1257014 w 3114960"/>
              <a:gd name="connsiteY21184" fmla="*/ 127826 h 5143785"/>
              <a:gd name="connsiteX21185" fmla="*/ 1257014 w 3114960"/>
              <a:gd name="connsiteY21185" fmla="*/ 43434 h 5143785"/>
              <a:gd name="connsiteX21186" fmla="*/ 1246061 w 3114960"/>
              <a:gd name="connsiteY21186" fmla="*/ 32099 h 5143785"/>
              <a:gd name="connsiteX21187" fmla="*/ 1246061 w 3114960"/>
              <a:gd name="connsiteY21187" fmla="*/ 95 h 5143785"/>
              <a:gd name="connsiteX21188" fmla="*/ 1241298 w 3114960"/>
              <a:gd name="connsiteY21188" fmla="*/ 95 h 5143785"/>
              <a:gd name="connsiteX21189" fmla="*/ 1241298 w 3114960"/>
              <a:gd name="connsiteY21189" fmla="*/ 34100 h 5143785"/>
              <a:gd name="connsiteX21190" fmla="*/ 1262729 w 3114960"/>
              <a:gd name="connsiteY21190" fmla="*/ 140113 h 5143785"/>
              <a:gd name="connsiteX21191" fmla="*/ 1254633 w 3114960"/>
              <a:gd name="connsiteY21191" fmla="*/ 148209 h 5143785"/>
              <a:gd name="connsiteX21192" fmla="*/ 1246537 w 3114960"/>
              <a:gd name="connsiteY21192" fmla="*/ 140113 h 5143785"/>
              <a:gd name="connsiteX21193" fmla="*/ 1254633 w 3114960"/>
              <a:gd name="connsiteY21193" fmla="*/ 132017 h 5143785"/>
              <a:gd name="connsiteX21194" fmla="*/ 1262729 w 3114960"/>
              <a:gd name="connsiteY21194" fmla="*/ 140113 h 5143785"/>
              <a:gd name="connsiteX21195" fmla="*/ 573405 w 3114960"/>
              <a:gd name="connsiteY21195" fmla="*/ 4426744 h 5143785"/>
              <a:gd name="connsiteX21196" fmla="*/ 580168 w 3114960"/>
              <a:gd name="connsiteY21196" fmla="*/ 4420838 h 5143785"/>
              <a:gd name="connsiteX21197" fmla="*/ 584930 w 3114960"/>
              <a:gd name="connsiteY21197" fmla="*/ 4426172 h 5143785"/>
              <a:gd name="connsiteX21198" fmla="*/ 578168 w 3114960"/>
              <a:gd name="connsiteY21198" fmla="*/ 4432078 h 5143785"/>
              <a:gd name="connsiteX21199" fmla="*/ 573405 w 3114960"/>
              <a:gd name="connsiteY21199" fmla="*/ 4426744 h 5143785"/>
              <a:gd name="connsiteX21200" fmla="*/ 644938 w 3114960"/>
              <a:gd name="connsiteY21200" fmla="*/ 4510278 h 5143785"/>
              <a:gd name="connsiteX21201" fmla="*/ 631889 w 3114960"/>
              <a:gd name="connsiteY21201" fmla="*/ 4503992 h 5143785"/>
              <a:gd name="connsiteX21202" fmla="*/ 625602 w 3114960"/>
              <a:gd name="connsiteY21202" fmla="*/ 4517041 h 5143785"/>
              <a:gd name="connsiteX21203" fmla="*/ 638651 w 3114960"/>
              <a:gd name="connsiteY21203" fmla="*/ 4523328 h 5143785"/>
              <a:gd name="connsiteX21204" fmla="*/ 640080 w 3114960"/>
              <a:gd name="connsiteY21204" fmla="*/ 4522470 h 5143785"/>
              <a:gd name="connsiteX21205" fmla="*/ 809339 w 3114960"/>
              <a:gd name="connsiteY21205" fmla="*/ 4718685 h 5143785"/>
              <a:gd name="connsiteX21206" fmla="*/ 809339 w 3114960"/>
              <a:gd name="connsiteY21206" fmla="*/ 4806792 h 5143785"/>
              <a:gd name="connsiteX21207" fmla="*/ 855154 w 3114960"/>
              <a:gd name="connsiteY21207" fmla="*/ 4857560 h 5143785"/>
              <a:gd name="connsiteX21208" fmla="*/ 868680 w 3114960"/>
              <a:gd name="connsiteY21208" fmla="*/ 4857560 h 5143785"/>
              <a:gd name="connsiteX21209" fmla="*/ 868680 w 3114960"/>
              <a:gd name="connsiteY21209" fmla="*/ 4861846 h 5143785"/>
              <a:gd name="connsiteX21210" fmla="*/ 873728 w 3114960"/>
              <a:gd name="connsiteY21210" fmla="*/ 4866894 h 5143785"/>
              <a:gd name="connsiteX21211" fmla="*/ 886682 w 3114960"/>
              <a:gd name="connsiteY21211" fmla="*/ 4866894 h 5143785"/>
              <a:gd name="connsiteX21212" fmla="*/ 891731 w 3114960"/>
              <a:gd name="connsiteY21212" fmla="*/ 4861846 h 5143785"/>
              <a:gd name="connsiteX21213" fmla="*/ 891731 w 3114960"/>
              <a:gd name="connsiteY21213" fmla="*/ 4848892 h 5143785"/>
              <a:gd name="connsiteX21214" fmla="*/ 886682 w 3114960"/>
              <a:gd name="connsiteY21214" fmla="*/ 4843844 h 5143785"/>
              <a:gd name="connsiteX21215" fmla="*/ 873728 w 3114960"/>
              <a:gd name="connsiteY21215" fmla="*/ 4843844 h 5143785"/>
              <a:gd name="connsiteX21216" fmla="*/ 868680 w 3114960"/>
              <a:gd name="connsiteY21216" fmla="*/ 4848892 h 5143785"/>
              <a:gd name="connsiteX21217" fmla="*/ 868680 w 3114960"/>
              <a:gd name="connsiteY21217" fmla="*/ 4852797 h 5143785"/>
              <a:gd name="connsiteX21218" fmla="*/ 857250 w 3114960"/>
              <a:gd name="connsiteY21218" fmla="*/ 4852797 h 5143785"/>
              <a:gd name="connsiteX21219" fmla="*/ 814102 w 3114960"/>
              <a:gd name="connsiteY21219" fmla="*/ 4804982 h 5143785"/>
              <a:gd name="connsiteX21220" fmla="*/ 814102 w 3114960"/>
              <a:gd name="connsiteY21220" fmla="*/ 4716971 h 5143785"/>
              <a:gd name="connsiteX21221" fmla="*/ 643604 w 3114960"/>
              <a:gd name="connsiteY21221" fmla="*/ 4519327 h 5143785"/>
              <a:gd name="connsiteX21222" fmla="*/ 644938 w 3114960"/>
              <a:gd name="connsiteY21222" fmla="*/ 4510278 h 5143785"/>
              <a:gd name="connsiteX21223" fmla="*/ 873824 w 3114960"/>
              <a:gd name="connsiteY21223" fmla="*/ 4848511 h 5143785"/>
              <a:gd name="connsiteX21224" fmla="*/ 887063 w 3114960"/>
              <a:gd name="connsiteY21224" fmla="*/ 4848797 h 5143785"/>
              <a:gd name="connsiteX21225" fmla="*/ 887063 w 3114960"/>
              <a:gd name="connsiteY21225" fmla="*/ 4861751 h 5143785"/>
              <a:gd name="connsiteX21226" fmla="*/ 886777 w 3114960"/>
              <a:gd name="connsiteY21226" fmla="*/ 4862037 h 5143785"/>
              <a:gd name="connsiteX21227" fmla="*/ 873538 w 3114960"/>
              <a:gd name="connsiteY21227" fmla="*/ 4861751 h 5143785"/>
              <a:gd name="connsiteX21228" fmla="*/ 873824 w 3114960"/>
              <a:gd name="connsiteY21228" fmla="*/ 4848511 h 5143785"/>
              <a:gd name="connsiteX21229" fmla="*/ 553307 w 3114960"/>
              <a:gd name="connsiteY21229" fmla="*/ 4444556 h 5143785"/>
              <a:gd name="connsiteX21230" fmla="*/ 551402 w 3114960"/>
              <a:gd name="connsiteY21230" fmla="*/ 4446175 h 5143785"/>
              <a:gd name="connsiteX21231" fmla="*/ 545878 w 3114960"/>
              <a:gd name="connsiteY21231" fmla="*/ 4444270 h 5143785"/>
              <a:gd name="connsiteX21232" fmla="*/ 536067 w 3114960"/>
              <a:gd name="connsiteY21232" fmla="*/ 4454081 h 5143785"/>
              <a:gd name="connsiteX21233" fmla="*/ 545878 w 3114960"/>
              <a:gd name="connsiteY21233" fmla="*/ 4463796 h 5143785"/>
              <a:gd name="connsiteX21234" fmla="*/ 555593 w 3114960"/>
              <a:gd name="connsiteY21234" fmla="*/ 4454081 h 5143785"/>
              <a:gd name="connsiteX21235" fmla="*/ 555212 w 3114960"/>
              <a:gd name="connsiteY21235" fmla="*/ 4452271 h 5143785"/>
              <a:gd name="connsiteX21236" fmla="*/ 557879 w 3114960"/>
              <a:gd name="connsiteY21236" fmla="*/ 4449890 h 5143785"/>
              <a:gd name="connsiteX21237" fmla="*/ 553117 w 3114960"/>
              <a:gd name="connsiteY21237" fmla="*/ 4444556 h 5143785"/>
              <a:gd name="connsiteX21238" fmla="*/ 545878 w 3114960"/>
              <a:gd name="connsiteY21238" fmla="*/ 4459034 h 5143785"/>
              <a:gd name="connsiteX21239" fmla="*/ 540830 w 3114960"/>
              <a:gd name="connsiteY21239" fmla="*/ 4454081 h 5143785"/>
              <a:gd name="connsiteX21240" fmla="*/ 545878 w 3114960"/>
              <a:gd name="connsiteY21240" fmla="*/ 4449032 h 5143785"/>
              <a:gd name="connsiteX21241" fmla="*/ 550831 w 3114960"/>
              <a:gd name="connsiteY21241" fmla="*/ 4454081 h 5143785"/>
              <a:gd name="connsiteX21242" fmla="*/ 545878 w 3114960"/>
              <a:gd name="connsiteY21242" fmla="*/ 4459034 h 5143785"/>
              <a:gd name="connsiteX21243" fmla="*/ 1526857 w 3114960"/>
              <a:gd name="connsiteY21243" fmla="*/ 2124266 h 5143785"/>
              <a:gd name="connsiteX21244" fmla="*/ 1532953 w 3114960"/>
              <a:gd name="connsiteY21244" fmla="*/ 2124266 h 5143785"/>
              <a:gd name="connsiteX21245" fmla="*/ 1532953 w 3114960"/>
              <a:gd name="connsiteY21245" fmla="*/ 2130362 h 5143785"/>
              <a:gd name="connsiteX21246" fmla="*/ 1526857 w 3114960"/>
              <a:gd name="connsiteY21246" fmla="*/ 2130362 h 5143785"/>
              <a:gd name="connsiteX21247" fmla="*/ 1526857 w 3114960"/>
              <a:gd name="connsiteY21247" fmla="*/ 2124266 h 5143785"/>
              <a:gd name="connsiteX21248" fmla="*/ 1453134 w 3114960"/>
              <a:gd name="connsiteY21248" fmla="*/ 45625 h 5143785"/>
              <a:gd name="connsiteX21249" fmla="*/ 1453134 w 3114960"/>
              <a:gd name="connsiteY21249" fmla="*/ 95 h 5143785"/>
              <a:gd name="connsiteX21250" fmla="*/ 1448372 w 3114960"/>
              <a:gd name="connsiteY21250" fmla="*/ 95 h 5143785"/>
              <a:gd name="connsiteX21251" fmla="*/ 1448372 w 3114960"/>
              <a:gd name="connsiteY21251" fmla="*/ 43720 h 5143785"/>
              <a:gd name="connsiteX21252" fmla="*/ 1437418 w 3114960"/>
              <a:gd name="connsiteY21252" fmla="*/ 55055 h 5143785"/>
              <a:gd name="connsiteX21253" fmla="*/ 1437418 w 3114960"/>
              <a:gd name="connsiteY21253" fmla="*/ 131540 h 5143785"/>
              <a:gd name="connsiteX21254" fmla="*/ 1426369 w 3114960"/>
              <a:gd name="connsiteY21254" fmla="*/ 144780 h 5143785"/>
              <a:gd name="connsiteX21255" fmla="*/ 1439799 w 3114960"/>
              <a:gd name="connsiteY21255" fmla="*/ 158210 h 5143785"/>
              <a:gd name="connsiteX21256" fmla="*/ 1453229 w 3114960"/>
              <a:gd name="connsiteY21256" fmla="*/ 144780 h 5143785"/>
              <a:gd name="connsiteX21257" fmla="*/ 1442180 w 3114960"/>
              <a:gd name="connsiteY21257" fmla="*/ 131540 h 5143785"/>
              <a:gd name="connsiteX21258" fmla="*/ 1442180 w 3114960"/>
              <a:gd name="connsiteY21258" fmla="*/ 57055 h 5143785"/>
              <a:gd name="connsiteX21259" fmla="*/ 1453134 w 3114960"/>
              <a:gd name="connsiteY21259" fmla="*/ 45720 h 5143785"/>
              <a:gd name="connsiteX21260" fmla="*/ 1448467 w 3114960"/>
              <a:gd name="connsiteY21260" fmla="*/ 144685 h 5143785"/>
              <a:gd name="connsiteX21261" fmla="*/ 1439799 w 3114960"/>
              <a:gd name="connsiteY21261" fmla="*/ 153353 h 5143785"/>
              <a:gd name="connsiteX21262" fmla="*/ 1431131 w 3114960"/>
              <a:gd name="connsiteY21262" fmla="*/ 144685 h 5143785"/>
              <a:gd name="connsiteX21263" fmla="*/ 1439799 w 3114960"/>
              <a:gd name="connsiteY21263" fmla="*/ 136017 h 5143785"/>
              <a:gd name="connsiteX21264" fmla="*/ 1448467 w 3114960"/>
              <a:gd name="connsiteY21264" fmla="*/ 144685 h 5143785"/>
              <a:gd name="connsiteX21265" fmla="*/ 1215676 w 3114960"/>
              <a:gd name="connsiteY21265" fmla="*/ 4842891 h 5143785"/>
              <a:gd name="connsiteX21266" fmla="*/ 1215676 w 3114960"/>
              <a:gd name="connsiteY21266" fmla="*/ 4833938 h 5143785"/>
              <a:gd name="connsiteX21267" fmla="*/ 1218343 w 3114960"/>
              <a:gd name="connsiteY21267" fmla="*/ 4831271 h 5143785"/>
              <a:gd name="connsiteX21268" fmla="*/ 1227296 w 3114960"/>
              <a:gd name="connsiteY21268" fmla="*/ 4831271 h 5143785"/>
              <a:gd name="connsiteX21269" fmla="*/ 1229963 w 3114960"/>
              <a:gd name="connsiteY21269" fmla="*/ 4833938 h 5143785"/>
              <a:gd name="connsiteX21270" fmla="*/ 1229963 w 3114960"/>
              <a:gd name="connsiteY21270" fmla="*/ 4842891 h 5143785"/>
              <a:gd name="connsiteX21271" fmla="*/ 1227296 w 3114960"/>
              <a:gd name="connsiteY21271" fmla="*/ 4845558 h 5143785"/>
              <a:gd name="connsiteX21272" fmla="*/ 1218343 w 3114960"/>
              <a:gd name="connsiteY21272" fmla="*/ 4845558 h 5143785"/>
              <a:gd name="connsiteX21273" fmla="*/ 1215676 w 3114960"/>
              <a:gd name="connsiteY21273" fmla="*/ 4842891 h 5143785"/>
              <a:gd name="connsiteX21274" fmla="*/ 1237583 w 3114960"/>
              <a:gd name="connsiteY21274" fmla="*/ 4640295 h 5143785"/>
              <a:gd name="connsiteX21275" fmla="*/ 1224534 w 3114960"/>
              <a:gd name="connsiteY21275" fmla="*/ 4634008 h 5143785"/>
              <a:gd name="connsiteX21276" fmla="*/ 1218248 w 3114960"/>
              <a:gd name="connsiteY21276" fmla="*/ 4647057 h 5143785"/>
              <a:gd name="connsiteX21277" fmla="*/ 1231297 w 3114960"/>
              <a:gd name="connsiteY21277" fmla="*/ 4653344 h 5143785"/>
              <a:gd name="connsiteX21278" fmla="*/ 1232345 w 3114960"/>
              <a:gd name="connsiteY21278" fmla="*/ 4652677 h 5143785"/>
              <a:gd name="connsiteX21279" fmla="*/ 1269492 w 3114960"/>
              <a:gd name="connsiteY21279" fmla="*/ 4698683 h 5143785"/>
              <a:gd name="connsiteX21280" fmla="*/ 1269492 w 3114960"/>
              <a:gd name="connsiteY21280" fmla="*/ 4858512 h 5143785"/>
              <a:gd name="connsiteX21281" fmla="*/ 1282160 w 3114960"/>
              <a:gd name="connsiteY21281" fmla="*/ 4872323 h 5143785"/>
              <a:gd name="connsiteX21282" fmla="*/ 1307306 w 3114960"/>
              <a:gd name="connsiteY21282" fmla="*/ 4872323 h 5143785"/>
              <a:gd name="connsiteX21283" fmla="*/ 1319117 w 3114960"/>
              <a:gd name="connsiteY21283" fmla="*/ 4856512 h 5143785"/>
              <a:gd name="connsiteX21284" fmla="*/ 1319689 w 3114960"/>
              <a:gd name="connsiteY21284" fmla="*/ 4756785 h 5143785"/>
              <a:gd name="connsiteX21285" fmla="*/ 1339596 w 3114960"/>
              <a:gd name="connsiteY21285" fmla="*/ 4732306 h 5143785"/>
              <a:gd name="connsiteX21286" fmla="*/ 1341406 w 3114960"/>
              <a:gd name="connsiteY21286" fmla="*/ 4733354 h 5143785"/>
              <a:gd name="connsiteX21287" fmla="*/ 1345597 w 3114960"/>
              <a:gd name="connsiteY21287" fmla="*/ 4734020 h 5143785"/>
              <a:gd name="connsiteX21288" fmla="*/ 1357503 w 3114960"/>
              <a:gd name="connsiteY21288" fmla="*/ 4725543 h 5143785"/>
              <a:gd name="connsiteX21289" fmla="*/ 1356932 w 3114960"/>
              <a:gd name="connsiteY21289" fmla="*/ 4715923 h 5143785"/>
              <a:gd name="connsiteX21290" fmla="*/ 1349693 w 3114960"/>
              <a:gd name="connsiteY21290" fmla="*/ 4709446 h 5143785"/>
              <a:gd name="connsiteX21291" fmla="*/ 1340072 w 3114960"/>
              <a:gd name="connsiteY21291" fmla="*/ 4710018 h 5143785"/>
              <a:gd name="connsiteX21292" fmla="*/ 1333595 w 3114960"/>
              <a:gd name="connsiteY21292" fmla="*/ 4717256 h 5143785"/>
              <a:gd name="connsiteX21293" fmla="*/ 1334167 w 3114960"/>
              <a:gd name="connsiteY21293" fmla="*/ 4726877 h 5143785"/>
              <a:gd name="connsiteX21294" fmla="*/ 1335977 w 3114960"/>
              <a:gd name="connsiteY21294" fmla="*/ 4729258 h 5143785"/>
              <a:gd name="connsiteX21295" fmla="*/ 1315022 w 3114960"/>
              <a:gd name="connsiteY21295" fmla="*/ 4755071 h 5143785"/>
              <a:gd name="connsiteX21296" fmla="*/ 1314450 w 3114960"/>
              <a:gd name="connsiteY21296" fmla="*/ 4854893 h 5143785"/>
              <a:gd name="connsiteX21297" fmla="*/ 1305020 w 3114960"/>
              <a:gd name="connsiteY21297" fmla="*/ 4867561 h 5143785"/>
              <a:gd name="connsiteX21298" fmla="*/ 1284256 w 3114960"/>
              <a:gd name="connsiteY21298" fmla="*/ 4867561 h 5143785"/>
              <a:gd name="connsiteX21299" fmla="*/ 1274159 w 3114960"/>
              <a:gd name="connsiteY21299" fmla="*/ 4856607 h 5143785"/>
              <a:gd name="connsiteX21300" fmla="*/ 1274159 w 3114960"/>
              <a:gd name="connsiteY21300" fmla="*/ 4696968 h 5143785"/>
              <a:gd name="connsiteX21301" fmla="*/ 1236059 w 3114960"/>
              <a:gd name="connsiteY21301" fmla="*/ 4649629 h 5143785"/>
              <a:gd name="connsiteX21302" fmla="*/ 1237678 w 3114960"/>
              <a:gd name="connsiteY21302" fmla="*/ 4640295 h 5143785"/>
              <a:gd name="connsiteX21303" fmla="*/ 1338167 w 3114960"/>
              <a:gd name="connsiteY21303" fmla="*/ 4718876 h 5143785"/>
              <a:gd name="connsiteX21304" fmla="*/ 1342168 w 3114960"/>
              <a:gd name="connsiteY21304" fmla="*/ 4714399 h 5143785"/>
              <a:gd name="connsiteX21305" fmla="*/ 1345597 w 3114960"/>
              <a:gd name="connsiteY21305" fmla="*/ 4713637 h 5143785"/>
              <a:gd name="connsiteX21306" fmla="*/ 1348169 w 3114960"/>
              <a:gd name="connsiteY21306" fmla="*/ 4714113 h 5143785"/>
              <a:gd name="connsiteX21307" fmla="*/ 1353026 w 3114960"/>
              <a:gd name="connsiteY21307" fmla="*/ 4724114 h 5143785"/>
              <a:gd name="connsiteX21308" fmla="*/ 1343025 w 3114960"/>
              <a:gd name="connsiteY21308" fmla="*/ 4728972 h 5143785"/>
              <a:gd name="connsiteX21309" fmla="*/ 1338167 w 3114960"/>
              <a:gd name="connsiteY21309" fmla="*/ 4718971 h 5143785"/>
              <a:gd name="connsiteX21310" fmla="*/ 1189863 w 3114960"/>
              <a:gd name="connsiteY21310" fmla="*/ 4640866 h 5143785"/>
              <a:gd name="connsiteX21311" fmla="*/ 1173766 w 3114960"/>
              <a:gd name="connsiteY21311" fmla="*/ 4633151 h 5143785"/>
              <a:gd name="connsiteX21312" fmla="*/ 1166051 w 3114960"/>
              <a:gd name="connsiteY21312" fmla="*/ 4649248 h 5143785"/>
              <a:gd name="connsiteX21313" fmla="*/ 1177957 w 3114960"/>
              <a:gd name="connsiteY21313" fmla="*/ 4657725 h 5143785"/>
              <a:gd name="connsiteX21314" fmla="*/ 1182148 w 3114960"/>
              <a:gd name="connsiteY21314" fmla="*/ 4657059 h 5143785"/>
              <a:gd name="connsiteX21315" fmla="*/ 1184053 w 3114960"/>
              <a:gd name="connsiteY21315" fmla="*/ 4656106 h 5143785"/>
              <a:gd name="connsiteX21316" fmla="*/ 1219867 w 3114960"/>
              <a:gd name="connsiteY21316" fmla="*/ 4699445 h 5143785"/>
              <a:gd name="connsiteX21317" fmla="*/ 1220153 w 3114960"/>
              <a:gd name="connsiteY21317" fmla="*/ 4824032 h 5143785"/>
              <a:gd name="connsiteX21318" fmla="*/ 1213866 w 3114960"/>
              <a:gd name="connsiteY21318" fmla="*/ 4824032 h 5143785"/>
              <a:gd name="connsiteX21319" fmla="*/ 1208818 w 3114960"/>
              <a:gd name="connsiteY21319" fmla="*/ 4829080 h 5143785"/>
              <a:gd name="connsiteX21320" fmla="*/ 1208818 w 3114960"/>
              <a:gd name="connsiteY21320" fmla="*/ 4847463 h 5143785"/>
              <a:gd name="connsiteX21321" fmla="*/ 1213866 w 3114960"/>
              <a:gd name="connsiteY21321" fmla="*/ 4852512 h 5143785"/>
              <a:gd name="connsiteX21322" fmla="*/ 1232249 w 3114960"/>
              <a:gd name="connsiteY21322" fmla="*/ 4852512 h 5143785"/>
              <a:gd name="connsiteX21323" fmla="*/ 1237298 w 3114960"/>
              <a:gd name="connsiteY21323" fmla="*/ 4847463 h 5143785"/>
              <a:gd name="connsiteX21324" fmla="*/ 1237298 w 3114960"/>
              <a:gd name="connsiteY21324" fmla="*/ 4829080 h 5143785"/>
              <a:gd name="connsiteX21325" fmla="*/ 1232249 w 3114960"/>
              <a:gd name="connsiteY21325" fmla="*/ 4824032 h 5143785"/>
              <a:gd name="connsiteX21326" fmla="*/ 1225010 w 3114960"/>
              <a:gd name="connsiteY21326" fmla="*/ 4824032 h 5143785"/>
              <a:gd name="connsiteX21327" fmla="*/ 1224725 w 3114960"/>
              <a:gd name="connsiteY21327" fmla="*/ 4698587 h 5143785"/>
              <a:gd name="connsiteX21328" fmla="*/ 1224725 w 3114960"/>
              <a:gd name="connsiteY21328" fmla="*/ 4697730 h 5143785"/>
              <a:gd name="connsiteX21329" fmla="*/ 1187768 w 3114960"/>
              <a:gd name="connsiteY21329" fmla="*/ 4653058 h 5143785"/>
              <a:gd name="connsiteX21330" fmla="*/ 1189958 w 3114960"/>
              <a:gd name="connsiteY21330" fmla="*/ 4640866 h 5143785"/>
              <a:gd name="connsiteX21331" fmla="*/ 1185005 w 3114960"/>
              <a:gd name="connsiteY21331" fmla="*/ 4648486 h 5143785"/>
              <a:gd name="connsiteX21332" fmla="*/ 1180529 w 3114960"/>
              <a:gd name="connsiteY21332" fmla="*/ 4652487 h 5143785"/>
              <a:gd name="connsiteX21333" fmla="*/ 1170527 w 3114960"/>
              <a:gd name="connsiteY21333" fmla="*/ 4647629 h 5143785"/>
              <a:gd name="connsiteX21334" fmla="*/ 1175385 w 3114960"/>
              <a:gd name="connsiteY21334" fmla="*/ 4637628 h 5143785"/>
              <a:gd name="connsiteX21335" fmla="*/ 1177957 w 3114960"/>
              <a:gd name="connsiteY21335" fmla="*/ 4637151 h 5143785"/>
              <a:gd name="connsiteX21336" fmla="*/ 1185386 w 3114960"/>
              <a:gd name="connsiteY21336" fmla="*/ 4642390 h 5143785"/>
              <a:gd name="connsiteX21337" fmla="*/ 1185005 w 3114960"/>
              <a:gd name="connsiteY21337" fmla="*/ 4648391 h 5143785"/>
              <a:gd name="connsiteX21338" fmla="*/ 1232630 w 3114960"/>
              <a:gd name="connsiteY21338" fmla="*/ 4829080 h 5143785"/>
              <a:gd name="connsiteX21339" fmla="*/ 1232630 w 3114960"/>
              <a:gd name="connsiteY21339" fmla="*/ 4847463 h 5143785"/>
              <a:gd name="connsiteX21340" fmla="*/ 1232345 w 3114960"/>
              <a:gd name="connsiteY21340" fmla="*/ 4847749 h 5143785"/>
              <a:gd name="connsiteX21341" fmla="*/ 1213676 w 3114960"/>
              <a:gd name="connsiteY21341" fmla="*/ 4847463 h 5143785"/>
              <a:gd name="connsiteX21342" fmla="*/ 1213961 w 3114960"/>
              <a:gd name="connsiteY21342" fmla="*/ 4828794 h 5143785"/>
              <a:gd name="connsiteX21343" fmla="*/ 1232630 w 3114960"/>
              <a:gd name="connsiteY21343" fmla="*/ 4829080 h 5143785"/>
              <a:gd name="connsiteX21344" fmla="*/ 1552575 w 3114960"/>
              <a:gd name="connsiteY21344" fmla="*/ 10478 h 5143785"/>
              <a:gd name="connsiteX21345" fmla="*/ 1563529 w 3114960"/>
              <a:gd name="connsiteY21345" fmla="*/ 21812 h 5143785"/>
              <a:gd name="connsiteX21346" fmla="*/ 1563529 w 3114960"/>
              <a:gd name="connsiteY21346" fmla="*/ 104299 h 5143785"/>
              <a:gd name="connsiteX21347" fmla="*/ 1554861 w 3114960"/>
              <a:gd name="connsiteY21347" fmla="*/ 114872 h 5143785"/>
              <a:gd name="connsiteX21348" fmla="*/ 1565910 w 3114960"/>
              <a:gd name="connsiteY21348" fmla="*/ 125921 h 5143785"/>
              <a:gd name="connsiteX21349" fmla="*/ 1576959 w 3114960"/>
              <a:gd name="connsiteY21349" fmla="*/ 114872 h 5143785"/>
              <a:gd name="connsiteX21350" fmla="*/ 1568291 w 3114960"/>
              <a:gd name="connsiteY21350" fmla="*/ 104299 h 5143785"/>
              <a:gd name="connsiteX21351" fmla="*/ 1568291 w 3114960"/>
              <a:gd name="connsiteY21351" fmla="*/ 19812 h 5143785"/>
              <a:gd name="connsiteX21352" fmla="*/ 1557338 w 3114960"/>
              <a:gd name="connsiteY21352" fmla="*/ 8477 h 5143785"/>
              <a:gd name="connsiteX21353" fmla="*/ 1557338 w 3114960"/>
              <a:gd name="connsiteY21353" fmla="*/ 95 h 5143785"/>
              <a:gd name="connsiteX21354" fmla="*/ 1552575 w 3114960"/>
              <a:gd name="connsiteY21354" fmla="*/ 95 h 5143785"/>
              <a:gd name="connsiteX21355" fmla="*/ 1552575 w 3114960"/>
              <a:gd name="connsiteY21355" fmla="*/ 10478 h 5143785"/>
              <a:gd name="connsiteX21356" fmla="*/ 1572197 w 3114960"/>
              <a:gd name="connsiteY21356" fmla="*/ 114776 h 5143785"/>
              <a:gd name="connsiteX21357" fmla="*/ 1565910 w 3114960"/>
              <a:gd name="connsiteY21357" fmla="*/ 121063 h 5143785"/>
              <a:gd name="connsiteX21358" fmla="*/ 1559624 w 3114960"/>
              <a:gd name="connsiteY21358" fmla="*/ 114776 h 5143785"/>
              <a:gd name="connsiteX21359" fmla="*/ 1565910 w 3114960"/>
              <a:gd name="connsiteY21359" fmla="*/ 108490 h 5143785"/>
              <a:gd name="connsiteX21360" fmla="*/ 1572197 w 3114960"/>
              <a:gd name="connsiteY21360" fmla="*/ 114776 h 5143785"/>
              <a:gd name="connsiteX21361" fmla="*/ 909542 w 3114960"/>
              <a:gd name="connsiteY21361" fmla="*/ 4542187 h 5143785"/>
              <a:gd name="connsiteX21362" fmla="*/ 896493 w 3114960"/>
              <a:gd name="connsiteY21362" fmla="*/ 4535901 h 5143785"/>
              <a:gd name="connsiteX21363" fmla="*/ 890207 w 3114960"/>
              <a:gd name="connsiteY21363" fmla="*/ 4548950 h 5143785"/>
              <a:gd name="connsiteX21364" fmla="*/ 903256 w 3114960"/>
              <a:gd name="connsiteY21364" fmla="*/ 4555236 h 5143785"/>
              <a:gd name="connsiteX21365" fmla="*/ 905161 w 3114960"/>
              <a:gd name="connsiteY21365" fmla="*/ 4554093 h 5143785"/>
              <a:gd name="connsiteX21366" fmla="*/ 976884 w 3114960"/>
              <a:gd name="connsiteY21366" fmla="*/ 4636580 h 5143785"/>
              <a:gd name="connsiteX21367" fmla="*/ 976884 w 3114960"/>
              <a:gd name="connsiteY21367" fmla="*/ 4672965 h 5143785"/>
              <a:gd name="connsiteX21368" fmla="*/ 972502 w 3114960"/>
              <a:gd name="connsiteY21368" fmla="*/ 4672965 h 5143785"/>
              <a:gd name="connsiteX21369" fmla="*/ 967454 w 3114960"/>
              <a:gd name="connsiteY21369" fmla="*/ 4678013 h 5143785"/>
              <a:gd name="connsiteX21370" fmla="*/ 967454 w 3114960"/>
              <a:gd name="connsiteY21370" fmla="*/ 4690968 h 5143785"/>
              <a:gd name="connsiteX21371" fmla="*/ 972502 w 3114960"/>
              <a:gd name="connsiteY21371" fmla="*/ 4696016 h 5143785"/>
              <a:gd name="connsiteX21372" fmla="*/ 976598 w 3114960"/>
              <a:gd name="connsiteY21372" fmla="*/ 4696016 h 5143785"/>
              <a:gd name="connsiteX21373" fmla="*/ 975551 w 3114960"/>
              <a:gd name="connsiteY21373" fmla="*/ 4800029 h 5143785"/>
              <a:gd name="connsiteX21374" fmla="*/ 1015937 w 3114960"/>
              <a:gd name="connsiteY21374" fmla="*/ 4847844 h 5143785"/>
              <a:gd name="connsiteX21375" fmla="*/ 1012984 w 3114960"/>
              <a:gd name="connsiteY21375" fmla="*/ 4855464 h 5143785"/>
              <a:gd name="connsiteX21376" fmla="*/ 1025081 w 3114960"/>
              <a:gd name="connsiteY21376" fmla="*/ 4867561 h 5143785"/>
              <a:gd name="connsiteX21377" fmla="*/ 1037177 w 3114960"/>
              <a:gd name="connsiteY21377" fmla="*/ 4855464 h 5143785"/>
              <a:gd name="connsiteX21378" fmla="*/ 1025081 w 3114960"/>
              <a:gd name="connsiteY21378" fmla="*/ 4843368 h 5143785"/>
              <a:gd name="connsiteX21379" fmla="*/ 1019556 w 3114960"/>
              <a:gd name="connsiteY21379" fmla="*/ 4844892 h 5143785"/>
              <a:gd name="connsiteX21380" fmla="*/ 980218 w 3114960"/>
              <a:gd name="connsiteY21380" fmla="*/ 4798410 h 5143785"/>
              <a:gd name="connsiteX21381" fmla="*/ 981266 w 3114960"/>
              <a:gd name="connsiteY21381" fmla="*/ 4696111 h 5143785"/>
              <a:gd name="connsiteX21382" fmla="*/ 985266 w 3114960"/>
              <a:gd name="connsiteY21382" fmla="*/ 4696111 h 5143785"/>
              <a:gd name="connsiteX21383" fmla="*/ 990314 w 3114960"/>
              <a:gd name="connsiteY21383" fmla="*/ 4691063 h 5143785"/>
              <a:gd name="connsiteX21384" fmla="*/ 990314 w 3114960"/>
              <a:gd name="connsiteY21384" fmla="*/ 4678109 h 5143785"/>
              <a:gd name="connsiteX21385" fmla="*/ 985266 w 3114960"/>
              <a:gd name="connsiteY21385" fmla="*/ 4673061 h 5143785"/>
              <a:gd name="connsiteX21386" fmla="*/ 981551 w 3114960"/>
              <a:gd name="connsiteY21386" fmla="*/ 4673061 h 5143785"/>
              <a:gd name="connsiteX21387" fmla="*/ 981551 w 3114960"/>
              <a:gd name="connsiteY21387" fmla="*/ 4634961 h 5143785"/>
              <a:gd name="connsiteX21388" fmla="*/ 908399 w 3114960"/>
              <a:gd name="connsiteY21388" fmla="*/ 4550855 h 5143785"/>
              <a:gd name="connsiteX21389" fmla="*/ 909447 w 3114960"/>
              <a:gd name="connsiteY21389" fmla="*/ 4542282 h 5143785"/>
              <a:gd name="connsiteX21390" fmla="*/ 1025271 w 3114960"/>
              <a:gd name="connsiteY21390" fmla="*/ 4848035 h 5143785"/>
              <a:gd name="connsiteX21391" fmla="*/ 1032605 w 3114960"/>
              <a:gd name="connsiteY21391" fmla="*/ 4855369 h 5143785"/>
              <a:gd name="connsiteX21392" fmla="*/ 1025271 w 3114960"/>
              <a:gd name="connsiteY21392" fmla="*/ 4862703 h 5143785"/>
              <a:gd name="connsiteX21393" fmla="*/ 1017937 w 3114960"/>
              <a:gd name="connsiteY21393" fmla="*/ 4855369 h 5143785"/>
              <a:gd name="connsiteX21394" fmla="*/ 1025271 w 3114960"/>
              <a:gd name="connsiteY21394" fmla="*/ 4848035 h 5143785"/>
              <a:gd name="connsiteX21395" fmla="*/ 985742 w 3114960"/>
              <a:gd name="connsiteY21395" fmla="*/ 4678013 h 5143785"/>
              <a:gd name="connsiteX21396" fmla="*/ 985742 w 3114960"/>
              <a:gd name="connsiteY21396" fmla="*/ 4690968 h 5143785"/>
              <a:gd name="connsiteX21397" fmla="*/ 985457 w 3114960"/>
              <a:gd name="connsiteY21397" fmla="*/ 4691253 h 5143785"/>
              <a:gd name="connsiteX21398" fmla="*/ 972217 w 3114960"/>
              <a:gd name="connsiteY21398" fmla="*/ 4690968 h 5143785"/>
              <a:gd name="connsiteX21399" fmla="*/ 972502 w 3114960"/>
              <a:gd name="connsiteY21399" fmla="*/ 4677728 h 5143785"/>
              <a:gd name="connsiteX21400" fmla="*/ 985742 w 3114960"/>
              <a:gd name="connsiteY21400" fmla="*/ 4678013 h 5143785"/>
              <a:gd name="connsiteX21401" fmla="*/ 1648778 w 3114960"/>
              <a:gd name="connsiteY21401" fmla="*/ 79439 h 5143785"/>
              <a:gd name="connsiteX21402" fmla="*/ 1620774 w 3114960"/>
              <a:gd name="connsiteY21402" fmla="*/ 100679 h 5143785"/>
              <a:gd name="connsiteX21403" fmla="*/ 1620774 w 3114960"/>
              <a:gd name="connsiteY21403" fmla="*/ 101822 h 5143785"/>
              <a:gd name="connsiteX21404" fmla="*/ 1620774 w 3114960"/>
              <a:gd name="connsiteY21404" fmla="*/ 123730 h 5143785"/>
              <a:gd name="connsiteX21405" fmla="*/ 1611344 w 3114960"/>
              <a:gd name="connsiteY21405" fmla="*/ 135065 h 5143785"/>
              <a:gd name="connsiteX21406" fmla="*/ 1620774 w 3114960"/>
              <a:gd name="connsiteY21406" fmla="*/ 146399 h 5143785"/>
              <a:gd name="connsiteX21407" fmla="*/ 1620774 w 3114960"/>
              <a:gd name="connsiteY21407" fmla="*/ 245269 h 5143785"/>
              <a:gd name="connsiteX21408" fmla="*/ 1609820 w 3114960"/>
              <a:gd name="connsiteY21408" fmla="*/ 256604 h 5143785"/>
              <a:gd name="connsiteX21409" fmla="*/ 1609820 w 3114960"/>
              <a:gd name="connsiteY21409" fmla="*/ 340519 h 5143785"/>
              <a:gd name="connsiteX21410" fmla="*/ 1608487 w 3114960"/>
              <a:gd name="connsiteY21410" fmla="*/ 340519 h 5143785"/>
              <a:gd name="connsiteX21411" fmla="*/ 1603343 w 3114960"/>
              <a:gd name="connsiteY21411" fmla="*/ 345662 h 5143785"/>
              <a:gd name="connsiteX21412" fmla="*/ 1603343 w 3114960"/>
              <a:gd name="connsiteY21412" fmla="*/ 366046 h 5143785"/>
              <a:gd name="connsiteX21413" fmla="*/ 1608487 w 3114960"/>
              <a:gd name="connsiteY21413" fmla="*/ 371189 h 5143785"/>
              <a:gd name="connsiteX21414" fmla="*/ 1614964 w 3114960"/>
              <a:gd name="connsiteY21414" fmla="*/ 371189 h 5143785"/>
              <a:gd name="connsiteX21415" fmla="*/ 1620107 w 3114960"/>
              <a:gd name="connsiteY21415" fmla="*/ 366046 h 5143785"/>
              <a:gd name="connsiteX21416" fmla="*/ 1620107 w 3114960"/>
              <a:gd name="connsiteY21416" fmla="*/ 345662 h 5143785"/>
              <a:gd name="connsiteX21417" fmla="*/ 1614964 w 3114960"/>
              <a:gd name="connsiteY21417" fmla="*/ 340519 h 5143785"/>
              <a:gd name="connsiteX21418" fmla="*/ 1614488 w 3114960"/>
              <a:gd name="connsiteY21418" fmla="*/ 340519 h 5143785"/>
              <a:gd name="connsiteX21419" fmla="*/ 1614488 w 3114960"/>
              <a:gd name="connsiteY21419" fmla="*/ 258508 h 5143785"/>
              <a:gd name="connsiteX21420" fmla="*/ 1625441 w 3114960"/>
              <a:gd name="connsiteY21420" fmla="*/ 247174 h 5143785"/>
              <a:gd name="connsiteX21421" fmla="*/ 1625441 w 3114960"/>
              <a:gd name="connsiteY21421" fmla="*/ 146399 h 5143785"/>
              <a:gd name="connsiteX21422" fmla="*/ 1634871 w 3114960"/>
              <a:gd name="connsiteY21422" fmla="*/ 135065 h 5143785"/>
              <a:gd name="connsiteX21423" fmla="*/ 1625346 w 3114960"/>
              <a:gd name="connsiteY21423" fmla="*/ 123730 h 5143785"/>
              <a:gd name="connsiteX21424" fmla="*/ 1625346 w 3114960"/>
              <a:gd name="connsiteY21424" fmla="*/ 103061 h 5143785"/>
              <a:gd name="connsiteX21425" fmla="*/ 1653445 w 3114960"/>
              <a:gd name="connsiteY21425" fmla="*/ 81820 h 5143785"/>
              <a:gd name="connsiteX21426" fmla="*/ 1653445 w 3114960"/>
              <a:gd name="connsiteY21426" fmla="*/ 95 h 5143785"/>
              <a:gd name="connsiteX21427" fmla="*/ 1648682 w 3114960"/>
              <a:gd name="connsiteY21427" fmla="*/ 95 h 5143785"/>
              <a:gd name="connsiteX21428" fmla="*/ 1648682 w 3114960"/>
              <a:gd name="connsiteY21428" fmla="*/ 79439 h 5143785"/>
              <a:gd name="connsiteX21429" fmla="*/ 1617631 w 3114960"/>
              <a:gd name="connsiteY21429" fmla="*/ 366046 h 5143785"/>
              <a:gd name="connsiteX21430" fmla="*/ 1614964 w 3114960"/>
              <a:gd name="connsiteY21430" fmla="*/ 368713 h 5143785"/>
              <a:gd name="connsiteX21431" fmla="*/ 1608487 w 3114960"/>
              <a:gd name="connsiteY21431" fmla="*/ 368713 h 5143785"/>
              <a:gd name="connsiteX21432" fmla="*/ 1605820 w 3114960"/>
              <a:gd name="connsiteY21432" fmla="*/ 366046 h 5143785"/>
              <a:gd name="connsiteX21433" fmla="*/ 1605820 w 3114960"/>
              <a:gd name="connsiteY21433" fmla="*/ 366046 h 5143785"/>
              <a:gd name="connsiteX21434" fmla="*/ 1617631 w 3114960"/>
              <a:gd name="connsiteY21434" fmla="*/ 365951 h 5143785"/>
              <a:gd name="connsiteX21435" fmla="*/ 1617631 w 3114960"/>
              <a:gd name="connsiteY21435" fmla="*/ 365951 h 5143785"/>
              <a:gd name="connsiteX21436" fmla="*/ 1617631 w 3114960"/>
              <a:gd name="connsiteY21436" fmla="*/ 363474 h 5143785"/>
              <a:gd name="connsiteX21437" fmla="*/ 1605820 w 3114960"/>
              <a:gd name="connsiteY21437" fmla="*/ 363474 h 5143785"/>
              <a:gd name="connsiteX21438" fmla="*/ 1605820 w 3114960"/>
              <a:gd name="connsiteY21438" fmla="*/ 360712 h 5143785"/>
              <a:gd name="connsiteX21439" fmla="*/ 1617631 w 3114960"/>
              <a:gd name="connsiteY21439" fmla="*/ 360712 h 5143785"/>
              <a:gd name="connsiteX21440" fmla="*/ 1617631 w 3114960"/>
              <a:gd name="connsiteY21440" fmla="*/ 363474 h 5143785"/>
              <a:gd name="connsiteX21441" fmla="*/ 1617631 w 3114960"/>
              <a:gd name="connsiteY21441" fmla="*/ 359188 h 5143785"/>
              <a:gd name="connsiteX21442" fmla="*/ 1605820 w 3114960"/>
              <a:gd name="connsiteY21442" fmla="*/ 359188 h 5143785"/>
              <a:gd name="connsiteX21443" fmla="*/ 1605820 w 3114960"/>
              <a:gd name="connsiteY21443" fmla="*/ 349472 h 5143785"/>
              <a:gd name="connsiteX21444" fmla="*/ 1617631 w 3114960"/>
              <a:gd name="connsiteY21444" fmla="*/ 349472 h 5143785"/>
              <a:gd name="connsiteX21445" fmla="*/ 1617631 w 3114960"/>
              <a:gd name="connsiteY21445" fmla="*/ 359188 h 5143785"/>
              <a:gd name="connsiteX21446" fmla="*/ 1614964 w 3114960"/>
              <a:gd name="connsiteY21446" fmla="*/ 342995 h 5143785"/>
              <a:gd name="connsiteX21447" fmla="*/ 1617631 w 3114960"/>
              <a:gd name="connsiteY21447" fmla="*/ 345662 h 5143785"/>
              <a:gd name="connsiteX21448" fmla="*/ 1617631 w 3114960"/>
              <a:gd name="connsiteY21448" fmla="*/ 346329 h 5143785"/>
              <a:gd name="connsiteX21449" fmla="*/ 1605820 w 3114960"/>
              <a:gd name="connsiteY21449" fmla="*/ 346329 h 5143785"/>
              <a:gd name="connsiteX21450" fmla="*/ 1605820 w 3114960"/>
              <a:gd name="connsiteY21450" fmla="*/ 345662 h 5143785"/>
              <a:gd name="connsiteX21451" fmla="*/ 1608487 w 3114960"/>
              <a:gd name="connsiteY21451" fmla="*/ 342995 h 5143785"/>
              <a:gd name="connsiteX21452" fmla="*/ 1614964 w 3114960"/>
              <a:gd name="connsiteY21452" fmla="*/ 342995 h 5143785"/>
              <a:gd name="connsiteX21453" fmla="*/ 1630204 w 3114960"/>
              <a:gd name="connsiteY21453" fmla="*/ 135065 h 5143785"/>
              <a:gd name="connsiteX21454" fmla="*/ 1623155 w 3114960"/>
              <a:gd name="connsiteY21454" fmla="*/ 142113 h 5143785"/>
              <a:gd name="connsiteX21455" fmla="*/ 1616107 w 3114960"/>
              <a:gd name="connsiteY21455" fmla="*/ 135065 h 5143785"/>
              <a:gd name="connsiteX21456" fmla="*/ 1623155 w 3114960"/>
              <a:gd name="connsiteY21456" fmla="*/ 128016 h 5143785"/>
              <a:gd name="connsiteX21457" fmla="*/ 1630204 w 3114960"/>
              <a:gd name="connsiteY21457" fmla="*/ 135065 h 5143785"/>
              <a:gd name="connsiteX21458" fmla="*/ 657416 w 3114960"/>
              <a:gd name="connsiteY21458" fmla="*/ 4839462 h 5143785"/>
              <a:gd name="connsiteX21459" fmla="*/ 650367 w 3114960"/>
              <a:gd name="connsiteY21459" fmla="*/ 4846511 h 5143785"/>
              <a:gd name="connsiteX21460" fmla="*/ 643319 w 3114960"/>
              <a:gd name="connsiteY21460" fmla="*/ 4839462 h 5143785"/>
              <a:gd name="connsiteX21461" fmla="*/ 650367 w 3114960"/>
              <a:gd name="connsiteY21461" fmla="*/ 4832414 h 5143785"/>
              <a:gd name="connsiteX21462" fmla="*/ 657416 w 3114960"/>
              <a:gd name="connsiteY21462" fmla="*/ 4839462 h 5143785"/>
              <a:gd name="connsiteX21463" fmla="*/ 1494663 w 3114960"/>
              <a:gd name="connsiteY21463" fmla="*/ 95 h 5143785"/>
              <a:gd name="connsiteX21464" fmla="*/ 1499426 w 3114960"/>
              <a:gd name="connsiteY21464" fmla="*/ 95 h 5143785"/>
              <a:gd name="connsiteX21465" fmla="*/ 1499426 w 3114960"/>
              <a:gd name="connsiteY21465" fmla="*/ 7430 h 5143785"/>
              <a:gd name="connsiteX21466" fmla="*/ 1488472 w 3114960"/>
              <a:gd name="connsiteY21466" fmla="*/ 18764 h 5143785"/>
              <a:gd name="connsiteX21467" fmla="*/ 1488472 w 3114960"/>
              <a:gd name="connsiteY21467" fmla="*/ 95917 h 5143785"/>
              <a:gd name="connsiteX21468" fmla="*/ 1497140 w 3114960"/>
              <a:gd name="connsiteY21468" fmla="*/ 106490 h 5143785"/>
              <a:gd name="connsiteX21469" fmla="*/ 1488472 w 3114960"/>
              <a:gd name="connsiteY21469" fmla="*/ 117062 h 5143785"/>
              <a:gd name="connsiteX21470" fmla="*/ 1488472 w 3114960"/>
              <a:gd name="connsiteY21470" fmla="*/ 160687 h 5143785"/>
              <a:gd name="connsiteX21471" fmla="*/ 1470660 w 3114960"/>
              <a:gd name="connsiteY21471" fmla="*/ 182594 h 5143785"/>
              <a:gd name="connsiteX21472" fmla="*/ 1413034 w 3114960"/>
              <a:gd name="connsiteY21472" fmla="*/ 182594 h 5143785"/>
              <a:gd name="connsiteX21473" fmla="*/ 1402461 w 3114960"/>
              <a:gd name="connsiteY21473" fmla="*/ 191262 h 5143785"/>
              <a:gd name="connsiteX21474" fmla="*/ 1391412 w 3114960"/>
              <a:gd name="connsiteY21474" fmla="*/ 180213 h 5143785"/>
              <a:gd name="connsiteX21475" fmla="*/ 1402461 w 3114960"/>
              <a:gd name="connsiteY21475" fmla="*/ 169164 h 5143785"/>
              <a:gd name="connsiteX21476" fmla="*/ 1413034 w 3114960"/>
              <a:gd name="connsiteY21476" fmla="*/ 177832 h 5143785"/>
              <a:gd name="connsiteX21477" fmla="*/ 1468374 w 3114960"/>
              <a:gd name="connsiteY21477" fmla="*/ 177832 h 5143785"/>
              <a:gd name="connsiteX21478" fmla="*/ 1483709 w 3114960"/>
              <a:gd name="connsiteY21478" fmla="*/ 158972 h 5143785"/>
              <a:gd name="connsiteX21479" fmla="*/ 1483709 w 3114960"/>
              <a:gd name="connsiteY21479" fmla="*/ 116967 h 5143785"/>
              <a:gd name="connsiteX21480" fmla="*/ 1475042 w 3114960"/>
              <a:gd name="connsiteY21480" fmla="*/ 106394 h 5143785"/>
              <a:gd name="connsiteX21481" fmla="*/ 1483709 w 3114960"/>
              <a:gd name="connsiteY21481" fmla="*/ 95822 h 5143785"/>
              <a:gd name="connsiteX21482" fmla="*/ 1483709 w 3114960"/>
              <a:gd name="connsiteY21482" fmla="*/ 16764 h 5143785"/>
              <a:gd name="connsiteX21483" fmla="*/ 1494663 w 3114960"/>
              <a:gd name="connsiteY21483" fmla="*/ 5429 h 5143785"/>
              <a:gd name="connsiteX21484" fmla="*/ 1494663 w 3114960"/>
              <a:gd name="connsiteY21484" fmla="*/ 0 h 5143785"/>
              <a:gd name="connsiteX21485" fmla="*/ 1532382 w 3114960"/>
              <a:gd name="connsiteY21485" fmla="*/ 70580 h 5143785"/>
              <a:gd name="connsiteX21486" fmla="*/ 1512761 w 3114960"/>
              <a:gd name="connsiteY21486" fmla="*/ 86868 h 5143785"/>
              <a:gd name="connsiteX21487" fmla="*/ 1512761 w 3114960"/>
              <a:gd name="connsiteY21487" fmla="*/ 211265 h 5143785"/>
              <a:gd name="connsiteX21488" fmla="*/ 1507903 w 3114960"/>
              <a:gd name="connsiteY21488" fmla="*/ 211265 h 5143785"/>
              <a:gd name="connsiteX21489" fmla="*/ 1501045 w 3114960"/>
              <a:gd name="connsiteY21489" fmla="*/ 218123 h 5143785"/>
              <a:gd name="connsiteX21490" fmla="*/ 1501045 w 3114960"/>
              <a:gd name="connsiteY21490" fmla="*/ 232505 h 5143785"/>
              <a:gd name="connsiteX21491" fmla="*/ 1507903 w 3114960"/>
              <a:gd name="connsiteY21491" fmla="*/ 239363 h 5143785"/>
              <a:gd name="connsiteX21492" fmla="*/ 1522286 w 3114960"/>
              <a:gd name="connsiteY21492" fmla="*/ 239363 h 5143785"/>
              <a:gd name="connsiteX21493" fmla="*/ 1529144 w 3114960"/>
              <a:gd name="connsiteY21493" fmla="*/ 232505 h 5143785"/>
              <a:gd name="connsiteX21494" fmla="*/ 1529144 w 3114960"/>
              <a:gd name="connsiteY21494" fmla="*/ 232505 h 5143785"/>
              <a:gd name="connsiteX21495" fmla="*/ 1572482 w 3114960"/>
              <a:gd name="connsiteY21495" fmla="*/ 274987 h 5143785"/>
              <a:gd name="connsiteX21496" fmla="*/ 1572482 w 3114960"/>
              <a:gd name="connsiteY21496" fmla="*/ 301371 h 5143785"/>
              <a:gd name="connsiteX21497" fmla="*/ 1561433 w 3114960"/>
              <a:gd name="connsiteY21497" fmla="*/ 314611 h 5143785"/>
              <a:gd name="connsiteX21498" fmla="*/ 1574864 w 3114960"/>
              <a:gd name="connsiteY21498" fmla="*/ 328041 h 5143785"/>
              <a:gd name="connsiteX21499" fmla="*/ 1588294 w 3114960"/>
              <a:gd name="connsiteY21499" fmla="*/ 314611 h 5143785"/>
              <a:gd name="connsiteX21500" fmla="*/ 1577245 w 3114960"/>
              <a:gd name="connsiteY21500" fmla="*/ 301371 h 5143785"/>
              <a:gd name="connsiteX21501" fmla="*/ 1577245 w 3114960"/>
              <a:gd name="connsiteY21501" fmla="*/ 272987 h 5143785"/>
              <a:gd name="connsiteX21502" fmla="*/ 1529144 w 3114960"/>
              <a:gd name="connsiteY21502" fmla="*/ 225743 h 5143785"/>
              <a:gd name="connsiteX21503" fmla="*/ 1529144 w 3114960"/>
              <a:gd name="connsiteY21503" fmla="*/ 218027 h 5143785"/>
              <a:gd name="connsiteX21504" fmla="*/ 1522286 w 3114960"/>
              <a:gd name="connsiteY21504" fmla="*/ 211169 h 5143785"/>
              <a:gd name="connsiteX21505" fmla="*/ 1517428 w 3114960"/>
              <a:gd name="connsiteY21505" fmla="*/ 211169 h 5143785"/>
              <a:gd name="connsiteX21506" fmla="*/ 1517428 w 3114960"/>
              <a:gd name="connsiteY21506" fmla="*/ 88964 h 5143785"/>
              <a:gd name="connsiteX21507" fmla="*/ 1537049 w 3114960"/>
              <a:gd name="connsiteY21507" fmla="*/ 72676 h 5143785"/>
              <a:gd name="connsiteX21508" fmla="*/ 1537049 w 3114960"/>
              <a:gd name="connsiteY21508" fmla="*/ 95 h 5143785"/>
              <a:gd name="connsiteX21509" fmla="*/ 1532287 w 3114960"/>
              <a:gd name="connsiteY21509" fmla="*/ 95 h 5143785"/>
              <a:gd name="connsiteX21510" fmla="*/ 1532287 w 3114960"/>
              <a:gd name="connsiteY21510" fmla="*/ 70580 h 5143785"/>
              <a:gd name="connsiteX21511" fmla="*/ 1583531 w 3114960"/>
              <a:gd name="connsiteY21511" fmla="*/ 314706 h 5143785"/>
              <a:gd name="connsiteX21512" fmla="*/ 1574864 w 3114960"/>
              <a:gd name="connsiteY21512" fmla="*/ 323374 h 5143785"/>
              <a:gd name="connsiteX21513" fmla="*/ 1566196 w 3114960"/>
              <a:gd name="connsiteY21513" fmla="*/ 314706 h 5143785"/>
              <a:gd name="connsiteX21514" fmla="*/ 1574864 w 3114960"/>
              <a:gd name="connsiteY21514" fmla="*/ 306038 h 5143785"/>
              <a:gd name="connsiteX21515" fmla="*/ 1583531 w 3114960"/>
              <a:gd name="connsiteY21515" fmla="*/ 314706 h 5143785"/>
              <a:gd name="connsiteX21516" fmla="*/ 1522286 w 3114960"/>
              <a:gd name="connsiteY21516" fmla="*/ 216122 h 5143785"/>
              <a:gd name="connsiteX21517" fmla="*/ 1524381 w 3114960"/>
              <a:gd name="connsiteY21517" fmla="*/ 218218 h 5143785"/>
              <a:gd name="connsiteX21518" fmla="*/ 1524381 w 3114960"/>
              <a:gd name="connsiteY21518" fmla="*/ 232601 h 5143785"/>
              <a:gd name="connsiteX21519" fmla="*/ 1522286 w 3114960"/>
              <a:gd name="connsiteY21519" fmla="*/ 234696 h 5143785"/>
              <a:gd name="connsiteX21520" fmla="*/ 1507903 w 3114960"/>
              <a:gd name="connsiteY21520" fmla="*/ 234696 h 5143785"/>
              <a:gd name="connsiteX21521" fmla="*/ 1505807 w 3114960"/>
              <a:gd name="connsiteY21521" fmla="*/ 232601 h 5143785"/>
              <a:gd name="connsiteX21522" fmla="*/ 1505807 w 3114960"/>
              <a:gd name="connsiteY21522" fmla="*/ 218218 h 5143785"/>
              <a:gd name="connsiteX21523" fmla="*/ 1507903 w 3114960"/>
              <a:gd name="connsiteY21523" fmla="*/ 216122 h 5143785"/>
              <a:gd name="connsiteX21524" fmla="*/ 1522381 w 3114960"/>
              <a:gd name="connsiteY21524" fmla="*/ 216122 h 5143785"/>
              <a:gd name="connsiteX21525" fmla="*/ 463296 w 3114960"/>
              <a:gd name="connsiteY21525" fmla="*/ 5099114 h 5143785"/>
              <a:gd name="connsiteX21526" fmla="*/ 458534 w 3114960"/>
              <a:gd name="connsiteY21526" fmla="*/ 5099114 h 5143785"/>
              <a:gd name="connsiteX21527" fmla="*/ 458534 w 3114960"/>
              <a:gd name="connsiteY21527" fmla="*/ 5080159 h 5143785"/>
              <a:gd name="connsiteX21528" fmla="*/ 463296 w 3114960"/>
              <a:gd name="connsiteY21528" fmla="*/ 5080159 h 5143785"/>
              <a:gd name="connsiteX21529" fmla="*/ 463296 w 3114960"/>
              <a:gd name="connsiteY21529" fmla="*/ 5099114 h 5143785"/>
              <a:gd name="connsiteX21530" fmla="*/ 1136523 w 3114960"/>
              <a:gd name="connsiteY21530" fmla="*/ 4643057 h 5143785"/>
              <a:gd name="connsiteX21531" fmla="*/ 1123474 w 3114960"/>
              <a:gd name="connsiteY21531" fmla="*/ 4636770 h 5143785"/>
              <a:gd name="connsiteX21532" fmla="*/ 1117187 w 3114960"/>
              <a:gd name="connsiteY21532" fmla="*/ 4649820 h 5143785"/>
              <a:gd name="connsiteX21533" fmla="*/ 1130237 w 3114960"/>
              <a:gd name="connsiteY21533" fmla="*/ 4656106 h 5143785"/>
              <a:gd name="connsiteX21534" fmla="*/ 1131094 w 3114960"/>
              <a:gd name="connsiteY21534" fmla="*/ 4655630 h 5143785"/>
              <a:gd name="connsiteX21535" fmla="*/ 1175004 w 3114960"/>
              <a:gd name="connsiteY21535" fmla="*/ 4706874 h 5143785"/>
              <a:gd name="connsiteX21536" fmla="*/ 1174623 w 3114960"/>
              <a:gd name="connsiteY21536" fmla="*/ 4824794 h 5143785"/>
              <a:gd name="connsiteX21537" fmla="*/ 1166622 w 3114960"/>
              <a:gd name="connsiteY21537" fmla="*/ 4834700 h 5143785"/>
              <a:gd name="connsiteX21538" fmla="*/ 1177004 w 3114960"/>
              <a:gd name="connsiteY21538" fmla="*/ 4845082 h 5143785"/>
              <a:gd name="connsiteX21539" fmla="*/ 1187387 w 3114960"/>
              <a:gd name="connsiteY21539" fmla="*/ 4834700 h 5143785"/>
              <a:gd name="connsiteX21540" fmla="*/ 1179481 w 3114960"/>
              <a:gd name="connsiteY21540" fmla="*/ 4824794 h 5143785"/>
              <a:gd name="connsiteX21541" fmla="*/ 1179862 w 3114960"/>
              <a:gd name="connsiteY21541" fmla="*/ 4705064 h 5143785"/>
              <a:gd name="connsiteX21542" fmla="*/ 1134904 w 3114960"/>
              <a:gd name="connsiteY21542" fmla="*/ 4652582 h 5143785"/>
              <a:gd name="connsiteX21543" fmla="*/ 1136618 w 3114960"/>
              <a:gd name="connsiteY21543" fmla="*/ 4643057 h 5143785"/>
              <a:gd name="connsiteX21544" fmla="*/ 1182434 w 3114960"/>
              <a:gd name="connsiteY21544" fmla="*/ 4834700 h 5143785"/>
              <a:gd name="connsiteX21545" fmla="*/ 1176814 w 3114960"/>
              <a:gd name="connsiteY21545" fmla="*/ 4840320 h 5143785"/>
              <a:gd name="connsiteX21546" fmla="*/ 1171194 w 3114960"/>
              <a:gd name="connsiteY21546" fmla="*/ 4834700 h 5143785"/>
              <a:gd name="connsiteX21547" fmla="*/ 1176814 w 3114960"/>
              <a:gd name="connsiteY21547" fmla="*/ 4829080 h 5143785"/>
              <a:gd name="connsiteX21548" fmla="*/ 1182434 w 3114960"/>
              <a:gd name="connsiteY21548" fmla="*/ 4834700 h 5143785"/>
              <a:gd name="connsiteX21549" fmla="*/ 1014603 w 3114960"/>
              <a:gd name="connsiteY21549" fmla="*/ 4782312 h 5143785"/>
              <a:gd name="connsiteX21550" fmla="*/ 1018889 w 3114960"/>
              <a:gd name="connsiteY21550" fmla="*/ 4785837 h 5143785"/>
              <a:gd name="connsiteX21551" fmla="*/ 1018032 w 3114960"/>
              <a:gd name="connsiteY21551" fmla="*/ 4788980 h 5143785"/>
              <a:gd name="connsiteX21552" fmla="*/ 1018032 w 3114960"/>
              <a:gd name="connsiteY21552" fmla="*/ 4807839 h 5143785"/>
              <a:gd name="connsiteX21553" fmla="*/ 1024700 w 3114960"/>
              <a:gd name="connsiteY21553" fmla="*/ 4814507 h 5143785"/>
              <a:gd name="connsiteX21554" fmla="*/ 1029557 w 3114960"/>
              <a:gd name="connsiteY21554" fmla="*/ 4814507 h 5143785"/>
              <a:gd name="connsiteX21555" fmla="*/ 1031558 w 3114960"/>
              <a:gd name="connsiteY21555" fmla="*/ 4814126 h 5143785"/>
              <a:gd name="connsiteX21556" fmla="*/ 1048322 w 3114960"/>
              <a:gd name="connsiteY21556" fmla="*/ 4835938 h 5143785"/>
              <a:gd name="connsiteX21557" fmla="*/ 1119664 w 3114960"/>
              <a:gd name="connsiteY21557" fmla="*/ 4835652 h 5143785"/>
              <a:gd name="connsiteX21558" fmla="*/ 1119664 w 3114960"/>
              <a:gd name="connsiteY21558" fmla="*/ 4839843 h 5143785"/>
              <a:gd name="connsiteX21559" fmla="*/ 1122331 w 3114960"/>
              <a:gd name="connsiteY21559" fmla="*/ 4842510 h 5143785"/>
              <a:gd name="connsiteX21560" fmla="*/ 1135285 w 3114960"/>
              <a:gd name="connsiteY21560" fmla="*/ 4842510 h 5143785"/>
              <a:gd name="connsiteX21561" fmla="*/ 1137952 w 3114960"/>
              <a:gd name="connsiteY21561" fmla="*/ 4839843 h 5143785"/>
              <a:gd name="connsiteX21562" fmla="*/ 1137952 w 3114960"/>
              <a:gd name="connsiteY21562" fmla="*/ 4826889 h 5143785"/>
              <a:gd name="connsiteX21563" fmla="*/ 1135285 w 3114960"/>
              <a:gd name="connsiteY21563" fmla="*/ 4824222 h 5143785"/>
              <a:gd name="connsiteX21564" fmla="*/ 1131284 w 3114960"/>
              <a:gd name="connsiteY21564" fmla="*/ 4824222 h 5143785"/>
              <a:gd name="connsiteX21565" fmla="*/ 1131284 w 3114960"/>
              <a:gd name="connsiteY21565" fmla="*/ 4706874 h 5143785"/>
              <a:gd name="connsiteX21566" fmla="*/ 1086993 w 3114960"/>
              <a:gd name="connsiteY21566" fmla="*/ 4654011 h 5143785"/>
              <a:gd name="connsiteX21567" fmla="*/ 1088517 w 3114960"/>
              <a:gd name="connsiteY21567" fmla="*/ 4651915 h 5143785"/>
              <a:gd name="connsiteX21568" fmla="*/ 1089089 w 3114960"/>
              <a:gd name="connsiteY21568" fmla="*/ 4642295 h 5143785"/>
              <a:gd name="connsiteX21569" fmla="*/ 1082612 w 3114960"/>
              <a:gd name="connsiteY21569" fmla="*/ 4635056 h 5143785"/>
              <a:gd name="connsiteX21570" fmla="*/ 1072991 w 3114960"/>
              <a:gd name="connsiteY21570" fmla="*/ 4634484 h 5143785"/>
              <a:gd name="connsiteX21571" fmla="*/ 1065752 w 3114960"/>
              <a:gd name="connsiteY21571" fmla="*/ 4640961 h 5143785"/>
              <a:gd name="connsiteX21572" fmla="*/ 1065181 w 3114960"/>
              <a:gd name="connsiteY21572" fmla="*/ 4650581 h 5143785"/>
              <a:gd name="connsiteX21573" fmla="*/ 1077087 w 3114960"/>
              <a:gd name="connsiteY21573" fmla="*/ 4659059 h 5143785"/>
              <a:gd name="connsiteX21574" fmla="*/ 1081278 w 3114960"/>
              <a:gd name="connsiteY21574" fmla="*/ 4658392 h 5143785"/>
              <a:gd name="connsiteX21575" fmla="*/ 1083374 w 3114960"/>
              <a:gd name="connsiteY21575" fmla="*/ 4657154 h 5143785"/>
              <a:gd name="connsiteX21576" fmla="*/ 1126522 w 3114960"/>
              <a:gd name="connsiteY21576" fmla="*/ 4708589 h 5143785"/>
              <a:gd name="connsiteX21577" fmla="*/ 1126522 w 3114960"/>
              <a:gd name="connsiteY21577" fmla="*/ 4824127 h 5143785"/>
              <a:gd name="connsiteX21578" fmla="*/ 1122331 w 3114960"/>
              <a:gd name="connsiteY21578" fmla="*/ 4824127 h 5143785"/>
              <a:gd name="connsiteX21579" fmla="*/ 1119664 w 3114960"/>
              <a:gd name="connsiteY21579" fmla="*/ 4826794 h 5143785"/>
              <a:gd name="connsiteX21580" fmla="*/ 1119664 w 3114960"/>
              <a:gd name="connsiteY21580" fmla="*/ 4830699 h 5143785"/>
              <a:gd name="connsiteX21581" fmla="*/ 1050608 w 3114960"/>
              <a:gd name="connsiteY21581" fmla="*/ 4830985 h 5143785"/>
              <a:gd name="connsiteX21582" fmla="*/ 1035177 w 3114960"/>
              <a:gd name="connsiteY21582" fmla="*/ 4810982 h 5143785"/>
              <a:gd name="connsiteX21583" fmla="*/ 1036129 w 3114960"/>
              <a:gd name="connsiteY21583" fmla="*/ 4807744 h 5143785"/>
              <a:gd name="connsiteX21584" fmla="*/ 1036129 w 3114960"/>
              <a:gd name="connsiteY21584" fmla="*/ 4788885 h 5143785"/>
              <a:gd name="connsiteX21585" fmla="*/ 1029462 w 3114960"/>
              <a:gd name="connsiteY21585" fmla="*/ 4782217 h 5143785"/>
              <a:gd name="connsiteX21586" fmla="*/ 1028224 w 3114960"/>
              <a:gd name="connsiteY21586" fmla="*/ 4782217 h 5143785"/>
              <a:gd name="connsiteX21587" fmla="*/ 1037463 w 3114960"/>
              <a:gd name="connsiteY21587" fmla="*/ 4777931 h 5143785"/>
              <a:gd name="connsiteX21588" fmla="*/ 1027557 w 3114960"/>
              <a:gd name="connsiteY21588" fmla="*/ 4773549 h 5143785"/>
              <a:gd name="connsiteX21589" fmla="*/ 1037463 w 3114960"/>
              <a:gd name="connsiteY21589" fmla="*/ 4769168 h 5143785"/>
              <a:gd name="connsiteX21590" fmla="*/ 1027557 w 3114960"/>
              <a:gd name="connsiteY21590" fmla="*/ 4764691 h 5143785"/>
              <a:gd name="connsiteX21591" fmla="*/ 1037463 w 3114960"/>
              <a:gd name="connsiteY21591" fmla="*/ 4760310 h 5143785"/>
              <a:gd name="connsiteX21592" fmla="*/ 1027557 w 3114960"/>
              <a:gd name="connsiteY21592" fmla="*/ 4755833 h 5143785"/>
              <a:gd name="connsiteX21593" fmla="*/ 1037463 w 3114960"/>
              <a:gd name="connsiteY21593" fmla="*/ 4751451 h 5143785"/>
              <a:gd name="connsiteX21594" fmla="*/ 1027557 w 3114960"/>
              <a:gd name="connsiteY21594" fmla="*/ 4746974 h 5143785"/>
              <a:gd name="connsiteX21595" fmla="*/ 1037463 w 3114960"/>
              <a:gd name="connsiteY21595" fmla="*/ 4742593 h 5143785"/>
              <a:gd name="connsiteX21596" fmla="*/ 1027652 w 3114960"/>
              <a:gd name="connsiteY21596" fmla="*/ 4738212 h 5143785"/>
              <a:gd name="connsiteX21597" fmla="*/ 1037463 w 3114960"/>
              <a:gd name="connsiteY21597" fmla="*/ 4733830 h 5143785"/>
              <a:gd name="connsiteX21598" fmla="*/ 1027652 w 3114960"/>
              <a:gd name="connsiteY21598" fmla="*/ 4729448 h 5143785"/>
              <a:gd name="connsiteX21599" fmla="*/ 1037463 w 3114960"/>
              <a:gd name="connsiteY21599" fmla="*/ 4725067 h 5143785"/>
              <a:gd name="connsiteX21600" fmla="*/ 1027652 w 3114960"/>
              <a:gd name="connsiteY21600" fmla="*/ 4720686 h 5143785"/>
              <a:gd name="connsiteX21601" fmla="*/ 1037463 w 3114960"/>
              <a:gd name="connsiteY21601" fmla="*/ 4716304 h 5143785"/>
              <a:gd name="connsiteX21602" fmla="*/ 1027652 w 3114960"/>
              <a:gd name="connsiteY21602" fmla="*/ 4711922 h 5143785"/>
              <a:gd name="connsiteX21603" fmla="*/ 1037463 w 3114960"/>
              <a:gd name="connsiteY21603" fmla="*/ 4707541 h 5143785"/>
              <a:gd name="connsiteX21604" fmla="*/ 1027652 w 3114960"/>
              <a:gd name="connsiteY21604" fmla="*/ 4703160 h 5143785"/>
              <a:gd name="connsiteX21605" fmla="*/ 1037463 w 3114960"/>
              <a:gd name="connsiteY21605" fmla="*/ 4698778 h 5143785"/>
              <a:gd name="connsiteX21606" fmla="*/ 1027652 w 3114960"/>
              <a:gd name="connsiteY21606" fmla="*/ 4694396 h 5143785"/>
              <a:gd name="connsiteX21607" fmla="*/ 1037558 w 3114960"/>
              <a:gd name="connsiteY21607" fmla="*/ 4690015 h 5143785"/>
              <a:gd name="connsiteX21608" fmla="*/ 1027652 w 3114960"/>
              <a:gd name="connsiteY21608" fmla="*/ 4685538 h 5143785"/>
              <a:gd name="connsiteX21609" fmla="*/ 1037558 w 3114960"/>
              <a:gd name="connsiteY21609" fmla="*/ 4681157 h 5143785"/>
              <a:gd name="connsiteX21610" fmla="*/ 1027652 w 3114960"/>
              <a:gd name="connsiteY21610" fmla="*/ 4676680 h 5143785"/>
              <a:gd name="connsiteX21611" fmla="*/ 1037558 w 3114960"/>
              <a:gd name="connsiteY21611" fmla="*/ 4672298 h 5143785"/>
              <a:gd name="connsiteX21612" fmla="*/ 1028319 w 3114960"/>
              <a:gd name="connsiteY21612" fmla="*/ 4667917 h 5143785"/>
              <a:gd name="connsiteX21613" fmla="*/ 1029367 w 3114960"/>
              <a:gd name="connsiteY21613" fmla="*/ 4667917 h 5143785"/>
              <a:gd name="connsiteX21614" fmla="*/ 1036034 w 3114960"/>
              <a:gd name="connsiteY21614" fmla="*/ 4661249 h 5143785"/>
              <a:gd name="connsiteX21615" fmla="*/ 1036034 w 3114960"/>
              <a:gd name="connsiteY21615" fmla="*/ 4656773 h 5143785"/>
              <a:gd name="connsiteX21616" fmla="*/ 1075754 w 3114960"/>
              <a:gd name="connsiteY21616" fmla="*/ 4704493 h 5143785"/>
              <a:gd name="connsiteX21617" fmla="*/ 1076039 w 3114960"/>
              <a:gd name="connsiteY21617" fmla="*/ 4785932 h 5143785"/>
              <a:gd name="connsiteX21618" fmla="*/ 1071372 w 3114960"/>
              <a:gd name="connsiteY21618" fmla="*/ 4785932 h 5143785"/>
              <a:gd name="connsiteX21619" fmla="*/ 1066324 w 3114960"/>
              <a:gd name="connsiteY21619" fmla="*/ 4790980 h 5143785"/>
              <a:gd name="connsiteX21620" fmla="*/ 1066324 w 3114960"/>
              <a:gd name="connsiteY21620" fmla="*/ 4803934 h 5143785"/>
              <a:gd name="connsiteX21621" fmla="*/ 1071372 w 3114960"/>
              <a:gd name="connsiteY21621" fmla="*/ 4808982 h 5143785"/>
              <a:gd name="connsiteX21622" fmla="*/ 1084326 w 3114960"/>
              <a:gd name="connsiteY21622" fmla="*/ 4808982 h 5143785"/>
              <a:gd name="connsiteX21623" fmla="*/ 1089374 w 3114960"/>
              <a:gd name="connsiteY21623" fmla="*/ 4803934 h 5143785"/>
              <a:gd name="connsiteX21624" fmla="*/ 1089374 w 3114960"/>
              <a:gd name="connsiteY21624" fmla="*/ 4790980 h 5143785"/>
              <a:gd name="connsiteX21625" fmla="*/ 1084326 w 3114960"/>
              <a:gd name="connsiteY21625" fmla="*/ 4785932 h 5143785"/>
              <a:gd name="connsiteX21626" fmla="*/ 1080802 w 3114960"/>
              <a:gd name="connsiteY21626" fmla="*/ 4785932 h 5143785"/>
              <a:gd name="connsiteX21627" fmla="*/ 1080516 w 3114960"/>
              <a:gd name="connsiteY21627" fmla="*/ 4702779 h 5143785"/>
              <a:gd name="connsiteX21628" fmla="*/ 1036129 w 3114960"/>
              <a:gd name="connsiteY21628" fmla="*/ 4649438 h 5143785"/>
              <a:gd name="connsiteX21629" fmla="*/ 1036129 w 3114960"/>
              <a:gd name="connsiteY21629" fmla="*/ 4649438 h 5143785"/>
              <a:gd name="connsiteX21630" fmla="*/ 1036129 w 3114960"/>
              <a:gd name="connsiteY21630" fmla="*/ 4642390 h 5143785"/>
              <a:gd name="connsiteX21631" fmla="*/ 1029462 w 3114960"/>
              <a:gd name="connsiteY21631" fmla="*/ 4635722 h 5143785"/>
              <a:gd name="connsiteX21632" fmla="*/ 1024604 w 3114960"/>
              <a:gd name="connsiteY21632" fmla="*/ 4635722 h 5143785"/>
              <a:gd name="connsiteX21633" fmla="*/ 1017937 w 3114960"/>
              <a:gd name="connsiteY21633" fmla="*/ 4642390 h 5143785"/>
              <a:gd name="connsiteX21634" fmla="*/ 1017937 w 3114960"/>
              <a:gd name="connsiteY21634" fmla="*/ 4661249 h 5143785"/>
              <a:gd name="connsiteX21635" fmla="*/ 1018794 w 3114960"/>
              <a:gd name="connsiteY21635" fmla="*/ 4664393 h 5143785"/>
              <a:gd name="connsiteX21636" fmla="*/ 1014698 w 3114960"/>
              <a:gd name="connsiteY21636" fmla="*/ 4667822 h 5143785"/>
              <a:gd name="connsiteX21637" fmla="*/ 1024509 w 3114960"/>
              <a:gd name="connsiteY21637" fmla="*/ 4672203 h 5143785"/>
              <a:gd name="connsiteX21638" fmla="*/ 1014603 w 3114960"/>
              <a:gd name="connsiteY21638" fmla="*/ 4676585 h 5143785"/>
              <a:gd name="connsiteX21639" fmla="*/ 1024509 w 3114960"/>
              <a:gd name="connsiteY21639" fmla="*/ 4680966 h 5143785"/>
              <a:gd name="connsiteX21640" fmla="*/ 1014603 w 3114960"/>
              <a:gd name="connsiteY21640" fmla="*/ 4685348 h 5143785"/>
              <a:gd name="connsiteX21641" fmla="*/ 1024509 w 3114960"/>
              <a:gd name="connsiteY21641" fmla="*/ 4689729 h 5143785"/>
              <a:gd name="connsiteX21642" fmla="*/ 1014603 w 3114960"/>
              <a:gd name="connsiteY21642" fmla="*/ 4694111 h 5143785"/>
              <a:gd name="connsiteX21643" fmla="*/ 1024414 w 3114960"/>
              <a:gd name="connsiteY21643" fmla="*/ 4698492 h 5143785"/>
              <a:gd name="connsiteX21644" fmla="*/ 1014603 w 3114960"/>
              <a:gd name="connsiteY21644" fmla="*/ 4702874 h 5143785"/>
              <a:gd name="connsiteX21645" fmla="*/ 1024414 w 3114960"/>
              <a:gd name="connsiteY21645" fmla="*/ 4707255 h 5143785"/>
              <a:gd name="connsiteX21646" fmla="*/ 1014603 w 3114960"/>
              <a:gd name="connsiteY21646" fmla="*/ 4711637 h 5143785"/>
              <a:gd name="connsiteX21647" fmla="*/ 1024414 w 3114960"/>
              <a:gd name="connsiteY21647" fmla="*/ 4716018 h 5143785"/>
              <a:gd name="connsiteX21648" fmla="*/ 1014603 w 3114960"/>
              <a:gd name="connsiteY21648" fmla="*/ 4720400 h 5143785"/>
              <a:gd name="connsiteX21649" fmla="*/ 1024414 w 3114960"/>
              <a:gd name="connsiteY21649" fmla="*/ 4724781 h 5143785"/>
              <a:gd name="connsiteX21650" fmla="*/ 1014603 w 3114960"/>
              <a:gd name="connsiteY21650" fmla="*/ 4729163 h 5143785"/>
              <a:gd name="connsiteX21651" fmla="*/ 1024414 w 3114960"/>
              <a:gd name="connsiteY21651" fmla="*/ 4733544 h 5143785"/>
              <a:gd name="connsiteX21652" fmla="*/ 1014603 w 3114960"/>
              <a:gd name="connsiteY21652" fmla="*/ 4737926 h 5143785"/>
              <a:gd name="connsiteX21653" fmla="*/ 1024414 w 3114960"/>
              <a:gd name="connsiteY21653" fmla="*/ 4742307 h 5143785"/>
              <a:gd name="connsiteX21654" fmla="*/ 1014508 w 3114960"/>
              <a:gd name="connsiteY21654" fmla="*/ 4746689 h 5143785"/>
              <a:gd name="connsiteX21655" fmla="*/ 1024414 w 3114960"/>
              <a:gd name="connsiteY21655" fmla="*/ 4751070 h 5143785"/>
              <a:gd name="connsiteX21656" fmla="*/ 1014508 w 3114960"/>
              <a:gd name="connsiteY21656" fmla="*/ 4755452 h 5143785"/>
              <a:gd name="connsiteX21657" fmla="*/ 1024414 w 3114960"/>
              <a:gd name="connsiteY21657" fmla="*/ 4759929 h 5143785"/>
              <a:gd name="connsiteX21658" fmla="*/ 1014508 w 3114960"/>
              <a:gd name="connsiteY21658" fmla="*/ 4764310 h 5143785"/>
              <a:gd name="connsiteX21659" fmla="*/ 1024414 w 3114960"/>
              <a:gd name="connsiteY21659" fmla="*/ 4768787 h 5143785"/>
              <a:gd name="connsiteX21660" fmla="*/ 1014508 w 3114960"/>
              <a:gd name="connsiteY21660" fmla="*/ 4773168 h 5143785"/>
              <a:gd name="connsiteX21661" fmla="*/ 1024319 w 3114960"/>
              <a:gd name="connsiteY21661" fmla="*/ 4777550 h 5143785"/>
              <a:gd name="connsiteX21662" fmla="*/ 1014413 w 3114960"/>
              <a:gd name="connsiteY21662" fmla="*/ 4781931 h 5143785"/>
              <a:gd name="connsiteX21663" fmla="*/ 1079659 w 3114960"/>
              <a:gd name="connsiteY21663" fmla="*/ 4653915 h 5143785"/>
              <a:gd name="connsiteX21664" fmla="*/ 1069658 w 3114960"/>
              <a:gd name="connsiteY21664" fmla="*/ 4649057 h 5143785"/>
              <a:gd name="connsiteX21665" fmla="*/ 1074515 w 3114960"/>
              <a:gd name="connsiteY21665" fmla="*/ 4639056 h 5143785"/>
              <a:gd name="connsiteX21666" fmla="*/ 1077087 w 3114960"/>
              <a:gd name="connsiteY21666" fmla="*/ 4638580 h 5143785"/>
              <a:gd name="connsiteX21667" fmla="*/ 1084517 w 3114960"/>
              <a:gd name="connsiteY21667" fmla="*/ 4643819 h 5143785"/>
              <a:gd name="connsiteX21668" fmla="*/ 1079659 w 3114960"/>
              <a:gd name="connsiteY21668" fmla="*/ 4653820 h 5143785"/>
              <a:gd name="connsiteX21669" fmla="*/ 1084802 w 3114960"/>
              <a:gd name="connsiteY21669" fmla="*/ 4790885 h 5143785"/>
              <a:gd name="connsiteX21670" fmla="*/ 1084802 w 3114960"/>
              <a:gd name="connsiteY21670" fmla="*/ 4803839 h 5143785"/>
              <a:gd name="connsiteX21671" fmla="*/ 1084517 w 3114960"/>
              <a:gd name="connsiteY21671" fmla="*/ 4804124 h 5143785"/>
              <a:gd name="connsiteX21672" fmla="*/ 1071277 w 3114960"/>
              <a:gd name="connsiteY21672" fmla="*/ 4803839 h 5143785"/>
              <a:gd name="connsiteX21673" fmla="*/ 1071563 w 3114960"/>
              <a:gd name="connsiteY21673" fmla="*/ 4790599 h 5143785"/>
              <a:gd name="connsiteX21674" fmla="*/ 1084802 w 3114960"/>
              <a:gd name="connsiteY21674" fmla="*/ 4790885 h 5143785"/>
              <a:gd name="connsiteX21675" fmla="*/ 1022699 w 3114960"/>
              <a:gd name="connsiteY21675" fmla="*/ 4661154 h 5143785"/>
              <a:gd name="connsiteX21676" fmla="*/ 1022699 w 3114960"/>
              <a:gd name="connsiteY21676" fmla="*/ 4642295 h 5143785"/>
              <a:gd name="connsiteX21677" fmla="*/ 1024604 w 3114960"/>
              <a:gd name="connsiteY21677" fmla="*/ 4640390 h 5143785"/>
              <a:gd name="connsiteX21678" fmla="*/ 1029462 w 3114960"/>
              <a:gd name="connsiteY21678" fmla="*/ 4640390 h 5143785"/>
              <a:gd name="connsiteX21679" fmla="*/ 1031367 w 3114960"/>
              <a:gd name="connsiteY21679" fmla="*/ 4642295 h 5143785"/>
              <a:gd name="connsiteX21680" fmla="*/ 1031367 w 3114960"/>
              <a:gd name="connsiteY21680" fmla="*/ 4661154 h 5143785"/>
              <a:gd name="connsiteX21681" fmla="*/ 1029462 w 3114960"/>
              <a:gd name="connsiteY21681" fmla="*/ 4663059 h 5143785"/>
              <a:gd name="connsiteX21682" fmla="*/ 1024604 w 3114960"/>
              <a:gd name="connsiteY21682" fmla="*/ 4663059 h 5143785"/>
              <a:gd name="connsiteX21683" fmla="*/ 1022699 w 3114960"/>
              <a:gd name="connsiteY21683" fmla="*/ 4661154 h 5143785"/>
              <a:gd name="connsiteX21684" fmla="*/ 1022699 w 3114960"/>
              <a:gd name="connsiteY21684" fmla="*/ 4788885 h 5143785"/>
              <a:gd name="connsiteX21685" fmla="*/ 1024604 w 3114960"/>
              <a:gd name="connsiteY21685" fmla="*/ 4786979 h 5143785"/>
              <a:gd name="connsiteX21686" fmla="*/ 1029462 w 3114960"/>
              <a:gd name="connsiteY21686" fmla="*/ 4786979 h 5143785"/>
              <a:gd name="connsiteX21687" fmla="*/ 1031367 w 3114960"/>
              <a:gd name="connsiteY21687" fmla="*/ 4788885 h 5143785"/>
              <a:gd name="connsiteX21688" fmla="*/ 1031367 w 3114960"/>
              <a:gd name="connsiteY21688" fmla="*/ 4807744 h 5143785"/>
              <a:gd name="connsiteX21689" fmla="*/ 1029462 w 3114960"/>
              <a:gd name="connsiteY21689" fmla="*/ 4809649 h 5143785"/>
              <a:gd name="connsiteX21690" fmla="*/ 1024604 w 3114960"/>
              <a:gd name="connsiteY21690" fmla="*/ 4809649 h 5143785"/>
              <a:gd name="connsiteX21691" fmla="*/ 1022699 w 3114960"/>
              <a:gd name="connsiteY21691" fmla="*/ 4807744 h 5143785"/>
              <a:gd name="connsiteX21692" fmla="*/ 1022699 w 3114960"/>
              <a:gd name="connsiteY21692" fmla="*/ 4788885 h 5143785"/>
              <a:gd name="connsiteX21693" fmla="*/ 1509332 w 3114960"/>
              <a:gd name="connsiteY21693" fmla="*/ 228791 h 5143785"/>
              <a:gd name="connsiteX21694" fmla="*/ 1509332 w 3114960"/>
              <a:gd name="connsiteY21694" fmla="*/ 222028 h 5143785"/>
              <a:gd name="connsiteX21695" fmla="*/ 1511808 w 3114960"/>
              <a:gd name="connsiteY21695" fmla="*/ 219551 h 5143785"/>
              <a:gd name="connsiteX21696" fmla="*/ 1518571 w 3114960"/>
              <a:gd name="connsiteY21696" fmla="*/ 219551 h 5143785"/>
              <a:gd name="connsiteX21697" fmla="*/ 1521047 w 3114960"/>
              <a:gd name="connsiteY21697" fmla="*/ 222028 h 5143785"/>
              <a:gd name="connsiteX21698" fmla="*/ 1521047 w 3114960"/>
              <a:gd name="connsiteY21698" fmla="*/ 228791 h 5143785"/>
              <a:gd name="connsiteX21699" fmla="*/ 1518571 w 3114960"/>
              <a:gd name="connsiteY21699" fmla="*/ 231267 h 5143785"/>
              <a:gd name="connsiteX21700" fmla="*/ 1511808 w 3114960"/>
              <a:gd name="connsiteY21700" fmla="*/ 231267 h 5143785"/>
              <a:gd name="connsiteX21701" fmla="*/ 1509332 w 3114960"/>
              <a:gd name="connsiteY21701" fmla="*/ 228791 h 5143785"/>
              <a:gd name="connsiteX21702" fmla="*/ 1281398 w 3114960"/>
              <a:gd name="connsiteY21702" fmla="*/ 95 h 5143785"/>
              <a:gd name="connsiteX21703" fmla="*/ 1286161 w 3114960"/>
              <a:gd name="connsiteY21703" fmla="*/ 95 h 5143785"/>
              <a:gd name="connsiteX21704" fmla="*/ 1286161 w 3114960"/>
              <a:gd name="connsiteY21704" fmla="*/ 8382 h 5143785"/>
              <a:gd name="connsiteX21705" fmla="*/ 1275207 w 3114960"/>
              <a:gd name="connsiteY21705" fmla="*/ 19717 h 5143785"/>
              <a:gd name="connsiteX21706" fmla="*/ 1275207 w 3114960"/>
              <a:gd name="connsiteY21706" fmla="*/ 103251 h 5143785"/>
              <a:gd name="connsiteX21707" fmla="*/ 1279398 w 3114960"/>
              <a:gd name="connsiteY21707" fmla="*/ 109347 h 5143785"/>
              <a:gd name="connsiteX21708" fmla="*/ 1272826 w 3114960"/>
              <a:gd name="connsiteY21708" fmla="*/ 115919 h 5143785"/>
              <a:gd name="connsiteX21709" fmla="*/ 1266253 w 3114960"/>
              <a:gd name="connsiteY21709" fmla="*/ 109347 h 5143785"/>
              <a:gd name="connsiteX21710" fmla="*/ 1270445 w 3114960"/>
              <a:gd name="connsiteY21710" fmla="*/ 103251 h 5143785"/>
              <a:gd name="connsiteX21711" fmla="*/ 1270445 w 3114960"/>
              <a:gd name="connsiteY21711" fmla="*/ 17717 h 5143785"/>
              <a:gd name="connsiteX21712" fmla="*/ 1281398 w 3114960"/>
              <a:gd name="connsiteY21712" fmla="*/ 6382 h 5143785"/>
              <a:gd name="connsiteX21713" fmla="*/ 1281398 w 3114960"/>
              <a:gd name="connsiteY21713" fmla="*/ 95 h 5143785"/>
              <a:gd name="connsiteX21714" fmla="*/ 69437 w 3114960"/>
              <a:gd name="connsiteY21714" fmla="*/ 3656171 h 5143785"/>
              <a:gd name="connsiteX21715" fmla="*/ 89440 w 3114960"/>
              <a:gd name="connsiteY21715" fmla="*/ 3656171 h 5143785"/>
              <a:gd name="connsiteX21716" fmla="*/ 89440 w 3114960"/>
              <a:gd name="connsiteY21716" fmla="*/ 3660934 h 5143785"/>
              <a:gd name="connsiteX21717" fmla="*/ 69437 w 3114960"/>
              <a:gd name="connsiteY21717" fmla="*/ 3660934 h 5143785"/>
              <a:gd name="connsiteX21718" fmla="*/ 69437 w 3114960"/>
              <a:gd name="connsiteY21718" fmla="*/ 3656171 h 5143785"/>
              <a:gd name="connsiteX21719" fmla="*/ 1886426 w 3114960"/>
              <a:gd name="connsiteY21719" fmla="*/ 430530 h 5143785"/>
              <a:gd name="connsiteX21720" fmla="*/ 1878616 w 3114960"/>
              <a:gd name="connsiteY21720" fmla="*/ 430530 h 5143785"/>
              <a:gd name="connsiteX21721" fmla="*/ 1872901 w 3114960"/>
              <a:gd name="connsiteY21721" fmla="*/ 436245 h 5143785"/>
              <a:gd name="connsiteX21722" fmla="*/ 1872901 w 3114960"/>
              <a:gd name="connsiteY21722" fmla="*/ 444056 h 5143785"/>
              <a:gd name="connsiteX21723" fmla="*/ 1878616 w 3114960"/>
              <a:gd name="connsiteY21723" fmla="*/ 449771 h 5143785"/>
              <a:gd name="connsiteX21724" fmla="*/ 1882521 w 3114960"/>
              <a:gd name="connsiteY21724" fmla="*/ 451390 h 5143785"/>
              <a:gd name="connsiteX21725" fmla="*/ 1886426 w 3114960"/>
              <a:gd name="connsiteY21725" fmla="*/ 449771 h 5143785"/>
              <a:gd name="connsiteX21726" fmla="*/ 1892141 w 3114960"/>
              <a:gd name="connsiteY21726" fmla="*/ 444056 h 5143785"/>
              <a:gd name="connsiteX21727" fmla="*/ 1892141 w 3114960"/>
              <a:gd name="connsiteY21727" fmla="*/ 436245 h 5143785"/>
              <a:gd name="connsiteX21728" fmla="*/ 1890903 w 3114960"/>
              <a:gd name="connsiteY21728" fmla="*/ 435007 h 5143785"/>
              <a:gd name="connsiteX21729" fmla="*/ 1922336 w 3114960"/>
              <a:gd name="connsiteY21729" fmla="*/ 396526 h 5143785"/>
              <a:gd name="connsiteX21730" fmla="*/ 1922336 w 3114960"/>
              <a:gd name="connsiteY21730" fmla="*/ 273844 h 5143785"/>
              <a:gd name="connsiteX21731" fmla="*/ 1940814 w 3114960"/>
              <a:gd name="connsiteY21731" fmla="*/ 248507 h 5143785"/>
              <a:gd name="connsiteX21732" fmla="*/ 1941767 w 3114960"/>
              <a:gd name="connsiteY21732" fmla="*/ 182880 h 5143785"/>
              <a:gd name="connsiteX21733" fmla="*/ 1944338 w 3114960"/>
              <a:gd name="connsiteY21733" fmla="*/ 182023 h 5143785"/>
              <a:gd name="connsiteX21734" fmla="*/ 1950434 w 3114960"/>
              <a:gd name="connsiteY21734" fmla="*/ 175451 h 5143785"/>
              <a:gd name="connsiteX21735" fmla="*/ 1950053 w 3114960"/>
              <a:gd name="connsiteY21735" fmla="*/ 166497 h 5143785"/>
              <a:gd name="connsiteX21736" fmla="*/ 1943481 w 3114960"/>
              <a:gd name="connsiteY21736" fmla="*/ 160401 h 5143785"/>
              <a:gd name="connsiteX21737" fmla="*/ 1928336 w 3114960"/>
              <a:gd name="connsiteY21737" fmla="*/ 167354 h 5143785"/>
              <a:gd name="connsiteX21738" fmla="*/ 1935290 w 3114960"/>
              <a:gd name="connsiteY21738" fmla="*/ 182499 h 5143785"/>
              <a:gd name="connsiteX21739" fmla="*/ 1936909 w 3114960"/>
              <a:gd name="connsiteY21739" fmla="*/ 182785 h 5143785"/>
              <a:gd name="connsiteX21740" fmla="*/ 1935956 w 3114960"/>
              <a:gd name="connsiteY21740" fmla="*/ 247079 h 5143785"/>
              <a:gd name="connsiteX21741" fmla="*/ 1917478 w 3114960"/>
              <a:gd name="connsiteY21741" fmla="*/ 272510 h 5143785"/>
              <a:gd name="connsiteX21742" fmla="*/ 1917478 w 3114960"/>
              <a:gd name="connsiteY21742" fmla="*/ 395097 h 5143785"/>
              <a:gd name="connsiteX21743" fmla="*/ 1887379 w 3114960"/>
              <a:gd name="connsiteY21743" fmla="*/ 431959 h 5143785"/>
              <a:gd name="connsiteX21744" fmla="*/ 1886331 w 3114960"/>
              <a:gd name="connsiteY21744" fmla="*/ 430911 h 5143785"/>
              <a:gd name="connsiteX21745" fmla="*/ 1932813 w 3114960"/>
              <a:gd name="connsiteY21745" fmla="*/ 168783 h 5143785"/>
              <a:gd name="connsiteX21746" fmla="*/ 1939385 w 3114960"/>
              <a:gd name="connsiteY21746" fmla="*/ 164211 h 5143785"/>
              <a:gd name="connsiteX21747" fmla="*/ 1941767 w 3114960"/>
              <a:gd name="connsiteY21747" fmla="*/ 164687 h 5143785"/>
              <a:gd name="connsiteX21748" fmla="*/ 1945672 w 3114960"/>
              <a:gd name="connsiteY21748" fmla="*/ 168307 h 5143785"/>
              <a:gd name="connsiteX21749" fmla="*/ 1945862 w 3114960"/>
              <a:gd name="connsiteY21749" fmla="*/ 173641 h 5143785"/>
              <a:gd name="connsiteX21750" fmla="*/ 1942243 w 3114960"/>
              <a:gd name="connsiteY21750" fmla="*/ 177546 h 5143785"/>
              <a:gd name="connsiteX21751" fmla="*/ 1936909 w 3114960"/>
              <a:gd name="connsiteY21751" fmla="*/ 177737 h 5143785"/>
              <a:gd name="connsiteX21752" fmla="*/ 1932813 w 3114960"/>
              <a:gd name="connsiteY21752" fmla="*/ 168783 h 5143785"/>
              <a:gd name="connsiteX21753" fmla="*/ 1888712 w 3114960"/>
              <a:gd name="connsiteY21753" fmla="*/ 440627 h 5143785"/>
              <a:gd name="connsiteX21754" fmla="*/ 1882997 w 3114960"/>
              <a:gd name="connsiteY21754" fmla="*/ 446342 h 5143785"/>
              <a:gd name="connsiteX21755" fmla="*/ 1881950 w 3114960"/>
              <a:gd name="connsiteY21755" fmla="*/ 446342 h 5143785"/>
              <a:gd name="connsiteX21756" fmla="*/ 1876235 w 3114960"/>
              <a:gd name="connsiteY21756" fmla="*/ 440627 h 5143785"/>
              <a:gd name="connsiteX21757" fmla="*/ 1876235 w 3114960"/>
              <a:gd name="connsiteY21757" fmla="*/ 439579 h 5143785"/>
              <a:gd name="connsiteX21758" fmla="*/ 1881950 w 3114960"/>
              <a:gd name="connsiteY21758" fmla="*/ 433864 h 5143785"/>
              <a:gd name="connsiteX21759" fmla="*/ 1882426 w 3114960"/>
              <a:gd name="connsiteY21759" fmla="*/ 433673 h 5143785"/>
              <a:gd name="connsiteX21760" fmla="*/ 1882997 w 3114960"/>
              <a:gd name="connsiteY21760" fmla="*/ 433864 h 5143785"/>
              <a:gd name="connsiteX21761" fmla="*/ 1888712 w 3114960"/>
              <a:gd name="connsiteY21761" fmla="*/ 439579 h 5143785"/>
              <a:gd name="connsiteX21762" fmla="*/ 1888712 w 3114960"/>
              <a:gd name="connsiteY21762" fmla="*/ 440627 h 5143785"/>
              <a:gd name="connsiteX21763" fmla="*/ 93917 w 3114960"/>
              <a:gd name="connsiteY21763" fmla="*/ 3606546 h 5143785"/>
              <a:gd name="connsiteX21764" fmla="*/ 114586 w 3114960"/>
              <a:gd name="connsiteY21764" fmla="*/ 3606355 h 5143785"/>
              <a:gd name="connsiteX21765" fmla="*/ 116491 w 3114960"/>
              <a:gd name="connsiteY21765" fmla="*/ 3611309 h 5143785"/>
              <a:gd name="connsiteX21766" fmla="*/ 124587 w 3114960"/>
              <a:gd name="connsiteY21766" fmla="*/ 3616643 h 5143785"/>
              <a:gd name="connsiteX21767" fmla="*/ 126968 w 3114960"/>
              <a:gd name="connsiteY21767" fmla="*/ 3616833 h 5143785"/>
              <a:gd name="connsiteX21768" fmla="*/ 134112 w 3114960"/>
              <a:gd name="connsiteY21768" fmla="*/ 3614642 h 5143785"/>
              <a:gd name="connsiteX21769" fmla="*/ 139446 w 3114960"/>
              <a:gd name="connsiteY21769" fmla="*/ 3606546 h 5143785"/>
              <a:gd name="connsiteX21770" fmla="*/ 137446 w 3114960"/>
              <a:gd name="connsiteY21770" fmla="*/ 3597021 h 5143785"/>
              <a:gd name="connsiteX21771" fmla="*/ 129350 w 3114960"/>
              <a:gd name="connsiteY21771" fmla="*/ 3591782 h 5143785"/>
              <a:gd name="connsiteX21772" fmla="*/ 119920 w 3114960"/>
              <a:gd name="connsiteY21772" fmla="*/ 3593783 h 5143785"/>
              <a:gd name="connsiteX21773" fmla="*/ 114681 w 3114960"/>
              <a:gd name="connsiteY21773" fmla="*/ 3601688 h 5143785"/>
              <a:gd name="connsiteX21774" fmla="*/ 95726 w 3114960"/>
              <a:gd name="connsiteY21774" fmla="*/ 3601879 h 5143785"/>
              <a:gd name="connsiteX21775" fmla="*/ 191 w 3114960"/>
              <a:gd name="connsiteY21775" fmla="*/ 3519107 h 5143785"/>
              <a:gd name="connsiteX21776" fmla="*/ 191 w 3114960"/>
              <a:gd name="connsiteY21776" fmla="*/ 3525393 h 5143785"/>
              <a:gd name="connsiteX21777" fmla="*/ 93345 w 3114960"/>
              <a:gd name="connsiteY21777" fmla="*/ 3606070 h 5143785"/>
              <a:gd name="connsiteX21778" fmla="*/ 94012 w 3114960"/>
              <a:gd name="connsiteY21778" fmla="*/ 3606642 h 5143785"/>
              <a:gd name="connsiteX21779" fmla="*/ 122492 w 3114960"/>
              <a:gd name="connsiteY21779" fmla="*/ 3597593 h 5143785"/>
              <a:gd name="connsiteX21780" fmla="*/ 122492 w 3114960"/>
              <a:gd name="connsiteY21780" fmla="*/ 3597593 h 5143785"/>
              <a:gd name="connsiteX21781" fmla="*/ 126968 w 3114960"/>
              <a:gd name="connsiteY21781" fmla="*/ 3596259 h 5143785"/>
              <a:gd name="connsiteX21782" fmla="*/ 133445 w 3114960"/>
              <a:gd name="connsiteY21782" fmla="*/ 3599688 h 5143785"/>
              <a:gd name="connsiteX21783" fmla="*/ 134684 w 3114960"/>
              <a:gd name="connsiteY21783" fmla="*/ 3605594 h 5143785"/>
              <a:gd name="connsiteX21784" fmla="*/ 131350 w 3114960"/>
              <a:gd name="connsiteY21784" fmla="*/ 3610642 h 5143785"/>
              <a:gd name="connsiteX21785" fmla="*/ 125444 w 3114960"/>
              <a:gd name="connsiteY21785" fmla="*/ 3611880 h 5143785"/>
              <a:gd name="connsiteX21786" fmla="*/ 120396 w 3114960"/>
              <a:gd name="connsiteY21786" fmla="*/ 3608546 h 5143785"/>
              <a:gd name="connsiteX21787" fmla="*/ 119158 w 3114960"/>
              <a:gd name="connsiteY21787" fmla="*/ 3602641 h 5143785"/>
              <a:gd name="connsiteX21788" fmla="*/ 122492 w 3114960"/>
              <a:gd name="connsiteY21788" fmla="*/ 3597593 h 5143785"/>
              <a:gd name="connsiteX21789" fmla="*/ 29528 w 3114960"/>
              <a:gd name="connsiteY21789" fmla="*/ 3656171 h 5143785"/>
              <a:gd name="connsiteX21790" fmla="*/ 49530 w 3114960"/>
              <a:gd name="connsiteY21790" fmla="*/ 3656171 h 5143785"/>
              <a:gd name="connsiteX21791" fmla="*/ 49530 w 3114960"/>
              <a:gd name="connsiteY21791" fmla="*/ 3660934 h 5143785"/>
              <a:gd name="connsiteX21792" fmla="*/ 29528 w 3114960"/>
              <a:gd name="connsiteY21792" fmla="*/ 3660934 h 5143785"/>
              <a:gd name="connsiteX21793" fmla="*/ 29528 w 3114960"/>
              <a:gd name="connsiteY21793" fmla="*/ 3656171 h 5143785"/>
              <a:gd name="connsiteX21794" fmla="*/ 1446181 w 3114960"/>
              <a:gd name="connsiteY21794" fmla="*/ 2361629 h 5143785"/>
              <a:gd name="connsiteX21795" fmla="*/ 1438275 w 3114960"/>
              <a:gd name="connsiteY21795" fmla="*/ 2353818 h 5143785"/>
              <a:gd name="connsiteX21796" fmla="*/ 1427131 w 3114960"/>
              <a:gd name="connsiteY21796" fmla="*/ 2353818 h 5143785"/>
              <a:gd name="connsiteX21797" fmla="*/ 1419320 w 3114960"/>
              <a:gd name="connsiteY21797" fmla="*/ 2361724 h 5143785"/>
              <a:gd name="connsiteX21798" fmla="*/ 1418368 w 3114960"/>
              <a:gd name="connsiteY21798" fmla="*/ 2365439 h 5143785"/>
              <a:gd name="connsiteX21799" fmla="*/ 1365695 w 3114960"/>
              <a:gd name="connsiteY21799" fmla="*/ 2365439 h 5143785"/>
              <a:gd name="connsiteX21800" fmla="*/ 1290638 w 3114960"/>
              <a:gd name="connsiteY21800" fmla="*/ 2431161 h 5143785"/>
              <a:gd name="connsiteX21801" fmla="*/ 1267778 w 3114960"/>
              <a:gd name="connsiteY21801" fmla="*/ 2431352 h 5143785"/>
              <a:gd name="connsiteX21802" fmla="*/ 1170908 w 3114960"/>
              <a:gd name="connsiteY21802" fmla="*/ 2508695 h 5143785"/>
              <a:gd name="connsiteX21803" fmla="*/ 1155668 w 3114960"/>
              <a:gd name="connsiteY21803" fmla="*/ 2506123 h 5143785"/>
              <a:gd name="connsiteX21804" fmla="*/ 1147858 w 3114960"/>
              <a:gd name="connsiteY21804" fmla="*/ 2525173 h 5143785"/>
              <a:gd name="connsiteX21805" fmla="*/ 1161288 w 3114960"/>
              <a:gd name="connsiteY21805" fmla="*/ 2534126 h 5143785"/>
              <a:gd name="connsiteX21806" fmla="*/ 1166908 w 3114960"/>
              <a:gd name="connsiteY21806" fmla="*/ 2532984 h 5143785"/>
              <a:gd name="connsiteX21807" fmla="*/ 1174718 w 3114960"/>
              <a:gd name="connsiteY21807" fmla="*/ 2513934 h 5143785"/>
              <a:gd name="connsiteX21808" fmla="*/ 1173861 w 3114960"/>
              <a:gd name="connsiteY21808" fmla="*/ 2512409 h 5143785"/>
              <a:gd name="connsiteX21809" fmla="*/ 1269492 w 3114960"/>
              <a:gd name="connsiteY21809" fmla="*/ 2436114 h 5143785"/>
              <a:gd name="connsiteX21810" fmla="*/ 1292543 w 3114960"/>
              <a:gd name="connsiteY21810" fmla="*/ 2435924 h 5143785"/>
              <a:gd name="connsiteX21811" fmla="*/ 1367504 w 3114960"/>
              <a:gd name="connsiteY21811" fmla="*/ 2370201 h 5143785"/>
              <a:gd name="connsiteX21812" fmla="*/ 1418558 w 3114960"/>
              <a:gd name="connsiteY21812" fmla="*/ 2370201 h 5143785"/>
              <a:gd name="connsiteX21813" fmla="*/ 1419416 w 3114960"/>
              <a:gd name="connsiteY21813" fmla="*/ 2372868 h 5143785"/>
              <a:gd name="connsiteX21814" fmla="*/ 1432846 w 3114960"/>
              <a:gd name="connsiteY21814" fmla="*/ 2381822 h 5143785"/>
              <a:gd name="connsiteX21815" fmla="*/ 1438466 w 3114960"/>
              <a:gd name="connsiteY21815" fmla="*/ 2380679 h 5143785"/>
              <a:gd name="connsiteX21816" fmla="*/ 1446276 w 3114960"/>
              <a:gd name="connsiteY21816" fmla="*/ 2372773 h 5143785"/>
              <a:gd name="connsiteX21817" fmla="*/ 1447133 w 3114960"/>
              <a:gd name="connsiteY21817" fmla="*/ 2370011 h 5143785"/>
              <a:gd name="connsiteX21818" fmla="*/ 1523714 w 3114960"/>
              <a:gd name="connsiteY21818" fmla="*/ 2370011 h 5143785"/>
              <a:gd name="connsiteX21819" fmla="*/ 1542860 w 3114960"/>
              <a:gd name="connsiteY21819" fmla="*/ 2347817 h 5143785"/>
              <a:gd name="connsiteX21820" fmla="*/ 1607153 w 3114960"/>
              <a:gd name="connsiteY21820" fmla="*/ 2347817 h 5143785"/>
              <a:gd name="connsiteX21821" fmla="*/ 1607153 w 3114960"/>
              <a:gd name="connsiteY21821" fmla="*/ 2350770 h 5143785"/>
              <a:gd name="connsiteX21822" fmla="*/ 1613440 w 3114960"/>
              <a:gd name="connsiteY21822" fmla="*/ 2357057 h 5143785"/>
              <a:gd name="connsiteX21823" fmla="*/ 1626680 w 3114960"/>
              <a:gd name="connsiteY21823" fmla="*/ 2357057 h 5143785"/>
              <a:gd name="connsiteX21824" fmla="*/ 1632966 w 3114960"/>
              <a:gd name="connsiteY21824" fmla="*/ 2350770 h 5143785"/>
              <a:gd name="connsiteX21825" fmla="*/ 1632966 w 3114960"/>
              <a:gd name="connsiteY21825" fmla="*/ 2337530 h 5143785"/>
              <a:gd name="connsiteX21826" fmla="*/ 1626680 w 3114960"/>
              <a:gd name="connsiteY21826" fmla="*/ 2331244 h 5143785"/>
              <a:gd name="connsiteX21827" fmla="*/ 1613440 w 3114960"/>
              <a:gd name="connsiteY21827" fmla="*/ 2331244 h 5143785"/>
              <a:gd name="connsiteX21828" fmla="*/ 1607153 w 3114960"/>
              <a:gd name="connsiteY21828" fmla="*/ 2337530 h 5143785"/>
              <a:gd name="connsiteX21829" fmla="*/ 1607153 w 3114960"/>
              <a:gd name="connsiteY21829" fmla="*/ 2343055 h 5143785"/>
              <a:gd name="connsiteX21830" fmla="*/ 1540669 w 3114960"/>
              <a:gd name="connsiteY21830" fmla="*/ 2343055 h 5143785"/>
              <a:gd name="connsiteX21831" fmla="*/ 1521524 w 3114960"/>
              <a:gd name="connsiteY21831" fmla="*/ 2365248 h 5143785"/>
              <a:gd name="connsiteX21832" fmla="*/ 1447228 w 3114960"/>
              <a:gd name="connsiteY21832" fmla="*/ 2365248 h 5143785"/>
              <a:gd name="connsiteX21833" fmla="*/ 1446276 w 3114960"/>
              <a:gd name="connsiteY21833" fmla="*/ 2361629 h 5143785"/>
              <a:gd name="connsiteX21834" fmla="*/ 1165193 w 3114960"/>
              <a:gd name="connsiteY21834" fmla="*/ 2528602 h 5143785"/>
              <a:gd name="connsiteX21835" fmla="*/ 1152335 w 3114960"/>
              <a:gd name="connsiteY21835" fmla="*/ 2523363 h 5143785"/>
              <a:gd name="connsiteX21836" fmla="*/ 1157573 w 3114960"/>
              <a:gd name="connsiteY21836" fmla="*/ 2510504 h 5143785"/>
              <a:gd name="connsiteX21837" fmla="*/ 1161383 w 3114960"/>
              <a:gd name="connsiteY21837" fmla="*/ 2509742 h 5143785"/>
              <a:gd name="connsiteX21838" fmla="*/ 1170432 w 3114960"/>
              <a:gd name="connsiteY21838" fmla="*/ 2515743 h 5143785"/>
              <a:gd name="connsiteX21839" fmla="*/ 1165193 w 3114960"/>
              <a:gd name="connsiteY21839" fmla="*/ 2528602 h 5143785"/>
              <a:gd name="connsiteX21840" fmla="*/ 1441895 w 3114960"/>
              <a:gd name="connsiteY21840" fmla="*/ 2370963 h 5143785"/>
              <a:gd name="connsiteX21841" fmla="*/ 1436656 w 3114960"/>
              <a:gd name="connsiteY21841" fmla="*/ 2376297 h 5143785"/>
              <a:gd name="connsiteX21842" fmla="*/ 1423892 w 3114960"/>
              <a:gd name="connsiteY21842" fmla="*/ 2371058 h 5143785"/>
              <a:gd name="connsiteX21843" fmla="*/ 1423892 w 3114960"/>
              <a:gd name="connsiteY21843" fmla="*/ 2363534 h 5143785"/>
              <a:gd name="connsiteX21844" fmla="*/ 1429131 w 3114960"/>
              <a:gd name="connsiteY21844" fmla="*/ 2358200 h 5143785"/>
              <a:gd name="connsiteX21845" fmla="*/ 1432941 w 3114960"/>
              <a:gd name="connsiteY21845" fmla="*/ 2357438 h 5143785"/>
              <a:gd name="connsiteX21846" fmla="*/ 1436656 w 3114960"/>
              <a:gd name="connsiteY21846" fmla="*/ 2358200 h 5143785"/>
              <a:gd name="connsiteX21847" fmla="*/ 1441990 w 3114960"/>
              <a:gd name="connsiteY21847" fmla="*/ 2363438 h 5143785"/>
              <a:gd name="connsiteX21848" fmla="*/ 1441990 w 3114960"/>
              <a:gd name="connsiteY21848" fmla="*/ 2370963 h 5143785"/>
              <a:gd name="connsiteX21849" fmla="*/ 49149 w 3114960"/>
              <a:gd name="connsiteY21849" fmla="*/ 249745 h 5143785"/>
              <a:gd name="connsiteX21850" fmla="*/ 59531 w 3114960"/>
              <a:gd name="connsiteY21850" fmla="*/ 239363 h 5143785"/>
              <a:gd name="connsiteX21851" fmla="*/ 49149 w 3114960"/>
              <a:gd name="connsiteY21851" fmla="*/ 228981 h 5143785"/>
              <a:gd name="connsiteX21852" fmla="*/ 39243 w 3114960"/>
              <a:gd name="connsiteY21852" fmla="*/ 236982 h 5143785"/>
              <a:gd name="connsiteX21853" fmla="*/ 1048 w 3114960"/>
              <a:gd name="connsiteY21853" fmla="*/ 236982 h 5143785"/>
              <a:gd name="connsiteX21854" fmla="*/ 95 w 3114960"/>
              <a:gd name="connsiteY21854" fmla="*/ 236125 h 5143785"/>
              <a:gd name="connsiteX21855" fmla="*/ 95 w 3114960"/>
              <a:gd name="connsiteY21855" fmla="*/ 241745 h 5143785"/>
              <a:gd name="connsiteX21856" fmla="*/ 39243 w 3114960"/>
              <a:gd name="connsiteY21856" fmla="*/ 241745 h 5143785"/>
              <a:gd name="connsiteX21857" fmla="*/ 49149 w 3114960"/>
              <a:gd name="connsiteY21857" fmla="*/ 249745 h 5143785"/>
              <a:gd name="connsiteX21858" fmla="*/ 49149 w 3114960"/>
              <a:gd name="connsiteY21858" fmla="*/ 233648 h 5143785"/>
              <a:gd name="connsiteX21859" fmla="*/ 54769 w 3114960"/>
              <a:gd name="connsiteY21859" fmla="*/ 239268 h 5143785"/>
              <a:gd name="connsiteX21860" fmla="*/ 49149 w 3114960"/>
              <a:gd name="connsiteY21860" fmla="*/ 244888 h 5143785"/>
              <a:gd name="connsiteX21861" fmla="*/ 43529 w 3114960"/>
              <a:gd name="connsiteY21861" fmla="*/ 239268 h 5143785"/>
              <a:gd name="connsiteX21862" fmla="*/ 49149 w 3114960"/>
              <a:gd name="connsiteY21862" fmla="*/ 233648 h 5143785"/>
              <a:gd name="connsiteX21863" fmla="*/ 1439513 w 3114960"/>
              <a:gd name="connsiteY21863" fmla="*/ 2364391 h 5143785"/>
              <a:gd name="connsiteX21864" fmla="*/ 1435703 w 3114960"/>
              <a:gd name="connsiteY21864" fmla="*/ 2373821 h 5143785"/>
              <a:gd name="connsiteX21865" fmla="*/ 1426274 w 3114960"/>
              <a:gd name="connsiteY21865" fmla="*/ 2370011 h 5143785"/>
              <a:gd name="connsiteX21866" fmla="*/ 1430179 w 3114960"/>
              <a:gd name="connsiteY21866" fmla="*/ 2360581 h 5143785"/>
              <a:gd name="connsiteX21867" fmla="*/ 1439609 w 3114960"/>
              <a:gd name="connsiteY21867" fmla="*/ 2364391 h 5143785"/>
              <a:gd name="connsiteX21868" fmla="*/ 60770 w 3114960"/>
              <a:gd name="connsiteY21868" fmla="*/ 3621596 h 5143785"/>
              <a:gd name="connsiteX21869" fmla="*/ 44101 w 3114960"/>
              <a:gd name="connsiteY21869" fmla="*/ 3615119 h 5143785"/>
              <a:gd name="connsiteX21870" fmla="*/ 44101 w 3114960"/>
              <a:gd name="connsiteY21870" fmla="*/ 3615119 h 5143785"/>
              <a:gd name="connsiteX21871" fmla="*/ 42291 w 3114960"/>
              <a:gd name="connsiteY21871" fmla="*/ 3616452 h 5143785"/>
              <a:gd name="connsiteX21872" fmla="*/ 95 w 3114960"/>
              <a:gd name="connsiteY21872" fmla="*/ 3579590 h 5143785"/>
              <a:gd name="connsiteX21873" fmla="*/ 95 w 3114960"/>
              <a:gd name="connsiteY21873" fmla="*/ 3585877 h 5143785"/>
              <a:gd name="connsiteX21874" fmla="*/ 38862 w 3114960"/>
              <a:gd name="connsiteY21874" fmla="*/ 3619786 h 5143785"/>
              <a:gd name="connsiteX21875" fmla="*/ 37624 w 3114960"/>
              <a:gd name="connsiteY21875" fmla="*/ 3631787 h 5143785"/>
              <a:gd name="connsiteX21876" fmla="*/ 49244 w 3114960"/>
              <a:gd name="connsiteY21876" fmla="*/ 3639312 h 5143785"/>
              <a:gd name="connsiteX21877" fmla="*/ 54293 w 3114960"/>
              <a:gd name="connsiteY21877" fmla="*/ 3638264 h 5143785"/>
              <a:gd name="connsiteX21878" fmla="*/ 60770 w 3114960"/>
              <a:gd name="connsiteY21878" fmla="*/ 3621596 h 5143785"/>
              <a:gd name="connsiteX21879" fmla="*/ 42005 w 3114960"/>
              <a:gd name="connsiteY21879" fmla="*/ 3629787 h 5143785"/>
              <a:gd name="connsiteX21880" fmla="*/ 46006 w 3114960"/>
              <a:gd name="connsiteY21880" fmla="*/ 3619405 h 5143785"/>
              <a:gd name="connsiteX21881" fmla="*/ 56388 w 3114960"/>
              <a:gd name="connsiteY21881" fmla="*/ 3623405 h 5143785"/>
              <a:gd name="connsiteX21882" fmla="*/ 52387 w 3114960"/>
              <a:gd name="connsiteY21882" fmla="*/ 3633788 h 5143785"/>
              <a:gd name="connsiteX21883" fmla="*/ 42005 w 3114960"/>
              <a:gd name="connsiteY21883" fmla="*/ 3629787 h 5143785"/>
              <a:gd name="connsiteX21884" fmla="*/ 91059 w 3114960"/>
              <a:gd name="connsiteY21884" fmla="*/ 3718084 h 5143785"/>
              <a:gd name="connsiteX21885" fmla="*/ 91059 w 3114960"/>
              <a:gd name="connsiteY21885" fmla="*/ 3722846 h 5143785"/>
              <a:gd name="connsiteX21886" fmla="*/ 72676 w 3114960"/>
              <a:gd name="connsiteY21886" fmla="*/ 3722846 h 5143785"/>
              <a:gd name="connsiteX21887" fmla="*/ 72676 w 3114960"/>
              <a:gd name="connsiteY21887" fmla="*/ 3718084 h 5143785"/>
              <a:gd name="connsiteX21888" fmla="*/ 91059 w 3114960"/>
              <a:gd name="connsiteY21888" fmla="*/ 3718084 h 5143785"/>
              <a:gd name="connsiteX21889" fmla="*/ 96869 w 3114960"/>
              <a:gd name="connsiteY21889" fmla="*/ 1165860 h 5143785"/>
              <a:gd name="connsiteX21890" fmla="*/ 186595 w 3114960"/>
              <a:gd name="connsiteY21890" fmla="*/ 1165860 h 5143785"/>
              <a:gd name="connsiteX21891" fmla="*/ 195548 w 3114960"/>
              <a:gd name="connsiteY21891" fmla="*/ 1172909 h 5143785"/>
              <a:gd name="connsiteX21892" fmla="*/ 204978 w 3114960"/>
              <a:gd name="connsiteY21892" fmla="*/ 1163479 h 5143785"/>
              <a:gd name="connsiteX21893" fmla="*/ 195548 w 3114960"/>
              <a:gd name="connsiteY21893" fmla="*/ 1154049 h 5143785"/>
              <a:gd name="connsiteX21894" fmla="*/ 186595 w 3114960"/>
              <a:gd name="connsiteY21894" fmla="*/ 1161098 h 5143785"/>
              <a:gd name="connsiteX21895" fmla="*/ 94774 w 3114960"/>
              <a:gd name="connsiteY21895" fmla="*/ 1161098 h 5143785"/>
              <a:gd name="connsiteX21896" fmla="*/ 61722 w 3114960"/>
              <a:gd name="connsiteY21896" fmla="*/ 1196150 h 5143785"/>
              <a:gd name="connsiteX21897" fmla="*/ 61722 w 3114960"/>
              <a:gd name="connsiteY21897" fmla="*/ 1293305 h 5143785"/>
              <a:gd name="connsiteX21898" fmla="*/ 54674 w 3114960"/>
              <a:gd name="connsiteY21898" fmla="*/ 1302258 h 5143785"/>
              <a:gd name="connsiteX21899" fmla="*/ 64103 w 3114960"/>
              <a:gd name="connsiteY21899" fmla="*/ 1311688 h 5143785"/>
              <a:gd name="connsiteX21900" fmla="*/ 73533 w 3114960"/>
              <a:gd name="connsiteY21900" fmla="*/ 1302258 h 5143785"/>
              <a:gd name="connsiteX21901" fmla="*/ 66485 w 3114960"/>
              <a:gd name="connsiteY21901" fmla="*/ 1293305 h 5143785"/>
              <a:gd name="connsiteX21902" fmla="*/ 66485 w 3114960"/>
              <a:gd name="connsiteY21902" fmla="*/ 1198055 h 5143785"/>
              <a:gd name="connsiteX21903" fmla="*/ 96869 w 3114960"/>
              <a:gd name="connsiteY21903" fmla="*/ 1165860 h 5143785"/>
              <a:gd name="connsiteX21904" fmla="*/ 195548 w 3114960"/>
              <a:gd name="connsiteY21904" fmla="*/ 1158812 h 5143785"/>
              <a:gd name="connsiteX21905" fmla="*/ 200216 w 3114960"/>
              <a:gd name="connsiteY21905" fmla="*/ 1163479 h 5143785"/>
              <a:gd name="connsiteX21906" fmla="*/ 195548 w 3114960"/>
              <a:gd name="connsiteY21906" fmla="*/ 1168146 h 5143785"/>
              <a:gd name="connsiteX21907" fmla="*/ 190881 w 3114960"/>
              <a:gd name="connsiteY21907" fmla="*/ 1163479 h 5143785"/>
              <a:gd name="connsiteX21908" fmla="*/ 195548 w 3114960"/>
              <a:gd name="connsiteY21908" fmla="*/ 1158812 h 5143785"/>
              <a:gd name="connsiteX21909" fmla="*/ 68866 w 3114960"/>
              <a:gd name="connsiteY21909" fmla="*/ 1302353 h 5143785"/>
              <a:gd name="connsiteX21910" fmla="*/ 64199 w 3114960"/>
              <a:gd name="connsiteY21910" fmla="*/ 1307021 h 5143785"/>
              <a:gd name="connsiteX21911" fmla="*/ 59531 w 3114960"/>
              <a:gd name="connsiteY21911" fmla="*/ 1302353 h 5143785"/>
              <a:gd name="connsiteX21912" fmla="*/ 64199 w 3114960"/>
              <a:gd name="connsiteY21912" fmla="*/ 1297686 h 5143785"/>
              <a:gd name="connsiteX21913" fmla="*/ 68866 w 3114960"/>
              <a:gd name="connsiteY21913" fmla="*/ 1302353 h 5143785"/>
              <a:gd name="connsiteX21914" fmla="*/ 56579 w 3114960"/>
              <a:gd name="connsiteY21914" fmla="*/ 4919949 h 5143785"/>
              <a:gd name="connsiteX21915" fmla="*/ 56579 w 3114960"/>
              <a:gd name="connsiteY21915" fmla="*/ 4845558 h 5143785"/>
              <a:gd name="connsiteX21916" fmla="*/ 95 w 3114960"/>
              <a:gd name="connsiteY21916" fmla="*/ 4845558 h 5143785"/>
              <a:gd name="connsiteX21917" fmla="*/ 95 w 3114960"/>
              <a:gd name="connsiteY21917" fmla="*/ 4840796 h 5143785"/>
              <a:gd name="connsiteX21918" fmla="*/ 59150 w 3114960"/>
              <a:gd name="connsiteY21918" fmla="*/ 4840796 h 5143785"/>
              <a:gd name="connsiteX21919" fmla="*/ 60865 w 3114960"/>
              <a:gd name="connsiteY21919" fmla="*/ 4841462 h 5143785"/>
              <a:gd name="connsiteX21920" fmla="*/ 61532 w 3114960"/>
              <a:gd name="connsiteY21920" fmla="*/ 4843177 h 5143785"/>
              <a:gd name="connsiteX21921" fmla="*/ 61532 w 3114960"/>
              <a:gd name="connsiteY21921" fmla="*/ 4920329 h 5143785"/>
              <a:gd name="connsiteX21922" fmla="*/ 66770 w 3114960"/>
              <a:gd name="connsiteY21922" fmla="*/ 4923758 h 5143785"/>
              <a:gd name="connsiteX21923" fmla="*/ 68390 w 3114960"/>
              <a:gd name="connsiteY21923" fmla="*/ 4930997 h 5143785"/>
              <a:gd name="connsiteX21924" fmla="*/ 64294 w 3114960"/>
              <a:gd name="connsiteY21924" fmla="*/ 4937284 h 5143785"/>
              <a:gd name="connsiteX21925" fmla="*/ 50768 w 3114960"/>
              <a:gd name="connsiteY21925" fmla="*/ 4934903 h 5143785"/>
              <a:gd name="connsiteX21926" fmla="*/ 49149 w 3114960"/>
              <a:gd name="connsiteY21926" fmla="*/ 4927664 h 5143785"/>
              <a:gd name="connsiteX21927" fmla="*/ 53245 w 3114960"/>
              <a:gd name="connsiteY21927" fmla="*/ 4921377 h 5143785"/>
              <a:gd name="connsiteX21928" fmla="*/ 56579 w 3114960"/>
              <a:gd name="connsiteY21928" fmla="*/ 4920044 h 5143785"/>
              <a:gd name="connsiteX21929" fmla="*/ 165259 w 3114960"/>
              <a:gd name="connsiteY21929" fmla="*/ 4864704 h 5143785"/>
              <a:gd name="connsiteX21930" fmla="*/ 173736 w 3114960"/>
              <a:gd name="connsiteY21930" fmla="*/ 4873181 h 5143785"/>
              <a:gd name="connsiteX21931" fmla="*/ 173736 w 3114960"/>
              <a:gd name="connsiteY21931" fmla="*/ 4921377 h 5143785"/>
              <a:gd name="connsiteX21932" fmla="*/ 165259 w 3114960"/>
              <a:gd name="connsiteY21932" fmla="*/ 4929854 h 5143785"/>
              <a:gd name="connsiteX21933" fmla="*/ 126683 w 3114960"/>
              <a:gd name="connsiteY21933" fmla="*/ 4929854 h 5143785"/>
              <a:gd name="connsiteX21934" fmla="*/ 120206 w 3114960"/>
              <a:gd name="connsiteY21934" fmla="*/ 4926806 h 5143785"/>
              <a:gd name="connsiteX21935" fmla="*/ 110585 w 3114960"/>
              <a:gd name="connsiteY21935" fmla="*/ 4915376 h 5143785"/>
              <a:gd name="connsiteX21936" fmla="*/ 108585 w 3114960"/>
              <a:gd name="connsiteY21936" fmla="*/ 4909947 h 5143785"/>
              <a:gd name="connsiteX21937" fmla="*/ 108585 w 3114960"/>
              <a:gd name="connsiteY21937" fmla="*/ 4873181 h 5143785"/>
              <a:gd name="connsiteX21938" fmla="*/ 117062 w 3114960"/>
              <a:gd name="connsiteY21938" fmla="*/ 4864704 h 5143785"/>
              <a:gd name="connsiteX21939" fmla="*/ 165259 w 3114960"/>
              <a:gd name="connsiteY21939" fmla="*/ 4864704 h 5143785"/>
              <a:gd name="connsiteX21940" fmla="*/ 95 w 3114960"/>
              <a:gd name="connsiteY21940" fmla="*/ 3753803 h 5143785"/>
              <a:gd name="connsiteX21941" fmla="*/ 93155 w 3114960"/>
              <a:gd name="connsiteY21941" fmla="*/ 3753803 h 5143785"/>
              <a:gd name="connsiteX21942" fmla="*/ 98774 w 3114960"/>
              <a:gd name="connsiteY21942" fmla="*/ 3762947 h 5143785"/>
              <a:gd name="connsiteX21943" fmla="*/ 118777 w 3114960"/>
              <a:gd name="connsiteY21943" fmla="*/ 3759899 h 5143785"/>
              <a:gd name="connsiteX21944" fmla="*/ 121539 w 3114960"/>
              <a:gd name="connsiteY21944" fmla="*/ 3751421 h 5143785"/>
              <a:gd name="connsiteX21945" fmla="*/ 115729 w 3114960"/>
              <a:gd name="connsiteY21945" fmla="*/ 3739801 h 5143785"/>
              <a:gd name="connsiteX21946" fmla="*/ 95726 w 3114960"/>
              <a:gd name="connsiteY21946" fmla="*/ 3742849 h 5143785"/>
              <a:gd name="connsiteX21947" fmla="*/ 93250 w 3114960"/>
              <a:gd name="connsiteY21947" fmla="*/ 3748945 h 5143785"/>
              <a:gd name="connsiteX21948" fmla="*/ 95 w 3114960"/>
              <a:gd name="connsiteY21948" fmla="*/ 3748945 h 5143785"/>
              <a:gd name="connsiteX21949" fmla="*/ 95 w 3114960"/>
              <a:gd name="connsiteY21949" fmla="*/ 3753707 h 5143785"/>
              <a:gd name="connsiteX21950" fmla="*/ 97822 w 3114960"/>
              <a:gd name="connsiteY21950" fmla="*/ 3744563 h 5143785"/>
              <a:gd name="connsiteX21951" fmla="*/ 114205 w 3114960"/>
              <a:gd name="connsiteY21951" fmla="*/ 3742087 h 5143785"/>
              <a:gd name="connsiteX21952" fmla="*/ 116681 w 3114960"/>
              <a:gd name="connsiteY21952" fmla="*/ 3758470 h 5143785"/>
              <a:gd name="connsiteX21953" fmla="*/ 109061 w 3114960"/>
              <a:gd name="connsiteY21953" fmla="*/ 3763137 h 5143785"/>
              <a:gd name="connsiteX21954" fmla="*/ 100394 w 3114960"/>
              <a:gd name="connsiteY21954" fmla="*/ 3761042 h 5143785"/>
              <a:gd name="connsiteX21955" fmla="*/ 95726 w 3114960"/>
              <a:gd name="connsiteY21955" fmla="*/ 3753422 h 5143785"/>
              <a:gd name="connsiteX21956" fmla="*/ 95631 w 3114960"/>
              <a:gd name="connsiteY21956" fmla="*/ 3751612 h 5143785"/>
              <a:gd name="connsiteX21957" fmla="*/ 97917 w 3114960"/>
              <a:gd name="connsiteY21957" fmla="*/ 3744754 h 5143785"/>
              <a:gd name="connsiteX21958" fmla="*/ 54293 w 3114960"/>
              <a:gd name="connsiteY21958" fmla="*/ 3718084 h 5143785"/>
              <a:gd name="connsiteX21959" fmla="*/ 54293 w 3114960"/>
              <a:gd name="connsiteY21959" fmla="*/ 3722846 h 5143785"/>
              <a:gd name="connsiteX21960" fmla="*/ 35909 w 3114960"/>
              <a:gd name="connsiteY21960" fmla="*/ 3722846 h 5143785"/>
              <a:gd name="connsiteX21961" fmla="*/ 35909 w 3114960"/>
              <a:gd name="connsiteY21961" fmla="*/ 3718084 h 5143785"/>
              <a:gd name="connsiteX21962" fmla="*/ 54293 w 3114960"/>
              <a:gd name="connsiteY21962" fmla="*/ 3718084 h 5143785"/>
              <a:gd name="connsiteX21963" fmla="*/ 100298 w 3114960"/>
              <a:gd name="connsiteY21963" fmla="*/ 3751421 h 5143785"/>
              <a:gd name="connsiteX21964" fmla="*/ 107347 w 3114960"/>
              <a:gd name="connsiteY21964" fmla="*/ 3744373 h 5143785"/>
              <a:gd name="connsiteX21965" fmla="*/ 114395 w 3114960"/>
              <a:gd name="connsiteY21965" fmla="*/ 3751421 h 5143785"/>
              <a:gd name="connsiteX21966" fmla="*/ 107347 w 3114960"/>
              <a:gd name="connsiteY21966" fmla="*/ 3758470 h 5143785"/>
              <a:gd name="connsiteX21967" fmla="*/ 100298 w 3114960"/>
              <a:gd name="connsiteY21967" fmla="*/ 3751421 h 5143785"/>
              <a:gd name="connsiteX21968" fmla="*/ 223361 w 3114960"/>
              <a:gd name="connsiteY21968" fmla="*/ 65342 h 5143785"/>
              <a:gd name="connsiteX21969" fmla="*/ 220313 w 3114960"/>
              <a:gd name="connsiteY21969" fmla="*/ 68961 h 5143785"/>
              <a:gd name="connsiteX21970" fmla="*/ 215837 w 3114960"/>
              <a:gd name="connsiteY21970" fmla="*/ 65151 h 5143785"/>
              <a:gd name="connsiteX21971" fmla="*/ 218885 w 3114960"/>
              <a:gd name="connsiteY21971" fmla="*/ 61532 h 5143785"/>
              <a:gd name="connsiteX21972" fmla="*/ 223361 w 3114960"/>
              <a:gd name="connsiteY21972" fmla="*/ 65342 h 5143785"/>
              <a:gd name="connsiteX21973" fmla="*/ 1501331 w 3114960"/>
              <a:gd name="connsiteY21973" fmla="*/ 2318195 h 5143785"/>
              <a:gd name="connsiteX21974" fmla="*/ 1501331 w 3114960"/>
              <a:gd name="connsiteY21974" fmla="*/ 2308479 h 5143785"/>
              <a:gd name="connsiteX21975" fmla="*/ 1503998 w 3114960"/>
              <a:gd name="connsiteY21975" fmla="*/ 2305812 h 5143785"/>
              <a:gd name="connsiteX21976" fmla="*/ 1513713 w 3114960"/>
              <a:gd name="connsiteY21976" fmla="*/ 2305812 h 5143785"/>
              <a:gd name="connsiteX21977" fmla="*/ 1516380 w 3114960"/>
              <a:gd name="connsiteY21977" fmla="*/ 2308479 h 5143785"/>
              <a:gd name="connsiteX21978" fmla="*/ 1516380 w 3114960"/>
              <a:gd name="connsiteY21978" fmla="*/ 2318195 h 5143785"/>
              <a:gd name="connsiteX21979" fmla="*/ 1513713 w 3114960"/>
              <a:gd name="connsiteY21979" fmla="*/ 2320862 h 5143785"/>
              <a:gd name="connsiteX21980" fmla="*/ 1503998 w 3114960"/>
              <a:gd name="connsiteY21980" fmla="*/ 2320862 h 5143785"/>
              <a:gd name="connsiteX21981" fmla="*/ 1501331 w 3114960"/>
              <a:gd name="connsiteY21981" fmla="*/ 2318195 h 5143785"/>
              <a:gd name="connsiteX21982" fmla="*/ 1525048 w 3114960"/>
              <a:gd name="connsiteY21982" fmla="*/ 2143887 h 5143785"/>
              <a:gd name="connsiteX21983" fmla="*/ 1529810 w 3114960"/>
              <a:gd name="connsiteY21983" fmla="*/ 2139125 h 5143785"/>
              <a:gd name="connsiteX21984" fmla="*/ 1534573 w 3114960"/>
              <a:gd name="connsiteY21984" fmla="*/ 2143887 h 5143785"/>
              <a:gd name="connsiteX21985" fmla="*/ 1529810 w 3114960"/>
              <a:gd name="connsiteY21985" fmla="*/ 2148650 h 5143785"/>
              <a:gd name="connsiteX21986" fmla="*/ 1525048 w 3114960"/>
              <a:gd name="connsiteY21986" fmla="*/ 2143887 h 5143785"/>
              <a:gd name="connsiteX21987" fmla="*/ 2370677 w 3114960"/>
              <a:gd name="connsiteY21987" fmla="*/ 67056 h 5143785"/>
              <a:gd name="connsiteX21988" fmla="*/ 2371344 w 3114960"/>
              <a:gd name="connsiteY21988" fmla="*/ 67723 h 5143785"/>
              <a:gd name="connsiteX21989" fmla="*/ 2413635 w 3114960"/>
              <a:gd name="connsiteY21989" fmla="*/ 67723 h 5143785"/>
              <a:gd name="connsiteX21990" fmla="*/ 2413635 w 3114960"/>
              <a:gd name="connsiteY21990" fmla="*/ 68294 h 5143785"/>
              <a:gd name="connsiteX21991" fmla="*/ 2419255 w 3114960"/>
              <a:gd name="connsiteY21991" fmla="*/ 76105 h 5143785"/>
              <a:gd name="connsiteX21992" fmla="*/ 2425827 w 3114960"/>
              <a:gd name="connsiteY21992" fmla="*/ 77915 h 5143785"/>
              <a:gd name="connsiteX21993" fmla="*/ 2428780 w 3114960"/>
              <a:gd name="connsiteY21993" fmla="*/ 77534 h 5143785"/>
              <a:gd name="connsiteX21994" fmla="*/ 2436590 w 3114960"/>
              <a:gd name="connsiteY21994" fmla="*/ 71819 h 5143785"/>
              <a:gd name="connsiteX21995" fmla="*/ 2438114 w 3114960"/>
              <a:gd name="connsiteY21995" fmla="*/ 62294 h 5143785"/>
              <a:gd name="connsiteX21996" fmla="*/ 2432495 w 3114960"/>
              <a:gd name="connsiteY21996" fmla="*/ 54483 h 5143785"/>
              <a:gd name="connsiteX21997" fmla="*/ 2422970 w 3114960"/>
              <a:gd name="connsiteY21997" fmla="*/ 52959 h 5143785"/>
              <a:gd name="connsiteX21998" fmla="*/ 2415159 w 3114960"/>
              <a:gd name="connsiteY21998" fmla="*/ 58674 h 5143785"/>
              <a:gd name="connsiteX21999" fmla="*/ 2413635 w 3114960"/>
              <a:gd name="connsiteY21999" fmla="*/ 62865 h 5143785"/>
              <a:gd name="connsiteX22000" fmla="*/ 2373249 w 3114960"/>
              <a:gd name="connsiteY22000" fmla="*/ 62865 h 5143785"/>
              <a:gd name="connsiteX22001" fmla="*/ 2305622 w 3114960"/>
              <a:gd name="connsiteY22001" fmla="*/ 95 h 5143785"/>
              <a:gd name="connsiteX22002" fmla="*/ 2298668 w 3114960"/>
              <a:gd name="connsiteY22002" fmla="*/ 95 h 5143785"/>
              <a:gd name="connsiteX22003" fmla="*/ 2370773 w 3114960"/>
              <a:gd name="connsiteY22003" fmla="*/ 67056 h 5143785"/>
              <a:gd name="connsiteX22004" fmla="*/ 2424113 w 3114960"/>
              <a:gd name="connsiteY22004" fmla="*/ 57722 h 5143785"/>
              <a:gd name="connsiteX22005" fmla="*/ 2425922 w 3114960"/>
              <a:gd name="connsiteY22005" fmla="*/ 57531 h 5143785"/>
              <a:gd name="connsiteX22006" fmla="*/ 2430018 w 3114960"/>
              <a:gd name="connsiteY22006" fmla="*/ 58674 h 5143785"/>
              <a:gd name="connsiteX22007" fmla="*/ 2433542 w 3114960"/>
              <a:gd name="connsiteY22007" fmla="*/ 63532 h 5143785"/>
              <a:gd name="connsiteX22008" fmla="*/ 2432590 w 3114960"/>
              <a:gd name="connsiteY22008" fmla="*/ 69437 h 5143785"/>
              <a:gd name="connsiteX22009" fmla="*/ 2427732 w 3114960"/>
              <a:gd name="connsiteY22009" fmla="*/ 72962 h 5143785"/>
              <a:gd name="connsiteX22010" fmla="*/ 2421827 w 3114960"/>
              <a:gd name="connsiteY22010" fmla="*/ 72009 h 5143785"/>
              <a:gd name="connsiteX22011" fmla="*/ 2418302 w 3114960"/>
              <a:gd name="connsiteY22011" fmla="*/ 67151 h 5143785"/>
              <a:gd name="connsiteX22012" fmla="*/ 2424017 w 3114960"/>
              <a:gd name="connsiteY22012" fmla="*/ 57722 h 5143785"/>
              <a:gd name="connsiteX22013" fmla="*/ 78867 w 3114960"/>
              <a:gd name="connsiteY22013" fmla="*/ 136493 h 5143785"/>
              <a:gd name="connsiteX22014" fmla="*/ 72866 w 3114960"/>
              <a:gd name="connsiteY22014" fmla="*/ 139256 h 5143785"/>
              <a:gd name="connsiteX22015" fmla="*/ 66580 w 3114960"/>
              <a:gd name="connsiteY22015" fmla="*/ 146685 h 5143785"/>
              <a:gd name="connsiteX22016" fmla="*/ 64770 w 3114960"/>
              <a:gd name="connsiteY22016" fmla="*/ 151733 h 5143785"/>
              <a:gd name="connsiteX22017" fmla="*/ 64770 w 3114960"/>
              <a:gd name="connsiteY22017" fmla="*/ 175546 h 5143785"/>
              <a:gd name="connsiteX22018" fmla="*/ 72676 w 3114960"/>
              <a:gd name="connsiteY22018" fmla="*/ 183452 h 5143785"/>
              <a:gd name="connsiteX22019" fmla="*/ 85916 w 3114960"/>
              <a:gd name="connsiteY22019" fmla="*/ 183452 h 5143785"/>
              <a:gd name="connsiteX22020" fmla="*/ 85916 w 3114960"/>
              <a:gd name="connsiteY22020" fmla="*/ 183452 h 5143785"/>
              <a:gd name="connsiteX22021" fmla="*/ 103918 w 3114960"/>
              <a:gd name="connsiteY22021" fmla="*/ 183452 h 5143785"/>
              <a:gd name="connsiteX22022" fmla="*/ 111823 w 3114960"/>
              <a:gd name="connsiteY22022" fmla="*/ 175546 h 5143785"/>
              <a:gd name="connsiteX22023" fmla="*/ 111823 w 3114960"/>
              <a:gd name="connsiteY22023" fmla="*/ 155639 h 5143785"/>
              <a:gd name="connsiteX22024" fmla="*/ 112014 w 3114960"/>
              <a:gd name="connsiteY22024" fmla="*/ 155353 h 5143785"/>
              <a:gd name="connsiteX22025" fmla="*/ 111823 w 3114960"/>
              <a:gd name="connsiteY22025" fmla="*/ 155162 h 5143785"/>
              <a:gd name="connsiteX22026" fmla="*/ 111823 w 3114960"/>
              <a:gd name="connsiteY22026" fmla="*/ 144494 h 5143785"/>
              <a:gd name="connsiteX22027" fmla="*/ 181928 w 3114960"/>
              <a:gd name="connsiteY22027" fmla="*/ 144494 h 5143785"/>
              <a:gd name="connsiteX22028" fmla="*/ 204026 w 3114960"/>
              <a:gd name="connsiteY22028" fmla="*/ 122111 h 5143785"/>
              <a:gd name="connsiteX22029" fmla="*/ 185833 w 3114960"/>
              <a:gd name="connsiteY22029" fmla="*/ 106680 h 5143785"/>
              <a:gd name="connsiteX22030" fmla="*/ 143637 w 3114960"/>
              <a:gd name="connsiteY22030" fmla="*/ 106680 h 5143785"/>
              <a:gd name="connsiteX22031" fmla="*/ 143351 w 3114960"/>
              <a:gd name="connsiteY22031" fmla="*/ 104394 h 5143785"/>
              <a:gd name="connsiteX22032" fmla="*/ 138494 w 3114960"/>
              <a:gd name="connsiteY22032" fmla="*/ 98965 h 5143785"/>
              <a:gd name="connsiteX22033" fmla="*/ 131255 w 3114960"/>
              <a:gd name="connsiteY22033" fmla="*/ 98584 h 5143785"/>
              <a:gd name="connsiteX22034" fmla="*/ 125444 w 3114960"/>
              <a:gd name="connsiteY22034" fmla="*/ 110681 h 5143785"/>
              <a:gd name="connsiteX22035" fmla="*/ 130302 w 3114960"/>
              <a:gd name="connsiteY22035" fmla="*/ 116110 h 5143785"/>
              <a:gd name="connsiteX22036" fmla="*/ 134398 w 3114960"/>
              <a:gd name="connsiteY22036" fmla="*/ 117062 h 5143785"/>
              <a:gd name="connsiteX22037" fmla="*/ 137541 w 3114960"/>
              <a:gd name="connsiteY22037" fmla="*/ 116491 h 5143785"/>
              <a:gd name="connsiteX22038" fmla="*/ 142970 w 3114960"/>
              <a:gd name="connsiteY22038" fmla="*/ 111633 h 5143785"/>
              <a:gd name="connsiteX22039" fmla="*/ 142970 w 3114960"/>
              <a:gd name="connsiteY22039" fmla="*/ 111442 h 5143785"/>
              <a:gd name="connsiteX22040" fmla="*/ 184118 w 3114960"/>
              <a:gd name="connsiteY22040" fmla="*/ 111442 h 5143785"/>
              <a:gd name="connsiteX22041" fmla="*/ 197072 w 3114960"/>
              <a:gd name="connsiteY22041" fmla="*/ 122396 h 5143785"/>
              <a:gd name="connsiteX22042" fmla="*/ 179927 w 3114960"/>
              <a:gd name="connsiteY22042" fmla="*/ 139732 h 5143785"/>
              <a:gd name="connsiteX22043" fmla="*/ 110204 w 3114960"/>
              <a:gd name="connsiteY22043" fmla="*/ 139732 h 5143785"/>
              <a:gd name="connsiteX22044" fmla="*/ 103918 w 3114960"/>
              <a:gd name="connsiteY22044" fmla="*/ 136303 h 5143785"/>
              <a:gd name="connsiteX22045" fmla="*/ 78867 w 3114960"/>
              <a:gd name="connsiteY22045" fmla="*/ 136303 h 5143785"/>
              <a:gd name="connsiteX22046" fmla="*/ 138684 w 3114960"/>
              <a:gd name="connsiteY22046" fmla="*/ 109728 h 5143785"/>
              <a:gd name="connsiteX22047" fmla="*/ 135922 w 3114960"/>
              <a:gd name="connsiteY22047" fmla="*/ 112109 h 5143785"/>
              <a:gd name="connsiteX22048" fmla="*/ 132302 w 3114960"/>
              <a:gd name="connsiteY22048" fmla="*/ 111919 h 5143785"/>
              <a:gd name="connsiteX22049" fmla="*/ 129921 w 3114960"/>
              <a:gd name="connsiteY22049" fmla="*/ 109157 h 5143785"/>
              <a:gd name="connsiteX22050" fmla="*/ 132874 w 3114960"/>
              <a:gd name="connsiteY22050" fmla="*/ 103061 h 5143785"/>
              <a:gd name="connsiteX22051" fmla="*/ 134398 w 3114960"/>
              <a:gd name="connsiteY22051" fmla="*/ 102775 h 5143785"/>
              <a:gd name="connsiteX22052" fmla="*/ 138875 w 3114960"/>
              <a:gd name="connsiteY22052" fmla="*/ 105918 h 5143785"/>
              <a:gd name="connsiteX22053" fmla="*/ 138684 w 3114960"/>
              <a:gd name="connsiteY22053" fmla="*/ 109538 h 5143785"/>
              <a:gd name="connsiteX22054" fmla="*/ 69533 w 3114960"/>
              <a:gd name="connsiteY22054" fmla="*/ 151829 h 5143785"/>
              <a:gd name="connsiteX22055" fmla="*/ 70295 w 3114960"/>
              <a:gd name="connsiteY22055" fmla="*/ 149828 h 5143785"/>
              <a:gd name="connsiteX22056" fmla="*/ 76581 w 3114960"/>
              <a:gd name="connsiteY22056" fmla="*/ 142399 h 5143785"/>
              <a:gd name="connsiteX22057" fmla="*/ 78962 w 3114960"/>
              <a:gd name="connsiteY22057" fmla="*/ 141256 h 5143785"/>
              <a:gd name="connsiteX22058" fmla="*/ 91440 w 3114960"/>
              <a:gd name="connsiteY22058" fmla="*/ 141256 h 5143785"/>
              <a:gd name="connsiteX22059" fmla="*/ 69628 w 3114960"/>
              <a:gd name="connsiteY22059" fmla="*/ 164687 h 5143785"/>
              <a:gd name="connsiteX22060" fmla="*/ 69628 w 3114960"/>
              <a:gd name="connsiteY22060" fmla="*/ 151829 h 5143785"/>
              <a:gd name="connsiteX22061" fmla="*/ 107061 w 3114960"/>
              <a:gd name="connsiteY22061" fmla="*/ 175641 h 5143785"/>
              <a:gd name="connsiteX22062" fmla="*/ 103918 w 3114960"/>
              <a:gd name="connsiteY22062" fmla="*/ 178784 h 5143785"/>
              <a:gd name="connsiteX22063" fmla="*/ 90392 w 3114960"/>
              <a:gd name="connsiteY22063" fmla="*/ 178784 h 5143785"/>
              <a:gd name="connsiteX22064" fmla="*/ 107061 w 3114960"/>
              <a:gd name="connsiteY22064" fmla="*/ 160877 h 5143785"/>
              <a:gd name="connsiteX22065" fmla="*/ 107061 w 3114960"/>
              <a:gd name="connsiteY22065" fmla="*/ 175641 h 5143785"/>
              <a:gd name="connsiteX22066" fmla="*/ 107061 w 3114960"/>
              <a:gd name="connsiteY22066" fmla="*/ 144399 h 5143785"/>
              <a:gd name="connsiteX22067" fmla="*/ 107061 w 3114960"/>
              <a:gd name="connsiteY22067" fmla="*/ 150876 h 5143785"/>
              <a:gd name="connsiteX22068" fmla="*/ 106871 w 3114960"/>
              <a:gd name="connsiteY22068" fmla="*/ 150686 h 5143785"/>
              <a:gd name="connsiteX22069" fmla="*/ 80677 w 3114960"/>
              <a:gd name="connsiteY22069" fmla="*/ 178784 h 5143785"/>
              <a:gd name="connsiteX22070" fmla="*/ 80677 w 3114960"/>
              <a:gd name="connsiteY22070" fmla="*/ 178784 h 5143785"/>
              <a:gd name="connsiteX22071" fmla="*/ 72676 w 3114960"/>
              <a:gd name="connsiteY22071" fmla="*/ 178784 h 5143785"/>
              <a:gd name="connsiteX22072" fmla="*/ 69533 w 3114960"/>
              <a:gd name="connsiteY22072" fmla="*/ 175641 h 5143785"/>
              <a:gd name="connsiteX22073" fmla="*/ 69533 w 3114960"/>
              <a:gd name="connsiteY22073" fmla="*/ 173641 h 5143785"/>
              <a:gd name="connsiteX22074" fmla="*/ 70295 w 3114960"/>
              <a:gd name="connsiteY22074" fmla="*/ 174403 h 5143785"/>
              <a:gd name="connsiteX22075" fmla="*/ 100679 w 3114960"/>
              <a:gd name="connsiteY22075" fmla="*/ 141827 h 5143785"/>
              <a:gd name="connsiteX22076" fmla="*/ 100108 w 3114960"/>
              <a:gd name="connsiteY22076" fmla="*/ 141256 h 5143785"/>
              <a:gd name="connsiteX22077" fmla="*/ 103918 w 3114960"/>
              <a:gd name="connsiteY22077" fmla="*/ 141256 h 5143785"/>
              <a:gd name="connsiteX22078" fmla="*/ 107061 w 3114960"/>
              <a:gd name="connsiteY22078" fmla="*/ 144399 h 5143785"/>
              <a:gd name="connsiteX22079" fmla="*/ 1495711 w 3114960"/>
              <a:gd name="connsiteY22079" fmla="*/ 2304193 h 5143785"/>
              <a:gd name="connsiteX22080" fmla="*/ 1495711 w 3114960"/>
              <a:gd name="connsiteY22080" fmla="*/ 2322576 h 5143785"/>
              <a:gd name="connsiteX22081" fmla="*/ 1499616 w 3114960"/>
              <a:gd name="connsiteY22081" fmla="*/ 2326481 h 5143785"/>
              <a:gd name="connsiteX22082" fmla="*/ 1517999 w 3114960"/>
              <a:gd name="connsiteY22082" fmla="*/ 2326481 h 5143785"/>
              <a:gd name="connsiteX22083" fmla="*/ 1521905 w 3114960"/>
              <a:gd name="connsiteY22083" fmla="*/ 2322576 h 5143785"/>
              <a:gd name="connsiteX22084" fmla="*/ 1521905 w 3114960"/>
              <a:gd name="connsiteY22084" fmla="*/ 2304193 h 5143785"/>
              <a:gd name="connsiteX22085" fmla="*/ 1517999 w 3114960"/>
              <a:gd name="connsiteY22085" fmla="*/ 2300288 h 5143785"/>
              <a:gd name="connsiteX22086" fmla="*/ 1499616 w 3114960"/>
              <a:gd name="connsiteY22086" fmla="*/ 2300288 h 5143785"/>
              <a:gd name="connsiteX22087" fmla="*/ 1495711 w 3114960"/>
              <a:gd name="connsiteY22087" fmla="*/ 2304193 h 5143785"/>
              <a:gd name="connsiteX22088" fmla="*/ 1519523 w 3114960"/>
              <a:gd name="connsiteY22088" fmla="*/ 2304193 h 5143785"/>
              <a:gd name="connsiteX22089" fmla="*/ 1519523 w 3114960"/>
              <a:gd name="connsiteY22089" fmla="*/ 2322576 h 5143785"/>
              <a:gd name="connsiteX22090" fmla="*/ 1517999 w 3114960"/>
              <a:gd name="connsiteY22090" fmla="*/ 2324100 h 5143785"/>
              <a:gd name="connsiteX22091" fmla="*/ 1499616 w 3114960"/>
              <a:gd name="connsiteY22091" fmla="*/ 2324100 h 5143785"/>
              <a:gd name="connsiteX22092" fmla="*/ 1498092 w 3114960"/>
              <a:gd name="connsiteY22092" fmla="*/ 2322576 h 5143785"/>
              <a:gd name="connsiteX22093" fmla="*/ 1498092 w 3114960"/>
              <a:gd name="connsiteY22093" fmla="*/ 2304193 h 5143785"/>
              <a:gd name="connsiteX22094" fmla="*/ 1499616 w 3114960"/>
              <a:gd name="connsiteY22094" fmla="*/ 2302669 h 5143785"/>
              <a:gd name="connsiteX22095" fmla="*/ 1517999 w 3114960"/>
              <a:gd name="connsiteY22095" fmla="*/ 2302669 h 5143785"/>
              <a:gd name="connsiteX22096" fmla="*/ 1519523 w 3114960"/>
              <a:gd name="connsiteY22096" fmla="*/ 2304193 h 5143785"/>
              <a:gd name="connsiteX22097" fmla="*/ 463296 w 3114960"/>
              <a:gd name="connsiteY22097" fmla="*/ 5137023 h 5143785"/>
              <a:gd name="connsiteX22098" fmla="*/ 458534 w 3114960"/>
              <a:gd name="connsiteY22098" fmla="*/ 5137023 h 5143785"/>
              <a:gd name="connsiteX22099" fmla="*/ 458534 w 3114960"/>
              <a:gd name="connsiteY22099" fmla="*/ 5118069 h 5143785"/>
              <a:gd name="connsiteX22100" fmla="*/ 463296 w 3114960"/>
              <a:gd name="connsiteY22100" fmla="*/ 5118069 h 5143785"/>
              <a:gd name="connsiteX22101" fmla="*/ 463296 w 3114960"/>
              <a:gd name="connsiteY22101" fmla="*/ 5137023 h 5143785"/>
              <a:gd name="connsiteX22102" fmla="*/ 125635 w 3114960"/>
              <a:gd name="connsiteY22102" fmla="*/ 74962 h 5143785"/>
              <a:gd name="connsiteX22103" fmla="*/ 125540 w 3114960"/>
              <a:gd name="connsiteY22103" fmla="*/ 74200 h 5143785"/>
              <a:gd name="connsiteX22104" fmla="*/ 113443 w 3114960"/>
              <a:gd name="connsiteY22104" fmla="*/ 68390 h 5143785"/>
              <a:gd name="connsiteX22105" fmla="*/ 107633 w 3114960"/>
              <a:gd name="connsiteY22105" fmla="*/ 80486 h 5143785"/>
              <a:gd name="connsiteX22106" fmla="*/ 116586 w 3114960"/>
              <a:gd name="connsiteY22106" fmla="*/ 86868 h 5143785"/>
              <a:gd name="connsiteX22107" fmla="*/ 119729 w 3114960"/>
              <a:gd name="connsiteY22107" fmla="*/ 86297 h 5143785"/>
              <a:gd name="connsiteX22108" fmla="*/ 125159 w 3114960"/>
              <a:gd name="connsiteY22108" fmla="*/ 81439 h 5143785"/>
              <a:gd name="connsiteX22109" fmla="*/ 125635 w 3114960"/>
              <a:gd name="connsiteY22109" fmla="*/ 79724 h 5143785"/>
              <a:gd name="connsiteX22110" fmla="*/ 194405 w 3114960"/>
              <a:gd name="connsiteY22110" fmla="*/ 79724 h 5143785"/>
              <a:gd name="connsiteX22111" fmla="*/ 221266 w 3114960"/>
              <a:gd name="connsiteY22111" fmla="*/ 101251 h 5143785"/>
              <a:gd name="connsiteX22112" fmla="*/ 221266 w 3114960"/>
              <a:gd name="connsiteY22112" fmla="*/ 143256 h 5143785"/>
              <a:gd name="connsiteX22113" fmla="*/ 194596 w 3114960"/>
              <a:gd name="connsiteY22113" fmla="*/ 169545 h 5143785"/>
              <a:gd name="connsiteX22114" fmla="*/ 143732 w 3114960"/>
              <a:gd name="connsiteY22114" fmla="*/ 169545 h 5143785"/>
              <a:gd name="connsiteX22115" fmla="*/ 143447 w 3114960"/>
              <a:gd name="connsiteY22115" fmla="*/ 167259 h 5143785"/>
              <a:gd name="connsiteX22116" fmla="*/ 131350 w 3114960"/>
              <a:gd name="connsiteY22116" fmla="*/ 161449 h 5143785"/>
              <a:gd name="connsiteX22117" fmla="*/ 125540 w 3114960"/>
              <a:gd name="connsiteY22117" fmla="*/ 173545 h 5143785"/>
              <a:gd name="connsiteX22118" fmla="*/ 134493 w 3114960"/>
              <a:gd name="connsiteY22118" fmla="*/ 179927 h 5143785"/>
              <a:gd name="connsiteX22119" fmla="*/ 137636 w 3114960"/>
              <a:gd name="connsiteY22119" fmla="*/ 179356 h 5143785"/>
              <a:gd name="connsiteX22120" fmla="*/ 143066 w 3114960"/>
              <a:gd name="connsiteY22120" fmla="*/ 174498 h 5143785"/>
              <a:gd name="connsiteX22121" fmla="*/ 143066 w 3114960"/>
              <a:gd name="connsiteY22121" fmla="*/ 174308 h 5143785"/>
              <a:gd name="connsiteX22122" fmla="*/ 196596 w 3114960"/>
              <a:gd name="connsiteY22122" fmla="*/ 174308 h 5143785"/>
              <a:gd name="connsiteX22123" fmla="*/ 226028 w 3114960"/>
              <a:gd name="connsiteY22123" fmla="*/ 145256 h 5143785"/>
              <a:gd name="connsiteX22124" fmla="*/ 226028 w 3114960"/>
              <a:gd name="connsiteY22124" fmla="*/ 98965 h 5143785"/>
              <a:gd name="connsiteX22125" fmla="*/ 196120 w 3114960"/>
              <a:gd name="connsiteY22125" fmla="*/ 74962 h 5143785"/>
              <a:gd name="connsiteX22126" fmla="*/ 125730 w 3114960"/>
              <a:gd name="connsiteY22126" fmla="*/ 74962 h 5143785"/>
              <a:gd name="connsiteX22127" fmla="*/ 120872 w 3114960"/>
              <a:gd name="connsiteY22127" fmla="*/ 79343 h 5143785"/>
              <a:gd name="connsiteX22128" fmla="*/ 118110 w 3114960"/>
              <a:gd name="connsiteY22128" fmla="*/ 81725 h 5143785"/>
              <a:gd name="connsiteX22129" fmla="*/ 112014 w 3114960"/>
              <a:gd name="connsiteY22129" fmla="*/ 78772 h 5143785"/>
              <a:gd name="connsiteX22130" fmla="*/ 114967 w 3114960"/>
              <a:gd name="connsiteY22130" fmla="*/ 72676 h 5143785"/>
              <a:gd name="connsiteX22131" fmla="*/ 116586 w 3114960"/>
              <a:gd name="connsiteY22131" fmla="*/ 72390 h 5143785"/>
              <a:gd name="connsiteX22132" fmla="*/ 118682 w 3114960"/>
              <a:gd name="connsiteY22132" fmla="*/ 72866 h 5143785"/>
              <a:gd name="connsiteX22133" fmla="*/ 121063 w 3114960"/>
              <a:gd name="connsiteY22133" fmla="*/ 75629 h 5143785"/>
              <a:gd name="connsiteX22134" fmla="*/ 120872 w 3114960"/>
              <a:gd name="connsiteY22134" fmla="*/ 79248 h 5143785"/>
              <a:gd name="connsiteX22135" fmla="*/ 138684 w 3114960"/>
              <a:gd name="connsiteY22135" fmla="*/ 172403 h 5143785"/>
              <a:gd name="connsiteX22136" fmla="*/ 135922 w 3114960"/>
              <a:gd name="connsiteY22136" fmla="*/ 174784 h 5143785"/>
              <a:gd name="connsiteX22137" fmla="*/ 132302 w 3114960"/>
              <a:gd name="connsiteY22137" fmla="*/ 174593 h 5143785"/>
              <a:gd name="connsiteX22138" fmla="*/ 129921 w 3114960"/>
              <a:gd name="connsiteY22138" fmla="*/ 171831 h 5143785"/>
              <a:gd name="connsiteX22139" fmla="*/ 132874 w 3114960"/>
              <a:gd name="connsiteY22139" fmla="*/ 165735 h 5143785"/>
              <a:gd name="connsiteX22140" fmla="*/ 134398 w 3114960"/>
              <a:gd name="connsiteY22140" fmla="*/ 165449 h 5143785"/>
              <a:gd name="connsiteX22141" fmla="*/ 138875 w 3114960"/>
              <a:gd name="connsiteY22141" fmla="*/ 168593 h 5143785"/>
              <a:gd name="connsiteX22142" fmla="*/ 138684 w 3114960"/>
              <a:gd name="connsiteY22142" fmla="*/ 172212 h 5143785"/>
              <a:gd name="connsiteX22143" fmla="*/ 211550 w 3114960"/>
              <a:gd name="connsiteY22143" fmla="*/ 43910 h 5143785"/>
              <a:gd name="connsiteX22144" fmla="*/ 206788 w 3114960"/>
              <a:gd name="connsiteY22144" fmla="*/ 43910 h 5143785"/>
              <a:gd name="connsiteX22145" fmla="*/ 206788 w 3114960"/>
              <a:gd name="connsiteY22145" fmla="*/ 36195 h 5143785"/>
              <a:gd name="connsiteX22146" fmla="*/ 211550 w 3114960"/>
              <a:gd name="connsiteY22146" fmla="*/ 36195 h 5143785"/>
              <a:gd name="connsiteX22147" fmla="*/ 211550 w 3114960"/>
              <a:gd name="connsiteY22147" fmla="*/ 43910 h 5143785"/>
              <a:gd name="connsiteX22148" fmla="*/ 74105 w 3114960"/>
              <a:gd name="connsiteY22148" fmla="*/ 271844 h 5143785"/>
              <a:gd name="connsiteX22149" fmla="*/ 78105 w 3114960"/>
              <a:gd name="connsiteY22149" fmla="*/ 275844 h 5143785"/>
              <a:gd name="connsiteX22150" fmla="*/ 78105 w 3114960"/>
              <a:gd name="connsiteY22150" fmla="*/ 298323 h 5143785"/>
              <a:gd name="connsiteX22151" fmla="*/ 74105 w 3114960"/>
              <a:gd name="connsiteY22151" fmla="*/ 302324 h 5143785"/>
              <a:gd name="connsiteX22152" fmla="*/ 95 w 3114960"/>
              <a:gd name="connsiteY22152" fmla="*/ 302324 h 5143785"/>
              <a:gd name="connsiteX22153" fmla="*/ 95 w 3114960"/>
              <a:gd name="connsiteY22153" fmla="*/ 307086 h 5143785"/>
              <a:gd name="connsiteX22154" fmla="*/ 74105 w 3114960"/>
              <a:gd name="connsiteY22154" fmla="*/ 307086 h 5143785"/>
              <a:gd name="connsiteX22155" fmla="*/ 82867 w 3114960"/>
              <a:gd name="connsiteY22155" fmla="*/ 298323 h 5143785"/>
              <a:gd name="connsiteX22156" fmla="*/ 82867 w 3114960"/>
              <a:gd name="connsiteY22156" fmla="*/ 289465 h 5143785"/>
              <a:gd name="connsiteX22157" fmla="*/ 124301 w 3114960"/>
              <a:gd name="connsiteY22157" fmla="*/ 289751 h 5143785"/>
              <a:gd name="connsiteX22158" fmla="*/ 202692 w 3114960"/>
              <a:gd name="connsiteY22158" fmla="*/ 386620 h 5143785"/>
              <a:gd name="connsiteX22159" fmla="*/ 202025 w 3114960"/>
              <a:gd name="connsiteY22159" fmla="*/ 472250 h 5143785"/>
              <a:gd name="connsiteX22160" fmla="*/ 201644 w 3114960"/>
              <a:gd name="connsiteY22160" fmla="*/ 472250 h 5143785"/>
              <a:gd name="connsiteX22161" fmla="*/ 197168 w 3114960"/>
              <a:gd name="connsiteY22161" fmla="*/ 482918 h 5143785"/>
              <a:gd name="connsiteX22162" fmla="*/ 200406 w 3114960"/>
              <a:gd name="connsiteY22162" fmla="*/ 486632 h 5143785"/>
              <a:gd name="connsiteX22163" fmla="*/ 200120 w 3114960"/>
              <a:gd name="connsiteY22163" fmla="*/ 487394 h 5143785"/>
              <a:gd name="connsiteX22164" fmla="*/ 201740 w 3114960"/>
              <a:gd name="connsiteY22164" fmla="*/ 488918 h 5143785"/>
              <a:gd name="connsiteX22165" fmla="*/ 200120 w 3114960"/>
              <a:gd name="connsiteY22165" fmla="*/ 490442 h 5143785"/>
              <a:gd name="connsiteX22166" fmla="*/ 201644 w 3114960"/>
              <a:gd name="connsiteY22166" fmla="*/ 491966 h 5143785"/>
              <a:gd name="connsiteX22167" fmla="*/ 200120 w 3114960"/>
              <a:gd name="connsiteY22167" fmla="*/ 493490 h 5143785"/>
              <a:gd name="connsiteX22168" fmla="*/ 201644 w 3114960"/>
              <a:gd name="connsiteY22168" fmla="*/ 495014 h 5143785"/>
              <a:gd name="connsiteX22169" fmla="*/ 200120 w 3114960"/>
              <a:gd name="connsiteY22169" fmla="*/ 496538 h 5143785"/>
              <a:gd name="connsiteX22170" fmla="*/ 201644 w 3114960"/>
              <a:gd name="connsiteY22170" fmla="*/ 498062 h 5143785"/>
              <a:gd name="connsiteX22171" fmla="*/ 200120 w 3114960"/>
              <a:gd name="connsiteY22171" fmla="*/ 499586 h 5143785"/>
              <a:gd name="connsiteX22172" fmla="*/ 201644 w 3114960"/>
              <a:gd name="connsiteY22172" fmla="*/ 501110 h 5143785"/>
              <a:gd name="connsiteX22173" fmla="*/ 200120 w 3114960"/>
              <a:gd name="connsiteY22173" fmla="*/ 502634 h 5143785"/>
              <a:gd name="connsiteX22174" fmla="*/ 201644 w 3114960"/>
              <a:gd name="connsiteY22174" fmla="*/ 504158 h 5143785"/>
              <a:gd name="connsiteX22175" fmla="*/ 200120 w 3114960"/>
              <a:gd name="connsiteY22175" fmla="*/ 505682 h 5143785"/>
              <a:gd name="connsiteX22176" fmla="*/ 201740 w 3114960"/>
              <a:gd name="connsiteY22176" fmla="*/ 507206 h 5143785"/>
              <a:gd name="connsiteX22177" fmla="*/ 200120 w 3114960"/>
              <a:gd name="connsiteY22177" fmla="*/ 508730 h 5143785"/>
              <a:gd name="connsiteX22178" fmla="*/ 201740 w 3114960"/>
              <a:gd name="connsiteY22178" fmla="*/ 510254 h 5143785"/>
              <a:gd name="connsiteX22179" fmla="*/ 200120 w 3114960"/>
              <a:gd name="connsiteY22179" fmla="*/ 511778 h 5143785"/>
              <a:gd name="connsiteX22180" fmla="*/ 201740 w 3114960"/>
              <a:gd name="connsiteY22180" fmla="*/ 513302 h 5143785"/>
              <a:gd name="connsiteX22181" fmla="*/ 200120 w 3114960"/>
              <a:gd name="connsiteY22181" fmla="*/ 514826 h 5143785"/>
              <a:gd name="connsiteX22182" fmla="*/ 201740 w 3114960"/>
              <a:gd name="connsiteY22182" fmla="*/ 516350 h 5143785"/>
              <a:gd name="connsiteX22183" fmla="*/ 200120 w 3114960"/>
              <a:gd name="connsiteY22183" fmla="*/ 517874 h 5143785"/>
              <a:gd name="connsiteX22184" fmla="*/ 201740 w 3114960"/>
              <a:gd name="connsiteY22184" fmla="*/ 519398 h 5143785"/>
              <a:gd name="connsiteX22185" fmla="*/ 200120 w 3114960"/>
              <a:gd name="connsiteY22185" fmla="*/ 520922 h 5143785"/>
              <a:gd name="connsiteX22186" fmla="*/ 201740 w 3114960"/>
              <a:gd name="connsiteY22186" fmla="*/ 522446 h 5143785"/>
              <a:gd name="connsiteX22187" fmla="*/ 200120 w 3114960"/>
              <a:gd name="connsiteY22187" fmla="*/ 523970 h 5143785"/>
              <a:gd name="connsiteX22188" fmla="*/ 201835 w 3114960"/>
              <a:gd name="connsiteY22188" fmla="*/ 525494 h 5143785"/>
              <a:gd name="connsiteX22189" fmla="*/ 200120 w 3114960"/>
              <a:gd name="connsiteY22189" fmla="*/ 527018 h 5143785"/>
              <a:gd name="connsiteX22190" fmla="*/ 201835 w 3114960"/>
              <a:gd name="connsiteY22190" fmla="*/ 528542 h 5143785"/>
              <a:gd name="connsiteX22191" fmla="*/ 200120 w 3114960"/>
              <a:gd name="connsiteY22191" fmla="*/ 530162 h 5143785"/>
              <a:gd name="connsiteX22192" fmla="*/ 201835 w 3114960"/>
              <a:gd name="connsiteY22192" fmla="*/ 531781 h 5143785"/>
              <a:gd name="connsiteX22193" fmla="*/ 200120 w 3114960"/>
              <a:gd name="connsiteY22193" fmla="*/ 533400 h 5143785"/>
              <a:gd name="connsiteX22194" fmla="*/ 201930 w 3114960"/>
              <a:gd name="connsiteY22194" fmla="*/ 535019 h 5143785"/>
              <a:gd name="connsiteX22195" fmla="*/ 200120 w 3114960"/>
              <a:gd name="connsiteY22195" fmla="*/ 536639 h 5143785"/>
              <a:gd name="connsiteX22196" fmla="*/ 201835 w 3114960"/>
              <a:gd name="connsiteY22196" fmla="*/ 538258 h 5143785"/>
              <a:gd name="connsiteX22197" fmla="*/ 200120 w 3114960"/>
              <a:gd name="connsiteY22197" fmla="*/ 539877 h 5143785"/>
              <a:gd name="connsiteX22198" fmla="*/ 201835 w 3114960"/>
              <a:gd name="connsiteY22198" fmla="*/ 541496 h 5143785"/>
              <a:gd name="connsiteX22199" fmla="*/ 200120 w 3114960"/>
              <a:gd name="connsiteY22199" fmla="*/ 543116 h 5143785"/>
              <a:gd name="connsiteX22200" fmla="*/ 201835 w 3114960"/>
              <a:gd name="connsiteY22200" fmla="*/ 544735 h 5143785"/>
              <a:gd name="connsiteX22201" fmla="*/ 200120 w 3114960"/>
              <a:gd name="connsiteY22201" fmla="*/ 546259 h 5143785"/>
              <a:gd name="connsiteX22202" fmla="*/ 201835 w 3114960"/>
              <a:gd name="connsiteY22202" fmla="*/ 547783 h 5143785"/>
              <a:gd name="connsiteX22203" fmla="*/ 200120 w 3114960"/>
              <a:gd name="connsiteY22203" fmla="*/ 549402 h 5143785"/>
              <a:gd name="connsiteX22204" fmla="*/ 201835 w 3114960"/>
              <a:gd name="connsiteY22204" fmla="*/ 550926 h 5143785"/>
              <a:gd name="connsiteX22205" fmla="*/ 200120 w 3114960"/>
              <a:gd name="connsiteY22205" fmla="*/ 552545 h 5143785"/>
              <a:gd name="connsiteX22206" fmla="*/ 201835 w 3114960"/>
              <a:gd name="connsiteY22206" fmla="*/ 554165 h 5143785"/>
              <a:gd name="connsiteX22207" fmla="*/ 200120 w 3114960"/>
              <a:gd name="connsiteY22207" fmla="*/ 555784 h 5143785"/>
              <a:gd name="connsiteX22208" fmla="*/ 201835 w 3114960"/>
              <a:gd name="connsiteY22208" fmla="*/ 557403 h 5143785"/>
              <a:gd name="connsiteX22209" fmla="*/ 200120 w 3114960"/>
              <a:gd name="connsiteY22209" fmla="*/ 559022 h 5143785"/>
              <a:gd name="connsiteX22210" fmla="*/ 201930 w 3114960"/>
              <a:gd name="connsiteY22210" fmla="*/ 560642 h 5143785"/>
              <a:gd name="connsiteX22211" fmla="*/ 200120 w 3114960"/>
              <a:gd name="connsiteY22211" fmla="*/ 562261 h 5143785"/>
              <a:gd name="connsiteX22212" fmla="*/ 201930 w 3114960"/>
              <a:gd name="connsiteY22212" fmla="*/ 563880 h 5143785"/>
              <a:gd name="connsiteX22213" fmla="*/ 200120 w 3114960"/>
              <a:gd name="connsiteY22213" fmla="*/ 565499 h 5143785"/>
              <a:gd name="connsiteX22214" fmla="*/ 201835 w 3114960"/>
              <a:gd name="connsiteY22214" fmla="*/ 567119 h 5143785"/>
              <a:gd name="connsiteX22215" fmla="*/ 200120 w 3114960"/>
              <a:gd name="connsiteY22215" fmla="*/ 568643 h 5143785"/>
              <a:gd name="connsiteX22216" fmla="*/ 201835 w 3114960"/>
              <a:gd name="connsiteY22216" fmla="*/ 570167 h 5143785"/>
              <a:gd name="connsiteX22217" fmla="*/ 200120 w 3114960"/>
              <a:gd name="connsiteY22217" fmla="*/ 571691 h 5143785"/>
              <a:gd name="connsiteX22218" fmla="*/ 201835 w 3114960"/>
              <a:gd name="connsiteY22218" fmla="*/ 573215 h 5143785"/>
              <a:gd name="connsiteX22219" fmla="*/ 200120 w 3114960"/>
              <a:gd name="connsiteY22219" fmla="*/ 574739 h 5143785"/>
              <a:gd name="connsiteX22220" fmla="*/ 201835 w 3114960"/>
              <a:gd name="connsiteY22220" fmla="*/ 576358 h 5143785"/>
              <a:gd name="connsiteX22221" fmla="*/ 200120 w 3114960"/>
              <a:gd name="connsiteY22221" fmla="*/ 577977 h 5143785"/>
              <a:gd name="connsiteX22222" fmla="*/ 202025 w 3114960"/>
              <a:gd name="connsiteY22222" fmla="*/ 579596 h 5143785"/>
              <a:gd name="connsiteX22223" fmla="*/ 200120 w 3114960"/>
              <a:gd name="connsiteY22223" fmla="*/ 581216 h 5143785"/>
              <a:gd name="connsiteX22224" fmla="*/ 201930 w 3114960"/>
              <a:gd name="connsiteY22224" fmla="*/ 582835 h 5143785"/>
              <a:gd name="connsiteX22225" fmla="*/ 200120 w 3114960"/>
              <a:gd name="connsiteY22225" fmla="*/ 584454 h 5143785"/>
              <a:gd name="connsiteX22226" fmla="*/ 202025 w 3114960"/>
              <a:gd name="connsiteY22226" fmla="*/ 586073 h 5143785"/>
              <a:gd name="connsiteX22227" fmla="*/ 200120 w 3114960"/>
              <a:gd name="connsiteY22227" fmla="*/ 587693 h 5143785"/>
              <a:gd name="connsiteX22228" fmla="*/ 202025 w 3114960"/>
              <a:gd name="connsiteY22228" fmla="*/ 589312 h 5143785"/>
              <a:gd name="connsiteX22229" fmla="*/ 200120 w 3114960"/>
              <a:gd name="connsiteY22229" fmla="*/ 590931 h 5143785"/>
              <a:gd name="connsiteX22230" fmla="*/ 202025 w 3114960"/>
              <a:gd name="connsiteY22230" fmla="*/ 592550 h 5143785"/>
              <a:gd name="connsiteX22231" fmla="*/ 200120 w 3114960"/>
              <a:gd name="connsiteY22231" fmla="*/ 594170 h 5143785"/>
              <a:gd name="connsiteX22232" fmla="*/ 202120 w 3114960"/>
              <a:gd name="connsiteY22232" fmla="*/ 595789 h 5143785"/>
              <a:gd name="connsiteX22233" fmla="*/ 200216 w 3114960"/>
              <a:gd name="connsiteY22233" fmla="*/ 597313 h 5143785"/>
              <a:gd name="connsiteX22234" fmla="*/ 197168 w 3114960"/>
              <a:gd name="connsiteY22234" fmla="*/ 600742 h 5143785"/>
              <a:gd name="connsiteX22235" fmla="*/ 197168 w 3114960"/>
              <a:gd name="connsiteY22235" fmla="*/ 606933 h 5143785"/>
              <a:gd name="connsiteX22236" fmla="*/ 201549 w 3114960"/>
              <a:gd name="connsiteY22236" fmla="*/ 611315 h 5143785"/>
              <a:gd name="connsiteX22237" fmla="*/ 204692 w 3114960"/>
              <a:gd name="connsiteY22237" fmla="*/ 611981 h 5143785"/>
              <a:gd name="connsiteX22238" fmla="*/ 207740 w 3114960"/>
              <a:gd name="connsiteY22238" fmla="*/ 611410 h 5143785"/>
              <a:gd name="connsiteX22239" fmla="*/ 212122 w 3114960"/>
              <a:gd name="connsiteY22239" fmla="*/ 607028 h 5143785"/>
              <a:gd name="connsiteX22240" fmla="*/ 212122 w 3114960"/>
              <a:gd name="connsiteY22240" fmla="*/ 600837 h 5143785"/>
              <a:gd name="connsiteX22241" fmla="*/ 208407 w 3114960"/>
              <a:gd name="connsiteY22241" fmla="*/ 596837 h 5143785"/>
              <a:gd name="connsiteX22242" fmla="*/ 209074 w 3114960"/>
              <a:gd name="connsiteY22242" fmla="*/ 595694 h 5143785"/>
              <a:gd name="connsiteX22243" fmla="*/ 207074 w 3114960"/>
              <a:gd name="connsiteY22243" fmla="*/ 594074 h 5143785"/>
              <a:gd name="connsiteX22244" fmla="*/ 209074 w 3114960"/>
              <a:gd name="connsiteY22244" fmla="*/ 592455 h 5143785"/>
              <a:gd name="connsiteX22245" fmla="*/ 207264 w 3114960"/>
              <a:gd name="connsiteY22245" fmla="*/ 590836 h 5143785"/>
              <a:gd name="connsiteX22246" fmla="*/ 209074 w 3114960"/>
              <a:gd name="connsiteY22246" fmla="*/ 589217 h 5143785"/>
              <a:gd name="connsiteX22247" fmla="*/ 207169 w 3114960"/>
              <a:gd name="connsiteY22247" fmla="*/ 587597 h 5143785"/>
              <a:gd name="connsiteX22248" fmla="*/ 209074 w 3114960"/>
              <a:gd name="connsiteY22248" fmla="*/ 585978 h 5143785"/>
              <a:gd name="connsiteX22249" fmla="*/ 207264 w 3114960"/>
              <a:gd name="connsiteY22249" fmla="*/ 584359 h 5143785"/>
              <a:gd name="connsiteX22250" fmla="*/ 209074 w 3114960"/>
              <a:gd name="connsiteY22250" fmla="*/ 582740 h 5143785"/>
              <a:gd name="connsiteX22251" fmla="*/ 207169 w 3114960"/>
              <a:gd name="connsiteY22251" fmla="*/ 581120 h 5143785"/>
              <a:gd name="connsiteX22252" fmla="*/ 209074 w 3114960"/>
              <a:gd name="connsiteY22252" fmla="*/ 579501 h 5143785"/>
              <a:gd name="connsiteX22253" fmla="*/ 207264 w 3114960"/>
              <a:gd name="connsiteY22253" fmla="*/ 577882 h 5143785"/>
              <a:gd name="connsiteX22254" fmla="*/ 209074 w 3114960"/>
              <a:gd name="connsiteY22254" fmla="*/ 576263 h 5143785"/>
              <a:gd name="connsiteX22255" fmla="*/ 207359 w 3114960"/>
              <a:gd name="connsiteY22255" fmla="*/ 574643 h 5143785"/>
              <a:gd name="connsiteX22256" fmla="*/ 209074 w 3114960"/>
              <a:gd name="connsiteY22256" fmla="*/ 573119 h 5143785"/>
              <a:gd name="connsiteX22257" fmla="*/ 207359 w 3114960"/>
              <a:gd name="connsiteY22257" fmla="*/ 571595 h 5143785"/>
              <a:gd name="connsiteX22258" fmla="*/ 209074 w 3114960"/>
              <a:gd name="connsiteY22258" fmla="*/ 570071 h 5143785"/>
              <a:gd name="connsiteX22259" fmla="*/ 207359 w 3114960"/>
              <a:gd name="connsiteY22259" fmla="*/ 568547 h 5143785"/>
              <a:gd name="connsiteX22260" fmla="*/ 209074 w 3114960"/>
              <a:gd name="connsiteY22260" fmla="*/ 567023 h 5143785"/>
              <a:gd name="connsiteX22261" fmla="*/ 207359 w 3114960"/>
              <a:gd name="connsiteY22261" fmla="*/ 565404 h 5143785"/>
              <a:gd name="connsiteX22262" fmla="*/ 209074 w 3114960"/>
              <a:gd name="connsiteY22262" fmla="*/ 563785 h 5143785"/>
              <a:gd name="connsiteX22263" fmla="*/ 207264 w 3114960"/>
              <a:gd name="connsiteY22263" fmla="*/ 562166 h 5143785"/>
              <a:gd name="connsiteX22264" fmla="*/ 209074 w 3114960"/>
              <a:gd name="connsiteY22264" fmla="*/ 560546 h 5143785"/>
              <a:gd name="connsiteX22265" fmla="*/ 207264 w 3114960"/>
              <a:gd name="connsiteY22265" fmla="*/ 558927 h 5143785"/>
              <a:gd name="connsiteX22266" fmla="*/ 209074 w 3114960"/>
              <a:gd name="connsiteY22266" fmla="*/ 557308 h 5143785"/>
              <a:gd name="connsiteX22267" fmla="*/ 207359 w 3114960"/>
              <a:gd name="connsiteY22267" fmla="*/ 555689 h 5143785"/>
              <a:gd name="connsiteX22268" fmla="*/ 209074 w 3114960"/>
              <a:gd name="connsiteY22268" fmla="*/ 554069 h 5143785"/>
              <a:gd name="connsiteX22269" fmla="*/ 207359 w 3114960"/>
              <a:gd name="connsiteY22269" fmla="*/ 552450 h 5143785"/>
              <a:gd name="connsiteX22270" fmla="*/ 209074 w 3114960"/>
              <a:gd name="connsiteY22270" fmla="*/ 550831 h 5143785"/>
              <a:gd name="connsiteX22271" fmla="*/ 207359 w 3114960"/>
              <a:gd name="connsiteY22271" fmla="*/ 549307 h 5143785"/>
              <a:gd name="connsiteX22272" fmla="*/ 209074 w 3114960"/>
              <a:gd name="connsiteY22272" fmla="*/ 547688 h 5143785"/>
              <a:gd name="connsiteX22273" fmla="*/ 207359 w 3114960"/>
              <a:gd name="connsiteY22273" fmla="*/ 546164 h 5143785"/>
              <a:gd name="connsiteX22274" fmla="*/ 209074 w 3114960"/>
              <a:gd name="connsiteY22274" fmla="*/ 544640 h 5143785"/>
              <a:gd name="connsiteX22275" fmla="*/ 207359 w 3114960"/>
              <a:gd name="connsiteY22275" fmla="*/ 543020 h 5143785"/>
              <a:gd name="connsiteX22276" fmla="*/ 209074 w 3114960"/>
              <a:gd name="connsiteY22276" fmla="*/ 541401 h 5143785"/>
              <a:gd name="connsiteX22277" fmla="*/ 207359 w 3114960"/>
              <a:gd name="connsiteY22277" fmla="*/ 539782 h 5143785"/>
              <a:gd name="connsiteX22278" fmla="*/ 209074 w 3114960"/>
              <a:gd name="connsiteY22278" fmla="*/ 538163 h 5143785"/>
              <a:gd name="connsiteX22279" fmla="*/ 207359 w 3114960"/>
              <a:gd name="connsiteY22279" fmla="*/ 536543 h 5143785"/>
              <a:gd name="connsiteX22280" fmla="*/ 209074 w 3114960"/>
              <a:gd name="connsiteY22280" fmla="*/ 534924 h 5143785"/>
              <a:gd name="connsiteX22281" fmla="*/ 207264 w 3114960"/>
              <a:gd name="connsiteY22281" fmla="*/ 533305 h 5143785"/>
              <a:gd name="connsiteX22282" fmla="*/ 209074 w 3114960"/>
              <a:gd name="connsiteY22282" fmla="*/ 531686 h 5143785"/>
              <a:gd name="connsiteX22283" fmla="*/ 207359 w 3114960"/>
              <a:gd name="connsiteY22283" fmla="*/ 530066 h 5143785"/>
              <a:gd name="connsiteX22284" fmla="*/ 209074 w 3114960"/>
              <a:gd name="connsiteY22284" fmla="*/ 528447 h 5143785"/>
              <a:gd name="connsiteX22285" fmla="*/ 207359 w 3114960"/>
              <a:gd name="connsiteY22285" fmla="*/ 526923 h 5143785"/>
              <a:gd name="connsiteX22286" fmla="*/ 209074 w 3114960"/>
              <a:gd name="connsiteY22286" fmla="*/ 525399 h 5143785"/>
              <a:gd name="connsiteX22287" fmla="*/ 207359 w 3114960"/>
              <a:gd name="connsiteY22287" fmla="*/ 523875 h 5143785"/>
              <a:gd name="connsiteX22288" fmla="*/ 209074 w 3114960"/>
              <a:gd name="connsiteY22288" fmla="*/ 522351 h 5143785"/>
              <a:gd name="connsiteX22289" fmla="*/ 207455 w 3114960"/>
              <a:gd name="connsiteY22289" fmla="*/ 520827 h 5143785"/>
              <a:gd name="connsiteX22290" fmla="*/ 209074 w 3114960"/>
              <a:gd name="connsiteY22290" fmla="*/ 519303 h 5143785"/>
              <a:gd name="connsiteX22291" fmla="*/ 207455 w 3114960"/>
              <a:gd name="connsiteY22291" fmla="*/ 517779 h 5143785"/>
              <a:gd name="connsiteX22292" fmla="*/ 209074 w 3114960"/>
              <a:gd name="connsiteY22292" fmla="*/ 516255 h 5143785"/>
              <a:gd name="connsiteX22293" fmla="*/ 207455 w 3114960"/>
              <a:gd name="connsiteY22293" fmla="*/ 514731 h 5143785"/>
              <a:gd name="connsiteX22294" fmla="*/ 209074 w 3114960"/>
              <a:gd name="connsiteY22294" fmla="*/ 513207 h 5143785"/>
              <a:gd name="connsiteX22295" fmla="*/ 207455 w 3114960"/>
              <a:gd name="connsiteY22295" fmla="*/ 511683 h 5143785"/>
              <a:gd name="connsiteX22296" fmla="*/ 209074 w 3114960"/>
              <a:gd name="connsiteY22296" fmla="*/ 510159 h 5143785"/>
              <a:gd name="connsiteX22297" fmla="*/ 207455 w 3114960"/>
              <a:gd name="connsiteY22297" fmla="*/ 508635 h 5143785"/>
              <a:gd name="connsiteX22298" fmla="*/ 209074 w 3114960"/>
              <a:gd name="connsiteY22298" fmla="*/ 507111 h 5143785"/>
              <a:gd name="connsiteX22299" fmla="*/ 207455 w 3114960"/>
              <a:gd name="connsiteY22299" fmla="*/ 505587 h 5143785"/>
              <a:gd name="connsiteX22300" fmla="*/ 209074 w 3114960"/>
              <a:gd name="connsiteY22300" fmla="*/ 504063 h 5143785"/>
              <a:gd name="connsiteX22301" fmla="*/ 207550 w 3114960"/>
              <a:gd name="connsiteY22301" fmla="*/ 502539 h 5143785"/>
              <a:gd name="connsiteX22302" fmla="*/ 209074 w 3114960"/>
              <a:gd name="connsiteY22302" fmla="*/ 501015 h 5143785"/>
              <a:gd name="connsiteX22303" fmla="*/ 207550 w 3114960"/>
              <a:gd name="connsiteY22303" fmla="*/ 499491 h 5143785"/>
              <a:gd name="connsiteX22304" fmla="*/ 209074 w 3114960"/>
              <a:gd name="connsiteY22304" fmla="*/ 497967 h 5143785"/>
              <a:gd name="connsiteX22305" fmla="*/ 207550 w 3114960"/>
              <a:gd name="connsiteY22305" fmla="*/ 496443 h 5143785"/>
              <a:gd name="connsiteX22306" fmla="*/ 209074 w 3114960"/>
              <a:gd name="connsiteY22306" fmla="*/ 494919 h 5143785"/>
              <a:gd name="connsiteX22307" fmla="*/ 207550 w 3114960"/>
              <a:gd name="connsiteY22307" fmla="*/ 493395 h 5143785"/>
              <a:gd name="connsiteX22308" fmla="*/ 209074 w 3114960"/>
              <a:gd name="connsiteY22308" fmla="*/ 491871 h 5143785"/>
              <a:gd name="connsiteX22309" fmla="*/ 207550 w 3114960"/>
              <a:gd name="connsiteY22309" fmla="*/ 490347 h 5143785"/>
              <a:gd name="connsiteX22310" fmla="*/ 209074 w 3114960"/>
              <a:gd name="connsiteY22310" fmla="*/ 488823 h 5143785"/>
              <a:gd name="connsiteX22311" fmla="*/ 207455 w 3114960"/>
              <a:gd name="connsiteY22311" fmla="*/ 487299 h 5143785"/>
              <a:gd name="connsiteX22312" fmla="*/ 207550 w 3114960"/>
              <a:gd name="connsiteY22312" fmla="*/ 487299 h 5143785"/>
              <a:gd name="connsiteX22313" fmla="*/ 207931 w 3114960"/>
              <a:gd name="connsiteY22313" fmla="*/ 487013 h 5143785"/>
              <a:gd name="connsiteX22314" fmla="*/ 208598 w 3114960"/>
              <a:gd name="connsiteY22314" fmla="*/ 486537 h 5143785"/>
              <a:gd name="connsiteX22315" fmla="*/ 211931 w 3114960"/>
              <a:gd name="connsiteY22315" fmla="*/ 476631 h 5143785"/>
              <a:gd name="connsiteX22316" fmla="*/ 206502 w 3114960"/>
              <a:gd name="connsiteY22316" fmla="*/ 471964 h 5143785"/>
              <a:gd name="connsiteX22317" fmla="*/ 207169 w 3114960"/>
              <a:gd name="connsiteY22317" fmla="*/ 384810 h 5143785"/>
              <a:gd name="connsiteX22318" fmla="*/ 126302 w 3114960"/>
              <a:gd name="connsiteY22318" fmla="*/ 284893 h 5143785"/>
              <a:gd name="connsiteX22319" fmla="*/ 82582 w 3114960"/>
              <a:gd name="connsiteY22319" fmla="*/ 284607 h 5143785"/>
              <a:gd name="connsiteX22320" fmla="*/ 82582 w 3114960"/>
              <a:gd name="connsiteY22320" fmla="*/ 275749 h 5143785"/>
              <a:gd name="connsiteX22321" fmla="*/ 81915 w 3114960"/>
              <a:gd name="connsiteY22321" fmla="*/ 272606 h 5143785"/>
              <a:gd name="connsiteX22322" fmla="*/ 140303 w 3114960"/>
              <a:gd name="connsiteY22322" fmla="*/ 207455 h 5143785"/>
              <a:gd name="connsiteX22323" fmla="*/ 200787 w 3114960"/>
              <a:gd name="connsiteY22323" fmla="*/ 207455 h 5143785"/>
              <a:gd name="connsiteX22324" fmla="*/ 201073 w 3114960"/>
              <a:gd name="connsiteY22324" fmla="*/ 209264 h 5143785"/>
              <a:gd name="connsiteX22325" fmla="*/ 205931 w 3114960"/>
              <a:gd name="connsiteY22325" fmla="*/ 214694 h 5143785"/>
              <a:gd name="connsiteX22326" fmla="*/ 210026 w 3114960"/>
              <a:gd name="connsiteY22326" fmla="*/ 215646 h 5143785"/>
              <a:gd name="connsiteX22327" fmla="*/ 213170 w 3114960"/>
              <a:gd name="connsiteY22327" fmla="*/ 215075 h 5143785"/>
              <a:gd name="connsiteX22328" fmla="*/ 218980 w 3114960"/>
              <a:gd name="connsiteY22328" fmla="*/ 202978 h 5143785"/>
              <a:gd name="connsiteX22329" fmla="*/ 214122 w 3114960"/>
              <a:gd name="connsiteY22329" fmla="*/ 197549 h 5143785"/>
              <a:gd name="connsiteX22330" fmla="*/ 206883 w 3114960"/>
              <a:gd name="connsiteY22330" fmla="*/ 197168 h 5143785"/>
              <a:gd name="connsiteX22331" fmla="*/ 201263 w 3114960"/>
              <a:gd name="connsiteY22331" fmla="*/ 202692 h 5143785"/>
              <a:gd name="connsiteX22332" fmla="*/ 139256 w 3114960"/>
              <a:gd name="connsiteY22332" fmla="*/ 202692 h 5143785"/>
              <a:gd name="connsiteX22333" fmla="*/ 137446 w 3114960"/>
              <a:gd name="connsiteY22333" fmla="*/ 203454 h 5143785"/>
              <a:gd name="connsiteX22334" fmla="*/ 78867 w 3114960"/>
              <a:gd name="connsiteY22334" fmla="*/ 268796 h 5143785"/>
              <a:gd name="connsiteX22335" fmla="*/ 73819 w 3114960"/>
              <a:gd name="connsiteY22335" fmla="*/ 266986 h 5143785"/>
              <a:gd name="connsiteX22336" fmla="*/ 95 w 3114960"/>
              <a:gd name="connsiteY22336" fmla="*/ 266986 h 5143785"/>
              <a:gd name="connsiteX22337" fmla="*/ 95 w 3114960"/>
              <a:gd name="connsiteY22337" fmla="*/ 271748 h 5143785"/>
              <a:gd name="connsiteX22338" fmla="*/ 74105 w 3114960"/>
              <a:gd name="connsiteY22338" fmla="*/ 271748 h 5143785"/>
              <a:gd name="connsiteX22339" fmla="*/ 209931 w 3114960"/>
              <a:gd name="connsiteY22339" fmla="*/ 601599 h 5143785"/>
              <a:gd name="connsiteX22340" fmla="*/ 209931 w 3114960"/>
              <a:gd name="connsiteY22340" fmla="*/ 605981 h 5143785"/>
              <a:gd name="connsiteX22341" fmla="*/ 206788 w 3114960"/>
              <a:gd name="connsiteY22341" fmla="*/ 609124 h 5143785"/>
              <a:gd name="connsiteX22342" fmla="*/ 202406 w 3114960"/>
              <a:gd name="connsiteY22342" fmla="*/ 609124 h 5143785"/>
              <a:gd name="connsiteX22343" fmla="*/ 199263 w 3114960"/>
              <a:gd name="connsiteY22343" fmla="*/ 605981 h 5143785"/>
              <a:gd name="connsiteX22344" fmla="*/ 199263 w 3114960"/>
              <a:gd name="connsiteY22344" fmla="*/ 601599 h 5143785"/>
              <a:gd name="connsiteX22345" fmla="*/ 202406 w 3114960"/>
              <a:gd name="connsiteY22345" fmla="*/ 598456 h 5143785"/>
              <a:gd name="connsiteX22346" fmla="*/ 204597 w 3114960"/>
              <a:gd name="connsiteY22346" fmla="*/ 597980 h 5143785"/>
              <a:gd name="connsiteX22347" fmla="*/ 206788 w 3114960"/>
              <a:gd name="connsiteY22347" fmla="*/ 598456 h 5143785"/>
              <a:gd name="connsiteX22348" fmla="*/ 209931 w 3114960"/>
              <a:gd name="connsiteY22348" fmla="*/ 601599 h 5143785"/>
              <a:gd name="connsiteX22349" fmla="*/ 209931 w 3114960"/>
              <a:gd name="connsiteY22349" fmla="*/ 477679 h 5143785"/>
              <a:gd name="connsiteX22350" fmla="*/ 206978 w 3114960"/>
              <a:gd name="connsiteY22350" fmla="*/ 485013 h 5143785"/>
              <a:gd name="connsiteX22351" fmla="*/ 204407 w 3114960"/>
              <a:gd name="connsiteY22351" fmla="*/ 485394 h 5143785"/>
              <a:gd name="connsiteX22352" fmla="*/ 203930 w 3114960"/>
              <a:gd name="connsiteY22352" fmla="*/ 485394 h 5143785"/>
              <a:gd name="connsiteX22353" fmla="*/ 202311 w 3114960"/>
              <a:gd name="connsiteY22353" fmla="*/ 485108 h 5143785"/>
              <a:gd name="connsiteX22354" fmla="*/ 199168 w 3114960"/>
              <a:gd name="connsiteY22354" fmla="*/ 481965 h 5143785"/>
              <a:gd name="connsiteX22355" fmla="*/ 202311 w 3114960"/>
              <a:gd name="connsiteY22355" fmla="*/ 474440 h 5143785"/>
              <a:gd name="connsiteX22356" fmla="*/ 204502 w 3114960"/>
              <a:gd name="connsiteY22356" fmla="*/ 473964 h 5143785"/>
              <a:gd name="connsiteX22357" fmla="*/ 209836 w 3114960"/>
              <a:gd name="connsiteY22357" fmla="*/ 477584 h 5143785"/>
              <a:gd name="connsiteX22358" fmla="*/ 205931 w 3114960"/>
              <a:gd name="connsiteY22358" fmla="*/ 204026 h 5143785"/>
              <a:gd name="connsiteX22359" fmla="*/ 208693 w 3114960"/>
              <a:gd name="connsiteY22359" fmla="*/ 201644 h 5143785"/>
              <a:gd name="connsiteX22360" fmla="*/ 210312 w 3114960"/>
              <a:gd name="connsiteY22360" fmla="*/ 201358 h 5143785"/>
              <a:gd name="connsiteX22361" fmla="*/ 212408 w 3114960"/>
              <a:gd name="connsiteY22361" fmla="*/ 201835 h 5143785"/>
              <a:gd name="connsiteX22362" fmla="*/ 214789 w 3114960"/>
              <a:gd name="connsiteY22362" fmla="*/ 204597 h 5143785"/>
              <a:gd name="connsiteX22363" fmla="*/ 211836 w 3114960"/>
              <a:gd name="connsiteY22363" fmla="*/ 210693 h 5143785"/>
              <a:gd name="connsiteX22364" fmla="*/ 208217 w 3114960"/>
              <a:gd name="connsiteY22364" fmla="*/ 210503 h 5143785"/>
              <a:gd name="connsiteX22365" fmla="*/ 205835 w 3114960"/>
              <a:gd name="connsiteY22365" fmla="*/ 207740 h 5143785"/>
              <a:gd name="connsiteX22366" fmla="*/ 206026 w 3114960"/>
              <a:gd name="connsiteY22366" fmla="*/ 204121 h 5143785"/>
              <a:gd name="connsiteX22367" fmla="*/ 206788 w 3114960"/>
              <a:gd name="connsiteY22367" fmla="*/ 51626 h 5143785"/>
              <a:gd name="connsiteX22368" fmla="*/ 211550 w 3114960"/>
              <a:gd name="connsiteY22368" fmla="*/ 51626 h 5143785"/>
              <a:gd name="connsiteX22369" fmla="*/ 211550 w 3114960"/>
              <a:gd name="connsiteY22369" fmla="*/ 55245 h 5143785"/>
              <a:gd name="connsiteX22370" fmla="*/ 214313 w 3114960"/>
              <a:gd name="connsiteY22370" fmla="*/ 57626 h 5143785"/>
              <a:gd name="connsiteX22371" fmla="*/ 211265 w 3114960"/>
              <a:gd name="connsiteY22371" fmla="*/ 61246 h 5143785"/>
              <a:gd name="connsiteX22372" fmla="*/ 206788 w 3114960"/>
              <a:gd name="connsiteY22372" fmla="*/ 57436 h 5143785"/>
              <a:gd name="connsiteX22373" fmla="*/ 206788 w 3114960"/>
              <a:gd name="connsiteY22373" fmla="*/ 51530 h 5143785"/>
              <a:gd name="connsiteX22374" fmla="*/ 183070 w 3114960"/>
              <a:gd name="connsiteY22374" fmla="*/ 1336072 h 5143785"/>
              <a:gd name="connsiteX22375" fmla="*/ 141732 w 3114960"/>
              <a:gd name="connsiteY22375" fmla="*/ 1336072 h 5143785"/>
              <a:gd name="connsiteX22376" fmla="*/ 132779 w 3114960"/>
              <a:gd name="connsiteY22376" fmla="*/ 1329023 h 5143785"/>
              <a:gd name="connsiteX22377" fmla="*/ 123349 w 3114960"/>
              <a:gd name="connsiteY22377" fmla="*/ 1338453 h 5143785"/>
              <a:gd name="connsiteX22378" fmla="*/ 132779 w 3114960"/>
              <a:gd name="connsiteY22378" fmla="*/ 1347883 h 5143785"/>
              <a:gd name="connsiteX22379" fmla="*/ 141732 w 3114960"/>
              <a:gd name="connsiteY22379" fmla="*/ 1340834 h 5143785"/>
              <a:gd name="connsiteX22380" fmla="*/ 185166 w 3114960"/>
              <a:gd name="connsiteY22380" fmla="*/ 1340834 h 5143785"/>
              <a:gd name="connsiteX22381" fmla="*/ 200406 w 3114960"/>
              <a:gd name="connsiteY22381" fmla="*/ 1324832 h 5143785"/>
              <a:gd name="connsiteX22382" fmla="*/ 200406 w 3114960"/>
              <a:gd name="connsiteY22382" fmla="*/ 1301877 h 5143785"/>
              <a:gd name="connsiteX22383" fmla="*/ 184785 w 3114960"/>
              <a:gd name="connsiteY22383" fmla="*/ 1287875 h 5143785"/>
              <a:gd name="connsiteX22384" fmla="*/ 166497 w 3114960"/>
              <a:gd name="connsiteY22384" fmla="*/ 1287875 h 5143785"/>
              <a:gd name="connsiteX22385" fmla="*/ 157544 w 3114960"/>
              <a:gd name="connsiteY22385" fmla="*/ 1280827 h 5143785"/>
              <a:gd name="connsiteX22386" fmla="*/ 148114 w 3114960"/>
              <a:gd name="connsiteY22386" fmla="*/ 1290257 h 5143785"/>
              <a:gd name="connsiteX22387" fmla="*/ 157544 w 3114960"/>
              <a:gd name="connsiteY22387" fmla="*/ 1299686 h 5143785"/>
              <a:gd name="connsiteX22388" fmla="*/ 166497 w 3114960"/>
              <a:gd name="connsiteY22388" fmla="*/ 1292638 h 5143785"/>
              <a:gd name="connsiteX22389" fmla="*/ 182880 w 3114960"/>
              <a:gd name="connsiteY22389" fmla="*/ 1292638 h 5143785"/>
              <a:gd name="connsiteX22390" fmla="*/ 195548 w 3114960"/>
              <a:gd name="connsiteY22390" fmla="*/ 1303973 h 5143785"/>
              <a:gd name="connsiteX22391" fmla="*/ 195548 w 3114960"/>
              <a:gd name="connsiteY22391" fmla="*/ 1322927 h 5143785"/>
              <a:gd name="connsiteX22392" fmla="*/ 183070 w 3114960"/>
              <a:gd name="connsiteY22392" fmla="*/ 1336072 h 5143785"/>
              <a:gd name="connsiteX22393" fmla="*/ 132779 w 3114960"/>
              <a:gd name="connsiteY22393" fmla="*/ 1343120 h 5143785"/>
              <a:gd name="connsiteX22394" fmla="*/ 128111 w 3114960"/>
              <a:gd name="connsiteY22394" fmla="*/ 1338453 h 5143785"/>
              <a:gd name="connsiteX22395" fmla="*/ 132779 w 3114960"/>
              <a:gd name="connsiteY22395" fmla="*/ 1333786 h 5143785"/>
              <a:gd name="connsiteX22396" fmla="*/ 137446 w 3114960"/>
              <a:gd name="connsiteY22396" fmla="*/ 1338453 h 5143785"/>
              <a:gd name="connsiteX22397" fmla="*/ 132779 w 3114960"/>
              <a:gd name="connsiteY22397" fmla="*/ 1343120 h 5143785"/>
              <a:gd name="connsiteX22398" fmla="*/ 157544 w 3114960"/>
              <a:gd name="connsiteY22398" fmla="*/ 1294924 h 5143785"/>
              <a:gd name="connsiteX22399" fmla="*/ 152876 w 3114960"/>
              <a:gd name="connsiteY22399" fmla="*/ 1290257 h 5143785"/>
              <a:gd name="connsiteX22400" fmla="*/ 157544 w 3114960"/>
              <a:gd name="connsiteY22400" fmla="*/ 1285589 h 5143785"/>
              <a:gd name="connsiteX22401" fmla="*/ 162211 w 3114960"/>
              <a:gd name="connsiteY22401" fmla="*/ 1290257 h 5143785"/>
              <a:gd name="connsiteX22402" fmla="*/ 157544 w 3114960"/>
              <a:gd name="connsiteY22402" fmla="*/ 1294924 h 5143785"/>
              <a:gd name="connsiteX22403" fmla="*/ 2223707 w 3114960"/>
              <a:gd name="connsiteY22403" fmla="*/ 95 h 5143785"/>
              <a:gd name="connsiteX22404" fmla="*/ 2223707 w 3114960"/>
              <a:gd name="connsiteY22404" fmla="*/ 1048 h 5143785"/>
              <a:gd name="connsiteX22405" fmla="*/ 2182559 w 3114960"/>
              <a:gd name="connsiteY22405" fmla="*/ 1048 h 5143785"/>
              <a:gd name="connsiteX22406" fmla="*/ 2155793 w 3114960"/>
              <a:gd name="connsiteY22406" fmla="*/ 29623 h 5143785"/>
              <a:gd name="connsiteX22407" fmla="*/ 2115407 w 3114960"/>
              <a:gd name="connsiteY22407" fmla="*/ 29623 h 5143785"/>
              <a:gd name="connsiteX22408" fmla="*/ 2112740 w 3114960"/>
              <a:gd name="connsiteY22408" fmla="*/ 24384 h 5143785"/>
              <a:gd name="connsiteX22409" fmla="*/ 2105120 w 3114960"/>
              <a:gd name="connsiteY22409" fmla="*/ 21146 h 5143785"/>
              <a:gd name="connsiteX22410" fmla="*/ 2097405 w 3114960"/>
              <a:gd name="connsiteY22410" fmla="*/ 24194 h 5143785"/>
              <a:gd name="connsiteX22411" fmla="*/ 2094167 w 3114960"/>
              <a:gd name="connsiteY22411" fmla="*/ 31814 h 5143785"/>
              <a:gd name="connsiteX22412" fmla="*/ 2097310 w 3114960"/>
              <a:gd name="connsiteY22412" fmla="*/ 39529 h 5143785"/>
              <a:gd name="connsiteX22413" fmla="*/ 2104930 w 3114960"/>
              <a:gd name="connsiteY22413" fmla="*/ 42767 h 5143785"/>
              <a:gd name="connsiteX22414" fmla="*/ 2105025 w 3114960"/>
              <a:gd name="connsiteY22414" fmla="*/ 42767 h 5143785"/>
              <a:gd name="connsiteX22415" fmla="*/ 2112645 w 3114960"/>
              <a:gd name="connsiteY22415" fmla="*/ 39624 h 5143785"/>
              <a:gd name="connsiteX22416" fmla="*/ 2115407 w 3114960"/>
              <a:gd name="connsiteY22416" fmla="*/ 34385 h 5143785"/>
              <a:gd name="connsiteX22417" fmla="*/ 2157889 w 3114960"/>
              <a:gd name="connsiteY22417" fmla="*/ 34385 h 5143785"/>
              <a:gd name="connsiteX22418" fmla="*/ 2184654 w 3114960"/>
              <a:gd name="connsiteY22418" fmla="*/ 5810 h 5143785"/>
              <a:gd name="connsiteX22419" fmla="*/ 2223707 w 3114960"/>
              <a:gd name="connsiteY22419" fmla="*/ 5810 h 5143785"/>
              <a:gd name="connsiteX22420" fmla="*/ 2223707 w 3114960"/>
              <a:gd name="connsiteY22420" fmla="*/ 8954 h 5143785"/>
              <a:gd name="connsiteX22421" fmla="*/ 2229231 w 3114960"/>
              <a:gd name="connsiteY22421" fmla="*/ 14478 h 5143785"/>
              <a:gd name="connsiteX22422" fmla="*/ 2240185 w 3114960"/>
              <a:gd name="connsiteY22422" fmla="*/ 14478 h 5143785"/>
              <a:gd name="connsiteX22423" fmla="*/ 2240947 w 3114960"/>
              <a:gd name="connsiteY22423" fmla="*/ 14288 h 5143785"/>
              <a:gd name="connsiteX22424" fmla="*/ 2356009 w 3114960"/>
              <a:gd name="connsiteY22424" fmla="*/ 120777 h 5143785"/>
              <a:gd name="connsiteX22425" fmla="*/ 2397252 w 3114960"/>
              <a:gd name="connsiteY22425" fmla="*/ 120777 h 5143785"/>
              <a:gd name="connsiteX22426" fmla="*/ 2397252 w 3114960"/>
              <a:gd name="connsiteY22426" fmla="*/ 121348 h 5143785"/>
              <a:gd name="connsiteX22427" fmla="*/ 2402872 w 3114960"/>
              <a:gd name="connsiteY22427" fmla="*/ 129159 h 5143785"/>
              <a:gd name="connsiteX22428" fmla="*/ 2409444 w 3114960"/>
              <a:gd name="connsiteY22428" fmla="*/ 130969 h 5143785"/>
              <a:gd name="connsiteX22429" fmla="*/ 2412397 w 3114960"/>
              <a:gd name="connsiteY22429" fmla="*/ 130588 h 5143785"/>
              <a:gd name="connsiteX22430" fmla="*/ 2420207 w 3114960"/>
              <a:gd name="connsiteY22430" fmla="*/ 124873 h 5143785"/>
              <a:gd name="connsiteX22431" fmla="*/ 2421731 w 3114960"/>
              <a:gd name="connsiteY22431" fmla="*/ 115348 h 5143785"/>
              <a:gd name="connsiteX22432" fmla="*/ 2416112 w 3114960"/>
              <a:gd name="connsiteY22432" fmla="*/ 107537 h 5143785"/>
              <a:gd name="connsiteX22433" fmla="*/ 2406587 w 3114960"/>
              <a:gd name="connsiteY22433" fmla="*/ 106013 h 5143785"/>
              <a:gd name="connsiteX22434" fmla="*/ 2398776 w 3114960"/>
              <a:gd name="connsiteY22434" fmla="*/ 111728 h 5143785"/>
              <a:gd name="connsiteX22435" fmla="*/ 2397252 w 3114960"/>
              <a:gd name="connsiteY22435" fmla="*/ 115919 h 5143785"/>
              <a:gd name="connsiteX22436" fmla="*/ 2357914 w 3114960"/>
              <a:gd name="connsiteY22436" fmla="*/ 115919 h 5143785"/>
              <a:gd name="connsiteX22437" fmla="*/ 2245043 w 3114960"/>
              <a:gd name="connsiteY22437" fmla="*/ 11430 h 5143785"/>
              <a:gd name="connsiteX22438" fmla="*/ 2245805 w 3114960"/>
              <a:gd name="connsiteY22438" fmla="*/ 8858 h 5143785"/>
              <a:gd name="connsiteX22439" fmla="*/ 2245805 w 3114960"/>
              <a:gd name="connsiteY22439" fmla="*/ 0 h 5143785"/>
              <a:gd name="connsiteX22440" fmla="*/ 2241042 w 3114960"/>
              <a:gd name="connsiteY22440" fmla="*/ 0 h 5143785"/>
              <a:gd name="connsiteX22441" fmla="*/ 2241042 w 3114960"/>
              <a:gd name="connsiteY22441" fmla="*/ 8858 h 5143785"/>
              <a:gd name="connsiteX22442" fmla="*/ 2240280 w 3114960"/>
              <a:gd name="connsiteY22442" fmla="*/ 9620 h 5143785"/>
              <a:gd name="connsiteX22443" fmla="*/ 2229326 w 3114960"/>
              <a:gd name="connsiteY22443" fmla="*/ 9620 h 5143785"/>
              <a:gd name="connsiteX22444" fmla="*/ 2228564 w 3114960"/>
              <a:gd name="connsiteY22444" fmla="*/ 8858 h 5143785"/>
              <a:gd name="connsiteX22445" fmla="*/ 2228564 w 3114960"/>
              <a:gd name="connsiteY22445" fmla="*/ 0 h 5143785"/>
              <a:gd name="connsiteX22446" fmla="*/ 2223802 w 3114960"/>
              <a:gd name="connsiteY22446" fmla="*/ 0 h 5143785"/>
              <a:gd name="connsiteX22447" fmla="*/ 2109311 w 3114960"/>
              <a:gd name="connsiteY22447" fmla="*/ 36195 h 5143785"/>
              <a:gd name="connsiteX22448" fmla="*/ 2105025 w 3114960"/>
              <a:gd name="connsiteY22448" fmla="*/ 37910 h 5143785"/>
              <a:gd name="connsiteX22449" fmla="*/ 2099024 w 3114960"/>
              <a:gd name="connsiteY22449" fmla="*/ 31814 h 5143785"/>
              <a:gd name="connsiteX22450" fmla="*/ 2105120 w 3114960"/>
              <a:gd name="connsiteY22450" fmla="*/ 25813 h 5143785"/>
              <a:gd name="connsiteX22451" fmla="*/ 2105120 w 3114960"/>
              <a:gd name="connsiteY22451" fmla="*/ 25813 h 5143785"/>
              <a:gd name="connsiteX22452" fmla="*/ 2109407 w 3114960"/>
              <a:gd name="connsiteY22452" fmla="*/ 27623 h 5143785"/>
              <a:gd name="connsiteX22453" fmla="*/ 2111121 w 3114960"/>
              <a:gd name="connsiteY22453" fmla="*/ 31909 h 5143785"/>
              <a:gd name="connsiteX22454" fmla="*/ 2109311 w 3114960"/>
              <a:gd name="connsiteY22454" fmla="*/ 36195 h 5143785"/>
              <a:gd name="connsiteX22455" fmla="*/ 2407730 w 3114960"/>
              <a:gd name="connsiteY22455" fmla="*/ 110871 h 5143785"/>
              <a:gd name="connsiteX22456" fmla="*/ 2409539 w 3114960"/>
              <a:gd name="connsiteY22456" fmla="*/ 110681 h 5143785"/>
              <a:gd name="connsiteX22457" fmla="*/ 2413635 w 3114960"/>
              <a:gd name="connsiteY22457" fmla="*/ 111823 h 5143785"/>
              <a:gd name="connsiteX22458" fmla="*/ 2417159 w 3114960"/>
              <a:gd name="connsiteY22458" fmla="*/ 116681 h 5143785"/>
              <a:gd name="connsiteX22459" fmla="*/ 2416207 w 3114960"/>
              <a:gd name="connsiteY22459" fmla="*/ 122587 h 5143785"/>
              <a:gd name="connsiteX22460" fmla="*/ 2411349 w 3114960"/>
              <a:gd name="connsiteY22460" fmla="*/ 126111 h 5143785"/>
              <a:gd name="connsiteX22461" fmla="*/ 2405444 w 3114960"/>
              <a:gd name="connsiteY22461" fmla="*/ 125159 h 5143785"/>
              <a:gd name="connsiteX22462" fmla="*/ 2401919 w 3114960"/>
              <a:gd name="connsiteY22462" fmla="*/ 120301 h 5143785"/>
              <a:gd name="connsiteX22463" fmla="*/ 2407634 w 3114960"/>
              <a:gd name="connsiteY22463" fmla="*/ 110871 h 5143785"/>
              <a:gd name="connsiteX22464" fmla="*/ 2720721 w 3114960"/>
              <a:gd name="connsiteY22464" fmla="*/ 26289 h 5143785"/>
              <a:gd name="connsiteX22465" fmla="*/ 2631853 w 3114960"/>
              <a:gd name="connsiteY22465" fmla="*/ 26289 h 5143785"/>
              <a:gd name="connsiteX22466" fmla="*/ 2631853 w 3114960"/>
              <a:gd name="connsiteY22466" fmla="*/ 21622 h 5143785"/>
              <a:gd name="connsiteX22467" fmla="*/ 2622233 w 3114960"/>
              <a:gd name="connsiteY22467" fmla="*/ 12002 h 5143785"/>
              <a:gd name="connsiteX22468" fmla="*/ 2523173 w 3114960"/>
              <a:gd name="connsiteY22468" fmla="*/ 12002 h 5143785"/>
              <a:gd name="connsiteX22469" fmla="*/ 2513552 w 3114960"/>
              <a:gd name="connsiteY22469" fmla="*/ 21622 h 5143785"/>
              <a:gd name="connsiteX22470" fmla="*/ 2513552 w 3114960"/>
              <a:gd name="connsiteY22470" fmla="*/ 26289 h 5143785"/>
              <a:gd name="connsiteX22471" fmla="*/ 2452211 w 3114960"/>
              <a:gd name="connsiteY22471" fmla="*/ 26289 h 5143785"/>
              <a:gd name="connsiteX22472" fmla="*/ 2437448 w 3114960"/>
              <a:gd name="connsiteY22472" fmla="*/ 12478 h 5143785"/>
              <a:gd name="connsiteX22473" fmla="*/ 2394204 w 3114960"/>
              <a:gd name="connsiteY22473" fmla="*/ 12478 h 5143785"/>
              <a:gd name="connsiteX22474" fmla="*/ 2393061 w 3114960"/>
              <a:gd name="connsiteY22474" fmla="*/ 9430 h 5143785"/>
              <a:gd name="connsiteX22475" fmla="*/ 2386584 w 3114960"/>
              <a:gd name="connsiteY22475" fmla="*/ 4667 h 5143785"/>
              <a:gd name="connsiteX22476" fmla="*/ 2373916 w 3114960"/>
              <a:gd name="connsiteY22476" fmla="*/ 12383 h 5143785"/>
              <a:gd name="connsiteX22477" fmla="*/ 2375154 w 3114960"/>
              <a:gd name="connsiteY22477" fmla="*/ 20288 h 5143785"/>
              <a:gd name="connsiteX22478" fmla="*/ 2381631 w 3114960"/>
              <a:gd name="connsiteY22478" fmla="*/ 25051 h 5143785"/>
              <a:gd name="connsiteX22479" fmla="*/ 2384108 w 3114960"/>
              <a:gd name="connsiteY22479" fmla="*/ 25337 h 5143785"/>
              <a:gd name="connsiteX22480" fmla="*/ 2394299 w 3114960"/>
              <a:gd name="connsiteY22480" fmla="*/ 17336 h 5143785"/>
              <a:gd name="connsiteX22481" fmla="*/ 2394299 w 3114960"/>
              <a:gd name="connsiteY22481" fmla="*/ 17336 h 5143785"/>
              <a:gd name="connsiteX22482" fmla="*/ 2435543 w 3114960"/>
              <a:gd name="connsiteY22482" fmla="*/ 17336 h 5143785"/>
              <a:gd name="connsiteX22483" fmla="*/ 2450306 w 3114960"/>
              <a:gd name="connsiteY22483" fmla="*/ 31147 h 5143785"/>
              <a:gd name="connsiteX22484" fmla="*/ 2513552 w 3114960"/>
              <a:gd name="connsiteY22484" fmla="*/ 31147 h 5143785"/>
              <a:gd name="connsiteX22485" fmla="*/ 2513552 w 3114960"/>
              <a:gd name="connsiteY22485" fmla="*/ 35814 h 5143785"/>
              <a:gd name="connsiteX22486" fmla="*/ 2523173 w 3114960"/>
              <a:gd name="connsiteY22486" fmla="*/ 45434 h 5143785"/>
              <a:gd name="connsiteX22487" fmla="*/ 2622233 w 3114960"/>
              <a:gd name="connsiteY22487" fmla="*/ 45434 h 5143785"/>
              <a:gd name="connsiteX22488" fmla="*/ 2631853 w 3114960"/>
              <a:gd name="connsiteY22488" fmla="*/ 35814 h 5143785"/>
              <a:gd name="connsiteX22489" fmla="*/ 2631853 w 3114960"/>
              <a:gd name="connsiteY22489" fmla="*/ 31147 h 5143785"/>
              <a:gd name="connsiteX22490" fmla="*/ 2722912 w 3114960"/>
              <a:gd name="connsiteY22490" fmla="*/ 31147 h 5143785"/>
              <a:gd name="connsiteX22491" fmla="*/ 2738914 w 3114960"/>
              <a:gd name="connsiteY22491" fmla="*/ 11525 h 5143785"/>
              <a:gd name="connsiteX22492" fmla="*/ 2738914 w 3114960"/>
              <a:gd name="connsiteY22492" fmla="*/ 95 h 5143785"/>
              <a:gd name="connsiteX22493" fmla="*/ 2734151 w 3114960"/>
              <a:gd name="connsiteY22493" fmla="*/ 95 h 5143785"/>
              <a:gd name="connsiteX22494" fmla="*/ 2734151 w 3114960"/>
              <a:gd name="connsiteY22494" fmla="*/ 9811 h 5143785"/>
              <a:gd name="connsiteX22495" fmla="*/ 2720721 w 3114960"/>
              <a:gd name="connsiteY22495" fmla="*/ 26384 h 5143785"/>
              <a:gd name="connsiteX22496" fmla="*/ 2389727 w 3114960"/>
              <a:gd name="connsiteY22496" fmla="*/ 16288 h 5143785"/>
              <a:gd name="connsiteX22497" fmla="*/ 2382869 w 3114960"/>
              <a:gd name="connsiteY22497" fmla="*/ 20479 h 5143785"/>
              <a:gd name="connsiteX22498" fmla="*/ 2379345 w 3114960"/>
              <a:gd name="connsiteY22498" fmla="*/ 17907 h 5143785"/>
              <a:gd name="connsiteX22499" fmla="*/ 2378678 w 3114960"/>
              <a:gd name="connsiteY22499" fmla="*/ 13621 h 5143785"/>
              <a:gd name="connsiteX22500" fmla="*/ 2381250 w 3114960"/>
              <a:gd name="connsiteY22500" fmla="*/ 10097 h 5143785"/>
              <a:gd name="connsiteX22501" fmla="*/ 2384203 w 3114960"/>
              <a:gd name="connsiteY22501" fmla="*/ 9239 h 5143785"/>
              <a:gd name="connsiteX22502" fmla="*/ 2385536 w 3114960"/>
              <a:gd name="connsiteY22502" fmla="*/ 9430 h 5143785"/>
              <a:gd name="connsiteX22503" fmla="*/ 2389061 w 3114960"/>
              <a:gd name="connsiteY22503" fmla="*/ 12002 h 5143785"/>
              <a:gd name="connsiteX22504" fmla="*/ 2389727 w 3114960"/>
              <a:gd name="connsiteY22504" fmla="*/ 16288 h 5143785"/>
              <a:gd name="connsiteX22505" fmla="*/ 2627090 w 3114960"/>
              <a:gd name="connsiteY22505" fmla="*/ 35814 h 5143785"/>
              <a:gd name="connsiteX22506" fmla="*/ 2622233 w 3114960"/>
              <a:gd name="connsiteY22506" fmla="*/ 40672 h 5143785"/>
              <a:gd name="connsiteX22507" fmla="*/ 2523173 w 3114960"/>
              <a:gd name="connsiteY22507" fmla="*/ 40672 h 5143785"/>
              <a:gd name="connsiteX22508" fmla="*/ 2518315 w 3114960"/>
              <a:gd name="connsiteY22508" fmla="*/ 35814 h 5143785"/>
              <a:gd name="connsiteX22509" fmla="*/ 2518315 w 3114960"/>
              <a:gd name="connsiteY22509" fmla="*/ 21622 h 5143785"/>
              <a:gd name="connsiteX22510" fmla="*/ 2523173 w 3114960"/>
              <a:gd name="connsiteY22510" fmla="*/ 16764 h 5143785"/>
              <a:gd name="connsiteX22511" fmla="*/ 2622233 w 3114960"/>
              <a:gd name="connsiteY22511" fmla="*/ 16764 h 5143785"/>
              <a:gd name="connsiteX22512" fmla="*/ 2627090 w 3114960"/>
              <a:gd name="connsiteY22512" fmla="*/ 21622 h 5143785"/>
              <a:gd name="connsiteX22513" fmla="*/ 2627090 w 3114960"/>
              <a:gd name="connsiteY22513" fmla="*/ 35814 h 5143785"/>
              <a:gd name="connsiteX22514" fmla="*/ 401288 w 3114960"/>
              <a:gd name="connsiteY22514" fmla="*/ 4989957 h 5143785"/>
              <a:gd name="connsiteX22515" fmla="*/ 396526 w 3114960"/>
              <a:gd name="connsiteY22515" fmla="*/ 4989957 h 5143785"/>
              <a:gd name="connsiteX22516" fmla="*/ 396526 w 3114960"/>
              <a:gd name="connsiteY22516" fmla="*/ 4971574 h 5143785"/>
              <a:gd name="connsiteX22517" fmla="*/ 401288 w 3114960"/>
              <a:gd name="connsiteY22517" fmla="*/ 4971574 h 5143785"/>
              <a:gd name="connsiteX22518" fmla="*/ 401288 w 3114960"/>
              <a:gd name="connsiteY22518" fmla="*/ 4989957 h 5143785"/>
              <a:gd name="connsiteX22519" fmla="*/ 396526 w 3114960"/>
              <a:gd name="connsiteY22519" fmla="*/ 4934808 h 5143785"/>
              <a:gd name="connsiteX22520" fmla="*/ 401288 w 3114960"/>
              <a:gd name="connsiteY22520" fmla="*/ 4934808 h 5143785"/>
              <a:gd name="connsiteX22521" fmla="*/ 401288 w 3114960"/>
              <a:gd name="connsiteY22521" fmla="*/ 4953191 h 5143785"/>
              <a:gd name="connsiteX22522" fmla="*/ 396526 w 3114960"/>
              <a:gd name="connsiteY22522" fmla="*/ 4953191 h 5143785"/>
              <a:gd name="connsiteX22523" fmla="*/ 396526 w 3114960"/>
              <a:gd name="connsiteY22523" fmla="*/ 4934808 h 5143785"/>
              <a:gd name="connsiteX22524" fmla="*/ 401288 w 3114960"/>
              <a:gd name="connsiteY22524" fmla="*/ 5026724 h 5143785"/>
              <a:gd name="connsiteX22525" fmla="*/ 396526 w 3114960"/>
              <a:gd name="connsiteY22525" fmla="*/ 5026724 h 5143785"/>
              <a:gd name="connsiteX22526" fmla="*/ 396526 w 3114960"/>
              <a:gd name="connsiteY22526" fmla="*/ 5008340 h 5143785"/>
              <a:gd name="connsiteX22527" fmla="*/ 401288 w 3114960"/>
              <a:gd name="connsiteY22527" fmla="*/ 5008340 h 5143785"/>
              <a:gd name="connsiteX22528" fmla="*/ 401288 w 3114960"/>
              <a:gd name="connsiteY22528" fmla="*/ 5026724 h 5143785"/>
              <a:gd name="connsiteX22529" fmla="*/ 396526 w 3114960"/>
              <a:gd name="connsiteY22529" fmla="*/ 5045202 h 5143785"/>
              <a:gd name="connsiteX22530" fmla="*/ 401288 w 3114960"/>
              <a:gd name="connsiteY22530" fmla="*/ 5045202 h 5143785"/>
              <a:gd name="connsiteX22531" fmla="*/ 401288 w 3114960"/>
              <a:gd name="connsiteY22531" fmla="*/ 5063585 h 5143785"/>
              <a:gd name="connsiteX22532" fmla="*/ 396526 w 3114960"/>
              <a:gd name="connsiteY22532" fmla="*/ 5063585 h 5143785"/>
              <a:gd name="connsiteX22533" fmla="*/ 396526 w 3114960"/>
              <a:gd name="connsiteY22533" fmla="*/ 5045202 h 5143785"/>
              <a:gd name="connsiteX22534" fmla="*/ 407384 w 3114960"/>
              <a:gd name="connsiteY22534" fmla="*/ 4807935 h 5143785"/>
              <a:gd name="connsiteX22535" fmla="*/ 398907 w 3114960"/>
              <a:gd name="connsiteY22535" fmla="*/ 4805172 h 5143785"/>
              <a:gd name="connsiteX22536" fmla="*/ 387287 w 3114960"/>
              <a:gd name="connsiteY22536" fmla="*/ 4810982 h 5143785"/>
              <a:gd name="connsiteX22537" fmla="*/ 390335 w 3114960"/>
              <a:gd name="connsiteY22537" fmla="*/ 4830985 h 5143785"/>
              <a:gd name="connsiteX22538" fmla="*/ 396431 w 3114960"/>
              <a:gd name="connsiteY22538" fmla="*/ 4833462 h 5143785"/>
              <a:gd name="connsiteX22539" fmla="*/ 396431 w 3114960"/>
              <a:gd name="connsiteY22539" fmla="*/ 4842701 h 5143785"/>
              <a:gd name="connsiteX22540" fmla="*/ 401193 w 3114960"/>
              <a:gd name="connsiteY22540" fmla="*/ 4842701 h 5143785"/>
              <a:gd name="connsiteX22541" fmla="*/ 401193 w 3114960"/>
              <a:gd name="connsiteY22541" fmla="*/ 4833462 h 5143785"/>
              <a:gd name="connsiteX22542" fmla="*/ 410337 w 3114960"/>
              <a:gd name="connsiteY22542" fmla="*/ 4827842 h 5143785"/>
              <a:gd name="connsiteX22543" fmla="*/ 407289 w 3114960"/>
              <a:gd name="connsiteY22543" fmla="*/ 4807839 h 5143785"/>
              <a:gd name="connsiteX22544" fmla="*/ 400717 w 3114960"/>
              <a:gd name="connsiteY22544" fmla="*/ 4831080 h 5143785"/>
              <a:gd name="connsiteX22545" fmla="*/ 398907 w 3114960"/>
              <a:gd name="connsiteY22545" fmla="*/ 4831176 h 5143785"/>
              <a:gd name="connsiteX22546" fmla="*/ 392049 w 3114960"/>
              <a:gd name="connsiteY22546" fmla="*/ 4828889 h 5143785"/>
              <a:gd name="connsiteX22547" fmla="*/ 389573 w 3114960"/>
              <a:gd name="connsiteY22547" fmla="*/ 4812506 h 5143785"/>
              <a:gd name="connsiteX22548" fmla="*/ 405956 w 3114960"/>
              <a:gd name="connsiteY22548" fmla="*/ 4810030 h 5143785"/>
              <a:gd name="connsiteX22549" fmla="*/ 410623 w 3114960"/>
              <a:gd name="connsiteY22549" fmla="*/ 4817650 h 5143785"/>
              <a:gd name="connsiteX22550" fmla="*/ 408527 w 3114960"/>
              <a:gd name="connsiteY22550" fmla="*/ 4826318 h 5143785"/>
              <a:gd name="connsiteX22551" fmla="*/ 400907 w 3114960"/>
              <a:gd name="connsiteY22551" fmla="*/ 4830985 h 5143785"/>
              <a:gd name="connsiteX22552" fmla="*/ 1749743 w 3114960"/>
              <a:gd name="connsiteY22552" fmla="*/ 90869 h 5143785"/>
              <a:gd name="connsiteX22553" fmla="*/ 1749743 w 3114960"/>
              <a:gd name="connsiteY22553" fmla="*/ 95 h 5143785"/>
              <a:gd name="connsiteX22554" fmla="*/ 1745075 w 3114960"/>
              <a:gd name="connsiteY22554" fmla="*/ 95 h 5143785"/>
              <a:gd name="connsiteX22555" fmla="*/ 1745075 w 3114960"/>
              <a:gd name="connsiteY22555" fmla="*/ 88964 h 5143785"/>
              <a:gd name="connsiteX22556" fmla="*/ 1734026 w 3114960"/>
              <a:gd name="connsiteY22556" fmla="*/ 100298 h 5143785"/>
              <a:gd name="connsiteX22557" fmla="*/ 1734026 w 3114960"/>
              <a:gd name="connsiteY22557" fmla="*/ 184499 h 5143785"/>
              <a:gd name="connsiteX22558" fmla="*/ 1722977 w 3114960"/>
              <a:gd name="connsiteY22558" fmla="*/ 197739 h 5143785"/>
              <a:gd name="connsiteX22559" fmla="*/ 1736407 w 3114960"/>
              <a:gd name="connsiteY22559" fmla="*/ 211169 h 5143785"/>
              <a:gd name="connsiteX22560" fmla="*/ 1749838 w 3114960"/>
              <a:gd name="connsiteY22560" fmla="*/ 197739 h 5143785"/>
              <a:gd name="connsiteX22561" fmla="*/ 1738789 w 3114960"/>
              <a:gd name="connsiteY22561" fmla="*/ 184499 h 5143785"/>
              <a:gd name="connsiteX22562" fmla="*/ 1738789 w 3114960"/>
              <a:gd name="connsiteY22562" fmla="*/ 102203 h 5143785"/>
              <a:gd name="connsiteX22563" fmla="*/ 1749743 w 3114960"/>
              <a:gd name="connsiteY22563" fmla="*/ 90869 h 5143785"/>
              <a:gd name="connsiteX22564" fmla="*/ 1745075 w 3114960"/>
              <a:gd name="connsiteY22564" fmla="*/ 197739 h 5143785"/>
              <a:gd name="connsiteX22565" fmla="*/ 1736407 w 3114960"/>
              <a:gd name="connsiteY22565" fmla="*/ 206407 h 5143785"/>
              <a:gd name="connsiteX22566" fmla="*/ 1727740 w 3114960"/>
              <a:gd name="connsiteY22566" fmla="*/ 197739 h 5143785"/>
              <a:gd name="connsiteX22567" fmla="*/ 1736407 w 3114960"/>
              <a:gd name="connsiteY22567" fmla="*/ 189071 h 5143785"/>
              <a:gd name="connsiteX22568" fmla="*/ 1745075 w 3114960"/>
              <a:gd name="connsiteY22568" fmla="*/ 197739 h 5143785"/>
              <a:gd name="connsiteX22569" fmla="*/ 405956 w 3114960"/>
              <a:gd name="connsiteY22569" fmla="*/ 4819460 h 5143785"/>
              <a:gd name="connsiteX22570" fmla="*/ 398907 w 3114960"/>
              <a:gd name="connsiteY22570" fmla="*/ 4826508 h 5143785"/>
              <a:gd name="connsiteX22571" fmla="*/ 391859 w 3114960"/>
              <a:gd name="connsiteY22571" fmla="*/ 4819460 h 5143785"/>
              <a:gd name="connsiteX22572" fmla="*/ 398907 w 3114960"/>
              <a:gd name="connsiteY22572" fmla="*/ 4812411 h 5143785"/>
              <a:gd name="connsiteX22573" fmla="*/ 405956 w 3114960"/>
              <a:gd name="connsiteY22573" fmla="*/ 4819460 h 5143785"/>
              <a:gd name="connsiteX22574" fmla="*/ 401288 w 3114960"/>
              <a:gd name="connsiteY22574" fmla="*/ 5100352 h 5143785"/>
              <a:gd name="connsiteX22575" fmla="*/ 396526 w 3114960"/>
              <a:gd name="connsiteY22575" fmla="*/ 5100352 h 5143785"/>
              <a:gd name="connsiteX22576" fmla="*/ 396526 w 3114960"/>
              <a:gd name="connsiteY22576" fmla="*/ 5081969 h 5143785"/>
              <a:gd name="connsiteX22577" fmla="*/ 401288 w 3114960"/>
              <a:gd name="connsiteY22577" fmla="*/ 5081969 h 5143785"/>
              <a:gd name="connsiteX22578" fmla="*/ 401288 w 3114960"/>
              <a:gd name="connsiteY22578" fmla="*/ 5100352 h 5143785"/>
              <a:gd name="connsiteX22579" fmla="*/ 401288 w 3114960"/>
              <a:gd name="connsiteY22579" fmla="*/ 4879563 h 5143785"/>
              <a:gd name="connsiteX22580" fmla="*/ 396526 w 3114960"/>
              <a:gd name="connsiteY22580" fmla="*/ 4879563 h 5143785"/>
              <a:gd name="connsiteX22581" fmla="*/ 396526 w 3114960"/>
              <a:gd name="connsiteY22581" fmla="*/ 4861179 h 5143785"/>
              <a:gd name="connsiteX22582" fmla="*/ 401288 w 3114960"/>
              <a:gd name="connsiteY22582" fmla="*/ 4861179 h 5143785"/>
              <a:gd name="connsiteX22583" fmla="*/ 401288 w 3114960"/>
              <a:gd name="connsiteY22583" fmla="*/ 4879563 h 5143785"/>
              <a:gd name="connsiteX22584" fmla="*/ 467963 w 3114960"/>
              <a:gd name="connsiteY22584" fmla="*/ 4809935 h 5143785"/>
              <a:gd name="connsiteX22585" fmla="*/ 460915 w 3114960"/>
              <a:gd name="connsiteY22585" fmla="*/ 4816983 h 5143785"/>
              <a:gd name="connsiteX22586" fmla="*/ 453866 w 3114960"/>
              <a:gd name="connsiteY22586" fmla="*/ 4809935 h 5143785"/>
              <a:gd name="connsiteX22587" fmla="*/ 460915 w 3114960"/>
              <a:gd name="connsiteY22587" fmla="*/ 4802886 h 5143785"/>
              <a:gd name="connsiteX22588" fmla="*/ 467963 w 3114960"/>
              <a:gd name="connsiteY22588" fmla="*/ 4809935 h 5143785"/>
              <a:gd name="connsiteX22589" fmla="*/ 334518 w 3114960"/>
              <a:gd name="connsiteY22589" fmla="*/ 4971955 h 5143785"/>
              <a:gd name="connsiteX22590" fmla="*/ 339281 w 3114960"/>
              <a:gd name="connsiteY22590" fmla="*/ 4971955 h 5143785"/>
              <a:gd name="connsiteX22591" fmla="*/ 339281 w 3114960"/>
              <a:gd name="connsiteY22591" fmla="*/ 4990433 h 5143785"/>
              <a:gd name="connsiteX22592" fmla="*/ 334518 w 3114960"/>
              <a:gd name="connsiteY22592" fmla="*/ 4990433 h 5143785"/>
              <a:gd name="connsiteX22593" fmla="*/ 334518 w 3114960"/>
              <a:gd name="connsiteY22593" fmla="*/ 4971955 h 5143785"/>
              <a:gd name="connsiteX22594" fmla="*/ 201740 w 3114960"/>
              <a:gd name="connsiteY22594" fmla="*/ 4841462 h 5143785"/>
              <a:gd name="connsiteX22595" fmla="*/ 200025 w 3114960"/>
              <a:gd name="connsiteY22595" fmla="*/ 4840796 h 5143785"/>
              <a:gd name="connsiteX22596" fmla="*/ 123063 w 3114960"/>
              <a:gd name="connsiteY22596" fmla="*/ 4840796 h 5143785"/>
              <a:gd name="connsiteX22597" fmla="*/ 121444 w 3114960"/>
              <a:gd name="connsiteY22597" fmla="*/ 4836986 h 5143785"/>
              <a:gd name="connsiteX22598" fmla="*/ 113443 w 3114960"/>
              <a:gd name="connsiteY22598" fmla="*/ 4832890 h 5143785"/>
              <a:gd name="connsiteX22599" fmla="*/ 107918 w 3114960"/>
              <a:gd name="connsiteY22599" fmla="*/ 4834509 h 5143785"/>
              <a:gd name="connsiteX22600" fmla="*/ 103823 w 3114960"/>
              <a:gd name="connsiteY22600" fmla="*/ 4840796 h 5143785"/>
              <a:gd name="connsiteX22601" fmla="*/ 105442 w 3114960"/>
              <a:gd name="connsiteY22601" fmla="*/ 4848035 h 5143785"/>
              <a:gd name="connsiteX22602" fmla="*/ 118967 w 3114960"/>
              <a:gd name="connsiteY22602" fmla="*/ 4850416 h 5143785"/>
              <a:gd name="connsiteX22603" fmla="*/ 122587 w 3114960"/>
              <a:gd name="connsiteY22603" fmla="*/ 4845368 h 5143785"/>
              <a:gd name="connsiteX22604" fmla="*/ 197644 w 3114960"/>
              <a:gd name="connsiteY22604" fmla="*/ 4845368 h 5143785"/>
              <a:gd name="connsiteX22605" fmla="*/ 197549 w 3114960"/>
              <a:gd name="connsiteY22605" fmla="*/ 4919758 h 5143785"/>
              <a:gd name="connsiteX22606" fmla="*/ 194215 w 3114960"/>
              <a:gd name="connsiteY22606" fmla="*/ 4921092 h 5143785"/>
              <a:gd name="connsiteX22607" fmla="*/ 190024 w 3114960"/>
              <a:gd name="connsiteY22607" fmla="*/ 4927378 h 5143785"/>
              <a:gd name="connsiteX22608" fmla="*/ 191643 w 3114960"/>
              <a:gd name="connsiteY22608" fmla="*/ 4934617 h 5143785"/>
              <a:gd name="connsiteX22609" fmla="*/ 205169 w 3114960"/>
              <a:gd name="connsiteY22609" fmla="*/ 4936998 h 5143785"/>
              <a:gd name="connsiteX22610" fmla="*/ 209264 w 3114960"/>
              <a:gd name="connsiteY22610" fmla="*/ 4930712 h 5143785"/>
              <a:gd name="connsiteX22611" fmla="*/ 209264 w 3114960"/>
              <a:gd name="connsiteY22611" fmla="*/ 4928902 h 5143785"/>
              <a:gd name="connsiteX22612" fmla="*/ 243935 w 3114960"/>
              <a:gd name="connsiteY22612" fmla="*/ 4897279 h 5143785"/>
              <a:gd name="connsiteX22613" fmla="*/ 243935 w 3114960"/>
              <a:gd name="connsiteY22613" fmla="*/ 4836033 h 5143785"/>
              <a:gd name="connsiteX22614" fmla="*/ 251936 w 3114960"/>
              <a:gd name="connsiteY22614" fmla="*/ 4826127 h 5143785"/>
              <a:gd name="connsiteX22615" fmla="*/ 241554 w 3114960"/>
              <a:gd name="connsiteY22615" fmla="*/ 4815745 h 5143785"/>
              <a:gd name="connsiteX22616" fmla="*/ 231172 w 3114960"/>
              <a:gd name="connsiteY22616" fmla="*/ 4826127 h 5143785"/>
              <a:gd name="connsiteX22617" fmla="*/ 239173 w 3114960"/>
              <a:gd name="connsiteY22617" fmla="*/ 4836033 h 5143785"/>
              <a:gd name="connsiteX22618" fmla="*/ 239173 w 3114960"/>
              <a:gd name="connsiteY22618" fmla="*/ 4895183 h 5143785"/>
              <a:gd name="connsiteX22619" fmla="*/ 207740 w 3114960"/>
              <a:gd name="connsiteY22619" fmla="*/ 4923854 h 5143785"/>
              <a:gd name="connsiteX22620" fmla="*/ 207550 w 3114960"/>
              <a:gd name="connsiteY22620" fmla="*/ 4923473 h 5143785"/>
              <a:gd name="connsiteX22621" fmla="*/ 202120 w 3114960"/>
              <a:gd name="connsiteY22621" fmla="*/ 4920044 h 5143785"/>
              <a:gd name="connsiteX22622" fmla="*/ 202120 w 3114960"/>
              <a:gd name="connsiteY22622" fmla="*/ 4842891 h 5143785"/>
              <a:gd name="connsiteX22623" fmla="*/ 201549 w 3114960"/>
              <a:gd name="connsiteY22623" fmla="*/ 4841177 h 5143785"/>
              <a:gd name="connsiteX22624" fmla="*/ 236030 w 3114960"/>
              <a:gd name="connsiteY22624" fmla="*/ 4826413 h 5143785"/>
              <a:gd name="connsiteX22625" fmla="*/ 241649 w 3114960"/>
              <a:gd name="connsiteY22625" fmla="*/ 4820793 h 5143785"/>
              <a:gd name="connsiteX22626" fmla="*/ 247269 w 3114960"/>
              <a:gd name="connsiteY22626" fmla="*/ 4826413 h 5143785"/>
              <a:gd name="connsiteX22627" fmla="*/ 241649 w 3114960"/>
              <a:gd name="connsiteY22627" fmla="*/ 4832033 h 5143785"/>
              <a:gd name="connsiteX22628" fmla="*/ 236030 w 3114960"/>
              <a:gd name="connsiteY22628" fmla="*/ 4826413 h 5143785"/>
              <a:gd name="connsiteX22629" fmla="*/ 396526 w 3114960"/>
              <a:gd name="connsiteY22629" fmla="*/ 4897946 h 5143785"/>
              <a:gd name="connsiteX22630" fmla="*/ 401288 w 3114960"/>
              <a:gd name="connsiteY22630" fmla="*/ 4897946 h 5143785"/>
              <a:gd name="connsiteX22631" fmla="*/ 401288 w 3114960"/>
              <a:gd name="connsiteY22631" fmla="*/ 4916329 h 5143785"/>
              <a:gd name="connsiteX22632" fmla="*/ 396526 w 3114960"/>
              <a:gd name="connsiteY22632" fmla="*/ 4916329 h 5143785"/>
              <a:gd name="connsiteX22633" fmla="*/ 396526 w 3114960"/>
              <a:gd name="connsiteY22633" fmla="*/ 4897946 h 5143785"/>
              <a:gd name="connsiteX22634" fmla="*/ 396526 w 3114960"/>
              <a:gd name="connsiteY22634" fmla="*/ 5118735 h 5143785"/>
              <a:gd name="connsiteX22635" fmla="*/ 401288 w 3114960"/>
              <a:gd name="connsiteY22635" fmla="*/ 5118735 h 5143785"/>
              <a:gd name="connsiteX22636" fmla="*/ 401288 w 3114960"/>
              <a:gd name="connsiteY22636" fmla="*/ 5137119 h 5143785"/>
              <a:gd name="connsiteX22637" fmla="*/ 396526 w 3114960"/>
              <a:gd name="connsiteY22637" fmla="*/ 5137119 h 5143785"/>
              <a:gd name="connsiteX22638" fmla="*/ 396526 w 3114960"/>
              <a:gd name="connsiteY22638" fmla="*/ 5118735 h 5143785"/>
              <a:gd name="connsiteX22639" fmla="*/ 469392 w 3114960"/>
              <a:gd name="connsiteY22639" fmla="*/ 4798410 h 5143785"/>
              <a:gd name="connsiteX22640" fmla="*/ 460915 w 3114960"/>
              <a:gd name="connsiteY22640" fmla="*/ 4795647 h 5143785"/>
              <a:gd name="connsiteX22641" fmla="*/ 449389 w 3114960"/>
              <a:gd name="connsiteY22641" fmla="*/ 4801457 h 5143785"/>
              <a:gd name="connsiteX22642" fmla="*/ 452438 w 3114960"/>
              <a:gd name="connsiteY22642" fmla="*/ 4821460 h 5143785"/>
              <a:gd name="connsiteX22643" fmla="*/ 458534 w 3114960"/>
              <a:gd name="connsiteY22643" fmla="*/ 4823937 h 5143785"/>
              <a:gd name="connsiteX22644" fmla="*/ 458534 w 3114960"/>
              <a:gd name="connsiteY22644" fmla="*/ 4833176 h 5143785"/>
              <a:gd name="connsiteX22645" fmla="*/ 463296 w 3114960"/>
              <a:gd name="connsiteY22645" fmla="*/ 4833176 h 5143785"/>
              <a:gd name="connsiteX22646" fmla="*/ 463296 w 3114960"/>
              <a:gd name="connsiteY22646" fmla="*/ 4823937 h 5143785"/>
              <a:gd name="connsiteX22647" fmla="*/ 472440 w 3114960"/>
              <a:gd name="connsiteY22647" fmla="*/ 4818317 h 5143785"/>
              <a:gd name="connsiteX22648" fmla="*/ 469392 w 3114960"/>
              <a:gd name="connsiteY22648" fmla="*/ 4798314 h 5143785"/>
              <a:gd name="connsiteX22649" fmla="*/ 462725 w 3114960"/>
              <a:gd name="connsiteY22649" fmla="*/ 4821555 h 5143785"/>
              <a:gd name="connsiteX22650" fmla="*/ 460915 w 3114960"/>
              <a:gd name="connsiteY22650" fmla="*/ 4821651 h 5143785"/>
              <a:gd name="connsiteX22651" fmla="*/ 454057 w 3114960"/>
              <a:gd name="connsiteY22651" fmla="*/ 4819364 h 5143785"/>
              <a:gd name="connsiteX22652" fmla="*/ 451580 w 3114960"/>
              <a:gd name="connsiteY22652" fmla="*/ 4802981 h 5143785"/>
              <a:gd name="connsiteX22653" fmla="*/ 467963 w 3114960"/>
              <a:gd name="connsiteY22653" fmla="*/ 4800505 h 5143785"/>
              <a:gd name="connsiteX22654" fmla="*/ 472631 w 3114960"/>
              <a:gd name="connsiteY22654" fmla="*/ 4808125 h 5143785"/>
              <a:gd name="connsiteX22655" fmla="*/ 470535 w 3114960"/>
              <a:gd name="connsiteY22655" fmla="*/ 4816793 h 5143785"/>
              <a:gd name="connsiteX22656" fmla="*/ 462915 w 3114960"/>
              <a:gd name="connsiteY22656" fmla="*/ 4821460 h 5143785"/>
              <a:gd name="connsiteX22657" fmla="*/ 345377 w 3114960"/>
              <a:gd name="connsiteY22657" fmla="*/ 4807935 h 5143785"/>
              <a:gd name="connsiteX22658" fmla="*/ 336899 w 3114960"/>
              <a:gd name="connsiteY22658" fmla="*/ 4805172 h 5143785"/>
              <a:gd name="connsiteX22659" fmla="*/ 325279 w 3114960"/>
              <a:gd name="connsiteY22659" fmla="*/ 4810982 h 5143785"/>
              <a:gd name="connsiteX22660" fmla="*/ 328327 w 3114960"/>
              <a:gd name="connsiteY22660" fmla="*/ 4830985 h 5143785"/>
              <a:gd name="connsiteX22661" fmla="*/ 334423 w 3114960"/>
              <a:gd name="connsiteY22661" fmla="*/ 4833462 h 5143785"/>
              <a:gd name="connsiteX22662" fmla="*/ 334423 w 3114960"/>
              <a:gd name="connsiteY22662" fmla="*/ 4842701 h 5143785"/>
              <a:gd name="connsiteX22663" fmla="*/ 339185 w 3114960"/>
              <a:gd name="connsiteY22663" fmla="*/ 4842701 h 5143785"/>
              <a:gd name="connsiteX22664" fmla="*/ 339185 w 3114960"/>
              <a:gd name="connsiteY22664" fmla="*/ 4833462 h 5143785"/>
              <a:gd name="connsiteX22665" fmla="*/ 348329 w 3114960"/>
              <a:gd name="connsiteY22665" fmla="*/ 4827842 h 5143785"/>
              <a:gd name="connsiteX22666" fmla="*/ 345281 w 3114960"/>
              <a:gd name="connsiteY22666" fmla="*/ 4807839 h 5143785"/>
              <a:gd name="connsiteX22667" fmla="*/ 338614 w 3114960"/>
              <a:gd name="connsiteY22667" fmla="*/ 4830985 h 5143785"/>
              <a:gd name="connsiteX22668" fmla="*/ 336804 w 3114960"/>
              <a:gd name="connsiteY22668" fmla="*/ 4831080 h 5143785"/>
              <a:gd name="connsiteX22669" fmla="*/ 329946 w 3114960"/>
              <a:gd name="connsiteY22669" fmla="*/ 4828794 h 5143785"/>
              <a:gd name="connsiteX22670" fmla="*/ 327470 w 3114960"/>
              <a:gd name="connsiteY22670" fmla="*/ 4812411 h 5143785"/>
              <a:gd name="connsiteX22671" fmla="*/ 343853 w 3114960"/>
              <a:gd name="connsiteY22671" fmla="*/ 4809935 h 5143785"/>
              <a:gd name="connsiteX22672" fmla="*/ 348520 w 3114960"/>
              <a:gd name="connsiteY22672" fmla="*/ 4817555 h 5143785"/>
              <a:gd name="connsiteX22673" fmla="*/ 346424 w 3114960"/>
              <a:gd name="connsiteY22673" fmla="*/ 4826222 h 5143785"/>
              <a:gd name="connsiteX22674" fmla="*/ 338804 w 3114960"/>
              <a:gd name="connsiteY22674" fmla="*/ 4830890 h 5143785"/>
              <a:gd name="connsiteX22675" fmla="*/ 1113187 w 3114960"/>
              <a:gd name="connsiteY22675" fmla="*/ 2607278 h 5143785"/>
              <a:gd name="connsiteX22676" fmla="*/ 1107662 w 3114960"/>
              <a:gd name="connsiteY22676" fmla="*/ 2612803 h 5143785"/>
              <a:gd name="connsiteX22677" fmla="*/ 1102138 w 3114960"/>
              <a:gd name="connsiteY22677" fmla="*/ 2607278 h 5143785"/>
              <a:gd name="connsiteX22678" fmla="*/ 1107662 w 3114960"/>
              <a:gd name="connsiteY22678" fmla="*/ 2601754 h 5143785"/>
              <a:gd name="connsiteX22679" fmla="*/ 1113187 w 3114960"/>
              <a:gd name="connsiteY22679" fmla="*/ 2607278 h 5143785"/>
              <a:gd name="connsiteX22680" fmla="*/ 1771555 w 3114960"/>
              <a:gd name="connsiteY22680" fmla="*/ 206693 h 5143785"/>
              <a:gd name="connsiteX22681" fmla="*/ 1771555 w 3114960"/>
              <a:gd name="connsiteY22681" fmla="*/ 95 h 5143785"/>
              <a:gd name="connsiteX22682" fmla="*/ 1776317 w 3114960"/>
              <a:gd name="connsiteY22682" fmla="*/ 95 h 5143785"/>
              <a:gd name="connsiteX22683" fmla="*/ 1776317 w 3114960"/>
              <a:gd name="connsiteY22683" fmla="*/ 208598 h 5143785"/>
              <a:gd name="connsiteX22684" fmla="*/ 1765364 w 3114960"/>
              <a:gd name="connsiteY22684" fmla="*/ 219932 h 5143785"/>
              <a:gd name="connsiteX22685" fmla="*/ 1765364 w 3114960"/>
              <a:gd name="connsiteY22685" fmla="*/ 297085 h 5143785"/>
              <a:gd name="connsiteX22686" fmla="*/ 1774031 w 3114960"/>
              <a:gd name="connsiteY22686" fmla="*/ 307658 h 5143785"/>
              <a:gd name="connsiteX22687" fmla="*/ 1762982 w 3114960"/>
              <a:gd name="connsiteY22687" fmla="*/ 318707 h 5143785"/>
              <a:gd name="connsiteX22688" fmla="*/ 1751933 w 3114960"/>
              <a:gd name="connsiteY22688" fmla="*/ 307658 h 5143785"/>
              <a:gd name="connsiteX22689" fmla="*/ 1760601 w 3114960"/>
              <a:gd name="connsiteY22689" fmla="*/ 297085 h 5143785"/>
              <a:gd name="connsiteX22690" fmla="*/ 1760601 w 3114960"/>
              <a:gd name="connsiteY22690" fmla="*/ 218027 h 5143785"/>
              <a:gd name="connsiteX22691" fmla="*/ 1771555 w 3114960"/>
              <a:gd name="connsiteY22691" fmla="*/ 206693 h 5143785"/>
              <a:gd name="connsiteX22692" fmla="*/ 334518 w 3114960"/>
              <a:gd name="connsiteY22692" fmla="*/ 5045774 h 5143785"/>
              <a:gd name="connsiteX22693" fmla="*/ 339281 w 3114960"/>
              <a:gd name="connsiteY22693" fmla="*/ 5045774 h 5143785"/>
              <a:gd name="connsiteX22694" fmla="*/ 339281 w 3114960"/>
              <a:gd name="connsiteY22694" fmla="*/ 5064252 h 5143785"/>
              <a:gd name="connsiteX22695" fmla="*/ 334518 w 3114960"/>
              <a:gd name="connsiteY22695" fmla="*/ 5064252 h 5143785"/>
              <a:gd name="connsiteX22696" fmla="*/ 334518 w 3114960"/>
              <a:gd name="connsiteY22696" fmla="*/ 5045774 h 5143785"/>
              <a:gd name="connsiteX22697" fmla="*/ 1802225 w 3114960"/>
              <a:gd name="connsiteY22697" fmla="*/ 215360 h 5143785"/>
              <a:gd name="connsiteX22698" fmla="*/ 1802225 w 3114960"/>
              <a:gd name="connsiteY22698" fmla="*/ 299276 h 5143785"/>
              <a:gd name="connsiteX22699" fmla="*/ 1800892 w 3114960"/>
              <a:gd name="connsiteY22699" fmla="*/ 299276 h 5143785"/>
              <a:gd name="connsiteX22700" fmla="*/ 1795748 w 3114960"/>
              <a:gd name="connsiteY22700" fmla="*/ 304419 h 5143785"/>
              <a:gd name="connsiteX22701" fmla="*/ 1795748 w 3114960"/>
              <a:gd name="connsiteY22701" fmla="*/ 324803 h 5143785"/>
              <a:gd name="connsiteX22702" fmla="*/ 1800892 w 3114960"/>
              <a:gd name="connsiteY22702" fmla="*/ 329946 h 5143785"/>
              <a:gd name="connsiteX22703" fmla="*/ 1807369 w 3114960"/>
              <a:gd name="connsiteY22703" fmla="*/ 329946 h 5143785"/>
              <a:gd name="connsiteX22704" fmla="*/ 1812512 w 3114960"/>
              <a:gd name="connsiteY22704" fmla="*/ 324803 h 5143785"/>
              <a:gd name="connsiteX22705" fmla="*/ 1812512 w 3114960"/>
              <a:gd name="connsiteY22705" fmla="*/ 304419 h 5143785"/>
              <a:gd name="connsiteX22706" fmla="*/ 1807369 w 3114960"/>
              <a:gd name="connsiteY22706" fmla="*/ 299276 h 5143785"/>
              <a:gd name="connsiteX22707" fmla="*/ 1806893 w 3114960"/>
              <a:gd name="connsiteY22707" fmla="*/ 299276 h 5143785"/>
              <a:gd name="connsiteX22708" fmla="*/ 1806893 w 3114960"/>
              <a:gd name="connsiteY22708" fmla="*/ 217265 h 5143785"/>
              <a:gd name="connsiteX22709" fmla="*/ 1817846 w 3114960"/>
              <a:gd name="connsiteY22709" fmla="*/ 205931 h 5143785"/>
              <a:gd name="connsiteX22710" fmla="*/ 1817846 w 3114960"/>
              <a:gd name="connsiteY22710" fmla="*/ 95 h 5143785"/>
              <a:gd name="connsiteX22711" fmla="*/ 1813084 w 3114960"/>
              <a:gd name="connsiteY22711" fmla="*/ 95 h 5143785"/>
              <a:gd name="connsiteX22712" fmla="*/ 1813084 w 3114960"/>
              <a:gd name="connsiteY22712" fmla="*/ 204026 h 5143785"/>
              <a:gd name="connsiteX22713" fmla="*/ 1802130 w 3114960"/>
              <a:gd name="connsiteY22713" fmla="*/ 215360 h 5143785"/>
              <a:gd name="connsiteX22714" fmla="*/ 1810131 w 3114960"/>
              <a:gd name="connsiteY22714" fmla="*/ 324803 h 5143785"/>
              <a:gd name="connsiteX22715" fmla="*/ 1807464 w 3114960"/>
              <a:gd name="connsiteY22715" fmla="*/ 327470 h 5143785"/>
              <a:gd name="connsiteX22716" fmla="*/ 1800987 w 3114960"/>
              <a:gd name="connsiteY22716" fmla="*/ 327470 h 5143785"/>
              <a:gd name="connsiteX22717" fmla="*/ 1798320 w 3114960"/>
              <a:gd name="connsiteY22717" fmla="*/ 324803 h 5143785"/>
              <a:gd name="connsiteX22718" fmla="*/ 1798320 w 3114960"/>
              <a:gd name="connsiteY22718" fmla="*/ 324803 h 5143785"/>
              <a:gd name="connsiteX22719" fmla="*/ 1810131 w 3114960"/>
              <a:gd name="connsiteY22719" fmla="*/ 324707 h 5143785"/>
              <a:gd name="connsiteX22720" fmla="*/ 1810131 w 3114960"/>
              <a:gd name="connsiteY22720" fmla="*/ 324707 h 5143785"/>
              <a:gd name="connsiteX22721" fmla="*/ 1810131 w 3114960"/>
              <a:gd name="connsiteY22721" fmla="*/ 322231 h 5143785"/>
              <a:gd name="connsiteX22722" fmla="*/ 1798320 w 3114960"/>
              <a:gd name="connsiteY22722" fmla="*/ 322231 h 5143785"/>
              <a:gd name="connsiteX22723" fmla="*/ 1798320 w 3114960"/>
              <a:gd name="connsiteY22723" fmla="*/ 319469 h 5143785"/>
              <a:gd name="connsiteX22724" fmla="*/ 1810131 w 3114960"/>
              <a:gd name="connsiteY22724" fmla="*/ 319469 h 5143785"/>
              <a:gd name="connsiteX22725" fmla="*/ 1810131 w 3114960"/>
              <a:gd name="connsiteY22725" fmla="*/ 322231 h 5143785"/>
              <a:gd name="connsiteX22726" fmla="*/ 1810131 w 3114960"/>
              <a:gd name="connsiteY22726" fmla="*/ 317945 h 5143785"/>
              <a:gd name="connsiteX22727" fmla="*/ 1798320 w 3114960"/>
              <a:gd name="connsiteY22727" fmla="*/ 317945 h 5143785"/>
              <a:gd name="connsiteX22728" fmla="*/ 1798320 w 3114960"/>
              <a:gd name="connsiteY22728" fmla="*/ 308229 h 5143785"/>
              <a:gd name="connsiteX22729" fmla="*/ 1810131 w 3114960"/>
              <a:gd name="connsiteY22729" fmla="*/ 308229 h 5143785"/>
              <a:gd name="connsiteX22730" fmla="*/ 1810131 w 3114960"/>
              <a:gd name="connsiteY22730" fmla="*/ 317945 h 5143785"/>
              <a:gd name="connsiteX22731" fmla="*/ 1807464 w 3114960"/>
              <a:gd name="connsiteY22731" fmla="*/ 301752 h 5143785"/>
              <a:gd name="connsiteX22732" fmla="*/ 1810131 w 3114960"/>
              <a:gd name="connsiteY22732" fmla="*/ 304419 h 5143785"/>
              <a:gd name="connsiteX22733" fmla="*/ 1810131 w 3114960"/>
              <a:gd name="connsiteY22733" fmla="*/ 305086 h 5143785"/>
              <a:gd name="connsiteX22734" fmla="*/ 1798320 w 3114960"/>
              <a:gd name="connsiteY22734" fmla="*/ 305086 h 5143785"/>
              <a:gd name="connsiteX22735" fmla="*/ 1798320 w 3114960"/>
              <a:gd name="connsiteY22735" fmla="*/ 304419 h 5143785"/>
              <a:gd name="connsiteX22736" fmla="*/ 1800987 w 3114960"/>
              <a:gd name="connsiteY22736" fmla="*/ 301752 h 5143785"/>
              <a:gd name="connsiteX22737" fmla="*/ 1807464 w 3114960"/>
              <a:gd name="connsiteY22737" fmla="*/ 301752 h 5143785"/>
              <a:gd name="connsiteX22738" fmla="*/ 101251 w 3114960"/>
              <a:gd name="connsiteY22738" fmla="*/ 4950524 h 5143785"/>
              <a:gd name="connsiteX22739" fmla="*/ 166592 w 3114960"/>
              <a:gd name="connsiteY22739" fmla="*/ 4950524 h 5143785"/>
              <a:gd name="connsiteX22740" fmla="*/ 167640 w 3114960"/>
              <a:gd name="connsiteY22740" fmla="*/ 4952715 h 5143785"/>
              <a:gd name="connsiteX22741" fmla="*/ 181166 w 3114960"/>
              <a:gd name="connsiteY22741" fmla="*/ 4955096 h 5143785"/>
              <a:gd name="connsiteX22742" fmla="*/ 184880 w 3114960"/>
              <a:gd name="connsiteY22742" fmla="*/ 4949952 h 5143785"/>
              <a:gd name="connsiteX22743" fmla="*/ 255365 w 3114960"/>
              <a:gd name="connsiteY22743" fmla="*/ 4949952 h 5143785"/>
              <a:gd name="connsiteX22744" fmla="*/ 275939 w 3114960"/>
              <a:gd name="connsiteY22744" fmla="*/ 4932712 h 5143785"/>
              <a:gd name="connsiteX22745" fmla="*/ 275939 w 3114960"/>
              <a:gd name="connsiteY22745" fmla="*/ 4836319 h 5143785"/>
              <a:gd name="connsiteX22746" fmla="*/ 283940 w 3114960"/>
              <a:gd name="connsiteY22746" fmla="*/ 4826413 h 5143785"/>
              <a:gd name="connsiteX22747" fmla="*/ 273558 w 3114960"/>
              <a:gd name="connsiteY22747" fmla="*/ 4816031 h 5143785"/>
              <a:gd name="connsiteX22748" fmla="*/ 263176 w 3114960"/>
              <a:gd name="connsiteY22748" fmla="*/ 4826413 h 5143785"/>
              <a:gd name="connsiteX22749" fmla="*/ 271177 w 3114960"/>
              <a:gd name="connsiteY22749" fmla="*/ 4836319 h 5143785"/>
              <a:gd name="connsiteX22750" fmla="*/ 271177 w 3114960"/>
              <a:gd name="connsiteY22750" fmla="*/ 4930521 h 5143785"/>
              <a:gd name="connsiteX22751" fmla="*/ 253651 w 3114960"/>
              <a:gd name="connsiteY22751" fmla="*/ 4945285 h 5143785"/>
              <a:gd name="connsiteX22752" fmla="*/ 185261 w 3114960"/>
              <a:gd name="connsiteY22752" fmla="*/ 4945285 h 5143785"/>
              <a:gd name="connsiteX22753" fmla="*/ 183642 w 3114960"/>
              <a:gd name="connsiteY22753" fmla="*/ 4941665 h 5143785"/>
              <a:gd name="connsiteX22754" fmla="*/ 175641 w 3114960"/>
              <a:gd name="connsiteY22754" fmla="*/ 4937570 h 5143785"/>
              <a:gd name="connsiteX22755" fmla="*/ 170117 w 3114960"/>
              <a:gd name="connsiteY22755" fmla="*/ 4939189 h 5143785"/>
              <a:gd name="connsiteX22756" fmla="*/ 166021 w 3114960"/>
              <a:gd name="connsiteY22756" fmla="*/ 4945476 h 5143785"/>
              <a:gd name="connsiteX22757" fmla="*/ 166021 w 3114960"/>
              <a:gd name="connsiteY22757" fmla="*/ 4945761 h 5143785"/>
              <a:gd name="connsiteX22758" fmla="*/ 103537 w 3114960"/>
              <a:gd name="connsiteY22758" fmla="*/ 4945761 h 5143785"/>
              <a:gd name="connsiteX22759" fmla="*/ 86773 w 3114960"/>
              <a:gd name="connsiteY22759" fmla="*/ 4925663 h 5143785"/>
              <a:gd name="connsiteX22760" fmla="*/ 86773 w 3114960"/>
              <a:gd name="connsiteY22760" fmla="*/ 4873943 h 5143785"/>
              <a:gd name="connsiteX22761" fmla="*/ 90011 w 3114960"/>
              <a:gd name="connsiteY22761" fmla="*/ 4872609 h 5143785"/>
              <a:gd name="connsiteX22762" fmla="*/ 94107 w 3114960"/>
              <a:gd name="connsiteY22762" fmla="*/ 4866323 h 5143785"/>
              <a:gd name="connsiteX22763" fmla="*/ 92488 w 3114960"/>
              <a:gd name="connsiteY22763" fmla="*/ 4859084 h 5143785"/>
              <a:gd name="connsiteX22764" fmla="*/ 84487 w 3114960"/>
              <a:gd name="connsiteY22764" fmla="*/ 4854988 h 5143785"/>
              <a:gd name="connsiteX22765" fmla="*/ 78962 w 3114960"/>
              <a:gd name="connsiteY22765" fmla="*/ 4856607 h 5143785"/>
              <a:gd name="connsiteX22766" fmla="*/ 74867 w 3114960"/>
              <a:gd name="connsiteY22766" fmla="*/ 4862894 h 5143785"/>
              <a:gd name="connsiteX22767" fmla="*/ 76486 w 3114960"/>
              <a:gd name="connsiteY22767" fmla="*/ 4870133 h 5143785"/>
              <a:gd name="connsiteX22768" fmla="*/ 82106 w 3114960"/>
              <a:gd name="connsiteY22768" fmla="*/ 4873847 h 5143785"/>
              <a:gd name="connsiteX22769" fmla="*/ 82106 w 3114960"/>
              <a:gd name="connsiteY22769" fmla="*/ 4927283 h 5143785"/>
              <a:gd name="connsiteX22770" fmla="*/ 101346 w 3114960"/>
              <a:gd name="connsiteY22770" fmla="*/ 4950428 h 5143785"/>
              <a:gd name="connsiteX22771" fmla="*/ 267843 w 3114960"/>
              <a:gd name="connsiteY22771" fmla="*/ 4826413 h 5143785"/>
              <a:gd name="connsiteX22772" fmla="*/ 273463 w 3114960"/>
              <a:gd name="connsiteY22772" fmla="*/ 4820793 h 5143785"/>
              <a:gd name="connsiteX22773" fmla="*/ 279083 w 3114960"/>
              <a:gd name="connsiteY22773" fmla="*/ 4826413 h 5143785"/>
              <a:gd name="connsiteX22774" fmla="*/ 273463 w 3114960"/>
              <a:gd name="connsiteY22774" fmla="*/ 4832033 h 5143785"/>
              <a:gd name="connsiteX22775" fmla="*/ 267843 w 3114960"/>
              <a:gd name="connsiteY22775" fmla="*/ 4826413 h 5143785"/>
              <a:gd name="connsiteX22776" fmla="*/ 343853 w 3114960"/>
              <a:gd name="connsiteY22776" fmla="*/ 4819460 h 5143785"/>
              <a:gd name="connsiteX22777" fmla="*/ 336804 w 3114960"/>
              <a:gd name="connsiteY22777" fmla="*/ 4826508 h 5143785"/>
              <a:gd name="connsiteX22778" fmla="*/ 329756 w 3114960"/>
              <a:gd name="connsiteY22778" fmla="*/ 4819460 h 5143785"/>
              <a:gd name="connsiteX22779" fmla="*/ 336804 w 3114960"/>
              <a:gd name="connsiteY22779" fmla="*/ 4812411 h 5143785"/>
              <a:gd name="connsiteX22780" fmla="*/ 343853 w 3114960"/>
              <a:gd name="connsiteY22780" fmla="*/ 4819460 h 5143785"/>
              <a:gd name="connsiteX22781" fmla="*/ 334518 w 3114960"/>
              <a:gd name="connsiteY22781" fmla="*/ 4861274 h 5143785"/>
              <a:gd name="connsiteX22782" fmla="*/ 339281 w 3114960"/>
              <a:gd name="connsiteY22782" fmla="*/ 4861274 h 5143785"/>
              <a:gd name="connsiteX22783" fmla="*/ 339281 w 3114960"/>
              <a:gd name="connsiteY22783" fmla="*/ 4879753 h 5143785"/>
              <a:gd name="connsiteX22784" fmla="*/ 334518 w 3114960"/>
              <a:gd name="connsiteY22784" fmla="*/ 4879753 h 5143785"/>
              <a:gd name="connsiteX22785" fmla="*/ 334518 w 3114960"/>
              <a:gd name="connsiteY22785" fmla="*/ 4861274 h 5143785"/>
              <a:gd name="connsiteX22786" fmla="*/ 339281 w 3114960"/>
              <a:gd name="connsiteY22786" fmla="*/ 5138071 h 5143785"/>
              <a:gd name="connsiteX22787" fmla="*/ 334518 w 3114960"/>
              <a:gd name="connsiteY22787" fmla="*/ 5138071 h 5143785"/>
              <a:gd name="connsiteX22788" fmla="*/ 334518 w 3114960"/>
              <a:gd name="connsiteY22788" fmla="*/ 5119592 h 5143785"/>
              <a:gd name="connsiteX22789" fmla="*/ 339281 w 3114960"/>
              <a:gd name="connsiteY22789" fmla="*/ 5119592 h 5143785"/>
              <a:gd name="connsiteX22790" fmla="*/ 339281 w 3114960"/>
              <a:gd name="connsiteY22790" fmla="*/ 5138071 h 5143785"/>
              <a:gd name="connsiteX22791" fmla="*/ 339281 w 3114960"/>
              <a:gd name="connsiteY22791" fmla="*/ 4953476 h 5143785"/>
              <a:gd name="connsiteX22792" fmla="*/ 334518 w 3114960"/>
              <a:gd name="connsiteY22792" fmla="*/ 4953476 h 5143785"/>
              <a:gd name="connsiteX22793" fmla="*/ 334518 w 3114960"/>
              <a:gd name="connsiteY22793" fmla="*/ 4934998 h 5143785"/>
              <a:gd name="connsiteX22794" fmla="*/ 339281 w 3114960"/>
              <a:gd name="connsiteY22794" fmla="*/ 4934998 h 5143785"/>
              <a:gd name="connsiteX22795" fmla="*/ 339281 w 3114960"/>
              <a:gd name="connsiteY22795" fmla="*/ 4953476 h 5143785"/>
              <a:gd name="connsiteX22796" fmla="*/ 334518 w 3114960"/>
              <a:gd name="connsiteY22796" fmla="*/ 4898136 h 5143785"/>
              <a:gd name="connsiteX22797" fmla="*/ 339281 w 3114960"/>
              <a:gd name="connsiteY22797" fmla="*/ 4898136 h 5143785"/>
              <a:gd name="connsiteX22798" fmla="*/ 339281 w 3114960"/>
              <a:gd name="connsiteY22798" fmla="*/ 4916615 h 5143785"/>
              <a:gd name="connsiteX22799" fmla="*/ 334518 w 3114960"/>
              <a:gd name="connsiteY22799" fmla="*/ 4916615 h 5143785"/>
              <a:gd name="connsiteX22800" fmla="*/ 334518 w 3114960"/>
              <a:gd name="connsiteY22800" fmla="*/ 4898136 h 5143785"/>
              <a:gd name="connsiteX22801" fmla="*/ 339281 w 3114960"/>
              <a:gd name="connsiteY22801" fmla="*/ 5027295 h 5143785"/>
              <a:gd name="connsiteX22802" fmla="*/ 334518 w 3114960"/>
              <a:gd name="connsiteY22802" fmla="*/ 5027295 h 5143785"/>
              <a:gd name="connsiteX22803" fmla="*/ 334518 w 3114960"/>
              <a:gd name="connsiteY22803" fmla="*/ 5008817 h 5143785"/>
              <a:gd name="connsiteX22804" fmla="*/ 339281 w 3114960"/>
              <a:gd name="connsiteY22804" fmla="*/ 5008817 h 5143785"/>
              <a:gd name="connsiteX22805" fmla="*/ 339281 w 3114960"/>
              <a:gd name="connsiteY22805" fmla="*/ 5027295 h 5143785"/>
              <a:gd name="connsiteX22806" fmla="*/ 339281 w 3114960"/>
              <a:gd name="connsiteY22806" fmla="*/ 5101114 h 5143785"/>
              <a:gd name="connsiteX22807" fmla="*/ 334518 w 3114960"/>
              <a:gd name="connsiteY22807" fmla="*/ 5101114 h 5143785"/>
              <a:gd name="connsiteX22808" fmla="*/ 334518 w 3114960"/>
              <a:gd name="connsiteY22808" fmla="*/ 5082635 h 5143785"/>
              <a:gd name="connsiteX22809" fmla="*/ 339281 w 3114960"/>
              <a:gd name="connsiteY22809" fmla="*/ 5082635 h 5143785"/>
              <a:gd name="connsiteX22810" fmla="*/ 339281 w 3114960"/>
              <a:gd name="connsiteY22810" fmla="*/ 5101114 h 5143785"/>
              <a:gd name="connsiteX22811" fmla="*/ 383286 w 3114960"/>
              <a:gd name="connsiteY22811" fmla="*/ 3230594 h 5143785"/>
              <a:gd name="connsiteX22812" fmla="*/ 389668 w 3114960"/>
              <a:gd name="connsiteY22812" fmla="*/ 3236976 h 5143785"/>
              <a:gd name="connsiteX22813" fmla="*/ 390239 w 3114960"/>
              <a:gd name="connsiteY22813" fmla="*/ 3236976 h 5143785"/>
              <a:gd name="connsiteX22814" fmla="*/ 390239 w 3114960"/>
              <a:gd name="connsiteY22814" fmla="*/ 3261836 h 5143785"/>
              <a:gd name="connsiteX22815" fmla="*/ 409670 w 3114960"/>
              <a:gd name="connsiteY22815" fmla="*/ 3281553 h 5143785"/>
              <a:gd name="connsiteX22816" fmla="*/ 567309 w 3114960"/>
              <a:gd name="connsiteY22816" fmla="*/ 3281744 h 5143785"/>
              <a:gd name="connsiteX22817" fmla="*/ 594360 w 3114960"/>
              <a:gd name="connsiteY22817" fmla="*/ 3260503 h 5143785"/>
              <a:gd name="connsiteX22818" fmla="*/ 684562 w 3114960"/>
              <a:gd name="connsiteY22818" fmla="*/ 3260503 h 5143785"/>
              <a:gd name="connsiteX22819" fmla="*/ 693801 w 3114960"/>
              <a:gd name="connsiteY22819" fmla="*/ 3267647 h 5143785"/>
              <a:gd name="connsiteX22820" fmla="*/ 693801 w 3114960"/>
              <a:gd name="connsiteY22820" fmla="*/ 3267647 h 5143785"/>
              <a:gd name="connsiteX22821" fmla="*/ 703612 w 3114960"/>
              <a:gd name="connsiteY22821" fmla="*/ 3257931 h 5143785"/>
              <a:gd name="connsiteX22822" fmla="*/ 693896 w 3114960"/>
              <a:gd name="connsiteY22822" fmla="*/ 3248120 h 5143785"/>
              <a:gd name="connsiteX22823" fmla="*/ 693896 w 3114960"/>
              <a:gd name="connsiteY22823" fmla="*/ 3248120 h 5143785"/>
              <a:gd name="connsiteX22824" fmla="*/ 684562 w 3114960"/>
              <a:gd name="connsiteY22824" fmla="*/ 3255740 h 5143785"/>
              <a:gd name="connsiteX22825" fmla="*/ 592836 w 3114960"/>
              <a:gd name="connsiteY22825" fmla="*/ 3255740 h 5143785"/>
              <a:gd name="connsiteX22826" fmla="*/ 565785 w 3114960"/>
              <a:gd name="connsiteY22826" fmla="*/ 3276981 h 5143785"/>
              <a:gd name="connsiteX22827" fmla="*/ 411766 w 3114960"/>
              <a:gd name="connsiteY22827" fmla="*/ 3276791 h 5143785"/>
              <a:gd name="connsiteX22828" fmla="*/ 395192 w 3114960"/>
              <a:gd name="connsiteY22828" fmla="*/ 3259931 h 5143785"/>
              <a:gd name="connsiteX22829" fmla="*/ 395192 w 3114960"/>
              <a:gd name="connsiteY22829" fmla="*/ 3237071 h 5143785"/>
              <a:gd name="connsiteX22830" fmla="*/ 397574 w 3114960"/>
              <a:gd name="connsiteY22830" fmla="*/ 3237071 h 5143785"/>
              <a:gd name="connsiteX22831" fmla="*/ 403955 w 3114960"/>
              <a:gd name="connsiteY22831" fmla="*/ 3230690 h 5143785"/>
              <a:gd name="connsiteX22832" fmla="*/ 403955 w 3114960"/>
              <a:gd name="connsiteY22832" fmla="*/ 3203734 h 5143785"/>
              <a:gd name="connsiteX22833" fmla="*/ 397574 w 3114960"/>
              <a:gd name="connsiteY22833" fmla="*/ 3197352 h 5143785"/>
              <a:gd name="connsiteX22834" fmla="*/ 389763 w 3114960"/>
              <a:gd name="connsiteY22834" fmla="*/ 3197352 h 5143785"/>
              <a:gd name="connsiteX22835" fmla="*/ 387668 w 3114960"/>
              <a:gd name="connsiteY22835" fmla="*/ 3197733 h 5143785"/>
              <a:gd name="connsiteX22836" fmla="*/ 388525 w 3114960"/>
              <a:gd name="connsiteY22836" fmla="*/ 3197257 h 5143785"/>
              <a:gd name="connsiteX22837" fmla="*/ 375095 w 3114960"/>
              <a:gd name="connsiteY22837" fmla="*/ 3175826 h 5143785"/>
              <a:gd name="connsiteX22838" fmla="*/ 375095 w 3114960"/>
              <a:gd name="connsiteY22838" fmla="*/ 3030474 h 5143785"/>
              <a:gd name="connsiteX22839" fmla="*/ 380810 w 3114960"/>
              <a:gd name="connsiteY22839" fmla="*/ 3030474 h 5143785"/>
              <a:gd name="connsiteX22840" fmla="*/ 387668 w 3114960"/>
              <a:gd name="connsiteY22840" fmla="*/ 3023616 h 5143785"/>
              <a:gd name="connsiteX22841" fmla="*/ 387668 w 3114960"/>
              <a:gd name="connsiteY22841" fmla="*/ 3009234 h 5143785"/>
              <a:gd name="connsiteX22842" fmla="*/ 380810 w 3114960"/>
              <a:gd name="connsiteY22842" fmla="*/ 3002375 h 5143785"/>
              <a:gd name="connsiteX22843" fmla="*/ 375952 w 3114960"/>
              <a:gd name="connsiteY22843" fmla="*/ 3002375 h 5143785"/>
              <a:gd name="connsiteX22844" fmla="*/ 375952 w 3114960"/>
              <a:gd name="connsiteY22844" fmla="*/ 2976467 h 5143785"/>
              <a:gd name="connsiteX22845" fmla="*/ 308324 w 3114960"/>
              <a:gd name="connsiteY22845" fmla="*/ 2910364 h 5143785"/>
              <a:gd name="connsiteX22846" fmla="*/ 308324 w 3114960"/>
              <a:gd name="connsiteY22846" fmla="*/ 2895695 h 5143785"/>
              <a:gd name="connsiteX22847" fmla="*/ 304800 w 3114960"/>
              <a:gd name="connsiteY22847" fmla="*/ 2892171 h 5143785"/>
              <a:gd name="connsiteX22848" fmla="*/ 299180 w 3114960"/>
              <a:gd name="connsiteY22848" fmla="*/ 2892171 h 5143785"/>
              <a:gd name="connsiteX22849" fmla="*/ 299466 w 3114960"/>
              <a:gd name="connsiteY22849" fmla="*/ 2776919 h 5143785"/>
              <a:gd name="connsiteX22850" fmla="*/ 299466 w 3114960"/>
              <a:gd name="connsiteY22850" fmla="*/ 2775966 h 5143785"/>
              <a:gd name="connsiteX22851" fmla="*/ 269272 w 3114960"/>
              <a:gd name="connsiteY22851" fmla="*/ 2742914 h 5143785"/>
              <a:gd name="connsiteX22852" fmla="*/ 269462 w 3114960"/>
              <a:gd name="connsiteY22852" fmla="*/ 2635758 h 5143785"/>
              <a:gd name="connsiteX22853" fmla="*/ 280511 w 3114960"/>
              <a:gd name="connsiteY22853" fmla="*/ 2635758 h 5143785"/>
              <a:gd name="connsiteX22854" fmla="*/ 287084 w 3114960"/>
              <a:gd name="connsiteY22854" fmla="*/ 2629186 h 5143785"/>
              <a:gd name="connsiteX22855" fmla="*/ 287084 w 3114960"/>
              <a:gd name="connsiteY22855" fmla="*/ 2624709 h 5143785"/>
              <a:gd name="connsiteX22856" fmla="*/ 280511 w 3114960"/>
              <a:gd name="connsiteY22856" fmla="*/ 2618137 h 5143785"/>
              <a:gd name="connsiteX22857" fmla="*/ 270701 w 3114960"/>
              <a:gd name="connsiteY22857" fmla="*/ 2618137 h 5143785"/>
              <a:gd name="connsiteX22858" fmla="*/ 270510 w 3114960"/>
              <a:gd name="connsiteY22858" fmla="*/ 2587371 h 5143785"/>
              <a:gd name="connsiteX22859" fmla="*/ 257080 w 3114960"/>
              <a:gd name="connsiteY22859" fmla="*/ 2574988 h 5143785"/>
              <a:gd name="connsiteX22860" fmla="*/ 69628 w 3114960"/>
              <a:gd name="connsiteY22860" fmla="*/ 2574988 h 5143785"/>
              <a:gd name="connsiteX22861" fmla="*/ 50673 w 3114960"/>
              <a:gd name="connsiteY22861" fmla="*/ 2549843 h 5143785"/>
              <a:gd name="connsiteX22862" fmla="*/ 95 w 3114960"/>
              <a:gd name="connsiteY22862" fmla="*/ 2549843 h 5143785"/>
              <a:gd name="connsiteX22863" fmla="*/ 95 w 3114960"/>
              <a:gd name="connsiteY22863" fmla="*/ 2556986 h 5143785"/>
              <a:gd name="connsiteX22864" fmla="*/ 47054 w 3114960"/>
              <a:gd name="connsiteY22864" fmla="*/ 2556986 h 5143785"/>
              <a:gd name="connsiteX22865" fmla="*/ 66008 w 3114960"/>
              <a:gd name="connsiteY22865" fmla="*/ 2582132 h 5143785"/>
              <a:gd name="connsiteX22866" fmla="*/ 253841 w 3114960"/>
              <a:gd name="connsiteY22866" fmla="*/ 2582132 h 5143785"/>
              <a:gd name="connsiteX22867" fmla="*/ 262890 w 3114960"/>
              <a:gd name="connsiteY22867" fmla="*/ 2590514 h 5143785"/>
              <a:gd name="connsiteX22868" fmla="*/ 263081 w 3114960"/>
              <a:gd name="connsiteY22868" fmla="*/ 2618137 h 5143785"/>
              <a:gd name="connsiteX22869" fmla="*/ 253270 w 3114960"/>
              <a:gd name="connsiteY22869" fmla="*/ 2618137 h 5143785"/>
              <a:gd name="connsiteX22870" fmla="*/ 246698 w 3114960"/>
              <a:gd name="connsiteY22870" fmla="*/ 2624709 h 5143785"/>
              <a:gd name="connsiteX22871" fmla="*/ 246698 w 3114960"/>
              <a:gd name="connsiteY22871" fmla="*/ 2629186 h 5143785"/>
              <a:gd name="connsiteX22872" fmla="*/ 253270 w 3114960"/>
              <a:gd name="connsiteY22872" fmla="*/ 2635758 h 5143785"/>
              <a:gd name="connsiteX22873" fmla="*/ 264319 w 3114960"/>
              <a:gd name="connsiteY22873" fmla="*/ 2635758 h 5143785"/>
              <a:gd name="connsiteX22874" fmla="*/ 264128 w 3114960"/>
              <a:gd name="connsiteY22874" fmla="*/ 2744724 h 5143785"/>
              <a:gd name="connsiteX22875" fmla="*/ 294323 w 3114960"/>
              <a:gd name="connsiteY22875" fmla="*/ 2777776 h 5143785"/>
              <a:gd name="connsiteX22876" fmla="*/ 294037 w 3114960"/>
              <a:gd name="connsiteY22876" fmla="*/ 2892076 h 5143785"/>
              <a:gd name="connsiteX22877" fmla="*/ 288893 w 3114960"/>
              <a:gd name="connsiteY22877" fmla="*/ 2892076 h 5143785"/>
              <a:gd name="connsiteX22878" fmla="*/ 285369 w 3114960"/>
              <a:gd name="connsiteY22878" fmla="*/ 2895600 h 5143785"/>
              <a:gd name="connsiteX22879" fmla="*/ 285369 w 3114960"/>
              <a:gd name="connsiteY22879" fmla="*/ 2911221 h 5143785"/>
              <a:gd name="connsiteX22880" fmla="*/ 288893 w 3114960"/>
              <a:gd name="connsiteY22880" fmla="*/ 2914745 h 5143785"/>
              <a:gd name="connsiteX22881" fmla="*/ 298799 w 3114960"/>
              <a:gd name="connsiteY22881" fmla="*/ 2914745 h 5143785"/>
              <a:gd name="connsiteX22882" fmla="*/ 298799 w 3114960"/>
              <a:gd name="connsiteY22882" fmla="*/ 2914745 h 5143785"/>
              <a:gd name="connsiteX22883" fmla="*/ 304514 w 3114960"/>
              <a:gd name="connsiteY22883" fmla="*/ 2914745 h 5143785"/>
              <a:gd name="connsiteX22884" fmla="*/ 305657 w 3114960"/>
              <a:gd name="connsiteY22884" fmla="*/ 2914555 h 5143785"/>
              <a:gd name="connsiteX22885" fmla="*/ 370904 w 3114960"/>
              <a:gd name="connsiteY22885" fmla="*/ 2978372 h 5143785"/>
              <a:gd name="connsiteX22886" fmla="*/ 370904 w 3114960"/>
              <a:gd name="connsiteY22886" fmla="*/ 3002280 h 5143785"/>
              <a:gd name="connsiteX22887" fmla="*/ 366046 w 3114960"/>
              <a:gd name="connsiteY22887" fmla="*/ 3002280 h 5143785"/>
              <a:gd name="connsiteX22888" fmla="*/ 359188 w 3114960"/>
              <a:gd name="connsiteY22888" fmla="*/ 3009138 h 5143785"/>
              <a:gd name="connsiteX22889" fmla="*/ 359188 w 3114960"/>
              <a:gd name="connsiteY22889" fmla="*/ 3023521 h 5143785"/>
              <a:gd name="connsiteX22890" fmla="*/ 366046 w 3114960"/>
              <a:gd name="connsiteY22890" fmla="*/ 3030379 h 5143785"/>
              <a:gd name="connsiteX22891" fmla="*/ 370046 w 3114960"/>
              <a:gd name="connsiteY22891" fmla="*/ 3030379 h 5143785"/>
              <a:gd name="connsiteX22892" fmla="*/ 370046 w 3114960"/>
              <a:gd name="connsiteY22892" fmla="*/ 3177064 h 5143785"/>
              <a:gd name="connsiteX22893" fmla="*/ 384239 w 3114960"/>
              <a:gd name="connsiteY22893" fmla="*/ 3199734 h 5143785"/>
              <a:gd name="connsiteX22894" fmla="*/ 385001 w 3114960"/>
              <a:gd name="connsiteY22894" fmla="*/ 3199257 h 5143785"/>
              <a:gd name="connsiteX22895" fmla="*/ 383191 w 3114960"/>
              <a:gd name="connsiteY22895" fmla="*/ 3203638 h 5143785"/>
              <a:gd name="connsiteX22896" fmla="*/ 383191 w 3114960"/>
              <a:gd name="connsiteY22896" fmla="*/ 3230594 h 5143785"/>
              <a:gd name="connsiteX22897" fmla="*/ 693706 w 3114960"/>
              <a:gd name="connsiteY22897" fmla="*/ 3252883 h 5143785"/>
              <a:gd name="connsiteX22898" fmla="*/ 693706 w 3114960"/>
              <a:gd name="connsiteY22898" fmla="*/ 3252883 h 5143785"/>
              <a:gd name="connsiteX22899" fmla="*/ 698659 w 3114960"/>
              <a:gd name="connsiteY22899" fmla="*/ 3257931 h 5143785"/>
              <a:gd name="connsiteX22900" fmla="*/ 693611 w 3114960"/>
              <a:gd name="connsiteY22900" fmla="*/ 3262884 h 5143785"/>
              <a:gd name="connsiteX22901" fmla="*/ 693611 w 3114960"/>
              <a:gd name="connsiteY22901" fmla="*/ 3262884 h 5143785"/>
              <a:gd name="connsiteX22902" fmla="*/ 688658 w 3114960"/>
              <a:gd name="connsiteY22902" fmla="*/ 3257836 h 5143785"/>
              <a:gd name="connsiteX22903" fmla="*/ 693611 w 3114960"/>
              <a:gd name="connsiteY22903" fmla="*/ 3252883 h 5143785"/>
              <a:gd name="connsiteX22904" fmla="*/ 251555 w 3114960"/>
              <a:gd name="connsiteY22904" fmla="*/ 2624900 h 5143785"/>
              <a:gd name="connsiteX22905" fmla="*/ 253365 w 3114960"/>
              <a:gd name="connsiteY22905" fmla="*/ 2623090 h 5143785"/>
              <a:gd name="connsiteX22906" fmla="*/ 280130 w 3114960"/>
              <a:gd name="connsiteY22906" fmla="*/ 2623090 h 5143785"/>
              <a:gd name="connsiteX22907" fmla="*/ 281940 w 3114960"/>
              <a:gd name="connsiteY22907" fmla="*/ 2624900 h 5143785"/>
              <a:gd name="connsiteX22908" fmla="*/ 281940 w 3114960"/>
              <a:gd name="connsiteY22908" fmla="*/ 2625280 h 5143785"/>
              <a:gd name="connsiteX22909" fmla="*/ 251555 w 3114960"/>
              <a:gd name="connsiteY22909" fmla="*/ 2625280 h 5143785"/>
              <a:gd name="connsiteX22910" fmla="*/ 251555 w 3114960"/>
              <a:gd name="connsiteY22910" fmla="*/ 2624900 h 5143785"/>
              <a:gd name="connsiteX22911" fmla="*/ 253365 w 3114960"/>
              <a:gd name="connsiteY22911" fmla="*/ 2631186 h 5143785"/>
              <a:gd name="connsiteX22912" fmla="*/ 251555 w 3114960"/>
              <a:gd name="connsiteY22912" fmla="*/ 2629376 h 5143785"/>
              <a:gd name="connsiteX22913" fmla="*/ 251555 w 3114960"/>
              <a:gd name="connsiteY22913" fmla="*/ 2628710 h 5143785"/>
              <a:gd name="connsiteX22914" fmla="*/ 281940 w 3114960"/>
              <a:gd name="connsiteY22914" fmla="*/ 2628710 h 5143785"/>
              <a:gd name="connsiteX22915" fmla="*/ 281940 w 3114960"/>
              <a:gd name="connsiteY22915" fmla="*/ 2629376 h 5143785"/>
              <a:gd name="connsiteX22916" fmla="*/ 280130 w 3114960"/>
              <a:gd name="connsiteY22916" fmla="*/ 2631186 h 5143785"/>
              <a:gd name="connsiteX22917" fmla="*/ 253365 w 3114960"/>
              <a:gd name="connsiteY22917" fmla="*/ 2631186 h 5143785"/>
              <a:gd name="connsiteX22918" fmla="*/ 366141 w 3114960"/>
              <a:gd name="connsiteY22918" fmla="*/ 3025712 h 5143785"/>
              <a:gd name="connsiteX22919" fmla="*/ 364046 w 3114960"/>
              <a:gd name="connsiteY22919" fmla="*/ 3023616 h 5143785"/>
              <a:gd name="connsiteX22920" fmla="*/ 364046 w 3114960"/>
              <a:gd name="connsiteY22920" fmla="*/ 3009234 h 5143785"/>
              <a:gd name="connsiteX22921" fmla="*/ 366141 w 3114960"/>
              <a:gd name="connsiteY22921" fmla="*/ 3007138 h 5143785"/>
              <a:gd name="connsiteX22922" fmla="*/ 380524 w 3114960"/>
              <a:gd name="connsiteY22922" fmla="*/ 3007138 h 5143785"/>
              <a:gd name="connsiteX22923" fmla="*/ 382619 w 3114960"/>
              <a:gd name="connsiteY22923" fmla="*/ 3009234 h 5143785"/>
              <a:gd name="connsiteX22924" fmla="*/ 382619 w 3114960"/>
              <a:gd name="connsiteY22924" fmla="*/ 3023616 h 5143785"/>
              <a:gd name="connsiteX22925" fmla="*/ 380524 w 3114960"/>
              <a:gd name="connsiteY22925" fmla="*/ 3025712 h 5143785"/>
              <a:gd name="connsiteX22926" fmla="*/ 366141 w 3114960"/>
              <a:gd name="connsiteY22926" fmla="*/ 3025712 h 5143785"/>
              <a:gd name="connsiteX22927" fmla="*/ 2911983 w 3114960"/>
              <a:gd name="connsiteY22927" fmla="*/ 1455515 h 5143785"/>
              <a:gd name="connsiteX22928" fmla="*/ 2881694 w 3114960"/>
              <a:gd name="connsiteY22928" fmla="*/ 1455515 h 5143785"/>
              <a:gd name="connsiteX22929" fmla="*/ 2872740 w 3114960"/>
              <a:gd name="connsiteY22929" fmla="*/ 1461040 h 5143785"/>
              <a:gd name="connsiteX22930" fmla="*/ 2839403 w 3114960"/>
              <a:gd name="connsiteY22930" fmla="*/ 1461040 h 5143785"/>
              <a:gd name="connsiteX22931" fmla="*/ 2817209 w 3114960"/>
              <a:gd name="connsiteY22931" fmla="*/ 1441514 h 5143785"/>
              <a:gd name="connsiteX22932" fmla="*/ 2757011 w 3114960"/>
              <a:gd name="connsiteY22932" fmla="*/ 1440656 h 5143785"/>
              <a:gd name="connsiteX22933" fmla="*/ 2726341 w 3114960"/>
              <a:gd name="connsiteY22933" fmla="*/ 1480757 h 5143785"/>
              <a:gd name="connsiteX22934" fmla="*/ 2726341 w 3114960"/>
              <a:gd name="connsiteY22934" fmla="*/ 1656969 h 5143785"/>
              <a:gd name="connsiteX22935" fmla="*/ 2757202 w 3114960"/>
              <a:gd name="connsiteY22935" fmla="*/ 1702784 h 5143785"/>
              <a:gd name="connsiteX22936" fmla="*/ 2985897 w 3114960"/>
              <a:gd name="connsiteY22936" fmla="*/ 1702784 h 5143785"/>
              <a:gd name="connsiteX22937" fmla="*/ 3013424 w 3114960"/>
              <a:gd name="connsiteY22937" fmla="*/ 1730883 h 5143785"/>
              <a:gd name="connsiteX22938" fmla="*/ 3101054 w 3114960"/>
              <a:gd name="connsiteY22938" fmla="*/ 1728121 h 5143785"/>
              <a:gd name="connsiteX22939" fmla="*/ 3101054 w 3114960"/>
              <a:gd name="connsiteY22939" fmla="*/ 1741170 h 5143785"/>
              <a:gd name="connsiteX22940" fmla="*/ 3111342 w 3114960"/>
              <a:gd name="connsiteY22940" fmla="*/ 1751457 h 5143785"/>
              <a:gd name="connsiteX22941" fmla="*/ 3114770 w 3114960"/>
              <a:gd name="connsiteY22941" fmla="*/ 1751457 h 5143785"/>
              <a:gd name="connsiteX22942" fmla="*/ 3114770 w 3114960"/>
              <a:gd name="connsiteY22942" fmla="*/ 1746695 h 5143785"/>
              <a:gd name="connsiteX22943" fmla="*/ 3111342 w 3114960"/>
              <a:gd name="connsiteY22943" fmla="*/ 1746695 h 5143785"/>
              <a:gd name="connsiteX22944" fmla="*/ 3105817 w 3114960"/>
              <a:gd name="connsiteY22944" fmla="*/ 1741170 h 5143785"/>
              <a:gd name="connsiteX22945" fmla="*/ 3105817 w 3114960"/>
              <a:gd name="connsiteY22945" fmla="*/ 1710881 h 5143785"/>
              <a:gd name="connsiteX22946" fmla="*/ 3111342 w 3114960"/>
              <a:gd name="connsiteY22946" fmla="*/ 1705356 h 5143785"/>
              <a:gd name="connsiteX22947" fmla="*/ 3114770 w 3114960"/>
              <a:gd name="connsiteY22947" fmla="*/ 1705356 h 5143785"/>
              <a:gd name="connsiteX22948" fmla="*/ 3114770 w 3114960"/>
              <a:gd name="connsiteY22948" fmla="*/ 1700594 h 5143785"/>
              <a:gd name="connsiteX22949" fmla="*/ 3111342 w 3114960"/>
              <a:gd name="connsiteY22949" fmla="*/ 1700594 h 5143785"/>
              <a:gd name="connsiteX22950" fmla="*/ 3101054 w 3114960"/>
              <a:gd name="connsiteY22950" fmla="*/ 1710881 h 5143785"/>
              <a:gd name="connsiteX22951" fmla="*/ 3101054 w 3114960"/>
              <a:gd name="connsiteY22951" fmla="*/ 1718501 h 5143785"/>
              <a:gd name="connsiteX22952" fmla="*/ 3017330 w 3114960"/>
              <a:gd name="connsiteY22952" fmla="*/ 1721168 h 5143785"/>
              <a:gd name="connsiteX22953" fmla="*/ 2989898 w 3114960"/>
              <a:gd name="connsiteY22953" fmla="*/ 1693259 h 5143785"/>
              <a:gd name="connsiteX22954" fmla="*/ 2762250 w 3114960"/>
              <a:gd name="connsiteY22954" fmla="*/ 1693259 h 5143785"/>
              <a:gd name="connsiteX22955" fmla="*/ 2735771 w 3114960"/>
              <a:gd name="connsiteY22955" fmla="*/ 1653921 h 5143785"/>
              <a:gd name="connsiteX22956" fmla="*/ 2735771 w 3114960"/>
              <a:gd name="connsiteY22956" fmla="*/ 1483805 h 5143785"/>
              <a:gd name="connsiteX22957" fmla="*/ 2761584 w 3114960"/>
              <a:gd name="connsiteY22957" fmla="*/ 1449991 h 5143785"/>
              <a:gd name="connsiteX22958" fmla="*/ 2813495 w 3114960"/>
              <a:gd name="connsiteY22958" fmla="*/ 1450753 h 5143785"/>
              <a:gd name="connsiteX22959" fmla="*/ 2835688 w 3114960"/>
              <a:gd name="connsiteY22959" fmla="*/ 1470279 h 5143785"/>
              <a:gd name="connsiteX22960" fmla="*/ 2871311 w 3114960"/>
              <a:gd name="connsiteY22960" fmla="*/ 1470279 h 5143785"/>
              <a:gd name="connsiteX22961" fmla="*/ 2871311 w 3114960"/>
              <a:gd name="connsiteY22961" fmla="*/ 1485519 h 5143785"/>
              <a:gd name="connsiteX22962" fmla="*/ 2780634 w 3114960"/>
              <a:gd name="connsiteY22962" fmla="*/ 1485519 h 5143785"/>
              <a:gd name="connsiteX22963" fmla="*/ 2759107 w 3114960"/>
              <a:gd name="connsiteY22963" fmla="*/ 1514951 h 5143785"/>
              <a:gd name="connsiteX22964" fmla="*/ 2759107 w 3114960"/>
              <a:gd name="connsiteY22964" fmla="*/ 1626965 h 5143785"/>
              <a:gd name="connsiteX22965" fmla="*/ 2782348 w 3114960"/>
              <a:gd name="connsiteY22965" fmla="*/ 1659160 h 5143785"/>
              <a:gd name="connsiteX22966" fmla="*/ 2973419 w 3114960"/>
              <a:gd name="connsiteY22966" fmla="*/ 1659160 h 5143785"/>
              <a:gd name="connsiteX22967" fmla="*/ 2983706 w 3114960"/>
              <a:gd name="connsiteY22967" fmla="*/ 1666875 h 5143785"/>
              <a:gd name="connsiteX22968" fmla="*/ 2992755 w 3114960"/>
              <a:gd name="connsiteY22968" fmla="*/ 1659160 h 5143785"/>
              <a:gd name="connsiteX22969" fmla="*/ 3029807 w 3114960"/>
              <a:gd name="connsiteY22969" fmla="*/ 1659636 h 5143785"/>
              <a:gd name="connsiteX22970" fmla="*/ 3036856 w 3114960"/>
              <a:gd name="connsiteY22970" fmla="*/ 1670399 h 5143785"/>
              <a:gd name="connsiteX22971" fmla="*/ 3108008 w 3114960"/>
              <a:gd name="connsiteY22971" fmla="*/ 1670399 h 5143785"/>
              <a:gd name="connsiteX22972" fmla="*/ 3108008 w 3114960"/>
              <a:gd name="connsiteY22972" fmla="*/ 1676305 h 5143785"/>
              <a:gd name="connsiteX22973" fmla="*/ 3114770 w 3114960"/>
              <a:gd name="connsiteY22973" fmla="*/ 1686687 h 5143785"/>
              <a:gd name="connsiteX22974" fmla="*/ 3114770 w 3114960"/>
              <a:gd name="connsiteY22974" fmla="*/ 1614583 h 5143785"/>
              <a:gd name="connsiteX22975" fmla="*/ 3108008 w 3114960"/>
              <a:gd name="connsiteY22975" fmla="*/ 1624965 h 5143785"/>
              <a:gd name="connsiteX22976" fmla="*/ 3108008 w 3114960"/>
              <a:gd name="connsiteY22976" fmla="*/ 1631537 h 5143785"/>
              <a:gd name="connsiteX22977" fmla="*/ 3039809 w 3114960"/>
              <a:gd name="connsiteY22977" fmla="*/ 1631537 h 5143785"/>
              <a:gd name="connsiteX22978" fmla="*/ 3032760 w 3114960"/>
              <a:gd name="connsiteY22978" fmla="*/ 1620869 h 5143785"/>
              <a:gd name="connsiteX22979" fmla="*/ 2992565 w 3114960"/>
              <a:gd name="connsiteY22979" fmla="*/ 1620393 h 5143785"/>
              <a:gd name="connsiteX22980" fmla="*/ 2989707 w 3114960"/>
              <a:gd name="connsiteY22980" fmla="*/ 1615631 h 5143785"/>
              <a:gd name="connsiteX22981" fmla="*/ 2983040 w 3114960"/>
              <a:gd name="connsiteY22981" fmla="*/ 1613154 h 5143785"/>
              <a:gd name="connsiteX22982" fmla="*/ 2982373 w 3114960"/>
              <a:gd name="connsiteY22982" fmla="*/ 1613154 h 5143785"/>
              <a:gd name="connsiteX22983" fmla="*/ 2973324 w 3114960"/>
              <a:gd name="connsiteY22983" fmla="*/ 1620869 h 5143785"/>
              <a:gd name="connsiteX22984" fmla="*/ 2806255 w 3114960"/>
              <a:gd name="connsiteY22984" fmla="*/ 1620869 h 5143785"/>
              <a:gd name="connsiteX22985" fmla="*/ 2792730 w 3114960"/>
              <a:gd name="connsiteY22985" fmla="*/ 1602391 h 5143785"/>
              <a:gd name="connsiteX22986" fmla="*/ 2792730 w 3114960"/>
              <a:gd name="connsiteY22986" fmla="*/ 1544955 h 5143785"/>
              <a:gd name="connsiteX22987" fmla="*/ 2807494 w 3114960"/>
              <a:gd name="connsiteY22987" fmla="*/ 1528191 h 5143785"/>
              <a:gd name="connsiteX22988" fmla="*/ 2888647 w 3114960"/>
              <a:gd name="connsiteY22988" fmla="*/ 1528191 h 5143785"/>
              <a:gd name="connsiteX22989" fmla="*/ 2899029 w 3114960"/>
              <a:gd name="connsiteY22989" fmla="*/ 1519809 h 5143785"/>
              <a:gd name="connsiteX22990" fmla="*/ 2899029 w 3114960"/>
              <a:gd name="connsiteY22990" fmla="*/ 1506093 h 5143785"/>
              <a:gd name="connsiteX22991" fmla="*/ 2911793 w 3114960"/>
              <a:gd name="connsiteY22991" fmla="*/ 1506093 h 5143785"/>
              <a:gd name="connsiteX22992" fmla="*/ 2922080 w 3114960"/>
              <a:gd name="connsiteY22992" fmla="*/ 1495806 h 5143785"/>
              <a:gd name="connsiteX22993" fmla="*/ 2922080 w 3114960"/>
              <a:gd name="connsiteY22993" fmla="*/ 1485138 h 5143785"/>
              <a:gd name="connsiteX22994" fmla="*/ 2922365 w 3114960"/>
              <a:gd name="connsiteY22994" fmla="*/ 1485138 h 5143785"/>
              <a:gd name="connsiteX22995" fmla="*/ 2922080 w 3114960"/>
              <a:gd name="connsiteY22995" fmla="*/ 1485519 h 5143785"/>
              <a:gd name="connsiteX22996" fmla="*/ 3047524 w 3114960"/>
              <a:gd name="connsiteY22996" fmla="*/ 1594009 h 5143785"/>
              <a:gd name="connsiteX22997" fmla="*/ 3047524 w 3114960"/>
              <a:gd name="connsiteY22997" fmla="*/ 1595628 h 5143785"/>
              <a:gd name="connsiteX22998" fmla="*/ 3058668 w 3114960"/>
              <a:gd name="connsiteY22998" fmla="*/ 1606772 h 5143785"/>
              <a:gd name="connsiteX22999" fmla="*/ 3090291 w 3114960"/>
              <a:gd name="connsiteY22999" fmla="*/ 1606772 h 5143785"/>
              <a:gd name="connsiteX23000" fmla="*/ 3101435 w 3114960"/>
              <a:gd name="connsiteY23000" fmla="*/ 1595628 h 5143785"/>
              <a:gd name="connsiteX23001" fmla="*/ 3101435 w 3114960"/>
              <a:gd name="connsiteY23001" fmla="*/ 1592580 h 5143785"/>
              <a:gd name="connsiteX23002" fmla="*/ 3090291 w 3114960"/>
              <a:gd name="connsiteY23002" fmla="*/ 1581436 h 5143785"/>
              <a:gd name="connsiteX23003" fmla="*/ 3058668 w 3114960"/>
              <a:gd name="connsiteY23003" fmla="*/ 1581436 h 5143785"/>
              <a:gd name="connsiteX23004" fmla="*/ 3048381 w 3114960"/>
              <a:gd name="connsiteY23004" fmla="*/ 1588484 h 5143785"/>
              <a:gd name="connsiteX23005" fmla="*/ 2943606 w 3114960"/>
              <a:gd name="connsiteY23005" fmla="*/ 1497902 h 5143785"/>
              <a:gd name="connsiteX23006" fmla="*/ 3047048 w 3114960"/>
              <a:gd name="connsiteY23006" fmla="*/ 1556861 h 5143785"/>
              <a:gd name="connsiteX23007" fmla="*/ 3047048 w 3114960"/>
              <a:gd name="connsiteY23007" fmla="*/ 1558385 h 5143785"/>
              <a:gd name="connsiteX23008" fmla="*/ 3058192 w 3114960"/>
              <a:gd name="connsiteY23008" fmla="*/ 1569530 h 5143785"/>
              <a:gd name="connsiteX23009" fmla="*/ 3089815 w 3114960"/>
              <a:gd name="connsiteY23009" fmla="*/ 1569530 h 5143785"/>
              <a:gd name="connsiteX23010" fmla="*/ 3100959 w 3114960"/>
              <a:gd name="connsiteY23010" fmla="*/ 1558385 h 5143785"/>
              <a:gd name="connsiteX23011" fmla="*/ 3100959 w 3114960"/>
              <a:gd name="connsiteY23011" fmla="*/ 1555337 h 5143785"/>
              <a:gd name="connsiteX23012" fmla="*/ 3089815 w 3114960"/>
              <a:gd name="connsiteY23012" fmla="*/ 1544193 h 5143785"/>
              <a:gd name="connsiteX23013" fmla="*/ 3058192 w 3114960"/>
              <a:gd name="connsiteY23013" fmla="*/ 1544193 h 5143785"/>
              <a:gd name="connsiteX23014" fmla="*/ 3047714 w 3114960"/>
              <a:gd name="connsiteY23014" fmla="*/ 1551813 h 5143785"/>
              <a:gd name="connsiteX23015" fmla="*/ 2939701 w 3114960"/>
              <a:gd name="connsiteY23015" fmla="*/ 1490282 h 5143785"/>
              <a:gd name="connsiteX23016" fmla="*/ 3046476 w 3114960"/>
              <a:gd name="connsiteY23016" fmla="*/ 1520762 h 5143785"/>
              <a:gd name="connsiteX23017" fmla="*/ 3046476 w 3114960"/>
              <a:gd name="connsiteY23017" fmla="*/ 1521143 h 5143785"/>
              <a:gd name="connsiteX23018" fmla="*/ 3057620 w 3114960"/>
              <a:gd name="connsiteY23018" fmla="*/ 1532287 h 5143785"/>
              <a:gd name="connsiteX23019" fmla="*/ 3089243 w 3114960"/>
              <a:gd name="connsiteY23019" fmla="*/ 1532287 h 5143785"/>
              <a:gd name="connsiteX23020" fmla="*/ 3100388 w 3114960"/>
              <a:gd name="connsiteY23020" fmla="*/ 1521143 h 5143785"/>
              <a:gd name="connsiteX23021" fmla="*/ 3100388 w 3114960"/>
              <a:gd name="connsiteY23021" fmla="*/ 1518095 h 5143785"/>
              <a:gd name="connsiteX23022" fmla="*/ 3089243 w 3114960"/>
              <a:gd name="connsiteY23022" fmla="*/ 1506950 h 5143785"/>
              <a:gd name="connsiteX23023" fmla="*/ 3057620 w 3114960"/>
              <a:gd name="connsiteY23023" fmla="*/ 1506950 h 5143785"/>
              <a:gd name="connsiteX23024" fmla="*/ 3046857 w 3114960"/>
              <a:gd name="connsiteY23024" fmla="*/ 1515999 h 5143785"/>
              <a:gd name="connsiteX23025" fmla="*/ 2931986 w 3114960"/>
              <a:gd name="connsiteY23025" fmla="*/ 1483138 h 5143785"/>
              <a:gd name="connsiteX23026" fmla="*/ 3046000 w 3114960"/>
              <a:gd name="connsiteY23026" fmla="*/ 1483138 h 5143785"/>
              <a:gd name="connsiteX23027" fmla="*/ 3046000 w 3114960"/>
              <a:gd name="connsiteY23027" fmla="*/ 1483805 h 5143785"/>
              <a:gd name="connsiteX23028" fmla="*/ 3057144 w 3114960"/>
              <a:gd name="connsiteY23028" fmla="*/ 1494949 h 5143785"/>
              <a:gd name="connsiteX23029" fmla="*/ 3088767 w 3114960"/>
              <a:gd name="connsiteY23029" fmla="*/ 1494949 h 5143785"/>
              <a:gd name="connsiteX23030" fmla="*/ 3099911 w 3114960"/>
              <a:gd name="connsiteY23030" fmla="*/ 1483805 h 5143785"/>
              <a:gd name="connsiteX23031" fmla="*/ 3099911 w 3114960"/>
              <a:gd name="connsiteY23031" fmla="*/ 1480757 h 5143785"/>
              <a:gd name="connsiteX23032" fmla="*/ 3088767 w 3114960"/>
              <a:gd name="connsiteY23032" fmla="*/ 1469612 h 5143785"/>
              <a:gd name="connsiteX23033" fmla="*/ 3057144 w 3114960"/>
              <a:gd name="connsiteY23033" fmla="*/ 1469612 h 5143785"/>
              <a:gd name="connsiteX23034" fmla="*/ 3046476 w 3114960"/>
              <a:gd name="connsiteY23034" fmla="*/ 1478375 h 5143785"/>
              <a:gd name="connsiteX23035" fmla="*/ 2942844 w 3114960"/>
              <a:gd name="connsiteY23035" fmla="*/ 1478375 h 5143785"/>
              <a:gd name="connsiteX23036" fmla="*/ 3046000 w 3114960"/>
              <a:gd name="connsiteY23036" fmla="*/ 1448943 h 5143785"/>
              <a:gd name="connsiteX23037" fmla="*/ 3056668 w 3114960"/>
              <a:gd name="connsiteY23037" fmla="*/ 1457706 h 5143785"/>
              <a:gd name="connsiteX23038" fmla="*/ 3088291 w 3114960"/>
              <a:gd name="connsiteY23038" fmla="*/ 1457706 h 5143785"/>
              <a:gd name="connsiteX23039" fmla="*/ 3099435 w 3114960"/>
              <a:gd name="connsiteY23039" fmla="*/ 1446562 h 5143785"/>
              <a:gd name="connsiteX23040" fmla="*/ 3099435 w 3114960"/>
              <a:gd name="connsiteY23040" fmla="*/ 1443514 h 5143785"/>
              <a:gd name="connsiteX23041" fmla="*/ 3088291 w 3114960"/>
              <a:gd name="connsiteY23041" fmla="*/ 1432370 h 5143785"/>
              <a:gd name="connsiteX23042" fmla="*/ 3056668 w 3114960"/>
              <a:gd name="connsiteY23042" fmla="*/ 1432370 h 5143785"/>
              <a:gd name="connsiteX23043" fmla="*/ 3045524 w 3114960"/>
              <a:gd name="connsiteY23043" fmla="*/ 1443514 h 5143785"/>
              <a:gd name="connsiteX23044" fmla="*/ 3045524 w 3114960"/>
              <a:gd name="connsiteY23044" fmla="*/ 1444181 h 5143785"/>
              <a:gd name="connsiteX23045" fmla="*/ 2938748 w 3114960"/>
              <a:gd name="connsiteY23045" fmla="*/ 1474661 h 5143785"/>
              <a:gd name="connsiteX23046" fmla="*/ 3045809 w 3114960"/>
              <a:gd name="connsiteY23046" fmla="*/ 1413605 h 5143785"/>
              <a:gd name="connsiteX23047" fmla="*/ 3056096 w 3114960"/>
              <a:gd name="connsiteY23047" fmla="*/ 1420463 h 5143785"/>
              <a:gd name="connsiteX23048" fmla="*/ 3087719 w 3114960"/>
              <a:gd name="connsiteY23048" fmla="*/ 1420463 h 5143785"/>
              <a:gd name="connsiteX23049" fmla="*/ 3098863 w 3114960"/>
              <a:gd name="connsiteY23049" fmla="*/ 1409319 h 5143785"/>
              <a:gd name="connsiteX23050" fmla="*/ 3098863 w 3114960"/>
              <a:gd name="connsiteY23050" fmla="*/ 1406271 h 5143785"/>
              <a:gd name="connsiteX23051" fmla="*/ 3087719 w 3114960"/>
              <a:gd name="connsiteY23051" fmla="*/ 1395127 h 5143785"/>
              <a:gd name="connsiteX23052" fmla="*/ 3056096 w 3114960"/>
              <a:gd name="connsiteY23052" fmla="*/ 1395127 h 5143785"/>
              <a:gd name="connsiteX23053" fmla="*/ 3044952 w 3114960"/>
              <a:gd name="connsiteY23053" fmla="*/ 1406271 h 5143785"/>
              <a:gd name="connsiteX23054" fmla="*/ 3044952 w 3114960"/>
              <a:gd name="connsiteY23054" fmla="*/ 1408652 h 5143785"/>
              <a:gd name="connsiteX23055" fmla="*/ 2940368 w 3114960"/>
              <a:gd name="connsiteY23055" fmla="*/ 1468279 h 5143785"/>
              <a:gd name="connsiteX23056" fmla="*/ 3045809 w 3114960"/>
              <a:gd name="connsiteY23056" fmla="*/ 1377125 h 5143785"/>
              <a:gd name="connsiteX23057" fmla="*/ 3055620 w 3114960"/>
              <a:gd name="connsiteY23057" fmla="*/ 1383221 h 5143785"/>
              <a:gd name="connsiteX23058" fmla="*/ 3087243 w 3114960"/>
              <a:gd name="connsiteY23058" fmla="*/ 1383221 h 5143785"/>
              <a:gd name="connsiteX23059" fmla="*/ 3098387 w 3114960"/>
              <a:gd name="connsiteY23059" fmla="*/ 1372076 h 5143785"/>
              <a:gd name="connsiteX23060" fmla="*/ 3098387 w 3114960"/>
              <a:gd name="connsiteY23060" fmla="*/ 1369028 h 5143785"/>
              <a:gd name="connsiteX23061" fmla="*/ 3087243 w 3114960"/>
              <a:gd name="connsiteY23061" fmla="*/ 1357884 h 5143785"/>
              <a:gd name="connsiteX23062" fmla="*/ 3055620 w 3114960"/>
              <a:gd name="connsiteY23062" fmla="*/ 1357884 h 5143785"/>
              <a:gd name="connsiteX23063" fmla="*/ 3044476 w 3114960"/>
              <a:gd name="connsiteY23063" fmla="*/ 1369028 h 5143785"/>
              <a:gd name="connsiteX23064" fmla="*/ 3044476 w 3114960"/>
              <a:gd name="connsiteY23064" fmla="*/ 1372076 h 5143785"/>
              <a:gd name="connsiteX23065" fmla="*/ 2922080 w 3114960"/>
              <a:gd name="connsiteY23065" fmla="*/ 1477899 h 5143785"/>
              <a:gd name="connsiteX23066" fmla="*/ 2922080 w 3114960"/>
              <a:gd name="connsiteY23066" fmla="*/ 1465802 h 5143785"/>
              <a:gd name="connsiteX23067" fmla="*/ 2911793 w 3114960"/>
              <a:gd name="connsiteY23067" fmla="*/ 1455515 h 5143785"/>
              <a:gd name="connsiteX23068" fmla="*/ 2983421 w 3114960"/>
              <a:gd name="connsiteY23068" fmla="*/ 1662398 h 5143785"/>
              <a:gd name="connsiteX23069" fmla="*/ 2979515 w 3114960"/>
              <a:gd name="connsiteY23069" fmla="*/ 1661065 h 5143785"/>
              <a:gd name="connsiteX23070" fmla="*/ 2977705 w 3114960"/>
              <a:gd name="connsiteY23070" fmla="*/ 1657541 h 5143785"/>
              <a:gd name="connsiteX23071" fmla="*/ 2977705 w 3114960"/>
              <a:gd name="connsiteY23071" fmla="*/ 1657064 h 5143785"/>
              <a:gd name="connsiteX23072" fmla="*/ 2982659 w 3114960"/>
              <a:gd name="connsiteY23072" fmla="*/ 1651730 h 5143785"/>
              <a:gd name="connsiteX23073" fmla="*/ 2988374 w 3114960"/>
              <a:gd name="connsiteY23073" fmla="*/ 1656683 h 5143785"/>
              <a:gd name="connsiteX23074" fmla="*/ 2983421 w 3114960"/>
              <a:gd name="connsiteY23074" fmla="*/ 1662398 h 5143785"/>
              <a:gd name="connsiteX23075" fmla="*/ 2977801 w 3114960"/>
              <a:gd name="connsiteY23075" fmla="*/ 1623536 h 5143785"/>
              <a:gd name="connsiteX23076" fmla="*/ 2979039 w 3114960"/>
              <a:gd name="connsiteY23076" fmla="*/ 1620012 h 5143785"/>
              <a:gd name="connsiteX23077" fmla="*/ 2982754 w 3114960"/>
              <a:gd name="connsiteY23077" fmla="*/ 1618202 h 5143785"/>
              <a:gd name="connsiteX23078" fmla="*/ 2986659 w 3114960"/>
              <a:gd name="connsiteY23078" fmla="*/ 1619536 h 5143785"/>
              <a:gd name="connsiteX23079" fmla="*/ 2988469 w 3114960"/>
              <a:gd name="connsiteY23079" fmla="*/ 1623251 h 5143785"/>
              <a:gd name="connsiteX23080" fmla="*/ 2987135 w 3114960"/>
              <a:gd name="connsiteY23080" fmla="*/ 1627156 h 5143785"/>
              <a:gd name="connsiteX23081" fmla="*/ 2983421 w 3114960"/>
              <a:gd name="connsiteY23081" fmla="*/ 1628966 h 5143785"/>
              <a:gd name="connsiteX23082" fmla="*/ 2983040 w 3114960"/>
              <a:gd name="connsiteY23082" fmla="*/ 1628966 h 5143785"/>
              <a:gd name="connsiteX23083" fmla="*/ 2979515 w 3114960"/>
              <a:gd name="connsiteY23083" fmla="*/ 1627632 h 5143785"/>
              <a:gd name="connsiteX23084" fmla="*/ 2977705 w 3114960"/>
              <a:gd name="connsiteY23084" fmla="*/ 1624108 h 5143785"/>
              <a:gd name="connsiteX23085" fmla="*/ 2977705 w 3114960"/>
              <a:gd name="connsiteY23085" fmla="*/ 1623536 h 5143785"/>
              <a:gd name="connsiteX23086" fmla="*/ 2894457 w 3114960"/>
              <a:gd name="connsiteY23086" fmla="*/ 1517809 h 5143785"/>
              <a:gd name="connsiteX23087" fmla="*/ 2887218 w 3114960"/>
              <a:gd name="connsiteY23087" fmla="*/ 1523714 h 5143785"/>
              <a:gd name="connsiteX23088" fmla="*/ 2805589 w 3114960"/>
              <a:gd name="connsiteY23088" fmla="*/ 1523714 h 5143785"/>
              <a:gd name="connsiteX23089" fmla="*/ 2788253 w 3114960"/>
              <a:gd name="connsiteY23089" fmla="*/ 1543431 h 5143785"/>
              <a:gd name="connsiteX23090" fmla="*/ 2788253 w 3114960"/>
              <a:gd name="connsiteY23090" fmla="*/ 1604201 h 5143785"/>
              <a:gd name="connsiteX23091" fmla="*/ 2804065 w 3114960"/>
              <a:gd name="connsiteY23091" fmla="*/ 1625822 h 5143785"/>
              <a:gd name="connsiteX23092" fmla="*/ 2973610 w 3114960"/>
              <a:gd name="connsiteY23092" fmla="*/ 1625822 h 5143785"/>
              <a:gd name="connsiteX23093" fmla="*/ 2976563 w 3114960"/>
              <a:gd name="connsiteY23093" fmla="*/ 1631061 h 5143785"/>
              <a:gd name="connsiteX23094" fmla="*/ 2983897 w 3114960"/>
              <a:gd name="connsiteY23094" fmla="*/ 1633538 h 5143785"/>
              <a:gd name="connsiteX23095" fmla="*/ 2990850 w 3114960"/>
              <a:gd name="connsiteY23095" fmla="*/ 1630109 h 5143785"/>
              <a:gd name="connsiteX23096" fmla="*/ 2993041 w 3114960"/>
              <a:gd name="connsiteY23096" fmla="*/ 1625346 h 5143785"/>
              <a:gd name="connsiteX23097" fmla="*/ 3030379 w 3114960"/>
              <a:gd name="connsiteY23097" fmla="*/ 1625822 h 5143785"/>
              <a:gd name="connsiteX23098" fmla="*/ 3037427 w 3114960"/>
              <a:gd name="connsiteY23098" fmla="*/ 1636586 h 5143785"/>
              <a:gd name="connsiteX23099" fmla="*/ 3108198 w 3114960"/>
              <a:gd name="connsiteY23099" fmla="*/ 1636586 h 5143785"/>
              <a:gd name="connsiteX23100" fmla="*/ 3108198 w 3114960"/>
              <a:gd name="connsiteY23100" fmla="*/ 1665923 h 5143785"/>
              <a:gd name="connsiteX23101" fmla="*/ 3039618 w 3114960"/>
              <a:gd name="connsiteY23101" fmla="*/ 1665923 h 5143785"/>
              <a:gd name="connsiteX23102" fmla="*/ 3032570 w 3114960"/>
              <a:gd name="connsiteY23102" fmla="*/ 1655255 h 5143785"/>
              <a:gd name="connsiteX23103" fmla="*/ 2992850 w 3114960"/>
              <a:gd name="connsiteY23103" fmla="*/ 1654778 h 5143785"/>
              <a:gd name="connsiteX23104" fmla="*/ 2989898 w 3114960"/>
              <a:gd name="connsiteY23104" fmla="*/ 1649540 h 5143785"/>
              <a:gd name="connsiteX23105" fmla="*/ 2983230 w 3114960"/>
              <a:gd name="connsiteY23105" fmla="*/ 1647063 h 5143785"/>
              <a:gd name="connsiteX23106" fmla="*/ 2982563 w 3114960"/>
              <a:gd name="connsiteY23106" fmla="*/ 1647063 h 5143785"/>
              <a:gd name="connsiteX23107" fmla="*/ 2973515 w 3114960"/>
              <a:gd name="connsiteY23107" fmla="*/ 1654778 h 5143785"/>
              <a:gd name="connsiteX23108" fmla="*/ 2784920 w 3114960"/>
              <a:gd name="connsiteY23108" fmla="*/ 1654778 h 5143785"/>
              <a:gd name="connsiteX23109" fmla="*/ 2764060 w 3114960"/>
              <a:gd name="connsiteY23109" fmla="*/ 1625822 h 5143785"/>
              <a:gd name="connsiteX23110" fmla="*/ 2764060 w 3114960"/>
              <a:gd name="connsiteY23110" fmla="*/ 1516856 h 5143785"/>
              <a:gd name="connsiteX23111" fmla="*/ 2783205 w 3114960"/>
              <a:gd name="connsiteY23111" fmla="*/ 1490567 h 5143785"/>
              <a:gd name="connsiteX23112" fmla="*/ 2871502 w 3114960"/>
              <a:gd name="connsiteY23112" fmla="*/ 1490567 h 5143785"/>
              <a:gd name="connsiteX23113" fmla="*/ 2871502 w 3114960"/>
              <a:gd name="connsiteY23113" fmla="*/ 1496092 h 5143785"/>
              <a:gd name="connsiteX23114" fmla="*/ 2881789 w 3114960"/>
              <a:gd name="connsiteY23114" fmla="*/ 1506379 h 5143785"/>
              <a:gd name="connsiteX23115" fmla="*/ 2894552 w 3114960"/>
              <a:gd name="connsiteY23115" fmla="*/ 1506379 h 5143785"/>
              <a:gd name="connsiteX23116" fmla="*/ 2894552 w 3114960"/>
              <a:gd name="connsiteY23116" fmla="*/ 1517809 h 5143785"/>
              <a:gd name="connsiteX23117" fmla="*/ 2917508 w 3114960"/>
              <a:gd name="connsiteY23117" fmla="*/ 1496092 h 5143785"/>
              <a:gd name="connsiteX23118" fmla="*/ 2911983 w 3114960"/>
              <a:gd name="connsiteY23118" fmla="*/ 1501616 h 5143785"/>
              <a:gd name="connsiteX23119" fmla="*/ 2881694 w 3114960"/>
              <a:gd name="connsiteY23119" fmla="*/ 1501616 h 5143785"/>
              <a:gd name="connsiteX23120" fmla="*/ 2876169 w 3114960"/>
              <a:gd name="connsiteY23120" fmla="*/ 1496092 h 5143785"/>
              <a:gd name="connsiteX23121" fmla="*/ 2876169 w 3114960"/>
              <a:gd name="connsiteY23121" fmla="*/ 1465802 h 5143785"/>
              <a:gd name="connsiteX23122" fmla="*/ 2881694 w 3114960"/>
              <a:gd name="connsiteY23122" fmla="*/ 1460278 h 5143785"/>
              <a:gd name="connsiteX23123" fmla="*/ 2911983 w 3114960"/>
              <a:gd name="connsiteY23123" fmla="*/ 1460278 h 5143785"/>
              <a:gd name="connsiteX23124" fmla="*/ 2917508 w 3114960"/>
              <a:gd name="connsiteY23124" fmla="*/ 1465802 h 5143785"/>
              <a:gd name="connsiteX23125" fmla="*/ 2917508 w 3114960"/>
              <a:gd name="connsiteY23125" fmla="*/ 1496092 h 5143785"/>
              <a:gd name="connsiteX23126" fmla="*/ 3054858 w 3114960"/>
              <a:gd name="connsiteY23126" fmla="*/ 1592771 h 5143785"/>
              <a:gd name="connsiteX23127" fmla="*/ 3058859 w 3114960"/>
              <a:gd name="connsiteY23127" fmla="*/ 1588770 h 5143785"/>
              <a:gd name="connsiteX23128" fmla="*/ 3090482 w 3114960"/>
              <a:gd name="connsiteY23128" fmla="*/ 1588770 h 5143785"/>
              <a:gd name="connsiteX23129" fmla="*/ 3094482 w 3114960"/>
              <a:gd name="connsiteY23129" fmla="*/ 1592771 h 5143785"/>
              <a:gd name="connsiteX23130" fmla="*/ 3094482 w 3114960"/>
              <a:gd name="connsiteY23130" fmla="*/ 1595819 h 5143785"/>
              <a:gd name="connsiteX23131" fmla="*/ 3090482 w 3114960"/>
              <a:gd name="connsiteY23131" fmla="*/ 1599819 h 5143785"/>
              <a:gd name="connsiteX23132" fmla="*/ 3058859 w 3114960"/>
              <a:gd name="connsiteY23132" fmla="*/ 1599819 h 5143785"/>
              <a:gd name="connsiteX23133" fmla="*/ 3054858 w 3114960"/>
              <a:gd name="connsiteY23133" fmla="*/ 1595819 h 5143785"/>
              <a:gd name="connsiteX23134" fmla="*/ 3054858 w 3114960"/>
              <a:gd name="connsiteY23134" fmla="*/ 1592771 h 5143785"/>
              <a:gd name="connsiteX23135" fmla="*/ 3054382 w 3114960"/>
              <a:gd name="connsiteY23135" fmla="*/ 1555528 h 5143785"/>
              <a:gd name="connsiteX23136" fmla="*/ 3058382 w 3114960"/>
              <a:gd name="connsiteY23136" fmla="*/ 1551527 h 5143785"/>
              <a:gd name="connsiteX23137" fmla="*/ 3090005 w 3114960"/>
              <a:gd name="connsiteY23137" fmla="*/ 1551527 h 5143785"/>
              <a:gd name="connsiteX23138" fmla="*/ 3094006 w 3114960"/>
              <a:gd name="connsiteY23138" fmla="*/ 1555528 h 5143785"/>
              <a:gd name="connsiteX23139" fmla="*/ 3094006 w 3114960"/>
              <a:gd name="connsiteY23139" fmla="*/ 1558576 h 5143785"/>
              <a:gd name="connsiteX23140" fmla="*/ 3090005 w 3114960"/>
              <a:gd name="connsiteY23140" fmla="*/ 1562576 h 5143785"/>
              <a:gd name="connsiteX23141" fmla="*/ 3058382 w 3114960"/>
              <a:gd name="connsiteY23141" fmla="*/ 1562576 h 5143785"/>
              <a:gd name="connsiteX23142" fmla="*/ 3054382 w 3114960"/>
              <a:gd name="connsiteY23142" fmla="*/ 1558576 h 5143785"/>
              <a:gd name="connsiteX23143" fmla="*/ 3054382 w 3114960"/>
              <a:gd name="connsiteY23143" fmla="*/ 1555528 h 5143785"/>
              <a:gd name="connsiteX23144" fmla="*/ 3053810 w 3114960"/>
              <a:gd name="connsiteY23144" fmla="*/ 1518190 h 5143785"/>
              <a:gd name="connsiteX23145" fmla="*/ 3057811 w 3114960"/>
              <a:gd name="connsiteY23145" fmla="*/ 1514189 h 5143785"/>
              <a:gd name="connsiteX23146" fmla="*/ 3089434 w 3114960"/>
              <a:gd name="connsiteY23146" fmla="*/ 1514189 h 5143785"/>
              <a:gd name="connsiteX23147" fmla="*/ 3093434 w 3114960"/>
              <a:gd name="connsiteY23147" fmla="*/ 1518190 h 5143785"/>
              <a:gd name="connsiteX23148" fmla="*/ 3093434 w 3114960"/>
              <a:gd name="connsiteY23148" fmla="*/ 1521238 h 5143785"/>
              <a:gd name="connsiteX23149" fmla="*/ 3089434 w 3114960"/>
              <a:gd name="connsiteY23149" fmla="*/ 1525238 h 5143785"/>
              <a:gd name="connsiteX23150" fmla="*/ 3057811 w 3114960"/>
              <a:gd name="connsiteY23150" fmla="*/ 1525238 h 5143785"/>
              <a:gd name="connsiteX23151" fmla="*/ 3053810 w 3114960"/>
              <a:gd name="connsiteY23151" fmla="*/ 1521238 h 5143785"/>
              <a:gd name="connsiteX23152" fmla="*/ 3053810 w 3114960"/>
              <a:gd name="connsiteY23152" fmla="*/ 1518190 h 5143785"/>
              <a:gd name="connsiteX23153" fmla="*/ 3053334 w 3114960"/>
              <a:gd name="connsiteY23153" fmla="*/ 1480947 h 5143785"/>
              <a:gd name="connsiteX23154" fmla="*/ 3057335 w 3114960"/>
              <a:gd name="connsiteY23154" fmla="*/ 1476947 h 5143785"/>
              <a:gd name="connsiteX23155" fmla="*/ 3088958 w 3114960"/>
              <a:gd name="connsiteY23155" fmla="*/ 1476947 h 5143785"/>
              <a:gd name="connsiteX23156" fmla="*/ 3092958 w 3114960"/>
              <a:gd name="connsiteY23156" fmla="*/ 1480947 h 5143785"/>
              <a:gd name="connsiteX23157" fmla="*/ 3092958 w 3114960"/>
              <a:gd name="connsiteY23157" fmla="*/ 1483995 h 5143785"/>
              <a:gd name="connsiteX23158" fmla="*/ 3088958 w 3114960"/>
              <a:gd name="connsiteY23158" fmla="*/ 1487996 h 5143785"/>
              <a:gd name="connsiteX23159" fmla="*/ 3057335 w 3114960"/>
              <a:gd name="connsiteY23159" fmla="*/ 1487996 h 5143785"/>
              <a:gd name="connsiteX23160" fmla="*/ 3053334 w 3114960"/>
              <a:gd name="connsiteY23160" fmla="*/ 1483995 h 5143785"/>
              <a:gd name="connsiteX23161" fmla="*/ 3053334 w 3114960"/>
              <a:gd name="connsiteY23161" fmla="*/ 1480947 h 5143785"/>
              <a:gd name="connsiteX23162" fmla="*/ 3052858 w 3114960"/>
              <a:gd name="connsiteY23162" fmla="*/ 1443609 h 5143785"/>
              <a:gd name="connsiteX23163" fmla="*/ 3056859 w 3114960"/>
              <a:gd name="connsiteY23163" fmla="*/ 1439609 h 5143785"/>
              <a:gd name="connsiteX23164" fmla="*/ 3088481 w 3114960"/>
              <a:gd name="connsiteY23164" fmla="*/ 1439609 h 5143785"/>
              <a:gd name="connsiteX23165" fmla="*/ 3092482 w 3114960"/>
              <a:gd name="connsiteY23165" fmla="*/ 1443609 h 5143785"/>
              <a:gd name="connsiteX23166" fmla="*/ 3092482 w 3114960"/>
              <a:gd name="connsiteY23166" fmla="*/ 1446657 h 5143785"/>
              <a:gd name="connsiteX23167" fmla="*/ 3088481 w 3114960"/>
              <a:gd name="connsiteY23167" fmla="*/ 1450657 h 5143785"/>
              <a:gd name="connsiteX23168" fmla="*/ 3056859 w 3114960"/>
              <a:gd name="connsiteY23168" fmla="*/ 1450657 h 5143785"/>
              <a:gd name="connsiteX23169" fmla="*/ 3052858 w 3114960"/>
              <a:gd name="connsiteY23169" fmla="*/ 1446657 h 5143785"/>
              <a:gd name="connsiteX23170" fmla="*/ 3052858 w 3114960"/>
              <a:gd name="connsiteY23170" fmla="*/ 1443609 h 5143785"/>
              <a:gd name="connsiteX23171" fmla="*/ 3052286 w 3114960"/>
              <a:gd name="connsiteY23171" fmla="*/ 1406366 h 5143785"/>
              <a:gd name="connsiteX23172" fmla="*/ 3056287 w 3114960"/>
              <a:gd name="connsiteY23172" fmla="*/ 1402366 h 5143785"/>
              <a:gd name="connsiteX23173" fmla="*/ 3087910 w 3114960"/>
              <a:gd name="connsiteY23173" fmla="*/ 1402366 h 5143785"/>
              <a:gd name="connsiteX23174" fmla="*/ 3091910 w 3114960"/>
              <a:gd name="connsiteY23174" fmla="*/ 1406366 h 5143785"/>
              <a:gd name="connsiteX23175" fmla="*/ 3091910 w 3114960"/>
              <a:gd name="connsiteY23175" fmla="*/ 1409414 h 5143785"/>
              <a:gd name="connsiteX23176" fmla="*/ 3087910 w 3114960"/>
              <a:gd name="connsiteY23176" fmla="*/ 1413415 h 5143785"/>
              <a:gd name="connsiteX23177" fmla="*/ 3056287 w 3114960"/>
              <a:gd name="connsiteY23177" fmla="*/ 1413415 h 5143785"/>
              <a:gd name="connsiteX23178" fmla="*/ 3052286 w 3114960"/>
              <a:gd name="connsiteY23178" fmla="*/ 1409414 h 5143785"/>
              <a:gd name="connsiteX23179" fmla="*/ 3052286 w 3114960"/>
              <a:gd name="connsiteY23179" fmla="*/ 1406366 h 5143785"/>
              <a:gd name="connsiteX23180" fmla="*/ 3051810 w 3114960"/>
              <a:gd name="connsiteY23180" fmla="*/ 1369028 h 5143785"/>
              <a:gd name="connsiteX23181" fmla="*/ 3055811 w 3114960"/>
              <a:gd name="connsiteY23181" fmla="*/ 1365028 h 5143785"/>
              <a:gd name="connsiteX23182" fmla="*/ 3087434 w 3114960"/>
              <a:gd name="connsiteY23182" fmla="*/ 1365028 h 5143785"/>
              <a:gd name="connsiteX23183" fmla="*/ 3091434 w 3114960"/>
              <a:gd name="connsiteY23183" fmla="*/ 1369028 h 5143785"/>
              <a:gd name="connsiteX23184" fmla="*/ 3091434 w 3114960"/>
              <a:gd name="connsiteY23184" fmla="*/ 1372076 h 5143785"/>
              <a:gd name="connsiteX23185" fmla="*/ 3087434 w 3114960"/>
              <a:gd name="connsiteY23185" fmla="*/ 1376077 h 5143785"/>
              <a:gd name="connsiteX23186" fmla="*/ 3055811 w 3114960"/>
              <a:gd name="connsiteY23186" fmla="*/ 1376077 h 5143785"/>
              <a:gd name="connsiteX23187" fmla="*/ 3051810 w 3114960"/>
              <a:gd name="connsiteY23187" fmla="*/ 1372076 h 5143785"/>
              <a:gd name="connsiteX23188" fmla="*/ 3051810 w 3114960"/>
              <a:gd name="connsiteY23188" fmla="*/ 1369028 h 5143785"/>
              <a:gd name="connsiteX23189" fmla="*/ 2249996 w 3114960"/>
              <a:gd name="connsiteY23189" fmla="*/ 2829497 h 5143785"/>
              <a:gd name="connsiteX23190" fmla="*/ 2261235 w 3114960"/>
              <a:gd name="connsiteY23190" fmla="*/ 2818257 h 5143785"/>
              <a:gd name="connsiteX23191" fmla="*/ 2249996 w 3114960"/>
              <a:gd name="connsiteY23191" fmla="*/ 2807018 h 5143785"/>
              <a:gd name="connsiteX23192" fmla="*/ 2242852 w 3114960"/>
              <a:gd name="connsiteY23192" fmla="*/ 2809780 h 5143785"/>
              <a:gd name="connsiteX23193" fmla="*/ 2107025 w 3114960"/>
              <a:gd name="connsiteY23193" fmla="*/ 2686050 h 5143785"/>
              <a:gd name="connsiteX23194" fmla="*/ 2107025 w 3114960"/>
              <a:gd name="connsiteY23194" fmla="*/ 2667762 h 5143785"/>
              <a:gd name="connsiteX23195" fmla="*/ 2103120 w 3114960"/>
              <a:gd name="connsiteY23195" fmla="*/ 2663857 h 5143785"/>
              <a:gd name="connsiteX23196" fmla="*/ 2084737 w 3114960"/>
              <a:gd name="connsiteY23196" fmla="*/ 2663857 h 5143785"/>
              <a:gd name="connsiteX23197" fmla="*/ 2081784 w 3114960"/>
              <a:gd name="connsiteY23197" fmla="*/ 2665381 h 5143785"/>
              <a:gd name="connsiteX23198" fmla="*/ 1993964 w 3114960"/>
              <a:gd name="connsiteY23198" fmla="*/ 2665381 h 5143785"/>
              <a:gd name="connsiteX23199" fmla="*/ 1972913 w 3114960"/>
              <a:gd name="connsiteY23199" fmla="*/ 2640711 h 5143785"/>
              <a:gd name="connsiteX23200" fmla="*/ 1959578 w 3114960"/>
              <a:gd name="connsiteY23200" fmla="*/ 2640711 h 5143785"/>
              <a:gd name="connsiteX23201" fmla="*/ 1939290 w 3114960"/>
              <a:gd name="connsiteY23201" fmla="*/ 2665381 h 5143785"/>
              <a:gd name="connsiteX23202" fmla="*/ 1854613 w 3114960"/>
              <a:gd name="connsiteY23202" fmla="*/ 2665381 h 5143785"/>
              <a:gd name="connsiteX23203" fmla="*/ 1854137 w 3114960"/>
              <a:gd name="connsiteY23203" fmla="*/ 2663857 h 5143785"/>
              <a:gd name="connsiteX23204" fmla="*/ 1842992 w 3114960"/>
              <a:gd name="connsiteY23204" fmla="*/ 2660523 h 5143785"/>
              <a:gd name="connsiteX23205" fmla="*/ 1838992 w 3114960"/>
              <a:gd name="connsiteY23205" fmla="*/ 2665381 h 5143785"/>
              <a:gd name="connsiteX23206" fmla="*/ 1773460 w 3114960"/>
              <a:gd name="connsiteY23206" fmla="*/ 2665381 h 5143785"/>
              <a:gd name="connsiteX23207" fmla="*/ 1760696 w 3114960"/>
              <a:gd name="connsiteY23207" fmla="*/ 2677287 h 5143785"/>
              <a:gd name="connsiteX23208" fmla="*/ 1700022 w 3114960"/>
              <a:gd name="connsiteY23208" fmla="*/ 2677287 h 5143785"/>
              <a:gd name="connsiteX23209" fmla="*/ 1700022 w 3114960"/>
              <a:gd name="connsiteY23209" fmla="*/ 2677097 h 5143785"/>
              <a:gd name="connsiteX23210" fmla="*/ 1695260 w 3114960"/>
              <a:gd name="connsiteY23210" fmla="*/ 2671763 h 5143785"/>
              <a:gd name="connsiteX23211" fmla="*/ 1676114 w 3114960"/>
              <a:gd name="connsiteY23211" fmla="*/ 2671763 h 5143785"/>
              <a:gd name="connsiteX23212" fmla="*/ 1671352 w 3114960"/>
              <a:gd name="connsiteY23212" fmla="*/ 2677097 h 5143785"/>
              <a:gd name="connsiteX23213" fmla="*/ 1671352 w 3114960"/>
              <a:gd name="connsiteY23213" fmla="*/ 2678430 h 5143785"/>
              <a:gd name="connsiteX23214" fmla="*/ 1645634 w 3114960"/>
              <a:gd name="connsiteY23214" fmla="*/ 2678430 h 5143785"/>
              <a:gd name="connsiteX23215" fmla="*/ 1635538 w 3114960"/>
              <a:gd name="connsiteY23215" fmla="*/ 2670238 h 5143785"/>
              <a:gd name="connsiteX23216" fmla="*/ 1635538 w 3114960"/>
              <a:gd name="connsiteY23216" fmla="*/ 2618899 h 5143785"/>
              <a:gd name="connsiteX23217" fmla="*/ 1697069 w 3114960"/>
              <a:gd name="connsiteY23217" fmla="*/ 2618899 h 5143785"/>
              <a:gd name="connsiteX23218" fmla="*/ 1697069 w 3114960"/>
              <a:gd name="connsiteY23218" fmla="*/ 2636996 h 5143785"/>
              <a:gd name="connsiteX23219" fmla="*/ 1704689 w 3114960"/>
              <a:gd name="connsiteY23219" fmla="*/ 2645093 h 5143785"/>
              <a:gd name="connsiteX23220" fmla="*/ 1722215 w 3114960"/>
              <a:gd name="connsiteY23220" fmla="*/ 2645093 h 5143785"/>
              <a:gd name="connsiteX23221" fmla="*/ 1722215 w 3114960"/>
              <a:gd name="connsiteY23221" fmla="*/ 2653284 h 5143785"/>
              <a:gd name="connsiteX23222" fmla="*/ 1726121 w 3114960"/>
              <a:gd name="connsiteY23222" fmla="*/ 2657189 h 5143785"/>
              <a:gd name="connsiteX23223" fmla="*/ 1744504 w 3114960"/>
              <a:gd name="connsiteY23223" fmla="*/ 2657189 h 5143785"/>
              <a:gd name="connsiteX23224" fmla="*/ 1748409 w 3114960"/>
              <a:gd name="connsiteY23224" fmla="*/ 2653284 h 5143785"/>
              <a:gd name="connsiteX23225" fmla="*/ 1748409 w 3114960"/>
              <a:gd name="connsiteY23225" fmla="*/ 2646426 h 5143785"/>
              <a:gd name="connsiteX23226" fmla="*/ 1824323 w 3114960"/>
              <a:gd name="connsiteY23226" fmla="*/ 2646426 h 5143785"/>
              <a:gd name="connsiteX23227" fmla="*/ 1837468 w 3114960"/>
              <a:gd name="connsiteY23227" fmla="*/ 2634710 h 5143785"/>
              <a:gd name="connsiteX23228" fmla="*/ 1868234 w 3114960"/>
              <a:gd name="connsiteY23228" fmla="*/ 2634710 h 5143785"/>
              <a:gd name="connsiteX23229" fmla="*/ 1868234 w 3114960"/>
              <a:gd name="connsiteY23229" fmla="*/ 2635663 h 5143785"/>
              <a:gd name="connsiteX23230" fmla="*/ 1873282 w 3114960"/>
              <a:gd name="connsiteY23230" fmla="*/ 2640711 h 5143785"/>
              <a:gd name="connsiteX23231" fmla="*/ 1880045 w 3114960"/>
              <a:gd name="connsiteY23231" fmla="*/ 2640711 h 5143785"/>
              <a:gd name="connsiteX23232" fmla="*/ 1885093 w 3114960"/>
              <a:gd name="connsiteY23232" fmla="*/ 2635663 h 5143785"/>
              <a:gd name="connsiteX23233" fmla="*/ 1885093 w 3114960"/>
              <a:gd name="connsiteY23233" fmla="*/ 2634710 h 5143785"/>
              <a:gd name="connsiteX23234" fmla="*/ 1941576 w 3114960"/>
              <a:gd name="connsiteY23234" fmla="*/ 2634710 h 5143785"/>
              <a:gd name="connsiteX23235" fmla="*/ 1961864 w 3114960"/>
              <a:gd name="connsiteY23235" fmla="*/ 2609850 h 5143785"/>
              <a:gd name="connsiteX23236" fmla="*/ 1970818 w 3114960"/>
              <a:gd name="connsiteY23236" fmla="*/ 2609850 h 5143785"/>
              <a:gd name="connsiteX23237" fmla="*/ 1991868 w 3114960"/>
              <a:gd name="connsiteY23237" fmla="*/ 2634425 h 5143785"/>
              <a:gd name="connsiteX23238" fmla="*/ 2034921 w 3114960"/>
              <a:gd name="connsiteY23238" fmla="*/ 2634615 h 5143785"/>
              <a:gd name="connsiteX23239" fmla="*/ 2034921 w 3114960"/>
              <a:gd name="connsiteY23239" fmla="*/ 2635568 h 5143785"/>
              <a:gd name="connsiteX23240" fmla="*/ 2039969 w 3114960"/>
              <a:gd name="connsiteY23240" fmla="*/ 2640616 h 5143785"/>
              <a:gd name="connsiteX23241" fmla="*/ 2046732 w 3114960"/>
              <a:gd name="connsiteY23241" fmla="*/ 2640616 h 5143785"/>
              <a:gd name="connsiteX23242" fmla="*/ 2051780 w 3114960"/>
              <a:gd name="connsiteY23242" fmla="*/ 2635568 h 5143785"/>
              <a:gd name="connsiteX23243" fmla="*/ 2051780 w 3114960"/>
              <a:gd name="connsiteY23243" fmla="*/ 2628805 h 5143785"/>
              <a:gd name="connsiteX23244" fmla="*/ 2046732 w 3114960"/>
              <a:gd name="connsiteY23244" fmla="*/ 2623757 h 5143785"/>
              <a:gd name="connsiteX23245" fmla="*/ 2039969 w 3114960"/>
              <a:gd name="connsiteY23245" fmla="*/ 2623757 h 5143785"/>
              <a:gd name="connsiteX23246" fmla="*/ 2034921 w 3114960"/>
              <a:gd name="connsiteY23246" fmla="*/ 2628805 h 5143785"/>
              <a:gd name="connsiteX23247" fmla="*/ 2034921 w 3114960"/>
              <a:gd name="connsiteY23247" fmla="*/ 2629757 h 5143785"/>
              <a:gd name="connsiteX23248" fmla="*/ 1994059 w 3114960"/>
              <a:gd name="connsiteY23248" fmla="*/ 2629567 h 5143785"/>
              <a:gd name="connsiteX23249" fmla="*/ 1973009 w 3114960"/>
              <a:gd name="connsiteY23249" fmla="*/ 2604992 h 5143785"/>
              <a:gd name="connsiteX23250" fmla="*/ 1959578 w 3114960"/>
              <a:gd name="connsiteY23250" fmla="*/ 2604992 h 5143785"/>
              <a:gd name="connsiteX23251" fmla="*/ 1939290 w 3114960"/>
              <a:gd name="connsiteY23251" fmla="*/ 2629853 h 5143785"/>
              <a:gd name="connsiteX23252" fmla="*/ 1885093 w 3114960"/>
              <a:gd name="connsiteY23252" fmla="*/ 2629853 h 5143785"/>
              <a:gd name="connsiteX23253" fmla="*/ 1885093 w 3114960"/>
              <a:gd name="connsiteY23253" fmla="*/ 2628900 h 5143785"/>
              <a:gd name="connsiteX23254" fmla="*/ 1880045 w 3114960"/>
              <a:gd name="connsiteY23254" fmla="*/ 2623852 h 5143785"/>
              <a:gd name="connsiteX23255" fmla="*/ 1873282 w 3114960"/>
              <a:gd name="connsiteY23255" fmla="*/ 2623852 h 5143785"/>
              <a:gd name="connsiteX23256" fmla="*/ 1868234 w 3114960"/>
              <a:gd name="connsiteY23256" fmla="*/ 2628900 h 5143785"/>
              <a:gd name="connsiteX23257" fmla="*/ 1868234 w 3114960"/>
              <a:gd name="connsiteY23257" fmla="*/ 2629853 h 5143785"/>
              <a:gd name="connsiteX23258" fmla="*/ 1835658 w 3114960"/>
              <a:gd name="connsiteY23258" fmla="*/ 2629853 h 5143785"/>
              <a:gd name="connsiteX23259" fmla="*/ 1822514 w 3114960"/>
              <a:gd name="connsiteY23259" fmla="*/ 2641568 h 5143785"/>
              <a:gd name="connsiteX23260" fmla="*/ 1748409 w 3114960"/>
              <a:gd name="connsiteY23260" fmla="*/ 2641568 h 5143785"/>
              <a:gd name="connsiteX23261" fmla="*/ 1748409 w 3114960"/>
              <a:gd name="connsiteY23261" fmla="*/ 2634710 h 5143785"/>
              <a:gd name="connsiteX23262" fmla="*/ 1744504 w 3114960"/>
              <a:gd name="connsiteY23262" fmla="*/ 2630805 h 5143785"/>
              <a:gd name="connsiteX23263" fmla="*/ 1726121 w 3114960"/>
              <a:gd name="connsiteY23263" fmla="*/ 2630805 h 5143785"/>
              <a:gd name="connsiteX23264" fmla="*/ 1722215 w 3114960"/>
              <a:gd name="connsiteY23264" fmla="*/ 2634710 h 5143785"/>
              <a:gd name="connsiteX23265" fmla="*/ 1722215 w 3114960"/>
              <a:gd name="connsiteY23265" fmla="*/ 2642711 h 5143785"/>
              <a:gd name="connsiteX23266" fmla="*/ 1705737 w 3114960"/>
              <a:gd name="connsiteY23266" fmla="*/ 2642711 h 5143785"/>
              <a:gd name="connsiteX23267" fmla="*/ 1699451 w 3114960"/>
              <a:gd name="connsiteY23267" fmla="*/ 2635853 h 5143785"/>
              <a:gd name="connsiteX23268" fmla="*/ 1699451 w 3114960"/>
              <a:gd name="connsiteY23268" fmla="*/ 2618804 h 5143785"/>
              <a:gd name="connsiteX23269" fmla="*/ 1751648 w 3114960"/>
              <a:gd name="connsiteY23269" fmla="*/ 2618804 h 5143785"/>
              <a:gd name="connsiteX23270" fmla="*/ 1753934 w 3114960"/>
              <a:gd name="connsiteY23270" fmla="*/ 2618899 h 5143785"/>
              <a:gd name="connsiteX23271" fmla="*/ 1754124 w 3114960"/>
              <a:gd name="connsiteY23271" fmla="*/ 2613088 h 5143785"/>
              <a:gd name="connsiteX23272" fmla="*/ 1854994 w 3114960"/>
              <a:gd name="connsiteY23272" fmla="*/ 2613088 h 5143785"/>
              <a:gd name="connsiteX23273" fmla="*/ 1952149 w 3114960"/>
              <a:gd name="connsiteY23273" fmla="*/ 2498693 h 5143785"/>
              <a:gd name="connsiteX23274" fmla="*/ 1963388 w 3114960"/>
              <a:gd name="connsiteY23274" fmla="*/ 2498693 h 5143785"/>
              <a:gd name="connsiteX23275" fmla="*/ 1963388 w 3114960"/>
              <a:gd name="connsiteY23275" fmla="*/ 2505551 h 5143785"/>
              <a:gd name="connsiteX23276" fmla="*/ 1967294 w 3114960"/>
              <a:gd name="connsiteY23276" fmla="*/ 2509457 h 5143785"/>
              <a:gd name="connsiteX23277" fmla="*/ 1985677 w 3114960"/>
              <a:gd name="connsiteY23277" fmla="*/ 2509457 h 5143785"/>
              <a:gd name="connsiteX23278" fmla="*/ 1986534 w 3114960"/>
              <a:gd name="connsiteY23278" fmla="*/ 2509266 h 5143785"/>
              <a:gd name="connsiteX23279" fmla="*/ 2022920 w 3114960"/>
              <a:gd name="connsiteY23279" fmla="*/ 2547080 h 5143785"/>
              <a:gd name="connsiteX23280" fmla="*/ 2023205 w 3114960"/>
              <a:gd name="connsiteY23280" fmla="*/ 2557463 h 5143785"/>
              <a:gd name="connsiteX23281" fmla="*/ 2062258 w 3114960"/>
              <a:gd name="connsiteY23281" fmla="*/ 2597944 h 5143785"/>
              <a:gd name="connsiteX23282" fmla="*/ 2070735 w 3114960"/>
              <a:gd name="connsiteY23282" fmla="*/ 2597944 h 5143785"/>
              <a:gd name="connsiteX23283" fmla="*/ 2082832 w 3114960"/>
              <a:gd name="connsiteY23283" fmla="*/ 2610231 h 5143785"/>
              <a:gd name="connsiteX23284" fmla="*/ 2081498 w 3114960"/>
              <a:gd name="connsiteY23284" fmla="*/ 2615184 h 5143785"/>
              <a:gd name="connsiteX23285" fmla="*/ 2092738 w 3114960"/>
              <a:gd name="connsiteY23285" fmla="*/ 2626424 h 5143785"/>
              <a:gd name="connsiteX23286" fmla="*/ 2099024 w 3114960"/>
              <a:gd name="connsiteY23286" fmla="*/ 2624233 h 5143785"/>
              <a:gd name="connsiteX23287" fmla="*/ 2110740 w 3114960"/>
              <a:gd name="connsiteY23287" fmla="*/ 2634996 h 5143785"/>
              <a:gd name="connsiteX23288" fmla="*/ 2113979 w 3114960"/>
              <a:gd name="connsiteY23288" fmla="*/ 2631472 h 5143785"/>
              <a:gd name="connsiteX23289" fmla="*/ 2102263 w 3114960"/>
              <a:gd name="connsiteY23289" fmla="*/ 2620709 h 5143785"/>
              <a:gd name="connsiteX23290" fmla="*/ 2103977 w 3114960"/>
              <a:gd name="connsiteY23290" fmla="*/ 2615089 h 5143785"/>
              <a:gd name="connsiteX23291" fmla="*/ 2092738 w 3114960"/>
              <a:gd name="connsiteY23291" fmla="*/ 2603849 h 5143785"/>
              <a:gd name="connsiteX23292" fmla="*/ 2085880 w 3114960"/>
              <a:gd name="connsiteY23292" fmla="*/ 2606421 h 5143785"/>
              <a:gd name="connsiteX23293" fmla="*/ 2072735 w 3114960"/>
              <a:gd name="connsiteY23293" fmla="*/ 2593086 h 5143785"/>
              <a:gd name="connsiteX23294" fmla="*/ 2064353 w 3114960"/>
              <a:gd name="connsiteY23294" fmla="*/ 2593086 h 5143785"/>
              <a:gd name="connsiteX23295" fmla="*/ 2027968 w 3114960"/>
              <a:gd name="connsiteY23295" fmla="*/ 2555367 h 5143785"/>
              <a:gd name="connsiteX23296" fmla="*/ 2027682 w 3114960"/>
              <a:gd name="connsiteY23296" fmla="*/ 2544985 h 5143785"/>
              <a:gd name="connsiteX23297" fmla="*/ 1989582 w 3114960"/>
              <a:gd name="connsiteY23297" fmla="*/ 2505456 h 5143785"/>
              <a:gd name="connsiteX23298" fmla="*/ 1989582 w 3114960"/>
              <a:gd name="connsiteY23298" fmla="*/ 2505456 h 5143785"/>
              <a:gd name="connsiteX23299" fmla="*/ 1989582 w 3114960"/>
              <a:gd name="connsiteY23299" fmla="*/ 2487073 h 5143785"/>
              <a:gd name="connsiteX23300" fmla="*/ 1985677 w 3114960"/>
              <a:gd name="connsiteY23300" fmla="*/ 2483168 h 5143785"/>
              <a:gd name="connsiteX23301" fmla="*/ 1967294 w 3114960"/>
              <a:gd name="connsiteY23301" fmla="*/ 2483168 h 5143785"/>
              <a:gd name="connsiteX23302" fmla="*/ 1963388 w 3114960"/>
              <a:gd name="connsiteY23302" fmla="*/ 2487073 h 5143785"/>
              <a:gd name="connsiteX23303" fmla="*/ 1963388 w 3114960"/>
              <a:gd name="connsiteY23303" fmla="*/ 2493931 h 5143785"/>
              <a:gd name="connsiteX23304" fmla="*/ 1949958 w 3114960"/>
              <a:gd name="connsiteY23304" fmla="*/ 2493931 h 5143785"/>
              <a:gd name="connsiteX23305" fmla="*/ 1852803 w 3114960"/>
              <a:gd name="connsiteY23305" fmla="*/ 2608421 h 5143785"/>
              <a:gd name="connsiteX23306" fmla="*/ 1749552 w 3114960"/>
              <a:gd name="connsiteY23306" fmla="*/ 2608421 h 5143785"/>
              <a:gd name="connsiteX23307" fmla="*/ 1749362 w 3114960"/>
              <a:gd name="connsiteY23307" fmla="*/ 2614232 h 5143785"/>
              <a:gd name="connsiteX23308" fmla="*/ 1699451 w 3114960"/>
              <a:gd name="connsiteY23308" fmla="*/ 2614232 h 5143785"/>
              <a:gd name="connsiteX23309" fmla="*/ 1699451 w 3114960"/>
              <a:gd name="connsiteY23309" fmla="*/ 2608040 h 5143785"/>
              <a:gd name="connsiteX23310" fmla="*/ 1710595 w 3114960"/>
              <a:gd name="connsiteY23310" fmla="*/ 2608040 h 5143785"/>
              <a:gd name="connsiteX23311" fmla="*/ 1710595 w 3114960"/>
              <a:gd name="connsiteY23311" fmla="*/ 2583275 h 5143785"/>
              <a:gd name="connsiteX23312" fmla="*/ 1685830 w 3114960"/>
              <a:gd name="connsiteY23312" fmla="*/ 2583275 h 5143785"/>
              <a:gd name="connsiteX23313" fmla="*/ 1685830 w 3114960"/>
              <a:gd name="connsiteY23313" fmla="*/ 2608040 h 5143785"/>
              <a:gd name="connsiteX23314" fmla="*/ 1696974 w 3114960"/>
              <a:gd name="connsiteY23314" fmla="*/ 2608040 h 5143785"/>
              <a:gd name="connsiteX23315" fmla="*/ 1696974 w 3114960"/>
              <a:gd name="connsiteY23315" fmla="*/ 2614136 h 5143785"/>
              <a:gd name="connsiteX23316" fmla="*/ 1635443 w 3114960"/>
              <a:gd name="connsiteY23316" fmla="*/ 2614136 h 5143785"/>
              <a:gd name="connsiteX23317" fmla="*/ 1635443 w 3114960"/>
              <a:gd name="connsiteY23317" fmla="*/ 2608040 h 5143785"/>
              <a:gd name="connsiteX23318" fmla="*/ 1646587 w 3114960"/>
              <a:gd name="connsiteY23318" fmla="*/ 2608040 h 5143785"/>
              <a:gd name="connsiteX23319" fmla="*/ 1646587 w 3114960"/>
              <a:gd name="connsiteY23319" fmla="*/ 2583275 h 5143785"/>
              <a:gd name="connsiteX23320" fmla="*/ 1621822 w 3114960"/>
              <a:gd name="connsiteY23320" fmla="*/ 2583275 h 5143785"/>
              <a:gd name="connsiteX23321" fmla="*/ 1621822 w 3114960"/>
              <a:gd name="connsiteY23321" fmla="*/ 2608040 h 5143785"/>
              <a:gd name="connsiteX23322" fmla="*/ 1632966 w 3114960"/>
              <a:gd name="connsiteY23322" fmla="*/ 2608040 h 5143785"/>
              <a:gd name="connsiteX23323" fmla="*/ 1632966 w 3114960"/>
              <a:gd name="connsiteY23323" fmla="*/ 2614041 h 5143785"/>
              <a:gd name="connsiteX23324" fmla="*/ 1603629 w 3114960"/>
              <a:gd name="connsiteY23324" fmla="*/ 2614041 h 5143785"/>
              <a:gd name="connsiteX23325" fmla="*/ 1603629 w 3114960"/>
              <a:gd name="connsiteY23325" fmla="*/ 2608040 h 5143785"/>
              <a:gd name="connsiteX23326" fmla="*/ 1614773 w 3114960"/>
              <a:gd name="connsiteY23326" fmla="*/ 2608040 h 5143785"/>
              <a:gd name="connsiteX23327" fmla="*/ 1614773 w 3114960"/>
              <a:gd name="connsiteY23327" fmla="*/ 2583275 h 5143785"/>
              <a:gd name="connsiteX23328" fmla="*/ 1590008 w 3114960"/>
              <a:gd name="connsiteY23328" fmla="*/ 2583275 h 5143785"/>
              <a:gd name="connsiteX23329" fmla="*/ 1590008 w 3114960"/>
              <a:gd name="connsiteY23329" fmla="*/ 2608040 h 5143785"/>
              <a:gd name="connsiteX23330" fmla="*/ 1601153 w 3114960"/>
              <a:gd name="connsiteY23330" fmla="*/ 2608040 h 5143785"/>
              <a:gd name="connsiteX23331" fmla="*/ 1601153 w 3114960"/>
              <a:gd name="connsiteY23331" fmla="*/ 2613946 h 5143785"/>
              <a:gd name="connsiteX23332" fmla="*/ 1580198 w 3114960"/>
              <a:gd name="connsiteY23332" fmla="*/ 2613946 h 5143785"/>
              <a:gd name="connsiteX23333" fmla="*/ 1579245 w 3114960"/>
              <a:gd name="connsiteY23333" fmla="*/ 2613946 h 5143785"/>
              <a:gd name="connsiteX23334" fmla="*/ 1575626 w 3114960"/>
              <a:gd name="connsiteY23334" fmla="*/ 2617565 h 5143785"/>
              <a:gd name="connsiteX23335" fmla="*/ 1575626 w 3114960"/>
              <a:gd name="connsiteY23335" fmla="*/ 2721102 h 5143785"/>
              <a:gd name="connsiteX23336" fmla="*/ 1594485 w 3114960"/>
              <a:gd name="connsiteY23336" fmla="*/ 2739580 h 5143785"/>
              <a:gd name="connsiteX23337" fmla="*/ 1786319 w 3114960"/>
              <a:gd name="connsiteY23337" fmla="*/ 2739962 h 5143785"/>
              <a:gd name="connsiteX23338" fmla="*/ 1809464 w 3114960"/>
              <a:gd name="connsiteY23338" fmla="*/ 2761679 h 5143785"/>
              <a:gd name="connsiteX23339" fmla="*/ 1901190 w 3114960"/>
              <a:gd name="connsiteY23339" fmla="*/ 2762441 h 5143785"/>
              <a:gd name="connsiteX23340" fmla="*/ 1901190 w 3114960"/>
              <a:gd name="connsiteY23340" fmla="*/ 2765870 h 5143785"/>
              <a:gd name="connsiteX23341" fmla="*/ 1906238 w 3114960"/>
              <a:gd name="connsiteY23341" fmla="*/ 2770918 h 5143785"/>
              <a:gd name="connsiteX23342" fmla="*/ 1919192 w 3114960"/>
              <a:gd name="connsiteY23342" fmla="*/ 2770918 h 5143785"/>
              <a:gd name="connsiteX23343" fmla="*/ 1924241 w 3114960"/>
              <a:gd name="connsiteY23343" fmla="*/ 2765870 h 5143785"/>
              <a:gd name="connsiteX23344" fmla="*/ 1924241 w 3114960"/>
              <a:gd name="connsiteY23344" fmla="*/ 2761774 h 5143785"/>
              <a:gd name="connsiteX23345" fmla="*/ 1936814 w 3114960"/>
              <a:gd name="connsiteY23345" fmla="*/ 2761774 h 5143785"/>
              <a:gd name="connsiteX23346" fmla="*/ 1961388 w 3114960"/>
              <a:gd name="connsiteY23346" fmla="*/ 2732723 h 5143785"/>
              <a:gd name="connsiteX23347" fmla="*/ 1973104 w 3114960"/>
              <a:gd name="connsiteY23347" fmla="*/ 2732532 h 5143785"/>
              <a:gd name="connsiteX23348" fmla="*/ 1997297 w 3114960"/>
              <a:gd name="connsiteY23348" fmla="*/ 2761488 h 5143785"/>
              <a:gd name="connsiteX23349" fmla="*/ 2018538 w 3114960"/>
              <a:gd name="connsiteY23349" fmla="*/ 2761679 h 5143785"/>
              <a:gd name="connsiteX23350" fmla="*/ 2018538 w 3114960"/>
              <a:gd name="connsiteY23350" fmla="*/ 2765774 h 5143785"/>
              <a:gd name="connsiteX23351" fmla="*/ 2023586 w 3114960"/>
              <a:gd name="connsiteY23351" fmla="*/ 2770823 h 5143785"/>
              <a:gd name="connsiteX23352" fmla="*/ 2036445 w 3114960"/>
              <a:gd name="connsiteY23352" fmla="*/ 2770823 h 5143785"/>
              <a:gd name="connsiteX23353" fmla="*/ 2041493 w 3114960"/>
              <a:gd name="connsiteY23353" fmla="*/ 2765774 h 5143785"/>
              <a:gd name="connsiteX23354" fmla="*/ 2041493 w 3114960"/>
              <a:gd name="connsiteY23354" fmla="*/ 2761679 h 5143785"/>
              <a:gd name="connsiteX23355" fmla="*/ 2059305 w 3114960"/>
              <a:gd name="connsiteY23355" fmla="*/ 2761679 h 5143785"/>
              <a:gd name="connsiteX23356" fmla="*/ 2059305 w 3114960"/>
              <a:gd name="connsiteY23356" fmla="*/ 2756916 h 5143785"/>
              <a:gd name="connsiteX23357" fmla="*/ 2041493 w 3114960"/>
              <a:gd name="connsiteY23357" fmla="*/ 2756916 h 5143785"/>
              <a:gd name="connsiteX23358" fmla="*/ 2041493 w 3114960"/>
              <a:gd name="connsiteY23358" fmla="*/ 2752820 h 5143785"/>
              <a:gd name="connsiteX23359" fmla="*/ 2036445 w 3114960"/>
              <a:gd name="connsiteY23359" fmla="*/ 2747772 h 5143785"/>
              <a:gd name="connsiteX23360" fmla="*/ 2023586 w 3114960"/>
              <a:gd name="connsiteY23360" fmla="*/ 2747772 h 5143785"/>
              <a:gd name="connsiteX23361" fmla="*/ 2018538 w 3114960"/>
              <a:gd name="connsiteY23361" fmla="*/ 2752820 h 5143785"/>
              <a:gd name="connsiteX23362" fmla="*/ 2018538 w 3114960"/>
              <a:gd name="connsiteY23362" fmla="*/ 2756916 h 5143785"/>
              <a:gd name="connsiteX23363" fmla="*/ 1999583 w 3114960"/>
              <a:gd name="connsiteY23363" fmla="*/ 2756726 h 5143785"/>
              <a:gd name="connsiteX23364" fmla="*/ 1975390 w 3114960"/>
              <a:gd name="connsiteY23364" fmla="*/ 2727674 h 5143785"/>
              <a:gd name="connsiteX23365" fmla="*/ 1959197 w 3114960"/>
              <a:gd name="connsiteY23365" fmla="*/ 2727960 h 5143785"/>
              <a:gd name="connsiteX23366" fmla="*/ 1934623 w 3114960"/>
              <a:gd name="connsiteY23366" fmla="*/ 2757011 h 5143785"/>
              <a:gd name="connsiteX23367" fmla="*/ 1924241 w 3114960"/>
              <a:gd name="connsiteY23367" fmla="*/ 2757011 h 5143785"/>
              <a:gd name="connsiteX23368" fmla="*/ 1924241 w 3114960"/>
              <a:gd name="connsiteY23368" fmla="*/ 2752916 h 5143785"/>
              <a:gd name="connsiteX23369" fmla="*/ 1919192 w 3114960"/>
              <a:gd name="connsiteY23369" fmla="*/ 2747867 h 5143785"/>
              <a:gd name="connsiteX23370" fmla="*/ 1906238 w 3114960"/>
              <a:gd name="connsiteY23370" fmla="*/ 2747867 h 5143785"/>
              <a:gd name="connsiteX23371" fmla="*/ 1901190 w 3114960"/>
              <a:gd name="connsiteY23371" fmla="*/ 2752916 h 5143785"/>
              <a:gd name="connsiteX23372" fmla="*/ 1901190 w 3114960"/>
              <a:gd name="connsiteY23372" fmla="*/ 2757678 h 5143785"/>
              <a:gd name="connsiteX23373" fmla="*/ 1811369 w 3114960"/>
              <a:gd name="connsiteY23373" fmla="*/ 2756916 h 5143785"/>
              <a:gd name="connsiteX23374" fmla="*/ 1788128 w 3114960"/>
              <a:gd name="connsiteY23374" fmla="*/ 2735199 h 5143785"/>
              <a:gd name="connsiteX23375" fmla="*/ 1596390 w 3114960"/>
              <a:gd name="connsiteY23375" fmla="*/ 2734818 h 5143785"/>
              <a:gd name="connsiteX23376" fmla="*/ 1580388 w 3114960"/>
              <a:gd name="connsiteY23376" fmla="*/ 2719102 h 5143785"/>
              <a:gd name="connsiteX23377" fmla="*/ 1580388 w 3114960"/>
              <a:gd name="connsiteY23377" fmla="*/ 2619470 h 5143785"/>
              <a:gd name="connsiteX23378" fmla="*/ 1581150 w 3114960"/>
              <a:gd name="connsiteY23378" fmla="*/ 2618709 h 5143785"/>
              <a:gd name="connsiteX23379" fmla="*/ 1601153 w 3114960"/>
              <a:gd name="connsiteY23379" fmla="*/ 2618709 h 5143785"/>
              <a:gd name="connsiteX23380" fmla="*/ 1601153 w 3114960"/>
              <a:gd name="connsiteY23380" fmla="*/ 2697861 h 5143785"/>
              <a:gd name="connsiteX23381" fmla="*/ 1611821 w 3114960"/>
              <a:gd name="connsiteY23381" fmla="*/ 2708624 h 5143785"/>
              <a:gd name="connsiteX23382" fmla="*/ 1629823 w 3114960"/>
              <a:gd name="connsiteY23382" fmla="*/ 2708624 h 5143785"/>
              <a:gd name="connsiteX23383" fmla="*/ 1629823 w 3114960"/>
              <a:gd name="connsiteY23383" fmla="*/ 2709958 h 5143785"/>
              <a:gd name="connsiteX23384" fmla="*/ 1634776 w 3114960"/>
              <a:gd name="connsiteY23384" fmla="*/ 2715482 h 5143785"/>
              <a:gd name="connsiteX23385" fmla="*/ 1654493 w 3114960"/>
              <a:gd name="connsiteY23385" fmla="*/ 2715482 h 5143785"/>
              <a:gd name="connsiteX23386" fmla="*/ 1659446 w 3114960"/>
              <a:gd name="connsiteY23386" fmla="*/ 2709958 h 5143785"/>
              <a:gd name="connsiteX23387" fmla="*/ 1659446 w 3114960"/>
              <a:gd name="connsiteY23387" fmla="*/ 2709767 h 5143785"/>
              <a:gd name="connsiteX23388" fmla="*/ 1809464 w 3114960"/>
              <a:gd name="connsiteY23388" fmla="*/ 2709767 h 5143785"/>
              <a:gd name="connsiteX23389" fmla="*/ 1809464 w 3114960"/>
              <a:gd name="connsiteY23389" fmla="*/ 2710720 h 5143785"/>
              <a:gd name="connsiteX23390" fmla="*/ 1814513 w 3114960"/>
              <a:gd name="connsiteY23390" fmla="*/ 2715768 h 5143785"/>
              <a:gd name="connsiteX23391" fmla="*/ 1821275 w 3114960"/>
              <a:gd name="connsiteY23391" fmla="*/ 2715768 h 5143785"/>
              <a:gd name="connsiteX23392" fmla="*/ 1826324 w 3114960"/>
              <a:gd name="connsiteY23392" fmla="*/ 2710720 h 5143785"/>
              <a:gd name="connsiteX23393" fmla="*/ 1826324 w 3114960"/>
              <a:gd name="connsiteY23393" fmla="*/ 2709101 h 5143785"/>
              <a:gd name="connsiteX23394" fmla="*/ 1942148 w 3114960"/>
              <a:gd name="connsiteY23394" fmla="*/ 2709101 h 5143785"/>
              <a:gd name="connsiteX23395" fmla="*/ 1962436 w 3114960"/>
              <a:gd name="connsiteY23395" fmla="*/ 2684431 h 5143785"/>
              <a:gd name="connsiteX23396" fmla="*/ 1971389 w 3114960"/>
              <a:gd name="connsiteY23396" fmla="*/ 2684431 h 5143785"/>
              <a:gd name="connsiteX23397" fmla="*/ 1992440 w 3114960"/>
              <a:gd name="connsiteY23397" fmla="*/ 2709005 h 5143785"/>
              <a:gd name="connsiteX23398" fmla="*/ 2070830 w 3114960"/>
              <a:gd name="connsiteY23398" fmla="*/ 2709005 h 5143785"/>
              <a:gd name="connsiteX23399" fmla="*/ 2082546 w 3114960"/>
              <a:gd name="connsiteY23399" fmla="*/ 2721864 h 5143785"/>
              <a:gd name="connsiteX23400" fmla="*/ 2082546 w 3114960"/>
              <a:gd name="connsiteY23400" fmla="*/ 2722245 h 5143785"/>
              <a:gd name="connsiteX23401" fmla="*/ 2082546 w 3114960"/>
              <a:gd name="connsiteY23401" fmla="*/ 2740628 h 5143785"/>
              <a:gd name="connsiteX23402" fmla="*/ 2086451 w 3114960"/>
              <a:gd name="connsiteY23402" fmla="*/ 2744534 h 5143785"/>
              <a:gd name="connsiteX23403" fmla="*/ 2104835 w 3114960"/>
              <a:gd name="connsiteY23403" fmla="*/ 2744534 h 5143785"/>
              <a:gd name="connsiteX23404" fmla="*/ 2108740 w 3114960"/>
              <a:gd name="connsiteY23404" fmla="*/ 2740628 h 5143785"/>
              <a:gd name="connsiteX23405" fmla="*/ 2108740 w 3114960"/>
              <a:gd name="connsiteY23405" fmla="*/ 2722245 h 5143785"/>
              <a:gd name="connsiteX23406" fmla="*/ 2104835 w 3114960"/>
              <a:gd name="connsiteY23406" fmla="*/ 2718340 h 5143785"/>
              <a:gd name="connsiteX23407" fmla="*/ 2086451 w 3114960"/>
              <a:gd name="connsiteY23407" fmla="*/ 2718340 h 5143785"/>
              <a:gd name="connsiteX23408" fmla="*/ 2085975 w 3114960"/>
              <a:gd name="connsiteY23408" fmla="*/ 2718340 h 5143785"/>
              <a:gd name="connsiteX23409" fmla="*/ 2073021 w 3114960"/>
              <a:gd name="connsiteY23409" fmla="*/ 2704243 h 5143785"/>
              <a:gd name="connsiteX23410" fmla="*/ 1994726 w 3114960"/>
              <a:gd name="connsiteY23410" fmla="*/ 2704243 h 5143785"/>
              <a:gd name="connsiteX23411" fmla="*/ 1973675 w 3114960"/>
              <a:gd name="connsiteY23411" fmla="*/ 2679573 h 5143785"/>
              <a:gd name="connsiteX23412" fmla="*/ 1960340 w 3114960"/>
              <a:gd name="connsiteY23412" fmla="*/ 2679573 h 5143785"/>
              <a:gd name="connsiteX23413" fmla="*/ 1940052 w 3114960"/>
              <a:gd name="connsiteY23413" fmla="*/ 2704243 h 5143785"/>
              <a:gd name="connsiteX23414" fmla="*/ 1826419 w 3114960"/>
              <a:gd name="connsiteY23414" fmla="*/ 2704243 h 5143785"/>
              <a:gd name="connsiteX23415" fmla="*/ 1826419 w 3114960"/>
              <a:gd name="connsiteY23415" fmla="*/ 2703862 h 5143785"/>
              <a:gd name="connsiteX23416" fmla="*/ 1821371 w 3114960"/>
              <a:gd name="connsiteY23416" fmla="*/ 2698813 h 5143785"/>
              <a:gd name="connsiteX23417" fmla="*/ 1814608 w 3114960"/>
              <a:gd name="connsiteY23417" fmla="*/ 2698813 h 5143785"/>
              <a:gd name="connsiteX23418" fmla="*/ 1809560 w 3114960"/>
              <a:gd name="connsiteY23418" fmla="*/ 2703862 h 5143785"/>
              <a:gd name="connsiteX23419" fmla="*/ 1809560 w 3114960"/>
              <a:gd name="connsiteY23419" fmla="*/ 2704814 h 5143785"/>
              <a:gd name="connsiteX23420" fmla="*/ 1659541 w 3114960"/>
              <a:gd name="connsiteY23420" fmla="*/ 2704814 h 5143785"/>
              <a:gd name="connsiteX23421" fmla="*/ 1659541 w 3114960"/>
              <a:gd name="connsiteY23421" fmla="*/ 2704624 h 5143785"/>
              <a:gd name="connsiteX23422" fmla="*/ 1654588 w 3114960"/>
              <a:gd name="connsiteY23422" fmla="*/ 2699099 h 5143785"/>
              <a:gd name="connsiteX23423" fmla="*/ 1634871 w 3114960"/>
              <a:gd name="connsiteY23423" fmla="*/ 2699099 h 5143785"/>
              <a:gd name="connsiteX23424" fmla="*/ 1629918 w 3114960"/>
              <a:gd name="connsiteY23424" fmla="*/ 2704624 h 5143785"/>
              <a:gd name="connsiteX23425" fmla="*/ 1629918 w 3114960"/>
              <a:gd name="connsiteY23425" fmla="*/ 2705957 h 5143785"/>
              <a:gd name="connsiteX23426" fmla="*/ 1612868 w 3114960"/>
              <a:gd name="connsiteY23426" fmla="*/ 2705957 h 5143785"/>
              <a:gd name="connsiteX23427" fmla="*/ 1603534 w 3114960"/>
              <a:gd name="connsiteY23427" fmla="*/ 2696623 h 5143785"/>
              <a:gd name="connsiteX23428" fmla="*/ 1603534 w 3114960"/>
              <a:gd name="connsiteY23428" fmla="*/ 2618518 h 5143785"/>
              <a:gd name="connsiteX23429" fmla="*/ 1632871 w 3114960"/>
              <a:gd name="connsiteY23429" fmla="*/ 2618518 h 5143785"/>
              <a:gd name="connsiteX23430" fmla="*/ 1632871 w 3114960"/>
              <a:gd name="connsiteY23430" fmla="*/ 2671001 h 5143785"/>
              <a:gd name="connsiteX23431" fmla="*/ 1644491 w 3114960"/>
              <a:gd name="connsiteY23431" fmla="*/ 2680526 h 5143785"/>
              <a:gd name="connsiteX23432" fmla="*/ 1671066 w 3114960"/>
              <a:gd name="connsiteY23432" fmla="*/ 2680526 h 5143785"/>
              <a:gd name="connsiteX23433" fmla="*/ 1671066 w 3114960"/>
              <a:gd name="connsiteY23433" fmla="*/ 2681764 h 5143785"/>
              <a:gd name="connsiteX23434" fmla="*/ 1675828 w 3114960"/>
              <a:gd name="connsiteY23434" fmla="*/ 2687098 h 5143785"/>
              <a:gd name="connsiteX23435" fmla="*/ 1694974 w 3114960"/>
              <a:gd name="connsiteY23435" fmla="*/ 2687098 h 5143785"/>
              <a:gd name="connsiteX23436" fmla="*/ 1699736 w 3114960"/>
              <a:gd name="connsiteY23436" fmla="*/ 2681764 h 5143785"/>
              <a:gd name="connsiteX23437" fmla="*/ 1762220 w 3114960"/>
              <a:gd name="connsiteY23437" fmla="*/ 2681764 h 5143785"/>
              <a:gd name="connsiteX23438" fmla="*/ 1774984 w 3114960"/>
              <a:gd name="connsiteY23438" fmla="*/ 2669858 h 5143785"/>
              <a:gd name="connsiteX23439" fmla="*/ 1838801 w 3114960"/>
              <a:gd name="connsiteY23439" fmla="*/ 2669858 h 5143785"/>
              <a:gd name="connsiteX23440" fmla="*/ 1839278 w 3114960"/>
              <a:gd name="connsiteY23440" fmla="*/ 2671382 h 5143785"/>
              <a:gd name="connsiteX23441" fmla="*/ 1846517 w 3114960"/>
              <a:gd name="connsiteY23441" fmla="*/ 2675763 h 5143785"/>
              <a:gd name="connsiteX23442" fmla="*/ 1850422 w 3114960"/>
              <a:gd name="connsiteY23442" fmla="*/ 2674811 h 5143785"/>
              <a:gd name="connsiteX23443" fmla="*/ 1854422 w 3114960"/>
              <a:gd name="connsiteY23443" fmla="*/ 2669953 h 5143785"/>
              <a:gd name="connsiteX23444" fmla="*/ 1941195 w 3114960"/>
              <a:gd name="connsiteY23444" fmla="*/ 2669953 h 5143785"/>
              <a:gd name="connsiteX23445" fmla="*/ 1961483 w 3114960"/>
              <a:gd name="connsiteY23445" fmla="*/ 2645283 h 5143785"/>
              <a:gd name="connsiteX23446" fmla="*/ 1970437 w 3114960"/>
              <a:gd name="connsiteY23446" fmla="*/ 2645283 h 5143785"/>
              <a:gd name="connsiteX23447" fmla="*/ 1991487 w 3114960"/>
              <a:gd name="connsiteY23447" fmla="*/ 2669858 h 5143785"/>
              <a:gd name="connsiteX23448" fmla="*/ 2080641 w 3114960"/>
              <a:gd name="connsiteY23448" fmla="*/ 2669858 h 5143785"/>
              <a:gd name="connsiteX23449" fmla="*/ 2080641 w 3114960"/>
              <a:gd name="connsiteY23449" fmla="*/ 2685955 h 5143785"/>
              <a:gd name="connsiteX23450" fmla="*/ 2084546 w 3114960"/>
              <a:gd name="connsiteY23450" fmla="*/ 2689860 h 5143785"/>
              <a:gd name="connsiteX23451" fmla="*/ 2102930 w 3114960"/>
              <a:gd name="connsiteY23451" fmla="*/ 2689860 h 5143785"/>
              <a:gd name="connsiteX23452" fmla="*/ 2103882 w 3114960"/>
              <a:gd name="connsiteY23452" fmla="*/ 2689670 h 5143785"/>
              <a:gd name="connsiteX23453" fmla="*/ 2239709 w 3114960"/>
              <a:gd name="connsiteY23453" fmla="*/ 2813399 h 5143785"/>
              <a:gd name="connsiteX23454" fmla="*/ 2238566 w 3114960"/>
              <a:gd name="connsiteY23454" fmla="*/ 2818067 h 5143785"/>
              <a:gd name="connsiteX23455" fmla="*/ 2244471 w 3114960"/>
              <a:gd name="connsiteY23455" fmla="*/ 2827782 h 5143785"/>
              <a:gd name="connsiteX23456" fmla="*/ 2139315 w 3114960"/>
              <a:gd name="connsiteY23456" fmla="*/ 2944559 h 5143785"/>
              <a:gd name="connsiteX23457" fmla="*/ 2138744 w 3114960"/>
              <a:gd name="connsiteY23457" fmla="*/ 2945225 h 5143785"/>
              <a:gd name="connsiteX23458" fmla="*/ 2138267 w 3114960"/>
              <a:gd name="connsiteY23458" fmla="*/ 3099530 h 5143785"/>
              <a:gd name="connsiteX23459" fmla="*/ 2143030 w 3114960"/>
              <a:gd name="connsiteY23459" fmla="*/ 3099530 h 5143785"/>
              <a:gd name="connsiteX23460" fmla="*/ 2143506 w 3114960"/>
              <a:gd name="connsiteY23460" fmla="*/ 2947035 h 5143785"/>
              <a:gd name="connsiteX23461" fmla="*/ 2249615 w 3114960"/>
              <a:gd name="connsiteY23461" fmla="*/ 2829211 h 5143785"/>
              <a:gd name="connsiteX23462" fmla="*/ 2249900 w 3114960"/>
              <a:gd name="connsiteY23462" fmla="*/ 2829211 h 5143785"/>
              <a:gd name="connsiteX23463" fmla="*/ 2039684 w 3114960"/>
              <a:gd name="connsiteY23463" fmla="*/ 2628424 h 5143785"/>
              <a:gd name="connsiteX23464" fmla="*/ 2046732 w 3114960"/>
              <a:gd name="connsiteY23464" fmla="*/ 2628710 h 5143785"/>
              <a:gd name="connsiteX23465" fmla="*/ 2046732 w 3114960"/>
              <a:gd name="connsiteY23465" fmla="*/ 2635472 h 5143785"/>
              <a:gd name="connsiteX23466" fmla="*/ 2046446 w 3114960"/>
              <a:gd name="connsiteY23466" fmla="*/ 2635758 h 5143785"/>
              <a:gd name="connsiteX23467" fmla="*/ 2039398 w 3114960"/>
              <a:gd name="connsiteY23467" fmla="*/ 2635472 h 5143785"/>
              <a:gd name="connsiteX23468" fmla="*/ 2039684 w 3114960"/>
              <a:gd name="connsiteY23468" fmla="*/ 2628424 h 5143785"/>
              <a:gd name="connsiteX23469" fmla="*/ 1872901 w 3114960"/>
              <a:gd name="connsiteY23469" fmla="*/ 2628424 h 5143785"/>
              <a:gd name="connsiteX23470" fmla="*/ 1879949 w 3114960"/>
              <a:gd name="connsiteY23470" fmla="*/ 2628710 h 5143785"/>
              <a:gd name="connsiteX23471" fmla="*/ 1879949 w 3114960"/>
              <a:gd name="connsiteY23471" fmla="*/ 2635472 h 5143785"/>
              <a:gd name="connsiteX23472" fmla="*/ 1879664 w 3114960"/>
              <a:gd name="connsiteY23472" fmla="*/ 2635758 h 5143785"/>
              <a:gd name="connsiteX23473" fmla="*/ 1872615 w 3114960"/>
              <a:gd name="connsiteY23473" fmla="*/ 2635472 h 5143785"/>
              <a:gd name="connsiteX23474" fmla="*/ 1872901 w 3114960"/>
              <a:gd name="connsiteY23474" fmla="*/ 2628424 h 5143785"/>
              <a:gd name="connsiteX23475" fmla="*/ 1724216 w 3114960"/>
              <a:gd name="connsiteY23475" fmla="*/ 2634710 h 5143785"/>
              <a:gd name="connsiteX23476" fmla="*/ 1725740 w 3114960"/>
              <a:gd name="connsiteY23476" fmla="*/ 2633186 h 5143785"/>
              <a:gd name="connsiteX23477" fmla="*/ 1744123 w 3114960"/>
              <a:gd name="connsiteY23477" fmla="*/ 2633186 h 5143785"/>
              <a:gd name="connsiteX23478" fmla="*/ 1745647 w 3114960"/>
              <a:gd name="connsiteY23478" fmla="*/ 2634710 h 5143785"/>
              <a:gd name="connsiteX23479" fmla="*/ 1745647 w 3114960"/>
              <a:gd name="connsiteY23479" fmla="*/ 2653094 h 5143785"/>
              <a:gd name="connsiteX23480" fmla="*/ 1744123 w 3114960"/>
              <a:gd name="connsiteY23480" fmla="*/ 2654618 h 5143785"/>
              <a:gd name="connsiteX23481" fmla="*/ 1725740 w 3114960"/>
              <a:gd name="connsiteY23481" fmla="*/ 2654618 h 5143785"/>
              <a:gd name="connsiteX23482" fmla="*/ 1724216 w 3114960"/>
              <a:gd name="connsiteY23482" fmla="*/ 2653094 h 5143785"/>
              <a:gd name="connsiteX23483" fmla="*/ 1724216 w 3114960"/>
              <a:gd name="connsiteY23483" fmla="*/ 2634710 h 5143785"/>
              <a:gd name="connsiteX23484" fmla="*/ 2092452 w 3114960"/>
              <a:gd name="connsiteY23484" fmla="*/ 2608707 h 5143785"/>
              <a:gd name="connsiteX23485" fmla="*/ 2098929 w 3114960"/>
              <a:gd name="connsiteY23485" fmla="*/ 2615184 h 5143785"/>
              <a:gd name="connsiteX23486" fmla="*/ 2092452 w 3114960"/>
              <a:gd name="connsiteY23486" fmla="*/ 2621661 h 5143785"/>
              <a:gd name="connsiteX23487" fmla="*/ 2085975 w 3114960"/>
              <a:gd name="connsiteY23487" fmla="*/ 2615184 h 5143785"/>
              <a:gd name="connsiteX23488" fmla="*/ 2092452 w 3114960"/>
              <a:gd name="connsiteY23488" fmla="*/ 2608707 h 5143785"/>
              <a:gd name="connsiteX23489" fmla="*/ 1965484 w 3114960"/>
              <a:gd name="connsiteY23489" fmla="*/ 2487073 h 5143785"/>
              <a:gd name="connsiteX23490" fmla="*/ 1967008 w 3114960"/>
              <a:gd name="connsiteY23490" fmla="*/ 2485549 h 5143785"/>
              <a:gd name="connsiteX23491" fmla="*/ 1985391 w 3114960"/>
              <a:gd name="connsiteY23491" fmla="*/ 2485549 h 5143785"/>
              <a:gd name="connsiteX23492" fmla="*/ 1986915 w 3114960"/>
              <a:gd name="connsiteY23492" fmla="*/ 2487073 h 5143785"/>
              <a:gd name="connsiteX23493" fmla="*/ 1986915 w 3114960"/>
              <a:gd name="connsiteY23493" fmla="*/ 2505456 h 5143785"/>
              <a:gd name="connsiteX23494" fmla="*/ 1985391 w 3114960"/>
              <a:gd name="connsiteY23494" fmla="*/ 2506980 h 5143785"/>
              <a:gd name="connsiteX23495" fmla="*/ 1967008 w 3114960"/>
              <a:gd name="connsiteY23495" fmla="*/ 2506980 h 5143785"/>
              <a:gd name="connsiteX23496" fmla="*/ 1965484 w 3114960"/>
              <a:gd name="connsiteY23496" fmla="*/ 2505456 h 5143785"/>
              <a:gd name="connsiteX23497" fmla="*/ 1965484 w 3114960"/>
              <a:gd name="connsiteY23497" fmla="*/ 2487073 h 5143785"/>
              <a:gd name="connsiteX23498" fmla="*/ 1690307 w 3114960"/>
              <a:gd name="connsiteY23498" fmla="*/ 2603183 h 5143785"/>
              <a:gd name="connsiteX23499" fmla="*/ 1690307 w 3114960"/>
              <a:gd name="connsiteY23499" fmla="*/ 2587943 h 5143785"/>
              <a:gd name="connsiteX23500" fmla="*/ 1705547 w 3114960"/>
              <a:gd name="connsiteY23500" fmla="*/ 2587943 h 5143785"/>
              <a:gd name="connsiteX23501" fmla="*/ 1705547 w 3114960"/>
              <a:gd name="connsiteY23501" fmla="*/ 2603183 h 5143785"/>
              <a:gd name="connsiteX23502" fmla="*/ 1690307 w 3114960"/>
              <a:gd name="connsiteY23502" fmla="*/ 2603183 h 5143785"/>
              <a:gd name="connsiteX23503" fmla="*/ 2023682 w 3114960"/>
              <a:gd name="connsiteY23503" fmla="*/ 2752439 h 5143785"/>
              <a:gd name="connsiteX23504" fmla="*/ 2036921 w 3114960"/>
              <a:gd name="connsiteY23504" fmla="*/ 2752725 h 5143785"/>
              <a:gd name="connsiteX23505" fmla="*/ 2036921 w 3114960"/>
              <a:gd name="connsiteY23505" fmla="*/ 2765679 h 5143785"/>
              <a:gd name="connsiteX23506" fmla="*/ 2036636 w 3114960"/>
              <a:gd name="connsiteY23506" fmla="*/ 2765965 h 5143785"/>
              <a:gd name="connsiteX23507" fmla="*/ 2023396 w 3114960"/>
              <a:gd name="connsiteY23507" fmla="*/ 2765679 h 5143785"/>
              <a:gd name="connsiteX23508" fmla="*/ 2023682 w 3114960"/>
              <a:gd name="connsiteY23508" fmla="*/ 2752439 h 5143785"/>
              <a:gd name="connsiteX23509" fmla="*/ 1906334 w 3114960"/>
              <a:gd name="connsiteY23509" fmla="*/ 2752439 h 5143785"/>
              <a:gd name="connsiteX23510" fmla="*/ 1919573 w 3114960"/>
              <a:gd name="connsiteY23510" fmla="*/ 2752725 h 5143785"/>
              <a:gd name="connsiteX23511" fmla="*/ 1919573 w 3114960"/>
              <a:gd name="connsiteY23511" fmla="*/ 2765679 h 5143785"/>
              <a:gd name="connsiteX23512" fmla="*/ 1919288 w 3114960"/>
              <a:gd name="connsiteY23512" fmla="*/ 2765965 h 5143785"/>
              <a:gd name="connsiteX23513" fmla="*/ 1906048 w 3114960"/>
              <a:gd name="connsiteY23513" fmla="*/ 2765679 h 5143785"/>
              <a:gd name="connsiteX23514" fmla="*/ 1906334 w 3114960"/>
              <a:gd name="connsiteY23514" fmla="*/ 2752439 h 5143785"/>
              <a:gd name="connsiteX23515" fmla="*/ 2084927 w 3114960"/>
              <a:gd name="connsiteY23515" fmla="*/ 2722340 h 5143785"/>
              <a:gd name="connsiteX23516" fmla="*/ 2086451 w 3114960"/>
              <a:gd name="connsiteY23516" fmla="*/ 2720817 h 5143785"/>
              <a:gd name="connsiteX23517" fmla="*/ 2104835 w 3114960"/>
              <a:gd name="connsiteY23517" fmla="*/ 2720817 h 5143785"/>
              <a:gd name="connsiteX23518" fmla="*/ 2106359 w 3114960"/>
              <a:gd name="connsiteY23518" fmla="*/ 2722340 h 5143785"/>
              <a:gd name="connsiteX23519" fmla="*/ 2106359 w 3114960"/>
              <a:gd name="connsiteY23519" fmla="*/ 2740724 h 5143785"/>
              <a:gd name="connsiteX23520" fmla="*/ 2104835 w 3114960"/>
              <a:gd name="connsiteY23520" fmla="*/ 2742248 h 5143785"/>
              <a:gd name="connsiteX23521" fmla="*/ 2086451 w 3114960"/>
              <a:gd name="connsiteY23521" fmla="*/ 2742248 h 5143785"/>
              <a:gd name="connsiteX23522" fmla="*/ 2084927 w 3114960"/>
              <a:gd name="connsiteY23522" fmla="*/ 2740724 h 5143785"/>
              <a:gd name="connsiteX23523" fmla="*/ 2084927 w 3114960"/>
              <a:gd name="connsiteY23523" fmla="*/ 2722340 h 5143785"/>
              <a:gd name="connsiteX23524" fmla="*/ 1814513 w 3114960"/>
              <a:gd name="connsiteY23524" fmla="*/ 2703671 h 5143785"/>
              <a:gd name="connsiteX23525" fmla="*/ 1821561 w 3114960"/>
              <a:gd name="connsiteY23525" fmla="*/ 2703957 h 5143785"/>
              <a:gd name="connsiteX23526" fmla="*/ 1821561 w 3114960"/>
              <a:gd name="connsiteY23526" fmla="*/ 2710720 h 5143785"/>
              <a:gd name="connsiteX23527" fmla="*/ 1821275 w 3114960"/>
              <a:gd name="connsiteY23527" fmla="*/ 2711005 h 5143785"/>
              <a:gd name="connsiteX23528" fmla="*/ 1814227 w 3114960"/>
              <a:gd name="connsiteY23528" fmla="*/ 2710720 h 5143785"/>
              <a:gd name="connsiteX23529" fmla="*/ 1814513 w 3114960"/>
              <a:gd name="connsiteY23529" fmla="*/ 2703671 h 5143785"/>
              <a:gd name="connsiteX23530" fmla="*/ 1651445 w 3114960"/>
              <a:gd name="connsiteY23530" fmla="*/ 2701767 h 5143785"/>
              <a:gd name="connsiteX23531" fmla="*/ 1654493 w 3114960"/>
              <a:gd name="connsiteY23531" fmla="*/ 2701767 h 5143785"/>
              <a:gd name="connsiteX23532" fmla="*/ 1657160 w 3114960"/>
              <a:gd name="connsiteY23532" fmla="*/ 2704719 h 5143785"/>
              <a:gd name="connsiteX23533" fmla="*/ 1657160 w 3114960"/>
              <a:gd name="connsiteY23533" fmla="*/ 2709863 h 5143785"/>
              <a:gd name="connsiteX23534" fmla="*/ 1654493 w 3114960"/>
              <a:gd name="connsiteY23534" fmla="*/ 2712815 h 5143785"/>
              <a:gd name="connsiteX23535" fmla="*/ 1651445 w 3114960"/>
              <a:gd name="connsiteY23535" fmla="*/ 2712815 h 5143785"/>
              <a:gd name="connsiteX23536" fmla="*/ 1651445 w 3114960"/>
              <a:gd name="connsiteY23536" fmla="*/ 2701767 h 5143785"/>
              <a:gd name="connsiteX23537" fmla="*/ 1632109 w 3114960"/>
              <a:gd name="connsiteY23537" fmla="*/ 2704814 h 5143785"/>
              <a:gd name="connsiteX23538" fmla="*/ 1634776 w 3114960"/>
              <a:gd name="connsiteY23538" fmla="*/ 2701862 h 5143785"/>
              <a:gd name="connsiteX23539" fmla="*/ 1638967 w 3114960"/>
              <a:gd name="connsiteY23539" fmla="*/ 2701862 h 5143785"/>
              <a:gd name="connsiteX23540" fmla="*/ 1638967 w 3114960"/>
              <a:gd name="connsiteY23540" fmla="*/ 2712911 h 5143785"/>
              <a:gd name="connsiteX23541" fmla="*/ 1634776 w 3114960"/>
              <a:gd name="connsiteY23541" fmla="*/ 2712911 h 5143785"/>
              <a:gd name="connsiteX23542" fmla="*/ 1632109 w 3114960"/>
              <a:gd name="connsiteY23542" fmla="*/ 2709958 h 5143785"/>
              <a:gd name="connsiteX23543" fmla="*/ 1632109 w 3114960"/>
              <a:gd name="connsiteY23543" fmla="*/ 2704814 h 5143785"/>
              <a:gd name="connsiteX23544" fmla="*/ 1594676 w 3114960"/>
              <a:gd name="connsiteY23544" fmla="*/ 2603183 h 5143785"/>
              <a:gd name="connsiteX23545" fmla="*/ 1594676 w 3114960"/>
              <a:gd name="connsiteY23545" fmla="*/ 2587943 h 5143785"/>
              <a:gd name="connsiteX23546" fmla="*/ 1609916 w 3114960"/>
              <a:gd name="connsiteY23546" fmla="*/ 2587943 h 5143785"/>
              <a:gd name="connsiteX23547" fmla="*/ 1609916 w 3114960"/>
              <a:gd name="connsiteY23547" fmla="*/ 2603183 h 5143785"/>
              <a:gd name="connsiteX23548" fmla="*/ 1594676 w 3114960"/>
              <a:gd name="connsiteY23548" fmla="*/ 2603183 h 5143785"/>
              <a:gd name="connsiteX23549" fmla="*/ 1626489 w 3114960"/>
              <a:gd name="connsiteY23549" fmla="*/ 2603183 h 5143785"/>
              <a:gd name="connsiteX23550" fmla="*/ 1626489 w 3114960"/>
              <a:gd name="connsiteY23550" fmla="*/ 2587943 h 5143785"/>
              <a:gd name="connsiteX23551" fmla="*/ 1641729 w 3114960"/>
              <a:gd name="connsiteY23551" fmla="*/ 2587943 h 5143785"/>
              <a:gd name="connsiteX23552" fmla="*/ 1641729 w 3114960"/>
              <a:gd name="connsiteY23552" fmla="*/ 2603183 h 5143785"/>
              <a:gd name="connsiteX23553" fmla="*/ 1626489 w 3114960"/>
              <a:gd name="connsiteY23553" fmla="*/ 2603183 h 5143785"/>
              <a:gd name="connsiteX23554" fmla="*/ 1679924 w 3114960"/>
              <a:gd name="connsiteY23554" fmla="*/ 2684812 h 5143785"/>
              <a:gd name="connsiteX23555" fmla="*/ 1675828 w 3114960"/>
              <a:gd name="connsiteY23555" fmla="*/ 2684812 h 5143785"/>
              <a:gd name="connsiteX23556" fmla="*/ 1673257 w 3114960"/>
              <a:gd name="connsiteY23556" fmla="*/ 2681954 h 5143785"/>
              <a:gd name="connsiteX23557" fmla="*/ 1673257 w 3114960"/>
              <a:gd name="connsiteY23557" fmla="*/ 2677001 h 5143785"/>
              <a:gd name="connsiteX23558" fmla="*/ 1675828 w 3114960"/>
              <a:gd name="connsiteY23558" fmla="*/ 2674144 h 5143785"/>
              <a:gd name="connsiteX23559" fmla="*/ 1679924 w 3114960"/>
              <a:gd name="connsiteY23559" fmla="*/ 2674144 h 5143785"/>
              <a:gd name="connsiteX23560" fmla="*/ 1679924 w 3114960"/>
              <a:gd name="connsiteY23560" fmla="*/ 2684907 h 5143785"/>
              <a:gd name="connsiteX23561" fmla="*/ 1697546 w 3114960"/>
              <a:gd name="connsiteY23561" fmla="*/ 2681954 h 5143785"/>
              <a:gd name="connsiteX23562" fmla="*/ 1694974 w 3114960"/>
              <a:gd name="connsiteY23562" fmla="*/ 2684812 h 5143785"/>
              <a:gd name="connsiteX23563" fmla="*/ 1692021 w 3114960"/>
              <a:gd name="connsiteY23563" fmla="*/ 2684812 h 5143785"/>
              <a:gd name="connsiteX23564" fmla="*/ 1692021 w 3114960"/>
              <a:gd name="connsiteY23564" fmla="*/ 2674049 h 5143785"/>
              <a:gd name="connsiteX23565" fmla="*/ 1694974 w 3114960"/>
              <a:gd name="connsiteY23565" fmla="*/ 2674049 h 5143785"/>
              <a:gd name="connsiteX23566" fmla="*/ 1697546 w 3114960"/>
              <a:gd name="connsiteY23566" fmla="*/ 2676906 h 5143785"/>
              <a:gd name="connsiteX23567" fmla="*/ 1697546 w 3114960"/>
              <a:gd name="connsiteY23567" fmla="*/ 2681859 h 5143785"/>
              <a:gd name="connsiteX23568" fmla="*/ 1848231 w 3114960"/>
              <a:gd name="connsiteY23568" fmla="*/ 2670810 h 5143785"/>
              <a:gd name="connsiteX23569" fmla="*/ 1843564 w 3114960"/>
              <a:gd name="connsiteY23569" fmla="*/ 2669381 h 5143785"/>
              <a:gd name="connsiteX23570" fmla="*/ 1843278 w 3114960"/>
              <a:gd name="connsiteY23570" fmla="*/ 2666714 h 5143785"/>
              <a:gd name="connsiteX23571" fmla="*/ 1844993 w 3114960"/>
              <a:gd name="connsiteY23571" fmla="*/ 2664714 h 5143785"/>
              <a:gd name="connsiteX23572" fmla="*/ 1844993 w 3114960"/>
              <a:gd name="connsiteY23572" fmla="*/ 2664714 h 5143785"/>
              <a:gd name="connsiteX23573" fmla="*/ 1846612 w 3114960"/>
              <a:gd name="connsiteY23573" fmla="*/ 2664333 h 5143785"/>
              <a:gd name="connsiteX23574" fmla="*/ 1849660 w 3114960"/>
              <a:gd name="connsiteY23574" fmla="*/ 2666143 h 5143785"/>
              <a:gd name="connsiteX23575" fmla="*/ 1848231 w 3114960"/>
              <a:gd name="connsiteY23575" fmla="*/ 2670810 h 5143785"/>
              <a:gd name="connsiteX23576" fmla="*/ 2104549 w 3114960"/>
              <a:gd name="connsiteY23576" fmla="*/ 2686145 h 5143785"/>
              <a:gd name="connsiteX23577" fmla="*/ 2103025 w 3114960"/>
              <a:gd name="connsiteY23577" fmla="*/ 2687669 h 5143785"/>
              <a:gd name="connsiteX23578" fmla="*/ 2084642 w 3114960"/>
              <a:gd name="connsiteY23578" fmla="*/ 2687669 h 5143785"/>
              <a:gd name="connsiteX23579" fmla="*/ 2083118 w 3114960"/>
              <a:gd name="connsiteY23579" fmla="*/ 2686145 h 5143785"/>
              <a:gd name="connsiteX23580" fmla="*/ 2083118 w 3114960"/>
              <a:gd name="connsiteY23580" fmla="*/ 2667762 h 5143785"/>
              <a:gd name="connsiteX23581" fmla="*/ 2084642 w 3114960"/>
              <a:gd name="connsiteY23581" fmla="*/ 2666238 h 5143785"/>
              <a:gd name="connsiteX23582" fmla="*/ 2103025 w 3114960"/>
              <a:gd name="connsiteY23582" fmla="*/ 2666238 h 5143785"/>
              <a:gd name="connsiteX23583" fmla="*/ 2104549 w 3114960"/>
              <a:gd name="connsiteY23583" fmla="*/ 2667762 h 5143785"/>
              <a:gd name="connsiteX23584" fmla="*/ 2104549 w 3114960"/>
              <a:gd name="connsiteY23584" fmla="*/ 2686145 h 5143785"/>
              <a:gd name="connsiteX23585" fmla="*/ 2243519 w 3114960"/>
              <a:gd name="connsiteY23585" fmla="*/ 2818257 h 5143785"/>
              <a:gd name="connsiteX23586" fmla="*/ 2249996 w 3114960"/>
              <a:gd name="connsiteY23586" fmla="*/ 2811780 h 5143785"/>
              <a:gd name="connsiteX23587" fmla="*/ 2256473 w 3114960"/>
              <a:gd name="connsiteY23587" fmla="*/ 2818257 h 5143785"/>
              <a:gd name="connsiteX23588" fmla="*/ 2249996 w 3114960"/>
              <a:gd name="connsiteY23588" fmla="*/ 2824734 h 5143785"/>
              <a:gd name="connsiteX23589" fmla="*/ 2243519 w 3114960"/>
              <a:gd name="connsiteY23589" fmla="*/ 2818257 h 5143785"/>
              <a:gd name="connsiteX23590" fmla="*/ 2101215 w 3114960"/>
              <a:gd name="connsiteY23590" fmla="*/ 3098102 h 5143785"/>
              <a:gd name="connsiteX23591" fmla="*/ 2111883 w 3114960"/>
              <a:gd name="connsiteY23591" fmla="*/ 3100673 h 5143785"/>
              <a:gd name="connsiteX23592" fmla="*/ 2121218 w 3114960"/>
              <a:gd name="connsiteY23592" fmla="*/ 3094959 h 5143785"/>
              <a:gd name="connsiteX23593" fmla="*/ 2118170 w 3114960"/>
              <a:gd name="connsiteY23593" fmla="*/ 3074956 h 5143785"/>
              <a:gd name="connsiteX23594" fmla="*/ 2112074 w 3114960"/>
              <a:gd name="connsiteY23594" fmla="*/ 3072575 h 5143785"/>
              <a:gd name="connsiteX23595" fmla="*/ 2112074 w 3114960"/>
              <a:gd name="connsiteY23595" fmla="*/ 3054096 h 5143785"/>
              <a:gd name="connsiteX23596" fmla="*/ 2107311 w 3114960"/>
              <a:gd name="connsiteY23596" fmla="*/ 3054096 h 5143785"/>
              <a:gd name="connsiteX23597" fmla="*/ 2107311 w 3114960"/>
              <a:gd name="connsiteY23597" fmla="*/ 3072479 h 5143785"/>
              <a:gd name="connsiteX23598" fmla="*/ 2098167 w 3114960"/>
              <a:gd name="connsiteY23598" fmla="*/ 3078099 h 5143785"/>
              <a:gd name="connsiteX23599" fmla="*/ 2101215 w 3114960"/>
              <a:gd name="connsiteY23599" fmla="*/ 3098102 h 5143785"/>
              <a:gd name="connsiteX23600" fmla="*/ 2100263 w 3114960"/>
              <a:gd name="connsiteY23600" fmla="*/ 3079623 h 5143785"/>
              <a:gd name="connsiteX23601" fmla="*/ 2116646 w 3114960"/>
              <a:gd name="connsiteY23601" fmla="*/ 3077147 h 5143785"/>
              <a:gd name="connsiteX23602" fmla="*/ 2121313 w 3114960"/>
              <a:gd name="connsiteY23602" fmla="*/ 3084767 h 5143785"/>
              <a:gd name="connsiteX23603" fmla="*/ 2119217 w 3114960"/>
              <a:gd name="connsiteY23603" fmla="*/ 3093434 h 5143785"/>
              <a:gd name="connsiteX23604" fmla="*/ 2111597 w 3114960"/>
              <a:gd name="connsiteY23604" fmla="*/ 3098102 h 5143785"/>
              <a:gd name="connsiteX23605" fmla="*/ 2109788 w 3114960"/>
              <a:gd name="connsiteY23605" fmla="*/ 3098197 h 5143785"/>
              <a:gd name="connsiteX23606" fmla="*/ 2102930 w 3114960"/>
              <a:gd name="connsiteY23606" fmla="*/ 3095911 h 5143785"/>
              <a:gd name="connsiteX23607" fmla="*/ 2100453 w 3114960"/>
              <a:gd name="connsiteY23607" fmla="*/ 3079528 h 5143785"/>
              <a:gd name="connsiteX23608" fmla="*/ 3079052 w 3114960"/>
              <a:gd name="connsiteY23608" fmla="*/ 4104227 h 5143785"/>
              <a:gd name="connsiteX23609" fmla="*/ 3079052 w 3114960"/>
              <a:gd name="connsiteY23609" fmla="*/ 4104227 h 5143785"/>
              <a:gd name="connsiteX23610" fmla="*/ 3064097 w 3114960"/>
              <a:gd name="connsiteY23610" fmla="*/ 4108228 h 5143785"/>
              <a:gd name="connsiteX23611" fmla="*/ 3068098 w 3114960"/>
              <a:gd name="connsiteY23611" fmla="*/ 4123182 h 5143785"/>
              <a:gd name="connsiteX23612" fmla="*/ 3073527 w 3114960"/>
              <a:gd name="connsiteY23612" fmla="*/ 4124611 h 5143785"/>
              <a:gd name="connsiteX23613" fmla="*/ 3083052 w 3114960"/>
              <a:gd name="connsiteY23613" fmla="*/ 4119182 h 5143785"/>
              <a:gd name="connsiteX23614" fmla="*/ 3084100 w 3114960"/>
              <a:gd name="connsiteY23614" fmla="*/ 4116038 h 5143785"/>
              <a:gd name="connsiteX23615" fmla="*/ 3114866 w 3114960"/>
              <a:gd name="connsiteY23615" fmla="*/ 4116038 h 5143785"/>
              <a:gd name="connsiteX23616" fmla="*/ 3114866 w 3114960"/>
              <a:gd name="connsiteY23616" fmla="*/ 4111180 h 5143785"/>
              <a:gd name="connsiteX23617" fmla="*/ 3084195 w 3114960"/>
              <a:gd name="connsiteY23617" fmla="*/ 4111180 h 5143785"/>
              <a:gd name="connsiteX23618" fmla="*/ 3079052 w 3114960"/>
              <a:gd name="connsiteY23618" fmla="*/ 4104132 h 5143785"/>
              <a:gd name="connsiteX23619" fmla="*/ 3078861 w 3114960"/>
              <a:gd name="connsiteY23619" fmla="*/ 4116800 h 5143785"/>
              <a:gd name="connsiteX23620" fmla="*/ 3070384 w 3114960"/>
              <a:gd name="connsiteY23620" fmla="*/ 4119086 h 5143785"/>
              <a:gd name="connsiteX23621" fmla="*/ 3068098 w 3114960"/>
              <a:gd name="connsiteY23621" fmla="*/ 4110609 h 5143785"/>
              <a:gd name="connsiteX23622" fmla="*/ 3073432 w 3114960"/>
              <a:gd name="connsiteY23622" fmla="*/ 4107561 h 5143785"/>
              <a:gd name="connsiteX23623" fmla="*/ 3076480 w 3114960"/>
              <a:gd name="connsiteY23623" fmla="*/ 4108418 h 5143785"/>
              <a:gd name="connsiteX23624" fmla="*/ 3078766 w 3114960"/>
              <a:gd name="connsiteY23624" fmla="*/ 4116896 h 5143785"/>
              <a:gd name="connsiteX23625" fmla="*/ 682466 w 3114960"/>
              <a:gd name="connsiteY23625" fmla="*/ 3504819 h 5143785"/>
              <a:gd name="connsiteX23626" fmla="*/ 665321 w 3114960"/>
              <a:gd name="connsiteY23626" fmla="*/ 3504819 h 5143785"/>
              <a:gd name="connsiteX23627" fmla="*/ 665321 w 3114960"/>
              <a:gd name="connsiteY23627" fmla="*/ 3500057 h 5143785"/>
              <a:gd name="connsiteX23628" fmla="*/ 682466 w 3114960"/>
              <a:gd name="connsiteY23628" fmla="*/ 3500057 h 5143785"/>
              <a:gd name="connsiteX23629" fmla="*/ 682466 w 3114960"/>
              <a:gd name="connsiteY23629" fmla="*/ 3504819 h 5143785"/>
              <a:gd name="connsiteX23630" fmla="*/ 2867787 w 3114960"/>
              <a:gd name="connsiteY23630" fmla="*/ 1592961 h 5143785"/>
              <a:gd name="connsiteX23631" fmla="*/ 2877788 w 3114960"/>
              <a:gd name="connsiteY23631" fmla="*/ 1583246 h 5143785"/>
              <a:gd name="connsiteX23632" fmla="*/ 2928366 w 3114960"/>
              <a:gd name="connsiteY23632" fmla="*/ 1582960 h 5143785"/>
              <a:gd name="connsiteX23633" fmla="*/ 2934843 w 3114960"/>
              <a:gd name="connsiteY23633" fmla="*/ 1597057 h 5143785"/>
              <a:gd name="connsiteX23634" fmla="*/ 3003995 w 3114960"/>
              <a:gd name="connsiteY23634" fmla="*/ 1597057 h 5143785"/>
              <a:gd name="connsiteX23635" fmla="*/ 3004471 w 3114960"/>
              <a:gd name="connsiteY23635" fmla="*/ 1598962 h 5143785"/>
              <a:gd name="connsiteX23636" fmla="*/ 3017901 w 3114960"/>
              <a:gd name="connsiteY23636" fmla="*/ 1603915 h 5143785"/>
              <a:gd name="connsiteX23637" fmla="*/ 3017901 w 3114960"/>
              <a:gd name="connsiteY23637" fmla="*/ 1603915 h 5143785"/>
              <a:gd name="connsiteX23638" fmla="*/ 3022854 w 3114960"/>
              <a:gd name="connsiteY23638" fmla="*/ 1590485 h 5143785"/>
              <a:gd name="connsiteX23639" fmla="*/ 3013615 w 3114960"/>
              <a:gd name="connsiteY23639" fmla="*/ 1584579 h 5143785"/>
              <a:gd name="connsiteX23640" fmla="*/ 3009329 w 3114960"/>
              <a:gd name="connsiteY23640" fmla="*/ 1585532 h 5143785"/>
              <a:gd name="connsiteX23641" fmla="*/ 3004090 w 3114960"/>
              <a:gd name="connsiteY23641" fmla="*/ 1591247 h 5143785"/>
              <a:gd name="connsiteX23642" fmla="*/ 3003899 w 3114960"/>
              <a:gd name="connsiteY23642" fmla="*/ 1592294 h 5143785"/>
              <a:gd name="connsiteX23643" fmla="*/ 2937796 w 3114960"/>
              <a:gd name="connsiteY23643" fmla="*/ 1592294 h 5143785"/>
              <a:gd name="connsiteX23644" fmla="*/ 2931224 w 3114960"/>
              <a:gd name="connsiteY23644" fmla="*/ 1578197 h 5143785"/>
              <a:gd name="connsiteX23645" fmla="*/ 2876550 w 3114960"/>
              <a:gd name="connsiteY23645" fmla="*/ 1578483 h 5143785"/>
              <a:gd name="connsiteX23646" fmla="*/ 2867501 w 3114960"/>
              <a:gd name="connsiteY23646" fmla="*/ 1572768 h 5143785"/>
              <a:gd name="connsiteX23647" fmla="*/ 2857405 w 3114960"/>
              <a:gd name="connsiteY23647" fmla="*/ 1582865 h 5143785"/>
              <a:gd name="connsiteX23648" fmla="*/ 2867501 w 3114960"/>
              <a:gd name="connsiteY23648" fmla="*/ 1592961 h 5143785"/>
              <a:gd name="connsiteX23649" fmla="*/ 3008757 w 3114960"/>
              <a:gd name="connsiteY23649" fmla="*/ 1592866 h 5143785"/>
              <a:gd name="connsiteX23650" fmla="*/ 3011519 w 3114960"/>
              <a:gd name="connsiteY23650" fmla="*/ 1589818 h 5143785"/>
              <a:gd name="connsiteX23651" fmla="*/ 3018663 w 3114960"/>
              <a:gd name="connsiteY23651" fmla="*/ 1592390 h 5143785"/>
              <a:gd name="connsiteX23652" fmla="*/ 3016092 w 3114960"/>
              <a:gd name="connsiteY23652" fmla="*/ 1599533 h 5143785"/>
              <a:gd name="connsiteX23653" fmla="*/ 3008948 w 3114960"/>
              <a:gd name="connsiteY23653" fmla="*/ 1596962 h 5143785"/>
              <a:gd name="connsiteX23654" fmla="*/ 3008757 w 3114960"/>
              <a:gd name="connsiteY23654" fmla="*/ 1592866 h 5143785"/>
              <a:gd name="connsiteX23655" fmla="*/ 2867787 w 3114960"/>
              <a:gd name="connsiteY23655" fmla="*/ 1577531 h 5143785"/>
              <a:gd name="connsiteX23656" fmla="*/ 2873121 w 3114960"/>
              <a:gd name="connsiteY23656" fmla="*/ 1582865 h 5143785"/>
              <a:gd name="connsiteX23657" fmla="*/ 2867787 w 3114960"/>
              <a:gd name="connsiteY23657" fmla="*/ 1588199 h 5143785"/>
              <a:gd name="connsiteX23658" fmla="*/ 2862453 w 3114960"/>
              <a:gd name="connsiteY23658" fmla="*/ 1582865 h 5143785"/>
              <a:gd name="connsiteX23659" fmla="*/ 2867787 w 3114960"/>
              <a:gd name="connsiteY23659" fmla="*/ 1577531 h 5143785"/>
              <a:gd name="connsiteX23660" fmla="*/ 3068098 w 3114960"/>
              <a:gd name="connsiteY23660" fmla="*/ 363093 h 5143785"/>
              <a:gd name="connsiteX23661" fmla="*/ 3114770 w 3114960"/>
              <a:gd name="connsiteY23661" fmla="*/ 410718 h 5143785"/>
              <a:gd name="connsiteX23662" fmla="*/ 3114770 w 3114960"/>
              <a:gd name="connsiteY23662" fmla="*/ 417481 h 5143785"/>
              <a:gd name="connsiteX23663" fmla="*/ 3066098 w 3114960"/>
              <a:gd name="connsiteY23663" fmla="*/ 367760 h 5143785"/>
              <a:gd name="connsiteX23664" fmla="*/ 3032093 w 3114960"/>
              <a:gd name="connsiteY23664" fmla="*/ 367760 h 5143785"/>
              <a:gd name="connsiteX23665" fmla="*/ 3027807 w 3114960"/>
              <a:gd name="connsiteY23665" fmla="*/ 376333 h 5143785"/>
              <a:gd name="connsiteX23666" fmla="*/ 3005804 w 3114960"/>
              <a:gd name="connsiteY23666" fmla="*/ 376333 h 5143785"/>
              <a:gd name="connsiteX23667" fmla="*/ 3005804 w 3114960"/>
              <a:gd name="connsiteY23667" fmla="*/ 354330 h 5143785"/>
              <a:gd name="connsiteX23668" fmla="*/ 3027807 w 3114960"/>
              <a:gd name="connsiteY23668" fmla="*/ 354330 h 5143785"/>
              <a:gd name="connsiteX23669" fmla="*/ 3032093 w 3114960"/>
              <a:gd name="connsiteY23669" fmla="*/ 362903 h 5143785"/>
              <a:gd name="connsiteX23670" fmla="*/ 3068098 w 3114960"/>
              <a:gd name="connsiteY23670" fmla="*/ 362903 h 5143785"/>
              <a:gd name="connsiteX23671" fmla="*/ 2131981 w 3114960"/>
              <a:gd name="connsiteY23671" fmla="*/ 2911507 h 5143785"/>
              <a:gd name="connsiteX23672" fmla="*/ 2118932 w 3114960"/>
              <a:gd name="connsiteY23672" fmla="*/ 2925413 h 5143785"/>
              <a:gd name="connsiteX23673" fmla="*/ 2115407 w 3114960"/>
              <a:gd name="connsiteY23673" fmla="*/ 2922175 h 5143785"/>
              <a:gd name="connsiteX23674" fmla="*/ 2128457 w 3114960"/>
              <a:gd name="connsiteY23674" fmla="*/ 2908268 h 5143785"/>
              <a:gd name="connsiteX23675" fmla="*/ 2131981 w 3114960"/>
              <a:gd name="connsiteY23675" fmla="*/ 2911507 h 5143785"/>
              <a:gd name="connsiteX23676" fmla="*/ 2254663 w 3114960"/>
              <a:gd name="connsiteY23676" fmla="*/ 2855690 h 5143785"/>
              <a:gd name="connsiteX23677" fmla="*/ 2258187 w 3114960"/>
              <a:gd name="connsiteY23677" fmla="*/ 2858834 h 5143785"/>
              <a:gd name="connsiteX23678" fmla="*/ 2245519 w 3114960"/>
              <a:gd name="connsiteY23678" fmla="*/ 2873121 h 5143785"/>
              <a:gd name="connsiteX23679" fmla="*/ 2241995 w 3114960"/>
              <a:gd name="connsiteY23679" fmla="*/ 2869978 h 5143785"/>
              <a:gd name="connsiteX23680" fmla="*/ 2254663 w 3114960"/>
              <a:gd name="connsiteY23680" fmla="*/ 2855690 h 5143785"/>
              <a:gd name="connsiteX23681" fmla="*/ 2132267 w 3114960"/>
              <a:gd name="connsiteY23681" fmla="*/ 3125629 h 5143785"/>
              <a:gd name="connsiteX23682" fmla="*/ 2142935 w 3114960"/>
              <a:gd name="connsiteY23682" fmla="*/ 3128201 h 5143785"/>
              <a:gd name="connsiteX23683" fmla="*/ 2152269 w 3114960"/>
              <a:gd name="connsiteY23683" fmla="*/ 3122486 h 5143785"/>
              <a:gd name="connsiteX23684" fmla="*/ 2149221 w 3114960"/>
              <a:gd name="connsiteY23684" fmla="*/ 3102483 h 5143785"/>
              <a:gd name="connsiteX23685" fmla="*/ 2140744 w 3114960"/>
              <a:gd name="connsiteY23685" fmla="*/ 3099721 h 5143785"/>
              <a:gd name="connsiteX23686" fmla="*/ 2129123 w 3114960"/>
              <a:gd name="connsiteY23686" fmla="*/ 3105531 h 5143785"/>
              <a:gd name="connsiteX23687" fmla="*/ 2132171 w 3114960"/>
              <a:gd name="connsiteY23687" fmla="*/ 3125534 h 5143785"/>
              <a:gd name="connsiteX23688" fmla="*/ 2131314 w 3114960"/>
              <a:gd name="connsiteY23688" fmla="*/ 3107150 h 5143785"/>
              <a:gd name="connsiteX23689" fmla="*/ 2147697 w 3114960"/>
              <a:gd name="connsiteY23689" fmla="*/ 3104674 h 5143785"/>
              <a:gd name="connsiteX23690" fmla="*/ 2152364 w 3114960"/>
              <a:gd name="connsiteY23690" fmla="*/ 3112294 h 5143785"/>
              <a:gd name="connsiteX23691" fmla="*/ 2150269 w 3114960"/>
              <a:gd name="connsiteY23691" fmla="*/ 3120962 h 5143785"/>
              <a:gd name="connsiteX23692" fmla="*/ 2142649 w 3114960"/>
              <a:gd name="connsiteY23692" fmla="*/ 3125629 h 5143785"/>
              <a:gd name="connsiteX23693" fmla="*/ 2140839 w 3114960"/>
              <a:gd name="connsiteY23693" fmla="*/ 3125724 h 5143785"/>
              <a:gd name="connsiteX23694" fmla="*/ 2133981 w 3114960"/>
              <a:gd name="connsiteY23694" fmla="*/ 3123438 h 5143785"/>
              <a:gd name="connsiteX23695" fmla="*/ 2131505 w 3114960"/>
              <a:gd name="connsiteY23695" fmla="*/ 3107055 h 5143785"/>
              <a:gd name="connsiteX23696" fmla="*/ 2133695 w 3114960"/>
              <a:gd name="connsiteY23696" fmla="*/ 3114104 h 5143785"/>
              <a:gd name="connsiteX23697" fmla="*/ 2140744 w 3114960"/>
              <a:gd name="connsiteY23697" fmla="*/ 3107055 h 5143785"/>
              <a:gd name="connsiteX23698" fmla="*/ 2147792 w 3114960"/>
              <a:gd name="connsiteY23698" fmla="*/ 3114104 h 5143785"/>
              <a:gd name="connsiteX23699" fmla="*/ 2140744 w 3114960"/>
              <a:gd name="connsiteY23699" fmla="*/ 3121152 h 5143785"/>
              <a:gd name="connsiteX23700" fmla="*/ 2133695 w 3114960"/>
              <a:gd name="connsiteY23700" fmla="*/ 3114104 h 5143785"/>
              <a:gd name="connsiteX23701" fmla="*/ 2731294 w 3114960"/>
              <a:gd name="connsiteY23701" fmla="*/ 919448 h 5143785"/>
              <a:gd name="connsiteX23702" fmla="*/ 2749392 w 3114960"/>
              <a:gd name="connsiteY23702" fmla="*/ 901351 h 5143785"/>
              <a:gd name="connsiteX23703" fmla="*/ 2731294 w 3114960"/>
              <a:gd name="connsiteY23703" fmla="*/ 883253 h 5143785"/>
              <a:gd name="connsiteX23704" fmla="*/ 2713196 w 3114960"/>
              <a:gd name="connsiteY23704" fmla="*/ 901351 h 5143785"/>
              <a:gd name="connsiteX23705" fmla="*/ 2715101 w 3114960"/>
              <a:gd name="connsiteY23705" fmla="*/ 909257 h 5143785"/>
              <a:gd name="connsiteX23706" fmla="*/ 2689479 w 3114960"/>
              <a:gd name="connsiteY23706" fmla="*/ 935355 h 5143785"/>
              <a:gd name="connsiteX23707" fmla="*/ 2689479 w 3114960"/>
              <a:gd name="connsiteY23707" fmla="*/ 1026795 h 5143785"/>
              <a:gd name="connsiteX23708" fmla="*/ 2627757 w 3114960"/>
              <a:gd name="connsiteY23708" fmla="*/ 1089851 h 5143785"/>
              <a:gd name="connsiteX23709" fmla="*/ 2514981 w 3114960"/>
              <a:gd name="connsiteY23709" fmla="*/ 1089851 h 5143785"/>
              <a:gd name="connsiteX23710" fmla="*/ 2498979 w 3114960"/>
              <a:gd name="connsiteY23710" fmla="*/ 1071563 h 5143785"/>
              <a:gd name="connsiteX23711" fmla="*/ 2313908 w 3114960"/>
              <a:gd name="connsiteY23711" fmla="*/ 1071563 h 5143785"/>
              <a:gd name="connsiteX23712" fmla="*/ 2303145 w 3114960"/>
              <a:gd name="connsiteY23712" fmla="*/ 1062419 h 5143785"/>
              <a:gd name="connsiteX23713" fmla="*/ 2271522 w 3114960"/>
              <a:gd name="connsiteY23713" fmla="*/ 1062419 h 5143785"/>
              <a:gd name="connsiteX23714" fmla="*/ 2260854 w 3114960"/>
              <a:gd name="connsiteY23714" fmla="*/ 1070991 h 5143785"/>
              <a:gd name="connsiteX23715" fmla="*/ 2170367 w 3114960"/>
              <a:gd name="connsiteY23715" fmla="*/ 1072325 h 5143785"/>
              <a:gd name="connsiteX23716" fmla="*/ 2146268 w 3114960"/>
              <a:gd name="connsiteY23716" fmla="*/ 1093756 h 5143785"/>
              <a:gd name="connsiteX23717" fmla="*/ 2145411 w 3114960"/>
              <a:gd name="connsiteY23717" fmla="*/ 1152906 h 5143785"/>
              <a:gd name="connsiteX23718" fmla="*/ 2128076 w 3114960"/>
              <a:gd name="connsiteY23718" fmla="*/ 1166717 h 5143785"/>
              <a:gd name="connsiteX23719" fmla="*/ 2115693 w 3114960"/>
              <a:gd name="connsiteY23719" fmla="*/ 1160907 h 5143785"/>
              <a:gd name="connsiteX23720" fmla="*/ 2114074 w 3114960"/>
              <a:gd name="connsiteY23720" fmla="*/ 1160907 h 5143785"/>
              <a:gd name="connsiteX23721" fmla="*/ 2101120 w 3114960"/>
              <a:gd name="connsiteY23721" fmla="*/ 1165670 h 5143785"/>
              <a:gd name="connsiteX23722" fmla="*/ 2094167 w 3114960"/>
              <a:gd name="connsiteY23722" fmla="*/ 1179290 h 5143785"/>
              <a:gd name="connsiteX23723" fmla="*/ 2095310 w 3114960"/>
              <a:gd name="connsiteY23723" fmla="*/ 1187577 h 5143785"/>
              <a:gd name="connsiteX23724" fmla="*/ 1994821 w 3114960"/>
              <a:gd name="connsiteY23724" fmla="*/ 1272731 h 5143785"/>
              <a:gd name="connsiteX23725" fmla="*/ 1937480 w 3114960"/>
              <a:gd name="connsiteY23725" fmla="*/ 1271873 h 5143785"/>
              <a:gd name="connsiteX23726" fmla="*/ 1926336 w 3114960"/>
              <a:gd name="connsiteY23726" fmla="*/ 1252633 h 5143785"/>
              <a:gd name="connsiteX23727" fmla="*/ 1800225 w 3114960"/>
              <a:gd name="connsiteY23727" fmla="*/ 1252633 h 5143785"/>
              <a:gd name="connsiteX23728" fmla="*/ 1799653 w 3114960"/>
              <a:gd name="connsiteY23728" fmla="*/ 1250252 h 5143785"/>
              <a:gd name="connsiteX23729" fmla="*/ 1783461 w 3114960"/>
              <a:gd name="connsiteY23729" fmla="*/ 1244537 h 5143785"/>
              <a:gd name="connsiteX23730" fmla="*/ 1777746 w 3114960"/>
              <a:gd name="connsiteY23730" fmla="*/ 1260729 h 5143785"/>
              <a:gd name="connsiteX23731" fmla="*/ 1793939 w 3114960"/>
              <a:gd name="connsiteY23731" fmla="*/ 1266444 h 5143785"/>
              <a:gd name="connsiteX23732" fmla="*/ 1800035 w 3114960"/>
              <a:gd name="connsiteY23732" fmla="*/ 1259681 h 5143785"/>
              <a:gd name="connsiteX23733" fmla="*/ 1922240 w 3114960"/>
              <a:gd name="connsiteY23733" fmla="*/ 1259681 h 5143785"/>
              <a:gd name="connsiteX23734" fmla="*/ 1933289 w 3114960"/>
              <a:gd name="connsiteY23734" fmla="*/ 1278827 h 5143785"/>
              <a:gd name="connsiteX23735" fmla="*/ 1997393 w 3114960"/>
              <a:gd name="connsiteY23735" fmla="*/ 1279779 h 5143785"/>
              <a:gd name="connsiteX23736" fmla="*/ 2099024 w 3114960"/>
              <a:gd name="connsiteY23736" fmla="*/ 1193768 h 5143785"/>
              <a:gd name="connsiteX23737" fmla="*/ 2127123 w 3114960"/>
              <a:gd name="connsiteY23737" fmla="*/ 1195959 h 5143785"/>
              <a:gd name="connsiteX23738" fmla="*/ 2134076 w 3114960"/>
              <a:gd name="connsiteY23738" fmla="*/ 1182338 h 5143785"/>
              <a:gd name="connsiteX23739" fmla="*/ 2132267 w 3114960"/>
              <a:gd name="connsiteY23739" fmla="*/ 1172528 h 5143785"/>
              <a:gd name="connsiteX23740" fmla="*/ 2152650 w 3114960"/>
              <a:gd name="connsiteY23740" fmla="*/ 1156526 h 5143785"/>
              <a:gd name="connsiteX23741" fmla="*/ 2153507 w 3114960"/>
              <a:gd name="connsiteY23741" fmla="*/ 1096899 h 5143785"/>
              <a:gd name="connsiteX23742" fmla="*/ 2173224 w 3114960"/>
              <a:gd name="connsiteY23742" fmla="*/ 1079373 h 5143785"/>
              <a:gd name="connsiteX23743" fmla="*/ 2260759 w 3114960"/>
              <a:gd name="connsiteY23743" fmla="*/ 1078135 h 5143785"/>
              <a:gd name="connsiteX23744" fmla="*/ 2271617 w 3114960"/>
              <a:gd name="connsiteY23744" fmla="*/ 1087850 h 5143785"/>
              <a:gd name="connsiteX23745" fmla="*/ 2303240 w 3114960"/>
              <a:gd name="connsiteY23745" fmla="*/ 1087850 h 5143785"/>
              <a:gd name="connsiteX23746" fmla="*/ 2314004 w 3114960"/>
              <a:gd name="connsiteY23746" fmla="*/ 1078706 h 5143785"/>
              <a:gd name="connsiteX23747" fmla="*/ 2495836 w 3114960"/>
              <a:gd name="connsiteY23747" fmla="*/ 1078706 h 5143785"/>
              <a:gd name="connsiteX23748" fmla="*/ 2511838 w 3114960"/>
              <a:gd name="connsiteY23748" fmla="*/ 1096994 h 5143785"/>
              <a:gd name="connsiteX23749" fmla="*/ 2630805 w 3114960"/>
              <a:gd name="connsiteY23749" fmla="*/ 1096994 h 5143785"/>
              <a:gd name="connsiteX23750" fmla="*/ 2696909 w 3114960"/>
              <a:gd name="connsiteY23750" fmla="*/ 1029652 h 5143785"/>
              <a:gd name="connsiteX23751" fmla="*/ 2696909 w 3114960"/>
              <a:gd name="connsiteY23751" fmla="*/ 938594 h 5143785"/>
              <a:gd name="connsiteX23752" fmla="*/ 2719578 w 3114960"/>
              <a:gd name="connsiteY23752" fmla="*/ 914972 h 5143785"/>
              <a:gd name="connsiteX23753" fmla="*/ 2731389 w 3114960"/>
              <a:gd name="connsiteY23753" fmla="*/ 919448 h 5143785"/>
              <a:gd name="connsiteX23754" fmla="*/ 2122456 w 3114960"/>
              <a:gd name="connsiteY23754" fmla="*/ 1190530 h 5143785"/>
              <a:gd name="connsiteX23755" fmla="*/ 2114169 w 3114960"/>
              <a:gd name="connsiteY23755" fmla="*/ 1193578 h 5143785"/>
              <a:gd name="connsiteX23756" fmla="*/ 2104358 w 3114960"/>
              <a:gd name="connsiteY23756" fmla="*/ 1189101 h 5143785"/>
              <a:gd name="connsiteX23757" fmla="*/ 2101310 w 3114960"/>
              <a:gd name="connsiteY23757" fmla="*/ 1179767 h 5143785"/>
              <a:gd name="connsiteX23758" fmla="*/ 2105787 w 3114960"/>
              <a:gd name="connsiteY23758" fmla="*/ 1171004 h 5143785"/>
              <a:gd name="connsiteX23759" fmla="*/ 2115122 w 3114960"/>
              <a:gd name="connsiteY23759" fmla="*/ 1167956 h 5143785"/>
              <a:gd name="connsiteX23760" fmla="*/ 2123885 w 3114960"/>
              <a:gd name="connsiteY23760" fmla="*/ 1172432 h 5143785"/>
              <a:gd name="connsiteX23761" fmla="*/ 2126933 w 3114960"/>
              <a:gd name="connsiteY23761" fmla="*/ 1181767 h 5143785"/>
              <a:gd name="connsiteX23762" fmla="*/ 2122456 w 3114960"/>
              <a:gd name="connsiteY23762" fmla="*/ 1190530 h 5143785"/>
              <a:gd name="connsiteX23763" fmla="*/ 2307241 w 3114960"/>
              <a:gd name="connsiteY23763" fmla="*/ 1076706 h 5143785"/>
              <a:gd name="connsiteX23764" fmla="*/ 2303240 w 3114960"/>
              <a:gd name="connsiteY23764" fmla="*/ 1080707 h 5143785"/>
              <a:gd name="connsiteX23765" fmla="*/ 2271617 w 3114960"/>
              <a:gd name="connsiteY23765" fmla="*/ 1080707 h 5143785"/>
              <a:gd name="connsiteX23766" fmla="*/ 2267617 w 3114960"/>
              <a:gd name="connsiteY23766" fmla="*/ 1076706 h 5143785"/>
              <a:gd name="connsiteX23767" fmla="*/ 2267617 w 3114960"/>
              <a:gd name="connsiteY23767" fmla="*/ 1073658 h 5143785"/>
              <a:gd name="connsiteX23768" fmla="*/ 2271617 w 3114960"/>
              <a:gd name="connsiteY23768" fmla="*/ 1069658 h 5143785"/>
              <a:gd name="connsiteX23769" fmla="*/ 2303240 w 3114960"/>
              <a:gd name="connsiteY23769" fmla="*/ 1069658 h 5143785"/>
              <a:gd name="connsiteX23770" fmla="*/ 2307241 w 3114960"/>
              <a:gd name="connsiteY23770" fmla="*/ 1073658 h 5143785"/>
              <a:gd name="connsiteX23771" fmla="*/ 2307241 w 3114960"/>
              <a:gd name="connsiteY23771" fmla="*/ 1076706 h 5143785"/>
              <a:gd name="connsiteX23772" fmla="*/ 2731294 w 3114960"/>
              <a:gd name="connsiteY23772" fmla="*/ 888302 h 5143785"/>
              <a:gd name="connsiteX23773" fmla="*/ 2744248 w 3114960"/>
              <a:gd name="connsiteY23773" fmla="*/ 901256 h 5143785"/>
              <a:gd name="connsiteX23774" fmla="*/ 2731294 w 3114960"/>
              <a:gd name="connsiteY23774" fmla="*/ 914210 h 5143785"/>
              <a:gd name="connsiteX23775" fmla="*/ 2718340 w 3114960"/>
              <a:gd name="connsiteY23775" fmla="*/ 901256 h 5143785"/>
              <a:gd name="connsiteX23776" fmla="*/ 2731294 w 3114960"/>
              <a:gd name="connsiteY23776" fmla="*/ 888302 h 5143785"/>
              <a:gd name="connsiteX23777" fmla="*/ 2569559 w 3114960"/>
              <a:gd name="connsiteY23777" fmla="*/ 1041940 h 5143785"/>
              <a:gd name="connsiteX23778" fmla="*/ 2557367 w 3114960"/>
              <a:gd name="connsiteY23778" fmla="*/ 1057751 h 5143785"/>
              <a:gd name="connsiteX23779" fmla="*/ 2541556 w 3114960"/>
              <a:gd name="connsiteY23779" fmla="*/ 1045559 h 5143785"/>
              <a:gd name="connsiteX23780" fmla="*/ 2553748 w 3114960"/>
              <a:gd name="connsiteY23780" fmla="*/ 1029748 h 5143785"/>
              <a:gd name="connsiteX23781" fmla="*/ 2569559 w 3114960"/>
              <a:gd name="connsiteY23781" fmla="*/ 1041940 h 5143785"/>
              <a:gd name="connsiteX23782" fmla="*/ 2133029 w 3114960"/>
              <a:gd name="connsiteY23782" fmla="*/ 2763584 h 5143785"/>
              <a:gd name="connsiteX23783" fmla="*/ 2130933 w 3114960"/>
              <a:gd name="connsiteY23783" fmla="*/ 2761584 h 5143785"/>
              <a:gd name="connsiteX23784" fmla="*/ 2116646 w 3114960"/>
              <a:gd name="connsiteY23784" fmla="*/ 2761584 h 5143785"/>
              <a:gd name="connsiteX23785" fmla="*/ 2116646 w 3114960"/>
              <a:gd name="connsiteY23785" fmla="*/ 2756821 h 5143785"/>
              <a:gd name="connsiteX23786" fmla="*/ 2132838 w 3114960"/>
              <a:gd name="connsiteY23786" fmla="*/ 2756821 h 5143785"/>
              <a:gd name="connsiteX23787" fmla="*/ 2136267 w 3114960"/>
              <a:gd name="connsiteY23787" fmla="*/ 2760059 h 5143785"/>
              <a:gd name="connsiteX23788" fmla="*/ 2133029 w 3114960"/>
              <a:gd name="connsiteY23788" fmla="*/ 2763584 h 5143785"/>
              <a:gd name="connsiteX23789" fmla="*/ 2912269 w 3114960"/>
              <a:gd name="connsiteY23789" fmla="*/ 1473422 h 5143785"/>
              <a:gd name="connsiteX23790" fmla="*/ 2912269 w 3114960"/>
              <a:gd name="connsiteY23790" fmla="*/ 1488472 h 5143785"/>
              <a:gd name="connsiteX23791" fmla="*/ 2904363 w 3114960"/>
              <a:gd name="connsiteY23791" fmla="*/ 1496378 h 5143785"/>
              <a:gd name="connsiteX23792" fmla="*/ 2889313 w 3114960"/>
              <a:gd name="connsiteY23792" fmla="*/ 1496378 h 5143785"/>
              <a:gd name="connsiteX23793" fmla="*/ 2881408 w 3114960"/>
              <a:gd name="connsiteY23793" fmla="*/ 1488472 h 5143785"/>
              <a:gd name="connsiteX23794" fmla="*/ 2881408 w 3114960"/>
              <a:gd name="connsiteY23794" fmla="*/ 1473422 h 5143785"/>
              <a:gd name="connsiteX23795" fmla="*/ 2889313 w 3114960"/>
              <a:gd name="connsiteY23795" fmla="*/ 1465517 h 5143785"/>
              <a:gd name="connsiteX23796" fmla="*/ 2904363 w 3114960"/>
              <a:gd name="connsiteY23796" fmla="*/ 1465517 h 5143785"/>
              <a:gd name="connsiteX23797" fmla="*/ 2912269 w 3114960"/>
              <a:gd name="connsiteY23797" fmla="*/ 1473422 h 5143785"/>
              <a:gd name="connsiteX23798" fmla="*/ 3024759 w 3114960"/>
              <a:gd name="connsiteY23798" fmla="*/ 3625787 h 5143785"/>
              <a:gd name="connsiteX23799" fmla="*/ 3114770 w 3114960"/>
              <a:gd name="connsiteY23799" fmla="*/ 3625787 h 5143785"/>
              <a:gd name="connsiteX23800" fmla="*/ 3114770 w 3114960"/>
              <a:gd name="connsiteY23800" fmla="*/ 3621024 h 5143785"/>
              <a:gd name="connsiteX23801" fmla="*/ 3026474 w 3114960"/>
              <a:gd name="connsiteY23801" fmla="*/ 3621024 h 5143785"/>
              <a:gd name="connsiteX23802" fmla="*/ 2996565 w 3114960"/>
              <a:gd name="connsiteY23802" fmla="*/ 3595021 h 5143785"/>
              <a:gd name="connsiteX23803" fmla="*/ 2996565 w 3114960"/>
              <a:gd name="connsiteY23803" fmla="*/ 3505676 h 5143785"/>
              <a:gd name="connsiteX23804" fmla="*/ 3003613 w 3114960"/>
              <a:gd name="connsiteY23804" fmla="*/ 3501485 h 5143785"/>
              <a:gd name="connsiteX23805" fmla="*/ 3001518 w 3114960"/>
              <a:gd name="connsiteY23805" fmla="*/ 3486150 h 5143785"/>
              <a:gd name="connsiteX23806" fmla="*/ 2993422 w 3114960"/>
              <a:gd name="connsiteY23806" fmla="*/ 3484055 h 5143785"/>
              <a:gd name="connsiteX23807" fmla="*/ 2986183 w 3114960"/>
              <a:gd name="connsiteY23807" fmla="*/ 3488341 h 5143785"/>
              <a:gd name="connsiteX23808" fmla="*/ 2988278 w 3114960"/>
              <a:gd name="connsiteY23808" fmla="*/ 3503676 h 5143785"/>
              <a:gd name="connsiteX23809" fmla="*/ 2991803 w 3114960"/>
              <a:gd name="connsiteY23809" fmla="*/ 3505391 h 5143785"/>
              <a:gd name="connsiteX23810" fmla="*/ 2991803 w 3114960"/>
              <a:gd name="connsiteY23810" fmla="*/ 3597307 h 5143785"/>
              <a:gd name="connsiteX23811" fmla="*/ 3024664 w 3114960"/>
              <a:gd name="connsiteY23811" fmla="*/ 3625882 h 5143785"/>
              <a:gd name="connsiteX23812" fmla="*/ 2991136 w 3114960"/>
              <a:gd name="connsiteY23812" fmla="*/ 3499866 h 5143785"/>
              <a:gd name="connsiteX23813" fmla="*/ 2989898 w 3114960"/>
              <a:gd name="connsiteY23813" fmla="*/ 3491198 h 5143785"/>
              <a:gd name="connsiteX23814" fmla="*/ 2993993 w 3114960"/>
              <a:gd name="connsiteY23814" fmla="*/ 3488817 h 5143785"/>
              <a:gd name="connsiteX23815" fmla="*/ 2994851 w 3114960"/>
              <a:gd name="connsiteY23815" fmla="*/ 3488817 h 5143785"/>
              <a:gd name="connsiteX23816" fmla="*/ 2998565 w 3114960"/>
              <a:gd name="connsiteY23816" fmla="*/ 3490055 h 5143785"/>
              <a:gd name="connsiteX23817" fmla="*/ 2999804 w 3114960"/>
              <a:gd name="connsiteY23817" fmla="*/ 3498723 h 5143785"/>
              <a:gd name="connsiteX23818" fmla="*/ 2995708 w 3114960"/>
              <a:gd name="connsiteY23818" fmla="*/ 3501104 h 5143785"/>
              <a:gd name="connsiteX23819" fmla="*/ 2991136 w 3114960"/>
              <a:gd name="connsiteY23819" fmla="*/ 3499961 h 5143785"/>
              <a:gd name="connsiteX23820" fmla="*/ 2669000 w 3114960"/>
              <a:gd name="connsiteY23820" fmla="*/ 3384423 h 5143785"/>
              <a:gd name="connsiteX23821" fmla="*/ 2671953 w 3114960"/>
              <a:gd name="connsiteY23821" fmla="*/ 3384804 h 5143785"/>
              <a:gd name="connsiteX23822" fmla="*/ 2678525 w 3114960"/>
              <a:gd name="connsiteY23822" fmla="*/ 3382994 h 5143785"/>
              <a:gd name="connsiteX23823" fmla="*/ 2679192 w 3114960"/>
              <a:gd name="connsiteY23823" fmla="*/ 3382328 h 5143785"/>
              <a:gd name="connsiteX23824" fmla="*/ 2772251 w 3114960"/>
              <a:gd name="connsiteY23824" fmla="*/ 3467576 h 5143785"/>
              <a:gd name="connsiteX23825" fmla="*/ 2772918 w 3114960"/>
              <a:gd name="connsiteY23825" fmla="*/ 3468243 h 5143785"/>
              <a:gd name="connsiteX23826" fmla="*/ 2883599 w 3114960"/>
              <a:gd name="connsiteY23826" fmla="*/ 3468243 h 5143785"/>
              <a:gd name="connsiteX23827" fmla="*/ 2922270 w 3114960"/>
              <a:gd name="connsiteY23827" fmla="*/ 3499390 h 5143785"/>
              <a:gd name="connsiteX23828" fmla="*/ 2922651 w 3114960"/>
              <a:gd name="connsiteY23828" fmla="*/ 3584734 h 5143785"/>
              <a:gd name="connsiteX23829" fmla="*/ 2919413 w 3114960"/>
              <a:gd name="connsiteY23829" fmla="*/ 3584734 h 5143785"/>
              <a:gd name="connsiteX23830" fmla="*/ 2913412 w 3114960"/>
              <a:gd name="connsiteY23830" fmla="*/ 3590735 h 5143785"/>
              <a:gd name="connsiteX23831" fmla="*/ 2913412 w 3114960"/>
              <a:gd name="connsiteY23831" fmla="*/ 3601784 h 5143785"/>
              <a:gd name="connsiteX23832" fmla="*/ 2919413 w 3114960"/>
              <a:gd name="connsiteY23832" fmla="*/ 3607784 h 5143785"/>
              <a:gd name="connsiteX23833" fmla="*/ 2930462 w 3114960"/>
              <a:gd name="connsiteY23833" fmla="*/ 3607784 h 5143785"/>
              <a:gd name="connsiteX23834" fmla="*/ 2936462 w 3114960"/>
              <a:gd name="connsiteY23834" fmla="*/ 3601784 h 5143785"/>
              <a:gd name="connsiteX23835" fmla="*/ 2936462 w 3114960"/>
              <a:gd name="connsiteY23835" fmla="*/ 3590735 h 5143785"/>
              <a:gd name="connsiteX23836" fmla="*/ 2930462 w 3114960"/>
              <a:gd name="connsiteY23836" fmla="*/ 3584734 h 5143785"/>
              <a:gd name="connsiteX23837" fmla="*/ 2927413 w 3114960"/>
              <a:gd name="connsiteY23837" fmla="*/ 3584734 h 5143785"/>
              <a:gd name="connsiteX23838" fmla="*/ 2927033 w 3114960"/>
              <a:gd name="connsiteY23838" fmla="*/ 3497104 h 5143785"/>
              <a:gd name="connsiteX23839" fmla="*/ 2885980 w 3114960"/>
              <a:gd name="connsiteY23839" fmla="*/ 3464052 h 5143785"/>
              <a:gd name="connsiteX23840" fmla="*/ 2885313 w 3114960"/>
              <a:gd name="connsiteY23840" fmla="*/ 3463480 h 5143785"/>
              <a:gd name="connsiteX23841" fmla="*/ 2774728 w 3114960"/>
              <a:gd name="connsiteY23841" fmla="*/ 3463480 h 5143785"/>
              <a:gd name="connsiteX23842" fmla="*/ 2682430 w 3114960"/>
              <a:gd name="connsiteY23842" fmla="*/ 3378803 h 5143785"/>
              <a:gd name="connsiteX23843" fmla="*/ 2684145 w 3114960"/>
              <a:gd name="connsiteY23843" fmla="*/ 3375184 h 5143785"/>
              <a:gd name="connsiteX23844" fmla="*/ 2682621 w 3114960"/>
              <a:gd name="connsiteY23844" fmla="*/ 3365659 h 5143785"/>
              <a:gd name="connsiteX23845" fmla="*/ 2674811 w 3114960"/>
              <a:gd name="connsiteY23845" fmla="*/ 3360039 h 5143785"/>
              <a:gd name="connsiteX23846" fmla="*/ 2665286 w 3114960"/>
              <a:gd name="connsiteY23846" fmla="*/ 3361563 h 5143785"/>
              <a:gd name="connsiteX23847" fmla="*/ 2659571 w 3114960"/>
              <a:gd name="connsiteY23847" fmla="*/ 3369374 h 5143785"/>
              <a:gd name="connsiteX23848" fmla="*/ 2661095 w 3114960"/>
              <a:gd name="connsiteY23848" fmla="*/ 3378899 h 5143785"/>
              <a:gd name="connsiteX23849" fmla="*/ 2668905 w 3114960"/>
              <a:gd name="connsiteY23849" fmla="*/ 3384518 h 5143785"/>
              <a:gd name="connsiteX23850" fmla="*/ 2930557 w 3114960"/>
              <a:gd name="connsiteY23850" fmla="*/ 3589401 h 5143785"/>
              <a:gd name="connsiteX23851" fmla="*/ 2931795 w 3114960"/>
              <a:gd name="connsiteY23851" fmla="*/ 3590639 h 5143785"/>
              <a:gd name="connsiteX23852" fmla="*/ 2931795 w 3114960"/>
              <a:gd name="connsiteY23852" fmla="*/ 3601688 h 5143785"/>
              <a:gd name="connsiteX23853" fmla="*/ 2930557 w 3114960"/>
              <a:gd name="connsiteY23853" fmla="*/ 3602927 h 5143785"/>
              <a:gd name="connsiteX23854" fmla="*/ 2919508 w 3114960"/>
              <a:gd name="connsiteY23854" fmla="*/ 3602927 h 5143785"/>
              <a:gd name="connsiteX23855" fmla="*/ 2918270 w 3114960"/>
              <a:gd name="connsiteY23855" fmla="*/ 3601688 h 5143785"/>
              <a:gd name="connsiteX23856" fmla="*/ 2918270 w 3114960"/>
              <a:gd name="connsiteY23856" fmla="*/ 3590639 h 5143785"/>
              <a:gd name="connsiteX23857" fmla="*/ 2919508 w 3114960"/>
              <a:gd name="connsiteY23857" fmla="*/ 3589401 h 5143785"/>
              <a:gd name="connsiteX23858" fmla="*/ 2930557 w 3114960"/>
              <a:gd name="connsiteY23858" fmla="*/ 3589401 h 5143785"/>
              <a:gd name="connsiteX23859" fmla="*/ 2664333 w 3114960"/>
              <a:gd name="connsiteY23859" fmla="*/ 3370421 h 5143785"/>
              <a:gd name="connsiteX23860" fmla="*/ 2667857 w 3114960"/>
              <a:gd name="connsiteY23860" fmla="*/ 3365563 h 5143785"/>
              <a:gd name="connsiteX23861" fmla="*/ 2671953 w 3114960"/>
              <a:gd name="connsiteY23861" fmla="*/ 3364421 h 5143785"/>
              <a:gd name="connsiteX23862" fmla="*/ 2673763 w 3114960"/>
              <a:gd name="connsiteY23862" fmla="*/ 3364611 h 5143785"/>
              <a:gd name="connsiteX23863" fmla="*/ 2673763 w 3114960"/>
              <a:gd name="connsiteY23863" fmla="*/ 3364611 h 5143785"/>
              <a:gd name="connsiteX23864" fmla="*/ 2678621 w 3114960"/>
              <a:gd name="connsiteY23864" fmla="*/ 3368135 h 5143785"/>
              <a:gd name="connsiteX23865" fmla="*/ 2679573 w 3114960"/>
              <a:gd name="connsiteY23865" fmla="*/ 3374041 h 5143785"/>
              <a:gd name="connsiteX23866" fmla="*/ 2676049 w 3114960"/>
              <a:gd name="connsiteY23866" fmla="*/ 3378899 h 5143785"/>
              <a:gd name="connsiteX23867" fmla="*/ 2670143 w 3114960"/>
              <a:gd name="connsiteY23867" fmla="*/ 3379851 h 5143785"/>
              <a:gd name="connsiteX23868" fmla="*/ 2665286 w 3114960"/>
              <a:gd name="connsiteY23868" fmla="*/ 3376327 h 5143785"/>
              <a:gd name="connsiteX23869" fmla="*/ 2664333 w 3114960"/>
              <a:gd name="connsiteY23869" fmla="*/ 3370421 h 5143785"/>
              <a:gd name="connsiteX23870" fmla="*/ 2899791 w 3114960"/>
              <a:gd name="connsiteY23870" fmla="*/ 1550956 h 5143785"/>
              <a:gd name="connsiteX23871" fmla="*/ 2955988 w 3114960"/>
              <a:gd name="connsiteY23871" fmla="*/ 1550956 h 5143785"/>
              <a:gd name="connsiteX23872" fmla="*/ 2965609 w 3114960"/>
              <a:gd name="connsiteY23872" fmla="*/ 1558671 h 5143785"/>
              <a:gd name="connsiteX23873" fmla="*/ 2975705 w 3114960"/>
              <a:gd name="connsiteY23873" fmla="*/ 1548575 h 5143785"/>
              <a:gd name="connsiteX23874" fmla="*/ 2965609 w 3114960"/>
              <a:gd name="connsiteY23874" fmla="*/ 1538478 h 5143785"/>
              <a:gd name="connsiteX23875" fmla="*/ 2955988 w 3114960"/>
              <a:gd name="connsiteY23875" fmla="*/ 1546193 h 5143785"/>
              <a:gd name="connsiteX23876" fmla="*/ 2896743 w 3114960"/>
              <a:gd name="connsiteY23876" fmla="*/ 1546193 h 5143785"/>
              <a:gd name="connsiteX23877" fmla="*/ 2890266 w 3114960"/>
              <a:gd name="connsiteY23877" fmla="*/ 1560290 h 5143785"/>
              <a:gd name="connsiteX23878" fmla="*/ 2828925 w 3114960"/>
              <a:gd name="connsiteY23878" fmla="*/ 1560100 h 5143785"/>
              <a:gd name="connsiteX23879" fmla="*/ 2819305 w 3114960"/>
              <a:gd name="connsiteY23879" fmla="*/ 1552575 h 5143785"/>
              <a:gd name="connsiteX23880" fmla="*/ 2809209 w 3114960"/>
              <a:gd name="connsiteY23880" fmla="*/ 1562672 h 5143785"/>
              <a:gd name="connsiteX23881" fmla="*/ 2819305 w 3114960"/>
              <a:gd name="connsiteY23881" fmla="*/ 1572768 h 5143785"/>
              <a:gd name="connsiteX23882" fmla="*/ 2829020 w 3114960"/>
              <a:gd name="connsiteY23882" fmla="*/ 1564862 h 5143785"/>
              <a:gd name="connsiteX23883" fmla="*/ 2893314 w 3114960"/>
              <a:gd name="connsiteY23883" fmla="*/ 1565053 h 5143785"/>
              <a:gd name="connsiteX23884" fmla="*/ 2899791 w 3114960"/>
              <a:gd name="connsiteY23884" fmla="*/ 1550956 h 5143785"/>
              <a:gd name="connsiteX23885" fmla="*/ 2965704 w 3114960"/>
              <a:gd name="connsiteY23885" fmla="*/ 1543241 h 5143785"/>
              <a:gd name="connsiteX23886" fmla="*/ 2971038 w 3114960"/>
              <a:gd name="connsiteY23886" fmla="*/ 1548575 h 5143785"/>
              <a:gd name="connsiteX23887" fmla="*/ 2965704 w 3114960"/>
              <a:gd name="connsiteY23887" fmla="*/ 1553909 h 5143785"/>
              <a:gd name="connsiteX23888" fmla="*/ 2960370 w 3114960"/>
              <a:gd name="connsiteY23888" fmla="*/ 1548575 h 5143785"/>
              <a:gd name="connsiteX23889" fmla="*/ 2965704 w 3114960"/>
              <a:gd name="connsiteY23889" fmla="*/ 1543241 h 5143785"/>
              <a:gd name="connsiteX23890" fmla="*/ 2819305 w 3114960"/>
              <a:gd name="connsiteY23890" fmla="*/ 1568101 h 5143785"/>
              <a:gd name="connsiteX23891" fmla="*/ 2813971 w 3114960"/>
              <a:gd name="connsiteY23891" fmla="*/ 1562767 h 5143785"/>
              <a:gd name="connsiteX23892" fmla="*/ 2819305 w 3114960"/>
              <a:gd name="connsiteY23892" fmla="*/ 1557433 h 5143785"/>
              <a:gd name="connsiteX23893" fmla="*/ 2824639 w 3114960"/>
              <a:gd name="connsiteY23893" fmla="*/ 1562767 h 5143785"/>
              <a:gd name="connsiteX23894" fmla="*/ 2819305 w 3114960"/>
              <a:gd name="connsiteY23894" fmla="*/ 1568101 h 5143785"/>
              <a:gd name="connsiteX23895" fmla="*/ 2107311 w 3114960"/>
              <a:gd name="connsiteY23895" fmla="*/ 3015996 h 5143785"/>
              <a:gd name="connsiteX23896" fmla="*/ 2112074 w 3114960"/>
              <a:gd name="connsiteY23896" fmla="*/ 3015996 h 5143785"/>
              <a:gd name="connsiteX23897" fmla="*/ 2112074 w 3114960"/>
              <a:gd name="connsiteY23897" fmla="*/ 3035046 h 5143785"/>
              <a:gd name="connsiteX23898" fmla="*/ 2107311 w 3114960"/>
              <a:gd name="connsiteY23898" fmla="*/ 3035046 h 5143785"/>
              <a:gd name="connsiteX23899" fmla="*/ 2107311 w 3114960"/>
              <a:gd name="connsiteY23899" fmla="*/ 3015996 h 5143785"/>
              <a:gd name="connsiteX23900" fmla="*/ 2592134 w 3114960"/>
              <a:gd name="connsiteY23900" fmla="*/ 3414427 h 5143785"/>
              <a:gd name="connsiteX23901" fmla="*/ 2642140 w 3114960"/>
              <a:gd name="connsiteY23901" fmla="*/ 3414808 h 5143785"/>
              <a:gd name="connsiteX23902" fmla="*/ 2652141 w 3114960"/>
              <a:gd name="connsiteY23902" fmla="*/ 3422142 h 5143785"/>
              <a:gd name="connsiteX23903" fmla="*/ 2654427 w 3114960"/>
              <a:gd name="connsiteY23903" fmla="*/ 3421856 h 5143785"/>
              <a:gd name="connsiteX23904" fmla="*/ 2661095 w 3114960"/>
              <a:gd name="connsiteY23904" fmla="*/ 3417189 h 5143785"/>
              <a:gd name="connsiteX23905" fmla="*/ 2662523 w 3114960"/>
              <a:gd name="connsiteY23905" fmla="*/ 3409188 h 5143785"/>
              <a:gd name="connsiteX23906" fmla="*/ 2649855 w 3114960"/>
              <a:gd name="connsiteY23906" fmla="*/ 3401092 h 5143785"/>
              <a:gd name="connsiteX23907" fmla="*/ 2643188 w 3114960"/>
              <a:gd name="connsiteY23907" fmla="*/ 3405759 h 5143785"/>
              <a:gd name="connsiteX23908" fmla="*/ 2641663 w 3114960"/>
              <a:gd name="connsiteY23908" fmla="*/ 3409950 h 5143785"/>
              <a:gd name="connsiteX23909" fmla="*/ 2590229 w 3114960"/>
              <a:gd name="connsiteY23909" fmla="*/ 3409569 h 5143785"/>
              <a:gd name="connsiteX23910" fmla="*/ 2575084 w 3114960"/>
              <a:gd name="connsiteY23910" fmla="*/ 3423952 h 5143785"/>
              <a:gd name="connsiteX23911" fmla="*/ 2495169 w 3114960"/>
              <a:gd name="connsiteY23911" fmla="*/ 3423952 h 5143785"/>
              <a:gd name="connsiteX23912" fmla="*/ 2478881 w 3114960"/>
              <a:gd name="connsiteY23912" fmla="*/ 3406902 h 5143785"/>
              <a:gd name="connsiteX23913" fmla="*/ 2414207 w 3114960"/>
              <a:gd name="connsiteY23913" fmla="*/ 3406712 h 5143785"/>
              <a:gd name="connsiteX23914" fmla="*/ 2414207 w 3114960"/>
              <a:gd name="connsiteY23914" fmla="*/ 3404426 h 5143785"/>
              <a:gd name="connsiteX23915" fmla="*/ 2407349 w 3114960"/>
              <a:gd name="connsiteY23915" fmla="*/ 3397568 h 5143785"/>
              <a:gd name="connsiteX23916" fmla="*/ 2399252 w 3114960"/>
              <a:gd name="connsiteY23916" fmla="*/ 3397568 h 5143785"/>
              <a:gd name="connsiteX23917" fmla="*/ 2392394 w 3114960"/>
              <a:gd name="connsiteY23917" fmla="*/ 3404426 h 5143785"/>
              <a:gd name="connsiteX23918" fmla="*/ 2392394 w 3114960"/>
              <a:gd name="connsiteY23918" fmla="*/ 3412522 h 5143785"/>
              <a:gd name="connsiteX23919" fmla="*/ 2399252 w 3114960"/>
              <a:gd name="connsiteY23919" fmla="*/ 3419380 h 5143785"/>
              <a:gd name="connsiteX23920" fmla="*/ 2407349 w 3114960"/>
              <a:gd name="connsiteY23920" fmla="*/ 3419380 h 5143785"/>
              <a:gd name="connsiteX23921" fmla="*/ 2414207 w 3114960"/>
              <a:gd name="connsiteY23921" fmla="*/ 3412522 h 5143785"/>
              <a:gd name="connsiteX23922" fmla="*/ 2414207 w 3114960"/>
              <a:gd name="connsiteY23922" fmla="*/ 3411569 h 5143785"/>
              <a:gd name="connsiteX23923" fmla="*/ 2476881 w 3114960"/>
              <a:gd name="connsiteY23923" fmla="*/ 3411760 h 5143785"/>
              <a:gd name="connsiteX23924" fmla="*/ 2493169 w 3114960"/>
              <a:gd name="connsiteY23924" fmla="*/ 3428810 h 5143785"/>
              <a:gd name="connsiteX23925" fmla="*/ 2577084 w 3114960"/>
              <a:gd name="connsiteY23925" fmla="*/ 3428810 h 5143785"/>
              <a:gd name="connsiteX23926" fmla="*/ 2592229 w 3114960"/>
              <a:gd name="connsiteY23926" fmla="*/ 3414332 h 5143785"/>
              <a:gd name="connsiteX23927" fmla="*/ 2647188 w 3114960"/>
              <a:gd name="connsiteY23927" fmla="*/ 3408426 h 5143785"/>
              <a:gd name="connsiteX23928" fmla="*/ 2650903 w 3114960"/>
              <a:gd name="connsiteY23928" fmla="*/ 3405854 h 5143785"/>
              <a:gd name="connsiteX23929" fmla="*/ 2652141 w 3114960"/>
              <a:gd name="connsiteY23929" fmla="*/ 3405759 h 5143785"/>
              <a:gd name="connsiteX23930" fmla="*/ 2657856 w 3114960"/>
              <a:gd name="connsiteY23930" fmla="*/ 3410331 h 5143785"/>
              <a:gd name="connsiteX23931" fmla="*/ 2657094 w 3114960"/>
              <a:gd name="connsiteY23931" fmla="*/ 3414713 h 5143785"/>
              <a:gd name="connsiteX23932" fmla="*/ 2653379 w 3114960"/>
              <a:gd name="connsiteY23932" fmla="*/ 3417284 h 5143785"/>
              <a:gd name="connsiteX23933" fmla="*/ 2646426 w 3114960"/>
              <a:gd name="connsiteY23933" fmla="*/ 3412808 h 5143785"/>
              <a:gd name="connsiteX23934" fmla="*/ 2647188 w 3114960"/>
              <a:gd name="connsiteY23934" fmla="*/ 3408426 h 5143785"/>
              <a:gd name="connsiteX23935" fmla="*/ 2409444 w 3114960"/>
              <a:gd name="connsiteY23935" fmla="*/ 3412617 h 5143785"/>
              <a:gd name="connsiteX23936" fmla="*/ 2407349 w 3114960"/>
              <a:gd name="connsiteY23936" fmla="*/ 3414713 h 5143785"/>
              <a:gd name="connsiteX23937" fmla="*/ 2399252 w 3114960"/>
              <a:gd name="connsiteY23937" fmla="*/ 3414713 h 5143785"/>
              <a:gd name="connsiteX23938" fmla="*/ 2397157 w 3114960"/>
              <a:gd name="connsiteY23938" fmla="*/ 3412617 h 5143785"/>
              <a:gd name="connsiteX23939" fmla="*/ 2397157 w 3114960"/>
              <a:gd name="connsiteY23939" fmla="*/ 3404521 h 5143785"/>
              <a:gd name="connsiteX23940" fmla="*/ 2399252 w 3114960"/>
              <a:gd name="connsiteY23940" fmla="*/ 3402425 h 5143785"/>
              <a:gd name="connsiteX23941" fmla="*/ 2407349 w 3114960"/>
              <a:gd name="connsiteY23941" fmla="*/ 3402425 h 5143785"/>
              <a:gd name="connsiteX23942" fmla="*/ 2409444 w 3114960"/>
              <a:gd name="connsiteY23942" fmla="*/ 3404521 h 5143785"/>
              <a:gd name="connsiteX23943" fmla="*/ 2409444 w 3114960"/>
              <a:gd name="connsiteY23943" fmla="*/ 3412617 h 5143785"/>
              <a:gd name="connsiteX23944" fmla="*/ 2981706 w 3114960"/>
              <a:gd name="connsiteY23944" fmla="*/ 3438335 h 5143785"/>
              <a:gd name="connsiteX23945" fmla="*/ 2970657 w 3114960"/>
              <a:gd name="connsiteY23945" fmla="*/ 3438335 h 5143785"/>
              <a:gd name="connsiteX23946" fmla="*/ 2964656 w 3114960"/>
              <a:gd name="connsiteY23946" fmla="*/ 3444335 h 5143785"/>
              <a:gd name="connsiteX23947" fmla="*/ 2964656 w 3114960"/>
              <a:gd name="connsiteY23947" fmla="*/ 3455384 h 5143785"/>
              <a:gd name="connsiteX23948" fmla="*/ 2970657 w 3114960"/>
              <a:gd name="connsiteY23948" fmla="*/ 3461385 h 5143785"/>
              <a:gd name="connsiteX23949" fmla="*/ 2981706 w 3114960"/>
              <a:gd name="connsiteY23949" fmla="*/ 3461385 h 5143785"/>
              <a:gd name="connsiteX23950" fmla="*/ 2987707 w 3114960"/>
              <a:gd name="connsiteY23950" fmla="*/ 3455384 h 5143785"/>
              <a:gd name="connsiteX23951" fmla="*/ 2987707 w 3114960"/>
              <a:gd name="connsiteY23951" fmla="*/ 3452241 h 5143785"/>
              <a:gd name="connsiteX23952" fmla="*/ 3009805 w 3114960"/>
              <a:gd name="connsiteY23952" fmla="*/ 3452241 h 5143785"/>
              <a:gd name="connsiteX23953" fmla="*/ 3024378 w 3114960"/>
              <a:gd name="connsiteY23953" fmla="*/ 3466338 h 5143785"/>
              <a:gd name="connsiteX23954" fmla="*/ 3024378 w 3114960"/>
              <a:gd name="connsiteY23954" fmla="*/ 3569494 h 5143785"/>
              <a:gd name="connsiteX23955" fmla="*/ 3048667 w 3114960"/>
              <a:gd name="connsiteY23955" fmla="*/ 3591973 h 5143785"/>
              <a:gd name="connsiteX23956" fmla="*/ 3114770 w 3114960"/>
              <a:gd name="connsiteY23956" fmla="*/ 3591973 h 5143785"/>
              <a:gd name="connsiteX23957" fmla="*/ 3114770 w 3114960"/>
              <a:gd name="connsiteY23957" fmla="*/ 3587210 h 5143785"/>
              <a:gd name="connsiteX23958" fmla="*/ 3050477 w 3114960"/>
              <a:gd name="connsiteY23958" fmla="*/ 3587210 h 5143785"/>
              <a:gd name="connsiteX23959" fmla="*/ 3029045 w 3114960"/>
              <a:gd name="connsiteY23959" fmla="*/ 3567398 h 5143785"/>
              <a:gd name="connsiteX23960" fmla="*/ 3029045 w 3114960"/>
              <a:gd name="connsiteY23960" fmla="*/ 3464243 h 5143785"/>
              <a:gd name="connsiteX23961" fmla="*/ 3011615 w 3114960"/>
              <a:gd name="connsiteY23961" fmla="*/ 3447479 h 5143785"/>
              <a:gd name="connsiteX23962" fmla="*/ 2987612 w 3114960"/>
              <a:gd name="connsiteY23962" fmla="*/ 3447479 h 5143785"/>
              <a:gd name="connsiteX23963" fmla="*/ 2987612 w 3114960"/>
              <a:gd name="connsiteY23963" fmla="*/ 3444335 h 5143785"/>
              <a:gd name="connsiteX23964" fmla="*/ 2981611 w 3114960"/>
              <a:gd name="connsiteY23964" fmla="*/ 3438335 h 5143785"/>
              <a:gd name="connsiteX23965" fmla="*/ 2982849 w 3114960"/>
              <a:gd name="connsiteY23965" fmla="*/ 3455384 h 5143785"/>
              <a:gd name="connsiteX23966" fmla="*/ 2981611 w 3114960"/>
              <a:gd name="connsiteY23966" fmla="*/ 3456623 h 5143785"/>
              <a:gd name="connsiteX23967" fmla="*/ 2970562 w 3114960"/>
              <a:gd name="connsiteY23967" fmla="*/ 3456623 h 5143785"/>
              <a:gd name="connsiteX23968" fmla="*/ 2969324 w 3114960"/>
              <a:gd name="connsiteY23968" fmla="*/ 3455384 h 5143785"/>
              <a:gd name="connsiteX23969" fmla="*/ 2969324 w 3114960"/>
              <a:gd name="connsiteY23969" fmla="*/ 3444335 h 5143785"/>
              <a:gd name="connsiteX23970" fmla="*/ 2970562 w 3114960"/>
              <a:gd name="connsiteY23970" fmla="*/ 3443097 h 5143785"/>
              <a:gd name="connsiteX23971" fmla="*/ 2981611 w 3114960"/>
              <a:gd name="connsiteY23971" fmla="*/ 3443097 h 5143785"/>
              <a:gd name="connsiteX23972" fmla="*/ 2982849 w 3114960"/>
              <a:gd name="connsiteY23972" fmla="*/ 3444335 h 5143785"/>
              <a:gd name="connsiteX23973" fmla="*/ 2982849 w 3114960"/>
              <a:gd name="connsiteY23973" fmla="*/ 3455384 h 5143785"/>
              <a:gd name="connsiteX23974" fmla="*/ 2112074 w 3114960"/>
              <a:gd name="connsiteY23974" fmla="*/ 2996946 h 5143785"/>
              <a:gd name="connsiteX23975" fmla="*/ 2107311 w 3114960"/>
              <a:gd name="connsiteY23975" fmla="*/ 2996946 h 5143785"/>
              <a:gd name="connsiteX23976" fmla="*/ 2107311 w 3114960"/>
              <a:gd name="connsiteY23976" fmla="*/ 2977896 h 5143785"/>
              <a:gd name="connsiteX23977" fmla="*/ 2112074 w 3114960"/>
              <a:gd name="connsiteY23977" fmla="*/ 2977896 h 5143785"/>
              <a:gd name="connsiteX23978" fmla="*/ 2112074 w 3114960"/>
              <a:gd name="connsiteY23978" fmla="*/ 2996946 h 5143785"/>
              <a:gd name="connsiteX23979" fmla="*/ 3054096 w 3114960"/>
              <a:gd name="connsiteY23979" fmla="*/ 879348 h 5143785"/>
              <a:gd name="connsiteX23980" fmla="*/ 3092958 w 3114960"/>
              <a:gd name="connsiteY23980" fmla="*/ 879348 h 5143785"/>
              <a:gd name="connsiteX23981" fmla="*/ 3101626 w 3114960"/>
              <a:gd name="connsiteY23981" fmla="*/ 870680 h 5143785"/>
              <a:gd name="connsiteX23982" fmla="*/ 3101626 w 3114960"/>
              <a:gd name="connsiteY23982" fmla="*/ 857060 h 5143785"/>
              <a:gd name="connsiteX23983" fmla="*/ 3093053 w 3114960"/>
              <a:gd name="connsiteY23983" fmla="*/ 848392 h 5143785"/>
              <a:gd name="connsiteX23984" fmla="*/ 3054192 w 3114960"/>
              <a:gd name="connsiteY23984" fmla="*/ 848392 h 5143785"/>
              <a:gd name="connsiteX23985" fmla="*/ 3045524 w 3114960"/>
              <a:gd name="connsiteY23985" fmla="*/ 856964 h 5143785"/>
              <a:gd name="connsiteX23986" fmla="*/ 3045524 w 3114960"/>
              <a:gd name="connsiteY23986" fmla="*/ 870585 h 5143785"/>
              <a:gd name="connsiteX23987" fmla="*/ 3054192 w 3114960"/>
              <a:gd name="connsiteY23987" fmla="*/ 879253 h 5143785"/>
              <a:gd name="connsiteX23988" fmla="*/ 3087053 w 3114960"/>
              <a:gd name="connsiteY23988" fmla="*/ 853250 h 5143785"/>
              <a:gd name="connsiteX23989" fmla="*/ 3092958 w 3114960"/>
              <a:gd name="connsiteY23989" fmla="*/ 853250 h 5143785"/>
              <a:gd name="connsiteX23990" fmla="*/ 3096863 w 3114960"/>
              <a:gd name="connsiteY23990" fmla="*/ 857155 h 5143785"/>
              <a:gd name="connsiteX23991" fmla="*/ 3096863 w 3114960"/>
              <a:gd name="connsiteY23991" fmla="*/ 870776 h 5143785"/>
              <a:gd name="connsiteX23992" fmla="*/ 3092958 w 3114960"/>
              <a:gd name="connsiteY23992" fmla="*/ 874681 h 5143785"/>
              <a:gd name="connsiteX23993" fmla="*/ 3087053 w 3114960"/>
              <a:gd name="connsiteY23993" fmla="*/ 874681 h 5143785"/>
              <a:gd name="connsiteX23994" fmla="*/ 3087053 w 3114960"/>
              <a:gd name="connsiteY23994" fmla="*/ 853345 h 5143785"/>
              <a:gd name="connsiteX23995" fmla="*/ 3050286 w 3114960"/>
              <a:gd name="connsiteY23995" fmla="*/ 857060 h 5143785"/>
              <a:gd name="connsiteX23996" fmla="*/ 3054192 w 3114960"/>
              <a:gd name="connsiteY23996" fmla="*/ 853154 h 5143785"/>
              <a:gd name="connsiteX23997" fmla="*/ 3061811 w 3114960"/>
              <a:gd name="connsiteY23997" fmla="*/ 853154 h 5143785"/>
              <a:gd name="connsiteX23998" fmla="*/ 3061811 w 3114960"/>
              <a:gd name="connsiteY23998" fmla="*/ 874490 h 5143785"/>
              <a:gd name="connsiteX23999" fmla="*/ 3054192 w 3114960"/>
              <a:gd name="connsiteY23999" fmla="*/ 874490 h 5143785"/>
              <a:gd name="connsiteX24000" fmla="*/ 3050286 w 3114960"/>
              <a:gd name="connsiteY24000" fmla="*/ 870585 h 5143785"/>
              <a:gd name="connsiteX24001" fmla="*/ 3050286 w 3114960"/>
              <a:gd name="connsiteY24001" fmla="*/ 856964 h 5143785"/>
              <a:gd name="connsiteX24002" fmla="*/ 2102739 w 3114960"/>
              <a:gd name="connsiteY24002" fmla="*/ 3086576 h 5143785"/>
              <a:gd name="connsiteX24003" fmla="*/ 2109788 w 3114960"/>
              <a:gd name="connsiteY24003" fmla="*/ 3079528 h 5143785"/>
              <a:gd name="connsiteX24004" fmla="*/ 2116836 w 3114960"/>
              <a:gd name="connsiteY24004" fmla="*/ 3086576 h 5143785"/>
              <a:gd name="connsiteX24005" fmla="*/ 2109788 w 3114960"/>
              <a:gd name="connsiteY24005" fmla="*/ 3093625 h 5143785"/>
              <a:gd name="connsiteX24006" fmla="*/ 2102739 w 3114960"/>
              <a:gd name="connsiteY24006" fmla="*/ 3086576 h 5143785"/>
              <a:gd name="connsiteX24007" fmla="*/ 3061526 w 3114960"/>
              <a:gd name="connsiteY24007" fmla="*/ 1121093 h 5143785"/>
              <a:gd name="connsiteX24008" fmla="*/ 3114770 w 3114960"/>
              <a:gd name="connsiteY24008" fmla="*/ 1122236 h 5143785"/>
              <a:gd name="connsiteX24009" fmla="*/ 3114770 w 3114960"/>
              <a:gd name="connsiteY24009" fmla="*/ 1117473 h 5143785"/>
              <a:gd name="connsiteX24010" fmla="*/ 3060002 w 3114960"/>
              <a:gd name="connsiteY24010" fmla="*/ 1116235 h 5143785"/>
              <a:gd name="connsiteX24011" fmla="*/ 3032379 w 3114960"/>
              <a:gd name="connsiteY24011" fmla="*/ 1139762 h 5143785"/>
              <a:gd name="connsiteX24012" fmla="*/ 3032379 w 3114960"/>
              <a:gd name="connsiteY24012" fmla="*/ 1203579 h 5143785"/>
              <a:gd name="connsiteX24013" fmla="*/ 3019520 w 3114960"/>
              <a:gd name="connsiteY24013" fmla="*/ 1218057 h 5143785"/>
              <a:gd name="connsiteX24014" fmla="*/ 3032284 w 3114960"/>
              <a:gd name="connsiteY24014" fmla="*/ 1232535 h 5143785"/>
              <a:gd name="connsiteX24015" fmla="*/ 3032284 w 3114960"/>
              <a:gd name="connsiteY24015" fmla="*/ 1277493 h 5143785"/>
              <a:gd name="connsiteX24016" fmla="*/ 2951036 w 3114960"/>
              <a:gd name="connsiteY24016" fmla="*/ 1349121 h 5143785"/>
              <a:gd name="connsiteX24017" fmla="*/ 2809113 w 3114960"/>
              <a:gd name="connsiteY24017" fmla="*/ 1349121 h 5143785"/>
              <a:gd name="connsiteX24018" fmla="*/ 2809113 w 3114960"/>
              <a:gd name="connsiteY24018" fmla="*/ 1342073 h 5143785"/>
              <a:gd name="connsiteX24019" fmla="*/ 2801303 w 3114960"/>
              <a:gd name="connsiteY24019" fmla="*/ 1334262 h 5143785"/>
              <a:gd name="connsiteX24020" fmla="*/ 2779776 w 3114960"/>
              <a:gd name="connsiteY24020" fmla="*/ 1334262 h 5143785"/>
              <a:gd name="connsiteX24021" fmla="*/ 2771966 w 3114960"/>
              <a:gd name="connsiteY24021" fmla="*/ 1342073 h 5143785"/>
              <a:gd name="connsiteX24022" fmla="*/ 2771966 w 3114960"/>
              <a:gd name="connsiteY24022" fmla="*/ 1346930 h 5143785"/>
              <a:gd name="connsiteX24023" fmla="*/ 2737866 w 3114960"/>
              <a:gd name="connsiteY24023" fmla="*/ 1346930 h 5143785"/>
              <a:gd name="connsiteX24024" fmla="*/ 2737866 w 3114960"/>
              <a:gd name="connsiteY24024" fmla="*/ 1346835 h 5143785"/>
              <a:gd name="connsiteX24025" fmla="*/ 2735294 w 3114960"/>
              <a:gd name="connsiteY24025" fmla="*/ 1347883 h 5143785"/>
              <a:gd name="connsiteX24026" fmla="*/ 2734247 w 3114960"/>
              <a:gd name="connsiteY24026" fmla="*/ 1350455 h 5143785"/>
              <a:gd name="connsiteX24027" fmla="*/ 2734437 w 3114960"/>
              <a:gd name="connsiteY24027" fmla="*/ 1378649 h 5143785"/>
              <a:gd name="connsiteX24028" fmla="*/ 2722055 w 3114960"/>
              <a:gd name="connsiteY24028" fmla="*/ 1378649 h 5143785"/>
              <a:gd name="connsiteX24029" fmla="*/ 2722055 w 3114960"/>
              <a:gd name="connsiteY24029" fmla="*/ 1336548 h 5143785"/>
              <a:gd name="connsiteX24030" fmla="*/ 2718340 w 3114960"/>
              <a:gd name="connsiteY24030" fmla="*/ 1333024 h 5143785"/>
              <a:gd name="connsiteX24031" fmla="*/ 2694242 w 3114960"/>
              <a:gd name="connsiteY24031" fmla="*/ 1333024 h 5143785"/>
              <a:gd name="connsiteX24032" fmla="*/ 2691670 w 3114960"/>
              <a:gd name="connsiteY24032" fmla="*/ 1334072 h 5143785"/>
              <a:gd name="connsiteX24033" fmla="*/ 2690622 w 3114960"/>
              <a:gd name="connsiteY24033" fmla="*/ 1336643 h 5143785"/>
              <a:gd name="connsiteX24034" fmla="*/ 2691194 w 3114960"/>
              <a:gd name="connsiteY24034" fmla="*/ 1389602 h 5143785"/>
              <a:gd name="connsiteX24035" fmla="*/ 2676716 w 3114960"/>
              <a:gd name="connsiteY24035" fmla="*/ 1389602 h 5143785"/>
              <a:gd name="connsiteX24036" fmla="*/ 2676716 w 3114960"/>
              <a:gd name="connsiteY24036" fmla="*/ 1336548 h 5143785"/>
              <a:gd name="connsiteX24037" fmla="*/ 2673001 w 3114960"/>
              <a:gd name="connsiteY24037" fmla="*/ 1333024 h 5143785"/>
              <a:gd name="connsiteX24038" fmla="*/ 2649188 w 3114960"/>
              <a:gd name="connsiteY24038" fmla="*/ 1333024 h 5143785"/>
              <a:gd name="connsiteX24039" fmla="*/ 2646617 w 3114960"/>
              <a:gd name="connsiteY24039" fmla="*/ 1334072 h 5143785"/>
              <a:gd name="connsiteX24040" fmla="*/ 2645569 w 3114960"/>
              <a:gd name="connsiteY24040" fmla="*/ 1336643 h 5143785"/>
              <a:gd name="connsiteX24041" fmla="*/ 2645569 w 3114960"/>
              <a:gd name="connsiteY24041" fmla="*/ 1399413 h 5143785"/>
              <a:gd name="connsiteX24042" fmla="*/ 2631377 w 3114960"/>
              <a:gd name="connsiteY24042" fmla="*/ 1399413 h 5143785"/>
              <a:gd name="connsiteX24043" fmla="*/ 2631377 w 3114960"/>
              <a:gd name="connsiteY24043" fmla="*/ 1336643 h 5143785"/>
              <a:gd name="connsiteX24044" fmla="*/ 2627757 w 3114960"/>
              <a:gd name="connsiteY24044" fmla="*/ 1333024 h 5143785"/>
              <a:gd name="connsiteX24045" fmla="*/ 2604802 w 3114960"/>
              <a:gd name="connsiteY24045" fmla="*/ 1333024 h 5143785"/>
              <a:gd name="connsiteX24046" fmla="*/ 2602230 w 3114960"/>
              <a:gd name="connsiteY24046" fmla="*/ 1334072 h 5143785"/>
              <a:gd name="connsiteX24047" fmla="*/ 2601182 w 3114960"/>
              <a:gd name="connsiteY24047" fmla="*/ 1336643 h 5143785"/>
              <a:gd name="connsiteX24048" fmla="*/ 2601944 w 3114960"/>
              <a:gd name="connsiteY24048" fmla="*/ 1407414 h 5143785"/>
              <a:gd name="connsiteX24049" fmla="*/ 2584418 w 3114960"/>
              <a:gd name="connsiteY24049" fmla="*/ 1407414 h 5143785"/>
              <a:gd name="connsiteX24050" fmla="*/ 2584037 w 3114960"/>
              <a:gd name="connsiteY24050" fmla="*/ 1372267 h 5143785"/>
              <a:gd name="connsiteX24051" fmla="*/ 2580418 w 3114960"/>
              <a:gd name="connsiteY24051" fmla="*/ 1368743 h 5143785"/>
              <a:gd name="connsiteX24052" fmla="*/ 2561082 w 3114960"/>
              <a:gd name="connsiteY24052" fmla="*/ 1368743 h 5143785"/>
              <a:gd name="connsiteX24053" fmla="*/ 2561082 w 3114960"/>
              <a:gd name="connsiteY24053" fmla="*/ 1361503 h 5143785"/>
              <a:gd name="connsiteX24054" fmla="*/ 2556796 w 3114960"/>
              <a:gd name="connsiteY24054" fmla="*/ 1357217 h 5143785"/>
              <a:gd name="connsiteX24055" fmla="*/ 2535269 w 3114960"/>
              <a:gd name="connsiteY24055" fmla="*/ 1357217 h 5143785"/>
              <a:gd name="connsiteX24056" fmla="*/ 2530983 w 3114960"/>
              <a:gd name="connsiteY24056" fmla="*/ 1361503 h 5143785"/>
              <a:gd name="connsiteX24057" fmla="*/ 2530983 w 3114960"/>
              <a:gd name="connsiteY24057" fmla="*/ 1383697 h 5143785"/>
              <a:gd name="connsiteX24058" fmla="*/ 2534507 w 3114960"/>
              <a:gd name="connsiteY24058" fmla="*/ 1387221 h 5143785"/>
              <a:gd name="connsiteX24059" fmla="*/ 2556701 w 3114960"/>
              <a:gd name="connsiteY24059" fmla="*/ 1387221 h 5143785"/>
              <a:gd name="connsiteX24060" fmla="*/ 2560987 w 3114960"/>
              <a:gd name="connsiteY24060" fmla="*/ 1382935 h 5143785"/>
              <a:gd name="connsiteX24061" fmla="*/ 2560987 w 3114960"/>
              <a:gd name="connsiteY24061" fmla="*/ 1375696 h 5143785"/>
              <a:gd name="connsiteX24062" fmla="*/ 2576798 w 3114960"/>
              <a:gd name="connsiteY24062" fmla="*/ 1375696 h 5143785"/>
              <a:gd name="connsiteX24063" fmla="*/ 2577179 w 3114960"/>
              <a:gd name="connsiteY24063" fmla="*/ 1410843 h 5143785"/>
              <a:gd name="connsiteX24064" fmla="*/ 2580799 w 3114960"/>
              <a:gd name="connsiteY24064" fmla="*/ 1414367 h 5143785"/>
              <a:gd name="connsiteX24065" fmla="*/ 2605469 w 3114960"/>
              <a:gd name="connsiteY24065" fmla="*/ 1414367 h 5143785"/>
              <a:gd name="connsiteX24066" fmla="*/ 2608040 w 3114960"/>
              <a:gd name="connsiteY24066" fmla="*/ 1413320 h 5143785"/>
              <a:gd name="connsiteX24067" fmla="*/ 2609088 w 3114960"/>
              <a:gd name="connsiteY24067" fmla="*/ 1410748 h 5143785"/>
              <a:gd name="connsiteX24068" fmla="*/ 2608326 w 3114960"/>
              <a:gd name="connsiteY24068" fmla="*/ 1339977 h 5143785"/>
              <a:gd name="connsiteX24069" fmla="*/ 2624042 w 3114960"/>
              <a:gd name="connsiteY24069" fmla="*/ 1339977 h 5143785"/>
              <a:gd name="connsiteX24070" fmla="*/ 2624042 w 3114960"/>
              <a:gd name="connsiteY24070" fmla="*/ 1402747 h 5143785"/>
              <a:gd name="connsiteX24071" fmla="*/ 2627662 w 3114960"/>
              <a:gd name="connsiteY24071" fmla="*/ 1406366 h 5143785"/>
              <a:gd name="connsiteX24072" fmla="*/ 2649188 w 3114960"/>
              <a:gd name="connsiteY24072" fmla="*/ 1406366 h 5143785"/>
              <a:gd name="connsiteX24073" fmla="*/ 2651760 w 3114960"/>
              <a:gd name="connsiteY24073" fmla="*/ 1405319 h 5143785"/>
              <a:gd name="connsiteX24074" fmla="*/ 2652808 w 3114960"/>
              <a:gd name="connsiteY24074" fmla="*/ 1402747 h 5143785"/>
              <a:gd name="connsiteX24075" fmla="*/ 2652808 w 3114960"/>
              <a:gd name="connsiteY24075" fmla="*/ 1339977 h 5143785"/>
              <a:gd name="connsiteX24076" fmla="*/ 2669286 w 3114960"/>
              <a:gd name="connsiteY24076" fmla="*/ 1339977 h 5143785"/>
              <a:gd name="connsiteX24077" fmla="*/ 2669286 w 3114960"/>
              <a:gd name="connsiteY24077" fmla="*/ 1393031 h 5143785"/>
              <a:gd name="connsiteX24078" fmla="*/ 2673001 w 3114960"/>
              <a:gd name="connsiteY24078" fmla="*/ 1396556 h 5143785"/>
              <a:gd name="connsiteX24079" fmla="*/ 2694623 w 3114960"/>
              <a:gd name="connsiteY24079" fmla="*/ 1396556 h 5143785"/>
              <a:gd name="connsiteX24080" fmla="*/ 2697194 w 3114960"/>
              <a:gd name="connsiteY24080" fmla="*/ 1395508 h 5143785"/>
              <a:gd name="connsiteX24081" fmla="*/ 2698242 w 3114960"/>
              <a:gd name="connsiteY24081" fmla="*/ 1392936 h 5143785"/>
              <a:gd name="connsiteX24082" fmla="*/ 2697671 w 3114960"/>
              <a:gd name="connsiteY24082" fmla="*/ 1339977 h 5143785"/>
              <a:gd name="connsiteX24083" fmla="*/ 2714530 w 3114960"/>
              <a:gd name="connsiteY24083" fmla="*/ 1339977 h 5143785"/>
              <a:gd name="connsiteX24084" fmla="*/ 2714530 w 3114960"/>
              <a:gd name="connsiteY24084" fmla="*/ 1382078 h 5143785"/>
              <a:gd name="connsiteX24085" fmla="*/ 2718245 w 3114960"/>
              <a:gd name="connsiteY24085" fmla="*/ 1385602 h 5143785"/>
              <a:gd name="connsiteX24086" fmla="*/ 2737771 w 3114960"/>
              <a:gd name="connsiteY24086" fmla="*/ 1385602 h 5143785"/>
              <a:gd name="connsiteX24087" fmla="*/ 2740343 w 3114960"/>
              <a:gd name="connsiteY24087" fmla="*/ 1384554 h 5143785"/>
              <a:gd name="connsiteX24088" fmla="*/ 2741390 w 3114960"/>
              <a:gd name="connsiteY24088" fmla="*/ 1381982 h 5143785"/>
              <a:gd name="connsiteX24089" fmla="*/ 2741200 w 3114960"/>
              <a:gd name="connsiteY24089" fmla="*/ 1353788 h 5143785"/>
              <a:gd name="connsiteX24090" fmla="*/ 2771680 w 3114960"/>
              <a:gd name="connsiteY24090" fmla="*/ 1353788 h 5143785"/>
              <a:gd name="connsiteX24091" fmla="*/ 2771680 w 3114960"/>
              <a:gd name="connsiteY24091" fmla="*/ 1364171 h 5143785"/>
              <a:gd name="connsiteX24092" fmla="*/ 2778824 w 3114960"/>
              <a:gd name="connsiteY24092" fmla="*/ 1371314 h 5143785"/>
              <a:gd name="connsiteX24093" fmla="*/ 2801017 w 3114960"/>
              <a:gd name="connsiteY24093" fmla="*/ 1371314 h 5143785"/>
              <a:gd name="connsiteX24094" fmla="*/ 2808827 w 3114960"/>
              <a:gd name="connsiteY24094" fmla="*/ 1363504 h 5143785"/>
              <a:gd name="connsiteX24095" fmla="*/ 2808827 w 3114960"/>
              <a:gd name="connsiteY24095" fmla="*/ 1353788 h 5143785"/>
              <a:gd name="connsiteX24096" fmla="*/ 2952560 w 3114960"/>
              <a:gd name="connsiteY24096" fmla="*/ 1353788 h 5143785"/>
              <a:gd name="connsiteX24097" fmla="*/ 3036761 w 3114960"/>
              <a:gd name="connsiteY24097" fmla="*/ 1279493 h 5143785"/>
              <a:gd name="connsiteX24098" fmla="*/ 3036761 w 3114960"/>
              <a:gd name="connsiteY24098" fmla="*/ 1232345 h 5143785"/>
              <a:gd name="connsiteX24099" fmla="*/ 3048476 w 3114960"/>
              <a:gd name="connsiteY24099" fmla="*/ 1217962 h 5143785"/>
              <a:gd name="connsiteX24100" fmla="*/ 3036761 w 3114960"/>
              <a:gd name="connsiteY24100" fmla="*/ 1203579 h 5143785"/>
              <a:gd name="connsiteX24101" fmla="*/ 3036761 w 3114960"/>
              <a:gd name="connsiteY24101" fmla="*/ 1142048 h 5143785"/>
              <a:gd name="connsiteX24102" fmla="*/ 3061240 w 3114960"/>
              <a:gd name="connsiteY24102" fmla="*/ 1120902 h 5143785"/>
              <a:gd name="connsiteX24103" fmla="*/ 2801969 w 3114960"/>
              <a:gd name="connsiteY24103" fmla="*/ 1363599 h 5143785"/>
              <a:gd name="connsiteX24104" fmla="*/ 2801303 w 3114960"/>
              <a:gd name="connsiteY24104" fmla="*/ 1364266 h 5143785"/>
              <a:gd name="connsiteX24105" fmla="*/ 2779109 w 3114960"/>
              <a:gd name="connsiteY24105" fmla="*/ 1364266 h 5143785"/>
              <a:gd name="connsiteX24106" fmla="*/ 2779109 w 3114960"/>
              <a:gd name="connsiteY24106" fmla="*/ 1342073 h 5143785"/>
              <a:gd name="connsiteX24107" fmla="*/ 2779776 w 3114960"/>
              <a:gd name="connsiteY24107" fmla="*/ 1341406 h 5143785"/>
              <a:gd name="connsiteX24108" fmla="*/ 2801303 w 3114960"/>
              <a:gd name="connsiteY24108" fmla="*/ 1341406 h 5143785"/>
              <a:gd name="connsiteX24109" fmla="*/ 2801969 w 3114960"/>
              <a:gd name="connsiteY24109" fmla="*/ 1342073 h 5143785"/>
              <a:gd name="connsiteX24110" fmla="*/ 2801969 w 3114960"/>
              <a:gd name="connsiteY24110" fmla="*/ 1363599 h 5143785"/>
              <a:gd name="connsiteX24111" fmla="*/ 3044000 w 3114960"/>
              <a:gd name="connsiteY24111" fmla="*/ 1218057 h 5143785"/>
              <a:gd name="connsiteX24112" fmla="*/ 3034094 w 3114960"/>
              <a:gd name="connsiteY24112" fmla="*/ 1227963 h 5143785"/>
              <a:gd name="connsiteX24113" fmla="*/ 3024188 w 3114960"/>
              <a:gd name="connsiteY24113" fmla="*/ 1218057 h 5143785"/>
              <a:gd name="connsiteX24114" fmla="*/ 3032379 w 3114960"/>
              <a:gd name="connsiteY24114" fmla="*/ 1208532 h 5143785"/>
              <a:gd name="connsiteX24115" fmla="*/ 3035713 w 3114960"/>
              <a:gd name="connsiteY24115" fmla="*/ 1208532 h 5143785"/>
              <a:gd name="connsiteX24116" fmla="*/ 3043904 w 3114960"/>
              <a:gd name="connsiteY24116" fmla="*/ 1218057 h 5143785"/>
              <a:gd name="connsiteX24117" fmla="*/ 3067812 w 3114960"/>
              <a:gd name="connsiteY24117" fmla="*/ 4063175 h 5143785"/>
              <a:gd name="connsiteX24118" fmla="*/ 3070860 w 3114960"/>
              <a:gd name="connsiteY24118" fmla="*/ 4062794 h 5143785"/>
              <a:gd name="connsiteX24119" fmla="*/ 3078575 w 3114960"/>
              <a:gd name="connsiteY24119" fmla="*/ 4054030 h 5143785"/>
              <a:gd name="connsiteX24120" fmla="*/ 3114770 w 3114960"/>
              <a:gd name="connsiteY24120" fmla="*/ 4054221 h 5143785"/>
              <a:gd name="connsiteX24121" fmla="*/ 3114770 w 3114960"/>
              <a:gd name="connsiteY24121" fmla="*/ 4049459 h 5143785"/>
              <a:gd name="connsiteX24122" fmla="*/ 3078385 w 3114960"/>
              <a:gd name="connsiteY24122" fmla="*/ 4049268 h 5143785"/>
              <a:gd name="connsiteX24123" fmla="*/ 3078385 w 3114960"/>
              <a:gd name="connsiteY24123" fmla="*/ 4049268 h 5143785"/>
              <a:gd name="connsiteX24124" fmla="*/ 3078385 w 3114960"/>
              <a:gd name="connsiteY24124" fmla="*/ 4049268 h 5143785"/>
              <a:gd name="connsiteX24125" fmla="*/ 3064859 w 3114960"/>
              <a:gd name="connsiteY24125" fmla="*/ 4041743 h 5143785"/>
              <a:gd name="connsiteX24126" fmla="*/ 3057335 w 3114960"/>
              <a:gd name="connsiteY24126" fmla="*/ 4055269 h 5143785"/>
              <a:gd name="connsiteX24127" fmla="*/ 3067907 w 3114960"/>
              <a:gd name="connsiteY24127" fmla="*/ 4063175 h 5143785"/>
              <a:gd name="connsiteX24128" fmla="*/ 3066193 w 3114960"/>
              <a:gd name="connsiteY24128" fmla="*/ 4046220 h 5143785"/>
              <a:gd name="connsiteX24129" fmla="*/ 3067907 w 3114960"/>
              <a:gd name="connsiteY24129" fmla="*/ 4045934 h 5143785"/>
              <a:gd name="connsiteX24130" fmla="*/ 3073908 w 3114960"/>
              <a:gd name="connsiteY24130" fmla="*/ 4050411 h 5143785"/>
              <a:gd name="connsiteX24131" fmla="*/ 3069622 w 3114960"/>
              <a:gd name="connsiteY24131" fmla="*/ 4058031 h 5143785"/>
              <a:gd name="connsiteX24132" fmla="*/ 3062002 w 3114960"/>
              <a:gd name="connsiteY24132" fmla="*/ 4053745 h 5143785"/>
              <a:gd name="connsiteX24133" fmla="*/ 3066288 w 3114960"/>
              <a:gd name="connsiteY24133" fmla="*/ 4046125 h 5143785"/>
              <a:gd name="connsiteX24134" fmla="*/ 3028569 w 3114960"/>
              <a:gd name="connsiteY24134" fmla="*/ 919925 h 5143785"/>
              <a:gd name="connsiteX24135" fmla="*/ 3046571 w 3114960"/>
              <a:gd name="connsiteY24135" fmla="*/ 901637 h 5143785"/>
              <a:gd name="connsiteX24136" fmla="*/ 3047524 w 3114960"/>
              <a:gd name="connsiteY24136" fmla="*/ 901637 h 5143785"/>
              <a:gd name="connsiteX24137" fmla="*/ 3114770 w 3114960"/>
              <a:gd name="connsiteY24137" fmla="*/ 901446 h 5143785"/>
              <a:gd name="connsiteX24138" fmla="*/ 3114770 w 3114960"/>
              <a:gd name="connsiteY24138" fmla="*/ 906209 h 5143785"/>
              <a:gd name="connsiteX24139" fmla="*/ 3048572 w 3114960"/>
              <a:gd name="connsiteY24139" fmla="*/ 906209 h 5143785"/>
              <a:gd name="connsiteX24140" fmla="*/ 3033332 w 3114960"/>
              <a:gd name="connsiteY24140" fmla="*/ 921829 h 5143785"/>
              <a:gd name="connsiteX24141" fmla="*/ 3033332 w 3114960"/>
              <a:gd name="connsiteY24141" fmla="*/ 1050989 h 5143785"/>
              <a:gd name="connsiteX24142" fmla="*/ 3072194 w 3114960"/>
              <a:gd name="connsiteY24142" fmla="*/ 1082516 h 5143785"/>
              <a:gd name="connsiteX24143" fmla="*/ 3114770 w 3114960"/>
              <a:gd name="connsiteY24143" fmla="*/ 1082516 h 5143785"/>
              <a:gd name="connsiteX24144" fmla="*/ 3114770 w 3114960"/>
              <a:gd name="connsiteY24144" fmla="*/ 1087279 h 5143785"/>
              <a:gd name="connsiteX24145" fmla="*/ 3070479 w 3114960"/>
              <a:gd name="connsiteY24145" fmla="*/ 1087279 h 5143785"/>
              <a:gd name="connsiteX24146" fmla="*/ 3028474 w 3114960"/>
              <a:gd name="connsiteY24146" fmla="*/ 1053275 h 5143785"/>
              <a:gd name="connsiteX24147" fmla="*/ 3028474 w 3114960"/>
              <a:gd name="connsiteY24147" fmla="*/ 919925 h 5143785"/>
              <a:gd name="connsiteX24148" fmla="*/ 2107311 w 3114960"/>
              <a:gd name="connsiteY24148" fmla="*/ 2939796 h 5143785"/>
              <a:gd name="connsiteX24149" fmla="*/ 2112074 w 3114960"/>
              <a:gd name="connsiteY24149" fmla="*/ 2939796 h 5143785"/>
              <a:gd name="connsiteX24150" fmla="*/ 2112074 w 3114960"/>
              <a:gd name="connsiteY24150" fmla="*/ 2958846 h 5143785"/>
              <a:gd name="connsiteX24151" fmla="*/ 2107311 w 3114960"/>
              <a:gd name="connsiteY24151" fmla="*/ 2958846 h 5143785"/>
              <a:gd name="connsiteX24152" fmla="*/ 2107311 w 3114960"/>
              <a:gd name="connsiteY24152" fmla="*/ 2939796 h 5143785"/>
              <a:gd name="connsiteX24153" fmla="*/ 3045524 w 3114960"/>
              <a:gd name="connsiteY24153" fmla="*/ 4037457 h 5143785"/>
              <a:gd name="connsiteX24154" fmla="*/ 3048572 w 3114960"/>
              <a:gd name="connsiteY24154" fmla="*/ 4037076 h 5143785"/>
              <a:gd name="connsiteX24155" fmla="*/ 3055144 w 3114960"/>
              <a:gd name="connsiteY24155" fmla="*/ 4031837 h 5143785"/>
              <a:gd name="connsiteX24156" fmla="*/ 3056096 w 3114960"/>
              <a:gd name="connsiteY24156" fmla="*/ 4028885 h 5143785"/>
              <a:gd name="connsiteX24157" fmla="*/ 3114770 w 3114960"/>
              <a:gd name="connsiteY24157" fmla="*/ 4029170 h 5143785"/>
              <a:gd name="connsiteX24158" fmla="*/ 3114770 w 3114960"/>
              <a:gd name="connsiteY24158" fmla="*/ 4024408 h 5143785"/>
              <a:gd name="connsiteX24159" fmla="*/ 3056096 w 3114960"/>
              <a:gd name="connsiteY24159" fmla="*/ 4024122 h 5143785"/>
              <a:gd name="connsiteX24160" fmla="*/ 3056096 w 3114960"/>
              <a:gd name="connsiteY24160" fmla="*/ 4023455 h 5143785"/>
              <a:gd name="connsiteX24161" fmla="*/ 3042571 w 3114960"/>
              <a:gd name="connsiteY24161" fmla="*/ 4015930 h 5143785"/>
              <a:gd name="connsiteX24162" fmla="*/ 3035999 w 3114960"/>
              <a:gd name="connsiteY24162" fmla="*/ 4021169 h 5143785"/>
              <a:gd name="connsiteX24163" fmla="*/ 3035046 w 3114960"/>
              <a:gd name="connsiteY24163" fmla="*/ 4029551 h 5143785"/>
              <a:gd name="connsiteX24164" fmla="*/ 3045619 w 3114960"/>
              <a:gd name="connsiteY24164" fmla="*/ 4037457 h 5143785"/>
              <a:gd name="connsiteX24165" fmla="*/ 3040094 w 3114960"/>
              <a:gd name="connsiteY24165" fmla="*/ 4023551 h 5143785"/>
              <a:gd name="connsiteX24166" fmla="*/ 3043809 w 3114960"/>
              <a:gd name="connsiteY24166" fmla="*/ 4020598 h 5143785"/>
              <a:gd name="connsiteX24167" fmla="*/ 3045524 w 3114960"/>
              <a:gd name="connsiteY24167" fmla="*/ 4020312 h 5143785"/>
              <a:gd name="connsiteX24168" fmla="*/ 3048476 w 3114960"/>
              <a:gd name="connsiteY24168" fmla="*/ 4021074 h 5143785"/>
              <a:gd name="connsiteX24169" fmla="*/ 3051429 w 3114960"/>
              <a:gd name="connsiteY24169" fmla="*/ 4024789 h 5143785"/>
              <a:gd name="connsiteX24170" fmla="*/ 3047143 w 3114960"/>
              <a:gd name="connsiteY24170" fmla="*/ 4032409 h 5143785"/>
              <a:gd name="connsiteX24171" fmla="*/ 3039523 w 3114960"/>
              <a:gd name="connsiteY24171" fmla="*/ 4028123 h 5143785"/>
              <a:gd name="connsiteX24172" fmla="*/ 3040094 w 3114960"/>
              <a:gd name="connsiteY24172" fmla="*/ 4023455 h 5143785"/>
              <a:gd name="connsiteX24173" fmla="*/ 2216658 w 3114960"/>
              <a:gd name="connsiteY24173" fmla="*/ 2898362 h 5143785"/>
              <a:gd name="connsiteX24174" fmla="*/ 2229326 w 3114960"/>
              <a:gd name="connsiteY24174" fmla="*/ 2884075 h 5143785"/>
              <a:gd name="connsiteX24175" fmla="*/ 2232851 w 3114960"/>
              <a:gd name="connsiteY24175" fmla="*/ 2887218 h 5143785"/>
              <a:gd name="connsiteX24176" fmla="*/ 2220182 w 3114960"/>
              <a:gd name="connsiteY24176" fmla="*/ 2901505 h 5143785"/>
              <a:gd name="connsiteX24177" fmla="*/ 2216658 w 3114960"/>
              <a:gd name="connsiteY24177" fmla="*/ 2898362 h 5143785"/>
              <a:gd name="connsiteX24178" fmla="*/ 2141506 w 3114960"/>
              <a:gd name="connsiteY24178" fmla="*/ 2894362 h 5143785"/>
              <a:gd name="connsiteX24179" fmla="*/ 2154555 w 3114960"/>
              <a:gd name="connsiteY24179" fmla="*/ 2880455 h 5143785"/>
              <a:gd name="connsiteX24180" fmla="*/ 2158079 w 3114960"/>
              <a:gd name="connsiteY24180" fmla="*/ 2883694 h 5143785"/>
              <a:gd name="connsiteX24181" fmla="*/ 2145030 w 3114960"/>
              <a:gd name="connsiteY24181" fmla="*/ 2897600 h 5143785"/>
              <a:gd name="connsiteX24182" fmla="*/ 2141506 w 3114960"/>
              <a:gd name="connsiteY24182" fmla="*/ 2894362 h 5143785"/>
              <a:gd name="connsiteX24183" fmla="*/ 2197799 w 3114960"/>
              <a:gd name="connsiteY24183" fmla="*/ 2708910 h 5143785"/>
              <a:gd name="connsiteX24184" fmla="*/ 2194560 w 3114960"/>
              <a:gd name="connsiteY24184" fmla="*/ 2712434 h 5143785"/>
              <a:gd name="connsiteX24185" fmla="*/ 2180558 w 3114960"/>
              <a:gd name="connsiteY24185" fmla="*/ 2699576 h 5143785"/>
              <a:gd name="connsiteX24186" fmla="*/ 2183797 w 3114960"/>
              <a:gd name="connsiteY24186" fmla="*/ 2696051 h 5143785"/>
              <a:gd name="connsiteX24187" fmla="*/ 2197799 w 3114960"/>
              <a:gd name="connsiteY24187" fmla="*/ 2708910 h 5143785"/>
              <a:gd name="connsiteX24188" fmla="*/ 2225897 w 3114960"/>
              <a:gd name="connsiteY24188" fmla="*/ 2734723 h 5143785"/>
              <a:gd name="connsiteX24189" fmla="*/ 2222659 w 3114960"/>
              <a:gd name="connsiteY24189" fmla="*/ 2738247 h 5143785"/>
              <a:gd name="connsiteX24190" fmla="*/ 2208657 w 3114960"/>
              <a:gd name="connsiteY24190" fmla="*/ 2725388 h 5143785"/>
              <a:gd name="connsiteX24191" fmla="*/ 2211896 w 3114960"/>
              <a:gd name="connsiteY24191" fmla="*/ 2721864 h 5143785"/>
              <a:gd name="connsiteX24192" fmla="*/ 2225897 w 3114960"/>
              <a:gd name="connsiteY24192" fmla="*/ 2734723 h 5143785"/>
              <a:gd name="connsiteX24193" fmla="*/ 2303812 w 3114960"/>
              <a:gd name="connsiteY24193" fmla="*/ 1809178 h 5143785"/>
              <a:gd name="connsiteX24194" fmla="*/ 2303812 w 3114960"/>
              <a:gd name="connsiteY24194" fmla="*/ 1797844 h 5143785"/>
              <a:gd name="connsiteX24195" fmla="*/ 2310194 w 3114960"/>
              <a:gd name="connsiteY24195" fmla="*/ 1791462 h 5143785"/>
              <a:gd name="connsiteX24196" fmla="*/ 2407063 w 3114960"/>
              <a:gd name="connsiteY24196" fmla="*/ 1791462 h 5143785"/>
              <a:gd name="connsiteX24197" fmla="*/ 2413349 w 3114960"/>
              <a:gd name="connsiteY24197" fmla="*/ 1797844 h 5143785"/>
              <a:gd name="connsiteX24198" fmla="*/ 2413349 w 3114960"/>
              <a:gd name="connsiteY24198" fmla="*/ 1809178 h 5143785"/>
              <a:gd name="connsiteX24199" fmla="*/ 2407063 w 3114960"/>
              <a:gd name="connsiteY24199" fmla="*/ 1815560 h 5143785"/>
              <a:gd name="connsiteX24200" fmla="*/ 2310194 w 3114960"/>
              <a:gd name="connsiteY24200" fmla="*/ 1815560 h 5143785"/>
              <a:gd name="connsiteX24201" fmla="*/ 2303812 w 3114960"/>
              <a:gd name="connsiteY24201" fmla="*/ 1809178 h 5143785"/>
              <a:gd name="connsiteX24202" fmla="*/ 1610011 w 3114960"/>
              <a:gd name="connsiteY24202" fmla="*/ 2809875 h 5143785"/>
              <a:gd name="connsiteX24203" fmla="*/ 1579531 w 3114960"/>
              <a:gd name="connsiteY24203" fmla="*/ 2809589 h 5143785"/>
              <a:gd name="connsiteX24204" fmla="*/ 1570863 w 3114960"/>
              <a:gd name="connsiteY24204" fmla="*/ 2804160 h 5143785"/>
              <a:gd name="connsiteX24205" fmla="*/ 1561052 w 3114960"/>
              <a:gd name="connsiteY24205" fmla="*/ 2813971 h 5143785"/>
              <a:gd name="connsiteX24206" fmla="*/ 1570863 w 3114960"/>
              <a:gd name="connsiteY24206" fmla="*/ 2823782 h 5143785"/>
              <a:gd name="connsiteX24207" fmla="*/ 1580578 w 3114960"/>
              <a:gd name="connsiteY24207" fmla="*/ 2814447 h 5143785"/>
              <a:gd name="connsiteX24208" fmla="*/ 1608201 w 3114960"/>
              <a:gd name="connsiteY24208" fmla="*/ 2814733 h 5143785"/>
              <a:gd name="connsiteX24209" fmla="*/ 1622679 w 3114960"/>
              <a:gd name="connsiteY24209" fmla="*/ 2827306 h 5143785"/>
              <a:gd name="connsiteX24210" fmla="*/ 1719263 w 3114960"/>
              <a:gd name="connsiteY24210" fmla="*/ 2827592 h 5143785"/>
              <a:gd name="connsiteX24211" fmla="*/ 1719263 w 3114960"/>
              <a:gd name="connsiteY24211" fmla="*/ 2832068 h 5143785"/>
              <a:gd name="connsiteX24212" fmla="*/ 1726406 w 3114960"/>
              <a:gd name="connsiteY24212" fmla="*/ 2839117 h 5143785"/>
              <a:gd name="connsiteX24213" fmla="*/ 1739932 w 3114960"/>
              <a:gd name="connsiteY24213" fmla="*/ 2839117 h 5143785"/>
              <a:gd name="connsiteX24214" fmla="*/ 1746980 w 3114960"/>
              <a:gd name="connsiteY24214" fmla="*/ 2831878 h 5143785"/>
              <a:gd name="connsiteX24215" fmla="*/ 1746980 w 3114960"/>
              <a:gd name="connsiteY24215" fmla="*/ 2818352 h 5143785"/>
              <a:gd name="connsiteX24216" fmla="*/ 1739837 w 3114960"/>
              <a:gd name="connsiteY24216" fmla="*/ 2811304 h 5143785"/>
              <a:gd name="connsiteX24217" fmla="*/ 1726311 w 3114960"/>
              <a:gd name="connsiteY24217" fmla="*/ 2811304 h 5143785"/>
              <a:gd name="connsiteX24218" fmla="*/ 1719263 w 3114960"/>
              <a:gd name="connsiteY24218" fmla="*/ 2818543 h 5143785"/>
              <a:gd name="connsiteX24219" fmla="*/ 1719263 w 3114960"/>
              <a:gd name="connsiteY24219" fmla="*/ 2822829 h 5143785"/>
              <a:gd name="connsiteX24220" fmla="*/ 1624489 w 3114960"/>
              <a:gd name="connsiteY24220" fmla="*/ 2822543 h 5143785"/>
              <a:gd name="connsiteX24221" fmla="*/ 1610011 w 3114960"/>
              <a:gd name="connsiteY24221" fmla="*/ 2809970 h 5143785"/>
              <a:gd name="connsiteX24222" fmla="*/ 1570958 w 3114960"/>
              <a:gd name="connsiteY24222" fmla="*/ 2818924 h 5143785"/>
              <a:gd name="connsiteX24223" fmla="*/ 1565910 w 3114960"/>
              <a:gd name="connsiteY24223" fmla="*/ 2813876 h 5143785"/>
              <a:gd name="connsiteX24224" fmla="*/ 1570958 w 3114960"/>
              <a:gd name="connsiteY24224" fmla="*/ 2808827 h 5143785"/>
              <a:gd name="connsiteX24225" fmla="*/ 1575911 w 3114960"/>
              <a:gd name="connsiteY24225" fmla="*/ 2813876 h 5143785"/>
              <a:gd name="connsiteX24226" fmla="*/ 1570958 w 3114960"/>
              <a:gd name="connsiteY24226" fmla="*/ 2818924 h 5143785"/>
              <a:gd name="connsiteX24227" fmla="*/ 1726406 w 3114960"/>
              <a:gd name="connsiteY24227" fmla="*/ 2816067 h 5143785"/>
              <a:gd name="connsiteX24228" fmla="*/ 1739932 w 3114960"/>
              <a:gd name="connsiteY24228" fmla="*/ 2816067 h 5143785"/>
              <a:gd name="connsiteX24229" fmla="*/ 1742313 w 3114960"/>
              <a:gd name="connsiteY24229" fmla="*/ 2818352 h 5143785"/>
              <a:gd name="connsiteX24230" fmla="*/ 1742313 w 3114960"/>
              <a:gd name="connsiteY24230" fmla="*/ 2831878 h 5143785"/>
              <a:gd name="connsiteX24231" fmla="*/ 1740027 w 3114960"/>
              <a:gd name="connsiteY24231" fmla="*/ 2834259 h 5143785"/>
              <a:gd name="connsiteX24232" fmla="*/ 1726502 w 3114960"/>
              <a:gd name="connsiteY24232" fmla="*/ 2834259 h 5143785"/>
              <a:gd name="connsiteX24233" fmla="*/ 1724120 w 3114960"/>
              <a:gd name="connsiteY24233" fmla="*/ 2831973 h 5143785"/>
              <a:gd name="connsiteX24234" fmla="*/ 1724120 w 3114960"/>
              <a:gd name="connsiteY24234" fmla="*/ 2818448 h 5143785"/>
              <a:gd name="connsiteX24235" fmla="*/ 1726406 w 3114960"/>
              <a:gd name="connsiteY24235" fmla="*/ 2816067 h 5143785"/>
              <a:gd name="connsiteX24236" fmla="*/ 2089023 w 3114960"/>
              <a:gd name="connsiteY24236" fmla="*/ 1070039 h 5143785"/>
              <a:gd name="connsiteX24237" fmla="*/ 2089023 w 3114960"/>
              <a:gd name="connsiteY24237" fmla="*/ 1073087 h 5143785"/>
              <a:gd name="connsiteX24238" fmla="*/ 2100167 w 3114960"/>
              <a:gd name="connsiteY24238" fmla="*/ 1084231 h 5143785"/>
              <a:gd name="connsiteX24239" fmla="*/ 2112455 w 3114960"/>
              <a:gd name="connsiteY24239" fmla="*/ 1084231 h 5143785"/>
              <a:gd name="connsiteX24240" fmla="*/ 2112455 w 3114960"/>
              <a:gd name="connsiteY24240" fmla="*/ 1112139 h 5143785"/>
              <a:gd name="connsiteX24241" fmla="*/ 2096548 w 3114960"/>
              <a:gd name="connsiteY24241" fmla="*/ 1126427 h 5143785"/>
              <a:gd name="connsiteX24242" fmla="*/ 2087213 w 3114960"/>
              <a:gd name="connsiteY24242" fmla="*/ 1122236 h 5143785"/>
              <a:gd name="connsiteX24243" fmla="*/ 2085975 w 3114960"/>
              <a:gd name="connsiteY24243" fmla="*/ 1122236 h 5143785"/>
              <a:gd name="connsiteX24244" fmla="*/ 2076069 w 3114960"/>
              <a:gd name="connsiteY24244" fmla="*/ 1125950 h 5143785"/>
              <a:gd name="connsiteX24245" fmla="*/ 2074355 w 3114960"/>
              <a:gd name="connsiteY24245" fmla="*/ 1147572 h 5143785"/>
              <a:gd name="connsiteX24246" fmla="*/ 2095976 w 3114960"/>
              <a:gd name="connsiteY24246" fmla="*/ 1149287 h 5143785"/>
              <a:gd name="connsiteX24247" fmla="*/ 2101310 w 3114960"/>
              <a:gd name="connsiteY24247" fmla="*/ 1138809 h 5143785"/>
              <a:gd name="connsiteX24248" fmla="*/ 2100453 w 3114960"/>
              <a:gd name="connsiteY24248" fmla="*/ 1132618 h 5143785"/>
              <a:gd name="connsiteX24249" fmla="*/ 2119598 w 3114960"/>
              <a:gd name="connsiteY24249" fmla="*/ 1115854 h 5143785"/>
              <a:gd name="connsiteX24250" fmla="*/ 2119598 w 3114960"/>
              <a:gd name="connsiteY24250" fmla="*/ 1084326 h 5143785"/>
              <a:gd name="connsiteX24251" fmla="*/ 2131790 w 3114960"/>
              <a:gd name="connsiteY24251" fmla="*/ 1084326 h 5143785"/>
              <a:gd name="connsiteX24252" fmla="*/ 2142935 w 3114960"/>
              <a:gd name="connsiteY24252" fmla="*/ 1073182 h 5143785"/>
              <a:gd name="connsiteX24253" fmla="*/ 2142935 w 3114960"/>
              <a:gd name="connsiteY24253" fmla="*/ 1070134 h 5143785"/>
              <a:gd name="connsiteX24254" fmla="*/ 2131790 w 3114960"/>
              <a:gd name="connsiteY24254" fmla="*/ 1058990 h 5143785"/>
              <a:gd name="connsiteX24255" fmla="*/ 2100167 w 3114960"/>
              <a:gd name="connsiteY24255" fmla="*/ 1058990 h 5143785"/>
              <a:gd name="connsiteX24256" fmla="*/ 2089023 w 3114960"/>
              <a:gd name="connsiteY24256" fmla="*/ 1070134 h 5143785"/>
              <a:gd name="connsiteX24257" fmla="*/ 2092357 w 3114960"/>
              <a:gd name="connsiteY24257" fmla="*/ 1145000 h 5143785"/>
              <a:gd name="connsiteX24258" fmla="*/ 2085975 w 3114960"/>
              <a:gd name="connsiteY24258" fmla="*/ 1147382 h 5143785"/>
              <a:gd name="connsiteX24259" fmla="*/ 2085213 w 3114960"/>
              <a:gd name="connsiteY24259" fmla="*/ 1147382 h 5143785"/>
              <a:gd name="connsiteX24260" fmla="*/ 2078546 w 3114960"/>
              <a:gd name="connsiteY24260" fmla="*/ 1143953 h 5143785"/>
              <a:gd name="connsiteX24261" fmla="*/ 2079593 w 3114960"/>
              <a:gd name="connsiteY24261" fmla="*/ 1130046 h 5143785"/>
              <a:gd name="connsiteX24262" fmla="*/ 2086737 w 3114960"/>
              <a:gd name="connsiteY24262" fmla="*/ 1127760 h 5143785"/>
              <a:gd name="connsiteX24263" fmla="*/ 2093405 w 3114960"/>
              <a:gd name="connsiteY24263" fmla="*/ 1131189 h 5143785"/>
              <a:gd name="connsiteX24264" fmla="*/ 2095691 w 3114960"/>
              <a:gd name="connsiteY24264" fmla="*/ 1138333 h 5143785"/>
              <a:gd name="connsiteX24265" fmla="*/ 2092262 w 3114960"/>
              <a:gd name="connsiteY24265" fmla="*/ 1145000 h 5143785"/>
              <a:gd name="connsiteX24266" fmla="*/ 2135791 w 3114960"/>
              <a:gd name="connsiteY24266" fmla="*/ 1070039 h 5143785"/>
              <a:gd name="connsiteX24267" fmla="*/ 2135791 w 3114960"/>
              <a:gd name="connsiteY24267" fmla="*/ 1073087 h 5143785"/>
              <a:gd name="connsiteX24268" fmla="*/ 2131790 w 3114960"/>
              <a:gd name="connsiteY24268" fmla="*/ 1077087 h 5143785"/>
              <a:gd name="connsiteX24269" fmla="*/ 2100167 w 3114960"/>
              <a:gd name="connsiteY24269" fmla="*/ 1077087 h 5143785"/>
              <a:gd name="connsiteX24270" fmla="*/ 2096167 w 3114960"/>
              <a:gd name="connsiteY24270" fmla="*/ 1073087 h 5143785"/>
              <a:gd name="connsiteX24271" fmla="*/ 2096167 w 3114960"/>
              <a:gd name="connsiteY24271" fmla="*/ 1070039 h 5143785"/>
              <a:gd name="connsiteX24272" fmla="*/ 2100167 w 3114960"/>
              <a:gd name="connsiteY24272" fmla="*/ 1066038 h 5143785"/>
              <a:gd name="connsiteX24273" fmla="*/ 2131790 w 3114960"/>
              <a:gd name="connsiteY24273" fmla="*/ 1066038 h 5143785"/>
              <a:gd name="connsiteX24274" fmla="*/ 2135791 w 3114960"/>
              <a:gd name="connsiteY24274" fmla="*/ 1070039 h 5143785"/>
              <a:gd name="connsiteX24275" fmla="*/ 2787301 w 3114960"/>
              <a:gd name="connsiteY24275" fmla="*/ 876872 h 5143785"/>
              <a:gd name="connsiteX24276" fmla="*/ 2771489 w 3114960"/>
              <a:gd name="connsiteY24276" fmla="*/ 864679 h 5143785"/>
              <a:gd name="connsiteX24277" fmla="*/ 2783681 w 3114960"/>
              <a:gd name="connsiteY24277" fmla="*/ 848868 h 5143785"/>
              <a:gd name="connsiteX24278" fmla="*/ 2799493 w 3114960"/>
              <a:gd name="connsiteY24278" fmla="*/ 861060 h 5143785"/>
              <a:gd name="connsiteX24279" fmla="*/ 2787301 w 3114960"/>
              <a:gd name="connsiteY24279" fmla="*/ 876872 h 5143785"/>
              <a:gd name="connsiteX24280" fmla="*/ 2169795 w 3114960"/>
              <a:gd name="connsiteY24280" fmla="*/ 2683097 h 5143785"/>
              <a:gd name="connsiteX24281" fmla="*/ 2166557 w 3114960"/>
              <a:gd name="connsiteY24281" fmla="*/ 2686622 h 5143785"/>
              <a:gd name="connsiteX24282" fmla="*/ 2152555 w 3114960"/>
              <a:gd name="connsiteY24282" fmla="*/ 2673763 h 5143785"/>
              <a:gd name="connsiteX24283" fmla="*/ 2155793 w 3114960"/>
              <a:gd name="connsiteY24283" fmla="*/ 2670238 h 5143785"/>
              <a:gd name="connsiteX24284" fmla="*/ 2169795 w 3114960"/>
              <a:gd name="connsiteY24284" fmla="*/ 2683097 h 5143785"/>
              <a:gd name="connsiteX24285" fmla="*/ 2219516 w 3114960"/>
              <a:gd name="connsiteY24285" fmla="*/ 1873568 h 5143785"/>
              <a:gd name="connsiteX24286" fmla="*/ 2231136 w 3114960"/>
              <a:gd name="connsiteY24286" fmla="*/ 1859852 h 5143785"/>
              <a:gd name="connsiteX24287" fmla="*/ 2217134 w 3114960"/>
              <a:gd name="connsiteY24287" fmla="*/ 1845850 h 5143785"/>
              <a:gd name="connsiteX24288" fmla="*/ 2203133 w 3114960"/>
              <a:gd name="connsiteY24288" fmla="*/ 1859852 h 5143785"/>
              <a:gd name="connsiteX24289" fmla="*/ 2214753 w 3114960"/>
              <a:gd name="connsiteY24289" fmla="*/ 1873568 h 5143785"/>
              <a:gd name="connsiteX24290" fmla="*/ 2214753 w 3114960"/>
              <a:gd name="connsiteY24290" fmla="*/ 2114836 h 5143785"/>
              <a:gd name="connsiteX24291" fmla="*/ 2156651 w 3114960"/>
              <a:gd name="connsiteY24291" fmla="*/ 2179892 h 5143785"/>
              <a:gd name="connsiteX24292" fmla="*/ 2156651 w 3114960"/>
              <a:gd name="connsiteY24292" fmla="*/ 2377535 h 5143785"/>
              <a:gd name="connsiteX24293" fmla="*/ 2161413 w 3114960"/>
              <a:gd name="connsiteY24293" fmla="*/ 2377535 h 5143785"/>
              <a:gd name="connsiteX24294" fmla="*/ 2161413 w 3114960"/>
              <a:gd name="connsiteY24294" fmla="*/ 2181701 h 5143785"/>
              <a:gd name="connsiteX24295" fmla="*/ 2219516 w 3114960"/>
              <a:gd name="connsiteY24295" fmla="*/ 2116646 h 5143785"/>
              <a:gd name="connsiteX24296" fmla="*/ 2219516 w 3114960"/>
              <a:gd name="connsiteY24296" fmla="*/ 1873568 h 5143785"/>
              <a:gd name="connsiteX24297" fmla="*/ 2207895 w 3114960"/>
              <a:gd name="connsiteY24297" fmla="*/ 1859852 h 5143785"/>
              <a:gd name="connsiteX24298" fmla="*/ 2217134 w 3114960"/>
              <a:gd name="connsiteY24298" fmla="*/ 1850612 h 5143785"/>
              <a:gd name="connsiteX24299" fmla="*/ 2226374 w 3114960"/>
              <a:gd name="connsiteY24299" fmla="*/ 1859852 h 5143785"/>
              <a:gd name="connsiteX24300" fmla="*/ 2217134 w 3114960"/>
              <a:gd name="connsiteY24300" fmla="*/ 1869091 h 5143785"/>
              <a:gd name="connsiteX24301" fmla="*/ 2207895 w 3114960"/>
              <a:gd name="connsiteY24301" fmla="*/ 1859852 h 5143785"/>
              <a:gd name="connsiteX24302" fmla="*/ 2165223 w 3114960"/>
              <a:gd name="connsiteY24302" fmla="*/ 1871472 h 5143785"/>
              <a:gd name="connsiteX24303" fmla="*/ 2153603 w 3114960"/>
              <a:gd name="connsiteY24303" fmla="*/ 1859852 h 5143785"/>
              <a:gd name="connsiteX24304" fmla="*/ 2165223 w 3114960"/>
              <a:gd name="connsiteY24304" fmla="*/ 1848231 h 5143785"/>
              <a:gd name="connsiteX24305" fmla="*/ 2176844 w 3114960"/>
              <a:gd name="connsiteY24305" fmla="*/ 1859852 h 5143785"/>
              <a:gd name="connsiteX24306" fmla="*/ 2165223 w 3114960"/>
              <a:gd name="connsiteY24306" fmla="*/ 1871472 h 5143785"/>
              <a:gd name="connsiteX24307" fmla="*/ 1765268 w 3114960"/>
              <a:gd name="connsiteY24307" fmla="*/ 1317974 h 5143785"/>
              <a:gd name="connsiteX24308" fmla="*/ 1771555 w 3114960"/>
              <a:gd name="connsiteY24308" fmla="*/ 1316546 h 5143785"/>
              <a:gd name="connsiteX24309" fmla="*/ 1778984 w 3114960"/>
              <a:gd name="connsiteY24309" fmla="*/ 1308259 h 5143785"/>
              <a:gd name="connsiteX24310" fmla="*/ 1779651 w 3114960"/>
              <a:gd name="connsiteY24310" fmla="*/ 1305687 h 5143785"/>
              <a:gd name="connsiteX24311" fmla="*/ 1902428 w 3114960"/>
              <a:gd name="connsiteY24311" fmla="*/ 1305687 h 5143785"/>
              <a:gd name="connsiteX24312" fmla="*/ 1915097 w 3114960"/>
              <a:gd name="connsiteY24312" fmla="*/ 1326928 h 5143785"/>
              <a:gd name="connsiteX24313" fmla="*/ 2035112 w 3114960"/>
              <a:gd name="connsiteY24313" fmla="*/ 1326928 h 5143785"/>
              <a:gd name="connsiteX24314" fmla="*/ 2135886 w 3114960"/>
              <a:gd name="connsiteY24314" fmla="*/ 1243013 h 5143785"/>
              <a:gd name="connsiteX24315" fmla="*/ 2148078 w 3114960"/>
              <a:gd name="connsiteY24315" fmla="*/ 1248537 h 5143785"/>
              <a:gd name="connsiteX24316" fmla="*/ 2162651 w 3114960"/>
              <a:gd name="connsiteY24316" fmla="*/ 1243775 h 5143785"/>
              <a:gd name="connsiteX24317" fmla="*/ 2169605 w 3114960"/>
              <a:gd name="connsiteY24317" fmla="*/ 1230154 h 5143785"/>
              <a:gd name="connsiteX24318" fmla="*/ 2168843 w 3114960"/>
              <a:gd name="connsiteY24318" fmla="*/ 1222915 h 5143785"/>
              <a:gd name="connsiteX24319" fmla="*/ 2189702 w 3114960"/>
              <a:gd name="connsiteY24319" fmla="*/ 1206437 h 5143785"/>
              <a:gd name="connsiteX24320" fmla="*/ 2190369 w 3114960"/>
              <a:gd name="connsiteY24320" fmla="*/ 1128903 h 5143785"/>
              <a:gd name="connsiteX24321" fmla="*/ 2205990 w 3114960"/>
              <a:gd name="connsiteY24321" fmla="*/ 1115378 h 5143785"/>
              <a:gd name="connsiteX24322" fmla="*/ 2299335 w 3114960"/>
              <a:gd name="connsiteY24322" fmla="*/ 1115378 h 5143785"/>
              <a:gd name="connsiteX24323" fmla="*/ 2310098 w 3114960"/>
              <a:gd name="connsiteY24323" fmla="*/ 1124426 h 5143785"/>
              <a:gd name="connsiteX24324" fmla="*/ 2341721 w 3114960"/>
              <a:gd name="connsiteY24324" fmla="*/ 1124426 h 5143785"/>
              <a:gd name="connsiteX24325" fmla="*/ 2352485 w 3114960"/>
              <a:gd name="connsiteY24325" fmla="*/ 1115282 h 5143785"/>
              <a:gd name="connsiteX24326" fmla="*/ 2479167 w 3114960"/>
              <a:gd name="connsiteY24326" fmla="*/ 1115282 h 5143785"/>
              <a:gd name="connsiteX24327" fmla="*/ 2495169 w 3114960"/>
              <a:gd name="connsiteY24327" fmla="*/ 1133570 h 5143785"/>
              <a:gd name="connsiteX24328" fmla="*/ 2661666 w 3114960"/>
              <a:gd name="connsiteY24328" fmla="*/ 1133570 h 5143785"/>
              <a:gd name="connsiteX24329" fmla="*/ 2743391 w 3114960"/>
              <a:gd name="connsiteY24329" fmla="*/ 1053275 h 5143785"/>
              <a:gd name="connsiteX24330" fmla="*/ 2743867 w 3114960"/>
              <a:gd name="connsiteY24330" fmla="*/ 961644 h 5143785"/>
              <a:gd name="connsiteX24331" fmla="*/ 2789396 w 3114960"/>
              <a:gd name="connsiteY24331" fmla="*/ 917829 h 5143785"/>
              <a:gd name="connsiteX24332" fmla="*/ 2789396 w 3114960"/>
              <a:gd name="connsiteY24332" fmla="*/ 883539 h 5143785"/>
              <a:gd name="connsiteX24333" fmla="*/ 2806922 w 3114960"/>
              <a:gd name="connsiteY24333" fmla="*/ 862870 h 5143785"/>
              <a:gd name="connsiteX24334" fmla="*/ 2785872 w 3114960"/>
              <a:gd name="connsiteY24334" fmla="*/ 841820 h 5143785"/>
              <a:gd name="connsiteX24335" fmla="*/ 2764822 w 3114960"/>
              <a:gd name="connsiteY24335" fmla="*/ 862870 h 5143785"/>
              <a:gd name="connsiteX24336" fmla="*/ 2782348 w 3114960"/>
              <a:gd name="connsiteY24336" fmla="*/ 883539 h 5143785"/>
              <a:gd name="connsiteX24337" fmla="*/ 2782348 w 3114960"/>
              <a:gd name="connsiteY24337" fmla="*/ 914305 h 5143785"/>
              <a:gd name="connsiteX24338" fmla="*/ 2736818 w 3114960"/>
              <a:gd name="connsiteY24338" fmla="*/ 958120 h 5143785"/>
              <a:gd name="connsiteX24339" fmla="*/ 2736342 w 3114960"/>
              <a:gd name="connsiteY24339" fmla="*/ 1050322 h 5143785"/>
              <a:gd name="connsiteX24340" fmla="*/ 2658904 w 3114960"/>
              <a:gd name="connsiteY24340" fmla="*/ 1126522 h 5143785"/>
              <a:gd name="connsiteX24341" fmla="*/ 2498598 w 3114960"/>
              <a:gd name="connsiteY24341" fmla="*/ 1126522 h 5143785"/>
              <a:gd name="connsiteX24342" fmla="*/ 2482596 w 3114960"/>
              <a:gd name="connsiteY24342" fmla="*/ 1108234 h 5143785"/>
              <a:gd name="connsiteX24343" fmla="*/ 2352675 w 3114960"/>
              <a:gd name="connsiteY24343" fmla="*/ 1108234 h 5143785"/>
              <a:gd name="connsiteX24344" fmla="*/ 2341912 w 3114960"/>
              <a:gd name="connsiteY24344" fmla="*/ 1099090 h 5143785"/>
              <a:gd name="connsiteX24345" fmla="*/ 2310289 w 3114960"/>
              <a:gd name="connsiteY24345" fmla="*/ 1099090 h 5143785"/>
              <a:gd name="connsiteX24346" fmla="*/ 2299526 w 3114960"/>
              <a:gd name="connsiteY24346" fmla="*/ 1108139 h 5143785"/>
              <a:gd name="connsiteX24347" fmla="*/ 2203418 w 3114960"/>
              <a:gd name="connsiteY24347" fmla="*/ 1108139 h 5143785"/>
              <a:gd name="connsiteX24348" fmla="*/ 2183321 w 3114960"/>
              <a:gd name="connsiteY24348" fmla="*/ 1125665 h 5143785"/>
              <a:gd name="connsiteX24349" fmla="*/ 2182654 w 3114960"/>
              <a:gd name="connsiteY24349" fmla="*/ 1203008 h 5143785"/>
              <a:gd name="connsiteX24350" fmla="*/ 2165604 w 3114960"/>
              <a:gd name="connsiteY24350" fmla="*/ 1216533 h 5143785"/>
              <a:gd name="connsiteX24351" fmla="*/ 2165033 w 3114960"/>
              <a:gd name="connsiteY24351" fmla="*/ 1215771 h 5143785"/>
              <a:gd name="connsiteX24352" fmla="*/ 2149793 w 3114960"/>
              <a:gd name="connsiteY24352" fmla="*/ 1208818 h 5143785"/>
              <a:gd name="connsiteX24353" fmla="*/ 2136839 w 3114960"/>
              <a:gd name="connsiteY24353" fmla="*/ 1213580 h 5143785"/>
              <a:gd name="connsiteX24354" fmla="*/ 2133029 w 3114960"/>
              <a:gd name="connsiteY24354" fmla="*/ 1239393 h 5143785"/>
              <a:gd name="connsiteX24355" fmla="*/ 2033588 w 3114960"/>
              <a:gd name="connsiteY24355" fmla="*/ 1322261 h 5143785"/>
              <a:gd name="connsiteX24356" fmla="*/ 1917954 w 3114960"/>
              <a:gd name="connsiteY24356" fmla="*/ 1322261 h 5143785"/>
              <a:gd name="connsiteX24357" fmla="*/ 1905286 w 3114960"/>
              <a:gd name="connsiteY24357" fmla="*/ 1300925 h 5143785"/>
              <a:gd name="connsiteX24358" fmla="*/ 1779746 w 3114960"/>
              <a:gd name="connsiteY24358" fmla="*/ 1300925 h 5143785"/>
              <a:gd name="connsiteX24359" fmla="*/ 1778603 w 3114960"/>
              <a:gd name="connsiteY24359" fmla="*/ 1297210 h 5143785"/>
              <a:gd name="connsiteX24360" fmla="*/ 1759172 w 3114960"/>
              <a:gd name="connsiteY24360" fmla="*/ 1290352 h 5143785"/>
              <a:gd name="connsiteX24361" fmla="*/ 1752314 w 3114960"/>
              <a:gd name="connsiteY24361" fmla="*/ 1309783 h 5143785"/>
              <a:gd name="connsiteX24362" fmla="*/ 1765459 w 3114960"/>
              <a:gd name="connsiteY24362" fmla="*/ 1318070 h 5143785"/>
              <a:gd name="connsiteX24363" fmla="*/ 2770442 w 3114960"/>
              <a:gd name="connsiteY24363" fmla="*/ 862870 h 5143785"/>
              <a:gd name="connsiteX24364" fmla="*/ 2785586 w 3114960"/>
              <a:gd name="connsiteY24364" fmla="*/ 847725 h 5143785"/>
              <a:gd name="connsiteX24365" fmla="*/ 2800731 w 3114960"/>
              <a:gd name="connsiteY24365" fmla="*/ 862870 h 5143785"/>
              <a:gd name="connsiteX24366" fmla="*/ 2785586 w 3114960"/>
              <a:gd name="connsiteY24366" fmla="*/ 878015 h 5143785"/>
              <a:gd name="connsiteX24367" fmla="*/ 2770442 w 3114960"/>
              <a:gd name="connsiteY24367" fmla="*/ 862870 h 5143785"/>
              <a:gd name="connsiteX24368" fmla="*/ 2305907 w 3114960"/>
              <a:gd name="connsiteY24368" fmla="*/ 1110329 h 5143785"/>
              <a:gd name="connsiteX24369" fmla="*/ 2309908 w 3114960"/>
              <a:gd name="connsiteY24369" fmla="*/ 1106329 h 5143785"/>
              <a:gd name="connsiteX24370" fmla="*/ 2341531 w 3114960"/>
              <a:gd name="connsiteY24370" fmla="*/ 1106329 h 5143785"/>
              <a:gd name="connsiteX24371" fmla="*/ 2345531 w 3114960"/>
              <a:gd name="connsiteY24371" fmla="*/ 1110329 h 5143785"/>
              <a:gd name="connsiteX24372" fmla="*/ 2345531 w 3114960"/>
              <a:gd name="connsiteY24372" fmla="*/ 1113377 h 5143785"/>
              <a:gd name="connsiteX24373" fmla="*/ 2341531 w 3114960"/>
              <a:gd name="connsiteY24373" fmla="*/ 1117378 h 5143785"/>
              <a:gd name="connsiteX24374" fmla="*/ 2309908 w 3114960"/>
              <a:gd name="connsiteY24374" fmla="*/ 1117378 h 5143785"/>
              <a:gd name="connsiteX24375" fmla="*/ 2305907 w 3114960"/>
              <a:gd name="connsiteY24375" fmla="*/ 1113377 h 5143785"/>
              <a:gd name="connsiteX24376" fmla="*/ 2305907 w 3114960"/>
              <a:gd name="connsiteY24376" fmla="*/ 1110329 h 5143785"/>
              <a:gd name="connsiteX24377" fmla="*/ 2141220 w 3114960"/>
              <a:gd name="connsiteY24377" fmla="*/ 1219010 h 5143785"/>
              <a:gd name="connsiteX24378" fmla="*/ 2150555 w 3114960"/>
              <a:gd name="connsiteY24378" fmla="*/ 1215962 h 5143785"/>
              <a:gd name="connsiteX24379" fmla="*/ 2159318 w 3114960"/>
              <a:gd name="connsiteY24379" fmla="*/ 1220438 h 5143785"/>
              <a:gd name="connsiteX24380" fmla="*/ 2162366 w 3114960"/>
              <a:gd name="connsiteY24380" fmla="*/ 1229773 h 5143785"/>
              <a:gd name="connsiteX24381" fmla="*/ 2157889 w 3114960"/>
              <a:gd name="connsiteY24381" fmla="*/ 1238536 h 5143785"/>
              <a:gd name="connsiteX24382" fmla="*/ 2149602 w 3114960"/>
              <a:gd name="connsiteY24382" fmla="*/ 1241584 h 5143785"/>
              <a:gd name="connsiteX24383" fmla="*/ 2148554 w 3114960"/>
              <a:gd name="connsiteY24383" fmla="*/ 1241584 h 5143785"/>
              <a:gd name="connsiteX24384" fmla="*/ 2139791 w 3114960"/>
              <a:gd name="connsiteY24384" fmla="*/ 1237107 h 5143785"/>
              <a:gd name="connsiteX24385" fmla="*/ 2136743 w 3114960"/>
              <a:gd name="connsiteY24385" fmla="*/ 1227773 h 5143785"/>
              <a:gd name="connsiteX24386" fmla="*/ 2141220 w 3114960"/>
              <a:gd name="connsiteY24386" fmla="*/ 1219010 h 5143785"/>
              <a:gd name="connsiteX24387" fmla="*/ 1756029 w 3114960"/>
              <a:gd name="connsiteY24387" fmla="*/ 1300258 h 5143785"/>
              <a:gd name="connsiteX24388" fmla="*/ 1760982 w 3114960"/>
              <a:gd name="connsiteY24388" fmla="*/ 1294638 h 5143785"/>
              <a:gd name="connsiteX24389" fmla="*/ 1765173 w 3114960"/>
              <a:gd name="connsiteY24389" fmla="*/ 1293686 h 5143785"/>
              <a:gd name="connsiteX24390" fmla="*/ 1774031 w 3114960"/>
              <a:gd name="connsiteY24390" fmla="*/ 1299210 h 5143785"/>
              <a:gd name="connsiteX24391" fmla="*/ 1774412 w 3114960"/>
              <a:gd name="connsiteY24391" fmla="*/ 1306735 h 5143785"/>
              <a:gd name="connsiteX24392" fmla="*/ 1769459 w 3114960"/>
              <a:gd name="connsiteY24392" fmla="*/ 1312355 h 5143785"/>
              <a:gd name="connsiteX24393" fmla="*/ 1756410 w 3114960"/>
              <a:gd name="connsiteY24393" fmla="*/ 1307782 h 5143785"/>
              <a:gd name="connsiteX24394" fmla="*/ 1756029 w 3114960"/>
              <a:gd name="connsiteY24394" fmla="*/ 1300258 h 5143785"/>
              <a:gd name="connsiteX24395" fmla="*/ 2169033 w 3114960"/>
              <a:gd name="connsiteY24395" fmla="*/ 2059781 h 5143785"/>
              <a:gd name="connsiteX24396" fmla="*/ 2171891 w 3114960"/>
              <a:gd name="connsiteY24396" fmla="*/ 2059781 h 5143785"/>
              <a:gd name="connsiteX24397" fmla="*/ 2176939 w 3114960"/>
              <a:gd name="connsiteY24397" fmla="*/ 2054733 h 5143785"/>
              <a:gd name="connsiteX24398" fmla="*/ 2176939 w 3114960"/>
              <a:gd name="connsiteY24398" fmla="*/ 2041779 h 5143785"/>
              <a:gd name="connsiteX24399" fmla="*/ 2171891 w 3114960"/>
              <a:gd name="connsiteY24399" fmla="*/ 2036731 h 5143785"/>
              <a:gd name="connsiteX24400" fmla="*/ 2169033 w 3114960"/>
              <a:gd name="connsiteY24400" fmla="*/ 2036731 h 5143785"/>
              <a:gd name="connsiteX24401" fmla="*/ 2169033 w 3114960"/>
              <a:gd name="connsiteY24401" fmla="*/ 1871472 h 5143785"/>
              <a:gd name="connsiteX24402" fmla="*/ 2161889 w 3114960"/>
              <a:gd name="connsiteY24402" fmla="*/ 1871472 h 5143785"/>
              <a:gd name="connsiteX24403" fmla="*/ 2161889 w 3114960"/>
              <a:gd name="connsiteY24403" fmla="*/ 2036731 h 5143785"/>
              <a:gd name="connsiteX24404" fmla="*/ 2159032 w 3114960"/>
              <a:gd name="connsiteY24404" fmla="*/ 2036731 h 5143785"/>
              <a:gd name="connsiteX24405" fmla="*/ 2153984 w 3114960"/>
              <a:gd name="connsiteY24405" fmla="*/ 2041779 h 5143785"/>
              <a:gd name="connsiteX24406" fmla="*/ 2153984 w 3114960"/>
              <a:gd name="connsiteY24406" fmla="*/ 2054733 h 5143785"/>
              <a:gd name="connsiteX24407" fmla="*/ 2159032 w 3114960"/>
              <a:gd name="connsiteY24407" fmla="*/ 2059781 h 5143785"/>
              <a:gd name="connsiteX24408" fmla="*/ 2161889 w 3114960"/>
              <a:gd name="connsiteY24408" fmla="*/ 2059781 h 5143785"/>
              <a:gd name="connsiteX24409" fmla="*/ 2161889 w 3114960"/>
              <a:gd name="connsiteY24409" fmla="*/ 2114360 h 5143785"/>
              <a:gd name="connsiteX24410" fmla="*/ 2103787 w 3114960"/>
              <a:gd name="connsiteY24410" fmla="*/ 2176272 h 5143785"/>
              <a:gd name="connsiteX24411" fmla="*/ 2104549 w 3114960"/>
              <a:gd name="connsiteY24411" fmla="*/ 2392585 h 5143785"/>
              <a:gd name="connsiteX24412" fmla="*/ 2111693 w 3114960"/>
              <a:gd name="connsiteY24412" fmla="*/ 2392585 h 5143785"/>
              <a:gd name="connsiteX24413" fmla="*/ 2110931 w 3114960"/>
              <a:gd name="connsiteY24413" fmla="*/ 2179130 h 5143785"/>
              <a:gd name="connsiteX24414" fmla="*/ 2169033 w 3114960"/>
              <a:gd name="connsiteY24414" fmla="*/ 2117217 h 5143785"/>
              <a:gd name="connsiteX24415" fmla="*/ 2169033 w 3114960"/>
              <a:gd name="connsiteY24415" fmla="*/ 2059781 h 5143785"/>
              <a:gd name="connsiteX24416" fmla="*/ 2158651 w 3114960"/>
              <a:gd name="connsiteY24416" fmla="*/ 2054638 h 5143785"/>
              <a:gd name="connsiteX24417" fmla="*/ 2158937 w 3114960"/>
              <a:gd name="connsiteY24417" fmla="*/ 2041398 h 5143785"/>
              <a:gd name="connsiteX24418" fmla="*/ 2172176 w 3114960"/>
              <a:gd name="connsiteY24418" fmla="*/ 2041684 h 5143785"/>
              <a:gd name="connsiteX24419" fmla="*/ 2172176 w 3114960"/>
              <a:gd name="connsiteY24419" fmla="*/ 2054638 h 5143785"/>
              <a:gd name="connsiteX24420" fmla="*/ 2171891 w 3114960"/>
              <a:gd name="connsiteY24420" fmla="*/ 2054924 h 5143785"/>
              <a:gd name="connsiteX24421" fmla="*/ 2158651 w 3114960"/>
              <a:gd name="connsiteY24421" fmla="*/ 2054638 h 5143785"/>
              <a:gd name="connsiteX24422" fmla="*/ 2126837 w 3114960"/>
              <a:gd name="connsiteY24422" fmla="*/ 2417064 h 5143785"/>
              <a:gd name="connsiteX24423" fmla="*/ 2130076 w 3114960"/>
              <a:gd name="connsiteY24423" fmla="*/ 2413635 h 5143785"/>
              <a:gd name="connsiteX24424" fmla="*/ 2143506 w 3114960"/>
              <a:gd name="connsiteY24424" fmla="*/ 2426399 h 5143785"/>
              <a:gd name="connsiteX24425" fmla="*/ 2140268 w 3114960"/>
              <a:gd name="connsiteY24425" fmla="*/ 2429828 h 5143785"/>
              <a:gd name="connsiteX24426" fmla="*/ 2126837 w 3114960"/>
              <a:gd name="connsiteY24426" fmla="*/ 2417064 h 5143785"/>
              <a:gd name="connsiteX24427" fmla="*/ 1747076 w 3114960"/>
              <a:gd name="connsiteY24427" fmla="*/ 2771775 h 5143785"/>
              <a:gd name="connsiteX24428" fmla="*/ 1739932 w 3114960"/>
              <a:gd name="connsiteY24428" fmla="*/ 2764727 h 5143785"/>
              <a:gd name="connsiteX24429" fmla="*/ 1726406 w 3114960"/>
              <a:gd name="connsiteY24429" fmla="*/ 2764727 h 5143785"/>
              <a:gd name="connsiteX24430" fmla="*/ 1719358 w 3114960"/>
              <a:gd name="connsiteY24430" fmla="*/ 2771966 h 5143785"/>
              <a:gd name="connsiteX24431" fmla="*/ 1719358 w 3114960"/>
              <a:gd name="connsiteY24431" fmla="*/ 2776252 h 5143785"/>
              <a:gd name="connsiteX24432" fmla="*/ 1623060 w 3114960"/>
              <a:gd name="connsiteY24432" fmla="*/ 2775966 h 5143785"/>
              <a:gd name="connsiteX24433" fmla="*/ 1606963 w 3114960"/>
              <a:gd name="connsiteY24433" fmla="*/ 2761679 h 5143785"/>
              <a:gd name="connsiteX24434" fmla="*/ 1555623 w 3114960"/>
              <a:gd name="connsiteY24434" fmla="*/ 2761679 h 5143785"/>
              <a:gd name="connsiteX24435" fmla="*/ 1531715 w 3114960"/>
              <a:gd name="connsiteY24435" fmla="*/ 2793492 h 5143785"/>
              <a:gd name="connsiteX24436" fmla="*/ 1531715 w 3114960"/>
              <a:gd name="connsiteY24436" fmla="*/ 2804732 h 5143785"/>
              <a:gd name="connsiteX24437" fmla="*/ 1524381 w 3114960"/>
              <a:gd name="connsiteY24437" fmla="*/ 2813971 h 5143785"/>
              <a:gd name="connsiteX24438" fmla="*/ 1534192 w 3114960"/>
              <a:gd name="connsiteY24438" fmla="*/ 2823782 h 5143785"/>
              <a:gd name="connsiteX24439" fmla="*/ 1543907 w 3114960"/>
              <a:gd name="connsiteY24439" fmla="*/ 2813971 h 5143785"/>
              <a:gd name="connsiteX24440" fmla="*/ 1536573 w 3114960"/>
              <a:gd name="connsiteY24440" fmla="*/ 2804732 h 5143785"/>
              <a:gd name="connsiteX24441" fmla="*/ 1536573 w 3114960"/>
              <a:gd name="connsiteY24441" fmla="*/ 2795016 h 5143785"/>
              <a:gd name="connsiteX24442" fmla="*/ 1558100 w 3114960"/>
              <a:gd name="connsiteY24442" fmla="*/ 2766346 h 5143785"/>
              <a:gd name="connsiteX24443" fmla="*/ 1605153 w 3114960"/>
              <a:gd name="connsiteY24443" fmla="*/ 2766346 h 5143785"/>
              <a:gd name="connsiteX24444" fmla="*/ 1621250 w 3114960"/>
              <a:gd name="connsiteY24444" fmla="*/ 2780729 h 5143785"/>
              <a:gd name="connsiteX24445" fmla="*/ 1719453 w 3114960"/>
              <a:gd name="connsiteY24445" fmla="*/ 2781014 h 5143785"/>
              <a:gd name="connsiteX24446" fmla="*/ 1719453 w 3114960"/>
              <a:gd name="connsiteY24446" fmla="*/ 2785491 h 5143785"/>
              <a:gd name="connsiteX24447" fmla="*/ 1726597 w 3114960"/>
              <a:gd name="connsiteY24447" fmla="*/ 2792540 h 5143785"/>
              <a:gd name="connsiteX24448" fmla="*/ 1740122 w 3114960"/>
              <a:gd name="connsiteY24448" fmla="*/ 2792540 h 5143785"/>
              <a:gd name="connsiteX24449" fmla="*/ 1747171 w 3114960"/>
              <a:gd name="connsiteY24449" fmla="*/ 2785396 h 5143785"/>
              <a:gd name="connsiteX24450" fmla="*/ 1747171 w 3114960"/>
              <a:gd name="connsiteY24450" fmla="*/ 2771870 h 5143785"/>
              <a:gd name="connsiteX24451" fmla="*/ 1539050 w 3114960"/>
              <a:gd name="connsiteY24451" fmla="*/ 2813876 h 5143785"/>
              <a:gd name="connsiteX24452" fmla="*/ 1534097 w 3114960"/>
              <a:gd name="connsiteY24452" fmla="*/ 2818924 h 5143785"/>
              <a:gd name="connsiteX24453" fmla="*/ 1529048 w 3114960"/>
              <a:gd name="connsiteY24453" fmla="*/ 2813876 h 5143785"/>
              <a:gd name="connsiteX24454" fmla="*/ 1534097 w 3114960"/>
              <a:gd name="connsiteY24454" fmla="*/ 2808827 h 5143785"/>
              <a:gd name="connsiteX24455" fmla="*/ 1539050 w 3114960"/>
              <a:gd name="connsiteY24455" fmla="*/ 2813876 h 5143785"/>
              <a:gd name="connsiteX24456" fmla="*/ 1740027 w 3114960"/>
              <a:gd name="connsiteY24456" fmla="*/ 2787682 h 5143785"/>
              <a:gd name="connsiteX24457" fmla="*/ 1726502 w 3114960"/>
              <a:gd name="connsiteY24457" fmla="*/ 2787682 h 5143785"/>
              <a:gd name="connsiteX24458" fmla="*/ 1724120 w 3114960"/>
              <a:gd name="connsiteY24458" fmla="*/ 2785396 h 5143785"/>
              <a:gd name="connsiteX24459" fmla="*/ 1724120 w 3114960"/>
              <a:gd name="connsiteY24459" fmla="*/ 2771870 h 5143785"/>
              <a:gd name="connsiteX24460" fmla="*/ 1726406 w 3114960"/>
              <a:gd name="connsiteY24460" fmla="*/ 2769489 h 5143785"/>
              <a:gd name="connsiteX24461" fmla="*/ 1739932 w 3114960"/>
              <a:gd name="connsiteY24461" fmla="*/ 2769489 h 5143785"/>
              <a:gd name="connsiteX24462" fmla="*/ 1742313 w 3114960"/>
              <a:gd name="connsiteY24462" fmla="*/ 2771775 h 5143785"/>
              <a:gd name="connsiteX24463" fmla="*/ 1742313 w 3114960"/>
              <a:gd name="connsiteY24463" fmla="*/ 2785301 h 5143785"/>
              <a:gd name="connsiteX24464" fmla="*/ 1740027 w 3114960"/>
              <a:gd name="connsiteY24464" fmla="*/ 2787682 h 5143785"/>
              <a:gd name="connsiteX24465" fmla="*/ 2109788 w 3114960"/>
              <a:gd name="connsiteY24465" fmla="*/ 2394204 h 5143785"/>
              <a:gd name="connsiteX24466" fmla="*/ 2116646 w 3114960"/>
              <a:gd name="connsiteY24466" fmla="*/ 2400776 h 5143785"/>
              <a:gd name="connsiteX24467" fmla="*/ 2113407 w 3114960"/>
              <a:gd name="connsiteY24467" fmla="*/ 2404205 h 5143785"/>
              <a:gd name="connsiteX24468" fmla="*/ 2106549 w 3114960"/>
              <a:gd name="connsiteY24468" fmla="*/ 2397633 h 5143785"/>
              <a:gd name="connsiteX24469" fmla="*/ 2109788 w 3114960"/>
              <a:gd name="connsiteY24469" fmla="*/ 2394204 h 5143785"/>
              <a:gd name="connsiteX24470" fmla="*/ 2250662 w 3114960"/>
              <a:gd name="connsiteY24470" fmla="*/ 2763965 h 5143785"/>
              <a:gd name="connsiteX24471" fmla="*/ 2236661 w 3114960"/>
              <a:gd name="connsiteY24471" fmla="*/ 2751106 h 5143785"/>
              <a:gd name="connsiteX24472" fmla="*/ 2239899 w 3114960"/>
              <a:gd name="connsiteY24472" fmla="*/ 2747582 h 5143785"/>
              <a:gd name="connsiteX24473" fmla="*/ 2253901 w 3114960"/>
              <a:gd name="connsiteY24473" fmla="*/ 2760440 h 5143785"/>
              <a:gd name="connsiteX24474" fmla="*/ 2250662 w 3114960"/>
              <a:gd name="connsiteY24474" fmla="*/ 2763965 h 5143785"/>
              <a:gd name="connsiteX24475" fmla="*/ 2193608 w 3114960"/>
              <a:gd name="connsiteY24475" fmla="*/ 2838736 h 5143785"/>
              <a:gd name="connsiteX24476" fmla="*/ 2203133 w 3114960"/>
              <a:gd name="connsiteY24476" fmla="*/ 2828639 h 5143785"/>
              <a:gd name="connsiteX24477" fmla="*/ 2202847 w 3114960"/>
              <a:gd name="connsiteY24477" fmla="*/ 2828354 h 5143785"/>
              <a:gd name="connsiteX24478" fmla="*/ 2206085 w 3114960"/>
              <a:gd name="connsiteY24478" fmla="*/ 2824829 h 5143785"/>
              <a:gd name="connsiteX24479" fmla="*/ 2209895 w 3114960"/>
              <a:gd name="connsiteY24479" fmla="*/ 2828354 h 5143785"/>
              <a:gd name="connsiteX24480" fmla="*/ 2197132 w 3114960"/>
              <a:gd name="connsiteY24480" fmla="*/ 2841974 h 5143785"/>
              <a:gd name="connsiteX24481" fmla="*/ 2193608 w 3114960"/>
              <a:gd name="connsiteY24481" fmla="*/ 2838736 h 5143785"/>
              <a:gd name="connsiteX24482" fmla="*/ 2046065 w 3114960"/>
              <a:gd name="connsiteY24482" fmla="*/ 1745266 h 5143785"/>
              <a:gd name="connsiteX24483" fmla="*/ 2049304 w 3114960"/>
              <a:gd name="connsiteY24483" fmla="*/ 1744599 h 5143785"/>
              <a:gd name="connsiteX24484" fmla="*/ 2053209 w 3114960"/>
              <a:gd name="connsiteY24484" fmla="*/ 1741170 h 5143785"/>
              <a:gd name="connsiteX24485" fmla="*/ 2054066 w 3114960"/>
              <a:gd name="connsiteY24485" fmla="*/ 1741456 h 5143785"/>
              <a:gd name="connsiteX24486" fmla="*/ 2055686 w 3114960"/>
              <a:gd name="connsiteY24486" fmla="*/ 1739551 h 5143785"/>
              <a:gd name="connsiteX24487" fmla="*/ 2057305 w 3114960"/>
              <a:gd name="connsiteY24487" fmla="*/ 1741456 h 5143785"/>
              <a:gd name="connsiteX24488" fmla="*/ 2058924 w 3114960"/>
              <a:gd name="connsiteY24488" fmla="*/ 1739551 h 5143785"/>
              <a:gd name="connsiteX24489" fmla="*/ 2060543 w 3114960"/>
              <a:gd name="connsiteY24489" fmla="*/ 1741456 h 5143785"/>
              <a:gd name="connsiteX24490" fmla="*/ 2062163 w 3114960"/>
              <a:gd name="connsiteY24490" fmla="*/ 1739551 h 5143785"/>
              <a:gd name="connsiteX24491" fmla="*/ 2063782 w 3114960"/>
              <a:gd name="connsiteY24491" fmla="*/ 1741456 h 5143785"/>
              <a:gd name="connsiteX24492" fmla="*/ 2065401 w 3114960"/>
              <a:gd name="connsiteY24492" fmla="*/ 1739551 h 5143785"/>
              <a:gd name="connsiteX24493" fmla="*/ 2067020 w 3114960"/>
              <a:gd name="connsiteY24493" fmla="*/ 1741456 h 5143785"/>
              <a:gd name="connsiteX24494" fmla="*/ 2068640 w 3114960"/>
              <a:gd name="connsiteY24494" fmla="*/ 1739551 h 5143785"/>
              <a:gd name="connsiteX24495" fmla="*/ 2070259 w 3114960"/>
              <a:gd name="connsiteY24495" fmla="*/ 1741456 h 5143785"/>
              <a:gd name="connsiteX24496" fmla="*/ 2071878 w 3114960"/>
              <a:gd name="connsiteY24496" fmla="*/ 1739551 h 5143785"/>
              <a:gd name="connsiteX24497" fmla="*/ 2073497 w 3114960"/>
              <a:gd name="connsiteY24497" fmla="*/ 1741456 h 5143785"/>
              <a:gd name="connsiteX24498" fmla="*/ 2075117 w 3114960"/>
              <a:gd name="connsiteY24498" fmla="*/ 1739551 h 5143785"/>
              <a:gd name="connsiteX24499" fmla="*/ 2076736 w 3114960"/>
              <a:gd name="connsiteY24499" fmla="*/ 1741456 h 5143785"/>
              <a:gd name="connsiteX24500" fmla="*/ 2078355 w 3114960"/>
              <a:gd name="connsiteY24500" fmla="*/ 1739551 h 5143785"/>
              <a:gd name="connsiteX24501" fmla="*/ 2079974 w 3114960"/>
              <a:gd name="connsiteY24501" fmla="*/ 1741456 h 5143785"/>
              <a:gd name="connsiteX24502" fmla="*/ 2081594 w 3114960"/>
              <a:gd name="connsiteY24502" fmla="*/ 1739551 h 5143785"/>
              <a:gd name="connsiteX24503" fmla="*/ 2083213 w 3114960"/>
              <a:gd name="connsiteY24503" fmla="*/ 1741456 h 5143785"/>
              <a:gd name="connsiteX24504" fmla="*/ 2084832 w 3114960"/>
              <a:gd name="connsiteY24504" fmla="*/ 1739551 h 5143785"/>
              <a:gd name="connsiteX24505" fmla="*/ 2086451 w 3114960"/>
              <a:gd name="connsiteY24505" fmla="*/ 1741456 h 5143785"/>
              <a:gd name="connsiteX24506" fmla="*/ 2088071 w 3114960"/>
              <a:gd name="connsiteY24506" fmla="*/ 1739551 h 5143785"/>
              <a:gd name="connsiteX24507" fmla="*/ 2089690 w 3114960"/>
              <a:gd name="connsiteY24507" fmla="*/ 1741456 h 5143785"/>
              <a:gd name="connsiteX24508" fmla="*/ 2091309 w 3114960"/>
              <a:gd name="connsiteY24508" fmla="*/ 1739456 h 5143785"/>
              <a:gd name="connsiteX24509" fmla="*/ 2092928 w 3114960"/>
              <a:gd name="connsiteY24509" fmla="*/ 1741456 h 5143785"/>
              <a:gd name="connsiteX24510" fmla="*/ 2094548 w 3114960"/>
              <a:gd name="connsiteY24510" fmla="*/ 1739456 h 5143785"/>
              <a:gd name="connsiteX24511" fmla="*/ 2096167 w 3114960"/>
              <a:gd name="connsiteY24511" fmla="*/ 1741456 h 5143785"/>
              <a:gd name="connsiteX24512" fmla="*/ 2097786 w 3114960"/>
              <a:gd name="connsiteY24512" fmla="*/ 1739360 h 5143785"/>
              <a:gd name="connsiteX24513" fmla="*/ 2099405 w 3114960"/>
              <a:gd name="connsiteY24513" fmla="*/ 1741456 h 5143785"/>
              <a:gd name="connsiteX24514" fmla="*/ 2101120 w 3114960"/>
              <a:gd name="connsiteY24514" fmla="*/ 1739360 h 5143785"/>
              <a:gd name="connsiteX24515" fmla="*/ 2102834 w 3114960"/>
              <a:gd name="connsiteY24515" fmla="*/ 1741456 h 5143785"/>
              <a:gd name="connsiteX24516" fmla="*/ 2104549 w 3114960"/>
              <a:gd name="connsiteY24516" fmla="*/ 1739360 h 5143785"/>
              <a:gd name="connsiteX24517" fmla="*/ 2106263 w 3114960"/>
              <a:gd name="connsiteY24517" fmla="*/ 1741456 h 5143785"/>
              <a:gd name="connsiteX24518" fmla="*/ 2107978 w 3114960"/>
              <a:gd name="connsiteY24518" fmla="*/ 1739360 h 5143785"/>
              <a:gd name="connsiteX24519" fmla="*/ 2109597 w 3114960"/>
              <a:gd name="connsiteY24519" fmla="*/ 1741456 h 5143785"/>
              <a:gd name="connsiteX24520" fmla="*/ 2111216 w 3114960"/>
              <a:gd name="connsiteY24520" fmla="*/ 1739360 h 5143785"/>
              <a:gd name="connsiteX24521" fmla="*/ 2112836 w 3114960"/>
              <a:gd name="connsiteY24521" fmla="*/ 1741456 h 5143785"/>
              <a:gd name="connsiteX24522" fmla="*/ 2114455 w 3114960"/>
              <a:gd name="connsiteY24522" fmla="*/ 1739456 h 5143785"/>
              <a:gd name="connsiteX24523" fmla="*/ 2116074 w 3114960"/>
              <a:gd name="connsiteY24523" fmla="*/ 1741456 h 5143785"/>
              <a:gd name="connsiteX24524" fmla="*/ 2117693 w 3114960"/>
              <a:gd name="connsiteY24524" fmla="*/ 1739456 h 5143785"/>
              <a:gd name="connsiteX24525" fmla="*/ 2119313 w 3114960"/>
              <a:gd name="connsiteY24525" fmla="*/ 1741456 h 5143785"/>
              <a:gd name="connsiteX24526" fmla="*/ 2120932 w 3114960"/>
              <a:gd name="connsiteY24526" fmla="*/ 1739456 h 5143785"/>
              <a:gd name="connsiteX24527" fmla="*/ 2122551 w 3114960"/>
              <a:gd name="connsiteY24527" fmla="*/ 1741456 h 5143785"/>
              <a:gd name="connsiteX24528" fmla="*/ 2124170 w 3114960"/>
              <a:gd name="connsiteY24528" fmla="*/ 1739360 h 5143785"/>
              <a:gd name="connsiteX24529" fmla="*/ 2125790 w 3114960"/>
              <a:gd name="connsiteY24529" fmla="*/ 1741456 h 5143785"/>
              <a:gd name="connsiteX24530" fmla="*/ 2127504 w 3114960"/>
              <a:gd name="connsiteY24530" fmla="*/ 1739360 h 5143785"/>
              <a:gd name="connsiteX24531" fmla="*/ 2129219 w 3114960"/>
              <a:gd name="connsiteY24531" fmla="*/ 1741456 h 5143785"/>
              <a:gd name="connsiteX24532" fmla="*/ 2130933 w 3114960"/>
              <a:gd name="connsiteY24532" fmla="*/ 1739265 h 5143785"/>
              <a:gd name="connsiteX24533" fmla="*/ 2132648 w 3114960"/>
              <a:gd name="connsiteY24533" fmla="*/ 1741456 h 5143785"/>
              <a:gd name="connsiteX24534" fmla="*/ 2134362 w 3114960"/>
              <a:gd name="connsiteY24534" fmla="*/ 1739360 h 5143785"/>
              <a:gd name="connsiteX24535" fmla="*/ 2136077 w 3114960"/>
              <a:gd name="connsiteY24535" fmla="*/ 1741456 h 5143785"/>
              <a:gd name="connsiteX24536" fmla="*/ 2137696 w 3114960"/>
              <a:gd name="connsiteY24536" fmla="*/ 1739456 h 5143785"/>
              <a:gd name="connsiteX24537" fmla="*/ 2139315 w 3114960"/>
              <a:gd name="connsiteY24537" fmla="*/ 1741456 h 5143785"/>
              <a:gd name="connsiteX24538" fmla="*/ 2140934 w 3114960"/>
              <a:gd name="connsiteY24538" fmla="*/ 1739456 h 5143785"/>
              <a:gd name="connsiteX24539" fmla="*/ 2142554 w 3114960"/>
              <a:gd name="connsiteY24539" fmla="*/ 1741456 h 5143785"/>
              <a:gd name="connsiteX24540" fmla="*/ 2144173 w 3114960"/>
              <a:gd name="connsiteY24540" fmla="*/ 1739456 h 5143785"/>
              <a:gd name="connsiteX24541" fmla="*/ 2145792 w 3114960"/>
              <a:gd name="connsiteY24541" fmla="*/ 1741456 h 5143785"/>
              <a:gd name="connsiteX24542" fmla="*/ 2147411 w 3114960"/>
              <a:gd name="connsiteY24542" fmla="*/ 1739360 h 5143785"/>
              <a:gd name="connsiteX24543" fmla="*/ 2149126 w 3114960"/>
              <a:gd name="connsiteY24543" fmla="*/ 1741456 h 5143785"/>
              <a:gd name="connsiteX24544" fmla="*/ 2150840 w 3114960"/>
              <a:gd name="connsiteY24544" fmla="*/ 1739265 h 5143785"/>
              <a:gd name="connsiteX24545" fmla="*/ 2152555 w 3114960"/>
              <a:gd name="connsiteY24545" fmla="*/ 1741456 h 5143785"/>
              <a:gd name="connsiteX24546" fmla="*/ 2154269 w 3114960"/>
              <a:gd name="connsiteY24546" fmla="*/ 1739265 h 5143785"/>
              <a:gd name="connsiteX24547" fmla="*/ 2155984 w 3114960"/>
              <a:gd name="connsiteY24547" fmla="*/ 1741456 h 5143785"/>
              <a:gd name="connsiteX24548" fmla="*/ 2157698 w 3114960"/>
              <a:gd name="connsiteY24548" fmla="*/ 1739265 h 5143785"/>
              <a:gd name="connsiteX24549" fmla="*/ 2159413 w 3114960"/>
              <a:gd name="connsiteY24549" fmla="*/ 1741456 h 5143785"/>
              <a:gd name="connsiteX24550" fmla="*/ 2161127 w 3114960"/>
              <a:gd name="connsiteY24550" fmla="*/ 1739265 h 5143785"/>
              <a:gd name="connsiteX24551" fmla="*/ 2162842 w 3114960"/>
              <a:gd name="connsiteY24551" fmla="*/ 1741456 h 5143785"/>
              <a:gd name="connsiteX24552" fmla="*/ 2164556 w 3114960"/>
              <a:gd name="connsiteY24552" fmla="*/ 1739170 h 5143785"/>
              <a:gd name="connsiteX24553" fmla="*/ 2166271 w 3114960"/>
              <a:gd name="connsiteY24553" fmla="*/ 1741456 h 5143785"/>
              <a:gd name="connsiteX24554" fmla="*/ 2167985 w 3114960"/>
              <a:gd name="connsiteY24554" fmla="*/ 1739075 h 5143785"/>
              <a:gd name="connsiteX24555" fmla="*/ 2169700 w 3114960"/>
              <a:gd name="connsiteY24555" fmla="*/ 1741456 h 5143785"/>
              <a:gd name="connsiteX24556" fmla="*/ 2173319 w 3114960"/>
              <a:gd name="connsiteY24556" fmla="*/ 1744599 h 5143785"/>
              <a:gd name="connsiteX24557" fmla="*/ 2176653 w 3114960"/>
              <a:gd name="connsiteY24557" fmla="*/ 1745266 h 5143785"/>
              <a:gd name="connsiteX24558" fmla="*/ 2179892 w 3114960"/>
              <a:gd name="connsiteY24558" fmla="*/ 1744599 h 5143785"/>
              <a:gd name="connsiteX24559" fmla="*/ 2184559 w 3114960"/>
              <a:gd name="connsiteY24559" fmla="*/ 1733455 h 5143785"/>
              <a:gd name="connsiteX24560" fmla="*/ 2173415 w 3114960"/>
              <a:gd name="connsiteY24560" fmla="*/ 1728788 h 5143785"/>
              <a:gd name="connsiteX24561" fmla="*/ 2169224 w 3114960"/>
              <a:gd name="connsiteY24561" fmla="*/ 1732693 h 5143785"/>
              <a:gd name="connsiteX24562" fmla="*/ 2168081 w 3114960"/>
              <a:gd name="connsiteY24562" fmla="*/ 1731931 h 5143785"/>
              <a:gd name="connsiteX24563" fmla="*/ 2166366 w 3114960"/>
              <a:gd name="connsiteY24563" fmla="*/ 1734312 h 5143785"/>
              <a:gd name="connsiteX24564" fmla="*/ 2164652 w 3114960"/>
              <a:gd name="connsiteY24564" fmla="*/ 1731931 h 5143785"/>
              <a:gd name="connsiteX24565" fmla="*/ 2162937 w 3114960"/>
              <a:gd name="connsiteY24565" fmla="*/ 1734122 h 5143785"/>
              <a:gd name="connsiteX24566" fmla="*/ 2161223 w 3114960"/>
              <a:gd name="connsiteY24566" fmla="*/ 1731931 h 5143785"/>
              <a:gd name="connsiteX24567" fmla="*/ 2159508 w 3114960"/>
              <a:gd name="connsiteY24567" fmla="*/ 1734217 h 5143785"/>
              <a:gd name="connsiteX24568" fmla="*/ 2157794 w 3114960"/>
              <a:gd name="connsiteY24568" fmla="*/ 1731931 h 5143785"/>
              <a:gd name="connsiteX24569" fmla="*/ 2156079 w 3114960"/>
              <a:gd name="connsiteY24569" fmla="*/ 1734122 h 5143785"/>
              <a:gd name="connsiteX24570" fmla="*/ 2154365 w 3114960"/>
              <a:gd name="connsiteY24570" fmla="*/ 1731931 h 5143785"/>
              <a:gd name="connsiteX24571" fmla="*/ 2152650 w 3114960"/>
              <a:gd name="connsiteY24571" fmla="*/ 1734122 h 5143785"/>
              <a:gd name="connsiteX24572" fmla="*/ 2150936 w 3114960"/>
              <a:gd name="connsiteY24572" fmla="*/ 1731931 h 5143785"/>
              <a:gd name="connsiteX24573" fmla="*/ 2149221 w 3114960"/>
              <a:gd name="connsiteY24573" fmla="*/ 1734026 h 5143785"/>
              <a:gd name="connsiteX24574" fmla="*/ 2147507 w 3114960"/>
              <a:gd name="connsiteY24574" fmla="*/ 1731931 h 5143785"/>
              <a:gd name="connsiteX24575" fmla="*/ 2145887 w 3114960"/>
              <a:gd name="connsiteY24575" fmla="*/ 1733931 h 5143785"/>
              <a:gd name="connsiteX24576" fmla="*/ 2144268 w 3114960"/>
              <a:gd name="connsiteY24576" fmla="*/ 1731931 h 5143785"/>
              <a:gd name="connsiteX24577" fmla="*/ 2142649 w 3114960"/>
              <a:gd name="connsiteY24577" fmla="*/ 1733931 h 5143785"/>
              <a:gd name="connsiteX24578" fmla="*/ 2141030 w 3114960"/>
              <a:gd name="connsiteY24578" fmla="*/ 1731931 h 5143785"/>
              <a:gd name="connsiteX24579" fmla="*/ 2139410 w 3114960"/>
              <a:gd name="connsiteY24579" fmla="*/ 1733931 h 5143785"/>
              <a:gd name="connsiteX24580" fmla="*/ 2137791 w 3114960"/>
              <a:gd name="connsiteY24580" fmla="*/ 1731931 h 5143785"/>
              <a:gd name="connsiteX24581" fmla="*/ 2136172 w 3114960"/>
              <a:gd name="connsiteY24581" fmla="*/ 1734026 h 5143785"/>
              <a:gd name="connsiteX24582" fmla="*/ 2134457 w 3114960"/>
              <a:gd name="connsiteY24582" fmla="*/ 1731931 h 5143785"/>
              <a:gd name="connsiteX24583" fmla="*/ 2132743 w 3114960"/>
              <a:gd name="connsiteY24583" fmla="*/ 1734122 h 5143785"/>
              <a:gd name="connsiteX24584" fmla="*/ 2131028 w 3114960"/>
              <a:gd name="connsiteY24584" fmla="*/ 1731931 h 5143785"/>
              <a:gd name="connsiteX24585" fmla="*/ 2129314 w 3114960"/>
              <a:gd name="connsiteY24585" fmla="*/ 1734026 h 5143785"/>
              <a:gd name="connsiteX24586" fmla="*/ 2127599 w 3114960"/>
              <a:gd name="connsiteY24586" fmla="*/ 1731931 h 5143785"/>
              <a:gd name="connsiteX24587" fmla="*/ 2125885 w 3114960"/>
              <a:gd name="connsiteY24587" fmla="*/ 1734026 h 5143785"/>
              <a:gd name="connsiteX24588" fmla="*/ 2124170 w 3114960"/>
              <a:gd name="connsiteY24588" fmla="*/ 1731931 h 5143785"/>
              <a:gd name="connsiteX24589" fmla="*/ 2122551 w 3114960"/>
              <a:gd name="connsiteY24589" fmla="*/ 1734026 h 5143785"/>
              <a:gd name="connsiteX24590" fmla="*/ 2120932 w 3114960"/>
              <a:gd name="connsiteY24590" fmla="*/ 1731931 h 5143785"/>
              <a:gd name="connsiteX24591" fmla="*/ 2119313 w 3114960"/>
              <a:gd name="connsiteY24591" fmla="*/ 1733931 h 5143785"/>
              <a:gd name="connsiteX24592" fmla="*/ 2117693 w 3114960"/>
              <a:gd name="connsiteY24592" fmla="*/ 1731931 h 5143785"/>
              <a:gd name="connsiteX24593" fmla="*/ 2116074 w 3114960"/>
              <a:gd name="connsiteY24593" fmla="*/ 1733931 h 5143785"/>
              <a:gd name="connsiteX24594" fmla="*/ 2114455 w 3114960"/>
              <a:gd name="connsiteY24594" fmla="*/ 1731931 h 5143785"/>
              <a:gd name="connsiteX24595" fmla="*/ 2112836 w 3114960"/>
              <a:gd name="connsiteY24595" fmla="*/ 1733931 h 5143785"/>
              <a:gd name="connsiteX24596" fmla="*/ 2111216 w 3114960"/>
              <a:gd name="connsiteY24596" fmla="*/ 1731931 h 5143785"/>
              <a:gd name="connsiteX24597" fmla="*/ 2109597 w 3114960"/>
              <a:gd name="connsiteY24597" fmla="*/ 1734026 h 5143785"/>
              <a:gd name="connsiteX24598" fmla="*/ 2107978 w 3114960"/>
              <a:gd name="connsiteY24598" fmla="*/ 1731931 h 5143785"/>
              <a:gd name="connsiteX24599" fmla="*/ 2106263 w 3114960"/>
              <a:gd name="connsiteY24599" fmla="*/ 1734026 h 5143785"/>
              <a:gd name="connsiteX24600" fmla="*/ 2104549 w 3114960"/>
              <a:gd name="connsiteY24600" fmla="*/ 1731931 h 5143785"/>
              <a:gd name="connsiteX24601" fmla="*/ 2102834 w 3114960"/>
              <a:gd name="connsiteY24601" fmla="*/ 1734026 h 5143785"/>
              <a:gd name="connsiteX24602" fmla="*/ 2101120 w 3114960"/>
              <a:gd name="connsiteY24602" fmla="*/ 1731931 h 5143785"/>
              <a:gd name="connsiteX24603" fmla="*/ 2099501 w 3114960"/>
              <a:gd name="connsiteY24603" fmla="*/ 1734026 h 5143785"/>
              <a:gd name="connsiteX24604" fmla="*/ 2097881 w 3114960"/>
              <a:gd name="connsiteY24604" fmla="*/ 1731931 h 5143785"/>
              <a:gd name="connsiteX24605" fmla="*/ 2096262 w 3114960"/>
              <a:gd name="connsiteY24605" fmla="*/ 1733931 h 5143785"/>
              <a:gd name="connsiteX24606" fmla="*/ 2094643 w 3114960"/>
              <a:gd name="connsiteY24606" fmla="*/ 1731931 h 5143785"/>
              <a:gd name="connsiteX24607" fmla="*/ 2093024 w 3114960"/>
              <a:gd name="connsiteY24607" fmla="*/ 1733931 h 5143785"/>
              <a:gd name="connsiteX24608" fmla="*/ 2091404 w 3114960"/>
              <a:gd name="connsiteY24608" fmla="*/ 1731931 h 5143785"/>
              <a:gd name="connsiteX24609" fmla="*/ 2089785 w 3114960"/>
              <a:gd name="connsiteY24609" fmla="*/ 1733931 h 5143785"/>
              <a:gd name="connsiteX24610" fmla="*/ 2088166 w 3114960"/>
              <a:gd name="connsiteY24610" fmla="*/ 1731931 h 5143785"/>
              <a:gd name="connsiteX24611" fmla="*/ 2086547 w 3114960"/>
              <a:gd name="connsiteY24611" fmla="*/ 1733836 h 5143785"/>
              <a:gd name="connsiteX24612" fmla="*/ 2084927 w 3114960"/>
              <a:gd name="connsiteY24612" fmla="*/ 1731931 h 5143785"/>
              <a:gd name="connsiteX24613" fmla="*/ 2083308 w 3114960"/>
              <a:gd name="connsiteY24613" fmla="*/ 1733836 h 5143785"/>
              <a:gd name="connsiteX24614" fmla="*/ 2081689 w 3114960"/>
              <a:gd name="connsiteY24614" fmla="*/ 1731931 h 5143785"/>
              <a:gd name="connsiteX24615" fmla="*/ 2080070 w 3114960"/>
              <a:gd name="connsiteY24615" fmla="*/ 1733836 h 5143785"/>
              <a:gd name="connsiteX24616" fmla="*/ 2078450 w 3114960"/>
              <a:gd name="connsiteY24616" fmla="*/ 1731931 h 5143785"/>
              <a:gd name="connsiteX24617" fmla="*/ 2076831 w 3114960"/>
              <a:gd name="connsiteY24617" fmla="*/ 1733836 h 5143785"/>
              <a:gd name="connsiteX24618" fmla="*/ 2075212 w 3114960"/>
              <a:gd name="connsiteY24618" fmla="*/ 1731931 h 5143785"/>
              <a:gd name="connsiteX24619" fmla="*/ 2073593 w 3114960"/>
              <a:gd name="connsiteY24619" fmla="*/ 1733836 h 5143785"/>
              <a:gd name="connsiteX24620" fmla="*/ 2071973 w 3114960"/>
              <a:gd name="connsiteY24620" fmla="*/ 1731931 h 5143785"/>
              <a:gd name="connsiteX24621" fmla="*/ 2070354 w 3114960"/>
              <a:gd name="connsiteY24621" fmla="*/ 1733836 h 5143785"/>
              <a:gd name="connsiteX24622" fmla="*/ 2068735 w 3114960"/>
              <a:gd name="connsiteY24622" fmla="*/ 1731931 h 5143785"/>
              <a:gd name="connsiteX24623" fmla="*/ 2067116 w 3114960"/>
              <a:gd name="connsiteY24623" fmla="*/ 1733836 h 5143785"/>
              <a:gd name="connsiteX24624" fmla="*/ 2065496 w 3114960"/>
              <a:gd name="connsiteY24624" fmla="*/ 1731931 h 5143785"/>
              <a:gd name="connsiteX24625" fmla="*/ 2063877 w 3114960"/>
              <a:gd name="connsiteY24625" fmla="*/ 1733836 h 5143785"/>
              <a:gd name="connsiteX24626" fmla="*/ 2062258 w 3114960"/>
              <a:gd name="connsiteY24626" fmla="*/ 1731931 h 5143785"/>
              <a:gd name="connsiteX24627" fmla="*/ 2060639 w 3114960"/>
              <a:gd name="connsiteY24627" fmla="*/ 1733836 h 5143785"/>
              <a:gd name="connsiteX24628" fmla="*/ 2059019 w 3114960"/>
              <a:gd name="connsiteY24628" fmla="*/ 1731931 h 5143785"/>
              <a:gd name="connsiteX24629" fmla="*/ 2057400 w 3114960"/>
              <a:gd name="connsiteY24629" fmla="*/ 1733836 h 5143785"/>
              <a:gd name="connsiteX24630" fmla="*/ 2055781 w 3114960"/>
              <a:gd name="connsiteY24630" fmla="*/ 1731931 h 5143785"/>
              <a:gd name="connsiteX24631" fmla="*/ 2054162 w 3114960"/>
              <a:gd name="connsiteY24631" fmla="*/ 1733836 h 5143785"/>
              <a:gd name="connsiteX24632" fmla="*/ 2054162 w 3114960"/>
              <a:gd name="connsiteY24632" fmla="*/ 1733455 h 5143785"/>
              <a:gd name="connsiteX24633" fmla="*/ 2053876 w 3114960"/>
              <a:gd name="connsiteY24633" fmla="*/ 1732978 h 5143785"/>
              <a:gd name="connsiteX24634" fmla="*/ 2053495 w 3114960"/>
              <a:gd name="connsiteY24634" fmla="*/ 1732312 h 5143785"/>
              <a:gd name="connsiteX24635" fmla="*/ 2043113 w 3114960"/>
              <a:gd name="connsiteY24635" fmla="*/ 1728692 h 5143785"/>
              <a:gd name="connsiteX24636" fmla="*/ 2038445 w 3114960"/>
              <a:gd name="connsiteY24636" fmla="*/ 1739837 h 5143785"/>
              <a:gd name="connsiteX24637" fmla="*/ 2046351 w 3114960"/>
              <a:gd name="connsiteY24637" fmla="*/ 1745171 h 5143785"/>
              <a:gd name="connsiteX24638" fmla="*/ 2171033 w 3114960"/>
              <a:gd name="connsiteY24638" fmla="*/ 1734407 h 5143785"/>
              <a:gd name="connsiteX24639" fmla="*/ 2174367 w 3114960"/>
              <a:gd name="connsiteY24639" fmla="*/ 1731074 h 5143785"/>
              <a:gd name="connsiteX24640" fmla="*/ 2182368 w 3114960"/>
              <a:gd name="connsiteY24640" fmla="*/ 1734407 h 5143785"/>
              <a:gd name="connsiteX24641" fmla="*/ 2182368 w 3114960"/>
              <a:gd name="connsiteY24641" fmla="*/ 1739075 h 5143785"/>
              <a:gd name="connsiteX24642" fmla="*/ 2179034 w 3114960"/>
              <a:gd name="connsiteY24642" fmla="*/ 1742408 h 5143785"/>
              <a:gd name="connsiteX24643" fmla="*/ 2174367 w 3114960"/>
              <a:gd name="connsiteY24643" fmla="*/ 1742408 h 5143785"/>
              <a:gd name="connsiteX24644" fmla="*/ 2171033 w 3114960"/>
              <a:gd name="connsiteY24644" fmla="*/ 1739075 h 5143785"/>
              <a:gd name="connsiteX24645" fmla="*/ 2171033 w 3114960"/>
              <a:gd name="connsiteY24645" fmla="*/ 1734407 h 5143785"/>
              <a:gd name="connsiteX24646" fmla="*/ 2043779 w 3114960"/>
              <a:gd name="connsiteY24646" fmla="*/ 1731074 h 5143785"/>
              <a:gd name="connsiteX24647" fmla="*/ 2051590 w 3114960"/>
              <a:gd name="connsiteY24647" fmla="*/ 1734217 h 5143785"/>
              <a:gd name="connsiteX24648" fmla="*/ 2051971 w 3114960"/>
              <a:gd name="connsiteY24648" fmla="*/ 1736884 h 5143785"/>
              <a:gd name="connsiteX24649" fmla="*/ 2051971 w 3114960"/>
              <a:gd name="connsiteY24649" fmla="*/ 1737455 h 5143785"/>
              <a:gd name="connsiteX24650" fmla="*/ 2051590 w 3114960"/>
              <a:gd name="connsiteY24650" fmla="*/ 1739170 h 5143785"/>
              <a:gd name="connsiteX24651" fmla="*/ 2048256 w 3114960"/>
              <a:gd name="connsiteY24651" fmla="*/ 1742503 h 5143785"/>
              <a:gd name="connsiteX24652" fmla="*/ 2043589 w 3114960"/>
              <a:gd name="connsiteY24652" fmla="*/ 1742503 h 5143785"/>
              <a:gd name="connsiteX24653" fmla="*/ 2040255 w 3114960"/>
              <a:gd name="connsiteY24653" fmla="*/ 1739170 h 5143785"/>
              <a:gd name="connsiteX24654" fmla="*/ 2043589 w 3114960"/>
              <a:gd name="connsiteY24654" fmla="*/ 1731169 h 5143785"/>
              <a:gd name="connsiteX24655" fmla="*/ 2188845 w 3114960"/>
              <a:gd name="connsiteY24655" fmla="*/ 2815400 h 5143785"/>
              <a:gd name="connsiteX24656" fmla="*/ 2174843 w 3114960"/>
              <a:gd name="connsiteY24656" fmla="*/ 2802446 h 5143785"/>
              <a:gd name="connsiteX24657" fmla="*/ 2178082 w 3114960"/>
              <a:gd name="connsiteY24657" fmla="*/ 2798921 h 5143785"/>
              <a:gd name="connsiteX24658" fmla="*/ 2192084 w 3114960"/>
              <a:gd name="connsiteY24658" fmla="*/ 2811875 h 5143785"/>
              <a:gd name="connsiteX24659" fmla="*/ 2188845 w 3114960"/>
              <a:gd name="connsiteY24659" fmla="*/ 2815400 h 5143785"/>
              <a:gd name="connsiteX24660" fmla="*/ 2167604 w 3114960"/>
              <a:gd name="connsiteY24660" fmla="*/ 2866549 h 5143785"/>
              <a:gd name="connsiteX24661" fmla="*/ 2180654 w 3114960"/>
              <a:gd name="connsiteY24661" fmla="*/ 2852642 h 5143785"/>
              <a:gd name="connsiteX24662" fmla="*/ 2184178 w 3114960"/>
              <a:gd name="connsiteY24662" fmla="*/ 2855881 h 5143785"/>
              <a:gd name="connsiteX24663" fmla="*/ 2171129 w 3114960"/>
              <a:gd name="connsiteY24663" fmla="*/ 2869787 h 5143785"/>
              <a:gd name="connsiteX24664" fmla="*/ 2167604 w 3114960"/>
              <a:gd name="connsiteY24664" fmla="*/ 2866549 h 5143785"/>
              <a:gd name="connsiteX24665" fmla="*/ 2160937 w 3114960"/>
              <a:gd name="connsiteY24665" fmla="*/ 2789492 h 5143785"/>
              <a:gd name="connsiteX24666" fmla="*/ 2146935 w 3114960"/>
              <a:gd name="connsiteY24666" fmla="*/ 2776538 h 5143785"/>
              <a:gd name="connsiteX24667" fmla="*/ 2150174 w 3114960"/>
              <a:gd name="connsiteY24667" fmla="*/ 2773013 h 5143785"/>
              <a:gd name="connsiteX24668" fmla="*/ 2164175 w 3114960"/>
              <a:gd name="connsiteY24668" fmla="*/ 2785967 h 5143785"/>
              <a:gd name="connsiteX24669" fmla="*/ 2160937 w 3114960"/>
              <a:gd name="connsiteY24669" fmla="*/ 2789492 h 5143785"/>
              <a:gd name="connsiteX24670" fmla="*/ 2767108 w 3114960"/>
              <a:gd name="connsiteY24670" fmla="*/ 791718 h 5143785"/>
              <a:gd name="connsiteX24671" fmla="*/ 2767394 w 3114960"/>
              <a:gd name="connsiteY24671" fmla="*/ 643128 h 5143785"/>
              <a:gd name="connsiteX24672" fmla="*/ 2770823 w 3114960"/>
              <a:gd name="connsiteY24672" fmla="*/ 643128 h 5143785"/>
              <a:gd name="connsiteX24673" fmla="*/ 2782348 w 3114960"/>
              <a:gd name="connsiteY24673" fmla="*/ 631603 h 5143785"/>
              <a:gd name="connsiteX24674" fmla="*/ 2782348 w 3114960"/>
              <a:gd name="connsiteY24674" fmla="*/ 580263 h 5143785"/>
              <a:gd name="connsiteX24675" fmla="*/ 2770823 w 3114960"/>
              <a:gd name="connsiteY24675" fmla="*/ 568738 h 5143785"/>
              <a:gd name="connsiteX24676" fmla="*/ 2767394 w 3114960"/>
              <a:gd name="connsiteY24676" fmla="*/ 568738 h 5143785"/>
              <a:gd name="connsiteX24677" fmla="*/ 2767394 w 3114960"/>
              <a:gd name="connsiteY24677" fmla="*/ 487871 h 5143785"/>
              <a:gd name="connsiteX24678" fmla="*/ 2772823 w 3114960"/>
              <a:gd name="connsiteY24678" fmla="*/ 487871 h 5143785"/>
              <a:gd name="connsiteX24679" fmla="*/ 2775204 w 3114960"/>
              <a:gd name="connsiteY24679" fmla="*/ 485489 h 5143785"/>
              <a:gd name="connsiteX24680" fmla="*/ 2775204 w 3114960"/>
              <a:gd name="connsiteY24680" fmla="*/ 467487 h 5143785"/>
              <a:gd name="connsiteX24681" fmla="*/ 2772823 w 3114960"/>
              <a:gd name="connsiteY24681" fmla="*/ 465106 h 5143785"/>
              <a:gd name="connsiteX24682" fmla="*/ 2754821 w 3114960"/>
              <a:gd name="connsiteY24682" fmla="*/ 465106 h 5143785"/>
              <a:gd name="connsiteX24683" fmla="*/ 2752439 w 3114960"/>
              <a:gd name="connsiteY24683" fmla="*/ 467487 h 5143785"/>
              <a:gd name="connsiteX24684" fmla="*/ 2752439 w 3114960"/>
              <a:gd name="connsiteY24684" fmla="*/ 485489 h 5143785"/>
              <a:gd name="connsiteX24685" fmla="*/ 2754821 w 3114960"/>
              <a:gd name="connsiteY24685" fmla="*/ 487871 h 5143785"/>
              <a:gd name="connsiteX24686" fmla="*/ 2760250 w 3114960"/>
              <a:gd name="connsiteY24686" fmla="*/ 487871 h 5143785"/>
              <a:gd name="connsiteX24687" fmla="*/ 2760250 w 3114960"/>
              <a:gd name="connsiteY24687" fmla="*/ 568738 h 5143785"/>
              <a:gd name="connsiteX24688" fmla="*/ 2756821 w 3114960"/>
              <a:gd name="connsiteY24688" fmla="*/ 568738 h 5143785"/>
              <a:gd name="connsiteX24689" fmla="*/ 2745296 w 3114960"/>
              <a:gd name="connsiteY24689" fmla="*/ 580263 h 5143785"/>
              <a:gd name="connsiteX24690" fmla="*/ 2745296 w 3114960"/>
              <a:gd name="connsiteY24690" fmla="*/ 631603 h 5143785"/>
              <a:gd name="connsiteX24691" fmla="*/ 2756821 w 3114960"/>
              <a:gd name="connsiteY24691" fmla="*/ 643128 h 5143785"/>
              <a:gd name="connsiteX24692" fmla="*/ 2760250 w 3114960"/>
              <a:gd name="connsiteY24692" fmla="*/ 643128 h 5143785"/>
              <a:gd name="connsiteX24693" fmla="*/ 2759964 w 3114960"/>
              <a:gd name="connsiteY24693" fmla="*/ 790575 h 5143785"/>
              <a:gd name="connsiteX24694" fmla="*/ 2713959 w 3114960"/>
              <a:gd name="connsiteY24694" fmla="*/ 838676 h 5143785"/>
              <a:gd name="connsiteX24695" fmla="*/ 2704338 w 3114960"/>
              <a:gd name="connsiteY24695" fmla="*/ 835914 h 5143785"/>
              <a:gd name="connsiteX24696" fmla="*/ 2685955 w 3114960"/>
              <a:gd name="connsiteY24696" fmla="*/ 854297 h 5143785"/>
              <a:gd name="connsiteX24697" fmla="*/ 2688717 w 3114960"/>
              <a:gd name="connsiteY24697" fmla="*/ 863918 h 5143785"/>
              <a:gd name="connsiteX24698" fmla="*/ 2688527 w 3114960"/>
              <a:gd name="connsiteY24698" fmla="*/ 863918 h 5143785"/>
              <a:gd name="connsiteX24699" fmla="*/ 2656618 w 3114960"/>
              <a:gd name="connsiteY24699" fmla="*/ 896874 h 5143785"/>
              <a:gd name="connsiteX24700" fmla="*/ 2657189 w 3114960"/>
              <a:gd name="connsiteY24700" fmla="*/ 998506 h 5143785"/>
              <a:gd name="connsiteX24701" fmla="*/ 2613184 w 3114960"/>
              <a:gd name="connsiteY24701" fmla="*/ 1040130 h 5143785"/>
              <a:gd name="connsiteX24702" fmla="*/ 2576227 w 3114960"/>
              <a:gd name="connsiteY24702" fmla="*/ 1040130 h 5143785"/>
              <a:gd name="connsiteX24703" fmla="*/ 2555558 w 3114960"/>
              <a:gd name="connsiteY24703" fmla="*/ 1022604 h 5143785"/>
              <a:gd name="connsiteX24704" fmla="*/ 2534507 w 3114960"/>
              <a:gd name="connsiteY24704" fmla="*/ 1043654 h 5143785"/>
              <a:gd name="connsiteX24705" fmla="*/ 2555558 w 3114960"/>
              <a:gd name="connsiteY24705" fmla="*/ 1064705 h 5143785"/>
              <a:gd name="connsiteX24706" fmla="*/ 2576227 w 3114960"/>
              <a:gd name="connsiteY24706" fmla="*/ 1047179 h 5143785"/>
              <a:gd name="connsiteX24707" fmla="*/ 2615946 w 3114960"/>
              <a:gd name="connsiteY24707" fmla="*/ 1047179 h 5143785"/>
              <a:gd name="connsiteX24708" fmla="*/ 2664238 w 3114960"/>
              <a:gd name="connsiteY24708" fmla="*/ 1001459 h 5143785"/>
              <a:gd name="connsiteX24709" fmla="*/ 2663667 w 3114960"/>
              <a:gd name="connsiteY24709" fmla="*/ 899732 h 5143785"/>
              <a:gd name="connsiteX24710" fmla="*/ 2693384 w 3114960"/>
              <a:gd name="connsiteY24710" fmla="*/ 868966 h 5143785"/>
              <a:gd name="connsiteX24711" fmla="*/ 2704243 w 3114960"/>
              <a:gd name="connsiteY24711" fmla="*/ 872585 h 5143785"/>
              <a:gd name="connsiteX24712" fmla="*/ 2722626 w 3114960"/>
              <a:gd name="connsiteY24712" fmla="*/ 854202 h 5143785"/>
              <a:gd name="connsiteX24713" fmla="*/ 2719102 w 3114960"/>
              <a:gd name="connsiteY24713" fmla="*/ 843439 h 5143785"/>
              <a:gd name="connsiteX24714" fmla="*/ 2765965 w 3114960"/>
              <a:gd name="connsiteY24714" fmla="*/ 794099 h 5143785"/>
              <a:gd name="connsiteX24715" fmla="*/ 2767013 w 3114960"/>
              <a:gd name="connsiteY24715" fmla="*/ 791623 h 5143785"/>
              <a:gd name="connsiteX24716" fmla="*/ 2555558 w 3114960"/>
              <a:gd name="connsiteY24716" fmla="*/ 1058799 h 5143785"/>
              <a:gd name="connsiteX24717" fmla="*/ 2540413 w 3114960"/>
              <a:gd name="connsiteY24717" fmla="*/ 1043654 h 5143785"/>
              <a:gd name="connsiteX24718" fmla="*/ 2555558 w 3114960"/>
              <a:gd name="connsiteY24718" fmla="*/ 1028510 h 5143785"/>
              <a:gd name="connsiteX24719" fmla="*/ 2570702 w 3114960"/>
              <a:gd name="connsiteY24719" fmla="*/ 1043654 h 5143785"/>
              <a:gd name="connsiteX24720" fmla="*/ 2555558 w 3114960"/>
              <a:gd name="connsiteY24720" fmla="*/ 1058799 h 5143785"/>
              <a:gd name="connsiteX24721" fmla="*/ 2704338 w 3114960"/>
              <a:gd name="connsiteY24721" fmla="*/ 865537 h 5143785"/>
              <a:gd name="connsiteX24722" fmla="*/ 2693099 w 3114960"/>
              <a:gd name="connsiteY24722" fmla="*/ 854297 h 5143785"/>
              <a:gd name="connsiteX24723" fmla="*/ 2704338 w 3114960"/>
              <a:gd name="connsiteY24723" fmla="*/ 843058 h 5143785"/>
              <a:gd name="connsiteX24724" fmla="*/ 2715578 w 3114960"/>
              <a:gd name="connsiteY24724" fmla="*/ 854297 h 5143785"/>
              <a:gd name="connsiteX24725" fmla="*/ 2704338 w 3114960"/>
              <a:gd name="connsiteY24725" fmla="*/ 865537 h 5143785"/>
              <a:gd name="connsiteX24726" fmla="*/ 2757202 w 3114960"/>
              <a:gd name="connsiteY24726" fmla="*/ 483203 h 5143785"/>
              <a:gd name="connsiteX24727" fmla="*/ 2757202 w 3114960"/>
              <a:gd name="connsiteY24727" fmla="*/ 469964 h 5143785"/>
              <a:gd name="connsiteX24728" fmla="*/ 2770442 w 3114960"/>
              <a:gd name="connsiteY24728" fmla="*/ 469964 h 5143785"/>
              <a:gd name="connsiteX24729" fmla="*/ 2770442 w 3114960"/>
              <a:gd name="connsiteY24729" fmla="*/ 483203 h 5143785"/>
              <a:gd name="connsiteX24730" fmla="*/ 2757202 w 3114960"/>
              <a:gd name="connsiteY24730" fmla="*/ 483203 h 5143785"/>
              <a:gd name="connsiteX24731" fmla="*/ 2752535 w 3114960"/>
              <a:gd name="connsiteY24731" fmla="*/ 580263 h 5143785"/>
              <a:gd name="connsiteX24732" fmla="*/ 2756916 w 3114960"/>
              <a:gd name="connsiteY24732" fmla="*/ 575882 h 5143785"/>
              <a:gd name="connsiteX24733" fmla="*/ 2770918 w 3114960"/>
              <a:gd name="connsiteY24733" fmla="*/ 575882 h 5143785"/>
              <a:gd name="connsiteX24734" fmla="*/ 2775299 w 3114960"/>
              <a:gd name="connsiteY24734" fmla="*/ 580263 h 5143785"/>
              <a:gd name="connsiteX24735" fmla="*/ 2775299 w 3114960"/>
              <a:gd name="connsiteY24735" fmla="*/ 589217 h 5143785"/>
              <a:gd name="connsiteX24736" fmla="*/ 2752630 w 3114960"/>
              <a:gd name="connsiteY24736" fmla="*/ 589217 h 5143785"/>
              <a:gd name="connsiteX24737" fmla="*/ 2752630 w 3114960"/>
              <a:gd name="connsiteY24737" fmla="*/ 580263 h 5143785"/>
              <a:gd name="connsiteX24738" fmla="*/ 2756821 w 3114960"/>
              <a:gd name="connsiteY24738" fmla="*/ 635889 h 5143785"/>
              <a:gd name="connsiteX24739" fmla="*/ 2752439 w 3114960"/>
              <a:gd name="connsiteY24739" fmla="*/ 631508 h 5143785"/>
              <a:gd name="connsiteX24740" fmla="*/ 2752439 w 3114960"/>
              <a:gd name="connsiteY24740" fmla="*/ 619792 h 5143785"/>
              <a:gd name="connsiteX24741" fmla="*/ 2775109 w 3114960"/>
              <a:gd name="connsiteY24741" fmla="*/ 619792 h 5143785"/>
              <a:gd name="connsiteX24742" fmla="*/ 2775109 w 3114960"/>
              <a:gd name="connsiteY24742" fmla="*/ 631508 h 5143785"/>
              <a:gd name="connsiteX24743" fmla="*/ 2770727 w 3114960"/>
              <a:gd name="connsiteY24743" fmla="*/ 635889 h 5143785"/>
              <a:gd name="connsiteX24744" fmla="*/ 2756726 w 3114960"/>
              <a:gd name="connsiteY24744" fmla="*/ 635889 h 5143785"/>
              <a:gd name="connsiteX24745" fmla="*/ 2024253 w 3114960"/>
              <a:gd name="connsiteY24745" fmla="*/ 1917287 h 5143785"/>
              <a:gd name="connsiteX24746" fmla="*/ 2010728 w 3114960"/>
              <a:gd name="connsiteY24746" fmla="*/ 1917287 h 5143785"/>
              <a:gd name="connsiteX24747" fmla="*/ 2003584 w 3114960"/>
              <a:gd name="connsiteY24747" fmla="*/ 1924431 h 5143785"/>
              <a:gd name="connsiteX24748" fmla="*/ 2003584 w 3114960"/>
              <a:gd name="connsiteY24748" fmla="*/ 1937957 h 5143785"/>
              <a:gd name="connsiteX24749" fmla="*/ 2010728 w 3114960"/>
              <a:gd name="connsiteY24749" fmla="*/ 1945100 h 5143785"/>
              <a:gd name="connsiteX24750" fmla="*/ 2024253 w 3114960"/>
              <a:gd name="connsiteY24750" fmla="*/ 1945100 h 5143785"/>
              <a:gd name="connsiteX24751" fmla="*/ 2031397 w 3114960"/>
              <a:gd name="connsiteY24751" fmla="*/ 1937957 h 5143785"/>
              <a:gd name="connsiteX24752" fmla="*/ 2031397 w 3114960"/>
              <a:gd name="connsiteY24752" fmla="*/ 1931384 h 5143785"/>
              <a:gd name="connsiteX24753" fmla="*/ 2048637 w 3114960"/>
              <a:gd name="connsiteY24753" fmla="*/ 1931384 h 5143785"/>
              <a:gd name="connsiteX24754" fmla="*/ 2063401 w 3114960"/>
              <a:gd name="connsiteY24754" fmla="*/ 1916811 h 5143785"/>
              <a:gd name="connsiteX24755" fmla="*/ 2063401 w 3114960"/>
              <a:gd name="connsiteY24755" fmla="*/ 1860518 h 5143785"/>
              <a:gd name="connsiteX24756" fmla="*/ 2067782 w 3114960"/>
              <a:gd name="connsiteY24756" fmla="*/ 1860518 h 5143785"/>
              <a:gd name="connsiteX24757" fmla="*/ 2072545 w 3114960"/>
              <a:gd name="connsiteY24757" fmla="*/ 1855756 h 5143785"/>
              <a:gd name="connsiteX24758" fmla="*/ 2072545 w 3114960"/>
              <a:gd name="connsiteY24758" fmla="*/ 1842230 h 5143785"/>
              <a:gd name="connsiteX24759" fmla="*/ 2067782 w 3114960"/>
              <a:gd name="connsiteY24759" fmla="*/ 1837468 h 5143785"/>
              <a:gd name="connsiteX24760" fmla="*/ 2054257 w 3114960"/>
              <a:gd name="connsiteY24760" fmla="*/ 1837468 h 5143785"/>
              <a:gd name="connsiteX24761" fmla="*/ 2049494 w 3114960"/>
              <a:gd name="connsiteY24761" fmla="*/ 1842230 h 5143785"/>
              <a:gd name="connsiteX24762" fmla="*/ 2049494 w 3114960"/>
              <a:gd name="connsiteY24762" fmla="*/ 1855756 h 5143785"/>
              <a:gd name="connsiteX24763" fmla="*/ 2054257 w 3114960"/>
              <a:gd name="connsiteY24763" fmla="*/ 1860518 h 5143785"/>
              <a:gd name="connsiteX24764" fmla="*/ 2058638 w 3114960"/>
              <a:gd name="connsiteY24764" fmla="*/ 1860518 h 5143785"/>
              <a:gd name="connsiteX24765" fmla="*/ 2058638 w 3114960"/>
              <a:gd name="connsiteY24765" fmla="*/ 1914906 h 5143785"/>
              <a:gd name="connsiteX24766" fmla="*/ 2046732 w 3114960"/>
              <a:gd name="connsiteY24766" fmla="*/ 1926622 h 5143785"/>
              <a:gd name="connsiteX24767" fmla="*/ 2031492 w 3114960"/>
              <a:gd name="connsiteY24767" fmla="*/ 1926622 h 5143785"/>
              <a:gd name="connsiteX24768" fmla="*/ 2031492 w 3114960"/>
              <a:gd name="connsiteY24768" fmla="*/ 1924431 h 5143785"/>
              <a:gd name="connsiteX24769" fmla="*/ 2024348 w 3114960"/>
              <a:gd name="connsiteY24769" fmla="*/ 1917287 h 5143785"/>
              <a:gd name="connsiteX24770" fmla="*/ 2026634 w 3114960"/>
              <a:gd name="connsiteY24770" fmla="*/ 1937957 h 5143785"/>
              <a:gd name="connsiteX24771" fmla="*/ 2024253 w 3114960"/>
              <a:gd name="connsiteY24771" fmla="*/ 1940338 h 5143785"/>
              <a:gd name="connsiteX24772" fmla="*/ 2010728 w 3114960"/>
              <a:gd name="connsiteY24772" fmla="*/ 1940338 h 5143785"/>
              <a:gd name="connsiteX24773" fmla="*/ 2008346 w 3114960"/>
              <a:gd name="connsiteY24773" fmla="*/ 1937957 h 5143785"/>
              <a:gd name="connsiteX24774" fmla="*/ 2008346 w 3114960"/>
              <a:gd name="connsiteY24774" fmla="*/ 1924431 h 5143785"/>
              <a:gd name="connsiteX24775" fmla="*/ 2010728 w 3114960"/>
              <a:gd name="connsiteY24775" fmla="*/ 1922050 h 5143785"/>
              <a:gd name="connsiteX24776" fmla="*/ 2024253 w 3114960"/>
              <a:gd name="connsiteY24776" fmla="*/ 1922050 h 5143785"/>
              <a:gd name="connsiteX24777" fmla="*/ 2026634 w 3114960"/>
              <a:gd name="connsiteY24777" fmla="*/ 1924431 h 5143785"/>
              <a:gd name="connsiteX24778" fmla="*/ 2026634 w 3114960"/>
              <a:gd name="connsiteY24778" fmla="*/ 1937957 h 5143785"/>
              <a:gd name="connsiteX24779" fmla="*/ 2133029 w 3114960"/>
              <a:gd name="connsiteY24779" fmla="*/ 1032129 h 5143785"/>
              <a:gd name="connsiteX24780" fmla="*/ 2161794 w 3114960"/>
              <a:gd name="connsiteY24780" fmla="*/ 1036511 h 5143785"/>
              <a:gd name="connsiteX24781" fmla="*/ 2167985 w 3114960"/>
              <a:gd name="connsiteY24781" fmla="*/ 1028891 h 5143785"/>
              <a:gd name="connsiteX24782" fmla="*/ 2186845 w 3114960"/>
              <a:gd name="connsiteY24782" fmla="*/ 1038225 h 5143785"/>
              <a:gd name="connsiteX24783" fmla="*/ 2188464 w 3114960"/>
              <a:gd name="connsiteY24783" fmla="*/ 1038606 h 5143785"/>
              <a:gd name="connsiteX24784" fmla="*/ 2426684 w 3114960"/>
              <a:gd name="connsiteY24784" fmla="*/ 1038606 h 5143785"/>
              <a:gd name="connsiteX24785" fmla="*/ 2429256 w 3114960"/>
              <a:gd name="connsiteY24785" fmla="*/ 1037558 h 5143785"/>
              <a:gd name="connsiteX24786" fmla="*/ 2466689 w 3114960"/>
              <a:gd name="connsiteY24786" fmla="*/ 999839 h 5143785"/>
              <a:gd name="connsiteX24787" fmla="*/ 2582132 w 3114960"/>
              <a:gd name="connsiteY24787" fmla="*/ 998315 h 5143785"/>
              <a:gd name="connsiteX24788" fmla="*/ 2584513 w 3114960"/>
              <a:gd name="connsiteY24788" fmla="*/ 997363 h 5143785"/>
              <a:gd name="connsiteX24789" fmla="*/ 2621280 w 3114960"/>
              <a:gd name="connsiteY24789" fmla="*/ 962216 h 5143785"/>
              <a:gd name="connsiteX24790" fmla="*/ 2622423 w 3114960"/>
              <a:gd name="connsiteY24790" fmla="*/ 959644 h 5143785"/>
              <a:gd name="connsiteX24791" fmla="*/ 2622137 w 3114960"/>
              <a:gd name="connsiteY24791" fmla="*/ 886111 h 5143785"/>
              <a:gd name="connsiteX24792" fmla="*/ 2628995 w 3114960"/>
              <a:gd name="connsiteY24792" fmla="*/ 877919 h 5143785"/>
              <a:gd name="connsiteX24793" fmla="*/ 2636330 w 3114960"/>
              <a:gd name="connsiteY24793" fmla="*/ 879158 h 5143785"/>
              <a:gd name="connsiteX24794" fmla="*/ 2654903 w 3114960"/>
              <a:gd name="connsiteY24794" fmla="*/ 860774 h 5143785"/>
              <a:gd name="connsiteX24795" fmla="*/ 2649188 w 3114960"/>
              <a:gd name="connsiteY24795" fmla="*/ 847630 h 5143785"/>
              <a:gd name="connsiteX24796" fmla="*/ 2718721 w 3114960"/>
              <a:gd name="connsiteY24796" fmla="*/ 772097 h 5143785"/>
              <a:gd name="connsiteX24797" fmla="*/ 2719673 w 3114960"/>
              <a:gd name="connsiteY24797" fmla="*/ 769715 h 5143785"/>
              <a:gd name="connsiteX24798" fmla="*/ 2719673 w 3114960"/>
              <a:gd name="connsiteY24798" fmla="*/ 643319 h 5143785"/>
              <a:gd name="connsiteX24799" fmla="*/ 2723102 w 3114960"/>
              <a:gd name="connsiteY24799" fmla="*/ 643319 h 5143785"/>
              <a:gd name="connsiteX24800" fmla="*/ 2734628 w 3114960"/>
              <a:gd name="connsiteY24800" fmla="*/ 631793 h 5143785"/>
              <a:gd name="connsiteX24801" fmla="*/ 2734628 w 3114960"/>
              <a:gd name="connsiteY24801" fmla="*/ 580454 h 5143785"/>
              <a:gd name="connsiteX24802" fmla="*/ 2723102 w 3114960"/>
              <a:gd name="connsiteY24802" fmla="*/ 568928 h 5143785"/>
              <a:gd name="connsiteX24803" fmla="*/ 2719673 w 3114960"/>
              <a:gd name="connsiteY24803" fmla="*/ 568928 h 5143785"/>
              <a:gd name="connsiteX24804" fmla="*/ 2719673 w 3114960"/>
              <a:gd name="connsiteY24804" fmla="*/ 487871 h 5143785"/>
              <a:gd name="connsiteX24805" fmla="*/ 2726531 w 3114960"/>
              <a:gd name="connsiteY24805" fmla="*/ 478155 h 5143785"/>
              <a:gd name="connsiteX24806" fmla="*/ 2716149 w 3114960"/>
              <a:gd name="connsiteY24806" fmla="*/ 467773 h 5143785"/>
              <a:gd name="connsiteX24807" fmla="*/ 2705767 w 3114960"/>
              <a:gd name="connsiteY24807" fmla="*/ 478155 h 5143785"/>
              <a:gd name="connsiteX24808" fmla="*/ 2712625 w 3114960"/>
              <a:gd name="connsiteY24808" fmla="*/ 487871 h 5143785"/>
              <a:gd name="connsiteX24809" fmla="*/ 2712625 w 3114960"/>
              <a:gd name="connsiteY24809" fmla="*/ 568928 h 5143785"/>
              <a:gd name="connsiteX24810" fmla="*/ 2709196 w 3114960"/>
              <a:gd name="connsiteY24810" fmla="*/ 568928 h 5143785"/>
              <a:gd name="connsiteX24811" fmla="*/ 2697671 w 3114960"/>
              <a:gd name="connsiteY24811" fmla="*/ 580454 h 5143785"/>
              <a:gd name="connsiteX24812" fmla="*/ 2697671 w 3114960"/>
              <a:gd name="connsiteY24812" fmla="*/ 631793 h 5143785"/>
              <a:gd name="connsiteX24813" fmla="*/ 2709196 w 3114960"/>
              <a:gd name="connsiteY24813" fmla="*/ 643319 h 5143785"/>
              <a:gd name="connsiteX24814" fmla="*/ 2712625 w 3114960"/>
              <a:gd name="connsiteY24814" fmla="*/ 643319 h 5143785"/>
              <a:gd name="connsiteX24815" fmla="*/ 2712625 w 3114960"/>
              <a:gd name="connsiteY24815" fmla="*/ 768382 h 5143785"/>
              <a:gd name="connsiteX24816" fmla="*/ 2643092 w 3114960"/>
              <a:gd name="connsiteY24816" fmla="*/ 843915 h 5143785"/>
              <a:gd name="connsiteX24817" fmla="*/ 2636330 w 3114960"/>
              <a:gd name="connsiteY24817" fmla="*/ 842582 h 5143785"/>
              <a:gd name="connsiteX24818" fmla="*/ 2617756 w 3114960"/>
              <a:gd name="connsiteY24818" fmla="*/ 860965 h 5143785"/>
              <a:gd name="connsiteX24819" fmla="*/ 2622804 w 3114960"/>
              <a:gd name="connsiteY24819" fmla="*/ 874300 h 5143785"/>
              <a:gd name="connsiteX24820" fmla="*/ 2615755 w 3114960"/>
              <a:gd name="connsiteY24820" fmla="*/ 882682 h 5143785"/>
              <a:gd name="connsiteX24821" fmla="*/ 2614898 w 3114960"/>
              <a:gd name="connsiteY24821" fmla="*/ 884968 h 5143785"/>
              <a:gd name="connsiteX24822" fmla="*/ 2615184 w 3114960"/>
              <a:gd name="connsiteY24822" fmla="*/ 958310 h 5143785"/>
              <a:gd name="connsiteX24823" fmla="*/ 2580513 w 3114960"/>
              <a:gd name="connsiteY24823" fmla="*/ 991457 h 5143785"/>
              <a:gd name="connsiteX24824" fmla="*/ 2465070 w 3114960"/>
              <a:gd name="connsiteY24824" fmla="*/ 992981 h 5143785"/>
              <a:gd name="connsiteX24825" fmla="*/ 2462594 w 3114960"/>
              <a:gd name="connsiteY24825" fmla="*/ 994029 h 5143785"/>
              <a:gd name="connsiteX24826" fmla="*/ 2425160 w 3114960"/>
              <a:gd name="connsiteY24826" fmla="*/ 1031748 h 5143785"/>
              <a:gd name="connsiteX24827" fmla="*/ 2189226 w 3114960"/>
              <a:gd name="connsiteY24827" fmla="*/ 1031748 h 5143785"/>
              <a:gd name="connsiteX24828" fmla="*/ 2169890 w 3114960"/>
              <a:gd name="connsiteY24828" fmla="*/ 1022223 h 5143785"/>
              <a:gd name="connsiteX24829" fmla="*/ 2166080 w 3114960"/>
              <a:gd name="connsiteY24829" fmla="*/ 1008126 h 5143785"/>
              <a:gd name="connsiteX24830" fmla="*/ 2149507 w 3114960"/>
              <a:gd name="connsiteY24830" fmla="*/ 999744 h 5143785"/>
              <a:gd name="connsiteX24831" fmla="*/ 2137410 w 3114960"/>
              <a:gd name="connsiteY24831" fmla="*/ 1003745 h 5143785"/>
              <a:gd name="connsiteX24832" fmla="*/ 2133029 w 3114960"/>
              <a:gd name="connsiteY24832" fmla="*/ 1032510 h 5143785"/>
              <a:gd name="connsiteX24833" fmla="*/ 2704814 w 3114960"/>
              <a:gd name="connsiteY24833" fmla="*/ 580263 h 5143785"/>
              <a:gd name="connsiteX24834" fmla="*/ 2709196 w 3114960"/>
              <a:gd name="connsiteY24834" fmla="*/ 575882 h 5143785"/>
              <a:gd name="connsiteX24835" fmla="*/ 2723198 w 3114960"/>
              <a:gd name="connsiteY24835" fmla="*/ 575882 h 5143785"/>
              <a:gd name="connsiteX24836" fmla="*/ 2727579 w 3114960"/>
              <a:gd name="connsiteY24836" fmla="*/ 580263 h 5143785"/>
              <a:gd name="connsiteX24837" fmla="*/ 2727579 w 3114960"/>
              <a:gd name="connsiteY24837" fmla="*/ 589217 h 5143785"/>
              <a:gd name="connsiteX24838" fmla="*/ 2704910 w 3114960"/>
              <a:gd name="connsiteY24838" fmla="*/ 589217 h 5143785"/>
              <a:gd name="connsiteX24839" fmla="*/ 2704910 w 3114960"/>
              <a:gd name="connsiteY24839" fmla="*/ 580263 h 5143785"/>
              <a:gd name="connsiteX24840" fmla="*/ 2709196 w 3114960"/>
              <a:gd name="connsiteY24840" fmla="*/ 635889 h 5143785"/>
              <a:gd name="connsiteX24841" fmla="*/ 2704814 w 3114960"/>
              <a:gd name="connsiteY24841" fmla="*/ 631508 h 5143785"/>
              <a:gd name="connsiteX24842" fmla="*/ 2704814 w 3114960"/>
              <a:gd name="connsiteY24842" fmla="*/ 619792 h 5143785"/>
              <a:gd name="connsiteX24843" fmla="*/ 2727484 w 3114960"/>
              <a:gd name="connsiteY24843" fmla="*/ 619792 h 5143785"/>
              <a:gd name="connsiteX24844" fmla="*/ 2727484 w 3114960"/>
              <a:gd name="connsiteY24844" fmla="*/ 631508 h 5143785"/>
              <a:gd name="connsiteX24845" fmla="*/ 2723102 w 3114960"/>
              <a:gd name="connsiteY24845" fmla="*/ 635889 h 5143785"/>
              <a:gd name="connsiteX24846" fmla="*/ 2709101 w 3114960"/>
              <a:gd name="connsiteY24846" fmla="*/ 635889 h 5143785"/>
              <a:gd name="connsiteX24847" fmla="*/ 2636330 w 3114960"/>
              <a:gd name="connsiteY24847" fmla="*/ 848677 h 5143785"/>
              <a:gd name="connsiteX24848" fmla="*/ 2648426 w 3114960"/>
              <a:gd name="connsiteY24848" fmla="*/ 860679 h 5143785"/>
              <a:gd name="connsiteX24849" fmla="*/ 2636330 w 3114960"/>
              <a:gd name="connsiteY24849" fmla="*/ 872681 h 5143785"/>
              <a:gd name="connsiteX24850" fmla="*/ 2624233 w 3114960"/>
              <a:gd name="connsiteY24850" fmla="*/ 860679 h 5143785"/>
              <a:gd name="connsiteX24851" fmla="*/ 2636330 w 3114960"/>
              <a:gd name="connsiteY24851" fmla="*/ 848677 h 5143785"/>
              <a:gd name="connsiteX24852" fmla="*/ 2141601 w 3114960"/>
              <a:gd name="connsiteY24852" fmla="*/ 1009174 h 5143785"/>
              <a:gd name="connsiteX24853" fmla="*/ 2160365 w 3114960"/>
              <a:gd name="connsiteY24853" fmla="*/ 1012031 h 5143785"/>
              <a:gd name="connsiteX24854" fmla="*/ 2157508 w 3114960"/>
              <a:gd name="connsiteY24854" fmla="*/ 1030796 h 5143785"/>
              <a:gd name="connsiteX24855" fmla="*/ 2149602 w 3114960"/>
              <a:gd name="connsiteY24855" fmla="*/ 1033367 h 5143785"/>
              <a:gd name="connsiteX24856" fmla="*/ 2138744 w 3114960"/>
              <a:gd name="connsiteY24856" fmla="*/ 1027938 h 5143785"/>
              <a:gd name="connsiteX24857" fmla="*/ 2141601 w 3114960"/>
              <a:gd name="connsiteY24857" fmla="*/ 1009174 h 5143785"/>
              <a:gd name="connsiteX24858" fmla="*/ 1986248 w 3114960"/>
              <a:gd name="connsiteY24858" fmla="*/ 2052352 h 5143785"/>
              <a:gd name="connsiteX24859" fmla="*/ 2030825 w 3114960"/>
              <a:gd name="connsiteY24859" fmla="*/ 2095976 h 5143785"/>
              <a:gd name="connsiteX24860" fmla="*/ 2032445 w 3114960"/>
              <a:gd name="connsiteY24860" fmla="*/ 2096643 h 5143785"/>
              <a:gd name="connsiteX24861" fmla="*/ 2032445 w 3114960"/>
              <a:gd name="connsiteY24861" fmla="*/ 2096643 h 5143785"/>
              <a:gd name="connsiteX24862" fmla="*/ 2034159 w 3114960"/>
              <a:gd name="connsiteY24862" fmla="*/ 2095881 h 5143785"/>
              <a:gd name="connsiteX24863" fmla="*/ 2065020 w 3114960"/>
              <a:gd name="connsiteY24863" fmla="*/ 2061401 h 5143785"/>
              <a:gd name="connsiteX24864" fmla="*/ 2065592 w 3114960"/>
              <a:gd name="connsiteY24864" fmla="*/ 2059781 h 5143785"/>
              <a:gd name="connsiteX24865" fmla="*/ 2065592 w 3114960"/>
              <a:gd name="connsiteY24865" fmla="*/ 1979867 h 5143785"/>
              <a:gd name="connsiteX24866" fmla="*/ 2070354 w 3114960"/>
              <a:gd name="connsiteY24866" fmla="*/ 1979867 h 5143785"/>
              <a:gd name="connsiteX24867" fmla="*/ 2077117 w 3114960"/>
              <a:gd name="connsiteY24867" fmla="*/ 1973104 h 5143785"/>
              <a:gd name="connsiteX24868" fmla="*/ 2077117 w 3114960"/>
              <a:gd name="connsiteY24868" fmla="*/ 1969580 h 5143785"/>
              <a:gd name="connsiteX24869" fmla="*/ 2070354 w 3114960"/>
              <a:gd name="connsiteY24869" fmla="*/ 1962817 h 5143785"/>
              <a:gd name="connsiteX24870" fmla="*/ 2056162 w 3114960"/>
              <a:gd name="connsiteY24870" fmla="*/ 1962817 h 5143785"/>
              <a:gd name="connsiteX24871" fmla="*/ 2049399 w 3114960"/>
              <a:gd name="connsiteY24871" fmla="*/ 1969580 h 5143785"/>
              <a:gd name="connsiteX24872" fmla="*/ 2049399 w 3114960"/>
              <a:gd name="connsiteY24872" fmla="*/ 1973104 h 5143785"/>
              <a:gd name="connsiteX24873" fmla="*/ 2056162 w 3114960"/>
              <a:gd name="connsiteY24873" fmla="*/ 1979867 h 5143785"/>
              <a:gd name="connsiteX24874" fmla="*/ 2060924 w 3114960"/>
              <a:gd name="connsiteY24874" fmla="*/ 1979867 h 5143785"/>
              <a:gd name="connsiteX24875" fmla="*/ 2060924 w 3114960"/>
              <a:gd name="connsiteY24875" fmla="*/ 2058829 h 5143785"/>
              <a:gd name="connsiteX24876" fmla="*/ 2032254 w 3114960"/>
              <a:gd name="connsiteY24876" fmla="*/ 2090833 h 5143785"/>
              <a:gd name="connsiteX24877" fmla="*/ 1990153 w 3114960"/>
              <a:gd name="connsiteY24877" fmla="*/ 2049590 h 5143785"/>
              <a:gd name="connsiteX24878" fmla="*/ 1990153 w 3114960"/>
              <a:gd name="connsiteY24878" fmla="*/ 2002441 h 5143785"/>
              <a:gd name="connsiteX24879" fmla="*/ 1994154 w 3114960"/>
              <a:gd name="connsiteY24879" fmla="*/ 1997964 h 5143785"/>
              <a:gd name="connsiteX24880" fmla="*/ 1989201 w 3114960"/>
              <a:gd name="connsiteY24880" fmla="*/ 1990058 h 5143785"/>
              <a:gd name="connsiteX24881" fmla="*/ 1981295 w 3114960"/>
              <a:gd name="connsiteY24881" fmla="*/ 1995011 h 5143785"/>
              <a:gd name="connsiteX24882" fmla="*/ 1985296 w 3114960"/>
              <a:gd name="connsiteY24882" fmla="*/ 2002536 h 5143785"/>
              <a:gd name="connsiteX24883" fmla="*/ 1985296 w 3114960"/>
              <a:gd name="connsiteY24883" fmla="*/ 2050732 h 5143785"/>
              <a:gd name="connsiteX24884" fmla="*/ 1986058 w 3114960"/>
              <a:gd name="connsiteY24884" fmla="*/ 2052447 h 5143785"/>
              <a:gd name="connsiteX24885" fmla="*/ 2056257 w 3114960"/>
              <a:gd name="connsiteY24885" fmla="*/ 1975104 h 5143785"/>
              <a:gd name="connsiteX24886" fmla="*/ 2054257 w 3114960"/>
              <a:gd name="connsiteY24886" fmla="*/ 1973104 h 5143785"/>
              <a:gd name="connsiteX24887" fmla="*/ 2054257 w 3114960"/>
              <a:gd name="connsiteY24887" fmla="*/ 1969580 h 5143785"/>
              <a:gd name="connsiteX24888" fmla="*/ 2056257 w 3114960"/>
              <a:gd name="connsiteY24888" fmla="*/ 1967579 h 5143785"/>
              <a:gd name="connsiteX24889" fmla="*/ 2070449 w 3114960"/>
              <a:gd name="connsiteY24889" fmla="*/ 1967579 h 5143785"/>
              <a:gd name="connsiteX24890" fmla="*/ 2072450 w 3114960"/>
              <a:gd name="connsiteY24890" fmla="*/ 1969580 h 5143785"/>
              <a:gd name="connsiteX24891" fmla="*/ 2072450 w 3114960"/>
              <a:gd name="connsiteY24891" fmla="*/ 1973104 h 5143785"/>
              <a:gd name="connsiteX24892" fmla="*/ 2070449 w 3114960"/>
              <a:gd name="connsiteY24892" fmla="*/ 1975104 h 5143785"/>
              <a:gd name="connsiteX24893" fmla="*/ 2056257 w 3114960"/>
              <a:gd name="connsiteY24893" fmla="*/ 1975104 h 5143785"/>
              <a:gd name="connsiteX24894" fmla="*/ 2140363 w 3114960"/>
              <a:gd name="connsiteY24894" fmla="*/ 1019937 h 5143785"/>
              <a:gd name="connsiteX24895" fmla="*/ 2149507 w 3114960"/>
              <a:gd name="connsiteY24895" fmla="*/ 1010793 h 5143785"/>
              <a:gd name="connsiteX24896" fmla="*/ 2158651 w 3114960"/>
              <a:gd name="connsiteY24896" fmla="*/ 1019937 h 5143785"/>
              <a:gd name="connsiteX24897" fmla="*/ 2149507 w 3114960"/>
              <a:gd name="connsiteY24897" fmla="*/ 1029081 h 5143785"/>
              <a:gd name="connsiteX24898" fmla="*/ 2140363 w 3114960"/>
              <a:gd name="connsiteY24898" fmla="*/ 1019937 h 5143785"/>
              <a:gd name="connsiteX24899" fmla="*/ 2111216 w 3114960"/>
              <a:gd name="connsiteY24899" fmla="*/ 1805083 h 5143785"/>
              <a:gd name="connsiteX24900" fmla="*/ 2118741 w 3114960"/>
              <a:gd name="connsiteY24900" fmla="*/ 1805083 h 5143785"/>
              <a:gd name="connsiteX24901" fmla="*/ 2126837 w 3114960"/>
              <a:gd name="connsiteY24901" fmla="*/ 1797272 h 5143785"/>
              <a:gd name="connsiteX24902" fmla="*/ 2126837 w 3114960"/>
              <a:gd name="connsiteY24902" fmla="*/ 1792129 h 5143785"/>
              <a:gd name="connsiteX24903" fmla="*/ 2175891 w 3114960"/>
              <a:gd name="connsiteY24903" fmla="*/ 1792129 h 5143785"/>
              <a:gd name="connsiteX24904" fmla="*/ 2194084 w 3114960"/>
              <a:gd name="connsiteY24904" fmla="*/ 1804702 h 5143785"/>
              <a:gd name="connsiteX24905" fmla="*/ 2275999 w 3114960"/>
              <a:gd name="connsiteY24905" fmla="*/ 1804702 h 5143785"/>
              <a:gd name="connsiteX24906" fmla="*/ 2275999 w 3114960"/>
              <a:gd name="connsiteY24906" fmla="*/ 1814703 h 5143785"/>
              <a:gd name="connsiteX24907" fmla="*/ 2284667 w 3114960"/>
              <a:gd name="connsiteY24907" fmla="*/ 1823466 h 5143785"/>
              <a:gd name="connsiteX24908" fmla="*/ 2432685 w 3114960"/>
              <a:gd name="connsiteY24908" fmla="*/ 1823466 h 5143785"/>
              <a:gd name="connsiteX24909" fmla="*/ 2441448 w 3114960"/>
              <a:gd name="connsiteY24909" fmla="*/ 1814703 h 5143785"/>
              <a:gd name="connsiteX24910" fmla="*/ 2441448 w 3114960"/>
              <a:gd name="connsiteY24910" fmla="*/ 1805940 h 5143785"/>
              <a:gd name="connsiteX24911" fmla="*/ 2564321 w 3114960"/>
              <a:gd name="connsiteY24911" fmla="*/ 1806702 h 5143785"/>
              <a:gd name="connsiteX24912" fmla="*/ 2606135 w 3114960"/>
              <a:gd name="connsiteY24912" fmla="*/ 1766888 h 5143785"/>
              <a:gd name="connsiteX24913" fmla="*/ 2605754 w 3114960"/>
              <a:gd name="connsiteY24913" fmla="*/ 1640586 h 5143785"/>
              <a:gd name="connsiteX24914" fmla="*/ 2626709 w 3114960"/>
              <a:gd name="connsiteY24914" fmla="*/ 1618964 h 5143785"/>
              <a:gd name="connsiteX24915" fmla="*/ 2649093 w 3114960"/>
              <a:gd name="connsiteY24915" fmla="*/ 1618583 h 5143785"/>
              <a:gd name="connsiteX24916" fmla="*/ 2649093 w 3114960"/>
              <a:gd name="connsiteY24916" fmla="*/ 1620869 h 5143785"/>
              <a:gd name="connsiteX24917" fmla="*/ 2656237 w 3114960"/>
              <a:gd name="connsiteY24917" fmla="*/ 1628013 h 5143785"/>
              <a:gd name="connsiteX24918" fmla="*/ 2669762 w 3114960"/>
              <a:gd name="connsiteY24918" fmla="*/ 1628013 h 5143785"/>
              <a:gd name="connsiteX24919" fmla="*/ 2676906 w 3114960"/>
              <a:gd name="connsiteY24919" fmla="*/ 1620869 h 5143785"/>
              <a:gd name="connsiteX24920" fmla="*/ 2676906 w 3114960"/>
              <a:gd name="connsiteY24920" fmla="*/ 1618678 h 5143785"/>
              <a:gd name="connsiteX24921" fmla="*/ 2692146 w 3114960"/>
              <a:gd name="connsiteY24921" fmla="*/ 1618678 h 5143785"/>
              <a:gd name="connsiteX24922" fmla="*/ 2704052 w 3114960"/>
              <a:gd name="connsiteY24922" fmla="*/ 1630394 h 5143785"/>
              <a:gd name="connsiteX24923" fmla="*/ 2704052 w 3114960"/>
              <a:gd name="connsiteY24923" fmla="*/ 1684782 h 5143785"/>
              <a:gd name="connsiteX24924" fmla="*/ 2699671 w 3114960"/>
              <a:gd name="connsiteY24924" fmla="*/ 1684782 h 5143785"/>
              <a:gd name="connsiteX24925" fmla="*/ 2694909 w 3114960"/>
              <a:gd name="connsiteY24925" fmla="*/ 1689545 h 5143785"/>
              <a:gd name="connsiteX24926" fmla="*/ 2694909 w 3114960"/>
              <a:gd name="connsiteY24926" fmla="*/ 1703070 h 5143785"/>
              <a:gd name="connsiteX24927" fmla="*/ 2699671 w 3114960"/>
              <a:gd name="connsiteY24927" fmla="*/ 1707832 h 5143785"/>
              <a:gd name="connsiteX24928" fmla="*/ 2713196 w 3114960"/>
              <a:gd name="connsiteY24928" fmla="*/ 1707832 h 5143785"/>
              <a:gd name="connsiteX24929" fmla="*/ 2717959 w 3114960"/>
              <a:gd name="connsiteY24929" fmla="*/ 1703070 h 5143785"/>
              <a:gd name="connsiteX24930" fmla="*/ 2717959 w 3114960"/>
              <a:gd name="connsiteY24930" fmla="*/ 1689545 h 5143785"/>
              <a:gd name="connsiteX24931" fmla="*/ 2713196 w 3114960"/>
              <a:gd name="connsiteY24931" fmla="*/ 1684782 h 5143785"/>
              <a:gd name="connsiteX24932" fmla="*/ 2708815 w 3114960"/>
              <a:gd name="connsiteY24932" fmla="*/ 1684782 h 5143785"/>
              <a:gd name="connsiteX24933" fmla="*/ 2708815 w 3114960"/>
              <a:gd name="connsiteY24933" fmla="*/ 1628489 h 5143785"/>
              <a:gd name="connsiteX24934" fmla="*/ 2694051 w 3114960"/>
              <a:gd name="connsiteY24934" fmla="*/ 1613916 h 5143785"/>
              <a:gd name="connsiteX24935" fmla="*/ 2676811 w 3114960"/>
              <a:gd name="connsiteY24935" fmla="*/ 1613916 h 5143785"/>
              <a:gd name="connsiteX24936" fmla="*/ 2676811 w 3114960"/>
              <a:gd name="connsiteY24936" fmla="*/ 1607344 h 5143785"/>
              <a:gd name="connsiteX24937" fmla="*/ 2669667 w 3114960"/>
              <a:gd name="connsiteY24937" fmla="*/ 1600200 h 5143785"/>
              <a:gd name="connsiteX24938" fmla="*/ 2656142 w 3114960"/>
              <a:gd name="connsiteY24938" fmla="*/ 1600200 h 5143785"/>
              <a:gd name="connsiteX24939" fmla="*/ 2648998 w 3114960"/>
              <a:gd name="connsiteY24939" fmla="*/ 1607344 h 5143785"/>
              <a:gd name="connsiteX24940" fmla="*/ 2648998 w 3114960"/>
              <a:gd name="connsiteY24940" fmla="*/ 1613821 h 5143785"/>
              <a:gd name="connsiteX24941" fmla="*/ 2624519 w 3114960"/>
              <a:gd name="connsiteY24941" fmla="*/ 1614297 h 5143785"/>
              <a:gd name="connsiteX24942" fmla="*/ 2600897 w 3114960"/>
              <a:gd name="connsiteY24942" fmla="*/ 1638776 h 5143785"/>
              <a:gd name="connsiteX24943" fmla="*/ 2601278 w 3114960"/>
              <a:gd name="connsiteY24943" fmla="*/ 1764982 h 5143785"/>
              <a:gd name="connsiteX24944" fmla="*/ 2562320 w 3114960"/>
              <a:gd name="connsiteY24944" fmla="*/ 1802035 h 5143785"/>
              <a:gd name="connsiteX24945" fmla="*/ 2441353 w 3114960"/>
              <a:gd name="connsiteY24945" fmla="*/ 1801273 h 5143785"/>
              <a:gd name="connsiteX24946" fmla="*/ 2441353 w 3114960"/>
              <a:gd name="connsiteY24946" fmla="*/ 1792319 h 5143785"/>
              <a:gd name="connsiteX24947" fmla="*/ 2432590 w 3114960"/>
              <a:gd name="connsiteY24947" fmla="*/ 1783556 h 5143785"/>
              <a:gd name="connsiteX24948" fmla="*/ 2284571 w 3114960"/>
              <a:gd name="connsiteY24948" fmla="*/ 1783556 h 5143785"/>
              <a:gd name="connsiteX24949" fmla="*/ 2275904 w 3114960"/>
              <a:gd name="connsiteY24949" fmla="*/ 1792319 h 5143785"/>
              <a:gd name="connsiteX24950" fmla="*/ 2275904 w 3114960"/>
              <a:gd name="connsiteY24950" fmla="*/ 1800130 h 5143785"/>
              <a:gd name="connsiteX24951" fmla="*/ 2195513 w 3114960"/>
              <a:gd name="connsiteY24951" fmla="*/ 1800130 h 5143785"/>
              <a:gd name="connsiteX24952" fmla="*/ 2177320 w 3114960"/>
              <a:gd name="connsiteY24952" fmla="*/ 1787557 h 5143785"/>
              <a:gd name="connsiteX24953" fmla="*/ 2126837 w 3114960"/>
              <a:gd name="connsiteY24953" fmla="*/ 1787557 h 5143785"/>
              <a:gd name="connsiteX24954" fmla="*/ 2126837 w 3114960"/>
              <a:gd name="connsiteY24954" fmla="*/ 1771269 h 5143785"/>
              <a:gd name="connsiteX24955" fmla="*/ 2177320 w 3114960"/>
              <a:gd name="connsiteY24955" fmla="*/ 1771269 h 5143785"/>
              <a:gd name="connsiteX24956" fmla="*/ 2195513 w 3114960"/>
              <a:gd name="connsiteY24956" fmla="*/ 1758696 h 5143785"/>
              <a:gd name="connsiteX24957" fmla="*/ 2277999 w 3114960"/>
              <a:gd name="connsiteY24957" fmla="*/ 1758696 h 5143785"/>
              <a:gd name="connsiteX24958" fmla="*/ 2277999 w 3114960"/>
              <a:gd name="connsiteY24958" fmla="*/ 1765840 h 5143785"/>
              <a:gd name="connsiteX24959" fmla="*/ 2286762 w 3114960"/>
              <a:gd name="connsiteY24959" fmla="*/ 1774603 h 5143785"/>
              <a:gd name="connsiteX24960" fmla="*/ 2430494 w 3114960"/>
              <a:gd name="connsiteY24960" fmla="*/ 1774603 h 5143785"/>
              <a:gd name="connsiteX24961" fmla="*/ 2439257 w 3114960"/>
              <a:gd name="connsiteY24961" fmla="*/ 1765840 h 5143785"/>
              <a:gd name="connsiteX24962" fmla="*/ 2439257 w 3114960"/>
              <a:gd name="connsiteY24962" fmla="*/ 1761363 h 5143785"/>
              <a:gd name="connsiteX24963" fmla="*/ 2538317 w 3114960"/>
              <a:gd name="connsiteY24963" fmla="*/ 1761363 h 5143785"/>
              <a:gd name="connsiteX24964" fmla="*/ 2575084 w 3114960"/>
              <a:gd name="connsiteY24964" fmla="*/ 1729740 h 5143785"/>
              <a:gd name="connsiteX24965" fmla="*/ 2574608 w 3114960"/>
              <a:gd name="connsiteY24965" fmla="*/ 1617155 h 5143785"/>
              <a:gd name="connsiteX24966" fmla="*/ 2599563 w 3114960"/>
              <a:gd name="connsiteY24966" fmla="*/ 1591342 h 5143785"/>
              <a:gd name="connsiteX24967" fmla="*/ 2621947 w 3114960"/>
              <a:gd name="connsiteY24967" fmla="*/ 1590961 h 5143785"/>
              <a:gd name="connsiteX24968" fmla="*/ 2631186 w 3114960"/>
              <a:gd name="connsiteY24968" fmla="*/ 1598295 h 5143785"/>
              <a:gd name="connsiteX24969" fmla="*/ 2640902 w 3114960"/>
              <a:gd name="connsiteY24969" fmla="*/ 1588580 h 5143785"/>
              <a:gd name="connsiteX24970" fmla="*/ 2631186 w 3114960"/>
              <a:gd name="connsiteY24970" fmla="*/ 1578864 h 5143785"/>
              <a:gd name="connsiteX24971" fmla="*/ 2621947 w 3114960"/>
              <a:gd name="connsiteY24971" fmla="*/ 1586294 h 5143785"/>
              <a:gd name="connsiteX24972" fmla="*/ 2597563 w 3114960"/>
              <a:gd name="connsiteY24972" fmla="*/ 1586770 h 5143785"/>
              <a:gd name="connsiteX24973" fmla="*/ 2569940 w 3114960"/>
              <a:gd name="connsiteY24973" fmla="*/ 1615345 h 5143785"/>
              <a:gd name="connsiteX24974" fmla="*/ 2570417 w 3114960"/>
              <a:gd name="connsiteY24974" fmla="*/ 1727645 h 5143785"/>
              <a:gd name="connsiteX24975" fmla="*/ 2536698 w 3114960"/>
              <a:gd name="connsiteY24975" fmla="*/ 1756505 h 5143785"/>
              <a:gd name="connsiteX24976" fmla="*/ 2439448 w 3114960"/>
              <a:gd name="connsiteY24976" fmla="*/ 1756505 h 5143785"/>
              <a:gd name="connsiteX24977" fmla="*/ 2439448 w 3114960"/>
              <a:gd name="connsiteY24977" fmla="*/ 1746695 h 5143785"/>
              <a:gd name="connsiteX24978" fmla="*/ 2430685 w 3114960"/>
              <a:gd name="connsiteY24978" fmla="*/ 1737932 h 5143785"/>
              <a:gd name="connsiteX24979" fmla="*/ 2286953 w 3114960"/>
              <a:gd name="connsiteY24979" fmla="*/ 1737932 h 5143785"/>
              <a:gd name="connsiteX24980" fmla="*/ 2278190 w 3114960"/>
              <a:gd name="connsiteY24980" fmla="*/ 1746695 h 5143785"/>
              <a:gd name="connsiteX24981" fmla="*/ 2278190 w 3114960"/>
              <a:gd name="connsiteY24981" fmla="*/ 1753838 h 5143785"/>
              <a:gd name="connsiteX24982" fmla="*/ 2194179 w 3114960"/>
              <a:gd name="connsiteY24982" fmla="*/ 1753838 h 5143785"/>
              <a:gd name="connsiteX24983" fmla="*/ 2175986 w 3114960"/>
              <a:gd name="connsiteY24983" fmla="*/ 1766411 h 5143785"/>
              <a:gd name="connsiteX24984" fmla="*/ 2126933 w 3114960"/>
              <a:gd name="connsiteY24984" fmla="*/ 1766411 h 5143785"/>
              <a:gd name="connsiteX24985" fmla="*/ 2118836 w 3114960"/>
              <a:gd name="connsiteY24985" fmla="*/ 1758506 h 5143785"/>
              <a:gd name="connsiteX24986" fmla="*/ 2111312 w 3114960"/>
              <a:gd name="connsiteY24986" fmla="*/ 1758506 h 5143785"/>
              <a:gd name="connsiteX24987" fmla="*/ 2103215 w 3114960"/>
              <a:gd name="connsiteY24987" fmla="*/ 1766316 h 5143785"/>
              <a:gd name="connsiteX24988" fmla="*/ 2103215 w 3114960"/>
              <a:gd name="connsiteY24988" fmla="*/ 1779461 h 5143785"/>
              <a:gd name="connsiteX24989" fmla="*/ 2054543 w 3114960"/>
              <a:gd name="connsiteY24989" fmla="*/ 1778222 h 5143785"/>
              <a:gd name="connsiteX24990" fmla="*/ 1950911 w 3114960"/>
              <a:gd name="connsiteY24990" fmla="*/ 1927955 h 5143785"/>
              <a:gd name="connsiteX24991" fmla="*/ 1882331 w 3114960"/>
              <a:gd name="connsiteY24991" fmla="*/ 1927955 h 5143785"/>
              <a:gd name="connsiteX24992" fmla="*/ 1864424 w 3114960"/>
              <a:gd name="connsiteY24992" fmla="*/ 1908239 h 5143785"/>
              <a:gd name="connsiteX24993" fmla="*/ 1801463 w 3114960"/>
              <a:gd name="connsiteY24993" fmla="*/ 1908524 h 5143785"/>
              <a:gd name="connsiteX24994" fmla="*/ 1801463 w 3114960"/>
              <a:gd name="connsiteY24994" fmla="*/ 1906429 h 5143785"/>
              <a:gd name="connsiteX24995" fmla="*/ 1792415 w 3114960"/>
              <a:gd name="connsiteY24995" fmla="*/ 1897380 h 5143785"/>
              <a:gd name="connsiteX24996" fmla="*/ 1782128 w 3114960"/>
              <a:gd name="connsiteY24996" fmla="*/ 1897380 h 5143785"/>
              <a:gd name="connsiteX24997" fmla="*/ 1773079 w 3114960"/>
              <a:gd name="connsiteY24997" fmla="*/ 1906429 h 5143785"/>
              <a:gd name="connsiteX24998" fmla="*/ 1773079 w 3114960"/>
              <a:gd name="connsiteY24998" fmla="*/ 1916716 h 5143785"/>
              <a:gd name="connsiteX24999" fmla="*/ 1782128 w 3114960"/>
              <a:gd name="connsiteY24999" fmla="*/ 1925765 h 5143785"/>
              <a:gd name="connsiteX25000" fmla="*/ 1792415 w 3114960"/>
              <a:gd name="connsiteY25000" fmla="*/ 1925765 h 5143785"/>
              <a:gd name="connsiteX25001" fmla="*/ 1801463 w 3114960"/>
              <a:gd name="connsiteY25001" fmla="*/ 1916716 h 5143785"/>
              <a:gd name="connsiteX25002" fmla="*/ 1801463 w 3114960"/>
              <a:gd name="connsiteY25002" fmla="*/ 1913287 h 5143785"/>
              <a:gd name="connsiteX25003" fmla="*/ 1862328 w 3114960"/>
              <a:gd name="connsiteY25003" fmla="*/ 1913001 h 5143785"/>
              <a:gd name="connsiteX25004" fmla="*/ 1880235 w 3114960"/>
              <a:gd name="connsiteY25004" fmla="*/ 1932813 h 5143785"/>
              <a:gd name="connsiteX25005" fmla="*/ 1953387 w 3114960"/>
              <a:gd name="connsiteY25005" fmla="*/ 1932813 h 5143785"/>
              <a:gd name="connsiteX25006" fmla="*/ 2056924 w 3114960"/>
              <a:gd name="connsiteY25006" fmla="*/ 1783080 h 5143785"/>
              <a:gd name="connsiteX25007" fmla="*/ 2103025 w 3114960"/>
              <a:gd name="connsiteY25007" fmla="*/ 1784223 h 5143785"/>
              <a:gd name="connsiteX25008" fmla="*/ 2103025 w 3114960"/>
              <a:gd name="connsiteY25008" fmla="*/ 1781937 h 5143785"/>
              <a:gd name="connsiteX25009" fmla="*/ 2103025 w 3114960"/>
              <a:gd name="connsiteY25009" fmla="*/ 1797368 h 5143785"/>
              <a:gd name="connsiteX25010" fmla="*/ 2111121 w 3114960"/>
              <a:gd name="connsiteY25010" fmla="*/ 1805178 h 5143785"/>
              <a:gd name="connsiteX25011" fmla="*/ 2653570 w 3114960"/>
              <a:gd name="connsiteY25011" fmla="*/ 1607344 h 5143785"/>
              <a:gd name="connsiteX25012" fmla="*/ 2655951 w 3114960"/>
              <a:gd name="connsiteY25012" fmla="*/ 1604963 h 5143785"/>
              <a:gd name="connsiteX25013" fmla="*/ 2669477 w 3114960"/>
              <a:gd name="connsiteY25013" fmla="*/ 1604963 h 5143785"/>
              <a:gd name="connsiteX25014" fmla="*/ 2671858 w 3114960"/>
              <a:gd name="connsiteY25014" fmla="*/ 1607344 h 5143785"/>
              <a:gd name="connsiteX25015" fmla="*/ 2671858 w 3114960"/>
              <a:gd name="connsiteY25015" fmla="*/ 1620869 h 5143785"/>
              <a:gd name="connsiteX25016" fmla="*/ 2669477 w 3114960"/>
              <a:gd name="connsiteY25016" fmla="*/ 1623251 h 5143785"/>
              <a:gd name="connsiteX25017" fmla="*/ 2655951 w 3114960"/>
              <a:gd name="connsiteY25017" fmla="*/ 1623251 h 5143785"/>
              <a:gd name="connsiteX25018" fmla="*/ 2653570 w 3114960"/>
              <a:gd name="connsiteY25018" fmla="*/ 1620869 h 5143785"/>
              <a:gd name="connsiteX25019" fmla="*/ 2653570 w 3114960"/>
              <a:gd name="connsiteY25019" fmla="*/ 1607344 h 5143785"/>
              <a:gd name="connsiteX25020" fmla="*/ 2280666 w 3114960"/>
              <a:gd name="connsiteY25020" fmla="*/ 1792319 h 5143785"/>
              <a:gd name="connsiteX25021" fmla="*/ 2284571 w 3114960"/>
              <a:gd name="connsiteY25021" fmla="*/ 1788319 h 5143785"/>
              <a:gd name="connsiteX25022" fmla="*/ 2432590 w 3114960"/>
              <a:gd name="connsiteY25022" fmla="*/ 1788319 h 5143785"/>
              <a:gd name="connsiteX25023" fmla="*/ 2436590 w 3114960"/>
              <a:gd name="connsiteY25023" fmla="*/ 1792319 h 5143785"/>
              <a:gd name="connsiteX25024" fmla="*/ 2436590 w 3114960"/>
              <a:gd name="connsiteY25024" fmla="*/ 1814798 h 5143785"/>
              <a:gd name="connsiteX25025" fmla="*/ 2432590 w 3114960"/>
              <a:gd name="connsiteY25025" fmla="*/ 1818799 h 5143785"/>
              <a:gd name="connsiteX25026" fmla="*/ 2284571 w 3114960"/>
              <a:gd name="connsiteY25026" fmla="*/ 1818799 h 5143785"/>
              <a:gd name="connsiteX25027" fmla="*/ 2280666 w 3114960"/>
              <a:gd name="connsiteY25027" fmla="*/ 1814798 h 5143785"/>
              <a:gd name="connsiteX25028" fmla="*/ 2280666 w 3114960"/>
              <a:gd name="connsiteY25028" fmla="*/ 1792319 h 5143785"/>
              <a:gd name="connsiteX25029" fmla="*/ 2631091 w 3114960"/>
              <a:gd name="connsiteY25029" fmla="*/ 1583436 h 5143785"/>
              <a:gd name="connsiteX25030" fmla="*/ 2636044 w 3114960"/>
              <a:gd name="connsiteY25030" fmla="*/ 1588389 h 5143785"/>
              <a:gd name="connsiteX25031" fmla="*/ 2631091 w 3114960"/>
              <a:gd name="connsiteY25031" fmla="*/ 1593342 h 5143785"/>
              <a:gd name="connsiteX25032" fmla="*/ 2626138 w 3114960"/>
              <a:gd name="connsiteY25032" fmla="*/ 1588389 h 5143785"/>
              <a:gd name="connsiteX25033" fmla="*/ 2631091 w 3114960"/>
              <a:gd name="connsiteY25033" fmla="*/ 1583436 h 5143785"/>
              <a:gd name="connsiteX25034" fmla="*/ 2282762 w 3114960"/>
              <a:gd name="connsiteY25034" fmla="*/ 1746599 h 5143785"/>
              <a:gd name="connsiteX25035" fmla="*/ 2286762 w 3114960"/>
              <a:gd name="connsiteY25035" fmla="*/ 1742599 h 5143785"/>
              <a:gd name="connsiteX25036" fmla="*/ 2430494 w 3114960"/>
              <a:gd name="connsiteY25036" fmla="*/ 1742599 h 5143785"/>
              <a:gd name="connsiteX25037" fmla="*/ 2434495 w 3114960"/>
              <a:gd name="connsiteY25037" fmla="*/ 1746599 h 5143785"/>
              <a:gd name="connsiteX25038" fmla="*/ 2434495 w 3114960"/>
              <a:gd name="connsiteY25038" fmla="*/ 1765745 h 5143785"/>
              <a:gd name="connsiteX25039" fmla="*/ 2430494 w 3114960"/>
              <a:gd name="connsiteY25039" fmla="*/ 1769745 h 5143785"/>
              <a:gd name="connsiteX25040" fmla="*/ 2286762 w 3114960"/>
              <a:gd name="connsiteY25040" fmla="*/ 1769745 h 5143785"/>
              <a:gd name="connsiteX25041" fmla="*/ 2282762 w 3114960"/>
              <a:gd name="connsiteY25041" fmla="*/ 1765745 h 5143785"/>
              <a:gd name="connsiteX25042" fmla="*/ 2282762 w 3114960"/>
              <a:gd name="connsiteY25042" fmla="*/ 1746599 h 5143785"/>
              <a:gd name="connsiteX25043" fmla="*/ 2106835 w 3114960"/>
              <a:gd name="connsiteY25043" fmla="*/ 1766221 h 5143785"/>
              <a:gd name="connsiteX25044" fmla="*/ 2111216 w 3114960"/>
              <a:gd name="connsiteY25044" fmla="*/ 1762030 h 5143785"/>
              <a:gd name="connsiteX25045" fmla="*/ 2118741 w 3114960"/>
              <a:gd name="connsiteY25045" fmla="*/ 1762030 h 5143785"/>
              <a:gd name="connsiteX25046" fmla="*/ 2123123 w 3114960"/>
              <a:gd name="connsiteY25046" fmla="*/ 1766221 h 5143785"/>
              <a:gd name="connsiteX25047" fmla="*/ 2123123 w 3114960"/>
              <a:gd name="connsiteY25047" fmla="*/ 1771078 h 5143785"/>
              <a:gd name="connsiteX25048" fmla="*/ 2106930 w 3114960"/>
              <a:gd name="connsiteY25048" fmla="*/ 1771078 h 5143785"/>
              <a:gd name="connsiteX25049" fmla="*/ 2106930 w 3114960"/>
              <a:gd name="connsiteY25049" fmla="*/ 1766221 h 5143785"/>
              <a:gd name="connsiteX25050" fmla="*/ 2106835 w 3114960"/>
              <a:gd name="connsiteY25050" fmla="*/ 1790700 h 5143785"/>
              <a:gd name="connsiteX25051" fmla="*/ 2123027 w 3114960"/>
              <a:gd name="connsiteY25051" fmla="*/ 1790700 h 5143785"/>
              <a:gd name="connsiteX25052" fmla="*/ 2123027 w 3114960"/>
              <a:gd name="connsiteY25052" fmla="*/ 1797272 h 5143785"/>
              <a:gd name="connsiteX25053" fmla="*/ 2118646 w 3114960"/>
              <a:gd name="connsiteY25053" fmla="*/ 1801463 h 5143785"/>
              <a:gd name="connsiteX25054" fmla="*/ 2111121 w 3114960"/>
              <a:gd name="connsiteY25054" fmla="*/ 1801463 h 5143785"/>
              <a:gd name="connsiteX25055" fmla="*/ 2106740 w 3114960"/>
              <a:gd name="connsiteY25055" fmla="*/ 1797272 h 5143785"/>
              <a:gd name="connsiteX25056" fmla="*/ 2106740 w 3114960"/>
              <a:gd name="connsiteY25056" fmla="*/ 1790700 h 5143785"/>
              <a:gd name="connsiteX25057" fmla="*/ 1796701 w 3114960"/>
              <a:gd name="connsiteY25057" fmla="*/ 1916621 h 5143785"/>
              <a:gd name="connsiteX25058" fmla="*/ 1792415 w 3114960"/>
              <a:gd name="connsiteY25058" fmla="*/ 1920907 h 5143785"/>
              <a:gd name="connsiteX25059" fmla="*/ 1782128 w 3114960"/>
              <a:gd name="connsiteY25059" fmla="*/ 1920907 h 5143785"/>
              <a:gd name="connsiteX25060" fmla="*/ 1777841 w 3114960"/>
              <a:gd name="connsiteY25060" fmla="*/ 1916621 h 5143785"/>
              <a:gd name="connsiteX25061" fmla="*/ 1777841 w 3114960"/>
              <a:gd name="connsiteY25061" fmla="*/ 1906334 h 5143785"/>
              <a:gd name="connsiteX25062" fmla="*/ 1782128 w 3114960"/>
              <a:gd name="connsiteY25062" fmla="*/ 1902047 h 5143785"/>
              <a:gd name="connsiteX25063" fmla="*/ 1792415 w 3114960"/>
              <a:gd name="connsiteY25063" fmla="*/ 1902047 h 5143785"/>
              <a:gd name="connsiteX25064" fmla="*/ 1796701 w 3114960"/>
              <a:gd name="connsiteY25064" fmla="*/ 1906334 h 5143785"/>
              <a:gd name="connsiteX25065" fmla="*/ 1796701 w 3114960"/>
              <a:gd name="connsiteY25065" fmla="*/ 1916621 h 5143785"/>
              <a:gd name="connsiteX25066" fmla="*/ 2078546 w 3114960"/>
              <a:gd name="connsiteY25066" fmla="*/ 2756821 h 5143785"/>
              <a:gd name="connsiteX25067" fmla="*/ 2097596 w 3114960"/>
              <a:gd name="connsiteY25067" fmla="*/ 2756821 h 5143785"/>
              <a:gd name="connsiteX25068" fmla="*/ 2097596 w 3114960"/>
              <a:gd name="connsiteY25068" fmla="*/ 2761584 h 5143785"/>
              <a:gd name="connsiteX25069" fmla="*/ 2078546 w 3114960"/>
              <a:gd name="connsiteY25069" fmla="*/ 2761584 h 5143785"/>
              <a:gd name="connsiteX25070" fmla="*/ 2078546 w 3114960"/>
              <a:gd name="connsiteY25070" fmla="*/ 2756821 h 5143785"/>
              <a:gd name="connsiteX25071" fmla="*/ 1974342 w 3114960"/>
              <a:gd name="connsiteY25071" fmla="*/ 1965865 h 5143785"/>
              <a:gd name="connsiteX25072" fmla="*/ 2002155 w 3114960"/>
              <a:gd name="connsiteY25072" fmla="*/ 1965865 h 5143785"/>
              <a:gd name="connsiteX25073" fmla="*/ 2025396 w 3114960"/>
              <a:gd name="connsiteY25073" fmla="*/ 1988915 h 5143785"/>
              <a:gd name="connsiteX25074" fmla="*/ 2025396 w 3114960"/>
              <a:gd name="connsiteY25074" fmla="*/ 2023015 h 5143785"/>
              <a:gd name="connsiteX25075" fmla="*/ 2019967 w 3114960"/>
              <a:gd name="connsiteY25075" fmla="*/ 2031206 h 5143785"/>
              <a:gd name="connsiteX25076" fmla="*/ 2028920 w 3114960"/>
              <a:gd name="connsiteY25076" fmla="*/ 2040160 h 5143785"/>
              <a:gd name="connsiteX25077" fmla="*/ 2037874 w 3114960"/>
              <a:gd name="connsiteY25077" fmla="*/ 2031206 h 5143785"/>
              <a:gd name="connsiteX25078" fmla="*/ 2032445 w 3114960"/>
              <a:gd name="connsiteY25078" fmla="*/ 2023015 h 5143785"/>
              <a:gd name="connsiteX25079" fmla="*/ 2032445 w 3114960"/>
              <a:gd name="connsiteY25079" fmla="*/ 1985963 h 5143785"/>
              <a:gd name="connsiteX25080" fmla="*/ 2004917 w 3114960"/>
              <a:gd name="connsiteY25080" fmla="*/ 1958626 h 5143785"/>
              <a:gd name="connsiteX25081" fmla="*/ 1971580 w 3114960"/>
              <a:gd name="connsiteY25081" fmla="*/ 1958626 h 5143785"/>
              <a:gd name="connsiteX25082" fmla="*/ 1943005 w 3114960"/>
              <a:gd name="connsiteY25082" fmla="*/ 1982343 h 5143785"/>
              <a:gd name="connsiteX25083" fmla="*/ 1943005 w 3114960"/>
              <a:gd name="connsiteY25083" fmla="*/ 2014157 h 5143785"/>
              <a:gd name="connsiteX25084" fmla="*/ 1939481 w 3114960"/>
              <a:gd name="connsiteY25084" fmla="*/ 2014157 h 5143785"/>
              <a:gd name="connsiteX25085" fmla="*/ 1935099 w 3114960"/>
              <a:gd name="connsiteY25085" fmla="*/ 2018538 h 5143785"/>
              <a:gd name="connsiteX25086" fmla="*/ 1935099 w 3114960"/>
              <a:gd name="connsiteY25086" fmla="*/ 2022062 h 5143785"/>
              <a:gd name="connsiteX25087" fmla="*/ 1939481 w 3114960"/>
              <a:gd name="connsiteY25087" fmla="*/ 2026444 h 5143785"/>
              <a:gd name="connsiteX25088" fmla="*/ 1953673 w 3114960"/>
              <a:gd name="connsiteY25088" fmla="*/ 2026444 h 5143785"/>
              <a:gd name="connsiteX25089" fmla="*/ 1958054 w 3114960"/>
              <a:gd name="connsiteY25089" fmla="*/ 2022062 h 5143785"/>
              <a:gd name="connsiteX25090" fmla="*/ 1958054 w 3114960"/>
              <a:gd name="connsiteY25090" fmla="*/ 2018538 h 5143785"/>
              <a:gd name="connsiteX25091" fmla="*/ 1953673 w 3114960"/>
              <a:gd name="connsiteY25091" fmla="*/ 2014157 h 5143785"/>
              <a:gd name="connsiteX25092" fmla="*/ 1950149 w 3114960"/>
              <a:gd name="connsiteY25092" fmla="*/ 2014157 h 5143785"/>
              <a:gd name="connsiteX25093" fmla="*/ 1950149 w 3114960"/>
              <a:gd name="connsiteY25093" fmla="*/ 1985677 h 5143785"/>
              <a:gd name="connsiteX25094" fmla="*/ 1974152 w 3114960"/>
              <a:gd name="connsiteY25094" fmla="*/ 1965865 h 5143785"/>
              <a:gd name="connsiteX25095" fmla="*/ 2029016 w 3114960"/>
              <a:gd name="connsiteY25095" fmla="*/ 2027015 h 5143785"/>
              <a:gd name="connsiteX25096" fmla="*/ 2033207 w 3114960"/>
              <a:gd name="connsiteY25096" fmla="*/ 2031206 h 5143785"/>
              <a:gd name="connsiteX25097" fmla="*/ 2029016 w 3114960"/>
              <a:gd name="connsiteY25097" fmla="*/ 2035397 h 5143785"/>
              <a:gd name="connsiteX25098" fmla="*/ 2024825 w 3114960"/>
              <a:gd name="connsiteY25098" fmla="*/ 2031206 h 5143785"/>
              <a:gd name="connsiteX25099" fmla="*/ 2029016 w 3114960"/>
              <a:gd name="connsiteY25099" fmla="*/ 2027015 h 5143785"/>
              <a:gd name="connsiteX25100" fmla="*/ 2149221 w 3114960"/>
              <a:gd name="connsiteY25100" fmla="*/ 3216402 h 5143785"/>
              <a:gd name="connsiteX25101" fmla="*/ 2140744 w 3114960"/>
              <a:gd name="connsiteY25101" fmla="*/ 3213640 h 5143785"/>
              <a:gd name="connsiteX25102" fmla="*/ 2129219 w 3114960"/>
              <a:gd name="connsiteY25102" fmla="*/ 3219450 h 5143785"/>
              <a:gd name="connsiteX25103" fmla="*/ 2132267 w 3114960"/>
              <a:gd name="connsiteY25103" fmla="*/ 3239453 h 5143785"/>
              <a:gd name="connsiteX25104" fmla="*/ 2138363 w 3114960"/>
              <a:gd name="connsiteY25104" fmla="*/ 3241929 h 5143785"/>
              <a:gd name="connsiteX25105" fmla="*/ 2138363 w 3114960"/>
              <a:gd name="connsiteY25105" fmla="*/ 3251168 h 5143785"/>
              <a:gd name="connsiteX25106" fmla="*/ 2143125 w 3114960"/>
              <a:gd name="connsiteY25106" fmla="*/ 3251168 h 5143785"/>
              <a:gd name="connsiteX25107" fmla="*/ 2143125 w 3114960"/>
              <a:gd name="connsiteY25107" fmla="*/ 3241929 h 5143785"/>
              <a:gd name="connsiteX25108" fmla="*/ 2152269 w 3114960"/>
              <a:gd name="connsiteY25108" fmla="*/ 3236309 h 5143785"/>
              <a:gd name="connsiteX25109" fmla="*/ 2149221 w 3114960"/>
              <a:gd name="connsiteY25109" fmla="*/ 3216307 h 5143785"/>
              <a:gd name="connsiteX25110" fmla="*/ 2142554 w 3114960"/>
              <a:gd name="connsiteY25110" fmla="*/ 3239548 h 5143785"/>
              <a:gd name="connsiteX25111" fmla="*/ 2140744 w 3114960"/>
              <a:gd name="connsiteY25111" fmla="*/ 3239643 h 5143785"/>
              <a:gd name="connsiteX25112" fmla="*/ 2133886 w 3114960"/>
              <a:gd name="connsiteY25112" fmla="*/ 3237357 h 5143785"/>
              <a:gd name="connsiteX25113" fmla="*/ 2131409 w 3114960"/>
              <a:gd name="connsiteY25113" fmla="*/ 3220974 h 5143785"/>
              <a:gd name="connsiteX25114" fmla="*/ 2147792 w 3114960"/>
              <a:gd name="connsiteY25114" fmla="*/ 3218498 h 5143785"/>
              <a:gd name="connsiteX25115" fmla="*/ 2152460 w 3114960"/>
              <a:gd name="connsiteY25115" fmla="*/ 3226118 h 5143785"/>
              <a:gd name="connsiteX25116" fmla="*/ 2150364 w 3114960"/>
              <a:gd name="connsiteY25116" fmla="*/ 3234785 h 5143785"/>
              <a:gd name="connsiteX25117" fmla="*/ 2142744 w 3114960"/>
              <a:gd name="connsiteY25117" fmla="*/ 3239453 h 5143785"/>
              <a:gd name="connsiteX25118" fmla="*/ 2716149 w 3114960"/>
              <a:gd name="connsiteY25118" fmla="*/ 3228404 h 5143785"/>
              <a:gd name="connsiteX25119" fmla="*/ 2721864 w 3114960"/>
              <a:gd name="connsiteY25119" fmla="*/ 3234023 h 5143785"/>
              <a:gd name="connsiteX25120" fmla="*/ 2725769 w 3114960"/>
              <a:gd name="connsiteY25120" fmla="*/ 3235643 h 5143785"/>
              <a:gd name="connsiteX25121" fmla="*/ 2729675 w 3114960"/>
              <a:gd name="connsiteY25121" fmla="*/ 3234023 h 5143785"/>
              <a:gd name="connsiteX25122" fmla="*/ 2735390 w 3114960"/>
              <a:gd name="connsiteY25122" fmla="*/ 3228309 h 5143785"/>
              <a:gd name="connsiteX25123" fmla="*/ 2735390 w 3114960"/>
              <a:gd name="connsiteY25123" fmla="*/ 3220498 h 5143785"/>
              <a:gd name="connsiteX25124" fmla="*/ 2729675 w 3114960"/>
              <a:gd name="connsiteY25124" fmla="*/ 3214783 h 5143785"/>
              <a:gd name="connsiteX25125" fmla="*/ 2728151 w 3114960"/>
              <a:gd name="connsiteY25125" fmla="*/ 3213830 h 5143785"/>
              <a:gd name="connsiteX25126" fmla="*/ 2728151 w 3114960"/>
              <a:gd name="connsiteY25126" fmla="*/ 3148679 h 5143785"/>
              <a:gd name="connsiteX25127" fmla="*/ 2746343 w 3114960"/>
              <a:gd name="connsiteY25127" fmla="*/ 3130677 h 5143785"/>
              <a:gd name="connsiteX25128" fmla="*/ 2756440 w 3114960"/>
              <a:gd name="connsiteY25128" fmla="*/ 3140393 h 5143785"/>
              <a:gd name="connsiteX25129" fmla="*/ 2756440 w 3114960"/>
              <a:gd name="connsiteY25129" fmla="*/ 3153728 h 5143785"/>
              <a:gd name="connsiteX25130" fmla="*/ 2752249 w 3114960"/>
              <a:gd name="connsiteY25130" fmla="*/ 3155823 h 5143785"/>
              <a:gd name="connsiteX25131" fmla="*/ 2749677 w 3114960"/>
              <a:gd name="connsiteY25131" fmla="*/ 3161919 h 5143785"/>
              <a:gd name="connsiteX25132" fmla="*/ 2752154 w 3114960"/>
              <a:gd name="connsiteY25132" fmla="*/ 3168110 h 5143785"/>
              <a:gd name="connsiteX25133" fmla="*/ 2758250 w 3114960"/>
              <a:gd name="connsiteY25133" fmla="*/ 3170682 h 5143785"/>
              <a:gd name="connsiteX25134" fmla="*/ 2758250 w 3114960"/>
              <a:gd name="connsiteY25134" fmla="*/ 3170682 h 5143785"/>
              <a:gd name="connsiteX25135" fmla="*/ 2766917 w 3114960"/>
              <a:gd name="connsiteY25135" fmla="*/ 3162110 h 5143785"/>
              <a:gd name="connsiteX25136" fmla="*/ 2764441 w 3114960"/>
              <a:gd name="connsiteY25136" fmla="*/ 3155918 h 5143785"/>
              <a:gd name="connsiteX25137" fmla="*/ 2761202 w 3114960"/>
              <a:gd name="connsiteY25137" fmla="*/ 3153918 h 5143785"/>
              <a:gd name="connsiteX25138" fmla="*/ 2761202 w 3114960"/>
              <a:gd name="connsiteY25138" fmla="*/ 3138392 h 5143785"/>
              <a:gd name="connsiteX25139" fmla="*/ 2749296 w 3114960"/>
              <a:gd name="connsiteY25139" fmla="*/ 3126962 h 5143785"/>
              <a:gd name="connsiteX25140" fmla="*/ 2749296 w 3114960"/>
              <a:gd name="connsiteY25140" fmla="*/ 3072479 h 5143785"/>
              <a:gd name="connsiteX25141" fmla="*/ 2771013 w 3114960"/>
              <a:gd name="connsiteY25141" fmla="*/ 3047810 h 5143785"/>
              <a:gd name="connsiteX25142" fmla="*/ 2771299 w 3114960"/>
              <a:gd name="connsiteY25142" fmla="*/ 2910840 h 5143785"/>
              <a:gd name="connsiteX25143" fmla="*/ 2771299 w 3114960"/>
              <a:gd name="connsiteY25143" fmla="*/ 2909983 h 5143785"/>
              <a:gd name="connsiteX25144" fmla="*/ 2739295 w 3114960"/>
              <a:gd name="connsiteY25144" fmla="*/ 2872550 h 5143785"/>
              <a:gd name="connsiteX25145" fmla="*/ 2739295 w 3114960"/>
              <a:gd name="connsiteY25145" fmla="*/ 2757678 h 5143785"/>
              <a:gd name="connsiteX25146" fmla="*/ 2751392 w 3114960"/>
              <a:gd name="connsiteY25146" fmla="*/ 2741486 h 5143785"/>
              <a:gd name="connsiteX25147" fmla="*/ 2751392 w 3114960"/>
              <a:gd name="connsiteY25147" fmla="*/ 2659856 h 5143785"/>
              <a:gd name="connsiteX25148" fmla="*/ 2757869 w 3114960"/>
              <a:gd name="connsiteY25148" fmla="*/ 2659856 h 5143785"/>
              <a:gd name="connsiteX25149" fmla="*/ 2763869 w 3114960"/>
              <a:gd name="connsiteY25149" fmla="*/ 2653855 h 5143785"/>
              <a:gd name="connsiteX25150" fmla="*/ 2763869 w 3114960"/>
              <a:gd name="connsiteY25150" fmla="*/ 2633758 h 5143785"/>
              <a:gd name="connsiteX25151" fmla="*/ 2757869 w 3114960"/>
              <a:gd name="connsiteY25151" fmla="*/ 2627757 h 5143785"/>
              <a:gd name="connsiteX25152" fmla="*/ 2737771 w 3114960"/>
              <a:gd name="connsiteY25152" fmla="*/ 2627757 h 5143785"/>
              <a:gd name="connsiteX25153" fmla="*/ 2731770 w 3114960"/>
              <a:gd name="connsiteY25153" fmla="*/ 2633758 h 5143785"/>
              <a:gd name="connsiteX25154" fmla="*/ 2731770 w 3114960"/>
              <a:gd name="connsiteY25154" fmla="*/ 2653855 h 5143785"/>
              <a:gd name="connsiteX25155" fmla="*/ 2737771 w 3114960"/>
              <a:gd name="connsiteY25155" fmla="*/ 2659856 h 5143785"/>
              <a:gd name="connsiteX25156" fmla="*/ 2746629 w 3114960"/>
              <a:gd name="connsiteY25156" fmla="*/ 2659856 h 5143785"/>
              <a:gd name="connsiteX25157" fmla="*/ 2746629 w 3114960"/>
              <a:gd name="connsiteY25157" fmla="*/ 2739867 h 5143785"/>
              <a:gd name="connsiteX25158" fmla="*/ 2734532 w 3114960"/>
              <a:gd name="connsiteY25158" fmla="*/ 2756059 h 5143785"/>
              <a:gd name="connsiteX25159" fmla="*/ 2734532 w 3114960"/>
              <a:gd name="connsiteY25159" fmla="*/ 2874264 h 5143785"/>
              <a:gd name="connsiteX25160" fmla="*/ 2766536 w 3114960"/>
              <a:gd name="connsiteY25160" fmla="*/ 2911697 h 5143785"/>
              <a:gd name="connsiteX25161" fmla="*/ 2766251 w 3114960"/>
              <a:gd name="connsiteY25161" fmla="*/ 3046000 h 5143785"/>
              <a:gd name="connsiteX25162" fmla="*/ 2744629 w 3114960"/>
              <a:gd name="connsiteY25162" fmla="*/ 3070670 h 5143785"/>
              <a:gd name="connsiteX25163" fmla="*/ 2744629 w 3114960"/>
              <a:gd name="connsiteY25163" fmla="*/ 3125819 h 5143785"/>
              <a:gd name="connsiteX25164" fmla="*/ 2723388 w 3114960"/>
              <a:gd name="connsiteY25164" fmla="*/ 3146774 h 5143785"/>
              <a:gd name="connsiteX25165" fmla="*/ 2723388 w 3114960"/>
              <a:gd name="connsiteY25165" fmla="*/ 3213926 h 5143785"/>
              <a:gd name="connsiteX25166" fmla="*/ 2721864 w 3114960"/>
              <a:gd name="connsiteY25166" fmla="*/ 3214878 h 5143785"/>
              <a:gd name="connsiteX25167" fmla="*/ 2716149 w 3114960"/>
              <a:gd name="connsiteY25167" fmla="*/ 3220593 h 5143785"/>
              <a:gd name="connsiteX25168" fmla="*/ 2716149 w 3114960"/>
              <a:gd name="connsiteY25168" fmla="*/ 3228404 h 5143785"/>
              <a:gd name="connsiteX25169" fmla="*/ 2758250 w 3114960"/>
              <a:gd name="connsiteY25169" fmla="*/ 3158204 h 5143785"/>
              <a:gd name="connsiteX25170" fmla="*/ 2758250 w 3114960"/>
              <a:gd name="connsiteY25170" fmla="*/ 3158204 h 5143785"/>
              <a:gd name="connsiteX25171" fmla="*/ 2761012 w 3114960"/>
              <a:gd name="connsiteY25171" fmla="*/ 3159347 h 5143785"/>
              <a:gd name="connsiteX25172" fmla="*/ 2762155 w 3114960"/>
              <a:gd name="connsiteY25172" fmla="*/ 3162110 h 5143785"/>
              <a:gd name="connsiteX25173" fmla="*/ 2758250 w 3114960"/>
              <a:gd name="connsiteY25173" fmla="*/ 3166015 h 5143785"/>
              <a:gd name="connsiteX25174" fmla="*/ 2758250 w 3114960"/>
              <a:gd name="connsiteY25174" fmla="*/ 3166015 h 5143785"/>
              <a:gd name="connsiteX25175" fmla="*/ 2755487 w 3114960"/>
              <a:gd name="connsiteY25175" fmla="*/ 3164872 h 5143785"/>
              <a:gd name="connsiteX25176" fmla="*/ 2754344 w 3114960"/>
              <a:gd name="connsiteY25176" fmla="*/ 3162110 h 5143785"/>
              <a:gd name="connsiteX25177" fmla="*/ 2755487 w 3114960"/>
              <a:gd name="connsiteY25177" fmla="*/ 3159347 h 5143785"/>
              <a:gd name="connsiteX25178" fmla="*/ 2758250 w 3114960"/>
              <a:gd name="connsiteY25178" fmla="*/ 3158204 h 5143785"/>
              <a:gd name="connsiteX25179" fmla="*/ 2758250 w 3114960"/>
              <a:gd name="connsiteY25179" fmla="*/ 3158204 h 5143785"/>
              <a:gd name="connsiteX25180" fmla="*/ 2725198 w 3114960"/>
              <a:gd name="connsiteY25180" fmla="*/ 3218307 h 5143785"/>
              <a:gd name="connsiteX25181" fmla="*/ 2725769 w 3114960"/>
              <a:gd name="connsiteY25181" fmla="*/ 3218117 h 5143785"/>
              <a:gd name="connsiteX25182" fmla="*/ 2726246 w 3114960"/>
              <a:gd name="connsiteY25182" fmla="*/ 3218307 h 5143785"/>
              <a:gd name="connsiteX25183" fmla="*/ 2731961 w 3114960"/>
              <a:gd name="connsiteY25183" fmla="*/ 3224022 h 5143785"/>
              <a:gd name="connsiteX25184" fmla="*/ 2731961 w 3114960"/>
              <a:gd name="connsiteY25184" fmla="*/ 3225070 h 5143785"/>
              <a:gd name="connsiteX25185" fmla="*/ 2726246 w 3114960"/>
              <a:gd name="connsiteY25185" fmla="*/ 3230690 h 5143785"/>
              <a:gd name="connsiteX25186" fmla="*/ 2725198 w 3114960"/>
              <a:gd name="connsiteY25186" fmla="*/ 3230690 h 5143785"/>
              <a:gd name="connsiteX25187" fmla="*/ 2719578 w 3114960"/>
              <a:gd name="connsiteY25187" fmla="*/ 3225070 h 5143785"/>
              <a:gd name="connsiteX25188" fmla="*/ 2719578 w 3114960"/>
              <a:gd name="connsiteY25188" fmla="*/ 3224022 h 5143785"/>
              <a:gd name="connsiteX25189" fmla="*/ 2725293 w 3114960"/>
              <a:gd name="connsiteY25189" fmla="*/ 3218307 h 5143785"/>
              <a:gd name="connsiteX25190" fmla="*/ 2088071 w 3114960"/>
              <a:gd name="connsiteY25190" fmla="*/ 2736342 h 5143785"/>
              <a:gd name="connsiteX25191" fmla="*/ 2088071 w 3114960"/>
              <a:gd name="connsiteY25191" fmla="*/ 2726627 h 5143785"/>
              <a:gd name="connsiteX25192" fmla="*/ 2090738 w 3114960"/>
              <a:gd name="connsiteY25192" fmla="*/ 2723960 h 5143785"/>
              <a:gd name="connsiteX25193" fmla="*/ 2100453 w 3114960"/>
              <a:gd name="connsiteY25193" fmla="*/ 2723960 h 5143785"/>
              <a:gd name="connsiteX25194" fmla="*/ 2103120 w 3114960"/>
              <a:gd name="connsiteY25194" fmla="*/ 2726627 h 5143785"/>
              <a:gd name="connsiteX25195" fmla="*/ 2103120 w 3114960"/>
              <a:gd name="connsiteY25195" fmla="*/ 2736342 h 5143785"/>
              <a:gd name="connsiteX25196" fmla="*/ 2100453 w 3114960"/>
              <a:gd name="connsiteY25196" fmla="*/ 2739009 h 5143785"/>
              <a:gd name="connsiteX25197" fmla="*/ 2090738 w 3114960"/>
              <a:gd name="connsiteY25197" fmla="*/ 2739009 h 5143785"/>
              <a:gd name="connsiteX25198" fmla="*/ 2088071 w 3114960"/>
              <a:gd name="connsiteY25198" fmla="*/ 2736342 h 5143785"/>
              <a:gd name="connsiteX25199" fmla="*/ 3055525 w 3114960"/>
              <a:gd name="connsiteY25199" fmla="*/ 2039207 h 5143785"/>
              <a:gd name="connsiteX25200" fmla="*/ 3114770 w 3114960"/>
              <a:gd name="connsiteY25200" fmla="*/ 2039207 h 5143785"/>
              <a:gd name="connsiteX25201" fmla="*/ 3114770 w 3114960"/>
              <a:gd name="connsiteY25201" fmla="*/ 2029682 h 5143785"/>
              <a:gd name="connsiteX25202" fmla="*/ 3052096 w 3114960"/>
              <a:gd name="connsiteY25202" fmla="*/ 2029682 h 5143785"/>
              <a:gd name="connsiteX25203" fmla="*/ 3013234 w 3114960"/>
              <a:gd name="connsiteY25203" fmla="*/ 2061496 h 5143785"/>
              <a:gd name="connsiteX25204" fmla="*/ 2791492 w 3114960"/>
              <a:gd name="connsiteY25204" fmla="*/ 2061496 h 5143785"/>
              <a:gd name="connsiteX25205" fmla="*/ 2774252 w 3114960"/>
              <a:gd name="connsiteY25205" fmla="*/ 2044446 h 5143785"/>
              <a:gd name="connsiteX25206" fmla="*/ 2777204 w 3114960"/>
              <a:gd name="connsiteY25206" fmla="*/ 2033683 h 5143785"/>
              <a:gd name="connsiteX25207" fmla="*/ 2755583 w 3114960"/>
              <a:gd name="connsiteY25207" fmla="*/ 2012061 h 5143785"/>
              <a:gd name="connsiteX25208" fmla="*/ 2733961 w 3114960"/>
              <a:gd name="connsiteY25208" fmla="*/ 2033683 h 5143785"/>
              <a:gd name="connsiteX25209" fmla="*/ 2755583 w 3114960"/>
              <a:gd name="connsiteY25209" fmla="*/ 2055305 h 5143785"/>
              <a:gd name="connsiteX25210" fmla="*/ 2767775 w 3114960"/>
              <a:gd name="connsiteY25210" fmla="*/ 2051495 h 5143785"/>
              <a:gd name="connsiteX25211" fmla="*/ 2787587 w 3114960"/>
              <a:gd name="connsiteY25211" fmla="*/ 2071021 h 5143785"/>
              <a:gd name="connsiteX25212" fmla="*/ 3016663 w 3114960"/>
              <a:gd name="connsiteY25212" fmla="*/ 2071021 h 5143785"/>
              <a:gd name="connsiteX25213" fmla="*/ 3055525 w 3114960"/>
              <a:gd name="connsiteY25213" fmla="*/ 2039207 h 5143785"/>
              <a:gd name="connsiteX25214" fmla="*/ 2755678 w 3114960"/>
              <a:gd name="connsiteY25214" fmla="*/ 2047303 h 5143785"/>
              <a:gd name="connsiteX25215" fmla="*/ 2742057 w 3114960"/>
              <a:gd name="connsiteY25215" fmla="*/ 2033683 h 5143785"/>
              <a:gd name="connsiteX25216" fmla="*/ 2755678 w 3114960"/>
              <a:gd name="connsiteY25216" fmla="*/ 2020062 h 5143785"/>
              <a:gd name="connsiteX25217" fmla="*/ 2769299 w 3114960"/>
              <a:gd name="connsiteY25217" fmla="*/ 2033683 h 5143785"/>
              <a:gd name="connsiteX25218" fmla="*/ 2755678 w 3114960"/>
              <a:gd name="connsiteY25218" fmla="*/ 2047303 h 5143785"/>
              <a:gd name="connsiteX25219" fmla="*/ 2257711 w 3114960"/>
              <a:gd name="connsiteY25219" fmla="*/ 3114104 h 5143785"/>
              <a:gd name="connsiteX25220" fmla="*/ 2264759 w 3114960"/>
              <a:gd name="connsiteY25220" fmla="*/ 3107055 h 5143785"/>
              <a:gd name="connsiteX25221" fmla="*/ 2271808 w 3114960"/>
              <a:gd name="connsiteY25221" fmla="*/ 3114104 h 5143785"/>
              <a:gd name="connsiteX25222" fmla="*/ 2264759 w 3114960"/>
              <a:gd name="connsiteY25222" fmla="*/ 3121152 h 5143785"/>
              <a:gd name="connsiteX25223" fmla="*/ 2257711 w 3114960"/>
              <a:gd name="connsiteY25223" fmla="*/ 3114104 h 5143785"/>
              <a:gd name="connsiteX25224" fmla="*/ 2719578 w 3114960"/>
              <a:gd name="connsiteY25224" fmla="*/ 1871663 h 5143785"/>
              <a:gd name="connsiteX25225" fmla="*/ 2733009 w 3114960"/>
              <a:gd name="connsiteY25225" fmla="*/ 1871663 h 5143785"/>
              <a:gd name="connsiteX25226" fmla="*/ 2773680 w 3114960"/>
              <a:gd name="connsiteY25226" fmla="*/ 1912715 h 5143785"/>
              <a:gd name="connsiteX25227" fmla="*/ 2866263 w 3114960"/>
              <a:gd name="connsiteY25227" fmla="*/ 1912715 h 5143785"/>
              <a:gd name="connsiteX25228" fmla="*/ 2874740 w 3114960"/>
              <a:gd name="connsiteY25228" fmla="*/ 1921002 h 5143785"/>
              <a:gd name="connsiteX25229" fmla="*/ 2955703 w 3114960"/>
              <a:gd name="connsiteY25229" fmla="*/ 1921002 h 5143785"/>
              <a:gd name="connsiteX25230" fmla="*/ 2968371 w 3114960"/>
              <a:gd name="connsiteY25230" fmla="*/ 1931480 h 5143785"/>
              <a:gd name="connsiteX25231" fmla="*/ 2981230 w 3114960"/>
              <a:gd name="connsiteY25231" fmla="*/ 1918621 h 5143785"/>
              <a:gd name="connsiteX25232" fmla="*/ 2968371 w 3114960"/>
              <a:gd name="connsiteY25232" fmla="*/ 1905762 h 5143785"/>
              <a:gd name="connsiteX25233" fmla="*/ 2955703 w 3114960"/>
              <a:gd name="connsiteY25233" fmla="*/ 1916240 h 5143785"/>
              <a:gd name="connsiteX25234" fmla="*/ 2876645 w 3114960"/>
              <a:gd name="connsiteY25234" fmla="*/ 1916240 h 5143785"/>
              <a:gd name="connsiteX25235" fmla="*/ 2868168 w 3114960"/>
              <a:gd name="connsiteY25235" fmla="*/ 1907953 h 5143785"/>
              <a:gd name="connsiteX25236" fmla="*/ 2775585 w 3114960"/>
              <a:gd name="connsiteY25236" fmla="*/ 1907953 h 5143785"/>
              <a:gd name="connsiteX25237" fmla="*/ 2737104 w 3114960"/>
              <a:gd name="connsiteY25237" fmla="*/ 1869186 h 5143785"/>
              <a:gd name="connsiteX25238" fmla="*/ 2737771 w 3114960"/>
              <a:gd name="connsiteY25238" fmla="*/ 1866995 h 5143785"/>
              <a:gd name="connsiteX25239" fmla="*/ 2737771 w 3114960"/>
              <a:gd name="connsiteY25239" fmla="*/ 1853470 h 5143785"/>
              <a:gd name="connsiteX25240" fmla="*/ 2733009 w 3114960"/>
              <a:gd name="connsiteY25240" fmla="*/ 1848707 h 5143785"/>
              <a:gd name="connsiteX25241" fmla="*/ 2719483 w 3114960"/>
              <a:gd name="connsiteY25241" fmla="*/ 1848707 h 5143785"/>
              <a:gd name="connsiteX25242" fmla="*/ 2714720 w 3114960"/>
              <a:gd name="connsiteY25242" fmla="*/ 1853470 h 5143785"/>
              <a:gd name="connsiteX25243" fmla="*/ 2714720 w 3114960"/>
              <a:gd name="connsiteY25243" fmla="*/ 1859947 h 5143785"/>
              <a:gd name="connsiteX25244" fmla="*/ 2691194 w 3114960"/>
              <a:gd name="connsiteY25244" fmla="*/ 1859947 h 5143785"/>
              <a:gd name="connsiteX25245" fmla="*/ 2644997 w 3114960"/>
              <a:gd name="connsiteY25245" fmla="*/ 1900047 h 5143785"/>
              <a:gd name="connsiteX25246" fmla="*/ 2644617 w 3114960"/>
              <a:gd name="connsiteY25246" fmla="*/ 2207800 h 5143785"/>
              <a:gd name="connsiteX25247" fmla="*/ 2644617 w 3114960"/>
              <a:gd name="connsiteY25247" fmla="*/ 2208657 h 5143785"/>
              <a:gd name="connsiteX25248" fmla="*/ 2667953 w 3114960"/>
              <a:gd name="connsiteY25248" fmla="*/ 2235518 h 5143785"/>
              <a:gd name="connsiteX25249" fmla="*/ 2667667 w 3114960"/>
              <a:gd name="connsiteY25249" fmla="*/ 2298764 h 5143785"/>
              <a:gd name="connsiteX25250" fmla="*/ 2692622 w 3114960"/>
              <a:gd name="connsiteY25250" fmla="*/ 2326100 h 5143785"/>
              <a:gd name="connsiteX25251" fmla="*/ 2690336 w 3114960"/>
              <a:gd name="connsiteY25251" fmla="*/ 2337435 h 5143785"/>
              <a:gd name="connsiteX25252" fmla="*/ 2696718 w 3114960"/>
              <a:gd name="connsiteY25252" fmla="*/ 2346484 h 5143785"/>
              <a:gd name="connsiteX25253" fmla="*/ 2704434 w 3114960"/>
              <a:gd name="connsiteY25253" fmla="*/ 2348770 h 5143785"/>
              <a:gd name="connsiteX25254" fmla="*/ 2707577 w 3114960"/>
              <a:gd name="connsiteY25254" fmla="*/ 2348389 h 5143785"/>
              <a:gd name="connsiteX25255" fmla="*/ 2716625 w 3114960"/>
              <a:gd name="connsiteY25255" fmla="*/ 2342007 h 5143785"/>
              <a:gd name="connsiteX25256" fmla="*/ 2718530 w 3114960"/>
              <a:gd name="connsiteY25256" fmla="*/ 2331149 h 5143785"/>
              <a:gd name="connsiteX25257" fmla="*/ 2712149 w 3114960"/>
              <a:gd name="connsiteY25257" fmla="*/ 2322100 h 5143785"/>
              <a:gd name="connsiteX25258" fmla="*/ 2701290 w 3114960"/>
              <a:gd name="connsiteY25258" fmla="*/ 2320195 h 5143785"/>
              <a:gd name="connsiteX25259" fmla="*/ 2695956 w 3114960"/>
              <a:gd name="connsiteY25259" fmla="*/ 2322671 h 5143785"/>
              <a:gd name="connsiteX25260" fmla="*/ 2672429 w 3114960"/>
              <a:gd name="connsiteY25260" fmla="*/ 2296954 h 5143785"/>
              <a:gd name="connsiteX25261" fmla="*/ 2672715 w 3114960"/>
              <a:gd name="connsiteY25261" fmla="*/ 2233803 h 5143785"/>
              <a:gd name="connsiteX25262" fmla="*/ 2649379 w 3114960"/>
              <a:gd name="connsiteY25262" fmla="*/ 2206943 h 5143785"/>
              <a:gd name="connsiteX25263" fmla="*/ 2649760 w 3114960"/>
              <a:gd name="connsiteY25263" fmla="*/ 1902238 h 5143785"/>
              <a:gd name="connsiteX25264" fmla="*/ 2693003 w 3114960"/>
              <a:gd name="connsiteY25264" fmla="*/ 1864805 h 5143785"/>
              <a:gd name="connsiteX25265" fmla="*/ 2714720 w 3114960"/>
              <a:gd name="connsiteY25265" fmla="*/ 1864805 h 5143785"/>
              <a:gd name="connsiteX25266" fmla="*/ 2714720 w 3114960"/>
              <a:gd name="connsiteY25266" fmla="*/ 1867091 h 5143785"/>
              <a:gd name="connsiteX25267" fmla="*/ 2719483 w 3114960"/>
              <a:gd name="connsiteY25267" fmla="*/ 1871853 h 5143785"/>
              <a:gd name="connsiteX25268" fmla="*/ 2968467 w 3114960"/>
              <a:gd name="connsiteY25268" fmla="*/ 1910525 h 5143785"/>
              <a:gd name="connsiteX25269" fmla="*/ 2976563 w 3114960"/>
              <a:gd name="connsiteY25269" fmla="*/ 1918621 h 5143785"/>
              <a:gd name="connsiteX25270" fmla="*/ 2968467 w 3114960"/>
              <a:gd name="connsiteY25270" fmla="*/ 1926717 h 5143785"/>
              <a:gd name="connsiteX25271" fmla="*/ 2960370 w 3114960"/>
              <a:gd name="connsiteY25271" fmla="*/ 1918621 h 5143785"/>
              <a:gd name="connsiteX25272" fmla="*/ 2968467 w 3114960"/>
              <a:gd name="connsiteY25272" fmla="*/ 1910525 h 5143785"/>
              <a:gd name="connsiteX25273" fmla="*/ 2702528 w 3114960"/>
              <a:gd name="connsiteY25273" fmla="*/ 2324767 h 5143785"/>
              <a:gd name="connsiteX25274" fmla="*/ 2704624 w 3114960"/>
              <a:gd name="connsiteY25274" fmla="*/ 2324576 h 5143785"/>
              <a:gd name="connsiteX25275" fmla="*/ 2714054 w 3114960"/>
              <a:gd name="connsiteY25275" fmla="*/ 2332196 h 5143785"/>
              <a:gd name="connsiteX25276" fmla="*/ 2712720 w 3114960"/>
              <a:gd name="connsiteY25276" fmla="*/ 2339531 h 5143785"/>
              <a:gd name="connsiteX25277" fmla="*/ 2706624 w 3114960"/>
              <a:gd name="connsiteY25277" fmla="*/ 2343817 h 5143785"/>
              <a:gd name="connsiteX25278" fmla="*/ 2699290 w 3114960"/>
              <a:gd name="connsiteY25278" fmla="*/ 2342579 h 5143785"/>
              <a:gd name="connsiteX25279" fmla="*/ 2695004 w 3114960"/>
              <a:gd name="connsiteY25279" fmla="*/ 2336483 h 5143785"/>
              <a:gd name="connsiteX25280" fmla="*/ 2702338 w 3114960"/>
              <a:gd name="connsiteY25280" fmla="*/ 2324957 h 5143785"/>
              <a:gd name="connsiteX25281" fmla="*/ 2700242 w 3114960"/>
              <a:gd name="connsiteY25281" fmla="*/ 2013395 h 5143785"/>
              <a:gd name="connsiteX25282" fmla="*/ 2704719 w 3114960"/>
              <a:gd name="connsiteY25282" fmla="*/ 2008918 h 5143785"/>
              <a:gd name="connsiteX25283" fmla="*/ 2709196 w 3114960"/>
              <a:gd name="connsiteY25283" fmla="*/ 2013395 h 5143785"/>
              <a:gd name="connsiteX25284" fmla="*/ 2704719 w 3114960"/>
              <a:gd name="connsiteY25284" fmla="*/ 2017871 h 5143785"/>
              <a:gd name="connsiteX25285" fmla="*/ 2700242 w 3114960"/>
              <a:gd name="connsiteY25285" fmla="*/ 2013395 h 5143785"/>
              <a:gd name="connsiteX25286" fmla="*/ 2701195 w 3114960"/>
              <a:gd name="connsiteY25286" fmla="*/ 2273903 h 5143785"/>
              <a:gd name="connsiteX25287" fmla="*/ 2705672 w 3114960"/>
              <a:gd name="connsiteY25287" fmla="*/ 2269427 h 5143785"/>
              <a:gd name="connsiteX25288" fmla="*/ 2710148 w 3114960"/>
              <a:gd name="connsiteY25288" fmla="*/ 2273903 h 5143785"/>
              <a:gd name="connsiteX25289" fmla="*/ 2705672 w 3114960"/>
              <a:gd name="connsiteY25289" fmla="*/ 2278380 h 5143785"/>
              <a:gd name="connsiteX25290" fmla="*/ 2701195 w 3114960"/>
              <a:gd name="connsiteY25290" fmla="*/ 2273903 h 5143785"/>
              <a:gd name="connsiteX25291" fmla="*/ 2256568 w 3114960"/>
              <a:gd name="connsiteY25291" fmla="*/ 2929223 h 5143785"/>
              <a:gd name="connsiteX25292" fmla="*/ 2269236 w 3114960"/>
              <a:gd name="connsiteY25292" fmla="*/ 2914936 h 5143785"/>
              <a:gd name="connsiteX25293" fmla="*/ 2272760 w 3114960"/>
              <a:gd name="connsiteY25293" fmla="*/ 2918079 h 5143785"/>
              <a:gd name="connsiteX25294" fmla="*/ 2260092 w 3114960"/>
              <a:gd name="connsiteY25294" fmla="*/ 2932367 h 5143785"/>
              <a:gd name="connsiteX25295" fmla="*/ 2256568 w 3114960"/>
              <a:gd name="connsiteY25295" fmla="*/ 2929223 h 5143785"/>
              <a:gd name="connsiteX25296" fmla="*/ 2281904 w 3114960"/>
              <a:gd name="connsiteY25296" fmla="*/ 2900744 h 5143785"/>
              <a:gd name="connsiteX25297" fmla="*/ 2294573 w 3114960"/>
              <a:gd name="connsiteY25297" fmla="*/ 2886456 h 5143785"/>
              <a:gd name="connsiteX25298" fmla="*/ 2298097 w 3114960"/>
              <a:gd name="connsiteY25298" fmla="*/ 2889599 h 5143785"/>
              <a:gd name="connsiteX25299" fmla="*/ 2285429 w 3114960"/>
              <a:gd name="connsiteY25299" fmla="*/ 2903887 h 5143785"/>
              <a:gd name="connsiteX25300" fmla="*/ 2281904 w 3114960"/>
              <a:gd name="connsiteY25300" fmla="*/ 2900744 h 5143785"/>
              <a:gd name="connsiteX25301" fmla="*/ 2755678 w 3114960"/>
              <a:gd name="connsiteY25301" fmla="*/ 2023110 h 5143785"/>
              <a:gd name="connsiteX25302" fmla="*/ 2745200 w 3114960"/>
              <a:gd name="connsiteY25302" fmla="*/ 2033588 h 5143785"/>
              <a:gd name="connsiteX25303" fmla="*/ 2755678 w 3114960"/>
              <a:gd name="connsiteY25303" fmla="*/ 2044065 h 5143785"/>
              <a:gd name="connsiteX25304" fmla="*/ 2766155 w 3114960"/>
              <a:gd name="connsiteY25304" fmla="*/ 2033588 h 5143785"/>
              <a:gd name="connsiteX25305" fmla="*/ 2755678 w 3114960"/>
              <a:gd name="connsiteY25305" fmla="*/ 2023110 h 5143785"/>
              <a:gd name="connsiteX25306" fmla="*/ 2755678 w 3114960"/>
              <a:gd name="connsiteY25306" fmla="*/ 2040255 h 5143785"/>
              <a:gd name="connsiteX25307" fmla="*/ 2749010 w 3114960"/>
              <a:gd name="connsiteY25307" fmla="*/ 2033588 h 5143785"/>
              <a:gd name="connsiteX25308" fmla="*/ 2755678 w 3114960"/>
              <a:gd name="connsiteY25308" fmla="*/ 2026920 h 5143785"/>
              <a:gd name="connsiteX25309" fmla="*/ 2762345 w 3114960"/>
              <a:gd name="connsiteY25309" fmla="*/ 2033588 h 5143785"/>
              <a:gd name="connsiteX25310" fmla="*/ 2755678 w 3114960"/>
              <a:gd name="connsiteY25310" fmla="*/ 2040255 h 5143785"/>
              <a:gd name="connsiteX25311" fmla="*/ 2801303 w 3114960"/>
              <a:gd name="connsiteY25311" fmla="*/ 2331434 h 5143785"/>
              <a:gd name="connsiteX25312" fmla="*/ 2808446 w 3114960"/>
              <a:gd name="connsiteY25312" fmla="*/ 2331434 h 5143785"/>
              <a:gd name="connsiteX25313" fmla="*/ 2808446 w 3114960"/>
              <a:gd name="connsiteY25313" fmla="*/ 2335911 h 5143785"/>
              <a:gd name="connsiteX25314" fmla="*/ 2814923 w 3114960"/>
              <a:gd name="connsiteY25314" fmla="*/ 2335911 h 5143785"/>
              <a:gd name="connsiteX25315" fmla="*/ 2820924 w 3114960"/>
              <a:gd name="connsiteY25315" fmla="*/ 2341912 h 5143785"/>
              <a:gd name="connsiteX25316" fmla="*/ 2820924 w 3114960"/>
              <a:gd name="connsiteY25316" fmla="*/ 2362010 h 5143785"/>
              <a:gd name="connsiteX25317" fmla="*/ 2814923 w 3114960"/>
              <a:gd name="connsiteY25317" fmla="*/ 2368010 h 5143785"/>
              <a:gd name="connsiteX25318" fmla="*/ 2794826 w 3114960"/>
              <a:gd name="connsiteY25318" fmla="*/ 2368010 h 5143785"/>
              <a:gd name="connsiteX25319" fmla="*/ 2788825 w 3114960"/>
              <a:gd name="connsiteY25319" fmla="*/ 2362010 h 5143785"/>
              <a:gd name="connsiteX25320" fmla="*/ 2788825 w 3114960"/>
              <a:gd name="connsiteY25320" fmla="*/ 2341912 h 5143785"/>
              <a:gd name="connsiteX25321" fmla="*/ 2794826 w 3114960"/>
              <a:gd name="connsiteY25321" fmla="*/ 2335911 h 5143785"/>
              <a:gd name="connsiteX25322" fmla="*/ 2801303 w 3114960"/>
              <a:gd name="connsiteY25322" fmla="*/ 2335911 h 5143785"/>
              <a:gd name="connsiteX25323" fmla="*/ 2801303 w 3114960"/>
              <a:gd name="connsiteY25323" fmla="*/ 2331434 h 5143785"/>
              <a:gd name="connsiteX25324" fmla="*/ 2796921 w 3114960"/>
              <a:gd name="connsiteY25324" fmla="*/ 2113217 h 5143785"/>
              <a:gd name="connsiteX25325" fmla="*/ 2796921 w 3114960"/>
              <a:gd name="connsiteY25325" fmla="*/ 2103596 h 5143785"/>
              <a:gd name="connsiteX25326" fmla="*/ 2800160 w 3114960"/>
              <a:gd name="connsiteY25326" fmla="*/ 2100358 h 5143785"/>
              <a:gd name="connsiteX25327" fmla="*/ 2809780 w 3114960"/>
              <a:gd name="connsiteY25327" fmla="*/ 2100358 h 5143785"/>
              <a:gd name="connsiteX25328" fmla="*/ 2813018 w 3114960"/>
              <a:gd name="connsiteY25328" fmla="*/ 2103596 h 5143785"/>
              <a:gd name="connsiteX25329" fmla="*/ 2813018 w 3114960"/>
              <a:gd name="connsiteY25329" fmla="*/ 2113217 h 5143785"/>
              <a:gd name="connsiteX25330" fmla="*/ 2809780 w 3114960"/>
              <a:gd name="connsiteY25330" fmla="*/ 2116455 h 5143785"/>
              <a:gd name="connsiteX25331" fmla="*/ 2800160 w 3114960"/>
              <a:gd name="connsiteY25331" fmla="*/ 2116455 h 5143785"/>
              <a:gd name="connsiteX25332" fmla="*/ 2796921 w 3114960"/>
              <a:gd name="connsiteY25332" fmla="*/ 2113217 h 5143785"/>
              <a:gd name="connsiteX25333" fmla="*/ 2256282 w 3114960"/>
              <a:gd name="connsiteY25333" fmla="*/ 3125629 h 5143785"/>
              <a:gd name="connsiteX25334" fmla="*/ 2266950 w 3114960"/>
              <a:gd name="connsiteY25334" fmla="*/ 3128201 h 5143785"/>
              <a:gd name="connsiteX25335" fmla="*/ 2276285 w 3114960"/>
              <a:gd name="connsiteY25335" fmla="*/ 3122486 h 5143785"/>
              <a:gd name="connsiteX25336" fmla="*/ 2273237 w 3114960"/>
              <a:gd name="connsiteY25336" fmla="*/ 3102483 h 5143785"/>
              <a:gd name="connsiteX25337" fmla="*/ 2264759 w 3114960"/>
              <a:gd name="connsiteY25337" fmla="*/ 3099721 h 5143785"/>
              <a:gd name="connsiteX25338" fmla="*/ 2253139 w 3114960"/>
              <a:gd name="connsiteY25338" fmla="*/ 3105531 h 5143785"/>
              <a:gd name="connsiteX25339" fmla="*/ 2256187 w 3114960"/>
              <a:gd name="connsiteY25339" fmla="*/ 3125534 h 5143785"/>
              <a:gd name="connsiteX25340" fmla="*/ 2255330 w 3114960"/>
              <a:gd name="connsiteY25340" fmla="*/ 3107150 h 5143785"/>
              <a:gd name="connsiteX25341" fmla="*/ 2271713 w 3114960"/>
              <a:gd name="connsiteY25341" fmla="*/ 3104674 h 5143785"/>
              <a:gd name="connsiteX25342" fmla="*/ 2276380 w 3114960"/>
              <a:gd name="connsiteY25342" fmla="*/ 3112294 h 5143785"/>
              <a:gd name="connsiteX25343" fmla="*/ 2274284 w 3114960"/>
              <a:gd name="connsiteY25343" fmla="*/ 3120962 h 5143785"/>
              <a:gd name="connsiteX25344" fmla="*/ 2266664 w 3114960"/>
              <a:gd name="connsiteY25344" fmla="*/ 3125629 h 5143785"/>
              <a:gd name="connsiteX25345" fmla="*/ 2264855 w 3114960"/>
              <a:gd name="connsiteY25345" fmla="*/ 3125724 h 5143785"/>
              <a:gd name="connsiteX25346" fmla="*/ 2257997 w 3114960"/>
              <a:gd name="connsiteY25346" fmla="*/ 3123438 h 5143785"/>
              <a:gd name="connsiteX25347" fmla="*/ 2255520 w 3114960"/>
              <a:gd name="connsiteY25347" fmla="*/ 3107055 h 5143785"/>
              <a:gd name="connsiteX25348" fmla="*/ 2823305 w 3114960"/>
              <a:gd name="connsiteY25348" fmla="*/ 2124456 h 5143785"/>
              <a:gd name="connsiteX25349" fmla="*/ 2823305 w 3114960"/>
              <a:gd name="connsiteY25349" fmla="*/ 2092452 h 5143785"/>
              <a:gd name="connsiteX25350" fmla="*/ 2820924 w 3114960"/>
              <a:gd name="connsiteY25350" fmla="*/ 2090071 h 5143785"/>
              <a:gd name="connsiteX25351" fmla="*/ 2788920 w 3114960"/>
              <a:gd name="connsiteY25351" fmla="*/ 2090071 h 5143785"/>
              <a:gd name="connsiteX25352" fmla="*/ 2786539 w 3114960"/>
              <a:gd name="connsiteY25352" fmla="*/ 2092452 h 5143785"/>
              <a:gd name="connsiteX25353" fmla="*/ 2786539 w 3114960"/>
              <a:gd name="connsiteY25353" fmla="*/ 2124456 h 5143785"/>
              <a:gd name="connsiteX25354" fmla="*/ 2788920 w 3114960"/>
              <a:gd name="connsiteY25354" fmla="*/ 2126837 h 5143785"/>
              <a:gd name="connsiteX25355" fmla="*/ 2802541 w 3114960"/>
              <a:gd name="connsiteY25355" fmla="*/ 2126837 h 5143785"/>
              <a:gd name="connsiteX25356" fmla="*/ 2802541 w 3114960"/>
              <a:gd name="connsiteY25356" fmla="*/ 2234089 h 5143785"/>
              <a:gd name="connsiteX25357" fmla="*/ 2801398 w 3114960"/>
              <a:gd name="connsiteY25357" fmla="*/ 2234089 h 5143785"/>
              <a:gd name="connsiteX25358" fmla="*/ 2801398 w 3114960"/>
              <a:gd name="connsiteY25358" fmla="*/ 2238851 h 5143785"/>
              <a:gd name="connsiteX25359" fmla="*/ 2808542 w 3114960"/>
              <a:gd name="connsiteY25359" fmla="*/ 2238851 h 5143785"/>
              <a:gd name="connsiteX25360" fmla="*/ 2808542 w 3114960"/>
              <a:gd name="connsiteY25360" fmla="*/ 2234089 h 5143785"/>
              <a:gd name="connsiteX25361" fmla="*/ 2807399 w 3114960"/>
              <a:gd name="connsiteY25361" fmla="*/ 2234089 h 5143785"/>
              <a:gd name="connsiteX25362" fmla="*/ 2807399 w 3114960"/>
              <a:gd name="connsiteY25362" fmla="*/ 2126837 h 5143785"/>
              <a:gd name="connsiteX25363" fmla="*/ 2821019 w 3114960"/>
              <a:gd name="connsiteY25363" fmla="*/ 2126837 h 5143785"/>
              <a:gd name="connsiteX25364" fmla="*/ 2823401 w 3114960"/>
              <a:gd name="connsiteY25364" fmla="*/ 2124456 h 5143785"/>
              <a:gd name="connsiteX25365" fmla="*/ 2818543 w 3114960"/>
              <a:gd name="connsiteY25365" fmla="*/ 2122075 h 5143785"/>
              <a:gd name="connsiteX25366" fmla="*/ 2791301 w 3114960"/>
              <a:gd name="connsiteY25366" fmla="*/ 2122075 h 5143785"/>
              <a:gd name="connsiteX25367" fmla="*/ 2791301 w 3114960"/>
              <a:gd name="connsiteY25367" fmla="*/ 2094833 h 5143785"/>
              <a:gd name="connsiteX25368" fmla="*/ 2818543 w 3114960"/>
              <a:gd name="connsiteY25368" fmla="*/ 2094833 h 5143785"/>
              <a:gd name="connsiteX25369" fmla="*/ 2818543 w 3114960"/>
              <a:gd name="connsiteY25369" fmla="*/ 2122075 h 5143785"/>
              <a:gd name="connsiteX25370" fmla="*/ 2138363 w 3114960"/>
              <a:gd name="connsiteY25370" fmla="*/ 3268313 h 5143785"/>
              <a:gd name="connsiteX25371" fmla="*/ 2143125 w 3114960"/>
              <a:gd name="connsiteY25371" fmla="*/ 3268313 h 5143785"/>
              <a:gd name="connsiteX25372" fmla="*/ 2143125 w 3114960"/>
              <a:gd name="connsiteY25372" fmla="*/ 3285363 h 5143785"/>
              <a:gd name="connsiteX25373" fmla="*/ 2138363 w 3114960"/>
              <a:gd name="connsiteY25373" fmla="*/ 3285363 h 5143785"/>
              <a:gd name="connsiteX25374" fmla="*/ 2138363 w 3114960"/>
              <a:gd name="connsiteY25374" fmla="*/ 3268313 h 5143785"/>
              <a:gd name="connsiteX25375" fmla="*/ 2943701 w 3114960"/>
              <a:gd name="connsiteY25375" fmla="*/ 3352991 h 5143785"/>
              <a:gd name="connsiteX25376" fmla="*/ 2923413 w 3114960"/>
              <a:gd name="connsiteY25376" fmla="*/ 3352991 h 5143785"/>
              <a:gd name="connsiteX25377" fmla="*/ 2917412 w 3114960"/>
              <a:gd name="connsiteY25377" fmla="*/ 3358992 h 5143785"/>
              <a:gd name="connsiteX25378" fmla="*/ 2917412 w 3114960"/>
              <a:gd name="connsiteY25378" fmla="*/ 3366611 h 5143785"/>
              <a:gd name="connsiteX25379" fmla="*/ 2923413 w 3114960"/>
              <a:gd name="connsiteY25379" fmla="*/ 3372612 h 5143785"/>
              <a:gd name="connsiteX25380" fmla="*/ 2943701 w 3114960"/>
              <a:gd name="connsiteY25380" fmla="*/ 3372612 h 5143785"/>
              <a:gd name="connsiteX25381" fmla="*/ 2949702 w 3114960"/>
              <a:gd name="connsiteY25381" fmla="*/ 3366611 h 5143785"/>
              <a:gd name="connsiteX25382" fmla="*/ 2949702 w 3114960"/>
              <a:gd name="connsiteY25382" fmla="*/ 3364421 h 5143785"/>
              <a:gd name="connsiteX25383" fmla="*/ 2987421 w 3114960"/>
              <a:gd name="connsiteY25383" fmla="*/ 3364421 h 5143785"/>
              <a:gd name="connsiteX25384" fmla="*/ 3061240 w 3114960"/>
              <a:gd name="connsiteY25384" fmla="*/ 3434239 h 5143785"/>
              <a:gd name="connsiteX25385" fmla="*/ 3060954 w 3114960"/>
              <a:gd name="connsiteY25385" fmla="*/ 3532918 h 5143785"/>
              <a:gd name="connsiteX25386" fmla="*/ 3080099 w 3114960"/>
              <a:gd name="connsiteY25386" fmla="*/ 3551301 h 5143785"/>
              <a:gd name="connsiteX25387" fmla="*/ 3114770 w 3114960"/>
              <a:gd name="connsiteY25387" fmla="*/ 3551301 h 5143785"/>
              <a:gd name="connsiteX25388" fmla="*/ 3114770 w 3114960"/>
              <a:gd name="connsiteY25388" fmla="*/ 3546538 h 5143785"/>
              <a:gd name="connsiteX25389" fmla="*/ 3082004 w 3114960"/>
              <a:gd name="connsiteY25389" fmla="*/ 3546538 h 5143785"/>
              <a:gd name="connsiteX25390" fmla="*/ 3065717 w 3114960"/>
              <a:gd name="connsiteY25390" fmla="*/ 3530918 h 5143785"/>
              <a:gd name="connsiteX25391" fmla="*/ 3066002 w 3114960"/>
              <a:gd name="connsiteY25391" fmla="*/ 3432238 h 5143785"/>
              <a:gd name="connsiteX25392" fmla="*/ 2989326 w 3114960"/>
              <a:gd name="connsiteY25392" fmla="*/ 3359658 h 5143785"/>
              <a:gd name="connsiteX25393" fmla="*/ 2988374 w 3114960"/>
              <a:gd name="connsiteY25393" fmla="*/ 3359658 h 5143785"/>
              <a:gd name="connsiteX25394" fmla="*/ 2949797 w 3114960"/>
              <a:gd name="connsiteY25394" fmla="*/ 3359658 h 5143785"/>
              <a:gd name="connsiteX25395" fmla="*/ 2949797 w 3114960"/>
              <a:gd name="connsiteY25395" fmla="*/ 3358896 h 5143785"/>
              <a:gd name="connsiteX25396" fmla="*/ 2943797 w 3114960"/>
              <a:gd name="connsiteY25396" fmla="*/ 3352895 h 5143785"/>
              <a:gd name="connsiteX25397" fmla="*/ 2927033 w 3114960"/>
              <a:gd name="connsiteY25397" fmla="*/ 3367945 h 5143785"/>
              <a:gd name="connsiteX25398" fmla="*/ 2923413 w 3114960"/>
              <a:gd name="connsiteY25398" fmla="*/ 3367945 h 5143785"/>
              <a:gd name="connsiteX25399" fmla="*/ 2922175 w 3114960"/>
              <a:gd name="connsiteY25399" fmla="*/ 3366707 h 5143785"/>
              <a:gd name="connsiteX25400" fmla="*/ 2922175 w 3114960"/>
              <a:gd name="connsiteY25400" fmla="*/ 3359087 h 5143785"/>
              <a:gd name="connsiteX25401" fmla="*/ 2923413 w 3114960"/>
              <a:gd name="connsiteY25401" fmla="*/ 3357848 h 5143785"/>
              <a:gd name="connsiteX25402" fmla="*/ 2927033 w 3114960"/>
              <a:gd name="connsiteY25402" fmla="*/ 3357848 h 5143785"/>
              <a:gd name="connsiteX25403" fmla="*/ 2927033 w 3114960"/>
              <a:gd name="connsiteY25403" fmla="*/ 3368040 h 5143785"/>
              <a:gd name="connsiteX25404" fmla="*/ 2936748 w 3114960"/>
              <a:gd name="connsiteY25404" fmla="*/ 3366421 h 5143785"/>
              <a:gd name="connsiteX25405" fmla="*/ 2931795 w 3114960"/>
              <a:gd name="connsiteY25405" fmla="*/ 3366421 h 5143785"/>
              <a:gd name="connsiteX25406" fmla="*/ 2931795 w 3114960"/>
              <a:gd name="connsiteY25406" fmla="*/ 3357753 h 5143785"/>
              <a:gd name="connsiteX25407" fmla="*/ 2936748 w 3114960"/>
              <a:gd name="connsiteY25407" fmla="*/ 3357753 h 5143785"/>
              <a:gd name="connsiteX25408" fmla="*/ 2936748 w 3114960"/>
              <a:gd name="connsiteY25408" fmla="*/ 3366421 h 5143785"/>
              <a:gd name="connsiteX25409" fmla="*/ 2944940 w 3114960"/>
              <a:gd name="connsiteY25409" fmla="*/ 3366611 h 5143785"/>
              <a:gd name="connsiteX25410" fmla="*/ 2943701 w 3114960"/>
              <a:gd name="connsiteY25410" fmla="*/ 3367850 h 5143785"/>
              <a:gd name="connsiteX25411" fmla="*/ 2941511 w 3114960"/>
              <a:gd name="connsiteY25411" fmla="*/ 3367850 h 5143785"/>
              <a:gd name="connsiteX25412" fmla="*/ 2941511 w 3114960"/>
              <a:gd name="connsiteY25412" fmla="*/ 3357658 h 5143785"/>
              <a:gd name="connsiteX25413" fmla="*/ 2943701 w 3114960"/>
              <a:gd name="connsiteY25413" fmla="*/ 3357658 h 5143785"/>
              <a:gd name="connsiteX25414" fmla="*/ 2944940 w 3114960"/>
              <a:gd name="connsiteY25414" fmla="*/ 3358896 h 5143785"/>
              <a:gd name="connsiteX25415" fmla="*/ 2944940 w 3114960"/>
              <a:gd name="connsiteY25415" fmla="*/ 3366516 h 5143785"/>
              <a:gd name="connsiteX25416" fmla="*/ 2129885 w 3114960"/>
              <a:gd name="connsiteY25416" fmla="*/ 3453955 h 5143785"/>
              <a:gd name="connsiteX25417" fmla="*/ 2129885 w 3114960"/>
              <a:gd name="connsiteY25417" fmla="*/ 3462052 h 5143785"/>
              <a:gd name="connsiteX25418" fmla="*/ 2136743 w 3114960"/>
              <a:gd name="connsiteY25418" fmla="*/ 3468910 h 5143785"/>
              <a:gd name="connsiteX25419" fmla="*/ 2144840 w 3114960"/>
              <a:gd name="connsiteY25419" fmla="*/ 3468910 h 5143785"/>
              <a:gd name="connsiteX25420" fmla="*/ 2151698 w 3114960"/>
              <a:gd name="connsiteY25420" fmla="*/ 3462052 h 5143785"/>
              <a:gd name="connsiteX25421" fmla="*/ 2151698 w 3114960"/>
              <a:gd name="connsiteY25421" fmla="*/ 3453955 h 5143785"/>
              <a:gd name="connsiteX25422" fmla="*/ 2144840 w 3114960"/>
              <a:gd name="connsiteY25422" fmla="*/ 3447098 h 5143785"/>
              <a:gd name="connsiteX25423" fmla="*/ 2143220 w 3114960"/>
              <a:gd name="connsiteY25423" fmla="*/ 3447098 h 5143785"/>
              <a:gd name="connsiteX25424" fmla="*/ 2143220 w 3114960"/>
              <a:gd name="connsiteY25424" fmla="*/ 3438906 h 5143785"/>
              <a:gd name="connsiteX25425" fmla="*/ 2138458 w 3114960"/>
              <a:gd name="connsiteY25425" fmla="*/ 3438906 h 5143785"/>
              <a:gd name="connsiteX25426" fmla="*/ 2138458 w 3114960"/>
              <a:gd name="connsiteY25426" fmla="*/ 3447098 h 5143785"/>
              <a:gd name="connsiteX25427" fmla="*/ 2136743 w 3114960"/>
              <a:gd name="connsiteY25427" fmla="*/ 3447098 h 5143785"/>
              <a:gd name="connsiteX25428" fmla="*/ 2129885 w 3114960"/>
              <a:gd name="connsiteY25428" fmla="*/ 3453955 h 5143785"/>
              <a:gd name="connsiteX25429" fmla="*/ 2144744 w 3114960"/>
              <a:gd name="connsiteY25429" fmla="*/ 3451955 h 5143785"/>
              <a:gd name="connsiteX25430" fmla="*/ 2146840 w 3114960"/>
              <a:gd name="connsiteY25430" fmla="*/ 3454051 h 5143785"/>
              <a:gd name="connsiteX25431" fmla="*/ 2146840 w 3114960"/>
              <a:gd name="connsiteY25431" fmla="*/ 3462147 h 5143785"/>
              <a:gd name="connsiteX25432" fmla="*/ 2144744 w 3114960"/>
              <a:gd name="connsiteY25432" fmla="*/ 3464243 h 5143785"/>
              <a:gd name="connsiteX25433" fmla="*/ 2136648 w 3114960"/>
              <a:gd name="connsiteY25433" fmla="*/ 3464243 h 5143785"/>
              <a:gd name="connsiteX25434" fmla="*/ 2134553 w 3114960"/>
              <a:gd name="connsiteY25434" fmla="*/ 3462147 h 5143785"/>
              <a:gd name="connsiteX25435" fmla="*/ 2134553 w 3114960"/>
              <a:gd name="connsiteY25435" fmla="*/ 3454051 h 5143785"/>
              <a:gd name="connsiteX25436" fmla="*/ 2136648 w 3114960"/>
              <a:gd name="connsiteY25436" fmla="*/ 3451955 h 5143785"/>
              <a:gd name="connsiteX25437" fmla="*/ 2144744 w 3114960"/>
              <a:gd name="connsiteY25437" fmla="*/ 3451955 h 5143785"/>
              <a:gd name="connsiteX25438" fmla="*/ 2327815 w 3114960"/>
              <a:gd name="connsiteY25438" fmla="*/ 2935986 h 5143785"/>
              <a:gd name="connsiteX25439" fmla="*/ 2324291 w 3114960"/>
              <a:gd name="connsiteY25439" fmla="*/ 2932843 h 5143785"/>
              <a:gd name="connsiteX25440" fmla="*/ 2336959 w 3114960"/>
              <a:gd name="connsiteY25440" fmla="*/ 2918651 h 5143785"/>
              <a:gd name="connsiteX25441" fmla="*/ 2340483 w 3114960"/>
              <a:gd name="connsiteY25441" fmla="*/ 2921794 h 5143785"/>
              <a:gd name="connsiteX25442" fmla="*/ 2327815 w 3114960"/>
              <a:gd name="connsiteY25442" fmla="*/ 2935986 h 5143785"/>
              <a:gd name="connsiteX25443" fmla="*/ 2682430 w 3114960"/>
              <a:gd name="connsiteY25443" fmla="*/ 1823371 h 5143785"/>
              <a:gd name="connsiteX25444" fmla="*/ 2743391 w 3114960"/>
              <a:gd name="connsiteY25444" fmla="*/ 1823371 h 5143785"/>
              <a:gd name="connsiteX25445" fmla="*/ 2755773 w 3114960"/>
              <a:gd name="connsiteY25445" fmla="*/ 1832705 h 5143785"/>
              <a:gd name="connsiteX25446" fmla="*/ 2768632 w 3114960"/>
              <a:gd name="connsiteY25446" fmla="*/ 1819847 h 5143785"/>
              <a:gd name="connsiteX25447" fmla="*/ 2755773 w 3114960"/>
              <a:gd name="connsiteY25447" fmla="*/ 1806988 h 5143785"/>
              <a:gd name="connsiteX25448" fmla="*/ 2743391 w 3114960"/>
              <a:gd name="connsiteY25448" fmla="*/ 1816322 h 5143785"/>
              <a:gd name="connsiteX25449" fmla="*/ 2679763 w 3114960"/>
              <a:gd name="connsiteY25449" fmla="*/ 1816322 h 5143785"/>
              <a:gd name="connsiteX25450" fmla="*/ 2601468 w 3114960"/>
              <a:gd name="connsiteY25450" fmla="*/ 1884331 h 5143785"/>
              <a:gd name="connsiteX25451" fmla="*/ 2601468 w 3114960"/>
              <a:gd name="connsiteY25451" fmla="*/ 1977581 h 5143785"/>
              <a:gd name="connsiteX25452" fmla="*/ 2598896 w 3114960"/>
              <a:gd name="connsiteY25452" fmla="*/ 1977581 h 5143785"/>
              <a:gd name="connsiteX25453" fmla="*/ 2589086 w 3114960"/>
              <a:gd name="connsiteY25453" fmla="*/ 1987391 h 5143785"/>
              <a:gd name="connsiteX25454" fmla="*/ 2589086 w 3114960"/>
              <a:gd name="connsiteY25454" fmla="*/ 2026063 h 5143785"/>
              <a:gd name="connsiteX25455" fmla="*/ 2598896 w 3114960"/>
              <a:gd name="connsiteY25455" fmla="*/ 2035874 h 5143785"/>
              <a:gd name="connsiteX25456" fmla="*/ 2602706 w 3114960"/>
              <a:gd name="connsiteY25456" fmla="*/ 2035874 h 5143785"/>
              <a:gd name="connsiteX25457" fmla="*/ 2602706 w 3114960"/>
              <a:gd name="connsiteY25457" fmla="*/ 2227517 h 5143785"/>
              <a:gd name="connsiteX25458" fmla="*/ 2619756 w 3114960"/>
              <a:gd name="connsiteY25458" fmla="*/ 2248091 h 5143785"/>
              <a:gd name="connsiteX25459" fmla="*/ 2619756 w 3114960"/>
              <a:gd name="connsiteY25459" fmla="*/ 2330101 h 5143785"/>
              <a:gd name="connsiteX25460" fmla="*/ 2608993 w 3114960"/>
              <a:gd name="connsiteY25460" fmla="*/ 2345722 h 5143785"/>
              <a:gd name="connsiteX25461" fmla="*/ 2614422 w 3114960"/>
              <a:gd name="connsiteY25461" fmla="*/ 2355342 h 5143785"/>
              <a:gd name="connsiteX25462" fmla="*/ 2623280 w 3114960"/>
              <a:gd name="connsiteY25462" fmla="*/ 2358390 h 5143785"/>
              <a:gd name="connsiteX25463" fmla="*/ 2624995 w 3114960"/>
              <a:gd name="connsiteY25463" fmla="*/ 2358295 h 5143785"/>
              <a:gd name="connsiteX25464" fmla="*/ 2634615 w 3114960"/>
              <a:gd name="connsiteY25464" fmla="*/ 2352866 h 5143785"/>
              <a:gd name="connsiteX25465" fmla="*/ 2637568 w 3114960"/>
              <a:gd name="connsiteY25465" fmla="*/ 2342198 h 5143785"/>
              <a:gd name="connsiteX25466" fmla="*/ 2632138 w 3114960"/>
              <a:gd name="connsiteY25466" fmla="*/ 2332577 h 5143785"/>
              <a:gd name="connsiteX25467" fmla="*/ 2624423 w 3114960"/>
              <a:gd name="connsiteY25467" fmla="*/ 2329529 h 5143785"/>
              <a:gd name="connsiteX25468" fmla="*/ 2624423 w 3114960"/>
              <a:gd name="connsiteY25468" fmla="*/ 2246281 h 5143785"/>
              <a:gd name="connsiteX25469" fmla="*/ 2607374 w 3114960"/>
              <a:gd name="connsiteY25469" fmla="*/ 2225707 h 5143785"/>
              <a:gd name="connsiteX25470" fmla="*/ 2607374 w 3114960"/>
              <a:gd name="connsiteY25470" fmla="*/ 2035778 h 5143785"/>
              <a:gd name="connsiteX25471" fmla="*/ 2611184 w 3114960"/>
              <a:gd name="connsiteY25471" fmla="*/ 2035778 h 5143785"/>
              <a:gd name="connsiteX25472" fmla="*/ 2620994 w 3114960"/>
              <a:gd name="connsiteY25472" fmla="*/ 2025968 h 5143785"/>
              <a:gd name="connsiteX25473" fmla="*/ 2620994 w 3114960"/>
              <a:gd name="connsiteY25473" fmla="*/ 1987296 h 5143785"/>
              <a:gd name="connsiteX25474" fmla="*/ 2611184 w 3114960"/>
              <a:gd name="connsiteY25474" fmla="*/ 1977485 h 5143785"/>
              <a:gd name="connsiteX25475" fmla="*/ 2608612 w 3114960"/>
              <a:gd name="connsiteY25475" fmla="*/ 1977485 h 5143785"/>
              <a:gd name="connsiteX25476" fmla="*/ 2608612 w 3114960"/>
              <a:gd name="connsiteY25476" fmla="*/ 1887474 h 5143785"/>
              <a:gd name="connsiteX25477" fmla="*/ 2682430 w 3114960"/>
              <a:gd name="connsiteY25477" fmla="*/ 1823371 h 5143785"/>
              <a:gd name="connsiteX25478" fmla="*/ 2747582 w 3114960"/>
              <a:gd name="connsiteY25478" fmla="*/ 1819847 h 5143785"/>
              <a:gd name="connsiteX25479" fmla="*/ 2755678 w 3114960"/>
              <a:gd name="connsiteY25479" fmla="*/ 1811750 h 5143785"/>
              <a:gd name="connsiteX25480" fmla="*/ 2763774 w 3114960"/>
              <a:gd name="connsiteY25480" fmla="*/ 1819847 h 5143785"/>
              <a:gd name="connsiteX25481" fmla="*/ 2755678 w 3114960"/>
              <a:gd name="connsiteY25481" fmla="*/ 1827943 h 5143785"/>
              <a:gd name="connsiteX25482" fmla="*/ 2747582 w 3114960"/>
              <a:gd name="connsiteY25482" fmla="*/ 1819847 h 5143785"/>
              <a:gd name="connsiteX25483" fmla="*/ 2747582 w 3114960"/>
              <a:gd name="connsiteY25483" fmla="*/ 1819847 h 5143785"/>
              <a:gd name="connsiteX25484" fmla="*/ 2623185 w 3114960"/>
              <a:gd name="connsiteY25484" fmla="*/ 2334292 h 5143785"/>
              <a:gd name="connsiteX25485" fmla="*/ 2629186 w 3114960"/>
              <a:gd name="connsiteY25485" fmla="*/ 2336387 h 5143785"/>
              <a:gd name="connsiteX25486" fmla="*/ 2632805 w 3114960"/>
              <a:gd name="connsiteY25486" fmla="*/ 2342864 h 5143785"/>
              <a:gd name="connsiteX25487" fmla="*/ 2630805 w 3114960"/>
              <a:gd name="connsiteY25487" fmla="*/ 2350008 h 5143785"/>
              <a:gd name="connsiteX25488" fmla="*/ 2624328 w 3114960"/>
              <a:gd name="connsiteY25488" fmla="*/ 2353628 h 5143785"/>
              <a:gd name="connsiteX25489" fmla="*/ 2613565 w 3114960"/>
              <a:gd name="connsiteY25489" fmla="*/ 2345150 h 5143785"/>
              <a:gd name="connsiteX25490" fmla="*/ 2622042 w 3114960"/>
              <a:gd name="connsiteY25490" fmla="*/ 2334387 h 5143785"/>
              <a:gd name="connsiteX25491" fmla="*/ 2623185 w 3114960"/>
              <a:gd name="connsiteY25491" fmla="*/ 2334387 h 5143785"/>
              <a:gd name="connsiteX25492" fmla="*/ 2616137 w 3114960"/>
              <a:gd name="connsiteY25492" fmla="*/ 2025968 h 5143785"/>
              <a:gd name="connsiteX25493" fmla="*/ 2611088 w 3114960"/>
              <a:gd name="connsiteY25493" fmla="*/ 2031016 h 5143785"/>
              <a:gd name="connsiteX25494" fmla="*/ 2598706 w 3114960"/>
              <a:gd name="connsiteY25494" fmla="*/ 2031016 h 5143785"/>
              <a:gd name="connsiteX25495" fmla="*/ 2593658 w 3114960"/>
              <a:gd name="connsiteY25495" fmla="*/ 2025968 h 5143785"/>
              <a:gd name="connsiteX25496" fmla="*/ 2593658 w 3114960"/>
              <a:gd name="connsiteY25496" fmla="*/ 2024634 h 5143785"/>
              <a:gd name="connsiteX25497" fmla="*/ 2616042 w 3114960"/>
              <a:gd name="connsiteY25497" fmla="*/ 2024634 h 5143785"/>
              <a:gd name="connsiteX25498" fmla="*/ 2616042 w 3114960"/>
              <a:gd name="connsiteY25498" fmla="*/ 2025968 h 5143785"/>
              <a:gd name="connsiteX25499" fmla="*/ 2616137 w 3114960"/>
              <a:gd name="connsiteY25499" fmla="*/ 2018728 h 5143785"/>
              <a:gd name="connsiteX25500" fmla="*/ 2593753 w 3114960"/>
              <a:gd name="connsiteY25500" fmla="*/ 2018728 h 5143785"/>
              <a:gd name="connsiteX25501" fmla="*/ 2593753 w 3114960"/>
              <a:gd name="connsiteY25501" fmla="*/ 2000250 h 5143785"/>
              <a:gd name="connsiteX25502" fmla="*/ 2616137 w 3114960"/>
              <a:gd name="connsiteY25502" fmla="*/ 2000250 h 5143785"/>
              <a:gd name="connsiteX25503" fmla="*/ 2616137 w 3114960"/>
              <a:gd name="connsiteY25503" fmla="*/ 2018728 h 5143785"/>
              <a:gd name="connsiteX25504" fmla="*/ 2616137 w 3114960"/>
              <a:gd name="connsiteY25504" fmla="*/ 1997297 h 5143785"/>
              <a:gd name="connsiteX25505" fmla="*/ 2593753 w 3114960"/>
              <a:gd name="connsiteY25505" fmla="*/ 1997297 h 5143785"/>
              <a:gd name="connsiteX25506" fmla="*/ 2593753 w 3114960"/>
              <a:gd name="connsiteY25506" fmla="*/ 1992059 h 5143785"/>
              <a:gd name="connsiteX25507" fmla="*/ 2616137 w 3114960"/>
              <a:gd name="connsiteY25507" fmla="*/ 1992059 h 5143785"/>
              <a:gd name="connsiteX25508" fmla="*/ 2616137 w 3114960"/>
              <a:gd name="connsiteY25508" fmla="*/ 1997297 h 5143785"/>
              <a:gd name="connsiteX25509" fmla="*/ 2611184 w 3114960"/>
              <a:gd name="connsiteY25509" fmla="*/ 1982248 h 5143785"/>
              <a:gd name="connsiteX25510" fmla="*/ 2616232 w 3114960"/>
              <a:gd name="connsiteY25510" fmla="*/ 1987296 h 5143785"/>
              <a:gd name="connsiteX25511" fmla="*/ 2616232 w 3114960"/>
              <a:gd name="connsiteY25511" fmla="*/ 1987487 h 5143785"/>
              <a:gd name="connsiteX25512" fmla="*/ 2593848 w 3114960"/>
              <a:gd name="connsiteY25512" fmla="*/ 1987487 h 5143785"/>
              <a:gd name="connsiteX25513" fmla="*/ 2593848 w 3114960"/>
              <a:gd name="connsiteY25513" fmla="*/ 1987296 h 5143785"/>
              <a:gd name="connsiteX25514" fmla="*/ 2598896 w 3114960"/>
              <a:gd name="connsiteY25514" fmla="*/ 1982248 h 5143785"/>
              <a:gd name="connsiteX25515" fmla="*/ 2611279 w 3114960"/>
              <a:gd name="connsiteY25515" fmla="*/ 1982248 h 5143785"/>
              <a:gd name="connsiteX25516" fmla="*/ 2138363 w 3114960"/>
              <a:gd name="connsiteY25516" fmla="*/ 3302508 h 5143785"/>
              <a:gd name="connsiteX25517" fmla="*/ 2143125 w 3114960"/>
              <a:gd name="connsiteY25517" fmla="*/ 3302508 h 5143785"/>
              <a:gd name="connsiteX25518" fmla="*/ 2143125 w 3114960"/>
              <a:gd name="connsiteY25518" fmla="*/ 3319558 h 5143785"/>
              <a:gd name="connsiteX25519" fmla="*/ 2138363 w 3114960"/>
              <a:gd name="connsiteY25519" fmla="*/ 3319558 h 5143785"/>
              <a:gd name="connsiteX25520" fmla="*/ 2138363 w 3114960"/>
              <a:gd name="connsiteY25520" fmla="*/ 3302508 h 5143785"/>
              <a:gd name="connsiteX25521" fmla="*/ 2801303 w 3114960"/>
              <a:gd name="connsiteY25521" fmla="*/ 2314670 h 5143785"/>
              <a:gd name="connsiteX25522" fmla="*/ 2808446 w 3114960"/>
              <a:gd name="connsiteY25522" fmla="*/ 2314670 h 5143785"/>
              <a:gd name="connsiteX25523" fmla="*/ 2808446 w 3114960"/>
              <a:gd name="connsiteY25523" fmla="*/ 2323052 h 5143785"/>
              <a:gd name="connsiteX25524" fmla="*/ 2801303 w 3114960"/>
              <a:gd name="connsiteY25524" fmla="*/ 2323052 h 5143785"/>
              <a:gd name="connsiteX25525" fmla="*/ 2801303 w 3114960"/>
              <a:gd name="connsiteY25525" fmla="*/ 2314670 h 5143785"/>
              <a:gd name="connsiteX25526" fmla="*/ 3091720 w 3114960"/>
              <a:gd name="connsiteY25526" fmla="*/ 3274600 h 5143785"/>
              <a:gd name="connsiteX25527" fmla="*/ 3083909 w 3114960"/>
              <a:gd name="connsiteY25527" fmla="*/ 3268980 h 5143785"/>
              <a:gd name="connsiteX25528" fmla="*/ 3068765 w 3114960"/>
              <a:gd name="connsiteY25528" fmla="*/ 3278219 h 5143785"/>
              <a:gd name="connsiteX25529" fmla="*/ 3070288 w 3114960"/>
              <a:gd name="connsiteY25529" fmla="*/ 3287744 h 5143785"/>
              <a:gd name="connsiteX25530" fmla="*/ 3078099 w 3114960"/>
              <a:gd name="connsiteY25530" fmla="*/ 3293364 h 5143785"/>
              <a:gd name="connsiteX25531" fmla="*/ 3081052 w 3114960"/>
              <a:gd name="connsiteY25531" fmla="*/ 3293745 h 5143785"/>
              <a:gd name="connsiteX25532" fmla="*/ 3090005 w 3114960"/>
              <a:gd name="connsiteY25532" fmla="*/ 3289745 h 5143785"/>
              <a:gd name="connsiteX25533" fmla="*/ 3114770 w 3114960"/>
              <a:gd name="connsiteY25533" fmla="*/ 3311367 h 5143785"/>
              <a:gd name="connsiteX25534" fmla="*/ 3114770 w 3114960"/>
              <a:gd name="connsiteY25534" fmla="*/ 3305080 h 5143785"/>
              <a:gd name="connsiteX25535" fmla="*/ 3092577 w 3114960"/>
              <a:gd name="connsiteY25535" fmla="*/ 3285649 h 5143785"/>
              <a:gd name="connsiteX25536" fmla="*/ 3093244 w 3114960"/>
              <a:gd name="connsiteY25536" fmla="*/ 3284030 h 5143785"/>
              <a:gd name="connsiteX25537" fmla="*/ 3091720 w 3114960"/>
              <a:gd name="connsiteY25537" fmla="*/ 3274505 h 5143785"/>
              <a:gd name="connsiteX25538" fmla="*/ 3088672 w 3114960"/>
              <a:gd name="connsiteY25538" fmla="*/ 3282982 h 5143785"/>
              <a:gd name="connsiteX25539" fmla="*/ 3079242 w 3114960"/>
              <a:gd name="connsiteY25539" fmla="*/ 3288697 h 5143785"/>
              <a:gd name="connsiteX25540" fmla="*/ 3074384 w 3114960"/>
              <a:gd name="connsiteY25540" fmla="*/ 3285173 h 5143785"/>
              <a:gd name="connsiteX25541" fmla="*/ 3073432 w 3114960"/>
              <a:gd name="connsiteY25541" fmla="*/ 3279267 h 5143785"/>
              <a:gd name="connsiteX25542" fmla="*/ 3081052 w 3114960"/>
              <a:gd name="connsiteY25542" fmla="*/ 3273267 h 5143785"/>
              <a:gd name="connsiteX25543" fmla="*/ 3082862 w 3114960"/>
              <a:gd name="connsiteY25543" fmla="*/ 3273457 h 5143785"/>
              <a:gd name="connsiteX25544" fmla="*/ 3087719 w 3114960"/>
              <a:gd name="connsiteY25544" fmla="*/ 3276981 h 5143785"/>
              <a:gd name="connsiteX25545" fmla="*/ 3088672 w 3114960"/>
              <a:gd name="connsiteY25545" fmla="*/ 3282887 h 5143785"/>
              <a:gd name="connsiteX25546" fmla="*/ 2340102 w 3114960"/>
              <a:gd name="connsiteY25546" fmla="*/ 2842355 h 5143785"/>
              <a:gd name="connsiteX25547" fmla="*/ 2336102 w 3114960"/>
              <a:gd name="connsiteY25547" fmla="*/ 2846927 h 5143785"/>
              <a:gd name="connsiteX25548" fmla="*/ 2332577 w 3114960"/>
              <a:gd name="connsiteY25548" fmla="*/ 2843784 h 5143785"/>
              <a:gd name="connsiteX25549" fmla="*/ 2338007 w 3114960"/>
              <a:gd name="connsiteY25549" fmla="*/ 2837688 h 5143785"/>
              <a:gd name="connsiteX25550" fmla="*/ 2350961 w 3114960"/>
              <a:gd name="connsiteY25550" fmla="*/ 2837688 h 5143785"/>
              <a:gd name="connsiteX25551" fmla="*/ 2350961 w 3114960"/>
              <a:gd name="connsiteY25551" fmla="*/ 2842451 h 5143785"/>
              <a:gd name="connsiteX25552" fmla="*/ 2340102 w 3114960"/>
              <a:gd name="connsiteY25552" fmla="*/ 2842451 h 5143785"/>
              <a:gd name="connsiteX25553" fmla="*/ 2679573 w 3114960"/>
              <a:gd name="connsiteY25553" fmla="*/ 2155222 h 5143785"/>
              <a:gd name="connsiteX25554" fmla="*/ 2702052 w 3114960"/>
              <a:gd name="connsiteY25554" fmla="*/ 2180558 h 5143785"/>
              <a:gd name="connsiteX25555" fmla="*/ 2702052 w 3114960"/>
              <a:gd name="connsiteY25555" fmla="*/ 2261521 h 5143785"/>
              <a:gd name="connsiteX25556" fmla="*/ 2692718 w 3114960"/>
              <a:gd name="connsiteY25556" fmla="*/ 2273903 h 5143785"/>
              <a:gd name="connsiteX25557" fmla="*/ 2705576 w 3114960"/>
              <a:gd name="connsiteY25557" fmla="*/ 2286762 h 5143785"/>
              <a:gd name="connsiteX25558" fmla="*/ 2718435 w 3114960"/>
              <a:gd name="connsiteY25558" fmla="*/ 2273903 h 5143785"/>
              <a:gd name="connsiteX25559" fmla="*/ 2709101 w 3114960"/>
              <a:gd name="connsiteY25559" fmla="*/ 2261521 h 5143785"/>
              <a:gd name="connsiteX25560" fmla="*/ 2709101 w 3114960"/>
              <a:gd name="connsiteY25560" fmla="*/ 2177891 h 5143785"/>
              <a:gd name="connsiteX25561" fmla="*/ 2686622 w 3114960"/>
              <a:gd name="connsiteY25561" fmla="*/ 2152555 h 5143785"/>
              <a:gd name="connsiteX25562" fmla="*/ 2686622 w 3114960"/>
              <a:gd name="connsiteY25562" fmla="*/ 2035112 h 5143785"/>
              <a:gd name="connsiteX25563" fmla="*/ 2697385 w 3114960"/>
              <a:gd name="connsiteY25563" fmla="*/ 2024158 h 5143785"/>
              <a:gd name="connsiteX25564" fmla="*/ 2704529 w 3114960"/>
              <a:gd name="connsiteY25564" fmla="*/ 2026349 h 5143785"/>
              <a:gd name="connsiteX25565" fmla="*/ 2717387 w 3114960"/>
              <a:gd name="connsiteY25565" fmla="*/ 2013490 h 5143785"/>
              <a:gd name="connsiteX25566" fmla="*/ 2704529 w 3114960"/>
              <a:gd name="connsiteY25566" fmla="*/ 2000631 h 5143785"/>
              <a:gd name="connsiteX25567" fmla="*/ 2691670 w 3114960"/>
              <a:gd name="connsiteY25567" fmla="*/ 2013490 h 5143785"/>
              <a:gd name="connsiteX25568" fmla="*/ 2692813 w 3114960"/>
              <a:gd name="connsiteY25568" fmla="*/ 2018728 h 5143785"/>
              <a:gd name="connsiteX25569" fmla="*/ 2679478 w 3114960"/>
              <a:gd name="connsiteY25569" fmla="*/ 2032349 h 5143785"/>
              <a:gd name="connsiteX25570" fmla="*/ 2679478 w 3114960"/>
              <a:gd name="connsiteY25570" fmla="*/ 2155412 h 5143785"/>
              <a:gd name="connsiteX25571" fmla="*/ 2713768 w 3114960"/>
              <a:gd name="connsiteY25571" fmla="*/ 2273903 h 5143785"/>
              <a:gd name="connsiteX25572" fmla="*/ 2705672 w 3114960"/>
              <a:gd name="connsiteY25572" fmla="*/ 2282000 h 5143785"/>
              <a:gd name="connsiteX25573" fmla="*/ 2697575 w 3114960"/>
              <a:gd name="connsiteY25573" fmla="*/ 2273903 h 5143785"/>
              <a:gd name="connsiteX25574" fmla="*/ 2705672 w 3114960"/>
              <a:gd name="connsiteY25574" fmla="*/ 2265807 h 5143785"/>
              <a:gd name="connsiteX25575" fmla="*/ 2713768 w 3114960"/>
              <a:gd name="connsiteY25575" fmla="*/ 2273903 h 5143785"/>
              <a:gd name="connsiteX25576" fmla="*/ 2704719 w 3114960"/>
              <a:gd name="connsiteY25576" fmla="*/ 2005298 h 5143785"/>
              <a:gd name="connsiteX25577" fmla="*/ 2712815 w 3114960"/>
              <a:gd name="connsiteY25577" fmla="*/ 2013395 h 5143785"/>
              <a:gd name="connsiteX25578" fmla="*/ 2704719 w 3114960"/>
              <a:gd name="connsiteY25578" fmla="*/ 2021491 h 5143785"/>
              <a:gd name="connsiteX25579" fmla="*/ 2696623 w 3114960"/>
              <a:gd name="connsiteY25579" fmla="*/ 2013395 h 5143785"/>
              <a:gd name="connsiteX25580" fmla="*/ 2704719 w 3114960"/>
              <a:gd name="connsiteY25580" fmla="*/ 2005298 h 5143785"/>
              <a:gd name="connsiteX25581" fmla="*/ 2147792 w 3114960"/>
              <a:gd name="connsiteY25581" fmla="*/ 3228023 h 5143785"/>
              <a:gd name="connsiteX25582" fmla="*/ 2140744 w 3114960"/>
              <a:gd name="connsiteY25582" fmla="*/ 3235071 h 5143785"/>
              <a:gd name="connsiteX25583" fmla="*/ 2133695 w 3114960"/>
              <a:gd name="connsiteY25583" fmla="*/ 3228023 h 5143785"/>
              <a:gd name="connsiteX25584" fmla="*/ 2140744 w 3114960"/>
              <a:gd name="connsiteY25584" fmla="*/ 3220974 h 5143785"/>
              <a:gd name="connsiteX25585" fmla="*/ 2147792 w 3114960"/>
              <a:gd name="connsiteY25585" fmla="*/ 3228023 h 5143785"/>
              <a:gd name="connsiteX25586" fmla="*/ 2341150 w 3114960"/>
              <a:gd name="connsiteY25586" fmla="*/ 3081147 h 5143785"/>
              <a:gd name="connsiteX25587" fmla="*/ 2350294 w 3114960"/>
              <a:gd name="connsiteY25587" fmla="*/ 3072003 h 5143785"/>
              <a:gd name="connsiteX25588" fmla="*/ 2351437 w 3114960"/>
              <a:gd name="connsiteY25588" fmla="*/ 3070288 h 5143785"/>
              <a:gd name="connsiteX25589" fmla="*/ 2448878 w 3114960"/>
              <a:gd name="connsiteY25589" fmla="*/ 3070765 h 5143785"/>
              <a:gd name="connsiteX25590" fmla="*/ 2449925 w 3114960"/>
              <a:gd name="connsiteY25590" fmla="*/ 3070765 h 5143785"/>
              <a:gd name="connsiteX25591" fmla="*/ 2489073 w 3114960"/>
              <a:gd name="connsiteY25591" fmla="*/ 3030760 h 5143785"/>
              <a:gd name="connsiteX25592" fmla="*/ 2547461 w 3114960"/>
              <a:gd name="connsiteY25592" fmla="*/ 3031141 h 5143785"/>
              <a:gd name="connsiteX25593" fmla="*/ 2551938 w 3114960"/>
              <a:gd name="connsiteY25593" fmla="*/ 3037427 h 5143785"/>
              <a:gd name="connsiteX25594" fmla="*/ 2557653 w 3114960"/>
              <a:gd name="connsiteY25594" fmla="*/ 3039047 h 5143785"/>
              <a:gd name="connsiteX25595" fmla="*/ 2560034 w 3114960"/>
              <a:gd name="connsiteY25595" fmla="*/ 3038761 h 5143785"/>
              <a:gd name="connsiteX25596" fmla="*/ 2568130 w 3114960"/>
              <a:gd name="connsiteY25596" fmla="*/ 3026093 h 5143785"/>
              <a:gd name="connsiteX25597" fmla="*/ 2563463 w 3114960"/>
              <a:gd name="connsiteY25597" fmla="*/ 3019425 h 5143785"/>
              <a:gd name="connsiteX25598" fmla="*/ 2555462 w 3114960"/>
              <a:gd name="connsiteY25598" fmla="*/ 3017996 h 5143785"/>
              <a:gd name="connsiteX25599" fmla="*/ 2548795 w 3114960"/>
              <a:gd name="connsiteY25599" fmla="*/ 3022663 h 5143785"/>
              <a:gd name="connsiteX25600" fmla="*/ 2547366 w 3114960"/>
              <a:gd name="connsiteY25600" fmla="*/ 3026283 h 5143785"/>
              <a:gd name="connsiteX25601" fmla="*/ 2487263 w 3114960"/>
              <a:gd name="connsiteY25601" fmla="*/ 3025902 h 5143785"/>
              <a:gd name="connsiteX25602" fmla="*/ 2448116 w 3114960"/>
              <a:gd name="connsiteY25602" fmla="*/ 3066002 h 5143785"/>
              <a:gd name="connsiteX25603" fmla="*/ 2350961 w 3114960"/>
              <a:gd name="connsiteY25603" fmla="*/ 3065526 h 5143785"/>
              <a:gd name="connsiteX25604" fmla="*/ 2350484 w 3114960"/>
              <a:gd name="connsiteY25604" fmla="*/ 3064859 h 5143785"/>
              <a:gd name="connsiteX25605" fmla="*/ 2341340 w 3114960"/>
              <a:gd name="connsiteY25605" fmla="*/ 3055715 h 5143785"/>
              <a:gd name="connsiteX25606" fmla="*/ 2334197 w 3114960"/>
              <a:gd name="connsiteY25606" fmla="*/ 3055715 h 5143785"/>
              <a:gd name="connsiteX25607" fmla="*/ 2325053 w 3114960"/>
              <a:gd name="connsiteY25607" fmla="*/ 3064859 h 5143785"/>
              <a:gd name="connsiteX25608" fmla="*/ 2323529 w 3114960"/>
              <a:gd name="connsiteY25608" fmla="*/ 3068479 h 5143785"/>
              <a:gd name="connsiteX25609" fmla="*/ 2325053 w 3114960"/>
              <a:gd name="connsiteY25609" fmla="*/ 3072098 h 5143785"/>
              <a:gd name="connsiteX25610" fmla="*/ 2334197 w 3114960"/>
              <a:gd name="connsiteY25610" fmla="*/ 3081242 h 5143785"/>
              <a:gd name="connsiteX25611" fmla="*/ 2337816 w 3114960"/>
              <a:gd name="connsiteY25611" fmla="*/ 3082767 h 5143785"/>
              <a:gd name="connsiteX25612" fmla="*/ 2341436 w 3114960"/>
              <a:gd name="connsiteY25612" fmla="*/ 3081242 h 5143785"/>
              <a:gd name="connsiteX25613" fmla="*/ 2552605 w 3114960"/>
              <a:gd name="connsiteY25613" fmla="*/ 3025235 h 5143785"/>
              <a:gd name="connsiteX25614" fmla="*/ 2556224 w 3114960"/>
              <a:gd name="connsiteY25614" fmla="*/ 3022663 h 5143785"/>
              <a:gd name="connsiteX25615" fmla="*/ 2557558 w 3114960"/>
              <a:gd name="connsiteY25615" fmla="*/ 3022473 h 5143785"/>
              <a:gd name="connsiteX25616" fmla="*/ 2560701 w 3114960"/>
              <a:gd name="connsiteY25616" fmla="*/ 3023426 h 5143785"/>
              <a:gd name="connsiteX25617" fmla="*/ 2563273 w 3114960"/>
              <a:gd name="connsiteY25617" fmla="*/ 3027140 h 5143785"/>
              <a:gd name="connsiteX25618" fmla="*/ 2558796 w 3114960"/>
              <a:gd name="connsiteY25618" fmla="*/ 3034094 h 5143785"/>
              <a:gd name="connsiteX25619" fmla="*/ 2554415 w 3114960"/>
              <a:gd name="connsiteY25619" fmla="*/ 3033332 h 5143785"/>
              <a:gd name="connsiteX25620" fmla="*/ 2551843 w 3114960"/>
              <a:gd name="connsiteY25620" fmla="*/ 3029712 h 5143785"/>
              <a:gd name="connsiteX25621" fmla="*/ 2552605 w 3114960"/>
              <a:gd name="connsiteY25621" fmla="*/ 3025330 h 5143785"/>
              <a:gd name="connsiteX25622" fmla="*/ 2328196 w 3114960"/>
              <a:gd name="connsiteY25622" fmla="*/ 3068193 h 5143785"/>
              <a:gd name="connsiteX25623" fmla="*/ 2337816 w 3114960"/>
              <a:gd name="connsiteY25623" fmla="*/ 3059049 h 5143785"/>
              <a:gd name="connsiteX25624" fmla="*/ 2346960 w 3114960"/>
              <a:gd name="connsiteY25624" fmla="*/ 3068193 h 5143785"/>
              <a:gd name="connsiteX25625" fmla="*/ 2346960 w 3114960"/>
              <a:gd name="connsiteY25625" fmla="*/ 3068669 h 5143785"/>
              <a:gd name="connsiteX25626" fmla="*/ 2337340 w 3114960"/>
              <a:gd name="connsiteY25626" fmla="*/ 3077813 h 5143785"/>
              <a:gd name="connsiteX25627" fmla="*/ 2328196 w 3114960"/>
              <a:gd name="connsiteY25627" fmla="*/ 3068193 h 5143785"/>
              <a:gd name="connsiteX25628" fmla="*/ 2349627 w 3114960"/>
              <a:gd name="connsiteY25628" fmla="*/ 2904363 h 5143785"/>
              <a:gd name="connsiteX25629" fmla="*/ 2362295 w 3114960"/>
              <a:gd name="connsiteY25629" fmla="*/ 2890171 h 5143785"/>
              <a:gd name="connsiteX25630" fmla="*/ 2365820 w 3114960"/>
              <a:gd name="connsiteY25630" fmla="*/ 2893314 h 5143785"/>
              <a:gd name="connsiteX25631" fmla="*/ 2353151 w 3114960"/>
              <a:gd name="connsiteY25631" fmla="*/ 2907506 h 5143785"/>
              <a:gd name="connsiteX25632" fmla="*/ 2349627 w 3114960"/>
              <a:gd name="connsiteY25632" fmla="*/ 2904363 h 5143785"/>
              <a:gd name="connsiteX25633" fmla="*/ 1968627 w 3114960"/>
              <a:gd name="connsiteY25633" fmla="*/ 2501170 h 5143785"/>
              <a:gd name="connsiteX25634" fmla="*/ 1968627 w 3114960"/>
              <a:gd name="connsiteY25634" fmla="*/ 2491454 h 5143785"/>
              <a:gd name="connsiteX25635" fmla="*/ 1971294 w 3114960"/>
              <a:gd name="connsiteY25635" fmla="*/ 2488787 h 5143785"/>
              <a:gd name="connsiteX25636" fmla="*/ 1981010 w 3114960"/>
              <a:gd name="connsiteY25636" fmla="*/ 2488787 h 5143785"/>
              <a:gd name="connsiteX25637" fmla="*/ 1983677 w 3114960"/>
              <a:gd name="connsiteY25637" fmla="*/ 2491454 h 5143785"/>
              <a:gd name="connsiteX25638" fmla="*/ 1983677 w 3114960"/>
              <a:gd name="connsiteY25638" fmla="*/ 2501170 h 5143785"/>
              <a:gd name="connsiteX25639" fmla="*/ 1981010 w 3114960"/>
              <a:gd name="connsiteY25639" fmla="*/ 2503837 h 5143785"/>
              <a:gd name="connsiteX25640" fmla="*/ 1971294 w 3114960"/>
              <a:gd name="connsiteY25640" fmla="*/ 2503837 h 5143785"/>
              <a:gd name="connsiteX25641" fmla="*/ 1968627 w 3114960"/>
              <a:gd name="connsiteY25641" fmla="*/ 2501170 h 5143785"/>
              <a:gd name="connsiteX25642" fmla="*/ 2189798 w 3114960"/>
              <a:gd name="connsiteY25642" fmla="*/ 2418683 h 5143785"/>
              <a:gd name="connsiteX25643" fmla="*/ 2177034 w 3114960"/>
              <a:gd name="connsiteY25643" fmla="*/ 2406587 h 5143785"/>
              <a:gd name="connsiteX25644" fmla="*/ 2180273 w 3114960"/>
              <a:gd name="connsiteY25644" fmla="*/ 2403158 h 5143785"/>
              <a:gd name="connsiteX25645" fmla="*/ 2193036 w 3114960"/>
              <a:gd name="connsiteY25645" fmla="*/ 2415254 h 5143785"/>
              <a:gd name="connsiteX25646" fmla="*/ 2189798 w 3114960"/>
              <a:gd name="connsiteY25646" fmla="*/ 2418683 h 5143785"/>
              <a:gd name="connsiteX25647" fmla="*/ 3096197 w 3114960"/>
              <a:gd name="connsiteY25647" fmla="*/ 950500 h 5143785"/>
              <a:gd name="connsiteX25648" fmla="*/ 3070098 w 3114960"/>
              <a:gd name="connsiteY25648" fmla="*/ 950500 h 5143785"/>
              <a:gd name="connsiteX25649" fmla="*/ 3063430 w 3114960"/>
              <a:gd name="connsiteY25649" fmla="*/ 957167 h 5143785"/>
              <a:gd name="connsiteX25650" fmla="*/ 3063430 w 3114960"/>
              <a:gd name="connsiteY25650" fmla="*/ 965549 h 5143785"/>
              <a:gd name="connsiteX25651" fmla="*/ 3070098 w 3114960"/>
              <a:gd name="connsiteY25651" fmla="*/ 972217 h 5143785"/>
              <a:gd name="connsiteX25652" fmla="*/ 3096197 w 3114960"/>
              <a:gd name="connsiteY25652" fmla="*/ 972217 h 5143785"/>
              <a:gd name="connsiteX25653" fmla="*/ 3099530 w 3114960"/>
              <a:gd name="connsiteY25653" fmla="*/ 971169 h 5143785"/>
              <a:gd name="connsiteX25654" fmla="*/ 3103245 w 3114960"/>
              <a:gd name="connsiteY25654" fmla="*/ 976027 h 5143785"/>
              <a:gd name="connsiteX25655" fmla="*/ 3108388 w 3114960"/>
              <a:gd name="connsiteY25655" fmla="*/ 961739 h 5143785"/>
              <a:gd name="connsiteX25656" fmla="*/ 3108770 w 3114960"/>
              <a:gd name="connsiteY25656" fmla="*/ 958120 h 5143785"/>
              <a:gd name="connsiteX25657" fmla="*/ 3109246 w 3114960"/>
              <a:gd name="connsiteY25657" fmla="*/ 961739 h 5143785"/>
              <a:gd name="connsiteX25658" fmla="*/ 3114389 w 3114960"/>
              <a:gd name="connsiteY25658" fmla="*/ 976027 h 5143785"/>
              <a:gd name="connsiteX25659" fmla="*/ 3114389 w 3114960"/>
              <a:gd name="connsiteY25659" fmla="*/ 976027 h 5143785"/>
              <a:gd name="connsiteX25660" fmla="*/ 3114675 w 3114960"/>
              <a:gd name="connsiteY25660" fmla="*/ 975932 h 5143785"/>
              <a:gd name="connsiteX25661" fmla="*/ 3114675 w 3114960"/>
              <a:gd name="connsiteY25661" fmla="*/ 962216 h 5143785"/>
              <a:gd name="connsiteX25662" fmla="*/ 3114389 w 3114960"/>
              <a:gd name="connsiteY25662" fmla="*/ 964883 h 5143785"/>
              <a:gd name="connsiteX25663" fmla="*/ 3113913 w 3114960"/>
              <a:gd name="connsiteY25663" fmla="*/ 961263 h 5143785"/>
              <a:gd name="connsiteX25664" fmla="*/ 3108770 w 3114960"/>
              <a:gd name="connsiteY25664" fmla="*/ 946976 h 5143785"/>
              <a:gd name="connsiteX25665" fmla="*/ 3103626 w 3114960"/>
              <a:gd name="connsiteY25665" fmla="*/ 961263 h 5143785"/>
              <a:gd name="connsiteX25666" fmla="*/ 3103245 w 3114960"/>
              <a:gd name="connsiteY25666" fmla="*/ 964883 h 5143785"/>
              <a:gd name="connsiteX25667" fmla="*/ 3102864 w 3114960"/>
              <a:gd name="connsiteY25667" fmla="*/ 961835 h 5143785"/>
              <a:gd name="connsiteX25668" fmla="*/ 3102864 w 3114960"/>
              <a:gd name="connsiteY25668" fmla="*/ 957167 h 5143785"/>
              <a:gd name="connsiteX25669" fmla="*/ 3096197 w 3114960"/>
              <a:gd name="connsiteY25669" fmla="*/ 950500 h 5143785"/>
              <a:gd name="connsiteX25670" fmla="*/ 3098197 w 3114960"/>
              <a:gd name="connsiteY25670" fmla="*/ 965549 h 5143785"/>
              <a:gd name="connsiteX25671" fmla="*/ 3096292 w 3114960"/>
              <a:gd name="connsiteY25671" fmla="*/ 967454 h 5143785"/>
              <a:gd name="connsiteX25672" fmla="*/ 3070193 w 3114960"/>
              <a:gd name="connsiteY25672" fmla="*/ 967454 h 5143785"/>
              <a:gd name="connsiteX25673" fmla="*/ 3068288 w 3114960"/>
              <a:gd name="connsiteY25673" fmla="*/ 965549 h 5143785"/>
              <a:gd name="connsiteX25674" fmla="*/ 3068288 w 3114960"/>
              <a:gd name="connsiteY25674" fmla="*/ 957167 h 5143785"/>
              <a:gd name="connsiteX25675" fmla="*/ 3070193 w 3114960"/>
              <a:gd name="connsiteY25675" fmla="*/ 955262 h 5143785"/>
              <a:gd name="connsiteX25676" fmla="*/ 3096292 w 3114960"/>
              <a:gd name="connsiteY25676" fmla="*/ 955262 h 5143785"/>
              <a:gd name="connsiteX25677" fmla="*/ 3098197 w 3114960"/>
              <a:gd name="connsiteY25677" fmla="*/ 957167 h 5143785"/>
              <a:gd name="connsiteX25678" fmla="*/ 3098197 w 3114960"/>
              <a:gd name="connsiteY25678" fmla="*/ 965549 h 5143785"/>
              <a:gd name="connsiteX25679" fmla="*/ 2101310 w 3114960"/>
              <a:gd name="connsiteY25679" fmla="*/ 2672144 h 5143785"/>
              <a:gd name="connsiteX25680" fmla="*/ 2101310 w 3114960"/>
              <a:gd name="connsiteY25680" fmla="*/ 2681859 h 5143785"/>
              <a:gd name="connsiteX25681" fmla="*/ 2098643 w 3114960"/>
              <a:gd name="connsiteY25681" fmla="*/ 2684526 h 5143785"/>
              <a:gd name="connsiteX25682" fmla="*/ 2088928 w 3114960"/>
              <a:gd name="connsiteY25682" fmla="*/ 2684526 h 5143785"/>
              <a:gd name="connsiteX25683" fmla="*/ 2086261 w 3114960"/>
              <a:gd name="connsiteY25683" fmla="*/ 2681859 h 5143785"/>
              <a:gd name="connsiteX25684" fmla="*/ 2086261 w 3114960"/>
              <a:gd name="connsiteY25684" fmla="*/ 2672144 h 5143785"/>
              <a:gd name="connsiteX25685" fmla="*/ 2088928 w 3114960"/>
              <a:gd name="connsiteY25685" fmla="*/ 2669477 h 5143785"/>
              <a:gd name="connsiteX25686" fmla="*/ 2098643 w 3114960"/>
              <a:gd name="connsiteY25686" fmla="*/ 2669477 h 5143785"/>
              <a:gd name="connsiteX25687" fmla="*/ 2101310 w 3114960"/>
              <a:gd name="connsiteY25687" fmla="*/ 2672144 h 5143785"/>
              <a:gd name="connsiteX25688" fmla="*/ 2938367 w 3114960"/>
              <a:gd name="connsiteY25688" fmla="*/ 2395442 h 5143785"/>
              <a:gd name="connsiteX25689" fmla="*/ 2930176 w 3114960"/>
              <a:gd name="connsiteY25689" fmla="*/ 2403634 h 5143785"/>
              <a:gd name="connsiteX25690" fmla="*/ 2938367 w 3114960"/>
              <a:gd name="connsiteY25690" fmla="*/ 2411825 h 5143785"/>
              <a:gd name="connsiteX25691" fmla="*/ 2941892 w 3114960"/>
              <a:gd name="connsiteY25691" fmla="*/ 2410968 h 5143785"/>
              <a:gd name="connsiteX25692" fmla="*/ 2960561 w 3114960"/>
              <a:gd name="connsiteY25692" fmla="*/ 2429637 h 5143785"/>
              <a:gd name="connsiteX25693" fmla="*/ 2959703 w 3114960"/>
              <a:gd name="connsiteY25693" fmla="*/ 2527268 h 5143785"/>
              <a:gd name="connsiteX25694" fmla="*/ 2956655 w 3114960"/>
              <a:gd name="connsiteY25694" fmla="*/ 2532221 h 5143785"/>
              <a:gd name="connsiteX25695" fmla="*/ 2962370 w 3114960"/>
              <a:gd name="connsiteY25695" fmla="*/ 2537936 h 5143785"/>
              <a:gd name="connsiteX25696" fmla="*/ 2968085 w 3114960"/>
              <a:gd name="connsiteY25696" fmla="*/ 2532221 h 5143785"/>
              <a:gd name="connsiteX25697" fmla="*/ 2964561 w 3114960"/>
              <a:gd name="connsiteY25697" fmla="*/ 2526983 h 5143785"/>
              <a:gd name="connsiteX25698" fmla="*/ 2965418 w 3114960"/>
              <a:gd name="connsiteY25698" fmla="*/ 2427637 h 5143785"/>
              <a:gd name="connsiteX25699" fmla="*/ 2945321 w 3114960"/>
              <a:gd name="connsiteY25699" fmla="*/ 2407634 h 5143785"/>
              <a:gd name="connsiteX25700" fmla="*/ 2946559 w 3114960"/>
              <a:gd name="connsiteY25700" fmla="*/ 2403634 h 5143785"/>
              <a:gd name="connsiteX25701" fmla="*/ 2938367 w 3114960"/>
              <a:gd name="connsiteY25701" fmla="*/ 2395442 h 5143785"/>
              <a:gd name="connsiteX25702" fmla="*/ 2941034 w 3114960"/>
              <a:gd name="connsiteY25702" fmla="*/ 2405729 h 5143785"/>
              <a:gd name="connsiteX25703" fmla="*/ 2940463 w 3114960"/>
              <a:gd name="connsiteY25703" fmla="*/ 2406301 h 5143785"/>
              <a:gd name="connsiteX25704" fmla="*/ 2938367 w 3114960"/>
              <a:gd name="connsiteY25704" fmla="*/ 2407063 h 5143785"/>
              <a:gd name="connsiteX25705" fmla="*/ 2934938 w 3114960"/>
              <a:gd name="connsiteY25705" fmla="*/ 2403634 h 5143785"/>
              <a:gd name="connsiteX25706" fmla="*/ 2938367 w 3114960"/>
              <a:gd name="connsiteY25706" fmla="*/ 2400205 h 5143785"/>
              <a:gd name="connsiteX25707" fmla="*/ 2941796 w 3114960"/>
              <a:gd name="connsiteY25707" fmla="*/ 2403634 h 5143785"/>
              <a:gd name="connsiteX25708" fmla="*/ 2941034 w 3114960"/>
              <a:gd name="connsiteY25708" fmla="*/ 2405729 h 5143785"/>
              <a:gd name="connsiteX25709" fmla="*/ 2778443 w 3114960"/>
              <a:gd name="connsiteY25709" fmla="*/ 2544699 h 5143785"/>
              <a:gd name="connsiteX25710" fmla="*/ 2776728 w 3114960"/>
              <a:gd name="connsiteY25710" fmla="*/ 2549557 h 5143785"/>
              <a:gd name="connsiteX25711" fmla="*/ 2784920 w 3114960"/>
              <a:gd name="connsiteY25711" fmla="*/ 2557748 h 5143785"/>
              <a:gd name="connsiteX25712" fmla="*/ 2793111 w 3114960"/>
              <a:gd name="connsiteY25712" fmla="*/ 2549557 h 5143785"/>
              <a:gd name="connsiteX25713" fmla="*/ 2784920 w 3114960"/>
              <a:gd name="connsiteY25713" fmla="*/ 2541365 h 5143785"/>
              <a:gd name="connsiteX25714" fmla="*/ 2782253 w 3114960"/>
              <a:gd name="connsiteY25714" fmla="*/ 2541937 h 5143785"/>
              <a:gd name="connsiteX25715" fmla="*/ 2765774 w 3114960"/>
              <a:gd name="connsiteY25715" fmla="*/ 2516600 h 5143785"/>
              <a:gd name="connsiteX25716" fmla="*/ 2766632 w 3114960"/>
              <a:gd name="connsiteY25716" fmla="*/ 2420207 h 5143785"/>
              <a:gd name="connsiteX25717" fmla="*/ 2769680 w 3114960"/>
              <a:gd name="connsiteY25717" fmla="*/ 2415254 h 5143785"/>
              <a:gd name="connsiteX25718" fmla="*/ 2763965 w 3114960"/>
              <a:gd name="connsiteY25718" fmla="*/ 2409539 h 5143785"/>
              <a:gd name="connsiteX25719" fmla="*/ 2758250 w 3114960"/>
              <a:gd name="connsiteY25719" fmla="*/ 2415254 h 5143785"/>
              <a:gd name="connsiteX25720" fmla="*/ 2761774 w 3114960"/>
              <a:gd name="connsiteY25720" fmla="*/ 2420493 h 5143785"/>
              <a:gd name="connsiteX25721" fmla="*/ 2760917 w 3114960"/>
              <a:gd name="connsiteY25721" fmla="*/ 2518029 h 5143785"/>
              <a:gd name="connsiteX25722" fmla="*/ 2778347 w 3114960"/>
              <a:gd name="connsiteY25722" fmla="*/ 2544890 h 5143785"/>
              <a:gd name="connsiteX25723" fmla="*/ 2782443 w 3114960"/>
              <a:gd name="connsiteY25723" fmla="*/ 2547176 h 5143785"/>
              <a:gd name="connsiteX25724" fmla="*/ 2783681 w 3114960"/>
              <a:gd name="connsiteY25724" fmla="*/ 2546413 h 5143785"/>
              <a:gd name="connsiteX25725" fmla="*/ 2784920 w 3114960"/>
              <a:gd name="connsiteY25725" fmla="*/ 2546128 h 5143785"/>
              <a:gd name="connsiteX25726" fmla="*/ 2788349 w 3114960"/>
              <a:gd name="connsiteY25726" fmla="*/ 2549557 h 5143785"/>
              <a:gd name="connsiteX25727" fmla="*/ 2784920 w 3114960"/>
              <a:gd name="connsiteY25727" fmla="*/ 2552986 h 5143785"/>
              <a:gd name="connsiteX25728" fmla="*/ 2781491 w 3114960"/>
              <a:gd name="connsiteY25728" fmla="*/ 2549557 h 5143785"/>
              <a:gd name="connsiteX25729" fmla="*/ 2782443 w 3114960"/>
              <a:gd name="connsiteY25729" fmla="*/ 2547176 h 5143785"/>
              <a:gd name="connsiteX25730" fmla="*/ 2324100 w 3114960"/>
              <a:gd name="connsiteY25730" fmla="*/ 3276791 h 5143785"/>
              <a:gd name="connsiteX25731" fmla="*/ 2317433 w 3114960"/>
              <a:gd name="connsiteY25731" fmla="*/ 3281458 h 5143785"/>
              <a:gd name="connsiteX25732" fmla="*/ 2316004 w 3114960"/>
              <a:gd name="connsiteY25732" fmla="*/ 3289459 h 5143785"/>
              <a:gd name="connsiteX25733" fmla="*/ 2326386 w 3114960"/>
              <a:gd name="connsiteY25733" fmla="*/ 3297746 h 5143785"/>
              <a:gd name="connsiteX25734" fmla="*/ 2328672 w 3114960"/>
              <a:gd name="connsiteY25734" fmla="*/ 3297460 h 5143785"/>
              <a:gd name="connsiteX25735" fmla="*/ 2336578 w 3114960"/>
              <a:gd name="connsiteY25735" fmla="*/ 3289459 h 5143785"/>
              <a:gd name="connsiteX25736" fmla="*/ 2374297 w 3114960"/>
              <a:gd name="connsiteY25736" fmla="*/ 3289459 h 5143785"/>
              <a:gd name="connsiteX25737" fmla="*/ 2430399 w 3114960"/>
              <a:gd name="connsiteY25737" fmla="*/ 3344990 h 5143785"/>
              <a:gd name="connsiteX25738" fmla="*/ 2578513 w 3114960"/>
              <a:gd name="connsiteY25738" fmla="*/ 3344990 h 5143785"/>
              <a:gd name="connsiteX25739" fmla="*/ 2654808 w 3114960"/>
              <a:gd name="connsiteY25739" fmla="*/ 3274124 h 5143785"/>
              <a:gd name="connsiteX25740" fmla="*/ 2676430 w 3114960"/>
              <a:gd name="connsiteY25740" fmla="*/ 3274124 h 5143785"/>
              <a:gd name="connsiteX25741" fmla="*/ 2676430 w 3114960"/>
              <a:gd name="connsiteY25741" fmla="*/ 3278029 h 5143785"/>
              <a:gd name="connsiteX25742" fmla="*/ 2680907 w 3114960"/>
              <a:gd name="connsiteY25742" fmla="*/ 3282505 h 5143785"/>
              <a:gd name="connsiteX25743" fmla="*/ 2693575 w 3114960"/>
              <a:gd name="connsiteY25743" fmla="*/ 3282505 h 5143785"/>
              <a:gd name="connsiteX25744" fmla="*/ 2698052 w 3114960"/>
              <a:gd name="connsiteY25744" fmla="*/ 3278029 h 5143785"/>
              <a:gd name="connsiteX25745" fmla="*/ 2698052 w 3114960"/>
              <a:gd name="connsiteY25745" fmla="*/ 3265361 h 5143785"/>
              <a:gd name="connsiteX25746" fmla="*/ 2693575 w 3114960"/>
              <a:gd name="connsiteY25746" fmla="*/ 3260884 h 5143785"/>
              <a:gd name="connsiteX25747" fmla="*/ 2680907 w 3114960"/>
              <a:gd name="connsiteY25747" fmla="*/ 3260884 h 5143785"/>
              <a:gd name="connsiteX25748" fmla="*/ 2676430 w 3114960"/>
              <a:gd name="connsiteY25748" fmla="*/ 3265361 h 5143785"/>
              <a:gd name="connsiteX25749" fmla="*/ 2676430 w 3114960"/>
              <a:gd name="connsiteY25749" fmla="*/ 3271457 h 5143785"/>
              <a:gd name="connsiteX25750" fmla="*/ 2676430 w 3114960"/>
              <a:gd name="connsiteY25750" fmla="*/ 3269266 h 5143785"/>
              <a:gd name="connsiteX25751" fmla="*/ 2652998 w 3114960"/>
              <a:gd name="connsiteY25751" fmla="*/ 3269266 h 5143785"/>
              <a:gd name="connsiteX25752" fmla="*/ 2576703 w 3114960"/>
              <a:gd name="connsiteY25752" fmla="*/ 3340132 h 5143785"/>
              <a:gd name="connsiteX25753" fmla="*/ 2432399 w 3114960"/>
              <a:gd name="connsiteY25753" fmla="*/ 3340132 h 5143785"/>
              <a:gd name="connsiteX25754" fmla="*/ 2376297 w 3114960"/>
              <a:gd name="connsiteY25754" fmla="*/ 3284696 h 5143785"/>
              <a:gd name="connsiteX25755" fmla="*/ 2336673 w 3114960"/>
              <a:gd name="connsiteY25755" fmla="*/ 3284696 h 5143785"/>
              <a:gd name="connsiteX25756" fmla="*/ 2324005 w 3114960"/>
              <a:gd name="connsiteY25756" fmla="*/ 3276695 h 5143785"/>
              <a:gd name="connsiteX25757" fmla="*/ 2327720 w 3114960"/>
              <a:gd name="connsiteY25757" fmla="*/ 3292888 h 5143785"/>
              <a:gd name="connsiteX25758" fmla="*/ 2320766 w 3114960"/>
              <a:gd name="connsiteY25758" fmla="*/ 3288411 h 5143785"/>
              <a:gd name="connsiteX25759" fmla="*/ 2321528 w 3114960"/>
              <a:gd name="connsiteY25759" fmla="*/ 3284030 h 5143785"/>
              <a:gd name="connsiteX25760" fmla="*/ 2325243 w 3114960"/>
              <a:gd name="connsiteY25760" fmla="*/ 3281458 h 5143785"/>
              <a:gd name="connsiteX25761" fmla="*/ 2326481 w 3114960"/>
              <a:gd name="connsiteY25761" fmla="*/ 3281363 h 5143785"/>
              <a:gd name="connsiteX25762" fmla="*/ 2332196 w 3114960"/>
              <a:gd name="connsiteY25762" fmla="*/ 3285935 h 5143785"/>
              <a:gd name="connsiteX25763" fmla="*/ 2327720 w 3114960"/>
              <a:gd name="connsiteY25763" fmla="*/ 3292983 h 5143785"/>
              <a:gd name="connsiteX25764" fmla="*/ 2517267 w 3114960"/>
              <a:gd name="connsiteY25764" fmla="*/ 3274600 h 5143785"/>
              <a:gd name="connsiteX25765" fmla="*/ 2509266 w 3114960"/>
              <a:gd name="connsiteY25765" fmla="*/ 3273171 h 5143785"/>
              <a:gd name="connsiteX25766" fmla="*/ 2501360 w 3114960"/>
              <a:gd name="connsiteY25766" fmla="*/ 3281172 h 5143785"/>
              <a:gd name="connsiteX25767" fmla="*/ 2472214 w 3114960"/>
              <a:gd name="connsiteY25767" fmla="*/ 3281172 h 5143785"/>
              <a:gd name="connsiteX25768" fmla="*/ 2446687 w 3114960"/>
              <a:gd name="connsiteY25768" fmla="*/ 3257360 h 5143785"/>
              <a:gd name="connsiteX25769" fmla="*/ 2437067 w 3114960"/>
              <a:gd name="connsiteY25769" fmla="*/ 3257360 h 5143785"/>
              <a:gd name="connsiteX25770" fmla="*/ 2424398 w 3114960"/>
              <a:gd name="connsiteY25770" fmla="*/ 3249359 h 5143785"/>
              <a:gd name="connsiteX25771" fmla="*/ 2416302 w 3114960"/>
              <a:gd name="connsiteY25771" fmla="*/ 3262027 h 5143785"/>
              <a:gd name="connsiteX25772" fmla="*/ 2426684 w 3114960"/>
              <a:gd name="connsiteY25772" fmla="*/ 3270313 h 5143785"/>
              <a:gd name="connsiteX25773" fmla="*/ 2428970 w 3114960"/>
              <a:gd name="connsiteY25773" fmla="*/ 3270028 h 5143785"/>
              <a:gd name="connsiteX25774" fmla="*/ 2435638 w 3114960"/>
              <a:gd name="connsiteY25774" fmla="*/ 3265361 h 5143785"/>
              <a:gd name="connsiteX25775" fmla="*/ 2436876 w 3114960"/>
              <a:gd name="connsiteY25775" fmla="*/ 3262027 h 5143785"/>
              <a:gd name="connsiteX25776" fmla="*/ 2444687 w 3114960"/>
              <a:gd name="connsiteY25776" fmla="*/ 3262027 h 5143785"/>
              <a:gd name="connsiteX25777" fmla="*/ 2470213 w 3114960"/>
              <a:gd name="connsiteY25777" fmla="*/ 3285839 h 5143785"/>
              <a:gd name="connsiteX25778" fmla="*/ 2501170 w 3114960"/>
              <a:gd name="connsiteY25778" fmla="*/ 3285839 h 5143785"/>
              <a:gd name="connsiteX25779" fmla="*/ 2511552 w 3114960"/>
              <a:gd name="connsiteY25779" fmla="*/ 3294126 h 5143785"/>
              <a:gd name="connsiteX25780" fmla="*/ 2513838 w 3114960"/>
              <a:gd name="connsiteY25780" fmla="*/ 3293840 h 5143785"/>
              <a:gd name="connsiteX25781" fmla="*/ 2521839 w 3114960"/>
              <a:gd name="connsiteY25781" fmla="*/ 3281172 h 5143785"/>
              <a:gd name="connsiteX25782" fmla="*/ 2517172 w 3114960"/>
              <a:gd name="connsiteY25782" fmla="*/ 3274505 h 5143785"/>
              <a:gd name="connsiteX25783" fmla="*/ 2431542 w 3114960"/>
              <a:gd name="connsiteY25783" fmla="*/ 3262884 h 5143785"/>
              <a:gd name="connsiteX25784" fmla="*/ 2427827 w 3114960"/>
              <a:gd name="connsiteY25784" fmla="*/ 3265456 h 5143785"/>
              <a:gd name="connsiteX25785" fmla="*/ 2420874 w 3114960"/>
              <a:gd name="connsiteY25785" fmla="*/ 3260979 h 5143785"/>
              <a:gd name="connsiteX25786" fmla="*/ 2425351 w 3114960"/>
              <a:gd name="connsiteY25786" fmla="*/ 3253930 h 5143785"/>
              <a:gd name="connsiteX25787" fmla="*/ 2426589 w 3114960"/>
              <a:gd name="connsiteY25787" fmla="*/ 3253835 h 5143785"/>
              <a:gd name="connsiteX25788" fmla="*/ 2432304 w 3114960"/>
              <a:gd name="connsiteY25788" fmla="*/ 3258407 h 5143785"/>
              <a:gd name="connsiteX25789" fmla="*/ 2431542 w 3114960"/>
              <a:gd name="connsiteY25789" fmla="*/ 3262789 h 5143785"/>
              <a:gd name="connsiteX25790" fmla="*/ 2512790 w 3114960"/>
              <a:gd name="connsiteY25790" fmla="*/ 3289363 h 5143785"/>
              <a:gd name="connsiteX25791" fmla="*/ 2505742 w 3114960"/>
              <a:gd name="connsiteY25791" fmla="*/ 3284887 h 5143785"/>
              <a:gd name="connsiteX25792" fmla="*/ 2510219 w 3114960"/>
              <a:gd name="connsiteY25792" fmla="*/ 3277934 h 5143785"/>
              <a:gd name="connsiteX25793" fmla="*/ 2511552 w 3114960"/>
              <a:gd name="connsiteY25793" fmla="*/ 3277743 h 5143785"/>
              <a:gd name="connsiteX25794" fmla="*/ 2514695 w 3114960"/>
              <a:gd name="connsiteY25794" fmla="*/ 3278696 h 5143785"/>
              <a:gd name="connsiteX25795" fmla="*/ 2517267 w 3114960"/>
              <a:gd name="connsiteY25795" fmla="*/ 3282315 h 5143785"/>
              <a:gd name="connsiteX25796" fmla="*/ 2512790 w 3114960"/>
              <a:gd name="connsiteY25796" fmla="*/ 3289363 h 5143785"/>
              <a:gd name="connsiteX25797" fmla="*/ 2194274 w 3114960"/>
              <a:gd name="connsiteY25797" fmla="*/ 3125629 h 5143785"/>
              <a:gd name="connsiteX25798" fmla="*/ 2204942 w 3114960"/>
              <a:gd name="connsiteY25798" fmla="*/ 3128201 h 5143785"/>
              <a:gd name="connsiteX25799" fmla="*/ 2214277 w 3114960"/>
              <a:gd name="connsiteY25799" fmla="*/ 3122486 h 5143785"/>
              <a:gd name="connsiteX25800" fmla="*/ 2211229 w 3114960"/>
              <a:gd name="connsiteY25800" fmla="*/ 3102483 h 5143785"/>
              <a:gd name="connsiteX25801" fmla="*/ 2202752 w 3114960"/>
              <a:gd name="connsiteY25801" fmla="*/ 3099721 h 5143785"/>
              <a:gd name="connsiteX25802" fmla="*/ 2191131 w 3114960"/>
              <a:gd name="connsiteY25802" fmla="*/ 3105531 h 5143785"/>
              <a:gd name="connsiteX25803" fmla="*/ 2194179 w 3114960"/>
              <a:gd name="connsiteY25803" fmla="*/ 3125534 h 5143785"/>
              <a:gd name="connsiteX25804" fmla="*/ 2193322 w 3114960"/>
              <a:gd name="connsiteY25804" fmla="*/ 3107150 h 5143785"/>
              <a:gd name="connsiteX25805" fmla="*/ 2209705 w 3114960"/>
              <a:gd name="connsiteY25805" fmla="*/ 3104674 h 5143785"/>
              <a:gd name="connsiteX25806" fmla="*/ 2214372 w 3114960"/>
              <a:gd name="connsiteY25806" fmla="*/ 3112294 h 5143785"/>
              <a:gd name="connsiteX25807" fmla="*/ 2212277 w 3114960"/>
              <a:gd name="connsiteY25807" fmla="*/ 3120962 h 5143785"/>
              <a:gd name="connsiteX25808" fmla="*/ 2204657 w 3114960"/>
              <a:gd name="connsiteY25808" fmla="*/ 3125629 h 5143785"/>
              <a:gd name="connsiteX25809" fmla="*/ 2202847 w 3114960"/>
              <a:gd name="connsiteY25809" fmla="*/ 3125724 h 5143785"/>
              <a:gd name="connsiteX25810" fmla="*/ 2195989 w 3114960"/>
              <a:gd name="connsiteY25810" fmla="*/ 3123438 h 5143785"/>
              <a:gd name="connsiteX25811" fmla="*/ 2193512 w 3114960"/>
              <a:gd name="connsiteY25811" fmla="*/ 3107055 h 5143785"/>
              <a:gd name="connsiteX25812" fmla="*/ 2821210 w 3114960"/>
              <a:gd name="connsiteY25812" fmla="*/ 2465070 h 5143785"/>
              <a:gd name="connsiteX25813" fmla="*/ 2819591 w 3114960"/>
              <a:gd name="connsiteY25813" fmla="*/ 2470976 h 5143785"/>
              <a:gd name="connsiteX25814" fmla="*/ 2813685 w 3114960"/>
              <a:gd name="connsiteY25814" fmla="*/ 2469356 h 5143785"/>
              <a:gd name="connsiteX25815" fmla="*/ 2815304 w 3114960"/>
              <a:gd name="connsiteY25815" fmla="*/ 2463451 h 5143785"/>
              <a:gd name="connsiteX25816" fmla="*/ 2821210 w 3114960"/>
              <a:gd name="connsiteY25816" fmla="*/ 2465070 h 5143785"/>
              <a:gd name="connsiteX25817" fmla="*/ 2881694 w 3114960"/>
              <a:gd name="connsiteY25817" fmla="*/ 2536127 h 5143785"/>
              <a:gd name="connsiteX25818" fmla="*/ 2881694 w 3114960"/>
              <a:gd name="connsiteY25818" fmla="*/ 2532984 h 5143785"/>
              <a:gd name="connsiteX25819" fmla="*/ 2884646 w 3114960"/>
              <a:gd name="connsiteY25819" fmla="*/ 2530030 h 5143785"/>
              <a:gd name="connsiteX25820" fmla="*/ 2887790 w 3114960"/>
              <a:gd name="connsiteY25820" fmla="*/ 2530030 h 5143785"/>
              <a:gd name="connsiteX25821" fmla="*/ 2890742 w 3114960"/>
              <a:gd name="connsiteY25821" fmla="*/ 2532984 h 5143785"/>
              <a:gd name="connsiteX25822" fmla="*/ 2890742 w 3114960"/>
              <a:gd name="connsiteY25822" fmla="*/ 2536127 h 5143785"/>
              <a:gd name="connsiteX25823" fmla="*/ 2887790 w 3114960"/>
              <a:gd name="connsiteY25823" fmla="*/ 2539079 h 5143785"/>
              <a:gd name="connsiteX25824" fmla="*/ 2884646 w 3114960"/>
              <a:gd name="connsiteY25824" fmla="*/ 2539079 h 5143785"/>
              <a:gd name="connsiteX25825" fmla="*/ 2881694 w 3114960"/>
              <a:gd name="connsiteY25825" fmla="*/ 2536127 h 5143785"/>
              <a:gd name="connsiteX25826" fmla="*/ 3024283 w 3114960"/>
              <a:gd name="connsiteY25826" fmla="*/ 3328511 h 5143785"/>
              <a:gd name="connsiteX25827" fmla="*/ 3016472 w 3114960"/>
              <a:gd name="connsiteY25827" fmla="*/ 3322892 h 5143785"/>
              <a:gd name="connsiteX25828" fmla="*/ 3006947 w 3114960"/>
              <a:gd name="connsiteY25828" fmla="*/ 3324416 h 5143785"/>
              <a:gd name="connsiteX25829" fmla="*/ 3001232 w 3114960"/>
              <a:gd name="connsiteY25829" fmla="*/ 3332226 h 5143785"/>
              <a:gd name="connsiteX25830" fmla="*/ 3002756 w 3114960"/>
              <a:gd name="connsiteY25830" fmla="*/ 3341751 h 5143785"/>
              <a:gd name="connsiteX25831" fmla="*/ 3010567 w 3114960"/>
              <a:gd name="connsiteY25831" fmla="*/ 3347371 h 5143785"/>
              <a:gd name="connsiteX25832" fmla="*/ 3013520 w 3114960"/>
              <a:gd name="connsiteY25832" fmla="*/ 3347752 h 5143785"/>
              <a:gd name="connsiteX25833" fmla="*/ 3020378 w 3114960"/>
              <a:gd name="connsiteY25833" fmla="*/ 3345561 h 5143785"/>
              <a:gd name="connsiteX25834" fmla="*/ 3100292 w 3114960"/>
              <a:gd name="connsiteY25834" fmla="*/ 3423095 h 5143785"/>
              <a:gd name="connsiteX25835" fmla="*/ 3100769 w 3114960"/>
              <a:gd name="connsiteY25835" fmla="*/ 3498533 h 5143785"/>
              <a:gd name="connsiteX25836" fmla="*/ 3114770 w 3114960"/>
              <a:gd name="connsiteY25836" fmla="*/ 3512630 h 5143785"/>
              <a:gd name="connsiteX25837" fmla="*/ 3114770 w 3114960"/>
              <a:gd name="connsiteY25837" fmla="*/ 3505867 h 5143785"/>
              <a:gd name="connsiteX25838" fmla="*/ 3105531 w 3114960"/>
              <a:gd name="connsiteY25838" fmla="*/ 3496532 h 5143785"/>
              <a:gd name="connsiteX25839" fmla="*/ 3105055 w 3114960"/>
              <a:gd name="connsiteY25839" fmla="*/ 3421094 h 5143785"/>
              <a:gd name="connsiteX25840" fmla="*/ 3023902 w 3114960"/>
              <a:gd name="connsiteY25840" fmla="*/ 3342323 h 5143785"/>
              <a:gd name="connsiteX25841" fmla="*/ 3025807 w 3114960"/>
              <a:gd name="connsiteY25841" fmla="*/ 3338132 h 5143785"/>
              <a:gd name="connsiteX25842" fmla="*/ 3024283 w 3114960"/>
              <a:gd name="connsiteY25842" fmla="*/ 3328607 h 5143785"/>
              <a:gd name="connsiteX25843" fmla="*/ 3021140 w 3114960"/>
              <a:gd name="connsiteY25843" fmla="*/ 3336893 h 5143785"/>
              <a:gd name="connsiteX25844" fmla="*/ 3011710 w 3114960"/>
              <a:gd name="connsiteY25844" fmla="*/ 3342609 h 5143785"/>
              <a:gd name="connsiteX25845" fmla="*/ 3006852 w 3114960"/>
              <a:gd name="connsiteY25845" fmla="*/ 3339084 h 5143785"/>
              <a:gd name="connsiteX25846" fmla="*/ 3005900 w 3114960"/>
              <a:gd name="connsiteY25846" fmla="*/ 3333179 h 5143785"/>
              <a:gd name="connsiteX25847" fmla="*/ 3009424 w 3114960"/>
              <a:gd name="connsiteY25847" fmla="*/ 3328321 h 5143785"/>
              <a:gd name="connsiteX25848" fmla="*/ 3013520 w 3114960"/>
              <a:gd name="connsiteY25848" fmla="*/ 3327178 h 5143785"/>
              <a:gd name="connsiteX25849" fmla="*/ 3015329 w 3114960"/>
              <a:gd name="connsiteY25849" fmla="*/ 3327368 h 5143785"/>
              <a:gd name="connsiteX25850" fmla="*/ 3020187 w 3114960"/>
              <a:gd name="connsiteY25850" fmla="*/ 3330893 h 5143785"/>
              <a:gd name="connsiteX25851" fmla="*/ 3021140 w 3114960"/>
              <a:gd name="connsiteY25851" fmla="*/ 3336798 h 5143785"/>
              <a:gd name="connsiteX25852" fmla="*/ 2991422 w 3114960"/>
              <a:gd name="connsiteY25852" fmla="*/ 3249263 h 5143785"/>
              <a:gd name="connsiteX25853" fmla="*/ 2991422 w 3114960"/>
              <a:gd name="connsiteY25853" fmla="*/ 3227927 h 5143785"/>
              <a:gd name="connsiteX25854" fmla="*/ 2962275 w 3114960"/>
              <a:gd name="connsiteY25854" fmla="*/ 3195733 h 5143785"/>
              <a:gd name="connsiteX25855" fmla="*/ 2962275 w 3114960"/>
              <a:gd name="connsiteY25855" fmla="*/ 3090672 h 5143785"/>
              <a:gd name="connsiteX25856" fmla="*/ 2986469 w 3114960"/>
              <a:gd name="connsiteY25856" fmla="*/ 3057620 h 5143785"/>
              <a:gd name="connsiteX25857" fmla="*/ 2986469 w 3114960"/>
              <a:gd name="connsiteY25857" fmla="*/ 2904363 h 5143785"/>
              <a:gd name="connsiteX25858" fmla="*/ 2959894 w 3114960"/>
              <a:gd name="connsiteY25858" fmla="*/ 2865596 h 5143785"/>
              <a:gd name="connsiteX25859" fmla="*/ 2959513 w 3114960"/>
              <a:gd name="connsiteY25859" fmla="*/ 2755106 h 5143785"/>
              <a:gd name="connsiteX25860" fmla="*/ 2971610 w 3114960"/>
              <a:gd name="connsiteY25860" fmla="*/ 2738914 h 5143785"/>
              <a:gd name="connsiteX25861" fmla="*/ 2971610 w 3114960"/>
              <a:gd name="connsiteY25861" fmla="*/ 2659666 h 5143785"/>
              <a:gd name="connsiteX25862" fmla="*/ 2966371 w 3114960"/>
              <a:gd name="connsiteY25862" fmla="*/ 2659666 h 5143785"/>
              <a:gd name="connsiteX25863" fmla="*/ 2960370 w 3114960"/>
              <a:gd name="connsiteY25863" fmla="*/ 2653665 h 5143785"/>
              <a:gd name="connsiteX25864" fmla="*/ 2960370 w 3114960"/>
              <a:gd name="connsiteY25864" fmla="*/ 2633567 h 5143785"/>
              <a:gd name="connsiteX25865" fmla="*/ 2966371 w 3114960"/>
              <a:gd name="connsiteY25865" fmla="*/ 2627567 h 5143785"/>
              <a:gd name="connsiteX25866" fmla="*/ 2986469 w 3114960"/>
              <a:gd name="connsiteY25866" fmla="*/ 2627567 h 5143785"/>
              <a:gd name="connsiteX25867" fmla="*/ 2992469 w 3114960"/>
              <a:gd name="connsiteY25867" fmla="*/ 2633567 h 5143785"/>
              <a:gd name="connsiteX25868" fmla="*/ 2992469 w 3114960"/>
              <a:gd name="connsiteY25868" fmla="*/ 2653665 h 5143785"/>
              <a:gd name="connsiteX25869" fmla="*/ 2986469 w 3114960"/>
              <a:gd name="connsiteY25869" fmla="*/ 2659666 h 5143785"/>
              <a:gd name="connsiteX25870" fmla="*/ 2981230 w 3114960"/>
              <a:gd name="connsiteY25870" fmla="*/ 2659666 h 5143785"/>
              <a:gd name="connsiteX25871" fmla="*/ 2981230 w 3114960"/>
              <a:gd name="connsiteY25871" fmla="*/ 2742057 h 5143785"/>
              <a:gd name="connsiteX25872" fmla="*/ 2969133 w 3114960"/>
              <a:gd name="connsiteY25872" fmla="*/ 2758250 h 5143785"/>
              <a:gd name="connsiteX25873" fmla="*/ 2969514 w 3114960"/>
              <a:gd name="connsiteY25873" fmla="*/ 2862548 h 5143785"/>
              <a:gd name="connsiteX25874" fmla="*/ 2996089 w 3114960"/>
              <a:gd name="connsiteY25874" fmla="*/ 2901315 h 5143785"/>
              <a:gd name="connsiteX25875" fmla="*/ 2996089 w 3114960"/>
              <a:gd name="connsiteY25875" fmla="*/ 3060668 h 5143785"/>
              <a:gd name="connsiteX25876" fmla="*/ 2971895 w 3114960"/>
              <a:gd name="connsiteY25876" fmla="*/ 3093720 h 5143785"/>
              <a:gd name="connsiteX25877" fmla="*/ 2971895 w 3114960"/>
              <a:gd name="connsiteY25877" fmla="*/ 3191923 h 5143785"/>
              <a:gd name="connsiteX25878" fmla="*/ 3001137 w 3114960"/>
              <a:gd name="connsiteY25878" fmla="*/ 3224117 h 5143785"/>
              <a:gd name="connsiteX25879" fmla="*/ 3001137 w 3114960"/>
              <a:gd name="connsiteY25879" fmla="*/ 3249073 h 5143785"/>
              <a:gd name="connsiteX25880" fmla="*/ 3005138 w 3114960"/>
              <a:gd name="connsiteY25880" fmla="*/ 3255836 h 5143785"/>
              <a:gd name="connsiteX25881" fmla="*/ 2996755 w 3114960"/>
              <a:gd name="connsiteY25881" fmla="*/ 3265075 h 5143785"/>
              <a:gd name="connsiteX25882" fmla="*/ 2987517 w 3114960"/>
              <a:gd name="connsiteY25882" fmla="*/ 3256693 h 5143785"/>
              <a:gd name="connsiteX25883" fmla="*/ 2991517 w 3114960"/>
              <a:gd name="connsiteY25883" fmla="*/ 3249073 h 5143785"/>
              <a:gd name="connsiteX25884" fmla="*/ 2974658 w 3114960"/>
              <a:gd name="connsiteY25884" fmla="*/ 2411159 h 5143785"/>
              <a:gd name="connsiteX25885" fmla="*/ 2974658 w 3114960"/>
              <a:gd name="connsiteY25885" fmla="*/ 2421350 h 5143785"/>
              <a:gd name="connsiteX25886" fmla="*/ 2979801 w 3114960"/>
              <a:gd name="connsiteY25886" fmla="*/ 2423446 h 5143785"/>
              <a:gd name="connsiteX25887" fmla="*/ 2984945 w 3114960"/>
              <a:gd name="connsiteY25887" fmla="*/ 2421350 h 5143785"/>
              <a:gd name="connsiteX25888" fmla="*/ 2984945 w 3114960"/>
              <a:gd name="connsiteY25888" fmla="*/ 2411159 h 5143785"/>
              <a:gd name="connsiteX25889" fmla="*/ 2982182 w 3114960"/>
              <a:gd name="connsiteY25889" fmla="*/ 2409539 h 5143785"/>
              <a:gd name="connsiteX25890" fmla="*/ 2982182 w 3114960"/>
              <a:gd name="connsiteY25890" fmla="*/ 2398681 h 5143785"/>
              <a:gd name="connsiteX25891" fmla="*/ 2966466 w 3114960"/>
              <a:gd name="connsiteY25891" fmla="*/ 2383441 h 5143785"/>
              <a:gd name="connsiteX25892" fmla="*/ 2849118 w 3114960"/>
              <a:gd name="connsiteY25892" fmla="*/ 2384108 h 5143785"/>
              <a:gd name="connsiteX25893" fmla="*/ 2833973 w 3114960"/>
              <a:gd name="connsiteY25893" fmla="*/ 2399252 h 5143785"/>
              <a:gd name="connsiteX25894" fmla="*/ 2826258 w 3114960"/>
              <a:gd name="connsiteY25894" fmla="*/ 2400872 h 5143785"/>
              <a:gd name="connsiteX25895" fmla="*/ 2824163 w 3114960"/>
              <a:gd name="connsiteY25895" fmla="*/ 2406015 h 5143785"/>
              <a:gd name="connsiteX25896" fmla="*/ 2826258 w 3114960"/>
              <a:gd name="connsiteY25896" fmla="*/ 2411159 h 5143785"/>
              <a:gd name="connsiteX25897" fmla="*/ 2831402 w 3114960"/>
              <a:gd name="connsiteY25897" fmla="*/ 2413254 h 5143785"/>
              <a:gd name="connsiteX25898" fmla="*/ 2836545 w 3114960"/>
              <a:gd name="connsiteY25898" fmla="*/ 2411159 h 5143785"/>
              <a:gd name="connsiteX25899" fmla="*/ 2837593 w 3114960"/>
              <a:gd name="connsiteY25899" fmla="*/ 2402491 h 5143785"/>
              <a:gd name="connsiteX25900" fmla="*/ 2851118 w 3114960"/>
              <a:gd name="connsiteY25900" fmla="*/ 2388965 h 5143785"/>
              <a:gd name="connsiteX25901" fmla="*/ 2964561 w 3114960"/>
              <a:gd name="connsiteY25901" fmla="*/ 2388299 h 5143785"/>
              <a:gd name="connsiteX25902" fmla="*/ 2977420 w 3114960"/>
              <a:gd name="connsiteY25902" fmla="*/ 2400776 h 5143785"/>
              <a:gd name="connsiteX25903" fmla="*/ 2977420 w 3114960"/>
              <a:gd name="connsiteY25903" fmla="*/ 2409635 h 5143785"/>
              <a:gd name="connsiteX25904" fmla="*/ 2974658 w 3114960"/>
              <a:gd name="connsiteY25904" fmla="*/ 2411254 h 5143785"/>
              <a:gd name="connsiteX25905" fmla="*/ 2834830 w 3114960"/>
              <a:gd name="connsiteY25905" fmla="*/ 2409349 h 5143785"/>
              <a:gd name="connsiteX25906" fmla="*/ 2827973 w 3114960"/>
              <a:gd name="connsiteY25906" fmla="*/ 2409349 h 5143785"/>
              <a:gd name="connsiteX25907" fmla="*/ 2827973 w 3114960"/>
              <a:gd name="connsiteY25907" fmla="*/ 2402491 h 5143785"/>
              <a:gd name="connsiteX25908" fmla="*/ 2831402 w 3114960"/>
              <a:gd name="connsiteY25908" fmla="*/ 2401062 h 5143785"/>
              <a:gd name="connsiteX25909" fmla="*/ 2834830 w 3114960"/>
              <a:gd name="connsiteY25909" fmla="*/ 2402491 h 5143785"/>
              <a:gd name="connsiteX25910" fmla="*/ 2834830 w 3114960"/>
              <a:gd name="connsiteY25910" fmla="*/ 2409349 h 5143785"/>
              <a:gd name="connsiteX25911" fmla="*/ 2979801 w 3114960"/>
              <a:gd name="connsiteY25911" fmla="*/ 2411444 h 5143785"/>
              <a:gd name="connsiteX25912" fmla="*/ 2983230 w 3114960"/>
              <a:gd name="connsiteY25912" fmla="*/ 2412873 h 5143785"/>
              <a:gd name="connsiteX25913" fmla="*/ 2983230 w 3114960"/>
              <a:gd name="connsiteY25913" fmla="*/ 2419731 h 5143785"/>
              <a:gd name="connsiteX25914" fmla="*/ 2976372 w 3114960"/>
              <a:gd name="connsiteY25914" fmla="*/ 2419731 h 5143785"/>
              <a:gd name="connsiteX25915" fmla="*/ 2974943 w 3114960"/>
              <a:gd name="connsiteY25915" fmla="*/ 2416302 h 5143785"/>
              <a:gd name="connsiteX25916" fmla="*/ 2976372 w 3114960"/>
              <a:gd name="connsiteY25916" fmla="*/ 2412873 h 5143785"/>
              <a:gd name="connsiteX25917" fmla="*/ 2979801 w 3114960"/>
              <a:gd name="connsiteY25917" fmla="*/ 2411444 h 5143785"/>
              <a:gd name="connsiteX25918" fmla="*/ 2191417 w 3114960"/>
              <a:gd name="connsiteY25918" fmla="*/ 2926842 h 5143785"/>
              <a:gd name="connsiteX25919" fmla="*/ 2204085 w 3114960"/>
              <a:gd name="connsiteY25919" fmla="*/ 2912555 h 5143785"/>
              <a:gd name="connsiteX25920" fmla="*/ 2207609 w 3114960"/>
              <a:gd name="connsiteY25920" fmla="*/ 2915698 h 5143785"/>
              <a:gd name="connsiteX25921" fmla="*/ 2194941 w 3114960"/>
              <a:gd name="connsiteY25921" fmla="*/ 2929985 h 5143785"/>
              <a:gd name="connsiteX25922" fmla="*/ 2191417 w 3114960"/>
              <a:gd name="connsiteY25922" fmla="*/ 2926842 h 5143785"/>
              <a:gd name="connsiteX25923" fmla="*/ 2315623 w 3114960"/>
              <a:gd name="connsiteY25923" fmla="*/ 3394520 h 5143785"/>
              <a:gd name="connsiteX25924" fmla="*/ 2322481 w 3114960"/>
              <a:gd name="connsiteY25924" fmla="*/ 3401378 h 5143785"/>
              <a:gd name="connsiteX25925" fmla="*/ 2330577 w 3114960"/>
              <a:gd name="connsiteY25925" fmla="*/ 3401378 h 5143785"/>
              <a:gd name="connsiteX25926" fmla="*/ 2337435 w 3114960"/>
              <a:gd name="connsiteY25926" fmla="*/ 3394520 h 5143785"/>
              <a:gd name="connsiteX25927" fmla="*/ 2337435 w 3114960"/>
              <a:gd name="connsiteY25927" fmla="*/ 3386423 h 5143785"/>
              <a:gd name="connsiteX25928" fmla="*/ 2330577 w 3114960"/>
              <a:gd name="connsiteY25928" fmla="*/ 3379565 h 5143785"/>
              <a:gd name="connsiteX25929" fmla="*/ 2328958 w 3114960"/>
              <a:gd name="connsiteY25929" fmla="*/ 3379565 h 5143785"/>
              <a:gd name="connsiteX25930" fmla="*/ 2328958 w 3114960"/>
              <a:gd name="connsiteY25930" fmla="*/ 3324892 h 5143785"/>
              <a:gd name="connsiteX25931" fmla="*/ 2338388 w 3114960"/>
              <a:gd name="connsiteY25931" fmla="*/ 3314224 h 5143785"/>
              <a:gd name="connsiteX25932" fmla="*/ 2360962 w 3114960"/>
              <a:gd name="connsiteY25932" fmla="*/ 3314224 h 5143785"/>
              <a:gd name="connsiteX25933" fmla="*/ 2371820 w 3114960"/>
              <a:gd name="connsiteY25933" fmla="*/ 3325463 h 5143785"/>
              <a:gd name="connsiteX25934" fmla="*/ 2371820 w 3114960"/>
              <a:gd name="connsiteY25934" fmla="*/ 3415189 h 5143785"/>
              <a:gd name="connsiteX25935" fmla="*/ 2363819 w 3114960"/>
              <a:gd name="connsiteY25935" fmla="*/ 3427857 h 5143785"/>
              <a:gd name="connsiteX25936" fmla="*/ 2368487 w 3114960"/>
              <a:gd name="connsiteY25936" fmla="*/ 3434525 h 5143785"/>
              <a:gd name="connsiteX25937" fmla="*/ 2374202 w 3114960"/>
              <a:gd name="connsiteY25937" fmla="*/ 3436144 h 5143785"/>
              <a:gd name="connsiteX25938" fmla="*/ 2376583 w 3114960"/>
              <a:gd name="connsiteY25938" fmla="*/ 3435858 h 5143785"/>
              <a:gd name="connsiteX25939" fmla="*/ 2383250 w 3114960"/>
              <a:gd name="connsiteY25939" fmla="*/ 3431191 h 5143785"/>
              <a:gd name="connsiteX25940" fmla="*/ 2384679 w 3114960"/>
              <a:gd name="connsiteY25940" fmla="*/ 3423190 h 5143785"/>
              <a:gd name="connsiteX25941" fmla="*/ 2376678 w 3114960"/>
              <a:gd name="connsiteY25941" fmla="*/ 3415284 h 5143785"/>
              <a:gd name="connsiteX25942" fmla="*/ 2376678 w 3114960"/>
              <a:gd name="connsiteY25942" fmla="*/ 3323559 h 5143785"/>
              <a:gd name="connsiteX25943" fmla="*/ 2363057 w 3114960"/>
              <a:gd name="connsiteY25943" fmla="*/ 3309461 h 5143785"/>
              <a:gd name="connsiteX25944" fmla="*/ 2336292 w 3114960"/>
              <a:gd name="connsiteY25944" fmla="*/ 3309461 h 5143785"/>
              <a:gd name="connsiteX25945" fmla="*/ 2324195 w 3114960"/>
              <a:gd name="connsiteY25945" fmla="*/ 3323082 h 5143785"/>
              <a:gd name="connsiteX25946" fmla="*/ 2324195 w 3114960"/>
              <a:gd name="connsiteY25946" fmla="*/ 3379565 h 5143785"/>
              <a:gd name="connsiteX25947" fmla="*/ 2322576 w 3114960"/>
              <a:gd name="connsiteY25947" fmla="*/ 3379565 h 5143785"/>
              <a:gd name="connsiteX25948" fmla="*/ 2315718 w 3114960"/>
              <a:gd name="connsiteY25948" fmla="*/ 3386423 h 5143785"/>
              <a:gd name="connsiteX25949" fmla="*/ 2315718 w 3114960"/>
              <a:gd name="connsiteY25949" fmla="*/ 3394520 h 5143785"/>
              <a:gd name="connsiteX25950" fmla="*/ 2374011 w 3114960"/>
              <a:gd name="connsiteY25950" fmla="*/ 3419666 h 5143785"/>
              <a:gd name="connsiteX25951" fmla="*/ 2379726 w 3114960"/>
              <a:gd name="connsiteY25951" fmla="*/ 3424238 h 5143785"/>
              <a:gd name="connsiteX25952" fmla="*/ 2378964 w 3114960"/>
              <a:gd name="connsiteY25952" fmla="*/ 3428619 h 5143785"/>
              <a:gd name="connsiteX25953" fmla="*/ 2375249 w 3114960"/>
              <a:gd name="connsiteY25953" fmla="*/ 3431191 h 5143785"/>
              <a:gd name="connsiteX25954" fmla="*/ 2370868 w 3114960"/>
              <a:gd name="connsiteY25954" fmla="*/ 3430429 h 5143785"/>
              <a:gd name="connsiteX25955" fmla="*/ 2368296 w 3114960"/>
              <a:gd name="connsiteY25955" fmla="*/ 3426809 h 5143785"/>
              <a:gd name="connsiteX25956" fmla="*/ 2372773 w 3114960"/>
              <a:gd name="connsiteY25956" fmla="*/ 3419856 h 5143785"/>
              <a:gd name="connsiteX25957" fmla="*/ 2374011 w 3114960"/>
              <a:gd name="connsiteY25957" fmla="*/ 3419761 h 5143785"/>
              <a:gd name="connsiteX25958" fmla="*/ 2320385 w 3114960"/>
              <a:gd name="connsiteY25958" fmla="*/ 3386423 h 5143785"/>
              <a:gd name="connsiteX25959" fmla="*/ 2322481 w 3114960"/>
              <a:gd name="connsiteY25959" fmla="*/ 3384328 h 5143785"/>
              <a:gd name="connsiteX25960" fmla="*/ 2330577 w 3114960"/>
              <a:gd name="connsiteY25960" fmla="*/ 3384328 h 5143785"/>
              <a:gd name="connsiteX25961" fmla="*/ 2332673 w 3114960"/>
              <a:gd name="connsiteY25961" fmla="*/ 3386423 h 5143785"/>
              <a:gd name="connsiteX25962" fmla="*/ 2332673 w 3114960"/>
              <a:gd name="connsiteY25962" fmla="*/ 3394520 h 5143785"/>
              <a:gd name="connsiteX25963" fmla="*/ 2330577 w 3114960"/>
              <a:gd name="connsiteY25963" fmla="*/ 3396615 h 5143785"/>
              <a:gd name="connsiteX25964" fmla="*/ 2322481 w 3114960"/>
              <a:gd name="connsiteY25964" fmla="*/ 3396615 h 5143785"/>
              <a:gd name="connsiteX25965" fmla="*/ 2320385 w 3114960"/>
              <a:gd name="connsiteY25965" fmla="*/ 3394520 h 5143785"/>
              <a:gd name="connsiteX25966" fmla="*/ 2320385 w 3114960"/>
              <a:gd name="connsiteY25966" fmla="*/ 3386423 h 5143785"/>
              <a:gd name="connsiteX25967" fmla="*/ 2195703 w 3114960"/>
              <a:gd name="connsiteY25967" fmla="*/ 3114104 h 5143785"/>
              <a:gd name="connsiteX25968" fmla="*/ 2202752 w 3114960"/>
              <a:gd name="connsiteY25968" fmla="*/ 3107055 h 5143785"/>
              <a:gd name="connsiteX25969" fmla="*/ 2209800 w 3114960"/>
              <a:gd name="connsiteY25969" fmla="*/ 3114104 h 5143785"/>
              <a:gd name="connsiteX25970" fmla="*/ 2202752 w 3114960"/>
              <a:gd name="connsiteY25970" fmla="*/ 3121152 h 5143785"/>
              <a:gd name="connsiteX25971" fmla="*/ 2195703 w 3114960"/>
              <a:gd name="connsiteY25971" fmla="*/ 3114104 h 5143785"/>
              <a:gd name="connsiteX25972" fmla="*/ 2267236 w 3114960"/>
              <a:gd name="connsiteY25972" fmla="*/ 2841403 h 5143785"/>
              <a:gd name="connsiteX25973" fmla="*/ 2279904 w 3114960"/>
              <a:gd name="connsiteY25973" fmla="*/ 2827115 h 5143785"/>
              <a:gd name="connsiteX25974" fmla="*/ 2283428 w 3114960"/>
              <a:gd name="connsiteY25974" fmla="*/ 2830259 h 5143785"/>
              <a:gd name="connsiteX25975" fmla="*/ 2270760 w 3114960"/>
              <a:gd name="connsiteY25975" fmla="*/ 2844546 h 5143785"/>
              <a:gd name="connsiteX25976" fmla="*/ 2267236 w 3114960"/>
              <a:gd name="connsiteY25976" fmla="*/ 2841403 h 5143785"/>
              <a:gd name="connsiteX25977" fmla="*/ 2700528 w 3114960"/>
              <a:gd name="connsiteY25977" fmla="*/ 3314034 h 5143785"/>
              <a:gd name="connsiteX25978" fmla="*/ 2693670 w 3114960"/>
              <a:gd name="connsiteY25978" fmla="*/ 3307175 h 5143785"/>
              <a:gd name="connsiteX25979" fmla="*/ 2681002 w 3114960"/>
              <a:gd name="connsiteY25979" fmla="*/ 3307175 h 5143785"/>
              <a:gd name="connsiteX25980" fmla="*/ 2674144 w 3114960"/>
              <a:gd name="connsiteY25980" fmla="*/ 3314034 h 5143785"/>
              <a:gd name="connsiteX25981" fmla="*/ 2674144 w 3114960"/>
              <a:gd name="connsiteY25981" fmla="*/ 3318701 h 5143785"/>
              <a:gd name="connsiteX25982" fmla="*/ 2653094 w 3114960"/>
              <a:gd name="connsiteY25982" fmla="*/ 3318701 h 5143785"/>
              <a:gd name="connsiteX25983" fmla="*/ 2576798 w 3114960"/>
              <a:gd name="connsiteY25983" fmla="*/ 3389662 h 5143785"/>
              <a:gd name="connsiteX25984" fmla="*/ 2512124 w 3114960"/>
              <a:gd name="connsiteY25984" fmla="*/ 3389471 h 5143785"/>
              <a:gd name="connsiteX25985" fmla="*/ 2495645 w 3114960"/>
              <a:gd name="connsiteY25985" fmla="*/ 3370898 h 5143785"/>
              <a:gd name="connsiteX25986" fmla="*/ 2414969 w 3114960"/>
              <a:gd name="connsiteY25986" fmla="*/ 3370612 h 5143785"/>
              <a:gd name="connsiteX25987" fmla="*/ 2408206 w 3114960"/>
              <a:gd name="connsiteY25987" fmla="*/ 3363944 h 5143785"/>
              <a:gd name="connsiteX25988" fmla="*/ 2400110 w 3114960"/>
              <a:gd name="connsiteY25988" fmla="*/ 3363944 h 5143785"/>
              <a:gd name="connsiteX25989" fmla="*/ 2393252 w 3114960"/>
              <a:gd name="connsiteY25989" fmla="*/ 3370802 h 5143785"/>
              <a:gd name="connsiteX25990" fmla="*/ 2393252 w 3114960"/>
              <a:gd name="connsiteY25990" fmla="*/ 3378899 h 5143785"/>
              <a:gd name="connsiteX25991" fmla="*/ 2400110 w 3114960"/>
              <a:gd name="connsiteY25991" fmla="*/ 3385757 h 5143785"/>
              <a:gd name="connsiteX25992" fmla="*/ 2408206 w 3114960"/>
              <a:gd name="connsiteY25992" fmla="*/ 3385757 h 5143785"/>
              <a:gd name="connsiteX25993" fmla="*/ 2415064 w 3114960"/>
              <a:gd name="connsiteY25993" fmla="*/ 3378899 h 5143785"/>
              <a:gd name="connsiteX25994" fmla="*/ 2415064 w 3114960"/>
              <a:gd name="connsiteY25994" fmla="*/ 3375470 h 5143785"/>
              <a:gd name="connsiteX25995" fmla="*/ 2493550 w 3114960"/>
              <a:gd name="connsiteY25995" fmla="*/ 3375755 h 5143785"/>
              <a:gd name="connsiteX25996" fmla="*/ 2510028 w 3114960"/>
              <a:gd name="connsiteY25996" fmla="*/ 3394329 h 5143785"/>
              <a:gd name="connsiteX25997" fmla="*/ 2578703 w 3114960"/>
              <a:gd name="connsiteY25997" fmla="*/ 3394520 h 5143785"/>
              <a:gd name="connsiteX25998" fmla="*/ 2654999 w 3114960"/>
              <a:gd name="connsiteY25998" fmla="*/ 3323654 h 5143785"/>
              <a:gd name="connsiteX25999" fmla="*/ 2674239 w 3114960"/>
              <a:gd name="connsiteY25999" fmla="*/ 3323654 h 5143785"/>
              <a:gd name="connsiteX26000" fmla="*/ 2674239 w 3114960"/>
              <a:gd name="connsiteY26000" fmla="*/ 3326892 h 5143785"/>
              <a:gd name="connsiteX26001" fmla="*/ 2681097 w 3114960"/>
              <a:gd name="connsiteY26001" fmla="*/ 3333750 h 5143785"/>
              <a:gd name="connsiteX26002" fmla="*/ 2693765 w 3114960"/>
              <a:gd name="connsiteY26002" fmla="*/ 3333750 h 5143785"/>
              <a:gd name="connsiteX26003" fmla="*/ 2700623 w 3114960"/>
              <a:gd name="connsiteY26003" fmla="*/ 3326892 h 5143785"/>
              <a:gd name="connsiteX26004" fmla="*/ 2700623 w 3114960"/>
              <a:gd name="connsiteY26004" fmla="*/ 3323654 h 5143785"/>
              <a:gd name="connsiteX26005" fmla="*/ 2722626 w 3114960"/>
              <a:gd name="connsiteY26005" fmla="*/ 3323654 h 5143785"/>
              <a:gd name="connsiteX26006" fmla="*/ 2780252 w 3114960"/>
              <a:gd name="connsiteY26006" fmla="*/ 3376232 h 5143785"/>
              <a:gd name="connsiteX26007" fmla="*/ 2780252 w 3114960"/>
              <a:gd name="connsiteY26007" fmla="*/ 3396710 h 5143785"/>
              <a:gd name="connsiteX26008" fmla="*/ 2773109 w 3114960"/>
              <a:gd name="connsiteY26008" fmla="*/ 3396710 h 5143785"/>
              <a:gd name="connsiteX26009" fmla="*/ 2766251 w 3114960"/>
              <a:gd name="connsiteY26009" fmla="*/ 3403568 h 5143785"/>
              <a:gd name="connsiteX26010" fmla="*/ 2766251 w 3114960"/>
              <a:gd name="connsiteY26010" fmla="*/ 3411665 h 5143785"/>
              <a:gd name="connsiteX26011" fmla="*/ 2773109 w 3114960"/>
              <a:gd name="connsiteY26011" fmla="*/ 3418523 h 5143785"/>
              <a:gd name="connsiteX26012" fmla="*/ 2792159 w 3114960"/>
              <a:gd name="connsiteY26012" fmla="*/ 3418523 h 5143785"/>
              <a:gd name="connsiteX26013" fmla="*/ 2799017 w 3114960"/>
              <a:gd name="connsiteY26013" fmla="*/ 3411665 h 5143785"/>
              <a:gd name="connsiteX26014" fmla="*/ 2799017 w 3114960"/>
              <a:gd name="connsiteY26014" fmla="*/ 3403568 h 5143785"/>
              <a:gd name="connsiteX26015" fmla="*/ 2792159 w 3114960"/>
              <a:gd name="connsiteY26015" fmla="*/ 3396710 h 5143785"/>
              <a:gd name="connsiteX26016" fmla="*/ 2785015 w 3114960"/>
              <a:gd name="connsiteY26016" fmla="*/ 3396710 h 5143785"/>
              <a:gd name="connsiteX26017" fmla="*/ 2785015 w 3114960"/>
              <a:gd name="connsiteY26017" fmla="*/ 3374136 h 5143785"/>
              <a:gd name="connsiteX26018" fmla="*/ 2724436 w 3114960"/>
              <a:gd name="connsiteY26018" fmla="*/ 3318891 h 5143785"/>
              <a:gd name="connsiteX26019" fmla="*/ 2700528 w 3114960"/>
              <a:gd name="connsiteY26019" fmla="*/ 3318891 h 5143785"/>
              <a:gd name="connsiteX26020" fmla="*/ 2700528 w 3114960"/>
              <a:gd name="connsiteY26020" fmla="*/ 3314224 h 5143785"/>
              <a:gd name="connsiteX26021" fmla="*/ 2410397 w 3114960"/>
              <a:gd name="connsiteY26021" fmla="*/ 3378803 h 5143785"/>
              <a:gd name="connsiteX26022" fmla="*/ 2408301 w 3114960"/>
              <a:gd name="connsiteY26022" fmla="*/ 3380899 h 5143785"/>
              <a:gd name="connsiteX26023" fmla="*/ 2400205 w 3114960"/>
              <a:gd name="connsiteY26023" fmla="*/ 3380899 h 5143785"/>
              <a:gd name="connsiteX26024" fmla="*/ 2398109 w 3114960"/>
              <a:gd name="connsiteY26024" fmla="*/ 3378803 h 5143785"/>
              <a:gd name="connsiteX26025" fmla="*/ 2398109 w 3114960"/>
              <a:gd name="connsiteY26025" fmla="*/ 3370707 h 5143785"/>
              <a:gd name="connsiteX26026" fmla="*/ 2400205 w 3114960"/>
              <a:gd name="connsiteY26026" fmla="*/ 3368612 h 5143785"/>
              <a:gd name="connsiteX26027" fmla="*/ 2408301 w 3114960"/>
              <a:gd name="connsiteY26027" fmla="*/ 3368612 h 5143785"/>
              <a:gd name="connsiteX26028" fmla="*/ 2410397 w 3114960"/>
              <a:gd name="connsiteY26028" fmla="*/ 3370707 h 5143785"/>
              <a:gd name="connsiteX26029" fmla="*/ 2410397 w 3114960"/>
              <a:gd name="connsiteY26029" fmla="*/ 3378803 h 5143785"/>
              <a:gd name="connsiteX26030" fmla="*/ 2695766 w 3114960"/>
              <a:gd name="connsiteY26030" fmla="*/ 3326702 h 5143785"/>
              <a:gd name="connsiteX26031" fmla="*/ 2693670 w 3114960"/>
              <a:gd name="connsiteY26031" fmla="*/ 3328797 h 5143785"/>
              <a:gd name="connsiteX26032" fmla="*/ 2681002 w 3114960"/>
              <a:gd name="connsiteY26032" fmla="*/ 3328797 h 5143785"/>
              <a:gd name="connsiteX26033" fmla="*/ 2678906 w 3114960"/>
              <a:gd name="connsiteY26033" fmla="*/ 3326702 h 5143785"/>
              <a:gd name="connsiteX26034" fmla="*/ 2678906 w 3114960"/>
              <a:gd name="connsiteY26034" fmla="*/ 3314034 h 5143785"/>
              <a:gd name="connsiteX26035" fmla="*/ 2681002 w 3114960"/>
              <a:gd name="connsiteY26035" fmla="*/ 3311938 h 5143785"/>
              <a:gd name="connsiteX26036" fmla="*/ 2693670 w 3114960"/>
              <a:gd name="connsiteY26036" fmla="*/ 3311938 h 5143785"/>
              <a:gd name="connsiteX26037" fmla="*/ 2695766 w 3114960"/>
              <a:gd name="connsiteY26037" fmla="*/ 3314034 h 5143785"/>
              <a:gd name="connsiteX26038" fmla="*/ 2695766 w 3114960"/>
              <a:gd name="connsiteY26038" fmla="*/ 3326702 h 5143785"/>
              <a:gd name="connsiteX26039" fmla="*/ 2777490 w 3114960"/>
              <a:gd name="connsiteY26039" fmla="*/ 3413284 h 5143785"/>
              <a:gd name="connsiteX26040" fmla="*/ 2773109 w 3114960"/>
              <a:gd name="connsiteY26040" fmla="*/ 3413284 h 5143785"/>
              <a:gd name="connsiteX26041" fmla="*/ 2771013 w 3114960"/>
              <a:gd name="connsiteY26041" fmla="*/ 3411188 h 5143785"/>
              <a:gd name="connsiteX26042" fmla="*/ 2771013 w 3114960"/>
              <a:gd name="connsiteY26042" fmla="*/ 3403092 h 5143785"/>
              <a:gd name="connsiteX26043" fmla="*/ 2773109 w 3114960"/>
              <a:gd name="connsiteY26043" fmla="*/ 3400997 h 5143785"/>
              <a:gd name="connsiteX26044" fmla="*/ 2777490 w 3114960"/>
              <a:gd name="connsiteY26044" fmla="*/ 3400997 h 5143785"/>
              <a:gd name="connsiteX26045" fmla="*/ 2777490 w 3114960"/>
              <a:gd name="connsiteY26045" fmla="*/ 3413188 h 5143785"/>
              <a:gd name="connsiteX26046" fmla="*/ 2788063 w 3114960"/>
              <a:gd name="connsiteY26046" fmla="*/ 3401092 h 5143785"/>
              <a:gd name="connsiteX26047" fmla="*/ 2792159 w 3114960"/>
              <a:gd name="connsiteY26047" fmla="*/ 3401092 h 5143785"/>
              <a:gd name="connsiteX26048" fmla="*/ 2794254 w 3114960"/>
              <a:gd name="connsiteY26048" fmla="*/ 3403187 h 5143785"/>
              <a:gd name="connsiteX26049" fmla="*/ 2794254 w 3114960"/>
              <a:gd name="connsiteY26049" fmla="*/ 3411284 h 5143785"/>
              <a:gd name="connsiteX26050" fmla="*/ 2792159 w 3114960"/>
              <a:gd name="connsiteY26050" fmla="*/ 3413379 h 5143785"/>
              <a:gd name="connsiteX26051" fmla="*/ 2788063 w 3114960"/>
              <a:gd name="connsiteY26051" fmla="*/ 3413379 h 5143785"/>
              <a:gd name="connsiteX26052" fmla="*/ 2788063 w 3114960"/>
              <a:gd name="connsiteY26052" fmla="*/ 3401187 h 5143785"/>
              <a:gd name="connsiteX26053" fmla="*/ 2319814 w 3114960"/>
              <a:gd name="connsiteY26053" fmla="*/ 2857976 h 5143785"/>
              <a:gd name="connsiteX26054" fmla="*/ 2323338 w 3114960"/>
              <a:gd name="connsiteY26054" fmla="*/ 2861120 h 5143785"/>
              <a:gd name="connsiteX26055" fmla="*/ 2310670 w 3114960"/>
              <a:gd name="connsiteY26055" fmla="*/ 2875407 h 5143785"/>
              <a:gd name="connsiteX26056" fmla="*/ 2307146 w 3114960"/>
              <a:gd name="connsiteY26056" fmla="*/ 2872264 h 5143785"/>
              <a:gd name="connsiteX26057" fmla="*/ 2319814 w 3114960"/>
              <a:gd name="connsiteY26057" fmla="*/ 2857976 h 5143785"/>
              <a:gd name="connsiteX26058" fmla="*/ 2969895 w 3114960"/>
              <a:gd name="connsiteY26058" fmla="*/ 2559272 h 5143785"/>
              <a:gd name="connsiteX26059" fmla="*/ 2960370 w 3114960"/>
              <a:gd name="connsiteY26059" fmla="*/ 2549747 h 5143785"/>
              <a:gd name="connsiteX26060" fmla="*/ 2950845 w 3114960"/>
              <a:gd name="connsiteY26060" fmla="*/ 2559272 h 5143785"/>
              <a:gd name="connsiteX26061" fmla="*/ 2950845 w 3114960"/>
              <a:gd name="connsiteY26061" fmla="*/ 2559558 h 5143785"/>
              <a:gd name="connsiteX26062" fmla="*/ 2821019 w 3114960"/>
              <a:gd name="connsiteY26062" fmla="*/ 2559558 h 5143785"/>
              <a:gd name="connsiteX26063" fmla="*/ 2793778 w 3114960"/>
              <a:gd name="connsiteY26063" fmla="*/ 2518505 h 5143785"/>
              <a:gd name="connsiteX26064" fmla="*/ 2793778 w 3114960"/>
              <a:gd name="connsiteY26064" fmla="*/ 2454117 h 5143785"/>
              <a:gd name="connsiteX26065" fmla="*/ 2797683 w 3114960"/>
              <a:gd name="connsiteY26065" fmla="*/ 2452211 h 5143785"/>
              <a:gd name="connsiteX26066" fmla="*/ 2799779 w 3114960"/>
              <a:gd name="connsiteY26066" fmla="*/ 2447068 h 5143785"/>
              <a:gd name="connsiteX26067" fmla="*/ 2797683 w 3114960"/>
              <a:gd name="connsiteY26067" fmla="*/ 2441924 h 5143785"/>
              <a:gd name="connsiteX26068" fmla="*/ 2787492 w 3114960"/>
              <a:gd name="connsiteY26068" fmla="*/ 2441924 h 5143785"/>
              <a:gd name="connsiteX26069" fmla="*/ 2785396 w 3114960"/>
              <a:gd name="connsiteY26069" fmla="*/ 2447068 h 5143785"/>
              <a:gd name="connsiteX26070" fmla="*/ 2787492 w 3114960"/>
              <a:gd name="connsiteY26070" fmla="*/ 2452211 h 5143785"/>
              <a:gd name="connsiteX26071" fmla="*/ 2791397 w 3114960"/>
              <a:gd name="connsiteY26071" fmla="*/ 2454117 h 5143785"/>
              <a:gd name="connsiteX26072" fmla="*/ 2791397 w 3114960"/>
              <a:gd name="connsiteY26072" fmla="*/ 2519172 h 5143785"/>
              <a:gd name="connsiteX26073" fmla="*/ 2819781 w 3114960"/>
              <a:gd name="connsiteY26073" fmla="*/ 2561939 h 5143785"/>
              <a:gd name="connsiteX26074" fmla="*/ 2951321 w 3114960"/>
              <a:gd name="connsiteY26074" fmla="*/ 2561939 h 5143785"/>
              <a:gd name="connsiteX26075" fmla="*/ 2960275 w 3114960"/>
              <a:gd name="connsiteY26075" fmla="*/ 2568797 h 5143785"/>
              <a:gd name="connsiteX26076" fmla="*/ 2969800 w 3114960"/>
              <a:gd name="connsiteY26076" fmla="*/ 2559272 h 5143785"/>
              <a:gd name="connsiteX26077" fmla="*/ 2789206 w 3114960"/>
              <a:gd name="connsiteY26077" fmla="*/ 2450592 h 5143785"/>
              <a:gd name="connsiteX26078" fmla="*/ 2787777 w 3114960"/>
              <a:gd name="connsiteY26078" fmla="*/ 2447163 h 5143785"/>
              <a:gd name="connsiteX26079" fmla="*/ 2789206 w 3114960"/>
              <a:gd name="connsiteY26079" fmla="*/ 2443734 h 5143785"/>
              <a:gd name="connsiteX26080" fmla="*/ 2792635 w 3114960"/>
              <a:gd name="connsiteY26080" fmla="*/ 2442305 h 5143785"/>
              <a:gd name="connsiteX26081" fmla="*/ 2796064 w 3114960"/>
              <a:gd name="connsiteY26081" fmla="*/ 2443734 h 5143785"/>
              <a:gd name="connsiteX26082" fmla="*/ 2796064 w 3114960"/>
              <a:gd name="connsiteY26082" fmla="*/ 2450592 h 5143785"/>
              <a:gd name="connsiteX26083" fmla="*/ 2789206 w 3114960"/>
              <a:gd name="connsiteY26083" fmla="*/ 2450592 h 5143785"/>
              <a:gd name="connsiteX26084" fmla="*/ 2955608 w 3114960"/>
              <a:gd name="connsiteY26084" fmla="*/ 2559272 h 5143785"/>
              <a:gd name="connsiteX26085" fmla="*/ 2960370 w 3114960"/>
              <a:gd name="connsiteY26085" fmla="*/ 2554510 h 5143785"/>
              <a:gd name="connsiteX26086" fmla="*/ 2965133 w 3114960"/>
              <a:gd name="connsiteY26086" fmla="*/ 2559272 h 5143785"/>
              <a:gd name="connsiteX26087" fmla="*/ 2960370 w 3114960"/>
              <a:gd name="connsiteY26087" fmla="*/ 2564035 h 5143785"/>
              <a:gd name="connsiteX26088" fmla="*/ 2955608 w 3114960"/>
              <a:gd name="connsiteY26088" fmla="*/ 2559272 h 5143785"/>
              <a:gd name="connsiteX26089" fmla="*/ 2775395 w 3114960"/>
              <a:gd name="connsiteY26089" fmla="*/ 2580513 h 5143785"/>
              <a:gd name="connsiteX26090" fmla="*/ 2780538 w 3114960"/>
              <a:gd name="connsiteY26090" fmla="*/ 2578418 h 5143785"/>
              <a:gd name="connsiteX26091" fmla="*/ 2782443 w 3114960"/>
              <a:gd name="connsiteY26091" fmla="*/ 2574417 h 5143785"/>
              <a:gd name="connsiteX26092" fmla="*/ 2793587 w 3114960"/>
              <a:gd name="connsiteY26092" fmla="*/ 2574417 h 5143785"/>
              <a:gd name="connsiteX26093" fmla="*/ 2801493 w 3114960"/>
              <a:gd name="connsiteY26093" fmla="*/ 2582609 h 5143785"/>
              <a:gd name="connsiteX26094" fmla="*/ 2894838 w 3114960"/>
              <a:gd name="connsiteY26094" fmla="*/ 2583085 h 5143785"/>
              <a:gd name="connsiteX26095" fmla="*/ 2907506 w 3114960"/>
              <a:gd name="connsiteY26095" fmla="*/ 2593658 h 5143785"/>
              <a:gd name="connsiteX26096" fmla="*/ 2941415 w 3114960"/>
              <a:gd name="connsiteY26096" fmla="*/ 2593658 h 5143785"/>
              <a:gd name="connsiteX26097" fmla="*/ 2948369 w 3114960"/>
              <a:gd name="connsiteY26097" fmla="*/ 2599659 h 5143785"/>
              <a:gd name="connsiteX26098" fmla="*/ 2955512 w 3114960"/>
              <a:gd name="connsiteY26098" fmla="*/ 2592515 h 5143785"/>
              <a:gd name="connsiteX26099" fmla="*/ 2948369 w 3114960"/>
              <a:gd name="connsiteY26099" fmla="*/ 2585371 h 5143785"/>
              <a:gd name="connsiteX26100" fmla="*/ 2941415 w 3114960"/>
              <a:gd name="connsiteY26100" fmla="*/ 2591372 h 5143785"/>
              <a:gd name="connsiteX26101" fmla="*/ 2908363 w 3114960"/>
              <a:gd name="connsiteY26101" fmla="*/ 2591372 h 5143785"/>
              <a:gd name="connsiteX26102" fmla="*/ 2895695 w 3114960"/>
              <a:gd name="connsiteY26102" fmla="*/ 2580799 h 5143785"/>
              <a:gd name="connsiteX26103" fmla="*/ 2802446 w 3114960"/>
              <a:gd name="connsiteY26103" fmla="*/ 2580323 h 5143785"/>
              <a:gd name="connsiteX26104" fmla="*/ 2794540 w 3114960"/>
              <a:gd name="connsiteY26104" fmla="*/ 2572131 h 5143785"/>
              <a:gd name="connsiteX26105" fmla="*/ 2782348 w 3114960"/>
              <a:gd name="connsiteY26105" fmla="*/ 2572131 h 5143785"/>
              <a:gd name="connsiteX26106" fmla="*/ 2780443 w 3114960"/>
              <a:gd name="connsiteY26106" fmla="*/ 2568130 h 5143785"/>
              <a:gd name="connsiteX26107" fmla="*/ 2770061 w 3114960"/>
              <a:gd name="connsiteY26107" fmla="*/ 2568130 h 5143785"/>
              <a:gd name="connsiteX26108" fmla="*/ 2770061 w 3114960"/>
              <a:gd name="connsiteY26108" fmla="*/ 2578513 h 5143785"/>
              <a:gd name="connsiteX26109" fmla="*/ 2775204 w 3114960"/>
              <a:gd name="connsiteY26109" fmla="*/ 2580609 h 5143785"/>
              <a:gd name="connsiteX26110" fmla="*/ 2948369 w 3114960"/>
              <a:gd name="connsiteY26110" fmla="*/ 2590038 h 5143785"/>
              <a:gd name="connsiteX26111" fmla="*/ 2950750 w 3114960"/>
              <a:gd name="connsiteY26111" fmla="*/ 2592419 h 5143785"/>
              <a:gd name="connsiteX26112" fmla="*/ 2948369 w 3114960"/>
              <a:gd name="connsiteY26112" fmla="*/ 2594801 h 5143785"/>
              <a:gd name="connsiteX26113" fmla="*/ 2945987 w 3114960"/>
              <a:gd name="connsiteY26113" fmla="*/ 2592419 h 5143785"/>
              <a:gd name="connsiteX26114" fmla="*/ 2948369 w 3114960"/>
              <a:gd name="connsiteY26114" fmla="*/ 2590038 h 5143785"/>
              <a:gd name="connsiteX26115" fmla="*/ 2773585 w 3114960"/>
              <a:gd name="connsiteY26115" fmla="*/ 2571369 h 5143785"/>
              <a:gd name="connsiteX26116" fmla="*/ 2775395 w 3114960"/>
              <a:gd name="connsiteY26116" fmla="*/ 2570607 h 5143785"/>
              <a:gd name="connsiteX26117" fmla="*/ 2777204 w 3114960"/>
              <a:gd name="connsiteY26117" fmla="*/ 2571369 h 5143785"/>
              <a:gd name="connsiteX26118" fmla="*/ 2777967 w 3114960"/>
              <a:gd name="connsiteY26118" fmla="*/ 2573179 h 5143785"/>
              <a:gd name="connsiteX26119" fmla="*/ 2777204 w 3114960"/>
              <a:gd name="connsiteY26119" fmla="*/ 2574988 h 5143785"/>
              <a:gd name="connsiteX26120" fmla="*/ 2773585 w 3114960"/>
              <a:gd name="connsiteY26120" fmla="*/ 2574988 h 5143785"/>
              <a:gd name="connsiteX26121" fmla="*/ 2773585 w 3114960"/>
              <a:gd name="connsiteY26121" fmla="*/ 2571369 h 5143785"/>
              <a:gd name="connsiteX26122" fmla="*/ 2801303 w 3114960"/>
              <a:gd name="connsiteY26122" fmla="*/ 2280952 h 5143785"/>
              <a:gd name="connsiteX26123" fmla="*/ 2808446 w 3114960"/>
              <a:gd name="connsiteY26123" fmla="*/ 2280952 h 5143785"/>
              <a:gd name="connsiteX26124" fmla="*/ 2808446 w 3114960"/>
              <a:gd name="connsiteY26124" fmla="*/ 2289334 h 5143785"/>
              <a:gd name="connsiteX26125" fmla="*/ 2801303 w 3114960"/>
              <a:gd name="connsiteY26125" fmla="*/ 2289334 h 5143785"/>
              <a:gd name="connsiteX26126" fmla="*/ 2801303 w 3114960"/>
              <a:gd name="connsiteY26126" fmla="*/ 2280952 h 5143785"/>
              <a:gd name="connsiteX26127" fmla="*/ 2801303 w 3114960"/>
              <a:gd name="connsiteY26127" fmla="*/ 2264093 h 5143785"/>
              <a:gd name="connsiteX26128" fmla="*/ 2808446 w 3114960"/>
              <a:gd name="connsiteY26128" fmla="*/ 2264093 h 5143785"/>
              <a:gd name="connsiteX26129" fmla="*/ 2808446 w 3114960"/>
              <a:gd name="connsiteY26129" fmla="*/ 2272475 h 5143785"/>
              <a:gd name="connsiteX26130" fmla="*/ 2801303 w 3114960"/>
              <a:gd name="connsiteY26130" fmla="*/ 2272475 h 5143785"/>
              <a:gd name="connsiteX26131" fmla="*/ 2801303 w 3114960"/>
              <a:gd name="connsiteY26131" fmla="*/ 2264093 h 5143785"/>
              <a:gd name="connsiteX26132" fmla="*/ 2808446 w 3114960"/>
              <a:gd name="connsiteY26132" fmla="*/ 2255615 h 5143785"/>
              <a:gd name="connsiteX26133" fmla="*/ 2801303 w 3114960"/>
              <a:gd name="connsiteY26133" fmla="*/ 2255615 h 5143785"/>
              <a:gd name="connsiteX26134" fmla="*/ 2801303 w 3114960"/>
              <a:gd name="connsiteY26134" fmla="*/ 2247233 h 5143785"/>
              <a:gd name="connsiteX26135" fmla="*/ 2808446 w 3114960"/>
              <a:gd name="connsiteY26135" fmla="*/ 2247233 h 5143785"/>
              <a:gd name="connsiteX26136" fmla="*/ 2808446 w 3114960"/>
              <a:gd name="connsiteY26136" fmla="*/ 2255615 h 5143785"/>
              <a:gd name="connsiteX26137" fmla="*/ 2932843 w 3114960"/>
              <a:gd name="connsiteY26137" fmla="*/ 2524030 h 5143785"/>
              <a:gd name="connsiteX26138" fmla="*/ 2944178 w 3114960"/>
              <a:gd name="connsiteY26138" fmla="*/ 2524030 h 5143785"/>
              <a:gd name="connsiteX26139" fmla="*/ 2945321 w 3114960"/>
              <a:gd name="connsiteY26139" fmla="*/ 2522887 h 5143785"/>
              <a:gd name="connsiteX26140" fmla="*/ 2945321 w 3114960"/>
              <a:gd name="connsiteY26140" fmla="*/ 2511552 h 5143785"/>
              <a:gd name="connsiteX26141" fmla="*/ 2944178 w 3114960"/>
              <a:gd name="connsiteY26141" fmla="*/ 2510409 h 5143785"/>
              <a:gd name="connsiteX26142" fmla="*/ 2932843 w 3114960"/>
              <a:gd name="connsiteY26142" fmla="*/ 2510409 h 5143785"/>
              <a:gd name="connsiteX26143" fmla="*/ 2931700 w 3114960"/>
              <a:gd name="connsiteY26143" fmla="*/ 2511552 h 5143785"/>
              <a:gd name="connsiteX26144" fmla="*/ 2931700 w 3114960"/>
              <a:gd name="connsiteY26144" fmla="*/ 2514886 h 5143785"/>
              <a:gd name="connsiteX26145" fmla="*/ 2910935 w 3114960"/>
              <a:gd name="connsiteY26145" fmla="*/ 2514886 h 5143785"/>
              <a:gd name="connsiteX26146" fmla="*/ 2910935 w 3114960"/>
              <a:gd name="connsiteY26146" fmla="*/ 2439829 h 5143785"/>
              <a:gd name="connsiteX26147" fmla="*/ 2908554 w 3114960"/>
              <a:gd name="connsiteY26147" fmla="*/ 2437448 h 5143785"/>
              <a:gd name="connsiteX26148" fmla="*/ 2831497 w 3114960"/>
              <a:gd name="connsiteY26148" fmla="*/ 2437448 h 5143785"/>
              <a:gd name="connsiteX26149" fmla="*/ 2829592 w 3114960"/>
              <a:gd name="connsiteY26149" fmla="*/ 2438495 h 5143785"/>
              <a:gd name="connsiteX26150" fmla="*/ 2816162 w 3114960"/>
              <a:gd name="connsiteY26150" fmla="*/ 2457450 h 5143785"/>
              <a:gd name="connsiteX26151" fmla="*/ 2812923 w 3114960"/>
              <a:gd name="connsiteY26151" fmla="*/ 2458307 h 5143785"/>
              <a:gd name="connsiteX26152" fmla="*/ 2808446 w 3114960"/>
              <a:gd name="connsiteY26152" fmla="*/ 2471833 h 5143785"/>
              <a:gd name="connsiteX26153" fmla="*/ 2814161 w 3114960"/>
              <a:gd name="connsiteY26153" fmla="*/ 2476786 h 5143785"/>
              <a:gd name="connsiteX26154" fmla="*/ 2814161 w 3114960"/>
              <a:gd name="connsiteY26154" fmla="*/ 2515076 h 5143785"/>
              <a:gd name="connsiteX26155" fmla="*/ 2828163 w 3114960"/>
              <a:gd name="connsiteY26155" fmla="*/ 2537460 h 5143785"/>
              <a:gd name="connsiteX26156" fmla="*/ 2876264 w 3114960"/>
              <a:gd name="connsiteY26156" fmla="*/ 2537460 h 5143785"/>
              <a:gd name="connsiteX26157" fmla="*/ 2876264 w 3114960"/>
              <a:gd name="connsiteY26157" fmla="*/ 2540508 h 5143785"/>
              <a:gd name="connsiteX26158" fmla="*/ 2880360 w 3114960"/>
              <a:gd name="connsiteY26158" fmla="*/ 2544604 h 5143785"/>
              <a:gd name="connsiteX26159" fmla="*/ 2891885 w 3114960"/>
              <a:gd name="connsiteY26159" fmla="*/ 2544604 h 5143785"/>
              <a:gd name="connsiteX26160" fmla="*/ 2895981 w 3114960"/>
              <a:gd name="connsiteY26160" fmla="*/ 2540508 h 5143785"/>
              <a:gd name="connsiteX26161" fmla="*/ 2895981 w 3114960"/>
              <a:gd name="connsiteY26161" fmla="*/ 2528983 h 5143785"/>
              <a:gd name="connsiteX26162" fmla="*/ 2891885 w 3114960"/>
              <a:gd name="connsiteY26162" fmla="*/ 2524887 h 5143785"/>
              <a:gd name="connsiteX26163" fmla="*/ 2887313 w 3114960"/>
              <a:gd name="connsiteY26163" fmla="*/ 2524887 h 5143785"/>
              <a:gd name="connsiteX26164" fmla="*/ 2887313 w 3114960"/>
              <a:gd name="connsiteY26164" fmla="*/ 2481834 h 5143785"/>
              <a:gd name="connsiteX26165" fmla="*/ 2870645 w 3114960"/>
              <a:gd name="connsiteY26165" fmla="*/ 2467070 h 5143785"/>
              <a:gd name="connsiteX26166" fmla="*/ 2870835 w 3114960"/>
              <a:gd name="connsiteY26166" fmla="*/ 2465927 h 5143785"/>
              <a:gd name="connsiteX26167" fmla="*/ 2869025 w 3114960"/>
              <a:gd name="connsiteY26167" fmla="*/ 2461641 h 5143785"/>
              <a:gd name="connsiteX26168" fmla="*/ 2860453 w 3114960"/>
              <a:gd name="connsiteY26168" fmla="*/ 2461641 h 5143785"/>
              <a:gd name="connsiteX26169" fmla="*/ 2858929 w 3114960"/>
              <a:gd name="connsiteY26169" fmla="*/ 2464689 h 5143785"/>
              <a:gd name="connsiteX26170" fmla="*/ 2846546 w 3114960"/>
              <a:gd name="connsiteY26170" fmla="*/ 2464689 h 5143785"/>
              <a:gd name="connsiteX26171" fmla="*/ 2836069 w 3114960"/>
              <a:gd name="connsiteY26171" fmla="*/ 2475929 h 5143785"/>
              <a:gd name="connsiteX26172" fmla="*/ 2836069 w 3114960"/>
              <a:gd name="connsiteY26172" fmla="*/ 2496884 h 5143785"/>
              <a:gd name="connsiteX26173" fmla="*/ 2845213 w 3114960"/>
              <a:gd name="connsiteY26173" fmla="*/ 2509838 h 5143785"/>
              <a:gd name="connsiteX26174" fmla="*/ 2859881 w 3114960"/>
              <a:gd name="connsiteY26174" fmla="*/ 2509838 h 5143785"/>
              <a:gd name="connsiteX26175" fmla="*/ 2861786 w 3114960"/>
              <a:gd name="connsiteY26175" fmla="*/ 2513743 h 5143785"/>
              <a:gd name="connsiteX26176" fmla="*/ 2866930 w 3114960"/>
              <a:gd name="connsiteY26176" fmla="*/ 2515838 h 5143785"/>
              <a:gd name="connsiteX26177" fmla="*/ 2872073 w 3114960"/>
              <a:gd name="connsiteY26177" fmla="*/ 2513743 h 5143785"/>
              <a:gd name="connsiteX26178" fmla="*/ 2872073 w 3114960"/>
              <a:gd name="connsiteY26178" fmla="*/ 2503551 h 5143785"/>
              <a:gd name="connsiteX26179" fmla="*/ 2861882 w 3114960"/>
              <a:gd name="connsiteY26179" fmla="*/ 2503551 h 5143785"/>
              <a:gd name="connsiteX26180" fmla="*/ 2859977 w 3114960"/>
              <a:gd name="connsiteY26180" fmla="*/ 2507456 h 5143785"/>
              <a:gd name="connsiteX26181" fmla="*/ 2846546 w 3114960"/>
              <a:gd name="connsiteY26181" fmla="*/ 2507456 h 5143785"/>
              <a:gd name="connsiteX26182" fmla="*/ 2838545 w 3114960"/>
              <a:gd name="connsiteY26182" fmla="*/ 2496122 h 5143785"/>
              <a:gd name="connsiteX26183" fmla="*/ 2838545 w 3114960"/>
              <a:gd name="connsiteY26183" fmla="*/ 2476881 h 5143785"/>
              <a:gd name="connsiteX26184" fmla="*/ 2847689 w 3114960"/>
              <a:gd name="connsiteY26184" fmla="*/ 2467070 h 5143785"/>
              <a:gd name="connsiteX26185" fmla="*/ 2859024 w 3114960"/>
              <a:gd name="connsiteY26185" fmla="*/ 2467070 h 5143785"/>
              <a:gd name="connsiteX26186" fmla="*/ 2860548 w 3114960"/>
              <a:gd name="connsiteY26186" fmla="*/ 2470118 h 5143785"/>
              <a:gd name="connsiteX26187" fmla="*/ 2869121 w 3114960"/>
              <a:gd name="connsiteY26187" fmla="*/ 2470118 h 5143785"/>
              <a:gd name="connsiteX26188" fmla="*/ 2869692 w 3114960"/>
              <a:gd name="connsiteY26188" fmla="*/ 2469261 h 5143785"/>
              <a:gd name="connsiteX26189" fmla="*/ 2884932 w 3114960"/>
              <a:gd name="connsiteY26189" fmla="*/ 2482882 h 5143785"/>
              <a:gd name="connsiteX26190" fmla="*/ 2884932 w 3114960"/>
              <a:gd name="connsiteY26190" fmla="*/ 2524792 h 5143785"/>
              <a:gd name="connsiteX26191" fmla="*/ 2880360 w 3114960"/>
              <a:gd name="connsiteY26191" fmla="*/ 2524792 h 5143785"/>
              <a:gd name="connsiteX26192" fmla="*/ 2876264 w 3114960"/>
              <a:gd name="connsiteY26192" fmla="*/ 2528888 h 5143785"/>
              <a:gd name="connsiteX26193" fmla="*/ 2876264 w 3114960"/>
              <a:gd name="connsiteY26193" fmla="*/ 2532602 h 5143785"/>
              <a:gd name="connsiteX26194" fmla="*/ 2830735 w 3114960"/>
              <a:gd name="connsiteY26194" fmla="*/ 2532602 h 5143785"/>
              <a:gd name="connsiteX26195" fmla="*/ 2818829 w 3114960"/>
              <a:gd name="connsiteY26195" fmla="*/ 2513648 h 5143785"/>
              <a:gd name="connsiteX26196" fmla="*/ 2818829 w 3114960"/>
              <a:gd name="connsiteY26196" fmla="*/ 2477167 h 5143785"/>
              <a:gd name="connsiteX26197" fmla="*/ 2821877 w 3114960"/>
              <a:gd name="connsiteY26197" fmla="*/ 2476214 h 5143785"/>
              <a:gd name="connsiteX26198" fmla="*/ 2826353 w 3114960"/>
              <a:gd name="connsiteY26198" fmla="*/ 2462689 h 5143785"/>
              <a:gd name="connsiteX26199" fmla="*/ 2821305 w 3114960"/>
              <a:gd name="connsiteY26199" fmla="*/ 2458117 h 5143785"/>
              <a:gd name="connsiteX26200" fmla="*/ 2832640 w 3114960"/>
              <a:gd name="connsiteY26200" fmla="*/ 2442115 h 5143785"/>
              <a:gd name="connsiteX26201" fmla="*/ 2906078 w 3114960"/>
              <a:gd name="connsiteY26201" fmla="*/ 2442115 h 5143785"/>
              <a:gd name="connsiteX26202" fmla="*/ 2906078 w 3114960"/>
              <a:gd name="connsiteY26202" fmla="*/ 2517172 h 5143785"/>
              <a:gd name="connsiteX26203" fmla="*/ 2908459 w 3114960"/>
              <a:gd name="connsiteY26203" fmla="*/ 2519553 h 5143785"/>
              <a:gd name="connsiteX26204" fmla="*/ 2931605 w 3114960"/>
              <a:gd name="connsiteY26204" fmla="*/ 2519553 h 5143785"/>
              <a:gd name="connsiteX26205" fmla="*/ 2931605 w 3114960"/>
              <a:gd name="connsiteY26205" fmla="*/ 2522887 h 5143785"/>
              <a:gd name="connsiteX26206" fmla="*/ 2932748 w 3114960"/>
              <a:gd name="connsiteY26206" fmla="*/ 2524030 h 5143785"/>
              <a:gd name="connsiteX26207" fmla="*/ 2933986 w 3114960"/>
              <a:gd name="connsiteY26207" fmla="*/ 2512695 h 5143785"/>
              <a:gd name="connsiteX26208" fmla="*/ 2942939 w 3114960"/>
              <a:gd name="connsiteY26208" fmla="*/ 2512695 h 5143785"/>
              <a:gd name="connsiteX26209" fmla="*/ 2942939 w 3114960"/>
              <a:gd name="connsiteY26209" fmla="*/ 2521649 h 5143785"/>
              <a:gd name="connsiteX26210" fmla="*/ 2933986 w 3114960"/>
              <a:gd name="connsiteY26210" fmla="*/ 2521649 h 5143785"/>
              <a:gd name="connsiteX26211" fmla="*/ 2933986 w 3114960"/>
              <a:gd name="connsiteY26211" fmla="*/ 2512695 h 5143785"/>
              <a:gd name="connsiteX26212" fmla="*/ 2863596 w 3114960"/>
              <a:gd name="connsiteY26212" fmla="*/ 2505075 h 5143785"/>
              <a:gd name="connsiteX26213" fmla="*/ 2867025 w 3114960"/>
              <a:gd name="connsiteY26213" fmla="*/ 2503646 h 5143785"/>
              <a:gd name="connsiteX26214" fmla="*/ 2870454 w 3114960"/>
              <a:gd name="connsiteY26214" fmla="*/ 2505075 h 5143785"/>
              <a:gd name="connsiteX26215" fmla="*/ 2870454 w 3114960"/>
              <a:gd name="connsiteY26215" fmla="*/ 2511933 h 5143785"/>
              <a:gd name="connsiteX26216" fmla="*/ 2863596 w 3114960"/>
              <a:gd name="connsiteY26216" fmla="*/ 2511933 h 5143785"/>
              <a:gd name="connsiteX26217" fmla="*/ 2862167 w 3114960"/>
              <a:gd name="connsiteY26217" fmla="*/ 2508504 h 5143785"/>
              <a:gd name="connsiteX26218" fmla="*/ 2863596 w 3114960"/>
              <a:gd name="connsiteY26218" fmla="*/ 2505075 h 5143785"/>
              <a:gd name="connsiteX26219" fmla="*/ 2878646 w 3114960"/>
              <a:gd name="connsiteY26219" fmla="*/ 2528792 h 5143785"/>
              <a:gd name="connsiteX26220" fmla="*/ 2880360 w 3114960"/>
              <a:gd name="connsiteY26220" fmla="*/ 2527078 h 5143785"/>
              <a:gd name="connsiteX26221" fmla="*/ 2891885 w 3114960"/>
              <a:gd name="connsiteY26221" fmla="*/ 2527078 h 5143785"/>
              <a:gd name="connsiteX26222" fmla="*/ 2893600 w 3114960"/>
              <a:gd name="connsiteY26222" fmla="*/ 2528792 h 5143785"/>
              <a:gd name="connsiteX26223" fmla="*/ 2893600 w 3114960"/>
              <a:gd name="connsiteY26223" fmla="*/ 2540318 h 5143785"/>
              <a:gd name="connsiteX26224" fmla="*/ 2891885 w 3114960"/>
              <a:gd name="connsiteY26224" fmla="*/ 2542032 h 5143785"/>
              <a:gd name="connsiteX26225" fmla="*/ 2880360 w 3114960"/>
              <a:gd name="connsiteY26225" fmla="*/ 2542032 h 5143785"/>
              <a:gd name="connsiteX26226" fmla="*/ 2878646 w 3114960"/>
              <a:gd name="connsiteY26226" fmla="*/ 2540318 h 5143785"/>
              <a:gd name="connsiteX26227" fmla="*/ 2878646 w 3114960"/>
              <a:gd name="connsiteY26227" fmla="*/ 2528792 h 5143785"/>
              <a:gd name="connsiteX26228" fmla="*/ 2824353 w 3114960"/>
              <a:gd name="connsiteY26228" fmla="*/ 2463737 h 5143785"/>
              <a:gd name="connsiteX26229" fmla="*/ 2820924 w 3114960"/>
              <a:gd name="connsiteY26229" fmla="*/ 2474119 h 5143785"/>
              <a:gd name="connsiteX26230" fmla="*/ 2810542 w 3114960"/>
              <a:gd name="connsiteY26230" fmla="*/ 2470690 h 5143785"/>
              <a:gd name="connsiteX26231" fmla="*/ 2813971 w 3114960"/>
              <a:gd name="connsiteY26231" fmla="*/ 2460308 h 5143785"/>
              <a:gd name="connsiteX26232" fmla="*/ 2817400 w 3114960"/>
              <a:gd name="connsiteY26232" fmla="*/ 2459450 h 5143785"/>
              <a:gd name="connsiteX26233" fmla="*/ 2819591 w 3114960"/>
              <a:gd name="connsiteY26233" fmla="*/ 2459831 h 5143785"/>
              <a:gd name="connsiteX26234" fmla="*/ 2819972 w 3114960"/>
              <a:gd name="connsiteY26234" fmla="*/ 2460117 h 5143785"/>
              <a:gd name="connsiteX26235" fmla="*/ 2819972 w 3114960"/>
              <a:gd name="connsiteY26235" fmla="*/ 2460117 h 5143785"/>
              <a:gd name="connsiteX26236" fmla="*/ 2824258 w 3114960"/>
              <a:gd name="connsiteY26236" fmla="*/ 2463737 h 5143785"/>
              <a:gd name="connsiteX26237" fmla="*/ 2292572 w 3114960"/>
              <a:gd name="connsiteY26237" fmla="*/ 2812923 h 5143785"/>
              <a:gd name="connsiteX26238" fmla="*/ 2297716 w 3114960"/>
              <a:gd name="connsiteY26238" fmla="*/ 2807208 h 5143785"/>
              <a:gd name="connsiteX26239" fmla="*/ 2292763 w 3114960"/>
              <a:gd name="connsiteY26239" fmla="*/ 2802636 h 5143785"/>
              <a:gd name="connsiteX26240" fmla="*/ 2296001 w 3114960"/>
              <a:gd name="connsiteY26240" fmla="*/ 2799112 h 5143785"/>
              <a:gd name="connsiteX26241" fmla="*/ 2304383 w 3114960"/>
              <a:gd name="connsiteY26241" fmla="*/ 2806827 h 5143785"/>
              <a:gd name="connsiteX26242" fmla="*/ 2296192 w 3114960"/>
              <a:gd name="connsiteY26242" fmla="*/ 2816067 h 5143785"/>
              <a:gd name="connsiteX26243" fmla="*/ 2292668 w 3114960"/>
              <a:gd name="connsiteY26243" fmla="*/ 2812923 h 5143785"/>
              <a:gd name="connsiteX26244" fmla="*/ 2578703 w 3114960"/>
              <a:gd name="connsiteY26244" fmla="*/ 3247644 h 5143785"/>
              <a:gd name="connsiteX26245" fmla="*/ 2654999 w 3114960"/>
              <a:gd name="connsiteY26245" fmla="*/ 3176778 h 5143785"/>
              <a:gd name="connsiteX26246" fmla="*/ 2676620 w 3114960"/>
              <a:gd name="connsiteY26246" fmla="*/ 3176778 h 5143785"/>
              <a:gd name="connsiteX26247" fmla="*/ 2676620 w 3114960"/>
              <a:gd name="connsiteY26247" fmla="*/ 3180684 h 5143785"/>
              <a:gd name="connsiteX26248" fmla="*/ 2681097 w 3114960"/>
              <a:gd name="connsiteY26248" fmla="*/ 3185160 h 5143785"/>
              <a:gd name="connsiteX26249" fmla="*/ 2693765 w 3114960"/>
              <a:gd name="connsiteY26249" fmla="*/ 3185160 h 5143785"/>
              <a:gd name="connsiteX26250" fmla="*/ 2698242 w 3114960"/>
              <a:gd name="connsiteY26250" fmla="*/ 3180684 h 5143785"/>
              <a:gd name="connsiteX26251" fmla="*/ 2698242 w 3114960"/>
              <a:gd name="connsiteY26251" fmla="*/ 3168015 h 5143785"/>
              <a:gd name="connsiteX26252" fmla="*/ 2693765 w 3114960"/>
              <a:gd name="connsiteY26252" fmla="*/ 3163538 h 5143785"/>
              <a:gd name="connsiteX26253" fmla="*/ 2681097 w 3114960"/>
              <a:gd name="connsiteY26253" fmla="*/ 3163538 h 5143785"/>
              <a:gd name="connsiteX26254" fmla="*/ 2676620 w 3114960"/>
              <a:gd name="connsiteY26254" fmla="*/ 3168015 h 5143785"/>
              <a:gd name="connsiteX26255" fmla="*/ 2676620 w 3114960"/>
              <a:gd name="connsiteY26255" fmla="*/ 3174111 h 5143785"/>
              <a:gd name="connsiteX26256" fmla="*/ 2676620 w 3114960"/>
              <a:gd name="connsiteY26256" fmla="*/ 3171920 h 5143785"/>
              <a:gd name="connsiteX26257" fmla="*/ 2653189 w 3114960"/>
              <a:gd name="connsiteY26257" fmla="*/ 3171920 h 5143785"/>
              <a:gd name="connsiteX26258" fmla="*/ 2576894 w 3114960"/>
              <a:gd name="connsiteY26258" fmla="*/ 3242786 h 5143785"/>
              <a:gd name="connsiteX26259" fmla="*/ 2534984 w 3114960"/>
              <a:gd name="connsiteY26259" fmla="*/ 3242977 h 5143785"/>
              <a:gd name="connsiteX26260" fmla="*/ 2512505 w 3114960"/>
              <a:gd name="connsiteY26260" fmla="*/ 3225451 h 5143785"/>
              <a:gd name="connsiteX26261" fmla="*/ 2441924 w 3114960"/>
              <a:gd name="connsiteY26261" fmla="*/ 3225451 h 5143785"/>
              <a:gd name="connsiteX26262" fmla="*/ 2437352 w 3114960"/>
              <a:gd name="connsiteY26262" fmla="*/ 3219069 h 5143785"/>
              <a:gd name="connsiteX26263" fmla="*/ 2429351 w 3114960"/>
              <a:gd name="connsiteY26263" fmla="*/ 3217640 h 5143785"/>
              <a:gd name="connsiteX26264" fmla="*/ 2422684 w 3114960"/>
              <a:gd name="connsiteY26264" fmla="*/ 3222308 h 5143785"/>
              <a:gd name="connsiteX26265" fmla="*/ 2421255 w 3114960"/>
              <a:gd name="connsiteY26265" fmla="*/ 3230309 h 5143785"/>
              <a:gd name="connsiteX26266" fmla="*/ 2431637 w 3114960"/>
              <a:gd name="connsiteY26266" fmla="*/ 3238595 h 5143785"/>
              <a:gd name="connsiteX26267" fmla="*/ 2433923 w 3114960"/>
              <a:gd name="connsiteY26267" fmla="*/ 3238310 h 5143785"/>
              <a:gd name="connsiteX26268" fmla="*/ 2441924 w 3114960"/>
              <a:gd name="connsiteY26268" fmla="*/ 3230213 h 5143785"/>
              <a:gd name="connsiteX26269" fmla="*/ 2510790 w 3114960"/>
              <a:gd name="connsiteY26269" fmla="*/ 3230213 h 5143785"/>
              <a:gd name="connsiteX26270" fmla="*/ 2533269 w 3114960"/>
              <a:gd name="connsiteY26270" fmla="*/ 3247644 h 5143785"/>
              <a:gd name="connsiteX26271" fmla="*/ 2578703 w 3114960"/>
              <a:gd name="connsiteY26271" fmla="*/ 3247359 h 5143785"/>
              <a:gd name="connsiteX26272" fmla="*/ 2432876 w 3114960"/>
              <a:gd name="connsiteY26272" fmla="*/ 3233928 h 5143785"/>
              <a:gd name="connsiteX26273" fmla="*/ 2425827 w 3114960"/>
              <a:gd name="connsiteY26273" fmla="*/ 3229451 h 5143785"/>
              <a:gd name="connsiteX26274" fmla="*/ 2426589 w 3114960"/>
              <a:gd name="connsiteY26274" fmla="*/ 3225070 h 5143785"/>
              <a:gd name="connsiteX26275" fmla="*/ 2430304 w 3114960"/>
              <a:gd name="connsiteY26275" fmla="*/ 3222498 h 5143785"/>
              <a:gd name="connsiteX26276" fmla="*/ 2431637 w 3114960"/>
              <a:gd name="connsiteY26276" fmla="*/ 3222308 h 5143785"/>
              <a:gd name="connsiteX26277" fmla="*/ 2434781 w 3114960"/>
              <a:gd name="connsiteY26277" fmla="*/ 3223260 h 5143785"/>
              <a:gd name="connsiteX26278" fmla="*/ 2437352 w 3114960"/>
              <a:gd name="connsiteY26278" fmla="*/ 3226880 h 5143785"/>
              <a:gd name="connsiteX26279" fmla="*/ 2432876 w 3114960"/>
              <a:gd name="connsiteY26279" fmla="*/ 3233928 h 5143785"/>
              <a:gd name="connsiteX26280" fmla="*/ 2267903 w 3114960"/>
              <a:gd name="connsiteY26280" fmla="*/ 2773394 h 5143785"/>
              <a:gd name="connsiteX26281" fmla="*/ 2281904 w 3114960"/>
              <a:gd name="connsiteY26281" fmla="*/ 2786253 h 5143785"/>
              <a:gd name="connsiteX26282" fmla="*/ 2278666 w 3114960"/>
              <a:gd name="connsiteY26282" fmla="*/ 2789777 h 5143785"/>
              <a:gd name="connsiteX26283" fmla="*/ 2264664 w 3114960"/>
              <a:gd name="connsiteY26283" fmla="*/ 2776919 h 5143785"/>
              <a:gd name="connsiteX26284" fmla="*/ 2267903 w 3114960"/>
              <a:gd name="connsiteY26284" fmla="*/ 2773394 h 5143785"/>
              <a:gd name="connsiteX26285" fmla="*/ 2801303 w 3114960"/>
              <a:gd name="connsiteY26285" fmla="*/ 2297811 h 5143785"/>
              <a:gd name="connsiteX26286" fmla="*/ 2808446 w 3114960"/>
              <a:gd name="connsiteY26286" fmla="*/ 2297811 h 5143785"/>
              <a:gd name="connsiteX26287" fmla="*/ 2808446 w 3114960"/>
              <a:gd name="connsiteY26287" fmla="*/ 2306193 h 5143785"/>
              <a:gd name="connsiteX26288" fmla="*/ 2801303 w 3114960"/>
              <a:gd name="connsiteY26288" fmla="*/ 2306193 h 5143785"/>
              <a:gd name="connsiteX26289" fmla="*/ 2801303 w 3114960"/>
              <a:gd name="connsiteY26289" fmla="*/ 2297811 h 5143785"/>
              <a:gd name="connsiteX26290" fmla="*/ 2861501 w 3114960"/>
              <a:gd name="connsiteY26290" fmla="*/ 2409063 h 5143785"/>
              <a:gd name="connsiteX26291" fmla="*/ 2849594 w 3114960"/>
              <a:gd name="connsiteY26291" fmla="*/ 2421350 h 5143785"/>
              <a:gd name="connsiteX26292" fmla="*/ 2796635 w 3114960"/>
              <a:gd name="connsiteY26292" fmla="*/ 2421350 h 5143785"/>
              <a:gd name="connsiteX26293" fmla="*/ 2790159 w 3114960"/>
              <a:gd name="connsiteY26293" fmla="*/ 2415826 h 5143785"/>
              <a:gd name="connsiteX26294" fmla="*/ 2783491 w 3114960"/>
              <a:gd name="connsiteY26294" fmla="*/ 2422493 h 5143785"/>
              <a:gd name="connsiteX26295" fmla="*/ 2790159 w 3114960"/>
              <a:gd name="connsiteY26295" fmla="*/ 2429161 h 5143785"/>
              <a:gd name="connsiteX26296" fmla="*/ 2796635 w 3114960"/>
              <a:gd name="connsiteY26296" fmla="*/ 2423636 h 5143785"/>
              <a:gd name="connsiteX26297" fmla="*/ 2850642 w 3114960"/>
              <a:gd name="connsiteY26297" fmla="*/ 2423636 h 5143785"/>
              <a:gd name="connsiteX26298" fmla="*/ 2862548 w 3114960"/>
              <a:gd name="connsiteY26298" fmla="*/ 2411349 h 5143785"/>
              <a:gd name="connsiteX26299" fmla="*/ 2906840 w 3114960"/>
              <a:gd name="connsiteY26299" fmla="*/ 2411349 h 5143785"/>
              <a:gd name="connsiteX26300" fmla="*/ 2937129 w 3114960"/>
              <a:gd name="connsiteY26300" fmla="*/ 2441448 h 5143785"/>
              <a:gd name="connsiteX26301" fmla="*/ 2937129 w 3114960"/>
              <a:gd name="connsiteY26301" fmla="*/ 2484406 h 5143785"/>
              <a:gd name="connsiteX26302" fmla="*/ 2931605 w 3114960"/>
              <a:gd name="connsiteY26302" fmla="*/ 2490883 h 5143785"/>
              <a:gd name="connsiteX26303" fmla="*/ 2938272 w 3114960"/>
              <a:gd name="connsiteY26303" fmla="*/ 2497550 h 5143785"/>
              <a:gd name="connsiteX26304" fmla="*/ 2944940 w 3114960"/>
              <a:gd name="connsiteY26304" fmla="*/ 2490883 h 5143785"/>
              <a:gd name="connsiteX26305" fmla="*/ 2939415 w 3114960"/>
              <a:gd name="connsiteY26305" fmla="*/ 2484406 h 5143785"/>
              <a:gd name="connsiteX26306" fmla="*/ 2939415 w 3114960"/>
              <a:gd name="connsiteY26306" fmla="*/ 2440400 h 5143785"/>
              <a:gd name="connsiteX26307" fmla="*/ 2907697 w 3114960"/>
              <a:gd name="connsiteY26307" fmla="*/ 2408873 h 5143785"/>
              <a:gd name="connsiteX26308" fmla="*/ 2861405 w 3114960"/>
              <a:gd name="connsiteY26308" fmla="*/ 2408873 h 5143785"/>
              <a:gd name="connsiteX26309" fmla="*/ 2790159 w 3114960"/>
              <a:gd name="connsiteY26309" fmla="*/ 2426875 h 5143785"/>
              <a:gd name="connsiteX26310" fmla="*/ 2785872 w 3114960"/>
              <a:gd name="connsiteY26310" fmla="*/ 2422589 h 5143785"/>
              <a:gd name="connsiteX26311" fmla="*/ 2790159 w 3114960"/>
              <a:gd name="connsiteY26311" fmla="*/ 2418302 h 5143785"/>
              <a:gd name="connsiteX26312" fmla="*/ 2794445 w 3114960"/>
              <a:gd name="connsiteY26312" fmla="*/ 2422589 h 5143785"/>
              <a:gd name="connsiteX26313" fmla="*/ 2790159 w 3114960"/>
              <a:gd name="connsiteY26313" fmla="*/ 2426875 h 5143785"/>
              <a:gd name="connsiteX26314" fmla="*/ 2942654 w 3114960"/>
              <a:gd name="connsiteY26314" fmla="*/ 2490978 h 5143785"/>
              <a:gd name="connsiteX26315" fmla="*/ 2938367 w 3114960"/>
              <a:gd name="connsiteY26315" fmla="*/ 2495264 h 5143785"/>
              <a:gd name="connsiteX26316" fmla="*/ 2934081 w 3114960"/>
              <a:gd name="connsiteY26316" fmla="*/ 2490978 h 5143785"/>
              <a:gd name="connsiteX26317" fmla="*/ 2938367 w 3114960"/>
              <a:gd name="connsiteY26317" fmla="*/ 2486692 h 5143785"/>
              <a:gd name="connsiteX26318" fmla="*/ 2942654 w 3114960"/>
              <a:gd name="connsiteY26318" fmla="*/ 2490978 h 5143785"/>
              <a:gd name="connsiteX26319" fmla="*/ 2681097 w 3114960"/>
              <a:gd name="connsiteY26319" fmla="*/ 3236214 h 5143785"/>
              <a:gd name="connsiteX26320" fmla="*/ 2693765 w 3114960"/>
              <a:gd name="connsiteY26320" fmla="*/ 3236214 h 5143785"/>
              <a:gd name="connsiteX26321" fmla="*/ 2700623 w 3114960"/>
              <a:gd name="connsiteY26321" fmla="*/ 3229356 h 5143785"/>
              <a:gd name="connsiteX26322" fmla="*/ 2700623 w 3114960"/>
              <a:gd name="connsiteY26322" fmla="*/ 3216688 h 5143785"/>
              <a:gd name="connsiteX26323" fmla="*/ 2693765 w 3114960"/>
              <a:gd name="connsiteY26323" fmla="*/ 3209830 h 5143785"/>
              <a:gd name="connsiteX26324" fmla="*/ 2681097 w 3114960"/>
              <a:gd name="connsiteY26324" fmla="*/ 3209830 h 5143785"/>
              <a:gd name="connsiteX26325" fmla="*/ 2674239 w 3114960"/>
              <a:gd name="connsiteY26325" fmla="*/ 3216688 h 5143785"/>
              <a:gd name="connsiteX26326" fmla="*/ 2674239 w 3114960"/>
              <a:gd name="connsiteY26326" fmla="*/ 3222022 h 5143785"/>
              <a:gd name="connsiteX26327" fmla="*/ 2653189 w 3114960"/>
              <a:gd name="connsiteY26327" fmla="*/ 3222022 h 5143785"/>
              <a:gd name="connsiteX26328" fmla="*/ 2576894 w 3114960"/>
              <a:gd name="connsiteY26328" fmla="*/ 3292983 h 5143785"/>
              <a:gd name="connsiteX26329" fmla="*/ 2552700 w 3114960"/>
              <a:gd name="connsiteY26329" fmla="*/ 3292983 h 5143785"/>
              <a:gd name="connsiteX26330" fmla="*/ 2548033 w 3114960"/>
              <a:gd name="connsiteY26330" fmla="*/ 3286411 h 5143785"/>
              <a:gd name="connsiteX26331" fmla="*/ 2540032 w 3114960"/>
              <a:gd name="connsiteY26331" fmla="*/ 3284982 h 5143785"/>
              <a:gd name="connsiteX26332" fmla="*/ 2531936 w 3114960"/>
              <a:gd name="connsiteY26332" fmla="*/ 3297650 h 5143785"/>
              <a:gd name="connsiteX26333" fmla="*/ 2542318 w 3114960"/>
              <a:gd name="connsiteY26333" fmla="*/ 3305937 h 5143785"/>
              <a:gd name="connsiteX26334" fmla="*/ 2544604 w 3114960"/>
              <a:gd name="connsiteY26334" fmla="*/ 3305651 h 5143785"/>
              <a:gd name="connsiteX26335" fmla="*/ 2552510 w 3114960"/>
              <a:gd name="connsiteY26335" fmla="*/ 3297650 h 5143785"/>
              <a:gd name="connsiteX26336" fmla="*/ 2578608 w 3114960"/>
              <a:gd name="connsiteY26336" fmla="*/ 3297650 h 5143785"/>
              <a:gd name="connsiteX26337" fmla="*/ 2654903 w 3114960"/>
              <a:gd name="connsiteY26337" fmla="*/ 3226784 h 5143785"/>
              <a:gd name="connsiteX26338" fmla="*/ 2674144 w 3114960"/>
              <a:gd name="connsiteY26338" fmla="*/ 3226784 h 5143785"/>
              <a:gd name="connsiteX26339" fmla="*/ 2674144 w 3114960"/>
              <a:gd name="connsiteY26339" fmla="*/ 3229261 h 5143785"/>
              <a:gd name="connsiteX26340" fmla="*/ 2681002 w 3114960"/>
              <a:gd name="connsiteY26340" fmla="*/ 3236119 h 5143785"/>
              <a:gd name="connsiteX26341" fmla="*/ 2679002 w 3114960"/>
              <a:gd name="connsiteY26341" fmla="*/ 3216688 h 5143785"/>
              <a:gd name="connsiteX26342" fmla="*/ 2681097 w 3114960"/>
              <a:gd name="connsiteY26342" fmla="*/ 3214592 h 5143785"/>
              <a:gd name="connsiteX26343" fmla="*/ 2693765 w 3114960"/>
              <a:gd name="connsiteY26343" fmla="*/ 3214592 h 5143785"/>
              <a:gd name="connsiteX26344" fmla="*/ 2695861 w 3114960"/>
              <a:gd name="connsiteY26344" fmla="*/ 3216688 h 5143785"/>
              <a:gd name="connsiteX26345" fmla="*/ 2695861 w 3114960"/>
              <a:gd name="connsiteY26345" fmla="*/ 3229356 h 5143785"/>
              <a:gd name="connsiteX26346" fmla="*/ 2693765 w 3114960"/>
              <a:gd name="connsiteY26346" fmla="*/ 3231452 h 5143785"/>
              <a:gd name="connsiteX26347" fmla="*/ 2681097 w 3114960"/>
              <a:gd name="connsiteY26347" fmla="*/ 3231452 h 5143785"/>
              <a:gd name="connsiteX26348" fmla="*/ 2679002 w 3114960"/>
              <a:gd name="connsiteY26348" fmla="*/ 3229356 h 5143785"/>
              <a:gd name="connsiteX26349" fmla="*/ 2679002 w 3114960"/>
              <a:gd name="connsiteY26349" fmla="*/ 3216688 h 5143785"/>
              <a:gd name="connsiteX26350" fmla="*/ 2543651 w 3114960"/>
              <a:gd name="connsiteY26350" fmla="*/ 3301079 h 5143785"/>
              <a:gd name="connsiteX26351" fmla="*/ 2536698 w 3114960"/>
              <a:gd name="connsiteY26351" fmla="*/ 3296603 h 5143785"/>
              <a:gd name="connsiteX26352" fmla="*/ 2541175 w 3114960"/>
              <a:gd name="connsiteY26352" fmla="*/ 3289554 h 5143785"/>
              <a:gd name="connsiteX26353" fmla="*/ 2542509 w 3114960"/>
              <a:gd name="connsiteY26353" fmla="*/ 3289363 h 5143785"/>
              <a:gd name="connsiteX26354" fmla="*/ 2545652 w 3114960"/>
              <a:gd name="connsiteY26354" fmla="*/ 3290316 h 5143785"/>
              <a:gd name="connsiteX26355" fmla="*/ 2548223 w 3114960"/>
              <a:gd name="connsiteY26355" fmla="*/ 3294031 h 5143785"/>
              <a:gd name="connsiteX26356" fmla="*/ 2543747 w 3114960"/>
              <a:gd name="connsiteY26356" fmla="*/ 3300984 h 5143785"/>
              <a:gd name="connsiteX26357" fmla="*/ 2291810 w 3114960"/>
              <a:gd name="connsiteY26357" fmla="*/ 2515743 h 5143785"/>
              <a:gd name="connsiteX26358" fmla="*/ 2279047 w 3114960"/>
              <a:gd name="connsiteY26358" fmla="*/ 2503646 h 5143785"/>
              <a:gd name="connsiteX26359" fmla="*/ 2282285 w 3114960"/>
              <a:gd name="connsiteY26359" fmla="*/ 2500217 h 5143785"/>
              <a:gd name="connsiteX26360" fmla="*/ 2295049 w 3114960"/>
              <a:gd name="connsiteY26360" fmla="*/ 2512314 h 5143785"/>
              <a:gd name="connsiteX26361" fmla="*/ 2291810 w 3114960"/>
              <a:gd name="connsiteY26361" fmla="*/ 2515743 h 5143785"/>
              <a:gd name="connsiteX26362" fmla="*/ 1557528 w 3114960"/>
              <a:gd name="connsiteY26362" fmla="*/ 1726025 h 5143785"/>
              <a:gd name="connsiteX26363" fmla="*/ 1657160 w 3114960"/>
              <a:gd name="connsiteY26363" fmla="*/ 1726025 h 5143785"/>
              <a:gd name="connsiteX26364" fmla="*/ 1680496 w 3114960"/>
              <a:gd name="connsiteY26364" fmla="*/ 1700879 h 5143785"/>
              <a:gd name="connsiteX26365" fmla="*/ 1682877 w 3114960"/>
              <a:gd name="connsiteY26365" fmla="*/ 1701451 h 5143785"/>
              <a:gd name="connsiteX26366" fmla="*/ 1684115 w 3114960"/>
              <a:gd name="connsiteY26366" fmla="*/ 1701260 h 5143785"/>
              <a:gd name="connsiteX26367" fmla="*/ 1687640 w 3114960"/>
              <a:gd name="connsiteY26367" fmla="*/ 1698689 h 5143785"/>
              <a:gd name="connsiteX26368" fmla="*/ 1688402 w 3114960"/>
              <a:gd name="connsiteY26368" fmla="*/ 1694402 h 5143785"/>
              <a:gd name="connsiteX26369" fmla="*/ 1681544 w 3114960"/>
              <a:gd name="connsiteY26369" fmla="*/ 1690116 h 5143785"/>
              <a:gd name="connsiteX26370" fmla="*/ 1677257 w 3114960"/>
              <a:gd name="connsiteY26370" fmla="*/ 1696974 h 5143785"/>
              <a:gd name="connsiteX26371" fmla="*/ 1677257 w 3114960"/>
              <a:gd name="connsiteY26371" fmla="*/ 1697165 h 5143785"/>
              <a:gd name="connsiteX26372" fmla="*/ 1654969 w 3114960"/>
              <a:gd name="connsiteY26372" fmla="*/ 1721168 h 5143785"/>
              <a:gd name="connsiteX26373" fmla="*/ 1555432 w 3114960"/>
              <a:gd name="connsiteY26373" fmla="*/ 1721168 h 5143785"/>
              <a:gd name="connsiteX26374" fmla="*/ 1525810 w 3114960"/>
              <a:gd name="connsiteY26374" fmla="*/ 1750505 h 5143785"/>
              <a:gd name="connsiteX26375" fmla="*/ 1525810 w 3114960"/>
              <a:gd name="connsiteY26375" fmla="*/ 1793557 h 5143785"/>
              <a:gd name="connsiteX26376" fmla="*/ 1521047 w 3114960"/>
              <a:gd name="connsiteY26376" fmla="*/ 1800225 h 5143785"/>
              <a:gd name="connsiteX26377" fmla="*/ 1528191 w 3114960"/>
              <a:gd name="connsiteY26377" fmla="*/ 1807369 h 5143785"/>
              <a:gd name="connsiteX26378" fmla="*/ 1535335 w 3114960"/>
              <a:gd name="connsiteY26378" fmla="*/ 1800225 h 5143785"/>
              <a:gd name="connsiteX26379" fmla="*/ 1530572 w 3114960"/>
              <a:gd name="connsiteY26379" fmla="*/ 1793557 h 5143785"/>
              <a:gd name="connsiteX26380" fmla="*/ 1530572 w 3114960"/>
              <a:gd name="connsiteY26380" fmla="*/ 1752410 h 5143785"/>
              <a:gd name="connsiteX26381" fmla="*/ 1557338 w 3114960"/>
              <a:gd name="connsiteY26381" fmla="*/ 1725835 h 5143785"/>
              <a:gd name="connsiteX26382" fmla="*/ 1682210 w 3114960"/>
              <a:gd name="connsiteY26382" fmla="*/ 1692593 h 5143785"/>
              <a:gd name="connsiteX26383" fmla="*/ 1682972 w 3114960"/>
              <a:gd name="connsiteY26383" fmla="*/ 1692593 h 5143785"/>
              <a:gd name="connsiteX26384" fmla="*/ 1686211 w 3114960"/>
              <a:gd name="connsiteY26384" fmla="*/ 1695164 h 5143785"/>
              <a:gd name="connsiteX26385" fmla="*/ 1685830 w 3114960"/>
              <a:gd name="connsiteY26385" fmla="*/ 1697641 h 5143785"/>
              <a:gd name="connsiteX26386" fmla="*/ 1683734 w 3114960"/>
              <a:gd name="connsiteY26386" fmla="*/ 1699070 h 5143785"/>
              <a:gd name="connsiteX26387" fmla="*/ 1681258 w 3114960"/>
              <a:gd name="connsiteY26387" fmla="*/ 1698689 h 5143785"/>
              <a:gd name="connsiteX26388" fmla="*/ 1679829 w 3114960"/>
              <a:gd name="connsiteY26388" fmla="*/ 1696593 h 5143785"/>
              <a:gd name="connsiteX26389" fmla="*/ 1682306 w 3114960"/>
              <a:gd name="connsiteY26389" fmla="*/ 1692593 h 5143785"/>
              <a:gd name="connsiteX26390" fmla="*/ 1533144 w 3114960"/>
              <a:gd name="connsiteY26390" fmla="*/ 1800416 h 5143785"/>
              <a:gd name="connsiteX26391" fmla="*/ 1528382 w 3114960"/>
              <a:gd name="connsiteY26391" fmla="*/ 1805178 h 5143785"/>
              <a:gd name="connsiteX26392" fmla="*/ 1523619 w 3114960"/>
              <a:gd name="connsiteY26392" fmla="*/ 1800416 h 5143785"/>
              <a:gd name="connsiteX26393" fmla="*/ 1528286 w 3114960"/>
              <a:gd name="connsiteY26393" fmla="*/ 1795653 h 5143785"/>
              <a:gd name="connsiteX26394" fmla="*/ 1528382 w 3114960"/>
              <a:gd name="connsiteY26394" fmla="*/ 1795653 h 5143785"/>
              <a:gd name="connsiteX26395" fmla="*/ 1533049 w 3114960"/>
              <a:gd name="connsiteY26395" fmla="*/ 1800416 h 5143785"/>
              <a:gd name="connsiteX26396" fmla="*/ 468725 w 3114960"/>
              <a:gd name="connsiteY26396" fmla="*/ 772573 h 5143785"/>
              <a:gd name="connsiteX26397" fmla="*/ 457010 w 3114960"/>
              <a:gd name="connsiteY26397" fmla="*/ 783050 h 5143785"/>
              <a:gd name="connsiteX26398" fmla="*/ 364046 w 3114960"/>
              <a:gd name="connsiteY26398" fmla="*/ 783050 h 5143785"/>
              <a:gd name="connsiteX26399" fmla="*/ 362522 w 3114960"/>
              <a:gd name="connsiteY26399" fmla="*/ 783622 h 5143785"/>
              <a:gd name="connsiteX26400" fmla="*/ 319564 w 3114960"/>
              <a:gd name="connsiteY26400" fmla="*/ 819626 h 5143785"/>
              <a:gd name="connsiteX26401" fmla="*/ 207264 w 3114960"/>
              <a:gd name="connsiteY26401" fmla="*/ 819626 h 5143785"/>
              <a:gd name="connsiteX26402" fmla="*/ 181166 w 3114960"/>
              <a:gd name="connsiteY26402" fmla="*/ 837724 h 5143785"/>
              <a:gd name="connsiteX26403" fmla="*/ 15621 w 3114960"/>
              <a:gd name="connsiteY26403" fmla="*/ 837724 h 5143785"/>
              <a:gd name="connsiteX26404" fmla="*/ 95 w 3114960"/>
              <a:gd name="connsiteY26404" fmla="*/ 856488 h 5143785"/>
              <a:gd name="connsiteX26405" fmla="*/ 95 w 3114960"/>
              <a:gd name="connsiteY26405" fmla="*/ 863918 h 5143785"/>
              <a:gd name="connsiteX26406" fmla="*/ 17907 w 3114960"/>
              <a:gd name="connsiteY26406" fmla="*/ 842486 h 5143785"/>
              <a:gd name="connsiteX26407" fmla="*/ 182690 w 3114960"/>
              <a:gd name="connsiteY26407" fmla="*/ 842486 h 5143785"/>
              <a:gd name="connsiteX26408" fmla="*/ 208788 w 3114960"/>
              <a:gd name="connsiteY26408" fmla="*/ 824389 h 5143785"/>
              <a:gd name="connsiteX26409" fmla="*/ 320516 w 3114960"/>
              <a:gd name="connsiteY26409" fmla="*/ 824389 h 5143785"/>
              <a:gd name="connsiteX26410" fmla="*/ 350234 w 3114960"/>
              <a:gd name="connsiteY26410" fmla="*/ 842201 h 5143785"/>
              <a:gd name="connsiteX26411" fmla="*/ 351473 w 3114960"/>
              <a:gd name="connsiteY26411" fmla="*/ 842582 h 5143785"/>
              <a:gd name="connsiteX26412" fmla="*/ 398050 w 3114960"/>
              <a:gd name="connsiteY26412" fmla="*/ 842582 h 5143785"/>
              <a:gd name="connsiteX26413" fmla="*/ 408432 w 3114960"/>
              <a:gd name="connsiteY26413" fmla="*/ 851630 h 5143785"/>
              <a:gd name="connsiteX26414" fmla="*/ 410242 w 3114960"/>
              <a:gd name="connsiteY26414" fmla="*/ 851726 h 5143785"/>
              <a:gd name="connsiteX26415" fmla="*/ 422815 w 3114960"/>
              <a:gd name="connsiteY26415" fmla="*/ 840867 h 5143785"/>
              <a:gd name="connsiteX26416" fmla="*/ 412052 w 3114960"/>
              <a:gd name="connsiteY26416" fmla="*/ 826484 h 5143785"/>
              <a:gd name="connsiteX26417" fmla="*/ 397669 w 3114960"/>
              <a:gd name="connsiteY26417" fmla="*/ 837248 h 5143785"/>
              <a:gd name="connsiteX26418" fmla="*/ 397669 w 3114960"/>
              <a:gd name="connsiteY26418" fmla="*/ 837724 h 5143785"/>
              <a:gd name="connsiteX26419" fmla="*/ 352139 w 3114960"/>
              <a:gd name="connsiteY26419" fmla="*/ 837724 h 5143785"/>
              <a:gd name="connsiteX26420" fmla="*/ 324898 w 3114960"/>
              <a:gd name="connsiteY26420" fmla="*/ 821341 h 5143785"/>
              <a:gd name="connsiteX26421" fmla="*/ 364903 w 3114960"/>
              <a:gd name="connsiteY26421" fmla="*/ 787813 h 5143785"/>
              <a:gd name="connsiteX26422" fmla="*/ 457390 w 3114960"/>
              <a:gd name="connsiteY26422" fmla="*/ 787813 h 5143785"/>
              <a:gd name="connsiteX26423" fmla="*/ 468725 w 3114960"/>
              <a:gd name="connsiteY26423" fmla="*/ 796576 h 5143785"/>
              <a:gd name="connsiteX26424" fmla="*/ 480727 w 3114960"/>
              <a:gd name="connsiteY26424" fmla="*/ 784574 h 5143785"/>
              <a:gd name="connsiteX26425" fmla="*/ 468725 w 3114960"/>
              <a:gd name="connsiteY26425" fmla="*/ 772573 h 5143785"/>
              <a:gd name="connsiteX26426" fmla="*/ 411385 w 3114960"/>
              <a:gd name="connsiteY26426" fmla="*/ 831152 h 5143785"/>
              <a:gd name="connsiteX26427" fmla="*/ 418052 w 3114960"/>
              <a:gd name="connsiteY26427" fmla="*/ 840105 h 5143785"/>
              <a:gd name="connsiteX26428" fmla="*/ 409099 w 3114960"/>
              <a:gd name="connsiteY26428" fmla="*/ 846773 h 5143785"/>
              <a:gd name="connsiteX26429" fmla="*/ 402431 w 3114960"/>
              <a:gd name="connsiteY26429" fmla="*/ 837819 h 5143785"/>
              <a:gd name="connsiteX26430" fmla="*/ 411385 w 3114960"/>
              <a:gd name="connsiteY26430" fmla="*/ 831152 h 5143785"/>
              <a:gd name="connsiteX26431" fmla="*/ 468725 w 3114960"/>
              <a:gd name="connsiteY26431" fmla="*/ 791813 h 5143785"/>
              <a:gd name="connsiteX26432" fmla="*/ 461486 w 3114960"/>
              <a:gd name="connsiteY26432" fmla="*/ 784574 h 5143785"/>
              <a:gd name="connsiteX26433" fmla="*/ 468725 w 3114960"/>
              <a:gd name="connsiteY26433" fmla="*/ 777335 h 5143785"/>
              <a:gd name="connsiteX26434" fmla="*/ 475964 w 3114960"/>
              <a:gd name="connsiteY26434" fmla="*/ 784574 h 5143785"/>
              <a:gd name="connsiteX26435" fmla="*/ 468725 w 3114960"/>
              <a:gd name="connsiteY26435" fmla="*/ 791813 h 5143785"/>
              <a:gd name="connsiteX26436" fmla="*/ 758571 w 3114960"/>
              <a:gd name="connsiteY26436" fmla="*/ 3008186 h 5143785"/>
              <a:gd name="connsiteX26437" fmla="*/ 775240 w 3114960"/>
              <a:gd name="connsiteY26437" fmla="*/ 3022759 h 5143785"/>
              <a:gd name="connsiteX26438" fmla="*/ 772097 w 3114960"/>
              <a:gd name="connsiteY26438" fmla="*/ 3026378 h 5143785"/>
              <a:gd name="connsiteX26439" fmla="*/ 755428 w 3114960"/>
              <a:gd name="connsiteY26439" fmla="*/ 3011805 h 5143785"/>
              <a:gd name="connsiteX26440" fmla="*/ 758571 w 3114960"/>
              <a:gd name="connsiteY26440" fmla="*/ 3008186 h 5143785"/>
              <a:gd name="connsiteX26441" fmla="*/ 784479 w 3114960"/>
              <a:gd name="connsiteY26441" fmla="*/ 2992755 h 5143785"/>
              <a:gd name="connsiteX26442" fmla="*/ 787051 w 3114960"/>
              <a:gd name="connsiteY26442" fmla="*/ 2992374 h 5143785"/>
              <a:gd name="connsiteX26443" fmla="*/ 792956 w 3114960"/>
              <a:gd name="connsiteY26443" fmla="*/ 2987802 h 5143785"/>
              <a:gd name="connsiteX26444" fmla="*/ 793909 w 3114960"/>
              <a:gd name="connsiteY26444" fmla="*/ 2980373 h 5143785"/>
              <a:gd name="connsiteX26445" fmla="*/ 793909 w 3114960"/>
              <a:gd name="connsiteY26445" fmla="*/ 2980373 h 5143785"/>
              <a:gd name="connsiteX26446" fmla="*/ 793242 w 3114960"/>
              <a:gd name="connsiteY26446" fmla="*/ 2979039 h 5143785"/>
              <a:gd name="connsiteX26447" fmla="*/ 817721 w 3114960"/>
              <a:gd name="connsiteY26447" fmla="*/ 2962561 h 5143785"/>
              <a:gd name="connsiteX26448" fmla="*/ 947357 w 3114960"/>
              <a:gd name="connsiteY26448" fmla="*/ 2962561 h 5143785"/>
              <a:gd name="connsiteX26449" fmla="*/ 947357 w 3114960"/>
              <a:gd name="connsiteY26449" fmla="*/ 2962847 h 5143785"/>
              <a:gd name="connsiteX26450" fmla="*/ 951929 w 3114960"/>
              <a:gd name="connsiteY26450" fmla="*/ 2968752 h 5143785"/>
              <a:gd name="connsiteX26451" fmla="*/ 956691 w 3114960"/>
              <a:gd name="connsiteY26451" fmla="*/ 2969990 h 5143785"/>
              <a:gd name="connsiteX26452" fmla="*/ 959358 w 3114960"/>
              <a:gd name="connsiteY26452" fmla="*/ 2969609 h 5143785"/>
              <a:gd name="connsiteX26453" fmla="*/ 965264 w 3114960"/>
              <a:gd name="connsiteY26453" fmla="*/ 2965037 h 5143785"/>
              <a:gd name="connsiteX26454" fmla="*/ 966216 w 3114960"/>
              <a:gd name="connsiteY26454" fmla="*/ 2957608 h 5143785"/>
              <a:gd name="connsiteX26455" fmla="*/ 961644 w 3114960"/>
              <a:gd name="connsiteY26455" fmla="*/ 2951702 h 5143785"/>
              <a:gd name="connsiteX26456" fmla="*/ 954215 w 3114960"/>
              <a:gd name="connsiteY26456" fmla="*/ 2950845 h 5143785"/>
              <a:gd name="connsiteX26457" fmla="*/ 948309 w 3114960"/>
              <a:gd name="connsiteY26457" fmla="*/ 2955417 h 5143785"/>
              <a:gd name="connsiteX26458" fmla="*/ 947547 w 3114960"/>
              <a:gd name="connsiteY26458" fmla="*/ 2957798 h 5143785"/>
              <a:gd name="connsiteX26459" fmla="*/ 816293 w 3114960"/>
              <a:gd name="connsiteY26459" fmla="*/ 2957798 h 5143785"/>
              <a:gd name="connsiteX26460" fmla="*/ 790289 w 3114960"/>
              <a:gd name="connsiteY26460" fmla="*/ 2975229 h 5143785"/>
              <a:gd name="connsiteX26461" fmla="*/ 781907 w 3114960"/>
              <a:gd name="connsiteY26461" fmla="*/ 2973515 h 5143785"/>
              <a:gd name="connsiteX26462" fmla="*/ 775145 w 3114960"/>
              <a:gd name="connsiteY26462" fmla="*/ 2985516 h 5143785"/>
              <a:gd name="connsiteX26463" fmla="*/ 784574 w 3114960"/>
              <a:gd name="connsiteY26463" fmla="*/ 2992660 h 5143785"/>
              <a:gd name="connsiteX26464" fmla="*/ 952500 w 3114960"/>
              <a:gd name="connsiteY26464" fmla="*/ 2957798 h 5143785"/>
              <a:gd name="connsiteX26465" fmla="*/ 955548 w 3114960"/>
              <a:gd name="connsiteY26465" fmla="*/ 2955417 h 5143785"/>
              <a:gd name="connsiteX26466" fmla="*/ 956882 w 3114960"/>
              <a:gd name="connsiteY26466" fmla="*/ 2955227 h 5143785"/>
              <a:gd name="connsiteX26467" fmla="*/ 959358 w 3114960"/>
              <a:gd name="connsiteY26467" fmla="*/ 2955893 h 5143785"/>
              <a:gd name="connsiteX26468" fmla="*/ 961739 w 3114960"/>
              <a:gd name="connsiteY26468" fmla="*/ 2958942 h 5143785"/>
              <a:gd name="connsiteX26469" fmla="*/ 961263 w 3114960"/>
              <a:gd name="connsiteY26469" fmla="*/ 2962751 h 5143785"/>
              <a:gd name="connsiteX26470" fmla="*/ 958215 w 3114960"/>
              <a:gd name="connsiteY26470" fmla="*/ 2965133 h 5143785"/>
              <a:gd name="connsiteX26471" fmla="*/ 954405 w 3114960"/>
              <a:gd name="connsiteY26471" fmla="*/ 2964656 h 5143785"/>
              <a:gd name="connsiteX26472" fmla="*/ 952024 w 3114960"/>
              <a:gd name="connsiteY26472" fmla="*/ 2961609 h 5143785"/>
              <a:gd name="connsiteX26473" fmla="*/ 952024 w 3114960"/>
              <a:gd name="connsiteY26473" fmla="*/ 2961609 h 5143785"/>
              <a:gd name="connsiteX26474" fmla="*/ 952500 w 3114960"/>
              <a:gd name="connsiteY26474" fmla="*/ 2957798 h 5143785"/>
              <a:gd name="connsiteX26475" fmla="*/ 783146 w 3114960"/>
              <a:gd name="connsiteY26475" fmla="*/ 2978182 h 5143785"/>
              <a:gd name="connsiteX26476" fmla="*/ 784479 w 3114960"/>
              <a:gd name="connsiteY26476" fmla="*/ 2977992 h 5143785"/>
              <a:gd name="connsiteX26477" fmla="*/ 789337 w 3114960"/>
              <a:gd name="connsiteY26477" fmla="*/ 2981706 h 5143785"/>
              <a:gd name="connsiteX26478" fmla="*/ 788861 w 3114960"/>
              <a:gd name="connsiteY26478" fmla="*/ 2985516 h 5143785"/>
              <a:gd name="connsiteX26479" fmla="*/ 785813 w 3114960"/>
              <a:gd name="connsiteY26479" fmla="*/ 2987897 h 5143785"/>
              <a:gd name="connsiteX26480" fmla="*/ 779621 w 3114960"/>
              <a:gd name="connsiteY26480" fmla="*/ 2984373 h 5143785"/>
              <a:gd name="connsiteX26481" fmla="*/ 783146 w 3114960"/>
              <a:gd name="connsiteY26481" fmla="*/ 2978182 h 5143785"/>
              <a:gd name="connsiteX26482" fmla="*/ 1770126 w 3114960"/>
              <a:gd name="connsiteY26482" fmla="*/ 1394936 h 5143785"/>
              <a:gd name="connsiteX26483" fmla="*/ 1757458 w 3114960"/>
              <a:gd name="connsiteY26483" fmla="*/ 1394936 h 5143785"/>
              <a:gd name="connsiteX26484" fmla="*/ 1750600 w 3114960"/>
              <a:gd name="connsiteY26484" fmla="*/ 1401794 h 5143785"/>
              <a:gd name="connsiteX26485" fmla="*/ 1750600 w 3114960"/>
              <a:gd name="connsiteY26485" fmla="*/ 1414463 h 5143785"/>
              <a:gd name="connsiteX26486" fmla="*/ 1757458 w 3114960"/>
              <a:gd name="connsiteY26486" fmla="*/ 1421321 h 5143785"/>
              <a:gd name="connsiteX26487" fmla="*/ 1770126 w 3114960"/>
              <a:gd name="connsiteY26487" fmla="*/ 1421321 h 5143785"/>
              <a:gd name="connsiteX26488" fmla="*/ 1776984 w 3114960"/>
              <a:gd name="connsiteY26488" fmla="*/ 1414463 h 5143785"/>
              <a:gd name="connsiteX26489" fmla="*/ 1776984 w 3114960"/>
              <a:gd name="connsiteY26489" fmla="*/ 1408748 h 5143785"/>
              <a:gd name="connsiteX26490" fmla="*/ 1780127 w 3114960"/>
              <a:gd name="connsiteY26490" fmla="*/ 1414748 h 5143785"/>
              <a:gd name="connsiteX26491" fmla="*/ 1790033 w 3114960"/>
              <a:gd name="connsiteY26491" fmla="*/ 1425226 h 5143785"/>
              <a:gd name="connsiteX26492" fmla="*/ 1799939 w 3114960"/>
              <a:gd name="connsiteY26492" fmla="*/ 1414748 h 5143785"/>
              <a:gd name="connsiteX26493" fmla="*/ 1805559 w 3114960"/>
              <a:gd name="connsiteY26493" fmla="*/ 1407224 h 5143785"/>
              <a:gd name="connsiteX26494" fmla="*/ 1811179 w 3114960"/>
              <a:gd name="connsiteY26494" fmla="*/ 1414748 h 5143785"/>
              <a:gd name="connsiteX26495" fmla="*/ 1821180 w 3114960"/>
              <a:gd name="connsiteY26495" fmla="*/ 1425226 h 5143785"/>
              <a:gd name="connsiteX26496" fmla="*/ 1831181 w 3114960"/>
              <a:gd name="connsiteY26496" fmla="*/ 1414748 h 5143785"/>
              <a:gd name="connsiteX26497" fmla="*/ 1836801 w 3114960"/>
              <a:gd name="connsiteY26497" fmla="*/ 1407224 h 5143785"/>
              <a:gd name="connsiteX26498" fmla="*/ 1842421 w 3114960"/>
              <a:gd name="connsiteY26498" fmla="*/ 1414748 h 5143785"/>
              <a:gd name="connsiteX26499" fmla="*/ 1852422 w 3114960"/>
              <a:gd name="connsiteY26499" fmla="*/ 1425226 h 5143785"/>
              <a:gd name="connsiteX26500" fmla="*/ 1862328 w 3114960"/>
              <a:gd name="connsiteY26500" fmla="*/ 1414748 h 5143785"/>
              <a:gd name="connsiteX26501" fmla="*/ 1867948 w 3114960"/>
              <a:gd name="connsiteY26501" fmla="*/ 1407224 h 5143785"/>
              <a:gd name="connsiteX26502" fmla="*/ 1873568 w 3114960"/>
              <a:gd name="connsiteY26502" fmla="*/ 1414748 h 5143785"/>
              <a:gd name="connsiteX26503" fmla="*/ 1883569 w 3114960"/>
              <a:gd name="connsiteY26503" fmla="*/ 1425226 h 5143785"/>
              <a:gd name="connsiteX26504" fmla="*/ 1893570 w 3114960"/>
              <a:gd name="connsiteY26504" fmla="*/ 1414748 h 5143785"/>
              <a:gd name="connsiteX26505" fmla="*/ 1899190 w 3114960"/>
              <a:gd name="connsiteY26505" fmla="*/ 1407224 h 5143785"/>
              <a:gd name="connsiteX26506" fmla="*/ 1904810 w 3114960"/>
              <a:gd name="connsiteY26506" fmla="*/ 1414748 h 5143785"/>
              <a:gd name="connsiteX26507" fmla="*/ 1914811 w 3114960"/>
              <a:gd name="connsiteY26507" fmla="*/ 1425226 h 5143785"/>
              <a:gd name="connsiteX26508" fmla="*/ 1924812 w 3114960"/>
              <a:gd name="connsiteY26508" fmla="*/ 1414748 h 5143785"/>
              <a:gd name="connsiteX26509" fmla="*/ 1930432 w 3114960"/>
              <a:gd name="connsiteY26509" fmla="*/ 1407224 h 5143785"/>
              <a:gd name="connsiteX26510" fmla="*/ 1936052 w 3114960"/>
              <a:gd name="connsiteY26510" fmla="*/ 1414748 h 5143785"/>
              <a:gd name="connsiteX26511" fmla="*/ 1946053 w 3114960"/>
              <a:gd name="connsiteY26511" fmla="*/ 1425226 h 5143785"/>
              <a:gd name="connsiteX26512" fmla="*/ 1956054 w 3114960"/>
              <a:gd name="connsiteY26512" fmla="*/ 1414748 h 5143785"/>
              <a:gd name="connsiteX26513" fmla="*/ 1961674 w 3114960"/>
              <a:gd name="connsiteY26513" fmla="*/ 1407224 h 5143785"/>
              <a:gd name="connsiteX26514" fmla="*/ 1967294 w 3114960"/>
              <a:gd name="connsiteY26514" fmla="*/ 1414748 h 5143785"/>
              <a:gd name="connsiteX26515" fmla="*/ 1977295 w 3114960"/>
              <a:gd name="connsiteY26515" fmla="*/ 1425226 h 5143785"/>
              <a:gd name="connsiteX26516" fmla="*/ 1987296 w 3114960"/>
              <a:gd name="connsiteY26516" fmla="*/ 1414748 h 5143785"/>
              <a:gd name="connsiteX26517" fmla="*/ 1992916 w 3114960"/>
              <a:gd name="connsiteY26517" fmla="*/ 1407224 h 5143785"/>
              <a:gd name="connsiteX26518" fmla="*/ 1998536 w 3114960"/>
              <a:gd name="connsiteY26518" fmla="*/ 1414748 h 5143785"/>
              <a:gd name="connsiteX26519" fmla="*/ 2008442 w 3114960"/>
              <a:gd name="connsiteY26519" fmla="*/ 1425226 h 5143785"/>
              <a:gd name="connsiteX26520" fmla="*/ 2018443 w 3114960"/>
              <a:gd name="connsiteY26520" fmla="*/ 1414748 h 5143785"/>
              <a:gd name="connsiteX26521" fmla="*/ 2024063 w 3114960"/>
              <a:gd name="connsiteY26521" fmla="*/ 1407224 h 5143785"/>
              <a:gd name="connsiteX26522" fmla="*/ 2029682 w 3114960"/>
              <a:gd name="connsiteY26522" fmla="*/ 1414748 h 5143785"/>
              <a:gd name="connsiteX26523" fmla="*/ 2039684 w 3114960"/>
              <a:gd name="connsiteY26523" fmla="*/ 1425226 h 5143785"/>
              <a:gd name="connsiteX26524" fmla="*/ 2049685 w 3114960"/>
              <a:gd name="connsiteY26524" fmla="*/ 1414748 h 5143785"/>
              <a:gd name="connsiteX26525" fmla="*/ 2055305 w 3114960"/>
              <a:gd name="connsiteY26525" fmla="*/ 1407224 h 5143785"/>
              <a:gd name="connsiteX26526" fmla="*/ 2060924 w 3114960"/>
              <a:gd name="connsiteY26526" fmla="*/ 1414748 h 5143785"/>
              <a:gd name="connsiteX26527" fmla="*/ 2070926 w 3114960"/>
              <a:gd name="connsiteY26527" fmla="*/ 1425226 h 5143785"/>
              <a:gd name="connsiteX26528" fmla="*/ 2080927 w 3114960"/>
              <a:gd name="connsiteY26528" fmla="*/ 1414748 h 5143785"/>
              <a:gd name="connsiteX26529" fmla="*/ 2086547 w 3114960"/>
              <a:gd name="connsiteY26529" fmla="*/ 1407224 h 5143785"/>
              <a:gd name="connsiteX26530" fmla="*/ 2092166 w 3114960"/>
              <a:gd name="connsiteY26530" fmla="*/ 1414748 h 5143785"/>
              <a:gd name="connsiteX26531" fmla="*/ 2102168 w 3114960"/>
              <a:gd name="connsiteY26531" fmla="*/ 1425226 h 5143785"/>
              <a:gd name="connsiteX26532" fmla="*/ 2102168 w 3114960"/>
              <a:gd name="connsiteY26532" fmla="*/ 1424654 h 5143785"/>
              <a:gd name="connsiteX26533" fmla="*/ 2109502 w 3114960"/>
              <a:gd name="connsiteY26533" fmla="*/ 1430941 h 5143785"/>
              <a:gd name="connsiteX26534" fmla="*/ 2126647 w 3114960"/>
              <a:gd name="connsiteY26534" fmla="*/ 1422749 h 5143785"/>
              <a:gd name="connsiteX26535" fmla="*/ 2118455 w 3114960"/>
              <a:gd name="connsiteY26535" fmla="*/ 1405604 h 5143785"/>
              <a:gd name="connsiteX26536" fmla="*/ 2101310 w 3114960"/>
              <a:gd name="connsiteY26536" fmla="*/ 1413796 h 5143785"/>
              <a:gd name="connsiteX26537" fmla="*/ 2100644 w 3114960"/>
              <a:gd name="connsiteY26537" fmla="*/ 1419797 h 5143785"/>
              <a:gd name="connsiteX26538" fmla="*/ 2096548 w 3114960"/>
              <a:gd name="connsiteY26538" fmla="*/ 1412843 h 5143785"/>
              <a:gd name="connsiteX26539" fmla="*/ 2086547 w 3114960"/>
              <a:gd name="connsiteY26539" fmla="*/ 1402366 h 5143785"/>
              <a:gd name="connsiteX26540" fmla="*/ 2076545 w 3114960"/>
              <a:gd name="connsiteY26540" fmla="*/ 1412843 h 5143785"/>
              <a:gd name="connsiteX26541" fmla="*/ 2070926 w 3114960"/>
              <a:gd name="connsiteY26541" fmla="*/ 1420368 h 5143785"/>
              <a:gd name="connsiteX26542" fmla="*/ 2065306 w 3114960"/>
              <a:gd name="connsiteY26542" fmla="*/ 1412843 h 5143785"/>
              <a:gd name="connsiteX26543" fmla="*/ 2055305 w 3114960"/>
              <a:gd name="connsiteY26543" fmla="*/ 1402366 h 5143785"/>
              <a:gd name="connsiteX26544" fmla="*/ 2045303 w 3114960"/>
              <a:gd name="connsiteY26544" fmla="*/ 1412843 h 5143785"/>
              <a:gd name="connsiteX26545" fmla="*/ 2039684 w 3114960"/>
              <a:gd name="connsiteY26545" fmla="*/ 1420368 h 5143785"/>
              <a:gd name="connsiteX26546" fmla="*/ 2034064 w 3114960"/>
              <a:gd name="connsiteY26546" fmla="*/ 1412843 h 5143785"/>
              <a:gd name="connsiteX26547" fmla="*/ 2024063 w 3114960"/>
              <a:gd name="connsiteY26547" fmla="*/ 1402366 h 5143785"/>
              <a:gd name="connsiteX26548" fmla="*/ 2014061 w 3114960"/>
              <a:gd name="connsiteY26548" fmla="*/ 1412843 h 5143785"/>
              <a:gd name="connsiteX26549" fmla="*/ 2008442 w 3114960"/>
              <a:gd name="connsiteY26549" fmla="*/ 1420368 h 5143785"/>
              <a:gd name="connsiteX26550" fmla="*/ 2002822 w 3114960"/>
              <a:gd name="connsiteY26550" fmla="*/ 1412843 h 5143785"/>
              <a:gd name="connsiteX26551" fmla="*/ 1992821 w 3114960"/>
              <a:gd name="connsiteY26551" fmla="*/ 1402366 h 5143785"/>
              <a:gd name="connsiteX26552" fmla="*/ 1982819 w 3114960"/>
              <a:gd name="connsiteY26552" fmla="*/ 1412843 h 5143785"/>
              <a:gd name="connsiteX26553" fmla="*/ 1977200 w 3114960"/>
              <a:gd name="connsiteY26553" fmla="*/ 1420368 h 5143785"/>
              <a:gd name="connsiteX26554" fmla="*/ 1971580 w 3114960"/>
              <a:gd name="connsiteY26554" fmla="*/ 1412843 h 5143785"/>
              <a:gd name="connsiteX26555" fmla="*/ 1961578 w 3114960"/>
              <a:gd name="connsiteY26555" fmla="*/ 1402366 h 5143785"/>
              <a:gd name="connsiteX26556" fmla="*/ 1951577 w 3114960"/>
              <a:gd name="connsiteY26556" fmla="*/ 1412843 h 5143785"/>
              <a:gd name="connsiteX26557" fmla="*/ 1945957 w 3114960"/>
              <a:gd name="connsiteY26557" fmla="*/ 1420368 h 5143785"/>
              <a:gd name="connsiteX26558" fmla="*/ 1940338 w 3114960"/>
              <a:gd name="connsiteY26558" fmla="*/ 1412843 h 5143785"/>
              <a:gd name="connsiteX26559" fmla="*/ 1930337 w 3114960"/>
              <a:gd name="connsiteY26559" fmla="*/ 1402366 h 5143785"/>
              <a:gd name="connsiteX26560" fmla="*/ 1920335 w 3114960"/>
              <a:gd name="connsiteY26560" fmla="*/ 1412843 h 5143785"/>
              <a:gd name="connsiteX26561" fmla="*/ 1914716 w 3114960"/>
              <a:gd name="connsiteY26561" fmla="*/ 1420368 h 5143785"/>
              <a:gd name="connsiteX26562" fmla="*/ 1909096 w 3114960"/>
              <a:gd name="connsiteY26562" fmla="*/ 1412843 h 5143785"/>
              <a:gd name="connsiteX26563" fmla="*/ 1899095 w 3114960"/>
              <a:gd name="connsiteY26563" fmla="*/ 1402366 h 5143785"/>
              <a:gd name="connsiteX26564" fmla="*/ 1889093 w 3114960"/>
              <a:gd name="connsiteY26564" fmla="*/ 1412843 h 5143785"/>
              <a:gd name="connsiteX26565" fmla="*/ 1883474 w 3114960"/>
              <a:gd name="connsiteY26565" fmla="*/ 1420368 h 5143785"/>
              <a:gd name="connsiteX26566" fmla="*/ 1877854 w 3114960"/>
              <a:gd name="connsiteY26566" fmla="*/ 1412843 h 5143785"/>
              <a:gd name="connsiteX26567" fmla="*/ 1867853 w 3114960"/>
              <a:gd name="connsiteY26567" fmla="*/ 1402366 h 5143785"/>
              <a:gd name="connsiteX26568" fmla="*/ 1857851 w 3114960"/>
              <a:gd name="connsiteY26568" fmla="*/ 1412843 h 5143785"/>
              <a:gd name="connsiteX26569" fmla="*/ 1852232 w 3114960"/>
              <a:gd name="connsiteY26569" fmla="*/ 1420368 h 5143785"/>
              <a:gd name="connsiteX26570" fmla="*/ 1846612 w 3114960"/>
              <a:gd name="connsiteY26570" fmla="*/ 1412843 h 5143785"/>
              <a:gd name="connsiteX26571" fmla="*/ 1836706 w 3114960"/>
              <a:gd name="connsiteY26571" fmla="*/ 1402366 h 5143785"/>
              <a:gd name="connsiteX26572" fmla="*/ 1826705 w 3114960"/>
              <a:gd name="connsiteY26572" fmla="*/ 1412843 h 5143785"/>
              <a:gd name="connsiteX26573" fmla="*/ 1821085 w 3114960"/>
              <a:gd name="connsiteY26573" fmla="*/ 1420368 h 5143785"/>
              <a:gd name="connsiteX26574" fmla="*/ 1815465 w 3114960"/>
              <a:gd name="connsiteY26574" fmla="*/ 1412843 h 5143785"/>
              <a:gd name="connsiteX26575" fmla="*/ 1805464 w 3114960"/>
              <a:gd name="connsiteY26575" fmla="*/ 1402366 h 5143785"/>
              <a:gd name="connsiteX26576" fmla="*/ 1795558 w 3114960"/>
              <a:gd name="connsiteY26576" fmla="*/ 1412843 h 5143785"/>
              <a:gd name="connsiteX26577" fmla="*/ 1789938 w 3114960"/>
              <a:gd name="connsiteY26577" fmla="*/ 1420368 h 5143785"/>
              <a:gd name="connsiteX26578" fmla="*/ 1784318 w 3114960"/>
              <a:gd name="connsiteY26578" fmla="*/ 1412843 h 5143785"/>
              <a:gd name="connsiteX26579" fmla="*/ 1776794 w 3114960"/>
              <a:gd name="connsiteY26579" fmla="*/ 1403032 h 5143785"/>
              <a:gd name="connsiteX26580" fmla="*/ 1776794 w 3114960"/>
              <a:gd name="connsiteY26580" fmla="*/ 1401699 h 5143785"/>
              <a:gd name="connsiteX26581" fmla="*/ 1769936 w 3114960"/>
              <a:gd name="connsiteY26581" fmla="*/ 1394841 h 5143785"/>
              <a:gd name="connsiteX26582" fmla="*/ 1772222 w 3114960"/>
              <a:gd name="connsiteY26582" fmla="*/ 1414463 h 5143785"/>
              <a:gd name="connsiteX26583" fmla="*/ 1770126 w 3114960"/>
              <a:gd name="connsiteY26583" fmla="*/ 1416558 h 5143785"/>
              <a:gd name="connsiteX26584" fmla="*/ 1757458 w 3114960"/>
              <a:gd name="connsiteY26584" fmla="*/ 1416558 h 5143785"/>
              <a:gd name="connsiteX26585" fmla="*/ 1755362 w 3114960"/>
              <a:gd name="connsiteY26585" fmla="*/ 1414463 h 5143785"/>
              <a:gd name="connsiteX26586" fmla="*/ 1755362 w 3114960"/>
              <a:gd name="connsiteY26586" fmla="*/ 1401794 h 5143785"/>
              <a:gd name="connsiteX26587" fmla="*/ 1757458 w 3114960"/>
              <a:gd name="connsiteY26587" fmla="*/ 1399699 h 5143785"/>
              <a:gd name="connsiteX26588" fmla="*/ 1770126 w 3114960"/>
              <a:gd name="connsiteY26588" fmla="*/ 1399699 h 5143785"/>
              <a:gd name="connsiteX26589" fmla="*/ 1772222 w 3114960"/>
              <a:gd name="connsiteY26589" fmla="*/ 1401794 h 5143785"/>
              <a:gd name="connsiteX26590" fmla="*/ 1772222 w 3114960"/>
              <a:gd name="connsiteY26590" fmla="*/ 1414463 h 5143785"/>
              <a:gd name="connsiteX26591" fmla="*/ 409670 w 3114960"/>
              <a:gd name="connsiteY26591" fmla="*/ 874109 h 5143785"/>
              <a:gd name="connsiteX26592" fmla="*/ 330137 w 3114960"/>
              <a:gd name="connsiteY26592" fmla="*/ 873538 h 5143785"/>
              <a:gd name="connsiteX26593" fmla="*/ 311753 w 3114960"/>
              <a:gd name="connsiteY26593" fmla="*/ 857917 h 5143785"/>
              <a:gd name="connsiteX26594" fmla="*/ 243269 w 3114960"/>
              <a:gd name="connsiteY26594" fmla="*/ 858107 h 5143785"/>
              <a:gd name="connsiteX26595" fmla="*/ 241078 w 3114960"/>
              <a:gd name="connsiteY26595" fmla="*/ 852869 h 5143785"/>
              <a:gd name="connsiteX26596" fmla="*/ 232696 w 3114960"/>
              <a:gd name="connsiteY26596" fmla="*/ 847916 h 5143785"/>
              <a:gd name="connsiteX26597" fmla="*/ 223266 w 3114960"/>
              <a:gd name="connsiteY26597" fmla="*/ 850297 h 5143785"/>
              <a:gd name="connsiteX26598" fmla="*/ 218313 w 3114960"/>
              <a:gd name="connsiteY26598" fmla="*/ 858679 h 5143785"/>
              <a:gd name="connsiteX26599" fmla="*/ 218599 w 3114960"/>
              <a:gd name="connsiteY26599" fmla="*/ 863346 h 5143785"/>
              <a:gd name="connsiteX26600" fmla="*/ 199168 w 3114960"/>
              <a:gd name="connsiteY26600" fmla="*/ 875919 h 5143785"/>
              <a:gd name="connsiteX26601" fmla="*/ 32290 w 3114960"/>
              <a:gd name="connsiteY26601" fmla="*/ 875919 h 5143785"/>
              <a:gd name="connsiteX26602" fmla="*/ 9239 w 3114960"/>
              <a:gd name="connsiteY26602" fmla="*/ 903637 h 5143785"/>
              <a:gd name="connsiteX26603" fmla="*/ 95 w 3114960"/>
              <a:gd name="connsiteY26603" fmla="*/ 903637 h 5143785"/>
              <a:gd name="connsiteX26604" fmla="*/ 95 w 3114960"/>
              <a:gd name="connsiteY26604" fmla="*/ 908399 h 5143785"/>
              <a:gd name="connsiteX26605" fmla="*/ 11525 w 3114960"/>
              <a:gd name="connsiteY26605" fmla="*/ 908399 h 5143785"/>
              <a:gd name="connsiteX26606" fmla="*/ 34576 w 3114960"/>
              <a:gd name="connsiteY26606" fmla="*/ 880682 h 5143785"/>
              <a:gd name="connsiteX26607" fmla="*/ 200692 w 3114960"/>
              <a:gd name="connsiteY26607" fmla="*/ 880682 h 5143785"/>
              <a:gd name="connsiteX26608" fmla="*/ 220694 w 3114960"/>
              <a:gd name="connsiteY26608" fmla="*/ 867727 h 5143785"/>
              <a:gd name="connsiteX26609" fmla="*/ 220885 w 3114960"/>
              <a:gd name="connsiteY26609" fmla="*/ 868013 h 5143785"/>
              <a:gd name="connsiteX26610" fmla="*/ 229267 w 3114960"/>
              <a:gd name="connsiteY26610" fmla="*/ 872966 h 5143785"/>
              <a:gd name="connsiteX26611" fmla="*/ 231077 w 3114960"/>
              <a:gd name="connsiteY26611" fmla="*/ 873062 h 5143785"/>
              <a:gd name="connsiteX26612" fmla="*/ 238601 w 3114960"/>
              <a:gd name="connsiteY26612" fmla="*/ 870490 h 5143785"/>
              <a:gd name="connsiteX26613" fmla="*/ 243364 w 3114960"/>
              <a:gd name="connsiteY26613" fmla="*/ 862775 h 5143785"/>
              <a:gd name="connsiteX26614" fmla="*/ 310134 w 3114960"/>
              <a:gd name="connsiteY26614" fmla="*/ 862584 h 5143785"/>
              <a:gd name="connsiteX26615" fmla="*/ 328422 w 3114960"/>
              <a:gd name="connsiteY26615" fmla="*/ 878205 h 5143785"/>
              <a:gd name="connsiteX26616" fmla="*/ 411575 w 3114960"/>
              <a:gd name="connsiteY26616" fmla="*/ 878777 h 5143785"/>
              <a:gd name="connsiteX26617" fmla="*/ 476917 w 3114960"/>
              <a:gd name="connsiteY26617" fmla="*/ 820007 h 5143785"/>
              <a:gd name="connsiteX26618" fmla="*/ 582740 w 3114960"/>
              <a:gd name="connsiteY26618" fmla="*/ 819436 h 5143785"/>
              <a:gd name="connsiteX26619" fmla="*/ 610172 w 3114960"/>
              <a:gd name="connsiteY26619" fmla="*/ 843344 h 5143785"/>
              <a:gd name="connsiteX26620" fmla="*/ 630936 w 3114960"/>
              <a:gd name="connsiteY26620" fmla="*/ 843629 h 5143785"/>
              <a:gd name="connsiteX26621" fmla="*/ 630936 w 3114960"/>
              <a:gd name="connsiteY26621" fmla="*/ 846296 h 5143785"/>
              <a:gd name="connsiteX26622" fmla="*/ 637889 w 3114960"/>
              <a:gd name="connsiteY26622" fmla="*/ 853250 h 5143785"/>
              <a:gd name="connsiteX26623" fmla="*/ 658654 w 3114960"/>
              <a:gd name="connsiteY26623" fmla="*/ 853250 h 5143785"/>
              <a:gd name="connsiteX26624" fmla="*/ 665607 w 3114960"/>
              <a:gd name="connsiteY26624" fmla="*/ 846296 h 5143785"/>
              <a:gd name="connsiteX26625" fmla="*/ 665607 w 3114960"/>
              <a:gd name="connsiteY26625" fmla="*/ 836295 h 5143785"/>
              <a:gd name="connsiteX26626" fmla="*/ 658654 w 3114960"/>
              <a:gd name="connsiteY26626" fmla="*/ 829342 h 5143785"/>
              <a:gd name="connsiteX26627" fmla="*/ 637889 w 3114960"/>
              <a:gd name="connsiteY26627" fmla="*/ 829342 h 5143785"/>
              <a:gd name="connsiteX26628" fmla="*/ 630936 w 3114960"/>
              <a:gd name="connsiteY26628" fmla="*/ 836295 h 5143785"/>
              <a:gd name="connsiteX26629" fmla="*/ 630936 w 3114960"/>
              <a:gd name="connsiteY26629" fmla="*/ 838962 h 5143785"/>
              <a:gd name="connsiteX26630" fmla="*/ 611981 w 3114960"/>
              <a:gd name="connsiteY26630" fmla="*/ 838772 h 5143785"/>
              <a:gd name="connsiteX26631" fmla="*/ 584549 w 3114960"/>
              <a:gd name="connsiteY26631" fmla="*/ 814769 h 5143785"/>
              <a:gd name="connsiteX26632" fmla="*/ 475107 w 3114960"/>
              <a:gd name="connsiteY26632" fmla="*/ 815435 h 5143785"/>
              <a:gd name="connsiteX26633" fmla="*/ 409861 w 3114960"/>
              <a:gd name="connsiteY26633" fmla="*/ 874204 h 5143785"/>
              <a:gd name="connsiteX26634" fmla="*/ 235744 w 3114960"/>
              <a:gd name="connsiteY26634" fmla="*/ 866775 h 5143785"/>
              <a:gd name="connsiteX26635" fmla="*/ 229933 w 3114960"/>
              <a:gd name="connsiteY26635" fmla="*/ 868299 h 5143785"/>
              <a:gd name="connsiteX26636" fmla="*/ 224695 w 3114960"/>
              <a:gd name="connsiteY26636" fmla="*/ 865251 h 5143785"/>
              <a:gd name="connsiteX26637" fmla="*/ 223171 w 3114960"/>
              <a:gd name="connsiteY26637" fmla="*/ 859441 h 5143785"/>
              <a:gd name="connsiteX26638" fmla="*/ 226219 w 3114960"/>
              <a:gd name="connsiteY26638" fmla="*/ 854202 h 5143785"/>
              <a:gd name="connsiteX26639" fmla="*/ 230981 w 3114960"/>
              <a:gd name="connsiteY26639" fmla="*/ 852583 h 5143785"/>
              <a:gd name="connsiteX26640" fmla="*/ 232124 w 3114960"/>
              <a:gd name="connsiteY26640" fmla="*/ 852583 h 5143785"/>
              <a:gd name="connsiteX26641" fmla="*/ 237363 w 3114960"/>
              <a:gd name="connsiteY26641" fmla="*/ 855631 h 5143785"/>
              <a:gd name="connsiteX26642" fmla="*/ 238887 w 3114960"/>
              <a:gd name="connsiteY26642" fmla="*/ 861441 h 5143785"/>
              <a:gd name="connsiteX26643" fmla="*/ 235839 w 3114960"/>
              <a:gd name="connsiteY26643" fmla="*/ 866680 h 5143785"/>
              <a:gd name="connsiteX26644" fmla="*/ 635508 w 3114960"/>
              <a:gd name="connsiteY26644" fmla="*/ 836295 h 5143785"/>
              <a:gd name="connsiteX26645" fmla="*/ 637699 w 3114960"/>
              <a:gd name="connsiteY26645" fmla="*/ 834104 h 5143785"/>
              <a:gd name="connsiteX26646" fmla="*/ 658463 w 3114960"/>
              <a:gd name="connsiteY26646" fmla="*/ 834104 h 5143785"/>
              <a:gd name="connsiteX26647" fmla="*/ 660654 w 3114960"/>
              <a:gd name="connsiteY26647" fmla="*/ 836295 h 5143785"/>
              <a:gd name="connsiteX26648" fmla="*/ 660654 w 3114960"/>
              <a:gd name="connsiteY26648" fmla="*/ 846296 h 5143785"/>
              <a:gd name="connsiteX26649" fmla="*/ 658463 w 3114960"/>
              <a:gd name="connsiteY26649" fmla="*/ 848487 h 5143785"/>
              <a:gd name="connsiteX26650" fmla="*/ 637699 w 3114960"/>
              <a:gd name="connsiteY26650" fmla="*/ 848487 h 5143785"/>
              <a:gd name="connsiteX26651" fmla="*/ 635508 w 3114960"/>
              <a:gd name="connsiteY26651" fmla="*/ 846296 h 5143785"/>
              <a:gd name="connsiteX26652" fmla="*/ 635508 w 3114960"/>
              <a:gd name="connsiteY26652" fmla="*/ 836295 h 5143785"/>
              <a:gd name="connsiteX26653" fmla="*/ 1373410 w 3114960"/>
              <a:gd name="connsiteY26653" fmla="*/ 1652397 h 5143785"/>
              <a:gd name="connsiteX26654" fmla="*/ 1404271 w 3114960"/>
              <a:gd name="connsiteY26654" fmla="*/ 1677924 h 5143785"/>
              <a:gd name="connsiteX26655" fmla="*/ 1511999 w 3114960"/>
              <a:gd name="connsiteY26655" fmla="*/ 1677734 h 5143785"/>
              <a:gd name="connsiteX26656" fmla="*/ 1532858 w 3114960"/>
              <a:gd name="connsiteY26656" fmla="*/ 1659065 h 5143785"/>
              <a:gd name="connsiteX26657" fmla="*/ 1565720 w 3114960"/>
              <a:gd name="connsiteY26657" fmla="*/ 1659065 h 5143785"/>
              <a:gd name="connsiteX26658" fmla="*/ 1575340 w 3114960"/>
              <a:gd name="connsiteY26658" fmla="*/ 1666208 h 5143785"/>
              <a:gd name="connsiteX26659" fmla="*/ 1575340 w 3114960"/>
              <a:gd name="connsiteY26659" fmla="*/ 1666208 h 5143785"/>
              <a:gd name="connsiteX26660" fmla="*/ 1583531 w 3114960"/>
              <a:gd name="connsiteY26660" fmla="*/ 1674305 h 5143785"/>
              <a:gd name="connsiteX26661" fmla="*/ 1590770 w 3114960"/>
              <a:gd name="connsiteY26661" fmla="*/ 1669732 h 5143785"/>
              <a:gd name="connsiteX26662" fmla="*/ 1621060 w 3114960"/>
              <a:gd name="connsiteY26662" fmla="*/ 1669447 h 5143785"/>
              <a:gd name="connsiteX26663" fmla="*/ 1637919 w 3114960"/>
              <a:gd name="connsiteY26663" fmla="*/ 1649540 h 5143785"/>
              <a:gd name="connsiteX26664" fmla="*/ 1637157 w 3114960"/>
              <a:gd name="connsiteY26664" fmla="*/ 1603439 h 5143785"/>
              <a:gd name="connsiteX26665" fmla="*/ 1651921 w 3114960"/>
              <a:gd name="connsiteY26665" fmla="*/ 1581245 h 5143785"/>
              <a:gd name="connsiteX26666" fmla="*/ 1772793 w 3114960"/>
              <a:gd name="connsiteY26666" fmla="*/ 1581055 h 5143785"/>
              <a:gd name="connsiteX26667" fmla="*/ 1772793 w 3114960"/>
              <a:gd name="connsiteY26667" fmla="*/ 1579912 h 5143785"/>
              <a:gd name="connsiteX26668" fmla="*/ 1779746 w 3114960"/>
              <a:gd name="connsiteY26668" fmla="*/ 1584103 h 5143785"/>
              <a:gd name="connsiteX26669" fmla="*/ 1787938 w 3114960"/>
              <a:gd name="connsiteY26669" fmla="*/ 1575911 h 5143785"/>
              <a:gd name="connsiteX26670" fmla="*/ 1779746 w 3114960"/>
              <a:gd name="connsiteY26670" fmla="*/ 1567720 h 5143785"/>
              <a:gd name="connsiteX26671" fmla="*/ 1772031 w 3114960"/>
              <a:gd name="connsiteY26671" fmla="*/ 1573911 h 5143785"/>
              <a:gd name="connsiteX26672" fmla="*/ 1648111 w 3114960"/>
              <a:gd name="connsiteY26672" fmla="*/ 1574102 h 5143785"/>
              <a:gd name="connsiteX26673" fmla="*/ 1630013 w 3114960"/>
              <a:gd name="connsiteY26673" fmla="*/ 1601343 h 5143785"/>
              <a:gd name="connsiteX26674" fmla="*/ 1630775 w 3114960"/>
              <a:gd name="connsiteY26674" fmla="*/ 1646968 h 5143785"/>
              <a:gd name="connsiteX26675" fmla="*/ 1617726 w 3114960"/>
              <a:gd name="connsiteY26675" fmla="*/ 1662303 h 5143785"/>
              <a:gd name="connsiteX26676" fmla="*/ 1590770 w 3114960"/>
              <a:gd name="connsiteY26676" fmla="*/ 1662494 h 5143785"/>
              <a:gd name="connsiteX26677" fmla="*/ 1583531 w 3114960"/>
              <a:gd name="connsiteY26677" fmla="*/ 1657922 h 5143785"/>
              <a:gd name="connsiteX26678" fmla="*/ 1577054 w 3114960"/>
              <a:gd name="connsiteY26678" fmla="*/ 1661446 h 5143785"/>
              <a:gd name="connsiteX26679" fmla="*/ 1567434 w 3114960"/>
              <a:gd name="connsiteY26679" fmla="*/ 1654207 h 5143785"/>
              <a:gd name="connsiteX26680" fmla="*/ 1531144 w 3114960"/>
              <a:gd name="connsiteY26680" fmla="*/ 1654207 h 5143785"/>
              <a:gd name="connsiteX26681" fmla="*/ 1510189 w 3114960"/>
              <a:gd name="connsiteY26681" fmla="*/ 1672876 h 5143785"/>
              <a:gd name="connsiteX26682" fmla="*/ 1405985 w 3114960"/>
              <a:gd name="connsiteY26682" fmla="*/ 1673066 h 5143785"/>
              <a:gd name="connsiteX26683" fmla="*/ 1375124 w 3114960"/>
              <a:gd name="connsiteY26683" fmla="*/ 1647539 h 5143785"/>
              <a:gd name="connsiteX26684" fmla="*/ 1284637 w 3114960"/>
              <a:gd name="connsiteY26684" fmla="*/ 1647349 h 5143785"/>
              <a:gd name="connsiteX26685" fmla="*/ 1262539 w 3114960"/>
              <a:gd name="connsiteY26685" fmla="*/ 1671066 h 5143785"/>
              <a:gd name="connsiteX26686" fmla="*/ 1258253 w 3114960"/>
              <a:gd name="connsiteY26686" fmla="*/ 1671066 h 5143785"/>
              <a:gd name="connsiteX26687" fmla="*/ 1255109 w 3114960"/>
              <a:gd name="connsiteY26687" fmla="*/ 1678591 h 5143785"/>
              <a:gd name="connsiteX26688" fmla="*/ 1262634 w 3114960"/>
              <a:gd name="connsiteY26688" fmla="*/ 1681734 h 5143785"/>
              <a:gd name="connsiteX26689" fmla="*/ 1265873 w 3114960"/>
              <a:gd name="connsiteY26689" fmla="*/ 1674400 h 5143785"/>
              <a:gd name="connsiteX26690" fmla="*/ 1286732 w 3114960"/>
              <a:gd name="connsiteY26690" fmla="*/ 1652016 h 5143785"/>
              <a:gd name="connsiteX26691" fmla="*/ 1373505 w 3114960"/>
              <a:gd name="connsiteY26691" fmla="*/ 1652207 h 5143785"/>
              <a:gd name="connsiteX26692" fmla="*/ 1779746 w 3114960"/>
              <a:gd name="connsiteY26692" fmla="*/ 1570101 h 5143785"/>
              <a:gd name="connsiteX26693" fmla="*/ 1785557 w 3114960"/>
              <a:gd name="connsiteY26693" fmla="*/ 1575911 h 5143785"/>
              <a:gd name="connsiteX26694" fmla="*/ 1779746 w 3114960"/>
              <a:gd name="connsiteY26694" fmla="*/ 1581722 h 5143785"/>
              <a:gd name="connsiteX26695" fmla="*/ 1773936 w 3114960"/>
              <a:gd name="connsiteY26695" fmla="*/ 1575911 h 5143785"/>
              <a:gd name="connsiteX26696" fmla="*/ 1779746 w 3114960"/>
              <a:gd name="connsiteY26696" fmla="*/ 1570101 h 5143785"/>
              <a:gd name="connsiteX26697" fmla="*/ 1583436 w 3114960"/>
              <a:gd name="connsiteY26697" fmla="*/ 1660398 h 5143785"/>
              <a:gd name="connsiteX26698" fmla="*/ 1589246 w 3114960"/>
              <a:gd name="connsiteY26698" fmla="*/ 1666208 h 5143785"/>
              <a:gd name="connsiteX26699" fmla="*/ 1583436 w 3114960"/>
              <a:gd name="connsiteY26699" fmla="*/ 1672019 h 5143785"/>
              <a:gd name="connsiteX26700" fmla="*/ 1577626 w 3114960"/>
              <a:gd name="connsiteY26700" fmla="*/ 1666208 h 5143785"/>
              <a:gd name="connsiteX26701" fmla="*/ 1583436 w 3114960"/>
              <a:gd name="connsiteY26701" fmla="*/ 1660398 h 5143785"/>
              <a:gd name="connsiteX26702" fmla="*/ 1653826 w 3114960"/>
              <a:gd name="connsiteY26702" fmla="*/ 2583180 h 5143785"/>
              <a:gd name="connsiteX26703" fmla="*/ 1653826 w 3114960"/>
              <a:gd name="connsiteY26703" fmla="*/ 2607945 h 5143785"/>
              <a:gd name="connsiteX26704" fmla="*/ 1678591 w 3114960"/>
              <a:gd name="connsiteY26704" fmla="*/ 2607945 h 5143785"/>
              <a:gd name="connsiteX26705" fmla="*/ 1678591 w 3114960"/>
              <a:gd name="connsiteY26705" fmla="*/ 2583180 h 5143785"/>
              <a:gd name="connsiteX26706" fmla="*/ 1653826 w 3114960"/>
              <a:gd name="connsiteY26706" fmla="*/ 2583180 h 5143785"/>
              <a:gd name="connsiteX26707" fmla="*/ 1673828 w 3114960"/>
              <a:gd name="connsiteY26707" fmla="*/ 2603183 h 5143785"/>
              <a:gd name="connsiteX26708" fmla="*/ 1658588 w 3114960"/>
              <a:gd name="connsiteY26708" fmla="*/ 2603183 h 5143785"/>
              <a:gd name="connsiteX26709" fmla="*/ 1658588 w 3114960"/>
              <a:gd name="connsiteY26709" fmla="*/ 2587943 h 5143785"/>
              <a:gd name="connsiteX26710" fmla="*/ 1673828 w 3114960"/>
              <a:gd name="connsiteY26710" fmla="*/ 2587943 h 5143785"/>
              <a:gd name="connsiteX26711" fmla="*/ 1673828 w 3114960"/>
              <a:gd name="connsiteY26711" fmla="*/ 2603183 h 5143785"/>
              <a:gd name="connsiteX26712" fmla="*/ 1958626 w 3114960"/>
              <a:gd name="connsiteY26712" fmla="*/ 1615916 h 5143785"/>
              <a:gd name="connsiteX26713" fmla="*/ 1979676 w 3114960"/>
              <a:gd name="connsiteY26713" fmla="*/ 1615916 h 5143785"/>
              <a:gd name="connsiteX26714" fmla="*/ 1988915 w 3114960"/>
              <a:gd name="connsiteY26714" fmla="*/ 1606677 h 5143785"/>
              <a:gd name="connsiteX26715" fmla="*/ 1988915 w 3114960"/>
              <a:gd name="connsiteY26715" fmla="*/ 1603248 h 5143785"/>
              <a:gd name="connsiteX26716" fmla="*/ 1979676 w 3114960"/>
              <a:gd name="connsiteY26716" fmla="*/ 1594009 h 5143785"/>
              <a:gd name="connsiteX26717" fmla="*/ 1958626 w 3114960"/>
              <a:gd name="connsiteY26717" fmla="*/ 1594009 h 5143785"/>
              <a:gd name="connsiteX26718" fmla="*/ 1949387 w 3114960"/>
              <a:gd name="connsiteY26718" fmla="*/ 1603248 h 5143785"/>
              <a:gd name="connsiteX26719" fmla="*/ 1949387 w 3114960"/>
              <a:gd name="connsiteY26719" fmla="*/ 1604010 h 5143785"/>
              <a:gd name="connsiteX26720" fmla="*/ 1912430 w 3114960"/>
              <a:gd name="connsiteY26720" fmla="*/ 1650778 h 5143785"/>
              <a:gd name="connsiteX26721" fmla="*/ 1912430 w 3114960"/>
              <a:gd name="connsiteY26721" fmla="*/ 1651635 h 5143785"/>
              <a:gd name="connsiteX26722" fmla="*/ 1912620 w 3114960"/>
              <a:gd name="connsiteY26722" fmla="*/ 1740218 h 5143785"/>
              <a:gd name="connsiteX26723" fmla="*/ 1870234 w 3114960"/>
              <a:gd name="connsiteY26723" fmla="*/ 1799082 h 5143785"/>
              <a:gd name="connsiteX26724" fmla="*/ 1700784 w 3114960"/>
              <a:gd name="connsiteY26724" fmla="*/ 1799082 h 5143785"/>
              <a:gd name="connsiteX26725" fmla="*/ 1693355 w 3114960"/>
              <a:gd name="connsiteY26725" fmla="*/ 1794224 h 5143785"/>
              <a:gd name="connsiteX26726" fmla="*/ 1685163 w 3114960"/>
              <a:gd name="connsiteY26726" fmla="*/ 1802416 h 5143785"/>
              <a:gd name="connsiteX26727" fmla="*/ 1693355 w 3114960"/>
              <a:gd name="connsiteY26727" fmla="*/ 1810607 h 5143785"/>
              <a:gd name="connsiteX26728" fmla="*/ 1701260 w 3114960"/>
              <a:gd name="connsiteY26728" fmla="*/ 1803845 h 5143785"/>
              <a:gd name="connsiteX26729" fmla="*/ 1872710 w 3114960"/>
              <a:gd name="connsiteY26729" fmla="*/ 1803845 h 5143785"/>
              <a:gd name="connsiteX26730" fmla="*/ 1916906 w 3114960"/>
              <a:gd name="connsiteY26730" fmla="*/ 1742503 h 5143785"/>
              <a:gd name="connsiteX26731" fmla="*/ 1917192 w 3114960"/>
              <a:gd name="connsiteY26731" fmla="*/ 1741837 h 5143785"/>
              <a:gd name="connsiteX26732" fmla="*/ 1917287 w 3114960"/>
              <a:gd name="connsiteY26732" fmla="*/ 1652302 h 5143785"/>
              <a:gd name="connsiteX26733" fmla="*/ 1950339 w 3114960"/>
              <a:gd name="connsiteY26733" fmla="*/ 1610487 h 5143785"/>
              <a:gd name="connsiteX26734" fmla="*/ 1958721 w 3114960"/>
              <a:gd name="connsiteY26734" fmla="*/ 1615821 h 5143785"/>
              <a:gd name="connsiteX26735" fmla="*/ 1954149 w 3114960"/>
              <a:gd name="connsiteY26735" fmla="*/ 1603343 h 5143785"/>
              <a:gd name="connsiteX26736" fmla="*/ 1958626 w 3114960"/>
              <a:gd name="connsiteY26736" fmla="*/ 1598867 h 5143785"/>
              <a:gd name="connsiteX26737" fmla="*/ 1979676 w 3114960"/>
              <a:gd name="connsiteY26737" fmla="*/ 1598867 h 5143785"/>
              <a:gd name="connsiteX26738" fmla="*/ 1984153 w 3114960"/>
              <a:gd name="connsiteY26738" fmla="*/ 1603343 h 5143785"/>
              <a:gd name="connsiteX26739" fmla="*/ 1984153 w 3114960"/>
              <a:gd name="connsiteY26739" fmla="*/ 1606772 h 5143785"/>
              <a:gd name="connsiteX26740" fmla="*/ 1979676 w 3114960"/>
              <a:gd name="connsiteY26740" fmla="*/ 1611249 h 5143785"/>
              <a:gd name="connsiteX26741" fmla="*/ 1958626 w 3114960"/>
              <a:gd name="connsiteY26741" fmla="*/ 1611249 h 5143785"/>
              <a:gd name="connsiteX26742" fmla="*/ 1954149 w 3114960"/>
              <a:gd name="connsiteY26742" fmla="*/ 1606772 h 5143785"/>
              <a:gd name="connsiteX26743" fmla="*/ 1954149 w 3114960"/>
              <a:gd name="connsiteY26743" fmla="*/ 1603343 h 5143785"/>
              <a:gd name="connsiteX26744" fmla="*/ 1698879 w 3114960"/>
              <a:gd name="connsiteY26744" fmla="*/ 1803749 h 5143785"/>
              <a:gd name="connsiteX26745" fmla="*/ 1693355 w 3114960"/>
              <a:gd name="connsiteY26745" fmla="*/ 1808226 h 5143785"/>
              <a:gd name="connsiteX26746" fmla="*/ 1687544 w 3114960"/>
              <a:gd name="connsiteY26746" fmla="*/ 1802416 h 5143785"/>
              <a:gd name="connsiteX26747" fmla="*/ 1693355 w 3114960"/>
              <a:gd name="connsiteY26747" fmla="*/ 1796606 h 5143785"/>
              <a:gd name="connsiteX26748" fmla="*/ 1698879 w 3114960"/>
              <a:gd name="connsiteY26748" fmla="*/ 1801082 h 5143785"/>
              <a:gd name="connsiteX26749" fmla="*/ 1698879 w 3114960"/>
              <a:gd name="connsiteY26749" fmla="*/ 1803654 h 5143785"/>
              <a:gd name="connsiteX26750" fmla="*/ 32576 w 3114960"/>
              <a:gd name="connsiteY26750" fmla="*/ 572548 h 5143785"/>
              <a:gd name="connsiteX26751" fmla="*/ 45053 w 3114960"/>
              <a:gd name="connsiteY26751" fmla="*/ 560070 h 5143785"/>
              <a:gd name="connsiteX26752" fmla="*/ 32576 w 3114960"/>
              <a:gd name="connsiteY26752" fmla="*/ 547592 h 5143785"/>
              <a:gd name="connsiteX26753" fmla="*/ 20574 w 3114960"/>
              <a:gd name="connsiteY26753" fmla="*/ 557689 h 5143785"/>
              <a:gd name="connsiteX26754" fmla="*/ 95 w 3114960"/>
              <a:gd name="connsiteY26754" fmla="*/ 557689 h 5143785"/>
              <a:gd name="connsiteX26755" fmla="*/ 95 w 3114960"/>
              <a:gd name="connsiteY26755" fmla="*/ 562451 h 5143785"/>
              <a:gd name="connsiteX26756" fmla="*/ 20574 w 3114960"/>
              <a:gd name="connsiteY26756" fmla="*/ 562451 h 5143785"/>
              <a:gd name="connsiteX26757" fmla="*/ 32576 w 3114960"/>
              <a:gd name="connsiteY26757" fmla="*/ 572548 h 5143785"/>
              <a:gd name="connsiteX26758" fmla="*/ 32576 w 3114960"/>
              <a:gd name="connsiteY26758" fmla="*/ 552355 h 5143785"/>
              <a:gd name="connsiteX26759" fmla="*/ 40291 w 3114960"/>
              <a:gd name="connsiteY26759" fmla="*/ 560070 h 5143785"/>
              <a:gd name="connsiteX26760" fmla="*/ 32576 w 3114960"/>
              <a:gd name="connsiteY26760" fmla="*/ 567785 h 5143785"/>
              <a:gd name="connsiteX26761" fmla="*/ 24860 w 3114960"/>
              <a:gd name="connsiteY26761" fmla="*/ 560070 h 5143785"/>
              <a:gd name="connsiteX26762" fmla="*/ 32576 w 3114960"/>
              <a:gd name="connsiteY26762" fmla="*/ 552355 h 5143785"/>
              <a:gd name="connsiteX26763" fmla="*/ 806958 w 3114960"/>
              <a:gd name="connsiteY26763" fmla="*/ 2908554 h 5143785"/>
              <a:gd name="connsiteX26764" fmla="*/ 836962 w 3114960"/>
              <a:gd name="connsiteY26764" fmla="*/ 2908363 h 5143785"/>
              <a:gd name="connsiteX26765" fmla="*/ 836962 w 3114960"/>
              <a:gd name="connsiteY26765" fmla="*/ 2917222 h 5143785"/>
              <a:gd name="connsiteX26766" fmla="*/ 843344 w 3114960"/>
              <a:gd name="connsiteY26766" fmla="*/ 2923509 h 5143785"/>
              <a:gd name="connsiteX26767" fmla="*/ 963740 w 3114960"/>
              <a:gd name="connsiteY26767" fmla="*/ 2923509 h 5143785"/>
              <a:gd name="connsiteX26768" fmla="*/ 970121 w 3114960"/>
              <a:gd name="connsiteY26768" fmla="*/ 2917222 h 5143785"/>
              <a:gd name="connsiteX26769" fmla="*/ 970121 w 3114960"/>
              <a:gd name="connsiteY26769" fmla="*/ 2908363 h 5143785"/>
              <a:gd name="connsiteX26770" fmla="*/ 1203293 w 3114960"/>
              <a:gd name="connsiteY26770" fmla="*/ 2908363 h 5143785"/>
              <a:gd name="connsiteX26771" fmla="*/ 1217867 w 3114960"/>
              <a:gd name="connsiteY26771" fmla="*/ 2897981 h 5143785"/>
              <a:gd name="connsiteX26772" fmla="*/ 1224439 w 3114960"/>
              <a:gd name="connsiteY26772" fmla="*/ 2900648 h 5143785"/>
              <a:gd name="connsiteX26773" fmla="*/ 1234250 w 3114960"/>
              <a:gd name="connsiteY26773" fmla="*/ 2890838 h 5143785"/>
              <a:gd name="connsiteX26774" fmla="*/ 1224439 w 3114960"/>
              <a:gd name="connsiteY26774" fmla="*/ 2881027 h 5143785"/>
              <a:gd name="connsiteX26775" fmla="*/ 1214628 w 3114960"/>
              <a:gd name="connsiteY26775" fmla="*/ 2890838 h 5143785"/>
              <a:gd name="connsiteX26776" fmla="*/ 1215295 w 3114960"/>
              <a:gd name="connsiteY26776" fmla="*/ 2893886 h 5143785"/>
              <a:gd name="connsiteX26777" fmla="*/ 1201769 w 3114960"/>
              <a:gd name="connsiteY26777" fmla="*/ 2903506 h 5143785"/>
              <a:gd name="connsiteX26778" fmla="*/ 970121 w 3114960"/>
              <a:gd name="connsiteY26778" fmla="*/ 2903506 h 5143785"/>
              <a:gd name="connsiteX26779" fmla="*/ 970121 w 3114960"/>
              <a:gd name="connsiteY26779" fmla="*/ 2894648 h 5143785"/>
              <a:gd name="connsiteX26780" fmla="*/ 963740 w 3114960"/>
              <a:gd name="connsiteY26780" fmla="*/ 2888266 h 5143785"/>
              <a:gd name="connsiteX26781" fmla="*/ 843344 w 3114960"/>
              <a:gd name="connsiteY26781" fmla="*/ 2888266 h 5143785"/>
              <a:gd name="connsiteX26782" fmla="*/ 836962 w 3114960"/>
              <a:gd name="connsiteY26782" fmla="*/ 2894648 h 5143785"/>
              <a:gd name="connsiteX26783" fmla="*/ 836962 w 3114960"/>
              <a:gd name="connsiteY26783" fmla="*/ 2905792 h 5143785"/>
              <a:gd name="connsiteX26784" fmla="*/ 836962 w 3114960"/>
              <a:gd name="connsiteY26784" fmla="*/ 2903506 h 5143785"/>
              <a:gd name="connsiteX26785" fmla="*/ 804863 w 3114960"/>
              <a:gd name="connsiteY26785" fmla="*/ 2903696 h 5143785"/>
              <a:gd name="connsiteX26786" fmla="*/ 790194 w 3114960"/>
              <a:gd name="connsiteY26786" fmla="*/ 2919794 h 5143785"/>
              <a:gd name="connsiteX26787" fmla="*/ 546926 w 3114960"/>
              <a:gd name="connsiteY26787" fmla="*/ 2919984 h 5143785"/>
              <a:gd name="connsiteX26788" fmla="*/ 545021 w 3114960"/>
              <a:gd name="connsiteY26788" fmla="*/ 2909602 h 5143785"/>
              <a:gd name="connsiteX26789" fmla="*/ 529685 w 3114960"/>
              <a:gd name="connsiteY26789" fmla="*/ 2893600 h 5143785"/>
              <a:gd name="connsiteX26790" fmla="*/ 522923 w 3114960"/>
              <a:gd name="connsiteY26790" fmla="*/ 2890647 h 5143785"/>
              <a:gd name="connsiteX26791" fmla="*/ 519398 w 3114960"/>
              <a:gd name="connsiteY26791" fmla="*/ 2891219 h 5143785"/>
              <a:gd name="connsiteX26792" fmla="*/ 522351 w 3114960"/>
              <a:gd name="connsiteY26792" fmla="*/ 2867882 h 5143785"/>
              <a:gd name="connsiteX26793" fmla="*/ 465868 w 3114960"/>
              <a:gd name="connsiteY26793" fmla="*/ 2808827 h 5143785"/>
              <a:gd name="connsiteX26794" fmla="*/ 465487 w 3114960"/>
              <a:gd name="connsiteY26794" fmla="*/ 2808446 h 5143785"/>
              <a:gd name="connsiteX26795" fmla="*/ 434340 w 3114960"/>
              <a:gd name="connsiteY26795" fmla="*/ 2808446 h 5143785"/>
              <a:gd name="connsiteX26796" fmla="*/ 377000 w 3114960"/>
              <a:gd name="connsiteY26796" fmla="*/ 2748534 h 5143785"/>
              <a:gd name="connsiteX26797" fmla="*/ 377666 w 3114960"/>
              <a:gd name="connsiteY26797" fmla="*/ 2746343 h 5143785"/>
              <a:gd name="connsiteX26798" fmla="*/ 377952 w 3114960"/>
              <a:gd name="connsiteY26798" fmla="*/ 2731580 h 5143785"/>
              <a:gd name="connsiteX26799" fmla="*/ 373475 w 3114960"/>
              <a:gd name="connsiteY26799" fmla="*/ 2726912 h 5143785"/>
              <a:gd name="connsiteX26800" fmla="*/ 367951 w 3114960"/>
              <a:gd name="connsiteY26800" fmla="*/ 2726912 h 5143785"/>
              <a:gd name="connsiteX26801" fmla="*/ 368141 w 3114960"/>
              <a:gd name="connsiteY26801" fmla="*/ 2589657 h 5143785"/>
              <a:gd name="connsiteX26802" fmla="*/ 426434 w 3114960"/>
              <a:gd name="connsiteY26802" fmla="*/ 2534507 h 5143785"/>
              <a:gd name="connsiteX26803" fmla="*/ 435864 w 3114960"/>
              <a:gd name="connsiteY26803" fmla="*/ 2533841 h 5143785"/>
              <a:gd name="connsiteX26804" fmla="*/ 439960 w 3114960"/>
              <a:gd name="connsiteY26804" fmla="*/ 2527554 h 5143785"/>
              <a:gd name="connsiteX26805" fmla="*/ 438340 w 3114960"/>
              <a:gd name="connsiteY26805" fmla="*/ 2520315 h 5143785"/>
              <a:gd name="connsiteX26806" fmla="*/ 430339 w 3114960"/>
              <a:gd name="connsiteY26806" fmla="*/ 2516219 h 5143785"/>
              <a:gd name="connsiteX26807" fmla="*/ 424815 w 3114960"/>
              <a:gd name="connsiteY26807" fmla="*/ 2517838 h 5143785"/>
              <a:gd name="connsiteX26808" fmla="*/ 420719 w 3114960"/>
              <a:gd name="connsiteY26808" fmla="*/ 2524125 h 5143785"/>
              <a:gd name="connsiteX26809" fmla="*/ 422339 w 3114960"/>
              <a:gd name="connsiteY26809" fmla="*/ 2531364 h 5143785"/>
              <a:gd name="connsiteX26810" fmla="*/ 422529 w 3114960"/>
              <a:gd name="connsiteY26810" fmla="*/ 2531555 h 5143785"/>
              <a:gd name="connsiteX26811" fmla="*/ 363284 w 3114960"/>
              <a:gd name="connsiteY26811" fmla="*/ 2587562 h 5143785"/>
              <a:gd name="connsiteX26812" fmla="*/ 363093 w 3114960"/>
              <a:gd name="connsiteY26812" fmla="*/ 2726627 h 5143785"/>
              <a:gd name="connsiteX26813" fmla="*/ 358616 w 3114960"/>
              <a:gd name="connsiteY26813" fmla="*/ 2726627 h 5143785"/>
              <a:gd name="connsiteX26814" fmla="*/ 353949 w 3114960"/>
              <a:gd name="connsiteY26814" fmla="*/ 2731008 h 5143785"/>
              <a:gd name="connsiteX26815" fmla="*/ 353663 w 3114960"/>
              <a:gd name="connsiteY26815" fmla="*/ 2745772 h 5143785"/>
              <a:gd name="connsiteX26816" fmla="*/ 358140 w 3114960"/>
              <a:gd name="connsiteY26816" fmla="*/ 2750439 h 5143785"/>
              <a:gd name="connsiteX26817" fmla="*/ 372904 w 3114960"/>
              <a:gd name="connsiteY26817" fmla="*/ 2750725 h 5143785"/>
              <a:gd name="connsiteX26818" fmla="*/ 375095 w 3114960"/>
              <a:gd name="connsiteY26818" fmla="*/ 2750153 h 5143785"/>
              <a:gd name="connsiteX26819" fmla="*/ 432816 w 3114960"/>
              <a:gd name="connsiteY26819" fmla="*/ 2810542 h 5143785"/>
              <a:gd name="connsiteX26820" fmla="*/ 433197 w 3114960"/>
              <a:gd name="connsiteY26820" fmla="*/ 2810923 h 5143785"/>
              <a:gd name="connsiteX26821" fmla="*/ 464344 w 3114960"/>
              <a:gd name="connsiteY26821" fmla="*/ 2810923 h 5143785"/>
              <a:gd name="connsiteX26822" fmla="*/ 519684 w 3114960"/>
              <a:gd name="connsiteY26822" fmla="*/ 2868644 h 5143785"/>
              <a:gd name="connsiteX26823" fmla="*/ 516636 w 3114960"/>
              <a:gd name="connsiteY26823" fmla="*/ 2892743 h 5143785"/>
              <a:gd name="connsiteX26824" fmla="*/ 515874 w 3114960"/>
              <a:gd name="connsiteY26824" fmla="*/ 2893219 h 5143785"/>
              <a:gd name="connsiteX26825" fmla="*/ 513493 w 3114960"/>
              <a:gd name="connsiteY26825" fmla="*/ 2895505 h 5143785"/>
              <a:gd name="connsiteX26826" fmla="*/ 513207 w 3114960"/>
              <a:gd name="connsiteY26826" fmla="*/ 2909126 h 5143785"/>
              <a:gd name="connsiteX26827" fmla="*/ 528542 w 3114960"/>
              <a:gd name="connsiteY26827" fmla="*/ 2925128 h 5143785"/>
              <a:gd name="connsiteX26828" fmla="*/ 535496 w 3114960"/>
              <a:gd name="connsiteY26828" fmla="*/ 2928080 h 5143785"/>
              <a:gd name="connsiteX26829" fmla="*/ 542163 w 3114960"/>
              <a:gd name="connsiteY26829" fmla="*/ 2925413 h 5143785"/>
              <a:gd name="connsiteX26830" fmla="*/ 542925 w 3114960"/>
              <a:gd name="connsiteY26830" fmla="*/ 2924651 h 5143785"/>
              <a:gd name="connsiteX26831" fmla="*/ 792099 w 3114960"/>
              <a:gd name="connsiteY26831" fmla="*/ 2924461 h 5143785"/>
              <a:gd name="connsiteX26832" fmla="*/ 806768 w 3114960"/>
              <a:gd name="connsiteY26832" fmla="*/ 2908363 h 5143785"/>
              <a:gd name="connsiteX26833" fmla="*/ 1224344 w 3114960"/>
              <a:gd name="connsiteY26833" fmla="*/ 2885885 h 5143785"/>
              <a:gd name="connsiteX26834" fmla="*/ 1229392 w 3114960"/>
              <a:gd name="connsiteY26834" fmla="*/ 2890933 h 5143785"/>
              <a:gd name="connsiteX26835" fmla="*/ 1224344 w 3114960"/>
              <a:gd name="connsiteY26835" fmla="*/ 2895981 h 5143785"/>
              <a:gd name="connsiteX26836" fmla="*/ 1219295 w 3114960"/>
              <a:gd name="connsiteY26836" fmla="*/ 2890933 h 5143785"/>
              <a:gd name="connsiteX26837" fmla="*/ 1224344 w 3114960"/>
              <a:gd name="connsiteY26837" fmla="*/ 2885885 h 5143785"/>
              <a:gd name="connsiteX26838" fmla="*/ 933260 w 3114960"/>
              <a:gd name="connsiteY26838" fmla="*/ 2890933 h 5143785"/>
              <a:gd name="connsiteX26839" fmla="*/ 939737 w 3114960"/>
              <a:gd name="connsiteY26839" fmla="*/ 2890933 h 5143785"/>
              <a:gd name="connsiteX26840" fmla="*/ 939737 w 3114960"/>
              <a:gd name="connsiteY26840" fmla="*/ 2921127 h 5143785"/>
              <a:gd name="connsiteX26841" fmla="*/ 933260 w 3114960"/>
              <a:gd name="connsiteY26841" fmla="*/ 2921127 h 5143785"/>
              <a:gd name="connsiteX26842" fmla="*/ 933260 w 3114960"/>
              <a:gd name="connsiteY26842" fmla="*/ 2890933 h 5143785"/>
              <a:gd name="connsiteX26843" fmla="*/ 900303 w 3114960"/>
              <a:gd name="connsiteY26843" fmla="*/ 2890933 h 5143785"/>
              <a:gd name="connsiteX26844" fmla="*/ 906780 w 3114960"/>
              <a:gd name="connsiteY26844" fmla="*/ 2890933 h 5143785"/>
              <a:gd name="connsiteX26845" fmla="*/ 906780 w 3114960"/>
              <a:gd name="connsiteY26845" fmla="*/ 2921127 h 5143785"/>
              <a:gd name="connsiteX26846" fmla="*/ 900303 w 3114960"/>
              <a:gd name="connsiteY26846" fmla="*/ 2921127 h 5143785"/>
              <a:gd name="connsiteX26847" fmla="*/ 900303 w 3114960"/>
              <a:gd name="connsiteY26847" fmla="*/ 2890933 h 5143785"/>
              <a:gd name="connsiteX26848" fmla="*/ 870680 w 3114960"/>
              <a:gd name="connsiteY26848" fmla="*/ 2890933 h 5143785"/>
              <a:gd name="connsiteX26849" fmla="*/ 877157 w 3114960"/>
              <a:gd name="connsiteY26849" fmla="*/ 2890933 h 5143785"/>
              <a:gd name="connsiteX26850" fmla="*/ 877157 w 3114960"/>
              <a:gd name="connsiteY26850" fmla="*/ 2921127 h 5143785"/>
              <a:gd name="connsiteX26851" fmla="*/ 870680 w 3114960"/>
              <a:gd name="connsiteY26851" fmla="*/ 2921127 h 5143785"/>
              <a:gd name="connsiteX26852" fmla="*/ 870680 w 3114960"/>
              <a:gd name="connsiteY26852" fmla="*/ 2890933 h 5143785"/>
              <a:gd name="connsiteX26853" fmla="*/ 517017 w 3114960"/>
              <a:gd name="connsiteY26853" fmla="*/ 2899124 h 5143785"/>
              <a:gd name="connsiteX26854" fmla="*/ 519398 w 3114960"/>
              <a:gd name="connsiteY26854" fmla="*/ 2896838 h 5143785"/>
              <a:gd name="connsiteX26855" fmla="*/ 522732 w 3114960"/>
              <a:gd name="connsiteY26855" fmla="*/ 2895505 h 5143785"/>
              <a:gd name="connsiteX26856" fmla="*/ 522827 w 3114960"/>
              <a:gd name="connsiteY26856" fmla="*/ 2895505 h 5143785"/>
              <a:gd name="connsiteX26857" fmla="*/ 525399 w 3114960"/>
              <a:gd name="connsiteY26857" fmla="*/ 2896362 h 5143785"/>
              <a:gd name="connsiteX26858" fmla="*/ 516255 w 3114960"/>
              <a:gd name="connsiteY26858" fmla="*/ 2905030 h 5143785"/>
              <a:gd name="connsiteX26859" fmla="*/ 516922 w 3114960"/>
              <a:gd name="connsiteY26859" fmla="*/ 2899029 h 5143785"/>
              <a:gd name="connsiteX26860" fmla="*/ 528352 w 3114960"/>
              <a:gd name="connsiteY26860" fmla="*/ 2917984 h 5143785"/>
              <a:gd name="connsiteX26861" fmla="*/ 520065 w 3114960"/>
              <a:gd name="connsiteY26861" fmla="*/ 2909316 h 5143785"/>
              <a:gd name="connsiteX26862" fmla="*/ 529495 w 3114960"/>
              <a:gd name="connsiteY26862" fmla="*/ 2900363 h 5143785"/>
              <a:gd name="connsiteX26863" fmla="*/ 537782 w 3114960"/>
              <a:gd name="connsiteY26863" fmla="*/ 2909030 h 5143785"/>
              <a:gd name="connsiteX26864" fmla="*/ 528352 w 3114960"/>
              <a:gd name="connsiteY26864" fmla="*/ 2917984 h 5143785"/>
              <a:gd name="connsiteX26865" fmla="*/ 541496 w 3114960"/>
              <a:gd name="connsiteY26865" fmla="*/ 2919889 h 5143785"/>
              <a:gd name="connsiteX26866" fmla="*/ 539115 w 3114960"/>
              <a:gd name="connsiteY26866" fmla="*/ 2922175 h 5143785"/>
              <a:gd name="connsiteX26867" fmla="*/ 532257 w 3114960"/>
              <a:gd name="connsiteY26867" fmla="*/ 2921984 h 5143785"/>
              <a:gd name="connsiteX26868" fmla="*/ 531781 w 3114960"/>
              <a:gd name="connsiteY26868" fmla="*/ 2921508 h 5143785"/>
              <a:gd name="connsiteX26869" fmla="*/ 541211 w 3114960"/>
              <a:gd name="connsiteY26869" fmla="*/ 2912555 h 5143785"/>
              <a:gd name="connsiteX26870" fmla="*/ 541687 w 3114960"/>
              <a:gd name="connsiteY26870" fmla="*/ 2913031 h 5143785"/>
              <a:gd name="connsiteX26871" fmla="*/ 541496 w 3114960"/>
              <a:gd name="connsiteY26871" fmla="*/ 2919889 h 5143785"/>
              <a:gd name="connsiteX26872" fmla="*/ 1787366 w 3114960"/>
              <a:gd name="connsiteY26872" fmla="*/ 1710976 h 5143785"/>
              <a:gd name="connsiteX26873" fmla="*/ 1809178 w 3114960"/>
              <a:gd name="connsiteY26873" fmla="*/ 1678210 h 5143785"/>
              <a:gd name="connsiteX26874" fmla="*/ 1809178 w 3114960"/>
              <a:gd name="connsiteY26874" fmla="*/ 1602772 h 5143785"/>
              <a:gd name="connsiteX26875" fmla="*/ 1819275 w 3114960"/>
              <a:gd name="connsiteY26875" fmla="*/ 1591723 h 5143785"/>
              <a:gd name="connsiteX26876" fmla="*/ 1807940 w 3114960"/>
              <a:gd name="connsiteY26876" fmla="*/ 1580388 h 5143785"/>
              <a:gd name="connsiteX26877" fmla="*/ 1796606 w 3114960"/>
              <a:gd name="connsiteY26877" fmla="*/ 1591723 h 5143785"/>
              <a:gd name="connsiteX26878" fmla="*/ 1806702 w 3114960"/>
              <a:gd name="connsiteY26878" fmla="*/ 1602772 h 5143785"/>
              <a:gd name="connsiteX26879" fmla="*/ 1806702 w 3114960"/>
              <a:gd name="connsiteY26879" fmla="*/ 1677543 h 5143785"/>
              <a:gd name="connsiteX26880" fmla="*/ 1786033 w 3114960"/>
              <a:gd name="connsiteY26880" fmla="*/ 1708690 h 5143785"/>
              <a:gd name="connsiteX26881" fmla="*/ 1703642 w 3114960"/>
              <a:gd name="connsiteY26881" fmla="*/ 1708023 h 5143785"/>
              <a:gd name="connsiteX26882" fmla="*/ 1671828 w 3114960"/>
              <a:gd name="connsiteY26882" fmla="*/ 1742313 h 5143785"/>
              <a:gd name="connsiteX26883" fmla="*/ 1664208 w 3114960"/>
              <a:gd name="connsiteY26883" fmla="*/ 1742313 h 5143785"/>
              <a:gd name="connsiteX26884" fmla="*/ 1658588 w 3114960"/>
              <a:gd name="connsiteY26884" fmla="*/ 1747933 h 5143785"/>
              <a:gd name="connsiteX26885" fmla="*/ 1658588 w 3114960"/>
              <a:gd name="connsiteY26885" fmla="*/ 1751457 h 5143785"/>
              <a:gd name="connsiteX26886" fmla="*/ 1664208 w 3114960"/>
              <a:gd name="connsiteY26886" fmla="*/ 1757077 h 5143785"/>
              <a:gd name="connsiteX26887" fmla="*/ 1678400 w 3114960"/>
              <a:gd name="connsiteY26887" fmla="*/ 1757077 h 5143785"/>
              <a:gd name="connsiteX26888" fmla="*/ 1684020 w 3114960"/>
              <a:gd name="connsiteY26888" fmla="*/ 1751457 h 5143785"/>
              <a:gd name="connsiteX26889" fmla="*/ 1684020 w 3114960"/>
              <a:gd name="connsiteY26889" fmla="*/ 1747933 h 5143785"/>
              <a:gd name="connsiteX26890" fmla="*/ 1678400 w 3114960"/>
              <a:gd name="connsiteY26890" fmla="*/ 1742313 h 5143785"/>
              <a:gd name="connsiteX26891" fmla="*/ 1675067 w 3114960"/>
              <a:gd name="connsiteY26891" fmla="*/ 1742313 h 5143785"/>
              <a:gd name="connsiteX26892" fmla="*/ 1704689 w 3114960"/>
              <a:gd name="connsiteY26892" fmla="*/ 1710404 h 5143785"/>
              <a:gd name="connsiteX26893" fmla="*/ 1787271 w 3114960"/>
              <a:gd name="connsiteY26893" fmla="*/ 1711071 h 5143785"/>
              <a:gd name="connsiteX26894" fmla="*/ 1799082 w 3114960"/>
              <a:gd name="connsiteY26894" fmla="*/ 1591628 h 5143785"/>
              <a:gd name="connsiteX26895" fmla="*/ 1808036 w 3114960"/>
              <a:gd name="connsiteY26895" fmla="*/ 1582674 h 5143785"/>
              <a:gd name="connsiteX26896" fmla="*/ 1816989 w 3114960"/>
              <a:gd name="connsiteY26896" fmla="*/ 1591628 h 5143785"/>
              <a:gd name="connsiteX26897" fmla="*/ 1808036 w 3114960"/>
              <a:gd name="connsiteY26897" fmla="*/ 1600581 h 5143785"/>
              <a:gd name="connsiteX26898" fmla="*/ 1799082 w 3114960"/>
              <a:gd name="connsiteY26898" fmla="*/ 1591628 h 5143785"/>
              <a:gd name="connsiteX26899" fmla="*/ 1678591 w 3114960"/>
              <a:gd name="connsiteY26899" fmla="*/ 1744504 h 5143785"/>
              <a:gd name="connsiteX26900" fmla="*/ 1681829 w 3114960"/>
              <a:gd name="connsiteY26900" fmla="*/ 1747742 h 5143785"/>
              <a:gd name="connsiteX26901" fmla="*/ 1681829 w 3114960"/>
              <a:gd name="connsiteY26901" fmla="*/ 1751267 h 5143785"/>
              <a:gd name="connsiteX26902" fmla="*/ 1678591 w 3114960"/>
              <a:gd name="connsiteY26902" fmla="*/ 1754505 h 5143785"/>
              <a:gd name="connsiteX26903" fmla="*/ 1664399 w 3114960"/>
              <a:gd name="connsiteY26903" fmla="*/ 1754505 h 5143785"/>
              <a:gd name="connsiteX26904" fmla="*/ 1661160 w 3114960"/>
              <a:gd name="connsiteY26904" fmla="*/ 1751267 h 5143785"/>
              <a:gd name="connsiteX26905" fmla="*/ 1661160 w 3114960"/>
              <a:gd name="connsiteY26905" fmla="*/ 1747742 h 5143785"/>
              <a:gd name="connsiteX26906" fmla="*/ 1664399 w 3114960"/>
              <a:gd name="connsiteY26906" fmla="*/ 1744504 h 5143785"/>
              <a:gd name="connsiteX26907" fmla="*/ 1678591 w 3114960"/>
              <a:gd name="connsiteY26907" fmla="*/ 1744504 h 5143785"/>
              <a:gd name="connsiteX26908" fmla="*/ 95 w 3114960"/>
              <a:gd name="connsiteY26908" fmla="*/ 677609 h 5143785"/>
              <a:gd name="connsiteX26909" fmla="*/ 95 w 3114960"/>
              <a:gd name="connsiteY26909" fmla="*/ 631508 h 5143785"/>
              <a:gd name="connsiteX26910" fmla="*/ 22955 w 3114960"/>
              <a:gd name="connsiteY26910" fmla="*/ 654558 h 5143785"/>
              <a:gd name="connsiteX26911" fmla="*/ 95 w 3114960"/>
              <a:gd name="connsiteY26911" fmla="*/ 677609 h 5143785"/>
              <a:gd name="connsiteX26912" fmla="*/ 309182 w 3114960"/>
              <a:gd name="connsiteY26912" fmla="*/ 774764 h 5143785"/>
              <a:gd name="connsiteX26913" fmla="*/ 299942 w 3114960"/>
              <a:gd name="connsiteY26913" fmla="*/ 782193 h 5143785"/>
              <a:gd name="connsiteX26914" fmla="*/ 267367 w 3114960"/>
              <a:gd name="connsiteY26914" fmla="*/ 782193 h 5143785"/>
              <a:gd name="connsiteX26915" fmla="*/ 243840 w 3114960"/>
              <a:gd name="connsiteY26915" fmla="*/ 797624 h 5143785"/>
              <a:gd name="connsiteX26916" fmla="*/ 2858 w 3114960"/>
              <a:gd name="connsiteY26916" fmla="*/ 797624 h 5143785"/>
              <a:gd name="connsiteX26917" fmla="*/ 95 w 3114960"/>
              <a:gd name="connsiteY26917" fmla="*/ 800672 h 5143785"/>
              <a:gd name="connsiteX26918" fmla="*/ 95 w 3114960"/>
              <a:gd name="connsiteY26918" fmla="*/ 807815 h 5143785"/>
              <a:gd name="connsiteX26919" fmla="*/ 4953 w 3114960"/>
              <a:gd name="connsiteY26919" fmla="*/ 802386 h 5143785"/>
              <a:gd name="connsiteX26920" fmla="*/ 245269 w 3114960"/>
              <a:gd name="connsiteY26920" fmla="*/ 802386 h 5143785"/>
              <a:gd name="connsiteX26921" fmla="*/ 268796 w 3114960"/>
              <a:gd name="connsiteY26921" fmla="*/ 786956 h 5143785"/>
              <a:gd name="connsiteX26922" fmla="*/ 299942 w 3114960"/>
              <a:gd name="connsiteY26922" fmla="*/ 786956 h 5143785"/>
              <a:gd name="connsiteX26923" fmla="*/ 309182 w 3114960"/>
              <a:gd name="connsiteY26923" fmla="*/ 794385 h 5143785"/>
              <a:gd name="connsiteX26924" fmla="*/ 318992 w 3114960"/>
              <a:gd name="connsiteY26924" fmla="*/ 784574 h 5143785"/>
              <a:gd name="connsiteX26925" fmla="*/ 309182 w 3114960"/>
              <a:gd name="connsiteY26925" fmla="*/ 774764 h 5143785"/>
              <a:gd name="connsiteX26926" fmla="*/ 309182 w 3114960"/>
              <a:gd name="connsiteY26926" fmla="*/ 789623 h 5143785"/>
              <a:gd name="connsiteX26927" fmla="*/ 304133 w 3114960"/>
              <a:gd name="connsiteY26927" fmla="*/ 784574 h 5143785"/>
              <a:gd name="connsiteX26928" fmla="*/ 309182 w 3114960"/>
              <a:gd name="connsiteY26928" fmla="*/ 779526 h 5143785"/>
              <a:gd name="connsiteX26929" fmla="*/ 314230 w 3114960"/>
              <a:gd name="connsiteY26929" fmla="*/ 784574 h 5143785"/>
              <a:gd name="connsiteX26930" fmla="*/ 309182 w 3114960"/>
              <a:gd name="connsiteY26930" fmla="*/ 789623 h 5143785"/>
              <a:gd name="connsiteX26931" fmla="*/ 1807940 w 3114960"/>
              <a:gd name="connsiteY26931" fmla="*/ 1598581 h 5143785"/>
              <a:gd name="connsiteX26932" fmla="*/ 1800987 w 3114960"/>
              <a:gd name="connsiteY26932" fmla="*/ 1591628 h 5143785"/>
              <a:gd name="connsiteX26933" fmla="*/ 1807940 w 3114960"/>
              <a:gd name="connsiteY26933" fmla="*/ 1584674 h 5143785"/>
              <a:gd name="connsiteX26934" fmla="*/ 1814894 w 3114960"/>
              <a:gd name="connsiteY26934" fmla="*/ 1591628 h 5143785"/>
              <a:gd name="connsiteX26935" fmla="*/ 1807940 w 3114960"/>
              <a:gd name="connsiteY26935" fmla="*/ 1598581 h 5143785"/>
              <a:gd name="connsiteX26936" fmla="*/ 1180624 w 3114960"/>
              <a:gd name="connsiteY26936" fmla="*/ 1952435 h 5143785"/>
              <a:gd name="connsiteX26937" fmla="*/ 1289304 w 3114960"/>
              <a:gd name="connsiteY26937" fmla="*/ 1952435 h 5143785"/>
              <a:gd name="connsiteX26938" fmla="*/ 1289304 w 3114960"/>
              <a:gd name="connsiteY26938" fmla="*/ 1957197 h 5143785"/>
              <a:gd name="connsiteX26939" fmla="*/ 1180624 w 3114960"/>
              <a:gd name="connsiteY26939" fmla="*/ 1957197 h 5143785"/>
              <a:gd name="connsiteX26940" fmla="*/ 1180624 w 3114960"/>
              <a:gd name="connsiteY26940" fmla="*/ 1952435 h 5143785"/>
              <a:gd name="connsiteX26941" fmla="*/ 2526983 w 3114960"/>
              <a:gd name="connsiteY26941" fmla="*/ 1193959 h 5143785"/>
              <a:gd name="connsiteX26942" fmla="*/ 2266950 w 3114960"/>
              <a:gd name="connsiteY26942" fmla="*/ 1193959 h 5143785"/>
              <a:gd name="connsiteX26943" fmla="*/ 2245424 w 3114960"/>
              <a:gd name="connsiteY26943" fmla="*/ 1213104 h 5143785"/>
              <a:gd name="connsiteX26944" fmla="*/ 2245424 w 3114960"/>
              <a:gd name="connsiteY26944" fmla="*/ 1311497 h 5143785"/>
              <a:gd name="connsiteX26945" fmla="*/ 2270760 w 3114960"/>
              <a:gd name="connsiteY26945" fmla="*/ 1331214 h 5143785"/>
              <a:gd name="connsiteX26946" fmla="*/ 2270760 w 3114960"/>
              <a:gd name="connsiteY26946" fmla="*/ 1348454 h 5143785"/>
              <a:gd name="connsiteX26947" fmla="*/ 2276666 w 3114960"/>
              <a:gd name="connsiteY26947" fmla="*/ 1354360 h 5143785"/>
              <a:gd name="connsiteX26948" fmla="*/ 2318861 w 3114960"/>
              <a:gd name="connsiteY26948" fmla="*/ 1354360 h 5143785"/>
              <a:gd name="connsiteX26949" fmla="*/ 2325529 w 3114960"/>
              <a:gd name="connsiteY26949" fmla="*/ 1347692 h 5143785"/>
              <a:gd name="connsiteX26950" fmla="*/ 2325529 w 3114960"/>
              <a:gd name="connsiteY26950" fmla="*/ 1306259 h 5143785"/>
              <a:gd name="connsiteX26951" fmla="*/ 2318861 w 3114960"/>
              <a:gd name="connsiteY26951" fmla="*/ 1299591 h 5143785"/>
              <a:gd name="connsiteX26952" fmla="*/ 2277428 w 3114960"/>
              <a:gd name="connsiteY26952" fmla="*/ 1299591 h 5143785"/>
              <a:gd name="connsiteX26953" fmla="*/ 2270760 w 3114960"/>
              <a:gd name="connsiteY26953" fmla="*/ 1306259 h 5143785"/>
              <a:gd name="connsiteX26954" fmla="*/ 2270760 w 3114960"/>
              <a:gd name="connsiteY26954" fmla="*/ 1319117 h 5143785"/>
              <a:gd name="connsiteX26955" fmla="*/ 2254949 w 3114960"/>
              <a:gd name="connsiteY26955" fmla="*/ 1306830 h 5143785"/>
              <a:gd name="connsiteX26956" fmla="*/ 2254949 w 3114960"/>
              <a:gd name="connsiteY26956" fmla="*/ 1217390 h 5143785"/>
              <a:gd name="connsiteX26957" fmla="*/ 2270570 w 3114960"/>
              <a:gd name="connsiteY26957" fmla="*/ 1203484 h 5143785"/>
              <a:gd name="connsiteX26958" fmla="*/ 2522030 w 3114960"/>
              <a:gd name="connsiteY26958" fmla="*/ 1203484 h 5143785"/>
              <a:gd name="connsiteX26959" fmla="*/ 2537460 w 3114960"/>
              <a:gd name="connsiteY26959" fmla="*/ 1225106 h 5143785"/>
              <a:gd name="connsiteX26960" fmla="*/ 2855786 w 3114960"/>
              <a:gd name="connsiteY26960" fmla="*/ 1226915 h 5143785"/>
              <a:gd name="connsiteX26961" fmla="*/ 2856262 w 3114960"/>
              <a:gd name="connsiteY26961" fmla="*/ 1226915 h 5143785"/>
              <a:gd name="connsiteX26962" fmla="*/ 2907887 w 3114960"/>
              <a:gd name="connsiteY26962" fmla="*/ 1177957 h 5143785"/>
              <a:gd name="connsiteX26963" fmla="*/ 2907887 w 3114960"/>
              <a:gd name="connsiteY26963" fmla="*/ 1015651 h 5143785"/>
              <a:gd name="connsiteX26964" fmla="*/ 2882265 w 3114960"/>
              <a:gd name="connsiteY26964" fmla="*/ 993458 h 5143785"/>
              <a:gd name="connsiteX26965" fmla="*/ 2882265 w 3114960"/>
              <a:gd name="connsiteY26965" fmla="*/ 861727 h 5143785"/>
              <a:gd name="connsiteX26966" fmla="*/ 2866739 w 3114960"/>
              <a:gd name="connsiteY26966" fmla="*/ 841534 h 5143785"/>
              <a:gd name="connsiteX26967" fmla="*/ 2870740 w 3114960"/>
              <a:gd name="connsiteY26967" fmla="*/ 829437 h 5143785"/>
              <a:gd name="connsiteX26968" fmla="*/ 2850166 w 3114960"/>
              <a:gd name="connsiteY26968" fmla="*/ 808863 h 5143785"/>
              <a:gd name="connsiteX26969" fmla="*/ 2839498 w 3114960"/>
              <a:gd name="connsiteY26969" fmla="*/ 811911 h 5143785"/>
              <a:gd name="connsiteX26970" fmla="*/ 2814352 w 3114960"/>
              <a:gd name="connsiteY26970" fmla="*/ 776573 h 5143785"/>
              <a:gd name="connsiteX26971" fmla="*/ 2815019 w 3114960"/>
              <a:gd name="connsiteY26971" fmla="*/ 643033 h 5143785"/>
              <a:gd name="connsiteX26972" fmla="*/ 2818448 w 3114960"/>
              <a:gd name="connsiteY26972" fmla="*/ 643033 h 5143785"/>
              <a:gd name="connsiteX26973" fmla="*/ 2829973 w 3114960"/>
              <a:gd name="connsiteY26973" fmla="*/ 631508 h 5143785"/>
              <a:gd name="connsiteX26974" fmla="*/ 2829973 w 3114960"/>
              <a:gd name="connsiteY26974" fmla="*/ 580168 h 5143785"/>
              <a:gd name="connsiteX26975" fmla="*/ 2818448 w 3114960"/>
              <a:gd name="connsiteY26975" fmla="*/ 568643 h 5143785"/>
              <a:gd name="connsiteX26976" fmla="*/ 2815019 w 3114960"/>
              <a:gd name="connsiteY26976" fmla="*/ 568643 h 5143785"/>
              <a:gd name="connsiteX26977" fmla="*/ 2815019 w 3114960"/>
              <a:gd name="connsiteY26977" fmla="*/ 487585 h 5143785"/>
              <a:gd name="connsiteX26978" fmla="*/ 2821877 w 3114960"/>
              <a:gd name="connsiteY26978" fmla="*/ 478631 h 5143785"/>
              <a:gd name="connsiteX26979" fmla="*/ 2812256 w 3114960"/>
              <a:gd name="connsiteY26979" fmla="*/ 467392 h 5143785"/>
              <a:gd name="connsiteX26980" fmla="*/ 2801017 w 3114960"/>
              <a:gd name="connsiteY26980" fmla="*/ 477012 h 5143785"/>
              <a:gd name="connsiteX26981" fmla="*/ 2807875 w 3114960"/>
              <a:gd name="connsiteY26981" fmla="*/ 487394 h 5143785"/>
              <a:gd name="connsiteX26982" fmla="*/ 2807875 w 3114960"/>
              <a:gd name="connsiteY26982" fmla="*/ 568547 h 5143785"/>
              <a:gd name="connsiteX26983" fmla="*/ 2804446 w 3114960"/>
              <a:gd name="connsiteY26983" fmla="*/ 568547 h 5143785"/>
              <a:gd name="connsiteX26984" fmla="*/ 2792921 w 3114960"/>
              <a:gd name="connsiteY26984" fmla="*/ 580073 h 5143785"/>
              <a:gd name="connsiteX26985" fmla="*/ 2792921 w 3114960"/>
              <a:gd name="connsiteY26985" fmla="*/ 631412 h 5143785"/>
              <a:gd name="connsiteX26986" fmla="*/ 2804446 w 3114960"/>
              <a:gd name="connsiteY26986" fmla="*/ 642938 h 5143785"/>
              <a:gd name="connsiteX26987" fmla="*/ 2807780 w 3114960"/>
              <a:gd name="connsiteY26987" fmla="*/ 642938 h 5143785"/>
              <a:gd name="connsiteX26988" fmla="*/ 2807113 w 3114960"/>
              <a:gd name="connsiteY26988" fmla="*/ 777907 h 5143785"/>
              <a:gd name="connsiteX26989" fmla="*/ 2808161 w 3114960"/>
              <a:gd name="connsiteY26989" fmla="*/ 780383 h 5143785"/>
              <a:gd name="connsiteX26990" fmla="*/ 2834164 w 3114960"/>
              <a:gd name="connsiteY26990" fmla="*/ 816483 h 5143785"/>
              <a:gd name="connsiteX26991" fmla="*/ 2829592 w 3114960"/>
              <a:gd name="connsiteY26991" fmla="*/ 829247 h 5143785"/>
              <a:gd name="connsiteX26992" fmla="*/ 2850166 w 3114960"/>
              <a:gd name="connsiteY26992" fmla="*/ 849821 h 5143785"/>
              <a:gd name="connsiteX26993" fmla="*/ 2859405 w 3114960"/>
              <a:gd name="connsiteY26993" fmla="*/ 847535 h 5143785"/>
              <a:gd name="connsiteX26994" fmla="*/ 2872645 w 3114960"/>
              <a:gd name="connsiteY26994" fmla="*/ 864775 h 5143785"/>
              <a:gd name="connsiteX26995" fmla="*/ 2872645 w 3114960"/>
              <a:gd name="connsiteY26995" fmla="*/ 997649 h 5143785"/>
              <a:gd name="connsiteX26996" fmla="*/ 2898267 w 3114960"/>
              <a:gd name="connsiteY26996" fmla="*/ 1019842 h 5143785"/>
              <a:gd name="connsiteX26997" fmla="*/ 2898267 w 3114960"/>
              <a:gd name="connsiteY26997" fmla="*/ 1173671 h 5143785"/>
              <a:gd name="connsiteX26998" fmla="*/ 2852452 w 3114960"/>
              <a:gd name="connsiteY26998" fmla="*/ 1217200 h 5143785"/>
              <a:gd name="connsiteX26999" fmla="*/ 2542318 w 3114960"/>
              <a:gd name="connsiteY26999" fmla="*/ 1215485 h 5143785"/>
              <a:gd name="connsiteX27000" fmla="*/ 2526887 w 3114960"/>
              <a:gd name="connsiteY27000" fmla="*/ 1193768 h 5143785"/>
              <a:gd name="connsiteX27001" fmla="*/ 2275427 w 3114960"/>
              <a:gd name="connsiteY27001" fmla="*/ 1325880 h 5143785"/>
              <a:gd name="connsiteX27002" fmla="*/ 2276951 w 3114960"/>
              <a:gd name="connsiteY27002" fmla="*/ 1323975 h 5143785"/>
              <a:gd name="connsiteX27003" fmla="*/ 2275427 w 3114960"/>
              <a:gd name="connsiteY27003" fmla="*/ 1322832 h 5143785"/>
              <a:gd name="connsiteX27004" fmla="*/ 2275427 w 3114960"/>
              <a:gd name="connsiteY27004" fmla="*/ 1306259 h 5143785"/>
              <a:gd name="connsiteX27005" fmla="*/ 2277332 w 3114960"/>
              <a:gd name="connsiteY27005" fmla="*/ 1304353 h 5143785"/>
              <a:gd name="connsiteX27006" fmla="*/ 2318766 w 3114960"/>
              <a:gd name="connsiteY27006" fmla="*/ 1304353 h 5143785"/>
              <a:gd name="connsiteX27007" fmla="*/ 2320671 w 3114960"/>
              <a:gd name="connsiteY27007" fmla="*/ 1306259 h 5143785"/>
              <a:gd name="connsiteX27008" fmla="*/ 2320671 w 3114960"/>
              <a:gd name="connsiteY27008" fmla="*/ 1347692 h 5143785"/>
              <a:gd name="connsiteX27009" fmla="*/ 2318766 w 3114960"/>
              <a:gd name="connsiteY27009" fmla="*/ 1349597 h 5143785"/>
              <a:gd name="connsiteX27010" fmla="*/ 2276570 w 3114960"/>
              <a:gd name="connsiteY27010" fmla="*/ 1349597 h 5143785"/>
              <a:gd name="connsiteX27011" fmla="*/ 2275427 w 3114960"/>
              <a:gd name="connsiteY27011" fmla="*/ 1348454 h 5143785"/>
              <a:gd name="connsiteX27012" fmla="*/ 2275427 w 3114960"/>
              <a:gd name="connsiteY27012" fmla="*/ 1325880 h 5143785"/>
              <a:gd name="connsiteX27013" fmla="*/ 2800255 w 3114960"/>
              <a:gd name="connsiteY27013" fmla="*/ 580263 h 5143785"/>
              <a:gd name="connsiteX27014" fmla="*/ 2804636 w 3114960"/>
              <a:gd name="connsiteY27014" fmla="*/ 575882 h 5143785"/>
              <a:gd name="connsiteX27015" fmla="*/ 2818638 w 3114960"/>
              <a:gd name="connsiteY27015" fmla="*/ 575882 h 5143785"/>
              <a:gd name="connsiteX27016" fmla="*/ 2823020 w 3114960"/>
              <a:gd name="connsiteY27016" fmla="*/ 580263 h 5143785"/>
              <a:gd name="connsiteX27017" fmla="*/ 2823020 w 3114960"/>
              <a:gd name="connsiteY27017" fmla="*/ 589217 h 5143785"/>
              <a:gd name="connsiteX27018" fmla="*/ 2800350 w 3114960"/>
              <a:gd name="connsiteY27018" fmla="*/ 589217 h 5143785"/>
              <a:gd name="connsiteX27019" fmla="*/ 2800350 w 3114960"/>
              <a:gd name="connsiteY27019" fmla="*/ 580263 h 5143785"/>
              <a:gd name="connsiteX27020" fmla="*/ 2807970 w 3114960"/>
              <a:gd name="connsiteY27020" fmla="*/ 635889 h 5143785"/>
              <a:gd name="connsiteX27021" fmla="*/ 2804541 w 3114960"/>
              <a:gd name="connsiteY27021" fmla="*/ 635889 h 5143785"/>
              <a:gd name="connsiteX27022" fmla="*/ 2800160 w 3114960"/>
              <a:gd name="connsiteY27022" fmla="*/ 631508 h 5143785"/>
              <a:gd name="connsiteX27023" fmla="*/ 2800160 w 3114960"/>
              <a:gd name="connsiteY27023" fmla="*/ 619792 h 5143785"/>
              <a:gd name="connsiteX27024" fmla="*/ 2822829 w 3114960"/>
              <a:gd name="connsiteY27024" fmla="*/ 619792 h 5143785"/>
              <a:gd name="connsiteX27025" fmla="*/ 2822829 w 3114960"/>
              <a:gd name="connsiteY27025" fmla="*/ 631508 h 5143785"/>
              <a:gd name="connsiteX27026" fmla="*/ 2818448 w 3114960"/>
              <a:gd name="connsiteY27026" fmla="*/ 635889 h 5143785"/>
              <a:gd name="connsiteX27027" fmla="*/ 2807875 w 3114960"/>
              <a:gd name="connsiteY27027" fmla="*/ 635889 h 5143785"/>
              <a:gd name="connsiteX27028" fmla="*/ 2850261 w 3114960"/>
              <a:gd name="connsiteY27028" fmla="*/ 842772 h 5143785"/>
              <a:gd name="connsiteX27029" fmla="*/ 2836831 w 3114960"/>
              <a:gd name="connsiteY27029" fmla="*/ 829342 h 5143785"/>
              <a:gd name="connsiteX27030" fmla="*/ 2850261 w 3114960"/>
              <a:gd name="connsiteY27030" fmla="*/ 815912 h 5143785"/>
              <a:gd name="connsiteX27031" fmla="*/ 2863692 w 3114960"/>
              <a:gd name="connsiteY27031" fmla="*/ 829342 h 5143785"/>
              <a:gd name="connsiteX27032" fmla="*/ 2850261 w 3114960"/>
              <a:gd name="connsiteY27032" fmla="*/ 842772 h 5143785"/>
              <a:gd name="connsiteX27033" fmla="*/ 1997774 w 3114960"/>
              <a:gd name="connsiteY27033" fmla="*/ 2571845 h 5143785"/>
              <a:gd name="connsiteX27034" fmla="*/ 1997964 w 3114960"/>
              <a:gd name="connsiteY27034" fmla="*/ 2571084 h 5143785"/>
              <a:gd name="connsiteX27035" fmla="*/ 1971008 w 3114960"/>
              <a:gd name="connsiteY27035" fmla="*/ 2539555 h 5143785"/>
              <a:gd name="connsiteX27036" fmla="*/ 1962055 w 3114960"/>
              <a:gd name="connsiteY27036" fmla="*/ 2539555 h 5143785"/>
              <a:gd name="connsiteX27037" fmla="*/ 1936528 w 3114960"/>
              <a:gd name="connsiteY27037" fmla="*/ 2571274 h 5143785"/>
              <a:gd name="connsiteX27038" fmla="*/ 1936337 w 3114960"/>
              <a:gd name="connsiteY27038" fmla="*/ 2571084 h 5143785"/>
              <a:gd name="connsiteX27039" fmla="*/ 1936432 w 3114960"/>
              <a:gd name="connsiteY27039" fmla="*/ 2571750 h 5143785"/>
              <a:gd name="connsiteX27040" fmla="*/ 1932337 w 3114960"/>
              <a:gd name="connsiteY27040" fmla="*/ 2575846 h 5143785"/>
              <a:gd name="connsiteX27041" fmla="*/ 1928241 w 3114960"/>
              <a:gd name="connsiteY27041" fmla="*/ 2571750 h 5143785"/>
              <a:gd name="connsiteX27042" fmla="*/ 1932337 w 3114960"/>
              <a:gd name="connsiteY27042" fmla="*/ 2567654 h 5143785"/>
              <a:gd name="connsiteX27043" fmla="*/ 1933194 w 3114960"/>
              <a:gd name="connsiteY27043" fmla="*/ 2567845 h 5143785"/>
              <a:gd name="connsiteX27044" fmla="*/ 1959769 w 3114960"/>
              <a:gd name="connsiteY27044" fmla="*/ 2534793 h 5143785"/>
              <a:gd name="connsiteX27045" fmla="*/ 1973199 w 3114960"/>
              <a:gd name="connsiteY27045" fmla="*/ 2534793 h 5143785"/>
              <a:gd name="connsiteX27046" fmla="*/ 2001488 w 3114960"/>
              <a:gd name="connsiteY27046" fmla="*/ 2567750 h 5143785"/>
              <a:gd name="connsiteX27047" fmla="*/ 2001965 w 3114960"/>
              <a:gd name="connsiteY27047" fmla="*/ 2567654 h 5143785"/>
              <a:gd name="connsiteX27048" fmla="*/ 2006060 w 3114960"/>
              <a:gd name="connsiteY27048" fmla="*/ 2571750 h 5143785"/>
              <a:gd name="connsiteX27049" fmla="*/ 2001965 w 3114960"/>
              <a:gd name="connsiteY27049" fmla="*/ 2575846 h 5143785"/>
              <a:gd name="connsiteX27050" fmla="*/ 1997869 w 3114960"/>
              <a:gd name="connsiteY27050" fmla="*/ 2571750 h 5143785"/>
              <a:gd name="connsiteX27051" fmla="*/ 2764060 w 3114960"/>
              <a:gd name="connsiteY27051" fmla="*/ 1179386 h 5143785"/>
              <a:gd name="connsiteX27052" fmla="*/ 2781872 w 3114960"/>
              <a:gd name="connsiteY27052" fmla="*/ 1167575 h 5143785"/>
              <a:gd name="connsiteX27053" fmla="*/ 2779681 w 3114960"/>
              <a:gd name="connsiteY27053" fmla="*/ 1156240 h 5143785"/>
              <a:gd name="connsiteX27054" fmla="*/ 2770061 w 3114960"/>
              <a:gd name="connsiteY27054" fmla="*/ 1149763 h 5143785"/>
              <a:gd name="connsiteX27055" fmla="*/ 2767013 w 3114960"/>
              <a:gd name="connsiteY27055" fmla="*/ 1149477 h 5143785"/>
              <a:gd name="connsiteX27056" fmla="*/ 2752154 w 3114960"/>
              <a:gd name="connsiteY27056" fmla="*/ 1161574 h 5143785"/>
              <a:gd name="connsiteX27057" fmla="*/ 2754344 w 3114960"/>
              <a:gd name="connsiteY27057" fmla="*/ 1172909 h 5143785"/>
              <a:gd name="connsiteX27058" fmla="*/ 2763965 w 3114960"/>
              <a:gd name="connsiteY27058" fmla="*/ 1179386 h 5143785"/>
              <a:gd name="connsiteX27059" fmla="*/ 2756916 w 3114960"/>
              <a:gd name="connsiteY27059" fmla="*/ 1162431 h 5143785"/>
              <a:gd name="connsiteX27060" fmla="*/ 2769108 w 3114960"/>
              <a:gd name="connsiteY27060" fmla="*/ 1154335 h 5143785"/>
              <a:gd name="connsiteX27061" fmla="*/ 2775680 w 3114960"/>
              <a:gd name="connsiteY27061" fmla="*/ 1158812 h 5143785"/>
              <a:gd name="connsiteX27062" fmla="*/ 2777204 w 3114960"/>
              <a:gd name="connsiteY27062" fmla="*/ 1166622 h 5143785"/>
              <a:gd name="connsiteX27063" fmla="*/ 2767013 w 3114960"/>
              <a:gd name="connsiteY27063" fmla="*/ 1174909 h 5143785"/>
              <a:gd name="connsiteX27064" fmla="*/ 2764917 w 3114960"/>
              <a:gd name="connsiteY27064" fmla="*/ 1174718 h 5143785"/>
              <a:gd name="connsiteX27065" fmla="*/ 2758345 w 3114960"/>
              <a:gd name="connsiteY27065" fmla="*/ 1170242 h 5143785"/>
              <a:gd name="connsiteX27066" fmla="*/ 2756821 w 3114960"/>
              <a:gd name="connsiteY27066" fmla="*/ 1162431 h 5143785"/>
              <a:gd name="connsiteX27067" fmla="*/ 2163413 w 3114960"/>
              <a:gd name="connsiteY27067" fmla="*/ 1333786 h 5143785"/>
              <a:gd name="connsiteX27068" fmla="*/ 2152650 w 3114960"/>
              <a:gd name="connsiteY27068" fmla="*/ 1344549 h 5143785"/>
              <a:gd name="connsiteX27069" fmla="*/ 2152650 w 3114960"/>
              <a:gd name="connsiteY27069" fmla="*/ 1389126 h 5143785"/>
              <a:gd name="connsiteX27070" fmla="*/ 2145887 w 3114960"/>
              <a:gd name="connsiteY27070" fmla="*/ 1389126 h 5143785"/>
              <a:gd name="connsiteX27071" fmla="*/ 2143506 w 3114960"/>
              <a:gd name="connsiteY27071" fmla="*/ 1391507 h 5143785"/>
              <a:gd name="connsiteX27072" fmla="*/ 2143506 w 3114960"/>
              <a:gd name="connsiteY27072" fmla="*/ 1399508 h 5143785"/>
              <a:gd name="connsiteX27073" fmla="*/ 2145887 w 3114960"/>
              <a:gd name="connsiteY27073" fmla="*/ 1401890 h 5143785"/>
              <a:gd name="connsiteX27074" fmla="*/ 2164080 w 3114960"/>
              <a:gd name="connsiteY27074" fmla="*/ 1401890 h 5143785"/>
              <a:gd name="connsiteX27075" fmla="*/ 2166461 w 3114960"/>
              <a:gd name="connsiteY27075" fmla="*/ 1399508 h 5143785"/>
              <a:gd name="connsiteX27076" fmla="*/ 2166461 w 3114960"/>
              <a:gd name="connsiteY27076" fmla="*/ 1391507 h 5143785"/>
              <a:gd name="connsiteX27077" fmla="*/ 2164080 w 3114960"/>
              <a:gd name="connsiteY27077" fmla="*/ 1389126 h 5143785"/>
              <a:gd name="connsiteX27078" fmla="*/ 2157413 w 3114960"/>
              <a:gd name="connsiteY27078" fmla="*/ 1389126 h 5143785"/>
              <a:gd name="connsiteX27079" fmla="*/ 2157413 w 3114960"/>
              <a:gd name="connsiteY27079" fmla="*/ 1344549 h 5143785"/>
              <a:gd name="connsiteX27080" fmla="*/ 2163413 w 3114960"/>
              <a:gd name="connsiteY27080" fmla="*/ 1338548 h 5143785"/>
              <a:gd name="connsiteX27081" fmla="*/ 2169414 w 3114960"/>
              <a:gd name="connsiteY27081" fmla="*/ 1344549 h 5143785"/>
              <a:gd name="connsiteX27082" fmla="*/ 2169414 w 3114960"/>
              <a:gd name="connsiteY27082" fmla="*/ 1382554 h 5143785"/>
              <a:gd name="connsiteX27083" fmla="*/ 2180177 w 3114960"/>
              <a:gd name="connsiteY27083" fmla="*/ 1393317 h 5143785"/>
              <a:gd name="connsiteX27084" fmla="*/ 2190941 w 3114960"/>
              <a:gd name="connsiteY27084" fmla="*/ 1382554 h 5143785"/>
              <a:gd name="connsiteX27085" fmla="*/ 2190941 w 3114960"/>
              <a:gd name="connsiteY27085" fmla="*/ 1344549 h 5143785"/>
              <a:gd name="connsiteX27086" fmla="*/ 2196941 w 3114960"/>
              <a:gd name="connsiteY27086" fmla="*/ 1338548 h 5143785"/>
              <a:gd name="connsiteX27087" fmla="*/ 2202942 w 3114960"/>
              <a:gd name="connsiteY27087" fmla="*/ 1344549 h 5143785"/>
              <a:gd name="connsiteX27088" fmla="*/ 2202942 w 3114960"/>
              <a:gd name="connsiteY27088" fmla="*/ 1382554 h 5143785"/>
              <a:gd name="connsiteX27089" fmla="*/ 2213705 w 3114960"/>
              <a:gd name="connsiteY27089" fmla="*/ 1393317 h 5143785"/>
              <a:gd name="connsiteX27090" fmla="*/ 2224469 w 3114960"/>
              <a:gd name="connsiteY27090" fmla="*/ 1382554 h 5143785"/>
              <a:gd name="connsiteX27091" fmla="*/ 2224469 w 3114960"/>
              <a:gd name="connsiteY27091" fmla="*/ 1340072 h 5143785"/>
              <a:gd name="connsiteX27092" fmla="*/ 2231231 w 3114960"/>
              <a:gd name="connsiteY27092" fmla="*/ 1340072 h 5143785"/>
              <a:gd name="connsiteX27093" fmla="*/ 2233613 w 3114960"/>
              <a:gd name="connsiteY27093" fmla="*/ 1337691 h 5143785"/>
              <a:gd name="connsiteX27094" fmla="*/ 2233613 w 3114960"/>
              <a:gd name="connsiteY27094" fmla="*/ 1329690 h 5143785"/>
              <a:gd name="connsiteX27095" fmla="*/ 2231231 w 3114960"/>
              <a:gd name="connsiteY27095" fmla="*/ 1327309 h 5143785"/>
              <a:gd name="connsiteX27096" fmla="*/ 2213039 w 3114960"/>
              <a:gd name="connsiteY27096" fmla="*/ 1327309 h 5143785"/>
              <a:gd name="connsiteX27097" fmla="*/ 2210657 w 3114960"/>
              <a:gd name="connsiteY27097" fmla="*/ 1329690 h 5143785"/>
              <a:gd name="connsiteX27098" fmla="*/ 2210657 w 3114960"/>
              <a:gd name="connsiteY27098" fmla="*/ 1337691 h 5143785"/>
              <a:gd name="connsiteX27099" fmla="*/ 2213039 w 3114960"/>
              <a:gd name="connsiteY27099" fmla="*/ 1340072 h 5143785"/>
              <a:gd name="connsiteX27100" fmla="*/ 2219801 w 3114960"/>
              <a:gd name="connsiteY27100" fmla="*/ 1340072 h 5143785"/>
              <a:gd name="connsiteX27101" fmla="*/ 2219801 w 3114960"/>
              <a:gd name="connsiteY27101" fmla="*/ 1382554 h 5143785"/>
              <a:gd name="connsiteX27102" fmla="*/ 2213801 w 3114960"/>
              <a:gd name="connsiteY27102" fmla="*/ 1388555 h 5143785"/>
              <a:gd name="connsiteX27103" fmla="*/ 2207800 w 3114960"/>
              <a:gd name="connsiteY27103" fmla="*/ 1382554 h 5143785"/>
              <a:gd name="connsiteX27104" fmla="*/ 2207800 w 3114960"/>
              <a:gd name="connsiteY27104" fmla="*/ 1344549 h 5143785"/>
              <a:gd name="connsiteX27105" fmla="*/ 2197037 w 3114960"/>
              <a:gd name="connsiteY27105" fmla="*/ 1333786 h 5143785"/>
              <a:gd name="connsiteX27106" fmla="*/ 2186273 w 3114960"/>
              <a:gd name="connsiteY27106" fmla="*/ 1344549 h 5143785"/>
              <a:gd name="connsiteX27107" fmla="*/ 2186273 w 3114960"/>
              <a:gd name="connsiteY27107" fmla="*/ 1382554 h 5143785"/>
              <a:gd name="connsiteX27108" fmla="*/ 2180273 w 3114960"/>
              <a:gd name="connsiteY27108" fmla="*/ 1388555 h 5143785"/>
              <a:gd name="connsiteX27109" fmla="*/ 2174272 w 3114960"/>
              <a:gd name="connsiteY27109" fmla="*/ 1382554 h 5143785"/>
              <a:gd name="connsiteX27110" fmla="*/ 2174272 w 3114960"/>
              <a:gd name="connsiteY27110" fmla="*/ 1344549 h 5143785"/>
              <a:gd name="connsiteX27111" fmla="*/ 2163509 w 3114960"/>
              <a:gd name="connsiteY27111" fmla="*/ 1333786 h 5143785"/>
              <a:gd name="connsiteX27112" fmla="*/ 2161699 w 3114960"/>
              <a:gd name="connsiteY27112" fmla="*/ 1393889 h 5143785"/>
              <a:gd name="connsiteX27113" fmla="*/ 2161699 w 3114960"/>
              <a:gd name="connsiteY27113" fmla="*/ 1397127 h 5143785"/>
              <a:gd name="connsiteX27114" fmla="*/ 2148269 w 3114960"/>
              <a:gd name="connsiteY27114" fmla="*/ 1397127 h 5143785"/>
              <a:gd name="connsiteX27115" fmla="*/ 2148269 w 3114960"/>
              <a:gd name="connsiteY27115" fmla="*/ 1393889 h 5143785"/>
              <a:gd name="connsiteX27116" fmla="*/ 2161699 w 3114960"/>
              <a:gd name="connsiteY27116" fmla="*/ 1393889 h 5143785"/>
              <a:gd name="connsiteX27117" fmla="*/ 2215229 w 3114960"/>
              <a:gd name="connsiteY27117" fmla="*/ 1335405 h 5143785"/>
              <a:gd name="connsiteX27118" fmla="*/ 2215229 w 3114960"/>
              <a:gd name="connsiteY27118" fmla="*/ 1332167 h 5143785"/>
              <a:gd name="connsiteX27119" fmla="*/ 2228660 w 3114960"/>
              <a:gd name="connsiteY27119" fmla="*/ 1332167 h 5143785"/>
              <a:gd name="connsiteX27120" fmla="*/ 2228660 w 3114960"/>
              <a:gd name="connsiteY27120" fmla="*/ 1335405 h 5143785"/>
              <a:gd name="connsiteX27121" fmla="*/ 2215229 w 3114960"/>
              <a:gd name="connsiteY27121" fmla="*/ 1335405 h 5143785"/>
              <a:gd name="connsiteX27122" fmla="*/ 2857405 w 3114960"/>
              <a:gd name="connsiteY27122" fmla="*/ 1062609 h 5143785"/>
              <a:gd name="connsiteX27123" fmla="*/ 2854357 w 3114960"/>
              <a:gd name="connsiteY27123" fmla="*/ 1062323 h 5143785"/>
              <a:gd name="connsiteX27124" fmla="*/ 2846070 w 3114960"/>
              <a:gd name="connsiteY27124" fmla="*/ 1064800 h 5143785"/>
              <a:gd name="connsiteX27125" fmla="*/ 2839593 w 3114960"/>
              <a:gd name="connsiteY27125" fmla="*/ 1074420 h 5143785"/>
              <a:gd name="connsiteX27126" fmla="*/ 2851404 w 3114960"/>
              <a:gd name="connsiteY27126" fmla="*/ 1092232 h 5143785"/>
              <a:gd name="connsiteX27127" fmla="*/ 2862739 w 3114960"/>
              <a:gd name="connsiteY27127" fmla="*/ 1090041 h 5143785"/>
              <a:gd name="connsiteX27128" fmla="*/ 2869216 w 3114960"/>
              <a:gd name="connsiteY27128" fmla="*/ 1080421 h 5143785"/>
              <a:gd name="connsiteX27129" fmla="*/ 2867025 w 3114960"/>
              <a:gd name="connsiteY27129" fmla="*/ 1069086 h 5143785"/>
              <a:gd name="connsiteX27130" fmla="*/ 2857405 w 3114960"/>
              <a:gd name="connsiteY27130" fmla="*/ 1062609 h 5143785"/>
              <a:gd name="connsiteX27131" fmla="*/ 2864549 w 3114960"/>
              <a:gd name="connsiteY27131" fmla="*/ 1079468 h 5143785"/>
              <a:gd name="connsiteX27132" fmla="*/ 2860167 w 3114960"/>
              <a:gd name="connsiteY27132" fmla="*/ 1086041 h 5143785"/>
              <a:gd name="connsiteX27133" fmla="*/ 2854452 w 3114960"/>
              <a:gd name="connsiteY27133" fmla="*/ 1087755 h 5143785"/>
              <a:gd name="connsiteX27134" fmla="*/ 2852357 w 3114960"/>
              <a:gd name="connsiteY27134" fmla="*/ 1087565 h 5143785"/>
              <a:gd name="connsiteX27135" fmla="*/ 2844260 w 3114960"/>
              <a:gd name="connsiteY27135" fmla="*/ 1075373 h 5143785"/>
              <a:gd name="connsiteX27136" fmla="*/ 2848642 w 3114960"/>
              <a:gd name="connsiteY27136" fmla="*/ 1068800 h 5143785"/>
              <a:gd name="connsiteX27137" fmla="*/ 2856452 w 3114960"/>
              <a:gd name="connsiteY27137" fmla="*/ 1067276 h 5143785"/>
              <a:gd name="connsiteX27138" fmla="*/ 2863025 w 3114960"/>
              <a:gd name="connsiteY27138" fmla="*/ 1071753 h 5143785"/>
              <a:gd name="connsiteX27139" fmla="*/ 2864549 w 3114960"/>
              <a:gd name="connsiteY27139" fmla="*/ 1079564 h 5143785"/>
              <a:gd name="connsiteX27140" fmla="*/ 1636490 w 3114960"/>
              <a:gd name="connsiteY27140" fmla="*/ 1952339 h 5143785"/>
              <a:gd name="connsiteX27141" fmla="*/ 1646015 w 3114960"/>
              <a:gd name="connsiteY27141" fmla="*/ 1952339 h 5143785"/>
              <a:gd name="connsiteX27142" fmla="*/ 1646015 w 3114960"/>
              <a:gd name="connsiteY27142" fmla="*/ 1957102 h 5143785"/>
              <a:gd name="connsiteX27143" fmla="*/ 1636490 w 3114960"/>
              <a:gd name="connsiteY27143" fmla="*/ 1957102 h 5143785"/>
              <a:gd name="connsiteX27144" fmla="*/ 1636490 w 3114960"/>
              <a:gd name="connsiteY27144" fmla="*/ 1952339 h 5143785"/>
              <a:gd name="connsiteX27145" fmla="*/ 2869406 w 3114960"/>
              <a:gd name="connsiteY27145" fmla="*/ 1123474 h 5143785"/>
              <a:gd name="connsiteX27146" fmla="*/ 2854357 w 3114960"/>
              <a:gd name="connsiteY27146" fmla="*/ 1133475 h 5143785"/>
              <a:gd name="connsiteX27147" fmla="*/ 2844355 w 3114960"/>
              <a:gd name="connsiteY27147" fmla="*/ 1118426 h 5143785"/>
              <a:gd name="connsiteX27148" fmla="*/ 2859405 w 3114960"/>
              <a:gd name="connsiteY27148" fmla="*/ 1108424 h 5143785"/>
              <a:gd name="connsiteX27149" fmla="*/ 2869406 w 3114960"/>
              <a:gd name="connsiteY27149" fmla="*/ 1123474 h 5143785"/>
              <a:gd name="connsiteX27150" fmla="*/ 1983296 w 3114960"/>
              <a:gd name="connsiteY27150" fmla="*/ 1494568 h 5143785"/>
              <a:gd name="connsiteX27151" fmla="*/ 1897856 w 3114960"/>
              <a:gd name="connsiteY27151" fmla="*/ 1494187 h 5143785"/>
              <a:gd name="connsiteX27152" fmla="*/ 1893380 w 3114960"/>
              <a:gd name="connsiteY27152" fmla="*/ 1487138 h 5143785"/>
              <a:gd name="connsiteX27153" fmla="*/ 1872901 w 3114960"/>
              <a:gd name="connsiteY27153" fmla="*/ 1488567 h 5143785"/>
              <a:gd name="connsiteX27154" fmla="*/ 1869377 w 3114960"/>
              <a:gd name="connsiteY27154" fmla="*/ 1499140 h 5143785"/>
              <a:gd name="connsiteX27155" fmla="*/ 1874330 w 3114960"/>
              <a:gd name="connsiteY27155" fmla="*/ 1509141 h 5143785"/>
              <a:gd name="connsiteX27156" fmla="*/ 1883855 w 3114960"/>
              <a:gd name="connsiteY27156" fmla="*/ 1512665 h 5143785"/>
              <a:gd name="connsiteX27157" fmla="*/ 1894903 w 3114960"/>
              <a:gd name="connsiteY27157" fmla="*/ 1507617 h 5143785"/>
              <a:gd name="connsiteX27158" fmla="*/ 1898047 w 3114960"/>
              <a:gd name="connsiteY27158" fmla="*/ 1501235 h 5143785"/>
              <a:gd name="connsiteX27159" fmla="*/ 1985582 w 3114960"/>
              <a:gd name="connsiteY27159" fmla="*/ 1501616 h 5143785"/>
              <a:gd name="connsiteX27160" fmla="*/ 2053590 w 3114960"/>
              <a:gd name="connsiteY27160" fmla="*/ 1453420 h 5143785"/>
              <a:gd name="connsiteX27161" fmla="*/ 2208943 w 3114960"/>
              <a:gd name="connsiteY27161" fmla="*/ 1454468 h 5143785"/>
              <a:gd name="connsiteX27162" fmla="*/ 2270760 w 3114960"/>
              <a:gd name="connsiteY27162" fmla="*/ 1398651 h 5143785"/>
              <a:gd name="connsiteX27163" fmla="*/ 2284667 w 3114960"/>
              <a:gd name="connsiteY27163" fmla="*/ 1395603 h 5143785"/>
              <a:gd name="connsiteX27164" fmla="*/ 2283428 w 3114960"/>
              <a:gd name="connsiteY27164" fmla="*/ 1378458 h 5143785"/>
              <a:gd name="connsiteX27165" fmla="*/ 2266283 w 3114960"/>
              <a:gd name="connsiteY27165" fmla="*/ 1379696 h 5143785"/>
              <a:gd name="connsiteX27166" fmla="*/ 2265331 w 3114960"/>
              <a:gd name="connsiteY27166" fmla="*/ 1393984 h 5143785"/>
              <a:gd name="connsiteX27167" fmla="*/ 2206181 w 3114960"/>
              <a:gd name="connsiteY27167" fmla="*/ 1447324 h 5143785"/>
              <a:gd name="connsiteX27168" fmla="*/ 2051304 w 3114960"/>
              <a:gd name="connsiteY27168" fmla="*/ 1446276 h 5143785"/>
              <a:gd name="connsiteX27169" fmla="*/ 1983296 w 3114960"/>
              <a:gd name="connsiteY27169" fmla="*/ 1494473 h 5143785"/>
              <a:gd name="connsiteX27170" fmla="*/ 1891379 w 3114960"/>
              <a:gd name="connsiteY27170" fmla="*/ 1504569 h 5143785"/>
              <a:gd name="connsiteX27171" fmla="*/ 1877568 w 3114960"/>
              <a:gd name="connsiteY27171" fmla="*/ 1505522 h 5143785"/>
              <a:gd name="connsiteX27172" fmla="*/ 1876616 w 3114960"/>
              <a:gd name="connsiteY27172" fmla="*/ 1491710 h 5143785"/>
              <a:gd name="connsiteX27173" fmla="*/ 1884045 w 3114960"/>
              <a:gd name="connsiteY27173" fmla="*/ 1488377 h 5143785"/>
              <a:gd name="connsiteX27174" fmla="*/ 1890427 w 3114960"/>
              <a:gd name="connsiteY27174" fmla="*/ 1490758 h 5143785"/>
              <a:gd name="connsiteX27175" fmla="*/ 1891379 w 3114960"/>
              <a:gd name="connsiteY27175" fmla="*/ 1504569 h 5143785"/>
              <a:gd name="connsiteX27176" fmla="*/ 2285429 w 3114960"/>
              <a:gd name="connsiteY27176" fmla="*/ 1335405 h 5143785"/>
              <a:gd name="connsiteX27177" fmla="*/ 2285429 w 3114960"/>
              <a:gd name="connsiteY27177" fmla="*/ 1318546 h 5143785"/>
              <a:gd name="connsiteX27178" fmla="*/ 2289715 w 3114960"/>
              <a:gd name="connsiteY27178" fmla="*/ 1314260 h 5143785"/>
              <a:gd name="connsiteX27179" fmla="*/ 2306574 w 3114960"/>
              <a:gd name="connsiteY27179" fmla="*/ 1314260 h 5143785"/>
              <a:gd name="connsiteX27180" fmla="*/ 2310860 w 3114960"/>
              <a:gd name="connsiteY27180" fmla="*/ 1318546 h 5143785"/>
              <a:gd name="connsiteX27181" fmla="*/ 2310860 w 3114960"/>
              <a:gd name="connsiteY27181" fmla="*/ 1335405 h 5143785"/>
              <a:gd name="connsiteX27182" fmla="*/ 2306574 w 3114960"/>
              <a:gd name="connsiteY27182" fmla="*/ 1339691 h 5143785"/>
              <a:gd name="connsiteX27183" fmla="*/ 2289715 w 3114960"/>
              <a:gd name="connsiteY27183" fmla="*/ 1339691 h 5143785"/>
              <a:gd name="connsiteX27184" fmla="*/ 2285429 w 3114960"/>
              <a:gd name="connsiteY27184" fmla="*/ 1335405 h 5143785"/>
              <a:gd name="connsiteX27185" fmla="*/ 731615 w 3114960"/>
              <a:gd name="connsiteY27185" fmla="*/ 805529 h 5143785"/>
              <a:gd name="connsiteX27186" fmla="*/ 710851 w 3114960"/>
              <a:gd name="connsiteY27186" fmla="*/ 805529 h 5143785"/>
              <a:gd name="connsiteX27187" fmla="*/ 706279 w 3114960"/>
              <a:gd name="connsiteY27187" fmla="*/ 810101 h 5143785"/>
              <a:gd name="connsiteX27188" fmla="*/ 706279 w 3114960"/>
              <a:gd name="connsiteY27188" fmla="*/ 812768 h 5143785"/>
              <a:gd name="connsiteX27189" fmla="*/ 653987 w 3114960"/>
              <a:gd name="connsiteY27189" fmla="*/ 813149 h 5143785"/>
              <a:gd name="connsiteX27190" fmla="*/ 597599 w 3114960"/>
              <a:gd name="connsiteY27190" fmla="*/ 764858 h 5143785"/>
              <a:gd name="connsiteX27191" fmla="*/ 524351 w 3114960"/>
              <a:gd name="connsiteY27191" fmla="*/ 764381 h 5143785"/>
              <a:gd name="connsiteX27192" fmla="*/ 515017 w 3114960"/>
              <a:gd name="connsiteY27192" fmla="*/ 756952 h 5143785"/>
              <a:gd name="connsiteX27193" fmla="*/ 505206 w 3114960"/>
              <a:gd name="connsiteY27193" fmla="*/ 766763 h 5143785"/>
              <a:gd name="connsiteX27194" fmla="*/ 515017 w 3114960"/>
              <a:gd name="connsiteY27194" fmla="*/ 776573 h 5143785"/>
              <a:gd name="connsiteX27195" fmla="*/ 524256 w 3114960"/>
              <a:gd name="connsiteY27195" fmla="*/ 769239 h 5143785"/>
              <a:gd name="connsiteX27196" fmla="*/ 595789 w 3114960"/>
              <a:gd name="connsiteY27196" fmla="*/ 769715 h 5143785"/>
              <a:gd name="connsiteX27197" fmla="*/ 652177 w 3114960"/>
              <a:gd name="connsiteY27197" fmla="*/ 818007 h 5143785"/>
              <a:gd name="connsiteX27198" fmla="*/ 706184 w 3114960"/>
              <a:gd name="connsiteY27198" fmla="*/ 817531 h 5143785"/>
              <a:gd name="connsiteX27199" fmla="*/ 706184 w 3114960"/>
              <a:gd name="connsiteY27199" fmla="*/ 820102 h 5143785"/>
              <a:gd name="connsiteX27200" fmla="*/ 710756 w 3114960"/>
              <a:gd name="connsiteY27200" fmla="*/ 824675 h 5143785"/>
              <a:gd name="connsiteX27201" fmla="*/ 731520 w 3114960"/>
              <a:gd name="connsiteY27201" fmla="*/ 824675 h 5143785"/>
              <a:gd name="connsiteX27202" fmla="*/ 736092 w 3114960"/>
              <a:gd name="connsiteY27202" fmla="*/ 820102 h 5143785"/>
              <a:gd name="connsiteX27203" fmla="*/ 736092 w 3114960"/>
              <a:gd name="connsiteY27203" fmla="*/ 810101 h 5143785"/>
              <a:gd name="connsiteX27204" fmla="*/ 731520 w 3114960"/>
              <a:gd name="connsiteY27204" fmla="*/ 805529 h 5143785"/>
              <a:gd name="connsiteX27205" fmla="*/ 520065 w 3114960"/>
              <a:gd name="connsiteY27205" fmla="*/ 766763 h 5143785"/>
              <a:gd name="connsiteX27206" fmla="*/ 515112 w 3114960"/>
              <a:gd name="connsiteY27206" fmla="*/ 771716 h 5143785"/>
              <a:gd name="connsiteX27207" fmla="*/ 510064 w 3114960"/>
              <a:gd name="connsiteY27207" fmla="*/ 766667 h 5143785"/>
              <a:gd name="connsiteX27208" fmla="*/ 515112 w 3114960"/>
              <a:gd name="connsiteY27208" fmla="*/ 761619 h 5143785"/>
              <a:gd name="connsiteX27209" fmla="*/ 520065 w 3114960"/>
              <a:gd name="connsiteY27209" fmla="*/ 766572 h 5143785"/>
              <a:gd name="connsiteX27210" fmla="*/ 520065 w 3114960"/>
              <a:gd name="connsiteY27210" fmla="*/ 766572 h 5143785"/>
              <a:gd name="connsiteX27211" fmla="*/ 1248156 w 3114960"/>
              <a:gd name="connsiteY27211" fmla="*/ 1964341 h 5143785"/>
              <a:gd name="connsiteX27212" fmla="*/ 1223391 w 3114960"/>
              <a:gd name="connsiteY27212" fmla="*/ 1964341 h 5143785"/>
              <a:gd name="connsiteX27213" fmla="*/ 1223391 w 3114960"/>
              <a:gd name="connsiteY27213" fmla="*/ 1989106 h 5143785"/>
              <a:gd name="connsiteX27214" fmla="*/ 1248156 w 3114960"/>
              <a:gd name="connsiteY27214" fmla="*/ 1989106 h 5143785"/>
              <a:gd name="connsiteX27215" fmla="*/ 1248156 w 3114960"/>
              <a:gd name="connsiteY27215" fmla="*/ 1964341 h 5143785"/>
              <a:gd name="connsiteX27216" fmla="*/ 1243394 w 3114960"/>
              <a:gd name="connsiteY27216" fmla="*/ 1984343 h 5143785"/>
              <a:gd name="connsiteX27217" fmla="*/ 1228153 w 3114960"/>
              <a:gd name="connsiteY27217" fmla="*/ 1984343 h 5143785"/>
              <a:gd name="connsiteX27218" fmla="*/ 1228153 w 3114960"/>
              <a:gd name="connsiteY27218" fmla="*/ 1969103 h 5143785"/>
              <a:gd name="connsiteX27219" fmla="*/ 1243394 w 3114960"/>
              <a:gd name="connsiteY27219" fmla="*/ 1969103 h 5143785"/>
              <a:gd name="connsiteX27220" fmla="*/ 1243394 w 3114960"/>
              <a:gd name="connsiteY27220" fmla="*/ 1984343 h 5143785"/>
              <a:gd name="connsiteX27221" fmla="*/ 1717262 w 3114960"/>
              <a:gd name="connsiteY27221" fmla="*/ 2583180 h 5143785"/>
              <a:gd name="connsiteX27222" fmla="*/ 1717262 w 3114960"/>
              <a:gd name="connsiteY27222" fmla="*/ 2607945 h 5143785"/>
              <a:gd name="connsiteX27223" fmla="*/ 1742027 w 3114960"/>
              <a:gd name="connsiteY27223" fmla="*/ 2607945 h 5143785"/>
              <a:gd name="connsiteX27224" fmla="*/ 1742027 w 3114960"/>
              <a:gd name="connsiteY27224" fmla="*/ 2583180 h 5143785"/>
              <a:gd name="connsiteX27225" fmla="*/ 1717262 w 3114960"/>
              <a:gd name="connsiteY27225" fmla="*/ 2583180 h 5143785"/>
              <a:gd name="connsiteX27226" fmla="*/ 1737265 w 3114960"/>
              <a:gd name="connsiteY27226" fmla="*/ 2603183 h 5143785"/>
              <a:gd name="connsiteX27227" fmla="*/ 1722025 w 3114960"/>
              <a:gd name="connsiteY27227" fmla="*/ 2603183 h 5143785"/>
              <a:gd name="connsiteX27228" fmla="*/ 1722025 w 3114960"/>
              <a:gd name="connsiteY27228" fmla="*/ 2587943 h 5143785"/>
              <a:gd name="connsiteX27229" fmla="*/ 1737265 w 3114960"/>
              <a:gd name="connsiteY27229" fmla="*/ 2587943 h 5143785"/>
              <a:gd name="connsiteX27230" fmla="*/ 1737265 w 3114960"/>
              <a:gd name="connsiteY27230" fmla="*/ 2603183 h 5143785"/>
              <a:gd name="connsiteX27231" fmla="*/ 1180814 w 3114960"/>
              <a:gd name="connsiteY27231" fmla="*/ 1995297 h 5143785"/>
              <a:gd name="connsiteX27232" fmla="*/ 1289114 w 3114960"/>
              <a:gd name="connsiteY27232" fmla="*/ 1995297 h 5143785"/>
              <a:gd name="connsiteX27233" fmla="*/ 1289114 w 3114960"/>
              <a:gd name="connsiteY27233" fmla="*/ 2000060 h 5143785"/>
              <a:gd name="connsiteX27234" fmla="*/ 1180814 w 3114960"/>
              <a:gd name="connsiteY27234" fmla="*/ 2000060 h 5143785"/>
              <a:gd name="connsiteX27235" fmla="*/ 1180814 w 3114960"/>
              <a:gd name="connsiteY27235" fmla="*/ 1995297 h 5143785"/>
              <a:gd name="connsiteX27236" fmla="*/ 362712 w 3114960"/>
              <a:gd name="connsiteY27236" fmla="*/ 3442335 h 5143785"/>
              <a:gd name="connsiteX27237" fmla="*/ 362712 w 3114960"/>
              <a:gd name="connsiteY27237" fmla="*/ 3461099 h 5143785"/>
              <a:gd name="connsiteX27238" fmla="*/ 358902 w 3114960"/>
              <a:gd name="connsiteY27238" fmla="*/ 3464909 h 5143785"/>
              <a:gd name="connsiteX27239" fmla="*/ 340138 w 3114960"/>
              <a:gd name="connsiteY27239" fmla="*/ 3464909 h 5143785"/>
              <a:gd name="connsiteX27240" fmla="*/ 336328 w 3114960"/>
              <a:gd name="connsiteY27240" fmla="*/ 3461099 h 5143785"/>
              <a:gd name="connsiteX27241" fmla="*/ 336328 w 3114960"/>
              <a:gd name="connsiteY27241" fmla="*/ 3442335 h 5143785"/>
              <a:gd name="connsiteX27242" fmla="*/ 340138 w 3114960"/>
              <a:gd name="connsiteY27242" fmla="*/ 3438525 h 5143785"/>
              <a:gd name="connsiteX27243" fmla="*/ 358902 w 3114960"/>
              <a:gd name="connsiteY27243" fmla="*/ 3438525 h 5143785"/>
              <a:gd name="connsiteX27244" fmla="*/ 362712 w 3114960"/>
              <a:gd name="connsiteY27244" fmla="*/ 3442335 h 5143785"/>
              <a:gd name="connsiteX27245" fmla="*/ 1439323 w 3114960"/>
              <a:gd name="connsiteY27245" fmla="*/ 2145125 h 5143785"/>
              <a:gd name="connsiteX27246" fmla="*/ 1444085 w 3114960"/>
              <a:gd name="connsiteY27246" fmla="*/ 2140363 h 5143785"/>
              <a:gd name="connsiteX27247" fmla="*/ 1448848 w 3114960"/>
              <a:gd name="connsiteY27247" fmla="*/ 2145125 h 5143785"/>
              <a:gd name="connsiteX27248" fmla="*/ 1444085 w 3114960"/>
              <a:gd name="connsiteY27248" fmla="*/ 2149888 h 5143785"/>
              <a:gd name="connsiteX27249" fmla="*/ 1439323 w 3114960"/>
              <a:gd name="connsiteY27249" fmla="*/ 2145125 h 5143785"/>
              <a:gd name="connsiteX27250" fmla="*/ 1475803 w 3114960"/>
              <a:gd name="connsiteY27250" fmla="*/ 2277142 h 5143785"/>
              <a:gd name="connsiteX27251" fmla="*/ 1475803 w 3114960"/>
              <a:gd name="connsiteY27251" fmla="*/ 2262473 h 5143785"/>
              <a:gd name="connsiteX27252" fmla="*/ 1479614 w 3114960"/>
              <a:gd name="connsiteY27252" fmla="*/ 2258663 h 5143785"/>
              <a:gd name="connsiteX27253" fmla="*/ 1494282 w 3114960"/>
              <a:gd name="connsiteY27253" fmla="*/ 2258663 h 5143785"/>
              <a:gd name="connsiteX27254" fmla="*/ 1498092 w 3114960"/>
              <a:gd name="connsiteY27254" fmla="*/ 2262473 h 5143785"/>
              <a:gd name="connsiteX27255" fmla="*/ 1498092 w 3114960"/>
              <a:gd name="connsiteY27255" fmla="*/ 2277142 h 5143785"/>
              <a:gd name="connsiteX27256" fmla="*/ 1494282 w 3114960"/>
              <a:gd name="connsiteY27256" fmla="*/ 2280952 h 5143785"/>
              <a:gd name="connsiteX27257" fmla="*/ 1479614 w 3114960"/>
              <a:gd name="connsiteY27257" fmla="*/ 2280952 h 5143785"/>
              <a:gd name="connsiteX27258" fmla="*/ 1475803 w 3114960"/>
              <a:gd name="connsiteY27258" fmla="*/ 2277142 h 5143785"/>
              <a:gd name="connsiteX27259" fmla="*/ 1440180 w 3114960"/>
              <a:gd name="connsiteY27259" fmla="*/ 2112740 h 5143785"/>
              <a:gd name="connsiteX27260" fmla="*/ 1444085 w 3114960"/>
              <a:gd name="connsiteY27260" fmla="*/ 2108835 h 5143785"/>
              <a:gd name="connsiteX27261" fmla="*/ 1447991 w 3114960"/>
              <a:gd name="connsiteY27261" fmla="*/ 2112740 h 5143785"/>
              <a:gd name="connsiteX27262" fmla="*/ 1444085 w 3114960"/>
              <a:gd name="connsiteY27262" fmla="*/ 2116646 h 5143785"/>
              <a:gd name="connsiteX27263" fmla="*/ 1440180 w 3114960"/>
              <a:gd name="connsiteY27263" fmla="*/ 2112740 h 5143785"/>
              <a:gd name="connsiteX27264" fmla="*/ 1474756 w 3114960"/>
              <a:gd name="connsiteY27264" fmla="*/ 2254377 h 5143785"/>
              <a:gd name="connsiteX27265" fmla="*/ 1471613 w 3114960"/>
              <a:gd name="connsiteY27265" fmla="*/ 2257520 h 5143785"/>
              <a:gd name="connsiteX27266" fmla="*/ 1471613 w 3114960"/>
              <a:gd name="connsiteY27266" fmla="*/ 2281904 h 5143785"/>
              <a:gd name="connsiteX27267" fmla="*/ 1474756 w 3114960"/>
              <a:gd name="connsiteY27267" fmla="*/ 2285048 h 5143785"/>
              <a:gd name="connsiteX27268" fmla="*/ 1499140 w 3114960"/>
              <a:gd name="connsiteY27268" fmla="*/ 2285048 h 5143785"/>
              <a:gd name="connsiteX27269" fmla="*/ 1502283 w 3114960"/>
              <a:gd name="connsiteY27269" fmla="*/ 2281904 h 5143785"/>
              <a:gd name="connsiteX27270" fmla="*/ 1502283 w 3114960"/>
              <a:gd name="connsiteY27270" fmla="*/ 2257520 h 5143785"/>
              <a:gd name="connsiteX27271" fmla="*/ 1499140 w 3114960"/>
              <a:gd name="connsiteY27271" fmla="*/ 2254377 h 5143785"/>
              <a:gd name="connsiteX27272" fmla="*/ 1489329 w 3114960"/>
              <a:gd name="connsiteY27272" fmla="*/ 2254377 h 5143785"/>
              <a:gd name="connsiteX27273" fmla="*/ 1489329 w 3114960"/>
              <a:gd name="connsiteY27273" fmla="*/ 2155603 h 5143785"/>
              <a:gd name="connsiteX27274" fmla="*/ 1497140 w 3114960"/>
              <a:gd name="connsiteY27274" fmla="*/ 2145887 h 5143785"/>
              <a:gd name="connsiteX27275" fmla="*/ 1486948 w 3114960"/>
              <a:gd name="connsiteY27275" fmla="*/ 2135696 h 5143785"/>
              <a:gd name="connsiteX27276" fmla="*/ 1476756 w 3114960"/>
              <a:gd name="connsiteY27276" fmla="*/ 2145887 h 5143785"/>
              <a:gd name="connsiteX27277" fmla="*/ 1484567 w 3114960"/>
              <a:gd name="connsiteY27277" fmla="*/ 2155603 h 5143785"/>
              <a:gd name="connsiteX27278" fmla="*/ 1484567 w 3114960"/>
              <a:gd name="connsiteY27278" fmla="*/ 2254377 h 5143785"/>
              <a:gd name="connsiteX27279" fmla="*/ 1474756 w 3114960"/>
              <a:gd name="connsiteY27279" fmla="*/ 2254377 h 5143785"/>
              <a:gd name="connsiteX27280" fmla="*/ 1481614 w 3114960"/>
              <a:gd name="connsiteY27280" fmla="*/ 2145887 h 5143785"/>
              <a:gd name="connsiteX27281" fmla="*/ 1487043 w 3114960"/>
              <a:gd name="connsiteY27281" fmla="*/ 2140458 h 5143785"/>
              <a:gd name="connsiteX27282" fmla="*/ 1492472 w 3114960"/>
              <a:gd name="connsiteY27282" fmla="*/ 2145887 h 5143785"/>
              <a:gd name="connsiteX27283" fmla="*/ 1487043 w 3114960"/>
              <a:gd name="connsiteY27283" fmla="*/ 2151317 h 5143785"/>
              <a:gd name="connsiteX27284" fmla="*/ 1481614 w 3114960"/>
              <a:gd name="connsiteY27284" fmla="*/ 2145887 h 5143785"/>
              <a:gd name="connsiteX27285" fmla="*/ 1499235 w 3114960"/>
              <a:gd name="connsiteY27285" fmla="*/ 2256758 h 5143785"/>
              <a:gd name="connsiteX27286" fmla="*/ 1499997 w 3114960"/>
              <a:gd name="connsiteY27286" fmla="*/ 2257520 h 5143785"/>
              <a:gd name="connsiteX27287" fmla="*/ 1499997 w 3114960"/>
              <a:gd name="connsiteY27287" fmla="*/ 2281904 h 5143785"/>
              <a:gd name="connsiteX27288" fmla="*/ 1499235 w 3114960"/>
              <a:gd name="connsiteY27288" fmla="*/ 2282666 h 5143785"/>
              <a:gd name="connsiteX27289" fmla="*/ 1474851 w 3114960"/>
              <a:gd name="connsiteY27289" fmla="*/ 2282666 h 5143785"/>
              <a:gd name="connsiteX27290" fmla="*/ 1474089 w 3114960"/>
              <a:gd name="connsiteY27290" fmla="*/ 2281904 h 5143785"/>
              <a:gd name="connsiteX27291" fmla="*/ 1474089 w 3114960"/>
              <a:gd name="connsiteY27291" fmla="*/ 2257520 h 5143785"/>
              <a:gd name="connsiteX27292" fmla="*/ 1474851 w 3114960"/>
              <a:gd name="connsiteY27292" fmla="*/ 2256758 h 5143785"/>
              <a:gd name="connsiteX27293" fmla="*/ 1499235 w 3114960"/>
              <a:gd name="connsiteY27293" fmla="*/ 2256758 h 5143785"/>
              <a:gd name="connsiteX27294" fmla="*/ 321469 w 3114960"/>
              <a:gd name="connsiteY27294" fmla="*/ 2617565 h 5143785"/>
              <a:gd name="connsiteX27295" fmla="*/ 321469 w 3114960"/>
              <a:gd name="connsiteY27295" fmla="*/ 2624042 h 5143785"/>
              <a:gd name="connsiteX27296" fmla="*/ 318897 w 3114960"/>
              <a:gd name="connsiteY27296" fmla="*/ 2626614 h 5143785"/>
              <a:gd name="connsiteX27297" fmla="*/ 312420 w 3114960"/>
              <a:gd name="connsiteY27297" fmla="*/ 2626614 h 5143785"/>
              <a:gd name="connsiteX27298" fmla="*/ 309848 w 3114960"/>
              <a:gd name="connsiteY27298" fmla="*/ 2624042 h 5143785"/>
              <a:gd name="connsiteX27299" fmla="*/ 309848 w 3114960"/>
              <a:gd name="connsiteY27299" fmla="*/ 2617565 h 5143785"/>
              <a:gd name="connsiteX27300" fmla="*/ 312420 w 3114960"/>
              <a:gd name="connsiteY27300" fmla="*/ 2614994 h 5143785"/>
              <a:gd name="connsiteX27301" fmla="*/ 318897 w 3114960"/>
              <a:gd name="connsiteY27301" fmla="*/ 2614994 h 5143785"/>
              <a:gd name="connsiteX27302" fmla="*/ 321469 w 3114960"/>
              <a:gd name="connsiteY27302" fmla="*/ 2617565 h 5143785"/>
              <a:gd name="connsiteX27303" fmla="*/ 1752219 w 3114960"/>
              <a:gd name="connsiteY27303" fmla="*/ 1850707 h 5143785"/>
              <a:gd name="connsiteX27304" fmla="*/ 1737265 w 3114960"/>
              <a:gd name="connsiteY27304" fmla="*/ 1850707 h 5143785"/>
              <a:gd name="connsiteX27305" fmla="*/ 1727073 w 3114960"/>
              <a:gd name="connsiteY27305" fmla="*/ 1860899 h 5143785"/>
              <a:gd name="connsiteX27306" fmla="*/ 1727073 w 3114960"/>
              <a:gd name="connsiteY27306" fmla="*/ 1875853 h 5143785"/>
              <a:gd name="connsiteX27307" fmla="*/ 1737265 w 3114960"/>
              <a:gd name="connsiteY27307" fmla="*/ 1886045 h 5143785"/>
              <a:gd name="connsiteX27308" fmla="*/ 1752219 w 3114960"/>
              <a:gd name="connsiteY27308" fmla="*/ 1886045 h 5143785"/>
              <a:gd name="connsiteX27309" fmla="*/ 1762411 w 3114960"/>
              <a:gd name="connsiteY27309" fmla="*/ 1875853 h 5143785"/>
              <a:gd name="connsiteX27310" fmla="*/ 1762411 w 3114960"/>
              <a:gd name="connsiteY27310" fmla="*/ 1873853 h 5143785"/>
              <a:gd name="connsiteX27311" fmla="*/ 1829372 w 3114960"/>
              <a:gd name="connsiteY27311" fmla="*/ 1873853 h 5143785"/>
              <a:gd name="connsiteX27312" fmla="*/ 1839944 w 3114960"/>
              <a:gd name="connsiteY27312" fmla="*/ 1884236 h 5143785"/>
              <a:gd name="connsiteX27313" fmla="*/ 1926336 w 3114960"/>
              <a:gd name="connsiteY27313" fmla="*/ 1884236 h 5143785"/>
              <a:gd name="connsiteX27314" fmla="*/ 2003489 w 3114960"/>
              <a:gd name="connsiteY27314" fmla="*/ 1771936 h 5143785"/>
              <a:gd name="connsiteX27315" fmla="*/ 2003774 w 3114960"/>
              <a:gd name="connsiteY27315" fmla="*/ 1724597 h 5143785"/>
              <a:gd name="connsiteX27316" fmla="*/ 2034064 w 3114960"/>
              <a:gd name="connsiteY27316" fmla="*/ 1686020 h 5143785"/>
              <a:gd name="connsiteX27317" fmla="*/ 2102930 w 3114960"/>
              <a:gd name="connsiteY27317" fmla="*/ 1685353 h 5143785"/>
              <a:gd name="connsiteX27318" fmla="*/ 2102930 w 3114960"/>
              <a:gd name="connsiteY27318" fmla="*/ 1696117 h 5143785"/>
              <a:gd name="connsiteX27319" fmla="*/ 2111026 w 3114960"/>
              <a:gd name="connsiteY27319" fmla="*/ 1703927 h 5143785"/>
              <a:gd name="connsiteX27320" fmla="*/ 2118551 w 3114960"/>
              <a:gd name="connsiteY27320" fmla="*/ 1703927 h 5143785"/>
              <a:gd name="connsiteX27321" fmla="*/ 2126647 w 3114960"/>
              <a:gd name="connsiteY27321" fmla="*/ 1696403 h 5143785"/>
              <a:gd name="connsiteX27322" fmla="*/ 2173796 w 3114960"/>
              <a:gd name="connsiteY27322" fmla="*/ 1696403 h 5143785"/>
              <a:gd name="connsiteX27323" fmla="*/ 2191988 w 3114960"/>
              <a:gd name="connsiteY27323" fmla="*/ 1708976 h 5143785"/>
              <a:gd name="connsiteX27324" fmla="*/ 2275713 w 3114960"/>
              <a:gd name="connsiteY27324" fmla="*/ 1708976 h 5143785"/>
              <a:gd name="connsiteX27325" fmla="*/ 2275713 w 3114960"/>
              <a:gd name="connsiteY27325" fmla="*/ 1717262 h 5143785"/>
              <a:gd name="connsiteX27326" fmla="*/ 2284381 w 3114960"/>
              <a:gd name="connsiteY27326" fmla="*/ 1726025 h 5143785"/>
              <a:gd name="connsiteX27327" fmla="*/ 2432399 w 3114960"/>
              <a:gd name="connsiteY27327" fmla="*/ 1726025 h 5143785"/>
              <a:gd name="connsiteX27328" fmla="*/ 2441162 w 3114960"/>
              <a:gd name="connsiteY27328" fmla="*/ 1717262 h 5143785"/>
              <a:gd name="connsiteX27329" fmla="*/ 2441162 w 3114960"/>
              <a:gd name="connsiteY27329" fmla="*/ 1708404 h 5143785"/>
              <a:gd name="connsiteX27330" fmla="*/ 2532221 w 3114960"/>
              <a:gd name="connsiteY27330" fmla="*/ 1708976 h 5143785"/>
              <a:gd name="connsiteX27331" fmla="*/ 2546223 w 3114960"/>
              <a:gd name="connsiteY27331" fmla="*/ 1694212 h 5143785"/>
              <a:gd name="connsiteX27332" fmla="*/ 2546223 w 3114960"/>
              <a:gd name="connsiteY27332" fmla="*/ 1666589 h 5143785"/>
              <a:gd name="connsiteX27333" fmla="*/ 2555177 w 3114960"/>
              <a:gd name="connsiteY27333" fmla="*/ 1659255 h 5143785"/>
              <a:gd name="connsiteX27334" fmla="*/ 2548223 w 3114960"/>
              <a:gd name="connsiteY27334" fmla="*/ 1643539 h 5143785"/>
              <a:gd name="connsiteX27335" fmla="*/ 2545080 w 3114960"/>
              <a:gd name="connsiteY27335" fmla="*/ 1642967 h 5143785"/>
              <a:gd name="connsiteX27336" fmla="*/ 2545080 w 3114960"/>
              <a:gd name="connsiteY27336" fmla="*/ 1580769 h 5143785"/>
              <a:gd name="connsiteX27337" fmla="*/ 2568417 w 3114960"/>
              <a:gd name="connsiteY27337" fmla="*/ 1558957 h 5143785"/>
              <a:gd name="connsiteX27338" fmla="*/ 2691289 w 3114960"/>
              <a:gd name="connsiteY27338" fmla="*/ 1558957 h 5143785"/>
              <a:gd name="connsiteX27339" fmla="*/ 2691289 w 3114960"/>
              <a:gd name="connsiteY27339" fmla="*/ 1558671 h 5143785"/>
              <a:gd name="connsiteX27340" fmla="*/ 2703767 w 3114960"/>
              <a:gd name="connsiteY27340" fmla="*/ 1568482 h 5143785"/>
              <a:gd name="connsiteX27341" fmla="*/ 2716625 w 3114960"/>
              <a:gd name="connsiteY27341" fmla="*/ 1555623 h 5143785"/>
              <a:gd name="connsiteX27342" fmla="*/ 2706148 w 3114960"/>
              <a:gd name="connsiteY27342" fmla="*/ 1542955 h 5143785"/>
              <a:gd name="connsiteX27343" fmla="*/ 2706148 w 3114960"/>
              <a:gd name="connsiteY27343" fmla="*/ 1442276 h 5143785"/>
              <a:gd name="connsiteX27344" fmla="*/ 2753011 w 3114960"/>
              <a:gd name="connsiteY27344" fmla="*/ 1401032 h 5143785"/>
              <a:gd name="connsiteX27345" fmla="*/ 2885218 w 3114960"/>
              <a:gd name="connsiteY27345" fmla="*/ 1400461 h 5143785"/>
              <a:gd name="connsiteX27346" fmla="*/ 2964561 w 3114960"/>
              <a:gd name="connsiteY27346" fmla="*/ 1399794 h 5143785"/>
              <a:gd name="connsiteX27347" fmla="*/ 3073337 w 3114960"/>
              <a:gd name="connsiteY27347" fmla="*/ 1304163 h 5143785"/>
              <a:gd name="connsiteX27348" fmla="*/ 3074099 w 3114960"/>
              <a:gd name="connsiteY27348" fmla="*/ 1303496 h 5143785"/>
              <a:gd name="connsiteX27349" fmla="*/ 3074099 w 3114960"/>
              <a:gd name="connsiteY27349" fmla="*/ 1262634 h 5143785"/>
              <a:gd name="connsiteX27350" fmla="*/ 3085719 w 3114960"/>
              <a:gd name="connsiteY27350" fmla="*/ 1248347 h 5143785"/>
              <a:gd name="connsiteX27351" fmla="*/ 3073432 w 3114960"/>
              <a:gd name="connsiteY27351" fmla="*/ 1233964 h 5143785"/>
              <a:gd name="connsiteX27352" fmla="*/ 3073432 w 3114960"/>
              <a:gd name="connsiteY27352" fmla="*/ 1173861 h 5143785"/>
              <a:gd name="connsiteX27353" fmla="*/ 3090196 w 3114960"/>
              <a:gd name="connsiteY27353" fmla="*/ 1159478 h 5143785"/>
              <a:gd name="connsiteX27354" fmla="*/ 3114485 w 3114960"/>
              <a:gd name="connsiteY27354" fmla="*/ 1159478 h 5143785"/>
              <a:gd name="connsiteX27355" fmla="*/ 3114485 w 3114960"/>
              <a:gd name="connsiteY27355" fmla="*/ 1154716 h 5143785"/>
              <a:gd name="connsiteX27356" fmla="*/ 3088767 w 3114960"/>
              <a:gd name="connsiteY27356" fmla="*/ 1154716 h 5143785"/>
              <a:gd name="connsiteX27357" fmla="*/ 3068669 w 3114960"/>
              <a:gd name="connsiteY27357" fmla="*/ 1171194 h 5143785"/>
              <a:gd name="connsiteX27358" fmla="*/ 3068669 w 3114960"/>
              <a:gd name="connsiteY27358" fmla="*/ 1233869 h 5143785"/>
              <a:gd name="connsiteX27359" fmla="*/ 3056382 w 3114960"/>
              <a:gd name="connsiteY27359" fmla="*/ 1248251 h 5143785"/>
              <a:gd name="connsiteX27360" fmla="*/ 3069431 w 3114960"/>
              <a:gd name="connsiteY27360" fmla="*/ 1262729 h 5143785"/>
              <a:gd name="connsiteX27361" fmla="*/ 3069431 w 3114960"/>
              <a:gd name="connsiteY27361" fmla="*/ 1301210 h 5143785"/>
              <a:gd name="connsiteX27362" fmla="*/ 2962656 w 3114960"/>
              <a:gd name="connsiteY27362" fmla="*/ 1395032 h 5143785"/>
              <a:gd name="connsiteX27363" fmla="*/ 2751011 w 3114960"/>
              <a:gd name="connsiteY27363" fmla="*/ 1396270 h 5143785"/>
              <a:gd name="connsiteX27364" fmla="*/ 2701195 w 3114960"/>
              <a:gd name="connsiteY27364" fmla="*/ 1440085 h 5143785"/>
              <a:gd name="connsiteX27365" fmla="*/ 2701195 w 3114960"/>
              <a:gd name="connsiteY27365" fmla="*/ 1542860 h 5143785"/>
              <a:gd name="connsiteX27366" fmla="*/ 2690717 w 3114960"/>
              <a:gd name="connsiteY27366" fmla="*/ 1555528 h 5143785"/>
              <a:gd name="connsiteX27367" fmla="*/ 2690813 w 3114960"/>
              <a:gd name="connsiteY27367" fmla="*/ 1556480 h 5143785"/>
              <a:gd name="connsiteX27368" fmla="*/ 2567273 w 3114960"/>
              <a:gd name="connsiteY27368" fmla="*/ 1556480 h 5143785"/>
              <a:gd name="connsiteX27369" fmla="*/ 2542509 w 3114960"/>
              <a:gd name="connsiteY27369" fmla="*/ 1579626 h 5143785"/>
              <a:gd name="connsiteX27370" fmla="*/ 2542509 w 3114960"/>
              <a:gd name="connsiteY27370" fmla="*/ 1642777 h 5143785"/>
              <a:gd name="connsiteX27371" fmla="*/ 2532317 w 3114960"/>
              <a:gd name="connsiteY27371" fmla="*/ 1650397 h 5143785"/>
              <a:gd name="connsiteX27372" fmla="*/ 2539270 w 3114960"/>
              <a:gd name="connsiteY27372" fmla="*/ 1666113 h 5143785"/>
              <a:gd name="connsiteX27373" fmla="*/ 2541080 w 3114960"/>
              <a:gd name="connsiteY27373" fmla="*/ 1666399 h 5143785"/>
              <a:gd name="connsiteX27374" fmla="*/ 2541080 w 3114960"/>
              <a:gd name="connsiteY27374" fmla="*/ 1692212 h 5143785"/>
              <a:gd name="connsiteX27375" fmla="*/ 2529935 w 3114960"/>
              <a:gd name="connsiteY27375" fmla="*/ 1704118 h 5143785"/>
              <a:gd name="connsiteX27376" fmla="*/ 2440972 w 3114960"/>
              <a:gd name="connsiteY27376" fmla="*/ 1703546 h 5143785"/>
              <a:gd name="connsiteX27377" fmla="*/ 2440972 w 3114960"/>
              <a:gd name="connsiteY27377" fmla="*/ 1694593 h 5143785"/>
              <a:gd name="connsiteX27378" fmla="*/ 2432209 w 3114960"/>
              <a:gd name="connsiteY27378" fmla="*/ 1685925 h 5143785"/>
              <a:gd name="connsiteX27379" fmla="*/ 2284190 w 3114960"/>
              <a:gd name="connsiteY27379" fmla="*/ 1685925 h 5143785"/>
              <a:gd name="connsiteX27380" fmla="*/ 2275523 w 3114960"/>
              <a:gd name="connsiteY27380" fmla="*/ 1694593 h 5143785"/>
              <a:gd name="connsiteX27381" fmla="*/ 2275523 w 3114960"/>
              <a:gd name="connsiteY27381" fmla="*/ 1704118 h 5143785"/>
              <a:gd name="connsiteX27382" fmla="*/ 2193227 w 3114960"/>
              <a:gd name="connsiteY27382" fmla="*/ 1704118 h 5143785"/>
              <a:gd name="connsiteX27383" fmla="*/ 2175034 w 3114960"/>
              <a:gd name="connsiteY27383" fmla="*/ 1691545 h 5143785"/>
              <a:gd name="connsiteX27384" fmla="*/ 2126456 w 3114960"/>
              <a:gd name="connsiteY27384" fmla="*/ 1691545 h 5143785"/>
              <a:gd name="connsiteX27385" fmla="*/ 2126456 w 3114960"/>
              <a:gd name="connsiteY27385" fmla="*/ 1674019 h 5143785"/>
              <a:gd name="connsiteX27386" fmla="*/ 2175034 w 3114960"/>
              <a:gd name="connsiteY27386" fmla="*/ 1674019 h 5143785"/>
              <a:gd name="connsiteX27387" fmla="*/ 2193227 w 3114960"/>
              <a:gd name="connsiteY27387" fmla="*/ 1661446 h 5143785"/>
              <a:gd name="connsiteX27388" fmla="*/ 2277618 w 3114960"/>
              <a:gd name="connsiteY27388" fmla="*/ 1661446 h 5143785"/>
              <a:gd name="connsiteX27389" fmla="*/ 2277618 w 3114960"/>
              <a:gd name="connsiteY27389" fmla="*/ 1668113 h 5143785"/>
              <a:gd name="connsiteX27390" fmla="*/ 2286381 w 3114960"/>
              <a:gd name="connsiteY27390" fmla="*/ 1676876 h 5143785"/>
              <a:gd name="connsiteX27391" fmla="*/ 2430113 w 3114960"/>
              <a:gd name="connsiteY27391" fmla="*/ 1676876 h 5143785"/>
              <a:gd name="connsiteX27392" fmla="*/ 2438876 w 3114960"/>
              <a:gd name="connsiteY27392" fmla="*/ 1668113 h 5143785"/>
              <a:gd name="connsiteX27393" fmla="*/ 2438876 w 3114960"/>
              <a:gd name="connsiteY27393" fmla="*/ 1660970 h 5143785"/>
              <a:gd name="connsiteX27394" fmla="*/ 2485739 w 3114960"/>
              <a:gd name="connsiteY27394" fmla="*/ 1660970 h 5143785"/>
              <a:gd name="connsiteX27395" fmla="*/ 2505170 w 3114960"/>
              <a:gd name="connsiteY27395" fmla="*/ 1645253 h 5143785"/>
              <a:gd name="connsiteX27396" fmla="*/ 2505170 w 3114960"/>
              <a:gd name="connsiteY27396" fmla="*/ 1626775 h 5143785"/>
              <a:gd name="connsiteX27397" fmla="*/ 2508695 w 3114960"/>
              <a:gd name="connsiteY27397" fmla="*/ 1625727 h 5143785"/>
              <a:gd name="connsiteX27398" fmla="*/ 2516410 w 3114960"/>
              <a:gd name="connsiteY27398" fmla="*/ 1617631 h 5143785"/>
              <a:gd name="connsiteX27399" fmla="*/ 2516124 w 3114960"/>
              <a:gd name="connsiteY27399" fmla="*/ 1606487 h 5143785"/>
              <a:gd name="connsiteX27400" fmla="*/ 2508028 w 3114960"/>
              <a:gd name="connsiteY27400" fmla="*/ 1598771 h 5143785"/>
              <a:gd name="connsiteX27401" fmla="*/ 2506409 w 3114960"/>
              <a:gd name="connsiteY27401" fmla="*/ 1598295 h 5143785"/>
              <a:gd name="connsiteX27402" fmla="*/ 2506409 w 3114960"/>
              <a:gd name="connsiteY27402" fmla="*/ 1538478 h 5143785"/>
              <a:gd name="connsiteX27403" fmla="*/ 2528316 w 3114960"/>
              <a:gd name="connsiteY27403" fmla="*/ 1517999 h 5143785"/>
              <a:gd name="connsiteX27404" fmla="*/ 2631758 w 3114960"/>
              <a:gd name="connsiteY27404" fmla="*/ 1517999 h 5143785"/>
              <a:gd name="connsiteX27405" fmla="*/ 2636425 w 3114960"/>
              <a:gd name="connsiteY27405" fmla="*/ 1526857 h 5143785"/>
              <a:gd name="connsiteX27406" fmla="*/ 2648522 w 3114960"/>
              <a:gd name="connsiteY27406" fmla="*/ 1531906 h 5143785"/>
              <a:gd name="connsiteX27407" fmla="*/ 2660618 w 3114960"/>
              <a:gd name="connsiteY27407" fmla="*/ 1526857 h 5143785"/>
              <a:gd name="connsiteX27408" fmla="*/ 2660618 w 3114960"/>
              <a:gd name="connsiteY27408" fmla="*/ 1502664 h 5143785"/>
              <a:gd name="connsiteX27409" fmla="*/ 2636425 w 3114960"/>
              <a:gd name="connsiteY27409" fmla="*/ 1502664 h 5143785"/>
              <a:gd name="connsiteX27410" fmla="*/ 2631853 w 3114960"/>
              <a:gd name="connsiteY27410" fmla="*/ 1510951 h 5143785"/>
              <a:gd name="connsiteX27411" fmla="*/ 2525363 w 3114960"/>
              <a:gd name="connsiteY27411" fmla="*/ 1510951 h 5143785"/>
              <a:gd name="connsiteX27412" fmla="*/ 2499170 w 3114960"/>
              <a:gd name="connsiteY27412" fmla="*/ 1535430 h 5143785"/>
              <a:gd name="connsiteX27413" fmla="*/ 2499170 w 3114960"/>
              <a:gd name="connsiteY27413" fmla="*/ 1598295 h 5143785"/>
              <a:gd name="connsiteX27414" fmla="*/ 2496788 w 3114960"/>
              <a:gd name="connsiteY27414" fmla="*/ 1599057 h 5143785"/>
              <a:gd name="connsiteX27415" fmla="*/ 2489073 w 3114960"/>
              <a:gd name="connsiteY27415" fmla="*/ 1607153 h 5143785"/>
              <a:gd name="connsiteX27416" fmla="*/ 2489359 w 3114960"/>
              <a:gd name="connsiteY27416" fmla="*/ 1618298 h 5143785"/>
              <a:gd name="connsiteX27417" fmla="*/ 2497455 w 3114960"/>
              <a:gd name="connsiteY27417" fmla="*/ 1626013 h 5143785"/>
              <a:gd name="connsiteX27418" fmla="*/ 2500313 w 3114960"/>
              <a:gd name="connsiteY27418" fmla="*/ 1626584 h 5143785"/>
              <a:gd name="connsiteX27419" fmla="*/ 2500313 w 3114960"/>
              <a:gd name="connsiteY27419" fmla="*/ 1642967 h 5143785"/>
              <a:gd name="connsiteX27420" fmla="*/ 2483930 w 3114960"/>
              <a:gd name="connsiteY27420" fmla="*/ 1656207 h 5143785"/>
              <a:gd name="connsiteX27421" fmla="*/ 2438781 w 3114960"/>
              <a:gd name="connsiteY27421" fmla="*/ 1656207 h 5143785"/>
              <a:gd name="connsiteX27422" fmla="*/ 2438781 w 3114960"/>
              <a:gd name="connsiteY27422" fmla="*/ 1649063 h 5143785"/>
              <a:gd name="connsiteX27423" fmla="*/ 2430018 w 3114960"/>
              <a:gd name="connsiteY27423" fmla="*/ 1640300 h 5143785"/>
              <a:gd name="connsiteX27424" fmla="*/ 2286286 w 3114960"/>
              <a:gd name="connsiteY27424" fmla="*/ 1640300 h 5143785"/>
              <a:gd name="connsiteX27425" fmla="*/ 2277523 w 3114960"/>
              <a:gd name="connsiteY27425" fmla="*/ 1649063 h 5143785"/>
              <a:gd name="connsiteX27426" fmla="*/ 2277523 w 3114960"/>
              <a:gd name="connsiteY27426" fmla="*/ 1656778 h 5143785"/>
              <a:gd name="connsiteX27427" fmla="*/ 2191607 w 3114960"/>
              <a:gd name="connsiteY27427" fmla="*/ 1656778 h 5143785"/>
              <a:gd name="connsiteX27428" fmla="*/ 2173415 w 3114960"/>
              <a:gd name="connsiteY27428" fmla="*/ 1669352 h 5143785"/>
              <a:gd name="connsiteX27429" fmla="*/ 2126266 w 3114960"/>
              <a:gd name="connsiteY27429" fmla="*/ 1669352 h 5143785"/>
              <a:gd name="connsiteX27430" fmla="*/ 2126266 w 3114960"/>
              <a:gd name="connsiteY27430" fmla="*/ 1665065 h 5143785"/>
              <a:gd name="connsiteX27431" fmla="*/ 2118170 w 3114960"/>
              <a:gd name="connsiteY27431" fmla="*/ 1657255 h 5143785"/>
              <a:gd name="connsiteX27432" fmla="*/ 2110645 w 3114960"/>
              <a:gd name="connsiteY27432" fmla="*/ 1657255 h 5143785"/>
              <a:gd name="connsiteX27433" fmla="*/ 2102549 w 3114960"/>
              <a:gd name="connsiteY27433" fmla="*/ 1665065 h 5143785"/>
              <a:gd name="connsiteX27434" fmla="*/ 2102549 w 3114960"/>
              <a:gd name="connsiteY27434" fmla="*/ 1680496 h 5143785"/>
              <a:gd name="connsiteX27435" fmla="*/ 2102549 w 3114960"/>
              <a:gd name="connsiteY27435" fmla="*/ 1675924 h 5143785"/>
              <a:gd name="connsiteX27436" fmla="*/ 2029016 w 3114960"/>
              <a:gd name="connsiteY27436" fmla="*/ 1676686 h 5143785"/>
              <a:gd name="connsiteX27437" fmla="*/ 1993868 w 3114960"/>
              <a:gd name="connsiteY27437" fmla="*/ 1721358 h 5143785"/>
              <a:gd name="connsiteX27438" fmla="*/ 1993582 w 3114960"/>
              <a:gd name="connsiteY27438" fmla="*/ 1769078 h 5143785"/>
              <a:gd name="connsiteX27439" fmla="*/ 1920907 w 3114960"/>
              <a:gd name="connsiteY27439" fmla="*/ 1874806 h 5143785"/>
              <a:gd name="connsiteX27440" fmla="*/ 1843373 w 3114960"/>
              <a:gd name="connsiteY27440" fmla="*/ 1874806 h 5143785"/>
              <a:gd name="connsiteX27441" fmla="*/ 1832801 w 3114960"/>
              <a:gd name="connsiteY27441" fmla="*/ 1864424 h 5143785"/>
              <a:gd name="connsiteX27442" fmla="*/ 1761935 w 3114960"/>
              <a:gd name="connsiteY27442" fmla="*/ 1864424 h 5143785"/>
              <a:gd name="connsiteX27443" fmla="*/ 1761935 w 3114960"/>
              <a:gd name="connsiteY27443" fmla="*/ 1860899 h 5143785"/>
              <a:gd name="connsiteX27444" fmla="*/ 1751743 w 3114960"/>
              <a:gd name="connsiteY27444" fmla="*/ 1850707 h 5143785"/>
              <a:gd name="connsiteX27445" fmla="*/ 1755267 w 3114960"/>
              <a:gd name="connsiteY27445" fmla="*/ 1875853 h 5143785"/>
              <a:gd name="connsiteX27446" fmla="*/ 1752219 w 3114960"/>
              <a:gd name="connsiteY27446" fmla="*/ 1878902 h 5143785"/>
              <a:gd name="connsiteX27447" fmla="*/ 1737265 w 3114960"/>
              <a:gd name="connsiteY27447" fmla="*/ 1878902 h 5143785"/>
              <a:gd name="connsiteX27448" fmla="*/ 1734217 w 3114960"/>
              <a:gd name="connsiteY27448" fmla="*/ 1875853 h 5143785"/>
              <a:gd name="connsiteX27449" fmla="*/ 1734217 w 3114960"/>
              <a:gd name="connsiteY27449" fmla="*/ 1860899 h 5143785"/>
              <a:gd name="connsiteX27450" fmla="*/ 1737265 w 3114960"/>
              <a:gd name="connsiteY27450" fmla="*/ 1857851 h 5143785"/>
              <a:gd name="connsiteX27451" fmla="*/ 1752219 w 3114960"/>
              <a:gd name="connsiteY27451" fmla="*/ 1857851 h 5143785"/>
              <a:gd name="connsiteX27452" fmla="*/ 1755267 w 3114960"/>
              <a:gd name="connsiteY27452" fmla="*/ 1860899 h 5143785"/>
              <a:gd name="connsiteX27453" fmla="*/ 1755267 w 3114960"/>
              <a:gd name="connsiteY27453" fmla="*/ 1875853 h 5143785"/>
              <a:gd name="connsiteX27454" fmla="*/ 3061526 w 3114960"/>
              <a:gd name="connsiteY27454" fmla="*/ 1248442 h 5143785"/>
              <a:gd name="connsiteX27455" fmla="*/ 3071432 w 3114960"/>
              <a:gd name="connsiteY27455" fmla="*/ 1238536 h 5143785"/>
              <a:gd name="connsiteX27456" fmla="*/ 3081338 w 3114960"/>
              <a:gd name="connsiteY27456" fmla="*/ 1248442 h 5143785"/>
              <a:gd name="connsiteX27457" fmla="*/ 3071432 w 3114960"/>
              <a:gd name="connsiteY27457" fmla="*/ 1258348 h 5143785"/>
              <a:gd name="connsiteX27458" fmla="*/ 3061526 w 3114960"/>
              <a:gd name="connsiteY27458" fmla="*/ 1248442 h 5143785"/>
              <a:gd name="connsiteX27459" fmla="*/ 2703862 w 3114960"/>
              <a:gd name="connsiteY27459" fmla="*/ 1547527 h 5143785"/>
              <a:gd name="connsiteX27460" fmla="*/ 2711958 w 3114960"/>
              <a:gd name="connsiteY27460" fmla="*/ 1555623 h 5143785"/>
              <a:gd name="connsiteX27461" fmla="*/ 2703862 w 3114960"/>
              <a:gd name="connsiteY27461" fmla="*/ 1563719 h 5143785"/>
              <a:gd name="connsiteX27462" fmla="*/ 2695766 w 3114960"/>
              <a:gd name="connsiteY27462" fmla="*/ 1555623 h 5143785"/>
              <a:gd name="connsiteX27463" fmla="*/ 2703862 w 3114960"/>
              <a:gd name="connsiteY27463" fmla="*/ 1547527 h 5143785"/>
              <a:gd name="connsiteX27464" fmla="*/ 2280666 w 3114960"/>
              <a:gd name="connsiteY27464" fmla="*/ 1694783 h 5143785"/>
              <a:gd name="connsiteX27465" fmla="*/ 2284571 w 3114960"/>
              <a:gd name="connsiteY27465" fmla="*/ 1690878 h 5143785"/>
              <a:gd name="connsiteX27466" fmla="*/ 2432590 w 3114960"/>
              <a:gd name="connsiteY27466" fmla="*/ 1690878 h 5143785"/>
              <a:gd name="connsiteX27467" fmla="*/ 2436590 w 3114960"/>
              <a:gd name="connsiteY27467" fmla="*/ 1694783 h 5143785"/>
              <a:gd name="connsiteX27468" fmla="*/ 2436590 w 3114960"/>
              <a:gd name="connsiteY27468" fmla="*/ 1717262 h 5143785"/>
              <a:gd name="connsiteX27469" fmla="*/ 2432590 w 3114960"/>
              <a:gd name="connsiteY27469" fmla="*/ 1721263 h 5143785"/>
              <a:gd name="connsiteX27470" fmla="*/ 2284571 w 3114960"/>
              <a:gd name="connsiteY27470" fmla="*/ 1721263 h 5143785"/>
              <a:gd name="connsiteX27471" fmla="*/ 2280666 w 3114960"/>
              <a:gd name="connsiteY27471" fmla="*/ 1717262 h 5143785"/>
              <a:gd name="connsiteX27472" fmla="*/ 2280666 w 3114960"/>
              <a:gd name="connsiteY27472" fmla="*/ 1694783 h 5143785"/>
              <a:gd name="connsiteX27473" fmla="*/ 2638425 w 3114960"/>
              <a:gd name="connsiteY27473" fmla="*/ 1504474 h 5143785"/>
              <a:gd name="connsiteX27474" fmla="*/ 2648903 w 3114960"/>
              <a:gd name="connsiteY27474" fmla="*/ 1500188 h 5143785"/>
              <a:gd name="connsiteX27475" fmla="*/ 2659380 w 3114960"/>
              <a:gd name="connsiteY27475" fmla="*/ 1504474 h 5143785"/>
              <a:gd name="connsiteX27476" fmla="*/ 2659380 w 3114960"/>
              <a:gd name="connsiteY27476" fmla="*/ 1525334 h 5143785"/>
              <a:gd name="connsiteX27477" fmla="*/ 2638520 w 3114960"/>
              <a:gd name="connsiteY27477" fmla="*/ 1525334 h 5143785"/>
              <a:gd name="connsiteX27478" fmla="*/ 2638520 w 3114960"/>
              <a:gd name="connsiteY27478" fmla="*/ 1504474 h 5143785"/>
              <a:gd name="connsiteX27479" fmla="*/ 2499551 w 3114960"/>
              <a:gd name="connsiteY27479" fmla="*/ 1621631 h 5143785"/>
              <a:gd name="connsiteX27480" fmla="*/ 2494121 w 3114960"/>
              <a:gd name="connsiteY27480" fmla="*/ 1616488 h 5143785"/>
              <a:gd name="connsiteX27481" fmla="*/ 2493931 w 3114960"/>
              <a:gd name="connsiteY27481" fmla="*/ 1608963 h 5143785"/>
              <a:gd name="connsiteX27482" fmla="*/ 2499074 w 3114960"/>
              <a:gd name="connsiteY27482" fmla="*/ 1603534 h 5143785"/>
              <a:gd name="connsiteX27483" fmla="*/ 2503075 w 3114960"/>
              <a:gd name="connsiteY27483" fmla="*/ 1602677 h 5143785"/>
              <a:gd name="connsiteX27484" fmla="*/ 2506599 w 3114960"/>
              <a:gd name="connsiteY27484" fmla="*/ 1603343 h 5143785"/>
              <a:gd name="connsiteX27485" fmla="*/ 2512028 w 3114960"/>
              <a:gd name="connsiteY27485" fmla="*/ 1608487 h 5143785"/>
              <a:gd name="connsiteX27486" fmla="*/ 2512219 w 3114960"/>
              <a:gd name="connsiteY27486" fmla="*/ 1616012 h 5143785"/>
              <a:gd name="connsiteX27487" fmla="*/ 2507075 w 3114960"/>
              <a:gd name="connsiteY27487" fmla="*/ 1621441 h 5143785"/>
              <a:gd name="connsiteX27488" fmla="*/ 2499551 w 3114960"/>
              <a:gd name="connsiteY27488" fmla="*/ 1621631 h 5143785"/>
              <a:gd name="connsiteX27489" fmla="*/ 2282762 w 3114960"/>
              <a:gd name="connsiteY27489" fmla="*/ 1649063 h 5143785"/>
              <a:gd name="connsiteX27490" fmla="*/ 2286762 w 3114960"/>
              <a:gd name="connsiteY27490" fmla="*/ 1645063 h 5143785"/>
              <a:gd name="connsiteX27491" fmla="*/ 2430494 w 3114960"/>
              <a:gd name="connsiteY27491" fmla="*/ 1645063 h 5143785"/>
              <a:gd name="connsiteX27492" fmla="*/ 2434495 w 3114960"/>
              <a:gd name="connsiteY27492" fmla="*/ 1649063 h 5143785"/>
              <a:gd name="connsiteX27493" fmla="*/ 2434495 w 3114960"/>
              <a:gd name="connsiteY27493" fmla="*/ 1668209 h 5143785"/>
              <a:gd name="connsiteX27494" fmla="*/ 2430494 w 3114960"/>
              <a:gd name="connsiteY27494" fmla="*/ 1672209 h 5143785"/>
              <a:gd name="connsiteX27495" fmla="*/ 2286762 w 3114960"/>
              <a:gd name="connsiteY27495" fmla="*/ 1672209 h 5143785"/>
              <a:gd name="connsiteX27496" fmla="*/ 2282762 w 3114960"/>
              <a:gd name="connsiteY27496" fmla="*/ 1668209 h 5143785"/>
              <a:gd name="connsiteX27497" fmla="*/ 2282762 w 3114960"/>
              <a:gd name="connsiteY27497" fmla="*/ 1649063 h 5143785"/>
              <a:gd name="connsiteX27498" fmla="*/ 2106835 w 3114960"/>
              <a:gd name="connsiteY27498" fmla="*/ 1665065 h 5143785"/>
              <a:gd name="connsiteX27499" fmla="*/ 2111216 w 3114960"/>
              <a:gd name="connsiteY27499" fmla="*/ 1660874 h 5143785"/>
              <a:gd name="connsiteX27500" fmla="*/ 2118741 w 3114960"/>
              <a:gd name="connsiteY27500" fmla="*/ 1660874 h 5143785"/>
              <a:gd name="connsiteX27501" fmla="*/ 2123123 w 3114960"/>
              <a:gd name="connsiteY27501" fmla="*/ 1665065 h 5143785"/>
              <a:gd name="connsiteX27502" fmla="*/ 2123123 w 3114960"/>
              <a:gd name="connsiteY27502" fmla="*/ 1669923 h 5143785"/>
              <a:gd name="connsiteX27503" fmla="*/ 2106930 w 3114960"/>
              <a:gd name="connsiteY27503" fmla="*/ 1669923 h 5143785"/>
              <a:gd name="connsiteX27504" fmla="*/ 2106930 w 3114960"/>
              <a:gd name="connsiteY27504" fmla="*/ 1665065 h 5143785"/>
              <a:gd name="connsiteX27505" fmla="*/ 2106835 w 3114960"/>
              <a:gd name="connsiteY27505" fmla="*/ 1689545 h 5143785"/>
              <a:gd name="connsiteX27506" fmla="*/ 2123027 w 3114960"/>
              <a:gd name="connsiteY27506" fmla="*/ 1689545 h 5143785"/>
              <a:gd name="connsiteX27507" fmla="*/ 2123027 w 3114960"/>
              <a:gd name="connsiteY27507" fmla="*/ 1696117 h 5143785"/>
              <a:gd name="connsiteX27508" fmla="*/ 2118646 w 3114960"/>
              <a:gd name="connsiteY27508" fmla="*/ 1700308 h 5143785"/>
              <a:gd name="connsiteX27509" fmla="*/ 2111121 w 3114960"/>
              <a:gd name="connsiteY27509" fmla="*/ 1700308 h 5143785"/>
              <a:gd name="connsiteX27510" fmla="*/ 2106740 w 3114960"/>
              <a:gd name="connsiteY27510" fmla="*/ 1696117 h 5143785"/>
              <a:gd name="connsiteX27511" fmla="*/ 2106740 w 3114960"/>
              <a:gd name="connsiteY27511" fmla="*/ 1689545 h 5143785"/>
              <a:gd name="connsiteX27512" fmla="*/ 760381 w 3114960"/>
              <a:gd name="connsiteY27512" fmla="*/ 3309938 h 5143785"/>
              <a:gd name="connsiteX27513" fmla="*/ 753523 w 3114960"/>
              <a:gd name="connsiteY27513" fmla="*/ 3307080 h 5143785"/>
              <a:gd name="connsiteX27514" fmla="*/ 753523 w 3114960"/>
              <a:gd name="connsiteY27514" fmla="*/ 3307080 h 5143785"/>
              <a:gd name="connsiteX27515" fmla="*/ 746665 w 3114960"/>
              <a:gd name="connsiteY27515" fmla="*/ 3309938 h 5143785"/>
              <a:gd name="connsiteX27516" fmla="*/ 743807 w 3114960"/>
              <a:gd name="connsiteY27516" fmla="*/ 3316796 h 5143785"/>
              <a:gd name="connsiteX27517" fmla="*/ 746665 w 3114960"/>
              <a:gd name="connsiteY27517" fmla="*/ 3323749 h 5143785"/>
              <a:gd name="connsiteX27518" fmla="*/ 753523 w 3114960"/>
              <a:gd name="connsiteY27518" fmla="*/ 3326606 h 5143785"/>
              <a:gd name="connsiteX27519" fmla="*/ 753523 w 3114960"/>
              <a:gd name="connsiteY27519" fmla="*/ 3326606 h 5143785"/>
              <a:gd name="connsiteX27520" fmla="*/ 762667 w 3114960"/>
              <a:gd name="connsiteY27520" fmla="*/ 3319939 h 5143785"/>
              <a:gd name="connsiteX27521" fmla="*/ 867537 w 3114960"/>
              <a:gd name="connsiteY27521" fmla="*/ 3319939 h 5143785"/>
              <a:gd name="connsiteX27522" fmla="*/ 891635 w 3114960"/>
              <a:gd name="connsiteY27522" fmla="*/ 3338894 h 5143785"/>
              <a:gd name="connsiteX27523" fmla="*/ 954786 w 3114960"/>
              <a:gd name="connsiteY27523" fmla="*/ 3338894 h 5143785"/>
              <a:gd name="connsiteX27524" fmla="*/ 957263 w 3114960"/>
              <a:gd name="connsiteY27524" fmla="*/ 3343656 h 5143785"/>
              <a:gd name="connsiteX27525" fmla="*/ 964121 w 3114960"/>
              <a:gd name="connsiteY27525" fmla="*/ 3346513 h 5143785"/>
              <a:gd name="connsiteX27526" fmla="*/ 964121 w 3114960"/>
              <a:gd name="connsiteY27526" fmla="*/ 3346513 h 5143785"/>
              <a:gd name="connsiteX27527" fmla="*/ 973836 w 3114960"/>
              <a:gd name="connsiteY27527" fmla="*/ 3336703 h 5143785"/>
              <a:gd name="connsiteX27528" fmla="*/ 964121 w 3114960"/>
              <a:gd name="connsiteY27528" fmla="*/ 3326987 h 5143785"/>
              <a:gd name="connsiteX27529" fmla="*/ 964121 w 3114960"/>
              <a:gd name="connsiteY27529" fmla="*/ 3326987 h 5143785"/>
              <a:gd name="connsiteX27530" fmla="*/ 957263 w 3114960"/>
              <a:gd name="connsiteY27530" fmla="*/ 3329845 h 5143785"/>
              <a:gd name="connsiteX27531" fmla="*/ 954881 w 3114960"/>
              <a:gd name="connsiteY27531" fmla="*/ 3334131 h 5143785"/>
              <a:gd name="connsiteX27532" fmla="*/ 893254 w 3114960"/>
              <a:gd name="connsiteY27532" fmla="*/ 3334131 h 5143785"/>
              <a:gd name="connsiteX27533" fmla="*/ 869156 w 3114960"/>
              <a:gd name="connsiteY27533" fmla="*/ 3315176 h 5143785"/>
              <a:gd name="connsiteX27534" fmla="*/ 762857 w 3114960"/>
              <a:gd name="connsiteY27534" fmla="*/ 3315176 h 5143785"/>
              <a:gd name="connsiteX27535" fmla="*/ 760381 w 3114960"/>
              <a:gd name="connsiteY27535" fmla="*/ 3310033 h 5143785"/>
              <a:gd name="connsiteX27536" fmla="*/ 753427 w 3114960"/>
              <a:gd name="connsiteY27536" fmla="*/ 3321844 h 5143785"/>
              <a:gd name="connsiteX27537" fmla="*/ 753427 w 3114960"/>
              <a:gd name="connsiteY27537" fmla="*/ 3321844 h 5143785"/>
              <a:gd name="connsiteX27538" fmla="*/ 749903 w 3114960"/>
              <a:gd name="connsiteY27538" fmla="*/ 3320320 h 5143785"/>
              <a:gd name="connsiteX27539" fmla="*/ 748475 w 3114960"/>
              <a:gd name="connsiteY27539" fmla="*/ 3316796 h 5143785"/>
              <a:gd name="connsiteX27540" fmla="*/ 749999 w 3114960"/>
              <a:gd name="connsiteY27540" fmla="*/ 3313271 h 5143785"/>
              <a:gd name="connsiteX27541" fmla="*/ 753523 w 3114960"/>
              <a:gd name="connsiteY27541" fmla="*/ 3311843 h 5143785"/>
              <a:gd name="connsiteX27542" fmla="*/ 753523 w 3114960"/>
              <a:gd name="connsiteY27542" fmla="*/ 3311843 h 5143785"/>
              <a:gd name="connsiteX27543" fmla="*/ 757047 w 3114960"/>
              <a:gd name="connsiteY27543" fmla="*/ 3313367 h 5143785"/>
              <a:gd name="connsiteX27544" fmla="*/ 758476 w 3114960"/>
              <a:gd name="connsiteY27544" fmla="*/ 3316891 h 5143785"/>
              <a:gd name="connsiteX27545" fmla="*/ 753427 w 3114960"/>
              <a:gd name="connsiteY27545" fmla="*/ 3321844 h 5143785"/>
              <a:gd name="connsiteX27546" fmla="*/ 960596 w 3114960"/>
              <a:gd name="connsiteY27546" fmla="*/ 3333179 h 5143785"/>
              <a:gd name="connsiteX27547" fmla="*/ 964121 w 3114960"/>
              <a:gd name="connsiteY27547" fmla="*/ 3331750 h 5143785"/>
              <a:gd name="connsiteX27548" fmla="*/ 964121 w 3114960"/>
              <a:gd name="connsiteY27548" fmla="*/ 3331750 h 5143785"/>
              <a:gd name="connsiteX27549" fmla="*/ 969074 w 3114960"/>
              <a:gd name="connsiteY27549" fmla="*/ 3336703 h 5143785"/>
              <a:gd name="connsiteX27550" fmla="*/ 964121 w 3114960"/>
              <a:gd name="connsiteY27550" fmla="*/ 3341751 h 5143785"/>
              <a:gd name="connsiteX27551" fmla="*/ 964121 w 3114960"/>
              <a:gd name="connsiteY27551" fmla="*/ 3341751 h 5143785"/>
              <a:gd name="connsiteX27552" fmla="*/ 960596 w 3114960"/>
              <a:gd name="connsiteY27552" fmla="*/ 3340322 h 5143785"/>
              <a:gd name="connsiteX27553" fmla="*/ 959168 w 3114960"/>
              <a:gd name="connsiteY27553" fmla="*/ 3336798 h 5143785"/>
              <a:gd name="connsiteX27554" fmla="*/ 960596 w 3114960"/>
              <a:gd name="connsiteY27554" fmla="*/ 3333274 h 5143785"/>
              <a:gd name="connsiteX27555" fmla="*/ 533591 w 3114960"/>
              <a:gd name="connsiteY27555" fmla="*/ 3030474 h 5143785"/>
              <a:gd name="connsiteX27556" fmla="*/ 538448 w 3114960"/>
              <a:gd name="connsiteY27556" fmla="*/ 3030474 h 5143785"/>
              <a:gd name="connsiteX27557" fmla="*/ 545306 w 3114960"/>
              <a:gd name="connsiteY27557" fmla="*/ 3023616 h 5143785"/>
              <a:gd name="connsiteX27558" fmla="*/ 545306 w 3114960"/>
              <a:gd name="connsiteY27558" fmla="*/ 3009234 h 5143785"/>
              <a:gd name="connsiteX27559" fmla="*/ 538448 w 3114960"/>
              <a:gd name="connsiteY27559" fmla="*/ 3002375 h 5143785"/>
              <a:gd name="connsiteX27560" fmla="*/ 533591 w 3114960"/>
              <a:gd name="connsiteY27560" fmla="*/ 3002375 h 5143785"/>
              <a:gd name="connsiteX27561" fmla="*/ 533591 w 3114960"/>
              <a:gd name="connsiteY27561" fmla="*/ 2966085 h 5143785"/>
              <a:gd name="connsiteX27562" fmla="*/ 381190 w 3114960"/>
              <a:gd name="connsiteY27562" fmla="*/ 2815400 h 5143785"/>
              <a:gd name="connsiteX27563" fmla="*/ 380333 w 3114960"/>
              <a:gd name="connsiteY27563" fmla="*/ 2804922 h 5143785"/>
              <a:gd name="connsiteX27564" fmla="*/ 367379 w 3114960"/>
              <a:gd name="connsiteY27564" fmla="*/ 2803779 h 5143785"/>
              <a:gd name="connsiteX27565" fmla="*/ 366236 w 3114960"/>
              <a:gd name="connsiteY27565" fmla="*/ 2816733 h 5143785"/>
              <a:gd name="connsiteX27566" fmla="*/ 377666 w 3114960"/>
              <a:gd name="connsiteY27566" fmla="*/ 2818734 h 5143785"/>
              <a:gd name="connsiteX27567" fmla="*/ 528733 w 3114960"/>
              <a:gd name="connsiteY27567" fmla="*/ 2968180 h 5143785"/>
              <a:gd name="connsiteX27568" fmla="*/ 528733 w 3114960"/>
              <a:gd name="connsiteY27568" fmla="*/ 3002471 h 5143785"/>
              <a:gd name="connsiteX27569" fmla="*/ 523875 w 3114960"/>
              <a:gd name="connsiteY27569" fmla="*/ 3002471 h 5143785"/>
              <a:gd name="connsiteX27570" fmla="*/ 517017 w 3114960"/>
              <a:gd name="connsiteY27570" fmla="*/ 3009329 h 5143785"/>
              <a:gd name="connsiteX27571" fmla="*/ 517017 w 3114960"/>
              <a:gd name="connsiteY27571" fmla="*/ 3023711 h 5143785"/>
              <a:gd name="connsiteX27572" fmla="*/ 523875 w 3114960"/>
              <a:gd name="connsiteY27572" fmla="*/ 3030569 h 5143785"/>
              <a:gd name="connsiteX27573" fmla="*/ 528733 w 3114960"/>
              <a:gd name="connsiteY27573" fmla="*/ 3030569 h 5143785"/>
              <a:gd name="connsiteX27574" fmla="*/ 528733 w 3114960"/>
              <a:gd name="connsiteY27574" fmla="*/ 3037713 h 5143785"/>
              <a:gd name="connsiteX27575" fmla="*/ 533495 w 3114960"/>
              <a:gd name="connsiteY27575" fmla="*/ 3037713 h 5143785"/>
              <a:gd name="connsiteX27576" fmla="*/ 533495 w 3114960"/>
              <a:gd name="connsiteY27576" fmla="*/ 3030569 h 5143785"/>
              <a:gd name="connsiteX27577" fmla="*/ 524065 w 3114960"/>
              <a:gd name="connsiteY27577" fmla="*/ 3025712 h 5143785"/>
              <a:gd name="connsiteX27578" fmla="*/ 521970 w 3114960"/>
              <a:gd name="connsiteY27578" fmla="*/ 3023616 h 5143785"/>
              <a:gd name="connsiteX27579" fmla="*/ 521970 w 3114960"/>
              <a:gd name="connsiteY27579" fmla="*/ 3009234 h 5143785"/>
              <a:gd name="connsiteX27580" fmla="*/ 524065 w 3114960"/>
              <a:gd name="connsiteY27580" fmla="*/ 3007138 h 5143785"/>
              <a:gd name="connsiteX27581" fmla="*/ 538544 w 3114960"/>
              <a:gd name="connsiteY27581" fmla="*/ 3007138 h 5143785"/>
              <a:gd name="connsiteX27582" fmla="*/ 540639 w 3114960"/>
              <a:gd name="connsiteY27582" fmla="*/ 3009234 h 5143785"/>
              <a:gd name="connsiteX27583" fmla="*/ 540639 w 3114960"/>
              <a:gd name="connsiteY27583" fmla="*/ 3023616 h 5143785"/>
              <a:gd name="connsiteX27584" fmla="*/ 538544 w 3114960"/>
              <a:gd name="connsiteY27584" fmla="*/ 3025712 h 5143785"/>
              <a:gd name="connsiteX27585" fmla="*/ 524065 w 3114960"/>
              <a:gd name="connsiteY27585" fmla="*/ 3025712 h 5143785"/>
              <a:gd name="connsiteX27586" fmla="*/ 776954 w 3114960"/>
              <a:gd name="connsiteY27586" fmla="*/ 3290888 h 5143785"/>
              <a:gd name="connsiteX27587" fmla="*/ 783812 w 3114960"/>
              <a:gd name="connsiteY27587" fmla="*/ 3288030 h 5143785"/>
              <a:gd name="connsiteX27588" fmla="*/ 786098 w 3114960"/>
              <a:gd name="connsiteY27588" fmla="*/ 3284220 h 5143785"/>
              <a:gd name="connsiteX27589" fmla="*/ 864489 w 3114960"/>
              <a:gd name="connsiteY27589" fmla="*/ 3284220 h 5143785"/>
              <a:gd name="connsiteX27590" fmla="*/ 878777 w 3114960"/>
              <a:gd name="connsiteY27590" fmla="*/ 3295364 h 5143785"/>
              <a:gd name="connsiteX27591" fmla="*/ 941927 w 3114960"/>
              <a:gd name="connsiteY27591" fmla="*/ 3295364 h 5143785"/>
              <a:gd name="connsiteX27592" fmla="*/ 951262 w 3114960"/>
              <a:gd name="connsiteY27592" fmla="*/ 3302984 h 5143785"/>
              <a:gd name="connsiteX27593" fmla="*/ 951262 w 3114960"/>
              <a:gd name="connsiteY27593" fmla="*/ 3302984 h 5143785"/>
              <a:gd name="connsiteX27594" fmla="*/ 960977 w 3114960"/>
              <a:gd name="connsiteY27594" fmla="*/ 3293174 h 5143785"/>
              <a:gd name="connsiteX27595" fmla="*/ 958120 w 3114960"/>
              <a:gd name="connsiteY27595" fmla="*/ 3286316 h 5143785"/>
              <a:gd name="connsiteX27596" fmla="*/ 951262 w 3114960"/>
              <a:gd name="connsiteY27596" fmla="*/ 3283458 h 5143785"/>
              <a:gd name="connsiteX27597" fmla="*/ 951262 w 3114960"/>
              <a:gd name="connsiteY27597" fmla="*/ 3283458 h 5143785"/>
              <a:gd name="connsiteX27598" fmla="*/ 944404 w 3114960"/>
              <a:gd name="connsiteY27598" fmla="*/ 3286316 h 5143785"/>
              <a:gd name="connsiteX27599" fmla="*/ 942023 w 3114960"/>
              <a:gd name="connsiteY27599" fmla="*/ 3290602 h 5143785"/>
              <a:gd name="connsiteX27600" fmla="*/ 880396 w 3114960"/>
              <a:gd name="connsiteY27600" fmla="*/ 3290602 h 5143785"/>
              <a:gd name="connsiteX27601" fmla="*/ 866108 w 3114960"/>
              <a:gd name="connsiteY27601" fmla="*/ 3279458 h 5143785"/>
              <a:gd name="connsiteX27602" fmla="*/ 786384 w 3114960"/>
              <a:gd name="connsiteY27602" fmla="*/ 3279458 h 5143785"/>
              <a:gd name="connsiteX27603" fmla="*/ 776954 w 3114960"/>
              <a:gd name="connsiteY27603" fmla="*/ 3271361 h 5143785"/>
              <a:gd name="connsiteX27604" fmla="*/ 776954 w 3114960"/>
              <a:gd name="connsiteY27604" fmla="*/ 3271361 h 5143785"/>
              <a:gd name="connsiteX27605" fmla="*/ 767144 w 3114960"/>
              <a:gd name="connsiteY27605" fmla="*/ 3281077 h 5143785"/>
              <a:gd name="connsiteX27606" fmla="*/ 770001 w 3114960"/>
              <a:gd name="connsiteY27606" fmla="*/ 3288030 h 5143785"/>
              <a:gd name="connsiteX27607" fmla="*/ 776859 w 3114960"/>
              <a:gd name="connsiteY27607" fmla="*/ 3290888 h 5143785"/>
              <a:gd name="connsiteX27608" fmla="*/ 776859 w 3114960"/>
              <a:gd name="connsiteY27608" fmla="*/ 3290888 h 5143785"/>
              <a:gd name="connsiteX27609" fmla="*/ 947738 w 3114960"/>
              <a:gd name="connsiteY27609" fmla="*/ 3289649 h 5143785"/>
              <a:gd name="connsiteX27610" fmla="*/ 951262 w 3114960"/>
              <a:gd name="connsiteY27610" fmla="*/ 3288221 h 5143785"/>
              <a:gd name="connsiteX27611" fmla="*/ 951262 w 3114960"/>
              <a:gd name="connsiteY27611" fmla="*/ 3288221 h 5143785"/>
              <a:gd name="connsiteX27612" fmla="*/ 954786 w 3114960"/>
              <a:gd name="connsiteY27612" fmla="*/ 3289649 h 5143785"/>
              <a:gd name="connsiteX27613" fmla="*/ 956215 w 3114960"/>
              <a:gd name="connsiteY27613" fmla="*/ 3293174 h 5143785"/>
              <a:gd name="connsiteX27614" fmla="*/ 951262 w 3114960"/>
              <a:gd name="connsiteY27614" fmla="*/ 3298222 h 5143785"/>
              <a:gd name="connsiteX27615" fmla="*/ 951262 w 3114960"/>
              <a:gd name="connsiteY27615" fmla="*/ 3298222 h 5143785"/>
              <a:gd name="connsiteX27616" fmla="*/ 946309 w 3114960"/>
              <a:gd name="connsiteY27616" fmla="*/ 3293269 h 5143785"/>
              <a:gd name="connsiteX27617" fmla="*/ 947738 w 3114960"/>
              <a:gd name="connsiteY27617" fmla="*/ 3289745 h 5143785"/>
              <a:gd name="connsiteX27618" fmla="*/ 772001 w 3114960"/>
              <a:gd name="connsiteY27618" fmla="*/ 3281077 h 5143785"/>
              <a:gd name="connsiteX27619" fmla="*/ 777050 w 3114960"/>
              <a:gd name="connsiteY27619" fmla="*/ 3276124 h 5143785"/>
              <a:gd name="connsiteX27620" fmla="*/ 777050 w 3114960"/>
              <a:gd name="connsiteY27620" fmla="*/ 3276124 h 5143785"/>
              <a:gd name="connsiteX27621" fmla="*/ 782002 w 3114960"/>
              <a:gd name="connsiteY27621" fmla="*/ 3281172 h 5143785"/>
              <a:gd name="connsiteX27622" fmla="*/ 780574 w 3114960"/>
              <a:gd name="connsiteY27622" fmla="*/ 3284696 h 5143785"/>
              <a:gd name="connsiteX27623" fmla="*/ 777050 w 3114960"/>
              <a:gd name="connsiteY27623" fmla="*/ 3286125 h 5143785"/>
              <a:gd name="connsiteX27624" fmla="*/ 777050 w 3114960"/>
              <a:gd name="connsiteY27624" fmla="*/ 3286125 h 5143785"/>
              <a:gd name="connsiteX27625" fmla="*/ 773525 w 3114960"/>
              <a:gd name="connsiteY27625" fmla="*/ 3284601 h 5143785"/>
              <a:gd name="connsiteX27626" fmla="*/ 772097 w 3114960"/>
              <a:gd name="connsiteY27626" fmla="*/ 3281077 h 5143785"/>
              <a:gd name="connsiteX27627" fmla="*/ 1401509 w 3114960"/>
              <a:gd name="connsiteY27627" fmla="*/ 2122646 h 5143785"/>
              <a:gd name="connsiteX27628" fmla="*/ 1393793 w 3114960"/>
              <a:gd name="connsiteY27628" fmla="*/ 2130362 h 5143785"/>
              <a:gd name="connsiteX27629" fmla="*/ 1401509 w 3114960"/>
              <a:gd name="connsiteY27629" fmla="*/ 2138077 h 5143785"/>
              <a:gd name="connsiteX27630" fmla="*/ 1409224 w 3114960"/>
              <a:gd name="connsiteY27630" fmla="*/ 2130362 h 5143785"/>
              <a:gd name="connsiteX27631" fmla="*/ 1401509 w 3114960"/>
              <a:gd name="connsiteY27631" fmla="*/ 2122646 h 5143785"/>
              <a:gd name="connsiteX27632" fmla="*/ 1401509 w 3114960"/>
              <a:gd name="connsiteY27632" fmla="*/ 2135791 h 5143785"/>
              <a:gd name="connsiteX27633" fmla="*/ 1396175 w 3114960"/>
              <a:gd name="connsiteY27633" fmla="*/ 2130457 h 5143785"/>
              <a:gd name="connsiteX27634" fmla="*/ 1401509 w 3114960"/>
              <a:gd name="connsiteY27634" fmla="*/ 2125123 h 5143785"/>
              <a:gd name="connsiteX27635" fmla="*/ 1406843 w 3114960"/>
              <a:gd name="connsiteY27635" fmla="*/ 2130457 h 5143785"/>
              <a:gd name="connsiteX27636" fmla="*/ 1401509 w 3114960"/>
              <a:gd name="connsiteY27636" fmla="*/ 2135791 h 5143785"/>
              <a:gd name="connsiteX27637" fmla="*/ 1413129 w 3114960"/>
              <a:gd name="connsiteY27637" fmla="*/ 2130457 h 5143785"/>
              <a:gd name="connsiteX27638" fmla="*/ 1401509 w 3114960"/>
              <a:gd name="connsiteY27638" fmla="*/ 2118836 h 5143785"/>
              <a:gd name="connsiteX27639" fmla="*/ 1389888 w 3114960"/>
              <a:gd name="connsiteY27639" fmla="*/ 2130457 h 5143785"/>
              <a:gd name="connsiteX27640" fmla="*/ 1399127 w 3114960"/>
              <a:gd name="connsiteY27640" fmla="*/ 2141601 h 5143785"/>
              <a:gd name="connsiteX27641" fmla="*/ 1399127 w 3114960"/>
              <a:gd name="connsiteY27641" fmla="*/ 2297144 h 5143785"/>
              <a:gd name="connsiteX27642" fmla="*/ 1416749 w 3114960"/>
              <a:gd name="connsiteY27642" fmla="*/ 2315718 h 5143785"/>
              <a:gd name="connsiteX27643" fmla="*/ 1454753 w 3114960"/>
              <a:gd name="connsiteY27643" fmla="*/ 2315718 h 5143785"/>
              <a:gd name="connsiteX27644" fmla="*/ 1454753 w 3114960"/>
              <a:gd name="connsiteY27644" fmla="*/ 2322576 h 5143785"/>
              <a:gd name="connsiteX27645" fmla="*/ 1458659 w 3114960"/>
              <a:gd name="connsiteY27645" fmla="*/ 2326481 h 5143785"/>
              <a:gd name="connsiteX27646" fmla="*/ 1477042 w 3114960"/>
              <a:gd name="connsiteY27646" fmla="*/ 2326481 h 5143785"/>
              <a:gd name="connsiteX27647" fmla="*/ 1480947 w 3114960"/>
              <a:gd name="connsiteY27647" fmla="*/ 2322576 h 5143785"/>
              <a:gd name="connsiteX27648" fmla="*/ 1480947 w 3114960"/>
              <a:gd name="connsiteY27648" fmla="*/ 2304193 h 5143785"/>
              <a:gd name="connsiteX27649" fmla="*/ 1477042 w 3114960"/>
              <a:gd name="connsiteY27649" fmla="*/ 2300288 h 5143785"/>
              <a:gd name="connsiteX27650" fmla="*/ 1458659 w 3114960"/>
              <a:gd name="connsiteY27650" fmla="*/ 2300288 h 5143785"/>
              <a:gd name="connsiteX27651" fmla="*/ 1454753 w 3114960"/>
              <a:gd name="connsiteY27651" fmla="*/ 2304193 h 5143785"/>
              <a:gd name="connsiteX27652" fmla="*/ 1454753 w 3114960"/>
              <a:gd name="connsiteY27652" fmla="*/ 2311051 h 5143785"/>
              <a:gd name="connsiteX27653" fmla="*/ 1418749 w 3114960"/>
              <a:gd name="connsiteY27653" fmla="*/ 2311051 h 5143785"/>
              <a:gd name="connsiteX27654" fmla="*/ 1403890 w 3114960"/>
              <a:gd name="connsiteY27654" fmla="*/ 2295335 h 5143785"/>
              <a:gd name="connsiteX27655" fmla="*/ 1403890 w 3114960"/>
              <a:gd name="connsiteY27655" fmla="*/ 2141696 h 5143785"/>
              <a:gd name="connsiteX27656" fmla="*/ 1413129 w 3114960"/>
              <a:gd name="connsiteY27656" fmla="*/ 2130552 h 5143785"/>
              <a:gd name="connsiteX27657" fmla="*/ 1457135 w 3114960"/>
              <a:gd name="connsiteY27657" fmla="*/ 2304193 h 5143785"/>
              <a:gd name="connsiteX27658" fmla="*/ 1458659 w 3114960"/>
              <a:gd name="connsiteY27658" fmla="*/ 2302669 h 5143785"/>
              <a:gd name="connsiteX27659" fmla="*/ 1477042 w 3114960"/>
              <a:gd name="connsiteY27659" fmla="*/ 2302669 h 5143785"/>
              <a:gd name="connsiteX27660" fmla="*/ 1478566 w 3114960"/>
              <a:gd name="connsiteY27660" fmla="*/ 2304193 h 5143785"/>
              <a:gd name="connsiteX27661" fmla="*/ 1478566 w 3114960"/>
              <a:gd name="connsiteY27661" fmla="*/ 2322576 h 5143785"/>
              <a:gd name="connsiteX27662" fmla="*/ 1477042 w 3114960"/>
              <a:gd name="connsiteY27662" fmla="*/ 2324100 h 5143785"/>
              <a:gd name="connsiteX27663" fmla="*/ 1458659 w 3114960"/>
              <a:gd name="connsiteY27663" fmla="*/ 2324100 h 5143785"/>
              <a:gd name="connsiteX27664" fmla="*/ 1457135 w 3114960"/>
              <a:gd name="connsiteY27664" fmla="*/ 2322576 h 5143785"/>
              <a:gd name="connsiteX27665" fmla="*/ 1457135 w 3114960"/>
              <a:gd name="connsiteY27665" fmla="*/ 2304193 h 5143785"/>
              <a:gd name="connsiteX27666" fmla="*/ 1401509 w 3114960"/>
              <a:gd name="connsiteY27666" fmla="*/ 2139696 h 5143785"/>
              <a:gd name="connsiteX27667" fmla="*/ 1392269 w 3114960"/>
              <a:gd name="connsiteY27667" fmla="*/ 2130457 h 5143785"/>
              <a:gd name="connsiteX27668" fmla="*/ 1401509 w 3114960"/>
              <a:gd name="connsiteY27668" fmla="*/ 2121218 h 5143785"/>
              <a:gd name="connsiteX27669" fmla="*/ 1410748 w 3114960"/>
              <a:gd name="connsiteY27669" fmla="*/ 2130457 h 5143785"/>
              <a:gd name="connsiteX27670" fmla="*/ 1401509 w 3114960"/>
              <a:gd name="connsiteY27670" fmla="*/ 2139696 h 5143785"/>
              <a:gd name="connsiteX27671" fmla="*/ 792290 w 3114960"/>
              <a:gd name="connsiteY27671" fmla="*/ 3037523 h 5143785"/>
              <a:gd name="connsiteX27672" fmla="*/ 812197 w 3114960"/>
              <a:gd name="connsiteY27672" fmla="*/ 3037523 h 5143785"/>
              <a:gd name="connsiteX27673" fmla="*/ 812197 w 3114960"/>
              <a:gd name="connsiteY27673" fmla="*/ 3042285 h 5143785"/>
              <a:gd name="connsiteX27674" fmla="*/ 790480 w 3114960"/>
              <a:gd name="connsiteY27674" fmla="*/ 3042285 h 5143785"/>
              <a:gd name="connsiteX27675" fmla="*/ 788765 w 3114960"/>
              <a:gd name="connsiteY27675" fmla="*/ 3040856 h 5143785"/>
              <a:gd name="connsiteX27676" fmla="*/ 791909 w 3114960"/>
              <a:gd name="connsiteY27676" fmla="*/ 3037237 h 5143785"/>
              <a:gd name="connsiteX27677" fmla="*/ 792290 w 3114960"/>
              <a:gd name="connsiteY27677" fmla="*/ 3037523 h 5143785"/>
              <a:gd name="connsiteX27678" fmla="*/ 1432941 w 3114960"/>
              <a:gd name="connsiteY27678" fmla="*/ 2277142 h 5143785"/>
              <a:gd name="connsiteX27679" fmla="*/ 1432941 w 3114960"/>
              <a:gd name="connsiteY27679" fmla="*/ 2262473 h 5143785"/>
              <a:gd name="connsiteX27680" fmla="*/ 1436751 w 3114960"/>
              <a:gd name="connsiteY27680" fmla="*/ 2258663 h 5143785"/>
              <a:gd name="connsiteX27681" fmla="*/ 1451420 w 3114960"/>
              <a:gd name="connsiteY27681" fmla="*/ 2258663 h 5143785"/>
              <a:gd name="connsiteX27682" fmla="*/ 1455230 w 3114960"/>
              <a:gd name="connsiteY27682" fmla="*/ 2262473 h 5143785"/>
              <a:gd name="connsiteX27683" fmla="*/ 1455230 w 3114960"/>
              <a:gd name="connsiteY27683" fmla="*/ 2277142 h 5143785"/>
              <a:gd name="connsiteX27684" fmla="*/ 1451420 w 3114960"/>
              <a:gd name="connsiteY27684" fmla="*/ 2280952 h 5143785"/>
              <a:gd name="connsiteX27685" fmla="*/ 1436751 w 3114960"/>
              <a:gd name="connsiteY27685" fmla="*/ 2280952 h 5143785"/>
              <a:gd name="connsiteX27686" fmla="*/ 1432941 w 3114960"/>
              <a:gd name="connsiteY27686" fmla="*/ 2277142 h 5143785"/>
              <a:gd name="connsiteX27687" fmla="*/ 1431893 w 3114960"/>
              <a:gd name="connsiteY27687" fmla="*/ 2254377 h 5143785"/>
              <a:gd name="connsiteX27688" fmla="*/ 1428750 w 3114960"/>
              <a:gd name="connsiteY27688" fmla="*/ 2257520 h 5143785"/>
              <a:gd name="connsiteX27689" fmla="*/ 1428750 w 3114960"/>
              <a:gd name="connsiteY27689" fmla="*/ 2281904 h 5143785"/>
              <a:gd name="connsiteX27690" fmla="*/ 1431893 w 3114960"/>
              <a:gd name="connsiteY27690" fmla="*/ 2285048 h 5143785"/>
              <a:gd name="connsiteX27691" fmla="*/ 1456277 w 3114960"/>
              <a:gd name="connsiteY27691" fmla="*/ 2285048 h 5143785"/>
              <a:gd name="connsiteX27692" fmla="*/ 1459421 w 3114960"/>
              <a:gd name="connsiteY27692" fmla="*/ 2281904 h 5143785"/>
              <a:gd name="connsiteX27693" fmla="*/ 1459421 w 3114960"/>
              <a:gd name="connsiteY27693" fmla="*/ 2257520 h 5143785"/>
              <a:gd name="connsiteX27694" fmla="*/ 1456277 w 3114960"/>
              <a:gd name="connsiteY27694" fmla="*/ 2254377 h 5143785"/>
              <a:gd name="connsiteX27695" fmla="*/ 1446467 w 3114960"/>
              <a:gd name="connsiteY27695" fmla="*/ 2254377 h 5143785"/>
              <a:gd name="connsiteX27696" fmla="*/ 1446467 w 3114960"/>
              <a:gd name="connsiteY27696" fmla="*/ 2172081 h 5143785"/>
              <a:gd name="connsiteX27697" fmla="*/ 1451896 w 3114960"/>
              <a:gd name="connsiteY27697" fmla="*/ 2164747 h 5143785"/>
              <a:gd name="connsiteX27698" fmla="*/ 1444085 w 3114960"/>
              <a:gd name="connsiteY27698" fmla="*/ 2156936 h 5143785"/>
              <a:gd name="connsiteX27699" fmla="*/ 1436275 w 3114960"/>
              <a:gd name="connsiteY27699" fmla="*/ 2164747 h 5143785"/>
              <a:gd name="connsiteX27700" fmla="*/ 1441704 w 3114960"/>
              <a:gd name="connsiteY27700" fmla="*/ 2172081 h 5143785"/>
              <a:gd name="connsiteX27701" fmla="*/ 1441704 w 3114960"/>
              <a:gd name="connsiteY27701" fmla="*/ 2254377 h 5143785"/>
              <a:gd name="connsiteX27702" fmla="*/ 1431893 w 3114960"/>
              <a:gd name="connsiteY27702" fmla="*/ 2254377 h 5143785"/>
              <a:gd name="connsiteX27703" fmla="*/ 1456373 w 3114960"/>
              <a:gd name="connsiteY27703" fmla="*/ 2256758 h 5143785"/>
              <a:gd name="connsiteX27704" fmla="*/ 1457135 w 3114960"/>
              <a:gd name="connsiteY27704" fmla="*/ 2257520 h 5143785"/>
              <a:gd name="connsiteX27705" fmla="*/ 1457135 w 3114960"/>
              <a:gd name="connsiteY27705" fmla="*/ 2281904 h 5143785"/>
              <a:gd name="connsiteX27706" fmla="*/ 1456373 w 3114960"/>
              <a:gd name="connsiteY27706" fmla="*/ 2282666 h 5143785"/>
              <a:gd name="connsiteX27707" fmla="*/ 1431989 w 3114960"/>
              <a:gd name="connsiteY27707" fmla="*/ 2282666 h 5143785"/>
              <a:gd name="connsiteX27708" fmla="*/ 1431227 w 3114960"/>
              <a:gd name="connsiteY27708" fmla="*/ 2281904 h 5143785"/>
              <a:gd name="connsiteX27709" fmla="*/ 1431227 w 3114960"/>
              <a:gd name="connsiteY27709" fmla="*/ 2257520 h 5143785"/>
              <a:gd name="connsiteX27710" fmla="*/ 1431989 w 3114960"/>
              <a:gd name="connsiteY27710" fmla="*/ 2256758 h 5143785"/>
              <a:gd name="connsiteX27711" fmla="*/ 1456373 w 3114960"/>
              <a:gd name="connsiteY27711" fmla="*/ 2256758 h 5143785"/>
              <a:gd name="connsiteX27712" fmla="*/ 1441132 w 3114960"/>
              <a:gd name="connsiteY27712" fmla="*/ 2125504 h 5143785"/>
              <a:gd name="connsiteX27713" fmla="*/ 1447228 w 3114960"/>
              <a:gd name="connsiteY27713" fmla="*/ 2125504 h 5143785"/>
              <a:gd name="connsiteX27714" fmla="*/ 1447228 w 3114960"/>
              <a:gd name="connsiteY27714" fmla="*/ 2131600 h 5143785"/>
              <a:gd name="connsiteX27715" fmla="*/ 1441132 w 3114960"/>
              <a:gd name="connsiteY27715" fmla="*/ 2131600 h 5143785"/>
              <a:gd name="connsiteX27716" fmla="*/ 1441132 w 3114960"/>
              <a:gd name="connsiteY27716" fmla="*/ 2125504 h 5143785"/>
              <a:gd name="connsiteX27717" fmla="*/ 364236 w 3114960"/>
              <a:gd name="connsiteY27717" fmla="*/ 3433763 h 5143785"/>
              <a:gd name="connsiteX27718" fmla="*/ 334613 w 3114960"/>
              <a:gd name="connsiteY27718" fmla="*/ 3433763 h 5143785"/>
              <a:gd name="connsiteX27719" fmla="*/ 331470 w 3114960"/>
              <a:gd name="connsiteY27719" fmla="*/ 3436906 h 5143785"/>
              <a:gd name="connsiteX27720" fmla="*/ 331470 w 3114960"/>
              <a:gd name="connsiteY27720" fmla="*/ 3466529 h 5143785"/>
              <a:gd name="connsiteX27721" fmla="*/ 334613 w 3114960"/>
              <a:gd name="connsiteY27721" fmla="*/ 3469672 h 5143785"/>
              <a:gd name="connsiteX27722" fmla="*/ 364236 w 3114960"/>
              <a:gd name="connsiteY27722" fmla="*/ 3469672 h 5143785"/>
              <a:gd name="connsiteX27723" fmla="*/ 367379 w 3114960"/>
              <a:gd name="connsiteY27723" fmla="*/ 3466529 h 5143785"/>
              <a:gd name="connsiteX27724" fmla="*/ 367379 w 3114960"/>
              <a:gd name="connsiteY27724" fmla="*/ 3454146 h 5143785"/>
              <a:gd name="connsiteX27725" fmla="*/ 464820 w 3114960"/>
              <a:gd name="connsiteY27725" fmla="*/ 3454146 h 5143785"/>
              <a:gd name="connsiteX27726" fmla="*/ 473583 w 3114960"/>
              <a:gd name="connsiteY27726" fmla="*/ 3461004 h 5143785"/>
              <a:gd name="connsiteX27727" fmla="*/ 482822 w 3114960"/>
              <a:gd name="connsiteY27727" fmla="*/ 3451765 h 5143785"/>
              <a:gd name="connsiteX27728" fmla="*/ 473583 w 3114960"/>
              <a:gd name="connsiteY27728" fmla="*/ 3442526 h 5143785"/>
              <a:gd name="connsiteX27729" fmla="*/ 464820 w 3114960"/>
              <a:gd name="connsiteY27729" fmla="*/ 3449384 h 5143785"/>
              <a:gd name="connsiteX27730" fmla="*/ 367379 w 3114960"/>
              <a:gd name="connsiteY27730" fmla="*/ 3449384 h 5143785"/>
              <a:gd name="connsiteX27731" fmla="*/ 367379 w 3114960"/>
              <a:gd name="connsiteY27731" fmla="*/ 3437001 h 5143785"/>
              <a:gd name="connsiteX27732" fmla="*/ 364236 w 3114960"/>
              <a:gd name="connsiteY27732" fmla="*/ 3433858 h 5143785"/>
              <a:gd name="connsiteX27733" fmla="*/ 364998 w 3114960"/>
              <a:gd name="connsiteY27733" fmla="*/ 3466529 h 5143785"/>
              <a:gd name="connsiteX27734" fmla="*/ 364236 w 3114960"/>
              <a:gd name="connsiteY27734" fmla="*/ 3467291 h 5143785"/>
              <a:gd name="connsiteX27735" fmla="*/ 334613 w 3114960"/>
              <a:gd name="connsiteY27735" fmla="*/ 3467291 h 5143785"/>
              <a:gd name="connsiteX27736" fmla="*/ 333851 w 3114960"/>
              <a:gd name="connsiteY27736" fmla="*/ 3466529 h 5143785"/>
              <a:gd name="connsiteX27737" fmla="*/ 333851 w 3114960"/>
              <a:gd name="connsiteY27737" fmla="*/ 3436906 h 5143785"/>
              <a:gd name="connsiteX27738" fmla="*/ 334613 w 3114960"/>
              <a:gd name="connsiteY27738" fmla="*/ 3436144 h 5143785"/>
              <a:gd name="connsiteX27739" fmla="*/ 364236 w 3114960"/>
              <a:gd name="connsiteY27739" fmla="*/ 3436144 h 5143785"/>
              <a:gd name="connsiteX27740" fmla="*/ 364998 w 3114960"/>
              <a:gd name="connsiteY27740" fmla="*/ 3436906 h 5143785"/>
              <a:gd name="connsiteX27741" fmla="*/ 364998 w 3114960"/>
              <a:gd name="connsiteY27741" fmla="*/ 3466529 h 5143785"/>
              <a:gd name="connsiteX27742" fmla="*/ 533591 w 3114960"/>
              <a:gd name="connsiteY27742" fmla="*/ 3074575 h 5143785"/>
              <a:gd name="connsiteX27743" fmla="*/ 528828 w 3114960"/>
              <a:gd name="connsiteY27743" fmla="*/ 3074575 h 5143785"/>
              <a:gd name="connsiteX27744" fmla="*/ 528828 w 3114960"/>
              <a:gd name="connsiteY27744" fmla="*/ 3056096 h 5143785"/>
              <a:gd name="connsiteX27745" fmla="*/ 533591 w 3114960"/>
              <a:gd name="connsiteY27745" fmla="*/ 3056096 h 5143785"/>
              <a:gd name="connsiteX27746" fmla="*/ 533591 w 3114960"/>
              <a:gd name="connsiteY27746" fmla="*/ 3074575 h 5143785"/>
              <a:gd name="connsiteX27747" fmla="*/ 2639949 w 3114960"/>
              <a:gd name="connsiteY27747" fmla="*/ 1523810 h 5143785"/>
              <a:gd name="connsiteX27748" fmla="*/ 2639949 w 3114960"/>
              <a:gd name="connsiteY27748" fmla="*/ 1506093 h 5143785"/>
              <a:gd name="connsiteX27749" fmla="*/ 2657666 w 3114960"/>
              <a:gd name="connsiteY27749" fmla="*/ 1506093 h 5143785"/>
              <a:gd name="connsiteX27750" fmla="*/ 2657666 w 3114960"/>
              <a:gd name="connsiteY27750" fmla="*/ 1523810 h 5143785"/>
              <a:gd name="connsiteX27751" fmla="*/ 2639949 w 3114960"/>
              <a:gd name="connsiteY27751" fmla="*/ 1523810 h 5143785"/>
              <a:gd name="connsiteX27752" fmla="*/ 524256 w 3114960"/>
              <a:gd name="connsiteY27752" fmla="*/ 3349657 h 5143785"/>
              <a:gd name="connsiteX27753" fmla="*/ 619506 w 3114960"/>
              <a:gd name="connsiteY27753" fmla="*/ 3349657 h 5143785"/>
              <a:gd name="connsiteX27754" fmla="*/ 637794 w 3114960"/>
              <a:gd name="connsiteY27754" fmla="*/ 3333750 h 5143785"/>
              <a:gd name="connsiteX27755" fmla="*/ 683609 w 3114960"/>
              <a:gd name="connsiteY27755" fmla="*/ 3333750 h 5143785"/>
              <a:gd name="connsiteX27756" fmla="*/ 690467 w 3114960"/>
              <a:gd name="connsiteY27756" fmla="*/ 3338703 h 5143785"/>
              <a:gd name="connsiteX27757" fmla="*/ 697897 w 3114960"/>
              <a:gd name="connsiteY27757" fmla="*/ 3331369 h 5143785"/>
              <a:gd name="connsiteX27758" fmla="*/ 690563 w 3114960"/>
              <a:gd name="connsiteY27758" fmla="*/ 3323939 h 5143785"/>
              <a:gd name="connsiteX27759" fmla="*/ 683609 w 3114960"/>
              <a:gd name="connsiteY27759" fmla="*/ 3328988 h 5143785"/>
              <a:gd name="connsiteX27760" fmla="*/ 635984 w 3114960"/>
              <a:gd name="connsiteY27760" fmla="*/ 3328988 h 5143785"/>
              <a:gd name="connsiteX27761" fmla="*/ 617696 w 3114960"/>
              <a:gd name="connsiteY27761" fmla="*/ 3344894 h 5143785"/>
              <a:gd name="connsiteX27762" fmla="*/ 524447 w 3114960"/>
              <a:gd name="connsiteY27762" fmla="*/ 3344894 h 5143785"/>
              <a:gd name="connsiteX27763" fmla="*/ 513207 w 3114960"/>
              <a:gd name="connsiteY27763" fmla="*/ 3335179 h 5143785"/>
              <a:gd name="connsiteX27764" fmla="*/ 501587 w 3114960"/>
              <a:gd name="connsiteY27764" fmla="*/ 3346799 h 5143785"/>
              <a:gd name="connsiteX27765" fmla="*/ 513207 w 3114960"/>
              <a:gd name="connsiteY27765" fmla="*/ 3358420 h 5143785"/>
              <a:gd name="connsiteX27766" fmla="*/ 524256 w 3114960"/>
              <a:gd name="connsiteY27766" fmla="*/ 3349657 h 5143785"/>
              <a:gd name="connsiteX27767" fmla="*/ 506349 w 3114960"/>
              <a:gd name="connsiteY27767" fmla="*/ 3346799 h 5143785"/>
              <a:gd name="connsiteX27768" fmla="*/ 513207 w 3114960"/>
              <a:gd name="connsiteY27768" fmla="*/ 3339942 h 5143785"/>
              <a:gd name="connsiteX27769" fmla="*/ 520065 w 3114960"/>
              <a:gd name="connsiteY27769" fmla="*/ 3346799 h 5143785"/>
              <a:gd name="connsiteX27770" fmla="*/ 513207 w 3114960"/>
              <a:gd name="connsiteY27770" fmla="*/ 3353657 h 5143785"/>
              <a:gd name="connsiteX27771" fmla="*/ 506349 w 3114960"/>
              <a:gd name="connsiteY27771" fmla="*/ 3346799 h 5143785"/>
              <a:gd name="connsiteX27772" fmla="*/ 559689 w 3114960"/>
              <a:gd name="connsiteY27772" fmla="*/ 3156490 h 5143785"/>
              <a:gd name="connsiteX27773" fmla="*/ 563118 w 3114960"/>
              <a:gd name="connsiteY27773" fmla="*/ 3153156 h 5143785"/>
              <a:gd name="connsiteX27774" fmla="*/ 569024 w 3114960"/>
              <a:gd name="connsiteY27774" fmla="*/ 3159347 h 5143785"/>
              <a:gd name="connsiteX27775" fmla="*/ 577501 w 3114960"/>
              <a:gd name="connsiteY27775" fmla="*/ 3159347 h 5143785"/>
              <a:gd name="connsiteX27776" fmla="*/ 577501 w 3114960"/>
              <a:gd name="connsiteY27776" fmla="*/ 3164110 h 5143785"/>
              <a:gd name="connsiteX27777" fmla="*/ 566928 w 3114960"/>
              <a:gd name="connsiteY27777" fmla="*/ 3164110 h 5143785"/>
              <a:gd name="connsiteX27778" fmla="*/ 559689 w 3114960"/>
              <a:gd name="connsiteY27778" fmla="*/ 3156395 h 5143785"/>
              <a:gd name="connsiteX27779" fmla="*/ 84868 w 3114960"/>
              <a:gd name="connsiteY27779" fmla="*/ 2068830 h 5143785"/>
              <a:gd name="connsiteX27780" fmla="*/ 95917 w 3114960"/>
              <a:gd name="connsiteY27780" fmla="*/ 2077974 h 5143785"/>
              <a:gd name="connsiteX27781" fmla="*/ 107442 w 3114960"/>
              <a:gd name="connsiteY27781" fmla="*/ 2066449 h 5143785"/>
              <a:gd name="connsiteX27782" fmla="*/ 95917 w 3114960"/>
              <a:gd name="connsiteY27782" fmla="*/ 2054924 h 5143785"/>
              <a:gd name="connsiteX27783" fmla="*/ 84868 w 3114960"/>
              <a:gd name="connsiteY27783" fmla="*/ 2064068 h 5143785"/>
              <a:gd name="connsiteX27784" fmla="*/ 95 w 3114960"/>
              <a:gd name="connsiteY27784" fmla="*/ 2064068 h 5143785"/>
              <a:gd name="connsiteX27785" fmla="*/ 95 w 3114960"/>
              <a:gd name="connsiteY27785" fmla="*/ 2068830 h 5143785"/>
              <a:gd name="connsiteX27786" fmla="*/ 84868 w 3114960"/>
              <a:gd name="connsiteY27786" fmla="*/ 2068830 h 5143785"/>
              <a:gd name="connsiteX27787" fmla="*/ 95917 w 3114960"/>
              <a:gd name="connsiteY27787" fmla="*/ 2059686 h 5143785"/>
              <a:gd name="connsiteX27788" fmla="*/ 102680 w 3114960"/>
              <a:gd name="connsiteY27788" fmla="*/ 2066449 h 5143785"/>
              <a:gd name="connsiteX27789" fmla="*/ 95917 w 3114960"/>
              <a:gd name="connsiteY27789" fmla="*/ 2073212 h 5143785"/>
              <a:gd name="connsiteX27790" fmla="*/ 89154 w 3114960"/>
              <a:gd name="connsiteY27790" fmla="*/ 2066449 h 5143785"/>
              <a:gd name="connsiteX27791" fmla="*/ 95917 w 3114960"/>
              <a:gd name="connsiteY27791" fmla="*/ 2059686 h 5143785"/>
              <a:gd name="connsiteX27792" fmla="*/ 1653159 w 3114960"/>
              <a:gd name="connsiteY27792" fmla="*/ 1954054 h 5143785"/>
              <a:gd name="connsiteX27793" fmla="*/ 1662970 w 3114960"/>
              <a:gd name="connsiteY27793" fmla="*/ 1965198 h 5143785"/>
              <a:gd name="connsiteX27794" fmla="*/ 1663637 w 3114960"/>
              <a:gd name="connsiteY27794" fmla="*/ 1965198 h 5143785"/>
              <a:gd name="connsiteX27795" fmla="*/ 1674114 w 3114960"/>
              <a:gd name="connsiteY27795" fmla="*/ 1955387 h 5143785"/>
              <a:gd name="connsiteX27796" fmla="*/ 1664303 w 3114960"/>
              <a:gd name="connsiteY27796" fmla="*/ 1944243 h 5143785"/>
              <a:gd name="connsiteX27797" fmla="*/ 1653159 w 3114960"/>
              <a:gd name="connsiteY27797" fmla="*/ 1954054 h 5143785"/>
              <a:gd name="connsiteX27798" fmla="*/ 1669352 w 3114960"/>
              <a:gd name="connsiteY27798" fmla="*/ 1955102 h 5143785"/>
              <a:gd name="connsiteX27799" fmla="*/ 1663256 w 3114960"/>
              <a:gd name="connsiteY27799" fmla="*/ 1960436 h 5143785"/>
              <a:gd name="connsiteX27800" fmla="*/ 1657922 w 3114960"/>
              <a:gd name="connsiteY27800" fmla="*/ 1954340 h 5143785"/>
              <a:gd name="connsiteX27801" fmla="*/ 1663637 w 3114960"/>
              <a:gd name="connsiteY27801" fmla="*/ 1949006 h 5143785"/>
              <a:gd name="connsiteX27802" fmla="*/ 1664018 w 3114960"/>
              <a:gd name="connsiteY27802" fmla="*/ 1949006 h 5143785"/>
              <a:gd name="connsiteX27803" fmla="*/ 1669352 w 3114960"/>
              <a:gd name="connsiteY27803" fmla="*/ 1955102 h 5143785"/>
              <a:gd name="connsiteX27804" fmla="*/ 362712 w 3114960"/>
              <a:gd name="connsiteY27804" fmla="*/ 3391567 h 5143785"/>
              <a:gd name="connsiteX27805" fmla="*/ 362712 w 3114960"/>
              <a:gd name="connsiteY27805" fmla="*/ 3410331 h 5143785"/>
              <a:gd name="connsiteX27806" fmla="*/ 358902 w 3114960"/>
              <a:gd name="connsiteY27806" fmla="*/ 3414141 h 5143785"/>
              <a:gd name="connsiteX27807" fmla="*/ 340138 w 3114960"/>
              <a:gd name="connsiteY27807" fmla="*/ 3414141 h 5143785"/>
              <a:gd name="connsiteX27808" fmla="*/ 336328 w 3114960"/>
              <a:gd name="connsiteY27808" fmla="*/ 3410331 h 5143785"/>
              <a:gd name="connsiteX27809" fmla="*/ 336328 w 3114960"/>
              <a:gd name="connsiteY27809" fmla="*/ 3391567 h 5143785"/>
              <a:gd name="connsiteX27810" fmla="*/ 340138 w 3114960"/>
              <a:gd name="connsiteY27810" fmla="*/ 3387757 h 5143785"/>
              <a:gd name="connsiteX27811" fmla="*/ 358902 w 3114960"/>
              <a:gd name="connsiteY27811" fmla="*/ 3387757 h 5143785"/>
              <a:gd name="connsiteX27812" fmla="*/ 362712 w 3114960"/>
              <a:gd name="connsiteY27812" fmla="*/ 3391567 h 5143785"/>
              <a:gd name="connsiteX27813" fmla="*/ 2303812 w 3114960"/>
              <a:gd name="connsiteY27813" fmla="*/ 1711643 h 5143785"/>
              <a:gd name="connsiteX27814" fmla="*/ 2303812 w 3114960"/>
              <a:gd name="connsiteY27814" fmla="*/ 1700308 h 5143785"/>
              <a:gd name="connsiteX27815" fmla="*/ 2310194 w 3114960"/>
              <a:gd name="connsiteY27815" fmla="*/ 1694021 h 5143785"/>
              <a:gd name="connsiteX27816" fmla="*/ 2407063 w 3114960"/>
              <a:gd name="connsiteY27816" fmla="*/ 1694021 h 5143785"/>
              <a:gd name="connsiteX27817" fmla="*/ 2413349 w 3114960"/>
              <a:gd name="connsiteY27817" fmla="*/ 1700308 h 5143785"/>
              <a:gd name="connsiteX27818" fmla="*/ 2413349 w 3114960"/>
              <a:gd name="connsiteY27818" fmla="*/ 1711643 h 5143785"/>
              <a:gd name="connsiteX27819" fmla="*/ 2407063 w 3114960"/>
              <a:gd name="connsiteY27819" fmla="*/ 1717929 h 5143785"/>
              <a:gd name="connsiteX27820" fmla="*/ 2310194 w 3114960"/>
              <a:gd name="connsiteY27820" fmla="*/ 1717929 h 5143785"/>
              <a:gd name="connsiteX27821" fmla="*/ 2303812 w 3114960"/>
              <a:gd name="connsiteY27821" fmla="*/ 1711643 h 5143785"/>
              <a:gd name="connsiteX27822" fmla="*/ 496062 w 3114960"/>
              <a:gd name="connsiteY27822" fmla="*/ 3389376 h 5143785"/>
              <a:gd name="connsiteX27823" fmla="*/ 484918 w 3114960"/>
              <a:gd name="connsiteY27823" fmla="*/ 3398615 h 5143785"/>
              <a:gd name="connsiteX27824" fmla="*/ 367475 w 3114960"/>
              <a:gd name="connsiteY27824" fmla="*/ 3398615 h 5143785"/>
              <a:gd name="connsiteX27825" fmla="*/ 367475 w 3114960"/>
              <a:gd name="connsiteY27825" fmla="*/ 3386233 h 5143785"/>
              <a:gd name="connsiteX27826" fmla="*/ 364331 w 3114960"/>
              <a:gd name="connsiteY27826" fmla="*/ 3383090 h 5143785"/>
              <a:gd name="connsiteX27827" fmla="*/ 334709 w 3114960"/>
              <a:gd name="connsiteY27827" fmla="*/ 3383090 h 5143785"/>
              <a:gd name="connsiteX27828" fmla="*/ 331565 w 3114960"/>
              <a:gd name="connsiteY27828" fmla="*/ 3386233 h 5143785"/>
              <a:gd name="connsiteX27829" fmla="*/ 331565 w 3114960"/>
              <a:gd name="connsiteY27829" fmla="*/ 3398615 h 5143785"/>
              <a:gd name="connsiteX27830" fmla="*/ 233839 w 3114960"/>
              <a:gd name="connsiteY27830" fmla="*/ 3398615 h 5143785"/>
              <a:gd name="connsiteX27831" fmla="*/ 218980 w 3114960"/>
              <a:gd name="connsiteY27831" fmla="*/ 3380709 h 5143785"/>
              <a:gd name="connsiteX27832" fmla="*/ 218980 w 3114960"/>
              <a:gd name="connsiteY27832" fmla="*/ 3249073 h 5143785"/>
              <a:gd name="connsiteX27833" fmla="*/ 159639 w 3114960"/>
              <a:gd name="connsiteY27833" fmla="*/ 3192590 h 5143785"/>
              <a:gd name="connsiteX27834" fmla="*/ 158972 w 3114960"/>
              <a:gd name="connsiteY27834" fmla="*/ 3191923 h 5143785"/>
              <a:gd name="connsiteX27835" fmla="*/ 95 w 3114960"/>
              <a:gd name="connsiteY27835" fmla="*/ 3191923 h 5143785"/>
              <a:gd name="connsiteX27836" fmla="*/ 95 w 3114960"/>
              <a:gd name="connsiteY27836" fmla="*/ 3196685 h 5143785"/>
              <a:gd name="connsiteX27837" fmla="*/ 156972 w 3114960"/>
              <a:gd name="connsiteY27837" fmla="*/ 3196685 h 5143785"/>
              <a:gd name="connsiteX27838" fmla="*/ 214122 w 3114960"/>
              <a:gd name="connsiteY27838" fmla="*/ 3251168 h 5143785"/>
              <a:gd name="connsiteX27839" fmla="*/ 214122 w 3114960"/>
              <a:gd name="connsiteY27839" fmla="*/ 3382518 h 5143785"/>
              <a:gd name="connsiteX27840" fmla="*/ 231553 w 3114960"/>
              <a:gd name="connsiteY27840" fmla="*/ 3403473 h 5143785"/>
              <a:gd name="connsiteX27841" fmla="*/ 331565 w 3114960"/>
              <a:gd name="connsiteY27841" fmla="*/ 3403473 h 5143785"/>
              <a:gd name="connsiteX27842" fmla="*/ 331565 w 3114960"/>
              <a:gd name="connsiteY27842" fmla="*/ 3415855 h 5143785"/>
              <a:gd name="connsiteX27843" fmla="*/ 334709 w 3114960"/>
              <a:gd name="connsiteY27843" fmla="*/ 3418999 h 5143785"/>
              <a:gd name="connsiteX27844" fmla="*/ 364331 w 3114960"/>
              <a:gd name="connsiteY27844" fmla="*/ 3418999 h 5143785"/>
              <a:gd name="connsiteX27845" fmla="*/ 367475 w 3114960"/>
              <a:gd name="connsiteY27845" fmla="*/ 3415855 h 5143785"/>
              <a:gd name="connsiteX27846" fmla="*/ 367475 w 3114960"/>
              <a:gd name="connsiteY27846" fmla="*/ 3403473 h 5143785"/>
              <a:gd name="connsiteX27847" fmla="*/ 484918 w 3114960"/>
              <a:gd name="connsiteY27847" fmla="*/ 3403473 h 5143785"/>
              <a:gd name="connsiteX27848" fmla="*/ 496062 w 3114960"/>
              <a:gd name="connsiteY27848" fmla="*/ 3412712 h 5143785"/>
              <a:gd name="connsiteX27849" fmla="*/ 507683 w 3114960"/>
              <a:gd name="connsiteY27849" fmla="*/ 3401092 h 5143785"/>
              <a:gd name="connsiteX27850" fmla="*/ 496062 w 3114960"/>
              <a:gd name="connsiteY27850" fmla="*/ 3389471 h 5143785"/>
              <a:gd name="connsiteX27851" fmla="*/ 364998 w 3114960"/>
              <a:gd name="connsiteY27851" fmla="*/ 3415760 h 5143785"/>
              <a:gd name="connsiteX27852" fmla="*/ 364236 w 3114960"/>
              <a:gd name="connsiteY27852" fmla="*/ 3416522 h 5143785"/>
              <a:gd name="connsiteX27853" fmla="*/ 334613 w 3114960"/>
              <a:gd name="connsiteY27853" fmla="*/ 3416522 h 5143785"/>
              <a:gd name="connsiteX27854" fmla="*/ 333851 w 3114960"/>
              <a:gd name="connsiteY27854" fmla="*/ 3415760 h 5143785"/>
              <a:gd name="connsiteX27855" fmla="*/ 333851 w 3114960"/>
              <a:gd name="connsiteY27855" fmla="*/ 3386138 h 5143785"/>
              <a:gd name="connsiteX27856" fmla="*/ 334613 w 3114960"/>
              <a:gd name="connsiteY27856" fmla="*/ 3385376 h 5143785"/>
              <a:gd name="connsiteX27857" fmla="*/ 364236 w 3114960"/>
              <a:gd name="connsiteY27857" fmla="*/ 3385376 h 5143785"/>
              <a:gd name="connsiteX27858" fmla="*/ 364998 w 3114960"/>
              <a:gd name="connsiteY27858" fmla="*/ 3386138 h 5143785"/>
              <a:gd name="connsiteX27859" fmla="*/ 364998 w 3114960"/>
              <a:gd name="connsiteY27859" fmla="*/ 3415760 h 5143785"/>
              <a:gd name="connsiteX27860" fmla="*/ 496062 w 3114960"/>
              <a:gd name="connsiteY27860" fmla="*/ 3407855 h 5143785"/>
              <a:gd name="connsiteX27861" fmla="*/ 489204 w 3114960"/>
              <a:gd name="connsiteY27861" fmla="*/ 3400997 h 5143785"/>
              <a:gd name="connsiteX27862" fmla="*/ 496062 w 3114960"/>
              <a:gd name="connsiteY27862" fmla="*/ 3394138 h 5143785"/>
              <a:gd name="connsiteX27863" fmla="*/ 502920 w 3114960"/>
              <a:gd name="connsiteY27863" fmla="*/ 3400997 h 5143785"/>
              <a:gd name="connsiteX27864" fmla="*/ 496062 w 3114960"/>
              <a:gd name="connsiteY27864" fmla="*/ 3407855 h 5143785"/>
              <a:gd name="connsiteX27865" fmla="*/ 1712786 w 3114960"/>
              <a:gd name="connsiteY27865" fmla="*/ 2063401 h 5143785"/>
              <a:gd name="connsiteX27866" fmla="*/ 1707737 w 3114960"/>
              <a:gd name="connsiteY27866" fmla="*/ 2058353 h 5143785"/>
              <a:gd name="connsiteX27867" fmla="*/ 1694783 w 3114960"/>
              <a:gd name="connsiteY27867" fmla="*/ 2058353 h 5143785"/>
              <a:gd name="connsiteX27868" fmla="*/ 1694021 w 3114960"/>
              <a:gd name="connsiteY27868" fmla="*/ 2058543 h 5143785"/>
              <a:gd name="connsiteX27869" fmla="*/ 1680686 w 3114960"/>
              <a:gd name="connsiteY27869" fmla="*/ 2045399 h 5143785"/>
              <a:gd name="connsiteX27870" fmla="*/ 1570958 w 3114960"/>
              <a:gd name="connsiteY27870" fmla="*/ 2045018 h 5143785"/>
              <a:gd name="connsiteX27871" fmla="*/ 1570196 w 3114960"/>
              <a:gd name="connsiteY27871" fmla="*/ 2045018 h 5143785"/>
              <a:gd name="connsiteX27872" fmla="*/ 1539335 w 3114960"/>
              <a:gd name="connsiteY27872" fmla="*/ 2066449 h 5143785"/>
              <a:gd name="connsiteX27873" fmla="*/ 1492853 w 3114960"/>
              <a:gd name="connsiteY27873" fmla="*/ 2066163 h 5143785"/>
              <a:gd name="connsiteX27874" fmla="*/ 1492091 w 3114960"/>
              <a:gd name="connsiteY27874" fmla="*/ 2064258 h 5143785"/>
              <a:gd name="connsiteX27875" fmla="*/ 1488281 w 3114960"/>
              <a:gd name="connsiteY27875" fmla="*/ 2061686 h 5143785"/>
              <a:gd name="connsiteX27876" fmla="*/ 1483709 w 3114960"/>
              <a:gd name="connsiteY27876" fmla="*/ 2062544 h 5143785"/>
              <a:gd name="connsiteX27877" fmla="*/ 1481138 w 3114960"/>
              <a:gd name="connsiteY27877" fmla="*/ 2066353 h 5143785"/>
              <a:gd name="connsiteX27878" fmla="*/ 1481995 w 3114960"/>
              <a:gd name="connsiteY27878" fmla="*/ 2070926 h 5143785"/>
              <a:gd name="connsiteX27879" fmla="*/ 1485805 w 3114960"/>
              <a:gd name="connsiteY27879" fmla="*/ 2073497 h 5143785"/>
              <a:gd name="connsiteX27880" fmla="*/ 1487043 w 3114960"/>
              <a:gd name="connsiteY27880" fmla="*/ 2073593 h 5143785"/>
              <a:gd name="connsiteX27881" fmla="*/ 1490377 w 3114960"/>
              <a:gd name="connsiteY27881" fmla="*/ 2072640 h 5143785"/>
              <a:gd name="connsiteX27882" fmla="*/ 1492091 w 3114960"/>
              <a:gd name="connsiteY27882" fmla="*/ 2070926 h 5143785"/>
              <a:gd name="connsiteX27883" fmla="*/ 1540859 w 3114960"/>
              <a:gd name="connsiteY27883" fmla="*/ 2071211 h 5143785"/>
              <a:gd name="connsiteX27884" fmla="*/ 1571720 w 3114960"/>
              <a:gd name="connsiteY27884" fmla="*/ 2049780 h 5143785"/>
              <a:gd name="connsiteX27885" fmla="*/ 1678781 w 3114960"/>
              <a:gd name="connsiteY27885" fmla="*/ 2050161 h 5143785"/>
              <a:gd name="connsiteX27886" fmla="*/ 1690211 w 3114960"/>
              <a:gd name="connsiteY27886" fmla="*/ 2061401 h 5143785"/>
              <a:gd name="connsiteX27887" fmla="*/ 1689735 w 3114960"/>
              <a:gd name="connsiteY27887" fmla="*/ 2063401 h 5143785"/>
              <a:gd name="connsiteX27888" fmla="*/ 1689735 w 3114960"/>
              <a:gd name="connsiteY27888" fmla="*/ 2076355 h 5143785"/>
              <a:gd name="connsiteX27889" fmla="*/ 1694783 w 3114960"/>
              <a:gd name="connsiteY27889" fmla="*/ 2081403 h 5143785"/>
              <a:gd name="connsiteX27890" fmla="*/ 1707737 w 3114960"/>
              <a:gd name="connsiteY27890" fmla="*/ 2081403 h 5143785"/>
              <a:gd name="connsiteX27891" fmla="*/ 1709928 w 3114960"/>
              <a:gd name="connsiteY27891" fmla="*/ 2080832 h 5143785"/>
              <a:gd name="connsiteX27892" fmla="*/ 1945196 w 3114960"/>
              <a:gd name="connsiteY27892" fmla="*/ 2304764 h 5143785"/>
              <a:gd name="connsiteX27893" fmla="*/ 2009013 w 3114960"/>
              <a:gd name="connsiteY27893" fmla="*/ 2304479 h 5143785"/>
              <a:gd name="connsiteX27894" fmla="*/ 2020348 w 3114960"/>
              <a:gd name="connsiteY27894" fmla="*/ 2313908 h 5143785"/>
              <a:gd name="connsiteX27895" fmla="*/ 2032159 w 3114960"/>
              <a:gd name="connsiteY27895" fmla="*/ 2302097 h 5143785"/>
              <a:gd name="connsiteX27896" fmla="*/ 2020348 w 3114960"/>
              <a:gd name="connsiteY27896" fmla="*/ 2290286 h 5143785"/>
              <a:gd name="connsiteX27897" fmla="*/ 2009013 w 3114960"/>
              <a:gd name="connsiteY27897" fmla="*/ 2299716 h 5143785"/>
              <a:gd name="connsiteX27898" fmla="*/ 1947101 w 3114960"/>
              <a:gd name="connsiteY27898" fmla="*/ 2300002 h 5143785"/>
              <a:gd name="connsiteX27899" fmla="*/ 1712690 w 3114960"/>
              <a:gd name="connsiteY27899" fmla="*/ 2076831 h 5143785"/>
              <a:gd name="connsiteX27900" fmla="*/ 1712786 w 3114960"/>
              <a:gd name="connsiteY27900" fmla="*/ 2076260 h 5143785"/>
              <a:gd name="connsiteX27901" fmla="*/ 1712786 w 3114960"/>
              <a:gd name="connsiteY27901" fmla="*/ 2063306 h 5143785"/>
              <a:gd name="connsiteX27902" fmla="*/ 1487710 w 3114960"/>
              <a:gd name="connsiteY27902" fmla="*/ 2068735 h 5143785"/>
              <a:gd name="connsiteX27903" fmla="*/ 1485900 w 3114960"/>
              <a:gd name="connsiteY27903" fmla="*/ 2068354 h 5143785"/>
              <a:gd name="connsiteX27904" fmla="*/ 1486281 w 3114960"/>
              <a:gd name="connsiteY27904" fmla="*/ 2066544 h 5143785"/>
              <a:gd name="connsiteX27905" fmla="*/ 1486948 w 3114960"/>
              <a:gd name="connsiteY27905" fmla="*/ 2066353 h 5143785"/>
              <a:gd name="connsiteX27906" fmla="*/ 1487996 w 3114960"/>
              <a:gd name="connsiteY27906" fmla="*/ 2066925 h 5143785"/>
              <a:gd name="connsiteX27907" fmla="*/ 1487615 w 3114960"/>
              <a:gd name="connsiteY27907" fmla="*/ 2068735 h 5143785"/>
              <a:gd name="connsiteX27908" fmla="*/ 1708023 w 3114960"/>
              <a:gd name="connsiteY27908" fmla="*/ 2076355 h 5143785"/>
              <a:gd name="connsiteX27909" fmla="*/ 1707737 w 3114960"/>
              <a:gd name="connsiteY27909" fmla="*/ 2076641 h 5143785"/>
              <a:gd name="connsiteX27910" fmla="*/ 1694498 w 3114960"/>
              <a:gd name="connsiteY27910" fmla="*/ 2076355 h 5143785"/>
              <a:gd name="connsiteX27911" fmla="*/ 1694783 w 3114960"/>
              <a:gd name="connsiteY27911" fmla="*/ 2063115 h 5143785"/>
              <a:gd name="connsiteX27912" fmla="*/ 1708023 w 3114960"/>
              <a:gd name="connsiteY27912" fmla="*/ 2063401 h 5143785"/>
              <a:gd name="connsiteX27913" fmla="*/ 1708023 w 3114960"/>
              <a:gd name="connsiteY27913" fmla="*/ 2076355 h 5143785"/>
              <a:gd name="connsiteX27914" fmla="*/ 2020348 w 3114960"/>
              <a:gd name="connsiteY27914" fmla="*/ 2295144 h 5143785"/>
              <a:gd name="connsiteX27915" fmla="*/ 2027396 w 3114960"/>
              <a:gd name="connsiteY27915" fmla="*/ 2302193 h 5143785"/>
              <a:gd name="connsiteX27916" fmla="*/ 2020348 w 3114960"/>
              <a:gd name="connsiteY27916" fmla="*/ 2309241 h 5143785"/>
              <a:gd name="connsiteX27917" fmla="*/ 2013299 w 3114960"/>
              <a:gd name="connsiteY27917" fmla="*/ 2302193 h 5143785"/>
              <a:gd name="connsiteX27918" fmla="*/ 2020348 w 3114960"/>
              <a:gd name="connsiteY27918" fmla="*/ 2295144 h 5143785"/>
              <a:gd name="connsiteX27919" fmla="*/ 1733741 w 3114960"/>
              <a:gd name="connsiteY27919" fmla="*/ 1968437 h 5143785"/>
              <a:gd name="connsiteX27920" fmla="*/ 1726978 w 3114960"/>
              <a:gd name="connsiteY27920" fmla="*/ 1961674 h 5143785"/>
              <a:gd name="connsiteX27921" fmla="*/ 1706499 w 3114960"/>
              <a:gd name="connsiteY27921" fmla="*/ 1961674 h 5143785"/>
              <a:gd name="connsiteX27922" fmla="*/ 1699736 w 3114960"/>
              <a:gd name="connsiteY27922" fmla="*/ 1968437 h 5143785"/>
              <a:gd name="connsiteX27923" fmla="*/ 1699736 w 3114960"/>
              <a:gd name="connsiteY27923" fmla="*/ 1975295 h 5143785"/>
              <a:gd name="connsiteX27924" fmla="*/ 1706499 w 3114960"/>
              <a:gd name="connsiteY27924" fmla="*/ 1982057 h 5143785"/>
              <a:gd name="connsiteX27925" fmla="*/ 1726978 w 3114960"/>
              <a:gd name="connsiteY27925" fmla="*/ 1982057 h 5143785"/>
              <a:gd name="connsiteX27926" fmla="*/ 1727645 w 3114960"/>
              <a:gd name="connsiteY27926" fmla="*/ 1981962 h 5143785"/>
              <a:gd name="connsiteX27927" fmla="*/ 1965103 w 3114960"/>
              <a:gd name="connsiteY27927" fmla="*/ 2207990 h 5143785"/>
              <a:gd name="connsiteX27928" fmla="*/ 2011394 w 3114960"/>
              <a:gd name="connsiteY27928" fmla="*/ 2207609 h 5143785"/>
              <a:gd name="connsiteX27929" fmla="*/ 2020824 w 3114960"/>
              <a:gd name="connsiteY27929" fmla="*/ 2214944 h 5143785"/>
              <a:gd name="connsiteX27930" fmla="*/ 2029778 w 3114960"/>
              <a:gd name="connsiteY27930" fmla="*/ 2205133 h 5143785"/>
              <a:gd name="connsiteX27931" fmla="*/ 2019967 w 3114960"/>
              <a:gd name="connsiteY27931" fmla="*/ 2196179 h 5143785"/>
              <a:gd name="connsiteX27932" fmla="*/ 2011490 w 3114960"/>
              <a:gd name="connsiteY27932" fmla="*/ 2202847 h 5143785"/>
              <a:gd name="connsiteX27933" fmla="*/ 1967008 w 3114960"/>
              <a:gd name="connsiteY27933" fmla="*/ 2203228 h 5143785"/>
              <a:gd name="connsiteX27934" fmla="*/ 1732121 w 3114960"/>
              <a:gd name="connsiteY27934" fmla="*/ 1979581 h 5143785"/>
              <a:gd name="connsiteX27935" fmla="*/ 1733741 w 3114960"/>
              <a:gd name="connsiteY27935" fmla="*/ 1975295 h 5143785"/>
              <a:gd name="connsiteX27936" fmla="*/ 1733741 w 3114960"/>
              <a:gd name="connsiteY27936" fmla="*/ 1968437 h 5143785"/>
              <a:gd name="connsiteX27937" fmla="*/ 1728978 w 3114960"/>
              <a:gd name="connsiteY27937" fmla="*/ 1975295 h 5143785"/>
              <a:gd name="connsiteX27938" fmla="*/ 1726978 w 3114960"/>
              <a:gd name="connsiteY27938" fmla="*/ 1977295 h 5143785"/>
              <a:gd name="connsiteX27939" fmla="*/ 1706499 w 3114960"/>
              <a:gd name="connsiteY27939" fmla="*/ 1977295 h 5143785"/>
              <a:gd name="connsiteX27940" fmla="*/ 1704499 w 3114960"/>
              <a:gd name="connsiteY27940" fmla="*/ 1975295 h 5143785"/>
              <a:gd name="connsiteX27941" fmla="*/ 1704499 w 3114960"/>
              <a:gd name="connsiteY27941" fmla="*/ 1968437 h 5143785"/>
              <a:gd name="connsiteX27942" fmla="*/ 1706499 w 3114960"/>
              <a:gd name="connsiteY27942" fmla="*/ 1966436 h 5143785"/>
              <a:gd name="connsiteX27943" fmla="*/ 1726978 w 3114960"/>
              <a:gd name="connsiteY27943" fmla="*/ 1966436 h 5143785"/>
              <a:gd name="connsiteX27944" fmla="*/ 1728978 w 3114960"/>
              <a:gd name="connsiteY27944" fmla="*/ 1968437 h 5143785"/>
              <a:gd name="connsiteX27945" fmla="*/ 1728978 w 3114960"/>
              <a:gd name="connsiteY27945" fmla="*/ 1975295 h 5143785"/>
              <a:gd name="connsiteX27946" fmla="*/ 537020 w 3114960"/>
              <a:gd name="connsiteY27946" fmla="*/ 3013043 h 5143785"/>
              <a:gd name="connsiteX27947" fmla="*/ 537020 w 3114960"/>
              <a:gd name="connsiteY27947" fmla="*/ 3019806 h 5143785"/>
              <a:gd name="connsiteX27948" fmla="*/ 534543 w 3114960"/>
              <a:gd name="connsiteY27948" fmla="*/ 3022283 h 5143785"/>
              <a:gd name="connsiteX27949" fmla="*/ 527780 w 3114960"/>
              <a:gd name="connsiteY27949" fmla="*/ 3022283 h 5143785"/>
              <a:gd name="connsiteX27950" fmla="*/ 525304 w 3114960"/>
              <a:gd name="connsiteY27950" fmla="*/ 3019806 h 5143785"/>
              <a:gd name="connsiteX27951" fmla="*/ 525304 w 3114960"/>
              <a:gd name="connsiteY27951" fmla="*/ 3013043 h 5143785"/>
              <a:gd name="connsiteX27952" fmla="*/ 527780 w 3114960"/>
              <a:gd name="connsiteY27952" fmla="*/ 3010567 h 5143785"/>
              <a:gd name="connsiteX27953" fmla="*/ 534543 w 3114960"/>
              <a:gd name="connsiteY27953" fmla="*/ 3010567 h 5143785"/>
              <a:gd name="connsiteX27954" fmla="*/ 537020 w 3114960"/>
              <a:gd name="connsiteY27954" fmla="*/ 3013043 h 5143785"/>
              <a:gd name="connsiteX27955" fmla="*/ 528828 w 3114960"/>
              <a:gd name="connsiteY27955" fmla="*/ 3093053 h 5143785"/>
              <a:gd name="connsiteX27956" fmla="*/ 533591 w 3114960"/>
              <a:gd name="connsiteY27956" fmla="*/ 3093053 h 5143785"/>
              <a:gd name="connsiteX27957" fmla="*/ 533591 w 3114960"/>
              <a:gd name="connsiteY27957" fmla="*/ 3111532 h 5143785"/>
              <a:gd name="connsiteX27958" fmla="*/ 528828 w 3114960"/>
              <a:gd name="connsiteY27958" fmla="*/ 3111532 h 5143785"/>
              <a:gd name="connsiteX27959" fmla="*/ 528828 w 3114960"/>
              <a:gd name="connsiteY27959" fmla="*/ 3093053 h 5143785"/>
              <a:gd name="connsiteX27960" fmla="*/ 2970467 w 3114960"/>
              <a:gd name="connsiteY27960" fmla="*/ 489776 h 5143785"/>
              <a:gd name="connsiteX27961" fmla="*/ 2974943 w 3114960"/>
              <a:gd name="connsiteY27961" fmla="*/ 470821 h 5143785"/>
              <a:gd name="connsiteX27962" fmla="*/ 2955988 w 3114960"/>
              <a:gd name="connsiteY27962" fmla="*/ 466344 h 5143785"/>
              <a:gd name="connsiteX27963" fmla="*/ 2951512 w 3114960"/>
              <a:gd name="connsiteY27963" fmla="*/ 485299 h 5143785"/>
              <a:gd name="connsiteX27964" fmla="*/ 2960846 w 3114960"/>
              <a:gd name="connsiteY27964" fmla="*/ 491585 h 5143785"/>
              <a:gd name="connsiteX27965" fmla="*/ 2960846 w 3114960"/>
              <a:gd name="connsiteY27965" fmla="*/ 722948 h 5143785"/>
              <a:gd name="connsiteX27966" fmla="*/ 3029807 w 3114960"/>
              <a:gd name="connsiteY27966" fmla="*/ 806768 h 5143785"/>
              <a:gd name="connsiteX27967" fmla="*/ 3080480 w 3114960"/>
              <a:gd name="connsiteY27967" fmla="*/ 806768 h 5143785"/>
              <a:gd name="connsiteX27968" fmla="*/ 3099340 w 3114960"/>
              <a:gd name="connsiteY27968" fmla="*/ 823436 h 5143785"/>
              <a:gd name="connsiteX27969" fmla="*/ 3114866 w 3114960"/>
              <a:gd name="connsiteY27969" fmla="*/ 815435 h 5143785"/>
              <a:gd name="connsiteX27970" fmla="*/ 3114866 w 3114960"/>
              <a:gd name="connsiteY27970" fmla="*/ 793337 h 5143785"/>
              <a:gd name="connsiteX27971" fmla="*/ 3099340 w 3114960"/>
              <a:gd name="connsiteY27971" fmla="*/ 785336 h 5143785"/>
              <a:gd name="connsiteX27972" fmla="*/ 3080480 w 3114960"/>
              <a:gd name="connsiteY27972" fmla="*/ 802005 h 5143785"/>
              <a:gd name="connsiteX27973" fmla="*/ 3032093 w 3114960"/>
              <a:gd name="connsiteY27973" fmla="*/ 802005 h 5143785"/>
              <a:gd name="connsiteX27974" fmla="*/ 2965609 w 3114960"/>
              <a:gd name="connsiteY27974" fmla="*/ 721233 h 5143785"/>
              <a:gd name="connsiteX27975" fmla="*/ 2965609 w 3114960"/>
              <a:gd name="connsiteY27975" fmla="*/ 491585 h 5143785"/>
              <a:gd name="connsiteX27976" fmla="*/ 2970467 w 3114960"/>
              <a:gd name="connsiteY27976" fmla="*/ 489776 h 5143785"/>
              <a:gd name="connsiteX27977" fmla="*/ 3099245 w 3114960"/>
              <a:gd name="connsiteY27977" fmla="*/ 790099 h 5143785"/>
              <a:gd name="connsiteX27978" fmla="*/ 3113532 w 3114960"/>
              <a:gd name="connsiteY27978" fmla="*/ 804386 h 5143785"/>
              <a:gd name="connsiteX27979" fmla="*/ 3099245 w 3114960"/>
              <a:gd name="connsiteY27979" fmla="*/ 818674 h 5143785"/>
              <a:gd name="connsiteX27980" fmla="*/ 3084957 w 3114960"/>
              <a:gd name="connsiteY27980" fmla="*/ 804386 h 5143785"/>
              <a:gd name="connsiteX27981" fmla="*/ 3099245 w 3114960"/>
              <a:gd name="connsiteY27981" fmla="*/ 790099 h 5143785"/>
              <a:gd name="connsiteX27982" fmla="*/ 972122 w 3114960"/>
              <a:gd name="connsiteY27982" fmla="*/ 3070955 h 5143785"/>
              <a:gd name="connsiteX27983" fmla="*/ 965073 w 3114960"/>
              <a:gd name="connsiteY27983" fmla="*/ 3078004 h 5143785"/>
              <a:gd name="connsiteX27984" fmla="*/ 958025 w 3114960"/>
              <a:gd name="connsiteY27984" fmla="*/ 3070955 h 5143785"/>
              <a:gd name="connsiteX27985" fmla="*/ 965073 w 3114960"/>
              <a:gd name="connsiteY27985" fmla="*/ 3063907 h 5143785"/>
              <a:gd name="connsiteX27986" fmla="*/ 972122 w 3114960"/>
              <a:gd name="connsiteY27986" fmla="*/ 3070955 h 5143785"/>
              <a:gd name="connsiteX27987" fmla="*/ 1493615 w 3114960"/>
              <a:gd name="connsiteY27987" fmla="*/ 2857214 h 5143785"/>
              <a:gd name="connsiteX27988" fmla="*/ 1521619 w 3114960"/>
              <a:gd name="connsiteY27988" fmla="*/ 2857214 h 5143785"/>
              <a:gd name="connsiteX27989" fmla="*/ 1530858 w 3114960"/>
              <a:gd name="connsiteY27989" fmla="*/ 2864644 h 5143785"/>
              <a:gd name="connsiteX27990" fmla="*/ 1540669 w 3114960"/>
              <a:gd name="connsiteY27990" fmla="*/ 2854928 h 5143785"/>
              <a:gd name="connsiteX27991" fmla="*/ 1530858 w 3114960"/>
              <a:gd name="connsiteY27991" fmla="*/ 2845118 h 5143785"/>
              <a:gd name="connsiteX27992" fmla="*/ 1521619 w 3114960"/>
              <a:gd name="connsiteY27992" fmla="*/ 2852547 h 5143785"/>
              <a:gd name="connsiteX27993" fmla="*/ 1495425 w 3114960"/>
              <a:gd name="connsiteY27993" fmla="*/ 2852547 h 5143785"/>
              <a:gd name="connsiteX27994" fmla="*/ 1479328 w 3114960"/>
              <a:gd name="connsiteY27994" fmla="*/ 2838164 h 5143785"/>
              <a:gd name="connsiteX27995" fmla="*/ 1363694 w 3114960"/>
              <a:gd name="connsiteY27995" fmla="*/ 2837879 h 5143785"/>
              <a:gd name="connsiteX27996" fmla="*/ 1363694 w 3114960"/>
              <a:gd name="connsiteY27996" fmla="*/ 2833402 h 5143785"/>
              <a:gd name="connsiteX27997" fmla="*/ 1356551 w 3114960"/>
              <a:gd name="connsiteY27997" fmla="*/ 2826353 h 5143785"/>
              <a:gd name="connsiteX27998" fmla="*/ 1343025 w 3114960"/>
              <a:gd name="connsiteY27998" fmla="*/ 2826353 h 5143785"/>
              <a:gd name="connsiteX27999" fmla="*/ 1335977 w 3114960"/>
              <a:gd name="connsiteY27999" fmla="*/ 2833592 h 5143785"/>
              <a:gd name="connsiteX28000" fmla="*/ 1335977 w 3114960"/>
              <a:gd name="connsiteY28000" fmla="*/ 2847118 h 5143785"/>
              <a:gd name="connsiteX28001" fmla="*/ 1336739 w 3114960"/>
              <a:gd name="connsiteY28001" fmla="*/ 2850071 h 5143785"/>
              <a:gd name="connsiteX28002" fmla="*/ 1233678 w 3114960"/>
              <a:gd name="connsiteY28002" fmla="*/ 2929795 h 5143785"/>
              <a:gd name="connsiteX28003" fmla="*/ 1192816 w 3114960"/>
              <a:gd name="connsiteY28003" fmla="*/ 2930176 h 5143785"/>
              <a:gd name="connsiteX28004" fmla="*/ 1008126 w 3114960"/>
              <a:gd name="connsiteY28004" fmla="*/ 3068669 h 5143785"/>
              <a:gd name="connsiteX28005" fmla="*/ 979456 w 3114960"/>
              <a:gd name="connsiteY28005" fmla="*/ 3068669 h 5143785"/>
              <a:gd name="connsiteX28006" fmla="*/ 979456 w 3114960"/>
              <a:gd name="connsiteY28006" fmla="*/ 3071051 h 5143785"/>
              <a:gd name="connsiteX28007" fmla="*/ 973646 w 3114960"/>
              <a:gd name="connsiteY28007" fmla="*/ 3059525 h 5143785"/>
              <a:gd name="connsiteX28008" fmla="*/ 953643 w 3114960"/>
              <a:gd name="connsiteY28008" fmla="*/ 3062573 h 5143785"/>
              <a:gd name="connsiteX28009" fmla="*/ 951167 w 3114960"/>
              <a:gd name="connsiteY28009" fmla="*/ 3068669 h 5143785"/>
              <a:gd name="connsiteX28010" fmla="*/ 710946 w 3114960"/>
              <a:gd name="connsiteY28010" fmla="*/ 3068669 h 5143785"/>
              <a:gd name="connsiteX28011" fmla="*/ 685038 w 3114960"/>
              <a:gd name="connsiteY28011" fmla="*/ 3047334 h 5143785"/>
              <a:gd name="connsiteX28012" fmla="*/ 685324 w 3114960"/>
              <a:gd name="connsiteY28012" fmla="*/ 2990945 h 5143785"/>
              <a:gd name="connsiteX28013" fmla="*/ 685324 w 3114960"/>
              <a:gd name="connsiteY28013" fmla="*/ 2990945 h 5143785"/>
              <a:gd name="connsiteX28014" fmla="*/ 691706 w 3114960"/>
              <a:gd name="connsiteY28014" fmla="*/ 2979611 h 5143785"/>
              <a:gd name="connsiteX28015" fmla="*/ 680371 w 3114960"/>
              <a:gd name="connsiteY28015" fmla="*/ 2973229 h 5143785"/>
              <a:gd name="connsiteX28016" fmla="*/ 673989 w 3114960"/>
              <a:gd name="connsiteY28016" fmla="*/ 2984563 h 5143785"/>
              <a:gd name="connsiteX28017" fmla="*/ 680466 w 3114960"/>
              <a:gd name="connsiteY28017" fmla="*/ 2990850 h 5143785"/>
              <a:gd name="connsiteX28018" fmla="*/ 680180 w 3114960"/>
              <a:gd name="connsiteY28018" fmla="*/ 3048476 h 5143785"/>
              <a:gd name="connsiteX28019" fmla="*/ 681038 w 3114960"/>
              <a:gd name="connsiteY28019" fmla="*/ 3050286 h 5143785"/>
              <a:gd name="connsiteX28020" fmla="*/ 708470 w 3114960"/>
              <a:gd name="connsiteY28020" fmla="*/ 3072860 h 5143785"/>
              <a:gd name="connsiteX28021" fmla="*/ 709994 w 3114960"/>
              <a:gd name="connsiteY28021" fmla="*/ 3073432 h 5143785"/>
              <a:gd name="connsiteX28022" fmla="*/ 951071 w 3114960"/>
              <a:gd name="connsiteY28022" fmla="*/ 3073432 h 5143785"/>
              <a:gd name="connsiteX28023" fmla="*/ 956691 w 3114960"/>
              <a:gd name="connsiteY28023" fmla="*/ 3082576 h 5143785"/>
              <a:gd name="connsiteX28024" fmla="*/ 976694 w 3114960"/>
              <a:gd name="connsiteY28024" fmla="*/ 3079528 h 5143785"/>
              <a:gd name="connsiteX28025" fmla="*/ 979456 w 3114960"/>
              <a:gd name="connsiteY28025" fmla="*/ 3071051 h 5143785"/>
              <a:gd name="connsiteX28026" fmla="*/ 979456 w 3114960"/>
              <a:gd name="connsiteY28026" fmla="*/ 3073432 h 5143785"/>
              <a:gd name="connsiteX28027" fmla="*/ 1009650 w 3114960"/>
              <a:gd name="connsiteY28027" fmla="*/ 3073432 h 5143785"/>
              <a:gd name="connsiteX28028" fmla="*/ 1194340 w 3114960"/>
              <a:gd name="connsiteY28028" fmla="*/ 2934843 h 5143785"/>
              <a:gd name="connsiteX28029" fmla="*/ 1235297 w 3114960"/>
              <a:gd name="connsiteY28029" fmla="*/ 2934462 h 5143785"/>
              <a:gd name="connsiteX28030" fmla="*/ 1340072 w 3114960"/>
              <a:gd name="connsiteY28030" fmla="*/ 2853404 h 5143785"/>
              <a:gd name="connsiteX28031" fmla="*/ 1343120 w 3114960"/>
              <a:gd name="connsiteY28031" fmla="*/ 2854167 h 5143785"/>
              <a:gd name="connsiteX28032" fmla="*/ 1356646 w 3114960"/>
              <a:gd name="connsiteY28032" fmla="*/ 2854167 h 5143785"/>
              <a:gd name="connsiteX28033" fmla="*/ 1363694 w 3114960"/>
              <a:gd name="connsiteY28033" fmla="*/ 2846927 h 5143785"/>
              <a:gd name="connsiteX28034" fmla="*/ 1363694 w 3114960"/>
              <a:gd name="connsiteY28034" fmla="*/ 2842641 h 5143785"/>
              <a:gd name="connsiteX28035" fmla="*/ 1477518 w 3114960"/>
              <a:gd name="connsiteY28035" fmla="*/ 2842927 h 5143785"/>
              <a:gd name="connsiteX28036" fmla="*/ 1493615 w 3114960"/>
              <a:gd name="connsiteY28036" fmla="*/ 2857214 h 5143785"/>
              <a:gd name="connsiteX28037" fmla="*/ 1530953 w 3114960"/>
              <a:gd name="connsiteY28037" fmla="*/ 2849880 h 5143785"/>
              <a:gd name="connsiteX28038" fmla="*/ 1536002 w 3114960"/>
              <a:gd name="connsiteY28038" fmla="*/ 2854928 h 5143785"/>
              <a:gd name="connsiteX28039" fmla="*/ 1530953 w 3114960"/>
              <a:gd name="connsiteY28039" fmla="*/ 2859881 h 5143785"/>
              <a:gd name="connsiteX28040" fmla="*/ 1526000 w 3114960"/>
              <a:gd name="connsiteY28040" fmla="*/ 2854928 h 5143785"/>
              <a:gd name="connsiteX28041" fmla="*/ 1530953 w 3114960"/>
              <a:gd name="connsiteY28041" fmla="*/ 2849880 h 5143785"/>
              <a:gd name="connsiteX28042" fmla="*/ 974598 w 3114960"/>
              <a:gd name="connsiteY28042" fmla="*/ 3077909 h 5143785"/>
              <a:gd name="connsiteX28043" fmla="*/ 966978 w 3114960"/>
              <a:gd name="connsiteY28043" fmla="*/ 3082576 h 5143785"/>
              <a:gd name="connsiteX28044" fmla="*/ 958310 w 3114960"/>
              <a:gd name="connsiteY28044" fmla="*/ 3080480 h 5143785"/>
              <a:gd name="connsiteX28045" fmla="*/ 953643 w 3114960"/>
              <a:gd name="connsiteY28045" fmla="*/ 3072860 h 5143785"/>
              <a:gd name="connsiteX28046" fmla="*/ 953548 w 3114960"/>
              <a:gd name="connsiteY28046" fmla="*/ 3071051 h 5143785"/>
              <a:gd name="connsiteX28047" fmla="*/ 955834 w 3114960"/>
              <a:gd name="connsiteY28047" fmla="*/ 3064193 h 5143785"/>
              <a:gd name="connsiteX28048" fmla="*/ 972217 w 3114960"/>
              <a:gd name="connsiteY28048" fmla="*/ 3061716 h 5143785"/>
              <a:gd name="connsiteX28049" fmla="*/ 974693 w 3114960"/>
              <a:gd name="connsiteY28049" fmla="*/ 3078099 h 5143785"/>
              <a:gd name="connsiteX28050" fmla="*/ 1356646 w 3114960"/>
              <a:gd name="connsiteY28050" fmla="*/ 2849309 h 5143785"/>
              <a:gd name="connsiteX28051" fmla="*/ 1343120 w 3114960"/>
              <a:gd name="connsiteY28051" fmla="*/ 2849309 h 5143785"/>
              <a:gd name="connsiteX28052" fmla="*/ 1340739 w 3114960"/>
              <a:gd name="connsiteY28052" fmla="*/ 2847023 h 5143785"/>
              <a:gd name="connsiteX28053" fmla="*/ 1340739 w 3114960"/>
              <a:gd name="connsiteY28053" fmla="*/ 2833497 h 5143785"/>
              <a:gd name="connsiteX28054" fmla="*/ 1343025 w 3114960"/>
              <a:gd name="connsiteY28054" fmla="*/ 2831116 h 5143785"/>
              <a:gd name="connsiteX28055" fmla="*/ 1356551 w 3114960"/>
              <a:gd name="connsiteY28055" fmla="*/ 2831116 h 5143785"/>
              <a:gd name="connsiteX28056" fmla="*/ 1358932 w 3114960"/>
              <a:gd name="connsiteY28056" fmla="*/ 2833402 h 5143785"/>
              <a:gd name="connsiteX28057" fmla="*/ 1358932 w 3114960"/>
              <a:gd name="connsiteY28057" fmla="*/ 2846927 h 5143785"/>
              <a:gd name="connsiteX28058" fmla="*/ 1356646 w 3114960"/>
              <a:gd name="connsiteY28058" fmla="*/ 2849309 h 5143785"/>
              <a:gd name="connsiteX28059" fmla="*/ 2959227 w 3114960"/>
              <a:gd name="connsiteY28059" fmla="*/ 3779425 h 5143785"/>
              <a:gd name="connsiteX28060" fmla="*/ 2937605 w 3114960"/>
              <a:gd name="connsiteY28060" fmla="*/ 3764375 h 5143785"/>
              <a:gd name="connsiteX28061" fmla="*/ 2908078 w 3114960"/>
              <a:gd name="connsiteY28061" fmla="*/ 3764375 h 5143785"/>
              <a:gd name="connsiteX28062" fmla="*/ 2905220 w 3114960"/>
              <a:gd name="connsiteY28062" fmla="*/ 3759899 h 5143785"/>
              <a:gd name="connsiteX28063" fmla="*/ 2893219 w 3114960"/>
              <a:gd name="connsiteY28063" fmla="*/ 3761518 h 5143785"/>
              <a:gd name="connsiteX28064" fmla="*/ 2894838 w 3114960"/>
              <a:gd name="connsiteY28064" fmla="*/ 3773519 h 5143785"/>
              <a:gd name="connsiteX28065" fmla="*/ 2906840 w 3114960"/>
              <a:gd name="connsiteY28065" fmla="*/ 3771900 h 5143785"/>
              <a:gd name="connsiteX28066" fmla="*/ 2908173 w 3114960"/>
              <a:gd name="connsiteY28066" fmla="*/ 3769138 h 5143785"/>
              <a:gd name="connsiteX28067" fmla="*/ 2936081 w 3114960"/>
              <a:gd name="connsiteY28067" fmla="*/ 3769138 h 5143785"/>
              <a:gd name="connsiteX28068" fmla="*/ 2957703 w 3114960"/>
              <a:gd name="connsiteY28068" fmla="*/ 3784187 h 5143785"/>
              <a:gd name="connsiteX28069" fmla="*/ 2992565 w 3114960"/>
              <a:gd name="connsiteY28069" fmla="*/ 3784187 h 5143785"/>
              <a:gd name="connsiteX28070" fmla="*/ 2992565 w 3114960"/>
              <a:gd name="connsiteY28070" fmla="*/ 3757803 h 5143785"/>
              <a:gd name="connsiteX28071" fmla="*/ 2963990 w 3114960"/>
              <a:gd name="connsiteY28071" fmla="*/ 3732467 h 5143785"/>
              <a:gd name="connsiteX28072" fmla="*/ 2963132 w 3114960"/>
              <a:gd name="connsiteY28072" fmla="*/ 3732467 h 5143785"/>
              <a:gd name="connsiteX28073" fmla="*/ 2938463 w 3114960"/>
              <a:gd name="connsiteY28073" fmla="*/ 3732467 h 5143785"/>
              <a:gd name="connsiteX28074" fmla="*/ 2934557 w 3114960"/>
              <a:gd name="connsiteY28074" fmla="*/ 3726085 h 5143785"/>
              <a:gd name="connsiteX28075" fmla="*/ 2919222 w 3114960"/>
              <a:gd name="connsiteY28075" fmla="*/ 3728180 h 5143785"/>
              <a:gd name="connsiteX28076" fmla="*/ 2921318 w 3114960"/>
              <a:gd name="connsiteY28076" fmla="*/ 3743516 h 5143785"/>
              <a:gd name="connsiteX28077" fmla="*/ 2927890 w 3114960"/>
              <a:gd name="connsiteY28077" fmla="*/ 3745706 h 5143785"/>
              <a:gd name="connsiteX28078" fmla="*/ 2929414 w 3114960"/>
              <a:gd name="connsiteY28078" fmla="*/ 3745611 h 5143785"/>
              <a:gd name="connsiteX28079" fmla="*/ 2936653 w 3114960"/>
              <a:gd name="connsiteY28079" fmla="*/ 3741420 h 5143785"/>
              <a:gd name="connsiteX28080" fmla="*/ 2938558 w 3114960"/>
              <a:gd name="connsiteY28080" fmla="*/ 3737229 h 5143785"/>
              <a:gd name="connsiteX28081" fmla="*/ 2962275 w 3114960"/>
              <a:gd name="connsiteY28081" fmla="*/ 3737229 h 5143785"/>
              <a:gd name="connsiteX28082" fmla="*/ 2987897 w 3114960"/>
              <a:gd name="connsiteY28082" fmla="*/ 3759994 h 5143785"/>
              <a:gd name="connsiteX28083" fmla="*/ 2987897 w 3114960"/>
              <a:gd name="connsiteY28083" fmla="*/ 3779520 h 5143785"/>
              <a:gd name="connsiteX28084" fmla="*/ 2959322 w 3114960"/>
              <a:gd name="connsiteY28084" fmla="*/ 3779520 h 5143785"/>
              <a:gd name="connsiteX28085" fmla="*/ 2932843 w 3114960"/>
              <a:gd name="connsiteY28085" fmla="*/ 3738467 h 5143785"/>
              <a:gd name="connsiteX28086" fmla="*/ 2928747 w 3114960"/>
              <a:gd name="connsiteY28086" fmla="*/ 3740849 h 5143785"/>
              <a:gd name="connsiteX28087" fmla="*/ 2924175 w 3114960"/>
              <a:gd name="connsiteY28087" fmla="*/ 3739705 h 5143785"/>
              <a:gd name="connsiteX28088" fmla="*/ 2922937 w 3114960"/>
              <a:gd name="connsiteY28088" fmla="*/ 3731038 h 5143785"/>
              <a:gd name="connsiteX28089" fmla="*/ 2931605 w 3114960"/>
              <a:gd name="connsiteY28089" fmla="*/ 3729800 h 5143785"/>
              <a:gd name="connsiteX28090" fmla="*/ 2933986 w 3114960"/>
              <a:gd name="connsiteY28090" fmla="*/ 3733895 h 5143785"/>
              <a:gd name="connsiteX28091" fmla="*/ 2932748 w 3114960"/>
              <a:gd name="connsiteY28091" fmla="*/ 3738467 h 5143785"/>
              <a:gd name="connsiteX28092" fmla="*/ 2952560 w 3114960"/>
              <a:gd name="connsiteY28092" fmla="*/ 3281553 h 5143785"/>
              <a:gd name="connsiteX28093" fmla="*/ 3022092 w 3114960"/>
              <a:gd name="connsiteY28093" fmla="*/ 3281553 h 5143785"/>
              <a:gd name="connsiteX28094" fmla="*/ 3022092 w 3114960"/>
              <a:gd name="connsiteY28094" fmla="*/ 3284315 h 5143785"/>
              <a:gd name="connsiteX28095" fmla="*/ 3028093 w 3114960"/>
              <a:gd name="connsiteY28095" fmla="*/ 3290316 h 5143785"/>
              <a:gd name="connsiteX28096" fmla="*/ 3039142 w 3114960"/>
              <a:gd name="connsiteY28096" fmla="*/ 3290316 h 5143785"/>
              <a:gd name="connsiteX28097" fmla="*/ 3045143 w 3114960"/>
              <a:gd name="connsiteY28097" fmla="*/ 3284315 h 5143785"/>
              <a:gd name="connsiteX28098" fmla="*/ 3045143 w 3114960"/>
              <a:gd name="connsiteY28098" fmla="*/ 3273267 h 5143785"/>
              <a:gd name="connsiteX28099" fmla="*/ 3039142 w 3114960"/>
              <a:gd name="connsiteY28099" fmla="*/ 3267266 h 5143785"/>
              <a:gd name="connsiteX28100" fmla="*/ 3028093 w 3114960"/>
              <a:gd name="connsiteY28100" fmla="*/ 3267266 h 5143785"/>
              <a:gd name="connsiteX28101" fmla="*/ 3022092 w 3114960"/>
              <a:gd name="connsiteY28101" fmla="*/ 3273267 h 5143785"/>
              <a:gd name="connsiteX28102" fmla="*/ 3022092 w 3114960"/>
              <a:gd name="connsiteY28102" fmla="*/ 3276791 h 5143785"/>
              <a:gd name="connsiteX28103" fmla="*/ 2950655 w 3114960"/>
              <a:gd name="connsiteY28103" fmla="*/ 3276791 h 5143785"/>
              <a:gd name="connsiteX28104" fmla="*/ 2932176 w 3114960"/>
              <a:gd name="connsiteY28104" fmla="*/ 3294317 h 5143785"/>
              <a:gd name="connsiteX28105" fmla="*/ 2830735 w 3114960"/>
              <a:gd name="connsiteY28105" fmla="*/ 3294317 h 5143785"/>
              <a:gd name="connsiteX28106" fmla="*/ 2786063 w 3114960"/>
              <a:gd name="connsiteY28106" fmla="*/ 3255359 h 5143785"/>
              <a:gd name="connsiteX28107" fmla="*/ 2786729 w 3114960"/>
              <a:gd name="connsiteY28107" fmla="*/ 3254693 h 5143785"/>
              <a:gd name="connsiteX28108" fmla="*/ 2786729 w 3114960"/>
              <a:gd name="connsiteY28108" fmla="*/ 3246882 h 5143785"/>
              <a:gd name="connsiteX28109" fmla="*/ 2781014 w 3114960"/>
              <a:gd name="connsiteY28109" fmla="*/ 3241262 h 5143785"/>
              <a:gd name="connsiteX28110" fmla="*/ 2779490 w 3114960"/>
              <a:gd name="connsiteY28110" fmla="*/ 3240215 h 5143785"/>
              <a:gd name="connsiteX28111" fmla="*/ 2779490 w 3114960"/>
              <a:gd name="connsiteY28111" fmla="*/ 3193828 h 5143785"/>
              <a:gd name="connsiteX28112" fmla="*/ 2797302 w 3114960"/>
              <a:gd name="connsiteY28112" fmla="*/ 3176111 h 5143785"/>
              <a:gd name="connsiteX28113" fmla="*/ 2825210 w 3114960"/>
              <a:gd name="connsiteY28113" fmla="*/ 3199638 h 5143785"/>
              <a:gd name="connsiteX28114" fmla="*/ 2825210 w 3114960"/>
              <a:gd name="connsiteY28114" fmla="*/ 3215735 h 5143785"/>
              <a:gd name="connsiteX28115" fmla="*/ 2820543 w 3114960"/>
              <a:gd name="connsiteY28115" fmla="*/ 3222308 h 5143785"/>
              <a:gd name="connsiteX28116" fmla="*/ 2827592 w 3114960"/>
              <a:gd name="connsiteY28116" fmla="*/ 3229356 h 5143785"/>
              <a:gd name="connsiteX28117" fmla="*/ 2834640 w 3114960"/>
              <a:gd name="connsiteY28117" fmla="*/ 3222308 h 5143785"/>
              <a:gd name="connsiteX28118" fmla="*/ 2829973 w 3114960"/>
              <a:gd name="connsiteY28118" fmla="*/ 3215735 h 5143785"/>
              <a:gd name="connsiteX28119" fmla="*/ 2829973 w 3114960"/>
              <a:gd name="connsiteY28119" fmla="*/ 3198495 h 5143785"/>
              <a:gd name="connsiteX28120" fmla="*/ 2829116 w 3114960"/>
              <a:gd name="connsiteY28120" fmla="*/ 3196685 h 5143785"/>
              <a:gd name="connsiteX28121" fmla="*/ 2799588 w 3114960"/>
              <a:gd name="connsiteY28121" fmla="*/ 3171825 h 5143785"/>
              <a:gd name="connsiteX28122" fmla="*/ 2799588 w 3114960"/>
              <a:gd name="connsiteY28122" fmla="*/ 3077337 h 5143785"/>
              <a:gd name="connsiteX28123" fmla="*/ 2822924 w 3114960"/>
              <a:gd name="connsiteY28123" fmla="*/ 3049048 h 5143785"/>
              <a:gd name="connsiteX28124" fmla="*/ 2823496 w 3114960"/>
              <a:gd name="connsiteY28124" fmla="*/ 3047524 h 5143785"/>
              <a:gd name="connsiteX28125" fmla="*/ 2823972 w 3114960"/>
              <a:gd name="connsiteY28125" fmla="*/ 2909983 h 5143785"/>
              <a:gd name="connsiteX28126" fmla="*/ 2823401 w 3114960"/>
              <a:gd name="connsiteY28126" fmla="*/ 2908459 h 5143785"/>
              <a:gd name="connsiteX28127" fmla="*/ 2792825 w 3114960"/>
              <a:gd name="connsiteY28127" fmla="*/ 2870645 h 5143785"/>
              <a:gd name="connsiteX28128" fmla="*/ 2794445 w 3114960"/>
              <a:gd name="connsiteY28128" fmla="*/ 2757488 h 5143785"/>
              <a:gd name="connsiteX28129" fmla="*/ 2806065 w 3114960"/>
              <a:gd name="connsiteY28129" fmla="*/ 2741962 h 5143785"/>
              <a:gd name="connsiteX28130" fmla="*/ 2806542 w 3114960"/>
              <a:gd name="connsiteY28130" fmla="*/ 2740533 h 5143785"/>
              <a:gd name="connsiteX28131" fmla="*/ 2806542 w 3114960"/>
              <a:gd name="connsiteY28131" fmla="*/ 2724055 h 5143785"/>
              <a:gd name="connsiteX28132" fmla="*/ 2801779 w 3114960"/>
              <a:gd name="connsiteY28132" fmla="*/ 2724055 h 5143785"/>
              <a:gd name="connsiteX28133" fmla="*/ 2801779 w 3114960"/>
              <a:gd name="connsiteY28133" fmla="*/ 2739771 h 5143785"/>
              <a:gd name="connsiteX28134" fmla="*/ 2790159 w 3114960"/>
              <a:gd name="connsiteY28134" fmla="*/ 2755297 h 5143785"/>
              <a:gd name="connsiteX28135" fmla="*/ 2789682 w 3114960"/>
              <a:gd name="connsiteY28135" fmla="*/ 2756726 h 5143785"/>
              <a:gd name="connsiteX28136" fmla="*/ 2787968 w 3114960"/>
              <a:gd name="connsiteY28136" fmla="*/ 2871502 h 5143785"/>
              <a:gd name="connsiteX28137" fmla="*/ 2788539 w 3114960"/>
              <a:gd name="connsiteY28137" fmla="*/ 2873026 h 5143785"/>
              <a:gd name="connsiteX28138" fmla="*/ 2819114 w 3114960"/>
              <a:gd name="connsiteY28138" fmla="*/ 2910840 h 5143785"/>
              <a:gd name="connsiteX28139" fmla="*/ 2818638 w 3114960"/>
              <a:gd name="connsiteY28139" fmla="*/ 3046667 h 5143785"/>
              <a:gd name="connsiteX28140" fmla="*/ 2795397 w 3114960"/>
              <a:gd name="connsiteY28140" fmla="*/ 3074956 h 5143785"/>
              <a:gd name="connsiteX28141" fmla="*/ 2794826 w 3114960"/>
              <a:gd name="connsiteY28141" fmla="*/ 3076480 h 5143785"/>
              <a:gd name="connsiteX28142" fmla="*/ 2794826 w 3114960"/>
              <a:gd name="connsiteY28142" fmla="*/ 3172016 h 5143785"/>
              <a:gd name="connsiteX28143" fmla="*/ 2774633 w 3114960"/>
              <a:gd name="connsiteY28143" fmla="*/ 3191923 h 5143785"/>
              <a:gd name="connsiteX28144" fmla="*/ 2774633 w 3114960"/>
              <a:gd name="connsiteY28144" fmla="*/ 3240310 h 5143785"/>
              <a:gd name="connsiteX28145" fmla="*/ 2773109 w 3114960"/>
              <a:gd name="connsiteY28145" fmla="*/ 3241262 h 5143785"/>
              <a:gd name="connsiteX28146" fmla="*/ 2767489 w 3114960"/>
              <a:gd name="connsiteY28146" fmla="*/ 3246882 h 5143785"/>
              <a:gd name="connsiteX28147" fmla="*/ 2767489 w 3114960"/>
              <a:gd name="connsiteY28147" fmla="*/ 3254693 h 5143785"/>
              <a:gd name="connsiteX28148" fmla="*/ 2773204 w 3114960"/>
              <a:gd name="connsiteY28148" fmla="*/ 3260312 h 5143785"/>
              <a:gd name="connsiteX28149" fmla="*/ 2777109 w 3114960"/>
              <a:gd name="connsiteY28149" fmla="*/ 3261932 h 5143785"/>
              <a:gd name="connsiteX28150" fmla="*/ 2781014 w 3114960"/>
              <a:gd name="connsiteY28150" fmla="*/ 3260312 h 5143785"/>
              <a:gd name="connsiteX28151" fmla="*/ 2782634 w 3114960"/>
              <a:gd name="connsiteY28151" fmla="*/ 3258693 h 5143785"/>
              <a:gd name="connsiteX28152" fmla="*/ 2828925 w 3114960"/>
              <a:gd name="connsiteY28152" fmla="*/ 3298984 h 5143785"/>
              <a:gd name="connsiteX28153" fmla="*/ 2934081 w 3114960"/>
              <a:gd name="connsiteY28153" fmla="*/ 3298984 h 5143785"/>
              <a:gd name="connsiteX28154" fmla="*/ 2952560 w 3114960"/>
              <a:gd name="connsiteY28154" fmla="*/ 3281458 h 5143785"/>
              <a:gd name="connsiteX28155" fmla="*/ 3026855 w 3114960"/>
              <a:gd name="connsiteY28155" fmla="*/ 3273362 h 5143785"/>
              <a:gd name="connsiteX28156" fmla="*/ 3028093 w 3114960"/>
              <a:gd name="connsiteY28156" fmla="*/ 3272123 h 5143785"/>
              <a:gd name="connsiteX28157" fmla="*/ 3039142 w 3114960"/>
              <a:gd name="connsiteY28157" fmla="*/ 3272123 h 5143785"/>
              <a:gd name="connsiteX28158" fmla="*/ 3040380 w 3114960"/>
              <a:gd name="connsiteY28158" fmla="*/ 3273362 h 5143785"/>
              <a:gd name="connsiteX28159" fmla="*/ 3040380 w 3114960"/>
              <a:gd name="connsiteY28159" fmla="*/ 3284411 h 5143785"/>
              <a:gd name="connsiteX28160" fmla="*/ 3039142 w 3114960"/>
              <a:gd name="connsiteY28160" fmla="*/ 3285649 h 5143785"/>
              <a:gd name="connsiteX28161" fmla="*/ 3028093 w 3114960"/>
              <a:gd name="connsiteY28161" fmla="*/ 3285649 h 5143785"/>
              <a:gd name="connsiteX28162" fmla="*/ 3026855 w 3114960"/>
              <a:gd name="connsiteY28162" fmla="*/ 3284411 h 5143785"/>
              <a:gd name="connsiteX28163" fmla="*/ 3026855 w 3114960"/>
              <a:gd name="connsiteY28163" fmla="*/ 3273362 h 5143785"/>
              <a:gd name="connsiteX28164" fmla="*/ 2783396 w 3114960"/>
              <a:gd name="connsiteY28164" fmla="*/ 3251454 h 5143785"/>
              <a:gd name="connsiteX28165" fmla="*/ 2777680 w 3114960"/>
              <a:gd name="connsiteY28165" fmla="*/ 3257074 h 5143785"/>
              <a:gd name="connsiteX28166" fmla="*/ 2776633 w 3114960"/>
              <a:gd name="connsiteY28166" fmla="*/ 3257074 h 5143785"/>
              <a:gd name="connsiteX28167" fmla="*/ 2771013 w 3114960"/>
              <a:gd name="connsiteY28167" fmla="*/ 3251454 h 5143785"/>
              <a:gd name="connsiteX28168" fmla="*/ 2771013 w 3114960"/>
              <a:gd name="connsiteY28168" fmla="*/ 3250406 h 5143785"/>
              <a:gd name="connsiteX28169" fmla="*/ 2776633 w 3114960"/>
              <a:gd name="connsiteY28169" fmla="*/ 3244787 h 5143785"/>
              <a:gd name="connsiteX28170" fmla="*/ 2777204 w 3114960"/>
              <a:gd name="connsiteY28170" fmla="*/ 3244596 h 5143785"/>
              <a:gd name="connsiteX28171" fmla="*/ 2777776 w 3114960"/>
              <a:gd name="connsiteY28171" fmla="*/ 3244787 h 5143785"/>
              <a:gd name="connsiteX28172" fmla="*/ 2783491 w 3114960"/>
              <a:gd name="connsiteY28172" fmla="*/ 3250406 h 5143785"/>
              <a:gd name="connsiteX28173" fmla="*/ 2783491 w 3114960"/>
              <a:gd name="connsiteY28173" fmla="*/ 3251454 h 5143785"/>
              <a:gd name="connsiteX28174" fmla="*/ 1899285 w 3114960"/>
              <a:gd name="connsiteY28174" fmla="*/ 2589181 h 5143785"/>
              <a:gd name="connsiteX28175" fmla="*/ 1892332 w 3114960"/>
              <a:gd name="connsiteY28175" fmla="*/ 2596134 h 5143785"/>
              <a:gd name="connsiteX28176" fmla="*/ 1899285 w 3114960"/>
              <a:gd name="connsiteY28176" fmla="*/ 2603087 h 5143785"/>
              <a:gd name="connsiteX28177" fmla="*/ 1905762 w 3114960"/>
              <a:gd name="connsiteY28177" fmla="*/ 2598325 h 5143785"/>
              <a:gd name="connsiteX28178" fmla="*/ 1941671 w 3114960"/>
              <a:gd name="connsiteY28178" fmla="*/ 2598515 h 5143785"/>
              <a:gd name="connsiteX28179" fmla="*/ 1961483 w 3114960"/>
              <a:gd name="connsiteY28179" fmla="*/ 2573846 h 5143785"/>
              <a:gd name="connsiteX28180" fmla="*/ 1970437 w 3114960"/>
              <a:gd name="connsiteY28180" fmla="*/ 2573846 h 5143785"/>
              <a:gd name="connsiteX28181" fmla="*/ 1991487 w 3114960"/>
              <a:gd name="connsiteY28181" fmla="*/ 2598420 h 5143785"/>
              <a:gd name="connsiteX28182" fmla="*/ 2008346 w 3114960"/>
              <a:gd name="connsiteY28182" fmla="*/ 2598420 h 5143785"/>
              <a:gd name="connsiteX28183" fmla="*/ 2014823 w 3114960"/>
              <a:gd name="connsiteY28183" fmla="*/ 2602992 h 5143785"/>
              <a:gd name="connsiteX28184" fmla="*/ 2021777 w 3114960"/>
              <a:gd name="connsiteY28184" fmla="*/ 2596039 h 5143785"/>
              <a:gd name="connsiteX28185" fmla="*/ 2014823 w 3114960"/>
              <a:gd name="connsiteY28185" fmla="*/ 2589086 h 5143785"/>
              <a:gd name="connsiteX28186" fmla="*/ 2008346 w 3114960"/>
              <a:gd name="connsiteY28186" fmla="*/ 2593658 h 5143785"/>
              <a:gd name="connsiteX28187" fmla="*/ 1993678 w 3114960"/>
              <a:gd name="connsiteY28187" fmla="*/ 2593658 h 5143785"/>
              <a:gd name="connsiteX28188" fmla="*/ 1972628 w 3114960"/>
              <a:gd name="connsiteY28188" fmla="*/ 2569083 h 5143785"/>
              <a:gd name="connsiteX28189" fmla="*/ 1959197 w 3114960"/>
              <a:gd name="connsiteY28189" fmla="*/ 2569083 h 5143785"/>
              <a:gd name="connsiteX28190" fmla="*/ 1939385 w 3114960"/>
              <a:gd name="connsiteY28190" fmla="*/ 2593753 h 5143785"/>
              <a:gd name="connsiteX28191" fmla="*/ 1905667 w 3114960"/>
              <a:gd name="connsiteY28191" fmla="*/ 2593562 h 5143785"/>
              <a:gd name="connsiteX28192" fmla="*/ 1899190 w 3114960"/>
              <a:gd name="connsiteY28192" fmla="*/ 2589181 h 5143785"/>
              <a:gd name="connsiteX28193" fmla="*/ 1899285 w 3114960"/>
              <a:gd name="connsiteY28193" fmla="*/ 2598420 h 5143785"/>
              <a:gd name="connsiteX28194" fmla="*/ 1897094 w 3114960"/>
              <a:gd name="connsiteY28194" fmla="*/ 2596229 h 5143785"/>
              <a:gd name="connsiteX28195" fmla="*/ 1899285 w 3114960"/>
              <a:gd name="connsiteY28195" fmla="*/ 2594038 h 5143785"/>
              <a:gd name="connsiteX28196" fmla="*/ 1901476 w 3114960"/>
              <a:gd name="connsiteY28196" fmla="*/ 2596229 h 5143785"/>
              <a:gd name="connsiteX28197" fmla="*/ 1899285 w 3114960"/>
              <a:gd name="connsiteY28197" fmla="*/ 2598420 h 5143785"/>
              <a:gd name="connsiteX28198" fmla="*/ 2014823 w 3114960"/>
              <a:gd name="connsiteY28198" fmla="*/ 2593943 h 5143785"/>
              <a:gd name="connsiteX28199" fmla="*/ 2017014 w 3114960"/>
              <a:gd name="connsiteY28199" fmla="*/ 2596134 h 5143785"/>
              <a:gd name="connsiteX28200" fmla="*/ 2014823 w 3114960"/>
              <a:gd name="connsiteY28200" fmla="*/ 2598325 h 5143785"/>
              <a:gd name="connsiteX28201" fmla="*/ 2012632 w 3114960"/>
              <a:gd name="connsiteY28201" fmla="*/ 2596134 h 5143785"/>
              <a:gd name="connsiteX28202" fmla="*/ 2014823 w 3114960"/>
              <a:gd name="connsiteY28202" fmla="*/ 2593943 h 5143785"/>
              <a:gd name="connsiteX28203" fmla="*/ 1715453 w 3114960"/>
              <a:gd name="connsiteY28203" fmla="*/ 1329214 h 5143785"/>
              <a:gd name="connsiteX28204" fmla="*/ 1704308 w 3114960"/>
              <a:gd name="connsiteY28204" fmla="*/ 1328452 h 5143785"/>
              <a:gd name="connsiteX28205" fmla="*/ 1695926 w 3114960"/>
              <a:gd name="connsiteY28205" fmla="*/ 1335786 h 5143785"/>
              <a:gd name="connsiteX28206" fmla="*/ 1702499 w 3114960"/>
              <a:gd name="connsiteY28206" fmla="*/ 1355312 h 5143785"/>
              <a:gd name="connsiteX28207" fmla="*/ 1708880 w 3114960"/>
              <a:gd name="connsiteY28207" fmla="*/ 1356836 h 5143785"/>
              <a:gd name="connsiteX28208" fmla="*/ 1721930 w 3114960"/>
              <a:gd name="connsiteY28208" fmla="*/ 1348740 h 5143785"/>
              <a:gd name="connsiteX28209" fmla="*/ 1723073 w 3114960"/>
              <a:gd name="connsiteY28209" fmla="*/ 1345597 h 5143785"/>
              <a:gd name="connsiteX28210" fmla="*/ 1854613 w 3114960"/>
              <a:gd name="connsiteY28210" fmla="*/ 1344644 h 5143785"/>
              <a:gd name="connsiteX28211" fmla="*/ 1872520 w 3114960"/>
              <a:gd name="connsiteY28211" fmla="*/ 1374077 h 5143785"/>
              <a:gd name="connsiteX28212" fmla="*/ 2075974 w 3114960"/>
              <a:gd name="connsiteY28212" fmla="*/ 1374077 h 5143785"/>
              <a:gd name="connsiteX28213" fmla="*/ 2182273 w 3114960"/>
              <a:gd name="connsiteY28213" fmla="*/ 1285113 h 5143785"/>
              <a:gd name="connsiteX28214" fmla="*/ 2193227 w 3114960"/>
              <a:gd name="connsiteY28214" fmla="*/ 1289495 h 5143785"/>
              <a:gd name="connsiteX28215" fmla="*/ 2207800 w 3114960"/>
              <a:gd name="connsiteY28215" fmla="*/ 1284732 h 5143785"/>
              <a:gd name="connsiteX28216" fmla="*/ 2214753 w 3114960"/>
              <a:gd name="connsiteY28216" fmla="*/ 1271111 h 5143785"/>
              <a:gd name="connsiteX28217" fmla="*/ 2210467 w 3114960"/>
              <a:gd name="connsiteY28217" fmla="*/ 1257205 h 5143785"/>
              <a:gd name="connsiteX28218" fmla="*/ 2227898 w 3114960"/>
              <a:gd name="connsiteY28218" fmla="*/ 1243394 h 5143785"/>
              <a:gd name="connsiteX28219" fmla="*/ 2228564 w 3114960"/>
              <a:gd name="connsiteY28219" fmla="*/ 1166051 h 5143785"/>
              <a:gd name="connsiteX28220" fmla="*/ 2243709 w 3114960"/>
              <a:gd name="connsiteY28220" fmla="*/ 1155192 h 5143785"/>
              <a:gd name="connsiteX28221" fmla="*/ 2322386 w 3114960"/>
              <a:gd name="connsiteY28221" fmla="*/ 1154811 h 5143785"/>
              <a:gd name="connsiteX28222" fmla="*/ 2332863 w 3114960"/>
              <a:gd name="connsiteY28222" fmla="*/ 1162622 h 5143785"/>
              <a:gd name="connsiteX28223" fmla="*/ 2364486 w 3114960"/>
              <a:gd name="connsiteY28223" fmla="*/ 1162622 h 5143785"/>
              <a:gd name="connsiteX28224" fmla="*/ 2374964 w 3114960"/>
              <a:gd name="connsiteY28224" fmla="*/ 1155002 h 5143785"/>
              <a:gd name="connsiteX28225" fmla="*/ 2465070 w 3114960"/>
              <a:gd name="connsiteY28225" fmla="*/ 1155002 h 5143785"/>
              <a:gd name="connsiteX28226" fmla="*/ 2481072 w 3114960"/>
              <a:gd name="connsiteY28226" fmla="*/ 1173290 h 5143785"/>
              <a:gd name="connsiteX28227" fmla="*/ 2696813 w 3114960"/>
              <a:gd name="connsiteY28227" fmla="*/ 1173290 h 5143785"/>
              <a:gd name="connsiteX28228" fmla="*/ 2797302 w 3114960"/>
              <a:gd name="connsiteY28228" fmla="*/ 1074325 h 5143785"/>
              <a:gd name="connsiteX28229" fmla="*/ 2796445 w 3114960"/>
              <a:gd name="connsiteY28229" fmla="*/ 966692 h 5143785"/>
              <a:gd name="connsiteX28230" fmla="*/ 2820734 w 3114960"/>
              <a:gd name="connsiteY28230" fmla="*/ 943927 h 5143785"/>
              <a:gd name="connsiteX28231" fmla="*/ 2830830 w 3114960"/>
              <a:gd name="connsiteY28231" fmla="*/ 946880 h 5143785"/>
              <a:gd name="connsiteX28232" fmla="*/ 2850261 w 3114960"/>
              <a:gd name="connsiteY28232" fmla="*/ 927449 h 5143785"/>
              <a:gd name="connsiteX28233" fmla="*/ 2830830 w 3114960"/>
              <a:gd name="connsiteY28233" fmla="*/ 908018 h 5143785"/>
              <a:gd name="connsiteX28234" fmla="*/ 2811399 w 3114960"/>
              <a:gd name="connsiteY28234" fmla="*/ 927449 h 5143785"/>
              <a:gd name="connsiteX28235" fmla="*/ 2815400 w 3114960"/>
              <a:gd name="connsiteY28235" fmla="*/ 939165 h 5143785"/>
              <a:gd name="connsiteX28236" fmla="*/ 2789206 w 3114960"/>
              <a:gd name="connsiteY28236" fmla="*/ 963454 h 5143785"/>
              <a:gd name="connsiteX28237" fmla="*/ 2790063 w 3114960"/>
              <a:gd name="connsiteY28237" fmla="*/ 1071467 h 5143785"/>
              <a:gd name="connsiteX28238" fmla="*/ 2693861 w 3114960"/>
              <a:gd name="connsiteY28238" fmla="*/ 1166241 h 5143785"/>
              <a:gd name="connsiteX28239" fmla="*/ 2484311 w 3114960"/>
              <a:gd name="connsiteY28239" fmla="*/ 1166241 h 5143785"/>
              <a:gd name="connsiteX28240" fmla="*/ 2468309 w 3114960"/>
              <a:gd name="connsiteY28240" fmla="*/ 1147953 h 5143785"/>
              <a:gd name="connsiteX28241" fmla="*/ 2375535 w 3114960"/>
              <a:gd name="connsiteY28241" fmla="*/ 1147953 h 5143785"/>
              <a:gd name="connsiteX28242" fmla="*/ 2364486 w 3114960"/>
              <a:gd name="connsiteY28242" fmla="*/ 1137285 h 5143785"/>
              <a:gd name="connsiteX28243" fmla="*/ 2332863 w 3114960"/>
              <a:gd name="connsiteY28243" fmla="*/ 1137285 h 5143785"/>
              <a:gd name="connsiteX28244" fmla="*/ 2321814 w 3114960"/>
              <a:gd name="connsiteY28244" fmla="*/ 1147763 h 5143785"/>
              <a:gd name="connsiteX28245" fmla="*/ 2241328 w 3114960"/>
              <a:gd name="connsiteY28245" fmla="*/ 1148144 h 5143785"/>
              <a:gd name="connsiteX28246" fmla="*/ 2221421 w 3114960"/>
              <a:gd name="connsiteY28246" fmla="*/ 1162431 h 5143785"/>
              <a:gd name="connsiteX28247" fmla="*/ 2220754 w 3114960"/>
              <a:gd name="connsiteY28247" fmla="*/ 1239965 h 5143785"/>
              <a:gd name="connsiteX28248" fmla="*/ 2204847 w 3114960"/>
              <a:gd name="connsiteY28248" fmla="*/ 1252538 h 5143785"/>
              <a:gd name="connsiteX28249" fmla="*/ 2194751 w 3114960"/>
              <a:gd name="connsiteY28249" fmla="*/ 1249680 h 5143785"/>
              <a:gd name="connsiteX28250" fmla="*/ 2181797 w 3114960"/>
              <a:gd name="connsiteY28250" fmla="*/ 1254443 h 5143785"/>
              <a:gd name="connsiteX28251" fmla="*/ 2174843 w 3114960"/>
              <a:gd name="connsiteY28251" fmla="*/ 1268063 h 5143785"/>
              <a:gd name="connsiteX28252" fmla="*/ 2177510 w 3114960"/>
              <a:gd name="connsiteY28252" fmla="*/ 1279684 h 5143785"/>
              <a:gd name="connsiteX28253" fmla="*/ 2073307 w 3114960"/>
              <a:gd name="connsiteY28253" fmla="*/ 1366933 h 5143785"/>
              <a:gd name="connsiteX28254" fmla="*/ 1876520 w 3114960"/>
              <a:gd name="connsiteY28254" fmla="*/ 1366933 h 5143785"/>
              <a:gd name="connsiteX28255" fmla="*/ 1858613 w 3114960"/>
              <a:gd name="connsiteY28255" fmla="*/ 1337501 h 5143785"/>
              <a:gd name="connsiteX28256" fmla="*/ 1722977 w 3114960"/>
              <a:gd name="connsiteY28256" fmla="*/ 1338453 h 5143785"/>
              <a:gd name="connsiteX28257" fmla="*/ 1715453 w 3114960"/>
              <a:gd name="connsiteY28257" fmla="*/ 1329309 h 5143785"/>
              <a:gd name="connsiteX28258" fmla="*/ 1717739 w 3114960"/>
              <a:gd name="connsiteY28258" fmla="*/ 1346645 h 5143785"/>
              <a:gd name="connsiteX28259" fmla="*/ 1704594 w 3114960"/>
              <a:gd name="connsiteY28259" fmla="*/ 1351026 h 5143785"/>
              <a:gd name="connsiteX28260" fmla="*/ 1700213 w 3114960"/>
              <a:gd name="connsiteY28260" fmla="*/ 1337882 h 5143785"/>
              <a:gd name="connsiteX28261" fmla="*/ 1705832 w 3114960"/>
              <a:gd name="connsiteY28261" fmla="*/ 1332928 h 5143785"/>
              <a:gd name="connsiteX28262" fmla="*/ 1708976 w 3114960"/>
              <a:gd name="connsiteY28262" fmla="*/ 1332452 h 5143785"/>
              <a:gd name="connsiteX28263" fmla="*/ 1713262 w 3114960"/>
              <a:gd name="connsiteY28263" fmla="*/ 1333500 h 5143785"/>
              <a:gd name="connsiteX28264" fmla="*/ 1717643 w 3114960"/>
              <a:gd name="connsiteY28264" fmla="*/ 1346645 h 5143785"/>
              <a:gd name="connsiteX28265" fmla="*/ 2830830 w 3114960"/>
              <a:gd name="connsiteY28265" fmla="*/ 913448 h 5143785"/>
              <a:gd name="connsiteX28266" fmla="*/ 2844832 w 3114960"/>
              <a:gd name="connsiteY28266" fmla="*/ 927449 h 5143785"/>
              <a:gd name="connsiteX28267" fmla="*/ 2830830 w 3114960"/>
              <a:gd name="connsiteY28267" fmla="*/ 941451 h 5143785"/>
              <a:gd name="connsiteX28268" fmla="*/ 2816828 w 3114960"/>
              <a:gd name="connsiteY28268" fmla="*/ 927449 h 5143785"/>
              <a:gd name="connsiteX28269" fmla="*/ 2830830 w 3114960"/>
              <a:gd name="connsiteY28269" fmla="*/ 913448 h 5143785"/>
              <a:gd name="connsiteX28270" fmla="*/ 2328767 w 3114960"/>
              <a:gd name="connsiteY28270" fmla="*/ 1148429 h 5143785"/>
              <a:gd name="connsiteX28271" fmla="*/ 2332768 w 3114960"/>
              <a:gd name="connsiteY28271" fmla="*/ 1144429 h 5143785"/>
              <a:gd name="connsiteX28272" fmla="*/ 2364391 w 3114960"/>
              <a:gd name="connsiteY28272" fmla="*/ 1144429 h 5143785"/>
              <a:gd name="connsiteX28273" fmla="*/ 2368391 w 3114960"/>
              <a:gd name="connsiteY28273" fmla="*/ 1148429 h 5143785"/>
              <a:gd name="connsiteX28274" fmla="*/ 2368391 w 3114960"/>
              <a:gd name="connsiteY28274" fmla="*/ 1151477 h 5143785"/>
              <a:gd name="connsiteX28275" fmla="*/ 2364391 w 3114960"/>
              <a:gd name="connsiteY28275" fmla="*/ 1155478 h 5143785"/>
              <a:gd name="connsiteX28276" fmla="*/ 2332768 w 3114960"/>
              <a:gd name="connsiteY28276" fmla="*/ 1155478 h 5143785"/>
              <a:gd name="connsiteX28277" fmla="*/ 2328767 w 3114960"/>
              <a:gd name="connsiteY28277" fmla="*/ 1151477 h 5143785"/>
              <a:gd name="connsiteX28278" fmla="*/ 2328767 w 3114960"/>
              <a:gd name="connsiteY28278" fmla="*/ 1148429 h 5143785"/>
              <a:gd name="connsiteX28279" fmla="*/ 2186369 w 3114960"/>
              <a:gd name="connsiteY28279" fmla="*/ 1259777 h 5143785"/>
              <a:gd name="connsiteX28280" fmla="*/ 2195703 w 3114960"/>
              <a:gd name="connsiteY28280" fmla="*/ 1256728 h 5143785"/>
              <a:gd name="connsiteX28281" fmla="*/ 2204466 w 3114960"/>
              <a:gd name="connsiteY28281" fmla="*/ 1261205 h 5143785"/>
              <a:gd name="connsiteX28282" fmla="*/ 2207514 w 3114960"/>
              <a:gd name="connsiteY28282" fmla="*/ 1270540 h 5143785"/>
              <a:gd name="connsiteX28283" fmla="*/ 2203037 w 3114960"/>
              <a:gd name="connsiteY28283" fmla="*/ 1279303 h 5143785"/>
              <a:gd name="connsiteX28284" fmla="*/ 2194751 w 3114960"/>
              <a:gd name="connsiteY28284" fmla="*/ 1282351 h 5143785"/>
              <a:gd name="connsiteX28285" fmla="*/ 2193703 w 3114960"/>
              <a:gd name="connsiteY28285" fmla="*/ 1282351 h 5143785"/>
              <a:gd name="connsiteX28286" fmla="*/ 2184940 w 3114960"/>
              <a:gd name="connsiteY28286" fmla="*/ 1277874 h 5143785"/>
              <a:gd name="connsiteX28287" fmla="*/ 2181892 w 3114960"/>
              <a:gd name="connsiteY28287" fmla="*/ 1268540 h 5143785"/>
              <a:gd name="connsiteX28288" fmla="*/ 2186369 w 3114960"/>
              <a:gd name="connsiteY28288" fmla="*/ 1259777 h 5143785"/>
              <a:gd name="connsiteX28289" fmla="*/ 3114770 w 3114960"/>
              <a:gd name="connsiteY28289" fmla="*/ 3653028 h 5143785"/>
              <a:gd name="connsiteX28290" fmla="*/ 3077051 w 3114960"/>
              <a:gd name="connsiteY28290" fmla="*/ 3653028 h 5143785"/>
              <a:gd name="connsiteX28291" fmla="*/ 3073146 w 3114960"/>
              <a:gd name="connsiteY28291" fmla="*/ 3646646 h 5143785"/>
              <a:gd name="connsiteX28292" fmla="*/ 3057811 w 3114960"/>
              <a:gd name="connsiteY28292" fmla="*/ 3648742 h 5143785"/>
              <a:gd name="connsiteX28293" fmla="*/ 3055906 w 3114960"/>
              <a:gd name="connsiteY28293" fmla="*/ 3652933 h 5143785"/>
              <a:gd name="connsiteX28294" fmla="*/ 2999042 w 3114960"/>
              <a:gd name="connsiteY28294" fmla="*/ 3652933 h 5143785"/>
              <a:gd name="connsiteX28295" fmla="*/ 2963704 w 3114960"/>
              <a:gd name="connsiteY28295" fmla="*/ 3622643 h 5143785"/>
              <a:gd name="connsiteX28296" fmla="*/ 2963132 w 3114960"/>
              <a:gd name="connsiteY28296" fmla="*/ 3478625 h 5143785"/>
              <a:gd name="connsiteX28297" fmla="*/ 2907983 w 3114960"/>
              <a:gd name="connsiteY28297" fmla="*/ 3431477 h 5143785"/>
              <a:gd name="connsiteX28298" fmla="*/ 2907030 w 3114960"/>
              <a:gd name="connsiteY28298" fmla="*/ 3431477 h 5143785"/>
              <a:gd name="connsiteX28299" fmla="*/ 2889980 w 3114960"/>
              <a:gd name="connsiteY28299" fmla="*/ 3432048 h 5143785"/>
              <a:gd name="connsiteX28300" fmla="*/ 2889980 w 3114960"/>
              <a:gd name="connsiteY28300" fmla="*/ 3431286 h 5143785"/>
              <a:gd name="connsiteX28301" fmla="*/ 2883980 w 3114960"/>
              <a:gd name="connsiteY28301" fmla="*/ 3425285 h 5143785"/>
              <a:gd name="connsiteX28302" fmla="*/ 2863692 w 3114960"/>
              <a:gd name="connsiteY28302" fmla="*/ 3425285 h 5143785"/>
              <a:gd name="connsiteX28303" fmla="*/ 2857691 w 3114960"/>
              <a:gd name="connsiteY28303" fmla="*/ 3431286 h 5143785"/>
              <a:gd name="connsiteX28304" fmla="*/ 2857691 w 3114960"/>
              <a:gd name="connsiteY28304" fmla="*/ 3438906 h 5143785"/>
              <a:gd name="connsiteX28305" fmla="*/ 2863692 w 3114960"/>
              <a:gd name="connsiteY28305" fmla="*/ 3444907 h 5143785"/>
              <a:gd name="connsiteX28306" fmla="*/ 2883980 w 3114960"/>
              <a:gd name="connsiteY28306" fmla="*/ 3444907 h 5143785"/>
              <a:gd name="connsiteX28307" fmla="*/ 2889980 w 3114960"/>
              <a:gd name="connsiteY28307" fmla="*/ 3438906 h 5143785"/>
              <a:gd name="connsiteX28308" fmla="*/ 2889980 w 3114960"/>
              <a:gd name="connsiteY28308" fmla="*/ 3436715 h 5143785"/>
              <a:gd name="connsiteX28309" fmla="*/ 2906363 w 3114960"/>
              <a:gd name="connsiteY28309" fmla="*/ 3436239 h 5143785"/>
              <a:gd name="connsiteX28310" fmla="*/ 2958465 w 3114960"/>
              <a:gd name="connsiteY28310" fmla="*/ 3480721 h 5143785"/>
              <a:gd name="connsiteX28311" fmla="*/ 2959037 w 3114960"/>
              <a:gd name="connsiteY28311" fmla="*/ 3624739 h 5143785"/>
              <a:gd name="connsiteX28312" fmla="*/ 2997422 w 3114960"/>
              <a:gd name="connsiteY28312" fmla="*/ 3657600 h 5143785"/>
              <a:gd name="connsiteX28313" fmla="*/ 3056096 w 3114960"/>
              <a:gd name="connsiteY28313" fmla="*/ 3657600 h 5143785"/>
              <a:gd name="connsiteX28314" fmla="*/ 3060002 w 3114960"/>
              <a:gd name="connsiteY28314" fmla="*/ 3663982 h 5143785"/>
              <a:gd name="connsiteX28315" fmla="*/ 3066574 w 3114960"/>
              <a:gd name="connsiteY28315" fmla="*/ 3666173 h 5143785"/>
              <a:gd name="connsiteX28316" fmla="*/ 3075337 w 3114960"/>
              <a:gd name="connsiteY28316" fmla="*/ 3661791 h 5143785"/>
              <a:gd name="connsiteX28317" fmla="*/ 3077242 w 3114960"/>
              <a:gd name="connsiteY28317" fmla="*/ 3657600 h 5143785"/>
              <a:gd name="connsiteX28318" fmla="*/ 3114961 w 3114960"/>
              <a:gd name="connsiteY28318" fmla="*/ 3657600 h 5143785"/>
              <a:gd name="connsiteX28319" fmla="*/ 3114961 w 3114960"/>
              <a:gd name="connsiteY28319" fmla="*/ 3652838 h 5143785"/>
              <a:gd name="connsiteX28320" fmla="*/ 2867216 w 3114960"/>
              <a:gd name="connsiteY28320" fmla="*/ 3440240 h 5143785"/>
              <a:gd name="connsiteX28321" fmla="*/ 2863596 w 3114960"/>
              <a:gd name="connsiteY28321" fmla="*/ 3440240 h 5143785"/>
              <a:gd name="connsiteX28322" fmla="*/ 2862358 w 3114960"/>
              <a:gd name="connsiteY28322" fmla="*/ 3439001 h 5143785"/>
              <a:gd name="connsiteX28323" fmla="*/ 2862358 w 3114960"/>
              <a:gd name="connsiteY28323" fmla="*/ 3431381 h 5143785"/>
              <a:gd name="connsiteX28324" fmla="*/ 2863596 w 3114960"/>
              <a:gd name="connsiteY28324" fmla="*/ 3430143 h 5143785"/>
              <a:gd name="connsiteX28325" fmla="*/ 2867216 w 3114960"/>
              <a:gd name="connsiteY28325" fmla="*/ 3430143 h 5143785"/>
              <a:gd name="connsiteX28326" fmla="*/ 2867216 w 3114960"/>
              <a:gd name="connsiteY28326" fmla="*/ 3440335 h 5143785"/>
              <a:gd name="connsiteX28327" fmla="*/ 2877026 w 3114960"/>
              <a:gd name="connsiteY28327" fmla="*/ 3438716 h 5143785"/>
              <a:gd name="connsiteX28328" fmla="*/ 2872073 w 3114960"/>
              <a:gd name="connsiteY28328" fmla="*/ 3438716 h 5143785"/>
              <a:gd name="connsiteX28329" fmla="*/ 2872073 w 3114960"/>
              <a:gd name="connsiteY28329" fmla="*/ 3430048 h 5143785"/>
              <a:gd name="connsiteX28330" fmla="*/ 2877026 w 3114960"/>
              <a:gd name="connsiteY28330" fmla="*/ 3430048 h 5143785"/>
              <a:gd name="connsiteX28331" fmla="*/ 2877026 w 3114960"/>
              <a:gd name="connsiteY28331" fmla="*/ 3438716 h 5143785"/>
              <a:gd name="connsiteX28332" fmla="*/ 2885218 w 3114960"/>
              <a:gd name="connsiteY28332" fmla="*/ 3439001 h 5143785"/>
              <a:gd name="connsiteX28333" fmla="*/ 2883980 w 3114960"/>
              <a:gd name="connsiteY28333" fmla="*/ 3440240 h 5143785"/>
              <a:gd name="connsiteX28334" fmla="*/ 2881789 w 3114960"/>
              <a:gd name="connsiteY28334" fmla="*/ 3440240 h 5143785"/>
              <a:gd name="connsiteX28335" fmla="*/ 2881789 w 3114960"/>
              <a:gd name="connsiteY28335" fmla="*/ 3430048 h 5143785"/>
              <a:gd name="connsiteX28336" fmla="*/ 2883980 w 3114960"/>
              <a:gd name="connsiteY28336" fmla="*/ 3430048 h 5143785"/>
              <a:gd name="connsiteX28337" fmla="*/ 2885218 w 3114960"/>
              <a:gd name="connsiteY28337" fmla="*/ 3431286 h 5143785"/>
              <a:gd name="connsiteX28338" fmla="*/ 2885218 w 3114960"/>
              <a:gd name="connsiteY28338" fmla="*/ 3438906 h 5143785"/>
              <a:gd name="connsiteX28339" fmla="*/ 2889980 w 3114960"/>
              <a:gd name="connsiteY28339" fmla="*/ 3434429 h 5143785"/>
              <a:gd name="connsiteX28340" fmla="*/ 2889980 w 3114960"/>
              <a:gd name="connsiteY28340" fmla="*/ 3434429 h 5143785"/>
              <a:gd name="connsiteX28341" fmla="*/ 2891504 w 3114960"/>
              <a:gd name="connsiteY28341" fmla="*/ 3434429 h 5143785"/>
              <a:gd name="connsiteX28342" fmla="*/ 2889980 w 3114960"/>
              <a:gd name="connsiteY28342" fmla="*/ 3434429 h 5143785"/>
              <a:gd name="connsiteX28343" fmla="*/ 3071432 w 3114960"/>
              <a:gd name="connsiteY28343" fmla="*/ 3659124 h 5143785"/>
              <a:gd name="connsiteX28344" fmla="*/ 3062764 w 3114960"/>
              <a:gd name="connsiteY28344" fmla="*/ 3660362 h 5143785"/>
              <a:gd name="connsiteX28345" fmla="*/ 3060383 w 3114960"/>
              <a:gd name="connsiteY28345" fmla="*/ 3656267 h 5143785"/>
              <a:gd name="connsiteX28346" fmla="*/ 3061621 w 3114960"/>
              <a:gd name="connsiteY28346" fmla="*/ 3651695 h 5143785"/>
              <a:gd name="connsiteX28347" fmla="*/ 3066574 w 3114960"/>
              <a:gd name="connsiteY28347" fmla="*/ 3649218 h 5143785"/>
              <a:gd name="connsiteX28348" fmla="*/ 3070288 w 3114960"/>
              <a:gd name="connsiteY28348" fmla="*/ 3650456 h 5143785"/>
              <a:gd name="connsiteX28349" fmla="*/ 3072670 w 3114960"/>
              <a:gd name="connsiteY28349" fmla="*/ 3654552 h 5143785"/>
              <a:gd name="connsiteX28350" fmla="*/ 3071432 w 3114960"/>
              <a:gd name="connsiteY28350" fmla="*/ 3659124 h 5143785"/>
              <a:gd name="connsiteX28351" fmla="*/ 2824829 w 3114960"/>
              <a:gd name="connsiteY28351" fmla="*/ 3420999 h 5143785"/>
              <a:gd name="connsiteX28352" fmla="*/ 2819210 w 3114960"/>
              <a:gd name="connsiteY28352" fmla="*/ 3428810 h 5143785"/>
              <a:gd name="connsiteX28353" fmla="*/ 2828449 w 3114960"/>
              <a:gd name="connsiteY28353" fmla="*/ 3443954 h 5143785"/>
              <a:gd name="connsiteX28354" fmla="*/ 2831402 w 3114960"/>
              <a:gd name="connsiteY28354" fmla="*/ 3444335 h 5143785"/>
              <a:gd name="connsiteX28355" fmla="*/ 2837974 w 3114960"/>
              <a:gd name="connsiteY28355" fmla="*/ 3442526 h 5143785"/>
              <a:gd name="connsiteX28356" fmla="*/ 2843594 w 3114960"/>
              <a:gd name="connsiteY28356" fmla="*/ 3434715 h 5143785"/>
              <a:gd name="connsiteX28357" fmla="*/ 2834354 w 3114960"/>
              <a:gd name="connsiteY28357" fmla="*/ 3419570 h 5143785"/>
              <a:gd name="connsiteX28358" fmla="*/ 2833783 w 3114960"/>
              <a:gd name="connsiteY28358" fmla="*/ 3419570 h 5143785"/>
              <a:gd name="connsiteX28359" fmla="*/ 2833783 w 3114960"/>
              <a:gd name="connsiteY28359" fmla="*/ 3361944 h 5143785"/>
              <a:gd name="connsiteX28360" fmla="*/ 2740057 w 3114960"/>
              <a:gd name="connsiteY28360" fmla="*/ 3276124 h 5143785"/>
              <a:gd name="connsiteX28361" fmla="*/ 2741676 w 3114960"/>
              <a:gd name="connsiteY28361" fmla="*/ 3272409 h 5143785"/>
              <a:gd name="connsiteX28362" fmla="*/ 2740152 w 3114960"/>
              <a:gd name="connsiteY28362" fmla="*/ 3262884 h 5143785"/>
              <a:gd name="connsiteX28363" fmla="*/ 2732342 w 3114960"/>
              <a:gd name="connsiteY28363" fmla="*/ 3257264 h 5143785"/>
              <a:gd name="connsiteX28364" fmla="*/ 2722817 w 3114960"/>
              <a:gd name="connsiteY28364" fmla="*/ 3258788 h 5143785"/>
              <a:gd name="connsiteX28365" fmla="*/ 2717197 w 3114960"/>
              <a:gd name="connsiteY28365" fmla="*/ 3266599 h 5143785"/>
              <a:gd name="connsiteX28366" fmla="*/ 2718721 w 3114960"/>
              <a:gd name="connsiteY28366" fmla="*/ 3276124 h 5143785"/>
              <a:gd name="connsiteX28367" fmla="*/ 2726531 w 3114960"/>
              <a:gd name="connsiteY28367" fmla="*/ 3281744 h 5143785"/>
              <a:gd name="connsiteX28368" fmla="*/ 2729484 w 3114960"/>
              <a:gd name="connsiteY28368" fmla="*/ 3282125 h 5143785"/>
              <a:gd name="connsiteX28369" fmla="*/ 2736818 w 3114960"/>
              <a:gd name="connsiteY28369" fmla="*/ 3279648 h 5143785"/>
              <a:gd name="connsiteX28370" fmla="*/ 2829020 w 3114960"/>
              <a:gd name="connsiteY28370" fmla="*/ 3364135 h 5143785"/>
              <a:gd name="connsiteX28371" fmla="*/ 2829020 w 3114960"/>
              <a:gd name="connsiteY28371" fmla="*/ 3419666 h 5143785"/>
              <a:gd name="connsiteX28372" fmla="*/ 2824829 w 3114960"/>
              <a:gd name="connsiteY28372" fmla="*/ 3421190 h 5143785"/>
              <a:gd name="connsiteX28373" fmla="*/ 2737104 w 3114960"/>
              <a:gd name="connsiteY28373" fmla="*/ 3271171 h 5143785"/>
              <a:gd name="connsiteX28374" fmla="*/ 2727674 w 3114960"/>
              <a:gd name="connsiteY28374" fmla="*/ 3276886 h 5143785"/>
              <a:gd name="connsiteX28375" fmla="*/ 2722817 w 3114960"/>
              <a:gd name="connsiteY28375" fmla="*/ 3273362 h 5143785"/>
              <a:gd name="connsiteX28376" fmla="*/ 2721864 w 3114960"/>
              <a:gd name="connsiteY28376" fmla="*/ 3267456 h 5143785"/>
              <a:gd name="connsiteX28377" fmla="*/ 2725388 w 3114960"/>
              <a:gd name="connsiteY28377" fmla="*/ 3262598 h 5143785"/>
              <a:gd name="connsiteX28378" fmla="*/ 2729484 w 3114960"/>
              <a:gd name="connsiteY28378" fmla="*/ 3261455 h 5143785"/>
              <a:gd name="connsiteX28379" fmla="*/ 2731294 w 3114960"/>
              <a:gd name="connsiteY28379" fmla="*/ 3261646 h 5143785"/>
              <a:gd name="connsiteX28380" fmla="*/ 2736152 w 3114960"/>
              <a:gd name="connsiteY28380" fmla="*/ 3265170 h 5143785"/>
              <a:gd name="connsiteX28381" fmla="*/ 2737104 w 3114960"/>
              <a:gd name="connsiteY28381" fmla="*/ 3271076 h 5143785"/>
              <a:gd name="connsiteX28382" fmla="*/ 2831402 w 3114960"/>
              <a:gd name="connsiteY28382" fmla="*/ 3423952 h 5143785"/>
              <a:gd name="connsiteX28383" fmla="*/ 2833211 w 3114960"/>
              <a:gd name="connsiteY28383" fmla="*/ 3424142 h 5143785"/>
              <a:gd name="connsiteX28384" fmla="*/ 2838926 w 3114960"/>
              <a:gd name="connsiteY28384" fmla="*/ 3433572 h 5143785"/>
              <a:gd name="connsiteX28385" fmla="*/ 2835402 w 3114960"/>
              <a:gd name="connsiteY28385" fmla="*/ 3438430 h 5143785"/>
              <a:gd name="connsiteX28386" fmla="*/ 2829497 w 3114960"/>
              <a:gd name="connsiteY28386" fmla="*/ 3439382 h 5143785"/>
              <a:gd name="connsiteX28387" fmla="*/ 2823782 w 3114960"/>
              <a:gd name="connsiteY28387" fmla="*/ 3429953 h 5143785"/>
              <a:gd name="connsiteX28388" fmla="*/ 2827306 w 3114960"/>
              <a:gd name="connsiteY28388" fmla="*/ 3425095 h 5143785"/>
              <a:gd name="connsiteX28389" fmla="*/ 2831402 w 3114960"/>
              <a:gd name="connsiteY28389" fmla="*/ 3423952 h 5143785"/>
              <a:gd name="connsiteX28390" fmla="*/ 2866263 w 3114960"/>
              <a:gd name="connsiteY28390" fmla="*/ 3757136 h 5143785"/>
              <a:gd name="connsiteX28391" fmla="*/ 2873597 w 3114960"/>
              <a:gd name="connsiteY28391" fmla="*/ 3759899 h 5143785"/>
              <a:gd name="connsiteX28392" fmla="*/ 2874169 w 3114960"/>
              <a:gd name="connsiteY28392" fmla="*/ 3759899 h 5143785"/>
              <a:gd name="connsiteX28393" fmla="*/ 2881694 w 3114960"/>
              <a:gd name="connsiteY28393" fmla="*/ 3756279 h 5143785"/>
              <a:gd name="connsiteX28394" fmla="*/ 2880836 w 3114960"/>
              <a:gd name="connsiteY28394" fmla="*/ 3740849 h 5143785"/>
              <a:gd name="connsiteX28395" fmla="*/ 2872930 w 3114960"/>
              <a:gd name="connsiteY28395" fmla="*/ 3738086 h 5143785"/>
              <a:gd name="connsiteX28396" fmla="*/ 2867025 w 3114960"/>
              <a:gd name="connsiteY28396" fmla="*/ 3740468 h 5143785"/>
              <a:gd name="connsiteX28397" fmla="*/ 2775680 w 3114960"/>
              <a:gd name="connsiteY28397" fmla="*/ 3656267 h 5143785"/>
              <a:gd name="connsiteX28398" fmla="*/ 2775680 w 3114960"/>
              <a:gd name="connsiteY28398" fmla="*/ 3561779 h 5143785"/>
              <a:gd name="connsiteX28399" fmla="*/ 2782729 w 3114960"/>
              <a:gd name="connsiteY28399" fmla="*/ 3553206 h 5143785"/>
              <a:gd name="connsiteX28400" fmla="*/ 2773680 w 3114960"/>
              <a:gd name="connsiteY28400" fmla="*/ 3543300 h 5143785"/>
              <a:gd name="connsiteX28401" fmla="*/ 2763774 w 3114960"/>
              <a:gd name="connsiteY28401" fmla="*/ 3552349 h 5143785"/>
              <a:gd name="connsiteX28402" fmla="*/ 2770823 w 3114960"/>
              <a:gd name="connsiteY28402" fmla="*/ 3561779 h 5143785"/>
              <a:gd name="connsiteX28403" fmla="*/ 2770823 w 3114960"/>
              <a:gd name="connsiteY28403" fmla="*/ 3658362 h 5143785"/>
              <a:gd name="connsiteX28404" fmla="*/ 2863787 w 3114960"/>
              <a:gd name="connsiteY28404" fmla="*/ 3744182 h 5143785"/>
              <a:gd name="connsiteX28405" fmla="*/ 2862453 w 3114960"/>
              <a:gd name="connsiteY28405" fmla="*/ 3749707 h 5143785"/>
              <a:gd name="connsiteX28406" fmla="*/ 2866073 w 3114960"/>
              <a:gd name="connsiteY28406" fmla="*/ 3757232 h 5143785"/>
              <a:gd name="connsiteX28407" fmla="*/ 2868930 w 3114960"/>
              <a:gd name="connsiteY28407" fmla="*/ 3744849 h 5143785"/>
              <a:gd name="connsiteX28408" fmla="*/ 2873217 w 3114960"/>
              <a:gd name="connsiteY28408" fmla="*/ 3742754 h 5143785"/>
              <a:gd name="connsiteX28409" fmla="*/ 2873597 w 3114960"/>
              <a:gd name="connsiteY28409" fmla="*/ 3742754 h 5143785"/>
              <a:gd name="connsiteX28410" fmla="*/ 2877693 w 3114960"/>
              <a:gd name="connsiteY28410" fmla="*/ 3744373 h 5143785"/>
              <a:gd name="connsiteX28411" fmla="*/ 2878169 w 3114960"/>
              <a:gd name="connsiteY28411" fmla="*/ 3753136 h 5143785"/>
              <a:gd name="connsiteX28412" fmla="*/ 2873883 w 3114960"/>
              <a:gd name="connsiteY28412" fmla="*/ 3755136 h 5143785"/>
              <a:gd name="connsiteX28413" fmla="*/ 2869406 w 3114960"/>
              <a:gd name="connsiteY28413" fmla="*/ 3753612 h 5143785"/>
              <a:gd name="connsiteX28414" fmla="*/ 2869406 w 3114960"/>
              <a:gd name="connsiteY28414" fmla="*/ 3753612 h 5143785"/>
              <a:gd name="connsiteX28415" fmla="*/ 2867406 w 3114960"/>
              <a:gd name="connsiteY28415" fmla="*/ 3749326 h 5143785"/>
              <a:gd name="connsiteX28416" fmla="*/ 2868930 w 3114960"/>
              <a:gd name="connsiteY28416" fmla="*/ 3744849 h 5143785"/>
              <a:gd name="connsiteX28417" fmla="*/ 932117 w 3114960"/>
              <a:gd name="connsiteY28417" fmla="*/ 3099721 h 5143785"/>
              <a:gd name="connsiteX28418" fmla="*/ 949738 w 3114960"/>
              <a:gd name="connsiteY28418" fmla="*/ 3099721 h 5143785"/>
              <a:gd name="connsiteX28419" fmla="*/ 949738 w 3114960"/>
              <a:gd name="connsiteY28419" fmla="*/ 3104484 h 5143785"/>
              <a:gd name="connsiteX28420" fmla="*/ 932117 w 3114960"/>
              <a:gd name="connsiteY28420" fmla="*/ 3104484 h 5143785"/>
              <a:gd name="connsiteX28421" fmla="*/ 932117 w 3114960"/>
              <a:gd name="connsiteY28421" fmla="*/ 3099721 h 5143785"/>
              <a:gd name="connsiteX28422" fmla="*/ 979075 w 3114960"/>
              <a:gd name="connsiteY28422" fmla="*/ 3093434 h 5143785"/>
              <a:gd name="connsiteX28423" fmla="*/ 976598 w 3114960"/>
              <a:gd name="connsiteY28423" fmla="*/ 3099530 h 5143785"/>
              <a:gd name="connsiteX28424" fmla="*/ 967359 w 3114960"/>
              <a:gd name="connsiteY28424" fmla="*/ 3099530 h 5143785"/>
              <a:gd name="connsiteX28425" fmla="*/ 967359 w 3114960"/>
              <a:gd name="connsiteY28425" fmla="*/ 3104293 h 5143785"/>
              <a:gd name="connsiteX28426" fmla="*/ 976598 w 3114960"/>
              <a:gd name="connsiteY28426" fmla="*/ 3104293 h 5143785"/>
              <a:gd name="connsiteX28427" fmla="*/ 982218 w 3114960"/>
              <a:gd name="connsiteY28427" fmla="*/ 3113437 h 5143785"/>
              <a:gd name="connsiteX28428" fmla="*/ 1002221 w 3114960"/>
              <a:gd name="connsiteY28428" fmla="*/ 3110389 h 5143785"/>
              <a:gd name="connsiteX28429" fmla="*/ 1004983 w 3114960"/>
              <a:gd name="connsiteY28429" fmla="*/ 3101912 h 5143785"/>
              <a:gd name="connsiteX28430" fmla="*/ 999173 w 3114960"/>
              <a:gd name="connsiteY28430" fmla="*/ 3090291 h 5143785"/>
              <a:gd name="connsiteX28431" fmla="*/ 979170 w 3114960"/>
              <a:gd name="connsiteY28431" fmla="*/ 3093339 h 5143785"/>
              <a:gd name="connsiteX28432" fmla="*/ 1000030 w 3114960"/>
              <a:gd name="connsiteY28432" fmla="*/ 3108865 h 5143785"/>
              <a:gd name="connsiteX28433" fmla="*/ 992410 w 3114960"/>
              <a:gd name="connsiteY28433" fmla="*/ 3113532 h 5143785"/>
              <a:gd name="connsiteX28434" fmla="*/ 983742 w 3114960"/>
              <a:gd name="connsiteY28434" fmla="*/ 3111437 h 5143785"/>
              <a:gd name="connsiteX28435" fmla="*/ 979075 w 3114960"/>
              <a:gd name="connsiteY28435" fmla="*/ 3103817 h 5143785"/>
              <a:gd name="connsiteX28436" fmla="*/ 978979 w 3114960"/>
              <a:gd name="connsiteY28436" fmla="*/ 3102007 h 5143785"/>
              <a:gd name="connsiteX28437" fmla="*/ 981266 w 3114960"/>
              <a:gd name="connsiteY28437" fmla="*/ 3095149 h 5143785"/>
              <a:gd name="connsiteX28438" fmla="*/ 997649 w 3114960"/>
              <a:gd name="connsiteY28438" fmla="*/ 3092672 h 5143785"/>
              <a:gd name="connsiteX28439" fmla="*/ 1000125 w 3114960"/>
              <a:gd name="connsiteY28439" fmla="*/ 3109055 h 5143785"/>
              <a:gd name="connsiteX28440" fmla="*/ 1369886 w 3114960"/>
              <a:gd name="connsiteY28440" fmla="*/ 1516285 h 5143785"/>
              <a:gd name="connsiteX28441" fmla="*/ 1364837 w 3114960"/>
              <a:gd name="connsiteY28441" fmla="*/ 1521333 h 5143785"/>
              <a:gd name="connsiteX28442" fmla="*/ 1364837 w 3114960"/>
              <a:gd name="connsiteY28442" fmla="*/ 1534287 h 5143785"/>
              <a:gd name="connsiteX28443" fmla="*/ 1369886 w 3114960"/>
              <a:gd name="connsiteY28443" fmla="*/ 1539335 h 5143785"/>
              <a:gd name="connsiteX28444" fmla="*/ 1382840 w 3114960"/>
              <a:gd name="connsiteY28444" fmla="*/ 1539335 h 5143785"/>
              <a:gd name="connsiteX28445" fmla="*/ 1387888 w 3114960"/>
              <a:gd name="connsiteY28445" fmla="*/ 1534287 h 5143785"/>
              <a:gd name="connsiteX28446" fmla="*/ 1387888 w 3114960"/>
              <a:gd name="connsiteY28446" fmla="*/ 1521333 h 5143785"/>
              <a:gd name="connsiteX28447" fmla="*/ 1382840 w 3114960"/>
              <a:gd name="connsiteY28447" fmla="*/ 1516285 h 5143785"/>
              <a:gd name="connsiteX28448" fmla="*/ 1369886 w 3114960"/>
              <a:gd name="connsiteY28448" fmla="*/ 1516285 h 5143785"/>
              <a:gd name="connsiteX28449" fmla="*/ 1383125 w 3114960"/>
              <a:gd name="connsiteY28449" fmla="*/ 1534287 h 5143785"/>
              <a:gd name="connsiteX28450" fmla="*/ 1382840 w 3114960"/>
              <a:gd name="connsiteY28450" fmla="*/ 1534573 h 5143785"/>
              <a:gd name="connsiteX28451" fmla="*/ 1369600 w 3114960"/>
              <a:gd name="connsiteY28451" fmla="*/ 1534287 h 5143785"/>
              <a:gd name="connsiteX28452" fmla="*/ 1369886 w 3114960"/>
              <a:gd name="connsiteY28452" fmla="*/ 1521047 h 5143785"/>
              <a:gd name="connsiteX28453" fmla="*/ 1383125 w 3114960"/>
              <a:gd name="connsiteY28453" fmla="*/ 1521333 h 5143785"/>
              <a:gd name="connsiteX28454" fmla="*/ 1383125 w 3114960"/>
              <a:gd name="connsiteY28454" fmla="*/ 1534287 h 5143785"/>
              <a:gd name="connsiteX28455" fmla="*/ 1352264 w 3114960"/>
              <a:gd name="connsiteY28455" fmla="*/ 1518666 h 5143785"/>
              <a:gd name="connsiteX28456" fmla="*/ 1354931 w 3114960"/>
              <a:gd name="connsiteY28456" fmla="*/ 1521333 h 5143785"/>
              <a:gd name="connsiteX28457" fmla="*/ 1354931 w 3114960"/>
              <a:gd name="connsiteY28457" fmla="*/ 1534287 h 5143785"/>
              <a:gd name="connsiteX28458" fmla="*/ 1352264 w 3114960"/>
              <a:gd name="connsiteY28458" fmla="*/ 1536954 h 5143785"/>
              <a:gd name="connsiteX28459" fmla="*/ 1339310 w 3114960"/>
              <a:gd name="connsiteY28459" fmla="*/ 1536954 h 5143785"/>
              <a:gd name="connsiteX28460" fmla="*/ 1336643 w 3114960"/>
              <a:gd name="connsiteY28460" fmla="*/ 1534287 h 5143785"/>
              <a:gd name="connsiteX28461" fmla="*/ 1336643 w 3114960"/>
              <a:gd name="connsiteY28461" fmla="*/ 1521333 h 5143785"/>
              <a:gd name="connsiteX28462" fmla="*/ 1339310 w 3114960"/>
              <a:gd name="connsiteY28462" fmla="*/ 1518666 h 5143785"/>
              <a:gd name="connsiteX28463" fmla="*/ 1352264 w 3114960"/>
              <a:gd name="connsiteY28463" fmla="*/ 1518666 h 5143785"/>
              <a:gd name="connsiteX28464" fmla="*/ 856488 w 3114960"/>
              <a:gd name="connsiteY28464" fmla="*/ 1504474 h 5143785"/>
              <a:gd name="connsiteX28465" fmla="*/ 849440 w 3114960"/>
              <a:gd name="connsiteY28465" fmla="*/ 1498092 h 5143785"/>
              <a:gd name="connsiteX28466" fmla="*/ 838200 w 3114960"/>
              <a:gd name="connsiteY28466" fmla="*/ 1486853 h 5143785"/>
              <a:gd name="connsiteX28467" fmla="*/ 834390 w 3114960"/>
              <a:gd name="connsiteY28467" fmla="*/ 1486853 h 5143785"/>
              <a:gd name="connsiteX28468" fmla="*/ 822960 w 3114960"/>
              <a:gd name="connsiteY28468" fmla="*/ 1498282 h 5143785"/>
              <a:gd name="connsiteX28469" fmla="*/ 822960 w 3114960"/>
              <a:gd name="connsiteY28469" fmla="*/ 1502093 h 5143785"/>
              <a:gd name="connsiteX28470" fmla="*/ 834390 w 3114960"/>
              <a:gd name="connsiteY28470" fmla="*/ 1513523 h 5143785"/>
              <a:gd name="connsiteX28471" fmla="*/ 838200 w 3114960"/>
              <a:gd name="connsiteY28471" fmla="*/ 1513523 h 5143785"/>
              <a:gd name="connsiteX28472" fmla="*/ 848963 w 3114960"/>
              <a:gd name="connsiteY28472" fmla="*/ 1502759 h 5143785"/>
              <a:gd name="connsiteX28473" fmla="*/ 852392 w 3114960"/>
              <a:gd name="connsiteY28473" fmla="*/ 1506855 h 5143785"/>
              <a:gd name="connsiteX28474" fmla="*/ 860774 w 3114960"/>
              <a:gd name="connsiteY28474" fmla="*/ 1513523 h 5143785"/>
              <a:gd name="connsiteX28475" fmla="*/ 869156 w 3114960"/>
              <a:gd name="connsiteY28475" fmla="*/ 1506855 h 5143785"/>
              <a:gd name="connsiteX28476" fmla="*/ 873443 w 3114960"/>
              <a:gd name="connsiteY28476" fmla="*/ 1502569 h 5143785"/>
              <a:gd name="connsiteX28477" fmla="*/ 877729 w 3114960"/>
              <a:gd name="connsiteY28477" fmla="*/ 1506855 h 5143785"/>
              <a:gd name="connsiteX28478" fmla="*/ 886111 w 3114960"/>
              <a:gd name="connsiteY28478" fmla="*/ 1513523 h 5143785"/>
              <a:gd name="connsiteX28479" fmla="*/ 894493 w 3114960"/>
              <a:gd name="connsiteY28479" fmla="*/ 1506855 h 5143785"/>
              <a:gd name="connsiteX28480" fmla="*/ 898779 w 3114960"/>
              <a:gd name="connsiteY28480" fmla="*/ 1502569 h 5143785"/>
              <a:gd name="connsiteX28481" fmla="*/ 903065 w 3114960"/>
              <a:gd name="connsiteY28481" fmla="*/ 1506855 h 5143785"/>
              <a:gd name="connsiteX28482" fmla="*/ 911447 w 3114960"/>
              <a:gd name="connsiteY28482" fmla="*/ 1513523 h 5143785"/>
              <a:gd name="connsiteX28483" fmla="*/ 919829 w 3114960"/>
              <a:gd name="connsiteY28483" fmla="*/ 1506855 h 5143785"/>
              <a:gd name="connsiteX28484" fmla="*/ 924116 w 3114960"/>
              <a:gd name="connsiteY28484" fmla="*/ 1502569 h 5143785"/>
              <a:gd name="connsiteX28485" fmla="*/ 928402 w 3114960"/>
              <a:gd name="connsiteY28485" fmla="*/ 1506855 h 5143785"/>
              <a:gd name="connsiteX28486" fmla="*/ 936784 w 3114960"/>
              <a:gd name="connsiteY28486" fmla="*/ 1513523 h 5143785"/>
              <a:gd name="connsiteX28487" fmla="*/ 945166 w 3114960"/>
              <a:gd name="connsiteY28487" fmla="*/ 1506855 h 5143785"/>
              <a:gd name="connsiteX28488" fmla="*/ 949452 w 3114960"/>
              <a:gd name="connsiteY28488" fmla="*/ 1502569 h 5143785"/>
              <a:gd name="connsiteX28489" fmla="*/ 953738 w 3114960"/>
              <a:gd name="connsiteY28489" fmla="*/ 1506855 h 5143785"/>
              <a:gd name="connsiteX28490" fmla="*/ 962120 w 3114960"/>
              <a:gd name="connsiteY28490" fmla="*/ 1513523 h 5143785"/>
              <a:gd name="connsiteX28491" fmla="*/ 970502 w 3114960"/>
              <a:gd name="connsiteY28491" fmla="*/ 1506855 h 5143785"/>
              <a:gd name="connsiteX28492" fmla="*/ 974789 w 3114960"/>
              <a:gd name="connsiteY28492" fmla="*/ 1502569 h 5143785"/>
              <a:gd name="connsiteX28493" fmla="*/ 979075 w 3114960"/>
              <a:gd name="connsiteY28493" fmla="*/ 1506855 h 5143785"/>
              <a:gd name="connsiteX28494" fmla="*/ 987457 w 3114960"/>
              <a:gd name="connsiteY28494" fmla="*/ 1513523 h 5143785"/>
              <a:gd name="connsiteX28495" fmla="*/ 995839 w 3114960"/>
              <a:gd name="connsiteY28495" fmla="*/ 1506855 h 5143785"/>
              <a:gd name="connsiteX28496" fmla="*/ 1000125 w 3114960"/>
              <a:gd name="connsiteY28496" fmla="*/ 1502569 h 5143785"/>
              <a:gd name="connsiteX28497" fmla="*/ 1004411 w 3114960"/>
              <a:gd name="connsiteY28497" fmla="*/ 1506855 h 5143785"/>
              <a:gd name="connsiteX28498" fmla="*/ 1012793 w 3114960"/>
              <a:gd name="connsiteY28498" fmla="*/ 1513523 h 5143785"/>
              <a:gd name="connsiteX28499" fmla="*/ 1021175 w 3114960"/>
              <a:gd name="connsiteY28499" fmla="*/ 1506950 h 5143785"/>
              <a:gd name="connsiteX28500" fmla="*/ 1025462 w 3114960"/>
              <a:gd name="connsiteY28500" fmla="*/ 1502664 h 5143785"/>
              <a:gd name="connsiteX28501" fmla="*/ 1029748 w 3114960"/>
              <a:gd name="connsiteY28501" fmla="*/ 1506950 h 5143785"/>
              <a:gd name="connsiteX28502" fmla="*/ 1038130 w 3114960"/>
              <a:gd name="connsiteY28502" fmla="*/ 1513618 h 5143785"/>
              <a:gd name="connsiteX28503" fmla="*/ 1046512 w 3114960"/>
              <a:gd name="connsiteY28503" fmla="*/ 1506950 h 5143785"/>
              <a:gd name="connsiteX28504" fmla="*/ 1050798 w 3114960"/>
              <a:gd name="connsiteY28504" fmla="*/ 1502664 h 5143785"/>
              <a:gd name="connsiteX28505" fmla="*/ 1055084 w 3114960"/>
              <a:gd name="connsiteY28505" fmla="*/ 1506950 h 5143785"/>
              <a:gd name="connsiteX28506" fmla="*/ 1063466 w 3114960"/>
              <a:gd name="connsiteY28506" fmla="*/ 1513523 h 5143785"/>
              <a:gd name="connsiteX28507" fmla="*/ 1071848 w 3114960"/>
              <a:gd name="connsiteY28507" fmla="*/ 1506950 h 5143785"/>
              <a:gd name="connsiteX28508" fmla="*/ 1076135 w 3114960"/>
              <a:gd name="connsiteY28508" fmla="*/ 1502664 h 5143785"/>
              <a:gd name="connsiteX28509" fmla="*/ 1080421 w 3114960"/>
              <a:gd name="connsiteY28509" fmla="*/ 1506950 h 5143785"/>
              <a:gd name="connsiteX28510" fmla="*/ 1088803 w 3114960"/>
              <a:gd name="connsiteY28510" fmla="*/ 1513618 h 5143785"/>
              <a:gd name="connsiteX28511" fmla="*/ 1097185 w 3114960"/>
              <a:gd name="connsiteY28511" fmla="*/ 1507046 h 5143785"/>
              <a:gd name="connsiteX28512" fmla="*/ 1101471 w 3114960"/>
              <a:gd name="connsiteY28512" fmla="*/ 1502759 h 5143785"/>
              <a:gd name="connsiteX28513" fmla="*/ 1105757 w 3114960"/>
              <a:gd name="connsiteY28513" fmla="*/ 1507046 h 5143785"/>
              <a:gd name="connsiteX28514" fmla="*/ 1113092 w 3114960"/>
              <a:gd name="connsiteY28514" fmla="*/ 1513427 h 5143785"/>
              <a:gd name="connsiteX28515" fmla="*/ 1113092 w 3114960"/>
              <a:gd name="connsiteY28515" fmla="*/ 1513618 h 5143785"/>
              <a:gd name="connsiteX28516" fmla="*/ 1116902 w 3114960"/>
              <a:gd name="connsiteY28516" fmla="*/ 1517428 h 5143785"/>
              <a:gd name="connsiteX28517" fmla="*/ 1136999 w 3114960"/>
              <a:gd name="connsiteY28517" fmla="*/ 1517428 h 5143785"/>
              <a:gd name="connsiteX28518" fmla="*/ 1140809 w 3114960"/>
              <a:gd name="connsiteY28518" fmla="*/ 1513618 h 5143785"/>
              <a:gd name="connsiteX28519" fmla="*/ 1140809 w 3114960"/>
              <a:gd name="connsiteY28519" fmla="*/ 1511522 h 5143785"/>
              <a:gd name="connsiteX28520" fmla="*/ 1317689 w 3114960"/>
              <a:gd name="connsiteY28520" fmla="*/ 1511522 h 5143785"/>
              <a:gd name="connsiteX28521" fmla="*/ 1384649 w 3114960"/>
              <a:gd name="connsiteY28521" fmla="*/ 1449705 h 5143785"/>
              <a:gd name="connsiteX28522" fmla="*/ 1404461 w 3114960"/>
              <a:gd name="connsiteY28522" fmla="*/ 1449705 h 5143785"/>
              <a:gd name="connsiteX28523" fmla="*/ 1404461 w 3114960"/>
              <a:gd name="connsiteY28523" fmla="*/ 1518761 h 5143785"/>
              <a:gd name="connsiteX28524" fmla="*/ 1400366 w 3114960"/>
              <a:gd name="connsiteY28524" fmla="*/ 1518761 h 5143785"/>
              <a:gd name="connsiteX28525" fmla="*/ 1397699 w 3114960"/>
              <a:gd name="connsiteY28525" fmla="*/ 1521428 h 5143785"/>
              <a:gd name="connsiteX28526" fmla="*/ 1397699 w 3114960"/>
              <a:gd name="connsiteY28526" fmla="*/ 1534382 h 5143785"/>
              <a:gd name="connsiteX28527" fmla="*/ 1400366 w 3114960"/>
              <a:gd name="connsiteY28527" fmla="*/ 1537049 h 5143785"/>
              <a:gd name="connsiteX28528" fmla="*/ 1413320 w 3114960"/>
              <a:gd name="connsiteY28528" fmla="*/ 1537049 h 5143785"/>
              <a:gd name="connsiteX28529" fmla="*/ 1415987 w 3114960"/>
              <a:gd name="connsiteY28529" fmla="*/ 1534382 h 5143785"/>
              <a:gd name="connsiteX28530" fmla="*/ 1415987 w 3114960"/>
              <a:gd name="connsiteY28530" fmla="*/ 1521428 h 5143785"/>
              <a:gd name="connsiteX28531" fmla="*/ 1413320 w 3114960"/>
              <a:gd name="connsiteY28531" fmla="*/ 1518761 h 5143785"/>
              <a:gd name="connsiteX28532" fmla="*/ 1409224 w 3114960"/>
              <a:gd name="connsiteY28532" fmla="*/ 1518761 h 5143785"/>
              <a:gd name="connsiteX28533" fmla="*/ 1409224 w 3114960"/>
              <a:gd name="connsiteY28533" fmla="*/ 1444943 h 5143785"/>
              <a:gd name="connsiteX28534" fmla="*/ 1382744 w 3114960"/>
              <a:gd name="connsiteY28534" fmla="*/ 1444943 h 5143785"/>
              <a:gd name="connsiteX28535" fmla="*/ 1315784 w 3114960"/>
              <a:gd name="connsiteY28535" fmla="*/ 1506760 h 5143785"/>
              <a:gd name="connsiteX28536" fmla="*/ 1140714 w 3114960"/>
              <a:gd name="connsiteY28536" fmla="*/ 1506760 h 5143785"/>
              <a:gd name="connsiteX28537" fmla="*/ 1140714 w 3114960"/>
              <a:gd name="connsiteY28537" fmla="*/ 1504569 h 5143785"/>
              <a:gd name="connsiteX28538" fmla="*/ 1136904 w 3114960"/>
              <a:gd name="connsiteY28538" fmla="*/ 1500759 h 5143785"/>
              <a:gd name="connsiteX28539" fmla="*/ 1116806 w 3114960"/>
              <a:gd name="connsiteY28539" fmla="*/ 1500759 h 5143785"/>
              <a:gd name="connsiteX28540" fmla="*/ 1112996 w 3114960"/>
              <a:gd name="connsiteY28540" fmla="*/ 1504569 h 5143785"/>
              <a:gd name="connsiteX28541" fmla="*/ 1112996 w 3114960"/>
              <a:gd name="connsiteY28541" fmla="*/ 1508570 h 5143785"/>
              <a:gd name="connsiteX28542" fmla="*/ 1109853 w 3114960"/>
              <a:gd name="connsiteY28542" fmla="*/ 1504569 h 5143785"/>
              <a:gd name="connsiteX28543" fmla="*/ 1101471 w 3114960"/>
              <a:gd name="connsiteY28543" fmla="*/ 1497997 h 5143785"/>
              <a:gd name="connsiteX28544" fmla="*/ 1093089 w 3114960"/>
              <a:gd name="connsiteY28544" fmla="*/ 1504569 h 5143785"/>
              <a:gd name="connsiteX28545" fmla="*/ 1088803 w 3114960"/>
              <a:gd name="connsiteY28545" fmla="*/ 1508855 h 5143785"/>
              <a:gd name="connsiteX28546" fmla="*/ 1084517 w 3114960"/>
              <a:gd name="connsiteY28546" fmla="*/ 1504569 h 5143785"/>
              <a:gd name="connsiteX28547" fmla="*/ 1076135 w 3114960"/>
              <a:gd name="connsiteY28547" fmla="*/ 1497997 h 5143785"/>
              <a:gd name="connsiteX28548" fmla="*/ 1067753 w 3114960"/>
              <a:gd name="connsiteY28548" fmla="*/ 1504664 h 5143785"/>
              <a:gd name="connsiteX28549" fmla="*/ 1063466 w 3114960"/>
              <a:gd name="connsiteY28549" fmla="*/ 1508951 h 5143785"/>
              <a:gd name="connsiteX28550" fmla="*/ 1059180 w 3114960"/>
              <a:gd name="connsiteY28550" fmla="*/ 1504664 h 5143785"/>
              <a:gd name="connsiteX28551" fmla="*/ 1050798 w 3114960"/>
              <a:gd name="connsiteY28551" fmla="*/ 1497997 h 5143785"/>
              <a:gd name="connsiteX28552" fmla="*/ 1042416 w 3114960"/>
              <a:gd name="connsiteY28552" fmla="*/ 1504664 h 5143785"/>
              <a:gd name="connsiteX28553" fmla="*/ 1038130 w 3114960"/>
              <a:gd name="connsiteY28553" fmla="*/ 1508951 h 5143785"/>
              <a:gd name="connsiteX28554" fmla="*/ 1033844 w 3114960"/>
              <a:gd name="connsiteY28554" fmla="*/ 1504664 h 5143785"/>
              <a:gd name="connsiteX28555" fmla="*/ 1025462 w 3114960"/>
              <a:gd name="connsiteY28555" fmla="*/ 1497997 h 5143785"/>
              <a:gd name="connsiteX28556" fmla="*/ 1017079 w 3114960"/>
              <a:gd name="connsiteY28556" fmla="*/ 1504664 h 5143785"/>
              <a:gd name="connsiteX28557" fmla="*/ 1012793 w 3114960"/>
              <a:gd name="connsiteY28557" fmla="*/ 1508951 h 5143785"/>
              <a:gd name="connsiteX28558" fmla="*/ 1008507 w 3114960"/>
              <a:gd name="connsiteY28558" fmla="*/ 1504664 h 5143785"/>
              <a:gd name="connsiteX28559" fmla="*/ 1000125 w 3114960"/>
              <a:gd name="connsiteY28559" fmla="*/ 1497997 h 5143785"/>
              <a:gd name="connsiteX28560" fmla="*/ 991743 w 3114960"/>
              <a:gd name="connsiteY28560" fmla="*/ 1504664 h 5143785"/>
              <a:gd name="connsiteX28561" fmla="*/ 987457 w 3114960"/>
              <a:gd name="connsiteY28561" fmla="*/ 1508951 h 5143785"/>
              <a:gd name="connsiteX28562" fmla="*/ 983171 w 3114960"/>
              <a:gd name="connsiteY28562" fmla="*/ 1504664 h 5143785"/>
              <a:gd name="connsiteX28563" fmla="*/ 974789 w 3114960"/>
              <a:gd name="connsiteY28563" fmla="*/ 1497997 h 5143785"/>
              <a:gd name="connsiteX28564" fmla="*/ 966407 w 3114960"/>
              <a:gd name="connsiteY28564" fmla="*/ 1504664 h 5143785"/>
              <a:gd name="connsiteX28565" fmla="*/ 962120 w 3114960"/>
              <a:gd name="connsiteY28565" fmla="*/ 1508951 h 5143785"/>
              <a:gd name="connsiteX28566" fmla="*/ 957834 w 3114960"/>
              <a:gd name="connsiteY28566" fmla="*/ 1504664 h 5143785"/>
              <a:gd name="connsiteX28567" fmla="*/ 949452 w 3114960"/>
              <a:gd name="connsiteY28567" fmla="*/ 1497997 h 5143785"/>
              <a:gd name="connsiteX28568" fmla="*/ 941070 w 3114960"/>
              <a:gd name="connsiteY28568" fmla="*/ 1504664 h 5143785"/>
              <a:gd name="connsiteX28569" fmla="*/ 936784 w 3114960"/>
              <a:gd name="connsiteY28569" fmla="*/ 1508951 h 5143785"/>
              <a:gd name="connsiteX28570" fmla="*/ 932498 w 3114960"/>
              <a:gd name="connsiteY28570" fmla="*/ 1504664 h 5143785"/>
              <a:gd name="connsiteX28571" fmla="*/ 924116 w 3114960"/>
              <a:gd name="connsiteY28571" fmla="*/ 1497997 h 5143785"/>
              <a:gd name="connsiteX28572" fmla="*/ 915734 w 3114960"/>
              <a:gd name="connsiteY28572" fmla="*/ 1504664 h 5143785"/>
              <a:gd name="connsiteX28573" fmla="*/ 911447 w 3114960"/>
              <a:gd name="connsiteY28573" fmla="*/ 1508951 h 5143785"/>
              <a:gd name="connsiteX28574" fmla="*/ 907161 w 3114960"/>
              <a:gd name="connsiteY28574" fmla="*/ 1504664 h 5143785"/>
              <a:gd name="connsiteX28575" fmla="*/ 898779 w 3114960"/>
              <a:gd name="connsiteY28575" fmla="*/ 1497997 h 5143785"/>
              <a:gd name="connsiteX28576" fmla="*/ 890397 w 3114960"/>
              <a:gd name="connsiteY28576" fmla="*/ 1504664 h 5143785"/>
              <a:gd name="connsiteX28577" fmla="*/ 886111 w 3114960"/>
              <a:gd name="connsiteY28577" fmla="*/ 1508951 h 5143785"/>
              <a:gd name="connsiteX28578" fmla="*/ 881825 w 3114960"/>
              <a:gd name="connsiteY28578" fmla="*/ 1504664 h 5143785"/>
              <a:gd name="connsiteX28579" fmla="*/ 873443 w 3114960"/>
              <a:gd name="connsiteY28579" fmla="*/ 1497997 h 5143785"/>
              <a:gd name="connsiteX28580" fmla="*/ 865061 w 3114960"/>
              <a:gd name="connsiteY28580" fmla="*/ 1504664 h 5143785"/>
              <a:gd name="connsiteX28581" fmla="*/ 860774 w 3114960"/>
              <a:gd name="connsiteY28581" fmla="*/ 1508951 h 5143785"/>
              <a:gd name="connsiteX28582" fmla="*/ 856488 w 3114960"/>
              <a:gd name="connsiteY28582" fmla="*/ 1504664 h 5143785"/>
              <a:gd name="connsiteX28583" fmla="*/ 1135952 w 3114960"/>
              <a:gd name="connsiteY28583" fmla="*/ 1505426 h 5143785"/>
              <a:gd name="connsiteX28584" fmla="*/ 1135952 w 3114960"/>
              <a:gd name="connsiteY28584" fmla="*/ 1512570 h 5143785"/>
              <a:gd name="connsiteX28585" fmla="*/ 1129475 w 3114960"/>
              <a:gd name="connsiteY28585" fmla="*/ 1512570 h 5143785"/>
              <a:gd name="connsiteX28586" fmla="*/ 1126522 w 3114960"/>
              <a:gd name="connsiteY28586" fmla="*/ 1510284 h 5143785"/>
              <a:gd name="connsiteX28587" fmla="*/ 1130046 w 3114960"/>
              <a:gd name="connsiteY28587" fmla="*/ 1507903 h 5143785"/>
              <a:gd name="connsiteX28588" fmla="*/ 1130522 w 3114960"/>
              <a:gd name="connsiteY28588" fmla="*/ 1506950 h 5143785"/>
              <a:gd name="connsiteX28589" fmla="*/ 1130046 w 3114960"/>
              <a:gd name="connsiteY28589" fmla="*/ 1505998 h 5143785"/>
              <a:gd name="connsiteX28590" fmla="*/ 1129379 w 3114960"/>
              <a:gd name="connsiteY28590" fmla="*/ 1505522 h 5143785"/>
              <a:gd name="connsiteX28591" fmla="*/ 1135856 w 3114960"/>
              <a:gd name="connsiteY28591" fmla="*/ 1505522 h 5143785"/>
              <a:gd name="connsiteX28592" fmla="*/ 1117759 w 3114960"/>
              <a:gd name="connsiteY28592" fmla="*/ 1505426 h 5143785"/>
              <a:gd name="connsiteX28593" fmla="*/ 1125665 w 3114960"/>
              <a:gd name="connsiteY28593" fmla="*/ 1505426 h 5143785"/>
              <a:gd name="connsiteX28594" fmla="*/ 1127379 w 3114960"/>
              <a:gd name="connsiteY28594" fmla="*/ 1506760 h 5143785"/>
              <a:gd name="connsiteX28595" fmla="*/ 1123855 w 3114960"/>
              <a:gd name="connsiteY28595" fmla="*/ 1509141 h 5143785"/>
              <a:gd name="connsiteX28596" fmla="*/ 1123379 w 3114960"/>
              <a:gd name="connsiteY28596" fmla="*/ 1510094 h 5143785"/>
              <a:gd name="connsiteX28597" fmla="*/ 1123855 w 3114960"/>
              <a:gd name="connsiteY28597" fmla="*/ 1511046 h 5143785"/>
              <a:gd name="connsiteX28598" fmla="*/ 1125760 w 3114960"/>
              <a:gd name="connsiteY28598" fmla="*/ 1512475 h 5143785"/>
              <a:gd name="connsiteX28599" fmla="*/ 1117854 w 3114960"/>
              <a:gd name="connsiteY28599" fmla="*/ 1512475 h 5143785"/>
              <a:gd name="connsiteX28600" fmla="*/ 1117854 w 3114960"/>
              <a:gd name="connsiteY28600" fmla="*/ 1505331 h 5143785"/>
              <a:gd name="connsiteX28601" fmla="*/ 997649 w 3114960"/>
              <a:gd name="connsiteY28601" fmla="*/ 3101912 h 5143785"/>
              <a:gd name="connsiteX28602" fmla="*/ 990600 w 3114960"/>
              <a:gd name="connsiteY28602" fmla="*/ 3108960 h 5143785"/>
              <a:gd name="connsiteX28603" fmla="*/ 983552 w 3114960"/>
              <a:gd name="connsiteY28603" fmla="*/ 3101912 h 5143785"/>
              <a:gd name="connsiteX28604" fmla="*/ 990600 w 3114960"/>
              <a:gd name="connsiteY28604" fmla="*/ 3094863 h 5143785"/>
              <a:gd name="connsiteX28605" fmla="*/ 997649 w 3114960"/>
              <a:gd name="connsiteY28605" fmla="*/ 3101912 h 5143785"/>
              <a:gd name="connsiteX28606" fmla="*/ 2311432 w 3114960"/>
              <a:gd name="connsiteY28606" fmla="*/ 2534507 h 5143785"/>
              <a:gd name="connsiteX28607" fmla="*/ 2304574 w 3114960"/>
              <a:gd name="connsiteY28607" fmla="*/ 2527935 h 5143785"/>
              <a:gd name="connsiteX28608" fmla="*/ 2307812 w 3114960"/>
              <a:gd name="connsiteY28608" fmla="*/ 2524506 h 5143785"/>
              <a:gd name="connsiteX28609" fmla="*/ 2314670 w 3114960"/>
              <a:gd name="connsiteY28609" fmla="*/ 2531078 h 5143785"/>
              <a:gd name="connsiteX28610" fmla="*/ 2311432 w 3114960"/>
              <a:gd name="connsiteY28610" fmla="*/ 2534507 h 5143785"/>
              <a:gd name="connsiteX28611" fmla="*/ 2143125 w 3114960"/>
              <a:gd name="connsiteY28611" fmla="*/ 3353657 h 5143785"/>
              <a:gd name="connsiteX28612" fmla="*/ 2138363 w 3114960"/>
              <a:gd name="connsiteY28612" fmla="*/ 3353657 h 5143785"/>
              <a:gd name="connsiteX28613" fmla="*/ 2138363 w 3114960"/>
              <a:gd name="connsiteY28613" fmla="*/ 3336608 h 5143785"/>
              <a:gd name="connsiteX28614" fmla="*/ 2143125 w 3114960"/>
              <a:gd name="connsiteY28614" fmla="*/ 3336608 h 5143785"/>
              <a:gd name="connsiteX28615" fmla="*/ 2143125 w 3114960"/>
              <a:gd name="connsiteY28615" fmla="*/ 3353657 h 5143785"/>
              <a:gd name="connsiteX28616" fmla="*/ 2274856 w 3114960"/>
              <a:gd name="connsiteY28616" fmla="*/ 2557939 h 5143785"/>
              <a:gd name="connsiteX28617" fmla="*/ 2261426 w 3114960"/>
              <a:gd name="connsiteY28617" fmla="*/ 2545175 h 5143785"/>
              <a:gd name="connsiteX28618" fmla="*/ 2264664 w 3114960"/>
              <a:gd name="connsiteY28618" fmla="*/ 2541746 h 5143785"/>
              <a:gd name="connsiteX28619" fmla="*/ 2278094 w 3114960"/>
              <a:gd name="connsiteY28619" fmla="*/ 2554510 h 5143785"/>
              <a:gd name="connsiteX28620" fmla="*/ 2274856 w 3114960"/>
              <a:gd name="connsiteY28620" fmla="*/ 2557939 h 5143785"/>
              <a:gd name="connsiteX28621" fmla="*/ 2247900 w 3114960"/>
              <a:gd name="connsiteY28621" fmla="*/ 2532317 h 5143785"/>
              <a:gd name="connsiteX28622" fmla="*/ 2234470 w 3114960"/>
              <a:gd name="connsiteY28622" fmla="*/ 2519553 h 5143785"/>
              <a:gd name="connsiteX28623" fmla="*/ 2237708 w 3114960"/>
              <a:gd name="connsiteY28623" fmla="*/ 2516124 h 5143785"/>
              <a:gd name="connsiteX28624" fmla="*/ 2251139 w 3114960"/>
              <a:gd name="connsiteY28624" fmla="*/ 2528888 h 5143785"/>
              <a:gd name="connsiteX28625" fmla="*/ 2247900 w 3114960"/>
              <a:gd name="connsiteY28625" fmla="*/ 2532317 h 5143785"/>
              <a:gd name="connsiteX28626" fmla="*/ 2240852 w 3114960"/>
              <a:gd name="connsiteY28626" fmla="*/ 2467261 h 5143785"/>
              <a:gd name="connsiteX28627" fmla="*/ 2228088 w 3114960"/>
              <a:gd name="connsiteY28627" fmla="*/ 2455164 h 5143785"/>
              <a:gd name="connsiteX28628" fmla="*/ 2231327 w 3114960"/>
              <a:gd name="connsiteY28628" fmla="*/ 2451735 h 5143785"/>
              <a:gd name="connsiteX28629" fmla="*/ 2244090 w 3114960"/>
              <a:gd name="connsiteY28629" fmla="*/ 2463832 h 5143785"/>
              <a:gd name="connsiteX28630" fmla="*/ 2240852 w 3114960"/>
              <a:gd name="connsiteY28630" fmla="*/ 2467261 h 5143785"/>
              <a:gd name="connsiteX28631" fmla="*/ 2266283 w 3114960"/>
              <a:gd name="connsiteY28631" fmla="*/ 2491454 h 5143785"/>
              <a:gd name="connsiteX28632" fmla="*/ 2253520 w 3114960"/>
              <a:gd name="connsiteY28632" fmla="*/ 2479358 h 5143785"/>
              <a:gd name="connsiteX28633" fmla="*/ 2256758 w 3114960"/>
              <a:gd name="connsiteY28633" fmla="*/ 2475929 h 5143785"/>
              <a:gd name="connsiteX28634" fmla="*/ 2269522 w 3114960"/>
              <a:gd name="connsiteY28634" fmla="*/ 2488025 h 5143785"/>
              <a:gd name="connsiteX28635" fmla="*/ 2266283 w 3114960"/>
              <a:gd name="connsiteY28635" fmla="*/ 2491454 h 5143785"/>
              <a:gd name="connsiteX28636" fmla="*/ 2301716 w 3114960"/>
              <a:gd name="connsiteY28636" fmla="*/ 2583466 h 5143785"/>
              <a:gd name="connsiteX28637" fmla="*/ 2288286 w 3114960"/>
              <a:gd name="connsiteY28637" fmla="*/ 2570702 h 5143785"/>
              <a:gd name="connsiteX28638" fmla="*/ 2291525 w 3114960"/>
              <a:gd name="connsiteY28638" fmla="*/ 2567273 h 5143785"/>
              <a:gd name="connsiteX28639" fmla="*/ 2304955 w 3114960"/>
              <a:gd name="connsiteY28639" fmla="*/ 2580037 h 5143785"/>
              <a:gd name="connsiteX28640" fmla="*/ 2301716 w 3114960"/>
              <a:gd name="connsiteY28640" fmla="*/ 2583466 h 5143785"/>
              <a:gd name="connsiteX28641" fmla="*/ 2269141 w 3114960"/>
              <a:gd name="connsiteY28641" fmla="*/ 1871472 h 5143785"/>
              <a:gd name="connsiteX28642" fmla="*/ 2257520 w 3114960"/>
              <a:gd name="connsiteY28642" fmla="*/ 1859852 h 5143785"/>
              <a:gd name="connsiteX28643" fmla="*/ 2269141 w 3114960"/>
              <a:gd name="connsiteY28643" fmla="*/ 1848231 h 5143785"/>
              <a:gd name="connsiteX28644" fmla="*/ 2280761 w 3114960"/>
              <a:gd name="connsiteY28644" fmla="*/ 1859852 h 5143785"/>
              <a:gd name="connsiteX28645" fmla="*/ 2269141 w 3114960"/>
              <a:gd name="connsiteY28645" fmla="*/ 1871472 h 5143785"/>
              <a:gd name="connsiteX28646" fmla="*/ 2689670 w 3114960"/>
              <a:gd name="connsiteY28646" fmla="*/ 2622518 h 5143785"/>
              <a:gd name="connsiteX28647" fmla="*/ 2689670 w 3114960"/>
              <a:gd name="connsiteY28647" fmla="*/ 2614994 h 5143785"/>
              <a:gd name="connsiteX28648" fmla="*/ 2534507 w 3114960"/>
              <a:gd name="connsiteY28648" fmla="*/ 2614803 h 5143785"/>
              <a:gd name="connsiteX28649" fmla="*/ 2514029 w 3114960"/>
              <a:gd name="connsiteY28649" fmla="*/ 2598134 h 5143785"/>
              <a:gd name="connsiteX28650" fmla="*/ 2380488 w 3114960"/>
              <a:gd name="connsiteY28650" fmla="*/ 2597944 h 5143785"/>
              <a:gd name="connsiteX28651" fmla="*/ 2319719 w 3114960"/>
              <a:gd name="connsiteY28651" fmla="*/ 2540984 h 5143785"/>
              <a:gd name="connsiteX28652" fmla="*/ 2322957 w 3114960"/>
              <a:gd name="connsiteY28652" fmla="*/ 2537555 h 5143785"/>
              <a:gd name="connsiteX28653" fmla="*/ 2382393 w 3114960"/>
              <a:gd name="connsiteY28653" fmla="*/ 2593277 h 5143785"/>
              <a:gd name="connsiteX28654" fmla="*/ 2515743 w 3114960"/>
              <a:gd name="connsiteY28654" fmla="*/ 2593467 h 5143785"/>
              <a:gd name="connsiteX28655" fmla="*/ 2536222 w 3114960"/>
              <a:gd name="connsiteY28655" fmla="*/ 2610136 h 5143785"/>
              <a:gd name="connsiteX28656" fmla="*/ 2689670 w 3114960"/>
              <a:gd name="connsiteY28656" fmla="*/ 2610326 h 5143785"/>
              <a:gd name="connsiteX28657" fmla="*/ 2689670 w 3114960"/>
              <a:gd name="connsiteY28657" fmla="*/ 2602516 h 5143785"/>
              <a:gd name="connsiteX28658" fmla="*/ 2695670 w 3114960"/>
              <a:gd name="connsiteY28658" fmla="*/ 2596515 h 5143785"/>
              <a:gd name="connsiteX28659" fmla="*/ 2715768 w 3114960"/>
              <a:gd name="connsiteY28659" fmla="*/ 2596515 h 5143785"/>
              <a:gd name="connsiteX28660" fmla="*/ 2721769 w 3114960"/>
              <a:gd name="connsiteY28660" fmla="*/ 2602516 h 5143785"/>
              <a:gd name="connsiteX28661" fmla="*/ 2721769 w 3114960"/>
              <a:gd name="connsiteY28661" fmla="*/ 2622613 h 5143785"/>
              <a:gd name="connsiteX28662" fmla="*/ 2715768 w 3114960"/>
              <a:gd name="connsiteY28662" fmla="*/ 2628614 h 5143785"/>
              <a:gd name="connsiteX28663" fmla="*/ 2695670 w 3114960"/>
              <a:gd name="connsiteY28663" fmla="*/ 2628614 h 5143785"/>
              <a:gd name="connsiteX28664" fmla="*/ 2689670 w 3114960"/>
              <a:gd name="connsiteY28664" fmla="*/ 2622613 h 5143785"/>
              <a:gd name="connsiteX28665" fmla="*/ 2721674 w 3114960"/>
              <a:gd name="connsiteY28665" fmla="*/ 2545366 h 5143785"/>
              <a:gd name="connsiteX28666" fmla="*/ 2715673 w 3114960"/>
              <a:gd name="connsiteY28666" fmla="*/ 2539365 h 5143785"/>
              <a:gd name="connsiteX28667" fmla="*/ 2695575 w 3114960"/>
              <a:gd name="connsiteY28667" fmla="*/ 2539365 h 5143785"/>
              <a:gd name="connsiteX28668" fmla="*/ 2689574 w 3114960"/>
              <a:gd name="connsiteY28668" fmla="*/ 2545366 h 5143785"/>
              <a:gd name="connsiteX28669" fmla="*/ 2689574 w 3114960"/>
              <a:gd name="connsiteY28669" fmla="*/ 2552129 h 5143785"/>
              <a:gd name="connsiteX28670" fmla="*/ 2584133 w 3114960"/>
              <a:gd name="connsiteY28670" fmla="*/ 2552605 h 5143785"/>
              <a:gd name="connsiteX28671" fmla="*/ 2565368 w 3114960"/>
              <a:gd name="connsiteY28671" fmla="*/ 2565654 h 5143785"/>
              <a:gd name="connsiteX28672" fmla="*/ 2498027 w 3114960"/>
              <a:gd name="connsiteY28672" fmla="*/ 2566130 h 5143785"/>
              <a:gd name="connsiteX28673" fmla="*/ 2466404 w 3114960"/>
              <a:gd name="connsiteY28673" fmla="*/ 2536984 h 5143785"/>
              <a:gd name="connsiteX28674" fmla="*/ 2390775 w 3114960"/>
              <a:gd name="connsiteY28674" fmla="*/ 2535841 h 5143785"/>
              <a:gd name="connsiteX28675" fmla="*/ 2220563 w 3114960"/>
              <a:gd name="connsiteY28675" fmla="*/ 2378774 h 5143785"/>
              <a:gd name="connsiteX28676" fmla="*/ 2220563 w 3114960"/>
              <a:gd name="connsiteY28676" fmla="*/ 2278475 h 5143785"/>
              <a:gd name="connsiteX28677" fmla="*/ 2222278 w 3114960"/>
              <a:gd name="connsiteY28677" fmla="*/ 2278475 h 5143785"/>
              <a:gd name="connsiteX28678" fmla="*/ 2227326 w 3114960"/>
              <a:gd name="connsiteY28678" fmla="*/ 2273427 h 5143785"/>
              <a:gd name="connsiteX28679" fmla="*/ 2227326 w 3114960"/>
              <a:gd name="connsiteY28679" fmla="*/ 2260473 h 5143785"/>
              <a:gd name="connsiteX28680" fmla="*/ 2222278 w 3114960"/>
              <a:gd name="connsiteY28680" fmla="*/ 2255425 h 5143785"/>
              <a:gd name="connsiteX28681" fmla="*/ 2220563 w 3114960"/>
              <a:gd name="connsiteY28681" fmla="*/ 2255425 h 5143785"/>
              <a:gd name="connsiteX28682" fmla="*/ 2220563 w 3114960"/>
              <a:gd name="connsiteY28682" fmla="*/ 2183606 h 5143785"/>
              <a:gd name="connsiteX28683" fmla="*/ 2272570 w 3114960"/>
              <a:gd name="connsiteY28683" fmla="*/ 2123313 h 5143785"/>
              <a:gd name="connsiteX28684" fmla="*/ 2272570 w 3114960"/>
              <a:gd name="connsiteY28684" fmla="*/ 1871472 h 5143785"/>
              <a:gd name="connsiteX28685" fmla="*/ 2265426 w 3114960"/>
              <a:gd name="connsiteY28685" fmla="*/ 1871472 h 5143785"/>
              <a:gd name="connsiteX28686" fmla="*/ 2265426 w 3114960"/>
              <a:gd name="connsiteY28686" fmla="*/ 2120646 h 5143785"/>
              <a:gd name="connsiteX28687" fmla="*/ 2213420 w 3114960"/>
              <a:gd name="connsiteY28687" fmla="*/ 2180939 h 5143785"/>
              <a:gd name="connsiteX28688" fmla="*/ 2213420 w 3114960"/>
              <a:gd name="connsiteY28688" fmla="*/ 2255425 h 5143785"/>
              <a:gd name="connsiteX28689" fmla="*/ 2209324 w 3114960"/>
              <a:gd name="connsiteY28689" fmla="*/ 2255425 h 5143785"/>
              <a:gd name="connsiteX28690" fmla="*/ 2204276 w 3114960"/>
              <a:gd name="connsiteY28690" fmla="*/ 2260473 h 5143785"/>
              <a:gd name="connsiteX28691" fmla="*/ 2204276 w 3114960"/>
              <a:gd name="connsiteY28691" fmla="*/ 2273427 h 5143785"/>
              <a:gd name="connsiteX28692" fmla="*/ 2209324 w 3114960"/>
              <a:gd name="connsiteY28692" fmla="*/ 2278475 h 5143785"/>
              <a:gd name="connsiteX28693" fmla="*/ 2213420 w 3114960"/>
              <a:gd name="connsiteY28693" fmla="*/ 2278475 h 5143785"/>
              <a:gd name="connsiteX28694" fmla="*/ 2213420 w 3114960"/>
              <a:gd name="connsiteY28694" fmla="*/ 2381917 h 5143785"/>
              <a:gd name="connsiteX28695" fmla="*/ 2387918 w 3114960"/>
              <a:gd name="connsiteY28695" fmla="*/ 2542985 h 5143785"/>
              <a:gd name="connsiteX28696" fmla="*/ 2463546 w 3114960"/>
              <a:gd name="connsiteY28696" fmla="*/ 2544128 h 5143785"/>
              <a:gd name="connsiteX28697" fmla="*/ 2495169 w 3114960"/>
              <a:gd name="connsiteY28697" fmla="*/ 2573369 h 5143785"/>
              <a:gd name="connsiteX28698" fmla="*/ 2567464 w 3114960"/>
              <a:gd name="connsiteY28698" fmla="*/ 2572798 h 5143785"/>
              <a:gd name="connsiteX28699" fmla="*/ 2586228 w 3114960"/>
              <a:gd name="connsiteY28699" fmla="*/ 2559749 h 5143785"/>
              <a:gd name="connsiteX28700" fmla="*/ 2689384 w 3114960"/>
              <a:gd name="connsiteY28700" fmla="*/ 2559272 h 5143785"/>
              <a:gd name="connsiteX28701" fmla="*/ 2689384 w 3114960"/>
              <a:gd name="connsiteY28701" fmla="*/ 2565368 h 5143785"/>
              <a:gd name="connsiteX28702" fmla="*/ 2695385 w 3114960"/>
              <a:gd name="connsiteY28702" fmla="*/ 2571369 h 5143785"/>
              <a:gd name="connsiteX28703" fmla="*/ 2715482 w 3114960"/>
              <a:gd name="connsiteY28703" fmla="*/ 2571369 h 5143785"/>
              <a:gd name="connsiteX28704" fmla="*/ 2721483 w 3114960"/>
              <a:gd name="connsiteY28704" fmla="*/ 2565368 h 5143785"/>
              <a:gd name="connsiteX28705" fmla="*/ 2721483 w 3114960"/>
              <a:gd name="connsiteY28705" fmla="*/ 2545271 h 5143785"/>
              <a:gd name="connsiteX28706" fmla="*/ 2209133 w 3114960"/>
              <a:gd name="connsiteY28706" fmla="*/ 2273427 h 5143785"/>
              <a:gd name="connsiteX28707" fmla="*/ 2209419 w 3114960"/>
              <a:gd name="connsiteY28707" fmla="*/ 2260187 h 5143785"/>
              <a:gd name="connsiteX28708" fmla="*/ 2222659 w 3114960"/>
              <a:gd name="connsiteY28708" fmla="*/ 2260473 h 5143785"/>
              <a:gd name="connsiteX28709" fmla="*/ 2222659 w 3114960"/>
              <a:gd name="connsiteY28709" fmla="*/ 2273427 h 5143785"/>
              <a:gd name="connsiteX28710" fmla="*/ 2222373 w 3114960"/>
              <a:gd name="connsiteY28710" fmla="*/ 2273713 h 5143785"/>
              <a:gd name="connsiteX28711" fmla="*/ 2209133 w 3114960"/>
              <a:gd name="connsiteY28711" fmla="*/ 2273427 h 5143785"/>
              <a:gd name="connsiteX28712" fmla="*/ 2817876 w 3114960"/>
              <a:gd name="connsiteY28712" fmla="*/ 928973 h 5143785"/>
              <a:gd name="connsiteX28713" fmla="*/ 2829211 w 3114960"/>
              <a:gd name="connsiteY28713" fmla="*/ 914400 h 5143785"/>
              <a:gd name="connsiteX28714" fmla="*/ 2843784 w 3114960"/>
              <a:gd name="connsiteY28714" fmla="*/ 925735 h 5143785"/>
              <a:gd name="connsiteX28715" fmla="*/ 2832449 w 3114960"/>
              <a:gd name="connsiteY28715" fmla="*/ 940308 h 5143785"/>
              <a:gd name="connsiteX28716" fmla="*/ 2817876 w 3114960"/>
              <a:gd name="connsiteY28716" fmla="*/ 928973 h 5143785"/>
              <a:gd name="connsiteX28717" fmla="*/ 2742914 w 3114960"/>
              <a:gd name="connsiteY28717" fmla="*/ 2582894 h 5143785"/>
              <a:gd name="connsiteX28718" fmla="*/ 2749010 w 3114960"/>
              <a:gd name="connsiteY28718" fmla="*/ 2588990 h 5143785"/>
              <a:gd name="connsiteX28719" fmla="*/ 2755106 w 3114960"/>
              <a:gd name="connsiteY28719" fmla="*/ 2582894 h 5143785"/>
              <a:gd name="connsiteX28720" fmla="*/ 2750249 w 3114960"/>
              <a:gd name="connsiteY28720" fmla="*/ 2577084 h 5143785"/>
              <a:gd name="connsiteX28721" fmla="*/ 2750630 w 3114960"/>
              <a:gd name="connsiteY28721" fmla="*/ 2540222 h 5143785"/>
              <a:gd name="connsiteX28722" fmla="*/ 2736818 w 3114960"/>
              <a:gd name="connsiteY28722" fmla="*/ 2521744 h 5143785"/>
              <a:gd name="connsiteX28723" fmla="*/ 2736247 w 3114960"/>
              <a:gd name="connsiteY28723" fmla="*/ 2410587 h 5143785"/>
              <a:gd name="connsiteX28724" fmla="*/ 2755678 w 3114960"/>
              <a:gd name="connsiteY28724" fmla="*/ 2388394 h 5143785"/>
              <a:gd name="connsiteX28725" fmla="*/ 2813780 w 3114960"/>
              <a:gd name="connsiteY28725" fmla="*/ 2388394 h 5143785"/>
              <a:gd name="connsiteX28726" fmla="*/ 2815685 w 3114960"/>
              <a:gd name="connsiteY28726" fmla="*/ 2392299 h 5143785"/>
              <a:gd name="connsiteX28727" fmla="*/ 2820829 w 3114960"/>
              <a:gd name="connsiteY28727" fmla="*/ 2394395 h 5143785"/>
              <a:gd name="connsiteX28728" fmla="*/ 2825972 w 3114960"/>
              <a:gd name="connsiteY28728" fmla="*/ 2392299 h 5143785"/>
              <a:gd name="connsiteX28729" fmla="*/ 2825972 w 3114960"/>
              <a:gd name="connsiteY28729" fmla="*/ 2382107 h 5143785"/>
              <a:gd name="connsiteX28730" fmla="*/ 2815780 w 3114960"/>
              <a:gd name="connsiteY28730" fmla="*/ 2382107 h 5143785"/>
              <a:gd name="connsiteX28731" fmla="*/ 2813876 w 3114960"/>
              <a:gd name="connsiteY28731" fmla="*/ 2386013 h 5143785"/>
              <a:gd name="connsiteX28732" fmla="*/ 2754725 w 3114960"/>
              <a:gd name="connsiteY28732" fmla="*/ 2386013 h 5143785"/>
              <a:gd name="connsiteX28733" fmla="*/ 2734342 w 3114960"/>
              <a:gd name="connsiteY28733" fmla="*/ 2409349 h 5143785"/>
              <a:gd name="connsiteX28734" fmla="*/ 2734056 w 3114960"/>
              <a:gd name="connsiteY28734" fmla="*/ 2409730 h 5143785"/>
              <a:gd name="connsiteX28735" fmla="*/ 2734628 w 3114960"/>
              <a:gd name="connsiteY28735" fmla="*/ 2522220 h 5143785"/>
              <a:gd name="connsiteX28736" fmla="*/ 2734628 w 3114960"/>
              <a:gd name="connsiteY28736" fmla="*/ 2522601 h 5143785"/>
              <a:gd name="connsiteX28737" fmla="*/ 2748439 w 3114960"/>
              <a:gd name="connsiteY28737" fmla="*/ 2541080 h 5143785"/>
              <a:gd name="connsiteX28738" fmla="*/ 2748058 w 3114960"/>
              <a:gd name="connsiteY28738" fmla="*/ 2577084 h 5143785"/>
              <a:gd name="connsiteX28739" fmla="*/ 2743105 w 3114960"/>
              <a:gd name="connsiteY28739" fmla="*/ 2582894 h 5143785"/>
              <a:gd name="connsiteX28740" fmla="*/ 2815876 w 3114960"/>
              <a:gd name="connsiteY28740" fmla="*/ 2386584 h 5143785"/>
              <a:gd name="connsiteX28741" fmla="*/ 2817209 w 3114960"/>
              <a:gd name="connsiteY28741" fmla="*/ 2383727 h 5143785"/>
              <a:gd name="connsiteX28742" fmla="*/ 2820638 w 3114960"/>
              <a:gd name="connsiteY28742" fmla="*/ 2382298 h 5143785"/>
              <a:gd name="connsiteX28743" fmla="*/ 2824067 w 3114960"/>
              <a:gd name="connsiteY28743" fmla="*/ 2383727 h 5143785"/>
              <a:gd name="connsiteX28744" fmla="*/ 2824067 w 3114960"/>
              <a:gd name="connsiteY28744" fmla="*/ 2390585 h 5143785"/>
              <a:gd name="connsiteX28745" fmla="*/ 2817209 w 3114960"/>
              <a:gd name="connsiteY28745" fmla="*/ 2390585 h 5143785"/>
              <a:gd name="connsiteX28746" fmla="*/ 2815876 w 3114960"/>
              <a:gd name="connsiteY28746" fmla="*/ 2387727 h 5143785"/>
              <a:gd name="connsiteX28747" fmla="*/ 2815876 w 3114960"/>
              <a:gd name="connsiteY28747" fmla="*/ 2386679 h 5143785"/>
              <a:gd name="connsiteX28748" fmla="*/ 2141696 w 3114960"/>
              <a:gd name="connsiteY28748" fmla="*/ 2657285 h 5143785"/>
              <a:gd name="connsiteX28749" fmla="*/ 2138458 w 3114960"/>
              <a:gd name="connsiteY28749" fmla="*/ 2660809 h 5143785"/>
              <a:gd name="connsiteX28750" fmla="*/ 2124456 w 3114960"/>
              <a:gd name="connsiteY28750" fmla="*/ 2647950 h 5143785"/>
              <a:gd name="connsiteX28751" fmla="*/ 2127695 w 3114960"/>
              <a:gd name="connsiteY28751" fmla="*/ 2644426 h 5143785"/>
              <a:gd name="connsiteX28752" fmla="*/ 2141696 w 3114960"/>
              <a:gd name="connsiteY28752" fmla="*/ 2657285 h 5143785"/>
              <a:gd name="connsiteX28753" fmla="*/ 2836069 w 3114960"/>
              <a:gd name="connsiteY28753" fmla="*/ 2600325 h 5143785"/>
              <a:gd name="connsiteX28754" fmla="*/ 2850356 w 3114960"/>
              <a:gd name="connsiteY28754" fmla="*/ 2613851 h 5143785"/>
              <a:gd name="connsiteX28755" fmla="*/ 2965037 w 3114960"/>
              <a:gd name="connsiteY28755" fmla="*/ 2613851 h 5143785"/>
              <a:gd name="connsiteX28756" fmla="*/ 2987135 w 3114960"/>
              <a:gd name="connsiteY28756" fmla="*/ 2588514 h 5143785"/>
              <a:gd name="connsiteX28757" fmla="*/ 2987135 w 3114960"/>
              <a:gd name="connsiteY28757" fmla="*/ 2451830 h 5143785"/>
              <a:gd name="connsiteX28758" fmla="*/ 2993231 w 3114960"/>
              <a:gd name="connsiteY28758" fmla="*/ 2443829 h 5143785"/>
              <a:gd name="connsiteX28759" fmla="*/ 2984754 w 3114960"/>
              <a:gd name="connsiteY28759" fmla="*/ 2435352 h 5143785"/>
              <a:gd name="connsiteX28760" fmla="*/ 2976277 w 3114960"/>
              <a:gd name="connsiteY28760" fmla="*/ 2443829 h 5143785"/>
              <a:gd name="connsiteX28761" fmla="*/ 2982373 w 3114960"/>
              <a:gd name="connsiteY28761" fmla="*/ 2451830 h 5143785"/>
              <a:gd name="connsiteX28762" fmla="*/ 2982373 w 3114960"/>
              <a:gd name="connsiteY28762" fmla="*/ 2586704 h 5143785"/>
              <a:gd name="connsiteX28763" fmla="*/ 2962847 w 3114960"/>
              <a:gd name="connsiteY28763" fmla="*/ 2608898 h 5143785"/>
              <a:gd name="connsiteX28764" fmla="*/ 2852261 w 3114960"/>
              <a:gd name="connsiteY28764" fmla="*/ 2608898 h 5143785"/>
              <a:gd name="connsiteX28765" fmla="*/ 2837974 w 3114960"/>
              <a:gd name="connsiteY28765" fmla="*/ 2595467 h 5143785"/>
              <a:gd name="connsiteX28766" fmla="*/ 2768918 w 3114960"/>
              <a:gd name="connsiteY28766" fmla="*/ 2595467 h 5143785"/>
              <a:gd name="connsiteX28767" fmla="*/ 2757678 w 3114960"/>
              <a:gd name="connsiteY28767" fmla="*/ 2604897 h 5143785"/>
              <a:gd name="connsiteX28768" fmla="*/ 2752439 w 3114960"/>
              <a:gd name="connsiteY28768" fmla="*/ 2602897 h 5143785"/>
              <a:gd name="connsiteX28769" fmla="*/ 2743962 w 3114960"/>
              <a:gd name="connsiteY28769" fmla="*/ 2611374 h 5143785"/>
              <a:gd name="connsiteX28770" fmla="*/ 2752439 w 3114960"/>
              <a:gd name="connsiteY28770" fmla="*/ 2619851 h 5143785"/>
              <a:gd name="connsiteX28771" fmla="*/ 2760917 w 3114960"/>
              <a:gd name="connsiteY28771" fmla="*/ 2611374 h 5143785"/>
              <a:gd name="connsiteX28772" fmla="*/ 2760440 w 3114960"/>
              <a:gd name="connsiteY28772" fmla="*/ 2608802 h 5143785"/>
              <a:gd name="connsiteX28773" fmla="*/ 2770632 w 3114960"/>
              <a:gd name="connsiteY28773" fmla="*/ 2600230 h 5143785"/>
              <a:gd name="connsiteX28774" fmla="*/ 2836069 w 3114960"/>
              <a:gd name="connsiteY28774" fmla="*/ 2600230 h 5143785"/>
              <a:gd name="connsiteX28775" fmla="*/ 2978563 w 3114960"/>
              <a:gd name="connsiteY28775" fmla="*/ 2443925 h 5143785"/>
              <a:gd name="connsiteX28776" fmla="*/ 2984659 w 3114960"/>
              <a:gd name="connsiteY28776" fmla="*/ 2437829 h 5143785"/>
              <a:gd name="connsiteX28777" fmla="*/ 2990755 w 3114960"/>
              <a:gd name="connsiteY28777" fmla="*/ 2443925 h 5143785"/>
              <a:gd name="connsiteX28778" fmla="*/ 2984659 w 3114960"/>
              <a:gd name="connsiteY28778" fmla="*/ 2450021 h 5143785"/>
              <a:gd name="connsiteX28779" fmla="*/ 2978563 w 3114960"/>
              <a:gd name="connsiteY28779" fmla="*/ 2443925 h 5143785"/>
              <a:gd name="connsiteX28780" fmla="*/ 2752439 w 3114960"/>
              <a:gd name="connsiteY28780" fmla="*/ 2617565 h 5143785"/>
              <a:gd name="connsiteX28781" fmla="*/ 2746343 w 3114960"/>
              <a:gd name="connsiteY28781" fmla="*/ 2611469 h 5143785"/>
              <a:gd name="connsiteX28782" fmla="*/ 2752439 w 3114960"/>
              <a:gd name="connsiteY28782" fmla="*/ 2605373 h 5143785"/>
              <a:gd name="connsiteX28783" fmla="*/ 2758535 w 3114960"/>
              <a:gd name="connsiteY28783" fmla="*/ 2611469 h 5143785"/>
              <a:gd name="connsiteX28784" fmla="*/ 2752439 w 3114960"/>
              <a:gd name="connsiteY28784" fmla="*/ 2617565 h 5143785"/>
              <a:gd name="connsiteX28785" fmla="*/ 2852261 w 3114960"/>
              <a:gd name="connsiteY28785" fmla="*/ 568833 h 5143785"/>
              <a:gd name="connsiteX28786" fmla="*/ 2840736 w 3114960"/>
              <a:gd name="connsiteY28786" fmla="*/ 580358 h 5143785"/>
              <a:gd name="connsiteX28787" fmla="*/ 2840736 w 3114960"/>
              <a:gd name="connsiteY28787" fmla="*/ 631698 h 5143785"/>
              <a:gd name="connsiteX28788" fmla="*/ 2852261 w 3114960"/>
              <a:gd name="connsiteY28788" fmla="*/ 643223 h 5143785"/>
              <a:gd name="connsiteX28789" fmla="*/ 2866263 w 3114960"/>
              <a:gd name="connsiteY28789" fmla="*/ 643223 h 5143785"/>
              <a:gd name="connsiteX28790" fmla="*/ 2877788 w 3114960"/>
              <a:gd name="connsiteY28790" fmla="*/ 631698 h 5143785"/>
              <a:gd name="connsiteX28791" fmla="*/ 2877788 w 3114960"/>
              <a:gd name="connsiteY28791" fmla="*/ 580358 h 5143785"/>
              <a:gd name="connsiteX28792" fmla="*/ 2866263 w 3114960"/>
              <a:gd name="connsiteY28792" fmla="*/ 568833 h 5143785"/>
              <a:gd name="connsiteX28793" fmla="*/ 2862834 w 3114960"/>
              <a:gd name="connsiteY28793" fmla="*/ 568833 h 5143785"/>
              <a:gd name="connsiteX28794" fmla="*/ 2862834 w 3114960"/>
              <a:gd name="connsiteY28794" fmla="*/ 490157 h 5143785"/>
              <a:gd name="connsiteX28795" fmla="*/ 2872073 w 3114960"/>
              <a:gd name="connsiteY28795" fmla="*/ 478060 h 5143785"/>
              <a:gd name="connsiteX28796" fmla="*/ 2859310 w 3114960"/>
              <a:gd name="connsiteY28796" fmla="*/ 465296 h 5143785"/>
              <a:gd name="connsiteX28797" fmla="*/ 2846546 w 3114960"/>
              <a:gd name="connsiteY28797" fmla="*/ 478060 h 5143785"/>
              <a:gd name="connsiteX28798" fmla="*/ 2855786 w 3114960"/>
              <a:gd name="connsiteY28798" fmla="*/ 490157 h 5143785"/>
              <a:gd name="connsiteX28799" fmla="*/ 2855786 w 3114960"/>
              <a:gd name="connsiteY28799" fmla="*/ 568833 h 5143785"/>
              <a:gd name="connsiteX28800" fmla="*/ 2852357 w 3114960"/>
              <a:gd name="connsiteY28800" fmla="*/ 568833 h 5143785"/>
              <a:gd name="connsiteX28801" fmla="*/ 2870549 w 3114960"/>
              <a:gd name="connsiteY28801" fmla="*/ 631603 h 5143785"/>
              <a:gd name="connsiteX28802" fmla="*/ 2866168 w 3114960"/>
              <a:gd name="connsiteY28802" fmla="*/ 635984 h 5143785"/>
              <a:gd name="connsiteX28803" fmla="*/ 2852166 w 3114960"/>
              <a:gd name="connsiteY28803" fmla="*/ 635984 h 5143785"/>
              <a:gd name="connsiteX28804" fmla="*/ 2847785 w 3114960"/>
              <a:gd name="connsiteY28804" fmla="*/ 631603 h 5143785"/>
              <a:gd name="connsiteX28805" fmla="*/ 2847785 w 3114960"/>
              <a:gd name="connsiteY28805" fmla="*/ 619887 h 5143785"/>
              <a:gd name="connsiteX28806" fmla="*/ 2870454 w 3114960"/>
              <a:gd name="connsiteY28806" fmla="*/ 619887 h 5143785"/>
              <a:gd name="connsiteX28807" fmla="*/ 2870454 w 3114960"/>
              <a:gd name="connsiteY28807" fmla="*/ 631603 h 5143785"/>
              <a:gd name="connsiteX28808" fmla="*/ 2851213 w 3114960"/>
              <a:gd name="connsiteY28808" fmla="*/ 478060 h 5143785"/>
              <a:gd name="connsiteX28809" fmla="*/ 2859215 w 3114960"/>
              <a:gd name="connsiteY28809" fmla="*/ 470059 h 5143785"/>
              <a:gd name="connsiteX28810" fmla="*/ 2867216 w 3114960"/>
              <a:gd name="connsiteY28810" fmla="*/ 478060 h 5143785"/>
              <a:gd name="connsiteX28811" fmla="*/ 2859215 w 3114960"/>
              <a:gd name="connsiteY28811" fmla="*/ 486061 h 5143785"/>
              <a:gd name="connsiteX28812" fmla="*/ 2851213 w 3114960"/>
              <a:gd name="connsiteY28812" fmla="*/ 478060 h 5143785"/>
              <a:gd name="connsiteX28813" fmla="*/ 2862834 w 3114960"/>
              <a:gd name="connsiteY28813" fmla="*/ 575977 h 5143785"/>
              <a:gd name="connsiteX28814" fmla="*/ 2866263 w 3114960"/>
              <a:gd name="connsiteY28814" fmla="*/ 575977 h 5143785"/>
              <a:gd name="connsiteX28815" fmla="*/ 2870645 w 3114960"/>
              <a:gd name="connsiteY28815" fmla="*/ 580358 h 5143785"/>
              <a:gd name="connsiteX28816" fmla="*/ 2870645 w 3114960"/>
              <a:gd name="connsiteY28816" fmla="*/ 589312 h 5143785"/>
              <a:gd name="connsiteX28817" fmla="*/ 2847975 w 3114960"/>
              <a:gd name="connsiteY28817" fmla="*/ 589312 h 5143785"/>
              <a:gd name="connsiteX28818" fmla="*/ 2847975 w 3114960"/>
              <a:gd name="connsiteY28818" fmla="*/ 580358 h 5143785"/>
              <a:gd name="connsiteX28819" fmla="*/ 2852357 w 3114960"/>
              <a:gd name="connsiteY28819" fmla="*/ 575977 h 5143785"/>
              <a:gd name="connsiteX28820" fmla="*/ 2862929 w 3114960"/>
              <a:gd name="connsiteY28820" fmla="*/ 575977 h 5143785"/>
              <a:gd name="connsiteX28821" fmla="*/ 896969 w 3114960"/>
              <a:gd name="connsiteY28821" fmla="*/ 3099721 h 5143785"/>
              <a:gd name="connsiteX28822" fmla="*/ 914591 w 3114960"/>
              <a:gd name="connsiteY28822" fmla="*/ 3099721 h 5143785"/>
              <a:gd name="connsiteX28823" fmla="*/ 914591 w 3114960"/>
              <a:gd name="connsiteY28823" fmla="*/ 3104484 h 5143785"/>
              <a:gd name="connsiteX28824" fmla="*/ 896969 w 3114960"/>
              <a:gd name="connsiteY28824" fmla="*/ 3104484 h 5143785"/>
              <a:gd name="connsiteX28825" fmla="*/ 896969 w 3114960"/>
              <a:gd name="connsiteY28825" fmla="*/ 3099721 h 5143785"/>
              <a:gd name="connsiteX28826" fmla="*/ 1661351 w 3114960"/>
              <a:gd name="connsiteY28826" fmla="*/ 1834039 h 5143785"/>
              <a:gd name="connsiteX28827" fmla="*/ 1669542 w 3114960"/>
              <a:gd name="connsiteY28827" fmla="*/ 1842230 h 5143785"/>
              <a:gd name="connsiteX28828" fmla="*/ 1676781 w 3114960"/>
              <a:gd name="connsiteY28828" fmla="*/ 1837658 h 5143785"/>
              <a:gd name="connsiteX28829" fmla="*/ 1902143 w 3114960"/>
              <a:gd name="connsiteY28829" fmla="*/ 1838039 h 5143785"/>
              <a:gd name="connsiteX28830" fmla="*/ 1951958 w 3114960"/>
              <a:gd name="connsiteY28830" fmla="*/ 1769650 h 5143785"/>
              <a:gd name="connsiteX28831" fmla="*/ 1952435 w 3114960"/>
              <a:gd name="connsiteY28831" fmla="*/ 1768697 h 5143785"/>
              <a:gd name="connsiteX28832" fmla="*/ 1952625 w 3114960"/>
              <a:gd name="connsiteY28832" fmla="*/ 1679162 h 5143785"/>
              <a:gd name="connsiteX28833" fmla="*/ 1979295 w 3114960"/>
              <a:gd name="connsiteY28833" fmla="*/ 1644682 h 5143785"/>
              <a:gd name="connsiteX28834" fmla="*/ 2022253 w 3114960"/>
              <a:gd name="connsiteY28834" fmla="*/ 1644682 h 5143785"/>
              <a:gd name="connsiteX28835" fmla="*/ 2035207 w 3114960"/>
              <a:gd name="connsiteY28835" fmla="*/ 1654493 h 5143785"/>
              <a:gd name="connsiteX28836" fmla="*/ 2048637 w 3114960"/>
              <a:gd name="connsiteY28836" fmla="*/ 1640967 h 5143785"/>
              <a:gd name="connsiteX28837" fmla="*/ 2035207 w 3114960"/>
              <a:gd name="connsiteY28837" fmla="*/ 1627537 h 5143785"/>
              <a:gd name="connsiteX28838" fmla="*/ 2022253 w 3114960"/>
              <a:gd name="connsiteY28838" fmla="*/ 1637443 h 5143785"/>
              <a:gd name="connsiteX28839" fmla="*/ 1975771 w 3114960"/>
              <a:gd name="connsiteY28839" fmla="*/ 1637443 h 5143785"/>
              <a:gd name="connsiteX28840" fmla="*/ 1945386 w 3114960"/>
              <a:gd name="connsiteY28840" fmla="*/ 1676686 h 5143785"/>
              <a:gd name="connsiteX28841" fmla="*/ 1945386 w 3114960"/>
              <a:gd name="connsiteY28841" fmla="*/ 1677924 h 5143785"/>
              <a:gd name="connsiteX28842" fmla="*/ 1945577 w 3114960"/>
              <a:gd name="connsiteY28842" fmla="*/ 1766030 h 5143785"/>
              <a:gd name="connsiteX28843" fmla="*/ 1898332 w 3114960"/>
              <a:gd name="connsiteY28843" fmla="*/ 1830800 h 5143785"/>
              <a:gd name="connsiteX28844" fmla="*/ 1676591 w 3114960"/>
              <a:gd name="connsiteY28844" fmla="*/ 1830419 h 5143785"/>
              <a:gd name="connsiteX28845" fmla="*/ 1669352 w 3114960"/>
              <a:gd name="connsiteY28845" fmla="*/ 1825847 h 5143785"/>
              <a:gd name="connsiteX28846" fmla="*/ 1661160 w 3114960"/>
              <a:gd name="connsiteY28846" fmla="*/ 1834039 h 5143785"/>
              <a:gd name="connsiteX28847" fmla="*/ 2035302 w 3114960"/>
              <a:gd name="connsiteY28847" fmla="*/ 1632299 h 5143785"/>
              <a:gd name="connsiteX28848" fmla="*/ 2043970 w 3114960"/>
              <a:gd name="connsiteY28848" fmla="*/ 1640967 h 5143785"/>
              <a:gd name="connsiteX28849" fmla="*/ 2035302 w 3114960"/>
              <a:gd name="connsiteY28849" fmla="*/ 1649730 h 5143785"/>
              <a:gd name="connsiteX28850" fmla="*/ 2026634 w 3114960"/>
              <a:gd name="connsiteY28850" fmla="*/ 1640967 h 5143785"/>
              <a:gd name="connsiteX28851" fmla="*/ 2035302 w 3114960"/>
              <a:gd name="connsiteY28851" fmla="*/ 1632299 h 5143785"/>
              <a:gd name="connsiteX28852" fmla="*/ 1669542 w 3114960"/>
              <a:gd name="connsiteY28852" fmla="*/ 1828324 h 5143785"/>
              <a:gd name="connsiteX28853" fmla="*/ 1675352 w 3114960"/>
              <a:gd name="connsiteY28853" fmla="*/ 1834134 h 5143785"/>
              <a:gd name="connsiteX28854" fmla="*/ 1669542 w 3114960"/>
              <a:gd name="connsiteY28854" fmla="*/ 1839944 h 5143785"/>
              <a:gd name="connsiteX28855" fmla="*/ 1663732 w 3114960"/>
              <a:gd name="connsiteY28855" fmla="*/ 1834134 h 5143785"/>
              <a:gd name="connsiteX28856" fmla="*/ 1669542 w 3114960"/>
              <a:gd name="connsiteY28856" fmla="*/ 1828324 h 5143785"/>
              <a:gd name="connsiteX28857" fmla="*/ 2833783 w 3114960"/>
              <a:gd name="connsiteY28857" fmla="*/ 1134237 h 5143785"/>
              <a:gd name="connsiteX28858" fmla="*/ 2825496 w 3114960"/>
              <a:gd name="connsiteY28858" fmla="*/ 1136714 h 5143785"/>
              <a:gd name="connsiteX28859" fmla="*/ 2819019 w 3114960"/>
              <a:gd name="connsiteY28859" fmla="*/ 1146334 h 5143785"/>
              <a:gd name="connsiteX28860" fmla="*/ 2821210 w 3114960"/>
              <a:gd name="connsiteY28860" fmla="*/ 1157669 h 5143785"/>
              <a:gd name="connsiteX28861" fmla="*/ 2830830 w 3114960"/>
              <a:gd name="connsiteY28861" fmla="*/ 1164146 h 5143785"/>
              <a:gd name="connsiteX28862" fmla="*/ 2842165 w 3114960"/>
              <a:gd name="connsiteY28862" fmla="*/ 1161955 h 5143785"/>
              <a:gd name="connsiteX28863" fmla="*/ 2848642 w 3114960"/>
              <a:gd name="connsiteY28863" fmla="*/ 1152335 h 5143785"/>
              <a:gd name="connsiteX28864" fmla="*/ 2846451 w 3114960"/>
              <a:gd name="connsiteY28864" fmla="*/ 1141000 h 5143785"/>
              <a:gd name="connsiteX28865" fmla="*/ 2836831 w 3114960"/>
              <a:gd name="connsiteY28865" fmla="*/ 1134523 h 5143785"/>
              <a:gd name="connsiteX28866" fmla="*/ 2833783 w 3114960"/>
              <a:gd name="connsiteY28866" fmla="*/ 1134237 h 5143785"/>
              <a:gd name="connsiteX28867" fmla="*/ 2842451 w 3114960"/>
              <a:gd name="connsiteY28867" fmla="*/ 1143667 h 5143785"/>
              <a:gd name="connsiteX28868" fmla="*/ 2843975 w 3114960"/>
              <a:gd name="connsiteY28868" fmla="*/ 1151477 h 5143785"/>
              <a:gd name="connsiteX28869" fmla="*/ 2839593 w 3114960"/>
              <a:gd name="connsiteY28869" fmla="*/ 1158050 h 5143785"/>
              <a:gd name="connsiteX28870" fmla="*/ 2833878 w 3114960"/>
              <a:gd name="connsiteY28870" fmla="*/ 1159764 h 5143785"/>
              <a:gd name="connsiteX28871" fmla="*/ 2831783 w 3114960"/>
              <a:gd name="connsiteY28871" fmla="*/ 1159574 h 5143785"/>
              <a:gd name="connsiteX28872" fmla="*/ 2825210 w 3114960"/>
              <a:gd name="connsiteY28872" fmla="*/ 1155097 h 5143785"/>
              <a:gd name="connsiteX28873" fmla="*/ 2823686 w 3114960"/>
              <a:gd name="connsiteY28873" fmla="*/ 1147286 h 5143785"/>
              <a:gd name="connsiteX28874" fmla="*/ 2828068 w 3114960"/>
              <a:gd name="connsiteY28874" fmla="*/ 1140714 h 5143785"/>
              <a:gd name="connsiteX28875" fmla="*/ 2835878 w 3114960"/>
              <a:gd name="connsiteY28875" fmla="*/ 1139190 h 5143785"/>
              <a:gd name="connsiteX28876" fmla="*/ 2842451 w 3114960"/>
              <a:gd name="connsiteY28876" fmla="*/ 1143667 h 5143785"/>
              <a:gd name="connsiteX28877" fmla="*/ 756190 w 3114960"/>
              <a:gd name="connsiteY28877" fmla="*/ 3100102 h 5143785"/>
              <a:gd name="connsiteX28878" fmla="*/ 773811 w 3114960"/>
              <a:gd name="connsiteY28878" fmla="*/ 3100102 h 5143785"/>
              <a:gd name="connsiteX28879" fmla="*/ 773811 w 3114960"/>
              <a:gd name="connsiteY28879" fmla="*/ 3104864 h 5143785"/>
              <a:gd name="connsiteX28880" fmla="*/ 756190 w 3114960"/>
              <a:gd name="connsiteY28880" fmla="*/ 3104864 h 5143785"/>
              <a:gd name="connsiteX28881" fmla="*/ 756190 w 3114960"/>
              <a:gd name="connsiteY28881" fmla="*/ 3100102 h 5143785"/>
              <a:gd name="connsiteX28882" fmla="*/ 1548384 w 3114960"/>
              <a:gd name="connsiteY28882" fmla="*/ 1699832 h 5143785"/>
              <a:gd name="connsiteX28883" fmla="*/ 1570673 w 3114960"/>
              <a:gd name="connsiteY28883" fmla="*/ 1699832 h 5143785"/>
              <a:gd name="connsiteX28884" fmla="*/ 1578007 w 3114960"/>
              <a:gd name="connsiteY28884" fmla="*/ 1704023 h 5143785"/>
              <a:gd name="connsiteX28885" fmla="*/ 1582388 w 3114960"/>
              <a:gd name="connsiteY28885" fmla="*/ 1696593 h 5143785"/>
              <a:gd name="connsiteX28886" fmla="*/ 1574959 w 3114960"/>
              <a:gd name="connsiteY28886" fmla="*/ 1692212 h 5143785"/>
              <a:gd name="connsiteX28887" fmla="*/ 1570387 w 3114960"/>
              <a:gd name="connsiteY28887" fmla="*/ 1697450 h 5143785"/>
              <a:gd name="connsiteX28888" fmla="*/ 1547146 w 3114960"/>
              <a:gd name="connsiteY28888" fmla="*/ 1697450 h 5143785"/>
              <a:gd name="connsiteX28889" fmla="*/ 1542574 w 3114960"/>
              <a:gd name="connsiteY28889" fmla="*/ 1703070 h 5143785"/>
              <a:gd name="connsiteX28890" fmla="*/ 1391031 w 3114960"/>
              <a:gd name="connsiteY28890" fmla="*/ 1703070 h 5143785"/>
              <a:gd name="connsiteX28891" fmla="*/ 1365409 w 3114960"/>
              <a:gd name="connsiteY28891" fmla="*/ 1679257 h 5143785"/>
              <a:gd name="connsiteX28892" fmla="*/ 1365028 w 3114960"/>
              <a:gd name="connsiteY28892" fmla="*/ 1678972 h 5143785"/>
              <a:gd name="connsiteX28893" fmla="*/ 1304735 w 3114960"/>
              <a:gd name="connsiteY28893" fmla="*/ 1678972 h 5143785"/>
              <a:gd name="connsiteX28894" fmla="*/ 1294162 w 3114960"/>
              <a:gd name="connsiteY28894" fmla="*/ 1690211 h 5143785"/>
              <a:gd name="connsiteX28895" fmla="*/ 1292447 w 3114960"/>
              <a:gd name="connsiteY28895" fmla="*/ 1689830 h 5143785"/>
              <a:gd name="connsiteX28896" fmla="*/ 1285494 w 3114960"/>
              <a:gd name="connsiteY28896" fmla="*/ 1696784 h 5143785"/>
              <a:gd name="connsiteX28897" fmla="*/ 1292447 w 3114960"/>
              <a:gd name="connsiteY28897" fmla="*/ 1703737 h 5143785"/>
              <a:gd name="connsiteX28898" fmla="*/ 1299401 w 3114960"/>
              <a:gd name="connsiteY28898" fmla="*/ 1696784 h 5143785"/>
              <a:gd name="connsiteX28899" fmla="*/ 1296353 w 3114960"/>
              <a:gd name="connsiteY28899" fmla="*/ 1691164 h 5143785"/>
              <a:gd name="connsiteX28900" fmla="*/ 1305687 w 3114960"/>
              <a:gd name="connsiteY28900" fmla="*/ 1681258 h 5143785"/>
              <a:gd name="connsiteX28901" fmla="*/ 1363980 w 3114960"/>
              <a:gd name="connsiteY28901" fmla="*/ 1681258 h 5143785"/>
              <a:gd name="connsiteX28902" fmla="*/ 1389602 w 3114960"/>
              <a:gd name="connsiteY28902" fmla="*/ 1705070 h 5143785"/>
              <a:gd name="connsiteX28903" fmla="*/ 1389983 w 3114960"/>
              <a:gd name="connsiteY28903" fmla="*/ 1705356 h 5143785"/>
              <a:gd name="connsiteX28904" fmla="*/ 1543622 w 3114960"/>
              <a:gd name="connsiteY28904" fmla="*/ 1705356 h 5143785"/>
              <a:gd name="connsiteX28905" fmla="*/ 1548194 w 3114960"/>
              <a:gd name="connsiteY28905" fmla="*/ 1699736 h 5143785"/>
              <a:gd name="connsiteX28906" fmla="*/ 1297210 w 3114960"/>
              <a:gd name="connsiteY28906" fmla="*/ 1696784 h 5143785"/>
              <a:gd name="connsiteX28907" fmla="*/ 1292638 w 3114960"/>
              <a:gd name="connsiteY28907" fmla="*/ 1701356 h 5143785"/>
              <a:gd name="connsiteX28908" fmla="*/ 1288066 w 3114960"/>
              <a:gd name="connsiteY28908" fmla="*/ 1696784 h 5143785"/>
              <a:gd name="connsiteX28909" fmla="*/ 1292638 w 3114960"/>
              <a:gd name="connsiteY28909" fmla="*/ 1692212 h 5143785"/>
              <a:gd name="connsiteX28910" fmla="*/ 1297210 w 3114960"/>
              <a:gd name="connsiteY28910" fmla="*/ 1696784 h 5143785"/>
              <a:gd name="connsiteX28911" fmla="*/ 2194084 w 3114960"/>
              <a:gd name="connsiteY28911" fmla="*/ 2481072 h 5143785"/>
              <a:gd name="connsiteX28912" fmla="*/ 2180654 w 3114960"/>
              <a:gd name="connsiteY28912" fmla="*/ 2468309 h 5143785"/>
              <a:gd name="connsiteX28913" fmla="*/ 2183892 w 3114960"/>
              <a:gd name="connsiteY28913" fmla="*/ 2464880 h 5143785"/>
              <a:gd name="connsiteX28914" fmla="*/ 2197322 w 3114960"/>
              <a:gd name="connsiteY28914" fmla="*/ 2477643 h 5143785"/>
              <a:gd name="connsiteX28915" fmla="*/ 2194084 w 3114960"/>
              <a:gd name="connsiteY28915" fmla="*/ 2481072 h 5143785"/>
              <a:gd name="connsiteX28916" fmla="*/ 1511046 w 3114960"/>
              <a:gd name="connsiteY28916" fmla="*/ 1836039 h 5143785"/>
              <a:gd name="connsiteX28917" fmla="*/ 1514856 w 3114960"/>
              <a:gd name="connsiteY28917" fmla="*/ 1828228 h 5143785"/>
              <a:gd name="connsiteX28918" fmla="*/ 1522667 w 3114960"/>
              <a:gd name="connsiteY28918" fmla="*/ 1832039 h 5143785"/>
              <a:gd name="connsiteX28919" fmla="*/ 1522762 w 3114960"/>
              <a:gd name="connsiteY28919" fmla="*/ 1832801 h 5143785"/>
              <a:gd name="connsiteX28920" fmla="*/ 1543812 w 3114960"/>
              <a:gd name="connsiteY28920" fmla="*/ 1832610 h 5143785"/>
              <a:gd name="connsiteX28921" fmla="*/ 1562386 w 3114960"/>
              <a:gd name="connsiteY28921" fmla="*/ 1812607 h 5143785"/>
              <a:gd name="connsiteX28922" fmla="*/ 1562386 w 3114960"/>
              <a:gd name="connsiteY28922" fmla="*/ 1769936 h 5143785"/>
              <a:gd name="connsiteX28923" fmla="*/ 1582865 w 3114960"/>
              <a:gd name="connsiteY28923" fmla="*/ 1750219 h 5143785"/>
              <a:gd name="connsiteX28924" fmla="*/ 1630204 w 3114960"/>
              <a:gd name="connsiteY28924" fmla="*/ 1749743 h 5143785"/>
              <a:gd name="connsiteX28925" fmla="*/ 1634204 w 3114960"/>
              <a:gd name="connsiteY28925" fmla="*/ 1745075 h 5143785"/>
              <a:gd name="connsiteX28926" fmla="*/ 1642015 w 3114960"/>
              <a:gd name="connsiteY28926" fmla="*/ 1748885 h 5143785"/>
              <a:gd name="connsiteX28927" fmla="*/ 1638205 w 3114960"/>
              <a:gd name="connsiteY28927" fmla="*/ 1756696 h 5143785"/>
              <a:gd name="connsiteX28928" fmla="*/ 1630394 w 3114960"/>
              <a:gd name="connsiteY28928" fmla="*/ 1752886 h 5143785"/>
              <a:gd name="connsiteX28929" fmla="*/ 1630299 w 3114960"/>
              <a:gd name="connsiteY28929" fmla="*/ 1752124 h 5143785"/>
              <a:gd name="connsiteX28930" fmla="*/ 1583817 w 3114960"/>
              <a:gd name="connsiteY28930" fmla="*/ 1752600 h 5143785"/>
              <a:gd name="connsiteX28931" fmla="*/ 1564672 w 3114960"/>
              <a:gd name="connsiteY28931" fmla="*/ 1770983 h 5143785"/>
              <a:gd name="connsiteX28932" fmla="*/ 1564672 w 3114960"/>
              <a:gd name="connsiteY28932" fmla="*/ 1813560 h 5143785"/>
              <a:gd name="connsiteX28933" fmla="*/ 1544860 w 3114960"/>
              <a:gd name="connsiteY28933" fmla="*/ 1834991 h 5143785"/>
              <a:gd name="connsiteX28934" fmla="*/ 1522857 w 3114960"/>
              <a:gd name="connsiteY28934" fmla="*/ 1835182 h 5143785"/>
              <a:gd name="connsiteX28935" fmla="*/ 1518952 w 3114960"/>
              <a:gd name="connsiteY28935" fmla="*/ 1839849 h 5143785"/>
              <a:gd name="connsiteX28936" fmla="*/ 1511141 w 3114960"/>
              <a:gd name="connsiteY28936" fmla="*/ 1836039 h 5143785"/>
              <a:gd name="connsiteX28937" fmla="*/ 2899982 w 3114960"/>
              <a:gd name="connsiteY28937" fmla="*/ 568833 h 5143785"/>
              <a:gd name="connsiteX28938" fmla="*/ 2888456 w 3114960"/>
              <a:gd name="connsiteY28938" fmla="*/ 580358 h 5143785"/>
              <a:gd name="connsiteX28939" fmla="*/ 2888456 w 3114960"/>
              <a:gd name="connsiteY28939" fmla="*/ 631698 h 5143785"/>
              <a:gd name="connsiteX28940" fmla="*/ 2899982 w 3114960"/>
              <a:gd name="connsiteY28940" fmla="*/ 643223 h 5143785"/>
              <a:gd name="connsiteX28941" fmla="*/ 2913984 w 3114960"/>
              <a:gd name="connsiteY28941" fmla="*/ 643223 h 5143785"/>
              <a:gd name="connsiteX28942" fmla="*/ 2925509 w 3114960"/>
              <a:gd name="connsiteY28942" fmla="*/ 631698 h 5143785"/>
              <a:gd name="connsiteX28943" fmla="*/ 2925509 w 3114960"/>
              <a:gd name="connsiteY28943" fmla="*/ 580358 h 5143785"/>
              <a:gd name="connsiteX28944" fmla="*/ 2913984 w 3114960"/>
              <a:gd name="connsiteY28944" fmla="*/ 568833 h 5143785"/>
              <a:gd name="connsiteX28945" fmla="*/ 2910554 w 3114960"/>
              <a:gd name="connsiteY28945" fmla="*/ 568833 h 5143785"/>
              <a:gd name="connsiteX28946" fmla="*/ 2910554 w 3114960"/>
              <a:gd name="connsiteY28946" fmla="*/ 487966 h 5143785"/>
              <a:gd name="connsiteX28947" fmla="*/ 2915984 w 3114960"/>
              <a:gd name="connsiteY28947" fmla="*/ 487966 h 5143785"/>
              <a:gd name="connsiteX28948" fmla="*/ 2918365 w 3114960"/>
              <a:gd name="connsiteY28948" fmla="*/ 485585 h 5143785"/>
              <a:gd name="connsiteX28949" fmla="*/ 2918365 w 3114960"/>
              <a:gd name="connsiteY28949" fmla="*/ 467582 h 5143785"/>
              <a:gd name="connsiteX28950" fmla="*/ 2915984 w 3114960"/>
              <a:gd name="connsiteY28950" fmla="*/ 465201 h 5143785"/>
              <a:gd name="connsiteX28951" fmla="*/ 2897981 w 3114960"/>
              <a:gd name="connsiteY28951" fmla="*/ 465201 h 5143785"/>
              <a:gd name="connsiteX28952" fmla="*/ 2895600 w 3114960"/>
              <a:gd name="connsiteY28952" fmla="*/ 467582 h 5143785"/>
              <a:gd name="connsiteX28953" fmla="*/ 2895600 w 3114960"/>
              <a:gd name="connsiteY28953" fmla="*/ 485585 h 5143785"/>
              <a:gd name="connsiteX28954" fmla="*/ 2897981 w 3114960"/>
              <a:gd name="connsiteY28954" fmla="*/ 487966 h 5143785"/>
              <a:gd name="connsiteX28955" fmla="*/ 2903411 w 3114960"/>
              <a:gd name="connsiteY28955" fmla="*/ 487966 h 5143785"/>
              <a:gd name="connsiteX28956" fmla="*/ 2903411 w 3114960"/>
              <a:gd name="connsiteY28956" fmla="*/ 568833 h 5143785"/>
              <a:gd name="connsiteX28957" fmla="*/ 2899982 w 3114960"/>
              <a:gd name="connsiteY28957" fmla="*/ 568833 h 5143785"/>
              <a:gd name="connsiteX28958" fmla="*/ 2918270 w 3114960"/>
              <a:gd name="connsiteY28958" fmla="*/ 631603 h 5143785"/>
              <a:gd name="connsiteX28959" fmla="*/ 2913888 w 3114960"/>
              <a:gd name="connsiteY28959" fmla="*/ 635984 h 5143785"/>
              <a:gd name="connsiteX28960" fmla="*/ 2899886 w 3114960"/>
              <a:gd name="connsiteY28960" fmla="*/ 635984 h 5143785"/>
              <a:gd name="connsiteX28961" fmla="*/ 2895505 w 3114960"/>
              <a:gd name="connsiteY28961" fmla="*/ 631603 h 5143785"/>
              <a:gd name="connsiteX28962" fmla="*/ 2895505 w 3114960"/>
              <a:gd name="connsiteY28962" fmla="*/ 619887 h 5143785"/>
              <a:gd name="connsiteX28963" fmla="*/ 2918174 w 3114960"/>
              <a:gd name="connsiteY28963" fmla="*/ 619887 h 5143785"/>
              <a:gd name="connsiteX28964" fmla="*/ 2918174 w 3114960"/>
              <a:gd name="connsiteY28964" fmla="*/ 631603 h 5143785"/>
              <a:gd name="connsiteX28965" fmla="*/ 2900363 w 3114960"/>
              <a:gd name="connsiteY28965" fmla="*/ 483203 h 5143785"/>
              <a:gd name="connsiteX28966" fmla="*/ 2900363 w 3114960"/>
              <a:gd name="connsiteY28966" fmla="*/ 469964 h 5143785"/>
              <a:gd name="connsiteX28967" fmla="*/ 2913602 w 3114960"/>
              <a:gd name="connsiteY28967" fmla="*/ 469964 h 5143785"/>
              <a:gd name="connsiteX28968" fmla="*/ 2913602 w 3114960"/>
              <a:gd name="connsiteY28968" fmla="*/ 483203 h 5143785"/>
              <a:gd name="connsiteX28969" fmla="*/ 2900363 w 3114960"/>
              <a:gd name="connsiteY28969" fmla="*/ 483203 h 5143785"/>
              <a:gd name="connsiteX28970" fmla="*/ 2910554 w 3114960"/>
              <a:gd name="connsiteY28970" fmla="*/ 575977 h 5143785"/>
              <a:gd name="connsiteX28971" fmla="*/ 2913984 w 3114960"/>
              <a:gd name="connsiteY28971" fmla="*/ 575977 h 5143785"/>
              <a:gd name="connsiteX28972" fmla="*/ 2918365 w 3114960"/>
              <a:gd name="connsiteY28972" fmla="*/ 580358 h 5143785"/>
              <a:gd name="connsiteX28973" fmla="*/ 2918365 w 3114960"/>
              <a:gd name="connsiteY28973" fmla="*/ 589312 h 5143785"/>
              <a:gd name="connsiteX28974" fmla="*/ 2895695 w 3114960"/>
              <a:gd name="connsiteY28974" fmla="*/ 589312 h 5143785"/>
              <a:gd name="connsiteX28975" fmla="*/ 2895695 w 3114960"/>
              <a:gd name="connsiteY28975" fmla="*/ 580358 h 5143785"/>
              <a:gd name="connsiteX28976" fmla="*/ 2900077 w 3114960"/>
              <a:gd name="connsiteY28976" fmla="*/ 575977 h 5143785"/>
              <a:gd name="connsiteX28977" fmla="*/ 2910650 w 3114960"/>
              <a:gd name="connsiteY28977" fmla="*/ 575977 h 5143785"/>
              <a:gd name="connsiteX28978" fmla="*/ 735330 w 3114960"/>
              <a:gd name="connsiteY28978" fmla="*/ 2987993 h 5143785"/>
              <a:gd name="connsiteX28979" fmla="*/ 741902 w 3114960"/>
              <a:gd name="connsiteY28979" fmla="*/ 2993708 h 5143785"/>
              <a:gd name="connsiteX28980" fmla="*/ 738759 w 3114960"/>
              <a:gd name="connsiteY28980" fmla="*/ 2997327 h 5143785"/>
              <a:gd name="connsiteX28981" fmla="*/ 731615 w 3114960"/>
              <a:gd name="connsiteY28981" fmla="*/ 2991136 h 5143785"/>
              <a:gd name="connsiteX28982" fmla="*/ 730091 w 3114960"/>
              <a:gd name="connsiteY28982" fmla="*/ 2991898 h 5143785"/>
              <a:gd name="connsiteX28983" fmla="*/ 718757 w 3114960"/>
              <a:gd name="connsiteY28983" fmla="*/ 2985516 h 5143785"/>
              <a:gd name="connsiteX28984" fmla="*/ 725138 w 3114960"/>
              <a:gd name="connsiteY28984" fmla="*/ 2974181 h 5143785"/>
              <a:gd name="connsiteX28985" fmla="*/ 736473 w 3114960"/>
              <a:gd name="connsiteY28985" fmla="*/ 2980563 h 5143785"/>
              <a:gd name="connsiteX28986" fmla="*/ 735235 w 3114960"/>
              <a:gd name="connsiteY28986" fmla="*/ 2987993 h 5143785"/>
              <a:gd name="connsiteX28987" fmla="*/ 2837402 w 3114960"/>
              <a:gd name="connsiteY28987" fmla="*/ 1108710 h 5143785"/>
              <a:gd name="connsiteX28988" fmla="*/ 2822353 w 3114960"/>
              <a:gd name="connsiteY28988" fmla="*/ 1118711 h 5143785"/>
              <a:gd name="connsiteX28989" fmla="*/ 2812352 w 3114960"/>
              <a:gd name="connsiteY28989" fmla="*/ 1103662 h 5143785"/>
              <a:gd name="connsiteX28990" fmla="*/ 2827401 w 3114960"/>
              <a:gd name="connsiteY28990" fmla="*/ 1093661 h 5143785"/>
              <a:gd name="connsiteX28991" fmla="*/ 2837402 w 3114960"/>
              <a:gd name="connsiteY28991" fmla="*/ 1108710 h 5143785"/>
              <a:gd name="connsiteX28992" fmla="*/ 2818829 w 3114960"/>
              <a:gd name="connsiteY28992" fmla="*/ 1179767 h 5143785"/>
              <a:gd name="connsiteX28993" fmla="*/ 2803779 w 3114960"/>
              <a:gd name="connsiteY28993" fmla="*/ 1189768 h 5143785"/>
              <a:gd name="connsiteX28994" fmla="*/ 2793778 w 3114960"/>
              <a:gd name="connsiteY28994" fmla="*/ 1174718 h 5143785"/>
              <a:gd name="connsiteX28995" fmla="*/ 2808827 w 3114960"/>
              <a:gd name="connsiteY28995" fmla="*/ 1164717 h 5143785"/>
              <a:gd name="connsiteX28996" fmla="*/ 2818829 w 3114960"/>
              <a:gd name="connsiteY28996" fmla="*/ 1179767 h 5143785"/>
              <a:gd name="connsiteX28997" fmla="*/ 1649825 w 3114960"/>
              <a:gd name="connsiteY28997" fmla="*/ 1903381 h 5143785"/>
              <a:gd name="connsiteX28998" fmla="*/ 1641157 w 3114960"/>
              <a:gd name="connsiteY28998" fmla="*/ 1911001 h 5143785"/>
              <a:gd name="connsiteX28999" fmla="*/ 1648778 w 3114960"/>
              <a:gd name="connsiteY28999" fmla="*/ 1919669 h 5143785"/>
              <a:gd name="connsiteX29000" fmla="*/ 1656874 w 3114960"/>
              <a:gd name="connsiteY29000" fmla="*/ 1913953 h 5143785"/>
              <a:gd name="connsiteX29001" fmla="*/ 1720501 w 3114960"/>
              <a:gd name="connsiteY29001" fmla="*/ 1914335 h 5143785"/>
              <a:gd name="connsiteX29002" fmla="*/ 1737170 w 3114960"/>
              <a:gd name="connsiteY29002" fmla="*/ 1936909 h 5143785"/>
              <a:gd name="connsiteX29003" fmla="*/ 1734312 w 3114960"/>
              <a:gd name="connsiteY29003" fmla="*/ 1943195 h 5143785"/>
              <a:gd name="connsiteX29004" fmla="*/ 1744123 w 3114960"/>
              <a:gd name="connsiteY29004" fmla="*/ 1954340 h 5143785"/>
              <a:gd name="connsiteX29005" fmla="*/ 1744790 w 3114960"/>
              <a:gd name="connsiteY29005" fmla="*/ 1954340 h 5143785"/>
              <a:gd name="connsiteX29006" fmla="*/ 1751743 w 3114960"/>
              <a:gd name="connsiteY29006" fmla="*/ 1951768 h 5143785"/>
              <a:gd name="connsiteX29007" fmla="*/ 1755267 w 3114960"/>
              <a:gd name="connsiteY29007" fmla="*/ 1944529 h 5143785"/>
              <a:gd name="connsiteX29008" fmla="*/ 1752695 w 3114960"/>
              <a:gd name="connsiteY29008" fmla="*/ 1936909 h 5143785"/>
              <a:gd name="connsiteX29009" fmla="*/ 1745456 w 3114960"/>
              <a:gd name="connsiteY29009" fmla="*/ 1933385 h 5143785"/>
              <a:gd name="connsiteX29010" fmla="*/ 1741075 w 3114960"/>
              <a:gd name="connsiteY29010" fmla="*/ 1934147 h 5143785"/>
              <a:gd name="connsiteX29011" fmla="*/ 1722882 w 3114960"/>
              <a:gd name="connsiteY29011" fmla="*/ 1909572 h 5143785"/>
              <a:gd name="connsiteX29012" fmla="*/ 1656969 w 3114960"/>
              <a:gd name="connsiteY29012" fmla="*/ 1909096 h 5143785"/>
              <a:gd name="connsiteX29013" fmla="*/ 1649825 w 3114960"/>
              <a:gd name="connsiteY29013" fmla="*/ 1903381 h 5143785"/>
              <a:gd name="connsiteX29014" fmla="*/ 1744694 w 3114960"/>
              <a:gd name="connsiteY29014" fmla="*/ 1938147 h 5143785"/>
              <a:gd name="connsiteX29015" fmla="*/ 1745075 w 3114960"/>
              <a:gd name="connsiteY29015" fmla="*/ 1938147 h 5143785"/>
              <a:gd name="connsiteX29016" fmla="*/ 1748981 w 3114960"/>
              <a:gd name="connsiteY29016" fmla="*/ 1940052 h 5143785"/>
              <a:gd name="connsiteX29017" fmla="*/ 1750409 w 3114960"/>
              <a:gd name="connsiteY29017" fmla="*/ 1944243 h 5143785"/>
              <a:gd name="connsiteX29018" fmla="*/ 1748504 w 3114960"/>
              <a:gd name="connsiteY29018" fmla="*/ 1948148 h 5143785"/>
              <a:gd name="connsiteX29019" fmla="*/ 1744313 w 3114960"/>
              <a:gd name="connsiteY29019" fmla="*/ 1949577 h 5143785"/>
              <a:gd name="connsiteX29020" fmla="*/ 1738979 w 3114960"/>
              <a:gd name="connsiteY29020" fmla="*/ 1943481 h 5143785"/>
              <a:gd name="connsiteX29021" fmla="*/ 1744694 w 3114960"/>
              <a:gd name="connsiteY29021" fmla="*/ 1938147 h 5143785"/>
              <a:gd name="connsiteX29022" fmla="*/ 685895 w 3114960"/>
              <a:gd name="connsiteY29022" fmla="*/ 3100292 h 5143785"/>
              <a:gd name="connsiteX29023" fmla="*/ 703517 w 3114960"/>
              <a:gd name="connsiteY29023" fmla="*/ 3100292 h 5143785"/>
              <a:gd name="connsiteX29024" fmla="*/ 703517 w 3114960"/>
              <a:gd name="connsiteY29024" fmla="*/ 3105055 h 5143785"/>
              <a:gd name="connsiteX29025" fmla="*/ 685895 w 3114960"/>
              <a:gd name="connsiteY29025" fmla="*/ 3105055 h 5143785"/>
              <a:gd name="connsiteX29026" fmla="*/ 685895 w 3114960"/>
              <a:gd name="connsiteY29026" fmla="*/ 3100292 h 5143785"/>
              <a:gd name="connsiteX29027" fmla="*/ 2802446 w 3114960"/>
              <a:gd name="connsiteY29027" fmla="*/ 1118902 h 5143785"/>
              <a:gd name="connsiteX29028" fmla="*/ 2799398 w 3114960"/>
              <a:gd name="connsiteY29028" fmla="*/ 1118616 h 5143785"/>
              <a:gd name="connsiteX29029" fmla="*/ 2784538 w 3114960"/>
              <a:gd name="connsiteY29029" fmla="*/ 1130713 h 5143785"/>
              <a:gd name="connsiteX29030" fmla="*/ 2796350 w 3114960"/>
              <a:gd name="connsiteY29030" fmla="*/ 1148525 h 5143785"/>
              <a:gd name="connsiteX29031" fmla="*/ 2807684 w 3114960"/>
              <a:gd name="connsiteY29031" fmla="*/ 1146334 h 5143785"/>
              <a:gd name="connsiteX29032" fmla="*/ 2814161 w 3114960"/>
              <a:gd name="connsiteY29032" fmla="*/ 1136714 h 5143785"/>
              <a:gd name="connsiteX29033" fmla="*/ 2811971 w 3114960"/>
              <a:gd name="connsiteY29033" fmla="*/ 1125379 h 5143785"/>
              <a:gd name="connsiteX29034" fmla="*/ 2802350 w 3114960"/>
              <a:gd name="connsiteY29034" fmla="*/ 1118902 h 5143785"/>
              <a:gd name="connsiteX29035" fmla="*/ 2809589 w 3114960"/>
              <a:gd name="connsiteY29035" fmla="*/ 1135761 h 5143785"/>
              <a:gd name="connsiteX29036" fmla="*/ 2805208 w 3114960"/>
              <a:gd name="connsiteY29036" fmla="*/ 1142333 h 5143785"/>
              <a:gd name="connsiteX29037" fmla="*/ 2799493 w 3114960"/>
              <a:gd name="connsiteY29037" fmla="*/ 1144048 h 5143785"/>
              <a:gd name="connsiteX29038" fmla="*/ 2797397 w 3114960"/>
              <a:gd name="connsiteY29038" fmla="*/ 1143857 h 5143785"/>
              <a:gd name="connsiteX29039" fmla="*/ 2789301 w 3114960"/>
              <a:gd name="connsiteY29039" fmla="*/ 1131665 h 5143785"/>
              <a:gd name="connsiteX29040" fmla="*/ 2801493 w 3114960"/>
              <a:gd name="connsiteY29040" fmla="*/ 1123569 h 5143785"/>
              <a:gd name="connsiteX29041" fmla="*/ 2808065 w 3114960"/>
              <a:gd name="connsiteY29041" fmla="*/ 1128046 h 5143785"/>
              <a:gd name="connsiteX29042" fmla="*/ 2809589 w 3114960"/>
              <a:gd name="connsiteY29042" fmla="*/ 1135856 h 5143785"/>
              <a:gd name="connsiteX29043" fmla="*/ 721043 w 3114960"/>
              <a:gd name="connsiteY29043" fmla="*/ 3100197 h 5143785"/>
              <a:gd name="connsiteX29044" fmla="*/ 738664 w 3114960"/>
              <a:gd name="connsiteY29044" fmla="*/ 3100197 h 5143785"/>
              <a:gd name="connsiteX29045" fmla="*/ 738664 w 3114960"/>
              <a:gd name="connsiteY29045" fmla="*/ 3104960 h 5143785"/>
              <a:gd name="connsiteX29046" fmla="*/ 721043 w 3114960"/>
              <a:gd name="connsiteY29046" fmla="*/ 3104960 h 5143785"/>
              <a:gd name="connsiteX29047" fmla="*/ 721043 w 3114960"/>
              <a:gd name="connsiteY29047" fmla="*/ 3100197 h 5143785"/>
              <a:gd name="connsiteX29048" fmla="*/ 2791682 w 3114960"/>
              <a:gd name="connsiteY29048" fmla="*/ 3507581 h 5143785"/>
              <a:gd name="connsiteX29049" fmla="*/ 2779014 w 3114960"/>
              <a:gd name="connsiteY29049" fmla="*/ 3520250 h 5143785"/>
              <a:gd name="connsiteX29050" fmla="*/ 2766346 w 3114960"/>
              <a:gd name="connsiteY29050" fmla="*/ 3507581 h 5143785"/>
              <a:gd name="connsiteX29051" fmla="*/ 2779014 w 3114960"/>
              <a:gd name="connsiteY29051" fmla="*/ 3494913 h 5143785"/>
              <a:gd name="connsiteX29052" fmla="*/ 2791682 w 3114960"/>
              <a:gd name="connsiteY29052" fmla="*/ 3507581 h 5143785"/>
              <a:gd name="connsiteX29053" fmla="*/ 2960942 w 3114960"/>
              <a:gd name="connsiteY29053" fmla="*/ 3687699 h 5143785"/>
              <a:gd name="connsiteX29054" fmla="*/ 3093815 w 3114960"/>
              <a:gd name="connsiteY29054" fmla="*/ 3687509 h 5143785"/>
              <a:gd name="connsiteX29055" fmla="*/ 3096959 w 3114960"/>
              <a:gd name="connsiteY29055" fmla="*/ 3691604 h 5143785"/>
              <a:gd name="connsiteX29056" fmla="*/ 3103531 w 3114960"/>
              <a:gd name="connsiteY29056" fmla="*/ 3693795 h 5143785"/>
              <a:gd name="connsiteX29057" fmla="*/ 3105055 w 3114960"/>
              <a:gd name="connsiteY29057" fmla="*/ 3693700 h 5143785"/>
              <a:gd name="connsiteX29058" fmla="*/ 3112294 w 3114960"/>
              <a:gd name="connsiteY29058" fmla="*/ 3689413 h 5143785"/>
              <a:gd name="connsiteX29059" fmla="*/ 3110198 w 3114960"/>
              <a:gd name="connsiteY29059" fmla="*/ 3674078 h 5143785"/>
              <a:gd name="connsiteX29060" fmla="*/ 3102102 w 3114960"/>
              <a:gd name="connsiteY29060" fmla="*/ 3671983 h 5143785"/>
              <a:gd name="connsiteX29061" fmla="*/ 3094863 w 3114960"/>
              <a:gd name="connsiteY29061" fmla="*/ 3676269 h 5143785"/>
              <a:gd name="connsiteX29062" fmla="*/ 3094101 w 3114960"/>
              <a:gd name="connsiteY29062" fmla="*/ 3677984 h 5143785"/>
              <a:gd name="connsiteX29063" fmla="*/ 2964561 w 3114960"/>
              <a:gd name="connsiteY29063" fmla="*/ 3678174 h 5143785"/>
              <a:gd name="connsiteX29064" fmla="*/ 2893600 w 3114960"/>
              <a:gd name="connsiteY29064" fmla="*/ 3616928 h 5143785"/>
              <a:gd name="connsiteX29065" fmla="*/ 2893886 w 3114960"/>
              <a:gd name="connsiteY29065" fmla="*/ 3525107 h 5143785"/>
              <a:gd name="connsiteX29066" fmla="*/ 2863025 w 3114960"/>
              <a:gd name="connsiteY29066" fmla="*/ 3502819 h 5143785"/>
              <a:gd name="connsiteX29067" fmla="*/ 2804351 w 3114960"/>
              <a:gd name="connsiteY29067" fmla="*/ 3502819 h 5143785"/>
              <a:gd name="connsiteX29068" fmla="*/ 2794349 w 3114960"/>
              <a:gd name="connsiteY29068" fmla="*/ 3486722 h 5143785"/>
              <a:gd name="connsiteX29069" fmla="*/ 2779109 w 3114960"/>
              <a:gd name="connsiteY29069" fmla="*/ 3481673 h 5143785"/>
              <a:gd name="connsiteX29070" fmla="*/ 2775109 w 3114960"/>
              <a:gd name="connsiteY29070" fmla="*/ 3481959 h 5143785"/>
              <a:gd name="connsiteX29071" fmla="*/ 2758154 w 3114960"/>
              <a:gd name="connsiteY29071" fmla="*/ 3492246 h 5143785"/>
              <a:gd name="connsiteX29072" fmla="*/ 2753392 w 3114960"/>
              <a:gd name="connsiteY29072" fmla="*/ 3511487 h 5143785"/>
              <a:gd name="connsiteX29073" fmla="*/ 2763679 w 3114960"/>
              <a:gd name="connsiteY29073" fmla="*/ 3528441 h 5143785"/>
              <a:gd name="connsiteX29074" fmla="*/ 2799779 w 3114960"/>
              <a:gd name="connsiteY29074" fmla="*/ 3522917 h 5143785"/>
              <a:gd name="connsiteX29075" fmla="*/ 2799779 w 3114960"/>
              <a:gd name="connsiteY29075" fmla="*/ 3522917 h 5143785"/>
              <a:gd name="connsiteX29076" fmla="*/ 2804255 w 3114960"/>
              <a:gd name="connsiteY29076" fmla="*/ 3512344 h 5143785"/>
              <a:gd name="connsiteX29077" fmla="*/ 2859881 w 3114960"/>
              <a:gd name="connsiteY29077" fmla="*/ 3512344 h 5143785"/>
              <a:gd name="connsiteX29078" fmla="*/ 2884265 w 3114960"/>
              <a:gd name="connsiteY29078" fmla="*/ 3529965 h 5143785"/>
              <a:gd name="connsiteX29079" fmla="*/ 2883980 w 3114960"/>
              <a:gd name="connsiteY29079" fmla="*/ 3621310 h 5143785"/>
              <a:gd name="connsiteX29080" fmla="*/ 2960942 w 3114960"/>
              <a:gd name="connsiteY29080" fmla="*/ 3687699 h 5143785"/>
              <a:gd name="connsiteX29081" fmla="*/ 3098673 w 3114960"/>
              <a:gd name="connsiteY29081" fmla="*/ 3679127 h 5143785"/>
              <a:gd name="connsiteX29082" fmla="*/ 3102769 w 3114960"/>
              <a:gd name="connsiteY29082" fmla="*/ 3676745 h 5143785"/>
              <a:gd name="connsiteX29083" fmla="*/ 3103626 w 3114960"/>
              <a:gd name="connsiteY29083" fmla="*/ 3676745 h 5143785"/>
              <a:gd name="connsiteX29084" fmla="*/ 3107341 w 3114960"/>
              <a:gd name="connsiteY29084" fmla="*/ 3677984 h 5143785"/>
              <a:gd name="connsiteX29085" fmla="*/ 3108579 w 3114960"/>
              <a:gd name="connsiteY29085" fmla="*/ 3686651 h 5143785"/>
              <a:gd name="connsiteX29086" fmla="*/ 3104484 w 3114960"/>
              <a:gd name="connsiteY29086" fmla="*/ 3689033 h 5143785"/>
              <a:gd name="connsiteX29087" fmla="*/ 3099911 w 3114960"/>
              <a:gd name="connsiteY29087" fmla="*/ 3687794 h 5143785"/>
              <a:gd name="connsiteX29088" fmla="*/ 3099911 w 3114960"/>
              <a:gd name="connsiteY29088" fmla="*/ 3687794 h 5143785"/>
              <a:gd name="connsiteX29089" fmla="*/ 3098673 w 3114960"/>
              <a:gd name="connsiteY29089" fmla="*/ 3679127 h 5143785"/>
              <a:gd name="connsiteX29090" fmla="*/ 2795969 w 3114960"/>
              <a:gd name="connsiteY29090" fmla="*/ 3520059 h 5143785"/>
              <a:gd name="connsiteX29091" fmla="*/ 2766441 w 3114960"/>
              <a:gd name="connsiteY29091" fmla="*/ 3524631 h 5143785"/>
              <a:gd name="connsiteX29092" fmla="*/ 2758059 w 3114960"/>
              <a:gd name="connsiteY29092" fmla="*/ 3510820 h 5143785"/>
              <a:gd name="connsiteX29093" fmla="*/ 2761869 w 3114960"/>
              <a:gd name="connsiteY29093" fmla="*/ 3495104 h 5143785"/>
              <a:gd name="connsiteX29094" fmla="*/ 2775680 w 3114960"/>
              <a:gd name="connsiteY29094" fmla="*/ 3486722 h 5143785"/>
              <a:gd name="connsiteX29095" fmla="*/ 2791397 w 3114960"/>
              <a:gd name="connsiteY29095" fmla="*/ 3490532 h 5143785"/>
              <a:gd name="connsiteX29096" fmla="*/ 2799779 w 3114960"/>
              <a:gd name="connsiteY29096" fmla="*/ 3504343 h 5143785"/>
              <a:gd name="connsiteX29097" fmla="*/ 2795969 w 3114960"/>
              <a:gd name="connsiteY29097" fmla="*/ 3519964 h 5143785"/>
              <a:gd name="connsiteX29098" fmla="*/ 791432 w 3114960"/>
              <a:gd name="connsiteY29098" fmla="*/ 3100007 h 5143785"/>
              <a:gd name="connsiteX29099" fmla="*/ 809054 w 3114960"/>
              <a:gd name="connsiteY29099" fmla="*/ 3100007 h 5143785"/>
              <a:gd name="connsiteX29100" fmla="*/ 809054 w 3114960"/>
              <a:gd name="connsiteY29100" fmla="*/ 3104769 h 5143785"/>
              <a:gd name="connsiteX29101" fmla="*/ 791432 w 3114960"/>
              <a:gd name="connsiteY29101" fmla="*/ 3104769 h 5143785"/>
              <a:gd name="connsiteX29102" fmla="*/ 791432 w 3114960"/>
              <a:gd name="connsiteY29102" fmla="*/ 3100007 h 5143785"/>
              <a:gd name="connsiteX29103" fmla="*/ 861727 w 3114960"/>
              <a:gd name="connsiteY29103" fmla="*/ 3099816 h 5143785"/>
              <a:gd name="connsiteX29104" fmla="*/ 879348 w 3114960"/>
              <a:gd name="connsiteY29104" fmla="*/ 3099816 h 5143785"/>
              <a:gd name="connsiteX29105" fmla="*/ 879348 w 3114960"/>
              <a:gd name="connsiteY29105" fmla="*/ 3104579 h 5143785"/>
              <a:gd name="connsiteX29106" fmla="*/ 861727 w 3114960"/>
              <a:gd name="connsiteY29106" fmla="*/ 3104579 h 5143785"/>
              <a:gd name="connsiteX29107" fmla="*/ 861727 w 3114960"/>
              <a:gd name="connsiteY29107" fmla="*/ 3099816 h 5143785"/>
              <a:gd name="connsiteX29108" fmla="*/ 2825305 w 3114960"/>
              <a:gd name="connsiteY29108" fmla="*/ 3557683 h 5143785"/>
              <a:gd name="connsiteX29109" fmla="*/ 2819400 w 3114960"/>
              <a:gd name="connsiteY29109" fmla="*/ 3542062 h 5143785"/>
              <a:gd name="connsiteX29110" fmla="*/ 2810351 w 3114960"/>
              <a:gd name="connsiteY29110" fmla="*/ 3541776 h 5143785"/>
              <a:gd name="connsiteX29111" fmla="*/ 2803779 w 3114960"/>
              <a:gd name="connsiteY29111" fmla="*/ 3547967 h 5143785"/>
              <a:gd name="connsiteX29112" fmla="*/ 2803493 w 3114960"/>
              <a:gd name="connsiteY29112" fmla="*/ 3557016 h 5143785"/>
              <a:gd name="connsiteX29113" fmla="*/ 2809685 w 3114960"/>
              <a:gd name="connsiteY29113" fmla="*/ 3563588 h 5143785"/>
              <a:gd name="connsiteX29114" fmla="*/ 2812256 w 3114960"/>
              <a:gd name="connsiteY29114" fmla="*/ 3564446 h 5143785"/>
              <a:gd name="connsiteX29115" fmla="*/ 2812542 w 3114960"/>
              <a:gd name="connsiteY29115" fmla="*/ 3649218 h 5143785"/>
              <a:gd name="connsiteX29116" fmla="*/ 2878931 w 3114960"/>
              <a:gd name="connsiteY29116" fmla="*/ 3709988 h 5143785"/>
              <a:gd name="connsiteX29117" fmla="*/ 2878550 w 3114960"/>
              <a:gd name="connsiteY29117" fmla="*/ 3711797 h 5143785"/>
              <a:gd name="connsiteX29118" fmla="*/ 2878550 w 3114960"/>
              <a:gd name="connsiteY29118" fmla="*/ 3719417 h 5143785"/>
              <a:gd name="connsiteX29119" fmla="*/ 2884551 w 3114960"/>
              <a:gd name="connsiteY29119" fmla="*/ 3725418 h 5143785"/>
              <a:gd name="connsiteX29120" fmla="*/ 2904839 w 3114960"/>
              <a:gd name="connsiteY29120" fmla="*/ 3725418 h 5143785"/>
              <a:gd name="connsiteX29121" fmla="*/ 2910840 w 3114960"/>
              <a:gd name="connsiteY29121" fmla="*/ 3719417 h 5143785"/>
              <a:gd name="connsiteX29122" fmla="*/ 2910840 w 3114960"/>
              <a:gd name="connsiteY29122" fmla="*/ 3711797 h 5143785"/>
              <a:gd name="connsiteX29123" fmla="*/ 2904839 w 3114960"/>
              <a:gd name="connsiteY29123" fmla="*/ 3705797 h 5143785"/>
              <a:gd name="connsiteX29124" fmla="*/ 2884551 w 3114960"/>
              <a:gd name="connsiteY29124" fmla="*/ 3705797 h 5143785"/>
              <a:gd name="connsiteX29125" fmla="*/ 2881979 w 3114960"/>
              <a:gd name="connsiteY29125" fmla="*/ 3706463 h 5143785"/>
              <a:gd name="connsiteX29126" fmla="*/ 2817305 w 3114960"/>
              <a:gd name="connsiteY29126" fmla="*/ 3647218 h 5143785"/>
              <a:gd name="connsiteX29127" fmla="*/ 2817019 w 3114960"/>
              <a:gd name="connsiteY29127" fmla="*/ 3564446 h 5143785"/>
              <a:gd name="connsiteX29128" fmla="*/ 2825305 w 3114960"/>
              <a:gd name="connsiteY29128" fmla="*/ 3557873 h 5143785"/>
              <a:gd name="connsiteX29129" fmla="*/ 2883313 w 3114960"/>
              <a:gd name="connsiteY29129" fmla="*/ 3711702 h 5143785"/>
              <a:gd name="connsiteX29130" fmla="*/ 2884551 w 3114960"/>
              <a:gd name="connsiteY29130" fmla="*/ 3710464 h 5143785"/>
              <a:gd name="connsiteX29131" fmla="*/ 2904839 w 3114960"/>
              <a:gd name="connsiteY29131" fmla="*/ 3710464 h 5143785"/>
              <a:gd name="connsiteX29132" fmla="*/ 2906078 w 3114960"/>
              <a:gd name="connsiteY29132" fmla="*/ 3711702 h 5143785"/>
              <a:gd name="connsiteX29133" fmla="*/ 2906078 w 3114960"/>
              <a:gd name="connsiteY29133" fmla="*/ 3719322 h 5143785"/>
              <a:gd name="connsiteX29134" fmla="*/ 2904839 w 3114960"/>
              <a:gd name="connsiteY29134" fmla="*/ 3720560 h 5143785"/>
              <a:gd name="connsiteX29135" fmla="*/ 2884551 w 3114960"/>
              <a:gd name="connsiteY29135" fmla="*/ 3720560 h 5143785"/>
              <a:gd name="connsiteX29136" fmla="*/ 2883313 w 3114960"/>
              <a:gd name="connsiteY29136" fmla="*/ 3719322 h 5143785"/>
              <a:gd name="connsiteX29137" fmla="*/ 2883313 w 3114960"/>
              <a:gd name="connsiteY29137" fmla="*/ 3711702 h 5143785"/>
              <a:gd name="connsiteX29138" fmla="*/ 2820924 w 3114960"/>
              <a:gd name="connsiteY29138" fmla="*/ 3555683 h 5143785"/>
              <a:gd name="connsiteX29139" fmla="*/ 2811590 w 3114960"/>
              <a:gd name="connsiteY29139" fmla="*/ 3559207 h 5143785"/>
              <a:gd name="connsiteX29140" fmla="*/ 2807875 w 3114960"/>
              <a:gd name="connsiteY29140" fmla="*/ 3555302 h 5143785"/>
              <a:gd name="connsiteX29141" fmla="*/ 2808065 w 3114960"/>
              <a:gd name="connsiteY29141" fmla="*/ 3549872 h 5143785"/>
              <a:gd name="connsiteX29142" fmla="*/ 2808065 w 3114960"/>
              <a:gd name="connsiteY29142" fmla="*/ 3549872 h 5143785"/>
              <a:gd name="connsiteX29143" fmla="*/ 2811971 w 3114960"/>
              <a:gd name="connsiteY29143" fmla="*/ 3546158 h 5143785"/>
              <a:gd name="connsiteX29144" fmla="*/ 2814447 w 3114960"/>
              <a:gd name="connsiteY29144" fmla="*/ 3545681 h 5143785"/>
              <a:gd name="connsiteX29145" fmla="*/ 2817400 w 3114960"/>
              <a:gd name="connsiteY29145" fmla="*/ 3546348 h 5143785"/>
              <a:gd name="connsiteX29146" fmla="*/ 2820924 w 3114960"/>
              <a:gd name="connsiteY29146" fmla="*/ 3555683 h 5143785"/>
              <a:gd name="connsiteX29147" fmla="*/ 836486 w 3114960"/>
              <a:gd name="connsiteY29147" fmla="*/ 1576197 h 5143785"/>
              <a:gd name="connsiteX29148" fmla="*/ 848106 w 3114960"/>
              <a:gd name="connsiteY29148" fmla="*/ 1566482 h 5143785"/>
              <a:gd name="connsiteX29149" fmla="*/ 972122 w 3114960"/>
              <a:gd name="connsiteY29149" fmla="*/ 1566863 h 5143785"/>
              <a:gd name="connsiteX29150" fmla="*/ 1003173 w 3114960"/>
              <a:gd name="connsiteY29150" fmla="*/ 1541907 h 5143785"/>
              <a:gd name="connsiteX29151" fmla="*/ 1145572 w 3114960"/>
              <a:gd name="connsiteY29151" fmla="*/ 1542288 h 5143785"/>
              <a:gd name="connsiteX29152" fmla="*/ 1175290 w 3114960"/>
              <a:gd name="connsiteY29152" fmla="*/ 1570196 h 5143785"/>
              <a:gd name="connsiteX29153" fmla="*/ 1248442 w 3114960"/>
              <a:gd name="connsiteY29153" fmla="*/ 1570006 h 5143785"/>
              <a:gd name="connsiteX29154" fmla="*/ 1260062 w 3114960"/>
              <a:gd name="connsiteY29154" fmla="*/ 1579721 h 5143785"/>
              <a:gd name="connsiteX29155" fmla="*/ 1271683 w 3114960"/>
              <a:gd name="connsiteY29155" fmla="*/ 1570006 h 5143785"/>
              <a:gd name="connsiteX29156" fmla="*/ 1417415 w 3114960"/>
              <a:gd name="connsiteY29156" fmla="*/ 1570006 h 5143785"/>
              <a:gd name="connsiteX29157" fmla="*/ 1441418 w 3114960"/>
              <a:gd name="connsiteY29157" fmla="*/ 1546479 h 5143785"/>
              <a:gd name="connsiteX29158" fmla="*/ 1441418 w 3114960"/>
              <a:gd name="connsiteY29158" fmla="*/ 1445419 h 5143785"/>
              <a:gd name="connsiteX29159" fmla="*/ 1488948 w 3114960"/>
              <a:gd name="connsiteY29159" fmla="*/ 1398746 h 5143785"/>
              <a:gd name="connsiteX29160" fmla="*/ 1493330 w 3114960"/>
              <a:gd name="connsiteY29160" fmla="*/ 1401509 h 5143785"/>
              <a:gd name="connsiteX29161" fmla="*/ 1497330 w 3114960"/>
              <a:gd name="connsiteY29161" fmla="*/ 1402175 h 5143785"/>
              <a:gd name="connsiteX29162" fmla="*/ 1502569 w 3114960"/>
              <a:gd name="connsiteY29162" fmla="*/ 1400937 h 5143785"/>
              <a:gd name="connsiteX29163" fmla="*/ 1508284 w 3114960"/>
              <a:gd name="connsiteY29163" fmla="*/ 1384745 h 5143785"/>
              <a:gd name="connsiteX29164" fmla="*/ 1501331 w 3114960"/>
              <a:gd name="connsiteY29164" fmla="*/ 1378553 h 5143785"/>
              <a:gd name="connsiteX29165" fmla="*/ 1492091 w 3114960"/>
              <a:gd name="connsiteY29165" fmla="*/ 1379030 h 5143785"/>
              <a:gd name="connsiteX29166" fmla="*/ 1485900 w 3114960"/>
              <a:gd name="connsiteY29166" fmla="*/ 1385983 h 5143785"/>
              <a:gd name="connsiteX29167" fmla="*/ 1486281 w 3114960"/>
              <a:gd name="connsiteY29167" fmla="*/ 1394651 h 5143785"/>
              <a:gd name="connsiteX29168" fmla="*/ 1436656 w 3114960"/>
              <a:gd name="connsiteY29168" fmla="*/ 1443323 h 5143785"/>
              <a:gd name="connsiteX29169" fmla="*/ 1436656 w 3114960"/>
              <a:gd name="connsiteY29169" fmla="*/ 1544384 h 5143785"/>
              <a:gd name="connsiteX29170" fmla="*/ 1415510 w 3114960"/>
              <a:gd name="connsiteY29170" fmla="*/ 1565148 h 5143785"/>
              <a:gd name="connsiteX29171" fmla="*/ 1271778 w 3114960"/>
              <a:gd name="connsiteY29171" fmla="*/ 1565148 h 5143785"/>
              <a:gd name="connsiteX29172" fmla="*/ 1260157 w 3114960"/>
              <a:gd name="connsiteY29172" fmla="*/ 1555432 h 5143785"/>
              <a:gd name="connsiteX29173" fmla="*/ 1248537 w 3114960"/>
              <a:gd name="connsiteY29173" fmla="*/ 1565148 h 5143785"/>
              <a:gd name="connsiteX29174" fmla="*/ 1177195 w 3114960"/>
              <a:gd name="connsiteY29174" fmla="*/ 1565339 h 5143785"/>
              <a:gd name="connsiteX29175" fmla="*/ 1147477 w 3114960"/>
              <a:gd name="connsiteY29175" fmla="*/ 1537430 h 5143785"/>
              <a:gd name="connsiteX29176" fmla="*/ 1002411 w 3114960"/>
              <a:gd name="connsiteY29176" fmla="*/ 1537049 h 5143785"/>
              <a:gd name="connsiteX29177" fmla="*/ 1001554 w 3114960"/>
              <a:gd name="connsiteY29177" fmla="*/ 1537049 h 5143785"/>
              <a:gd name="connsiteX29178" fmla="*/ 970502 w 3114960"/>
              <a:gd name="connsiteY29178" fmla="*/ 1562005 h 5143785"/>
              <a:gd name="connsiteX29179" fmla="*/ 848201 w 3114960"/>
              <a:gd name="connsiteY29179" fmla="*/ 1561624 h 5143785"/>
              <a:gd name="connsiteX29180" fmla="*/ 836581 w 3114960"/>
              <a:gd name="connsiteY29180" fmla="*/ 1551813 h 5143785"/>
              <a:gd name="connsiteX29181" fmla="*/ 824484 w 3114960"/>
              <a:gd name="connsiteY29181" fmla="*/ 1563910 h 5143785"/>
              <a:gd name="connsiteX29182" fmla="*/ 836581 w 3114960"/>
              <a:gd name="connsiteY29182" fmla="*/ 1576007 h 5143785"/>
              <a:gd name="connsiteX29183" fmla="*/ 1490472 w 3114960"/>
              <a:gd name="connsiteY29183" fmla="*/ 1387507 h 5143785"/>
              <a:gd name="connsiteX29184" fmla="*/ 1494282 w 3114960"/>
              <a:gd name="connsiteY29184" fmla="*/ 1383316 h 5143785"/>
              <a:gd name="connsiteX29185" fmla="*/ 1497425 w 3114960"/>
              <a:gd name="connsiteY29185" fmla="*/ 1382554 h 5143785"/>
              <a:gd name="connsiteX29186" fmla="*/ 1504093 w 3114960"/>
              <a:gd name="connsiteY29186" fmla="*/ 1386745 h 5143785"/>
              <a:gd name="connsiteX29187" fmla="*/ 1500664 w 3114960"/>
              <a:gd name="connsiteY29187" fmla="*/ 1396556 h 5143785"/>
              <a:gd name="connsiteX29188" fmla="*/ 1490853 w 3114960"/>
              <a:gd name="connsiteY29188" fmla="*/ 1393127 h 5143785"/>
              <a:gd name="connsiteX29189" fmla="*/ 1490567 w 3114960"/>
              <a:gd name="connsiteY29189" fmla="*/ 1387507 h 5143785"/>
              <a:gd name="connsiteX29190" fmla="*/ 1260157 w 3114960"/>
              <a:gd name="connsiteY29190" fmla="*/ 1560100 h 5143785"/>
              <a:gd name="connsiteX29191" fmla="*/ 1267492 w 3114960"/>
              <a:gd name="connsiteY29191" fmla="*/ 1567434 h 5143785"/>
              <a:gd name="connsiteX29192" fmla="*/ 1260157 w 3114960"/>
              <a:gd name="connsiteY29192" fmla="*/ 1574768 h 5143785"/>
              <a:gd name="connsiteX29193" fmla="*/ 1252823 w 3114960"/>
              <a:gd name="connsiteY29193" fmla="*/ 1567434 h 5143785"/>
              <a:gd name="connsiteX29194" fmla="*/ 1260157 w 3114960"/>
              <a:gd name="connsiteY29194" fmla="*/ 1560100 h 5143785"/>
              <a:gd name="connsiteX29195" fmla="*/ 836486 w 3114960"/>
              <a:gd name="connsiteY29195" fmla="*/ 1556671 h 5143785"/>
              <a:gd name="connsiteX29196" fmla="*/ 843820 w 3114960"/>
              <a:gd name="connsiteY29196" fmla="*/ 1564005 h 5143785"/>
              <a:gd name="connsiteX29197" fmla="*/ 836486 w 3114960"/>
              <a:gd name="connsiteY29197" fmla="*/ 1571339 h 5143785"/>
              <a:gd name="connsiteX29198" fmla="*/ 829151 w 3114960"/>
              <a:gd name="connsiteY29198" fmla="*/ 1564005 h 5143785"/>
              <a:gd name="connsiteX29199" fmla="*/ 836486 w 3114960"/>
              <a:gd name="connsiteY29199" fmla="*/ 1556671 h 5143785"/>
              <a:gd name="connsiteX29200" fmla="*/ 830104 w 3114960"/>
              <a:gd name="connsiteY29200" fmla="*/ 1614202 h 5143785"/>
              <a:gd name="connsiteX29201" fmla="*/ 843058 w 3114960"/>
              <a:gd name="connsiteY29201" fmla="*/ 1614202 h 5143785"/>
              <a:gd name="connsiteX29202" fmla="*/ 848106 w 3114960"/>
              <a:gd name="connsiteY29202" fmla="*/ 1609153 h 5143785"/>
              <a:gd name="connsiteX29203" fmla="*/ 848106 w 3114960"/>
              <a:gd name="connsiteY29203" fmla="*/ 1604010 h 5143785"/>
              <a:gd name="connsiteX29204" fmla="*/ 991838 w 3114960"/>
              <a:gd name="connsiteY29204" fmla="*/ 1604010 h 5143785"/>
              <a:gd name="connsiteX29205" fmla="*/ 1016794 w 3114960"/>
              <a:gd name="connsiteY29205" fmla="*/ 1581150 h 5143785"/>
              <a:gd name="connsiteX29206" fmla="*/ 1134428 w 3114960"/>
              <a:gd name="connsiteY29206" fmla="*/ 1581150 h 5143785"/>
              <a:gd name="connsiteX29207" fmla="*/ 1159002 w 3114960"/>
              <a:gd name="connsiteY29207" fmla="*/ 1606296 h 5143785"/>
              <a:gd name="connsiteX29208" fmla="*/ 1204627 w 3114960"/>
              <a:gd name="connsiteY29208" fmla="*/ 1606296 h 5143785"/>
              <a:gd name="connsiteX29209" fmla="*/ 1204627 w 3114960"/>
              <a:gd name="connsiteY29209" fmla="*/ 1601534 h 5143785"/>
              <a:gd name="connsiteX29210" fmla="*/ 1161002 w 3114960"/>
              <a:gd name="connsiteY29210" fmla="*/ 1601534 h 5143785"/>
              <a:gd name="connsiteX29211" fmla="*/ 1136428 w 3114960"/>
              <a:gd name="connsiteY29211" fmla="*/ 1576388 h 5143785"/>
              <a:gd name="connsiteX29212" fmla="*/ 1014889 w 3114960"/>
              <a:gd name="connsiteY29212" fmla="*/ 1576388 h 5143785"/>
              <a:gd name="connsiteX29213" fmla="*/ 989933 w 3114960"/>
              <a:gd name="connsiteY29213" fmla="*/ 1599248 h 5143785"/>
              <a:gd name="connsiteX29214" fmla="*/ 848011 w 3114960"/>
              <a:gd name="connsiteY29214" fmla="*/ 1599248 h 5143785"/>
              <a:gd name="connsiteX29215" fmla="*/ 848011 w 3114960"/>
              <a:gd name="connsiteY29215" fmla="*/ 1596200 h 5143785"/>
              <a:gd name="connsiteX29216" fmla="*/ 842963 w 3114960"/>
              <a:gd name="connsiteY29216" fmla="*/ 1591151 h 5143785"/>
              <a:gd name="connsiteX29217" fmla="*/ 830009 w 3114960"/>
              <a:gd name="connsiteY29217" fmla="*/ 1591151 h 5143785"/>
              <a:gd name="connsiteX29218" fmla="*/ 824960 w 3114960"/>
              <a:gd name="connsiteY29218" fmla="*/ 1596200 h 5143785"/>
              <a:gd name="connsiteX29219" fmla="*/ 824960 w 3114960"/>
              <a:gd name="connsiteY29219" fmla="*/ 1609153 h 5143785"/>
              <a:gd name="connsiteX29220" fmla="*/ 830009 w 3114960"/>
              <a:gd name="connsiteY29220" fmla="*/ 1614202 h 5143785"/>
              <a:gd name="connsiteX29221" fmla="*/ 830104 w 3114960"/>
              <a:gd name="connsiteY29221" fmla="*/ 1595914 h 5143785"/>
              <a:gd name="connsiteX29222" fmla="*/ 843344 w 3114960"/>
              <a:gd name="connsiteY29222" fmla="*/ 1596200 h 5143785"/>
              <a:gd name="connsiteX29223" fmla="*/ 843344 w 3114960"/>
              <a:gd name="connsiteY29223" fmla="*/ 1609153 h 5143785"/>
              <a:gd name="connsiteX29224" fmla="*/ 843058 w 3114960"/>
              <a:gd name="connsiteY29224" fmla="*/ 1609439 h 5143785"/>
              <a:gd name="connsiteX29225" fmla="*/ 829818 w 3114960"/>
              <a:gd name="connsiteY29225" fmla="*/ 1609153 h 5143785"/>
              <a:gd name="connsiteX29226" fmla="*/ 830104 w 3114960"/>
              <a:gd name="connsiteY29226" fmla="*/ 1595914 h 5143785"/>
              <a:gd name="connsiteX29227" fmla="*/ 827342 w 3114960"/>
              <a:gd name="connsiteY29227" fmla="*/ 1686401 h 5143785"/>
              <a:gd name="connsiteX29228" fmla="*/ 827342 w 3114960"/>
              <a:gd name="connsiteY29228" fmla="*/ 1673447 h 5143785"/>
              <a:gd name="connsiteX29229" fmla="*/ 830009 w 3114960"/>
              <a:gd name="connsiteY29229" fmla="*/ 1670780 h 5143785"/>
              <a:gd name="connsiteX29230" fmla="*/ 842963 w 3114960"/>
              <a:gd name="connsiteY29230" fmla="*/ 1670780 h 5143785"/>
              <a:gd name="connsiteX29231" fmla="*/ 845629 w 3114960"/>
              <a:gd name="connsiteY29231" fmla="*/ 1673447 h 5143785"/>
              <a:gd name="connsiteX29232" fmla="*/ 845629 w 3114960"/>
              <a:gd name="connsiteY29232" fmla="*/ 1677543 h 5143785"/>
              <a:gd name="connsiteX29233" fmla="*/ 1028795 w 3114960"/>
              <a:gd name="connsiteY29233" fmla="*/ 1677543 h 5143785"/>
              <a:gd name="connsiteX29234" fmla="*/ 1058799 w 3114960"/>
              <a:gd name="connsiteY29234" fmla="*/ 1652302 h 5143785"/>
              <a:gd name="connsiteX29235" fmla="*/ 1115949 w 3114960"/>
              <a:gd name="connsiteY29235" fmla="*/ 1652302 h 5143785"/>
              <a:gd name="connsiteX29236" fmla="*/ 1140524 w 3114960"/>
              <a:gd name="connsiteY29236" fmla="*/ 1677448 h 5143785"/>
              <a:gd name="connsiteX29237" fmla="*/ 1205103 w 3114960"/>
              <a:gd name="connsiteY29237" fmla="*/ 1677448 h 5143785"/>
              <a:gd name="connsiteX29238" fmla="*/ 1214342 w 3114960"/>
              <a:gd name="connsiteY29238" fmla="*/ 1670114 h 5143785"/>
              <a:gd name="connsiteX29239" fmla="*/ 1224058 w 3114960"/>
              <a:gd name="connsiteY29239" fmla="*/ 1679829 h 5143785"/>
              <a:gd name="connsiteX29240" fmla="*/ 1214342 w 3114960"/>
              <a:gd name="connsiteY29240" fmla="*/ 1689545 h 5143785"/>
              <a:gd name="connsiteX29241" fmla="*/ 1205103 w 3114960"/>
              <a:gd name="connsiteY29241" fmla="*/ 1682210 h 5143785"/>
              <a:gd name="connsiteX29242" fmla="*/ 1138523 w 3114960"/>
              <a:gd name="connsiteY29242" fmla="*/ 1682210 h 5143785"/>
              <a:gd name="connsiteX29243" fmla="*/ 1113949 w 3114960"/>
              <a:gd name="connsiteY29243" fmla="*/ 1657064 h 5143785"/>
              <a:gd name="connsiteX29244" fmla="*/ 1060609 w 3114960"/>
              <a:gd name="connsiteY29244" fmla="*/ 1657064 h 5143785"/>
              <a:gd name="connsiteX29245" fmla="*/ 1030605 w 3114960"/>
              <a:gd name="connsiteY29245" fmla="*/ 1682306 h 5143785"/>
              <a:gd name="connsiteX29246" fmla="*/ 845629 w 3114960"/>
              <a:gd name="connsiteY29246" fmla="*/ 1682306 h 5143785"/>
              <a:gd name="connsiteX29247" fmla="*/ 845629 w 3114960"/>
              <a:gd name="connsiteY29247" fmla="*/ 1686306 h 5143785"/>
              <a:gd name="connsiteX29248" fmla="*/ 842963 w 3114960"/>
              <a:gd name="connsiteY29248" fmla="*/ 1688973 h 5143785"/>
              <a:gd name="connsiteX29249" fmla="*/ 830009 w 3114960"/>
              <a:gd name="connsiteY29249" fmla="*/ 1688973 h 5143785"/>
              <a:gd name="connsiteX29250" fmla="*/ 827342 w 3114960"/>
              <a:gd name="connsiteY29250" fmla="*/ 1686306 h 5143785"/>
              <a:gd name="connsiteX29251" fmla="*/ 3084957 w 3114960"/>
              <a:gd name="connsiteY29251" fmla="*/ 437483 h 5143785"/>
              <a:gd name="connsiteX29252" fmla="*/ 3076575 w 3114960"/>
              <a:gd name="connsiteY29252" fmla="*/ 431483 h 5143785"/>
              <a:gd name="connsiteX29253" fmla="*/ 3066384 w 3114960"/>
              <a:gd name="connsiteY29253" fmla="*/ 433197 h 5143785"/>
              <a:gd name="connsiteX29254" fmla="*/ 3060383 w 3114960"/>
              <a:gd name="connsiteY29254" fmla="*/ 441579 h 5143785"/>
              <a:gd name="connsiteX29255" fmla="*/ 3062097 w 3114960"/>
              <a:gd name="connsiteY29255" fmla="*/ 451771 h 5143785"/>
              <a:gd name="connsiteX29256" fmla="*/ 3073527 w 3114960"/>
              <a:gd name="connsiteY29256" fmla="*/ 458153 h 5143785"/>
              <a:gd name="connsiteX29257" fmla="*/ 3080576 w 3114960"/>
              <a:gd name="connsiteY29257" fmla="*/ 456152 h 5143785"/>
              <a:gd name="connsiteX29258" fmla="*/ 3082957 w 3114960"/>
              <a:gd name="connsiteY29258" fmla="*/ 453962 h 5143785"/>
              <a:gd name="connsiteX29259" fmla="*/ 3109627 w 3114960"/>
              <a:gd name="connsiteY29259" fmla="*/ 479393 h 5143785"/>
              <a:gd name="connsiteX29260" fmla="*/ 3109627 w 3114960"/>
              <a:gd name="connsiteY29260" fmla="*/ 610743 h 5143785"/>
              <a:gd name="connsiteX29261" fmla="*/ 3114675 w 3114960"/>
              <a:gd name="connsiteY29261" fmla="*/ 616839 h 5143785"/>
              <a:gd name="connsiteX29262" fmla="*/ 3114675 w 3114960"/>
              <a:gd name="connsiteY29262" fmla="*/ 609410 h 5143785"/>
              <a:gd name="connsiteX29263" fmla="*/ 3114389 w 3114960"/>
              <a:gd name="connsiteY29263" fmla="*/ 609029 h 5143785"/>
              <a:gd name="connsiteX29264" fmla="*/ 3114389 w 3114960"/>
              <a:gd name="connsiteY29264" fmla="*/ 477393 h 5143785"/>
              <a:gd name="connsiteX29265" fmla="*/ 3085624 w 3114960"/>
              <a:gd name="connsiteY29265" fmla="*/ 449961 h 5143785"/>
              <a:gd name="connsiteX29266" fmla="*/ 3086576 w 3114960"/>
              <a:gd name="connsiteY29266" fmla="*/ 447865 h 5143785"/>
              <a:gd name="connsiteX29267" fmla="*/ 3084862 w 3114960"/>
              <a:gd name="connsiteY29267" fmla="*/ 437674 h 5143785"/>
              <a:gd name="connsiteX29268" fmla="*/ 3082004 w 3114960"/>
              <a:gd name="connsiteY29268" fmla="*/ 446627 h 5143785"/>
              <a:gd name="connsiteX29269" fmla="*/ 3078099 w 3114960"/>
              <a:gd name="connsiteY29269" fmla="*/ 452057 h 5143785"/>
              <a:gd name="connsiteX29270" fmla="*/ 3071527 w 3114960"/>
              <a:gd name="connsiteY29270" fmla="*/ 453104 h 5143785"/>
              <a:gd name="connsiteX29271" fmla="*/ 3066098 w 3114960"/>
              <a:gd name="connsiteY29271" fmla="*/ 449199 h 5143785"/>
              <a:gd name="connsiteX29272" fmla="*/ 3065050 w 3114960"/>
              <a:gd name="connsiteY29272" fmla="*/ 442627 h 5143785"/>
              <a:gd name="connsiteX29273" fmla="*/ 3068955 w 3114960"/>
              <a:gd name="connsiteY29273" fmla="*/ 437198 h 5143785"/>
              <a:gd name="connsiteX29274" fmla="*/ 3073527 w 3114960"/>
              <a:gd name="connsiteY29274" fmla="*/ 435864 h 5143785"/>
              <a:gd name="connsiteX29275" fmla="*/ 3075527 w 3114960"/>
              <a:gd name="connsiteY29275" fmla="*/ 436055 h 5143785"/>
              <a:gd name="connsiteX29276" fmla="*/ 3080957 w 3114960"/>
              <a:gd name="connsiteY29276" fmla="*/ 439960 h 5143785"/>
              <a:gd name="connsiteX29277" fmla="*/ 3082004 w 3114960"/>
              <a:gd name="connsiteY29277" fmla="*/ 446532 h 5143785"/>
              <a:gd name="connsiteX29278" fmla="*/ 3113437 w 3114960"/>
              <a:gd name="connsiteY29278" fmla="*/ 4140518 h 5143785"/>
              <a:gd name="connsiteX29279" fmla="*/ 3108293 w 3114960"/>
              <a:gd name="connsiteY29279" fmla="*/ 4133850 h 5143785"/>
              <a:gd name="connsiteX29280" fmla="*/ 3100007 w 3114960"/>
              <a:gd name="connsiteY29280" fmla="*/ 4132707 h 5143785"/>
              <a:gd name="connsiteX29281" fmla="*/ 3093339 w 3114960"/>
              <a:gd name="connsiteY29281" fmla="*/ 4137851 h 5143785"/>
              <a:gd name="connsiteX29282" fmla="*/ 3092196 w 3114960"/>
              <a:gd name="connsiteY29282" fmla="*/ 4146137 h 5143785"/>
              <a:gd name="connsiteX29283" fmla="*/ 3097340 w 3114960"/>
              <a:gd name="connsiteY29283" fmla="*/ 4152805 h 5143785"/>
              <a:gd name="connsiteX29284" fmla="*/ 3102769 w 3114960"/>
              <a:gd name="connsiteY29284" fmla="*/ 4154234 h 5143785"/>
              <a:gd name="connsiteX29285" fmla="*/ 3108198 w 3114960"/>
              <a:gd name="connsiteY29285" fmla="*/ 4152805 h 5143785"/>
              <a:gd name="connsiteX29286" fmla="*/ 3114675 w 3114960"/>
              <a:gd name="connsiteY29286" fmla="*/ 4159472 h 5143785"/>
              <a:gd name="connsiteX29287" fmla="*/ 3114675 w 3114960"/>
              <a:gd name="connsiteY29287" fmla="*/ 4152614 h 5143785"/>
              <a:gd name="connsiteX29288" fmla="*/ 3111722 w 3114960"/>
              <a:gd name="connsiteY29288" fmla="*/ 4149567 h 5143785"/>
              <a:gd name="connsiteX29289" fmla="*/ 3112294 w 3114960"/>
              <a:gd name="connsiteY29289" fmla="*/ 4148804 h 5143785"/>
              <a:gd name="connsiteX29290" fmla="*/ 3113437 w 3114960"/>
              <a:gd name="connsiteY29290" fmla="*/ 4140518 h 5143785"/>
              <a:gd name="connsiteX29291" fmla="*/ 3108293 w 3114960"/>
              <a:gd name="connsiteY29291" fmla="*/ 4146423 h 5143785"/>
              <a:gd name="connsiteX29292" fmla="*/ 3099816 w 3114960"/>
              <a:gd name="connsiteY29292" fmla="*/ 4148709 h 5143785"/>
              <a:gd name="connsiteX29293" fmla="*/ 3096959 w 3114960"/>
              <a:gd name="connsiteY29293" fmla="*/ 4144994 h 5143785"/>
              <a:gd name="connsiteX29294" fmla="*/ 3097530 w 3114960"/>
              <a:gd name="connsiteY29294" fmla="*/ 4140327 h 5143785"/>
              <a:gd name="connsiteX29295" fmla="*/ 3101245 w 3114960"/>
              <a:gd name="connsiteY29295" fmla="*/ 4137470 h 5143785"/>
              <a:gd name="connsiteX29296" fmla="*/ 3102864 w 3114960"/>
              <a:gd name="connsiteY29296" fmla="*/ 4137279 h 5143785"/>
              <a:gd name="connsiteX29297" fmla="*/ 3105912 w 3114960"/>
              <a:gd name="connsiteY29297" fmla="*/ 4138136 h 5143785"/>
              <a:gd name="connsiteX29298" fmla="*/ 3108770 w 3114960"/>
              <a:gd name="connsiteY29298" fmla="*/ 4141851 h 5143785"/>
              <a:gd name="connsiteX29299" fmla="*/ 3108198 w 3114960"/>
              <a:gd name="connsiteY29299" fmla="*/ 4146518 h 5143785"/>
              <a:gd name="connsiteX29300" fmla="*/ 3026474 w 3114960"/>
              <a:gd name="connsiteY29300" fmla="*/ 3886962 h 5143785"/>
              <a:gd name="connsiteX29301" fmla="*/ 3016568 w 3114960"/>
              <a:gd name="connsiteY29301" fmla="*/ 3886962 h 5143785"/>
              <a:gd name="connsiteX29302" fmla="*/ 3010281 w 3114960"/>
              <a:gd name="connsiteY29302" fmla="*/ 3893249 h 5143785"/>
              <a:gd name="connsiteX29303" fmla="*/ 3010281 w 3114960"/>
              <a:gd name="connsiteY29303" fmla="*/ 3903155 h 5143785"/>
              <a:gd name="connsiteX29304" fmla="*/ 3016568 w 3114960"/>
              <a:gd name="connsiteY29304" fmla="*/ 3909441 h 5143785"/>
              <a:gd name="connsiteX29305" fmla="*/ 3026474 w 3114960"/>
              <a:gd name="connsiteY29305" fmla="*/ 3909441 h 5143785"/>
              <a:gd name="connsiteX29306" fmla="*/ 3032760 w 3114960"/>
              <a:gd name="connsiteY29306" fmla="*/ 3903155 h 5143785"/>
              <a:gd name="connsiteX29307" fmla="*/ 3032760 w 3114960"/>
              <a:gd name="connsiteY29307" fmla="*/ 3900202 h 5143785"/>
              <a:gd name="connsiteX29308" fmla="*/ 3090291 w 3114960"/>
              <a:gd name="connsiteY29308" fmla="*/ 3900202 h 5143785"/>
              <a:gd name="connsiteX29309" fmla="*/ 3108008 w 3114960"/>
              <a:gd name="connsiteY29309" fmla="*/ 3884676 h 5143785"/>
              <a:gd name="connsiteX29310" fmla="*/ 3114770 w 3114960"/>
              <a:gd name="connsiteY29310" fmla="*/ 3884676 h 5143785"/>
              <a:gd name="connsiteX29311" fmla="*/ 3114770 w 3114960"/>
              <a:gd name="connsiteY29311" fmla="*/ 3879913 h 5143785"/>
              <a:gd name="connsiteX29312" fmla="*/ 3106198 w 3114960"/>
              <a:gd name="connsiteY29312" fmla="*/ 3879913 h 5143785"/>
              <a:gd name="connsiteX29313" fmla="*/ 3088481 w 3114960"/>
              <a:gd name="connsiteY29313" fmla="*/ 3895439 h 5143785"/>
              <a:gd name="connsiteX29314" fmla="*/ 3032760 w 3114960"/>
              <a:gd name="connsiteY29314" fmla="*/ 3895439 h 5143785"/>
              <a:gd name="connsiteX29315" fmla="*/ 3032760 w 3114960"/>
              <a:gd name="connsiteY29315" fmla="*/ 3893153 h 5143785"/>
              <a:gd name="connsiteX29316" fmla="*/ 3026474 w 3114960"/>
              <a:gd name="connsiteY29316" fmla="*/ 3886867 h 5143785"/>
              <a:gd name="connsiteX29317" fmla="*/ 3027998 w 3114960"/>
              <a:gd name="connsiteY29317" fmla="*/ 3903155 h 5143785"/>
              <a:gd name="connsiteX29318" fmla="*/ 3026474 w 3114960"/>
              <a:gd name="connsiteY29318" fmla="*/ 3904679 h 5143785"/>
              <a:gd name="connsiteX29319" fmla="*/ 3016568 w 3114960"/>
              <a:gd name="connsiteY29319" fmla="*/ 3904679 h 5143785"/>
              <a:gd name="connsiteX29320" fmla="*/ 3015044 w 3114960"/>
              <a:gd name="connsiteY29320" fmla="*/ 3903155 h 5143785"/>
              <a:gd name="connsiteX29321" fmla="*/ 3015044 w 3114960"/>
              <a:gd name="connsiteY29321" fmla="*/ 3893249 h 5143785"/>
              <a:gd name="connsiteX29322" fmla="*/ 3016568 w 3114960"/>
              <a:gd name="connsiteY29322" fmla="*/ 3891725 h 5143785"/>
              <a:gd name="connsiteX29323" fmla="*/ 3026474 w 3114960"/>
              <a:gd name="connsiteY29323" fmla="*/ 3891725 h 5143785"/>
              <a:gd name="connsiteX29324" fmla="*/ 3027998 w 3114960"/>
              <a:gd name="connsiteY29324" fmla="*/ 3893249 h 5143785"/>
              <a:gd name="connsiteX29325" fmla="*/ 3027998 w 3114960"/>
              <a:gd name="connsiteY29325" fmla="*/ 3903155 h 5143785"/>
              <a:gd name="connsiteX29326" fmla="*/ 836486 w 3114960"/>
              <a:gd name="connsiteY29326" fmla="*/ 1651064 h 5143785"/>
              <a:gd name="connsiteX29327" fmla="*/ 845439 w 3114960"/>
              <a:gd name="connsiteY29327" fmla="*/ 1645063 h 5143785"/>
              <a:gd name="connsiteX29328" fmla="*/ 1003840 w 3114960"/>
              <a:gd name="connsiteY29328" fmla="*/ 1645349 h 5143785"/>
              <a:gd name="connsiteX29329" fmla="*/ 1004697 w 3114960"/>
              <a:gd name="connsiteY29329" fmla="*/ 1645349 h 5143785"/>
              <a:gd name="connsiteX29330" fmla="*/ 1037939 w 3114960"/>
              <a:gd name="connsiteY29330" fmla="*/ 1618488 h 5143785"/>
              <a:gd name="connsiteX29331" fmla="*/ 1120807 w 3114960"/>
              <a:gd name="connsiteY29331" fmla="*/ 1618012 h 5143785"/>
              <a:gd name="connsiteX29332" fmla="*/ 1147191 w 3114960"/>
              <a:gd name="connsiteY29332" fmla="*/ 1645063 h 5143785"/>
              <a:gd name="connsiteX29333" fmla="*/ 1225201 w 3114960"/>
              <a:gd name="connsiteY29333" fmla="*/ 1645349 h 5143785"/>
              <a:gd name="connsiteX29334" fmla="*/ 1225201 w 3114960"/>
              <a:gd name="connsiteY29334" fmla="*/ 1648301 h 5143785"/>
              <a:gd name="connsiteX29335" fmla="*/ 1230249 w 3114960"/>
              <a:gd name="connsiteY29335" fmla="*/ 1653350 h 5143785"/>
              <a:gd name="connsiteX29336" fmla="*/ 1243203 w 3114960"/>
              <a:gd name="connsiteY29336" fmla="*/ 1653350 h 5143785"/>
              <a:gd name="connsiteX29337" fmla="*/ 1248251 w 3114960"/>
              <a:gd name="connsiteY29337" fmla="*/ 1648301 h 5143785"/>
              <a:gd name="connsiteX29338" fmla="*/ 1248251 w 3114960"/>
              <a:gd name="connsiteY29338" fmla="*/ 1635347 h 5143785"/>
              <a:gd name="connsiteX29339" fmla="*/ 1243203 w 3114960"/>
              <a:gd name="connsiteY29339" fmla="*/ 1630299 h 5143785"/>
              <a:gd name="connsiteX29340" fmla="*/ 1230249 w 3114960"/>
              <a:gd name="connsiteY29340" fmla="*/ 1630299 h 5143785"/>
              <a:gd name="connsiteX29341" fmla="*/ 1225201 w 3114960"/>
              <a:gd name="connsiteY29341" fmla="*/ 1635347 h 5143785"/>
              <a:gd name="connsiteX29342" fmla="*/ 1225201 w 3114960"/>
              <a:gd name="connsiteY29342" fmla="*/ 1640491 h 5143785"/>
              <a:gd name="connsiteX29343" fmla="*/ 1149287 w 3114960"/>
              <a:gd name="connsiteY29343" fmla="*/ 1640205 h 5143785"/>
              <a:gd name="connsiteX29344" fmla="*/ 1122902 w 3114960"/>
              <a:gd name="connsiteY29344" fmla="*/ 1613154 h 5143785"/>
              <a:gd name="connsiteX29345" fmla="*/ 1036320 w 3114960"/>
              <a:gd name="connsiteY29345" fmla="*/ 1613630 h 5143785"/>
              <a:gd name="connsiteX29346" fmla="*/ 1003078 w 3114960"/>
              <a:gd name="connsiteY29346" fmla="*/ 1640491 h 5143785"/>
              <a:gd name="connsiteX29347" fmla="*/ 846106 w 3114960"/>
              <a:gd name="connsiteY29347" fmla="*/ 1640205 h 5143785"/>
              <a:gd name="connsiteX29348" fmla="*/ 836581 w 3114960"/>
              <a:gd name="connsiteY29348" fmla="*/ 1631442 h 5143785"/>
              <a:gd name="connsiteX29349" fmla="*/ 826865 w 3114960"/>
              <a:gd name="connsiteY29349" fmla="*/ 1641157 h 5143785"/>
              <a:gd name="connsiteX29350" fmla="*/ 836581 w 3114960"/>
              <a:gd name="connsiteY29350" fmla="*/ 1650873 h 5143785"/>
              <a:gd name="connsiteX29351" fmla="*/ 1230249 w 3114960"/>
              <a:gd name="connsiteY29351" fmla="*/ 1635157 h 5143785"/>
              <a:gd name="connsiteX29352" fmla="*/ 1243489 w 3114960"/>
              <a:gd name="connsiteY29352" fmla="*/ 1635443 h 5143785"/>
              <a:gd name="connsiteX29353" fmla="*/ 1243489 w 3114960"/>
              <a:gd name="connsiteY29353" fmla="*/ 1648397 h 5143785"/>
              <a:gd name="connsiteX29354" fmla="*/ 1243203 w 3114960"/>
              <a:gd name="connsiteY29354" fmla="*/ 1648682 h 5143785"/>
              <a:gd name="connsiteX29355" fmla="*/ 1229963 w 3114960"/>
              <a:gd name="connsiteY29355" fmla="*/ 1648397 h 5143785"/>
              <a:gd name="connsiteX29356" fmla="*/ 1230249 w 3114960"/>
              <a:gd name="connsiteY29356" fmla="*/ 1635157 h 5143785"/>
              <a:gd name="connsiteX29357" fmla="*/ 826579 w 3114960"/>
              <a:gd name="connsiteY29357" fmla="*/ 3099911 h 5143785"/>
              <a:gd name="connsiteX29358" fmla="*/ 844201 w 3114960"/>
              <a:gd name="connsiteY29358" fmla="*/ 3099911 h 5143785"/>
              <a:gd name="connsiteX29359" fmla="*/ 844201 w 3114960"/>
              <a:gd name="connsiteY29359" fmla="*/ 3104674 h 5143785"/>
              <a:gd name="connsiteX29360" fmla="*/ 826579 w 3114960"/>
              <a:gd name="connsiteY29360" fmla="*/ 3104674 h 5143785"/>
              <a:gd name="connsiteX29361" fmla="*/ 826579 w 3114960"/>
              <a:gd name="connsiteY29361" fmla="*/ 3099911 h 5143785"/>
              <a:gd name="connsiteX29362" fmla="*/ 2929223 w 3114960"/>
              <a:gd name="connsiteY29362" fmla="*/ 2659856 h 5143785"/>
              <a:gd name="connsiteX29363" fmla="*/ 2909126 w 3114960"/>
              <a:gd name="connsiteY29363" fmla="*/ 2659856 h 5143785"/>
              <a:gd name="connsiteX29364" fmla="*/ 2903125 w 3114960"/>
              <a:gd name="connsiteY29364" fmla="*/ 2653855 h 5143785"/>
              <a:gd name="connsiteX29365" fmla="*/ 2903125 w 3114960"/>
              <a:gd name="connsiteY29365" fmla="*/ 2633758 h 5143785"/>
              <a:gd name="connsiteX29366" fmla="*/ 2909126 w 3114960"/>
              <a:gd name="connsiteY29366" fmla="*/ 2627757 h 5143785"/>
              <a:gd name="connsiteX29367" fmla="*/ 2929223 w 3114960"/>
              <a:gd name="connsiteY29367" fmla="*/ 2627757 h 5143785"/>
              <a:gd name="connsiteX29368" fmla="*/ 2935224 w 3114960"/>
              <a:gd name="connsiteY29368" fmla="*/ 2633758 h 5143785"/>
              <a:gd name="connsiteX29369" fmla="*/ 2935224 w 3114960"/>
              <a:gd name="connsiteY29369" fmla="*/ 2653855 h 5143785"/>
              <a:gd name="connsiteX29370" fmla="*/ 2929223 w 3114960"/>
              <a:gd name="connsiteY29370" fmla="*/ 2659856 h 5143785"/>
              <a:gd name="connsiteX29371" fmla="*/ 2297335 w 3114960"/>
              <a:gd name="connsiteY29371" fmla="*/ 2979611 h 5143785"/>
              <a:gd name="connsiteX29372" fmla="*/ 2297525 w 3114960"/>
              <a:gd name="connsiteY29372" fmla="*/ 2998661 h 5143785"/>
              <a:gd name="connsiteX29373" fmla="*/ 2292763 w 3114960"/>
              <a:gd name="connsiteY29373" fmla="*/ 2998661 h 5143785"/>
              <a:gd name="connsiteX29374" fmla="*/ 2292572 w 3114960"/>
              <a:gd name="connsiteY29374" fmla="*/ 2979611 h 5143785"/>
              <a:gd name="connsiteX29375" fmla="*/ 2297335 w 3114960"/>
              <a:gd name="connsiteY29375" fmla="*/ 2979611 h 5143785"/>
              <a:gd name="connsiteX29376" fmla="*/ 146114 w 3114960"/>
              <a:gd name="connsiteY29376" fmla="*/ 2338197 h 5143785"/>
              <a:gd name="connsiteX29377" fmla="*/ 188976 w 3114960"/>
              <a:gd name="connsiteY29377" fmla="*/ 2303050 h 5143785"/>
              <a:gd name="connsiteX29378" fmla="*/ 235172 w 3114960"/>
              <a:gd name="connsiteY29378" fmla="*/ 2303050 h 5143785"/>
              <a:gd name="connsiteX29379" fmla="*/ 246983 w 3114960"/>
              <a:gd name="connsiteY29379" fmla="*/ 2311241 h 5143785"/>
              <a:gd name="connsiteX29380" fmla="*/ 259747 w 3114960"/>
              <a:gd name="connsiteY29380" fmla="*/ 2298287 h 5143785"/>
              <a:gd name="connsiteX29381" fmla="*/ 257270 w 3114960"/>
              <a:gd name="connsiteY29381" fmla="*/ 2290667 h 5143785"/>
              <a:gd name="connsiteX29382" fmla="*/ 258413 w 3114960"/>
              <a:gd name="connsiteY29382" fmla="*/ 2289524 h 5143785"/>
              <a:gd name="connsiteX29383" fmla="*/ 255080 w 3114960"/>
              <a:gd name="connsiteY29383" fmla="*/ 2286095 h 5143785"/>
              <a:gd name="connsiteX29384" fmla="*/ 253746 w 3114960"/>
              <a:gd name="connsiteY29384" fmla="*/ 2287334 h 5143785"/>
              <a:gd name="connsiteX29385" fmla="*/ 246888 w 3114960"/>
              <a:gd name="connsiteY29385" fmla="*/ 2285238 h 5143785"/>
              <a:gd name="connsiteX29386" fmla="*/ 235077 w 3114960"/>
              <a:gd name="connsiteY29386" fmla="*/ 2293430 h 5143785"/>
              <a:gd name="connsiteX29387" fmla="*/ 185452 w 3114960"/>
              <a:gd name="connsiteY29387" fmla="*/ 2293430 h 5143785"/>
              <a:gd name="connsiteX29388" fmla="*/ 142589 w 3114960"/>
              <a:gd name="connsiteY29388" fmla="*/ 2328577 h 5143785"/>
              <a:gd name="connsiteX29389" fmla="*/ 95 w 3114960"/>
              <a:gd name="connsiteY29389" fmla="*/ 2328577 h 5143785"/>
              <a:gd name="connsiteX29390" fmla="*/ 95 w 3114960"/>
              <a:gd name="connsiteY29390" fmla="*/ 2338102 h 5143785"/>
              <a:gd name="connsiteX29391" fmla="*/ 146114 w 3114960"/>
              <a:gd name="connsiteY29391" fmla="*/ 2338102 h 5143785"/>
              <a:gd name="connsiteX29392" fmla="*/ 246983 w 3114960"/>
              <a:gd name="connsiteY29392" fmla="*/ 2290096 h 5143785"/>
              <a:gd name="connsiteX29393" fmla="*/ 254984 w 3114960"/>
              <a:gd name="connsiteY29393" fmla="*/ 2298287 h 5143785"/>
              <a:gd name="connsiteX29394" fmla="*/ 246983 w 3114960"/>
              <a:gd name="connsiteY29394" fmla="*/ 2306479 h 5143785"/>
              <a:gd name="connsiteX29395" fmla="*/ 238982 w 3114960"/>
              <a:gd name="connsiteY29395" fmla="*/ 2298287 h 5143785"/>
              <a:gd name="connsiteX29396" fmla="*/ 246983 w 3114960"/>
              <a:gd name="connsiteY29396" fmla="*/ 2290096 h 5143785"/>
              <a:gd name="connsiteX29397" fmla="*/ 2863977 w 3114960"/>
              <a:gd name="connsiteY29397" fmla="*/ 2742057 h 5143785"/>
              <a:gd name="connsiteX29398" fmla="*/ 2864453 w 3114960"/>
              <a:gd name="connsiteY29398" fmla="*/ 2740628 h 5143785"/>
              <a:gd name="connsiteX29399" fmla="*/ 2864453 w 3114960"/>
              <a:gd name="connsiteY29399" fmla="*/ 2659856 h 5143785"/>
              <a:gd name="connsiteX29400" fmla="*/ 2872073 w 3114960"/>
              <a:gd name="connsiteY29400" fmla="*/ 2659856 h 5143785"/>
              <a:gd name="connsiteX29401" fmla="*/ 2878074 w 3114960"/>
              <a:gd name="connsiteY29401" fmla="*/ 2653855 h 5143785"/>
              <a:gd name="connsiteX29402" fmla="*/ 2878074 w 3114960"/>
              <a:gd name="connsiteY29402" fmla="*/ 2633758 h 5143785"/>
              <a:gd name="connsiteX29403" fmla="*/ 2872073 w 3114960"/>
              <a:gd name="connsiteY29403" fmla="*/ 2627757 h 5143785"/>
              <a:gd name="connsiteX29404" fmla="*/ 2851976 w 3114960"/>
              <a:gd name="connsiteY29404" fmla="*/ 2627757 h 5143785"/>
              <a:gd name="connsiteX29405" fmla="*/ 2845975 w 3114960"/>
              <a:gd name="connsiteY29405" fmla="*/ 2633758 h 5143785"/>
              <a:gd name="connsiteX29406" fmla="*/ 2845975 w 3114960"/>
              <a:gd name="connsiteY29406" fmla="*/ 2653855 h 5143785"/>
              <a:gd name="connsiteX29407" fmla="*/ 2851976 w 3114960"/>
              <a:gd name="connsiteY29407" fmla="*/ 2659856 h 5143785"/>
              <a:gd name="connsiteX29408" fmla="*/ 2859596 w 3114960"/>
              <a:gd name="connsiteY29408" fmla="*/ 2659856 h 5143785"/>
              <a:gd name="connsiteX29409" fmla="*/ 2859596 w 3114960"/>
              <a:gd name="connsiteY29409" fmla="*/ 2739867 h 5143785"/>
              <a:gd name="connsiteX29410" fmla="*/ 2847975 w 3114960"/>
              <a:gd name="connsiteY29410" fmla="*/ 2755392 h 5143785"/>
              <a:gd name="connsiteX29411" fmla="*/ 2847499 w 3114960"/>
              <a:gd name="connsiteY29411" fmla="*/ 2756821 h 5143785"/>
              <a:gd name="connsiteX29412" fmla="*/ 2847309 w 3114960"/>
              <a:gd name="connsiteY29412" fmla="*/ 2872264 h 5143785"/>
              <a:gd name="connsiteX29413" fmla="*/ 2847785 w 3114960"/>
              <a:gd name="connsiteY29413" fmla="*/ 2873693 h 5143785"/>
              <a:gd name="connsiteX29414" fmla="*/ 2878074 w 3114960"/>
              <a:gd name="connsiteY29414" fmla="*/ 2915412 h 5143785"/>
              <a:gd name="connsiteX29415" fmla="*/ 2878741 w 3114960"/>
              <a:gd name="connsiteY29415" fmla="*/ 3054382 h 5143785"/>
              <a:gd name="connsiteX29416" fmla="*/ 2850166 w 3114960"/>
              <a:gd name="connsiteY29416" fmla="*/ 3089720 h 5143785"/>
              <a:gd name="connsiteX29417" fmla="*/ 2849594 w 3114960"/>
              <a:gd name="connsiteY29417" fmla="*/ 3091244 h 5143785"/>
              <a:gd name="connsiteX29418" fmla="*/ 2849975 w 3114960"/>
              <a:gd name="connsiteY29418" fmla="*/ 3165634 h 5143785"/>
              <a:gd name="connsiteX29419" fmla="*/ 2850737 w 3114960"/>
              <a:gd name="connsiteY29419" fmla="*/ 3167348 h 5143785"/>
              <a:gd name="connsiteX29420" fmla="*/ 2867311 w 3114960"/>
              <a:gd name="connsiteY29420" fmla="*/ 3183446 h 5143785"/>
              <a:gd name="connsiteX29421" fmla="*/ 2867311 w 3114960"/>
              <a:gd name="connsiteY29421" fmla="*/ 3214497 h 5143785"/>
              <a:gd name="connsiteX29422" fmla="*/ 2862358 w 3114960"/>
              <a:gd name="connsiteY29422" fmla="*/ 3217069 h 5143785"/>
              <a:gd name="connsiteX29423" fmla="*/ 2859119 w 3114960"/>
              <a:gd name="connsiteY29423" fmla="*/ 3224689 h 5143785"/>
              <a:gd name="connsiteX29424" fmla="*/ 2862263 w 3114960"/>
              <a:gd name="connsiteY29424" fmla="*/ 3232404 h 5143785"/>
              <a:gd name="connsiteX29425" fmla="*/ 2869883 w 3114960"/>
              <a:gd name="connsiteY29425" fmla="*/ 3235643 h 5143785"/>
              <a:gd name="connsiteX29426" fmla="*/ 2869978 w 3114960"/>
              <a:gd name="connsiteY29426" fmla="*/ 3235643 h 5143785"/>
              <a:gd name="connsiteX29427" fmla="*/ 2877503 w 3114960"/>
              <a:gd name="connsiteY29427" fmla="*/ 3232595 h 5143785"/>
              <a:gd name="connsiteX29428" fmla="*/ 2880741 w 3114960"/>
              <a:gd name="connsiteY29428" fmla="*/ 3224975 h 5143785"/>
              <a:gd name="connsiteX29429" fmla="*/ 2877693 w 3114960"/>
              <a:gd name="connsiteY29429" fmla="*/ 3217259 h 5143785"/>
              <a:gd name="connsiteX29430" fmla="*/ 2872073 w 3114960"/>
              <a:gd name="connsiteY29430" fmla="*/ 3214402 h 5143785"/>
              <a:gd name="connsiteX29431" fmla="*/ 2872073 w 3114960"/>
              <a:gd name="connsiteY29431" fmla="*/ 3182398 h 5143785"/>
              <a:gd name="connsiteX29432" fmla="*/ 2871311 w 3114960"/>
              <a:gd name="connsiteY29432" fmla="*/ 3180684 h 5143785"/>
              <a:gd name="connsiteX29433" fmla="*/ 2854738 w 3114960"/>
              <a:gd name="connsiteY29433" fmla="*/ 3164586 h 5143785"/>
              <a:gd name="connsiteX29434" fmla="*/ 2854357 w 3114960"/>
              <a:gd name="connsiteY29434" fmla="*/ 3092005 h 5143785"/>
              <a:gd name="connsiteX29435" fmla="*/ 2882932 w 3114960"/>
              <a:gd name="connsiteY29435" fmla="*/ 3056668 h 5143785"/>
              <a:gd name="connsiteX29436" fmla="*/ 2883503 w 3114960"/>
              <a:gd name="connsiteY29436" fmla="*/ 3055144 h 5143785"/>
              <a:gd name="connsiteX29437" fmla="*/ 2882837 w 3114960"/>
              <a:gd name="connsiteY29437" fmla="*/ 2914555 h 5143785"/>
              <a:gd name="connsiteX29438" fmla="*/ 2882360 w 3114960"/>
              <a:gd name="connsiteY29438" fmla="*/ 2913126 h 5143785"/>
              <a:gd name="connsiteX29439" fmla="*/ 2852071 w 3114960"/>
              <a:gd name="connsiteY29439" fmla="*/ 2871407 h 5143785"/>
              <a:gd name="connsiteX29440" fmla="*/ 2852261 w 3114960"/>
              <a:gd name="connsiteY29440" fmla="*/ 2757488 h 5143785"/>
              <a:gd name="connsiteX29441" fmla="*/ 2863882 w 3114960"/>
              <a:gd name="connsiteY29441" fmla="*/ 2741962 h 5143785"/>
              <a:gd name="connsiteX29442" fmla="*/ 2870168 w 3114960"/>
              <a:gd name="connsiteY29442" fmla="*/ 3218784 h 5143785"/>
              <a:gd name="connsiteX29443" fmla="*/ 2876169 w 3114960"/>
              <a:gd name="connsiteY29443" fmla="*/ 3224879 h 5143785"/>
              <a:gd name="connsiteX29444" fmla="*/ 2874359 w 3114960"/>
              <a:gd name="connsiteY29444" fmla="*/ 3229166 h 5143785"/>
              <a:gd name="connsiteX29445" fmla="*/ 2870073 w 3114960"/>
              <a:gd name="connsiteY29445" fmla="*/ 3230880 h 5143785"/>
              <a:gd name="connsiteX29446" fmla="*/ 2864072 w 3114960"/>
              <a:gd name="connsiteY29446" fmla="*/ 3224784 h 5143785"/>
              <a:gd name="connsiteX29447" fmla="*/ 2870168 w 3114960"/>
              <a:gd name="connsiteY29447" fmla="*/ 3218784 h 5143785"/>
              <a:gd name="connsiteX29448" fmla="*/ 2870168 w 3114960"/>
              <a:gd name="connsiteY29448" fmla="*/ 3218784 h 5143785"/>
              <a:gd name="connsiteX29449" fmla="*/ 2836164 w 3114960"/>
              <a:gd name="connsiteY29449" fmla="*/ 3251454 h 5143785"/>
              <a:gd name="connsiteX29450" fmla="*/ 2836164 w 3114960"/>
              <a:gd name="connsiteY29450" fmla="*/ 3251454 h 5143785"/>
              <a:gd name="connsiteX29451" fmla="*/ 2825305 w 3114960"/>
              <a:gd name="connsiteY29451" fmla="*/ 3262122 h 5143785"/>
              <a:gd name="connsiteX29452" fmla="*/ 2828449 w 3114960"/>
              <a:gd name="connsiteY29452" fmla="*/ 3269837 h 5143785"/>
              <a:gd name="connsiteX29453" fmla="*/ 2836069 w 3114960"/>
              <a:gd name="connsiteY29453" fmla="*/ 3273076 h 5143785"/>
              <a:gd name="connsiteX29454" fmla="*/ 2836164 w 3114960"/>
              <a:gd name="connsiteY29454" fmla="*/ 3273076 h 5143785"/>
              <a:gd name="connsiteX29455" fmla="*/ 2843689 w 3114960"/>
              <a:gd name="connsiteY29455" fmla="*/ 3270028 h 5143785"/>
              <a:gd name="connsiteX29456" fmla="*/ 2846451 w 3114960"/>
              <a:gd name="connsiteY29456" fmla="*/ 3264789 h 5143785"/>
              <a:gd name="connsiteX29457" fmla="*/ 2902363 w 3114960"/>
              <a:gd name="connsiteY29457" fmla="*/ 3264789 h 5143785"/>
              <a:gd name="connsiteX29458" fmla="*/ 2935224 w 3114960"/>
              <a:gd name="connsiteY29458" fmla="*/ 3232404 h 5143785"/>
              <a:gd name="connsiteX29459" fmla="*/ 2938082 w 3114960"/>
              <a:gd name="connsiteY29459" fmla="*/ 3233738 h 5143785"/>
              <a:gd name="connsiteX29460" fmla="*/ 2941034 w 3114960"/>
              <a:gd name="connsiteY29460" fmla="*/ 3234119 h 5143785"/>
              <a:gd name="connsiteX29461" fmla="*/ 2947607 w 3114960"/>
              <a:gd name="connsiteY29461" fmla="*/ 3232309 h 5143785"/>
              <a:gd name="connsiteX29462" fmla="*/ 2953322 w 3114960"/>
              <a:gd name="connsiteY29462" fmla="*/ 3224498 h 5143785"/>
              <a:gd name="connsiteX29463" fmla="*/ 2951798 w 3114960"/>
              <a:gd name="connsiteY29463" fmla="*/ 3214973 h 5143785"/>
              <a:gd name="connsiteX29464" fmla="*/ 2945606 w 3114960"/>
              <a:gd name="connsiteY29464" fmla="*/ 3210020 h 5143785"/>
              <a:gd name="connsiteX29465" fmla="*/ 2945606 w 3114960"/>
              <a:gd name="connsiteY29465" fmla="*/ 3173063 h 5143785"/>
              <a:gd name="connsiteX29466" fmla="*/ 2912459 w 3114960"/>
              <a:gd name="connsiteY29466" fmla="*/ 3134011 h 5143785"/>
              <a:gd name="connsiteX29467" fmla="*/ 2912459 w 3114960"/>
              <a:gd name="connsiteY29467" fmla="*/ 3091815 h 5143785"/>
              <a:gd name="connsiteX29468" fmla="*/ 2941796 w 3114960"/>
              <a:gd name="connsiteY29468" fmla="*/ 3053144 h 5143785"/>
              <a:gd name="connsiteX29469" fmla="*/ 2941130 w 3114960"/>
              <a:gd name="connsiteY29469" fmla="*/ 2910554 h 5143785"/>
              <a:gd name="connsiteX29470" fmla="*/ 2908745 w 3114960"/>
              <a:gd name="connsiteY29470" fmla="*/ 2870263 h 5143785"/>
              <a:gd name="connsiteX29471" fmla="*/ 2908745 w 3114960"/>
              <a:gd name="connsiteY29471" fmla="*/ 2757583 h 5143785"/>
              <a:gd name="connsiteX29472" fmla="*/ 2920842 w 3114960"/>
              <a:gd name="connsiteY29472" fmla="*/ 2741390 h 5143785"/>
              <a:gd name="connsiteX29473" fmla="*/ 2920842 w 3114960"/>
              <a:gd name="connsiteY29473" fmla="*/ 2724150 h 5143785"/>
              <a:gd name="connsiteX29474" fmla="*/ 2916079 w 3114960"/>
              <a:gd name="connsiteY29474" fmla="*/ 2724150 h 5143785"/>
              <a:gd name="connsiteX29475" fmla="*/ 2916079 w 3114960"/>
              <a:gd name="connsiteY29475" fmla="*/ 2739867 h 5143785"/>
              <a:gd name="connsiteX29476" fmla="*/ 2903982 w 3114960"/>
              <a:gd name="connsiteY29476" fmla="*/ 2756059 h 5143785"/>
              <a:gd name="connsiteX29477" fmla="*/ 2903982 w 3114960"/>
              <a:gd name="connsiteY29477" fmla="*/ 2871978 h 5143785"/>
              <a:gd name="connsiteX29478" fmla="*/ 2936367 w 3114960"/>
              <a:gd name="connsiteY29478" fmla="*/ 2912269 h 5143785"/>
              <a:gd name="connsiteX29479" fmla="*/ 2936938 w 3114960"/>
              <a:gd name="connsiteY29479" fmla="*/ 3051620 h 5143785"/>
              <a:gd name="connsiteX29480" fmla="*/ 2907697 w 3114960"/>
              <a:gd name="connsiteY29480" fmla="*/ 3090291 h 5143785"/>
              <a:gd name="connsiteX29481" fmla="*/ 2907697 w 3114960"/>
              <a:gd name="connsiteY29481" fmla="*/ 3135154 h 5143785"/>
              <a:gd name="connsiteX29482" fmla="*/ 2892743 w 3114960"/>
              <a:gd name="connsiteY29482" fmla="*/ 3150680 h 5143785"/>
              <a:gd name="connsiteX29483" fmla="*/ 2892743 w 3114960"/>
              <a:gd name="connsiteY29483" fmla="*/ 3171730 h 5143785"/>
              <a:gd name="connsiteX29484" fmla="*/ 2886361 w 3114960"/>
              <a:gd name="connsiteY29484" fmla="*/ 3180493 h 5143785"/>
              <a:gd name="connsiteX29485" fmla="*/ 2895600 w 3114960"/>
              <a:gd name="connsiteY29485" fmla="*/ 3188875 h 5143785"/>
              <a:gd name="connsiteX29486" fmla="*/ 2903982 w 3114960"/>
              <a:gd name="connsiteY29486" fmla="*/ 3179636 h 5143785"/>
              <a:gd name="connsiteX29487" fmla="*/ 2897600 w 3114960"/>
              <a:gd name="connsiteY29487" fmla="*/ 3171730 h 5143785"/>
              <a:gd name="connsiteX29488" fmla="*/ 2897600 w 3114960"/>
              <a:gd name="connsiteY29488" fmla="*/ 3152680 h 5143785"/>
              <a:gd name="connsiteX29489" fmla="*/ 2910459 w 3114960"/>
              <a:gd name="connsiteY29489" fmla="*/ 3139250 h 5143785"/>
              <a:gd name="connsiteX29490" fmla="*/ 2940844 w 3114960"/>
              <a:gd name="connsiteY29490" fmla="*/ 3174968 h 5143785"/>
              <a:gd name="connsiteX29491" fmla="*/ 2940844 w 3114960"/>
              <a:gd name="connsiteY29491" fmla="*/ 3209259 h 5143785"/>
              <a:gd name="connsiteX29492" fmla="*/ 2934462 w 3114960"/>
              <a:gd name="connsiteY29492" fmla="*/ 3210878 h 5143785"/>
              <a:gd name="connsiteX29493" fmla="*/ 2928842 w 3114960"/>
              <a:gd name="connsiteY29493" fmla="*/ 3218688 h 5143785"/>
              <a:gd name="connsiteX29494" fmla="*/ 2930367 w 3114960"/>
              <a:gd name="connsiteY29494" fmla="*/ 3228213 h 5143785"/>
              <a:gd name="connsiteX29495" fmla="*/ 2931605 w 3114960"/>
              <a:gd name="connsiteY29495" fmla="*/ 3229547 h 5143785"/>
              <a:gd name="connsiteX29496" fmla="*/ 2900553 w 3114960"/>
              <a:gd name="connsiteY29496" fmla="*/ 3260217 h 5143785"/>
              <a:gd name="connsiteX29497" fmla="*/ 2846642 w 3114960"/>
              <a:gd name="connsiteY29497" fmla="*/ 3260217 h 5143785"/>
              <a:gd name="connsiteX29498" fmla="*/ 2843975 w 3114960"/>
              <a:gd name="connsiteY29498" fmla="*/ 3254978 h 5143785"/>
              <a:gd name="connsiteX29499" fmla="*/ 2836355 w 3114960"/>
              <a:gd name="connsiteY29499" fmla="*/ 3251740 h 5143785"/>
              <a:gd name="connsiteX29500" fmla="*/ 2836069 w 3114960"/>
              <a:gd name="connsiteY29500" fmla="*/ 3268313 h 5143785"/>
              <a:gd name="connsiteX29501" fmla="*/ 2831783 w 3114960"/>
              <a:gd name="connsiteY29501" fmla="*/ 3266504 h 5143785"/>
              <a:gd name="connsiteX29502" fmla="*/ 2830068 w 3114960"/>
              <a:gd name="connsiteY29502" fmla="*/ 3262217 h 5143785"/>
              <a:gd name="connsiteX29503" fmla="*/ 2836164 w 3114960"/>
              <a:gd name="connsiteY29503" fmla="*/ 3256217 h 5143785"/>
              <a:gd name="connsiteX29504" fmla="*/ 2836164 w 3114960"/>
              <a:gd name="connsiteY29504" fmla="*/ 3256217 h 5143785"/>
              <a:gd name="connsiteX29505" fmla="*/ 2842165 w 3114960"/>
              <a:gd name="connsiteY29505" fmla="*/ 3262313 h 5143785"/>
              <a:gd name="connsiteX29506" fmla="*/ 2836069 w 3114960"/>
              <a:gd name="connsiteY29506" fmla="*/ 3268313 h 5143785"/>
              <a:gd name="connsiteX29507" fmla="*/ 2933414 w 3114960"/>
              <a:gd name="connsiteY29507" fmla="*/ 3219641 h 5143785"/>
              <a:gd name="connsiteX29508" fmla="*/ 2936938 w 3114960"/>
              <a:gd name="connsiteY29508" fmla="*/ 3214783 h 5143785"/>
              <a:gd name="connsiteX29509" fmla="*/ 2941034 w 3114960"/>
              <a:gd name="connsiteY29509" fmla="*/ 3213640 h 5143785"/>
              <a:gd name="connsiteX29510" fmla="*/ 2942844 w 3114960"/>
              <a:gd name="connsiteY29510" fmla="*/ 3213830 h 5143785"/>
              <a:gd name="connsiteX29511" fmla="*/ 2947702 w 3114960"/>
              <a:gd name="connsiteY29511" fmla="*/ 3217355 h 5143785"/>
              <a:gd name="connsiteX29512" fmla="*/ 2948654 w 3114960"/>
              <a:gd name="connsiteY29512" fmla="*/ 3223260 h 5143785"/>
              <a:gd name="connsiteX29513" fmla="*/ 2945130 w 3114960"/>
              <a:gd name="connsiteY29513" fmla="*/ 3228118 h 5143785"/>
              <a:gd name="connsiteX29514" fmla="*/ 2939225 w 3114960"/>
              <a:gd name="connsiteY29514" fmla="*/ 3229070 h 5143785"/>
              <a:gd name="connsiteX29515" fmla="*/ 2934367 w 3114960"/>
              <a:gd name="connsiteY29515" fmla="*/ 3225546 h 5143785"/>
              <a:gd name="connsiteX29516" fmla="*/ 2933414 w 3114960"/>
              <a:gd name="connsiteY29516" fmla="*/ 3219641 h 5143785"/>
              <a:gd name="connsiteX29517" fmla="*/ 2247519 w 3114960"/>
              <a:gd name="connsiteY29517" fmla="*/ 2946559 h 5143785"/>
              <a:gd name="connsiteX29518" fmla="*/ 2234851 w 3114960"/>
              <a:gd name="connsiteY29518" fmla="*/ 2960846 h 5143785"/>
              <a:gd name="connsiteX29519" fmla="*/ 2231327 w 3114960"/>
              <a:gd name="connsiteY29519" fmla="*/ 2957703 h 5143785"/>
              <a:gd name="connsiteX29520" fmla="*/ 2243995 w 3114960"/>
              <a:gd name="connsiteY29520" fmla="*/ 2943416 h 5143785"/>
              <a:gd name="connsiteX29521" fmla="*/ 2247519 w 3114960"/>
              <a:gd name="connsiteY29521" fmla="*/ 2946559 h 5143785"/>
              <a:gd name="connsiteX29522" fmla="*/ 2916079 w 3114960"/>
              <a:gd name="connsiteY29522" fmla="*/ 2704338 h 5143785"/>
              <a:gd name="connsiteX29523" fmla="*/ 2920842 w 3114960"/>
              <a:gd name="connsiteY29523" fmla="*/ 2704338 h 5143785"/>
              <a:gd name="connsiteX29524" fmla="*/ 2920842 w 3114960"/>
              <a:gd name="connsiteY29524" fmla="*/ 2714244 h 5143785"/>
              <a:gd name="connsiteX29525" fmla="*/ 2916079 w 3114960"/>
              <a:gd name="connsiteY29525" fmla="*/ 2714244 h 5143785"/>
              <a:gd name="connsiteX29526" fmla="*/ 2916079 w 3114960"/>
              <a:gd name="connsiteY29526" fmla="*/ 2704338 h 5143785"/>
              <a:gd name="connsiteX29527" fmla="*/ 2920842 w 3114960"/>
              <a:gd name="connsiteY29527" fmla="*/ 2674525 h 5143785"/>
              <a:gd name="connsiteX29528" fmla="*/ 2916079 w 3114960"/>
              <a:gd name="connsiteY29528" fmla="*/ 2674525 h 5143785"/>
              <a:gd name="connsiteX29529" fmla="*/ 2916079 w 3114960"/>
              <a:gd name="connsiteY29529" fmla="*/ 2664619 h 5143785"/>
              <a:gd name="connsiteX29530" fmla="*/ 2920842 w 3114960"/>
              <a:gd name="connsiteY29530" fmla="*/ 2664619 h 5143785"/>
              <a:gd name="connsiteX29531" fmla="*/ 2920842 w 3114960"/>
              <a:gd name="connsiteY29531" fmla="*/ 2674525 h 5143785"/>
              <a:gd name="connsiteX29532" fmla="*/ 2920842 w 3114960"/>
              <a:gd name="connsiteY29532" fmla="*/ 2694337 h 5143785"/>
              <a:gd name="connsiteX29533" fmla="*/ 2916079 w 3114960"/>
              <a:gd name="connsiteY29533" fmla="*/ 2694337 h 5143785"/>
              <a:gd name="connsiteX29534" fmla="*/ 2916079 w 3114960"/>
              <a:gd name="connsiteY29534" fmla="*/ 2684431 h 5143785"/>
              <a:gd name="connsiteX29535" fmla="*/ 2920842 w 3114960"/>
              <a:gd name="connsiteY29535" fmla="*/ 2684431 h 5143785"/>
              <a:gd name="connsiteX29536" fmla="*/ 2920842 w 3114960"/>
              <a:gd name="connsiteY29536" fmla="*/ 2694337 h 5143785"/>
              <a:gd name="connsiteX29537" fmla="*/ 2836069 w 3114960"/>
              <a:gd name="connsiteY29537" fmla="*/ 1998250 h 5143785"/>
              <a:gd name="connsiteX29538" fmla="*/ 2848928 w 3114960"/>
              <a:gd name="connsiteY29538" fmla="*/ 1985391 h 5143785"/>
              <a:gd name="connsiteX29539" fmla="*/ 2836069 w 3114960"/>
              <a:gd name="connsiteY29539" fmla="*/ 1972532 h 5143785"/>
              <a:gd name="connsiteX29540" fmla="*/ 2823305 w 3114960"/>
              <a:gd name="connsiteY29540" fmla="*/ 1984343 h 5143785"/>
              <a:gd name="connsiteX29541" fmla="*/ 2721578 w 3114960"/>
              <a:gd name="connsiteY29541" fmla="*/ 1985010 h 5143785"/>
              <a:gd name="connsiteX29542" fmla="*/ 2684717 w 3114960"/>
              <a:gd name="connsiteY29542" fmla="*/ 1942338 h 5143785"/>
              <a:gd name="connsiteX29543" fmla="*/ 2706529 w 3114960"/>
              <a:gd name="connsiteY29543" fmla="*/ 1917478 h 5143785"/>
              <a:gd name="connsiteX29544" fmla="*/ 2712625 w 3114960"/>
              <a:gd name="connsiteY29544" fmla="*/ 1917478 h 5143785"/>
              <a:gd name="connsiteX29545" fmla="*/ 2725007 w 3114960"/>
              <a:gd name="connsiteY29545" fmla="*/ 1926907 h 5143785"/>
              <a:gd name="connsiteX29546" fmla="*/ 2727388 w 3114960"/>
              <a:gd name="connsiteY29546" fmla="*/ 1926622 h 5143785"/>
              <a:gd name="connsiteX29547" fmla="*/ 2753297 w 3114960"/>
              <a:gd name="connsiteY29547" fmla="*/ 1951387 h 5143785"/>
              <a:gd name="connsiteX29548" fmla="*/ 2993136 w 3114960"/>
              <a:gd name="connsiteY29548" fmla="*/ 1952530 h 5143785"/>
              <a:gd name="connsiteX29549" fmla="*/ 3015329 w 3114960"/>
              <a:gd name="connsiteY29549" fmla="*/ 1938719 h 5143785"/>
              <a:gd name="connsiteX29550" fmla="*/ 3114770 w 3114960"/>
              <a:gd name="connsiteY29550" fmla="*/ 1938528 h 5143785"/>
              <a:gd name="connsiteX29551" fmla="*/ 3114770 w 3114960"/>
              <a:gd name="connsiteY29551" fmla="*/ 1926622 h 5143785"/>
              <a:gd name="connsiteX29552" fmla="*/ 3012567 w 3114960"/>
              <a:gd name="connsiteY29552" fmla="*/ 1926812 h 5143785"/>
              <a:gd name="connsiteX29553" fmla="*/ 3010757 w 3114960"/>
              <a:gd name="connsiteY29553" fmla="*/ 1927289 h 5143785"/>
              <a:gd name="connsiteX29554" fmla="*/ 3009805 w 3114960"/>
              <a:gd name="connsiteY29554" fmla="*/ 1928051 h 5143785"/>
              <a:gd name="connsiteX29555" fmla="*/ 2992374 w 3114960"/>
              <a:gd name="connsiteY29555" fmla="*/ 1940624 h 5143785"/>
              <a:gd name="connsiteX29556" fmla="*/ 2758345 w 3114960"/>
              <a:gd name="connsiteY29556" fmla="*/ 1939481 h 5143785"/>
              <a:gd name="connsiteX29557" fmla="*/ 2736913 w 3114960"/>
              <a:gd name="connsiteY29557" fmla="*/ 1919192 h 5143785"/>
              <a:gd name="connsiteX29558" fmla="*/ 2737961 w 3114960"/>
              <a:gd name="connsiteY29558" fmla="*/ 1914049 h 5143785"/>
              <a:gd name="connsiteX29559" fmla="*/ 2725103 w 3114960"/>
              <a:gd name="connsiteY29559" fmla="*/ 1901190 h 5143785"/>
              <a:gd name="connsiteX29560" fmla="*/ 2712339 w 3114960"/>
              <a:gd name="connsiteY29560" fmla="*/ 1912811 h 5143785"/>
              <a:gd name="connsiteX29561" fmla="*/ 2704529 w 3114960"/>
              <a:gd name="connsiteY29561" fmla="*/ 1912811 h 5143785"/>
              <a:gd name="connsiteX29562" fmla="*/ 2678525 w 3114960"/>
              <a:gd name="connsiteY29562" fmla="*/ 1942433 h 5143785"/>
              <a:gd name="connsiteX29563" fmla="*/ 2719578 w 3114960"/>
              <a:gd name="connsiteY29563" fmla="*/ 1989868 h 5143785"/>
              <a:gd name="connsiteX29564" fmla="*/ 2823877 w 3114960"/>
              <a:gd name="connsiteY29564" fmla="*/ 1989201 h 5143785"/>
              <a:gd name="connsiteX29565" fmla="*/ 2836164 w 3114960"/>
              <a:gd name="connsiteY29565" fmla="*/ 1998440 h 5143785"/>
              <a:gd name="connsiteX29566" fmla="*/ 2836069 w 3114960"/>
              <a:gd name="connsiteY29566" fmla="*/ 1977200 h 5143785"/>
              <a:gd name="connsiteX29567" fmla="*/ 2844165 w 3114960"/>
              <a:gd name="connsiteY29567" fmla="*/ 1985296 h 5143785"/>
              <a:gd name="connsiteX29568" fmla="*/ 2836069 w 3114960"/>
              <a:gd name="connsiteY29568" fmla="*/ 1993392 h 5143785"/>
              <a:gd name="connsiteX29569" fmla="*/ 2827973 w 3114960"/>
              <a:gd name="connsiteY29569" fmla="*/ 1985296 h 5143785"/>
              <a:gd name="connsiteX29570" fmla="*/ 2836069 w 3114960"/>
              <a:gd name="connsiteY29570" fmla="*/ 1977200 h 5143785"/>
              <a:gd name="connsiteX29571" fmla="*/ 2725007 w 3114960"/>
              <a:gd name="connsiteY29571" fmla="*/ 1905762 h 5143785"/>
              <a:gd name="connsiteX29572" fmla="*/ 2733104 w 3114960"/>
              <a:gd name="connsiteY29572" fmla="*/ 1913858 h 5143785"/>
              <a:gd name="connsiteX29573" fmla="*/ 2732627 w 3114960"/>
              <a:gd name="connsiteY29573" fmla="*/ 1916144 h 5143785"/>
              <a:gd name="connsiteX29574" fmla="*/ 2726627 w 3114960"/>
              <a:gd name="connsiteY29574" fmla="*/ 1921669 h 5143785"/>
              <a:gd name="connsiteX29575" fmla="*/ 2725007 w 3114960"/>
              <a:gd name="connsiteY29575" fmla="*/ 1922050 h 5143785"/>
              <a:gd name="connsiteX29576" fmla="*/ 2716911 w 3114960"/>
              <a:gd name="connsiteY29576" fmla="*/ 1913953 h 5143785"/>
              <a:gd name="connsiteX29577" fmla="*/ 2725007 w 3114960"/>
              <a:gd name="connsiteY29577" fmla="*/ 1905857 h 5143785"/>
              <a:gd name="connsiteX29578" fmla="*/ 2731770 w 3114960"/>
              <a:gd name="connsiteY29578" fmla="*/ 2362010 h 5143785"/>
              <a:gd name="connsiteX29579" fmla="*/ 2731770 w 3114960"/>
              <a:gd name="connsiteY29579" fmla="*/ 2341912 h 5143785"/>
              <a:gd name="connsiteX29580" fmla="*/ 2737771 w 3114960"/>
              <a:gd name="connsiteY29580" fmla="*/ 2335911 h 5143785"/>
              <a:gd name="connsiteX29581" fmla="*/ 2744248 w 3114960"/>
              <a:gd name="connsiteY29581" fmla="*/ 2335911 h 5143785"/>
              <a:gd name="connsiteX29582" fmla="*/ 2744248 w 3114960"/>
              <a:gd name="connsiteY29582" fmla="*/ 2330101 h 5143785"/>
              <a:gd name="connsiteX29583" fmla="*/ 2751392 w 3114960"/>
              <a:gd name="connsiteY29583" fmla="*/ 2330101 h 5143785"/>
              <a:gd name="connsiteX29584" fmla="*/ 2751392 w 3114960"/>
              <a:gd name="connsiteY29584" fmla="*/ 2335911 h 5143785"/>
              <a:gd name="connsiteX29585" fmla="*/ 2757869 w 3114960"/>
              <a:gd name="connsiteY29585" fmla="*/ 2335911 h 5143785"/>
              <a:gd name="connsiteX29586" fmla="*/ 2763869 w 3114960"/>
              <a:gd name="connsiteY29586" fmla="*/ 2341912 h 5143785"/>
              <a:gd name="connsiteX29587" fmla="*/ 2763869 w 3114960"/>
              <a:gd name="connsiteY29587" fmla="*/ 2362010 h 5143785"/>
              <a:gd name="connsiteX29588" fmla="*/ 2757869 w 3114960"/>
              <a:gd name="connsiteY29588" fmla="*/ 2368010 h 5143785"/>
              <a:gd name="connsiteX29589" fmla="*/ 2737771 w 3114960"/>
              <a:gd name="connsiteY29589" fmla="*/ 2368010 h 5143785"/>
              <a:gd name="connsiteX29590" fmla="*/ 2731770 w 3114960"/>
              <a:gd name="connsiteY29590" fmla="*/ 2362010 h 5143785"/>
              <a:gd name="connsiteX29591" fmla="*/ 2731770 w 3114960"/>
              <a:gd name="connsiteY29591" fmla="*/ 2126837 h 5143785"/>
              <a:gd name="connsiteX29592" fmla="*/ 2745391 w 3114960"/>
              <a:gd name="connsiteY29592" fmla="*/ 2126837 h 5143785"/>
              <a:gd name="connsiteX29593" fmla="*/ 2745391 w 3114960"/>
              <a:gd name="connsiteY29593" fmla="*/ 2281714 h 5143785"/>
              <a:gd name="connsiteX29594" fmla="*/ 2750153 w 3114960"/>
              <a:gd name="connsiteY29594" fmla="*/ 2281714 h 5143785"/>
              <a:gd name="connsiteX29595" fmla="*/ 2750153 w 3114960"/>
              <a:gd name="connsiteY29595" fmla="*/ 2126837 h 5143785"/>
              <a:gd name="connsiteX29596" fmla="*/ 2763774 w 3114960"/>
              <a:gd name="connsiteY29596" fmla="*/ 2126837 h 5143785"/>
              <a:gd name="connsiteX29597" fmla="*/ 2766155 w 3114960"/>
              <a:gd name="connsiteY29597" fmla="*/ 2124456 h 5143785"/>
              <a:gd name="connsiteX29598" fmla="*/ 2766155 w 3114960"/>
              <a:gd name="connsiteY29598" fmla="*/ 2092452 h 5143785"/>
              <a:gd name="connsiteX29599" fmla="*/ 2763774 w 3114960"/>
              <a:gd name="connsiteY29599" fmla="*/ 2090071 h 5143785"/>
              <a:gd name="connsiteX29600" fmla="*/ 2731770 w 3114960"/>
              <a:gd name="connsiteY29600" fmla="*/ 2090071 h 5143785"/>
              <a:gd name="connsiteX29601" fmla="*/ 2729389 w 3114960"/>
              <a:gd name="connsiteY29601" fmla="*/ 2092452 h 5143785"/>
              <a:gd name="connsiteX29602" fmla="*/ 2729389 w 3114960"/>
              <a:gd name="connsiteY29602" fmla="*/ 2124456 h 5143785"/>
              <a:gd name="connsiteX29603" fmla="*/ 2731770 w 3114960"/>
              <a:gd name="connsiteY29603" fmla="*/ 2126837 h 5143785"/>
              <a:gd name="connsiteX29604" fmla="*/ 2734151 w 3114960"/>
              <a:gd name="connsiteY29604" fmla="*/ 2094833 h 5143785"/>
              <a:gd name="connsiteX29605" fmla="*/ 2761393 w 3114960"/>
              <a:gd name="connsiteY29605" fmla="*/ 2094833 h 5143785"/>
              <a:gd name="connsiteX29606" fmla="*/ 2761393 w 3114960"/>
              <a:gd name="connsiteY29606" fmla="*/ 2122075 h 5143785"/>
              <a:gd name="connsiteX29607" fmla="*/ 2734151 w 3114960"/>
              <a:gd name="connsiteY29607" fmla="*/ 2122075 h 5143785"/>
              <a:gd name="connsiteX29608" fmla="*/ 2734151 w 3114960"/>
              <a:gd name="connsiteY29608" fmla="*/ 2094833 h 5143785"/>
              <a:gd name="connsiteX29609" fmla="*/ 2755773 w 3114960"/>
              <a:gd name="connsiteY29609" fmla="*/ 2103596 h 5143785"/>
              <a:gd name="connsiteX29610" fmla="*/ 2755773 w 3114960"/>
              <a:gd name="connsiteY29610" fmla="*/ 2113217 h 5143785"/>
              <a:gd name="connsiteX29611" fmla="*/ 2752535 w 3114960"/>
              <a:gd name="connsiteY29611" fmla="*/ 2116455 h 5143785"/>
              <a:gd name="connsiteX29612" fmla="*/ 2742914 w 3114960"/>
              <a:gd name="connsiteY29612" fmla="*/ 2116455 h 5143785"/>
              <a:gd name="connsiteX29613" fmla="*/ 2739676 w 3114960"/>
              <a:gd name="connsiteY29613" fmla="*/ 2113217 h 5143785"/>
              <a:gd name="connsiteX29614" fmla="*/ 2739676 w 3114960"/>
              <a:gd name="connsiteY29614" fmla="*/ 2103596 h 5143785"/>
              <a:gd name="connsiteX29615" fmla="*/ 2742914 w 3114960"/>
              <a:gd name="connsiteY29615" fmla="*/ 2100358 h 5143785"/>
              <a:gd name="connsiteX29616" fmla="*/ 2752535 w 3114960"/>
              <a:gd name="connsiteY29616" fmla="*/ 2100358 h 5143785"/>
              <a:gd name="connsiteX29617" fmla="*/ 2755773 w 3114960"/>
              <a:gd name="connsiteY29617" fmla="*/ 2103596 h 5143785"/>
              <a:gd name="connsiteX29618" fmla="*/ 2744153 w 3114960"/>
              <a:gd name="connsiteY29618" fmla="*/ 2310479 h 5143785"/>
              <a:gd name="connsiteX29619" fmla="*/ 2751296 w 3114960"/>
              <a:gd name="connsiteY29619" fmla="*/ 2310479 h 5143785"/>
              <a:gd name="connsiteX29620" fmla="*/ 2751296 w 3114960"/>
              <a:gd name="connsiteY29620" fmla="*/ 2320290 h 5143785"/>
              <a:gd name="connsiteX29621" fmla="*/ 2744153 w 3114960"/>
              <a:gd name="connsiteY29621" fmla="*/ 2320290 h 5143785"/>
              <a:gd name="connsiteX29622" fmla="*/ 2744153 w 3114960"/>
              <a:gd name="connsiteY29622" fmla="*/ 2310479 h 5143785"/>
              <a:gd name="connsiteX29623" fmla="*/ 2751296 w 3114960"/>
              <a:gd name="connsiteY29623" fmla="*/ 2300669 h 5143785"/>
              <a:gd name="connsiteX29624" fmla="*/ 2744153 w 3114960"/>
              <a:gd name="connsiteY29624" fmla="*/ 2300669 h 5143785"/>
              <a:gd name="connsiteX29625" fmla="*/ 2744153 w 3114960"/>
              <a:gd name="connsiteY29625" fmla="*/ 2291144 h 5143785"/>
              <a:gd name="connsiteX29626" fmla="*/ 2751296 w 3114960"/>
              <a:gd name="connsiteY29626" fmla="*/ 2291144 h 5143785"/>
              <a:gd name="connsiteX29627" fmla="*/ 2751296 w 3114960"/>
              <a:gd name="connsiteY29627" fmla="*/ 2300669 h 5143785"/>
              <a:gd name="connsiteX29628" fmla="*/ 75248 w 3114960"/>
              <a:gd name="connsiteY29628" fmla="*/ 3342989 h 5143785"/>
              <a:gd name="connsiteX29629" fmla="*/ 86678 w 3114960"/>
              <a:gd name="connsiteY29629" fmla="*/ 3349371 h 5143785"/>
              <a:gd name="connsiteX29630" fmla="*/ 93726 w 3114960"/>
              <a:gd name="connsiteY29630" fmla="*/ 3347371 h 5143785"/>
              <a:gd name="connsiteX29631" fmla="*/ 98108 w 3114960"/>
              <a:gd name="connsiteY29631" fmla="*/ 3328797 h 5143785"/>
              <a:gd name="connsiteX29632" fmla="*/ 79534 w 3114960"/>
              <a:gd name="connsiteY29632" fmla="*/ 3324416 h 5143785"/>
              <a:gd name="connsiteX29633" fmla="*/ 73533 w 3114960"/>
              <a:gd name="connsiteY29633" fmla="*/ 3332798 h 5143785"/>
              <a:gd name="connsiteX29634" fmla="*/ 73533 w 3114960"/>
              <a:gd name="connsiteY29634" fmla="*/ 3333464 h 5143785"/>
              <a:gd name="connsiteX29635" fmla="*/ 95 w 3114960"/>
              <a:gd name="connsiteY29635" fmla="*/ 3333464 h 5143785"/>
              <a:gd name="connsiteX29636" fmla="*/ 95 w 3114960"/>
              <a:gd name="connsiteY29636" fmla="*/ 3338227 h 5143785"/>
              <a:gd name="connsiteX29637" fmla="*/ 73438 w 3114960"/>
              <a:gd name="connsiteY29637" fmla="*/ 3338227 h 5143785"/>
              <a:gd name="connsiteX29638" fmla="*/ 75248 w 3114960"/>
              <a:gd name="connsiteY29638" fmla="*/ 3342989 h 5143785"/>
              <a:gd name="connsiteX29639" fmla="*/ 78200 w 3114960"/>
              <a:gd name="connsiteY29639" fmla="*/ 3333941 h 5143785"/>
              <a:gd name="connsiteX29640" fmla="*/ 82106 w 3114960"/>
              <a:gd name="connsiteY29640" fmla="*/ 3328511 h 5143785"/>
              <a:gd name="connsiteX29641" fmla="*/ 86678 w 3114960"/>
              <a:gd name="connsiteY29641" fmla="*/ 3327178 h 5143785"/>
              <a:gd name="connsiteX29642" fmla="*/ 94107 w 3114960"/>
              <a:gd name="connsiteY29642" fmla="*/ 3331274 h 5143785"/>
              <a:gd name="connsiteX29643" fmla="*/ 91345 w 3114960"/>
              <a:gd name="connsiteY29643" fmla="*/ 3343275 h 5143785"/>
              <a:gd name="connsiteX29644" fmla="*/ 79343 w 3114960"/>
              <a:gd name="connsiteY29644" fmla="*/ 3340513 h 5143785"/>
              <a:gd name="connsiteX29645" fmla="*/ 78296 w 3114960"/>
              <a:gd name="connsiteY29645" fmla="*/ 3333941 h 5143785"/>
              <a:gd name="connsiteX29646" fmla="*/ 2293049 w 3114960"/>
              <a:gd name="connsiteY29646" fmla="*/ 3036856 h 5143785"/>
              <a:gd name="connsiteX29647" fmla="*/ 2292858 w 3114960"/>
              <a:gd name="connsiteY29647" fmla="*/ 3017806 h 5143785"/>
              <a:gd name="connsiteX29648" fmla="*/ 2297621 w 3114960"/>
              <a:gd name="connsiteY29648" fmla="*/ 3017806 h 5143785"/>
              <a:gd name="connsiteX29649" fmla="*/ 2297811 w 3114960"/>
              <a:gd name="connsiteY29649" fmla="*/ 3036856 h 5143785"/>
              <a:gd name="connsiteX29650" fmla="*/ 2293049 w 3114960"/>
              <a:gd name="connsiteY29650" fmla="*/ 3036856 h 5143785"/>
              <a:gd name="connsiteX29651" fmla="*/ 3027045 w 3114960"/>
              <a:gd name="connsiteY29651" fmla="*/ 467297 h 5143785"/>
              <a:gd name="connsiteX29652" fmla="*/ 3025235 w 3114960"/>
              <a:gd name="connsiteY29652" fmla="*/ 460915 h 5143785"/>
              <a:gd name="connsiteX29653" fmla="*/ 3006662 w 3114960"/>
              <a:gd name="connsiteY29653" fmla="*/ 456533 h 5143785"/>
              <a:gd name="connsiteX29654" fmla="*/ 3000661 w 3114960"/>
              <a:gd name="connsiteY29654" fmla="*/ 464915 h 5143785"/>
              <a:gd name="connsiteX29655" fmla="*/ 3002375 w 3114960"/>
              <a:gd name="connsiteY29655" fmla="*/ 475107 h 5143785"/>
              <a:gd name="connsiteX29656" fmla="*/ 3010757 w 3114960"/>
              <a:gd name="connsiteY29656" fmla="*/ 481108 h 5143785"/>
              <a:gd name="connsiteX29657" fmla="*/ 3013901 w 3114960"/>
              <a:gd name="connsiteY29657" fmla="*/ 481489 h 5143785"/>
              <a:gd name="connsiteX29658" fmla="*/ 3020949 w 3114960"/>
              <a:gd name="connsiteY29658" fmla="*/ 479489 h 5143785"/>
              <a:gd name="connsiteX29659" fmla="*/ 3026569 w 3114960"/>
              <a:gd name="connsiteY29659" fmla="*/ 472059 h 5143785"/>
              <a:gd name="connsiteX29660" fmla="*/ 3043428 w 3114960"/>
              <a:gd name="connsiteY29660" fmla="*/ 472059 h 5143785"/>
              <a:gd name="connsiteX29661" fmla="*/ 3066574 w 3114960"/>
              <a:gd name="connsiteY29661" fmla="*/ 496824 h 5143785"/>
              <a:gd name="connsiteX29662" fmla="*/ 3066098 w 3114960"/>
              <a:gd name="connsiteY29662" fmla="*/ 659225 h 5143785"/>
              <a:gd name="connsiteX29663" fmla="*/ 3066098 w 3114960"/>
              <a:gd name="connsiteY29663" fmla="*/ 660178 h 5143785"/>
              <a:gd name="connsiteX29664" fmla="*/ 3085910 w 3114960"/>
              <a:gd name="connsiteY29664" fmla="*/ 682371 h 5143785"/>
              <a:gd name="connsiteX29665" fmla="*/ 3114961 w 3114960"/>
              <a:gd name="connsiteY29665" fmla="*/ 682371 h 5143785"/>
              <a:gd name="connsiteX29666" fmla="*/ 3114961 w 3114960"/>
              <a:gd name="connsiteY29666" fmla="*/ 677609 h 5143785"/>
              <a:gd name="connsiteX29667" fmla="*/ 3088100 w 3114960"/>
              <a:gd name="connsiteY29667" fmla="*/ 677609 h 5143785"/>
              <a:gd name="connsiteX29668" fmla="*/ 3070955 w 3114960"/>
              <a:gd name="connsiteY29668" fmla="*/ 658368 h 5143785"/>
              <a:gd name="connsiteX29669" fmla="*/ 3071432 w 3114960"/>
              <a:gd name="connsiteY29669" fmla="*/ 495967 h 5143785"/>
              <a:gd name="connsiteX29670" fmla="*/ 3071432 w 3114960"/>
              <a:gd name="connsiteY29670" fmla="*/ 495014 h 5143785"/>
              <a:gd name="connsiteX29671" fmla="*/ 3045619 w 3114960"/>
              <a:gd name="connsiteY29671" fmla="*/ 467392 h 5143785"/>
              <a:gd name="connsiteX29672" fmla="*/ 3027236 w 3114960"/>
              <a:gd name="connsiteY29672" fmla="*/ 467392 h 5143785"/>
              <a:gd name="connsiteX29673" fmla="*/ 3018377 w 3114960"/>
              <a:gd name="connsiteY29673" fmla="*/ 475393 h 5143785"/>
              <a:gd name="connsiteX29674" fmla="*/ 3006376 w 3114960"/>
              <a:gd name="connsiteY29674" fmla="*/ 472631 h 5143785"/>
              <a:gd name="connsiteX29675" fmla="*/ 3005328 w 3114960"/>
              <a:gd name="connsiteY29675" fmla="*/ 466058 h 5143785"/>
              <a:gd name="connsiteX29676" fmla="*/ 3009234 w 3114960"/>
              <a:gd name="connsiteY29676" fmla="*/ 460629 h 5143785"/>
              <a:gd name="connsiteX29677" fmla="*/ 3013805 w 3114960"/>
              <a:gd name="connsiteY29677" fmla="*/ 459296 h 5143785"/>
              <a:gd name="connsiteX29678" fmla="*/ 3015805 w 3114960"/>
              <a:gd name="connsiteY29678" fmla="*/ 459486 h 5143785"/>
              <a:gd name="connsiteX29679" fmla="*/ 3021235 w 3114960"/>
              <a:gd name="connsiteY29679" fmla="*/ 463391 h 5143785"/>
              <a:gd name="connsiteX29680" fmla="*/ 3018473 w 3114960"/>
              <a:gd name="connsiteY29680" fmla="*/ 475393 h 5143785"/>
              <a:gd name="connsiteX29681" fmla="*/ 3105817 w 3114960"/>
              <a:gd name="connsiteY29681" fmla="*/ 3732657 h 5143785"/>
              <a:gd name="connsiteX29682" fmla="*/ 3114770 w 3114960"/>
              <a:gd name="connsiteY29682" fmla="*/ 3732657 h 5143785"/>
              <a:gd name="connsiteX29683" fmla="*/ 3114770 w 3114960"/>
              <a:gd name="connsiteY29683" fmla="*/ 3737420 h 5143785"/>
              <a:gd name="connsiteX29684" fmla="*/ 3106674 w 3114960"/>
              <a:gd name="connsiteY29684" fmla="*/ 3737420 h 5143785"/>
              <a:gd name="connsiteX29685" fmla="*/ 3081052 w 3114960"/>
              <a:gd name="connsiteY29685" fmla="*/ 3760184 h 5143785"/>
              <a:gd name="connsiteX29686" fmla="*/ 3081052 w 3114960"/>
              <a:gd name="connsiteY29686" fmla="*/ 3779711 h 5143785"/>
              <a:gd name="connsiteX29687" fmla="*/ 3109627 w 3114960"/>
              <a:gd name="connsiteY29687" fmla="*/ 3779711 h 5143785"/>
              <a:gd name="connsiteX29688" fmla="*/ 3114770 w 3114960"/>
              <a:gd name="connsiteY29688" fmla="*/ 3776186 h 5143785"/>
              <a:gd name="connsiteX29689" fmla="*/ 3114770 w 3114960"/>
              <a:gd name="connsiteY29689" fmla="*/ 3781997 h 5143785"/>
              <a:gd name="connsiteX29690" fmla="*/ 3111722 w 3114960"/>
              <a:gd name="connsiteY29690" fmla="*/ 3784092 h 5143785"/>
              <a:gd name="connsiteX29691" fmla="*/ 3110389 w 3114960"/>
              <a:gd name="connsiteY29691" fmla="*/ 3784473 h 5143785"/>
              <a:gd name="connsiteX29692" fmla="*/ 3078671 w 3114960"/>
              <a:gd name="connsiteY29692" fmla="*/ 3784473 h 5143785"/>
              <a:gd name="connsiteX29693" fmla="*/ 3076289 w 3114960"/>
              <a:gd name="connsiteY29693" fmla="*/ 3782092 h 5143785"/>
              <a:gd name="connsiteX29694" fmla="*/ 3076289 w 3114960"/>
              <a:gd name="connsiteY29694" fmla="*/ 3759137 h 5143785"/>
              <a:gd name="connsiteX29695" fmla="*/ 3077051 w 3114960"/>
              <a:gd name="connsiteY29695" fmla="*/ 3757327 h 5143785"/>
              <a:gd name="connsiteX29696" fmla="*/ 3104198 w 3114960"/>
              <a:gd name="connsiteY29696" fmla="*/ 3733229 h 5143785"/>
              <a:gd name="connsiteX29697" fmla="*/ 3105722 w 3114960"/>
              <a:gd name="connsiteY29697" fmla="*/ 3732657 h 5143785"/>
              <a:gd name="connsiteX29698" fmla="*/ 2463070 w 3114960"/>
              <a:gd name="connsiteY29698" fmla="*/ 1390650 h 5143785"/>
              <a:gd name="connsiteX29699" fmla="*/ 2463070 w 3114960"/>
              <a:gd name="connsiteY29699" fmla="*/ 1373791 h 5143785"/>
              <a:gd name="connsiteX29700" fmla="*/ 2467356 w 3114960"/>
              <a:gd name="connsiteY29700" fmla="*/ 1369505 h 5143785"/>
              <a:gd name="connsiteX29701" fmla="*/ 2484215 w 3114960"/>
              <a:gd name="connsiteY29701" fmla="*/ 1369505 h 5143785"/>
              <a:gd name="connsiteX29702" fmla="*/ 2488502 w 3114960"/>
              <a:gd name="connsiteY29702" fmla="*/ 1373791 h 5143785"/>
              <a:gd name="connsiteX29703" fmla="*/ 2488502 w 3114960"/>
              <a:gd name="connsiteY29703" fmla="*/ 1390650 h 5143785"/>
              <a:gd name="connsiteX29704" fmla="*/ 2484215 w 3114960"/>
              <a:gd name="connsiteY29704" fmla="*/ 1394936 h 5143785"/>
              <a:gd name="connsiteX29705" fmla="*/ 2467356 w 3114960"/>
              <a:gd name="connsiteY29705" fmla="*/ 1394936 h 5143785"/>
              <a:gd name="connsiteX29706" fmla="*/ 2463070 w 3114960"/>
              <a:gd name="connsiteY29706" fmla="*/ 1390650 h 5143785"/>
              <a:gd name="connsiteX29707" fmla="*/ 95 w 3114960"/>
              <a:gd name="connsiteY29707" fmla="*/ 2105978 h 5143785"/>
              <a:gd name="connsiteX29708" fmla="*/ 130778 w 3114960"/>
              <a:gd name="connsiteY29708" fmla="*/ 2105978 h 5143785"/>
              <a:gd name="connsiteX29709" fmla="*/ 145828 w 3114960"/>
              <a:gd name="connsiteY29709" fmla="*/ 2092547 h 5143785"/>
              <a:gd name="connsiteX29710" fmla="*/ 145637 w 3114960"/>
              <a:gd name="connsiteY29710" fmla="*/ 2092357 h 5143785"/>
              <a:gd name="connsiteX29711" fmla="*/ 146018 w 3114960"/>
              <a:gd name="connsiteY29711" fmla="*/ 2092357 h 5143785"/>
              <a:gd name="connsiteX29712" fmla="*/ 158687 w 3114960"/>
              <a:gd name="connsiteY29712" fmla="*/ 2092357 h 5143785"/>
              <a:gd name="connsiteX29713" fmla="*/ 165545 w 3114960"/>
              <a:gd name="connsiteY29713" fmla="*/ 2085499 h 5143785"/>
              <a:gd name="connsiteX29714" fmla="*/ 165545 w 3114960"/>
              <a:gd name="connsiteY29714" fmla="*/ 2072831 h 5143785"/>
              <a:gd name="connsiteX29715" fmla="*/ 165259 w 3114960"/>
              <a:gd name="connsiteY29715" fmla="*/ 2071211 h 5143785"/>
              <a:gd name="connsiteX29716" fmla="*/ 219647 w 3114960"/>
              <a:gd name="connsiteY29716" fmla="*/ 2020538 h 5143785"/>
              <a:gd name="connsiteX29717" fmla="*/ 297752 w 3114960"/>
              <a:gd name="connsiteY29717" fmla="*/ 2020538 h 5143785"/>
              <a:gd name="connsiteX29718" fmla="*/ 308801 w 3114960"/>
              <a:gd name="connsiteY29718" fmla="*/ 2029682 h 5143785"/>
              <a:gd name="connsiteX29719" fmla="*/ 320326 w 3114960"/>
              <a:gd name="connsiteY29719" fmla="*/ 2018157 h 5143785"/>
              <a:gd name="connsiteX29720" fmla="*/ 308801 w 3114960"/>
              <a:gd name="connsiteY29720" fmla="*/ 2006632 h 5143785"/>
              <a:gd name="connsiteX29721" fmla="*/ 297752 w 3114960"/>
              <a:gd name="connsiteY29721" fmla="*/ 2015776 h 5143785"/>
              <a:gd name="connsiteX29722" fmla="*/ 217742 w 3114960"/>
              <a:gd name="connsiteY29722" fmla="*/ 2015776 h 5143785"/>
              <a:gd name="connsiteX29723" fmla="*/ 162497 w 3114960"/>
              <a:gd name="connsiteY29723" fmla="*/ 2067306 h 5143785"/>
              <a:gd name="connsiteX29724" fmla="*/ 158782 w 3114960"/>
              <a:gd name="connsiteY29724" fmla="*/ 2066068 h 5143785"/>
              <a:gd name="connsiteX29725" fmla="*/ 146114 w 3114960"/>
              <a:gd name="connsiteY29725" fmla="*/ 2066068 h 5143785"/>
              <a:gd name="connsiteX29726" fmla="*/ 139256 w 3114960"/>
              <a:gd name="connsiteY29726" fmla="*/ 2072926 h 5143785"/>
              <a:gd name="connsiteX29727" fmla="*/ 139256 w 3114960"/>
              <a:gd name="connsiteY29727" fmla="*/ 2085594 h 5143785"/>
              <a:gd name="connsiteX29728" fmla="*/ 139256 w 3114960"/>
              <a:gd name="connsiteY29728" fmla="*/ 2085785 h 5143785"/>
              <a:gd name="connsiteX29729" fmla="*/ 127159 w 3114960"/>
              <a:gd name="connsiteY29729" fmla="*/ 2096453 h 5143785"/>
              <a:gd name="connsiteX29730" fmla="*/ 95 w 3114960"/>
              <a:gd name="connsiteY29730" fmla="*/ 2096453 h 5143785"/>
              <a:gd name="connsiteX29731" fmla="*/ 95 w 3114960"/>
              <a:gd name="connsiteY29731" fmla="*/ 2105978 h 5143785"/>
              <a:gd name="connsiteX29732" fmla="*/ 308705 w 3114960"/>
              <a:gd name="connsiteY29732" fmla="*/ 2011394 h 5143785"/>
              <a:gd name="connsiteX29733" fmla="*/ 315468 w 3114960"/>
              <a:gd name="connsiteY29733" fmla="*/ 2018157 h 5143785"/>
              <a:gd name="connsiteX29734" fmla="*/ 308705 w 3114960"/>
              <a:gd name="connsiteY29734" fmla="*/ 2024920 h 5143785"/>
              <a:gd name="connsiteX29735" fmla="*/ 301943 w 3114960"/>
              <a:gd name="connsiteY29735" fmla="*/ 2018157 h 5143785"/>
              <a:gd name="connsiteX29736" fmla="*/ 308705 w 3114960"/>
              <a:gd name="connsiteY29736" fmla="*/ 2011394 h 5143785"/>
              <a:gd name="connsiteX29737" fmla="*/ 143923 w 3114960"/>
              <a:gd name="connsiteY29737" fmla="*/ 2072831 h 5143785"/>
              <a:gd name="connsiteX29738" fmla="*/ 146018 w 3114960"/>
              <a:gd name="connsiteY29738" fmla="*/ 2070735 h 5143785"/>
              <a:gd name="connsiteX29739" fmla="*/ 158687 w 3114960"/>
              <a:gd name="connsiteY29739" fmla="*/ 2070735 h 5143785"/>
              <a:gd name="connsiteX29740" fmla="*/ 160782 w 3114960"/>
              <a:gd name="connsiteY29740" fmla="*/ 2072831 h 5143785"/>
              <a:gd name="connsiteX29741" fmla="*/ 160782 w 3114960"/>
              <a:gd name="connsiteY29741" fmla="*/ 2085499 h 5143785"/>
              <a:gd name="connsiteX29742" fmla="*/ 158687 w 3114960"/>
              <a:gd name="connsiteY29742" fmla="*/ 2087594 h 5143785"/>
              <a:gd name="connsiteX29743" fmla="*/ 146018 w 3114960"/>
              <a:gd name="connsiteY29743" fmla="*/ 2087594 h 5143785"/>
              <a:gd name="connsiteX29744" fmla="*/ 143923 w 3114960"/>
              <a:gd name="connsiteY29744" fmla="*/ 2085499 h 5143785"/>
              <a:gd name="connsiteX29745" fmla="*/ 143923 w 3114960"/>
              <a:gd name="connsiteY29745" fmla="*/ 2072831 h 5143785"/>
              <a:gd name="connsiteX29746" fmla="*/ 549688 w 3114960"/>
              <a:gd name="connsiteY29746" fmla="*/ 3376994 h 5143785"/>
              <a:gd name="connsiteX29747" fmla="*/ 542639 w 3114960"/>
              <a:gd name="connsiteY29747" fmla="*/ 3384042 h 5143785"/>
              <a:gd name="connsiteX29748" fmla="*/ 535591 w 3114960"/>
              <a:gd name="connsiteY29748" fmla="*/ 3376994 h 5143785"/>
              <a:gd name="connsiteX29749" fmla="*/ 542639 w 3114960"/>
              <a:gd name="connsiteY29749" fmla="*/ 3369945 h 5143785"/>
              <a:gd name="connsiteX29750" fmla="*/ 549688 w 3114960"/>
              <a:gd name="connsiteY29750" fmla="*/ 3376994 h 5143785"/>
              <a:gd name="connsiteX29751" fmla="*/ 2298859 w 3114960"/>
              <a:gd name="connsiteY29751" fmla="*/ 2961227 h 5143785"/>
              <a:gd name="connsiteX29752" fmla="*/ 2311527 w 3114960"/>
              <a:gd name="connsiteY29752" fmla="*/ 2947035 h 5143785"/>
              <a:gd name="connsiteX29753" fmla="*/ 2315051 w 3114960"/>
              <a:gd name="connsiteY29753" fmla="*/ 2950178 h 5143785"/>
              <a:gd name="connsiteX29754" fmla="*/ 2302383 w 3114960"/>
              <a:gd name="connsiteY29754" fmla="*/ 2964371 h 5143785"/>
              <a:gd name="connsiteX29755" fmla="*/ 2298859 w 3114960"/>
              <a:gd name="connsiteY29755" fmla="*/ 2961227 h 5143785"/>
              <a:gd name="connsiteX29756" fmla="*/ 2999423 w 3114960"/>
              <a:gd name="connsiteY29756" fmla="*/ 519875 h 5143785"/>
              <a:gd name="connsiteX29757" fmla="*/ 3008852 w 3114960"/>
              <a:gd name="connsiteY29757" fmla="*/ 526161 h 5143785"/>
              <a:gd name="connsiteX29758" fmla="*/ 3008852 w 3114960"/>
              <a:gd name="connsiteY29758" fmla="*/ 690944 h 5143785"/>
              <a:gd name="connsiteX29759" fmla="*/ 3042095 w 3114960"/>
              <a:gd name="connsiteY29759" fmla="*/ 729044 h 5143785"/>
              <a:gd name="connsiteX29760" fmla="*/ 3050096 w 3114960"/>
              <a:gd name="connsiteY29760" fmla="*/ 729044 h 5143785"/>
              <a:gd name="connsiteX29761" fmla="*/ 3050096 w 3114960"/>
              <a:gd name="connsiteY29761" fmla="*/ 736187 h 5143785"/>
              <a:gd name="connsiteX29762" fmla="*/ 3058763 w 3114960"/>
              <a:gd name="connsiteY29762" fmla="*/ 744855 h 5143785"/>
              <a:gd name="connsiteX29763" fmla="*/ 3097625 w 3114960"/>
              <a:gd name="connsiteY29763" fmla="*/ 744855 h 5143785"/>
              <a:gd name="connsiteX29764" fmla="*/ 3106293 w 3114960"/>
              <a:gd name="connsiteY29764" fmla="*/ 736187 h 5143785"/>
              <a:gd name="connsiteX29765" fmla="*/ 3106293 w 3114960"/>
              <a:gd name="connsiteY29765" fmla="*/ 731711 h 5143785"/>
              <a:gd name="connsiteX29766" fmla="*/ 3114866 w 3114960"/>
              <a:gd name="connsiteY29766" fmla="*/ 731711 h 5143785"/>
              <a:gd name="connsiteX29767" fmla="*/ 3114866 w 3114960"/>
              <a:gd name="connsiteY29767" fmla="*/ 726948 h 5143785"/>
              <a:gd name="connsiteX29768" fmla="*/ 3106293 w 3114960"/>
              <a:gd name="connsiteY29768" fmla="*/ 726948 h 5143785"/>
              <a:gd name="connsiteX29769" fmla="*/ 3106293 w 3114960"/>
              <a:gd name="connsiteY29769" fmla="*/ 722567 h 5143785"/>
              <a:gd name="connsiteX29770" fmla="*/ 3097625 w 3114960"/>
              <a:gd name="connsiteY29770" fmla="*/ 713899 h 5143785"/>
              <a:gd name="connsiteX29771" fmla="*/ 3058763 w 3114960"/>
              <a:gd name="connsiteY29771" fmla="*/ 713899 h 5143785"/>
              <a:gd name="connsiteX29772" fmla="*/ 3050096 w 3114960"/>
              <a:gd name="connsiteY29772" fmla="*/ 722471 h 5143785"/>
              <a:gd name="connsiteX29773" fmla="*/ 3050096 w 3114960"/>
              <a:gd name="connsiteY29773" fmla="*/ 724186 h 5143785"/>
              <a:gd name="connsiteX29774" fmla="*/ 3044285 w 3114960"/>
              <a:gd name="connsiteY29774" fmla="*/ 724186 h 5143785"/>
              <a:gd name="connsiteX29775" fmla="*/ 3013615 w 3114960"/>
              <a:gd name="connsiteY29775" fmla="*/ 689039 h 5143785"/>
              <a:gd name="connsiteX29776" fmla="*/ 3013615 w 3114960"/>
              <a:gd name="connsiteY29776" fmla="*/ 526066 h 5143785"/>
              <a:gd name="connsiteX29777" fmla="*/ 3018568 w 3114960"/>
              <a:gd name="connsiteY29777" fmla="*/ 524161 h 5143785"/>
              <a:gd name="connsiteX29778" fmla="*/ 3023045 w 3114960"/>
              <a:gd name="connsiteY29778" fmla="*/ 505015 h 5143785"/>
              <a:gd name="connsiteX29779" fmla="*/ 3003899 w 3114960"/>
              <a:gd name="connsiteY29779" fmla="*/ 500539 h 5143785"/>
              <a:gd name="connsiteX29780" fmla="*/ 2999423 w 3114960"/>
              <a:gd name="connsiteY29780" fmla="*/ 519684 h 5143785"/>
              <a:gd name="connsiteX29781" fmla="*/ 3091720 w 3114960"/>
              <a:gd name="connsiteY29781" fmla="*/ 718757 h 5143785"/>
              <a:gd name="connsiteX29782" fmla="*/ 3097625 w 3114960"/>
              <a:gd name="connsiteY29782" fmla="*/ 718757 h 5143785"/>
              <a:gd name="connsiteX29783" fmla="*/ 3101530 w 3114960"/>
              <a:gd name="connsiteY29783" fmla="*/ 722662 h 5143785"/>
              <a:gd name="connsiteX29784" fmla="*/ 3101530 w 3114960"/>
              <a:gd name="connsiteY29784" fmla="*/ 736283 h 5143785"/>
              <a:gd name="connsiteX29785" fmla="*/ 3097625 w 3114960"/>
              <a:gd name="connsiteY29785" fmla="*/ 740188 h 5143785"/>
              <a:gd name="connsiteX29786" fmla="*/ 3091720 w 3114960"/>
              <a:gd name="connsiteY29786" fmla="*/ 740188 h 5143785"/>
              <a:gd name="connsiteX29787" fmla="*/ 3091720 w 3114960"/>
              <a:gd name="connsiteY29787" fmla="*/ 718852 h 5143785"/>
              <a:gd name="connsiteX29788" fmla="*/ 3054858 w 3114960"/>
              <a:gd name="connsiteY29788" fmla="*/ 722567 h 5143785"/>
              <a:gd name="connsiteX29789" fmla="*/ 3058763 w 3114960"/>
              <a:gd name="connsiteY29789" fmla="*/ 718661 h 5143785"/>
              <a:gd name="connsiteX29790" fmla="*/ 3066384 w 3114960"/>
              <a:gd name="connsiteY29790" fmla="*/ 718661 h 5143785"/>
              <a:gd name="connsiteX29791" fmla="*/ 3066384 w 3114960"/>
              <a:gd name="connsiteY29791" fmla="*/ 739997 h 5143785"/>
              <a:gd name="connsiteX29792" fmla="*/ 3058763 w 3114960"/>
              <a:gd name="connsiteY29792" fmla="*/ 739997 h 5143785"/>
              <a:gd name="connsiteX29793" fmla="*/ 3054858 w 3114960"/>
              <a:gd name="connsiteY29793" fmla="*/ 736092 h 5143785"/>
              <a:gd name="connsiteX29794" fmla="*/ 3054858 w 3114960"/>
              <a:gd name="connsiteY29794" fmla="*/ 722471 h 5143785"/>
              <a:gd name="connsiteX29795" fmla="*/ 2806732 w 3114960"/>
              <a:gd name="connsiteY29795" fmla="*/ 2674525 h 5143785"/>
              <a:gd name="connsiteX29796" fmla="*/ 2801969 w 3114960"/>
              <a:gd name="connsiteY29796" fmla="*/ 2674525 h 5143785"/>
              <a:gd name="connsiteX29797" fmla="*/ 2801969 w 3114960"/>
              <a:gd name="connsiteY29797" fmla="*/ 2664619 h 5143785"/>
              <a:gd name="connsiteX29798" fmla="*/ 2806732 w 3114960"/>
              <a:gd name="connsiteY29798" fmla="*/ 2664619 h 5143785"/>
              <a:gd name="connsiteX29799" fmla="*/ 2806732 w 3114960"/>
              <a:gd name="connsiteY29799" fmla="*/ 2674525 h 5143785"/>
              <a:gd name="connsiteX29800" fmla="*/ 2927890 w 3114960"/>
              <a:gd name="connsiteY29800" fmla="*/ 3410426 h 5143785"/>
              <a:gd name="connsiteX29801" fmla="*/ 2929414 w 3114960"/>
              <a:gd name="connsiteY29801" fmla="*/ 3410998 h 5143785"/>
              <a:gd name="connsiteX29802" fmla="*/ 2974086 w 3114960"/>
              <a:gd name="connsiteY29802" fmla="*/ 3410998 h 5143785"/>
              <a:gd name="connsiteX29803" fmla="*/ 2975610 w 3114960"/>
              <a:gd name="connsiteY29803" fmla="*/ 3415189 h 5143785"/>
              <a:gd name="connsiteX29804" fmla="*/ 2983421 w 3114960"/>
              <a:gd name="connsiteY29804" fmla="*/ 3420809 h 5143785"/>
              <a:gd name="connsiteX29805" fmla="*/ 2986373 w 3114960"/>
              <a:gd name="connsiteY29805" fmla="*/ 3421190 h 5143785"/>
              <a:gd name="connsiteX29806" fmla="*/ 2998565 w 3114960"/>
              <a:gd name="connsiteY29806" fmla="*/ 3411569 h 5143785"/>
              <a:gd name="connsiteX29807" fmla="*/ 2997042 w 3114960"/>
              <a:gd name="connsiteY29807" fmla="*/ 3402044 h 5143785"/>
              <a:gd name="connsiteX29808" fmla="*/ 2989231 w 3114960"/>
              <a:gd name="connsiteY29808" fmla="*/ 3396425 h 5143785"/>
              <a:gd name="connsiteX29809" fmla="*/ 2974086 w 3114960"/>
              <a:gd name="connsiteY29809" fmla="*/ 3405664 h 5143785"/>
              <a:gd name="connsiteX29810" fmla="*/ 2974086 w 3114960"/>
              <a:gd name="connsiteY29810" fmla="*/ 3406235 h 5143785"/>
              <a:gd name="connsiteX29811" fmla="*/ 2930176 w 3114960"/>
              <a:gd name="connsiteY29811" fmla="*/ 3406235 h 5143785"/>
              <a:gd name="connsiteX29812" fmla="*/ 2857214 w 3114960"/>
              <a:gd name="connsiteY29812" fmla="*/ 3347276 h 5143785"/>
              <a:gd name="connsiteX29813" fmla="*/ 2871311 w 3114960"/>
              <a:gd name="connsiteY29813" fmla="*/ 3332607 h 5143785"/>
              <a:gd name="connsiteX29814" fmla="*/ 2961894 w 3114960"/>
              <a:gd name="connsiteY29814" fmla="*/ 3332607 h 5143785"/>
              <a:gd name="connsiteX29815" fmla="*/ 2970467 w 3114960"/>
              <a:gd name="connsiteY29815" fmla="*/ 3338608 h 5143785"/>
              <a:gd name="connsiteX29816" fmla="*/ 2978849 w 3114960"/>
              <a:gd name="connsiteY29816" fmla="*/ 3329369 h 5143785"/>
              <a:gd name="connsiteX29817" fmla="*/ 2969609 w 3114960"/>
              <a:gd name="connsiteY29817" fmla="*/ 3320987 h 5143785"/>
              <a:gd name="connsiteX29818" fmla="*/ 2961609 w 3114960"/>
              <a:gd name="connsiteY29818" fmla="*/ 3327845 h 5143785"/>
              <a:gd name="connsiteX29819" fmla="*/ 2870263 w 3114960"/>
              <a:gd name="connsiteY29819" fmla="*/ 3327845 h 5143785"/>
              <a:gd name="connsiteX29820" fmla="*/ 2868549 w 3114960"/>
              <a:gd name="connsiteY29820" fmla="*/ 3328607 h 5143785"/>
              <a:gd name="connsiteX29821" fmla="*/ 2851976 w 3114960"/>
              <a:gd name="connsiteY29821" fmla="*/ 3345847 h 5143785"/>
              <a:gd name="connsiteX29822" fmla="*/ 2851309 w 3114960"/>
              <a:gd name="connsiteY29822" fmla="*/ 3347657 h 5143785"/>
              <a:gd name="connsiteX29823" fmla="*/ 2852166 w 3114960"/>
              <a:gd name="connsiteY29823" fmla="*/ 3349371 h 5143785"/>
              <a:gd name="connsiteX29824" fmla="*/ 2927795 w 3114960"/>
              <a:gd name="connsiteY29824" fmla="*/ 3410522 h 5143785"/>
              <a:gd name="connsiteX29825" fmla="*/ 2978753 w 3114960"/>
              <a:gd name="connsiteY29825" fmla="*/ 3406807 h 5143785"/>
              <a:gd name="connsiteX29826" fmla="*/ 2986373 w 3114960"/>
              <a:gd name="connsiteY29826" fmla="*/ 3400806 h 5143785"/>
              <a:gd name="connsiteX29827" fmla="*/ 2988183 w 3114960"/>
              <a:gd name="connsiteY29827" fmla="*/ 3400997 h 5143785"/>
              <a:gd name="connsiteX29828" fmla="*/ 2993041 w 3114960"/>
              <a:gd name="connsiteY29828" fmla="*/ 3404521 h 5143785"/>
              <a:gd name="connsiteX29829" fmla="*/ 2993993 w 3114960"/>
              <a:gd name="connsiteY29829" fmla="*/ 3410426 h 5143785"/>
              <a:gd name="connsiteX29830" fmla="*/ 2984563 w 3114960"/>
              <a:gd name="connsiteY29830" fmla="*/ 3416142 h 5143785"/>
              <a:gd name="connsiteX29831" fmla="*/ 2979706 w 3114960"/>
              <a:gd name="connsiteY29831" fmla="*/ 3412617 h 5143785"/>
              <a:gd name="connsiteX29832" fmla="*/ 2978753 w 3114960"/>
              <a:gd name="connsiteY29832" fmla="*/ 3406712 h 5143785"/>
              <a:gd name="connsiteX29833" fmla="*/ 2806732 w 3114960"/>
              <a:gd name="connsiteY29833" fmla="*/ 2694337 h 5143785"/>
              <a:gd name="connsiteX29834" fmla="*/ 2801969 w 3114960"/>
              <a:gd name="connsiteY29834" fmla="*/ 2694337 h 5143785"/>
              <a:gd name="connsiteX29835" fmla="*/ 2801969 w 3114960"/>
              <a:gd name="connsiteY29835" fmla="*/ 2684431 h 5143785"/>
              <a:gd name="connsiteX29836" fmla="*/ 2806732 w 3114960"/>
              <a:gd name="connsiteY29836" fmla="*/ 2684431 h 5143785"/>
              <a:gd name="connsiteX29837" fmla="*/ 2806732 w 3114960"/>
              <a:gd name="connsiteY29837" fmla="*/ 2694337 h 5143785"/>
              <a:gd name="connsiteX29838" fmla="*/ 2801969 w 3114960"/>
              <a:gd name="connsiteY29838" fmla="*/ 2704338 h 5143785"/>
              <a:gd name="connsiteX29839" fmla="*/ 2806732 w 3114960"/>
              <a:gd name="connsiteY29839" fmla="*/ 2704338 h 5143785"/>
              <a:gd name="connsiteX29840" fmla="*/ 2806732 w 3114960"/>
              <a:gd name="connsiteY29840" fmla="*/ 2714244 h 5143785"/>
              <a:gd name="connsiteX29841" fmla="*/ 2801969 w 3114960"/>
              <a:gd name="connsiteY29841" fmla="*/ 2714244 h 5143785"/>
              <a:gd name="connsiteX29842" fmla="*/ 2801969 w 3114960"/>
              <a:gd name="connsiteY29842" fmla="*/ 2704338 h 5143785"/>
              <a:gd name="connsiteX29843" fmla="*/ 91345 w 3114960"/>
              <a:gd name="connsiteY29843" fmla="*/ 2298859 h 5143785"/>
              <a:gd name="connsiteX29844" fmla="*/ 103823 w 3114960"/>
              <a:gd name="connsiteY29844" fmla="*/ 2309146 h 5143785"/>
              <a:gd name="connsiteX29845" fmla="*/ 116586 w 3114960"/>
              <a:gd name="connsiteY29845" fmla="*/ 2296192 h 5143785"/>
              <a:gd name="connsiteX29846" fmla="*/ 103823 w 3114960"/>
              <a:gd name="connsiteY29846" fmla="*/ 2283238 h 5143785"/>
              <a:gd name="connsiteX29847" fmla="*/ 91250 w 3114960"/>
              <a:gd name="connsiteY29847" fmla="*/ 2294096 h 5143785"/>
              <a:gd name="connsiteX29848" fmla="*/ 95 w 3114960"/>
              <a:gd name="connsiteY29848" fmla="*/ 2293906 h 5143785"/>
              <a:gd name="connsiteX29849" fmla="*/ 95 w 3114960"/>
              <a:gd name="connsiteY29849" fmla="*/ 2298668 h 5143785"/>
              <a:gd name="connsiteX29850" fmla="*/ 91345 w 3114960"/>
              <a:gd name="connsiteY29850" fmla="*/ 2298859 h 5143785"/>
              <a:gd name="connsiteX29851" fmla="*/ 103823 w 3114960"/>
              <a:gd name="connsiteY29851" fmla="*/ 2288000 h 5143785"/>
              <a:gd name="connsiteX29852" fmla="*/ 111823 w 3114960"/>
              <a:gd name="connsiteY29852" fmla="*/ 2296192 h 5143785"/>
              <a:gd name="connsiteX29853" fmla="*/ 103823 w 3114960"/>
              <a:gd name="connsiteY29853" fmla="*/ 2304383 h 5143785"/>
              <a:gd name="connsiteX29854" fmla="*/ 95822 w 3114960"/>
              <a:gd name="connsiteY29854" fmla="*/ 2296192 h 5143785"/>
              <a:gd name="connsiteX29855" fmla="*/ 103823 w 3114960"/>
              <a:gd name="connsiteY29855" fmla="*/ 2288000 h 5143785"/>
              <a:gd name="connsiteX29856" fmla="*/ 2814923 w 3114960"/>
              <a:gd name="connsiteY29856" fmla="*/ 2659856 h 5143785"/>
              <a:gd name="connsiteX29857" fmla="*/ 2794826 w 3114960"/>
              <a:gd name="connsiteY29857" fmla="*/ 2659856 h 5143785"/>
              <a:gd name="connsiteX29858" fmla="*/ 2788825 w 3114960"/>
              <a:gd name="connsiteY29858" fmla="*/ 2653855 h 5143785"/>
              <a:gd name="connsiteX29859" fmla="*/ 2788825 w 3114960"/>
              <a:gd name="connsiteY29859" fmla="*/ 2633758 h 5143785"/>
              <a:gd name="connsiteX29860" fmla="*/ 2794826 w 3114960"/>
              <a:gd name="connsiteY29860" fmla="*/ 2627757 h 5143785"/>
              <a:gd name="connsiteX29861" fmla="*/ 2814923 w 3114960"/>
              <a:gd name="connsiteY29861" fmla="*/ 2627757 h 5143785"/>
              <a:gd name="connsiteX29862" fmla="*/ 2820924 w 3114960"/>
              <a:gd name="connsiteY29862" fmla="*/ 2633758 h 5143785"/>
              <a:gd name="connsiteX29863" fmla="*/ 2820924 w 3114960"/>
              <a:gd name="connsiteY29863" fmla="*/ 2653855 h 5143785"/>
              <a:gd name="connsiteX29864" fmla="*/ 2814923 w 3114960"/>
              <a:gd name="connsiteY29864" fmla="*/ 2659856 h 5143785"/>
              <a:gd name="connsiteX29865" fmla="*/ 3078480 w 3114960"/>
              <a:gd name="connsiteY29865" fmla="*/ 3969544 h 5143785"/>
              <a:gd name="connsiteX29866" fmla="*/ 3089243 w 3114960"/>
              <a:gd name="connsiteY29866" fmla="*/ 3958780 h 5143785"/>
              <a:gd name="connsiteX29867" fmla="*/ 3114770 w 3114960"/>
              <a:gd name="connsiteY29867" fmla="*/ 3958780 h 5143785"/>
              <a:gd name="connsiteX29868" fmla="*/ 3114770 w 3114960"/>
              <a:gd name="connsiteY29868" fmla="*/ 3963543 h 5143785"/>
              <a:gd name="connsiteX29869" fmla="*/ 3089243 w 3114960"/>
              <a:gd name="connsiteY29869" fmla="*/ 3963543 h 5143785"/>
              <a:gd name="connsiteX29870" fmla="*/ 3083243 w 3114960"/>
              <a:gd name="connsiteY29870" fmla="*/ 3969544 h 5143785"/>
              <a:gd name="connsiteX29871" fmla="*/ 3089243 w 3114960"/>
              <a:gd name="connsiteY29871" fmla="*/ 3975545 h 5143785"/>
              <a:gd name="connsiteX29872" fmla="*/ 3114770 w 3114960"/>
              <a:gd name="connsiteY29872" fmla="*/ 3975545 h 5143785"/>
              <a:gd name="connsiteX29873" fmla="*/ 3114770 w 3114960"/>
              <a:gd name="connsiteY29873" fmla="*/ 3980307 h 5143785"/>
              <a:gd name="connsiteX29874" fmla="*/ 3089243 w 3114960"/>
              <a:gd name="connsiteY29874" fmla="*/ 3980307 h 5143785"/>
              <a:gd name="connsiteX29875" fmla="*/ 3078480 w 3114960"/>
              <a:gd name="connsiteY29875" fmla="*/ 3969544 h 5143785"/>
              <a:gd name="connsiteX29876" fmla="*/ 2215325 w 3114960"/>
              <a:gd name="connsiteY29876" fmla="*/ 2442972 h 5143785"/>
              <a:gd name="connsiteX29877" fmla="*/ 2202561 w 3114960"/>
              <a:gd name="connsiteY29877" fmla="*/ 2430875 h 5143785"/>
              <a:gd name="connsiteX29878" fmla="*/ 2205800 w 3114960"/>
              <a:gd name="connsiteY29878" fmla="*/ 2427446 h 5143785"/>
              <a:gd name="connsiteX29879" fmla="*/ 2218563 w 3114960"/>
              <a:gd name="connsiteY29879" fmla="*/ 2439543 h 5143785"/>
              <a:gd name="connsiteX29880" fmla="*/ 2215325 w 3114960"/>
              <a:gd name="connsiteY29880" fmla="*/ 2442972 h 5143785"/>
              <a:gd name="connsiteX29881" fmla="*/ 2221040 w 3114960"/>
              <a:gd name="connsiteY29881" fmla="*/ 2506694 h 5143785"/>
              <a:gd name="connsiteX29882" fmla="*/ 2207609 w 3114960"/>
              <a:gd name="connsiteY29882" fmla="*/ 2493931 h 5143785"/>
              <a:gd name="connsiteX29883" fmla="*/ 2210848 w 3114960"/>
              <a:gd name="connsiteY29883" fmla="*/ 2490502 h 5143785"/>
              <a:gd name="connsiteX29884" fmla="*/ 2224278 w 3114960"/>
              <a:gd name="connsiteY29884" fmla="*/ 2503265 h 5143785"/>
              <a:gd name="connsiteX29885" fmla="*/ 2221040 w 3114960"/>
              <a:gd name="connsiteY29885" fmla="*/ 2506694 h 5143785"/>
              <a:gd name="connsiteX29886" fmla="*/ 294894 w 3114960"/>
              <a:gd name="connsiteY29886" fmla="*/ 3020092 h 5143785"/>
              <a:gd name="connsiteX29887" fmla="*/ 294894 w 3114960"/>
              <a:gd name="connsiteY29887" fmla="*/ 3038856 h 5143785"/>
              <a:gd name="connsiteX29888" fmla="*/ 291084 w 3114960"/>
              <a:gd name="connsiteY29888" fmla="*/ 3042666 h 5143785"/>
              <a:gd name="connsiteX29889" fmla="*/ 272320 w 3114960"/>
              <a:gd name="connsiteY29889" fmla="*/ 3042666 h 5143785"/>
              <a:gd name="connsiteX29890" fmla="*/ 268510 w 3114960"/>
              <a:gd name="connsiteY29890" fmla="*/ 3038856 h 5143785"/>
              <a:gd name="connsiteX29891" fmla="*/ 268510 w 3114960"/>
              <a:gd name="connsiteY29891" fmla="*/ 3020092 h 5143785"/>
              <a:gd name="connsiteX29892" fmla="*/ 272320 w 3114960"/>
              <a:gd name="connsiteY29892" fmla="*/ 3016282 h 5143785"/>
              <a:gd name="connsiteX29893" fmla="*/ 291084 w 3114960"/>
              <a:gd name="connsiteY29893" fmla="*/ 3016282 h 5143785"/>
              <a:gd name="connsiteX29894" fmla="*/ 294894 w 3114960"/>
              <a:gd name="connsiteY29894" fmla="*/ 3020092 h 5143785"/>
              <a:gd name="connsiteX29895" fmla="*/ 2167604 w 3114960"/>
              <a:gd name="connsiteY29895" fmla="*/ 2390966 h 5143785"/>
              <a:gd name="connsiteX29896" fmla="*/ 2164366 w 3114960"/>
              <a:gd name="connsiteY29896" fmla="*/ 2394395 h 5143785"/>
              <a:gd name="connsiteX29897" fmla="*/ 2157508 w 3114960"/>
              <a:gd name="connsiteY29897" fmla="*/ 2387822 h 5143785"/>
              <a:gd name="connsiteX29898" fmla="*/ 2160746 w 3114960"/>
              <a:gd name="connsiteY29898" fmla="*/ 2384393 h 5143785"/>
              <a:gd name="connsiteX29899" fmla="*/ 2167604 w 3114960"/>
              <a:gd name="connsiteY29899" fmla="*/ 2390966 h 5143785"/>
              <a:gd name="connsiteX29900" fmla="*/ 2396681 w 3114960"/>
              <a:gd name="connsiteY29900" fmla="*/ 2488216 h 5143785"/>
              <a:gd name="connsiteX29901" fmla="*/ 2382203 w 3114960"/>
              <a:gd name="connsiteY29901" fmla="*/ 2474214 h 5143785"/>
              <a:gd name="connsiteX29902" fmla="*/ 2385536 w 3114960"/>
              <a:gd name="connsiteY29902" fmla="*/ 2470785 h 5143785"/>
              <a:gd name="connsiteX29903" fmla="*/ 2400014 w 3114960"/>
              <a:gd name="connsiteY29903" fmla="*/ 2484787 h 5143785"/>
              <a:gd name="connsiteX29904" fmla="*/ 2396681 w 3114960"/>
              <a:gd name="connsiteY29904" fmla="*/ 2488216 h 5143785"/>
              <a:gd name="connsiteX29905" fmla="*/ 2370963 w 3114960"/>
              <a:gd name="connsiteY29905" fmla="*/ 2456784 h 5143785"/>
              <a:gd name="connsiteX29906" fmla="*/ 2367629 w 3114960"/>
              <a:gd name="connsiteY29906" fmla="*/ 2460212 h 5143785"/>
              <a:gd name="connsiteX29907" fmla="*/ 2353151 w 3114960"/>
              <a:gd name="connsiteY29907" fmla="*/ 2446211 h 5143785"/>
              <a:gd name="connsiteX29908" fmla="*/ 2356485 w 3114960"/>
              <a:gd name="connsiteY29908" fmla="*/ 2442782 h 5143785"/>
              <a:gd name="connsiteX29909" fmla="*/ 2370963 w 3114960"/>
              <a:gd name="connsiteY29909" fmla="*/ 2456784 h 5143785"/>
              <a:gd name="connsiteX29910" fmla="*/ 2342007 w 3114960"/>
              <a:gd name="connsiteY29910" fmla="*/ 2428780 h 5143785"/>
              <a:gd name="connsiteX29911" fmla="*/ 2338673 w 3114960"/>
              <a:gd name="connsiteY29911" fmla="*/ 2432209 h 5143785"/>
              <a:gd name="connsiteX29912" fmla="*/ 2324195 w 3114960"/>
              <a:gd name="connsiteY29912" fmla="*/ 2418207 h 5143785"/>
              <a:gd name="connsiteX29913" fmla="*/ 2327529 w 3114960"/>
              <a:gd name="connsiteY29913" fmla="*/ 2414778 h 5143785"/>
              <a:gd name="connsiteX29914" fmla="*/ 2342007 w 3114960"/>
              <a:gd name="connsiteY29914" fmla="*/ 2428780 h 5143785"/>
              <a:gd name="connsiteX29915" fmla="*/ 517779 w 3114960"/>
              <a:gd name="connsiteY29915" fmla="*/ 3223641 h 5143785"/>
              <a:gd name="connsiteX29916" fmla="*/ 517779 w 3114960"/>
              <a:gd name="connsiteY29916" fmla="*/ 3228404 h 5143785"/>
              <a:gd name="connsiteX29917" fmla="*/ 499777 w 3114960"/>
              <a:gd name="connsiteY29917" fmla="*/ 3228404 h 5143785"/>
              <a:gd name="connsiteX29918" fmla="*/ 499777 w 3114960"/>
              <a:gd name="connsiteY29918" fmla="*/ 3223641 h 5143785"/>
              <a:gd name="connsiteX29919" fmla="*/ 517779 w 3114960"/>
              <a:gd name="connsiteY29919" fmla="*/ 3223641 h 5143785"/>
              <a:gd name="connsiteX29920" fmla="*/ 481870 w 3114960"/>
              <a:gd name="connsiteY29920" fmla="*/ 3228404 h 5143785"/>
              <a:gd name="connsiteX29921" fmla="*/ 471202 w 3114960"/>
              <a:gd name="connsiteY29921" fmla="*/ 3228404 h 5143785"/>
              <a:gd name="connsiteX29922" fmla="*/ 464630 w 3114960"/>
              <a:gd name="connsiteY29922" fmla="*/ 3220022 h 5143785"/>
              <a:gd name="connsiteX29923" fmla="*/ 468344 w 3114960"/>
              <a:gd name="connsiteY29923" fmla="*/ 3217069 h 5143785"/>
              <a:gd name="connsiteX29924" fmla="*/ 473488 w 3114960"/>
              <a:gd name="connsiteY29924" fmla="*/ 3223641 h 5143785"/>
              <a:gd name="connsiteX29925" fmla="*/ 481870 w 3114960"/>
              <a:gd name="connsiteY29925" fmla="*/ 3223641 h 5143785"/>
              <a:gd name="connsiteX29926" fmla="*/ 481870 w 3114960"/>
              <a:gd name="connsiteY29926" fmla="*/ 3228404 h 5143785"/>
              <a:gd name="connsiteX29927" fmla="*/ 2434019 w 3114960"/>
              <a:gd name="connsiteY29927" fmla="*/ 2495645 h 5143785"/>
              <a:gd name="connsiteX29928" fmla="*/ 2434019 w 3114960"/>
              <a:gd name="connsiteY29928" fmla="*/ 2500408 h 5143785"/>
              <a:gd name="connsiteX29929" fmla="*/ 2413826 w 3114960"/>
              <a:gd name="connsiteY29929" fmla="*/ 2500408 h 5143785"/>
              <a:gd name="connsiteX29930" fmla="*/ 2413826 w 3114960"/>
              <a:gd name="connsiteY29930" fmla="*/ 2495645 h 5143785"/>
              <a:gd name="connsiteX29931" fmla="*/ 2434019 w 3114960"/>
              <a:gd name="connsiteY29931" fmla="*/ 2495645 h 5143785"/>
              <a:gd name="connsiteX29932" fmla="*/ 2458403 w 3114960"/>
              <a:gd name="connsiteY29932" fmla="*/ 2337054 h 5143785"/>
              <a:gd name="connsiteX29933" fmla="*/ 2449259 w 3114960"/>
              <a:gd name="connsiteY29933" fmla="*/ 2351437 h 5143785"/>
              <a:gd name="connsiteX29934" fmla="*/ 2434876 w 3114960"/>
              <a:gd name="connsiteY29934" fmla="*/ 2342293 h 5143785"/>
              <a:gd name="connsiteX29935" fmla="*/ 2444020 w 3114960"/>
              <a:gd name="connsiteY29935" fmla="*/ 2327910 h 5143785"/>
              <a:gd name="connsiteX29936" fmla="*/ 2458403 w 3114960"/>
              <a:gd name="connsiteY29936" fmla="*/ 2337054 h 5143785"/>
              <a:gd name="connsiteX29937" fmla="*/ 2335054 w 3114960"/>
              <a:gd name="connsiteY29937" fmla="*/ 1859852 h 5143785"/>
              <a:gd name="connsiteX29938" fmla="*/ 2321052 w 3114960"/>
              <a:gd name="connsiteY29938" fmla="*/ 1845850 h 5143785"/>
              <a:gd name="connsiteX29939" fmla="*/ 2307050 w 3114960"/>
              <a:gd name="connsiteY29939" fmla="*/ 1859852 h 5143785"/>
              <a:gd name="connsiteX29940" fmla="*/ 2318671 w 3114960"/>
              <a:gd name="connsiteY29940" fmla="*/ 1873568 h 5143785"/>
              <a:gd name="connsiteX29941" fmla="*/ 2318671 w 3114960"/>
              <a:gd name="connsiteY29941" fmla="*/ 2057495 h 5143785"/>
              <a:gd name="connsiteX29942" fmla="*/ 2314575 w 3114960"/>
              <a:gd name="connsiteY29942" fmla="*/ 2057495 h 5143785"/>
              <a:gd name="connsiteX29943" fmla="*/ 2309527 w 3114960"/>
              <a:gd name="connsiteY29943" fmla="*/ 2062544 h 5143785"/>
              <a:gd name="connsiteX29944" fmla="*/ 2309527 w 3114960"/>
              <a:gd name="connsiteY29944" fmla="*/ 2075498 h 5143785"/>
              <a:gd name="connsiteX29945" fmla="*/ 2314575 w 3114960"/>
              <a:gd name="connsiteY29945" fmla="*/ 2080546 h 5143785"/>
              <a:gd name="connsiteX29946" fmla="*/ 2318671 w 3114960"/>
              <a:gd name="connsiteY29946" fmla="*/ 2080546 h 5143785"/>
              <a:gd name="connsiteX29947" fmla="*/ 2318671 w 3114960"/>
              <a:gd name="connsiteY29947" fmla="*/ 2123599 h 5143785"/>
              <a:gd name="connsiteX29948" fmla="*/ 2273141 w 3114960"/>
              <a:gd name="connsiteY29948" fmla="*/ 2178177 h 5143785"/>
              <a:gd name="connsiteX29949" fmla="*/ 2273141 w 3114960"/>
              <a:gd name="connsiteY29949" fmla="*/ 2360105 h 5143785"/>
              <a:gd name="connsiteX29950" fmla="*/ 2277904 w 3114960"/>
              <a:gd name="connsiteY29950" fmla="*/ 2360105 h 5143785"/>
              <a:gd name="connsiteX29951" fmla="*/ 2277904 w 3114960"/>
              <a:gd name="connsiteY29951" fmla="*/ 2179892 h 5143785"/>
              <a:gd name="connsiteX29952" fmla="*/ 2323433 w 3114960"/>
              <a:gd name="connsiteY29952" fmla="*/ 2125313 h 5143785"/>
              <a:gd name="connsiteX29953" fmla="*/ 2323433 w 3114960"/>
              <a:gd name="connsiteY29953" fmla="*/ 2080546 h 5143785"/>
              <a:gd name="connsiteX29954" fmla="*/ 2327529 w 3114960"/>
              <a:gd name="connsiteY29954" fmla="*/ 2080546 h 5143785"/>
              <a:gd name="connsiteX29955" fmla="*/ 2332577 w 3114960"/>
              <a:gd name="connsiteY29955" fmla="*/ 2075498 h 5143785"/>
              <a:gd name="connsiteX29956" fmla="*/ 2332577 w 3114960"/>
              <a:gd name="connsiteY29956" fmla="*/ 2062544 h 5143785"/>
              <a:gd name="connsiteX29957" fmla="*/ 2327529 w 3114960"/>
              <a:gd name="connsiteY29957" fmla="*/ 2057495 h 5143785"/>
              <a:gd name="connsiteX29958" fmla="*/ 2323433 w 3114960"/>
              <a:gd name="connsiteY29958" fmla="*/ 2057495 h 5143785"/>
              <a:gd name="connsiteX29959" fmla="*/ 2323433 w 3114960"/>
              <a:gd name="connsiteY29959" fmla="*/ 1873568 h 5143785"/>
              <a:gd name="connsiteX29960" fmla="*/ 2335054 w 3114960"/>
              <a:gd name="connsiteY29960" fmla="*/ 1859852 h 5143785"/>
              <a:gd name="connsiteX29961" fmla="*/ 2327910 w 3114960"/>
              <a:gd name="connsiteY29961" fmla="*/ 2062544 h 5143785"/>
              <a:gd name="connsiteX29962" fmla="*/ 2327910 w 3114960"/>
              <a:gd name="connsiteY29962" fmla="*/ 2075498 h 5143785"/>
              <a:gd name="connsiteX29963" fmla="*/ 2327624 w 3114960"/>
              <a:gd name="connsiteY29963" fmla="*/ 2075783 h 5143785"/>
              <a:gd name="connsiteX29964" fmla="*/ 2314385 w 3114960"/>
              <a:gd name="connsiteY29964" fmla="*/ 2075498 h 5143785"/>
              <a:gd name="connsiteX29965" fmla="*/ 2314670 w 3114960"/>
              <a:gd name="connsiteY29965" fmla="*/ 2062258 h 5143785"/>
              <a:gd name="connsiteX29966" fmla="*/ 2327910 w 3114960"/>
              <a:gd name="connsiteY29966" fmla="*/ 2062544 h 5143785"/>
              <a:gd name="connsiteX29967" fmla="*/ 2321147 w 3114960"/>
              <a:gd name="connsiteY29967" fmla="*/ 1869091 h 5143785"/>
              <a:gd name="connsiteX29968" fmla="*/ 2311908 w 3114960"/>
              <a:gd name="connsiteY29968" fmla="*/ 1859852 h 5143785"/>
              <a:gd name="connsiteX29969" fmla="*/ 2321147 w 3114960"/>
              <a:gd name="connsiteY29969" fmla="*/ 1850612 h 5143785"/>
              <a:gd name="connsiteX29970" fmla="*/ 2330387 w 3114960"/>
              <a:gd name="connsiteY29970" fmla="*/ 1859852 h 5143785"/>
              <a:gd name="connsiteX29971" fmla="*/ 2321147 w 3114960"/>
              <a:gd name="connsiteY29971" fmla="*/ 1869091 h 5143785"/>
              <a:gd name="connsiteX29972" fmla="*/ 2295144 w 3114960"/>
              <a:gd name="connsiteY29972" fmla="*/ 2390204 h 5143785"/>
              <a:gd name="connsiteX29973" fmla="*/ 2298478 w 3114960"/>
              <a:gd name="connsiteY29973" fmla="*/ 2386775 h 5143785"/>
              <a:gd name="connsiteX29974" fmla="*/ 2312956 w 3114960"/>
              <a:gd name="connsiteY29974" fmla="*/ 2400776 h 5143785"/>
              <a:gd name="connsiteX29975" fmla="*/ 2309622 w 3114960"/>
              <a:gd name="connsiteY29975" fmla="*/ 2404205 h 5143785"/>
              <a:gd name="connsiteX29976" fmla="*/ 2295144 w 3114960"/>
              <a:gd name="connsiteY29976" fmla="*/ 2390204 h 5143785"/>
              <a:gd name="connsiteX29977" fmla="*/ 2277047 w 3114960"/>
              <a:gd name="connsiteY29977" fmla="*/ 2366201 h 5143785"/>
              <a:gd name="connsiteX29978" fmla="*/ 2283905 w 3114960"/>
              <a:gd name="connsiteY29978" fmla="*/ 2372773 h 5143785"/>
              <a:gd name="connsiteX29979" fmla="*/ 2280571 w 3114960"/>
              <a:gd name="connsiteY29979" fmla="*/ 2376202 h 5143785"/>
              <a:gd name="connsiteX29980" fmla="*/ 2273713 w 3114960"/>
              <a:gd name="connsiteY29980" fmla="*/ 2369630 h 5143785"/>
              <a:gd name="connsiteX29981" fmla="*/ 2277047 w 3114960"/>
              <a:gd name="connsiteY29981" fmla="*/ 2366201 h 5143785"/>
              <a:gd name="connsiteX29982" fmla="*/ 2157032 w 3114960"/>
              <a:gd name="connsiteY29982" fmla="*/ 2439162 h 5143785"/>
              <a:gd name="connsiteX29983" fmla="*/ 2170462 w 3114960"/>
              <a:gd name="connsiteY29983" fmla="*/ 2451926 h 5143785"/>
              <a:gd name="connsiteX29984" fmla="*/ 2167223 w 3114960"/>
              <a:gd name="connsiteY29984" fmla="*/ 2455355 h 5143785"/>
              <a:gd name="connsiteX29985" fmla="*/ 2153793 w 3114960"/>
              <a:gd name="connsiteY29985" fmla="*/ 2442591 h 5143785"/>
              <a:gd name="connsiteX29986" fmla="*/ 2157032 w 3114960"/>
              <a:gd name="connsiteY29986" fmla="*/ 2439162 h 5143785"/>
              <a:gd name="connsiteX29987" fmla="*/ 2492693 w 3114960"/>
              <a:gd name="connsiteY29987" fmla="*/ 2026063 h 5143785"/>
              <a:gd name="connsiteX29988" fmla="*/ 2492693 w 3114960"/>
              <a:gd name="connsiteY29988" fmla="*/ 1987201 h 5143785"/>
              <a:gd name="connsiteX29989" fmla="*/ 2481739 w 3114960"/>
              <a:gd name="connsiteY29989" fmla="*/ 1977485 h 5143785"/>
              <a:gd name="connsiteX29990" fmla="*/ 2479072 w 3114960"/>
              <a:gd name="connsiteY29990" fmla="*/ 1977485 h 5143785"/>
              <a:gd name="connsiteX29991" fmla="*/ 2478691 w 3114960"/>
              <a:gd name="connsiteY29991" fmla="*/ 1861376 h 5143785"/>
              <a:gd name="connsiteX29992" fmla="*/ 2506599 w 3114960"/>
              <a:gd name="connsiteY29992" fmla="*/ 1840230 h 5143785"/>
              <a:gd name="connsiteX29993" fmla="*/ 2516219 w 3114960"/>
              <a:gd name="connsiteY29993" fmla="*/ 1844135 h 5143785"/>
              <a:gd name="connsiteX29994" fmla="*/ 2530221 w 3114960"/>
              <a:gd name="connsiteY29994" fmla="*/ 1830134 h 5143785"/>
              <a:gd name="connsiteX29995" fmla="*/ 2516219 w 3114960"/>
              <a:gd name="connsiteY29995" fmla="*/ 1816132 h 5143785"/>
              <a:gd name="connsiteX29996" fmla="*/ 2502218 w 3114960"/>
              <a:gd name="connsiteY29996" fmla="*/ 1830134 h 5143785"/>
              <a:gd name="connsiteX29997" fmla="*/ 2503742 w 3114960"/>
              <a:gd name="connsiteY29997" fmla="*/ 1836420 h 5143785"/>
              <a:gd name="connsiteX29998" fmla="*/ 2473928 w 3114960"/>
              <a:gd name="connsiteY29998" fmla="*/ 1859090 h 5143785"/>
              <a:gd name="connsiteX29999" fmla="*/ 2474309 w 3114960"/>
              <a:gd name="connsiteY29999" fmla="*/ 1977581 h 5143785"/>
              <a:gd name="connsiteX30000" fmla="*/ 2471642 w 3114960"/>
              <a:gd name="connsiteY30000" fmla="*/ 1977581 h 5143785"/>
              <a:gd name="connsiteX30001" fmla="*/ 2460688 w 3114960"/>
              <a:gd name="connsiteY30001" fmla="*/ 1987296 h 5143785"/>
              <a:gd name="connsiteX30002" fmla="*/ 2460688 w 3114960"/>
              <a:gd name="connsiteY30002" fmla="*/ 2026158 h 5143785"/>
              <a:gd name="connsiteX30003" fmla="*/ 2471642 w 3114960"/>
              <a:gd name="connsiteY30003" fmla="*/ 2035874 h 5143785"/>
              <a:gd name="connsiteX30004" fmla="*/ 2473738 w 3114960"/>
              <a:gd name="connsiteY30004" fmla="*/ 2035874 h 5143785"/>
              <a:gd name="connsiteX30005" fmla="*/ 2472690 w 3114960"/>
              <a:gd name="connsiteY30005" fmla="*/ 2035874 h 5143785"/>
              <a:gd name="connsiteX30006" fmla="*/ 2473452 w 3114960"/>
              <a:gd name="connsiteY30006" fmla="*/ 2120837 h 5143785"/>
              <a:gd name="connsiteX30007" fmla="*/ 2443353 w 3114960"/>
              <a:gd name="connsiteY30007" fmla="*/ 2161699 h 5143785"/>
              <a:gd name="connsiteX30008" fmla="*/ 2443353 w 3114960"/>
              <a:gd name="connsiteY30008" fmla="*/ 2327720 h 5143785"/>
              <a:gd name="connsiteX30009" fmla="*/ 2450497 w 3114960"/>
              <a:gd name="connsiteY30009" fmla="*/ 2327720 h 5143785"/>
              <a:gd name="connsiteX30010" fmla="*/ 2450497 w 3114960"/>
              <a:gd name="connsiteY30010" fmla="*/ 2164080 h 5143785"/>
              <a:gd name="connsiteX30011" fmla="*/ 2480596 w 3114960"/>
              <a:gd name="connsiteY30011" fmla="*/ 2123218 h 5143785"/>
              <a:gd name="connsiteX30012" fmla="*/ 2479834 w 3114960"/>
              <a:gd name="connsiteY30012" fmla="*/ 2035969 h 5143785"/>
              <a:gd name="connsiteX30013" fmla="*/ 2481644 w 3114960"/>
              <a:gd name="connsiteY30013" fmla="*/ 2035969 h 5143785"/>
              <a:gd name="connsiteX30014" fmla="*/ 2492597 w 3114960"/>
              <a:gd name="connsiteY30014" fmla="*/ 2026253 h 5143785"/>
              <a:gd name="connsiteX30015" fmla="*/ 2516315 w 3114960"/>
              <a:gd name="connsiteY30015" fmla="*/ 1820894 h 5143785"/>
              <a:gd name="connsiteX30016" fmla="*/ 2525554 w 3114960"/>
              <a:gd name="connsiteY30016" fmla="*/ 1830134 h 5143785"/>
              <a:gd name="connsiteX30017" fmla="*/ 2516315 w 3114960"/>
              <a:gd name="connsiteY30017" fmla="*/ 1839373 h 5143785"/>
              <a:gd name="connsiteX30018" fmla="*/ 2507075 w 3114960"/>
              <a:gd name="connsiteY30018" fmla="*/ 1830134 h 5143785"/>
              <a:gd name="connsiteX30019" fmla="*/ 2516315 w 3114960"/>
              <a:gd name="connsiteY30019" fmla="*/ 1820894 h 5143785"/>
              <a:gd name="connsiteX30020" fmla="*/ 2465832 w 3114960"/>
              <a:gd name="connsiteY30020" fmla="*/ 1987201 h 5143785"/>
              <a:gd name="connsiteX30021" fmla="*/ 2471738 w 3114960"/>
              <a:gd name="connsiteY30021" fmla="*/ 1981962 h 5143785"/>
              <a:gd name="connsiteX30022" fmla="*/ 2481834 w 3114960"/>
              <a:gd name="connsiteY30022" fmla="*/ 1981962 h 5143785"/>
              <a:gd name="connsiteX30023" fmla="*/ 2487740 w 3114960"/>
              <a:gd name="connsiteY30023" fmla="*/ 1987201 h 5143785"/>
              <a:gd name="connsiteX30024" fmla="*/ 2487740 w 3114960"/>
              <a:gd name="connsiteY30024" fmla="*/ 1993297 h 5143785"/>
              <a:gd name="connsiteX30025" fmla="*/ 2465927 w 3114960"/>
              <a:gd name="connsiteY30025" fmla="*/ 1993297 h 5143785"/>
              <a:gd name="connsiteX30026" fmla="*/ 2465927 w 3114960"/>
              <a:gd name="connsiteY30026" fmla="*/ 1987201 h 5143785"/>
              <a:gd name="connsiteX30027" fmla="*/ 2471738 w 3114960"/>
              <a:gd name="connsiteY30027" fmla="*/ 2031302 h 5143785"/>
              <a:gd name="connsiteX30028" fmla="*/ 2465832 w 3114960"/>
              <a:gd name="connsiteY30028" fmla="*/ 2026063 h 5143785"/>
              <a:gd name="connsiteX30029" fmla="*/ 2465832 w 3114960"/>
              <a:gd name="connsiteY30029" fmla="*/ 2017776 h 5143785"/>
              <a:gd name="connsiteX30030" fmla="*/ 2487644 w 3114960"/>
              <a:gd name="connsiteY30030" fmla="*/ 2017776 h 5143785"/>
              <a:gd name="connsiteX30031" fmla="*/ 2487644 w 3114960"/>
              <a:gd name="connsiteY30031" fmla="*/ 2026063 h 5143785"/>
              <a:gd name="connsiteX30032" fmla="*/ 2481739 w 3114960"/>
              <a:gd name="connsiteY30032" fmla="*/ 2031302 h 5143785"/>
              <a:gd name="connsiteX30033" fmla="*/ 2471642 w 3114960"/>
              <a:gd name="connsiteY30033" fmla="*/ 2031302 h 5143785"/>
              <a:gd name="connsiteX30034" fmla="*/ 2721674 w 3114960"/>
              <a:gd name="connsiteY30034" fmla="*/ 2431066 h 5143785"/>
              <a:gd name="connsiteX30035" fmla="*/ 2715673 w 3114960"/>
              <a:gd name="connsiteY30035" fmla="*/ 2425065 h 5143785"/>
              <a:gd name="connsiteX30036" fmla="*/ 2695575 w 3114960"/>
              <a:gd name="connsiteY30036" fmla="*/ 2425065 h 5143785"/>
              <a:gd name="connsiteX30037" fmla="*/ 2689574 w 3114960"/>
              <a:gd name="connsiteY30037" fmla="*/ 2431066 h 5143785"/>
              <a:gd name="connsiteX30038" fmla="*/ 2689574 w 3114960"/>
              <a:gd name="connsiteY30038" fmla="*/ 2437448 h 5143785"/>
              <a:gd name="connsiteX30039" fmla="*/ 2571179 w 3114960"/>
              <a:gd name="connsiteY30039" fmla="*/ 2436971 h 5143785"/>
              <a:gd name="connsiteX30040" fmla="*/ 2555462 w 3114960"/>
              <a:gd name="connsiteY30040" fmla="*/ 2450592 h 5143785"/>
              <a:gd name="connsiteX30041" fmla="*/ 2425637 w 3114960"/>
              <a:gd name="connsiteY30041" fmla="*/ 2450402 h 5143785"/>
              <a:gd name="connsiteX30042" fmla="*/ 2337816 w 3114960"/>
              <a:gd name="connsiteY30042" fmla="*/ 2366391 h 5143785"/>
              <a:gd name="connsiteX30043" fmla="*/ 2338197 w 3114960"/>
              <a:gd name="connsiteY30043" fmla="*/ 2274380 h 5143785"/>
              <a:gd name="connsiteX30044" fmla="*/ 2340674 w 3114960"/>
              <a:gd name="connsiteY30044" fmla="*/ 2274380 h 5143785"/>
              <a:gd name="connsiteX30045" fmla="*/ 2345722 w 3114960"/>
              <a:gd name="connsiteY30045" fmla="*/ 2269331 h 5143785"/>
              <a:gd name="connsiteX30046" fmla="*/ 2345722 w 3114960"/>
              <a:gd name="connsiteY30046" fmla="*/ 2256377 h 5143785"/>
              <a:gd name="connsiteX30047" fmla="*/ 2340674 w 3114960"/>
              <a:gd name="connsiteY30047" fmla="*/ 2251329 h 5143785"/>
              <a:gd name="connsiteX30048" fmla="*/ 2338197 w 3114960"/>
              <a:gd name="connsiteY30048" fmla="*/ 2251329 h 5143785"/>
              <a:gd name="connsiteX30049" fmla="*/ 2338483 w 3114960"/>
              <a:gd name="connsiteY30049" fmla="*/ 2169033 h 5143785"/>
              <a:gd name="connsiteX30050" fmla="*/ 2376011 w 3114960"/>
              <a:gd name="connsiteY30050" fmla="*/ 2124170 h 5143785"/>
              <a:gd name="connsiteX30051" fmla="*/ 2376011 w 3114960"/>
              <a:gd name="connsiteY30051" fmla="*/ 1871472 h 5143785"/>
              <a:gd name="connsiteX30052" fmla="*/ 2368772 w 3114960"/>
              <a:gd name="connsiteY30052" fmla="*/ 1871472 h 5143785"/>
              <a:gd name="connsiteX30053" fmla="*/ 2368772 w 3114960"/>
              <a:gd name="connsiteY30053" fmla="*/ 2121599 h 5143785"/>
              <a:gd name="connsiteX30054" fmla="*/ 2331339 w 3114960"/>
              <a:gd name="connsiteY30054" fmla="*/ 2166461 h 5143785"/>
              <a:gd name="connsiteX30055" fmla="*/ 2331053 w 3114960"/>
              <a:gd name="connsiteY30055" fmla="*/ 2251424 h 5143785"/>
              <a:gd name="connsiteX30056" fmla="*/ 2327720 w 3114960"/>
              <a:gd name="connsiteY30056" fmla="*/ 2251424 h 5143785"/>
              <a:gd name="connsiteX30057" fmla="*/ 2322671 w 3114960"/>
              <a:gd name="connsiteY30057" fmla="*/ 2256473 h 5143785"/>
              <a:gd name="connsiteX30058" fmla="*/ 2322671 w 3114960"/>
              <a:gd name="connsiteY30058" fmla="*/ 2269427 h 5143785"/>
              <a:gd name="connsiteX30059" fmla="*/ 2327720 w 3114960"/>
              <a:gd name="connsiteY30059" fmla="*/ 2274475 h 5143785"/>
              <a:gd name="connsiteX30060" fmla="*/ 2330958 w 3114960"/>
              <a:gd name="connsiteY30060" fmla="*/ 2274475 h 5143785"/>
              <a:gd name="connsiteX30061" fmla="*/ 2330577 w 3114960"/>
              <a:gd name="connsiteY30061" fmla="*/ 2369534 h 5143785"/>
              <a:gd name="connsiteX30062" fmla="*/ 2422684 w 3114960"/>
              <a:gd name="connsiteY30062" fmla="*/ 2457641 h 5143785"/>
              <a:gd name="connsiteX30063" fmla="*/ 2558034 w 3114960"/>
              <a:gd name="connsiteY30063" fmla="*/ 2457831 h 5143785"/>
              <a:gd name="connsiteX30064" fmla="*/ 2573750 w 3114960"/>
              <a:gd name="connsiteY30064" fmla="*/ 2444305 h 5143785"/>
              <a:gd name="connsiteX30065" fmla="*/ 2689479 w 3114960"/>
              <a:gd name="connsiteY30065" fmla="*/ 2444687 h 5143785"/>
              <a:gd name="connsiteX30066" fmla="*/ 2689479 w 3114960"/>
              <a:gd name="connsiteY30066" fmla="*/ 2451163 h 5143785"/>
              <a:gd name="connsiteX30067" fmla="*/ 2695480 w 3114960"/>
              <a:gd name="connsiteY30067" fmla="*/ 2457164 h 5143785"/>
              <a:gd name="connsiteX30068" fmla="*/ 2715578 w 3114960"/>
              <a:gd name="connsiteY30068" fmla="*/ 2457164 h 5143785"/>
              <a:gd name="connsiteX30069" fmla="*/ 2721578 w 3114960"/>
              <a:gd name="connsiteY30069" fmla="*/ 2451163 h 5143785"/>
              <a:gd name="connsiteX30070" fmla="*/ 2721578 w 3114960"/>
              <a:gd name="connsiteY30070" fmla="*/ 2431066 h 5143785"/>
              <a:gd name="connsiteX30071" fmla="*/ 2327529 w 3114960"/>
              <a:gd name="connsiteY30071" fmla="*/ 2269331 h 5143785"/>
              <a:gd name="connsiteX30072" fmla="*/ 2327815 w 3114960"/>
              <a:gd name="connsiteY30072" fmla="*/ 2256092 h 5143785"/>
              <a:gd name="connsiteX30073" fmla="*/ 2341055 w 3114960"/>
              <a:gd name="connsiteY30073" fmla="*/ 2256377 h 5143785"/>
              <a:gd name="connsiteX30074" fmla="*/ 2341055 w 3114960"/>
              <a:gd name="connsiteY30074" fmla="*/ 2269331 h 5143785"/>
              <a:gd name="connsiteX30075" fmla="*/ 2340769 w 3114960"/>
              <a:gd name="connsiteY30075" fmla="*/ 2269617 h 5143785"/>
              <a:gd name="connsiteX30076" fmla="*/ 2327529 w 3114960"/>
              <a:gd name="connsiteY30076" fmla="*/ 2269331 h 5143785"/>
              <a:gd name="connsiteX30077" fmla="*/ 457295 w 3114960"/>
              <a:gd name="connsiteY30077" fmla="*/ 3203162 h 5143785"/>
              <a:gd name="connsiteX30078" fmla="*/ 453581 w 3114960"/>
              <a:gd name="connsiteY30078" fmla="*/ 3206115 h 5143785"/>
              <a:gd name="connsiteX30079" fmla="*/ 442627 w 3114960"/>
              <a:gd name="connsiteY30079" fmla="*/ 3192209 h 5143785"/>
              <a:gd name="connsiteX30080" fmla="*/ 446342 w 3114960"/>
              <a:gd name="connsiteY30080" fmla="*/ 3189256 h 5143785"/>
              <a:gd name="connsiteX30081" fmla="*/ 457295 w 3114960"/>
              <a:gd name="connsiteY30081" fmla="*/ 3203162 h 5143785"/>
              <a:gd name="connsiteX30082" fmla="*/ 2373059 w 3114960"/>
              <a:gd name="connsiteY30082" fmla="*/ 1871472 h 5143785"/>
              <a:gd name="connsiteX30083" fmla="*/ 2361438 w 3114960"/>
              <a:gd name="connsiteY30083" fmla="*/ 1859852 h 5143785"/>
              <a:gd name="connsiteX30084" fmla="*/ 2373059 w 3114960"/>
              <a:gd name="connsiteY30084" fmla="*/ 1848231 h 5143785"/>
              <a:gd name="connsiteX30085" fmla="*/ 2384679 w 3114960"/>
              <a:gd name="connsiteY30085" fmla="*/ 1859852 h 5143785"/>
              <a:gd name="connsiteX30086" fmla="*/ 2373059 w 3114960"/>
              <a:gd name="connsiteY30086" fmla="*/ 1871472 h 5143785"/>
              <a:gd name="connsiteX30087" fmla="*/ 2474309 w 3114960"/>
              <a:gd name="connsiteY30087" fmla="*/ 2500408 h 5143785"/>
              <a:gd name="connsiteX30088" fmla="*/ 2454117 w 3114960"/>
              <a:gd name="connsiteY30088" fmla="*/ 2500408 h 5143785"/>
              <a:gd name="connsiteX30089" fmla="*/ 2454117 w 3114960"/>
              <a:gd name="connsiteY30089" fmla="*/ 2495645 h 5143785"/>
              <a:gd name="connsiteX30090" fmla="*/ 2474309 w 3114960"/>
              <a:gd name="connsiteY30090" fmla="*/ 2495645 h 5143785"/>
              <a:gd name="connsiteX30091" fmla="*/ 2474309 w 3114960"/>
              <a:gd name="connsiteY30091" fmla="*/ 2500408 h 5143785"/>
              <a:gd name="connsiteX30092" fmla="*/ 2720530 w 3114960"/>
              <a:gd name="connsiteY30092" fmla="*/ 1913953 h 5143785"/>
              <a:gd name="connsiteX30093" fmla="*/ 2725007 w 3114960"/>
              <a:gd name="connsiteY30093" fmla="*/ 1909477 h 5143785"/>
              <a:gd name="connsiteX30094" fmla="*/ 2729484 w 3114960"/>
              <a:gd name="connsiteY30094" fmla="*/ 1913953 h 5143785"/>
              <a:gd name="connsiteX30095" fmla="*/ 2725007 w 3114960"/>
              <a:gd name="connsiteY30095" fmla="*/ 1918430 h 5143785"/>
              <a:gd name="connsiteX30096" fmla="*/ 2720530 w 3114960"/>
              <a:gd name="connsiteY30096" fmla="*/ 1913953 h 5143785"/>
              <a:gd name="connsiteX30097" fmla="*/ 2230946 w 3114960"/>
              <a:gd name="connsiteY30097" fmla="*/ 3016377 h 5143785"/>
              <a:gd name="connsiteX30098" fmla="*/ 2235708 w 3114960"/>
              <a:gd name="connsiteY30098" fmla="*/ 3016377 h 5143785"/>
              <a:gd name="connsiteX30099" fmla="*/ 2235899 w 3114960"/>
              <a:gd name="connsiteY30099" fmla="*/ 3035427 h 5143785"/>
              <a:gd name="connsiteX30100" fmla="*/ 2231136 w 3114960"/>
              <a:gd name="connsiteY30100" fmla="*/ 3035427 h 5143785"/>
              <a:gd name="connsiteX30101" fmla="*/ 2230946 w 3114960"/>
              <a:gd name="connsiteY30101" fmla="*/ 3016377 h 5143785"/>
              <a:gd name="connsiteX30102" fmla="*/ 2721674 w 3114960"/>
              <a:gd name="connsiteY30102" fmla="*/ 2373916 h 5143785"/>
              <a:gd name="connsiteX30103" fmla="*/ 2715673 w 3114960"/>
              <a:gd name="connsiteY30103" fmla="*/ 2367915 h 5143785"/>
              <a:gd name="connsiteX30104" fmla="*/ 2695575 w 3114960"/>
              <a:gd name="connsiteY30104" fmla="*/ 2367915 h 5143785"/>
              <a:gd name="connsiteX30105" fmla="*/ 2689574 w 3114960"/>
              <a:gd name="connsiteY30105" fmla="*/ 2373916 h 5143785"/>
              <a:gd name="connsiteX30106" fmla="*/ 2689574 w 3114960"/>
              <a:gd name="connsiteY30106" fmla="*/ 2375440 h 5143785"/>
              <a:gd name="connsiteX30107" fmla="*/ 2571464 w 3114960"/>
              <a:gd name="connsiteY30107" fmla="*/ 2375440 h 5143785"/>
              <a:gd name="connsiteX30108" fmla="*/ 2541651 w 3114960"/>
              <a:gd name="connsiteY30108" fmla="*/ 2399824 h 5143785"/>
              <a:gd name="connsiteX30109" fmla="*/ 2430494 w 3114960"/>
              <a:gd name="connsiteY30109" fmla="*/ 2399824 h 5143785"/>
              <a:gd name="connsiteX30110" fmla="*/ 2396681 w 3114960"/>
              <a:gd name="connsiteY30110" fmla="*/ 2366963 h 5143785"/>
              <a:gd name="connsiteX30111" fmla="*/ 2397252 w 3114960"/>
              <a:gd name="connsiteY30111" fmla="*/ 2164652 h 5143785"/>
              <a:gd name="connsiteX30112" fmla="*/ 2429732 w 3114960"/>
              <a:gd name="connsiteY30112" fmla="*/ 2126171 h 5143785"/>
              <a:gd name="connsiteX30113" fmla="*/ 2429732 w 3114960"/>
              <a:gd name="connsiteY30113" fmla="*/ 1872901 h 5143785"/>
              <a:gd name="connsiteX30114" fmla="*/ 2438972 w 3114960"/>
              <a:gd name="connsiteY30114" fmla="*/ 1859756 h 5143785"/>
              <a:gd name="connsiteX30115" fmla="*/ 2424970 w 3114960"/>
              <a:gd name="connsiteY30115" fmla="*/ 1845755 h 5143785"/>
              <a:gd name="connsiteX30116" fmla="*/ 2410968 w 3114960"/>
              <a:gd name="connsiteY30116" fmla="*/ 1859756 h 5143785"/>
              <a:gd name="connsiteX30117" fmla="*/ 2420207 w 3114960"/>
              <a:gd name="connsiteY30117" fmla="*/ 1872901 h 5143785"/>
              <a:gd name="connsiteX30118" fmla="*/ 2420207 w 3114960"/>
              <a:gd name="connsiteY30118" fmla="*/ 2122646 h 5143785"/>
              <a:gd name="connsiteX30119" fmla="*/ 2387727 w 3114960"/>
              <a:gd name="connsiteY30119" fmla="*/ 2161127 h 5143785"/>
              <a:gd name="connsiteX30120" fmla="*/ 2387156 w 3114960"/>
              <a:gd name="connsiteY30120" fmla="*/ 2370963 h 5143785"/>
              <a:gd name="connsiteX30121" fmla="*/ 2426684 w 3114960"/>
              <a:gd name="connsiteY30121" fmla="*/ 2409349 h 5143785"/>
              <a:gd name="connsiteX30122" fmla="*/ 2545080 w 3114960"/>
              <a:gd name="connsiteY30122" fmla="*/ 2409349 h 5143785"/>
              <a:gd name="connsiteX30123" fmla="*/ 2574893 w 3114960"/>
              <a:gd name="connsiteY30123" fmla="*/ 2384965 h 5143785"/>
              <a:gd name="connsiteX30124" fmla="*/ 2689670 w 3114960"/>
              <a:gd name="connsiteY30124" fmla="*/ 2384965 h 5143785"/>
              <a:gd name="connsiteX30125" fmla="*/ 2689670 w 3114960"/>
              <a:gd name="connsiteY30125" fmla="*/ 2394014 h 5143785"/>
              <a:gd name="connsiteX30126" fmla="*/ 2695670 w 3114960"/>
              <a:gd name="connsiteY30126" fmla="*/ 2400014 h 5143785"/>
              <a:gd name="connsiteX30127" fmla="*/ 2715768 w 3114960"/>
              <a:gd name="connsiteY30127" fmla="*/ 2400014 h 5143785"/>
              <a:gd name="connsiteX30128" fmla="*/ 2721769 w 3114960"/>
              <a:gd name="connsiteY30128" fmla="*/ 2394014 h 5143785"/>
              <a:gd name="connsiteX30129" fmla="*/ 2721769 w 3114960"/>
              <a:gd name="connsiteY30129" fmla="*/ 2373916 h 5143785"/>
              <a:gd name="connsiteX30130" fmla="*/ 2415826 w 3114960"/>
              <a:gd name="connsiteY30130" fmla="*/ 1859852 h 5143785"/>
              <a:gd name="connsiteX30131" fmla="*/ 2425065 w 3114960"/>
              <a:gd name="connsiteY30131" fmla="*/ 1850612 h 5143785"/>
              <a:gd name="connsiteX30132" fmla="*/ 2434304 w 3114960"/>
              <a:gd name="connsiteY30132" fmla="*/ 1859852 h 5143785"/>
              <a:gd name="connsiteX30133" fmla="*/ 2425065 w 3114960"/>
              <a:gd name="connsiteY30133" fmla="*/ 1869091 h 5143785"/>
              <a:gd name="connsiteX30134" fmla="*/ 2415826 w 3114960"/>
              <a:gd name="connsiteY30134" fmla="*/ 1859852 h 5143785"/>
              <a:gd name="connsiteX30135" fmla="*/ 2595277 w 3114960"/>
              <a:gd name="connsiteY30135" fmla="*/ 2500503 h 5143785"/>
              <a:gd name="connsiteX30136" fmla="*/ 2575084 w 3114960"/>
              <a:gd name="connsiteY30136" fmla="*/ 2500503 h 5143785"/>
              <a:gd name="connsiteX30137" fmla="*/ 2575084 w 3114960"/>
              <a:gd name="connsiteY30137" fmla="*/ 2495741 h 5143785"/>
              <a:gd name="connsiteX30138" fmla="*/ 2595277 w 3114960"/>
              <a:gd name="connsiteY30138" fmla="*/ 2495741 h 5143785"/>
              <a:gd name="connsiteX30139" fmla="*/ 2595277 w 3114960"/>
              <a:gd name="connsiteY30139" fmla="*/ 2500503 h 5143785"/>
              <a:gd name="connsiteX30140" fmla="*/ 2554986 w 3114960"/>
              <a:gd name="connsiteY30140" fmla="*/ 2495741 h 5143785"/>
              <a:gd name="connsiteX30141" fmla="*/ 2554986 w 3114960"/>
              <a:gd name="connsiteY30141" fmla="*/ 2500503 h 5143785"/>
              <a:gd name="connsiteX30142" fmla="*/ 2534793 w 3114960"/>
              <a:gd name="connsiteY30142" fmla="*/ 2500503 h 5143785"/>
              <a:gd name="connsiteX30143" fmla="*/ 2534793 w 3114960"/>
              <a:gd name="connsiteY30143" fmla="*/ 2495741 h 5143785"/>
              <a:gd name="connsiteX30144" fmla="*/ 2554986 w 3114960"/>
              <a:gd name="connsiteY30144" fmla="*/ 2495741 h 5143785"/>
              <a:gd name="connsiteX30145" fmla="*/ 2514695 w 3114960"/>
              <a:gd name="connsiteY30145" fmla="*/ 2500408 h 5143785"/>
              <a:gd name="connsiteX30146" fmla="*/ 2494502 w 3114960"/>
              <a:gd name="connsiteY30146" fmla="*/ 2500408 h 5143785"/>
              <a:gd name="connsiteX30147" fmla="*/ 2494502 w 3114960"/>
              <a:gd name="connsiteY30147" fmla="*/ 2495645 h 5143785"/>
              <a:gd name="connsiteX30148" fmla="*/ 2514695 w 3114960"/>
              <a:gd name="connsiteY30148" fmla="*/ 2495645 h 5143785"/>
              <a:gd name="connsiteX30149" fmla="*/ 2514695 w 3114960"/>
              <a:gd name="connsiteY30149" fmla="*/ 2500408 h 5143785"/>
              <a:gd name="connsiteX30150" fmla="*/ 2635663 w 3114960"/>
              <a:gd name="connsiteY30150" fmla="*/ 2495741 h 5143785"/>
              <a:gd name="connsiteX30151" fmla="*/ 2635663 w 3114960"/>
              <a:gd name="connsiteY30151" fmla="*/ 2500503 h 5143785"/>
              <a:gd name="connsiteX30152" fmla="*/ 2615470 w 3114960"/>
              <a:gd name="connsiteY30152" fmla="*/ 2500503 h 5143785"/>
              <a:gd name="connsiteX30153" fmla="*/ 2615470 w 3114960"/>
              <a:gd name="connsiteY30153" fmla="*/ 2495741 h 5143785"/>
              <a:gd name="connsiteX30154" fmla="*/ 2635663 w 3114960"/>
              <a:gd name="connsiteY30154" fmla="*/ 2495741 h 5143785"/>
              <a:gd name="connsiteX30155" fmla="*/ 2721674 w 3114960"/>
              <a:gd name="connsiteY30155" fmla="*/ 2508218 h 5143785"/>
              <a:gd name="connsiteX30156" fmla="*/ 2715673 w 3114960"/>
              <a:gd name="connsiteY30156" fmla="*/ 2514219 h 5143785"/>
              <a:gd name="connsiteX30157" fmla="*/ 2695575 w 3114960"/>
              <a:gd name="connsiteY30157" fmla="*/ 2514219 h 5143785"/>
              <a:gd name="connsiteX30158" fmla="*/ 2689574 w 3114960"/>
              <a:gd name="connsiteY30158" fmla="*/ 2508218 h 5143785"/>
              <a:gd name="connsiteX30159" fmla="*/ 2689574 w 3114960"/>
              <a:gd name="connsiteY30159" fmla="*/ 2488121 h 5143785"/>
              <a:gd name="connsiteX30160" fmla="*/ 2695575 w 3114960"/>
              <a:gd name="connsiteY30160" fmla="*/ 2482120 h 5143785"/>
              <a:gd name="connsiteX30161" fmla="*/ 2715673 w 3114960"/>
              <a:gd name="connsiteY30161" fmla="*/ 2482120 h 5143785"/>
              <a:gd name="connsiteX30162" fmla="*/ 2721674 w 3114960"/>
              <a:gd name="connsiteY30162" fmla="*/ 2488121 h 5143785"/>
              <a:gd name="connsiteX30163" fmla="*/ 2721674 w 3114960"/>
              <a:gd name="connsiteY30163" fmla="*/ 2508218 h 5143785"/>
              <a:gd name="connsiteX30164" fmla="*/ 2675954 w 3114960"/>
              <a:gd name="connsiteY30164" fmla="*/ 2495836 h 5143785"/>
              <a:gd name="connsiteX30165" fmla="*/ 2675954 w 3114960"/>
              <a:gd name="connsiteY30165" fmla="*/ 2500598 h 5143785"/>
              <a:gd name="connsiteX30166" fmla="*/ 2655761 w 3114960"/>
              <a:gd name="connsiteY30166" fmla="*/ 2500598 h 5143785"/>
              <a:gd name="connsiteX30167" fmla="*/ 2655761 w 3114960"/>
              <a:gd name="connsiteY30167" fmla="*/ 2495836 h 5143785"/>
              <a:gd name="connsiteX30168" fmla="*/ 2675954 w 3114960"/>
              <a:gd name="connsiteY30168" fmla="*/ 2495836 h 5143785"/>
              <a:gd name="connsiteX30169" fmla="*/ 296513 w 3114960"/>
              <a:gd name="connsiteY30169" fmla="*/ 3011519 h 5143785"/>
              <a:gd name="connsiteX30170" fmla="*/ 266891 w 3114960"/>
              <a:gd name="connsiteY30170" fmla="*/ 3011519 h 5143785"/>
              <a:gd name="connsiteX30171" fmla="*/ 263747 w 3114960"/>
              <a:gd name="connsiteY30171" fmla="*/ 3014663 h 5143785"/>
              <a:gd name="connsiteX30172" fmla="*/ 263747 w 3114960"/>
              <a:gd name="connsiteY30172" fmla="*/ 3025902 h 5143785"/>
              <a:gd name="connsiteX30173" fmla="*/ 99346 w 3114960"/>
              <a:gd name="connsiteY30173" fmla="*/ 3025902 h 5143785"/>
              <a:gd name="connsiteX30174" fmla="*/ 44958 w 3114960"/>
              <a:gd name="connsiteY30174" fmla="*/ 2971229 h 5143785"/>
              <a:gd name="connsiteX30175" fmla="*/ 95 w 3114960"/>
              <a:gd name="connsiteY30175" fmla="*/ 2971229 h 5143785"/>
              <a:gd name="connsiteX30176" fmla="*/ 95 w 3114960"/>
              <a:gd name="connsiteY30176" fmla="*/ 2978372 h 5143785"/>
              <a:gd name="connsiteX30177" fmla="*/ 42005 w 3114960"/>
              <a:gd name="connsiteY30177" fmla="*/ 2978372 h 5143785"/>
              <a:gd name="connsiteX30178" fmla="*/ 96393 w 3114960"/>
              <a:gd name="connsiteY30178" fmla="*/ 3033046 h 5143785"/>
              <a:gd name="connsiteX30179" fmla="*/ 263747 w 3114960"/>
              <a:gd name="connsiteY30179" fmla="*/ 3033046 h 5143785"/>
              <a:gd name="connsiteX30180" fmla="*/ 263747 w 3114960"/>
              <a:gd name="connsiteY30180" fmla="*/ 3044285 h 5143785"/>
              <a:gd name="connsiteX30181" fmla="*/ 266891 w 3114960"/>
              <a:gd name="connsiteY30181" fmla="*/ 3047429 h 5143785"/>
              <a:gd name="connsiteX30182" fmla="*/ 296513 w 3114960"/>
              <a:gd name="connsiteY30182" fmla="*/ 3047429 h 5143785"/>
              <a:gd name="connsiteX30183" fmla="*/ 299657 w 3114960"/>
              <a:gd name="connsiteY30183" fmla="*/ 3044285 h 5143785"/>
              <a:gd name="connsiteX30184" fmla="*/ 299657 w 3114960"/>
              <a:gd name="connsiteY30184" fmla="*/ 3014663 h 5143785"/>
              <a:gd name="connsiteX30185" fmla="*/ 296513 w 3114960"/>
              <a:gd name="connsiteY30185" fmla="*/ 3011519 h 5143785"/>
              <a:gd name="connsiteX30186" fmla="*/ 297275 w 3114960"/>
              <a:gd name="connsiteY30186" fmla="*/ 3044285 h 5143785"/>
              <a:gd name="connsiteX30187" fmla="*/ 296513 w 3114960"/>
              <a:gd name="connsiteY30187" fmla="*/ 3045047 h 5143785"/>
              <a:gd name="connsiteX30188" fmla="*/ 266891 w 3114960"/>
              <a:gd name="connsiteY30188" fmla="*/ 3045047 h 5143785"/>
              <a:gd name="connsiteX30189" fmla="*/ 266129 w 3114960"/>
              <a:gd name="connsiteY30189" fmla="*/ 3044285 h 5143785"/>
              <a:gd name="connsiteX30190" fmla="*/ 266129 w 3114960"/>
              <a:gd name="connsiteY30190" fmla="*/ 3014663 h 5143785"/>
              <a:gd name="connsiteX30191" fmla="*/ 266891 w 3114960"/>
              <a:gd name="connsiteY30191" fmla="*/ 3013901 h 5143785"/>
              <a:gd name="connsiteX30192" fmla="*/ 296513 w 3114960"/>
              <a:gd name="connsiteY30192" fmla="*/ 3013901 h 5143785"/>
              <a:gd name="connsiteX30193" fmla="*/ 297275 w 3114960"/>
              <a:gd name="connsiteY30193" fmla="*/ 3014663 h 5143785"/>
              <a:gd name="connsiteX30194" fmla="*/ 297275 w 3114960"/>
              <a:gd name="connsiteY30194" fmla="*/ 3044285 h 5143785"/>
              <a:gd name="connsiteX30195" fmla="*/ 2002060 w 3114960"/>
              <a:gd name="connsiteY30195" fmla="*/ 1565624 h 5143785"/>
              <a:gd name="connsiteX30196" fmla="*/ 2008537 w 3114960"/>
              <a:gd name="connsiteY30196" fmla="*/ 1557623 h 5143785"/>
              <a:gd name="connsiteX30197" fmla="*/ 2098072 w 3114960"/>
              <a:gd name="connsiteY30197" fmla="*/ 1558004 h 5143785"/>
              <a:gd name="connsiteX30198" fmla="*/ 2165985 w 3114960"/>
              <a:gd name="connsiteY30198" fmla="*/ 1509617 h 5143785"/>
              <a:gd name="connsiteX30199" fmla="*/ 2321338 w 3114960"/>
              <a:gd name="connsiteY30199" fmla="*/ 1510665 h 5143785"/>
              <a:gd name="connsiteX30200" fmla="*/ 2384108 w 3114960"/>
              <a:gd name="connsiteY30200" fmla="*/ 1454087 h 5143785"/>
              <a:gd name="connsiteX30201" fmla="*/ 2395633 w 3114960"/>
              <a:gd name="connsiteY30201" fmla="*/ 1453229 h 5143785"/>
              <a:gd name="connsiteX30202" fmla="*/ 2398871 w 3114960"/>
              <a:gd name="connsiteY30202" fmla="*/ 1436370 h 5143785"/>
              <a:gd name="connsiteX30203" fmla="*/ 2382012 w 3114960"/>
              <a:gd name="connsiteY30203" fmla="*/ 1433132 h 5143785"/>
              <a:gd name="connsiteX30204" fmla="*/ 2377631 w 3114960"/>
              <a:gd name="connsiteY30204" fmla="*/ 1447228 h 5143785"/>
              <a:gd name="connsiteX30205" fmla="*/ 2317814 w 3114960"/>
              <a:gd name="connsiteY30205" fmla="*/ 1501235 h 5143785"/>
              <a:gd name="connsiteX30206" fmla="*/ 2163032 w 3114960"/>
              <a:gd name="connsiteY30206" fmla="*/ 1500188 h 5143785"/>
              <a:gd name="connsiteX30207" fmla="*/ 2095119 w 3114960"/>
              <a:gd name="connsiteY30207" fmla="*/ 1548575 h 5143785"/>
              <a:gd name="connsiteX30208" fmla="*/ 2008537 w 3114960"/>
              <a:gd name="connsiteY30208" fmla="*/ 1548194 h 5143785"/>
              <a:gd name="connsiteX30209" fmla="*/ 2007489 w 3114960"/>
              <a:gd name="connsiteY30209" fmla="*/ 1545907 h 5143785"/>
              <a:gd name="connsiteX30210" fmla="*/ 1987582 w 3114960"/>
              <a:gd name="connsiteY30210" fmla="*/ 1540574 h 5143785"/>
              <a:gd name="connsiteX30211" fmla="*/ 1982248 w 3114960"/>
              <a:gd name="connsiteY30211" fmla="*/ 1560481 h 5143785"/>
              <a:gd name="connsiteX30212" fmla="*/ 1994916 w 3114960"/>
              <a:gd name="connsiteY30212" fmla="*/ 1567720 h 5143785"/>
              <a:gd name="connsiteX30213" fmla="*/ 2002155 w 3114960"/>
              <a:gd name="connsiteY30213" fmla="*/ 1565815 h 5143785"/>
              <a:gd name="connsiteX30214" fmla="*/ 1986344 w 3114960"/>
              <a:gd name="connsiteY30214" fmla="*/ 1557909 h 5143785"/>
              <a:gd name="connsiteX30215" fmla="*/ 1989963 w 3114960"/>
              <a:gd name="connsiteY30215" fmla="*/ 1544574 h 5143785"/>
              <a:gd name="connsiteX30216" fmla="*/ 1994821 w 3114960"/>
              <a:gd name="connsiteY30216" fmla="*/ 1543241 h 5143785"/>
              <a:gd name="connsiteX30217" fmla="*/ 1997393 w 3114960"/>
              <a:gd name="connsiteY30217" fmla="*/ 1543622 h 5143785"/>
              <a:gd name="connsiteX30218" fmla="*/ 2003298 w 3114960"/>
              <a:gd name="connsiteY30218" fmla="*/ 1548194 h 5143785"/>
              <a:gd name="connsiteX30219" fmla="*/ 1999678 w 3114960"/>
              <a:gd name="connsiteY30219" fmla="*/ 1561528 h 5143785"/>
              <a:gd name="connsiteX30220" fmla="*/ 1986344 w 3114960"/>
              <a:gd name="connsiteY30220" fmla="*/ 1557909 h 5143785"/>
              <a:gd name="connsiteX30221" fmla="*/ 1287590 w 3114960"/>
              <a:gd name="connsiteY30221" fmla="*/ 2121980 h 5143785"/>
              <a:gd name="connsiteX30222" fmla="*/ 1284923 w 3114960"/>
              <a:gd name="connsiteY30222" fmla="*/ 2121980 h 5143785"/>
              <a:gd name="connsiteX30223" fmla="*/ 1258443 w 3114960"/>
              <a:gd name="connsiteY30223" fmla="*/ 2097405 h 5143785"/>
              <a:gd name="connsiteX30224" fmla="*/ 1120331 w 3114960"/>
              <a:gd name="connsiteY30224" fmla="*/ 2097405 h 5143785"/>
              <a:gd name="connsiteX30225" fmla="*/ 1090708 w 3114960"/>
              <a:gd name="connsiteY30225" fmla="*/ 2121980 h 5143785"/>
              <a:gd name="connsiteX30226" fmla="*/ 1088041 w 3114960"/>
              <a:gd name="connsiteY30226" fmla="*/ 2121980 h 5143785"/>
              <a:gd name="connsiteX30227" fmla="*/ 1082993 w 3114960"/>
              <a:gd name="connsiteY30227" fmla="*/ 2127028 h 5143785"/>
              <a:gd name="connsiteX30228" fmla="*/ 1082993 w 3114960"/>
              <a:gd name="connsiteY30228" fmla="*/ 2133886 h 5143785"/>
              <a:gd name="connsiteX30229" fmla="*/ 1088041 w 3114960"/>
              <a:gd name="connsiteY30229" fmla="*/ 2138934 h 5143785"/>
              <a:gd name="connsiteX30230" fmla="*/ 1094232 w 3114960"/>
              <a:gd name="connsiteY30230" fmla="*/ 2138934 h 5143785"/>
              <a:gd name="connsiteX30231" fmla="*/ 1099280 w 3114960"/>
              <a:gd name="connsiteY30231" fmla="*/ 2133886 h 5143785"/>
              <a:gd name="connsiteX30232" fmla="*/ 1099280 w 3114960"/>
              <a:gd name="connsiteY30232" fmla="*/ 2127028 h 5143785"/>
              <a:gd name="connsiteX30233" fmla="*/ 1094423 w 3114960"/>
              <a:gd name="connsiteY30233" fmla="*/ 2121980 h 5143785"/>
              <a:gd name="connsiteX30234" fmla="*/ 1121188 w 3114960"/>
              <a:gd name="connsiteY30234" fmla="*/ 2099786 h 5143785"/>
              <a:gd name="connsiteX30235" fmla="*/ 1257586 w 3114960"/>
              <a:gd name="connsiteY30235" fmla="*/ 2099786 h 5143785"/>
              <a:gd name="connsiteX30236" fmla="*/ 1281494 w 3114960"/>
              <a:gd name="connsiteY30236" fmla="*/ 2121980 h 5143785"/>
              <a:gd name="connsiteX30237" fmla="*/ 1281494 w 3114960"/>
              <a:gd name="connsiteY30237" fmla="*/ 2121980 h 5143785"/>
              <a:gd name="connsiteX30238" fmla="*/ 1276445 w 3114960"/>
              <a:gd name="connsiteY30238" fmla="*/ 2127028 h 5143785"/>
              <a:gd name="connsiteX30239" fmla="*/ 1276445 w 3114960"/>
              <a:gd name="connsiteY30239" fmla="*/ 2133886 h 5143785"/>
              <a:gd name="connsiteX30240" fmla="*/ 1281494 w 3114960"/>
              <a:gd name="connsiteY30240" fmla="*/ 2138934 h 5143785"/>
              <a:gd name="connsiteX30241" fmla="*/ 1287685 w 3114960"/>
              <a:gd name="connsiteY30241" fmla="*/ 2138934 h 5143785"/>
              <a:gd name="connsiteX30242" fmla="*/ 1292733 w 3114960"/>
              <a:gd name="connsiteY30242" fmla="*/ 2133886 h 5143785"/>
              <a:gd name="connsiteX30243" fmla="*/ 1292733 w 3114960"/>
              <a:gd name="connsiteY30243" fmla="*/ 2127028 h 5143785"/>
              <a:gd name="connsiteX30244" fmla="*/ 1287685 w 3114960"/>
              <a:gd name="connsiteY30244" fmla="*/ 2121980 h 5143785"/>
              <a:gd name="connsiteX30245" fmla="*/ 1096899 w 3114960"/>
              <a:gd name="connsiteY30245" fmla="*/ 2127028 h 5143785"/>
              <a:gd name="connsiteX30246" fmla="*/ 1096899 w 3114960"/>
              <a:gd name="connsiteY30246" fmla="*/ 2133886 h 5143785"/>
              <a:gd name="connsiteX30247" fmla="*/ 1094232 w 3114960"/>
              <a:gd name="connsiteY30247" fmla="*/ 2136553 h 5143785"/>
              <a:gd name="connsiteX30248" fmla="*/ 1088041 w 3114960"/>
              <a:gd name="connsiteY30248" fmla="*/ 2136553 h 5143785"/>
              <a:gd name="connsiteX30249" fmla="*/ 1085374 w 3114960"/>
              <a:gd name="connsiteY30249" fmla="*/ 2133886 h 5143785"/>
              <a:gd name="connsiteX30250" fmla="*/ 1085374 w 3114960"/>
              <a:gd name="connsiteY30250" fmla="*/ 2127028 h 5143785"/>
              <a:gd name="connsiteX30251" fmla="*/ 1088041 w 3114960"/>
              <a:gd name="connsiteY30251" fmla="*/ 2124361 h 5143785"/>
              <a:gd name="connsiteX30252" fmla="*/ 1094232 w 3114960"/>
              <a:gd name="connsiteY30252" fmla="*/ 2124361 h 5143785"/>
              <a:gd name="connsiteX30253" fmla="*/ 1096899 w 3114960"/>
              <a:gd name="connsiteY30253" fmla="*/ 2127028 h 5143785"/>
              <a:gd name="connsiteX30254" fmla="*/ 1290257 w 3114960"/>
              <a:gd name="connsiteY30254" fmla="*/ 2133886 h 5143785"/>
              <a:gd name="connsiteX30255" fmla="*/ 1287590 w 3114960"/>
              <a:gd name="connsiteY30255" fmla="*/ 2136553 h 5143785"/>
              <a:gd name="connsiteX30256" fmla="*/ 1281398 w 3114960"/>
              <a:gd name="connsiteY30256" fmla="*/ 2136553 h 5143785"/>
              <a:gd name="connsiteX30257" fmla="*/ 1278731 w 3114960"/>
              <a:gd name="connsiteY30257" fmla="*/ 2133886 h 5143785"/>
              <a:gd name="connsiteX30258" fmla="*/ 1278731 w 3114960"/>
              <a:gd name="connsiteY30258" fmla="*/ 2127028 h 5143785"/>
              <a:gd name="connsiteX30259" fmla="*/ 1281398 w 3114960"/>
              <a:gd name="connsiteY30259" fmla="*/ 2124361 h 5143785"/>
              <a:gd name="connsiteX30260" fmla="*/ 1287590 w 3114960"/>
              <a:gd name="connsiteY30260" fmla="*/ 2124361 h 5143785"/>
              <a:gd name="connsiteX30261" fmla="*/ 1290257 w 3114960"/>
              <a:gd name="connsiteY30261" fmla="*/ 2127028 h 5143785"/>
              <a:gd name="connsiteX30262" fmla="*/ 1290257 w 3114960"/>
              <a:gd name="connsiteY30262" fmla="*/ 2133886 h 5143785"/>
              <a:gd name="connsiteX30263" fmla="*/ 1702403 w 3114960"/>
              <a:gd name="connsiteY30263" fmla="*/ 1688306 h 5143785"/>
              <a:gd name="connsiteX30264" fmla="*/ 1709357 w 3114960"/>
              <a:gd name="connsiteY30264" fmla="*/ 1683258 h 5143785"/>
              <a:gd name="connsiteX30265" fmla="*/ 1763268 w 3114960"/>
              <a:gd name="connsiteY30265" fmla="*/ 1683258 h 5143785"/>
              <a:gd name="connsiteX30266" fmla="*/ 1778603 w 3114960"/>
              <a:gd name="connsiteY30266" fmla="*/ 1660207 h 5143785"/>
              <a:gd name="connsiteX30267" fmla="*/ 1778603 w 3114960"/>
              <a:gd name="connsiteY30267" fmla="*/ 1618869 h 5143785"/>
              <a:gd name="connsiteX30268" fmla="*/ 1783271 w 3114960"/>
              <a:gd name="connsiteY30268" fmla="*/ 1615154 h 5143785"/>
              <a:gd name="connsiteX30269" fmla="*/ 1780318 w 3114960"/>
              <a:gd name="connsiteY30269" fmla="*/ 1604010 h 5143785"/>
              <a:gd name="connsiteX30270" fmla="*/ 1769174 w 3114960"/>
              <a:gd name="connsiteY30270" fmla="*/ 1606963 h 5143785"/>
              <a:gd name="connsiteX30271" fmla="*/ 1772126 w 3114960"/>
              <a:gd name="connsiteY30271" fmla="*/ 1618107 h 5143785"/>
              <a:gd name="connsiteX30272" fmla="*/ 1773841 w 3114960"/>
              <a:gd name="connsiteY30272" fmla="*/ 1618774 h 5143785"/>
              <a:gd name="connsiteX30273" fmla="*/ 1773841 w 3114960"/>
              <a:gd name="connsiteY30273" fmla="*/ 1658684 h 5143785"/>
              <a:gd name="connsiteX30274" fmla="*/ 1760696 w 3114960"/>
              <a:gd name="connsiteY30274" fmla="*/ 1678400 h 5143785"/>
              <a:gd name="connsiteX30275" fmla="*/ 1709357 w 3114960"/>
              <a:gd name="connsiteY30275" fmla="*/ 1678400 h 5143785"/>
              <a:gd name="connsiteX30276" fmla="*/ 1702403 w 3114960"/>
              <a:gd name="connsiteY30276" fmla="*/ 1673352 h 5143785"/>
              <a:gd name="connsiteX30277" fmla="*/ 1694974 w 3114960"/>
              <a:gd name="connsiteY30277" fmla="*/ 1680782 h 5143785"/>
              <a:gd name="connsiteX30278" fmla="*/ 1702403 w 3114960"/>
              <a:gd name="connsiteY30278" fmla="*/ 1688211 h 5143785"/>
              <a:gd name="connsiteX30279" fmla="*/ 1773365 w 3114960"/>
              <a:gd name="connsiteY30279" fmla="*/ 1616107 h 5143785"/>
              <a:gd name="connsiteX30280" fmla="*/ 1771269 w 3114960"/>
              <a:gd name="connsiteY30280" fmla="*/ 1608201 h 5143785"/>
              <a:gd name="connsiteX30281" fmla="*/ 1776317 w 3114960"/>
              <a:gd name="connsiteY30281" fmla="*/ 1605344 h 5143785"/>
              <a:gd name="connsiteX30282" fmla="*/ 1779175 w 3114960"/>
              <a:gd name="connsiteY30282" fmla="*/ 1606106 h 5143785"/>
              <a:gd name="connsiteX30283" fmla="*/ 1781270 w 3114960"/>
              <a:gd name="connsiteY30283" fmla="*/ 1614011 h 5143785"/>
              <a:gd name="connsiteX30284" fmla="*/ 1773365 w 3114960"/>
              <a:gd name="connsiteY30284" fmla="*/ 1616107 h 5143785"/>
              <a:gd name="connsiteX30285" fmla="*/ 1702403 w 3114960"/>
              <a:gd name="connsiteY30285" fmla="*/ 1675828 h 5143785"/>
              <a:gd name="connsiteX30286" fmla="*/ 1707452 w 3114960"/>
              <a:gd name="connsiteY30286" fmla="*/ 1680877 h 5143785"/>
              <a:gd name="connsiteX30287" fmla="*/ 1702403 w 3114960"/>
              <a:gd name="connsiteY30287" fmla="*/ 1685925 h 5143785"/>
              <a:gd name="connsiteX30288" fmla="*/ 1697355 w 3114960"/>
              <a:gd name="connsiteY30288" fmla="*/ 1680877 h 5143785"/>
              <a:gd name="connsiteX30289" fmla="*/ 1702403 w 3114960"/>
              <a:gd name="connsiteY30289" fmla="*/ 1675828 h 5143785"/>
              <a:gd name="connsiteX30290" fmla="*/ 2435352 w 3114960"/>
              <a:gd name="connsiteY30290" fmla="*/ 1582293 h 5143785"/>
              <a:gd name="connsiteX30291" fmla="*/ 2430780 w 3114960"/>
              <a:gd name="connsiteY30291" fmla="*/ 1605820 h 5143785"/>
              <a:gd name="connsiteX30292" fmla="*/ 2444877 w 3114960"/>
              <a:gd name="connsiteY30292" fmla="*/ 1613249 h 5143785"/>
              <a:gd name="connsiteX30293" fmla="*/ 2454307 w 3114960"/>
              <a:gd name="connsiteY30293" fmla="*/ 1610392 h 5143785"/>
              <a:gd name="connsiteX30294" fmla="*/ 2461451 w 3114960"/>
              <a:gd name="connsiteY30294" fmla="*/ 1599628 h 5143785"/>
              <a:gd name="connsiteX30295" fmla="*/ 2458879 w 3114960"/>
              <a:gd name="connsiteY30295" fmla="*/ 1586960 h 5143785"/>
              <a:gd name="connsiteX30296" fmla="*/ 2435352 w 3114960"/>
              <a:gd name="connsiteY30296" fmla="*/ 1582388 h 5143785"/>
              <a:gd name="connsiteX30297" fmla="*/ 2448973 w 3114960"/>
              <a:gd name="connsiteY30297" fmla="*/ 1602486 h 5143785"/>
              <a:gd name="connsiteX30298" fmla="*/ 2438686 w 3114960"/>
              <a:gd name="connsiteY30298" fmla="*/ 1600486 h 5143785"/>
              <a:gd name="connsiteX30299" fmla="*/ 2440686 w 3114960"/>
              <a:gd name="connsiteY30299" fmla="*/ 1590199 h 5143785"/>
              <a:gd name="connsiteX30300" fmla="*/ 2444782 w 3114960"/>
              <a:gd name="connsiteY30300" fmla="*/ 1588961 h 5143785"/>
              <a:gd name="connsiteX30301" fmla="*/ 2446211 w 3114960"/>
              <a:gd name="connsiteY30301" fmla="*/ 1589056 h 5143785"/>
              <a:gd name="connsiteX30302" fmla="*/ 2450973 w 3114960"/>
              <a:gd name="connsiteY30302" fmla="*/ 1592199 h 5143785"/>
              <a:gd name="connsiteX30303" fmla="*/ 2452116 w 3114960"/>
              <a:gd name="connsiteY30303" fmla="*/ 1597724 h 5143785"/>
              <a:gd name="connsiteX30304" fmla="*/ 2448973 w 3114960"/>
              <a:gd name="connsiteY30304" fmla="*/ 1602486 h 5143785"/>
              <a:gd name="connsiteX30305" fmla="*/ 2452783 w 3114960"/>
              <a:gd name="connsiteY30305" fmla="*/ 2640425 h 5143785"/>
              <a:gd name="connsiteX30306" fmla="*/ 2452783 w 3114960"/>
              <a:gd name="connsiteY30306" fmla="*/ 2659190 h 5143785"/>
              <a:gd name="connsiteX30307" fmla="*/ 2448973 w 3114960"/>
              <a:gd name="connsiteY30307" fmla="*/ 2663000 h 5143785"/>
              <a:gd name="connsiteX30308" fmla="*/ 2430209 w 3114960"/>
              <a:gd name="connsiteY30308" fmla="*/ 2663000 h 5143785"/>
              <a:gd name="connsiteX30309" fmla="*/ 2426399 w 3114960"/>
              <a:gd name="connsiteY30309" fmla="*/ 2659190 h 5143785"/>
              <a:gd name="connsiteX30310" fmla="*/ 2426399 w 3114960"/>
              <a:gd name="connsiteY30310" fmla="*/ 2640425 h 5143785"/>
              <a:gd name="connsiteX30311" fmla="*/ 2430209 w 3114960"/>
              <a:gd name="connsiteY30311" fmla="*/ 2636615 h 5143785"/>
              <a:gd name="connsiteX30312" fmla="*/ 2448973 w 3114960"/>
              <a:gd name="connsiteY30312" fmla="*/ 2636615 h 5143785"/>
              <a:gd name="connsiteX30313" fmla="*/ 2452783 w 3114960"/>
              <a:gd name="connsiteY30313" fmla="*/ 2640425 h 5143785"/>
              <a:gd name="connsiteX30314" fmla="*/ 1976628 w 3114960"/>
              <a:gd name="connsiteY30314" fmla="*/ 2344388 h 5143785"/>
              <a:gd name="connsiteX30315" fmla="*/ 1981486 w 3114960"/>
              <a:gd name="connsiteY30315" fmla="*/ 2343341 h 5143785"/>
              <a:gd name="connsiteX30316" fmla="*/ 1987391 w 3114960"/>
              <a:gd name="connsiteY30316" fmla="*/ 2327720 h 5143785"/>
              <a:gd name="connsiteX30317" fmla="*/ 1971675 w 3114960"/>
              <a:gd name="connsiteY30317" fmla="*/ 2321814 h 5143785"/>
              <a:gd name="connsiteX30318" fmla="*/ 1965484 w 3114960"/>
              <a:gd name="connsiteY30318" fmla="*/ 2328386 h 5143785"/>
              <a:gd name="connsiteX30319" fmla="*/ 1965770 w 3114960"/>
              <a:gd name="connsiteY30319" fmla="*/ 2337435 h 5143785"/>
              <a:gd name="connsiteX30320" fmla="*/ 1976533 w 3114960"/>
              <a:gd name="connsiteY30320" fmla="*/ 2344388 h 5143785"/>
              <a:gd name="connsiteX30321" fmla="*/ 1969961 w 3114960"/>
              <a:gd name="connsiteY30321" fmla="*/ 2330006 h 5143785"/>
              <a:gd name="connsiteX30322" fmla="*/ 1973675 w 3114960"/>
              <a:gd name="connsiteY30322" fmla="*/ 2326100 h 5143785"/>
              <a:gd name="connsiteX30323" fmla="*/ 1976533 w 3114960"/>
              <a:gd name="connsiteY30323" fmla="*/ 2325434 h 5143785"/>
              <a:gd name="connsiteX30324" fmla="*/ 1983010 w 3114960"/>
              <a:gd name="connsiteY30324" fmla="*/ 2329625 h 5143785"/>
              <a:gd name="connsiteX30325" fmla="*/ 1979486 w 3114960"/>
              <a:gd name="connsiteY30325" fmla="*/ 2338959 h 5143785"/>
              <a:gd name="connsiteX30326" fmla="*/ 1970151 w 3114960"/>
              <a:gd name="connsiteY30326" fmla="*/ 2335435 h 5143785"/>
              <a:gd name="connsiteX30327" fmla="*/ 1969961 w 3114960"/>
              <a:gd name="connsiteY30327" fmla="*/ 2330006 h 5143785"/>
              <a:gd name="connsiteX30328" fmla="*/ 2040446 w 3114960"/>
              <a:gd name="connsiteY30328" fmla="*/ 1604963 h 5143785"/>
              <a:gd name="connsiteX30329" fmla="*/ 2055590 w 3114960"/>
              <a:gd name="connsiteY30329" fmla="*/ 1596771 h 5143785"/>
              <a:gd name="connsiteX30330" fmla="*/ 2055686 w 3114960"/>
              <a:gd name="connsiteY30330" fmla="*/ 1595628 h 5143785"/>
              <a:gd name="connsiteX30331" fmla="*/ 2147792 w 3114960"/>
              <a:gd name="connsiteY30331" fmla="*/ 1596009 h 5143785"/>
              <a:gd name="connsiteX30332" fmla="*/ 2224183 w 3114960"/>
              <a:gd name="connsiteY30332" fmla="*/ 1540764 h 5143785"/>
              <a:gd name="connsiteX30333" fmla="*/ 2379536 w 3114960"/>
              <a:gd name="connsiteY30333" fmla="*/ 1541812 h 5143785"/>
              <a:gd name="connsiteX30334" fmla="*/ 2440877 w 3114960"/>
              <a:gd name="connsiteY30334" fmla="*/ 1486472 h 5143785"/>
              <a:gd name="connsiteX30335" fmla="*/ 2439924 w 3114960"/>
              <a:gd name="connsiteY30335" fmla="*/ 1485424 h 5143785"/>
              <a:gd name="connsiteX30336" fmla="*/ 2444877 w 3114960"/>
              <a:gd name="connsiteY30336" fmla="*/ 1486376 h 5143785"/>
              <a:gd name="connsiteX30337" fmla="*/ 2452973 w 3114960"/>
              <a:gd name="connsiteY30337" fmla="*/ 1483900 h 5143785"/>
              <a:gd name="connsiteX30338" fmla="*/ 2456879 w 3114960"/>
              <a:gd name="connsiteY30338" fmla="*/ 1463707 h 5143785"/>
              <a:gd name="connsiteX30339" fmla="*/ 2456688 w 3114960"/>
              <a:gd name="connsiteY30339" fmla="*/ 1463421 h 5143785"/>
              <a:gd name="connsiteX30340" fmla="*/ 2476881 w 3114960"/>
              <a:gd name="connsiteY30340" fmla="*/ 1447228 h 5143785"/>
              <a:gd name="connsiteX30341" fmla="*/ 2630900 w 3114960"/>
              <a:gd name="connsiteY30341" fmla="*/ 1447228 h 5143785"/>
              <a:gd name="connsiteX30342" fmla="*/ 2630900 w 3114960"/>
              <a:gd name="connsiteY30342" fmla="*/ 1456658 h 5143785"/>
              <a:gd name="connsiteX30343" fmla="*/ 2631186 w 3114960"/>
              <a:gd name="connsiteY30343" fmla="*/ 1457992 h 5143785"/>
              <a:gd name="connsiteX30344" fmla="*/ 2503075 w 3114960"/>
              <a:gd name="connsiteY30344" fmla="*/ 1457992 h 5143785"/>
              <a:gd name="connsiteX30345" fmla="*/ 2476024 w 3114960"/>
              <a:gd name="connsiteY30345" fmla="*/ 1481138 h 5143785"/>
              <a:gd name="connsiteX30346" fmla="*/ 2476024 w 3114960"/>
              <a:gd name="connsiteY30346" fmla="*/ 1524381 h 5143785"/>
              <a:gd name="connsiteX30347" fmla="*/ 2456688 w 3114960"/>
              <a:gd name="connsiteY30347" fmla="*/ 1541621 h 5143785"/>
              <a:gd name="connsiteX30348" fmla="*/ 2441638 w 3114960"/>
              <a:gd name="connsiteY30348" fmla="*/ 1540097 h 5143785"/>
              <a:gd name="connsiteX30349" fmla="*/ 2438400 w 3114960"/>
              <a:gd name="connsiteY30349" fmla="*/ 1556957 h 5143785"/>
              <a:gd name="connsiteX30350" fmla="*/ 2455259 w 3114960"/>
              <a:gd name="connsiteY30350" fmla="*/ 1560195 h 5143785"/>
              <a:gd name="connsiteX30351" fmla="*/ 2458498 w 3114960"/>
              <a:gd name="connsiteY30351" fmla="*/ 1543336 h 5143785"/>
              <a:gd name="connsiteX30352" fmla="*/ 2458403 w 3114960"/>
              <a:gd name="connsiteY30352" fmla="*/ 1543241 h 5143785"/>
              <a:gd name="connsiteX30353" fmla="*/ 2478405 w 3114960"/>
              <a:gd name="connsiteY30353" fmla="*/ 1525429 h 5143785"/>
              <a:gd name="connsiteX30354" fmla="*/ 2478405 w 3114960"/>
              <a:gd name="connsiteY30354" fmla="*/ 1482185 h 5143785"/>
              <a:gd name="connsiteX30355" fmla="*/ 2504027 w 3114960"/>
              <a:gd name="connsiteY30355" fmla="*/ 1460373 h 5143785"/>
              <a:gd name="connsiteX30356" fmla="*/ 2631758 w 3114960"/>
              <a:gd name="connsiteY30356" fmla="*/ 1460373 h 5143785"/>
              <a:gd name="connsiteX30357" fmla="*/ 2643188 w 3114960"/>
              <a:gd name="connsiteY30357" fmla="*/ 1468850 h 5143785"/>
              <a:gd name="connsiteX30358" fmla="*/ 2654618 w 3114960"/>
              <a:gd name="connsiteY30358" fmla="*/ 1468850 h 5143785"/>
              <a:gd name="connsiteX30359" fmla="*/ 2666810 w 3114960"/>
              <a:gd name="connsiteY30359" fmla="*/ 1456658 h 5143785"/>
              <a:gd name="connsiteX30360" fmla="*/ 2666810 w 3114960"/>
              <a:gd name="connsiteY30360" fmla="*/ 1445228 h 5143785"/>
              <a:gd name="connsiteX30361" fmla="*/ 2654618 w 3114960"/>
              <a:gd name="connsiteY30361" fmla="*/ 1433036 h 5143785"/>
              <a:gd name="connsiteX30362" fmla="*/ 2643188 w 3114960"/>
              <a:gd name="connsiteY30362" fmla="*/ 1433036 h 5143785"/>
              <a:gd name="connsiteX30363" fmla="*/ 2631091 w 3114960"/>
              <a:gd name="connsiteY30363" fmla="*/ 1444847 h 5143785"/>
              <a:gd name="connsiteX30364" fmla="*/ 2476119 w 3114960"/>
              <a:gd name="connsiteY30364" fmla="*/ 1444847 h 5143785"/>
              <a:gd name="connsiteX30365" fmla="*/ 2455259 w 3114960"/>
              <a:gd name="connsiteY30365" fmla="*/ 1461611 h 5143785"/>
              <a:gd name="connsiteX30366" fmla="*/ 2436781 w 3114960"/>
              <a:gd name="connsiteY30366" fmla="*/ 1459802 h 5143785"/>
              <a:gd name="connsiteX30367" fmla="*/ 2432876 w 3114960"/>
              <a:gd name="connsiteY30367" fmla="*/ 1479995 h 5143785"/>
              <a:gd name="connsiteX30368" fmla="*/ 2433257 w 3114960"/>
              <a:gd name="connsiteY30368" fmla="*/ 1480471 h 5143785"/>
              <a:gd name="connsiteX30369" fmla="*/ 2375916 w 3114960"/>
              <a:gd name="connsiteY30369" fmla="*/ 1532192 h 5143785"/>
              <a:gd name="connsiteX30370" fmla="*/ 2221135 w 3114960"/>
              <a:gd name="connsiteY30370" fmla="*/ 1531144 h 5143785"/>
              <a:gd name="connsiteX30371" fmla="*/ 2144744 w 3114960"/>
              <a:gd name="connsiteY30371" fmla="*/ 1586389 h 5143785"/>
              <a:gd name="connsiteX30372" fmla="*/ 2053400 w 3114960"/>
              <a:gd name="connsiteY30372" fmla="*/ 1586008 h 5143785"/>
              <a:gd name="connsiteX30373" fmla="*/ 2047303 w 3114960"/>
              <a:gd name="connsiteY30373" fmla="*/ 1581531 h 5143785"/>
              <a:gd name="connsiteX30374" fmla="*/ 2032159 w 3114960"/>
              <a:gd name="connsiteY30374" fmla="*/ 1589723 h 5143785"/>
              <a:gd name="connsiteX30375" fmla="*/ 2040350 w 3114960"/>
              <a:gd name="connsiteY30375" fmla="*/ 1604867 h 5143785"/>
              <a:gd name="connsiteX30376" fmla="*/ 2635663 w 3114960"/>
              <a:gd name="connsiteY30376" fmla="*/ 1445324 h 5143785"/>
              <a:gd name="connsiteX30377" fmla="*/ 2643092 w 3114960"/>
              <a:gd name="connsiteY30377" fmla="*/ 1437894 h 5143785"/>
              <a:gd name="connsiteX30378" fmla="*/ 2654522 w 3114960"/>
              <a:gd name="connsiteY30378" fmla="*/ 1437894 h 5143785"/>
              <a:gd name="connsiteX30379" fmla="*/ 2661952 w 3114960"/>
              <a:gd name="connsiteY30379" fmla="*/ 1445324 h 5143785"/>
              <a:gd name="connsiteX30380" fmla="*/ 2661952 w 3114960"/>
              <a:gd name="connsiteY30380" fmla="*/ 1456753 h 5143785"/>
              <a:gd name="connsiteX30381" fmla="*/ 2654522 w 3114960"/>
              <a:gd name="connsiteY30381" fmla="*/ 1464183 h 5143785"/>
              <a:gd name="connsiteX30382" fmla="*/ 2643092 w 3114960"/>
              <a:gd name="connsiteY30382" fmla="*/ 1464183 h 5143785"/>
              <a:gd name="connsiteX30383" fmla="*/ 2635663 w 3114960"/>
              <a:gd name="connsiteY30383" fmla="*/ 1456753 h 5143785"/>
              <a:gd name="connsiteX30384" fmla="*/ 2635663 w 3114960"/>
              <a:gd name="connsiteY30384" fmla="*/ 1445324 h 5143785"/>
              <a:gd name="connsiteX30385" fmla="*/ 2439353 w 3114960"/>
              <a:gd name="connsiteY30385" fmla="*/ 1463802 h 5143785"/>
              <a:gd name="connsiteX30386" fmla="*/ 2444782 w 3114960"/>
              <a:gd name="connsiteY30386" fmla="*/ 1462088 h 5143785"/>
              <a:gd name="connsiteX30387" fmla="*/ 2446687 w 3114960"/>
              <a:gd name="connsiteY30387" fmla="*/ 1462278 h 5143785"/>
              <a:gd name="connsiteX30388" fmla="*/ 2452973 w 3114960"/>
              <a:gd name="connsiteY30388" fmla="*/ 1466374 h 5143785"/>
              <a:gd name="connsiteX30389" fmla="*/ 2450306 w 3114960"/>
              <a:gd name="connsiteY30389" fmla="*/ 1479995 h 5143785"/>
              <a:gd name="connsiteX30390" fmla="*/ 2436686 w 3114960"/>
              <a:gd name="connsiteY30390" fmla="*/ 1477328 h 5143785"/>
              <a:gd name="connsiteX30391" fmla="*/ 2439353 w 3114960"/>
              <a:gd name="connsiteY30391" fmla="*/ 1463707 h 5143785"/>
              <a:gd name="connsiteX30392" fmla="*/ 2348579 w 3114960"/>
              <a:gd name="connsiteY30392" fmla="*/ 2881503 h 5143785"/>
              <a:gd name="connsiteX30393" fmla="*/ 2359819 w 3114960"/>
              <a:gd name="connsiteY30393" fmla="*/ 2870263 h 5143785"/>
              <a:gd name="connsiteX30394" fmla="*/ 2348579 w 3114960"/>
              <a:gd name="connsiteY30394" fmla="*/ 2859024 h 5143785"/>
              <a:gd name="connsiteX30395" fmla="*/ 2337340 w 3114960"/>
              <a:gd name="connsiteY30395" fmla="*/ 2870263 h 5143785"/>
              <a:gd name="connsiteX30396" fmla="*/ 2339150 w 3114960"/>
              <a:gd name="connsiteY30396" fmla="*/ 2875979 h 5143785"/>
              <a:gd name="connsiteX30397" fmla="*/ 2262759 w 3114960"/>
              <a:gd name="connsiteY30397" fmla="*/ 2962370 h 5143785"/>
              <a:gd name="connsiteX30398" fmla="*/ 2262378 w 3114960"/>
              <a:gd name="connsiteY30398" fmla="*/ 3099721 h 5143785"/>
              <a:gd name="connsiteX30399" fmla="*/ 2267141 w 3114960"/>
              <a:gd name="connsiteY30399" fmla="*/ 3099721 h 5143785"/>
              <a:gd name="connsiteX30400" fmla="*/ 2267522 w 3114960"/>
              <a:gd name="connsiteY30400" fmla="*/ 2964180 h 5143785"/>
              <a:gd name="connsiteX30401" fmla="*/ 2342483 w 3114960"/>
              <a:gd name="connsiteY30401" fmla="*/ 2879408 h 5143785"/>
              <a:gd name="connsiteX30402" fmla="*/ 2348579 w 3114960"/>
              <a:gd name="connsiteY30402" fmla="*/ 2881503 h 5143785"/>
              <a:gd name="connsiteX30403" fmla="*/ 2348579 w 3114960"/>
              <a:gd name="connsiteY30403" fmla="*/ 2863692 h 5143785"/>
              <a:gd name="connsiteX30404" fmla="*/ 2355056 w 3114960"/>
              <a:gd name="connsiteY30404" fmla="*/ 2870168 h 5143785"/>
              <a:gd name="connsiteX30405" fmla="*/ 2348579 w 3114960"/>
              <a:gd name="connsiteY30405" fmla="*/ 2876645 h 5143785"/>
              <a:gd name="connsiteX30406" fmla="*/ 2342102 w 3114960"/>
              <a:gd name="connsiteY30406" fmla="*/ 2870168 h 5143785"/>
              <a:gd name="connsiteX30407" fmla="*/ 2348579 w 3114960"/>
              <a:gd name="connsiteY30407" fmla="*/ 2863692 h 5143785"/>
              <a:gd name="connsiteX30408" fmla="*/ 1684211 w 3114960"/>
              <a:gd name="connsiteY30408" fmla="*/ 1374648 h 5143785"/>
              <a:gd name="connsiteX30409" fmla="*/ 1670971 w 3114960"/>
              <a:gd name="connsiteY30409" fmla="*/ 1374648 h 5143785"/>
              <a:gd name="connsiteX30410" fmla="*/ 1662303 w 3114960"/>
              <a:gd name="connsiteY30410" fmla="*/ 1383316 h 5143785"/>
              <a:gd name="connsiteX30411" fmla="*/ 1662303 w 3114960"/>
              <a:gd name="connsiteY30411" fmla="*/ 1387602 h 5143785"/>
              <a:gd name="connsiteX30412" fmla="*/ 1603343 w 3114960"/>
              <a:gd name="connsiteY30412" fmla="*/ 1387602 h 5143785"/>
              <a:gd name="connsiteX30413" fmla="*/ 1515047 w 3114960"/>
              <a:gd name="connsiteY30413" fmla="*/ 1488662 h 5143785"/>
              <a:gd name="connsiteX30414" fmla="*/ 1515047 w 3114960"/>
              <a:gd name="connsiteY30414" fmla="*/ 1570768 h 5143785"/>
              <a:gd name="connsiteX30415" fmla="*/ 1512951 w 3114960"/>
              <a:gd name="connsiteY30415" fmla="*/ 1571339 h 5143785"/>
              <a:gd name="connsiteX30416" fmla="*/ 1506760 w 3114960"/>
              <a:gd name="connsiteY30416" fmla="*/ 1578293 h 5143785"/>
              <a:gd name="connsiteX30417" fmla="*/ 1507236 w 3114960"/>
              <a:gd name="connsiteY30417" fmla="*/ 1587532 h 5143785"/>
              <a:gd name="connsiteX30418" fmla="*/ 1514189 w 3114960"/>
              <a:gd name="connsiteY30418" fmla="*/ 1593723 h 5143785"/>
              <a:gd name="connsiteX30419" fmla="*/ 1518190 w 3114960"/>
              <a:gd name="connsiteY30419" fmla="*/ 1594390 h 5143785"/>
              <a:gd name="connsiteX30420" fmla="*/ 1523428 w 3114960"/>
              <a:gd name="connsiteY30420" fmla="*/ 1593152 h 5143785"/>
              <a:gd name="connsiteX30421" fmla="*/ 1529620 w 3114960"/>
              <a:gd name="connsiteY30421" fmla="*/ 1586198 h 5143785"/>
              <a:gd name="connsiteX30422" fmla="*/ 1529144 w 3114960"/>
              <a:gd name="connsiteY30422" fmla="*/ 1576959 h 5143785"/>
              <a:gd name="connsiteX30423" fmla="*/ 1522190 w 3114960"/>
              <a:gd name="connsiteY30423" fmla="*/ 1570768 h 5143785"/>
              <a:gd name="connsiteX30424" fmla="*/ 1519809 w 3114960"/>
              <a:gd name="connsiteY30424" fmla="*/ 1570387 h 5143785"/>
              <a:gd name="connsiteX30425" fmla="*/ 1519809 w 3114960"/>
              <a:gd name="connsiteY30425" fmla="*/ 1490377 h 5143785"/>
              <a:gd name="connsiteX30426" fmla="*/ 1605534 w 3114960"/>
              <a:gd name="connsiteY30426" fmla="*/ 1392365 h 5143785"/>
              <a:gd name="connsiteX30427" fmla="*/ 1662303 w 3114960"/>
              <a:gd name="connsiteY30427" fmla="*/ 1392365 h 5143785"/>
              <a:gd name="connsiteX30428" fmla="*/ 1662303 w 3114960"/>
              <a:gd name="connsiteY30428" fmla="*/ 1396651 h 5143785"/>
              <a:gd name="connsiteX30429" fmla="*/ 1670971 w 3114960"/>
              <a:gd name="connsiteY30429" fmla="*/ 1405319 h 5143785"/>
              <a:gd name="connsiteX30430" fmla="*/ 1684211 w 3114960"/>
              <a:gd name="connsiteY30430" fmla="*/ 1405319 h 5143785"/>
              <a:gd name="connsiteX30431" fmla="*/ 1692878 w 3114960"/>
              <a:gd name="connsiteY30431" fmla="*/ 1396651 h 5143785"/>
              <a:gd name="connsiteX30432" fmla="*/ 1692878 w 3114960"/>
              <a:gd name="connsiteY30432" fmla="*/ 1383411 h 5143785"/>
              <a:gd name="connsiteX30433" fmla="*/ 1684211 w 3114960"/>
              <a:gd name="connsiteY30433" fmla="*/ 1374743 h 5143785"/>
              <a:gd name="connsiteX30434" fmla="*/ 1524762 w 3114960"/>
              <a:gd name="connsiteY30434" fmla="*/ 1578959 h 5143785"/>
              <a:gd name="connsiteX30435" fmla="*/ 1521333 w 3114960"/>
              <a:gd name="connsiteY30435" fmla="*/ 1588770 h 5143785"/>
              <a:gd name="connsiteX30436" fmla="*/ 1515713 w 3114960"/>
              <a:gd name="connsiteY30436" fmla="*/ 1589056 h 5143785"/>
              <a:gd name="connsiteX30437" fmla="*/ 1511522 w 3114960"/>
              <a:gd name="connsiteY30437" fmla="*/ 1585246 h 5143785"/>
              <a:gd name="connsiteX30438" fmla="*/ 1511237 w 3114960"/>
              <a:gd name="connsiteY30438" fmla="*/ 1579626 h 5143785"/>
              <a:gd name="connsiteX30439" fmla="*/ 1515047 w 3114960"/>
              <a:gd name="connsiteY30439" fmla="*/ 1575435 h 5143785"/>
              <a:gd name="connsiteX30440" fmla="*/ 1518190 w 3114960"/>
              <a:gd name="connsiteY30440" fmla="*/ 1574673 h 5143785"/>
              <a:gd name="connsiteX30441" fmla="*/ 1524857 w 3114960"/>
              <a:gd name="connsiteY30441" fmla="*/ 1578864 h 5143785"/>
              <a:gd name="connsiteX30442" fmla="*/ 1688021 w 3114960"/>
              <a:gd name="connsiteY30442" fmla="*/ 1396556 h 5143785"/>
              <a:gd name="connsiteX30443" fmla="*/ 1684115 w 3114960"/>
              <a:gd name="connsiteY30443" fmla="*/ 1400461 h 5143785"/>
              <a:gd name="connsiteX30444" fmla="*/ 1670876 w 3114960"/>
              <a:gd name="connsiteY30444" fmla="*/ 1400461 h 5143785"/>
              <a:gd name="connsiteX30445" fmla="*/ 1666970 w 3114960"/>
              <a:gd name="connsiteY30445" fmla="*/ 1396556 h 5143785"/>
              <a:gd name="connsiteX30446" fmla="*/ 1666970 w 3114960"/>
              <a:gd name="connsiteY30446" fmla="*/ 1383316 h 5143785"/>
              <a:gd name="connsiteX30447" fmla="*/ 1670876 w 3114960"/>
              <a:gd name="connsiteY30447" fmla="*/ 1379411 h 5143785"/>
              <a:gd name="connsiteX30448" fmla="*/ 1684115 w 3114960"/>
              <a:gd name="connsiteY30448" fmla="*/ 1379411 h 5143785"/>
              <a:gd name="connsiteX30449" fmla="*/ 1688021 w 3114960"/>
              <a:gd name="connsiteY30449" fmla="*/ 1383316 h 5143785"/>
              <a:gd name="connsiteX30450" fmla="*/ 1688021 w 3114960"/>
              <a:gd name="connsiteY30450" fmla="*/ 1396556 h 5143785"/>
              <a:gd name="connsiteX30451" fmla="*/ 658177 w 3114960"/>
              <a:gd name="connsiteY30451" fmla="*/ 1629347 h 5143785"/>
              <a:gd name="connsiteX30452" fmla="*/ 645509 w 3114960"/>
              <a:gd name="connsiteY30452" fmla="*/ 1642015 h 5143785"/>
              <a:gd name="connsiteX30453" fmla="*/ 632841 w 3114960"/>
              <a:gd name="connsiteY30453" fmla="*/ 1629347 h 5143785"/>
              <a:gd name="connsiteX30454" fmla="*/ 645509 w 3114960"/>
              <a:gd name="connsiteY30454" fmla="*/ 1616678 h 5143785"/>
              <a:gd name="connsiteX30455" fmla="*/ 658177 w 3114960"/>
              <a:gd name="connsiteY30455" fmla="*/ 1629347 h 5143785"/>
              <a:gd name="connsiteX30456" fmla="*/ 673799 w 3114960"/>
              <a:gd name="connsiteY30456" fmla="*/ 1760506 h 5143785"/>
              <a:gd name="connsiteX30457" fmla="*/ 661416 w 3114960"/>
              <a:gd name="connsiteY30457" fmla="*/ 1748123 h 5143785"/>
              <a:gd name="connsiteX30458" fmla="*/ 649034 w 3114960"/>
              <a:gd name="connsiteY30458" fmla="*/ 1760506 h 5143785"/>
              <a:gd name="connsiteX30459" fmla="*/ 659511 w 3114960"/>
              <a:gd name="connsiteY30459" fmla="*/ 1772507 h 5143785"/>
              <a:gd name="connsiteX30460" fmla="*/ 659511 w 3114960"/>
              <a:gd name="connsiteY30460" fmla="*/ 1788414 h 5143785"/>
              <a:gd name="connsiteX30461" fmla="*/ 566642 w 3114960"/>
              <a:gd name="connsiteY30461" fmla="*/ 1887760 h 5143785"/>
              <a:gd name="connsiteX30462" fmla="*/ 560451 w 3114960"/>
              <a:gd name="connsiteY30462" fmla="*/ 1885855 h 5143785"/>
              <a:gd name="connsiteX30463" fmla="*/ 548069 w 3114960"/>
              <a:gd name="connsiteY30463" fmla="*/ 1898237 h 5143785"/>
              <a:gd name="connsiteX30464" fmla="*/ 560451 w 3114960"/>
              <a:gd name="connsiteY30464" fmla="*/ 1910620 h 5143785"/>
              <a:gd name="connsiteX30465" fmla="*/ 572834 w 3114960"/>
              <a:gd name="connsiteY30465" fmla="*/ 1898237 h 5143785"/>
              <a:gd name="connsiteX30466" fmla="*/ 570167 w 3114960"/>
              <a:gd name="connsiteY30466" fmla="*/ 1890808 h 5143785"/>
              <a:gd name="connsiteX30467" fmla="*/ 664274 w 3114960"/>
              <a:gd name="connsiteY30467" fmla="*/ 1790128 h 5143785"/>
              <a:gd name="connsiteX30468" fmla="*/ 664274 w 3114960"/>
              <a:gd name="connsiteY30468" fmla="*/ 1772222 h 5143785"/>
              <a:gd name="connsiteX30469" fmla="*/ 673894 w 3114960"/>
              <a:gd name="connsiteY30469" fmla="*/ 1760411 h 5143785"/>
              <a:gd name="connsiteX30470" fmla="*/ 560356 w 3114960"/>
              <a:gd name="connsiteY30470" fmla="*/ 1905953 h 5143785"/>
              <a:gd name="connsiteX30471" fmla="*/ 552736 w 3114960"/>
              <a:gd name="connsiteY30471" fmla="*/ 1898332 h 5143785"/>
              <a:gd name="connsiteX30472" fmla="*/ 560356 w 3114960"/>
              <a:gd name="connsiteY30472" fmla="*/ 1890713 h 5143785"/>
              <a:gd name="connsiteX30473" fmla="*/ 567976 w 3114960"/>
              <a:gd name="connsiteY30473" fmla="*/ 1898332 h 5143785"/>
              <a:gd name="connsiteX30474" fmla="*/ 560356 w 3114960"/>
              <a:gd name="connsiteY30474" fmla="*/ 1905953 h 5143785"/>
              <a:gd name="connsiteX30475" fmla="*/ 661321 w 3114960"/>
              <a:gd name="connsiteY30475" fmla="*/ 1768126 h 5143785"/>
              <a:gd name="connsiteX30476" fmla="*/ 653701 w 3114960"/>
              <a:gd name="connsiteY30476" fmla="*/ 1760506 h 5143785"/>
              <a:gd name="connsiteX30477" fmla="*/ 661321 w 3114960"/>
              <a:gd name="connsiteY30477" fmla="*/ 1752886 h 5143785"/>
              <a:gd name="connsiteX30478" fmla="*/ 668941 w 3114960"/>
              <a:gd name="connsiteY30478" fmla="*/ 1760506 h 5143785"/>
              <a:gd name="connsiteX30479" fmla="*/ 661321 w 3114960"/>
              <a:gd name="connsiteY30479" fmla="*/ 1768126 h 5143785"/>
              <a:gd name="connsiteX30480" fmla="*/ 2452783 w 3114960"/>
              <a:gd name="connsiteY30480" fmla="*/ 2691194 h 5143785"/>
              <a:gd name="connsiteX30481" fmla="*/ 2452783 w 3114960"/>
              <a:gd name="connsiteY30481" fmla="*/ 2709958 h 5143785"/>
              <a:gd name="connsiteX30482" fmla="*/ 2448973 w 3114960"/>
              <a:gd name="connsiteY30482" fmla="*/ 2713768 h 5143785"/>
              <a:gd name="connsiteX30483" fmla="*/ 2430209 w 3114960"/>
              <a:gd name="connsiteY30483" fmla="*/ 2713768 h 5143785"/>
              <a:gd name="connsiteX30484" fmla="*/ 2426399 w 3114960"/>
              <a:gd name="connsiteY30484" fmla="*/ 2709958 h 5143785"/>
              <a:gd name="connsiteX30485" fmla="*/ 2426399 w 3114960"/>
              <a:gd name="connsiteY30485" fmla="*/ 2691194 h 5143785"/>
              <a:gd name="connsiteX30486" fmla="*/ 2430209 w 3114960"/>
              <a:gd name="connsiteY30486" fmla="*/ 2687384 h 5143785"/>
              <a:gd name="connsiteX30487" fmla="*/ 2448973 w 3114960"/>
              <a:gd name="connsiteY30487" fmla="*/ 2687384 h 5143785"/>
              <a:gd name="connsiteX30488" fmla="*/ 2452783 w 3114960"/>
              <a:gd name="connsiteY30488" fmla="*/ 2691194 h 5143785"/>
              <a:gd name="connsiteX30489" fmla="*/ 660845 w 3114960"/>
              <a:gd name="connsiteY30489" fmla="*/ 1608582 h 5143785"/>
              <a:gd name="connsiteX30490" fmla="*/ 645604 w 3114960"/>
              <a:gd name="connsiteY30490" fmla="*/ 1603534 h 5143785"/>
              <a:gd name="connsiteX30491" fmla="*/ 624745 w 3114960"/>
              <a:gd name="connsiteY30491" fmla="*/ 1614107 h 5143785"/>
              <a:gd name="connsiteX30492" fmla="*/ 619982 w 3114960"/>
              <a:gd name="connsiteY30492" fmla="*/ 1633347 h 5143785"/>
              <a:gd name="connsiteX30493" fmla="*/ 630269 w 3114960"/>
              <a:gd name="connsiteY30493" fmla="*/ 1650302 h 5143785"/>
              <a:gd name="connsiteX30494" fmla="*/ 666369 w 3114960"/>
              <a:gd name="connsiteY30494" fmla="*/ 1644777 h 5143785"/>
              <a:gd name="connsiteX30495" fmla="*/ 666369 w 3114960"/>
              <a:gd name="connsiteY30495" fmla="*/ 1644777 h 5143785"/>
              <a:gd name="connsiteX30496" fmla="*/ 660845 w 3114960"/>
              <a:gd name="connsiteY30496" fmla="*/ 1608677 h 5143785"/>
              <a:gd name="connsiteX30497" fmla="*/ 662559 w 3114960"/>
              <a:gd name="connsiteY30497" fmla="*/ 1641824 h 5143785"/>
              <a:gd name="connsiteX30498" fmla="*/ 633032 w 3114960"/>
              <a:gd name="connsiteY30498" fmla="*/ 1646301 h 5143785"/>
              <a:gd name="connsiteX30499" fmla="*/ 624650 w 3114960"/>
              <a:gd name="connsiteY30499" fmla="*/ 1632490 h 5143785"/>
              <a:gd name="connsiteX30500" fmla="*/ 628460 w 3114960"/>
              <a:gd name="connsiteY30500" fmla="*/ 1616774 h 5143785"/>
              <a:gd name="connsiteX30501" fmla="*/ 642271 w 3114960"/>
              <a:gd name="connsiteY30501" fmla="*/ 1608392 h 5143785"/>
              <a:gd name="connsiteX30502" fmla="*/ 657987 w 3114960"/>
              <a:gd name="connsiteY30502" fmla="*/ 1612202 h 5143785"/>
              <a:gd name="connsiteX30503" fmla="*/ 662559 w 3114960"/>
              <a:gd name="connsiteY30503" fmla="*/ 1641729 h 5143785"/>
              <a:gd name="connsiteX30504" fmla="*/ 1461421 w 3114960"/>
              <a:gd name="connsiteY30504" fmla="*/ 1628870 h 5143785"/>
              <a:gd name="connsiteX30505" fmla="*/ 1455515 w 3114960"/>
              <a:gd name="connsiteY30505" fmla="*/ 1632109 h 5143785"/>
              <a:gd name="connsiteX30506" fmla="*/ 1412939 w 3114960"/>
              <a:gd name="connsiteY30506" fmla="*/ 1632109 h 5143785"/>
              <a:gd name="connsiteX30507" fmla="*/ 1370457 w 3114960"/>
              <a:gd name="connsiteY30507" fmla="*/ 1601534 h 5143785"/>
              <a:gd name="connsiteX30508" fmla="*/ 1223677 w 3114960"/>
              <a:gd name="connsiteY30508" fmla="*/ 1601534 h 5143785"/>
              <a:gd name="connsiteX30509" fmla="*/ 1215200 w 3114960"/>
              <a:gd name="connsiteY30509" fmla="*/ 1594199 h 5143785"/>
              <a:gd name="connsiteX30510" fmla="*/ 1204627 w 3114960"/>
              <a:gd name="connsiteY30510" fmla="*/ 1603057 h 5143785"/>
              <a:gd name="connsiteX30511" fmla="*/ 1213485 w 3114960"/>
              <a:gd name="connsiteY30511" fmla="*/ 1613630 h 5143785"/>
              <a:gd name="connsiteX30512" fmla="*/ 1223677 w 3114960"/>
              <a:gd name="connsiteY30512" fmla="*/ 1606296 h 5143785"/>
              <a:gd name="connsiteX30513" fmla="*/ 1368933 w 3114960"/>
              <a:gd name="connsiteY30513" fmla="*/ 1606296 h 5143785"/>
              <a:gd name="connsiteX30514" fmla="*/ 1411415 w 3114960"/>
              <a:gd name="connsiteY30514" fmla="*/ 1636871 h 5143785"/>
              <a:gd name="connsiteX30515" fmla="*/ 1455134 w 3114960"/>
              <a:gd name="connsiteY30515" fmla="*/ 1636871 h 5143785"/>
              <a:gd name="connsiteX30516" fmla="*/ 1460468 w 3114960"/>
              <a:gd name="connsiteY30516" fmla="*/ 1641062 h 5143785"/>
              <a:gd name="connsiteX30517" fmla="*/ 1466469 w 3114960"/>
              <a:gd name="connsiteY30517" fmla="*/ 1637348 h 5143785"/>
              <a:gd name="connsiteX30518" fmla="*/ 1522286 w 3114960"/>
              <a:gd name="connsiteY30518" fmla="*/ 1637348 h 5143785"/>
              <a:gd name="connsiteX30519" fmla="*/ 1568863 w 3114960"/>
              <a:gd name="connsiteY30519" fmla="*/ 1598486 h 5143785"/>
              <a:gd name="connsiteX30520" fmla="*/ 1568863 w 3114960"/>
              <a:gd name="connsiteY30520" fmla="*/ 1585055 h 5143785"/>
              <a:gd name="connsiteX30521" fmla="*/ 1572959 w 3114960"/>
              <a:gd name="connsiteY30521" fmla="*/ 1583436 h 5143785"/>
              <a:gd name="connsiteX30522" fmla="*/ 1576197 w 3114960"/>
              <a:gd name="connsiteY30522" fmla="*/ 1567244 h 5143785"/>
              <a:gd name="connsiteX30523" fmla="*/ 1560005 w 3114960"/>
              <a:gd name="connsiteY30523" fmla="*/ 1564005 h 5143785"/>
              <a:gd name="connsiteX30524" fmla="*/ 1555052 w 3114960"/>
              <a:gd name="connsiteY30524" fmla="*/ 1571435 h 5143785"/>
              <a:gd name="connsiteX30525" fmla="*/ 1556766 w 3114960"/>
              <a:gd name="connsiteY30525" fmla="*/ 1580198 h 5143785"/>
              <a:gd name="connsiteX30526" fmla="*/ 1564100 w 3114960"/>
              <a:gd name="connsiteY30526" fmla="*/ 1585055 h 5143785"/>
              <a:gd name="connsiteX30527" fmla="*/ 1564100 w 3114960"/>
              <a:gd name="connsiteY30527" fmla="*/ 1596200 h 5143785"/>
              <a:gd name="connsiteX30528" fmla="*/ 1520571 w 3114960"/>
              <a:gd name="connsiteY30528" fmla="*/ 1632490 h 5143785"/>
              <a:gd name="connsiteX30529" fmla="*/ 1466469 w 3114960"/>
              <a:gd name="connsiteY30529" fmla="*/ 1632490 h 5143785"/>
              <a:gd name="connsiteX30530" fmla="*/ 1461326 w 3114960"/>
              <a:gd name="connsiteY30530" fmla="*/ 1628775 h 5143785"/>
              <a:gd name="connsiteX30531" fmla="*/ 1560767 w 3114960"/>
              <a:gd name="connsiteY30531" fmla="*/ 1577626 h 5143785"/>
              <a:gd name="connsiteX30532" fmla="*/ 1559719 w 3114960"/>
              <a:gd name="connsiteY30532" fmla="*/ 1572482 h 5143785"/>
              <a:gd name="connsiteX30533" fmla="*/ 1562672 w 3114960"/>
              <a:gd name="connsiteY30533" fmla="*/ 1568101 h 5143785"/>
              <a:gd name="connsiteX30534" fmla="*/ 1566482 w 3114960"/>
              <a:gd name="connsiteY30534" fmla="*/ 1566958 h 5143785"/>
              <a:gd name="connsiteX30535" fmla="*/ 1572197 w 3114960"/>
              <a:gd name="connsiteY30535" fmla="*/ 1570006 h 5143785"/>
              <a:gd name="connsiteX30536" fmla="*/ 1570292 w 3114960"/>
              <a:gd name="connsiteY30536" fmla="*/ 1579531 h 5143785"/>
              <a:gd name="connsiteX30537" fmla="*/ 1560767 w 3114960"/>
              <a:gd name="connsiteY30537" fmla="*/ 1577626 h 5143785"/>
              <a:gd name="connsiteX30538" fmla="*/ 1685735 w 3114960"/>
              <a:gd name="connsiteY30538" fmla="*/ 1612773 h 5143785"/>
              <a:gd name="connsiteX30539" fmla="*/ 1668685 w 3114960"/>
              <a:gd name="connsiteY30539" fmla="*/ 1634395 h 5143785"/>
              <a:gd name="connsiteX30540" fmla="*/ 1669066 w 3114960"/>
              <a:gd name="connsiteY30540" fmla="*/ 1666113 h 5143785"/>
              <a:gd name="connsiteX30541" fmla="*/ 1639824 w 3114960"/>
              <a:gd name="connsiteY30541" fmla="*/ 1696593 h 5143785"/>
              <a:gd name="connsiteX30542" fmla="*/ 1614392 w 3114960"/>
              <a:gd name="connsiteY30542" fmla="*/ 1696593 h 5143785"/>
              <a:gd name="connsiteX30543" fmla="*/ 1610392 w 3114960"/>
              <a:gd name="connsiteY30543" fmla="*/ 1701165 h 5143785"/>
              <a:gd name="connsiteX30544" fmla="*/ 1602581 w 3114960"/>
              <a:gd name="connsiteY30544" fmla="*/ 1697355 h 5143785"/>
              <a:gd name="connsiteX30545" fmla="*/ 1606391 w 3114960"/>
              <a:gd name="connsiteY30545" fmla="*/ 1689545 h 5143785"/>
              <a:gd name="connsiteX30546" fmla="*/ 1614202 w 3114960"/>
              <a:gd name="connsiteY30546" fmla="*/ 1693355 h 5143785"/>
              <a:gd name="connsiteX30547" fmla="*/ 1614202 w 3114960"/>
              <a:gd name="connsiteY30547" fmla="*/ 1694021 h 5143785"/>
              <a:gd name="connsiteX30548" fmla="*/ 1638681 w 3114960"/>
              <a:gd name="connsiteY30548" fmla="*/ 1694021 h 5143785"/>
              <a:gd name="connsiteX30549" fmla="*/ 1666494 w 3114960"/>
              <a:gd name="connsiteY30549" fmla="*/ 1665065 h 5143785"/>
              <a:gd name="connsiteX30550" fmla="*/ 1666113 w 3114960"/>
              <a:gd name="connsiteY30550" fmla="*/ 1633538 h 5143785"/>
              <a:gd name="connsiteX30551" fmla="*/ 1684401 w 3114960"/>
              <a:gd name="connsiteY30551" fmla="*/ 1610297 h 5143785"/>
              <a:gd name="connsiteX30552" fmla="*/ 1734026 w 3114960"/>
              <a:gd name="connsiteY30552" fmla="*/ 1609820 h 5143785"/>
              <a:gd name="connsiteX30553" fmla="*/ 1738027 w 3114960"/>
              <a:gd name="connsiteY30553" fmla="*/ 1605153 h 5143785"/>
              <a:gd name="connsiteX30554" fmla="*/ 1745837 w 3114960"/>
              <a:gd name="connsiteY30554" fmla="*/ 1608963 h 5143785"/>
              <a:gd name="connsiteX30555" fmla="*/ 1742027 w 3114960"/>
              <a:gd name="connsiteY30555" fmla="*/ 1616774 h 5143785"/>
              <a:gd name="connsiteX30556" fmla="*/ 1734217 w 3114960"/>
              <a:gd name="connsiteY30556" fmla="*/ 1612964 h 5143785"/>
              <a:gd name="connsiteX30557" fmla="*/ 1734217 w 3114960"/>
              <a:gd name="connsiteY30557" fmla="*/ 1612202 h 5143785"/>
              <a:gd name="connsiteX30558" fmla="*/ 1685735 w 3114960"/>
              <a:gd name="connsiteY30558" fmla="*/ 1612678 h 5143785"/>
              <a:gd name="connsiteX30559" fmla="*/ 2004155 w 3114960"/>
              <a:gd name="connsiteY30559" fmla="*/ 2342102 h 5143785"/>
              <a:gd name="connsiteX30560" fmla="*/ 2002631 w 3114960"/>
              <a:gd name="connsiteY30560" fmla="*/ 2326958 h 5143785"/>
              <a:gd name="connsiteX30561" fmla="*/ 2017776 w 3114960"/>
              <a:gd name="connsiteY30561" fmla="*/ 2325434 h 5143785"/>
              <a:gd name="connsiteX30562" fmla="*/ 2019300 w 3114960"/>
              <a:gd name="connsiteY30562" fmla="*/ 2340578 h 5143785"/>
              <a:gd name="connsiteX30563" fmla="*/ 2004155 w 3114960"/>
              <a:gd name="connsiteY30563" fmla="*/ 2342102 h 5143785"/>
              <a:gd name="connsiteX30564" fmla="*/ 1903095 w 3114960"/>
              <a:gd name="connsiteY30564" fmla="*/ 1962150 h 5143785"/>
              <a:gd name="connsiteX30565" fmla="*/ 1909953 w 3114960"/>
              <a:gd name="connsiteY30565" fmla="*/ 1955292 h 5143785"/>
              <a:gd name="connsiteX30566" fmla="*/ 1916811 w 3114960"/>
              <a:gd name="connsiteY30566" fmla="*/ 1962150 h 5143785"/>
              <a:gd name="connsiteX30567" fmla="*/ 1909953 w 3114960"/>
              <a:gd name="connsiteY30567" fmla="*/ 1969008 h 5143785"/>
              <a:gd name="connsiteX30568" fmla="*/ 1903095 w 3114960"/>
              <a:gd name="connsiteY30568" fmla="*/ 1962150 h 5143785"/>
              <a:gd name="connsiteX30569" fmla="*/ 1357122 w 3114960"/>
              <a:gd name="connsiteY30569" fmla="*/ 2322290 h 5143785"/>
              <a:gd name="connsiteX30570" fmla="*/ 1348454 w 3114960"/>
              <a:gd name="connsiteY30570" fmla="*/ 2331053 h 5143785"/>
              <a:gd name="connsiteX30571" fmla="*/ 1348454 w 3114960"/>
              <a:gd name="connsiteY30571" fmla="*/ 2334673 h 5143785"/>
              <a:gd name="connsiteX30572" fmla="*/ 1339501 w 3114960"/>
              <a:gd name="connsiteY30572" fmla="*/ 2334673 h 5143785"/>
              <a:gd name="connsiteX30573" fmla="*/ 1255395 w 3114960"/>
              <a:gd name="connsiteY30573" fmla="*/ 2405825 h 5143785"/>
              <a:gd name="connsiteX30574" fmla="*/ 1228153 w 3114960"/>
              <a:gd name="connsiteY30574" fmla="*/ 2405634 h 5143785"/>
              <a:gd name="connsiteX30575" fmla="*/ 1114711 w 3114960"/>
              <a:gd name="connsiteY30575" fmla="*/ 2495741 h 5143785"/>
              <a:gd name="connsiteX30576" fmla="*/ 1111091 w 3114960"/>
              <a:gd name="connsiteY30576" fmla="*/ 2492597 h 5143785"/>
              <a:gd name="connsiteX30577" fmla="*/ 1100042 w 3114960"/>
              <a:gd name="connsiteY30577" fmla="*/ 2491264 h 5143785"/>
              <a:gd name="connsiteX30578" fmla="*/ 1094232 w 3114960"/>
              <a:gd name="connsiteY30578" fmla="*/ 2494693 h 5143785"/>
              <a:gd name="connsiteX30579" fmla="*/ 1092803 w 3114960"/>
              <a:gd name="connsiteY30579" fmla="*/ 2493169 h 5143785"/>
              <a:gd name="connsiteX30580" fmla="*/ 1087565 w 3114960"/>
              <a:gd name="connsiteY30580" fmla="*/ 2498027 h 5143785"/>
              <a:gd name="connsiteX30581" fmla="*/ 1090041 w 3114960"/>
              <a:gd name="connsiteY30581" fmla="*/ 2500694 h 5143785"/>
              <a:gd name="connsiteX30582" fmla="*/ 1089851 w 3114960"/>
              <a:gd name="connsiteY30582" fmla="*/ 2509171 h 5143785"/>
              <a:gd name="connsiteX30583" fmla="*/ 1096709 w 3114960"/>
              <a:gd name="connsiteY30583" fmla="*/ 2517934 h 5143785"/>
              <a:gd name="connsiteX30584" fmla="*/ 1103852 w 3114960"/>
              <a:gd name="connsiteY30584" fmla="*/ 2519839 h 5143785"/>
              <a:gd name="connsiteX30585" fmla="*/ 1107758 w 3114960"/>
              <a:gd name="connsiteY30585" fmla="*/ 2519267 h 5143785"/>
              <a:gd name="connsiteX30586" fmla="*/ 1117854 w 3114960"/>
              <a:gd name="connsiteY30586" fmla="*/ 2501360 h 5143785"/>
              <a:gd name="connsiteX30587" fmla="*/ 1117092 w 3114960"/>
              <a:gd name="connsiteY30587" fmla="*/ 2499836 h 5143785"/>
              <a:gd name="connsiteX30588" fmla="*/ 1229678 w 3114960"/>
              <a:gd name="connsiteY30588" fmla="*/ 2410397 h 5143785"/>
              <a:gd name="connsiteX30589" fmla="*/ 1257014 w 3114960"/>
              <a:gd name="connsiteY30589" fmla="*/ 2410587 h 5143785"/>
              <a:gd name="connsiteX30590" fmla="*/ 1341120 w 3114960"/>
              <a:gd name="connsiteY30590" fmla="*/ 2339435 h 5143785"/>
              <a:gd name="connsiteX30591" fmla="*/ 1348454 w 3114960"/>
              <a:gd name="connsiteY30591" fmla="*/ 2339435 h 5143785"/>
              <a:gd name="connsiteX30592" fmla="*/ 1357027 w 3114960"/>
              <a:gd name="connsiteY30592" fmla="*/ 2347627 h 5143785"/>
              <a:gd name="connsiteX30593" fmla="*/ 1383982 w 3114960"/>
              <a:gd name="connsiteY30593" fmla="*/ 2347627 h 5143785"/>
              <a:gd name="connsiteX30594" fmla="*/ 1392746 w 3114960"/>
              <a:gd name="connsiteY30594" fmla="*/ 2338959 h 5143785"/>
              <a:gd name="connsiteX30595" fmla="*/ 1392746 w 3114960"/>
              <a:gd name="connsiteY30595" fmla="*/ 2331149 h 5143785"/>
              <a:gd name="connsiteX30596" fmla="*/ 1383982 w 3114960"/>
              <a:gd name="connsiteY30596" fmla="*/ 2322386 h 5143785"/>
              <a:gd name="connsiteX30597" fmla="*/ 1357027 w 3114960"/>
              <a:gd name="connsiteY30597" fmla="*/ 2322386 h 5143785"/>
              <a:gd name="connsiteX30598" fmla="*/ 1106519 w 3114960"/>
              <a:gd name="connsiteY30598" fmla="*/ 2514695 h 5143785"/>
              <a:gd name="connsiteX30599" fmla="*/ 1099090 w 3114960"/>
              <a:gd name="connsiteY30599" fmla="*/ 2513838 h 5143785"/>
              <a:gd name="connsiteX30600" fmla="*/ 1094518 w 3114960"/>
              <a:gd name="connsiteY30600" fmla="*/ 2507933 h 5143785"/>
              <a:gd name="connsiteX30601" fmla="*/ 1095375 w 3114960"/>
              <a:gd name="connsiteY30601" fmla="*/ 2500503 h 5143785"/>
              <a:gd name="connsiteX30602" fmla="*/ 1101281 w 3114960"/>
              <a:gd name="connsiteY30602" fmla="*/ 2495931 h 5143785"/>
              <a:gd name="connsiteX30603" fmla="*/ 1103948 w 3114960"/>
              <a:gd name="connsiteY30603" fmla="*/ 2495550 h 5143785"/>
              <a:gd name="connsiteX30604" fmla="*/ 1108710 w 3114960"/>
              <a:gd name="connsiteY30604" fmla="*/ 2496788 h 5143785"/>
              <a:gd name="connsiteX30605" fmla="*/ 1113282 w 3114960"/>
              <a:gd name="connsiteY30605" fmla="*/ 2502694 h 5143785"/>
              <a:gd name="connsiteX30606" fmla="*/ 1106519 w 3114960"/>
              <a:gd name="connsiteY30606" fmla="*/ 2514791 h 5143785"/>
              <a:gd name="connsiteX30607" fmla="*/ 1388078 w 3114960"/>
              <a:gd name="connsiteY30607" fmla="*/ 2331053 h 5143785"/>
              <a:gd name="connsiteX30608" fmla="*/ 1388078 w 3114960"/>
              <a:gd name="connsiteY30608" fmla="*/ 2338864 h 5143785"/>
              <a:gd name="connsiteX30609" fmla="*/ 1384078 w 3114960"/>
              <a:gd name="connsiteY30609" fmla="*/ 2342769 h 5143785"/>
              <a:gd name="connsiteX30610" fmla="*/ 1357122 w 3114960"/>
              <a:gd name="connsiteY30610" fmla="*/ 2342769 h 5143785"/>
              <a:gd name="connsiteX30611" fmla="*/ 1353217 w 3114960"/>
              <a:gd name="connsiteY30611" fmla="*/ 2338864 h 5143785"/>
              <a:gd name="connsiteX30612" fmla="*/ 1353217 w 3114960"/>
              <a:gd name="connsiteY30612" fmla="*/ 2331053 h 5143785"/>
              <a:gd name="connsiteX30613" fmla="*/ 1357122 w 3114960"/>
              <a:gd name="connsiteY30613" fmla="*/ 2327053 h 5143785"/>
              <a:gd name="connsiteX30614" fmla="*/ 1384078 w 3114960"/>
              <a:gd name="connsiteY30614" fmla="*/ 2327053 h 5143785"/>
              <a:gd name="connsiteX30615" fmla="*/ 1388078 w 3114960"/>
              <a:gd name="connsiteY30615" fmla="*/ 2331053 h 5143785"/>
              <a:gd name="connsiteX30616" fmla="*/ 1482281 w 3114960"/>
              <a:gd name="connsiteY30616" fmla="*/ 2108645 h 5143785"/>
              <a:gd name="connsiteX30617" fmla="*/ 1486948 w 3114960"/>
              <a:gd name="connsiteY30617" fmla="*/ 2110550 h 5143785"/>
              <a:gd name="connsiteX30618" fmla="*/ 1491615 w 3114960"/>
              <a:gd name="connsiteY30618" fmla="*/ 2108645 h 5143785"/>
              <a:gd name="connsiteX30619" fmla="*/ 1493615 w 3114960"/>
              <a:gd name="connsiteY30619" fmla="*/ 2103882 h 5143785"/>
              <a:gd name="connsiteX30620" fmla="*/ 1491710 w 3114960"/>
              <a:gd name="connsiteY30620" fmla="*/ 2099215 h 5143785"/>
              <a:gd name="connsiteX30621" fmla="*/ 1487043 w 3114960"/>
              <a:gd name="connsiteY30621" fmla="*/ 2097215 h 5143785"/>
              <a:gd name="connsiteX30622" fmla="*/ 1487043 w 3114960"/>
              <a:gd name="connsiteY30622" fmla="*/ 2097215 h 5143785"/>
              <a:gd name="connsiteX30623" fmla="*/ 1482376 w 3114960"/>
              <a:gd name="connsiteY30623" fmla="*/ 2099215 h 5143785"/>
              <a:gd name="connsiteX30624" fmla="*/ 1482376 w 3114960"/>
              <a:gd name="connsiteY30624" fmla="*/ 2108645 h 5143785"/>
              <a:gd name="connsiteX30625" fmla="*/ 1485614 w 3114960"/>
              <a:gd name="connsiteY30625" fmla="*/ 2102549 h 5143785"/>
              <a:gd name="connsiteX30626" fmla="*/ 1486948 w 3114960"/>
              <a:gd name="connsiteY30626" fmla="*/ 2101977 h 5143785"/>
              <a:gd name="connsiteX30627" fmla="*/ 1486948 w 3114960"/>
              <a:gd name="connsiteY30627" fmla="*/ 2101977 h 5143785"/>
              <a:gd name="connsiteX30628" fmla="*/ 1488281 w 3114960"/>
              <a:gd name="connsiteY30628" fmla="*/ 2102549 h 5143785"/>
              <a:gd name="connsiteX30629" fmla="*/ 1488853 w 3114960"/>
              <a:gd name="connsiteY30629" fmla="*/ 2103882 h 5143785"/>
              <a:gd name="connsiteX30630" fmla="*/ 1488281 w 3114960"/>
              <a:gd name="connsiteY30630" fmla="*/ 2105216 h 5143785"/>
              <a:gd name="connsiteX30631" fmla="*/ 1485614 w 3114960"/>
              <a:gd name="connsiteY30631" fmla="*/ 2105216 h 5143785"/>
              <a:gd name="connsiteX30632" fmla="*/ 1485614 w 3114960"/>
              <a:gd name="connsiteY30632" fmla="*/ 2102549 h 5143785"/>
              <a:gd name="connsiteX30633" fmla="*/ 1486948 w 3114960"/>
              <a:gd name="connsiteY30633" fmla="*/ 2091785 h 5143785"/>
              <a:gd name="connsiteX30634" fmla="*/ 1493234 w 3114960"/>
              <a:gd name="connsiteY30634" fmla="*/ 2085499 h 5143785"/>
              <a:gd name="connsiteX30635" fmla="*/ 1486948 w 3114960"/>
              <a:gd name="connsiteY30635" fmla="*/ 2079212 h 5143785"/>
              <a:gd name="connsiteX30636" fmla="*/ 1480661 w 3114960"/>
              <a:gd name="connsiteY30636" fmla="*/ 2085499 h 5143785"/>
              <a:gd name="connsiteX30637" fmla="*/ 1486948 w 3114960"/>
              <a:gd name="connsiteY30637" fmla="*/ 2091785 h 5143785"/>
              <a:gd name="connsiteX30638" fmla="*/ 1486948 w 3114960"/>
              <a:gd name="connsiteY30638" fmla="*/ 2083880 h 5143785"/>
              <a:gd name="connsiteX30639" fmla="*/ 1488472 w 3114960"/>
              <a:gd name="connsiteY30639" fmla="*/ 2085403 h 5143785"/>
              <a:gd name="connsiteX30640" fmla="*/ 1485328 w 3114960"/>
              <a:gd name="connsiteY30640" fmla="*/ 2085403 h 5143785"/>
              <a:gd name="connsiteX30641" fmla="*/ 1486853 w 3114960"/>
              <a:gd name="connsiteY30641" fmla="*/ 2083880 h 5143785"/>
              <a:gd name="connsiteX30642" fmla="*/ 1486948 w 3114960"/>
              <a:gd name="connsiteY30642" fmla="*/ 2130362 h 5143785"/>
              <a:gd name="connsiteX30643" fmla="*/ 1494092 w 3114960"/>
              <a:gd name="connsiteY30643" fmla="*/ 2123218 h 5143785"/>
              <a:gd name="connsiteX30644" fmla="*/ 1486948 w 3114960"/>
              <a:gd name="connsiteY30644" fmla="*/ 2116074 h 5143785"/>
              <a:gd name="connsiteX30645" fmla="*/ 1479804 w 3114960"/>
              <a:gd name="connsiteY30645" fmla="*/ 2123218 h 5143785"/>
              <a:gd name="connsiteX30646" fmla="*/ 1486948 w 3114960"/>
              <a:gd name="connsiteY30646" fmla="*/ 2130362 h 5143785"/>
              <a:gd name="connsiteX30647" fmla="*/ 1486948 w 3114960"/>
              <a:gd name="connsiteY30647" fmla="*/ 2120837 h 5143785"/>
              <a:gd name="connsiteX30648" fmla="*/ 1489329 w 3114960"/>
              <a:gd name="connsiteY30648" fmla="*/ 2123218 h 5143785"/>
              <a:gd name="connsiteX30649" fmla="*/ 1486948 w 3114960"/>
              <a:gd name="connsiteY30649" fmla="*/ 2125599 h 5143785"/>
              <a:gd name="connsiteX30650" fmla="*/ 1484567 w 3114960"/>
              <a:gd name="connsiteY30650" fmla="*/ 2123218 h 5143785"/>
              <a:gd name="connsiteX30651" fmla="*/ 1486948 w 3114960"/>
              <a:gd name="connsiteY30651" fmla="*/ 2120837 h 5143785"/>
              <a:gd name="connsiteX30652" fmla="*/ 2452783 w 3114960"/>
              <a:gd name="connsiteY30652" fmla="*/ 2792635 h 5143785"/>
              <a:gd name="connsiteX30653" fmla="*/ 2452783 w 3114960"/>
              <a:gd name="connsiteY30653" fmla="*/ 2811399 h 5143785"/>
              <a:gd name="connsiteX30654" fmla="*/ 2448973 w 3114960"/>
              <a:gd name="connsiteY30654" fmla="*/ 2815209 h 5143785"/>
              <a:gd name="connsiteX30655" fmla="*/ 2430209 w 3114960"/>
              <a:gd name="connsiteY30655" fmla="*/ 2815209 h 5143785"/>
              <a:gd name="connsiteX30656" fmla="*/ 2426399 w 3114960"/>
              <a:gd name="connsiteY30656" fmla="*/ 2811399 h 5143785"/>
              <a:gd name="connsiteX30657" fmla="*/ 2426399 w 3114960"/>
              <a:gd name="connsiteY30657" fmla="*/ 2792635 h 5143785"/>
              <a:gd name="connsiteX30658" fmla="*/ 2430209 w 3114960"/>
              <a:gd name="connsiteY30658" fmla="*/ 2788825 h 5143785"/>
              <a:gd name="connsiteX30659" fmla="*/ 2448973 w 3114960"/>
              <a:gd name="connsiteY30659" fmla="*/ 2788825 h 5143785"/>
              <a:gd name="connsiteX30660" fmla="*/ 2452783 w 3114960"/>
              <a:gd name="connsiteY30660" fmla="*/ 2792635 h 5143785"/>
              <a:gd name="connsiteX30661" fmla="*/ 2056828 w 3114960"/>
              <a:gd name="connsiteY30661" fmla="*/ 2128742 h 5143785"/>
              <a:gd name="connsiteX30662" fmla="*/ 2068640 w 3114960"/>
              <a:gd name="connsiteY30662" fmla="*/ 2116931 h 5143785"/>
              <a:gd name="connsiteX30663" fmla="*/ 2056828 w 3114960"/>
              <a:gd name="connsiteY30663" fmla="*/ 2105120 h 5143785"/>
              <a:gd name="connsiteX30664" fmla="*/ 2045494 w 3114960"/>
              <a:gd name="connsiteY30664" fmla="*/ 2114550 h 5143785"/>
              <a:gd name="connsiteX30665" fmla="*/ 1998631 w 3114960"/>
              <a:gd name="connsiteY30665" fmla="*/ 2114550 h 5143785"/>
              <a:gd name="connsiteX30666" fmla="*/ 1840421 w 3114960"/>
              <a:gd name="connsiteY30666" fmla="*/ 1963484 h 5143785"/>
              <a:gd name="connsiteX30667" fmla="*/ 1898332 w 3114960"/>
              <a:gd name="connsiteY30667" fmla="*/ 1963484 h 5143785"/>
              <a:gd name="connsiteX30668" fmla="*/ 1909953 w 3114960"/>
              <a:gd name="connsiteY30668" fmla="*/ 1974056 h 5143785"/>
              <a:gd name="connsiteX30669" fmla="*/ 1921859 w 3114960"/>
              <a:gd name="connsiteY30669" fmla="*/ 1962150 h 5143785"/>
              <a:gd name="connsiteX30670" fmla="*/ 1909953 w 3114960"/>
              <a:gd name="connsiteY30670" fmla="*/ 1950244 h 5143785"/>
              <a:gd name="connsiteX30671" fmla="*/ 1898809 w 3114960"/>
              <a:gd name="connsiteY30671" fmla="*/ 1958626 h 5143785"/>
              <a:gd name="connsiteX30672" fmla="*/ 1834515 w 3114960"/>
              <a:gd name="connsiteY30672" fmla="*/ 1958626 h 5143785"/>
              <a:gd name="connsiteX30673" fmla="*/ 1832324 w 3114960"/>
              <a:gd name="connsiteY30673" fmla="*/ 1960150 h 5143785"/>
              <a:gd name="connsiteX30674" fmla="*/ 1832896 w 3114960"/>
              <a:gd name="connsiteY30674" fmla="*/ 1962722 h 5143785"/>
              <a:gd name="connsiteX30675" fmla="*/ 1996154 w 3114960"/>
              <a:gd name="connsiteY30675" fmla="*/ 2118646 h 5143785"/>
              <a:gd name="connsiteX30676" fmla="*/ 1997774 w 3114960"/>
              <a:gd name="connsiteY30676" fmla="*/ 2119313 h 5143785"/>
              <a:gd name="connsiteX30677" fmla="*/ 2045589 w 3114960"/>
              <a:gd name="connsiteY30677" fmla="*/ 2119313 h 5143785"/>
              <a:gd name="connsiteX30678" fmla="*/ 2056924 w 3114960"/>
              <a:gd name="connsiteY30678" fmla="*/ 2128647 h 5143785"/>
              <a:gd name="connsiteX30679" fmla="*/ 2056828 w 3114960"/>
              <a:gd name="connsiteY30679" fmla="*/ 2109883 h 5143785"/>
              <a:gd name="connsiteX30680" fmla="*/ 2063877 w 3114960"/>
              <a:gd name="connsiteY30680" fmla="*/ 2116931 h 5143785"/>
              <a:gd name="connsiteX30681" fmla="*/ 2056828 w 3114960"/>
              <a:gd name="connsiteY30681" fmla="*/ 2123980 h 5143785"/>
              <a:gd name="connsiteX30682" fmla="*/ 2049780 w 3114960"/>
              <a:gd name="connsiteY30682" fmla="*/ 2116931 h 5143785"/>
              <a:gd name="connsiteX30683" fmla="*/ 2056828 w 3114960"/>
              <a:gd name="connsiteY30683" fmla="*/ 2109883 h 5143785"/>
              <a:gd name="connsiteX30684" fmla="*/ 1909953 w 3114960"/>
              <a:gd name="connsiteY30684" fmla="*/ 1952720 h 5143785"/>
              <a:gd name="connsiteX30685" fmla="*/ 1919478 w 3114960"/>
              <a:gd name="connsiteY30685" fmla="*/ 1962245 h 5143785"/>
              <a:gd name="connsiteX30686" fmla="*/ 1909953 w 3114960"/>
              <a:gd name="connsiteY30686" fmla="*/ 1971770 h 5143785"/>
              <a:gd name="connsiteX30687" fmla="*/ 1900428 w 3114960"/>
              <a:gd name="connsiteY30687" fmla="*/ 1962245 h 5143785"/>
              <a:gd name="connsiteX30688" fmla="*/ 1909953 w 3114960"/>
              <a:gd name="connsiteY30688" fmla="*/ 1952720 h 5143785"/>
              <a:gd name="connsiteX30689" fmla="*/ 1993773 w 3114960"/>
              <a:gd name="connsiteY30689" fmla="*/ 2366772 h 5143785"/>
              <a:gd name="connsiteX30690" fmla="*/ 2006918 w 3114960"/>
              <a:gd name="connsiteY30690" fmla="*/ 2379917 h 5143785"/>
              <a:gd name="connsiteX30691" fmla="*/ 2020062 w 3114960"/>
              <a:gd name="connsiteY30691" fmla="*/ 2366772 h 5143785"/>
              <a:gd name="connsiteX30692" fmla="*/ 2006918 w 3114960"/>
              <a:gd name="connsiteY30692" fmla="*/ 2353628 h 5143785"/>
              <a:gd name="connsiteX30693" fmla="*/ 1993773 w 3114960"/>
              <a:gd name="connsiteY30693" fmla="*/ 2366772 h 5143785"/>
              <a:gd name="connsiteX30694" fmla="*/ 2006918 w 3114960"/>
              <a:gd name="connsiteY30694" fmla="*/ 2358390 h 5143785"/>
              <a:gd name="connsiteX30695" fmla="*/ 2015300 w 3114960"/>
              <a:gd name="connsiteY30695" fmla="*/ 2366772 h 5143785"/>
              <a:gd name="connsiteX30696" fmla="*/ 2006918 w 3114960"/>
              <a:gd name="connsiteY30696" fmla="*/ 2375154 h 5143785"/>
              <a:gd name="connsiteX30697" fmla="*/ 1998536 w 3114960"/>
              <a:gd name="connsiteY30697" fmla="*/ 2366772 h 5143785"/>
              <a:gd name="connsiteX30698" fmla="*/ 2006918 w 3114960"/>
              <a:gd name="connsiteY30698" fmla="*/ 2358390 h 5143785"/>
              <a:gd name="connsiteX30699" fmla="*/ 2357628 w 3114960"/>
              <a:gd name="connsiteY30699" fmla="*/ 1583055 h 5143785"/>
              <a:gd name="connsiteX30700" fmla="*/ 2351437 w 3114960"/>
              <a:gd name="connsiteY30700" fmla="*/ 1600105 h 5143785"/>
              <a:gd name="connsiteX30701" fmla="*/ 2334387 w 3114960"/>
              <a:gd name="connsiteY30701" fmla="*/ 1593914 h 5143785"/>
              <a:gd name="connsiteX30702" fmla="*/ 2340578 w 3114960"/>
              <a:gd name="connsiteY30702" fmla="*/ 1576864 h 5143785"/>
              <a:gd name="connsiteX30703" fmla="*/ 2357628 w 3114960"/>
              <a:gd name="connsiteY30703" fmla="*/ 1583055 h 5143785"/>
              <a:gd name="connsiteX30704" fmla="*/ 2020348 w 3114960"/>
              <a:gd name="connsiteY30704" fmla="*/ 2150459 h 5143785"/>
              <a:gd name="connsiteX30705" fmla="*/ 2011680 w 3114960"/>
              <a:gd name="connsiteY30705" fmla="*/ 2156270 h 5143785"/>
              <a:gd name="connsiteX30706" fmla="*/ 1980248 w 3114960"/>
              <a:gd name="connsiteY30706" fmla="*/ 2156270 h 5143785"/>
              <a:gd name="connsiteX30707" fmla="*/ 1792796 w 3114960"/>
              <a:gd name="connsiteY30707" fmla="*/ 1977390 h 5143785"/>
              <a:gd name="connsiteX30708" fmla="*/ 1794605 w 3114960"/>
              <a:gd name="connsiteY30708" fmla="*/ 1973580 h 5143785"/>
              <a:gd name="connsiteX30709" fmla="*/ 1794605 w 3114960"/>
              <a:gd name="connsiteY30709" fmla="*/ 1960626 h 5143785"/>
              <a:gd name="connsiteX30710" fmla="*/ 1789557 w 3114960"/>
              <a:gd name="connsiteY30710" fmla="*/ 1955578 h 5143785"/>
              <a:gd name="connsiteX30711" fmla="*/ 1776603 w 3114960"/>
              <a:gd name="connsiteY30711" fmla="*/ 1955578 h 5143785"/>
              <a:gd name="connsiteX30712" fmla="*/ 1771555 w 3114960"/>
              <a:gd name="connsiteY30712" fmla="*/ 1960626 h 5143785"/>
              <a:gd name="connsiteX30713" fmla="*/ 1771555 w 3114960"/>
              <a:gd name="connsiteY30713" fmla="*/ 1973580 h 5143785"/>
              <a:gd name="connsiteX30714" fmla="*/ 1776603 w 3114960"/>
              <a:gd name="connsiteY30714" fmla="*/ 1978628 h 5143785"/>
              <a:gd name="connsiteX30715" fmla="*/ 1784223 w 3114960"/>
              <a:gd name="connsiteY30715" fmla="*/ 1978628 h 5143785"/>
              <a:gd name="connsiteX30716" fmla="*/ 1784032 w 3114960"/>
              <a:gd name="connsiteY30716" fmla="*/ 1978819 h 5143785"/>
              <a:gd name="connsiteX30717" fmla="*/ 1977390 w 3114960"/>
              <a:gd name="connsiteY30717" fmla="*/ 2163413 h 5143785"/>
              <a:gd name="connsiteX30718" fmla="*/ 2011680 w 3114960"/>
              <a:gd name="connsiteY30718" fmla="*/ 2163413 h 5143785"/>
              <a:gd name="connsiteX30719" fmla="*/ 2020348 w 3114960"/>
              <a:gd name="connsiteY30719" fmla="*/ 2169224 h 5143785"/>
              <a:gd name="connsiteX30720" fmla="*/ 2029778 w 3114960"/>
              <a:gd name="connsiteY30720" fmla="*/ 2159794 h 5143785"/>
              <a:gd name="connsiteX30721" fmla="*/ 2020348 w 3114960"/>
              <a:gd name="connsiteY30721" fmla="*/ 2150364 h 5143785"/>
              <a:gd name="connsiteX30722" fmla="*/ 1789843 w 3114960"/>
              <a:gd name="connsiteY30722" fmla="*/ 1973580 h 5143785"/>
              <a:gd name="connsiteX30723" fmla="*/ 1789557 w 3114960"/>
              <a:gd name="connsiteY30723" fmla="*/ 1973866 h 5143785"/>
              <a:gd name="connsiteX30724" fmla="*/ 1789176 w 3114960"/>
              <a:gd name="connsiteY30724" fmla="*/ 1973866 h 5143785"/>
              <a:gd name="connsiteX30725" fmla="*/ 1788986 w 3114960"/>
              <a:gd name="connsiteY30725" fmla="*/ 1973675 h 5143785"/>
              <a:gd name="connsiteX30726" fmla="*/ 1788795 w 3114960"/>
              <a:gd name="connsiteY30726" fmla="*/ 1973866 h 5143785"/>
              <a:gd name="connsiteX30727" fmla="*/ 1776317 w 3114960"/>
              <a:gd name="connsiteY30727" fmla="*/ 1973580 h 5143785"/>
              <a:gd name="connsiteX30728" fmla="*/ 1776603 w 3114960"/>
              <a:gd name="connsiteY30728" fmla="*/ 1960340 h 5143785"/>
              <a:gd name="connsiteX30729" fmla="*/ 1789843 w 3114960"/>
              <a:gd name="connsiteY30729" fmla="*/ 1960626 h 5143785"/>
              <a:gd name="connsiteX30730" fmla="*/ 1789843 w 3114960"/>
              <a:gd name="connsiteY30730" fmla="*/ 1973580 h 5143785"/>
              <a:gd name="connsiteX30731" fmla="*/ 2399919 w 3114960"/>
              <a:gd name="connsiteY30731" fmla="*/ 1562386 h 5143785"/>
              <a:gd name="connsiteX30732" fmla="*/ 2396014 w 3114960"/>
              <a:gd name="connsiteY30732" fmla="*/ 1571816 h 5143785"/>
              <a:gd name="connsiteX30733" fmla="*/ 2399919 w 3114960"/>
              <a:gd name="connsiteY30733" fmla="*/ 1581245 h 5143785"/>
              <a:gd name="connsiteX30734" fmla="*/ 2409349 w 3114960"/>
              <a:gd name="connsiteY30734" fmla="*/ 1585151 h 5143785"/>
              <a:gd name="connsiteX30735" fmla="*/ 2418779 w 3114960"/>
              <a:gd name="connsiteY30735" fmla="*/ 1581245 h 5143785"/>
              <a:gd name="connsiteX30736" fmla="*/ 2422684 w 3114960"/>
              <a:gd name="connsiteY30736" fmla="*/ 1571816 h 5143785"/>
              <a:gd name="connsiteX30737" fmla="*/ 2418779 w 3114960"/>
              <a:gd name="connsiteY30737" fmla="*/ 1562386 h 5143785"/>
              <a:gd name="connsiteX30738" fmla="*/ 2409349 w 3114960"/>
              <a:gd name="connsiteY30738" fmla="*/ 1558481 h 5143785"/>
              <a:gd name="connsiteX30739" fmla="*/ 2399919 w 3114960"/>
              <a:gd name="connsiteY30739" fmla="*/ 1562386 h 5143785"/>
              <a:gd name="connsiteX30740" fmla="*/ 2417064 w 3114960"/>
              <a:gd name="connsiteY30740" fmla="*/ 1579626 h 5143785"/>
              <a:gd name="connsiteX30741" fmla="*/ 2401538 w 3114960"/>
              <a:gd name="connsiteY30741" fmla="*/ 1579626 h 5143785"/>
              <a:gd name="connsiteX30742" fmla="*/ 2401538 w 3114960"/>
              <a:gd name="connsiteY30742" fmla="*/ 1564100 h 5143785"/>
              <a:gd name="connsiteX30743" fmla="*/ 2409254 w 3114960"/>
              <a:gd name="connsiteY30743" fmla="*/ 1560862 h 5143785"/>
              <a:gd name="connsiteX30744" fmla="*/ 2416969 w 3114960"/>
              <a:gd name="connsiteY30744" fmla="*/ 1564100 h 5143785"/>
              <a:gd name="connsiteX30745" fmla="*/ 2416969 w 3114960"/>
              <a:gd name="connsiteY30745" fmla="*/ 1579626 h 5143785"/>
              <a:gd name="connsiteX30746" fmla="*/ 2353818 w 3114960"/>
              <a:gd name="connsiteY30746" fmla="*/ 1567148 h 5143785"/>
              <a:gd name="connsiteX30747" fmla="*/ 2336578 w 3114960"/>
              <a:gd name="connsiteY30747" fmla="*/ 1567910 h 5143785"/>
              <a:gd name="connsiteX30748" fmla="*/ 2324957 w 3114960"/>
              <a:gd name="connsiteY30748" fmla="*/ 1580674 h 5143785"/>
              <a:gd name="connsiteX30749" fmla="*/ 2324481 w 3114960"/>
              <a:gd name="connsiteY30749" fmla="*/ 1582674 h 5143785"/>
              <a:gd name="connsiteX30750" fmla="*/ 2259806 w 3114960"/>
              <a:gd name="connsiteY30750" fmla="*/ 1582674 h 5143785"/>
              <a:gd name="connsiteX30751" fmla="*/ 2213515 w 3114960"/>
              <a:gd name="connsiteY30751" fmla="*/ 1620012 h 5143785"/>
              <a:gd name="connsiteX30752" fmla="*/ 2119884 w 3114960"/>
              <a:gd name="connsiteY30752" fmla="*/ 1620012 h 5143785"/>
              <a:gd name="connsiteX30753" fmla="*/ 2119027 w 3114960"/>
              <a:gd name="connsiteY30753" fmla="*/ 1617440 h 5143785"/>
              <a:gd name="connsiteX30754" fmla="*/ 2110454 w 3114960"/>
              <a:gd name="connsiteY30754" fmla="*/ 1609630 h 5143785"/>
              <a:gd name="connsiteX30755" fmla="*/ 2098834 w 3114960"/>
              <a:gd name="connsiteY30755" fmla="*/ 1610201 h 5143785"/>
              <a:gd name="connsiteX30756" fmla="*/ 2091023 w 3114960"/>
              <a:gd name="connsiteY30756" fmla="*/ 1618774 h 5143785"/>
              <a:gd name="connsiteX30757" fmla="*/ 2091595 w 3114960"/>
              <a:gd name="connsiteY30757" fmla="*/ 1630394 h 5143785"/>
              <a:gd name="connsiteX30758" fmla="*/ 2100167 w 3114960"/>
              <a:gd name="connsiteY30758" fmla="*/ 1638205 h 5143785"/>
              <a:gd name="connsiteX30759" fmla="*/ 2105311 w 3114960"/>
              <a:gd name="connsiteY30759" fmla="*/ 1639157 h 5143785"/>
              <a:gd name="connsiteX30760" fmla="*/ 2111693 w 3114960"/>
              <a:gd name="connsiteY30760" fmla="*/ 1637728 h 5143785"/>
              <a:gd name="connsiteX30761" fmla="*/ 2119503 w 3114960"/>
              <a:gd name="connsiteY30761" fmla="*/ 1629156 h 5143785"/>
              <a:gd name="connsiteX30762" fmla="*/ 2119979 w 3114960"/>
              <a:gd name="connsiteY30762" fmla="*/ 1627251 h 5143785"/>
              <a:gd name="connsiteX30763" fmla="*/ 2216087 w 3114960"/>
              <a:gd name="connsiteY30763" fmla="*/ 1627251 h 5143785"/>
              <a:gd name="connsiteX30764" fmla="*/ 2262378 w 3114960"/>
              <a:gd name="connsiteY30764" fmla="*/ 1589913 h 5143785"/>
              <a:gd name="connsiteX30765" fmla="*/ 2323719 w 3114960"/>
              <a:gd name="connsiteY30765" fmla="*/ 1589913 h 5143785"/>
              <a:gd name="connsiteX30766" fmla="*/ 2325815 w 3114960"/>
              <a:gd name="connsiteY30766" fmla="*/ 1598009 h 5143785"/>
              <a:gd name="connsiteX30767" fmla="*/ 2338578 w 3114960"/>
              <a:gd name="connsiteY30767" fmla="*/ 1609630 h 5143785"/>
              <a:gd name="connsiteX30768" fmla="*/ 2346293 w 3114960"/>
              <a:gd name="connsiteY30768" fmla="*/ 1610963 h 5143785"/>
              <a:gd name="connsiteX30769" fmla="*/ 2367534 w 3114960"/>
              <a:gd name="connsiteY30769" fmla="*/ 1596009 h 5143785"/>
              <a:gd name="connsiteX30770" fmla="*/ 2366772 w 3114960"/>
              <a:gd name="connsiteY30770" fmla="*/ 1578769 h 5143785"/>
              <a:gd name="connsiteX30771" fmla="*/ 2354009 w 3114960"/>
              <a:gd name="connsiteY30771" fmla="*/ 1567148 h 5143785"/>
              <a:gd name="connsiteX30772" fmla="*/ 2114836 w 3114960"/>
              <a:gd name="connsiteY30772" fmla="*/ 1627537 h 5143785"/>
              <a:gd name="connsiteX30773" fmla="*/ 2109502 w 3114960"/>
              <a:gd name="connsiteY30773" fmla="*/ 1633442 h 5143785"/>
              <a:gd name="connsiteX30774" fmla="*/ 2101501 w 3114960"/>
              <a:gd name="connsiteY30774" fmla="*/ 1633823 h 5143785"/>
              <a:gd name="connsiteX30775" fmla="*/ 2095595 w 3114960"/>
              <a:gd name="connsiteY30775" fmla="*/ 1628489 h 5143785"/>
              <a:gd name="connsiteX30776" fmla="*/ 2095214 w 3114960"/>
              <a:gd name="connsiteY30776" fmla="*/ 1620488 h 5143785"/>
              <a:gd name="connsiteX30777" fmla="*/ 2100548 w 3114960"/>
              <a:gd name="connsiteY30777" fmla="*/ 1614583 h 5143785"/>
              <a:gd name="connsiteX30778" fmla="*/ 2104930 w 3114960"/>
              <a:gd name="connsiteY30778" fmla="*/ 1613630 h 5143785"/>
              <a:gd name="connsiteX30779" fmla="*/ 2108454 w 3114960"/>
              <a:gd name="connsiteY30779" fmla="*/ 1614297 h 5143785"/>
              <a:gd name="connsiteX30780" fmla="*/ 2114360 w 3114960"/>
              <a:gd name="connsiteY30780" fmla="*/ 1619631 h 5143785"/>
              <a:gd name="connsiteX30781" fmla="*/ 2114741 w 3114960"/>
              <a:gd name="connsiteY30781" fmla="*/ 1627632 h 5143785"/>
              <a:gd name="connsiteX30782" fmla="*/ 2362867 w 3114960"/>
              <a:gd name="connsiteY30782" fmla="*/ 1594485 h 5143785"/>
              <a:gd name="connsiteX30783" fmla="*/ 2353628 w 3114960"/>
              <a:gd name="connsiteY30783" fmla="*/ 1604582 h 5143785"/>
              <a:gd name="connsiteX30784" fmla="*/ 2340007 w 3114960"/>
              <a:gd name="connsiteY30784" fmla="*/ 1605248 h 5143785"/>
              <a:gd name="connsiteX30785" fmla="*/ 2329910 w 3114960"/>
              <a:gd name="connsiteY30785" fmla="*/ 1596009 h 5143785"/>
              <a:gd name="connsiteX30786" fmla="*/ 2329244 w 3114960"/>
              <a:gd name="connsiteY30786" fmla="*/ 1582388 h 5143785"/>
              <a:gd name="connsiteX30787" fmla="*/ 2338483 w 3114960"/>
              <a:gd name="connsiteY30787" fmla="*/ 1572292 h 5143785"/>
              <a:gd name="connsiteX30788" fmla="*/ 2346008 w 3114960"/>
              <a:gd name="connsiteY30788" fmla="*/ 1570577 h 5143785"/>
              <a:gd name="connsiteX30789" fmla="*/ 2352104 w 3114960"/>
              <a:gd name="connsiteY30789" fmla="*/ 1571625 h 5143785"/>
              <a:gd name="connsiteX30790" fmla="*/ 2362200 w 3114960"/>
              <a:gd name="connsiteY30790" fmla="*/ 1580864 h 5143785"/>
              <a:gd name="connsiteX30791" fmla="*/ 2362867 w 3114960"/>
              <a:gd name="connsiteY30791" fmla="*/ 1594485 h 5143785"/>
              <a:gd name="connsiteX30792" fmla="*/ 1109377 w 3114960"/>
              <a:gd name="connsiteY30792" fmla="*/ 2505266 h 5143785"/>
              <a:gd name="connsiteX30793" fmla="*/ 1103852 w 3114960"/>
              <a:gd name="connsiteY30793" fmla="*/ 2510790 h 5143785"/>
              <a:gd name="connsiteX30794" fmla="*/ 1098328 w 3114960"/>
              <a:gd name="connsiteY30794" fmla="*/ 2505266 h 5143785"/>
              <a:gd name="connsiteX30795" fmla="*/ 1103852 w 3114960"/>
              <a:gd name="connsiteY30795" fmla="*/ 2499741 h 5143785"/>
              <a:gd name="connsiteX30796" fmla="*/ 1109377 w 3114960"/>
              <a:gd name="connsiteY30796" fmla="*/ 2505266 h 5143785"/>
              <a:gd name="connsiteX30797" fmla="*/ 2575941 w 3114960"/>
              <a:gd name="connsiteY30797" fmla="*/ 2869025 h 5143785"/>
              <a:gd name="connsiteX30798" fmla="*/ 2674430 w 3114960"/>
              <a:gd name="connsiteY30798" fmla="*/ 2869025 h 5143785"/>
              <a:gd name="connsiteX30799" fmla="*/ 2695861 w 3114960"/>
              <a:gd name="connsiteY30799" fmla="*/ 2847785 h 5143785"/>
              <a:gd name="connsiteX30800" fmla="*/ 2695861 w 3114960"/>
              <a:gd name="connsiteY30800" fmla="*/ 2792921 h 5143785"/>
              <a:gd name="connsiteX30801" fmla="*/ 2702909 w 3114960"/>
              <a:gd name="connsiteY30801" fmla="*/ 2787492 h 5143785"/>
              <a:gd name="connsiteX30802" fmla="*/ 2698337 w 3114960"/>
              <a:gd name="connsiteY30802" fmla="*/ 2773204 h 5143785"/>
              <a:gd name="connsiteX30803" fmla="*/ 2684050 w 3114960"/>
              <a:gd name="connsiteY30803" fmla="*/ 2777776 h 5143785"/>
              <a:gd name="connsiteX30804" fmla="*/ 2683383 w 3114960"/>
              <a:gd name="connsiteY30804" fmla="*/ 2785872 h 5143785"/>
              <a:gd name="connsiteX30805" fmla="*/ 2688622 w 3114960"/>
              <a:gd name="connsiteY30805" fmla="*/ 2792063 h 5143785"/>
              <a:gd name="connsiteX30806" fmla="*/ 2691098 w 3114960"/>
              <a:gd name="connsiteY30806" fmla="*/ 2792921 h 5143785"/>
              <a:gd name="connsiteX30807" fmla="*/ 2691098 w 3114960"/>
              <a:gd name="connsiteY30807" fmla="*/ 2845689 h 5143785"/>
              <a:gd name="connsiteX30808" fmla="*/ 2672429 w 3114960"/>
              <a:gd name="connsiteY30808" fmla="*/ 2864168 h 5143785"/>
              <a:gd name="connsiteX30809" fmla="*/ 2577942 w 3114960"/>
              <a:gd name="connsiteY30809" fmla="*/ 2864168 h 5143785"/>
              <a:gd name="connsiteX30810" fmla="*/ 2557272 w 3114960"/>
              <a:gd name="connsiteY30810" fmla="*/ 2843117 h 5143785"/>
              <a:gd name="connsiteX30811" fmla="*/ 2453354 w 3114960"/>
              <a:gd name="connsiteY30811" fmla="*/ 2842641 h 5143785"/>
              <a:gd name="connsiteX30812" fmla="*/ 2438876 w 3114960"/>
              <a:gd name="connsiteY30812" fmla="*/ 2833783 h 5143785"/>
              <a:gd name="connsiteX30813" fmla="*/ 2429542 w 3114960"/>
              <a:gd name="connsiteY30813" fmla="*/ 2848547 h 5143785"/>
              <a:gd name="connsiteX30814" fmla="*/ 2434971 w 3114960"/>
              <a:gd name="connsiteY30814" fmla="*/ 2856262 h 5143785"/>
              <a:gd name="connsiteX30815" fmla="*/ 2441543 w 3114960"/>
              <a:gd name="connsiteY30815" fmla="*/ 2858167 h 5143785"/>
              <a:gd name="connsiteX30816" fmla="*/ 2444305 w 3114960"/>
              <a:gd name="connsiteY30816" fmla="*/ 2857881 h 5143785"/>
              <a:gd name="connsiteX30817" fmla="*/ 2452021 w 3114960"/>
              <a:gd name="connsiteY30817" fmla="*/ 2852452 h 5143785"/>
              <a:gd name="connsiteX30818" fmla="*/ 2453735 w 3114960"/>
              <a:gd name="connsiteY30818" fmla="*/ 2847404 h 5143785"/>
              <a:gd name="connsiteX30819" fmla="*/ 2555272 w 3114960"/>
              <a:gd name="connsiteY30819" fmla="*/ 2847880 h 5143785"/>
              <a:gd name="connsiteX30820" fmla="*/ 2575941 w 3114960"/>
              <a:gd name="connsiteY30820" fmla="*/ 2868930 h 5143785"/>
              <a:gd name="connsiteX30821" fmla="*/ 2690717 w 3114960"/>
              <a:gd name="connsiteY30821" fmla="*/ 2787872 h 5143785"/>
              <a:gd name="connsiteX30822" fmla="*/ 2687860 w 3114960"/>
              <a:gd name="connsiteY30822" fmla="*/ 2784443 h 5143785"/>
              <a:gd name="connsiteX30823" fmla="*/ 2688241 w 3114960"/>
              <a:gd name="connsiteY30823" fmla="*/ 2779967 h 5143785"/>
              <a:gd name="connsiteX30824" fmla="*/ 2696147 w 3114960"/>
              <a:gd name="connsiteY30824" fmla="*/ 2777395 h 5143785"/>
              <a:gd name="connsiteX30825" fmla="*/ 2698718 w 3114960"/>
              <a:gd name="connsiteY30825" fmla="*/ 2785301 h 5143785"/>
              <a:gd name="connsiteX30826" fmla="*/ 2690813 w 3114960"/>
              <a:gd name="connsiteY30826" fmla="*/ 2787872 h 5143785"/>
              <a:gd name="connsiteX30827" fmla="*/ 2447925 w 3114960"/>
              <a:gd name="connsiteY30827" fmla="*/ 2849975 h 5143785"/>
              <a:gd name="connsiteX30828" fmla="*/ 2443163 w 3114960"/>
              <a:gd name="connsiteY30828" fmla="*/ 2853309 h 5143785"/>
              <a:gd name="connsiteX30829" fmla="*/ 2437448 w 3114960"/>
              <a:gd name="connsiteY30829" fmla="*/ 2852357 h 5143785"/>
              <a:gd name="connsiteX30830" fmla="*/ 2434114 w 3114960"/>
              <a:gd name="connsiteY30830" fmla="*/ 2847594 h 5143785"/>
              <a:gd name="connsiteX30831" fmla="*/ 2439829 w 3114960"/>
              <a:gd name="connsiteY30831" fmla="*/ 2838545 h 5143785"/>
              <a:gd name="connsiteX30832" fmla="*/ 2448878 w 3114960"/>
              <a:gd name="connsiteY30832" fmla="*/ 2844260 h 5143785"/>
              <a:gd name="connsiteX30833" fmla="*/ 2447925 w 3114960"/>
              <a:gd name="connsiteY30833" fmla="*/ 2849975 h 5143785"/>
              <a:gd name="connsiteX30834" fmla="*/ 1640396 w 3114960"/>
              <a:gd name="connsiteY30834" fmla="*/ 1438180 h 5143785"/>
              <a:gd name="connsiteX30835" fmla="*/ 1640396 w 3114960"/>
              <a:gd name="connsiteY30835" fmla="*/ 1433894 h 5143785"/>
              <a:gd name="connsiteX30836" fmla="*/ 1631728 w 3114960"/>
              <a:gd name="connsiteY30836" fmla="*/ 1425226 h 5143785"/>
              <a:gd name="connsiteX30837" fmla="*/ 1618488 w 3114960"/>
              <a:gd name="connsiteY30837" fmla="*/ 1425226 h 5143785"/>
              <a:gd name="connsiteX30838" fmla="*/ 1609820 w 3114960"/>
              <a:gd name="connsiteY30838" fmla="*/ 1433894 h 5143785"/>
              <a:gd name="connsiteX30839" fmla="*/ 1609820 w 3114960"/>
              <a:gd name="connsiteY30839" fmla="*/ 1447133 h 5143785"/>
              <a:gd name="connsiteX30840" fmla="*/ 1618488 w 3114960"/>
              <a:gd name="connsiteY30840" fmla="*/ 1455801 h 5143785"/>
              <a:gd name="connsiteX30841" fmla="*/ 1631728 w 3114960"/>
              <a:gd name="connsiteY30841" fmla="*/ 1455801 h 5143785"/>
              <a:gd name="connsiteX30842" fmla="*/ 1640396 w 3114960"/>
              <a:gd name="connsiteY30842" fmla="*/ 1447133 h 5143785"/>
              <a:gd name="connsiteX30843" fmla="*/ 1640396 w 3114960"/>
              <a:gd name="connsiteY30843" fmla="*/ 1442847 h 5143785"/>
              <a:gd name="connsiteX30844" fmla="*/ 1731074 w 3114960"/>
              <a:gd name="connsiteY30844" fmla="*/ 1442847 h 5143785"/>
              <a:gd name="connsiteX30845" fmla="*/ 1750219 w 3114960"/>
              <a:gd name="connsiteY30845" fmla="*/ 1465040 h 5143785"/>
              <a:gd name="connsiteX30846" fmla="*/ 1820990 w 3114960"/>
              <a:gd name="connsiteY30846" fmla="*/ 1465040 h 5143785"/>
              <a:gd name="connsiteX30847" fmla="*/ 1824228 w 3114960"/>
              <a:gd name="connsiteY30847" fmla="*/ 1470660 h 5143785"/>
              <a:gd name="connsiteX30848" fmla="*/ 1834325 w 3114960"/>
              <a:gd name="connsiteY30848" fmla="*/ 1475327 h 5143785"/>
              <a:gd name="connsiteX30849" fmla="*/ 1834896 w 3114960"/>
              <a:gd name="connsiteY30849" fmla="*/ 1475327 h 5143785"/>
              <a:gd name="connsiteX30850" fmla="*/ 1844802 w 3114960"/>
              <a:gd name="connsiteY30850" fmla="*/ 1471422 h 5143785"/>
              <a:gd name="connsiteX30851" fmla="*/ 1845564 w 3114960"/>
              <a:gd name="connsiteY30851" fmla="*/ 1450848 h 5143785"/>
              <a:gd name="connsiteX30852" fmla="*/ 1824990 w 3114960"/>
              <a:gd name="connsiteY30852" fmla="*/ 1450086 h 5143785"/>
              <a:gd name="connsiteX30853" fmla="*/ 1820418 w 3114960"/>
              <a:gd name="connsiteY30853" fmla="*/ 1460278 h 5143785"/>
              <a:gd name="connsiteX30854" fmla="*/ 1752505 w 3114960"/>
              <a:gd name="connsiteY30854" fmla="*/ 1460278 h 5143785"/>
              <a:gd name="connsiteX30855" fmla="*/ 1733360 w 3114960"/>
              <a:gd name="connsiteY30855" fmla="*/ 1438085 h 5143785"/>
              <a:gd name="connsiteX30856" fmla="*/ 1640491 w 3114960"/>
              <a:gd name="connsiteY30856" fmla="*/ 1438085 h 5143785"/>
              <a:gd name="connsiteX30857" fmla="*/ 1635633 w 3114960"/>
              <a:gd name="connsiteY30857" fmla="*/ 1447133 h 5143785"/>
              <a:gd name="connsiteX30858" fmla="*/ 1631728 w 3114960"/>
              <a:gd name="connsiteY30858" fmla="*/ 1451039 h 5143785"/>
              <a:gd name="connsiteX30859" fmla="*/ 1618488 w 3114960"/>
              <a:gd name="connsiteY30859" fmla="*/ 1451039 h 5143785"/>
              <a:gd name="connsiteX30860" fmla="*/ 1614583 w 3114960"/>
              <a:gd name="connsiteY30860" fmla="*/ 1447133 h 5143785"/>
              <a:gd name="connsiteX30861" fmla="*/ 1614583 w 3114960"/>
              <a:gd name="connsiteY30861" fmla="*/ 1433894 h 5143785"/>
              <a:gd name="connsiteX30862" fmla="*/ 1618488 w 3114960"/>
              <a:gd name="connsiteY30862" fmla="*/ 1429988 h 5143785"/>
              <a:gd name="connsiteX30863" fmla="*/ 1631728 w 3114960"/>
              <a:gd name="connsiteY30863" fmla="*/ 1429988 h 5143785"/>
              <a:gd name="connsiteX30864" fmla="*/ 1635633 w 3114960"/>
              <a:gd name="connsiteY30864" fmla="*/ 1433894 h 5143785"/>
              <a:gd name="connsiteX30865" fmla="*/ 1635633 w 3114960"/>
              <a:gd name="connsiteY30865" fmla="*/ 1447133 h 5143785"/>
              <a:gd name="connsiteX30866" fmla="*/ 1828228 w 3114960"/>
              <a:gd name="connsiteY30866" fmla="*/ 1453706 h 5143785"/>
              <a:gd name="connsiteX30867" fmla="*/ 1842040 w 3114960"/>
              <a:gd name="connsiteY30867" fmla="*/ 1454182 h 5143785"/>
              <a:gd name="connsiteX30868" fmla="*/ 1841564 w 3114960"/>
              <a:gd name="connsiteY30868" fmla="*/ 1467993 h 5143785"/>
              <a:gd name="connsiteX30869" fmla="*/ 1834515 w 3114960"/>
              <a:gd name="connsiteY30869" fmla="*/ 1470660 h 5143785"/>
              <a:gd name="connsiteX30870" fmla="*/ 1827752 w 3114960"/>
              <a:gd name="connsiteY30870" fmla="*/ 1467517 h 5143785"/>
              <a:gd name="connsiteX30871" fmla="*/ 1825085 w 3114960"/>
              <a:gd name="connsiteY30871" fmla="*/ 1460468 h 5143785"/>
              <a:gd name="connsiteX30872" fmla="*/ 1828228 w 3114960"/>
              <a:gd name="connsiteY30872" fmla="*/ 1453610 h 5143785"/>
              <a:gd name="connsiteX30873" fmla="*/ 2424303 w 3114960"/>
              <a:gd name="connsiteY30873" fmla="*/ 2837688 h 5143785"/>
              <a:gd name="connsiteX30874" fmla="*/ 2427637 w 3114960"/>
              <a:gd name="connsiteY30874" fmla="*/ 2838641 h 5143785"/>
              <a:gd name="connsiteX30875" fmla="*/ 2426399 w 3114960"/>
              <a:gd name="connsiteY30875" fmla="*/ 2843213 h 5143785"/>
              <a:gd name="connsiteX30876" fmla="*/ 2423446 w 3114960"/>
              <a:gd name="connsiteY30876" fmla="*/ 2842355 h 5143785"/>
              <a:gd name="connsiteX30877" fmla="*/ 2408111 w 3114960"/>
              <a:gd name="connsiteY30877" fmla="*/ 2842355 h 5143785"/>
              <a:gd name="connsiteX30878" fmla="*/ 2408111 w 3114960"/>
              <a:gd name="connsiteY30878" fmla="*/ 2837593 h 5143785"/>
              <a:gd name="connsiteX30879" fmla="*/ 2424398 w 3114960"/>
              <a:gd name="connsiteY30879" fmla="*/ 2837593 h 5143785"/>
              <a:gd name="connsiteX30880" fmla="*/ 1924717 w 3114960"/>
              <a:gd name="connsiteY30880" fmla="*/ 1584960 h 5143785"/>
              <a:gd name="connsiteX30881" fmla="*/ 1945767 w 3114960"/>
              <a:gd name="connsiteY30881" fmla="*/ 1584960 h 5143785"/>
              <a:gd name="connsiteX30882" fmla="*/ 1955006 w 3114960"/>
              <a:gd name="connsiteY30882" fmla="*/ 1575721 h 5143785"/>
              <a:gd name="connsiteX30883" fmla="*/ 1955006 w 3114960"/>
              <a:gd name="connsiteY30883" fmla="*/ 1572292 h 5143785"/>
              <a:gd name="connsiteX30884" fmla="*/ 1945767 w 3114960"/>
              <a:gd name="connsiteY30884" fmla="*/ 1563053 h 5143785"/>
              <a:gd name="connsiteX30885" fmla="*/ 1924717 w 3114960"/>
              <a:gd name="connsiteY30885" fmla="*/ 1563053 h 5143785"/>
              <a:gd name="connsiteX30886" fmla="*/ 1915478 w 3114960"/>
              <a:gd name="connsiteY30886" fmla="*/ 1572292 h 5143785"/>
              <a:gd name="connsiteX30887" fmla="*/ 1915478 w 3114960"/>
              <a:gd name="connsiteY30887" fmla="*/ 1575721 h 5143785"/>
              <a:gd name="connsiteX30888" fmla="*/ 1916906 w 3114960"/>
              <a:gd name="connsiteY30888" fmla="*/ 1580293 h 5143785"/>
              <a:gd name="connsiteX30889" fmla="*/ 1882045 w 3114960"/>
              <a:gd name="connsiteY30889" fmla="*/ 1624394 h 5143785"/>
              <a:gd name="connsiteX30890" fmla="*/ 1881569 w 3114960"/>
              <a:gd name="connsiteY30890" fmla="*/ 1625060 h 5143785"/>
              <a:gd name="connsiteX30891" fmla="*/ 1881569 w 3114960"/>
              <a:gd name="connsiteY30891" fmla="*/ 1625918 h 5143785"/>
              <a:gd name="connsiteX30892" fmla="*/ 1881759 w 3114960"/>
              <a:gd name="connsiteY30892" fmla="*/ 1714500 h 5143785"/>
              <a:gd name="connsiteX30893" fmla="*/ 1843278 w 3114960"/>
              <a:gd name="connsiteY30893" fmla="*/ 1768126 h 5143785"/>
              <a:gd name="connsiteX30894" fmla="*/ 1721453 w 3114960"/>
              <a:gd name="connsiteY30894" fmla="*/ 1768126 h 5143785"/>
              <a:gd name="connsiteX30895" fmla="*/ 1713738 w 3114960"/>
              <a:gd name="connsiteY30895" fmla="*/ 1762316 h 5143785"/>
              <a:gd name="connsiteX30896" fmla="*/ 1705547 w 3114960"/>
              <a:gd name="connsiteY30896" fmla="*/ 1770507 h 5143785"/>
              <a:gd name="connsiteX30897" fmla="*/ 1713738 w 3114960"/>
              <a:gd name="connsiteY30897" fmla="*/ 1778699 h 5143785"/>
              <a:gd name="connsiteX30898" fmla="*/ 1721453 w 3114960"/>
              <a:gd name="connsiteY30898" fmla="*/ 1772888 h 5143785"/>
              <a:gd name="connsiteX30899" fmla="*/ 1845755 w 3114960"/>
              <a:gd name="connsiteY30899" fmla="*/ 1772888 h 5143785"/>
              <a:gd name="connsiteX30900" fmla="*/ 1885950 w 3114960"/>
              <a:gd name="connsiteY30900" fmla="*/ 1716881 h 5143785"/>
              <a:gd name="connsiteX30901" fmla="*/ 1886236 w 3114960"/>
              <a:gd name="connsiteY30901" fmla="*/ 1716215 h 5143785"/>
              <a:gd name="connsiteX30902" fmla="*/ 1886331 w 3114960"/>
              <a:gd name="connsiteY30902" fmla="*/ 1626680 h 5143785"/>
              <a:gd name="connsiteX30903" fmla="*/ 1920335 w 3114960"/>
              <a:gd name="connsiteY30903" fmla="*/ 1583627 h 5143785"/>
              <a:gd name="connsiteX30904" fmla="*/ 1924812 w 3114960"/>
              <a:gd name="connsiteY30904" fmla="*/ 1584960 h 5143785"/>
              <a:gd name="connsiteX30905" fmla="*/ 1713643 w 3114960"/>
              <a:gd name="connsiteY30905" fmla="*/ 1776317 h 5143785"/>
              <a:gd name="connsiteX30906" fmla="*/ 1707832 w 3114960"/>
              <a:gd name="connsiteY30906" fmla="*/ 1770507 h 5143785"/>
              <a:gd name="connsiteX30907" fmla="*/ 1713643 w 3114960"/>
              <a:gd name="connsiteY30907" fmla="*/ 1764697 h 5143785"/>
              <a:gd name="connsiteX30908" fmla="*/ 1719453 w 3114960"/>
              <a:gd name="connsiteY30908" fmla="*/ 1770507 h 5143785"/>
              <a:gd name="connsiteX30909" fmla="*/ 1713643 w 3114960"/>
              <a:gd name="connsiteY30909" fmla="*/ 1776317 h 5143785"/>
              <a:gd name="connsiteX30910" fmla="*/ 1920240 w 3114960"/>
              <a:gd name="connsiteY30910" fmla="*/ 1572387 h 5143785"/>
              <a:gd name="connsiteX30911" fmla="*/ 1924717 w 3114960"/>
              <a:gd name="connsiteY30911" fmla="*/ 1567910 h 5143785"/>
              <a:gd name="connsiteX30912" fmla="*/ 1945767 w 3114960"/>
              <a:gd name="connsiteY30912" fmla="*/ 1567910 h 5143785"/>
              <a:gd name="connsiteX30913" fmla="*/ 1950244 w 3114960"/>
              <a:gd name="connsiteY30913" fmla="*/ 1572387 h 5143785"/>
              <a:gd name="connsiteX30914" fmla="*/ 1950244 w 3114960"/>
              <a:gd name="connsiteY30914" fmla="*/ 1575816 h 5143785"/>
              <a:gd name="connsiteX30915" fmla="*/ 1945767 w 3114960"/>
              <a:gd name="connsiteY30915" fmla="*/ 1580293 h 5143785"/>
              <a:gd name="connsiteX30916" fmla="*/ 1924717 w 3114960"/>
              <a:gd name="connsiteY30916" fmla="*/ 1580293 h 5143785"/>
              <a:gd name="connsiteX30917" fmla="*/ 1920240 w 3114960"/>
              <a:gd name="connsiteY30917" fmla="*/ 1575816 h 5143785"/>
              <a:gd name="connsiteX30918" fmla="*/ 1920240 w 3114960"/>
              <a:gd name="connsiteY30918" fmla="*/ 1572387 h 5143785"/>
              <a:gd name="connsiteX30919" fmla="*/ 91059 w 3114960"/>
              <a:gd name="connsiteY30919" fmla="*/ 1976533 h 5143785"/>
              <a:gd name="connsiteX30920" fmla="*/ 102584 w 3114960"/>
              <a:gd name="connsiteY30920" fmla="*/ 1965007 h 5143785"/>
              <a:gd name="connsiteX30921" fmla="*/ 91059 w 3114960"/>
              <a:gd name="connsiteY30921" fmla="*/ 1953482 h 5143785"/>
              <a:gd name="connsiteX30922" fmla="*/ 80010 w 3114960"/>
              <a:gd name="connsiteY30922" fmla="*/ 1962626 h 5143785"/>
              <a:gd name="connsiteX30923" fmla="*/ 95 w 3114960"/>
              <a:gd name="connsiteY30923" fmla="*/ 1962626 h 5143785"/>
              <a:gd name="connsiteX30924" fmla="*/ 95 w 3114960"/>
              <a:gd name="connsiteY30924" fmla="*/ 1967389 h 5143785"/>
              <a:gd name="connsiteX30925" fmla="*/ 80010 w 3114960"/>
              <a:gd name="connsiteY30925" fmla="*/ 1967389 h 5143785"/>
              <a:gd name="connsiteX30926" fmla="*/ 91059 w 3114960"/>
              <a:gd name="connsiteY30926" fmla="*/ 1976533 h 5143785"/>
              <a:gd name="connsiteX30927" fmla="*/ 91059 w 3114960"/>
              <a:gd name="connsiteY30927" fmla="*/ 1958245 h 5143785"/>
              <a:gd name="connsiteX30928" fmla="*/ 97822 w 3114960"/>
              <a:gd name="connsiteY30928" fmla="*/ 1965007 h 5143785"/>
              <a:gd name="connsiteX30929" fmla="*/ 91059 w 3114960"/>
              <a:gd name="connsiteY30929" fmla="*/ 1971770 h 5143785"/>
              <a:gd name="connsiteX30930" fmla="*/ 84296 w 3114960"/>
              <a:gd name="connsiteY30930" fmla="*/ 1965007 h 5143785"/>
              <a:gd name="connsiteX30931" fmla="*/ 91059 w 3114960"/>
              <a:gd name="connsiteY30931" fmla="*/ 1958245 h 5143785"/>
              <a:gd name="connsiteX30932" fmla="*/ 1719834 w 3114960"/>
              <a:gd name="connsiteY30932" fmla="*/ 1550670 h 5143785"/>
              <a:gd name="connsiteX30933" fmla="*/ 1820609 w 3114960"/>
              <a:gd name="connsiteY30933" fmla="*/ 1550670 h 5143785"/>
              <a:gd name="connsiteX30934" fmla="*/ 1821466 w 3114960"/>
              <a:gd name="connsiteY30934" fmla="*/ 1553813 h 5143785"/>
              <a:gd name="connsiteX30935" fmla="*/ 1829276 w 3114960"/>
              <a:gd name="connsiteY30935" fmla="*/ 1561719 h 5143785"/>
              <a:gd name="connsiteX30936" fmla="*/ 1834896 w 3114960"/>
              <a:gd name="connsiteY30936" fmla="*/ 1562862 h 5143785"/>
              <a:gd name="connsiteX30937" fmla="*/ 1848326 w 3114960"/>
              <a:gd name="connsiteY30937" fmla="*/ 1553909 h 5143785"/>
              <a:gd name="connsiteX30938" fmla="*/ 1848326 w 3114960"/>
              <a:gd name="connsiteY30938" fmla="*/ 1542764 h 5143785"/>
              <a:gd name="connsiteX30939" fmla="*/ 1840516 w 3114960"/>
              <a:gd name="connsiteY30939" fmla="*/ 1534859 h 5143785"/>
              <a:gd name="connsiteX30940" fmla="*/ 1821466 w 3114960"/>
              <a:gd name="connsiteY30940" fmla="*/ 1542669 h 5143785"/>
              <a:gd name="connsiteX30941" fmla="*/ 1820609 w 3114960"/>
              <a:gd name="connsiteY30941" fmla="*/ 1545907 h 5143785"/>
              <a:gd name="connsiteX30942" fmla="*/ 1722025 w 3114960"/>
              <a:gd name="connsiteY30942" fmla="*/ 1545907 h 5143785"/>
              <a:gd name="connsiteX30943" fmla="*/ 1702880 w 3114960"/>
              <a:gd name="connsiteY30943" fmla="*/ 1523714 h 5143785"/>
              <a:gd name="connsiteX30944" fmla="*/ 1571625 w 3114960"/>
              <a:gd name="connsiteY30944" fmla="*/ 1523714 h 5143785"/>
              <a:gd name="connsiteX30945" fmla="*/ 1571625 w 3114960"/>
              <a:gd name="connsiteY30945" fmla="*/ 1521143 h 5143785"/>
              <a:gd name="connsiteX30946" fmla="*/ 1562957 w 3114960"/>
              <a:gd name="connsiteY30946" fmla="*/ 1512475 h 5143785"/>
              <a:gd name="connsiteX30947" fmla="*/ 1549718 w 3114960"/>
              <a:gd name="connsiteY30947" fmla="*/ 1512475 h 5143785"/>
              <a:gd name="connsiteX30948" fmla="*/ 1541050 w 3114960"/>
              <a:gd name="connsiteY30948" fmla="*/ 1521143 h 5143785"/>
              <a:gd name="connsiteX30949" fmla="*/ 1541050 w 3114960"/>
              <a:gd name="connsiteY30949" fmla="*/ 1534382 h 5143785"/>
              <a:gd name="connsiteX30950" fmla="*/ 1549718 w 3114960"/>
              <a:gd name="connsiteY30950" fmla="*/ 1543050 h 5143785"/>
              <a:gd name="connsiteX30951" fmla="*/ 1562957 w 3114960"/>
              <a:gd name="connsiteY30951" fmla="*/ 1543050 h 5143785"/>
              <a:gd name="connsiteX30952" fmla="*/ 1571625 w 3114960"/>
              <a:gd name="connsiteY30952" fmla="*/ 1534382 h 5143785"/>
              <a:gd name="connsiteX30953" fmla="*/ 1571625 w 3114960"/>
              <a:gd name="connsiteY30953" fmla="*/ 1528382 h 5143785"/>
              <a:gd name="connsiteX30954" fmla="*/ 1700689 w 3114960"/>
              <a:gd name="connsiteY30954" fmla="*/ 1528382 h 5143785"/>
              <a:gd name="connsiteX30955" fmla="*/ 1719834 w 3114960"/>
              <a:gd name="connsiteY30955" fmla="*/ 1550575 h 5143785"/>
              <a:gd name="connsiteX30956" fmla="*/ 1825847 w 3114960"/>
              <a:gd name="connsiteY30956" fmla="*/ 1544574 h 5143785"/>
              <a:gd name="connsiteX30957" fmla="*/ 1834896 w 3114960"/>
              <a:gd name="connsiteY30957" fmla="*/ 1538573 h 5143785"/>
              <a:gd name="connsiteX30958" fmla="*/ 1838706 w 3114960"/>
              <a:gd name="connsiteY30958" fmla="*/ 1539335 h 5143785"/>
              <a:gd name="connsiteX30959" fmla="*/ 1843945 w 3114960"/>
              <a:gd name="connsiteY30959" fmla="*/ 1544669 h 5143785"/>
              <a:gd name="connsiteX30960" fmla="*/ 1843945 w 3114960"/>
              <a:gd name="connsiteY30960" fmla="*/ 1552194 h 5143785"/>
              <a:gd name="connsiteX30961" fmla="*/ 1831181 w 3114960"/>
              <a:gd name="connsiteY30961" fmla="*/ 1557433 h 5143785"/>
              <a:gd name="connsiteX30962" fmla="*/ 1825943 w 3114960"/>
              <a:gd name="connsiteY30962" fmla="*/ 1544574 h 5143785"/>
              <a:gd name="connsiteX30963" fmla="*/ 1566863 w 3114960"/>
              <a:gd name="connsiteY30963" fmla="*/ 1534478 h 5143785"/>
              <a:gd name="connsiteX30964" fmla="*/ 1562957 w 3114960"/>
              <a:gd name="connsiteY30964" fmla="*/ 1538383 h 5143785"/>
              <a:gd name="connsiteX30965" fmla="*/ 1549718 w 3114960"/>
              <a:gd name="connsiteY30965" fmla="*/ 1538383 h 5143785"/>
              <a:gd name="connsiteX30966" fmla="*/ 1545812 w 3114960"/>
              <a:gd name="connsiteY30966" fmla="*/ 1534478 h 5143785"/>
              <a:gd name="connsiteX30967" fmla="*/ 1545812 w 3114960"/>
              <a:gd name="connsiteY30967" fmla="*/ 1521238 h 5143785"/>
              <a:gd name="connsiteX30968" fmla="*/ 1549718 w 3114960"/>
              <a:gd name="connsiteY30968" fmla="*/ 1517332 h 5143785"/>
              <a:gd name="connsiteX30969" fmla="*/ 1562957 w 3114960"/>
              <a:gd name="connsiteY30969" fmla="*/ 1517332 h 5143785"/>
              <a:gd name="connsiteX30970" fmla="*/ 1566863 w 3114960"/>
              <a:gd name="connsiteY30970" fmla="*/ 1521238 h 5143785"/>
              <a:gd name="connsiteX30971" fmla="*/ 1566863 w 3114960"/>
              <a:gd name="connsiteY30971" fmla="*/ 1534478 h 5143785"/>
              <a:gd name="connsiteX30972" fmla="*/ 715994 w 3114960"/>
              <a:gd name="connsiteY30972" fmla="*/ 1147382 h 5143785"/>
              <a:gd name="connsiteX30973" fmla="*/ 706469 w 3114960"/>
              <a:gd name="connsiteY30973" fmla="*/ 1147382 h 5143785"/>
              <a:gd name="connsiteX30974" fmla="*/ 699707 w 3114960"/>
              <a:gd name="connsiteY30974" fmla="*/ 1154144 h 5143785"/>
              <a:gd name="connsiteX30975" fmla="*/ 699230 w 3114960"/>
              <a:gd name="connsiteY30975" fmla="*/ 1156526 h 5143785"/>
              <a:gd name="connsiteX30976" fmla="*/ 603028 w 3114960"/>
              <a:gd name="connsiteY30976" fmla="*/ 1156526 h 5143785"/>
              <a:gd name="connsiteX30977" fmla="*/ 587407 w 3114960"/>
              <a:gd name="connsiteY30977" fmla="*/ 1142333 h 5143785"/>
              <a:gd name="connsiteX30978" fmla="*/ 507016 w 3114960"/>
              <a:gd name="connsiteY30978" fmla="*/ 1142333 h 5143785"/>
              <a:gd name="connsiteX30979" fmla="*/ 500825 w 3114960"/>
              <a:gd name="connsiteY30979" fmla="*/ 1133856 h 5143785"/>
              <a:gd name="connsiteX30980" fmla="*/ 491681 w 3114960"/>
              <a:gd name="connsiteY30980" fmla="*/ 1133189 h 5143785"/>
              <a:gd name="connsiteX30981" fmla="*/ 484727 w 3114960"/>
              <a:gd name="connsiteY30981" fmla="*/ 1139190 h 5143785"/>
              <a:gd name="connsiteX30982" fmla="*/ 490157 w 3114960"/>
              <a:gd name="connsiteY30982" fmla="*/ 1155287 h 5143785"/>
              <a:gd name="connsiteX30983" fmla="*/ 495490 w 3114960"/>
              <a:gd name="connsiteY30983" fmla="*/ 1156526 h 5143785"/>
              <a:gd name="connsiteX30984" fmla="*/ 499301 w 3114960"/>
              <a:gd name="connsiteY30984" fmla="*/ 1155859 h 5143785"/>
              <a:gd name="connsiteX30985" fmla="*/ 506254 w 3114960"/>
              <a:gd name="connsiteY30985" fmla="*/ 1149858 h 5143785"/>
              <a:gd name="connsiteX30986" fmla="*/ 507016 w 3114960"/>
              <a:gd name="connsiteY30986" fmla="*/ 1146905 h 5143785"/>
              <a:gd name="connsiteX30987" fmla="*/ 585597 w 3114960"/>
              <a:gd name="connsiteY30987" fmla="*/ 1146905 h 5143785"/>
              <a:gd name="connsiteX30988" fmla="*/ 601218 w 3114960"/>
              <a:gd name="connsiteY30988" fmla="*/ 1161193 h 5143785"/>
              <a:gd name="connsiteX30989" fmla="*/ 699230 w 3114960"/>
              <a:gd name="connsiteY30989" fmla="*/ 1161193 h 5143785"/>
              <a:gd name="connsiteX30990" fmla="*/ 706469 w 3114960"/>
              <a:gd name="connsiteY30990" fmla="*/ 1170242 h 5143785"/>
              <a:gd name="connsiteX30991" fmla="*/ 711232 w 3114960"/>
              <a:gd name="connsiteY30991" fmla="*/ 1171194 h 5143785"/>
              <a:gd name="connsiteX30992" fmla="*/ 715994 w 3114960"/>
              <a:gd name="connsiteY30992" fmla="*/ 1170242 h 5143785"/>
              <a:gd name="connsiteX30993" fmla="*/ 722757 w 3114960"/>
              <a:gd name="connsiteY30993" fmla="*/ 1163479 h 5143785"/>
              <a:gd name="connsiteX30994" fmla="*/ 722757 w 3114960"/>
              <a:gd name="connsiteY30994" fmla="*/ 1153954 h 5143785"/>
              <a:gd name="connsiteX30995" fmla="*/ 715994 w 3114960"/>
              <a:gd name="connsiteY30995" fmla="*/ 1147191 h 5143785"/>
              <a:gd name="connsiteX30996" fmla="*/ 502063 w 3114960"/>
              <a:gd name="connsiteY30996" fmla="*/ 1147858 h 5143785"/>
              <a:gd name="connsiteX30997" fmla="*/ 497872 w 3114960"/>
              <a:gd name="connsiteY30997" fmla="*/ 1151477 h 5143785"/>
              <a:gd name="connsiteX30998" fmla="*/ 492347 w 3114960"/>
              <a:gd name="connsiteY30998" fmla="*/ 1151096 h 5143785"/>
              <a:gd name="connsiteX30999" fmla="*/ 489109 w 3114960"/>
              <a:gd name="connsiteY30999" fmla="*/ 1141381 h 5143785"/>
              <a:gd name="connsiteX31000" fmla="*/ 493300 w 3114960"/>
              <a:gd name="connsiteY31000" fmla="*/ 1137761 h 5143785"/>
              <a:gd name="connsiteX31001" fmla="*/ 498824 w 3114960"/>
              <a:gd name="connsiteY31001" fmla="*/ 1138142 h 5143785"/>
              <a:gd name="connsiteX31002" fmla="*/ 502063 w 3114960"/>
              <a:gd name="connsiteY31002" fmla="*/ 1147858 h 5143785"/>
              <a:gd name="connsiteX31003" fmla="*/ 718376 w 3114960"/>
              <a:gd name="connsiteY31003" fmla="*/ 1161860 h 5143785"/>
              <a:gd name="connsiteX31004" fmla="*/ 714185 w 3114960"/>
              <a:gd name="connsiteY31004" fmla="*/ 1166051 h 5143785"/>
              <a:gd name="connsiteX31005" fmla="*/ 708374 w 3114960"/>
              <a:gd name="connsiteY31005" fmla="*/ 1166051 h 5143785"/>
              <a:gd name="connsiteX31006" fmla="*/ 704183 w 3114960"/>
              <a:gd name="connsiteY31006" fmla="*/ 1156049 h 5143785"/>
              <a:gd name="connsiteX31007" fmla="*/ 708374 w 3114960"/>
              <a:gd name="connsiteY31007" fmla="*/ 1151858 h 5143785"/>
              <a:gd name="connsiteX31008" fmla="*/ 711327 w 3114960"/>
              <a:gd name="connsiteY31008" fmla="*/ 1151287 h 5143785"/>
              <a:gd name="connsiteX31009" fmla="*/ 714280 w 3114960"/>
              <a:gd name="connsiteY31009" fmla="*/ 1151858 h 5143785"/>
              <a:gd name="connsiteX31010" fmla="*/ 718471 w 3114960"/>
              <a:gd name="connsiteY31010" fmla="*/ 1156049 h 5143785"/>
              <a:gd name="connsiteX31011" fmla="*/ 718471 w 3114960"/>
              <a:gd name="connsiteY31011" fmla="*/ 1161860 h 5143785"/>
              <a:gd name="connsiteX31012" fmla="*/ 1974247 w 3114960"/>
              <a:gd name="connsiteY31012" fmla="*/ 2382679 h 5143785"/>
              <a:gd name="connsiteX31013" fmla="*/ 1974247 w 3114960"/>
              <a:gd name="connsiteY31013" fmla="*/ 2369725 h 5143785"/>
              <a:gd name="connsiteX31014" fmla="*/ 1971580 w 3114960"/>
              <a:gd name="connsiteY31014" fmla="*/ 2367058 h 5143785"/>
              <a:gd name="connsiteX31015" fmla="*/ 1958626 w 3114960"/>
              <a:gd name="connsiteY31015" fmla="*/ 2367058 h 5143785"/>
              <a:gd name="connsiteX31016" fmla="*/ 1955959 w 3114960"/>
              <a:gd name="connsiteY31016" fmla="*/ 2369725 h 5143785"/>
              <a:gd name="connsiteX31017" fmla="*/ 1955959 w 3114960"/>
              <a:gd name="connsiteY31017" fmla="*/ 2382679 h 5143785"/>
              <a:gd name="connsiteX31018" fmla="*/ 1958626 w 3114960"/>
              <a:gd name="connsiteY31018" fmla="*/ 2385346 h 5143785"/>
              <a:gd name="connsiteX31019" fmla="*/ 1968818 w 3114960"/>
              <a:gd name="connsiteY31019" fmla="*/ 2385346 h 5143785"/>
              <a:gd name="connsiteX31020" fmla="*/ 2046161 w 3114960"/>
              <a:gd name="connsiteY31020" fmla="*/ 2458974 h 5143785"/>
              <a:gd name="connsiteX31021" fmla="*/ 2057495 w 3114960"/>
              <a:gd name="connsiteY31021" fmla="*/ 2459831 h 5143785"/>
              <a:gd name="connsiteX31022" fmla="*/ 2118646 w 3114960"/>
              <a:gd name="connsiteY31022" fmla="*/ 2515838 h 5143785"/>
              <a:gd name="connsiteX31023" fmla="*/ 2118646 w 3114960"/>
              <a:gd name="connsiteY31023" fmla="*/ 2526887 h 5143785"/>
              <a:gd name="connsiteX31024" fmla="*/ 2196370 w 3114960"/>
              <a:gd name="connsiteY31024" fmla="*/ 2601944 h 5143785"/>
              <a:gd name="connsiteX31025" fmla="*/ 2196084 w 3114960"/>
              <a:gd name="connsiteY31025" fmla="*/ 2603468 h 5143785"/>
              <a:gd name="connsiteX31026" fmla="*/ 2196084 w 3114960"/>
              <a:gd name="connsiteY31026" fmla="*/ 2616422 h 5143785"/>
              <a:gd name="connsiteX31027" fmla="*/ 2201132 w 3114960"/>
              <a:gd name="connsiteY31027" fmla="*/ 2621471 h 5143785"/>
              <a:gd name="connsiteX31028" fmla="*/ 2214086 w 3114960"/>
              <a:gd name="connsiteY31028" fmla="*/ 2621471 h 5143785"/>
              <a:gd name="connsiteX31029" fmla="*/ 2215325 w 3114960"/>
              <a:gd name="connsiteY31029" fmla="*/ 2621185 h 5143785"/>
              <a:gd name="connsiteX31030" fmla="*/ 2359438 w 3114960"/>
              <a:gd name="connsiteY31030" fmla="*/ 2753297 h 5143785"/>
              <a:gd name="connsiteX31031" fmla="*/ 2421731 w 3114960"/>
              <a:gd name="connsiteY31031" fmla="*/ 2753582 h 5143785"/>
              <a:gd name="connsiteX31032" fmla="*/ 2421731 w 3114960"/>
              <a:gd name="connsiteY31032" fmla="*/ 2765965 h 5143785"/>
              <a:gd name="connsiteX31033" fmla="*/ 2424875 w 3114960"/>
              <a:gd name="connsiteY31033" fmla="*/ 2769108 h 5143785"/>
              <a:gd name="connsiteX31034" fmla="*/ 2454497 w 3114960"/>
              <a:gd name="connsiteY31034" fmla="*/ 2769108 h 5143785"/>
              <a:gd name="connsiteX31035" fmla="*/ 2457641 w 3114960"/>
              <a:gd name="connsiteY31035" fmla="*/ 2765965 h 5143785"/>
              <a:gd name="connsiteX31036" fmla="*/ 2457641 w 3114960"/>
              <a:gd name="connsiteY31036" fmla="*/ 2753582 h 5143785"/>
              <a:gd name="connsiteX31037" fmla="*/ 2575084 w 3114960"/>
              <a:gd name="connsiteY31037" fmla="*/ 2753582 h 5143785"/>
              <a:gd name="connsiteX31038" fmla="*/ 2586228 w 3114960"/>
              <a:gd name="connsiteY31038" fmla="*/ 2762822 h 5143785"/>
              <a:gd name="connsiteX31039" fmla="*/ 2597372 w 3114960"/>
              <a:gd name="connsiteY31039" fmla="*/ 2753582 h 5143785"/>
              <a:gd name="connsiteX31040" fmla="*/ 2642330 w 3114960"/>
              <a:gd name="connsiteY31040" fmla="*/ 2753582 h 5143785"/>
              <a:gd name="connsiteX31041" fmla="*/ 2645093 w 3114960"/>
              <a:gd name="connsiteY31041" fmla="*/ 2750725 h 5143785"/>
              <a:gd name="connsiteX31042" fmla="*/ 2645093 w 3114960"/>
              <a:gd name="connsiteY31042" fmla="*/ 2788634 h 5143785"/>
              <a:gd name="connsiteX31043" fmla="*/ 2632329 w 3114960"/>
              <a:gd name="connsiteY31043" fmla="*/ 2801779 h 5143785"/>
              <a:gd name="connsiteX31044" fmla="*/ 2573084 w 3114960"/>
              <a:gd name="connsiteY31044" fmla="*/ 2801779 h 5143785"/>
              <a:gd name="connsiteX31045" fmla="*/ 2563844 w 3114960"/>
              <a:gd name="connsiteY31045" fmla="*/ 2792635 h 5143785"/>
              <a:gd name="connsiteX31046" fmla="*/ 2555081 w 3114960"/>
              <a:gd name="connsiteY31046" fmla="*/ 2799493 h 5143785"/>
              <a:gd name="connsiteX31047" fmla="*/ 2457641 w 3114960"/>
              <a:gd name="connsiteY31047" fmla="*/ 2799493 h 5143785"/>
              <a:gd name="connsiteX31048" fmla="*/ 2457641 w 3114960"/>
              <a:gd name="connsiteY31048" fmla="*/ 2787110 h 5143785"/>
              <a:gd name="connsiteX31049" fmla="*/ 2454497 w 3114960"/>
              <a:gd name="connsiteY31049" fmla="*/ 2783967 h 5143785"/>
              <a:gd name="connsiteX31050" fmla="*/ 2424875 w 3114960"/>
              <a:gd name="connsiteY31050" fmla="*/ 2783967 h 5143785"/>
              <a:gd name="connsiteX31051" fmla="*/ 2421731 w 3114960"/>
              <a:gd name="connsiteY31051" fmla="*/ 2787110 h 5143785"/>
              <a:gd name="connsiteX31052" fmla="*/ 2421731 w 3114960"/>
              <a:gd name="connsiteY31052" fmla="*/ 2799493 h 5143785"/>
              <a:gd name="connsiteX31053" fmla="*/ 2353247 w 3114960"/>
              <a:gd name="connsiteY31053" fmla="*/ 2799493 h 5143785"/>
              <a:gd name="connsiteX31054" fmla="*/ 2157317 w 3114960"/>
              <a:gd name="connsiteY31054" fmla="*/ 2616613 h 5143785"/>
              <a:gd name="connsiteX31055" fmla="*/ 2157317 w 3114960"/>
              <a:gd name="connsiteY31055" fmla="*/ 2601468 h 5143785"/>
              <a:gd name="connsiteX31056" fmla="*/ 2154650 w 3114960"/>
              <a:gd name="connsiteY31056" fmla="*/ 2598801 h 5143785"/>
              <a:gd name="connsiteX31057" fmla="*/ 2140458 w 3114960"/>
              <a:gd name="connsiteY31057" fmla="*/ 2598801 h 5143785"/>
              <a:gd name="connsiteX31058" fmla="*/ 2073402 w 3114960"/>
              <a:gd name="connsiteY31058" fmla="*/ 2532602 h 5143785"/>
              <a:gd name="connsiteX31059" fmla="*/ 2073402 w 3114960"/>
              <a:gd name="connsiteY31059" fmla="*/ 2521934 h 5143785"/>
              <a:gd name="connsiteX31060" fmla="*/ 2021872 w 3114960"/>
              <a:gd name="connsiteY31060" fmla="*/ 2472214 h 5143785"/>
              <a:gd name="connsiteX31061" fmla="*/ 2008727 w 3114960"/>
              <a:gd name="connsiteY31061" fmla="*/ 2471928 h 5143785"/>
              <a:gd name="connsiteX31062" fmla="*/ 1934623 w 3114960"/>
              <a:gd name="connsiteY31062" fmla="*/ 2400491 h 5143785"/>
              <a:gd name="connsiteX31063" fmla="*/ 1935766 w 3114960"/>
              <a:gd name="connsiteY31063" fmla="*/ 2398681 h 5143785"/>
              <a:gd name="connsiteX31064" fmla="*/ 1935480 w 3114960"/>
              <a:gd name="connsiteY31064" fmla="*/ 2389632 h 5143785"/>
              <a:gd name="connsiteX31065" fmla="*/ 1919764 w 3114960"/>
              <a:gd name="connsiteY31065" fmla="*/ 2383727 h 5143785"/>
              <a:gd name="connsiteX31066" fmla="*/ 1913858 w 3114960"/>
              <a:gd name="connsiteY31066" fmla="*/ 2399348 h 5143785"/>
              <a:gd name="connsiteX31067" fmla="*/ 1917382 w 3114960"/>
              <a:gd name="connsiteY31067" fmla="*/ 2403634 h 5143785"/>
              <a:gd name="connsiteX31068" fmla="*/ 1916811 w 3114960"/>
              <a:gd name="connsiteY31068" fmla="*/ 2475452 h 5143785"/>
              <a:gd name="connsiteX31069" fmla="*/ 1828800 w 3114960"/>
              <a:gd name="connsiteY31069" fmla="*/ 2577751 h 5143785"/>
              <a:gd name="connsiteX31070" fmla="*/ 1754029 w 3114960"/>
              <a:gd name="connsiteY31070" fmla="*/ 2577751 h 5143785"/>
              <a:gd name="connsiteX31071" fmla="*/ 1754029 w 3114960"/>
              <a:gd name="connsiteY31071" fmla="*/ 2573655 h 5143785"/>
              <a:gd name="connsiteX31072" fmla="*/ 1753362 w 3114960"/>
              <a:gd name="connsiteY31072" fmla="*/ 2571941 h 5143785"/>
              <a:gd name="connsiteX31073" fmla="*/ 1751648 w 3114960"/>
              <a:gd name="connsiteY31073" fmla="*/ 2571274 h 5143785"/>
              <a:gd name="connsiteX31074" fmla="*/ 1751648 w 3114960"/>
              <a:gd name="connsiteY31074" fmla="*/ 2571274 h 5143785"/>
              <a:gd name="connsiteX31075" fmla="*/ 1581341 w 3114960"/>
              <a:gd name="connsiteY31075" fmla="*/ 2571655 h 5143785"/>
              <a:gd name="connsiteX31076" fmla="*/ 1580483 w 3114960"/>
              <a:gd name="connsiteY31076" fmla="*/ 2571084 h 5143785"/>
              <a:gd name="connsiteX31077" fmla="*/ 1580483 w 3114960"/>
              <a:gd name="connsiteY31077" fmla="*/ 2549652 h 5143785"/>
              <a:gd name="connsiteX31078" fmla="*/ 1799463 w 3114960"/>
              <a:gd name="connsiteY31078" fmla="*/ 2549367 h 5143785"/>
              <a:gd name="connsiteX31079" fmla="*/ 1810893 w 3114960"/>
              <a:gd name="connsiteY31079" fmla="*/ 2558892 h 5143785"/>
              <a:gd name="connsiteX31080" fmla="*/ 1822799 w 3114960"/>
              <a:gd name="connsiteY31080" fmla="*/ 2546985 h 5143785"/>
              <a:gd name="connsiteX31081" fmla="*/ 1810893 w 3114960"/>
              <a:gd name="connsiteY31081" fmla="*/ 2535079 h 5143785"/>
              <a:gd name="connsiteX31082" fmla="*/ 1799463 w 3114960"/>
              <a:gd name="connsiteY31082" fmla="*/ 2544604 h 5143785"/>
              <a:gd name="connsiteX31083" fmla="*/ 1578102 w 3114960"/>
              <a:gd name="connsiteY31083" fmla="*/ 2544985 h 5143785"/>
              <a:gd name="connsiteX31084" fmla="*/ 1575721 w 3114960"/>
              <a:gd name="connsiteY31084" fmla="*/ 2547366 h 5143785"/>
              <a:gd name="connsiteX31085" fmla="*/ 1575721 w 3114960"/>
              <a:gd name="connsiteY31085" fmla="*/ 2572417 h 5143785"/>
              <a:gd name="connsiteX31086" fmla="*/ 1576673 w 3114960"/>
              <a:gd name="connsiteY31086" fmla="*/ 2574322 h 5143785"/>
              <a:gd name="connsiteX31087" fmla="*/ 1579150 w 3114960"/>
              <a:gd name="connsiteY31087" fmla="*/ 2576132 h 5143785"/>
              <a:gd name="connsiteX31088" fmla="*/ 1580578 w 3114960"/>
              <a:gd name="connsiteY31088" fmla="*/ 2576608 h 5143785"/>
              <a:gd name="connsiteX31089" fmla="*/ 1580578 w 3114960"/>
              <a:gd name="connsiteY31089" fmla="*/ 2576608 h 5143785"/>
              <a:gd name="connsiteX31090" fmla="*/ 1749266 w 3114960"/>
              <a:gd name="connsiteY31090" fmla="*/ 2576227 h 5143785"/>
              <a:gd name="connsiteX31091" fmla="*/ 1749266 w 3114960"/>
              <a:gd name="connsiteY31091" fmla="*/ 2580323 h 5143785"/>
              <a:gd name="connsiteX31092" fmla="*/ 1751648 w 3114960"/>
              <a:gd name="connsiteY31092" fmla="*/ 2582704 h 5143785"/>
              <a:gd name="connsiteX31093" fmla="*/ 1829943 w 3114960"/>
              <a:gd name="connsiteY31093" fmla="*/ 2582704 h 5143785"/>
              <a:gd name="connsiteX31094" fmla="*/ 1831753 w 3114960"/>
              <a:gd name="connsiteY31094" fmla="*/ 2581847 h 5143785"/>
              <a:gd name="connsiteX31095" fmla="*/ 1921097 w 3114960"/>
              <a:gd name="connsiteY31095" fmla="*/ 2478024 h 5143785"/>
              <a:gd name="connsiteX31096" fmla="*/ 1921669 w 3114960"/>
              <a:gd name="connsiteY31096" fmla="*/ 2476500 h 5143785"/>
              <a:gd name="connsiteX31097" fmla="*/ 1922145 w 3114960"/>
              <a:gd name="connsiteY31097" fmla="*/ 2406015 h 5143785"/>
              <a:gd name="connsiteX31098" fmla="*/ 1924717 w 3114960"/>
              <a:gd name="connsiteY31098" fmla="*/ 2406491 h 5143785"/>
              <a:gd name="connsiteX31099" fmla="*/ 1929384 w 3114960"/>
              <a:gd name="connsiteY31099" fmla="*/ 2405444 h 5143785"/>
              <a:gd name="connsiteX31100" fmla="*/ 2005775 w 3114960"/>
              <a:gd name="connsiteY31100" fmla="*/ 2479072 h 5143785"/>
              <a:gd name="connsiteX31101" fmla="*/ 2018919 w 3114960"/>
              <a:gd name="connsiteY31101" fmla="*/ 2479358 h 5143785"/>
              <a:gd name="connsiteX31102" fmla="*/ 2066353 w 3114960"/>
              <a:gd name="connsiteY31102" fmla="*/ 2525078 h 5143785"/>
              <a:gd name="connsiteX31103" fmla="*/ 2066353 w 3114960"/>
              <a:gd name="connsiteY31103" fmla="*/ 2535746 h 5143785"/>
              <a:gd name="connsiteX31104" fmla="*/ 2136553 w 3114960"/>
              <a:gd name="connsiteY31104" fmla="*/ 2605088 h 5143785"/>
              <a:gd name="connsiteX31105" fmla="*/ 2136553 w 3114960"/>
              <a:gd name="connsiteY31105" fmla="*/ 2605088 h 5143785"/>
              <a:gd name="connsiteX31106" fmla="*/ 2136553 w 3114960"/>
              <a:gd name="connsiteY31106" fmla="*/ 2617184 h 5143785"/>
              <a:gd name="connsiteX31107" fmla="*/ 2139220 w 3114960"/>
              <a:gd name="connsiteY31107" fmla="*/ 2619851 h 5143785"/>
              <a:gd name="connsiteX31108" fmla="*/ 2153698 w 3114960"/>
              <a:gd name="connsiteY31108" fmla="*/ 2619851 h 5143785"/>
              <a:gd name="connsiteX31109" fmla="*/ 2350770 w 3114960"/>
              <a:gd name="connsiteY31109" fmla="*/ 2803874 h 5143785"/>
              <a:gd name="connsiteX31110" fmla="*/ 2351437 w 3114960"/>
              <a:gd name="connsiteY31110" fmla="*/ 2804541 h 5143785"/>
              <a:gd name="connsiteX31111" fmla="*/ 2421731 w 3114960"/>
              <a:gd name="connsiteY31111" fmla="*/ 2804541 h 5143785"/>
              <a:gd name="connsiteX31112" fmla="*/ 2421731 w 3114960"/>
              <a:gd name="connsiteY31112" fmla="*/ 2816924 h 5143785"/>
              <a:gd name="connsiteX31113" fmla="*/ 2424875 w 3114960"/>
              <a:gd name="connsiteY31113" fmla="*/ 2820067 h 5143785"/>
              <a:gd name="connsiteX31114" fmla="*/ 2454497 w 3114960"/>
              <a:gd name="connsiteY31114" fmla="*/ 2820067 h 5143785"/>
              <a:gd name="connsiteX31115" fmla="*/ 2457641 w 3114960"/>
              <a:gd name="connsiteY31115" fmla="*/ 2816924 h 5143785"/>
              <a:gd name="connsiteX31116" fmla="*/ 2457641 w 3114960"/>
              <a:gd name="connsiteY31116" fmla="*/ 2804541 h 5143785"/>
              <a:gd name="connsiteX31117" fmla="*/ 2555081 w 3114960"/>
              <a:gd name="connsiteY31117" fmla="*/ 2804541 h 5143785"/>
              <a:gd name="connsiteX31118" fmla="*/ 2563844 w 3114960"/>
              <a:gd name="connsiteY31118" fmla="*/ 2811399 h 5143785"/>
              <a:gd name="connsiteX31119" fmla="*/ 2571655 w 3114960"/>
              <a:gd name="connsiteY31119" fmla="*/ 2806827 h 5143785"/>
              <a:gd name="connsiteX31120" fmla="*/ 2634329 w 3114960"/>
              <a:gd name="connsiteY31120" fmla="*/ 2806827 h 5143785"/>
              <a:gd name="connsiteX31121" fmla="*/ 2649855 w 3114960"/>
              <a:gd name="connsiteY31121" fmla="*/ 2790825 h 5143785"/>
              <a:gd name="connsiteX31122" fmla="*/ 2649855 w 3114960"/>
              <a:gd name="connsiteY31122" fmla="*/ 2771585 h 5143785"/>
              <a:gd name="connsiteX31123" fmla="*/ 2684050 w 3114960"/>
              <a:gd name="connsiteY31123" fmla="*/ 2731770 h 5143785"/>
              <a:gd name="connsiteX31124" fmla="*/ 2684050 w 3114960"/>
              <a:gd name="connsiteY31124" fmla="*/ 2735961 h 5143785"/>
              <a:gd name="connsiteX31125" fmla="*/ 2692051 w 3114960"/>
              <a:gd name="connsiteY31125" fmla="*/ 2743962 h 5143785"/>
              <a:gd name="connsiteX31126" fmla="*/ 2709482 w 3114960"/>
              <a:gd name="connsiteY31126" fmla="*/ 2743962 h 5143785"/>
              <a:gd name="connsiteX31127" fmla="*/ 2717483 w 3114960"/>
              <a:gd name="connsiteY31127" fmla="*/ 2735961 h 5143785"/>
              <a:gd name="connsiteX31128" fmla="*/ 2717483 w 3114960"/>
              <a:gd name="connsiteY31128" fmla="*/ 2718530 h 5143785"/>
              <a:gd name="connsiteX31129" fmla="*/ 2709482 w 3114960"/>
              <a:gd name="connsiteY31129" fmla="*/ 2710529 h 5143785"/>
              <a:gd name="connsiteX31130" fmla="*/ 2692051 w 3114960"/>
              <a:gd name="connsiteY31130" fmla="*/ 2710529 h 5143785"/>
              <a:gd name="connsiteX31131" fmla="*/ 2684050 w 3114960"/>
              <a:gd name="connsiteY31131" fmla="*/ 2718530 h 5143785"/>
              <a:gd name="connsiteX31132" fmla="*/ 2684050 w 3114960"/>
              <a:gd name="connsiteY31132" fmla="*/ 2719959 h 5143785"/>
              <a:gd name="connsiteX31133" fmla="*/ 2649855 w 3114960"/>
              <a:gd name="connsiteY31133" fmla="*/ 2681954 h 5143785"/>
              <a:gd name="connsiteX31134" fmla="*/ 2649855 w 3114960"/>
              <a:gd name="connsiteY31134" fmla="*/ 2681954 h 5143785"/>
              <a:gd name="connsiteX31135" fmla="*/ 2649855 w 3114960"/>
              <a:gd name="connsiteY31135" fmla="*/ 2662333 h 5143785"/>
              <a:gd name="connsiteX31136" fmla="*/ 2633567 w 3114960"/>
              <a:gd name="connsiteY31136" fmla="*/ 2647569 h 5143785"/>
              <a:gd name="connsiteX31137" fmla="*/ 2597372 w 3114960"/>
              <a:gd name="connsiteY31137" fmla="*/ 2647569 h 5143785"/>
              <a:gd name="connsiteX31138" fmla="*/ 2586228 w 3114960"/>
              <a:gd name="connsiteY31138" fmla="*/ 2638330 h 5143785"/>
              <a:gd name="connsiteX31139" fmla="*/ 2575084 w 3114960"/>
              <a:gd name="connsiteY31139" fmla="*/ 2647569 h 5143785"/>
              <a:gd name="connsiteX31140" fmla="*/ 2457641 w 3114960"/>
              <a:gd name="connsiteY31140" fmla="*/ 2647569 h 5143785"/>
              <a:gd name="connsiteX31141" fmla="*/ 2457641 w 3114960"/>
              <a:gd name="connsiteY31141" fmla="*/ 2635187 h 5143785"/>
              <a:gd name="connsiteX31142" fmla="*/ 2454497 w 3114960"/>
              <a:gd name="connsiteY31142" fmla="*/ 2632043 h 5143785"/>
              <a:gd name="connsiteX31143" fmla="*/ 2424875 w 3114960"/>
              <a:gd name="connsiteY31143" fmla="*/ 2632043 h 5143785"/>
              <a:gd name="connsiteX31144" fmla="*/ 2421731 w 3114960"/>
              <a:gd name="connsiteY31144" fmla="*/ 2635187 h 5143785"/>
              <a:gd name="connsiteX31145" fmla="*/ 2421731 w 3114960"/>
              <a:gd name="connsiteY31145" fmla="*/ 2647569 h 5143785"/>
              <a:gd name="connsiteX31146" fmla="*/ 2372201 w 3114960"/>
              <a:gd name="connsiteY31146" fmla="*/ 2647569 h 5143785"/>
              <a:gd name="connsiteX31147" fmla="*/ 2342198 w 3114960"/>
              <a:gd name="connsiteY31147" fmla="*/ 2619661 h 5143785"/>
              <a:gd name="connsiteX31148" fmla="*/ 2343341 w 3114960"/>
              <a:gd name="connsiteY31148" fmla="*/ 2616518 h 5143785"/>
              <a:gd name="connsiteX31149" fmla="*/ 2343341 w 3114960"/>
              <a:gd name="connsiteY31149" fmla="*/ 2603563 h 5143785"/>
              <a:gd name="connsiteX31150" fmla="*/ 2338292 w 3114960"/>
              <a:gd name="connsiteY31150" fmla="*/ 2598515 h 5143785"/>
              <a:gd name="connsiteX31151" fmla="*/ 2325338 w 3114960"/>
              <a:gd name="connsiteY31151" fmla="*/ 2598515 h 5143785"/>
              <a:gd name="connsiteX31152" fmla="*/ 2324576 w 3114960"/>
              <a:gd name="connsiteY31152" fmla="*/ 2598706 h 5143785"/>
              <a:gd name="connsiteX31153" fmla="*/ 2318576 w 3114960"/>
              <a:gd name="connsiteY31153" fmla="*/ 2592991 h 5143785"/>
              <a:gd name="connsiteX31154" fmla="*/ 2315337 w 3114960"/>
              <a:gd name="connsiteY31154" fmla="*/ 2596420 h 5143785"/>
              <a:gd name="connsiteX31155" fmla="*/ 2320766 w 3114960"/>
              <a:gd name="connsiteY31155" fmla="*/ 2601563 h 5143785"/>
              <a:gd name="connsiteX31156" fmla="*/ 2320385 w 3114960"/>
              <a:gd name="connsiteY31156" fmla="*/ 2603563 h 5143785"/>
              <a:gd name="connsiteX31157" fmla="*/ 2320385 w 3114960"/>
              <a:gd name="connsiteY31157" fmla="*/ 2616518 h 5143785"/>
              <a:gd name="connsiteX31158" fmla="*/ 2325434 w 3114960"/>
              <a:gd name="connsiteY31158" fmla="*/ 2621566 h 5143785"/>
              <a:gd name="connsiteX31159" fmla="*/ 2337435 w 3114960"/>
              <a:gd name="connsiteY31159" fmla="*/ 2621566 h 5143785"/>
              <a:gd name="connsiteX31160" fmla="*/ 2370392 w 3114960"/>
              <a:gd name="connsiteY31160" fmla="*/ 2652332 h 5143785"/>
              <a:gd name="connsiteX31161" fmla="*/ 2421827 w 3114960"/>
              <a:gd name="connsiteY31161" fmla="*/ 2652332 h 5143785"/>
              <a:gd name="connsiteX31162" fmla="*/ 2421827 w 3114960"/>
              <a:gd name="connsiteY31162" fmla="*/ 2664714 h 5143785"/>
              <a:gd name="connsiteX31163" fmla="*/ 2424970 w 3114960"/>
              <a:gd name="connsiteY31163" fmla="*/ 2667857 h 5143785"/>
              <a:gd name="connsiteX31164" fmla="*/ 2454593 w 3114960"/>
              <a:gd name="connsiteY31164" fmla="*/ 2667857 h 5143785"/>
              <a:gd name="connsiteX31165" fmla="*/ 2457736 w 3114960"/>
              <a:gd name="connsiteY31165" fmla="*/ 2664714 h 5143785"/>
              <a:gd name="connsiteX31166" fmla="*/ 2457736 w 3114960"/>
              <a:gd name="connsiteY31166" fmla="*/ 2652332 h 5143785"/>
              <a:gd name="connsiteX31167" fmla="*/ 2575179 w 3114960"/>
              <a:gd name="connsiteY31167" fmla="*/ 2652332 h 5143785"/>
              <a:gd name="connsiteX31168" fmla="*/ 2586323 w 3114960"/>
              <a:gd name="connsiteY31168" fmla="*/ 2661571 h 5143785"/>
              <a:gd name="connsiteX31169" fmla="*/ 2597468 w 3114960"/>
              <a:gd name="connsiteY31169" fmla="*/ 2652332 h 5143785"/>
              <a:gd name="connsiteX31170" fmla="*/ 2631758 w 3114960"/>
              <a:gd name="connsiteY31170" fmla="*/ 2652332 h 5143785"/>
              <a:gd name="connsiteX31171" fmla="*/ 2645093 w 3114960"/>
              <a:gd name="connsiteY31171" fmla="*/ 2664428 h 5143785"/>
              <a:gd name="connsiteX31172" fmla="*/ 2645093 w 3114960"/>
              <a:gd name="connsiteY31172" fmla="*/ 2700433 h 5143785"/>
              <a:gd name="connsiteX31173" fmla="*/ 2641949 w 3114960"/>
              <a:gd name="connsiteY31173" fmla="*/ 2697575 h 5143785"/>
              <a:gd name="connsiteX31174" fmla="*/ 2572512 w 3114960"/>
              <a:gd name="connsiteY31174" fmla="*/ 2697575 h 5143785"/>
              <a:gd name="connsiteX31175" fmla="*/ 2563940 w 3114960"/>
              <a:gd name="connsiteY31175" fmla="*/ 2691479 h 5143785"/>
              <a:gd name="connsiteX31176" fmla="*/ 2555177 w 3114960"/>
              <a:gd name="connsiteY31176" fmla="*/ 2698337 h 5143785"/>
              <a:gd name="connsiteX31177" fmla="*/ 2457736 w 3114960"/>
              <a:gd name="connsiteY31177" fmla="*/ 2698337 h 5143785"/>
              <a:gd name="connsiteX31178" fmla="*/ 2457736 w 3114960"/>
              <a:gd name="connsiteY31178" fmla="*/ 2685955 h 5143785"/>
              <a:gd name="connsiteX31179" fmla="*/ 2454593 w 3114960"/>
              <a:gd name="connsiteY31179" fmla="*/ 2682812 h 5143785"/>
              <a:gd name="connsiteX31180" fmla="*/ 2424970 w 3114960"/>
              <a:gd name="connsiteY31180" fmla="*/ 2682812 h 5143785"/>
              <a:gd name="connsiteX31181" fmla="*/ 2421827 w 3114960"/>
              <a:gd name="connsiteY31181" fmla="*/ 2685955 h 5143785"/>
              <a:gd name="connsiteX31182" fmla="*/ 2421827 w 3114960"/>
              <a:gd name="connsiteY31182" fmla="*/ 2698337 h 5143785"/>
              <a:gd name="connsiteX31183" fmla="*/ 2369534 w 3114960"/>
              <a:gd name="connsiteY31183" fmla="*/ 2698052 h 5143785"/>
              <a:gd name="connsiteX31184" fmla="*/ 2279047 w 3114960"/>
              <a:gd name="connsiteY31184" fmla="*/ 2615565 h 5143785"/>
              <a:gd name="connsiteX31185" fmla="*/ 2279047 w 3114960"/>
              <a:gd name="connsiteY31185" fmla="*/ 2603659 h 5143785"/>
              <a:gd name="connsiteX31186" fmla="*/ 2276380 w 3114960"/>
              <a:gd name="connsiteY31186" fmla="*/ 2600992 h 5143785"/>
              <a:gd name="connsiteX31187" fmla="*/ 2266855 w 3114960"/>
              <a:gd name="connsiteY31187" fmla="*/ 2600992 h 5143785"/>
              <a:gd name="connsiteX31188" fmla="*/ 2060448 w 3114960"/>
              <a:gd name="connsiteY31188" fmla="*/ 2404586 h 5143785"/>
              <a:gd name="connsiteX31189" fmla="*/ 2060067 w 3114960"/>
              <a:gd name="connsiteY31189" fmla="*/ 2179796 h 5143785"/>
              <a:gd name="connsiteX31190" fmla="*/ 2118170 w 3114960"/>
              <a:gd name="connsiteY31190" fmla="*/ 2117884 h 5143785"/>
              <a:gd name="connsiteX31191" fmla="*/ 2118170 w 3114960"/>
              <a:gd name="connsiteY31191" fmla="*/ 1873187 h 5143785"/>
              <a:gd name="connsiteX31192" fmla="*/ 2127409 w 3114960"/>
              <a:gd name="connsiteY31192" fmla="*/ 1860042 h 5143785"/>
              <a:gd name="connsiteX31193" fmla="*/ 2113407 w 3114960"/>
              <a:gd name="connsiteY31193" fmla="*/ 1846040 h 5143785"/>
              <a:gd name="connsiteX31194" fmla="*/ 2099405 w 3114960"/>
              <a:gd name="connsiteY31194" fmla="*/ 1860042 h 5143785"/>
              <a:gd name="connsiteX31195" fmla="*/ 2108645 w 3114960"/>
              <a:gd name="connsiteY31195" fmla="*/ 1873187 h 5143785"/>
              <a:gd name="connsiteX31196" fmla="*/ 2108645 w 3114960"/>
              <a:gd name="connsiteY31196" fmla="*/ 2114169 h 5143785"/>
              <a:gd name="connsiteX31197" fmla="*/ 2050542 w 3114960"/>
              <a:gd name="connsiteY31197" fmla="*/ 2176082 h 5143785"/>
              <a:gd name="connsiteX31198" fmla="*/ 2050923 w 3114960"/>
              <a:gd name="connsiteY31198" fmla="*/ 2408777 h 5143785"/>
              <a:gd name="connsiteX31199" fmla="*/ 2260664 w 3114960"/>
              <a:gd name="connsiteY31199" fmla="*/ 2608421 h 5143785"/>
              <a:gd name="connsiteX31200" fmla="*/ 2260664 w 3114960"/>
              <a:gd name="connsiteY31200" fmla="*/ 2616708 h 5143785"/>
              <a:gd name="connsiteX31201" fmla="*/ 2263331 w 3114960"/>
              <a:gd name="connsiteY31201" fmla="*/ 2619375 h 5143785"/>
              <a:gd name="connsiteX31202" fmla="*/ 2275999 w 3114960"/>
              <a:gd name="connsiteY31202" fmla="*/ 2619375 h 5143785"/>
              <a:gd name="connsiteX31203" fmla="*/ 2367534 w 3114960"/>
              <a:gd name="connsiteY31203" fmla="*/ 2702909 h 5143785"/>
              <a:gd name="connsiteX31204" fmla="*/ 2421731 w 3114960"/>
              <a:gd name="connsiteY31204" fmla="*/ 2703195 h 5143785"/>
              <a:gd name="connsiteX31205" fmla="*/ 2421731 w 3114960"/>
              <a:gd name="connsiteY31205" fmla="*/ 2715578 h 5143785"/>
              <a:gd name="connsiteX31206" fmla="*/ 2424875 w 3114960"/>
              <a:gd name="connsiteY31206" fmla="*/ 2718721 h 5143785"/>
              <a:gd name="connsiteX31207" fmla="*/ 2454497 w 3114960"/>
              <a:gd name="connsiteY31207" fmla="*/ 2718721 h 5143785"/>
              <a:gd name="connsiteX31208" fmla="*/ 2457641 w 3114960"/>
              <a:gd name="connsiteY31208" fmla="*/ 2715578 h 5143785"/>
              <a:gd name="connsiteX31209" fmla="*/ 2457641 w 3114960"/>
              <a:gd name="connsiteY31209" fmla="*/ 2703195 h 5143785"/>
              <a:gd name="connsiteX31210" fmla="*/ 2555081 w 3114960"/>
              <a:gd name="connsiteY31210" fmla="*/ 2703195 h 5143785"/>
              <a:gd name="connsiteX31211" fmla="*/ 2563844 w 3114960"/>
              <a:gd name="connsiteY31211" fmla="*/ 2710053 h 5143785"/>
              <a:gd name="connsiteX31212" fmla="*/ 2572703 w 3114960"/>
              <a:gd name="connsiteY31212" fmla="*/ 2702528 h 5143785"/>
              <a:gd name="connsiteX31213" fmla="*/ 2640044 w 3114960"/>
              <a:gd name="connsiteY31213" fmla="*/ 2702528 h 5143785"/>
              <a:gd name="connsiteX31214" fmla="*/ 2644997 w 3114960"/>
              <a:gd name="connsiteY31214" fmla="*/ 2707005 h 5143785"/>
              <a:gd name="connsiteX31215" fmla="*/ 2644997 w 3114960"/>
              <a:gd name="connsiteY31215" fmla="*/ 2744248 h 5143785"/>
              <a:gd name="connsiteX31216" fmla="*/ 2640235 w 3114960"/>
              <a:gd name="connsiteY31216" fmla="*/ 2749201 h 5143785"/>
              <a:gd name="connsiteX31217" fmla="*/ 2597372 w 3114960"/>
              <a:gd name="connsiteY31217" fmla="*/ 2749201 h 5143785"/>
              <a:gd name="connsiteX31218" fmla="*/ 2586228 w 3114960"/>
              <a:gd name="connsiteY31218" fmla="*/ 2739962 h 5143785"/>
              <a:gd name="connsiteX31219" fmla="*/ 2575084 w 3114960"/>
              <a:gd name="connsiteY31219" fmla="*/ 2749201 h 5143785"/>
              <a:gd name="connsiteX31220" fmla="*/ 2457641 w 3114960"/>
              <a:gd name="connsiteY31220" fmla="*/ 2749201 h 5143785"/>
              <a:gd name="connsiteX31221" fmla="*/ 2457641 w 3114960"/>
              <a:gd name="connsiteY31221" fmla="*/ 2736818 h 5143785"/>
              <a:gd name="connsiteX31222" fmla="*/ 2454497 w 3114960"/>
              <a:gd name="connsiteY31222" fmla="*/ 2733675 h 5143785"/>
              <a:gd name="connsiteX31223" fmla="*/ 2424875 w 3114960"/>
              <a:gd name="connsiteY31223" fmla="*/ 2733675 h 5143785"/>
              <a:gd name="connsiteX31224" fmla="*/ 2421731 w 3114960"/>
              <a:gd name="connsiteY31224" fmla="*/ 2736818 h 5143785"/>
              <a:gd name="connsiteX31225" fmla="*/ 2421731 w 3114960"/>
              <a:gd name="connsiteY31225" fmla="*/ 2749201 h 5143785"/>
              <a:gd name="connsiteX31226" fmla="*/ 2361343 w 3114960"/>
              <a:gd name="connsiteY31226" fmla="*/ 2748915 h 5143785"/>
              <a:gd name="connsiteX31227" fmla="*/ 2218944 w 3114960"/>
              <a:gd name="connsiteY31227" fmla="*/ 2618327 h 5143785"/>
              <a:gd name="connsiteX31228" fmla="*/ 2219230 w 3114960"/>
              <a:gd name="connsiteY31228" fmla="*/ 2616708 h 5143785"/>
              <a:gd name="connsiteX31229" fmla="*/ 2219230 w 3114960"/>
              <a:gd name="connsiteY31229" fmla="*/ 2603754 h 5143785"/>
              <a:gd name="connsiteX31230" fmla="*/ 2214182 w 3114960"/>
              <a:gd name="connsiteY31230" fmla="*/ 2598706 h 5143785"/>
              <a:gd name="connsiteX31231" fmla="*/ 2201228 w 3114960"/>
              <a:gd name="connsiteY31231" fmla="*/ 2598706 h 5143785"/>
              <a:gd name="connsiteX31232" fmla="*/ 2199894 w 3114960"/>
              <a:gd name="connsiteY31232" fmla="*/ 2598992 h 5143785"/>
              <a:gd name="connsiteX31233" fmla="*/ 2123504 w 3114960"/>
              <a:gd name="connsiteY31233" fmla="*/ 2525173 h 5143785"/>
              <a:gd name="connsiteX31234" fmla="*/ 2123504 w 3114960"/>
              <a:gd name="connsiteY31234" fmla="*/ 2514029 h 5143785"/>
              <a:gd name="connsiteX31235" fmla="*/ 2059496 w 3114960"/>
              <a:gd name="connsiteY31235" fmla="*/ 2455545 h 5143785"/>
              <a:gd name="connsiteX31236" fmla="*/ 2048256 w 3114960"/>
              <a:gd name="connsiteY31236" fmla="*/ 2454688 h 5143785"/>
              <a:gd name="connsiteX31237" fmla="*/ 1973866 w 3114960"/>
              <a:gd name="connsiteY31237" fmla="*/ 2383822 h 5143785"/>
              <a:gd name="connsiteX31238" fmla="*/ 1974247 w 3114960"/>
              <a:gd name="connsiteY31238" fmla="*/ 2382965 h 5143785"/>
              <a:gd name="connsiteX31239" fmla="*/ 1810798 w 3114960"/>
              <a:gd name="connsiteY31239" fmla="*/ 2539651 h 5143785"/>
              <a:gd name="connsiteX31240" fmla="*/ 1817942 w 3114960"/>
              <a:gd name="connsiteY31240" fmla="*/ 2546795 h 5143785"/>
              <a:gd name="connsiteX31241" fmla="*/ 1810798 w 3114960"/>
              <a:gd name="connsiteY31241" fmla="*/ 2553938 h 5143785"/>
              <a:gd name="connsiteX31242" fmla="*/ 1803654 w 3114960"/>
              <a:gd name="connsiteY31242" fmla="*/ 2546795 h 5143785"/>
              <a:gd name="connsiteX31243" fmla="*/ 1810798 w 3114960"/>
              <a:gd name="connsiteY31243" fmla="*/ 2539651 h 5143785"/>
              <a:gd name="connsiteX31244" fmla="*/ 1931194 w 3114960"/>
              <a:gd name="connsiteY31244" fmla="*/ 2396966 h 5143785"/>
              <a:gd name="connsiteX31245" fmla="*/ 1927479 w 3114960"/>
              <a:gd name="connsiteY31245" fmla="*/ 2400967 h 5143785"/>
              <a:gd name="connsiteX31246" fmla="*/ 1922050 w 3114960"/>
              <a:gd name="connsiteY31246" fmla="*/ 2401157 h 5143785"/>
              <a:gd name="connsiteX31247" fmla="*/ 1918145 w 3114960"/>
              <a:gd name="connsiteY31247" fmla="*/ 2397443 h 5143785"/>
              <a:gd name="connsiteX31248" fmla="*/ 1921669 w 3114960"/>
              <a:gd name="connsiteY31248" fmla="*/ 2388108 h 5143785"/>
              <a:gd name="connsiteX31249" fmla="*/ 1924526 w 3114960"/>
              <a:gd name="connsiteY31249" fmla="*/ 2387441 h 5143785"/>
              <a:gd name="connsiteX31250" fmla="*/ 1931003 w 3114960"/>
              <a:gd name="connsiteY31250" fmla="*/ 2391632 h 5143785"/>
              <a:gd name="connsiteX31251" fmla="*/ 1931194 w 3114960"/>
              <a:gd name="connsiteY31251" fmla="*/ 2397062 h 5143785"/>
              <a:gd name="connsiteX31252" fmla="*/ 2455164 w 3114960"/>
              <a:gd name="connsiteY31252" fmla="*/ 2816828 h 5143785"/>
              <a:gd name="connsiteX31253" fmla="*/ 2454402 w 3114960"/>
              <a:gd name="connsiteY31253" fmla="*/ 2817590 h 5143785"/>
              <a:gd name="connsiteX31254" fmla="*/ 2424779 w 3114960"/>
              <a:gd name="connsiteY31254" fmla="*/ 2817590 h 5143785"/>
              <a:gd name="connsiteX31255" fmla="*/ 2424017 w 3114960"/>
              <a:gd name="connsiteY31255" fmla="*/ 2816828 h 5143785"/>
              <a:gd name="connsiteX31256" fmla="*/ 2424017 w 3114960"/>
              <a:gd name="connsiteY31256" fmla="*/ 2787205 h 5143785"/>
              <a:gd name="connsiteX31257" fmla="*/ 2424779 w 3114960"/>
              <a:gd name="connsiteY31257" fmla="*/ 2786444 h 5143785"/>
              <a:gd name="connsiteX31258" fmla="*/ 2454402 w 3114960"/>
              <a:gd name="connsiteY31258" fmla="*/ 2786444 h 5143785"/>
              <a:gd name="connsiteX31259" fmla="*/ 2455164 w 3114960"/>
              <a:gd name="connsiteY31259" fmla="*/ 2787205 h 5143785"/>
              <a:gd name="connsiteX31260" fmla="*/ 2455164 w 3114960"/>
              <a:gd name="connsiteY31260" fmla="*/ 2816828 h 5143785"/>
              <a:gd name="connsiteX31261" fmla="*/ 2688241 w 3114960"/>
              <a:gd name="connsiteY31261" fmla="*/ 2718340 h 5143785"/>
              <a:gd name="connsiteX31262" fmla="*/ 2691860 w 3114960"/>
              <a:gd name="connsiteY31262" fmla="*/ 2714720 h 5143785"/>
              <a:gd name="connsiteX31263" fmla="*/ 2709291 w 3114960"/>
              <a:gd name="connsiteY31263" fmla="*/ 2714720 h 5143785"/>
              <a:gd name="connsiteX31264" fmla="*/ 2712911 w 3114960"/>
              <a:gd name="connsiteY31264" fmla="*/ 2718340 h 5143785"/>
              <a:gd name="connsiteX31265" fmla="*/ 2712911 w 3114960"/>
              <a:gd name="connsiteY31265" fmla="*/ 2735771 h 5143785"/>
              <a:gd name="connsiteX31266" fmla="*/ 2709291 w 3114960"/>
              <a:gd name="connsiteY31266" fmla="*/ 2739390 h 5143785"/>
              <a:gd name="connsiteX31267" fmla="*/ 2691860 w 3114960"/>
              <a:gd name="connsiteY31267" fmla="*/ 2739390 h 5143785"/>
              <a:gd name="connsiteX31268" fmla="*/ 2688241 w 3114960"/>
              <a:gd name="connsiteY31268" fmla="*/ 2735771 h 5143785"/>
              <a:gd name="connsiteX31269" fmla="*/ 2688241 w 3114960"/>
              <a:gd name="connsiteY31269" fmla="*/ 2718340 h 5143785"/>
              <a:gd name="connsiteX31270" fmla="*/ 2649760 w 3114960"/>
              <a:gd name="connsiteY31270" fmla="*/ 2704624 h 5143785"/>
              <a:gd name="connsiteX31271" fmla="*/ 2649760 w 3114960"/>
              <a:gd name="connsiteY31271" fmla="*/ 2688812 h 5143785"/>
              <a:gd name="connsiteX31272" fmla="*/ 2679573 w 3114960"/>
              <a:gd name="connsiteY31272" fmla="*/ 2721959 h 5143785"/>
              <a:gd name="connsiteX31273" fmla="*/ 2649760 w 3114960"/>
              <a:gd name="connsiteY31273" fmla="*/ 2721959 h 5143785"/>
              <a:gd name="connsiteX31274" fmla="*/ 2649760 w 3114960"/>
              <a:gd name="connsiteY31274" fmla="*/ 2704624 h 5143785"/>
              <a:gd name="connsiteX31275" fmla="*/ 2649760 w 3114960"/>
              <a:gd name="connsiteY31275" fmla="*/ 2745867 h 5143785"/>
              <a:gd name="connsiteX31276" fmla="*/ 2649760 w 3114960"/>
              <a:gd name="connsiteY31276" fmla="*/ 2729103 h 5143785"/>
              <a:gd name="connsiteX31277" fmla="*/ 2679763 w 3114960"/>
              <a:gd name="connsiteY31277" fmla="*/ 2729103 h 5143785"/>
              <a:gd name="connsiteX31278" fmla="*/ 2649760 w 3114960"/>
              <a:gd name="connsiteY31278" fmla="*/ 2764060 h 5143785"/>
              <a:gd name="connsiteX31279" fmla="*/ 2649760 w 3114960"/>
              <a:gd name="connsiteY31279" fmla="*/ 2745867 h 5143785"/>
              <a:gd name="connsiteX31280" fmla="*/ 2338483 w 3114960"/>
              <a:gd name="connsiteY31280" fmla="*/ 2616422 h 5143785"/>
              <a:gd name="connsiteX31281" fmla="*/ 2338197 w 3114960"/>
              <a:gd name="connsiteY31281" fmla="*/ 2616708 h 5143785"/>
              <a:gd name="connsiteX31282" fmla="*/ 2324957 w 3114960"/>
              <a:gd name="connsiteY31282" fmla="*/ 2616422 h 5143785"/>
              <a:gd name="connsiteX31283" fmla="*/ 2325243 w 3114960"/>
              <a:gd name="connsiteY31283" fmla="*/ 2603183 h 5143785"/>
              <a:gd name="connsiteX31284" fmla="*/ 2338483 w 3114960"/>
              <a:gd name="connsiteY31284" fmla="*/ 2603468 h 5143785"/>
              <a:gd name="connsiteX31285" fmla="*/ 2338483 w 3114960"/>
              <a:gd name="connsiteY31285" fmla="*/ 2616422 h 5143785"/>
              <a:gd name="connsiteX31286" fmla="*/ 2455164 w 3114960"/>
              <a:gd name="connsiteY31286" fmla="*/ 2664619 h 5143785"/>
              <a:gd name="connsiteX31287" fmla="*/ 2454402 w 3114960"/>
              <a:gd name="connsiteY31287" fmla="*/ 2665381 h 5143785"/>
              <a:gd name="connsiteX31288" fmla="*/ 2424779 w 3114960"/>
              <a:gd name="connsiteY31288" fmla="*/ 2665381 h 5143785"/>
              <a:gd name="connsiteX31289" fmla="*/ 2424017 w 3114960"/>
              <a:gd name="connsiteY31289" fmla="*/ 2664619 h 5143785"/>
              <a:gd name="connsiteX31290" fmla="*/ 2424017 w 3114960"/>
              <a:gd name="connsiteY31290" fmla="*/ 2634996 h 5143785"/>
              <a:gd name="connsiteX31291" fmla="*/ 2424779 w 3114960"/>
              <a:gd name="connsiteY31291" fmla="*/ 2634234 h 5143785"/>
              <a:gd name="connsiteX31292" fmla="*/ 2454402 w 3114960"/>
              <a:gd name="connsiteY31292" fmla="*/ 2634234 h 5143785"/>
              <a:gd name="connsiteX31293" fmla="*/ 2455164 w 3114960"/>
              <a:gd name="connsiteY31293" fmla="*/ 2634996 h 5143785"/>
              <a:gd name="connsiteX31294" fmla="*/ 2455164 w 3114960"/>
              <a:gd name="connsiteY31294" fmla="*/ 2664619 h 5143785"/>
              <a:gd name="connsiteX31295" fmla="*/ 2586133 w 3114960"/>
              <a:gd name="connsiteY31295" fmla="*/ 2656713 h 5143785"/>
              <a:gd name="connsiteX31296" fmla="*/ 2579275 w 3114960"/>
              <a:gd name="connsiteY31296" fmla="*/ 2649855 h 5143785"/>
              <a:gd name="connsiteX31297" fmla="*/ 2586133 w 3114960"/>
              <a:gd name="connsiteY31297" fmla="*/ 2642997 h 5143785"/>
              <a:gd name="connsiteX31298" fmla="*/ 2592991 w 3114960"/>
              <a:gd name="connsiteY31298" fmla="*/ 2649855 h 5143785"/>
              <a:gd name="connsiteX31299" fmla="*/ 2586133 w 3114960"/>
              <a:gd name="connsiteY31299" fmla="*/ 2656713 h 5143785"/>
              <a:gd name="connsiteX31300" fmla="*/ 2103977 w 3114960"/>
              <a:gd name="connsiteY31300" fmla="*/ 1859852 h 5143785"/>
              <a:gd name="connsiteX31301" fmla="*/ 2113217 w 3114960"/>
              <a:gd name="connsiteY31301" fmla="*/ 1850612 h 5143785"/>
              <a:gd name="connsiteX31302" fmla="*/ 2122456 w 3114960"/>
              <a:gd name="connsiteY31302" fmla="*/ 1859852 h 5143785"/>
              <a:gd name="connsiteX31303" fmla="*/ 2113217 w 3114960"/>
              <a:gd name="connsiteY31303" fmla="*/ 1869091 h 5143785"/>
              <a:gd name="connsiteX31304" fmla="*/ 2103977 w 3114960"/>
              <a:gd name="connsiteY31304" fmla="*/ 1859852 h 5143785"/>
              <a:gd name="connsiteX31305" fmla="*/ 2455164 w 3114960"/>
              <a:gd name="connsiteY31305" fmla="*/ 2715387 h 5143785"/>
              <a:gd name="connsiteX31306" fmla="*/ 2454402 w 3114960"/>
              <a:gd name="connsiteY31306" fmla="*/ 2716149 h 5143785"/>
              <a:gd name="connsiteX31307" fmla="*/ 2424779 w 3114960"/>
              <a:gd name="connsiteY31307" fmla="*/ 2716149 h 5143785"/>
              <a:gd name="connsiteX31308" fmla="*/ 2424017 w 3114960"/>
              <a:gd name="connsiteY31308" fmla="*/ 2715387 h 5143785"/>
              <a:gd name="connsiteX31309" fmla="*/ 2424017 w 3114960"/>
              <a:gd name="connsiteY31309" fmla="*/ 2685764 h 5143785"/>
              <a:gd name="connsiteX31310" fmla="*/ 2424779 w 3114960"/>
              <a:gd name="connsiteY31310" fmla="*/ 2685002 h 5143785"/>
              <a:gd name="connsiteX31311" fmla="*/ 2454402 w 3114960"/>
              <a:gd name="connsiteY31311" fmla="*/ 2685002 h 5143785"/>
              <a:gd name="connsiteX31312" fmla="*/ 2455164 w 3114960"/>
              <a:gd name="connsiteY31312" fmla="*/ 2685764 h 5143785"/>
              <a:gd name="connsiteX31313" fmla="*/ 2455164 w 3114960"/>
              <a:gd name="connsiteY31313" fmla="*/ 2715387 h 5143785"/>
              <a:gd name="connsiteX31314" fmla="*/ 2586133 w 3114960"/>
              <a:gd name="connsiteY31314" fmla="*/ 2744438 h 5143785"/>
              <a:gd name="connsiteX31315" fmla="*/ 2592991 w 3114960"/>
              <a:gd name="connsiteY31315" fmla="*/ 2751296 h 5143785"/>
              <a:gd name="connsiteX31316" fmla="*/ 2586133 w 3114960"/>
              <a:gd name="connsiteY31316" fmla="*/ 2758154 h 5143785"/>
              <a:gd name="connsiteX31317" fmla="*/ 2579275 w 3114960"/>
              <a:gd name="connsiteY31317" fmla="*/ 2751296 h 5143785"/>
              <a:gd name="connsiteX31318" fmla="*/ 2586133 w 3114960"/>
              <a:gd name="connsiteY31318" fmla="*/ 2744438 h 5143785"/>
              <a:gd name="connsiteX31319" fmla="*/ 2424017 w 3114960"/>
              <a:gd name="connsiteY31319" fmla="*/ 2736533 h 5143785"/>
              <a:gd name="connsiteX31320" fmla="*/ 2424779 w 3114960"/>
              <a:gd name="connsiteY31320" fmla="*/ 2735771 h 5143785"/>
              <a:gd name="connsiteX31321" fmla="*/ 2454402 w 3114960"/>
              <a:gd name="connsiteY31321" fmla="*/ 2735771 h 5143785"/>
              <a:gd name="connsiteX31322" fmla="*/ 2455164 w 3114960"/>
              <a:gd name="connsiteY31322" fmla="*/ 2736533 h 5143785"/>
              <a:gd name="connsiteX31323" fmla="*/ 2455164 w 3114960"/>
              <a:gd name="connsiteY31323" fmla="*/ 2766155 h 5143785"/>
              <a:gd name="connsiteX31324" fmla="*/ 2454402 w 3114960"/>
              <a:gd name="connsiteY31324" fmla="*/ 2766917 h 5143785"/>
              <a:gd name="connsiteX31325" fmla="*/ 2424779 w 3114960"/>
              <a:gd name="connsiteY31325" fmla="*/ 2766917 h 5143785"/>
              <a:gd name="connsiteX31326" fmla="*/ 2424017 w 3114960"/>
              <a:gd name="connsiteY31326" fmla="*/ 2766155 h 5143785"/>
              <a:gd name="connsiteX31327" fmla="*/ 2424017 w 3114960"/>
              <a:gd name="connsiteY31327" fmla="*/ 2736533 h 5143785"/>
              <a:gd name="connsiteX31328" fmla="*/ 2201132 w 3114960"/>
              <a:gd name="connsiteY31328" fmla="*/ 2603183 h 5143785"/>
              <a:gd name="connsiteX31329" fmla="*/ 2214372 w 3114960"/>
              <a:gd name="connsiteY31329" fmla="*/ 2603468 h 5143785"/>
              <a:gd name="connsiteX31330" fmla="*/ 2214372 w 3114960"/>
              <a:gd name="connsiteY31330" fmla="*/ 2616422 h 5143785"/>
              <a:gd name="connsiteX31331" fmla="*/ 2214086 w 3114960"/>
              <a:gd name="connsiteY31331" fmla="*/ 2616708 h 5143785"/>
              <a:gd name="connsiteX31332" fmla="*/ 2200847 w 3114960"/>
              <a:gd name="connsiteY31332" fmla="*/ 2616422 h 5143785"/>
              <a:gd name="connsiteX31333" fmla="*/ 2201132 w 3114960"/>
              <a:gd name="connsiteY31333" fmla="*/ 2603183 h 5143785"/>
              <a:gd name="connsiteX31334" fmla="*/ 1620012 w 3114960"/>
              <a:gd name="connsiteY31334" fmla="*/ 1557528 h 5143785"/>
              <a:gd name="connsiteX31335" fmla="*/ 1602962 w 3114960"/>
              <a:gd name="connsiteY31335" fmla="*/ 1579245 h 5143785"/>
              <a:gd name="connsiteX31336" fmla="*/ 1602962 w 3114960"/>
              <a:gd name="connsiteY31336" fmla="*/ 1618488 h 5143785"/>
              <a:gd name="connsiteX31337" fmla="*/ 1583150 w 3114960"/>
              <a:gd name="connsiteY31337" fmla="*/ 1639919 h 5143785"/>
              <a:gd name="connsiteX31338" fmla="*/ 1561148 w 3114960"/>
              <a:gd name="connsiteY31338" fmla="*/ 1640110 h 5143785"/>
              <a:gd name="connsiteX31339" fmla="*/ 1557242 w 3114960"/>
              <a:gd name="connsiteY31339" fmla="*/ 1644777 h 5143785"/>
              <a:gd name="connsiteX31340" fmla="*/ 1549432 w 3114960"/>
              <a:gd name="connsiteY31340" fmla="*/ 1640967 h 5143785"/>
              <a:gd name="connsiteX31341" fmla="*/ 1553242 w 3114960"/>
              <a:gd name="connsiteY31341" fmla="*/ 1633157 h 5143785"/>
              <a:gd name="connsiteX31342" fmla="*/ 1561052 w 3114960"/>
              <a:gd name="connsiteY31342" fmla="*/ 1636967 h 5143785"/>
              <a:gd name="connsiteX31343" fmla="*/ 1561148 w 3114960"/>
              <a:gd name="connsiteY31343" fmla="*/ 1637728 h 5143785"/>
              <a:gd name="connsiteX31344" fmla="*/ 1582198 w 3114960"/>
              <a:gd name="connsiteY31344" fmla="*/ 1637538 h 5143785"/>
              <a:gd name="connsiteX31345" fmla="*/ 1600772 w 3114960"/>
              <a:gd name="connsiteY31345" fmla="*/ 1617536 h 5143785"/>
              <a:gd name="connsiteX31346" fmla="*/ 1600772 w 3114960"/>
              <a:gd name="connsiteY31346" fmla="*/ 1578388 h 5143785"/>
              <a:gd name="connsiteX31347" fmla="*/ 1618964 w 3114960"/>
              <a:gd name="connsiteY31347" fmla="*/ 1555147 h 5143785"/>
              <a:gd name="connsiteX31348" fmla="*/ 1668590 w 3114960"/>
              <a:gd name="connsiteY31348" fmla="*/ 1554671 h 5143785"/>
              <a:gd name="connsiteX31349" fmla="*/ 1672590 w 3114960"/>
              <a:gd name="connsiteY31349" fmla="*/ 1550003 h 5143785"/>
              <a:gd name="connsiteX31350" fmla="*/ 1680401 w 3114960"/>
              <a:gd name="connsiteY31350" fmla="*/ 1553813 h 5143785"/>
              <a:gd name="connsiteX31351" fmla="*/ 1676591 w 3114960"/>
              <a:gd name="connsiteY31351" fmla="*/ 1561624 h 5143785"/>
              <a:gd name="connsiteX31352" fmla="*/ 1668780 w 3114960"/>
              <a:gd name="connsiteY31352" fmla="*/ 1557814 h 5143785"/>
              <a:gd name="connsiteX31353" fmla="*/ 1668780 w 3114960"/>
              <a:gd name="connsiteY31353" fmla="*/ 1557052 h 5143785"/>
              <a:gd name="connsiteX31354" fmla="*/ 1620203 w 3114960"/>
              <a:gd name="connsiteY31354" fmla="*/ 1557528 h 5143785"/>
              <a:gd name="connsiteX31355" fmla="*/ 2933795 w 3114960"/>
              <a:gd name="connsiteY31355" fmla="*/ 756476 h 5143785"/>
              <a:gd name="connsiteX31356" fmla="*/ 2910554 w 3114960"/>
              <a:gd name="connsiteY31356" fmla="*/ 729234 h 5143785"/>
              <a:gd name="connsiteX31357" fmla="*/ 2910554 w 3114960"/>
              <a:gd name="connsiteY31357" fmla="*/ 643223 h 5143785"/>
              <a:gd name="connsiteX31358" fmla="*/ 2903411 w 3114960"/>
              <a:gd name="connsiteY31358" fmla="*/ 643223 h 5143785"/>
              <a:gd name="connsiteX31359" fmla="*/ 2903411 w 3114960"/>
              <a:gd name="connsiteY31359" fmla="*/ 730568 h 5143785"/>
              <a:gd name="connsiteX31360" fmla="*/ 2904268 w 3114960"/>
              <a:gd name="connsiteY31360" fmla="*/ 732854 h 5143785"/>
              <a:gd name="connsiteX31361" fmla="*/ 2927985 w 3114960"/>
              <a:gd name="connsiteY31361" fmla="*/ 760571 h 5143785"/>
              <a:gd name="connsiteX31362" fmla="*/ 2922175 w 3114960"/>
              <a:gd name="connsiteY31362" fmla="*/ 774859 h 5143785"/>
              <a:gd name="connsiteX31363" fmla="*/ 2942749 w 3114960"/>
              <a:gd name="connsiteY31363" fmla="*/ 795433 h 5143785"/>
              <a:gd name="connsiteX31364" fmla="*/ 2951131 w 3114960"/>
              <a:gd name="connsiteY31364" fmla="*/ 793623 h 5143785"/>
              <a:gd name="connsiteX31365" fmla="*/ 2967800 w 3114960"/>
              <a:gd name="connsiteY31365" fmla="*/ 813721 h 5143785"/>
              <a:gd name="connsiteX31366" fmla="*/ 2968276 w 3114960"/>
              <a:gd name="connsiteY31366" fmla="*/ 948309 h 5143785"/>
              <a:gd name="connsiteX31367" fmla="*/ 2969705 w 3114960"/>
              <a:gd name="connsiteY31367" fmla="*/ 951167 h 5143785"/>
              <a:gd name="connsiteX31368" fmla="*/ 2993422 w 3114960"/>
              <a:gd name="connsiteY31368" fmla="*/ 973265 h 5143785"/>
              <a:gd name="connsiteX31369" fmla="*/ 2993422 w 3114960"/>
              <a:gd name="connsiteY31369" fmla="*/ 1247680 h 5143785"/>
              <a:gd name="connsiteX31370" fmla="*/ 2929604 w 3114960"/>
              <a:gd name="connsiteY31370" fmla="*/ 1310640 h 5143785"/>
              <a:gd name="connsiteX31371" fmla="*/ 2538317 w 3114960"/>
              <a:gd name="connsiteY31371" fmla="*/ 1310640 h 5143785"/>
              <a:gd name="connsiteX31372" fmla="*/ 2530983 w 3114960"/>
              <a:gd name="connsiteY31372" fmla="*/ 1300353 h 5143785"/>
              <a:gd name="connsiteX31373" fmla="*/ 2528030 w 3114960"/>
              <a:gd name="connsiteY31373" fmla="*/ 1298829 h 5143785"/>
              <a:gd name="connsiteX31374" fmla="*/ 2445734 w 3114960"/>
              <a:gd name="connsiteY31374" fmla="*/ 1298829 h 5143785"/>
              <a:gd name="connsiteX31375" fmla="*/ 2443353 w 3114960"/>
              <a:gd name="connsiteY31375" fmla="*/ 1299686 h 5143785"/>
              <a:gd name="connsiteX31376" fmla="*/ 2433257 w 3114960"/>
              <a:gd name="connsiteY31376" fmla="*/ 1308640 h 5143785"/>
              <a:gd name="connsiteX31377" fmla="*/ 2432018 w 3114960"/>
              <a:gd name="connsiteY31377" fmla="*/ 1311307 h 5143785"/>
              <a:gd name="connsiteX31378" fmla="*/ 2432018 w 3114960"/>
              <a:gd name="connsiteY31378" fmla="*/ 1371886 h 5143785"/>
              <a:gd name="connsiteX31379" fmla="*/ 2433352 w 3114960"/>
              <a:gd name="connsiteY31379" fmla="*/ 1374743 h 5143785"/>
              <a:gd name="connsiteX31380" fmla="*/ 2448116 w 3114960"/>
              <a:gd name="connsiteY31380" fmla="*/ 1386269 h 5143785"/>
              <a:gd name="connsiteX31381" fmla="*/ 2448401 w 3114960"/>
              <a:gd name="connsiteY31381" fmla="*/ 1385888 h 5143785"/>
              <a:gd name="connsiteX31382" fmla="*/ 2448401 w 3114960"/>
              <a:gd name="connsiteY31382" fmla="*/ 1403509 h 5143785"/>
              <a:gd name="connsiteX31383" fmla="*/ 2454307 w 3114960"/>
              <a:gd name="connsiteY31383" fmla="*/ 1409414 h 5143785"/>
              <a:gd name="connsiteX31384" fmla="*/ 2496503 w 3114960"/>
              <a:gd name="connsiteY31384" fmla="*/ 1409414 h 5143785"/>
              <a:gd name="connsiteX31385" fmla="*/ 2503170 w 3114960"/>
              <a:gd name="connsiteY31385" fmla="*/ 1402747 h 5143785"/>
              <a:gd name="connsiteX31386" fmla="*/ 2503170 w 3114960"/>
              <a:gd name="connsiteY31386" fmla="*/ 1361313 h 5143785"/>
              <a:gd name="connsiteX31387" fmla="*/ 2496503 w 3114960"/>
              <a:gd name="connsiteY31387" fmla="*/ 1354646 h 5143785"/>
              <a:gd name="connsiteX31388" fmla="*/ 2455069 w 3114960"/>
              <a:gd name="connsiteY31388" fmla="*/ 1354646 h 5143785"/>
              <a:gd name="connsiteX31389" fmla="*/ 2448401 w 3114960"/>
              <a:gd name="connsiteY31389" fmla="*/ 1361313 h 5143785"/>
              <a:gd name="connsiteX31390" fmla="*/ 2448401 w 3114960"/>
              <a:gd name="connsiteY31390" fmla="*/ 1377410 h 5143785"/>
              <a:gd name="connsiteX31391" fmla="*/ 2439067 w 3114960"/>
              <a:gd name="connsiteY31391" fmla="*/ 1370171 h 5143785"/>
              <a:gd name="connsiteX31392" fmla="*/ 2439067 w 3114960"/>
              <a:gd name="connsiteY31392" fmla="*/ 1312926 h 5143785"/>
              <a:gd name="connsiteX31393" fmla="*/ 2446973 w 3114960"/>
              <a:gd name="connsiteY31393" fmla="*/ 1305878 h 5143785"/>
              <a:gd name="connsiteX31394" fmla="*/ 2526125 w 3114960"/>
              <a:gd name="connsiteY31394" fmla="*/ 1305878 h 5143785"/>
              <a:gd name="connsiteX31395" fmla="*/ 2533460 w 3114960"/>
              <a:gd name="connsiteY31395" fmla="*/ 1316165 h 5143785"/>
              <a:gd name="connsiteX31396" fmla="*/ 2536412 w 3114960"/>
              <a:gd name="connsiteY31396" fmla="*/ 1317689 h 5143785"/>
              <a:gd name="connsiteX31397" fmla="*/ 2931033 w 3114960"/>
              <a:gd name="connsiteY31397" fmla="*/ 1317689 h 5143785"/>
              <a:gd name="connsiteX31398" fmla="*/ 2933510 w 3114960"/>
              <a:gd name="connsiteY31398" fmla="*/ 1316641 h 5143785"/>
              <a:gd name="connsiteX31399" fmla="*/ 2999423 w 3114960"/>
              <a:gd name="connsiteY31399" fmla="*/ 1251680 h 5143785"/>
              <a:gd name="connsiteX31400" fmla="*/ 3000470 w 3114960"/>
              <a:gd name="connsiteY31400" fmla="*/ 1249109 h 5143785"/>
              <a:gd name="connsiteX31401" fmla="*/ 3000470 w 3114960"/>
              <a:gd name="connsiteY31401" fmla="*/ 971360 h 5143785"/>
              <a:gd name="connsiteX31402" fmla="*/ 2999042 w 3114960"/>
              <a:gd name="connsiteY31402" fmla="*/ 968502 h 5143785"/>
              <a:gd name="connsiteX31403" fmla="*/ 2975324 w 3114960"/>
              <a:gd name="connsiteY31403" fmla="*/ 946404 h 5143785"/>
              <a:gd name="connsiteX31404" fmla="*/ 2974848 w 3114960"/>
              <a:gd name="connsiteY31404" fmla="*/ 812387 h 5143785"/>
              <a:gd name="connsiteX31405" fmla="*/ 2973991 w 3114960"/>
              <a:gd name="connsiteY31405" fmla="*/ 810101 h 5143785"/>
              <a:gd name="connsiteX31406" fmla="*/ 2956941 w 3114960"/>
              <a:gd name="connsiteY31406" fmla="*/ 789527 h 5143785"/>
              <a:gd name="connsiteX31407" fmla="*/ 2963228 w 3114960"/>
              <a:gd name="connsiteY31407" fmla="*/ 774764 h 5143785"/>
              <a:gd name="connsiteX31408" fmla="*/ 2942654 w 3114960"/>
              <a:gd name="connsiteY31408" fmla="*/ 754190 h 5143785"/>
              <a:gd name="connsiteX31409" fmla="*/ 2933700 w 3114960"/>
              <a:gd name="connsiteY31409" fmla="*/ 756285 h 5143785"/>
              <a:gd name="connsiteX31410" fmla="*/ 2453164 w 3114960"/>
              <a:gd name="connsiteY31410" fmla="*/ 1361503 h 5143785"/>
              <a:gd name="connsiteX31411" fmla="*/ 2455069 w 3114960"/>
              <a:gd name="connsiteY31411" fmla="*/ 1359599 h 5143785"/>
              <a:gd name="connsiteX31412" fmla="*/ 2496503 w 3114960"/>
              <a:gd name="connsiteY31412" fmla="*/ 1359599 h 5143785"/>
              <a:gd name="connsiteX31413" fmla="*/ 2498408 w 3114960"/>
              <a:gd name="connsiteY31413" fmla="*/ 1361503 h 5143785"/>
              <a:gd name="connsiteX31414" fmla="*/ 2498408 w 3114960"/>
              <a:gd name="connsiteY31414" fmla="*/ 1402937 h 5143785"/>
              <a:gd name="connsiteX31415" fmla="*/ 2496503 w 3114960"/>
              <a:gd name="connsiteY31415" fmla="*/ 1404842 h 5143785"/>
              <a:gd name="connsiteX31416" fmla="*/ 2454307 w 3114960"/>
              <a:gd name="connsiteY31416" fmla="*/ 1404842 h 5143785"/>
              <a:gd name="connsiteX31417" fmla="*/ 2453164 w 3114960"/>
              <a:gd name="connsiteY31417" fmla="*/ 1403699 h 5143785"/>
              <a:gd name="connsiteX31418" fmla="*/ 2453164 w 3114960"/>
              <a:gd name="connsiteY31418" fmla="*/ 1361503 h 5143785"/>
              <a:gd name="connsiteX31419" fmla="*/ 2956084 w 3114960"/>
              <a:gd name="connsiteY31419" fmla="*/ 774859 h 5143785"/>
              <a:gd name="connsiteX31420" fmla="*/ 2952369 w 3114960"/>
              <a:gd name="connsiteY31420" fmla="*/ 784098 h 5143785"/>
              <a:gd name="connsiteX31421" fmla="*/ 2949893 w 3114960"/>
              <a:gd name="connsiteY31421" fmla="*/ 786098 h 5143785"/>
              <a:gd name="connsiteX31422" fmla="*/ 2942654 w 3114960"/>
              <a:gd name="connsiteY31422" fmla="*/ 788289 h 5143785"/>
              <a:gd name="connsiteX31423" fmla="*/ 2929223 w 3114960"/>
              <a:gd name="connsiteY31423" fmla="*/ 774859 h 5143785"/>
              <a:gd name="connsiteX31424" fmla="*/ 2942654 w 3114960"/>
              <a:gd name="connsiteY31424" fmla="*/ 761429 h 5143785"/>
              <a:gd name="connsiteX31425" fmla="*/ 2956084 w 3114960"/>
              <a:gd name="connsiteY31425" fmla="*/ 774859 h 5143785"/>
              <a:gd name="connsiteX31426" fmla="*/ 2690146 w 3114960"/>
              <a:gd name="connsiteY31426" fmla="*/ 2943130 h 5143785"/>
              <a:gd name="connsiteX31427" fmla="*/ 2682240 w 3114960"/>
              <a:gd name="connsiteY31427" fmla="*/ 2944082 h 5143785"/>
              <a:gd name="connsiteX31428" fmla="*/ 2677287 w 3114960"/>
              <a:gd name="connsiteY31428" fmla="*/ 2950369 h 5143785"/>
              <a:gd name="connsiteX31429" fmla="*/ 2677287 w 3114960"/>
              <a:gd name="connsiteY31429" fmla="*/ 2950750 h 5143785"/>
              <a:gd name="connsiteX31430" fmla="*/ 2538508 w 3114960"/>
              <a:gd name="connsiteY31430" fmla="*/ 2949893 h 5143785"/>
              <a:gd name="connsiteX31431" fmla="*/ 2512124 w 3114960"/>
              <a:gd name="connsiteY31431" fmla="*/ 2921699 h 5143785"/>
              <a:gd name="connsiteX31432" fmla="*/ 2398205 w 3114960"/>
              <a:gd name="connsiteY31432" fmla="*/ 2921699 h 5143785"/>
              <a:gd name="connsiteX31433" fmla="*/ 2397443 w 3114960"/>
              <a:gd name="connsiteY31433" fmla="*/ 2920460 h 5143785"/>
              <a:gd name="connsiteX31434" fmla="*/ 2388299 w 3114960"/>
              <a:gd name="connsiteY31434" fmla="*/ 2911317 h 5143785"/>
              <a:gd name="connsiteX31435" fmla="*/ 2381155 w 3114960"/>
              <a:gd name="connsiteY31435" fmla="*/ 2911317 h 5143785"/>
              <a:gd name="connsiteX31436" fmla="*/ 2372011 w 3114960"/>
              <a:gd name="connsiteY31436" fmla="*/ 2920460 h 5143785"/>
              <a:gd name="connsiteX31437" fmla="*/ 2370487 w 3114960"/>
              <a:gd name="connsiteY31437" fmla="*/ 2924080 h 5143785"/>
              <a:gd name="connsiteX31438" fmla="*/ 2372011 w 3114960"/>
              <a:gd name="connsiteY31438" fmla="*/ 2927699 h 5143785"/>
              <a:gd name="connsiteX31439" fmla="*/ 2381155 w 3114960"/>
              <a:gd name="connsiteY31439" fmla="*/ 2936843 h 5143785"/>
              <a:gd name="connsiteX31440" fmla="*/ 2384774 w 3114960"/>
              <a:gd name="connsiteY31440" fmla="*/ 2938367 h 5143785"/>
              <a:gd name="connsiteX31441" fmla="*/ 2388394 w 3114960"/>
              <a:gd name="connsiteY31441" fmla="*/ 2936843 h 5143785"/>
              <a:gd name="connsiteX31442" fmla="*/ 2397538 w 3114960"/>
              <a:gd name="connsiteY31442" fmla="*/ 2927699 h 5143785"/>
              <a:gd name="connsiteX31443" fmla="*/ 2398300 w 3114960"/>
              <a:gd name="connsiteY31443" fmla="*/ 2926461 h 5143785"/>
              <a:gd name="connsiteX31444" fmla="*/ 2510123 w 3114960"/>
              <a:gd name="connsiteY31444" fmla="*/ 2926461 h 5143785"/>
              <a:gd name="connsiteX31445" fmla="*/ 2536508 w 3114960"/>
              <a:gd name="connsiteY31445" fmla="*/ 2954655 h 5143785"/>
              <a:gd name="connsiteX31446" fmla="*/ 2677478 w 3114960"/>
              <a:gd name="connsiteY31446" fmla="*/ 2955512 h 5143785"/>
              <a:gd name="connsiteX31447" fmla="*/ 2678430 w 3114960"/>
              <a:gd name="connsiteY31447" fmla="*/ 2958275 h 5143785"/>
              <a:gd name="connsiteX31448" fmla="*/ 2684717 w 3114960"/>
              <a:gd name="connsiteY31448" fmla="*/ 2963228 h 5143785"/>
              <a:gd name="connsiteX31449" fmla="*/ 2687479 w 3114960"/>
              <a:gd name="connsiteY31449" fmla="*/ 2963609 h 5143785"/>
              <a:gd name="connsiteX31450" fmla="*/ 2692622 w 3114960"/>
              <a:gd name="connsiteY31450" fmla="*/ 2962275 h 5143785"/>
              <a:gd name="connsiteX31451" fmla="*/ 2697575 w 3114960"/>
              <a:gd name="connsiteY31451" fmla="*/ 2955988 h 5143785"/>
              <a:gd name="connsiteX31452" fmla="*/ 2696623 w 3114960"/>
              <a:gd name="connsiteY31452" fmla="*/ 2948083 h 5143785"/>
              <a:gd name="connsiteX31453" fmla="*/ 2690336 w 3114960"/>
              <a:gd name="connsiteY31453" fmla="*/ 2943130 h 5143785"/>
              <a:gd name="connsiteX31454" fmla="*/ 2394014 w 3114960"/>
              <a:gd name="connsiteY31454" fmla="*/ 2924366 h 5143785"/>
              <a:gd name="connsiteX31455" fmla="*/ 2384393 w 3114960"/>
              <a:gd name="connsiteY31455" fmla="*/ 2933510 h 5143785"/>
              <a:gd name="connsiteX31456" fmla="*/ 2375249 w 3114960"/>
              <a:gd name="connsiteY31456" fmla="*/ 2923889 h 5143785"/>
              <a:gd name="connsiteX31457" fmla="*/ 2384870 w 3114960"/>
              <a:gd name="connsiteY31457" fmla="*/ 2914745 h 5143785"/>
              <a:gd name="connsiteX31458" fmla="*/ 2394014 w 3114960"/>
              <a:gd name="connsiteY31458" fmla="*/ 2923889 h 5143785"/>
              <a:gd name="connsiteX31459" fmla="*/ 2394014 w 3114960"/>
              <a:gd name="connsiteY31459" fmla="*/ 2924366 h 5143785"/>
              <a:gd name="connsiteX31460" fmla="*/ 2692908 w 3114960"/>
              <a:gd name="connsiteY31460" fmla="*/ 2954655 h 5143785"/>
              <a:gd name="connsiteX31461" fmla="*/ 2690241 w 3114960"/>
              <a:gd name="connsiteY31461" fmla="*/ 2958084 h 5143785"/>
              <a:gd name="connsiteX31462" fmla="*/ 2685955 w 3114960"/>
              <a:gd name="connsiteY31462" fmla="*/ 2958655 h 5143785"/>
              <a:gd name="connsiteX31463" fmla="*/ 2682526 w 3114960"/>
              <a:gd name="connsiteY31463" fmla="*/ 2955988 h 5143785"/>
              <a:gd name="connsiteX31464" fmla="*/ 2681954 w 3114960"/>
              <a:gd name="connsiteY31464" fmla="*/ 2951702 h 5143785"/>
              <a:gd name="connsiteX31465" fmla="*/ 2684621 w 3114960"/>
              <a:gd name="connsiteY31465" fmla="*/ 2948273 h 5143785"/>
              <a:gd name="connsiteX31466" fmla="*/ 2687479 w 3114960"/>
              <a:gd name="connsiteY31466" fmla="*/ 2947511 h 5143785"/>
              <a:gd name="connsiteX31467" fmla="*/ 2689003 w 3114960"/>
              <a:gd name="connsiteY31467" fmla="*/ 2947702 h 5143785"/>
              <a:gd name="connsiteX31468" fmla="*/ 2689003 w 3114960"/>
              <a:gd name="connsiteY31468" fmla="*/ 2947702 h 5143785"/>
              <a:gd name="connsiteX31469" fmla="*/ 2692432 w 3114960"/>
              <a:gd name="connsiteY31469" fmla="*/ 2950369 h 5143785"/>
              <a:gd name="connsiteX31470" fmla="*/ 2693003 w 3114960"/>
              <a:gd name="connsiteY31470" fmla="*/ 2954655 h 5143785"/>
              <a:gd name="connsiteX31471" fmla="*/ 133636 w 3114960"/>
              <a:gd name="connsiteY31471" fmla="*/ 2047018 h 5143785"/>
              <a:gd name="connsiteX31472" fmla="*/ 146304 w 3114960"/>
              <a:gd name="connsiteY31472" fmla="*/ 2047018 h 5143785"/>
              <a:gd name="connsiteX31473" fmla="*/ 153162 w 3114960"/>
              <a:gd name="connsiteY31473" fmla="*/ 2040160 h 5143785"/>
              <a:gd name="connsiteX31474" fmla="*/ 153162 w 3114960"/>
              <a:gd name="connsiteY31474" fmla="*/ 2027492 h 5143785"/>
              <a:gd name="connsiteX31475" fmla="*/ 152495 w 3114960"/>
              <a:gd name="connsiteY31475" fmla="*/ 2024634 h 5143785"/>
              <a:gd name="connsiteX31476" fmla="*/ 199454 w 3114960"/>
              <a:gd name="connsiteY31476" fmla="*/ 1981867 h 5143785"/>
              <a:gd name="connsiteX31477" fmla="*/ 267938 w 3114960"/>
              <a:gd name="connsiteY31477" fmla="*/ 1981867 h 5143785"/>
              <a:gd name="connsiteX31478" fmla="*/ 278987 w 3114960"/>
              <a:gd name="connsiteY31478" fmla="*/ 1991011 h 5143785"/>
              <a:gd name="connsiteX31479" fmla="*/ 290513 w 3114960"/>
              <a:gd name="connsiteY31479" fmla="*/ 1979486 h 5143785"/>
              <a:gd name="connsiteX31480" fmla="*/ 278987 w 3114960"/>
              <a:gd name="connsiteY31480" fmla="*/ 1967960 h 5143785"/>
              <a:gd name="connsiteX31481" fmla="*/ 267938 w 3114960"/>
              <a:gd name="connsiteY31481" fmla="*/ 1977104 h 5143785"/>
              <a:gd name="connsiteX31482" fmla="*/ 197549 w 3114960"/>
              <a:gd name="connsiteY31482" fmla="*/ 1977104 h 5143785"/>
              <a:gd name="connsiteX31483" fmla="*/ 149066 w 3114960"/>
              <a:gd name="connsiteY31483" fmla="*/ 2021300 h 5143785"/>
              <a:gd name="connsiteX31484" fmla="*/ 146304 w 3114960"/>
              <a:gd name="connsiteY31484" fmla="*/ 2020634 h 5143785"/>
              <a:gd name="connsiteX31485" fmla="*/ 133636 w 3114960"/>
              <a:gd name="connsiteY31485" fmla="*/ 2020634 h 5143785"/>
              <a:gd name="connsiteX31486" fmla="*/ 126778 w 3114960"/>
              <a:gd name="connsiteY31486" fmla="*/ 2027492 h 5143785"/>
              <a:gd name="connsiteX31487" fmla="*/ 126778 w 3114960"/>
              <a:gd name="connsiteY31487" fmla="*/ 2040160 h 5143785"/>
              <a:gd name="connsiteX31488" fmla="*/ 133636 w 3114960"/>
              <a:gd name="connsiteY31488" fmla="*/ 2047018 h 5143785"/>
              <a:gd name="connsiteX31489" fmla="*/ 278892 w 3114960"/>
              <a:gd name="connsiteY31489" fmla="*/ 1972723 h 5143785"/>
              <a:gd name="connsiteX31490" fmla="*/ 285655 w 3114960"/>
              <a:gd name="connsiteY31490" fmla="*/ 1979486 h 5143785"/>
              <a:gd name="connsiteX31491" fmla="*/ 278892 w 3114960"/>
              <a:gd name="connsiteY31491" fmla="*/ 1986248 h 5143785"/>
              <a:gd name="connsiteX31492" fmla="*/ 272129 w 3114960"/>
              <a:gd name="connsiteY31492" fmla="*/ 1979486 h 5143785"/>
              <a:gd name="connsiteX31493" fmla="*/ 278892 w 3114960"/>
              <a:gd name="connsiteY31493" fmla="*/ 1972723 h 5143785"/>
              <a:gd name="connsiteX31494" fmla="*/ 131540 w 3114960"/>
              <a:gd name="connsiteY31494" fmla="*/ 2027492 h 5143785"/>
              <a:gd name="connsiteX31495" fmla="*/ 133636 w 3114960"/>
              <a:gd name="connsiteY31495" fmla="*/ 2025396 h 5143785"/>
              <a:gd name="connsiteX31496" fmla="*/ 146304 w 3114960"/>
              <a:gd name="connsiteY31496" fmla="*/ 2025396 h 5143785"/>
              <a:gd name="connsiteX31497" fmla="*/ 148400 w 3114960"/>
              <a:gd name="connsiteY31497" fmla="*/ 2027492 h 5143785"/>
              <a:gd name="connsiteX31498" fmla="*/ 148400 w 3114960"/>
              <a:gd name="connsiteY31498" fmla="*/ 2040160 h 5143785"/>
              <a:gd name="connsiteX31499" fmla="*/ 146304 w 3114960"/>
              <a:gd name="connsiteY31499" fmla="*/ 2042255 h 5143785"/>
              <a:gd name="connsiteX31500" fmla="*/ 133636 w 3114960"/>
              <a:gd name="connsiteY31500" fmla="*/ 2042255 h 5143785"/>
              <a:gd name="connsiteX31501" fmla="*/ 131540 w 3114960"/>
              <a:gd name="connsiteY31501" fmla="*/ 2040160 h 5143785"/>
              <a:gd name="connsiteX31502" fmla="*/ 131540 w 3114960"/>
              <a:gd name="connsiteY31502" fmla="*/ 2027492 h 5143785"/>
              <a:gd name="connsiteX31503" fmla="*/ 144590 w 3114960"/>
              <a:gd name="connsiteY31503" fmla="*/ 1968722 h 5143785"/>
              <a:gd name="connsiteX31504" fmla="*/ 150686 w 3114960"/>
              <a:gd name="connsiteY31504" fmla="*/ 1970723 h 5143785"/>
              <a:gd name="connsiteX31505" fmla="*/ 162211 w 3114960"/>
              <a:gd name="connsiteY31505" fmla="*/ 1959197 h 5143785"/>
              <a:gd name="connsiteX31506" fmla="*/ 150686 w 3114960"/>
              <a:gd name="connsiteY31506" fmla="*/ 1947672 h 5143785"/>
              <a:gd name="connsiteX31507" fmla="*/ 139160 w 3114960"/>
              <a:gd name="connsiteY31507" fmla="*/ 1959197 h 5143785"/>
              <a:gd name="connsiteX31508" fmla="*/ 141161 w 3114960"/>
              <a:gd name="connsiteY31508" fmla="*/ 1965293 h 5143785"/>
              <a:gd name="connsiteX31509" fmla="*/ 88964 w 3114960"/>
              <a:gd name="connsiteY31509" fmla="*/ 2011966 h 5143785"/>
              <a:gd name="connsiteX31510" fmla="*/ 95 w 3114960"/>
              <a:gd name="connsiteY31510" fmla="*/ 2011394 h 5143785"/>
              <a:gd name="connsiteX31511" fmla="*/ 95 w 3114960"/>
              <a:gd name="connsiteY31511" fmla="*/ 2016157 h 5143785"/>
              <a:gd name="connsiteX31512" fmla="*/ 90773 w 3114960"/>
              <a:gd name="connsiteY31512" fmla="*/ 2016728 h 5143785"/>
              <a:gd name="connsiteX31513" fmla="*/ 144590 w 3114960"/>
              <a:gd name="connsiteY31513" fmla="*/ 1968722 h 5143785"/>
              <a:gd name="connsiteX31514" fmla="*/ 150686 w 3114960"/>
              <a:gd name="connsiteY31514" fmla="*/ 1952530 h 5143785"/>
              <a:gd name="connsiteX31515" fmla="*/ 157448 w 3114960"/>
              <a:gd name="connsiteY31515" fmla="*/ 1959293 h 5143785"/>
              <a:gd name="connsiteX31516" fmla="*/ 150686 w 3114960"/>
              <a:gd name="connsiteY31516" fmla="*/ 1966055 h 5143785"/>
              <a:gd name="connsiteX31517" fmla="*/ 143923 w 3114960"/>
              <a:gd name="connsiteY31517" fmla="*/ 1959293 h 5143785"/>
              <a:gd name="connsiteX31518" fmla="*/ 150686 w 3114960"/>
              <a:gd name="connsiteY31518" fmla="*/ 1952530 h 5143785"/>
              <a:gd name="connsiteX31519" fmla="*/ 2380393 w 3114960"/>
              <a:gd name="connsiteY31519" fmla="*/ 1379696 h 5143785"/>
              <a:gd name="connsiteX31520" fmla="*/ 2397252 w 3114960"/>
              <a:gd name="connsiteY31520" fmla="*/ 1379696 h 5143785"/>
              <a:gd name="connsiteX31521" fmla="*/ 2403920 w 3114960"/>
              <a:gd name="connsiteY31521" fmla="*/ 1373029 h 5143785"/>
              <a:gd name="connsiteX31522" fmla="*/ 2403920 w 3114960"/>
              <a:gd name="connsiteY31522" fmla="*/ 1356170 h 5143785"/>
              <a:gd name="connsiteX31523" fmla="*/ 2397252 w 3114960"/>
              <a:gd name="connsiteY31523" fmla="*/ 1349502 h 5143785"/>
              <a:gd name="connsiteX31524" fmla="*/ 2380393 w 3114960"/>
              <a:gd name="connsiteY31524" fmla="*/ 1349502 h 5143785"/>
              <a:gd name="connsiteX31525" fmla="*/ 2373725 w 3114960"/>
              <a:gd name="connsiteY31525" fmla="*/ 1356170 h 5143785"/>
              <a:gd name="connsiteX31526" fmla="*/ 2373725 w 3114960"/>
              <a:gd name="connsiteY31526" fmla="*/ 1373029 h 5143785"/>
              <a:gd name="connsiteX31527" fmla="*/ 2380393 w 3114960"/>
              <a:gd name="connsiteY31527" fmla="*/ 1379696 h 5143785"/>
              <a:gd name="connsiteX31528" fmla="*/ 2378488 w 3114960"/>
              <a:gd name="connsiteY31528" fmla="*/ 1356170 h 5143785"/>
              <a:gd name="connsiteX31529" fmla="*/ 2380393 w 3114960"/>
              <a:gd name="connsiteY31529" fmla="*/ 1354265 h 5143785"/>
              <a:gd name="connsiteX31530" fmla="*/ 2397252 w 3114960"/>
              <a:gd name="connsiteY31530" fmla="*/ 1354265 h 5143785"/>
              <a:gd name="connsiteX31531" fmla="*/ 2399157 w 3114960"/>
              <a:gd name="connsiteY31531" fmla="*/ 1356170 h 5143785"/>
              <a:gd name="connsiteX31532" fmla="*/ 2399157 w 3114960"/>
              <a:gd name="connsiteY31532" fmla="*/ 1373029 h 5143785"/>
              <a:gd name="connsiteX31533" fmla="*/ 2397252 w 3114960"/>
              <a:gd name="connsiteY31533" fmla="*/ 1374934 h 5143785"/>
              <a:gd name="connsiteX31534" fmla="*/ 2380393 w 3114960"/>
              <a:gd name="connsiteY31534" fmla="*/ 1374934 h 5143785"/>
              <a:gd name="connsiteX31535" fmla="*/ 2378488 w 3114960"/>
              <a:gd name="connsiteY31535" fmla="*/ 1373029 h 5143785"/>
              <a:gd name="connsiteX31536" fmla="*/ 2378488 w 3114960"/>
              <a:gd name="connsiteY31536" fmla="*/ 1356170 h 5143785"/>
              <a:gd name="connsiteX31537" fmla="*/ 2460308 w 3114960"/>
              <a:gd name="connsiteY31537" fmla="*/ 3004757 h 5143785"/>
              <a:gd name="connsiteX31538" fmla="*/ 2464975 w 3114960"/>
              <a:gd name="connsiteY31538" fmla="*/ 3011329 h 5143785"/>
              <a:gd name="connsiteX31539" fmla="*/ 2470595 w 3114960"/>
              <a:gd name="connsiteY31539" fmla="*/ 3012948 h 5143785"/>
              <a:gd name="connsiteX31540" fmla="*/ 2472976 w 3114960"/>
              <a:gd name="connsiteY31540" fmla="*/ 3012662 h 5143785"/>
              <a:gd name="connsiteX31541" fmla="*/ 2479643 w 3114960"/>
              <a:gd name="connsiteY31541" fmla="*/ 3007995 h 5143785"/>
              <a:gd name="connsiteX31542" fmla="*/ 2481072 w 3114960"/>
              <a:gd name="connsiteY31542" fmla="*/ 2999994 h 5143785"/>
              <a:gd name="connsiteX31543" fmla="*/ 2468404 w 3114960"/>
              <a:gd name="connsiteY31543" fmla="*/ 2991993 h 5143785"/>
              <a:gd name="connsiteX31544" fmla="*/ 2460498 w 3114960"/>
              <a:gd name="connsiteY31544" fmla="*/ 2999994 h 5143785"/>
              <a:gd name="connsiteX31545" fmla="*/ 2359152 w 3114960"/>
              <a:gd name="connsiteY31545" fmla="*/ 2999994 h 5143785"/>
              <a:gd name="connsiteX31546" fmla="*/ 2338673 w 3114960"/>
              <a:gd name="connsiteY31546" fmla="*/ 3020663 h 5143785"/>
              <a:gd name="connsiteX31547" fmla="*/ 2333435 w 3114960"/>
              <a:gd name="connsiteY31547" fmla="*/ 3019997 h 5143785"/>
              <a:gd name="connsiteX31548" fmla="*/ 2327148 w 3114960"/>
              <a:gd name="connsiteY31548" fmla="*/ 3029807 h 5143785"/>
              <a:gd name="connsiteX31549" fmla="*/ 2336959 w 3114960"/>
              <a:gd name="connsiteY31549" fmla="*/ 3036094 h 5143785"/>
              <a:gd name="connsiteX31550" fmla="*/ 2343245 w 3114960"/>
              <a:gd name="connsiteY31550" fmla="*/ 3026283 h 5143785"/>
              <a:gd name="connsiteX31551" fmla="*/ 2342198 w 3114960"/>
              <a:gd name="connsiteY31551" fmla="*/ 3023902 h 5143785"/>
              <a:gd name="connsiteX31552" fmla="*/ 2361152 w 3114960"/>
              <a:gd name="connsiteY31552" fmla="*/ 3004757 h 5143785"/>
              <a:gd name="connsiteX31553" fmla="*/ 2460403 w 3114960"/>
              <a:gd name="connsiteY31553" fmla="*/ 3004757 h 5143785"/>
              <a:gd name="connsiteX31554" fmla="*/ 2469356 w 3114960"/>
              <a:gd name="connsiteY31554" fmla="*/ 2996660 h 5143785"/>
              <a:gd name="connsiteX31555" fmla="*/ 2476310 w 3114960"/>
              <a:gd name="connsiteY31555" fmla="*/ 3001137 h 5143785"/>
              <a:gd name="connsiteX31556" fmla="*/ 2475548 w 3114960"/>
              <a:gd name="connsiteY31556" fmla="*/ 3005519 h 5143785"/>
              <a:gd name="connsiteX31557" fmla="*/ 2471833 w 3114960"/>
              <a:gd name="connsiteY31557" fmla="*/ 3008090 h 5143785"/>
              <a:gd name="connsiteX31558" fmla="*/ 2467451 w 3114960"/>
              <a:gd name="connsiteY31558" fmla="*/ 3007328 h 5143785"/>
              <a:gd name="connsiteX31559" fmla="*/ 2464880 w 3114960"/>
              <a:gd name="connsiteY31559" fmla="*/ 3003613 h 5143785"/>
              <a:gd name="connsiteX31560" fmla="*/ 2469356 w 3114960"/>
              <a:gd name="connsiteY31560" fmla="*/ 2996660 h 5143785"/>
              <a:gd name="connsiteX31561" fmla="*/ 2138363 w 3114960"/>
              <a:gd name="connsiteY31561" fmla="*/ 3404807 h 5143785"/>
              <a:gd name="connsiteX31562" fmla="*/ 2143125 w 3114960"/>
              <a:gd name="connsiteY31562" fmla="*/ 3404807 h 5143785"/>
              <a:gd name="connsiteX31563" fmla="*/ 2143125 w 3114960"/>
              <a:gd name="connsiteY31563" fmla="*/ 3421856 h 5143785"/>
              <a:gd name="connsiteX31564" fmla="*/ 2138363 w 3114960"/>
              <a:gd name="connsiteY31564" fmla="*/ 3421856 h 5143785"/>
              <a:gd name="connsiteX31565" fmla="*/ 2138363 w 3114960"/>
              <a:gd name="connsiteY31565" fmla="*/ 3404807 h 5143785"/>
              <a:gd name="connsiteX31566" fmla="*/ 1909953 w 3114960"/>
              <a:gd name="connsiteY31566" fmla="*/ 1470565 h 5143785"/>
              <a:gd name="connsiteX31567" fmla="*/ 1906143 w 3114960"/>
              <a:gd name="connsiteY31567" fmla="*/ 1466755 h 5143785"/>
              <a:gd name="connsiteX31568" fmla="*/ 1906143 w 3114960"/>
              <a:gd name="connsiteY31568" fmla="*/ 1452086 h 5143785"/>
              <a:gd name="connsiteX31569" fmla="*/ 1909953 w 3114960"/>
              <a:gd name="connsiteY31569" fmla="*/ 1448276 h 5143785"/>
              <a:gd name="connsiteX31570" fmla="*/ 1924622 w 3114960"/>
              <a:gd name="connsiteY31570" fmla="*/ 1448276 h 5143785"/>
              <a:gd name="connsiteX31571" fmla="*/ 1928432 w 3114960"/>
              <a:gd name="connsiteY31571" fmla="*/ 1452086 h 5143785"/>
              <a:gd name="connsiteX31572" fmla="*/ 1928432 w 3114960"/>
              <a:gd name="connsiteY31572" fmla="*/ 1466755 h 5143785"/>
              <a:gd name="connsiteX31573" fmla="*/ 1924622 w 3114960"/>
              <a:gd name="connsiteY31573" fmla="*/ 1470565 h 5143785"/>
              <a:gd name="connsiteX31574" fmla="*/ 1909953 w 3114960"/>
              <a:gd name="connsiteY31574" fmla="*/ 1470565 h 5143785"/>
              <a:gd name="connsiteX31575" fmla="*/ 1872710 w 3114960"/>
              <a:gd name="connsiteY31575" fmla="*/ 1466660 h 5143785"/>
              <a:gd name="connsiteX31576" fmla="*/ 1872710 w 3114960"/>
              <a:gd name="connsiteY31576" fmla="*/ 1451991 h 5143785"/>
              <a:gd name="connsiteX31577" fmla="*/ 1876520 w 3114960"/>
              <a:gd name="connsiteY31577" fmla="*/ 1448181 h 5143785"/>
              <a:gd name="connsiteX31578" fmla="*/ 1891189 w 3114960"/>
              <a:gd name="connsiteY31578" fmla="*/ 1448181 h 5143785"/>
              <a:gd name="connsiteX31579" fmla="*/ 1894999 w 3114960"/>
              <a:gd name="connsiteY31579" fmla="*/ 1451991 h 5143785"/>
              <a:gd name="connsiteX31580" fmla="*/ 1894999 w 3114960"/>
              <a:gd name="connsiteY31580" fmla="*/ 1466660 h 5143785"/>
              <a:gd name="connsiteX31581" fmla="*/ 1891189 w 3114960"/>
              <a:gd name="connsiteY31581" fmla="*/ 1470470 h 5143785"/>
              <a:gd name="connsiteX31582" fmla="*/ 1876520 w 3114960"/>
              <a:gd name="connsiteY31582" fmla="*/ 1470470 h 5143785"/>
              <a:gd name="connsiteX31583" fmla="*/ 1872710 w 3114960"/>
              <a:gd name="connsiteY31583" fmla="*/ 1466660 h 5143785"/>
              <a:gd name="connsiteX31584" fmla="*/ 657892 w 3114960"/>
              <a:gd name="connsiteY31584" fmla="*/ 1394651 h 5143785"/>
              <a:gd name="connsiteX31585" fmla="*/ 648081 w 3114960"/>
              <a:gd name="connsiteY31585" fmla="*/ 1384840 h 5143785"/>
              <a:gd name="connsiteX31586" fmla="*/ 638842 w 3114960"/>
              <a:gd name="connsiteY31586" fmla="*/ 1392269 h 5143785"/>
              <a:gd name="connsiteX31587" fmla="*/ 610838 w 3114960"/>
              <a:gd name="connsiteY31587" fmla="*/ 1392269 h 5143785"/>
              <a:gd name="connsiteX31588" fmla="*/ 554831 w 3114960"/>
              <a:gd name="connsiteY31588" fmla="*/ 1443800 h 5143785"/>
              <a:gd name="connsiteX31589" fmla="*/ 527495 w 3114960"/>
              <a:gd name="connsiteY31589" fmla="*/ 1443800 h 5143785"/>
              <a:gd name="connsiteX31590" fmla="*/ 515588 w 3114960"/>
              <a:gd name="connsiteY31590" fmla="*/ 1433894 h 5143785"/>
              <a:gd name="connsiteX31591" fmla="*/ 503206 w 3114960"/>
              <a:gd name="connsiteY31591" fmla="*/ 1446276 h 5143785"/>
              <a:gd name="connsiteX31592" fmla="*/ 515588 w 3114960"/>
              <a:gd name="connsiteY31592" fmla="*/ 1458659 h 5143785"/>
              <a:gd name="connsiteX31593" fmla="*/ 527495 w 3114960"/>
              <a:gd name="connsiteY31593" fmla="*/ 1448657 h 5143785"/>
              <a:gd name="connsiteX31594" fmla="*/ 556736 w 3114960"/>
              <a:gd name="connsiteY31594" fmla="*/ 1448657 h 5143785"/>
              <a:gd name="connsiteX31595" fmla="*/ 612743 w 3114960"/>
              <a:gd name="connsiteY31595" fmla="*/ 1397032 h 5143785"/>
              <a:gd name="connsiteX31596" fmla="*/ 638937 w 3114960"/>
              <a:gd name="connsiteY31596" fmla="*/ 1397032 h 5143785"/>
              <a:gd name="connsiteX31597" fmla="*/ 648176 w 3114960"/>
              <a:gd name="connsiteY31597" fmla="*/ 1404366 h 5143785"/>
              <a:gd name="connsiteX31598" fmla="*/ 657987 w 3114960"/>
              <a:gd name="connsiteY31598" fmla="*/ 1394651 h 5143785"/>
              <a:gd name="connsiteX31599" fmla="*/ 515588 w 3114960"/>
              <a:gd name="connsiteY31599" fmla="*/ 1453991 h 5143785"/>
              <a:gd name="connsiteX31600" fmla="*/ 507968 w 3114960"/>
              <a:gd name="connsiteY31600" fmla="*/ 1446371 h 5143785"/>
              <a:gd name="connsiteX31601" fmla="*/ 515588 w 3114960"/>
              <a:gd name="connsiteY31601" fmla="*/ 1438751 h 5143785"/>
              <a:gd name="connsiteX31602" fmla="*/ 523208 w 3114960"/>
              <a:gd name="connsiteY31602" fmla="*/ 1446371 h 5143785"/>
              <a:gd name="connsiteX31603" fmla="*/ 515588 w 3114960"/>
              <a:gd name="connsiteY31603" fmla="*/ 1453991 h 5143785"/>
              <a:gd name="connsiteX31604" fmla="*/ 643128 w 3114960"/>
              <a:gd name="connsiteY31604" fmla="*/ 1394651 h 5143785"/>
              <a:gd name="connsiteX31605" fmla="*/ 648081 w 3114960"/>
              <a:gd name="connsiteY31605" fmla="*/ 1389602 h 5143785"/>
              <a:gd name="connsiteX31606" fmla="*/ 653129 w 3114960"/>
              <a:gd name="connsiteY31606" fmla="*/ 1394651 h 5143785"/>
              <a:gd name="connsiteX31607" fmla="*/ 648081 w 3114960"/>
              <a:gd name="connsiteY31607" fmla="*/ 1399603 h 5143785"/>
              <a:gd name="connsiteX31608" fmla="*/ 643128 w 3114960"/>
              <a:gd name="connsiteY31608" fmla="*/ 1394651 h 5143785"/>
              <a:gd name="connsiteX31609" fmla="*/ 2106454 w 3114960"/>
              <a:gd name="connsiteY31609" fmla="*/ 1480566 h 5143785"/>
              <a:gd name="connsiteX31610" fmla="*/ 2261902 w 3114960"/>
              <a:gd name="connsiteY31610" fmla="*/ 1481614 h 5143785"/>
              <a:gd name="connsiteX31611" fmla="*/ 2322576 w 3114960"/>
              <a:gd name="connsiteY31611" fmla="*/ 1426845 h 5143785"/>
              <a:gd name="connsiteX31612" fmla="*/ 2322862 w 3114960"/>
              <a:gd name="connsiteY31612" fmla="*/ 1427036 h 5143785"/>
              <a:gd name="connsiteX31613" fmla="*/ 2330101 w 3114960"/>
              <a:gd name="connsiteY31613" fmla="*/ 1428941 h 5143785"/>
              <a:gd name="connsiteX31614" fmla="*/ 2342769 w 3114960"/>
              <a:gd name="connsiteY31614" fmla="*/ 1421702 h 5143785"/>
              <a:gd name="connsiteX31615" fmla="*/ 2337435 w 3114960"/>
              <a:gd name="connsiteY31615" fmla="*/ 1401794 h 5143785"/>
              <a:gd name="connsiteX31616" fmla="*/ 2326386 w 3114960"/>
              <a:gd name="connsiteY31616" fmla="*/ 1400366 h 5143785"/>
              <a:gd name="connsiteX31617" fmla="*/ 2317528 w 3114960"/>
              <a:gd name="connsiteY31617" fmla="*/ 1407128 h 5143785"/>
              <a:gd name="connsiteX31618" fmla="*/ 2316575 w 3114960"/>
              <a:gd name="connsiteY31618" fmla="*/ 1419416 h 5143785"/>
              <a:gd name="connsiteX31619" fmla="*/ 2258282 w 3114960"/>
              <a:gd name="connsiteY31619" fmla="*/ 1471994 h 5143785"/>
              <a:gd name="connsiteX31620" fmla="*/ 2103596 w 3114960"/>
              <a:gd name="connsiteY31620" fmla="*/ 1470946 h 5143785"/>
              <a:gd name="connsiteX31621" fmla="*/ 2033683 w 3114960"/>
              <a:gd name="connsiteY31621" fmla="*/ 1519428 h 5143785"/>
              <a:gd name="connsiteX31622" fmla="*/ 1946243 w 3114960"/>
              <a:gd name="connsiteY31622" fmla="*/ 1519047 h 5143785"/>
              <a:gd name="connsiteX31623" fmla="*/ 1945862 w 3114960"/>
              <a:gd name="connsiteY31623" fmla="*/ 1517904 h 5143785"/>
              <a:gd name="connsiteX31624" fmla="*/ 1929289 w 3114960"/>
              <a:gd name="connsiteY31624" fmla="*/ 1513427 h 5143785"/>
              <a:gd name="connsiteX31625" fmla="*/ 1924812 w 3114960"/>
              <a:gd name="connsiteY31625" fmla="*/ 1530001 h 5143785"/>
              <a:gd name="connsiteX31626" fmla="*/ 1941386 w 3114960"/>
              <a:gd name="connsiteY31626" fmla="*/ 1534478 h 5143785"/>
              <a:gd name="connsiteX31627" fmla="*/ 1946339 w 3114960"/>
              <a:gd name="connsiteY31627" fmla="*/ 1528572 h 5143785"/>
              <a:gd name="connsiteX31628" fmla="*/ 2036636 w 3114960"/>
              <a:gd name="connsiteY31628" fmla="*/ 1528953 h 5143785"/>
              <a:gd name="connsiteX31629" fmla="*/ 2106549 w 3114960"/>
              <a:gd name="connsiteY31629" fmla="*/ 1480566 h 5143785"/>
              <a:gd name="connsiteX31630" fmla="*/ 2321624 w 3114960"/>
              <a:gd name="connsiteY31630" fmla="*/ 1409605 h 5143785"/>
              <a:gd name="connsiteX31631" fmla="*/ 2327529 w 3114960"/>
              <a:gd name="connsiteY31631" fmla="*/ 1405033 h 5143785"/>
              <a:gd name="connsiteX31632" fmla="*/ 2330101 w 3114960"/>
              <a:gd name="connsiteY31632" fmla="*/ 1404652 h 5143785"/>
              <a:gd name="connsiteX31633" fmla="*/ 2334959 w 3114960"/>
              <a:gd name="connsiteY31633" fmla="*/ 1405985 h 5143785"/>
              <a:gd name="connsiteX31634" fmla="*/ 2338578 w 3114960"/>
              <a:gd name="connsiteY31634" fmla="*/ 1419320 h 5143785"/>
              <a:gd name="connsiteX31635" fmla="*/ 2325243 w 3114960"/>
              <a:gd name="connsiteY31635" fmla="*/ 1422940 h 5143785"/>
              <a:gd name="connsiteX31636" fmla="*/ 2320671 w 3114960"/>
              <a:gd name="connsiteY31636" fmla="*/ 1417034 h 5143785"/>
              <a:gd name="connsiteX31637" fmla="*/ 2321624 w 3114960"/>
              <a:gd name="connsiteY31637" fmla="*/ 1409605 h 5143785"/>
              <a:gd name="connsiteX31638" fmla="*/ 1976628 w 3114960"/>
              <a:gd name="connsiteY31638" fmla="*/ 1470565 h 5143785"/>
              <a:gd name="connsiteX31639" fmla="*/ 1972818 w 3114960"/>
              <a:gd name="connsiteY31639" fmla="*/ 1466755 h 5143785"/>
              <a:gd name="connsiteX31640" fmla="*/ 1972818 w 3114960"/>
              <a:gd name="connsiteY31640" fmla="*/ 1452086 h 5143785"/>
              <a:gd name="connsiteX31641" fmla="*/ 1976628 w 3114960"/>
              <a:gd name="connsiteY31641" fmla="*/ 1448276 h 5143785"/>
              <a:gd name="connsiteX31642" fmla="*/ 1991297 w 3114960"/>
              <a:gd name="connsiteY31642" fmla="*/ 1448276 h 5143785"/>
              <a:gd name="connsiteX31643" fmla="*/ 1995107 w 3114960"/>
              <a:gd name="connsiteY31643" fmla="*/ 1452086 h 5143785"/>
              <a:gd name="connsiteX31644" fmla="*/ 1995107 w 3114960"/>
              <a:gd name="connsiteY31644" fmla="*/ 1466755 h 5143785"/>
              <a:gd name="connsiteX31645" fmla="*/ 1991297 w 3114960"/>
              <a:gd name="connsiteY31645" fmla="*/ 1470565 h 5143785"/>
              <a:gd name="connsiteX31646" fmla="*/ 1976628 w 3114960"/>
              <a:gd name="connsiteY31646" fmla="*/ 1470565 h 5143785"/>
              <a:gd name="connsiteX31647" fmla="*/ 1943291 w 3114960"/>
              <a:gd name="connsiteY31647" fmla="*/ 1470565 h 5143785"/>
              <a:gd name="connsiteX31648" fmla="*/ 1939481 w 3114960"/>
              <a:gd name="connsiteY31648" fmla="*/ 1466755 h 5143785"/>
              <a:gd name="connsiteX31649" fmla="*/ 1939481 w 3114960"/>
              <a:gd name="connsiteY31649" fmla="*/ 1452086 h 5143785"/>
              <a:gd name="connsiteX31650" fmla="*/ 1943291 w 3114960"/>
              <a:gd name="connsiteY31650" fmla="*/ 1448276 h 5143785"/>
              <a:gd name="connsiteX31651" fmla="*/ 1957959 w 3114960"/>
              <a:gd name="connsiteY31651" fmla="*/ 1448276 h 5143785"/>
              <a:gd name="connsiteX31652" fmla="*/ 1961769 w 3114960"/>
              <a:gd name="connsiteY31652" fmla="*/ 1452086 h 5143785"/>
              <a:gd name="connsiteX31653" fmla="*/ 1961769 w 3114960"/>
              <a:gd name="connsiteY31653" fmla="*/ 1466755 h 5143785"/>
              <a:gd name="connsiteX31654" fmla="*/ 1957959 w 3114960"/>
              <a:gd name="connsiteY31654" fmla="*/ 1470565 h 5143785"/>
              <a:gd name="connsiteX31655" fmla="*/ 1943291 w 3114960"/>
              <a:gd name="connsiteY31655" fmla="*/ 1470565 h 5143785"/>
              <a:gd name="connsiteX31656" fmla="*/ 1885950 w 3114960"/>
              <a:gd name="connsiteY31656" fmla="*/ 1556766 h 5143785"/>
              <a:gd name="connsiteX31657" fmla="*/ 1888427 w 3114960"/>
              <a:gd name="connsiteY31657" fmla="*/ 1557242 h 5143785"/>
              <a:gd name="connsiteX31658" fmla="*/ 1890808 w 3114960"/>
              <a:gd name="connsiteY31658" fmla="*/ 1556766 h 5143785"/>
              <a:gd name="connsiteX31659" fmla="*/ 1894237 w 3114960"/>
              <a:gd name="connsiteY31659" fmla="*/ 1548575 h 5143785"/>
              <a:gd name="connsiteX31660" fmla="*/ 1890903 w 3114960"/>
              <a:gd name="connsiteY31660" fmla="*/ 1545146 h 5143785"/>
              <a:gd name="connsiteX31661" fmla="*/ 1886141 w 3114960"/>
              <a:gd name="connsiteY31661" fmla="*/ 1545146 h 5143785"/>
              <a:gd name="connsiteX31662" fmla="*/ 1882712 w 3114960"/>
              <a:gd name="connsiteY31662" fmla="*/ 1553337 h 5143785"/>
              <a:gd name="connsiteX31663" fmla="*/ 1886045 w 3114960"/>
              <a:gd name="connsiteY31663" fmla="*/ 1556766 h 5143785"/>
              <a:gd name="connsiteX31664" fmla="*/ 1886998 w 3114960"/>
              <a:gd name="connsiteY31664" fmla="*/ 1551527 h 5143785"/>
              <a:gd name="connsiteX31665" fmla="*/ 1886998 w 3114960"/>
              <a:gd name="connsiteY31665" fmla="*/ 1550384 h 5143785"/>
              <a:gd name="connsiteX31666" fmla="*/ 1887855 w 3114960"/>
              <a:gd name="connsiteY31666" fmla="*/ 1549527 h 5143785"/>
              <a:gd name="connsiteX31667" fmla="*/ 1888427 w 3114960"/>
              <a:gd name="connsiteY31667" fmla="*/ 1549432 h 5143785"/>
              <a:gd name="connsiteX31668" fmla="*/ 1889855 w 3114960"/>
              <a:gd name="connsiteY31668" fmla="*/ 1550384 h 5143785"/>
              <a:gd name="connsiteX31669" fmla="*/ 1888998 w 3114960"/>
              <a:gd name="connsiteY31669" fmla="*/ 1552385 h 5143785"/>
              <a:gd name="connsiteX31670" fmla="*/ 1887855 w 3114960"/>
              <a:gd name="connsiteY31670" fmla="*/ 1552385 h 5143785"/>
              <a:gd name="connsiteX31671" fmla="*/ 1887093 w 3114960"/>
              <a:gd name="connsiteY31671" fmla="*/ 1551527 h 5143785"/>
              <a:gd name="connsiteX31672" fmla="*/ 1887093 w 3114960"/>
              <a:gd name="connsiteY31672" fmla="*/ 1551527 h 5143785"/>
              <a:gd name="connsiteX31673" fmla="*/ 881063 w 3114960"/>
              <a:gd name="connsiteY31673" fmla="*/ 1124045 h 5143785"/>
              <a:gd name="connsiteX31674" fmla="*/ 871538 w 3114960"/>
              <a:gd name="connsiteY31674" fmla="*/ 1124045 h 5143785"/>
              <a:gd name="connsiteX31675" fmla="*/ 864870 w 3114960"/>
              <a:gd name="connsiteY31675" fmla="*/ 1130808 h 5143785"/>
              <a:gd name="connsiteX31676" fmla="*/ 864394 w 3114960"/>
              <a:gd name="connsiteY31676" fmla="*/ 1133189 h 5143785"/>
              <a:gd name="connsiteX31677" fmla="*/ 841534 w 3114960"/>
              <a:gd name="connsiteY31677" fmla="*/ 1133189 h 5143785"/>
              <a:gd name="connsiteX31678" fmla="*/ 840200 w 3114960"/>
              <a:gd name="connsiteY31678" fmla="*/ 1133570 h 5143785"/>
              <a:gd name="connsiteX31679" fmla="*/ 747998 w 3114960"/>
              <a:gd name="connsiteY31679" fmla="*/ 1192911 h 5143785"/>
              <a:gd name="connsiteX31680" fmla="*/ 714089 w 3114960"/>
              <a:gd name="connsiteY31680" fmla="*/ 1193387 h 5143785"/>
              <a:gd name="connsiteX31681" fmla="*/ 712851 w 3114960"/>
              <a:gd name="connsiteY31681" fmla="*/ 1193768 h 5143785"/>
              <a:gd name="connsiteX31682" fmla="*/ 686943 w 3114960"/>
              <a:gd name="connsiteY31682" fmla="*/ 1210913 h 5143785"/>
              <a:gd name="connsiteX31683" fmla="*/ 685895 w 3114960"/>
              <a:gd name="connsiteY31683" fmla="*/ 1212914 h 5143785"/>
              <a:gd name="connsiteX31684" fmla="*/ 685895 w 3114960"/>
              <a:gd name="connsiteY31684" fmla="*/ 1231582 h 5143785"/>
              <a:gd name="connsiteX31685" fmla="*/ 679037 w 3114960"/>
              <a:gd name="connsiteY31685" fmla="*/ 1237298 h 5143785"/>
              <a:gd name="connsiteX31686" fmla="*/ 684467 w 3114960"/>
              <a:gd name="connsiteY31686" fmla="*/ 1250442 h 5143785"/>
              <a:gd name="connsiteX31687" fmla="*/ 697611 w 3114960"/>
              <a:gd name="connsiteY31687" fmla="*/ 1245013 h 5143785"/>
              <a:gd name="connsiteX31688" fmla="*/ 692182 w 3114960"/>
              <a:gd name="connsiteY31688" fmla="*/ 1231868 h 5143785"/>
              <a:gd name="connsiteX31689" fmla="*/ 690753 w 3114960"/>
              <a:gd name="connsiteY31689" fmla="*/ 1231582 h 5143785"/>
              <a:gd name="connsiteX31690" fmla="*/ 690753 w 3114960"/>
              <a:gd name="connsiteY31690" fmla="*/ 1214247 h 5143785"/>
              <a:gd name="connsiteX31691" fmla="*/ 715042 w 3114960"/>
              <a:gd name="connsiteY31691" fmla="*/ 1198245 h 5143785"/>
              <a:gd name="connsiteX31692" fmla="*/ 748951 w 3114960"/>
              <a:gd name="connsiteY31692" fmla="*/ 1197769 h 5143785"/>
              <a:gd name="connsiteX31693" fmla="*/ 750189 w 3114960"/>
              <a:gd name="connsiteY31693" fmla="*/ 1197388 h 5143785"/>
              <a:gd name="connsiteX31694" fmla="*/ 842391 w 3114960"/>
              <a:gd name="connsiteY31694" fmla="*/ 1138047 h 5143785"/>
              <a:gd name="connsiteX31695" fmla="*/ 864489 w 3114960"/>
              <a:gd name="connsiteY31695" fmla="*/ 1138047 h 5143785"/>
              <a:gd name="connsiteX31696" fmla="*/ 864965 w 3114960"/>
              <a:gd name="connsiteY31696" fmla="*/ 1140428 h 5143785"/>
              <a:gd name="connsiteX31697" fmla="*/ 871728 w 3114960"/>
              <a:gd name="connsiteY31697" fmla="*/ 1147191 h 5143785"/>
              <a:gd name="connsiteX31698" fmla="*/ 876491 w 3114960"/>
              <a:gd name="connsiteY31698" fmla="*/ 1148144 h 5143785"/>
              <a:gd name="connsiteX31699" fmla="*/ 881253 w 3114960"/>
              <a:gd name="connsiteY31699" fmla="*/ 1147191 h 5143785"/>
              <a:gd name="connsiteX31700" fmla="*/ 888016 w 3114960"/>
              <a:gd name="connsiteY31700" fmla="*/ 1140428 h 5143785"/>
              <a:gd name="connsiteX31701" fmla="*/ 888016 w 3114960"/>
              <a:gd name="connsiteY31701" fmla="*/ 1130903 h 5143785"/>
              <a:gd name="connsiteX31702" fmla="*/ 881253 w 3114960"/>
              <a:gd name="connsiteY31702" fmla="*/ 1124141 h 5143785"/>
              <a:gd name="connsiteX31703" fmla="*/ 883349 w 3114960"/>
              <a:gd name="connsiteY31703" fmla="*/ 1138428 h 5143785"/>
              <a:gd name="connsiteX31704" fmla="*/ 879253 w 3114960"/>
              <a:gd name="connsiteY31704" fmla="*/ 1142619 h 5143785"/>
              <a:gd name="connsiteX31705" fmla="*/ 873347 w 3114960"/>
              <a:gd name="connsiteY31705" fmla="*/ 1142619 h 5143785"/>
              <a:gd name="connsiteX31706" fmla="*/ 869156 w 3114960"/>
              <a:gd name="connsiteY31706" fmla="*/ 1138523 h 5143785"/>
              <a:gd name="connsiteX31707" fmla="*/ 869156 w 3114960"/>
              <a:gd name="connsiteY31707" fmla="*/ 1132618 h 5143785"/>
              <a:gd name="connsiteX31708" fmla="*/ 873252 w 3114960"/>
              <a:gd name="connsiteY31708" fmla="*/ 1128427 h 5143785"/>
              <a:gd name="connsiteX31709" fmla="*/ 876205 w 3114960"/>
              <a:gd name="connsiteY31709" fmla="*/ 1127855 h 5143785"/>
              <a:gd name="connsiteX31710" fmla="*/ 879158 w 3114960"/>
              <a:gd name="connsiteY31710" fmla="*/ 1128427 h 5143785"/>
              <a:gd name="connsiteX31711" fmla="*/ 883253 w 3114960"/>
              <a:gd name="connsiteY31711" fmla="*/ 1132523 h 5143785"/>
              <a:gd name="connsiteX31712" fmla="*/ 883253 w 3114960"/>
              <a:gd name="connsiteY31712" fmla="*/ 1138428 h 5143785"/>
              <a:gd name="connsiteX31713" fmla="*/ 2454688 w 3114960"/>
              <a:gd name="connsiteY31713" fmla="*/ 2879027 h 5143785"/>
              <a:gd name="connsiteX31714" fmla="*/ 2473738 w 3114960"/>
              <a:gd name="connsiteY31714" fmla="*/ 2879027 h 5143785"/>
              <a:gd name="connsiteX31715" fmla="*/ 2473738 w 3114960"/>
              <a:gd name="connsiteY31715" fmla="*/ 2883789 h 5143785"/>
              <a:gd name="connsiteX31716" fmla="*/ 2454688 w 3114960"/>
              <a:gd name="connsiteY31716" fmla="*/ 2883789 h 5143785"/>
              <a:gd name="connsiteX31717" fmla="*/ 2454688 w 3114960"/>
              <a:gd name="connsiteY31717" fmla="*/ 2879027 h 5143785"/>
              <a:gd name="connsiteX31718" fmla="*/ 1742218 w 3114960"/>
              <a:gd name="connsiteY31718" fmla="*/ 1736217 h 5143785"/>
              <a:gd name="connsiteX31719" fmla="*/ 1734407 w 3114960"/>
              <a:gd name="connsiteY31719" fmla="*/ 1729740 h 5143785"/>
              <a:gd name="connsiteX31720" fmla="*/ 1726216 w 3114960"/>
              <a:gd name="connsiteY31720" fmla="*/ 1737932 h 5143785"/>
              <a:gd name="connsiteX31721" fmla="*/ 1734407 w 3114960"/>
              <a:gd name="connsiteY31721" fmla="*/ 1746123 h 5143785"/>
              <a:gd name="connsiteX31722" fmla="*/ 1741932 w 3114960"/>
              <a:gd name="connsiteY31722" fmla="*/ 1741075 h 5143785"/>
              <a:gd name="connsiteX31723" fmla="*/ 1817751 w 3114960"/>
              <a:gd name="connsiteY31723" fmla="*/ 1741075 h 5143785"/>
              <a:gd name="connsiteX31724" fmla="*/ 1846421 w 3114960"/>
              <a:gd name="connsiteY31724" fmla="*/ 1698593 h 5143785"/>
              <a:gd name="connsiteX31725" fmla="*/ 1846707 w 3114960"/>
              <a:gd name="connsiteY31725" fmla="*/ 1698022 h 5143785"/>
              <a:gd name="connsiteX31726" fmla="*/ 1846802 w 3114960"/>
              <a:gd name="connsiteY31726" fmla="*/ 1608487 h 5143785"/>
              <a:gd name="connsiteX31727" fmla="*/ 1881950 w 3114960"/>
              <a:gd name="connsiteY31727" fmla="*/ 1564005 h 5143785"/>
              <a:gd name="connsiteX31728" fmla="*/ 1888427 w 3114960"/>
              <a:gd name="connsiteY31728" fmla="*/ 1565720 h 5143785"/>
              <a:gd name="connsiteX31729" fmla="*/ 1893951 w 3114960"/>
              <a:gd name="connsiteY31729" fmla="*/ 1564672 h 5143785"/>
              <a:gd name="connsiteX31730" fmla="*/ 1901952 w 3114960"/>
              <a:gd name="connsiteY31730" fmla="*/ 1545622 h 5143785"/>
              <a:gd name="connsiteX31731" fmla="*/ 1882902 w 3114960"/>
              <a:gd name="connsiteY31731" fmla="*/ 1537621 h 5143785"/>
              <a:gd name="connsiteX31732" fmla="*/ 1874901 w 3114960"/>
              <a:gd name="connsiteY31732" fmla="*/ 1556671 h 5143785"/>
              <a:gd name="connsiteX31733" fmla="*/ 1874901 w 3114960"/>
              <a:gd name="connsiteY31733" fmla="*/ 1556671 h 5143785"/>
              <a:gd name="connsiteX31734" fmla="*/ 1878044 w 3114960"/>
              <a:gd name="connsiteY31734" fmla="*/ 1561243 h 5143785"/>
              <a:gd name="connsiteX31735" fmla="*/ 1842516 w 3114960"/>
              <a:gd name="connsiteY31735" fmla="*/ 1606201 h 5143785"/>
              <a:gd name="connsiteX31736" fmla="*/ 1842040 w 3114960"/>
              <a:gd name="connsiteY31736" fmla="*/ 1606868 h 5143785"/>
              <a:gd name="connsiteX31737" fmla="*/ 1842040 w 3114960"/>
              <a:gd name="connsiteY31737" fmla="*/ 1607725 h 5143785"/>
              <a:gd name="connsiteX31738" fmla="*/ 1842230 w 3114960"/>
              <a:gd name="connsiteY31738" fmla="*/ 1696403 h 5143785"/>
              <a:gd name="connsiteX31739" fmla="*/ 1815275 w 3114960"/>
              <a:gd name="connsiteY31739" fmla="*/ 1736407 h 5143785"/>
              <a:gd name="connsiteX31740" fmla="*/ 1742218 w 3114960"/>
              <a:gd name="connsiteY31740" fmla="*/ 1736407 h 5143785"/>
              <a:gd name="connsiteX31741" fmla="*/ 1734407 w 3114960"/>
              <a:gd name="connsiteY31741" fmla="*/ 1743647 h 5143785"/>
              <a:gd name="connsiteX31742" fmla="*/ 1728597 w 3114960"/>
              <a:gd name="connsiteY31742" fmla="*/ 1737836 h 5143785"/>
              <a:gd name="connsiteX31743" fmla="*/ 1734407 w 3114960"/>
              <a:gd name="connsiteY31743" fmla="*/ 1732026 h 5143785"/>
              <a:gd name="connsiteX31744" fmla="*/ 1740218 w 3114960"/>
              <a:gd name="connsiteY31744" fmla="*/ 1737836 h 5143785"/>
              <a:gd name="connsiteX31745" fmla="*/ 1734407 w 3114960"/>
              <a:gd name="connsiteY31745" fmla="*/ 1743647 h 5143785"/>
              <a:gd name="connsiteX31746" fmla="*/ 1884712 w 3114960"/>
              <a:gd name="connsiteY31746" fmla="*/ 1541907 h 5143785"/>
              <a:gd name="connsiteX31747" fmla="*/ 1897475 w 3114960"/>
              <a:gd name="connsiteY31747" fmla="*/ 1547241 h 5143785"/>
              <a:gd name="connsiteX31748" fmla="*/ 1892141 w 3114960"/>
              <a:gd name="connsiteY31748" fmla="*/ 1560005 h 5143785"/>
              <a:gd name="connsiteX31749" fmla="*/ 1879378 w 3114960"/>
              <a:gd name="connsiteY31749" fmla="*/ 1554671 h 5143785"/>
              <a:gd name="connsiteX31750" fmla="*/ 1884712 w 3114960"/>
              <a:gd name="connsiteY31750" fmla="*/ 1541907 h 5143785"/>
              <a:gd name="connsiteX31751" fmla="*/ 1584389 w 3114960"/>
              <a:gd name="connsiteY31751" fmla="*/ 1469136 h 5143785"/>
              <a:gd name="connsiteX31752" fmla="*/ 1571149 w 3114960"/>
              <a:gd name="connsiteY31752" fmla="*/ 1469136 h 5143785"/>
              <a:gd name="connsiteX31753" fmla="*/ 1564862 w 3114960"/>
              <a:gd name="connsiteY31753" fmla="*/ 1475423 h 5143785"/>
              <a:gd name="connsiteX31754" fmla="*/ 1564862 w 3114960"/>
              <a:gd name="connsiteY31754" fmla="*/ 1488662 h 5143785"/>
              <a:gd name="connsiteX31755" fmla="*/ 1571149 w 3114960"/>
              <a:gd name="connsiteY31755" fmla="*/ 1494949 h 5143785"/>
              <a:gd name="connsiteX31756" fmla="*/ 1584389 w 3114960"/>
              <a:gd name="connsiteY31756" fmla="*/ 1494949 h 5143785"/>
              <a:gd name="connsiteX31757" fmla="*/ 1590675 w 3114960"/>
              <a:gd name="connsiteY31757" fmla="*/ 1488662 h 5143785"/>
              <a:gd name="connsiteX31758" fmla="*/ 1590675 w 3114960"/>
              <a:gd name="connsiteY31758" fmla="*/ 1485710 h 5143785"/>
              <a:gd name="connsiteX31759" fmla="*/ 1712119 w 3114960"/>
              <a:gd name="connsiteY31759" fmla="*/ 1485710 h 5143785"/>
              <a:gd name="connsiteX31760" fmla="*/ 1731264 w 3114960"/>
              <a:gd name="connsiteY31760" fmla="*/ 1507903 h 5143785"/>
              <a:gd name="connsiteX31761" fmla="*/ 1820609 w 3114960"/>
              <a:gd name="connsiteY31761" fmla="*/ 1507903 h 5143785"/>
              <a:gd name="connsiteX31762" fmla="*/ 1821466 w 3114960"/>
              <a:gd name="connsiteY31762" fmla="*/ 1511046 h 5143785"/>
              <a:gd name="connsiteX31763" fmla="*/ 1829276 w 3114960"/>
              <a:gd name="connsiteY31763" fmla="*/ 1518952 h 5143785"/>
              <a:gd name="connsiteX31764" fmla="*/ 1834896 w 3114960"/>
              <a:gd name="connsiteY31764" fmla="*/ 1520095 h 5143785"/>
              <a:gd name="connsiteX31765" fmla="*/ 1840421 w 3114960"/>
              <a:gd name="connsiteY31765" fmla="*/ 1519047 h 5143785"/>
              <a:gd name="connsiteX31766" fmla="*/ 1848326 w 3114960"/>
              <a:gd name="connsiteY31766" fmla="*/ 1511237 h 5143785"/>
              <a:gd name="connsiteX31767" fmla="*/ 1848326 w 3114960"/>
              <a:gd name="connsiteY31767" fmla="*/ 1500092 h 5143785"/>
              <a:gd name="connsiteX31768" fmla="*/ 1840516 w 3114960"/>
              <a:gd name="connsiteY31768" fmla="*/ 1492187 h 5143785"/>
              <a:gd name="connsiteX31769" fmla="*/ 1829372 w 3114960"/>
              <a:gd name="connsiteY31769" fmla="*/ 1492187 h 5143785"/>
              <a:gd name="connsiteX31770" fmla="*/ 1821466 w 3114960"/>
              <a:gd name="connsiteY31770" fmla="*/ 1499997 h 5143785"/>
              <a:gd name="connsiteX31771" fmla="*/ 1820609 w 3114960"/>
              <a:gd name="connsiteY31771" fmla="*/ 1503236 h 5143785"/>
              <a:gd name="connsiteX31772" fmla="*/ 1733455 w 3114960"/>
              <a:gd name="connsiteY31772" fmla="*/ 1503236 h 5143785"/>
              <a:gd name="connsiteX31773" fmla="*/ 1714310 w 3114960"/>
              <a:gd name="connsiteY31773" fmla="*/ 1481042 h 5143785"/>
              <a:gd name="connsiteX31774" fmla="*/ 1590675 w 3114960"/>
              <a:gd name="connsiteY31774" fmla="*/ 1481042 h 5143785"/>
              <a:gd name="connsiteX31775" fmla="*/ 1590675 w 3114960"/>
              <a:gd name="connsiteY31775" fmla="*/ 1475518 h 5143785"/>
              <a:gd name="connsiteX31776" fmla="*/ 1584389 w 3114960"/>
              <a:gd name="connsiteY31776" fmla="*/ 1469231 h 5143785"/>
              <a:gd name="connsiteX31777" fmla="*/ 1825847 w 3114960"/>
              <a:gd name="connsiteY31777" fmla="*/ 1501712 h 5143785"/>
              <a:gd name="connsiteX31778" fmla="*/ 1831181 w 3114960"/>
              <a:gd name="connsiteY31778" fmla="*/ 1496473 h 5143785"/>
              <a:gd name="connsiteX31779" fmla="*/ 1834896 w 3114960"/>
              <a:gd name="connsiteY31779" fmla="*/ 1495711 h 5143785"/>
              <a:gd name="connsiteX31780" fmla="*/ 1838706 w 3114960"/>
              <a:gd name="connsiteY31780" fmla="*/ 1496473 h 5143785"/>
              <a:gd name="connsiteX31781" fmla="*/ 1843945 w 3114960"/>
              <a:gd name="connsiteY31781" fmla="*/ 1501807 h 5143785"/>
              <a:gd name="connsiteX31782" fmla="*/ 1843945 w 3114960"/>
              <a:gd name="connsiteY31782" fmla="*/ 1509332 h 5143785"/>
              <a:gd name="connsiteX31783" fmla="*/ 1838611 w 3114960"/>
              <a:gd name="connsiteY31783" fmla="*/ 1514570 h 5143785"/>
              <a:gd name="connsiteX31784" fmla="*/ 1831086 w 3114960"/>
              <a:gd name="connsiteY31784" fmla="*/ 1514570 h 5143785"/>
              <a:gd name="connsiteX31785" fmla="*/ 1825847 w 3114960"/>
              <a:gd name="connsiteY31785" fmla="*/ 1509236 h 5143785"/>
              <a:gd name="connsiteX31786" fmla="*/ 1825847 w 3114960"/>
              <a:gd name="connsiteY31786" fmla="*/ 1501712 h 5143785"/>
              <a:gd name="connsiteX31787" fmla="*/ 2416588 w 3114960"/>
              <a:gd name="connsiteY31787" fmla="*/ 2879027 h 5143785"/>
              <a:gd name="connsiteX31788" fmla="*/ 2435638 w 3114960"/>
              <a:gd name="connsiteY31788" fmla="*/ 2879027 h 5143785"/>
              <a:gd name="connsiteX31789" fmla="*/ 2435638 w 3114960"/>
              <a:gd name="connsiteY31789" fmla="*/ 2883789 h 5143785"/>
              <a:gd name="connsiteX31790" fmla="*/ 2416588 w 3114960"/>
              <a:gd name="connsiteY31790" fmla="*/ 2883789 h 5143785"/>
              <a:gd name="connsiteX31791" fmla="*/ 2416588 w 3114960"/>
              <a:gd name="connsiteY31791" fmla="*/ 2879027 h 5143785"/>
              <a:gd name="connsiteX31792" fmla="*/ 2426399 w 3114960"/>
              <a:gd name="connsiteY31792" fmla="*/ 2760726 h 5143785"/>
              <a:gd name="connsiteX31793" fmla="*/ 2426399 w 3114960"/>
              <a:gd name="connsiteY31793" fmla="*/ 2741962 h 5143785"/>
              <a:gd name="connsiteX31794" fmla="*/ 2430209 w 3114960"/>
              <a:gd name="connsiteY31794" fmla="*/ 2738152 h 5143785"/>
              <a:gd name="connsiteX31795" fmla="*/ 2448973 w 3114960"/>
              <a:gd name="connsiteY31795" fmla="*/ 2738152 h 5143785"/>
              <a:gd name="connsiteX31796" fmla="*/ 2452783 w 3114960"/>
              <a:gd name="connsiteY31796" fmla="*/ 2741962 h 5143785"/>
              <a:gd name="connsiteX31797" fmla="*/ 2452783 w 3114960"/>
              <a:gd name="connsiteY31797" fmla="*/ 2760726 h 5143785"/>
              <a:gd name="connsiteX31798" fmla="*/ 2448973 w 3114960"/>
              <a:gd name="connsiteY31798" fmla="*/ 2764536 h 5143785"/>
              <a:gd name="connsiteX31799" fmla="*/ 2430209 w 3114960"/>
              <a:gd name="connsiteY31799" fmla="*/ 2764536 h 5143785"/>
              <a:gd name="connsiteX31800" fmla="*/ 2426399 w 3114960"/>
              <a:gd name="connsiteY31800" fmla="*/ 2760726 h 5143785"/>
              <a:gd name="connsiteX31801" fmla="*/ 2861501 w 3114960"/>
              <a:gd name="connsiteY31801" fmla="*/ 751523 h 5143785"/>
              <a:gd name="connsiteX31802" fmla="*/ 2861501 w 3114960"/>
              <a:gd name="connsiteY31802" fmla="*/ 643223 h 5143785"/>
              <a:gd name="connsiteX31803" fmla="*/ 2854357 w 3114960"/>
              <a:gd name="connsiteY31803" fmla="*/ 643223 h 5143785"/>
              <a:gd name="connsiteX31804" fmla="*/ 2854357 w 3114960"/>
              <a:gd name="connsiteY31804" fmla="*/ 752761 h 5143785"/>
              <a:gd name="connsiteX31805" fmla="*/ 2855119 w 3114960"/>
              <a:gd name="connsiteY31805" fmla="*/ 755047 h 5143785"/>
              <a:gd name="connsiteX31806" fmla="*/ 2880551 w 3114960"/>
              <a:gd name="connsiteY31806" fmla="*/ 786289 h 5143785"/>
              <a:gd name="connsiteX31807" fmla="*/ 2875884 w 3114960"/>
              <a:gd name="connsiteY31807" fmla="*/ 799148 h 5143785"/>
              <a:gd name="connsiteX31808" fmla="*/ 2896457 w 3114960"/>
              <a:gd name="connsiteY31808" fmla="*/ 819722 h 5143785"/>
              <a:gd name="connsiteX31809" fmla="*/ 2906173 w 3114960"/>
              <a:gd name="connsiteY31809" fmla="*/ 817150 h 5143785"/>
              <a:gd name="connsiteX31810" fmla="*/ 2922746 w 3114960"/>
              <a:gd name="connsiteY31810" fmla="*/ 837438 h 5143785"/>
              <a:gd name="connsiteX31811" fmla="*/ 2922746 w 3114960"/>
              <a:gd name="connsiteY31811" fmla="*/ 974027 h 5143785"/>
              <a:gd name="connsiteX31812" fmla="*/ 2923985 w 3114960"/>
              <a:gd name="connsiteY31812" fmla="*/ 976694 h 5143785"/>
              <a:gd name="connsiteX31813" fmla="*/ 2948369 w 3114960"/>
              <a:gd name="connsiteY31813" fmla="*/ 997839 h 5143785"/>
              <a:gd name="connsiteX31814" fmla="*/ 2948369 w 3114960"/>
              <a:gd name="connsiteY31814" fmla="*/ 1219772 h 5143785"/>
              <a:gd name="connsiteX31815" fmla="*/ 2901696 w 3114960"/>
              <a:gd name="connsiteY31815" fmla="*/ 1265206 h 5143785"/>
              <a:gd name="connsiteX31816" fmla="*/ 2660047 w 3114960"/>
              <a:gd name="connsiteY31816" fmla="*/ 1268540 h 5143785"/>
              <a:gd name="connsiteX31817" fmla="*/ 2545366 w 3114960"/>
              <a:gd name="connsiteY31817" fmla="*/ 1268540 h 5143785"/>
              <a:gd name="connsiteX31818" fmla="*/ 2532507 w 3114960"/>
              <a:gd name="connsiteY31818" fmla="*/ 1250442 h 5143785"/>
              <a:gd name="connsiteX31819" fmla="*/ 2529554 w 3114960"/>
              <a:gd name="connsiteY31819" fmla="*/ 1248918 h 5143785"/>
              <a:gd name="connsiteX31820" fmla="*/ 2357819 w 3114960"/>
              <a:gd name="connsiteY31820" fmla="*/ 1248918 h 5143785"/>
              <a:gd name="connsiteX31821" fmla="*/ 2355437 w 3114960"/>
              <a:gd name="connsiteY31821" fmla="*/ 1249775 h 5143785"/>
              <a:gd name="connsiteX31822" fmla="*/ 2338673 w 3114960"/>
              <a:gd name="connsiteY31822" fmla="*/ 1264730 h 5143785"/>
              <a:gd name="connsiteX31823" fmla="*/ 2337435 w 3114960"/>
              <a:gd name="connsiteY31823" fmla="*/ 1267397 h 5143785"/>
              <a:gd name="connsiteX31824" fmla="*/ 2337435 w 3114960"/>
              <a:gd name="connsiteY31824" fmla="*/ 1352264 h 5143785"/>
              <a:gd name="connsiteX31825" fmla="*/ 2338769 w 3114960"/>
              <a:gd name="connsiteY31825" fmla="*/ 1355122 h 5143785"/>
              <a:gd name="connsiteX31826" fmla="*/ 2361438 w 3114960"/>
              <a:gd name="connsiteY31826" fmla="*/ 1372743 h 5143785"/>
              <a:gd name="connsiteX31827" fmla="*/ 2361438 w 3114960"/>
              <a:gd name="connsiteY31827" fmla="*/ 1385983 h 5143785"/>
              <a:gd name="connsiteX31828" fmla="*/ 2367344 w 3114960"/>
              <a:gd name="connsiteY31828" fmla="*/ 1391888 h 5143785"/>
              <a:gd name="connsiteX31829" fmla="*/ 2409539 w 3114960"/>
              <a:gd name="connsiteY31829" fmla="*/ 1391888 h 5143785"/>
              <a:gd name="connsiteX31830" fmla="*/ 2416207 w 3114960"/>
              <a:gd name="connsiteY31830" fmla="*/ 1385221 h 5143785"/>
              <a:gd name="connsiteX31831" fmla="*/ 2416207 w 3114960"/>
              <a:gd name="connsiteY31831" fmla="*/ 1343787 h 5143785"/>
              <a:gd name="connsiteX31832" fmla="*/ 2409539 w 3114960"/>
              <a:gd name="connsiteY31832" fmla="*/ 1337120 h 5143785"/>
              <a:gd name="connsiteX31833" fmla="*/ 2368106 w 3114960"/>
              <a:gd name="connsiteY31833" fmla="*/ 1337120 h 5143785"/>
              <a:gd name="connsiteX31834" fmla="*/ 2361438 w 3114960"/>
              <a:gd name="connsiteY31834" fmla="*/ 1343787 h 5143785"/>
              <a:gd name="connsiteX31835" fmla="*/ 2361438 w 3114960"/>
              <a:gd name="connsiteY31835" fmla="*/ 1363694 h 5143785"/>
              <a:gd name="connsiteX31836" fmla="*/ 2344579 w 3114960"/>
              <a:gd name="connsiteY31836" fmla="*/ 1350550 h 5143785"/>
              <a:gd name="connsiteX31837" fmla="*/ 2344579 w 3114960"/>
              <a:gd name="connsiteY31837" fmla="*/ 1269016 h 5143785"/>
              <a:gd name="connsiteX31838" fmla="*/ 2359152 w 3114960"/>
              <a:gd name="connsiteY31838" fmla="*/ 1256062 h 5143785"/>
              <a:gd name="connsiteX31839" fmla="*/ 2527745 w 3114960"/>
              <a:gd name="connsiteY31839" fmla="*/ 1256062 h 5143785"/>
              <a:gd name="connsiteX31840" fmla="*/ 2540603 w 3114960"/>
              <a:gd name="connsiteY31840" fmla="*/ 1274159 h 5143785"/>
              <a:gd name="connsiteX31841" fmla="*/ 2543556 w 3114960"/>
              <a:gd name="connsiteY31841" fmla="*/ 1275683 h 5143785"/>
              <a:gd name="connsiteX31842" fmla="*/ 2660142 w 3114960"/>
              <a:gd name="connsiteY31842" fmla="*/ 1275683 h 5143785"/>
              <a:gd name="connsiteX31843" fmla="*/ 2903315 w 3114960"/>
              <a:gd name="connsiteY31843" fmla="*/ 1272350 h 5143785"/>
              <a:gd name="connsiteX31844" fmla="*/ 2905792 w 3114960"/>
              <a:gd name="connsiteY31844" fmla="*/ 1271302 h 5143785"/>
              <a:gd name="connsiteX31845" fmla="*/ 2954560 w 3114960"/>
              <a:gd name="connsiteY31845" fmla="*/ 1223772 h 5143785"/>
              <a:gd name="connsiteX31846" fmla="*/ 2955608 w 3114960"/>
              <a:gd name="connsiteY31846" fmla="*/ 1221200 h 5143785"/>
              <a:gd name="connsiteX31847" fmla="*/ 2955608 w 3114960"/>
              <a:gd name="connsiteY31847" fmla="*/ 996125 h 5143785"/>
              <a:gd name="connsiteX31848" fmla="*/ 2954369 w 3114960"/>
              <a:gd name="connsiteY31848" fmla="*/ 993458 h 5143785"/>
              <a:gd name="connsiteX31849" fmla="*/ 2929985 w 3114960"/>
              <a:gd name="connsiteY31849" fmla="*/ 972312 h 5143785"/>
              <a:gd name="connsiteX31850" fmla="*/ 2929985 w 3114960"/>
              <a:gd name="connsiteY31850" fmla="*/ 836104 h 5143785"/>
              <a:gd name="connsiteX31851" fmla="*/ 2929128 w 3114960"/>
              <a:gd name="connsiteY31851" fmla="*/ 833819 h 5143785"/>
              <a:gd name="connsiteX31852" fmla="*/ 2911793 w 3114960"/>
              <a:gd name="connsiteY31852" fmla="*/ 812673 h 5143785"/>
              <a:gd name="connsiteX31853" fmla="*/ 2917031 w 3114960"/>
              <a:gd name="connsiteY31853" fmla="*/ 799052 h 5143785"/>
              <a:gd name="connsiteX31854" fmla="*/ 2896457 w 3114960"/>
              <a:gd name="connsiteY31854" fmla="*/ 778478 h 5143785"/>
              <a:gd name="connsiteX31855" fmla="*/ 2885885 w 3114960"/>
              <a:gd name="connsiteY31855" fmla="*/ 781526 h 5143785"/>
              <a:gd name="connsiteX31856" fmla="*/ 2861405 w 3114960"/>
              <a:gd name="connsiteY31856" fmla="*/ 751427 h 5143785"/>
              <a:gd name="connsiteX31857" fmla="*/ 2366201 w 3114960"/>
              <a:gd name="connsiteY31857" fmla="*/ 1343882 h 5143785"/>
              <a:gd name="connsiteX31858" fmla="*/ 2368106 w 3114960"/>
              <a:gd name="connsiteY31858" fmla="*/ 1341977 h 5143785"/>
              <a:gd name="connsiteX31859" fmla="*/ 2409539 w 3114960"/>
              <a:gd name="connsiteY31859" fmla="*/ 1341977 h 5143785"/>
              <a:gd name="connsiteX31860" fmla="*/ 2411444 w 3114960"/>
              <a:gd name="connsiteY31860" fmla="*/ 1343882 h 5143785"/>
              <a:gd name="connsiteX31861" fmla="*/ 2411444 w 3114960"/>
              <a:gd name="connsiteY31861" fmla="*/ 1385316 h 5143785"/>
              <a:gd name="connsiteX31862" fmla="*/ 2409539 w 3114960"/>
              <a:gd name="connsiteY31862" fmla="*/ 1387221 h 5143785"/>
              <a:gd name="connsiteX31863" fmla="*/ 2367344 w 3114960"/>
              <a:gd name="connsiteY31863" fmla="*/ 1387221 h 5143785"/>
              <a:gd name="connsiteX31864" fmla="*/ 2366201 w 3114960"/>
              <a:gd name="connsiteY31864" fmla="*/ 1386078 h 5143785"/>
              <a:gd name="connsiteX31865" fmla="*/ 2366201 w 3114960"/>
              <a:gd name="connsiteY31865" fmla="*/ 1343882 h 5143785"/>
              <a:gd name="connsiteX31866" fmla="*/ 2896457 w 3114960"/>
              <a:gd name="connsiteY31866" fmla="*/ 785717 h 5143785"/>
              <a:gd name="connsiteX31867" fmla="*/ 2909888 w 3114960"/>
              <a:gd name="connsiteY31867" fmla="*/ 799148 h 5143785"/>
              <a:gd name="connsiteX31868" fmla="*/ 2904839 w 3114960"/>
              <a:gd name="connsiteY31868" fmla="*/ 809530 h 5143785"/>
              <a:gd name="connsiteX31869" fmla="*/ 2903887 w 3114960"/>
              <a:gd name="connsiteY31869" fmla="*/ 810292 h 5143785"/>
              <a:gd name="connsiteX31870" fmla="*/ 2896457 w 3114960"/>
              <a:gd name="connsiteY31870" fmla="*/ 812578 h 5143785"/>
              <a:gd name="connsiteX31871" fmla="*/ 2883027 w 3114960"/>
              <a:gd name="connsiteY31871" fmla="*/ 799148 h 5143785"/>
              <a:gd name="connsiteX31872" fmla="*/ 2896457 w 3114960"/>
              <a:gd name="connsiteY31872" fmla="*/ 785717 h 5143785"/>
              <a:gd name="connsiteX31873" fmla="*/ 3107150 w 3114960"/>
              <a:gd name="connsiteY31873" fmla="*/ 2440115 h 5143785"/>
              <a:gd name="connsiteX31874" fmla="*/ 3114770 w 3114960"/>
              <a:gd name="connsiteY31874" fmla="*/ 2440115 h 5143785"/>
              <a:gd name="connsiteX31875" fmla="*/ 3114770 w 3114960"/>
              <a:gd name="connsiteY31875" fmla="*/ 2447259 h 5143785"/>
              <a:gd name="connsiteX31876" fmla="*/ 3107150 w 3114960"/>
              <a:gd name="connsiteY31876" fmla="*/ 2447259 h 5143785"/>
              <a:gd name="connsiteX31877" fmla="*/ 3107150 w 3114960"/>
              <a:gd name="connsiteY31877" fmla="*/ 2440115 h 5143785"/>
              <a:gd name="connsiteX31878" fmla="*/ 3008757 w 3114960"/>
              <a:gd name="connsiteY31878" fmla="*/ 2367915 h 5143785"/>
              <a:gd name="connsiteX31879" fmla="*/ 3028855 w 3114960"/>
              <a:gd name="connsiteY31879" fmla="*/ 2367915 h 5143785"/>
              <a:gd name="connsiteX31880" fmla="*/ 3034855 w 3114960"/>
              <a:gd name="connsiteY31880" fmla="*/ 2373916 h 5143785"/>
              <a:gd name="connsiteX31881" fmla="*/ 3034855 w 3114960"/>
              <a:gd name="connsiteY31881" fmla="*/ 2382298 h 5143785"/>
              <a:gd name="connsiteX31882" fmla="*/ 3042095 w 3114960"/>
              <a:gd name="connsiteY31882" fmla="*/ 2382298 h 5143785"/>
              <a:gd name="connsiteX31883" fmla="*/ 3042095 w 3114960"/>
              <a:gd name="connsiteY31883" fmla="*/ 2389442 h 5143785"/>
              <a:gd name="connsiteX31884" fmla="*/ 3034855 w 3114960"/>
              <a:gd name="connsiteY31884" fmla="*/ 2389442 h 5143785"/>
              <a:gd name="connsiteX31885" fmla="*/ 3034855 w 3114960"/>
              <a:gd name="connsiteY31885" fmla="*/ 2394014 h 5143785"/>
              <a:gd name="connsiteX31886" fmla="*/ 3028855 w 3114960"/>
              <a:gd name="connsiteY31886" fmla="*/ 2400014 h 5143785"/>
              <a:gd name="connsiteX31887" fmla="*/ 3008757 w 3114960"/>
              <a:gd name="connsiteY31887" fmla="*/ 2400014 h 5143785"/>
              <a:gd name="connsiteX31888" fmla="*/ 3002756 w 3114960"/>
              <a:gd name="connsiteY31888" fmla="*/ 2394014 h 5143785"/>
              <a:gd name="connsiteX31889" fmla="*/ 3002756 w 3114960"/>
              <a:gd name="connsiteY31889" fmla="*/ 2373916 h 5143785"/>
              <a:gd name="connsiteX31890" fmla="*/ 3008757 w 3114960"/>
              <a:gd name="connsiteY31890" fmla="*/ 2367915 h 5143785"/>
              <a:gd name="connsiteX31891" fmla="*/ 1545622 w 3114960"/>
              <a:gd name="connsiteY31891" fmla="*/ 2965990 h 5143785"/>
              <a:gd name="connsiteX31892" fmla="*/ 1528953 w 3114960"/>
              <a:gd name="connsiteY31892" fmla="*/ 2982373 h 5143785"/>
              <a:gd name="connsiteX31893" fmla="*/ 1527524 w 3114960"/>
              <a:gd name="connsiteY31893" fmla="*/ 2982087 h 5143785"/>
              <a:gd name="connsiteX31894" fmla="*/ 1515047 w 3114960"/>
              <a:gd name="connsiteY31894" fmla="*/ 2982087 h 5143785"/>
              <a:gd name="connsiteX31895" fmla="*/ 1509522 w 3114960"/>
              <a:gd name="connsiteY31895" fmla="*/ 2987612 h 5143785"/>
              <a:gd name="connsiteX31896" fmla="*/ 1509522 w 3114960"/>
              <a:gd name="connsiteY31896" fmla="*/ 3000089 h 5143785"/>
              <a:gd name="connsiteX31897" fmla="*/ 1515047 w 3114960"/>
              <a:gd name="connsiteY31897" fmla="*/ 3005614 h 5143785"/>
              <a:gd name="connsiteX31898" fmla="*/ 1527524 w 3114960"/>
              <a:gd name="connsiteY31898" fmla="*/ 3005614 h 5143785"/>
              <a:gd name="connsiteX31899" fmla="*/ 1533049 w 3114960"/>
              <a:gd name="connsiteY31899" fmla="*/ 3000089 h 5143785"/>
              <a:gd name="connsiteX31900" fmla="*/ 1533049 w 3114960"/>
              <a:gd name="connsiteY31900" fmla="*/ 2987612 h 5143785"/>
              <a:gd name="connsiteX31901" fmla="*/ 1532573 w 3114960"/>
              <a:gd name="connsiteY31901" fmla="*/ 2985421 h 5143785"/>
              <a:gd name="connsiteX31902" fmla="*/ 1547527 w 3114960"/>
              <a:gd name="connsiteY31902" fmla="*/ 2970752 h 5143785"/>
              <a:gd name="connsiteX31903" fmla="*/ 1650778 w 3114960"/>
              <a:gd name="connsiteY31903" fmla="*/ 2971038 h 5143785"/>
              <a:gd name="connsiteX31904" fmla="*/ 1660684 w 3114960"/>
              <a:gd name="connsiteY31904" fmla="*/ 2980087 h 5143785"/>
              <a:gd name="connsiteX31905" fmla="*/ 1717453 w 3114960"/>
              <a:gd name="connsiteY31905" fmla="*/ 2980087 h 5143785"/>
              <a:gd name="connsiteX31906" fmla="*/ 1727740 w 3114960"/>
              <a:gd name="connsiteY31906" fmla="*/ 2987707 h 5143785"/>
              <a:gd name="connsiteX31907" fmla="*/ 1738694 w 3114960"/>
              <a:gd name="connsiteY31907" fmla="*/ 2976753 h 5143785"/>
              <a:gd name="connsiteX31908" fmla="*/ 1727740 w 3114960"/>
              <a:gd name="connsiteY31908" fmla="*/ 2965799 h 5143785"/>
              <a:gd name="connsiteX31909" fmla="*/ 1717167 w 3114960"/>
              <a:gd name="connsiteY31909" fmla="*/ 2975229 h 5143785"/>
              <a:gd name="connsiteX31910" fmla="*/ 1662589 w 3114960"/>
              <a:gd name="connsiteY31910" fmla="*/ 2975229 h 5143785"/>
              <a:gd name="connsiteX31911" fmla="*/ 1652683 w 3114960"/>
              <a:gd name="connsiteY31911" fmla="*/ 2966085 h 5143785"/>
              <a:gd name="connsiteX31912" fmla="*/ 1546670 w 3114960"/>
              <a:gd name="connsiteY31912" fmla="*/ 2965799 h 5143785"/>
              <a:gd name="connsiteX31913" fmla="*/ 1545717 w 3114960"/>
              <a:gd name="connsiteY31913" fmla="*/ 2965799 h 5143785"/>
              <a:gd name="connsiteX31914" fmla="*/ 1528382 w 3114960"/>
              <a:gd name="connsiteY31914" fmla="*/ 3000185 h 5143785"/>
              <a:gd name="connsiteX31915" fmla="*/ 1527620 w 3114960"/>
              <a:gd name="connsiteY31915" fmla="*/ 3000947 h 5143785"/>
              <a:gd name="connsiteX31916" fmla="*/ 1515142 w 3114960"/>
              <a:gd name="connsiteY31916" fmla="*/ 3000947 h 5143785"/>
              <a:gd name="connsiteX31917" fmla="*/ 1514380 w 3114960"/>
              <a:gd name="connsiteY31917" fmla="*/ 3000185 h 5143785"/>
              <a:gd name="connsiteX31918" fmla="*/ 1514380 w 3114960"/>
              <a:gd name="connsiteY31918" fmla="*/ 2987707 h 5143785"/>
              <a:gd name="connsiteX31919" fmla="*/ 1515142 w 3114960"/>
              <a:gd name="connsiteY31919" fmla="*/ 2986945 h 5143785"/>
              <a:gd name="connsiteX31920" fmla="*/ 1527620 w 3114960"/>
              <a:gd name="connsiteY31920" fmla="*/ 2986945 h 5143785"/>
              <a:gd name="connsiteX31921" fmla="*/ 1528382 w 3114960"/>
              <a:gd name="connsiteY31921" fmla="*/ 2987707 h 5143785"/>
              <a:gd name="connsiteX31922" fmla="*/ 1528382 w 3114960"/>
              <a:gd name="connsiteY31922" fmla="*/ 3000185 h 5143785"/>
              <a:gd name="connsiteX31923" fmla="*/ 1727835 w 3114960"/>
              <a:gd name="connsiteY31923" fmla="*/ 2970752 h 5143785"/>
              <a:gd name="connsiteX31924" fmla="*/ 1734026 w 3114960"/>
              <a:gd name="connsiteY31924" fmla="*/ 2976944 h 5143785"/>
              <a:gd name="connsiteX31925" fmla="*/ 1727835 w 3114960"/>
              <a:gd name="connsiteY31925" fmla="*/ 2983135 h 5143785"/>
              <a:gd name="connsiteX31926" fmla="*/ 1721644 w 3114960"/>
              <a:gd name="connsiteY31926" fmla="*/ 2976944 h 5143785"/>
              <a:gd name="connsiteX31927" fmla="*/ 1727835 w 3114960"/>
              <a:gd name="connsiteY31927" fmla="*/ 2970752 h 5143785"/>
              <a:gd name="connsiteX31928" fmla="*/ 3088100 w 3114960"/>
              <a:gd name="connsiteY31928" fmla="*/ 2440019 h 5143785"/>
              <a:gd name="connsiteX31929" fmla="*/ 3097625 w 3114960"/>
              <a:gd name="connsiteY31929" fmla="*/ 2440019 h 5143785"/>
              <a:gd name="connsiteX31930" fmla="*/ 3097625 w 3114960"/>
              <a:gd name="connsiteY31930" fmla="*/ 2447163 h 5143785"/>
              <a:gd name="connsiteX31931" fmla="*/ 3088100 w 3114960"/>
              <a:gd name="connsiteY31931" fmla="*/ 2447163 h 5143785"/>
              <a:gd name="connsiteX31932" fmla="*/ 3088100 w 3114960"/>
              <a:gd name="connsiteY31932" fmla="*/ 2440019 h 5143785"/>
              <a:gd name="connsiteX31933" fmla="*/ 2174081 w 3114960"/>
              <a:gd name="connsiteY31933" fmla="*/ 2996470 h 5143785"/>
              <a:gd name="connsiteX31934" fmla="*/ 2169319 w 3114960"/>
              <a:gd name="connsiteY31934" fmla="*/ 2996470 h 5143785"/>
              <a:gd name="connsiteX31935" fmla="*/ 2169319 w 3114960"/>
              <a:gd name="connsiteY31935" fmla="*/ 2977420 h 5143785"/>
              <a:gd name="connsiteX31936" fmla="*/ 2174081 w 3114960"/>
              <a:gd name="connsiteY31936" fmla="*/ 2977420 h 5143785"/>
              <a:gd name="connsiteX31937" fmla="*/ 2174081 w 3114960"/>
              <a:gd name="connsiteY31937" fmla="*/ 2996470 h 5143785"/>
              <a:gd name="connsiteX31938" fmla="*/ 3069050 w 3114960"/>
              <a:gd name="connsiteY31938" fmla="*/ 2440019 h 5143785"/>
              <a:gd name="connsiteX31939" fmla="*/ 3078575 w 3114960"/>
              <a:gd name="connsiteY31939" fmla="*/ 2440019 h 5143785"/>
              <a:gd name="connsiteX31940" fmla="*/ 3078575 w 3114960"/>
              <a:gd name="connsiteY31940" fmla="*/ 2447163 h 5143785"/>
              <a:gd name="connsiteX31941" fmla="*/ 3069050 w 3114960"/>
              <a:gd name="connsiteY31941" fmla="*/ 2447163 h 5143785"/>
              <a:gd name="connsiteX31942" fmla="*/ 3069050 w 3114960"/>
              <a:gd name="connsiteY31942" fmla="*/ 2440019 h 5143785"/>
              <a:gd name="connsiteX31943" fmla="*/ 3061145 w 3114960"/>
              <a:gd name="connsiteY31943" fmla="*/ 2389442 h 5143785"/>
              <a:gd name="connsiteX31944" fmla="*/ 3051620 w 3114960"/>
              <a:gd name="connsiteY31944" fmla="*/ 2389442 h 5143785"/>
              <a:gd name="connsiteX31945" fmla="*/ 3051620 w 3114960"/>
              <a:gd name="connsiteY31945" fmla="*/ 2382298 h 5143785"/>
              <a:gd name="connsiteX31946" fmla="*/ 3061145 w 3114960"/>
              <a:gd name="connsiteY31946" fmla="*/ 2382298 h 5143785"/>
              <a:gd name="connsiteX31947" fmla="*/ 3061145 w 3114960"/>
              <a:gd name="connsiteY31947" fmla="*/ 2389442 h 5143785"/>
              <a:gd name="connsiteX31948" fmla="*/ 3080195 w 3114960"/>
              <a:gd name="connsiteY31948" fmla="*/ 2389442 h 5143785"/>
              <a:gd name="connsiteX31949" fmla="*/ 3070670 w 3114960"/>
              <a:gd name="connsiteY31949" fmla="*/ 2389442 h 5143785"/>
              <a:gd name="connsiteX31950" fmla="*/ 3070670 w 3114960"/>
              <a:gd name="connsiteY31950" fmla="*/ 2382298 h 5143785"/>
              <a:gd name="connsiteX31951" fmla="*/ 3080195 w 3114960"/>
              <a:gd name="connsiteY31951" fmla="*/ 2382298 h 5143785"/>
              <a:gd name="connsiteX31952" fmla="*/ 3080195 w 3114960"/>
              <a:gd name="connsiteY31952" fmla="*/ 2389442 h 5143785"/>
              <a:gd name="connsiteX31953" fmla="*/ 3084005 w 3114960"/>
              <a:gd name="connsiteY31953" fmla="*/ 2176367 h 5143785"/>
              <a:gd name="connsiteX31954" fmla="*/ 3084005 w 3114960"/>
              <a:gd name="connsiteY31954" fmla="*/ 2179606 h 5143785"/>
              <a:gd name="connsiteX31955" fmla="*/ 3114770 w 3114960"/>
              <a:gd name="connsiteY31955" fmla="*/ 2179606 h 5143785"/>
              <a:gd name="connsiteX31956" fmla="*/ 3114770 w 3114960"/>
              <a:gd name="connsiteY31956" fmla="*/ 2183797 h 5143785"/>
              <a:gd name="connsiteX31957" fmla="*/ 3084005 w 3114960"/>
              <a:gd name="connsiteY31957" fmla="*/ 2183797 h 5143785"/>
              <a:gd name="connsiteX31958" fmla="*/ 3084005 w 3114960"/>
              <a:gd name="connsiteY31958" fmla="*/ 2187035 h 5143785"/>
              <a:gd name="connsiteX31959" fmla="*/ 3079242 w 3114960"/>
              <a:gd name="connsiteY31959" fmla="*/ 2191798 h 5143785"/>
              <a:gd name="connsiteX31960" fmla="*/ 3068669 w 3114960"/>
              <a:gd name="connsiteY31960" fmla="*/ 2191798 h 5143785"/>
              <a:gd name="connsiteX31961" fmla="*/ 3063907 w 3114960"/>
              <a:gd name="connsiteY31961" fmla="*/ 2187035 h 5143785"/>
              <a:gd name="connsiteX31962" fmla="*/ 3063907 w 3114960"/>
              <a:gd name="connsiteY31962" fmla="*/ 2176463 h 5143785"/>
              <a:gd name="connsiteX31963" fmla="*/ 3068669 w 3114960"/>
              <a:gd name="connsiteY31963" fmla="*/ 2171700 h 5143785"/>
              <a:gd name="connsiteX31964" fmla="*/ 3079242 w 3114960"/>
              <a:gd name="connsiteY31964" fmla="*/ 2171700 h 5143785"/>
              <a:gd name="connsiteX31965" fmla="*/ 3084005 w 3114960"/>
              <a:gd name="connsiteY31965" fmla="*/ 2176463 h 5143785"/>
              <a:gd name="connsiteX31966" fmla="*/ 3108770 w 3114960"/>
              <a:gd name="connsiteY31966" fmla="*/ 2382298 h 5143785"/>
              <a:gd name="connsiteX31967" fmla="*/ 3114770 w 3114960"/>
              <a:gd name="connsiteY31967" fmla="*/ 2382298 h 5143785"/>
              <a:gd name="connsiteX31968" fmla="*/ 3114770 w 3114960"/>
              <a:gd name="connsiteY31968" fmla="*/ 2389442 h 5143785"/>
              <a:gd name="connsiteX31969" fmla="*/ 3108770 w 3114960"/>
              <a:gd name="connsiteY31969" fmla="*/ 2389442 h 5143785"/>
              <a:gd name="connsiteX31970" fmla="*/ 3108770 w 3114960"/>
              <a:gd name="connsiteY31970" fmla="*/ 2382298 h 5143785"/>
              <a:gd name="connsiteX31971" fmla="*/ 3067907 w 3114960"/>
              <a:gd name="connsiteY31971" fmla="*/ 2311527 h 5143785"/>
              <a:gd name="connsiteX31972" fmla="*/ 3079337 w 3114960"/>
              <a:gd name="connsiteY31972" fmla="*/ 2302002 h 5143785"/>
              <a:gd name="connsiteX31973" fmla="*/ 3114770 w 3114960"/>
              <a:gd name="connsiteY31973" fmla="*/ 2302002 h 5143785"/>
              <a:gd name="connsiteX31974" fmla="*/ 3114770 w 3114960"/>
              <a:gd name="connsiteY31974" fmla="*/ 2268569 h 5143785"/>
              <a:gd name="connsiteX31975" fmla="*/ 3072575 w 3114960"/>
              <a:gd name="connsiteY31975" fmla="*/ 2229422 h 5143785"/>
              <a:gd name="connsiteX31976" fmla="*/ 3075909 w 3114960"/>
              <a:gd name="connsiteY31976" fmla="*/ 2221135 h 5143785"/>
              <a:gd name="connsiteX31977" fmla="*/ 3063240 w 3114960"/>
              <a:gd name="connsiteY31977" fmla="*/ 2208467 h 5143785"/>
              <a:gd name="connsiteX31978" fmla="*/ 3050572 w 3114960"/>
              <a:gd name="connsiteY31978" fmla="*/ 2221135 h 5143785"/>
              <a:gd name="connsiteX31979" fmla="*/ 3063240 w 3114960"/>
              <a:gd name="connsiteY31979" fmla="*/ 2233803 h 5143785"/>
              <a:gd name="connsiteX31980" fmla="*/ 3068765 w 3114960"/>
              <a:gd name="connsiteY31980" fmla="*/ 2232374 h 5143785"/>
              <a:gd name="connsiteX31981" fmla="*/ 3114675 w 3114960"/>
              <a:gd name="connsiteY31981" fmla="*/ 2275046 h 5143785"/>
              <a:gd name="connsiteX31982" fmla="*/ 3114675 w 3114960"/>
              <a:gd name="connsiteY31982" fmla="*/ 2297335 h 5143785"/>
              <a:gd name="connsiteX31983" fmla="*/ 3079337 w 3114960"/>
              <a:gd name="connsiteY31983" fmla="*/ 2297335 h 5143785"/>
              <a:gd name="connsiteX31984" fmla="*/ 3067907 w 3114960"/>
              <a:gd name="connsiteY31984" fmla="*/ 2287810 h 5143785"/>
              <a:gd name="connsiteX31985" fmla="*/ 3056001 w 3114960"/>
              <a:gd name="connsiteY31985" fmla="*/ 2299716 h 5143785"/>
              <a:gd name="connsiteX31986" fmla="*/ 3067907 w 3114960"/>
              <a:gd name="connsiteY31986" fmla="*/ 2311622 h 5143785"/>
              <a:gd name="connsiteX31987" fmla="*/ 3063240 w 3114960"/>
              <a:gd name="connsiteY31987" fmla="*/ 2228945 h 5143785"/>
              <a:gd name="connsiteX31988" fmla="*/ 3055334 w 3114960"/>
              <a:gd name="connsiteY31988" fmla="*/ 2221040 h 5143785"/>
              <a:gd name="connsiteX31989" fmla="*/ 3063240 w 3114960"/>
              <a:gd name="connsiteY31989" fmla="*/ 2213134 h 5143785"/>
              <a:gd name="connsiteX31990" fmla="*/ 3071146 w 3114960"/>
              <a:gd name="connsiteY31990" fmla="*/ 2221040 h 5143785"/>
              <a:gd name="connsiteX31991" fmla="*/ 3063240 w 3114960"/>
              <a:gd name="connsiteY31991" fmla="*/ 2228945 h 5143785"/>
              <a:gd name="connsiteX31992" fmla="*/ 3067907 w 3114960"/>
              <a:gd name="connsiteY31992" fmla="*/ 2292477 h 5143785"/>
              <a:gd name="connsiteX31993" fmla="*/ 3075051 w 3114960"/>
              <a:gd name="connsiteY31993" fmla="*/ 2299621 h 5143785"/>
              <a:gd name="connsiteX31994" fmla="*/ 3067907 w 3114960"/>
              <a:gd name="connsiteY31994" fmla="*/ 2306765 h 5143785"/>
              <a:gd name="connsiteX31995" fmla="*/ 3060763 w 3114960"/>
              <a:gd name="connsiteY31995" fmla="*/ 2299621 h 5143785"/>
              <a:gd name="connsiteX31996" fmla="*/ 3067907 w 3114960"/>
              <a:gd name="connsiteY31996" fmla="*/ 2292477 h 5143785"/>
              <a:gd name="connsiteX31997" fmla="*/ 3063240 w 3114960"/>
              <a:gd name="connsiteY31997" fmla="*/ 2274951 h 5143785"/>
              <a:gd name="connsiteX31998" fmla="*/ 3052953 w 3114960"/>
              <a:gd name="connsiteY31998" fmla="*/ 2264664 h 5143785"/>
              <a:gd name="connsiteX31999" fmla="*/ 3063240 w 3114960"/>
              <a:gd name="connsiteY31999" fmla="*/ 2254377 h 5143785"/>
              <a:gd name="connsiteX32000" fmla="*/ 3073527 w 3114960"/>
              <a:gd name="connsiteY32000" fmla="*/ 2264664 h 5143785"/>
              <a:gd name="connsiteX32001" fmla="*/ 3063240 w 3114960"/>
              <a:gd name="connsiteY32001" fmla="*/ 2274951 h 5143785"/>
              <a:gd name="connsiteX32002" fmla="*/ 3094387 w 3114960"/>
              <a:gd name="connsiteY32002" fmla="*/ 2337149 h 5143785"/>
              <a:gd name="connsiteX32003" fmla="*/ 3094387 w 3114960"/>
              <a:gd name="connsiteY32003" fmla="*/ 2323624 h 5143785"/>
              <a:gd name="connsiteX32004" fmla="*/ 3099149 w 3114960"/>
              <a:gd name="connsiteY32004" fmla="*/ 2318861 h 5143785"/>
              <a:gd name="connsiteX32005" fmla="*/ 3112675 w 3114960"/>
              <a:gd name="connsiteY32005" fmla="*/ 2318861 h 5143785"/>
              <a:gd name="connsiteX32006" fmla="*/ 3114866 w 3114960"/>
              <a:gd name="connsiteY32006" fmla="*/ 2319433 h 5143785"/>
              <a:gd name="connsiteX32007" fmla="*/ 3114866 w 3114960"/>
              <a:gd name="connsiteY32007" fmla="*/ 2341245 h 5143785"/>
              <a:gd name="connsiteX32008" fmla="*/ 3112675 w 3114960"/>
              <a:gd name="connsiteY32008" fmla="*/ 2341817 h 5143785"/>
              <a:gd name="connsiteX32009" fmla="*/ 3099149 w 3114960"/>
              <a:gd name="connsiteY32009" fmla="*/ 2341817 h 5143785"/>
              <a:gd name="connsiteX32010" fmla="*/ 3094387 w 3114960"/>
              <a:gd name="connsiteY32010" fmla="*/ 2337054 h 5143785"/>
              <a:gd name="connsiteX32011" fmla="*/ 3109055 w 3114960"/>
              <a:gd name="connsiteY32011" fmla="*/ 2208371 h 5143785"/>
              <a:gd name="connsiteX32012" fmla="*/ 3114770 w 3114960"/>
              <a:gd name="connsiteY32012" fmla="*/ 2209895 h 5143785"/>
              <a:gd name="connsiteX32013" fmla="*/ 3114770 w 3114960"/>
              <a:gd name="connsiteY32013" fmla="*/ 2215706 h 5143785"/>
              <a:gd name="connsiteX32014" fmla="*/ 3109055 w 3114960"/>
              <a:gd name="connsiteY32014" fmla="*/ 2213134 h 5143785"/>
              <a:gd name="connsiteX32015" fmla="*/ 3101150 w 3114960"/>
              <a:gd name="connsiteY32015" fmla="*/ 2221040 h 5143785"/>
              <a:gd name="connsiteX32016" fmla="*/ 3109055 w 3114960"/>
              <a:gd name="connsiteY32016" fmla="*/ 2228945 h 5143785"/>
              <a:gd name="connsiteX32017" fmla="*/ 3114770 w 3114960"/>
              <a:gd name="connsiteY32017" fmla="*/ 2226374 h 5143785"/>
              <a:gd name="connsiteX32018" fmla="*/ 3114770 w 3114960"/>
              <a:gd name="connsiteY32018" fmla="*/ 2233136 h 5143785"/>
              <a:gd name="connsiteX32019" fmla="*/ 3114199 w 3114960"/>
              <a:gd name="connsiteY32019" fmla="*/ 2232565 h 5143785"/>
              <a:gd name="connsiteX32020" fmla="*/ 3109055 w 3114960"/>
              <a:gd name="connsiteY32020" fmla="*/ 2233708 h 5143785"/>
              <a:gd name="connsiteX32021" fmla="*/ 3096387 w 3114960"/>
              <a:gd name="connsiteY32021" fmla="*/ 2221040 h 5143785"/>
              <a:gd name="connsiteX32022" fmla="*/ 3109055 w 3114960"/>
              <a:gd name="connsiteY32022" fmla="*/ 2208371 h 5143785"/>
              <a:gd name="connsiteX32023" fmla="*/ 3099245 w 3114960"/>
              <a:gd name="connsiteY32023" fmla="*/ 2389442 h 5143785"/>
              <a:gd name="connsiteX32024" fmla="*/ 3089720 w 3114960"/>
              <a:gd name="connsiteY32024" fmla="*/ 2389442 h 5143785"/>
              <a:gd name="connsiteX32025" fmla="*/ 3089720 w 3114960"/>
              <a:gd name="connsiteY32025" fmla="*/ 2382298 h 5143785"/>
              <a:gd name="connsiteX32026" fmla="*/ 3099245 w 3114960"/>
              <a:gd name="connsiteY32026" fmla="*/ 2382298 h 5143785"/>
              <a:gd name="connsiteX32027" fmla="*/ 3099245 w 3114960"/>
              <a:gd name="connsiteY32027" fmla="*/ 2389442 h 5143785"/>
              <a:gd name="connsiteX32028" fmla="*/ 3081909 w 3114960"/>
              <a:gd name="connsiteY32028" fmla="*/ 3027426 h 5143785"/>
              <a:gd name="connsiteX32029" fmla="*/ 3082004 w 3114960"/>
              <a:gd name="connsiteY32029" fmla="*/ 3027426 h 5143785"/>
              <a:gd name="connsiteX32030" fmla="*/ 3082767 w 3114960"/>
              <a:gd name="connsiteY32030" fmla="*/ 3142298 h 5143785"/>
              <a:gd name="connsiteX32031" fmla="*/ 3114770 w 3114960"/>
              <a:gd name="connsiteY32031" fmla="*/ 3172397 h 5143785"/>
              <a:gd name="connsiteX32032" fmla="*/ 3114770 w 3114960"/>
              <a:gd name="connsiteY32032" fmla="*/ 3165824 h 5143785"/>
              <a:gd name="connsiteX32033" fmla="*/ 3087529 w 3114960"/>
              <a:gd name="connsiteY32033" fmla="*/ 3140202 h 5143785"/>
              <a:gd name="connsiteX32034" fmla="*/ 3086767 w 3114960"/>
              <a:gd name="connsiteY32034" fmla="*/ 3027331 h 5143785"/>
              <a:gd name="connsiteX32035" fmla="*/ 3097244 w 3114960"/>
              <a:gd name="connsiteY32035" fmla="*/ 3027331 h 5143785"/>
              <a:gd name="connsiteX32036" fmla="*/ 3096768 w 3114960"/>
              <a:gd name="connsiteY32036" fmla="*/ 3088100 h 5143785"/>
              <a:gd name="connsiteX32037" fmla="*/ 3114770 w 3114960"/>
              <a:gd name="connsiteY32037" fmla="*/ 3104579 h 5143785"/>
              <a:gd name="connsiteX32038" fmla="*/ 3114770 w 3114960"/>
              <a:gd name="connsiteY32038" fmla="*/ 3098102 h 5143785"/>
              <a:gd name="connsiteX32039" fmla="*/ 3101530 w 3114960"/>
              <a:gd name="connsiteY32039" fmla="*/ 3085910 h 5143785"/>
              <a:gd name="connsiteX32040" fmla="*/ 3102007 w 3114960"/>
              <a:gd name="connsiteY32040" fmla="*/ 3027236 h 5143785"/>
              <a:gd name="connsiteX32041" fmla="*/ 3102197 w 3114960"/>
              <a:gd name="connsiteY32041" fmla="*/ 3027236 h 5143785"/>
              <a:gd name="connsiteX32042" fmla="*/ 3108198 w 3114960"/>
              <a:gd name="connsiteY32042" fmla="*/ 3021235 h 5143785"/>
              <a:gd name="connsiteX32043" fmla="*/ 3108198 w 3114960"/>
              <a:gd name="connsiteY32043" fmla="*/ 3013615 h 5143785"/>
              <a:gd name="connsiteX32044" fmla="*/ 3102197 w 3114960"/>
              <a:gd name="connsiteY32044" fmla="*/ 3007614 h 5143785"/>
              <a:gd name="connsiteX32045" fmla="*/ 3081909 w 3114960"/>
              <a:gd name="connsiteY32045" fmla="*/ 3007614 h 5143785"/>
              <a:gd name="connsiteX32046" fmla="*/ 3075909 w 3114960"/>
              <a:gd name="connsiteY32046" fmla="*/ 3013615 h 5143785"/>
              <a:gd name="connsiteX32047" fmla="*/ 3075909 w 3114960"/>
              <a:gd name="connsiteY32047" fmla="*/ 3021235 h 5143785"/>
              <a:gd name="connsiteX32048" fmla="*/ 3081909 w 3114960"/>
              <a:gd name="connsiteY32048" fmla="*/ 3027236 h 5143785"/>
              <a:gd name="connsiteX32049" fmla="*/ 3096768 w 3114960"/>
              <a:gd name="connsiteY32049" fmla="*/ 3012472 h 5143785"/>
              <a:gd name="connsiteX32050" fmla="*/ 3102197 w 3114960"/>
              <a:gd name="connsiteY32050" fmla="*/ 3012472 h 5143785"/>
              <a:gd name="connsiteX32051" fmla="*/ 3103436 w 3114960"/>
              <a:gd name="connsiteY32051" fmla="*/ 3013710 h 5143785"/>
              <a:gd name="connsiteX32052" fmla="*/ 3103436 w 3114960"/>
              <a:gd name="connsiteY32052" fmla="*/ 3021330 h 5143785"/>
              <a:gd name="connsiteX32053" fmla="*/ 3102197 w 3114960"/>
              <a:gd name="connsiteY32053" fmla="*/ 3022568 h 5143785"/>
              <a:gd name="connsiteX32054" fmla="*/ 3096768 w 3114960"/>
              <a:gd name="connsiteY32054" fmla="*/ 3022568 h 5143785"/>
              <a:gd name="connsiteX32055" fmla="*/ 3096768 w 3114960"/>
              <a:gd name="connsiteY32055" fmla="*/ 3012377 h 5143785"/>
              <a:gd name="connsiteX32056" fmla="*/ 3080671 w 3114960"/>
              <a:gd name="connsiteY32056" fmla="*/ 3013805 h 5143785"/>
              <a:gd name="connsiteX32057" fmla="*/ 3081909 w 3114960"/>
              <a:gd name="connsiteY32057" fmla="*/ 3012567 h 5143785"/>
              <a:gd name="connsiteX32058" fmla="*/ 3087624 w 3114960"/>
              <a:gd name="connsiteY32058" fmla="*/ 3012567 h 5143785"/>
              <a:gd name="connsiteX32059" fmla="*/ 3087624 w 3114960"/>
              <a:gd name="connsiteY32059" fmla="*/ 3022759 h 5143785"/>
              <a:gd name="connsiteX32060" fmla="*/ 3081909 w 3114960"/>
              <a:gd name="connsiteY32060" fmla="*/ 3022759 h 5143785"/>
              <a:gd name="connsiteX32061" fmla="*/ 3080671 w 3114960"/>
              <a:gd name="connsiteY32061" fmla="*/ 3021521 h 5143785"/>
              <a:gd name="connsiteX32062" fmla="*/ 3080671 w 3114960"/>
              <a:gd name="connsiteY32062" fmla="*/ 3013901 h 5143785"/>
              <a:gd name="connsiteX32063" fmla="*/ 2164747 w 3114960"/>
              <a:gd name="connsiteY32063" fmla="*/ 3086576 h 5143785"/>
              <a:gd name="connsiteX32064" fmla="*/ 2171795 w 3114960"/>
              <a:gd name="connsiteY32064" fmla="*/ 3079528 h 5143785"/>
              <a:gd name="connsiteX32065" fmla="*/ 2178844 w 3114960"/>
              <a:gd name="connsiteY32065" fmla="*/ 3086576 h 5143785"/>
              <a:gd name="connsiteX32066" fmla="*/ 2171795 w 3114960"/>
              <a:gd name="connsiteY32066" fmla="*/ 3093625 h 5143785"/>
              <a:gd name="connsiteX32067" fmla="*/ 2164747 w 3114960"/>
              <a:gd name="connsiteY32067" fmla="*/ 3086576 h 5143785"/>
              <a:gd name="connsiteX32068" fmla="*/ 3114770 w 3114960"/>
              <a:gd name="connsiteY32068" fmla="*/ 3353086 h 5143785"/>
              <a:gd name="connsiteX32069" fmla="*/ 3114770 w 3114960"/>
              <a:gd name="connsiteY32069" fmla="*/ 3358992 h 5143785"/>
              <a:gd name="connsiteX32070" fmla="*/ 3111818 w 3114960"/>
              <a:gd name="connsiteY32070" fmla="*/ 3362230 h 5143785"/>
              <a:gd name="connsiteX32071" fmla="*/ 3108008 w 3114960"/>
              <a:gd name="connsiteY32071" fmla="*/ 3377946 h 5143785"/>
              <a:gd name="connsiteX32072" fmla="*/ 3114866 w 3114960"/>
              <a:gd name="connsiteY32072" fmla="*/ 3390424 h 5143785"/>
              <a:gd name="connsiteX32073" fmla="*/ 3114866 w 3114960"/>
              <a:gd name="connsiteY32073" fmla="*/ 3396425 h 5143785"/>
              <a:gd name="connsiteX32074" fmla="*/ 3113532 w 3114960"/>
              <a:gd name="connsiteY32074" fmla="*/ 3395663 h 5143785"/>
              <a:gd name="connsiteX32075" fmla="*/ 3103245 w 3114960"/>
              <a:gd name="connsiteY32075" fmla="*/ 3378708 h 5143785"/>
              <a:gd name="connsiteX32076" fmla="*/ 3108008 w 3114960"/>
              <a:gd name="connsiteY32076" fmla="*/ 3359468 h 5143785"/>
              <a:gd name="connsiteX32077" fmla="*/ 3114866 w 3114960"/>
              <a:gd name="connsiteY32077" fmla="*/ 3353086 h 5143785"/>
              <a:gd name="connsiteX32078" fmla="*/ 3114770 w 3114960"/>
              <a:gd name="connsiteY32078" fmla="*/ 1712119 h 5143785"/>
              <a:gd name="connsiteX32079" fmla="*/ 3114770 w 3114960"/>
              <a:gd name="connsiteY32079" fmla="*/ 1740313 h 5143785"/>
              <a:gd name="connsiteX32080" fmla="*/ 3111055 w 3114960"/>
              <a:gd name="connsiteY32080" fmla="*/ 1733741 h 5143785"/>
              <a:gd name="connsiteX32081" fmla="*/ 3111055 w 3114960"/>
              <a:gd name="connsiteY32081" fmla="*/ 1718691 h 5143785"/>
              <a:gd name="connsiteX32082" fmla="*/ 3114770 w 3114960"/>
              <a:gd name="connsiteY32082" fmla="*/ 1712119 h 5143785"/>
              <a:gd name="connsiteX32083" fmla="*/ 1604296 w 3114960"/>
              <a:gd name="connsiteY32083" fmla="*/ 2908745 h 5143785"/>
              <a:gd name="connsiteX32084" fmla="*/ 1613535 w 3114960"/>
              <a:gd name="connsiteY32084" fmla="*/ 2901410 h 5143785"/>
              <a:gd name="connsiteX32085" fmla="*/ 1671352 w 3114960"/>
              <a:gd name="connsiteY32085" fmla="*/ 2901696 h 5143785"/>
              <a:gd name="connsiteX32086" fmla="*/ 1687449 w 3114960"/>
              <a:gd name="connsiteY32086" fmla="*/ 2915984 h 5143785"/>
              <a:gd name="connsiteX32087" fmla="*/ 1719644 w 3114960"/>
              <a:gd name="connsiteY32087" fmla="*/ 2915984 h 5143785"/>
              <a:gd name="connsiteX32088" fmla="*/ 1719644 w 3114960"/>
              <a:gd name="connsiteY32088" fmla="*/ 2925128 h 5143785"/>
              <a:gd name="connsiteX32089" fmla="*/ 1687449 w 3114960"/>
              <a:gd name="connsiteY32089" fmla="*/ 2925128 h 5143785"/>
              <a:gd name="connsiteX32090" fmla="*/ 1671352 w 3114960"/>
              <a:gd name="connsiteY32090" fmla="*/ 2939415 h 5143785"/>
              <a:gd name="connsiteX32091" fmla="*/ 1642110 w 3114960"/>
              <a:gd name="connsiteY32091" fmla="*/ 2939701 h 5143785"/>
              <a:gd name="connsiteX32092" fmla="*/ 1632871 w 3114960"/>
              <a:gd name="connsiteY32092" fmla="*/ 2932367 h 5143785"/>
              <a:gd name="connsiteX32093" fmla="*/ 1623060 w 3114960"/>
              <a:gd name="connsiteY32093" fmla="*/ 2942177 h 5143785"/>
              <a:gd name="connsiteX32094" fmla="*/ 1632871 w 3114960"/>
              <a:gd name="connsiteY32094" fmla="*/ 2951988 h 5143785"/>
              <a:gd name="connsiteX32095" fmla="*/ 1642205 w 3114960"/>
              <a:gd name="connsiteY32095" fmla="*/ 2944559 h 5143785"/>
              <a:gd name="connsiteX32096" fmla="*/ 1673257 w 3114960"/>
              <a:gd name="connsiteY32096" fmla="*/ 2944273 h 5143785"/>
              <a:gd name="connsiteX32097" fmla="*/ 1689354 w 3114960"/>
              <a:gd name="connsiteY32097" fmla="*/ 2929985 h 5143785"/>
              <a:gd name="connsiteX32098" fmla="*/ 1720215 w 3114960"/>
              <a:gd name="connsiteY32098" fmla="*/ 2929985 h 5143785"/>
              <a:gd name="connsiteX32099" fmla="*/ 1726882 w 3114960"/>
              <a:gd name="connsiteY32099" fmla="*/ 2934653 h 5143785"/>
              <a:gd name="connsiteX32100" fmla="*/ 1740408 w 3114960"/>
              <a:gd name="connsiteY32100" fmla="*/ 2934653 h 5143785"/>
              <a:gd name="connsiteX32101" fmla="*/ 1747457 w 3114960"/>
              <a:gd name="connsiteY32101" fmla="*/ 2927509 h 5143785"/>
              <a:gd name="connsiteX32102" fmla="*/ 1747457 w 3114960"/>
              <a:gd name="connsiteY32102" fmla="*/ 2913984 h 5143785"/>
              <a:gd name="connsiteX32103" fmla="*/ 1740218 w 3114960"/>
              <a:gd name="connsiteY32103" fmla="*/ 2906935 h 5143785"/>
              <a:gd name="connsiteX32104" fmla="*/ 1726692 w 3114960"/>
              <a:gd name="connsiteY32104" fmla="*/ 2906935 h 5143785"/>
              <a:gd name="connsiteX32105" fmla="*/ 1720120 w 3114960"/>
              <a:gd name="connsiteY32105" fmla="*/ 2911412 h 5143785"/>
              <a:gd name="connsiteX32106" fmla="*/ 1689259 w 3114960"/>
              <a:gd name="connsiteY32106" fmla="*/ 2911412 h 5143785"/>
              <a:gd name="connsiteX32107" fmla="*/ 1673162 w 3114960"/>
              <a:gd name="connsiteY32107" fmla="*/ 2897124 h 5143785"/>
              <a:gd name="connsiteX32108" fmla="*/ 1613535 w 3114960"/>
              <a:gd name="connsiteY32108" fmla="*/ 2896838 h 5143785"/>
              <a:gd name="connsiteX32109" fmla="*/ 1604201 w 3114960"/>
              <a:gd name="connsiteY32109" fmla="*/ 2889409 h 5143785"/>
              <a:gd name="connsiteX32110" fmla="*/ 1594390 w 3114960"/>
              <a:gd name="connsiteY32110" fmla="*/ 2899220 h 5143785"/>
              <a:gd name="connsiteX32111" fmla="*/ 1604201 w 3114960"/>
              <a:gd name="connsiteY32111" fmla="*/ 2909030 h 5143785"/>
              <a:gd name="connsiteX32112" fmla="*/ 1632871 w 3114960"/>
              <a:gd name="connsiteY32112" fmla="*/ 2947226 h 5143785"/>
              <a:gd name="connsiteX32113" fmla="*/ 1627823 w 3114960"/>
              <a:gd name="connsiteY32113" fmla="*/ 2942177 h 5143785"/>
              <a:gd name="connsiteX32114" fmla="*/ 1632871 w 3114960"/>
              <a:gd name="connsiteY32114" fmla="*/ 2937129 h 5143785"/>
              <a:gd name="connsiteX32115" fmla="*/ 1637919 w 3114960"/>
              <a:gd name="connsiteY32115" fmla="*/ 2942177 h 5143785"/>
              <a:gd name="connsiteX32116" fmla="*/ 1632871 w 3114960"/>
              <a:gd name="connsiteY32116" fmla="*/ 2947226 h 5143785"/>
              <a:gd name="connsiteX32117" fmla="*/ 1726692 w 3114960"/>
              <a:gd name="connsiteY32117" fmla="*/ 2911602 h 5143785"/>
              <a:gd name="connsiteX32118" fmla="*/ 1740218 w 3114960"/>
              <a:gd name="connsiteY32118" fmla="*/ 2911602 h 5143785"/>
              <a:gd name="connsiteX32119" fmla="*/ 1742599 w 3114960"/>
              <a:gd name="connsiteY32119" fmla="*/ 2913888 h 5143785"/>
              <a:gd name="connsiteX32120" fmla="*/ 1742599 w 3114960"/>
              <a:gd name="connsiteY32120" fmla="*/ 2927413 h 5143785"/>
              <a:gd name="connsiteX32121" fmla="*/ 1740313 w 3114960"/>
              <a:gd name="connsiteY32121" fmla="*/ 2929795 h 5143785"/>
              <a:gd name="connsiteX32122" fmla="*/ 1726787 w 3114960"/>
              <a:gd name="connsiteY32122" fmla="*/ 2929795 h 5143785"/>
              <a:gd name="connsiteX32123" fmla="*/ 1724406 w 3114960"/>
              <a:gd name="connsiteY32123" fmla="*/ 2927509 h 5143785"/>
              <a:gd name="connsiteX32124" fmla="*/ 1724406 w 3114960"/>
              <a:gd name="connsiteY32124" fmla="*/ 2913984 h 5143785"/>
              <a:gd name="connsiteX32125" fmla="*/ 1726692 w 3114960"/>
              <a:gd name="connsiteY32125" fmla="*/ 2911602 h 5143785"/>
              <a:gd name="connsiteX32126" fmla="*/ 1604296 w 3114960"/>
              <a:gd name="connsiteY32126" fmla="*/ 2893981 h 5143785"/>
              <a:gd name="connsiteX32127" fmla="*/ 1609344 w 3114960"/>
              <a:gd name="connsiteY32127" fmla="*/ 2899029 h 5143785"/>
              <a:gd name="connsiteX32128" fmla="*/ 1604296 w 3114960"/>
              <a:gd name="connsiteY32128" fmla="*/ 2904077 h 5143785"/>
              <a:gd name="connsiteX32129" fmla="*/ 1599248 w 3114960"/>
              <a:gd name="connsiteY32129" fmla="*/ 2899029 h 5143785"/>
              <a:gd name="connsiteX32130" fmla="*/ 1604296 w 3114960"/>
              <a:gd name="connsiteY32130" fmla="*/ 2893981 h 5143785"/>
              <a:gd name="connsiteX32131" fmla="*/ 3063430 w 3114960"/>
              <a:gd name="connsiteY32131" fmla="*/ 1019747 h 5143785"/>
              <a:gd name="connsiteX32132" fmla="*/ 3070098 w 3114960"/>
              <a:gd name="connsiteY32132" fmla="*/ 1026414 h 5143785"/>
              <a:gd name="connsiteX32133" fmla="*/ 3096197 w 3114960"/>
              <a:gd name="connsiteY32133" fmla="*/ 1026414 h 5143785"/>
              <a:gd name="connsiteX32134" fmla="*/ 3099530 w 3114960"/>
              <a:gd name="connsiteY32134" fmla="*/ 1025366 h 5143785"/>
              <a:gd name="connsiteX32135" fmla="*/ 3103340 w 3114960"/>
              <a:gd name="connsiteY32135" fmla="*/ 1030415 h 5143785"/>
              <a:gd name="connsiteX32136" fmla="*/ 3103340 w 3114960"/>
              <a:gd name="connsiteY32136" fmla="*/ 1030415 h 5143785"/>
              <a:gd name="connsiteX32137" fmla="*/ 3108484 w 3114960"/>
              <a:gd name="connsiteY32137" fmla="*/ 1016889 h 5143785"/>
              <a:gd name="connsiteX32138" fmla="*/ 3108865 w 3114960"/>
              <a:gd name="connsiteY32138" fmla="*/ 1013555 h 5143785"/>
              <a:gd name="connsiteX32139" fmla="*/ 3109246 w 3114960"/>
              <a:gd name="connsiteY32139" fmla="*/ 1016889 h 5143785"/>
              <a:gd name="connsiteX32140" fmla="*/ 3114389 w 3114960"/>
              <a:gd name="connsiteY32140" fmla="*/ 1030415 h 5143785"/>
              <a:gd name="connsiteX32141" fmla="*/ 3114389 w 3114960"/>
              <a:gd name="connsiteY32141" fmla="*/ 1030415 h 5143785"/>
              <a:gd name="connsiteX32142" fmla="*/ 3114580 w 3114960"/>
              <a:gd name="connsiteY32142" fmla="*/ 1030415 h 5143785"/>
              <a:gd name="connsiteX32143" fmla="*/ 3114580 w 3114960"/>
              <a:gd name="connsiteY32143" fmla="*/ 1018223 h 5143785"/>
              <a:gd name="connsiteX32144" fmla="*/ 3114389 w 3114960"/>
              <a:gd name="connsiteY32144" fmla="*/ 1019747 h 5143785"/>
              <a:gd name="connsiteX32145" fmla="*/ 3114009 w 3114960"/>
              <a:gd name="connsiteY32145" fmla="*/ 1016318 h 5143785"/>
              <a:gd name="connsiteX32146" fmla="*/ 3108865 w 3114960"/>
              <a:gd name="connsiteY32146" fmla="*/ 1002792 h 5143785"/>
              <a:gd name="connsiteX32147" fmla="*/ 3108865 w 3114960"/>
              <a:gd name="connsiteY32147" fmla="*/ 1002792 h 5143785"/>
              <a:gd name="connsiteX32148" fmla="*/ 3103721 w 3114960"/>
              <a:gd name="connsiteY32148" fmla="*/ 1016318 h 5143785"/>
              <a:gd name="connsiteX32149" fmla="*/ 3103340 w 3114960"/>
              <a:gd name="connsiteY32149" fmla="*/ 1019651 h 5143785"/>
              <a:gd name="connsiteX32150" fmla="*/ 3102959 w 3114960"/>
              <a:gd name="connsiteY32150" fmla="*/ 1016318 h 5143785"/>
              <a:gd name="connsiteX32151" fmla="*/ 3102959 w 3114960"/>
              <a:gd name="connsiteY32151" fmla="*/ 1015460 h 5143785"/>
              <a:gd name="connsiteX32152" fmla="*/ 3102864 w 3114960"/>
              <a:gd name="connsiteY32152" fmla="*/ 1011365 h 5143785"/>
              <a:gd name="connsiteX32153" fmla="*/ 3096197 w 3114960"/>
              <a:gd name="connsiteY32153" fmla="*/ 1004697 h 5143785"/>
              <a:gd name="connsiteX32154" fmla="*/ 3070098 w 3114960"/>
              <a:gd name="connsiteY32154" fmla="*/ 1004697 h 5143785"/>
              <a:gd name="connsiteX32155" fmla="*/ 3063430 w 3114960"/>
              <a:gd name="connsiteY32155" fmla="*/ 1011365 h 5143785"/>
              <a:gd name="connsiteX32156" fmla="*/ 3063430 w 3114960"/>
              <a:gd name="connsiteY32156" fmla="*/ 1019747 h 5143785"/>
              <a:gd name="connsiteX32157" fmla="*/ 3068193 w 3114960"/>
              <a:gd name="connsiteY32157" fmla="*/ 1011365 h 5143785"/>
              <a:gd name="connsiteX32158" fmla="*/ 3070098 w 3114960"/>
              <a:gd name="connsiteY32158" fmla="*/ 1009460 h 5143785"/>
              <a:gd name="connsiteX32159" fmla="*/ 3096197 w 3114960"/>
              <a:gd name="connsiteY32159" fmla="*/ 1009460 h 5143785"/>
              <a:gd name="connsiteX32160" fmla="*/ 3098102 w 3114960"/>
              <a:gd name="connsiteY32160" fmla="*/ 1011365 h 5143785"/>
              <a:gd name="connsiteX32161" fmla="*/ 3098102 w 3114960"/>
              <a:gd name="connsiteY32161" fmla="*/ 1019747 h 5143785"/>
              <a:gd name="connsiteX32162" fmla="*/ 3096197 w 3114960"/>
              <a:gd name="connsiteY32162" fmla="*/ 1021652 h 5143785"/>
              <a:gd name="connsiteX32163" fmla="*/ 3070098 w 3114960"/>
              <a:gd name="connsiteY32163" fmla="*/ 1021652 h 5143785"/>
              <a:gd name="connsiteX32164" fmla="*/ 3068193 w 3114960"/>
              <a:gd name="connsiteY32164" fmla="*/ 1019747 h 5143785"/>
              <a:gd name="connsiteX32165" fmla="*/ 3068193 w 3114960"/>
              <a:gd name="connsiteY32165" fmla="*/ 1011365 h 5143785"/>
              <a:gd name="connsiteX32166" fmla="*/ 2182273 w 3114960"/>
              <a:gd name="connsiteY32166" fmla="*/ 2944273 h 5143785"/>
              <a:gd name="connsiteX32167" fmla="*/ 2174081 w 3114960"/>
              <a:gd name="connsiteY32167" fmla="*/ 2953417 h 5143785"/>
              <a:gd name="connsiteX32168" fmla="*/ 2174081 w 3114960"/>
              <a:gd name="connsiteY32168" fmla="*/ 2958370 h 5143785"/>
              <a:gd name="connsiteX32169" fmla="*/ 2169319 w 3114960"/>
              <a:gd name="connsiteY32169" fmla="*/ 2958370 h 5143785"/>
              <a:gd name="connsiteX32170" fmla="*/ 2169319 w 3114960"/>
              <a:gd name="connsiteY32170" fmla="*/ 2951607 h 5143785"/>
              <a:gd name="connsiteX32171" fmla="*/ 2178653 w 3114960"/>
              <a:gd name="connsiteY32171" fmla="*/ 2941034 h 5143785"/>
              <a:gd name="connsiteX32172" fmla="*/ 2182178 w 3114960"/>
              <a:gd name="connsiteY32172" fmla="*/ 2944178 h 5143785"/>
              <a:gd name="connsiteX32173" fmla="*/ 3111627 w 3114960"/>
              <a:gd name="connsiteY32173" fmla="*/ 2616232 h 5143785"/>
              <a:gd name="connsiteX32174" fmla="*/ 3102102 w 3114960"/>
              <a:gd name="connsiteY32174" fmla="*/ 2616232 h 5143785"/>
              <a:gd name="connsiteX32175" fmla="*/ 3102102 w 3114960"/>
              <a:gd name="connsiteY32175" fmla="*/ 2609088 h 5143785"/>
              <a:gd name="connsiteX32176" fmla="*/ 3111627 w 3114960"/>
              <a:gd name="connsiteY32176" fmla="*/ 2609088 h 5143785"/>
              <a:gd name="connsiteX32177" fmla="*/ 3111627 w 3114960"/>
              <a:gd name="connsiteY32177" fmla="*/ 2616232 h 5143785"/>
              <a:gd name="connsiteX32178" fmla="*/ 3114770 w 3114960"/>
              <a:gd name="connsiteY32178" fmla="*/ 2558510 h 5143785"/>
              <a:gd name="connsiteX32179" fmla="*/ 3107150 w 3114960"/>
              <a:gd name="connsiteY32179" fmla="*/ 2558510 h 5143785"/>
              <a:gd name="connsiteX32180" fmla="*/ 3107150 w 3114960"/>
              <a:gd name="connsiteY32180" fmla="*/ 2551367 h 5143785"/>
              <a:gd name="connsiteX32181" fmla="*/ 3114770 w 3114960"/>
              <a:gd name="connsiteY32181" fmla="*/ 2551367 h 5143785"/>
              <a:gd name="connsiteX32182" fmla="*/ 3114770 w 3114960"/>
              <a:gd name="connsiteY32182" fmla="*/ 2558510 h 5143785"/>
              <a:gd name="connsiteX32183" fmla="*/ 2163223 w 3114960"/>
              <a:gd name="connsiteY32183" fmla="*/ 3098197 h 5143785"/>
              <a:gd name="connsiteX32184" fmla="*/ 2173891 w 3114960"/>
              <a:gd name="connsiteY32184" fmla="*/ 3100769 h 5143785"/>
              <a:gd name="connsiteX32185" fmla="*/ 2183225 w 3114960"/>
              <a:gd name="connsiteY32185" fmla="*/ 3095054 h 5143785"/>
              <a:gd name="connsiteX32186" fmla="*/ 2180177 w 3114960"/>
              <a:gd name="connsiteY32186" fmla="*/ 3075051 h 5143785"/>
              <a:gd name="connsiteX32187" fmla="*/ 2174081 w 3114960"/>
              <a:gd name="connsiteY32187" fmla="*/ 3072670 h 5143785"/>
              <a:gd name="connsiteX32188" fmla="*/ 2174081 w 3114960"/>
              <a:gd name="connsiteY32188" fmla="*/ 3053715 h 5143785"/>
              <a:gd name="connsiteX32189" fmla="*/ 2169319 w 3114960"/>
              <a:gd name="connsiteY32189" fmla="*/ 3053715 h 5143785"/>
              <a:gd name="connsiteX32190" fmla="*/ 2169319 w 3114960"/>
              <a:gd name="connsiteY32190" fmla="*/ 3072575 h 5143785"/>
              <a:gd name="connsiteX32191" fmla="*/ 2160175 w 3114960"/>
              <a:gd name="connsiteY32191" fmla="*/ 3078194 h 5143785"/>
              <a:gd name="connsiteX32192" fmla="*/ 2163223 w 3114960"/>
              <a:gd name="connsiteY32192" fmla="*/ 3098197 h 5143785"/>
              <a:gd name="connsiteX32193" fmla="*/ 2162270 w 3114960"/>
              <a:gd name="connsiteY32193" fmla="*/ 3079718 h 5143785"/>
              <a:gd name="connsiteX32194" fmla="*/ 2178653 w 3114960"/>
              <a:gd name="connsiteY32194" fmla="*/ 3077242 h 5143785"/>
              <a:gd name="connsiteX32195" fmla="*/ 2183321 w 3114960"/>
              <a:gd name="connsiteY32195" fmla="*/ 3084862 h 5143785"/>
              <a:gd name="connsiteX32196" fmla="*/ 2181225 w 3114960"/>
              <a:gd name="connsiteY32196" fmla="*/ 3093530 h 5143785"/>
              <a:gd name="connsiteX32197" fmla="*/ 2173605 w 3114960"/>
              <a:gd name="connsiteY32197" fmla="*/ 3098197 h 5143785"/>
              <a:gd name="connsiteX32198" fmla="*/ 2171795 w 3114960"/>
              <a:gd name="connsiteY32198" fmla="*/ 3098292 h 5143785"/>
              <a:gd name="connsiteX32199" fmla="*/ 2164937 w 3114960"/>
              <a:gd name="connsiteY32199" fmla="*/ 3096006 h 5143785"/>
              <a:gd name="connsiteX32200" fmla="*/ 2162461 w 3114960"/>
              <a:gd name="connsiteY32200" fmla="*/ 3079623 h 5143785"/>
              <a:gd name="connsiteX32201" fmla="*/ 3080385 w 3114960"/>
              <a:gd name="connsiteY32201" fmla="*/ 2967133 h 5143785"/>
              <a:gd name="connsiteX32202" fmla="*/ 3084386 w 3114960"/>
              <a:gd name="connsiteY32202" fmla="*/ 2968085 h 5143785"/>
              <a:gd name="connsiteX32203" fmla="*/ 3088577 w 3114960"/>
              <a:gd name="connsiteY32203" fmla="*/ 2967038 h 5143785"/>
              <a:gd name="connsiteX32204" fmla="*/ 3114770 w 3114960"/>
              <a:gd name="connsiteY32204" fmla="*/ 2991993 h 5143785"/>
              <a:gd name="connsiteX32205" fmla="*/ 3114770 w 3114960"/>
              <a:gd name="connsiteY32205" fmla="*/ 2985421 h 5143785"/>
              <a:gd name="connsiteX32206" fmla="*/ 3092005 w 3114960"/>
              <a:gd name="connsiteY32206" fmla="*/ 2963799 h 5143785"/>
              <a:gd name="connsiteX32207" fmla="*/ 3092577 w 3114960"/>
              <a:gd name="connsiteY32207" fmla="*/ 2963037 h 5143785"/>
              <a:gd name="connsiteX32208" fmla="*/ 3093053 w 3114960"/>
              <a:gd name="connsiteY32208" fmla="*/ 2956084 h 5143785"/>
              <a:gd name="connsiteX32209" fmla="*/ 3088481 w 3114960"/>
              <a:gd name="connsiteY32209" fmla="*/ 2950845 h 5143785"/>
              <a:gd name="connsiteX32210" fmla="*/ 3076289 w 3114960"/>
              <a:gd name="connsiteY32210" fmla="*/ 2955036 h 5143785"/>
              <a:gd name="connsiteX32211" fmla="*/ 3075813 w 3114960"/>
              <a:gd name="connsiteY32211" fmla="*/ 2961989 h 5143785"/>
              <a:gd name="connsiteX32212" fmla="*/ 3080385 w 3114960"/>
              <a:gd name="connsiteY32212" fmla="*/ 2967228 h 5143785"/>
              <a:gd name="connsiteX32213" fmla="*/ 3080480 w 3114960"/>
              <a:gd name="connsiteY32213" fmla="*/ 2956941 h 5143785"/>
              <a:gd name="connsiteX32214" fmla="*/ 3084386 w 3114960"/>
              <a:gd name="connsiteY32214" fmla="*/ 2954465 h 5143785"/>
              <a:gd name="connsiteX32215" fmla="*/ 3086291 w 3114960"/>
              <a:gd name="connsiteY32215" fmla="*/ 2954941 h 5143785"/>
              <a:gd name="connsiteX32216" fmla="*/ 3088291 w 3114960"/>
              <a:gd name="connsiteY32216" fmla="*/ 2960751 h 5143785"/>
              <a:gd name="connsiteX32217" fmla="*/ 3082385 w 3114960"/>
              <a:gd name="connsiteY32217" fmla="*/ 2962751 h 5143785"/>
              <a:gd name="connsiteX32218" fmla="*/ 3080195 w 3114960"/>
              <a:gd name="connsiteY32218" fmla="*/ 2960275 h 5143785"/>
              <a:gd name="connsiteX32219" fmla="*/ 3080385 w 3114960"/>
              <a:gd name="connsiteY32219" fmla="*/ 2956941 h 5143785"/>
              <a:gd name="connsiteX32220" fmla="*/ 3002852 w 3114960"/>
              <a:gd name="connsiteY32220" fmla="*/ 2431066 h 5143785"/>
              <a:gd name="connsiteX32221" fmla="*/ 3008852 w 3114960"/>
              <a:gd name="connsiteY32221" fmla="*/ 2425065 h 5143785"/>
              <a:gd name="connsiteX32222" fmla="*/ 3028950 w 3114960"/>
              <a:gd name="connsiteY32222" fmla="*/ 2425065 h 5143785"/>
              <a:gd name="connsiteX32223" fmla="*/ 3034951 w 3114960"/>
              <a:gd name="connsiteY32223" fmla="*/ 2431066 h 5143785"/>
              <a:gd name="connsiteX32224" fmla="*/ 3034951 w 3114960"/>
              <a:gd name="connsiteY32224" fmla="*/ 2439924 h 5143785"/>
              <a:gd name="connsiteX32225" fmla="*/ 3040571 w 3114960"/>
              <a:gd name="connsiteY32225" fmla="*/ 2439924 h 5143785"/>
              <a:gd name="connsiteX32226" fmla="*/ 3040571 w 3114960"/>
              <a:gd name="connsiteY32226" fmla="*/ 2447068 h 5143785"/>
              <a:gd name="connsiteX32227" fmla="*/ 3034951 w 3114960"/>
              <a:gd name="connsiteY32227" fmla="*/ 2447068 h 5143785"/>
              <a:gd name="connsiteX32228" fmla="*/ 3034951 w 3114960"/>
              <a:gd name="connsiteY32228" fmla="*/ 2451068 h 5143785"/>
              <a:gd name="connsiteX32229" fmla="*/ 3028950 w 3114960"/>
              <a:gd name="connsiteY32229" fmla="*/ 2457069 h 5143785"/>
              <a:gd name="connsiteX32230" fmla="*/ 3008852 w 3114960"/>
              <a:gd name="connsiteY32230" fmla="*/ 2457069 h 5143785"/>
              <a:gd name="connsiteX32231" fmla="*/ 3002852 w 3114960"/>
              <a:gd name="connsiteY32231" fmla="*/ 2451068 h 5143785"/>
              <a:gd name="connsiteX32232" fmla="*/ 3002852 w 3114960"/>
              <a:gd name="connsiteY32232" fmla="*/ 2430971 h 5143785"/>
              <a:gd name="connsiteX32233" fmla="*/ 2378488 w 3114960"/>
              <a:gd name="connsiteY32233" fmla="*/ 2879027 h 5143785"/>
              <a:gd name="connsiteX32234" fmla="*/ 2397538 w 3114960"/>
              <a:gd name="connsiteY32234" fmla="*/ 2879027 h 5143785"/>
              <a:gd name="connsiteX32235" fmla="*/ 2397538 w 3114960"/>
              <a:gd name="connsiteY32235" fmla="*/ 2883789 h 5143785"/>
              <a:gd name="connsiteX32236" fmla="*/ 2378488 w 3114960"/>
              <a:gd name="connsiteY32236" fmla="*/ 2883789 h 5143785"/>
              <a:gd name="connsiteX32237" fmla="*/ 2378488 w 3114960"/>
              <a:gd name="connsiteY32237" fmla="*/ 2879027 h 5143785"/>
              <a:gd name="connsiteX32238" fmla="*/ 3042380 w 3114960"/>
              <a:gd name="connsiteY32238" fmla="*/ 2756249 h 5143785"/>
              <a:gd name="connsiteX32239" fmla="*/ 3048953 w 3114960"/>
              <a:gd name="connsiteY32239" fmla="*/ 2762441 h 5143785"/>
              <a:gd name="connsiteX32240" fmla="*/ 3053144 w 3114960"/>
              <a:gd name="connsiteY32240" fmla="*/ 2763203 h 5143785"/>
              <a:gd name="connsiteX32241" fmla="*/ 3058001 w 3114960"/>
              <a:gd name="connsiteY32241" fmla="*/ 2762155 h 5143785"/>
              <a:gd name="connsiteX32242" fmla="*/ 3059335 w 3114960"/>
              <a:gd name="connsiteY32242" fmla="*/ 2761202 h 5143785"/>
              <a:gd name="connsiteX32243" fmla="*/ 3114199 w 3114960"/>
              <a:gd name="connsiteY32243" fmla="*/ 2815114 h 5143785"/>
              <a:gd name="connsiteX32244" fmla="*/ 3114675 w 3114960"/>
              <a:gd name="connsiteY32244" fmla="*/ 2815590 h 5143785"/>
              <a:gd name="connsiteX32245" fmla="*/ 3114675 w 3114960"/>
              <a:gd name="connsiteY32245" fmla="*/ 2808923 h 5143785"/>
              <a:gd name="connsiteX32246" fmla="*/ 3062764 w 3114960"/>
              <a:gd name="connsiteY32246" fmla="*/ 2757869 h 5143785"/>
              <a:gd name="connsiteX32247" fmla="*/ 3064193 w 3114960"/>
              <a:gd name="connsiteY32247" fmla="*/ 2755583 h 5143785"/>
              <a:gd name="connsiteX32248" fmla="*/ 3063907 w 3114960"/>
              <a:gd name="connsiteY32248" fmla="*/ 2746534 h 5143785"/>
              <a:gd name="connsiteX32249" fmla="*/ 3063907 w 3114960"/>
              <a:gd name="connsiteY32249" fmla="*/ 2746534 h 5143785"/>
              <a:gd name="connsiteX32250" fmla="*/ 3048286 w 3114960"/>
              <a:gd name="connsiteY32250" fmla="*/ 2740628 h 5143785"/>
              <a:gd name="connsiteX32251" fmla="*/ 3042380 w 3114960"/>
              <a:gd name="connsiteY32251" fmla="*/ 2756249 h 5143785"/>
              <a:gd name="connsiteX32252" fmla="*/ 3050286 w 3114960"/>
              <a:gd name="connsiteY32252" fmla="*/ 2744915 h 5143785"/>
              <a:gd name="connsiteX32253" fmla="*/ 3053144 w 3114960"/>
              <a:gd name="connsiteY32253" fmla="*/ 2744248 h 5143785"/>
              <a:gd name="connsiteX32254" fmla="*/ 3059621 w 3114960"/>
              <a:gd name="connsiteY32254" fmla="*/ 2748439 h 5143785"/>
              <a:gd name="connsiteX32255" fmla="*/ 3059811 w 3114960"/>
              <a:gd name="connsiteY32255" fmla="*/ 2753868 h 5143785"/>
              <a:gd name="connsiteX32256" fmla="*/ 3056096 w 3114960"/>
              <a:gd name="connsiteY32256" fmla="*/ 2757869 h 5143785"/>
              <a:gd name="connsiteX32257" fmla="*/ 3050667 w 3114960"/>
              <a:gd name="connsiteY32257" fmla="*/ 2758059 h 5143785"/>
              <a:gd name="connsiteX32258" fmla="*/ 3046762 w 3114960"/>
              <a:gd name="connsiteY32258" fmla="*/ 2754344 h 5143785"/>
              <a:gd name="connsiteX32259" fmla="*/ 3050286 w 3114960"/>
              <a:gd name="connsiteY32259" fmla="*/ 2745010 h 5143785"/>
              <a:gd name="connsiteX32260" fmla="*/ 3050000 w 3114960"/>
              <a:gd name="connsiteY32260" fmla="*/ 2439924 h 5143785"/>
              <a:gd name="connsiteX32261" fmla="*/ 3059525 w 3114960"/>
              <a:gd name="connsiteY32261" fmla="*/ 2439924 h 5143785"/>
              <a:gd name="connsiteX32262" fmla="*/ 3059525 w 3114960"/>
              <a:gd name="connsiteY32262" fmla="*/ 2447068 h 5143785"/>
              <a:gd name="connsiteX32263" fmla="*/ 3050000 w 3114960"/>
              <a:gd name="connsiteY32263" fmla="*/ 2447068 h 5143785"/>
              <a:gd name="connsiteX32264" fmla="*/ 3050000 w 3114960"/>
              <a:gd name="connsiteY32264" fmla="*/ 2439924 h 5143785"/>
              <a:gd name="connsiteX32265" fmla="*/ 2076355 w 3114960"/>
              <a:gd name="connsiteY32265" fmla="*/ 3371374 h 5143785"/>
              <a:gd name="connsiteX32266" fmla="*/ 2081117 w 3114960"/>
              <a:gd name="connsiteY32266" fmla="*/ 3371374 h 5143785"/>
              <a:gd name="connsiteX32267" fmla="*/ 2081117 w 3114960"/>
              <a:gd name="connsiteY32267" fmla="*/ 3388519 h 5143785"/>
              <a:gd name="connsiteX32268" fmla="*/ 2076355 w 3114960"/>
              <a:gd name="connsiteY32268" fmla="*/ 3388519 h 5143785"/>
              <a:gd name="connsiteX32269" fmla="*/ 2076355 w 3114960"/>
              <a:gd name="connsiteY32269" fmla="*/ 3371374 h 5143785"/>
              <a:gd name="connsiteX32270" fmla="*/ 3114770 w 3114960"/>
              <a:gd name="connsiteY32270" fmla="*/ 2930462 h 5143785"/>
              <a:gd name="connsiteX32271" fmla="*/ 3114770 w 3114960"/>
              <a:gd name="connsiteY32271" fmla="*/ 2927033 h 5143785"/>
              <a:gd name="connsiteX32272" fmla="*/ 3042190 w 3114960"/>
              <a:gd name="connsiteY32272" fmla="*/ 2851690 h 5143785"/>
              <a:gd name="connsiteX32273" fmla="*/ 3040856 w 3114960"/>
              <a:gd name="connsiteY32273" fmla="*/ 2851404 h 5143785"/>
              <a:gd name="connsiteX32274" fmla="*/ 3040094 w 3114960"/>
              <a:gd name="connsiteY32274" fmla="*/ 2852547 h 5143785"/>
              <a:gd name="connsiteX32275" fmla="*/ 3040094 w 3114960"/>
              <a:gd name="connsiteY32275" fmla="*/ 2896172 h 5143785"/>
              <a:gd name="connsiteX32276" fmla="*/ 3031141 w 3114960"/>
              <a:gd name="connsiteY32276" fmla="*/ 2896172 h 5143785"/>
              <a:gd name="connsiteX32277" fmla="*/ 3027331 w 3114960"/>
              <a:gd name="connsiteY32277" fmla="*/ 2899982 h 5143785"/>
              <a:gd name="connsiteX32278" fmla="*/ 3027331 w 3114960"/>
              <a:gd name="connsiteY32278" fmla="*/ 2908935 h 5143785"/>
              <a:gd name="connsiteX32279" fmla="*/ 3031141 w 3114960"/>
              <a:gd name="connsiteY32279" fmla="*/ 2912745 h 5143785"/>
              <a:gd name="connsiteX32280" fmla="*/ 3039999 w 3114960"/>
              <a:gd name="connsiteY32280" fmla="*/ 2912745 h 5143785"/>
              <a:gd name="connsiteX32281" fmla="*/ 3039999 w 3114960"/>
              <a:gd name="connsiteY32281" fmla="*/ 2933795 h 5143785"/>
              <a:gd name="connsiteX32282" fmla="*/ 3031141 w 3114960"/>
              <a:gd name="connsiteY32282" fmla="*/ 2933795 h 5143785"/>
              <a:gd name="connsiteX32283" fmla="*/ 3027331 w 3114960"/>
              <a:gd name="connsiteY32283" fmla="*/ 2937605 h 5143785"/>
              <a:gd name="connsiteX32284" fmla="*/ 3027331 w 3114960"/>
              <a:gd name="connsiteY32284" fmla="*/ 2946654 h 5143785"/>
              <a:gd name="connsiteX32285" fmla="*/ 3031141 w 3114960"/>
              <a:gd name="connsiteY32285" fmla="*/ 2950464 h 5143785"/>
              <a:gd name="connsiteX32286" fmla="*/ 3039999 w 3114960"/>
              <a:gd name="connsiteY32286" fmla="*/ 2950464 h 5143785"/>
              <a:gd name="connsiteX32287" fmla="*/ 3039999 w 3114960"/>
              <a:gd name="connsiteY32287" fmla="*/ 2971514 h 5143785"/>
              <a:gd name="connsiteX32288" fmla="*/ 3031141 w 3114960"/>
              <a:gd name="connsiteY32288" fmla="*/ 2971514 h 5143785"/>
              <a:gd name="connsiteX32289" fmla="*/ 3027331 w 3114960"/>
              <a:gd name="connsiteY32289" fmla="*/ 2975324 h 5143785"/>
              <a:gd name="connsiteX32290" fmla="*/ 3027331 w 3114960"/>
              <a:gd name="connsiteY32290" fmla="*/ 2984373 h 5143785"/>
              <a:gd name="connsiteX32291" fmla="*/ 3031141 w 3114960"/>
              <a:gd name="connsiteY32291" fmla="*/ 2988183 h 5143785"/>
              <a:gd name="connsiteX32292" fmla="*/ 3040380 w 3114960"/>
              <a:gd name="connsiteY32292" fmla="*/ 2988183 h 5143785"/>
              <a:gd name="connsiteX32293" fmla="*/ 3040380 w 3114960"/>
              <a:gd name="connsiteY32293" fmla="*/ 3009234 h 5143785"/>
              <a:gd name="connsiteX32294" fmla="*/ 3031141 w 3114960"/>
              <a:gd name="connsiteY32294" fmla="*/ 3009234 h 5143785"/>
              <a:gd name="connsiteX32295" fmla="*/ 3027331 w 3114960"/>
              <a:gd name="connsiteY32295" fmla="*/ 3013043 h 5143785"/>
              <a:gd name="connsiteX32296" fmla="*/ 3027331 w 3114960"/>
              <a:gd name="connsiteY32296" fmla="*/ 3022092 h 5143785"/>
              <a:gd name="connsiteX32297" fmla="*/ 3031141 w 3114960"/>
              <a:gd name="connsiteY32297" fmla="*/ 3025902 h 5143785"/>
              <a:gd name="connsiteX32298" fmla="*/ 3039999 w 3114960"/>
              <a:gd name="connsiteY32298" fmla="*/ 3025902 h 5143785"/>
              <a:gd name="connsiteX32299" fmla="*/ 3039999 w 3114960"/>
              <a:gd name="connsiteY32299" fmla="*/ 3046952 h 5143785"/>
              <a:gd name="connsiteX32300" fmla="*/ 3031141 w 3114960"/>
              <a:gd name="connsiteY32300" fmla="*/ 3046952 h 5143785"/>
              <a:gd name="connsiteX32301" fmla="*/ 3027331 w 3114960"/>
              <a:gd name="connsiteY32301" fmla="*/ 3050762 h 5143785"/>
              <a:gd name="connsiteX32302" fmla="*/ 3027331 w 3114960"/>
              <a:gd name="connsiteY32302" fmla="*/ 3059811 h 5143785"/>
              <a:gd name="connsiteX32303" fmla="*/ 3031141 w 3114960"/>
              <a:gd name="connsiteY32303" fmla="*/ 3063621 h 5143785"/>
              <a:gd name="connsiteX32304" fmla="*/ 3039999 w 3114960"/>
              <a:gd name="connsiteY32304" fmla="*/ 3063621 h 5143785"/>
              <a:gd name="connsiteX32305" fmla="*/ 3039999 w 3114960"/>
              <a:gd name="connsiteY32305" fmla="*/ 3084671 h 5143785"/>
              <a:gd name="connsiteX32306" fmla="*/ 3031141 w 3114960"/>
              <a:gd name="connsiteY32306" fmla="*/ 3084671 h 5143785"/>
              <a:gd name="connsiteX32307" fmla="*/ 3027331 w 3114960"/>
              <a:gd name="connsiteY32307" fmla="*/ 3088481 h 5143785"/>
              <a:gd name="connsiteX32308" fmla="*/ 3027331 w 3114960"/>
              <a:gd name="connsiteY32308" fmla="*/ 3097435 h 5143785"/>
              <a:gd name="connsiteX32309" fmla="*/ 3031141 w 3114960"/>
              <a:gd name="connsiteY32309" fmla="*/ 3101245 h 5143785"/>
              <a:gd name="connsiteX32310" fmla="*/ 3039999 w 3114960"/>
              <a:gd name="connsiteY32310" fmla="*/ 3101245 h 5143785"/>
              <a:gd name="connsiteX32311" fmla="*/ 3039999 w 3114960"/>
              <a:gd name="connsiteY32311" fmla="*/ 3122295 h 5143785"/>
              <a:gd name="connsiteX32312" fmla="*/ 3031141 w 3114960"/>
              <a:gd name="connsiteY32312" fmla="*/ 3122295 h 5143785"/>
              <a:gd name="connsiteX32313" fmla="*/ 3027331 w 3114960"/>
              <a:gd name="connsiteY32313" fmla="*/ 3126105 h 5143785"/>
              <a:gd name="connsiteX32314" fmla="*/ 3027331 w 3114960"/>
              <a:gd name="connsiteY32314" fmla="*/ 3135059 h 5143785"/>
              <a:gd name="connsiteX32315" fmla="*/ 3031141 w 3114960"/>
              <a:gd name="connsiteY32315" fmla="*/ 3138869 h 5143785"/>
              <a:gd name="connsiteX32316" fmla="*/ 3051238 w 3114960"/>
              <a:gd name="connsiteY32316" fmla="*/ 3138869 h 5143785"/>
              <a:gd name="connsiteX32317" fmla="*/ 3055049 w 3114960"/>
              <a:gd name="connsiteY32317" fmla="*/ 3135059 h 5143785"/>
              <a:gd name="connsiteX32318" fmla="*/ 3055049 w 3114960"/>
              <a:gd name="connsiteY32318" fmla="*/ 3126105 h 5143785"/>
              <a:gd name="connsiteX32319" fmla="*/ 3051238 w 3114960"/>
              <a:gd name="connsiteY32319" fmla="*/ 3122295 h 5143785"/>
              <a:gd name="connsiteX32320" fmla="*/ 3042380 w 3114960"/>
              <a:gd name="connsiteY32320" fmla="*/ 3122295 h 5143785"/>
              <a:gd name="connsiteX32321" fmla="*/ 3042380 w 3114960"/>
              <a:gd name="connsiteY32321" fmla="*/ 3101245 h 5143785"/>
              <a:gd name="connsiteX32322" fmla="*/ 3051238 w 3114960"/>
              <a:gd name="connsiteY32322" fmla="*/ 3101245 h 5143785"/>
              <a:gd name="connsiteX32323" fmla="*/ 3055049 w 3114960"/>
              <a:gd name="connsiteY32323" fmla="*/ 3097435 h 5143785"/>
              <a:gd name="connsiteX32324" fmla="*/ 3055049 w 3114960"/>
              <a:gd name="connsiteY32324" fmla="*/ 3088481 h 5143785"/>
              <a:gd name="connsiteX32325" fmla="*/ 3051238 w 3114960"/>
              <a:gd name="connsiteY32325" fmla="*/ 3084671 h 5143785"/>
              <a:gd name="connsiteX32326" fmla="*/ 3042380 w 3114960"/>
              <a:gd name="connsiteY32326" fmla="*/ 3084671 h 5143785"/>
              <a:gd name="connsiteX32327" fmla="*/ 3042380 w 3114960"/>
              <a:gd name="connsiteY32327" fmla="*/ 3063621 h 5143785"/>
              <a:gd name="connsiteX32328" fmla="*/ 3051238 w 3114960"/>
              <a:gd name="connsiteY32328" fmla="*/ 3063621 h 5143785"/>
              <a:gd name="connsiteX32329" fmla="*/ 3055049 w 3114960"/>
              <a:gd name="connsiteY32329" fmla="*/ 3059811 h 5143785"/>
              <a:gd name="connsiteX32330" fmla="*/ 3055049 w 3114960"/>
              <a:gd name="connsiteY32330" fmla="*/ 3050762 h 5143785"/>
              <a:gd name="connsiteX32331" fmla="*/ 3051238 w 3114960"/>
              <a:gd name="connsiteY32331" fmla="*/ 3046952 h 5143785"/>
              <a:gd name="connsiteX32332" fmla="*/ 3042380 w 3114960"/>
              <a:gd name="connsiteY32332" fmla="*/ 3046952 h 5143785"/>
              <a:gd name="connsiteX32333" fmla="*/ 3042380 w 3114960"/>
              <a:gd name="connsiteY32333" fmla="*/ 3025902 h 5143785"/>
              <a:gd name="connsiteX32334" fmla="*/ 3051238 w 3114960"/>
              <a:gd name="connsiteY32334" fmla="*/ 3025902 h 5143785"/>
              <a:gd name="connsiteX32335" fmla="*/ 3055049 w 3114960"/>
              <a:gd name="connsiteY32335" fmla="*/ 3022092 h 5143785"/>
              <a:gd name="connsiteX32336" fmla="*/ 3055049 w 3114960"/>
              <a:gd name="connsiteY32336" fmla="*/ 3013043 h 5143785"/>
              <a:gd name="connsiteX32337" fmla="*/ 3051238 w 3114960"/>
              <a:gd name="connsiteY32337" fmla="*/ 3009234 h 5143785"/>
              <a:gd name="connsiteX32338" fmla="*/ 3042761 w 3114960"/>
              <a:gd name="connsiteY32338" fmla="*/ 3009234 h 5143785"/>
              <a:gd name="connsiteX32339" fmla="*/ 3042761 w 3114960"/>
              <a:gd name="connsiteY32339" fmla="*/ 2988183 h 5143785"/>
              <a:gd name="connsiteX32340" fmla="*/ 3051238 w 3114960"/>
              <a:gd name="connsiteY32340" fmla="*/ 2988183 h 5143785"/>
              <a:gd name="connsiteX32341" fmla="*/ 3055049 w 3114960"/>
              <a:gd name="connsiteY32341" fmla="*/ 2984373 h 5143785"/>
              <a:gd name="connsiteX32342" fmla="*/ 3055049 w 3114960"/>
              <a:gd name="connsiteY32342" fmla="*/ 2975324 h 5143785"/>
              <a:gd name="connsiteX32343" fmla="*/ 3051238 w 3114960"/>
              <a:gd name="connsiteY32343" fmla="*/ 2971514 h 5143785"/>
              <a:gd name="connsiteX32344" fmla="*/ 3042380 w 3114960"/>
              <a:gd name="connsiteY32344" fmla="*/ 2971514 h 5143785"/>
              <a:gd name="connsiteX32345" fmla="*/ 3042380 w 3114960"/>
              <a:gd name="connsiteY32345" fmla="*/ 2950464 h 5143785"/>
              <a:gd name="connsiteX32346" fmla="*/ 3051238 w 3114960"/>
              <a:gd name="connsiteY32346" fmla="*/ 2950464 h 5143785"/>
              <a:gd name="connsiteX32347" fmla="*/ 3055049 w 3114960"/>
              <a:gd name="connsiteY32347" fmla="*/ 2946654 h 5143785"/>
              <a:gd name="connsiteX32348" fmla="*/ 3055049 w 3114960"/>
              <a:gd name="connsiteY32348" fmla="*/ 2937605 h 5143785"/>
              <a:gd name="connsiteX32349" fmla="*/ 3051238 w 3114960"/>
              <a:gd name="connsiteY32349" fmla="*/ 2933795 h 5143785"/>
              <a:gd name="connsiteX32350" fmla="*/ 3042380 w 3114960"/>
              <a:gd name="connsiteY32350" fmla="*/ 2933795 h 5143785"/>
              <a:gd name="connsiteX32351" fmla="*/ 3042380 w 3114960"/>
              <a:gd name="connsiteY32351" fmla="*/ 2912745 h 5143785"/>
              <a:gd name="connsiteX32352" fmla="*/ 3051238 w 3114960"/>
              <a:gd name="connsiteY32352" fmla="*/ 2912745 h 5143785"/>
              <a:gd name="connsiteX32353" fmla="*/ 3055049 w 3114960"/>
              <a:gd name="connsiteY32353" fmla="*/ 2908935 h 5143785"/>
              <a:gd name="connsiteX32354" fmla="*/ 3055049 w 3114960"/>
              <a:gd name="connsiteY32354" fmla="*/ 2899982 h 5143785"/>
              <a:gd name="connsiteX32355" fmla="*/ 3051238 w 3114960"/>
              <a:gd name="connsiteY32355" fmla="*/ 2896172 h 5143785"/>
              <a:gd name="connsiteX32356" fmla="*/ 3042285 w 3114960"/>
              <a:gd name="connsiteY32356" fmla="*/ 2896172 h 5143785"/>
              <a:gd name="connsiteX32357" fmla="*/ 3042285 w 3114960"/>
              <a:gd name="connsiteY32357" fmla="*/ 2855500 h 5143785"/>
              <a:gd name="connsiteX32358" fmla="*/ 3114675 w 3114960"/>
              <a:gd name="connsiteY32358" fmla="*/ 2930557 h 5143785"/>
              <a:gd name="connsiteX32359" fmla="*/ 3037809 w 3114960"/>
              <a:gd name="connsiteY32359" fmla="*/ 2906554 h 5143785"/>
              <a:gd name="connsiteX32360" fmla="*/ 3039713 w 3114960"/>
              <a:gd name="connsiteY32360" fmla="*/ 2907983 h 5143785"/>
              <a:gd name="connsiteX32361" fmla="*/ 3032188 w 3114960"/>
              <a:gd name="connsiteY32361" fmla="*/ 2907983 h 5143785"/>
              <a:gd name="connsiteX32362" fmla="*/ 3032188 w 3114960"/>
              <a:gd name="connsiteY32362" fmla="*/ 2900839 h 5143785"/>
              <a:gd name="connsiteX32363" fmla="*/ 3039713 w 3114960"/>
              <a:gd name="connsiteY32363" fmla="*/ 2900839 h 5143785"/>
              <a:gd name="connsiteX32364" fmla="*/ 3041428 w 3114960"/>
              <a:gd name="connsiteY32364" fmla="*/ 2902172 h 5143785"/>
              <a:gd name="connsiteX32365" fmla="*/ 3037904 w 3114960"/>
              <a:gd name="connsiteY32365" fmla="*/ 2904554 h 5143785"/>
              <a:gd name="connsiteX32366" fmla="*/ 3037427 w 3114960"/>
              <a:gd name="connsiteY32366" fmla="*/ 2905506 h 5143785"/>
              <a:gd name="connsiteX32367" fmla="*/ 3037904 w 3114960"/>
              <a:gd name="connsiteY32367" fmla="*/ 2906459 h 5143785"/>
              <a:gd name="connsiteX32368" fmla="*/ 3032188 w 3114960"/>
              <a:gd name="connsiteY32368" fmla="*/ 2945702 h 5143785"/>
              <a:gd name="connsiteX32369" fmla="*/ 3032188 w 3114960"/>
              <a:gd name="connsiteY32369" fmla="*/ 2938558 h 5143785"/>
              <a:gd name="connsiteX32370" fmla="*/ 3040094 w 3114960"/>
              <a:gd name="connsiteY32370" fmla="*/ 2938558 h 5143785"/>
              <a:gd name="connsiteX32371" fmla="*/ 3041809 w 3114960"/>
              <a:gd name="connsiteY32371" fmla="*/ 2939892 h 5143785"/>
              <a:gd name="connsiteX32372" fmla="*/ 3038285 w 3114960"/>
              <a:gd name="connsiteY32372" fmla="*/ 2942273 h 5143785"/>
              <a:gd name="connsiteX32373" fmla="*/ 3037809 w 3114960"/>
              <a:gd name="connsiteY32373" fmla="*/ 2943225 h 5143785"/>
              <a:gd name="connsiteX32374" fmla="*/ 3038285 w 3114960"/>
              <a:gd name="connsiteY32374" fmla="*/ 2944178 h 5143785"/>
              <a:gd name="connsiteX32375" fmla="*/ 3040190 w 3114960"/>
              <a:gd name="connsiteY32375" fmla="*/ 2945606 h 5143785"/>
              <a:gd name="connsiteX32376" fmla="*/ 3032284 w 3114960"/>
              <a:gd name="connsiteY32376" fmla="*/ 2945606 h 5143785"/>
              <a:gd name="connsiteX32377" fmla="*/ 3038189 w 3114960"/>
              <a:gd name="connsiteY32377" fmla="*/ 2981992 h 5143785"/>
              <a:gd name="connsiteX32378" fmla="*/ 3040094 w 3114960"/>
              <a:gd name="connsiteY32378" fmla="*/ 2983421 h 5143785"/>
              <a:gd name="connsiteX32379" fmla="*/ 3032188 w 3114960"/>
              <a:gd name="connsiteY32379" fmla="*/ 2983421 h 5143785"/>
              <a:gd name="connsiteX32380" fmla="*/ 3032188 w 3114960"/>
              <a:gd name="connsiteY32380" fmla="*/ 2976277 h 5143785"/>
              <a:gd name="connsiteX32381" fmla="*/ 3040094 w 3114960"/>
              <a:gd name="connsiteY32381" fmla="*/ 2976277 h 5143785"/>
              <a:gd name="connsiteX32382" fmla="*/ 3041809 w 3114960"/>
              <a:gd name="connsiteY32382" fmla="*/ 2977610 h 5143785"/>
              <a:gd name="connsiteX32383" fmla="*/ 3038285 w 3114960"/>
              <a:gd name="connsiteY32383" fmla="*/ 2979992 h 5143785"/>
              <a:gd name="connsiteX32384" fmla="*/ 3037809 w 3114960"/>
              <a:gd name="connsiteY32384" fmla="*/ 2980944 h 5143785"/>
              <a:gd name="connsiteX32385" fmla="*/ 3038285 w 3114960"/>
              <a:gd name="connsiteY32385" fmla="*/ 2981897 h 5143785"/>
              <a:gd name="connsiteX32386" fmla="*/ 3038189 w 3114960"/>
              <a:gd name="connsiteY32386" fmla="*/ 3019711 h 5143785"/>
              <a:gd name="connsiteX32387" fmla="*/ 3040094 w 3114960"/>
              <a:gd name="connsiteY32387" fmla="*/ 3021140 h 5143785"/>
              <a:gd name="connsiteX32388" fmla="*/ 3032188 w 3114960"/>
              <a:gd name="connsiteY32388" fmla="*/ 3021140 h 5143785"/>
              <a:gd name="connsiteX32389" fmla="*/ 3032188 w 3114960"/>
              <a:gd name="connsiteY32389" fmla="*/ 3013996 h 5143785"/>
              <a:gd name="connsiteX32390" fmla="*/ 3040094 w 3114960"/>
              <a:gd name="connsiteY32390" fmla="*/ 3013996 h 5143785"/>
              <a:gd name="connsiteX32391" fmla="*/ 3041809 w 3114960"/>
              <a:gd name="connsiteY32391" fmla="*/ 3015329 h 5143785"/>
              <a:gd name="connsiteX32392" fmla="*/ 3038285 w 3114960"/>
              <a:gd name="connsiteY32392" fmla="*/ 3017711 h 5143785"/>
              <a:gd name="connsiteX32393" fmla="*/ 3037809 w 3114960"/>
              <a:gd name="connsiteY32393" fmla="*/ 3018663 h 5143785"/>
              <a:gd name="connsiteX32394" fmla="*/ 3038285 w 3114960"/>
              <a:gd name="connsiteY32394" fmla="*/ 3019616 h 5143785"/>
              <a:gd name="connsiteX32395" fmla="*/ 3038189 w 3114960"/>
              <a:gd name="connsiteY32395" fmla="*/ 3057430 h 5143785"/>
              <a:gd name="connsiteX32396" fmla="*/ 3040094 w 3114960"/>
              <a:gd name="connsiteY32396" fmla="*/ 3058859 h 5143785"/>
              <a:gd name="connsiteX32397" fmla="*/ 3032188 w 3114960"/>
              <a:gd name="connsiteY32397" fmla="*/ 3058859 h 5143785"/>
              <a:gd name="connsiteX32398" fmla="*/ 3032188 w 3114960"/>
              <a:gd name="connsiteY32398" fmla="*/ 3051715 h 5143785"/>
              <a:gd name="connsiteX32399" fmla="*/ 3040094 w 3114960"/>
              <a:gd name="connsiteY32399" fmla="*/ 3051715 h 5143785"/>
              <a:gd name="connsiteX32400" fmla="*/ 3041809 w 3114960"/>
              <a:gd name="connsiteY32400" fmla="*/ 3053048 h 5143785"/>
              <a:gd name="connsiteX32401" fmla="*/ 3038285 w 3114960"/>
              <a:gd name="connsiteY32401" fmla="*/ 3055430 h 5143785"/>
              <a:gd name="connsiteX32402" fmla="*/ 3037809 w 3114960"/>
              <a:gd name="connsiteY32402" fmla="*/ 3056382 h 5143785"/>
              <a:gd name="connsiteX32403" fmla="*/ 3038285 w 3114960"/>
              <a:gd name="connsiteY32403" fmla="*/ 3057335 h 5143785"/>
              <a:gd name="connsiteX32404" fmla="*/ 3038189 w 3114960"/>
              <a:gd name="connsiteY32404" fmla="*/ 3095149 h 5143785"/>
              <a:gd name="connsiteX32405" fmla="*/ 3040094 w 3114960"/>
              <a:gd name="connsiteY32405" fmla="*/ 3096578 h 5143785"/>
              <a:gd name="connsiteX32406" fmla="*/ 3032188 w 3114960"/>
              <a:gd name="connsiteY32406" fmla="*/ 3096578 h 5143785"/>
              <a:gd name="connsiteX32407" fmla="*/ 3032188 w 3114960"/>
              <a:gd name="connsiteY32407" fmla="*/ 3089434 h 5143785"/>
              <a:gd name="connsiteX32408" fmla="*/ 3040094 w 3114960"/>
              <a:gd name="connsiteY32408" fmla="*/ 3089434 h 5143785"/>
              <a:gd name="connsiteX32409" fmla="*/ 3041809 w 3114960"/>
              <a:gd name="connsiteY32409" fmla="*/ 3090767 h 5143785"/>
              <a:gd name="connsiteX32410" fmla="*/ 3038285 w 3114960"/>
              <a:gd name="connsiteY32410" fmla="*/ 3093149 h 5143785"/>
              <a:gd name="connsiteX32411" fmla="*/ 3037809 w 3114960"/>
              <a:gd name="connsiteY32411" fmla="*/ 3094101 h 5143785"/>
              <a:gd name="connsiteX32412" fmla="*/ 3038285 w 3114960"/>
              <a:gd name="connsiteY32412" fmla="*/ 3095054 h 5143785"/>
              <a:gd name="connsiteX32413" fmla="*/ 3032188 w 3114960"/>
              <a:gd name="connsiteY32413" fmla="*/ 3134392 h 5143785"/>
              <a:gd name="connsiteX32414" fmla="*/ 3032188 w 3114960"/>
              <a:gd name="connsiteY32414" fmla="*/ 3127248 h 5143785"/>
              <a:gd name="connsiteX32415" fmla="*/ 3040094 w 3114960"/>
              <a:gd name="connsiteY32415" fmla="*/ 3127248 h 5143785"/>
              <a:gd name="connsiteX32416" fmla="*/ 3041809 w 3114960"/>
              <a:gd name="connsiteY32416" fmla="*/ 3128582 h 5143785"/>
              <a:gd name="connsiteX32417" fmla="*/ 3038285 w 3114960"/>
              <a:gd name="connsiteY32417" fmla="*/ 3130963 h 5143785"/>
              <a:gd name="connsiteX32418" fmla="*/ 3037809 w 3114960"/>
              <a:gd name="connsiteY32418" fmla="*/ 3131915 h 5143785"/>
              <a:gd name="connsiteX32419" fmla="*/ 3038285 w 3114960"/>
              <a:gd name="connsiteY32419" fmla="*/ 3132868 h 5143785"/>
              <a:gd name="connsiteX32420" fmla="*/ 3040190 w 3114960"/>
              <a:gd name="connsiteY32420" fmla="*/ 3134297 h 5143785"/>
              <a:gd name="connsiteX32421" fmla="*/ 3032284 w 3114960"/>
              <a:gd name="connsiteY32421" fmla="*/ 3134297 h 5143785"/>
              <a:gd name="connsiteX32422" fmla="*/ 3044571 w 3114960"/>
              <a:gd name="connsiteY32422" fmla="*/ 3127724 h 5143785"/>
              <a:gd name="connsiteX32423" fmla="*/ 3043904 w 3114960"/>
              <a:gd name="connsiteY32423" fmla="*/ 3127248 h 5143785"/>
              <a:gd name="connsiteX32424" fmla="*/ 3050381 w 3114960"/>
              <a:gd name="connsiteY32424" fmla="*/ 3127248 h 5143785"/>
              <a:gd name="connsiteX32425" fmla="*/ 3050381 w 3114960"/>
              <a:gd name="connsiteY32425" fmla="*/ 3134392 h 5143785"/>
              <a:gd name="connsiteX32426" fmla="*/ 3044000 w 3114960"/>
              <a:gd name="connsiteY32426" fmla="*/ 3134392 h 5143785"/>
              <a:gd name="connsiteX32427" fmla="*/ 3041047 w 3114960"/>
              <a:gd name="connsiteY32427" fmla="*/ 3132011 h 5143785"/>
              <a:gd name="connsiteX32428" fmla="*/ 3044571 w 3114960"/>
              <a:gd name="connsiteY32428" fmla="*/ 3129629 h 5143785"/>
              <a:gd name="connsiteX32429" fmla="*/ 3045047 w 3114960"/>
              <a:gd name="connsiteY32429" fmla="*/ 3128677 h 5143785"/>
              <a:gd name="connsiteX32430" fmla="*/ 3044571 w 3114960"/>
              <a:gd name="connsiteY32430" fmla="*/ 3127724 h 5143785"/>
              <a:gd name="connsiteX32431" fmla="*/ 3044571 w 3114960"/>
              <a:gd name="connsiteY32431" fmla="*/ 3090005 h 5143785"/>
              <a:gd name="connsiteX32432" fmla="*/ 3043904 w 3114960"/>
              <a:gd name="connsiteY32432" fmla="*/ 3089529 h 5143785"/>
              <a:gd name="connsiteX32433" fmla="*/ 3050381 w 3114960"/>
              <a:gd name="connsiteY32433" fmla="*/ 3089529 h 5143785"/>
              <a:gd name="connsiteX32434" fmla="*/ 3050381 w 3114960"/>
              <a:gd name="connsiteY32434" fmla="*/ 3096673 h 5143785"/>
              <a:gd name="connsiteX32435" fmla="*/ 3043904 w 3114960"/>
              <a:gd name="connsiteY32435" fmla="*/ 3096673 h 5143785"/>
              <a:gd name="connsiteX32436" fmla="*/ 3040952 w 3114960"/>
              <a:gd name="connsiteY32436" fmla="*/ 3094387 h 5143785"/>
              <a:gd name="connsiteX32437" fmla="*/ 3044476 w 3114960"/>
              <a:gd name="connsiteY32437" fmla="*/ 3092005 h 5143785"/>
              <a:gd name="connsiteX32438" fmla="*/ 3044952 w 3114960"/>
              <a:gd name="connsiteY32438" fmla="*/ 3091053 h 5143785"/>
              <a:gd name="connsiteX32439" fmla="*/ 3044476 w 3114960"/>
              <a:gd name="connsiteY32439" fmla="*/ 3090101 h 5143785"/>
              <a:gd name="connsiteX32440" fmla="*/ 3044571 w 3114960"/>
              <a:gd name="connsiteY32440" fmla="*/ 3052286 h 5143785"/>
              <a:gd name="connsiteX32441" fmla="*/ 3043904 w 3114960"/>
              <a:gd name="connsiteY32441" fmla="*/ 3051810 h 5143785"/>
              <a:gd name="connsiteX32442" fmla="*/ 3050381 w 3114960"/>
              <a:gd name="connsiteY32442" fmla="*/ 3051810 h 5143785"/>
              <a:gd name="connsiteX32443" fmla="*/ 3050381 w 3114960"/>
              <a:gd name="connsiteY32443" fmla="*/ 3058954 h 5143785"/>
              <a:gd name="connsiteX32444" fmla="*/ 3043904 w 3114960"/>
              <a:gd name="connsiteY32444" fmla="*/ 3058954 h 5143785"/>
              <a:gd name="connsiteX32445" fmla="*/ 3040952 w 3114960"/>
              <a:gd name="connsiteY32445" fmla="*/ 3056668 h 5143785"/>
              <a:gd name="connsiteX32446" fmla="*/ 3044476 w 3114960"/>
              <a:gd name="connsiteY32446" fmla="*/ 3054287 h 5143785"/>
              <a:gd name="connsiteX32447" fmla="*/ 3044952 w 3114960"/>
              <a:gd name="connsiteY32447" fmla="*/ 3053334 h 5143785"/>
              <a:gd name="connsiteX32448" fmla="*/ 3044476 w 3114960"/>
              <a:gd name="connsiteY32448" fmla="*/ 3052382 h 5143785"/>
              <a:gd name="connsiteX32449" fmla="*/ 3044571 w 3114960"/>
              <a:gd name="connsiteY32449" fmla="*/ 3014472 h 5143785"/>
              <a:gd name="connsiteX32450" fmla="*/ 3043904 w 3114960"/>
              <a:gd name="connsiteY32450" fmla="*/ 3013996 h 5143785"/>
              <a:gd name="connsiteX32451" fmla="*/ 3050381 w 3114960"/>
              <a:gd name="connsiteY32451" fmla="*/ 3013996 h 5143785"/>
              <a:gd name="connsiteX32452" fmla="*/ 3050381 w 3114960"/>
              <a:gd name="connsiteY32452" fmla="*/ 3021140 h 5143785"/>
              <a:gd name="connsiteX32453" fmla="*/ 3043904 w 3114960"/>
              <a:gd name="connsiteY32453" fmla="*/ 3021140 h 5143785"/>
              <a:gd name="connsiteX32454" fmla="*/ 3040952 w 3114960"/>
              <a:gd name="connsiteY32454" fmla="*/ 3018854 h 5143785"/>
              <a:gd name="connsiteX32455" fmla="*/ 3044476 w 3114960"/>
              <a:gd name="connsiteY32455" fmla="*/ 3016472 h 5143785"/>
              <a:gd name="connsiteX32456" fmla="*/ 3044952 w 3114960"/>
              <a:gd name="connsiteY32456" fmla="*/ 3015520 h 5143785"/>
              <a:gd name="connsiteX32457" fmla="*/ 3044476 w 3114960"/>
              <a:gd name="connsiteY32457" fmla="*/ 3014567 h 5143785"/>
              <a:gd name="connsiteX32458" fmla="*/ 3044571 w 3114960"/>
              <a:gd name="connsiteY32458" fmla="*/ 2976753 h 5143785"/>
              <a:gd name="connsiteX32459" fmla="*/ 3044000 w 3114960"/>
              <a:gd name="connsiteY32459" fmla="*/ 2976277 h 5143785"/>
              <a:gd name="connsiteX32460" fmla="*/ 3050477 w 3114960"/>
              <a:gd name="connsiteY32460" fmla="*/ 2976277 h 5143785"/>
              <a:gd name="connsiteX32461" fmla="*/ 3050477 w 3114960"/>
              <a:gd name="connsiteY32461" fmla="*/ 2983421 h 5143785"/>
              <a:gd name="connsiteX32462" fmla="*/ 3044000 w 3114960"/>
              <a:gd name="connsiteY32462" fmla="*/ 2983421 h 5143785"/>
              <a:gd name="connsiteX32463" fmla="*/ 3041047 w 3114960"/>
              <a:gd name="connsiteY32463" fmla="*/ 2981135 h 5143785"/>
              <a:gd name="connsiteX32464" fmla="*/ 3044571 w 3114960"/>
              <a:gd name="connsiteY32464" fmla="*/ 2978753 h 5143785"/>
              <a:gd name="connsiteX32465" fmla="*/ 3045047 w 3114960"/>
              <a:gd name="connsiteY32465" fmla="*/ 2977801 h 5143785"/>
              <a:gd name="connsiteX32466" fmla="*/ 3044571 w 3114960"/>
              <a:gd name="connsiteY32466" fmla="*/ 2976848 h 5143785"/>
              <a:gd name="connsiteX32467" fmla="*/ 3044571 w 3114960"/>
              <a:gd name="connsiteY32467" fmla="*/ 2939034 h 5143785"/>
              <a:gd name="connsiteX32468" fmla="*/ 3044000 w 3114960"/>
              <a:gd name="connsiteY32468" fmla="*/ 2938558 h 5143785"/>
              <a:gd name="connsiteX32469" fmla="*/ 3050477 w 3114960"/>
              <a:gd name="connsiteY32469" fmla="*/ 2938558 h 5143785"/>
              <a:gd name="connsiteX32470" fmla="*/ 3050477 w 3114960"/>
              <a:gd name="connsiteY32470" fmla="*/ 2945702 h 5143785"/>
              <a:gd name="connsiteX32471" fmla="*/ 3044095 w 3114960"/>
              <a:gd name="connsiteY32471" fmla="*/ 2945702 h 5143785"/>
              <a:gd name="connsiteX32472" fmla="*/ 3041047 w 3114960"/>
              <a:gd name="connsiteY32472" fmla="*/ 2943320 h 5143785"/>
              <a:gd name="connsiteX32473" fmla="*/ 3044571 w 3114960"/>
              <a:gd name="connsiteY32473" fmla="*/ 2940939 h 5143785"/>
              <a:gd name="connsiteX32474" fmla="*/ 3045047 w 3114960"/>
              <a:gd name="connsiteY32474" fmla="*/ 2939987 h 5143785"/>
              <a:gd name="connsiteX32475" fmla="*/ 3044571 w 3114960"/>
              <a:gd name="connsiteY32475" fmla="*/ 2939034 h 5143785"/>
              <a:gd name="connsiteX32476" fmla="*/ 3044190 w 3114960"/>
              <a:gd name="connsiteY32476" fmla="*/ 2901315 h 5143785"/>
              <a:gd name="connsiteX32477" fmla="*/ 3043523 w 3114960"/>
              <a:gd name="connsiteY32477" fmla="*/ 2900839 h 5143785"/>
              <a:gd name="connsiteX32478" fmla="*/ 3050381 w 3114960"/>
              <a:gd name="connsiteY32478" fmla="*/ 2900839 h 5143785"/>
              <a:gd name="connsiteX32479" fmla="*/ 3050381 w 3114960"/>
              <a:gd name="connsiteY32479" fmla="*/ 2907983 h 5143785"/>
              <a:gd name="connsiteX32480" fmla="*/ 3043523 w 3114960"/>
              <a:gd name="connsiteY32480" fmla="*/ 2907983 h 5143785"/>
              <a:gd name="connsiteX32481" fmla="*/ 3040571 w 3114960"/>
              <a:gd name="connsiteY32481" fmla="*/ 2905601 h 5143785"/>
              <a:gd name="connsiteX32482" fmla="*/ 3044095 w 3114960"/>
              <a:gd name="connsiteY32482" fmla="*/ 2903220 h 5143785"/>
              <a:gd name="connsiteX32483" fmla="*/ 3044571 w 3114960"/>
              <a:gd name="connsiteY32483" fmla="*/ 2902268 h 5143785"/>
              <a:gd name="connsiteX32484" fmla="*/ 3044095 w 3114960"/>
              <a:gd name="connsiteY32484" fmla="*/ 2901315 h 5143785"/>
              <a:gd name="connsiteX32485" fmla="*/ 2070259 w 3114960"/>
              <a:gd name="connsiteY32485" fmla="*/ 3239548 h 5143785"/>
              <a:gd name="connsiteX32486" fmla="*/ 2076355 w 3114960"/>
              <a:gd name="connsiteY32486" fmla="*/ 3242024 h 5143785"/>
              <a:gd name="connsiteX32487" fmla="*/ 2076355 w 3114960"/>
              <a:gd name="connsiteY32487" fmla="*/ 3251263 h 5143785"/>
              <a:gd name="connsiteX32488" fmla="*/ 2081117 w 3114960"/>
              <a:gd name="connsiteY32488" fmla="*/ 3251263 h 5143785"/>
              <a:gd name="connsiteX32489" fmla="*/ 2081117 w 3114960"/>
              <a:gd name="connsiteY32489" fmla="*/ 3242024 h 5143785"/>
              <a:gd name="connsiteX32490" fmla="*/ 2090261 w 3114960"/>
              <a:gd name="connsiteY32490" fmla="*/ 3236405 h 5143785"/>
              <a:gd name="connsiteX32491" fmla="*/ 2087213 w 3114960"/>
              <a:gd name="connsiteY32491" fmla="*/ 3216402 h 5143785"/>
              <a:gd name="connsiteX32492" fmla="*/ 2078736 w 3114960"/>
              <a:gd name="connsiteY32492" fmla="*/ 3213640 h 5143785"/>
              <a:gd name="connsiteX32493" fmla="*/ 2067211 w 3114960"/>
              <a:gd name="connsiteY32493" fmla="*/ 3219450 h 5143785"/>
              <a:gd name="connsiteX32494" fmla="*/ 2070259 w 3114960"/>
              <a:gd name="connsiteY32494" fmla="*/ 3239453 h 5143785"/>
              <a:gd name="connsiteX32495" fmla="*/ 2069306 w 3114960"/>
              <a:gd name="connsiteY32495" fmla="*/ 3221069 h 5143785"/>
              <a:gd name="connsiteX32496" fmla="*/ 2085689 w 3114960"/>
              <a:gd name="connsiteY32496" fmla="*/ 3218593 h 5143785"/>
              <a:gd name="connsiteX32497" fmla="*/ 2090357 w 3114960"/>
              <a:gd name="connsiteY32497" fmla="*/ 3226213 h 5143785"/>
              <a:gd name="connsiteX32498" fmla="*/ 2088261 w 3114960"/>
              <a:gd name="connsiteY32498" fmla="*/ 3234880 h 5143785"/>
              <a:gd name="connsiteX32499" fmla="*/ 2080641 w 3114960"/>
              <a:gd name="connsiteY32499" fmla="*/ 3239548 h 5143785"/>
              <a:gd name="connsiteX32500" fmla="*/ 2078831 w 3114960"/>
              <a:gd name="connsiteY32500" fmla="*/ 3239643 h 5143785"/>
              <a:gd name="connsiteX32501" fmla="*/ 2071973 w 3114960"/>
              <a:gd name="connsiteY32501" fmla="*/ 3237357 h 5143785"/>
              <a:gd name="connsiteX32502" fmla="*/ 2069497 w 3114960"/>
              <a:gd name="connsiteY32502" fmla="*/ 3220974 h 5143785"/>
              <a:gd name="connsiteX32503" fmla="*/ 3113056 w 3114960"/>
              <a:gd name="connsiteY32503" fmla="*/ 2699480 h 5143785"/>
              <a:gd name="connsiteX32504" fmla="*/ 3113056 w 3114960"/>
              <a:gd name="connsiteY32504" fmla="*/ 2691860 h 5143785"/>
              <a:gd name="connsiteX32505" fmla="*/ 3107055 w 3114960"/>
              <a:gd name="connsiteY32505" fmla="*/ 2685860 h 5143785"/>
              <a:gd name="connsiteX32506" fmla="*/ 3086767 w 3114960"/>
              <a:gd name="connsiteY32506" fmla="*/ 2685860 h 5143785"/>
              <a:gd name="connsiteX32507" fmla="*/ 3080766 w 3114960"/>
              <a:gd name="connsiteY32507" fmla="*/ 2691860 h 5143785"/>
              <a:gd name="connsiteX32508" fmla="*/ 3080766 w 3114960"/>
              <a:gd name="connsiteY32508" fmla="*/ 2699480 h 5143785"/>
              <a:gd name="connsiteX32509" fmla="*/ 3086767 w 3114960"/>
              <a:gd name="connsiteY32509" fmla="*/ 2705481 h 5143785"/>
              <a:gd name="connsiteX32510" fmla="*/ 3101340 w 3114960"/>
              <a:gd name="connsiteY32510" fmla="*/ 2705481 h 5143785"/>
              <a:gd name="connsiteX32511" fmla="*/ 3114770 w 3114960"/>
              <a:gd name="connsiteY32511" fmla="*/ 2718721 h 5143785"/>
              <a:gd name="connsiteX32512" fmla="*/ 3114770 w 3114960"/>
              <a:gd name="connsiteY32512" fmla="*/ 2712053 h 5143785"/>
              <a:gd name="connsiteX32513" fmla="*/ 3107912 w 3114960"/>
              <a:gd name="connsiteY32513" fmla="*/ 2705291 h 5143785"/>
              <a:gd name="connsiteX32514" fmla="*/ 3113056 w 3114960"/>
              <a:gd name="connsiteY32514" fmla="*/ 2699480 h 5143785"/>
              <a:gd name="connsiteX32515" fmla="*/ 3108293 w 3114960"/>
              <a:gd name="connsiteY32515" fmla="*/ 2699480 h 5143785"/>
              <a:gd name="connsiteX32516" fmla="*/ 3107055 w 3114960"/>
              <a:gd name="connsiteY32516" fmla="*/ 2700719 h 5143785"/>
              <a:gd name="connsiteX32517" fmla="*/ 3103245 w 3114960"/>
              <a:gd name="connsiteY32517" fmla="*/ 2700719 h 5143785"/>
              <a:gd name="connsiteX32518" fmla="*/ 3102674 w 3114960"/>
              <a:gd name="connsiteY32518" fmla="*/ 2700147 h 5143785"/>
              <a:gd name="connsiteX32519" fmla="*/ 3102102 w 3114960"/>
              <a:gd name="connsiteY32519" fmla="*/ 2700719 h 5143785"/>
              <a:gd name="connsiteX32520" fmla="*/ 3086767 w 3114960"/>
              <a:gd name="connsiteY32520" fmla="*/ 2700719 h 5143785"/>
              <a:gd name="connsiteX32521" fmla="*/ 3085529 w 3114960"/>
              <a:gd name="connsiteY32521" fmla="*/ 2699480 h 5143785"/>
              <a:gd name="connsiteX32522" fmla="*/ 3085529 w 3114960"/>
              <a:gd name="connsiteY32522" fmla="*/ 2691860 h 5143785"/>
              <a:gd name="connsiteX32523" fmla="*/ 3086767 w 3114960"/>
              <a:gd name="connsiteY32523" fmla="*/ 2690622 h 5143785"/>
              <a:gd name="connsiteX32524" fmla="*/ 3107055 w 3114960"/>
              <a:gd name="connsiteY32524" fmla="*/ 2690622 h 5143785"/>
              <a:gd name="connsiteX32525" fmla="*/ 3108293 w 3114960"/>
              <a:gd name="connsiteY32525" fmla="*/ 2691860 h 5143785"/>
              <a:gd name="connsiteX32526" fmla="*/ 3108293 w 3114960"/>
              <a:gd name="connsiteY32526" fmla="*/ 2699480 h 5143785"/>
              <a:gd name="connsiteX32527" fmla="*/ 1473137 w 3114960"/>
              <a:gd name="connsiteY32527" fmla="*/ 2985040 h 5143785"/>
              <a:gd name="connsiteX32528" fmla="*/ 1482376 w 3114960"/>
              <a:gd name="connsiteY32528" fmla="*/ 2992469 h 5143785"/>
              <a:gd name="connsiteX32529" fmla="*/ 1492187 w 3114960"/>
              <a:gd name="connsiteY32529" fmla="*/ 2982659 h 5143785"/>
              <a:gd name="connsiteX32530" fmla="*/ 1482376 w 3114960"/>
              <a:gd name="connsiteY32530" fmla="*/ 2972848 h 5143785"/>
              <a:gd name="connsiteX32531" fmla="*/ 1473137 w 3114960"/>
              <a:gd name="connsiteY32531" fmla="*/ 2980277 h 5143785"/>
              <a:gd name="connsiteX32532" fmla="*/ 1425893 w 3114960"/>
              <a:gd name="connsiteY32532" fmla="*/ 2980277 h 5143785"/>
              <a:gd name="connsiteX32533" fmla="*/ 1347978 w 3114960"/>
              <a:gd name="connsiteY32533" fmla="*/ 3043523 h 5143785"/>
              <a:gd name="connsiteX32534" fmla="*/ 1347978 w 3114960"/>
              <a:gd name="connsiteY32534" fmla="*/ 3130677 h 5143785"/>
              <a:gd name="connsiteX32535" fmla="*/ 1352741 w 3114960"/>
              <a:gd name="connsiteY32535" fmla="*/ 3130677 h 5143785"/>
              <a:gd name="connsiteX32536" fmla="*/ 1352741 w 3114960"/>
              <a:gd name="connsiteY32536" fmla="*/ 3045809 h 5143785"/>
              <a:gd name="connsiteX32537" fmla="*/ 1427607 w 3114960"/>
              <a:gd name="connsiteY32537" fmla="*/ 2985040 h 5143785"/>
              <a:gd name="connsiteX32538" fmla="*/ 1473137 w 3114960"/>
              <a:gd name="connsiteY32538" fmla="*/ 2985040 h 5143785"/>
              <a:gd name="connsiteX32539" fmla="*/ 1482376 w 3114960"/>
              <a:gd name="connsiteY32539" fmla="*/ 2977705 h 5143785"/>
              <a:gd name="connsiteX32540" fmla="*/ 1487424 w 3114960"/>
              <a:gd name="connsiteY32540" fmla="*/ 2982754 h 5143785"/>
              <a:gd name="connsiteX32541" fmla="*/ 1482376 w 3114960"/>
              <a:gd name="connsiteY32541" fmla="*/ 2987802 h 5143785"/>
              <a:gd name="connsiteX32542" fmla="*/ 1477423 w 3114960"/>
              <a:gd name="connsiteY32542" fmla="*/ 2982754 h 5143785"/>
              <a:gd name="connsiteX32543" fmla="*/ 1482376 w 3114960"/>
              <a:gd name="connsiteY32543" fmla="*/ 2977705 h 5143785"/>
              <a:gd name="connsiteX32544" fmla="*/ 3064764 w 3114960"/>
              <a:gd name="connsiteY32544" fmla="*/ 2697194 h 5143785"/>
              <a:gd name="connsiteX32545" fmla="*/ 3059716 w 3114960"/>
              <a:gd name="connsiteY32545" fmla="*/ 2692146 h 5143785"/>
              <a:gd name="connsiteX32546" fmla="*/ 3046762 w 3114960"/>
              <a:gd name="connsiteY32546" fmla="*/ 2692146 h 5143785"/>
              <a:gd name="connsiteX32547" fmla="*/ 3041713 w 3114960"/>
              <a:gd name="connsiteY32547" fmla="*/ 2697194 h 5143785"/>
              <a:gd name="connsiteX32548" fmla="*/ 3041713 w 3114960"/>
              <a:gd name="connsiteY32548" fmla="*/ 2710148 h 5143785"/>
              <a:gd name="connsiteX32549" fmla="*/ 3046762 w 3114960"/>
              <a:gd name="connsiteY32549" fmla="*/ 2715197 h 5143785"/>
              <a:gd name="connsiteX32550" fmla="*/ 3059716 w 3114960"/>
              <a:gd name="connsiteY32550" fmla="*/ 2715197 h 5143785"/>
              <a:gd name="connsiteX32551" fmla="*/ 3060573 w 3114960"/>
              <a:gd name="connsiteY32551" fmla="*/ 2715006 h 5143785"/>
              <a:gd name="connsiteX32552" fmla="*/ 3114866 w 3114960"/>
              <a:gd name="connsiteY32552" fmla="*/ 2768346 h 5143785"/>
              <a:gd name="connsiteX32553" fmla="*/ 3114866 w 3114960"/>
              <a:gd name="connsiteY32553" fmla="*/ 2761679 h 5143785"/>
              <a:gd name="connsiteX32554" fmla="*/ 3064383 w 3114960"/>
              <a:gd name="connsiteY32554" fmla="*/ 2712053 h 5143785"/>
              <a:gd name="connsiteX32555" fmla="*/ 3064764 w 3114960"/>
              <a:gd name="connsiteY32555" fmla="*/ 2710053 h 5143785"/>
              <a:gd name="connsiteX32556" fmla="*/ 3064764 w 3114960"/>
              <a:gd name="connsiteY32556" fmla="*/ 2697099 h 5143785"/>
              <a:gd name="connsiteX32557" fmla="*/ 3060002 w 3114960"/>
              <a:gd name="connsiteY32557" fmla="*/ 2710053 h 5143785"/>
              <a:gd name="connsiteX32558" fmla="*/ 3059716 w 3114960"/>
              <a:gd name="connsiteY32558" fmla="*/ 2710339 h 5143785"/>
              <a:gd name="connsiteX32559" fmla="*/ 3046476 w 3114960"/>
              <a:gd name="connsiteY32559" fmla="*/ 2710053 h 5143785"/>
              <a:gd name="connsiteX32560" fmla="*/ 3046762 w 3114960"/>
              <a:gd name="connsiteY32560" fmla="*/ 2696813 h 5143785"/>
              <a:gd name="connsiteX32561" fmla="*/ 3060002 w 3114960"/>
              <a:gd name="connsiteY32561" fmla="*/ 2697099 h 5143785"/>
              <a:gd name="connsiteX32562" fmla="*/ 3060002 w 3114960"/>
              <a:gd name="connsiteY32562" fmla="*/ 2710053 h 5143785"/>
              <a:gd name="connsiteX32563" fmla="*/ 2071688 w 3114960"/>
              <a:gd name="connsiteY32563" fmla="*/ 3228023 h 5143785"/>
              <a:gd name="connsiteX32564" fmla="*/ 2078736 w 3114960"/>
              <a:gd name="connsiteY32564" fmla="*/ 3220974 h 5143785"/>
              <a:gd name="connsiteX32565" fmla="*/ 2085785 w 3114960"/>
              <a:gd name="connsiteY32565" fmla="*/ 3228023 h 5143785"/>
              <a:gd name="connsiteX32566" fmla="*/ 2078736 w 3114960"/>
              <a:gd name="connsiteY32566" fmla="*/ 3235071 h 5143785"/>
              <a:gd name="connsiteX32567" fmla="*/ 2071688 w 3114960"/>
              <a:gd name="connsiteY32567" fmla="*/ 3228023 h 5143785"/>
              <a:gd name="connsiteX32568" fmla="*/ 1727454 w 3114960"/>
              <a:gd name="connsiteY32568" fmla="*/ 2648712 h 5143785"/>
              <a:gd name="connsiteX32569" fmla="*/ 1727454 w 3114960"/>
              <a:gd name="connsiteY32569" fmla="*/ 2638997 h 5143785"/>
              <a:gd name="connsiteX32570" fmla="*/ 1730121 w 3114960"/>
              <a:gd name="connsiteY32570" fmla="*/ 2636330 h 5143785"/>
              <a:gd name="connsiteX32571" fmla="*/ 1739837 w 3114960"/>
              <a:gd name="connsiteY32571" fmla="*/ 2636330 h 5143785"/>
              <a:gd name="connsiteX32572" fmla="*/ 1742503 w 3114960"/>
              <a:gd name="connsiteY32572" fmla="*/ 2638997 h 5143785"/>
              <a:gd name="connsiteX32573" fmla="*/ 1742503 w 3114960"/>
              <a:gd name="connsiteY32573" fmla="*/ 2648712 h 5143785"/>
              <a:gd name="connsiteX32574" fmla="*/ 1739837 w 3114960"/>
              <a:gd name="connsiteY32574" fmla="*/ 2651379 h 5143785"/>
              <a:gd name="connsiteX32575" fmla="*/ 1730121 w 3114960"/>
              <a:gd name="connsiteY32575" fmla="*/ 2651379 h 5143785"/>
              <a:gd name="connsiteX32576" fmla="*/ 1727454 w 3114960"/>
              <a:gd name="connsiteY32576" fmla="*/ 2648712 h 5143785"/>
              <a:gd name="connsiteX32577" fmla="*/ 2081117 w 3114960"/>
              <a:gd name="connsiteY32577" fmla="*/ 3268504 h 5143785"/>
              <a:gd name="connsiteX32578" fmla="*/ 2081117 w 3114960"/>
              <a:gd name="connsiteY32578" fmla="*/ 3285649 h 5143785"/>
              <a:gd name="connsiteX32579" fmla="*/ 2076355 w 3114960"/>
              <a:gd name="connsiteY32579" fmla="*/ 3285649 h 5143785"/>
              <a:gd name="connsiteX32580" fmla="*/ 2076355 w 3114960"/>
              <a:gd name="connsiteY32580" fmla="*/ 3268504 h 5143785"/>
              <a:gd name="connsiteX32581" fmla="*/ 2081117 w 3114960"/>
              <a:gd name="connsiteY32581" fmla="*/ 3268504 h 5143785"/>
              <a:gd name="connsiteX32582" fmla="*/ 2067878 w 3114960"/>
              <a:gd name="connsiteY32582" fmla="*/ 3453955 h 5143785"/>
              <a:gd name="connsiteX32583" fmla="*/ 2067878 w 3114960"/>
              <a:gd name="connsiteY32583" fmla="*/ 3462052 h 5143785"/>
              <a:gd name="connsiteX32584" fmla="*/ 2074736 w 3114960"/>
              <a:gd name="connsiteY32584" fmla="*/ 3468910 h 5143785"/>
              <a:gd name="connsiteX32585" fmla="*/ 2082832 w 3114960"/>
              <a:gd name="connsiteY32585" fmla="*/ 3468910 h 5143785"/>
              <a:gd name="connsiteX32586" fmla="*/ 2089690 w 3114960"/>
              <a:gd name="connsiteY32586" fmla="*/ 3462052 h 5143785"/>
              <a:gd name="connsiteX32587" fmla="*/ 2089690 w 3114960"/>
              <a:gd name="connsiteY32587" fmla="*/ 3453955 h 5143785"/>
              <a:gd name="connsiteX32588" fmla="*/ 2082832 w 3114960"/>
              <a:gd name="connsiteY32588" fmla="*/ 3447098 h 5143785"/>
              <a:gd name="connsiteX32589" fmla="*/ 2081213 w 3114960"/>
              <a:gd name="connsiteY32589" fmla="*/ 3447098 h 5143785"/>
              <a:gd name="connsiteX32590" fmla="*/ 2081213 w 3114960"/>
              <a:gd name="connsiteY32590" fmla="*/ 3439954 h 5143785"/>
              <a:gd name="connsiteX32591" fmla="*/ 2076450 w 3114960"/>
              <a:gd name="connsiteY32591" fmla="*/ 3439954 h 5143785"/>
              <a:gd name="connsiteX32592" fmla="*/ 2076450 w 3114960"/>
              <a:gd name="connsiteY32592" fmla="*/ 3447098 h 5143785"/>
              <a:gd name="connsiteX32593" fmla="*/ 2074736 w 3114960"/>
              <a:gd name="connsiteY32593" fmla="*/ 3447098 h 5143785"/>
              <a:gd name="connsiteX32594" fmla="*/ 2067878 w 3114960"/>
              <a:gd name="connsiteY32594" fmla="*/ 3453955 h 5143785"/>
              <a:gd name="connsiteX32595" fmla="*/ 2082737 w 3114960"/>
              <a:gd name="connsiteY32595" fmla="*/ 3451955 h 5143785"/>
              <a:gd name="connsiteX32596" fmla="*/ 2084832 w 3114960"/>
              <a:gd name="connsiteY32596" fmla="*/ 3454051 h 5143785"/>
              <a:gd name="connsiteX32597" fmla="*/ 2084832 w 3114960"/>
              <a:gd name="connsiteY32597" fmla="*/ 3462147 h 5143785"/>
              <a:gd name="connsiteX32598" fmla="*/ 2082737 w 3114960"/>
              <a:gd name="connsiteY32598" fmla="*/ 3464243 h 5143785"/>
              <a:gd name="connsiteX32599" fmla="*/ 2074640 w 3114960"/>
              <a:gd name="connsiteY32599" fmla="*/ 3464243 h 5143785"/>
              <a:gd name="connsiteX32600" fmla="*/ 2072545 w 3114960"/>
              <a:gd name="connsiteY32600" fmla="*/ 3462147 h 5143785"/>
              <a:gd name="connsiteX32601" fmla="*/ 2072545 w 3114960"/>
              <a:gd name="connsiteY32601" fmla="*/ 3454051 h 5143785"/>
              <a:gd name="connsiteX32602" fmla="*/ 2074640 w 3114960"/>
              <a:gd name="connsiteY32602" fmla="*/ 3451955 h 5143785"/>
              <a:gd name="connsiteX32603" fmla="*/ 2082737 w 3114960"/>
              <a:gd name="connsiteY32603" fmla="*/ 3451955 h 5143785"/>
              <a:gd name="connsiteX32604" fmla="*/ 2138363 w 3114960"/>
              <a:gd name="connsiteY32604" fmla="*/ 3370707 h 5143785"/>
              <a:gd name="connsiteX32605" fmla="*/ 2143125 w 3114960"/>
              <a:gd name="connsiteY32605" fmla="*/ 3370707 h 5143785"/>
              <a:gd name="connsiteX32606" fmla="*/ 2143125 w 3114960"/>
              <a:gd name="connsiteY32606" fmla="*/ 3387757 h 5143785"/>
              <a:gd name="connsiteX32607" fmla="*/ 2138363 w 3114960"/>
              <a:gd name="connsiteY32607" fmla="*/ 3387757 h 5143785"/>
              <a:gd name="connsiteX32608" fmla="*/ 2138363 w 3114960"/>
              <a:gd name="connsiteY32608" fmla="*/ 3370707 h 5143785"/>
              <a:gd name="connsiteX32609" fmla="*/ 2081117 w 3114960"/>
              <a:gd name="connsiteY32609" fmla="*/ 3319939 h 5143785"/>
              <a:gd name="connsiteX32610" fmla="*/ 2076355 w 3114960"/>
              <a:gd name="connsiteY32610" fmla="*/ 3319939 h 5143785"/>
              <a:gd name="connsiteX32611" fmla="*/ 2076355 w 3114960"/>
              <a:gd name="connsiteY32611" fmla="*/ 3302794 h 5143785"/>
              <a:gd name="connsiteX32612" fmla="*/ 2081117 w 3114960"/>
              <a:gd name="connsiteY32612" fmla="*/ 3302794 h 5143785"/>
              <a:gd name="connsiteX32613" fmla="*/ 2081117 w 3114960"/>
              <a:gd name="connsiteY32613" fmla="*/ 3319939 h 5143785"/>
              <a:gd name="connsiteX32614" fmla="*/ 2081117 w 3114960"/>
              <a:gd name="connsiteY32614" fmla="*/ 3405759 h 5143785"/>
              <a:gd name="connsiteX32615" fmla="*/ 2081117 w 3114960"/>
              <a:gd name="connsiteY32615" fmla="*/ 3422904 h 5143785"/>
              <a:gd name="connsiteX32616" fmla="*/ 2076355 w 3114960"/>
              <a:gd name="connsiteY32616" fmla="*/ 3422904 h 5143785"/>
              <a:gd name="connsiteX32617" fmla="*/ 2076355 w 3114960"/>
              <a:gd name="connsiteY32617" fmla="*/ 3405759 h 5143785"/>
              <a:gd name="connsiteX32618" fmla="*/ 2081117 w 3114960"/>
              <a:gd name="connsiteY32618" fmla="*/ 3405759 h 5143785"/>
              <a:gd name="connsiteX32619" fmla="*/ 2076355 w 3114960"/>
              <a:gd name="connsiteY32619" fmla="*/ 3337084 h 5143785"/>
              <a:gd name="connsiteX32620" fmla="*/ 2081117 w 3114960"/>
              <a:gd name="connsiteY32620" fmla="*/ 3337084 h 5143785"/>
              <a:gd name="connsiteX32621" fmla="*/ 2081117 w 3114960"/>
              <a:gd name="connsiteY32621" fmla="*/ 3354229 h 5143785"/>
              <a:gd name="connsiteX32622" fmla="*/ 2076355 w 3114960"/>
              <a:gd name="connsiteY32622" fmla="*/ 3354229 h 5143785"/>
              <a:gd name="connsiteX32623" fmla="*/ 2076355 w 3114960"/>
              <a:gd name="connsiteY32623" fmla="*/ 3337084 h 5143785"/>
              <a:gd name="connsiteX32624" fmla="*/ 1342835 w 3114960"/>
              <a:gd name="connsiteY32624" fmla="*/ 3151727 h 5143785"/>
              <a:gd name="connsiteX32625" fmla="*/ 1342835 w 3114960"/>
              <a:gd name="connsiteY32625" fmla="*/ 3142964 h 5143785"/>
              <a:gd name="connsiteX32626" fmla="*/ 1345978 w 3114960"/>
              <a:gd name="connsiteY32626" fmla="*/ 3139821 h 5143785"/>
              <a:gd name="connsiteX32627" fmla="*/ 1354741 w 3114960"/>
              <a:gd name="connsiteY32627" fmla="*/ 3139821 h 5143785"/>
              <a:gd name="connsiteX32628" fmla="*/ 1357884 w 3114960"/>
              <a:gd name="connsiteY32628" fmla="*/ 3142964 h 5143785"/>
              <a:gd name="connsiteX32629" fmla="*/ 1357884 w 3114960"/>
              <a:gd name="connsiteY32629" fmla="*/ 3151727 h 5143785"/>
              <a:gd name="connsiteX32630" fmla="*/ 1354741 w 3114960"/>
              <a:gd name="connsiteY32630" fmla="*/ 3154871 h 5143785"/>
              <a:gd name="connsiteX32631" fmla="*/ 1345978 w 3114960"/>
              <a:gd name="connsiteY32631" fmla="*/ 3154871 h 5143785"/>
              <a:gd name="connsiteX32632" fmla="*/ 1342835 w 3114960"/>
              <a:gd name="connsiteY32632" fmla="*/ 3151727 h 5143785"/>
              <a:gd name="connsiteX32633" fmla="*/ 3036856 w 3114960"/>
              <a:gd name="connsiteY32633" fmla="*/ 2096357 h 5143785"/>
              <a:gd name="connsiteX32634" fmla="*/ 3025045 w 3114960"/>
              <a:gd name="connsiteY32634" fmla="*/ 2096357 h 5143785"/>
              <a:gd name="connsiteX32635" fmla="*/ 3018854 w 3114960"/>
              <a:gd name="connsiteY32635" fmla="*/ 2102549 h 5143785"/>
              <a:gd name="connsiteX32636" fmla="*/ 3018854 w 3114960"/>
              <a:gd name="connsiteY32636" fmla="*/ 2114360 h 5143785"/>
              <a:gd name="connsiteX32637" fmla="*/ 3025045 w 3114960"/>
              <a:gd name="connsiteY32637" fmla="*/ 2120551 h 5143785"/>
              <a:gd name="connsiteX32638" fmla="*/ 3027426 w 3114960"/>
              <a:gd name="connsiteY32638" fmla="*/ 2120551 h 5143785"/>
              <a:gd name="connsiteX32639" fmla="*/ 3027426 w 3114960"/>
              <a:gd name="connsiteY32639" fmla="*/ 2331911 h 5143785"/>
              <a:gd name="connsiteX32640" fmla="*/ 3048381 w 3114960"/>
              <a:gd name="connsiteY32640" fmla="*/ 2356961 h 5143785"/>
              <a:gd name="connsiteX32641" fmla="*/ 3114866 w 3114960"/>
              <a:gd name="connsiteY32641" fmla="*/ 2356961 h 5143785"/>
              <a:gd name="connsiteX32642" fmla="*/ 3114866 w 3114960"/>
              <a:gd name="connsiteY32642" fmla="*/ 2349818 h 5143785"/>
              <a:gd name="connsiteX32643" fmla="*/ 3051810 w 3114960"/>
              <a:gd name="connsiteY32643" fmla="*/ 2349818 h 5143785"/>
              <a:gd name="connsiteX32644" fmla="*/ 3034665 w 3114960"/>
              <a:gd name="connsiteY32644" fmla="*/ 2329339 h 5143785"/>
              <a:gd name="connsiteX32645" fmla="*/ 3034665 w 3114960"/>
              <a:gd name="connsiteY32645" fmla="*/ 2120551 h 5143785"/>
              <a:gd name="connsiteX32646" fmla="*/ 3037046 w 3114960"/>
              <a:gd name="connsiteY32646" fmla="*/ 2120551 h 5143785"/>
              <a:gd name="connsiteX32647" fmla="*/ 3043238 w 3114960"/>
              <a:gd name="connsiteY32647" fmla="*/ 2114360 h 5143785"/>
              <a:gd name="connsiteX32648" fmla="*/ 3043238 w 3114960"/>
              <a:gd name="connsiteY32648" fmla="*/ 2110454 h 5143785"/>
              <a:gd name="connsiteX32649" fmla="*/ 3114961 w 3114960"/>
              <a:gd name="connsiteY32649" fmla="*/ 2110169 h 5143785"/>
              <a:gd name="connsiteX32650" fmla="*/ 3114961 w 3114960"/>
              <a:gd name="connsiteY32650" fmla="*/ 2105978 h 5143785"/>
              <a:gd name="connsiteX32651" fmla="*/ 3043238 w 3114960"/>
              <a:gd name="connsiteY32651" fmla="*/ 2106454 h 5143785"/>
              <a:gd name="connsiteX32652" fmla="*/ 3043238 w 3114960"/>
              <a:gd name="connsiteY32652" fmla="*/ 2102549 h 5143785"/>
              <a:gd name="connsiteX32653" fmla="*/ 3037046 w 3114960"/>
              <a:gd name="connsiteY32653" fmla="*/ 2096357 h 5143785"/>
              <a:gd name="connsiteX32654" fmla="*/ 3038856 w 3114960"/>
              <a:gd name="connsiteY32654" fmla="*/ 2114360 h 5143785"/>
              <a:gd name="connsiteX32655" fmla="*/ 3036761 w 3114960"/>
              <a:gd name="connsiteY32655" fmla="*/ 2116455 h 5143785"/>
              <a:gd name="connsiteX32656" fmla="*/ 3034379 w 3114960"/>
              <a:gd name="connsiteY32656" fmla="*/ 2116455 h 5143785"/>
              <a:gd name="connsiteX32657" fmla="*/ 3034379 w 3114960"/>
              <a:gd name="connsiteY32657" fmla="*/ 2116074 h 5143785"/>
              <a:gd name="connsiteX32658" fmla="*/ 3027236 w 3114960"/>
              <a:gd name="connsiteY32658" fmla="*/ 2116074 h 5143785"/>
              <a:gd name="connsiteX32659" fmla="*/ 3027236 w 3114960"/>
              <a:gd name="connsiteY32659" fmla="*/ 2116455 h 5143785"/>
              <a:gd name="connsiteX32660" fmla="*/ 3024854 w 3114960"/>
              <a:gd name="connsiteY32660" fmla="*/ 2116455 h 5143785"/>
              <a:gd name="connsiteX32661" fmla="*/ 3022759 w 3114960"/>
              <a:gd name="connsiteY32661" fmla="*/ 2114360 h 5143785"/>
              <a:gd name="connsiteX32662" fmla="*/ 3022759 w 3114960"/>
              <a:gd name="connsiteY32662" fmla="*/ 2102549 h 5143785"/>
              <a:gd name="connsiteX32663" fmla="*/ 3024854 w 3114960"/>
              <a:gd name="connsiteY32663" fmla="*/ 2100453 h 5143785"/>
              <a:gd name="connsiteX32664" fmla="*/ 3036665 w 3114960"/>
              <a:gd name="connsiteY32664" fmla="*/ 2100453 h 5143785"/>
              <a:gd name="connsiteX32665" fmla="*/ 3038761 w 3114960"/>
              <a:gd name="connsiteY32665" fmla="*/ 2102549 h 5143785"/>
              <a:gd name="connsiteX32666" fmla="*/ 3038761 w 3114960"/>
              <a:gd name="connsiteY32666" fmla="*/ 2114360 h 5143785"/>
              <a:gd name="connsiteX32667" fmla="*/ 3097625 w 3114960"/>
              <a:gd name="connsiteY32667" fmla="*/ 2558510 h 5143785"/>
              <a:gd name="connsiteX32668" fmla="*/ 3088100 w 3114960"/>
              <a:gd name="connsiteY32668" fmla="*/ 2558510 h 5143785"/>
              <a:gd name="connsiteX32669" fmla="*/ 3088100 w 3114960"/>
              <a:gd name="connsiteY32669" fmla="*/ 2551367 h 5143785"/>
              <a:gd name="connsiteX32670" fmla="*/ 3097625 w 3114960"/>
              <a:gd name="connsiteY32670" fmla="*/ 2551367 h 5143785"/>
              <a:gd name="connsiteX32671" fmla="*/ 3097625 w 3114960"/>
              <a:gd name="connsiteY32671" fmla="*/ 2558510 h 5143785"/>
              <a:gd name="connsiteX32672" fmla="*/ 1341692 w 3114960"/>
              <a:gd name="connsiteY32672" fmla="*/ 3164015 h 5143785"/>
              <a:gd name="connsiteX32673" fmla="*/ 1359122 w 3114960"/>
              <a:gd name="connsiteY32673" fmla="*/ 3164015 h 5143785"/>
              <a:gd name="connsiteX32674" fmla="*/ 1367123 w 3114960"/>
              <a:gd name="connsiteY32674" fmla="*/ 3156013 h 5143785"/>
              <a:gd name="connsiteX32675" fmla="*/ 1367123 w 3114960"/>
              <a:gd name="connsiteY32675" fmla="*/ 3138583 h 5143785"/>
              <a:gd name="connsiteX32676" fmla="*/ 1359122 w 3114960"/>
              <a:gd name="connsiteY32676" fmla="*/ 3130582 h 5143785"/>
              <a:gd name="connsiteX32677" fmla="*/ 1341692 w 3114960"/>
              <a:gd name="connsiteY32677" fmla="*/ 3130582 h 5143785"/>
              <a:gd name="connsiteX32678" fmla="*/ 1333691 w 3114960"/>
              <a:gd name="connsiteY32678" fmla="*/ 3138583 h 5143785"/>
              <a:gd name="connsiteX32679" fmla="*/ 1333691 w 3114960"/>
              <a:gd name="connsiteY32679" fmla="*/ 3156013 h 5143785"/>
              <a:gd name="connsiteX32680" fmla="*/ 1341692 w 3114960"/>
              <a:gd name="connsiteY32680" fmla="*/ 3164015 h 5143785"/>
              <a:gd name="connsiteX32681" fmla="*/ 1338072 w 3114960"/>
              <a:gd name="connsiteY32681" fmla="*/ 3138678 h 5143785"/>
              <a:gd name="connsiteX32682" fmla="*/ 1341692 w 3114960"/>
              <a:gd name="connsiteY32682" fmla="*/ 3135059 h 5143785"/>
              <a:gd name="connsiteX32683" fmla="*/ 1359122 w 3114960"/>
              <a:gd name="connsiteY32683" fmla="*/ 3135059 h 5143785"/>
              <a:gd name="connsiteX32684" fmla="*/ 1362742 w 3114960"/>
              <a:gd name="connsiteY32684" fmla="*/ 3138678 h 5143785"/>
              <a:gd name="connsiteX32685" fmla="*/ 1362742 w 3114960"/>
              <a:gd name="connsiteY32685" fmla="*/ 3156109 h 5143785"/>
              <a:gd name="connsiteX32686" fmla="*/ 1359122 w 3114960"/>
              <a:gd name="connsiteY32686" fmla="*/ 3159728 h 5143785"/>
              <a:gd name="connsiteX32687" fmla="*/ 1341692 w 3114960"/>
              <a:gd name="connsiteY32687" fmla="*/ 3159728 h 5143785"/>
              <a:gd name="connsiteX32688" fmla="*/ 1338072 w 3114960"/>
              <a:gd name="connsiteY32688" fmla="*/ 3156109 h 5143785"/>
              <a:gd name="connsiteX32689" fmla="*/ 1338072 w 3114960"/>
              <a:gd name="connsiteY32689" fmla="*/ 3138678 h 5143785"/>
              <a:gd name="connsiteX32690" fmla="*/ 2810637 w 3114960"/>
              <a:gd name="connsiteY32690" fmla="*/ 1798796 h 5143785"/>
              <a:gd name="connsiteX32691" fmla="*/ 2797778 w 3114960"/>
              <a:gd name="connsiteY32691" fmla="*/ 1811655 h 5143785"/>
              <a:gd name="connsiteX32692" fmla="*/ 2810637 w 3114960"/>
              <a:gd name="connsiteY32692" fmla="*/ 1824514 h 5143785"/>
              <a:gd name="connsiteX32693" fmla="*/ 2815304 w 3114960"/>
              <a:gd name="connsiteY32693" fmla="*/ 1823657 h 5143785"/>
              <a:gd name="connsiteX32694" fmla="*/ 2829497 w 3114960"/>
              <a:gd name="connsiteY32694" fmla="*/ 1836992 h 5143785"/>
              <a:gd name="connsiteX32695" fmla="*/ 2964275 w 3114960"/>
              <a:gd name="connsiteY32695" fmla="*/ 1836801 h 5143785"/>
              <a:gd name="connsiteX32696" fmla="*/ 2986469 w 3114960"/>
              <a:gd name="connsiteY32696" fmla="*/ 1860518 h 5143785"/>
              <a:gd name="connsiteX32697" fmla="*/ 3074194 w 3114960"/>
              <a:gd name="connsiteY32697" fmla="*/ 1861090 h 5143785"/>
              <a:gd name="connsiteX32698" fmla="*/ 3114866 w 3114960"/>
              <a:gd name="connsiteY32698" fmla="*/ 1813751 h 5143785"/>
              <a:gd name="connsiteX32699" fmla="*/ 3114866 w 3114960"/>
              <a:gd name="connsiteY32699" fmla="*/ 1800130 h 5143785"/>
              <a:gd name="connsiteX32700" fmla="*/ 3110865 w 3114960"/>
              <a:gd name="connsiteY32700" fmla="*/ 1800130 h 5143785"/>
              <a:gd name="connsiteX32701" fmla="*/ 3068669 w 3114960"/>
              <a:gd name="connsiteY32701" fmla="*/ 1849279 h 5143785"/>
              <a:gd name="connsiteX32702" fmla="*/ 2991612 w 3114960"/>
              <a:gd name="connsiteY32702" fmla="*/ 1848612 h 5143785"/>
              <a:gd name="connsiteX32703" fmla="*/ 2969419 w 3114960"/>
              <a:gd name="connsiteY32703" fmla="*/ 1824895 h 5143785"/>
              <a:gd name="connsiteX32704" fmla="*/ 2834164 w 3114960"/>
              <a:gd name="connsiteY32704" fmla="*/ 1825085 h 5143785"/>
              <a:gd name="connsiteX32705" fmla="*/ 2823115 w 3114960"/>
              <a:gd name="connsiteY32705" fmla="*/ 1814703 h 5143785"/>
              <a:gd name="connsiteX32706" fmla="*/ 2823496 w 3114960"/>
              <a:gd name="connsiteY32706" fmla="*/ 1811655 h 5143785"/>
              <a:gd name="connsiteX32707" fmla="*/ 2810637 w 3114960"/>
              <a:gd name="connsiteY32707" fmla="*/ 1798796 h 5143785"/>
              <a:gd name="connsiteX32708" fmla="*/ 2817305 w 3114960"/>
              <a:gd name="connsiteY32708" fmla="*/ 1816037 h 5143785"/>
              <a:gd name="connsiteX32709" fmla="*/ 2815400 w 3114960"/>
              <a:gd name="connsiteY32709" fmla="*/ 1818037 h 5143785"/>
              <a:gd name="connsiteX32710" fmla="*/ 2810637 w 3114960"/>
              <a:gd name="connsiteY32710" fmla="*/ 1819751 h 5143785"/>
              <a:gd name="connsiteX32711" fmla="*/ 2802541 w 3114960"/>
              <a:gd name="connsiteY32711" fmla="*/ 1811655 h 5143785"/>
              <a:gd name="connsiteX32712" fmla="*/ 2810637 w 3114960"/>
              <a:gd name="connsiteY32712" fmla="*/ 1803559 h 5143785"/>
              <a:gd name="connsiteX32713" fmla="*/ 2818734 w 3114960"/>
              <a:gd name="connsiteY32713" fmla="*/ 1811655 h 5143785"/>
              <a:gd name="connsiteX32714" fmla="*/ 2817305 w 3114960"/>
              <a:gd name="connsiteY32714" fmla="*/ 1816037 h 5143785"/>
              <a:gd name="connsiteX32715" fmla="*/ 3034855 w 3114960"/>
              <a:gd name="connsiteY32715" fmla="*/ 2545366 h 5143785"/>
              <a:gd name="connsiteX32716" fmla="*/ 3034855 w 3114960"/>
              <a:gd name="connsiteY32716" fmla="*/ 2551271 h 5143785"/>
              <a:gd name="connsiteX32717" fmla="*/ 3040571 w 3114960"/>
              <a:gd name="connsiteY32717" fmla="*/ 2551271 h 5143785"/>
              <a:gd name="connsiteX32718" fmla="*/ 3040571 w 3114960"/>
              <a:gd name="connsiteY32718" fmla="*/ 2558415 h 5143785"/>
              <a:gd name="connsiteX32719" fmla="*/ 3034951 w 3114960"/>
              <a:gd name="connsiteY32719" fmla="*/ 2558415 h 5143785"/>
              <a:gd name="connsiteX32720" fmla="*/ 3034951 w 3114960"/>
              <a:gd name="connsiteY32720" fmla="*/ 2565368 h 5143785"/>
              <a:gd name="connsiteX32721" fmla="*/ 3028950 w 3114960"/>
              <a:gd name="connsiteY32721" fmla="*/ 2571369 h 5143785"/>
              <a:gd name="connsiteX32722" fmla="*/ 3008852 w 3114960"/>
              <a:gd name="connsiteY32722" fmla="*/ 2571369 h 5143785"/>
              <a:gd name="connsiteX32723" fmla="*/ 3002852 w 3114960"/>
              <a:gd name="connsiteY32723" fmla="*/ 2565368 h 5143785"/>
              <a:gd name="connsiteX32724" fmla="*/ 3002852 w 3114960"/>
              <a:gd name="connsiteY32724" fmla="*/ 2545271 h 5143785"/>
              <a:gd name="connsiteX32725" fmla="*/ 3008852 w 3114960"/>
              <a:gd name="connsiteY32725" fmla="*/ 2539270 h 5143785"/>
              <a:gd name="connsiteX32726" fmla="*/ 3028950 w 3114960"/>
              <a:gd name="connsiteY32726" fmla="*/ 2539270 h 5143785"/>
              <a:gd name="connsiteX32727" fmla="*/ 3034951 w 3114960"/>
              <a:gd name="connsiteY32727" fmla="*/ 2545271 h 5143785"/>
              <a:gd name="connsiteX32728" fmla="*/ 3097721 w 3114960"/>
              <a:gd name="connsiteY32728" fmla="*/ 2060162 h 5143785"/>
              <a:gd name="connsiteX32729" fmla="*/ 3088196 w 3114960"/>
              <a:gd name="connsiteY32729" fmla="*/ 2060162 h 5143785"/>
              <a:gd name="connsiteX32730" fmla="*/ 3081242 w 3114960"/>
              <a:gd name="connsiteY32730" fmla="*/ 2067116 h 5143785"/>
              <a:gd name="connsiteX32731" fmla="*/ 3081242 w 3114960"/>
              <a:gd name="connsiteY32731" fmla="*/ 2076641 h 5143785"/>
              <a:gd name="connsiteX32732" fmla="*/ 3088196 w 3114960"/>
              <a:gd name="connsiteY32732" fmla="*/ 2083594 h 5143785"/>
              <a:gd name="connsiteX32733" fmla="*/ 3097721 w 3114960"/>
              <a:gd name="connsiteY32733" fmla="*/ 2083594 h 5143785"/>
              <a:gd name="connsiteX32734" fmla="*/ 3104674 w 3114960"/>
              <a:gd name="connsiteY32734" fmla="*/ 2076641 h 5143785"/>
              <a:gd name="connsiteX32735" fmla="*/ 3104674 w 3114960"/>
              <a:gd name="connsiteY32735" fmla="*/ 2075402 h 5143785"/>
              <a:gd name="connsiteX32736" fmla="*/ 3114770 w 3114960"/>
              <a:gd name="connsiteY32736" fmla="*/ 2075402 h 5143785"/>
              <a:gd name="connsiteX32737" fmla="*/ 3114770 w 3114960"/>
              <a:gd name="connsiteY32737" fmla="*/ 2068259 h 5143785"/>
              <a:gd name="connsiteX32738" fmla="*/ 3104674 w 3114960"/>
              <a:gd name="connsiteY32738" fmla="*/ 2068259 h 5143785"/>
              <a:gd name="connsiteX32739" fmla="*/ 3104674 w 3114960"/>
              <a:gd name="connsiteY32739" fmla="*/ 2067020 h 5143785"/>
              <a:gd name="connsiteX32740" fmla="*/ 3097721 w 3114960"/>
              <a:gd name="connsiteY32740" fmla="*/ 2060067 h 5143785"/>
              <a:gd name="connsiteX32741" fmla="*/ 3099911 w 3114960"/>
              <a:gd name="connsiteY32741" fmla="*/ 2076736 h 5143785"/>
              <a:gd name="connsiteX32742" fmla="*/ 3097721 w 3114960"/>
              <a:gd name="connsiteY32742" fmla="*/ 2078927 h 5143785"/>
              <a:gd name="connsiteX32743" fmla="*/ 3088196 w 3114960"/>
              <a:gd name="connsiteY32743" fmla="*/ 2078927 h 5143785"/>
              <a:gd name="connsiteX32744" fmla="*/ 3086005 w 3114960"/>
              <a:gd name="connsiteY32744" fmla="*/ 2076736 h 5143785"/>
              <a:gd name="connsiteX32745" fmla="*/ 3086005 w 3114960"/>
              <a:gd name="connsiteY32745" fmla="*/ 2067211 h 5143785"/>
              <a:gd name="connsiteX32746" fmla="*/ 3088196 w 3114960"/>
              <a:gd name="connsiteY32746" fmla="*/ 2065020 h 5143785"/>
              <a:gd name="connsiteX32747" fmla="*/ 3097721 w 3114960"/>
              <a:gd name="connsiteY32747" fmla="*/ 2065020 h 5143785"/>
              <a:gd name="connsiteX32748" fmla="*/ 3099911 w 3114960"/>
              <a:gd name="connsiteY32748" fmla="*/ 2067211 h 5143785"/>
              <a:gd name="connsiteX32749" fmla="*/ 3099911 w 3114960"/>
              <a:gd name="connsiteY32749" fmla="*/ 2076736 h 5143785"/>
              <a:gd name="connsiteX32750" fmla="*/ 553784 w 3114960"/>
              <a:gd name="connsiteY32750" fmla="*/ 3223641 h 5143785"/>
              <a:gd name="connsiteX32751" fmla="*/ 553784 w 3114960"/>
              <a:gd name="connsiteY32751" fmla="*/ 3228404 h 5143785"/>
              <a:gd name="connsiteX32752" fmla="*/ 535781 w 3114960"/>
              <a:gd name="connsiteY32752" fmla="*/ 3228404 h 5143785"/>
              <a:gd name="connsiteX32753" fmla="*/ 535781 w 3114960"/>
              <a:gd name="connsiteY32753" fmla="*/ 3223641 h 5143785"/>
              <a:gd name="connsiteX32754" fmla="*/ 553784 w 3114960"/>
              <a:gd name="connsiteY32754" fmla="*/ 3223641 h 5143785"/>
              <a:gd name="connsiteX32755" fmla="*/ 2523839 w 3114960"/>
              <a:gd name="connsiteY32755" fmla="*/ 2998375 h 5143785"/>
              <a:gd name="connsiteX32756" fmla="*/ 2676906 w 3114960"/>
              <a:gd name="connsiteY32756" fmla="*/ 2999327 h 5143785"/>
              <a:gd name="connsiteX32757" fmla="*/ 2685479 w 3114960"/>
              <a:gd name="connsiteY32757" fmla="*/ 3007900 h 5143785"/>
              <a:gd name="connsiteX32758" fmla="*/ 2689288 w 3114960"/>
              <a:gd name="connsiteY32758" fmla="*/ 3007900 h 5143785"/>
              <a:gd name="connsiteX32759" fmla="*/ 2698433 w 3114960"/>
              <a:gd name="connsiteY32759" fmla="*/ 2998756 h 5143785"/>
              <a:gd name="connsiteX32760" fmla="*/ 2698433 w 3114960"/>
              <a:gd name="connsiteY32760" fmla="*/ 2994946 h 5143785"/>
              <a:gd name="connsiteX32761" fmla="*/ 2689288 w 3114960"/>
              <a:gd name="connsiteY32761" fmla="*/ 2985802 h 5143785"/>
              <a:gd name="connsiteX32762" fmla="*/ 2685479 w 3114960"/>
              <a:gd name="connsiteY32762" fmla="*/ 2985802 h 5143785"/>
              <a:gd name="connsiteX32763" fmla="*/ 2676811 w 3114960"/>
              <a:gd name="connsiteY32763" fmla="*/ 2994470 h 5143785"/>
              <a:gd name="connsiteX32764" fmla="*/ 2525935 w 3114960"/>
              <a:gd name="connsiteY32764" fmla="*/ 2993517 h 5143785"/>
              <a:gd name="connsiteX32765" fmla="*/ 2499551 w 3114960"/>
              <a:gd name="connsiteY32765" fmla="*/ 2965323 h 5143785"/>
              <a:gd name="connsiteX32766" fmla="*/ 2348008 w 3114960"/>
              <a:gd name="connsiteY32766" fmla="*/ 2966180 h 5143785"/>
              <a:gd name="connsiteX32767" fmla="*/ 2348008 w 3114960"/>
              <a:gd name="connsiteY32767" fmla="*/ 2965323 h 5143785"/>
              <a:gd name="connsiteX32768" fmla="*/ 2335340 w 3114960"/>
              <a:gd name="connsiteY32768" fmla="*/ 2957227 h 5143785"/>
              <a:gd name="connsiteX32769" fmla="*/ 2327339 w 3114960"/>
              <a:gd name="connsiteY32769" fmla="*/ 2969895 h 5143785"/>
              <a:gd name="connsiteX32770" fmla="*/ 2332006 w 3114960"/>
              <a:gd name="connsiteY32770" fmla="*/ 2976563 h 5143785"/>
              <a:gd name="connsiteX32771" fmla="*/ 2337721 w 3114960"/>
              <a:gd name="connsiteY32771" fmla="*/ 2978182 h 5143785"/>
              <a:gd name="connsiteX32772" fmla="*/ 2340102 w 3114960"/>
              <a:gd name="connsiteY32772" fmla="*/ 2977896 h 5143785"/>
              <a:gd name="connsiteX32773" fmla="*/ 2346770 w 3114960"/>
              <a:gd name="connsiteY32773" fmla="*/ 2973229 h 5143785"/>
              <a:gd name="connsiteX32774" fmla="*/ 2347722 w 3114960"/>
              <a:gd name="connsiteY32774" fmla="*/ 2970848 h 5143785"/>
              <a:gd name="connsiteX32775" fmla="*/ 2497741 w 3114960"/>
              <a:gd name="connsiteY32775" fmla="*/ 2969990 h 5143785"/>
              <a:gd name="connsiteX32776" fmla="*/ 2524030 w 3114960"/>
              <a:gd name="connsiteY32776" fmla="*/ 2998089 h 5143785"/>
              <a:gd name="connsiteX32777" fmla="*/ 2342483 w 3114960"/>
              <a:gd name="connsiteY32777" fmla="*/ 2971038 h 5143785"/>
              <a:gd name="connsiteX32778" fmla="*/ 2338769 w 3114960"/>
              <a:gd name="connsiteY32778" fmla="*/ 2973610 h 5143785"/>
              <a:gd name="connsiteX32779" fmla="*/ 2334387 w 3114960"/>
              <a:gd name="connsiteY32779" fmla="*/ 2972848 h 5143785"/>
              <a:gd name="connsiteX32780" fmla="*/ 2331815 w 3114960"/>
              <a:gd name="connsiteY32780" fmla="*/ 2969228 h 5143785"/>
              <a:gd name="connsiteX32781" fmla="*/ 2336292 w 3114960"/>
              <a:gd name="connsiteY32781" fmla="*/ 2962180 h 5143785"/>
              <a:gd name="connsiteX32782" fmla="*/ 2337530 w 3114960"/>
              <a:gd name="connsiteY32782" fmla="*/ 2962085 h 5143785"/>
              <a:gd name="connsiteX32783" fmla="*/ 2343245 w 3114960"/>
              <a:gd name="connsiteY32783" fmla="*/ 2966657 h 5143785"/>
              <a:gd name="connsiteX32784" fmla="*/ 2342483 w 3114960"/>
              <a:gd name="connsiteY32784" fmla="*/ 2971038 h 5143785"/>
              <a:gd name="connsiteX32785" fmla="*/ 3114770 w 3114960"/>
              <a:gd name="connsiteY32785" fmla="*/ 2500408 h 5143785"/>
              <a:gd name="connsiteX32786" fmla="*/ 3034855 w 3114960"/>
              <a:gd name="connsiteY32786" fmla="*/ 2500789 h 5143785"/>
              <a:gd name="connsiteX32787" fmla="*/ 3034855 w 3114960"/>
              <a:gd name="connsiteY32787" fmla="*/ 2508218 h 5143785"/>
              <a:gd name="connsiteX32788" fmla="*/ 3028855 w 3114960"/>
              <a:gd name="connsiteY32788" fmla="*/ 2514219 h 5143785"/>
              <a:gd name="connsiteX32789" fmla="*/ 3008757 w 3114960"/>
              <a:gd name="connsiteY32789" fmla="*/ 2514219 h 5143785"/>
              <a:gd name="connsiteX32790" fmla="*/ 3002756 w 3114960"/>
              <a:gd name="connsiteY32790" fmla="*/ 2508218 h 5143785"/>
              <a:gd name="connsiteX32791" fmla="*/ 3002756 w 3114960"/>
              <a:gd name="connsiteY32791" fmla="*/ 2488121 h 5143785"/>
              <a:gd name="connsiteX32792" fmla="*/ 3008757 w 3114960"/>
              <a:gd name="connsiteY32792" fmla="*/ 2482120 h 5143785"/>
              <a:gd name="connsiteX32793" fmla="*/ 3028855 w 3114960"/>
              <a:gd name="connsiteY32793" fmla="*/ 2482120 h 5143785"/>
              <a:gd name="connsiteX32794" fmla="*/ 3034855 w 3114960"/>
              <a:gd name="connsiteY32794" fmla="*/ 2488121 h 5143785"/>
              <a:gd name="connsiteX32795" fmla="*/ 3034855 w 3114960"/>
              <a:gd name="connsiteY32795" fmla="*/ 2496026 h 5143785"/>
              <a:gd name="connsiteX32796" fmla="*/ 3114770 w 3114960"/>
              <a:gd name="connsiteY32796" fmla="*/ 2495645 h 5143785"/>
              <a:gd name="connsiteX32797" fmla="*/ 3114770 w 3114960"/>
              <a:gd name="connsiteY32797" fmla="*/ 2500408 h 5143785"/>
              <a:gd name="connsiteX32798" fmla="*/ 3083052 w 3114960"/>
              <a:gd name="connsiteY32798" fmla="*/ 2608993 h 5143785"/>
              <a:gd name="connsiteX32799" fmla="*/ 3092577 w 3114960"/>
              <a:gd name="connsiteY32799" fmla="*/ 2608993 h 5143785"/>
              <a:gd name="connsiteX32800" fmla="*/ 3092577 w 3114960"/>
              <a:gd name="connsiteY32800" fmla="*/ 2616137 h 5143785"/>
              <a:gd name="connsiteX32801" fmla="*/ 3083052 w 3114960"/>
              <a:gd name="connsiteY32801" fmla="*/ 2616137 h 5143785"/>
              <a:gd name="connsiteX32802" fmla="*/ 3083052 w 3114960"/>
              <a:gd name="connsiteY32802" fmla="*/ 2608993 h 5143785"/>
              <a:gd name="connsiteX32803" fmla="*/ 3078575 w 3114960"/>
              <a:gd name="connsiteY32803" fmla="*/ 2558510 h 5143785"/>
              <a:gd name="connsiteX32804" fmla="*/ 3069050 w 3114960"/>
              <a:gd name="connsiteY32804" fmla="*/ 2558510 h 5143785"/>
              <a:gd name="connsiteX32805" fmla="*/ 3069050 w 3114960"/>
              <a:gd name="connsiteY32805" fmla="*/ 2551367 h 5143785"/>
              <a:gd name="connsiteX32806" fmla="*/ 3078575 w 3114960"/>
              <a:gd name="connsiteY32806" fmla="*/ 2551367 h 5143785"/>
              <a:gd name="connsiteX32807" fmla="*/ 3078575 w 3114960"/>
              <a:gd name="connsiteY32807" fmla="*/ 2558510 h 5143785"/>
              <a:gd name="connsiteX32808" fmla="*/ 3059525 w 3114960"/>
              <a:gd name="connsiteY32808" fmla="*/ 2558415 h 5143785"/>
              <a:gd name="connsiteX32809" fmla="*/ 3050000 w 3114960"/>
              <a:gd name="connsiteY32809" fmla="*/ 2558415 h 5143785"/>
              <a:gd name="connsiteX32810" fmla="*/ 3050000 w 3114960"/>
              <a:gd name="connsiteY32810" fmla="*/ 2551271 h 5143785"/>
              <a:gd name="connsiteX32811" fmla="*/ 3059525 w 3114960"/>
              <a:gd name="connsiteY32811" fmla="*/ 2551271 h 5143785"/>
              <a:gd name="connsiteX32812" fmla="*/ 3059525 w 3114960"/>
              <a:gd name="connsiteY32812" fmla="*/ 2558415 h 5143785"/>
              <a:gd name="connsiteX32813" fmla="*/ 3044952 w 3114960"/>
              <a:gd name="connsiteY32813" fmla="*/ 2608802 h 5143785"/>
              <a:gd name="connsiteX32814" fmla="*/ 3054477 w 3114960"/>
              <a:gd name="connsiteY32814" fmla="*/ 2608802 h 5143785"/>
              <a:gd name="connsiteX32815" fmla="*/ 3054477 w 3114960"/>
              <a:gd name="connsiteY32815" fmla="*/ 2615946 h 5143785"/>
              <a:gd name="connsiteX32816" fmla="*/ 3044952 w 3114960"/>
              <a:gd name="connsiteY32816" fmla="*/ 2615946 h 5143785"/>
              <a:gd name="connsiteX32817" fmla="*/ 3044952 w 3114960"/>
              <a:gd name="connsiteY32817" fmla="*/ 2608802 h 5143785"/>
              <a:gd name="connsiteX32818" fmla="*/ 3064002 w 3114960"/>
              <a:gd name="connsiteY32818" fmla="*/ 2608898 h 5143785"/>
              <a:gd name="connsiteX32819" fmla="*/ 3073527 w 3114960"/>
              <a:gd name="connsiteY32819" fmla="*/ 2608898 h 5143785"/>
              <a:gd name="connsiteX32820" fmla="*/ 3073527 w 3114960"/>
              <a:gd name="connsiteY32820" fmla="*/ 2616042 h 5143785"/>
              <a:gd name="connsiteX32821" fmla="*/ 3064002 w 3114960"/>
              <a:gd name="connsiteY32821" fmla="*/ 2616042 h 5143785"/>
              <a:gd name="connsiteX32822" fmla="*/ 3064002 w 3114960"/>
              <a:gd name="connsiteY32822" fmla="*/ 2608898 h 5143785"/>
              <a:gd name="connsiteX32823" fmla="*/ 2369915 w 3114960"/>
              <a:gd name="connsiteY32823" fmla="*/ 2837593 h 5143785"/>
              <a:gd name="connsiteX32824" fmla="*/ 2388965 w 3114960"/>
              <a:gd name="connsiteY32824" fmla="*/ 2837593 h 5143785"/>
              <a:gd name="connsiteX32825" fmla="*/ 2388965 w 3114960"/>
              <a:gd name="connsiteY32825" fmla="*/ 2842355 h 5143785"/>
              <a:gd name="connsiteX32826" fmla="*/ 2369915 w 3114960"/>
              <a:gd name="connsiteY32826" fmla="*/ 2842355 h 5143785"/>
              <a:gd name="connsiteX32827" fmla="*/ 2369915 w 3114960"/>
              <a:gd name="connsiteY32827" fmla="*/ 2837593 h 5143785"/>
              <a:gd name="connsiteX32828" fmla="*/ 2226755 w 3114960"/>
              <a:gd name="connsiteY32828" fmla="*/ 3086576 h 5143785"/>
              <a:gd name="connsiteX32829" fmla="*/ 2233803 w 3114960"/>
              <a:gd name="connsiteY32829" fmla="*/ 3079528 h 5143785"/>
              <a:gd name="connsiteX32830" fmla="*/ 2240852 w 3114960"/>
              <a:gd name="connsiteY32830" fmla="*/ 3086576 h 5143785"/>
              <a:gd name="connsiteX32831" fmla="*/ 2233803 w 3114960"/>
              <a:gd name="connsiteY32831" fmla="*/ 3093625 h 5143785"/>
              <a:gd name="connsiteX32832" fmla="*/ 2226755 w 3114960"/>
              <a:gd name="connsiteY32832" fmla="*/ 3086576 h 5143785"/>
              <a:gd name="connsiteX32833" fmla="*/ 2230660 w 3114960"/>
              <a:gd name="connsiteY32833" fmla="*/ 2978277 h 5143785"/>
              <a:gd name="connsiteX32834" fmla="*/ 2235422 w 3114960"/>
              <a:gd name="connsiteY32834" fmla="*/ 2978277 h 5143785"/>
              <a:gd name="connsiteX32835" fmla="*/ 2235613 w 3114960"/>
              <a:gd name="connsiteY32835" fmla="*/ 2997327 h 5143785"/>
              <a:gd name="connsiteX32836" fmla="*/ 2230850 w 3114960"/>
              <a:gd name="connsiteY32836" fmla="*/ 2997327 h 5143785"/>
              <a:gd name="connsiteX32837" fmla="*/ 2230660 w 3114960"/>
              <a:gd name="connsiteY32837" fmla="*/ 2978277 h 5143785"/>
              <a:gd name="connsiteX32838" fmla="*/ 3031903 w 3114960"/>
              <a:gd name="connsiteY32838" fmla="*/ 3177540 h 5143785"/>
              <a:gd name="connsiteX32839" fmla="*/ 3052191 w 3114960"/>
              <a:gd name="connsiteY32839" fmla="*/ 3177540 h 5143785"/>
              <a:gd name="connsiteX32840" fmla="*/ 3058192 w 3114960"/>
              <a:gd name="connsiteY32840" fmla="*/ 3171539 h 5143785"/>
              <a:gd name="connsiteX32841" fmla="*/ 3058192 w 3114960"/>
              <a:gd name="connsiteY32841" fmla="*/ 3170111 h 5143785"/>
              <a:gd name="connsiteX32842" fmla="*/ 3066288 w 3114960"/>
              <a:gd name="connsiteY32842" fmla="*/ 3170111 h 5143785"/>
              <a:gd name="connsiteX32843" fmla="*/ 3100007 w 3114960"/>
              <a:gd name="connsiteY32843" fmla="*/ 3201353 h 5143785"/>
              <a:gd name="connsiteX32844" fmla="*/ 3078671 w 3114960"/>
              <a:gd name="connsiteY32844" fmla="*/ 3219641 h 5143785"/>
              <a:gd name="connsiteX32845" fmla="*/ 3076670 w 3114960"/>
              <a:gd name="connsiteY32845" fmla="*/ 3219260 h 5143785"/>
              <a:gd name="connsiteX32846" fmla="*/ 3056382 w 3114960"/>
              <a:gd name="connsiteY32846" fmla="*/ 3219260 h 5143785"/>
              <a:gd name="connsiteX32847" fmla="*/ 3050381 w 3114960"/>
              <a:gd name="connsiteY32847" fmla="*/ 3225260 h 5143785"/>
              <a:gd name="connsiteX32848" fmla="*/ 3050381 w 3114960"/>
              <a:gd name="connsiteY32848" fmla="*/ 3232880 h 5143785"/>
              <a:gd name="connsiteX32849" fmla="*/ 3056382 w 3114960"/>
              <a:gd name="connsiteY32849" fmla="*/ 3238881 h 5143785"/>
              <a:gd name="connsiteX32850" fmla="*/ 3076670 w 3114960"/>
              <a:gd name="connsiteY32850" fmla="*/ 3238881 h 5143785"/>
              <a:gd name="connsiteX32851" fmla="*/ 3082671 w 3114960"/>
              <a:gd name="connsiteY32851" fmla="*/ 3232880 h 5143785"/>
              <a:gd name="connsiteX32852" fmla="*/ 3082671 w 3114960"/>
              <a:gd name="connsiteY32852" fmla="*/ 3225260 h 5143785"/>
              <a:gd name="connsiteX32853" fmla="*/ 3082195 w 3114960"/>
              <a:gd name="connsiteY32853" fmla="*/ 3222879 h 5143785"/>
              <a:gd name="connsiteX32854" fmla="*/ 3102483 w 3114960"/>
              <a:gd name="connsiteY32854" fmla="*/ 3205544 h 5143785"/>
              <a:gd name="connsiteX32855" fmla="*/ 3102483 w 3114960"/>
              <a:gd name="connsiteY32855" fmla="*/ 3243072 h 5143785"/>
              <a:gd name="connsiteX32856" fmla="*/ 3114866 w 3114960"/>
              <a:gd name="connsiteY32856" fmla="*/ 3254312 h 5143785"/>
              <a:gd name="connsiteX32857" fmla="*/ 3114866 w 3114960"/>
              <a:gd name="connsiteY32857" fmla="*/ 3247930 h 5143785"/>
              <a:gd name="connsiteX32858" fmla="*/ 3107246 w 3114960"/>
              <a:gd name="connsiteY32858" fmla="*/ 3241072 h 5143785"/>
              <a:gd name="connsiteX32859" fmla="*/ 3107246 w 3114960"/>
              <a:gd name="connsiteY32859" fmla="*/ 3201638 h 5143785"/>
              <a:gd name="connsiteX32860" fmla="*/ 3107055 w 3114960"/>
              <a:gd name="connsiteY32860" fmla="*/ 3201638 h 5143785"/>
              <a:gd name="connsiteX32861" fmla="*/ 3068193 w 3114960"/>
              <a:gd name="connsiteY32861" fmla="*/ 3165538 h 5143785"/>
              <a:gd name="connsiteX32862" fmla="*/ 3058287 w 3114960"/>
              <a:gd name="connsiteY32862" fmla="*/ 3165538 h 5143785"/>
              <a:gd name="connsiteX32863" fmla="*/ 3058287 w 3114960"/>
              <a:gd name="connsiteY32863" fmla="*/ 3164110 h 5143785"/>
              <a:gd name="connsiteX32864" fmla="*/ 3052286 w 3114960"/>
              <a:gd name="connsiteY32864" fmla="*/ 3158109 h 5143785"/>
              <a:gd name="connsiteX32865" fmla="*/ 3031998 w 3114960"/>
              <a:gd name="connsiteY32865" fmla="*/ 3158109 h 5143785"/>
              <a:gd name="connsiteX32866" fmla="*/ 3025997 w 3114960"/>
              <a:gd name="connsiteY32866" fmla="*/ 3164110 h 5143785"/>
              <a:gd name="connsiteX32867" fmla="*/ 3025997 w 3114960"/>
              <a:gd name="connsiteY32867" fmla="*/ 3171730 h 5143785"/>
              <a:gd name="connsiteX32868" fmla="*/ 3031998 w 3114960"/>
              <a:gd name="connsiteY32868" fmla="*/ 3177730 h 5143785"/>
              <a:gd name="connsiteX32869" fmla="*/ 3059906 w 3114960"/>
              <a:gd name="connsiteY32869" fmla="*/ 3234023 h 5143785"/>
              <a:gd name="connsiteX32870" fmla="*/ 3056287 w 3114960"/>
              <a:gd name="connsiteY32870" fmla="*/ 3234023 h 5143785"/>
              <a:gd name="connsiteX32871" fmla="*/ 3055049 w 3114960"/>
              <a:gd name="connsiteY32871" fmla="*/ 3232785 h 5143785"/>
              <a:gd name="connsiteX32872" fmla="*/ 3055049 w 3114960"/>
              <a:gd name="connsiteY32872" fmla="*/ 3225165 h 5143785"/>
              <a:gd name="connsiteX32873" fmla="*/ 3056287 w 3114960"/>
              <a:gd name="connsiteY32873" fmla="*/ 3223927 h 5143785"/>
              <a:gd name="connsiteX32874" fmla="*/ 3059906 w 3114960"/>
              <a:gd name="connsiteY32874" fmla="*/ 3223927 h 5143785"/>
              <a:gd name="connsiteX32875" fmla="*/ 3059906 w 3114960"/>
              <a:gd name="connsiteY32875" fmla="*/ 3234119 h 5143785"/>
              <a:gd name="connsiteX32876" fmla="*/ 3069622 w 3114960"/>
              <a:gd name="connsiteY32876" fmla="*/ 3232595 h 5143785"/>
              <a:gd name="connsiteX32877" fmla="*/ 3064669 w 3114960"/>
              <a:gd name="connsiteY32877" fmla="*/ 3232595 h 5143785"/>
              <a:gd name="connsiteX32878" fmla="*/ 3064669 w 3114960"/>
              <a:gd name="connsiteY32878" fmla="*/ 3223927 h 5143785"/>
              <a:gd name="connsiteX32879" fmla="*/ 3069622 w 3114960"/>
              <a:gd name="connsiteY32879" fmla="*/ 3223927 h 5143785"/>
              <a:gd name="connsiteX32880" fmla="*/ 3069622 w 3114960"/>
              <a:gd name="connsiteY32880" fmla="*/ 3232595 h 5143785"/>
              <a:gd name="connsiteX32881" fmla="*/ 3077813 w 3114960"/>
              <a:gd name="connsiteY32881" fmla="*/ 3232785 h 5143785"/>
              <a:gd name="connsiteX32882" fmla="*/ 3076575 w 3114960"/>
              <a:gd name="connsiteY32882" fmla="*/ 3234023 h 5143785"/>
              <a:gd name="connsiteX32883" fmla="*/ 3074384 w 3114960"/>
              <a:gd name="connsiteY32883" fmla="*/ 3234023 h 5143785"/>
              <a:gd name="connsiteX32884" fmla="*/ 3074384 w 3114960"/>
              <a:gd name="connsiteY32884" fmla="*/ 3223832 h 5143785"/>
              <a:gd name="connsiteX32885" fmla="*/ 3076575 w 3114960"/>
              <a:gd name="connsiteY32885" fmla="*/ 3223832 h 5143785"/>
              <a:gd name="connsiteX32886" fmla="*/ 3077813 w 3114960"/>
              <a:gd name="connsiteY32886" fmla="*/ 3225070 h 5143785"/>
              <a:gd name="connsiteX32887" fmla="*/ 3077813 w 3114960"/>
              <a:gd name="connsiteY32887" fmla="*/ 3232690 h 5143785"/>
              <a:gd name="connsiteX32888" fmla="*/ 3050000 w 3114960"/>
              <a:gd name="connsiteY32888" fmla="*/ 3162586 h 5143785"/>
              <a:gd name="connsiteX32889" fmla="*/ 3052191 w 3114960"/>
              <a:gd name="connsiteY32889" fmla="*/ 3162586 h 5143785"/>
              <a:gd name="connsiteX32890" fmla="*/ 3053429 w 3114960"/>
              <a:gd name="connsiteY32890" fmla="*/ 3163824 h 5143785"/>
              <a:gd name="connsiteX32891" fmla="*/ 3053429 w 3114960"/>
              <a:gd name="connsiteY32891" fmla="*/ 3171444 h 5143785"/>
              <a:gd name="connsiteX32892" fmla="*/ 3052191 w 3114960"/>
              <a:gd name="connsiteY32892" fmla="*/ 3172682 h 5143785"/>
              <a:gd name="connsiteX32893" fmla="*/ 3050000 w 3114960"/>
              <a:gd name="connsiteY32893" fmla="*/ 3172682 h 5143785"/>
              <a:gd name="connsiteX32894" fmla="*/ 3050000 w 3114960"/>
              <a:gd name="connsiteY32894" fmla="*/ 3162491 h 5143785"/>
              <a:gd name="connsiteX32895" fmla="*/ 3040190 w 3114960"/>
              <a:gd name="connsiteY32895" fmla="*/ 3162586 h 5143785"/>
              <a:gd name="connsiteX32896" fmla="*/ 3045143 w 3114960"/>
              <a:gd name="connsiteY32896" fmla="*/ 3162586 h 5143785"/>
              <a:gd name="connsiteX32897" fmla="*/ 3045143 w 3114960"/>
              <a:gd name="connsiteY32897" fmla="*/ 3171254 h 5143785"/>
              <a:gd name="connsiteX32898" fmla="*/ 3040190 w 3114960"/>
              <a:gd name="connsiteY32898" fmla="*/ 3171254 h 5143785"/>
              <a:gd name="connsiteX32899" fmla="*/ 3040190 w 3114960"/>
              <a:gd name="connsiteY32899" fmla="*/ 3162586 h 5143785"/>
              <a:gd name="connsiteX32900" fmla="*/ 3030569 w 3114960"/>
              <a:gd name="connsiteY32900" fmla="*/ 3163824 h 5143785"/>
              <a:gd name="connsiteX32901" fmla="*/ 3031808 w 3114960"/>
              <a:gd name="connsiteY32901" fmla="*/ 3162586 h 5143785"/>
              <a:gd name="connsiteX32902" fmla="*/ 3035427 w 3114960"/>
              <a:gd name="connsiteY32902" fmla="*/ 3162586 h 5143785"/>
              <a:gd name="connsiteX32903" fmla="*/ 3035427 w 3114960"/>
              <a:gd name="connsiteY32903" fmla="*/ 3172778 h 5143785"/>
              <a:gd name="connsiteX32904" fmla="*/ 3031808 w 3114960"/>
              <a:gd name="connsiteY32904" fmla="*/ 3172778 h 5143785"/>
              <a:gd name="connsiteX32905" fmla="*/ 3030569 w 3114960"/>
              <a:gd name="connsiteY32905" fmla="*/ 3171539 h 5143785"/>
              <a:gd name="connsiteX32906" fmla="*/ 3030569 w 3114960"/>
              <a:gd name="connsiteY32906" fmla="*/ 3163919 h 5143785"/>
              <a:gd name="connsiteX32907" fmla="*/ 946785 w 3114960"/>
              <a:gd name="connsiteY32907" fmla="*/ 3161443 h 5143785"/>
              <a:gd name="connsiteX32908" fmla="*/ 946785 w 3114960"/>
              <a:gd name="connsiteY32908" fmla="*/ 3166205 h 5143785"/>
              <a:gd name="connsiteX32909" fmla="*/ 926211 w 3114960"/>
              <a:gd name="connsiteY32909" fmla="*/ 3166110 h 5143785"/>
              <a:gd name="connsiteX32910" fmla="*/ 926211 w 3114960"/>
              <a:gd name="connsiteY32910" fmla="*/ 3161348 h 5143785"/>
              <a:gd name="connsiteX32911" fmla="*/ 946785 w 3114960"/>
              <a:gd name="connsiteY32911" fmla="*/ 3161443 h 5143785"/>
              <a:gd name="connsiteX32912" fmla="*/ 590264 w 3114960"/>
              <a:gd name="connsiteY32912" fmla="*/ 3013043 h 5143785"/>
              <a:gd name="connsiteX32913" fmla="*/ 590264 w 3114960"/>
              <a:gd name="connsiteY32913" fmla="*/ 3019806 h 5143785"/>
              <a:gd name="connsiteX32914" fmla="*/ 587788 w 3114960"/>
              <a:gd name="connsiteY32914" fmla="*/ 3022283 h 5143785"/>
              <a:gd name="connsiteX32915" fmla="*/ 581025 w 3114960"/>
              <a:gd name="connsiteY32915" fmla="*/ 3022283 h 5143785"/>
              <a:gd name="connsiteX32916" fmla="*/ 578549 w 3114960"/>
              <a:gd name="connsiteY32916" fmla="*/ 3019806 h 5143785"/>
              <a:gd name="connsiteX32917" fmla="*/ 578549 w 3114960"/>
              <a:gd name="connsiteY32917" fmla="*/ 3013043 h 5143785"/>
              <a:gd name="connsiteX32918" fmla="*/ 581025 w 3114960"/>
              <a:gd name="connsiteY32918" fmla="*/ 3010567 h 5143785"/>
              <a:gd name="connsiteX32919" fmla="*/ 587788 w 3114960"/>
              <a:gd name="connsiteY32919" fmla="*/ 3010567 h 5143785"/>
              <a:gd name="connsiteX32920" fmla="*/ 590264 w 3114960"/>
              <a:gd name="connsiteY32920" fmla="*/ 3013043 h 5143785"/>
              <a:gd name="connsiteX32921" fmla="*/ 3089243 w 3114960"/>
              <a:gd name="connsiteY32921" fmla="*/ 3925348 h 5143785"/>
              <a:gd name="connsiteX32922" fmla="*/ 3114770 w 3114960"/>
              <a:gd name="connsiteY32922" fmla="*/ 3925348 h 5143785"/>
              <a:gd name="connsiteX32923" fmla="*/ 3114770 w 3114960"/>
              <a:gd name="connsiteY32923" fmla="*/ 3930110 h 5143785"/>
              <a:gd name="connsiteX32924" fmla="*/ 3089243 w 3114960"/>
              <a:gd name="connsiteY32924" fmla="*/ 3930110 h 5143785"/>
              <a:gd name="connsiteX32925" fmla="*/ 3083243 w 3114960"/>
              <a:gd name="connsiteY32925" fmla="*/ 3936111 h 5143785"/>
              <a:gd name="connsiteX32926" fmla="*/ 3089243 w 3114960"/>
              <a:gd name="connsiteY32926" fmla="*/ 3942112 h 5143785"/>
              <a:gd name="connsiteX32927" fmla="*/ 3114770 w 3114960"/>
              <a:gd name="connsiteY32927" fmla="*/ 3942112 h 5143785"/>
              <a:gd name="connsiteX32928" fmla="*/ 3114770 w 3114960"/>
              <a:gd name="connsiteY32928" fmla="*/ 3946874 h 5143785"/>
              <a:gd name="connsiteX32929" fmla="*/ 3089243 w 3114960"/>
              <a:gd name="connsiteY32929" fmla="*/ 3946874 h 5143785"/>
              <a:gd name="connsiteX32930" fmla="*/ 3078480 w 3114960"/>
              <a:gd name="connsiteY32930" fmla="*/ 3936111 h 5143785"/>
              <a:gd name="connsiteX32931" fmla="*/ 3089243 w 3114960"/>
              <a:gd name="connsiteY32931" fmla="*/ 3925348 h 5143785"/>
              <a:gd name="connsiteX32932" fmla="*/ 3043619 w 3114960"/>
              <a:gd name="connsiteY32932" fmla="*/ 3339370 h 5143785"/>
              <a:gd name="connsiteX32933" fmla="*/ 3049619 w 3114960"/>
              <a:gd name="connsiteY32933" fmla="*/ 3345371 h 5143785"/>
              <a:gd name="connsiteX32934" fmla="*/ 3069908 w 3114960"/>
              <a:gd name="connsiteY32934" fmla="*/ 3345371 h 5143785"/>
              <a:gd name="connsiteX32935" fmla="*/ 3075909 w 3114960"/>
              <a:gd name="connsiteY32935" fmla="*/ 3339370 h 5143785"/>
              <a:gd name="connsiteX32936" fmla="*/ 3075909 w 3114960"/>
              <a:gd name="connsiteY32936" fmla="*/ 3338227 h 5143785"/>
              <a:gd name="connsiteX32937" fmla="*/ 3106865 w 3114960"/>
              <a:gd name="connsiteY32937" fmla="*/ 3338227 h 5143785"/>
              <a:gd name="connsiteX32938" fmla="*/ 3114770 w 3114960"/>
              <a:gd name="connsiteY32938" fmla="*/ 3332131 h 5143785"/>
              <a:gd name="connsiteX32939" fmla="*/ 3114770 w 3114960"/>
              <a:gd name="connsiteY32939" fmla="*/ 3326130 h 5143785"/>
              <a:gd name="connsiteX32940" fmla="*/ 3105245 w 3114960"/>
              <a:gd name="connsiteY32940" fmla="*/ 3333464 h 5143785"/>
              <a:gd name="connsiteX32941" fmla="*/ 3075909 w 3114960"/>
              <a:gd name="connsiteY32941" fmla="*/ 3333464 h 5143785"/>
              <a:gd name="connsiteX32942" fmla="*/ 3075909 w 3114960"/>
              <a:gd name="connsiteY32942" fmla="*/ 3331655 h 5143785"/>
              <a:gd name="connsiteX32943" fmla="*/ 3069908 w 3114960"/>
              <a:gd name="connsiteY32943" fmla="*/ 3325654 h 5143785"/>
              <a:gd name="connsiteX32944" fmla="*/ 3049619 w 3114960"/>
              <a:gd name="connsiteY32944" fmla="*/ 3325654 h 5143785"/>
              <a:gd name="connsiteX32945" fmla="*/ 3043619 w 3114960"/>
              <a:gd name="connsiteY32945" fmla="*/ 3331655 h 5143785"/>
              <a:gd name="connsiteX32946" fmla="*/ 3043619 w 3114960"/>
              <a:gd name="connsiteY32946" fmla="*/ 3339275 h 5143785"/>
              <a:gd name="connsiteX32947" fmla="*/ 3067717 w 3114960"/>
              <a:gd name="connsiteY32947" fmla="*/ 3330512 h 5143785"/>
              <a:gd name="connsiteX32948" fmla="*/ 3069908 w 3114960"/>
              <a:gd name="connsiteY32948" fmla="*/ 3330512 h 5143785"/>
              <a:gd name="connsiteX32949" fmla="*/ 3071146 w 3114960"/>
              <a:gd name="connsiteY32949" fmla="*/ 3331750 h 5143785"/>
              <a:gd name="connsiteX32950" fmla="*/ 3071146 w 3114960"/>
              <a:gd name="connsiteY32950" fmla="*/ 3339370 h 5143785"/>
              <a:gd name="connsiteX32951" fmla="*/ 3069908 w 3114960"/>
              <a:gd name="connsiteY32951" fmla="*/ 3340608 h 5143785"/>
              <a:gd name="connsiteX32952" fmla="*/ 3067717 w 3114960"/>
              <a:gd name="connsiteY32952" fmla="*/ 3340608 h 5143785"/>
              <a:gd name="connsiteX32953" fmla="*/ 3067717 w 3114960"/>
              <a:gd name="connsiteY32953" fmla="*/ 3330417 h 5143785"/>
              <a:gd name="connsiteX32954" fmla="*/ 3058001 w 3114960"/>
              <a:gd name="connsiteY32954" fmla="*/ 3330512 h 5143785"/>
              <a:gd name="connsiteX32955" fmla="*/ 3062954 w 3114960"/>
              <a:gd name="connsiteY32955" fmla="*/ 3330512 h 5143785"/>
              <a:gd name="connsiteX32956" fmla="*/ 3062954 w 3114960"/>
              <a:gd name="connsiteY32956" fmla="*/ 3339179 h 5143785"/>
              <a:gd name="connsiteX32957" fmla="*/ 3058001 w 3114960"/>
              <a:gd name="connsiteY32957" fmla="*/ 3339179 h 5143785"/>
              <a:gd name="connsiteX32958" fmla="*/ 3058001 w 3114960"/>
              <a:gd name="connsiteY32958" fmla="*/ 3330512 h 5143785"/>
              <a:gd name="connsiteX32959" fmla="*/ 3048381 w 3114960"/>
              <a:gd name="connsiteY32959" fmla="*/ 3331750 h 5143785"/>
              <a:gd name="connsiteX32960" fmla="*/ 3049619 w 3114960"/>
              <a:gd name="connsiteY32960" fmla="*/ 3330512 h 5143785"/>
              <a:gd name="connsiteX32961" fmla="*/ 3053239 w 3114960"/>
              <a:gd name="connsiteY32961" fmla="*/ 3330512 h 5143785"/>
              <a:gd name="connsiteX32962" fmla="*/ 3053239 w 3114960"/>
              <a:gd name="connsiteY32962" fmla="*/ 3340703 h 5143785"/>
              <a:gd name="connsiteX32963" fmla="*/ 3049619 w 3114960"/>
              <a:gd name="connsiteY32963" fmla="*/ 3340703 h 5143785"/>
              <a:gd name="connsiteX32964" fmla="*/ 3048381 w 3114960"/>
              <a:gd name="connsiteY32964" fmla="*/ 3339465 h 5143785"/>
              <a:gd name="connsiteX32965" fmla="*/ 3048381 w 3114960"/>
              <a:gd name="connsiteY32965" fmla="*/ 3331845 h 5143785"/>
              <a:gd name="connsiteX32966" fmla="*/ 3101626 w 3114960"/>
              <a:gd name="connsiteY32966" fmla="*/ 861536 h 5143785"/>
              <a:gd name="connsiteX32967" fmla="*/ 3114770 w 3114960"/>
              <a:gd name="connsiteY32967" fmla="*/ 861536 h 5143785"/>
              <a:gd name="connsiteX32968" fmla="*/ 3114770 w 3114960"/>
              <a:gd name="connsiteY32968" fmla="*/ 866299 h 5143785"/>
              <a:gd name="connsiteX32969" fmla="*/ 3101626 w 3114960"/>
              <a:gd name="connsiteY32969" fmla="*/ 866299 h 5143785"/>
              <a:gd name="connsiteX32970" fmla="*/ 3101626 w 3114960"/>
              <a:gd name="connsiteY32970" fmla="*/ 861536 h 5143785"/>
              <a:gd name="connsiteX32971" fmla="*/ 972122 w 3114960"/>
              <a:gd name="connsiteY32971" fmla="*/ 3132963 h 5143785"/>
              <a:gd name="connsiteX32972" fmla="*/ 965073 w 3114960"/>
              <a:gd name="connsiteY32972" fmla="*/ 3140012 h 5143785"/>
              <a:gd name="connsiteX32973" fmla="*/ 958025 w 3114960"/>
              <a:gd name="connsiteY32973" fmla="*/ 3132963 h 5143785"/>
              <a:gd name="connsiteX32974" fmla="*/ 965073 w 3114960"/>
              <a:gd name="connsiteY32974" fmla="*/ 3125915 h 5143785"/>
              <a:gd name="connsiteX32975" fmla="*/ 972122 w 3114960"/>
              <a:gd name="connsiteY32975" fmla="*/ 3132963 h 5143785"/>
              <a:gd name="connsiteX32976" fmla="*/ 3114770 w 3114960"/>
              <a:gd name="connsiteY32976" fmla="*/ 2869311 h 5143785"/>
              <a:gd name="connsiteX32977" fmla="*/ 3016282 w 3114960"/>
              <a:gd name="connsiteY32977" fmla="*/ 2771299 h 5143785"/>
              <a:gd name="connsiteX32978" fmla="*/ 3016472 w 3114960"/>
              <a:gd name="connsiteY32978" fmla="*/ 2696909 h 5143785"/>
              <a:gd name="connsiteX32979" fmla="*/ 3055715 w 3114960"/>
              <a:gd name="connsiteY32979" fmla="*/ 2657666 h 5143785"/>
              <a:gd name="connsiteX32980" fmla="*/ 3114866 w 3114960"/>
              <a:gd name="connsiteY32980" fmla="*/ 2657666 h 5143785"/>
              <a:gd name="connsiteX32981" fmla="*/ 3114866 w 3114960"/>
              <a:gd name="connsiteY32981" fmla="*/ 2662523 h 5143785"/>
              <a:gd name="connsiteX32982" fmla="*/ 3057716 w 3114960"/>
              <a:gd name="connsiteY32982" fmla="*/ 2662523 h 5143785"/>
              <a:gd name="connsiteX32983" fmla="*/ 3021235 w 3114960"/>
              <a:gd name="connsiteY32983" fmla="*/ 2698909 h 5143785"/>
              <a:gd name="connsiteX32984" fmla="*/ 3021044 w 3114960"/>
              <a:gd name="connsiteY32984" fmla="*/ 2769394 h 5143785"/>
              <a:gd name="connsiteX32985" fmla="*/ 3114770 w 3114960"/>
              <a:gd name="connsiteY32985" fmla="*/ 2862644 h 5143785"/>
              <a:gd name="connsiteX32986" fmla="*/ 3114770 w 3114960"/>
              <a:gd name="connsiteY32986" fmla="*/ 2869311 h 5143785"/>
              <a:gd name="connsiteX32987" fmla="*/ 3008757 w 3114960"/>
              <a:gd name="connsiteY32987" fmla="*/ 2628519 h 5143785"/>
              <a:gd name="connsiteX32988" fmla="*/ 3002756 w 3114960"/>
              <a:gd name="connsiteY32988" fmla="*/ 2622518 h 5143785"/>
              <a:gd name="connsiteX32989" fmla="*/ 3002756 w 3114960"/>
              <a:gd name="connsiteY32989" fmla="*/ 2602421 h 5143785"/>
              <a:gd name="connsiteX32990" fmla="*/ 3008757 w 3114960"/>
              <a:gd name="connsiteY32990" fmla="*/ 2596420 h 5143785"/>
              <a:gd name="connsiteX32991" fmla="*/ 3028855 w 3114960"/>
              <a:gd name="connsiteY32991" fmla="*/ 2596420 h 5143785"/>
              <a:gd name="connsiteX32992" fmla="*/ 3034855 w 3114960"/>
              <a:gd name="connsiteY32992" fmla="*/ 2602421 h 5143785"/>
              <a:gd name="connsiteX32993" fmla="*/ 3034855 w 3114960"/>
              <a:gd name="connsiteY32993" fmla="*/ 2608707 h 5143785"/>
              <a:gd name="connsiteX32994" fmla="*/ 3035522 w 3114960"/>
              <a:gd name="connsiteY32994" fmla="*/ 2608707 h 5143785"/>
              <a:gd name="connsiteX32995" fmla="*/ 3035522 w 3114960"/>
              <a:gd name="connsiteY32995" fmla="*/ 2615851 h 5143785"/>
              <a:gd name="connsiteX32996" fmla="*/ 3034951 w 3114960"/>
              <a:gd name="connsiteY32996" fmla="*/ 2615851 h 5143785"/>
              <a:gd name="connsiteX32997" fmla="*/ 3034951 w 3114960"/>
              <a:gd name="connsiteY32997" fmla="*/ 2622518 h 5143785"/>
              <a:gd name="connsiteX32998" fmla="*/ 3028950 w 3114960"/>
              <a:gd name="connsiteY32998" fmla="*/ 2628519 h 5143785"/>
              <a:gd name="connsiteX32999" fmla="*/ 3008852 w 3114960"/>
              <a:gd name="connsiteY32999" fmla="*/ 2628519 h 5143785"/>
              <a:gd name="connsiteX33000" fmla="*/ 654939 w 3114960"/>
              <a:gd name="connsiteY33000" fmla="*/ 3088958 h 5143785"/>
              <a:gd name="connsiteX33001" fmla="*/ 658082 w 3114960"/>
              <a:gd name="connsiteY33001" fmla="*/ 3085338 h 5143785"/>
              <a:gd name="connsiteX33002" fmla="*/ 671322 w 3114960"/>
              <a:gd name="connsiteY33002" fmla="*/ 3096959 h 5143785"/>
              <a:gd name="connsiteX33003" fmla="*/ 668179 w 3114960"/>
              <a:gd name="connsiteY33003" fmla="*/ 3100578 h 5143785"/>
              <a:gd name="connsiteX33004" fmla="*/ 654939 w 3114960"/>
              <a:gd name="connsiteY33004" fmla="*/ 3088958 h 5143785"/>
              <a:gd name="connsiteX33005" fmla="*/ 2225326 w 3114960"/>
              <a:gd name="connsiteY33005" fmla="*/ 3098197 h 5143785"/>
              <a:gd name="connsiteX33006" fmla="*/ 2235994 w 3114960"/>
              <a:gd name="connsiteY33006" fmla="*/ 3100769 h 5143785"/>
              <a:gd name="connsiteX33007" fmla="*/ 2245328 w 3114960"/>
              <a:gd name="connsiteY33007" fmla="*/ 3095054 h 5143785"/>
              <a:gd name="connsiteX33008" fmla="*/ 2242280 w 3114960"/>
              <a:gd name="connsiteY33008" fmla="*/ 3075051 h 5143785"/>
              <a:gd name="connsiteX33009" fmla="*/ 2236184 w 3114960"/>
              <a:gd name="connsiteY33009" fmla="*/ 3072670 h 5143785"/>
              <a:gd name="connsiteX33010" fmla="*/ 2236184 w 3114960"/>
              <a:gd name="connsiteY33010" fmla="*/ 3054477 h 5143785"/>
              <a:gd name="connsiteX33011" fmla="*/ 2231327 w 3114960"/>
              <a:gd name="connsiteY33011" fmla="*/ 3054477 h 5143785"/>
              <a:gd name="connsiteX33012" fmla="*/ 2231327 w 3114960"/>
              <a:gd name="connsiteY33012" fmla="*/ 3072575 h 5143785"/>
              <a:gd name="connsiteX33013" fmla="*/ 2222278 w 3114960"/>
              <a:gd name="connsiteY33013" fmla="*/ 3078194 h 5143785"/>
              <a:gd name="connsiteX33014" fmla="*/ 2225326 w 3114960"/>
              <a:gd name="connsiteY33014" fmla="*/ 3098197 h 5143785"/>
              <a:gd name="connsiteX33015" fmla="*/ 2224373 w 3114960"/>
              <a:gd name="connsiteY33015" fmla="*/ 3079718 h 5143785"/>
              <a:gd name="connsiteX33016" fmla="*/ 2240756 w 3114960"/>
              <a:gd name="connsiteY33016" fmla="*/ 3077242 h 5143785"/>
              <a:gd name="connsiteX33017" fmla="*/ 2245424 w 3114960"/>
              <a:gd name="connsiteY33017" fmla="*/ 3084862 h 5143785"/>
              <a:gd name="connsiteX33018" fmla="*/ 2243328 w 3114960"/>
              <a:gd name="connsiteY33018" fmla="*/ 3093530 h 5143785"/>
              <a:gd name="connsiteX33019" fmla="*/ 2235708 w 3114960"/>
              <a:gd name="connsiteY33019" fmla="*/ 3098197 h 5143785"/>
              <a:gd name="connsiteX33020" fmla="*/ 2233898 w 3114960"/>
              <a:gd name="connsiteY33020" fmla="*/ 3098292 h 5143785"/>
              <a:gd name="connsiteX33021" fmla="*/ 2227040 w 3114960"/>
              <a:gd name="connsiteY33021" fmla="*/ 3096006 h 5143785"/>
              <a:gd name="connsiteX33022" fmla="*/ 2224564 w 3114960"/>
              <a:gd name="connsiteY33022" fmla="*/ 3079623 h 5143785"/>
              <a:gd name="connsiteX33023" fmla="*/ 976694 w 3114960"/>
              <a:gd name="connsiteY33023" fmla="*/ 3141440 h 5143785"/>
              <a:gd name="connsiteX33024" fmla="*/ 979265 w 3114960"/>
              <a:gd name="connsiteY33024" fmla="*/ 3134297 h 5143785"/>
              <a:gd name="connsiteX33025" fmla="*/ 1009174 w 3114960"/>
              <a:gd name="connsiteY33025" fmla="*/ 3134678 h 5143785"/>
              <a:gd name="connsiteX33026" fmla="*/ 1218438 w 3114960"/>
              <a:gd name="connsiteY33026" fmla="*/ 2969514 h 5143785"/>
              <a:gd name="connsiteX33027" fmla="*/ 1255681 w 3114960"/>
              <a:gd name="connsiteY33027" fmla="*/ 2969324 h 5143785"/>
              <a:gd name="connsiteX33028" fmla="*/ 1370552 w 3114960"/>
              <a:gd name="connsiteY33028" fmla="*/ 2879312 h 5143785"/>
              <a:gd name="connsiteX33029" fmla="*/ 1388269 w 3114960"/>
              <a:gd name="connsiteY33029" fmla="*/ 2879312 h 5143785"/>
              <a:gd name="connsiteX33030" fmla="*/ 1390078 w 3114960"/>
              <a:gd name="connsiteY33030" fmla="*/ 2882646 h 5143785"/>
              <a:gd name="connsiteX33031" fmla="*/ 1399699 w 3114960"/>
              <a:gd name="connsiteY33031" fmla="*/ 2892171 h 5143785"/>
              <a:gd name="connsiteX33032" fmla="*/ 1409795 w 3114960"/>
              <a:gd name="connsiteY33032" fmla="*/ 2892171 h 5143785"/>
              <a:gd name="connsiteX33033" fmla="*/ 1419320 w 3114960"/>
              <a:gd name="connsiteY33033" fmla="*/ 2882551 h 5143785"/>
              <a:gd name="connsiteX33034" fmla="*/ 1420940 w 3114960"/>
              <a:gd name="connsiteY33034" fmla="*/ 2879979 h 5143785"/>
              <a:gd name="connsiteX33035" fmla="*/ 1516380 w 3114960"/>
              <a:gd name="connsiteY33035" fmla="*/ 2880265 h 5143785"/>
              <a:gd name="connsiteX33036" fmla="*/ 1534001 w 3114960"/>
              <a:gd name="connsiteY33036" fmla="*/ 2895981 h 5143785"/>
              <a:gd name="connsiteX33037" fmla="*/ 1560386 w 3114960"/>
              <a:gd name="connsiteY33037" fmla="*/ 2895981 h 5143785"/>
              <a:gd name="connsiteX33038" fmla="*/ 1569625 w 3114960"/>
              <a:gd name="connsiteY33038" fmla="*/ 2903411 h 5143785"/>
              <a:gd name="connsiteX33039" fmla="*/ 1579436 w 3114960"/>
              <a:gd name="connsiteY33039" fmla="*/ 2893600 h 5143785"/>
              <a:gd name="connsiteX33040" fmla="*/ 1569625 w 3114960"/>
              <a:gd name="connsiteY33040" fmla="*/ 2883789 h 5143785"/>
              <a:gd name="connsiteX33041" fmla="*/ 1560386 w 3114960"/>
              <a:gd name="connsiteY33041" fmla="*/ 2891219 h 5143785"/>
              <a:gd name="connsiteX33042" fmla="*/ 1535811 w 3114960"/>
              <a:gd name="connsiteY33042" fmla="*/ 2891219 h 5143785"/>
              <a:gd name="connsiteX33043" fmla="*/ 1518190 w 3114960"/>
              <a:gd name="connsiteY33043" fmla="*/ 2875502 h 5143785"/>
              <a:gd name="connsiteX33044" fmla="*/ 1420940 w 3114960"/>
              <a:gd name="connsiteY33044" fmla="*/ 2875217 h 5143785"/>
              <a:gd name="connsiteX33045" fmla="*/ 1419320 w 3114960"/>
              <a:gd name="connsiteY33045" fmla="*/ 2872550 h 5143785"/>
              <a:gd name="connsiteX33046" fmla="*/ 1409700 w 3114960"/>
              <a:gd name="connsiteY33046" fmla="*/ 2863025 h 5143785"/>
              <a:gd name="connsiteX33047" fmla="*/ 1399603 w 3114960"/>
              <a:gd name="connsiteY33047" fmla="*/ 2863025 h 5143785"/>
              <a:gd name="connsiteX33048" fmla="*/ 1390078 w 3114960"/>
              <a:gd name="connsiteY33048" fmla="*/ 2872645 h 5143785"/>
              <a:gd name="connsiteX33049" fmla="*/ 1388840 w 3114960"/>
              <a:gd name="connsiteY33049" fmla="*/ 2874550 h 5143785"/>
              <a:gd name="connsiteX33050" fmla="*/ 1369028 w 3114960"/>
              <a:gd name="connsiteY33050" fmla="*/ 2874550 h 5143785"/>
              <a:gd name="connsiteX33051" fmla="*/ 1254157 w 3114960"/>
              <a:gd name="connsiteY33051" fmla="*/ 2964561 h 5143785"/>
              <a:gd name="connsiteX33052" fmla="*/ 1216914 w 3114960"/>
              <a:gd name="connsiteY33052" fmla="*/ 2964752 h 5143785"/>
              <a:gd name="connsiteX33053" fmla="*/ 1007745 w 3114960"/>
              <a:gd name="connsiteY33053" fmla="*/ 3129915 h 5143785"/>
              <a:gd name="connsiteX33054" fmla="*/ 979265 w 3114960"/>
              <a:gd name="connsiteY33054" fmla="*/ 3129534 h 5143785"/>
              <a:gd name="connsiteX33055" fmla="*/ 973836 w 3114960"/>
              <a:gd name="connsiteY33055" fmla="*/ 3121438 h 5143785"/>
              <a:gd name="connsiteX33056" fmla="*/ 953834 w 3114960"/>
              <a:gd name="connsiteY33056" fmla="*/ 3124486 h 5143785"/>
              <a:gd name="connsiteX33057" fmla="*/ 951357 w 3114960"/>
              <a:gd name="connsiteY33057" fmla="*/ 3130582 h 5143785"/>
              <a:gd name="connsiteX33058" fmla="*/ 604266 w 3114960"/>
              <a:gd name="connsiteY33058" fmla="*/ 3130582 h 5143785"/>
              <a:gd name="connsiteX33059" fmla="*/ 587788 w 3114960"/>
              <a:gd name="connsiteY33059" fmla="*/ 3114199 h 5143785"/>
              <a:gd name="connsiteX33060" fmla="*/ 587121 w 3114960"/>
              <a:gd name="connsiteY33060" fmla="*/ 3030474 h 5143785"/>
              <a:gd name="connsiteX33061" fmla="*/ 591979 w 3114960"/>
              <a:gd name="connsiteY33061" fmla="*/ 3030474 h 5143785"/>
              <a:gd name="connsiteX33062" fmla="*/ 598837 w 3114960"/>
              <a:gd name="connsiteY33062" fmla="*/ 3023616 h 5143785"/>
              <a:gd name="connsiteX33063" fmla="*/ 598837 w 3114960"/>
              <a:gd name="connsiteY33063" fmla="*/ 3009234 h 5143785"/>
              <a:gd name="connsiteX33064" fmla="*/ 597313 w 3114960"/>
              <a:gd name="connsiteY33064" fmla="*/ 3005042 h 5143785"/>
              <a:gd name="connsiteX33065" fmla="*/ 598551 w 3114960"/>
              <a:gd name="connsiteY33065" fmla="*/ 3005900 h 5143785"/>
              <a:gd name="connsiteX33066" fmla="*/ 636937 w 3114960"/>
              <a:gd name="connsiteY33066" fmla="*/ 2953322 h 5143785"/>
              <a:gd name="connsiteX33067" fmla="*/ 750761 w 3114960"/>
              <a:gd name="connsiteY33067" fmla="*/ 2953322 h 5143785"/>
              <a:gd name="connsiteX33068" fmla="*/ 750761 w 3114960"/>
              <a:gd name="connsiteY33068" fmla="*/ 2953322 h 5143785"/>
              <a:gd name="connsiteX33069" fmla="*/ 762095 w 3114960"/>
              <a:gd name="connsiteY33069" fmla="*/ 2959703 h 5143785"/>
              <a:gd name="connsiteX33070" fmla="*/ 768477 w 3114960"/>
              <a:gd name="connsiteY33070" fmla="*/ 2948369 h 5143785"/>
              <a:gd name="connsiteX33071" fmla="*/ 757142 w 3114960"/>
              <a:gd name="connsiteY33071" fmla="*/ 2941987 h 5143785"/>
              <a:gd name="connsiteX33072" fmla="*/ 750856 w 3114960"/>
              <a:gd name="connsiteY33072" fmla="*/ 2948464 h 5143785"/>
              <a:gd name="connsiteX33073" fmla="*/ 634460 w 3114960"/>
              <a:gd name="connsiteY33073" fmla="*/ 2948464 h 5143785"/>
              <a:gd name="connsiteX33074" fmla="*/ 594836 w 3114960"/>
              <a:gd name="connsiteY33074" fmla="*/ 3002852 h 5143785"/>
              <a:gd name="connsiteX33075" fmla="*/ 592074 w 3114960"/>
              <a:gd name="connsiteY33075" fmla="*/ 3002280 h 5143785"/>
              <a:gd name="connsiteX33076" fmla="*/ 577691 w 3114960"/>
              <a:gd name="connsiteY33076" fmla="*/ 3002280 h 5143785"/>
              <a:gd name="connsiteX33077" fmla="*/ 570833 w 3114960"/>
              <a:gd name="connsiteY33077" fmla="*/ 3009138 h 5143785"/>
              <a:gd name="connsiteX33078" fmla="*/ 570833 w 3114960"/>
              <a:gd name="connsiteY33078" fmla="*/ 3023521 h 5143785"/>
              <a:gd name="connsiteX33079" fmla="*/ 577691 w 3114960"/>
              <a:gd name="connsiteY33079" fmla="*/ 3030379 h 5143785"/>
              <a:gd name="connsiteX33080" fmla="*/ 582549 w 3114960"/>
              <a:gd name="connsiteY33080" fmla="*/ 3030379 h 5143785"/>
              <a:gd name="connsiteX33081" fmla="*/ 583216 w 3114960"/>
              <a:gd name="connsiteY33081" fmla="*/ 3116009 h 5143785"/>
              <a:gd name="connsiteX33082" fmla="*/ 602456 w 3114960"/>
              <a:gd name="connsiteY33082" fmla="*/ 3135249 h 5143785"/>
              <a:gd name="connsiteX33083" fmla="*/ 951548 w 3114960"/>
              <a:gd name="connsiteY33083" fmla="*/ 3135249 h 5143785"/>
              <a:gd name="connsiteX33084" fmla="*/ 957167 w 3114960"/>
              <a:gd name="connsiteY33084" fmla="*/ 3144393 h 5143785"/>
              <a:gd name="connsiteX33085" fmla="*/ 977170 w 3114960"/>
              <a:gd name="connsiteY33085" fmla="*/ 3141345 h 5143785"/>
              <a:gd name="connsiteX33086" fmla="*/ 1569530 w 3114960"/>
              <a:gd name="connsiteY33086" fmla="*/ 2888552 h 5143785"/>
              <a:gd name="connsiteX33087" fmla="*/ 1574578 w 3114960"/>
              <a:gd name="connsiteY33087" fmla="*/ 2893600 h 5143785"/>
              <a:gd name="connsiteX33088" fmla="*/ 1569530 w 3114960"/>
              <a:gd name="connsiteY33088" fmla="*/ 2898648 h 5143785"/>
              <a:gd name="connsiteX33089" fmla="*/ 1564481 w 3114960"/>
              <a:gd name="connsiteY33089" fmla="*/ 2893600 h 5143785"/>
              <a:gd name="connsiteX33090" fmla="*/ 1569530 w 3114960"/>
              <a:gd name="connsiteY33090" fmla="*/ 2888552 h 5143785"/>
              <a:gd name="connsiteX33091" fmla="*/ 1393317 w 3114960"/>
              <a:gd name="connsiteY33091" fmla="*/ 2875884 h 5143785"/>
              <a:gd name="connsiteX33092" fmla="*/ 1402842 w 3114960"/>
              <a:gd name="connsiteY33092" fmla="*/ 2866263 h 5143785"/>
              <a:gd name="connsiteX33093" fmla="*/ 1406176 w 3114960"/>
              <a:gd name="connsiteY33093" fmla="*/ 2866263 h 5143785"/>
              <a:gd name="connsiteX33094" fmla="*/ 1415796 w 3114960"/>
              <a:gd name="connsiteY33094" fmla="*/ 2875788 h 5143785"/>
              <a:gd name="connsiteX33095" fmla="*/ 1415796 w 3114960"/>
              <a:gd name="connsiteY33095" fmla="*/ 2879122 h 5143785"/>
              <a:gd name="connsiteX33096" fmla="*/ 1406271 w 3114960"/>
              <a:gd name="connsiteY33096" fmla="*/ 2888742 h 5143785"/>
              <a:gd name="connsiteX33097" fmla="*/ 1402937 w 3114960"/>
              <a:gd name="connsiteY33097" fmla="*/ 2888742 h 5143785"/>
              <a:gd name="connsiteX33098" fmla="*/ 1393317 w 3114960"/>
              <a:gd name="connsiteY33098" fmla="*/ 2879217 h 5143785"/>
              <a:gd name="connsiteX33099" fmla="*/ 1393317 w 3114960"/>
              <a:gd name="connsiteY33099" fmla="*/ 2875884 h 5143785"/>
              <a:gd name="connsiteX33100" fmla="*/ 577215 w 3114960"/>
              <a:gd name="connsiteY33100" fmla="*/ 3025712 h 5143785"/>
              <a:gd name="connsiteX33101" fmla="*/ 575120 w 3114960"/>
              <a:gd name="connsiteY33101" fmla="*/ 3023616 h 5143785"/>
              <a:gd name="connsiteX33102" fmla="*/ 575120 w 3114960"/>
              <a:gd name="connsiteY33102" fmla="*/ 3009234 h 5143785"/>
              <a:gd name="connsiteX33103" fmla="*/ 577215 w 3114960"/>
              <a:gd name="connsiteY33103" fmla="*/ 3007138 h 5143785"/>
              <a:gd name="connsiteX33104" fmla="*/ 591598 w 3114960"/>
              <a:gd name="connsiteY33104" fmla="*/ 3007138 h 5143785"/>
              <a:gd name="connsiteX33105" fmla="*/ 593693 w 3114960"/>
              <a:gd name="connsiteY33105" fmla="*/ 3009234 h 5143785"/>
              <a:gd name="connsiteX33106" fmla="*/ 593693 w 3114960"/>
              <a:gd name="connsiteY33106" fmla="*/ 3023616 h 5143785"/>
              <a:gd name="connsiteX33107" fmla="*/ 591598 w 3114960"/>
              <a:gd name="connsiteY33107" fmla="*/ 3025712 h 5143785"/>
              <a:gd name="connsiteX33108" fmla="*/ 577215 w 3114960"/>
              <a:gd name="connsiteY33108" fmla="*/ 3025712 h 5143785"/>
              <a:gd name="connsiteX33109" fmla="*/ 966883 w 3114960"/>
              <a:gd name="connsiteY33109" fmla="*/ 3144488 h 5143785"/>
              <a:gd name="connsiteX33110" fmla="*/ 958215 w 3114960"/>
              <a:gd name="connsiteY33110" fmla="*/ 3142393 h 5143785"/>
              <a:gd name="connsiteX33111" fmla="*/ 953548 w 3114960"/>
              <a:gd name="connsiteY33111" fmla="*/ 3134773 h 5143785"/>
              <a:gd name="connsiteX33112" fmla="*/ 953452 w 3114960"/>
              <a:gd name="connsiteY33112" fmla="*/ 3132963 h 5143785"/>
              <a:gd name="connsiteX33113" fmla="*/ 955739 w 3114960"/>
              <a:gd name="connsiteY33113" fmla="*/ 3126105 h 5143785"/>
              <a:gd name="connsiteX33114" fmla="*/ 972122 w 3114960"/>
              <a:gd name="connsiteY33114" fmla="*/ 3123629 h 5143785"/>
              <a:gd name="connsiteX33115" fmla="*/ 974598 w 3114960"/>
              <a:gd name="connsiteY33115" fmla="*/ 3140012 h 5143785"/>
              <a:gd name="connsiteX33116" fmla="*/ 966978 w 3114960"/>
              <a:gd name="connsiteY33116" fmla="*/ 3144679 h 5143785"/>
              <a:gd name="connsiteX33117" fmla="*/ 864679 w 3114960"/>
              <a:gd name="connsiteY33117" fmla="*/ 3160967 h 5143785"/>
              <a:gd name="connsiteX33118" fmla="*/ 864679 w 3114960"/>
              <a:gd name="connsiteY33118" fmla="*/ 3165729 h 5143785"/>
              <a:gd name="connsiteX33119" fmla="*/ 844106 w 3114960"/>
              <a:gd name="connsiteY33119" fmla="*/ 3165634 h 5143785"/>
              <a:gd name="connsiteX33120" fmla="*/ 844106 w 3114960"/>
              <a:gd name="connsiteY33120" fmla="*/ 3160871 h 5143785"/>
              <a:gd name="connsiteX33121" fmla="*/ 864679 w 3114960"/>
              <a:gd name="connsiteY33121" fmla="*/ 3160967 h 5143785"/>
              <a:gd name="connsiteX33122" fmla="*/ 697611 w 3114960"/>
              <a:gd name="connsiteY33122" fmla="*/ 3228404 h 5143785"/>
              <a:gd name="connsiteX33123" fmla="*/ 679609 w 3114960"/>
              <a:gd name="connsiteY33123" fmla="*/ 3228404 h 5143785"/>
              <a:gd name="connsiteX33124" fmla="*/ 679609 w 3114960"/>
              <a:gd name="connsiteY33124" fmla="*/ 3223641 h 5143785"/>
              <a:gd name="connsiteX33125" fmla="*/ 697611 w 3114960"/>
              <a:gd name="connsiteY33125" fmla="*/ 3223641 h 5143785"/>
              <a:gd name="connsiteX33126" fmla="*/ 697611 w 3114960"/>
              <a:gd name="connsiteY33126" fmla="*/ 3228404 h 5143785"/>
              <a:gd name="connsiteX33127" fmla="*/ 618554 w 3114960"/>
              <a:gd name="connsiteY33127" fmla="*/ 3159633 h 5143785"/>
              <a:gd name="connsiteX33128" fmla="*/ 618554 w 3114960"/>
              <a:gd name="connsiteY33128" fmla="*/ 3164396 h 5143785"/>
              <a:gd name="connsiteX33129" fmla="*/ 597980 w 3114960"/>
              <a:gd name="connsiteY33129" fmla="*/ 3164300 h 5143785"/>
              <a:gd name="connsiteX33130" fmla="*/ 597980 w 3114960"/>
              <a:gd name="connsiteY33130" fmla="*/ 3159538 h 5143785"/>
              <a:gd name="connsiteX33131" fmla="*/ 618554 w 3114960"/>
              <a:gd name="connsiteY33131" fmla="*/ 3159633 h 5143785"/>
              <a:gd name="connsiteX33132" fmla="*/ 659511 w 3114960"/>
              <a:gd name="connsiteY33132" fmla="*/ 3159919 h 5143785"/>
              <a:gd name="connsiteX33133" fmla="*/ 659511 w 3114960"/>
              <a:gd name="connsiteY33133" fmla="*/ 3164681 h 5143785"/>
              <a:gd name="connsiteX33134" fmla="*/ 638937 w 3114960"/>
              <a:gd name="connsiteY33134" fmla="*/ 3164586 h 5143785"/>
              <a:gd name="connsiteX33135" fmla="*/ 638937 w 3114960"/>
              <a:gd name="connsiteY33135" fmla="*/ 3159824 h 5143785"/>
              <a:gd name="connsiteX33136" fmla="*/ 659511 w 3114960"/>
              <a:gd name="connsiteY33136" fmla="*/ 3159919 h 5143785"/>
              <a:gd name="connsiteX33137" fmla="*/ 661607 w 3114960"/>
              <a:gd name="connsiteY33137" fmla="*/ 3223641 h 5143785"/>
              <a:gd name="connsiteX33138" fmla="*/ 661607 w 3114960"/>
              <a:gd name="connsiteY33138" fmla="*/ 3228404 h 5143785"/>
              <a:gd name="connsiteX33139" fmla="*/ 643604 w 3114960"/>
              <a:gd name="connsiteY33139" fmla="*/ 3228404 h 5143785"/>
              <a:gd name="connsiteX33140" fmla="*/ 643604 w 3114960"/>
              <a:gd name="connsiteY33140" fmla="*/ 3223641 h 5143785"/>
              <a:gd name="connsiteX33141" fmla="*/ 661607 w 3114960"/>
              <a:gd name="connsiteY33141" fmla="*/ 3223641 h 5143785"/>
              <a:gd name="connsiteX33142" fmla="*/ 589693 w 3114960"/>
              <a:gd name="connsiteY33142" fmla="*/ 3223641 h 5143785"/>
              <a:gd name="connsiteX33143" fmla="*/ 589693 w 3114960"/>
              <a:gd name="connsiteY33143" fmla="*/ 3228404 h 5143785"/>
              <a:gd name="connsiteX33144" fmla="*/ 571691 w 3114960"/>
              <a:gd name="connsiteY33144" fmla="*/ 3228404 h 5143785"/>
              <a:gd name="connsiteX33145" fmla="*/ 571691 w 3114960"/>
              <a:gd name="connsiteY33145" fmla="*/ 3223641 h 5143785"/>
              <a:gd name="connsiteX33146" fmla="*/ 589693 w 3114960"/>
              <a:gd name="connsiteY33146" fmla="*/ 3223641 h 5143785"/>
              <a:gd name="connsiteX33147" fmla="*/ 2535746 w 3114960"/>
              <a:gd name="connsiteY33147" fmla="*/ 2026063 h 5143785"/>
              <a:gd name="connsiteX33148" fmla="*/ 2535746 w 3114960"/>
              <a:gd name="connsiteY33148" fmla="*/ 1987201 h 5143785"/>
              <a:gd name="connsiteX33149" fmla="*/ 2524792 w 3114960"/>
              <a:gd name="connsiteY33149" fmla="*/ 1977485 h 5143785"/>
              <a:gd name="connsiteX33150" fmla="*/ 2523363 w 3114960"/>
              <a:gd name="connsiteY33150" fmla="*/ 1977485 h 5143785"/>
              <a:gd name="connsiteX33151" fmla="*/ 2523554 w 3114960"/>
              <a:gd name="connsiteY33151" fmla="*/ 1869757 h 5143785"/>
              <a:gd name="connsiteX33152" fmla="*/ 2556034 w 3114960"/>
              <a:gd name="connsiteY33152" fmla="*/ 1843183 h 5143785"/>
              <a:gd name="connsiteX33153" fmla="*/ 2565273 w 3114960"/>
              <a:gd name="connsiteY33153" fmla="*/ 1846707 h 5143785"/>
              <a:gd name="connsiteX33154" fmla="*/ 2579275 w 3114960"/>
              <a:gd name="connsiteY33154" fmla="*/ 1832705 h 5143785"/>
              <a:gd name="connsiteX33155" fmla="*/ 2565273 w 3114960"/>
              <a:gd name="connsiteY33155" fmla="*/ 1818703 h 5143785"/>
              <a:gd name="connsiteX33156" fmla="*/ 2551271 w 3114960"/>
              <a:gd name="connsiteY33156" fmla="*/ 1832705 h 5143785"/>
              <a:gd name="connsiteX33157" fmla="*/ 2552034 w 3114960"/>
              <a:gd name="connsiteY33157" fmla="*/ 1837182 h 5143785"/>
              <a:gd name="connsiteX33158" fmla="*/ 2516315 w 3114960"/>
              <a:gd name="connsiteY33158" fmla="*/ 1866328 h 5143785"/>
              <a:gd name="connsiteX33159" fmla="*/ 2516124 w 3114960"/>
              <a:gd name="connsiteY33159" fmla="*/ 1977485 h 5143785"/>
              <a:gd name="connsiteX33160" fmla="*/ 2514695 w 3114960"/>
              <a:gd name="connsiteY33160" fmla="*/ 1977485 h 5143785"/>
              <a:gd name="connsiteX33161" fmla="*/ 2503742 w 3114960"/>
              <a:gd name="connsiteY33161" fmla="*/ 1987201 h 5143785"/>
              <a:gd name="connsiteX33162" fmla="*/ 2503742 w 3114960"/>
              <a:gd name="connsiteY33162" fmla="*/ 2026063 h 5143785"/>
              <a:gd name="connsiteX33163" fmla="*/ 2514695 w 3114960"/>
              <a:gd name="connsiteY33163" fmla="*/ 2035778 h 5143785"/>
              <a:gd name="connsiteX33164" fmla="*/ 2516600 w 3114960"/>
              <a:gd name="connsiteY33164" fmla="*/ 2035778 h 5143785"/>
              <a:gd name="connsiteX33165" fmla="*/ 2517077 w 3114960"/>
              <a:gd name="connsiteY33165" fmla="*/ 2142554 h 5143785"/>
              <a:gd name="connsiteX33166" fmla="*/ 2492217 w 3114960"/>
              <a:gd name="connsiteY33166" fmla="*/ 2176653 h 5143785"/>
              <a:gd name="connsiteX33167" fmla="*/ 2492217 w 3114960"/>
              <a:gd name="connsiteY33167" fmla="*/ 2272475 h 5143785"/>
              <a:gd name="connsiteX33168" fmla="*/ 2501455 w 3114960"/>
              <a:gd name="connsiteY33168" fmla="*/ 2291620 h 5143785"/>
              <a:gd name="connsiteX33169" fmla="*/ 2501455 w 3114960"/>
              <a:gd name="connsiteY33169" fmla="*/ 2359628 h 5143785"/>
              <a:gd name="connsiteX33170" fmla="*/ 2498312 w 3114960"/>
              <a:gd name="connsiteY33170" fmla="*/ 2359628 h 5143785"/>
              <a:gd name="connsiteX33171" fmla="*/ 2491359 w 3114960"/>
              <a:gd name="connsiteY33171" fmla="*/ 2366582 h 5143785"/>
              <a:gd name="connsiteX33172" fmla="*/ 2491359 w 3114960"/>
              <a:gd name="connsiteY33172" fmla="*/ 2377631 h 5143785"/>
              <a:gd name="connsiteX33173" fmla="*/ 2498312 w 3114960"/>
              <a:gd name="connsiteY33173" fmla="*/ 2384584 h 5143785"/>
              <a:gd name="connsiteX33174" fmla="*/ 2509361 w 3114960"/>
              <a:gd name="connsiteY33174" fmla="*/ 2384584 h 5143785"/>
              <a:gd name="connsiteX33175" fmla="*/ 2516315 w 3114960"/>
              <a:gd name="connsiteY33175" fmla="*/ 2377631 h 5143785"/>
              <a:gd name="connsiteX33176" fmla="*/ 2516315 w 3114960"/>
              <a:gd name="connsiteY33176" fmla="*/ 2366582 h 5143785"/>
              <a:gd name="connsiteX33177" fmla="*/ 2509361 w 3114960"/>
              <a:gd name="connsiteY33177" fmla="*/ 2359628 h 5143785"/>
              <a:gd name="connsiteX33178" fmla="*/ 2506218 w 3114960"/>
              <a:gd name="connsiteY33178" fmla="*/ 2359628 h 5143785"/>
              <a:gd name="connsiteX33179" fmla="*/ 2506218 w 3114960"/>
              <a:gd name="connsiteY33179" fmla="*/ 2291048 h 5143785"/>
              <a:gd name="connsiteX33180" fmla="*/ 2497169 w 3114960"/>
              <a:gd name="connsiteY33180" fmla="*/ 2271903 h 5143785"/>
              <a:gd name="connsiteX33181" fmla="*/ 2497169 w 3114960"/>
              <a:gd name="connsiteY33181" fmla="*/ 2178177 h 5143785"/>
              <a:gd name="connsiteX33182" fmla="*/ 2521934 w 3114960"/>
              <a:gd name="connsiteY33182" fmla="*/ 2144078 h 5143785"/>
              <a:gd name="connsiteX33183" fmla="*/ 2521458 w 3114960"/>
              <a:gd name="connsiteY33183" fmla="*/ 2035778 h 5143785"/>
              <a:gd name="connsiteX33184" fmla="*/ 2524887 w 3114960"/>
              <a:gd name="connsiteY33184" fmla="*/ 2035778 h 5143785"/>
              <a:gd name="connsiteX33185" fmla="*/ 2535841 w 3114960"/>
              <a:gd name="connsiteY33185" fmla="*/ 2026063 h 5143785"/>
              <a:gd name="connsiteX33186" fmla="*/ 2565273 w 3114960"/>
              <a:gd name="connsiteY33186" fmla="*/ 1823561 h 5143785"/>
              <a:gd name="connsiteX33187" fmla="*/ 2574512 w 3114960"/>
              <a:gd name="connsiteY33187" fmla="*/ 1832801 h 5143785"/>
              <a:gd name="connsiteX33188" fmla="*/ 2565273 w 3114960"/>
              <a:gd name="connsiteY33188" fmla="*/ 1842040 h 5143785"/>
              <a:gd name="connsiteX33189" fmla="*/ 2556034 w 3114960"/>
              <a:gd name="connsiteY33189" fmla="*/ 1832801 h 5143785"/>
              <a:gd name="connsiteX33190" fmla="*/ 2565273 w 3114960"/>
              <a:gd name="connsiteY33190" fmla="*/ 1823561 h 5143785"/>
              <a:gd name="connsiteX33191" fmla="*/ 2509361 w 3114960"/>
              <a:gd name="connsiteY33191" fmla="*/ 2364486 h 5143785"/>
              <a:gd name="connsiteX33192" fmla="*/ 2511552 w 3114960"/>
              <a:gd name="connsiteY33192" fmla="*/ 2366677 h 5143785"/>
              <a:gd name="connsiteX33193" fmla="*/ 2511552 w 3114960"/>
              <a:gd name="connsiteY33193" fmla="*/ 2377726 h 5143785"/>
              <a:gd name="connsiteX33194" fmla="*/ 2509361 w 3114960"/>
              <a:gd name="connsiteY33194" fmla="*/ 2379917 h 5143785"/>
              <a:gd name="connsiteX33195" fmla="*/ 2498312 w 3114960"/>
              <a:gd name="connsiteY33195" fmla="*/ 2379917 h 5143785"/>
              <a:gd name="connsiteX33196" fmla="*/ 2496122 w 3114960"/>
              <a:gd name="connsiteY33196" fmla="*/ 2377726 h 5143785"/>
              <a:gd name="connsiteX33197" fmla="*/ 2496122 w 3114960"/>
              <a:gd name="connsiteY33197" fmla="*/ 2366677 h 5143785"/>
              <a:gd name="connsiteX33198" fmla="*/ 2498312 w 3114960"/>
              <a:gd name="connsiteY33198" fmla="*/ 2364486 h 5143785"/>
              <a:gd name="connsiteX33199" fmla="*/ 2509361 w 3114960"/>
              <a:gd name="connsiteY33199" fmla="*/ 2364486 h 5143785"/>
              <a:gd name="connsiteX33200" fmla="*/ 2508885 w 3114960"/>
              <a:gd name="connsiteY33200" fmla="*/ 1987201 h 5143785"/>
              <a:gd name="connsiteX33201" fmla="*/ 2514791 w 3114960"/>
              <a:gd name="connsiteY33201" fmla="*/ 1981962 h 5143785"/>
              <a:gd name="connsiteX33202" fmla="*/ 2524887 w 3114960"/>
              <a:gd name="connsiteY33202" fmla="*/ 1981962 h 5143785"/>
              <a:gd name="connsiteX33203" fmla="*/ 2530793 w 3114960"/>
              <a:gd name="connsiteY33203" fmla="*/ 1987201 h 5143785"/>
              <a:gd name="connsiteX33204" fmla="*/ 2530793 w 3114960"/>
              <a:gd name="connsiteY33204" fmla="*/ 1993297 h 5143785"/>
              <a:gd name="connsiteX33205" fmla="*/ 2508980 w 3114960"/>
              <a:gd name="connsiteY33205" fmla="*/ 1993297 h 5143785"/>
              <a:gd name="connsiteX33206" fmla="*/ 2508980 w 3114960"/>
              <a:gd name="connsiteY33206" fmla="*/ 1987201 h 5143785"/>
              <a:gd name="connsiteX33207" fmla="*/ 2514695 w 3114960"/>
              <a:gd name="connsiteY33207" fmla="*/ 2031302 h 5143785"/>
              <a:gd name="connsiteX33208" fmla="*/ 2508790 w 3114960"/>
              <a:gd name="connsiteY33208" fmla="*/ 2026063 h 5143785"/>
              <a:gd name="connsiteX33209" fmla="*/ 2508790 w 3114960"/>
              <a:gd name="connsiteY33209" fmla="*/ 2017776 h 5143785"/>
              <a:gd name="connsiteX33210" fmla="*/ 2530602 w 3114960"/>
              <a:gd name="connsiteY33210" fmla="*/ 2017776 h 5143785"/>
              <a:gd name="connsiteX33211" fmla="*/ 2530602 w 3114960"/>
              <a:gd name="connsiteY33211" fmla="*/ 2026063 h 5143785"/>
              <a:gd name="connsiteX33212" fmla="*/ 2524697 w 3114960"/>
              <a:gd name="connsiteY33212" fmla="*/ 2031302 h 5143785"/>
              <a:gd name="connsiteX33213" fmla="*/ 2514600 w 3114960"/>
              <a:gd name="connsiteY33213" fmla="*/ 2031302 h 5143785"/>
              <a:gd name="connsiteX33214" fmla="*/ 625697 w 3114960"/>
              <a:gd name="connsiteY33214" fmla="*/ 3223641 h 5143785"/>
              <a:gd name="connsiteX33215" fmla="*/ 625697 w 3114960"/>
              <a:gd name="connsiteY33215" fmla="*/ 3228404 h 5143785"/>
              <a:gd name="connsiteX33216" fmla="*/ 607695 w 3114960"/>
              <a:gd name="connsiteY33216" fmla="*/ 3228404 h 5143785"/>
              <a:gd name="connsiteX33217" fmla="*/ 607695 w 3114960"/>
              <a:gd name="connsiteY33217" fmla="*/ 3223641 h 5143785"/>
              <a:gd name="connsiteX33218" fmla="*/ 625697 w 3114960"/>
              <a:gd name="connsiteY33218" fmla="*/ 3223641 h 5143785"/>
              <a:gd name="connsiteX33219" fmla="*/ 2711482 w 3114960"/>
              <a:gd name="connsiteY33219" fmla="*/ 1726311 h 5143785"/>
              <a:gd name="connsiteX33220" fmla="*/ 2711482 w 3114960"/>
              <a:gd name="connsiteY33220" fmla="*/ 1739837 h 5143785"/>
              <a:gd name="connsiteX33221" fmla="*/ 2711863 w 3114960"/>
              <a:gd name="connsiteY33221" fmla="*/ 1741646 h 5143785"/>
              <a:gd name="connsiteX33222" fmla="*/ 2659571 w 3114960"/>
              <a:gd name="connsiteY33222" fmla="*/ 1789843 h 5143785"/>
              <a:gd name="connsiteX33223" fmla="*/ 2658047 w 3114960"/>
              <a:gd name="connsiteY33223" fmla="*/ 1788605 h 5143785"/>
              <a:gd name="connsiteX33224" fmla="*/ 2651570 w 3114960"/>
              <a:gd name="connsiteY33224" fmla="*/ 1786128 h 5143785"/>
              <a:gd name="connsiteX33225" fmla="*/ 2650808 w 3114960"/>
              <a:gd name="connsiteY33225" fmla="*/ 1709642 h 5143785"/>
              <a:gd name="connsiteX33226" fmla="*/ 2654618 w 3114960"/>
              <a:gd name="connsiteY33226" fmla="*/ 1707832 h 5143785"/>
              <a:gd name="connsiteX33227" fmla="*/ 2664238 w 3114960"/>
              <a:gd name="connsiteY33227" fmla="*/ 1698212 h 5143785"/>
              <a:gd name="connsiteX33228" fmla="*/ 2664238 w 3114960"/>
              <a:gd name="connsiteY33228" fmla="*/ 1688116 h 5143785"/>
              <a:gd name="connsiteX33229" fmla="*/ 2654618 w 3114960"/>
              <a:gd name="connsiteY33229" fmla="*/ 1678496 h 5143785"/>
              <a:gd name="connsiteX33230" fmla="*/ 2644521 w 3114960"/>
              <a:gd name="connsiteY33230" fmla="*/ 1678496 h 5143785"/>
              <a:gd name="connsiteX33231" fmla="*/ 2634901 w 3114960"/>
              <a:gd name="connsiteY33231" fmla="*/ 1688116 h 5143785"/>
              <a:gd name="connsiteX33232" fmla="*/ 2634901 w 3114960"/>
              <a:gd name="connsiteY33232" fmla="*/ 1698212 h 5143785"/>
              <a:gd name="connsiteX33233" fmla="*/ 2644521 w 3114960"/>
              <a:gd name="connsiteY33233" fmla="*/ 1707832 h 5143785"/>
              <a:gd name="connsiteX33234" fmla="*/ 2648331 w 3114960"/>
              <a:gd name="connsiteY33234" fmla="*/ 1709642 h 5143785"/>
              <a:gd name="connsiteX33235" fmla="*/ 2649093 w 3114960"/>
              <a:gd name="connsiteY33235" fmla="*/ 1786033 h 5143785"/>
              <a:gd name="connsiteX33236" fmla="*/ 2646902 w 3114960"/>
              <a:gd name="connsiteY33236" fmla="*/ 1786223 h 5143785"/>
              <a:gd name="connsiteX33237" fmla="*/ 2637473 w 3114960"/>
              <a:gd name="connsiteY33237" fmla="*/ 1792319 h 5143785"/>
              <a:gd name="connsiteX33238" fmla="*/ 2638711 w 3114960"/>
              <a:gd name="connsiteY33238" fmla="*/ 1810607 h 5143785"/>
              <a:gd name="connsiteX33239" fmla="*/ 2559844 w 3114960"/>
              <a:gd name="connsiteY33239" fmla="*/ 1875377 h 5143785"/>
              <a:gd name="connsiteX33240" fmla="*/ 2559844 w 3114960"/>
              <a:gd name="connsiteY33240" fmla="*/ 1977485 h 5143785"/>
              <a:gd name="connsiteX33241" fmla="*/ 2556224 w 3114960"/>
              <a:gd name="connsiteY33241" fmla="*/ 1977485 h 5143785"/>
              <a:gd name="connsiteX33242" fmla="*/ 2546413 w 3114960"/>
              <a:gd name="connsiteY33242" fmla="*/ 1987296 h 5143785"/>
              <a:gd name="connsiteX33243" fmla="*/ 2546413 w 3114960"/>
              <a:gd name="connsiteY33243" fmla="*/ 2025968 h 5143785"/>
              <a:gd name="connsiteX33244" fmla="*/ 2556224 w 3114960"/>
              <a:gd name="connsiteY33244" fmla="*/ 2035778 h 5143785"/>
              <a:gd name="connsiteX33245" fmla="*/ 2559558 w 3114960"/>
              <a:gd name="connsiteY33245" fmla="*/ 2035778 h 5143785"/>
              <a:gd name="connsiteX33246" fmla="*/ 2560034 w 3114960"/>
              <a:gd name="connsiteY33246" fmla="*/ 2142268 h 5143785"/>
              <a:gd name="connsiteX33247" fmla="*/ 2535174 w 3114960"/>
              <a:gd name="connsiteY33247" fmla="*/ 2180654 h 5143785"/>
              <a:gd name="connsiteX33248" fmla="*/ 2535174 w 3114960"/>
              <a:gd name="connsiteY33248" fmla="*/ 2225993 h 5143785"/>
              <a:gd name="connsiteX33249" fmla="*/ 2574798 w 3114960"/>
              <a:gd name="connsiteY33249" fmla="*/ 2275142 h 5143785"/>
              <a:gd name="connsiteX33250" fmla="*/ 2574798 w 3114960"/>
              <a:gd name="connsiteY33250" fmla="*/ 2315623 h 5143785"/>
              <a:gd name="connsiteX33251" fmla="*/ 2566226 w 3114960"/>
              <a:gd name="connsiteY33251" fmla="*/ 2332673 h 5143785"/>
              <a:gd name="connsiteX33252" fmla="*/ 2560796 w 3114960"/>
              <a:gd name="connsiteY33252" fmla="*/ 2332006 h 5143785"/>
              <a:gd name="connsiteX33253" fmla="*/ 2550224 w 3114960"/>
              <a:gd name="connsiteY33253" fmla="*/ 2345436 h 5143785"/>
              <a:gd name="connsiteX33254" fmla="*/ 2563654 w 3114960"/>
              <a:gd name="connsiteY33254" fmla="*/ 2356009 h 5143785"/>
              <a:gd name="connsiteX33255" fmla="*/ 2574227 w 3114960"/>
              <a:gd name="connsiteY33255" fmla="*/ 2342579 h 5143785"/>
              <a:gd name="connsiteX33256" fmla="*/ 2571941 w 3114960"/>
              <a:gd name="connsiteY33256" fmla="*/ 2337149 h 5143785"/>
              <a:gd name="connsiteX33257" fmla="*/ 2581561 w 3114960"/>
              <a:gd name="connsiteY33257" fmla="*/ 2318099 h 5143785"/>
              <a:gd name="connsiteX33258" fmla="*/ 2581942 w 3114960"/>
              <a:gd name="connsiteY33258" fmla="*/ 2272665 h 5143785"/>
              <a:gd name="connsiteX33259" fmla="*/ 2542318 w 3114960"/>
              <a:gd name="connsiteY33259" fmla="*/ 2223516 h 5143785"/>
              <a:gd name="connsiteX33260" fmla="*/ 2542318 w 3114960"/>
              <a:gd name="connsiteY33260" fmla="*/ 2182844 h 5143785"/>
              <a:gd name="connsiteX33261" fmla="*/ 2567178 w 3114960"/>
              <a:gd name="connsiteY33261" fmla="*/ 2144459 h 5143785"/>
              <a:gd name="connsiteX33262" fmla="*/ 2566702 w 3114960"/>
              <a:gd name="connsiteY33262" fmla="*/ 2035874 h 5143785"/>
              <a:gd name="connsiteX33263" fmla="*/ 2568607 w 3114960"/>
              <a:gd name="connsiteY33263" fmla="*/ 2035874 h 5143785"/>
              <a:gd name="connsiteX33264" fmla="*/ 2578418 w 3114960"/>
              <a:gd name="connsiteY33264" fmla="*/ 2026063 h 5143785"/>
              <a:gd name="connsiteX33265" fmla="*/ 2578418 w 3114960"/>
              <a:gd name="connsiteY33265" fmla="*/ 1987391 h 5143785"/>
              <a:gd name="connsiteX33266" fmla="*/ 2568607 w 3114960"/>
              <a:gd name="connsiteY33266" fmla="*/ 1977581 h 5143785"/>
              <a:gd name="connsiteX33267" fmla="*/ 2564702 w 3114960"/>
              <a:gd name="connsiteY33267" fmla="*/ 1977581 h 5143785"/>
              <a:gd name="connsiteX33268" fmla="*/ 2564702 w 3114960"/>
              <a:gd name="connsiteY33268" fmla="*/ 1877759 h 5143785"/>
              <a:gd name="connsiteX33269" fmla="*/ 2642807 w 3114960"/>
              <a:gd name="connsiteY33269" fmla="*/ 1813655 h 5143785"/>
              <a:gd name="connsiteX33270" fmla="*/ 2649569 w 3114960"/>
              <a:gd name="connsiteY33270" fmla="*/ 1815465 h 5143785"/>
              <a:gd name="connsiteX33271" fmla="*/ 2652141 w 3114960"/>
              <a:gd name="connsiteY33271" fmla="*/ 1815275 h 5143785"/>
              <a:gd name="connsiteX33272" fmla="*/ 2661571 w 3114960"/>
              <a:gd name="connsiteY33272" fmla="*/ 1809178 h 5143785"/>
              <a:gd name="connsiteX33273" fmla="*/ 2663952 w 3114960"/>
              <a:gd name="connsiteY33273" fmla="*/ 1798225 h 5143785"/>
              <a:gd name="connsiteX33274" fmla="*/ 2660999 w 3114960"/>
              <a:gd name="connsiteY33274" fmla="*/ 1791843 h 5143785"/>
              <a:gd name="connsiteX33275" fmla="*/ 2713196 w 3114960"/>
              <a:gd name="connsiteY33275" fmla="*/ 1743647 h 5143785"/>
              <a:gd name="connsiteX33276" fmla="*/ 2716054 w 3114960"/>
              <a:gd name="connsiteY33276" fmla="*/ 1744694 h 5143785"/>
              <a:gd name="connsiteX33277" fmla="*/ 2729579 w 3114960"/>
              <a:gd name="connsiteY33277" fmla="*/ 1744694 h 5143785"/>
              <a:gd name="connsiteX33278" fmla="*/ 2734342 w 3114960"/>
              <a:gd name="connsiteY33278" fmla="*/ 1739932 h 5143785"/>
              <a:gd name="connsiteX33279" fmla="*/ 2734342 w 3114960"/>
              <a:gd name="connsiteY33279" fmla="*/ 1726406 h 5143785"/>
              <a:gd name="connsiteX33280" fmla="*/ 2729579 w 3114960"/>
              <a:gd name="connsiteY33280" fmla="*/ 1721644 h 5143785"/>
              <a:gd name="connsiteX33281" fmla="*/ 2716054 w 3114960"/>
              <a:gd name="connsiteY33281" fmla="*/ 1721644 h 5143785"/>
              <a:gd name="connsiteX33282" fmla="*/ 2711292 w 3114960"/>
              <a:gd name="connsiteY33282" fmla="*/ 1726406 h 5143785"/>
              <a:gd name="connsiteX33283" fmla="*/ 2573750 w 3114960"/>
              <a:gd name="connsiteY33283" fmla="*/ 2025968 h 5143785"/>
              <a:gd name="connsiteX33284" fmla="*/ 2568702 w 3114960"/>
              <a:gd name="connsiteY33284" fmla="*/ 2031016 h 5143785"/>
              <a:gd name="connsiteX33285" fmla="*/ 2556320 w 3114960"/>
              <a:gd name="connsiteY33285" fmla="*/ 2031016 h 5143785"/>
              <a:gd name="connsiteX33286" fmla="*/ 2551271 w 3114960"/>
              <a:gd name="connsiteY33286" fmla="*/ 2025968 h 5143785"/>
              <a:gd name="connsiteX33287" fmla="*/ 2551271 w 3114960"/>
              <a:gd name="connsiteY33287" fmla="*/ 2024634 h 5143785"/>
              <a:gd name="connsiteX33288" fmla="*/ 2573655 w 3114960"/>
              <a:gd name="connsiteY33288" fmla="*/ 2024634 h 5143785"/>
              <a:gd name="connsiteX33289" fmla="*/ 2573655 w 3114960"/>
              <a:gd name="connsiteY33289" fmla="*/ 2025968 h 5143785"/>
              <a:gd name="connsiteX33290" fmla="*/ 2573750 w 3114960"/>
              <a:gd name="connsiteY33290" fmla="*/ 2018728 h 5143785"/>
              <a:gd name="connsiteX33291" fmla="*/ 2551367 w 3114960"/>
              <a:gd name="connsiteY33291" fmla="*/ 2018728 h 5143785"/>
              <a:gd name="connsiteX33292" fmla="*/ 2551367 w 3114960"/>
              <a:gd name="connsiteY33292" fmla="*/ 2000250 h 5143785"/>
              <a:gd name="connsiteX33293" fmla="*/ 2573750 w 3114960"/>
              <a:gd name="connsiteY33293" fmla="*/ 2000250 h 5143785"/>
              <a:gd name="connsiteX33294" fmla="*/ 2573750 w 3114960"/>
              <a:gd name="connsiteY33294" fmla="*/ 2018728 h 5143785"/>
              <a:gd name="connsiteX33295" fmla="*/ 2573750 w 3114960"/>
              <a:gd name="connsiteY33295" fmla="*/ 1997297 h 5143785"/>
              <a:gd name="connsiteX33296" fmla="*/ 2551367 w 3114960"/>
              <a:gd name="connsiteY33296" fmla="*/ 1997297 h 5143785"/>
              <a:gd name="connsiteX33297" fmla="*/ 2551367 w 3114960"/>
              <a:gd name="connsiteY33297" fmla="*/ 1992059 h 5143785"/>
              <a:gd name="connsiteX33298" fmla="*/ 2573750 w 3114960"/>
              <a:gd name="connsiteY33298" fmla="*/ 1992059 h 5143785"/>
              <a:gd name="connsiteX33299" fmla="*/ 2573750 w 3114960"/>
              <a:gd name="connsiteY33299" fmla="*/ 1997297 h 5143785"/>
              <a:gd name="connsiteX33300" fmla="*/ 2568702 w 3114960"/>
              <a:gd name="connsiteY33300" fmla="*/ 1982248 h 5143785"/>
              <a:gd name="connsiteX33301" fmla="*/ 2573750 w 3114960"/>
              <a:gd name="connsiteY33301" fmla="*/ 1987296 h 5143785"/>
              <a:gd name="connsiteX33302" fmla="*/ 2573750 w 3114960"/>
              <a:gd name="connsiteY33302" fmla="*/ 1987487 h 5143785"/>
              <a:gd name="connsiteX33303" fmla="*/ 2551367 w 3114960"/>
              <a:gd name="connsiteY33303" fmla="*/ 1987487 h 5143785"/>
              <a:gd name="connsiteX33304" fmla="*/ 2551367 w 3114960"/>
              <a:gd name="connsiteY33304" fmla="*/ 1987296 h 5143785"/>
              <a:gd name="connsiteX33305" fmla="*/ 2556415 w 3114960"/>
              <a:gd name="connsiteY33305" fmla="*/ 1982248 h 5143785"/>
              <a:gd name="connsiteX33306" fmla="*/ 2568797 w 3114960"/>
              <a:gd name="connsiteY33306" fmla="*/ 1982248 h 5143785"/>
              <a:gd name="connsiteX33307" fmla="*/ 2647950 w 3114960"/>
              <a:gd name="connsiteY33307" fmla="*/ 1704499 h 5143785"/>
              <a:gd name="connsiteX33308" fmla="*/ 2638330 w 3114960"/>
              <a:gd name="connsiteY33308" fmla="*/ 1694878 h 5143785"/>
              <a:gd name="connsiteX33309" fmla="*/ 2638330 w 3114960"/>
              <a:gd name="connsiteY33309" fmla="*/ 1691545 h 5143785"/>
              <a:gd name="connsiteX33310" fmla="*/ 2647950 w 3114960"/>
              <a:gd name="connsiteY33310" fmla="*/ 1681925 h 5143785"/>
              <a:gd name="connsiteX33311" fmla="*/ 2649569 w 3114960"/>
              <a:gd name="connsiteY33311" fmla="*/ 1681258 h 5143785"/>
              <a:gd name="connsiteX33312" fmla="*/ 2651188 w 3114960"/>
              <a:gd name="connsiteY33312" fmla="*/ 1681925 h 5143785"/>
              <a:gd name="connsiteX33313" fmla="*/ 2660809 w 3114960"/>
              <a:gd name="connsiteY33313" fmla="*/ 1691545 h 5143785"/>
              <a:gd name="connsiteX33314" fmla="*/ 2660809 w 3114960"/>
              <a:gd name="connsiteY33314" fmla="*/ 1694878 h 5143785"/>
              <a:gd name="connsiteX33315" fmla="*/ 2651188 w 3114960"/>
              <a:gd name="connsiteY33315" fmla="*/ 1704499 h 5143785"/>
              <a:gd name="connsiteX33316" fmla="*/ 2647855 w 3114960"/>
              <a:gd name="connsiteY33316" fmla="*/ 1704499 h 5143785"/>
              <a:gd name="connsiteX33317" fmla="*/ 2657761 w 3114960"/>
              <a:gd name="connsiteY33317" fmla="*/ 1806416 h 5143785"/>
              <a:gd name="connsiteX33318" fmla="*/ 2651379 w 3114960"/>
              <a:gd name="connsiteY33318" fmla="*/ 1810512 h 5143785"/>
              <a:gd name="connsiteX33319" fmla="*/ 2643950 w 3114960"/>
              <a:gd name="connsiteY33319" fmla="*/ 1808893 h 5143785"/>
              <a:gd name="connsiteX33320" fmla="*/ 2641473 w 3114960"/>
              <a:gd name="connsiteY33320" fmla="*/ 1795082 h 5143785"/>
              <a:gd name="connsiteX33321" fmla="*/ 2647855 w 3114960"/>
              <a:gd name="connsiteY33321" fmla="*/ 1790986 h 5143785"/>
              <a:gd name="connsiteX33322" fmla="*/ 2649569 w 3114960"/>
              <a:gd name="connsiteY33322" fmla="*/ 1790795 h 5143785"/>
              <a:gd name="connsiteX33323" fmla="*/ 2655189 w 3114960"/>
              <a:gd name="connsiteY33323" fmla="*/ 1792605 h 5143785"/>
              <a:gd name="connsiteX33324" fmla="*/ 2655189 w 3114960"/>
              <a:gd name="connsiteY33324" fmla="*/ 1792605 h 5143785"/>
              <a:gd name="connsiteX33325" fmla="*/ 2659285 w 3114960"/>
              <a:gd name="connsiteY33325" fmla="*/ 1798987 h 5143785"/>
              <a:gd name="connsiteX33326" fmla="*/ 2657666 w 3114960"/>
              <a:gd name="connsiteY33326" fmla="*/ 1806416 h 5143785"/>
              <a:gd name="connsiteX33327" fmla="*/ 823722 w 3114960"/>
              <a:gd name="connsiteY33327" fmla="*/ 3160776 h 5143785"/>
              <a:gd name="connsiteX33328" fmla="*/ 823722 w 3114960"/>
              <a:gd name="connsiteY33328" fmla="*/ 3165538 h 5143785"/>
              <a:gd name="connsiteX33329" fmla="*/ 803148 w 3114960"/>
              <a:gd name="connsiteY33329" fmla="*/ 3165443 h 5143785"/>
              <a:gd name="connsiteX33330" fmla="*/ 803148 w 3114960"/>
              <a:gd name="connsiteY33330" fmla="*/ 3160681 h 5143785"/>
              <a:gd name="connsiteX33331" fmla="*/ 823722 w 3114960"/>
              <a:gd name="connsiteY33331" fmla="*/ 3160776 h 5143785"/>
              <a:gd name="connsiteX33332" fmla="*/ 905732 w 3114960"/>
              <a:gd name="connsiteY33332" fmla="*/ 3161252 h 5143785"/>
              <a:gd name="connsiteX33333" fmla="*/ 905732 w 3114960"/>
              <a:gd name="connsiteY33333" fmla="*/ 3166015 h 5143785"/>
              <a:gd name="connsiteX33334" fmla="*/ 885158 w 3114960"/>
              <a:gd name="connsiteY33334" fmla="*/ 3165920 h 5143785"/>
              <a:gd name="connsiteX33335" fmla="*/ 885158 w 3114960"/>
              <a:gd name="connsiteY33335" fmla="*/ 3161157 h 5143785"/>
              <a:gd name="connsiteX33336" fmla="*/ 905732 w 3114960"/>
              <a:gd name="connsiteY33336" fmla="*/ 3161252 h 5143785"/>
              <a:gd name="connsiteX33337" fmla="*/ 782669 w 3114960"/>
              <a:gd name="connsiteY33337" fmla="*/ 3160586 h 5143785"/>
              <a:gd name="connsiteX33338" fmla="*/ 782669 w 3114960"/>
              <a:gd name="connsiteY33338" fmla="*/ 3165348 h 5143785"/>
              <a:gd name="connsiteX33339" fmla="*/ 762095 w 3114960"/>
              <a:gd name="connsiteY33339" fmla="*/ 3165253 h 5143785"/>
              <a:gd name="connsiteX33340" fmla="*/ 762095 w 3114960"/>
              <a:gd name="connsiteY33340" fmla="*/ 3160490 h 5143785"/>
              <a:gd name="connsiteX33341" fmla="*/ 782669 w 3114960"/>
              <a:gd name="connsiteY33341" fmla="*/ 3160586 h 5143785"/>
              <a:gd name="connsiteX33342" fmla="*/ 2994755 w 3114960"/>
              <a:gd name="connsiteY33342" fmla="*/ 2124456 h 5143785"/>
              <a:gd name="connsiteX33343" fmla="*/ 2994755 w 3114960"/>
              <a:gd name="connsiteY33343" fmla="*/ 2092452 h 5143785"/>
              <a:gd name="connsiteX33344" fmla="*/ 2992374 w 3114960"/>
              <a:gd name="connsiteY33344" fmla="*/ 2090071 h 5143785"/>
              <a:gd name="connsiteX33345" fmla="*/ 2960370 w 3114960"/>
              <a:gd name="connsiteY33345" fmla="*/ 2090071 h 5143785"/>
              <a:gd name="connsiteX33346" fmla="*/ 2957989 w 3114960"/>
              <a:gd name="connsiteY33346" fmla="*/ 2092452 h 5143785"/>
              <a:gd name="connsiteX33347" fmla="*/ 2957989 w 3114960"/>
              <a:gd name="connsiteY33347" fmla="*/ 2124456 h 5143785"/>
              <a:gd name="connsiteX33348" fmla="*/ 2960370 w 3114960"/>
              <a:gd name="connsiteY33348" fmla="*/ 2126837 h 5143785"/>
              <a:gd name="connsiteX33349" fmla="*/ 2973991 w 3114960"/>
              <a:gd name="connsiteY33349" fmla="*/ 2126837 h 5143785"/>
              <a:gd name="connsiteX33350" fmla="*/ 2973991 w 3114960"/>
              <a:gd name="connsiteY33350" fmla="*/ 2281714 h 5143785"/>
              <a:gd name="connsiteX33351" fmla="*/ 2978753 w 3114960"/>
              <a:gd name="connsiteY33351" fmla="*/ 2281714 h 5143785"/>
              <a:gd name="connsiteX33352" fmla="*/ 2978753 w 3114960"/>
              <a:gd name="connsiteY33352" fmla="*/ 2126837 h 5143785"/>
              <a:gd name="connsiteX33353" fmla="*/ 2992374 w 3114960"/>
              <a:gd name="connsiteY33353" fmla="*/ 2126837 h 5143785"/>
              <a:gd name="connsiteX33354" fmla="*/ 2994755 w 3114960"/>
              <a:gd name="connsiteY33354" fmla="*/ 2124456 h 5143785"/>
              <a:gd name="connsiteX33355" fmla="*/ 2989993 w 3114960"/>
              <a:gd name="connsiteY33355" fmla="*/ 2122075 h 5143785"/>
              <a:gd name="connsiteX33356" fmla="*/ 2962751 w 3114960"/>
              <a:gd name="connsiteY33356" fmla="*/ 2122075 h 5143785"/>
              <a:gd name="connsiteX33357" fmla="*/ 2962751 w 3114960"/>
              <a:gd name="connsiteY33357" fmla="*/ 2094833 h 5143785"/>
              <a:gd name="connsiteX33358" fmla="*/ 2989993 w 3114960"/>
              <a:gd name="connsiteY33358" fmla="*/ 2094833 h 5143785"/>
              <a:gd name="connsiteX33359" fmla="*/ 2989993 w 3114960"/>
              <a:gd name="connsiteY33359" fmla="*/ 2122075 h 5143785"/>
              <a:gd name="connsiteX33360" fmla="*/ 741617 w 3114960"/>
              <a:gd name="connsiteY33360" fmla="*/ 3160300 h 5143785"/>
              <a:gd name="connsiteX33361" fmla="*/ 741617 w 3114960"/>
              <a:gd name="connsiteY33361" fmla="*/ 3165062 h 5143785"/>
              <a:gd name="connsiteX33362" fmla="*/ 721043 w 3114960"/>
              <a:gd name="connsiteY33362" fmla="*/ 3164967 h 5143785"/>
              <a:gd name="connsiteX33363" fmla="*/ 721043 w 3114960"/>
              <a:gd name="connsiteY33363" fmla="*/ 3160205 h 5143785"/>
              <a:gd name="connsiteX33364" fmla="*/ 741617 w 3114960"/>
              <a:gd name="connsiteY33364" fmla="*/ 3160300 h 5143785"/>
              <a:gd name="connsiteX33365" fmla="*/ 700564 w 3114960"/>
              <a:gd name="connsiteY33365" fmla="*/ 3160109 h 5143785"/>
              <a:gd name="connsiteX33366" fmla="*/ 700564 w 3114960"/>
              <a:gd name="connsiteY33366" fmla="*/ 3164872 h 5143785"/>
              <a:gd name="connsiteX33367" fmla="*/ 679990 w 3114960"/>
              <a:gd name="connsiteY33367" fmla="*/ 3164777 h 5143785"/>
              <a:gd name="connsiteX33368" fmla="*/ 679990 w 3114960"/>
              <a:gd name="connsiteY33368" fmla="*/ 3160014 h 5143785"/>
              <a:gd name="connsiteX33369" fmla="*/ 700564 w 3114960"/>
              <a:gd name="connsiteY33369" fmla="*/ 3160109 h 5143785"/>
              <a:gd name="connsiteX33370" fmla="*/ 647510 w 3114960"/>
              <a:gd name="connsiteY33370" fmla="*/ 3013329 h 5143785"/>
              <a:gd name="connsiteX33371" fmla="*/ 642080 w 3114960"/>
              <a:gd name="connsiteY33371" fmla="*/ 3006376 h 5143785"/>
              <a:gd name="connsiteX33372" fmla="*/ 633317 w 3114960"/>
              <a:gd name="connsiteY33372" fmla="*/ 3005328 h 5143785"/>
              <a:gd name="connsiteX33373" fmla="*/ 626364 w 3114960"/>
              <a:gd name="connsiteY33373" fmla="*/ 3010757 h 5143785"/>
              <a:gd name="connsiteX33374" fmla="*/ 625316 w 3114960"/>
              <a:gd name="connsiteY33374" fmla="*/ 3019520 h 5143785"/>
              <a:gd name="connsiteX33375" fmla="*/ 633889 w 3114960"/>
              <a:gd name="connsiteY33375" fmla="*/ 3027521 h 5143785"/>
              <a:gd name="connsiteX33376" fmla="*/ 633889 w 3114960"/>
              <a:gd name="connsiteY33376" fmla="*/ 3035046 h 5143785"/>
              <a:gd name="connsiteX33377" fmla="*/ 638651 w 3114960"/>
              <a:gd name="connsiteY33377" fmla="*/ 3035046 h 5143785"/>
              <a:gd name="connsiteX33378" fmla="*/ 638651 w 3114960"/>
              <a:gd name="connsiteY33378" fmla="*/ 3027617 h 5143785"/>
              <a:gd name="connsiteX33379" fmla="*/ 639604 w 3114960"/>
              <a:gd name="connsiteY33379" fmla="*/ 3027521 h 5143785"/>
              <a:gd name="connsiteX33380" fmla="*/ 646557 w 3114960"/>
              <a:gd name="connsiteY33380" fmla="*/ 3022092 h 5143785"/>
              <a:gd name="connsiteX33381" fmla="*/ 647605 w 3114960"/>
              <a:gd name="connsiteY33381" fmla="*/ 3013329 h 5143785"/>
              <a:gd name="connsiteX33382" fmla="*/ 642271 w 3114960"/>
              <a:gd name="connsiteY33382" fmla="*/ 3019806 h 5143785"/>
              <a:gd name="connsiteX33383" fmla="*/ 638175 w 3114960"/>
              <a:gd name="connsiteY33383" fmla="*/ 3023045 h 5143785"/>
              <a:gd name="connsiteX33384" fmla="*/ 629793 w 3114960"/>
              <a:gd name="connsiteY33384" fmla="*/ 3018282 h 5143785"/>
              <a:gd name="connsiteX33385" fmla="*/ 630460 w 3114960"/>
              <a:gd name="connsiteY33385" fmla="*/ 3013138 h 5143785"/>
              <a:gd name="connsiteX33386" fmla="*/ 634556 w 3114960"/>
              <a:gd name="connsiteY33386" fmla="*/ 3009900 h 5143785"/>
              <a:gd name="connsiteX33387" fmla="*/ 642938 w 3114960"/>
              <a:gd name="connsiteY33387" fmla="*/ 3014663 h 5143785"/>
              <a:gd name="connsiteX33388" fmla="*/ 642271 w 3114960"/>
              <a:gd name="connsiteY33388" fmla="*/ 3019806 h 5143785"/>
              <a:gd name="connsiteX33389" fmla="*/ 2915603 w 3114960"/>
              <a:gd name="connsiteY33389" fmla="*/ 2260568 h 5143785"/>
              <a:gd name="connsiteX33390" fmla="*/ 2922746 w 3114960"/>
              <a:gd name="connsiteY33390" fmla="*/ 2260568 h 5143785"/>
              <a:gd name="connsiteX33391" fmla="*/ 2922746 w 3114960"/>
              <a:gd name="connsiteY33391" fmla="*/ 2268950 h 5143785"/>
              <a:gd name="connsiteX33392" fmla="*/ 2915603 w 3114960"/>
              <a:gd name="connsiteY33392" fmla="*/ 2268950 h 5143785"/>
              <a:gd name="connsiteX33393" fmla="*/ 2915603 w 3114960"/>
              <a:gd name="connsiteY33393" fmla="*/ 2260568 h 5143785"/>
              <a:gd name="connsiteX33394" fmla="*/ 3054572 w 3114960"/>
              <a:gd name="connsiteY33394" fmla="*/ 1748695 h 5143785"/>
              <a:gd name="connsiteX33395" fmla="*/ 2975801 w 3114960"/>
              <a:gd name="connsiteY33395" fmla="*/ 1750600 h 5143785"/>
              <a:gd name="connsiteX33396" fmla="*/ 2953703 w 3114960"/>
              <a:gd name="connsiteY33396" fmla="*/ 1726978 h 5143785"/>
              <a:gd name="connsiteX33397" fmla="*/ 2779967 w 3114960"/>
              <a:gd name="connsiteY33397" fmla="*/ 1727168 h 5143785"/>
              <a:gd name="connsiteX33398" fmla="*/ 2768632 w 3114960"/>
              <a:gd name="connsiteY33398" fmla="*/ 1720215 h 5143785"/>
              <a:gd name="connsiteX33399" fmla="*/ 2755773 w 3114960"/>
              <a:gd name="connsiteY33399" fmla="*/ 1733074 h 5143785"/>
              <a:gd name="connsiteX33400" fmla="*/ 2768632 w 3114960"/>
              <a:gd name="connsiteY33400" fmla="*/ 1745932 h 5143785"/>
              <a:gd name="connsiteX33401" fmla="*/ 2779967 w 3114960"/>
              <a:gd name="connsiteY33401" fmla="*/ 1738979 h 5143785"/>
              <a:gd name="connsiteX33402" fmla="*/ 2948559 w 3114960"/>
              <a:gd name="connsiteY33402" fmla="*/ 1738789 h 5143785"/>
              <a:gd name="connsiteX33403" fmla="*/ 2970752 w 3114960"/>
              <a:gd name="connsiteY33403" fmla="*/ 1762601 h 5143785"/>
              <a:gd name="connsiteX33404" fmla="*/ 3049238 w 3114960"/>
              <a:gd name="connsiteY33404" fmla="*/ 1760696 h 5143785"/>
              <a:gd name="connsiteX33405" fmla="*/ 3071146 w 3114960"/>
              <a:gd name="connsiteY33405" fmla="*/ 1786223 h 5143785"/>
              <a:gd name="connsiteX33406" fmla="*/ 3114675 w 3114960"/>
              <a:gd name="connsiteY33406" fmla="*/ 1786223 h 5143785"/>
              <a:gd name="connsiteX33407" fmla="*/ 3114675 w 3114960"/>
              <a:gd name="connsiteY33407" fmla="*/ 1774317 h 5143785"/>
              <a:gd name="connsiteX33408" fmla="*/ 3076575 w 3114960"/>
              <a:gd name="connsiteY33408" fmla="*/ 1774317 h 5143785"/>
              <a:gd name="connsiteX33409" fmla="*/ 3054477 w 3114960"/>
              <a:gd name="connsiteY33409" fmla="*/ 1748600 h 5143785"/>
              <a:gd name="connsiteX33410" fmla="*/ 2775585 w 3114960"/>
              <a:gd name="connsiteY33410" fmla="*/ 1737074 h 5143785"/>
              <a:gd name="connsiteX33411" fmla="*/ 2768632 w 3114960"/>
              <a:gd name="connsiteY33411" fmla="*/ 1741265 h 5143785"/>
              <a:gd name="connsiteX33412" fmla="*/ 2760536 w 3114960"/>
              <a:gd name="connsiteY33412" fmla="*/ 1733169 h 5143785"/>
              <a:gd name="connsiteX33413" fmla="*/ 2768632 w 3114960"/>
              <a:gd name="connsiteY33413" fmla="*/ 1725073 h 5143785"/>
              <a:gd name="connsiteX33414" fmla="*/ 2775585 w 3114960"/>
              <a:gd name="connsiteY33414" fmla="*/ 1729264 h 5143785"/>
              <a:gd name="connsiteX33415" fmla="*/ 2775585 w 3114960"/>
              <a:gd name="connsiteY33415" fmla="*/ 1737265 h 5143785"/>
              <a:gd name="connsiteX33416" fmla="*/ 2922746 w 3114960"/>
              <a:gd name="connsiteY33416" fmla="*/ 2252186 h 5143785"/>
              <a:gd name="connsiteX33417" fmla="*/ 2915603 w 3114960"/>
              <a:gd name="connsiteY33417" fmla="*/ 2252186 h 5143785"/>
              <a:gd name="connsiteX33418" fmla="*/ 2915603 w 3114960"/>
              <a:gd name="connsiteY33418" fmla="*/ 2243804 h 5143785"/>
              <a:gd name="connsiteX33419" fmla="*/ 2922746 w 3114960"/>
              <a:gd name="connsiteY33419" fmla="*/ 2243804 h 5143785"/>
              <a:gd name="connsiteX33420" fmla="*/ 2922746 w 3114960"/>
              <a:gd name="connsiteY33420" fmla="*/ 2252186 h 5143785"/>
              <a:gd name="connsiteX33421" fmla="*/ 2853880 w 3114960"/>
              <a:gd name="connsiteY33421" fmla="*/ 2008632 h 5143785"/>
              <a:gd name="connsiteX33422" fmla="*/ 2841022 w 3114960"/>
              <a:gd name="connsiteY33422" fmla="*/ 2021491 h 5143785"/>
              <a:gd name="connsiteX33423" fmla="*/ 2853880 w 3114960"/>
              <a:gd name="connsiteY33423" fmla="*/ 2034350 h 5143785"/>
              <a:gd name="connsiteX33424" fmla="*/ 2866549 w 3114960"/>
              <a:gd name="connsiteY33424" fmla="*/ 2023872 h 5143785"/>
              <a:gd name="connsiteX33425" fmla="*/ 3003518 w 3114960"/>
              <a:gd name="connsiteY33425" fmla="*/ 2023872 h 5143785"/>
              <a:gd name="connsiteX33426" fmla="*/ 3035808 w 3114960"/>
              <a:gd name="connsiteY33426" fmla="*/ 1997393 h 5143785"/>
              <a:gd name="connsiteX33427" fmla="*/ 3114770 w 3114960"/>
              <a:gd name="connsiteY33427" fmla="*/ 1997107 h 5143785"/>
              <a:gd name="connsiteX33428" fmla="*/ 3114770 w 3114960"/>
              <a:gd name="connsiteY33428" fmla="*/ 1992344 h 5143785"/>
              <a:gd name="connsiteX33429" fmla="*/ 3034094 w 3114960"/>
              <a:gd name="connsiteY33429" fmla="*/ 1992725 h 5143785"/>
              <a:gd name="connsiteX33430" fmla="*/ 3001804 w 3114960"/>
              <a:gd name="connsiteY33430" fmla="*/ 2019205 h 5143785"/>
              <a:gd name="connsiteX33431" fmla="*/ 2866549 w 3114960"/>
              <a:gd name="connsiteY33431" fmla="*/ 2019205 h 5143785"/>
              <a:gd name="connsiteX33432" fmla="*/ 2853880 w 3114960"/>
              <a:gd name="connsiteY33432" fmla="*/ 2008727 h 5143785"/>
              <a:gd name="connsiteX33433" fmla="*/ 2853880 w 3114960"/>
              <a:gd name="connsiteY33433" fmla="*/ 2029682 h 5143785"/>
              <a:gd name="connsiteX33434" fmla="*/ 2845784 w 3114960"/>
              <a:gd name="connsiteY33434" fmla="*/ 2021586 h 5143785"/>
              <a:gd name="connsiteX33435" fmla="*/ 2853880 w 3114960"/>
              <a:gd name="connsiteY33435" fmla="*/ 2013490 h 5143785"/>
              <a:gd name="connsiteX33436" fmla="*/ 2861977 w 3114960"/>
              <a:gd name="connsiteY33436" fmla="*/ 2021586 h 5143785"/>
              <a:gd name="connsiteX33437" fmla="*/ 2853880 w 3114960"/>
              <a:gd name="connsiteY33437" fmla="*/ 2029682 h 5143785"/>
              <a:gd name="connsiteX33438" fmla="*/ 2915603 w 3114960"/>
              <a:gd name="connsiteY33438" fmla="*/ 2277428 h 5143785"/>
              <a:gd name="connsiteX33439" fmla="*/ 2922746 w 3114960"/>
              <a:gd name="connsiteY33439" fmla="*/ 2277428 h 5143785"/>
              <a:gd name="connsiteX33440" fmla="*/ 2922746 w 3114960"/>
              <a:gd name="connsiteY33440" fmla="*/ 2285810 h 5143785"/>
              <a:gd name="connsiteX33441" fmla="*/ 2915603 w 3114960"/>
              <a:gd name="connsiteY33441" fmla="*/ 2285810 h 5143785"/>
              <a:gd name="connsiteX33442" fmla="*/ 2915603 w 3114960"/>
              <a:gd name="connsiteY33442" fmla="*/ 2277428 h 5143785"/>
              <a:gd name="connsiteX33443" fmla="*/ 2915603 w 3114960"/>
              <a:gd name="connsiteY33443" fmla="*/ 2311146 h 5143785"/>
              <a:gd name="connsiteX33444" fmla="*/ 2922746 w 3114960"/>
              <a:gd name="connsiteY33444" fmla="*/ 2311146 h 5143785"/>
              <a:gd name="connsiteX33445" fmla="*/ 2922746 w 3114960"/>
              <a:gd name="connsiteY33445" fmla="*/ 2319528 h 5143785"/>
              <a:gd name="connsiteX33446" fmla="*/ 2915603 w 3114960"/>
              <a:gd name="connsiteY33446" fmla="*/ 2319528 h 5143785"/>
              <a:gd name="connsiteX33447" fmla="*/ 2915603 w 3114960"/>
              <a:gd name="connsiteY33447" fmla="*/ 2311146 h 5143785"/>
              <a:gd name="connsiteX33448" fmla="*/ 2915603 w 3114960"/>
              <a:gd name="connsiteY33448" fmla="*/ 2294287 h 5143785"/>
              <a:gd name="connsiteX33449" fmla="*/ 2922746 w 3114960"/>
              <a:gd name="connsiteY33449" fmla="*/ 2294287 h 5143785"/>
              <a:gd name="connsiteX33450" fmla="*/ 2922746 w 3114960"/>
              <a:gd name="connsiteY33450" fmla="*/ 2302669 h 5143785"/>
              <a:gd name="connsiteX33451" fmla="*/ 2915603 w 3114960"/>
              <a:gd name="connsiteY33451" fmla="*/ 2302669 h 5143785"/>
              <a:gd name="connsiteX33452" fmla="*/ 2915603 w 3114960"/>
              <a:gd name="connsiteY33452" fmla="*/ 2294287 h 5143785"/>
              <a:gd name="connsiteX33453" fmla="*/ 2174081 w 3114960"/>
              <a:gd name="connsiteY33453" fmla="*/ 3034570 h 5143785"/>
              <a:gd name="connsiteX33454" fmla="*/ 2169319 w 3114960"/>
              <a:gd name="connsiteY33454" fmla="*/ 3034570 h 5143785"/>
              <a:gd name="connsiteX33455" fmla="*/ 2169319 w 3114960"/>
              <a:gd name="connsiteY33455" fmla="*/ 3015520 h 5143785"/>
              <a:gd name="connsiteX33456" fmla="*/ 2174081 w 3114960"/>
              <a:gd name="connsiteY33456" fmla="*/ 3015520 h 5143785"/>
              <a:gd name="connsiteX33457" fmla="*/ 2174081 w 3114960"/>
              <a:gd name="connsiteY33457" fmla="*/ 3034570 h 5143785"/>
              <a:gd name="connsiteX33458" fmla="*/ 2915603 w 3114960"/>
              <a:gd name="connsiteY33458" fmla="*/ 2328005 h 5143785"/>
              <a:gd name="connsiteX33459" fmla="*/ 2922746 w 3114960"/>
              <a:gd name="connsiteY33459" fmla="*/ 2328005 h 5143785"/>
              <a:gd name="connsiteX33460" fmla="*/ 2922746 w 3114960"/>
              <a:gd name="connsiteY33460" fmla="*/ 2332768 h 5143785"/>
              <a:gd name="connsiteX33461" fmla="*/ 2915603 w 3114960"/>
              <a:gd name="connsiteY33461" fmla="*/ 2332768 h 5143785"/>
              <a:gd name="connsiteX33462" fmla="*/ 2915603 w 3114960"/>
              <a:gd name="connsiteY33462" fmla="*/ 2328005 h 5143785"/>
              <a:gd name="connsiteX33463" fmla="*/ 2740819 w 3114960"/>
              <a:gd name="connsiteY33463" fmla="*/ 1758887 h 5143785"/>
              <a:gd name="connsiteX33464" fmla="*/ 2726246 w 3114960"/>
              <a:gd name="connsiteY33464" fmla="*/ 1773460 h 5143785"/>
              <a:gd name="connsiteX33465" fmla="*/ 2740819 w 3114960"/>
              <a:gd name="connsiteY33465" fmla="*/ 1788033 h 5143785"/>
              <a:gd name="connsiteX33466" fmla="*/ 2755106 w 3114960"/>
              <a:gd name="connsiteY33466" fmla="*/ 1776413 h 5143785"/>
              <a:gd name="connsiteX33467" fmla="*/ 2840355 w 3114960"/>
              <a:gd name="connsiteY33467" fmla="*/ 1776413 h 5143785"/>
              <a:gd name="connsiteX33468" fmla="*/ 2858548 w 3114960"/>
              <a:gd name="connsiteY33468" fmla="*/ 1798796 h 5143785"/>
              <a:gd name="connsiteX33469" fmla="*/ 3014377 w 3114960"/>
              <a:gd name="connsiteY33469" fmla="*/ 1798796 h 5143785"/>
              <a:gd name="connsiteX33470" fmla="*/ 3028664 w 3114960"/>
              <a:gd name="connsiteY33470" fmla="*/ 1810893 h 5143785"/>
              <a:gd name="connsiteX33471" fmla="*/ 3043238 w 3114960"/>
              <a:gd name="connsiteY33471" fmla="*/ 1796320 h 5143785"/>
              <a:gd name="connsiteX33472" fmla="*/ 3028664 w 3114960"/>
              <a:gd name="connsiteY33472" fmla="*/ 1781747 h 5143785"/>
              <a:gd name="connsiteX33473" fmla="*/ 3014282 w 3114960"/>
              <a:gd name="connsiteY33473" fmla="*/ 1794034 h 5143785"/>
              <a:gd name="connsiteX33474" fmla="*/ 2860738 w 3114960"/>
              <a:gd name="connsiteY33474" fmla="*/ 1794034 h 5143785"/>
              <a:gd name="connsiteX33475" fmla="*/ 2842546 w 3114960"/>
              <a:gd name="connsiteY33475" fmla="*/ 1771650 h 5143785"/>
              <a:gd name="connsiteX33476" fmla="*/ 2755106 w 3114960"/>
              <a:gd name="connsiteY33476" fmla="*/ 1771650 h 5143785"/>
              <a:gd name="connsiteX33477" fmla="*/ 2740724 w 3114960"/>
              <a:gd name="connsiteY33477" fmla="*/ 1758887 h 5143785"/>
              <a:gd name="connsiteX33478" fmla="*/ 2740819 w 3114960"/>
              <a:gd name="connsiteY33478" fmla="*/ 1783271 h 5143785"/>
              <a:gd name="connsiteX33479" fmla="*/ 2731008 w 3114960"/>
              <a:gd name="connsiteY33479" fmla="*/ 1773460 h 5143785"/>
              <a:gd name="connsiteX33480" fmla="*/ 2740819 w 3114960"/>
              <a:gd name="connsiteY33480" fmla="*/ 1763649 h 5143785"/>
              <a:gd name="connsiteX33481" fmla="*/ 2750630 w 3114960"/>
              <a:gd name="connsiteY33481" fmla="*/ 1773460 h 5143785"/>
              <a:gd name="connsiteX33482" fmla="*/ 2740819 w 3114960"/>
              <a:gd name="connsiteY33482" fmla="*/ 1783271 h 5143785"/>
              <a:gd name="connsiteX33483" fmla="*/ 3028664 w 3114960"/>
              <a:gd name="connsiteY33483" fmla="*/ 1786414 h 5143785"/>
              <a:gd name="connsiteX33484" fmla="*/ 3038475 w 3114960"/>
              <a:gd name="connsiteY33484" fmla="*/ 1796225 h 5143785"/>
              <a:gd name="connsiteX33485" fmla="*/ 3028664 w 3114960"/>
              <a:gd name="connsiteY33485" fmla="*/ 1806035 h 5143785"/>
              <a:gd name="connsiteX33486" fmla="*/ 3018854 w 3114960"/>
              <a:gd name="connsiteY33486" fmla="*/ 1796225 h 5143785"/>
              <a:gd name="connsiteX33487" fmla="*/ 3028664 w 3114960"/>
              <a:gd name="connsiteY33487" fmla="*/ 1786414 h 5143785"/>
              <a:gd name="connsiteX33488" fmla="*/ 2993708 w 3114960"/>
              <a:gd name="connsiteY33488" fmla="*/ 1985010 h 5143785"/>
              <a:gd name="connsiteX33489" fmla="*/ 2902077 w 3114960"/>
              <a:gd name="connsiteY33489" fmla="*/ 1985010 h 5143785"/>
              <a:gd name="connsiteX33490" fmla="*/ 2889409 w 3114960"/>
              <a:gd name="connsiteY33490" fmla="*/ 1974532 h 5143785"/>
              <a:gd name="connsiteX33491" fmla="*/ 2876550 w 3114960"/>
              <a:gd name="connsiteY33491" fmla="*/ 1987391 h 5143785"/>
              <a:gd name="connsiteX33492" fmla="*/ 2889409 w 3114960"/>
              <a:gd name="connsiteY33492" fmla="*/ 2000250 h 5143785"/>
              <a:gd name="connsiteX33493" fmla="*/ 2902077 w 3114960"/>
              <a:gd name="connsiteY33493" fmla="*/ 1989773 h 5143785"/>
              <a:gd name="connsiteX33494" fmla="*/ 2995422 w 3114960"/>
              <a:gd name="connsiteY33494" fmla="*/ 1989773 h 5143785"/>
              <a:gd name="connsiteX33495" fmla="*/ 3027712 w 3114960"/>
              <a:gd name="connsiteY33495" fmla="*/ 1963293 h 5143785"/>
              <a:gd name="connsiteX33496" fmla="*/ 3114770 w 3114960"/>
              <a:gd name="connsiteY33496" fmla="*/ 1964055 h 5143785"/>
              <a:gd name="connsiteX33497" fmla="*/ 3114770 w 3114960"/>
              <a:gd name="connsiteY33497" fmla="*/ 1959293 h 5143785"/>
              <a:gd name="connsiteX33498" fmla="*/ 3025997 w 3114960"/>
              <a:gd name="connsiteY33498" fmla="*/ 1958531 h 5143785"/>
              <a:gd name="connsiteX33499" fmla="*/ 2993708 w 3114960"/>
              <a:gd name="connsiteY33499" fmla="*/ 1985010 h 5143785"/>
              <a:gd name="connsiteX33500" fmla="*/ 2889409 w 3114960"/>
              <a:gd name="connsiteY33500" fmla="*/ 1995488 h 5143785"/>
              <a:gd name="connsiteX33501" fmla="*/ 2881313 w 3114960"/>
              <a:gd name="connsiteY33501" fmla="*/ 1987391 h 5143785"/>
              <a:gd name="connsiteX33502" fmla="*/ 2889409 w 3114960"/>
              <a:gd name="connsiteY33502" fmla="*/ 1979295 h 5143785"/>
              <a:gd name="connsiteX33503" fmla="*/ 2897505 w 3114960"/>
              <a:gd name="connsiteY33503" fmla="*/ 1987391 h 5143785"/>
              <a:gd name="connsiteX33504" fmla="*/ 2889409 w 3114960"/>
              <a:gd name="connsiteY33504" fmla="*/ 1995488 h 5143785"/>
              <a:gd name="connsiteX33505" fmla="*/ 1606582 w 3114960"/>
              <a:gd name="connsiteY33505" fmla="*/ 2859500 h 5143785"/>
              <a:gd name="connsiteX33506" fmla="*/ 1622679 w 3114960"/>
              <a:gd name="connsiteY33506" fmla="*/ 2873788 h 5143785"/>
              <a:gd name="connsiteX33507" fmla="*/ 1719263 w 3114960"/>
              <a:gd name="connsiteY33507" fmla="*/ 2874074 h 5143785"/>
              <a:gd name="connsiteX33508" fmla="*/ 1719263 w 3114960"/>
              <a:gd name="connsiteY33508" fmla="*/ 2878550 h 5143785"/>
              <a:gd name="connsiteX33509" fmla="*/ 1726406 w 3114960"/>
              <a:gd name="connsiteY33509" fmla="*/ 2885599 h 5143785"/>
              <a:gd name="connsiteX33510" fmla="*/ 1739932 w 3114960"/>
              <a:gd name="connsiteY33510" fmla="*/ 2885599 h 5143785"/>
              <a:gd name="connsiteX33511" fmla="*/ 1746980 w 3114960"/>
              <a:gd name="connsiteY33511" fmla="*/ 2878455 h 5143785"/>
              <a:gd name="connsiteX33512" fmla="*/ 1746980 w 3114960"/>
              <a:gd name="connsiteY33512" fmla="*/ 2864930 h 5143785"/>
              <a:gd name="connsiteX33513" fmla="*/ 1739837 w 3114960"/>
              <a:gd name="connsiteY33513" fmla="*/ 2857881 h 5143785"/>
              <a:gd name="connsiteX33514" fmla="*/ 1726311 w 3114960"/>
              <a:gd name="connsiteY33514" fmla="*/ 2857881 h 5143785"/>
              <a:gd name="connsiteX33515" fmla="*/ 1719263 w 3114960"/>
              <a:gd name="connsiteY33515" fmla="*/ 2865120 h 5143785"/>
              <a:gd name="connsiteX33516" fmla="*/ 1719263 w 3114960"/>
              <a:gd name="connsiteY33516" fmla="*/ 2869406 h 5143785"/>
              <a:gd name="connsiteX33517" fmla="*/ 1624489 w 3114960"/>
              <a:gd name="connsiteY33517" fmla="*/ 2869121 h 5143785"/>
              <a:gd name="connsiteX33518" fmla="*/ 1608392 w 3114960"/>
              <a:gd name="connsiteY33518" fmla="*/ 2854833 h 5143785"/>
              <a:gd name="connsiteX33519" fmla="*/ 1580388 w 3114960"/>
              <a:gd name="connsiteY33519" fmla="*/ 2854833 h 5143785"/>
              <a:gd name="connsiteX33520" fmla="*/ 1571149 w 3114960"/>
              <a:gd name="connsiteY33520" fmla="*/ 2847404 h 5143785"/>
              <a:gd name="connsiteX33521" fmla="*/ 1561338 w 3114960"/>
              <a:gd name="connsiteY33521" fmla="*/ 2857214 h 5143785"/>
              <a:gd name="connsiteX33522" fmla="*/ 1571149 w 3114960"/>
              <a:gd name="connsiteY33522" fmla="*/ 2867025 h 5143785"/>
              <a:gd name="connsiteX33523" fmla="*/ 1580388 w 3114960"/>
              <a:gd name="connsiteY33523" fmla="*/ 2859596 h 5143785"/>
              <a:gd name="connsiteX33524" fmla="*/ 1606582 w 3114960"/>
              <a:gd name="connsiteY33524" fmla="*/ 2859596 h 5143785"/>
              <a:gd name="connsiteX33525" fmla="*/ 1726406 w 3114960"/>
              <a:gd name="connsiteY33525" fmla="*/ 2862644 h 5143785"/>
              <a:gd name="connsiteX33526" fmla="*/ 1739932 w 3114960"/>
              <a:gd name="connsiteY33526" fmla="*/ 2862644 h 5143785"/>
              <a:gd name="connsiteX33527" fmla="*/ 1742313 w 3114960"/>
              <a:gd name="connsiteY33527" fmla="*/ 2864930 h 5143785"/>
              <a:gd name="connsiteX33528" fmla="*/ 1742313 w 3114960"/>
              <a:gd name="connsiteY33528" fmla="*/ 2878455 h 5143785"/>
              <a:gd name="connsiteX33529" fmla="*/ 1740027 w 3114960"/>
              <a:gd name="connsiteY33529" fmla="*/ 2880836 h 5143785"/>
              <a:gd name="connsiteX33530" fmla="*/ 1726502 w 3114960"/>
              <a:gd name="connsiteY33530" fmla="*/ 2880836 h 5143785"/>
              <a:gd name="connsiteX33531" fmla="*/ 1724120 w 3114960"/>
              <a:gd name="connsiteY33531" fmla="*/ 2878550 h 5143785"/>
              <a:gd name="connsiteX33532" fmla="*/ 1724120 w 3114960"/>
              <a:gd name="connsiteY33532" fmla="*/ 2865025 h 5143785"/>
              <a:gd name="connsiteX33533" fmla="*/ 1726406 w 3114960"/>
              <a:gd name="connsiteY33533" fmla="*/ 2862644 h 5143785"/>
              <a:gd name="connsiteX33534" fmla="*/ 1571149 w 3114960"/>
              <a:gd name="connsiteY33534" fmla="*/ 2862072 h 5143785"/>
              <a:gd name="connsiteX33535" fmla="*/ 1566101 w 3114960"/>
              <a:gd name="connsiteY33535" fmla="*/ 2857024 h 5143785"/>
              <a:gd name="connsiteX33536" fmla="*/ 1571149 w 3114960"/>
              <a:gd name="connsiteY33536" fmla="*/ 2851976 h 5143785"/>
              <a:gd name="connsiteX33537" fmla="*/ 1576102 w 3114960"/>
              <a:gd name="connsiteY33537" fmla="*/ 2857024 h 5143785"/>
              <a:gd name="connsiteX33538" fmla="*/ 1571149 w 3114960"/>
              <a:gd name="connsiteY33538" fmla="*/ 2862072 h 5143785"/>
              <a:gd name="connsiteX33539" fmla="*/ 2993517 w 3114960"/>
              <a:gd name="connsiteY33539" fmla="*/ 1884331 h 5143785"/>
              <a:gd name="connsiteX33540" fmla="*/ 2796350 w 3114960"/>
              <a:gd name="connsiteY33540" fmla="*/ 1883188 h 5143785"/>
              <a:gd name="connsiteX33541" fmla="*/ 2781395 w 3114960"/>
              <a:gd name="connsiteY33541" fmla="*/ 1868043 h 5143785"/>
              <a:gd name="connsiteX33542" fmla="*/ 2775395 w 3114960"/>
              <a:gd name="connsiteY33542" fmla="*/ 1869853 h 5143785"/>
              <a:gd name="connsiteX33543" fmla="*/ 2763203 w 3114960"/>
              <a:gd name="connsiteY33543" fmla="*/ 1857661 h 5143785"/>
              <a:gd name="connsiteX33544" fmla="*/ 2775395 w 3114960"/>
              <a:gd name="connsiteY33544" fmla="*/ 1845469 h 5143785"/>
              <a:gd name="connsiteX33545" fmla="*/ 2787587 w 3114960"/>
              <a:gd name="connsiteY33545" fmla="*/ 1857661 h 5143785"/>
              <a:gd name="connsiteX33546" fmla="*/ 2785015 w 3114960"/>
              <a:gd name="connsiteY33546" fmla="*/ 1864805 h 5143785"/>
              <a:gd name="connsiteX33547" fmla="*/ 2798445 w 3114960"/>
              <a:gd name="connsiteY33547" fmla="*/ 1878330 h 5143785"/>
              <a:gd name="connsiteX33548" fmla="*/ 2995708 w 3114960"/>
              <a:gd name="connsiteY33548" fmla="*/ 1879473 h 5143785"/>
              <a:gd name="connsiteX33549" fmla="*/ 3007614 w 3114960"/>
              <a:gd name="connsiteY33549" fmla="*/ 1892332 h 5143785"/>
              <a:gd name="connsiteX33550" fmla="*/ 3090577 w 3114960"/>
              <a:gd name="connsiteY33550" fmla="*/ 1892332 h 5143785"/>
              <a:gd name="connsiteX33551" fmla="*/ 3114866 w 3114960"/>
              <a:gd name="connsiteY33551" fmla="*/ 1864805 h 5143785"/>
              <a:gd name="connsiteX33552" fmla="*/ 3114866 w 3114960"/>
              <a:gd name="connsiteY33552" fmla="*/ 1872044 h 5143785"/>
              <a:gd name="connsiteX33553" fmla="*/ 3092672 w 3114960"/>
              <a:gd name="connsiteY33553" fmla="*/ 1897094 h 5143785"/>
              <a:gd name="connsiteX33554" fmla="*/ 3005519 w 3114960"/>
              <a:gd name="connsiteY33554" fmla="*/ 1897094 h 5143785"/>
              <a:gd name="connsiteX33555" fmla="*/ 2993612 w 3114960"/>
              <a:gd name="connsiteY33555" fmla="*/ 1884140 h 5143785"/>
              <a:gd name="connsiteX33556" fmla="*/ 2317052 w 3114960"/>
              <a:gd name="connsiteY33556" fmla="*/ 2831211 h 5143785"/>
              <a:gd name="connsiteX33557" fmla="*/ 2320671 w 3114960"/>
              <a:gd name="connsiteY33557" fmla="*/ 2831973 h 5143785"/>
              <a:gd name="connsiteX33558" fmla="*/ 2331911 w 3114960"/>
              <a:gd name="connsiteY33558" fmla="*/ 2820734 h 5143785"/>
              <a:gd name="connsiteX33559" fmla="*/ 2320671 w 3114960"/>
              <a:gd name="connsiteY33559" fmla="*/ 2809494 h 5143785"/>
              <a:gd name="connsiteX33560" fmla="*/ 2309432 w 3114960"/>
              <a:gd name="connsiteY33560" fmla="*/ 2820734 h 5143785"/>
              <a:gd name="connsiteX33561" fmla="*/ 2313051 w 3114960"/>
              <a:gd name="connsiteY33561" fmla="*/ 2828925 h 5143785"/>
              <a:gd name="connsiteX33562" fmla="*/ 2201513 w 3114960"/>
              <a:gd name="connsiteY33562" fmla="*/ 2952655 h 5143785"/>
              <a:gd name="connsiteX33563" fmla="*/ 2200942 w 3114960"/>
              <a:gd name="connsiteY33563" fmla="*/ 2953322 h 5143785"/>
              <a:gd name="connsiteX33564" fmla="*/ 2200466 w 3114960"/>
              <a:gd name="connsiteY33564" fmla="*/ 3099721 h 5143785"/>
              <a:gd name="connsiteX33565" fmla="*/ 2205228 w 3114960"/>
              <a:gd name="connsiteY33565" fmla="*/ 3099721 h 5143785"/>
              <a:gd name="connsiteX33566" fmla="*/ 2205704 w 3114960"/>
              <a:gd name="connsiteY33566" fmla="*/ 2955131 h 5143785"/>
              <a:gd name="connsiteX33567" fmla="*/ 2317242 w 3114960"/>
              <a:gd name="connsiteY33567" fmla="*/ 2831306 h 5143785"/>
              <a:gd name="connsiteX33568" fmla="*/ 2317052 w 3114960"/>
              <a:gd name="connsiteY33568" fmla="*/ 2831116 h 5143785"/>
              <a:gd name="connsiteX33569" fmla="*/ 2314099 w 3114960"/>
              <a:gd name="connsiteY33569" fmla="*/ 2820638 h 5143785"/>
              <a:gd name="connsiteX33570" fmla="*/ 2320576 w 3114960"/>
              <a:gd name="connsiteY33570" fmla="*/ 2814161 h 5143785"/>
              <a:gd name="connsiteX33571" fmla="*/ 2327053 w 3114960"/>
              <a:gd name="connsiteY33571" fmla="*/ 2820638 h 5143785"/>
              <a:gd name="connsiteX33572" fmla="*/ 2320576 w 3114960"/>
              <a:gd name="connsiteY33572" fmla="*/ 2827115 h 5143785"/>
              <a:gd name="connsiteX33573" fmla="*/ 2314099 w 3114960"/>
              <a:gd name="connsiteY33573" fmla="*/ 2820638 h 5143785"/>
              <a:gd name="connsiteX33574" fmla="*/ 2880455 w 3114960"/>
              <a:gd name="connsiteY33574" fmla="*/ 2124456 h 5143785"/>
              <a:gd name="connsiteX33575" fmla="*/ 2880455 w 3114960"/>
              <a:gd name="connsiteY33575" fmla="*/ 2092452 h 5143785"/>
              <a:gd name="connsiteX33576" fmla="*/ 2878074 w 3114960"/>
              <a:gd name="connsiteY33576" fmla="*/ 2090071 h 5143785"/>
              <a:gd name="connsiteX33577" fmla="*/ 2846070 w 3114960"/>
              <a:gd name="connsiteY33577" fmla="*/ 2090071 h 5143785"/>
              <a:gd name="connsiteX33578" fmla="*/ 2843689 w 3114960"/>
              <a:gd name="connsiteY33578" fmla="*/ 2092452 h 5143785"/>
              <a:gd name="connsiteX33579" fmla="*/ 2843689 w 3114960"/>
              <a:gd name="connsiteY33579" fmla="*/ 2124456 h 5143785"/>
              <a:gd name="connsiteX33580" fmla="*/ 2846070 w 3114960"/>
              <a:gd name="connsiteY33580" fmla="*/ 2126837 h 5143785"/>
              <a:gd name="connsiteX33581" fmla="*/ 2859691 w 3114960"/>
              <a:gd name="connsiteY33581" fmla="*/ 2126837 h 5143785"/>
              <a:gd name="connsiteX33582" fmla="*/ 2859691 w 3114960"/>
              <a:gd name="connsiteY33582" fmla="*/ 2281714 h 5143785"/>
              <a:gd name="connsiteX33583" fmla="*/ 2864453 w 3114960"/>
              <a:gd name="connsiteY33583" fmla="*/ 2281714 h 5143785"/>
              <a:gd name="connsiteX33584" fmla="*/ 2864453 w 3114960"/>
              <a:gd name="connsiteY33584" fmla="*/ 2126837 h 5143785"/>
              <a:gd name="connsiteX33585" fmla="*/ 2878074 w 3114960"/>
              <a:gd name="connsiteY33585" fmla="*/ 2126837 h 5143785"/>
              <a:gd name="connsiteX33586" fmla="*/ 2880455 w 3114960"/>
              <a:gd name="connsiteY33586" fmla="*/ 2124456 h 5143785"/>
              <a:gd name="connsiteX33587" fmla="*/ 2875693 w 3114960"/>
              <a:gd name="connsiteY33587" fmla="*/ 2122075 h 5143785"/>
              <a:gd name="connsiteX33588" fmla="*/ 2848451 w 3114960"/>
              <a:gd name="connsiteY33588" fmla="*/ 2122075 h 5143785"/>
              <a:gd name="connsiteX33589" fmla="*/ 2848451 w 3114960"/>
              <a:gd name="connsiteY33589" fmla="*/ 2094833 h 5143785"/>
              <a:gd name="connsiteX33590" fmla="*/ 2875693 w 3114960"/>
              <a:gd name="connsiteY33590" fmla="*/ 2094833 h 5143785"/>
              <a:gd name="connsiteX33591" fmla="*/ 2875693 w 3114960"/>
              <a:gd name="connsiteY33591" fmla="*/ 2122075 h 5143785"/>
              <a:gd name="connsiteX33592" fmla="*/ 2986373 w 3114960"/>
              <a:gd name="connsiteY33592" fmla="*/ 2367915 h 5143785"/>
              <a:gd name="connsiteX33593" fmla="*/ 2966276 w 3114960"/>
              <a:gd name="connsiteY33593" fmla="*/ 2367915 h 5143785"/>
              <a:gd name="connsiteX33594" fmla="*/ 2960275 w 3114960"/>
              <a:gd name="connsiteY33594" fmla="*/ 2361914 h 5143785"/>
              <a:gd name="connsiteX33595" fmla="*/ 2960275 w 3114960"/>
              <a:gd name="connsiteY33595" fmla="*/ 2341817 h 5143785"/>
              <a:gd name="connsiteX33596" fmla="*/ 2966276 w 3114960"/>
              <a:gd name="connsiteY33596" fmla="*/ 2335816 h 5143785"/>
              <a:gd name="connsiteX33597" fmla="*/ 2972753 w 3114960"/>
              <a:gd name="connsiteY33597" fmla="*/ 2335816 h 5143785"/>
              <a:gd name="connsiteX33598" fmla="*/ 2972753 w 3114960"/>
              <a:gd name="connsiteY33598" fmla="*/ 2329815 h 5143785"/>
              <a:gd name="connsiteX33599" fmla="*/ 2979896 w 3114960"/>
              <a:gd name="connsiteY33599" fmla="*/ 2329815 h 5143785"/>
              <a:gd name="connsiteX33600" fmla="*/ 2979896 w 3114960"/>
              <a:gd name="connsiteY33600" fmla="*/ 2335816 h 5143785"/>
              <a:gd name="connsiteX33601" fmla="*/ 2986373 w 3114960"/>
              <a:gd name="connsiteY33601" fmla="*/ 2335816 h 5143785"/>
              <a:gd name="connsiteX33602" fmla="*/ 2992374 w 3114960"/>
              <a:gd name="connsiteY33602" fmla="*/ 2341817 h 5143785"/>
              <a:gd name="connsiteX33603" fmla="*/ 2992374 w 3114960"/>
              <a:gd name="connsiteY33603" fmla="*/ 2361914 h 5143785"/>
              <a:gd name="connsiteX33604" fmla="*/ 2986373 w 3114960"/>
              <a:gd name="connsiteY33604" fmla="*/ 2367915 h 5143785"/>
              <a:gd name="connsiteX33605" fmla="*/ 633698 w 3114960"/>
              <a:gd name="connsiteY33605" fmla="*/ 3059811 h 5143785"/>
              <a:gd name="connsiteX33606" fmla="*/ 638461 w 3114960"/>
              <a:gd name="connsiteY33606" fmla="*/ 3059811 h 5143785"/>
              <a:gd name="connsiteX33607" fmla="*/ 638461 w 3114960"/>
              <a:gd name="connsiteY33607" fmla="*/ 3068288 h 5143785"/>
              <a:gd name="connsiteX33608" fmla="*/ 644843 w 3114960"/>
              <a:gd name="connsiteY33608" fmla="*/ 3073813 h 5143785"/>
              <a:gd name="connsiteX33609" fmla="*/ 641699 w 3114960"/>
              <a:gd name="connsiteY33609" fmla="*/ 3077432 h 5143785"/>
              <a:gd name="connsiteX33610" fmla="*/ 633698 w 3114960"/>
              <a:gd name="connsiteY33610" fmla="*/ 3070479 h 5143785"/>
              <a:gd name="connsiteX33611" fmla="*/ 633698 w 3114960"/>
              <a:gd name="connsiteY33611" fmla="*/ 3059906 h 5143785"/>
              <a:gd name="connsiteX33612" fmla="*/ 2909126 w 3114960"/>
              <a:gd name="connsiteY33612" fmla="*/ 2335911 h 5143785"/>
              <a:gd name="connsiteX33613" fmla="*/ 2929223 w 3114960"/>
              <a:gd name="connsiteY33613" fmla="*/ 2335911 h 5143785"/>
              <a:gd name="connsiteX33614" fmla="*/ 2935224 w 3114960"/>
              <a:gd name="connsiteY33614" fmla="*/ 2341912 h 5143785"/>
              <a:gd name="connsiteX33615" fmla="*/ 2935224 w 3114960"/>
              <a:gd name="connsiteY33615" fmla="*/ 2362010 h 5143785"/>
              <a:gd name="connsiteX33616" fmla="*/ 2929223 w 3114960"/>
              <a:gd name="connsiteY33616" fmla="*/ 2368010 h 5143785"/>
              <a:gd name="connsiteX33617" fmla="*/ 2909126 w 3114960"/>
              <a:gd name="connsiteY33617" fmla="*/ 2368010 h 5143785"/>
              <a:gd name="connsiteX33618" fmla="*/ 2903125 w 3114960"/>
              <a:gd name="connsiteY33618" fmla="*/ 2362010 h 5143785"/>
              <a:gd name="connsiteX33619" fmla="*/ 2903125 w 3114960"/>
              <a:gd name="connsiteY33619" fmla="*/ 2341912 h 5143785"/>
              <a:gd name="connsiteX33620" fmla="*/ 2909126 w 3114960"/>
              <a:gd name="connsiteY33620" fmla="*/ 2335911 h 5143785"/>
              <a:gd name="connsiteX33621" fmla="*/ 638461 w 3114960"/>
              <a:gd name="connsiteY33621" fmla="*/ 3051620 h 5143785"/>
              <a:gd name="connsiteX33622" fmla="*/ 633698 w 3114960"/>
              <a:gd name="connsiteY33622" fmla="*/ 3051620 h 5143785"/>
              <a:gd name="connsiteX33623" fmla="*/ 633698 w 3114960"/>
              <a:gd name="connsiteY33623" fmla="*/ 3043428 h 5143785"/>
              <a:gd name="connsiteX33624" fmla="*/ 638461 w 3114960"/>
              <a:gd name="connsiteY33624" fmla="*/ 3043428 h 5143785"/>
              <a:gd name="connsiteX33625" fmla="*/ 638461 w 3114960"/>
              <a:gd name="connsiteY33625" fmla="*/ 3051620 h 5143785"/>
              <a:gd name="connsiteX33626" fmla="*/ 2979896 w 3114960"/>
              <a:gd name="connsiteY33626" fmla="*/ 2300478 h 5143785"/>
              <a:gd name="connsiteX33627" fmla="*/ 2972753 w 3114960"/>
              <a:gd name="connsiteY33627" fmla="*/ 2300478 h 5143785"/>
              <a:gd name="connsiteX33628" fmla="*/ 2972753 w 3114960"/>
              <a:gd name="connsiteY33628" fmla="*/ 2290953 h 5143785"/>
              <a:gd name="connsiteX33629" fmla="*/ 2979896 w 3114960"/>
              <a:gd name="connsiteY33629" fmla="*/ 2290953 h 5143785"/>
              <a:gd name="connsiteX33630" fmla="*/ 2979896 w 3114960"/>
              <a:gd name="connsiteY33630" fmla="*/ 2300478 h 5143785"/>
              <a:gd name="connsiteX33631" fmla="*/ 2968371 w 3114960"/>
              <a:gd name="connsiteY33631" fmla="*/ 2113217 h 5143785"/>
              <a:gd name="connsiteX33632" fmla="*/ 2968371 w 3114960"/>
              <a:gd name="connsiteY33632" fmla="*/ 2103596 h 5143785"/>
              <a:gd name="connsiteX33633" fmla="*/ 2971610 w 3114960"/>
              <a:gd name="connsiteY33633" fmla="*/ 2100358 h 5143785"/>
              <a:gd name="connsiteX33634" fmla="*/ 2981230 w 3114960"/>
              <a:gd name="connsiteY33634" fmla="*/ 2100358 h 5143785"/>
              <a:gd name="connsiteX33635" fmla="*/ 2984468 w 3114960"/>
              <a:gd name="connsiteY33635" fmla="*/ 2103596 h 5143785"/>
              <a:gd name="connsiteX33636" fmla="*/ 2984468 w 3114960"/>
              <a:gd name="connsiteY33636" fmla="*/ 2113217 h 5143785"/>
              <a:gd name="connsiteX33637" fmla="*/ 2981230 w 3114960"/>
              <a:gd name="connsiteY33637" fmla="*/ 2116455 h 5143785"/>
              <a:gd name="connsiteX33638" fmla="*/ 2971610 w 3114960"/>
              <a:gd name="connsiteY33638" fmla="*/ 2116455 h 5143785"/>
              <a:gd name="connsiteX33639" fmla="*/ 2968371 w 3114960"/>
              <a:gd name="connsiteY33639" fmla="*/ 2113217 h 5143785"/>
              <a:gd name="connsiteX33640" fmla="*/ 2972753 w 3114960"/>
              <a:gd name="connsiteY33640" fmla="*/ 2310289 h 5143785"/>
              <a:gd name="connsiteX33641" fmla="*/ 2979896 w 3114960"/>
              <a:gd name="connsiteY33641" fmla="*/ 2310289 h 5143785"/>
              <a:gd name="connsiteX33642" fmla="*/ 2979896 w 3114960"/>
              <a:gd name="connsiteY33642" fmla="*/ 2320100 h 5143785"/>
              <a:gd name="connsiteX33643" fmla="*/ 2972753 w 3114960"/>
              <a:gd name="connsiteY33643" fmla="*/ 2320100 h 5143785"/>
              <a:gd name="connsiteX33644" fmla="*/ 2972753 w 3114960"/>
              <a:gd name="connsiteY33644" fmla="*/ 2310289 h 5143785"/>
              <a:gd name="connsiteX33645" fmla="*/ 2937605 w 3114960"/>
              <a:gd name="connsiteY33645" fmla="*/ 2124456 h 5143785"/>
              <a:gd name="connsiteX33646" fmla="*/ 2937605 w 3114960"/>
              <a:gd name="connsiteY33646" fmla="*/ 2092452 h 5143785"/>
              <a:gd name="connsiteX33647" fmla="*/ 2935224 w 3114960"/>
              <a:gd name="connsiteY33647" fmla="*/ 2090071 h 5143785"/>
              <a:gd name="connsiteX33648" fmla="*/ 2903220 w 3114960"/>
              <a:gd name="connsiteY33648" fmla="*/ 2090071 h 5143785"/>
              <a:gd name="connsiteX33649" fmla="*/ 2900839 w 3114960"/>
              <a:gd name="connsiteY33649" fmla="*/ 2092452 h 5143785"/>
              <a:gd name="connsiteX33650" fmla="*/ 2900839 w 3114960"/>
              <a:gd name="connsiteY33650" fmla="*/ 2124456 h 5143785"/>
              <a:gd name="connsiteX33651" fmla="*/ 2903220 w 3114960"/>
              <a:gd name="connsiteY33651" fmla="*/ 2126837 h 5143785"/>
              <a:gd name="connsiteX33652" fmla="*/ 2916841 w 3114960"/>
              <a:gd name="connsiteY33652" fmla="*/ 2126837 h 5143785"/>
              <a:gd name="connsiteX33653" fmla="*/ 2916841 w 3114960"/>
              <a:gd name="connsiteY33653" fmla="*/ 2230565 h 5143785"/>
              <a:gd name="connsiteX33654" fmla="*/ 2915698 w 3114960"/>
              <a:gd name="connsiteY33654" fmla="*/ 2230565 h 5143785"/>
              <a:gd name="connsiteX33655" fmla="*/ 2915698 w 3114960"/>
              <a:gd name="connsiteY33655" fmla="*/ 2235327 h 5143785"/>
              <a:gd name="connsiteX33656" fmla="*/ 2922842 w 3114960"/>
              <a:gd name="connsiteY33656" fmla="*/ 2235327 h 5143785"/>
              <a:gd name="connsiteX33657" fmla="*/ 2922842 w 3114960"/>
              <a:gd name="connsiteY33657" fmla="*/ 2230565 h 5143785"/>
              <a:gd name="connsiteX33658" fmla="*/ 2921699 w 3114960"/>
              <a:gd name="connsiteY33658" fmla="*/ 2230565 h 5143785"/>
              <a:gd name="connsiteX33659" fmla="*/ 2921699 w 3114960"/>
              <a:gd name="connsiteY33659" fmla="*/ 2126837 h 5143785"/>
              <a:gd name="connsiteX33660" fmla="*/ 2935319 w 3114960"/>
              <a:gd name="connsiteY33660" fmla="*/ 2126837 h 5143785"/>
              <a:gd name="connsiteX33661" fmla="*/ 2937701 w 3114960"/>
              <a:gd name="connsiteY33661" fmla="*/ 2124456 h 5143785"/>
              <a:gd name="connsiteX33662" fmla="*/ 2932843 w 3114960"/>
              <a:gd name="connsiteY33662" fmla="*/ 2122075 h 5143785"/>
              <a:gd name="connsiteX33663" fmla="*/ 2905601 w 3114960"/>
              <a:gd name="connsiteY33663" fmla="*/ 2122075 h 5143785"/>
              <a:gd name="connsiteX33664" fmla="*/ 2905601 w 3114960"/>
              <a:gd name="connsiteY33664" fmla="*/ 2094833 h 5143785"/>
              <a:gd name="connsiteX33665" fmla="*/ 2932843 w 3114960"/>
              <a:gd name="connsiteY33665" fmla="*/ 2094833 h 5143785"/>
              <a:gd name="connsiteX33666" fmla="*/ 2932843 w 3114960"/>
              <a:gd name="connsiteY33666" fmla="*/ 2122075 h 5143785"/>
              <a:gd name="connsiteX33667" fmla="*/ 2858453 w 3114960"/>
              <a:gd name="connsiteY33667" fmla="*/ 2308670 h 5143785"/>
              <a:gd name="connsiteX33668" fmla="*/ 2865596 w 3114960"/>
              <a:gd name="connsiteY33668" fmla="*/ 2308670 h 5143785"/>
              <a:gd name="connsiteX33669" fmla="*/ 2865596 w 3114960"/>
              <a:gd name="connsiteY33669" fmla="*/ 2318480 h 5143785"/>
              <a:gd name="connsiteX33670" fmla="*/ 2858453 w 3114960"/>
              <a:gd name="connsiteY33670" fmla="*/ 2318480 h 5143785"/>
              <a:gd name="connsiteX33671" fmla="*/ 2858453 w 3114960"/>
              <a:gd name="connsiteY33671" fmla="*/ 2308670 h 5143785"/>
              <a:gd name="connsiteX33672" fmla="*/ 2911221 w 3114960"/>
              <a:gd name="connsiteY33672" fmla="*/ 2113217 h 5143785"/>
              <a:gd name="connsiteX33673" fmla="*/ 2911221 w 3114960"/>
              <a:gd name="connsiteY33673" fmla="*/ 2103596 h 5143785"/>
              <a:gd name="connsiteX33674" fmla="*/ 2914460 w 3114960"/>
              <a:gd name="connsiteY33674" fmla="*/ 2100358 h 5143785"/>
              <a:gd name="connsiteX33675" fmla="*/ 2924080 w 3114960"/>
              <a:gd name="connsiteY33675" fmla="*/ 2100358 h 5143785"/>
              <a:gd name="connsiteX33676" fmla="*/ 2927318 w 3114960"/>
              <a:gd name="connsiteY33676" fmla="*/ 2103596 h 5143785"/>
              <a:gd name="connsiteX33677" fmla="*/ 2927318 w 3114960"/>
              <a:gd name="connsiteY33677" fmla="*/ 2113217 h 5143785"/>
              <a:gd name="connsiteX33678" fmla="*/ 2924080 w 3114960"/>
              <a:gd name="connsiteY33678" fmla="*/ 2116455 h 5143785"/>
              <a:gd name="connsiteX33679" fmla="*/ 2914460 w 3114960"/>
              <a:gd name="connsiteY33679" fmla="*/ 2116455 h 5143785"/>
              <a:gd name="connsiteX33680" fmla="*/ 2911221 w 3114960"/>
              <a:gd name="connsiteY33680" fmla="*/ 2113217 h 5143785"/>
              <a:gd name="connsiteX33681" fmla="*/ 2854071 w 3114960"/>
              <a:gd name="connsiteY33681" fmla="*/ 2113217 h 5143785"/>
              <a:gd name="connsiteX33682" fmla="*/ 2854071 w 3114960"/>
              <a:gd name="connsiteY33682" fmla="*/ 2103596 h 5143785"/>
              <a:gd name="connsiteX33683" fmla="*/ 2857310 w 3114960"/>
              <a:gd name="connsiteY33683" fmla="*/ 2100358 h 5143785"/>
              <a:gd name="connsiteX33684" fmla="*/ 2866930 w 3114960"/>
              <a:gd name="connsiteY33684" fmla="*/ 2100358 h 5143785"/>
              <a:gd name="connsiteX33685" fmla="*/ 2870168 w 3114960"/>
              <a:gd name="connsiteY33685" fmla="*/ 2103596 h 5143785"/>
              <a:gd name="connsiteX33686" fmla="*/ 2870168 w 3114960"/>
              <a:gd name="connsiteY33686" fmla="*/ 2113217 h 5143785"/>
              <a:gd name="connsiteX33687" fmla="*/ 2866930 w 3114960"/>
              <a:gd name="connsiteY33687" fmla="*/ 2116455 h 5143785"/>
              <a:gd name="connsiteX33688" fmla="*/ 2857310 w 3114960"/>
              <a:gd name="connsiteY33688" fmla="*/ 2116455 h 5143785"/>
              <a:gd name="connsiteX33689" fmla="*/ 2854071 w 3114960"/>
              <a:gd name="connsiteY33689" fmla="*/ 2113217 h 5143785"/>
              <a:gd name="connsiteX33690" fmla="*/ 2865596 w 3114960"/>
              <a:gd name="connsiteY33690" fmla="*/ 2298859 h 5143785"/>
              <a:gd name="connsiteX33691" fmla="*/ 2858453 w 3114960"/>
              <a:gd name="connsiteY33691" fmla="*/ 2298859 h 5143785"/>
              <a:gd name="connsiteX33692" fmla="*/ 2858453 w 3114960"/>
              <a:gd name="connsiteY33692" fmla="*/ 2289334 h 5143785"/>
              <a:gd name="connsiteX33693" fmla="*/ 2865596 w 3114960"/>
              <a:gd name="connsiteY33693" fmla="*/ 2289334 h 5143785"/>
              <a:gd name="connsiteX33694" fmla="*/ 2865596 w 3114960"/>
              <a:gd name="connsiteY33694" fmla="*/ 2298859 h 5143785"/>
              <a:gd name="connsiteX33695" fmla="*/ 2858453 w 3114960"/>
              <a:gd name="connsiteY33695" fmla="*/ 2328386 h 5143785"/>
              <a:gd name="connsiteX33696" fmla="*/ 2865596 w 3114960"/>
              <a:gd name="connsiteY33696" fmla="*/ 2328386 h 5143785"/>
              <a:gd name="connsiteX33697" fmla="*/ 2865596 w 3114960"/>
              <a:gd name="connsiteY33697" fmla="*/ 2336006 h 5143785"/>
              <a:gd name="connsiteX33698" fmla="*/ 2872073 w 3114960"/>
              <a:gd name="connsiteY33698" fmla="*/ 2336006 h 5143785"/>
              <a:gd name="connsiteX33699" fmla="*/ 2878074 w 3114960"/>
              <a:gd name="connsiteY33699" fmla="*/ 2342007 h 5143785"/>
              <a:gd name="connsiteX33700" fmla="*/ 2878074 w 3114960"/>
              <a:gd name="connsiteY33700" fmla="*/ 2362105 h 5143785"/>
              <a:gd name="connsiteX33701" fmla="*/ 2872073 w 3114960"/>
              <a:gd name="connsiteY33701" fmla="*/ 2368106 h 5143785"/>
              <a:gd name="connsiteX33702" fmla="*/ 2851976 w 3114960"/>
              <a:gd name="connsiteY33702" fmla="*/ 2368106 h 5143785"/>
              <a:gd name="connsiteX33703" fmla="*/ 2845975 w 3114960"/>
              <a:gd name="connsiteY33703" fmla="*/ 2362105 h 5143785"/>
              <a:gd name="connsiteX33704" fmla="*/ 2845975 w 3114960"/>
              <a:gd name="connsiteY33704" fmla="*/ 2342007 h 5143785"/>
              <a:gd name="connsiteX33705" fmla="*/ 2851976 w 3114960"/>
              <a:gd name="connsiteY33705" fmla="*/ 2336006 h 5143785"/>
              <a:gd name="connsiteX33706" fmla="*/ 2858453 w 3114960"/>
              <a:gd name="connsiteY33706" fmla="*/ 2336006 h 5143785"/>
              <a:gd name="connsiteX33707" fmla="*/ 2858453 w 3114960"/>
              <a:gd name="connsiteY33707" fmla="*/ 2328386 h 5143785"/>
              <a:gd name="connsiteX33708" fmla="*/ 2719292 w 3114960"/>
              <a:gd name="connsiteY33708" fmla="*/ 902875 h 5143785"/>
              <a:gd name="connsiteX33709" fmla="*/ 2729770 w 3114960"/>
              <a:gd name="connsiteY33709" fmla="*/ 889349 h 5143785"/>
              <a:gd name="connsiteX33710" fmla="*/ 2743295 w 3114960"/>
              <a:gd name="connsiteY33710" fmla="*/ 899827 h 5143785"/>
              <a:gd name="connsiteX33711" fmla="*/ 2732818 w 3114960"/>
              <a:gd name="connsiteY33711" fmla="*/ 913352 h 5143785"/>
              <a:gd name="connsiteX33712" fmla="*/ 2719292 w 3114960"/>
              <a:gd name="connsiteY33712" fmla="*/ 902875 h 5143785"/>
              <a:gd name="connsiteX33713" fmla="*/ 362712 w 3114960"/>
              <a:gd name="connsiteY33713" fmla="*/ 3493008 h 5143785"/>
              <a:gd name="connsiteX33714" fmla="*/ 362712 w 3114960"/>
              <a:gd name="connsiteY33714" fmla="*/ 3511772 h 5143785"/>
              <a:gd name="connsiteX33715" fmla="*/ 358902 w 3114960"/>
              <a:gd name="connsiteY33715" fmla="*/ 3515582 h 5143785"/>
              <a:gd name="connsiteX33716" fmla="*/ 340138 w 3114960"/>
              <a:gd name="connsiteY33716" fmla="*/ 3515582 h 5143785"/>
              <a:gd name="connsiteX33717" fmla="*/ 336328 w 3114960"/>
              <a:gd name="connsiteY33717" fmla="*/ 3511772 h 5143785"/>
              <a:gd name="connsiteX33718" fmla="*/ 336328 w 3114960"/>
              <a:gd name="connsiteY33718" fmla="*/ 3493008 h 5143785"/>
              <a:gd name="connsiteX33719" fmla="*/ 340138 w 3114960"/>
              <a:gd name="connsiteY33719" fmla="*/ 3489198 h 5143785"/>
              <a:gd name="connsiteX33720" fmla="*/ 358902 w 3114960"/>
              <a:gd name="connsiteY33720" fmla="*/ 3489198 h 5143785"/>
              <a:gd name="connsiteX33721" fmla="*/ 362712 w 3114960"/>
              <a:gd name="connsiteY33721" fmla="*/ 3493008 h 5143785"/>
              <a:gd name="connsiteX33722" fmla="*/ 1161764 w 3114960"/>
              <a:gd name="connsiteY33722" fmla="*/ 2191798 h 5143785"/>
              <a:gd name="connsiteX33723" fmla="*/ 1154049 w 3114960"/>
              <a:gd name="connsiteY33723" fmla="*/ 2199513 h 5143785"/>
              <a:gd name="connsiteX33724" fmla="*/ 1161764 w 3114960"/>
              <a:gd name="connsiteY33724" fmla="*/ 2207228 h 5143785"/>
              <a:gd name="connsiteX33725" fmla="*/ 1169575 w 3114960"/>
              <a:gd name="connsiteY33725" fmla="*/ 2199513 h 5143785"/>
              <a:gd name="connsiteX33726" fmla="*/ 1161764 w 3114960"/>
              <a:gd name="connsiteY33726" fmla="*/ 2191798 h 5143785"/>
              <a:gd name="connsiteX33727" fmla="*/ 1161764 w 3114960"/>
              <a:gd name="connsiteY33727" fmla="*/ 2204847 h 5143785"/>
              <a:gd name="connsiteX33728" fmla="*/ 1156430 w 3114960"/>
              <a:gd name="connsiteY33728" fmla="*/ 2199513 h 5143785"/>
              <a:gd name="connsiteX33729" fmla="*/ 1161764 w 3114960"/>
              <a:gd name="connsiteY33729" fmla="*/ 2194179 h 5143785"/>
              <a:gd name="connsiteX33730" fmla="*/ 1167194 w 3114960"/>
              <a:gd name="connsiteY33730" fmla="*/ 2199513 h 5143785"/>
              <a:gd name="connsiteX33731" fmla="*/ 1161764 w 3114960"/>
              <a:gd name="connsiteY33731" fmla="*/ 2204847 h 5143785"/>
              <a:gd name="connsiteX33732" fmla="*/ 153162 w 3114960"/>
              <a:gd name="connsiteY33732" fmla="*/ 735425 h 5143785"/>
              <a:gd name="connsiteX33733" fmla="*/ 154972 w 3114960"/>
              <a:gd name="connsiteY33733" fmla="*/ 735521 h 5143785"/>
              <a:gd name="connsiteX33734" fmla="*/ 167545 w 3114960"/>
              <a:gd name="connsiteY33734" fmla="*/ 724662 h 5143785"/>
              <a:gd name="connsiteX33735" fmla="*/ 156782 w 3114960"/>
              <a:gd name="connsiteY33735" fmla="*/ 710279 h 5143785"/>
              <a:gd name="connsiteX33736" fmla="*/ 143256 w 3114960"/>
              <a:gd name="connsiteY33736" fmla="*/ 718090 h 5143785"/>
              <a:gd name="connsiteX33737" fmla="*/ 95 w 3114960"/>
              <a:gd name="connsiteY33737" fmla="*/ 718090 h 5143785"/>
              <a:gd name="connsiteX33738" fmla="*/ 95 w 3114960"/>
              <a:gd name="connsiteY33738" fmla="*/ 727615 h 5143785"/>
              <a:gd name="connsiteX33739" fmla="*/ 143256 w 3114960"/>
              <a:gd name="connsiteY33739" fmla="*/ 727615 h 5143785"/>
              <a:gd name="connsiteX33740" fmla="*/ 153162 w 3114960"/>
              <a:gd name="connsiteY33740" fmla="*/ 735425 h 5143785"/>
              <a:gd name="connsiteX33741" fmla="*/ 156115 w 3114960"/>
              <a:gd name="connsiteY33741" fmla="*/ 715137 h 5143785"/>
              <a:gd name="connsiteX33742" fmla="*/ 162782 w 3114960"/>
              <a:gd name="connsiteY33742" fmla="*/ 724091 h 5143785"/>
              <a:gd name="connsiteX33743" fmla="*/ 153829 w 3114960"/>
              <a:gd name="connsiteY33743" fmla="*/ 730758 h 5143785"/>
              <a:gd name="connsiteX33744" fmla="*/ 148590 w 3114960"/>
              <a:gd name="connsiteY33744" fmla="*/ 727710 h 5143785"/>
              <a:gd name="connsiteX33745" fmla="*/ 147066 w 3114960"/>
              <a:gd name="connsiteY33745" fmla="*/ 721804 h 5143785"/>
              <a:gd name="connsiteX33746" fmla="*/ 156020 w 3114960"/>
              <a:gd name="connsiteY33746" fmla="*/ 715137 h 5143785"/>
              <a:gd name="connsiteX33747" fmla="*/ 1108139 w 3114960"/>
              <a:gd name="connsiteY33747" fmla="*/ 2203990 h 5143785"/>
              <a:gd name="connsiteX33748" fmla="*/ 1106615 w 3114960"/>
              <a:gd name="connsiteY33748" fmla="*/ 2203990 h 5143785"/>
              <a:gd name="connsiteX33749" fmla="*/ 1097852 w 3114960"/>
              <a:gd name="connsiteY33749" fmla="*/ 2212658 h 5143785"/>
              <a:gd name="connsiteX33750" fmla="*/ 1097852 w 3114960"/>
              <a:gd name="connsiteY33750" fmla="*/ 2239613 h 5143785"/>
              <a:gd name="connsiteX33751" fmla="*/ 1106615 w 3114960"/>
              <a:gd name="connsiteY33751" fmla="*/ 2248281 h 5143785"/>
              <a:gd name="connsiteX33752" fmla="*/ 1108139 w 3114960"/>
              <a:gd name="connsiteY33752" fmla="*/ 2248281 h 5143785"/>
              <a:gd name="connsiteX33753" fmla="*/ 1108139 w 3114960"/>
              <a:gd name="connsiteY33753" fmla="*/ 2267522 h 5143785"/>
              <a:gd name="connsiteX33754" fmla="*/ 1116425 w 3114960"/>
              <a:gd name="connsiteY33754" fmla="*/ 2275999 h 5143785"/>
              <a:gd name="connsiteX33755" fmla="*/ 1129094 w 3114960"/>
              <a:gd name="connsiteY33755" fmla="*/ 2275999 h 5143785"/>
              <a:gd name="connsiteX33756" fmla="*/ 1129094 w 3114960"/>
              <a:gd name="connsiteY33756" fmla="*/ 2277523 h 5143785"/>
              <a:gd name="connsiteX33757" fmla="*/ 1135475 w 3114960"/>
              <a:gd name="connsiteY33757" fmla="*/ 2283905 h 5143785"/>
              <a:gd name="connsiteX33758" fmla="*/ 1162431 w 3114960"/>
              <a:gd name="connsiteY33758" fmla="*/ 2283905 h 5143785"/>
              <a:gd name="connsiteX33759" fmla="*/ 1168813 w 3114960"/>
              <a:gd name="connsiteY33759" fmla="*/ 2277523 h 5143785"/>
              <a:gd name="connsiteX33760" fmla="*/ 1168813 w 3114960"/>
              <a:gd name="connsiteY33760" fmla="*/ 2269712 h 5143785"/>
              <a:gd name="connsiteX33761" fmla="*/ 1162431 w 3114960"/>
              <a:gd name="connsiteY33761" fmla="*/ 2263426 h 5143785"/>
              <a:gd name="connsiteX33762" fmla="*/ 1135475 w 3114960"/>
              <a:gd name="connsiteY33762" fmla="*/ 2263426 h 5143785"/>
              <a:gd name="connsiteX33763" fmla="*/ 1129094 w 3114960"/>
              <a:gd name="connsiteY33763" fmla="*/ 2269712 h 5143785"/>
              <a:gd name="connsiteX33764" fmla="*/ 1129094 w 3114960"/>
              <a:gd name="connsiteY33764" fmla="*/ 2271236 h 5143785"/>
              <a:gd name="connsiteX33765" fmla="*/ 1118426 w 3114960"/>
              <a:gd name="connsiteY33765" fmla="*/ 2271236 h 5143785"/>
              <a:gd name="connsiteX33766" fmla="*/ 1112901 w 3114960"/>
              <a:gd name="connsiteY33766" fmla="*/ 2265521 h 5143785"/>
              <a:gd name="connsiteX33767" fmla="*/ 1112901 w 3114960"/>
              <a:gd name="connsiteY33767" fmla="*/ 2248281 h 5143785"/>
              <a:gd name="connsiteX33768" fmla="*/ 1114425 w 3114960"/>
              <a:gd name="connsiteY33768" fmla="*/ 2248281 h 5143785"/>
              <a:gd name="connsiteX33769" fmla="*/ 1123188 w 3114960"/>
              <a:gd name="connsiteY33769" fmla="*/ 2239613 h 5143785"/>
              <a:gd name="connsiteX33770" fmla="*/ 1123188 w 3114960"/>
              <a:gd name="connsiteY33770" fmla="*/ 2212658 h 5143785"/>
              <a:gd name="connsiteX33771" fmla="*/ 1114425 w 3114960"/>
              <a:gd name="connsiteY33771" fmla="*/ 2203990 h 5143785"/>
              <a:gd name="connsiteX33772" fmla="*/ 1112901 w 3114960"/>
              <a:gd name="connsiteY33772" fmla="*/ 2203990 h 5143785"/>
              <a:gd name="connsiteX33773" fmla="*/ 1112901 w 3114960"/>
              <a:gd name="connsiteY33773" fmla="*/ 2161318 h 5143785"/>
              <a:gd name="connsiteX33774" fmla="*/ 1137952 w 3114960"/>
              <a:gd name="connsiteY33774" fmla="*/ 2140268 h 5143785"/>
              <a:gd name="connsiteX33775" fmla="*/ 1143953 w 3114960"/>
              <a:gd name="connsiteY33775" fmla="*/ 2142173 h 5143785"/>
              <a:gd name="connsiteX33776" fmla="*/ 1155573 w 3114960"/>
              <a:gd name="connsiteY33776" fmla="*/ 2130552 h 5143785"/>
              <a:gd name="connsiteX33777" fmla="*/ 1143953 w 3114960"/>
              <a:gd name="connsiteY33777" fmla="*/ 2118932 h 5143785"/>
              <a:gd name="connsiteX33778" fmla="*/ 1132332 w 3114960"/>
              <a:gd name="connsiteY33778" fmla="*/ 2130552 h 5143785"/>
              <a:gd name="connsiteX33779" fmla="*/ 1134523 w 3114960"/>
              <a:gd name="connsiteY33779" fmla="*/ 2137029 h 5143785"/>
              <a:gd name="connsiteX33780" fmla="*/ 1108234 w 3114960"/>
              <a:gd name="connsiteY33780" fmla="*/ 2159222 h 5143785"/>
              <a:gd name="connsiteX33781" fmla="*/ 1108234 w 3114960"/>
              <a:gd name="connsiteY33781" fmla="*/ 2204085 h 5143785"/>
              <a:gd name="connsiteX33782" fmla="*/ 1143857 w 3114960"/>
              <a:gd name="connsiteY33782" fmla="*/ 2121218 h 5143785"/>
              <a:gd name="connsiteX33783" fmla="*/ 1153097 w 3114960"/>
              <a:gd name="connsiteY33783" fmla="*/ 2130457 h 5143785"/>
              <a:gd name="connsiteX33784" fmla="*/ 1143857 w 3114960"/>
              <a:gd name="connsiteY33784" fmla="*/ 2139696 h 5143785"/>
              <a:gd name="connsiteX33785" fmla="*/ 1134618 w 3114960"/>
              <a:gd name="connsiteY33785" fmla="*/ 2130457 h 5143785"/>
              <a:gd name="connsiteX33786" fmla="*/ 1143857 w 3114960"/>
              <a:gd name="connsiteY33786" fmla="*/ 2121218 h 5143785"/>
              <a:gd name="connsiteX33787" fmla="*/ 1114425 w 3114960"/>
              <a:gd name="connsiteY33787" fmla="*/ 2208752 h 5143785"/>
              <a:gd name="connsiteX33788" fmla="*/ 1118426 w 3114960"/>
              <a:gd name="connsiteY33788" fmla="*/ 2212658 h 5143785"/>
              <a:gd name="connsiteX33789" fmla="*/ 1118426 w 3114960"/>
              <a:gd name="connsiteY33789" fmla="*/ 2239613 h 5143785"/>
              <a:gd name="connsiteX33790" fmla="*/ 1114425 w 3114960"/>
              <a:gd name="connsiteY33790" fmla="*/ 2243519 h 5143785"/>
              <a:gd name="connsiteX33791" fmla="*/ 1106615 w 3114960"/>
              <a:gd name="connsiteY33791" fmla="*/ 2243519 h 5143785"/>
              <a:gd name="connsiteX33792" fmla="*/ 1102614 w 3114960"/>
              <a:gd name="connsiteY33792" fmla="*/ 2239613 h 5143785"/>
              <a:gd name="connsiteX33793" fmla="*/ 1102614 w 3114960"/>
              <a:gd name="connsiteY33793" fmla="*/ 2212658 h 5143785"/>
              <a:gd name="connsiteX33794" fmla="*/ 1106615 w 3114960"/>
              <a:gd name="connsiteY33794" fmla="*/ 2208752 h 5143785"/>
              <a:gd name="connsiteX33795" fmla="*/ 1114425 w 3114960"/>
              <a:gd name="connsiteY33795" fmla="*/ 2208752 h 5143785"/>
              <a:gd name="connsiteX33796" fmla="*/ 184785 w 3114960"/>
              <a:gd name="connsiteY33796" fmla="*/ 2877693 h 5143785"/>
              <a:gd name="connsiteX33797" fmla="*/ 184785 w 3114960"/>
              <a:gd name="connsiteY33797" fmla="*/ 2877693 h 5143785"/>
              <a:gd name="connsiteX33798" fmla="*/ 170688 w 3114960"/>
              <a:gd name="connsiteY33798" fmla="*/ 2866739 h 5143785"/>
              <a:gd name="connsiteX33799" fmla="*/ 162306 w 3114960"/>
              <a:gd name="connsiteY33799" fmla="*/ 2871502 h 5143785"/>
              <a:gd name="connsiteX33800" fmla="*/ 160211 w 3114960"/>
              <a:gd name="connsiteY33800" fmla="*/ 2875693 h 5143785"/>
              <a:gd name="connsiteX33801" fmla="*/ 94774 w 3114960"/>
              <a:gd name="connsiteY33801" fmla="*/ 2875693 h 5143785"/>
              <a:gd name="connsiteX33802" fmla="*/ 73343 w 3114960"/>
              <a:gd name="connsiteY33802" fmla="*/ 2893790 h 5143785"/>
              <a:gd name="connsiteX33803" fmla="*/ 95 w 3114960"/>
              <a:gd name="connsiteY33803" fmla="*/ 2893790 h 5143785"/>
              <a:gd name="connsiteX33804" fmla="*/ 95 w 3114960"/>
              <a:gd name="connsiteY33804" fmla="*/ 2900934 h 5143785"/>
              <a:gd name="connsiteX33805" fmla="*/ 75914 w 3114960"/>
              <a:gd name="connsiteY33805" fmla="*/ 2900934 h 5143785"/>
              <a:gd name="connsiteX33806" fmla="*/ 97346 w 3114960"/>
              <a:gd name="connsiteY33806" fmla="*/ 2882837 h 5143785"/>
              <a:gd name="connsiteX33807" fmla="*/ 160401 w 3114960"/>
              <a:gd name="connsiteY33807" fmla="*/ 2882837 h 5143785"/>
              <a:gd name="connsiteX33808" fmla="*/ 172307 w 3114960"/>
              <a:gd name="connsiteY33808" fmla="*/ 2891885 h 5143785"/>
              <a:gd name="connsiteX33809" fmla="*/ 173927 w 3114960"/>
              <a:gd name="connsiteY33809" fmla="*/ 2891790 h 5143785"/>
              <a:gd name="connsiteX33810" fmla="*/ 184880 w 3114960"/>
              <a:gd name="connsiteY33810" fmla="*/ 2877693 h 5143785"/>
              <a:gd name="connsiteX33811" fmla="*/ 173260 w 3114960"/>
              <a:gd name="connsiteY33811" fmla="*/ 2887123 h 5143785"/>
              <a:gd name="connsiteX33812" fmla="*/ 164402 w 3114960"/>
              <a:gd name="connsiteY33812" fmla="*/ 2880360 h 5143785"/>
              <a:gd name="connsiteX33813" fmla="*/ 166021 w 3114960"/>
              <a:gd name="connsiteY33813" fmla="*/ 2874550 h 5143785"/>
              <a:gd name="connsiteX33814" fmla="*/ 171260 w 3114960"/>
              <a:gd name="connsiteY33814" fmla="*/ 2871597 h 5143785"/>
              <a:gd name="connsiteX33815" fmla="*/ 172212 w 3114960"/>
              <a:gd name="connsiteY33815" fmla="*/ 2871597 h 5143785"/>
              <a:gd name="connsiteX33816" fmla="*/ 180023 w 3114960"/>
              <a:gd name="connsiteY33816" fmla="*/ 2878455 h 5143785"/>
              <a:gd name="connsiteX33817" fmla="*/ 173165 w 3114960"/>
              <a:gd name="connsiteY33817" fmla="*/ 2887218 h 5143785"/>
              <a:gd name="connsiteX33818" fmla="*/ 706279 w 3114960"/>
              <a:gd name="connsiteY33818" fmla="*/ 666274 h 5143785"/>
              <a:gd name="connsiteX33819" fmla="*/ 697040 w 3114960"/>
              <a:gd name="connsiteY33819" fmla="*/ 658940 h 5143785"/>
              <a:gd name="connsiteX33820" fmla="*/ 687229 w 3114960"/>
              <a:gd name="connsiteY33820" fmla="*/ 668750 h 5143785"/>
              <a:gd name="connsiteX33821" fmla="*/ 697040 w 3114960"/>
              <a:gd name="connsiteY33821" fmla="*/ 678561 h 5143785"/>
              <a:gd name="connsiteX33822" fmla="*/ 706279 w 3114960"/>
              <a:gd name="connsiteY33822" fmla="*/ 671132 h 5143785"/>
              <a:gd name="connsiteX33823" fmla="*/ 725996 w 3114960"/>
              <a:gd name="connsiteY33823" fmla="*/ 670846 h 5143785"/>
              <a:gd name="connsiteX33824" fmla="*/ 746474 w 3114960"/>
              <a:gd name="connsiteY33824" fmla="*/ 653320 h 5143785"/>
              <a:gd name="connsiteX33825" fmla="*/ 810292 w 3114960"/>
              <a:gd name="connsiteY33825" fmla="*/ 653320 h 5143785"/>
              <a:gd name="connsiteX33826" fmla="*/ 819436 w 3114960"/>
              <a:gd name="connsiteY33826" fmla="*/ 659797 h 5143785"/>
              <a:gd name="connsiteX33827" fmla="*/ 829247 w 3114960"/>
              <a:gd name="connsiteY33827" fmla="*/ 649986 h 5143785"/>
              <a:gd name="connsiteX33828" fmla="*/ 819436 w 3114960"/>
              <a:gd name="connsiteY33828" fmla="*/ 640175 h 5143785"/>
              <a:gd name="connsiteX33829" fmla="*/ 810006 w 3114960"/>
              <a:gd name="connsiteY33829" fmla="*/ 648367 h 5143785"/>
              <a:gd name="connsiteX33830" fmla="*/ 744760 w 3114960"/>
              <a:gd name="connsiteY33830" fmla="*/ 648367 h 5143785"/>
              <a:gd name="connsiteX33831" fmla="*/ 724281 w 3114960"/>
              <a:gd name="connsiteY33831" fmla="*/ 665988 h 5143785"/>
              <a:gd name="connsiteX33832" fmla="*/ 706279 w 3114960"/>
              <a:gd name="connsiteY33832" fmla="*/ 666179 h 5143785"/>
              <a:gd name="connsiteX33833" fmla="*/ 697040 w 3114960"/>
              <a:gd name="connsiteY33833" fmla="*/ 673703 h 5143785"/>
              <a:gd name="connsiteX33834" fmla="*/ 691991 w 3114960"/>
              <a:gd name="connsiteY33834" fmla="*/ 668655 h 5143785"/>
              <a:gd name="connsiteX33835" fmla="*/ 697040 w 3114960"/>
              <a:gd name="connsiteY33835" fmla="*/ 663607 h 5143785"/>
              <a:gd name="connsiteX33836" fmla="*/ 701993 w 3114960"/>
              <a:gd name="connsiteY33836" fmla="*/ 668655 h 5143785"/>
              <a:gd name="connsiteX33837" fmla="*/ 697040 w 3114960"/>
              <a:gd name="connsiteY33837" fmla="*/ 673703 h 5143785"/>
              <a:gd name="connsiteX33838" fmla="*/ 819531 w 3114960"/>
              <a:gd name="connsiteY33838" fmla="*/ 645033 h 5143785"/>
              <a:gd name="connsiteX33839" fmla="*/ 824579 w 3114960"/>
              <a:gd name="connsiteY33839" fmla="*/ 650081 h 5143785"/>
              <a:gd name="connsiteX33840" fmla="*/ 819531 w 3114960"/>
              <a:gd name="connsiteY33840" fmla="*/ 655129 h 5143785"/>
              <a:gd name="connsiteX33841" fmla="*/ 814483 w 3114960"/>
              <a:gd name="connsiteY33841" fmla="*/ 650081 h 5143785"/>
              <a:gd name="connsiteX33842" fmla="*/ 819531 w 3114960"/>
              <a:gd name="connsiteY33842" fmla="*/ 645033 h 5143785"/>
              <a:gd name="connsiteX33843" fmla="*/ 681038 w 3114960"/>
              <a:gd name="connsiteY33843" fmla="*/ 762857 h 5143785"/>
              <a:gd name="connsiteX33844" fmla="*/ 670941 w 3114960"/>
              <a:gd name="connsiteY33844" fmla="*/ 772954 h 5143785"/>
              <a:gd name="connsiteX33845" fmla="*/ 660845 w 3114960"/>
              <a:gd name="connsiteY33845" fmla="*/ 762857 h 5143785"/>
              <a:gd name="connsiteX33846" fmla="*/ 670941 w 3114960"/>
              <a:gd name="connsiteY33846" fmla="*/ 752761 h 5143785"/>
              <a:gd name="connsiteX33847" fmla="*/ 681038 w 3114960"/>
              <a:gd name="connsiteY33847" fmla="*/ 762857 h 5143785"/>
              <a:gd name="connsiteX33848" fmla="*/ 95 w 3114960"/>
              <a:gd name="connsiteY33848" fmla="*/ 690658 h 5143785"/>
              <a:gd name="connsiteX33849" fmla="*/ 95 w 3114960"/>
              <a:gd name="connsiteY33849" fmla="*/ 683514 h 5143785"/>
              <a:gd name="connsiteX33850" fmla="*/ 28956 w 3114960"/>
              <a:gd name="connsiteY33850" fmla="*/ 654463 h 5143785"/>
              <a:gd name="connsiteX33851" fmla="*/ 95 w 3114960"/>
              <a:gd name="connsiteY33851" fmla="*/ 625412 h 5143785"/>
              <a:gd name="connsiteX33852" fmla="*/ 95 w 3114960"/>
              <a:gd name="connsiteY33852" fmla="*/ 618268 h 5143785"/>
              <a:gd name="connsiteX33853" fmla="*/ 36100 w 3114960"/>
              <a:gd name="connsiteY33853" fmla="*/ 654463 h 5143785"/>
              <a:gd name="connsiteX33854" fmla="*/ 95 w 3114960"/>
              <a:gd name="connsiteY33854" fmla="*/ 690658 h 5143785"/>
              <a:gd name="connsiteX33855" fmla="*/ 144590 w 3114960"/>
              <a:gd name="connsiteY33855" fmla="*/ 2957322 h 5143785"/>
              <a:gd name="connsiteX33856" fmla="*/ 130683 w 3114960"/>
              <a:gd name="connsiteY33856" fmla="*/ 2947130 h 5143785"/>
              <a:gd name="connsiteX33857" fmla="*/ 122301 w 3114960"/>
              <a:gd name="connsiteY33857" fmla="*/ 2951893 h 5143785"/>
              <a:gd name="connsiteX33858" fmla="*/ 119729 w 3114960"/>
              <a:gd name="connsiteY33858" fmla="*/ 2961227 h 5143785"/>
              <a:gd name="connsiteX33859" fmla="*/ 132302 w 3114960"/>
              <a:gd name="connsiteY33859" fmla="*/ 2972276 h 5143785"/>
              <a:gd name="connsiteX33860" fmla="*/ 133922 w 3114960"/>
              <a:gd name="connsiteY33860" fmla="*/ 2972181 h 5143785"/>
              <a:gd name="connsiteX33861" fmla="*/ 144685 w 3114960"/>
              <a:gd name="connsiteY33861" fmla="*/ 2961989 h 5143785"/>
              <a:gd name="connsiteX33862" fmla="*/ 166021 w 3114960"/>
              <a:gd name="connsiteY33862" fmla="*/ 2961989 h 5143785"/>
              <a:gd name="connsiteX33863" fmla="*/ 179832 w 3114960"/>
              <a:gd name="connsiteY33863" fmla="*/ 2930938 h 5143785"/>
              <a:gd name="connsiteX33864" fmla="*/ 163925 w 3114960"/>
              <a:gd name="connsiteY33864" fmla="*/ 2918079 h 5143785"/>
              <a:gd name="connsiteX33865" fmla="*/ 111728 w 3114960"/>
              <a:gd name="connsiteY33865" fmla="*/ 2918079 h 5143785"/>
              <a:gd name="connsiteX33866" fmla="*/ 100584 w 3114960"/>
              <a:gd name="connsiteY33866" fmla="*/ 2910269 h 5143785"/>
              <a:gd name="connsiteX33867" fmla="*/ 91726 w 3114960"/>
              <a:gd name="connsiteY33867" fmla="*/ 2921699 h 5143785"/>
              <a:gd name="connsiteX33868" fmla="*/ 103156 w 3114960"/>
              <a:gd name="connsiteY33868" fmla="*/ 2930557 h 5143785"/>
              <a:gd name="connsiteX33869" fmla="*/ 111728 w 3114960"/>
              <a:gd name="connsiteY33869" fmla="*/ 2922746 h 5143785"/>
              <a:gd name="connsiteX33870" fmla="*/ 162116 w 3114960"/>
              <a:gd name="connsiteY33870" fmla="*/ 2922746 h 5143785"/>
              <a:gd name="connsiteX33871" fmla="*/ 173831 w 3114960"/>
              <a:gd name="connsiteY33871" fmla="*/ 2932176 h 5143785"/>
              <a:gd name="connsiteX33872" fmla="*/ 162782 w 3114960"/>
              <a:gd name="connsiteY33872" fmla="*/ 2957036 h 5143785"/>
              <a:gd name="connsiteX33873" fmla="*/ 144399 w 3114960"/>
              <a:gd name="connsiteY33873" fmla="*/ 2957036 h 5143785"/>
              <a:gd name="connsiteX33874" fmla="*/ 133350 w 3114960"/>
              <a:gd name="connsiteY33874" fmla="*/ 2967514 h 5143785"/>
              <a:gd name="connsiteX33875" fmla="*/ 124492 w 3114960"/>
              <a:gd name="connsiteY33875" fmla="*/ 2960751 h 5143785"/>
              <a:gd name="connsiteX33876" fmla="*/ 126111 w 3114960"/>
              <a:gd name="connsiteY33876" fmla="*/ 2954941 h 5143785"/>
              <a:gd name="connsiteX33877" fmla="*/ 131350 w 3114960"/>
              <a:gd name="connsiteY33877" fmla="*/ 2951988 h 5143785"/>
              <a:gd name="connsiteX33878" fmla="*/ 132302 w 3114960"/>
              <a:gd name="connsiteY33878" fmla="*/ 2951988 h 5143785"/>
              <a:gd name="connsiteX33879" fmla="*/ 140113 w 3114960"/>
              <a:gd name="connsiteY33879" fmla="*/ 2958846 h 5143785"/>
              <a:gd name="connsiteX33880" fmla="*/ 133255 w 3114960"/>
              <a:gd name="connsiteY33880" fmla="*/ 2967609 h 5143785"/>
              <a:gd name="connsiteX33881" fmla="*/ 210122 w 3114960"/>
              <a:gd name="connsiteY33881" fmla="*/ 3856577 h 5143785"/>
              <a:gd name="connsiteX33882" fmla="*/ 260509 w 3114960"/>
              <a:gd name="connsiteY33882" fmla="*/ 3856577 h 5143785"/>
              <a:gd name="connsiteX33883" fmla="*/ 260509 w 3114960"/>
              <a:gd name="connsiteY33883" fmla="*/ 3860578 h 5143785"/>
              <a:gd name="connsiteX33884" fmla="*/ 267367 w 3114960"/>
              <a:gd name="connsiteY33884" fmla="*/ 3867436 h 5143785"/>
              <a:gd name="connsiteX33885" fmla="*/ 271367 w 3114960"/>
              <a:gd name="connsiteY33885" fmla="*/ 3867436 h 5143785"/>
              <a:gd name="connsiteX33886" fmla="*/ 271367 w 3114960"/>
              <a:gd name="connsiteY33886" fmla="*/ 3897725 h 5143785"/>
              <a:gd name="connsiteX33887" fmla="*/ 303848 w 3114960"/>
              <a:gd name="connsiteY33887" fmla="*/ 3930015 h 5143785"/>
              <a:gd name="connsiteX33888" fmla="*/ 419100 w 3114960"/>
              <a:gd name="connsiteY33888" fmla="*/ 3930015 h 5143785"/>
              <a:gd name="connsiteX33889" fmla="*/ 419386 w 3114960"/>
              <a:gd name="connsiteY33889" fmla="*/ 3931825 h 5143785"/>
              <a:gd name="connsiteX33890" fmla="*/ 425863 w 3114960"/>
              <a:gd name="connsiteY33890" fmla="*/ 3939064 h 5143785"/>
              <a:gd name="connsiteX33891" fmla="*/ 431387 w 3114960"/>
              <a:gd name="connsiteY33891" fmla="*/ 3940302 h 5143785"/>
              <a:gd name="connsiteX33892" fmla="*/ 435578 w 3114960"/>
              <a:gd name="connsiteY33892" fmla="*/ 3939540 h 5143785"/>
              <a:gd name="connsiteX33893" fmla="*/ 442817 w 3114960"/>
              <a:gd name="connsiteY33893" fmla="*/ 3933063 h 5143785"/>
              <a:gd name="connsiteX33894" fmla="*/ 443389 w 3114960"/>
              <a:gd name="connsiteY33894" fmla="*/ 3923443 h 5143785"/>
              <a:gd name="connsiteX33895" fmla="*/ 436912 w 3114960"/>
              <a:gd name="connsiteY33895" fmla="*/ 3916204 h 5143785"/>
              <a:gd name="connsiteX33896" fmla="*/ 427292 w 3114960"/>
              <a:gd name="connsiteY33896" fmla="*/ 3915632 h 5143785"/>
              <a:gd name="connsiteX33897" fmla="*/ 420053 w 3114960"/>
              <a:gd name="connsiteY33897" fmla="*/ 3922109 h 5143785"/>
              <a:gd name="connsiteX33898" fmla="*/ 419290 w 3114960"/>
              <a:gd name="connsiteY33898" fmla="*/ 3925253 h 5143785"/>
              <a:gd name="connsiteX33899" fmla="*/ 306038 w 3114960"/>
              <a:gd name="connsiteY33899" fmla="*/ 3925253 h 5143785"/>
              <a:gd name="connsiteX33900" fmla="*/ 276320 w 3114960"/>
              <a:gd name="connsiteY33900" fmla="*/ 3895725 h 5143785"/>
              <a:gd name="connsiteX33901" fmla="*/ 276320 w 3114960"/>
              <a:gd name="connsiteY33901" fmla="*/ 3867436 h 5143785"/>
              <a:gd name="connsiteX33902" fmla="*/ 280321 w 3114960"/>
              <a:gd name="connsiteY33902" fmla="*/ 3867436 h 5143785"/>
              <a:gd name="connsiteX33903" fmla="*/ 287179 w 3114960"/>
              <a:gd name="connsiteY33903" fmla="*/ 3860578 h 5143785"/>
              <a:gd name="connsiteX33904" fmla="*/ 287179 w 3114960"/>
              <a:gd name="connsiteY33904" fmla="*/ 3847910 h 5143785"/>
              <a:gd name="connsiteX33905" fmla="*/ 280321 w 3114960"/>
              <a:gd name="connsiteY33905" fmla="*/ 3841052 h 5143785"/>
              <a:gd name="connsiteX33906" fmla="*/ 267653 w 3114960"/>
              <a:gd name="connsiteY33906" fmla="*/ 3841052 h 5143785"/>
              <a:gd name="connsiteX33907" fmla="*/ 260795 w 3114960"/>
              <a:gd name="connsiteY33907" fmla="*/ 3847910 h 5143785"/>
              <a:gd name="connsiteX33908" fmla="*/ 260795 w 3114960"/>
              <a:gd name="connsiteY33908" fmla="*/ 3851815 h 5143785"/>
              <a:gd name="connsiteX33909" fmla="*/ 208502 w 3114960"/>
              <a:gd name="connsiteY33909" fmla="*/ 3851815 h 5143785"/>
              <a:gd name="connsiteX33910" fmla="*/ 186690 w 3114960"/>
              <a:gd name="connsiteY33910" fmla="*/ 3872960 h 5143785"/>
              <a:gd name="connsiteX33911" fmla="*/ 121825 w 3114960"/>
              <a:gd name="connsiteY33911" fmla="*/ 3872960 h 5143785"/>
              <a:gd name="connsiteX33912" fmla="*/ 121825 w 3114960"/>
              <a:gd name="connsiteY33912" fmla="*/ 3877723 h 5143785"/>
              <a:gd name="connsiteX33913" fmla="*/ 188595 w 3114960"/>
              <a:gd name="connsiteY33913" fmla="*/ 3877723 h 5143785"/>
              <a:gd name="connsiteX33914" fmla="*/ 210407 w 3114960"/>
              <a:gd name="connsiteY33914" fmla="*/ 3856482 h 5143785"/>
              <a:gd name="connsiteX33915" fmla="*/ 424148 w 3114960"/>
              <a:gd name="connsiteY33915" fmla="*/ 3924205 h 5143785"/>
              <a:gd name="connsiteX33916" fmla="*/ 428625 w 3114960"/>
              <a:gd name="connsiteY33916" fmla="*/ 3920204 h 5143785"/>
              <a:gd name="connsiteX33917" fmla="*/ 431197 w 3114960"/>
              <a:gd name="connsiteY33917" fmla="*/ 3919728 h 5143785"/>
              <a:gd name="connsiteX33918" fmla="*/ 438626 w 3114960"/>
              <a:gd name="connsiteY33918" fmla="*/ 3924967 h 5143785"/>
              <a:gd name="connsiteX33919" fmla="*/ 433769 w 3114960"/>
              <a:gd name="connsiteY33919" fmla="*/ 3934968 h 5143785"/>
              <a:gd name="connsiteX33920" fmla="*/ 423767 w 3114960"/>
              <a:gd name="connsiteY33920" fmla="*/ 3930110 h 5143785"/>
              <a:gd name="connsiteX33921" fmla="*/ 424148 w 3114960"/>
              <a:gd name="connsiteY33921" fmla="*/ 3924110 h 5143785"/>
              <a:gd name="connsiteX33922" fmla="*/ 265271 w 3114960"/>
              <a:gd name="connsiteY33922" fmla="*/ 3848005 h 5143785"/>
              <a:gd name="connsiteX33923" fmla="*/ 267367 w 3114960"/>
              <a:gd name="connsiteY33923" fmla="*/ 3845909 h 5143785"/>
              <a:gd name="connsiteX33924" fmla="*/ 280035 w 3114960"/>
              <a:gd name="connsiteY33924" fmla="*/ 3845909 h 5143785"/>
              <a:gd name="connsiteX33925" fmla="*/ 282131 w 3114960"/>
              <a:gd name="connsiteY33925" fmla="*/ 3848005 h 5143785"/>
              <a:gd name="connsiteX33926" fmla="*/ 282131 w 3114960"/>
              <a:gd name="connsiteY33926" fmla="*/ 3860673 h 5143785"/>
              <a:gd name="connsiteX33927" fmla="*/ 280035 w 3114960"/>
              <a:gd name="connsiteY33927" fmla="*/ 3862769 h 5143785"/>
              <a:gd name="connsiteX33928" fmla="*/ 267367 w 3114960"/>
              <a:gd name="connsiteY33928" fmla="*/ 3862769 h 5143785"/>
              <a:gd name="connsiteX33929" fmla="*/ 265271 w 3114960"/>
              <a:gd name="connsiteY33929" fmla="*/ 3860673 h 5143785"/>
              <a:gd name="connsiteX33930" fmla="*/ 265271 w 3114960"/>
              <a:gd name="connsiteY33930" fmla="*/ 3848005 h 5143785"/>
              <a:gd name="connsiteX33931" fmla="*/ 492633 w 3114960"/>
              <a:gd name="connsiteY33931" fmla="*/ 3490817 h 5143785"/>
              <a:gd name="connsiteX33932" fmla="*/ 481489 w 3114960"/>
              <a:gd name="connsiteY33932" fmla="*/ 3500057 h 5143785"/>
              <a:gd name="connsiteX33933" fmla="*/ 367475 w 3114960"/>
              <a:gd name="connsiteY33933" fmla="*/ 3500057 h 5143785"/>
              <a:gd name="connsiteX33934" fmla="*/ 367475 w 3114960"/>
              <a:gd name="connsiteY33934" fmla="*/ 3487674 h 5143785"/>
              <a:gd name="connsiteX33935" fmla="*/ 364331 w 3114960"/>
              <a:gd name="connsiteY33935" fmla="*/ 3484531 h 5143785"/>
              <a:gd name="connsiteX33936" fmla="*/ 334709 w 3114960"/>
              <a:gd name="connsiteY33936" fmla="*/ 3484531 h 5143785"/>
              <a:gd name="connsiteX33937" fmla="*/ 331565 w 3114960"/>
              <a:gd name="connsiteY33937" fmla="*/ 3487674 h 5143785"/>
              <a:gd name="connsiteX33938" fmla="*/ 331565 w 3114960"/>
              <a:gd name="connsiteY33938" fmla="*/ 3491389 h 5143785"/>
              <a:gd name="connsiteX33939" fmla="*/ 181737 w 3114960"/>
              <a:gd name="connsiteY33939" fmla="*/ 3491389 h 5143785"/>
              <a:gd name="connsiteX33940" fmla="*/ 36957 w 3114960"/>
              <a:gd name="connsiteY33940" fmla="*/ 3364897 h 5143785"/>
              <a:gd name="connsiteX33941" fmla="*/ 36290 w 3114960"/>
              <a:gd name="connsiteY33941" fmla="*/ 3364325 h 5143785"/>
              <a:gd name="connsiteX33942" fmla="*/ 191 w 3114960"/>
              <a:gd name="connsiteY33942" fmla="*/ 3364040 h 5143785"/>
              <a:gd name="connsiteX33943" fmla="*/ 191 w 3114960"/>
              <a:gd name="connsiteY33943" fmla="*/ 3368802 h 5143785"/>
              <a:gd name="connsiteX33944" fmla="*/ 34481 w 3114960"/>
              <a:gd name="connsiteY33944" fmla="*/ 3369088 h 5143785"/>
              <a:gd name="connsiteX33945" fmla="*/ 179261 w 3114960"/>
              <a:gd name="connsiteY33945" fmla="*/ 3495580 h 5143785"/>
              <a:gd name="connsiteX33946" fmla="*/ 179927 w 3114960"/>
              <a:gd name="connsiteY33946" fmla="*/ 3496151 h 5143785"/>
              <a:gd name="connsiteX33947" fmla="*/ 331565 w 3114960"/>
              <a:gd name="connsiteY33947" fmla="*/ 3496151 h 5143785"/>
              <a:gd name="connsiteX33948" fmla="*/ 331565 w 3114960"/>
              <a:gd name="connsiteY33948" fmla="*/ 3510248 h 5143785"/>
              <a:gd name="connsiteX33949" fmla="*/ 231362 w 3114960"/>
              <a:gd name="connsiteY33949" fmla="*/ 3510248 h 5143785"/>
              <a:gd name="connsiteX33950" fmla="*/ 209074 w 3114960"/>
              <a:gd name="connsiteY33950" fmla="*/ 3527203 h 5143785"/>
              <a:gd name="connsiteX33951" fmla="*/ 149638 w 3114960"/>
              <a:gd name="connsiteY33951" fmla="*/ 3527203 h 5143785"/>
              <a:gd name="connsiteX33952" fmla="*/ 4572 w 3114960"/>
              <a:gd name="connsiteY33952" fmla="*/ 3400520 h 5143785"/>
              <a:gd name="connsiteX33953" fmla="*/ 3905 w 3114960"/>
              <a:gd name="connsiteY33953" fmla="*/ 3399949 h 5143785"/>
              <a:gd name="connsiteX33954" fmla="*/ 95 w 3114960"/>
              <a:gd name="connsiteY33954" fmla="*/ 3399949 h 5143785"/>
              <a:gd name="connsiteX33955" fmla="*/ 95 w 3114960"/>
              <a:gd name="connsiteY33955" fmla="*/ 3404711 h 5143785"/>
              <a:gd name="connsiteX33956" fmla="*/ 2096 w 3114960"/>
              <a:gd name="connsiteY33956" fmla="*/ 3404711 h 5143785"/>
              <a:gd name="connsiteX33957" fmla="*/ 147161 w 3114960"/>
              <a:gd name="connsiteY33957" fmla="*/ 3531394 h 5143785"/>
              <a:gd name="connsiteX33958" fmla="*/ 147828 w 3114960"/>
              <a:gd name="connsiteY33958" fmla="*/ 3531965 h 5143785"/>
              <a:gd name="connsiteX33959" fmla="*/ 210693 w 3114960"/>
              <a:gd name="connsiteY33959" fmla="*/ 3531965 h 5143785"/>
              <a:gd name="connsiteX33960" fmla="*/ 232982 w 3114960"/>
              <a:gd name="connsiteY33960" fmla="*/ 3515011 h 5143785"/>
              <a:gd name="connsiteX33961" fmla="*/ 331565 w 3114960"/>
              <a:gd name="connsiteY33961" fmla="*/ 3515011 h 5143785"/>
              <a:gd name="connsiteX33962" fmla="*/ 331565 w 3114960"/>
              <a:gd name="connsiteY33962" fmla="*/ 3517297 h 5143785"/>
              <a:gd name="connsiteX33963" fmla="*/ 334709 w 3114960"/>
              <a:gd name="connsiteY33963" fmla="*/ 3520440 h 5143785"/>
              <a:gd name="connsiteX33964" fmla="*/ 364331 w 3114960"/>
              <a:gd name="connsiteY33964" fmla="*/ 3520440 h 5143785"/>
              <a:gd name="connsiteX33965" fmla="*/ 367475 w 3114960"/>
              <a:gd name="connsiteY33965" fmla="*/ 3517297 h 5143785"/>
              <a:gd name="connsiteX33966" fmla="*/ 367475 w 3114960"/>
              <a:gd name="connsiteY33966" fmla="*/ 3504914 h 5143785"/>
              <a:gd name="connsiteX33967" fmla="*/ 481489 w 3114960"/>
              <a:gd name="connsiteY33967" fmla="*/ 3504914 h 5143785"/>
              <a:gd name="connsiteX33968" fmla="*/ 492633 w 3114960"/>
              <a:gd name="connsiteY33968" fmla="*/ 3514154 h 5143785"/>
              <a:gd name="connsiteX33969" fmla="*/ 503682 w 3114960"/>
              <a:gd name="connsiteY33969" fmla="*/ 3505105 h 5143785"/>
              <a:gd name="connsiteX33970" fmla="*/ 511302 w 3114960"/>
              <a:gd name="connsiteY33970" fmla="*/ 3505105 h 5143785"/>
              <a:gd name="connsiteX33971" fmla="*/ 511302 w 3114960"/>
              <a:gd name="connsiteY33971" fmla="*/ 3500342 h 5143785"/>
              <a:gd name="connsiteX33972" fmla="*/ 503777 w 3114960"/>
              <a:gd name="connsiteY33972" fmla="*/ 3500342 h 5143785"/>
              <a:gd name="connsiteX33973" fmla="*/ 492633 w 3114960"/>
              <a:gd name="connsiteY33973" fmla="*/ 3490913 h 5143785"/>
              <a:gd name="connsiteX33974" fmla="*/ 364998 w 3114960"/>
              <a:gd name="connsiteY33974" fmla="*/ 3517202 h 5143785"/>
              <a:gd name="connsiteX33975" fmla="*/ 364236 w 3114960"/>
              <a:gd name="connsiteY33975" fmla="*/ 3517963 h 5143785"/>
              <a:gd name="connsiteX33976" fmla="*/ 334613 w 3114960"/>
              <a:gd name="connsiteY33976" fmla="*/ 3517963 h 5143785"/>
              <a:gd name="connsiteX33977" fmla="*/ 333851 w 3114960"/>
              <a:gd name="connsiteY33977" fmla="*/ 3517202 h 5143785"/>
              <a:gd name="connsiteX33978" fmla="*/ 333851 w 3114960"/>
              <a:gd name="connsiteY33978" fmla="*/ 3487579 h 5143785"/>
              <a:gd name="connsiteX33979" fmla="*/ 334613 w 3114960"/>
              <a:gd name="connsiteY33979" fmla="*/ 3486817 h 5143785"/>
              <a:gd name="connsiteX33980" fmla="*/ 364236 w 3114960"/>
              <a:gd name="connsiteY33980" fmla="*/ 3486817 h 5143785"/>
              <a:gd name="connsiteX33981" fmla="*/ 364998 w 3114960"/>
              <a:gd name="connsiteY33981" fmla="*/ 3487579 h 5143785"/>
              <a:gd name="connsiteX33982" fmla="*/ 364998 w 3114960"/>
              <a:gd name="connsiteY33982" fmla="*/ 3517202 h 5143785"/>
              <a:gd name="connsiteX33983" fmla="*/ 492633 w 3114960"/>
              <a:gd name="connsiteY33983" fmla="*/ 3509296 h 5143785"/>
              <a:gd name="connsiteX33984" fmla="*/ 486061 w 3114960"/>
              <a:gd name="connsiteY33984" fmla="*/ 3503867 h 5143785"/>
              <a:gd name="connsiteX33985" fmla="*/ 486061 w 3114960"/>
              <a:gd name="connsiteY33985" fmla="*/ 3501009 h 5143785"/>
              <a:gd name="connsiteX33986" fmla="*/ 492633 w 3114960"/>
              <a:gd name="connsiteY33986" fmla="*/ 3495580 h 5143785"/>
              <a:gd name="connsiteX33987" fmla="*/ 499491 w 3114960"/>
              <a:gd name="connsiteY33987" fmla="*/ 3502438 h 5143785"/>
              <a:gd name="connsiteX33988" fmla="*/ 492633 w 3114960"/>
              <a:gd name="connsiteY33988" fmla="*/ 3509296 h 5143785"/>
              <a:gd name="connsiteX33989" fmla="*/ 1161764 w 3114960"/>
              <a:gd name="connsiteY33989" fmla="*/ 2187893 h 5143785"/>
              <a:gd name="connsiteX33990" fmla="*/ 1150144 w 3114960"/>
              <a:gd name="connsiteY33990" fmla="*/ 2199513 h 5143785"/>
              <a:gd name="connsiteX33991" fmla="*/ 1161764 w 3114960"/>
              <a:gd name="connsiteY33991" fmla="*/ 2211134 h 5143785"/>
              <a:gd name="connsiteX33992" fmla="*/ 1173385 w 3114960"/>
              <a:gd name="connsiteY33992" fmla="*/ 2199513 h 5143785"/>
              <a:gd name="connsiteX33993" fmla="*/ 1161764 w 3114960"/>
              <a:gd name="connsiteY33993" fmla="*/ 2187893 h 5143785"/>
              <a:gd name="connsiteX33994" fmla="*/ 1161764 w 3114960"/>
              <a:gd name="connsiteY33994" fmla="*/ 2208752 h 5143785"/>
              <a:gd name="connsiteX33995" fmla="*/ 1152525 w 3114960"/>
              <a:gd name="connsiteY33995" fmla="*/ 2199513 h 5143785"/>
              <a:gd name="connsiteX33996" fmla="*/ 1161764 w 3114960"/>
              <a:gd name="connsiteY33996" fmla="*/ 2190274 h 5143785"/>
              <a:gd name="connsiteX33997" fmla="*/ 1171004 w 3114960"/>
              <a:gd name="connsiteY33997" fmla="*/ 2199513 h 5143785"/>
              <a:gd name="connsiteX33998" fmla="*/ 1161764 w 3114960"/>
              <a:gd name="connsiteY33998" fmla="*/ 2208752 h 5143785"/>
              <a:gd name="connsiteX33999" fmla="*/ 119253 w 3114960"/>
              <a:gd name="connsiteY33999" fmla="*/ 3571589 h 5143785"/>
              <a:gd name="connsiteX34000" fmla="*/ 136398 w 3114960"/>
              <a:gd name="connsiteY34000" fmla="*/ 3571589 h 5143785"/>
              <a:gd name="connsiteX34001" fmla="*/ 137732 w 3114960"/>
              <a:gd name="connsiteY34001" fmla="*/ 3575495 h 5143785"/>
              <a:gd name="connsiteX34002" fmla="*/ 145447 w 3114960"/>
              <a:gd name="connsiteY34002" fmla="*/ 3581400 h 5143785"/>
              <a:gd name="connsiteX34003" fmla="*/ 148781 w 3114960"/>
              <a:gd name="connsiteY34003" fmla="*/ 3581876 h 5143785"/>
              <a:gd name="connsiteX34004" fmla="*/ 155067 w 3114960"/>
              <a:gd name="connsiteY34004" fmla="*/ 3580162 h 5143785"/>
              <a:gd name="connsiteX34005" fmla="*/ 160973 w 3114960"/>
              <a:gd name="connsiteY34005" fmla="*/ 3572447 h 5143785"/>
              <a:gd name="connsiteX34006" fmla="*/ 159734 w 3114960"/>
              <a:gd name="connsiteY34006" fmla="*/ 3562826 h 5143785"/>
              <a:gd name="connsiteX34007" fmla="*/ 142494 w 3114960"/>
              <a:gd name="connsiteY34007" fmla="*/ 3558159 h 5143785"/>
              <a:gd name="connsiteX34008" fmla="*/ 136589 w 3114960"/>
              <a:gd name="connsiteY34008" fmla="*/ 3566732 h 5143785"/>
              <a:gd name="connsiteX34009" fmla="*/ 121253 w 3114960"/>
              <a:gd name="connsiteY34009" fmla="*/ 3566732 h 5143785"/>
              <a:gd name="connsiteX34010" fmla="*/ 286 w 3114960"/>
              <a:gd name="connsiteY34010" fmla="*/ 3461290 h 5143785"/>
              <a:gd name="connsiteX34011" fmla="*/ 286 w 3114960"/>
              <a:gd name="connsiteY34011" fmla="*/ 3467576 h 5143785"/>
              <a:gd name="connsiteX34012" fmla="*/ 118777 w 3114960"/>
              <a:gd name="connsiteY34012" fmla="*/ 3570827 h 5143785"/>
              <a:gd name="connsiteX34013" fmla="*/ 119444 w 3114960"/>
              <a:gd name="connsiteY34013" fmla="*/ 3571399 h 5143785"/>
              <a:gd name="connsiteX34014" fmla="*/ 144780 w 3114960"/>
              <a:gd name="connsiteY34014" fmla="*/ 3562350 h 5143785"/>
              <a:gd name="connsiteX34015" fmla="*/ 155543 w 3114960"/>
              <a:gd name="connsiteY34015" fmla="*/ 3565208 h 5143785"/>
              <a:gd name="connsiteX34016" fmla="*/ 156305 w 3114960"/>
              <a:gd name="connsiteY34016" fmla="*/ 3571209 h 5143785"/>
              <a:gd name="connsiteX34017" fmla="*/ 152591 w 3114960"/>
              <a:gd name="connsiteY34017" fmla="*/ 3575971 h 5143785"/>
              <a:gd name="connsiteX34018" fmla="*/ 146590 w 3114960"/>
              <a:gd name="connsiteY34018" fmla="*/ 3576733 h 5143785"/>
              <a:gd name="connsiteX34019" fmla="*/ 141827 w 3114960"/>
              <a:gd name="connsiteY34019" fmla="*/ 3573113 h 5143785"/>
              <a:gd name="connsiteX34020" fmla="*/ 144685 w 3114960"/>
              <a:gd name="connsiteY34020" fmla="*/ 3562350 h 5143785"/>
              <a:gd name="connsiteX34021" fmla="*/ 786194 w 3114960"/>
              <a:gd name="connsiteY34021" fmla="*/ 803148 h 5143785"/>
              <a:gd name="connsiteX34022" fmla="*/ 765429 w 3114960"/>
              <a:gd name="connsiteY34022" fmla="*/ 803148 h 5143785"/>
              <a:gd name="connsiteX34023" fmla="*/ 758476 w 3114960"/>
              <a:gd name="connsiteY34023" fmla="*/ 810101 h 5143785"/>
              <a:gd name="connsiteX34024" fmla="*/ 758476 w 3114960"/>
              <a:gd name="connsiteY34024" fmla="*/ 820102 h 5143785"/>
              <a:gd name="connsiteX34025" fmla="*/ 765429 w 3114960"/>
              <a:gd name="connsiteY34025" fmla="*/ 827056 h 5143785"/>
              <a:gd name="connsiteX34026" fmla="*/ 786194 w 3114960"/>
              <a:gd name="connsiteY34026" fmla="*/ 827056 h 5143785"/>
              <a:gd name="connsiteX34027" fmla="*/ 793147 w 3114960"/>
              <a:gd name="connsiteY34027" fmla="*/ 820102 h 5143785"/>
              <a:gd name="connsiteX34028" fmla="*/ 793147 w 3114960"/>
              <a:gd name="connsiteY34028" fmla="*/ 817436 h 5143785"/>
              <a:gd name="connsiteX34029" fmla="*/ 899541 w 3114960"/>
              <a:gd name="connsiteY34029" fmla="*/ 817436 h 5143785"/>
              <a:gd name="connsiteX34030" fmla="*/ 923925 w 3114960"/>
              <a:gd name="connsiteY34030" fmla="*/ 876491 h 5143785"/>
              <a:gd name="connsiteX34031" fmla="*/ 898684 w 3114960"/>
              <a:gd name="connsiteY34031" fmla="*/ 895255 h 5143785"/>
              <a:gd name="connsiteX34032" fmla="*/ 898684 w 3114960"/>
              <a:gd name="connsiteY34032" fmla="*/ 925544 h 5143785"/>
              <a:gd name="connsiteX34033" fmla="*/ 894874 w 3114960"/>
              <a:gd name="connsiteY34033" fmla="*/ 926878 h 5143785"/>
              <a:gd name="connsiteX34034" fmla="*/ 890302 w 3114960"/>
              <a:gd name="connsiteY34034" fmla="*/ 943832 h 5143785"/>
              <a:gd name="connsiteX34035" fmla="*/ 901065 w 3114960"/>
              <a:gd name="connsiteY34035" fmla="*/ 950024 h 5143785"/>
              <a:gd name="connsiteX34036" fmla="*/ 907256 w 3114960"/>
              <a:gd name="connsiteY34036" fmla="*/ 948404 h 5143785"/>
              <a:gd name="connsiteX34037" fmla="*/ 911828 w 3114960"/>
              <a:gd name="connsiteY34037" fmla="*/ 931450 h 5143785"/>
              <a:gd name="connsiteX34038" fmla="*/ 911828 w 3114960"/>
              <a:gd name="connsiteY34038" fmla="*/ 931450 h 5143785"/>
              <a:gd name="connsiteX34039" fmla="*/ 903446 w 3114960"/>
              <a:gd name="connsiteY34039" fmla="*/ 925640 h 5143785"/>
              <a:gd name="connsiteX34040" fmla="*/ 903446 w 3114960"/>
              <a:gd name="connsiteY34040" fmla="*/ 897731 h 5143785"/>
              <a:gd name="connsiteX34041" fmla="*/ 925735 w 3114960"/>
              <a:gd name="connsiteY34041" fmla="*/ 881158 h 5143785"/>
              <a:gd name="connsiteX34042" fmla="*/ 942023 w 3114960"/>
              <a:gd name="connsiteY34042" fmla="*/ 920496 h 5143785"/>
              <a:gd name="connsiteX34043" fmla="*/ 942023 w 3114960"/>
              <a:gd name="connsiteY34043" fmla="*/ 956977 h 5143785"/>
              <a:gd name="connsiteX34044" fmla="*/ 944594 w 3114960"/>
              <a:gd name="connsiteY34044" fmla="*/ 956977 h 5143785"/>
              <a:gd name="connsiteX34045" fmla="*/ 940784 w 3114960"/>
              <a:gd name="connsiteY34045" fmla="*/ 957644 h 5143785"/>
              <a:gd name="connsiteX34046" fmla="*/ 935069 w 3114960"/>
              <a:gd name="connsiteY34046" fmla="*/ 970598 h 5143785"/>
              <a:gd name="connsiteX34047" fmla="*/ 948023 w 3114960"/>
              <a:gd name="connsiteY34047" fmla="*/ 976313 h 5143785"/>
              <a:gd name="connsiteX34048" fmla="*/ 953738 w 3114960"/>
              <a:gd name="connsiteY34048" fmla="*/ 963359 h 5143785"/>
              <a:gd name="connsiteX34049" fmla="*/ 944785 w 3114960"/>
              <a:gd name="connsiteY34049" fmla="*/ 956977 h 5143785"/>
              <a:gd name="connsiteX34050" fmla="*/ 946785 w 3114960"/>
              <a:gd name="connsiteY34050" fmla="*/ 956977 h 5143785"/>
              <a:gd name="connsiteX34051" fmla="*/ 946785 w 3114960"/>
              <a:gd name="connsiteY34051" fmla="*/ 920020 h 5143785"/>
              <a:gd name="connsiteX34052" fmla="*/ 902684 w 3114960"/>
              <a:gd name="connsiteY34052" fmla="*/ 812768 h 5143785"/>
              <a:gd name="connsiteX34053" fmla="*/ 793052 w 3114960"/>
              <a:gd name="connsiteY34053" fmla="*/ 812768 h 5143785"/>
              <a:gd name="connsiteX34054" fmla="*/ 793052 w 3114960"/>
              <a:gd name="connsiteY34054" fmla="*/ 810101 h 5143785"/>
              <a:gd name="connsiteX34055" fmla="*/ 786098 w 3114960"/>
              <a:gd name="connsiteY34055" fmla="*/ 803148 h 5143785"/>
              <a:gd name="connsiteX34056" fmla="*/ 788384 w 3114960"/>
              <a:gd name="connsiteY34056" fmla="*/ 820102 h 5143785"/>
              <a:gd name="connsiteX34057" fmla="*/ 786194 w 3114960"/>
              <a:gd name="connsiteY34057" fmla="*/ 822293 h 5143785"/>
              <a:gd name="connsiteX34058" fmla="*/ 765429 w 3114960"/>
              <a:gd name="connsiteY34058" fmla="*/ 822293 h 5143785"/>
              <a:gd name="connsiteX34059" fmla="*/ 763238 w 3114960"/>
              <a:gd name="connsiteY34059" fmla="*/ 820102 h 5143785"/>
              <a:gd name="connsiteX34060" fmla="*/ 763238 w 3114960"/>
              <a:gd name="connsiteY34060" fmla="*/ 810101 h 5143785"/>
              <a:gd name="connsiteX34061" fmla="*/ 765429 w 3114960"/>
              <a:gd name="connsiteY34061" fmla="*/ 807911 h 5143785"/>
              <a:gd name="connsiteX34062" fmla="*/ 786194 w 3114960"/>
              <a:gd name="connsiteY34062" fmla="*/ 807911 h 5143785"/>
              <a:gd name="connsiteX34063" fmla="*/ 788384 w 3114960"/>
              <a:gd name="connsiteY34063" fmla="*/ 810101 h 5143785"/>
              <a:gd name="connsiteX34064" fmla="*/ 788384 w 3114960"/>
              <a:gd name="connsiteY34064" fmla="*/ 820102 h 5143785"/>
              <a:gd name="connsiteX34065" fmla="*/ 907733 w 3114960"/>
              <a:gd name="connsiteY34065" fmla="*/ 933831 h 5143785"/>
              <a:gd name="connsiteX34066" fmla="*/ 904970 w 3114960"/>
              <a:gd name="connsiteY34066" fmla="*/ 944309 h 5143785"/>
              <a:gd name="connsiteX34067" fmla="*/ 894493 w 3114960"/>
              <a:gd name="connsiteY34067" fmla="*/ 941546 h 5143785"/>
              <a:gd name="connsiteX34068" fmla="*/ 897255 w 3114960"/>
              <a:gd name="connsiteY34068" fmla="*/ 931069 h 5143785"/>
              <a:gd name="connsiteX34069" fmla="*/ 901065 w 3114960"/>
              <a:gd name="connsiteY34069" fmla="*/ 930021 h 5143785"/>
              <a:gd name="connsiteX34070" fmla="*/ 907733 w 3114960"/>
              <a:gd name="connsiteY34070" fmla="*/ 933831 h 5143785"/>
              <a:gd name="connsiteX34071" fmla="*/ 683133 w 3114960"/>
              <a:gd name="connsiteY34071" fmla="*/ 746284 h 5143785"/>
              <a:gd name="connsiteX34072" fmla="*/ 671036 w 3114960"/>
              <a:gd name="connsiteY34072" fmla="*/ 742283 h 5143785"/>
              <a:gd name="connsiteX34073" fmla="*/ 654463 w 3114960"/>
              <a:gd name="connsiteY34073" fmla="*/ 750665 h 5143785"/>
              <a:gd name="connsiteX34074" fmla="*/ 650748 w 3114960"/>
              <a:gd name="connsiteY34074" fmla="*/ 766001 h 5143785"/>
              <a:gd name="connsiteX34075" fmla="*/ 658940 w 3114960"/>
              <a:gd name="connsiteY34075" fmla="*/ 779431 h 5143785"/>
              <a:gd name="connsiteX34076" fmla="*/ 674275 w 3114960"/>
              <a:gd name="connsiteY34076" fmla="*/ 783146 h 5143785"/>
              <a:gd name="connsiteX34077" fmla="*/ 687705 w 3114960"/>
              <a:gd name="connsiteY34077" fmla="*/ 774954 h 5143785"/>
              <a:gd name="connsiteX34078" fmla="*/ 691610 w 3114960"/>
              <a:gd name="connsiteY34078" fmla="*/ 763238 h 5143785"/>
              <a:gd name="connsiteX34079" fmla="*/ 763334 w 3114960"/>
              <a:gd name="connsiteY34079" fmla="*/ 762095 h 5143785"/>
              <a:gd name="connsiteX34080" fmla="*/ 801624 w 3114960"/>
              <a:gd name="connsiteY34080" fmla="*/ 795623 h 5143785"/>
              <a:gd name="connsiteX34081" fmla="*/ 858488 w 3114960"/>
              <a:gd name="connsiteY34081" fmla="*/ 795623 h 5143785"/>
              <a:gd name="connsiteX34082" fmla="*/ 867727 w 3114960"/>
              <a:gd name="connsiteY34082" fmla="*/ 803148 h 5143785"/>
              <a:gd name="connsiteX34083" fmla="*/ 877538 w 3114960"/>
              <a:gd name="connsiteY34083" fmla="*/ 793337 h 5143785"/>
              <a:gd name="connsiteX34084" fmla="*/ 867727 w 3114960"/>
              <a:gd name="connsiteY34084" fmla="*/ 783527 h 5143785"/>
              <a:gd name="connsiteX34085" fmla="*/ 858488 w 3114960"/>
              <a:gd name="connsiteY34085" fmla="*/ 790861 h 5143785"/>
              <a:gd name="connsiteX34086" fmla="*/ 803434 w 3114960"/>
              <a:gd name="connsiteY34086" fmla="*/ 790861 h 5143785"/>
              <a:gd name="connsiteX34087" fmla="*/ 765143 w 3114960"/>
              <a:gd name="connsiteY34087" fmla="*/ 757142 h 5143785"/>
              <a:gd name="connsiteX34088" fmla="*/ 691134 w 3114960"/>
              <a:gd name="connsiteY34088" fmla="*/ 758285 h 5143785"/>
              <a:gd name="connsiteX34089" fmla="*/ 683228 w 3114960"/>
              <a:gd name="connsiteY34089" fmla="*/ 745998 h 5143785"/>
              <a:gd name="connsiteX34090" fmla="*/ 867632 w 3114960"/>
              <a:gd name="connsiteY34090" fmla="*/ 788479 h 5143785"/>
              <a:gd name="connsiteX34091" fmla="*/ 872681 w 3114960"/>
              <a:gd name="connsiteY34091" fmla="*/ 793528 h 5143785"/>
              <a:gd name="connsiteX34092" fmla="*/ 867632 w 3114960"/>
              <a:gd name="connsiteY34092" fmla="*/ 798576 h 5143785"/>
              <a:gd name="connsiteX34093" fmla="*/ 862584 w 3114960"/>
              <a:gd name="connsiteY34093" fmla="*/ 793528 h 5143785"/>
              <a:gd name="connsiteX34094" fmla="*/ 867632 w 3114960"/>
              <a:gd name="connsiteY34094" fmla="*/ 788479 h 5143785"/>
              <a:gd name="connsiteX34095" fmla="*/ 684467 w 3114960"/>
              <a:gd name="connsiteY34095" fmla="*/ 772763 h 5143785"/>
              <a:gd name="connsiteX34096" fmla="*/ 673513 w 3114960"/>
              <a:gd name="connsiteY34096" fmla="*/ 779431 h 5143785"/>
              <a:gd name="connsiteX34097" fmla="*/ 661035 w 3114960"/>
              <a:gd name="connsiteY34097" fmla="*/ 776383 h 5143785"/>
              <a:gd name="connsiteX34098" fmla="*/ 654368 w 3114960"/>
              <a:gd name="connsiteY34098" fmla="*/ 765429 h 5143785"/>
              <a:gd name="connsiteX34099" fmla="*/ 657416 w 3114960"/>
              <a:gd name="connsiteY34099" fmla="*/ 752951 h 5143785"/>
              <a:gd name="connsiteX34100" fmla="*/ 680847 w 3114960"/>
              <a:gd name="connsiteY34100" fmla="*/ 749332 h 5143785"/>
              <a:gd name="connsiteX34101" fmla="*/ 684467 w 3114960"/>
              <a:gd name="connsiteY34101" fmla="*/ 772763 h 5143785"/>
              <a:gd name="connsiteX34102" fmla="*/ 1201198 w 3114960"/>
              <a:gd name="connsiteY34102" fmla="*/ 691896 h 5143785"/>
              <a:gd name="connsiteX34103" fmla="*/ 1200626 w 3114960"/>
              <a:gd name="connsiteY34103" fmla="*/ 691896 h 5143785"/>
              <a:gd name="connsiteX34104" fmla="*/ 1200626 w 3114960"/>
              <a:gd name="connsiteY34104" fmla="*/ 631127 h 5143785"/>
              <a:gd name="connsiteX34105" fmla="*/ 1162145 w 3114960"/>
              <a:gd name="connsiteY34105" fmla="*/ 586550 h 5143785"/>
              <a:gd name="connsiteX34106" fmla="*/ 1044416 w 3114960"/>
              <a:gd name="connsiteY34106" fmla="*/ 586359 h 5143785"/>
              <a:gd name="connsiteX34107" fmla="*/ 988504 w 3114960"/>
              <a:gd name="connsiteY34107" fmla="*/ 534829 h 5143785"/>
              <a:gd name="connsiteX34108" fmla="*/ 960501 w 3114960"/>
              <a:gd name="connsiteY34108" fmla="*/ 534829 h 5143785"/>
              <a:gd name="connsiteX34109" fmla="*/ 951262 w 3114960"/>
              <a:gd name="connsiteY34109" fmla="*/ 527399 h 5143785"/>
              <a:gd name="connsiteX34110" fmla="*/ 941546 w 3114960"/>
              <a:gd name="connsiteY34110" fmla="*/ 537210 h 5143785"/>
              <a:gd name="connsiteX34111" fmla="*/ 951262 w 3114960"/>
              <a:gd name="connsiteY34111" fmla="*/ 546926 h 5143785"/>
              <a:gd name="connsiteX34112" fmla="*/ 960501 w 3114960"/>
              <a:gd name="connsiteY34112" fmla="*/ 539591 h 5143785"/>
              <a:gd name="connsiteX34113" fmla="*/ 986695 w 3114960"/>
              <a:gd name="connsiteY34113" fmla="*/ 539591 h 5143785"/>
              <a:gd name="connsiteX34114" fmla="*/ 1042607 w 3114960"/>
              <a:gd name="connsiteY34114" fmla="*/ 591122 h 5143785"/>
              <a:gd name="connsiteX34115" fmla="*/ 1160050 w 3114960"/>
              <a:gd name="connsiteY34115" fmla="*/ 591312 h 5143785"/>
              <a:gd name="connsiteX34116" fmla="*/ 1195864 w 3114960"/>
              <a:gd name="connsiteY34116" fmla="*/ 632936 h 5143785"/>
              <a:gd name="connsiteX34117" fmla="*/ 1195864 w 3114960"/>
              <a:gd name="connsiteY34117" fmla="*/ 691896 h 5143785"/>
              <a:gd name="connsiteX34118" fmla="*/ 1195388 w 3114960"/>
              <a:gd name="connsiteY34118" fmla="*/ 691896 h 5143785"/>
              <a:gd name="connsiteX34119" fmla="*/ 1192721 w 3114960"/>
              <a:gd name="connsiteY34119" fmla="*/ 694563 h 5143785"/>
              <a:gd name="connsiteX34120" fmla="*/ 1192721 w 3114960"/>
              <a:gd name="connsiteY34120" fmla="*/ 707517 h 5143785"/>
              <a:gd name="connsiteX34121" fmla="*/ 1195388 w 3114960"/>
              <a:gd name="connsiteY34121" fmla="*/ 710184 h 5143785"/>
              <a:gd name="connsiteX34122" fmla="*/ 1201388 w 3114960"/>
              <a:gd name="connsiteY34122" fmla="*/ 710184 h 5143785"/>
              <a:gd name="connsiteX34123" fmla="*/ 1204055 w 3114960"/>
              <a:gd name="connsiteY34123" fmla="*/ 707517 h 5143785"/>
              <a:gd name="connsiteX34124" fmla="*/ 1204055 w 3114960"/>
              <a:gd name="connsiteY34124" fmla="*/ 694563 h 5143785"/>
              <a:gd name="connsiteX34125" fmla="*/ 1201388 w 3114960"/>
              <a:gd name="connsiteY34125" fmla="*/ 691896 h 5143785"/>
              <a:gd name="connsiteX34126" fmla="*/ 951071 w 3114960"/>
              <a:gd name="connsiteY34126" fmla="*/ 542163 h 5143785"/>
              <a:gd name="connsiteX34127" fmla="*/ 946118 w 3114960"/>
              <a:gd name="connsiteY34127" fmla="*/ 537210 h 5143785"/>
              <a:gd name="connsiteX34128" fmla="*/ 951071 w 3114960"/>
              <a:gd name="connsiteY34128" fmla="*/ 532162 h 5143785"/>
              <a:gd name="connsiteX34129" fmla="*/ 956120 w 3114960"/>
              <a:gd name="connsiteY34129" fmla="*/ 537210 h 5143785"/>
              <a:gd name="connsiteX34130" fmla="*/ 951071 w 3114960"/>
              <a:gd name="connsiteY34130" fmla="*/ 542163 h 5143785"/>
              <a:gd name="connsiteX34131" fmla="*/ 95 w 3114960"/>
              <a:gd name="connsiteY34131" fmla="*/ 2735771 h 5143785"/>
              <a:gd name="connsiteX34132" fmla="*/ 95 w 3114960"/>
              <a:gd name="connsiteY34132" fmla="*/ 2749010 h 5143785"/>
              <a:gd name="connsiteX34133" fmla="*/ 95 w 3114960"/>
              <a:gd name="connsiteY34133" fmla="*/ 2735771 h 5143785"/>
              <a:gd name="connsiteX34134" fmla="*/ 95 w 3114960"/>
              <a:gd name="connsiteY34134" fmla="*/ 2700719 h 5143785"/>
              <a:gd name="connsiteX34135" fmla="*/ 95 w 3114960"/>
              <a:gd name="connsiteY34135" fmla="*/ 2713292 h 5143785"/>
              <a:gd name="connsiteX34136" fmla="*/ 95 w 3114960"/>
              <a:gd name="connsiteY34136" fmla="*/ 2700719 h 5143785"/>
              <a:gd name="connsiteX34137" fmla="*/ 729044 w 3114960"/>
              <a:gd name="connsiteY34137" fmla="*/ 865442 h 5143785"/>
              <a:gd name="connsiteX34138" fmla="*/ 637318 w 3114960"/>
              <a:gd name="connsiteY34138" fmla="*/ 865442 h 5143785"/>
              <a:gd name="connsiteX34139" fmla="*/ 608076 w 3114960"/>
              <a:gd name="connsiteY34139" fmla="*/ 881729 h 5143785"/>
              <a:gd name="connsiteX34140" fmla="*/ 579120 w 3114960"/>
              <a:gd name="connsiteY34140" fmla="*/ 881729 h 5143785"/>
              <a:gd name="connsiteX34141" fmla="*/ 579120 w 3114960"/>
              <a:gd name="connsiteY34141" fmla="*/ 879634 h 5143785"/>
              <a:gd name="connsiteX34142" fmla="*/ 575310 w 3114960"/>
              <a:gd name="connsiteY34142" fmla="*/ 875824 h 5143785"/>
              <a:gd name="connsiteX34143" fmla="*/ 555212 w 3114960"/>
              <a:gd name="connsiteY34143" fmla="*/ 875824 h 5143785"/>
              <a:gd name="connsiteX34144" fmla="*/ 551402 w 3114960"/>
              <a:gd name="connsiteY34144" fmla="*/ 879634 h 5143785"/>
              <a:gd name="connsiteX34145" fmla="*/ 551402 w 3114960"/>
              <a:gd name="connsiteY34145" fmla="*/ 888587 h 5143785"/>
              <a:gd name="connsiteX34146" fmla="*/ 555212 w 3114960"/>
              <a:gd name="connsiteY34146" fmla="*/ 892397 h 5143785"/>
              <a:gd name="connsiteX34147" fmla="*/ 564071 w 3114960"/>
              <a:gd name="connsiteY34147" fmla="*/ 892397 h 5143785"/>
              <a:gd name="connsiteX34148" fmla="*/ 564071 w 3114960"/>
              <a:gd name="connsiteY34148" fmla="*/ 913448 h 5143785"/>
              <a:gd name="connsiteX34149" fmla="*/ 555212 w 3114960"/>
              <a:gd name="connsiteY34149" fmla="*/ 913448 h 5143785"/>
              <a:gd name="connsiteX34150" fmla="*/ 551402 w 3114960"/>
              <a:gd name="connsiteY34150" fmla="*/ 917258 h 5143785"/>
              <a:gd name="connsiteX34151" fmla="*/ 551402 w 3114960"/>
              <a:gd name="connsiteY34151" fmla="*/ 926211 h 5143785"/>
              <a:gd name="connsiteX34152" fmla="*/ 555212 w 3114960"/>
              <a:gd name="connsiteY34152" fmla="*/ 930021 h 5143785"/>
              <a:gd name="connsiteX34153" fmla="*/ 564071 w 3114960"/>
              <a:gd name="connsiteY34153" fmla="*/ 930021 h 5143785"/>
              <a:gd name="connsiteX34154" fmla="*/ 564071 w 3114960"/>
              <a:gd name="connsiteY34154" fmla="*/ 951071 h 5143785"/>
              <a:gd name="connsiteX34155" fmla="*/ 555212 w 3114960"/>
              <a:gd name="connsiteY34155" fmla="*/ 951071 h 5143785"/>
              <a:gd name="connsiteX34156" fmla="*/ 551402 w 3114960"/>
              <a:gd name="connsiteY34156" fmla="*/ 954881 h 5143785"/>
              <a:gd name="connsiteX34157" fmla="*/ 551402 w 3114960"/>
              <a:gd name="connsiteY34157" fmla="*/ 963835 h 5143785"/>
              <a:gd name="connsiteX34158" fmla="*/ 555212 w 3114960"/>
              <a:gd name="connsiteY34158" fmla="*/ 967645 h 5143785"/>
              <a:gd name="connsiteX34159" fmla="*/ 564452 w 3114960"/>
              <a:gd name="connsiteY34159" fmla="*/ 967645 h 5143785"/>
              <a:gd name="connsiteX34160" fmla="*/ 564452 w 3114960"/>
              <a:gd name="connsiteY34160" fmla="*/ 988695 h 5143785"/>
              <a:gd name="connsiteX34161" fmla="*/ 555212 w 3114960"/>
              <a:gd name="connsiteY34161" fmla="*/ 988695 h 5143785"/>
              <a:gd name="connsiteX34162" fmla="*/ 551402 w 3114960"/>
              <a:gd name="connsiteY34162" fmla="*/ 992505 h 5143785"/>
              <a:gd name="connsiteX34163" fmla="*/ 551402 w 3114960"/>
              <a:gd name="connsiteY34163" fmla="*/ 1001459 h 5143785"/>
              <a:gd name="connsiteX34164" fmla="*/ 555212 w 3114960"/>
              <a:gd name="connsiteY34164" fmla="*/ 1005269 h 5143785"/>
              <a:gd name="connsiteX34165" fmla="*/ 564071 w 3114960"/>
              <a:gd name="connsiteY34165" fmla="*/ 1005269 h 5143785"/>
              <a:gd name="connsiteX34166" fmla="*/ 564071 w 3114960"/>
              <a:gd name="connsiteY34166" fmla="*/ 1026319 h 5143785"/>
              <a:gd name="connsiteX34167" fmla="*/ 555212 w 3114960"/>
              <a:gd name="connsiteY34167" fmla="*/ 1026319 h 5143785"/>
              <a:gd name="connsiteX34168" fmla="*/ 551402 w 3114960"/>
              <a:gd name="connsiteY34168" fmla="*/ 1030129 h 5143785"/>
              <a:gd name="connsiteX34169" fmla="*/ 551402 w 3114960"/>
              <a:gd name="connsiteY34169" fmla="*/ 1039082 h 5143785"/>
              <a:gd name="connsiteX34170" fmla="*/ 555212 w 3114960"/>
              <a:gd name="connsiteY34170" fmla="*/ 1042892 h 5143785"/>
              <a:gd name="connsiteX34171" fmla="*/ 564071 w 3114960"/>
              <a:gd name="connsiteY34171" fmla="*/ 1042892 h 5143785"/>
              <a:gd name="connsiteX34172" fmla="*/ 564071 w 3114960"/>
              <a:gd name="connsiteY34172" fmla="*/ 1063943 h 5143785"/>
              <a:gd name="connsiteX34173" fmla="*/ 555212 w 3114960"/>
              <a:gd name="connsiteY34173" fmla="*/ 1063943 h 5143785"/>
              <a:gd name="connsiteX34174" fmla="*/ 551402 w 3114960"/>
              <a:gd name="connsiteY34174" fmla="*/ 1067753 h 5143785"/>
              <a:gd name="connsiteX34175" fmla="*/ 551402 w 3114960"/>
              <a:gd name="connsiteY34175" fmla="*/ 1076706 h 5143785"/>
              <a:gd name="connsiteX34176" fmla="*/ 555212 w 3114960"/>
              <a:gd name="connsiteY34176" fmla="*/ 1080516 h 5143785"/>
              <a:gd name="connsiteX34177" fmla="*/ 564071 w 3114960"/>
              <a:gd name="connsiteY34177" fmla="*/ 1080516 h 5143785"/>
              <a:gd name="connsiteX34178" fmla="*/ 564071 w 3114960"/>
              <a:gd name="connsiteY34178" fmla="*/ 1101566 h 5143785"/>
              <a:gd name="connsiteX34179" fmla="*/ 555212 w 3114960"/>
              <a:gd name="connsiteY34179" fmla="*/ 1101566 h 5143785"/>
              <a:gd name="connsiteX34180" fmla="*/ 551402 w 3114960"/>
              <a:gd name="connsiteY34180" fmla="*/ 1105376 h 5143785"/>
              <a:gd name="connsiteX34181" fmla="*/ 551402 w 3114960"/>
              <a:gd name="connsiteY34181" fmla="*/ 1114330 h 5143785"/>
              <a:gd name="connsiteX34182" fmla="*/ 555212 w 3114960"/>
              <a:gd name="connsiteY34182" fmla="*/ 1118140 h 5143785"/>
              <a:gd name="connsiteX34183" fmla="*/ 575310 w 3114960"/>
              <a:gd name="connsiteY34183" fmla="*/ 1118140 h 5143785"/>
              <a:gd name="connsiteX34184" fmla="*/ 579120 w 3114960"/>
              <a:gd name="connsiteY34184" fmla="*/ 1114330 h 5143785"/>
              <a:gd name="connsiteX34185" fmla="*/ 579120 w 3114960"/>
              <a:gd name="connsiteY34185" fmla="*/ 1112234 h 5143785"/>
              <a:gd name="connsiteX34186" fmla="*/ 651891 w 3114960"/>
              <a:gd name="connsiteY34186" fmla="*/ 1112234 h 5143785"/>
              <a:gd name="connsiteX34187" fmla="*/ 667512 w 3114960"/>
              <a:gd name="connsiteY34187" fmla="*/ 1126522 h 5143785"/>
              <a:gd name="connsiteX34188" fmla="*/ 765524 w 3114960"/>
              <a:gd name="connsiteY34188" fmla="*/ 1126522 h 5143785"/>
              <a:gd name="connsiteX34189" fmla="*/ 766001 w 3114960"/>
              <a:gd name="connsiteY34189" fmla="*/ 1128903 h 5143785"/>
              <a:gd name="connsiteX34190" fmla="*/ 772763 w 3114960"/>
              <a:gd name="connsiteY34190" fmla="*/ 1135666 h 5143785"/>
              <a:gd name="connsiteX34191" fmla="*/ 777526 w 3114960"/>
              <a:gd name="connsiteY34191" fmla="*/ 1136618 h 5143785"/>
              <a:gd name="connsiteX34192" fmla="*/ 789051 w 3114960"/>
              <a:gd name="connsiteY34192" fmla="*/ 1128903 h 5143785"/>
              <a:gd name="connsiteX34193" fmla="*/ 782288 w 3114960"/>
              <a:gd name="connsiteY34193" fmla="*/ 1112711 h 5143785"/>
              <a:gd name="connsiteX34194" fmla="*/ 772763 w 3114960"/>
              <a:gd name="connsiteY34194" fmla="*/ 1112711 h 5143785"/>
              <a:gd name="connsiteX34195" fmla="*/ 766001 w 3114960"/>
              <a:gd name="connsiteY34195" fmla="*/ 1119473 h 5143785"/>
              <a:gd name="connsiteX34196" fmla="*/ 765524 w 3114960"/>
              <a:gd name="connsiteY34196" fmla="*/ 1121855 h 5143785"/>
              <a:gd name="connsiteX34197" fmla="*/ 669417 w 3114960"/>
              <a:gd name="connsiteY34197" fmla="*/ 1121855 h 5143785"/>
              <a:gd name="connsiteX34198" fmla="*/ 653796 w 3114960"/>
              <a:gd name="connsiteY34198" fmla="*/ 1107662 h 5143785"/>
              <a:gd name="connsiteX34199" fmla="*/ 579215 w 3114960"/>
              <a:gd name="connsiteY34199" fmla="*/ 1107662 h 5143785"/>
              <a:gd name="connsiteX34200" fmla="*/ 579215 w 3114960"/>
              <a:gd name="connsiteY34200" fmla="*/ 1105472 h 5143785"/>
              <a:gd name="connsiteX34201" fmla="*/ 575405 w 3114960"/>
              <a:gd name="connsiteY34201" fmla="*/ 1101662 h 5143785"/>
              <a:gd name="connsiteX34202" fmla="*/ 566547 w 3114960"/>
              <a:gd name="connsiteY34202" fmla="*/ 1101662 h 5143785"/>
              <a:gd name="connsiteX34203" fmla="*/ 566547 w 3114960"/>
              <a:gd name="connsiteY34203" fmla="*/ 1080611 h 5143785"/>
              <a:gd name="connsiteX34204" fmla="*/ 575405 w 3114960"/>
              <a:gd name="connsiteY34204" fmla="*/ 1080611 h 5143785"/>
              <a:gd name="connsiteX34205" fmla="*/ 579215 w 3114960"/>
              <a:gd name="connsiteY34205" fmla="*/ 1076801 h 5143785"/>
              <a:gd name="connsiteX34206" fmla="*/ 579215 w 3114960"/>
              <a:gd name="connsiteY34206" fmla="*/ 1074706 h 5143785"/>
              <a:gd name="connsiteX34207" fmla="*/ 724948 w 3114960"/>
              <a:gd name="connsiteY34207" fmla="*/ 1074706 h 5143785"/>
              <a:gd name="connsiteX34208" fmla="*/ 740569 w 3114960"/>
              <a:gd name="connsiteY34208" fmla="*/ 1088993 h 5143785"/>
              <a:gd name="connsiteX34209" fmla="*/ 800576 w 3114960"/>
              <a:gd name="connsiteY34209" fmla="*/ 1088993 h 5143785"/>
              <a:gd name="connsiteX34210" fmla="*/ 800576 w 3114960"/>
              <a:gd name="connsiteY34210" fmla="*/ 1091565 h 5143785"/>
              <a:gd name="connsiteX34211" fmla="*/ 807529 w 3114960"/>
              <a:gd name="connsiteY34211" fmla="*/ 1098518 h 5143785"/>
              <a:gd name="connsiteX34212" fmla="*/ 828294 w 3114960"/>
              <a:gd name="connsiteY34212" fmla="*/ 1098518 h 5143785"/>
              <a:gd name="connsiteX34213" fmla="*/ 835247 w 3114960"/>
              <a:gd name="connsiteY34213" fmla="*/ 1091565 h 5143785"/>
              <a:gd name="connsiteX34214" fmla="*/ 835247 w 3114960"/>
              <a:gd name="connsiteY34214" fmla="*/ 1081564 h 5143785"/>
              <a:gd name="connsiteX34215" fmla="*/ 828294 w 3114960"/>
              <a:gd name="connsiteY34215" fmla="*/ 1074611 h 5143785"/>
              <a:gd name="connsiteX34216" fmla="*/ 807529 w 3114960"/>
              <a:gd name="connsiteY34216" fmla="*/ 1074611 h 5143785"/>
              <a:gd name="connsiteX34217" fmla="*/ 800576 w 3114960"/>
              <a:gd name="connsiteY34217" fmla="*/ 1081564 h 5143785"/>
              <a:gd name="connsiteX34218" fmla="*/ 800576 w 3114960"/>
              <a:gd name="connsiteY34218" fmla="*/ 1084231 h 5143785"/>
              <a:gd name="connsiteX34219" fmla="*/ 742379 w 3114960"/>
              <a:gd name="connsiteY34219" fmla="*/ 1084231 h 5143785"/>
              <a:gd name="connsiteX34220" fmla="*/ 726758 w 3114960"/>
              <a:gd name="connsiteY34220" fmla="*/ 1070134 h 5143785"/>
              <a:gd name="connsiteX34221" fmla="*/ 579215 w 3114960"/>
              <a:gd name="connsiteY34221" fmla="*/ 1070134 h 5143785"/>
              <a:gd name="connsiteX34222" fmla="*/ 579215 w 3114960"/>
              <a:gd name="connsiteY34222" fmla="*/ 1067943 h 5143785"/>
              <a:gd name="connsiteX34223" fmla="*/ 575405 w 3114960"/>
              <a:gd name="connsiteY34223" fmla="*/ 1064133 h 5143785"/>
              <a:gd name="connsiteX34224" fmla="*/ 566547 w 3114960"/>
              <a:gd name="connsiteY34224" fmla="*/ 1064133 h 5143785"/>
              <a:gd name="connsiteX34225" fmla="*/ 566547 w 3114960"/>
              <a:gd name="connsiteY34225" fmla="*/ 1043083 h 5143785"/>
              <a:gd name="connsiteX34226" fmla="*/ 575405 w 3114960"/>
              <a:gd name="connsiteY34226" fmla="*/ 1043083 h 5143785"/>
              <a:gd name="connsiteX34227" fmla="*/ 579215 w 3114960"/>
              <a:gd name="connsiteY34227" fmla="*/ 1039273 h 5143785"/>
              <a:gd name="connsiteX34228" fmla="*/ 579215 w 3114960"/>
              <a:gd name="connsiteY34228" fmla="*/ 1037844 h 5143785"/>
              <a:gd name="connsiteX34229" fmla="*/ 765048 w 3114960"/>
              <a:gd name="connsiteY34229" fmla="*/ 1037368 h 5143785"/>
              <a:gd name="connsiteX34230" fmla="*/ 778478 w 3114960"/>
              <a:gd name="connsiteY34230" fmla="*/ 1047464 h 5143785"/>
              <a:gd name="connsiteX34231" fmla="*/ 954215 w 3114960"/>
              <a:gd name="connsiteY34231" fmla="*/ 1048226 h 5143785"/>
              <a:gd name="connsiteX34232" fmla="*/ 974312 w 3114960"/>
              <a:gd name="connsiteY34232" fmla="*/ 1068515 h 5143785"/>
              <a:gd name="connsiteX34233" fmla="*/ 1016032 w 3114960"/>
              <a:gd name="connsiteY34233" fmla="*/ 1068324 h 5143785"/>
              <a:gd name="connsiteX34234" fmla="*/ 1025747 w 3114960"/>
              <a:gd name="connsiteY34234" fmla="*/ 1076611 h 5143785"/>
              <a:gd name="connsiteX34235" fmla="*/ 1035749 w 3114960"/>
              <a:gd name="connsiteY34235" fmla="*/ 1066610 h 5143785"/>
              <a:gd name="connsiteX34236" fmla="*/ 1025747 w 3114960"/>
              <a:gd name="connsiteY34236" fmla="*/ 1056608 h 5143785"/>
              <a:gd name="connsiteX34237" fmla="*/ 1022699 w 3114960"/>
              <a:gd name="connsiteY34237" fmla="*/ 1057180 h 5143785"/>
              <a:gd name="connsiteX34238" fmla="*/ 978122 w 3114960"/>
              <a:gd name="connsiteY34238" fmla="*/ 1006888 h 5143785"/>
              <a:gd name="connsiteX34239" fmla="*/ 886206 w 3114960"/>
              <a:gd name="connsiteY34239" fmla="*/ 1006697 h 5143785"/>
              <a:gd name="connsiteX34240" fmla="*/ 885730 w 3114960"/>
              <a:gd name="connsiteY34240" fmla="*/ 1004316 h 5143785"/>
              <a:gd name="connsiteX34241" fmla="*/ 878967 w 3114960"/>
              <a:gd name="connsiteY34241" fmla="*/ 997553 h 5143785"/>
              <a:gd name="connsiteX34242" fmla="*/ 869442 w 3114960"/>
              <a:gd name="connsiteY34242" fmla="*/ 997553 h 5143785"/>
              <a:gd name="connsiteX34243" fmla="*/ 862679 w 3114960"/>
              <a:gd name="connsiteY34243" fmla="*/ 1004316 h 5143785"/>
              <a:gd name="connsiteX34244" fmla="*/ 862679 w 3114960"/>
              <a:gd name="connsiteY34244" fmla="*/ 1013841 h 5143785"/>
              <a:gd name="connsiteX34245" fmla="*/ 869442 w 3114960"/>
              <a:gd name="connsiteY34245" fmla="*/ 1020604 h 5143785"/>
              <a:gd name="connsiteX34246" fmla="*/ 874204 w 3114960"/>
              <a:gd name="connsiteY34246" fmla="*/ 1021556 h 5143785"/>
              <a:gd name="connsiteX34247" fmla="*/ 885730 w 3114960"/>
              <a:gd name="connsiteY34247" fmla="*/ 1013841 h 5143785"/>
              <a:gd name="connsiteX34248" fmla="*/ 886206 w 3114960"/>
              <a:gd name="connsiteY34248" fmla="*/ 1011460 h 5143785"/>
              <a:gd name="connsiteX34249" fmla="*/ 975932 w 3114960"/>
              <a:gd name="connsiteY34249" fmla="*/ 1011650 h 5143785"/>
              <a:gd name="connsiteX34250" fmla="*/ 1018508 w 3114960"/>
              <a:gd name="connsiteY34250" fmla="*/ 1059656 h 5143785"/>
              <a:gd name="connsiteX34251" fmla="*/ 1016318 w 3114960"/>
              <a:gd name="connsiteY34251" fmla="*/ 1063657 h 5143785"/>
              <a:gd name="connsiteX34252" fmla="*/ 976313 w 3114960"/>
              <a:gd name="connsiteY34252" fmla="*/ 1063847 h 5143785"/>
              <a:gd name="connsiteX34253" fmla="*/ 956215 w 3114960"/>
              <a:gd name="connsiteY34253" fmla="*/ 1043559 h 5143785"/>
              <a:gd name="connsiteX34254" fmla="*/ 780098 w 3114960"/>
              <a:gd name="connsiteY34254" fmla="*/ 1042797 h 5143785"/>
              <a:gd name="connsiteX34255" fmla="*/ 766572 w 3114960"/>
              <a:gd name="connsiteY34255" fmla="*/ 1032701 h 5143785"/>
              <a:gd name="connsiteX34256" fmla="*/ 579215 w 3114960"/>
              <a:gd name="connsiteY34256" fmla="*/ 1033177 h 5143785"/>
              <a:gd name="connsiteX34257" fmla="*/ 579215 w 3114960"/>
              <a:gd name="connsiteY34257" fmla="*/ 1030319 h 5143785"/>
              <a:gd name="connsiteX34258" fmla="*/ 575405 w 3114960"/>
              <a:gd name="connsiteY34258" fmla="*/ 1026509 h 5143785"/>
              <a:gd name="connsiteX34259" fmla="*/ 566547 w 3114960"/>
              <a:gd name="connsiteY34259" fmla="*/ 1026509 h 5143785"/>
              <a:gd name="connsiteX34260" fmla="*/ 566547 w 3114960"/>
              <a:gd name="connsiteY34260" fmla="*/ 1005459 h 5143785"/>
              <a:gd name="connsiteX34261" fmla="*/ 575405 w 3114960"/>
              <a:gd name="connsiteY34261" fmla="*/ 1005459 h 5143785"/>
              <a:gd name="connsiteX34262" fmla="*/ 579215 w 3114960"/>
              <a:gd name="connsiteY34262" fmla="*/ 1001649 h 5143785"/>
              <a:gd name="connsiteX34263" fmla="*/ 579215 w 3114960"/>
              <a:gd name="connsiteY34263" fmla="*/ 999554 h 5143785"/>
              <a:gd name="connsiteX34264" fmla="*/ 694373 w 3114960"/>
              <a:gd name="connsiteY34264" fmla="*/ 999554 h 5143785"/>
              <a:gd name="connsiteX34265" fmla="*/ 709994 w 3114960"/>
              <a:gd name="connsiteY34265" fmla="*/ 1013746 h 5143785"/>
              <a:gd name="connsiteX34266" fmla="*/ 808387 w 3114960"/>
              <a:gd name="connsiteY34266" fmla="*/ 1013746 h 5143785"/>
              <a:gd name="connsiteX34267" fmla="*/ 814102 w 3114960"/>
              <a:gd name="connsiteY34267" fmla="*/ 1020604 h 5143785"/>
              <a:gd name="connsiteX34268" fmla="*/ 827246 w 3114960"/>
              <a:gd name="connsiteY34268" fmla="*/ 1015175 h 5143785"/>
              <a:gd name="connsiteX34269" fmla="*/ 821817 w 3114960"/>
              <a:gd name="connsiteY34269" fmla="*/ 1002030 h 5143785"/>
              <a:gd name="connsiteX34270" fmla="*/ 808673 w 3114960"/>
              <a:gd name="connsiteY34270" fmla="*/ 1007459 h 5143785"/>
              <a:gd name="connsiteX34271" fmla="*/ 808387 w 3114960"/>
              <a:gd name="connsiteY34271" fmla="*/ 1008888 h 5143785"/>
              <a:gd name="connsiteX34272" fmla="*/ 711803 w 3114960"/>
              <a:gd name="connsiteY34272" fmla="*/ 1008888 h 5143785"/>
              <a:gd name="connsiteX34273" fmla="*/ 696182 w 3114960"/>
              <a:gd name="connsiteY34273" fmla="*/ 994696 h 5143785"/>
              <a:gd name="connsiteX34274" fmla="*/ 579215 w 3114960"/>
              <a:gd name="connsiteY34274" fmla="*/ 994696 h 5143785"/>
              <a:gd name="connsiteX34275" fmla="*/ 579215 w 3114960"/>
              <a:gd name="connsiteY34275" fmla="*/ 992600 h 5143785"/>
              <a:gd name="connsiteX34276" fmla="*/ 575405 w 3114960"/>
              <a:gd name="connsiteY34276" fmla="*/ 988790 h 5143785"/>
              <a:gd name="connsiteX34277" fmla="*/ 566928 w 3114960"/>
              <a:gd name="connsiteY34277" fmla="*/ 988790 h 5143785"/>
              <a:gd name="connsiteX34278" fmla="*/ 566928 w 3114960"/>
              <a:gd name="connsiteY34278" fmla="*/ 967740 h 5143785"/>
              <a:gd name="connsiteX34279" fmla="*/ 575405 w 3114960"/>
              <a:gd name="connsiteY34279" fmla="*/ 967740 h 5143785"/>
              <a:gd name="connsiteX34280" fmla="*/ 579215 w 3114960"/>
              <a:gd name="connsiteY34280" fmla="*/ 963930 h 5143785"/>
              <a:gd name="connsiteX34281" fmla="*/ 579215 w 3114960"/>
              <a:gd name="connsiteY34281" fmla="*/ 961835 h 5143785"/>
              <a:gd name="connsiteX34282" fmla="*/ 637889 w 3114960"/>
              <a:gd name="connsiteY34282" fmla="*/ 962311 h 5143785"/>
              <a:gd name="connsiteX34283" fmla="*/ 657416 w 3114960"/>
              <a:gd name="connsiteY34283" fmla="*/ 979170 h 5143785"/>
              <a:gd name="connsiteX34284" fmla="*/ 836200 w 3114960"/>
              <a:gd name="connsiteY34284" fmla="*/ 979170 h 5143785"/>
              <a:gd name="connsiteX34285" fmla="*/ 860298 w 3114960"/>
              <a:gd name="connsiteY34285" fmla="*/ 958977 h 5143785"/>
              <a:gd name="connsiteX34286" fmla="*/ 860298 w 3114960"/>
              <a:gd name="connsiteY34286" fmla="*/ 912019 h 5143785"/>
              <a:gd name="connsiteX34287" fmla="*/ 864108 w 3114960"/>
              <a:gd name="connsiteY34287" fmla="*/ 910685 h 5143785"/>
              <a:gd name="connsiteX34288" fmla="*/ 868680 w 3114960"/>
              <a:gd name="connsiteY34288" fmla="*/ 893731 h 5143785"/>
              <a:gd name="connsiteX34289" fmla="*/ 851726 w 3114960"/>
              <a:gd name="connsiteY34289" fmla="*/ 889159 h 5143785"/>
              <a:gd name="connsiteX34290" fmla="*/ 847154 w 3114960"/>
              <a:gd name="connsiteY34290" fmla="*/ 906113 h 5143785"/>
              <a:gd name="connsiteX34291" fmla="*/ 854678 w 3114960"/>
              <a:gd name="connsiteY34291" fmla="*/ 911924 h 5143785"/>
              <a:gd name="connsiteX34292" fmla="*/ 855536 w 3114960"/>
              <a:gd name="connsiteY34292" fmla="*/ 912019 h 5143785"/>
              <a:gd name="connsiteX34293" fmla="*/ 855536 w 3114960"/>
              <a:gd name="connsiteY34293" fmla="*/ 956786 h 5143785"/>
              <a:gd name="connsiteX34294" fmla="*/ 834485 w 3114960"/>
              <a:gd name="connsiteY34294" fmla="*/ 974312 h 5143785"/>
              <a:gd name="connsiteX34295" fmla="*/ 659225 w 3114960"/>
              <a:gd name="connsiteY34295" fmla="*/ 974312 h 5143785"/>
              <a:gd name="connsiteX34296" fmla="*/ 639699 w 3114960"/>
              <a:gd name="connsiteY34296" fmla="*/ 957548 h 5143785"/>
              <a:gd name="connsiteX34297" fmla="*/ 579311 w 3114960"/>
              <a:gd name="connsiteY34297" fmla="*/ 957072 h 5143785"/>
              <a:gd name="connsiteX34298" fmla="*/ 579311 w 3114960"/>
              <a:gd name="connsiteY34298" fmla="*/ 954881 h 5143785"/>
              <a:gd name="connsiteX34299" fmla="*/ 575501 w 3114960"/>
              <a:gd name="connsiteY34299" fmla="*/ 951071 h 5143785"/>
              <a:gd name="connsiteX34300" fmla="*/ 566642 w 3114960"/>
              <a:gd name="connsiteY34300" fmla="*/ 951071 h 5143785"/>
              <a:gd name="connsiteX34301" fmla="*/ 566642 w 3114960"/>
              <a:gd name="connsiteY34301" fmla="*/ 930021 h 5143785"/>
              <a:gd name="connsiteX34302" fmla="*/ 575501 w 3114960"/>
              <a:gd name="connsiteY34302" fmla="*/ 930021 h 5143785"/>
              <a:gd name="connsiteX34303" fmla="*/ 579311 w 3114960"/>
              <a:gd name="connsiteY34303" fmla="*/ 926211 h 5143785"/>
              <a:gd name="connsiteX34304" fmla="*/ 579311 w 3114960"/>
              <a:gd name="connsiteY34304" fmla="*/ 924877 h 5143785"/>
              <a:gd name="connsiteX34305" fmla="*/ 637985 w 3114960"/>
              <a:gd name="connsiteY34305" fmla="*/ 925354 h 5143785"/>
              <a:gd name="connsiteX34306" fmla="*/ 657511 w 3114960"/>
              <a:gd name="connsiteY34306" fmla="*/ 942213 h 5143785"/>
              <a:gd name="connsiteX34307" fmla="*/ 800672 w 3114960"/>
              <a:gd name="connsiteY34307" fmla="*/ 941642 h 5143785"/>
              <a:gd name="connsiteX34308" fmla="*/ 820484 w 3114960"/>
              <a:gd name="connsiteY34308" fmla="*/ 922306 h 5143785"/>
              <a:gd name="connsiteX34309" fmla="*/ 820484 w 3114960"/>
              <a:gd name="connsiteY34309" fmla="*/ 895636 h 5143785"/>
              <a:gd name="connsiteX34310" fmla="*/ 690372 w 3114960"/>
              <a:gd name="connsiteY34310" fmla="*/ 895636 h 5143785"/>
              <a:gd name="connsiteX34311" fmla="*/ 689134 w 3114960"/>
              <a:gd name="connsiteY34311" fmla="*/ 891826 h 5143785"/>
              <a:gd name="connsiteX34312" fmla="*/ 689134 w 3114960"/>
              <a:gd name="connsiteY34312" fmla="*/ 891826 h 5143785"/>
              <a:gd name="connsiteX34313" fmla="*/ 672179 w 3114960"/>
              <a:gd name="connsiteY34313" fmla="*/ 887254 h 5143785"/>
              <a:gd name="connsiteX34314" fmla="*/ 667607 w 3114960"/>
              <a:gd name="connsiteY34314" fmla="*/ 904208 h 5143785"/>
              <a:gd name="connsiteX34315" fmla="*/ 678371 w 3114960"/>
              <a:gd name="connsiteY34315" fmla="*/ 910400 h 5143785"/>
              <a:gd name="connsiteX34316" fmla="*/ 684562 w 3114960"/>
              <a:gd name="connsiteY34316" fmla="*/ 908780 h 5143785"/>
              <a:gd name="connsiteX34317" fmla="*/ 690372 w 3114960"/>
              <a:gd name="connsiteY34317" fmla="*/ 900398 h 5143785"/>
              <a:gd name="connsiteX34318" fmla="*/ 815721 w 3114960"/>
              <a:gd name="connsiteY34318" fmla="*/ 900398 h 5143785"/>
              <a:gd name="connsiteX34319" fmla="*/ 815721 w 3114960"/>
              <a:gd name="connsiteY34319" fmla="*/ 920306 h 5143785"/>
              <a:gd name="connsiteX34320" fmla="*/ 798767 w 3114960"/>
              <a:gd name="connsiteY34320" fmla="*/ 936879 h 5143785"/>
              <a:gd name="connsiteX34321" fmla="*/ 659321 w 3114960"/>
              <a:gd name="connsiteY34321" fmla="*/ 937451 h 5143785"/>
              <a:gd name="connsiteX34322" fmla="*/ 639794 w 3114960"/>
              <a:gd name="connsiteY34322" fmla="*/ 920591 h 5143785"/>
              <a:gd name="connsiteX34323" fmla="*/ 579406 w 3114960"/>
              <a:gd name="connsiteY34323" fmla="*/ 920115 h 5143785"/>
              <a:gd name="connsiteX34324" fmla="*/ 579406 w 3114960"/>
              <a:gd name="connsiteY34324" fmla="*/ 917258 h 5143785"/>
              <a:gd name="connsiteX34325" fmla="*/ 575596 w 3114960"/>
              <a:gd name="connsiteY34325" fmla="*/ 913448 h 5143785"/>
              <a:gd name="connsiteX34326" fmla="*/ 566738 w 3114960"/>
              <a:gd name="connsiteY34326" fmla="*/ 913448 h 5143785"/>
              <a:gd name="connsiteX34327" fmla="*/ 566738 w 3114960"/>
              <a:gd name="connsiteY34327" fmla="*/ 892397 h 5143785"/>
              <a:gd name="connsiteX34328" fmla="*/ 575596 w 3114960"/>
              <a:gd name="connsiteY34328" fmla="*/ 892397 h 5143785"/>
              <a:gd name="connsiteX34329" fmla="*/ 579406 w 3114960"/>
              <a:gd name="connsiteY34329" fmla="*/ 888587 h 5143785"/>
              <a:gd name="connsiteX34330" fmla="*/ 579406 w 3114960"/>
              <a:gd name="connsiteY34330" fmla="*/ 886492 h 5143785"/>
              <a:gd name="connsiteX34331" fmla="*/ 609600 w 3114960"/>
              <a:gd name="connsiteY34331" fmla="*/ 886492 h 5143785"/>
              <a:gd name="connsiteX34332" fmla="*/ 638842 w 3114960"/>
              <a:gd name="connsiteY34332" fmla="*/ 870204 h 5143785"/>
              <a:gd name="connsiteX34333" fmla="*/ 731139 w 3114960"/>
              <a:gd name="connsiteY34333" fmla="*/ 870204 h 5143785"/>
              <a:gd name="connsiteX34334" fmla="*/ 746760 w 3114960"/>
              <a:gd name="connsiteY34334" fmla="*/ 856012 h 5143785"/>
              <a:gd name="connsiteX34335" fmla="*/ 850487 w 3114960"/>
              <a:gd name="connsiteY34335" fmla="*/ 856012 h 5143785"/>
              <a:gd name="connsiteX34336" fmla="*/ 850487 w 3114960"/>
              <a:gd name="connsiteY34336" fmla="*/ 857536 h 5143785"/>
              <a:gd name="connsiteX34337" fmla="*/ 857441 w 3114960"/>
              <a:gd name="connsiteY34337" fmla="*/ 864489 h 5143785"/>
              <a:gd name="connsiteX34338" fmla="*/ 878205 w 3114960"/>
              <a:gd name="connsiteY34338" fmla="*/ 864489 h 5143785"/>
              <a:gd name="connsiteX34339" fmla="*/ 885158 w 3114960"/>
              <a:gd name="connsiteY34339" fmla="*/ 857536 h 5143785"/>
              <a:gd name="connsiteX34340" fmla="*/ 885158 w 3114960"/>
              <a:gd name="connsiteY34340" fmla="*/ 847535 h 5143785"/>
              <a:gd name="connsiteX34341" fmla="*/ 878205 w 3114960"/>
              <a:gd name="connsiteY34341" fmla="*/ 840581 h 5143785"/>
              <a:gd name="connsiteX34342" fmla="*/ 857441 w 3114960"/>
              <a:gd name="connsiteY34342" fmla="*/ 840581 h 5143785"/>
              <a:gd name="connsiteX34343" fmla="*/ 850487 w 3114960"/>
              <a:gd name="connsiteY34343" fmla="*/ 847535 h 5143785"/>
              <a:gd name="connsiteX34344" fmla="*/ 850487 w 3114960"/>
              <a:gd name="connsiteY34344" fmla="*/ 851249 h 5143785"/>
              <a:gd name="connsiteX34345" fmla="*/ 744855 w 3114960"/>
              <a:gd name="connsiteY34345" fmla="*/ 851249 h 5143785"/>
              <a:gd name="connsiteX34346" fmla="*/ 729234 w 3114960"/>
              <a:gd name="connsiteY34346" fmla="*/ 865442 h 5143785"/>
              <a:gd name="connsiteX34347" fmla="*/ 770382 w 3114960"/>
              <a:gd name="connsiteY34347" fmla="*/ 1121759 h 5143785"/>
              <a:gd name="connsiteX34348" fmla="*/ 774573 w 3114960"/>
              <a:gd name="connsiteY34348" fmla="*/ 1117664 h 5143785"/>
              <a:gd name="connsiteX34349" fmla="*/ 777526 w 3114960"/>
              <a:gd name="connsiteY34349" fmla="*/ 1117092 h 5143785"/>
              <a:gd name="connsiteX34350" fmla="*/ 780479 w 3114960"/>
              <a:gd name="connsiteY34350" fmla="*/ 1117664 h 5143785"/>
              <a:gd name="connsiteX34351" fmla="*/ 784670 w 3114960"/>
              <a:gd name="connsiteY34351" fmla="*/ 1127665 h 5143785"/>
              <a:gd name="connsiteX34352" fmla="*/ 774668 w 3114960"/>
              <a:gd name="connsiteY34352" fmla="*/ 1131761 h 5143785"/>
              <a:gd name="connsiteX34353" fmla="*/ 770477 w 3114960"/>
              <a:gd name="connsiteY34353" fmla="*/ 1127665 h 5143785"/>
              <a:gd name="connsiteX34354" fmla="*/ 770477 w 3114960"/>
              <a:gd name="connsiteY34354" fmla="*/ 1121759 h 5143785"/>
              <a:gd name="connsiteX34355" fmla="*/ 805244 w 3114960"/>
              <a:gd name="connsiteY34355" fmla="*/ 1081850 h 5143785"/>
              <a:gd name="connsiteX34356" fmla="*/ 807434 w 3114960"/>
              <a:gd name="connsiteY34356" fmla="*/ 1079659 h 5143785"/>
              <a:gd name="connsiteX34357" fmla="*/ 828199 w 3114960"/>
              <a:gd name="connsiteY34357" fmla="*/ 1079659 h 5143785"/>
              <a:gd name="connsiteX34358" fmla="*/ 830390 w 3114960"/>
              <a:gd name="connsiteY34358" fmla="*/ 1081850 h 5143785"/>
              <a:gd name="connsiteX34359" fmla="*/ 830390 w 3114960"/>
              <a:gd name="connsiteY34359" fmla="*/ 1091851 h 5143785"/>
              <a:gd name="connsiteX34360" fmla="*/ 828199 w 3114960"/>
              <a:gd name="connsiteY34360" fmla="*/ 1094042 h 5143785"/>
              <a:gd name="connsiteX34361" fmla="*/ 807434 w 3114960"/>
              <a:gd name="connsiteY34361" fmla="*/ 1094042 h 5143785"/>
              <a:gd name="connsiteX34362" fmla="*/ 805244 w 3114960"/>
              <a:gd name="connsiteY34362" fmla="*/ 1091851 h 5143785"/>
              <a:gd name="connsiteX34363" fmla="*/ 805244 w 3114960"/>
              <a:gd name="connsiteY34363" fmla="*/ 1081850 h 5143785"/>
              <a:gd name="connsiteX34364" fmla="*/ 881158 w 3114960"/>
              <a:gd name="connsiteY34364" fmla="*/ 1012127 h 5143785"/>
              <a:gd name="connsiteX34365" fmla="*/ 871157 w 3114960"/>
              <a:gd name="connsiteY34365" fmla="*/ 1016318 h 5143785"/>
              <a:gd name="connsiteX34366" fmla="*/ 866966 w 3114960"/>
              <a:gd name="connsiteY34366" fmla="*/ 1012222 h 5143785"/>
              <a:gd name="connsiteX34367" fmla="*/ 866966 w 3114960"/>
              <a:gd name="connsiteY34367" fmla="*/ 1006412 h 5143785"/>
              <a:gd name="connsiteX34368" fmla="*/ 871157 w 3114960"/>
              <a:gd name="connsiteY34368" fmla="*/ 1002221 h 5143785"/>
              <a:gd name="connsiteX34369" fmla="*/ 874109 w 3114960"/>
              <a:gd name="connsiteY34369" fmla="*/ 1001649 h 5143785"/>
              <a:gd name="connsiteX34370" fmla="*/ 877062 w 3114960"/>
              <a:gd name="connsiteY34370" fmla="*/ 1002221 h 5143785"/>
              <a:gd name="connsiteX34371" fmla="*/ 881253 w 3114960"/>
              <a:gd name="connsiteY34371" fmla="*/ 1006316 h 5143785"/>
              <a:gd name="connsiteX34372" fmla="*/ 881253 w 3114960"/>
              <a:gd name="connsiteY34372" fmla="*/ 1012127 h 5143785"/>
              <a:gd name="connsiteX34373" fmla="*/ 851059 w 3114960"/>
              <a:gd name="connsiteY34373" fmla="*/ 903827 h 5143785"/>
              <a:gd name="connsiteX34374" fmla="*/ 853821 w 3114960"/>
              <a:gd name="connsiteY34374" fmla="*/ 893350 h 5143785"/>
              <a:gd name="connsiteX34375" fmla="*/ 857631 w 3114960"/>
              <a:gd name="connsiteY34375" fmla="*/ 892302 h 5143785"/>
              <a:gd name="connsiteX34376" fmla="*/ 864299 w 3114960"/>
              <a:gd name="connsiteY34376" fmla="*/ 896112 h 5143785"/>
              <a:gd name="connsiteX34377" fmla="*/ 861536 w 3114960"/>
              <a:gd name="connsiteY34377" fmla="*/ 906590 h 5143785"/>
              <a:gd name="connsiteX34378" fmla="*/ 855726 w 3114960"/>
              <a:gd name="connsiteY34378" fmla="*/ 907352 h 5143785"/>
              <a:gd name="connsiteX34379" fmla="*/ 851059 w 3114960"/>
              <a:gd name="connsiteY34379" fmla="*/ 903827 h 5143785"/>
              <a:gd name="connsiteX34380" fmla="*/ 681895 w 3114960"/>
              <a:gd name="connsiteY34380" fmla="*/ 904685 h 5143785"/>
              <a:gd name="connsiteX34381" fmla="*/ 671417 w 3114960"/>
              <a:gd name="connsiteY34381" fmla="*/ 901922 h 5143785"/>
              <a:gd name="connsiteX34382" fmla="*/ 674179 w 3114960"/>
              <a:gd name="connsiteY34382" fmla="*/ 891445 h 5143785"/>
              <a:gd name="connsiteX34383" fmla="*/ 677990 w 3114960"/>
              <a:gd name="connsiteY34383" fmla="*/ 890397 h 5143785"/>
              <a:gd name="connsiteX34384" fmla="*/ 684657 w 3114960"/>
              <a:gd name="connsiteY34384" fmla="*/ 894207 h 5143785"/>
              <a:gd name="connsiteX34385" fmla="*/ 681895 w 3114960"/>
              <a:gd name="connsiteY34385" fmla="*/ 904685 h 5143785"/>
              <a:gd name="connsiteX34386" fmla="*/ 561785 w 3114960"/>
              <a:gd name="connsiteY34386" fmla="*/ 886206 h 5143785"/>
              <a:gd name="connsiteX34387" fmla="*/ 563690 w 3114960"/>
              <a:gd name="connsiteY34387" fmla="*/ 887635 h 5143785"/>
              <a:gd name="connsiteX34388" fmla="*/ 556165 w 3114960"/>
              <a:gd name="connsiteY34388" fmla="*/ 887635 h 5143785"/>
              <a:gd name="connsiteX34389" fmla="*/ 556165 w 3114960"/>
              <a:gd name="connsiteY34389" fmla="*/ 880491 h 5143785"/>
              <a:gd name="connsiteX34390" fmla="*/ 563690 w 3114960"/>
              <a:gd name="connsiteY34390" fmla="*/ 880491 h 5143785"/>
              <a:gd name="connsiteX34391" fmla="*/ 565404 w 3114960"/>
              <a:gd name="connsiteY34391" fmla="*/ 881825 h 5143785"/>
              <a:gd name="connsiteX34392" fmla="*/ 561880 w 3114960"/>
              <a:gd name="connsiteY34392" fmla="*/ 884206 h 5143785"/>
              <a:gd name="connsiteX34393" fmla="*/ 561404 w 3114960"/>
              <a:gd name="connsiteY34393" fmla="*/ 885158 h 5143785"/>
              <a:gd name="connsiteX34394" fmla="*/ 561880 w 3114960"/>
              <a:gd name="connsiteY34394" fmla="*/ 886111 h 5143785"/>
              <a:gd name="connsiteX34395" fmla="*/ 562166 w 3114960"/>
              <a:gd name="connsiteY34395" fmla="*/ 923925 h 5143785"/>
              <a:gd name="connsiteX34396" fmla="*/ 564071 w 3114960"/>
              <a:gd name="connsiteY34396" fmla="*/ 925354 h 5143785"/>
              <a:gd name="connsiteX34397" fmla="*/ 556165 w 3114960"/>
              <a:gd name="connsiteY34397" fmla="*/ 925354 h 5143785"/>
              <a:gd name="connsiteX34398" fmla="*/ 556165 w 3114960"/>
              <a:gd name="connsiteY34398" fmla="*/ 918210 h 5143785"/>
              <a:gd name="connsiteX34399" fmla="*/ 564071 w 3114960"/>
              <a:gd name="connsiteY34399" fmla="*/ 918210 h 5143785"/>
              <a:gd name="connsiteX34400" fmla="*/ 565785 w 3114960"/>
              <a:gd name="connsiteY34400" fmla="*/ 919544 h 5143785"/>
              <a:gd name="connsiteX34401" fmla="*/ 562261 w 3114960"/>
              <a:gd name="connsiteY34401" fmla="*/ 921925 h 5143785"/>
              <a:gd name="connsiteX34402" fmla="*/ 561785 w 3114960"/>
              <a:gd name="connsiteY34402" fmla="*/ 922877 h 5143785"/>
              <a:gd name="connsiteX34403" fmla="*/ 562261 w 3114960"/>
              <a:gd name="connsiteY34403" fmla="*/ 923830 h 5143785"/>
              <a:gd name="connsiteX34404" fmla="*/ 562166 w 3114960"/>
              <a:gd name="connsiteY34404" fmla="*/ 961644 h 5143785"/>
              <a:gd name="connsiteX34405" fmla="*/ 564071 w 3114960"/>
              <a:gd name="connsiteY34405" fmla="*/ 963073 h 5143785"/>
              <a:gd name="connsiteX34406" fmla="*/ 556165 w 3114960"/>
              <a:gd name="connsiteY34406" fmla="*/ 963073 h 5143785"/>
              <a:gd name="connsiteX34407" fmla="*/ 556165 w 3114960"/>
              <a:gd name="connsiteY34407" fmla="*/ 955929 h 5143785"/>
              <a:gd name="connsiteX34408" fmla="*/ 564071 w 3114960"/>
              <a:gd name="connsiteY34408" fmla="*/ 955929 h 5143785"/>
              <a:gd name="connsiteX34409" fmla="*/ 565785 w 3114960"/>
              <a:gd name="connsiteY34409" fmla="*/ 957263 h 5143785"/>
              <a:gd name="connsiteX34410" fmla="*/ 562261 w 3114960"/>
              <a:gd name="connsiteY34410" fmla="*/ 959644 h 5143785"/>
              <a:gd name="connsiteX34411" fmla="*/ 561785 w 3114960"/>
              <a:gd name="connsiteY34411" fmla="*/ 960596 h 5143785"/>
              <a:gd name="connsiteX34412" fmla="*/ 562261 w 3114960"/>
              <a:gd name="connsiteY34412" fmla="*/ 961549 h 5143785"/>
              <a:gd name="connsiteX34413" fmla="*/ 562166 w 3114960"/>
              <a:gd name="connsiteY34413" fmla="*/ 999363 h 5143785"/>
              <a:gd name="connsiteX34414" fmla="*/ 564071 w 3114960"/>
              <a:gd name="connsiteY34414" fmla="*/ 1000792 h 5143785"/>
              <a:gd name="connsiteX34415" fmla="*/ 556165 w 3114960"/>
              <a:gd name="connsiteY34415" fmla="*/ 1000792 h 5143785"/>
              <a:gd name="connsiteX34416" fmla="*/ 556165 w 3114960"/>
              <a:gd name="connsiteY34416" fmla="*/ 993648 h 5143785"/>
              <a:gd name="connsiteX34417" fmla="*/ 564071 w 3114960"/>
              <a:gd name="connsiteY34417" fmla="*/ 993648 h 5143785"/>
              <a:gd name="connsiteX34418" fmla="*/ 565785 w 3114960"/>
              <a:gd name="connsiteY34418" fmla="*/ 994982 h 5143785"/>
              <a:gd name="connsiteX34419" fmla="*/ 562261 w 3114960"/>
              <a:gd name="connsiteY34419" fmla="*/ 997363 h 5143785"/>
              <a:gd name="connsiteX34420" fmla="*/ 561785 w 3114960"/>
              <a:gd name="connsiteY34420" fmla="*/ 998315 h 5143785"/>
              <a:gd name="connsiteX34421" fmla="*/ 562261 w 3114960"/>
              <a:gd name="connsiteY34421" fmla="*/ 999268 h 5143785"/>
              <a:gd name="connsiteX34422" fmla="*/ 562166 w 3114960"/>
              <a:gd name="connsiteY34422" fmla="*/ 1037082 h 5143785"/>
              <a:gd name="connsiteX34423" fmla="*/ 564071 w 3114960"/>
              <a:gd name="connsiteY34423" fmla="*/ 1038511 h 5143785"/>
              <a:gd name="connsiteX34424" fmla="*/ 556165 w 3114960"/>
              <a:gd name="connsiteY34424" fmla="*/ 1038511 h 5143785"/>
              <a:gd name="connsiteX34425" fmla="*/ 556165 w 3114960"/>
              <a:gd name="connsiteY34425" fmla="*/ 1031367 h 5143785"/>
              <a:gd name="connsiteX34426" fmla="*/ 564071 w 3114960"/>
              <a:gd name="connsiteY34426" fmla="*/ 1031367 h 5143785"/>
              <a:gd name="connsiteX34427" fmla="*/ 565785 w 3114960"/>
              <a:gd name="connsiteY34427" fmla="*/ 1032701 h 5143785"/>
              <a:gd name="connsiteX34428" fmla="*/ 562261 w 3114960"/>
              <a:gd name="connsiteY34428" fmla="*/ 1035082 h 5143785"/>
              <a:gd name="connsiteX34429" fmla="*/ 561785 w 3114960"/>
              <a:gd name="connsiteY34429" fmla="*/ 1036034 h 5143785"/>
              <a:gd name="connsiteX34430" fmla="*/ 562261 w 3114960"/>
              <a:gd name="connsiteY34430" fmla="*/ 1036987 h 5143785"/>
              <a:gd name="connsiteX34431" fmla="*/ 562166 w 3114960"/>
              <a:gd name="connsiteY34431" fmla="*/ 1074801 h 5143785"/>
              <a:gd name="connsiteX34432" fmla="*/ 564071 w 3114960"/>
              <a:gd name="connsiteY34432" fmla="*/ 1076230 h 5143785"/>
              <a:gd name="connsiteX34433" fmla="*/ 556165 w 3114960"/>
              <a:gd name="connsiteY34433" fmla="*/ 1076230 h 5143785"/>
              <a:gd name="connsiteX34434" fmla="*/ 556165 w 3114960"/>
              <a:gd name="connsiteY34434" fmla="*/ 1069086 h 5143785"/>
              <a:gd name="connsiteX34435" fmla="*/ 564071 w 3114960"/>
              <a:gd name="connsiteY34435" fmla="*/ 1069086 h 5143785"/>
              <a:gd name="connsiteX34436" fmla="*/ 565785 w 3114960"/>
              <a:gd name="connsiteY34436" fmla="*/ 1070420 h 5143785"/>
              <a:gd name="connsiteX34437" fmla="*/ 562261 w 3114960"/>
              <a:gd name="connsiteY34437" fmla="*/ 1072801 h 5143785"/>
              <a:gd name="connsiteX34438" fmla="*/ 561785 w 3114960"/>
              <a:gd name="connsiteY34438" fmla="*/ 1073753 h 5143785"/>
              <a:gd name="connsiteX34439" fmla="*/ 562261 w 3114960"/>
              <a:gd name="connsiteY34439" fmla="*/ 1074706 h 5143785"/>
              <a:gd name="connsiteX34440" fmla="*/ 556070 w 3114960"/>
              <a:gd name="connsiteY34440" fmla="*/ 1113949 h 5143785"/>
              <a:gd name="connsiteX34441" fmla="*/ 556070 w 3114960"/>
              <a:gd name="connsiteY34441" fmla="*/ 1106805 h 5143785"/>
              <a:gd name="connsiteX34442" fmla="*/ 563975 w 3114960"/>
              <a:gd name="connsiteY34442" fmla="*/ 1106805 h 5143785"/>
              <a:gd name="connsiteX34443" fmla="*/ 565690 w 3114960"/>
              <a:gd name="connsiteY34443" fmla="*/ 1108139 h 5143785"/>
              <a:gd name="connsiteX34444" fmla="*/ 562166 w 3114960"/>
              <a:gd name="connsiteY34444" fmla="*/ 1110520 h 5143785"/>
              <a:gd name="connsiteX34445" fmla="*/ 561689 w 3114960"/>
              <a:gd name="connsiteY34445" fmla="*/ 1111472 h 5143785"/>
              <a:gd name="connsiteX34446" fmla="*/ 562166 w 3114960"/>
              <a:gd name="connsiteY34446" fmla="*/ 1112425 h 5143785"/>
              <a:gd name="connsiteX34447" fmla="*/ 564071 w 3114960"/>
              <a:gd name="connsiteY34447" fmla="*/ 1113854 h 5143785"/>
              <a:gd name="connsiteX34448" fmla="*/ 556165 w 3114960"/>
              <a:gd name="connsiteY34448" fmla="*/ 1113854 h 5143785"/>
              <a:gd name="connsiteX34449" fmla="*/ 568452 w 3114960"/>
              <a:gd name="connsiteY34449" fmla="*/ 1107377 h 5143785"/>
              <a:gd name="connsiteX34450" fmla="*/ 567785 w 3114960"/>
              <a:gd name="connsiteY34450" fmla="*/ 1106900 h 5143785"/>
              <a:gd name="connsiteX34451" fmla="*/ 574262 w 3114960"/>
              <a:gd name="connsiteY34451" fmla="*/ 1106900 h 5143785"/>
              <a:gd name="connsiteX34452" fmla="*/ 574262 w 3114960"/>
              <a:gd name="connsiteY34452" fmla="*/ 1114044 h 5143785"/>
              <a:gd name="connsiteX34453" fmla="*/ 567785 w 3114960"/>
              <a:gd name="connsiteY34453" fmla="*/ 1114044 h 5143785"/>
              <a:gd name="connsiteX34454" fmla="*/ 564833 w 3114960"/>
              <a:gd name="connsiteY34454" fmla="*/ 1111758 h 5143785"/>
              <a:gd name="connsiteX34455" fmla="*/ 568357 w 3114960"/>
              <a:gd name="connsiteY34455" fmla="*/ 1109377 h 5143785"/>
              <a:gd name="connsiteX34456" fmla="*/ 568833 w 3114960"/>
              <a:gd name="connsiteY34456" fmla="*/ 1108424 h 5143785"/>
              <a:gd name="connsiteX34457" fmla="*/ 568357 w 3114960"/>
              <a:gd name="connsiteY34457" fmla="*/ 1107472 h 5143785"/>
              <a:gd name="connsiteX34458" fmla="*/ 568452 w 3114960"/>
              <a:gd name="connsiteY34458" fmla="*/ 1069562 h 5143785"/>
              <a:gd name="connsiteX34459" fmla="*/ 567881 w 3114960"/>
              <a:gd name="connsiteY34459" fmla="*/ 1069086 h 5143785"/>
              <a:gd name="connsiteX34460" fmla="*/ 574358 w 3114960"/>
              <a:gd name="connsiteY34460" fmla="*/ 1069086 h 5143785"/>
              <a:gd name="connsiteX34461" fmla="*/ 574358 w 3114960"/>
              <a:gd name="connsiteY34461" fmla="*/ 1076230 h 5143785"/>
              <a:gd name="connsiteX34462" fmla="*/ 567881 w 3114960"/>
              <a:gd name="connsiteY34462" fmla="*/ 1076230 h 5143785"/>
              <a:gd name="connsiteX34463" fmla="*/ 564928 w 3114960"/>
              <a:gd name="connsiteY34463" fmla="*/ 1073849 h 5143785"/>
              <a:gd name="connsiteX34464" fmla="*/ 568452 w 3114960"/>
              <a:gd name="connsiteY34464" fmla="*/ 1071467 h 5143785"/>
              <a:gd name="connsiteX34465" fmla="*/ 568928 w 3114960"/>
              <a:gd name="connsiteY34465" fmla="*/ 1070515 h 5143785"/>
              <a:gd name="connsiteX34466" fmla="*/ 568452 w 3114960"/>
              <a:gd name="connsiteY34466" fmla="*/ 1069562 h 5143785"/>
              <a:gd name="connsiteX34467" fmla="*/ 568452 w 3114960"/>
              <a:gd name="connsiteY34467" fmla="*/ 1031843 h 5143785"/>
              <a:gd name="connsiteX34468" fmla="*/ 567785 w 3114960"/>
              <a:gd name="connsiteY34468" fmla="*/ 1031367 h 5143785"/>
              <a:gd name="connsiteX34469" fmla="*/ 574262 w 3114960"/>
              <a:gd name="connsiteY34469" fmla="*/ 1031367 h 5143785"/>
              <a:gd name="connsiteX34470" fmla="*/ 574262 w 3114960"/>
              <a:gd name="connsiteY34470" fmla="*/ 1038511 h 5143785"/>
              <a:gd name="connsiteX34471" fmla="*/ 567785 w 3114960"/>
              <a:gd name="connsiteY34471" fmla="*/ 1038511 h 5143785"/>
              <a:gd name="connsiteX34472" fmla="*/ 564833 w 3114960"/>
              <a:gd name="connsiteY34472" fmla="*/ 1036129 h 5143785"/>
              <a:gd name="connsiteX34473" fmla="*/ 568357 w 3114960"/>
              <a:gd name="connsiteY34473" fmla="*/ 1033748 h 5143785"/>
              <a:gd name="connsiteX34474" fmla="*/ 568833 w 3114960"/>
              <a:gd name="connsiteY34474" fmla="*/ 1032796 h 5143785"/>
              <a:gd name="connsiteX34475" fmla="*/ 568357 w 3114960"/>
              <a:gd name="connsiteY34475" fmla="*/ 1031843 h 5143785"/>
              <a:gd name="connsiteX34476" fmla="*/ 568452 w 3114960"/>
              <a:gd name="connsiteY34476" fmla="*/ 994124 h 5143785"/>
              <a:gd name="connsiteX34477" fmla="*/ 567785 w 3114960"/>
              <a:gd name="connsiteY34477" fmla="*/ 993648 h 5143785"/>
              <a:gd name="connsiteX34478" fmla="*/ 574262 w 3114960"/>
              <a:gd name="connsiteY34478" fmla="*/ 993648 h 5143785"/>
              <a:gd name="connsiteX34479" fmla="*/ 574262 w 3114960"/>
              <a:gd name="connsiteY34479" fmla="*/ 1000792 h 5143785"/>
              <a:gd name="connsiteX34480" fmla="*/ 567785 w 3114960"/>
              <a:gd name="connsiteY34480" fmla="*/ 1000792 h 5143785"/>
              <a:gd name="connsiteX34481" fmla="*/ 564833 w 3114960"/>
              <a:gd name="connsiteY34481" fmla="*/ 998506 h 5143785"/>
              <a:gd name="connsiteX34482" fmla="*/ 568357 w 3114960"/>
              <a:gd name="connsiteY34482" fmla="*/ 996125 h 5143785"/>
              <a:gd name="connsiteX34483" fmla="*/ 568833 w 3114960"/>
              <a:gd name="connsiteY34483" fmla="*/ 995172 h 5143785"/>
              <a:gd name="connsiteX34484" fmla="*/ 568357 w 3114960"/>
              <a:gd name="connsiteY34484" fmla="*/ 994220 h 5143785"/>
              <a:gd name="connsiteX34485" fmla="*/ 568452 w 3114960"/>
              <a:gd name="connsiteY34485" fmla="*/ 956405 h 5143785"/>
              <a:gd name="connsiteX34486" fmla="*/ 567785 w 3114960"/>
              <a:gd name="connsiteY34486" fmla="*/ 955929 h 5143785"/>
              <a:gd name="connsiteX34487" fmla="*/ 574262 w 3114960"/>
              <a:gd name="connsiteY34487" fmla="*/ 955929 h 5143785"/>
              <a:gd name="connsiteX34488" fmla="*/ 574262 w 3114960"/>
              <a:gd name="connsiteY34488" fmla="*/ 963073 h 5143785"/>
              <a:gd name="connsiteX34489" fmla="*/ 567785 w 3114960"/>
              <a:gd name="connsiteY34489" fmla="*/ 963073 h 5143785"/>
              <a:gd name="connsiteX34490" fmla="*/ 564833 w 3114960"/>
              <a:gd name="connsiteY34490" fmla="*/ 960787 h 5143785"/>
              <a:gd name="connsiteX34491" fmla="*/ 568357 w 3114960"/>
              <a:gd name="connsiteY34491" fmla="*/ 958406 h 5143785"/>
              <a:gd name="connsiteX34492" fmla="*/ 568833 w 3114960"/>
              <a:gd name="connsiteY34492" fmla="*/ 957453 h 5143785"/>
              <a:gd name="connsiteX34493" fmla="*/ 568357 w 3114960"/>
              <a:gd name="connsiteY34493" fmla="*/ 956501 h 5143785"/>
              <a:gd name="connsiteX34494" fmla="*/ 568452 w 3114960"/>
              <a:gd name="connsiteY34494" fmla="*/ 918686 h 5143785"/>
              <a:gd name="connsiteX34495" fmla="*/ 567881 w 3114960"/>
              <a:gd name="connsiteY34495" fmla="*/ 918210 h 5143785"/>
              <a:gd name="connsiteX34496" fmla="*/ 574358 w 3114960"/>
              <a:gd name="connsiteY34496" fmla="*/ 918210 h 5143785"/>
              <a:gd name="connsiteX34497" fmla="*/ 574358 w 3114960"/>
              <a:gd name="connsiteY34497" fmla="*/ 925354 h 5143785"/>
              <a:gd name="connsiteX34498" fmla="*/ 567881 w 3114960"/>
              <a:gd name="connsiteY34498" fmla="*/ 925354 h 5143785"/>
              <a:gd name="connsiteX34499" fmla="*/ 564928 w 3114960"/>
              <a:gd name="connsiteY34499" fmla="*/ 923068 h 5143785"/>
              <a:gd name="connsiteX34500" fmla="*/ 568452 w 3114960"/>
              <a:gd name="connsiteY34500" fmla="*/ 920687 h 5143785"/>
              <a:gd name="connsiteX34501" fmla="*/ 568928 w 3114960"/>
              <a:gd name="connsiteY34501" fmla="*/ 919734 h 5143785"/>
              <a:gd name="connsiteX34502" fmla="*/ 568452 w 3114960"/>
              <a:gd name="connsiteY34502" fmla="*/ 918782 h 5143785"/>
              <a:gd name="connsiteX34503" fmla="*/ 574358 w 3114960"/>
              <a:gd name="connsiteY34503" fmla="*/ 887635 h 5143785"/>
              <a:gd name="connsiteX34504" fmla="*/ 567500 w 3114960"/>
              <a:gd name="connsiteY34504" fmla="*/ 887635 h 5143785"/>
              <a:gd name="connsiteX34505" fmla="*/ 564547 w 3114960"/>
              <a:gd name="connsiteY34505" fmla="*/ 885254 h 5143785"/>
              <a:gd name="connsiteX34506" fmla="*/ 568071 w 3114960"/>
              <a:gd name="connsiteY34506" fmla="*/ 882872 h 5143785"/>
              <a:gd name="connsiteX34507" fmla="*/ 568547 w 3114960"/>
              <a:gd name="connsiteY34507" fmla="*/ 881920 h 5143785"/>
              <a:gd name="connsiteX34508" fmla="*/ 568071 w 3114960"/>
              <a:gd name="connsiteY34508" fmla="*/ 880967 h 5143785"/>
              <a:gd name="connsiteX34509" fmla="*/ 567500 w 3114960"/>
              <a:gd name="connsiteY34509" fmla="*/ 880491 h 5143785"/>
              <a:gd name="connsiteX34510" fmla="*/ 574358 w 3114960"/>
              <a:gd name="connsiteY34510" fmla="*/ 880491 h 5143785"/>
              <a:gd name="connsiteX34511" fmla="*/ 574358 w 3114960"/>
              <a:gd name="connsiteY34511" fmla="*/ 887635 h 5143785"/>
              <a:gd name="connsiteX34512" fmla="*/ 855059 w 3114960"/>
              <a:gd name="connsiteY34512" fmla="*/ 847439 h 5143785"/>
              <a:gd name="connsiteX34513" fmla="*/ 857250 w 3114960"/>
              <a:gd name="connsiteY34513" fmla="*/ 845249 h 5143785"/>
              <a:gd name="connsiteX34514" fmla="*/ 878015 w 3114960"/>
              <a:gd name="connsiteY34514" fmla="*/ 845249 h 5143785"/>
              <a:gd name="connsiteX34515" fmla="*/ 880205 w 3114960"/>
              <a:gd name="connsiteY34515" fmla="*/ 847439 h 5143785"/>
              <a:gd name="connsiteX34516" fmla="*/ 880205 w 3114960"/>
              <a:gd name="connsiteY34516" fmla="*/ 857441 h 5143785"/>
              <a:gd name="connsiteX34517" fmla="*/ 878015 w 3114960"/>
              <a:gd name="connsiteY34517" fmla="*/ 859631 h 5143785"/>
              <a:gd name="connsiteX34518" fmla="*/ 857250 w 3114960"/>
              <a:gd name="connsiteY34518" fmla="*/ 859631 h 5143785"/>
              <a:gd name="connsiteX34519" fmla="*/ 855059 w 3114960"/>
              <a:gd name="connsiteY34519" fmla="*/ 857441 h 5143785"/>
              <a:gd name="connsiteX34520" fmla="*/ 855059 w 3114960"/>
              <a:gd name="connsiteY34520" fmla="*/ 847439 h 5143785"/>
              <a:gd name="connsiteX34521" fmla="*/ 1109567 w 3114960"/>
              <a:gd name="connsiteY34521" fmla="*/ 1100519 h 5143785"/>
              <a:gd name="connsiteX34522" fmla="*/ 959739 w 3114960"/>
              <a:gd name="connsiteY34522" fmla="*/ 1100519 h 5143785"/>
              <a:gd name="connsiteX34523" fmla="*/ 943356 w 3114960"/>
              <a:gd name="connsiteY34523" fmla="*/ 1083564 h 5143785"/>
              <a:gd name="connsiteX34524" fmla="*/ 883634 w 3114960"/>
              <a:gd name="connsiteY34524" fmla="*/ 1083564 h 5143785"/>
              <a:gd name="connsiteX34525" fmla="*/ 874109 w 3114960"/>
              <a:gd name="connsiteY34525" fmla="*/ 1075849 h 5143785"/>
              <a:gd name="connsiteX34526" fmla="*/ 864108 w 3114960"/>
              <a:gd name="connsiteY34526" fmla="*/ 1085850 h 5143785"/>
              <a:gd name="connsiteX34527" fmla="*/ 874109 w 3114960"/>
              <a:gd name="connsiteY34527" fmla="*/ 1095851 h 5143785"/>
              <a:gd name="connsiteX34528" fmla="*/ 883634 w 3114960"/>
              <a:gd name="connsiteY34528" fmla="*/ 1088136 h 5143785"/>
              <a:gd name="connsiteX34529" fmla="*/ 941356 w 3114960"/>
              <a:gd name="connsiteY34529" fmla="*/ 1088136 h 5143785"/>
              <a:gd name="connsiteX34530" fmla="*/ 957739 w 3114960"/>
              <a:gd name="connsiteY34530" fmla="*/ 1104995 h 5143785"/>
              <a:gd name="connsiteX34531" fmla="*/ 1111377 w 3114960"/>
              <a:gd name="connsiteY34531" fmla="*/ 1104995 h 5143785"/>
              <a:gd name="connsiteX34532" fmla="*/ 1134428 w 3114960"/>
              <a:gd name="connsiteY34532" fmla="*/ 1084612 h 5143785"/>
              <a:gd name="connsiteX34533" fmla="*/ 1134428 w 3114960"/>
              <a:gd name="connsiteY34533" fmla="*/ 1048607 h 5143785"/>
              <a:gd name="connsiteX34534" fmla="*/ 1098614 w 3114960"/>
              <a:gd name="connsiteY34534" fmla="*/ 1010126 h 5143785"/>
              <a:gd name="connsiteX34535" fmla="*/ 1100804 w 3114960"/>
              <a:gd name="connsiteY34535" fmla="*/ 1003554 h 5143785"/>
              <a:gd name="connsiteX34536" fmla="*/ 1088422 w 3114960"/>
              <a:gd name="connsiteY34536" fmla="*/ 991172 h 5143785"/>
              <a:gd name="connsiteX34537" fmla="*/ 1076039 w 3114960"/>
              <a:gd name="connsiteY34537" fmla="*/ 1003554 h 5143785"/>
              <a:gd name="connsiteX34538" fmla="*/ 1088422 w 3114960"/>
              <a:gd name="connsiteY34538" fmla="*/ 1015937 h 5143785"/>
              <a:gd name="connsiteX34539" fmla="*/ 1095375 w 3114960"/>
              <a:gd name="connsiteY34539" fmla="*/ 1013555 h 5143785"/>
              <a:gd name="connsiteX34540" fmla="*/ 1129760 w 3114960"/>
              <a:gd name="connsiteY34540" fmla="*/ 1050417 h 5143785"/>
              <a:gd name="connsiteX34541" fmla="*/ 1129760 w 3114960"/>
              <a:gd name="connsiteY34541" fmla="*/ 1082421 h 5143785"/>
              <a:gd name="connsiteX34542" fmla="*/ 1109663 w 3114960"/>
              <a:gd name="connsiteY34542" fmla="*/ 1100328 h 5143785"/>
              <a:gd name="connsiteX34543" fmla="*/ 1088327 w 3114960"/>
              <a:gd name="connsiteY34543" fmla="*/ 1011460 h 5143785"/>
              <a:gd name="connsiteX34544" fmla="*/ 1080707 w 3114960"/>
              <a:gd name="connsiteY34544" fmla="*/ 1003840 h 5143785"/>
              <a:gd name="connsiteX34545" fmla="*/ 1088327 w 3114960"/>
              <a:gd name="connsiteY34545" fmla="*/ 996220 h 5143785"/>
              <a:gd name="connsiteX34546" fmla="*/ 1095947 w 3114960"/>
              <a:gd name="connsiteY34546" fmla="*/ 1003840 h 5143785"/>
              <a:gd name="connsiteX34547" fmla="*/ 1088327 w 3114960"/>
              <a:gd name="connsiteY34547" fmla="*/ 1011460 h 5143785"/>
              <a:gd name="connsiteX34548" fmla="*/ 1182529 w 3114960"/>
              <a:gd name="connsiteY34548" fmla="*/ 735140 h 5143785"/>
              <a:gd name="connsiteX34549" fmla="*/ 1190911 w 3114960"/>
              <a:gd name="connsiteY34549" fmla="*/ 726758 h 5143785"/>
              <a:gd name="connsiteX34550" fmla="*/ 1199293 w 3114960"/>
              <a:gd name="connsiteY34550" fmla="*/ 735140 h 5143785"/>
              <a:gd name="connsiteX34551" fmla="*/ 1190911 w 3114960"/>
              <a:gd name="connsiteY34551" fmla="*/ 743522 h 5143785"/>
              <a:gd name="connsiteX34552" fmla="*/ 1182529 w 3114960"/>
              <a:gd name="connsiteY34552" fmla="*/ 735140 h 5143785"/>
              <a:gd name="connsiteX34553" fmla="*/ 916496 w 3114960"/>
              <a:gd name="connsiteY34553" fmla="*/ 554927 h 5143785"/>
              <a:gd name="connsiteX34554" fmla="*/ 906685 w 3114960"/>
              <a:gd name="connsiteY34554" fmla="*/ 564737 h 5143785"/>
              <a:gd name="connsiteX34555" fmla="*/ 916496 w 3114960"/>
              <a:gd name="connsiteY34555" fmla="*/ 574548 h 5143785"/>
              <a:gd name="connsiteX34556" fmla="*/ 925735 w 3114960"/>
              <a:gd name="connsiteY34556" fmla="*/ 567119 h 5143785"/>
              <a:gd name="connsiteX34557" fmla="*/ 951833 w 3114960"/>
              <a:gd name="connsiteY34557" fmla="*/ 567119 h 5143785"/>
              <a:gd name="connsiteX34558" fmla="*/ 1007078 w 3114960"/>
              <a:gd name="connsiteY34558" fmla="*/ 618077 h 5143785"/>
              <a:gd name="connsiteX34559" fmla="*/ 1007745 w 3114960"/>
              <a:gd name="connsiteY34559" fmla="*/ 618744 h 5143785"/>
              <a:gd name="connsiteX34560" fmla="*/ 1137190 w 3114960"/>
              <a:gd name="connsiteY34560" fmla="*/ 619030 h 5143785"/>
              <a:gd name="connsiteX34561" fmla="*/ 1165574 w 3114960"/>
              <a:gd name="connsiteY34561" fmla="*/ 650843 h 5143785"/>
              <a:gd name="connsiteX34562" fmla="*/ 1165574 w 3114960"/>
              <a:gd name="connsiteY34562" fmla="*/ 705041 h 5143785"/>
              <a:gd name="connsiteX34563" fmla="*/ 1170337 w 3114960"/>
              <a:gd name="connsiteY34563" fmla="*/ 705041 h 5143785"/>
              <a:gd name="connsiteX34564" fmla="*/ 1170337 w 3114960"/>
              <a:gd name="connsiteY34564" fmla="*/ 649034 h 5143785"/>
              <a:gd name="connsiteX34565" fmla="*/ 1139285 w 3114960"/>
              <a:gd name="connsiteY34565" fmla="*/ 614267 h 5143785"/>
              <a:gd name="connsiteX34566" fmla="*/ 1009555 w 3114960"/>
              <a:gd name="connsiteY34566" fmla="*/ 613982 h 5143785"/>
              <a:gd name="connsiteX34567" fmla="*/ 953548 w 3114960"/>
              <a:gd name="connsiteY34567" fmla="*/ 562451 h 5143785"/>
              <a:gd name="connsiteX34568" fmla="*/ 925544 w 3114960"/>
              <a:gd name="connsiteY34568" fmla="*/ 562451 h 5143785"/>
              <a:gd name="connsiteX34569" fmla="*/ 916305 w 3114960"/>
              <a:gd name="connsiteY34569" fmla="*/ 555022 h 5143785"/>
              <a:gd name="connsiteX34570" fmla="*/ 916496 w 3114960"/>
              <a:gd name="connsiteY34570" fmla="*/ 569690 h 5143785"/>
              <a:gd name="connsiteX34571" fmla="*/ 911447 w 3114960"/>
              <a:gd name="connsiteY34571" fmla="*/ 564642 h 5143785"/>
              <a:gd name="connsiteX34572" fmla="*/ 916496 w 3114960"/>
              <a:gd name="connsiteY34572" fmla="*/ 559594 h 5143785"/>
              <a:gd name="connsiteX34573" fmla="*/ 921544 w 3114960"/>
              <a:gd name="connsiteY34573" fmla="*/ 564642 h 5143785"/>
              <a:gd name="connsiteX34574" fmla="*/ 916496 w 3114960"/>
              <a:gd name="connsiteY34574" fmla="*/ 569690 h 5143785"/>
              <a:gd name="connsiteX34575" fmla="*/ 6001 w 3114960"/>
              <a:gd name="connsiteY34575" fmla="*/ 2473928 h 5143785"/>
              <a:gd name="connsiteX34576" fmla="*/ 95 w 3114960"/>
              <a:gd name="connsiteY34576" fmla="*/ 2473928 h 5143785"/>
              <a:gd name="connsiteX34577" fmla="*/ 95 w 3114960"/>
              <a:gd name="connsiteY34577" fmla="*/ 2469166 h 5143785"/>
              <a:gd name="connsiteX34578" fmla="*/ 6001 w 3114960"/>
              <a:gd name="connsiteY34578" fmla="*/ 2469166 h 5143785"/>
              <a:gd name="connsiteX34579" fmla="*/ 7239 w 3114960"/>
              <a:gd name="connsiteY34579" fmla="*/ 2467928 h 5143785"/>
              <a:gd name="connsiteX34580" fmla="*/ 7239 w 3114960"/>
              <a:gd name="connsiteY34580" fmla="*/ 2457831 h 5143785"/>
              <a:gd name="connsiteX34581" fmla="*/ 6001 w 3114960"/>
              <a:gd name="connsiteY34581" fmla="*/ 2456593 h 5143785"/>
              <a:gd name="connsiteX34582" fmla="*/ 95 w 3114960"/>
              <a:gd name="connsiteY34582" fmla="*/ 2456593 h 5143785"/>
              <a:gd name="connsiteX34583" fmla="*/ 95 w 3114960"/>
              <a:gd name="connsiteY34583" fmla="*/ 2451830 h 5143785"/>
              <a:gd name="connsiteX34584" fmla="*/ 6001 w 3114960"/>
              <a:gd name="connsiteY34584" fmla="*/ 2451830 h 5143785"/>
              <a:gd name="connsiteX34585" fmla="*/ 12002 w 3114960"/>
              <a:gd name="connsiteY34585" fmla="*/ 2457831 h 5143785"/>
              <a:gd name="connsiteX34586" fmla="*/ 12002 w 3114960"/>
              <a:gd name="connsiteY34586" fmla="*/ 2467928 h 5143785"/>
              <a:gd name="connsiteX34587" fmla="*/ 6001 w 3114960"/>
              <a:gd name="connsiteY34587" fmla="*/ 2473928 h 5143785"/>
              <a:gd name="connsiteX34588" fmla="*/ 1143857 w 3114960"/>
              <a:gd name="connsiteY34588" fmla="*/ 2138172 h 5143785"/>
              <a:gd name="connsiteX34589" fmla="*/ 1151573 w 3114960"/>
              <a:gd name="connsiteY34589" fmla="*/ 2130457 h 5143785"/>
              <a:gd name="connsiteX34590" fmla="*/ 1143857 w 3114960"/>
              <a:gd name="connsiteY34590" fmla="*/ 2122742 h 5143785"/>
              <a:gd name="connsiteX34591" fmla="*/ 1136142 w 3114960"/>
              <a:gd name="connsiteY34591" fmla="*/ 2130457 h 5143785"/>
              <a:gd name="connsiteX34592" fmla="*/ 1143857 w 3114960"/>
              <a:gd name="connsiteY34592" fmla="*/ 2138172 h 5143785"/>
              <a:gd name="connsiteX34593" fmla="*/ 1143857 w 3114960"/>
              <a:gd name="connsiteY34593" fmla="*/ 2125028 h 5143785"/>
              <a:gd name="connsiteX34594" fmla="*/ 1149191 w 3114960"/>
              <a:gd name="connsiteY34594" fmla="*/ 2130362 h 5143785"/>
              <a:gd name="connsiteX34595" fmla="*/ 1143857 w 3114960"/>
              <a:gd name="connsiteY34595" fmla="*/ 2135696 h 5143785"/>
              <a:gd name="connsiteX34596" fmla="*/ 1138523 w 3114960"/>
              <a:gd name="connsiteY34596" fmla="*/ 2130362 h 5143785"/>
              <a:gd name="connsiteX34597" fmla="*/ 1143857 w 3114960"/>
              <a:gd name="connsiteY34597" fmla="*/ 2125028 h 5143785"/>
              <a:gd name="connsiteX34598" fmla="*/ 851535 w 3114960"/>
              <a:gd name="connsiteY34598" fmla="*/ 616458 h 5143785"/>
              <a:gd name="connsiteX34599" fmla="*/ 754190 w 3114960"/>
              <a:gd name="connsiteY34599" fmla="*/ 616458 h 5143785"/>
              <a:gd name="connsiteX34600" fmla="*/ 744950 w 3114960"/>
              <a:gd name="connsiteY34600" fmla="*/ 609029 h 5143785"/>
              <a:gd name="connsiteX34601" fmla="*/ 735140 w 3114960"/>
              <a:gd name="connsiteY34601" fmla="*/ 618839 h 5143785"/>
              <a:gd name="connsiteX34602" fmla="*/ 744950 w 3114960"/>
              <a:gd name="connsiteY34602" fmla="*/ 628555 h 5143785"/>
              <a:gd name="connsiteX34603" fmla="*/ 754190 w 3114960"/>
              <a:gd name="connsiteY34603" fmla="*/ 621221 h 5143785"/>
              <a:gd name="connsiteX34604" fmla="*/ 849725 w 3114960"/>
              <a:gd name="connsiteY34604" fmla="*/ 621221 h 5143785"/>
              <a:gd name="connsiteX34605" fmla="*/ 870204 w 3114960"/>
              <a:gd name="connsiteY34605" fmla="*/ 638747 h 5143785"/>
              <a:gd name="connsiteX34606" fmla="*/ 906018 w 3114960"/>
              <a:gd name="connsiteY34606" fmla="*/ 639127 h 5143785"/>
              <a:gd name="connsiteX34607" fmla="*/ 915257 w 3114960"/>
              <a:gd name="connsiteY34607" fmla="*/ 646557 h 5143785"/>
              <a:gd name="connsiteX34608" fmla="*/ 925068 w 3114960"/>
              <a:gd name="connsiteY34608" fmla="*/ 636746 h 5143785"/>
              <a:gd name="connsiteX34609" fmla="*/ 915257 w 3114960"/>
              <a:gd name="connsiteY34609" fmla="*/ 626936 h 5143785"/>
              <a:gd name="connsiteX34610" fmla="*/ 906018 w 3114960"/>
              <a:gd name="connsiteY34610" fmla="*/ 634270 h 5143785"/>
              <a:gd name="connsiteX34611" fmla="*/ 872014 w 3114960"/>
              <a:gd name="connsiteY34611" fmla="*/ 633984 h 5143785"/>
              <a:gd name="connsiteX34612" fmla="*/ 851535 w 3114960"/>
              <a:gd name="connsiteY34612" fmla="*/ 616458 h 5143785"/>
              <a:gd name="connsiteX34613" fmla="*/ 744950 w 3114960"/>
              <a:gd name="connsiteY34613" fmla="*/ 623888 h 5143785"/>
              <a:gd name="connsiteX34614" fmla="*/ 739902 w 3114960"/>
              <a:gd name="connsiteY34614" fmla="*/ 618935 h 5143785"/>
              <a:gd name="connsiteX34615" fmla="*/ 744950 w 3114960"/>
              <a:gd name="connsiteY34615" fmla="*/ 613886 h 5143785"/>
              <a:gd name="connsiteX34616" fmla="*/ 749903 w 3114960"/>
              <a:gd name="connsiteY34616" fmla="*/ 618935 h 5143785"/>
              <a:gd name="connsiteX34617" fmla="*/ 744950 w 3114960"/>
              <a:gd name="connsiteY34617" fmla="*/ 623888 h 5143785"/>
              <a:gd name="connsiteX34618" fmla="*/ 915352 w 3114960"/>
              <a:gd name="connsiteY34618" fmla="*/ 631698 h 5143785"/>
              <a:gd name="connsiteX34619" fmla="*/ 920401 w 3114960"/>
              <a:gd name="connsiteY34619" fmla="*/ 636746 h 5143785"/>
              <a:gd name="connsiteX34620" fmla="*/ 915352 w 3114960"/>
              <a:gd name="connsiteY34620" fmla="*/ 641795 h 5143785"/>
              <a:gd name="connsiteX34621" fmla="*/ 910400 w 3114960"/>
              <a:gd name="connsiteY34621" fmla="*/ 636746 h 5143785"/>
              <a:gd name="connsiteX34622" fmla="*/ 915352 w 3114960"/>
              <a:gd name="connsiteY34622" fmla="*/ 631698 h 5143785"/>
              <a:gd name="connsiteX34623" fmla="*/ 4477 w 3114960"/>
              <a:gd name="connsiteY34623" fmla="*/ 2393823 h 5143785"/>
              <a:gd name="connsiteX34624" fmla="*/ 95 w 3114960"/>
              <a:gd name="connsiteY34624" fmla="*/ 2393823 h 5143785"/>
              <a:gd name="connsiteX34625" fmla="*/ 95 w 3114960"/>
              <a:gd name="connsiteY34625" fmla="*/ 2389061 h 5143785"/>
              <a:gd name="connsiteX34626" fmla="*/ 4477 w 3114960"/>
              <a:gd name="connsiteY34626" fmla="*/ 2389061 h 5143785"/>
              <a:gd name="connsiteX34627" fmla="*/ 5715 w 3114960"/>
              <a:gd name="connsiteY34627" fmla="*/ 2387822 h 5143785"/>
              <a:gd name="connsiteX34628" fmla="*/ 5715 w 3114960"/>
              <a:gd name="connsiteY34628" fmla="*/ 2377726 h 5143785"/>
              <a:gd name="connsiteX34629" fmla="*/ 4477 w 3114960"/>
              <a:gd name="connsiteY34629" fmla="*/ 2376488 h 5143785"/>
              <a:gd name="connsiteX34630" fmla="*/ 95 w 3114960"/>
              <a:gd name="connsiteY34630" fmla="*/ 2376488 h 5143785"/>
              <a:gd name="connsiteX34631" fmla="*/ 95 w 3114960"/>
              <a:gd name="connsiteY34631" fmla="*/ 2371725 h 5143785"/>
              <a:gd name="connsiteX34632" fmla="*/ 4477 w 3114960"/>
              <a:gd name="connsiteY34632" fmla="*/ 2371725 h 5143785"/>
              <a:gd name="connsiteX34633" fmla="*/ 10478 w 3114960"/>
              <a:gd name="connsiteY34633" fmla="*/ 2377726 h 5143785"/>
              <a:gd name="connsiteX34634" fmla="*/ 10478 w 3114960"/>
              <a:gd name="connsiteY34634" fmla="*/ 2387822 h 5143785"/>
              <a:gd name="connsiteX34635" fmla="*/ 4477 w 3114960"/>
              <a:gd name="connsiteY34635" fmla="*/ 2393823 h 5143785"/>
              <a:gd name="connsiteX34636" fmla="*/ 852011 w 3114960"/>
              <a:gd name="connsiteY34636" fmla="*/ 2300669 h 5143785"/>
              <a:gd name="connsiteX34637" fmla="*/ 842296 w 3114960"/>
              <a:gd name="connsiteY34637" fmla="*/ 2301145 h 5143785"/>
              <a:gd name="connsiteX34638" fmla="*/ 835819 w 3114960"/>
              <a:gd name="connsiteY34638" fmla="*/ 2308384 h 5143785"/>
              <a:gd name="connsiteX34639" fmla="*/ 843534 w 3114960"/>
              <a:gd name="connsiteY34639" fmla="*/ 2324672 h 5143785"/>
              <a:gd name="connsiteX34640" fmla="*/ 847820 w 3114960"/>
              <a:gd name="connsiteY34640" fmla="*/ 2325434 h 5143785"/>
              <a:gd name="connsiteX34641" fmla="*/ 853250 w 3114960"/>
              <a:gd name="connsiteY34641" fmla="*/ 2324195 h 5143785"/>
              <a:gd name="connsiteX34642" fmla="*/ 854012 w 3114960"/>
              <a:gd name="connsiteY34642" fmla="*/ 2323624 h 5143785"/>
              <a:gd name="connsiteX34643" fmla="*/ 904113 w 3114960"/>
              <a:gd name="connsiteY34643" fmla="*/ 2379821 h 5143785"/>
              <a:gd name="connsiteX34644" fmla="*/ 904113 w 3114960"/>
              <a:gd name="connsiteY34644" fmla="*/ 2517934 h 5143785"/>
              <a:gd name="connsiteX34645" fmla="*/ 811149 w 3114960"/>
              <a:gd name="connsiteY34645" fmla="*/ 2626233 h 5143785"/>
              <a:gd name="connsiteX34646" fmla="*/ 808482 w 3114960"/>
              <a:gd name="connsiteY34646" fmla="*/ 2624423 h 5143785"/>
              <a:gd name="connsiteX34647" fmla="*/ 798767 w 3114960"/>
              <a:gd name="connsiteY34647" fmla="*/ 2624423 h 5143785"/>
              <a:gd name="connsiteX34648" fmla="*/ 791909 w 3114960"/>
              <a:gd name="connsiteY34648" fmla="*/ 2631377 h 5143785"/>
              <a:gd name="connsiteX34649" fmla="*/ 791909 w 3114960"/>
              <a:gd name="connsiteY34649" fmla="*/ 2641092 h 5143785"/>
              <a:gd name="connsiteX34650" fmla="*/ 798862 w 3114960"/>
              <a:gd name="connsiteY34650" fmla="*/ 2647950 h 5143785"/>
              <a:gd name="connsiteX34651" fmla="*/ 803624 w 3114960"/>
              <a:gd name="connsiteY34651" fmla="*/ 2648903 h 5143785"/>
              <a:gd name="connsiteX34652" fmla="*/ 815435 w 3114960"/>
              <a:gd name="connsiteY34652" fmla="*/ 2640997 h 5143785"/>
              <a:gd name="connsiteX34653" fmla="*/ 815435 w 3114960"/>
              <a:gd name="connsiteY34653" fmla="*/ 2631281 h 5143785"/>
              <a:gd name="connsiteX34654" fmla="*/ 814483 w 3114960"/>
              <a:gd name="connsiteY34654" fmla="*/ 2629757 h 5143785"/>
              <a:gd name="connsiteX34655" fmla="*/ 908971 w 3114960"/>
              <a:gd name="connsiteY34655" fmla="*/ 2519648 h 5143785"/>
              <a:gd name="connsiteX34656" fmla="*/ 908971 w 3114960"/>
              <a:gd name="connsiteY34656" fmla="*/ 2377916 h 5143785"/>
              <a:gd name="connsiteX34657" fmla="*/ 857822 w 3114960"/>
              <a:gd name="connsiteY34657" fmla="*/ 2320481 h 5143785"/>
              <a:gd name="connsiteX34658" fmla="*/ 859917 w 3114960"/>
              <a:gd name="connsiteY34658" fmla="*/ 2316861 h 5143785"/>
              <a:gd name="connsiteX34659" fmla="*/ 852202 w 3114960"/>
              <a:gd name="connsiteY34659" fmla="*/ 2300573 h 5143785"/>
              <a:gd name="connsiteX34660" fmla="*/ 855250 w 3114960"/>
              <a:gd name="connsiteY34660" fmla="*/ 2315337 h 5143785"/>
              <a:gd name="connsiteX34661" fmla="*/ 845058 w 3114960"/>
              <a:gd name="connsiteY34661" fmla="*/ 2320195 h 5143785"/>
              <a:gd name="connsiteX34662" fmla="*/ 840200 w 3114960"/>
              <a:gd name="connsiteY34662" fmla="*/ 2310003 h 5143785"/>
              <a:gd name="connsiteX34663" fmla="*/ 844296 w 3114960"/>
              <a:gd name="connsiteY34663" fmla="*/ 2305526 h 5143785"/>
              <a:gd name="connsiteX34664" fmla="*/ 847725 w 3114960"/>
              <a:gd name="connsiteY34664" fmla="*/ 2304764 h 5143785"/>
              <a:gd name="connsiteX34665" fmla="*/ 850392 w 3114960"/>
              <a:gd name="connsiteY34665" fmla="*/ 2305241 h 5143785"/>
              <a:gd name="connsiteX34666" fmla="*/ 850392 w 3114960"/>
              <a:gd name="connsiteY34666" fmla="*/ 2305241 h 5143785"/>
              <a:gd name="connsiteX34667" fmla="*/ 855250 w 3114960"/>
              <a:gd name="connsiteY34667" fmla="*/ 2315432 h 5143785"/>
              <a:gd name="connsiteX34668" fmla="*/ 810959 w 3114960"/>
              <a:gd name="connsiteY34668" fmla="*/ 2639187 h 5143785"/>
              <a:gd name="connsiteX34669" fmla="*/ 800576 w 3114960"/>
              <a:gd name="connsiteY34669" fmla="*/ 2643569 h 5143785"/>
              <a:gd name="connsiteX34670" fmla="*/ 796290 w 3114960"/>
              <a:gd name="connsiteY34670" fmla="*/ 2639282 h 5143785"/>
              <a:gd name="connsiteX34671" fmla="*/ 796290 w 3114960"/>
              <a:gd name="connsiteY34671" fmla="*/ 2633186 h 5143785"/>
              <a:gd name="connsiteX34672" fmla="*/ 800576 w 3114960"/>
              <a:gd name="connsiteY34672" fmla="*/ 2628900 h 5143785"/>
              <a:gd name="connsiteX34673" fmla="*/ 803624 w 3114960"/>
              <a:gd name="connsiteY34673" fmla="*/ 2628234 h 5143785"/>
              <a:gd name="connsiteX34674" fmla="*/ 806672 w 3114960"/>
              <a:gd name="connsiteY34674" fmla="*/ 2628805 h 5143785"/>
              <a:gd name="connsiteX34675" fmla="*/ 810959 w 3114960"/>
              <a:gd name="connsiteY34675" fmla="*/ 2633091 h 5143785"/>
              <a:gd name="connsiteX34676" fmla="*/ 810959 w 3114960"/>
              <a:gd name="connsiteY34676" fmla="*/ 2639187 h 5143785"/>
              <a:gd name="connsiteX34677" fmla="*/ 95 w 3114960"/>
              <a:gd name="connsiteY34677" fmla="*/ 2784920 h 5143785"/>
              <a:gd name="connsiteX34678" fmla="*/ 95 w 3114960"/>
              <a:gd name="connsiteY34678" fmla="*/ 2770918 h 5143785"/>
              <a:gd name="connsiteX34679" fmla="*/ 95 w 3114960"/>
              <a:gd name="connsiteY34679" fmla="*/ 2784920 h 5143785"/>
              <a:gd name="connsiteX34680" fmla="*/ 890778 w 3114960"/>
              <a:gd name="connsiteY34680" fmla="*/ 586169 h 5143785"/>
              <a:gd name="connsiteX34681" fmla="*/ 880967 w 3114960"/>
              <a:gd name="connsiteY34681" fmla="*/ 595979 h 5143785"/>
              <a:gd name="connsiteX34682" fmla="*/ 890778 w 3114960"/>
              <a:gd name="connsiteY34682" fmla="*/ 605790 h 5143785"/>
              <a:gd name="connsiteX34683" fmla="*/ 900017 w 3114960"/>
              <a:gd name="connsiteY34683" fmla="*/ 598456 h 5143785"/>
              <a:gd name="connsiteX34684" fmla="*/ 926116 w 3114960"/>
              <a:gd name="connsiteY34684" fmla="*/ 598456 h 5143785"/>
              <a:gd name="connsiteX34685" fmla="*/ 982123 w 3114960"/>
              <a:gd name="connsiteY34685" fmla="*/ 649986 h 5143785"/>
              <a:gd name="connsiteX34686" fmla="*/ 1111663 w 3114960"/>
              <a:gd name="connsiteY34686" fmla="*/ 650272 h 5143785"/>
              <a:gd name="connsiteX34687" fmla="*/ 1129951 w 3114960"/>
              <a:gd name="connsiteY34687" fmla="*/ 669131 h 5143785"/>
              <a:gd name="connsiteX34688" fmla="*/ 1129951 w 3114960"/>
              <a:gd name="connsiteY34688" fmla="*/ 693229 h 5143785"/>
              <a:gd name="connsiteX34689" fmla="*/ 1129760 w 3114960"/>
              <a:gd name="connsiteY34689" fmla="*/ 693229 h 5143785"/>
              <a:gd name="connsiteX34690" fmla="*/ 1127093 w 3114960"/>
              <a:gd name="connsiteY34690" fmla="*/ 695897 h 5143785"/>
              <a:gd name="connsiteX34691" fmla="*/ 1127093 w 3114960"/>
              <a:gd name="connsiteY34691" fmla="*/ 708851 h 5143785"/>
              <a:gd name="connsiteX34692" fmla="*/ 1129760 w 3114960"/>
              <a:gd name="connsiteY34692" fmla="*/ 711518 h 5143785"/>
              <a:gd name="connsiteX34693" fmla="*/ 1135761 w 3114960"/>
              <a:gd name="connsiteY34693" fmla="*/ 711518 h 5143785"/>
              <a:gd name="connsiteX34694" fmla="*/ 1138428 w 3114960"/>
              <a:gd name="connsiteY34694" fmla="*/ 708851 h 5143785"/>
              <a:gd name="connsiteX34695" fmla="*/ 1138428 w 3114960"/>
              <a:gd name="connsiteY34695" fmla="*/ 695897 h 5143785"/>
              <a:gd name="connsiteX34696" fmla="*/ 1135761 w 3114960"/>
              <a:gd name="connsiteY34696" fmla="*/ 693229 h 5143785"/>
              <a:gd name="connsiteX34697" fmla="*/ 1134713 w 3114960"/>
              <a:gd name="connsiteY34697" fmla="*/ 693229 h 5143785"/>
              <a:gd name="connsiteX34698" fmla="*/ 1134713 w 3114960"/>
              <a:gd name="connsiteY34698" fmla="*/ 667226 h 5143785"/>
              <a:gd name="connsiteX34699" fmla="*/ 1113758 w 3114960"/>
              <a:gd name="connsiteY34699" fmla="*/ 645509 h 5143785"/>
              <a:gd name="connsiteX34700" fmla="*/ 984123 w 3114960"/>
              <a:gd name="connsiteY34700" fmla="*/ 645128 h 5143785"/>
              <a:gd name="connsiteX34701" fmla="*/ 928116 w 3114960"/>
              <a:gd name="connsiteY34701" fmla="*/ 593598 h 5143785"/>
              <a:gd name="connsiteX34702" fmla="*/ 900113 w 3114960"/>
              <a:gd name="connsiteY34702" fmla="*/ 593598 h 5143785"/>
              <a:gd name="connsiteX34703" fmla="*/ 890873 w 3114960"/>
              <a:gd name="connsiteY34703" fmla="*/ 586169 h 5143785"/>
              <a:gd name="connsiteX34704" fmla="*/ 890778 w 3114960"/>
              <a:gd name="connsiteY34704" fmla="*/ 600932 h 5143785"/>
              <a:gd name="connsiteX34705" fmla="*/ 885730 w 3114960"/>
              <a:gd name="connsiteY34705" fmla="*/ 595884 h 5143785"/>
              <a:gd name="connsiteX34706" fmla="*/ 890778 w 3114960"/>
              <a:gd name="connsiteY34706" fmla="*/ 590836 h 5143785"/>
              <a:gd name="connsiteX34707" fmla="*/ 895731 w 3114960"/>
              <a:gd name="connsiteY34707" fmla="*/ 595884 h 5143785"/>
              <a:gd name="connsiteX34708" fmla="*/ 890778 w 3114960"/>
              <a:gd name="connsiteY34708" fmla="*/ 600932 h 5143785"/>
              <a:gd name="connsiteX34709" fmla="*/ 192119 w 3114960"/>
              <a:gd name="connsiteY34709" fmla="*/ 2629472 h 5143785"/>
              <a:gd name="connsiteX34710" fmla="*/ 192119 w 3114960"/>
              <a:gd name="connsiteY34710" fmla="*/ 2624804 h 5143785"/>
              <a:gd name="connsiteX34711" fmla="*/ 185547 w 3114960"/>
              <a:gd name="connsiteY34711" fmla="*/ 2618232 h 5143785"/>
              <a:gd name="connsiteX34712" fmla="*/ 158782 w 3114960"/>
              <a:gd name="connsiteY34712" fmla="*/ 2618232 h 5143785"/>
              <a:gd name="connsiteX34713" fmla="*/ 152400 w 3114960"/>
              <a:gd name="connsiteY34713" fmla="*/ 2623852 h 5143785"/>
              <a:gd name="connsiteX34714" fmla="*/ 95822 w 3114960"/>
              <a:gd name="connsiteY34714" fmla="*/ 2623852 h 5143785"/>
              <a:gd name="connsiteX34715" fmla="*/ 79629 w 3114960"/>
              <a:gd name="connsiteY34715" fmla="*/ 2647284 h 5143785"/>
              <a:gd name="connsiteX34716" fmla="*/ 95 w 3114960"/>
              <a:gd name="connsiteY34716" fmla="*/ 2647284 h 5143785"/>
              <a:gd name="connsiteX34717" fmla="*/ 95 w 3114960"/>
              <a:gd name="connsiteY34717" fmla="*/ 2652046 h 5143785"/>
              <a:gd name="connsiteX34718" fmla="*/ 82201 w 3114960"/>
              <a:gd name="connsiteY34718" fmla="*/ 2652046 h 5143785"/>
              <a:gd name="connsiteX34719" fmla="*/ 98393 w 3114960"/>
              <a:gd name="connsiteY34719" fmla="*/ 2628614 h 5143785"/>
              <a:gd name="connsiteX34720" fmla="*/ 152305 w 3114960"/>
              <a:gd name="connsiteY34720" fmla="*/ 2628614 h 5143785"/>
              <a:gd name="connsiteX34721" fmla="*/ 152305 w 3114960"/>
              <a:gd name="connsiteY34721" fmla="*/ 2629472 h 5143785"/>
              <a:gd name="connsiteX34722" fmla="*/ 158877 w 3114960"/>
              <a:gd name="connsiteY34722" fmla="*/ 2636044 h 5143785"/>
              <a:gd name="connsiteX34723" fmla="*/ 169926 w 3114960"/>
              <a:gd name="connsiteY34723" fmla="*/ 2636044 h 5143785"/>
              <a:gd name="connsiteX34724" fmla="*/ 169926 w 3114960"/>
              <a:gd name="connsiteY34724" fmla="*/ 2762250 h 5143785"/>
              <a:gd name="connsiteX34725" fmla="*/ 200025 w 3114960"/>
              <a:gd name="connsiteY34725" fmla="*/ 2793016 h 5143785"/>
              <a:gd name="connsiteX34726" fmla="*/ 199644 w 3114960"/>
              <a:gd name="connsiteY34726" fmla="*/ 2947511 h 5143785"/>
              <a:gd name="connsiteX34727" fmla="*/ 192405 w 3114960"/>
              <a:gd name="connsiteY34727" fmla="*/ 2951893 h 5143785"/>
              <a:gd name="connsiteX34728" fmla="*/ 189833 w 3114960"/>
              <a:gd name="connsiteY34728" fmla="*/ 2961227 h 5143785"/>
              <a:gd name="connsiteX34729" fmla="*/ 202406 w 3114960"/>
              <a:gd name="connsiteY34729" fmla="*/ 2972276 h 5143785"/>
              <a:gd name="connsiteX34730" fmla="*/ 204026 w 3114960"/>
              <a:gd name="connsiteY34730" fmla="*/ 2972181 h 5143785"/>
              <a:gd name="connsiteX34731" fmla="*/ 214979 w 3114960"/>
              <a:gd name="connsiteY34731" fmla="*/ 2957989 h 5143785"/>
              <a:gd name="connsiteX34732" fmla="*/ 210217 w 3114960"/>
              <a:gd name="connsiteY34732" fmla="*/ 2949607 h 5143785"/>
              <a:gd name="connsiteX34733" fmla="*/ 204502 w 3114960"/>
              <a:gd name="connsiteY34733" fmla="*/ 2947321 h 5143785"/>
              <a:gd name="connsiteX34734" fmla="*/ 204883 w 3114960"/>
              <a:gd name="connsiteY34734" fmla="*/ 2792063 h 5143785"/>
              <a:gd name="connsiteX34735" fmla="*/ 204883 w 3114960"/>
              <a:gd name="connsiteY34735" fmla="*/ 2791111 h 5143785"/>
              <a:gd name="connsiteX34736" fmla="*/ 174879 w 3114960"/>
              <a:gd name="connsiteY34736" fmla="*/ 2760345 h 5143785"/>
              <a:gd name="connsiteX34737" fmla="*/ 174879 w 3114960"/>
              <a:gd name="connsiteY34737" fmla="*/ 2636044 h 5143785"/>
              <a:gd name="connsiteX34738" fmla="*/ 185738 w 3114960"/>
              <a:gd name="connsiteY34738" fmla="*/ 2636044 h 5143785"/>
              <a:gd name="connsiteX34739" fmla="*/ 192310 w 3114960"/>
              <a:gd name="connsiteY34739" fmla="*/ 2629472 h 5143785"/>
              <a:gd name="connsiteX34740" fmla="*/ 202311 w 3114960"/>
              <a:gd name="connsiteY34740" fmla="*/ 2951798 h 5143785"/>
              <a:gd name="connsiteX34741" fmla="*/ 207074 w 3114960"/>
              <a:gd name="connsiteY34741" fmla="*/ 2953417 h 5143785"/>
              <a:gd name="connsiteX34742" fmla="*/ 210026 w 3114960"/>
              <a:gd name="connsiteY34742" fmla="*/ 2958655 h 5143785"/>
              <a:gd name="connsiteX34743" fmla="*/ 210026 w 3114960"/>
              <a:gd name="connsiteY34743" fmla="*/ 2958655 h 5143785"/>
              <a:gd name="connsiteX34744" fmla="*/ 203264 w 3114960"/>
              <a:gd name="connsiteY34744" fmla="*/ 2967514 h 5143785"/>
              <a:gd name="connsiteX34745" fmla="*/ 194405 w 3114960"/>
              <a:gd name="connsiteY34745" fmla="*/ 2960656 h 5143785"/>
              <a:gd name="connsiteX34746" fmla="*/ 196025 w 3114960"/>
              <a:gd name="connsiteY34746" fmla="*/ 2954846 h 5143785"/>
              <a:gd name="connsiteX34747" fmla="*/ 201263 w 3114960"/>
              <a:gd name="connsiteY34747" fmla="*/ 2951893 h 5143785"/>
              <a:gd name="connsiteX34748" fmla="*/ 202311 w 3114960"/>
              <a:gd name="connsiteY34748" fmla="*/ 2951893 h 5143785"/>
              <a:gd name="connsiteX34749" fmla="*/ 157067 w 3114960"/>
              <a:gd name="connsiteY34749" fmla="*/ 2624804 h 5143785"/>
              <a:gd name="connsiteX34750" fmla="*/ 158877 w 3114960"/>
              <a:gd name="connsiteY34750" fmla="*/ 2622995 h 5143785"/>
              <a:gd name="connsiteX34751" fmla="*/ 185642 w 3114960"/>
              <a:gd name="connsiteY34751" fmla="*/ 2622995 h 5143785"/>
              <a:gd name="connsiteX34752" fmla="*/ 187452 w 3114960"/>
              <a:gd name="connsiteY34752" fmla="*/ 2624804 h 5143785"/>
              <a:gd name="connsiteX34753" fmla="*/ 187452 w 3114960"/>
              <a:gd name="connsiteY34753" fmla="*/ 2625280 h 5143785"/>
              <a:gd name="connsiteX34754" fmla="*/ 157067 w 3114960"/>
              <a:gd name="connsiteY34754" fmla="*/ 2625280 h 5143785"/>
              <a:gd name="connsiteX34755" fmla="*/ 157067 w 3114960"/>
              <a:gd name="connsiteY34755" fmla="*/ 2624804 h 5143785"/>
              <a:gd name="connsiteX34756" fmla="*/ 158782 w 3114960"/>
              <a:gd name="connsiteY34756" fmla="*/ 2631281 h 5143785"/>
              <a:gd name="connsiteX34757" fmla="*/ 156972 w 3114960"/>
              <a:gd name="connsiteY34757" fmla="*/ 2629472 h 5143785"/>
              <a:gd name="connsiteX34758" fmla="*/ 156972 w 3114960"/>
              <a:gd name="connsiteY34758" fmla="*/ 2628710 h 5143785"/>
              <a:gd name="connsiteX34759" fmla="*/ 187357 w 3114960"/>
              <a:gd name="connsiteY34759" fmla="*/ 2628710 h 5143785"/>
              <a:gd name="connsiteX34760" fmla="*/ 187357 w 3114960"/>
              <a:gd name="connsiteY34760" fmla="*/ 2629472 h 5143785"/>
              <a:gd name="connsiteX34761" fmla="*/ 185547 w 3114960"/>
              <a:gd name="connsiteY34761" fmla="*/ 2631281 h 5143785"/>
              <a:gd name="connsiteX34762" fmla="*/ 158782 w 3114960"/>
              <a:gd name="connsiteY34762" fmla="*/ 2631281 h 5143785"/>
              <a:gd name="connsiteX34763" fmla="*/ 445389 w 3114960"/>
              <a:gd name="connsiteY34763" fmla="*/ 4343877 h 5143785"/>
              <a:gd name="connsiteX34764" fmla="*/ 438245 w 3114960"/>
              <a:gd name="connsiteY34764" fmla="*/ 4343877 h 5143785"/>
              <a:gd name="connsiteX34765" fmla="*/ 438245 w 3114960"/>
              <a:gd name="connsiteY34765" fmla="*/ 4336256 h 5143785"/>
              <a:gd name="connsiteX34766" fmla="*/ 445389 w 3114960"/>
              <a:gd name="connsiteY34766" fmla="*/ 4336256 h 5143785"/>
              <a:gd name="connsiteX34767" fmla="*/ 445389 w 3114960"/>
              <a:gd name="connsiteY34767" fmla="*/ 4343877 h 5143785"/>
              <a:gd name="connsiteX34768" fmla="*/ 445389 w 3114960"/>
              <a:gd name="connsiteY34768" fmla="*/ 4328637 h 5143785"/>
              <a:gd name="connsiteX34769" fmla="*/ 438245 w 3114960"/>
              <a:gd name="connsiteY34769" fmla="*/ 4328637 h 5143785"/>
              <a:gd name="connsiteX34770" fmla="*/ 438245 w 3114960"/>
              <a:gd name="connsiteY34770" fmla="*/ 4321017 h 5143785"/>
              <a:gd name="connsiteX34771" fmla="*/ 445389 w 3114960"/>
              <a:gd name="connsiteY34771" fmla="*/ 4321017 h 5143785"/>
              <a:gd name="connsiteX34772" fmla="*/ 445389 w 3114960"/>
              <a:gd name="connsiteY34772" fmla="*/ 4328637 h 5143785"/>
              <a:gd name="connsiteX34773" fmla="*/ 307181 w 3114960"/>
              <a:gd name="connsiteY34773" fmla="*/ 3993547 h 5143785"/>
              <a:gd name="connsiteX34774" fmla="*/ 302705 w 3114960"/>
              <a:gd name="connsiteY34774" fmla="*/ 3989070 h 5143785"/>
              <a:gd name="connsiteX34775" fmla="*/ 290036 w 3114960"/>
              <a:gd name="connsiteY34775" fmla="*/ 3989070 h 5143785"/>
              <a:gd name="connsiteX34776" fmla="*/ 285560 w 3114960"/>
              <a:gd name="connsiteY34776" fmla="*/ 3993547 h 5143785"/>
              <a:gd name="connsiteX34777" fmla="*/ 285560 w 3114960"/>
              <a:gd name="connsiteY34777" fmla="*/ 4006215 h 5143785"/>
              <a:gd name="connsiteX34778" fmla="*/ 290036 w 3114960"/>
              <a:gd name="connsiteY34778" fmla="*/ 4010692 h 5143785"/>
              <a:gd name="connsiteX34779" fmla="*/ 302705 w 3114960"/>
              <a:gd name="connsiteY34779" fmla="*/ 4010692 h 5143785"/>
              <a:gd name="connsiteX34780" fmla="*/ 303467 w 3114960"/>
              <a:gd name="connsiteY34780" fmla="*/ 4010501 h 5143785"/>
              <a:gd name="connsiteX34781" fmla="*/ 443865 w 3114960"/>
              <a:gd name="connsiteY34781" fmla="*/ 4173188 h 5143785"/>
              <a:gd name="connsiteX34782" fmla="*/ 443865 w 3114960"/>
              <a:gd name="connsiteY34782" fmla="*/ 4230529 h 5143785"/>
              <a:gd name="connsiteX34783" fmla="*/ 441198 w 3114960"/>
              <a:gd name="connsiteY34783" fmla="*/ 4230529 h 5143785"/>
              <a:gd name="connsiteX34784" fmla="*/ 430244 w 3114960"/>
              <a:gd name="connsiteY34784" fmla="*/ 4240245 h 5143785"/>
              <a:gd name="connsiteX34785" fmla="*/ 430244 w 3114960"/>
              <a:gd name="connsiteY34785" fmla="*/ 4279106 h 5143785"/>
              <a:gd name="connsiteX34786" fmla="*/ 441198 w 3114960"/>
              <a:gd name="connsiteY34786" fmla="*/ 4288822 h 5143785"/>
              <a:gd name="connsiteX34787" fmla="*/ 451295 w 3114960"/>
              <a:gd name="connsiteY34787" fmla="*/ 4288822 h 5143785"/>
              <a:gd name="connsiteX34788" fmla="*/ 462248 w 3114960"/>
              <a:gd name="connsiteY34788" fmla="*/ 4279106 h 5143785"/>
              <a:gd name="connsiteX34789" fmla="*/ 462248 w 3114960"/>
              <a:gd name="connsiteY34789" fmla="*/ 4240245 h 5143785"/>
              <a:gd name="connsiteX34790" fmla="*/ 451295 w 3114960"/>
              <a:gd name="connsiteY34790" fmla="*/ 4230529 h 5143785"/>
              <a:gd name="connsiteX34791" fmla="*/ 448628 w 3114960"/>
              <a:gd name="connsiteY34791" fmla="*/ 4230529 h 5143785"/>
              <a:gd name="connsiteX34792" fmla="*/ 448628 w 3114960"/>
              <a:gd name="connsiteY34792" fmla="*/ 4171474 h 5143785"/>
              <a:gd name="connsiteX34793" fmla="*/ 306896 w 3114960"/>
              <a:gd name="connsiteY34793" fmla="*/ 4007168 h 5143785"/>
              <a:gd name="connsiteX34794" fmla="*/ 307086 w 3114960"/>
              <a:gd name="connsiteY34794" fmla="*/ 4006215 h 5143785"/>
              <a:gd name="connsiteX34795" fmla="*/ 307086 w 3114960"/>
              <a:gd name="connsiteY34795" fmla="*/ 3993547 h 5143785"/>
              <a:gd name="connsiteX34796" fmla="*/ 457200 w 3114960"/>
              <a:gd name="connsiteY34796" fmla="*/ 4279202 h 5143785"/>
              <a:gd name="connsiteX34797" fmla="*/ 451295 w 3114960"/>
              <a:gd name="connsiteY34797" fmla="*/ 4284440 h 5143785"/>
              <a:gd name="connsiteX34798" fmla="*/ 441198 w 3114960"/>
              <a:gd name="connsiteY34798" fmla="*/ 4284440 h 5143785"/>
              <a:gd name="connsiteX34799" fmla="*/ 435293 w 3114960"/>
              <a:gd name="connsiteY34799" fmla="*/ 4279202 h 5143785"/>
              <a:gd name="connsiteX34800" fmla="*/ 435293 w 3114960"/>
              <a:gd name="connsiteY34800" fmla="*/ 4270915 h 5143785"/>
              <a:gd name="connsiteX34801" fmla="*/ 457105 w 3114960"/>
              <a:gd name="connsiteY34801" fmla="*/ 4270915 h 5143785"/>
              <a:gd name="connsiteX34802" fmla="*/ 457105 w 3114960"/>
              <a:gd name="connsiteY34802" fmla="*/ 4279202 h 5143785"/>
              <a:gd name="connsiteX34803" fmla="*/ 451295 w 3114960"/>
              <a:gd name="connsiteY34803" fmla="*/ 4235006 h 5143785"/>
              <a:gd name="connsiteX34804" fmla="*/ 457200 w 3114960"/>
              <a:gd name="connsiteY34804" fmla="*/ 4240245 h 5143785"/>
              <a:gd name="connsiteX34805" fmla="*/ 457200 w 3114960"/>
              <a:gd name="connsiteY34805" fmla="*/ 4246340 h 5143785"/>
              <a:gd name="connsiteX34806" fmla="*/ 435388 w 3114960"/>
              <a:gd name="connsiteY34806" fmla="*/ 4246340 h 5143785"/>
              <a:gd name="connsiteX34807" fmla="*/ 435388 w 3114960"/>
              <a:gd name="connsiteY34807" fmla="*/ 4240245 h 5143785"/>
              <a:gd name="connsiteX34808" fmla="*/ 441293 w 3114960"/>
              <a:gd name="connsiteY34808" fmla="*/ 4235006 h 5143785"/>
              <a:gd name="connsiteX34809" fmla="*/ 451390 w 3114960"/>
              <a:gd name="connsiteY34809" fmla="*/ 4235006 h 5143785"/>
              <a:gd name="connsiteX34810" fmla="*/ 438245 w 3114960"/>
              <a:gd name="connsiteY34810" fmla="*/ 4351592 h 5143785"/>
              <a:gd name="connsiteX34811" fmla="*/ 445389 w 3114960"/>
              <a:gd name="connsiteY34811" fmla="*/ 4351592 h 5143785"/>
              <a:gd name="connsiteX34812" fmla="*/ 445389 w 3114960"/>
              <a:gd name="connsiteY34812" fmla="*/ 4358069 h 5143785"/>
              <a:gd name="connsiteX34813" fmla="*/ 440436 w 3114960"/>
              <a:gd name="connsiteY34813" fmla="*/ 4362164 h 5143785"/>
              <a:gd name="connsiteX34814" fmla="*/ 435864 w 3114960"/>
              <a:gd name="connsiteY34814" fmla="*/ 4356640 h 5143785"/>
              <a:gd name="connsiteX34815" fmla="*/ 438245 w 3114960"/>
              <a:gd name="connsiteY34815" fmla="*/ 4354735 h 5143785"/>
              <a:gd name="connsiteX34816" fmla="*/ 438245 w 3114960"/>
              <a:gd name="connsiteY34816" fmla="*/ 4351687 h 5143785"/>
              <a:gd name="connsiteX34817" fmla="*/ 950119 w 3114960"/>
              <a:gd name="connsiteY34817" fmla="*/ 3376613 h 5143785"/>
              <a:gd name="connsiteX34818" fmla="*/ 943070 w 3114960"/>
              <a:gd name="connsiteY34818" fmla="*/ 3383661 h 5143785"/>
              <a:gd name="connsiteX34819" fmla="*/ 936022 w 3114960"/>
              <a:gd name="connsiteY34819" fmla="*/ 3376613 h 5143785"/>
              <a:gd name="connsiteX34820" fmla="*/ 943070 w 3114960"/>
              <a:gd name="connsiteY34820" fmla="*/ 3369564 h 5143785"/>
              <a:gd name="connsiteX34821" fmla="*/ 950119 w 3114960"/>
              <a:gd name="connsiteY34821" fmla="*/ 3376613 h 5143785"/>
              <a:gd name="connsiteX34822" fmla="*/ 1132427 w 3114960"/>
              <a:gd name="connsiteY34822" fmla="*/ 3312414 h 5143785"/>
              <a:gd name="connsiteX34823" fmla="*/ 1132427 w 3114960"/>
              <a:gd name="connsiteY34823" fmla="*/ 3338608 h 5143785"/>
              <a:gd name="connsiteX34824" fmla="*/ 1124998 w 3114960"/>
              <a:gd name="connsiteY34824" fmla="*/ 3347847 h 5143785"/>
              <a:gd name="connsiteX34825" fmla="*/ 1127855 w 3114960"/>
              <a:gd name="connsiteY34825" fmla="*/ 3354800 h 5143785"/>
              <a:gd name="connsiteX34826" fmla="*/ 1134809 w 3114960"/>
              <a:gd name="connsiteY34826" fmla="*/ 3357658 h 5143785"/>
              <a:gd name="connsiteX34827" fmla="*/ 1144619 w 3114960"/>
              <a:gd name="connsiteY34827" fmla="*/ 3347942 h 5143785"/>
              <a:gd name="connsiteX34828" fmla="*/ 1137190 w 3114960"/>
              <a:gd name="connsiteY34828" fmla="*/ 3338608 h 5143785"/>
              <a:gd name="connsiteX34829" fmla="*/ 1137190 w 3114960"/>
              <a:gd name="connsiteY34829" fmla="*/ 3310033 h 5143785"/>
              <a:gd name="connsiteX34830" fmla="*/ 1134809 w 3114960"/>
              <a:gd name="connsiteY34830" fmla="*/ 3307652 h 5143785"/>
              <a:gd name="connsiteX34831" fmla="*/ 1089279 w 3114960"/>
              <a:gd name="connsiteY34831" fmla="*/ 3307366 h 5143785"/>
              <a:gd name="connsiteX34832" fmla="*/ 1089279 w 3114960"/>
              <a:gd name="connsiteY34832" fmla="*/ 3307366 h 5143785"/>
              <a:gd name="connsiteX34833" fmla="*/ 1087755 w 3114960"/>
              <a:gd name="connsiteY34833" fmla="*/ 3307937 h 5143785"/>
              <a:gd name="connsiteX34834" fmla="*/ 1072991 w 3114960"/>
              <a:gd name="connsiteY34834" fmla="*/ 3320415 h 5143785"/>
              <a:gd name="connsiteX34835" fmla="*/ 1072134 w 3114960"/>
              <a:gd name="connsiteY34835" fmla="*/ 3322225 h 5143785"/>
              <a:gd name="connsiteX34836" fmla="*/ 1072134 w 3114960"/>
              <a:gd name="connsiteY34836" fmla="*/ 3360230 h 5143785"/>
              <a:gd name="connsiteX34837" fmla="*/ 966311 w 3114960"/>
              <a:gd name="connsiteY34837" fmla="*/ 3360230 h 5143785"/>
              <a:gd name="connsiteX34838" fmla="*/ 964883 w 3114960"/>
              <a:gd name="connsiteY34838" fmla="*/ 3360706 h 5143785"/>
              <a:gd name="connsiteX34839" fmla="*/ 954310 w 3114960"/>
              <a:gd name="connsiteY34839" fmla="*/ 3368230 h 5143785"/>
              <a:gd name="connsiteX34840" fmla="*/ 951452 w 3114960"/>
              <a:gd name="connsiteY34840" fmla="*/ 3365183 h 5143785"/>
              <a:gd name="connsiteX34841" fmla="*/ 931450 w 3114960"/>
              <a:gd name="connsiteY34841" fmla="*/ 3368230 h 5143785"/>
              <a:gd name="connsiteX34842" fmla="*/ 929069 w 3114960"/>
              <a:gd name="connsiteY34842" fmla="*/ 3374327 h 5143785"/>
              <a:gd name="connsiteX34843" fmla="*/ 738092 w 3114960"/>
              <a:gd name="connsiteY34843" fmla="*/ 3374136 h 5143785"/>
              <a:gd name="connsiteX34844" fmla="*/ 703136 w 3114960"/>
              <a:gd name="connsiteY34844" fmla="*/ 3404616 h 5143785"/>
              <a:gd name="connsiteX34845" fmla="*/ 649891 w 3114960"/>
              <a:gd name="connsiteY34845" fmla="*/ 3404616 h 5143785"/>
              <a:gd name="connsiteX34846" fmla="*/ 647033 w 3114960"/>
              <a:gd name="connsiteY34846" fmla="*/ 3407474 h 5143785"/>
              <a:gd name="connsiteX34847" fmla="*/ 647033 w 3114960"/>
              <a:gd name="connsiteY34847" fmla="*/ 3417570 h 5143785"/>
              <a:gd name="connsiteX34848" fmla="*/ 647033 w 3114960"/>
              <a:gd name="connsiteY34848" fmla="*/ 3417761 h 5143785"/>
              <a:gd name="connsiteX34849" fmla="*/ 636937 w 3114960"/>
              <a:gd name="connsiteY34849" fmla="*/ 3425952 h 5143785"/>
              <a:gd name="connsiteX34850" fmla="*/ 535591 w 3114960"/>
              <a:gd name="connsiteY34850" fmla="*/ 3425952 h 5143785"/>
              <a:gd name="connsiteX34851" fmla="*/ 524447 w 3114960"/>
              <a:gd name="connsiteY34851" fmla="*/ 3416618 h 5143785"/>
              <a:gd name="connsiteX34852" fmla="*/ 512826 w 3114960"/>
              <a:gd name="connsiteY34852" fmla="*/ 3428238 h 5143785"/>
              <a:gd name="connsiteX34853" fmla="*/ 524447 w 3114960"/>
              <a:gd name="connsiteY34853" fmla="*/ 3439859 h 5143785"/>
              <a:gd name="connsiteX34854" fmla="*/ 535496 w 3114960"/>
              <a:gd name="connsiteY34854" fmla="*/ 3430810 h 5143785"/>
              <a:gd name="connsiteX34855" fmla="*/ 638651 w 3114960"/>
              <a:gd name="connsiteY34855" fmla="*/ 3430810 h 5143785"/>
              <a:gd name="connsiteX34856" fmla="*/ 651320 w 3114960"/>
              <a:gd name="connsiteY34856" fmla="*/ 3420332 h 5143785"/>
              <a:gd name="connsiteX34857" fmla="*/ 703707 w 3114960"/>
              <a:gd name="connsiteY34857" fmla="*/ 3420332 h 5143785"/>
              <a:gd name="connsiteX34858" fmla="*/ 706565 w 3114960"/>
              <a:gd name="connsiteY34858" fmla="*/ 3417475 h 5143785"/>
              <a:gd name="connsiteX34859" fmla="*/ 706565 w 3114960"/>
              <a:gd name="connsiteY34859" fmla="*/ 3407759 h 5143785"/>
              <a:gd name="connsiteX34860" fmla="*/ 739712 w 3114960"/>
              <a:gd name="connsiteY34860" fmla="*/ 3378803 h 5143785"/>
              <a:gd name="connsiteX34861" fmla="*/ 928783 w 3114960"/>
              <a:gd name="connsiteY34861" fmla="*/ 3378994 h 5143785"/>
              <a:gd name="connsiteX34862" fmla="*/ 934402 w 3114960"/>
              <a:gd name="connsiteY34862" fmla="*/ 3388138 h 5143785"/>
              <a:gd name="connsiteX34863" fmla="*/ 954405 w 3114960"/>
              <a:gd name="connsiteY34863" fmla="*/ 3385090 h 5143785"/>
              <a:gd name="connsiteX34864" fmla="*/ 956977 w 3114960"/>
              <a:gd name="connsiteY34864" fmla="*/ 3374422 h 5143785"/>
              <a:gd name="connsiteX34865" fmla="*/ 956215 w 3114960"/>
              <a:gd name="connsiteY34865" fmla="*/ 3372422 h 5143785"/>
              <a:gd name="connsiteX34866" fmla="*/ 966788 w 3114960"/>
              <a:gd name="connsiteY34866" fmla="*/ 3364897 h 5143785"/>
              <a:gd name="connsiteX34867" fmla="*/ 1074230 w 3114960"/>
              <a:gd name="connsiteY34867" fmla="*/ 3364897 h 5143785"/>
              <a:gd name="connsiteX34868" fmla="*/ 1075944 w 3114960"/>
              <a:gd name="connsiteY34868" fmla="*/ 3364230 h 5143785"/>
              <a:gd name="connsiteX34869" fmla="*/ 1076611 w 3114960"/>
              <a:gd name="connsiteY34869" fmla="*/ 3362516 h 5143785"/>
              <a:gd name="connsiteX34870" fmla="*/ 1076611 w 3114960"/>
              <a:gd name="connsiteY34870" fmla="*/ 3323273 h 5143785"/>
              <a:gd name="connsiteX34871" fmla="*/ 1089851 w 3114960"/>
              <a:gd name="connsiteY34871" fmla="*/ 3312033 h 5143785"/>
              <a:gd name="connsiteX34872" fmla="*/ 1132142 w 3114960"/>
              <a:gd name="connsiteY34872" fmla="*/ 3312319 h 5143785"/>
              <a:gd name="connsiteX34873" fmla="*/ 1134809 w 3114960"/>
              <a:gd name="connsiteY34873" fmla="*/ 3342799 h 5143785"/>
              <a:gd name="connsiteX34874" fmla="*/ 1139762 w 3114960"/>
              <a:gd name="connsiteY34874" fmla="*/ 3347847 h 5143785"/>
              <a:gd name="connsiteX34875" fmla="*/ 1134713 w 3114960"/>
              <a:gd name="connsiteY34875" fmla="*/ 3352800 h 5143785"/>
              <a:gd name="connsiteX34876" fmla="*/ 1134713 w 3114960"/>
              <a:gd name="connsiteY34876" fmla="*/ 3352800 h 5143785"/>
              <a:gd name="connsiteX34877" fmla="*/ 1131189 w 3114960"/>
              <a:gd name="connsiteY34877" fmla="*/ 3351276 h 5143785"/>
              <a:gd name="connsiteX34878" fmla="*/ 1129760 w 3114960"/>
              <a:gd name="connsiteY34878" fmla="*/ 3347752 h 5143785"/>
              <a:gd name="connsiteX34879" fmla="*/ 1134809 w 3114960"/>
              <a:gd name="connsiteY34879" fmla="*/ 3342799 h 5143785"/>
              <a:gd name="connsiteX34880" fmla="*/ 1134809 w 3114960"/>
              <a:gd name="connsiteY34880" fmla="*/ 3342799 h 5143785"/>
              <a:gd name="connsiteX34881" fmla="*/ 524637 w 3114960"/>
              <a:gd name="connsiteY34881" fmla="*/ 3435096 h 5143785"/>
              <a:gd name="connsiteX34882" fmla="*/ 517779 w 3114960"/>
              <a:gd name="connsiteY34882" fmla="*/ 3428238 h 5143785"/>
              <a:gd name="connsiteX34883" fmla="*/ 524637 w 3114960"/>
              <a:gd name="connsiteY34883" fmla="*/ 3421380 h 5143785"/>
              <a:gd name="connsiteX34884" fmla="*/ 531495 w 3114960"/>
              <a:gd name="connsiteY34884" fmla="*/ 3428238 h 5143785"/>
              <a:gd name="connsiteX34885" fmla="*/ 524637 w 3114960"/>
              <a:gd name="connsiteY34885" fmla="*/ 3435096 h 5143785"/>
              <a:gd name="connsiteX34886" fmla="*/ 665131 w 3114960"/>
              <a:gd name="connsiteY34886" fmla="*/ 3419189 h 5143785"/>
              <a:gd name="connsiteX34887" fmla="*/ 662178 w 3114960"/>
              <a:gd name="connsiteY34887" fmla="*/ 3419189 h 5143785"/>
              <a:gd name="connsiteX34888" fmla="*/ 662178 w 3114960"/>
              <a:gd name="connsiteY34888" fmla="*/ 3405664 h 5143785"/>
              <a:gd name="connsiteX34889" fmla="*/ 665131 w 3114960"/>
              <a:gd name="connsiteY34889" fmla="*/ 3405664 h 5143785"/>
              <a:gd name="connsiteX34890" fmla="*/ 665131 w 3114960"/>
              <a:gd name="connsiteY34890" fmla="*/ 3419189 h 5143785"/>
              <a:gd name="connsiteX34891" fmla="*/ 678371 w 3114960"/>
              <a:gd name="connsiteY34891" fmla="*/ 3419189 h 5143785"/>
              <a:gd name="connsiteX34892" fmla="*/ 675418 w 3114960"/>
              <a:gd name="connsiteY34892" fmla="*/ 3419189 h 5143785"/>
              <a:gd name="connsiteX34893" fmla="*/ 675418 w 3114960"/>
              <a:gd name="connsiteY34893" fmla="*/ 3405664 h 5143785"/>
              <a:gd name="connsiteX34894" fmla="*/ 678371 w 3114960"/>
              <a:gd name="connsiteY34894" fmla="*/ 3405664 h 5143785"/>
              <a:gd name="connsiteX34895" fmla="*/ 678371 w 3114960"/>
              <a:gd name="connsiteY34895" fmla="*/ 3419189 h 5143785"/>
              <a:gd name="connsiteX34896" fmla="*/ 693229 w 3114960"/>
              <a:gd name="connsiteY34896" fmla="*/ 3419189 h 5143785"/>
              <a:gd name="connsiteX34897" fmla="*/ 690277 w 3114960"/>
              <a:gd name="connsiteY34897" fmla="*/ 3419189 h 5143785"/>
              <a:gd name="connsiteX34898" fmla="*/ 690277 w 3114960"/>
              <a:gd name="connsiteY34898" fmla="*/ 3405664 h 5143785"/>
              <a:gd name="connsiteX34899" fmla="*/ 693229 w 3114960"/>
              <a:gd name="connsiteY34899" fmla="*/ 3405664 h 5143785"/>
              <a:gd name="connsiteX34900" fmla="*/ 693229 w 3114960"/>
              <a:gd name="connsiteY34900" fmla="*/ 3419189 h 5143785"/>
              <a:gd name="connsiteX34901" fmla="*/ 952500 w 3114960"/>
              <a:gd name="connsiteY34901" fmla="*/ 3383566 h 5143785"/>
              <a:gd name="connsiteX34902" fmla="*/ 936117 w 3114960"/>
              <a:gd name="connsiteY34902" fmla="*/ 3386042 h 5143785"/>
              <a:gd name="connsiteX34903" fmla="*/ 933641 w 3114960"/>
              <a:gd name="connsiteY34903" fmla="*/ 3369659 h 5143785"/>
              <a:gd name="connsiteX34904" fmla="*/ 941261 w 3114960"/>
              <a:gd name="connsiteY34904" fmla="*/ 3364992 h 5143785"/>
              <a:gd name="connsiteX34905" fmla="*/ 949928 w 3114960"/>
              <a:gd name="connsiteY34905" fmla="*/ 3367088 h 5143785"/>
              <a:gd name="connsiteX34906" fmla="*/ 954596 w 3114960"/>
              <a:gd name="connsiteY34906" fmla="*/ 3374708 h 5143785"/>
              <a:gd name="connsiteX34907" fmla="*/ 954691 w 3114960"/>
              <a:gd name="connsiteY34907" fmla="*/ 3376517 h 5143785"/>
              <a:gd name="connsiteX34908" fmla="*/ 952405 w 3114960"/>
              <a:gd name="connsiteY34908" fmla="*/ 3383375 h 5143785"/>
              <a:gd name="connsiteX34909" fmla="*/ 1161764 w 3114960"/>
              <a:gd name="connsiteY34909" fmla="*/ 2154174 h 5143785"/>
              <a:gd name="connsiteX34910" fmla="*/ 1150144 w 3114960"/>
              <a:gd name="connsiteY34910" fmla="*/ 2165795 h 5143785"/>
              <a:gd name="connsiteX34911" fmla="*/ 1161764 w 3114960"/>
              <a:gd name="connsiteY34911" fmla="*/ 2177415 h 5143785"/>
              <a:gd name="connsiteX34912" fmla="*/ 1173385 w 3114960"/>
              <a:gd name="connsiteY34912" fmla="*/ 2165795 h 5143785"/>
              <a:gd name="connsiteX34913" fmla="*/ 1161764 w 3114960"/>
              <a:gd name="connsiteY34913" fmla="*/ 2154174 h 5143785"/>
              <a:gd name="connsiteX34914" fmla="*/ 1161764 w 3114960"/>
              <a:gd name="connsiteY34914" fmla="*/ 2175129 h 5143785"/>
              <a:gd name="connsiteX34915" fmla="*/ 1152525 w 3114960"/>
              <a:gd name="connsiteY34915" fmla="*/ 2165890 h 5143785"/>
              <a:gd name="connsiteX34916" fmla="*/ 1161764 w 3114960"/>
              <a:gd name="connsiteY34916" fmla="*/ 2156651 h 5143785"/>
              <a:gd name="connsiteX34917" fmla="*/ 1171004 w 3114960"/>
              <a:gd name="connsiteY34917" fmla="*/ 2165890 h 5143785"/>
              <a:gd name="connsiteX34918" fmla="*/ 1161764 w 3114960"/>
              <a:gd name="connsiteY34918" fmla="*/ 2175129 h 5143785"/>
              <a:gd name="connsiteX34919" fmla="*/ 1166051 w 3114960"/>
              <a:gd name="connsiteY34919" fmla="*/ 3183065 h 5143785"/>
              <a:gd name="connsiteX34920" fmla="*/ 1161098 w 3114960"/>
              <a:gd name="connsiteY34920" fmla="*/ 3178112 h 5143785"/>
              <a:gd name="connsiteX34921" fmla="*/ 1156145 w 3114960"/>
              <a:gd name="connsiteY34921" fmla="*/ 3183065 h 5143785"/>
              <a:gd name="connsiteX34922" fmla="*/ 1156430 w 3114960"/>
              <a:gd name="connsiteY34922" fmla="*/ 3184493 h 5143785"/>
              <a:gd name="connsiteX34923" fmla="*/ 1061085 w 3114960"/>
              <a:gd name="connsiteY34923" fmla="*/ 3254693 h 5143785"/>
              <a:gd name="connsiteX34924" fmla="*/ 979361 w 3114960"/>
              <a:gd name="connsiteY34924" fmla="*/ 3255455 h 5143785"/>
              <a:gd name="connsiteX34925" fmla="*/ 973646 w 3114960"/>
              <a:gd name="connsiteY34925" fmla="*/ 3245263 h 5143785"/>
              <a:gd name="connsiteX34926" fmla="*/ 953643 w 3114960"/>
              <a:gd name="connsiteY34926" fmla="*/ 3248311 h 5143785"/>
              <a:gd name="connsiteX34927" fmla="*/ 951167 w 3114960"/>
              <a:gd name="connsiteY34927" fmla="*/ 3254407 h 5143785"/>
              <a:gd name="connsiteX34928" fmla="*/ 758666 w 3114960"/>
              <a:gd name="connsiteY34928" fmla="*/ 3254407 h 5143785"/>
              <a:gd name="connsiteX34929" fmla="*/ 725519 w 3114960"/>
              <a:gd name="connsiteY34929" fmla="*/ 3284696 h 5143785"/>
              <a:gd name="connsiteX34930" fmla="*/ 672275 w 3114960"/>
              <a:gd name="connsiteY34930" fmla="*/ 3284696 h 5143785"/>
              <a:gd name="connsiteX34931" fmla="*/ 669417 w 3114960"/>
              <a:gd name="connsiteY34931" fmla="*/ 3287554 h 5143785"/>
              <a:gd name="connsiteX34932" fmla="*/ 669417 w 3114960"/>
              <a:gd name="connsiteY34932" fmla="*/ 3290411 h 5143785"/>
              <a:gd name="connsiteX34933" fmla="*/ 606933 w 3114960"/>
              <a:gd name="connsiteY34933" fmla="*/ 3290411 h 5143785"/>
              <a:gd name="connsiteX34934" fmla="*/ 580739 w 3114960"/>
              <a:gd name="connsiteY34934" fmla="*/ 3311938 h 5143785"/>
              <a:gd name="connsiteX34935" fmla="*/ 319659 w 3114960"/>
              <a:gd name="connsiteY34935" fmla="*/ 3311938 h 5143785"/>
              <a:gd name="connsiteX34936" fmla="*/ 310610 w 3114960"/>
              <a:gd name="connsiteY34936" fmla="*/ 3303556 h 5143785"/>
              <a:gd name="connsiteX34937" fmla="*/ 301371 w 3114960"/>
              <a:gd name="connsiteY34937" fmla="*/ 3312795 h 5143785"/>
              <a:gd name="connsiteX34938" fmla="*/ 310610 w 3114960"/>
              <a:gd name="connsiteY34938" fmla="*/ 3322034 h 5143785"/>
              <a:gd name="connsiteX34939" fmla="*/ 318897 w 3114960"/>
              <a:gd name="connsiteY34939" fmla="*/ 3316700 h 5143785"/>
              <a:gd name="connsiteX34940" fmla="*/ 582454 w 3114960"/>
              <a:gd name="connsiteY34940" fmla="*/ 3316700 h 5143785"/>
              <a:gd name="connsiteX34941" fmla="*/ 608648 w 3114960"/>
              <a:gd name="connsiteY34941" fmla="*/ 3295174 h 5143785"/>
              <a:gd name="connsiteX34942" fmla="*/ 669417 w 3114960"/>
              <a:gd name="connsiteY34942" fmla="*/ 3295174 h 5143785"/>
              <a:gd name="connsiteX34943" fmla="*/ 669417 w 3114960"/>
              <a:gd name="connsiteY34943" fmla="*/ 3297650 h 5143785"/>
              <a:gd name="connsiteX34944" fmla="*/ 672275 w 3114960"/>
              <a:gd name="connsiteY34944" fmla="*/ 3300508 h 5143785"/>
              <a:gd name="connsiteX34945" fmla="*/ 726281 w 3114960"/>
              <a:gd name="connsiteY34945" fmla="*/ 3300508 h 5143785"/>
              <a:gd name="connsiteX34946" fmla="*/ 729139 w 3114960"/>
              <a:gd name="connsiteY34946" fmla="*/ 3297650 h 5143785"/>
              <a:gd name="connsiteX34947" fmla="*/ 729139 w 3114960"/>
              <a:gd name="connsiteY34947" fmla="*/ 3287840 h 5143785"/>
              <a:gd name="connsiteX34948" fmla="*/ 760571 w 3114960"/>
              <a:gd name="connsiteY34948" fmla="*/ 3259169 h 5143785"/>
              <a:gd name="connsiteX34949" fmla="*/ 951262 w 3114960"/>
              <a:gd name="connsiteY34949" fmla="*/ 3259169 h 5143785"/>
              <a:gd name="connsiteX34950" fmla="*/ 956882 w 3114960"/>
              <a:gd name="connsiteY34950" fmla="*/ 3268313 h 5143785"/>
              <a:gd name="connsiteX34951" fmla="*/ 976884 w 3114960"/>
              <a:gd name="connsiteY34951" fmla="*/ 3265265 h 5143785"/>
              <a:gd name="connsiteX34952" fmla="*/ 979551 w 3114960"/>
              <a:gd name="connsiteY34952" fmla="*/ 3257741 h 5143785"/>
              <a:gd name="connsiteX34953" fmla="*/ 1061657 w 3114960"/>
              <a:gd name="connsiteY34953" fmla="*/ 3256979 h 5143785"/>
              <a:gd name="connsiteX34954" fmla="*/ 1062038 w 3114960"/>
              <a:gd name="connsiteY34954" fmla="*/ 3256979 h 5143785"/>
              <a:gd name="connsiteX34955" fmla="*/ 1157859 w 3114960"/>
              <a:gd name="connsiteY34955" fmla="*/ 3186398 h 5143785"/>
              <a:gd name="connsiteX34956" fmla="*/ 1159002 w 3114960"/>
              <a:gd name="connsiteY34956" fmla="*/ 3187160 h 5143785"/>
              <a:gd name="connsiteX34957" fmla="*/ 1159002 w 3114960"/>
              <a:gd name="connsiteY34957" fmla="*/ 3360134 h 5143785"/>
              <a:gd name="connsiteX34958" fmla="*/ 1145858 w 3114960"/>
              <a:gd name="connsiteY34958" fmla="*/ 3371374 h 5143785"/>
              <a:gd name="connsiteX34959" fmla="*/ 1103662 w 3114960"/>
              <a:gd name="connsiteY34959" fmla="*/ 3371088 h 5143785"/>
              <a:gd name="connsiteX34960" fmla="*/ 1103662 w 3114960"/>
              <a:gd name="connsiteY34960" fmla="*/ 3344894 h 5143785"/>
              <a:gd name="connsiteX34961" fmla="*/ 1108139 w 3114960"/>
              <a:gd name="connsiteY34961" fmla="*/ 3342513 h 5143785"/>
              <a:gd name="connsiteX34962" fmla="*/ 1110996 w 3114960"/>
              <a:gd name="connsiteY34962" fmla="*/ 3335655 h 5143785"/>
              <a:gd name="connsiteX34963" fmla="*/ 1108139 w 3114960"/>
              <a:gd name="connsiteY34963" fmla="*/ 3328702 h 5143785"/>
              <a:gd name="connsiteX34964" fmla="*/ 1101281 w 3114960"/>
              <a:gd name="connsiteY34964" fmla="*/ 3325844 h 5143785"/>
              <a:gd name="connsiteX34965" fmla="*/ 1101281 w 3114960"/>
              <a:gd name="connsiteY34965" fmla="*/ 3325844 h 5143785"/>
              <a:gd name="connsiteX34966" fmla="*/ 1094423 w 3114960"/>
              <a:gd name="connsiteY34966" fmla="*/ 3328702 h 5143785"/>
              <a:gd name="connsiteX34967" fmla="*/ 1091565 w 3114960"/>
              <a:gd name="connsiteY34967" fmla="*/ 3335560 h 5143785"/>
              <a:gd name="connsiteX34968" fmla="*/ 1094423 w 3114960"/>
              <a:gd name="connsiteY34968" fmla="*/ 3342513 h 5143785"/>
              <a:gd name="connsiteX34969" fmla="*/ 1098995 w 3114960"/>
              <a:gd name="connsiteY34969" fmla="*/ 3344894 h 5143785"/>
              <a:gd name="connsiteX34970" fmla="*/ 1098995 w 3114960"/>
              <a:gd name="connsiteY34970" fmla="*/ 3373374 h 5143785"/>
              <a:gd name="connsiteX34971" fmla="*/ 1101376 w 3114960"/>
              <a:gd name="connsiteY34971" fmla="*/ 3375755 h 5143785"/>
              <a:gd name="connsiteX34972" fmla="*/ 1146905 w 3114960"/>
              <a:gd name="connsiteY34972" fmla="*/ 3376041 h 5143785"/>
              <a:gd name="connsiteX34973" fmla="*/ 1146905 w 3114960"/>
              <a:gd name="connsiteY34973" fmla="*/ 3376041 h 5143785"/>
              <a:gd name="connsiteX34974" fmla="*/ 1148429 w 3114960"/>
              <a:gd name="connsiteY34974" fmla="*/ 3375470 h 5143785"/>
              <a:gd name="connsiteX34975" fmla="*/ 1163193 w 3114960"/>
              <a:gd name="connsiteY34975" fmla="*/ 3362992 h 5143785"/>
              <a:gd name="connsiteX34976" fmla="*/ 1164050 w 3114960"/>
              <a:gd name="connsiteY34976" fmla="*/ 3361182 h 5143785"/>
              <a:gd name="connsiteX34977" fmla="*/ 1164050 w 3114960"/>
              <a:gd name="connsiteY34977" fmla="*/ 3187065 h 5143785"/>
              <a:gd name="connsiteX34978" fmla="*/ 1166527 w 3114960"/>
              <a:gd name="connsiteY34978" fmla="*/ 3182779 h 5143785"/>
              <a:gd name="connsiteX34979" fmla="*/ 687324 w 3114960"/>
              <a:gd name="connsiteY34979" fmla="*/ 3299555 h 5143785"/>
              <a:gd name="connsiteX34980" fmla="*/ 684371 w 3114960"/>
              <a:gd name="connsiteY34980" fmla="*/ 3299555 h 5143785"/>
              <a:gd name="connsiteX34981" fmla="*/ 684371 w 3114960"/>
              <a:gd name="connsiteY34981" fmla="*/ 3286030 h 5143785"/>
              <a:gd name="connsiteX34982" fmla="*/ 687324 w 3114960"/>
              <a:gd name="connsiteY34982" fmla="*/ 3286030 h 5143785"/>
              <a:gd name="connsiteX34983" fmla="*/ 687324 w 3114960"/>
              <a:gd name="connsiteY34983" fmla="*/ 3299555 h 5143785"/>
              <a:gd name="connsiteX34984" fmla="*/ 700564 w 3114960"/>
              <a:gd name="connsiteY34984" fmla="*/ 3299555 h 5143785"/>
              <a:gd name="connsiteX34985" fmla="*/ 697611 w 3114960"/>
              <a:gd name="connsiteY34985" fmla="*/ 3299555 h 5143785"/>
              <a:gd name="connsiteX34986" fmla="*/ 697611 w 3114960"/>
              <a:gd name="connsiteY34986" fmla="*/ 3286030 h 5143785"/>
              <a:gd name="connsiteX34987" fmla="*/ 700564 w 3114960"/>
              <a:gd name="connsiteY34987" fmla="*/ 3286030 h 5143785"/>
              <a:gd name="connsiteX34988" fmla="*/ 700564 w 3114960"/>
              <a:gd name="connsiteY34988" fmla="*/ 3299555 h 5143785"/>
              <a:gd name="connsiteX34989" fmla="*/ 715327 w 3114960"/>
              <a:gd name="connsiteY34989" fmla="*/ 3299555 h 5143785"/>
              <a:gd name="connsiteX34990" fmla="*/ 712375 w 3114960"/>
              <a:gd name="connsiteY34990" fmla="*/ 3299555 h 5143785"/>
              <a:gd name="connsiteX34991" fmla="*/ 712375 w 3114960"/>
              <a:gd name="connsiteY34991" fmla="*/ 3286030 h 5143785"/>
              <a:gd name="connsiteX34992" fmla="*/ 715327 w 3114960"/>
              <a:gd name="connsiteY34992" fmla="*/ 3286030 h 5143785"/>
              <a:gd name="connsiteX34993" fmla="*/ 715327 w 3114960"/>
              <a:gd name="connsiteY34993" fmla="*/ 3299555 h 5143785"/>
              <a:gd name="connsiteX34994" fmla="*/ 974598 w 3114960"/>
              <a:gd name="connsiteY34994" fmla="*/ 3263932 h 5143785"/>
              <a:gd name="connsiteX34995" fmla="*/ 966978 w 3114960"/>
              <a:gd name="connsiteY34995" fmla="*/ 3268599 h 5143785"/>
              <a:gd name="connsiteX34996" fmla="*/ 958310 w 3114960"/>
              <a:gd name="connsiteY34996" fmla="*/ 3266504 h 5143785"/>
              <a:gd name="connsiteX34997" fmla="*/ 953643 w 3114960"/>
              <a:gd name="connsiteY34997" fmla="*/ 3258884 h 5143785"/>
              <a:gd name="connsiteX34998" fmla="*/ 953548 w 3114960"/>
              <a:gd name="connsiteY34998" fmla="*/ 3257074 h 5143785"/>
              <a:gd name="connsiteX34999" fmla="*/ 955834 w 3114960"/>
              <a:gd name="connsiteY34999" fmla="*/ 3250216 h 5143785"/>
              <a:gd name="connsiteX35000" fmla="*/ 972217 w 3114960"/>
              <a:gd name="connsiteY35000" fmla="*/ 3247739 h 5143785"/>
              <a:gd name="connsiteX35001" fmla="*/ 974693 w 3114960"/>
              <a:gd name="connsiteY35001" fmla="*/ 3264122 h 5143785"/>
              <a:gd name="connsiteX35002" fmla="*/ 1100900 w 3114960"/>
              <a:gd name="connsiteY35002" fmla="*/ 3340894 h 5143785"/>
              <a:gd name="connsiteX35003" fmla="*/ 1097375 w 3114960"/>
              <a:gd name="connsiteY35003" fmla="*/ 3339370 h 5143785"/>
              <a:gd name="connsiteX35004" fmla="*/ 1095947 w 3114960"/>
              <a:gd name="connsiteY35004" fmla="*/ 3335846 h 5143785"/>
              <a:gd name="connsiteX35005" fmla="*/ 1097471 w 3114960"/>
              <a:gd name="connsiteY35005" fmla="*/ 3332321 h 5143785"/>
              <a:gd name="connsiteX35006" fmla="*/ 1100995 w 3114960"/>
              <a:gd name="connsiteY35006" fmla="*/ 3330893 h 5143785"/>
              <a:gd name="connsiteX35007" fmla="*/ 1100995 w 3114960"/>
              <a:gd name="connsiteY35007" fmla="*/ 3330893 h 5143785"/>
              <a:gd name="connsiteX35008" fmla="*/ 1104519 w 3114960"/>
              <a:gd name="connsiteY35008" fmla="*/ 3332417 h 5143785"/>
              <a:gd name="connsiteX35009" fmla="*/ 1105948 w 3114960"/>
              <a:gd name="connsiteY35009" fmla="*/ 3335941 h 5143785"/>
              <a:gd name="connsiteX35010" fmla="*/ 1104424 w 3114960"/>
              <a:gd name="connsiteY35010" fmla="*/ 3339465 h 5143785"/>
              <a:gd name="connsiteX35011" fmla="*/ 1100900 w 3114960"/>
              <a:gd name="connsiteY35011" fmla="*/ 3340894 h 5143785"/>
              <a:gd name="connsiteX35012" fmla="*/ 1100900 w 3114960"/>
              <a:gd name="connsiteY35012" fmla="*/ 3340894 h 5143785"/>
              <a:gd name="connsiteX35013" fmla="*/ 972122 w 3114960"/>
              <a:gd name="connsiteY35013" fmla="*/ 3256979 h 5143785"/>
              <a:gd name="connsiteX35014" fmla="*/ 965073 w 3114960"/>
              <a:gd name="connsiteY35014" fmla="*/ 3264027 h 5143785"/>
              <a:gd name="connsiteX35015" fmla="*/ 958025 w 3114960"/>
              <a:gd name="connsiteY35015" fmla="*/ 3256979 h 5143785"/>
              <a:gd name="connsiteX35016" fmla="*/ 965073 w 3114960"/>
              <a:gd name="connsiteY35016" fmla="*/ 3249930 h 5143785"/>
              <a:gd name="connsiteX35017" fmla="*/ 972122 w 3114960"/>
              <a:gd name="connsiteY35017" fmla="*/ 3256979 h 5143785"/>
              <a:gd name="connsiteX35018" fmla="*/ 445389 w 3114960"/>
              <a:gd name="connsiteY35018" fmla="*/ 4313301 h 5143785"/>
              <a:gd name="connsiteX35019" fmla="*/ 438245 w 3114960"/>
              <a:gd name="connsiteY35019" fmla="*/ 4313301 h 5143785"/>
              <a:gd name="connsiteX35020" fmla="*/ 438245 w 3114960"/>
              <a:gd name="connsiteY35020" fmla="*/ 4305681 h 5143785"/>
              <a:gd name="connsiteX35021" fmla="*/ 445389 w 3114960"/>
              <a:gd name="connsiteY35021" fmla="*/ 4305681 h 5143785"/>
              <a:gd name="connsiteX35022" fmla="*/ 445389 w 3114960"/>
              <a:gd name="connsiteY35022" fmla="*/ 4313301 h 5143785"/>
              <a:gd name="connsiteX35023" fmla="*/ 430625 w 3114960"/>
              <a:gd name="connsiteY35023" fmla="*/ 4360926 h 5143785"/>
              <a:gd name="connsiteX35024" fmla="*/ 435197 w 3114960"/>
              <a:gd name="connsiteY35024" fmla="*/ 4366451 h 5143785"/>
              <a:gd name="connsiteX35025" fmla="*/ 429959 w 3114960"/>
              <a:gd name="connsiteY35025" fmla="*/ 4370737 h 5143785"/>
              <a:gd name="connsiteX35026" fmla="*/ 425387 w 3114960"/>
              <a:gd name="connsiteY35026" fmla="*/ 4365212 h 5143785"/>
              <a:gd name="connsiteX35027" fmla="*/ 430625 w 3114960"/>
              <a:gd name="connsiteY35027" fmla="*/ 4360926 h 5143785"/>
              <a:gd name="connsiteX35028" fmla="*/ 414814 w 3114960"/>
              <a:gd name="connsiteY35028" fmla="*/ 4373880 h 5143785"/>
              <a:gd name="connsiteX35029" fmla="*/ 420053 w 3114960"/>
              <a:gd name="connsiteY35029" fmla="*/ 4369594 h 5143785"/>
              <a:gd name="connsiteX35030" fmla="*/ 424625 w 3114960"/>
              <a:gd name="connsiteY35030" fmla="*/ 4375119 h 5143785"/>
              <a:gd name="connsiteX35031" fmla="*/ 419386 w 3114960"/>
              <a:gd name="connsiteY35031" fmla="*/ 4379405 h 5143785"/>
              <a:gd name="connsiteX35032" fmla="*/ 414814 w 3114960"/>
              <a:gd name="connsiteY35032" fmla="*/ 4373880 h 5143785"/>
              <a:gd name="connsiteX35033" fmla="*/ 445389 w 3114960"/>
              <a:gd name="connsiteY35033" fmla="*/ 4298061 h 5143785"/>
              <a:gd name="connsiteX35034" fmla="*/ 438245 w 3114960"/>
              <a:gd name="connsiteY35034" fmla="*/ 4298061 h 5143785"/>
              <a:gd name="connsiteX35035" fmla="*/ 438245 w 3114960"/>
              <a:gd name="connsiteY35035" fmla="*/ 4293299 h 5143785"/>
              <a:gd name="connsiteX35036" fmla="*/ 445389 w 3114960"/>
              <a:gd name="connsiteY35036" fmla="*/ 4293299 h 5143785"/>
              <a:gd name="connsiteX35037" fmla="*/ 445389 w 3114960"/>
              <a:gd name="connsiteY35037" fmla="*/ 4298061 h 5143785"/>
              <a:gd name="connsiteX35038" fmla="*/ 516064 w 3114960"/>
              <a:gd name="connsiteY35038" fmla="*/ 3583115 h 5143785"/>
              <a:gd name="connsiteX35039" fmla="*/ 536829 w 3114960"/>
              <a:gd name="connsiteY35039" fmla="*/ 3583115 h 5143785"/>
              <a:gd name="connsiteX35040" fmla="*/ 536829 w 3114960"/>
              <a:gd name="connsiteY35040" fmla="*/ 3587782 h 5143785"/>
              <a:gd name="connsiteX35041" fmla="*/ 516064 w 3114960"/>
              <a:gd name="connsiteY35041" fmla="*/ 3587782 h 5143785"/>
              <a:gd name="connsiteX35042" fmla="*/ 516064 w 3114960"/>
              <a:gd name="connsiteY35042" fmla="*/ 3583115 h 5143785"/>
              <a:gd name="connsiteX35043" fmla="*/ 513017 w 3114960"/>
              <a:gd name="connsiteY35043" fmla="*/ 3537680 h 5143785"/>
              <a:gd name="connsiteX35044" fmla="*/ 501872 w 3114960"/>
              <a:gd name="connsiteY35044" fmla="*/ 3546920 h 5143785"/>
              <a:gd name="connsiteX35045" fmla="*/ 226219 w 3114960"/>
              <a:gd name="connsiteY35045" fmla="*/ 3546920 h 5143785"/>
              <a:gd name="connsiteX35046" fmla="*/ 169069 w 3114960"/>
              <a:gd name="connsiteY35046" fmla="*/ 3593211 h 5143785"/>
              <a:gd name="connsiteX35047" fmla="*/ 169545 w 3114960"/>
              <a:gd name="connsiteY35047" fmla="*/ 3766566 h 5143785"/>
              <a:gd name="connsiteX35048" fmla="*/ 169545 w 3114960"/>
              <a:gd name="connsiteY35048" fmla="*/ 3767519 h 5143785"/>
              <a:gd name="connsiteX35049" fmla="*/ 202025 w 3114960"/>
              <a:gd name="connsiteY35049" fmla="*/ 3799809 h 5143785"/>
              <a:gd name="connsiteX35050" fmla="*/ 276987 w 3114960"/>
              <a:gd name="connsiteY35050" fmla="*/ 3799809 h 5143785"/>
              <a:gd name="connsiteX35051" fmla="*/ 277273 w 3114960"/>
              <a:gd name="connsiteY35051" fmla="*/ 3801047 h 5143785"/>
              <a:gd name="connsiteX35052" fmla="*/ 283369 w 3114960"/>
              <a:gd name="connsiteY35052" fmla="*/ 3808571 h 5143785"/>
              <a:gd name="connsiteX35053" fmla="*/ 289370 w 3114960"/>
              <a:gd name="connsiteY35053" fmla="*/ 3810095 h 5143785"/>
              <a:gd name="connsiteX35054" fmla="*/ 293084 w 3114960"/>
              <a:gd name="connsiteY35054" fmla="*/ 3809524 h 5143785"/>
              <a:gd name="connsiteX35055" fmla="*/ 300609 w 3114960"/>
              <a:gd name="connsiteY35055" fmla="*/ 3803428 h 5143785"/>
              <a:gd name="connsiteX35056" fmla="*/ 301562 w 3114960"/>
              <a:gd name="connsiteY35056" fmla="*/ 3793808 h 5143785"/>
              <a:gd name="connsiteX35057" fmla="*/ 295466 w 3114960"/>
              <a:gd name="connsiteY35057" fmla="*/ 3786283 h 5143785"/>
              <a:gd name="connsiteX35058" fmla="*/ 285845 w 3114960"/>
              <a:gd name="connsiteY35058" fmla="*/ 3785330 h 5143785"/>
              <a:gd name="connsiteX35059" fmla="*/ 277178 w 3114960"/>
              <a:gd name="connsiteY35059" fmla="*/ 3795046 h 5143785"/>
              <a:gd name="connsiteX35060" fmla="*/ 204216 w 3114960"/>
              <a:gd name="connsiteY35060" fmla="*/ 3795046 h 5143785"/>
              <a:gd name="connsiteX35061" fmla="*/ 174498 w 3114960"/>
              <a:gd name="connsiteY35061" fmla="*/ 3765518 h 5143785"/>
              <a:gd name="connsiteX35062" fmla="*/ 174022 w 3114960"/>
              <a:gd name="connsiteY35062" fmla="*/ 3595402 h 5143785"/>
              <a:gd name="connsiteX35063" fmla="*/ 228124 w 3114960"/>
              <a:gd name="connsiteY35063" fmla="*/ 3551587 h 5143785"/>
              <a:gd name="connsiteX35064" fmla="*/ 502063 w 3114960"/>
              <a:gd name="connsiteY35064" fmla="*/ 3551587 h 5143785"/>
              <a:gd name="connsiteX35065" fmla="*/ 513207 w 3114960"/>
              <a:gd name="connsiteY35065" fmla="*/ 3560826 h 5143785"/>
              <a:gd name="connsiteX35066" fmla="*/ 524828 w 3114960"/>
              <a:gd name="connsiteY35066" fmla="*/ 3549205 h 5143785"/>
              <a:gd name="connsiteX35067" fmla="*/ 513207 w 3114960"/>
              <a:gd name="connsiteY35067" fmla="*/ 3537585 h 5143785"/>
              <a:gd name="connsiteX35068" fmla="*/ 287179 w 3114960"/>
              <a:gd name="connsiteY35068" fmla="*/ 3789902 h 5143785"/>
              <a:gd name="connsiteX35069" fmla="*/ 289465 w 3114960"/>
              <a:gd name="connsiteY35069" fmla="*/ 3789521 h 5143785"/>
              <a:gd name="connsiteX35070" fmla="*/ 293180 w 3114960"/>
              <a:gd name="connsiteY35070" fmla="*/ 3790474 h 5143785"/>
              <a:gd name="connsiteX35071" fmla="*/ 296990 w 3114960"/>
              <a:gd name="connsiteY35071" fmla="*/ 3795141 h 5143785"/>
              <a:gd name="connsiteX35072" fmla="*/ 296418 w 3114960"/>
              <a:gd name="connsiteY35072" fmla="*/ 3801142 h 5143785"/>
              <a:gd name="connsiteX35073" fmla="*/ 291751 w 3114960"/>
              <a:gd name="connsiteY35073" fmla="*/ 3804952 h 5143785"/>
              <a:gd name="connsiteX35074" fmla="*/ 285750 w 3114960"/>
              <a:gd name="connsiteY35074" fmla="*/ 3804380 h 5143785"/>
              <a:gd name="connsiteX35075" fmla="*/ 281940 w 3114960"/>
              <a:gd name="connsiteY35075" fmla="*/ 3799713 h 5143785"/>
              <a:gd name="connsiteX35076" fmla="*/ 287179 w 3114960"/>
              <a:gd name="connsiteY35076" fmla="*/ 3789902 h 5143785"/>
              <a:gd name="connsiteX35077" fmla="*/ 513017 w 3114960"/>
              <a:gd name="connsiteY35077" fmla="*/ 3556159 h 5143785"/>
              <a:gd name="connsiteX35078" fmla="*/ 506444 w 3114960"/>
              <a:gd name="connsiteY35078" fmla="*/ 3550730 h 5143785"/>
              <a:gd name="connsiteX35079" fmla="*/ 506444 w 3114960"/>
              <a:gd name="connsiteY35079" fmla="*/ 3547967 h 5143785"/>
              <a:gd name="connsiteX35080" fmla="*/ 513017 w 3114960"/>
              <a:gd name="connsiteY35080" fmla="*/ 3542538 h 5143785"/>
              <a:gd name="connsiteX35081" fmla="*/ 519875 w 3114960"/>
              <a:gd name="connsiteY35081" fmla="*/ 3549396 h 5143785"/>
              <a:gd name="connsiteX35082" fmla="*/ 513017 w 3114960"/>
              <a:gd name="connsiteY35082" fmla="*/ 3556254 h 5143785"/>
              <a:gd name="connsiteX35083" fmla="*/ 95 w 3114960"/>
              <a:gd name="connsiteY35083" fmla="*/ 4171093 h 5143785"/>
              <a:gd name="connsiteX35084" fmla="*/ 95 w 3114960"/>
              <a:gd name="connsiteY35084" fmla="*/ 4175855 h 5143785"/>
              <a:gd name="connsiteX35085" fmla="*/ 73152 w 3114960"/>
              <a:gd name="connsiteY35085" fmla="*/ 4175855 h 5143785"/>
              <a:gd name="connsiteX35086" fmla="*/ 217837 w 3114960"/>
              <a:gd name="connsiteY35086" fmla="*/ 4051363 h 5143785"/>
              <a:gd name="connsiteX35087" fmla="*/ 220504 w 3114960"/>
              <a:gd name="connsiteY35087" fmla="*/ 4053364 h 5143785"/>
              <a:gd name="connsiteX35088" fmla="*/ 225933 w 3114960"/>
              <a:gd name="connsiteY35088" fmla="*/ 4054602 h 5143785"/>
              <a:gd name="connsiteX35089" fmla="*/ 230124 w 3114960"/>
              <a:gd name="connsiteY35089" fmla="*/ 4053840 h 5143785"/>
              <a:gd name="connsiteX35090" fmla="*/ 237935 w 3114960"/>
              <a:gd name="connsiteY35090" fmla="*/ 4037743 h 5143785"/>
              <a:gd name="connsiteX35091" fmla="*/ 221837 w 3114960"/>
              <a:gd name="connsiteY35091" fmla="*/ 4030028 h 5143785"/>
              <a:gd name="connsiteX35092" fmla="*/ 214122 w 3114960"/>
              <a:gd name="connsiteY35092" fmla="*/ 4046125 h 5143785"/>
              <a:gd name="connsiteX35093" fmla="*/ 214979 w 3114960"/>
              <a:gd name="connsiteY35093" fmla="*/ 4047649 h 5143785"/>
              <a:gd name="connsiteX35094" fmla="*/ 71533 w 3114960"/>
              <a:gd name="connsiteY35094" fmla="*/ 4170998 h 5143785"/>
              <a:gd name="connsiteX35095" fmla="*/ 95 w 3114960"/>
              <a:gd name="connsiteY35095" fmla="*/ 4170998 h 5143785"/>
              <a:gd name="connsiteX35096" fmla="*/ 223361 w 3114960"/>
              <a:gd name="connsiteY35096" fmla="*/ 4034504 h 5143785"/>
              <a:gd name="connsiteX35097" fmla="*/ 225933 w 3114960"/>
              <a:gd name="connsiteY35097" fmla="*/ 4034028 h 5143785"/>
              <a:gd name="connsiteX35098" fmla="*/ 233363 w 3114960"/>
              <a:gd name="connsiteY35098" fmla="*/ 4039267 h 5143785"/>
              <a:gd name="connsiteX35099" fmla="*/ 228505 w 3114960"/>
              <a:gd name="connsiteY35099" fmla="*/ 4049268 h 5143785"/>
              <a:gd name="connsiteX35100" fmla="*/ 222504 w 3114960"/>
              <a:gd name="connsiteY35100" fmla="*/ 4048982 h 5143785"/>
              <a:gd name="connsiteX35101" fmla="*/ 218504 w 3114960"/>
              <a:gd name="connsiteY35101" fmla="*/ 4044505 h 5143785"/>
              <a:gd name="connsiteX35102" fmla="*/ 223361 w 3114960"/>
              <a:gd name="connsiteY35102" fmla="*/ 4034504 h 5143785"/>
              <a:gd name="connsiteX35103" fmla="*/ 238316 w 3114960"/>
              <a:gd name="connsiteY35103" fmla="*/ 3713226 h 5143785"/>
              <a:gd name="connsiteX35104" fmla="*/ 256318 w 3114960"/>
              <a:gd name="connsiteY35104" fmla="*/ 3731419 h 5143785"/>
              <a:gd name="connsiteX35105" fmla="*/ 238125 w 3114960"/>
              <a:gd name="connsiteY35105" fmla="*/ 3749421 h 5143785"/>
              <a:gd name="connsiteX35106" fmla="*/ 220123 w 3114960"/>
              <a:gd name="connsiteY35106" fmla="*/ 3731228 h 5143785"/>
              <a:gd name="connsiteX35107" fmla="*/ 238316 w 3114960"/>
              <a:gd name="connsiteY35107" fmla="*/ 3713226 h 5143785"/>
              <a:gd name="connsiteX35108" fmla="*/ 1182529 w 3114960"/>
              <a:gd name="connsiteY35108" fmla="*/ 766572 h 5143785"/>
              <a:gd name="connsiteX35109" fmla="*/ 1190911 w 3114960"/>
              <a:gd name="connsiteY35109" fmla="*/ 758190 h 5143785"/>
              <a:gd name="connsiteX35110" fmla="*/ 1199293 w 3114960"/>
              <a:gd name="connsiteY35110" fmla="*/ 766572 h 5143785"/>
              <a:gd name="connsiteX35111" fmla="*/ 1190911 w 3114960"/>
              <a:gd name="connsiteY35111" fmla="*/ 774954 h 5143785"/>
              <a:gd name="connsiteX35112" fmla="*/ 1182529 w 3114960"/>
              <a:gd name="connsiteY35112" fmla="*/ 766572 h 5143785"/>
              <a:gd name="connsiteX35113" fmla="*/ 1161764 w 3114960"/>
              <a:gd name="connsiteY35113" fmla="*/ 2223135 h 5143785"/>
              <a:gd name="connsiteX35114" fmla="*/ 1150144 w 3114960"/>
              <a:gd name="connsiteY35114" fmla="*/ 2234756 h 5143785"/>
              <a:gd name="connsiteX35115" fmla="*/ 1161764 w 3114960"/>
              <a:gd name="connsiteY35115" fmla="*/ 2246376 h 5143785"/>
              <a:gd name="connsiteX35116" fmla="*/ 1173385 w 3114960"/>
              <a:gd name="connsiteY35116" fmla="*/ 2234756 h 5143785"/>
              <a:gd name="connsiteX35117" fmla="*/ 1161764 w 3114960"/>
              <a:gd name="connsiteY35117" fmla="*/ 2223135 h 5143785"/>
              <a:gd name="connsiteX35118" fmla="*/ 1161764 w 3114960"/>
              <a:gd name="connsiteY35118" fmla="*/ 2244090 h 5143785"/>
              <a:gd name="connsiteX35119" fmla="*/ 1152525 w 3114960"/>
              <a:gd name="connsiteY35119" fmla="*/ 2234851 h 5143785"/>
              <a:gd name="connsiteX35120" fmla="*/ 1161764 w 3114960"/>
              <a:gd name="connsiteY35120" fmla="*/ 2225612 h 5143785"/>
              <a:gd name="connsiteX35121" fmla="*/ 1171004 w 3114960"/>
              <a:gd name="connsiteY35121" fmla="*/ 2234851 h 5143785"/>
              <a:gd name="connsiteX35122" fmla="*/ 1161764 w 3114960"/>
              <a:gd name="connsiteY35122" fmla="*/ 2244090 h 5143785"/>
              <a:gd name="connsiteX35123" fmla="*/ 1161764 w 3114960"/>
              <a:gd name="connsiteY35123" fmla="*/ 2227040 h 5143785"/>
              <a:gd name="connsiteX35124" fmla="*/ 1154049 w 3114960"/>
              <a:gd name="connsiteY35124" fmla="*/ 2234756 h 5143785"/>
              <a:gd name="connsiteX35125" fmla="*/ 1161764 w 3114960"/>
              <a:gd name="connsiteY35125" fmla="*/ 2242471 h 5143785"/>
              <a:gd name="connsiteX35126" fmla="*/ 1169575 w 3114960"/>
              <a:gd name="connsiteY35126" fmla="*/ 2234756 h 5143785"/>
              <a:gd name="connsiteX35127" fmla="*/ 1161764 w 3114960"/>
              <a:gd name="connsiteY35127" fmla="*/ 2227040 h 5143785"/>
              <a:gd name="connsiteX35128" fmla="*/ 1161764 w 3114960"/>
              <a:gd name="connsiteY35128" fmla="*/ 2240185 h 5143785"/>
              <a:gd name="connsiteX35129" fmla="*/ 1156430 w 3114960"/>
              <a:gd name="connsiteY35129" fmla="*/ 2234851 h 5143785"/>
              <a:gd name="connsiteX35130" fmla="*/ 1161764 w 3114960"/>
              <a:gd name="connsiteY35130" fmla="*/ 2229517 h 5143785"/>
              <a:gd name="connsiteX35131" fmla="*/ 1167194 w 3114960"/>
              <a:gd name="connsiteY35131" fmla="*/ 2234851 h 5143785"/>
              <a:gd name="connsiteX35132" fmla="*/ 1161764 w 3114960"/>
              <a:gd name="connsiteY35132" fmla="*/ 2240185 h 5143785"/>
              <a:gd name="connsiteX35133" fmla="*/ 347758 w 3114960"/>
              <a:gd name="connsiteY35133" fmla="*/ 3609213 h 5143785"/>
              <a:gd name="connsiteX35134" fmla="*/ 355283 w 3114960"/>
              <a:gd name="connsiteY35134" fmla="*/ 3609213 h 5143785"/>
              <a:gd name="connsiteX35135" fmla="*/ 363379 w 3114960"/>
              <a:gd name="connsiteY35135" fmla="*/ 3601403 h 5143785"/>
              <a:gd name="connsiteX35136" fmla="*/ 363379 w 3114960"/>
              <a:gd name="connsiteY35136" fmla="*/ 3588258 h 5143785"/>
              <a:gd name="connsiteX35137" fmla="*/ 370904 w 3114960"/>
              <a:gd name="connsiteY35137" fmla="*/ 3588258 h 5143785"/>
              <a:gd name="connsiteX35138" fmla="*/ 370904 w 3114960"/>
              <a:gd name="connsiteY35138" fmla="*/ 3583496 h 5143785"/>
              <a:gd name="connsiteX35139" fmla="*/ 363379 w 3114960"/>
              <a:gd name="connsiteY35139" fmla="*/ 3583496 h 5143785"/>
              <a:gd name="connsiteX35140" fmla="*/ 363379 w 3114960"/>
              <a:gd name="connsiteY35140" fmla="*/ 3570351 h 5143785"/>
              <a:gd name="connsiteX35141" fmla="*/ 355283 w 3114960"/>
              <a:gd name="connsiteY35141" fmla="*/ 3562541 h 5143785"/>
              <a:gd name="connsiteX35142" fmla="*/ 347758 w 3114960"/>
              <a:gd name="connsiteY35142" fmla="*/ 3562541 h 5143785"/>
              <a:gd name="connsiteX35143" fmla="*/ 339662 w 3114960"/>
              <a:gd name="connsiteY35143" fmla="*/ 3570351 h 5143785"/>
              <a:gd name="connsiteX35144" fmla="*/ 339662 w 3114960"/>
              <a:gd name="connsiteY35144" fmla="*/ 3570637 h 5143785"/>
              <a:gd name="connsiteX35145" fmla="*/ 271082 w 3114960"/>
              <a:gd name="connsiteY35145" fmla="*/ 3570637 h 5143785"/>
              <a:gd name="connsiteX35146" fmla="*/ 222314 w 3114960"/>
              <a:gd name="connsiteY35146" fmla="*/ 3611975 h 5143785"/>
              <a:gd name="connsiteX35147" fmla="*/ 222314 w 3114960"/>
              <a:gd name="connsiteY35147" fmla="*/ 3700272 h 5143785"/>
              <a:gd name="connsiteX35148" fmla="*/ 203359 w 3114960"/>
              <a:gd name="connsiteY35148" fmla="*/ 3731133 h 5143785"/>
              <a:gd name="connsiteX35149" fmla="*/ 238220 w 3114960"/>
              <a:gd name="connsiteY35149" fmla="*/ 3766280 h 5143785"/>
              <a:gd name="connsiteX35150" fmla="*/ 273368 w 3114960"/>
              <a:gd name="connsiteY35150" fmla="*/ 3731419 h 5143785"/>
              <a:gd name="connsiteX35151" fmla="*/ 256318 w 3114960"/>
              <a:gd name="connsiteY35151" fmla="*/ 3701415 h 5143785"/>
              <a:gd name="connsiteX35152" fmla="*/ 256318 w 3114960"/>
              <a:gd name="connsiteY35152" fmla="*/ 3617214 h 5143785"/>
              <a:gd name="connsiteX35153" fmla="*/ 277940 w 3114960"/>
              <a:gd name="connsiteY35153" fmla="*/ 3599688 h 5143785"/>
              <a:gd name="connsiteX35154" fmla="*/ 339757 w 3114960"/>
              <a:gd name="connsiteY35154" fmla="*/ 3599688 h 5143785"/>
              <a:gd name="connsiteX35155" fmla="*/ 339757 w 3114960"/>
              <a:gd name="connsiteY35155" fmla="*/ 3601498 h 5143785"/>
              <a:gd name="connsiteX35156" fmla="*/ 347853 w 3114960"/>
              <a:gd name="connsiteY35156" fmla="*/ 3609309 h 5143785"/>
              <a:gd name="connsiteX35157" fmla="*/ 343376 w 3114960"/>
              <a:gd name="connsiteY35157" fmla="*/ 3570446 h 5143785"/>
              <a:gd name="connsiteX35158" fmla="*/ 347758 w 3114960"/>
              <a:gd name="connsiteY35158" fmla="*/ 3566255 h 5143785"/>
              <a:gd name="connsiteX35159" fmla="*/ 355283 w 3114960"/>
              <a:gd name="connsiteY35159" fmla="*/ 3566255 h 5143785"/>
              <a:gd name="connsiteX35160" fmla="*/ 359664 w 3114960"/>
              <a:gd name="connsiteY35160" fmla="*/ 3570446 h 5143785"/>
              <a:gd name="connsiteX35161" fmla="*/ 359664 w 3114960"/>
              <a:gd name="connsiteY35161" fmla="*/ 3575304 h 5143785"/>
              <a:gd name="connsiteX35162" fmla="*/ 343472 w 3114960"/>
              <a:gd name="connsiteY35162" fmla="*/ 3575304 h 5143785"/>
              <a:gd name="connsiteX35163" fmla="*/ 343472 w 3114960"/>
              <a:gd name="connsiteY35163" fmla="*/ 3570446 h 5143785"/>
              <a:gd name="connsiteX35164" fmla="*/ 343376 w 3114960"/>
              <a:gd name="connsiteY35164" fmla="*/ 3594926 h 5143785"/>
              <a:gd name="connsiteX35165" fmla="*/ 359569 w 3114960"/>
              <a:gd name="connsiteY35165" fmla="*/ 3594926 h 5143785"/>
              <a:gd name="connsiteX35166" fmla="*/ 359569 w 3114960"/>
              <a:gd name="connsiteY35166" fmla="*/ 3601498 h 5143785"/>
              <a:gd name="connsiteX35167" fmla="*/ 355187 w 3114960"/>
              <a:gd name="connsiteY35167" fmla="*/ 3605689 h 5143785"/>
              <a:gd name="connsiteX35168" fmla="*/ 347663 w 3114960"/>
              <a:gd name="connsiteY35168" fmla="*/ 3605689 h 5143785"/>
              <a:gd name="connsiteX35169" fmla="*/ 343281 w 3114960"/>
              <a:gd name="connsiteY35169" fmla="*/ 3601498 h 5143785"/>
              <a:gd name="connsiteX35170" fmla="*/ 343281 w 3114960"/>
              <a:gd name="connsiteY35170" fmla="*/ 3594926 h 5143785"/>
              <a:gd name="connsiteX35171" fmla="*/ 266033 w 3114960"/>
              <a:gd name="connsiteY35171" fmla="*/ 3731419 h 5143785"/>
              <a:gd name="connsiteX35172" fmla="*/ 238125 w 3114960"/>
              <a:gd name="connsiteY35172" fmla="*/ 3759232 h 5143785"/>
              <a:gd name="connsiteX35173" fmla="*/ 210312 w 3114960"/>
              <a:gd name="connsiteY35173" fmla="*/ 3731324 h 5143785"/>
              <a:gd name="connsiteX35174" fmla="*/ 238220 w 3114960"/>
              <a:gd name="connsiteY35174" fmla="*/ 3703511 h 5143785"/>
              <a:gd name="connsiteX35175" fmla="*/ 265938 w 3114960"/>
              <a:gd name="connsiteY35175" fmla="*/ 3731419 h 5143785"/>
              <a:gd name="connsiteX35176" fmla="*/ 276035 w 3114960"/>
              <a:gd name="connsiteY35176" fmla="*/ 3594926 h 5143785"/>
              <a:gd name="connsiteX35177" fmla="*/ 251365 w 3114960"/>
              <a:gd name="connsiteY35177" fmla="*/ 3614928 h 5143785"/>
              <a:gd name="connsiteX35178" fmla="*/ 251365 w 3114960"/>
              <a:gd name="connsiteY35178" fmla="*/ 3698938 h 5143785"/>
              <a:gd name="connsiteX35179" fmla="*/ 238316 w 3114960"/>
              <a:gd name="connsiteY35179" fmla="*/ 3696272 h 5143785"/>
              <a:gd name="connsiteX35180" fmla="*/ 226981 w 3114960"/>
              <a:gd name="connsiteY35180" fmla="*/ 3698272 h 5143785"/>
              <a:gd name="connsiteX35181" fmla="*/ 226981 w 3114960"/>
              <a:gd name="connsiteY35181" fmla="*/ 3614166 h 5143785"/>
              <a:gd name="connsiteX35182" fmla="*/ 272796 w 3114960"/>
              <a:gd name="connsiteY35182" fmla="*/ 3575399 h 5143785"/>
              <a:gd name="connsiteX35183" fmla="*/ 339662 w 3114960"/>
              <a:gd name="connsiteY35183" fmla="*/ 3575399 h 5143785"/>
              <a:gd name="connsiteX35184" fmla="*/ 339662 w 3114960"/>
              <a:gd name="connsiteY35184" fmla="*/ 3594926 h 5143785"/>
              <a:gd name="connsiteX35185" fmla="*/ 276130 w 3114960"/>
              <a:gd name="connsiteY35185" fmla="*/ 3594926 h 5143785"/>
              <a:gd name="connsiteX35186" fmla="*/ 180308 w 3114960"/>
              <a:gd name="connsiteY35186" fmla="*/ 3977164 h 5143785"/>
              <a:gd name="connsiteX35187" fmla="*/ 184499 w 3114960"/>
              <a:gd name="connsiteY35187" fmla="*/ 3978117 h 5143785"/>
              <a:gd name="connsiteX35188" fmla="*/ 187833 w 3114960"/>
              <a:gd name="connsiteY35188" fmla="*/ 3977545 h 5143785"/>
              <a:gd name="connsiteX35189" fmla="*/ 193834 w 3114960"/>
              <a:gd name="connsiteY35189" fmla="*/ 3964877 h 5143785"/>
              <a:gd name="connsiteX35190" fmla="*/ 188786 w 3114960"/>
              <a:gd name="connsiteY35190" fmla="*/ 3959257 h 5143785"/>
              <a:gd name="connsiteX35191" fmla="*/ 181166 w 3114960"/>
              <a:gd name="connsiteY35191" fmla="*/ 3958876 h 5143785"/>
              <a:gd name="connsiteX35192" fmla="*/ 175165 w 3114960"/>
              <a:gd name="connsiteY35192" fmla="*/ 3971544 h 5143785"/>
              <a:gd name="connsiteX35193" fmla="*/ 176022 w 3114960"/>
              <a:gd name="connsiteY35193" fmla="*/ 3972973 h 5143785"/>
              <a:gd name="connsiteX35194" fmla="*/ 124778 w 3114960"/>
              <a:gd name="connsiteY35194" fmla="*/ 4018407 h 5143785"/>
              <a:gd name="connsiteX35195" fmla="*/ 125063 w 3114960"/>
              <a:gd name="connsiteY35195" fmla="*/ 4066413 h 5143785"/>
              <a:gd name="connsiteX35196" fmla="*/ 46482 w 3114960"/>
              <a:gd name="connsiteY35196" fmla="*/ 4134517 h 5143785"/>
              <a:gd name="connsiteX35197" fmla="*/ 37148 w 3114960"/>
              <a:gd name="connsiteY35197" fmla="*/ 4132802 h 5143785"/>
              <a:gd name="connsiteX35198" fmla="*/ 31147 w 3114960"/>
              <a:gd name="connsiteY35198" fmla="*/ 4145471 h 5143785"/>
              <a:gd name="connsiteX35199" fmla="*/ 36290 w 3114960"/>
              <a:gd name="connsiteY35199" fmla="*/ 4151090 h 5143785"/>
              <a:gd name="connsiteX35200" fmla="*/ 40481 w 3114960"/>
              <a:gd name="connsiteY35200" fmla="*/ 4152043 h 5143785"/>
              <a:gd name="connsiteX35201" fmla="*/ 43815 w 3114960"/>
              <a:gd name="connsiteY35201" fmla="*/ 4151471 h 5143785"/>
              <a:gd name="connsiteX35202" fmla="*/ 49435 w 3114960"/>
              <a:gd name="connsiteY35202" fmla="*/ 4146423 h 5143785"/>
              <a:gd name="connsiteX35203" fmla="*/ 49816 w 3114960"/>
              <a:gd name="connsiteY35203" fmla="*/ 4138803 h 5143785"/>
              <a:gd name="connsiteX35204" fmla="*/ 49435 w 3114960"/>
              <a:gd name="connsiteY35204" fmla="*/ 4138232 h 5143785"/>
              <a:gd name="connsiteX35205" fmla="*/ 129826 w 3114960"/>
              <a:gd name="connsiteY35205" fmla="*/ 4068604 h 5143785"/>
              <a:gd name="connsiteX35206" fmla="*/ 129540 w 3114960"/>
              <a:gd name="connsiteY35206" fmla="*/ 4020598 h 5143785"/>
              <a:gd name="connsiteX35207" fmla="*/ 179261 w 3114960"/>
              <a:gd name="connsiteY35207" fmla="*/ 3976497 h 5143785"/>
              <a:gd name="connsiteX35208" fmla="*/ 180213 w 3114960"/>
              <a:gd name="connsiteY35208" fmla="*/ 3977259 h 5143785"/>
              <a:gd name="connsiteX35209" fmla="*/ 182785 w 3114960"/>
              <a:gd name="connsiteY35209" fmla="*/ 3963353 h 5143785"/>
              <a:gd name="connsiteX35210" fmla="*/ 184499 w 3114960"/>
              <a:gd name="connsiteY35210" fmla="*/ 3963067 h 5143785"/>
              <a:gd name="connsiteX35211" fmla="*/ 186690 w 3114960"/>
              <a:gd name="connsiteY35211" fmla="*/ 3963543 h 5143785"/>
              <a:gd name="connsiteX35212" fmla="*/ 189357 w 3114960"/>
              <a:gd name="connsiteY35212" fmla="*/ 3966496 h 5143785"/>
              <a:gd name="connsiteX35213" fmla="*/ 189167 w 3114960"/>
              <a:gd name="connsiteY35213" fmla="*/ 3970401 h 5143785"/>
              <a:gd name="connsiteX35214" fmla="*/ 186214 w 3114960"/>
              <a:gd name="connsiteY35214" fmla="*/ 3973068 h 5143785"/>
              <a:gd name="connsiteX35215" fmla="*/ 182308 w 3114960"/>
              <a:gd name="connsiteY35215" fmla="*/ 3972878 h 5143785"/>
              <a:gd name="connsiteX35216" fmla="*/ 179642 w 3114960"/>
              <a:gd name="connsiteY35216" fmla="*/ 3969925 h 5143785"/>
              <a:gd name="connsiteX35217" fmla="*/ 182785 w 3114960"/>
              <a:gd name="connsiteY35217" fmla="*/ 3963353 h 5143785"/>
              <a:gd name="connsiteX35218" fmla="*/ 45149 w 3114960"/>
              <a:gd name="connsiteY35218" fmla="*/ 4144328 h 5143785"/>
              <a:gd name="connsiteX35219" fmla="*/ 42196 w 3114960"/>
              <a:gd name="connsiteY35219" fmla="*/ 4146995 h 5143785"/>
              <a:gd name="connsiteX35220" fmla="*/ 42196 w 3114960"/>
              <a:gd name="connsiteY35220" fmla="*/ 4146995 h 5143785"/>
              <a:gd name="connsiteX35221" fmla="*/ 38291 w 3114960"/>
              <a:gd name="connsiteY35221" fmla="*/ 4146804 h 5143785"/>
              <a:gd name="connsiteX35222" fmla="*/ 35624 w 3114960"/>
              <a:gd name="connsiteY35222" fmla="*/ 4143851 h 5143785"/>
              <a:gd name="connsiteX35223" fmla="*/ 38767 w 3114960"/>
              <a:gd name="connsiteY35223" fmla="*/ 4137279 h 5143785"/>
              <a:gd name="connsiteX35224" fmla="*/ 40481 w 3114960"/>
              <a:gd name="connsiteY35224" fmla="*/ 4136993 h 5143785"/>
              <a:gd name="connsiteX35225" fmla="*/ 45339 w 3114960"/>
              <a:gd name="connsiteY35225" fmla="*/ 4140422 h 5143785"/>
              <a:gd name="connsiteX35226" fmla="*/ 45149 w 3114960"/>
              <a:gd name="connsiteY35226" fmla="*/ 4144328 h 5143785"/>
              <a:gd name="connsiteX35227" fmla="*/ 545592 w 3114960"/>
              <a:gd name="connsiteY35227" fmla="*/ 3505010 h 5143785"/>
              <a:gd name="connsiteX35228" fmla="*/ 528447 w 3114960"/>
              <a:gd name="connsiteY35228" fmla="*/ 3505010 h 5143785"/>
              <a:gd name="connsiteX35229" fmla="*/ 528447 w 3114960"/>
              <a:gd name="connsiteY35229" fmla="*/ 3500247 h 5143785"/>
              <a:gd name="connsiteX35230" fmla="*/ 545592 w 3114960"/>
              <a:gd name="connsiteY35230" fmla="*/ 3500247 h 5143785"/>
              <a:gd name="connsiteX35231" fmla="*/ 545592 w 3114960"/>
              <a:gd name="connsiteY35231" fmla="*/ 3505010 h 5143785"/>
              <a:gd name="connsiteX35232" fmla="*/ 305943 w 3114960"/>
              <a:gd name="connsiteY35232" fmla="*/ 3712845 h 5143785"/>
              <a:gd name="connsiteX35233" fmla="*/ 309848 w 3114960"/>
              <a:gd name="connsiteY35233" fmla="*/ 3709416 h 5143785"/>
              <a:gd name="connsiteX35234" fmla="*/ 310706 w 3114960"/>
              <a:gd name="connsiteY35234" fmla="*/ 3709702 h 5143785"/>
              <a:gd name="connsiteX35235" fmla="*/ 312325 w 3114960"/>
              <a:gd name="connsiteY35235" fmla="*/ 3707797 h 5143785"/>
              <a:gd name="connsiteX35236" fmla="*/ 313944 w 3114960"/>
              <a:gd name="connsiteY35236" fmla="*/ 3709702 h 5143785"/>
              <a:gd name="connsiteX35237" fmla="*/ 315563 w 3114960"/>
              <a:gd name="connsiteY35237" fmla="*/ 3707797 h 5143785"/>
              <a:gd name="connsiteX35238" fmla="*/ 317183 w 3114960"/>
              <a:gd name="connsiteY35238" fmla="*/ 3709702 h 5143785"/>
              <a:gd name="connsiteX35239" fmla="*/ 318802 w 3114960"/>
              <a:gd name="connsiteY35239" fmla="*/ 3707797 h 5143785"/>
              <a:gd name="connsiteX35240" fmla="*/ 320421 w 3114960"/>
              <a:gd name="connsiteY35240" fmla="*/ 3709702 h 5143785"/>
              <a:gd name="connsiteX35241" fmla="*/ 322040 w 3114960"/>
              <a:gd name="connsiteY35241" fmla="*/ 3707797 h 5143785"/>
              <a:gd name="connsiteX35242" fmla="*/ 323660 w 3114960"/>
              <a:gd name="connsiteY35242" fmla="*/ 3709702 h 5143785"/>
              <a:gd name="connsiteX35243" fmla="*/ 325279 w 3114960"/>
              <a:gd name="connsiteY35243" fmla="*/ 3707797 h 5143785"/>
              <a:gd name="connsiteX35244" fmla="*/ 326898 w 3114960"/>
              <a:gd name="connsiteY35244" fmla="*/ 3709702 h 5143785"/>
              <a:gd name="connsiteX35245" fmla="*/ 328517 w 3114960"/>
              <a:gd name="connsiteY35245" fmla="*/ 3707797 h 5143785"/>
              <a:gd name="connsiteX35246" fmla="*/ 330137 w 3114960"/>
              <a:gd name="connsiteY35246" fmla="*/ 3709702 h 5143785"/>
              <a:gd name="connsiteX35247" fmla="*/ 331756 w 3114960"/>
              <a:gd name="connsiteY35247" fmla="*/ 3707797 h 5143785"/>
              <a:gd name="connsiteX35248" fmla="*/ 333375 w 3114960"/>
              <a:gd name="connsiteY35248" fmla="*/ 3709702 h 5143785"/>
              <a:gd name="connsiteX35249" fmla="*/ 334994 w 3114960"/>
              <a:gd name="connsiteY35249" fmla="*/ 3707797 h 5143785"/>
              <a:gd name="connsiteX35250" fmla="*/ 336614 w 3114960"/>
              <a:gd name="connsiteY35250" fmla="*/ 3709702 h 5143785"/>
              <a:gd name="connsiteX35251" fmla="*/ 338233 w 3114960"/>
              <a:gd name="connsiteY35251" fmla="*/ 3707797 h 5143785"/>
              <a:gd name="connsiteX35252" fmla="*/ 339852 w 3114960"/>
              <a:gd name="connsiteY35252" fmla="*/ 3709702 h 5143785"/>
              <a:gd name="connsiteX35253" fmla="*/ 341471 w 3114960"/>
              <a:gd name="connsiteY35253" fmla="*/ 3707797 h 5143785"/>
              <a:gd name="connsiteX35254" fmla="*/ 343090 w 3114960"/>
              <a:gd name="connsiteY35254" fmla="*/ 3709702 h 5143785"/>
              <a:gd name="connsiteX35255" fmla="*/ 344710 w 3114960"/>
              <a:gd name="connsiteY35255" fmla="*/ 3707702 h 5143785"/>
              <a:gd name="connsiteX35256" fmla="*/ 346329 w 3114960"/>
              <a:gd name="connsiteY35256" fmla="*/ 3709702 h 5143785"/>
              <a:gd name="connsiteX35257" fmla="*/ 347948 w 3114960"/>
              <a:gd name="connsiteY35257" fmla="*/ 3707702 h 5143785"/>
              <a:gd name="connsiteX35258" fmla="*/ 349568 w 3114960"/>
              <a:gd name="connsiteY35258" fmla="*/ 3709702 h 5143785"/>
              <a:gd name="connsiteX35259" fmla="*/ 351187 w 3114960"/>
              <a:gd name="connsiteY35259" fmla="*/ 3707702 h 5143785"/>
              <a:gd name="connsiteX35260" fmla="*/ 352806 w 3114960"/>
              <a:gd name="connsiteY35260" fmla="*/ 3709702 h 5143785"/>
              <a:gd name="connsiteX35261" fmla="*/ 354425 w 3114960"/>
              <a:gd name="connsiteY35261" fmla="*/ 3707702 h 5143785"/>
              <a:gd name="connsiteX35262" fmla="*/ 356045 w 3114960"/>
              <a:gd name="connsiteY35262" fmla="*/ 3709702 h 5143785"/>
              <a:gd name="connsiteX35263" fmla="*/ 357759 w 3114960"/>
              <a:gd name="connsiteY35263" fmla="*/ 3707606 h 5143785"/>
              <a:gd name="connsiteX35264" fmla="*/ 359474 w 3114960"/>
              <a:gd name="connsiteY35264" fmla="*/ 3709702 h 5143785"/>
              <a:gd name="connsiteX35265" fmla="*/ 361188 w 3114960"/>
              <a:gd name="connsiteY35265" fmla="*/ 3707606 h 5143785"/>
              <a:gd name="connsiteX35266" fmla="*/ 362903 w 3114960"/>
              <a:gd name="connsiteY35266" fmla="*/ 3709702 h 5143785"/>
              <a:gd name="connsiteX35267" fmla="*/ 364522 w 3114960"/>
              <a:gd name="connsiteY35267" fmla="*/ 3707606 h 5143785"/>
              <a:gd name="connsiteX35268" fmla="*/ 366141 w 3114960"/>
              <a:gd name="connsiteY35268" fmla="*/ 3709702 h 5143785"/>
              <a:gd name="connsiteX35269" fmla="*/ 367760 w 3114960"/>
              <a:gd name="connsiteY35269" fmla="*/ 3707606 h 5143785"/>
              <a:gd name="connsiteX35270" fmla="*/ 369380 w 3114960"/>
              <a:gd name="connsiteY35270" fmla="*/ 3709702 h 5143785"/>
              <a:gd name="connsiteX35271" fmla="*/ 370999 w 3114960"/>
              <a:gd name="connsiteY35271" fmla="*/ 3707702 h 5143785"/>
              <a:gd name="connsiteX35272" fmla="*/ 372618 w 3114960"/>
              <a:gd name="connsiteY35272" fmla="*/ 3709702 h 5143785"/>
              <a:gd name="connsiteX35273" fmla="*/ 374237 w 3114960"/>
              <a:gd name="connsiteY35273" fmla="*/ 3707702 h 5143785"/>
              <a:gd name="connsiteX35274" fmla="*/ 375857 w 3114960"/>
              <a:gd name="connsiteY35274" fmla="*/ 3709702 h 5143785"/>
              <a:gd name="connsiteX35275" fmla="*/ 377476 w 3114960"/>
              <a:gd name="connsiteY35275" fmla="*/ 3707606 h 5143785"/>
              <a:gd name="connsiteX35276" fmla="*/ 379095 w 3114960"/>
              <a:gd name="connsiteY35276" fmla="*/ 3709702 h 5143785"/>
              <a:gd name="connsiteX35277" fmla="*/ 380714 w 3114960"/>
              <a:gd name="connsiteY35277" fmla="*/ 3707606 h 5143785"/>
              <a:gd name="connsiteX35278" fmla="*/ 382334 w 3114960"/>
              <a:gd name="connsiteY35278" fmla="*/ 3709702 h 5143785"/>
              <a:gd name="connsiteX35279" fmla="*/ 384048 w 3114960"/>
              <a:gd name="connsiteY35279" fmla="*/ 3707606 h 5143785"/>
              <a:gd name="connsiteX35280" fmla="*/ 385763 w 3114960"/>
              <a:gd name="connsiteY35280" fmla="*/ 3709702 h 5143785"/>
              <a:gd name="connsiteX35281" fmla="*/ 387477 w 3114960"/>
              <a:gd name="connsiteY35281" fmla="*/ 3707606 h 5143785"/>
              <a:gd name="connsiteX35282" fmla="*/ 389192 w 3114960"/>
              <a:gd name="connsiteY35282" fmla="*/ 3709702 h 5143785"/>
              <a:gd name="connsiteX35283" fmla="*/ 390906 w 3114960"/>
              <a:gd name="connsiteY35283" fmla="*/ 3707606 h 5143785"/>
              <a:gd name="connsiteX35284" fmla="*/ 392621 w 3114960"/>
              <a:gd name="connsiteY35284" fmla="*/ 3709702 h 5143785"/>
              <a:gd name="connsiteX35285" fmla="*/ 394240 w 3114960"/>
              <a:gd name="connsiteY35285" fmla="*/ 3707702 h 5143785"/>
              <a:gd name="connsiteX35286" fmla="*/ 395859 w 3114960"/>
              <a:gd name="connsiteY35286" fmla="*/ 3709702 h 5143785"/>
              <a:gd name="connsiteX35287" fmla="*/ 397478 w 3114960"/>
              <a:gd name="connsiteY35287" fmla="*/ 3707702 h 5143785"/>
              <a:gd name="connsiteX35288" fmla="*/ 399098 w 3114960"/>
              <a:gd name="connsiteY35288" fmla="*/ 3709702 h 5143785"/>
              <a:gd name="connsiteX35289" fmla="*/ 400717 w 3114960"/>
              <a:gd name="connsiteY35289" fmla="*/ 3707702 h 5143785"/>
              <a:gd name="connsiteX35290" fmla="*/ 402336 w 3114960"/>
              <a:gd name="connsiteY35290" fmla="*/ 3709702 h 5143785"/>
              <a:gd name="connsiteX35291" fmla="*/ 403955 w 3114960"/>
              <a:gd name="connsiteY35291" fmla="*/ 3707606 h 5143785"/>
              <a:gd name="connsiteX35292" fmla="*/ 405670 w 3114960"/>
              <a:gd name="connsiteY35292" fmla="*/ 3709702 h 5143785"/>
              <a:gd name="connsiteX35293" fmla="*/ 407384 w 3114960"/>
              <a:gd name="connsiteY35293" fmla="*/ 3707511 h 5143785"/>
              <a:gd name="connsiteX35294" fmla="*/ 409099 w 3114960"/>
              <a:gd name="connsiteY35294" fmla="*/ 3709702 h 5143785"/>
              <a:gd name="connsiteX35295" fmla="*/ 410813 w 3114960"/>
              <a:gd name="connsiteY35295" fmla="*/ 3707511 h 5143785"/>
              <a:gd name="connsiteX35296" fmla="*/ 412528 w 3114960"/>
              <a:gd name="connsiteY35296" fmla="*/ 3709702 h 5143785"/>
              <a:gd name="connsiteX35297" fmla="*/ 414242 w 3114960"/>
              <a:gd name="connsiteY35297" fmla="*/ 3707511 h 5143785"/>
              <a:gd name="connsiteX35298" fmla="*/ 415957 w 3114960"/>
              <a:gd name="connsiteY35298" fmla="*/ 3709702 h 5143785"/>
              <a:gd name="connsiteX35299" fmla="*/ 417671 w 3114960"/>
              <a:gd name="connsiteY35299" fmla="*/ 3707511 h 5143785"/>
              <a:gd name="connsiteX35300" fmla="*/ 419386 w 3114960"/>
              <a:gd name="connsiteY35300" fmla="*/ 3709702 h 5143785"/>
              <a:gd name="connsiteX35301" fmla="*/ 421100 w 3114960"/>
              <a:gd name="connsiteY35301" fmla="*/ 3707416 h 5143785"/>
              <a:gd name="connsiteX35302" fmla="*/ 422815 w 3114960"/>
              <a:gd name="connsiteY35302" fmla="*/ 3709702 h 5143785"/>
              <a:gd name="connsiteX35303" fmla="*/ 424529 w 3114960"/>
              <a:gd name="connsiteY35303" fmla="*/ 3707321 h 5143785"/>
              <a:gd name="connsiteX35304" fmla="*/ 426053 w 3114960"/>
              <a:gd name="connsiteY35304" fmla="*/ 3709607 h 5143785"/>
              <a:gd name="connsiteX35305" fmla="*/ 433102 w 3114960"/>
              <a:gd name="connsiteY35305" fmla="*/ 3713512 h 5143785"/>
              <a:gd name="connsiteX35306" fmla="*/ 436340 w 3114960"/>
              <a:gd name="connsiteY35306" fmla="*/ 3712845 h 5143785"/>
              <a:gd name="connsiteX35307" fmla="*/ 441008 w 3114960"/>
              <a:gd name="connsiteY35307" fmla="*/ 3701701 h 5143785"/>
              <a:gd name="connsiteX35308" fmla="*/ 429863 w 3114960"/>
              <a:gd name="connsiteY35308" fmla="*/ 3697034 h 5143785"/>
              <a:gd name="connsiteX35309" fmla="*/ 429863 w 3114960"/>
              <a:gd name="connsiteY35309" fmla="*/ 3697034 h 5143785"/>
              <a:gd name="connsiteX35310" fmla="*/ 425672 w 3114960"/>
              <a:gd name="connsiteY35310" fmla="*/ 3701034 h 5143785"/>
              <a:gd name="connsiteX35311" fmla="*/ 424529 w 3114960"/>
              <a:gd name="connsiteY35311" fmla="*/ 3700272 h 5143785"/>
              <a:gd name="connsiteX35312" fmla="*/ 422815 w 3114960"/>
              <a:gd name="connsiteY35312" fmla="*/ 3702653 h 5143785"/>
              <a:gd name="connsiteX35313" fmla="*/ 421100 w 3114960"/>
              <a:gd name="connsiteY35313" fmla="*/ 3700272 h 5143785"/>
              <a:gd name="connsiteX35314" fmla="*/ 419386 w 3114960"/>
              <a:gd name="connsiteY35314" fmla="*/ 3702463 h 5143785"/>
              <a:gd name="connsiteX35315" fmla="*/ 417671 w 3114960"/>
              <a:gd name="connsiteY35315" fmla="*/ 3700272 h 5143785"/>
              <a:gd name="connsiteX35316" fmla="*/ 415957 w 3114960"/>
              <a:gd name="connsiteY35316" fmla="*/ 3702558 h 5143785"/>
              <a:gd name="connsiteX35317" fmla="*/ 414242 w 3114960"/>
              <a:gd name="connsiteY35317" fmla="*/ 3700272 h 5143785"/>
              <a:gd name="connsiteX35318" fmla="*/ 412528 w 3114960"/>
              <a:gd name="connsiteY35318" fmla="*/ 3702463 h 5143785"/>
              <a:gd name="connsiteX35319" fmla="*/ 410813 w 3114960"/>
              <a:gd name="connsiteY35319" fmla="*/ 3700272 h 5143785"/>
              <a:gd name="connsiteX35320" fmla="*/ 409099 w 3114960"/>
              <a:gd name="connsiteY35320" fmla="*/ 3702463 h 5143785"/>
              <a:gd name="connsiteX35321" fmla="*/ 407384 w 3114960"/>
              <a:gd name="connsiteY35321" fmla="*/ 3700272 h 5143785"/>
              <a:gd name="connsiteX35322" fmla="*/ 405670 w 3114960"/>
              <a:gd name="connsiteY35322" fmla="*/ 3702368 h 5143785"/>
              <a:gd name="connsiteX35323" fmla="*/ 403955 w 3114960"/>
              <a:gd name="connsiteY35323" fmla="*/ 3700272 h 5143785"/>
              <a:gd name="connsiteX35324" fmla="*/ 402336 w 3114960"/>
              <a:gd name="connsiteY35324" fmla="*/ 3702272 h 5143785"/>
              <a:gd name="connsiteX35325" fmla="*/ 400717 w 3114960"/>
              <a:gd name="connsiteY35325" fmla="*/ 3700272 h 5143785"/>
              <a:gd name="connsiteX35326" fmla="*/ 399098 w 3114960"/>
              <a:gd name="connsiteY35326" fmla="*/ 3702272 h 5143785"/>
              <a:gd name="connsiteX35327" fmla="*/ 397478 w 3114960"/>
              <a:gd name="connsiteY35327" fmla="*/ 3700272 h 5143785"/>
              <a:gd name="connsiteX35328" fmla="*/ 395859 w 3114960"/>
              <a:gd name="connsiteY35328" fmla="*/ 3702272 h 5143785"/>
              <a:gd name="connsiteX35329" fmla="*/ 394240 w 3114960"/>
              <a:gd name="connsiteY35329" fmla="*/ 3700272 h 5143785"/>
              <a:gd name="connsiteX35330" fmla="*/ 392621 w 3114960"/>
              <a:gd name="connsiteY35330" fmla="*/ 3702368 h 5143785"/>
              <a:gd name="connsiteX35331" fmla="*/ 390906 w 3114960"/>
              <a:gd name="connsiteY35331" fmla="*/ 3700272 h 5143785"/>
              <a:gd name="connsiteX35332" fmla="*/ 389192 w 3114960"/>
              <a:gd name="connsiteY35332" fmla="*/ 3702463 h 5143785"/>
              <a:gd name="connsiteX35333" fmla="*/ 387477 w 3114960"/>
              <a:gd name="connsiteY35333" fmla="*/ 3700272 h 5143785"/>
              <a:gd name="connsiteX35334" fmla="*/ 385763 w 3114960"/>
              <a:gd name="connsiteY35334" fmla="*/ 3702368 h 5143785"/>
              <a:gd name="connsiteX35335" fmla="*/ 384048 w 3114960"/>
              <a:gd name="connsiteY35335" fmla="*/ 3700272 h 5143785"/>
              <a:gd name="connsiteX35336" fmla="*/ 382334 w 3114960"/>
              <a:gd name="connsiteY35336" fmla="*/ 3702368 h 5143785"/>
              <a:gd name="connsiteX35337" fmla="*/ 380714 w 3114960"/>
              <a:gd name="connsiteY35337" fmla="*/ 3700272 h 5143785"/>
              <a:gd name="connsiteX35338" fmla="*/ 379095 w 3114960"/>
              <a:gd name="connsiteY35338" fmla="*/ 3702368 h 5143785"/>
              <a:gd name="connsiteX35339" fmla="*/ 377476 w 3114960"/>
              <a:gd name="connsiteY35339" fmla="*/ 3700272 h 5143785"/>
              <a:gd name="connsiteX35340" fmla="*/ 375857 w 3114960"/>
              <a:gd name="connsiteY35340" fmla="*/ 3702272 h 5143785"/>
              <a:gd name="connsiteX35341" fmla="*/ 374237 w 3114960"/>
              <a:gd name="connsiteY35341" fmla="*/ 3700272 h 5143785"/>
              <a:gd name="connsiteX35342" fmla="*/ 372618 w 3114960"/>
              <a:gd name="connsiteY35342" fmla="*/ 3702272 h 5143785"/>
              <a:gd name="connsiteX35343" fmla="*/ 370999 w 3114960"/>
              <a:gd name="connsiteY35343" fmla="*/ 3700272 h 5143785"/>
              <a:gd name="connsiteX35344" fmla="*/ 369380 w 3114960"/>
              <a:gd name="connsiteY35344" fmla="*/ 3702368 h 5143785"/>
              <a:gd name="connsiteX35345" fmla="*/ 367760 w 3114960"/>
              <a:gd name="connsiteY35345" fmla="*/ 3700272 h 5143785"/>
              <a:gd name="connsiteX35346" fmla="*/ 366141 w 3114960"/>
              <a:gd name="connsiteY35346" fmla="*/ 3702368 h 5143785"/>
              <a:gd name="connsiteX35347" fmla="*/ 364522 w 3114960"/>
              <a:gd name="connsiteY35347" fmla="*/ 3700272 h 5143785"/>
              <a:gd name="connsiteX35348" fmla="*/ 362807 w 3114960"/>
              <a:gd name="connsiteY35348" fmla="*/ 3702368 h 5143785"/>
              <a:gd name="connsiteX35349" fmla="*/ 361093 w 3114960"/>
              <a:gd name="connsiteY35349" fmla="*/ 3700272 h 5143785"/>
              <a:gd name="connsiteX35350" fmla="*/ 359378 w 3114960"/>
              <a:gd name="connsiteY35350" fmla="*/ 3702368 h 5143785"/>
              <a:gd name="connsiteX35351" fmla="*/ 357664 w 3114960"/>
              <a:gd name="connsiteY35351" fmla="*/ 3700272 h 5143785"/>
              <a:gd name="connsiteX35352" fmla="*/ 355949 w 3114960"/>
              <a:gd name="connsiteY35352" fmla="*/ 3702368 h 5143785"/>
              <a:gd name="connsiteX35353" fmla="*/ 354330 w 3114960"/>
              <a:gd name="connsiteY35353" fmla="*/ 3700272 h 5143785"/>
              <a:gd name="connsiteX35354" fmla="*/ 352711 w 3114960"/>
              <a:gd name="connsiteY35354" fmla="*/ 3702272 h 5143785"/>
              <a:gd name="connsiteX35355" fmla="*/ 351092 w 3114960"/>
              <a:gd name="connsiteY35355" fmla="*/ 3700272 h 5143785"/>
              <a:gd name="connsiteX35356" fmla="*/ 349472 w 3114960"/>
              <a:gd name="connsiteY35356" fmla="*/ 3702272 h 5143785"/>
              <a:gd name="connsiteX35357" fmla="*/ 347853 w 3114960"/>
              <a:gd name="connsiteY35357" fmla="*/ 3700272 h 5143785"/>
              <a:gd name="connsiteX35358" fmla="*/ 346234 w 3114960"/>
              <a:gd name="connsiteY35358" fmla="*/ 3702272 h 5143785"/>
              <a:gd name="connsiteX35359" fmla="*/ 344614 w 3114960"/>
              <a:gd name="connsiteY35359" fmla="*/ 3700272 h 5143785"/>
              <a:gd name="connsiteX35360" fmla="*/ 342995 w 3114960"/>
              <a:gd name="connsiteY35360" fmla="*/ 3702177 h 5143785"/>
              <a:gd name="connsiteX35361" fmla="*/ 341376 w 3114960"/>
              <a:gd name="connsiteY35361" fmla="*/ 3700272 h 5143785"/>
              <a:gd name="connsiteX35362" fmla="*/ 339757 w 3114960"/>
              <a:gd name="connsiteY35362" fmla="*/ 3702177 h 5143785"/>
              <a:gd name="connsiteX35363" fmla="*/ 338138 w 3114960"/>
              <a:gd name="connsiteY35363" fmla="*/ 3700272 h 5143785"/>
              <a:gd name="connsiteX35364" fmla="*/ 336518 w 3114960"/>
              <a:gd name="connsiteY35364" fmla="*/ 3702177 h 5143785"/>
              <a:gd name="connsiteX35365" fmla="*/ 334899 w 3114960"/>
              <a:gd name="connsiteY35365" fmla="*/ 3700272 h 5143785"/>
              <a:gd name="connsiteX35366" fmla="*/ 333280 w 3114960"/>
              <a:gd name="connsiteY35366" fmla="*/ 3702177 h 5143785"/>
              <a:gd name="connsiteX35367" fmla="*/ 331661 w 3114960"/>
              <a:gd name="connsiteY35367" fmla="*/ 3700272 h 5143785"/>
              <a:gd name="connsiteX35368" fmla="*/ 330041 w 3114960"/>
              <a:gd name="connsiteY35368" fmla="*/ 3702177 h 5143785"/>
              <a:gd name="connsiteX35369" fmla="*/ 328422 w 3114960"/>
              <a:gd name="connsiteY35369" fmla="*/ 3700272 h 5143785"/>
              <a:gd name="connsiteX35370" fmla="*/ 326803 w 3114960"/>
              <a:gd name="connsiteY35370" fmla="*/ 3702177 h 5143785"/>
              <a:gd name="connsiteX35371" fmla="*/ 325184 w 3114960"/>
              <a:gd name="connsiteY35371" fmla="*/ 3700272 h 5143785"/>
              <a:gd name="connsiteX35372" fmla="*/ 323564 w 3114960"/>
              <a:gd name="connsiteY35372" fmla="*/ 3702177 h 5143785"/>
              <a:gd name="connsiteX35373" fmla="*/ 321945 w 3114960"/>
              <a:gd name="connsiteY35373" fmla="*/ 3700272 h 5143785"/>
              <a:gd name="connsiteX35374" fmla="*/ 320326 w 3114960"/>
              <a:gd name="connsiteY35374" fmla="*/ 3702177 h 5143785"/>
              <a:gd name="connsiteX35375" fmla="*/ 318707 w 3114960"/>
              <a:gd name="connsiteY35375" fmla="*/ 3700272 h 5143785"/>
              <a:gd name="connsiteX35376" fmla="*/ 317087 w 3114960"/>
              <a:gd name="connsiteY35376" fmla="*/ 3702177 h 5143785"/>
              <a:gd name="connsiteX35377" fmla="*/ 315468 w 3114960"/>
              <a:gd name="connsiteY35377" fmla="*/ 3700272 h 5143785"/>
              <a:gd name="connsiteX35378" fmla="*/ 313849 w 3114960"/>
              <a:gd name="connsiteY35378" fmla="*/ 3702177 h 5143785"/>
              <a:gd name="connsiteX35379" fmla="*/ 312230 w 3114960"/>
              <a:gd name="connsiteY35379" fmla="*/ 3700272 h 5143785"/>
              <a:gd name="connsiteX35380" fmla="*/ 310610 w 3114960"/>
              <a:gd name="connsiteY35380" fmla="*/ 3702177 h 5143785"/>
              <a:gd name="connsiteX35381" fmla="*/ 310610 w 3114960"/>
              <a:gd name="connsiteY35381" fmla="*/ 3701796 h 5143785"/>
              <a:gd name="connsiteX35382" fmla="*/ 310325 w 3114960"/>
              <a:gd name="connsiteY35382" fmla="*/ 3701320 h 5143785"/>
              <a:gd name="connsiteX35383" fmla="*/ 309848 w 3114960"/>
              <a:gd name="connsiteY35383" fmla="*/ 3700653 h 5143785"/>
              <a:gd name="connsiteX35384" fmla="*/ 299466 w 3114960"/>
              <a:gd name="connsiteY35384" fmla="*/ 3697034 h 5143785"/>
              <a:gd name="connsiteX35385" fmla="*/ 299466 w 3114960"/>
              <a:gd name="connsiteY35385" fmla="*/ 3697034 h 5143785"/>
              <a:gd name="connsiteX35386" fmla="*/ 294799 w 3114960"/>
              <a:gd name="connsiteY35386" fmla="*/ 3708178 h 5143785"/>
              <a:gd name="connsiteX35387" fmla="*/ 300323 w 3114960"/>
              <a:gd name="connsiteY35387" fmla="*/ 3713131 h 5143785"/>
              <a:gd name="connsiteX35388" fmla="*/ 300323 w 3114960"/>
              <a:gd name="connsiteY35388" fmla="*/ 3767995 h 5143785"/>
              <a:gd name="connsiteX35389" fmla="*/ 333851 w 3114960"/>
              <a:gd name="connsiteY35389" fmla="*/ 3799046 h 5143785"/>
              <a:gd name="connsiteX35390" fmla="*/ 398526 w 3114960"/>
              <a:gd name="connsiteY35390" fmla="*/ 3799046 h 5143785"/>
              <a:gd name="connsiteX35391" fmla="*/ 398812 w 3114960"/>
              <a:gd name="connsiteY35391" fmla="*/ 3800761 h 5143785"/>
              <a:gd name="connsiteX35392" fmla="*/ 405289 w 3114960"/>
              <a:gd name="connsiteY35392" fmla="*/ 3808000 h 5143785"/>
              <a:gd name="connsiteX35393" fmla="*/ 410813 w 3114960"/>
              <a:gd name="connsiteY35393" fmla="*/ 3809238 h 5143785"/>
              <a:gd name="connsiteX35394" fmla="*/ 415004 w 3114960"/>
              <a:gd name="connsiteY35394" fmla="*/ 3808476 h 5143785"/>
              <a:gd name="connsiteX35395" fmla="*/ 422243 w 3114960"/>
              <a:gd name="connsiteY35395" fmla="*/ 3801999 h 5143785"/>
              <a:gd name="connsiteX35396" fmla="*/ 422815 w 3114960"/>
              <a:gd name="connsiteY35396" fmla="*/ 3792379 h 5143785"/>
              <a:gd name="connsiteX35397" fmla="*/ 416338 w 3114960"/>
              <a:gd name="connsiteY35397" fmla="*/ 3785140 h 5143785"/>
              <a:gd name="connsiteX35398" fmla="*/ 406718 w 3114960"/>
              <a:gd name="connsiteY35398" fmla="*/ 3784568 h 5143785"/>
              <a:gd name="connsiteX35399" fmla="*/ 399479 w 3114960"/>
              <a:gd name="connsiteY35399" fmla="*/ 3791045 h 5143785"/>
              <a:gd name="connsiteX35400" fmla="*/ 398717 w 3114960"/>
              <a:gd name="connsiteY35400" fmla="*/ 3794188 h 5143785"/>
              <a:gd name="connsiteX35401" fmla="*/ 335947 w 3114960"/>
              <a:gd name="connsiteY35401" fmla="*/ 3794188 h 5143785"/>
              <a:gd name="connsiteX35402" fmla="*/ 305276 w 3114960"/>
              <a:gd name="connsiteY35402" fmla="*/ 3765899 h 5143785"/>
              <a:gd name="connsiteX35403" fmla="*/ 305276 w 3114960"/>
              <a:gd name="connsiteY35403" fmla="*/ 3713036 h 5143785"/>
              <a:gd name="connsiteX35404" fmla="*/ 306134 w 3114960"/>
              <a:gd name="connsiteY35404" fmla="*/ 3712845 h 5143785"/>
              <a:gd name="connsiteX35405" fmla="*/ 431006 w 3114960"/>
              <a:gd name="connsiteY35405" fmla="*/ 3699224 h 5143785"/>
              <a:gd name="connsiteX35406" fmla="*/ 439007 w 3114960"/>
              <a:gd name="connsiteY35406" fmla="*/ 3702558 h 5143785"/>
              <a:gd name="connsiteX35407" fmla="*/ 435674 w 3114960"/>
              <a:gd name="connsiteY35407" fmla="*/ 3710559 h 5143785"/>
              <a:gd name="connsiteX35408" fmla="*/ 427673 w 3114960"/>
              <a:gd name="connsiteY35408" fmla="*/ 3707225 h 5143785"/>
              <a:gd name="connsiteX35409" fmla="*/ 431006 w 3114960"/>
              <a:gd name="connsiteY35409" fmla="*/ 3699224 h 5143785"/>
              <a:gd name="connsiteX35410" fmla="*/ 408146 w 3114960"/>
              <a:gd name="connsiteY35410" fmla="*/ 3789045 h 5143785"/>
              <a:gd name="connsiteX35411" fmla="*/ 410718 w 3114960"/>
              <a:gd name="connsiteY35411" fmla="*/ 3788569 h 5143785"/>
              <a:gd name="connsiteX35412" fmla="*/ 418148 w 3114960"/>
              <a:gd name="connsiteY35412" fmla="*/ 3793808 h 5143785"/>
              <a:gd name="connsiteX35413" fmla="*/ 417767 w 3114960"/>
              <a:gd name="connsiteY35413" fmla="*/ 3799809 h 5143785"/>
              <a:gd name="connsiteX35414" fmla="*/ 413290 w 3114960"/>
              <a:gd name="connsiteY35414" fmla="*/ 3803809 h 5143785"/>
              <a:gd name="connsiteX35415" fmla="*/ 403289 w 3114960"/>
              <a:gd name="connsiteY35415" fmla="*/ 3798951 h 5143785"/>
              <a:gd name="connsiteX35416" fmla="*/ 408146 w 3114960"/>
              <a:gd name="connsiteY35416" fmla="*/ 3788950 h 5143785"/>
              <a:gd name="connsiteX35417" fmla="*/ 305086 w 3114960"/>
              <a:gd name="connsiteY35417" fmla="*/ 3710654 h 5143785"/>
              <a:gd name="connsiteX35418" fmla="*/ 297085 w 3114960"/>
              <a:gd name="connsiteY35418" fmla="*/ 3707321 h 5143785"/>
              <a:gd name="connsiteX35419" fmla="*/ 300419 w 3114960"/>
              <a:gd name="connsiteY35419" fmla="*/ 3699320 h 5143785"/>
              <a:gd name="connsiteX35420" fmla="*/ 308229 w 3114960"/>
              <a:gd name="connsiteY35420" fmla="*/ 3702463 h 5143785"/>
              <a:gd name="connsiteX35421" fmla="*/ 308610 w 3114960"/>
              <a:gd name="connsiteY35421" fmla="*/ 3705130 h 5143785"/>
              <a:gd name="connsiteX35422" fmla="*/ 308610 w 3114960"/>
              <a:gd name="connsiteY35422" fmla="*/ 3705701 h 5143785"/>
              <a:gd name="connsiteX35423" fmla="*/ 304895 w 3114960"/>
              <a:gd name="connsiteY35423" fmla="*/ 3710750 h 5143785"/>
              <a:gd name="connsiteX35424" fmla="*/ 474536 w 3114960"/>
              <a:gd name="connsiteY35424" fmla="*/ 3583210 h 5143785"/>
              <a:gd name="connsiteX35425" fmla="*/ 495300 w 3114960"/>
              <a:gd name="connsiteY35425" fmla="*/ 3583210 h 5143785"/>
              <a:gd name="connsiteX35426" fmla="*/ 495300 w 3114960"/>
              <a:gd name="connsiteY35426" fmla="*/ 3587877 h 5143785"/>
              <a:gd name="connsiteX35427" fmla="*/ 474536 w 3114960"/>
              <a:gd name="connsiteY35427" fmla="*/ 3587877 h 5143785"/>
              <a:gd name="connsiteX35428" fmla="*/ 474536 w 3114960"/>
              <a:gd name="connsiteY35428" fmla="*/ 3583210 h 5143785"/>
              <a:gd name="connsiteX35429" fmla="*/ 269653 w 3114960"/>
              <a:gd name="connsiteY35429" fmla="*/ 4012883 h 5143785"/>
              <a:gd name="connsiteX35430" fmla="*/ 253556 w 3114960"/>
              <a:gd name="connsiteY35430" fmla="*/ 4005072 h 5143785"/>
              <a:gd name="connsiteX35431" fmla="*/ 245840 w 3114960"/>
              <a:gd name="connsiteY35431" fmla="*/ 4021169 h 5143785"/>
              <a:gd name="connsiteX35432" fmla="*/ 252317 w 3114960"/>
              <a:gd name="connsiteY35432" fmla="*/ 4028409 h 5143785"/>
              <a:gd name="connsiteX35433" fmla="*/ 257842 w 3114960"/>
              <a:gd name="connsiteY35433" fmla="*/ 4029647 h 5143785"/>
              <a:gd name="connsiteX35434" fmla="*/ 262033 w 3114960"/>
              <a:gd name="connsiteY35434" fmla="*/ 4028980 h 5143785"/>
              <a:gd name="connsiteX35435" fmla="*/ 262033 w 3114960"/>
              <a:gd name="connsiteY35435" fmla="*/ 4028980 h 5143785"/>
              <a:gd name="connsiteX35436" fmla="*/ 263652 w 3114960"/>
              <a:gd name="connsiteY35436" fmla="*/ 4028218 h 5143785"/>
              <a:gd name="connsiteX35437" fmla="*/ 386906 w 3114960"/>
              <a:gd name="connsiteY35437" fmla="*/ 4171569 h 5143785"/>
              <a:gd name="connsiteX35438" fmla="*/ 387096 w 3114960"/>
              <a:gd name="connsiteY35438" fmla="*/ 4309872 h 5143785"/>
              <a:gd name="connsiteX35439" fmla="*/ 383191 w 3114960"/>
              <a:gd name="connsiteY35439" fmla="*/ 4309872 h 5143785"/>
              <a:gd name="connsiteX35440" fmla="*/ 376333 w 3114960"/>
              <a:gd name="connsiteY35440" fmla="*/ 4316635 h 5143785"/>
              <a:gd name="connsiteX35441" fmla="*/ 376333 w 3114960"/>
              <a:gd name="connsiteY35441" fmla="*/ 4329303 h 5143785"/>
              <a:gd name="connsiteX35442" fmla="*/ 383191 w 3114960"/>
              <a:gd name="connsiteY35442" fmla="*/ 4336066 h 5143785"/>
              <a:gd name="connsiteX35443" fmla="*/ 395859 w 3114960"/>
              <a:gd name="connsiteY35443" fmla="*/ 4336066 h 5143785"/>
              <a:gd name="connsiteX35444" fmla="*/ 402717 w 3114960"/>
              <a:gd name="connsiteY35444" fmla="*/ 4329303 h 5143785"/>
              <a:gd name="connsiteX35445" fmla="*/ 402717 w 3114960"/>
              <a:gd name="connsiteY35445" fmla="*/ 4316635 h 5143785"/>
              <a:gd name="connsiteX35446" fmla="*/ 395859 w 3114960"/>
              <a:gd name="connsiteY35446" fmla="*/ 4309872 h 5143785"/>
              <a:gd name="connsiteX35447" fmla="*/ 391859 w 3114960"/>
              <a:gd name="connsiteY35447" fmla="*/ 4309872 h 5143785"/>
              <a:gd name="connsiteX35448" fmla="*/ 391668 w 3114960"/>
              <a:gd name="connsiteY35448" fmla="*/ 4169759 h 5143785"/>
              <a:gd name="connsiteX35449" fmla="*/ 267367 w 3114960"/>
              <a:gd name="connsiteY35449" fmla="*/ 4025170 h 5143785"/>
              <a:gd name="connsiteX35450" fmla="*/ 269748 w 3114960"/>
              <a:gd name="connsiteY35450" fmla="*/ 4012787 h 5143785"/>
              <a:gd name="connsiteX35451" fmla="*/ 260318 w 3114960"/>
              <a:gd name="connsiteY35451" fmla="*/ 4024503 h 5143785"/>
              <a:gd name="connsiteX35452" fmla="*/ 250317 w 3114960"/>
              <a:gd name="connsiteY35452" fmla="*/ 4019645 h 5143785"/>
              <a:gd name="connsiteX35453" fmla="*/ 255175 w 3114960"/>
              <a:gd name="connsiteY35453" fmla="*/ 4009644 h 5143785"/>
              <a:gd name="connsiteX35454" fmla="*/ 257747 w 3114960"/>
              <a:gd name="connsiteY35454" fmla="*/ 4009168 h 5143785"/>
              <a:gd name="connsiteX35455" fmla="*/ 265176 w 3114960"/>
              <a:gd name="connsiteY35455" fmla="*/ 4014407 h 5143785"/>
              <a:gd name="connsiteX35456" fmla="*/ 260318 w 3114960"/>
              <a:gd name="connsiteY35456" fmla="*/ 4024408 h 5143785"/>
              <a:gd name="connsiteX35457" fmla="*/ 395669 w 3114960"/>
              <a:gd name="connsiteY35457" fmla="*/ 4314635 h 5143785"/>
              <a:gd name="connsiteX35458" fmla="*/ 397764 w 3114960"/>
              <a:gd name="connsiteY35458" fmla="*/ 4316635 h 5143785"/>
              <a:gd name="connsiteX35459" fmla="*/ 397764 w 3114960"/>
              <a:gd name="connsiteY35459" fmla="*/ 4329303 h 5143785"/>
              <a:gd name="connsiteX35460" fmla="*/ 395669 w 3114960"/>
              <a:gd name="connsiteY35460" fmla="*/ 4331304 h 5143785"/>
              <a:gd name="connsiteX35461" fmla="*/ 383000 w 3114960"/>
              <a:gd name="connsiteY35461" fmla="*/ 4331304 h 5143785"/>
              <a:gd name="connsiteX35462" fmla="*/ 380905 w 3114960"/>
              <a:gd name="connsiteY35462" fmla="*/ 4329303 h 5143785"/>
              <a:gd name="connsiteX35463" fmla="*/ 380905 w 3114960"/>
              <a:gd name="connsiteY35463" fmla="*/ 4316635 h 5143785"/>
              <a:gd name="connsiteX35464" fmla="*/ 383000 w 3114960"/>
              <a:gd name="connsiteY35464" fmla="*/ 4314635 h 5143785"/>
              <a:gd name="connsiteX35465" fmla="*/ 395669 w 3114960"/>
              <a:gd name="connsiteY35465" fmla="*/ 4314635 h 5143785"/>
              <a:gd name="connsiteX35466" fmla="*/ 1161764 w 3114960"/>
              <a:gd name="connsiteY35466" fmla="*/ 2158079 h 5143785"/>
              <a:gd name="connsiteX35467" fmla="*/ 1154049 w 3114960"/>
              <a:gd name="connsiteY35467" fmla="*/ 2165795 h 5143785"/>
              <a:gd name="connsiteX35468" fmla="*/ 1161764 w 3114960"/>
              <a:gd name="connsiteY35468" fmla="*/ 2173510 h 5143785"/>
              <a:gd name="connsiteX35469" fmla="*/ 1169575 w 3114960"/>
              <a:gd name="connsiteY35469" fmla="*/ 2165795 h 5143785"/>
              <a:gd name="connsiteX35470" fmla="*/ 1161764 w 3114960"/>
              <a:gd name="connsiteY35470" fmla="*/ 2158079 h 5143785"/>
              <a:gd name="connsiteX35471" fmla="*/ 1161764 w 3114960"/>
              <a:gd name="connsiteY35471" fmla="*/ 2171224 h 5143785"/>
              <a:gd name="connsiteX35472" fmla="*/ 1156430 w 3114960"/>
              <a:gd name="connsiteY35472" fmla="*/ 2165890 h 5143785"/>
              <a:gd name="connsiteX35473" fmla="*/ 1161764 w 3114960"/>
              <a:gd name="connsiteY35473" fmla="*/ 2160556 h 5143785"/>
              <a:gd name="connsiteX35474" fmla="*/ 1167194 w 3114960"/>
              <a:gd name="connsiteY35474" fmla="*/ 2165890 h 5143785"/>
              <a:gd name="connsiteX35475" fmla="*/ 1161764 w 3114960"/>
              <a:gd name="connsiteY35475" fmla="*/ 2171224 h 5143785"/>
              <a:gd name="connsiteX35476" fmla="*/ 391668 w 3114960"/>
              <a:gd name="connsiteY35476" fmla="*/ 3583496 h 5143785"/>
              <a:gd name="connsiteX35477" fmla="*/ 412433 w 3114960"/>
              <a:gd name="connsiteY35477" fmla="*/ 3583496 h 5143785"/>
              <a:gd name="connsiteX35478" fmla="*/ 412433 w 3114960"/>
              <a:gd name="connsiteY35478" fmla="*/ 3588163 h 5143785"/>
              <a:gd name="connsiteX35479" fmla="*/ 391668 w 3114960"/>
              <a:gd name="connsiteY35479" fmla="*/ 3588163 h 5143785"/>
              <a:gd name="connsiteX35480" fmla="*/ 391668 w 3114960"/>
              <a:gd name="connsiteY35480" fmla="*/ 3583496 h 5143785"/>
              <a:gd name="connsiteX35481" fmla="*/ 433102 w 3114960"/>
              <a:gd name="connsiteY35481" fmla="*/ 3583400 h 5143785"/>
              <a:gd name="connsiteX35482" fmla="*/ 453866 w 3114960"/>
              <a:gd name="connsiteY35482" fmla="*/ 3583400 h 5143785"/>
              <a:gd name="connsiteX35483" fmla="*/ 453866 w 3114960"/>
              <a:gd name="connsiteY35483" fmla="*/ 3588068 h 5143785"/>
              <a:gd name="connsiteX35484" fmla="*/ 433102 w 3114960"/>
              <a:gd name="connsiteY35484" fmla="*/ 3588068 h 5143785"/>
              <a:gd name="connsiteX35485" fmla="*/ 433102 w 3114960"/>
              <a:gd name="connsiteY35485" fmla="*/ 3583400 h 5143785"/>
              <a:gd name="connsiteX35486" fmla="*/ 2555272 w 3114960"/>
              <a:gd name="connsiteY35486" fmla="*/ 667893 h 5143785"/>
              <a:gd name="connsiteX35487" fmla="*/ 2570321 w 3114960"/>
              <a:gd name="connsiteY35487" fmla="*/ 657892 h 5143785"/>
              <a:gd name="connsiteX35488" fmla="*/ 2580323 w 3114960"/>
              <a:gd name="connsiteY35488" fmla="*/ 672941 h 5143785"/>
              <a:gd name="connsiteX35489" fmla="*/ 2565273 w 3114960"/>
              <a:gd name="connsiteY35489" fmla="*/ 682943 h 5143785"/>
              <a:gd name="connsiteX35490" fmla="*/ 2555272 w 3114960"/>
              <a:gd name="connsiteY35490" fmla="*/ 667893 h 5143785"/>
              <a:gd name="connsiteX35491" fmla="*/ 1031939 w 3114960"/>
              <a:gd name="connsiteY35491" fmla="*/ 1898332 h 5143785"/>
              <a:gd name="connsiteX35492" fmla="*/ 1044607 w 3114960"/>
              <a:gd name="connsiteY35492" fmla="*/ 1885664 h 5143785"/>
              <a:gd name="connsiteX35493" fmla="*/ 1057275 w 3114960"/>
              <a:gd name="connsiteY35493" fmla="*/ 1898332 h 5143785"/>
              <a:gd name="connsiteX35494" fmla="*/ 1044607 w 3114960"/>
              <a:gd name="connsiteY35494" fmla="*/ 1911001 h 5143785"/>
              <a:gd name="connsiteX35495" fmla="*/ 1031939 w 3114960"/>
              <a:gd name="connsiteY35495" fmla="*/ 1898332 h 5143785"/>
              <a:gd name="connsiteX35496" fmla="*/ 11144 w 3114960"/>
              <a:gd name="connsiteY35496" fmla="*/ 2798255 h 5143785"/>
              <a:gd name="connsiteX35497" fmla="*/ 26194 w 3114960"/>
              <a:gd name="connsiteY35497" fmla="*/ 2788253 h 5143785"/>
              <a:gd name="connsiteX35498" fmla="*/ 36195 w 3114960"/>
              <a:gd name="connsiteY35498" fmla="*/ 2803303 h 5143785"/>
              <a:gd name="connsiteX35499" fmla="*/ 21146 w 3114960"/>
              <a:gd name="connsiteY35499" fmla="*/ 2813304 h 5143785"/>
              <a:gd name="connsiteX35500" fmla="*/ 11144 w 3114960"/>
              <a:gd name="connsiteY35500" fmla="*/ 2798255 h 5143785"/>
              <a:gd name="connsiteX35501" fmla="*/ 68104 w 3114960"/>
              <a:gd name="connsiteY35501" fmla="*/ 2734628 h 5143785"/>
              <a:gd name="connsiteX35502" fmla="*/ 65627 w 3114960"/>
              <a:gd name="connsiteY35502" fmla="*/ 2752535 h 5143785"/>
              <a:gd name="connsiteX35503" fmla="*/ 47720 w 3114960"/>
              <a:gd name="connsiteY35503" fmla="*/ 2750058 h 5143785"/>
              <a:gd name="connsiteX35504" fmla="*/ 50197 w 3114960"/>
              <a:gd name="connsiteY35504" fmla="*/ 2732151 h 5143785"/>
              <a:gd name="connsiteX35505" fmla="*/ 68104 w 3114960"/>
              <a:gd name="connsiteY35505" fmla="*/ 2734628 h 5143785"/>
              <a:gd name="connsiteX35506" fmla="*/ 761238 w 3114960"/>
              <a:gd name="connsiteY35506" fmla="*/ 2277999 h 5143785"/>
              <a:gd name="connsiteX35507" fmla="*/ 762381 w 3114960"/>
              <a:gd name="connsiteY35507" fmla="*/ 2276856 h 5143785"/>
              <a:gd name="connsiteX35508" fmla="*/ 762381 w 3114960"/>
              <a:gd name="connsiteY35508" fmla="*/ 2275237 h 5143785"/>
              <a:gd name="connsiteX35509" fmla="*/ 764000 w 3114960"/>
              <a:gd name="connsiteY35509" fmla="*/ 2275237 h 5143785"/>
              <a:gd name="connsiteX35510" fmla="*/ 766191 w 3114960"/>
              <a:gd name="connsiteY35510" fmla="*/ 2272951 h 5143785"/>
              <a:gd name="connsiteX35511" fmla="*/ 769620 w 3114960"/>
              <a:gd name="connsiteY35511" fmla="*/ 2276285 h 5143785"/>
              <a:gd name="connsiteX35512" fmla="*/ 770477 w 3114960"/>
              <a:gd name="connsiteY35512" fmla="*/ 2280190 h 5143785"/>
              <a:gd name="connsiteX35513" fmla="*/ 767144 w 3114960"/>
              <a:gd name="connsiteY35513" fmla="*/ 2282476 h 5143785"/>
              <a:gd name="connsiteX35514" fmla="*/ 762381 w 3114960"/>
              <a:gd name="connsiteY35514" fmla="*/ 2282476 h 5143785"/>
              <a:gd name="connsiteX35515" fmla="*/ 762381 w 3114960"/>
              <a:gd name="connsiteY35515" fmla="*/ 2279237 h 5143785"/>
              <a:gd name="connsiteX35516" fmla="*/ 761238 w 3114960"/>
              <a:gd name="connsiteY35516" fmla="*/ 2278094 h 5143785"/>
              <a:gd name="connsiteX35517" fmla="*/ 1058323 w 3114960"/>
              <a:gd name="connsiteY35517" fmla="*/ 1771460 h 5143785"/>
              <a:gd name="connsiteX35518" fmla="*/ 1045654 w 3114960"/>
              <a:gd name="connsiteY35518" fmla="*/ 1784128 h 5143785"/>
              <a:gd name="connsiteX35519" fmla="*/ 1032986 w 3114960"/>
              <a:gd name="connsiteY35519" fmla="*/ 1771460 h 5143785"/>
              <a:gd name="connsiteX35520" fmla="*/ 1045654 w 3114960"/>
              <a:gd name="connsiteY35520" fmla="*/ 1758791 h 5143785"/>
              <a:gd name="connsiteX35521" fmla="*/ 1058323 w 3114960"/>
              <a:gd name="connsiteY35521" fmla="*/ 1771460 h 5143785"/>
              <a:gd name="connsiteX35522" fmla="*/ 1181386 w 3114960"/>
              <a:gd name="connsiteY35522" fmla="*/ 1898332 h 5143785"/>
              <a:gd name="connsiteX35523" fmla="*/ 1194054 w 3114960"/>
              <a:gd name="connsiteY35523" fmla="*/ 1885664 h 5143785"/>
              <a:gd name="connsiteX35524" fmla="*/ 1206722 w 3114960"/>
              <a:gd name="connsiteY35524" fmla="*/ 1898332 h 5143785"/>
              <a:gd name="connsiteX35525" fmla="*/ 1194054 w 3114960"/>
              <a:gd name="connsiteY35525" fmla="*/ 1911001 h 5143785"/>
              <a:gd name="connsiteX35526" fmla="*/ 1181386 w 3114960"/>
              <a:gd name="connsiteY35526" fmla="*/ 1898332 h 5143785"/>
              <a:gd name="connsiteX35527" fmla="*/ 68390 w 3114960"/>
              <a:gd name="connsiteY35527" fmla="*/ 2770156 h 5143785"/>
              <a:gd name="connsiteX35528" fmla="*/ 65913 w 3114960"/>
              <a:gd name="connsiteY35528" fmla="*/ 2788063 h 5143785"/>
              <a:gd name="connsiteX35529" fmla="*/ 48006 w 3114960"/>
              <a:gd name="connsiteY35529" fmla="*/ 2785586 h 5143785"/>
              <a:gd name="connsiteX35530" fmla="*/ 50483 w 3114960"/>
              <a:gd name="connsiteY35530" fmla="*/ 2767679 h 5143785"/>
              <a:gd name="connsiteX35531" fmla="*/ 68390 w 3114960"/>
              <a:gd name="connsiteY35531" fmla="*/ 2770156 h 5143785"/>
              <a:gd name="connsiteX35532" fmla="*/ 1607820 w 3114960"/>
              <a:gd name="connsiteY35532" fmla="*/ 1779556 h 5143785"/>
              <a:gd name="connsiteX35533" fmla="*/ 1591437 w 3114960"/>
              <a:gd name="connsiteY35533" fmla="*/ 1798130 h 5143785"/>
              <a:gd name="connsiteX35534" fmla="*/ 1591437 w 3114960"/>
              <a:gd name="connsiteY35534" fmla="*/ 1839754 h 5143785"/>
              <a:gd name="connsiteX35535" fmla="*/ 1570958 w 3114960"/>
              <a:gd name="connsiteY35535" fmla="*/ 1861947 h 5143785"/>
              <a:gd name="connsiteX35536" fmla="*/ 1548098 w 3114960"/>
              <a:gd name="connsiteY35536" fmla="*/ 1862138 h 5143785"/>
              <a:gd name="connsiteX35537" fmla="*/ 1544479 w 3114960"/>
              <a:gd name="connsiteY35537" fmla="*/ 1865567 h 5143785"/>
              <a:gd name="connsiteX35538" fmla="*/ 1536668 w 3114960"/>
              <a:gd name="connsiteY35538" fmla="*/ 1861757 h 5143785"/>
              <a:gd name="connsiteX35539" fmla="*/ 1540478 w 3114960"/>
              <a:gd name="connsiteY35539" fmla="*/ 1853946 h 5143785"/>
              <a:gd name="connsiteX35540" fmla="*/ 1548003 w 3114960"/>
              <a:gd name="connsiteY35540" fmla="*/ 1857375 h 5143785"/>
              <a:gd name="connsiteX35541" fmla="*/ 1568863 w 3114960"/>
              <a:gd name="connsiteY35541" fmla="*/ 1857185 h 5143785"/>
              <a:gd name="connsiteX35542" fmla="*/ 1586770 w 3114960"/>
              <a:gd name="connsiteY35542" fmla="*/ 1837849 h 5143785"/>
              <a:gd name="connsiteX35543" fmla="*/ 1586770 w 3114960"/>
              <a:gd name="connsiteY35543" fmla="*/ 1796320 h 5143785"/>
              <a:gd name="connsiteX35544" fmla="*/ 1605629 w 3114960"/>
              <a:gd name="connsiteY35544" fmla="*/ 1774793 h 5143785"/>
              <a:gd name="connsiteX35545" fmla="*/ 1675162 w 3114960"/>
              <a:gd name="connsiteY35545" fmla="*/ 1774317 h 5143785"/>
              <a:gd name="connsiteX35546" fmla="*/ 1678781 w 3114960"/>
              <a:gd name="connsiteY35546" fmla="*/ 1770888 h 5143785"/>
              <a:gd name="connsiteX35547" fmla="*/ 1686592 w 3114960"/>
              <a:gd name="connsiteY35547" fmla="*/ 1774698 h 5143785"/>
              <a:gd name="connsiteX35548" fmla="*/ 1682782 w 3114960"/>
              <a:gd name="connsiteY35548" fmla="*/ 1782509 h 5143785"/>
              <a:gd name="connsiteX35549" fmla="*/ 1675257 w 3114960"/>
              <a:gd name="connsiteY35549" fmla="*/ 1779080 h 5143785"/>
              <a:gd name="connsiteX35550" fmla="*/ 1607820 w 3114960"/>
              <a:gd name="connsiteY35550" fmla="*/ 1779556 h 5143785"/>
              <a:gd name="connsiteX35551" fmla="*/ 1576197 w 3114960"/>
              <a:gd name="connsiteY35551" fmla="*/ 1965389 h 5143785"/>
              <a:gd name="connsiteX35552" fmla="*/ 1576197 w 3114960"/>
              <a:gd name="connsiteY35552" fmla="*/ 1970151 h 5143785"/>
              <a:gd name="connsiteX35553" fmla="*/ 1566672 w 3114960"/>
              <a:gd name="connsiteY35553" fmla="*/ 1970151 h 5143785"/>
              <a:gd name="connsiteX35554" fmla="*/ 1566672 w 3114960"/>
              <a:gd name="connsiteY35554" fmla="*/ 1965389 h 5143785"/>
              <a:gd name="connsiteX35555" fmla="*/ 1576197 w 3114960"/>
              <a:gd name="connsiteY35555" fmla="*/ 1965389 h 5143785"/>
              <a:gd name="connsiteX35556" fmla="*/ 1557147 w 3114960"/>
              <a:gd name="connsiteY35556" fmla="*/ 1965389 h 5143785"/>
              <a:gd name="connsiteX35557" fmla="*/ 1557147 w 3114960"/>
              <a:gd name="connsiteY35557" fmla="*/ 1970151 h 5143785"/>
              <a:gd name="connsiteX35558" fmla="*/ 1547622 w 3114960"/>
              <a:gd name="connsiteY35558" fmla="*/ 1970151 h 5143785"/>
              <a:gd name="connsiteX35559" fmla="*/ 1547622 w 3114960"/>
              <a:gd name="connsiteY35559" fmla="*/ 1965389 h 5143785"/>
              <a:gd name="connsiteX35560" fmla="*/ 1557147 w 3114960"/>
              <a:gd name="connsiteY35560" fmla="*/ 1965389 h 5143785"/>
              <a:gd name="connsiteX35561" fmla="*/ 1626965 w 3114960"/>
              <a:gd name="connsiteY35561" fmla="*/ 1957102 h 5143785"/>
              <a:gd name="connsiteX35562" fmla="*/ 1617440 w 3114960"/>
              <a:gd name="connsiteY35562" fmla="*/ 1957102 h 5143785"/>
              <a:gd name="connsiteX35563" fmla="*/ 1617440 w 3114960"/>
              <a:gd name="connsiteY35563" fmla="*/ 1952339 h 5143785"/>
              <a:gd name="connsiteX35564" fmla="*/ 1626965 w 3114960"/>
              <a:gd name="connsiteY35564" fmla="*/ 1952339 h 5143785"/>
              <a:gd name="connsiteX35565" fmla="*/ 1626965 w 3114960"/>
              <a:gd name="connsiteY35565" fmla="*/ 1957102 h 5143785"/>
              <a:gd name="connsiteX35566" fmla="*/ 1538097 w 3114960"/>
              <a:gd name="connsiteY35566" fmla="*/ 1965389 h 5143785"/>
              <a:gd name="connsiteX35567" fmla="*/ 1538097 w 3114960"/>
              <a:gd name="connsiteY35567" fmla="*/ 1970151 h 5143785"/>
              <a:gd name="connsiteX35568" fmla="*/ 1528572 w 3114960"/>
              <a:gd name="connsiteY35568" fmla="*/ 1970151 h 5143785"/>
              <a:gd name="connsiteX35569" fmla="*/ 1528572 w 3114960"/>
              <a:gd name="connsiteY35569" fmla="*/ 1965389 h 5143785"/>
              <a:gd name="connsiteX35570" fmla="*/ 1538097 w 3114960"/>
              <a:gd name="connsiteY35570" fmla="*/ 1965389 h 5143785"/>
              <a:gd name="connsiteX35571" fmla="*/ 1594009 w 3114960"/>
              <a:gd name="connsiteY35571" fmla="*/ 1965389 h 5143785"/>
              <a:gd name="connsiteX35572" fmla="*/ 1594009 w 3114960"/>
              <a:gd name="connsiteY35572" fmla="*/ 1966246 h 5143785"/>
              <a:gd name="connsiteX35573" fmla="*/ 1596676 w 3114960"/>
              <a:gd name="connsiteY35573" fmla="*/ 1968246 h 5143785"/>
              <a:gd name="connsiteX35574" fmla="*/ 1595247 w 3114960"/>
              <a:gd name="connsiteY35574" fmla="*/ 1970151 h 5143785"/>
              <a:gd name="connsiteX35575" fmla="*/ 1585722 w 3114960"/>
              <a:gd name="connsiteY35575" fmla="*/ 1970151 h 5143785"/>
              <a:gd name="connsiteX35576" fmla="*/ 1585722 w 3114960"/>
              <a:gd name="connsiteY35576" fmla="*/ 1965389 h 5143785"/>
              <a:gd name="connsiteX35577" fmla="*/ 1594009 w 3114960"/>
              <a:gd name="connsiteY35577" fmla="*/ 1965389 h 5143785"/>
              <a:gd name="connsiteX35578" fmla="*/ 1605153 w 3114960"/>
              <a:gd name="connsiteY35578" fmla="*/ 1957102 h 5143785"/>
              <a:gd name="connsiteX35579" fmla="*/ 1602391 w 3114960"/>
              <a:gd name="connsiteY35579" fmla="*/ 1960626 h 5143785"/>
              <a:gd name="connsiteX35580" fmla="*/ 1598581 w 3114960"/>
              <a:gd name="connsiteY35580" fmla="*/ 1957769 h 5143785"/>
              <a:gd name="connsiteX35581" fmla="*/ 1602772 w 3114960"/>
              <a:gd name="connsiteY35581" fmla="*/ 1952339 h 5143785"/>
              <a:gd name="connsiteX35582" fmla="*/ 1607820 w 3114960"/>
              <a:gd name="connsiteY35582" fmla="*/ 1952339 h 5143785"/>
              <a:gd name="connsiteX35583" fmla="*/ 1607820 w 3114960"/>
              <a:gd name="connsiteY35583" fmla="*/ 1957102 h 5143785"/>
              <a:gd name="connsiteX35584" fmla="*/ 1605153 w 3114960"/>
              <a:gd name="connsiteY35584" fmla="*/ 1957102 h 5143785"/>
              <a:gd name="connsiteX35585" fmla="*/ 1248823 w 3114960"/>
              <a:gd name="connsiteY35585" fmla="*/ 1714881 h 5143785"/>
              <a:gd name="connsiteX35586" fmla="*/ 1268730 w 3114960"/>
              <a:gd name="connsiteY35586" fmla="*/ 1742694 h 5143785"/>
              <a:gd name="connsiteX35587" fmla="*/ 1313878 w 3114960"/>
              <a:gd name="connsiteY35587" fmla="*/ 1742694 h 5143785"/>
              <a:gd name="connsiteX35588" fmla="*/ 1314164 w 3114960"/>
              <a:gd name="connsiteY35588" fmla="*/ 1744218 h 5143785"/>
              <a:gd name="connsiteX35589" fmla="*/ 1319689 w 3114960"/>
              <a:gd name="connsiteY35589" fmla="*/ 1749838 h 5143785"/>
              <a:gd name="connsiteX35590" fmla="*/ 1323689 w 3114960"/>
              <a:gd name="connsiteY35590" fmla="*/ 1750600 h 5143785"/>
              <a:gd name="connsiteX35591" fmla="*/ 1327595 w 3114960"/>
              <a:gd name="connsiteY35591" fmla="*/ 1749838 h 5143785"/>
              <a:gd name="connsiteX35592" fmla="*/ 1332452 w 3114960"/>
              <a:gd name="connsiteY35592" fmla="*/ 1745361 h 5143785"/>
              <a:gd name="connsiteX35593" fmla="*/ 1333500 w 3114960"/>
              <a:gd name="connsiteY35593" fmla="*/ 1745932 h 5143785"/>
              <a:gd name="connsiteX35594" fmla="*/ 1335500 w 3114960"/>
              <a:gd name="connsiteY35594" fmla="*/ 1742027 h 5143785"/>
              <a:gd name="connsiteX35595" fmla="*/ 1337501 w 3114960"/>
              <a:gd name="connsiteY35595" fmla="*/ 1745932 h 5143785"/>
              <a:gd name="connsiteX35596" fmla="*/ 1339501 w 3114960"/>
              <a:gd name="connsiteY35596" fmla="*/ 1742123 h 5143785"/>
              <a:gd name="connsiteX35597" fmla="*/ 1341501 w 3114960"/>
              <a:gd name="connsiteY35597" fmla="*/ 1745932 h 5143785"/>
              <a:gd name="connsiteX35598" fmla="*/ 1343501 w 3114960"/>
              <a:gd name="connsiteY35598" fmla="*/ 1742123 h 5143785"/>
              <a:gd name="connsiteX35599" fmla="*/ 1345502 w 3114960"/>
              <a:gd name="connsiteY35599" fmla="*/ 1745932 h 5143785"/>
              <a:gd name="connsiteX35600" fmla="*/ 1347502 w 3114960"/>
              <a:gd name="connsiteY35600" fmla="*/ 1742123 h 5143785"/>
              <a:gd name="connsiteX35601" fmla="*/ 1349502 w 3114960"/>
              <a:gd name="connsiteY35601" fmla="*/ 1745932 h 5143785"/>
              <a:gd name="connsiteX35602" fmla="*/ 1351502 w 3114960"/>
              <a:gd name="connsiteY35602" fmla="*/ 1742123 h 5143785"/>
              <a:gd name="connsiteX35603" fmla="*/ 1353503 w 3114960"/>
              <a:gd name="connsiteY35603" fmla="*/ 1745932 h 5143785"/>
              <a:gd name="connsiteX35604" fmla="*/ 1355503 w 3114960"/>
              <a:gd name="connsiteY35604" fmla="*/ 1742123 h 5143785"/>
              <a:gd name="connsiteX35605" fmla="*/ 1357503 w 3114960"/>
              <a:gd name="connsiteY35605" fmla="*/ 1745932 h 5143785"/>
              <a:gd name="connsiteX35606" fmla="*/ 1359503 w 3114960"/>
              <a:gd name="connsiteY35606" fmla="*/ 1742123 h 5143785"/>
              <a:gd name="connsiteX35607" fmla="*/ 1361503 w 3114960"/>
              <a:gd name="connsiteY35607" fmla="*/ 1745932 h 5143785"/>
              <a:gd name="connsiteX35608" fmla="*/ 1363504 w 3114960"/>
              <a:gd name="connsiteY35608" fmla="*/ 1742123 h 5143785"/>
              <a:gd name="connsiteX35609" fmla="*/ 1365504 w 3114960"/>
              <a:gd name="connsiteY35609" fmla="*/ 1745932 h 5143785"/>
              <a:gd name="connsiteX35610" fmla="*/ 1367504 w 3114960"/>
              <a:gd name="connsiteY35610" fmla="*/ 1742027 h 5143785"/>
              <a:gd name="connsiteX35611" fmla="*/ 1369505 w 3114960"/>
              <a:gd name="connsiteY35611" fmla="*/ 1745932 h 5143785"/>
              <a:gd name="connsiteX35612" fmla="*/ 1371505 w 3114960"/>
              <a:gd name="connsiteY35612" fmla="*/ 1742027 h 5143785"/>
              <a:gd name="connsiteX35613" fmla="*/ 1373505 w 3114960"/>
              <a:gd name="connsiteY35613" fmla="*/ 1745932 h 5143785"/>
              <a:gd name="connsiteX35614" fmla="*/ 1375505 w 3114960"/>
              <a:gd name="connsiteY35614" fmla="*/ 1741932 h 5143785"/>
              <a:gd name="connsiteX35615" fmla="*/ 1377506 w 3114960"/>
              <a:gd name="connsiteY35615" fmla="*/ 1745932 h 5143785"/>
              <a:gd name="connsiteX35616" fmla="*/ 1379506 w 3114960"/>
              <a:gd name="connsiteY35616" fmla="*/ 1741932 h 5143785"/>
              <a:gd name="connsiteX35617" fmla="*/ 1381506 w 3114960"/>
              <a:gd name="connsiteY35617" fmla="*/ 1745932 h 5143785"/>
              <a:gd name="connsiteX35618" fmla="*/ 1383506 w 3114960"/>
              <a:gd name="connsiteY35618" fmla="*/ 1741837 h 5143785"/>
              <a:gd name="connsiteX35619" fmla="*/ 1385507 w 3114960"/>
              <a:gd name="connsiteY35619" fmla="*/ 1745932 h 5143785"/>
              <a:gd name="connsiteX35620" fmla="*/ 1387602 w 3114960"/>
              <a:gd name="connsiteY35620" fmla="*/ 1741837 h 5143785"/>
              <a:gd name="connsiteX35621" fmla="*/ 1389698 w 3114960"/>
              <a:gd name="connsiteY35621" fmla="*/ 1745932 h 5143785"/>
              <a:gd name="connsiteX35622" fmla="*/ 1391793 w 3114960"/>
              <a:gd name="connsiteY35622" fmla="*/ 1741742 h 5143785"/>
              <a:gd name="connsiteX35623" fmla="*/ 1393889 w 3114960"/>
              <a:gd name="connsiteY35623" fmla="*/ 1745932 h 5143785"/>
              <a:gd name="connsiteX35624" fmla="*/ 1395984 w 3114960"/>
              <a:gd name="connsiteY35624" fmla="*/ 1741742 h 5143785"/>
              <a:gd name="connsiteX35625" fmla="*/ 1398080 w 3114960"/>
              <a:gd name="connsiteY35625" fmla="*/ 1745932 h 5143785"/>
              <a:gd name="connsiteX35626" fmla="*/ 1400175 w 3114960"/>
              <a:gd name="connsiteY35626" fmla="*/ 1741742 h 5143785"/>
              <a:gd name="connsiteX35627" fmla="*/ 1402271 w 3114960"/>
              <a:gd name="connsiteY35627" fmla="*/ 1745932 h 5143785"/>
              <a:gd name="connsiteX35628" fmla="*/ 1404366 w 3114960"/>
              <a:gd name="connsiteY35628" fmla="*/ 1741742 h 5143785"/>
              <a:gd name="connsiteX35629" fmla="*/ 1406462 w 3114960"/>
              <a:gd name="connsiteY35629" fmla="*/ 1745932 h 5143785"/>
              <a:gd name="connsiteX35630" fmla="*/ 1408557 w 3114960"/>
              <a:gd name="connsiteY35630" fmla="*/ 1741837 h 5143785"/>
              <a:gd name="connsiteX35631" fmla="*/ 1410653 w 3114960"/>
              <a:gd name="connsiteY35631" fmla="*/ 1745932 h 5143785"/>
              <a:gd name="connsiteX35632" fmla="*/ 1412748 w 3114960"/>
              <a:gd name="connsiteY35632" fmla="*/ 1741837 h 5143785"/>
              <a:gd name="connsiteX35633" fmla="*/ 1414844 w 3114960"/>
              <a:gd name="connsiteY35633" fmla="*/ 1745932 h 5143785"/>
              <a:gd name="connsiteX35634" fmla="*/ 1416939 w 3114960"/>
              <a:gd name="connsiteY35634" fmla="*/ 1741837 h 5143785"/>
              <a:gd name="connsiteX35635" fmla="*/ 1419035 w 3114960"/>
              <a:gd name="connsiteY35635" fmla="*/ 1745932 h 5143785"/>
              <a:gd name="connsiteX35636" fmla="*/ 1421130 w 3114960"/>
              <a:gd name="connsiteY35636" fmla="*/ 1741742 h 5143785"/>
              <a:gd name="connsiteX35637" fmla="*/ 1423226 w 3114960"/>
              <a:gd name="connsiteY35637" fmla="*/ 1745932 h 5143785"/>
              <a:gd name="connsiteX35638" fmla="*/ 1425321 w 3114960"/>
              <a:gd name="connsiteY35638" fmla="*/ 1741742 h 5143785"/>
              <a:gd name="connsiteX35639" fmla="*/ 1427417 w 3114960"/>
              <a:gd name="connsiteY35639" fmla="*/ 1745932 h 5143785"/>
              <a:gd name="connsiteX35640" fmla="*/ 1429512 w 3114960"/>
              <a:gd name="connsiteY35640" fmla="*/ 1741646 h 5143785"/>
              <a:gd name="connsiteX35641" fmla="*/ 1431607 w 3114960"/>
              <a:gd name="connsiteY35641" fmla="*/ 1745932 h 5143785"/>
              <a:gd name="connsiteX35642" fmla="*/ 1433703 w 3114960"/>
              <a:gd name="connsiteY35642" fmla="*/ 1741646 h 5143785"/>
              <a:gd name="connsiteX35643" fmla="*/ 1435799 w 3114960"/>
              <a:gd name="connsiteY35643" fmla="*/ 1745932 h 5143785"/>
              <a:gd name="connsiteX35644" fmla="*/ 1437894 w 3114960"/>
              <a:gd name="connsiteY35644" fmla="*/ 1741837 h 5143785"/>
              <a:gd name="connsiteX35645" fmla="*/ 1439990 w 3114960"/>
              <a:gd name="connsiteY35645" fmla="*/ 1745932 h 5143785"/>
              <a:gd name="connsiteX35646" fmla="*/ 1441990 w 3114960"/>
              <a:gd name="connsiteY35646" fmla="*/ 1741837 h 5143785"/>
              <a:gd name="connsiteX35647" fmla="*/ 1443990 w 3114960"/>
              <a:gd name="connsiteY35647" fmla="*/ 1745932 h 5143785"/>
              <a:gd name="connsiteX35648" fmla="*/ 1445990 w 3114960"/>
              <a:gd name="connsiteY35648" fmla="*/ 1741837 h 5143785"/>
              <a:gd name="connsiteX35649" fmla="*/ 1447991 w 3114960"/>
              <a:gd name="connsiteY35649" fmla="*/ 1745932 h 5143785"/>
              <a:gd name="connsiteX35650" fmla="*/ 1450086 w 3114960"/>
              <a:gd name="connsiteY35650" fmla="*/ 1741742 h 5143785"/>
              <a:gd name="connsiteX35651" fmla="*/ 1452182 w 3114960"/>
              <a:gd name="connsiteY35651" fmla="*/ 1745932 h 5143785"/>
              <a:gd name="connsiteX35652" fmla="*/ 1454277 w 3114960"/>
              <a:gd name="connsiteY35652" fmla="*/ 1741551 h 5143785"/>
              <a:gd name="connsiteX35653" fmla="*/ 1456373 w 3114960"/>
              <a:gd name="connsiteY35653" fmla="*/ 1745932 h 5143785"/>
              <a:gd name="connsiteX35654" fmla="*/ 1458468 w 3114960"/>
              <a:gd name="connsiteY35654" fmla="*/ 1741551 h 5143785"/>
              <a:gd name="connsiteX35655" fmla="*/ 1460564 w 3114960"/>
              <a:gd name="connsiteY35655" fmla="*/ 1745932 h 5143785"/>
              <a:gd name="connsiteX35656" fmla="*/ 1462659 w 3114960"/>
              <a:gd name="connsiteY35656" fmla="*/ 1741551 h 5143785"/>
              <a:gd name="connsiteX35657" fmla="*/ 1464755 w 3114960"/>
              <a:gd name="connsiteY35657" fmla="*/ 1745932 h 5143785"/>
              <a:gd name="connsiteX35658" fmla="*/ 1466850 w 3114960"/>
              <a:gd name="connsiteY35658" fmla="*/ 1741551 h 5143785"/>
              <a:gd name="connsiteX35659" fmla="*/ 1468946 w 3114960"/>
              <a:gd name="connsiteY35659" fmla="*/ 1745932 h 5143785"/>
              <a:gd name="connsiteX35660" fmla="*/ 1471041 w 3114960"/>
              <a:gd name="connsiteY35660" fmla="*/ 1741456 h 5143785"/>
              <a:gd name="connsiteX35661" fmla="*/ 1473232 w 3114960"/>
              <a:gd name="connsiteY35661" fmla="*/ 1745932 h 5143785"/>
              <a:gd name="connsiteX35662" fmla="*/ 1475423 w 3114960"/>
              <a:gd name="connsiteY35662" fmla="*/ 1741265 h 5143785"/>
              <a:gd name="connsiteX35663" fmla="*/ 1477613 w 3114960"/>
              <a:gd name="connsiteY35663" fmla="*/ 1745932 h 5143785"/>
              <a:gd name="connsiteX35664" fmla="*/ 1477613 w 3114960"/>
              <a:gd name="connsiteY35664" fmla="*/ 1745932 h 5143785"/>
              <a:gd name="connsiteX35665" fmla="*/ 1482090 w 3114960"/>
              <a:gd name="connsiteY35665" fmla="*/ 1749838 h 5143785"/>
              <a:gd name="connsiteX35666" fmla="*/ 1486091 w 3114960"/>
              <a:gd name="connsiteY35666" fmla="*/ 1750600 h 5143785"/>
              <a:gd name="connsiteX35667" fmla="*/ 1489996 w 3114960"/>
              <a:gd name="connsiteY35667" fmla="*/ 1749838 h 5143785"/>
              <a:gd name="connsiteX35668" fmla="*/ 1495616 w 3114960"/>
              <a:gd name="connsiteY35668" fmla="*/ 1744313 h 5143785"/>
              <a:gd name="connsiteX35669" fmla="*/ 1495616 w 3114960"/>
              <a:gd name="connsiteY35669" fmla="*/ 1736407 h 5143785"/>
              <a:gd name="connsiteX35670" fmla="*/ 1482185 w 3114960"/>
              <a:gd name="connsiteY35670" fmla="*/ 1730788 h 5143785"/>
              <a:gd name="connsiteX35671" fmla="*/ 1476851 w 3114960"/>
              <a:gd name="connsiteY35671" fmla="*/ 1735931 h 5143785"/>
              <a:gd name="connsiteX35672" fmla="*/ 1475423 w 3114960"/>
              <a:gd name="connsiteY35672" fmla="*/ 1734693 h 5143785"/>
              <a:gd name="connsiteX35673" fmla="*/ 1473232 w 3114960"/>
              <a:gd name="connsiteY35673" fmla="*/ 1739360 h 5143785"/>
              <a:gd name="connsiteX35674" fmla="*/ 1471041 w 3114960"/>
              <a:gd name="connsiteY35674" fmla="*/ 1734693 h 5143785"/>
              <a:gd name="connsiteX35675" fmla="*/ 1468946 w 3114960"/>
              <a:gd name="connsiteY35675" fmla="*/ 1739075 h 5143785"/>
              <a:gd name="connsiteX35676" fmla="*/ 1466850 w 3114960"/>
              <a:gd name="connsiteY35676" fmla="*/ 1734693 h 5143785"/>
              <a:gd name="connsiteX35677" fmla="*/ 1464755 w 3114960"/>
              <a:gd name="connsiteY35677" fmla="*/ 1739170 h 5143785"/>
              <a:gd name="connsiteX35678" fmla="*/ 1462659 w 3114960"/>
              <a:gd name="connsiteY35678" fmla="*/ 1734693 h 5143785"/>
              <a:gd name="connsiteX35679" fmla="*/ 1460564 w 3114960"/>
              <a:gd name="connsiteY35679" fmla="*/ 1739075 h 5143785"/>
              <a:gd name="connsiteX35680" fmla="*/ 1458468 w 3114960"/>
              <a:gd name="connsiteY35680" fmla="*/ 1734693 h 5143785"/>
              <a:gd name="connsiteX35681" fmla="*/ 1456373 w 3114960"/>
              <a:gd name="connsiteY35681" fmla="*/ 1739075 h 5143785"/>
              <a:gd name="connsiteX35682" fmla="*/ 1454277 w 3114960"/>
              <a:gd name="connsiteY35682" fmla="*/ 1734693 h 5143785"/>
              <a:gd name="connsiteX35683" fmla="*/ 1452182 w 3114960"/>
              <a:gd name="connsiteY35683" fmla="*/ 1738979 h 5143785"/>
              <a:gd name="connsiteX35684" fmla="*/ 1450086 w 3114960"/>
              <a:gd name="connsiteY35684" fmla="*/ 1734693 h 5143785"/>
              <a:gd name="connsiteX35685" fmla="*/ 1447991 w 3114960"/>
              <a:gd name="connsiteY35685" fmla="*/ 1738789 h 5143785"/>
              <a:gd name="connsiteX35686" fmla="*/ 1445895 w 3114960"/>
              <a:gd name="connsiteY35686" fmla="*/ 1734693 h 5143785"/>
              <a:gd name="connsiteX35687" fmla="*/ 1443895 w 3114960"/>
              <a:gd name="connsiteY35687" fmla="*/ 1738789 h 5143785"/>
              <a:gd name="connsiteX35688" fmla="*/ 1441895 w 3114960"/>
              <a:gd name="connsiteY35688" fmla="*/ 1734693 h 5143785"/>
              <a:gd name="connsiteX35689" fmla="*/ 1439894 w 3114960"/>
              <a:gd name="connsiteY35689" fmla="*/ 1738789 h 5143785"/>
              <a:gd name="connsiteX35690" fmla="*/ 1437894 w 3114960"/>
              <a:gd name="connsiteY35690" fmla="*/ 1734693 h 5143785"/>
              <a:gd name="connsiteX35691" fmla="*/ 1435799 w 3114960"/>
              <a:gd name="connsiteY35691" fmla="*/ 1738884 h 5143785"/>
              <a:gd name="connsiteX35692" fmla="*/ 1433703 w 3114960"/>
              <a:gd name="connsiteY35692" fmla="*/ 1734693 h 5143785"/>
              <a:gd name="connsiteX35693" fmla="*/ 1431607 w 3114960"/>
              <a:gd name="connsiteY35693" fmla="*/ 1738979 h 5143785"/>
              <a:gd name="connsiteX35694" fmla="*/ 1429512 w 3114960"/>
              <a:gd name="connsiteY35694" fmla="*/ 1734693 h 5143785"/>
              <a:gd name="connsiteX35695" fmla="*/ 1427417 w 3114960"/>
              <a:gd name="connsiteY35695" fmla="*/ 1738979 h 5143785"/>
              <a:gd name="connsiteX35696" fmla="*/ 1425321 w 3114960"/>
              <a:gd name="connsiteY35696" fmla="*/ 1734693 h 5143785"/>
              <a:gd name="connsiteX35697" fmla="*/ 1423226 w 3114960"/>
              <a:gd name="connsiteY35697" fmla="*/ 1738884 h 5143785"/>
              <a:gd name="connsiteX35698" fmla="*/ 1421130 w 3114960"/>
              <a:gd name="connsiteY35698" fmla="*/ 1734693 h 5143785"/>
              <a:gd name="connsiteX35699" fmla="*/ 1419035 w 3114960"/>
              <a:gd name="connsiteY35699" fmla="*/ 1738789 h 5143785"/>
              <a:gd name="connsiteX35700" fmla="*/ 1416939 w 3114960"/>
              <a:gd name="connsiteY35700" fmla="*/ 1734693 h 5143785"/>
              <a:gd name="connsiteX35701" fmla="*/ 1414844 w 3114960"/>
              <a:gd name="connsiteY35701" fmla="*/ 1738789 h 5143785"/>
              <a:gd name="connsiteX35702" fmla="*/ 1412748 w 3114960"/>
              <a:gd name="connsiteY35702" fmla="*/ 1734693 h 5143785"/>
              <a:gd name="connsiteX35703" fmla="*/ 1410653 w 3114960"/>
              <a:gd name="connsiteY35703" fmla="*/ 1738789 h 5143785"/>
              <a:gd name="connsiteX35704" fmla="*/ 1408557 w 3114960"/>
              <a:gd name="connsiteY35704" fmla="*/ 1734693 h 5143785"/>
              <a:gd name="connsiteX35705" fmla="*/ 1406462 w 3114960"/>
              <a:gd name="connsiteY35705" fmla="*/ 1738789 h 5143785"/>
              <a:gd name="connsiteX35706" fmla="*/ 1404366 w 3114960"/>
              <a:gd name="connsiteY35706" fmla="*/ 1734693 h 5143785"/>
              <a:gd name="connsiteX35707" fmla="*/ 1402271 w 3114960"/>
              <a:gd name="connsiteY35707" fmla="*/ 1738884 h 5143785"/>
              <a:gd name="connsiteX35708" fmla="*/ 1400175 w 3114960"/>
              <a:gd name="connsiteY35708" fmla="*/ 1734693 h 5143785"/>
              <a:gd name="connsiteX35709" fmla="*/ 1398080 w 3114960"/>
              <a:gd name="connsiteY35709" fmla="*/ 1738884 h 5143785"/>
              <a:gd name="connsiteX35710" fmla="*/ 1395984 w 3114960"/>
              <a:gd name="connsiteY35710" fmla="*/ 1734693 h 5143785"/>
              <a:gd name="connsiteX35711" fmla="*/ 1393889 w 3114960"/>
              <a:gd name="connsiteY35711" fmla="*/ 1738884 h 5143785"/>
              <a:gd name="connsiteX35712" fmla="*/ 1391793 w 3114960"/>
              <a:gd name="connsiteY35712" fmla="*/ 1734693 h 5143785"/>
              <a:gd name="connsiteX35713" fmla="*/ 1389698 w 3114960"/>
              <a:gd name="connsiteY35713" fmla="*/ 1738884 h 5143785"/>
              <a:gd name="connsiteX35714" fmla="*/ 1387602 w 3114960"/>
              <a:gd name="connsiteY35714" fmla="*/ 1734693 h 5143785"/>
              <a:gd name="connsiteX35715" fmla="*/ 1385507 w 3114960"/>
              <a:gd name="connsiteY35715" fmla="*/ 1738789 h 5143785"/>
              <a:gd name="connsiteX35716" fmla="*/ 1383506 w 3114960"/>
              <a:gd name="connsiteY35716" fmla="*/ 1734693 h 5143785"/>
              <a:gd name="connsiteX35717" fmla="*/ 1381506 w 3114960"/>
              <a:gd name="connsiteY35717" fmla="*/ 1738694 h 5143785"/>
              <a:gd name="connsiteX35718" fmla="*/ 1379506 w 3114960"/>
              <a:gd name="connsiteY35718" fmla="*/ 1734693 h 5143785"/>
              <a:gd name="connsiteX35719" fmla="*/ 1377506 w 3114960"/>
              <a:gd name="connsiteY35719" fmla="*/ 1738694 h 5143785"/>
              <a:gd name="connsiteX35720" fmla="*/ 1375505 w 3114960"/>
              <a:gd name="connsiteY35720" fmla="*/ 1734693 h 5143785"/>
              <a:gd name="connsiteX35721" fmla="*/ 1373505 w 3114960"/>
              <a:gd name="connsiteY35721" fmla="*/ 1738598 h 5143785"/>
              <a:gd name="connsiteX35722" fmla="*/ 1371505 w 3114960"/>
              <a:gd name="connsiteY35722" fmla="*/ 1734693 h 5143785"/>
              <a:gd name="connsiteX35723" fmla="*/ 1369505 w 3114960"/>
              <a:gd name="connsiteY35723" fmla="*/ 1738598 h 5143785"/>
              <a:gd name="connsiteX35724" fmla="*/ 1367504 w 3114960"/>
              <a:gd name="connsiteY35724" fmla="*/ 1734693 h 5143785"/>
              <a:gd name="connsiteX35725" fmla="*/ 1365504 w 3114960"/>
              <a:gd name="connsiteY35725" fmla="*/ 1738598 h 5143785"/>
              <a:gd name="connsiteX35726" fmla="*/ 1363504 w 3114960"/>
              <a:gd name="connsiteY35726" fmla="*/ 1734693 h 5143785"/>
              <a:gd name="connsiteX35727" fmla="*/ 1361503 w 3114960"/>
              <a:gd name="connsiteY35727" fmla="*/ 1738503 h 5143785"/>
              <a:gd name="connsiteX35728" fmla="*/ 1359503 w 3114960"/>
              <a:gd name="connsiteY35728" fmla="*/ 1734693 h 5143785"/>
              <a:gd name="connsiteX35729" fmla="*/ 1357503 w 3114960"/>
              <a:gd name="connsiteY35729" fmla="*/ 1738503 h 5143785"/>
              <a:gd name="connsiteX35730" fmla="*/ 1355503 w 3114960"/>
              <a:gd name="connsiteY35730" fmla="*/ 1734693 h 5143785"/>
              <a:gd name="connsiteX35731" fmla="*/ 1353503 w 3114960"/>
              <a:gd name="connsiteY35731" fmla="*/ 1738503 h 5143785"/>
              <a:gd name="connsiteX35732" fmla="*/ 1351502 w 3114960"/>
              <a:gd name="connsiteY35732" fmla="*/ 1734693 h 5143785"/>
              <a:gd name="connsiteX35733" fmla="*/ 1349502 w 3114960"/>
              <a:gd name="connsiteY35733" fmla="*/ 1738503 h 5143785"/>
              <a:gd name="connsiteX35734" fmla="*/ 1347502 w 3114960"/>
              <a:gd name="connsiteY35734" fmla="*/ 1734693 h 5143785"/>
              <a:gd name="connsiteX35735" fmla="*/ 1345502 w 3114960"/>
              <a:gd name="connsiteY35735" fmla="*/ 1738503 h 5143785"/>
              <a:gd name="connsiteX35736" fmla="*/ 1343501 w 3114960"/>
              <a:gd name="connsiteY35736" fmla="*/ 1734693 h 5143785"/>
              <a:gd name="connsiteX35737" fmla="*/ 1341501 w 3114960"/>
              <a:gd name="connsiteY35737" fmla="*/ 1738503 h 5143785"/>
              <a:gd name="connsiteX35738" fmla="*/ 1339501 w 3114960"/>
              <a:gd name="connsiteY35738" fmla="*/ 1734693 h 5143785"/>
              <a:gd name="connsiteX35739" fmla="*/ 1337501 w 3114960"/>
              <a:gd name="connsiteY35739" fmla="*/ 1738503 h 5143785"/>
              <a:gd name="connsiteX35740" fmla="*/ 1335500 w 3114960"/>
              <a:gd name="connsiteY35740" fmla="*/ 1734693 h 5143785"/>
              <a:gd name="connsiteX35741" fmla="*/ 1333500 w 3114960"/>
              <a:gd name="connsiteY35741" fmla="*/ 1738408 h 5143785"/>
              <a:gd name="connsiteX35742" fmla="*/ 1333119 w 3114960"/>
              <a:gd name="connsiteY35742" fmla="*/ 1736407 h 5143785"/>
              <a:gd name="connsiteX35743" fmla="*/ 1332928 w 3114960"/>
              <a:gd name="connsiteY35743" fmla="*/ 1736027 h 5143785"/>
              <a:gd name="connsiteX35744" fmla="*/ 1332548 w 3114960"/>
              <a:gd name="connsiteY35744" fmla="*/ 1735455 h 5143785"/>
              <a:gd name="connsiteX35745" fmla="*/ 1319689 w 3114960"/>
              <a:gd name="connsiteY35745" fmla="*/ 1730693 h 5143785"/>
              <a:gd name="connsiteX35746" fmla="*/ 1314069 w 3114960"/>
              <a:gd name="connsiteY35746" fmla="*/ 1736217 h 5143785"/>
              <a:gd name="connsiteX35747" fmla="*/ 1313783 w 3114960"/>
              <a:gd name="connsiteY35747" fmla="*/ 1737836 h 5143785"/>
              <a:gd name="connsiteX35748" fmla="*/ 1271111 w 3114960"/>
              <a:gd name="connsiteY35748" fmla="*/ 1737836 h 5143785"/>
              <a:gd name="connsiteX35749" fmla="*/ 1251204 w 3114960"/>
              <a:gd name="connsiteY35749" fmla="*/ 1710023 h 5143785"/>
              <a:gd name="connsiteX35750" fmla="*/ 1120235 w 3114960"/>
              <a:gd name="connsiteY35750" fmla="*/ 1710023 h 5143785"/>
              <a:gd name="connsiteX35751" fmla="*/ 1070515 w 3114960"/>
              <a:gd name="connsiteY35751" fmla="*/ 1764887 h 5143785"/>
              <a:gd name="connsiteX35752" fmla="*/ 1060895 w 3114960"/>
              <a:gd name="connsiteY35752" fmla="*/ 1750600 h 5143785"/>
              <a:gd name="connsiteX35753" fmla="*/ 1045654 w 3114960"/>
              <a:gd name="connsiteY35753" fmla="*/ 1745552 h 5143785"/>
              <a:gd name="connsiteX35754" fmla="*/ 1041654 w 3114960"/>
              <a:gd name="connsiteY35754" fmla="*/ 1745837 h 5143785"/>
              <a:gd name="connsiteX35755" fmla="*/ 1024700 w 3114960"/>
              <a:gd name="connsiteY35755" fmla="*/ 1756124 h 5143785"/>
              <a:gd name="connsiteX35756" fmla="*/ 1020509 w 3114960"/>
              <a:gd name="connsiteY35756" fmla="*/ 1765173 h 5143785"/>
              <a:gd name="connsiteX35757" fmla="*/ 986028 w 3114960"/>
              <a:gd name="connsiteY35757" fmla="*/ 1717453 h 5143785"/>
              <a:gd name="connsiteX35758" fmla="*/ 897065 w 3114960"/>
              <a:gd name="connsiteY35758" fmla="*/ 1717453 h 5143785"/>
              <a:gd name="connsiteX35759" fmla="*/ 888397 w 3114960"/>
              <a:gd name="connsiteY35759" fmla="*/ 1708785 h 5143785"/>
              <a:gd name="connsiteX35760" fmla="*/ 881253 w 3114960"/>
              <a:gd name="connsiteY35760" fmla="*/ 1708785 h 5143785"/>
              <a:gd name="connsiteX35761" fmla="*/ 872109 w 3114960"/>
              <a:gd name="connsiteY35761" fmla="*/ 1717929 h 5143785"/>
              <a:gd name="connsiteX35762" fmla="*/ 872109 w 3114960"/>
              <a:gd name="connsiteY35762" fmla="*/ 1725073 h 5143785"/>
              <a:gd name="connsiteX35763" fmla="*/ 881253 w 3114960"/>
              <a:gd name="connsiteY35763" fmla="*/ 1734217 h 5143785"/>
              <a:gd name="connsiteX35764" fmla="*/ 884873 w 3114960"/>
              <a:gd name="connsiteY35764" fmla="*/ 1735741 h 5143785"/>
              <a:gd name="connsiteX35765" fmla="*/ 888492 w 3114960"/>
              <a:gd name="connsiteY35765" fmla="*/ 1734217 h 5143785"/>
              <a:gd name="connsiteX35766" fmla="*/ 897636 w 3114960"/>
              <a:gd name="connsiteY35766" fmla="*/ 1725073 h 5143785"/>
              <a:gd name="connsiteX35767" fmla="*/ 898970 w 3114960"/>
              <a:gd name="connsiteY35767" fmla="*/ 1722215 h 5143785"/>
              <a:gd name="connsiteX35768" fmla="*/ 983742 w 3114960"/>
              <a:gd name="connsiteY35768" fmla="*/ 1722215 h 5143785"/>
              <a:gd name="connsiteX35769" fmla="*/ 1016222 w 3114960"/>
              <a:gd name="connsiteY35769" fmla="*/ 1767269 h 5143785"/>
              <a:gd name="connsiteX35770" fmla="*/ 896302 w 3114960"/>
              <a:gd name="connsiteY35770" fmla="*/ 1767269 h 5143785"/>
              <a:gd name="connsiteX35771" fmla="*/ 895445 w 3114960"/>
              <a:gd name="connsiteY35771" fmla="*/ 1765745 h 5143785"/>
              <a:gd name="connsiteX35772" fmla="*/ 886968 w 3114960"/>
              <a:gd name="connsiteY35772" fmla="*/ 1756029 h 5143785"/>
              <a:gd name="connsiteX35773" fmla="*/ 883444 w 3114960"/>
              <a:gd name="connsiteY35773" fmla="*/ 1754315 h 5143785"/>
              <a:gd name="connsiteX35774" fmla="*/ 879729 w 3114960"/>
              <a:gd name="connsiteY35774" fmla="*/ 1755553 h 5143785"/>
              <a:gd name="connsiteX35775" fmla="*/ 870014 w 3114960"/>
              <a:gd name="connsiteY35775" fmla="*/ 1764030 h 5143785"/>
              <a:gd name="connsiteX35776" fmla="*/ 869537 w 3114960"/>
              <a:gd name="connsiteY35776" fmla="*/ 1771174 h 5143785"/>
              <a:gd name="connsiteX35777" fmla="*/ 878015 w 3114960"/>
              <a:gd name="connsiteY35777" fmla="*/ 1780889 h 5143785"/>
              <a:gd name="connsiteX35778" fmla="*/ 881539 w 3114960"/>
              <a:gd name="connsiteY35778" fmla="*/ 1782604 h 5143785"/>
              <a:gd name="connsiteX35779" fmla="*/ 881920 w 3114960"/>
              <a:gd name="connsiteY35779" fmla="*/ 1782604 h 5143785"/>
              <a:gd name="connsiteX35780" fmla="*/ 885254 w 3114960"/>
              <a:gd name="connsiteY35780" fmla="*/ 1781366 h 5143785"/>
              <a:gd name="connsiteX35781" fmla="*/ 894969 w 3114960"/>
              <a:gd name="connsiteY35781" fmla="*/ 1772888 h 5143785"/>
              <a:gd name="connsiteX35782" fmla="*/ 895731 w 3114960"/>
              <a:gd name="connsiteY35782" fmla="*/ 1771936 h 5143785"/>
              <a:gd name="connsiteX35783" fmla="*/ 1016222 w 3114960"/>
              <a:gd name="connsiteY35783" fmla="*/ 1771936 h 5143785"/>
              <a:gd name="connsiteX35784" fmla="*/ 983742 w 3114960"/>
              <a:gd name="connsiteY35784" fmla="*/ 1816418 h 5143785"/>
              <a:gd name="connsiteX35785" fmla="*/ 896874 w 3114960"/>
              <a:gd name="connsiteY35785" fmla="*/ 1816418 h 5143785"/>
              <a:gd name="connsiteX35786" fmla="*/ 896684 w 3114960"/>
              <a:gd name="connsiteY35786" fmla="*/ 1816037 h 5143785"/>
              <a:gd name="connsiteX35787" fmla="*/ 888206 w 3114960"/>
              <a:gd name="connsiteY35787" fmla="*/ 1806321 h 5143785"/>
              <a:gd name="connsiteX35788" fmla="*/ 881063 w 3114960"/>
              <a:gd name="connsiteY35788" fmla="*/ 1805845 h 5143785"/>
              <a:gd name="connsiteX35789" fmla="*/ 871347 w 3114960"/>
              <a:gd name="connsiteY35789" fmla="*/ 1814322 h 5143785"/>
              <a:gd name="connsiteX35790" fmla="*/ 870871 w 3114960"/>
              <a:gd name="connsiteY35790" fmla="*/ 1821466 h 5143785"/>
              <a:gd name="connsiteX35791" fmla="*/ 879348 w 3114960"/>
              <a:gd name="connsiteY35791" fmla="*/ 1831181 h 5143785"/>
              <a:gd name="connsiteX35792" fmla="*/ 882872 w 3114960"/>
              <a:gd name="connsiteY35792" fmla="*/ 1832896 h 5143785"/>
              <a:gd name="connsiteX35793" fmla="*/ 883253 w 3114960"/>
              <a:gd name="connsiteY35793" fmla="*/ 1832896 h 5143785"/>
              <a:gd name="connsiteX35794" fmla="*/ 886587 w 3114960"/>
              <a:gd name="connsiteY35794" fmla="*/ 1831657 h 5143785"/>
              <a:gd name="connsiteX35795" fmla="*/ 896302 w 3114960"/>
              <a:gd name="connsiteY35795" fmla="*/ 1823180 h 5143785"/>
              <a:gd name="connsiteX35796" fmla="*/ 897636 w 3114960"/>
              <a:gd name="connsiteY35796" fmla="*/ 1821085 h 5143785"/>
              <a:gd name="connsiteX35797" fmla="*/ 986219 w 3114960"/>
              <a:gd name="connsiteY35797" fmla="*/ 1821085 h 5143785"/>
              <a:gd name="connsiteX35798" fmla="*/ 1020223 w 3114960"/>
              <a:gd name="connsiteY35798" fmla="*/ 1774507 h 5143785"/>
              <a:gd name="connsiteX35799" fmla="*/ 1030510 w 3114960"/>
              <a:gd name="connsiteY35799" fmla="*/ 1791938 h 5143785"/>
              <a:gd name="connsiteX35800" fmla="*/ 1066610 w 3114960"/>
              <a:gd name="connsiteY35800" fmla="*/ 1786414 h 5143785"/>
              <a:gd name="connsiteX35801" fmla="*/ 1066610 w 3114960"/>
              <a:gd name="connsiteY35801" fmla="*/ 1786414 h 5143785"/>
              <a:gd name="connsiteX35802" fmla="*/ 1071563 w 3114960"/>
              <a:gd name="connsiteY35802" fmla="*/ 1772888 h 5143785"/>
              <a:gd name="connsiteX35803" fmla="*/ 1120426 w 3114960"/>
              <a:gd name="connsiteY35803" fmla="*/ 1827371 h 5143785"/>
              <a:gd name="connsiteX35804" fmla="*/ 1248918 w 3114960"/>
              <a:gd name="connsiteY35804" fmla="*/ 1827371 h 5143785"/>
              <a:gd name="connsiteX35805" fmla="*/ 1268825 w 3114960"/>
              <a:gd name="connsiteY35805" fmla="*/ 1855184 h 5143785"/>
              <a:gd name="connsiteX35806" fmla="*/ 1314069 w 3114960"/>
              <a:gd name="connsiteY35806" fmla="*/ 1855184 h 5143785"/>
              <a:gd name="connsiteX35807" fmla="*/ 1314260 w 3114960"/>
              <a:gd name="connsiteY35807" fmla="*/ 1856137 h 5143785"/>
              <a:gd name="connsiteX35808" fmla="*/ 1323785 w 3114960"/>
              <a:gd name="connsiteY35808" fmla="*/ 1862519 h 5143785"/>
              <a:gd name="connsiteX35809" fmla="*/ 1327690 w 3114960"/>
              <a:gd name="connsiteY35809" fmla="*/ 1861757 h 5143785"/>
              <a:gd name="connsiteX35810" fmla="*/ 1332548 w 3114960"/>
              <a:gd name="connsiteY35810" fmla="*/ 1857280 h 5143785"/>
              <a:gd name="connsiteX35811" fmla="*/ 1333595 w 3114960"/>
              <a:gd name="connsiteY35811" fmla="*/ 1857851 h 5143785"/>
              <a:gd name="connsiteX35812" fmla="*/ 1335596 w 3114960"/>
              <a:gd name="connsiteY35812" fmla="*/ 1853946 h 5143785"/>
              <a:gd name="connsiteX35813" fmla="*/ 1337596 w 3114960"/>
              <a:gd name="connsiteY35813" fmla="*/ 1857851 h 5143785"/>
              <a:gd name="connsiteX35814" fmla="*/ 1339596 w 3114960"/>
              <a:gd name="connsiteY35814" fmla="*/ 1854041 h 5143785"/>
              <a:gd name="connsiteX35815" fmla="*/ 1341596 w 3114960"/>
              <a:gd name="connsiteY35815" fmla="*/ 1857851 h 5143785"/>
              <a:gd name="connsiteX35816" fmla="*/ 1343597 w 3114960"/>
              <a:gd name="connsiteY35816" fmla="*/ 1854041 h 5143785"/>
              <a:gd name="connsiteX35817" fmla="*/ 1345597 w 3114960"/>
              <a:gd name="connsiteY35817" fmla="*/ 1857851 h 5143785"/>
              <a:gd name="connsiteX35818" fmla="*/ 1347597 w 3114960"/>
              <a:gd name="connsiteY35818" fmla="*/ 1854041 h 5143785"/>
              <a:gd name="connsiteX35819" fmla="*/ 1349597 w 3114960"/>
              <a:gd name="connsiteY35819" fmla="*/ 1857851 h 5143785"/>
              <a:gd name="connsiteX35820" fmla="*/ 1351598 w 3114960"/>
              <a:gd name="connsiteY35820" fmla="*/ 1854041 h 5143785"/>
              <a:gd name="connsiteX35821" fmla="*/ 1353598 w 3114960"/>
              <a:gd name="connsiteY35821" fmla="*/ 1857851 h 5143785"/>
              <a:gd name="connsiteX35822" fmla="*/ 1355598 w 3114960"/>
              <a:gd name="connsiteY35822" fmla="*/ 1854041 h 5143785"/>
              <a:gd name="connsiteX35823" fmla="*/ 1357598 w 3114960"/>
              <a:gd name="connsiteY35823" fmla="*/ 1857851 h 5143785"/>
              <a:gd name="connsiteX35824" fmla="*/ 1359599 w 3114960"/>
              <a:gd name="connsiteY35824" fmla="*/ 1854041 h 5143785"/>
              <a:gd name="connsiteX35825" fmla="*/ 1361599 w 3114960"/>
              <a:gd name="connsiteY35825" fmla="*/ 1857851 h 5143785"/>
              <a:gd name="connsiteX35826" fmla="*/ 1363599 w 3114960"/>
              <a:gd name="connsiteY35826" fmla="*/ 1854041 h 5143785"/>
              <a:gd name="connsiteX35827" fmla="*/ 1365599 w 3114960"/>
              <a:gd name="connsiteY35827" fmla="*/ 1857851 h 5143785"/>
              <a:gd name="connsiteX35828" fmla="*/ 1367600 w 3114960"/>
              <a:gd name="connsiteY35828" fmla="*/ 1853946 h 5143785"/>
              <a:gd name="connsiteX35829" fmla="*/ 1369600 w 3114960"/>
              <a:gd name="connsiteY35829" fmla="*/ 1857851 h 5143785"/>
              <a:gd name="connsiteX35830" fmla="*/ 1371600 w 3114960"/>
              <a:gd name="connsiteY35830" fmla="*/ 1853946 h 5143785"/>
              <a:gd name="connsiteX35831" fmla="*/ 1373600 w 3114960"/>
              <a:gd name="connsiteY35831" fmla="*/ 1857851 h 5143785"/>
              <a:gd name="connsiteX35832" fmla="*/ 1375601 w 3114960"/>
              <a:gd name="connsiteY35832" fmla="*/ 1853851 h 5143785"/>
              <a:gd name="connsiteX35833" fmla="*/ 1377601 w 3114960"/>
              <a:gd name="connsiteY35833" fmla="*/ 1857851 h 5143785"/>
              <a:gd name="connsiteX35834" fmla="*/ 1379601 w 3114960"/>
              <a:gd name="connsiteY35834" fmla="*/ 1853851 h 5143785"/>
              <a:gd name="connsiteX35835" fmla="*/ 1381601 w 3114960"/>
              <a:gd name="connsiteY35835" fmla="*/ 1857851 h 5143785"/>
              <a:gd name="connsiteX35836" fmla="*/ 1383602 w 3114960"/>
              <a:gd name="connsiteY35836" fmla="*/ 1853756 h 5143785"/>
              <a:gd name="connsiteX35837" fmla="*/ 1385602 w 3114960"/>
              <a:gd name="connsiteY35837" fmla="*/ 1857851 h 5143785"/>
              <a:gd name="connsiteX35838" fmla="*/ 1387697 w 3114960"/>
              <a:gd name="connsiteY35838" fmla="*/ 1853756 h 5143785"/>
              <a:gd name="connsiteX35839" fmla="*/ 1389793 w 3114960"/>
              <a:gd name="connsiteY35839" fmla="*/ 1857851 h 5143785"/>
              <a:gd name="connsiteX35840" fmla="*/ 1391888 w 3114960"/>
              <a:gd name="connsiteY35840" fmla="*/ 1853660 h 5143785"/>
              <a:gd name="connsiteX35841" fmla="*/ 1393984 w 3114960"/>
              <a:gd name="connsiteY35841" fmla="*/ 1857851 h 5143785"/>
              <a:gd name="connsiteX35842" fmla="*/ 1396079 w 3114960"/>
              <a:gd name="connsiteY35842" fmla="*/ 1853660 h 5143785"/>
              <a:gd name="connsiteX35843" fmla="*/ 1398175 w 3114960"/>
              <a:gd name="connsiteY35843" fmla="*/ 1857851 h 5143785"/>
              <a:gd name="connsiteX35844" fmla="*/ 1400270 w 3114960"/>
              <a:gd name="connsiteY35844" fmla="*/ 1853660 h 5143785"/>
              <a:gd name="connsiteX35845" fmla="*/ 1402366 w 3114960"/>
              <a:gd name="connsiteY35845" fmla="*/ 1857851 h 5143785"/>
              <a:gd name="connsiteX35846" fmla="*/ 1404461 w 3114960"/>
              <a:gd name="connsiteY35846" fmla="*/ 1853660 h 5143785"/>
              <a:gd name="connsiteX35847" fmla="*/ 1406557 w 3114960"/>
              <a:gd name="connsiteY35847" fmla="*/ 1857851 h 5143785"/>
              <a:gd name="connsiteX35848" fmla="*/ 1408652 w 3114960"/>
              <a:gd name="connsiteY35848" fmla="*/ 1853756 h 5143785"/>
              <a:gd name="connsiteX35849" fmla="*/ 1410748 w 3114960"/>
              <a:gd name="connsiteY35849" fmla="*/ 1857851 h 5143785"/>
              <a:gd name="connsiteX35850" fmla="*/ 1412843 w 3114960"/>
              <a:gd name="connsiteY35850" fmla="*/ 1853756 h 5143785"/>
              <a:gd name="connsiteX35851" fmla="*/ 1414939 w 3114960"/>
              <a:gd name="connsiteY35851" fmla="*/ 1857851 h 5143785"/>
              <a:gd name="connsiteX35852" fmla="*/ 1417034 w 3114960"/>
              <a:gd name="connsiteY35852" fmla="*/ 1853756 h 5143785"/>
              <a:gd name="connsiteX35853" fmla="*/ 1419130 w 3114960"/>
              <a:gd name="connsiteY35853" fmla="*/ 1857851 h 5143785"/>
              <a:gd name="connsiteX35854" fmla="*/ 1421225 w 3114960"/>
              <a:gd name="connsiteY35854" fmla="*/ 1853660 h 5143785"/>
              <a:gd name="connsiteX35855" fmla="*/ 1423321 w 3114960"/>
              <a:gd name="connsiteY35855" fmla="*/ 1857851 h 5143785"/>
              <a:gd name="connsiteX35856" fmla="*/ 1425416 w 3114960"/>
              <a:gd name="connsiteY35856" fmla="*/ 1853660 h 5143785"/>
              <a:gd name="connsiteX35857" fmla="*/ 1427512 w 3114960"/>
              <a:gd name="connsiteY35857" fmla="*/ 1857851 h 5143785"/>
              <a:gd name="connsiteX35858" fmla="*/ 1429607 w 3114960"/>
              <a:gd name="connsiteY35858" fmla="*/ 1853565 h 5143785"/>
              <a:gd name="connsiteX35859" fmla="*/ 1431703 w 3114960"/>
              <a:gd name="connsiteY35859" fmla="*/ 1857851 h 5143785"/>
              <a:gd name="connsiteX35860" fmla="*/ 1433798 w 3114960"/>
              <a:gd name="connsiteY35860" fmla="*/ 1853565 h 5143785"/>
              <a:gd name="connsiteX35861" fmla="*/ 1435894 w 3114960"/>
              <a:gd name="connsiteY35861" fmla="*/ 1857851 h 5143785"/>
              <a:gd name="connsiteX35862" fmla="*/ 1437989 w 3114960"/>
              <a:gd name="connsiteY35862" fmla="*/ 1853756 h 5143785"/>
              <a:gd name="connsiteX35863" fmla="*/ 1440085 w 3114960"/>
              <a:gd name="connsiteY35863" fmla="*/ 1857851 h 5143785"/>
              <a:gd name="connsiteX35864" fmla="*/ 1442085 w 3114960"/>
              <a:gd name="connsiteY35864" fmla="*/ 1853756 h 5143785"/>
              <a:gd name="connsiteX35865" fmla="*/ 1444085 w 3114960"/>
              <a:gd name="connsiteY35865" fmla="*/ 1857851 h 5143785"/>
              <a:gd name="connsiteX35866" fmla="*/ 1446086 w 3114960"/>
              <a:gd name="connsiteY35866" fmla="*/ 1853756 h 5143785"/>
              <a:gd name="connsiteX35867" fmla="*/ 1448086 w 3114960"/>
              <a:gd name="connsiteY35867" fmla="*/ 1857851 h 5143785"/>
              <a:gd name="connsiteX35868" fmla="*/ 1450181 w 3114960"/>
              <a:gd name="connsiteY35868" fmla="*/ 1853660 h 5143785"/>
              <a:gd name="connsiteX35869" fmla="*/ 1452277 w 3114960"/>
              <a:gd name="connsiteY35869" fmla="*/ 1857851 h 5143785"/>
              <a:gd name="connsiteX35870" fmla="*/ 1454372 w 3114960"/>
              <a:gd name="connsiteY35870" fmla="*/ 1853470 h 5143785"/>
              <a:gd name="connsiteX35871" fmla="*/ 1456468 w 3114960"/>
              <a:gd name="connsiteY35871" fmla="*/ 1857851 h 5143785"/>
              <a:gd name="connsiteX35872" fmla="*/ 1458563 w 3114960"/>
              <a:gd name="connsiteY35872" fmla="*/ 1853470 h 5143785"/>
              <a:gd name="connsiteX35873" fmla="*/ 1460659 w 3114960"/>
              <a:gd name="connsiteY35873" fmla="*/ 1857851 h 5143785"/>
              <a:gd name="connsiteX35874" fmla="*/ 1462754 w 3114960"/>
              <a:gd name="connsiteY35874" fmla="*/ 1853470 h 5143785"/>
              <a:gd name="connsiteX35875" fmla="*/ 1464850 w 3114960"/>
              <a:gd name="connsiteY35875" fmla="*/ 1857851 h 5143785"/>
              <a:gd name="connsiteX35876" fmla="*/ 1466945 w 3114960"/>
              <a:gd name="connsiteY35876" fmla="*/ 1853470 h 5143785"/>
              <a:gd name="connsiteX35877" fmla="*/ 1469041 w 3114960"/>
              <a:gd name="connsiteY35877" fmla="*/ 1857851 h 5143785"/>
              <a:gd name="connsiteX35878" fmla="*/ 1471136 w 3114960"/>
              <a:gd name="connsiteY35878" fmla="*/ 1853375 h 5143785"/>
              <a:gd name="connsiteX35879" fmla="*/ 1473327 w 3114960"/>
              <a:gd name="connsiteY35879" fmla="*/ 1857851 h 5143785"/>
              <a:gd name="connsiteX35880" fmla="*/ 1475518 w 3114960"/>
              <a:gd name="connsiteY35880" fmla="*/ 1853184 h 5143785"/>
              <a:gd name="connsiteX35881" fmla="*/ 1477709 w 3114960"/>
              <a:gd name="connsiteY35881" fmla="*/ 1857851 h 5143785"/>
              <a:gd name="connsiteX35882" fmla="*/ 1477709 w 3114960"/>
              <a:gd name="connsiteY35882" fmla="*/ 1857851 h 5143785"/>
              <a:gd name="connsiteX35883" fmla="*/ 1482185 w 3114960"/>
              <a:gd name="connsiteY35883" fmla="*/ 1861757 h 5143785"/>
              <a:gd name="connsiteX35884" fmla="*/ 1486186 w 3114960"/>
              <a:gd name="connsiteY35884" fmla="*/ 1862519 h 5143785"/>
              <a:gd name="connsiteX35885" fmla="*/ 1490091 w 3114960"/>
              <a:gd name="connsiteY35885" fmla="*/ 1861757 h 5143785"/>
              <a:gd name="connsiteX35886" fmla="*/ 1495711 w 3114960"/>
              <a:gd name="connsiteY35886" fmla="*/ 1856232 h 5143785"/>
              <a:gd name="connsiteX35887" fmla="*/ 1495711 w 3114960"/>
              <a:gd name="connsiteY35887" fmla="*/ 1848326 h 5143785"/>
              <a:gd name="connsiteX35888" fmla="*/ 1490186 w 3114960"/>
              <a:gd name="connsiteY35888" fmla="*/ 1842707 h 5143785"/>
              <a:gd name="connsiteX35889" fmla="*/ 1482281 w 3114960"/>
              <a:gd name="connsiteY35889" fmla="*/ 1842707 h 5143785"/>
              <a:gd name="connsiteX35890" fmla="*/ 1476947 w 3114960"/>
              <a:gd name="connsiteY35890" fmla="*/ 1847850 h 5143785"/>
              <a:gd name="connsiteX35891" fmla="*/ 1475518 w 3114960"/>
              <a:gd name="connsiteY35891" fmla="*/ 1846612 h 5143785"/>
              <a:gd name="connsiteX35892" fmla="*/ 1473327 w 3114960"/>
              <a:gd name="connsiteY35892" fmla="*/ 1851279 h 5143785"/>
              <a:gd name="connsiteX35893" fmla="*/ 1471136 w 3114960"/>
              <a:gd name="connsiteY35893" fmla="*/ 1846612 h 5143785"/>
              <a:gd name="connsiteX35894" fmla="*/ 1469041 w 3114960"/>
              <a:gd name="connsiteY35894" fmla="*/ 1850993 h 5143785"/>
              <a:gd name="connsiteX35895" fmla="*/ 1466945 w 3114960"/>
              <a:gd name="connsiteY35895" fmla="*/ 1846612 h 5143785"/>
              <a:gd name="connsiteX35896" fmla="*/ 1464850 w 3114960"/>
              <a:gd name="connsiteY35896" fmla="*/ 1851089 h 5143785"/>
              <a:gd name="connsiteX35897" fmla="*/ 1462754 w 3114960"/>
              <a:gd name="connsiteY35897" fmla="*/ 1846612 h 5143785"/>
              <a:gd name="connsiteX35898" fmla="*/ 1460659 w 3114960"/>
              <a:gd name="connsiteY35898" fmla="*/ 1850993 h 5143785"/>
              <a:gd name="connsiteX35899" fmla="*/ 1458563 w 3114960"/>
              <a:gd name="connsiteY35899" fmla="*/ 1846612 h 5143785"/>
              <a:gd name="connsiteX35900" fmla="*/ 1456468 w 3114960"/>
              <a:gd name="connsiteY35900" fmla="*/ 1850993 h 5143785"/>
              <a:gd name="connsiteX35901" fmla="*/ 1454372 w 3114960"/>
              <a:gd name="connsiteY35901" fmla="*/ 1846612 h 5143785"/>
              <a:gd name="connsiteX35902" fmla="*/ 1452277 w 3114960"/>
              <a:gd name="connsiteY35902" fmla="*/ 1850898 h 5143785"/>
              <a:gd name="connsiteX35903" fmla="*/ 1450181 w 3114960"/>
              <a:gd name="connsiteY35903" fmla="*/ 1846612 h 5143785"/>
              <a:gd name="connsiteX35904" fmla="*/ 1448086 w 3114960"/>
              <a:gd name="connsiteY35904" fmla="*/ 1850707 h 5143785"/>
              <a:gd name="connsiteX35905" fmla="*/ 1445990 w 3114960"/>
              <a:gd name="connsiteY35905" fmla="*/ 1846612 h 5143785"/>
              <a:gd name="connsiteX35906" fmla="*/ 1443990 w 3114960"/>
              <a:gd name="connsiteY35906" fmla="*/ 1850707 h 5143785"/>
              <a:gd name="connsiteX35907" fmla="*/ 1441990 w 3114960"/>
              <a:gd name="connsiteY35907" fmla="*/ 1846612 h 5143785"/>
              <a:gd name="connsiteX35908" fmla="*/ 1439990 w 3114960"/>
              <a:gd name="connsiteY35908" fmla="*/ 1850707 h 5143785"/>
              <a:gd name="connsiteX35909" fmla="*/ 1437989 w 3114960"/>
              <a:gd name="connsiteY35909" fmla="*/ 1846612 h 5143785"/>
              <a:gd name="connsiteX35910" fmla="*/ 1435894 w 3114960"/>
              <a:gd name="connsiteY35910" fmla="*/ 1850803 h 5143785"/>
              <a:gd name="connsiteX35911" fmla="*/ 1433798 w 3114960"/>
              <a:gd name="connsiteY35911" fmla="*/ 1846612 h 5143785"/>
              <a:gd name="connsiteX35912" fmla="*/ 1431703 w 3114960"/>
              <a:gd name="connsiteY35912" fmla="*/ 1850898 h 5143785"/>
              <a:gd name="connsiteX35913" fmla="*/ 1429607 w 3114960"/>
              <a:gd name="connsiteY35913" fmla="*/ 1846612 h 5143785"/>
              <a:gd name="connsiteX35914" fmla="*/ 1427512 w 3114960"/>
              <a:gd name="connsiteY35914" fmla="*/ 1850898 h 5143785"/>
              <a:gd name="connsiteX35915" fmla="*/ 1425416 w 3114960"/>
              <a:gd name="connsiteY35915" fmla="*/ 1846612 h 5143785"/>
              <a:gd name="connsiteX35916" fmla="*/ 1423321 w 3114960"/>
              <a:gd name="connsiteY35916" fmla="*/ 1850803 h 5143785"/>
              <a:gd name="connsiteX35917" fmla="*/ 1421225 w 3114960"/>
              <a:gd name="connsiteY35917" fmla="*/ 1846612 h 5143785"/>
              <a:gd name="connsiteX35918" fmla="*/ 1419130 w 3114960"/>
              <a:gd name="connsiteY35918" fmla="*/ 1850707 h 5143785"/>
              <a:gd name="connsiteX35919" fmla="*/ 1417034 w 3114960"/>
              <a:gd name="connsiteY35919" fmla="*/ 1846612 h 5143785"/>
              <a:gd name="connsiteX35920" fmla="*/ 1414939 w 3114960"/>
              <a:gd name="connsiteY35920" fmla="*/ 1850707 h 5143785"/>
              <a:gd name="connsiteX35921" fmla="*/ 1412843 w 3114960"/>
              <a:gd name="connsiteY35921" fmla="*/ 1846612 h 5143785"/>
              <a:gd name="connsiteX35922" fmla="*/ 1410748 w 3114960"/>
              <a:gd name="connsiteY35922" fmla="*/ 1850707 h 5143785"/>
              <a:gd name="connsiteX35923" fmla="*/ 1408652 w 3114960"/>
              <a:gd name="connsiteY35923" fmla="*/ 1846612 h 5143785"/>
              <a:gd name="connsiteX35924" fmla="*/ 1406557 w 3114960"/>
              <a:gd name="connsiteY35924" fmla="*/ 1850707 h 5143785"/>
              <a:gd name="connsiteX35925" fmla="*/ 1404461 w 3114960"/>
              <a:gd name="connsiteY35925" fmla="*/ 1846612 h 5143785"/>
              <a:gd name="connsiteX35926" fmla="*/ 1402366 w 3114960"/>
              <a:gd name="connsiteY35926" fmla="*/ 1850803 h 5143785"/>
              <a:gd name="connsiteX35927" fmla="*/ 1400270 w 3114960"/>
              <a:gd name="connsiteY35927" fmla="*/ 1846612 h 5143785"/>
              <a:gd name="connsiteX35928" fmla="*/ 1398175 w 3114960"/>
              <a:gd name="connsiteY35928" fmla="*/ 1850803 h 5143785"/>
              <a:gd name="connsiteX35929" fmla="*/ 1396079 w 3114960"/>
              <a:gd name="connsiteY35929" fmla="*/ 1846612 h 5143785"/>
              <a:gd name="connsiteX35930" fmla="*/ 1393984 w 3114960"/>
              <a:gd name="connsiteY35930" fmla="*/ 1850803 h 5143785"/>
              <a:gd name="connsiteX35931" fmla="*/ 1391888 w 3114960"/>
              <a:gd name="connsiteY35931" fmla="*/ 1846612 h 5143785"/>
              <a:gd name="connsiteX35932" fmla="*/ 1389793 w 3114960"/>
              <a:gd name="connsiteY35932" fmla="*/ 1850803 h 5143785"/>
              <a:gd name="connsiteX35933" fmla="*/ 1387697 w 3114960"/>
              <a:gd name="connsiteY35933" fmla="*/ 1846612 h 5143785"/>
              <a:gd name="connsiteX35934" fmla="*/ 1385602 w 3114960"/>
              <a:gd name="connsiteY35934" fmla="*/ 1850707 h 5143785"/>
              <a:gd name="connsiteX35935" fmla="*/ 1383602 w 3114960"/>
              <a:gd name="connsiteY35935" fmla="*/ 1846612 h 5143785"/>
              <a:gd name="connsiteX35936" fmla="*/ 1381601 w 3114960"/>
              <a:gd name="connsiteY35936" fmla="*/ 1850612 h 5143785"/>
              <a:gd name="connsiteX35937" fmla="*/ 1379601 w 3114960"/>
              <a:gd name="connsiteY35937" fmla="*/ 1846612 h 5143785"/>
              <a:gd name="connsiteX35938" fmla="*/ 1377601 w 3114960"/>
              <a:gd name="connsiteY35938" fmla="*/ 1850612 h 5143785"/>
              <a:gd name="connsiteX35939" fmla="*/ 1375601 w 3114960"/>
              <a:gd name="connsiteY35939" fmla="*/ 1846612 h 5143785"/>
              <a:gd name="connsiteX35940" fmla="*/ 1373600 w 3114960"/>
              <a:gd name="connsiteY35940" fmla="*/ 1850517 h 5143785"/>
              <a:gd name="connsiteX35941" fmla="*/ 1371600 w 3114960"/>
              <a:gd name="connsiteY35941" fmla="*/ 1846612 h 5143785"/>
              <a:gd name="connsiteX35942" fmla="*/ 1369600 w 3114960"/>
              <a:gd name="connsiteY35942" fmla="*/ 1850517 h 5143785"/>
              <a:gd name="connsiteX35943" fmla="*/ 1367600 w 3114960"/>
              <a:gd name="connsiteY35943" fmla="*/ 1846612 h 5143785"/>
              <a:gd name="connsiteX35944" fmla="*/ 1365599 w 3114960"/>
              <a:gd name="connsiteY35944" fmla="*/ 1850517 h 5143785"/>
              <a:gd name="connsiteX35945" fmla="*/ 1363599 w 3114960"/>
              <a:gd name="connsiteY35945" fmla="*/ 1846612 h 5143785"/>
              <a:gd name="connsiteX35946" fmla="*/ 1361599 w 3114960"/>
              <a:gd name="connsiteY35946" fmla="*/ 1850422 h 5143785"/>
              <a:gd name="connsiteX35947" fmla="*/ 1359599 w 3114960"/>
              <a:gd name="connsiteY35947" fmla="*/ 1846612 h 5143785"/>
              <a:gd name="connsiteX35948" fmla="*/ 1357598 w 3114960"/>
              <a:gd name="connsiteY35948" fmla="*/ 1850422 h 5143785"/>
              <a:gd name="connsiteX35949" fmla="*/ 1355598 w 3114960"/>
              <a:gd name="connsiteY35949" fmla="*/ 1846612 h 5143785"/>
              <a:gd name="connsiteX35950" fmla="*/ 1353598 w 3114960"/>
              <a:gd name="connsiteY35950" fmla="*/ 1850422 h 5143785"/>
              <a:gd name="connsiteX35951" fmla="*/ 1351598 w 3114960"/>
              <a:gd name="connsiteY35951" fmla="*/ 1846612 h 5143785"/>
              <a:gd name="connsiteX35952" fmla="*/ 1349597 w 3114960"/>
              <a:gd name="connsiteY35952" fmla="*/ 1850422 h 5143785"/>
              <a:gd name="connsiteX35953" fmla="*/ 1347597 w 3114960"/>
              <a:gd name="connsiteY35953" fmla="*/ 1846612 h 5143785"/>
              <a:gd name="connsiteX35954" fmla="*/ 1345597 w 3114960"/>
              <a:gd name="connsiteY35954" fmla="*/ 1850422 h 5143785"/>
              <a:gd name="connsiteX35955" fmla="*/ 1343597 w 3114960"/>
              <a:gd name="connsiteY35955" fmla="*/ 1846612 h 5143785"/>
              <a:gd name="connsiteX35956" fmla="*/ 1341596 w 3114960"/>
              <a:gd name="connsiteY35956" fmla="*/ 1850422 h 5143785"/>
              <a:gd name="connsiteX35957" fmla="*/ 1339596 w 3114960"/>
              <a:gd name="connsiteY35957" fmla="*/ 1846612 h 5143785"/>
              <a:gd name="connsiteX35958" fmla="*/ 1337596 w 3114960"/>
              <a:gd name="connsiteY35958" fmla="*/ 1850422 h 5143785"/>
              <a:gd name="connsiteX35959" fmla="*/ 1335596 w 3114960"/>
              <a:gd name="connsiteY35959" fmla="*/ 1846612 h 5143785"/>
              <a:gd name="connsiteX35960" fmla="*/ 1333595 w 3114960"/>
              <a:gd name="connsiteY35960" fmla="*/ 1850327 h 5143785"/>
              <a:gd name="connsiteX35961" fmla="*/ 1333214 w 3114960"/>
              <a:gd name="connsiteY35961" fmla="*/ 1848326 h 5143785"/>
              <a:gd name="connsiteX35962" fmla="*/ 1333024 w 3114960"/>
              <a:gd name="connsiteY35962" fmla="*/ 1847945 h 5143785"/>
              <a:gd name="connsiteX35963" fmla="*/ 1332643 w 3114960"/>
              <a:gd name="connsiteY35963" fmla="*/ 1847469 h 5143785"/>
              <a:gd name="connsiteX35964" fmla="*/ 1327690 w 3114960"/>
              <a:gd name="connsiteY35964" fmla="*/ 1842707 h 5143785"/>
              <a:gd name="connsiteX35965" fmla="*/ 1319784 w 3114960"/>
              <a:gd name="connsiteY35965" fmla="*/ 1842707 h 5143785"/>
              <a:gd name="connsiteX35966" fmla="*/ 1314164 w 3114960"/>
              <a:gd name="connsiteY35966" fmla="*/ 1848231 h 5143785"/>
              <a:gd name="connsiteX35967" fmla="*/ 1313688 w 3114960"/>
              <a:gd name="connsiteY35967" fmla="*/ 1850422 h 5143785"/>
              <a:gd name="connsiteX35968" fmla="*/ 1271111 w 3114960"/>
              <a:gd name="connsiteY35968" fmla="*/ 1850422 h 5143785"/>
              <a:gd name="connsiteX35969" fmla="*/ 1251204 w 3114960"/>
              <a:gd name="connsiteY35969" fmla="*/ 1822609 h 5143785"/>
              <a:gd name="connsiteX35970" fmla="*/ 1122331 w 3114960"/>
              <a:gd name="connsiteY35970" fmla="*/ 1822609 h 5143785"/>
              <a:gd name="connsiteX35971" fmla="*/ 1075658 w 3114960"/>
              <a:gd name="connsiteY35971" fmla="*/ 1770698 h 5143785"/>
              <a:gd name="connsiteX35972" fmla="*/ 1248632 w 3114960"/>
              <a:gd name="connsiteY35972" fmla="*/ 1770698 h 5143785"/>
              <a:gd name="connsiteX35973" fmla="*/ 1268540 w 3114960"/>
              <a:gd name="connsiteY35973" fmla="*/ 1798511 h 5143785"/>
              <a:gd name="connsiteX35974" fmla="*/ 1313688 w 3114960"/>
              <a:gd name="connsiteY35974" fmla="*/ 1798511 h 5143785"/>
              <a:gd name="connsiteX35975" fmla="*/ 1313974 w 3114960"/>
              <a:gd name="connsiteY35975" fmla="*/ 1800035 h 5143785"/>
              <a:gd name="connsiteX35976" fmla="*/ 1323499 w 3114960"/>
              <a:gd name="connsiteY35976" fmla="*/ 1806416 h 5143785"/>
              <a:gd name="connsiteX35977" fmla="*/ 1327404 w 3114960"/>
              <a:gd name="connsiteY35977" fmla="*/ 1805654 h 5143785"/>
              <a:gd name="connsiteX35978" fmla="*/ 1332262 w 3114960"/>
              <a:gd name="connsiteY35978" fmla="*/ 1801178 h 5143785"/>
              <a:gd name="connsiteX35979" fmla="*/ 1333310 w 3114960"/>
              <a:gd name="connsiteY35979" fmla="*/ 1801749 h 5143785"/>
              <a:gd name="connsiteX35980" fmla="*/ 1335310 w 3114960"/>
              <a:gd name="connsiteY35980" fmla="*/ 1797844 h 5143785"/>
              <a:gd name="connsiteX35981" fmla="*/ 1337310 w 3114960"/>
              <a:gd name="connsiteY35981" fmla="*/ 1801749 h 5143785"/>
              <a:gd name="connsiteX35982" fmla="*/ 1339310 w 3114960"/>
              <a:gd name="connsiteY35982" fmla="*/ 1797939 h 5143785"/>
              <a:gd name="connsiteX35983" fmla="*/ 1341311 w 3114960"/>
              <a:gd name="connsiteY35983" fmla="*/ 1801749 h 5143785"/>
              <a:gd name="connsiteX35984" fmla="*/ 1343311 w 3114960"/>
              <a:gd name="connsiteY35984" fmla="*/ 1797939 h 5143785"/>
              <a:gd name="connsiteX35985" fmla="*/ 1345311 w 3114960"/>
              <a:gd name="connsiteY35985" fmla="*/ 1801749 h 5143785"/>
              <a:gd name="connsiteX35986" fmla="*/ 1347311 w 3114960"/>
              <a:gd name="connsiteY35986" fmla="*/ 1797939 h 5143785"/>
              <a:gd name="connsiteX35987" fmla="*/ 1349312 w 3114960"/>
              <a:gd name="connsiteY35987" fmla="*/ 1801749 h 5143785"/>
              <a:gd name="connsiteX35988" fmla="*/ 1351312 w 3114960"/>
              <a:gd name="connsiteY35988" fmla="*/ 1797939 h 5143785"/>
              <a:gd name="connsiteX35989" fmla="*/ 1353312 w 3114960"/>
              <a:gd name="connsiteY35989" fmla="*/ 1801749 h 5143785"/>
              <a:gd name="connsiteX35990" fmla="*/ 1355312 w 3114960"/>
              <a:gd name="connsiteY35990" fmla="*/ 1797939 h 5143785"/>
              <a:gd name="connsiteX35991" fmla="*/ 1357313 w 3114960"/>
              <a:gd name="connsiteY35991" fmla="*/ 1801749 h 5143785"/>
              <a:gd name="connsiteX35992" fmla="*/ 1359313 w 3114960"/>
              <a:gd name="connsiteY35992" fmla="*/ 1797939 h 5143785"/>
              <a:gd name="connsiteX35993" fmla="*/ 1361313 w 3114960"/>
              <a:gd name="connsiteY35993" fmla="*/ 1801749 h 5143785"/>
              <a:gd name="connsiteX35994" fmla="*/ 1363313 w 3114960"/>
              <a:gd name="connsiteY35994" fmla="*/ 1797939 h 5143785"/>
              <a:gd name="connsiteX35995" fmla="*/ 1365314 w 3114960"/>
              <a:gd name="connsiteY35995" fmla="*/ 1801749 h 5143785"/>
              <a:gd name="connsiteX35996" fmla="*/ 1367314 w 3114960"/>
              <a:gd name="connsiteY35996" fmla="*/ 1797844 h 5143785"/>
              <a:gd name="connsiteX35997" fmla="*/ 1369314 w 3114960"/>
              <a:gd name="connsiteY35997" fmla="*/ 1801749 h 5143785"/>
              <a:gd name="connsiteX35998" fmla="*/ 1371314 w 3114960"/>
              <a:gd name="connsiteY35998" fmla="*/ 1797844 h 5143785"/>
              <a:gd name="connsiteX35999" fmla="*/ 1373315 w 3114960"/>
              <a:gd name="connsiteY35999" fmla="*/ 1801749 h 5143785"/>
              <a:gd name="connsiteX36000" fmla="*/ 1375315 w 3114960"/>
              <a:gd name="connsiteY36000" fmla="*/ 1797749 h 5143785"/>
              <a:gd name="connsiteX36001" fmla="*/ 1377315 w 3114960"/>
              <a:gd name="connsiteY36001" fmla="*/ 1801749 h 5143785"/>
              <a:gd name="connsiteX36002" fmla="*/ 1379315 w 3114960"/>
              <a:gd name="connsiteY36002" fmla="*/ 1797749 h 5143785"/>
              <a:gd name="connsiteX36003" fmla="*/ 1381316 w 3114960"/>
              <a:gd name="connsiteY36003" fmla="*/ 1801749 h 5143785"/>
              <a:gd name="connsiteX36004" fmla="*/ 1383316 w 3114960"/>
              <a:gd name="connsiteY36004" fmla="*/ 1797653 h 5143785"/>
              <a:gd name="connsiteX36005" fmla="*/ 1385316 w 3114960"/>
              <a:gd name="connsiteY36005" fmla="*/ 1801749 h 5143785"/>
              <a:gd name="connsiteX36006" fmla="*/ 1387412 w 3114960"/>
              <a:gd name="connsiteY36006" fmla="*/ 1797653 h 5143785"/>
              <a:gd name="connsiteX36007" fmla="*/ 1389507 w 3114960"/>
              <a:gd name="connsiteY36007" fmla="*/ 1801749 h 5143785"/>
              <a:gd name="connsiteX36008" fmla="*/ 1391603 w 3114960"/>
              <a:gd name="connsiteY36008" fmla="*/ 1797558 h 5143785"/>
              <a:gd name="connsiteX36009" fmla="*/ 1393698 w 3114960"/>
              <a:gd name="connsiteY36009" fmla="*/ 1801749 h 5143785"/>
              <a:gd name="connsiteX36010" fmla="*/ 1395794 w 3114960"/>
              <a:gd name="connsiteY36010" fmla="*/ 1797558 h 5143785"/>
              <a:gd name="connsiteX36011" fmla="*/ 1397889 w 3114960"/>
              <a:gd name="connsiteY36011" fmla="*/ 1801749 h 5143785"/>
              <a:gd name="connsiteX36012" fmla="*/ 1399985 w 3114960"/>
              <a:gd name="connsiteY36012" fmla="*/ 1797558 h 5143785"/>
              <a:gd name="connsiteX36013" fmla="*/ 1402080 w 3114960"/>
              <a:gd name="connsiteY36013" fmla="*/ 1801749 h 5143785"/>
              <a:gd name="connsiteX36014" fmla="*/ 1404176 w 3114960"/>
              <a:gd name="connsiteY36014" fmla="*/ 1797558 h 5143785"/>
              <a:gd name="connsiteX36015" fmla="*/ 1406271 w 3114960"/>
              <a:gd name="connsiteY36015" fmla="*/ 1801749 h 5143785"/>
              <a:gd name="connsiteX36016" fmla="*/ 1408367 w 3114960"/>
              <a:gd name="connsiteY36016" fmla="*/ 1797653 h 5143785"/>
              <a:gd name="connsiteX36017" fmla="*/ 1410462 w 3114960"/>
              <a:gd name="connsiteY36017" fmla="*/ 1801749 h 5143785"/>
              <a:gd name="connsiteX36018" fmla="*/ 1412557 w 3114960"/>
              <a:gd name="connsiteY36018" fmla="*/ 1797653 h 5143785"/>
              <a:gd name="connsiteX36019" fmla="*/ 1414653 w 3114960"/>
              <a:gd name="connsiteY36019" fmla="*/ 1801749 h 5143785"/>
              <a:gd name="connsiteX36020" fmla="*/ 1416749 w 3114960"/>
              <a:gd name="connsiteY36020" fmla="*/ 1797653 h 5143785"/>
              <a:gd name="connsiteX36021" fmla="*/ 1418844 w 3114960"/>
              <a:gd name="connsiteY36021" fmla="*/ 1801749 h 5143785"/>
              <a:gd name="connsiteX36022" fmla="*/ 1420940 w 3114960"/>
              <a:gd name="connsiteY36022" fmla="*/ 1797558 h 5143785"/>
              <a:gd name="connsiteX36023" fmla="*/ 1423035 w 3114960"/>
              <a:gd name="connsiteY36023" fmla="*/ 1801749 h 5143785"/>
              <a:gd name="connsiteX36024" fmla="*/ 1425131 w 3114960"/>
              <a:gd name="connsiteY36024" fmla="*/ 1797558 h 5143785"/>
              <a:gd name="connsiteX36025" fmla="*/ 1427226 w 3114960"/>
              <a:gd name="connsiteY36025" fmla="*/ 1801749 h 5143785"/>
              <a:gd name="connsiteX36026" fmla="*/ 1429322 w 3114960"/>
              <a:gd name="connsiteY36026" fmla="*/ 1797463 h 5143785"/>
              <a:gd name="connsiteX36027" fmla="*/ 1431417 w 3114960"/>
              <a:gd name="connsiteY36027" fmla="*/ 1801749 h 5143785"/>
              <a:gd name="connsiteX36028" fmla="*/ 1433513 w 3114960"/>
              <a:gd name="connsiteY36028" fmla="*/ 1797463 h 5143785"/>
              <a:gd name="connsiteX36029" fmla="*/ 1435608 w 3114960"/>
              <a:gd name="connsiteY36029" fmla="*/ 1801749 h 5143785"/>
              <a:gd name="connsiteX36030" fmla="*/ 1437703 w 3114960"/>
              <a:gd name="connsiteY36030" fmla="*/ 1797653 h 5143785"/>
              <a:gd name="connsiteX36031" fmla="*/ 1439799 w 3114960"/>
              <a:gd name="connsiteY36031" fmla="*/ 1801749 h 5143785"/>
              <a:gd name="connsiteX36032" fmla="*/ 1441799 w 3114960"/>
              <a:gd name="connsiteY36032" fmla="*/ 1797653 h 5143785"/>
              <a:gd name="connsiteX36033" fmla="*/ 1443800 w 3114960"/>
              <a:gd name="connsiteY36033" fmla="*/ 1801749 h 5143785"/>
              <a:gd name="connsiteX36034" fmla="*/ 1445800 w 3114960"/>
              <a:gd name="connsiteY36034" fmla="*/ 1797653 h 5143785"/>
              <a:gd name="connsiteX36035" fmla="*/ 1447800 w 3114960"/>
              <a:gd name="connsiteY36035" fmla="*/ 1801749 h 5143785"/>
              <a:gd name="connsiteX36036" fmla="*/ 1449896 w 3114960"/>
              <a:gd name="connsiteY36036" fmla="*/ 1797558 h 5143785"/>
              <a:gd name="connsiteX36037" fmla="*/ 1451991 w 3114960"/>
              <a:gd name="connsiteY36037" fmla="*/ 1801749 h 5143785"/>
              <a:gd name="connsiteX36038" fmla="*/ 1454087 w 3114960"/>
              <a:gd name="connsiteY36038" fmla="*/ 1797368 h 5143785"/>
              <a:gd name="connsiteX36039" fmla="*/ 1456182 w 3114960"/>
              <a:gd name="connsiteY36039" fmla="*/ 1801749 h 5143785"/>
              <a:gd name="connsiteX36040" fmla="*/ 1458278 w 3114960"/>
              <a:gd name="connsiteY36040" fmla="*/ 1797368 h 5143785"/>
              <a:gd name="connsiteX36041" fmla="*/ 1460373 w 3114960"/>
              <a:gd name="connsiteY36041" fmla="*/ 1801749 h 5143785"/>
              <a:gd name="connsiteX36042" fmla="*/ 1462469 w 3114960"/>
              <a:gd name="connsiteY36042" fmla="*/ 1797368 h 5143785"/>
              <a:gd name="connsiteX36043" fmla="*/ 1464564 w 3114960"/>
              <a:gd name="connsiteY36043" fmla="*/ 1801749 h 5143785"/>
              <a:gd name="connsiteX36044" fmla="*/ 1466660 w 3114960"/>
              <a:gd name="connsiteY36044" fmla="*/ 1797368 h 5143785"/>
              <a:gd name="connsiteX36045" fmla="*/ 1468755 w 3114960"/>
              <a:gd name="connsiteY36045" fmla="*/ 1801749 h 5143785"/>
              <a:gd name="connsiteX36046" fmla="*/ 1470851 w 3114960"/>
              <a:gd name="connsiteY36046" fmla="*/ 1797272 h 5143785"/>
              <a:gd name="connsiteX36047" fmla="*/ 1473041 w 3114960"/>
              <a:gd name="connsiteY36047" fmla="*/ 1801749 h 5143785"/>
              <a:gd name="connsiteX36048" fmla="*/ 1475232 w 3114960"/>
              <a:gd name="connsiteY36048" fmla="*/ 1797082 h 5143785"/>
              <a:gd name="connsiteX36049" fmla="*/ 1477423 w 3114960"/>
              <a:gd name="connsiteY36049" fmla="*/ 1801749 h 5143785"/>
              <a:gd name="connsiteX36050" fmla="*/ 1485995 w 3114960"/>
              <a:gd name="connsiteY36050" fmla="*/ 1806512 h 5143785"/>
              <a:gd name="connsiteX36051" fmla="*/ 1489901 w 3114960"/>
              <a:gd name="connsiteY36051" fmla="*/ 1805750 h 5143785"/>
              <a:gd name="connsiteX36052" fmla="*/ 1495520 w 3114960"/>
              <a:gd name="connsiteY36052" fmla="*/ 1800225 h 5143785"/>
              <a:gd name="connsiteX36053" fmla="*/ 1495520 w 3114960"/>
              <a:gd name="connsiteY36053" fmla="*/ 1792319 h 5143785"/>
              <a:gd name="connsiteX36054" fmla="*/ 1489996 w 3114960"/>
              <a:gd name="connsiteY36054" fmla="*/ 1786700 h 5143785"/>
              <a:gd name="connsiteX36055" fmla="*/ 1482090 w 3114960"/>
              <a:gd name="connsiteY36055" fmla="*/ 1786700 h 5143785"/>
              <a:gd name="connsiteX36056" fmla="*/ 1476756 w 3114960"/>
              <a:gd name="connsiteY36056" fmla="*/ 1791843 h 5143785"/>
              <a:gd name="connsiteX36057" fmla="*/ 1475327 w 3114960"/>
              <a:gd name="connsiteY36057" fmla="*/ 1790605 h 5143785"/>
              <a:gd name="connsiteX36058" fmla="*/ 1473137 w 3114960"/>
              <a:gd name="connsiteY36058" fmla="*/ 1795272 h 5143785"/>
              <a:gd name="connsiteX36059" fmla="*/ 1470946 w 3114960"/>
              <a:gd name="connsiteY36059" fmla="*/ 1790605 h 5143785"/>
              <a:gd name="connsiteX36060" fmla="*/ 1468850 w 3114960"/>
              <a:gd name="connsiteY36060" fmla="*/ 1794986 h 5143785"/>
              <a:gd name="connsiteX36061" fmla="*/ 1466755 w 3114960"/>
              <a:gd name="connsiteY36061" fmla="*/ 1790605 h 5143785"/>
              <a:gd name="connsiteX36062" fmla="*/ 1464659 w 3114960"/>
              <a:gd name="connsiteY36062" fmla="*/ 1795082 h 5143785"/>
              <a:gd name="connsiteX36063" fmla="*/ 1462564 w 3114960"/>
              <a:gd name="connsiteY36063" fmla="*/ 1790605 h 5143785"/>
              <a:gd name="connsiteX36064" fmla="*/ 1460468 w 3114960"/>
              <a:gd name="connsiteY36064" fmla="*/ 1794986 h 5143785"/>
              <a:gd name="connsiteX36065" fmla="*/ 1458373 w 3114960"/>
              <a:gd name="connsiteY36065" fmla="*/ 1790605 h 5143785"/>
              <a:gd name="connsiteX36066" fmla="*/ 1456277 w 3114960"/>
              <a:gd name="connsiteY36066" fmla="*/ 1794986 h 5143785"/>
              <a:gd name="connsiteX36067" fmla="*/ 1454182 w 3114960"/>
              <a:gd name="connsiteY36067" fmla="*/ 1790605 h 5143785"/>
              <a:gd name="connsiteX36068" fmla="*/ 1452086 w 3114960"/>
              <a:gd name="connsiteY36068" fmla="*/ 1794891 h 5143785"/>
              <a:gd name="connsiteX36069" fmla="*/ 1449991 w 3114960"/>
              <a:gd name="connsiteY36069" fmla="*/ 1790605 h 5143785"/>
              <a:gd name="connsiteX36070" fmla="*/ 1447895 w 3114960"/>
              <a:gd name="connsiteY36070" fmla="*/ 1794701 h 5143785"/>
              <a:gd name="connsiteX36071" fmla="*/ 1445800 w 3114960"/>
              <a:gd name="connsiteY36071" fmla="*/ 1790605 h 5143785"/>
              <a:gd name="connsiteX36072" fmla="*/ 1443800 w 3114960"/>
              <a:gd name="connsiteY36072" fmla="*/ 1794701 h 5143785"/>
              <a:gd name="connsiteX36073" fmla="*/ 1441799 w 3114960"/>
              <a:gd name="connsiteY36073" fmla="*/ 1790605 h 5143785"/>
              <a:gd name="connsiteX36074" fmla="*/ 1439799 w 3114960"/>
              <a:gd name="connsiteY36074" fmla="*/ 1794701 h 5143785"/>
              <a:gd name="connsiteX36075" fmla="*/ 1437799 w 3114960"/>
              <a:gd name="connsiteY36075" fmla="*/ 1790605 h 5143785"/>
              <a:gd name="connsiteX36076" fmla="*/ 1435703 w 3114960"/>
              <a:gd name="connsiteY36076" fmla="*/ 1794796 h 5143785"/>
              <a:gd name="connsiteX36077" fmla="*/ 1433608 w 3114960"/>
              <a:gd name="connsiteY36077" fmla="*/ 1790605 h 5143785"/>
              <a:gd name="connsiteX36078" fmla="*/ 1431512 w 3114960"/>
              <a:gd name="connsiteY36078" fmla="*/ 1794891 h 5143785"/>
              <a:gd name="connsiteX36079" fmla="*/ 1429417 w 3114960"/>
              <a:gd name="connsiteY36079" fmla="*/ 1790605 h 5143785"/>
              <a:gd name="connsiteX36080" fmla="*/ 1427321 w 3114960"/>
              <a:gd name="connsiteY36080" fmla="*/ 1794891 h 5143785"/>
              <a:gd name="connsiteX36081" fmla="*/ 1425226 w 3114960"/>
              <a:gd name="connsiteY36081" fmla="*/ 1790605 h 5143785"/>
              <a:gd name="connsiteX36082" fmla="*/ 1423130 w 3114960"/>
              <a:gd name="connsiteY36082" fmla="*/ 1794796 h 5143785"/>
              <a:gd name="connsiteX36083" fmla="*/ 1421035 w 3114960"/>
              <a:gd name="connsiteY36083" fmla="*/ 1790605 h 5143785"/>
              <a:gd name="connsiteX36084" fmla="*/ 1418939 w 3114960"/>
              <a:gd name="connsiteY36084" fmla="*/ 1794701 h 5143785"/>
              <a:gd name="connsiteX36085" fmla="*/ 1416844 w 3114960"/>
              <a:gd name="connsiteY36085" fmla="*/ 1790605 h 5143785"/>
              <a:gd name="connsiteX36086" fmla="*/ 1414748 w 3114960"/>
              <a:gd name="connsiteY36086" fmla="*/ 1794701 h 5143785"/>
              <a:gd name="connsiteX36087" fmla="*/ 1412653 w 3114960"/>
              <a:gd name="connsiteY36087" fmla="*/ 1790605 h 5143785"/>
              <a:gd name="connsiteX36088" fmla="*/ 1410557 w 3114960"/>
              <a:gd name="connsiteY36088" fmla="*/ 1794701 h 5143785"/>
              <a:gd name="connsiteX36089" fmla="*/ 1408462 w 3114960"/>
              <a:gd name="connsiteY36089" fmla="*/ 1790605 h 5143785"/>
              <a:gd name="connsiteX36090" fmla="*/ 1406366 w 3114960"/>
              <a:gd name="connsiteY36090" fmla="*/ 1794701 h 5143785"/>
              <a:gd name="connsiteX36091" fmla="*/ 1404271 w 3114960"/>
              <a:gd name="connsiteY36091" fmla="*/ 1790605 h 5143785"/>
              <a:gd name="connsiteX36092" fmla="*/ 1402175 w 3114960"/>
              <a:gd name="connsiteY36092" fmla="*/ 1794796 h 5143785"/>
              <a:gd name="connsiteX36093" fmla="*/ 1400080 w 3114960"/>
              <a:gd name="connsiteY36093" fmla="*/ 1790605 h 5143785"/>
              <a:gd name="connsiteX36094" fmla="*/ 1397984 w 3114960"/>
              <a:gd name="connsiteY36094" fmla="*/ 1794796 h 5143785"/>
              <a:gd name="connsiteX36095" fmla="*/ 1395889 w 3114960"/>
              <a:gd name="connsiteY36095" fmla="*/ 1790605 h 5143785"/>
              <a:gd name="connsiteX36096" fmla="*/ 1393793 w 3114960"/>
              <a:gd name="connsiteY36096" fmla="*/ 1794796 h 5143785"/>
              <a:gd name="connsiteX36097" fmla="*/ 1391698 w 3114960"/>
              <a:gd name="connsiteY36097" fmla="*/ 1790605 h 5143785"/>
              <a:gd name="connsiteX36098" fmla="*/ 1389602 w 3114960"/>
              <a:gd name="connsiteY36098" fmla="*/ 1794796 h 5143785"/>
              <a:gd name="connsiteX36099" fmla="*/ 1387507 w 3114960"/>
              <a:gd name="connsiteY36099" fmla="*/ 1790605 h 5143785"/>
              <a:gd name="connsiteX36100" fmla="*/ 1385411 w 3114960"/>
              <a:gd name="connsiteY36100" fmla="*/ 1794701 h 5143785"/>
              <a:gd name="connsiteX36101" fmla="*/ 1383411 w 3114960"/>
              <a:gd name="connsiteY36101" fmla="*/ 1790605 h 5143785"/>
              <a:gd name="connsiteX36102" fmla="*/ 1381411 w 3114960"/>
              <a:gd name="connsiteY36102" fmla="*/ 1794605 h 5143785"/>
              <a:gd name="connsiteX36103" fmla="*/ 1379411 w 3114960"/>
              <a:gd name="connsiteY36103" fmla="*/ 1790605 h 5143785"/>
              <a:gd name="connsiteX36104" fmla="*/ 1377410 w 3114960"/>
              <a:gd name="connsiteY36104" fmla="*/ 1794605 h 5143785"/>
              <a:gd name="connsiteX36105" fmla="*/ 1375410 w 3114960"/>
              <a:gd name="connsiteY36105" fmla="*/ 1790605 h 5143785"/>
              <a:gd name="connsiteX36106" fmla="*/ 1373410 w 3114960"/>
              <a:gd name="connsiteY36106" fmla="*/ 1794510 h 5143785"/>
              <a:gd name="connsiteX36107" fmla="*/ 1371410 w 3114960"/>
              <a:gd name="connsiteY36107" fmla="*/ 1790605 h 5143785"/>
              <a:gd name="connsiteX36108" fmla="*/ 1369409 w 3114960"/>
              <a:gd name="connsiteY36108" fmla="*/ 1794510 h 5143785"/>
              <a:gd name="connsiteX36109" fmla="*/ 1367409 w 3114960"/>
              <a:gd name="connsiteY36109" fmla="*/ 1790605 h 5143785"/>
              <a:gd name="connsiteX36110" fmla="*/ 1365409 w 3114960"/>
              <a:gd name="connsiteY36110" fmla="*/ 1794510 h 5143785"/>
              <a:gd name="connsiteX36111" fmla="*/ 1363409 w 3114960"/>
              <a:gd name="connsiteY36111" fmla="*/ 1790605 h 5143785"/>
              <a:gd name="connsiteX36112" fmla="*/ 1361408 w 3114960"/>
              <a:gd name="connsiteY36112" fmla="*/ 1794415 h 5143785"/>
              <a:gd name="connsiteX36113" fmla="*/ 1359408 w 3114960"/>
              <a:gd name="connsiteY36113" fmla="*/ 1790605 h 5143785"/>
              <a:gd name="connsiteX36114" fmla="*/ 1357408 w 3114960"/>
              <a:gd name="connsiteY36114" fmla="*/ 1794415 h 5143785"/>
              <a:gd name="connsiteX36115" fmla="*/ 1355407 w 3114960"/>
              <a:gd name="connsiteY36115" fmla="*/ 1790605 h 5143785"/>
              <a:gd name="connsiteX36116" fmla="*/ 1353407 w 3114960"/>
              <a:gd name="connsiteY36116" fmla="*/ 1794415 h 5143785"/>
              <a:gd name="connsiteX36117" fmla="*/ 1351407 w 3114960"/>
              <a:gd name="connsiteY36117" fmla="*/ 1790605 h 5143785"/>
              <a:gd name="connsiteX36118" fmla="*/ 1349407 w 3114960"/>
              <a:gd name="connsiteY36118" fmla="*/ 1794415 h 5143785"/>
              <a:gd name="connsiteX36119" fmla="*/ 1347407 w 3114960"/>
              <a:gd name="connsiteY36119" fmla="*/ 1790605 h 5143785"/>
              <a:gd name="connsiteX36120" fmla="*/ 1345406 w 3114960"/>
              <a:gd name="connsiteY36120" fmla="*/ 1794415 h 5143785"/>
              <a:gd name="connsiteX36121" fmla="*/ 1343406 w 3114960"/>
              <a:gd name="connsiteY36121" fmla="*/ 1790605 h 5143785"/>
              <a:gd name="connsiteX36122" fmla="*/ 1341406 w 3114960"/>
              <a:gd name="connsiteY36122" fmla="*/ 1794415 h 5143785"/>
              <a:gd name="connsiteX36123" fmla="*/ 1339406 w 3114960"/>
              <a:gd name="connsiteY36123" fmla="*/ 1790605 h 5143785"/>
              <a:gd name="connsiteX36124" fmla="*/ 1337405 w 3114960"/>
              <a:gd name="connsiteY36124" fmla="*/ 1794415 h 5143785"/>
              <a:gd name="connsiteX36125" fmla="*/ 1335405 w 3114960"/>
              <a:gd name="connsiteY36125" fmla="*/ 1790605 h 5143785"/>
              <a:gd name="connsiteX36126" fmla="*/ 1333405 w 3114960"/>
              <a:gd name="connsiteY36126" fmla="*/ 1794320 h 5143785"/>
              <a:gd name="connsiteX36127" fmla="*/ 1333024 w 3114960"/>
              <a:gd name="connsiteY36127" fmla="*/ 1792319 h 5143785"/>
              <a:gd name="connsiteX36128" fmla="*/ 1332833 w 3114960"/>
              <a:gd name="connsiteY36128" fmla="*/ 1791938 h 5143785"/>
              <a:gd name="connsiteX36129" fmla="*/ 1332452 w 3114960"/>
              <a:gd name="connsiteY36129" fmla="*/ 1791462 h 5143785"/>
              <a:gd name="connsiteX36130" fmla="*/ 1327499 w 3114960"/>
              <a:gd name="connsiteY36130" fmla="*/ 1786700 h 5143785"/>
              <a:gd name="connsiteX36131" fmla="*/ 1319594 w 3114960"/>
              <a:gd name="connsiteY36131" fmla="*/ 1786700 h 5143785"/>
              <a:gd name="connsiteX36132" fmla="*/ 1313974 w 3114960"/>
              <a:gd name="connsiteY36132" fmla="*/ 1792224 h 5143785"/>
              <a:gd name="connsiteX36133" fmla="*/ 1313688 w 3114960"/>
              <a:gd name="connsiteY36133" fmla="*/ 1793843 h 5143785"/>
              <a:gd name="connsiteX36134" fmla="*/ 1271016 w 3114960"/>
              <a:gd name="connsiteY36134" fmla="*/ 1793843 h 5143785"/>
              <a:gd name="connsiteX36135" fmla="*/ 1251109 w 3114960"/>
              <a:gd name="connsiteY36135" fmla="*/ 1766030 h 5143785"/>
              <a:gd name="connsiteX36136" fmla="*/ 1075658 w 3114960"/>
              <a:gd name="connsiteY36136" fmla="*/ 1766030 h 5143785"/>
              <a:gd name="connsiteX36137" fmla="*/ 1122236 w 3114960"/>
              <a:gd name="connsiteY36137" fmla="*/ 1714691 h 5143785"/>
              <a:gd name="connsiteX36138" fmla="*/ 1248632 w 3114960"/>
              <a:gd name="connsiteY36138" fmla="*/ 1714691 h 5143785"/>
              <a:gd name="connsiteX36139" fmla="*/ 1482662 w 3114960"/>
              <a:gd name="connsiteY36139" fmla="*/ 1732978 h 5143785"/>
              <a:gd name="connsiteX36140" fmla="*/ 1492949 w 3114960"/>
              <a:gd name="connsiteY36140" fmla="*/ 1737265 h 5143785"/>
              <a:gd name="connsiteX36141" fmla="*/ 1488662 w 3114960"/>
              <a:gd name="connsiteY36141" fmla="*/ 1747552 h 5143785"/>
              <a:gd name="connsiteX36142" fmla="*/ 1482662 w 3114960"/>
              <a:gd name="connsiteY36142" fmla="*/ 1747552 h 5143785"/>
              <a:gd name="connsiteX36143" fmla="*/ 1478375 w 3114960"/>
              <a:gd name="connsiteY36143" fmla="*/ 1743266 h 5143785"/>
              <a:gd name="connsiteX36144" fmla="*/ 1482662 w 3114960"/>
              <a:gd name="connsiteY36144" fmla="*/ 1732978 h 5143785"/>
              <a:gd name="connsiteX36145" fmla="*/ 1320641 w 3114960"/>
              <a:gd name="connsiteY36145" fmla="*/ 1732978 h 5143785"/>
              <a:gd name="connsiteX36146" fmla="*/ 1330738 w 3114960"/>
              <a:gd name="connsiteY36146" fmla="*/ 1737074 h 5143785"/>
              <a:gd name="connsiteX36147" fmla="*/ 1331214 w 3114960"/>
              <a:gd name="connsiteY36147" fmla="*/ 1740408 h 5143785"/>
              <a:gd name="connsiteX36148" fmla="*/ 1331214 w 3114960"/>
              <a:gd name="connsiteY36148" fmla="*/ 1741075 h 5143785"/>
              <a:gd name="connsiteX36149" fmla="*/ 1326452 w 3114960"/>
              <a:gd name="connsiteY36149" fmla="*/ 1747552 h 5143785"/>
              <a:gd name="connsiteX36150" fmla="*/ 1316165 w 3114960"/>
              <a:gd name="connsiteY36150" fmla="*/ 1743266 h 5143785"/>
              <a:gd name="connsiteX36151" fmla="*/ 1320451 w 3114960"/>
              <a:gd name="connsiteY36151" fmla="*/ 1732978 h 5143785"/>
              <a:gd name="connsiteX36152" fmla="*/ 894017 w 3114960"/>
              <a:gd name="connsiteY36152" fmla="*/ 1722025 h 5143785"/>
              <a:gd name="connsiteX36153" fmla="*/ 885063 w 3114960"/>
              <a:gd name="connsiteY36153" fmla="*/ 1730978 h 5143785"/>
              <a:gd name="connsiteX36154" fmla="*/ 884587 w 3114960"/>
              <a:gd name="connsiteY36154" fmla="*/ 1730978 h 5143785"/>
              <a:gd name="connsiteX36155" fmla="*/ 875443 w 3114960"/>
              <a:gd name="connsiteY36155" fmla="*/ 1721358 h 5143785"/>
              <a:gd name="connsiteX36156" fmla="*/ 885063 w 3114960"/>
              <a:gd name="connsiteY36156" fmla="*/ 1712214 h 5143785"/>
              <a:gd name="connsiteX36157" fmla="*/ 894017 w 3114960"/>
              <a:gd name="connsiteY36157" fmla="*/ 1721549 h 5143785"/>
              <a:gd name="connsiteX36158" fmla="*/ 894017 w 3114960"/>
              <a:gd name="connsiteY36158" fmla="*/ 1721930 h 5143785"/>
              <a:gd name="connsiteX36159" fmla="*/ 881920 w 3114960"/>
              <a:gd name="connsiteY36159" fmla="*/ 1778032 h 5143785"/>
              <a:gd name="connsiteX36160" fmla="*/ 881729 w 3114960"/>
              <a:gd name="connsiteY36160" fmla="*/ 1777937 h 5143785"/>
              <a:gd name="connsiteX36161" fmla="*/ 873252 w 3114960"/>
              <a:gd name="connsiteY36161" fmla="*/ 1767745 h 5143785"/>
              <a:gd name="connsiteX36162" fmla="*/ 883444 w 3114960"/>
              <a:gd name="connsiteY36162" fmla="*/ 1759268 h 5143785"/>
              <a:gd name="connsiteX36163" fmla="*/ 891921 w 3114960"/>
              <a:gd name="connsiteY36163" fmla="*/ 1769459 h 5143785"/>
              <a:gd name="connsiteX36164" fmla="*/ 882015 w 3114960"/>
              <a:gd name="connsiteY36164" fmla="*/ 1778032 h 5143785"/>
              <a:gd name="connsiteX36165" fmla="*/ 893064 w 3114960"/>
              <a:gd name="connsiteY36165" fmla="*/ 1819847 h 5143785"/>
              <a:gd name="connsiteX36166" fmla="*/ 882872 w 3114960"/>
              <a:gd name="connsiteY36166" fmla="*/ 1828324 h 5143785"/>
              <a:gd name="connsiteX36167" fmla="*/ 874395 w 3114960"/>
              <a:gd name="connsiteY36167" fmla="*/ 1818132 h 5143785"/>
              <a:gd name="connsiteX36168" fmla="*/ 884587 w 3114960"/>
              <a:gd name="connsiteY36168" fmla="*/ 1809655 h 5143785"/>
              <a:gd name="connsiteX36169" fmla="*/ 893159 w 3114960"/>
              <a:gd name="connsiteY36169" fmla="*/ 1819561 h 5143785"/>
              <a:gd name="connsiteX36170" fmla="*/ 893064 w 3114960"/>
              <a:gd name="connsiteY36170" fmla="*/ 1819751 h 5143785"/>
              <a:gd name="connsiteX36171" fmla="*/ 1062609 w 3114960"/>
              <a:gd name="connsiteY36171" fmla="*/ 1783937 h 5143785"/>
              <a:gd name="connsiteX36172" fmla="*/ 1033082 w 3114960"/>
              <a:gd name="connsiteY36172" fmla="*/ 1788509 h 5143785"/>
              <a:gd name="connsiteX36173" fmla="*/ 1024700 w 3114960"/>
              <a:gd name="connsiteY36173" fmla="*/ 1774698 h 5143785"/>
              <a:gd name="connsiteX36174" fmla="*/ 1028510 w 3114960"/>
              <a:gd name="connsiteY36174" fmla="*/ 1758982 h 5143785"/>
              <a:gd name="connsiteX36175" fmla="*/ 1042321 w 3114960"/>
              <a:gd name="connsiteY36175" fmla="*/ 1750600 h 5143785"/>
              <a:gd name="connsiteX36176" fmla="*/ 1058037 w 3114960"/>
              <a:gd name="connsiteY36176" fmla="*/ 1754410 h 5143785"/>
              <a:gd name="connsiteX36177" fmla="*/ 1066419 w 3114960"/>
              <a:gd name="connsiteY36177" fmla="*/ 1768221 h 5143785"/>
              <a:gd name="connsiteX36178" fmla="*/ 1062609 w 3114960"/>
              <a:gd name="connsiteY36178" fmla="*/ 1783842 h 5143785"/>
              <a:gd name="connsiteX36179" fmla="*/ 1482662 w 3114960"/>
              <a:gd name="connsiteY36179" fmla="*/ 1845183 h 5143785"/>
              <a:gd name="connsiteX36180" fmla="*/ 1492949 w 3114960"/>
              <a:gd name="connsiteY36180" fmla="*/ 1849469 h 5143785"/>
              <a:gd name="connsiteX36181" fmla="*/ 1492949 w 3114960"/>
              <a:gd name="connsiteY36181" fmla="*/ 1855470 h 5143785"/>
              <a:gd name="connsiteX36182" fmla="*/ 1488662 w 3114960"/>
              <a:gd name="connsiteY36182" fmla="*/ 1859756 h 5143785"/>
              <a:gd name="connsiteX36183" fmla="*/ 1478375 w 3114960"/>
              <a:gd name="connsiteY36183" fmla="*/ 1855470 h 5143785"/>
              <a:gd name="connsiteX36184" fmla="*/ 1482662 w 3114960"/>
              <a:gd name="connsiteY36184" fmla="*/ 1845183 h 5143785"/>
              <a:gd name="connsiteX36185" fmla="*/ 1320641 w 3114960"/>
              <a:gd name="connsiteY36185" fmla="*/ 1845183 h 5143785"/>
              <a:gd name="connsiteX36186" fmla="*/ 1323594 w 3114960"/>
              <a:gd name="connsiteY36186" fmla="*/ 1844612 h 5143785"/>
              <a:gd name="connsiteX36187" fmla="*/ 1330738 w 3114960"/>
              <a:gd name="connsiteY36187" fmla="*/ 1849184 h 5143785"/>
              <a:gd name="connsiteX36188" fmla="*/ 1331309 w 3114960"/>
              <a:gd name="connsiteY36188" fmla="*/ 1852613 h 5143785"/>
              <a:gd name="connsiteX36189" fmla="*/ 1331309 w 3114960"/>
              <a:gd name="connsiteY36189" fmla="*/ 1853279 h 5143785"/>
              <a:gd name="connsiteX36190" fmla="*/ 1330833 w 3114960"/>
              <a:gd name="connsiteY36190" fmla="*/ 1855470 h 5143785"/>
              <a:gd name="connsiteX36191" fmla="*/ 1326547 w 3114960"/>
              <a:gd name="connsiteY36191" fmla="*/ 1859756 h 5143785"/>
              <a:gd name="connsiteX36192" fmla="*/ 1316260 w 3114960"/>
              <a:gd name="connsiteY36192" fmla="*/ 1855470 h 5143785"/>
              <a:gd name="connsiteX36193" fmla="*/ 1320546 w 3114960"/>
              <a:gd name="connsiteY36193" fmla="*/ 1845183 h 5143785"/>
              <a:gd name="connsiteX36194" fmla="*/ 1482662 w 3114960"/>
              <a:gd name="connsiteY36194" fmla="*/ 1789081 h 5143785"/>
              <a:gd name="connsiteX36195" fmla="*/ 1492949 w 3114960"/>
              <a:gd name="connsiteY36195" fmla="*/ 1793367 h 5143785"/>
              <a:gd name="connsiteX36196" fmla="*/ 1488662 w 3114960"/>
              <a:gd name="connsiteY36196" fmla="*/ 1803654 h 5143785"/>
              <a:gd name="connsiteX36197" fmla="*/ 1478375 w 3114960"/>
              <a:gd name="connsiteY36197" fmla="*/ 1799368 h 5143785"/>
              <a:gd name="connsiteX36198" fmla="*/ 1482662 w 3114960"/>
              <a:gd name="connsiteY36198" fmla="*/ 1789081 h 5143785"/>
              <a:gd name="connsiteX36199" fmla="*/ 1320641 w 3114960"/>
              <a:gd name="connsiteY36199" fmla="*/ 1789081 h 5143785"/>
              <a:gd name="connsiteX36200" fmla="*/ 1323594 w 3114960"/>
              <a:gd name="connsiteY36200" fmla="*/ 1788509 h 5143785"/>
              <a:gd name="connsiteX36201" fmla="*/ 1330738 w 3114960"/>
              <a:gd name="connsiteY36201" fmla="*/ 1793081 h 5143785"/>
              <a:gd name="connsiteX36202" fmla="*/ 1331309 w 3114960"/>
              <a:gd name="connsiteY36202" fmla="*/ 1796510 h 5143785"/>
              <a:gd name="connsiteX36203" fmla="*/ 1331309 w 3114960"/>
              <a:gd name="connsiteY36203" fmla="*/ 1797177 h 5143785"/>
              <a:gd name="connsiteX36204" fmla="*/ 1326547 w 3114960"/>
              <a:gd name="connsiteY36204" fmla="*/ 1803654 h 5143785"/>
              <a:gd name="connsiteX36205" fmla="*/ 1316260 w 3114960"/>
              <a:gd name="connsiteY36205" fmla="*/ 1799368 h 5143785"/>
              <a:gd name="connsiteX36206" fmla="*/ 1320546 w 3114960"/>
              <a:gd name="connsiteY36206" fmla="*/ 1789081 h 5143785"/>
              <a:gd name="connsiteX36207" fmla="*/ 1073753 w 3114960"/>
              <a:gd name="connsiteY36207" fmla="*/ 1843945 h 5143785"/>
              <a:gd name="connsiteX36208" fmla="*/ 1071372 w 3114960"/>
              <a:gd name="connsiteY36208" fmla="*/ 1846326 h 5143785"/>
              <a:gd name="connsiteX36209" fmla="*/ 1071372 w 3114960"/>
              <a:gd name="connsiteY36209" fmla="*/ 1866328 h 5143785"/>
              <a:gd name="connsiteX36210" fmla="*/ 1073753 w 3114960"/>
              <a:gd name="connsiteY36210" fmla="*/ 1868710 h 5143785"/>
              <a:gd name="connsiteX36211" fmla="*/ 1093756 w 3114960"/>
              <a:gd name="connsiteY36211" fmla="*/ 1868710 h 5143785"/>
              <a:gd name="connsiteX36212" fmla="*/ 1096137 w 3114960"/>
              <a:gd name="connsiteY36212" fmla="*/ 1866328 h 5143785"/>
              <a:gd name="connsiteX36213" fmla="*/ 1096137 w 3114960"/>
              <a:gd name="connsiteY36213" fmla="*/ 1846326 h 5143785"/>
              <a:gd name="connsiteX36214" fmla="*/ 1093756 w 3114960"/>
              <a:gd name="connsiteY36214" fmla="*/ 1843945 h 5143785"/>
              <a:gd name="connsiteX36215" fmla="*/ 1073753 w 3114960"/>
              <a:gd name="connsiteY36215" fmla="*/ 1843945 h 5143785"/>
              <a:gd name="connsiteX36216" fmla="*/ 1091375 w 3114960"/>
              <a:gd name="connsiteY36216" fmla="*/ 1863947 h 5143785"/>
              <a:gd name="connsiteX36217" fmla="*/ 1076135 w 3114960"/>
              <a:gd name="connsiteY36217" fmla="*/ 1863947 h 5143785"/>
              <a:gd name="connsiteX36218" fmla="*/ 1076135 w 3114960"/>
              <a:gd name="connsiteY36218" fmla="*/ 1848707 h 5143785"/>
              <a:gd name="connsiteX36219" fmla="*/ 1091375 w 3114960"/>
              <a:gd name="connsiteY36219" fmla="*/ 1848707 h 5143785"/>
              <a:gd name="connsiteX36220" fmla="*/ 1091375 w 3114960"/>
              <a:gd name="connsiteY36220" fmla="*/ 1863947 h 5143785"/>
              <a:gd name="connsiteX36221" fmla="*/ 404336 w 3114960"/>
              <a:gd name="connsiteY36221" fmla="*/ 4382548 h 5143785"/>
              <a:gd name="connsiteX36222" fmla="*/ 409575 w 3114960"/>
              <a:gd name="connsiteY36222" fmla="*/ 4378262 h 5143785"/>
              <a:gd name="connsiteX36223" fmla="*/ 414147 w 3114960"/>
              <a:gd name="connsiteY36223" fmla="*/ 4383786 h 5143785"/>
              <a:gd name="connsiteX36224" fmla="*/ 408908 w 3114960"/>
              <a:gd name="connsiteY36224" fmla="*/ 4388072 h 5143785"/>
              <a:gd name="connsiteX36225" fmla="*/ 404336 w 3114960"/>
              <a:gd name="connsiteY36225" fmla="*/ 4382548 h 5143785"/>
              <a:gd name="connsiteX36226" fmla="*/ 1111949 w 3114960"/>
              <a:gd name="connsiteY36226" fmla="*/ 1843945 h 5143785"/>
              <a:gd name="connsiteX36227" fmla="*/ 1109567 w 3114960"/>
              <a:gd name="connsiteY36227" fmla="*/ 1846326 h 5143785"/>
              <a:gd name="connsiteX36228" fmla="*/ 1109567 w 3114960"/>
              <a:gd name="connsiteY36228" fmla="*/ 1866328 h 5143785"/>
              <a:gd name="connsiteX36229" fmla="*/ 1111949 w 3114960"/>
              <a:gd name="connsiteY36229" fmla="*/ 1868710 h 5143785"/>
              <a:gd name="connsiteX36230" fmla="*/ 1131951 w 3114960"/>
              <a:gd name="connsiteY36230" fmla="*/ 1868710 h 5143785"/>
              <a:gd name="connsiteX36231" fmla="*/ 1134332 w 3114960"/>
              <a:gd name="connsiteY36231" fmla="*/ 1866328 h 5143785"/>
              <a:gd name="connsiteX36232" fmla="*/ 1134332 w 3114960"/>
              <a:gd name="connsiteY36232" fmla="*/ 1846326 h 5143785"/>
              <a:gd name="connsiteX36233" fmla="*/ 1131951 w 3114960"/>
              <a:gd name="connsiteY36233" fmla="*/ 1843945 h 5143785"/>
              <a:gd name="connsiteX36234" fmla="*/ 1111949 w 3114960"/>
              <a:gd name="connsiteY36234" fmla="*/ 1843945 h 5143785"/>
              <a:gd name="connsiteX36235" fmla="*/ 1129570 w 3114960"/>
              <a:gd name="connsiteY36235" fmla="*/ 1863947 h 5143785"/>
              <a:gd name="connsiteX36236" fmla="*/ 1114330 w 3114960"/>
              <a:gd name="connsiteY36236" fmla="*/ 1863947 h 5143785"/>
              <a:gd name="connsiteX36237" fmla="*/ 1114330 w 3114960"/>
              <a:gd name="connsiteY36237" fmla="*/ 1848707 h 5143785"/>
              <a:gd name="connsiteX36238" fmla="*/ 1129570 w 3114960"/>
              <a:gd name="connsiteY36238" fmla="*/ 1848707 h 5143785"/>
              <a:gd name="connsiteX36239" fmla="*/ 1129570 w 3114960"/>
              <a:gd name="connsiteY36239" fmla="*/ 1863947 h 5143785"/>
              <a:gd name="connsiteX36240" fmla="*/ 736854 w 3114960"/>
              <a:gd name="connsiteY36240" fmla="*/ 2244757 h 5143785"/>
              <a:gd name="connsiteX36241" fmla="*/ 744188 w 3114960"/>
              <a:gd name="connsiteY36241" fmla="*/ 2251805 h 5143785"/>
              <a:gd name="connsiteX36242" fmla="*/ 739235 w 3114960"/>
              <a:gd name="connsiteY36242" fmla="*/ 2256949 h 5143785"/>
              <a:gd name="connsiteX36243" fmla="*/ 731901 w 3114960"/>
              <a:gd name="connsiteY36243" fmla="*/ 2249900 h 5143785"/>
              <a:gd name="connsiteX36244" fmla="*/ 736854 w 3114960"/>
              <a:gd name="connsiteY36244" fmla="*/ 2244757 h 5143785"/>
              <a:gd name="connsiteX36245" fmla="*/ 2555558 w 3114960"/>
              <a:gd name="connsiteY36245" fmla="*/ 632841 h 5143785"/>
              <a:gd name="connsiteX36246" fmla="*/ 2570607 w 3114960"/>
              <a:gd name="connsiteY36246" fmla="*/ 622840 h 5143785"/>
              <a:gd name="connsiteX36247" fmla="*/ 2580609 w 3114960"/>
              <a:gd name="connsiteY36247" fmla="*/ 637889 h 5143785"/>
              <a:gd name="connsiteX36248" fmla="*/ 2565559 w 3114960"/>
              <a:gd name="connsiteY36248" fmla="*/ 647891 h 5143785"/>
              <a:gd name="connsiteX36249" fmla="*/ 2555558 w 3114960"/>
              <a:gd name="connsiteY36249" fmla="*/ 632841 h 5143785"/>
              <a:gd name="connsiteX36250" fmla="*/ 2555081 w 3114960"/>
              <a:gd name="connsiteY36250" fmla="*/ 702945 h 5143785"/>
              <a:gd name="connsiteX36251" fmla="*/ 2570131 w 3114960"/>
              <a:gd name="connsiteY36251" fmla="*/ 692944 h 5143785"/>
              <a:gd name="connsiteX36252" fmla="*/ 2580132 w 3114960"/>
              <a:gd name="connsiteY36252" fmla="*/ 707993 h 5143785"/>
              <a:gd name="connsiteX36253" fmla="*/ 2565083 w 3114960"/>
              <a:gd name="connsiteY36253" fmla="*/ 717995 h 5143785"/>
              <a:gd name="connsiteX36254" fmla="*/ 2555081 w 3114960"/>
              <a:gd name="connsiteY36254" fmla="*/ 702945 h 5143785"/>
              <a:gd name="connsiteX36255" fmla="*/ 1043273 w 3114960"/>
              <a:gd name="connsiteY36255" fmla="*/ 1862519 h 5143785"/>
              <a:gd name="connsiteX36256" fmla="*/ 1043273 w 3114960"/>
              <a:gd name="connsiteY36256" fmla="*/ 1843469 h 5143785"/>
              <a:gd name="connsiteX36257" fmla="*/ 1048036 w 3114960"/>
              <a:gd name="connsiteY36257" fmla="*/ 1843469 h 5143785"/>
              <a:gd name="connsiteX36258" fmla="*/ 1048036 w 3114960"/>
              <a:gd name="connsiteY36258" fmla="*/ 1862519 h 5143785"/>
              <a:gd name="connsiteX36259" fmla="*/ 1043273 w 3114960"/>
              <a:gd name="connsiteY36259" fmla="*/ 1862519 h 5143785"/>
              <a:gd name="connsiteX36260" fmla="*/ 1048036 w 3114960"/>
              <a:gd name="connsiteY36260" fmla="*/ 1805369 h 5143785"/>
              <a:gd name="connsiteX36261" fmla="*/ 1048036 w 3114960"/>
              <a:gd name="connsiteY36261" fmla="*/ 1824419 h 5143785"/>
              <a:gd name="connsiteX36262" fmla="*/ 1043273 w 3114960"/>
              <a:gd name="connsiteY36262" fmla="*/ 1824419 h 5143785"/>
              <a:gd name="connsiteX36263" fmla="*/ 1043273 w 3114960"/>
              <a:gd name="connsiteY36263" fmla="*/ 1805369 h 5143785"/>
              <a:gd name="connsiteX36264" fmla="*/ 1048036 w 3114960"/>
              <a:gd name="connsiteY36264" fmla="*/ 1805369 h 5143785"/>
              <a:gd name="connsiteX36265" fmla="*/ 753904 w 3114960"/>
              <a:gd name="connsiteY36265" fmla="*/ 2271046 h 5143785"/>
              <a:gd name="connsiteX36266" fmla="*/ 746570 w 3114960"/>
              <a:gd name="connsiteY36266" fmla="*/ 2263997 h 5143785"/>
              <a:gd name="connsiteX36267" fmla="*/ 751523 w 3114960"/>
              <a:gd name="connsiteY36267" fmla="*/ 2258854 h 5143785"/>
              <a:gd name="connsiteX36268" fmla="*/ 758857 w 3114960"/>
              <a:gd name="connsiteY36268" fmla="*/ 2265902 h 5143785"/>
              <a:gd name="connsiteX36269" fmla="*/ 753904 w 3114960"/>
              <a:gd name="connsiteY36269" fmla="*/ 2271046 h 5143785"/>
              <a:gd name="connsiteX36270" fmla="*/ 1150144 w 3114960"/>
              <a:gd name="connsiteY36270" fmla="*/ 1843945 h 5143785"/>
              <a:gd name="connsiteX36271" fmla="*/ 1147763 w 3114960"/>
              <a:gd name="connsiteY36271" fmla="*/ 1846326 h 5143785"/>
              <a:gd name="connsiteX36272" fmla="*/ 1147763 w 3114960"/>
              <a:gd name="connsiteY36272" fmla="*/ 1866328 h 5143785"/>
              <a:gd name="connsiteX36273" fmla="*/ 1150144 w 3114960"/>
              <a:gd name="connsiteY36273" fmla="*/ 1868710 h 5143785"/>
              <a:gd name="connsiteX36274" fmla="*/ 1170146 w 3114960"/>
              <a:gd name="connsiteY36274" fmla="*/ 1868710 h 5143785"/>
              <a:gd name="connsiteX36275" fmla="*/ 1172528 w 3114960"/>
              <a:gd name="connsiteY36275" fmla="*/ 1866328 h 5143785"/>
              <a:gd name="connsiteX36276" fmla="*/ 1172528 w 3114960"/>
              <a:gd name="connsiteY36276" fmla="*/ 1846326 h 5143785"/>
              <a:gd name="connsiteX36277" fmla="*/ 1170146 w 3114960"/>
              <a:gd name="connsiteY36277" fmla="*/ 1843945 h 5143785"/>
              <a:gd name="connsiteX36278" fmla="*/ 1150144 w 3114960"/>
              <a:gd name="connsiteY36278" fmla="*/ 1843945 h 5143785"/>
              <a:gd name="connsiteX36279" fmla="*/ 1167765 w 3114960"/>
              <a:gd name="connsiteY36279" fmla="*/ 1863947 h 5143785"/>
              <a:gd name="connsiteX36280" fmla="*/ 1152525 w 3114960"/>
              <a:gd name="connsiteY36280" fmla="*/ 1863947 h 5143785"/>
              <a:gd name="connsiteX36281" fmla="*/ 1152525 w 3114960"/>
              <a:gd name="connsiteY36281" fmla="*/ 1848707 h 5143785"/>
              <a:gd name="connsiteX36282" fmla="*/ 1167765 w 3114960"/>
              <a:gd name="connsiteY36282" fmla="*/ 1848707 h 5143785"/>
              <a:gd name="connsiteX36283" fmla="*/ 1167765 w 3114960"/>
              <a:gd name="connsiteY36283" fmla="*/ 1863947 h 5143785"/>
              <a:gd name="connsiteX36284" fmla="*/ 739235 w 3114960"/>
              <a:gd name="connsiteY36284" fmla="*/ 2275332 h 5143785"/>
              <a:gd name="connsiteX36285" fmla="*/ 750856 w 3114960"/>
              <a:gd name="connsiteY36285" fmla="*/ 2275332 h 5143785"/>
              <a:gd name="connsiteX36286" fmla="*/ 750856 w 3114960"/>
              <a:gd name="connsiteY36286" fmla="*/ 2282381 h 5143785"/>
              <a:gd name="connsiteX36287" fmla="*/ 739235 w 3114960"/>
              <a:gd name="connsiteY36287" fmla="*/ 2282381 h 5143785"/>
              <a:gd name="connsiteX36288" fmla="*/ 739235 w 3114960"/>
              <a:gd name="connsiteY36288" fmla="*/ 2275332 h 5143785"/>
              <a:gd name="connsiteX36289" fmla="*/ 1804416 w 3114960"/>
              <a:gd name="connsiteY36289" fmla="*/ 1162526 h 5143785"/>
              <a:gd name="connsiteX36290" fmla="*/ 1777460 w 3114960"/>
              <a:gd name="connsiteY36290" fmla="*/ 1137666 h 5143785"/>
              <a:gd name="connsiteX36291" fmla="*/ 1667637 w 3114960"/>
              <a:gd name="connsiteY36291" fmla="*/ 1137190 h 5143785"/>
              <a:gd name="connsiteX36292" fmla="*/ 1667066 w 3114960"/>
              <a:gd name="connsiteY36292" fmla="*/ 1135475 h 5143785"/>
              <a:gd name="connsiteX36293" fmla="*/ 1650873 w 3114960"/>
              <a:gd name="connsiteY36293" fmla="*/ 1129760 h 5143785"/>
              <a:gd name="connsiteX36294" fmla="*/ 1645158 w 3114960"/>
              <a:gd name="connsiteY36294" fmla="*/ 1145953 h 5143785"/>
              <a:gd name="connsiteX36295" fmla="*/ 1661351 w 3114960"/>
              <a:gd name="connsiteY36295" fmla="*/ 1151668 h 5143785"/>
              <a:gd name="connsiteX36296" fmla="*/ 1667637 w 3114960"/>
              <a:gd name="connsiteY36296" fmla="*/ 1144334 h 5143785"/>
              <a:gd name="connsiteX36297" fmla="*/ 1774698 w 3114960"/>
              <a:gd name="connsiteY36297" fmla="*/ 1144810 h 5143785"/>
              <a:gd name="connsiteX36298" fmla="*/ 1801654 w 3114960"/>
              <a:gd name="connsiteY36298" fmla="*/ 1169670 h 5143785"/>
              <a:gd name="connsiteX36299" fmla="*/ 1965960 w 3114960"/>
              <a:gd name="connsiteY36299" fmla="*/ 1169670 h 5143785"/>
              <a:gd name="connsiteX36300" fmla="*/ 2012728 w 3114960"/>
              <a:gd name="connsiteY36300" fmla="*/ 1131856 h 5143785"/>
              <a:gd name="connsiteX36301" fmla="*/ 2012728 w 3114960"/>
              <a:gd name="connsiteY36301" fmla="*/ 1044131 h 5143785"/>
              <a:gd name="connsiteX36302" fmla="*/ 2016157 w 3114960"/>
              <a:gd name="connsiteY36302" fmla="*/ 1044131 h 5143785"/>
              <a:gd name="connsiteX36303" fmla="*/ 2027587 w 3114960"/>
              <a:gd name="connsiteY36303" fmla="*/ 1032701 h 5143785"/>
              <a:gd name="connsiteX36304" fmla="*/ 2027587 w 3114960"/>
              <a:gd name="connsiteY36304" fmla="*/ 981361 h 5143785"/>
              <a:gd name="connsiteX36305" fmla="*/ 2016157 w 3114960"/>
              <a:gd name="connsiteY36305" fmla="*/ 969931 h 5143785"/>
              <a:gd name="connsiteX36306" fmla="*/ 2012728 w 3114960"/>
              <a:gd name="connsiteY36306" fmla="*/ 969931 h 5143785"/>
              <a:gd name="connsiteX36307" fmla="*/ 2012156 w 3114960"/>
              <a:gd name="connsiteY36307" fmla="*/ 752666 h 5143785"/>
              <a:gd name="connsiteX36308" fmla="*/ 2300859 w 3114960"/>
              <a:gd name="connsiteY36308" fmla="*/ 508921 h 5143785"/>
              <a:gd name="connsiteX36309" fmla="*/ 2324957 w 3114960"/>
              <a:gd name="connsiteY36309" fmla="*/ 510826 h 5143785"/>
              <a:gd name="connsiteX36310" fmla="*/ 2328958 w 3114960"/>
              <a:gd name="connsiteY36310" fmla="*/ 484918 h 5143785"/>
              <a:gd name="connsiteX36311" fmla="*/ 2314004 w 3114960"/>
              <a:gd name="connsiteY36311" fmla="*/ 477393 h 5143785"/>
              <a:gd name="connsiteX36312" fmla="*/ 2303050 w 3114960"/>
              <a:gd name="connsiteY36312" fmla="*/ 481013 h 5143785"/>
              <a:gd name="connsiteX36313" fmla="*/ 2296954 w 3114960"/>
              <a:gd name="connsiteY36313" fmla="*/ 503111 h 5143785"/>
              <a:gd name="connsiteX36314" fmla="*/ 2006346 w 3114960"/>
              <a:gd name="connsiteY36314" fmla="*/ 748475 h 5143785"/>
              <a:gd name="connsiteX36315" fmla="*/ 2005108 w 3114960"/>
              <a:gd name="connsiteY36315" fmla="*/ 749522 h 5143785"/>
              <a:gd name="connsiteX36316" fmla="*/ 2005679 w 3114960"/>
              <a:gd name="connsiteY36316" fmla="*/ 970026 h 5143785"/>
              <a:gd name="connsiteX36317" fmla="*/ 2002250 w 3114960"/>
              <a:gd name="connsiteY36317" fmla="*/ 970026 h 5143785"/>
              <a:gd name="connsiteX36318" fmla="*/ 1990820 w 3114960"/>
              <a:gd name="connsiteY36318" fmla="*/ 981456 h 5143785"/>
              <a:gd name="connsiteX36319" fmla="*/ 1990820 w 3114960"/>
              <a:gd name="connsiteY36319" fmla="*/ 1032796 h 5143785"/>
              <a:gd name="connsiteX36320" fmla="*/ 2002250 w 3114960"/>
              <a:gd name="connsiteY36320" fmla="*/ 1044226 h 5143785"/>
              <a:gd name="connsiteX36321" fmla="*/ 2005679 w 3114960"/>
              <a:gd name="connsiteY36321" fmla="*/ 1044226 h 5143785"/>
              <a:gd name="connsiteX36322" fmla="*/ 2005679 w 3114960"/>
              <a:gd name="connsiteY36322" fmla="*/ 1128522 h 5143785"/>
              <a:gd name="connsiteX36323" fmla="*/ 1963484 w 3114960"/>
              <a:gd name="connsiteY36323" fmla="*/ 1162622 h 5143785"/>
              <a:gd name="connsiteX36324" fmla="*/ 1804511 w 3114960"/>
              <a:gd name="connsiteY36324" fmla="*/ 1162622 h 5143785"/>
              <a:gd name="connsiteX36325" fmla="*/ 2307241 w 3114960"/>
              <a:gd name="connsiteY36325" fmla="*/ 486632 h 5143785"/>
              <a:gd name="connsiteX36326" fmla="*/ 2315718 w 3114960"/>
              <a:gd name="connsiteY36326" fmla="*/ 484537 h 5143785"/>
              <a:gd name="connsiteX36327" fmla="*/ 2323148 w 3114960"/>
              <a:gd name="connsiteY36327" fmla="*/ 489109 h 5143785"/>
              <a:gd name="connsiteX36328" fmla="*/ 2325243 w 3114960"/>
              <a:gd name="connsiteY36328" fmla="*/ 497586 h 5143785"/>
              <a:gd name="connsiteX36329" fmla="*/ 2320671 w 3114960"/>
              <a:gd name="connsiteY36329" fmla="*/ 505015 h 5143785"/>
              <a:gd name="connsiteX36330" fmla="*/ 2304764 w 3114960"/>
              <a:gd name="connsiteY36330" fmla="*/ 502539 h 5143785"/>
              <a:gd name="connsiteX36331" fmla="*/ 2307241 w 3114960"/>
              <a:gd name="connsiteY36331" fmla="*/ 486537 h 5143785"/>
              <a:gd name="connsiteX36332" fmla="*/ 1997869 w 3114960"/>
              <a:gd name="connsiteY36332" fmla="*/ 981361 h 5143785"/>
              <a:gd name="connsiteX36333" fmla="*/ 2002155 w 3114960"/>
              <a:gd name="connsiteY36333" fmla="*/ 977075 h 5143785"/>
              <a:gd name="connsiteX36334" fmla="*/ 2016157 w 3114960"/>
              <a:gd name="connsiteY36334" fmla="*/ 977075 h 5143785"/>
              <a:gd name="connsiteX36335" fmla="*/ 2020443 w 3114960"/>
              <a:gd name="connsiteY36335" fmla="*/ 981361 h 5143785"/>
              <a:gd name="connsiteX36336" fmla="*/ 2020443 w 3114960"/>
              <a:gd name="connsiteY36336" fmla="*/ 990314 h 5143785"/>
              <a:gd name="connsiteX36337" fmla="*/ 1997774 w 3114960"/>
              <a:gd name="connsiteY36337" fmla="*/ 990314 h 5143785"/>
              <a:gd name="connsiteX36338" fmla="*/ 1997774 w 3114960"/>
              <a:gd name="connsiteY36338" fmla="*/ 981361 h 5143785"/>
              <a:gd name="connsiteX36339" fmla="*/ 2002250 w 3114960"/>
              <a:gd name="connsiteY36339" fmla="*/ 1036987 h 5143785"/>
              <a:gd name="connsiteX36340" fmla="*/ 1997964 w 3114960"/>
              <a:gd name="connsiteY36340" fmla="*/ 1032701 h 5143785"/>
              <a:gd name="connsiteX36341" fmla="*/ 1997964 w 3114960"/>
              <a:gd name="connsiteY36341" fmla="*/ 1020985 h 5143785"/>
              <a:gd name="connsiteX36342" fmla="*/ 2020634 w 3114960"/>
              <a:gd name="connsiteY36342" fmla="*/ 1020985 h 5143785"/>
              <a:gd name="connsiteX36343" fmla="*/ 2020634 w 3114960"/>
              <a:gd name="connsiteY36343" fmla="*/ 1032701 h 5143785"/>
              <a:gd name="connsiteX36344" fmla="*/ 2016347 w 3114960"/>
              <a:gd name="connsiteY36344" fmla="*/ 1036987 h 5143785"/>
              <a:gd name="connsiteX36345" fmla="*/ 2002346 w 3114960"/>
              <a:gd name="connsiteY36345" fmla="*/ 1036987 h 5143785"/>
              <a:gd name="connsiteX36346" fmla="*/ 1519047 w 3114960"/>
              <a:gd name="connsiteY36346" fmla="*/ 1965389 h 5143785"/>
              <a:gd name="connsiteX36347" fmla="*/ 1519047 w 3114960"/>
              <a:gd name="connsiteY36347" fmla="*/ 1970151 h 5143785"/>
              <a:gd name="connsiteX36348" fmla="*/ 1509522 w 3114960"/>
              <a:gd name="connsiteY36348" fmla="*/ 1970151 h 5143785"/>
              <a:gd name="connsiteX36349" fmla="*/ 1509522 w 3114960"/>
              <a:gd name="connsiteY36349" fmla="*/ 1965389 h 5143785"/>
              <a:gd name="connsiteX36350" fmla="*/ 1519047 w 3114960"/>
              <a:gd name="connsiteY36350" fmla="*/ 1965389 h 5143785"/>
              <a:gd name="connsiteX36351" fmla="*/ 707041 w 3114960"/>
              <a:gd name="connsiteY36351" fmla="*/ 2308384 h 5143785"/>
              <a:gd name="connsiteX36352" fmla="*/ 714756 w 3114960"/>
              <a:gd name="connsiteY36352" fmla="*/ 2324672 h 5143785"/>
              <a:gd name="connsiteX36353" fmla="*/ 719042 w 3114960"/>
              <a:gd name="connsiteY36353" fmla="*/ 2325434 h 5143785"/>
              <a:gd name="connsiteX36354" fmla="*/ 724472 w 3114960"/>
              <a:gd name="connsiteY36354" fmla="*/ 2324195 h 5143785"/>
              <a:gd name="connsiteX36355" fmla="*/ 726948 w 3114960"/>
              <a:gd name="connsiteY36355" fmla="*/ 2322386 h 5143785"/>
              <a:gd name="connsiteX36356" fmla="*/ 790766 w 3114960"/>
              <a:gd name="connsiteY36356" fmla="*/ 2392775 h 5143785"/>
              <a:gd name="connsiteX36357" fmla="*/ 790099 w 3114960"/>
              <a:gd name="connsiteY36357" fmla="*/ 2508790 h 5143785"/>
              <a:gd name="connsiteX36358" fmla="*/ 679323 w 3114960"/>
              <a:gd name="connsiteY36358" fmla="*/ 2629662 h 5143785"/>
              <a:gd name="connsiteX36359" fmla="*/ 676561 w 3114960"/>
              <a:gd name="connsiteY36359" fmla="*/ 2627852 h 5143785"/>
              <a:gd name="connsiteX36360" fmla="*/ 659987 w 3114960"/>
              <a:gd name="connsiteY36360" fmla="*/ 2634805 h 5143785"/>
              <a:gd name="connsiteX36361" fmla="*/ 659987 w 3114960"/>
              <a:gd name="connsiteY36361" fmla="*/ 2644521 h 5143785"/>
              <a:gd name="connsiteX36362" fmla="*/ 666941 w 3114960"/>
              <a:gd name="connsiteY36362" fmla="*/ 2651379 h 5143785"/>
              <a:gd name="connsiteX36363" fmla="*/ 671703 w 3114960"/>
              <a:gd name="connsiteY36363" fmla="*/ 2652332 h 5143785"/>
              <a:gd name="connsiteX36364" fmla="*/ 676656 w 3114960"/>
              <a:gd name="connsiteY36364" fmla="*/ 2651379 h 5143785"/>
              <a:gd name="connsiteX36365" fmla="*/ 683514 w 3114960"/>
              <a:gd name="connsiteY36365" fmla="*/ 2644426 h 5143785"/>
              <a:gd name="connsiteX36366" fmla="*/ 683514 w 3114960"/>
              <a:gd name="connsiteY36366" fmla="*/ 2634710 h 5143785"/>
              <a:gd name="connsiteX36367" fmla="*/ 682562 w 3114960"/>
              <a:gd name="connsiteY36367" fmla="*/ 2633282 h 5143785"/>
              <a:gd name="connsiteX36368" fmla="*/ 794957 w 3114960"/>
              <a:gd name="connsiteY36368" fmla="*/ 2510695 h 5143785"/>
              <a:gd name="connsiteX36369" fmla="*/ 795623 w 3114960"/>
              <a:gd name="connsiteY36369" fmla="*/ 2390966 h 5143785"/>
              <a:gd name="connsiteX36370" fmla="*/ 729996 w 3114960"/>
              <a:gd name="connsiteY36370" fmla="*/ 2318671 h 5143785"/>
              <a:gd name="connsiteX36371" fmla="*/ 730949 w 3114960"/>
              <a:gd name="connsiteY36371" fmla="*/ 2316956 h 5143785"/>
              <a:gd name="connsiteX36372" fmla="*/ 723233 w 3114960"/>
              <a:gd name="connsiteY36372" fmla="*/ 2300669 h 5143785"/>
              <a:gd name="connsiteX36373" fmla="*/ 706946 w 3114960"/>
              <a:gd name="connsiteY36373" fmla="*/ 2308384 h 5143785"/>
              <a:gd name="connsiteX36374" fmla="*/ 679133 w 3114960"/>
              <a:gd name="connsiteY36374" fmla="*/ 2642521 h 5143785"/>
              <a:gd name="connsiteX36375" fmla="*/ 674846 w 3114960"/>
              <a:gd name="connsiteY36375" fmla="*/ 2646902 h 5143785"/>
              <a:gd name="connsiteX36376" fmla="*/ 668750 w 3114960"/>
              <a:gd name="connsiteY36376" fmla="*/ 2646902 h 5143785"/>
              <a:gd name="connsiteX36377" fmla="*/ 664464 w 3114960"/>
              <a:gd name="connsiteY36377" fmla="*/ 2642616 h 5143785"/>
              <a:gd name="connsiteX36378" fmla="*/ 664464 w 3114960"/>
              <a:gd name="connsiteY36378" fmla="*/ 2636520 h 5143785"/>
              <a:gd name="connsiteX36379" fmla="*/ 674846 w 3114960"/>
              <a:gd name="connsiteY36379" fmla="*/ 2632138 h 5143785"/>
              <a:gd name="connsiteX36380" fmla="*/ 679133 w 3114960"/>
              <a:gd name="connsiteY36380" fmla="*/ 2636425 h 5143785"/>
              <a:gd name="connsiteX36381" fmla="*/ 679133 w 3114960"/>
              <a:gd name="connsiteY36381" fmla="*/ 2642521 h 5143785"/>
              <a:gd name="connsiteX36382" fmla="*/ 711518 w 3114960"/>
              <a:gd name="connsiteY36382" fmla="*/ 2310003 h 5143785"/>
              <a:gd name="connsiteX36383" fmla="*/ 715613 w 3114960"/>
              <a:gd name="connsiteY36383" fmla="*/ 2305431 h 5143785"/>
              <a:gd name="connsiteX36384" fmla="*/ 719042 w 3114960"/>
              <a:gd name="connsiteY36384" fmla="*/ 2304669 h 5143785"/>
              <a:gd name="connsiteX36385" fmla="*/ 721709 w 3114960"/>
              <a:gd name="connsiteY36385" fmla="*/ 2305145 h 5143785"/>
              <a:gd name="connsiteX36386" fmla="*/ 721709 w 3114960"/>
              <a:gd name="connsiteY36386" fmla="*/ 2305145 h 5143785"/>
              <a:gd name="connsiteX36387" fmla="*/ 726567 w 3114960"/>
              <a:gd name="connsiteY36387" fmla="*/ 2315337 h 5143785"/>
              <a:gd name="connsiteX36388" fmla="*/ 722471 w 3114960"/>
              <a:gd name="connsiteY36388" fmla="*/ 2319814 h 5143785"/>
              <a:gd name="connsiteX36389" fmla="*/ 716375 w 3114960"/>
              <a:gd name="connsiteY36389" fmla="*/ 2320100 h 5143785"/>
              <a:gd name="connsiteX36390" fmla="*/ 711518 w 3114960"/>
              <a:gd name="connsiteY36390" fmla="*/ 2309908 h 5143785"/>
              <a:gd name="connsiteX36391" fmla="*/ 1070610 w 3114960"/>
              <a:gd name="connsiteY36391" fmla="*/ 1147477 h 5143785"/>
              <a:gd name="connsiteX36392" fmla="*/ 1091375 w 3114960"/>
              <a:gd name="connsiteY36392" fmla="*/ 1147477 h 5143785"/>
              <a:gd name="connsiteX36393" fmla="*/ 1098328 w 3114960"/>
              <a:gd name="connsiteY36393" fmla="*/ 1140524 h 5143785"/>
              <a:gd name="connsiteX36394" fmla="*/ 1098328 w 3114960"/>
              <a:gd name="connsiteY36394" fmla="*/ 1130522 h 5143785"/>
              <a:gd name="connsiteX36395" fmla="*/ 1091375 w 3114960"/>
              <a:gd name="connsiteY36395" fmla="*/ 1123569 h 5143785"/>
              <a:gd name="connsiteX36396" fmla="*/ 1070610 w 3114960"/>
              <a:gd name="connsiteY36396" fmla="*/ 1123569 h 5143785"/>
              <a:gd name="connsiteX36397" fmla="*/ 1063657 w 3114960"/>
              <a:gd name="connsiteY36397" fmla="*/ 1130522 h 5143785"/>
              <a:gd name="connsiteX36398" fmla="*/ 1063657 w 3114960"/>
              <a:gd name="connsiteY36398" fmla="*/ 1140524 h 5143785"/>
              <a:gd name="connsiteX36399" fmla="*/ 1064609 w 3114960"/>
              <a:gd name="connsiteY36399" fmla="*/ 1143857 h 5143785"/>
              <a:gd name="connsiteX36400" fmla="*/ 980694 w 3114960"/>
              <a:gd name="connsiteY36400" fmla="*/ 1217200 h 5143785"/>
              <a:gd name="connsiteX36401" fmla="*/ 979837 w 3114960"/>
              <a:gd name="connsiteY36401" fmla="*/ 1219010 h 5143785"/>
              <a:gd name="connsiteX36402" fmla="*/ 980313 w 3114960"/>
              <a:gd name="connsiteY36402" fmla="*/ 1260920 h 5143785"/>
              <a:gd name="connsiteX36403" fmla="*/ 969931 w 3114960"/>
              <a:gd name="connsiteY36403" fmla="*/ 1270730 h 5143785"/>
              <a:gd name="connsiteX36404" fmla="*/ 921829 w 3114960"/>
              <a:gd name="connsiteY36404" fmla="*/ 1270730 h 5143785"/>
              <a:gd name="connsiteX36405" fmla="*/ 898303 w 3114960"/>
              <a:gd name="connsiteY36405" fmla="*/ 1294638 h 5143785"/>
              <a:gd name="connsiteX36406" fmla="*/ 829247 w 3114960"/>
              <a:gd name="connsiteY36406" fmla="*/ 1294257 h 5143785"/>
              <a:gd name="connsiteX36407" fmla="*/ 676942 w 3114960"/>
              <a:gd name="connsiteY36407" fmla="*/ 1407128 h 5143785"/>
              <a:gd name="connsiteX36408" fmla="*/ 676942 w 3114960"/>
              <a:gd name="connsiteY36408" fmla="*/ 1418749 h 5143785"/>
              <a:gd name="connsiteX36409" fmla="*/ 672941 w 3114960"/>
              <a:gd name="connsiteY36409" fmla="*/ 1418749 h 5143785"/>
              <a:gd name="connsiteX36410" fmla="*/ 666083 w 3114960"/>
              <a:gd name="connsiteY36410" fmla="*/ 1425607 h 5143785"/>
              <a:gd name="connsiteX36411" fmla="*/ 666083 w 3114960"/>
              <a:gd name="connsiteY36411" fmla="*/ 1438275 h 5143785"/>
              <a:gd name="connsiteX36412" fmla="*/ 666750 w 3114960"/>
              <a:gd name="connsiteY36412" fmla="*/ 1441037 h 5143785"/>
              <a:gd name="connsiteX36413" fmla="*/ 643223 w 3114960"/>
              <a:gd name="connsiteY36413" fmla="*/ 1462183 h 5143785"/>
              <a:gd name="connsiteX36414" fmla="*/ 643223 w 3114960"/>
              <a:gd name="connsiteY36414" fmla="*/ 1603534 h 5143785"/>
              <a:gd name="connsiteX36415" fmla="*/ 647986 w 3114960"/>
              <a:gd name="connsiteY36415" fmla="*/ 1603534 h 5143785"/>
              <a:gd name="connsiteX36416" fmla="*/ 647986 w 3114960"/>
              <a:gd name="connsiteY36416" fmla="*/ 1464278 h 5143785"/>
              <a:gd name="connsiteX36417" fmla="*/ 669989 w 3114960"/>
              <a:gd name="connsiteY36417" fmla="*/ 1444371 h 5143785"/>
              <a:gd name="connsiteX36418" fmla="*/ 669989 w 3114960"/>
              <a:gd name="connsiteY36418" fmla="*/ 1444181 h 5143785"/>
              <a:gd name="connsiteX36419" fmla="*/ 672846 w 3114960"/>
              <a:gd name="connsiteY36419" fmla="*/ 1444943 h 5143785"/>
              <a:gd name="connsiteX36420" fmla="*/ 685514 w 3114960"/>
              <a:gd name="connsiteY36420" fmla="*/ 1444943 h 5143785"/>
              <a:gd name="connsiteX36421" fmla="*/ 692372 w 3114960"/>
              <a:gd name="connsiteY36421" fmla="*/ 1438085 h 5143785"/>
              <a:gd name="connsiteX36422" fmla="*/ 692372 w 3114960"/>
              <a:gd name="connsiteY36422" fmla="*/ 1425416 h 5143785"/>
              <a:gd name="connsiteX36423" fmla="*/ 685514 w 3114960"/>
              <a:gd name="connsiteY36423" fmla="*/ 1418558 h 5143785"/>
              <a:gd name="connsiteX36424" fmla="*/ 681609 w 3114960"/>
              <a:gd name="connsiteY36424" fmla="*/ 1418558 h 5143785"/>
              <a:gd name="connsiteX36425" fmla="*/ 681609 w 3114960"/>
              <a:gd name="connsiteY36425" fmla="*/ 1409319 h 5143785"/>
              <a:gd name="connsiteX36426" fmla="*/ 830675 w 3114960"/>
              <a:gd name="connsiteY36426" fmla="*/ 1298829 h 5143785"/>
              <a:gd name="connsiteX36427" fmla="*/ 900113 w 3114960"/>
              <a:gd name="connsiteY36427" fmla="*/ 1299210 h 5143785"/>
              <a:gd name="connsiteX36428" fmla="*/ 923735 w 3114960"/>
              <a:gd name="connsiteY36428" fmla="*/ 1275302 h 5143785"/>
              <a:gd name="connsiteX36429" fmla="*/ 969931 w 3114960"/>
              <a:gd name="connsiteY36429" fmla="*/ 1275302 h 5143785"/>
              <a:gd name="connsiteX36430" fmla="*/ 981837 w 3114960"/>
              <a:gd name="connsiteY36430" fmla="*/ 1285303 h 5143785"/>
              <a:gd name="connsiteX36431" fmla="*/ 994220 w 3114960"/>
              <a:gd name="connsiteY36431" fmla="*/ 1272921 h 5143785"/>
              <a:gd name="connsiteX36432" fmla="*/ 985076 w 3114960"/>
              <a:gd name="connsiteY36432" fmla="*/ 1261205 h 5143785"/>
              <a:gd name="connsiteX36433" fmla="*/ 984599 w 3114960"/>
              <a:gd name="connsiteY36433" fmla="*/ 1219962 h 5143785"/>
              <a:gd name="connsiteX36434" fmla="*/ 1068229 w 3114960"/>
              <a:gd name="connsiteY36434" fmla="*/ 1146905 h 5143785"/>
              <a:gd name="connsiteX36435" fmla="*/ 1070515 w 3114960"/>
              <a:gd name="connsiteY36435" fmla="*/ 1147382 h 5143785"/>
              <a:gd name="connsiteX36436" fmla="*/ 1068419 w 3114960"/>
              <a:gd name="connsiteY36436" fmla="*/ 1130522 h 5143785"/>
              <a:gd name="connsiteX36437" fmla="*/ 1070610 w 3114960"/>
              <a:gd name="connsiteY36437" fmla="*/ 1128332 h 5143785"/>
              <a:gd name="connsiteX36438" fmla="*/ 1091375 w 3114960"/>
              <a:gd name="connsiteY36438" fmla="*/ 1128332 h 5143785"/>
              <a:gd name="connsiteX36439" fmla="*/ 1093565 w 3114960"/>
              <a:gd name="connsiteY36439" fmla="*/ 1130522 h 5143785"/>
              <a:gd name="connsiteX36440" fmla="*/ 1093565 w 3114960"/>
              <a:gd name="connsiteY36440" fmla="*/ 1140524 h 5143785"/>
              <a:gd name="connsiteX36441" fmla="*/ 1091375 w 3114960"/>
              <a:gd name="connsiteY36441" fmla="*/ 1142714 h 5143785"/>
              <a:gd name="connsiteX36442" fmla="*/ 1070610 w 3114960"/>
              <a:gd name="connsiteY36442" fmla="*/ 1142714 h 5143785"/>
              <a:gd name="connsiteX36443" fmla="*/ 1068419 w 3114960"/>
              <a:gd name="connsiteY36443" fmla="*/ 1140524 h 5143785"/>
              <a:gd name="connsiteX36444" fmla="*/ 1068419 w 3114960"/>
              <a:gd name="connsiteY36444" fmla="*/ 1130522 h 5143785"/>
              <a:gd name="connsiteX36445" fmla="*/ 685514 w 3114960"/>
              <a:gd name="connsiteY36445" fmla="*/ 1423511 h 5143785"/>
              <a:gd name="connsiteX36446" fmla="*/ 687610 w 3114960"/>
              <a:gd name="connsiteY36446" fmla="*/ 1425607 h 5143785"/>
              <a:gd name="connsiteX36447" fmla="*/ 687610 w 3114960"/>
              <a:gd name="connsiteY36447" fmla="*/ 1438275 h 5143785"/>
              <a:gd name="connsiteX36448" fmla="*/ 685514 w 3114960"/>
              <a:gd name="connsiteY36448" fmla="*/ 1440371 h 5143785"/>
              <a:gd name="connsiteX36449" fmla="*/ 672846 w 3114960"/>
              <a:gd name="connsiteY36449" fmla="*/ 1440371 h 5143785"/>
              <a:gd name="connsiteX36450" fmla="*/ 670751 w 3114960"/>
              <a:gd name="connsiteY36450" fmla="*/ 1438275 h 5143785"/>
              <a:gd name="connsiteX36451" fmla="*/ 670751 w 3114960"/>
              <a:gd name="connsiteY36451" fmla="*/ 1425607 h 5143785"/>
              <a:gd name="connsiteX36452" fmla="*/ 672846 w 3114960"/>
              <a:gd name="connsiteY36452" fmla="*/ 1423511 h 5143785"/>
              <a:gd name="connsiteX36453" fmla="*/ 685514 w 3114960"/>
              <a:gd name="connsiteY36453" fmla="*/ 1423511 h 5143785"/>
              <a:gd name="connsiteX36454" fmla="*/ 989457 w 3114960"/>
              <a:gd name="connsiteY36454" fmla="*/ 1273016 h 5143785"/>
              <a:gd name="connsiteX36455" fmla="*/ 981837 w 3114960"/>
              <a:gd name="connsiteY36455" fmla="*/ 1280636 h 5143785"/>
              <a:gd name="connsiteX36456" fmla="*/ 974217 w 3114960"/>
              <a:gd name="connsiteY36456" fmla="*/ 1273016 h 5143785"/>
              <a:gd name="connsiteX36457" fmla="*/ 981837 w 3114960"/>
              <a:gd name="connsiteY36457" fmla="*/ 1265396 h 5143785"/>
              <a:gd name="connsiteX36458" fmla="*/ 989457 w 3114960"/>
              <a:gd name="connsiteY36458" fmla="*/ 1273016 h 5143785"/>
              <a:gd name="connsiteX36459" fmla="*/ 184785 w 3114960"/>
              <a:gd name="connsiteY36459" fmla="*/ 2834450 h 5143785"/>
              <a:gd name="connsiteX36460" fmla="*/ 184785 w 3114960"/>
              <a:gd name="connsiteY36460" fmla="*/ 2834450 h 5143785"/>
              <a:gd name="connsiteX36461" fmla="*/ 170688 w 3114960"/>
              <a:gd name="connsiteY36461" fmla="*/ 2823496 h 5143785"/>
              <a:gd name="connsiteX36462" fmla="*/ 162306 w 3114960"/>
              <a:gd name="connsiteY36462" fmla="*/ 2828259 h 5143785"/>
              <a:gd name="connsiteX36463" fmla="*/ 159925 w 3114960"/>
              <a:gd name="connsiteY36463" fmla="*/ 2834830 h 5143785"/>
              <a:gd name="connsiteX36464" fmla="*/ 77915 w 3114960"/>
              <a:gd name="connsiteY36464" fmla="*/ 2834830 h 5143785"/>
              <a:gd name="connsiteX36465" fmla="*/ 53721 w 3114960"/>
              <a:gd name="connsiteY36465" fmla="*/ 2856929 h 5143785"/>
              <a:gd name="connsiteX36466" fmla="*/ 95 w 3114960"/>
              <a:gd name="connsiteY36466" fmla="*/ 2856929 h 5143785"/>
              <a:gd name="connsiteX36467" fmla="*/ 95 w 3114960"/>
              <a:gd name="connsiteY36467" fmla="*/ 2859310 h 5143785"/>
              <a:gd name="connsiteX36468" fmla="*/ 54578 w 3114960"/>
              <a:gd name="connsiteY36468" fmla="*/ 2859310 h 5143785"/>
              <a:gd name="connsiteX36469" fmla="*/ 78772 w 3114960"/>
              <a:gd name="connsiteY36469" fmla="*/ 2837212 h 5143785"/>
              <a:gd name="connsiteX36470" fmla="*/ 159639 w 3114960"/>
              <a:gd name="connsiteY36470" fmla="*/ 2837212 h 5143785"/>
              <a:gd name="connsiteX36471" fmla="*/ 159639 w 3114960"/>
              <a:gd name="connsiteY36471" fmla="*/ 2837593 h 5143785"/>
              <a:gd name="connsiteX36472" fmla="*/ 172212 w 3114960"/>
              <a:gd name="connsiteY36472" fmla="*/ 2848642 h 5143785"/>
              <a:gd name="connsiteX36473" fmla="*/ 173831 w 3114960"/>
              <a:gd name="connsiteY36473" fmla="*/ 2848547 h 5143785"/>
              <a:gd name="connsiteX36474" fmla="*/ 184785 w 3114960"/>
              <a:gd name="connsiteY36474" fmla="*/ 2834450 h 5143785"/>
              <a:gd name="connsiteX36475" fmla="*/ 173260 w 3114960"/>
              <a:gd name="connsiteY36475" fmla="*/ 2843879 h 5143785"/>
              <a:gd name="connsiteX36476" fmla="*/ 164402 w 3114960"/>
              <a:gd name="connsiteY36476" fmla="*/ 2837117 h 5143785"/>
              <a:gd name="connsiteX36477" fmla="*/ 166021 w 3114960"/>
              <a:gd name="connsiteY36477" fmla="*/ 2831306 h 5143785"/>
              <a:gd name="connsiteX36478" fmla="*/ 171260 w 3114960"/>
              <a:gd name="connsiteY36478" fmla="*/ 2828354 h 5143785"/>
              <a:gd name="connsiteX36479" fmla="*/ 172212 w 3114960"/>
              <a:gd name="connsiteY36479" fmla="*/ 2828354 h 5143785"/>
              <a:gd name="connsiteX36480" fmla="*/ 180023 w 3114960"/>
              <a:gd name="connsiteY36480" fmla="*/ 2835212 h 5143785"/>
              <a:gd name="connsiteX36481" fmla="*/ 173165 w 3114960"/>
              <a:gd name="connsiteY36481" fmla="*/ 2843975 h 5143785"/>
              <a:gd name="connsiteX36482" fmla="*/ 676466 w 3114960"/>
              <a:gd name="connsiteY36482" fmla="*/ 1821466 h 5143785"/>
              <a:gd name="connsiteX36483" fmla="*/ 666750 w 3114960"/>
              <a:gd name="connsiteY36483" fmla="*/ 1829943 h 5143785"/>
              <a:gd name="connsiteX36484" fmla="*/ 665036 w 3114960"/>
              <a:gd name="connsiteY36484" fmla="*/ 1833467 h 5143785"/>
              <a:gd name="connsiteX36485" fmla="*/ 666274 w 3114960"/>
              <a:gd name="connsiteY36485" fmla="*/ 1837182 h 5143785"/>
              <a:gd name="connsiteX36486" fmla="*/ 674751 w 3114960"/>
              <a:gd name="connsiteY36486" fmla="*/ 1846898 h 5143785"/>
              <a:gd name="connsiteX36487" fmla="*/ 678561 w 3114960"/>
              <a:gd name="connsiteY36487" fmla="*/ 1848612 h 5143785"/>
              <a:gd name="connsiteX36488" fmla="*/ 681895 w 3114960"/>
              <a:gd name="connsiteY36488" fmla="*/ 1847374 h 5143785"/>
              <a:gd name="connsiteX36489" fmla="*/ 691610 w 3114960"/>
              <a:gd name="connsiteY36489" fmla="*/ 1838897 h 5143785"/>
              <a:gd name="connsiteX36490" fmla="*/ 692944 w 3114960"/>
              <a:gd name="connsiteY36490" fmla="*/ 1836896 h 5143785"/>
              <a:gd name="connsiteX36491" fmla="*/ 779431 w 3114960"/>
              <a:gd name="connsiteY36491" fmla="*/ 1836896 h 5143785"/>
              <a:gd name="connsiteX36492" fmla="*/ 845249 w 3114960"/>
              <a:gd name="connsiteY36492" fmla="*/ 1912525 h 5143785"/>
              <a:gd name="connsiteX36493" fmla="*/ 845249 w 3114960"/>
              <a:gd name="connsiteY36493" fmla="*/ 1998155 h 5143785"/>
              <a:gd name="connsiteX36494" fmla="*/ 859536 w 3114960"/>
              <a:gd name="connsiteY36494" fmla="*/ 2018348 h 5143785"/>
              <a:gd name="connsiteX36495" fmla="*/ 859346 w 3114960"/>
              <a:gd name="connsiteY36495" fmla="*/ 2106454 h 5143785"/>
              <a:gd name="connsiteX36496" fmla="*/ 927259 w 3114960"/>
              <a:gd name="connsiteY36496" fmla="*/ 2172272 h 5143785"/>
              <a:gd name="connsiteX36497" fmla="*/ 984028 w 3114960"/>
              <a:gd name="connsiteY36497" fmla="*/ 2172272 h 5143785"/>
              <a:gd name="connsiteX36498" fmla="*/ 993172 w 3114960"/>
              <a:gd name="connsiteY36498" fmla="*/ 2179511 h 5143785"/>
              <a:gd name="connsiteX36499" fmla="*/ 1002792 w 3114960"/>
              <a:gd name="connsiteY36499" fmla="*/ 2169890 h 5143785"/>
              <a:gd name="connsiteX36500" fmla="*/ 993172 w 3114960"/>
              <a:gd name="connsiteY36500" fmla="*/ 2160270 h 5143785"/>
              <a:gd name="connsiteX36501" fmla="*/ 984028 w 3114960"/>
              <a:gd name="connsiteY36501" fmla="*/ 2167509 h 5143785"/>
              <a:gd name="connsiteX36502" fmla="*/ 929164 w 3114960"/>
              <a:gd name="connsiteY36502" fmla="*/ 2167509 h 5143785"/>
              <a:gd name="connsiteX36503" fmla="*/ 864013 w 3114960"/>
              <a:gd name="connsiteY36503" fmla="*/ 2104454 h 5143785"/>
              <a:gd name="connsiteX36504" fmla="*/ 864203 w 3114960"/>
              <a:gd name="connsiteY36504" fmla="*/ 2016824 h 5143785"/>
              <a:gd name="connsiteX36505" fmla="*/ 849916 w 3114960"/>
              <a:gd name="connsiteY36505" fmla="*/ 1996631 h 5143785"/>
              <a:gd name="connsiteX36506" fmla="*/ 849916 w 3114960"/>
              <a:gd name="connsiteY36506" fmla="*/ 1910715 h 5143785"/>
              <a:gd name="connsiteX36507" fmla="*/ 781431 w 3114960"/>
              <a:gd name="connsiteY36507" fmla="*/ 1832134 h 5143785"/>
              <a:gd name="connsiteX36508" fmla="*/ 692087 w 3114960"/>
              <a:gd name="connsiteY36508" fmla="*/ 1832134 h 5143785"/>
              <a:gd name="connsiteX36509" fmla="*/ 691896 w 3114960"/>
              <a:gd name="connsiteY36509" fmla="*/ 1831753 h 5143785"/>
              <a:gd name="connsiteX36510" fmla="*/ 683419 w 3114960"/>
              <a:gd name="connsiteY36510" fmla="*/ 1822037 h 5143785"/>
              <a:gd name="connsiteX36511" fmla="*/ 679895 w 3114960"/>
              <a:gd name="connsiteY36511" fmla="*/ 1820323 h 5143785"/>
              <a:gd name="connsiteX36512" fmla="*/ 676180 w 3114960"/>
              <a:gd name="connsiteY36512" fmla="*/ 1821561 h 5143785"/>
              <a:gd name="connsiteX36513" fmla="*/ 688562 w 3114960"/>
              <a:gd name="connsiteY36513" fmla="*/ 1835277 h 5143785"/>
              <a:gd name="connsiteX36514" fmla="*/ 678371 w 3114960"/>
              <a:gd name="connsiteY36514" fmla="*/ 1843754 h 5143785"/>
              <a:gd name="connsiteX36515" fmla="*/ 669798 w 3114960"/>
              <a:gd name="connsiteY36515" fmla="*/ 1833848 h 5143785"/>
              <a:gd name="connsiteX36516" fmla="*/ 669893 w 3114960"/>
              <a:gd name="connsiteY36516" fmla="*/ 1833658 h 5143785"/>
              <a:gd name="connsiteX36517" fmla="*/ 680085 w 3114960"/>
              <a:gd name="connsiteY36517" fmla="*/ 1825181 h 5143785"/>
              <a:gd name="connsiteX36518" fmla="*/ 688562 w 3114960"/>
              <a:gd name="connsiteY36518" fmla="*/ 1835372 h 5143785"/>
              <a:gd name="connsiteX36519" fmla="*/ 989457 w 3114960"/>
              <a:gd name="connsiteY36519" fmla="*/ 2138172 h 5143785"/>
              <a:gd name="connsiteX36520" fmla="*/ 997172 w 3114960"/>
              <a:gd name="connsiteY36520" fmla="*/ 2130457 h 5143785"/>
              <a:gd name="connsiteX36521" fmla="*/ 989457 w 3114960"/>
              <a:gd name="connsiteY36521" fmla="*/ 2122742 h 5143785"/>
              <a:gd name="connsiteX36522" fmla="*/ 981647 w 3114960"/>
              <a:gd name="connsiteY36522" fmla="*/ 2130457 h 5143785"/>
              <a:gd name="connsiteX36523" fmla="*/ 989457 w 3114960"/>
              <a:gd name="connsiteY36523" fmla="*/ 2138172 h 5143785"/>
              <a:gd name="connsiteX36524" fmla="*/ 989457 w 3114960"/>
              <a:gd name="connsiteY36524" fmla="*/ 2125028 h 5143785"/>
              <a:gd name="connsiteX36525" fmla="*/ 994791 w 3114960"/>
              <a:gd name="connsiteY36525" fmla="*/ 2130362 h 5143785"/>
              <a:gd name="connsiteX36526" fmla="*/ 989457 w 3114960"/>
              <a:gd name="connsiteY36526" fmla="*/ 2135696 h 5143785"/>
              <a:gd name="connsiteX36527" fmla="*/ 984028 w 3114960"/>
              <a:gd name="connsiteY36527" fmla="*/ 2130362 h 5143785"/>
              <a:gd name="connsiteX36528" fmla="*/ 989457 w 3114960"/>
              <a:gd name="connsiteY36528" fmla="*/ 2125028 h 5143785"/>
              <a:gd name="connsiteX36529" fmla="*/ 873347 w 3114960"/>
              <a:gd name="connsiteY36529" fmla="*/ 671894 h 5143785"/>
              <a:gd name="connsiteX36530" fmla="*/ 863251 w 3114960"/>
              <a:gd name="connsiteY36530" fmla="*/ 681990 h 5143785"/>
              <a:gd name="connsiteX36531" fmla="*/ 853154 w 3114960"/>
              <a:gd name="connsiteY36531" fmla="*/ 671894 h 5143785"/>
              <a:gd name="connsiteX36532" fmla="*/ 863251 w 3114960"/>
              <a:gd name="connsiteY36532" fmla="*/ 661797 h 5143785"/>
              <a:gd name="connsiteX36533" fmla="*/ 873347 w 3114960"/>
              <a:gd name="connsiteY36533" fmla="*/ 671894 h 5143785"/>
              <a:gd name="connsiteX36534" fmla="*/ 1067562 w 3114960"/>
              <a:gd name="connsiteY36534" fmla="*/ 699135 h 5143785"/>
              <a:gd name="connsiteX36535" fmla="*/ 1088327 w 3114960"/>
              <a:gd name="connsiteY36535" fmla="*/ 699135 h 5143785"/>
              <a:gd name="connsiteX36536" fmla="*/ 1095280 w 3114960"/>
              <a:gd name="connsiteY36536" fmla="*/ 692182 h 5143785"/>
              <a:gd name="connsiteX36537" fmla="*/ 1095280 w 3114960"/>
              <a:gd name="connsiteY36537" fmla="*/ 682181 h 5143785"/>
              <a:gd name="connsiteX36538" fmla="*/ 1088327 w 3114960"/>
              <a:gd name="connsiteY36538" fmla="*/ 675227 h 5143785"/>
              <a:gd name="connsiteX36539" fmla="*/ 1067562 w 3114960"/>
              <a:gd name="connsiteY36539" fmla="*/ 675227 h 5143785"/>
              <a:gd name="connsiteX36540" fmla="*/ 1060609 w 3114960"/>
              <a:gd name="connsiteY36540" fmla="*/ 682181 h 5143785"/>
              <a:gd name="connsiteX36541" fmla="*/ 1060609 w 3114960"/>
              <a:gd name="connsiteY36541" fmla="*/ 684848 h 5143785"/>
              <a:gd name="connsiteX36542" fmla="*/ 963263 w 3114960"/>
              <a:gd name="connsiteY36542" fmla="*/ 684848 h 5143785"/>
              <a:gd name="connsiteX36543" fmla="*/ 946214 w 3114960"/>
              <a:gd name="connsiteY36543" fmla="*/ 669608 h 5143785"/>
              <a:gd name="connsiteX36544" fmla="*/ 883634 w 3114960"/>
              <a:gd name="connsiteY36544" fmla="*/ 669608 h 5143785"/>
              <a:gd name="connsiteX36545" fmla="*/ 875443 w 3114960"/>
              <a:gd name="connsiteY36545" fmla="*/ 655415 h 5143785"/>
              <a:gd name="connsiteX36546" fmla="*/ 863346 w 3114960"/>
              <a:gd name="connsiteY36546" fmla="*/ 651415 h 5143785"/>
              <a:gd name="connsiteX36547" fmla="*/ 846773 w 3114960"/>
              <a:gd name="connsiteY36547" fmla="*/ 659797 h 5143785"/>
              <a:gd name="connsiteX36548" fmla="*/ 843058 w 3114960"/>
              <a:gd name="connsiteY36548" fmla="*/ 675132 h 5143785"/>
              <a:gd name="connsiteX36549" fmla="*/ 851249 w 3114960"/>
              <a:gd name="connsiteY36549" fmla="*/ 688562 h 5143785"/>
              <a:gd name="connsiteX36550" fmla="*/ 866585 w 3114960"/>
              <a:gd name="connsiteY36550" fmla="*/ 692277 h 5143785"/>
              <a:gd name="connsiteX36551" fmla="*/ 880015 w 3114960"/>
              <a:gd name="connsiteY36551" fmla="*/ 684086 h 5143785"/>
              <a:gd name="connsiteX36552" fmla="*/ 883729 w 3114960"/>
              <a:gd name="connsiteY36552" fmla="*/ 674275 h 5143785"/>
              <a:gd name="connsiteX36553" fmla="*/ 944499 w 3114960"/>
              <a:gd name="connsiteY36553" fmla="*/ 674275 h 5143785"/>
              <a:gd name="connsiteX36554" fmla="*/ 961549 w 3114960"/>
              <a:gd name="connsiteY36554" fmla="*/ 689515 h 5143785"/>
              <a:gd name="connsiteX36555" fmla="*/ 1060799 w 3114960"/>
              <a:gd name="connsiteY36555" fmla="*/ 689515 h 5143785"/>
              <a:gd name="connsiteX36556" fmla="*/ 1060799 w 3114960"/>
              <a:gd name="connsiteY36556" fmla="*/ 692182 h 5143785"/>
              <a:gd name="connsiteX36557" fmla="*/ 1067753 w 3114960"/>
              <a:gd name="connsiteY36557" fmla="*/ 699135 h 5143785"/>
              <a:gd name="connsiteX36558" fmla="*/ 1065371 w 3114960"/>
              <a:gd name="connsiteY36558" fmla="*/ 682085 h 5143785"/>
              <a:gd name="connsiteX36559" fmla="*/ 1067562 w 3114960"/>
              <a:gd name="connsiteY36559" fmla="*/ 679895 h 5143785"/>
              <a:gd name="connsiteX36560" fmla="*/ 1088327 w 3114960"/>
              <a:gd name="connsiteY36560" fmla="*/ 679895 h 5143785"/>
              <a:gd name="connsiteX36561" fmla="*/ 1090517 w 3114960"/>
              <a:gd name="connsiteY36561" fmla="*/ 682085 h 5143785"/>
              <a:gd name="connsiteX36562" fmla="*/ 1090517 w 3114960"/>
              <a:gd name="connsiteY36562" fmla="*/ 692087 h 5143785"/>
              <a:gd name="connsiteX36563" fmla="*/ 1088327 w 3114960"/>
              <a:gd name="connsiteY36563" fmla="*/ 694277 h 5143785"/>
              <a:gd name="connsiteX36564" fmla="*/ 1067562 w 3114960"/>
              <a:gd name="connsiteY36564" fmla="*/ 694277 h 5143785"/>
              <a:gd name="connsiteX36565" fmla="*/ 1065371 w 3114960"/>
              <a:gd name="connsiteY36565" fmla="*/ 692087 h 5143785"/>
              <a:gd name="connsiteX36566" fmla="*/ 1065371 w 3114960"/>
              <a:gd name="connsiteY36566" fmla="*/ 682085 h 5143785"/>
              <a:gd name="connsiteX36567" fmla="*/ 876776 w 3114960"/>
              <a:gd name="connsiteY36567" fmla="*/ 681800 h 5143785"/>
              <a:gd name="connsiteX36568" fmla="*/ 865823 w 3114960"/>
              <a:gd name="connsiteY36568" fmla="*/ 688467 h 5143785"/>
              <a:gd name="connsiteX36569" fmla="*/ 853345 w 3114960"/>
              <a:gd name="connsiteY36569" fmla="*/ 685419 h 5143785"/>
              <a:gd name="connsiteX36570" fmla="*/ 846677 w 3114960"/>
              <a:gd name="connsiteY36570" fmla="*/ 674465 h 5143785"/>
              <a:gd name="connsiteX36571" fmla="*/ 849725 w 3114960"/>
              <a:gd name="connsiteY36571" fmla="*/ 661988 h 5143785"/>
              <a:gd name="connsiteX36572" fmla="*/ 873157 w 3114960"/>
              <a:gd name="connsiteY36572" fmla="*/ 658368 h 5143785"/>
              <a:gd name="connsiteX36573" fmla="*/ 876776 w 3114960"/>
              <a:gd name="connsiteY36573" fmla="*/ 681800 h 5143785"/>
              <a:gd name="connsiteX36574" fmla="*/ 911447 w 3114960"/>
              <a:gd name="connsiteY36574" fmla="*/ 1963103 h 5143785"/>
              <a:gd name="connsiteX36575" fmla="*/ 921163 w 3114960"/>
              <a:gd name="connsiteY36575" fmla="*/ 1954625 h 5143785"/>
              <a:gd name="connsiteX36576" fmla="*/ 921639 w 3114960"/>
              <a:gd name="connsiteY36576" fmla="*/ 1947482 h 5143785"/>
              <a:gd name="connsiteX36577" fmla="*/ 913162 w 3114960"/>
              <a:gd name="connsiteY36577" fmla="*/ 1937766 h 5143785"/>
              <a:gd name="connsiteX36578" fmla="*/ 909638 w 3114960"/>
              <a:gd name="connsiteY36578" fmla="*/ 1936052 h 5143785"/>
              <a:gd name="connsiteX36579" fmla="*/ 905923 w 3114960"/>
              <a:gd name="connsiteY36579" fmla="*/ 1937290 h 5143785"/>
              <a:gd name="connsiteX36580" fmla="*/ 896207 w 3114960"/>
              <a:gd name="connsiteY36580" fmla="*/ 1945767 h 5143785"/>
              <a:gd name="connsiteX36581" fmla="*/ 894493 w 3114960"/>
              <a:gd name="connsiteY36581" fmla="*/ 1949291 h 5143785"/>
              <a:gd name="connsiteX36582" fmla="*/ 895731 w 3114960"/>
              <a:gd name="connsiteY36582" fmla="*/ 1953006 h 5143785"/>
              <a:gd name="connsiteX36583" fmla="*/ 904208 w 3114960"/>
              <a:gd name="connsiteY36583" fmla="*/ 1962722 h 5143785"/>
              <a:gd name="connsiteX36584" fmla="*/ 906209 w 3114960"/>
              <a:gd name="connsiteY36584" fmla="*/ 1964055 h 5143785"/>
              <a:gd name="connsiteX36585" fmla="*/ 906018 w 3114960"/>
              <a:gd name="connsiteY36585" fmla="*/ 2054924 h 5143785"/>
              <a:gd name="connsiteX36586" fmla="*/ 979075 w 3114960"/>
              <a:gd name="connsiteY36586" fmla="*/ 2125409 h 5143785"/>
              <a:gd name="connsiteX36587" fmla="*/ 977741 w 3114960"/>
              <a:gd name="connsiteY36587" fmla="*/ 2130552 h 5143785"/>
              <a:gd name="connsiteX36588" fmla="*/ 989362 w 3114960"/>
              <a:gd name="connsiteY36588" fmla="*/ 2142173 h 5143785"/>
              <a:gd name="connsiteX36589" fmla="*/ 1000982 w 3114960"/>
              <a:gd name="connsiteY36589" fmla="*/ 2130552 h 5143785"/>
              <a:gd name="connsiteX36590" fmla="*/ 989362 w 3114960"/>
              <a:gd name="connsiteY36590" fmla="*/ 2118932 h 5143785"/>
              <a:gd name="connsiteX36591" fmla="*/ 982123 w 3114960"/>
              <a:gd name="connsiteY36591" fmla="*/ 2121694 h 5143785"/>
              <a:gd name="connsiteX36592" fmla="*/ 910876 w 3114960"/>
              <a:gd name="connsiteY36592" fmla="*/ 2052923 h 5143785"/>
              <a:gd name="connsiteX36593" fmla="*/ 911066 w 3114960"/>
              <a:gd name="connsiteY36593" fmla="*/ 1963484 h 5143785"/>
              <a:gd name="connsiteX36594" fmla="*/ 911543 w 3114960"/>
              <a:gd name="connsiteY36594" fmla="*/ 1963198 h 5143785"/>
              <a:gd name="connsiteX36595" fmla="*/ 989457 w 3114960"/>
              <a:gd name="connsiteY36595" fmla="*/ 2121218 h 5143785"/>
              <a:gd name="connsiteX36596" fmla="*/ 998696 w 3114960"/>
              <a:gd name="connsiteY36596" fmla="*/ 2130457 h 5143785"/>
              <a:gd name="connsiteX36597" fmla="*/ 989457 w 3114960"/>
              <a:gd name="connsiteY36597" fmla="*/ 2139696 h 5143785"/>
              <a:gd name="connsiteX36598" fmla="*/ 980218 w 3114960"/>
              <a:gd name="connsiteY36598" fmla="*/ 2130457 h 5143785"/>
              <a:gd name="connsiteX36599" fmla="*/ 989457 w 3114960"/>
              <a:gd name="connsiteY36599" fmla="*/ 2121218 h 5143785"/>
              <a:gd name="connsiteX36600" fmla="*/ 908114 w 3114960"/>
              <a:gd name="connsiteY36600" fmla="*/ 1959578 h 5143785"/>
              <a:gd name="connsiteX36601" fmla="*/ 907923 w 3114960"/>
              <a:gd name="connsiteY36601" fmla="*/ 1959483 h 5143785"/>
              <a:gd name="connsiteX36602" fmla="*/ 899446 w 3114960"/>
              <a:gd name="connsiteY36602" fmla="*/ 1949291 h 5143785"/>
              <a:gd name="connsiteX36603" fmla="*/ 909638 w 3114960"/>
              <a:gd name="connsiteY36603" fmla="*/ 1940814 h 5143785"/>
              <a:gd name="connsiteX36604" fmla="*/ 918115 w 3114960"/>
              <a:gd name="connsiteY36604" fmla="*/ 1951006 h 5143785"/>
              <a:gd name="connsiteX36605" fmla="*/ 908209 w 3114960"/>
              <a:gd name="connsiteY36605" fmla="*/ 1959578 h 5143785"/>
              <a:gd name="connsiteX36606" fmla="*/ 13716 w 3114960"/>
              <a:gd name="connsiteY36606" fmla="*/ 2720912 h 5143785"/>
              <a:gd name="connsiteX36607" fmla="*/ 31623 w 3114960"/>
              <a:gd name="connsiteY36607" fmla="*/ 2718435 h 5143785"/>
              <a:gd name="connsiteX36608" fmla="*/ 34100 w 3114960"/>
              <a:gd name="connsiteY36608" fmla="*/ 2736342 h 5143785"/>
              <a:gd name="connsiteX36609" fmla="*/ 16193 w 3114960"/>
              <a:gd name="connsiteY36609" fmla="*/ 2738819 h 5143785"/>
              <a:gd name="connsiteX36610" fmla="*/ 13716 w 3114960"/>
              <a:gd name="connsiteY36610" fmla="*/ 2720912 h 5143785"/>
              <a:gd name="connsiteX36611" fmla="*/ 1165193 w 3114960"/>
              <a:gd name="connsiteY36611" fmla="*/ 723233 h 5143785"/>
              <a:gd name="connsiteX36612" fmla="*/ 1162526 w 3114960"/>
              <a:gd name="connsiteY36612" fmla="*/ 720566 h 5143785"/>
              <a:gd name="connsiteX36613" fmla="*/ 1162526 w 3114960"/>
              <a:gd name="connsiteY36613" fmla="*/ 707612 h 5143785"/>
              <a:gd name="connsiteX36614" fmla="*/ 1165193 w 3114960"/>
              <a:gd name="connsiteY36614" fmla="*/ 704945 h 5143785"/>
              <a:gd name="connsiteX36615" fmla="*/ 1171194 w 3114960"/>
              <a:gd name="connsiteY36615" fmla="*/ 704945 h 5143785"/>
              <a:gd name="connsiteX36616" fmla="*/ 1173861 w 3114960"/>
              <a:gd name="connsiteY36616" fmla="*/ 707612 h 5143785"/>
              <a:gd name="connsiteX36617" fmla="*/ 1173861 w 3114960"/>
              <a:gd name="connsiteY36617" fmla="*/ 720566 h 5143785"/>
              <a:gd name="connsiteX36618" fmla="*/ 1171194 w 3114960"/>
              <a:gd name="connsiteY36618" fmla="*/ 723233 h 5143785"/>
              <a:gd name="connsiteX36619" fmla="*/ 1165193 w 3114960"/>
              <a:gd name="connsiteY36619" fmla="*/ 723233 h 5143785"/>
              <a:gd name="connsiteX36620" fmla="*/ 737045 w 3114960"/>
              <a:gd name="connsiteY36620" fmla="*/ 1573435 h 5143785"/>
              <a:gd name="connsiteX36621" fmla="*/ 743902 w 3114960"/>
              <a:gd name="connsiteY36621" fmla="*/ 1566577 h 5143785"/>
              <a:gd name="connsiteX36622" fmla="*/ 743902 w 3114960"/>
              <a:gd name="connsiteY36622" fmla="*/ 1553909 h 5143785"/>
              <a:gd name="connsiteX36623" fmla="*/ 737045 w 3114960"/>
              <a:gd name="connsiteY36623" fmla="*/ 1547051 h 5143785"/>
              <a:gd name="connsiteX36624" fmla="*/ 724376 w 3114960"/>
              <a:gd name="connsiteY36624" fmla="*/ 1547051 h 5143785"/>
              <a:gd name="connsiteX36625" fmla="*/ 717518 w 3114960"/>
              <a:gd name="connsiteY36625" fmla="*/ 1553909 h 5143785"/>
              <a:gd name="connsiteX36626" fmla="*/ 717518 w 3114960"/>
              <a:gd name="connsiteY36626" fmla="*/ 1566577 h 5143785"/>
              <a:gd name="connsiteX36627" fmla="*/ 724376 w 3114960"/>
              <a:gd name="connsiteY36627" fmla="*/ 1573435 h 5143785"/>
              <a:gd name="connsiteX36628" fmla="*/ 728377 w 3114960"/>
              <a:gd name="connsiteY36628" fmla="*/ 1573435 h 5143785"/>
              <a:gd name="connsiteX36629" fmla="*/ 728377 w 3114960"/>
              <a:gd name="connsiteY36629" fmla="*/ 1703737 h 5143785"/>
              <a:gd name="connsiteX36630" fmla="*/ 764381 w 3114960"/>
              <a:gd name="connsiteY36630" fmla="*/ 1738408 h 5143785"/>
              <a:gd name="connsiteX36631" fmla="*/ 760952 w 3114960"/>
              <a:gd name="connsiteY36631" fmla="*/ 1741456 h 5143785"/>
              <a:gd name="connsiteX36632" fmla="*/ 759238 w 3114960"/>
              <a:gd name="connsiteY36632" fmla="*/ 1744980 h 5143785"/>
              <a:gd name="connsiteX36633" fmla="*/ 760476 w 3114960"/>
              <a:gd name="connsiteY36633" fmla="*/ 1748695 h 5143785"/>
              <a:gd name="connsiteX36634" fmla="*/ 768953 w 3114960"/>
              <a:gd name="connsiteY36634" fmla="*/ 1758410 h 5143785"/>
              <a:gd name="connsiteX36635" fmla="*/ 772477 w 3114960"/>
              <a:gd name="connsiteY36635" fmla="*/ 1760125 h 5143785"/>
              <a:gd name="connsiteX36636" fmla="*/ 772859 w 3114960"/>
              <a:gd name="connsiteY36636" fmla="*/ 1760125 h 5143785"/>
              <a:gd name="connsiteX36637" fmla="*/ 776192 w 3114960"/>
              <a:gd name="connsiteY36637" fmla="*/ 1758887 h 5143785"/>
              <a:gd name="connsiteX36638" fmla="*/ 785908 w 3114960"/>
              <a:gd name="connsiteY36638" fmla="*/ 1750409 h 5143785"/>
              <a:gd name="connsiteX36639" fmla="*/ 787622 w 3114960"/>
              <a:gd name="connsiteY36639" fmla="*/ 1746885 h 5143785"/>
              <a:gd name="connsiteX36640" fmla="*/ 786384 w 3114960"/>
              <a:gd name="connsiteY36640" fmla="*/ 1743170 h 5143785"/>
              <a:gd name="connsiteX36641" fmla="*/ 777907 w 3114960"/>
              <a:gd name="connsiteY36641" fmla="*/ 1733455 h 5143785"/>
              <a:gd name="connsiteX36642" fmla="*/ 774383 w 3114960"/>
              <a:gd name="connsiteY36642" fmla="*/ 1731740 h 5143785"/>
              <a:gd name="connsiteX36643" fmla="*/ 770668 w 3114960"/>
              <a:gd name="connsiteY36643" fmla="*/ 1732978 h 5143785"/>
              <a:gd name="connsiteX36644" fmla="*/ 768001 w 3114960"/>
              <a:gd name="connsiteY36644" fmla="*/ 1735265 h 5143785"/>
              <a:gd name="connsiteX36645" fmla="*/ 733235 w 3114960"/>
              <a:gd name="connsiteY36645" fmla="*/ 1701737 h 5143785"/>
              <a:gd name="connsiteX36646" fmla="*/ 733235 w 3114960"/>
              <a:gd name="connsiteY36646" fmla="*/ 1573435 h 5143785"/>
              <a:gd name="connsiteX36647" fmla="*/ 737235 w 3114960"/>
              <a:gd name="connsiteY36647" fmla="*/ 1573435 h 5143785"/>
              <a:gd name="connsiteX36648" fmla="*/ 774192 w 3114960"/>
              <a:gd name="connsiteY36648" fmla="*/ 1736598 h 5143785"/>
              <a:gd name="connsiteX36649" fmla="*/ 782669 w 3114960"/>
              <a:gd name="connsiteY36649" fmla="*/ 1746790 h 5143785"/>
              <a:gd name="connsiteX36650" fmla="*/ 772477 w 3114960"/>
              <a:gd name="connsiteY36650" fmla="*/ 1755267 h 5143785"/>
              <a:gd name="connsiteX36651" fmla="*/ 763905 w 3114960"/>
              <a:gd name="connsiteY36651" fmla="*/ 1745361 h 5143785"/>
              <a:gd name="connsiteX36652" fmla="*/ 764000 w 3114960"/>
              <a:gd name="connsiteY36652" fmla="*/ 1745171 h 5143785"/>
              <a:gd name="connsiteX36653" fmla="*/ 774192 w 3114960"/>
              <a:gd name="connsiteY36653" fmla="*/ 1736693 h 5143785"/>
              <a:gd name="connsiteX36654" fmla="*/ 724376 w 3114960"/>
              <a:gd name="connsiteY36654" fmla="*/ 1568672 h 5143785"/>
              <a:gd name="connsiteX36655" fmla="*/ 722281 w 3114960"/>
              <a:gd name="connsiteY36655" fmla="*/ 1566577 h 5143785"/>
              <a:gd name="connsiteX36656" fmla="*/ 722281 w 3114960"/>
              <a:gd name="connsiteY36656" fmla="*/ 1553909 h 5143785"/>
              <a:gd name="connsiteX36657" fmla="*/ 724376 w 3114960"/>
              <a:gd name="connsiteY36657" fmla="*/ 1551813 h 5143785"/>
              <a:gd name="connsiteX36658" fmla="*/ 737045 w 3114960"/>
              <a:gd name="connsiteY36658" fmla="*/ 1551813 h 5143785"/>
              <a:gd name="connsiteX36659" fmla="*/ 739140 w 3114960"/>
              <a:gd name="connsiteY36659" fmla="*/ 1553909 h 5143785"/>
              <a:gd name="connsiteX36660" fmla="*/ 739140 w 3114960"/>
              <a:gd name="connsiteY36660" fmla="*/ 1566577 h 5143785"/>
              <a:gd name="connsiteX36661" fmla="*/ 737045 w 3114960"/>
              <a:gd name="connsiteY36661" fmla="*/ 1568672 h 5143785"/>
              <a:gd name="connsiteX36662" fmla="*/ 724376 w 3114960"/>
              <a:gd name="connsiteY36662" fmla="*/ 1568672 h 5143785"/>
              <a:gd name="connsiteX36663" fmla="*/ 801815 w 3114960"/>
              <a:gd name="connsiteY36663" fmla="*/ 679514 h 5143785"/>
              <a:gd name="connsiteX36664" fmla="*/ 762381 w 3114960"/>
              <a:gd name="connsiteY36664" fmla="*/ 679514 h 5143785"/>
              <a:gd name="connsiteX36665" fmla="*/ 753142 w 3114960"/>
              <a:gd name="connsiteY36665" fmla="*/ 672179 h 5143785"/>
              <a:gd name="connsiteX36666" fmla="*/ 743331 w 3114960"/>
              <a:gd name="connsiteY36666" fmla="*/ 681895 h 5143785"/>
              <a:gd name="connsiteX36667" fmla="*/ 753142 w 3114960"/>
              <a:gd name="connsiteY36667" fmla="*/ 691706 h 5143785"/>
              <a:gd name="connsiteX36668" fmla="*/ 762381 w 3114960"/>
              <a:gd name="connsiteY36668" fmla="*/ 684276 h 5143785"/>
              <a:gd name="connsiteX36669" fmla="*/ 800005 w 3114960"/>
              <a:gd name="connsiteY36669" fmla="*/ 684276 h 5143785"/>
              <a:gd name="connsiteX36670" fmla="*/ 838295 w 3114960"/>
              <a:gd name="connsiteY36670" fmla="*/ 717804 h 5143785"/>
              <a:gd name="connsiteX36671" fmla="*/ 874109 w 3114960"/>
              <a:gd name="connsiteY36671" fmla="*/ 718185 h 5143785"/>
              <a:gd name="connsiteX36672" fmla="*/ 883444 w 3114960"/>
              <a:gd name="connsiteY36672" fmla="*/ 725615 h 5143785"/>
              <a:gd name="connsiteX36673" fmla="*/ 893254 w 3114960"/>
              <a:gd name="connsiteY36673" fmla="*/ 715899 h 5143785"/>
              <a:gd name="connsiteX36674" fmla="*/ 883444 w 3114960"/>
              <a:gd name="connsiteY36674" fmla="*/ 706088 h 5143785"/>
              <a:gd name="connsiteX36675" fmla="*/ 874204 w 3114960"/>
              <a:gd name="connsiteY36675" fmla="*/ 713423 h 5143785"/>
              <a:gd name="connsiteX36676" fmla="*/ 840200 w 3114960"/>
              <a:gd name="connsiteY36676" fmla="*/ 713137 h 5143785"/>
              <a:gd name="connsiteX36677" fmla="*/ 801910 w 3114960"/>
              <a:gd name="connsiteY36677" fmla="*/ 679609 h 5143785"/>
              <a:gd name="connsiteX36678" fmla="*/ 753142 w 3114960"/>
              <a:gd name="connsiteY36678" fmla="*/ 686943 h 5143785"/>
              <a:gd name="connsiteX36679" fmla="*/ 748094 w 3114960"/>
              <a:gd name="connsiteY36679" fmla="*/ 681895 h 5143785"/>
              <a:gd name="connsiteX36680" fmla="*/ 753142 w 3114960"/>
              <a:gd name="connsiteY36680" fmla="*/ 676942 h 5143785"/>
              <a:gd name="connsiteX36681" fmla="*/ 758095 w 3114960"/>
              <a:gd name="connsiteY36681" fmla="*/ 681895 h 5143785"/>
              <a:gd name="connsiteX36682" fmla="*/ 753142 w 3114960"/>
              <a:gd name="connsiteY36682" fmla="*/ 686943 h 5143785"/>
              <a:gd name="connsiteX36683" fmla="*/ 883444 w 3114960"/>
              <a:gd name="connsiteY36683" fmla="*/ 710851 h 5143785"/>
              <a:gd name="connsiteX36684" fmla="*/ 888492 w 3114960"/>
              <a:gd name="connsiteY36684" fmla="*/ 715899 h 5143785"/>
              <a:gd name="connsiteX36685" fmla="*/ 883444 w 3114960"/>
              <a:gd name="connsiteY36685" fmla="*/ 720852 h 5143785"/>
              <a:gd name="connsiteX36686" fmla="*/ 878396 w 3114960"/>
              <a:gd name="connsiteY36686" fmla="*/ 715899 h 5143785"/>
              <a:gd name="connsiteX36687" fmla="*/ 883444 w 3114960"/>
              <a:gd name="connsiteY36687" fmla="*/ 710851 h 5143785"/>
              <a:gd name="connsiteX36688" fmla="*/ 1499997 w 3114960"/>
              <a:gd name="connsiteY36688" fmla="*/ 1965389 h 5143785"/>
              <a:gd name="connsiteX36689" fmla="*/ 1499997 w 3114960"/>
              <a:gd name="connsiteY36689" fmla="*/ 1970151 h 5143785"/>
              <a:gd name="connsiteX36690" fmla="*/ 1490472 w 3114960"/>
              <a:gd name="connsiteY36690" fmla="*/ 1970151 h 5143785"/>
              <a:gd name="connsiteX36691" fmla="*/ 1490472 w 3114960"/>
              <a:gd name="connsiteY36691" fmla="*/ 1965389 h 5143785"/>
              <a:gd name="connsiteX36692" fmla="*/ 1499997 w 3114960"/>
              <a:gd name="connsiteY36692" fmla="*/ 1965389 h 5143785"/>
              <a:gd name="connsiteX36693" fmla="*/ 1107662 w 3114960"/>
              <a:gd name="connsiteY36693" fmla="*/ 1904048 h 5143785"/>
              <a:gd name="connsiteX36694" fmla="*/ 1107662 w 3114960"/>
              <a:gd name="connsiteY36694" fmla="*/ 1899285 h 5143785"/>
              <a:gd name="connsiteX36695" fmla="*/ 1126712 w 3114960"/>
              <a:gd name="connsiteY36695" fmla="*/ 1899285 h 5143785"/>
              <a:gd name="connsiteX36696" fmla="*/ 1126712 w 3114960"/>
              <a:gd name="connsiteY36696" fmla="*/ 1904048 h 5143785"/>
              <a:gd name="connsiteX36697" fmla="*/ 1107662 w 3114960"/>
              <a:gd name="connsiteY36697" fmla="*/ 1904048 h 5143785"/>
              <a:gd name="connsiteX36698" fmla="*/ 787622 w 3114960"/>
              <a:gd name="connsiteY36698" fmla="*/ 2300669 h 5143785"/>
              <a:gd name="connsiteX36699" fmla="*/ 777907 w 3114960"/>
              <a:gd name="connsiteY36699" fmla="*/ 2301145 h 5143785"/>
              <a:gd name="connsiteX36700" fmla="*/ 771430 w 3114960"/>
              <a:gd name="connsiteY36700" fmla="*/ 2308384 h 5143785"/>
              <a:gd name="connsiteX36701" fmla="*/ 771906 w 3114960"/>
              <a:gd name="connsiteY36701" fmla="*/ 2318099 h 5143785"/>
              <a:gd name="connsiteX36702" fmla="*/ 779145 w 3114960"/>
              <a:gd name="connsiteY36702" fmla="*/ 2324576 h 5143785"/>
              <a:gd name="connsiteX36703" fmla="*/ 783431 w 3114960"/>
              <a:gd name="connsiteY36703" fmla="*/ 2325338 h 5143785"/>
              <a:gd name="connsiteX36704" fmla="*/ 788003 w 3114960"/>
              <a:gd name="connsiteY36704" fmla="*/ 2324386 h 5143785"/>
              <a:gd name="connsiteX36705" fmla="*/ 848297 w 3114960"/>
              <a:gd name="connsiteY36705" fmla="*/ 2389442 h 5143785"/>
              <a:gd name="connsiteX36706" fmla="*/ 848297 w 3114960"/>
              <a:gd name="connsiteY36706" fmla="*/ 2421160 h 5143785"/>
              <a:gd name="connsiteX36707" fmla="*/ 842201 w 3114960"/>
              <a:gd name="connsiteY36707" fmla="*/ 2428399 h 5143785"/>
              <a:gd name="connsiteX36708" fmla="*/ 842201 w 3114960"/>
              <a:gd name="connsiteY36708" fmla="*/ 2476214 h 5143785"/>
              <a:gd name="connsiteX36709" fmla="*/ 849725 w 3114960"/>
              <a:gd name="connsiteY36709" fmla="*/ 2483739 h 5143785"/>
              <a:gd name="connsiteX36710" fmla="*/ 851916 w 3114960"/>
              <a:gd name="connsiteY36710" fmla="*/ 2483739 h 5143785"/>
              <a:gd name="connsiteX36711" fmla="*/ 859441 w 3114960"/>
              <a:gd name="connsiteY36711" fmla="*/ 2476214 h 5143785"/>
              <a:gd name="connsiteX36712" fmla="*/ 859441 w 3114960"/>
              <a:gd name="connsiteY36712" fmla="*/ 2428399 h 5143785"/>
              <a:gd name="connsiteX36713" fmla="*/ 853154 w 3114960"/>
              <a:gd name="connsiteY36713" fmla="*/ 2421160 h 5143785"/>
              <a:gd name="connsiteX36714" fmla="*/ 853154 w 3114960"/>
              <a:gd name="connsiteY36714" fmla="*/ 2387537 h 5143785"/>
              <a:gd name="connsiteX36715" fmla="*/ 792004 w 3114960"/>
              <a:gd name="connsiteY36715" fmla="*/ 2321719 h 5143785"/>
              <a:gd name="connsiteX36716" fmla="*/ 795338 w 3114960"/>
              <a:gd name="connsiteY36716" fmla="*/ 2316861 h 5143785"/>
              <a:gd name="connsiteX36717" fmla="*/ 787622 w 3114960"/>
              <a:gd name="connsiteY36717" fmla="*/ 2300573 h 5143785"/>
              <a:gd name="connsiteX36718" fmla="*/ 790861 w 3114960"/>
              <a:gd name="connsiteY36718" fmla="*/ 2315337 h 5143785"/>
              <a:gd name="connsiteX36719" fmla="*/ 786765 w 3114960"/>
              <a:gd name="connsiteY36719" fmla="*/ 2319814 h 5143785"/>
              <a:gd name="connsiteX36720" fmla="*/ 780669 w 3114960"/>
              <a:gd name="connsiteY36720" fmla="*/ 2320100 h 5143785"/>
              <a:gd name="connsiteX36721" fmla="*/ 776192 w 3114960"/>
              <a:gd name="connsiteY36721" fmla="*/ 2316004 h 5143785"/>
              <a:gd name="connsiteX36722" fmla="*/ 775907 w 3114960"/>
              <a:gd name="connsiteY36722" fmla="*/ 2309908 h 5143785"/>
              <a:gd name="connsiteX36723" fmla="*/ 780002 w 3114960"/>
              <a:gd name="connsiteY36723" fmla="*/ 2305431 h 5143785"/>
              <a:gd name="connsiteX36724" fmla="*/ 783431 w 3114960"/>
              <a:gd name="connsiteY36724" fmla="*/ 2304669 h 5143785"/>
              <a:gd name="connsiteX36725" fmla="*/ 786098 w 3114960"/>
              <a:gd name="connsiteY36725" fmla="*/ 2305145 h 5143785"/>
              <a:gd name="connsiteX36726" fmla="*/ 786098 w 3114960"/>
              <a:gd name="connsiteY36726" fmla="*/ 2305145 h 5143785"/>
              <a:gd name="connsiteX36727" fmla="*/ 790956 w 3114960"/>
              <a:gd name="connsiteY36727" fmla="*/ 2315337 h 5143785"/>
              <a:gd name="connsiteX36728" fmla="*/ 857060 w 3114960"/>
              <a:gd name="connsiteY36728" fmla="*/ 2476310 h 5143785"/>
              <a:gd name="connsiteX36729" fmla="*/ 851916 w 3114960"/>
              <a:gd name="connsiteY36729" fmla="*/ 2481453 h 5143785"/>
              <a:gd name="connsiteX36730" fmla="*/ 849725 w 3114960"/>
              <a:gd name="connsiteY36730" fmla="*/ 2481453 h 5143785"/>
              <a:gd name="connsiteX36731" fmla="*/ 844582 w 3114960"/>
              <a:gd name="connsiteY36731" fmla="*/ 2476310 h 5143785"/>
              <a:gd name="connsiteX36732" fmla="*/ 844582 w 3114960"/>
              <a:gd name="connsiteY36732" fmla="*/ 2473452 h 5143785"/>
              <a:gd name="connsiteX36733" fmla="*/ 857060 w 3114960"/>
              <a:gd name="connsiteY36733" fmla="*/ 2473452 h 5143785"/>
              <a:gd name="connsiteX36734" fmla="*/ 857060 w 3114960"/>
              <a:gd name="connsiteY36734" fmla="*/ 2476310 h 5143785"/>
              <a:gd name="connsiteX36735" fmla="*/ 857060 w 3114960"/>
              <a:gd name="connsiteY36735" fmla="*/ 2471071 h 5143785"/>
              <a:gd name="connsiteX36736" fmla="*/ 844582 w 3114960"/>
              <a:gd name="connsiteY36736" fmla="*/ 2471071 h 5143785"/>
              <a:gd name="connsiteX36737" fmla="*/ 844582 w 3114960"/>
              <a:gd name="connsiteY36737" fmla="*/ 2470404 h 5143785"/>
              <a:gd name="connsiteX36738" fmla="*/ 857060 w 3114960"/>
              <a:gd name="connsiteY36738" fmla="*/ 2470404 h 5143785"/>
              <a:gd name="connsiteX36739" fmla="*/ 857060 w 3114960"/>
              <a:gd name="connsiteY36739" fmla="*/ 2471071 h 5143785"/>
              <a:gd name="connsiteX36740" fmla="*/ 857060 w 3114960"/>
              <a:gd name="connsiteY36740" fmla="*/ 2468023 h 5143785"/>
              <a:gd name="connsiteX36741" fmla="*/ 844582 w 3114960"/>
              <a:gd name="connsiteY36741" fmla="*/ 2468023 h 5143785"/>
              <a:gd name="connsiteX36742" fmla="*/ 844582 w 3114960"/>
              <a:gd name="connsiteY36742" fmla="*/ 2461165 h 5143785"/>
              <a:gd name="connsiteX36743" fmla="*/ 857060 w 3114960"/>
              <a:gd name="connsiteY36743" fmla="*/ 2461165 h 5143785"/>
              <a:gd name="connsiteX36744" fmla="*/ 857060 w 3114960"/>
              <a:gd name="connsiteY36744" fmla="*/ 2468023 h 5143785"/>
              <a:gd name="connsiteX36745" fmla="*/ 857060 w 3114960"/>
              <a:gd name="connsiteY36745" fmla="*/ 2458117 h 5143785"/>
              <a:gd name="connsiteX36746" fmla="*/ 844582 w 3114960"/>
              <a:gd name="connsiteY36746" fmla="*/ 2458117 h 5143785"/>
              <a:gd name="connsiteX36747" fmla="*/ 844582 w 3114960"/>
              <a:gd name="connsiteY36747" fmla="*/ 2449068 h 5143785"/>
              <a:gd name="connsiteX36748" fmla="*/ 857060 w 3114960"/>
              <a:gd name="connsiteY36748" fmla="*/ 2449068 h 5143785"/>
              <a:gd name="connsiteX36749" fmla="*/ 857060 w 3114960"/>
              <a:gd name="connsiteY36749" fmla="*/ 2458117 h 5143785"/>
              <a:gd name="connsiteX36750" fmla="*/ 857060 w 3114960"/>
              <a:gd name="connsiteY36750" fmla="*/ 2446687 h 5143785"/>
              <a:gd name="connsiteX36751" fmla="*/ 844582 w 3114960"/>
              <a:gd name="connsiteY36751" fmla="*/ 2446687 h 5143785"/>
              <a:gd name="connsiteX36752" fmla="*/ 844582 w 3114960"/>
              <a:gd name="connsiteY36752" fmla="*/ 2446020 h 5143785"/>
              <a:gd name="connsiteX36753" fmla="*/ 857060 w 3114960"/>
              <a:gd name="connsiteY36753" fmla="*/ 2446020 h 5143785"/>
              <a:gd name="connsiteX36754" fmla="*/ 857060 w 3114960"/>
              <a:gd name="connsiteY36754" fmla="*/ 2446687 h 5143785"/>
              <a:gd name="connsiteX36755" fmla="*/ 857060 w 3114960"/>
              <a:gd name="connsiteY36755" fmla="*/ 2443639 h 5143785"/>
              <a:gd name="connsiteX36756" fmla="*/ 844582 w 3114960"/>
              <a:gd name="connsiteY36756" fmla="*/ 2443639 h 5143785"/>
              <a:gd name="connsiteX36757" fmla="*/ 844582 w 3114960"/>
              <a:gd name="connsiteY36757" fmla="*/ 2434781 h 5143785"/>
              <a:gd name="connsiteX36758" fmla="*/ 857060 w 3114960"/>
              <a:gd name="connsiteY36758" fmla="*/ 2434781 h 5143785"/>
              <a:gd name="connsiteX36759" fmla="*/ 857060 w 3114960"/>
              <a:gd name="connsiteY36759" fmla="*/ 2443639 h 5143785"/>
              <a:gd name="connsiteX36760" fmla="*/ 851916 w 3114960"/>
              <a:gd name="connsiteY36760" fmla="*/ 2423351 h 5143785"/>
              <a:gd name="connsiteX36761" fmla="*/ 857060 w 3114960"/>
              <a:gd name="connsiteY36761" fmla="*/ 2428494 h 5143785"/>
              <a:gd name="connsiteX36762" fmla="*/ 857060 w 3114960"/>
              <a:gd name="connsiteY36762" fmla="*/ 2431923 h 5143785"/>
              <a:gd name="connsiteX36763" fmla="*/ 844582 w 3114960"/>
              <a:gd name="connsiteY36763" fmla="*/ 2431923 h 5143785"/>
              <a:gd name="connsiteX36764" fmla="*/ 844582 w 3114960"/>
              <a:gd name="connsiteY36764" fmla="*/ 2428494 h 5143785"/>
              <a:gd name="connsiteX36765" fmla="*/ 849725 w 3114960"/>
              <a:gd name="connsiteY36765" fmla="*/ 2423351 h 5143785"/>
              <a:gd name="connsiteX36766" fmla="*/ 851916 w 3114960"/>
              <a:gd name="connsiteY36766" fmla="*/ 2423351 h 5143785"/>
              <a:gd name="connsiteX36767" fmla="*/ 705802 w 3114960"/>
              <a:gd name="connsiteY36767" fmla="*/ 1665256 h 5143785"/>
              <a:gd name="connsiteX36768" fmla="*/ 693420 w 3114960"/>
              <a:gd name="connsiteY36768" fmla="*/ 1652873 h 5143785"/>
              <a:gd name="connsiteX36769" fmla="*/ 681038 w 3114960"/>
              <a:gd name="connsiteY36769" fmla="*/ 1665256 h 5143785"/>
              <a:gd name="connsiteX36770" fmla="*/ 690563 w 3114960"/>
              <a:gd name="connsiteY36770" fmla="*/ 1677067 h 5143785"/>
              <a:gd name="connsiteX36771" fmla="*/ 690372 w 3114960"/>
              <a:gd name="connsiteY36771" fmla="*/ 1750981 h 5143785"/>
              <a:gd name="connsiteX36772" fmla="*/ 718852 w 3114960"/>
              <a:gd name="connsiteY36772" fmla="*/ 1781461 h 5143785"/>
              <a:gd name="connsiteX36773" fmla="*/ 715327 w 3114960"/>
              <a:gd name="connsiteY36773" fmla="*/ 1784509 h 5143785"/>
              <a:gd name="connsiteX36774" fmla="*/ 715042 w 3114960"/>
              <a:gd name="connsiteY36774" fmla="*/ 1788319 h 5143785"/>
              <a:gd name="connsiteX36775" fmla="*/ 723519 w 3114960"/>
              <a:gd name="connsiteY36775" fmla="*/ 1798034 h 5143785"/>
              <a:gd name="connsiteX36776" fmla="*/ 727329 w 3114960"/>
              <a:gd name="connsiteY36776" fmla="*/ 1798320 h 5143785"/>
              <a:gd name="connsiteX36777" fmla="*/ 737045 w 3114960"/>
              <a:gd name="connsiteY36777" fmla="*/ 1789843 h 5143785"/>
              <a:gd name="connsiteX36778" fmla="*/ 737330 w 3114960"/>
              <a:gd name="connsiteY36778" fmla="*/ 1786033 h 5143785"/>
              <a:gd name="connsiteX36779" fmla="*/ 728853 w 3114960"/>
              <a:gd name="connsiteY36779" fmla="*/ 1776317 h 5143785"/>
              <a:gd name="connsiteX36780" fmla="*/ 725043 w 3114960"/>
              <a:gd name="connsiteY36780" fmla="*/ 1776032 h 5143785"/>
              <a:gd name="connsiteX36781" fmla="*/ 722376 w 3114960"/>
              <a:gd name="connsiteY36781" fmla="*/ 1778318 h 5143785"/>
              <a:gd name="connsiteX36782" fmla="*/ 695135 w 3114960"/>
              <a:gd name="connsiteY36782" fmla="*/ 1749076 h 5143785"/>
              <a:gd name="connsiteX36783" fmla="*/ 695325 w 3114960"/>
              <a:gd name="connsiteY36783" fmla="*/ 1677257 h 5143785"/>
              <a:gd name="connsiteX36784" fmla="*/ 705898 w 3114960"/>
              <a:gd name="connsiteY36784" fmla="*/ 1665256 h 5143785"/>
              <a:gd name="connsiteX36785" fmla="*/ 693325 w 3114960"/>
              <a:gd name="connsiteY36785" fmla="*/ 1672876 h 5143785"/>
              <a:gd name="connsiteX36786" fmla="*/ 685705 w 3114960"/>
              <a:gd name="connsiteY36786" fmla="*/ 1665256 h 5143785"/>
              <a:gd name="connsiteX36787" fmla="*/ 693325 w 3114960"/>
              <a:gd name="connsiteY36787" fmla="*/ 1657636 h 5143785"/>
              <a:gd name="connsiteX36788" fmla="*/ 700945 w 3114960"/>
              <a:gd name="connsiteY36788" fmla="*/ 1665256 h 5143785"/>
              <a:gd name="connsiteX36789" fmla="*/ 693325 w 3114960"/>
              <a:gd name="connsiteY36789" fmla="*/ 1672876 h 5143785"/>
              <a:gd name="connsiteX36790" fmla="*/ 1162431 w 3114960"/>
              <a:gd name="connsiteY36790" fmla="*/ 739807 h 5143785"/>
              <a:gd name="connsiteX36791" fmla="*/ 1170813 w 3114960"/>
              <a:gd name="connsiteY36791" fmla="*/ 748189 h 5143785"/>
              <a:gd name="connsiteX36792" fmla="*/ 1162431 w 3114960"/>
              <a:gd name="connsiteY36792" fmla="*/ 756571 h 5143785"/>
              <a:gd name="connsiteX36793" fmla="*/ 1154049 w 3114960"/>
              <a:gd name="connsiteY36793" fmla="*/ 748189 h 5143785"/>
              <a:gd name="connsiteX36794" fmla="*/ 1162431 w 3114960"/>
              <a:gd name="connsiteY36794" fmla="*/ 739807 h 5143785"/>
              <a:gd name="connsiteX36795" fmla="*/ 882491 w 3114960"/>
              <a:gd name="connsiteY36795" fmla="*/ 1898332 h 5143785"/>
              <a:gd name="connsiteX36796" fmla="*/ 895160 w 3114960"/>
              <a:gd name="connsiteY36796" fmla="*/ 1885664 h 5143785"/>
              <a:gd name="connsiteX36797" fmla="*/ 907828 w 3114960"/>
              <a:gd name="connsiteY36797" fmla="*/ 1898332 h 5143785"/>
              <a:gd name="connsiteX36798" fmla="*/ 895160 w 3114960"/>
              <a:gd name="connsiteY36798" fmla="*/ 1911001 h 5143785"/>
              <a:gd name="connsiteX36799" fmla="*/ 882491 w 3114960"/>
              <a:gd name="connsiteY36799" fmla="*/ 1898332 h 5143785"/>
              <a:gd name="connsiteX36800" fmla="*/ 1634585 w 3114960"/>
              <a:gd name="connsiteY36800" fmla="*/ 1999964 h 5143785"/>
              <a:gd name="connsiteX36801" fmla="*/ 1642872 w 3114960"/>
              <a:gd name="connsiteY36801" fmla="*/ 1991678 h 5143785"/>
              <a:gd name="connsiteX36802" fmla="*/ 1651159 w 3114960"/>
              <a:gd name="connsiteY36802" fmla="*/ 1999964 h 5143785"/>
              <a:gd name="connsiteX36803" fmla="*/ 1642872 w 3114960"/>
              <a:gd name="connsiteY36803" fmla="*/ 2008251 h 5143785"/>
              <a:gd name="connsiteX36804" fmla="*/ 1634585 w 3114960"/>
              <a:gd name="connsiteY36804" fmla="*/ 1999964 h 5143785"/>
              <a:gd name="connsiteX36805" fmla="*/ 13430 w 3114960"/>
              <a:gd name="connsiteY36805" fmla="*/ 2757011 h 5143785"/>
              <a:gd name="connsiteX36806" fmla="*/ 31337 w 3114960"/>
              <a:gd name="connsiteY36806" fmla="*/ 2754535 h 5143785"/>
              <a:gd name="connsiteX36807" fmla="*/ 33814 w 3114960"/>
              <a:gd name="connsiteY36807" fmla="*/ 2772442 h 5143785"/>
              <a:gd name="connsiteX36808" fmla="*/ 15907 w 3114960"/>
              <a:gd name="connsiteY36808" fmla="*/ 2774918 h 5143785"/>
              <a:gd name="connsiteX36809" fmla="*/ 13430 w 3114960"/>
              <a:gd name="connsiteY36809" fmla="*/ 2757011 h 5143785"/>
              <a:gd name="connsiteX36810" fmla="*/ 1279874 w 3114960"/>
              <a:gd name="connsiteY36810" fmla="*/ 1972437 h 5143785"/>
              <a:gd name="connsiteX36811" fmla="*/ 1279874 w 3114960"/>
              <a:gd name="connsiteY36811" fmla="*/ 1964341 h 5143785"/>
              <a:gd name="connsiteX36812" fmla="*/ 1255109 w 3114960"/>
              <a:gd name="connsiteY36812" fmla="*/ 1964341 h 5143785"/>
              <a:gd name="connsiteX36813" fmla="*/ 1255109 w 3114960"/>
              <a:gd name="connsiteY36813" fmla="*/ 1989106 h 5143785"/>
              <a:gd name="connsiteX36814" fmla="*/ 1279874 w 3114960"/>
              <a:gd name="connsiteY36814" fmla="*/ 1989106 h 5143785"/>
              <a:gd name="connsiteX36815" fmla="*/ 1279874 w 3114960"/>
              <a:gd name="connsiteY36815" fmla="*/ 1981962 h 5143785"/>
              <a:gd name="connsiteX36816" fmla="*/ 1388936 w 3114960"/>
              <a:gd name="connsiteY36816" fmla="*/ 1981962 h 5143785"/>
              <a:gd name="connsiteX36817" fmla="*/ 1425512 w 3114960"/>
              <a:gd name="connsiteY36817" fmla="*/ 2004632 h 5143785"/>
              <a:gd name="connsiteX36818" fmla="*/ 1623632 w 3114960"/>
              <a:gd name="connsiteY36818" fmla="*/ 2004632 h 5143785"/>
              <a:gd name="connsiteX36819" fmla="*/ 1642967 w 3114960"/>
              <a:gd name="connsiteY36819" fmla="*/ 2019872 h 5143785"/>
              <a:gd name="connsiteX36820" fmla="*/ 1662779 w 3114960"/>
              <a:gd name="connsiteY36820" fmla="*/ 2001488 h 5143785"/>
              <a:gd name="connsiteX36821" fmla="*/ 1673924 w 3114960"/>
              <a:gd name="connsiteY36821" fmla="*/ 2001298 h 5143785"/>
              <a:gd name="connsiteX36822" fmla="*/ 1715167 w 3114960"/>
              <a:gd name="connsiteY36822" fmla="*/ 2042160 h 5143785"/>
              <a:gd name="connsiteX36823" fmla="*/ 1731169 w 3114960"/>
              <a:gd name="connsiteY36823" fmla="*/ 2042541 h 5143785"/>
              <a:gd name="connsiteX36824" fmla="*/ 1955006 w 3114960"/>
              <a:gd name="connsiteY36824" fmla="*/ 2256377 h 5143785"/>
              <a:gd name="connsiteX36825" fmla="*/ 1956054 w 3114960"/>
              <a:gd name="connsiteY36825" fmla="*/ 2257330 h 5143785"/>
              <a:gd name="connsiteX36826" fmla="*/ 2009299 w 3114960"/>
              <a:gd name="connsiteY36826" fmla="*/ 2257330 h 5143785"/>
              <a:gd name="connsiteX36827" fmla="*/ 2020348 w 3114960"/>
              <a:gd name="connsiteY36827" fmla="*/ 2265521 h 5143785"/>
              <a:gd name="connsiteX36828" fmla="*/ 2032159 w 3114960"/>
              <a:gd name="connsiteY36828" fmla="*/ 2253710 h 5143785"/>
              <a:gd name="connsiteX36829" fmla="*/ 2020348 w 3114960"/>
              <a:gd name="connsiteY36829" fmla="*/ 2241899 h 5143785"/>
              <a:gd name="connsiteX36830" fmla="*/ 2009299 w 3114960"/>
              <a:gd name="connsiteY36830" fmla="*/ 2250091 h 5143785"/>
              <a:gd name="connsiteX36831" fmla="*/ 1958816 w 3114960"/>
              <a:gd name="connsiteY36831" fmla="*/ 2250091 h 5143785"/>
              <a:gd name="connsiteX36832" fmla="*/ 1734026 w 3114960"/>
              <a:gd name="connsiteY36832" fmla="*/ 2035397 h 5143785"/>
              <a:gd name="connsiteX36833" fmla="*/ 1718024 w 3114960"/>
              <a:gd name="connsiteY36833" fmla="*/ 2035016 h 5143785"/>
              <a:gd name="connsiteX36834" fmla="*/ 1676686 w 3114960"/>
              <a:gd name="connsiteY36834" fmla="*/ 1994059 h 5143785"/>
              <a:gd name="connsiteX36835" fmla="*/ 1661922 w 3114960"/>
              <a:gd name="connsiteY36835" fmla="*/ 1994249 h 5143785"/>
              <a:gd name="connsiteX36836" fmla="*/ 1642872 w 3114960"/>
              <a:gd name="connsiteY36836" fmla="*/ 1979771 h 5143785"/>
              <a:gd name="connsiteX36837" fmla="*/ 1623536 w 3114960"/>
              <a:gd name="connsiteY36837" fmla="*/ 1995011 h 5143785"/>
              <a:gd name="connsiteX36838" fmla="*/ 1428083 w 3114960"/>
              <a:gd name="connsiteY36838" fmla="*/ 1995011 h 5143785"/>
              <a:gd name="connsiteX36839" fmla="*/ 1391507 w 3114960"/>
              <a:gd name="connsiteY36839" fmla="*/ 1972342 h 5143785"/>
              <a:gd name="connsiteX36840" fmla="*/ 1279779 w 3114960"/>
              <a:gd name="connsiteY36840" fmla="*/ 1972342 h 5143785"/>
              <a:gd name="connsiteX36841" fmla="*/ 1275112 w 3114960"/>
              <a:gd name="connsiteY36841" fmla="*/ 1984343 h 5143785"/>
              <a:gd name="connsiteX36842" fmla="*/ 1259872 w 3114960"/>
              <a:gd name="connsiteY36842" fmla="*/ 1984343 h 5143785"/>
              <a:gd name="connsiteX36843" fmla="*/ 1259872 w 3114960"/>
              <a:gd name="connsiteY36843" fmla="*/ 1969103 h 5143785"/>
              <a:gd name="connsiteX36844" fmla="*/ 1275112 w 3114960"/>
              <a:gd name="connsiteY36844" fmla="*/ 1969103 h 5143785"/>
              <a:gd name="connsiteX36845" fmla="*/ 1275112 w 3114960"/>
              <a:gd name="connsiteY36845" fmla="*/ 1984343 h 5143785"/>
              <a:gd name="connsiteX36846" fmla="*/ 2020348 w 3114960"/>
              <a:gd name="connsiteY36846" fmla="*/ 2246852 h 5143785"/>
              <a:gd name="connsiteX36847" fmla="*/ 2027396 w 3114960"/>
              <a:gd name="connsiteY36847" fmla="*/ 2253901 h 5143785"/>
              <a:gd name="connsiteX36848" fmla="*/ 2020348 w 3114960"/>
              <a:gd name="connsiteY36848" fmla="*/ 2260949 h 5143785"/>
              <a:gd name="connsiteX36849" fmla="*/ 2013299 w 3114960"/>
              <a:gd name="connsiteY36849" fmla="*/ 2253901 h 5143785"/>
              <a:gd name="connsiteX36850" fmla="*/ 2020348 w 3114960"/>
              <a:gd name="connsiteY36850" fmla="*/ 2246852 h 5143785"/>
              <a:gd name="connsiteX36851" fmla="*/ 1642872 w 3114960"/>
              <a:gd name="connsiteY36851" fmla="*/ 1984724 h 5143785"/>
              <a:gd name="connsiteX36852" fmla="*/ 1658112 w 3114960"/>
              <a:gd name="connsiteY36852" fmla="*/ 1999964 h 5143785"/>
              <a:gd name="connsiteX36853" fmla="*/ 1642872 w 3114960"/>
              <a:gd name="connsiteY36853" fmla="*/ 2015204 h 5143785"/>
              <a:gd name="connsiteX36854" fmla="*/ 1627632 w 3114960"/>
              <a:gd name="connsiteY36854" fmla="*/ 1999964 h 5143785"/>
              <a:gd name="connsiteX36855" fmla="*/ 1642872 w 3114960"/>
              <a:gd name="connsiteY36855" fmla="*/ 1984724 h 5143785"/>
              <a:gd name="connsiteX36856" fmla="*/ 1480947 w 3114960"/>
              <a:gd name="connsiteY36856" fmla="*/ 1965389 h 5143785"/>
              <a:gd name="connsiteX36857" fmla="*/ 1480947 w 3114960"/>
              <a:gd name="connsiteY36857" fmla="*/ 1970151 h 5143785"/>
              <a:gd name="connsiteX36858" fmla="*/ 1471422 w 3114960"/>
              <a:gd name="connsiteY36858" fmla="*/ 1970151 h 5143785"/>
              <a:gd name="connsiteX36859" fmla="*/ 1471422 w 3114960"/>
              <a:gd name="connsiteY36859" fmla="*/ 1965389 h 5143785"/>
              <a:gd name="connsiteX36860" fmla="*/ 1480947 w 3114960"/>
              <a:gd name="connsiteY36860" fmla="*/ 1965389 h 5143785"/>
              <a:gd name="connsiteX36861" fmla="*/ 1426655 w 3114960"/>
              <a:gd name="connsiteY36861" fmla="*/ 1974247 h 5143785"/>
              <a:gd name="connsiteX36862" fmla="*/ 1419035 w 3114960"/>
              <a:gd name="connsiteY36862" fmla="*/ 1966627 h 5143785"/>
              <a:gd name="connsiteX36863" fmla="*/ 1426655 w 3114960"/>
              <a:gd name="connsiteY36863" fmla="*/ 1959007 h 5143785"/>
              <a:gd name="connsiteX36864" fmla="*/ 1433989 w 3114960"/>
              <a:gd name="connsiteY36864" fmla="*/ 1965293 h 5143785"/>
              <a:gd name="connsiteX36865" fmla="*/ 1442847 w 3114960"/>
              <a:gd name="connsiteY36865" fmla="*/ 1965293 h 5143785"/>
              <a:gd name="connsiteX36866" fmla="*/ 1442847 w 3114960"/>
              <a:gd name="connsiteY36866" fmla="*/ 1970056 h 5143785"/>
              <a:gd name="connsiteX36867" fmla="*/ 1433322 w 3114960"/>
              <a:gd name="connsiteY36867" fmla="*/ 1970056 h 5143785"/>
              <a:gd name="connsiteX36868" fmla="*/ 1426655 w 3114960"/>
              <a:gd name="connsiteY36868" fmla="*/ 1974152 h 5143785"/>
              <a:gd name="connsiteX36869" fmla="*/ 1461897 w 3114960"/>
              <a:gd name="connsiteY36869" fmla="*/ 1965389 h 5143785"/>
              <a:gd name="connsiteX36870" fmla="*/ 1461897 w 3114960"/>
              <a:gd name="connsiteY36870" fmla="*/ 1970151 h 5143785"/>
              <a:gd name="connsiteX36871" fmla="*/ 1452372 w 3114960"/>
              <a:gd name="connsiteY36871" fmla="*/ 1970151 h 5143785"/>
              <a:gd name="connsiteX36872" fmla="*/ 1452372 w 3114960"/>
              <a:gd name="connsiteY36872" fmla="*/ 1965389 h 5143785"/>
              <a:gd name="connsiteX36873" fmla="*/ 1461897 w 3114960"/>
              <a:gd name="connsiteY36873" fmla="*/ 1965389 h 5143785"/>
              <a:gd name="connsiteX36874" fmla="*/ 1014889 w 3114960"/>
              <a:gd name="connsiteY36874" fmla="*/ 1904048 h 5143785"/>
              <a:gd name="connsiteX36875" fmla="*/ 995839 w 3114960"/>
              <a:gd name="connsiteY36875" fmla="*/ 1904048 h 5143785"/>
              <a:gd name="connsiteX36876" fmla="*/ 995839 w 3114960"/>
              <a:gd name="connsiteY36876" fmla="*/ 1899285 h 5143785"/>
              <a:gd name="connsiteX36877" fmla="*/ 1014889 w 3114960"/>
              <a:gd name="connsiteY36877" fmla="*/ 1899285 h 5143785"/>
              <a:gd name="connsiteX36878" fmla="*/ 1014889 w 3114960"/>
              <a:gd name="connsiteY36878" fmla="*/ 1904048 h 5143785"/>
              <a:gd name="connsiteX36879" fmla="*/ 1311212 w 3114960"/>
              <a:gd name="connsiteY36879" fmla="*/ 1385602 h 5143785"/>
              <a:gd name="connsiteX36880" fmla="*/ 1260157 w 3114960"/>
              <a:gd name="connsiteY36880" fmla="*/ 1432084 h 5143785"/>
              <a:gd name="connsiteX36881" fmla="*/ 835343 w 3114960"/>
              <a:gd name="connsiteY36881" fmla="*/ 1432274 h 5143785"/>
              <a:gd name="connsiteX36882" fmla="*/ 774097 w 3114960"/>
              <a:gd name="connsiteY36882" fmla="*/ 1483805 h 5143785"/>
              <a:gd name="connsiteX36883" fmla="*/ 775907 w 3114960"/>
              <a:gd name="connsiteY36883" fmla="*/ 1693640 h 5143785"/>
              <a:gd name="connsiteX36884" fmla="*/ 814007 w 3114960"/>
              <a:gd name="connsiteY36884" fmla="*/ 1727835 h 5143785"/>
              <a:gd name="connsiteX36885" fmla="*/ 812292 w 3114960"/>
              <a:gd name="connsiteY36885" fmla="*/ 1823180 h 5143785"/>
              <a:gd name="connsiteX36886" fmla="*/ 871347 w 3114960"/>
              <a:gd name="connsiteY36886" fmla="*/ 1888331 h 5143785"/>
              <a:gd name="connsiteX36887" fmla="*/ 869537 w 3114960"/>
              <a:gd name="connsiteY36887" fmla="*/ 1902238 h 5143785"/>
              <a:gd name="connsiteX36888" fmla="*/ 879824 w 3114960"/>
              <a:gd name="connsiteY36888" fmla="*/ 1919192 h 5143785"/>
              <a:gd name="connsiteX36889" fmla="*/ 915924 w 3114960"/>
              <a:gd name="connsiteY36889" fmla="*/ 1913668 h 5143785"/>
              <a:gd name="connsiteX36890" fmla="*/ 920306 w 3114960"/>
              <a:gd name="connsiteY36890" fmla="*/ 1904143 h 5143785"/>
              <a:gd name="connsiteX36891" fmla="*/ 938594 w 3114960"/>
              <a:gd name="connsiteY36891" fmla="*/ 1904143 h 5143785"/>
              <a:gd name="connsiteX36892" fmla="*/ 938594 w 3114960"/>
              <a:gd name="connsiteY36892" fmla="*/ 1899380 h 5143785"/>
              <a:gd name="connsiteX36893" fmla="*/ 920877 w 3114960"/>
              <a:gd name="connsiteY36893" fmla="*/ 1899380 h 5143785"/>
              <a:gd name="connsiteX36894" fmla="*/ 920782 w 3114960"/>
              <a:gd name="connsiteY36894" fmla="*/ 1897380 h 5143785"/>
              <a:gd name="connsiteX36895" fmla="*/ 1018699 w 3114960"/>
              <a:gd name="connsiteY36895" fmla="*/ 1897380 h 5143785"/>
              <a:gd name="connsiteX36896" fmla="*/ 1018985 w 3114960"/>
              <a:gd name="connsiteY36896" fmla="*/ 1902333 h 5143785"/>
              <a:gd name="connsiteX36897" fmla="*/ 1029272 w 3114960"/>
              <a:gd name="connsiteY36897" fmla="*/ 1919288 h 5143785"/>
              <a:gd name="connsiteX36898" fmla="*/ 1039844 w 3114960"/>
              <a:gd name="connsiteY36898" fmla="*/ 1923764 h 5143785"/>
              <a:gd name="connsiteX36899" fmla="*/ 1039844 w 3114960"/>
              <a:gd name="connsiteY36899" fmla="*/ 1968627 h 5143785"/>
              <a:gd name="connsiteX36900" fmla="*/ 1052227 w 3114960"/>
              <a:gd name="connsiteY36900" fmla="*/ 1983010 h 5143785"/>
              <a:gd name="connsiteX36901" fmla="*/ 1191673 w 3114960"/>
              <a:gd name="connsiteY36901" fmla="*/ 1983010 h 5143785"/>
              <a:gd name="connsiteX36902" fmla="*/ 1191673 w 3114960"/>
              <a:gd name="connsiteY36902" fmla="*/ 1989296 h 5143785"/>
              <a:gd name="connsiteX36903" fmla="*/ 1216438 w 3114960"/>
              <a:gd name="connsiteY36903" fmla="*/ 1989296 h 5143785"/>
              <a:gd name="connsiteX36904" fmla="*/ 1216438 w 3114960"/>
              <a:gd name="connsiteY36904" fmla="*/ 1964531 h 5143785"/>
              <a:gd name="connsiteX36905" fmla="*/ 1191673 w 3114960"/>
              <a:gd name="connsiteY36905" fmla="*/ 1964531 h 5143785"/>
              <a:gd name="connsiteX36906" fmla="*/ 1191673 w 3114960"/>
              <a:gd name="connsiteY36906" fmla="*/ 1973485 h 5143785"/>
              <a:gd name="connsiteX36907" fmla="*/ 1056608 w 3114960"/>
              <a:gd name="connsiteY36907" fmla="*/ 1973485 h 5143785"/>
              <a:gd name="connsiteX36908" fmla="*/ 1049369 w 3114960"/>
              <a:gd name="connsiteY36908" fmla="*/ 1965103 h 5143785"/>
              <a:gd name="connsiteX36909" fmla="*/ 1049369 w 3114960"/>
              <a:gd name="connsiteY36909" fmla="*/ 1923764 h 5143785"/>
              <a:gd name="connsiteX36910" fmla="*/ 1065467 w 3114960"/>
              <a:gd name="connsiteY36910" fmla="*/ 1913763 h 5143785"/>
              <a:gd name="connsiteX36911" fmla="*/ 1069848 w 3114960"/>
              <a:gd name="connsiteY36911" fmla="*/ 1904238 h 5143785"/>
              <a:gd name="connsiteX36912" fmla="*/ 1088708 w 3114960"/>
              <a:gd name="connsiteY36912" fmla="*/ 1904238 h 5143785"/>
              <a:gd name="connsiteX36913" fmla="*/ 1088708 w 3114960"/>
              <a:gd name="connsiteY36913" fmla="*/ 1899476 h 5143785"/>
              <a:gd name="connsiteX36914" fmla="*/ 1070515 w 3114960"/>
              <a:gd name="connsiteY36914" fmla="*/ 1899476 h 5143785"/>
              <a:gd name="connsiteX36915" fmla="*/ 1070420 w 3114960"/>
              <a:gd name="connsiteY36915" fmla="*/ 1897475 h 5143785"/>
              <a:gd name="connsiteX36916" fmla="*/ 1168337 w 3114960"/>
              <a:gd name="connsiteY36916" fmla="*/ 1897475 h 5143785"/>
              <a:gd name="connsiteX36917" fmla="*/ 1168622 w 3114960"/>
              <a:gd name="connsiteY36917" fmla="*/ 1902428 h 5143785"/>
              <a:gd name="connsiteX36918" fmla="*/ 1178909 w 3114960"/>
              <a:gd name="connsiteY36918" fmla="*/ 1919383 h 5143785"/>
              <a:gd name="connsiteX36919" fmla="*/ 1215009 w 3114960"/>
              <a:gd name="connsiteY36919" fmla="*/ 1913858 h 5143785"/>
              <a:gd name="connsiteX36920" fmla="*/ 1219772 w 3114960"/>
              <a:gd name="connsiteY36920" fmla="*/ 1901571 h 5143785"/>
              <a:gd name="connsiteX36921" fmla="*/ 1236821 w 3114960"/>
              <a:gd name="connsiteY36921" fmla="*/ 1914430 h 5143785"/>
              <a:gd name="connsiteX36922" fmla="*/ 1283780 w 3114960"/>
              <a:gd name="connsiteY36922" fmla="*/ 1914430 h 5143785"/>
              <a:gd name="connsiteX36923" fmla="*/ 1289018 w 3114960"/>
              <a:gd name="connsiteY36923" fmla="*/ 1918621 h 5143785"/>
              <a:gd name="connsiteX36924" fmla="*/ 1293686 w 3114960"/>
              <a:gd name="connsiteY36924" fmla="*/ 1915859 h 5143785"/>
              <a:gd name="connsiteX36925" fmla="*/ 1383316 w 3114960"/>
              <a:gd name="connsiteY36925" fmla="*/ 1916240 h 5143785"/>
              <a:gd name="connsiteX36926" fmla="*/ 1402366 w 3114960"/>
              <a:gd name="connsiteY36926" fmla="*/ 1927384 h 5143785"/>
              <a:gd name="connsiteX36927" fmla="*/ 1522286 w 3114960"/>
              <a:gd name="connsiteY36927" fmla="*/ 1926622 h 5143785"/>
              <a:gd name="connsiteX36928" fmla="*/ 1534192 w 3114960"/>
              <a:gd name="connsiteY36928" fmla="*/ 1934051 h 5143785"/>
              <a:gd name="connsiteX36929" fmla="*/ 1596866 w 3114960"/>
              <a:gd name="connsiteY36929" fmla="*/ 1933670 h 5143785"/>
              <a:gd name="connsiteX36930" fmla="*/ 1645825 w 3114960"/>
              <a:gd name="connsiteY36930" fmla="*/ 1875568 h 5143785"/>
              <a:gd name="connsiteX36931" fmla="*/ 1676591 w 3114960"/>
              <a:gd name="connsiteY36931" fmla="*/ 1875568 h 5143785"/>
              <a:gd name="connsiteX36932" fmla="*/ 1686020 w 3114960"/>
              <a:gd name="connsiteY36932" fmla="*/ 1883664 h 5143785"/>
              <a:gd name="connsiteX36933" fmla="*/ 1686687 w 3114960"/>
              <a:gd name="connsiteY36933" fmla="*/ 1883664 h 5143785"/>
              <a:gd name="connsiteX36934" fmla="*/ 1697165 w 3114960"/>
              <a:gd name="connsiteY36934" fmla="*/ 1873853 h 5143785"/>
              <a:gd name="connsiteX36935" fmla="*/ 1687354 w 3114960"/>
              <a:gd name="connsiteY36935" fmla="*/ 1862709 h 5143785"/>
              <a:gd name="connsiteX36936" fmla="*/ 1676686 w 3114960"/>
              <a:gd name="connsiteY36936" fmla="*/ 1870805 h 5143785"/>
              <a:gd name="connsiteX36937" fmla="*/ 1643634 w 3114960"/>
              <a:gd name="connsiteY36937" fmla="*/ 1870805 h 5143785"/>
              <a:gd name="connsiteX36938" fmla="*/ 1594676 w 3114960"/>
              <a:gd name="connsiteY36938" fmla="*/ 1928908 h 5143785"/>
              <a:gd name="connsiteX36939" fmla="*/ 1535621 w 3114960"/>
              <a:gd name="connsiteY36939" fmla="*/ 1929289 h 5143785"/>
              <a:gd name="connsiteX36940" fmla="*/ 1523714 w 3114960"/>
              <a:gd name="connsiteY36940" fmla="*/ 1921859 h 5143785"/>
              <a:gd name="connsiteX36941" fmla="*/ 1403795 w 3114960"/>
              <a:gd name="connsiteY36941" fmla="*/ 1922621 h 5143785"/>
              <a:gd name="connsiteX36942" fmla="*/ 1384840 w 3114960"/>
              <a:gd name="connsiteY36942" fmla="*/ 1911477 h 5143785"/>
              <a:gd name="connsiteX36943" fmla="*/ 1294257 w 3114960"/>
              <a:gd name="connsiteY36943" fmla="*/ 1911096 h 5143785"/>
              <a:gd name="connsiteX36944" fmla="*/ 1289304 w 3114960"/>
              <a:gd name="connsiteY36944" fmla="*/ 1907762 h 5143785"/>
              <a:gd name="connsiteX36945" fmla="*/ 1284065 w 3114960"/>
              <a:gd name="connsiteY36945" fmla="*/ 1912049 h 5143785"/>
              <a:gd name="connsiteX36946" fmla="*/ 1237964 w 3114960"/>
              <a:gd name="connsiteY36946" fmla="*/ 1912049 h 5143785"/>
              <a:gd name="connsiteX36947" fmla="*/ 1220343 w 3114960"/>
              <a:gd name="connsiteY36947" fmla="*/ 1898714 h 5143785"/>
              <a:gd name="connsiteX36948" fmla="*/ 1220343 w 3114960"/>
              <a:gd name="connsiteY36948" fmla="*/ 1898428 h 5143785"/>
              <a:gd name="connsiteX36949" fmla="*/ 1237964 w 3114960"/>
              <a:gd name="connsiteY36949" fmla="*/ 1885093 h 5143785"/>
              <a:gd name="connsiteX36950" fmla="*/ 1283970 w 3114960"/>
              <a:gd name="connsiteY36950" fmla="*/ 1885093 h 5143785"/>
              <a:gd name="connsiteX36951" fmla="*/ 1284065 w 3114960"/>
              <a:gd name="connsiteY36951" fmla="*/ 1885855 h 5143785"/>
              <a:gd name="connsiteX36952" fmla="*/ 1291876 w 3114960"/>
              <a:gd name="connsiteY36952" fmla="*/ 1889665 h 5143785"/>
              <a:gd name="connsiteX36953" fmla="*/ 1295781 w 3114960"/>
              <a:gd name="connsiteY36953" fmla="*/ 1884998 h 5143785"/>
              <a:gd name="connsiteX36954" fmla="*/ 1396841 w 3114960"/>
              <a:gd name="connsiteY36954" fmla="*/ 1884998 h 5143785"/>
              <a:gd name="connsiteX36955" fmla="*/ 1425797 w 3114960"/>
              <a:gd name="connsiteY36955" fmla="*/ 1903095 h 5143785"/>
              <a:gd name="connsiteX36956" fmla="*/ 1426083 w 3114960"/>
              <a:gd name="connsiteY36956" fmla="*/ 1903286 h 5143785"/>
              <a:gd name="connsiteX36957" fmla="*/ 1515809 w 3114960"/>
              <a:gd name="connsiteY36957" fmla="*/ 1903571 h 5143785"/>
              <a:gd name="connsiteX36958" fmla="*/ 1516285 w 3114960"/>
              <a:gd name="connsiteY36958" fmla="*/ 1903571 h 5143785"/>
              <a:gd name="connsiteX36959" fmla="*/ 1533144 w 3114960"/>
              <a:gd name="connsiteY36959" fmla="*/ 1889189 h 5143785"/>
              <a:gd name="connsiteX36960" fmla="*/ 1596962 w 3114960"/>
              <a:gd name="connsiteY36960" fmla="*/ 1888903 h 5143785"/>
              <a:gd name="connsiteX36961" fmla="*/ 1597533 w 3114960"/>
              <a:gd name="connsiteY36961" fmla="*/ 1888903 h 5143785"/>
              <a:gd name="connsiteX36962" fmla="*/ 1618107 w 3114960"/>
              <a:gd name="connsiteY36962" fmla="*/ 1865757 h 5143785"/>
              <a:gd name="connsiteX36963" fmla="*/ 1617917 w 3114960"/>
              <a:gd name="connsiteY36963" fmla="*/ 1830324 h 5143785"/>
              <a:gd name="connsiteX36964" fmla="*/ 1636490 w 3114960"/>
              <a:gd name="connsiteY36964" fmla="*/ 1810322 h 5143785"/>
              <a:gd name="connsiteX36965" fmla="*/ 1657541 w 3114960"/>
              <a:gd name="connsiteY36965" fmla="*/ 1810131 h 5143785"/>
              <a:gd name="connsiteX36966" fmla="*/ 1657636 w 3114960"/>
              <a:gd name="connsiteY36966" fmla="*/ 1810893 h 5143785"/>
              <a:gd name="connsiteX36967" fmla="*/ 1665446 w 3114960"/>
              <a:gd name="connsiteY36967" fmla="*/ 1814703 h 5143785"/>
              <a:gd name="connsiteX36968" fmla="*/ 1669256 w 3114960"/>
              <a:gd name="connsiteY36968" fmla="*/ 1806893 h 5143785"/>
              <a:gd name="connsiteX36969" fmla="*/ 1661446 w 3114960"/>
              <a:gd name="connsiteY36969" fmla="*/ 1803082 h 5143785"/>
              <a:gd name="connsiteX36970" fmla="*/ 1657541 w 3114960"/>
              <a:gd name="connsiteY36970" fmla="*/ 1807750 h 5143785"/>
              <a:gd name="connsiteX36971" fmla="*/ 1635538 w 3114960"/>
              <a:gd name="connsiteY36971" fmla="*/ 1807940 h 5143785"/>
              <a:gd name="connsiteX36972" fmla="*/ 1615631 w 3114960"/>
              <a:gd name="connsiteY36972" fmla="*/ 1829372 h 5143785"/>
              <a:gd name="connsiteX36973" fmla="*/ 1615821 w 3114960"/>
              <a:gd name="connsiteY36973" fmla="*/ 1864900 h 5143785"/>
              <a:gd name="connsiteX36974" fmla="*/ 1596581 w 3114960"/>
              <a:gd name="connsiteY36974" fmla="*/ 1886617 h 5143785"/>
              <a:gd name="connsiteX36975" fmla="*/ 1532858 w 3114960"/>
              <a:gd name="connsiteY36975" fmla="*/ 1886903 h 5143785"/>
              <a:gd name="connsiteX36976" fmla="*/ 1532382 w 3114960"/>
              <a:gd name="connsiteY36976" fmla="*/ 1886903 h 5143785"/>
              <a:gd name="connsiteX36977" fmla="*/ 1515523 w 3114960"/>
              <a:gd name="connsiteY36977" fmla="*/ 1901285 h 5143785"/>
              <a:gd name="connsiteX36978" fmla="*/ 1426845 w 3114960"/>
              <a:gd name="connsiteY36978" fmla="*/ 1901000 h 5143785"/>
              <a:gd name="connsiteX36979" fmla="*/ 1397603 w 3114960"/>
              <a:gd name="connsiteY36979" fmla="*/ 1882712 h 5143785"/>
              <a:gd name="connsiteX36980" fmla="*/ 1295876 w 3114960"/>
              <a:gd name="connsiteY36980" fmla="*/ 1882712 h 5143785"/>
              <a:gd name="connsiteX36981" fmla="*/ 1295781 w 3114960"/>
              <a:gd name="connsiteY36981" fmla="*/ 1881950 h 5143785"/>
              <a:gd name="connsiteX36982" fmla="*/ 1287971 w 3114960"/>
              <a:gd name="connsiteY36982" fmla="*/ 1878140 h 5143785"/>
              <a:gd name="connsiteX36983" fmla="*/ 1284065 w 3114960"/>
              <a:gd name="connsiteY36983" fmla="*/ 1882712 h 5143785"/>
              <a:gd name="connsiteX36984" fmla="*/ 1237298 w 3114960"/>
              <a:gd name="connsiteY36984" fmla="*/ 1882712 h 5143785"/>
              <a:gd name="connsiteX36985" fmla="*/ 1220343 w 3114960"/>
              <a:gd name="connsiteY36985" fmla="*/ 1895570 h 5143785"/>
              <a:gd name="connsiteX36986" fmla="*/ 1220343 w 3114960"/>
              <a:gd name="connsiteY36986" fmla="*/ 1894713 h 5143785"/>
              <a:gd name="connsiteX36987" fmla="*/ 1210056 w 3114960"/>
              <a:gd name="connsiteY36987" fmla="*/ 1877759 h 5143785"/>
              <a:gd name="connsiteX36988" fmla="*/ 1194816 w 3114960"/>
              <a:gd name="connsiteY36988" fmla="*/ 1872710 h 5143785"/>
              <a:gd name="connsiteX36989" fmla="*/ 1190816 w 3114960"/>
              <a:gd name="connsiteY36989" fmla="*/ 1872996 h 5143785"/>
              <a:gd name="connsiteX36990" fmla="*/ 1173861 w 3114960"/>
              <a:gd name="connsiteY36990" fmla="*/ 1883283 h 5143785"/>
              <a:gd name="connsiteX36991" fmla="*/ 1169480 w 3114960"/>
              <a:gd name="connsiteY36991" fmla="*/ 1892808 h 5143785"/>
              <a:gd name="connsiteX36992" fmla="*/ 1070324 w 3114960"/>
              <a:gd name="connsiteY36992" fmla="*/ 1892808 h 5143785"/>
              <a:gd name="connsiteX36993" fmla="*/ 1060514 w 3114960"/>
              <a:gd name="connsiteY36993" fmla="*/ 1877759 h 5143785"/>
              <a:gd name="connsiteX36994" fmla="*/ 1045274 w 3114960"/>
              <a:gd name="connsiteY36994" fmla="*/ 1872710 h 5143785"/>
              <a:gd name="connsiteX36995" fmla="*/ 1041273 w 3114960"/>
              <a:gd name="connsiteY36995" fmla="*/ 1872996 h 5143785"/>
              <a:gd name="connsiteX36996" fmla="*/ 1024319 w 3114960"/>
              <a:gd name="connsiteY36996" fmla="*/ 1883283 h 5143785"/>
              <a:gd name="connsiteX36997" fmla="*/ 1019937 w 3114960"/>
              <a:gd name="connsiteY36997" fmla="*/ 1892808 h 5143785"/>
              <a:gd name="connsiteX36998" fmla="*/ 920782 w 3114960"/>
              <a:gd name="connsiteY36998" fmla="*/ 1892808 h 5143785"/>
              <a:gd name="connsiteX36999" fmla="*/ 910971 w 3114960"/>
              <a:gd name="connsiteY36999" fmla="*/ 1877759 h 5143785"/>
              <a:gd name="connsiteX37000" fmla="*/ 895731 w 3114960"/>
              <a:gd name="connsiteY37000" fmla="*/ 1872710 h 5143785"/>
              <a:gd name="connsiteX37001" fmla="*/ 891731 w 3114960"/>
              <a:gd name="connsiteY37001" fmla="*/ 1872996 h 5143785"/>
              <a:gd name="connsiteX37002" fmla="*/ 875729 w 3114960"/>
              <a:gd name="connsiteY37002" fmla="*/ 1882235 h 5143785"/>
              <a:gd name="connsiteX37003" fmla="*/ 820007 w 3114960"/>
              <a:gd name="connsiteY37003" fmla="*/ 1820704 h 5143785"/>
              <a:gd name="connsiteX37004" fmla="*/ 821722 w 3114960"/>
              <a:gd name="connsiteY37004" fmla="*/ 1724978 h 5143785"/>
              <a:gd name="connsiteX37005" fmla="*/ 783527 w 3114960"/>
              <a:gd name="connsiteY37005" fmla="*/ 1690688 h 5143785"/>
              <a:gd name="connsiteX37006" fmla="*/ 781717 w 3114960"/>
              <a:gd name="connsiteY37006" fmla="*/ 1487329 h 5143785"/>
              <a:gd name="connsiteX37007" fmla="*/ 838391 w 3114960"/>
              <a:gd name="connsiteY37007" fmla="*/ 1439609 h 5143785"/>
              <a:gd name="connsiteX37008" fmla="*/ 1263301 w 3114960"/>
              <a:gd name="connsiteY37008" fmla="*/ 1439418 h 5143785"/>
              <a:gd name="connsiteX37009" fmla="*/ 1315307 w 3114960"/>
              <a:gd name="connsiteY37009" fmla="*/ 1392079 h 5143785"/>
              <a:gd name="connsiteX37010" fmla="*/ 1316736 w 3114960"/>
              <a:gd name="connsiteY37010" fmla="*/ 1392365 h 5143785"/>
              <a:gd name="connsiteX37011" fmla="*/ 1332833 w 3114960"/>
              <a:gd name="connsiteY37011" fmla="*/ 1392365 h 5143785"/>
              <a:gd name="connsiteX37012" fmla="*/ 1337882 w 3114960"/>
              <a:gd name="connsiteY37012" fmla="*/ 1387316 h 5143785"/>
              <a:gd name="connsiteX37013" fmla="*/ 1337882 w 3114960"/>
              <a:gd name="connsiteY37013" fmla="*/ 1371219 h 5143785"/>
              <a:gd name="connsiteX37014" fmla="*/ 1332833 w 3114960"/>
              <a:gd name="connsiteY37014" fmla="*/ 1366171 h 5143785"/>
              <a:gd name="connsiteX37015" fmla="*/ 1316736 w 3114960"/>
              <a:gd name="connsiteY37015" fmla="*/ 1366171 h 5143785"/>
              <a:gd name="connsiteX37016" fmla="*/ 1311688 w 3114960"/>
              <a:gd name="connsiteY37016" fmla="*/ 1371219 h 5143785"/>
              <a:gd name="connsiteX37017" fmla="*/ 1311688 w 3114960"/>
              <a:gd name="connsiteY37017" fmla="*/ 1385888 h 5143785"/>
              <a:gd name="connsiteX37018" fmla="*/ 1196435 w 3114960"/>
              <a:gd name="connsiteY37018" fmla="*/ 1969103 h 5143785"/>
              <a:gd name="connsiteX37019" fmla="*/ 1211675 w 3114960"/>
              <a:gd name="connsiteY37019" fmla="*/ 1969103 h 5143785"/>
              <a:gd name="connsiteX37020" fmla="*/ 1211675 w 3114960"/>
              <a:gd name="connsiteY37020" fmla="*/ 1984343 h 5143785"/>
              <a:gd name="connsiteX37021" fmla="*/ 1196435 w 3114960"/>
              <a:gd name="connsiteY37021" fmla="*/ 1984343 h 5143785"/>
              <a:gd name="connsiteX37022" fmla="*/ 1196435 w 3114960"/>
              <a:gd name="connsiteY37022" fmla="*/ 1969103 h 5143785"/>
              <a:gd name="connsiteX37023" fmla="*/ 1686211 w 3114960"/>
              <a:gd name="connsiteY37023" fmla="*/ 1867186 h 5143785"/>
              <a:gd name="connsiteX37024" fmla="*/ 1686592 w 3114960"/>
              <a:gd name="connsiteY37024" fmla="*/ 1867186 h 5143785"/>
              <a:gd name="connsiteX37025" fmla="*/ 1691926 w 3114960"/>
              <a:gd name="connsiteY37025" fmla="*/ 1873282 h 5143785"/>
              <a:gd name="connsiteX37026" fmla="*/ 1685830 w 3114960"/>
              <a:gd name="connsiteY37026" fmla="*/ 1878616 h 5143785"/>
              <a:gd name="connsiteX37027" fmla="*/ 1680496 w 3114960"/>
              <a:gd name="connsiteY37027" fmla="*/ 1872520 h 5143785"/>
              <a:gd name="connsiteX37028" fmla="*/ 1686211 w 3114960"/>
              <a:gd name="connsiteY37028" fmla="*/ 1867186 h 5143785"/>
              <a:gd name="connsiteX37029" fmla="*/ 1288732 w 3114960"/>
              <a:gd name="connsiteY37029" fmla="*/ 1909858 h 5143785"/>
              <a:gd name="connsiteX37030" fmla="*/ 1291781 w 3114960"/>
              <a:gd name="connsiteY37030" fmla="*/ 1912906 h 5143785"/>
              <a:gd name="connsiteX37031" fmla="*/ 1288732 w 3114960"/>
              <a:gd name="connsiteY37031" fmla="*/ 1915954 h 5143785"/>
              <a:gd name="connsiteX37032" fmla="*/ 1285685 w 3114960"/>
              <a:gd name="connsiteY37032" fmla="*/ 1912906 h 5143785"/>
              <a:gd name="connsiteX37033" fmla="*/ 1288732 w 3114960"/>
              <a:gd name="connsiteY37033" fmla="*/ 1909858 h 5143785"/>
              <a:gd name="connsiteX37034" fmla="*/ 1177004 w 3114960"/>
              <a:gd name="connsiteY37034" fmla="*/ 1885855 h 5143785"/>
              <a:gd name="connsiteX37035" fmla="*/ 1190816 w 3114960"/>
              <a:gd name="connsiteY37035" fmla="*/ 1877473 h 5143785"/>
              <a:gd name="connsiteX37036" fmla="*/ 1206532 w 3114960"/>
              <a:gd name="connsiteY37036" fmla="*/ 1881283 h 5143785"/>
              <a:gd name="connsiteX37037" fmla="*/ 1214914 w 3114960"/>
              <a:gd name="connsiteY37037" fmla="*/ 1895094 h 5143785"/>
              <a:gd name="connsiteX37038" fmla="*/ 1211104 w 3114960"/>
              <a:gd name="connsiteY37038" fmla="*/ 1910810 h 5143785"/>
              <a:gd name="connsiteX37039" fmla="*/ 1181576 w 3114960"/>
              <a:gd name="connsiteY37039" fmla="*/ 1915382 h 5143785"/>
              <a:gd name="connsiteX37040" fmla="*/ 1177100 w 3114960"/>
              <a:gd name="connsiteY37040" fmla="*/ 1885950 h 5143785"/>
              <a:gd name="connsiteX37041" fmla="*/ 1027557 w 3114960"/>
              <a:gd name="connsiteY37041" fmla="*/ 1885855 h 5143785"/>
              <a:gd name="connsiteX37042" fmla="*/ 1041368 w 3114960"/>
              <a:gd name="connsiteY37042" fmla="*/ 1877473 h 5143785"/>
              <a:gd name="connsiteX37043" fmla="*/ 1057085 w 3114960"/>
              <a:gd name="connsiteY37043" fmla="*/ 1881283 h 5143785"/>
              <a:gd name="connsiteX37044" fmla="*/ 1065467 w 3114960"/>
              <a:gd name="connsiteY37044" fmla="*/ 1895094 h 5143785"/>
              <a:gd name="connsiteX37045" fmla="*/ 1061657 w 3114960"/>
              <a:gd name="connsiteY37045" fmla="*/ 1910810 h 5143785"/>
              <a:gd name="connsiteX37046" fmla="*/ 1032129 w 3114960"/>
              <a:gd name="connsiteY37046" fmla="*/ 1915382 h 5143785"/>
              <a:gd name="connsiteX37047" fmla="*/ 1027652 w 3114960"/>
              <a:gd name="connsiteY37047" fmla="*/ 1885950 h 5143785"/>
              <a:gd name="connsiteX37048" fmla="*/ 878205 w 3114960"/>
              <a:gd name="connsiteY37048" fmla="*/ 1885855 h 5143785"/>
              <a:gd name="connsiteX37049" fmla="*/ 892016 w 3114960"/>
              <a:gd name="connsiteY37049" fmla="*/ 1877473 h 5143785"/>
              <a:gd name="connsiteX37050" fmla="*/ 907733 w 3114960"/>
              <a:gd name="connsiteY37050" fmla="*/ 1881283 h 5143785"/>
              <a:gd name="connsiteX37051" fmla="*/ 916115 w 3114960"/>
              <a:gd name="connsiteY37051" fmla="*/ 1895094 h 5143785"/>
              <a:gd name="connsiteX37052" fmla="*/ 912304 w 3114960"/>
              <a:gd name="connsiteY37052" fmla="*/ 1910810 h 5143785"/>
              <a:gd name="connsiteX37053" fmla="*/ 882777 w 3114960"/>
              <a:gd name="connsiteY37053" fmla="*/ 1915382 h 5143785"/>
              <a:gd name="connsiteX37054" fmla="*/ 878300 w 3114960"/>
              <a:gd name="connsiteY37054" fmla="*/ 1885950 h 5143785"/>
              <a:gd name="connsiteX37055" fmla="*/ 1316260 w 3114960"/>
              <a:gd name="connsiteY37055" fmla="*/ 1370648 h 5143785"/>
              <a:gd name="connsiteX37056" fmla="*/ 1332738 w 3114960"/>
              <a:gd name="connsiteY37056" fmla="*/ 1370933 h 5143785"/>
              <a:gd name="connsiteX37057" fmla="*/ 1332738 w 3114960"/>
              <a:gd name="connsiteY37057" fmla="*/ 1387031 h 5143785"/>
              <a:gd name="connsiteX37058" fmla="*/ 1332452 w 3114960"/>
              <a:gd name="connsiteY37058" fmla="*/ 1387316 h 5143785"/>
              <a:gd name="connsiteX37059" fmla="*/ 1315974 w 3114960"/>
              <a:gd name="connsiteY37059" fmla="*/ 1387031 h 5143785"/>
              <a:gd name="connsiteX37060" fmla="*/ 1316260 w 3114960"/>
              <a:gd name="connsiteY37060" fmla="*/ 1370552 h 5143785"/>
              <a:gd name="connsiteX37061" fmla="*/ 1145762 w 3114960"/>
              <a:gd name="connsiteY37061" fmla="*/ 1904048 h 5143785"/>
              <a:gd name="connsiteX37062" fmla="*/ 1145762 w 3114960"/>
              <a:gd name="connsiteY37062" fmla="*/ 1899285 h 5143785"/>
              <a:gd name="connsiteX37063" fmla="*/ 1164812 w 3114960"/>
              <a:gd name="connsiteY37063" fmla="*/ 1899285 h 5143785"/>
              <a:gd name="connsiteX37064" fmla="*/ 1164812 w 3114960"/>
              <a:gd name="connsiteY37064" fmla="*/ 1904048 h 5143785"/>
              <a:gd name="connsiteX37065" fmla="*/ 1145762 w 3114960"/>
              <a:gd name="connsiteY37065" fmla="*/ 1904048 h 5143785"/>
              <a:gd name="connsiteX37066" fmla="*/ 976789 w 3114960"/>
              <a:gd name="connsiteY37066" fmla="*/ 1904048 h 5143785"/>
              <a:gd name="connsiteX37067" fmla="*/ 957739 w 3114960"/>
              <a:gd name="connsiteY37067" fmla="*/ 1904048 h 5143785"/>
              <a:gd name="connsiteX37068" fmla="*/ 957739 w 3114960"/>
              <a:gd name="connsiteY37068" fmla="*/ 1899285 h 5143785"/>
              <a:gd name="connsiteX37069" fmla="*/ 976789 w 3114960"/>
              <a:gd name="connsiteY37069" fmla="*/ 1899285 h 5143785"/>
              <a:gd name="connsiteX37070" fmla="*/ 976789 w 3114960"/>
              <a:gd name="connsiteY37070" fmla="*/ 1904048 h 5143785"/>
              <a:gd name="connsiteX37071" fmla="*/ 16288 w 3114960"/>
              <a:gd name="connsiteY37071" fmla="*/ 2702719 h 5143785"/>
              <a:gd name="connsiteX37072" fmla="*/ 13811 w 3114960"/>
              <a:gd name="connsiteY37072" fmla="*/ 2684812 h 5143785"/>
              <a:gd name="connsiteX37073" fmla="*/ 31718 w 3114960"/>
              <a:gd name="connsiteY37073" fmla="*/ 2682335 h 5143785"/>
              <a:gd name="connsiteX37074" fmla="*/ 34195 w 3114960"/>
              <a:gd name="connsiteY37074" fmla="*/ 2700242 h 5143785"/>
              <a:gd name="connsiteX37075" fmla="*/ 16288 w 3114960"/>
              <a:gd name="connsiteY37075" fmla="*/ 2702719 h 5143785"/>
              <a:gd name="connsiteX37076" fmla="*/ 944975 w 3114960"/>
              <a:gd name="connsiteY37076" fmla="*/ 1945767 h 5143785"/>
              <a:gd name="connsiteX37077" fmla="*/ 943261 w 3114960"/>
              <a:gd name="connsiteY37077" fmla="*/ 1949291 h 5143785"/>
              <a:gd name="connsiteX37078" fmla="*/ 944499 w 3114960"/>
              <a:gd name="connsiteY37078" fmla="*/ 1953006 h 5143785"/>
              <a:gd name="connsiteX37079" fmla="*/ 952976 w 3114960"/>
              <a:gd name="connsiteY37079" fmla="*/ 1962722 h 5143785"/>
              <a:gd name="connsiteX37080" fmla="*/ 953738 w 3114960"/>
              <a:gd name="connsiteY37080" fmla="*/ 1963293 h 5143785"/>
              <a:gd name="connsiteX37081" fmla="*/ 953738 w 3114960"/>
              <a:gd name="connsiteY37081" fmla="*/ 2034445 h 5143785"/>
              <a:gd name="connsiteX37082" fmla="*/ 999649 w 3114960"/>
              <a:gd name="connsiteY37082" fmla="*/ 2077403 h 5143785"/>
              <a:gd name="connsiteX37083" fmla="*/ 1284161 w 3114960"/>
              <a:gd name="connsiteY37083" fmla="*/ 2077403 h 5143785"/>
              <a:gd name="connsiteX37084" fmla="*/ 1320737 w 3114960"/>
              <a:gd name="connsiteY37084" fmla="*/ 2100072 h 5143785"/>
              <a:gd name="connsiteX37085" fmla="*/ 1441418 w 3114960"/>
              <a:gd name="connsiteY37085" fmla="*/ 2100072 h 5143785"/>
              <a:gd name="connsiteX37086" fmla="*/ 1444181 w 3114960"/>
              <a:gd name="connsiteY37086" fmla="*/ 2101310 h 5143785"/>
              <a:gd name="connsiteX37087" fmla="*/ 1447800 w 3114960"/>
              <a:gd name="connsiteY37087" fmla="*/ 2097691 h 5143785"/>
              <a:gd name="connsiteX37088" fmla="*/ 1444181 w 3114960"/>
              <a:gd name="connsiteY37088" fmla="*/ 2094071 h 5143785"/>
              <a:gd name="connsiteX37089" fmla="*/ 1441418 w 3114960"/>
              <a:gd name="connsiteY37089" fmla="*/ 2095310 h 5143785"/>
              <a:gd name="connsiteX37090" fmla="*/ 1322070 w 3114960"/>
              <a:gd name="connsiteY37090" fmla="*/ 2095310 h 5143785"/>
              <a:gd name="connsiteX37091" fmla="*/ 1285494 w 3114960"/>
              <a:gd name="connsiteY37091" fmla="*/ 2072640 h 5143785"/>
              <a:gd name="connsiteX37092" fmla="*/ 1001554 w 3114960"/>
              <a:gd name="connsiteY37092" fmla="*/ 2072640 h 5143785"/>
              <a:gd name="connsiteX37093" fmla="*/ 958501 w 3114960"/>
              <a:gd name="connsiteY37093" fmla="*/ 2032445 h 5143785"/>
              <a:gd name="connsiteX37094" fmla="*/ 958501 w 3114960"/>
              <a:gd name="connsiteY37094" fmla="*/ 1964150 h 5143785"/>
              <a:gd name="connsiteX37095" fmla="*/ 960120 w 3114960"/>
              <a:gd name="connsiteY37095" fmla="*/ 1963198 h 5143785"/>
              <a:gd name="connsiteX37096" fmla="*/ 969836 w 3114960"/>
              <a:gd name="connsiteY37096" fmla="*/ 1954721 h 5143785"/>
              <a:gd name="connsiteX37097" fmla="*/ 971550 w 3114960"/>
              <a:gd name="connsiteY37097" fmla="*/ 1951196 h 5143785"/>
              <a:gd name="connsiteX37098" fmla="*/ 970312 w 3114960"/>
              <a:gd name="connsiteY37098" fmla="*/ 1947482 h 5143785"/>
              <a:gd name="connsiteX37099" fmla="*/ 961835 w 3114960"/>
              <a:gd name="connsiteY37099" fmla="*/ 1937766 h 5143785"/>
              <a:gd name="connsiteX37100" fmla="*/ 954691 w 3114960"/>
              <a:gd name="connsiteY37100" fmla="*/ 1937290 h 5143785"/>
              <a:gd name="connsiteX37101" fmla="*/ 944975 w 3114960"/>
              <a:gd name="connsiteY37101" fmla="*/ 1945767 h 5143785"/>
              <a:gd name="connsiteX37102" fmla="*/ 966788 w 3114960"/>
              <a:gd name="connsiteY37102" fmla="*/ 1951006 h 5143785"/>
              <a:gd name="connsiteX37103" fmla="*/ 956596 w 3114960"/>
              <a:gd name="connsiteY37103" fmla="*/ 1959483 h 5143785"/>
              <a:gd name="connsiteX37104" fmla="*/ 948119 w 3114960"/>
              <a:gd name="connsiteY37104" fmla="*/ 1949768 h 5143785"/>
              <a:gd name="connsiteX37105" fmla="*/ 948119 w 3114960"/>
              <a:gd name="connsiteY37105" fmla="*/ 1949291 h 5143785"/>
              <a:gd name="connsiteX37106" fmla="*/ 958310 w 3114960"/>
              <a:gd name="connsiteY37106" fmla="*/ 1940814 h 5143785"/>
              <a:gd name="connsiteX37107" fmla="*/ 966788 w 3114960"/>
              <a:gd name="connsiteY37107" fmla="*/ 1951006 h 5143785"/>
              <a:gd name="connsiteX37108" fmla="*/ 993362 w 3114960"/>
              <a:gd name="connsiteY37108" fmla="*/ 1953768 h 5143785"/>
              <a:gd name="connsiteX37109" fmla="*/ 1002506 w 3114960"/>
              <a:gd name="connsiteY37109" fmla="*/ 1962912 h 5143785"/>
              <a:gd name="connsiteX37110" fmla="*/ 1003745 w 3114960"/>
              <a:gd name="connsiteY37110" fmla="*/ 1963769 h 5143785"/>
              <a:gd name="connsiteX37111" fmla="*/ 1003173 w 3114960"/>
              <a:gd name="connsiteY37111" fmla="*/ 2014823 h 5143785"/>
              <a:gd name="connsiteX37112" fmla="*/ 1022033 w 3114960"/>
              <a:gd name="connsiteY37112" fmla="*/ 2032921 h 5143785"/>
              <a:gd name="connsiteX37113" fmla="*/ 1277779 w 3114960"/>
              <a:gd name="connsiteY37113" fmla="*/ 2032921 h 5143785"/>
              <a:gd name="connsiteX37114" fmla="*/ 1314355 w 3114960"/>
              <a:gd name="connsiteY37114" fmla="*/ 2055686 h 5143785"/>
              <a:gd name="connsiteX37115" fmla="*/ 1431417 w 3114960"/>
              <a:gd name="connsiteY37115" fmla="*/ 2055686 h 5143785"/>
              <a:gd name="connsiteX37116" fmla="*/ 1431417 w 3114960"/>
              <a:gd name="connsiteY37116" fmla="*/ 2059019 h 5143785"/>
              <a:gd name="connsiteX37117" fmla="*/ 1437418 w 3114960"/>
              <a:gd name="connsiteY37117" fmla="*/ 2065020 h 5143785"/>
              <a:gd name="connsiteX37118" fmla="*/ 1451420 w 3114960"/>
              <a:gd name="connsiteY37118" fmla="*/ 2065020 h 5143785"/>
              <a:gd name="connsiteX37119" fmla="*/ 1457420 w 3114960"/>
              <a:gd name="connsiteY37119" fmla="*/ 2059019 h 5143785"/>
              <a:gd name="connsiteX37120" fmla="*/ 1457420 w 3114960"/>
              <a:gd name="connsiteY37120" fmla="*/ 2045018 h 5143785"/>
              <a:gd name="connsiteX37121" fmla="*/ 1451420 w 3114960"/>
              <a:gd name="connsiteY37121" fmla="*/ 2039017 h 5143785"/>
              <a:gd name="connsiteX37122" fmla="*/ 1437418 w 3114960"/>
              <a:gd name="connsiteY37122" fmla="*/ 2039017 h 5143785"/>
              <a:gd name="connsiteX37123" fmla="*/ 1431417 w 3114960"/>
              <a:gd name="connsiteY37123" fmla="*/ 2045018 h 5143785"/>
              <a:gd name="connsiteX37124" fmla="*/ 1431417 w 3114960"/>
              <a:gd name="connsiteY37124" fmla="*/ 2050923 h 5143785"/>
              <a:gd name="connsiteX37125" fmla="*/ 1315784 w 3114960"/>
              <a:gd name="connsiteY37125" fmla="*/ 2050923 h 5143785"/>
              <a:gd name="connsiteX37126" fmla="*/ 1279207 w 3114960"/>
              <a:gd name="connsiteY37126" fmla="*/ 2028253 h 5143785"/>
              <a:gd name="connsiteX37127" fmla="*/ 1024033 w 3114960"/>
              <a:gd name="connsiteY37127" fmla="*/ 2028253 h 5143785"/>
              <a:gd name="connsiteX37128" fmla="*/ 1008031 w 3114960"/>
              <a:gd name="connsiteY37128" fmla="*/ 2012918 h 5143785"/>
              <a:gd name="connsiteX37129" fmla="*/ 1008602 w 3114960"/>
              <a:gd name="connsiteY37129" fmla="*/ 1963865 h 5143785"/>
              <a:gd name="connsiteX37130" fmla="*/ 1009841 w 3114960"/>
              <a:gd name="connsiteY37130" fmla="*/ 1963007 h 5143785"/>
              <a:gd name="connsiteX37131" fmla="*/ 1018985 w 3114960"/>
              <a:gd name="connsiteY37131" fmla="*/ 1953863 h 5143785"/>
              <a:gd name="connsiteX37132" fmla="*/ 1018985 w 3114960"/>
              <a:gd name="connsiteY37132" fmla="*/ 1946720 h 5143785"/>
              <a:gd name="connsiteX37133" fmla="*/ 1009841 w 3114960"/>
              <a:gd name="connsiteY37133" fmla="*/ 1937576 h 5143785"/>
              <a:gd name="connsiteX37134" fmla="*/ 1006221 w 3114960"/>
              <a:gd name="connsiteY37134" fmla="*/ 1936052 h 5143785"/>
              <a:gd name="connsiteX37135" fmla="*/ 1006221 w 3114960"/>
              <a:gd name="connsiteY37135" fmla="*/ 1936052 h 5143785"/>
              <a:gd name="connsiteX37136" fmla="*/ 1002602 w 3114960"/>
              <a:gd name="connsiteY37136" fmla="*/ 1937576 h 5143785"/>
              <a:gd name="connsiteX37137" fmla="*/ 993458 w 3114960"/>
              <a:gd name="connsiteY37137" fmla="*/ 1946720 h 5143785"/>
              <a:gd name="connsiteX37138" fmla="*/ 993458 w 3114960"/>
              <a:gd name="connsiteY37138" fmla="*/ 1953863 h 5143785"/>
              <a:gd name="connsiteX37139" fmla="*/ 1436084 w 3114960"/>
              <a:gd name="connsiteY37139" fmla="*/ 2044827 h 5143785"/>
              <a:gd name="connsiteX37140" fmla="*/ 1437323 w 3114960"/>
              <a:gd name="connsiteY37140" fmla="*/ 2043589 h 5143785"/>
              <a:gd name="connsiteX37141" fmla="*/ 1451324 w 3114960"/>
              <a:gd name="connsiteY37141" fmla="*/ 2043589 h 5143785"/>
              <a:gd name="connsiteX37142" fmla="*/ 1452563 w 3114960"/>
              <a:gd name="connsiteY37142" fmla="*/ 2044827 h 5143785"/>
              <a:gd name="connsiteX37143" fmla="*/ 1452563 w 3114960"/>
              <a:gd name="connsiteY37143" fmla="*/ 2058829 h 5143785"/>
              <a:gd name="connsiteX37144" fmla="*/ 1451324 w 3114960"/>
              <a:gd name="connsiteY37144" fmla="*/ 2060067 h 5143785"/>
              <a:gd name="connsiteX37145" fmla="*/ 1437323 w 3114960"/>
              <a:gd name="connsiteY37145" fmla="*/ 2060067 h 5143785"/>
              <a:gd name="connsiteX37146" fmla="*/ 1436084 w 3114960"/>
              <a:gd name="connsiteY37146" fmla="*/ 2058829 h 5143785"/>
              <a:gd name="connsiteX37147" fmla="*/ 1436084 w 3114960"/>
              <a:gd name="connsiteY37147" fmla="*/ 2044827 h 5143785"/>
              <a:gd name="connsiteX37148" fmla="*/ 1006316 w 3114960"/>
              <a:gd name="connsiteY37148" fmla="*/ 1940814 h 5143785"/>
              <a:gd name="connsiteX37149" fmla="*/ 1015460 w 3114960"/>
              <a:gd name="connsiteY37149" fmla="*/ 1950434 h 5143785"/>
              <a:gd name="connsiteX37150" fmla="*/ 1005840 w 3114960"/>
              <a:gd name="connsiteY37150" fmla="*/ 1959578 h 5143785"/>
              <a:gd name="connsiteX37151" fmla="*/ 996696 w 3114960"/>
              <a:gd name="connsiteY37151" fmla="*/ 1950434 h 5143785"/>
              <a:gd name="connsiteX37152" fmla="*/ 996696 w 3114960"/>
              <a:gd name="connsiteY37152" fmla="*/ 1949958 h 5143785"/>
              <a:gd name="connsiteX37153" fmla="*/ 1006316 w 3114960"/>
              <a:gd name="connsiteY37153" fmla="*/ 1940814 h 5143785"/>
              <a:gd name="connsiteX37154" fmla="*/ 1067467 w 3114960"/>
              <a:gd name="connsiteY37154" fmla="*/ 2466118 h 5143785"/>
              <a:gd name="connsiteX37155" fmla="*/ 1073753 w 3114960"/>
              <a:gd name="connsiteY37155" fmla="*/ 2472880 h 5143785"/>
              <a:gd name="connsiteX37156" fmla="*/ 1068515 w 3114960"/>
              <a:gd name="connsiteY37156" fmla="*/ 2477738 h 5143785"/>
              <a:gd name="connsiteX37157" fmla="*/ 1062228 w 3114960"/>
              <a:gd name="connsiteY37157" fmla="*/ 2470976 h 5143785"/>
              <a:gd name="connsiteX37158" fmla="*/ 1067467 w 3114960"/>
              <a:gd name="connsiteY37158" fmla="*/ 2466118 h 5143785"/>
              <a:gd name="connsiteX37159" fmla="*/ 1150334 w 3114960"/>
              <a:gd name="connsiteY37159" fmla="*/ 3745516 h 5143785"/>
              <a:gd name="connsiteX37160" fmla="*/ 1150334 w 3114960"/>
              <a:gd name="connsiteY37160" fmla="*/ 3731990 h 5143785"/>
              <a:gd name="connsiteX37161" fmla="*/ 1143191 w 3114960"/>
              <a:gd name="connsiteY37161" fmla="*/ 3724847 h 5143785"/>
              <a:gd name="connsiteX37162" fmla="*/ 1129665 w 3114960"/>
              <a:gd name="connsiteY37162" fmla="*/ 3724847 h 5143785"/>
              <a:gd name="connsiteX37163" fmla="*/ 1122521 w 3114960"/>
              <a:gd name="connsiteY37163" fmla="*/ 3731990 h 5143785"/>
              <a:gd name="connsiteX37164" fmla="*/ 1122521 w 3114960"/>
              <a:gd name="connsiteY37164" fmla="*/ 3736372 h 5143785"/>
              <a:gd name="connsiteX37165" fmla="*/ 1102519 w 3114960"/>
              <a:gd name="connsiteY37165" fmla="*/ 3736372 h 5143785"/>
              <a:gd name="connsiteX37166" fmla="*/ 1074134 w 3114960"/>
              <a:gd name="connsiteY37166" fmla="*/ 3709226 h 5143785"/>
              <a:gd name="connsiteX37167" fmla="*/ 974884 w 3114960"/>
              <a:gd name="connsiteY37167" fmla="*/ 3708654 h 5143785"/>
              <a:gd name="connsiteX37168" fmla="*/ 956310 w 3114960"/>
              <a:gd name="connsiteY37168" fmla="*/ 3690366 h 5143785"/>
              <a:gd name="connsiteX37169" fmla="*/ 956310 w 3114960"/>
              <a:gd name="connsiteY37169" fmla="*/ 3543300 h 5143785"/>
              <a:gd name="connsiteX37170" fmla="*/ 929926 w 3114960"/>
              <a:gd name="connsiteY37170" fmla="*/ 3518154 h 5143785"/>
              <a:gd name="connsiteX37171" fmla="*/ 844963 w 3114960"/>
              <a:gd name="connsiteY37171" fmla="*/ 3518154 h 5143785"/>
              <a:gd name="connsiteX37172" fmla="*/ 835724 w 3114960"/>
              <a:gd name="connsiteY37172" fmla="*/ 3510820 h 5143785"/>
              <a:gd name="connsiteX37173" fmla="*/ 826008 w 3114960"/>
              <a:gd name="connsiteY37173" fmla="*/ 3520535 h 5143785"/>
              <a:gd name="connsiteX37174" fmla="*/ 835724 w 3114960"/>
              <a:gd name="connsiteY37174" fmla="*/ 3530251 h 5143785"/>
              <a:gd name="connsiteX37175" fmla="*/ 844963 w 3114960"/>
              <a:gd name="connsiteY37175" fmla="*/ 3522917 h 5143785"/>
              <a:gd name="connsiteX37176" fmla="*/ 928021 w 3114960"/>
              <a:gd name="connsiteY37176" fmla="*/ 3522917 h 5143785"/>
              <a:gd name="connsiteX37177" fmla="*/ 951548 w 3114960"/>
              <a:gd name="connsiteY37177" fmla="*/ 3545300 h 5143785"/>
              <a:gd name="connsiteX37178" fmla="*/ 951548 w 3114960"/>
              <a:gd name="connsiteY37178" fmla="*/ 3692271 h 5143785"/>
              <a:gd name="connsiteX37179" fmla="*/ 972979 w 3114960"/>
              <a:gd name="connsiteY37179" fmla="*/ 3713321 h 5143785"/>
              <a:gd name="connsiteX37180" fmla="*/ 1072229 w 3114960"/>
              <a:gd name="connsiteY37180" fmla="*/ 3713893 h 5143785"/>
              <a:gd name="connsiteX37181" fmla="*/ 1100614 w 3114960"/>
              <a:gd name="connsiteY37181" fmla="*/ 3741039 h 5143785"/>
              <a:gd name="connsiteX37182" fmla="*/ 1122521 w 3114960"/>
              <a:gd name="connsiteY37182" fmla="*/ 3741039 h 5143785"/>
              <a:gd name="connsiteX37183" fmla="*/ 1122521 w 3114960"/>
              <a:gd name="connsiteY37183" fmla="*/ 3745421 h 5143785"/>
              <a:gd name="connsiteX37184" fmla="*/ 1129665 w 3114960"/>
              <a:gd name="connsiteY37184" fmla="*/ 3752564 h 5143785"/>
              <a:gd name="connsiteX37185" fmla="*/ 1143191 w 3114960"/>
              <a:gd name="connsiteY37185" fmla="*/ 3752564 h 5143785"/>
              <a:gd name="connsiteX37186" fmla="*/ 1150334 w 3114960"/>
              <a:gd name="connsiteY37186" fmla="*/ 3745421 h 5143785"/>
              <a:gd name="connsiteX37187" fmla="*/ 835724 w 3114960"/>
              <a:gd name="connsiteY37187" fmla="*/ 3525584 h 5143785"/>
              <a:gd name="connsiteX37188" fmla="*/ 830771 w 3114960"/>
              <a:gd name="connsiteY37188" fmla="*/ 3520630 h 5143785"/>
              <a:gd name="connsiteX37189" fmla="*/ 835724 w 3114960"/>
              <a:gd name="connsiteY37189" fmla="*/ 3515678 h 5143785"/>
              <a:gd name="connsiteX37190" fmla="*/ 840677 w 3114960"/>
              <a:gd name="connsiteY37190" fmla="*/ 3520630 h 5143785"/>
              <a:gd name="connsiteX37191" fmla="*/ 835724 w 3114960"/>
              <a:gd name="connsiteY37191" fmla="*/ 3525584 h 5143785"/>
              <a:gd name="connsiteX37192" fmla="*/ 1127284 w 3114960"/>
              <a:gd name="connsiteY37192" fmla="*/ 3745516 h 5143785"/>
              <a:gd name="connsiteX37193" fmla="*/ 1127284 w 3114960"/>
              <a:gd name="connsiteY37193" fmla="*/ 3731990 h 5143785"/>
              <a:gd name="connsiteX37194" fmla="*/ 1129665 w 3114960"/>
              <a:gd name="connsiteY37194" fmla="*/ 3729609 h 5143785"/>
              <a:gd name="connsiteX37195" fmla="*/ 1143191 w 3114960"/>
              <a:gd name="connsiteY37195" fmla="*/ 3729609 h 5143785"/>
              <a:gd name="connsiteX37196" fmla="*/ 1145572 w 3114960"/>
              <a:gd name="connsiteY37196" fmla="*/ 3731990 h 5143785"/>
              <a:gd name="connsiteX37197" fmla="*/ 1145572 w 3114960"/>
              <a:gd name="connsiteY37197" fmla="*/ 3745516 h 5143785"/>
              <a:gd name="connsiteX37198" fmla="*/ 1143191 w 3114960"/>
              <a:gd name="connsiteY37198" fmla="*/ 3747897 h 5143785"/>
              <a:gd name="connsiteX37199" fmla="*/ 1129665 w 3114960"/>
              <a:gd name="connsiteY37199" fmla="*/ 3747897 h 5143785"/>
              <a:gd name="connsiteX37200" fmla="*/ 1127284 w 3114960"/>
              <a:gd name="connsiteY37200" fmla="*/ 3745516 h 5143785"/>
              <a:gd name="connsiteX37201" fmla="*/ 1111949 w 3114960"/>
              <a:gd name="connsiteY37201" fmla="*/ 3779139 h 5143785"/>
              <a:gd name="connsiteX37202" fmla="*/ 1111949 w 3114960"/>
              <a:gd name="connsiteY37202" fmla="*/ 3779806 h 5143785"/>
              <a:gd name="connsiteX37203" fmla="*/ 1122521 w 3114960"/>
              <a:gd name="connsiteY37203" fmla="*/ 3787712 h 5143785"/>
              <a:gd name="connsiteX37204" fmla="*/ 1125569 w 3114960"/>
              <a:gd name="connsiteY37204" fmla="*/ 3787330 h 5143785"/>
              <a:gd name="connsiteX37205" fmla="*/ 1132142 w 3114960"/>
              <a:gd name="connsiteY37205" fmla="*/ 3782092 h 5143785"/>
              <a:gd name="connsiteX37206" fmla="*/ 1133094 w 3114960"/>
              <a:gd name="connsiteY37206" fmla="*/ 3773805 h 5143785"/>
              <a:gd name="connsiteX37207" fmla="*/ 1119569 w 3114960"/>
              <a:gd name="connsiteY37207" fmla="*/ 3766280 h 5143785"/>
              <a:gd name="connsiteX37208" fmla="*/ 1112044 w 3114960"/>
              <a:gd name="connsiteY37208" fmla="*/ 3774377 h 5143785"/>
              <a:gd name="connsiteX37209" fmla="*/ 1064705 w 3114960"/>
              <a:gd name="connsiteY37209" fmla="*/ 3774377 h 5143785"/>
              <a:gd name="connsiteX37210" fmla="*/ 1036320 w 3114960"/>
              <a:gd name="connsiteY37210" fmla="*/ 3747230 h 5143785"/>
              <a:gd name="connsiteX37211" fmla="*/ 923735 w 3114960"/>
              <a:gd name="connsiteY37211" fmla="*/ 3748850 h 5143785"/>
              <a:gd name="connsiteX37212" fmla="*/ 905161 w 3114960"/>
              <a:gd name="connsiteY37212" fmla="*/ 3730562 h 5143785"/>
              <a:gd name="connsiteX37213" fmla="*/ 904589 w 3114960"/>
              <a:gd name="connsiteY37213" fmla="*/ 3652266 h 5143785"/>
              <a:gd name="connsiteX37214" fmla="*/ 911924 w 3114960"/>
              <a:gd name="connsiteY37214" fmla="*/ 3643027 h 5143785"/>
              <a:gd name="connsiteX37215" fmla="*/ 902208 w 3114960"/>
              <a:gd name="connsiteY37215" fmla="*/ 3633311 h 5143785"/>
              <a:gd name="connsiteX37216" fmla="*/ 892493 w 3114960"/>
              <a:gd name="connsiteY37216" fmla="*/ 3643027 h 5143785"/>
              <a:gd name="connsiteX37217" fmla="*/ 899922 w 3114960"/>
              <a:gd name="connsiteY37217" fmla="*/ 3652266 h 5143785"/>
              <a:gd name="connsiteX37218" fmla="*/ 900494 w 3114960"/>
              <a:gd name="connsiteY37218" fmla="*/ 3732562 h 5143785"/>
              <a:gd name="connsiteX37219" fmla="*/ 921925 w 3114960"/>
              <a:gd name="connsiteY37219" fmla="*/ 3753612 h 5143785"/>
              <a:gd name="connsiteX37220" fmla="*/ 1034606 w 3114960"/>
              <a:gd name="connsiteY37220" fmla="*/ 3751993 h 5143785"/>
              <a:gd name="connsiteX37221" fmla="*/ 1062990 w 3114960"/>
              <a:gd name="connsiteY37221" fmla="*/ 3779139 h 5143785"/>
              <a:gd name="connsiteX37222" fmla="*/ 1112139 w 3114960"/>
              <a:gd name="connsiteY37222" fmla="*/ 3779139 h 5143785"/>
              <a:gd name="connsiteX37223" fmla="*/ 1120807 w 3114960"/>
              <a:gd name="connsiteY37223" fmla="*/ 3770757 h 5143785"/>
              <a:gd name="connsiteX37224" fmla="*/ 1122521 w 3114960"/>
              <a:gd name="connsiteY37224" fmla="*/ 3770471 h 5143785"/>
              <a:gd name="connsiteX37225" fmla="*/ 1128427 w 3114960"/>
              <a:gd name="connsiteY37225" fmla="*/ 3774948 h 5143785"/>
              <a:gd name="connsiteX37226" fmla="*/ 1127855 w 3114960"/>
              <a:gd name="connsiteY37226" fmla="*/ 3779615 h 5143785"/>
              <a:gd name="connsiteX37227" fmla="*/ 1124141 w 3114960"/>
              <a:gd name="connsiteY37227" fmla="*/ 3782568 h 5143785"/>
              <a:gd name="connsiteX37228" fmla="*/ 1116521 w 3114960"/>
              <a:gd name="connsiteY37228" fmla="*/ 3778282 h 5143785"/>
              <a:gd name="connsiteX37229" fmla="*/ 1120807 w 3114960"/>
              <a:gd name="connsiteY37229" fmla="*/ 3770662 h 5143785"/>
              <a:gd name="connsiteX37230" fmla="*/ 897160 w 3114960"/>
              <a:gd name="connsiteY37230" fmla="*/ 3643027 h 5143785"/>
              <a:gd name="connsiteX37231" fmla="*/ 902113 w 3114960"/>
              <a:gd name="connsiteY37231" fmla="*/ 3638074 h 5143785"/>
              <a:gd name="connsiteX37232" fmla="*/ 907066 w 3114960"/>
              <a:gd name="connsiteY37232" fmla="*/ 3643027 h 5143785"/>
              <a:gd name="connsiteX37233" fmla="*/ 902113 w 3114960"/>
              <a:gd name="connsiteY37233" fmla="*/ 3647980 h 5143785"/>
              <a:gd name="connsiteX37234" fmla="*/ 897160 w 3114960"/>
              <a:gd name="connsiteY37234" fmla="*/ 3643027 h 5143785"/>
              <a:gd name="connsiteX37235" fmla="*/ 2358962 w 3114960"/>
              <a:gd name="connsiteY37235" fmla="*/ 3507010 h 5143785"/>
              <a:gd name="connsiteX37236" fmla="*/ 2358962 w 3114960"/>
              <a:gd name="connsiteY37236" fmla="*/ 3518916 h 5143785"/>
              <a:gd name="connsiteX37237" fmla="*/ 2352580 w 3114960"/>
              <a:gd name="connsiteY37237" fmla="*/ 3525298 h 5143785"/>
              <a:gd name="connsiteX37238" fmla="*/ 2340578 w 3114960"/>
              <a:gd name="connsiteY37238" fmla="*/ 3525298 h 5143785"/>
              <a:gd name="connsiteX37239" fmla="*/ 2334197 w 3114960"/>
              <a:gd name="connsiteY37239" fmla="*/ 3518916 h 5143785"/>
              <a:gd name="connsiteX37240" fmla="*/ 2334197 w 3114960"/>
              <a:gd name="connsiteY37240" fmla="*/ 3507010 h 5143785"/>
              <a:gd name="connsiteX37241" fmla="*/ 2340578 w 3114960"/>
              <a:gd name="connsiteY37241" fmla="*/ 3500628 h 5143785"/>
              <a:gd name="connsiteX37242" fmla="*/ 2352580 w 3114960"/>
              <a:gd name="connsiteY37242" fmla="*/ 3500628 h 5143785"/>
              <a:gd name="connsiteX37243" fmla="*/ 2358962 w 3114960"/>
              <a:gd name="connsiteY37243" fmla="*/ 3507010 h 5143785"/>
              <a:gd name="connsiteX37244" fmla="*/ 2233803 w 3114960"/>
              <a:gd name="connsiteY37244" fmla="*/ 3260503 h 5143785"/>
              <a:gd name="connsiteX37245" fmla="*/ 2226755 w 3114960"/>
              <a:gd name="connsiteY37245" fmla="*/ 3253454 h 5143785"/>
              <a:gd name="connsiteX37246" fmla="*/ 2233803 w 3114960"/>
              <a:gd name="connsiteY37246" fmla="*/ 3246406 h 5143785"/>
              <a:gd name="connsiteX37247" fmla="*/ 2240852 w 3114960"/>
              <a:gd name="connsiteY37247" fmla="*/ 3253454 h 5143785"/>
              <a:gd name="connsiteX37248" fmla="*/ 2233803 w 3114960"/>
              <a:gd name="connsiteY37248" fmla="*/ 3260503 h 5143785"/>
              <a:gd name="connsiteX37249" fmla="*/ 262414 w 3114960"/>
              <a:gd name="connsiteY37249" fmla="*/ 2279047 h 5143785"/>
              <a:gd name="connsiteX37250" fmla="*/ 269653 w 3114960"/>
              <a:gd name="connsiteY37250" fmla="*/ 2271998 h 5143785"/>
              <a:gd name="connsiteX37251" fmla="*/ 272987 w 3114960"/>
              <a:gd name="connsiteY37251" fmla="*/ 2275427 h 5143785"/>
              <a:gd name="connsiteX37252" fmla="*/ 265748 w 3114960"/>
              <a:gd name="connsiteY37252" fmla="*/ 2282476 h 5143785"/>
              <a:gd name="connsiteX37253" fmla="*/ 262414 w 3114960"/>
              <a:gd name="connsiteY37253" fmla="*/ 2279047 h 5143785"/>
              <a:gd name="connsiteX37254" fmla="*/ 2744915 w 3114960"/>
              <a:gd name="connsiteY37254" fmla="*/ 4045363 h 5143785"/>
              <a:gd name="connsiteX37255" fmla="*/ 2746724 w 3114960"/>
              <a:gd name="connsiteY37255" fmla="*/ 4044982 h 5143785"/>
              <a:gd name="connsiteX37256" fmla="*/ 2752630 w 3114960"/>
              <a:gd name="connsiteY37256" fmla="*/ 4029361 h 5143785"/>
              <a:gd name="connsiteX37257" fmla="*/ 2752630 w 3114960"/>
              <a:gd name="connsiteY37257" fmla="*/ 4029361 h 5143785"/>
              <a:gd name="connsiteX37258" fmla="*/ 2737009 w 3114960"/>
              <a:gd name="connsiteY37258" fmla="*/ 4023455 h 5143785"/>
              <a:gd name="connsiteX37259" fmla="*/ 2731103 w 3114960"/>
              <a:gd name="connsiteY37259" fmla="*/ 4039076 h 5143785"/>
              <a:gd name="connsiteX37260" fmla="*/ 2737676 w 3114960"/>
              <a:gd name="connsiteY37260" fmla="*/ 4045268 h 5143785"/>
              <a:gd name="connsiteX37261" fmla="*/ 2740152 w 3114960"/>
              <a:gd name="connsiteY37261" fmla="*/ 4045744 h 5143785"/>
              <a:gd name="connsiteX37262" fmla="*/ 2739867 w 3114960"/>
              <a:gd name="connsiteY37262" fmla="*/ 4212908 h 5143785"/>
              <a:gd name="connsiteX37263" fmla="*/ 2677954 w 3114960"/>
              <a:gd name="connsiteY37263" fmla="*/ 4269962 h 5143785"/>
              <a:gd name="connsiteX37264" fmla="*/ 2675859 w 3114960"/>
              <a:gd name="connsiteY37264" fmla="*/ 4269581 h 5143785"/>
              <a:gd name="connsiteX37265" fmla="*/ 2655570 w 3114960"/>
              <a:gd name="connsiteY37265" fmla="*/ 4269581 h 5143785"/>
              <a:gd name="connsiteX37266" fmla="*/ 2649569 w 3114960"/>
              <a:gd name="connsiteY37266" fmla="*/ 4275582 h 5143785"/>
              <a:gd name="connsiteX37267" fmla="*/ 2649569 w 3114960"/>
              <a:gd name="connsiteY37267" fmla="*/ 4277011 h 5143785"/>
              <a:gd name="connsiteX37268" fmla="*/ 2600325 w 3114960"/>
              <a:gd name="connsiteY37268" fmla="*/ 4277011 h 5143785"/>
              <a:gd name="connsiteX37269" fmla="*/ 2584323 w 3114960"/>
              <a:gd name="connsiteY37269" fmla="*/ 4297013 h 5143785"/>
              <a:gd name="connsiteX37270" fmla="*/ 2520696 w 3114960"/>
              <a:gd name="connsiteY37270" fmla="*/ 4297013 h 5143785"/>
              <a:gd name="connsiteX37271" fmla="*/ 2386965 w 3114960"/>
              <a:gd name="connsiteY37271" fmla="*/ 4171188 h 5143785"/>
              <a:gd name="connsiteX37272" fmla="*/ 2386298 w 3114960"/>
              <a:gd name="connsiteY37272" fmla="*/ 4170521 h 5143785"/>
              <a:gd name="connsiteX37273" fmla="*/ 2330768 w 3114960"/>
              <a:gd name="connsiteY37273" fmla="*/ 4170807 h 5143785"/>
              <a:gd name="connsiteX37274" fmla="*/ 2322386 w 3114960"/>
              <a:gd name="connsiteY37274" fmla="*/ 4164330 h 5143785"/>
              <a:gd name="connsiteX37275" fmla="*/ 2313527 w 3114960"/>
              <a:gd name="connsiteY37275" fmla="*/ 4173188 h 5143785"/>
              <a:gd name="connsiteX37276" fmla="*/ 2322386 w 3114960"/>
              <a:gd name="connsiteY37276" fmla="*/ 4182047 h 5143785"/>
              <a:gd name="connsiteX37277" fmla="*/ 2330768 w 3114960"/>
              <a:gd name="connsiteY37277" fmla="*/ 4175570 h 5143785"/>
              <a:gd name="connsiteX37278" fmla="*/ 2384489 w 3114960"/>
              <a:gd name="connsiteY37278" fmla="*/ 4175284 h 5143785"/>
              <a:gd name="connsiteX37279" fmla="*/ 2518220 w 3114960"/>
              <a:gd name="connsiteY37279" fmla="*/ 4301109 h 5143785"/>
              <a:gd name="connsiteX37280" fmla="*/ 2518886 w 3114960"/>
              <a:gd name="connsiteY37280" fmla="*/ 4301776 h 5143785"/>
              <a:gd name="connsiteX37281" fmla="*/ 2586609 w 3114960"/>
              <a:gd name="connsiteY37281" fmla="*/ 4301776 h 5143785"/>
              <a:gd name="connsiteX37282" fmla="*/ 2602611 w 3114960"/>
              <a:gd name="connsiteY37282" fmla="*/ 4281773 h 5143785"/>
              <a:gd name="connsiteX37283" fmla="*/ 2649569 w 3114960"/>
              <a:gd name="connsiteY37283" fmla="*/ 4281773 h 5143785"/>
              <a:gd name="connsiteX37284" fmla="*/ 2649569 w 3114960"/>
              <a:gd name="connsiteY37284" fmla="*/ 4283202 h 5143785"/>
              <a:gd name="connsiteX37285" fmla="*/ 2655570 w 3114960"/>
              <a:gd name="connsiteY37285" fmla="*/ 4289203 h 5143785"/>
              <a:gd name="connsiteX37286" fmla="*/ 2675859 w 3114960"/>
              <a:gd name="connsiteY37286" fmla="*/ 4289203 h 5143785"/>
              <a:gd name="connsiteX37287" fmla="*/ 2681859 w 3114960"/>
              <a:gd name="connsiteY37287" fmla="*/ 4283202 h 5143785"/>
              <a:gd name="connsiteX37288" fmla="*/ 2681859 w 3114960"/>
              <a:gd name="connsiteY37288" fmla="*/ 4275582 h 5143785"/>
              <a:gd name="connsiteX37289" fmla="*/ 2681383 w 3114960"/>
              <a:gd name="connsiteY37289" fmla="*/ 4273296 h 5143785"/>
              <a:gd name="connsiteX37290" fmla="*/ 2744629 w 3114960"/>
              <a:gd name="connsiteY37290" fmla="*/ 4215003 h 5143785"/>
              <a:gd name="connsiteX37291" fmla="*/ 2744915 w 3114960"/>
              <a:gd name="connsiteY37291" fmla="*/ 4045458 h 5143785"/>
              <a:gd name="connsiteX37292" fmla="*/ 2677097 w 3114960"/>
              <a:gd name="connsiteY37292" fmla="*/ 4283202 h 5143785"/>
              <a:gd name="connsiteX37293" fmla="*/ 2675859 w 3114960"/>
              <a:gd name="connsiteY37293" fmla="*/ 4284440 h 5143785"/>
              <a:gd name="connsiteX37294" fmla="*/ 2655570 w 3114960"/>
              <a:gd name="connsiteY37294" fmla="*/ 4284440 h 5143785"/>
              <a:gd name="connsiteX37295" fmla="*/ 2654332 w 3114960"/>
              <a:gd name="connsiteY37295" fmla="*/ 4283202 h 5143785"/>
              <a:gd name="connsiteX37296" fmla="*/ 2654332 w 3114960"/>
              <a:gd name="connsiteY37296" fmla="*/ 4275582 h 5143785"/>
              <a:gd name="connsiteX37297" fmla="*/ 2655570 w 3114960"/>
              <a:gd name="connsiteY37297" fmla="*/ 4274344 h 5143785"/>
              <a:gd name="connsiteX37298" fmla="*/ 2675859 w 3114960"/>
              <a:gd name="connsiteY37298" fmla="*/ 4274344 h 5143785"/>
              <a:gd name="connsiteX37299" fmla="*/ 2677097 w 3114960"/>
              <a:gd name="connsiteY37299" fmla="*/ 4275582 h 5143785"/>
              <a:gd name="connsiteX37300" fmla="*/ 2677097 w 3114960"/>
              <a:gd name="connsiteY37300" fmla="*/ 4283202 h 5143785"/>
              <a:gd name="connsiteX37301" fmla="*/ 2735390 w 3114960"/>
              <a:gd name="connsiteY37301" fmla="*/ 4037076 h 5143785"/>
              <a:gd name="connsiteX37302" fmla="*/ 2738914 w 3114960"/>
              <a:gd name="connsiteY37302" fmla="*/ 4027742 h 5143785"/>
              <a:gd name="connsiteX37303" fmla="*/ 2741771 w 3114960"/>
              <a:gd name="connsiteY37303" fmla="*/ 4027075 h 5143785"/>
              <a:gd name="connsiteX37304" fmla="*/ 2748248 w 3114960"/>
              <a:gd name="connsiteY37304" fmla="*/ 4031266 h 5143785"/>
              <a:gd name="connsiteX37305" fmla="*/ 2744724 w 3114960"/>
              <a:gd name="connsiteY37305" fmla="*/ 4040600 h 5143785"/>
              <a:gd name="connsiteX37306" fmla="*/ 2735390 w 3114960"/>
              <a:gd name="connsiteY37306" fmla="*/ 4037076 h 5143785"/>
              <a:gd name="connsiteX37307" fmla="*/ 1143000 w 3114960"/>
              <a:gd name="connsiteY37307" fmla="*/ 3735991 h 5143785"/>
              <a:gd name="connsiteX37308" fmla="*/ 1143000 w 3114960"/>
              <a:gd name="connsiteY37308" fmla="*/ 3741325 h 5143785"/>
              <a:gd name="connsiteX37309" fmla="*/ 1139095 w 3114960"/>
              <a:gd name="connsiteY37309" fmla="*/ 3745230 h 5143785"/>
              <a:gd name="connsiteX37310" fmla="*/ 1133761 w 3114960"/>
              <a:gd name="connsiteY37310" fmla="*/ 3745230 h 5143785"/>
              <a:gd name="connsiteX37311" fmla="*/ 1129856 w 3114960"/>
              <a:gd name="connsiteY37311" fmla="*/ 3741325 h 5143785"/>
              <a:gd name="connsiteX37312" fmla="*/ 1129856 w 3114960"/>
              <a:gd name="connsiteY37312" fmla="*/ 3735991 h 5143785"/>
              <a:gd name="connsiteX37313" fmla="*/ 1133761 w 3114960"/>
              <a:gd name="connsiteY37313" fmla="*/ 3732086 h 5143785"/>
              <a:gd name="connsiteX37314" fmla="*/ 1139095 w 3114960"/>
              <a:gd name="connsiteY37314" fmla="*/ 3732086 h 5143785"/>
              <a:gd name="connsiteX37315" fmla="*/ 1143000 w 3114960"/>
              <a:gd name="connsiteY37315" fmla="*/ 3735991 h 5143785"/>
              <a:gd name="connsiteX37316" fmla="*/ 2334387 w 3114960"/>
              <a:gd name="connsiteY37316" fmla="*/ 3705035 h 5143785"/>
              <a:gd name="connsiteX37317" fmla="*/ 2334387 w 3114960"/>
              <a:gd name="connsiteY37317" fmla="*/ 3693128 h 5143785"/>
              <a:gd name="connsiteX37318" fmla="*/ 2340769 w 3114960"/>
              <a:gd name="connsiteY37318" fmla="*/ 3686747 h 5143785"/>
              <a:gd name="connsiteX37319" fmla="*/ 2352675 w 3114960"/>
              <a:gd name="connsiteY37319" fmla="*/ 3686747 h 5143785"/>
              <a:gd name="connsiteX37320" fmla="*/ 2359057 w 3114960"/>
              <a:gd name="connsiteY37320" fmla="*/ 3693128 h 5143785"/>
              <a:gd name="connsiteX37321" fmla="*/ 2359057 w 3114960"/>
              <a:gd name="connsiteY37321" fmla="*/ 3705035 h 5143785"/>
              <a:gd name="connsiteX37322" fmla="*/ 2352675 w 3114960"/>
              <a:gd name="connsiteY37322" fmla="*/ 3711417 h 5143785"/>
              <a:gd name="connsiteX37323" fmla="*/ 2340769 w 3114960"/>
              <a:gd name="connsiteY37323" fmla="*/ 3711417 h 5143785"/>
              <a:gd name="connsiteX37324" fmla="*/ 2334387 w 3114960"/>
              <a:gd name="connsiteY37324" fmla="*/ 3705035 h 5143785"/>
              <a:gd name="connsiteX37325" fmla="*/ 2302764 w 3114960"/>
              <a:gd name="connsiteY37325" fmla="*/ 3253454 h 5143785"/>
              <a:gd name="connsiteX37326" fmla="*/ 2295716 w 3114960"/>
              <a:gd name="connsiteY37326" fmla="*/ 3260503 h 5143785"/>
              <a:gd name="connsiteX37327" fmla="*/ 2288667 w 3114960"/>
              <a:gd name="connsiteY37327" fmla="*/ 3253454 h 5143785"/>
              <a:gd name="connsiteX37328" fmla="*/ 2295716 w 3114960"/>
              <a:gd name="connsiteY37328" fmla="*/ 3246406 h 5143785"/>
              <a:gd name="connsiteX37329" fmla="*/ 2302764 w 3114960"/>
              <a:gd name="connsiteY37329" fmla="*/ 3253454 h 5143785"/>
              <a:gd name="connsiteX37330" fmla="*/ 1896142 w 3114960"/>
              <a:gd name="connsiteY37330" fmla="*/ 4031075 h 5143785"/>
              <a:gd name="connsiteX37331" fmla="*/ 1882045 w 3114960"/>
              <a:gd name="connsiteY37331" fmla="*/ 4031075 h 5143785"/>
              <a:gd name="connsiteX37332" fmla="*/ 1877473 w 3114960"/>
              <a:gd name="connsiteY37332" fmla="*/ 4035647 h 5143785"/>
              <a:gd name="connsiteX37333" fmla="*/ 1877473 w 3114960"/>
              <a:gd name="connsiteY37333" fmla="*/ 4050221 h 5143785"/>
              <a:gd name="connsiteX37334" fmla="*/ 1882045 w 3114960"/>
              <a:gd name="connsiteY37334" fmla="*/ 4054793 h 5143785"/>
              <a:gd name="connsiteX37335" fmla="*/ 1896142 w 3114960"/>
              <a:gd name="connsiteY37335" fmla="*/ 4054793 h 5143785"/>
              <a:gd name="connsiteX37336" fmla="*/ 1900714 w 3114960"/>
              <a:gd name="connsiteY37336" fmla="*/ 4050221 h 5143785"/>
              <a:gd name="connsiteX37337" fmla="*/ 1900714 w 3114960"/>
              <a:gd name="connsiteY37337" fmla="*/ 4035647 h 5143785"/>
              <a:gd name="connsiteX37338" fmla="*/ 1896142 w 3114960"/>
              <a:gd name="connsiteY37338" fmla="*/ 4031075 h 5143785"/>
              <a:gd name="connsiteX37339" fmla="*/ 1897380 w 3114960"/>
              <a:gd name="connsiteY37339" fmla="*/ 4050221 h 5143785"/>
              <a:gd name="connsiteX37340" fmla="*/ 1896142 w 3114960"/>
              <a:gd name="connsiteY37340" fmla="*/ 4051459 h 5143785"/>
              <a:gd name="connsiteX37341" fmla="*/ 1882045 w 3114960"/>
              <a:gd name="connsiteY37341" fmla="*/ 4051459 h 5143785"/>
              <a:gd name="connsiteX37342" fmla="*/ 1880807 w 3114960"/>
              <a:gd name="connsiteY37342" fmla="*/ 4050221 h 5143785"/>
              <a:gd name="connsiteX37343" fmla="*/ 1880807 w 3114960"/>
              <a:gd name="connsiteY37343" fmla="*/ 4035647 h 5143785"/>
              <a:gd name="connsiteX37344" fmla="*/ 1882045 w 3114960"/>
              <a:gd name="connsiteY37344" fmla="*/ 4034409 h 5143785"/>
              <a:gd name="connsiteX37345" fmla="*/ 1896142 w 3114960"/>
              <a:gd name="connsiteY37345" fmla="*/ 4034409 h 5143785"/>
              <a:gd name="connsiteX37346" fmla="*/ 1897380 w 3114960"/>
              <a:gd name="connsiteY37346" fmla="*/ 4035647 h 5143785"/>
              <a:gd name="connsiteX37347" fmla="*/ 1897380 w 3114960"/>
              <a:gd name="connsiteY37347" fmla="*/ 4050221 h 5143785"/>
              <a:gd name="connsiteX37348" fmla="*/ 1000887 w 3114960"/>
              <a:gd name="connsiteY37348" fmla="*/ 1842992 h 5143785"/>
              <a:gd name="connsiteX37349" fmla="*/ 998506 w 3114960"/>
              <a:gd name="connsiteY37349" fmla="*/ 1845374 h 5143785"/>
              <a:gd name="connsiteX37350" fmla="*/ 998506 w 3114960"/>
              <a:gd name="connsiteY37350" fmla="*/ 1865376 h 5143785"/>
              <a:gd name="connsiteX37351" fmla="*/ 1000887 w 3114960"/>
              <a:gd name="connsiteY37351" fmla="*/ 1867757 h 5143785"/>
              <a:gd name="connsiteX37352" fmla="*/ 1020890 w 3114960"/>
              <a:gd name="connsiteY37352" fmla="*/ 1867757 h 5143785"/>
              <a:gd name="connsiteX37353" fmla="*/ 1023271 w 3114960"/>
              <a:gd name="connsiteY37353" fmla="*/ 1865376 h 5143785"/>
              <a:gd name="connsiteX37354" fmla="*/ 1023271 w 3114960"/>
              <a:gd name="connsiteY37354" fmla="*/ 1845374 h 5143785"/>
              <a:gd name="connsiteX37355" fmla="*/ 1020890 w 3114960"/>
              <a:gd name="connsiteY37355" fmla="*/ 1842992 h 5143785"/>
              <a:gd name="connsiteX37356" fmla="*/ 1000887 w 3114960"/>
              <a:gd name="connsiteY37356" fmla="*/ 1842992 h 5143785"/>
              <a:gd name="connsiteX37357" fmla="*/ 1018508 w 3114960"/>
              <a:gd name="connsiteY37357" fmla="*/ 1862995 h 5143785"/>
              <a:gd name="connsiteX37358" fmla="*/ 1003268 w 3114960"/>
              <a:gd name="connsiteY37358" fmla="*/ 1862995 h 5143785"/>
              <a:gd name="connsiteX37359" fmla="*/ 1003268 w 3114960"/>
              <a:gd name="connsiteY37359" fmla="*/ 1847755 h 5143785"/>
              <a:gd name="connsiteX37360" fmla="*/ 1018508 w 3114960"/>
              <a:gd name="connsiteY37360" fmla="*/ 1847755 h 5143785"/>
              <a:gd name="connsiteX37361" fmla="*/ 1018508 w 3114960"/>
              <a:gd name="connsiteY37361" fmla="*/ 1862995 h 5143785"/>
              <a:gd name="connsiteX37362" fmla="*/ 1049655 w 3114960"/>
              <a:gd name="connsiteY37362" fmla="*/ 2457545 h 5143785"/>
              <a:gd name="connsiteX37363" fmla="*/ 1054894 w 3114960"/>
              <a:gd name="connsiteY37363" fmla="*/ 2452688 h 5143785"/>
              <a:gd name="connsiteX37364" fmla="*/ 1061180 w 3114960"/>
              <a:gd name="connsiteY37364" fmla="*/ 2459450 h 5143785"/>
              <a:gd name="connsiteX37365" fmla="*/ 1055942 w 3114960"/>
              <a:gd name="connsiteY37365" fmla="*/ 2464308 h 5143785"/>
              <a:gd name="connsiteX37366" fmla="*/ 1049655 w 3114960"/>
              <a:gd name="connsiteY37366" fmla="*/ 2457545 h 5143785"/>
              <a:gd name="connsiteX37367" fmla="*/ 1080135 w 3114960"/>
              <a:gd name="connsiteY37367" fmla="*/ 2479643 h 5143785"/>
              <a:gd name="connsiteX37368" fmla="*/ 1086422 w 3114960"/>
              <a:gd name="connsiteY37368" fmla="*/ 2486406 h 5143785"/>
              <a:gd name="connsiteX37369" fmla="*/ 1081183 w 3114960"/>
              <a:gd name="connsiteY37369" fmla="*/ 2491264 h 5143785"/>
              <a:gd name="connsiteX37370" fmla="*/ 1074896 w 3114960"/>
              <a:gd name="connsiteY37370" fmla="*/ 2484501 h 5143785"/>
              <a:gd name="connsiteX37371" fmla="*/ 1080135 w 3114960"/>
              <a:gd name="connsiteY37371" fmla="*/ 2479643 h 5143785"/>
              <a:gd name="connsiteX37372" fmla="*/ 1095947 w 3114960"/>
              <a:gd name="connsiteY37372" fmla="*/ 2439829 h 5143785"/>
              <a:gd name="connsiteX37373" fmla="*/ 1095947 w 3114960"/>
              <a:gd name="connsiteY37373" fmla="*/ 2436019 h 5143785"/>
              <a:gd name="connsiteX37374" fmla="*/ 1086803 w 3114960"/>
              <a:gd name="connsiteY37374" fmla="*/ 2426875 h 5143785"/>
              <a:gd name="connsiteX37375" fmla="*/ 1082993 w 3114960"/>
              <a:gd name="connsiteY37375" fmla="*/ 2426875 h 5143785"/>
              <a:gd name="connsiteX37376" fmla="*/ 1080326 w 3114960"/>
              <a:gd name="connsiteY37376" fmla="*/ 2429542 h 5143785"/>
              <a:gd name="connsiteX37377" fmla="*/ 993743 w 3114960"/>
              <a:gd name="connsiteY37377" fmla="*/ 2341245 h 5143785"/>
              <a:gd name="connsiteX37378" fmla="*/ 1040797 w 3114960"/>
              <a:gd name="connsiteY37378" fmla="*/ 2341245 h 5143785"/>
              <a:gd name="connsiteX37379" fmla="*/ 1041273 w 3114960"/>
              <a:gd name="connsiteY37379" fmla="*/ 2343817 h 5143785"/>
              <a:gd name="connsiteX37380" fmla="*/ 1048226 w 3114960"/>
              <a:gd name="connsiteY37380" fmla="*/ 2350675 h 5143785"/>
              <a:gd name="connsiteX37381" fmla="*/ 1053084 w 3114960"/>
              <a:gd name="connsiteY37381" fmla="*/ 2351627 h 5143785"/>
              <a:gd name="connsiteX37382" fmla="*/ 1058037 w 3114960"/>
              <a:gd name="connsiteY37382" fmla="*/ 2350580 h 5143785"/>
              <a:gd name="connsiteX37383" fmla="*/ 1064895 w 3114960"/>
              <a:gd name="connsiteY37383" fmla="*/ 2343626 h 5143785"/>
              <a:gd name="connsiteX37384" fmla="*/ 1064895 w 3114960"/>
              <a:gd name="connsiteY37384" fmla="*/ 2333911 h 5143785"/>
              <a:gd name="connsiteX37385" fmla="*/ 1057942 w 3114960"/>
              <a:gd name="connsiteY37385" fmla="*/ 2327053 h 5143785"/>
              <a:gd name="connsiteX37386" fmla="*/ 1057942 w 3114960"/>
              <a:gd name="connsiteY37386" fmla="*/ 2327053 h 5143785"/>
              <a:gd name="connsiteX37387" fmla="*/ 1048226 w 3114960"/>
              <a:gd name="connsiteY37387" fmla="*/ 2327053 h 5143785"/>
              <a:gd name="connsiteX37388" fmla="*/ 1041368 w 3114960"/>
              <a:gd name="connsiteY37388" fmla="*/ 2334006 h 5143785"/>
              <a:gd name="connsiteX37389" fmla="*/ 1040892 w 3114960"/>
              <a:gd name="connsiteY37389" fmla="*/ 2336483 h 5143785"/>
              <a:gd name="connsiteX37390" fmla="*/ 988219 w 3114960"/>
              <a:gd name="connsiteY37390" fmla="*/ 2336483 h 5143785"/>
              <a:gd name="connsiteX37391" fmla="*/ 986028 w 3114960"/>
              <a:gd name="connsiteY37391" fmla="*/ 2337911 h 5143785"/>
              <a:gd name="connsiteX37392" fmla="*/ 986504 w 3114960"/>
              <a:gd name="connsiteY37392" fmla="*/ 2340483 h 5143785"/>
              <a:gd name="connsiteX37393" fmla="*/ 1077087 w 3114960"/>
              <a:gd name="connsiteY37393" fmla="*/ 2432876 h 5143785"/>
              <a:gd name="connsiteX37394" fmla="*/ 1074039 w 3114960"/>
              <a:gd name="connsiteY37394" fmla="*/ 2435924 h 5143785"/>
              <a:gd name="connsiteX37395" fmla="*/ 1074039 w 3114960"/>
              <a:gd name="connsiteY37395" fmla="*/ 2439734 h 5143785"/>
              <a:gd name="connsiteX37396" fmla="*/ 1083183 w 3114960"/>
              <a:gd name="connsiteY37396" fmla="*/ 2448878 h 5143785"/>
              <a:gd name="connsiteX37397" fmla="*/ 1086993 w 3114960"/>
              <a:gd name="connsiteY37397" fmla="*/ 2448878 h 5143785"/>
              <a:gd name="connsiteX37398" fmla="*/ 1096137 w 3114960"/>
              <a:gd name="connsiteY37398" fmla="*/ 2439734 h 5143785"/>
              <a:gd name="connsiteX37399" fmla="*/ 1045654 w 3114960"/>
              <a:gd name="connsiteY37399" fmla="*/ 2335816 h 5143785"/>
              <a:gd name="connsiteX37400" fmla="*/ 1049941 w 3114960"/>
              <a:gd name="connsiteY37400" fmla="*/ 2331530 h 5143785"/>
              <a:gd name="connsiteX37401" fmla="*/ 1052989 w 3114960"/>
              <a:gd name="connsiteY37401" fmla="*/ 2330863 h 5143785"/>
              <a:gd name="connsiteX37402" fmla="*/ 1056037 w 3114960"/>
              <a:gd name="connsiteY37402" fmla="*/ 2331434 h 5143785"/>
              <a:gd name="connsiteX37403" fmla="*/ 1060323 w 3114960"/>
              <a:gd name="connsiteY37403" fmla="*/ 2335721 h 5143785"/>
              <a:gd name="connsiteX37404" fmla="*/ 1060323 w 3114960"/>
              <a:gd name="connsiteY37404" fmla="*/ 2341817 h 5143785"/>
              <a:gd name="connsiteX37405" fmla="*/ 1056037 w 3114960"/>
              <a:gd name="connsiteY37405" fmla="*/ 2346103 h 5143785"/>
              <a:gd name="connsiteX37406" fmla="*/ 1049941 w 3114960"/>
              <a:gd name="connsiteY37406" fmla="*/ 2346103 h 5143785"/>
              <a:gd name="connsiteX37407" fmla="*/ 1045654 w 3114960"/>
              <a:gd name="connsiteY37407" fmla="*/ 2341817 h 5143785"/>
              <a:gd name="connsiteX37408" fmla="*/ 1045654 w 3114960"/>
              <a:gd name="connsiteY37408" fmla="*/ 2335721 h 5143785"/>
              <a:gd name="connsiteX37409" fmla="*/ 1180243 w 3114960"/>
              <a:gd name="connsiteY37409" fmla="*/ 2410968 h 5143785"/>
              <a:gd name="connsiteX37410" fmla="*/ 1194721 w 3114960"/>
              <a:gd name="connsiteY37410" fmla="*/ 2410968 h 5143785"/>
              <a:gd name="connsiteX37411" fmla="*/ 1197388 w 3114960"/>
              <a:gd name="connsiteY37411" fmla="*/ 2408301 h 5143785"/>
              <a:gd name="connsiteX37412" fmla="*/ 1197388 w 3114960"/>
              <a:gd name="connsiteY37412" fmla="*/ 2394395 h 5143785"/>
              <a:gd name="connsiteX37413" fmla="*/ 1194721 w 3114960"/>
              <a:gd name="connsiteY37413" fmla="*/ 2391728 h 5143785"/>
              <a:gd name="connsiteX37414" fmla="*/ 1180243 w 3114960"/>
              <a:gd name="connsiteY37414" fmla="*/ 2391728 h 5143785"/>
              <a:gd name="connsiteX37415" fmla="*/ 1177576 w 3114960"/>
              <a:gd name="connsiteY37415" fmla="*/ 2394395 h 5143785"/>
              <a:gd name="connsiteX37416" fmla="*/ 1177576 w 3114960"/>
              <a:gd name="connsiteY37416" fmla="*/ 2397157 h 5143785"/>
              <a:gd name="connsiteX37417" fmla="*/ 1160907 w 3114960"/>
              <a:gd name="connsiteY37417" fmla="*/ 2397157 h 5143785"/>
              <a:gd name="connsiteX37418" fmla="*/ 1158526 w 3114960"/>
              <a:gd name="connsiteY37418" fmla="*/ 2399538 h 5143785"/>
              <a:gd name="connsiteX37419" fmla="*/ 1158526 w 3114960"/>
              <a:gd name="connsiteY37419" fmla="*/ 2431161 h 5143785"/>
              <a:gd name="connsiteX37420" fmla="*/ 1122521 w 3114960"/>
              <a:gd name="connsiteY37420" fmla="*/ 2458879 h 5143785"/>
              <a:gd name="connsiteX37421" fmla="*/ 1122521 w 3114960"/>
              <a:gd name="connsiteY37421" fmla="*/ 2409444 h 5143785"/>
              <a:gd name="connsiteX37422" fmla="*/ 1121855 w 3114960"/>
              <a:gd name="connsiteY37422" fmla="*/ 2407730 h 5143785"/>
              <a:gd name="connsiteX37423" fmla="*/ 1090041 w 3114960"/>
              <a:gd name="connsiteY37423" fmla="*/ 2376297 h 5143785"/>
              <a:gd name="connsiteX37424" fmla="*/ 1092137 w 3114960"/>
              <a:gd name="connsiteY37424" fmla="*/ 2373059 h 5143785"/>
              <a:gd name="connsiteX37425" fmla="*/ 1085183 w 3114960"/>
              <a:gd name="connsiteY37425" fmla="*/ 2356485 h 5143785"/>
              <a:gd name="connsiteX37426" fmla="*/ 1085183 w 3114960"/>
              <a:gd name="connsiteY37426" fmla="*/ 2356485 h 5143785"/>
              <a:gd name="connsiteX37427" fmla="*/ 1075468 w 3114960"/>
              <a:gd name="connsiteY37427" fmla="*/ 2356485 h 5143785"/>
              <a:gd name="connsiteX37428" fmla="*/ 1068610 w 3114960"/>
              <a:gd name="connsiteY37428" fmla="*/ 2363438 h 5143785"/>
              <a:gd name="connsiteX37429" fmla="*/ 1068610 w 3114960"/>
              <a:gd name="connsiteY37429" fmla="*/ 2373154 h 5143785"/>
              <a:gd name="connsiteX37430" fmla="*/ 1075563 w 3114960"/>
              <a:gd name="connsiteY37430" fmla="*/ 2380012 h 5143785"/>
              <a:gd name="connsiteX37431" fmla="*/ 1080421 w 3114960"/>
              <a:gd name="connsiteY37431" fmla="*/ 2380964 h 5143785"/>
              <a:gd name="connsiteX37432" fmla="*/ 1085374 w 3114960"/>
              <a:gd name="connsiteY37432" fmla="*/ 2379917 h 5143785"/>
              <a:gd name="connsiteX37433" fmla="*/ 1086422 w 3114960"/>
              <a:gd name="connsiteY37433" fmla="*/ 2379250 h 5143785"/>
              <a:gd name="connsiteX37434" fmla="*/ 1117949 w 3114960"/>
              <a:gd name="connsiteY37434" fmla="*/ 2410301 h 5143785"/>
              <a:gd name="connsiteX37435" fmla="*/ 1117949 w 3114960"/>
              <a:gd name="connsiteY37435" fmla="*/ 2463546 h 5143785"/>
              <a:gd name="connsiteX37436" fmla="*/ 1119283 w 3114960"/>
              <a:gd name="connsiteY37436" fmla="*/ 2465642 h 5143785"/>
              <a:gd name="connsiteX37437" fmla="*/ 1120331 w 3114960"/>
              <a:gd name="connsiteY37437" fmla="*/ 2465927 h 5143785"/>
              <a:gd name="connsiteX37438" fmla="*/ 1121759 w 3114960"/>
              <a:gd name="connsiteY37438" fmla="*/ 2465451 h 5143785"/>
              <a:gd name="connsiteX37439" fmla="*/ 1162526 w 3114960"/>
              <a:gd name="connsiteY37439" fmla="*/ 2434114 h 5143785"/>
              <a:gd name="connsiteX37440" fmla="*/ 1163479 w 3114960"/>
              <a:gd name="connsiteY37440" fmla="*/ 2432209 h 5143785"/>
              <a:gd name="connsiteX37441" fmla="*/ 1163479 w 3114960"/>
              <a:gd name="connsiteY37441" fmla="*/ 2401824 h 5143785"/>
              <a:gd name="connsiteX37442" fmla="*/ 1177766 w 3114960"/>
              <a:gd name="connsiteY37442" fmla="*/ 2401824 h 5143785"/>
              <a:gd name="connsiteX37443" fmla="*/ 1177766 w 3114960"/>
              <a:gd name="connsiteY37443" fmla="*/ 2408111 h 5143785"/>
              <a:gd name="connsiteX37444" fmla="*/ 1180433 w 3114960"/>
              <a:gd name="connsiteY37444" fmla="*/ 2410778 h 5143785"/>
              <a:gd name="connsiteX37445" fmla="*/ 1087660 w 3114960"/>
              <a:gd name="connsiteY37445" fmla="*/ 2371344 h 5143785"/>
              <a:gd name="connsiteX37446" fmla="*/ 1083374 w 3114960"/>
              <a:gd name="connsiteY37446" fmla="*/ 2375630 h 5143785"/>
              <a:gd name="connsiteX37447" fmla="*/ 1077278 w 3114960"/>
              <a:gd name="connsiteY37447" fmla="*/ 2375630 h 5143785"/>
              <a:gd name="connsiteX37448" fmla="*/ 1072991 w 3114960"/>
              <a:gd name="connsiteY37448" fmla="*/ 2371344 h 5143785"/>
              <a:gd name="connsiteX37449" fmla="*/ 1072991 w 3114960"/>
              <a:gd name="connsiteY37449" fmla="*/ 2365248 h 5143785"/>
              <a:gd name="connsiteX37450" fmla="*/ 1077278 w 3114960"/>
              <a:gd name="connsiteY37450" fmla="*/ 2360962 h 5143785"/>
              <a:gd name="connsiteX37451" fmla="*/ 1080326 w 3114960"/>
              <a:gd name="connsiteY37451" fmla="*/ 2360295 h 5143785"/>
              <a:gd name="connsiteX37452" fmla="*/ 1083374 w 3114960"/>
              <a:gd name="connsiteY37452" fmla="*/ 2360867 h 5143785"/>
              <a:gd name="connsiteX37453" fmla="*/ 1087755 w 3114960"/>
              <a:gd name="connsiteY37453" fmla="*/ 2371249 h 5143785"/>
              <a:gd name="connsiteX37454" fmla="*/ 1214057 w 3114960"/>
              <a:gd name="connsiteY37454" fmla="*/ 2246471 h 5143785"/>
              <a:gd name="connsiteX37455" fmla="*/ 1225677 w 3114960"/>
              <a:gd name="connsiteY37455" fmla="*/ 2234851 h 5143785"/>
              <a:gd name="connsiteX37456" fmla="*/ 1214057 w 3114960"/>
              <a:gd name="connsiteY37456" fmla="*/ 2223230 h 5143785"/>
              <a:gd name="connsiteX37457" fmla="*/ 1202436 w 3114960"/>
              <a:gd name="connsiteY37457" fmla="*/ 2234851 h 5143785"/>
              <a:gd name="connsiteX37458" fmla="*/ 1214057 w 3114960"/>
              <a:gd name="connsiteY37458" fmla="*/ 2246471 h 5143785"/>
              <a:gd name="connsiteX37459" fmla="*/ 1214057 w 3114960"/>
              <a:gd name="connsiteY37459" fmla="*/ 2225516 h 5143785"/>
              <a:gd name="connsiteX37460" fmla="*/ 1223296 w 3114960"/>
              <a:gd name="connsiteY37460" fmla="*/ 2234756 h 5143785"/>
              <a:gd name="connsiteX37461" fmla="*/ 1214057 w 3114960"/>
              <a:gd name="connsiteY37461" fmla="*/ 2243995 h 5143785"/>
              <a:gd name="connsiteX37462" fmla="*/ 1204817 w 3114960"/>
              <a:gd name="connsiteY37462" fmla="*/ 2234756 h 5143785"/>
              <a:gd name="connsiteX37463" fmla="*/ 1214057 w 3114960"/>
              <a:gd name="connsiteY37463" fmla="*/ 2225516 h 5143785"/>
              <a:gd name="connsiteX37464" fmla="*/ 2114550 w 3114960"/>
              <a:gd name="connsiteY37464" fmla="*/ 3982498 h 5143785"/>
              <a:gd name="connsiteX37465" fmla="*/ 2114550 w 3114960"/>
              <a:gd name="connsiteY37465" fmla="*/ 3972973 h 5143785"/>
              <a:gd name="connsiteX37466" fmla="*/ 2118836 w 3114960"/>
              <a:gd name="connsiteY37466" fmla="*/ 3968687 h 5143785"/>
              <a:gd name="connsiteX37467" fmla="*/ 2129123 w 3114960"/>
              <a:gd name="connsiteY37467" fmla="*/ 3968687 h 5143785"/>
              <a:gd name="connsiteX37468" fmla="*/ 2132648 w 3114960"/>
              <a:gd name="connsiteY37468" fmla="*/ 3972211 h 5143785"/>
              <a:gd name="connsiteX37469" fmla="*/ 2132648 w 3114960"/>
              <a:gd name="connsiteY37469" fmla="*/ 3982498 h 5143785"/>
              <a:gd name="connsiteX37470" fmla="*/ 2128361 w 3114960"/>
              <a:gd name="connsiteY37470" fmla="*/ 3986784 h 5143785"/>
              <a:gd name="connsiteX37471" fmla="*/ 2118836 w 3114960"/>
              <a:gd name="connsiteY37471" fmla="*/ 3986784 h 5143785"/>
              <a:gd name="connsiteX37472" fmla="*/ 2114550 w 3114960"/>
              <a:gd name="connsiteY37472" fmla="*/ 3982498 h 5143785"/>
              <a:gd name="connsiteX37473" fmla="*/ 79343 w 3114960"/>
              <a:gd name="connsiteY37473" fmla="*/ 4761929 h 5143785"/>
              <a:gd name="connsiteX37474" fmla="*/ 85916 w 3114960"/>
              <a:gd name="connsiteY37474" fmla="*/ 4763738 h 5143785"/>
              <a:gd name="connsiteX37475" fmla="*/ 88868 w 3114960"/>
              <a:gd name="connsiteY37475" fmla="*/ 4763357 h 5143785"/>
              <a:gd name="connsiteX37476" fmla="*/ 96679 w 3114960"/>
              <a:gd name="connsiteY37476" fmla="*/ 4757738 h 5143785"/>
              <a:gd name="connsiteX37477" fmla="*/ 98203 w 3114960"/>
              <a:gd name="connsiteY37477" fmla="*/ 4748213 h 5143785"/>
              <a:gd name="connsiteX37478" fmla="*/ 83058 w 3114960"/>
              <a:gd name="connsiteY37478" fmla="*/ 4738973 h 5143785"/>
              <a:gd name="connsiteX37479" fmla="*/ 75248 w 3114960"/>
              <a:gd name="connsiteY37479" fmla="*/ 4744593 h 5143785"/>
              <a:gd name="connsiteX37480" fmla="*/ 73628 w 3114960"/>
              <a:gd name="connsiteY37480" fmla="*/ 4750975 h 5143785"/>
              <a:gd name="connsiteX37481" fmla="*/ 95 w 3114960"/>
              <a:gd name="connsiteY37481" fmla="*/ 4750975 h 5143785"/>
              <a:gd name="connsiteX37482" fmla="*/ 95 w 3114960"/>
              <a:gd name="connsiteY37482" fmla="*/ 4755737 h 5143785"/>
              <a:gd name="connsiteX37483" fmla="*/ 74486 w 3114960"/>
              <a:gd name="connsiteY37483" fmla="*/ 4755737 h 5143785"/>
              <a:gd name="connsiteX37484" fmla="*/ 79439 w 3114960"/>
              <a:gd name="connsiteY37484" fmla="*/ 4761929 h 5143785"/>
              <a:gd name="connsiteX37485" fmla="*/ 79248 w 3114960"/>
              <a:gd name="connsiteY37485" fmla="*/ 4747165 h 5143785"/>
              <a:gd name="connsiteX37486" fmla="*/ 84106 w 3114960"/>
              <a:gd name="connsiteY37486" fmla="*/ 4743641 h 5143785"/>
              <a:gd name="connsiteX37487" fmla="*/ 85916 w 3114960"/>
              <a:gd name="connsiteY37487" fmla="*/ 4743450 h 5143785"/>
              <a:gd name="connsiteX37488" fmla="*/ 93536 w 3114960"/>
              <a:gd name="connsiteY37488" fmla="*/ 4749451 h 5143785"/>
              <a:gd name="connsiteX37489" fmla="*/ 92583 w 3114960"/>
              <a:gd name="connsiteY37489" fmla="*/ 4755356 h 5143785"/>
              <a:gd name="connsiteX37490" fmla="*/ 87725 w 3114960"/>
              <a:gd name="connsiteY37490" fmla="*/ 4758881 h 5143785"/>
              <a:gd name="connsiteX37491" fmla="*/ 81820 w 3114960"/>
              <a:gd name="connsiteY37491" fmla="*/ 4757928 h 5143785"/>
              <a:gd name="connsiteX37492" fmla="*/ 78296 w 3114960"/>
              <a:gd name="connsiteY37492" fmla="*/ 4753070 h 5143785"/>
              <a:gd name="connsiteX37493" fmla="*/ 79248 w 3114960"/>
              <a:gd name="connsiteY37493" fmla="*/ 4747165 h 5143785"/>
              <a:gd name="connsiteX37494" fmla="*/ 96869 w 3114960"/>
              <a:gd name="connsiteY37494" fmla="*/ 4672584 h 5143785"/>
              <a:gd name="connsiteX37495" fmla="*/ 89154 w 3114960"/>
              <a:gd name="connsiteY37495" fmla="*/ 4669441 h 5143785"/>
              <a:gd name="connsiteX37496" fmla="*/ 81534 w 3114960"/>
              <a:gd name="connsiteY37496" fmla="*/ 4672679 h 5143785"/>
              <a:gd name="connsiteX37497" fmla="*/ 78962 w 3114960"/>
              <a:gd name="connsiteY37497" fmla="*/ 4677632 h 5143785"/>
              <a:gd name="connsiteX37498" fmla="*/ 286 w 3114960"/>
              <a:gd name="connsiteY37498" fmla="*/ 4677632 h 5143785"/>
              <a:gd name="connsiteX37499" fmla="*/ 95 w 3114960"/>
              <a:gd name="connsiteY37499" fmla="*/ 4677442 h 5143785"/>
              <a:gd name="connsiteX37500" fmla="*/ 95 w 3114960"/>
              <a:gd name="connsiteY37500" fmla="*/ 4682395 h 5143785"/>
              <a:gd name="connsiteX37501" fmla="*/ 78962 w 3114960"/>
              <a:gd name="connsiteY37501" fmla="*/ 4682395 h 5143785"/>
              <a:gd name="connsiteX37502" fmla="*/ 81820 w 3114960"/>
              <a:gd name="connsiteY37502" fmla="*/ 4688015 h 5143785"/>
              <a:gd name="connsiteX37503" fmla="*/ 89345 w 3114960"/>
              <a:gd name="connsiteY37503" fmla="*/ 4691063 h 5143785"/>
              <a:gd name="connsiteX37504" fmla="*/ 89440 w 3114960"/>
              <a:gd name="connsiteY37504" fmla="*/ 4691063 h 5143785"/>
              <a:gd name="connsiteX37505" fmla="*/ 100108 w 3114960"/>
              <a:gd name="connsiteY37505" fmla="*/ 4680109 h 5143785"/>
              <a:gd name="connsiteX37506" fmla="*/ 96869 w 3114960"/>
              <a:gd name="connsiteY37506" fmla="*/ 4672489 h 5143785"/>
              <a:gd name="connsiteX37507" fmla="*/ 89345 w 3114960"/>
              <a:gd name="connsiteY37507" fmla="*/ 4686395 h 5143785"/>
              <a:gd name="connsiteX37508" fmla="*/ 85058 w 3114960"/>
              <a:gd name="connsiteY37508" fmla="*/ 4684681 h 5143785"/>
              <a:gd name="connsiteX37509" fmla="*/ 83248 w 3114960"/>
              <a:gd name="connsiteY37509" fmla="*/ 4680395 h 5143785"/>
              <a:gd name="connsiteX37510" fmla="*/ 83248 w 3114960"/>
              <a:gd name="connsiteY37510" fmla="*/ 4680395 h 5143785"/>
              <a:gd name="connsiteX37511" fmla="*/ 89249 w 3114960"/>
              <a:gd name="connsiteY37511" fmla="*/ 4674299 h 5143785"/>
              <a:gd name="connsiteX37512" fmla="*/ 89249 w 3114960"/>
              <a:gd name="connsiteY37512" fmla="*/ 4674299 h 5143785"/>
              <a:gd name="connsiteX37513" fmla="*/ 95345 w 3114960"/>
              <a:gd name="connsiteY37513" fmla="*/ 4680299 h 5143785"/>
              <a:gd name="connsiteX37514" fmla="*/ 89345 w 3114960"/>
              <a:gd name="connsiteY37514" fmla="*/ 4686395 h 5143785"/>
              <a:gd name="connsiteX37515" fmla="*/ 110776 w 3114960"/>
              <a:gd name="connsiteY37515" fmla="*/ 3929825 h 5143785"/>
              <a:gd name="connsiteX37516" fmla="*/ 103156 w 3114960"/>
              <a:gd name="connsiteY37516" fmla="*/ 3929444 h 5143785"/>
              <a:gd name="connsiteX37517" fmla="*/ 97155 w 3114960"/>
              <a:gd name="connsiteY37517" fmla="*/ 3942112 h 5143785"/>
              <a:gd name="connsiteX37518" fmla="*/ 97631 w 3114960"/>
              <a:gd name="connsiteY37518" fmla="*/ 3942874 h 5143785"/>
              <a:gd name="connsiteX37519" fmla="*/ 72009 w 3114960"/>
              <a:gd name="connsiteY37519" fmla="*/ 3965638 h 5143785"/>
              <a:gd name="connsiteX37520" fmla="*/ 72295 w 3114960"/>
              <a:gd name="connsiteY37520" fmla="*/ 4013645 h 5143785"/>
              <a:gd name="connsiteX37521" fmla="*/ 47530 w 3114960"/>
              <a:gd name="connsiteY37521" fmla="*/ 4035076 h 5143785"/>
              <a:gd name="connsiteX37522" fmla="*/ 46482 w 3114960"/>
              <a:gd name="connsiteY37522" fmla="*/ 4034314 h 5143785"/>
              <a:gd name="connsiteX37523" fmla="*/ 38862 w 3114960"/>
              <a:gd name="connsiteY37523" fmla="*/ 4033933 h 5143785"/>
              <a:gd name="connsiteX37524" fmla="*/ 32861 w 3114960"/>
              <a:gd name="connsiteY37524" fmla="*/ 4046601 h 5143785"/>
              <a:gd name="connsiteX37525" fmla="*/ 42196 w 3114960"/>
              <a:gd name="connsiteY37525" fmla="*/ 4053173 h 5143785"/>
              <a:gd name="connsiteX37526" fmla="*/ 45530 w 3114960"/>
              <a:gd name="connsiteY37526" fmla="*/ 4052602 h 5143785"/>
              <a:gd name="connsiteX37527" fmla="*/ 51530 w 3114960"/>
              <a:gd name="connsiteY37527" fmla="*/ 4039934 h 5143785"/>
              <a:gd name="connsiteX37528" fmla="*/ 50673 w 3114960"/>
              <a:gd name="connsiteY37528" fmla="*/ 4038505 h 5143785"/>
              <a:gd name="connsiteX37529" fmla="*/ 76962 w 3114960"/>
              <a:gd name="connsiteY37529" fmla="*/ 4015740 h 5143785"/>
              <a:gd name="connsiteX37530" fmla="*/ 76676 w 3114960"/>
              <a:gd name="connsiteY37530" fmla="*/ 3967734 h 5143785"/>
              <a:gd name="connsiteX37531" fmla="*/ 100584 w 3114960"/>
              <a:gd name="connsiteY37531" fmla="*/ 3946493 h 5143785"/>
              <a:gd name="connsiteX37532" fmla="*/ 102203 w 3114960"/>
              <a:gd name="connsiteY37532" fmla="*/ 3947636 h 5143785"/>
              <a:gd name="connsiteX37533" fmla="*/ 106394 w 3114960"/>
              <a:gd name="connsiteY37533" fmla="*/ 3948589 h 5143785"/>
              <a:gd name="connsiteX37534" fmla="*/ 109728 w 3114960"/>
              <a:gd name="connsiteY37534" fmla="*/ 3948017 h 5143785"/>
              <a:gd name="connsiteX37535" fmla="*/ 115348 w 3114960"/>
              <a:gd name="connsiteY37535" fmla="*/ 3942874 h 5143785"/>
              <a:gd name="connsiteX37536" fmla="*/ 115729 w 3114960"/>
              <a:gd name="connsiteY37536" fmla="*/ 3935349 h 5143785"/>
              <a:gd name="connsiteX37537" fmla="*/ 110681 w 3114960"/>
              <a:gd name="connsiteY37537" fmla="*/ 3929729 h 5143785"/>
              <a:gd name="connsiteX37538" fmla="*/ 44101 w 3114960"/>
              <a:gd name="connsiteY37538" fmla="*/ 4048220 h 5143785"/>
              <a:gd name="connsiteX37539" fmla="*/ 40196 w 3114960"/>
              <a:gd name="connsiteY37539" fmla="*/ 4048030 h 5143785"/>
              <a:gd name="connsiteX37540" fmla="*/ 37529 w 3114960"/>
              <a:gd name="connsiteY37540" fmla="*/ 4045077 h 5143785"/>
              <a:gd name="connsiteX37541" fmla="*/ 40672 w 3114960"/>
              <a:gd name="connsiteY37541" fmla="*/ 4038505 h 5143785"/>
              <a:gd name="connsiteX37542" fmla="*/ 42386 w 3114960"/>
              <a:gd name="connsiteY37542" fmla="*/ 4038219 h 5143785"/>
              <a:gd name="connsiteX37543" fmla="*/ 47244 w 3114960"/>
              <a:gd name="connsiteY37543" fmla="*/ 4041648 h 5143785"/>
              <a:gd name="connsiteX37544" fmla="*/ 44101 w 3114960"/>
              <a:gd name="connsiteY37544" fmla="*/ 4048220 h 5143785"/>
              <a:gd name="connsiteX37545" fmla="*/ 108299 w 3114960"/>
              <a:gd name="connsiteY37545" fmla="*/ 3943636 h 5143785"/>
              <a:gd name="connsiteX37546" fmla="*/ 104394 w 3114960"/>
              <a:gd name="connsiteY37546" fmla="*/ 3943445 h 5143785"/>
              <a:gd name="connsiteX37547" fmla="*/ 101727 w 3114960"/>
              <a:gd name="connsiteY37547" fmla="*/ 3940493 h 5143785"/>
              <a:gd name="connsiteX37548" fmla="*/ 104870 w 3114960"/>
              <a:gd name="connsiteY37548" fmla="*/ 3933920 h 5143785"/>
              <a:gd name="connsiteX37549" fmla="*/ 106585 w 3114960"/>
              <a:gd name="connsiteY37549" fmla="*/ 3933635 h 5143785"/>
              <a:gd name="connsiteX37550" fmla="*/ 108776 w 3114960"/>
              <a:gd name="connsiteY37550" fmla="*/ 3934111 h 5143785"/>
              <a:gd name="connsiteX37551" fmla="*/ 111442 w 3114960"/>
              <a:gd name="connsiteY37551" fmla="*/ 3937063 h 5143785"/>
              <a:gd name="connsiteX37552" fmla="*/ 108299 w 3114960"/>
              <a:gd name="connsiteY37552" fmla="*/ 3943636 h 5143785"/>
              <a:gd name="connsiteX37553" fmla="*/ 1896142 w 3114960"/>
              <a:gd name="connsiteY37553" fmla="*/ 3995261 h 5143785"/>
              <a:gd name="connsiteX37554" fmla="*/ 1882045 w 3114960"/>
              <a:gd name="connsiteY37554" fmla="*/ 3995261 h 5143785"/>
              <a:gd name="connsiteX37555" fmla="*/ 1877473 w 3114960"/>
              <a:gd name="connsiteY37555" fmla="*/ 3999834 h 5143785"/>
              <a:gd name="connsiteX37556" fmla="*/ 1877473 w 3114960"/>
              <a:gd name="connsiteY37556" fmla="*/ 4014407 h 5143785"/>
              <a:gd name="connsiteX37557" fmla="*/ 1882045 w 3114960"/>
              <a:gd name="connsiteY37557" fmla="*/ 4018979 h 5143785"/>
              <a:gd name="connsiteX37558" fmla="*/ 1896142 w 3114960"/>
              <a:gd name="connsiteY37558" fmla="*/ 4018979 h 5143785"/>
              <a:gd name="connsiteX37559" fmla="*/ 1900714 w 3114960"/>
              <a:gd name="connsiteY37559" fmla="*/ 4014407 h 5143785"/>
              <a:gd name="connsiteX37560" fmla="*/ 1900714 w 3114960"/>
              <a:gd name="connsiteY37560" fmla="*/ 3999834 h 5143785"/>
              <a:gd name="connsiteX37561" fmla="*/ 1896142 w 3114960"/>
              <a:gd name="connsiteY37561" fmla="*/ 3995261 h 5143785"/>
              <a:gd name="connsiteX37562" fmla="*/ 1897380 w 3114960"/>
              <a:gd name="connsiteY37562" fmla="*/ 4014407 h 5143785"/>
              <a:gd name="connsiteX37563" fmla="*/ 1896142 w 3114960"/>
              <a:gd name="connsiteY37563" fmla="*/ 4015645 h 5143785"/>
              <a:gd name="connsiteX37564" fmla="*/ 1882045 w 3114960"/>
              <a:gd name="connsiteY37564" fmla="*/ 4015645 h 5143785"/>
              <a:gd name="connsiteX37565" fmla="*/ 1880807 w 3114960"/>
              <a:gd name="connsiteY37565" fmla="*/ 4014407 h 5143785"/>
              <a:gd name="connsiteX37566" fmla="*/ 1880807 w 3114960"/>
              <a:gd name="connsiteY37566" fmla="*/ 3999834 h 5143785"/>
              <a:gd name="connsiteX37567" fmla="*/ 1882045 w 3114960"/>
              <a:gd name="connsiteY37567" fmla="*/ 3998595 h 5143785"/>
              <a:gd name="connsiteX37568" fmla="*/ 1896142 w 3114960"/>
              <a:gd name="connsiteY37568" fmla="*/ 3998595 h 5143785"/>
              <a:gd name="connsiteX37569" fmla="*/ 1897380 w 3114960"/>
              <a:gd name="connsiteY37569" fmla="*/ 3999834 h 5143785"/>
              <a:gd name="connsiteX37570" fmla="*/ 1897380 w 3114960"/>
              <a:gd name="connsiteY37570" fmla="*/ 4014407 h 5143785"/>
              <a:gd name="connsiteX37571" fmla="*/ 392144 w 3114960"/>
              <a:gd name="connsiteY37571" fmla="*/ 2250472 h 5143785"/>
              <a:gd name="connsiteX37572" fmla="*/ 399002 w 3114960"/>
              <a:gd name="connsiteY37572" fmla="*/ 2243423 h 5143785"/>
              <a:gd name="connsiteX37573" fmla="*/ 402431 w 3114960"/>
              <a:gd name="connsiteY37573" fmla="*/ 2246757 h 5143785"/>
              <a:gd name="connsiteX37574" fmla="*/ 395573 w 3114960"/>
              <a:gd name="connsiteY37574" fmla="*/ 2253806 h 5143785"/>
              <a:gd name="connsiteX37575" fmla="*/ 392144 w 3114960"/>
              <a:gd name="connsiteY37575" fmla="*/ 2250472 h 5143785"/>
              <a:gd name="connsiteX37576" fmla="*/ 2138744 w 3114960"/>
              <a:gd name="connsiteY37576" fmla="*/ 4154805 h 5143785"/>
              <a:gd name="connsiteX37577" fmla="*/ 2138744 w 3114960"/>
              <a:gd name="connsiteY37577" fmla="*/ 4149757 h 5143785"/>
              <a:gd name="connsiteX37578" fmla="*/ 2153412 w 3114960"/>
              <a:gd name="connsiteY37578" fmla="*/ 4149757 h 5143785"/>
              <a:gd name="connsiteX37579" fmla="*/ 2161223 w 3114960"/>
              <a:gd name="connsiteY37579" fmla="*/ 4141946 h 5143785"/>
              <a:gd name="connsiteX37580" fmla="*/ 2161223 w 3114960"/>
              <a:gd name="connsiteY37580" fmla="*/ 4132421 h 5143785"/>
              <a:gd name="connsiteX37581" fmla="*/ 2153412 w 3114960"/>
              <a:gd name="connsiteY37581" fmla="*/ 4124611 h 5143785"/>
              <a:gd name="connsiteX37582" fmla="*/ 2138744 w 3114960"/>
              <a:gd name="connsiteY37582" fmla="*/ 4124611 h 5143785"/>
              <a:gd name="connsiteX37583" fmla="*/ 2138744 w 3114960"/>
              <a:gd name="connsiteY37583" fmla="*/ 4117277 h 5143785"/>
              <a:gd name="connsiteX37584" fmla="*/ 2197513 w 3114960"/>
              <a:gd name="connsiteY37584" fmla="*/ 4043744 h 5143785"/>
              <a:gd name="connsiteX37585" fmla="*/ 2197513 w 3114960"/>
              <a:gd name="connsiteY37585" fmla="*/ 4027361 h 5143785"/>
              <a:gd name="connsiteX37586" fmla="*/ 2201132 w 3114960"/>
              <a:gd name="connsiteY37586" fmla="*/ 4027361 h 5143785"/>
              <a:gd name="connsiteX37587" fmla="*/ 2205419 w 3114960"/>
              <a:gd name="connsiteY37587" fmla="*/ 4023074 h 5143785"/>
              <a:gd name="connsiteX37588" fmla="*/ 2205419 w 3114960"/>
              <a:gd name="connsiteY37588" fmla="*/ 4010311 h 5143785"/>
              <a:gd name="connsiteX37589" fmla="*/ 2201894 w 3114960"/>
              <a:gd name="connsiteY37589" fmla="*/ 4006787 h 5143785"/>
              <a:gd name="connsiteX37590" fmla="*/ 2189131 w 3114960"/>
              <a:gd name="connsiteY37590" fmla="*/ 4006787 h 5143785"/>
              <a:gd name="connsiteX37591" fmla="*/ 2184845 w 3114960"/>
              <a:gd name="connsiteY37591" fmla="*/ 4011073 h 5143785"/>
              <a:gd name="connsiteX37592" fmla="*/ 2184845 w 3114960"/>
              <a:gd name="connsiteY37592" fmla="*/ 4023170 h 5143785"/>
              <a:gd name="connsiteX37593" fmla="*/ 2189131 w 3114960"/>
              <a:gd name="connsiteY37593" fmla="*/ 4027456 h 5143785"/>
              <a:gd name="connsiteX37594" fmla="*/ 2192750 w 3114960"/>
              <a:gd name="connsiteY37594" fmla="*/ 4027456 h 5143785"/>
              <a:gd name="connsiteX37595" fmla="*/ 2192750 w 3114960"/>
              <a:gd name="connsiteY37595" fmla="*/ 4042124 h 5143785"/>
              <a:gd name="connsiteX37596" fmla="*/ 2133981 w 3114960"/>
              <a:gd name="connsiteY37596" fmla="*/ 4115657 h 5143785"/>
              <a:gd name="connsiteX37597" fmla="*/ 2133981 w 3114960"/>
              <a:gd name="connsiteY37597" fmla="*/ 4124706 h 5143785"/>
              <a:gd name="connsiteX37598" fmla="*/ 2118360 w 3114960"/>
              <a:gd name="connsiteY37598" fmla="*/ 4124706 h 5143785"/>
              <a:gd name="connsiteX37599" fmla="*/ 2110550 w 3114960"/>
              <a:gd name="connsiteY37599" fmla="*/ 4132517 h 5143785"/>
              <a:gd name="connsiteX37600" fmla="*/ 2110550 w 3114960"/>
              <a:gd name="connsiteY37600" fmla="*/ 4142042 h 5143785"/>
              <a:gd name="connsiteX37601" fmla="*/ 2118360 w 3114960"/>
              <a:gd name="connsiteY37601" fmla="*/ 4149852 h 5143785"/>
              <a:gd name="connsiteX37602" fmla="*/ 2133981 w 3114960"/>
              <a:gd name="connsiteY37602" fmla="*/ 4149852 h 5143785"/>
              <a:gd name="connsiteX37603" fmla="*/ 2133981 w 3114960"/>
              <a:gd name="connsiteY37603" fmla="*/ 4156710 h 5143785"/>
              <a:gd name="connsiteX37604" fmla="*/ 2187035 w 3114960"/>
              <a:gd name="connsiteY37604" fmla="*/ 4218813 h 5143785"/>
              <a:gd name="connsiteX37605" fmla="*/ 2187035 w 3114960"/>
              <a:gd name="connsiteY37605" fmla="*/ 4244340 h 5143785"/>
              <a:gd name="connsiteX37606" fmla="*/ 2178844 w 3114960"/>
              <a:gd name="connsiteY37606" fmla="*/ 4257294 h 5143785"/>
              <a:gd name="connsiteX37607" fmla="*/ 2183606 w 3114960"/>
              <a:gd name="connsiteY37607" fmla="*/ 4264343 h 5143785"/>
              <a:gd name="connsiteX37608" fmla="*/ 2189798 w 3114960"/>
              <a:gd name="connsiteY37608" fmla="*/ 4266248 h 5143785"/>
              <a:gd name="connsiteX37609" fmla="*/ 2192084 w 3114960"/>
              <a:gd name="connsiteY37609" fmla="*/ 4266057 h 5143785"/>
              <a:gd name="connsiteX37610" fmla="*/ 2199132 w 3114960"/>
              <a:gd name="connsiteY37610" fmla="*/ 4261295 h 5143785"/>
              <a:gd name="connsiteX37611" fmla="*/ 2200751 w 3114960"/>
              <a:gd name="connsiteY37611" fmla="*/ 4252913 h 5143785"/>
              <a:gd name="connsiteX37612" fmla="*/ 2195989 w 3114960"/>
              <a:gd name="connsiteY37612" fmla="*/ 4245864 h 5143785"/>
              <a:gd name="connsiteX37613" fmla="*/ 2191893 w 3114960"/>
              <a:gd name="connsiteY37613" fmla="*/ 4244245 h 5143785"/>
              <a:gd name="connsiteX37614" fmla="*/ 2191893 w 3114960"/>
              <a:gd name="connsiteY37614" fmla="*/ 4217194 h 5143785"/>
              <a:gd name="connsiteX37615" fmla="*/ 2138839 w 3114960"/>
              <a:gd name="connsiteY37615" fmla="*/ 4155091 h 5143785"/>
              <a:gd name="connsiteX37616" fmla="*/ 2145411 w 3114960"/>
              <a:gd name="connsiteY37616" fmla="*/ 4129373 h 5143785"/>
              <a:gd name="connsiteX37617" fmla="*/ 2153412 w 3114960"/>
              <a:gd name="connsiteY37617" fmla="*/ 4129373 h 5143785"/>
              <a:gd name="connsiteX37618" fmla="*/ 2156365 w 3114960"/>
              <a:gd name="connsiteY37618" fmla="*/ 4132326 h 5143785"/>
              <a:gd name="connsiteX37619" fmla="*/ 2156365 w 3114960"/>
              <a:gd name="connsiteY37619" fmla="*/ 4141851 h 5143785"/>
              <a:gd name="connsiteX37620" fmla="*/ 2153412 w 3114960"/>
              <a:gd name="connsiteY37620" fmla="*/ 4144804 h 5143785"/>
              <a:gd name="connsiteX37621" fmla="*/ 2145411 w 3114960"/>
              <a:gd name="connsiteY37621" fmla="*/ 4144804 h 5143785"/>
              <a:gd name="connsiteX37622" fmla="*/ 2145411 w 3114960"/>
              <a:gd name="connsiteY37622" fmla="*/ 4129278 h 5143785"/>
              <a:gd name="connsiteX37623" fmla="*/ 2124456 w 3114960"/>
              <a:gd name="connsiteY37623" fmla="*/ 4144899 h 5143785"/>
              <a:gd name="connsiteX37624" fmla="*/ 2118360 w 3114960"/>
              <a:gd name="connsiteY37624" fmla="*/ 4144899 h 5143785"/>
              <a:gd name="connsiteX37625" fmla="*/ 2115407 w 3114960"/>
              <a:gd name="connsiteY37625" fmla="*/ 4141946 h 5143785"/>
              <a:gd name="connsiteX37626" fmla="*/ 2115407 w 3114960"/>
              <a:gd name="connsiteY37626" fmla="*/ 4132421 h 5143785"/>
              <a:gd name="connsiteX37627" fmla="*/ 2118360 w 3114960"/>
              <a:gd name="connsiteY37627" fmla="*/ 4129469 h 5143785"/>
              <a:gd name="connsiteX37628" fmla="*/ 2124456 w 3114960"/>
              <a:gd name="connsiteY37628" fmla="*/ 4129469 h 5143785"/>
              <a:gd name="connsiteX37629" fmla="*/ 2124456 w 3114960"/>
              <a:gd name="connsiteY37629" fmla="*/ 4144994 h 5143785"/>
              <a:gd name="connsiteX37630" fmla="*/ 2193227 w 3114960"/>
              <a:gd name="connsiteY37630" fmla="*/ 4249674 h 5143785"/>
              <a:gd name="connsiteX37631" fmla="*/ 2195894 w 3114960"/>
              <a:gd name="connsiteY37631" fmla="*/ 4253675 h 5143785"/>
              <a:gd name="connsiteX37632" fmla="*/ 2194941 w 3114960"/>
              <a:gd name="connsiteY37632" fmla="*/ 4258437 h 5143785"/>
              <a:gd name="connsiteX37633" fmla="*/ 2190941 w 3114960"/>
              <a:gd name="connsiteY37633" fmla="*/ 4261104 h 5143785"/>
              <a:gd name="connsiteX37634" fmla="*/ 2186178 w 3114960"/>
              <a:gd name="connsiteY37634" fmla="*/ 4260152 h 5143785"/>
              <a:gd name="connsiteX37635" fmla="*/ 2183511 w 3114960"/>
              <a:gd name="connsiteY37635" fmla="*/ 4256151 h 5143785"/>
              <a:gd name="connsiteX37636" fmla="*/ 2188464 w 3114960"/>
              <a:gd name="connsiteY37636" fmla="*/ 4248722 h 5143785"/>
              <a:gd name="connsiteX37637" fmla="*/ 2193227 w 3114960"/>
              <a:gd name="connsiteY37637" fmla="*/ 4249674 h 5143785"/>
              <a:gd name="connsiteX37638" fmla="*/ 2234089 w 3114960"/>
              <a:gd name="connsiteY37638" fmla="*/ 3909441 h 5143785"/>
              <a:gd name="connsiteX37639" fmla="*/ 2173796 w 3114960"/>
              <a:gd name="connsiteY37639" fmla="*/ 3850767 h 5143785"/>
              <a:gd name="connsiteX37640" fmla="*/ 2070354 w 3114960"/>
              <a:gd name="connsiteY37640" fmla="*/ 3850767 h 5143785"/>
              <a:gd name="connsiteX37641" fmla="*/ 2043494 w 3114960"/>
              <a:gd name="connsiteY37641" fmla="*/ 3881152 h 5143785"/>
              <a:gd name="connsiteX37642" fmla="*/ 2038922 w 3114960"/>
              <a:gd name="connsiteY37642" fmla="*/ 3880295 h 5143785"/>
              <a:gd name="connsiteX37643" fmla="*/ 2025110 w 3114960"/>
              <a:gd name="connsiteY37643" fmla="*/ 3894106 h 5143785"/>
              <a:gd name="connsiteX37644" fmla="*/ 2038922 w 3114960"/>
              <a:gd name="connsiteY37644" fmla="*/ 3907917 h 5143785"/>
              <a:gd name="connsiteX37645" fmla="*/ 2052733 w 3114960"/>
              <a:gd name="connsiteY37645" fmla="*/ 3894106 h 5143785"/>
              <a:gd name="connsiteX37646" fmla="*/ 2047780 w 3114960"/>
              <a:gd name="connsiteY37646" fmla="*/ 3883628 h 5143785"/>
              <a:gd name="connsiteX37647" fmla="*/ 2072640 w 3114960"/>
              <a:gd name="connsiteY37647" fmla="*/ 3855625 h 5143785"/>
              <a:gd name="connsiteX37648" fmla="*/ 2171795 w 3114960"/>
              <a:gd name="connsiteY37648" fmla="*/ 3855625 h 5143785"/>
              <a:gd name="connsiteX37649" fmla="*/ 2229231 w 3114960"/>
              <a:gd name="connsiteY37649" fmla="*/ 3911442 h 5143785"/>
              <a:gd name="connsiteX37650" fmla="*/ 2230469 w 3114960"/>
              <a:gd name="connsiteY37650" fmla="*/ 4046696 h 5143785"/>
              <a:gd name="connsiteX37651" fmla="*/ 2190560 w 3114960"/>
              <a:gd name="connsiteY37651" fmla="*/ 4103180 h 5143785"/>
              <a:gd name="connsiteX37652" fmla="*/ 2189512 w 3114960"/>
              <a:gd name="connsiteY37652" fmla="*/ 4102418 h 5143785"/>
              <a:gd name="connsiteX37653" fmla="*/ 2180177 w 3114960"/>
              <a:gd name="connsiteY37653" fmla="*/ 4102418 h 5143785"/>
              <a:gd name="connsiteX37654" fmla="*/ 2173510 w 3114960"/>
              <a:gd name="connsiteY37654" fmla="*/ 4118420 h 5143785"/>
              <a:gd name="connsiteX37655" fmla="*/ 2180082 w 3114960"/>
              <a:gd name="connsiteY37655" fmla="*/ 4125087 h 5143785"/>
              <a:gd name="connsiteX37656" fmla="*/ 2184845 w 3114960"/>
              <a:gd name="connsiteY37656" fmla="*/ 4126040 h 5143785"/>
              <a:gd name="connsiteX37657" fmla="*/ 2189512 w 3114960"/>
              <a:gd name="connsiteY37657" fmla="*/ 4125087 h 5143785"/>
              <a:gd name="connsiteX37658" fmla="*/ 2196179 w 3114960"/>
              <a:gd name="connsiteY37658" fmla="*/ 4118515 h 5143785"/>
              <a:gd name="connsiteX37659" fmla="*/ 2196179 w 3114960"/>
              <a:gd name="connsiteY37659" fmla="*/ 4109180 h 5143785"/>
              <a:gd name="connsiteX37660" fmla="*/ 2194370 w 3114960"/>
              <a:gd name="connsiteY37660" fmla="*/ 4106418 h 5143785"/>
              <a:gd name="connsiteX37661" fmla="*/ 2235518 w 3114960"/>
              <a:gd name="connsiteY37661" fmla="*/ 4048506 h 5143785"/>
              <a:gd name="connsiteX37662" fmla="*/ 2234279 w 3114960"/>
              <a:gd name="connsiteY37662" fmla="*/ 3909441 h 5143785"/>
              <a:gd name="connsiteX37663" fmla="*/ 2187512 w 3114960"/>
              <a:gd name="connsiteY37663" fmla="*/ 4120610 h 5143785"/>
              <a:gd name="connsiteX37664" fmla="*/ 2177891 w 3114960"/>
              <a:gd name="connsiteY37664" fmla="*/ 4116610 h 5143785"/>
              <a:gd name="connsiteX37665" fmla="*/ 2181892 w 3114960"/>
              <a:gd name="connsiteY37665" fmla="*/ 4106990 h 5143785"/>
              <a:gd name="connsiteX37666" fmla="*/ 2184654 w 3114960"/>
              <a:gd name="connsiteY37666" fmla="*/ 4106418 h 5143785"/>
              <a:gd name="connsiteX37667" fmla="*/ 2187512 w 3114960"/>
              <a:gd name="connsiteY37667" fmla="*/ 4106990 h 5143785"/>
              <a:gd name="connsiteX37668" fmla="*/ 2191512 w 3114960"/>
              <a:gd name="connsiteY37668" fmla="*/ 4110990 h 5143785"/>
              <a:gd name="connsiteX37669" fmla="*/ 2187512 w 3114960"/>
              <a:gd name="connsiteY37669" fmla="*/ 4120610 h 5143785"/>
              <a:gd name="connsiteX37670" fmla="*/ 2260759 w 3114960"/>
              <a:gd name="connsiteY37670" fmla="*/ 3607975 h 5143785"/>
              <a:gd name="connsiteX37671" fmla="*/ 2260759 w 3114960"/>
              <a:gd name="connsiteY37671" fmla="*/ 3609023 h 5143785"/>
              <a:gd name="connsiteX37672" fmla="*/ 2270284 w 3114960"/>
              <a:gd name="connsiteY37672" fmla="*/ 3618548 h 5143785"/>
              <a:gd name="connsiteX37673" fmla="*/ 2298859 w 3114960"/>
              <a:gd name="connsiteY37673" fmla="*/ 3618548 h 5143785"/>
              <a:gd name="connsiteX37674" fmla="*/ 2308384 w 3114960"/>
              <a:gd name="connsiteY37674" fmla="*/ 3609023 h 5143785"/>
              <a:gd name="connsiteX37675" fmla="*/ 2308384 w 3114960"/>
              <a:gd name="connsiteY37675" fmla="*/ 3609023 h 5143785"/>
              <a:gd name="connsiteX37676" fmla="*/ 2338197 w 3114960"/>
              <a:gd name="connsiteY37676" fmla="*/ 3636359 h 5143785"/>
              <a:gd name="connsiteX37677" fmla="*/ 2338197 w 3114960"/>
              <a:gd name="connsiteY37677" fmla="*/ 3671602 h 5143785"/>
              <a:gd name="connsiteX37678" fmla="*/ 2332387 w 3114960"/>
              <a:gd name="connsiteY37678" fmla="*/ 3671602 h 5143785"/>
              <a:gd name="connsiteX37679" fmla="*/ 2319338 w 3114960"/>
              <a:gd name="connsiteY37679" fmla="*/ 3684651 h 5143785"/>
              <a:gd name="connsiteX37680" fmla="*/ 2319338 w 3114960"/>
              <a:gd name="connsiteY37680" fmla="*/ 3713226 h 5143785"/>
              <a:gd name="connsiteX37681" fmla="*/ 2332387 w 3114960"/>
              <a:gd name="connsiteY37681" fmla="*/ 3726275 h 5143785"/>
              <a:gd name="connsiteX37682" fmla="*/ 2344293 w 3114960"/>
              <a:gd name="connsiteY37682" fmla="*/ 3726275 h 5143785"/>
              <a:gd name="connsiteX37683" fmla="*/ 2344293 w 3114960"/>
              <a:gd name="connsiteY37683" fmla="*/ 3755708 h 5143785"/>
              <a:gd name="connsiteX37684" fmla="*/ 2361438 w 3114960"/>
              <a:gd name="connsiteY37684" fmla="*/ 3775424 h 5143785"/>
              <a:gd name="connsiteX37685" fmla="*/ 2411159 w 3114960"/>
              <a:gd name="connsiteY37685" fmla="*/ 3775805 h 5143785"/>
              <a:gd name="connsiteX37686" fmla="*/ 2420207 w 3114960"/>
              <a:gd name="connsiteY37686" fmla="*/ 3785711 h 5143785"/>
              <a:gd name="connsiteX37687" fmla="*/ 2418398 w 3114960"/>
              <a:gd name="connsiteY37687" fmla="*/ 3791331 h 5143785"/>
              <a:gd name="connsiteX37688" fmla="*/ 2428970 w 3114960"/>
              <a:gd name="connsiteY37688" fmla="*/ 3801904 h 5143785"/>
              <a:gd name="connsiteX37689" fmla="*/ 2439543 w 3114960"/>
              <a:gd name="connsiteY37689" fmla="*/ 3791331 h 5143785"/>
              <a:gd name="connsiteX37690" fmla="*/ 2428970 w 3114960"/>
              <a:gd name="connsiteY37690" fmla="*/ 3780759 h 5143785"/>
              <a:gd name="connsiteX37691" fmla="*/ 2423636 w 3114960"/>
              <a:gd name="connsiteY37691" fmla="*/ 3782378 h 5143785"/>
              <a:gd name="connsiteX37692" fmla="*/ 2413254 w 3114960"/>
              <a:gd name="connsiteY37692" fmla="*/ 3771043 h 5143785"/>
              <a:gd name="connsiteX37693" fmla="*/ 2363629 w 3114960"/>
              <a:gd name="connsiteY37693" fmla="*/ 3770662 h 5143785"/>
              <a:gd name="connsiteX37694" fmla="*/ 2349056 w 3114960"/>
              <a:gd name="connsiteY37694" fmla="*/ 3753993 h 5143785"/>
              <a:gd name="connsiteX37695" fmla="*/ 2349056 w 3114960"/>
              <a:gd name="connsiteY37695" fmla="*/ 3726371 h 5143785"/>
              <a:gd name="connsiteX37696" fmla="*/ 2360962 w 3114960"/>
              <a:gd name="connsiteY37696" fmla="*/ 3726371 h 5143785"/>
              <a:gd name="connsiteX37697" fmla="*/ 2374011 w 3114960"/>
              <a:gd name="connsiteY37697" fmla="*/ 3713321 h 5143785"/>
              <a:gd name="connsiteX37698" fmla="*/ 2374011 w 3114960"/>
              <a:gd name="connsiteY37698" fmla="*/ 3684746 h 5143785"/>
              <a:gd name="connsiteX37699" fmla="*/ 2360962 w 3114960"/>
              <a:gd name="connsiteY37699" fmla="*/ 3671697 h 5143785"/>
              <a:gd name="connsiteX37700" fmla="*/ 2356676 w 3114960"/>
              <a:gd name="connsiteY37700" fmla="*/ 3671697 h 5143785"/>
              <a:gd name="connsiteX37701" fmla="*/ 2356676 w 3114960"/>
              <a:gd name="connsiteY37701" fmla="*/ 3634740 h 5143785"/>
              <a:gd name="connsiteX37702" fmla="*/ 2384489 w 3114960"/>
              <a:gd name="connsiteY37702" fmla="*/ 3609213 h 5143785"/>
              <a:gd name="connsiteX37703" fmla="*/ 2396109 w 3114960"/>
              <a:gd name="connsiteY37703" fmla="*/ 3619976 h 5143785"/>
              <a:gd name="connsiteX37704" fmla="*/ 2424684 w 3114960"/>
              <a:gd name="connsiteY37704" fmla="*/ 3619976 h 5143785"/>
              <a:gd name="connsiteX37705" fmla="*/ 2436305 w 3114960"/>
              <a:gd name="connsiteY37705" fmla="*/ 3609309 h 5143785"/>
              <a:gd name="connsiteX37706" fmla="*/ 2463927 w 3114960"/>
              <a:gd name="connsiteY37706" fmla="*/ 3634740 h 5143785"/>
              <a:gd name="connsiteX37707" fmla="*/ 2463927 w 3114960"/>
              <a:gd name="connsiteY37707" fmla="*/ 3672269 h 5143785"/>
              <a:gd name="connsiteX37708" fmla="*/ 2452116 w 3114960"/>
              <a:gd name="connsiteY37708" fmla="*/ 3672269 h 5143785"/>
              <a:gd name="connsiteX37709" fmla="*/ 2439067 w 3114960"/>
              <a:gd name="connsiteY37709" fmla="*/ 3687509 h 5143785"/>
              <a:gd name="connsiteX37710" fmla="*/ 2439067 w 3114960"/>
              <a:gd name="connsiteY37710" fmla="*/ 3716084 h 5143785"/>
              <a:gd name="connsiteX37711" fmla="*/ 2452116 w 3114960"/>
              <a:gd name="connsiteY37711" fmla="*/ 3726942 h 5143785"/>
              <a:gd name="connsiteX37712" fmla="*/ 2480691 w 3114960"/>
              <a:gd name="connsiteY37712" fmla="*/ 3726942 h 5143785"/>
              <a:gd name="connsiteX37713" fmla="*/ 2493740 w 3114960"/>
              <a:gd name="connsiteY37713" fmla="*/ 3713893 h 5143785"/>
              <a:gd name="connsiteX37714" fmla="*/ 2493740 w 3114960"/>
              <a:gd name="connsiteY37714" fmla="*/ 3685318 h 5143785"/>
              <a:gd name="connsiteX37715" fmla="*/ 2480691 w 3114960"/>
              <a:gd name="connsiteY37715" fmla="*/ 3672269 h 5143785"/>
              <a:gd name="connsiteX37716" fmla="*/ 2468785 w 3114960"/>
              <a:gd name="connsiteY37716" fmla="*/ 3672269 h 5143785"/>
              <a:gd name="connsiteX37717" fmla="*/ 2468785 w 3114960"/>
              <a:gd name="connsiteY37717" fmla="*/ 3632645 h 5143785"/>
              <a:gd name="connsiteX37718" fmla="*/ 2437543 w 3114960"/>
              <a:gd name="connsiteY37718" fmla="*/ 3603974 h 5143785"/>
              <a:gd name="connsiteX37719" fmla="*/ 2468690 w 3114960"/>
              <a:gd name="connsiteY37719" fmla="*/ 3575304 h 5143785"/>
              <a:gd name="connsiteX37720" fmla="*/ 2468690 w 3114960"/>
              <a:gd name="connsiteY37720" fmla="*/ 3536823 h 5143785"/>
              <a:gd name="connsiteX37721" fmla="*/ 2480691 w 3114960"/>
              <a:gd name="connsiteY37721" fmla="*/ 3536823 h 5143785"/>
              <a:gd name="connsiteX37722" fmla="*/ 2490216 w 3114960"/>
              <a:gd name="connsiteY37722" fmla="*/ 3527298 h 5143785"/>
              <a:gd name="connsiteX37723" fmla="*/ 2490216 w 3114960"/>
              <a:gd name="connsiteY37723" fmla="*/ 3498723 h 5143785"/>
              <a:gd name="connsiteX37724" fmla="*/ 2480691 w 3114960"/>
              <a:gd name="connsiteY37724" fmla="*/ 3489198 h 5143785"/>
              <a:gd name="connsiteX37725" fmla="*/ 2452116 w 3114960"/>
              <a:gd name="connsiteY37725" fmla="*/ 3489198 h 5143785"/>
              <a:gd name="connsiteX37726" fmla="*/ 2442591 w 3114960"/>
              <a:gd name="connsiteY37726" fmla="*/ 3498723 h 5143785"/>
              <a:gd name="connsiteX37727" fmla="*/ 2442591 w 3114960"/>
              <a:gd name="connsiteY37727" fmla="*/ 3527298 h 5143785"/>
              <a:gd name="connsiteX37728" fmla="*/ 2452116 w 3114960"/>
              <a:gd name="connsiteY37728" fmla="*/ 3536823 h 5143785"/>
              <a:gd name="connsiteX37729" fmla="*/ 2464022 w 3114960"/>
              <a:gd name="connsiteY37729" fmla="*/ 3536823 h 5143785"/>
              <a:gd name="connsiteX37730" fmla="*/ 2464022 w 3114960"/>
              <a:gd name="connsiteY37730" fmla="*/ 3573209 h 5143785"/>
              <a:gd name="connsiteX37731" fmla="*/ 2436114 w 3114960"/>
              <a:gd name="connsiteY37731" fmla="*/ 3598831 h 5143785"/>
              <a:gd name="connsiteX37732" fmla="*/ 2424589 w 3114960"/>
              <a:gd name="connsiteY37732" fmla="*/ 3588734 h 5143785"/>
              <a:gd name="connsiteX37733" fmla="*/ 2396014 w 3114960"/>
              <a:gd name="connsiteY37733" fmla="*/ 3588734 h 5143785"/>
              <a:gd name="connsiteX37734" fmla="*/ 2384489 w 3114960"/>
              <a:gd name="connsiteY37734" fmla="*/ 3598926 h 5143785"/>
              <a:gd name="connsiteX37735" fmla="*/ 2356676 w 3114960"/>
              <a:gd name="connsiteY37735" fmla="*/ 3573209 h 5143785"/>
              <a:gd name="connsiteX37736" fmla="*/ 2356676 w 3114960"/>
              <a:gd name="connsiteY37736" fmla="*/ 3540443 h 5143785"/>
              <a:gd name="connsiteX37737" fmla="*/ 2360867 w 3114960"/>
              <a:gd name="connsiteY37737" fmla="*/ 3540443 h 5143785"/>
              <a:gd name="connsiteX37738" fmla="*/ 2373916 w 3114960"/>
              <a:gd name="connsiteY37738" fmla="*/ 3527393 h 5143785"/>
              <a:gd name="connsiteX37739" fmla="*/ 2373916 w 3114960"/>
              <a:gd name="connsiteY37739" fmla="*/ 3498818 h 5143785"/>
              <a:gd name="connsiteX37740" fmla="*/ 2360867 w 3114960"/>
              <a:gd name="connsiteY37740" fmla="*/ 3485769 h 5143785"/>
              <a:gd name="connsiteX37741" fmla="*/ 2332292 w 3114960"/>
              <a:gd name="connsiteY37741" fmla="*/ 3485769 h 5143785"/>
              <a:gd name="connsiteX37742" fmla="*/ 2325053 w 3114960"/>
              <a:gd name="connsiteY37742" fmla="*/ 3487960 h 5143785"/>
              <a:gd name="connsiteX37743" fmla="*/ 2298097 w 3114960"/>
              <a:gd name="connsiteY37743" fmla="*/ 3458432 h 5143785"/>
              <a:gd name="connsiteX37744" fmla="*/ 2298097 w 3114960"/>
              <a:gd name="connsiteY37744" fmla="*/ 3267837 h 5143785"/>
              <a:gd name="connsiteX37745" fmla="*/ 2307241 w 3114960"/>
              <a:gd name="connsiteY37745" fmla="*/ 3262217 h 5143785"/>
              <a:gd name="connsiteX37746" fmla="*/ 2307241 w 3114960"/>
              <a:gd name="connsiteY37746" fmla="*/ 3245453 h 5143785"/>
              <a:gd name="connsiteX37747" fmla="*/ 2380583 w 3114960"/>
              <a:gd name="connsiteY37747" fmla="*/ 3186398 h 5143785"/>
              <a:gd name="connsiteX37748" fmla="*/ 2381060 w 3114960"/>
              <a:gd name="connsiteY37748" fmla="*/ 3186017 h 5143785"/>
              <a:gd name="connsiteX37749" fmla="*/ 2381060 w 3114960"/>
              <a:gd name="connsiteY37749" fmla="*/ 3128105 h 5143785"/>
              <a:gd name="connsiteX37750" fmla="*/ 2381822 w 3114960"/>
              <a:gd name="connsiteY37750" fmla="*/ 3128105 h 5143785"/>
              <a:gd name="connsiteX37751" fmla="*/ 2389918 w 3114960"/>
              <a:gd name="connsiteY37751" fmla="*/ 3119342 h 5143785"/>
              <a:gd name="connsiteX37752" fmla="*/ 2541080 w 3114960"/>
              <a:gd name="connsiteY37752" fmla="*/ 3120104 h 5143785"/>
              <a:gd name="connsiteX37753" fmla="*/ 2542127 w 3114960"/>
              <a:gd name="connsiteY37753" fmla="*/ 3120104 h 5143785"/>
              <a:gd name="connsiteX37754" fmla="*/ 2568512 w 3114960"/>
              <a:gd name="connsiteY37754" fmla="*/ 3092005 h 5143785"/>
              <a:gd name="connsiteX37755" fmla="*/ 2697956 w 3114960"/>
              <a:gd name="connsiteY37755" fmla="*/ 3092768 h 5143785"/>
              <a:gd name="connsiteX37756" fmla="*/ 2698813 w 3114960"/>
              <a:gd name="connsiteY37756" fmla="*/ 3094006 h 5143785"/>
              <a:gd name="connsiteX37757" fmla="*/ 2704434 w 3114960"/>
              <a:gd name="connsiteY37757" fmla="*/ 3099626 h 5143785"/>
              <a:gd name="connsiteX37758" fmla="*/ 2708338 w 3114960"/>
              <a:gd name="connsiteY37758" fmla="*/ 3101245 h 5143785"/>
              <a:gd name="connsiteX37759" fmla="*/ 2708338 w 3114960"/>
              <a:gd name="connsiteY37759" fmla="*/ 3101245 h 5143785"/>
              <a:gd name="connsiteX37760" fmla="*/ 2712244 w 3114960"/>
              <a:gd name="connsiteY37760" fmla="*/ 3099626 h 5143785"/>
              <a:gd name="connsiteX37761" fmla="*/ 2717959 w 3114960"/>
              <a:gd name="connsiteY37761" fmla="*/ 3094006 h 5143785"/>
              <a:gd name="connsiteX37762" fmla="*/ 2717959 w 3114960"/>
              <a:gd name="connsiteY37762" fmla="*/ 3086195 h 5143785"/>
              <a:gd name="connsiteX37763" fmla="*/ 2712244 w 3114960"/>
              <a:gd name="connsiteY37763" fmla="*/ 3080576 h 5143785"/>
              <a:gd name="connsiteX37764" fmla="*/ 2704434 w 3114960"/>
              <a:gd name="connsiteY37764" fmla="*/ 3080576 h 5143785"/>
              <a:gd name="connsiteX37765" fmla="*/ 2698813 w 3114960"/>
              <a:gd name="connsiteY37765" fmla="*/ 3086195 h 5143785"/>
              <a:gd name="connsiteX37766" fmla="*/ 2697671 w 3114960"/>
              <a:gd name="connsiteY37766" fmla="*/ 3088005 h 5143785"/>
              <a:gd name="connsiteX37767" fmla="*/ 2567559 w 3114960"/>
              <a:gd name="connsiteY37767" fmla="*/ 3087243 h 5143785"/>
              <a:gd name="connsiteX37768" fmla="*/ 2566511 w 3114960"/>
              <a:gd name="connsiteY37768" fmla="*/ 3087243 h 5143785"/>
              <a:gd name="connsiteX37769" fmla="*/ 2540127 w 3114960"/>
              <a:gd name="connsiteY37769" fmla="*/ 3115342 h 5143785"/>
              <a:gd name="connsiteX37770" fmla="*/ 2389537 w 3114960"/>
              <a:gd name="connsiteY37770" fmla="*/ 3114580 h 5143785"/>
              <a:gd name="connsiteX37771" fmla="*/ 2377250 w 3114960"/>
              <a:gd name="connsiteY37771" fmla="*/ 3107341 h 5143785"/>
              <a:gd name="connsiteX37772" fmla="*/ 2369249 w 3114960"/>
              <a:gd name="connsiteY37772" fmla="*/ 3120009 h 5143785"/>
              <a:gd name="connsiteX37773" fmla="*/ 2373916 w 3114960"/>
              <a:gd name="connsiteY37773" fmla="*/ 3126677 h 5143785"/>
              <a:gd name="connsiteX37774" fmla="*/ 2378869 w 3114960"/>
              <a:gd name="connsiteY37774" fmla="*/ 3128201 h 5143785"/>
              <a:gd name="connsiteX37775" fmla="*/ 2378869 w 3114960"/>
              <a:gd name="connsiteY37775" fmla="*/ 3184874 h 5143785"/>
              <a:gd name="connsiteX37776" fmla="*/ 2305907 w 3114960"/>
              <a:gd name="connsiteY37776" fmla="*/ 3243644 h 5143785"/>
              <a:gd name="connsiteX37777" fmla="*/ 2304288 w 3114960"/>
              <a:gd name="connsiteY37777" fmla="*/ 3242215 h 5143785"/>
              <a:gd name="connsiteX37778" fmla="*/ 2295811 w 3114960"/>
              <a:gd name="connsiteY37778" fmla="*/ 3239453 h 5143785"/>
              <a:gd name="connsiteX37779" fmla="*/ 2284190 w 3114960"/>
              <a:gd name="connsiteY37779" fmla="*/ 3245263 h 5143785"/>
              <a:gd name="connsiteX37780" fmla="*/ 2287238 w 3114960"/>
              <a:gd name="connsiteY37780" fmla="*/ 3265265 h 5143785"/>
              <a:gd name="connsiteX37781" fmla="*/ 2293334 w 3114960"/>
              <a:gd name="connsiteY37781" fmla="*/ 3267742 h 5143785"/>
              <a:gd name="connsiteX37782" fmla="*/ 2293334 w 3114960"/>
              <a:gd name="connsiteY37782" fmla="*/ 3460242 h 5143785"/>
              <a:gd name="connsiteX37783" fmla="*/ 2321719 w 3114960"/>
              <a:gd name="connsiteY37783" fmla="*/ 3491294 h 5143785"/>
              <a:gd name="connsiteX37784" fmla="*/ 2319242 w 3114960"/>
              <a:gd name="connsiteY37784" fmla="*/ 3498818 h 5143785"/>
              <a:gd name="connsiteX37785" fmla="*/ 2319242 w 3114960"/>
              <a:gd name="connsiteY37785" fmla="*/ 3527393 h 5143785"/>
              <a:gd name="connsiteX37786" fmla="*/ 2332292 w 3114960"/>
              <a:gd name="connsiteY37786" fmla="*/ 3540443 h 5143785"/>
              <a:gd name="connsiteX37787" fmla="*/ 2336959 w 3114960"/>
              <a:gd name="connsiteY37787" fmla="*/ 3540443 h 5143785"/>
              <a:gd name="connsiteX37788" fmla="*/ 2336959 w 3114960"/>
              <a:gd name="connsiteY37788" fmla="*/ 3573494 h 5143785"/>
              <a:gd name="connsiteX37789" fmla="*/ 2306193 w 3114960"/>
              <a:gd name="connsiteY37789" fmla="*/ 3595973 h 5143785"/>
              <a:gd name="connsiteX37790" fmla="*/ 2298764 w 3114960"/>
              <a:gd name="connsiteY37790" fmla="*/ 3592163 h 5143785"/>
              <a:gd name="connsiteX37791" fmla="*/ 2270189 w 3114960"/>
              <a:gd name="connsiteY37791" fmla="*/ 3592163 h 5143785"/>
              <a:gd name="connsiteX37792" fmla="*/ 2267045 w 3114960"/>
              <a:gd name="connsiteY37792" fmla="*/ 3592830 h 5143785"/>
              <a:gd name="connsiteX37793" fmla="*/ 2229803 w 3114960"/>
              <a:gd name="connsiteY37793" fmla="*/ 3563112 h 5143785"/>
              <a:gd name="connsiteX37794" fmla="*/ 2229803 w 3114960"/>
              <a:gd name="connsiteY37794" fmla="*/ 3539014 h 5143785"/>
              <a:gd name="connsiteX37795" fmla="*/ 2242566 w 3114960"/>
              <a:gd name="connsiteY37795" fmla="*/ 3539014 h 5143785"/>
              <a:gd name="connsiteX37796" fmla="*/ 2252091 w 3114960"/>
              <a:gd name="connsiteY37796" fmla="*/ 3529489 h 5143785"/>
              <a:gd name="connsiteX37797" fmla="*/ 2252091 w 3114960"/>
              <a:gd name="connsiteY37797" fmla="*/ 3500914 h 5143785"/>
              <a:gd name="connsiteX37798" fmla="*/ 2242566 w 3114960"/>
              <a:gd name="connsiteY37798" fmla="*/ 3491389 h 5143785"/>
              <a:gd name="connsiteX37799" fmla="*/ 2235994 w 3114960"/>
              <a:gd name="connsiteY37799" fmla="*/ 3491389 h 5143785"/>
              <a:gd name="connsiteX37800" fmla="*/ 2235994 w 3114960"/>
              <a:gd name="connsiteY37800" fmla="*/ 3267742 h 5143785"/>
              <a:gd name="connsiteX37801" fmla="*/ 2245138 w 3114960"/>
              <a:gd name="connsiteY37801" fmla="*/ 3262122 h 5143785"/>
              <a:gd name="connsiteX37802" fmla="*/ 2242090 w 3114960"/>
              <a:gd name="connsiteY37802" fmla="*/ 3242120 h 5143785"/>
              <a:gd name="connsiteX37803" fmla="*/ 2233613 w 3114960"/>
              <a:gd name="connsiteY37803" fmla="*/ 3239357 h 5143785"/>
              <a:gd name="connsiteX37804" fmla="*/ 2222087 w 3114960"/>
              <a:gd name="connsiteY37804" fmla="*/ 3245168 h 5143785"/>
              <a:gd name="connsiteX37805" fmla="*/ 2225135 w 3114960"/>
              <a:gd name="connsiteY37805" fmla="*/ 3265170 h 5143785"/>
              <a:gd name="connsiteX37806" fmla="*/ 2231231 w 3114960"/>
              <a:gd name="connsiteY37806" fmla="*/ 3267647 h 5143785"/>
              <a:gd name="connsiteX37807" fmla="*/ 2231231 w 3114960"/>
              <a:gd name="connsiteY37807" fmla="*/ 3491294 h 5143785"/>
              <a:gd name="connsiteX37808" fmla="*/ 2213991 w 3114960"/>
              <a:gd name="connsiteY37808" fmla="*/ 3491294 h 5143785"/>
              <a:gd name="connsiteX37809" fmla="*/ 2204466 w 3114960"/>
              <a:gd name="connsiteY37809" fmla="*/ 3500819 h 5143785"/>
              <a:gd name="connsiteX37810" fmla="*/ 2204466 w 3114960"/>
              <a:gd name="connsiteY37810" fmla="*/ 3529394 h 5143785"/>
              <a:gd name="connsiteX37811" fmla="*/ 2213991 w 3114960"/>
              <a:gd name="connsiteY37811" fmla="*/ 3538919 h 5143785"/>
              <a:gd name="connsiteX37812" fmla="*/ 2225040 w 3114960"/>
              <a:gd name="connsiteY37812" fmla="*/ 3538919 h 5143785"/>
              <a:gd name="connsiteX37813" fmla="*/ 2225040 w 3114960"/>
              <a:gd name="connsiteY37813" fmla="*/ 3565303 h 5143785"/>
              <a:gd name="connsiteX37814" fmla="*/ 2262950 w 3114960"/>
              <a:gd name="connsiteY37814" fmla="*/ 3595592 h 5143785"/>
              <a:gd name="connsiteX37815" fmla="*/ 2260664 w 3114960"/>
              <a:gd name="connsiteY37815" fmla="*/ 3601593 h 5143785"/>
              <a:gd name="connsiteX37816" fmla="*/ 2260664 w 3114960"/>
              <a:gd name="connsiteY37816" fmla="*/ 3601593 h 5143785"/>
              <a:gd name="connsiteX37817" fmla="*/ 2225993 w 3114960"/>
              <a:gd name="connsiteY37817" fmla="*/ 3633597 h 5143785"/>
              <a:gd name="connsiteX37818" fmla="*/ 2225993 w 3114960"/>
              <a:gd name="connsiteY37818" fmla="*/ 3671888 h 5143785"/>
              <a:gd name="connsiteX37819" fmla="*/ 2213991 w 3114960"/>
              <a:gd name="connsiteY37819" fmla="*/ 3671888 h 5143785"/>
              <a:gd name="connsiteX37820" fmla="*/ 2200942 w 3114960"/>
              <a:gd name="connsiteY37820" fmla="*/ 3684937 h 5143785"/>
              <a:gd name="connsiteX37821" fmla="*/ 2200942 w 3114960"/>
              <a:gd name="connsiteY37821" fmla="*/ 3713512 h 5143785"/>
              <a:gd name="connsiteX37822" fmla="*/ 2213991 w 3114960"/>
              <a:gd name="connsiteY37822" fmla="*/ 3726561 h 5143785"/>
              <a:gd name="connsiteX37823" fmla="*/ 2225897 w 3114960"/>
              <a:gd name="connsiteY37823" fmla="*/ 3726561 h 5143785"/>
              <a:gd name="connsiteX37824" fmla="*/ 2225897 w 3114960"/>
              <a:gd name="connsiteY37824" fmla="*/ 3765613 h 5143785"/>
              <a:gd name="connsiteX37825" fmla="*/ 2207895 w 3114960"/>
              <a:gd name="connsiteY37825" fmla="*/ 3786092 h 5143785"/>
              <a:gd name="connsiteX37826" fmla="*/ 2015109 w 3114960"/>
              <a:gd name="connsiteY37826" fmla="*/ 3786092 h 5143785"/>
              <a:gd name="connsiteX37827" fmla="*/ 1963484 w 3114960"/>
              <a:gd name="connsiteY37827" fmla="*/ 3844385 h 5143785"/>
              <a:gd name="connsiteX37828" fmla="*/ 1963484 w 3114960"/>
              <a:gd name="connsiteY37828" fmla="*/ 3947160 h 5143785"/>
              <a:gd name="connsiteX37829" fmla="*/ 1953292 w 3114960"/>
              <a:gd name="connsiteY37829" fmla="*/ 3960114 h 5143785"/>
              <a:gd name="connsiteX37830" fmla="*/ 1966627 w 3114960"/>
              <a:gd name="connsiteY37830" fmla="*/ 3973449 h 5143785"/>
              <a:gd name="connsiteX37831" fmla="*/ 1979962 w 3114960"/>
              <a:gd name="connsiteY37831" fmla="*/ 3960114 h 5143785"/>
              <a:gd name="connsiteX37832" fmla="*/ 1968246 w 3114960"/>
              <a:gd name="connsiteY37832" fmla="*/ 3946874 h 5143785"/>
              <a:gd name="connsiteX37833" fmla="*/ 1968246 w 3114960"/>
              <a:gd name="connsiteY37833" fmla="*/ 3846195 h 5143785"/>
              <a:gd name="connsiteX37834" fmla="*/ 2017205 w 3114960"/>
              <a:gd name="connsiteY37834" fmla="*/ 3790855 h 5143785"/>
              <a:gd name="connsiteX37835" fmla="*/ 2209991 w 3114960"/>
              <a:gd name="connsiteY37835" fmla="*/ 3790855 h 5143785"/>
              <a:gd name="connsiteX37836" fmla="*/ 2230660 w 3114960"/>
              <a:gd name="connsiteY37836" fmla="*/ 3767423 h 5143785"/>
              <a:gd name="connsiteX37837" fmla="*/ 2230660 w 3114960"/>
              <a:gd name="connsiteY37837" fmla="*/ 3726561 h 5143785"/>
              <a:gd name="connsiteX37838" fmla="*/ 2242566 w 3114960"/>
              <a:gd name="connsiteY37838" fmla="*/ 3726561 h 5143785"/>
              <a:gd name="connsiteX37839" fmla="*/ 2255615 w 3114960"/>
              <a:gd name="connsiteY37839" fmla="*/ 3713512 h 5143785"/>
              <a:gd name="connsiteX37840" fmla="*/ 2255615 w 3114960"/>
              <a:gd name="connsiteY37840" fmla="*/ 3684937 h 5143785"/>
              <a:gd name="connsiteX37841" fmla="*/ 2242566 w 3114960"/>
              <a:gd name="connsiteY37841" fmla="*/ 3671888 h 5143785"/>
              <a:gd name="connsiteX37842" fmla="*/ 2230660 w 3114960"/>
              <a:gd name="connsiteY37842" fmla="*/ 3671888 h 5143785"/>
              <a:gd name="connsiteX37843" fmla="*/ 2230660 w 3114960"/>
              <a:gd name="connsiteY37843" fmla="*/ 3635693 h 5143785"/>
              <a:gd name="connsiteX37844" fmla="*/ 2260664 w 3114960"/>
              <a:gd name="connsiteY37844" fmla="*/ 3608165 h 5143785"/>
              <a:gd name="connsiteX37845" fmla="*/ 2428970 w 3114960"/>
              <a:gd name="connsiteY37845" fmla="*/ 3785521 h 5143785"/>
              <a:gd name="connsiteX37846" fmla="*/ 2434781 w 3114960"/>
              <a:gd name="connsiteY37846" fmla="*/ 3791331 h 5143785"/>
              <a:gd name="connsiteX37847" fmla="*/ 2428970 w 3114960"/>
              <a:gd name="connsiteY37847" fmla="*/ 3797142 h 5143785"/>
              <a:gd name="connsiteX37848" fmla="*/ 2423160 w 3114960"/>
              <a:gd name="connsiteY37848" fmla="*/ 3791331 h 5143785"/>
              <a:gd name="connsiteX37849" fmla="*/ 2428970 w 3114960"/>
              <a:gd name="connsiteY37849" fmla="*/ 3785521 h 5143785"/>
              <a:gd name="connsiteX37850" fmla="*/ 2480882 w 3114960"/>
              <a:gd name="connsiteY37850" fmla="*/ 3679412 h 5143785"/>
              <a:gd name="connsiteX37851" fmla="*/ 2486787 w 3114960"/>
              <a:gd name="connsiteY37851" fmla="*/ 3685318 h 5143785"/>
              <a:gd name="connsiteX37852" fmla="*/ 2486787 w 3114960"/>
              <a:gd name="connsiteY37852" fmla="*/ 3713893 h 5143785"/>
              <a:gd name="connsiteX37853" fmla="*/ 2480882 w 3114960"/>
              <a:gd name="connsiteY37853" fmla="*/ 3719798 h 5143785"/>
              <a:gd name="connsiteX37854" fmla="*/ 2452307 w 3114960"/>
              <a:gd name="connsiteY37854" fmla="*/ 3719798 h 5143785"/>
              <a:gd name="connsiteX37855" fmla="*/ 2446401 w 3114960"/>
              <a:gd name="connsiteY37855" fmla="*/ 3716084 h 5143785"/>
              <a:gd name="connsiteX37856" fmla="*/ 2446401 w 3114960"/>
              <a:gd name="connsiteY37856" fmla="*/ 3687509 h 5143785"/>
              <a:gd name="connsiteX37857" fmla="*/ 2452307 w 3114960"/>
              <a:gd name="connsiteY37857" fmla="*/ 3679412 h 5143785"/>
              <a:gd name="connsiteX37858" fmla="*/ 2480882 w 3114960"/>
              <a:gd name="connsiteY37858" fmla="*/ 3679412 h 5143785"/>
              <a:gd name="connsiteX37859" fmla="*/ 2389061 w 3114960"/>
              <a:gd name="connsiteY37859" fmla="*/ 3600545 h 5143785"/>
              <a:gd name="connsiteX37860" fmla="*/ 2396204 w 3114960"/>
              <a:gd name="connsiteY37860" fmla="*/ 3593402 h 5143785"/>
              <a:gd name="connsiteX37861" fmla="*/ 2424779 w 3114960"/>
              <a:gd name="connsiteY37861" fmla="*/ 3593402 h 5143785"/>
              <a:gd name="connsiteX37862" fmla="*/ 2431923 w 3114960"/>
              <a:gd name="connsiteY37862" fmla="*/ 3600545 h 5143785"/>
              <a:gd name="connsiteX37863" fmla="*/ 2431923 w 3114960"/>
              <a:gd name="connsiteY37863" fmla="*/ 3608165 h 5143785"/>
              <a:gd name="connsiteX37864" fmla="*/ 2424779 w 3114960"/>
              <a:gd name="connsiteY37864" fmla="*/ 3615309 h 5143785"/>
              <a:gd name="connsiteX37865" fmla="*/ 2396204 w 3114960"/>
              <a:gd name="connsiteY37865" fmla="*/ 3615309 h 5143785"/>
              <a:gd name="connsiteX37866" fmla="*/ 2389061 w 3114960"/>
              <a:gd name="connsiteY37866" fmla="*/ 3608165 h 5143785"/>
              <a:gd name="connsiteX37867" fmla="*/ 2389061 w 3114960"/>
              <a:gd name="connsiteY37867" fmla="*/ 3600545 h 5143785"/>
              <a:gd name="connsiteX37868" fmla="*/ 2702243 w 3114960"/>
              <a:gd name="connsiteY37868" fmla="*/ 3089243 h 5143785"/>
              <a:gd name="connsiteX37869" fmla="*/ 2707862 w 3114960"/>
              <a:gd name="connsiteY37869" fmla="*/ 3083624 h 5143785"/>
              <a:gd name="connsiteX37870" fmla="*/ 2708434 w 3114960"/>
              <a:gd name="connsiteY37870" fmla="*/ 3083433 h 5143785"/>
              <a:gd name="connsiteX37871" fmla="*/ 2709005 w 3114960"/>
              <a:gd name="connsiteY37871" fmla="*/ 3083624 h 5143785"/>
              <a:gd name="connsiteX37872" fmla="*/ 2714720 w 3114960"/>
              <a:gd name="connsiteY37872" fmla="*/ 3089243 h 5143785"/>
              <a:gd name="connsiteX37873" fmla="*/ 2714720 w 3114960"/>
              <a:gd name="connsiteY37873" fmla="*/ 3090291 h 5143785"/>
              <a:gd name="connsiteX37874" fmla="*/ 2709005 w 3114960"/>
              <a:gd name="connsiteY37874" fmla="*/ 3095911 h 5143785"/>
              <a:gd name="connsiteX37875" fmla="*/ 2707958 w 3114960"/>
              <a:gd name="connsiteY37875" fmla="*/ 3095911 h 5143785"/>
              <a:gd name="connsiteX37876" fmla="*/ 2702338 w 3114960"/>
              <a:gd name="connsiteY37876" fmla="*/ 3090291 h 5143785"/>
              <a:gd name="connsiteX37877" fmla="*/ 2702338 w 3114960"/>
              <a:gd name="connsiteY37877" fmla="*/ 3089243 h 5143785"/>
              <a:gd name="connsiteX37878" fmla="*/ 2376488 w 3114960"/>
              <a:gd name="connsiteY37878" fmla="*/ 3122295 h 5143785"/>
              <a:gd name="connsiteX37879" fmla="*/ 2373916 w 3114960"/>
              <a:gd name="connsiteY37879" fmla="*/ 3118676 h 5143785"/>
              <a:gd name="connsiteX37880" fmla="*/ 2378393 w 3114960"/>
              <a:gd name="connsiteY37880" fmla="*/ 3111627 h 5143785"/>
              <a:gd name="connsiteX37881" fmla="*/ 2379631 w 3114960"/>
              <a:gd name="connsiteY37881" fmla="*/ 3111532 h 5143785"/>
              <a:gd name="connsiteX37882" fmla="*/ 2385346 w 3114960"/>
              <a:gd name="connsiteY37882" fmla="*/ 3116104 h 5143785"/>
              <a:gd name="connsiteX37883" fmla="*/ 2380869 w 3114960"/>
              <a:gd name="connsiteY37883" fmla="*/ 3123057 h 5143785"/>
              <a:gd name="connsiteX37884" fmla="*/ 2376488 w 3114960"/>
              <a:gd name="connsiteY37884" fmla="*/ 3122295 h 5143785"/>
              <a:gd name="connsiteX37885" fmla="*/ 2295716 w 3114960"/>
              <a:gd name="connsiteY37885" fmla="*/ 3265170 h 5143785"/>
              <a:gd name="connsiteX37886" fmla="*/ 2288858 w 3114960"/>
              <a:gd name="connsiteY37886" fmla="*/ 3262884 h 5143785"/>
              <a:gd name="connsiteX37887" fmla="*/ 2286381 w 3114960"/>
              <a:gd name="connsiteY37887" fmla="*/ 3246501 h 5143785"/>
              <a:gd name="connsiteX37888" fmla="*/ 2302764 w 3114960"/>
              <a:gd name="connsiteY37888" fmla="*/ 3244025 h 5143785"/>
              <a:gd name="connsiteX37889" fmla="*/ 2307431 w 3114960"/>
              <a:gd name="connsiteY37889" fmla="*/ 3251645 h 5143785"/>
              <a:gd name="connsiteX37890" fmla="*/ 2305336 w 3114960"/>
              <a:gd name="connsiteY37890" fmla="*/ 3260312 h 5143785"/>
              <a:gd name="connsiteX37891" fmla="*/ 2297716 w 3114960"/>
              <a:gd name="connsiteY37891" fmla="*/ 3264980 h 5143785"/>
              <a:gd name="connsiteX37892" fmla="*/ 2295906 w 3114960"/>
              <a:gd name="connsiteY37892" fmla="*/ 3265075 h 5143785"/>
              <a:gd name="connsiteX37893" fmla="*/ 2360962 w 3114960"/>
              <a:gd name="connsiteY37893" fmla="*/ 3678841 h 5143785"/>
              <a:gd name="connsiteX37894" fmla="*/ 2366867 w 3114960"/>
              <a:gd name="connsiteY37894" fmla="*/ 3684746 h 5143785"/>
              <a:gd name="connsiteX37895" fmla="*/ 2366867 w 3114960"/>
              <a:gd name="connsiteY37895" fmla="*/ 3713321 h 5143785"/>
              <a:gd name="connsiteX37896" fmla="*/ 2360962 w 3114960"/>
              <a:gd name="connsiteY37896" fmla="*/ 3719227 h 5143785"/>
              <a:gd name="connsiteX37897" fmla="*/ 2332387 w 3114960"/>
              <a:gd name="connsiteY37897" fmla="*/ 3719227 h 5143785"/>
              <a:gd name="connsiteX37898" fmla="*/ 2326481 w 3114960"/>
              <a:gd name="connsiteY37898" fmla="*/ 3713321 h 5143785"/>
              <a:gd name="connsiteX37899" fmla="*/ 2326481 w 3114960"/>
              <a:gd name="connsiteY37899" fmla="*/ 3684746 h 5143785"/>
              <a:gd name="connsiteX37900" fmla="*/ 2332387 w 3114960"/>
              <a:gd name="connsiteY37900" fmla="*/ 3678841 h 5143785"/>
              <a:gd name="connsiteX37901" fmla="*/ 2360962 w 3114960"/>
              <a:gd name="connsiteY37901" fmla="*/ 3678841 h 5143785"/>
              <a:gd name="connsiteX37902" fmla="*/ 2332387 w 3114960"/>
              <a:gd name="connsiteY37902" fmla="*/ 3533204 h 5143785"/>
              <a:gd name="connsiteX37903" fmla="*/ 2326481 w 3114960"/>
              <a:gd name="connsiteY37903" fmla="*/ 3527298 h 5143785"/>
              <a:gd name="connsiteX37904" fmla="*/ 2326481 w 3114960"/>
              <a:gd name="connsiteY37904" fmla="*/ 3498723 h 5143785"/>
              <a:gd name="connsiteX37905" fmla="*/ 2332387 w 3114960"/>
              <a:gd name="connsiteY37905" fmla="*/ 3492818 h 5143785"/>
              <a:gd name="connsiteX37906" fmla="*/ 2360962 w 3114960"/>
              <a:gd name="connsiteY37906" fmla="*/ 3492818 h 5143785"/>
              <a:gd name="connsiteX37907" fmla="*/ 2366867 w 3114960"/>
              <a:gd name="connsiteY37907" fmla="*/ 3498723 h 5143785"/>
              <a:gd name="connsiteX37908" fmla="*/ 2366867 w 3114960"/>
              <a:gd name="connsiteY37908" fmla="*/ 3527298 h 5143785"/>
              <a:gd name="connsiteX37909" fmla="*/ 2360962 w 3114960"/>
              <a:gd name="connsiteY37909" fmla="*/ 3533204 h 5143785"/>
              <a:gd name="connsiteX37910" fmla="*/ 2332387 w 3114960"/>
              <a:gd name="connsiteY37910" fmla="*/ 3533204 h 5143785"/>
              <a:gd name="connsiteX37911" fmla="*/ 2341721 w 3114960"/>
              <a:gd name="connsiteY37911" fmla="*/ 3575495 h 5143785"/>
              <a:gd name="connsiteX37912" fmla="*/ 2341721 w 3114960"/>
              <a:gd name="connsiteY37912" fmla="*/ 3540347 h 5143785"/>
              <a:gd name="connsiteX37913" fmla="*/ 2351913 w 3114960"/>
              <a:gd name="connsiteY37913" fmla="*/ 3540347 h 5143785"/>
              <a:gd name="connsiteX37914" fmla="*/ 2351913 w 3114960"/>
              <a:gd name="connsiteY37914" fmla="*/ 3575209 h 5143785"/>
              <a:gd name="connsiteX37915" fmla="*/ 2383155 w 3114960"/>
              <a:gd name="connsiteY37915" fmla="*/ 3603879 h 5143785"/>
              <a:gd name="connsiteX37916" fmla="*/ 2352008 w 3114960"/>
              <a:gd name="connsiteY37916" fmla="*/ 3632549 h 5143785"/>
              <a:gd name="connsiteX37917" fmla="*/ 2352008 w 3114960"/>
              <a:gd name="connsiteY37917" fmla="*/ 3671602 h 5143785"/>
              <a:gd name="connsiteX37918" fmla="*/ 2343055 w 3114960"/>
              <a:gd name="connsiteY37918" fmla="*/ 3671602 h 5143785"/>
              <a:gd name="connsiteX37919" fmla="*/ 2343055 w 3114960"/>
              <a:gd name="connsiteY37919" fmla="*/ 3634264 h 5143785"/>
              <a:gd name="connsiteX37920" fmla="*/ 2308384 w 3114960"/>
              <a:gd name="connsiteY37920" fmla="*/ 3602450 h 5143785"/>
              <a:gd name="connsiteX37921" fmla="*/ 2308384 w 3114960"/>
              <a:gd name="connsiteY37921" fmla="*/ 3601403 h 5143785"/>
              <a:gd name="connsiteX37922" fmla="*/ 2308193 w 3114960"/>
              <a:gd name="connsiteY37922" fmla="*/ 3600260 h 5143785"/>
              <a:gd name="connsiteX37923" fmla="*/ 2341721 w 3114960"/>
              <a:gd name="connsiteY37923" fmla="*/ 3575399 h 5143785"/>
              <a:gd name="connsiteX37924" fmla="*/ 2226850 w 3114960"/>
              <a:gd name="connsiteY37924" fmla="*/ 3262884 h 5143785"/>
              <a:gd name="connsiteX37925" fmla="*/ 2224373 w 3114960"/>
              <a:gd name="connsiteY37925" fmla="*/ 3246501 h 5143785"/>
              <a:gd name="connsiteX37926" fmla="*/ 2240756 w 3114960"/>
              <a:gd name="connsiteY37926" fmla="*/ 3244025 h 5143785"/>
              <a:gd name="connsiteX37927" fmla="*/ 2245424 w 3114960"/>
              <a:gd name="connsiteY37927" fmla="*/ 3251645 h 5143785"/>
              <a:gd name="connsiteX37928" fmla="*/ 2243328 w 3114960"/>
              <a:gd name="connsiteY37928" fmla="*/ 3260312 h 5143785"/>
              <a:gd name="connsiteX37929" fmla="*/ 2235708 w 3114960"/>
              <a:gd name="connsiteY37929" fmla="*/ 3264980 h 5143785"/>
              <a:gd name="connsiteX37930" fmla="*/ 2233898 w 3114960"/>
              <a:gd name="connsiteY37930" fmla="*/ 3265075 h 5143785"/>
              <a:gd name="connsiteX37931" fmla="*/ 2227040 w 3114960"/>
              <a:gd name="connsiteY37931" fmla="*/ 3262789 h 5143785"/>
              <a:gd name="connsiteX37932" fmla="*/ 1975295 w 3114960"/>
              <a:gd name="connsiteY37932" fmla="*/ 3960019 h 5143785"/>
              <a:gd name="connsiteX37933" fmla="*/ 1966817 w 3114960"/>
              <a:gd name="connsiteY37933" fmla="*/ 3968496 h 5143785"/>
              <a:gd name="connsiteX37934" fmla="*/ 1958340 w 3114960"/>
              <a:gd name="connsiteY37934" fmla="*/ 3960019 h 5143785"/>
              <a:gd name="connsiteX37935" fmla="*/ 1966817 w 3114960"/>
              <a:gd name="connsiteY37935" fmla="*/ 3951542 h 5143785"/>
              <a:gd name="connsiteX37936" fmla="*/ 1975295 w 3114960"/>
              <a:gd name="connsiteY37936" fmla="*/ 3960019 h 5143785"/>
              <a:gd name="connsiteX37937" fmla="*/ 2242757 w 3114960"/>
              <a:gd name="connsiteY37937" fmla="*/ 3678841 h 5143785"/>
              <a:gd name="connsiteX37938" fmla="*/ 2248662 w 3114960"/>
              <a:gd name="connsiteY37938" fmla="*/ 3684746 h 5143785"/>
              <a:gd name="connsiteX37939" fmla="*/ 2248662 w 3114960"/>
              <a:gd name="connsiteY37939" fmla="*/ 3713321 h 5143785"/>
              <a:gd name="connsiteX37940" fmla="*/ 2242757 w 3114960"/>
              <a:gd name="connsiteY37940" fmla="*/ 3719227 h 5143785"/>
              <a:gd name="connsiteX37941" fmla="*/ 2214182 w 3114960"/>
              <a:gd name="connsiteY37941" fmla="*/ 3719227 h 5143785"/>
              <a:gd name="connsiteX37942" fmla="*/ 2208276 w 3114960"/>
              <a:gd name="connsiteY37942" fmla="*/ 3713321 h 5143785"/>
              <a:gd name="connsiteX37943" fmla="*/ 2208276 w 3114960"/>
              <a:gd name="connsiteY37943" fmla="*/ 3684746 h 5143785"/>
              <a:gd name="connsiteX37944" fmla="*/ 2214182 w 3114960"/>
              <a:gd name="connsiteY37944" fmla="*/ 3678841 h 5143785"/>
              <a:gd name="connsiteX37945" fmla="*/ 2242757 w 3114960"/>
              <a:gd name="connsiteY37945" fmla="*/ 3678841 h 5143785"/>
              <a:gd name="connsiteX37946" fmla="*/ 508826 w 3114960"/>
              <a:gd name="connsiteY37946" fmla="*/ 4394835 h 5143785"/>
              <a:gd name="connsiteX37947" fmla="*/ 504254 w 3114960"/>
              <a:gd name="connsiteY37947" fmla="*/ 4389311 h 5143785"/>
              <a:gd name="connsiteX37948" fmla="*/ 510826 w 3114960"/>
              <a:gd name="connsiteY37948" fmla="*/ 4383881 h 5143785"/>
              <a:gd name="connsiteX37949" fmla="*/ 515398 w 3114960"/>
              <a:gd name="connsiteY37949" fmla="*/ 4389406 h 5143785"/>
              <a:gd name="connsiteX37950" fmla="*/ 508826 w 3114960"/>
              <a:gd name="connsiteY37950" fmla="*/ 4394835 h 5143785"/>
              <a:gd name="connsiteX37951" fmla="*/ 273272 w 3114960"/>
              <a:gd name="connsiteY37951" fmla="*/ 2351913 h 5143785"/>
              <a:gd name="connsiteX37952" fmla="*/ 286703 w 3114960"/>
              <a:gd name="connsiteY37952" fmla="*/ 2338483 h 5143785"/>
              <a:gd name="connsiteX37953" fmla="*/ 284321 w 3114960"/>
              <a:gd name="connsiteY37953" fmla="*/ 2330863 h 5143785"/>
              <a:gd name="connsiteX37954" fmla="*/ 299561 w 3114960"/>
              <a:gd name="connsiteY37954" fmla="*/ 2317147 h 5143785"/>
              <a:gd name="connsiteX37955" fmla="*/ 299561 w 3114960"/>
              <a:gd name="connsiteY37955" fmla="*/ 2299240 h 5143785"/>
              <a:gd name="connsiteX37956" fmla="*/ 479870 w 3114960"/>
              <a:gd name="connsiteY37956" fmla="*/ 2121122 h 5143785"/>
              <a:gd name="connsiteX37957" fmla="*/ 479870 w 3114960"/>
              <a:gd name="connsiteY37957" fmla="*/ 2033588 h 5143785"/>
              <a:gd name="connsiteX37958" fmla="*/ 483870 w 3114960"/>
              <a:gd name="connsiteY37958" fmla="*/ 2033588 h 5143785"/>
              <a:gd name="connsiteX37959" fmla="*/ 490728 w 3114960"/>
              <a:gd name="connsiteY37959" fmla="*/ 2026730 h 5143785"/>
              <a:gd name="connsiteX37960" fmla="*/ 490728 w 3114960"/>
              <a:gd name="connsiteY37960" fmla="*/ 2014061 h 5143785"/>
              <a:gd name="connsiteX37961" fmla="*/ 483870 w 3114960"/>
              <a:gd name="connsiteY37961" fmla="*/ 2007203 h 5143785"/>
              <a:gd name="connsiteX37962" fmla="*/ 471202 w 3114960"/>
              <a:gd name="connsiteY37962" fmla="*/ 2007203 h 5143785"/>
              <a:gd name="connsiteX37963" fmla="*/ 464344 w 3114960"/>
              <a:gd name="connsiteY37963" fmla="*/ 2014061 h 5143785"/>
              <a:gd name="connsiteX37964" fmla="*/ 464344 w 3114960"/>
              <a:gd name="connsiteY37964" fmla="*/ 2026730 h 5143785"/>
              <a:gd name="connsiteX37965" fmla="*/ 471202 w 3114960"/>
              <a:gd name="connsiteY37965" fmla="*/ 2033588 h 5143785"/>
              <a:gd name="connsiteX37966" fmla="*/ 475107 w 3114960"/>
              <a:gd name="connsiteY37966" fmla="*/ 2033588 h 5143785"/>
              <a:gd name="connsiteX37967" fmla="*/ 475107 w 3114960"/>
              <a:gd name="connsiteY37967" fmla="*/ 2119217 h 5143785"/>
              <a:gd name="connsiteX37968" fmla="*/ 295656 w 3114960"/>
              <a:gd name="connsiteY37968" fmla="*/ 2296668 h 5143785"/>
              <a:gd name="connsiteX37969" fmla="*/ 294989 w 3114960"/>
              <a:gd name="connsiteY37969" fmla="*/ 2297335 h 5143785"/>
              <a:gd name="connsiteX37970" fmla="*/ 294989 w 3114960"/>
              <a:gd name="connsiteY37970" fmla="*/ 2315051 h 5143785"/>
              <a:gd name="connsiteX37971" fmla="*/ 280988 w 3114960"/>
              <a:gd name="connsiteY37971" fmla="*/ 2327529 h 5143785"/>
              <a:gd name="connsiteX37972" fmla="*/ 273272 w 3114960"/>
              <a:gd name="connsiteY37972" fmla="*/ 2325053 h 5143785"/>
              <a:gd name="connsiteX37973" fmla="*/ 259842 w 3114960"/>
              <a:gd name="connsiteY37973" fmla="*/ 2338483 h 5143785"/>
              <a:gd name="connsiteX37974" fmla="*/ 273272 w 3114960"/>
              <a:gd name="connsiteY37974" fmla="*/ 2351913 h 5143785"/>
              <a:gd name="connsiteX37975" fmla="*/ 471202 w 3114960"/>
              <a:gd name="connsiteY37975" fmla="*/ 2028825 h 5143785"/>
              <a:gd name="connsiteX37976" fmla="*/ 469106 w 3114960"/>
              <a:gd name="connsiteY37976" fmla="*/ 2026730 h 5143785"/>
              <a:gd name="connsiteX37977" fmla="*/ 469106 w 3114960"/>
              <a:gd name="connsiteY37977" fmla="*/ 2014061 h 5143785"/>
              <a:gd name="connsiteX37978" fmla="*/ 471202 w 3114960"/>
              <a:gd name="connsiteY37978" fmla="*/ 2011966 h 5143785"/>
              <a:gd name="connsiteX37979" fmla="*/ 483870 w 3114960"/>
              <a:gd name="connsiteY37979" fmla="*/ 2011966 h 5143785"/>
              <a:gd name="connsiteX37980" fmla="*/ 485965 w 3114960"/>
              <a:gd name="connsiteY37980" fmla="*/ 2014061 h 5143785"/>
              <a:gd name="connsiteX37981" fmla="*/ 485965 w 3114960"/>
              <a:gd name="connsiteY37981" fmla="*/ 2026730 h 5143785"/>
              <a:gd name="connsiteX37982" fmla="*/ 483870 w 3114960"/>
              <a:gd name="connsiteY37982" fmla="*/ 2028825 h 5143785"/>
              <a:gd name="connsiteX37983" fmla="*/ 471202 w 3114960"/>
              <a:gd name="connsiteY37983" fmla="*/ 2028825 h 5143785"/>
              <a:gd name="connsiteX37984" fmla="*/ 273272 w 3114960"/>
              <a:gd name="connsiteY37984" fmla="*/ 2329720 h 5143785"/>
              <a:gd name="connsiteX37985" fmla="*/ 281940 w 3114960"/>
              <a:gd name="connsiteY37985" fmla="*/ 2338388 h 5143785"/>
              <a:gd name="connsiteX37986" fmla="*/ 273272 w 3114960"/>
              <a:gd name="connsiteY37986" fmla="*/ 2347055 h 5143785"/>
              <a:gd name="connsiteX37987" fmla="*/ 264605 w 3114960"/>
              <a:gd name="connsiteY37987" fmla="*/ 2338388 h 5143785"/>
              <a:gd name="connsiteX37988" fmla="*/ 273272 w 3114960"/>
              <a:gd name="connsiteY37988" fmla="*/ 2329720 h 5143785"/>
              <a:gd name="connsiteX37989" fmla="*/ 984218 w 3114960"/>
              <a:gd name="connsiteY37989" fmla="*/ 2306955 h 5143785"/>
              <a:gd name="connsiteX37990" fmla="*/ 984028 w 3114960"/>
              <a:gd name="connsiteY37990" fmla="*/ 2306574 h 5143785"/>
              <a:gd name="connsiteX37991" fmla="*/ 975551 w 3114960"/>
              <a:gd name="connsiteY37991" fmla="*/ 2296859 h 5143785"/>
              <a:gd name="connsiteX37992" fmla="*/ 975551 w 3114960"/>
              <a:gd name="connsiteY37992" fmla="*/ 2296859 h 5143785"/>
              <a:gd name="connsiteX37993" fmla="*/ 968407 w 3114960"/>
              <a:gd name="connsiteY37993" fmla="*/ 2296382 h 5143785"/>
              <a:gd name="connsiteX37994" fmla="*/ 958691 w 3114960"/>
              <a:gd name="connsiteY37994" fmla="*/ 2304860 h 5143785"/>
              <a:gd name="connsiteX37995" fmla="*/ 958215 w 3114960"/>
              <a:gd name="connsiteY37995" fmla="*/ 2312003 h 5143785"/>
              <a:gd name="connsiteX37996" fmla="*/ 966692 w 3114960"/>
              <a:gd name="connsiteY37996" fmla="*/ 2321719 h 5143785"/>
              <a:gd name="connsiteX37997" fmla="*/ 970502 w 3114960"/>
              <a:gd name="connsiteY37997" fmla="*/ 2323433 h 5143785"/>
              <a:gd name="connsiteX37998" fmla="*/ 973836 w 3114960"/>
              <a:gd name="connsiteY37998" fmla="*/ 2322195 h 5143785"/>
              <a:gd name="connsiteX37999" fmla="*/ 983552 w 3114960"/>
              <a:gd name="connsiteY37999" fmla="*/ 2313718 h 5143785"/>
              <a:gd name="connsiteX38000" fmla="*/ 984885 w 3114960"/>
              <a:gd name="connsiteY38000" fmla="*/ 2311622 h 5143785"/>
              <a:gd name="connsiteX38001" fmla="*/ 1061466 w 3114960"/>
              <a:gd name="connsiteY38001" fmla="*/ 2311813 h 5143785"/>
              <a:gd name="connsiteX38002" fmla="*/ 1125855 w 3114960"/>
              <a:gd name="connsiteY38002" fmla="*/ 2370582 h 5143785"/>
              <a:gd name="connsiteX38003" fmla="*/ 1245108 w 3114960"/>
              <a:gd name="connsiteY38003" fmla="*/ 2370582 h 5143785"/>
              <a:gd name="connsiteX38004" fmla="*/ 1319689 w 3114960"/>
              <a:gd name="connsiteY38004" fmla="*/ 2312194 h 5143785"/>
              <a:gd name="connsiteX38005" fmla="*/ 1322070 w 3114960"/>
              <a:gd name="connsiteY38005" fmla="*/ 2313337 h 5143785"/>
              <a:gd name="connsiteX38006" fmla="*/ 1326356 w 3114960"/>
              <a:gd name="connsiteY38006" fmla="*/ 2314099 h 5143785"/>
              <a:gd name="connsiteX38007" fmla="*/ 1331786 w 3114960"/>
              <a:gd name="connsiteY38007" fmla="*/ 2312861 h 5143785"/>
              <a:gd name="connsiteX38008" fmla="*/ 1338263 w 3114960"/>
              <a:gd name="connsiteY38008" fmla="*/ 2305622 h 5143785"/>
              <a:gd name="connsiteX38009" fmla="*/ 1330547 w 3114960"/>
              <a:gd name="connsiteY38009" fmla="*/ 2289334 h 5143785"/>
              <a:gd name="connsiteX38010" fmla="*/ 1320832 w 3114960"/>
              <a:gd name="connsiteY38010" fmla="*/ 2289810 h 5143785"/>
              <a:gd name="connsiteX38011" fmla="*/ 1314260 w 3114960"/>
              <a:gd name="connsiteY38011" fmla="*/ 2297049 h 5143785"/>
              <a:gd name="connsiteX38012" fmla="*/ 1316069 w 3114960"/>
              <a:gd name="connsiteY38012" fmla="*/ 2308955 h 5143785"/>
              <a:gd name="connsiteX38013" fmla="*/ 1243394 w 3114960"/>
              <a:gd name="connsiteY38013" fmla="*/ 2365724 h 5143785"/>
              <a:gd name="connsiteX38014" fmla="*/ 1127665 w 3114960"/>
              <a:gd name="connsiteY38014" fmla="*/ 2365724 h 5143785"/>
              <a:gd name="connsiteX38015" fmla="*/ 1063276 w 3114960"/>
              <a:gd name="connsiteY38015" fmla="*/ 2307050 h 5143785"/>
              <a:gd name="connsiteX38016" fmla="*/ 984218 w 3114960"/>
              <a:gd name="connsiteY38016" fmla="*/ 2306860 h 5143785"/>
              <a:gd name="connsiteX38017" fmla="*/ 970217 w 3114960"/>
              <a:gd name="connsiteY38017" fmla="*/ 2318671 h 5143785"/>
              <a:gd name="connsiteX38018" fmla="*/ 961739 w 3114960"/>
              <a:gd name="connsiteY38018" fmla="*/ 2308479 h 5143785"/>
              <a:gd name="connsiteX38019" fmla="*/ 971455 w 3114960"/>
              <a:gd name="connsiteY38019" fmla="*/ 2300002 h 5143785"/>
              <a:gd name="connsiteX38020" fmla="*/ 971645 w 3114960"/>
              <a:gd name="connsiteY38020" fmla="*/ 2300002 h 5143785"/>
              <a:gd name="connsiteX38021" fmla="*/ 971931 w 3114960"/>
              <a:gd name="connsiteY38021" fmla="*/ 2300097 h 5143785"/>
              <a:gd name="connsiteX38022" fmla="*/ 980408 w 3114960"/>
              <a:gd name="connsiteY38022" fmla="*/ 2310289 h 5143785"/>
              <a:gd name="connsiteX38023" fmla="*/ 970217 w 3114960"/>
              <a:gd name="connsiteY38023" fmla="*/ 2318766 h 5143785"/>
              <a:gd name="connsiteX38024" fmla="*/ 1318736 w 3114960"/>
              <a:gd name="connsiteY38024" fmla="*/ 2298764 h 5143785"/>
              <a:gd name="connsiteX38025" fmla="*/ 1326261 w 3114960"/>
              <a:gd name="connsiteY38025" fmla="*/ 2293430 h 5143785"/>
              <a:gd name="connsiteX38026" fmla="*/ 1328928 w 3114960"/>
              <a:gd name="connsiteY38026" fmla="*/ 2293906 h 5143785"/>
              <a:gd name="connsiteX38027" fmla="*/ 1333786 w 3114960"/>
              <a:gd name="connsiteY38027" fmla="*/ 2304098 h 5143785"/>
              <a:gd name="connsiteX38028" fmla="*/ 1333786 w 3114960"/>
              <a:gd name="connsiteY38028" fmla="*/ 2304098 h 5143785"/>
              <a:gd name="connsiteX38029" fmla="*/ 1329690 w 3114960"/>
              <a:gd name="connsiteY38029" fmla="*/ 2308574 h 5143785"/>
              <a:gd name="connsiteX38030" fmla="*/ 1323594 w 3114960"/>
              <a:gd name="connsiteY38030" fmla="*/ 2308860 h 5143785"/>
              <a:gd name="connsiteX38031" fmla="*/ 1318736 w 3114960"/>
              <a:gd name="connsiteY38031" fmla="*/ 2298668 h 5143785"/>
              <a:gd name="connsiteX38032" fmla="*/ 155829 w 3114960"/>
              <a:gd name="connsiteY38032" fmla="*/ 4496943 h 5143785"/>
              <a:gd name="connsiteX38033" fmla="*/ 143637 w 3114960"/>
              <a:gd name="connsiteY38033" fmla="*/ 4496372 h 5143785"/>
              <a:gd name="connsiteX38034" fmla="*/ 141065 w 3114960"/>
              <a:gd name="connsiteY38034" fmla="*/ 4501420 h 5143785"/>
              <a:gd name="connsiteX38035" fmla="*/ 57245 w 3114960"/>
              <a:gd name="connsiteY38035" fmla="*/ 4500468 h 5143785"/>
              <a:gd name="connsiteX38036" fmla="*/ 19622 w 3114960"/>
              <a:gd name="connsiteY38036" fmla="*/ 4534853 h 5143785"/>
              <a:gd name="connsiteX38037" fmla="*/ 95 w 3114960"/>
              <a:gd name="connsiteY38037" fmla="*/ 4534853 h 5143785"/>
              <a:gd name="connsiteX38038" fmla="*/ 95 w 3114960"/>
              <a:gd name="connsiteY38038" fmla="*/ 4539615 h 5143785"/>
              <a:gd name="connsiteX38039" fmla="*/ 21431 w 3114960"/>
              <a:gd name="connsiteY38039" fmla="*/ 4539615 h 5143785"/>
              <a:gd name="connsiteX38040" fmla="*/ 59055 w 3114960"/>
              <a:gd name="connsiteY38040" fmla="*/ 4505230 h 5143785"/>
              <a:gd name="connsiteX38041" fmla="*/ 141637 w 3114960"/>
              <a:gd name="connsiteY38041" fmla="*/ 4506087 h 5143785"/>
              <a:gd name="connsiteX38042" fmla="*/ 143066 w 3114960"/>
              <a:gd name="connsiteY38042" fmla="*/ 4508469 h 5143785"/>
              <a:gd name="connsiteX38043" fmla="*/ 149066 w 3114960"/>
              <a:gd name="connsiteY38043" fmla="*/ 4511326 h 5143785"/>
              <a:gd name="connsiteX38044" fmla="*/ 149543 w 3114960"/>
              <a:gd name="connsiteY38044" fmla="*/ 4511326 h 5143785"/>
              <a:gd name="connsiteX38045" fmla="*/ 155353 w 3114960"/>
              <a:gd name="connsiteY38045" fmla="*/ 4509135 h 5143785"/>
              <a:gd name="connsiteX38046" fmla="*/ 158210 w 3114960"/>
              <a:gd name="connsiteY38046" fmla="*/ 4503135 h 5143785"/>
              <a:gd name="connsiteX38047" fmla="*/ 156020 w 3114960"/>
              <a:gd name="connsiteY38047" fmla="*/ 4496848 h 5143785"/>
              <a:gd name="connsiteX38048" fmla="*/ 156020 w 3114960"/>
              <a:gd name="connsiteY38048" fmla="*/ 4496848 h 5143785"/>
              <a:gd name="connsiteX38049" fmla="*/ 152019 w 3114960"/>
              <a:gd name="connsiteY38049" fmla="*/ 4505706 h 5143785"/>
              <a:gd name="connsiteX38050" fmla="*/ 149257 w 3114960"/>
              <a:gd name="connsiteY38050" fmla="*/ 4506754 h 5143785"/>
              <a:gd name="connsiteX38051" fmla="*/ 146590 w 3114960"/>
              <a:gd name="connsiteY38051" fmla="*/ 4505516 h 5143785"/>
              <a:gd name="connsiteX38052" fmla="*/ 145733 w 3114960"/>
              <a:gd name="connsiteY38052" fmla="*/ 4503515 h 5143785"/>
              <a:gd name="connsiteX38053" fmla="*/ 145733 w 3114960"/>
              <a:gd name="connsiteY38053" fmla="*/ 4502182 h 5143785"/>
              <a:gd name="connsiteX38054" fmla="*/ 146876 w 3114960"/>
              <a:gd name="connsiteY38054" fmla="*/ 4499991 h 5143785"/>
              <a:gd name="connsiteX38055" fmla="*/ 149543 w 3114960"/>
              <a:gd name="connsiteY38055" fmla="*/ 4498944 h 5143785"/>
              <a:gd name="connsiteX38056" fmla="*/ 152400 w 3114960"/>
              <a:gd name="connsiteY38056" fmla="*/ 4500182 h 5143785"/>
              <a:gd name="connsiteX38057" fmla="*/ 153448 w 3114960"/>
              <a:gd name="connsiteY38057" fmla="*/ 4502944 h 5143785"/>
              <a:gd name="connsiteX38058" fmla="*/ 152210 w 3114960"/>
              <a:gd name="connsiteY38058" fmla="*/ 4505611 h 5143785"/>
              <a:gd name="connsiteX38059" fmla="*/ 1036987 w 3114960"/>
              <a:gd name="connsiteY38059" fmla="*/ 2444020 h 5143785"/>
              <a:gd name="connsiteX38060" fmla="*/ 1042226 w 3114960"/>
              <a:gd name="connsiteY38060" fmla="*/ 2439162 h 5143785"/>
              <a:gd name="connsiteX38061" fmla="*/ 1048512 w 3114960"/>
              <a:gd name="connsiteY38061" fmla="*/ 2445925 h 5143785"/>
              <a:gd name="connsiteX38062" fmla="*/ 1043273 w 3114960"/>
              <a:gd name="connsiteY38062" fmla="*/ 2450783 h 5143785"/>
              <a:gd name="connsiteX38063" fmla="*/ 1036987 w 3114960"/>
              <a:gd name="connsiteY38063" fmla="*/ 2444020 h 5143785"/>
              <a:gd name="connsiteX38064" fmla="*/ 546354 w 3114960"/>
              <a:gd name="connsiteY38064" fmla="*/ 3549205 h 5143785"/>
              <a:gd name="connsiteX38065" fmla="*/ 557975 w 3114960"/>
              <a:gd name="connsiteY38065" fmla="*/ 3560826 h 5143785"/>
              <a:gd name="connsiteX38066" fmla="*/ 569024 w 3114960"/>
              <a:gd name="connsiteY38066" fmla="*/ 3551777 h 5143785"/>
              <a:gd name="connsiteX38067" fmla="*/ 669512 w 3114960"/>
              <a:gd name="connsiteY38067" fmla="*/ 3551777 h 5143785"/>
              <a:gd name="connsiteX38068" fmla="*/ 714661 w 3114960"/>
              <a:gd name="connsiteY38068" fmla="*/ 3513868 h 5143785"/>
              <a:gd name="connsiteX38069" fmla="*/ 733901 w 3114960"/>
              <a:gd name="connsiteY38069" fmla="*/ 3510344 h 5143785"/>
              <a:gd name="connsiteX38070" fmla="*/ 736473 w 3114960"/>
              <a:gd name="connsiteY38070" fmla="*/ 3499676 h 5143785"/>
              <a:gd name="connsiteX38071" fmla="*/ 730758 w 3114960"/>
              <a:gd name="connsiteY38071" fmla="*/ 3490341 h 5143785"/>
              <a:gd name="connsiteX38072" fmla="*/ 710756 w 3114960"/>
              <a:gd name="connsiteY38072" fmla="*/ 3493389 h 5143785"/>
              <a:gd name="connsiteX38073" fmla="*/ 708279 w 3114960"/>
              <a:gd name="connsiteY38073" fmla="*/ 3500057 h 5143785"/>
              <a:gd name="connsiteX38074" fmla="*/ 699516 w 3114960"/>
              <a:gd name="connsiteY38074" fmla="*/ 3500057 h 5143785"/>
              <a:gd name="connsiteX38075" fmla="*/ 699516 w 3114960"/>
              <a:gd name="connsiteY38075" fmla="*/ 3504819 h 5143785"/>
              <a:gd name="connsiteX38076" fmla="*/ 708374 w 3114960"/>
              <a:gd name="connsiteY38076" fmla="*/ 3504819 h 5143785"/>
              <a:gd name="connsiteX38077" fmla="*/ 711041 w 3114960"/>
              <a:gd name="connsiteY38077" fmla="*/ 3510629 h 5143785"/>
              <a:gd name="connsiteX38078" fmla="*/ 667702 w 3114960"/>
              <a:gd name="connsiteY38078" fmla="*/ 3546920 h 5143785"/>
              <a:gd name="connsiteX38079" fmla="*/ 569024 w 3114960"/>
              <a:gd name="connsiteY38079" fmla="*/ 3546920 h 5143785"/>
              <a:gd name="connsiteX38080" fmla="*/ 557879 w 3114960"/>
              <a:gd name="connsiteY38080" fmla="*/ 3537585 h 5143785"/>
              <a:gd name="connsiteX38081" fmla="*/ 546259 w 3114960"/>
              <a:gd name="connsiteY38081" fmla="*/ 3549205 h 5143785"/>
              <a:gd name="connsiteX38082" fmla="*/ 712946 w 3114960"/>
              <a:gd name="connsiteY38082" fmla="*/ 3494913 h 5143785"/>
              <a:gd name="connsiteX38083" fmla="*/ 720566 w 3114960"/>
              <a:gd name="connsiteY38083" fmla="*/ 3490246 h 5143785"/>
              <a:gd name="connsiteX38084" fmla="*/ 729234 w 3114960"/>
              <a:gd name="connsiteY38084" fmla="*/ 3492342 h 5143785"/>
              <a:gd name="connsiteX38085" fmla="*/ 733901 w 3114960"/>
              <a:gd name="connsiteY38085" fmla="*/ 3499961 h 5143785"/>
              <a:gd name="connsiteX38086" fmla="*/ 733997 w 3114960"/>
              <a:gd name="connsiteY38086" fmla="*/ 3501771 h 5143785"/>
              <a:gd name="connsiteX38087" fmla="*/ 731711 w 3114960"/>
              <a:gd name="connsiteY38087" fmla="*/ 3508629 h 5143785"/>
              <a:gd name="connsiteX38088" fmla="*/ 715327 w 3114960"/>
              <a:gd name="connsiteY38088" fmla="*/ 3511105 h 5143785"/>
              <a:gd name="connsiteX38089" fmla="*/ 712851 w 3114960"/>
              <a:gd name="connsiteY38089" fmla="*/ 3494723 h 5143785"/>
              <a:gd name="connsiteX38090" fmla="*/ 564737 w 3114960"/>
              <a:gd name="connsiteY38090" fmla="*/ 3549205 h 5143785"/>
              <a:gd name="connsiteX38091" fmla="*/ 557879 w 3114960"/>
              <a:gd name="connsiteY38091" fmla="*/ 3556063 h 5143785"/>
              <a:gd name="connsiteX38092" fmla="*/ 551021 w 3114960"/>
              <a:gd name="connsiteY38092" fmla="*/ 3549205 h 5143785"/>
              <a:gd name="connsiteX38093" fmla="*/ 557879 w 3114960"/>
              <a:gd name="connsiteY38093" fmla="*/ 3542348 h 5143785"/>
              <a:gd name="connsiteX38094" fmla="*/ 564737 w 3114960"/>
              <a:gd name="connsiteY38094" fmla="*/ 3549205 h 5143785"/>
              <a:gd name="connsiteX38095" fmla="*/ 291560 w 3114960"/>
              <a:gd name="connsiteY38095" fmla="*/ 2250662 h 5143785"/>
              <a:gd name="connsiteX38096" fmla="*/ 298799 w 3114960"/>
              <a:gd name="connsiteY38096" fmla="*/ 2243614 h 5143785"/>
              <a:gd name="connsiteX38097" fmla="*/ 302133 w 3114960"/>
              <a:gd name="connsiteY38097" fmla="*/ 2247043 h 5143785"/>
              <a:gd name="connsiteX38098" fmla="*/ 294894 w 3114960"/>
              <a:gd name="connsiteY38098" fmla="*/ 2254091 h 5143785"/>
              <a:gd name="connsiteX38099" fmla="*/ 291560 w 3114960"/>
              <a:gd name="connsiteY38099" fmla="*/ 2250662 h 5143785"/>
              <a:gd name="connsiteX38100" fmla="*/ 3052382 w 3114960"/>
              <a:gd name="connsiteY38100" fmla="*/ 4084606 h 5143785"/>
              <a:gd name="connsiteX38101" fmla="*/ 3074861 w 3114960"/>
              <a:gd name="connsiteY38101" fmla="*/ 4084606 h 5143785"/>
              <a:gd name="connsiteX38102" fmla="*/ 3074861 w 3114960"/>
              <a:gd name="connsiteY38102" fmla="*/ 4085273 h 5143785"/>
              <a:gd name="connsiteX38103" fmla="*/ 3085434 w 3114960"/>
              <a:gd name="connsiteY38103" fmla="*/ 4093178 h 5143785"/>
              <a:gd name="connsiteX38104" fmla="*/ 3088481 w 3114960"/>
              <a:gd name="connsiteY38104" fmla="*/ 4092797 h 5143785"/>
              <a:gd name="connsiteX38105" fmla="*/ 3096006 w 3114960"/>
              <a:gd name="connsiteY38105" fmla="*/ 4084606 h 5143785"/>
              <a:gd name="connsiteX38106" fmla="*/ 3114866 w 3114960"/>
              <a:gd name="connsiteY38106" fmla="*/ 4084606 h 5143785"/>
              <a:gd name="connsiteX38107" fmla="*/ 3114866 w 3114960"/>
              <a:gd name="connsiteY38107" fmla="*/ 4079748 h 5143785"/>
              <a:gd name="connsiteX38108" fmla="*/ 3096101 w 3114960"/>
              <a:gd name="connsiteY38108" fmla="*/ 4079748 h 5143785"/>
              <a:gd name="connsiteX38109" fmla="*/ 3096101 w 3114960"/>
              <a:gd name="connsiteY38109" fmla="*/ 4079272 h 5143785"/>
              <a:gd name="connsiteX38110" fmla="*/ 3096101 w 3114960"/>
              <a:gd name="connsiteY38110" fmla="*/ 4079272 h 5143785"/>
              <a:gd name="connsiteX38111" fmla="*/ 3082576 w 3114960"/>
              <a:gd name="connsiteY38111" fmla="*/ 4071747 h 5143785"/>
              <a:gd name="connsiteX38112" fmla="*/ 3075051 w 3114960"/>
              <a:gd name="connsiteY38112" fmla="*/ 4079843 h 5143785"/>
              <a:gd name="connsiteX38113" fmla="*/ 3054572 w 3114960"/>
              <a:gd name="connsiteY38113" fmla="*/ 4079843 h 5143785"/>
              <a:gd name="connsiteX38114" fmla="*/ 2963418 w 3114960"/>
              <a:gd name="connsiteY38114" fmla="*/ 3983355 h 5143785"/>
              <a:gd name="connsiteX38115" fmla="*/ 2963418 w 3114960"/>
              <a:gd name="connsiteY38115" fmla="*/ 3972878 h 5143785"/>
              <a:gd name="connsiteX38116" fmla="*/ 2964085 w 3114960"/>
              <a:gd name="connsiteY38116" fmla="*/ 3972878 h 5143785"/>
              <a:gd name="connsiteX38117" fmla="*/ 2971610 w 3114960"/>
              <a:gd name="connsiteY38117" fmla="*/ 3959352 h 5143785"/>
              <a:gd name="connsiteX38118" fmla="*/ 2958084 w 3114960"/>
              <a:gd name="connsiteY38118" fmla="*/ 3951827 h 5143785"/>
              <a:gd name="connsiteX38119" fmla="*/ 2951512 w 3114960"/>
              <a:gd name="connsiteY38119" fmla="*/ 3957066 h 5143785"/>
              <a:gd name="connsiteX38120" fmla="*/ 2950559 w 3114960"/>
              <a:gd name="connsiteY38120" fmla="*/ 3965353 h 5143785"/>
              <a:gd name="connsiteX38121" fmla="*/ 2958751 w 3114960"/>
              <a:gd name="connsiteY38121" fmla="*/ 3972878 h 5143785"/>
              <a:gd name="connsiteX38122" fmla="*/ 2958751 w 3114960"/>
              <a:gd name="connsiteY38122" fmla="*/ 3985260 h 5143785"/>
              <a:gd name="connsiteX38123" fmla="*/ 3052572 w 3114960"/>
              <a:gd name="connsiteY38123" fmla="*/ 4084606 h 5143785"/>
              <a:gd name="connsiteX38124" fmla="*/ 3080004 w 3114960"/>
              <a:gd name="connsiteY38124" fmla="*/ 4079177 h 5143785"/>
              <a:gd name="connsiteX38125" fmla="*/ 3083719 w 3114960"/>
              <a:gd name="connsiteY38125" fmla="*/ 4076224 h 5143785"/>
              <a:gd name="connsiteX38126" fmla="*/ 3085434 w 3114960"/>
              <a:gd name="connsiteY38126" fmla="*/ 4075938 h 5143785"/>
              <a:gd name="connsiteX38127" fmla="*/ 3091434 w 3114960"/>
              <a:gd name="connsiteY38127" fmla="*/ 4080415 h 5143785"/>
              <a:gd name="connsiteX38128" fmla="*/ 3087148 w 3114960"/>
              <a:gd name="connsiteY38128" fmla="*/ 4088035 h 5143785"/>
              <a:gd name="connsiteX38129" fmla="*/ 3079528 w 3114960"/>
              <a:gd name="connsiteY38129" fmla="*/ 4083749 h 5143785"/>
              <a:gd name="connsiteX38130" fmla="*/ 3080099 w 3114960"/>
              <a:gd name="connsiteY38130" fmla="*/ 4079081 h 5143785"/>
              <a:gd name="connsiteX38131" fmla="*/ 2954846 w 3114960"/>
              <a:gd name="connsiteY38131" fmla="*/ 3963924 h 5143785"/>
              <a:gd name="connsiteX38132" fmla="*/ 2955417 w 3114960"/>
              <a:gd name="connsiteY38132" fmla="*/ 3959257 h 5143785"/>
              <a:gd name="connsiteX38133" fmla="*/ 2959132 w 3114960"/>
              <a:gd name="connsiteY38133" fmla="*/ 3956304 h 5143785"/>
              <a:gd name="connsiteX38134" fmla="*/ 2960846 w 3114960"/>
              <a:gd name="connsiteY38134" fmla="*/ 3956018 h 5143785"/>
              <a:gd name="connsiteX38135" fmla="*/ 2966752 w 3114960"/>
              <a:gd name="connsiteY38135" fmla="*/ 3960495 h 5143785"/>
              <a:gd name="connsiteX38136" fmla="*/ 2962466 w 3114960"/>
              <a:gd name="connsiteY38136" fmla="*/ 3968115 h 5143785"/>
              <a:gd name="connsiteX38137" fmla="*/ 2954846 w 3114960"/>
              <a:gd name="connsiteY38137" fmla="*/ 3963829 h 5143785"/>
              <a:gd name="connsiteX38138" fmla="*/ 1517618 w 3114960"/>
              <a:gd name="connsiteY38138" fmla="*/ 2254377 h 5143785"/>
              <a:gd name="connsiteX38139" fmla="*/ 1514475 w 3114960"/>
              <a:gd name="connsiteY38139" fmla="*/ 2257520 h 5143785"/>
              <a:gd name="connsiteX38140" fmla="*/ 1514475 w 3114960"/>
              <a:gd name="connsiteY38140" fmla="*/ 2281904 h 5143785"/>
              <a:gd name="connsiteX38141" fmla="*/ 1517618 w 3114960"/>
              <a:gd name="connsiteY38141" fmla="*/ 2285048 h 5143785"/>
              <a:gd name="connsiteX38142" fmla="*/ 1542002 w 3114960"/>
              <a:gd name="connsiteY38142" fmla="*/ 2285048 h 5143785"/>
              <a:gd name="connsiteX38143" fmla="*/ 1545146 w 3114960"/>
              <a:gd name="connsiteY38143" fmla="*/ 2281904 h 5143785"/>
              <a:gd name="connsiteX38144" fmla="*/ 1545146 w 3114960"/>
              <a:gd name="connsiteY38144" fmla="*/ 2257520 h 5143785"/>
              <a:gd name="connsiteX38145" fmla="*/ 1542002 w 3114960"/>
              <a:gd name="connsiteY38145" fmla="*/ 2254377 h 5143785"/>
              <a:gd name="connsiteX38146" fmla="*/ 1532192 w 3114960"/>
              <a:gd name="connsiteY38146" fmla="*/ 2254377 h 5143785"/>
              <a:gd name="connsiteX38147" fmla="*/ 1532192 w 3114960"/>
              <a:gd name="connsiteY38147" fmla="*/ 2172081 h 5143785"/>
              <a:gd name="connsiteX38148" fmla="*/ 1537621 w 3114960"/>
              <a:gd name="connsiteY38148" fmla="*/ 2164747 h 5143785"/>
              <a:gd name="connsiteX38149" fmla="*/ 1529810 w 3114960"/>
              <a:gd name="connsiteY38149" fmla="*/ 2156936 h 5143785"/>
              <a:gd name="connsiteX38150" fmla="*/ 1522000 w 3114960"/>
              <a:gd name="connsiteY38150" fmla="*/ 2164747 h 5143785"/>
              <a:gd name="connsiteX38151" fmla="*/ 1527429 w 3114960"/>
              <a:gd name="connsiteY38151" fmla="*/ 2172081 h 5143785"/>
              <a:gd name="connsiteX38152" fmla="*/ 1527429 w 3114960"/>
              <a:gd name="connsiteY38152" fmla="*/ 2254377 h 5143785"/>
              <a:gd name="connsiteX38153" fmla="*/ 1517618 w 3114960"/>
              <a:gd name="connsiteY38153" fmla="*/ 2254377 h 5143785"/>
              <a:gd name="connsiteX38154" fmla="*/ 1542098 w 3114960"/>
              <a:gd name="connsiteY38154" fmla="*/ 2256758 h 5143785"/>
              <a:gd name="connsiteX38155" fmla="*/ 1542860 w 3114960"/>
              <a:gd name="connsiteY38155" fmla="*/ 2257520 h 5143785"/>
              <a:gd name="connsiteX38156" fmla="*/ 1542860 w 3114960"/>
              <a:gd name="connsiteY38156" fmla="*/ 2281904 h 5143785"/>
              <a:gd name="connsiteX38157" fmla="*/ 1542098 w 3114960"/>
              <a:gd name="connsiteY38157" fmla="*/ 2282666 h 5143785"/>
              <a:gd name="connsiteX38158" fmla="*/ 1517714 w 3114960"/>
              <a:gd name="connsiteY38158" fmla="*/ 2282666 h 5143785"/>
              <a:gd name="connsiteX38159" fmla="*/ 1516952 w 3114960"/>
              <a:gd name="connsiteY38159" fmla="*/ 2281904 h 5143785"/>
              <a:gd name="connsiteX38160" fmla="*/ 1516952 w 3114960"/>
              <a:gd name="connsiteY38160" fmla="*/ 2257520 h 5143785"/>
              <a:gd name="connsiteX38161" fmla="*/ 1517714 w 3114960"/>
              <a:gd name="connsiteY38161" fmla="*/ 2256758 h 5143785"/>
              <a:gd name="connsiteX38162" fmla="*/ 1542098 w 3114960"/>
              <a:gd name="connsiteY38162" fmla="*/ 2256758 h 5143785"/>
              <a:gd name="connsiteX38163" fmla="*/ 1278350 w 3114960"/>
              <a:gd name="connsiteY38163" fmla="*/ 3622453 h 5143785"/>
              <a:gd name="connsiteX38164" fmla="*/ 1389507 w 3114960"/>
              <a:gd name="connsiteY38164" fmla="*/ 3622262 h 5143785"/>
              <a:gd name="connsiteX38165" fmla="*/ 1389507 w 3114960"/>
              <a:gd name="connsiteY38165" fmla="*/ 3625310 h 5143785"/>
              <a:gd name="connsiteX38166" fmla="*/ 1395032 w 3114960"/>
              <a:gd name="connsiteY38166" fmla="*/ 3630835 h 5143785"/>
              <a:gd name="connsiteX38167" fmla="*/ 1408462 w 3114960"/>
              <a:gd name="connsiteY38167" fmla="*/ 3630835 h 5143785"/>
              <a:gd name="connsiteX38168" fmla="*/ 1413986 w 3114960"/>
              <a:gd name="connsiteY38168" fmla="*/ 3625310 h 5143785"/>
              <a:gd name="connsiteX38169" fmla="*/ 1413986 w 3114960"/>
              <a:gd name="connsiteY38169" fmla="*/ 3611880 h 5143785"/>
              <a:gd name="connsiteX38170" fmla="*/ 1413796 w 3114960"/>
              <a:gd name="connsiteY38170" fmla="*/ 3610928 h 5143785"/>
              <a:gd name="connsiteX38171" fmla="*/ 1428178 w 3114960"/>
              <a:gd name="connsiteY38171" fmla="*/ 3599593 h 5143785"/>
              <a:gd name="connsiteX38172" fmla="*/ 1428178 w 3114960"/>
              <a:gd name="connsiteY38172" fmla="*/ 3588925 h 5143785"/>
              <a:gd name="connsiteX38173" fmla="*/ 1423416 w 3114960"/>
              <a:gd name="connsiteY38173" fmla="*/ 3588925 h 5143785"/>
              <a:gd name="connsiteX38174" fmla="*/ 1423416 w 3114960"/>
              <a:gd name="connsiteY38174" fmla="*/ 3597307 h 5143785"/>
              <a:gd name="connsiteX38175" fmla="*/ 1411034 w 3114960"/>
              <a:gd name="connsiteY38175" fmla="*/ 3607022 h 5143785"/>
              <a:gd name="connsiteX38176" fmla="*/ 1408462 w 3114960"/>
              <a:gd name="connsiteY38176" fmla="*/ 3606355 h 5143785"/>
              <a:gd name="connsiteX38177" fmla="*/ 1395032 w 3114960"/>
              <a:gd name="connsiteY38177" fmla="*/ 3606355 h 5143785"/>
              <a:gd name="connsiteX38178" fmla="*/ 1389507 w 3114960"/>
              <a:gd name="connsiteY38178" fmla="*/ 3611880 h 5143785"/>
              <a:gd name="connsiteX38179" fmla="*/ 1389507 w 3114960"/>
              <a:gd name="connsiteY38179" fmla="*/ 3617500 h 5143785"/>
              <a:gd name="connsiteX38180" fmla="*/ 1276731 w 3114960"/>
              <a:gd name="connsiteY38180" fmla="*/ 3617690 h 5143785"/>
              <a:gd name="connsiteX38181" fmla="*/ 1205389 w 3114960"/>
              <a:gd name="connsiteY38181" fmla="*/ 3673317 h 5143785"/>
              <a:gd name="connsiteX38182" fmla="*/ 1141571 w 3114960"/>
              <a:gd name="connsiteY38182" fmla="*/ 3673317 h 5143785"/>
              <a:gd name="connsiteX38183" fmla="*/ 1128046 w 3114960"/>
              <a:gd name="connsiteY38183" fmla="*/ 3665887 h 5143785"/>
              <a:gd name="connsiteX38184" fmla="*/ 1120616 w 3114960"/>
              <a:gd name="connsiteY38184" fmla="*/ 3673793 h 5143785"/>
              <a:gd name="connsiteX38185" fmla="*/ 1019651 w 3114960"/>
              <a:gd name="connsiteY38185" fmla="*/ 3673793 h 5143785"/>
              <a:gd name="connsiteX38186" fmla="*/ 1001077 w 3114960"/>
              <a:gd name="connsiteY38186" fmla="*/ 3655505 h 5143785"/>
              <a:gd name="connsiteX38187" fmla="*/ 1001077 w 3114960"/>
              <a:gd name="connsiteY38187" fmla="*/ 3523774 h 5143785"/>
              <a:gd name="connsiteX38188" fmla="*/ 967359 w 3114960"/>
              <a:gd name="connsiteY38188" fmla="*/ 3490151 h 5143785"/>
              <a:gd name="connsiteX38189" fmla="*/ 969454 w 3114960"/>
              <a:gd name="connsiteY38189" fmla="*/ 3486531 h 5143785"/>
              <a:gd name="connsiteX38190" fmla="*/ 961073 w 3114960"/>
              <a:gd name="connsiteY38190" fmla="*/ 3467767 h 5143785"/>
              <a:gd name="connsiteX38191" fmla="*/ 949928 w 3114960"/>
              <a:gd name="connsiteY38191" fmla="*/ 3468053 h 5143785"/>
              <a:gd name="connsiteX38192" fmla="*/ 942213 w 3114960"/>
              <a:gd name="connsiteY38192" fmla="*/ 3476149 h 5143785"/>
              <a:gd name="connsiteX38193" fmla="*/ 941737 w 3114960"/>
              <a:gd name="connsiteY38193" fmla="*/ 3478054 h 5143785"/>
              <a:gd name="connsiteX38194" fmla="*/ 818198 w 3114960"/>
              <a:gd name="connsiteY38194" fmla="*/ 3478054 h 5143785"/>
              <a:gd name="connsiteX38195" fmla="*/ 800005 w 3114960"/>
              <a:gd name="connsiteY38195" fmla="*/ 3498818 h 5143785"/>
              <a:gd name="connsiteX38196" fmla="*/ 799719 w 3114960"/>
              <a:gd name="connsiteY38196" fmla="*/ 3499199 h 5143785"/>
              <a:gd name="connsiteX38197" fmla="*/ 799719 w 3114960"/>
              <a:gd name="connsiteY38197" fmla="*/ 3614642 h 5143785"/>
              <a:gd name="connsiteX38198" fmla="*/ 789527 w 3114960"/>
              <a:gd name="connsiteY38198" fmla="*/ 3622262 h 5143785"/>
              <a:gd name="connsiteX38199" fmla="*/ 796481 w 3114960"/>
              <a:gd name="connsiteY38199" fmla="*/ 3637979 h 5143785"/>
              <a:gd name="connsiteX38200" fmla="*/ 798290 w 3114960"/>
              <a:gd name="connsiteY38200" fmla="*/ 3638264 h 5143785"/>
              <a:gd name="connsiteX38201" fmla="*/ 798290 w 3114960"/>
              <a:gd name="connsiteY38201" fmla="*/ 3664077 h 5143785"/>
              <a:gd name="connsiteX38202" fmla="*/ 787146 w 3114960"/>
              <a:gd name="connsiteY38202" fmla="*/ 3675984 h 5143785"/>
              <a:gd name="connsiteX38203" fmla="*/ 698183 w 3114960"/>
              <a:gd name="connsiteY38203" fmla="*/ 3675412 h 5143785"/>
              <a:gd name="connsiteX38204" fmla="*/ 698183 w 3114960"/>
              <a:gd name="connsiteY38204" fmla="*/ 3666459 h 5143785"/>
              <a:gd name="connsiteX38205" fmla="*/ 689420 w 3114960"/>
              <a:gd name="connsiteY38205" fmla="*/ 3657791 h 5143785"/>
              <a:gd name="connsiteX38206" fmla="*/ 541401 w 3114960"/>
              <a:gd name="connsiteY38206" fmla="*/ 3657791 h 5143785"/>
              <a:gd name="connsiteX38207" fmla="*/ 532733 w 3114960"/>
              <a:gd name="connsiteY38207" fmla="*/ 3666459 h 5143785"/>
              <a:gd name="connsiteX38208" fmla="*/ 532733 w 3114960"/>
              <a:gd name="connsiteY38208" fmla="*/ 3675984 h 5143785"/>
              <a:gd name="connsiteX38209" fmla="*/ 450437 w 3114960"/>
              <a:gd name="connsiteY38209" fmla="*/ 3675984 h 5143785"/>
              <a:gd name="connsiteX38210" fmla="*/ 432245 w 3114960"/>
              <a:gd name="connsiteY38210" fmla="*/ 3663410 h 5143785"/>
              <a:gd name="connsiteX38211" fmla="*/ 316992 w 3114960"/>
              <a:gd name="connsiteY38211" fmla="*/ 3663410 h 5143785"/>
              <a:gd name="connsiteX38212" fmla="*/ 316992 w 3114960"/>
              <a:gd name="connsiteY38212" fmla="*/ 3645980 h 5143785"/>
              <a:gd name="connsiteX38213" fmla="*/ 432245 w 3114960"/>
              <a:gd name="connsiteY38213" fmla="*/ 3645980 h 5143785"/>
              <a:gd name="connsiteX38214" fmla="*/ 450437 w 3114960"/>
              <a:gd name="connsiteY38214" fmla="*/ 3633407 h 5143785"/>
              <a:gd name="connsiteX38215" fmla="*/ 534829 w 3114960"/>
              <a:gd name="connsiteY38215" fmla="*/ 3633407 h 5143785"/>
              <a:gd name="connsiteX38216" fmla="*/ 534829 w 3114960"/>
              <a:gd name="connsiteY38216" fmla="*/ 3640074 h 5143785"/>
              <a:gd name="connsiteX38217" fmla="*/ 543592 w 3114960"/>
              <a:gd name="connsiteY38217" fmla="*/ 3648837 h 5143785"/>
              <a:gd name="connsiteX38218" fmla="*/ 687324 w 3114960"/>
              <a:gd name="connsiteY38218" fmla="*/ 3648837 h 5143785"/>
              <a:gd name="connsiteX38219" fmla="*/ 696087 w 3114960"/>
              <a:gd name="connsiteY38219" fmla="*/ 3640074 h 5143785"/>
              <a:gd name="connsiteX38220" fmla="*/ 696087 w 3114960"/>
              <a:gd name="connsiteY38220" fmla="*/ 3632930 h 5143785"/>
              <a:gd name="connsiteX38221" fmla="*/ 742950 w 3114960"/>
              <a:gd name="connsiteY38221" fmla="*/ 3632930 h 5143785"/>
              <a:gd name="connsiteX38222" fmla="*/ 762381 w 3114960"/>
              <a:gd name="connsiteY38222" fmla="*/ 3617119 h 5143785"/>
              <a:gd name="connsiteX38223" fmla="*/ 762381 w 3114960"/>
              <a:gd name="connsiteY38223" fmla="*/ 3598640 h 5143785"/>
              <a:gd name="connsiteX38224" fmla="*/ 765905 w 3114960"/>
              <a:gd name="connsiteY38224" fmla="*/ 3597593 h 5143785"/>
              <a:gd name="connsiteX38225" fmla="*/ 773621 w 3114960"/>
              <a:gd name="connsiteY38225" fmla="*/ 3589496 h 5143785"/>
              <a:gd name="connsiteX38226" fmla="*/ 765239 w 3114960"/>
              <a:gd name="connsiteY38226" fmla="*/ 3570732 h 5143785"/>
              <a:gd name="connsiteX38227" fmla="*/ 762381 w 3114960"/>
              <a:gd name="connsiteY38227" fmla="*/ 3569970 h 5143785"/>
              <a:gd name="connsiteX38228" fmla="*/ 762762 w 3114960"/>
              <a:gd name="connsiteY38228" fmla="*/ 3463290 h 5143785"/>
              <a:gd name="connsiteX38229" fmla="*/ 777335 w 3114960"/>
              <a:gd name="connsiteY38229" fmla="*/ 3449574 h 5143785"/>
              <a:gd name="connsiteX38230" fmla="*/ 987647 w 3114960"/>
              <a:gd name="connsiteY38230" fmla="*/ 3449574 h 5143785"/>
              <a:gd name="connsiteX38231" fmla="*/ 1028033 w 3114960"/>
              <a:gd name="connsiteY38231" fmla="*/ 3490436 h 5143785"/>
              <a:gd name="connsiteX38232" fmla="*/ 1028033 w 3114960"/>
              <a:gd name="connsiteY38232" fmla="*/ 3507677 h 5143785"/>
              <a:gd name="connsiteX38233" fmla="*/ 1030415 w 3114960"/>
              <a:gd name="connsiteY38233" fmla="*/ 3510058 h 5143785"/>
              <a:gd name="connsiteX38234" fmla="*/ 1038416 w 3114960"/>
              <a:gd name="connsiteY38234" fmla="*/ 3510058 h 5143785"/>
              <a:gd name="connsiteX38235" fmla="*/ 1040797 w 3114960"/>
              <a:gd name="connsiteY38235" fmla="*/ 3507677 h 5143785"/>
              <a:gd name="connsiteX38236" fmla="*/ 1040797 w 3114960"/>
              <a:gd name="connsiteY38236" fmla="*/ 3500914 h 5143785"/>
              <a:gd name="connsiteX38237" fmla="*/ 1085374 w 3114960"/>
              <a:gd name="connsiteY38237" fmla="*/ 3500914 h 5143785"/>
              <a:gd name="connsiteX38238" fmla="*/ 1096137 w 3114960"/>
              <a:gd name="connsiteY38238" fmla="*/ 3490151 h 5143785"/>
              <a:gd name="connsiteX38239" fmla="*/ 1085374 w 3114960"/>
              <a:gd name="connsiteY38239" fmla="*/ 3479387 h 5143785"/>
              <a:gd name="connsiteX38240" fmla="*/ 1047369 w 3114960"/>
              <a:gd name="connsiteY38240" fmla="*/ 3479387 h 5143785"/>
              <a:gd name="connsiteX38241" fmla="*/ 1041368 w 3114960"/>
              <a:gd name="connsiteY38241" fmla="*/ 3473387 h 5143785"/>
              <a:gd name="connsiteX38242" fmla="*/ 1047369 w 3114960"/>
              <a:gd name="connsiteY38242" fmla="*/ 3467386 h 5143785"/>
              <a:gd name="connsiteX38243" fmla="*/ 1085374 w 3114960"/>
              <a:gd name="connsiteY38243" fmla="*/ 3467386 h 5143785"/>
              <a:gd name="connsiteX38244" fmla="*/ 1096137 w 3114960"/>
              <a:gd name="connsiteY38244" fmla="*/ 3456623 h 5143785"/>
              <a:gd name="connsiteX38245" fmla="*/ 1085374 w 3114960"/>
              <a:gd name="connsiteY38245" fmla="*/ 3445859 h 5143785"/>
              <a:gd name="connsiteX38246" fmla="*/ 1047369 w 3114960"/>
              <a:gd name="connsiteY38246" fmla="*/ 3445859 h 5143785"/>
              <a:gd name="connsiteX38247" fmla="*/ 1041368 w 3114960"/>
              <a:gd name="connsiteY38247" fmla="*/ 3439859 h 5143785"/>
              <a:gd name="connsiteX38248" fmla="*/ 1047369 w 3114960"/>
              <a:gd name="connsiteY38248" fmla="*/ 3433858 h 5143785"/>
              <a:gd name="connsiteX38249" fmla="*/ 1089851 w 3114960"/>
              <a:gd name="connsiteY38249" fmla="*/ 3433858 h 5143785"/>
              <a:gd name="connsiteX38250" fmla="*/ 1089851 w 3114960"/>
              <a:gd name="connsiteY38250" fmla="*/ 3440621 h 5143785"/>
              <a:gd name="connsiteX38251" fmla="*/ 1092232 w 3114960"/>
              <a:gd name="connsiteY38251" fmla="*/ 3443002 h 5143785"/>
              <a:gd name="connsiteX38252" fmla="*/ 1100233 w 3114960"/>
              <a:gd name="connsiteY38252" fmla="*/ 3443002 h 5143785"/>
              <a:gd name="connsiteX38253" fmla="*/ 1102614 w 3114960"/>
              <a:gd name="connsiteY38253" fmla="*/ 3440621 h 5143785"/>
              <a:gd name="connsiteX38254" fmla="*/ 1102614 w 3114960"/>
              <a:gd name="connsiteY38254" fmla="*/ 3433858 h 5143785"/>
              <a:gd name="connsiteX38255" fmla="*/ 1110234 w 3114960"/>
              <a:gd name="connsiteY38255" fmla="*/ 3433858 h 5143785"/>
              <a:gd name="connsiteX38256" fmla="*/ 1110234 w 3114960"/>
              <a:gd name="connsiteY38256" fmla="*/ 3440621 h 5143785"/>
              <a:gd name="connsiteX38257" fmla="*/ 1112615 w 3114960"/>
              <a:gd name="connsiteY38257" fmla="*/ 3443002 h 5143785"/>
              <a:gd name="connsiteX38258" fmla="*/ 1120616 w 3114960"/>
              <a:gd name="connsiteY38258" fmla="*/ 3443002 h 5143785"/>
              <a:gd name="connsiteX38259" fmla="*/ 1122998 w 3114960"/>
              <a:gd name="connsiteY38259" fmla="*/ 3440621 h 5143785"/>
              <a:gd name="connsiteX38260" fmla="*/ 1122998 w 3114960"/>
              <a:gd name="connsiteY38260" fmla="*/ 3433953 h 5143785"/>
              <a:gd name="connsiteX38261" fmla="*/ 1167575 w 3114960"/>
              <a:gd name="connsiteY38261" fmla="*/ 3433953 h 5143785"/>
              <a:gd name="connsiteX38262" fmla="*/ 1173575 w 3114960"/>
              <a:gd name="connsiteY38262" fmla="*/ 3439954 h 5143785"/>
              <a:gd name="connsiteX38263" fmla="*/ 1167575 w 3114960"/>
              <a:gd name="connsiteY38263" fmla="*/ 3445955 h 5143785"/>
              <a:gd name="connsiteX38264" fmla="*/ 1129570 w 3114960"/>
              <a:gd name="connsiteY38264" fmla="*/ 3445955 h 5143785"/>
              <a:gd name="connsiteX38265" fmla="*/ 1118807 w 3114960"/>
              <a:gd name="connsiteY38265" fmla="*/ 3456718 h 5143785"/>
              <a:gd name="connsiteX38266" fmla="*/ 1129570 w 3114960"/>
              <a:gd name="connsiteY38266" fmla="*/ 3467481 h 5143785"/>
              <a:gd name="connsiteX38267" fmla="*/ 1167575 w 3114960"/>
              <a:gd name="connsiteY38267" fmla="*/ 3467481 h 5143785"/>
              <a:gd name="connsiteX38268" fmla="*/ 1173575 w 3114960"/>
              <a:gd name="connsiteY38268" fmla="*/ 3473482 h 5143785"/>
              <a:gd name="connsiteX38269" fmla="*/ 1167575 w 3114960"/>
              <a:gd name="connsiteY38269" fmla="*/ 3479483 h 5143785"/>
              <a:gd name="connsiteX38270" fmla="*/ 1129475 w 3114960"/>
              <a:gd name="connsiteY38270" fmla="*/ 3479483 h 5143785"/>
              <a:gd name="connsiteX38271" fmla="*/ 1118711 w 3114960"/>
              <a:gd name="connsiteY38271" fmla="*/ 3490246 h 5143785"/>
              <a:gd name="connsiteX38272" fmla="*/ 1129475 w 3114960"/>
              <a:gd name="connsiteY38272" fmla="*/ 3501009 h 5143785"/>
              <a:gd name="connsiteX38273" fmla="*/ 1171956 w 3114960"/>
              <a:gd name="connsiteY38273" fmla="*/ 3501009 h 5143785"/>
              <a:gd name="connsiteX38274" fmla="*/ 1171956 w 3114960"/>
              <a:gd name="connsiteY38274" fmla="*/ 3506534 h 5143785"/>
              <a:gd name="connsiteX38275" fmla="*/ 1120426 w 3114960"/>
              <a:gd name="connsiteY38275" fmla="*/ 3541967 h 5143785"/>
              <a:gd name="connsiteX38276" fmla="*/ 1051751 w 3114960"/>
              <a:gd name="connsiteY38276" fmla="*/ 3541967 h 5143785"/>
              <a:gd name="connsiteX38277" fmla="*/ 1039940 w 3114960"/>
              <a:gd name="connsiteY38277" fmla="*/ 3550920 h 5143785"/>
              <a:gd name="connsiteX38278" fmla="*/ 1039940 w 3114960"/>
              <a:gd name="connsiteY38278" fmla="*/ 3612928 h 5143785"/>
              <a:gd name="connsiteX38279" fmla="*/ 1039273 w 3114960"/>
              <a:gd name="connsiteY38279" fmla="*/ 3612928 h 5143785"/>
              <a:gd name="connsiteX38280" fmla="*/ 1031748 w 3114960"/>
              <a:gd name="connsiteY38280" fmla="*/ 3626453 h 5143785"/>
              <a:gd name="connsiteX38281" fmla="*/ 1042321 w 3114960"/>
              <a:gd name="connsiteY38281" fmla="*/ 3634359 h 5143785"/>
              <a:gd name="connsiteX38282" fmla="*/ 1045369 w 3114960"/>
              <a:gd name="connsiteY38282" fmla="*/ 3633978 h 5143785"/>
              <a:gd name="connsiteX38283" fmla="*/ 1052894 w 3114960"/>
              <a:gd name="connsiteY38283" fmla="*/ 3620453 h 5143785"/>
              <a:gd name="connsiteX38284" fmla="*/ 1044797 w 3114960"/>
              <a:gd name="connsiteY38284" fmla="*/ 3612928 h 5143785"/>
              <a:gd name="connsiteX38285" fmla="*/ 1044797 w 3114960"/>
              <a:gd name="connsiteY38285" fmla="*/ 3553206 h 5143785"/>
              <a:gd name="connsiteX38286" fmla="*/ 1053370 w 3114960"/>
              <a:gd name="connsiteY38286" fmla="*/ 3546634 h 5143785"/>
              <a:gd name="connsiteX38287" fmla="*/ 1121950 w 3114960"/>
              <a:gd name="connsiteY38287" fmla="*/ 3546634 h 5143785"/>
              <a:gd name="connsiteX38288" fmla="*/ 1175195 w 3114960"/>
              <a:gd name="connsiteY38288" fmla="*/ 3510058 h 5143785"/>
              <a:gd name="connsiteX38289" fmla="*/ 1182434 w 3114960"/>
              <a:gd name="connsiteY38289" fmla="*/ 3510058 h 5143785"/>
              <a:gd name="connsiteX38290" fmla="*/ 1184815 w 3114960"/>
              <a:gd name="connsiteY38290" fmla="*/ 3507677 h 5143785"/>
              <a:gd name="connsiteX38291" fmla="*/ 1184815 w 3114960"/>
              <a:gd name="connsiteY38291" fmla="*/ 3500914 h 5143785"/>
              <a:gd name="connsiteX38292" fmla="*/ 1212818 w 3114960"/>
              <a:gd name="connsiteY38292" fmla="*/ 3500914 h 5143785"/>
              <a:gd name="connsiteX38293" fmla="*/ 1233964 w 3114960"/>
              <a:gd name="connsiteY38293" fmla="*/ 3480435 h 5143785"/>
              <a:gd name="connsiteX38294" fmla="*/ 1234440 w 3114960"/>
              <a:gd name="connsiteY38294" fmla="*/ 3267647 h 5143785"/>
              <a:gd name="connsiteX38295" fmla="*/ 1241870 w 3114960"/>
              <a:gd name="connsiteY38295" fmla="*/ 3258407 h 5143785"/>
              <a:gd name="connsiteX38296" fmla="*/ 1232059 w 3114960"/>
              <a:gd name="connsiteY38296" fmla="*/ 3248597 h 5143785"/>
              <a:gd name="connsiteX38297" fmla="*/ 1222248 w 3114960"/>
              <a:gd name="connsiteY38297" fmla="*/ 3258407 h 5143785"/>
              <a:gd name="connsiteX38298" fmla="*/ 1229582 w 3114960"/>
              <a:gd name="connsiteY38298" fmla="*/ 3267647 h 5143785"/>
              <a:gd name="connsiteX38299" fmla="*/ 1229106 w 3114960"/>
              <a:gd name="connsiteY38299" fmla="*/ 3478340 h 5143785"/>
              <a:gd name="connsiteX38300" fmla="*/ 1210723 w 3114960"/>
              <a:gd name="connsiteY38300" fmla="*/ 3496056 h 5143785"/>
              <a:gd name="connsiteX38301" fmla="*/ 1184624 w 3114960"/>
              <a:gd name="connsiteY38301" fmla="*/ 3496056 h 5143785"/>
              <a:gd name="connsiteX38302" fmla="*/ 1184624 w 3114960"/>
              <a:gd name="connsiteY38302" fmla="*/ 3489293 h 5143785"/>
              <a:gd name="connsiteX38303" fmla="*/ 1182243 w 3114960"/>
              <a:gd name="connsiteY38303" fmla="*/ 3486912 h 5143785"/>
              <a:gd name="connsiteX38304" fmla="*/ 1174242 w 3114960"/>
              <a:gd name="connsiteY38304" fmla="*/ 3486912 h 5143785"/>
              <a:gd name="connsiteX38305" fmla="*/ 1171861 w 3114960"/>
              <a:gd name="connsiteY38305" fmla="*/ 3489293 h 5143785"/>
              <a:gd name="connsiteX38306" fmla="*/ 1171861 w 3114960"/>
              <a:gd name="connsiteY38306" fmla="*/ 3496056 h 5143785"/>
              <a:gd name="connsiteX38307" fmla="*/ 1129379 w 3114960"/>
              <a:gd name="connsiteY38307" fmla="*/ 3496056 h 5143785"/>
              <a:gd name="connsiteX38308" fmla="*/ 1123379 w 3114960"/>
              <a:gd name="connsiteY38308" fmla="*/ 3490055 h 5143785"/>
              <a:gd name="connsiteX38309" fmla="*/ 1129379 w 3114960"/>
              <a:gd name="connsiteY38309" fmla="*/ 3484055 h 5143785"/>
              <a:gd name="connsiteX38310" fmla="*/ 1167479 w 3114960"/>
              <a:gd name="connsiteY38310" fmla="*/ 3484055 h 5143785"/>
              <a:gd name="connsiteX38311" fmla="*/ 1178243 w 3114960"/>
              <a:gd name="connsiteY38311" fmla="*/ 3473292 h 5143785"/>
              <a:gd name="connsiteX38312" fmla="*/ 1167479 w 3114960"/>
              <a:gd name="connsiteY38312" fmla="*/ 3462528 h 5143785"/>
              <a:gd name="connsiteX38313" fmla="*/ 1129475 w 3114960"/>
              <a:gd name="connsiteY38313" fmla="*/ 3462528 h 5143785"/>
              <a:gd name="connsiteX38314" fmla="*/ 1123474 w 3114960"/>
              <a:gd name="connsiteY38314" fmla="*/ 3456527 h 5143785"/>
              <a:gd name="connsiteX38315" fmla="*/ 1129475 w 3114960"/>
              <a:gd name="connsiteY38315" fmla="*/ 3450527 h 5143785"/>
              <a:gd name="connsiteX38316" fmla="*/ 1167479 w 3114960"/>
              <a:gd name="connsiteY38316" fmla="*/ 3450527 h 5143785"/>
              <a:gd name="connsiteX38317" fmla="*/ 1178243 w 3114960"/>
              <a:gd name="connsiteY38317" fmla="*/ 3439763 h 5143785"/>
              <a:gd name="connsiteX38318" fmla="*/ 1167479 w 3114960"/>
              <a:gd name="connsiteY38318" fmla="*/ 3429000 h 5143785"/>
              <a:gd name="connsiteX38319" fmla="*/ 1122902 w 3114960"/>
              <a:gd name="connsiteY38319" fmla="*/ 3429000 h 5143785"/>
              <a:gd name="connsiteX38320" fmla="*/ 1122902 w 3114960"/>
              <a:gd name="connsiteY38320" fmla="*/ 3422237 h 5143785"/>
              <a:gd name="connsiteX38321" fmla="*/ 1120521 w 3114960"/>
              <a:gd name="connsiteY38321" fmla="*/ 3419856 h 5143785"/>
              <a:gd name="connsiteX38322" fmla="*/ 1118902 w 3114960"/>
              <a:gd name="connsiteY38322" fmla="*/ 3419856 h 5143785"/>
              <a:gd name="connsiteX38323" fmla="*/ 1118902 w 3114960"/>
              <a:gd name="connsiteY38323" fmla="*/ 3401854 h 5143785"/>
              <a:gd name="connsiteX38324" fmla="*/ 1183767 w 3114960"/>
              <a:gd name="connsiteY38324" fmla="*/ 3402044 h 5143785"/>
              <a:gd name="connsiteX38325" fmla="*/ 1183767 w 3114960"/>
              <a:gd name="connsiteY38325" fmla="*/ 3402044 h 5143785"/>
              <a:gd name="connsiteX38326" fmla="*/ 1185291 w 3114960"/>
              <a:gd name="connsiteY38326" fmla="*/ 3401473 h 5143785"/>
              <a:gd name="connsiteX38327" fmla="*/ 1199960 w 3114960"/>
              <a:gd name="connsiteY38327" fmla="*/ 3388900 h 5143785"/>
              <a:gd name="connsiteX38328" fmla="*/ 1200817 w 3114960"/>
              <a:gd name="connsiteY38328" fmla="*/ 3387090 h 5143785"/>
              <a:gd name="connsiteX38329" fmla="*/ 1201103 w 3114960"/>
              <a:gd name="connsiteY38329" fmla="*/ 3268313 h 5143785"/>
              <a:gd name="connsiteX38330" fmla="*/ 1208532 w 3114960"/>
              <a:gd name="connsiteY38330" fmla="*/ 3259074 h 5143785"/>
              <a:gd name="connsiteX38331" fmla="*/ 1198721 w 3114960"/>
              <a:gd name="connsiteY38331" fmla="*/ 3249263 h 5143785"/>
              <a:gd name="connsiteX38332" fmla="*/ 1188911 w 3114960"/>
              <a:gd name="connsiteY38332" fmla="*/ 3259074 h 5143785"/>
              <a:gd name="connsiteX38333" fmla="*/ 1196245 w 3114960"/>
              <a:gd name="connsiteY38333" fmla="*/ 3268313 h 5143785"/>
              <a:gd name="connsiteX38334" fmla="*/ 1195959 w 3114960"/>
              <a:gd name="connsiteY38334" fmla="*/ 3386042 h 5143785"/>
              <a:gd name="connsiteX38335" fmla="*/ 1182815 w 3114960"/>
              <a:gd name="connsiteY38335" fmla="*/ 3397377 h 5143785"/>
              <a:gd name="connsiteX38336" fmla="*/ 1116521 w 3114960"/>
              <a:gd name="connsiteY38336" fmla="*/ 3397187 h 5143785"/>
              <a:gd name="connsiteX38337" fmla="*/ 1116521 w 3114960"/>
              <a:gd name="connsiteY38337" fmla="*/ 3397187 h 5143785"/>
              <a:gd name="connsiteX38338" fmla="*/ 1114806 w 3114960"/>
              <a:gd name="connsiteY38338" fmla="*/ 3397853 h 5143785"/>
              <a:gd name="connsiteX38339" fmla="*/ 1114139 w 3114960"/>
              <a:gd name="connsiteY38339" fmla="*/ 3399568 h 5143785"/>
              <a:gd name="connsiteX38340" fmla="*/ 1114139 w 3114960"/>
              <a:gd name="connsiteY38340" fmla="*/ 3419951 h 5143785"/>
              <a:gd name="connsiteX38341" fmla="*/ 1112520 w 3114960"/>
              <a:gd name="connsiteY38341" fmla="*/ 3419951 h 5143785"/>
              <a:gd name="connsiteX38342" fmla="*/ 1110139 w 3114960"/>
              <a:gd name="connsiteY38342" fmla="*/ 3422333 h 5143785"/>
              <a:gd name="connsiteX38343" fmla="*/ 1110139 w 3114960"/>
              <a:gd name="connsiteY38343" fmla="*/ 3429095 h 5143785"/>
              <a:gd name="connsiteX38344" fmla="*/ 1102519 w 3114960"/>
              <a:gd name="connsiteY38344" fmla="*/ 3429095 h 5143785"/>
              <a:gd name="connsiteX38345" fmla="*/ 1102519 w 3114960"/>
              <a:gd name="connsiteY38345" fmla="*/ 3422333 h 5143785"/>
              <a:gd name="connsiteX38346" fmla="*/ 1100138 w 3114960"/>
              <a:gd name="connsiteY38346" fmla="*/ 3419951 h 5143785"/>
              <a:gd name="connsiteX38347" fmla="*/ 1098518 w 3114960"/>
              <a:gd name="connsiteY38347" fmla="*/ 3419951 h 5143785"/>
              <a:gd name="connsiteX38348" fmla="*/ 1098518 w 3114960"/>
              <a:gd name="connsiteY38348" fmla="*/ 3400139 h 5143785"/>
              <a:gd name="connsiteX38349" fmla="*/ 1097852 w 3114960"/>
              <a:gd name="connsiteY38349" fmla="*/ 3398425 h 5143785"/>
              <a:gd name="connsiteX38350" fmla="*/ 1096137 w 3114960"/>
              <a:gd name="connsiteY38350" fmla="*/ 3397758 h 5143785"/>
              <a:gd name="connsiteX38351" fmla="*/ 1096137 w 3114960"/>
              <a:gd name="connsiteY38351" fmla="*/ 3397758 h 5143785"/>
              <a:gd name="connsiteX38352" fmla="*/ 986409 w 3114960"/>
              <a:gd name="connsiteY38352" fmla="*/ 3398139 h 5143785"/>
              <a:gd name="connsiteX38353" fmla="*/ 985076 w 3114960"/>
              <a:gd name="connsiteY38353" fmla="*/ 3398520 h 5143785"/>
              <a:gd name="connsiteX38354" fmla="*/ 963359 w 3114960"/>
              <a:gd name="connsiteY38354" fmla="*/ 3413379 h 5143785"/>
              <a:gd name="connsiteX38355" fmla="*/ 848392 w 3114960"/>
              <a:gd name="connsiteY38355" fmla="*/ 3413760 h 5143785"/>
              <a:gd name="connsiteX38356" fmla="*/ 843058 w 3114960"/>
              <a:gd name="connsiteY38356" fmla="*/ 3405378 h 5143785"/>
              <a:gd name="connsiteX38357" fmla="*/ 823055 w 3114960"/>
              <a:gd name="connsiteY38357" fmla="*/ 3408426 h 5143785"/>
              <a:gd name="connsiteX38358" fmla="*/ 820579 w 3114960"/>
              <a:gd name="connsiteY38358" fmla="*/ 3415189 h 5143785"/>
              <a:gd name="connsiteX38359" fmla="*/ 751427 w 3114960"/>
              <a:gd name="connsiteY38359" fmla="*/ 3415379 h 5143785"/>
              <a:gd name="connsiteX38360" fmla="*/ 695230 w 3114960"/>
              <a:gd name="connsiteY38360" fmla="*/ 3464338 h 5143785"/>
              <a:gd name="connsiteX38361" fmla="*/ 524065 w 3114960"/>
              <a:gd name="connsiteY38361" fmla="*/ 3464338 h 5143785"/>
              <a:gd name="connsiteX38362" fmla="*/ 515303 w 3114960"/>
              <a:gd name="connsiteY38362" fmla="*/ 3457670 h 5143785"/>
              <a:gd name="connsiteX38363" fmla="*/ 506063 w 3114960"/>
              <a:gd name="connsiteY38363" fmla="*/ 3466910 h 5143785"/>
              <a:gd name="connsiteX38364" fmla="*/ 515303 w 3114960"/>
              <a:gd name="connsiteY38364" fmla="*/ 3476149 h 5143785"/>
              <a:gd name="connsiteX38365" fmla="*/ 524065 w 3114960"/>
              <a:gd name="connsiteY38365" fmla="*/ 3469291 h 5143785"/>
              <a:gd name="connsiteX38366" fmla="*/ 696944 w 3114960"/>
              <a:gd name="connsiteY38366" fmla="*/ 3469291 h 5143785"/>
              <a:gd name="connsiteX38367" fmla="*/ 753142 w 3114960"/>
              <a:gd name="connsiteY38367" fmla="*/ 3420237 h 5143785"/>
              <a:gd name="connsiteX38368" fmla="*/ 820579 w 3114960"/>
              <a:gd name="connsiteY38368" fmla="*/ 3420047 h 5143785"/>
              <a:gd name="connsiteX38369" fmla="*/ 826103 w 3114960"/>
              <a:gd name="connsiteY38369" fmla="*/ 3428524 h 5143785"/>
              <a:gd name="connsiteX38370" fmla="*/ 846106 w 3114960"/>
              <a:gd name="connsiteY38370" fmla="*/ 3425476 h 5143785"/>
              <a:gd name="connsiteX38371" fmla="*/ 848773 w 3114960"/>
              <a:gd name="connsiteY38371" fmla="*/ 3418523 h 5143785"/>
              <a:gd name="connsiteX38372" fmla="*/ 964121 w 3114960"/>
              <a:gd name="connsiteY38372" fmla="*/ 3418142 h 5143785"/>
              <a:gd name="connsiteX38373" fmla="*/ 965454 w 3114960"/>
              <a:gd name="connsiteY38373" fmla="*/ 3417761 h 5143785"/>
              <a:gd name="connsiteX38374" fmla="*/ 987171 w 3114960"/>
              <a:gd name="connsiteY38374" fmla="*/ 3402902 h 5143785"/>
              <a:gd name="connsiteX38375" fmla="*/ 1093756 w 3114960"/>
              <a:gd name="connsiteY38375" fmla="*/ 3402521 h 5143785"/>
              <a:gd name="connsiteX38376" fmla="*/ 1093756 w 3114960"/>
              <a:gd name="connsiteY38376" fmla="*/ 3419856 h 5143785"/>
              <a:gd name="connsiteX38377" fmla="*/ 1092137 w 3114960"/>
              <a:gd name="connsiteY38377" fmla="*/ 3419856 h 5143785"/>
              <a:gd name="connsiteX38378" fmla="*/ 1089755 w 3114960"/>
              <a:gd name="connsiteY38378" fmla="*/ 3422237 h 5143785"/>
              <a:gd name="connsiteX38379" fmla="*/ 1089755 w 3114960"/>
              <a:gd name="connsiteY38379" fmla="*/ 3429000 h 5143785"/>
              <a:gd name="connsiteX38380" fmla="*/ 1047274 w 3114960"/>
              <a:gd name="connsiteY38380" fmla="*/ 3429000 h 5143785"/>
              <a:gd name="connsiteX38381" fmla="*/ 1036511 w 3114960"/>
              <a:gd name="connsiteY38381" fmla="*/ 3439763 h 5143785"/>
              <a:gd name="connsiteX38382" fmla="*/ 1047274 w 3114960"/>
              <a:gd name="connsiteY38382" fmla="*/ 3450527 h 5143785"/>
              <a:gd name="connsiteX38383" fmla="*/ 1085279 w 3114960"/>
              <a:gd name="connsiteY38383" fmla="*/ 3450527 h 5143785"/>
              <a:gd name="connsiteX38384" fmla="*/ 1091279 w 3114960"/>
              <a:gd name="connsiteY38384" fmla="*/ 3456527 h 5143785"/>
              <a:gd name="connsiteX38385" fmla="*/ 1085279 w 3114960"/>
              <a:gd name="connsiteY38385" fmla="*/ 3462528 h 5143785"/>
              <a:gd name="connsiteX38386" fmla="*/ 1047274 w 3114960"/>
              <a:gd name="connsiteY38386" fmla="*/ 3462528 h 5143785"/>
              <a:gd name="connsiteX38387" fmla="*/ 1036511 w 3114960"/>
              <a:gd name="connsiteY38387" fmla="*/ 3473292 h 5143785"/>
              <a:gd name="connsiteX38388" fmla="*/ 1047274 w 3114960"/>
              <a:gd name="connsiteY38388" fmla="*/ 3484055 h 5143785"/>
              <a:gd name="connsiteX38389" fmla="*/ 1085279 w 3114960"/>
              <a:gd name="connsiteY38389" fmla="*/ 3484055 h 5143785"/>
              <a:gd name="connsiteX38390" fmla="*/ 1091279 w 3114960"/>
              <a:gd name="connsiteY38390" fmla="*/ 3490055 h 5143785"/>
              <a:gd name="connsiteX38391" fmla="*/ 1085279 w 3114960"/>
              <a:gd name="connsiteY38391" fmla="*/ 3496056 h 5143785"/>
              <a:gd name="connsiteX38392" fmla="*/ 1040702 w 3114960"/>
              <a:gd name="connsiteY38392" fmla="*/ 3496056 h 5143785"/>
              <a:gd name="connsiteX38393" fmla="*/ 1040702 w 3114960"/>
              <a:gd name="connsiteY38393" fmla="*/ 3489388 h 5143785"/>
              <a:gd name="connsiteX38394" fmla="*/ 1038320 w 3114960"/>
              <a:gd name="connsiteY38394" fmla="*/ 3487007 h 5143785"/>
              <a:gd name="connsiteX38395" fmla="*/ 1031367 w 3114960"/>
              <a:gd name="connsiteY38395" fmla="*/ 3487007 h 5143785"/>
              <a:gd name="connsiteX38396" fmla="*/ 990314 w 3114960"/>
              <a:gd name="connsiteY38396" fmla="*/ 3445478 h 5143785"/>
              <a:gd name="connsiteX38397" fmla="*/ 988600 w 3114960"/>
              <a:gd name="connsiteY38397" fmla="*/ 3444812 h 5143785"/>
              <a:gd name="connsiteX38398" fmla="*/ 776383 w 3114960"/>
              <a:gd name="connsiteY38398" fmla="*/ 3444812 h 5143785"/>
              <a:gd name="connsiteX38399" fmla="*/ 774764 w 3114960"/>
              <a:gd name="connsiteY38399" fmla="*/ 3445478 h 5143785"/>
              <a:gd name="connsiteX38400" fmla="*/ 758762 w 3114960"/>
              <a:gd name="connsiteY38400" fmla="*/ 3460528 h 5143785"/>
              <a:gd name="connsiteX38401" fmla="*/ 758000 w 3114960"/>
              <a:gd name="connsiteY38401" fmla="*/ 3462242 h 5143785"/>
              <a:gd name="connsiteX38402" fmla="*/ 757619 w 3114960"/>
              <a:gd name="connsiteY38402" fmla="*/ 3569970 h 5143785"/>
              <a:gd name="connsiteX38403" fmla="*/ 754094 w 3114960"/>
              <a:gd name="connsiteY38403" fmla="*/ 3571018 h 5143785"/>
              <a:gd name="connsiteX38404" fmla="*/ 746379 w 3114960"/>
              <a:gd name="connsiteY38404" fmla="*/ 3579114 h 5143785"/>
              <a:gd name="connsiteX38405" fmla="*/ 754761 w 3114960"/>
              <a:gd name="connsiteY38405" fmla="*/ 3597878 h 5143785"/>
              <a:gd name="connsiteX38406" fmla="*/ 757619 w 3114960"/>
              <a:gd name="connsiteY38406" fmla="*/ 3598450 h 5143785"/>
              <a:gd name="connsiteX38407" fmla="*/ 757619 w 3114960"/>
              <a:gd name="connsiteY38407" fmla="*/ 3614833 h 5143785"/>
              <a:gd name="connsiteX38408" fmla="*/ 741236 w 3114960"/>
              <a:gd name="connsiteY38408" fmla="*/ 3628073 h 5143785"/>
              <a:gd name="connsiteX38409" fmla="*/ 696087 w 3114960"/>
              <a:gd name="connsiteY38409" fmla="*/ 3628073 h 5143785"/>
              <a:gd name="connsiteX38410" fmla="*/ 696087 w 3114960"/>
              <a:gd name="connsiteY38410" fmla="*/ 3620929 h 5143785"/>
              <a:gd name="connsiteX38411" fmla="*/ 687324 w 3114960"/>
              <a:gd name="connsiteY38411" fmla="*/ 3612261 h 5143785"/>
              <a:gd name="connsiteX38412" fmla="*/ 543592 w 3114960"/>
              <a:gd name="connsiteY38412" fmla="*/ 3612261 h 5143785"/>
              <a:gd name="connsiteX38413" fmla="*/ 534829 w 3114960"/>
              <a:gd name="connsiteY38413" fmla="*/ 3620929 h 5143785"/>
              <a:gd name="connsiteX38414" fmla="*/ 534829 w 3114960"/>
              <a:gd name="connsiteY38414" fmla="*/ 3628644 h 5143785"/>
              <a:gd name="connsiteX38415" fmla="*/ 448913 w 3114960"/>
              <a:gd name="connsiteY38415" fmla="*/ 3628644 h 5143785"/>
              <a:gd name="connsiteX38416" fmla="*/ 430721 w 3114960"/>
              <a:gd name="connsiteY38416" fmla="*/ 3641217 h 5143785"/>
              <a:gd name="connsiteX38417" fmla="*/ 316897 w 3114960"/>
              <a:gd name="connsiteY38417" fmla="*/ 3641217 h 5143785"/>
              <a:gd name="connsiteX38418" fmla="*/ 316897 w 3114960"/>
              <a:gd name="connsiteY38418" fmla="*/ 3636931 h 5143785"/>
              <a:gd name="connsiteX38419" fmla="*/ 308801 w 3114960"/>
              <a:gd name="connsiteY38419" fmla="*/ 3629120 h 5143785"/>
              <a:gd name="connsiteX38420" fmla="*/ 301276 w 3114960"/>
              <a:gd name="connsiteY38420" fmla="*/ 3629120 h 5143785"/>
              <a:gd name="connsiteX38421" fmla="*/ 293180 w 3114960"/>
              <a:gd name="connsiteY38421" fmla="*/ 3636931 h 5143785"/>
              <a:gd name="connsiteX38422" fmla="*/ 293180 w 3114960"/>
              <a:gd name="connsiteY38422" fmla="*/ 3667982 h 5143785"/>
              <a:gd name="connsiteX38423" fmla="*/ 301276 w 3114960"/>
              <a:gd name="connsiteY38423" fmla="*/ 3675793 h 5143785"/>
              <a:gd name="connsiteX38424" fmla="*/ 308801 w 3114960"/>
              <a:gd name="connsiteY38424" fmla="*/ 3675793 h 5143785"/>
              <a:gd name="connsiteX38425" fmla="*/ 316897 w 3114960"/>
              <a:gd name="connsiteY38425" fmla="*/ 3668268 h 5143785"/>
              <a:gd name="connsiteX38426" fmla="*/ 430721 w 3114960"/>
              <a:gd name="connsiteY38426" fmla="*/ 3668268 h 5143785"/>
              <a:gd name="connsiteX38427" fmla="*/ 448913 w 3114960"/>
              <a:gd name="connsiteY38427" fmla="*/ 3680841 h 5143785"/>
              <a:gd name="connsiteX38428" fmla="*/ 532638 w 3114960"/>
              <a:gd name="connsiteY38428" fmla="*/ 3680841 h 5143785"/>
              <a:gd name="connsiteX38429" fmla="*/ 532638 w 3114960"/>
              <a:gd name="connsiteY38429" fmla="*/ 3689128 h 5143785"/>
              <a:gd name="connsiteX38430" fmla="*/ 541306 w 3114960"/>
              <a:gd name="connsiteY38430" fmla="*/ 3697891 h 5143785"/>
              <a:gd name="connsiteX38431" fmla="*/ 689324 w 3114960"/>
              <a:gd name="connsiteY38431" fmla="*/ 3697891 h 5143785"/>
              <a:gd name="connsiteX38432" fmla="*/ 698087 w 3114960"/>
              <a:gd name="connsiteY38432" fmla="*/ 3689128 h 5143785"/>
              <a:gd name="connsiteX38433" fmla="*/ 698087 w 3114960"/>
              <a:gd name="connsiteY38433" fmla="*/ 3680270 h 5143785"/>
              <a:gd name="connsiteX38434" fmla="*/ 789146 w 3114960"/>
              <a:gd name="connsiteY38434" fmla="*/ 3680841 h 5143785"/>
              <a:gd name="connsiteX38435" fmla="*/ 803148 w 3114960"/>
              <a:gd name="connsiteY38435" fmla="*/ 3666077 h 5143785"/>
              <a:gd name="connsiteX38436" fmla="*/ 803148 w 3114960"/>
              <a:gd name="connsiteY38436" fmla="*/ 3638455 h 5143785"/>
              <a:gd name="connsiteX38437" fmla="*/ 812102 w 3114960"/>
              <a:gd name="connsiteY38437" fmla="*/ 3631121 h 5143785"/>
              <a:gd name="connsiteX38438" fmla="*/ 805148 w 3114960"/>
              <a:gd name="connsiteY38438" fmla="*/ 3615404 h 5143785"/>
              <a:gd name="connsiteX38439" fmla="*/ 802005 w 3114960"/>
              <a:gd name="connsiteY38439" fmla="*/ 3614833 h 5143785"/>
              <a:gd name="connsiteX38440" fmla="*/ 802005 w 3114960"/>
              <a:gd name="connsiteY38440" fmla="*/ 3500152 h 5143785"/>
              <a:gd name="connsiteX38441" fmla="*/ 819150 w 3114960"/>
              <a:gd name="connsiteY38441" fmla="*/ 3480626 h 5143785"/>
              <a:gd name="connsiteX38442" fmla="*/ 941261 w 3114960"/>
              <a:gd name="connsiteY38442" fmla="*/ 3480626 h 5143785"/>
              <a:gd name="connsiteX38443" fmla="*/ 950500 w 3114960"/>
              <a:gd name="connsiteY38443" fmla="*/ 3495104 h 5143785"/>
              <a:gd name="connsiteX38444" fmla="*/ 955739 w 3114960"/>
              <a:gd name="connsiteY38444" fmla="*/ 3496056 h 5143785"/>
              <a:gd name="connsiteX38445" fmla="*/ 963740 w 3114960"/>
              <a:gd name="connsiteY38445" fmla="*/ 3493580 h 5143785"/>
              <a:gd name="connsiteX38446" fmla="*/ 996125 w 3114960"/>
              <a:gd name="connsiteY38446" fmla="*/ 3525965 h 5143785"/>
              <a:gd name="connsiteX38447" fmla="*/ 996125 w 3114960"/>
              <a:gd name="connsiteY38447" fmla="*/ 3657695 h 5143785"/>
              <a:gd name="connsiteX38448" fmla="*/ 1017556 w 3114960"/>
              <a:gd name="connsiteY38448" fmla="*/ 3678746 h 5143785"/>
              <a:gd name="connsiteX38449" fmla="*/ 1120331 w 3114960"/>
              <a:gd name="connsiteY38449" fmla="*/ 3678746 h 5143785"/>
              <a:gd name="connsiteX38450" fmla="*/ 1120331 w 3114960"/>
              <a:gd name="connsiteY38450" fmla="*/ 3679508 h 5143785"/>
              <a:gd name="connsiteX38451" fmla="*/ 1130903 w 3114960"/>
              <a:gd name="connsiteY38451" fmla="*/ 3687413 h 5143785"/>
              <a:gd name="connsiteX38452" fmla="*/ 1133951 w 3114960"/>
              <a:gd name="connsiteY38452" fmla="*/ 3687032 h 5143785"/>
              <a:gd name="connsiteX38453" fmla="*/ 1141667 w 3114960"/>
              <a:gd name="connsiteY38453" fmla="*/ 3678269 h 5143785"/>
              <a:gd name="connsiteX38454" fmla="*/ 1206913 w 3114960"/>
              <a:gd name="connsiteY38454" fmla="*/ 3678269 h 5143785"/>
              <a:gd name="connsiteX38455" fmla="*/ 1278255 w 3114960"/>
              <a:gd name="connsiteY38455" fmla="*/ 3622548 h 5143785"/>
              <a:gd name="connsiteX38456" fmla="*/ 1394270 w 3114960"/>
              <a:gd name="connsiteY38456" fmla="*/ 3611880 h 5143785"/>
              <a:gd name="connsiteX38457" fmla="*/ 1395032 w 3114960"/>
              <a:gd name="connsiteY38457" fmla="*/ 3611118 h 5143785"/>
              <a:gd name="connsiteX38458" fmla="*/ 1408462 w 3114960"/>
              <a:gd name="connsiteY38458" fmla="*/ 3611118 h 5143785"/>
              <a:gd name="connsiteX38459" fmla="*/ 1409224 w 3114960"/>
              <a:gd name="connsiteY38459" fmla="*/ 3611880 h 5143785"/>
              <a:gd name="connsiteX38460" fmla="*/ 1409224 w 3114960"/>
              <a:gd name="connsiteY38460" fmla="*/ 3625310 h 5143785"/>
              <a:gd name="connsiteX38461" fmla="*/ 1408462 w 3114960"/>
              <a:gd name="connsiteY38461" fmla="*/ 3626072 h 5143785"/>
              <a:gd name="connsiteX38462" fmla="*/ 1395032 w 3114960"/>
              <a:gd name="connsiteY38462" fmla="*/ 3626072 h 5143785"/>
              <a:gd name="connsiteX38463" fmla="*/ 1394270 w 3114960"/>
              <a:gd name="connsiteY38463" fmla="*/ 3625310 h 5143785"/>
              <a:gd name="connsiteX38464" fmla="*/ 1394270 w 3114960"/>
              <a:gd name="connsiteY38464" fmla="*/ 3611880 h 5143785"/>
              <a:gd name="connsiteX38465" fmla="*/ 1045274 w 3114960"/>
              <a:gd name="connsiteY38465" fmla="*/ 3617786 h 5143785"/>
              <a:gd name="connsiteX38466" fmla="*/ 1048226 w 3114960"/>
              <a:gd name="connsiteY38466" fmla="*/ 3621500 h 5143785"/>
              <a:gd name="connsiteX38467" fmla="*/ 1043940 w 3114960"/>
              <a:gd name="connsiteY38467" fmla="*/ 3629120 h 5143785"/>
              <a:gd name="connsiteX38468" fmla="*/ 1036320 w 3114960"/>
              <a:gd name="connsiteY38468" fmla="*/ 3624834 h 5143785"/>
              <a:gd name="connsiteX38469" fmla="*/ 1040606 w 3114960"/>
              <a:gd name="connsiteY38469" fmla="*/ 3617214 h 5143785"/>
              <a:gd name="connsiteX38470" fmla="*/ 1042321 w 3114960"/>
              <a:gd name="connsiteY38470" fmla="*/ 3616928 h 5143785"/>
              <a:gd name="connsiteX38471" fmla="*/ 1045274 w 3114960"/>
              <a:gd name="connsiteY38471" fmla="*/ 3617690 h 5143785"/>
              <a:gd name="connsiteX38472" fmla="*/ 1226915 w 3114960"/>
              <a:gd name="connsiteY38472" fmla="*/ 3258217 h 5143785"/>
              <a:gd name="connsiteX38473" fmla="*/ 1231964 w 3114960"/>
              <a:gd name="connsiteY38473" fmla="*/ 3253169 h 5143785"/>
              <a:gd name="connsiteX38474" fmla="*/ 1237012 w 3114960"/>
              <a:gd name="connsiteY38474" fmla="*/ 3258217 h 5143785"/>
              <a:gd name="connsiteX38475" fmla="*/ 1231964 w 3114960"/>
              <a:gd name="connsiteY38475" fmla="*/ 3263265 h 5143785"/>
              <a:gd name="connsiteX38476" fmla="*/ 1226915 w 3114960"/>
              <a:gd name="connsiteY38476" fmla="*/ 3258217 h 5143785"/>
              <a:gd name="connsiteX38477" fmla="*/ 1176623 w 3114960"/>
              <a:gd name="connsiteY38477" fmla="*/ 3491675 h 5143785"/>
              <a:gd name="connsiteX38478" fmla="*/ 1179862 w 3114960"/>
              <a:gd name="connsiteY38478" fmla="*/ 3491675 h 5143785"/>
              <a:gd name="connsiteX38479" fmla="*/ 1179862 w 3114960"/>
              <a:gd name="connsiteY38479" fmla="*/ 3505105 h 5143785"/>
              <a:gd name="connsiteX38480" fmla="*/ 1176623 w 3114960"/>
              <a:gd name="connsiteY38480" fmla="*/ 3505105 h 5143785"/>
              <a:gd name="connsiteX38481" fmla="*/ 1176623 w 3114960"/>
              <a:gd name="connsiteY38481" fmla="*/ 3491675 h 5143785"/>
              <a:gd name="connsiteX38482" fmla="*/ 1193673 w 3114960"/>
              <a:gd name="connsiteY38482" fmla="*/ 3259169 h 5143785"/>
              <a:gd name="connsiteX38483" fmla="*/ 1198721 w 3114960"/>
              <a:gd name="connsiteY38483" fmla="*/ 3254121 h 5143785"/>
              <a:gd name="connsiteX38484" fmla="*/ 1203770 w 3114960"/>
              <a:gd name="connsiteY38484" fmla="*/ 3259169 h 5143785"/>
              <a:gd name="connsiteX38485" fmla="*/ 1198721 w 3114960"/>
              <a:gd name="connsiteY38485" fmla="*/ 3264218 h 5143785"/>
              <a:gd name="connsiteX38486" fmla="*/ 1193673 w 3114960"/>
              <a:gd name="connsiteY38486" fmla="*/ 3259169 h 5143785"/>
              <a:gd name="connsiteX38487" fmla="*/ 1114901 w 3114960"/>
              <a:gd name="connsiteY38487" fmla="*/ 3424714 h 5143785"/>
              <a:gd name="connsiteX38488" fmla="*/ 1118140 w 3114960"/>
              <a:gd name="connsiteY38488" fmla="*/ 3424714 h 5143785"/>
              <a:gd name="connsiteX38489" fmla="*/ 1118140 w 3114960"/>
              <a:gd name="connsiteY38489" fmla="*/ 3438144 h 5143785"/>
              <a:gd name="connsiteX38490" fmla="*/ 1114901 w 3114960"/>
              <a:gd name="connsiteY38490" fmla="*/ 3438144 h 5143785"/>
              <a:gd name="connsiteX38491" fmla="*/ 1114901 w 3114960"/>
              <a:gd name="connsiteY38491" fmla="*/ 3424714 h 5143785"/>
              <a:gd name="connsiteX38492" fmla="*/ 844010 w 3114960"/>
              <a:gd name="connsiteY38492" fmla="*/ 3423952 h 5143785"/>
              <a:gd name="connsiteX38493" fmla="*/ 827627 w 3114960"/>
              <a:gd name="connsiteY38493" fmla="*/ 3426428 h 5143785"/>
              <a:gd name="connsiteX38494" fmla="*/ 825151 w 3114960"/>
              <a:gd name="connsiteY38494" fmla="*/ 3410045 h 5143785"/>
              <a:gd name="connsiteX38495" fmla="*/ 832771 w 3114960"/>
              <a:gd name="connsiteY38495" fmla="*/ 3405378 h 5143785"/>
              <a:gd name="connsiteX38496" fmla="*/ 841439 w 3114960"/>
              <a:gd name="connsiteY38496" fmla="*/ 3407474 h 5143785"/>
              <a:gd name="connsiteX38497" fmla="*/ 846106 w 3114960"/>
              <a:gd name="connsiteY38497" fmla="*/ 3415094 h 5143785"/>
              <a:gd name="connsiteX38498" fmla="*/ 846201 w 3114960"/>
              <a:gd name="connsiteY38498" fmla="*/ 3416903 h 5143785"/>
              <a:gd name="connsiteX38499" fmla="*/ 843915 w 3114960"/>
              <a:gd name="connsiteY38499" fmla="*/ 3423761 h 5143785"/>
              <a:gd name="connsiteX38500" fmla="*/ 1094518 w 3114960"/>
              <a:gd name="connsiteY38500" fmla="*/ 3424714 h 5143785"/>
              <a:gd name="connsiteX38501" fmla="*/ 1097756 w 3114960"/>
              <a:gd name="connsiteY38501" fmla="*/ 3424714 h 5143785"/>
              <a:gd name="connsiteX38502" fmla="*/ 1097756 w 3114960"/>
              <a:gd name="connsiteY38502" fmla="*/ 3438144 h 5143785"/>
              <a:gd name="connsiteX38503" fmla="*/ 1094518 w 3114960"/>
              <a:gd name="connsiteY38503" fmla="*/ 3438144 h 5143785"/>
              <a:gd name="connsiteX38504" fmla="*/ 1094518 w 3114960"/>
              <a:gd name="connsiteY38504" fmla="*/ 3424714 h 5143785"/>
              <a:gd name="connsiteX38505" fmla="*/ 1032796 w 3114960"/>
              <a:gd name="connsiteY38505" fmla="*/ 3491675 h 5143785"/>
              <a:gd name="connsiteX38506" fmla="*/ 1036034 w 3114960"/>
              <a:gd name="connsiteY38506" fmla="*/ 3491675 h 5143785"/>
              <a:gd name="connsiteX38507" fmla="*/ 1036034 w 3114960"/>
              <a:gd name="connsiteY38507" fmla="*/ 3505105 h 5143785"/>
              <a:gd name="connsiteX38508" fmla="*/ 1032796 w 3114960"/>
              <a:gd name="connsiteY38508" fmla="*/ 3505105 h 5143785"/>
              <a:gd name="connsiteX38509" fmla="*/ 1032796 w 3114960"/>
              <a:gd name="connsiteY38509" fmla="*/ 3491675 h 5143785"/>
              <a:gd name="connsiteX38510" fmla="*/ 756476 w 3114960"/>
              <a:gd name="connsiteY38510" fmla="*/ 3593306 h 5143785"/>
              <a:gd name="connsiteX38511" fmla="*/ 750856 w 3114960"/>
              <a:gd name="connsiteY38511" fmla="*/ 3580638 h 5143785"/>
              <a:gd name="connsiteX38512" fmla="*/ 755999 w 3114960"/>
              <a:gd name="connsiteY38512" fmla="*/ 3575209 h 5143785"/>
              <a:gd name="connsiteX38513" fmla="*/ 760000 w 3114960"/>
              <a:gd name="connsiteY38513" fmla="*/ 3574352 h 5143785"/>
              <a:gd name="connsiteX38514" fmla="*/ 763524 w 3114960"/>
              <a:gd name="connsiteY38514" fmla="*/ 3575018 h 5143785"/>
              <a:gd name="connsiteX38515" fmla="*/ 769144 w 3114960"/>
              <a:gd name="connsiteY38515" fmla="*/ 3587687 h 5143785"/>
              <a:gd name="connsiteX38516" fmla="*/ 764000 w 3114960"/>
              <a:gd name="connsiteY38516" fmla="*/ 3593116 h 5143785"/>
              <a:gd name="connsiteX38517" fmla="*/ 756476 w 3114960"/>
              <a:gd name="connsiteY38517" fmla="*/ 3593306 h 5143785"/>
              <a:gd name="connsiteX38518" fmla="*/ 539687 w 3114960"/>
              <a:gd name="connsiteY38518" fmla="*/ 3620738 h 5143785"/>
              <a:gd name="connsiteX38519" fmla="*/ 543687 w 3114960"/>
              <a:gd name="connsiteY38519" fmla="*/ 3616833 h 5143785"/>
              <a:gd name="connsiteX38520" fmla="*/ 687419 w 3114960"/>
              <a:gd name="connsiteY38520" fmla="*/ 3616833 h 5143785"/>
              <a:gd name="connsiteX38521" fmla="*/ 691420 w 3114960"/>
              <a:gd name="connsiteY38521" fmla="*/ 3620738 h 5143785"/>
              <a:gd name="connsiteX38522" fmla="*/ 691420 w 3114960"/>
              <a:gd name="connsiteY38522" fmla="*/ 3639884 h 5143785"/>
              <a:gd name="connsiteX38523" fmla="*/ 687419 w 3114960"/>
              <a:gd name="connsiteY38523" fmla="*/ 3643884 h 5143785"/>
              <a:gd name="connsiteX38524" fmla="*/ 543687 w 3114960"/>
              <a:gd name="connsiteY38524" fmla="*/ 3643884 h 5143785"/>
              <a:gd name="connsiteX38525" fmla="*/ 539687 w 3114960"/>
              <a:gd name="connsiteY38525" fmla="*/ 3639884 h 5143785"/>
              <a:gd name="connsiteX38526" fmla="*/ 539687 w 3114960"/>
              <a:gd name="connsiteY38526" fmla="*/ 3620738 h 5143785"/>
              <a:gd name="connsiteX38527" fmla="*/ 313373 w 3114960"/>
              <a:gd name="connsiteY38527" fmla="*/ 3667887 h 5143785"/>
              <a:gd name="connsiteX38528" fmla="*/ 308991 w 3114960"/>
              <a:gd name="connsiteY38528" fmla="*/ 3672078 h 5143785"/>
              <a:gd name="connsiteX38529" fmla="*/ 301466 w 3114960"/>
              <a:gd name="connsiteY38529" fmla="*/ 3672078 h 5143785"/>
              <a:gd name="connsiteX38530" fmla="*/ 297085 w 3114960"/>
              <a:gd name="connsiteY38530" fmla="*/ 3667887 h 5143785"/>
              <a:gd name="connsiteX38531" fmla="*/ 297085 w 3114960"/>
              <a:gd name="connsiteY38531" fmla="*/ 3661315 h 5143785"/>
              <a:gd name="connsiteX38532" fmla="*/ 313277 w 3114960"/>
              <a:gd name="connsiteY38532" fmla="*/ 3661315 h 5143785"/>
              <a:gd name="connsiteX38533" fmla="*/ 313277 w 3114960"/>
              <a:gd name="connsiteY38533" fmla="*/ 3667887 h 5143785"/>
              <a:gd name="connsiteX38534" fmla="*/ 313373 w 3114960"/>
              <a:gd name="connsiteY38534" fmla="*/ 3641598 h 5143785"/>
              <a:gd name="connsiteX38535" fmla="*/ 297180 w 3114960"/>
              <a:gd name="connsiteY38535" fmla="*/ 3641598 h 5143785"/>
              <a:gd name="connsiteX38536" fmla="*/ 297180 w 3114960"/>
              <a:gd name="connsiteY38536" fmla="*/ 3636740 h 5143785"/>
              <a:gd name="connsiteX38537" fmla="*/ 301562 w 3114960"/>
              <a:gd name="connsiteY38537" fmla="*/ 3632549 h 5143785"/>
              <a:gd name="connsiteX38538" fmla="*/ 309086 w 3114960"/>
              <a:gd name="connsiteY38538" fmla="*/ 3632549 h 5143785"/>
              <a:gd name="connsiteX38539" fmla="*/ 313468 w 3114960"/>
              <a:gd name="connsiteY38539" fmla="*/ 3636740 h 5143785"/>
              <a:gd name="connsiteX38540" fmla="*/ 313468 w 3114960"/>
              <a:gd name="connsiteY38540" fmla="*/ 3641598 h 5143785"/>
              <a:gd name="connsiteX38541" fmla="*/ 693515 w 3114960"/>
              <a:gd name="connsiteY38541" fmla="*/ 3688937 h 5143785"/>
              <a:gd name="connsiteX38542" fmla="*/ 689515 w 3114960"/>
              <a:gd name="connsiteY38542" fmla="*/ 3692938 h 5143785"/>
              <a:gd name="connsiteX38543" fmla="*/ 541496 w 3114960"/>
              <a:gd name="connsiteY38543" fmla="*/ 3692938 h 5143785"/>
              <a:gd name="connsiteX38544" fmla="*/ 537591 w 3114960"/>
              <a:gd name="connsiteY38544" fmla="*/ 3688937 h 5143785"/>
              <a:gd name="connsiteX38545" fmla="*/ 537591 w 3114960"/>
              <a:gd name="connsiteY38545" fmla="*/ 3666459 h 5143785"/>
              <a:gd name="connsiteX38546" fmla="*/ 541496 w 3114960"/>
              <a:gd name="connsiteY38546" fmla="*/ 3662553 h 5143785"/>
              <a:gd name="connsiteX38547" fmla="*/ 689515 w 3114960"/>
              <a:gd name="connsiteY38547" fmla="*/ 3662553 h 5143785"/>
              <a:gd name="connsiteX38548" fmla="*/ 693515 w 3114960"/>
              <a:gd name="connsiteY38548" fmla="*/ 3666459 h 5143785"/>
              <a:gd name="connsiteX38549" fmla="*/ 693515 w 3114960"/>
              <a:gd name="connsiteY38549" fmla="*/ 3688937 h 5143785"/>
              <a:gd name="connsiteX38550" fmla="*/ 964978 w 3114960"/>
              <a:gd name="connsiteY38550" fmla="*/ 3484912 h 5143785"/>
              <a:gd name="connsiteX38551" fmla="*/ 952310 w 3114960"/>
              <a:gd name="connsiteY38551" fmla="*/ 3490532 h 5143785"/>
              <a:gd name="connsiteX38552" fmla="*/ 946690 w 3114960"/>
              <a:gd name="connsiteY38552" fmla="*/ 3477863 h 5143785"/>
              <a:gd name="connsiteX38553" fmla="*/ 951833 w 3114960"/>
              <a:gd name="connsiteY38553" fmla="*/ 3472434 h 5143785"/>
              <a:gd name="connsiteX38554" fmla="*/ 955834 w 3114960"/>
              <a:gd name="connsiteY38554" fmla="*/ 3471577 h 5143785"/>
              <a:gd name="connsiteX38555" fmla="*/ 959358 w 3114960"/>
              <a:gd name="connsiteY38555" fmla="*/ 3472244 h 5143785"/>
              <a:gd name="connsiteX38556" fmla="*/ 964978 w 3114960"/>
              <a:gd name="connsiteY38556" fmla="*/ 3484912 h 5143785"/>
              <a:gd name="connsiteX38557" fmla="*/ 1132808 w 3114960"/>
              <a:gd name="connsiteY38557" fmla="*/ 3682365 h 5143785"/>
              <a:gd name="connsiteX38558" fmla="*/ 1125188 w 3114960"/>
              <a:gd name="connsiteY38558" fmla="*/ 3678079 h 5143785"/>
              <a:gd name="connsiteX38559" fmla="*/ 1129475 w 3114960"/>
              <a:gd name="connsiteY38559" fmla="*/ 3670459 h 5143785"/>
              <a:gd name="connsiteX38560" fmla="*/ 1131189 w 3114960"/>
              <a:gd name="connsiteY38560" fmla="*/ 3670173 h 5143785"/>
              <a:gd name="connsiteX38561" fmla="*/ 1137095 w 3114960"/>
              <a:gd name="connsiteY38561" fmla="*/ 3674650 h 5143785"/>
              <a:gd name="connsiteX38562" fmla="*/ 1132808 w 3114960"/>
              <a:gd name="connsiteY38562" fmla="*/ 3682270 h 5143785"/>
              <a:gd name="connsiteX38563" fmla="*/ 715327 w 3114960"/>
              <a:gd name="connsiteY38563" fmla="*/ 3501867 h 5143785"/>
              <a:gd name="connsiteX38564" fmla="*/ 722376 w 3114960"/>
              <a:gd name="connsiteY38564" fmla="*/ 3494818 h 5143785"/>
              <a:gd name="connsiteX38565" fmla="*/ 729425 w 3114960"/>
              <a:gd name="connsiteY38565" fmla="*/ 3501867 h 5143785"/>
              <a:gd name="connsiteX38566" fmla="*/ 722376 w 3114960"/>
              <a:gd name="connsiteY38566" fmla="*/ 3508915 h 5143785"/>
              <a:gd name="connsiteX38567" fmla="*/ 715327 w 3114960"/>
              <a:gd name="connsiteY38567" fmla="*/ 3501867 h 5143785"/>
              <a:gd name="connsiteX38568" fmla="*/ 2541746 w 3114960"/>
              <a:gd name="connsiteY38568" fmla="*/ 3508058 h 5143785"/>
              <a:gd name="connsiteX38569" fmla="*/ 2541746 w 3114960"/>
              <a:gd name="connsiteY38569" fmla="*/ 3519964 h 5143785"/>
              <a:gd name="connsiteX38570" fmla="*/ 2535365 w 3114960"/>
              <a:gd name="connsiteY38570" fmla="*/ 3526346 h 5143785"/>
              <a:gd name="connsiteX38571" fmla="*/ 2523459 w 3114960"/>
              <a:gd name="connsiteY38571" fmla="*/ 3526346 h 5143785"/>
              <a:gd name="connsiteX38572" fmla="*/ 2517077 w 3114960"/>
              <a:gd name="connsiteY38572" fmla="*/ 3519964 h 5143785"/>
              <a:gd name="connsiteX38573" fmla="*/ 2517077 w 3114960"/>
              <a:gd name="connsiteY38573" fmla="*/ 3508058 h 5143785"/>
              <a:gd name="connsiteX38574" fmla="*/ 2523459 w 3114960"/>
              <a:gd name="connsiteY38574" fmla="*/ 3501676 h 5143785"/>
              <a:gd name="connsiteX38575" fmla="*/ 2535365 w 3114960"/>
              <a:gd name="connsiteY38575" fmla="*/ 3501676 h 5143785"/>
              <a:gd name="connsiteX38576" fmla="*/ 2541746 w 3114960"/>
              <a:gd name="connsiteY38576" fmla="*/ 3508058 h 5143785"/>
              <a:gd name="connsiteX38577" fmla="*/ 613982 w 3114960"/>
              <a:gd name="connsiteY38577" fmla="*/ 3504914 h 5143785"/>
              <a:gd name="connsiteX38578" fmla="*/ 596837 w 3114960"/>
              <a:gd name="connsiteY38578" fmla="*/ 3504914 h 5143785"/>
              <a:gd name="connsiteX38579" fmla="*/ 596837 w 3114960"/>
              <a:gd name="connsiteY38579" fmla="*/ 3500152 h 5143785"/>
              <a:gd name="connsiteX38580" fmla="*/ 613982 w 3114960"/>
              <a:gd name="connsiteY38580" fmla="*/ 3500152 h 5143785"/>
              <a:gd name="connsiteX38581" fmla="*/ 613982 w 3114960"/>
              <a:gd name="connsiteY38581" fmla="*/ 3504914 h 5143785"/>
              <a:gd name="connsiteX38582" fmla="*/ 648176 w 3114960"/>
              <a:gd name="connsiteY38582" fmla="*/ 3504914 h 5143785"/>
              <a:gd name="connsiteX38583" fmla="*/ 631031 w 3114960"/>
              <a:gd name="connsiteY38583" fmla="*/ 3504914 h 5143785"/>
              <a:gd name="connsiteX38584" fmla="*/ 631031 w 3114960"/>
              <a:gd name="connsiteY38584" fmla="*/ 3500152 h 5143785"/>
              <a:gd name="connsiteX38585" fmla="*/ 648176 w 3114960"/>
              <a:gd name="connsiteY38585" fmla="*/ 3500152 h 5143785"/>
              <a:gd name="connsiteX38586" fmla="*/ 648176 w 3114960"/>
              <a:gd name="connsiteY38586" fmla="*/ 3504914 h 5143785"/>
              <a:gd name="connsiteX38587" fmla="*/ 579787 w 3114960"/>
              <a:gd name="connsiteY38587" fmla="*/ 3504914 h 5143785"/>
              <a:gd name="connsiteX38588" fmla="*/ 562642 w 3114960"/>
              <a:gd name="connsiteY38588" fmla="*/ 3504914 h 5143785"/>
              <a:gd name="connsiteX38589" fmla="*/ 562642 w 3114960"/>
              <a:gd name="connsiteY38589" fmla="*/ 3500152 h 5143785"/>
              <a:gd name="connsiteX38590" fmla="*/ 579787 w 3114960"/>
              <a:gd name="connsiteY38590" fmla="*/ 3500152 h 5143785"/>
              <a:gd name="connsiteX38591" fmla="*/ 579787 w 3114960"/>
              <a:gd name="connsiteY38591" fmla="*/ 3504914 h 5143785"/>
              <a:gd name="connsiteX38592" fmla="*/ 3094101 w 3114960"/>
              <a:gd name="connsiteY38592" fmla="*/ 4622673 h 5143785"/>
              <a:gd name="connsiteX38593" fmla="*/ 3114770 w 3114960"/>
              <a:gd name="connsiteY38593" fmla="*/ 4641723 h 5143785"/>
              <a:gd name="connsiteX38594" fmla="*/ 3114770 w 3114960"/>
              <a:gd name="connsiteY38594" fmla="*/ 4635246 h 5143785"/>
              <a:gd name="connsiteX38595" fmla="*/ 3098863 w 3114960"/>
              <a:gd name="connsiteY38595" fmla="*/ 4620578 h 5143785"/>
              <a:gd name="connsiteX38596" fmla="*/ 3099340 w 3114960"/>
              <a:gd name="connsiteY38596" fmla="*/ 4427982 h 5143785"/>
              <a:gd name="connsiteX38597" fmla="*/ 3108293 w 3114960"/>
              <a:gd name="connsiteY38597" fmla="*/ 4414457 h 5143785"/>
              <a:gd name="connsiteX38598" fmla="*/ 3103436 w 3114960"/>
              <a:gd name="connsiteY38598" fmla="*/ 4407027 h 5143785"/>
              <a:gd name="connsiteX38599" fmla="*/ 3094673 w 3114960"/>
              <a:gd name="connsiteY38599" fmla="*/ 4405218 h 5143785"/>
              <a:gd name="connsiteX38600" fmla="*/ 3085338 w 3114960"/>
              <a:gd name="connsiteY38600" fmla="*/ 4418838 h 5143785"/>
              <a:gd name="connsiteX38601" fmla="*/ 3094577 w 3114960"/>
              <a:gd name="connsiteY38601" fmla="*/ 4427982 h 5143785"/>
              <a:gd name="connsiteX38602" fmla="*/ 3094101 w 3114960"/>
              <a:gd name="connsiteY38602" fmla="*/ 4621721 h 5143785"/>
              <a:gd name="connsiteX38603" fmla="*/ 3094101 w 3114960"/>
              <a:gd name="connsiteY38603" fmla="*/ 4622769 h 5143785"/>
              <a:gd name="connsiteX38604" fmla="*/ 3090005 w 3114960"/>
              <a:gd name="connsiteY38604" fmla="*/ 4417981 h 5143785"/>
              <a:gd name="connsiteX38605" fmla="*/ 3095530 w 3114960"/>
              <a:gd name="connsiteY38605" fmla="*/ 4409885 h 5143785"/>
              <a:gd name="connsiteX38606" fmla="*/ 3096863 w 3114960"/>
              <a:gd name="connsiteY38606" fmla="*/ 4409789 h 5143785"/>
              <a:gd name="connsiteX38607" fmla="*/ 3100769 w 3114960"/>
              <a:gd name="connsiteY38607" fmla="*/ 4411028 h 5143785"/>
              <a:gd name="connsiteX38608" fmla="*/ 3103626 w 3114960"/>
              <a:gd name="connsiteY38608" fmla="*/ 4415409 h 5143785"/>
              <a:gd name="connsiteX38609" fmla="*/ 3098102 w 3114960"/>
              <a:gd name="connsiteY38609" fmla="*/ 4423505 h 5143785"/>
              <a:gd name="connsiteX38610" fmla="*/ 3090005 w 3114960"/>
              <a:gd name="connsiteY38610" fmla="*/ 4417981 h 5143785"/>
              <a:gd name="connsiteX38611" fmla="*/ 2942082 w 3114960"/>
              <a:gd name="connsiteY38611" fmla="*/ 319183 h 5143785"/>
              <a:gd name="connsiteX38612" fmla="*/ 2930176 w 3114960"/>
              <a:gd name="connsiteY38612" fmla="*/ 319183 h 5143785"/>
              <a:gd name="connsiteX38613" fmla="*/ 2925890 w 3114960"/>
              <a:gd name="connsiteY38613" fmla="*/ 323469 h 5143785"/>
              <a:gd name="connsiteX38614" fmla="*/ 2925890 w 3114960"/>
              <a:gd name="connsiteY38614" fmla="*/ 335375 h 5143785"/>
              <a:gd name="connsiteX38615" fmla="*/ 2930176 w 3114960"/>
              <a:gd name="connsiteY38615" fmla="*/ 339662 h 5143785"/>
              <a:gd name="connsiteX38616" fmla="*/ 2942082 w 3114960"/>
              <a:gd name="connsiteY38616" fmla="*/ 339662 h 5143785"/>
              <a:gd name="connsiteX38617" fmla="*/ 2946368 w 3114960"/>
              <a:gd name="connsiteY38617" fmla="*/ 335375 h 5143785"/>
              <a:gd name="connsiteX38618" fmla="*/ 2946368 w 3114960"/>
              <a:gd name="connsiteY38618" fmla="*/ 331756 h 5143785"/>
              <a:gd name="connsiteX38619" fmla="*/ 3099721 w 3114960"/>
              <a:gd name="connsiteY38619" fmla="*/ 332137 h 5143785"/>
              <a:gd name="connsiteX38620" fmla="*/ 3114770 w 3114960"/>
              <a:gd name="connsiteY38620" fmla="*/ 347282 h 5143785"/>
              <a:gd name="connsiteX38621" fmla="*/ 3114770 w 3114960"/>
              <a:gd name="connsiteY38621" fmla="*/ 340519 h 5143785"/>
              <a:gd name="connsiteX38622" fmla="*/ 3101721 w 3114960"/>
              <a:gd name="connsiteY38622" fmla="*/ 327374 h 5143785"/>
              <a:gd name="connsiteX38623" fmla="*/ 2946368 w 3114960"/>
              <a:gd name="connsiteY38623" fmla="*/ 326993 h 5143785"/>
              <a:gd name="connsiteX38624" fmla="*/ 2946368 w 3114960"/>
              <a:gd name="connsiteY38624" fmla="*/ 323374 h 5143785"/>
              <a:gd name="connsiteX38625" fmla="*/ 2942082 w 3114960"/>
              <a:gd name="connsiteY38625" fmla="*/ 319088 h 5143785"/>
              <a:gd name="connsiteX38626" fmla="*/ 2941606 w 3114960"/>
              <a:gd name="connsiteY38626" fmla="*/ 334994 h 5143785"/>
              <a:gd name="connsiteX38627" fmla="*/ 2930652 w 3114960"/>
              <a:gd name="connsiteY38627" fmla="*/ 334994 h 5143785"/>
              <a:gd name="connsiteX38628" fmla="*/ 2930652 w 3114960"/>
              <a:gd name="connsiteY38628" fmla="*/ 324040 h 5143785"/>
              <a:gd name="connsiteX38629" fmla="*/ 2941606 w 3114960"/>
              <a:gd name="connsiteY38629" fmla="*/ 324040 h 5143785"/>
              <a:gd name="connsiteX38630" fmla="*/ 2941606 w 3114960"/>
              <a:gd name="connsiteY38630" fmla="*/ 334994 h 5143785"/>
              <a:gd name="connsiteX38631" fmla="*/ 3114770 w 3114960"/>
              <a:gd name="connsiteY38631" fmla="*/ 4343305 h 5143785"/>
              <a:gd name="connsiteX38632" fmla="*/ 3114770 w 3114960"/>
              <a:gd name="connsiteY38632" fmla="*/ 4336637 h 5143785"/>
              <a:gd name="connsiteX38633" fmla="*/ 3034094 w 3114960"/>
              <a:gd name="connsiteY38633" fmla="*/ 4256532 h 5143785"/>
              <a:gd name="connsiteX38634" fmla="*/ 3034094 w 3114960"/>
              <a:gd name="connsiteY38634" fmla="*/ 4247769 h 5143785"/>
              <a:gd name="connsiteX38635" fmla="*/ 3041428 w 3114960"/>
              <a:gd name="connsiteY38635" fmla="*/ 4234339 h 5143785"/>
              <a:gd name="connsiteX38636" fmla="*/ 3036189 w 3114960"/>
              <a:gd name="connsiteY38636" fmla="*/ 4227767 h 5143785"/>
              <a:gd name="connsiteX38637" fmla="*/ 3027902 w 3114960"/>
              <a:gd name="connsiteY38637" fmla="*/ 4226814 h 5143785"/>
              <a:gd name="connsiteX38638" fmla="*/ 3021330 w 3114960"/>
              <a:gd name="connsiteY38638" fmla="*/ 4232053 h 5143785"/>
              <a:gd name="connsiteX38639" fmla="*/ 3020378 w 3114960"/>
              <a:gd name="connsiteY38639" fmla="*/ 4240435 h 5143785"/>
              <a:gd name="connsiteX38640" fmla="*/ 3029331 w 3114960"/>
              <a:gd name="connsiteY38640" fmla="*/ 4248150 h 5143785"/>
              <a:gd name="connsiteX38641" fmla="*/ 3029331 w 3114960"/>
              <a:gd name="connsiteY38641" fmla="*/ 4258628 h 5143785"/>
              <a:gd name="connsiteX38642" fmla="*/ 3114675 w 3114960"/>
              <a:gd name="connsiteY38642" fmla="*/ 4343495 h 5143785"/>
              <a:gd name="connsiteX38643" fmla="*/ 3024950 w 3114960"/>
              <a:gd name="connsiteY38643" fmla="*/ 4239006 h 5143785"/>
              <a:gd name="connsiteX38644" fmla="*/ 3025521 w 3114960"/>
              <a:gd name="connsiteY38644" fmla="*/ 4234339 h 5143785"/>
              <a:gd name="connsiteX38645" fmla="*/ 3029236 w 3114960"/>
              <a:gd name="connsiteY38645" fmla="*/ 4231386 h 5143785"/>
              <a:gd name="connsiteX38646" fmla="*/ 3030950 w 3114960"/>
              <a:gd name="connsiteY38646" fmla="*/ 4231101 h 5143785"/>
              <a:gd name="connsiteX38647" fmla="*/ 3033903 w 3114960"/>
              <a:gd name="connsiteY38647" fmla="*/ 4231862 h 5143785"/>
              <a:gd name="connsiteX38648" fmla="*/ 3036856 w 3114960"/>
              <a:gd name="connsiteY38648" fmla="*/ 4235577 h 5143785"/>
              <a:gd name="connsiteX38649" fmla="*/ 3032570 w 3114960"/>
              <a:gd name="connsiteY38649" fmla="*/ 4243197 h 5143785"/>
              <a:gd name="connsiteX38650" fmla="*/ 3024950 w 3114960"/>
              <a:gd name="connsiteY38650" fmla="*/ 4238911 h 5143785"/>
              <a:gd name="connsiteX38651" fmla="*/ 1518666 w 3114960"/>
              <a:gd name="connsiteY38651" fmla="*/ 2277142 h 5143785"/>
              <a:gd name="connsiteX38652" fmla="*/ 1518666 w 3114960"/>
              <a:gd name="connsiteY38652" fmla="*/ 2262473 h 5143785"/>
              <a:gd name="connsiteX38653" fmla="*/ 1522476 w 3114960"/>
              <a:gd name="connsiteY38653" fmla="*/ 2258663 h 5143785"/>
              <a:gd name="connsiteX38654" fmla="*/ 1537145 w 3114960"/>
              <a:gd name="connsiteY38654" fmla="*/ 2258663 h 5143785"/>
              <a:gd name="connsiteX38655" fmla="*/ 1540955 w 3114960"/>
              <a:gd name="connsiteY38655" fmla="*/ 2262473 h 5143785"/>
              <a:gd name="connsiteX38656" fmla="*/ 1540955 w 3114960"/>
              <a:gd name="connsiteY38656" fmla="*/ 2277142 h 5143785"/>
              <a:gd name="connsiteX38657" fmla="*/ 1537145 w 3114960"/>
              <a:gd name="connsiteY38657" fmla="*/ 2280952 h 5143785"/>
              <a:gd name="connsiteX38658" fmla="*/ 1522476 w 3114960"/>
              <a:gd name="connsiteY38658" fmla="*/ 2280952 h 5143785"/>
              <a:gd name="connsiteX38659" fmla="*/ 1518666 w 3114960"/>
              <a:gd name="connsiteY38659" fmla="*/ 2277142 h 5143785"/>
              <a:gd name="connsiteX38660" fmla="*/ 276987 w 3114960"/>
              <a:gd name="connsiteY38660" fmla="*/ 2264855 h 5143785"/>
              <a:gd name="connsiteX38661" fmla="*/ 284226 w 3114960"/>
              <a:gd name="connsiteY38661" fmla="*/ 2257806 h 5143785"/>
              <a:gd name="connsiteX38662" fmla="*/ 287560 w 3114960"/>
              <a:gd name="connsiteY38662" fmla="*/ 2261235 h 5143785"/>
              <a:gd name="connsiteX38663" fmla="*/ 280321 w 3114960"/>
              <a:gd name="connsiteY38663" fmla="*/ 2268284 h 5143785"/>
              <a:gd name="connsiteX38664" fmla="*/ 276987 w 3114960"/>
              <a:gd name="connsiteY38664" fmla="*/ 2264855 h 5143785"/>
              <a:gd name="connsiteX38665" fmla="*/ 1378458 w 3114960"/>
              <a:gd name="connsiteY38665" fmla="*/ 3506819 h 5143785"/>
              <a:gd name="connsiteX38666" fmla="*/ 1373696 w 3114960"/>
              <a:gd name="connsiteY38666" fmla="*/ 3506819 h 5143785"/>
              <a:gd name="connsiteX38667" fmla="*/ 1373696 w 3114960"/>
              <a:gd name="connsiteY38667" fmla="*/ 3496628 h 5143785"/>
              <a:gd name="connsiteX38668" fmla="*/ 1378458 w 3114960"/>
              <a:gd name="connsiteY38668" fmla="*/ 3496628 h 5143785"/>
              <a:gd name="connsiteX38669" fmla="*/ 1378458 w 3114960"/>
              <a:gd name="connsiteY38669" fmla="*/ 3506819 h 5143785"/>
              <a:gd name="connsiteX38670" fmla="*/ 2820353 w 3114960"/>
              <a:gd name="connsiteY38670" fmla="*/ 4033266 h 5143785"/>
              <a:gd name="connsiteX38671" fmla="*/ 2814066 w 3114960"/>
              <a:gd name="connsiteY38671" fmla="*/ 4039553 h 5143785"/>
              <a:gd name="connsiteX38672" fmla="*/ 2814066 w 3114960"/>
              <a:gd name="connsiteY38672" fmla="*/ 4049459 h 5143785"/>
              <a:gd name="connsiteX38673" fmla="*/ 2820353 w 3114960"/>
              <a:gd name="connsiteY38673" fmla="*/ 4055745 h 5143785"/>
              <a:gd name="connsiteX38674" fmla="*/ 2830259 w 3114960"/>
              <a:gd name="connsiteY38674" fmla="*/ 4055745 h 5143785"/>
              <a:gd name="connsiteX38675" fmla="*/ 2836545 w 3114960"/>
              <a:gd name="connsiteY38675" fmla="*/ 4049459 h 5143785"/>
              <a:gd name="connsiteX38676" fmla="*/ 2836545 w 3114960"/>
              <a:gd name="connsiteY38676" fmla="*/ 4039553 h 5143785"/>
              <a:gd name="connsiteX38677" fmla="*/ 2830259 w 3114960"/>
              <a:gd name="connsiteY38677" fmla="*/ 4033266 h 5143785"/>
              <a:gd name="connsiteX38678" fmla="*/ 2827687 w 3114960"/>
              <a:gd name="connsiteY38678" fmla="*/ 4033266 h 5143785"/>
              <a:gd name="connsiteX38679" fmla="*/ 2827687 w 3114960"/>
              <a:gd name="connsiteY38679" fmla="*/ 3954018 h 5143785"/>
              <a:gd name="connsiteX38680" fmla="*/ 2790444 w 3114960"/>
              <a:gd name="connsiteY38680" fmla="*/ 3918585 h 5143785"/>
              <a:gd name="connsiteX38681" fmla="*/ 2790444 w 3114960"/>
              <a:gd name="connsiteY38681" fmla="*/ 3898392 h 5143785"/>
              <a:gd name="connsiteX38682" fmla="*/ 2699195 w 3114960"/>
              <a:gd name="connsiteY38682" fmla="*/ 3813810 h 5143785"/>
              <a:gd name="connsiteX38683" fmla="*/ 2700623 w 3114960"/>
              <a:gd name="connsiteY38683" fmla="*/ 3809810 h 5143785"/>
              <a:gd name="connsiteX38684" fmla="*/ 2700623 w 3114960"/>
              <a:gd name="connsiteY38684" fmla="*/ 3801713 h 5143785"/>
              <a:gd name="connsiteX38685" fmla="*/ 2693765 w 3114960"/>
              <a:gd name="connsiteY38685" fmla="*/ 3794855 h 5143785"/>
              <a:gd name="connsiteX38686" fmla="*/ 2674715 w 3114960"/>
              <a:gd name="connsiteY38686" fmla="*/ 3794855 h 5143785"/>
              <a:gd name="connsiteX38687" fmla="*/ 2667857 w 3114960"/>
              <a:gd name="connsiteY38687" fmla="*/ 3801713 h 5143785"/>
              <a:gd name="connsiteX38688" fmla="*/ 2667857 w 3114960"/>
              <a:gd name="connsiteY38688" fmla="*/ 3809810 h 5143785"/>
              <a:gd name="connsiteX38689" fmla="*/ 2674715 w 3114960"/>
              <a:gd name="connsiteY38689" fmla="*/ 3816668 h 5143785"/>
              <a:gd name="connsiteX38690" fmla="*/ 2693765 w 3114960"/>
              <a:gd name="connsiteY38690" fmla="*/ 3816668 h 5143785"/>
              <a:gd name="connsiteX38691" fmla="*/ 2694909 w 3114960"/>
              <a:gd name="connsiteY38691" fmla="*/ 3816382 h 5143785"/>
              <a:gd name="connsiteX38692" fmla="*/ 2785491 w 3114960"/>
              <a:gd name="connsiteY38692" fmla="*/ 3900488 h 5143785"/>
              <a:gd name="connsiteX38693" fmla="*/ 2785491 w 3114960"/>
              <a:gd name="connsiteY38693" fmla="*/ 3920680 h 5143785"/>
              <a:gd name="connsiteX38694" fmla="*/ 2822734 w 3114960"/>
              <a:gd name="connsiteY38694" fmla="*/ 3956113 h 5143785"/>
              <a:gd name="connsiteX38695" fmla="*/ 2822734 w 3114960"/>
              <a:gd name="connsiteY38695" fmla="*/ 4033361 h 5143785"/>
              <a:gd name="connsiteX38696" fmla="*/ 2820162 w 3114960"/>
              <a:gd name="connsiteY38696" fmla="*/ 4033361 h 5143785"/>
              <a:gd name="connsiteX38697" fmla="*/ 2679192 w 3114960"/>
              <a:gd name="connsiteY38697" fmla="*/ 3811810 h 5143785"/>
              <a:gd name="connsiteX38698" fmla="*/ 2674811 w 3114960"/>
              <a:gd name="connsiteY38698" fmla="*/ 3811810 h 5143785"/>
              <a:gd name="connsiteX38699" fmla="*/ 2672715 w 3114960"/>
              <a:gd name="connsiteY38699" fmla="*/ 3809714 h 5143785"/>
              <a:gd name="connsiteX38700" fmla="*/ 2672715 w 3114960"/>
              <a:gd name="connsiteY38700" fmla="*/ 3801618 h 5143785"/>
              <a:gd name="connsiteX38701" fmla="*/ 2674811 w 3114960"/>
              <a:gd name="connsiteY38701" fmla="*/ 3799523 h 5143785"/>
              <a:gd name="connsiteX38702" fmla="*/ 2679192 w 3114960"/>
              <a:gd name="connsiteY38702" fmla="*/ 3799523 h 5143785"/>
              <a:gd name="connsiteX38703" fmla="*/ 2679192 w 3114960"/>
              <a:gd name="connsiteY38703" fmla="*/ 3811715 h 5143785"/>
              <a:gd name="connsiteX38704" fmla="*/ 2695861 w 3114960"/>
              <a:gd name="connsiteY38704" fmla="*/ 3809714 h 5143785"/>
              <a:gd name="connsiteX38705" fmla="*/ 2693765 w 3114960"/>
              <a:gd name="connsiteY38705" fmla="*/ 3811810 h 5143785"/>
              <a:gd name="connsiteX38706" fmla="*/ 2689670 w 3114960"/>
              <a:gd name="connsiteY38706" fmla="*/ 3811810 h 5143785"/>
              <a:gd name="connsiteX38707" fmla="*/ 2689670 w 3114960"/>
              <a:gd name="connsiteY38707" fmla="*/ 3799618 h 5143785"/>
              <a:gd name="connsiteX38708" fmla="*/ 2693765 w 3114960"/>
              <a:gd name="connsiteY38708" fmla="*/ 3799618 h 5143785"/>
              <a:gd name="connsiteX38709" fmla="*/ 2695861 w 3114960"/>
              <a:gd name="connsiteY38709" fmla="*/ 3801713 h 5143785"/>
              <a:gd name="connsiteX38710" fmla="*/ 2695861 w 3114960"/>
              <a:gd name="connsiteY38710" fmla="*/ 3809810 h 5143785"/>
              <a:gd name="connsiteX38711" fmla="*/ 2830259 w 3114960"/>
              <a:gd name="connsiteY38711" fmla="*/ 4038029 h 5143785"/>
              <a:gd name="connsiteX38712" fmla="*/ 2831783 w 3114960"/>
              <a:gd name="connsiteY38712" fmla="*/ 4039553 h 5143785"/>
              <a:gd name="connsiteX38713" fmla="*/ 2831783 w 3114960"/>
              <a:gd name="connsiteY38713" fmla="*/ 4049459 h 5143785"/>
              <a:gd name="connsiteX38714" fmla="*/ 2830259 w 3114960"/>
              <a:gd name="connsiteY38714" fmla="*/ 4050983 h 5143785"/>
              <a:gd name="connsiteX38715" fmla="*/ 2820353 w 3114960"/>
              <a:gd name="connsiteY38715" fmla="*/ 4050983 h 5143785"/>
              <a:gd name="connsiteX38716" fmla="*/ 2818829 w 3114960"/>
              <a:gd name="connsiteY38716" fmla="*/ 4049459 h 5143785"/>
              <a:gd name="connsiteX38717" fmla="*/ 2818829 w 3114960"/>
              <a:gd name="connsiteY38717" fmla="*/ 4039553 h 5143785"/>
              <a:gd name="connsiteX38718" fmla="*/ 2820353 w 3114960"/>
              <a:gd name="connsiteY38718" fmla="*/ 4038029 h 5143785"/>
              <a:gd name="connsiteX38719" fmla="*/ 2830259 w 3114960"/>
              <a:gd name="connsiteY38719" fmla="*/ 4038029 h 5143785"/>
              <a:gd name="connsiteX38720" fmla="*/ 979075 w 3114960"/>
              <a:gd name="connsiteY38720" fmla="*/ 2371630 h 5143785"/>
              <a:gd name="connsiteX38721" fmla="*/ 985361 w 3114960"/>
              <a:gd name="connsiteY38721" fmla="*/ 2378393 h 5143785"/>
              <a:gd name="connsiteX38722" fmla="*/ 980123 w 3114960"/>
              <a:gd name="connsiteY38722" fmla="*/ 2383250 h 5143785"/>
              <a:gd name="connsiteX38723" fmla="*/ 973836 w 3114960"/>
              <a:gd name="connsiteY38723" fmla="*/ 2376488 h 5143785"/>
              <a:gd name="connsiteX38724" fmla="*/ 979075 w 3114960"/>
              <a:gd name="connsiteY38724" fmla="*/ 2371630 h 5143785"/>
              <a:gd name="connsiteX38725" fmla="*/ 986504 w 3114960"/>
              <a:gd name="connsiteY38725" fmla="*/ 2390013 h 5143785"/>
              <a:gd name="connsiteX38726" fmla="*/ 991743 w 3114960"/>
              <a:gd name="connsiteY38726" fmla="*/ 2385155 h 5143785"/>
              <a:gd name="connsiteX38727" fmla="*/ 998029 w 3114960"/>
              <a:gd name="connsiteY38727" fmla="*/ 2391918 h 5143785"/>
              <a:gd name="connsiteX38728" fmla="*/ 992791 w 3114960"/>
              <a:gd name="connsiteY38728" fmla="*/ 2396776 h 5143785"/>
              <a:gd name="connsiteX38729" fmla="*/ 986504 w 3114960"/>
              <a:gd name="connsiteY38729" fmla="*/ 2390013 h 5143785"/>
              <a:gd name="connsiteX38730" fmla="*/ 1024414 w 3114960"/>
              <a:gd name="connsiteY38730" fmla="*/ 2430494 h 5143785"/>
              <a:gd name="connsiteX38731" fmla="*/ 1029652 w 3114960"/>
              <a:gd name="connsiteY38731" fmla="*/ 2425637 h 5143785"/>
              <a:gd name="connsiteX38732" fmla="*/ 1035939 w 3114960"/>
              <a:gd name="connsiteY38732" fmla="*/ 2432399 h 5143785"/>
              <a:gd name="connsiteX38733" fmla="*/ 1030700 w 3114960"/>
              <a:gd name="connsiteY38733" fmla="*/ 2437257 h 5143785"/>
              <a:gd name="connsiteX38734" fmla="*/ 1024414 w 3114960"/>
              <a:gd name="connsiteY38734" fmla="*/ 2430494 h 5143785"/>
              <a:gd name="connsiteX38735" fmla="*/ 2778919 w 3114960"/>
              <a:gd name="connsiteY38735" fmla="*/ 4084511 h 5143785"/>
              <a:gd name="connsiteX38736" fmla="*/ 2772728 w 3114960"/>
              <a:gd name="connsiteY38736" fmla="*/ 4091083 h 5143785"/>
              <a:gd name="connsiteX38737" fmla="*/ 2773013 w 3114960"/>
              <a:gd name="connsiteY38737" fmla="*/ 4100132 h 5143785"/>
              <a:gd name="connsiteX38738" fmla="*/ 2779586 w 3114960"/>
              <a:gd name="connsiteY38738" fmla="*/ 4106323 h 5143785"/>
              <a:gd name="connsiteX38739" fmla="*/ 2783777 w 3114960"/>
              <a:gd name="connsiteY38739" fmla="*/ 4107085 h 5143785"/>
              <a:gd name="connsiteX38740" fmla="*/ 2788634 w 3114960"/>
              <a:gd name="connsiteY38740" fmla="*/ 4106037 h 5143785"/>
              <a:gd name="connsiteX38741" fmla="*/ 2794540 w 3114960"/>
              <a:gd name="connsiteY38741" fmla="*/ 4090416 h 5143785"/>
              <a:gd name="connsiteX38742" fmla="*/ 2786539 w 3114960"/>
              <a:gd name="connsiteY38742" fmla="*/ 4083939 h 5143785"/>
              <a:gd name="connsiteX38743" fmla="*/ 2786539 w 3114960"/>
              <a:gd name="connsiteY38743" fmla="*/ 3958495 h 5143785"/>
              <a:gd name="connsiteX38744" fmla="*/ 2605754 w 3114960"/>
              <a:gd name="connsiteY38744" fmla="*/ 3791426 h 5143785"/>
              <a:gd name="connsiteX38745" fmla="*/ 2546318 w 3114960"/>
              <a:gd name="connsiteY38745" fmla="*/ 3790569 h 5143785"/>
              <a:gd name="connsiteX38746" fmla="*/ 2535936 w 3114960"/>
              <a:gd name="connsiteY38746" fmla="*/ 3779139 h 5143785"/>
              <a:gd name="connsiteX38747" fmla="*/ 2486978 w 3114960"/>
              <a:gd name="connsiteY38747" fmla="*/ 3779139 h 5143785"/>
              <a:gd name="connsiteX38748" fmla="*/ 2476881 w 3114960"/>
              <a:gd name="connsiteY38748" fmla="*/ 3770948 h 5143785"/>
              <a:gd name="connsiteX38749" fmla="*/ 2466309 w 3114960"/>
              <a:gd name="connsiteY38749" fmla="*/ 3781520 h 5143785"/>
              <a:gd name="connsiteX38750" fmla="*/ 2476881 w 3114960"/>
              <a:gd name="connsiteY38750" fmla="*/ 3792093 h 5143785"/>
              <a:gd name="connsiteX38751" fmla="*/ 2486978 w 3114960"/>
              <a:gd name="connsiteY38751" fmla="*/ 3783902 h 5143785"/>
              <a:gd name="connsiteX38752" fmla="*/ 2533841 w 3114960"/>
              <a:gd name="connsiteY38752" fmla="*/ 3783902 h 5143785"/>
              <a:gd name="connsiteX38753" fmla="*/ 2544128 w 3114960"/>
              <a:gd name="connsiteY38753" fmla="*/ 3795332 h 5143785"/>
              <a:gd name="connsiteX38754" fmla="*/ 2603849 w 3114960"/>
              <a:gd name="connsiteY38754" fmla="*/ 3796189 h 5143785"/>
              <a:gd name="connsiteX38755" fmla="*/ 2781776 w 3114960"/>
              <a:gd name="connsiteY38755" fmla="*/ 3960590 h 5143785"/>
              <a:gd name="connsiteX38756" fmla="*/ 2781776 w 3114960"/>
              <a:gd name="connsiteY38756" fmla="*/ 4083749 h 5143785"/>
              <a:gd name="connsiteX38757" fmla="*/ 2778824 w 3114960"/>
              <a:gd name="connsiteY38757" fmla="*/ 4084415 h 5143785"/>
              <a:gd name="connsiteX38758" fmla="*/ 2477072 w 3114960"/>
              <a:gd name="connsiteY38758" fmla="*/ 3787330 h 5143785"/>
              <a:gd name="connsiteX38759" fmla="*/ 2471261 w 3114960"/>
              <a:gd name="connsiteY38759" fmla="*/ 3781520 h 5143785"/>
              <a:gd name="connsiteX38760" fmla="*/ 2477072 w 3114960"/>
              <a:gd name="connsiteY38760" fmla="*/ 3775710 h 5143785"/>
              <a:gd name="connsiteX38761" fmla="*/ 2482882 w 3114960"/>
              <a:gd name="connsiteY38761" fmla="*/ 3781520 h 5143785"/>
              <a:gd name="connsiteX38762" fmla="*/ 2477072 w 3114960"/>
              <a:gd name="connsiteY38762" fmla="*/ 3787330 h 5143785"/>
              <a:gd name="connsiteX38763" fmla="*/ 2783872 w 3114960"/>
              <a:gd name="connsiteY38763" fmla="*/ 4088225 h 5143785"/>
              <a:gd name="connsiteX38764" fmla="*/ 2790349 w 3114960"/>
              <a:gd name="connsiteY38764" fmla="*/ 4092417 h 5143785"/>
              <a:gd name="connsiteX38765" fmla="*/ 2786825 w 3114960"/>
              <a:gd name="connsiteY38765" fmla="*/ 4101751 h 5143785"/>
              <a:gd name="connsiteX38766" fmla="*/ 2777490 w 3114960"/>
              <a:gd name="connsiteY38766" fmla="*/ 4098227 h 5143785"/>
              <a:gd name="connsiteX38767" fmla="*/ 2781014 w 3114960"/>
              <a:gd name="connsiteY38767" fmla="*/ 4088892 h 5143785"/>
              <a:gd name="connsiteX38768" fmla="*/ 2783872 w 3114960"/>
              <a:gd name="connsiteY38768" fmla="*/ 4088225 h 5143785"/>
              <a:gd name="connsiteX38769" fmla="*/ 1011746 w 3114960"/>
              <a:gd name="connsiteY38769" fmla="*/ 2416969 h 5143785"/>
              <a:gd name="connsiteX38770" fmla="*/ 1016984 w 3114960"/>
              <a:gd name="connsiteY38770" fmla="*/ 2412111 h 5143785"/>
              <a:gd name="connsiteX38771" fmla="*/ 1023271 w 3114960"/>
              <a:gd name="connsiteY38771" fmla="*/ 2418874 h 5143785"/>
              <a:gd name="connsiteX38772" fmla="*/ 1018032 w 3114960"/>
              <a:gd name="connsiteY38772" fmla="*/ 2423732 h 5143785"/>
              <a:gd name="connsiteX38773" fmla="*/ 1011746 w 3114960"/>
              <a:gd name="connsiteY38773" fmla="*/ 2416969 h 5143785"/>
              <a:gd name="connsiteX38774" fmla="*/ 2837307 w 3114960"/>
              <a:gd name="connsiteY38774" fmla="*/ 3911918 h 5143785"/>
              <a:gd name="connsiteX38775" fmla="*/ 2843308 w 3114960"/>
              <a:gd name="connsiteY38775" fmla="*/ 3917918 h 5143785"/>
              <a:gd name="connsiteX38776" fmla="*/ 2863596 w 3114960"/>
              <a:gd name="connsiteY38776" fmla="*/ 3917918 h 5143785"/>
              <a:gd name="connsiteX38777" fmla="*/ 2869597 w 3114960"/>
              <a:gd name="connsiteY38777" fmla="*/ 3911918 h 5143785"/>
              <a:gd name="connsiteX38778" fmla="*/ 2869597 w 3114960"/>
              <a:gd name="connsiteY38778" fmla="*/ 3910489 h 5143785"/>
              <a:gd name="connsiteX38779" fmla="*/ 2923699 w 3114960"/>
              <a:gd name="connsiteY38779" fmla="*/ 3910489 h 5143785"/>
              <a:gd name="connsiteX38780" fmla="*/ 2944940 w 3114960"/>
              <a:gd name="connsiteY38780" fmla="*/ 3930205 h 5143785"/>
              <a:gd name="connsiteX38781" fmla="*/ 2989993 w 3114960"/>
              <a:gd name="connsiteY38781" fmla="*/ 3930205 h 5143785"/>
              <a:gd name="connsiteX38782" fmla="*/ 2989993 w 3114960"/>
              <a:gd name="connsiteY38782" fmla="*/ 3925443 h 5143785"/>
              <a:gd name="connsiteX38783" fmla="*/ 2946845 w 3114960"/>
              <a:gd name="connsiteY38783" fmla="*/ 3925443 h 5143785"/>
              <a:gd name="connsiteX38784" fmla="*/ 2925604 w 3114960"/>
              <a:gd name="connsiteY38784" fmla="*/ 3905726 h 5143785"/>
              <a:gd name="connsiteX38785" fmla="*/ 2869692 w 3114960"/>
              <a:gd name="connsiteY38785" fmla="*/ 3905726 h 5143785"/>
              <a:gd name="connsiteX38786" fmla="*/ 2869692 w 3114960"/>
              <a:gd name="connsiteY38786" fmla="*/ 3904298 h 5143785"/>
              <a:gd name="connsiteX38787" fmla="*/ 2863692 w 3114960"/>
              <a:gd name="connsiteY38787" fmla="*/ 3898297 h 5143785"/>
              <a:gd name="connsiteX38788" fmla="*/ 2843403 w 3114960"/>
              <a:gd name="connsiteY38788" fmla="*/ 3898297 h 5143785"/>
              <a:gd name="connsiteX38789" fmla="*/ 2840831 w 3114960"/>
              <a:gd name="connsiteY38789" fmla="*/ 3898868 h 5143785"/>
              <a:gd name="connsiteX38790" fmla="*/ 2771299 w 3114960"/>
              <a:gd name="connsiteY38790" fmla="*/ 3833336 h 5143785"/>
              <a:gd name="connsiteX38791" fmla="*/ 2771299 w 3114960"/>
              <a:gd name="connsiteY38791" fmla="*/ 3820382 h 5143785"/>
              <a:gd name="connsiteX38792" fmla="*/ 2661952 w 3114960"/>
              <a:gd name="connsiteY38792" fmla="*/ 3718846 h 5143785"/>
              <a:gd name="connsiteX38793" fmla="*/ 2663952 w 3114960"/>
              <a:gd name="connsiteY38793" fmla="*/ 3713321 h 5143785"/>
              <a:gd name="connsiteX38794" fmla="*/ 2663952 w 3114960"/>
              <a:gd name="connsiteY38794" fmla="*/ 3684746 h 5143785"/>
              <a:gd name="connsiteX38795" fmla="*/ 2654427 w 3114960"/>
              <a:gd name="connsiteY38795" fmla="*/ 3675221 h 5143785"/>
              <a:gd name="connsiteX38796" fmla="*/ 2643950 w 3114960"/>
              <a:gd name="connsiteY38796" fmla="*/ 3675221 h 5143785"/>
              <a:gd name="connsiteX38797" fmla="*/ 2643950 w 3114960"/>
              <a:gd name="connsiteY38797" fmla="*/ 3635693 h 5143785"/>
              <a:gd name="connsiteX38798" fmla="*/ 2611565 w 3114960"/>
              <a:gd name="connsiteY38798" fmla="*/ 3605975 h 5143785"/>
              <a:gd name="connsiteX38799" fmla="*/ 2643854 w 3114960"/>
              <a:gd name="connsiteY38799" fmla="*/ 3576257 h 5143785"/>
              <a:gd name="connsiteX38800" fmla="*/ 2643854 w 3114960"/>
              <a:gd name="connsiteY38800" fmla="*/ 3542634 h 5143785"/>
              <a:gd name="connsiteX38801" fmla="*/ 2655856 w 3114960"/>
              <a:gd name="connsiteY38801" fmla="*/ 3542634 h 5143785"/>
              <a:gd name="connsiteX38802" fmla="*/ 2668905 w 3114960"/>
              <a:gd name="connsiteY38802" fmla="*/ 3529584 h 5143785"/>
              <a:gd name="connsiteX38803" fmla="*/ 2668905 w 3114960"/>
              <a:gd name="connsiteY38803" fmla="*/ 3515392 h 5143785"/>
              <a:gd name="connsiteX38804" fmla="*/ 2729389 w 3114960"/>
              <a:gd name="connsiteY38804" fmla="*/ 3515392 h 5143785"/>
              <a:gd name="connsiteX38805" fmla="*/ 2731770 w 3114960"/>
              <a:gd name="connsiteY38805" fmla="*/ 3513011 h 5143785"/>
              <a:gd name="connsiteX38806" fmla="*/ 2731770 w 3114960"/>
              <a:gd name="connsiteY38806" fmla="*/ 3482435 h 5143785"/>
              <a:gd name="connsiteX38807" fmla="*/ 2731008 w 3114960"/>
              <a:gd name="connsiteY38807" fmla="*/ 3480721 h 5143785"/>
              <a:gd name="connsiteX38808" fmla="*/ 2697671 w 3114960"/>
              <a:gd name="connsiteY38808" fmla="*/ 3450146 h 5143785"/>
              <a:gd name="connsiteX38809" fmla="*/ 2696051 w 3114960"/>
              <a:gd name="connsiteY38809" fmla="*/ 3449479 h 5143785"/>
              <a:gd name="connsiteX38810" fmla="*/ 2612136 w 3114960"/>
              <a:gd name="connsiteY38810" fmla="*/ 3449479 h 5143785"/>
              <a:gd name="connsiteX38811" fmla="*/ 2612136 w 3114960"/>
              <a:gd name="connsiteY38811" fmla="*/ 3447860 h 5143785"/>
              <a:gd name="connsiteX38812" fmla="*/ 2605278 w 3114960"/>
              <a:gd name="connsiteY38812" fmla="*/ 3441097 h 5143785"/>
              <a:gd name="connsiteX38813" fmla="*/ 2597182 w 3114960"/>
              <a:gd name="connsiteY38813" fmla="*/ 3441097 h 5143785"/>
              <a:gd name="connsiteX38814" fmla="*/ 2590324 w 3114960"/>
              <a:gd name="connsiteY38814" fmla="*/ 3447860 h 5143785"/>
              <a:gd name="connsiteX38815" fmla="*/ 2590324 w 3114960"/>
              <a:gd name="connsiteY38815" fmla="*/ 3455956 h 5143785"/>
              <a:gd name="connsiteX38816" fmla="*/ 2597182 w 3114960"/>
              <a:gd name="connsiteY38816" fmla="*/ 3462719 h 5143785"/>
              <a:gd name="connsiteX38817" fmla="*/ 2605278 w 3114960"/>
              <a:gd name="connsiteY38817" fmla="*/ 3462719 h 5143785"/>
              <a:gd name="connsiteX38818" fmla="*/ 2612136 w 3114960"/>
              <a:gd name="connsiteY38818" fmla="*/ 3455956 h 5143785"/>
              <a:gd name="connsiteX38819" fmla="*/ 2612136 w 3114960"/>
              <a:gd name="connsiteY38819" fmla="*/ 3454337 h 5143785"/>
              <a:gd name="connsiteX38820" fmla="*/ 2695194 w 3114960"/>
              <a:gd name="connsiteY38820" fmla="*/ 3454337 h 5143785"/>
              <a:gd name="connsiteX38821" fmla="*/ 2727103 w 3114960"/>
              <a:gd name="connsiteY38821" fmla="*/ 3483578 h 5143785"/>
              <a:gd name="connsiteX38822" fmla="*/ 2727103 w 3114960"/>
              <a:gd name="connsiteY38822" fmla="*/ 3510725 h 5143785"/>
              <a:gd name="connsiteX38823" fmla="*/ 2669000 w 3114960"/>
              <a:gd name="connsiteY38823" fmla="*/ 3510725 h 5143785"/>
              <a:gd name="connsiteX38824" fmla="*/ 2669000 w 3114960"/>
              <a:gd name="connsiteY38824" fmla="*/ 3501104 h 5143785"/>
              <a:gd name="connsiteX38825" fmla="*/ 2655951 w 3114960"/>
              <a:gd name="connsiteY38825" fmla="*/ 3488055 h 5143785"/>
              <a:gd name="connsiteX38826" fmla="*/ 2627376 w 3114960"/>
              <a:gd name="connsiteY38826" fmla="*/ 3488055 h 5143785"/>
              <a:gd name="connsiteX38827" fmla="*/ 2614327 w 3114960"/>
              <a:gd name="connsiteY38827" fmla="*/ 3501104 h 5143785"/>
              <a:gd name="connsiteX38828" fmla="*/ 2614327 w 3114960"/>
              <a:gd name="connsiteY38828" fmla="*/ 3529679 h 5143785"/>
              <a:gd name="connsiteX38829" fmla="*/ 2627376 w 3114960"/>
              <a:gd name="connsiteY38829" fmla="*/ 3542729 h 5143785"/>
              <a:gd name="connsiteX38830" fmla="*/ 2639282 w 3114960"/>
              <a:gd name="connsiteY38830" fmla="*/ 3542729 h 5143785"/>
              <a:gd name="connsiteX38831" fmla="*/ 2639282 w 3114960"/>
              <a:gd name="connsiteY38831" fmla="*/ 3574256 h 5143785"/>
              <a:gd name="connsiteX38832" fmla="*/ 2609374 w 3114960"/>
              <a:gd name="connsiteY38832" fmla="*/ 3601688 h 5143785"/>
              <a:gd name="connsiteX38833" fmla="*/ 2609374 w 3114960"/>
              <a:gd name="connsiteY38833" fmla="*/ 3601688 h 5143785"/>
              <a:gd name="connsiteX38834" fmla="*/ 2599849 w 3114960"/>
              <a:gd name="connsiteY38834" fmla="*/ 3592068 h 5143785"/>
              <a:gd name="connsiteX38835" fmla="*/ 2571274 w 3114960"/>
              <a:gd name="connsiteY38835" fmla="*/ 3592068 h 5143785"/>
              <a:gd name="connsiteX38836" fmla="*/ 2561749 w 3114960"/>
              <a:gd name="connsiteY38836" fmla="*/ 3601593 h 5143785"/>
              <a:gd name="connsiteX38837" fmla="*/ 2561749 w 3114960"/>
              <a:gd name="connsiteY38837" fmla="*/ 3604451 h 5143785"/>
              <a:gd name="connsiteX38838" fmla="*/ 2531840 w 3114960"/>
              <a:gd name="connsiteY38838" fmla="*/ 3576923 h 5143785"/>
              <a:gd name="connsiteX38839" fmla="*/ 2531840 w 3114960"/>
              <a:gd name="connsiteY38839" fmla="*/ 3541395 h 5143785"/>
              <a:gd name="connsiteX38840" fmla="*/ 2543842 w 3114960"/>
              <a:gd name="connsiteY38840" fmla="*/ 3541395 h 5143785"/>
              <a:gd name="connsiteX38841" fmla="*/ 2556891 w 3114960"/>
              <a:gd name="connsiteY38841" fmla="*/ 3528346 h 5143785"/>
              <a:gd name="connsiteX38842" fmla="*/ 2556891 w 3114960"/>
              <a:gd name="connsiteY38842" fmla="*/ 3499771 h 5143785"/>
              <a:gd name="connsiteX38843" fmla="*/ 2543842 w 3114960"/>
              <a:gd name="connsiteY38843" fmla="*/ 3486722 h 5143785"/>
              <a:gd name="connsiteX38844" fmla="*/ 2515267 w 3114960"/>
              <a:gd name="connsiteY38844" fmla="*/ 3486722 h 5143785"/>
              <a:gd name="connsiteX38845" fmla="*/ 2502218 w 3114960"/>
              <a:gd name="connsiteY38845" fmla="*/ 3499771 h 5143785"/>
              <a:gd name="connsiteX38846" fmla="*/ 2502218 w 3114960"/>
              <a:gd name="connsiteY38846" fmla="*/ 3528346 h 5143785"/>
              <a:gd name="connsiteX38847" fmla="*/ 2515267 w 3114960"/>
              <a:gd name="connsiteY38847" fmla="*/ 3541395 h 5143785"/>
              <a:gd name="connsiteX38848" fmla="*/ 2526983 w 3114960"/>
              <a:gd name="connsiteY38848" fmla="*/ 3541395 h 5143785"/>
              <a:gd name="connsiteX38849" fmla="*/ 2526983 w 3114960"/>
              <a:gd name="connsiteY38849" fmla="*/ 3579019 h 5143785"/>
              <a:gd name="connsiteX38850" fmla="*/ 2558987 w 3114960"/>
              <a:gd name="connsiteY38850" fmla="*/ 3608451 h 5143785"/>
              <a:gd name="connsiteX38851" fmla="*/ 2527078 w 3114960"/>
              <a:gd name="connsiteY38851" fmla="*/ 3637884 h 5143785"/>
              <a:gd name="connsiteX38852" fmla="*/ 2527078 w 3114960"/>
              <a:gd name="connsiteY38852" fmla="*/ 3674078 h 5143785"/>
              <a:gd name="connsiteX38853" fmla="*/ 2515267 w 3114960"/>
              <a:gd name="connsiteY38853" fmla="*/ 3674078 h 5143785"/>
              <a:gd name="connsiteX38854" fmla="*/ 2502218 w 3114960"/>
              <a:gd name="connsiteY38854" fmla="*/ 3687128 h 5143785"/>
              <a:gd name="connsiteX38855" fmla="*/ 2502218 w 3114960"/>
              <a:gd name="connsiteY38855" fmla="*/ 3715703 h 5143785"/>
              <a:gd name="connsiteX38856" fmla="*/ 2515267 w 3114960"/>
              <a:gd name="connsiteY38856" fmla="*/ 3728752 h 5143785"/>
              <a:gd name="connsiteX38857" fmla="*/ 2527173 w 3114960"/>
              <a:gd name="connsiteY38857" fmla="*/ 3728752 h 5143785"/>
              <a:gd name="connsiteX38858" fmla="*/ 2527173 w 3114960"/>
              <a:gd name="connsiteY38858" fmla="*/ 3749897 h 5143785"/>
              <a:gd name="connsiteX38859" fmla="*/ 2540508 w 3114960"/>
              <a:gd name="connsiteY38859" fmla="*/ 3761423 h 5143785"/>
              <a:gd name="connsiteX38860" fmla="*/ 2621375 w 3114960"/>
              <a:gd name="connsiteY38860" fmla="*/ 3761423 h 5143785"/>
              <a:gd name="connsiteX38861" fmla="*/ 2621375 w 3114960"/>
              <a:gd name="connsiteY38861" fmla="*/ 3763042 h 5143785"/>
              <a:gd name="connsiteX38862" fmla="*/ 2628234 w 3114960"/>
              <a:gd name="connsiteY38862" fmla="*/ 3769805 h 5143785"/>
              <a:gd name="connsiteX38863" fmla="*/ 2647284 w 3114960"/>
              <a:gd name="connsiteY38863" fmla="*/ 3769805 h 5143785"/>
              <a:gd name="connsiteX38864" fmla="*/ 2654142 w 3114960"/>
              <a:gd name="connsiteY38864" fmla="*/ 3763042 h 5143785"/>
              <a:gd name="connsiteX38865" fmla="*/ 2654142 w 3114960"/>
              <a:gd name="connsiteY38865" fmla="*/ 3754946 h 5143785"/>
              <a:gd name="connsiteX38866" fmla="*/ 2647284 w 3114960"/>
              <a:gd name="connsiteY38866" fmla="*/ 3748088 h 5143785"/>
              <a:gd name="connsiteX38867" fmla="*/ 2628234 w 3114960"/>
              <a:gd name="connsiteY38867" fmla="*/ 3748088 h 5143785"/>
              <a:gd name="connsiteX38868" fmla="*/ 2621375 w 3114960"/>
              <a:gd name="connsiteY38868" fmla="*/ 3754946 h 5143785"/>
              <a:gd name="connsiteX38869" fmla="*/ 2621375 w 3114960"/>
              <a:gd name="connsiteY38869" fmla="*/ 3756565 h 5143785"/>
              <a:gd name="connsiteX38870" fmla="*/ 2542318 w 3114960"/>
              <a:gd name="connsiteY38870" fmla="*/ 3756565 h 5143785"/>
              <a:gd name="connsiteX38871" fmla="*/ 2532031 w 3114960"/>
              <a:gd name="connsiteY38871" fmla="*/ 3747611 h 5143785"/>
              <a:gd name="connsiteX38872" fmla="*/ 2532031 w 3114960"/>
              <a:gd name="connsiteY38872" fmla="*/ 3728561 h 5143785"/>
              <a:gd name="connsiteX38873" fmla="*/ 2543937 w 3114960"/>
              <a:gd name="connsiteY38873" fmla="*/ 3728561 h 5143785"/>
              <a:gd name="connsiteX38874" fmla="*/ 2556986 w 3114960"/>
              <a:gd name="connsiteY38874" fmla="*/ 3715512 h 5143785"/>
              <a:gd name="connsiteX38875" fmla="*/ 2556986 w 3114960"/>
              <a:gd name="connsiteY38875" fmla="*/ 3686937 h 5143785"/>
              <a:gd name="connsiteX38876" fmla="*/ 2543937 w 3114960"/>
              <a:gd name="connsiteY38876" fmla="*/ 3673888 h 5143785"/>
              <a:gd name="connsiteX38877" fmla="*/ 2531840 w 3114960"/>
              <a:gd name="connsiteY38877" fmla="*/ 3673888 h 5143785"/>
              <a:gd name="connsiteX38878" fmla="*/ 2531840 w 3114960"/>
              <a:gd name="connsiteY38878" fmla="*/ 3639788 h 5143785"/>
              <a:gd name="connsiteX38879" fmla="*/ 2562416 w 3114960"/>
              <a:gd name="connsiteY38879" fmla="*/ 3611690 h 5143785"/>
              <a:gd name="connsiteX38880" fmla="*/ 2571369 w 3114960"/>
              <a:gd name="connsiteY38880" fmla="*/ 3618452 h 5143785"/>
              <a:gd name="connsiteX38881" fmla="*/ 2599944 w 3114960"/>
              <a:gd name="connsiteY38881" fmla="*/ 3618452 h 5143785"/>
              <a:gd name="connsiteX38882" fmla="*/ 2609279 w 3114960"/>
              <a:gd name="connsiteY38882" fmla="*/ 3609975 h 5143785"/>
              <a:gd name="connsiteX38883" fmla="*/ 2639282 w 3114960"/>
              <a:gd name="connsiteY38883" fmla="*/ 3637598 h 5143785"/>
              <a:gd name="connsiteX38884" fmla="*/ 2639282 w 3114960"/>
              <a:gd name="connsiteY38884" fmla="*/ 3675031 h 5143785"/>
              <a:gd name="connsiteX38885" fmla="*/ 2626043 w 3114960"/>
              <a:gd name="connsiteY38885" fmla="*/ 3675031 h 5143785"/>
              <a:gd name="connsiteX38886" fmla="*/ 2616518 w 3114960"/>
              <a:gd name="connsiteY38886" fmla="*/ 3684556 h 5143785"/>
              <a:gd name="connsiteX38887" fmla="*/ 2616518 w 3114960"/>
              <a:gd name="connsiteY38887" fmla="*/ 3713131 h 5143785"/>
              <a:gd name="connsiteX38888" fmla="*/ 2626043 w 3114960"/>
              <a:gd name="connsiteY38888" fmla="*/ 3722656 h 5143785"/>
              <a:gd name="connsiteX38889" fmla="*/ 2654618 w 3114960"/>
              <a:gd name="connsiteY38889" fmla="*/ 3722656 h 5143785"/>
              <a:gd name="connsiteX38890" fmla="*/ 2658523 w 3114960"/>
              <a:gd name="connsiteY38890" fmla="*/ 3721799 h 5143785"/>
              <a:gd name="connsiteX38891" fmla="*/ 2766822 w 3114960"/>
              <a:gd name="connsiteY38891" fmla="*/ 3822287 h 5143785"/>
              <a:gd name="connsiteX38892" fmla="*/ 2766822 w 3114960"/>
              <a:gd name="connsiteY38892" fmla="*/ 3835146 h 5143785"/>
              <a:gd name="connsiteX38893" fmla="*/ 2837974 w 3114960"/>
              <a:gd name="connsiteY38893" fmla="*/ 3902202 h 5143785"/>
              <a:gd name="connsiteX38894" fmla="*/ 2837593 w 3114960"/>
              <a:gd name="connsiteY38894" fmla="*/ 3904012 h 5143785"/>
              <a:gd name="connsiteX38895" fmla="*/ 2837593 w 3114960"/>
              <a:gd name="connsiteY38895" fmla="*/ 3911632 h 5143785"/>
              <a:gd name="connsiteX38896" fmla="*/ 2842070 w 3114960"/>
              <a:gd name="connsiteY38896" fmla="*/ 3904298 h 5143785"/>
              <a:gd name="connsiteX38897" fmla="*/ 2843308 w 3114960"/>
              <a:gd name="connsiteY38897" fmla="*/ 3903059 h 5143785"/>
              <a:gd name="connsiteX38898" fmla="*/ 2863596 w 3114960"/>
              <a:gd name="connsiteY38898" fmla="*/ 3903059 h 5143785"/>
              <a:gd name="connsiteX38899" fmla="*/ 2864834 w 3114960"/>
              <a:gd name="connsiteY38899" fmla="*/ 3904298 h 5143785"/>
              <a:gd name="connsiteX38900" fmla="*/ 2864834 w 3114960"/>
              <a:gd name="connsiteY38900" fmla="*/ 3911918 h 5143785"/>
              <a:gd name="connsiteX38901" fmla="*/ 2863596 w 3114960"/>
              <a:gd name="connsiteY38901" fmla="*/ 3913156 h 5143785"/>
              <a:gd name="connsiteX38902" fmla="*/ 2843308 w 3114960"/>
              <a:gd name="connsiteY38902" fmla="*/ 3913156 h 5143785"/>
              <a:gd name="connsiteX38903" fmla="*/ 2842070 w 3114960"/>
              <a:gd name="connsiteY38903" fmla="*/ 3911918 h 5143785"/>
              <a:gd name="connsiteX38904" fmla="*/ 2842070 w 3114960"/>
              <a:gd name="connsiteY38904" fmla="*/ 3904298 h 5143785"/>
              <a:gd name="connsiteX38905" fmla="*/ 2607374 w 3114960"/>
              <a:gd name="connsiteY38905" fmla="*/ 3455861 h 5143785"/>
              <a:gd name="connsiteX38906" fmla="*/ 2605278 w 3114960"/>
              <a:gd name="connsiteY38906" fmla="*/ 3457861 h 5143785"/>
              <a:gd name="connsiteX38907" fmla="*/ 2597182 w 3114960"/>
              <a:gd name="connsiteY38907" fmla="*/ 3457861 h 5143785"/>
              <a:gd name="connsiteX38908" fmla="*/ 2595086 w 3114960"/>
              <a:gd name="connsiteY38908" fmla="*/ 3455861 h 5143785"/>
              <a:gd name="connsiteX38909" fmla="*/ 2595086 w 3114960"/>
              <a:gd name="connsiteY38909" fmla="*/ 3447764 h 5143785"/>
              <a:gd name="connsiteX38910" fmla="*/ 2597182 w 3114960"/>
              <a:gd name="connsiteY38910" fmla="*/ 3445764 h 5143785"/>
              <a:gd name="connsiteX38911" fmla="*/ 2605278 w 3114960"/>
              <a:gd name="connsiteY38911" fmla="*/ 3445764 h 5143785"/>
              <a:gd name="connsiteX38912" fmla="*/ 2607374 w 3114960"/>
              <a:gd name="connsiteY38912" fmla="*/ 3447764 h 5143785"/>
              <a:gd name="connsiteX38913" fmla="*/ 2607374 w 3114960"/>
              <a:gd name="connsiteY38913" fmla="*/ 3455861 h 5143785"/>
              <a:gd name="connsiteX38914" fmla="*/ 2627281 w 3114960"/>
              <a:gd name="connsiteY38914" fmla="*/ 3535490 h 5143785"/>
              <a:gd name="connsiteX38915" fmla="*/ 2621375 w 3114960"/>
              <a:gd name="connsiteY38915" fmla="*/ 3529584 h 5143785"/>
              <a:gd name="connsiteX38916" fmla="*/ 2621375 w 3114960"/>
              <a:gd name="connsiteY38916" fmla="*/ 3501009 h 5143785"/>
              <a:gd name="connsiteX38917" fmla="*/ 2627281 w 3114960"/>
              <a:gd name="connsiteY38917" fmla="*/ 3495104 h 5143785"/>
              <a:gd name="connsiteX38918" fmla="*/ 2655856 w 3114960"/>
              <a:gd name="connsiteY38918" fmla="*/ 3495104 h 5143785"/>
              <a:gd name="connsiteX38919" fmla="*/ 2661761 w 3114960"/>
              <a:gd name="connsiteY38919" fmla="*/ 3501009 h 5143785"/>
              <a:gd name="connsiteX38920" fmla="*/ 2661761 w 3114960"/>
              <a:gd name="connsiteY38920" fmla="*/ 3529584 h 5143785"/>
              <a:gd name="connsiteX38921" fmla="*/ 2655856 w 3114960"/>
              <a:gd name="connsiteY38921" fmla="*/ 3535490 h 5143785"/>
              <a:gd name="connsiteX38922" fmla="*/ 2627281 w 3114960"/>
              <a:gd name="connsiteY38922" fmla="*/ 3535490 h 5143785"/>
              <a:gd name="connsiteX38923" fmla="*/ 2515172 w 3114960"/>
              <a:gd name="connsiteY38923" fmla="*/ 3534251 h 5143785"/>
              <a:gd name="connsiteX38924" fmla="*/ 2509266 w 3114960"/>
              <a:gd name="connsiteY38924" fmla="*/ 3528346 h 5143785"/>
              <a:gd name="connsiteX38925" fmla="*/ 2509266 w 3114960"/>
              <a:gd name="connsiteY38925" fmla="*/ 3499771 h 5143785"/>
              <a:gd name="connsiteX38926" fmla="*/ 2515172 w 3114960"/>
              <a:gd name="connsiteY38926" fmla="*/ 3493865 h 5143785"/>
              <a:gd name="connsiteX38927" fmla="*/ 2543747 w 3114960"/>
              <a:gd name="connsiteY38927" fmla="*/ 3493865 h 5143785"/>
              <a:gd name="connsiteX38928" fmla="*/ 2549652 w 3114960"/>
              <a:gd name="connsiteY38928" fmla="*/ 3499771 h 5143785"/>
              <a:gd name="connsiteX38929" fmla="*/ 2549652 w 3114960"/>
              <a:gd name="connsiteY38929" fmla="*/ 3528346 h 5143785"/>
              <a:gd name="connsiteX38930" fmla="*/ 2543747 w 3114960"/>
              <a:gd name="connsiteY38930" fmla="*/ 3534251 h 5143785"/>
              <a:gd name="connsiteX38931" fmla="*/ 2515172 w 3114960"/>
              <a:gd name="connsiteY38931" fmla="*/ 3534251 h 5143785"/>
              <a:gd name="connsiteX38932" fmla="*/ 2643092 w 3114960"/>
              <a:gd name="connsiteY38932" fmla="*/ 3753041 h 5143785"/>
              <a:gd name="connsiteX38933" fmla="*/ 2647188 w 3114960"/>
              <a:gd name="connsiteY38933" fmla="*/ 3753041 h 5143785"/>
              <a:gd name="connsiteX38934" fmla="*/ 2649284 w 3114960"/>
              <a:gd name="connsiteY38934" fmla="*/ 3755136 h 5143785"/>
              <a:gd name="connsiteX38935" fmla="*/ 2649284 w 3114960"/>
              <a:gd name="connsiteY38935" fmla="*/ 3763232 h 5143785"/>
              <a:gd name="connsiteX38936" fmla="*/ 2647188 w 3114960"/>
              <a:gd name="connsiteY38936" fmla="*/ 3765233 h 5143785"/>
              <a:gd name="connsiteX38937" fmla="*/ 2643092 w 3114960"/>
              <a:gd name="connsiteY38937" fmla="*/ 3765233 h 5143785"/>
              <a:gd name="connsiteX38938" fmla="*/ 2643092 w 3114960"/>
              <a:gd name="connsiteY38938" fmla="*/ 3753041 h 5143785"/>
              <a:gd name="connsiteX38939" fmla="*/ 2626043 w 3114960"/>
              <a:gd name="connsiteY38939" fmla="*/ 3755041 h 5143785"/>
              <a:gd name="connsiteX38940" fmla="*/ 2628138 w 3114960"/>
              <a:gd name="connsiteY38940" fmla="*/ 3752945 h 5143785"/>
              <a:gd name="connsiteX38941" fmla="*/ 2632520 w 3114960"/>
              <a:gd name="connsiteY38941" fmla="*/ 3752945 h 5143785"/>
              <a:gd name="connsiteX38942" fmla="*/ 2632520 w 3114960"/>
              <a:gd name="connsiteY38942" fmla="*/ 3765137 h 5143785"/>
              <a:gd name="connsiteX38943" fmla="*/ 2628138 w 3114960"/>
              <a:gd name="connsiteY38943" fmla="*/ 3765137 h 5143785"/>
              <a:gd name="connsiteX38944" fmla="*/ 2626043 w 3114960"/>
              <a:gd name="connsiteY38944" fmla="*/ 3763137 h 5143785"/>
              <a:gd name="connsiteX38945" fmla="*/ 2626043 w 3114960"/>
              <a:gd name="connsiteY38945" fmla="*/ 3755041 h 5143785"/>
              <a:gd name="connsiteX38946" fmla="*/ 2543747 w 3114960"/>
              <a:gd name="connsiteY38946" fmla="*/ 3681127 h 5143785"/>
              <a:gd name="connsiteX38947" fmla="*/ 2549652 w 3114960"/>
              <a:gd name="connsiteY38947" fmla="*/ 3687032 h 5143785"/>
              <a:gd name="connsiteX38948" fmla="*/ 2549652 w 3114960"/>
              <a:gd name="connsiteY38948" fmla="*/ 3715607 h 5143785"/>
              <a:gd name="connsiteX38949" fmla="*/ 2543747 w 3114960"/>
              <a:gd name="connsiteY38949" fmla="*/ 3721513 h 5143785"/>
              <a:gd name="connsiteX38950" fmla="*/ 2515172 w 3114960"/>
              <a:gd name="connsiteY38950" fmla="*/ 3721513 h 5143785"/>
              <a:gd name="connsiteX38951" fmla="*/ 2509266 w 3114960"/>
              <a:gd name="connsiteY38951" fmla="*/ 3715607 h 5143785"/>
              <a:gd name="connsiteX38952" fmla="*/ 2509266 w 3114960"/>
              <a:gd name="connsiteY38952" fmla="*/ 3687032 h 5143785"/>
              <a:gd name="connsiteX38953" fmla="*/ 2515172 w 3114960"/>
              <a:gd name="connsiteY38953" fmla="*/ 3681127 h 5143785"/>
              <a:gd name="connsiteX38954" fmla="*/ 2543747 w 3114960"/>
              <a:gd name="connsiteY38954" fmla="*/ 3681127 h 5143785"/>
              <a:gd name="connsiteX38955" fmla="*/ 2561654 w 3114960"/>
              <a:gd name="connsiteY38955" fmla="*/ 3609118 h 5143785"/>
              <a:gd name="connsiteX38956" fmla="*/ 2560987 w 3114960"/>
              <a:gd name="connsiteY38956" fmla="*/ 3608451 h 5143785"/>
              <a:gd name="connsiteX38957" fmla="*/ 2561654 w 3114960"/>
              <a:gd name="connsiteY38957" fmla="*/ 3607784 h 5143785"/>
              <a:gd name="connsiteX38958" fmla="*/ 2561654 w 3114960"/>
              <a:gd name="connsiteY38958" fmla="*/ 3609213 h 5143785"/>
              <a:gd name="connsiteX38959" fmla="*/ 2609279 w 3114960"/>
              <a:gd name="connsiteY38959" fmla="*/ 3606927 h 5143785"/>
              <a:gd name="connsiteX38960" fmla="*/ 2609279 w 3114960"/>
              <a:gd name="connsiteY38960" fmla="*/ 3605117 h 5143785"/>
              <a:gd name="connsiteX38961" fmla="*/ 2610136 w 3114960"/>
              <a:gd name="connsiteY38961" fmla="*/ 3606070 h 5143785"/>
              <a:gd name="connsiteX38962" fmla="*/ 2609279 w 3114960"/>
              <a:gd name="connsiteY38962" fmla="*/ 3607022 h 5143785"/>
              <a:gd name="connsiteX38963" fmla="*/ 966407 w 3114960"/>
              <a:gd name="connsiteY38963" fmla="*/ 2358104 h 5143785"/>
              <a:gd name="connsiteX38964" fmla="*/ 972693 w 3114960"/>
              <a:gd name="connsiteY38964" fmla="*/ 2364867 h 5143785"/>
              <a:gd name="connsiteX38965" fmla="*/ 967454 w 3114960"/>
              <a:gd name="connsiteY38965" fmla="*/ 2369725 h 5143785"/>
              <a:gd name="connsiteX38966" fmla="*/ 961168 w 3114960"/>
              <a:gd name="connsiteY38966" fmla="*/ 2362962 h 5143785"/>
              <a:gd name="connsiteX38967" fmla="*/ 966407 w 3114960"/>
              <a:gd name="connsiteY38967" fmla="*/ 2358104 h 5143785"/>
              <a:gd name="connsiteX38968" fmla="*/ 2517172 w 3114960"/>
              <a:gd name="connsiteY38968" fmla="*/ 3707321 h 5143785"/>
              <a:gd name="connsiteX38969" fmla="*/ 2517172 w 3114960"/>
              <a:gd name="connsiteY38969" fmla="*/ 3695414 h 5143785"/>
              <a:gd name="connsiteX38970" fmla="*/ 2523554 w 3114960"/>
              <a:gd name="connsiteY38970" fmla="*/ 3689033 h 5143785"/>
              <a:gd name="connsiteX38971" fmla="*/ 2535460 w 3114960"/>
              <a:gd name="connsiteY38971" fmla="*/ 3689033 h 5143785"/>
              <a:gd name="connsiteX38972" fmla="*/ 2541842 w 3114960"/>
              <a:gd name="connsiteY38972" fmla="*/ 3695414 h 5143785"/>
              <a:gd name="connsiteX38973" fmla="*/ 2541842 w 3114960"/>
              <a:gd name="connsiteY38973" fmla="*/ 3707321 h 5143785"/>
              <a:gd name="connsiteX38974" fmla="*/ 2535460 w 3114960"/>
              <a:gd name="connsiteY38974" fmla="*/ 3713702 h 5143785"/>
              <a:gd name="connsiteX38975" fmla="*/ 2523554 w 3114960"/>
              <a:gd name="connsiteY38975" fmla="*/ 3713702 h 5143785"/>
              <a:gd name="connsiteX38976" fmla="*/ 2517172 w 3114960"/>
              <a:gd name="connsiteY38976" fmla="*/ 3707321 h 5143785"/>
              <a:gd name="connsiteX38977" fmla="*/ 670274 w 3114960"/>
              <a:gd name="connsiteY38977" fmla="*/ 3671983 h 5143785"/>
              <a:gd name="connsiteX38978" fmla="*/ 670274 w 3114960"/>
              <a:gd name="connsiteY38978" fmla="*/ 3683318 h 5143785"/>
              <a:gd name="connsiteX38979" fmla="*/ 663988 w 3114960"/>
              <a:gd name="connsiteY38979" fmla="*/ 3689604 h 5143785"/>
              <a:gd name="connsiteX38980" fmla="*/ 567119 w 3114960"/>
              <a:gd name="connsiteY38980" fmla="*/ 3689604 h 5143785"/>
              <a:gd name="connsiteX38981" fmla="*/ 560737 w 3114960"/>
              <a:gd name="connsiteY38981" fmla="*/ 3683318 h 5143785"/>
              <a:gd name="connsiteX38982" fmla="*/ 560737 w 3114960"/>
              <a:gd name="connsiteY38982" fmla="*/ 3671983 h 5143785"/>
              <a:gd name="connsiteX38983" fmla="*/ 567119 w 3114960"/>
              <a:gd name="connsiteY38983" fmla="*/ 3665696 h 5143785"/>
              <a:gd name="connsiteX38984" fmla="*/ 663988 w 3114960"/>
              <a:gd name="connsiteY38984" fmla="*/ 3665696 h 5143785"/>
              <a:gd name="connsiteX38985" fmla="*/ 670274 w 3114960"/>
              <a:gd name="connsiteY38985" fmla="*/ 3671983 h 5143785"/>
              <a:gd name="connsiteX38986" fmla="*/ 841629 w 3114960"/>
              <a:gd name="connsiteY38986" fmla="*/ 3417094 h 5143785"/>
              <a:gd name="connsiteX38987" fmla="*/ 834581 w 3114960"/>
              <a:gd name="connsiteY38987" fmla="*/ 3424142 h 5143785"/>
              <a:gd name="connsiteX38988" fmla="*/ 827532 w 3114960"/>
              <a:gd name="connsiteY38988" fmla="*/ 3417094 h 5143785"/>
              <a:gd name="connsiteX38989" fmla="*/ 834581 w 3114960"/>
              <a:gd name="connsiteY38989" fmla="*/ 3410045 h 5143785"/>
              <a:gd name="connsiteX38990" fmla="*/ 841629 w 3114960"/>
              <a:gd name="connsiteY38990" fmla="*/ 3417094 h 5143785"/>
              <a:gd name="connsiteX38991" fmla="*/ 953738 w 3114960"/>
              <a:gd name="connsiteY38991" fmla="*/ 2344579 h 5143785"/>
              <a:gd name="connsiteX38992" fmla="*/ 960025 w 3114960"/>
              <a:gd name="connsiteY38992" fmla="*/ 2351342 h 5143785"/>
              <a:gd name="connsiteX38993" fmla="*/ 954786 w 3114960"/>
              <a:gd name="connsiteY38993" fmla="*/ 2356199 h 5143785"/>
              <a:gd name="connsiteX38994" fmla="*/ 948500 w 3114960"/>
              <a:gd name="connsiteY38994" fmla="*/ 2349437 h 5143785"/>
              <a:gd name="connsiteX38995" fmla="*/ 953738 w 3114960"/>
              <a:gd name="connsiteY38995" fmla="*/ 2344579 h 5143785"/>
              <a:gd name="connsiteX38996" fmla="*/ 946595 w 3114960"/>
              <a:gd name="connsiteY38996" fmla="*/ 2399824 h 5143785"/>
              <a:gd name="connsiteX38997" fmla="*/ 945071 w 3114960"/>
              <a:gd name="connsiteY38997" fmla="*/ 2402015 h 5143785"/>
              <a:gd name="connsiteX38998" fmla="*/ 945071 w 3114960"/>
              <a:gd name="connsiteY38998" fmla="*/ 2486025 h 5143785"/>
              <a:gd name="connsiteX38999" fmla="*/ 936403 w 3114960"/>
              <a:gd name="connsiteY38999" fmla="*/ 2496598 h 5143785"/>
              <a:gd name="connsiteX39000" fmla="*/ 947452 w 3114960"/>
              <a:gd name="connsiteY39000" fmla="*/ 2507647 h 5143785"/>
              <a:gd name="connsiteX39001" fmla="*/ 958501 w 3114960"/>
              <a:gd name="connsiteY39001" fmla="*/ 2496598 h 5143785"/>
              <a:gd name="connsiteX39002" fmla="*/ 949833 w 3114960"/>
              <a:gd name="connsiteY39002" fmla="*/ 2486025 h 5143785"/>
              <a:gd name="connsiteX39003" fmla="*/ 949833 w 3114960"/>
              <a:gd name="connsiteY39003" fmla="*/ 2408111 h 5143785"/>
              <a:gd name="connsiteX39004" fmla="*/ 1083469 w 3114960"/>
              <a:gd name="connsiteY39004" fmla="*/ 2551176 h 5143785"/>
              <a:gd name="connsiteX39005" fmla="*/ 1081373 w 3114960"/>
              <a:gd name="connsiteY39005" fmla="*/ 2555748 h 5143785"/>
              <a:gd name="connsiteX39006" fmla="*/ 1082897 w 3114960"/>
              <a:gd name="connsiteY39006" fmla="*/ 2565083 h 5143785"/>
              <a:gd name="connsiteX39007" fmla="*/ 1090613 w 3114960"/>
              <a:gd name="connsiteY39007" fmla="*/ 2570607 h 5143785"/>
              <a:gd name="connsiteX39008" fmla="*/ 1093470 w 3114960"/>
              <a:gd name="connsiteY39008" fmla="*/ 2570893 h 5143785"/>
              <a:gd name="connsiteX39009" fmla="*/ 1099947 w 3114960"/>
              <a:gd name="connsiteY39009" fmla="*/ 2568988 h 5143785"/>
              <a:gd name="connsiteX39010" fmla="*/ 1103852 w 3114960"/>
              <a:gd name="connsiteY39010" fmla="*/ 2551938 h 5143785"/>
              <a:gd name="connsiteX39011" fmla="*/ 1103852 w 3114960"/>
              <a:gd name="connsiteY39011" fmla="*/ 2551938 h 5143785"/>
              <a:gd name="connsiteX39012" fmla="*/ 1086993 w 3114960"/>
              <a:gd name="connsiteY39012" fmla="*/ 2547938 h 5143785"/>
              <a:gd name="connsiteX39013" fmla="*/ 949166 w 3114960"/>
              <a:gd name="connsiteY39013" fmla="*/ 2400491 h 5143785"/>
              <a:gd name="connsiteX39014" fmla="*/ 946595 w 3114960"/>
              <a:gd name="connsiteY39014" fmla="*/ 2399919 h 5143785"/>
              <a:gd name="connsiteX39015" fmla="*/ 1086041 w 3114960"/>
              <a:gd name="connsiteY39015" fmla="*/ 2556796 h 5143785"/>
              <a:gd name="connsiteX39016" fmla="*/ 1089374 w 3114960"/>
              <a:gd name="connsiteY39016" fmla="*/ 2552034 h 5143785"/>
              <a:gd name="connsiteX39017" fmla="*/ 1093375 w 3114960"/>
              <a:gd name="connsiteY39017" fmla="*/ 2550890 h 5143785"/>
              <a:gd name="connsiteX39018" fmla="*/ 1099852 w 3114960"/>
              <a:gd name="connsiteY39018" fmla="*/ 2554415 h 5143785"/>
              <a:gd name="connsiteX39019" fmla="*/ 1097471 w 3114960"/>
              <a:gd name="connsiteY39019" fmla="*/ 2564892 h 5143785"/>
              <a:gd name="connsiteX39020" fmla="*/ 1091756 w 3114960"/>
              <a:gd name="connsiteY39020" fmla="*/ 2565845 h 5143785"/>
              <a:gd name="connsiteX39021" fmla="*/ 1086993 w 3114960"/>
              <a:gd name="connsiteY39021" fmla="*/ 2562511 h 5143785"/>
              <a:gd name="connsiteX39022" fmla="*/ 1086041 w 3114960"/>
              <a:gd name="connsiteY39022" fmla="*/ 2556796 h 5143785"/>
              <a:gd name="connsiteX39023" fmla="*/ 999077 w 3114960"/>
              <a:gd name="connsiteY39023" fmla="*/ 2403443 h 5143785"/>
              <a:gd name="connsiteX39024" fmla="*/ 1004316 w 3114960"/>
              <a:gd name="connsiteY39024" fmla="*/ 2398586 h 5143785"/>
              <a:gd name="connsiteX39025" fmla="*/ 1010602 w 3114960"/>
              <a:gd name="connsiteY39025" fmla="*/ 2405348 h 5143785"/>
              <a:gd name="connsiteX39026" fmla="*/ 1005364 w 3114960"/>
              <a:gd name="connsiteY39026" fmla="*/ 2410206 h 5143785"/>
              <a:gd name="connsiteX39027" fmla="*/ 999077 w 3114960"/>
              <a:gd name="connsiteY39027" fmla="*/ 2403443 h 5143785"/>
              <a:gd name="connsiteX39028" fmla="*/ 1081754 w 3114960"/>
              <a:gd name="connsiteY39028" fmla="*/ 2301431 h 5143785"/>
              <a:gd name="connsiteX39029" fmla="*/ 1093375 w 3114960"/>
              <a:gd name="connsiteY39029" fmla="*/ 2313051 h 5143785"/>
              <a:gd name="connsiteX39030" fmla="*/ 1097852 w 3114960"/>
              <a:gd name="connsiteY39030" fmla="*/ 2312099 h 5143785"/>
              <a:gd name="connsiteX39031" fmla="*/ 1124903 w 3114960"/>
              <a:gd name="connsiteY39031" fmla="*/ 2337149 h 5143785"/>
              <a:gd name="connsiteX39032" fmla="*/ 1125284 w 3114960"/>
              <a:gd name="connsiteY39032" fmla="*/ 2337435 h 5143785"/>
              <a:gd name="connsiteX39033" fmla="*/ 1243679 w 3114960"/>
              <a:gd name="connsiteY39033" fmla="*/ 2337435 h 5143785"/>
              <a:gd name="connsiteX39034" fmla="*/ 1275683 w 3114960"/>
              <a:gd name="connsiteY39034" fmla="*/ 2310860 h 5143785"/>
              <a:gd name="connsiteX39035" fmla="*/ 1282065 w 3114960"/>
              <a:gd name="connsiteY39035" fmla="*/ 2312956 h 5143785"/>
              <a:gd name="connsiteX39036" fmla="*/ 1293686 w 3114960"/>
              <a:gd name="connsiteY39036" fmla="*/ 2301335 h 5143785"/>
              <a:gd name="connsiteX39037" fmla="*/ 1282065 w 3114960"/>
              <a:gd name="connsiteY39037" fmla="*/ 2289715 h 5143785"/>
              <a:gd name="connsiteX39038" fmla="*/ 1270445 w 3114960"/>
              <a:gd name="connsiteY39038" fmla="*/ 2301335 h 5143785"/>
              <a:gd name="connsiteX39039" fmla="*/ 1273778 w 3114960"/>
              <a:gd name="connsiteY39039" fmla="*/ 2309432 h 5143785"/>
              <a:gd name="connsiteX39040" fmla="*/ 1242917 w 3114960"/>
              <a:gd name="connsiteY39040" fmla="*/ 2335054 h 5143785"/>
              <a:gd name="connsiteX39041" fmla="*/ 1126331 w 3114960"/>
              <a:gd name="connsiteY39041" fmla="*/ 2335054 h 5143785"/>
              <a:gd name="connsiteX39042" fmla="*/ 1100042 w 3114960"/>
              <a:gd name="connsiteY39042" fmla="*/ 2310765 h 5143785"/>
              <a:gd name="connsiteX39043" fmla="*/ 1105186 w 3114960"/>
              <a:gd name="connsiteY39043" fmla="*/ 2301335 h 5143785"/>
              <a:gd name="connsiteX39044" fmla="*/ 1093565 w 3114960"/>
              <a:gd name="connsiteY39044" fmla="*/ 2289715 h 5143785"/>
              <a:gd name="connsiteX39045" fmla="*/ 1081945 w 3114960"/>
              <a:gd name="connsiteY39045" fmla="*/ 2301335 h 5143785"/>
              <a:gd name="connsiteX39046" fmla="*/ 1272731 w 3114960"/>
              <a:gd name="connsiteY39046" fmla="*/ 2301431 h 5143785"/>
              <a:gd name="connsiteX39047" fmla="*/ 1281970 w 3114960"/>
              <a:gd name="connsiteY39047" fmla="*/ 2292191 h 5143785"/>
              <a:gd name="connsiteX39048" fmla="*/ 1291209 w 3114960"/>
              <a:gd name="connsiteY39048" fmla="*/ 2301431 h 5143785"/>
              <a:gd name="connsiteX39049" fmla="*/ 1281970 w 3114960"/>
              <a:gd name="connsiteY39049" fmla="*/ 2310670 h 5143785"/>
              <a:gd name="connsiteX39050" fmla="*/ 1272731 w 3114960"/>
              <a:gd name="connsiteY39050" fmla="*/ 2301431 h 5143785"/>
              <a:gd name="connsiteX39051" fmla="*/ 1102709 w 3114960"/>
              <a:gd name="connsiteY39051" fmla="*/ 2301431 h 5143785"/>
              <a:gd name="connsiteX39052" fmla="*/ 1093470 w 3114960"/>
              <a:gd name="connsiteY39052" fmla="*/ 2310670 h 5143785"/>
              <a:gd name="connsiteX39053" fmla="*/ 1084231 w 3114960"/>
              <a:gd name="connsiteY39053" fmla="*/ 2301431 h 5143785"/>
              <a:gd name="connsiteX39054" fmla="*/ 1093470 w 3114960"/>
              <a:gd name="connsiteY39054" fmla="*/ 2292191 h 5143785"/>
              <a:gd name="connsiteX39055" fmla="*/ 1102709 w 3114960"/>
              <a:gd name="connsiteY39055" fmla="*/ 2301431 h 5143785"/>
              <a:gd name="connsiteX39056" fmla="*/ 1312069 w 3114960"/>
              <a:gd name="connsiteY39056" fmla="*/ 3469577 h 5143785"/>
              <a:gd name="connsiteX39057" fmla="*/ 1312069 w 3114960"/>
              <a:gd name="connsiteY39057" fmla="*/ 3450812 h 5143785"/>
              <a:gd name="connsiteX39058" fmla="*/ 1315879 w 3114960"/>
              <a:gd name="connsiteY39058" fmla="*/ 3447002 h 5143785"/>
              <a:gd name="connsiteX39059" fmla="*/ 1334643 w 3114960"/>
              <a:gd name="connsiteY39059" fmla="*/ 3447002 h 5143785"/>
              <a:gd name="connsiteX39060" fmla="*/ 1338453 w 3114960"/>
              <a:gd name="connsiteY39060" fmla="*/ 3450812 h 5143785"/>
              <a:gd name="connsiteX39061" fmla="*/ 1338453 w 3114960"/>
              <a:gd name="connsiteY39061" fmla="*/ 3469577 h 5143785"/>
              <a:gd name="connsiteX39062" fmla="*/ 1334643 w 3114960"/>
              <a:gd name="connsiteY39062" fmla="*/ 3473387 h 5143785"/>
              <a:gd name="connsiteX39063" fmla="*/ 1315879 w 3114960"/>
              <a:gd name="connsiteY39063" fmla="*/ 3473387 h 5143785"/>
              <a:gd name="connsiteX39064" fmla="*/ 1312069 w 3114960"/>
              <a:gd name="connsiteY39064" fmla="*/ 3469577 h 5143785"/>
              <a:gd name="connsiteX39065" fmla="*/ 117824 w 3114960"/>
              <a:gd name="connsiteY39065" fmla="*/ 4471988 h 5143785"/>
              <a:gd name="connsiteX39066" fmla="*/ 119253 w 3114960"/>
              <a:gd name="connsiteY39066" fmla="*/ 4474369 h 5143785"/>
              <a:gd name="connsiteX39067" fmla="*/ 125635 w 3114960"/>
              <a:gd name="connsiteY39067" fmla="*/ 4477227 h 5143785"/>
              <a:gd name="connsiteX39068" fmla="*/ 131445 w 3114960"/>
              <a:gd name="connsiteY39068" fmla="*/ 4475036 h 5143785"/>
              <a:gd name="connsiteX39069" fmla="*/ 134303 w 3114960"/>
              <a:gd name="connsiteY39069" fmla="*/ 4469035 h 5143785"/>
              <a:gd name="connsiteX39070" fmla="*/ 132112 w 3114960"/>
              <a:gd name="connsiteY39070" fmla="*/ 4462748 h 5143785"/>
              <a:gd name="connsiteX39071" fmla="*/ 126111 w 3114960"/>
              <a:gd name="connsiteY39071" fmla="*/ 4459891 h 5143785"/>
              <a:gd name="connsiteX39072" fmla="*/ 119825 w 3114960"/>
              <a:gd name="connsiteY39072" fmla="*/ 4462082 h 5143785"/>
              <a:gd name="connsiteX39073" fmla="*/ 117253 w 3114960"/>
              <a:gd name="connsiteY39073" fmla="*/ 4467130 h 5143785"/>
              <a:gd name="connsiteX39074" fmla="*/ 23908 w 3114960"/>
              <a:gd name="connsiteY39074" fmla="*/ 4466178 h 5143785"/>
              <a:gd name="connsiteX39075" fmla="*/ 95 w 3114960"/>
              <a:gd name="connsiteY39075" fmla="*/ 4487990 h 5143785"/>
              <a:gd name="connsiteX39076" fmla="*/ 95 w 3114960"/>
              <a:gd name="connsiteY39076" fmla="*/ 4494467 h 5143785"/>
              <a:gd name="connsiteX39077" fmla="*/ 25718 w 3114960"/>
              <a:gd name="connsiteY39077" fmla="*/ 4471035 h 5143785"/>
              <a:gd name="connsiteX39078" fmla="*/ 117729 w 3114960"/>
              <a:gd name="connsiteY39078" fmla="*/ 4471893 h 5143785"/>
              <a:gd name="connsiteX39079" fmla="*/ 121920 w 3114960"/>
              <a:gd name="connsiteY39079" fmla="*/ 4467892 h 5143785"/>
              <a:gd name="connsiteX39080" fmla="*/ 123063 w 3114960"/>
              <a:gd name="connsiteY39080" fmla="*/ 4465701 h 5143785"/>
              <a:gd name="connsiteX39081" fmla="*/ 125635 w 3114960"/>
              <a:gd name="connsiteY39081" fmla="*/ 4464654 h 5143785"/>
              <a:gd name="connsiteX39082" fmla="*/ 125825 w 3114960"/>
              <a:gd name="connsiteY39082" fmla="*/ 4464654 h 5143785"/>
              <a:gd name="connsiteX39083" fmla="*/ 128492 w 3114960"/>
              <a:gd name="connsiteY39083" fmla="*/ 4465892 h 5143785"/>
              <a:gd name="connsiteX39084" fmla="*/ 128492 w 3114960"/>
              <a:gd name="connsiteY39084" fmla="*/ 4465892 h 5143785"/>
              <a:gd name="connsiteX39085" fmla="*/ 129540 w 3114960"/>
              <a:gd name="connsiteY39085" fmla="*/ 4468654 h 5143785"/>
              <a:gd name="connsiteX39086" fmla="*/ 128302 w 3114960"/>
              <a:gd name="connsiteY39086" fmla="*/ 4471321 h 5143785"/>
              <a:gd name="connsiteX39087" fmla="*/ 122777 w 3114960"/>
              <a:gd name="connsiteY39087" fmla="*/ 4471035 h 5143785"/>
              <a:gd name="connsiteX39088" fmla="*/ 121920 w 3114960"/>
              <a:gd name="connsiteY39088" fmla="*/ 4469035 h 5143785"/>
              <a:gd name="connsiteX39089" fmla="*/ 121920 w 3114960"/>
              <a:gd name="connsiteY39089" fmla="*/ 4467797 h 5143785"/>
              <a:gd name="connsiteX39090" fmla="*/ 13716 w 3114960"/>
              <a:gd name="connsiteY39090" fmla="*/ 4639437 h 5143785"/>
              <a:gd name="connsiteX39091" fmla="*/ 95 w 3114960"/>
              <a:gd name="connsiteY39091" fmla="*/ 4623340 h 5143785"/>
              <a:gd name="connsiteX39092" fmla="*/ 95 w 3114960"/>
              <a:gd name="connsiteY39092" fmla="*/ 4615911 h 5143785"/>
              <a:gd name="connsiteX39093" fmla="*/ 16574 w 3114960"/>
              <a:gd name="connsiteY39093" fmla="*/ 4635532 h 5143785"/>
              <a:gd name="connsiteX39094" fmla="*/ 80296 w 3114960"/>
              <a:gd name="connsiteY39094" fmla="*/ 4635532 h 5143785"/>
              <a:gd name="connsiteX39095" fmla="*/ 86868 w 3114960"/>
              <a:gd name="connsiteY39095" fmla="*/ 4630865 h 5143785"/>
              <a:gd name="connsiteX39096" fmla="*/ 93917 w 3114960"/>
              <a:gd name="connsiteY39096" fmla="*/ 4637913 h 5143785"/>
              <a:gd name="connsiteX39097" fmla="*/ 86868 w 3114960"/>
              <a:gd name="connsiteY39097" fmla="*/ 4644962 h 5143785"/>
              <a:gd name="connsiteX39098" fmla="*/ 80296 w 3114960"/>
              <a:gd name="connsiteY39098" fmla="*/ 4640295 h 5143785"/>
              <a:gd name="connsiteX39099" fmla="*/ 15526 w 3114960"/>
              <a:gd name="connsiteY39099" fmla="*/ 4640295 h 5143785"/>
              <a:gd name="connsiteX39100" fmla="*/ 13716 w 3114960"/>
              <a:gd name="connsiteY39100" fmla="*/ 4639437 h 5143785"/>
              <a:gd name="connsiteX39101" fmla="*/ 364712 w 3114960"/>
              <a:gd name="connsiteY39101" fmla="*/ 2550986 h 5143785"/>
              <a:gd name="connsiteX39102" fmla="*/ 380333 w 3114960"/>
              <a:gd name="connsiteY39102" fmla="*/ 2550986 h 5143785"/>
              <a:gd name="connsiteX39103" fmla="*/ 386239 w 3114960"/>
              <a:gd name="connsiteY39103" fmla="*/ 2545080 h 5143785"/>
              <a:gd name="connsiteX39104" fmla="*/ 386239 w 3114960"/>
              <a:gd name="connsiteY39104" fmla="*/ 2529459 h 5143785"/>
              <a:gd name="connsiteX39105" fmla="*/ 380333 w 3114960"/>
              <a:gd name="connsiteY39105" fmla="*/ 2523554 h 5143785"/>
              <a:gd name="connsiteX39106" fmla="*/ 364712 w 3114960"/>
              <a:gd name="connsiteY39106" fmla="*/ 2523554 h 5143785"/>
              <a:gd name="connsiteX39107" fmla="*/ 358807 w 3114960"/>
              <a:gd name="connsiteY39107" fmla="*/ 2529459 h 5143785"/>
              <a:gd name="connsiteX39108" fmla="*/ 358807 w 3114960"/>
              <a:gd name="connsiteY39108" fmla="*/ 2535174 h 5143785"/>
              <a:gd name="connsiteX39109" fmla="*/ 339852 w 3114960"/>
              <a:gd name="connsiteY39109" fmla="*/ 2535174 h 5143785"/>
              <a:gd name="connsiteX39110" fmla="*/ 324707 w 3114960"/>
              <a:gd name="connsiteY39110" fmla="*/ 2521363 h 5143785"/>
              <a:gd name="connsiteX39111" fmla="*/ 234791 w 3114960"/>
              <a:gd name="connsiteY39111" fmla="*/ 2521172 h 5143785"/>
              <a:gd name="connsiteX39112" fmla="*/ 221266 w 3114960"/>
              <a:gd name="connsiteY39112" fmla="*/ 2505551 h 5143785"/>
              <a:gd name="connsiteX39113" fmla="*/ 223076 w 3114960"/>
              <a:gd name="connsiteY39113" fmla="*/ 2501551 h 5143785"/>
              <a:gd name="connsiteX39114" fmla="*/ 221456 w 3114960"/>
              <a:gd name="connsiteY39114" fmla="*/ 2494312 h 5143785"/>
              <a:gd name="connsiteX39115" fmla="*/ 213455 w 3114960"/>
              <a:gd name="connsiteY39115" fmla="*/ 2490216 h 5143785"/>
              <a:gd name="connsiteX39116" fmla="*/ 207931 w 3114960"/>
              <a:gd name="connsiteY39116" fmla="*/ 2491835 h 5143785"/>
              <a:gd name="connsiteX39117" fmla="*/ 203835 w 3114960"/>
              <a:gd name="connsiteY39117" fmla="*/ 2498122 h 5143785"/>
              <a:gd name="connsiteX39118" fmla="*/ 203835 w 3114960"/>
              <a:gd name="connsiteY39118" fmla="*/ 2498408 h 5143785"/>
              <a:gd name="connsiteX39119" fmla="*/ 141351 w 3114960"/>
              <a:gd name="connsiteY39119" fmla="*/ 2498408 h 5143785"/>
              <a:gd name="connsiteX39120" fmla="*/ 124587 w 3114960"/>
              <a:gd name="connsiteY39120" fmla="*/ 2478310 h 5143785"/>
              <a:gd name="connsiteX39121" fmla="*/ 124587 w 3114960"/>
              <a:gd name="connsiteY39121" fmla="*/ 2426589 h 5143785"/>
              <a:gd name="connsiteX39122" fmla="*/ 127826 w 3114960"/>
              <a:gd name="connsiteY39122" fmla="*/ 2425256 h 5143785"/>
              <a:gd name="connsiteX39123" fmla="*/ 131921 w 3114960"/>
              <a:gd name="connsiteY39123" fmla="*/ 2418969 h 5143785"/>
              <a:gd name="connsiteX39124" fmla="*/ 130302 w 3114960"/>
              <a:gd name="connsiteY39124" fmla="*/ 2411730 h 5143785"/>
              <a:gd name="connsiteX39125" fmla="*/ 122301 w 3114960"/>
              <a:gd name="connsiteY39125" fmla="*/ 2407634 h 5143785"/>
              <a:gd name="connsiteX39126" fmla="*/ 116777 w 3114960"/>
              <a:gd name="connsiteY39126" fmla="*/ 2409254 h 5143785"/>
              <a:gd name="connsiteX39127" fmla="*/ 112681 w 3114960"/>
              <a:gd name="connsiteY39127" fmla="*/ 2415540 h 5143785"/>
              <a:gd name="connsiteX39128" fmla="*/ 112681 w 3114960"/>
              <a:gd name="connsiteY39128" fmla="*/ 2419255 h 5143785"/>
              <a:gd name="connsiteX39129" fmla="*/ 109919 w 3114960"/>
              <a:gd name="connsiteY39129" fmla="*/ 2420969 h 5143785"/>
              <a:gd name="connsiteX39130" fmla="*/ 32957 w 3114960"/>
              <a:gd name="connsiteY39130" fmla="*/ 2420969 h 5143785"/>
              <a:gd name="connsiteX39131" fmla="*/ 32957 w 3114960"/>
              <a:gd name="connsiteY39131" fmla="*/ 2412587 h 5143785"/>
              <a:gd name="connsiteX39132" fmla="*/ 25813 w 3114960"/>
              <a:gd name="connsiteY39132" fmla="*/ 2405444 h 5143785"/>
              <a:gd name="connsiteX39133" fmla="*/ 95 w 3114960"/>
              <a:gd name="connsiteY39133" fmla="*/ 2405444 h 5143785"/>
              <a:gd name="connsiteX39134" fmla="*/ 95 w 3114960"/>
              <a:gd name="connsiteY39134" fmla="*/ 2410206 h 5143785"/>
              <a:gd name="connsiteX39135" fmla="*/ 25813 w 3114960"/>
              <a:gd name="connsiteY39135" fmla="*/ 2410206 h 5143785"/>
              <a:gd name="connsiteX39136" fmla="*/ 28194 w 3114960"/>
              <a:gd name="connsiteY39136" fmla="*/ 2412587 h 5143785"/>
              <a:gd name="connsiteX39137" fmla="*/ 28194 w 3114960"/>
              <a:gd name="connsiteY39137" fmla="*/ 2434114 h 5143785"/>
              <a:gd name="connsiteX39138" fmla="*/ 25813 w 3114960"/>
              <a:gd name="connsiteY39138" fmla="*/ 2436495 h 5143785"/>
              <a:gd name="connsiteX39139" fmla="*/ 95 w 3114960"/>
              <a:gd name="connsiteY39139" fmla="*/ 2436495 h 5143785"/>
              <a:gd name="connsiteX39140" fmla="*/ 95 w 3114960"/>
              <a:gd name="connsiteY39140" fmla="*/ 2441258 h 5143785"/>
              <a:gd name="connsiteX39141" fmla="*/ 25813 w 3114960"/>
              <a:gd name="connsiteY39141" fmla="*/ 2441258 h 5143785"/>
              <a:gd name="connsiteX39142" fmla="*/ 32957 w 3114960"/>
              <a:gd name="connsiteY39142" fmla="*/ 2434114 h 5143785"/>
              <a:gd name="connsiteX39143" fmla="*/ 32957 w 3114960"/>
              <a:gd name="connsiteY39143" fmla="*/ 2425732 h 5143785"/>
              <a:gd name="connsiteX39144" fmla="*/ 111252 w 3114960"/>
              <a:gd name="connsiteY39144" fmla="*/ 2425732 h 5143785"/>
              <a:gd name="connsiteX39145" fmla="*/ 114872 w 3114960"/>
              <a:gd name="connsiteY39145" fmla="*/ 2423446 h 5143785"/>
              <a:gd name="connsiteX39146" fmla="*/ 119825 w 3114960"/>
              <a:gd name="connsiteY39146" fmla="*/ 2426494 h 5143785"/>
              <a:gd name="connsiteX39147" fmla="*/ 119825 w 3114960"/>
              <a:gd name="connsiteY39147" fmla="*/ 2479929 h 5143785"/>
              <a:gd name="connsiteX39148" fmla="*/ 139065 w 3114960"/>
              <a:gd name="connsiteY39148" fmla="*/ 2503075 h 5143785"/>
              <a:gd name="connsiteX39149" fmla="*/ 204407 w 3114960"/>
              <a:gd name="connsiteY39149" fmla="*/ 2503075 h 5143785"/>
              <a:gd name="connsiteX39150" fmla="*/ 205454 w 3114960"/>
              <a:gd name="connsiteY39150" fmla="*/ 2505266 h 5143785"/>
              <a:gd name="connsiteX39151" fmla="*/ 217551 w 3114960"/>
              <a:gd name="connsiteY39151" fmla="*/ 2508313 h 5143785"/>
              <a:gd name="connsiteX39152" fmla="*/ 232696 w 3114960"/>
              <a:gd name="connsiteY39152" fmla="*/ 2525744 h 5143785"/>
              <a:gd name="connsiteX39153" fmla="*/ 322898 w 3114960"/>
              <a:gd name="connsiteY39153" fmla="*/ 2525935 h 5143785"/>
              <a:gd name="connsiteX39154" fmla="*/ 338042 w 3114960"/>
              <a:gd name="connsiteY39154" fmla="*/ 2539746 h 5143785"/>
              <a:gd name="connsiteX39155" fmla="*/ 358902 w 3114960"/>
              <a:gd name="connsiteY39155" fmla="*/ 2539746 h 5143785"/>
              <a:gd name="connsiteX39156" fmla="*/ 358902 w 3114960"/>
              <a:gd name="connsiteY39156" fmla="*/ 2544794 h 5143785"/>
              <a:gd name="connsiteX39157" fmla="*/ 364808 w 3114960"/>
              <a:gd name="connsiteY39157" fmla="*/ 2550700 h 5143785"/>
              <a:gd name="connsiteX39158" fmla="*/ 363569 w 3114960"/>
              <a:gd name="connsiteY39158" fmla="*/ 2529459 h 5143785"/>
              <a:gd name="connsiteX39159" fmla="*/ 364712 w 3114960"/>
              <a:gd name="connsiteY39159" fmla="*/ 2528316 h 5143785"/>
              <a:gd name="connsiteX39160" fmla="*/ 380333 w 3114960"/>
              <a:gd name="connsiteY39160" fmla="*/ 2528316 h 5143785"/>
              <a:gd name="connsiteX39161" fmla="*/ 381476 w 3114960"/>
              <a:gd name="connsiteY39161" fmla="*/ 2529459 h 5143785"/>
              <a:gd name="connsiteX39162" fmla="*/ 381476 w 3114960"/>
              <a:gd name="connsiteY39162" fmla="*/ 2545080 h 5143785"/>
              <a:gd name="connsiteX39163" fmla="*/ 380333 w 3114960"/>
              <a:gd name="connsiteY39163" fmla="*/ 2546223 h 5143785"/>
              <a:gd name="connsiteX39164" fmla="*/ 364712 w 3114960"/>
              <a:gd name="connsiteY39164" fmla="*/ 2546223 h 5143785"/>
              <a:gd name="connsiteX39165" fmla="*/ 363569 w 3114960"/>
              <a:gd name="connsiteY39165" fmla="*/ 2545080 h 5143785"/>
              <a:gd name="connsiteX39166" fmla="*/ 363569 w 3114960"/>
              <a:gd name="connsiteY39166" fmla="*/ 2529459 h 5143785"/>
              <a:gd name="connsiteX39167" fmla="*/ 142685 w 3114960"/>
              <a:gd name="connsiteY39167" fmla="*/ 4545045 h 5143785"/>
              <a:gd name="connsiteX39168" fmla="*/ 149066 w 3114960"/>
              <a:gd name="connsiteY39168" fmla="*/ 4547902 h 5143785"/>
              <a:gd name="connsiteX39169" fmla="*/ 154877 w 3114960"/>
              <a:gd name="connsiteY39169" fmla="*/ 4545711 h 5143785"/>
              <a:gd name="connsiteX39170" fmla="*/ 157734 w 3114960"/>
              <a:gd name="connsiteY39170" fmla="*/ 4539711 h 5143785"/>
              <a:gd name="connsiteX39171" fmla="*/ 155543 w 3114960"/>
              <a:gd name="connsiteY39171" fmla="*/ 4533424 h 5143785"/>
              <a:gd name="connsiteX39172" fmla="*/ 149543 w 3114960"/>
              <a:gd name="connsiteY39172" fmla="*/ 4530567 h 5143785"/>
              <a:gd name="connsiteX39173" fmla="*/ 143256 w 3114960"/>
              <a:gd name="connsiteY39173" fmla="*/ 4532757 h 5143785"/>
              <a:gd name="connsiteX39174" fmla="*/ 140684 w 3114960"/>
              <a:gd name="connsiteY39174" fmla="*/ 4537805 h 5143785"/>
              <a:gd name="connsiteX39175" fmla="*/ 75914 w 3114960"/>
              <a:gd name="connsiteY39175" fmla="*/ 4536948 h 5143785"/>
              <a:gd name="connsiteX39176" fmla="*/ 38291 w 3114960"/>
              <a:gd name="connsiteY39176" fmla="*/ 4571334 h 5143785"/>
              <a:gd name="connsiteX39177" fmla="*/ 95 w 3114960"/>
              <a:gd name="connsiteY39177" fmla="*/ 4571334 h 5143785"/>
              <a:gd name="connsiteX39178" fmla="*/ 95 w 3114960"/>
              <a:gd name="connsiteY39178" fmla="*/ 4576096 h 5143785"/>
              <a:gd name="connsiteX39179" fmla="*/ 40196 w 3114960"/>
              <a:gd name="connsiteY39179" fmla="*/ 4576096 h 5143785"/>
              <a:gd name="connsiteX39180" fmla="*/ 77819 w 3114960"/>
              <a:gd name="connsiteY39180" fmla="*/ 4541711 h 5143785"/>
              <a:gd name="connsiteX39181" fmla="*/ 141351 w 3114960"/>
              <a:gd name="connsiteY39181" fmla="*/ 4542568 h 5143785"/>
              <a:gd name="connsiteX39182" fmla="*/ 142780 w 3114960"/>
              <a:gd name="connsiteY39182" fmla="*/ 4544949 h 5143785"/>
              <a:gd name="connsiteX39183" fmla="*/ 145352 w 3114960"/>
              <a:gd name="connsiteY39183" fmla="*/ 4538472 h 5143785"/>
              <a:gd name="connsiteX39184" fmla="*/ 146495 w 3114960"/>
              <a:gd name="connsiteY39184" fmla="*/ 4536281 h 5143785"/>
              <a:gd name="connsiteX39185" fmla="*/ 149066 w 3114960"/>
              <a:gd name="connsiteY39185" fmla="*/ 4535234 h 5143785"/>
              <a:gd name="connsiteX39186" fmla="*/ 149257 w 3114960"/>
              <a:gd name="connsiteY39186" fmla="*/ 4535234 h 5143785"/>
              <a:gd name="connsiteX39187" fmla="*/ 151924 w 3114960"/>
              <a:gd name="connsiteY39187" fmla="*/ 4536472 h 5143785"/>
              <a:gd name="connsiteX39188" fmla="*/ 151924 w 3114960"/>
              <a:gd name="connsiteY39188" fmla="*/ 4536472 h 5143785"/>
              <a:gd name="connsiteX39189" fmla="*/ 152972 w 3114960"/>
              <a:gd name="connsiteY39189" fmla="*/ 4539234 h 5143785"/>
              <a:gd name="connsiteX39190" fmla="*/ 151733 w 3114960"/>
              <a:gd name="connsiteY39190" fmla="*/ 4541901 h 5143785"/>
              <a:gd name="connsiteX39191" fmla="*/ 146209 w 3114960"/>
              <a:gd name="connsiteY39191" fmla="*/ 4541615 h 5143785"/>
              <a:gd name="connsiteX39192" fmla="*/ 145352 w 3114960"/>
              <a:gd name="connsiteY39192" fmla="*/ 4539615 h 5143785"/>
              <a:gd name="connsiteX39193" fmla="*/ 145352 w 3114960"/>
              <a:gd name="connsiteY39193" fmla="*/ 4538282 h 5143785"/>
              <a:gd name="connsiteX39194" fmla="*/ 37243 w 3114960"/>
              <a:gd name="connsiteY39194" fmla="*/ 3986784 h 5143785"/>
              <a:gd name="connsiteX39195" fmla="*/ 95 w 3114960"/>
              <a:gd name="connsiteY39195" fmla="*/ 4019550 h 5143785"/>
              <a:gd name="connsiteX39196" fmla="*/ 95 w 3114960"/>
              <a:gd name="connsiteY39196" fmla="*/ 4025932 h 5143785"/>
              <a:gd name="connsiteX39197" fmla="*/ 42005 w 3114960"/>
              <a:gd name="connsiteY39197" fmla="*/ 3988975 h 5143785"/>
              <a:gd name="connsiteX39198" fmla="*/ 42005 w 3114960"/>
              <a:gd name="connsiteY39198" fmla="*/ 3962591 h 5143785"/>
              <a:gd name="connsiteX39199" fmla="*/ 58293 w 3114960"/>
              <a:gd name="connsiteY39199" fmla="*/ 3947541 h 5143785"/>
              <a:gd name="connsiteX39200" fmla="*/ 59246 w 3114960"/>
              <a:gd name="connsiteY39200" fmla="*/ 3948208 h 5143785"/>
              <a:gd name="connsiteX39201" fmla="*/ 63437 w 3114960"/>
              <a:gd name="connsiteY39201" fmla="*/ 3949160 h 5143785"/>
              <a:gd name="connsiteX39202" fmla="*/ 66770 w 3114960"/>
              <a:gd name="connsiteY39202" fmla="*/ 3948589 h 5143785"/>
              <a:gd name="connsiteX39203" fmla="*/ 72771 w 3114960"/>
              <a:gd name="connsiteY39203" fmla="*/ 3935921 h 5143785"/>
              <a:gd name="connsiteX39204" fmla="*/ 67723 w 3114960"/>
              <a:gd name="connsiteY39204" fmla="*/ 3930301 h 5143785"/>
              <a:gd name="connsiteX39205" fmla="*/ 60103 w 3114960"/>
              <a:gd name="connsiteY39205" fmla="*/ 3929920 h 5143785"/>
              <a:gd name="connsiteX39206" fmla="*/ 54102 w 3114960"/>
              <a:gd name="connsiteY39206" fmla="*/ 3942588 h 5143785"/>
              <a:gd name="connsiteX39207" fmla="*/ 54959 w 3114960"/>
              <a:gd name="connsiteY39207" fmla="*/ 3944017 h 5143785"/>
              <a:gd name="connsiteX39208" fmla="*/ 37243 w 3114960"/>
              <a:gd name="connsiteY39208" fmla="*/ 3960400 h 5143785"/>
              <a:gd name="connsiteX39209" fmla="*/ 37243 w 3114960"/>
              <a:gd name="connsiteY39209" fmla="*/ 3986689 h 5143785"/>
              <a:gd name="connsiteX39210" fmla="*/ 61817 w 3114960"/>
              <a:gd name="connsiteY39210" fmla="*/ 3934492 h 5143785"/>
              <a:gd name="connsiteX39211" fmla="*/ 63532 w 3114960"/>
              <a:gd name="connsiteY39211" fmla="*/ 3934206 h 5143785"/>
              <a:gd name="connsiteX39212" fmla="*/ 65723 w 3114960"/>
              <a:gd name="connsiteY39212" fmla="*/ 3934682 h 5143785"/>
              <a:gd name="connsiteX39213" fmla="*/ 68390 w 3114960"/>
              <a:gd name="connsiteY39213" fmla="*/ 3937635 h 5143785"/>
              <a:gd name="connsiteX39214" fmla="*/ 65246 w 3114960"/>
              <a:gd name="connsiteY39214" fmla="*/ 3944207 h 5143785"/>
              <a:gd name="connsiteX39215" fmla="*/ 58674 w 3114960"/>
              <a:gd name="connsiteY39215" fmla="*/ 3941064 h 5143785"/>
              <a:gd name="connsiteX39216" fmla="*/ 61817 w 3114960"/>
              <a:gd name="connsiteY39216" fmla="*/ 3934492 h 5143785"/>
              <a:gd name="connsiteX39217" fmla="*/ 1261396 w 3114960"/>
              <a:gd name="connsiteY39217" fmla="*/ 3469577 h 5143785"/>
              <a:gd name="connsiteX39218" fmla="*/ 1261396 w 3114960"/>
              <a:gd name="connsiteY39218" fmla="*/ 3450812 h 5143785"/>
              <a:gd name="connsiteX39219" fmla="*/ 1265206 w 3114960"/>
              <a:gd name="connsiteY39219" fmla="*/ 3447002 h 5143785"/>
              <a:gd name="connsiteX39220" fmla="*/ 1283970 w 3114960"/>
              <a:gd name="connsiteY39220" fmla="*/ 3447002 h 5143785"/>
              <a:gd name="connsiteX39221" fmla="*/ 1287780 w 3114960"/>
              <a:gd name="connsiteY39221" fmla="*/ 3450812 h 5143785"/>
              <a:gd name="connsiteX39222" fmla="*/ 1287780 w 3114960"/>
              <a:gd name="connsiteY39222" fmla="*/ 3469577 h 5143785"/>
              <a:gd name="connsiteX39223" fmla="*/ 1283970 w 3114960"/>
              <a:gd name="connsiteY39223" fmla="*/ 3473387 h 5143785"/>
              <a:gd name="connsiteX39224" fmla="*/ 1265206 w 3114960"/>
              <a:gd name="connsiteY39224" fmla="*/ 3473387 h 5143785"/>
              <a:gd name="connsiteX39225" fmla="*/ 1261396 w 3114960"/>
              <a:gd name="connsiteY39225" fmla="*/ 3469577 h 5143785"/>
              <a:gd name="connsiteX39226" fmla="*/ 1362837 w 3114960"/>
              <a:gd name="connsiteY39226" fmla="*/ 3469577 h 5143785"/>
              <a:gd name="connsiteX39227" fmla="*/ 1362837 w 3114960"/>
              <a:gd name="connsiteY39227" fmla="*/ 3450812 h 5143785"/>
              <a:gd name="connsiteX39228" fmla="*/ 1366647 w 3114960"/>
              <a:gd name="connsiteY39228" fmla="*/ 3447002 h 5143785"/>
              <a:gd name="connsiteX39229" fmla="*/ 1385411 w 3114960"/>
              <a:gd name="connsiteY39229" fmla="*/ 3447002 h 5143785"/>
              <a:gd name="connsiteX39230" fmla="*/ 1389221 w 3114960"/>
              <a:gd name="connsiteY39230" fmla="*/ 3450812 h 5143785"/>
              <a:gd name="connsiteX39231" fmla="*/ 1389221 w 3114960"/>
              <a:gd name="connsiteY39231" fmla="*/ 3469577 h 5143785"/>
              <a:gd name="connsiteX39232" fmla="*/ 1385411 w 3114960"/>
              <a:gd name="connsiteY39232" fmla="*/ 3473387 h 5143785"/>
              <a:gd name="connsiteX39233" fmla="*/ 1366647 w 3114960"/>
              <a:gd name="connsiteY39233" fmla="*/ 3473387 h 5143785"/>
              <a:gd name="connsiteX39234" fmla="*/ 1362837 w 3114960"/>
              <a:gd name="connsiteY39234" fmla="*/ 3469577 h 5143785"/>
              <a:gd name="connsiteX39235" fmla="*/ 1231202 w 3114960"/>
              <a:gd name="connsiteY39235" fmla="*/ 2122646 h 5143785"/>
              <a:gd name="connsiteX39236" fmla="*/ 1223486 w 3114960"/>
              <a:gd name="connsiteY39236" fmla="*/ 2130362 h 5143785"/>
              <a:gd name="connsiteX39237" fmla="*/ 1231202 w 3114960"/>
              <a:gd name="connsiteY39237" fmla="*/ 2138077 h 5143785"/>
              <a:gd name="connsiteX39238" fmla="*/ 1239012 w 3114960"/>
              <a:gd name="connsiteY39238" fmla="*/ 2130362 h 5143785"/>
              <a:gd name="connsiteX39239" fmla="*/ 1231202 w 3114960"/>
              <a:gd name="connsiteY39239" fmla="*/ 2122646 h 5143785"/>
              <a:gd name="connsiteX39240" fmla="*/ 1231202 w 3114960"/>
              <a:gd name="connsiteY39240" fmla="*/ 2135791 h 5143785"/>
              <a:gd name="connsiteX39241" fmla="*/ 1225868 w 3114960"/>
              <a:gd name="connsiteY39241" fmla="*/ 2130457 h 5143785"/>
              <a:gd name="connsiteX39242" fmla="*/ 1231202 w 3114960"/>
              <a:gd name="connsiteY39242" fmla="*/ 2125123 h 5143785"/>
              <a:gd name="connsiteX39243" fmla="*/ 1236631 w 3114960"/>
              <a:gd name="connsiteY39243" fmla="*/ 2130457 h 5143785"/>
              <a:gd name="connsiteX39244" fmla="*/ 1231202 w 3114960"/>
              <a:gd name="connsiteY39244" fmla="*/ 2135791 h 5143785"/>
              <a:gd name="connsiteX39245" fmla="*/ 1840611 w 3114960"/>
              <a:gd name="connsiteY39245" fmla="*/ 3393853 h 5143785"/>
              <a:gd name="connsiteX39246" fmla="*/ 1837087 w 3114960"/>
              <a:gd name="connsiteY39246" fmla="*/ 3394424 h 5143785"/>
              <a:gd name="connsiteX39247" fmla="*/ 1816703 w 3114960"/>
              <a:gd name="connsiteY39247" fmla="*/ 3366897 h 5143785"/>
              <a:gd name="connsiteX39248" fmla="*/ 1816703 w 3114960"/>
              <a:gd name="connsiteY39248" fmla="*/ 3366230 h 5143785"/>
              <a:gd name="connsiteX39249" fmla="*/ 1810036 w 3114960"/>
              <a:gd name="connsiteY39249" fmla="*/ 3359563 h 5143785"/>
              <a:gd name="connsiteX39250" fmla="*/ 1783937 w 3114960"/>
              <a:gd name="connsiteY39250" fmla="*/ 3359563 h 5143785"/>
              <a:gd name="connsiteX39251" fmla="*/ 1777270 w 3114960"/>
              <a:gd name="connsiteY39251" fmla="*/ 3366230 h 5143785"/>
              <a:gd name="connsiteX39252" fmla="*/ 1777270 w 3114960"/>
              <a:gd name="connsiteY39252" fmla="*/ 3371374 h 5143785"/>
              <a:gd name="connsiteX39253" fmla="*/ 1776794 w 3114960"/>
              <a:gd name="connsiteY39253" fmla="*/ 3374708 h 5143785"/>
              <a:gd name="connsiteX39254" fmla="*/ 1776413 w 3114960"/>
              <a:gd name="connsiteY39254" fmla="*/ 3371374 h 5143785"/>
              <a:gd name="connsiteX39255" fmla="*/ 1771269 w 3114960"/>
              <a:gd name="connsiteY39255" fmla="*/ 3357848 h 5143785"/>
              <a:gd name="connsiteX39256" fmla="*/ 1771269 w 3114960"/>
              <a:gd name="connsiteY39256" fmla="*/ 3357848 h 5143785"/>
              <a:gd name="connsiteX39257" fmla="*/ 1766126 w 3114960"/>
              <a:gd name="connsiteY39257" fmla="*/ 3371374 h 5143785"/>
              <a:gd name="connsiteX39258" fmla="*/ 1765745 w 3114960"/>
              <a:gd name="connsiteY39258" fmla="*/ 3374708 h 5143785"/>
              <a:gd name="connsiteX39259" fmla="*/ 1765364 w 3114960"/>
              <a:gd name="connsiteY39259" fmla="*/ 3371374 h 5143785"/>
              <a:gd name="connsiteX39260" fmla="*/ 1760220 w 3114960"/>
              <a:gd name="connsiteY39260" fmla="*/ 3357753 h 5143785"/>
              <a:gd name="connsiteX39261" fmla="*/ 1760220 w 3114960"/>
              <a:gd name="connsiteY39261" fmla="*/ 3357753 h 5143785"/>
              <a:gd name="connsiteX39262" fmla="*/ 1755077 w 3114960"/>
              <a:gd name="connsiteY39262" fmla="*/ 3371279 h 5143785"/>
              <a:gd name="connsiteX39263" fmla="*/ 1754600 w 3114960"/>
              <a:gd name="connsiteY39263" fmla="*/ 3374708 h 5143785"/>
              <a:gd name="connsiteX39264" fmla="*/ 1754219 w 3114960"/>
              <a:gd name="connsiteY39264" fmla="*/ 3371279 h 5143785"/>
              <a:gd name="connsiteX39265" fmla="*/ 1749076 w 3114960"/>
              <a:gd name="connsiteY39265" fmla="*/ 3357753 h 5143785"/>
              <a:gd name="connsiteX39266" fmla="*/ 1749076 w 3114960"/>
              <a:gd name="connsiteY39266" fmla="*/ 3357753 h 5143785"/>
              <a:gd name="connsiteX39267" fmla="*/ 1743932 w 3114960"/>
              <a:gd name="connsiteY39267" fmla="*/ 3371279 h 5143785"/>
              <a:gd name="connsiteX39268" fmla="*/ 1743456 w 3114960"/>
              <a:gd name="connsiteY39268" fmla="*/ 3374708 h 5143785"/>
              <a:gd name="connsiteX39269" fmla="*/ 1742980 w 3114960"/>
              <a:gd name="connsiteY39269" fmla="*/ 3371279 h 5143785"/>
              <a:gd name="connsiteX39270" fmla="*/ 1737836 w 3114960"/>
              <a:gd name="connsiteY39270" fmla="*/ 3357753 h 5143785"/>
              <a:gd name="connsiteX39271" fmla="*/ 1737836 w 3114960"/>
              <a:gd name="connsiteY39271" fmla="*/ 3357753 h 5143785"/>
              <a:gd name="connsiteX39272" fmla="*/ 1732693 w 3114960"/>
              <a:gd name="connsiteY39272" fmla="*/ 3371279 h 5143785"/>
              <a:gd name="connsiteX39273" fmla="*/ 1732217 w 3114960"/>
              <a:gd name="connsiteY39273" fmla="*/ 3374612 h 5143785"/>
              <a:gd name="connsiteX39274" fmla="*/ 1731836 w 3114960"/>
              <a:gd name="connsiteY39274" fmla="*/ 3371279 h 5143785"/>
              <a:gd name="connsiteX39275" fmla="*/ 1726692 w 3114960"/>
              <a:gd name="connsiteY39275" fmla="*/ 3357753 h 5143785"/>
              <a:gd name="connsiteX39276" fmla="*/ 1726692 w 3114960"/>
              <a:gd name="connsiteY39276" fmla="*/ 3357753 h 5143785"/>
              <a:gd name="connsiteX39277" fmla="*/ 1721549 w 3114960"/>
              <a:gd name="connsiteY39277" fmla="*/ 3371279 h 5143785"/>
              <a:gd name="connsiteX39278" fmla="*/ 1721168 w 3114960"/>
              <a:gd name="connsiteY39278" fmla="*/ 3374612 h 5143785"/>
              <a:gd name="connsiteX39279" fmla="*/ 1720787 w 3114960"/>
              <a:gd name="connsiteY39279" fmla="*/ 3371279 h 5143785"/>
              <a:gd name="connsiteX39280" fmla="*/ 1715643 w 3114960"/>
              <a:gd name="connsiteY39280" fmla="*/ 3357753 h 5143785"/>
              <a:gd name="connsiteX39281" fmla="*/ 1715643 w 3114960"/>
              <a:gd name="connsiteY39281" fmla="*/ 3357753 h 5143785"/>
              <a:gd name="connsiteX39282" fmla="*/ 1710500 w 3114960"/>
              <a:gd name="connsiteY39282" fmla="*/ 3371279 h 5143785"/>
              <a:gd name="connsiteX39283" fmla="*/ 1710119 w 3114960"/>
              <a:gd name="connsiteY39283" fmla="*/ 3374612 h 5143785"/>
              <a:gd name="connsiteX39284" fmla="*/ 1709738 w 3114960"/>
              <a:gd name="connsiteY39284" fmla="*/ 3371279 h 5143785"/>
              <a:gd name="connsiteX39285" fmla="*/ 1704594 w 3114960"/>
              <a:gd name="connsiteY39285" fmla="*/ 3357753 h 5143785"/>
              <a:gd name="connsiteX39286" fmla="*/ 1704594 w 3114960"/>
              <a:gd name="connsiteY39286" fmla="*/ 3357753 h 5143785"/>
              <a:gd name="connsiteX39287" fmla="*/ 1699451 w 3114960"/>
              <a:gd name="connsiteY39287" fmla="*/ 3371279 h 5143785"/>
              <a:gd name="connsiteX39288" fmla="*/ 1699070 w 3114960"/>
              <a:gd name="connsiteY39288" fmla="*/ 3374612 h 5143785"/>
              <a:gd name="connsiteX39289" fmla="*/ 1698689 w 3114960"/>
              <a:gd name="connsiteY39289" fmla="*/ 3371279 h 5143785"/>
              <a:gd name="connsiteX39290" fmla="*/ 1693545 w 3114960"/>
              <a:gd name="connsiteY39290" fmla="*/ 3357753 h 5143785"/>
              <a:gd name="connsiteX39291" fmla="*/ 1693545 w 3114960"/>
              <a:gd name="connsiteY39291" fmla="*/ 3357753 h 5143785"/>
              <a:gd name="connsiteX39292" fmla="*/ 1688402 w 3114960"/>
              <a:gd name="connsiteY39292" fmla="*/ 3371279 h 5143785"/>
              <a:gd name="connsiteX39293" fmla="*/ 1688021 w 3114960"/>
              <a:gd name="connsiteY39293" fmla="*/ 3374612 h 5143785"/>
              <a:gd name="connsiteX39294" fmla="*/ 1687640 w 3114960"/>
              <a:gd name="connsiteY39294" fmla="*/ 3371279 h 5143785"/>
              <a:gd name="connsiteX39295" fmla="*/ 1682496 w 3114960"/>
              <a:gd name="connsiteY39295" fmla="*/ 3357753 h 5143785"/>
              <a:gd name="connsiteX39296" fmla="*/ 1682496 w 3114960"/>
              <a:gd name="connsiteY39296" fmla="*/ 3357753 h 5143785"/>
              <a:gd name="connsiteX39297" fmla="*/ 1677353 w 3114960"/>
              <a:gd name="connsiteY39297" fmla="*/ 3371279 h 5143785"/>
              <a:gd name="connsiteX39298" fmla="*/ 1676972 w 3114960"/>
              <a:gd name="connsiteY39298" fmla="*/ 3374612 h 5143785"/>
              <a:gd name="connsiteX39299" fmla="*/ 1676591 w 3114960"/>
              <a:gd name="connsiteY39299" fmla="*/ 3371279 h 5143785"/>
              <a:gd name="connsiteX39300" fmla="*/ 1671447 w 3114960"/>
              <a:gd name="connsiteY39300" fmla="*/ 3357658 h 5143785"/>
              <a:gd name="connsiteX39301" fmla="*/ 1671447 w 3114960"/>
              <a:gd name="connsiteY39301" fmla="*/ 3357658 h 5143785"/>
              <a:gd name="connsiteX39302" fmla="*/ 1666303 w 3114960"/>
              <a:gd name="connsiteY39302" fmla="*/ 3371184 h 5143785"/>
              <a:gd name="connsiteX39303" fmla="*/ 1665923 w 3114960"/>
              <a:gd name="connsiteY39303" fmla="*/ 3374517 h 5143785"/>
              <a:gd name="connsiteX39304" fmla="*/ 1665542 w 3114960"/>
              <a:gd name="connsiteY39304" fmla="*/ 3371184 h 5143785"/>
              <a:gd name="connsiteX39305" fmla="*/ 1660398 w 3114960"/>
              <a:gd name="connsiteY39305" fmla="*/ 3357658 h 5143785"/>
              <a:gd name="connsiteX39306" fmla="*/ 1660398 w 3114960"/>
              <a:gd name="connsiteY39306" fmla="*/ 3357658 h 5143785"/>
              <a:gd name="connsiteX39307" fmla="*/ 1655255 w 3114960"/>
              <a:gd name="connsiteY39307" fmla="*/ 3371184 h 5143785"/>
              <a:gd name="connsiteX39308" fmla="*/ 1654778 w 3114960"/>
              <a:gd name="connsiteY39308" fmla="*/ 3374612 h 5143785"/>
              <a:gd name="connsiteX39309" fmla="*/ 1654397 w 3114960"/>
              <a:gd name="connsiteY39309" fmla="*/ 3371184 h 5143785"/>
              <a:gd name="connsiteX39310" fmla="*/ 1649254 w 3114960"/>
              <a:gd name="connsiteY39310" fmla="*/ 3357658 h 5143785"/>
              <a:gd name="connsiteX39311" fmla="*/ 1649254 w 3114960"/>
              <a:gd name="connsiteY39311" fmla="*/ 3357658 h 5143785"/>
              <a:gd name="connsiteX39312" fmla="*/ 1644110 w 3114960"/>
              <a:gd name="connsiteY39312" fmla="*/ 3371184 h 5143785"/>
              <a:gd name="connsiteX39313" fmla="*/ 1643634 w 3114960"/>
              <a:gd name="connsiteY39313" fmla="*/ 3374612 h 5143785"/>
              <a:gd name="connsiteX39314" fmla="*/ 1643253 w 3114960"/>
              <a:gd name="connsiteY39314" fmla="*/ 3371184 h 5143785"/>
              <a:gd name="connsiteX39315" fmla="*/ 1638110 w 3114960"/>
              <a:gd name="connsiteY39315" fmla="*/ 3357658 h 5143785"/>
              <a:gd name="connsiteX39316" fmla="*/ 1638110 w 3114960"/>
              <a:gd name="connsiteY39316" fmla="*/ 3357658 h 5143785"/>
              <a:gd name="connsiteX39317" fmla="*/ 1632966 w 3114960"/>
              <a:gd name="connsiteY39317" fmla="*/ 3371184 h 5143785"/>
              <a:gd name="connsiteX39318" fmla="*/ 1632585 w 3114960"/>
              <a:gd name="connsiteY39318" fmla="*/ 3374517 h 5143785"/>
              <a:gd name="connsiteX39319" fmla="*/ 1632204 w 3114960"/>
              <a:gd name="connsiteY39319" fmla="*/ 3371184 h 5143785"/>
              <a:gd name="connsiteX39320" fmla="*/ 1632204 w 3114960"/>
              <a:gd name="connsiteY39320" fmla="*/ 3370231 h 5143785"/>
              <a:gd name="connsiteX39321" fmla="*/ 1632109 w 3114960"/>
              <a:gd name="connsiteY39321" fmla="*/ 3366230 h 5143785"/>
              <a:gd name="connsiteX39322" fmla="*/ 1625441 w 3114960"/>
              <a:gd name="connsiteY39322" fmla="*/ 3359563 h 5143785"/>
              <a:gd name="connsiteX39323" fmla="*/ 1599343 w 3114960"/>
              <a:gd name="connsiteY39323" fmla="*/ 3359563 h 5143785"/>
              <a:gd name="connsiteX39324" fmla="*/ 1592675 w 3114960"/>
              <a:gd name="connsiteY39324" fmla="*/ 3366230 h 5143785"/>
              <a:gd name="connsiteX39325" fmla="*/ 1592675 w 3114960"/>
              <a:gd name="connsiteY39325" fmla="*/ 3368040 h 5143785"/>
              <a:gd name="connsiteX39326" fmla="*/ 1526572 w 3114960"/>
              <a:gd name="connsiteY39326" fmla="*/ 3368040 h 5143785"/>
              <a:gd name="connsiteX39327" fmla="*/ 1505807 w 3114960"/>
              <a:gd name="connsiteY39327" fmla="*/ 3343275 h 5143785"/>
              <a:gd name="connsiteX39328" fmla="*/ 1505522 w 3114960"/>
              <a:gd name="connsiteY39328" fmla="*/ 3214116 h 5143785"/>
              <a:gd name="connsiteX39329" fmla="*/ 1556004 w 3114960"/>
              <a:gd name="connsiteY39329" fmla="*/ 3166872 h 5143785"/>
              <a:gd name="connsiteX39330" fmla="*/ 1588580 w 3114960"/>
              <a:gd name="connsiteY39330" fmla="*/ 3166872 h 5143785"/>
              <a:gd name="connsiteX39331" fmla="*/ 1600391 w 3114960"/>
              <a:gd name="connsiteY39331" fmla="*/ 3176778 h 5143785"/>
              <a:gd name="connsiteX39332" fmla="*/ 1612202 w 3114960"/>
              <a:gd name="connsiteY39332" fmla="*/ 3167063 h 5143785"/>
              <a:gd name="connsiteX39333" fmla="*/ 1687354 w 3114960"/>
              <a:gd name="connsiteY39333" fmla="*/ 3167063 h 5143785"/>
              <a:gd name="connsiteX39334" fmla="*/ 1724597 w 3114960"/>
              <a:gd name="connsiteY39334" fmla="*/ 3206496 h 5143785"/>
              <a:gd name="connsiteX39335" fmla="*/ 1888903 w 3114960"/>
              <a:gd name="connsiteY39335" fmla="*/ 3206115 h 5143785"/>
              <a:gd name="connsiteX39336" fmla="*/ 1889855 w 3114960"/>
              <a:gd name="connsiteY39336" fmla="*/ 3206115 h 5143785"/>
              <a:gd name="connsiteX39337" fmla="*/ 1945767 w 3114960"/>
              <a:gd name="connsiteY39337" fmla="*/ 3154585 h 5143785"/>
              <a:gd name="connsiteX39338" fmla="*/ 1971961 w 3114960"/>
              <a:gd name="connsiteY39338" fmla="*/ 3154585 h 5143785"/>
              <a:gd name="connsiteX39339" fmla="*/ 1981200 w 3114960"/>
              <a:gd name="connsiteY39339" fmla="*/ 3161919 h 5143785"/>
              <a:gd name="connsiteX39340" fmla="*/ 1990916 w 3114960"/>
              <a:gd name="connsiteY39340" fmla="*/ 3152109 h 5143785"/>
              <a:gd name="connsiteX39341" fmla="*/ 1981200 w 3114960"/>
              <a:gd name="connsiteY39341" fmla="*/ 3142298 h 5143785"/>
              <a:gd name="connsiteX39342" fmla="*/ 1971866 w 3114960"/>
              <a:gd name="connsiteY39342" fmla="*/ 3149727 h 5143785"/>
              <a:gd name="connsiteX39343" fmla="*/ 1943862 w 3114960"/>
              <a:gd name="connsiteY39343" fmla="*/ 3149727 h 5143785"/>
              <a:gd name="connsiteX39344" fmla="*/ 1887950 w 3114960"/>
              <a:gd name="connsiteY39344" fmla="*/ 3201257 h 5143785"/>
              <a:gd name="connsiteX39345" fmla="*/ 1726692 w 3114960"/>
              <a:gd name="connsiteY39345" fmla="*/ 3201638 h 5143785"/>
              <a:gd name="connsiteX39346" fmla="*/ 1689449 w 3114960"/>
              <a:gd name="connsiteY39346" fmla="*/ 3162110 h 5143785"/>
              <a:gd name="connsiteX39347" fmla="*/ 1612297 w 3114960"/>
              <a:gd name="connsiteY39347" fmla="*/ 3162110 h 5143785"/>
              <a:gd name="connsiteX39348" fmla="*/ 1600391 w 3114960"/>
              <a:gd name="connsiteY39348" fmla="*/ 3152109 h 5143785"/>
              <a:gd name="connsiteX39349" fmla="*/ 1588580 w 3114960"/>
              <a:gd name="connsiteY39349" fmla="*/ 3162014 h 5143785"/>
              <a:gd name="connsiteX39350" fmla="*/ 1554099 w 3114960"/>
              <a:gd name="connsiteY39350" fmla="*/ 3162014 h 5143785"/>
              <a:gd name="connsiteX39351" fmla="*/ 1500664 w 3114960"/>
              <a:gd name="connsiteY39351" fmla="*/ 3211925 h 5143785"/>
              <a:gd name="connsiteX39352" fmla="*/ 1500950 w 3114960"/>
              <a:gd name="connsiteY39352" fmla="*/ 3343942 h 5143785"/>
              <a:gd name="connsiteX39353" fmla="*/ 1500950 w 3114960"/>
              <a:gd name="connsiteY39353" fmla="*/ 3344799 h 5143785"/>
              <a:gd name="connsiteX39354" fmla="*/ 1524286 w 3114960"/>
              <a:gd name="connsiteY39354" fmla="*/ 3372612 h 5143785"/>
              <a:gd name="connsiteX39355" fmla="*/ 1592675 w 3114960"/>
              <a:gd name="connsiteY39355" fmla="*/ 3372612 h 5143785"/>
              <a:gd name="connsiteX39356" fmla="*/ 1592675 w 3114960"/>
              <a:gd name="connsiteY39356" fmla="*/ 3374422 h 5143785"/>
              <a:gd name="connsiteX39357" fmla="*/ 1599343 w 3114960"/>
              <a:gd name="connsiteY39357" fmla="*/ 3381089 h 5143785"/>
              <a:gd name="connsiteX39358" fmla="*/ 1625441 w 3114960"/>
              <a:gd name="connsiteY39358" fmla="*/ 3381089 h 5143785"/>
              <a:gd name="connsiteX39359" fmla="*/ 1628775 w 3114960"/>
              <a:gd name="connsiteY39359" fmla="*/ 3380042 h 5143785"/>
              <a:gd name="connsiteX39360" fmla="*/ 1632585 w 3114960"/>
              <a:gd name="connsiteY39360" fmla="*/ 3385090 h 5143785"/>
              <a:gd name="connsiteX39361" fmla="*/ 1632585 w 3114960"/>
              <a:gd name="connsiteY39361" fmla="*/ 3385090 h 5143785"/>
              <a:gd name="connsiteX39362" fmla="*/ 1637728 w 3114960"/>
              <a:gd name="connsiteY39362" fmla="*/ 3371564 h 5143785"/>
              <a:gd name="connsiteX39363" fmla="*/ 1638110 w 3114960"/>
              <a:gd name="connsiteY39363" fmla="*/ 3368230 h 5143785"/>
              <a:gd name="connsiteX39364" fmla="*/ 1638491 w 3114960"/>
              <a:gd name="connsiteY39364" fmla="*/ 3371564 h 5143785"/>
              <a:gd name="connsiteX39365" fmla="*/ 1643634 w 3114960"/>
              <a:gd name="connsiteY39365" fmla="*/ 3385090 h 5143785"/>
              <a:gd name="connsiteX39366" fmla="*/ 1643634 w 3114960"/>
              <a:gd name="connsiteY39366" fmla="*/ 3385090 h 5143785"/>
              <a:gd name="connsiteX39367" fmla="*/ 1648778 w 3114960"/>
              <a:gd name="connsiteY39367" fmla="*/ 3371564 h 5143785"/>
              <a:gd name="connsiteX39368" fmla="*/ 1649254 w 3114960"/>
              <a:gd name="connsiteY39368" fmla="*/ 3368135 h 5143785"/>
              <a:gd name="connsiteX39369" fmla="*/ 1649635 w 3114960"/>
              <a:gd name="connsiteY39369" fmla="*/ 3371564 h 5143785"/>
              <a:gd name="connsiteX39370" fmla="*/ 1654778 w 3114960"/>
              <a:gd name="connsiteY39370" fmla="*/ 3385090 h 5143785"/>
              <a:gd name="connsiteX39371" fmla="*/ 1654778 w 3114960"/>
              <a:gd name="connsiteY39371" fmla="*/ 3385090 h 5143785"/>
              <a:gd name="connsiteX39372" fmla="*/ 1659922 w 3114960"/>
              <a:gd name="connsiteY39372" fmla="*/ 3371564 h 5143785"/>
              <a:gd name="connsiteX39373" fmla="*/ 1660303 w 3114960"/>
              <a:gd name="connsiteY39373" fmla="*/ 3368230 h 5143785"/>
              <a:gd name="connsiteX39374" fmla="*/ 1660684 w 3114960"/>
              <a:gd name="connsiteY39374" fmla="*/ 3371564 h 5143785"/>
              <a:gd name="connsiteX39375" fmla="*/ 1665827 w 3114960"/>
              <a:gd name="connsiteY39375" fmla="*/ 3385090 h 5143785"/>
              <a:gd name="connsiteX39376" fmla="*/ 1670971 w 3114960"/>
              <a:gd name="connsiteY39376" fmla="*/ 3371564 h 5143785"/>
              <a:gd name="connsiteX39377" fmla="*/ 1671352 w 3114960"/>
              <a:gd name="connsiteY39377" fmla="*/ 3368230 h 5143785"/>
              <a:gd name="connsiteX39378" fmla="*/ 1671733 w 3114960"/>
              <a:gd name="connsiteY39378" fmla="*/ 3371564 h 5143785"/>
              <a:gd name="connsiteX39379" fmla="*/ 1676876 w 3114960"/>
              <a:gd name="connsiteY39379" fmla="*/ 3385090 h 5143785"/>
              <a:gd name="connsiteX39380" fmla="*/ 1682020 w 3114960"/>
              <a:gd name="connsiteY39380" fmla="*/ 3371564 h 5143785"/>
              <a:gd name="connsiteX39381" fmla="*/ 1682401 w 3114960"/>
              <a:gd name="connsiteY39381" fmla="*/ 3368230 h 5143785"/>
              <a:gd name="connsiteX39382" fmla="*/ 1682782 w 3114960"/>
              <a:gd name="connsiteY39382" fmla="*/ 3371564 h 5143785"/>
              <a:gd name="connsiteX39383" fmla="*/ 1687925 w 3114960"/>
              <a:gd name="connsiteY39383" fmla="*/ 3385090 h 5143785"/>
              <a:gd name="connsiteX39384" fmla="*/ 1693069 w 3114960"/>
              <a:gd name="connsiteY39384" fmla="*/ 3371564 h 5143785"/>
              <a:gd name="connsiteX39385" fmla="*/ 1693450 w 3114960"/>
              <a:gd name="connsiteY39385" fmla="*/ 3368230 h 5143785"/>
              <a:gd name="connsiteX39386" fmla="*/ 1693831 w 3114960"/>
              <a:gd name="connsiteY39386" fmla="*/ 3371564 h 5143785"/>
              <a:gd name="connsiteX39387" fmla="*/ 1698974 w 3114960"/>
              <a:gd name="connsiteY39387" fmla="*/ 3385185 h 5143785"/>
              <a:gd name="connsiteX39388" fmla="*/ 1704118 w 3114960"/>
              <a:gd name="connsiteY39388" fmla="*/ 3371660 h 5143785"/>
              <a:gd name="connsiteX39389" fmla="*/ 1704499 w 3114960"/>
              <a:gd name="connsiteY39389" fmla="*/ 3368326 h 5143785"/>
              <a:gd name="connsiteX39390" fmla="*/ 1704880 w 3114960"/>
              <a:gd name="connsiteY39390" fmla="*/ 3371660 h 5143785"/>
              <a:gd name="connsiteX39391" fmla="*/ 1710023 w 3114960"/>
              <a:gd name="connsiteY39391" fmla="*/ 3385185 h 5143785"/>
              <a:gd name="connsiteX39392" fmla="*/ 1715167 w 3114960"/>
              <a:gd name="connsiteY39392" fmla="*/ 3371660 h 5143785"/>
              <a:gd name="connsiteX39393" fmla="*/ 1715548 w 3114960"/>
              <a:gd name="connsiteY39393" fmla="*/ 3368326 h 5143785"/>
              <a:gd name="connsiteX39394" fmla="*/ 1715929 w 3114960"/>
              <a:gd name="connsiteY39394" fmla="*/ 3371660 h 5143785"/>
              <a:gd name="connsiteX39395" fmla="*/ 1721072 w 3114960"/>
              <a:gd name="connsiteY39395" fmla="*/ 3385185 h 5143785"/>
              <a:gd name="connsiteX39396" fmla="*/ 1726216 w 3114960"/>
              <a:gd name="connsiteY39396" fmla="*/ 3371660 h 5143785"/>
              <a:gd name="connsiteX39397" fmla="*/ 1726597 w 3114960"/>
              <a:gd name="connsiteY39397" fmla="*/ 3368326 h 5143785"/>
              <a:gd name="connsiteX39398" fmla="*/ 1726978 w 3114960"/>
              <a:gd name="connsiteY39398" fmla="*/ 3371660 h 5143785"/>
              <a:gd name="connsiteX39399" fmla="*/ 1732121 w 3114960"/>
              <a:gd name="connsiteY39399" fmla="*/ 3385185 h 5143785"/>
              <a:gd name="connsiteX39400" fmla="*/ 1737265 w 3114960"/>
              <a:gd name="connsiteY39400" fmla="*/ 3371660 h 5143785"/>
              <a:gd name="connsiteX39401" fmla="*/ 1737741 w 3114960"/>
              <a:gd name="connsiteY39401" fmla="*/ 3368230 h 5143785"/>
              <a:gd name="connsiteX39402" fmla="*/ 1738122 w 3114960"/>
              <a:gd name="connsiteY39402" fmla="*/ 3371660 h 5143785"/>
              <a:gd name="connsiteX39403" fmla="*/ 1743266 w 3114960"/>
              <a:gd name="connsiteY39403" fmla="*/ 3385185 h 5143785"/>
              <a:gd name="connsiteX39404" fmla="*/ 1748409 w 3114960"/>
              <a:gd name="connsiteY39404" fmla="*/ 3371660 h 5143785"/>
              <a:gd name="connsiteX39405" fmla="*/ 1748885 w 3114960"/>
              <a:gd name="connsiteY39405" fmla="*/ 3368230 h 5143785"/>
              <a:gd name="connsiteX39406" fmla="*/ 1749266 w 3114960"/>
              <a:gd name="connsiteY39406" fmla="*/ 3371660 h 5143785"/>
              <a:gd name="connsiteX39407" fmla="*/ 1754410 w 3114960"/>
              <a:gd name="connsiteY39407" fmla="*/ 3385280 h 5143785"/>
              <a:gd name="connsiteX39408" fmla="*/ 1759553 w 3114960"/>
              <a:gd name="connsiteY39408" fmla="*/ 3371755 h 5143785"/>
              <a:gd name="connsiteX39409" fmla="*/ 1759934 w 3114960"/>
              <a:gd name="connsiteY39409" fmla="*/ 3368326 h 5143785"/>
              <a:gd name="connsiteX39410" fmla="*/ 1760315 w 3114960"/>
              <a:gd name="connsiteY39410" fmla="*/ 3371755 h 5143785"/>
              <a:gd name="connsiteX39411" fmla="*/ 1765459 w 3114960"/>
              <a:gd name="connsiteY39411" fmla="*/ 3385280 h 5143785"/>
              <a:gd name="connsiteX39412" fmla="*/ 1770602 w 3114960"/>
              <a:gd name="connsiteY39412" fmla="*/ 3371755 h 5143785"/>
              <a:gd name="connsiteX39413" fmla="*/ 1770983 w 3114960"/>
              <a:gd name="connsiteY39413" fmla="*/ 3368421 h 5143785"/>
              <a:gd name="connsiteX39414" fmla="*/ 1771364 w 3114960"/>
              <a:gd name="connsiteY39414" fmla="*/ 3371755 h 5143785"/>
              <a:gd name="connsiteX39415" fmla="*/ 1776508 w 3114960"/>
              <a:gd name="connsiteY39415" fmla="*/ 3385280 h 5143785"/>
              <a:gd name="connsiteX39416" fmla="*/ 1780413 w 3114960"/>
              <a:gd name="connsiteY39416" fmla="*/ 3379946 h 5143785"/>
              <a:gd name="connsiteX39417" fmla="*/ 1783747 w 3114960"/>
              <a:gd name="connsiteY39417" fmla="*/ 3380994 h 5143785"/>
              <a:gd name="connsiteX39418" fmla="*/ 1809845 w 3114960"/>
              <a:gd name="connsiteY39418" fmla="*/ 3380994 h 5143785"/>
              <a:gd name="connsiteX39419" fmla="*/ 1816513 w 3114960"/>
              <a:gd name="connsiteY39419" fmla="*/ 3374612 h 5143785"/>
              <a:gd name="connsiteX39420" fmla="*/ 1832515 w 3114960"/>
              <a:gd name="connsiteY39420" fmla="*/ 3396234 h 5143785"/>
              <a:gd name="connsiteX39421" fmla="*/ 1826990 w 3114960"/>
              <a:gd name="connsiteY39421" fmla="*/ 3405092 h 5143785"/>
              <a:gd name="connsiteX39422" fmla="*/ 1825752 w 3114960"/>
              <a:gd name="connsiteY39422" fmla="*/ 3405092 h 5143785"/>
              <a:gd name="connsiteX39423" fmla="*/ 1825752 w 3114960"/>
              <a:gd name="connsiteY39423" fmla="*/ 3409855 h 5143785"/>
              <a:gd name="connsiteX39424" fmla="*/ 1826990 w 3114960"/>
              <a:gd name="connsiteY39424" fmla="*/ 3409855 h 5143785"/>
              <a:gd name="connsiteX39425" fmla="*/ 1834325 w 3114960"/>
              <a:gd name="connsiteY39425" fmla="*/ 3419380 h 5143785"/>
              <a:gd name="connsiteX39426" fmla="*/ 1814608 w 3114960"/>
              <a:gd name="connsiteY39426" fmla="*/ 3444717 h 5143785"/>
              <a:gd name="connsiteX39427" fmla="*/ 1809750 w 3114960"/>
              <a:gd name="connsiteY39427" fmla="*/ 3442621 h 5143785"/>
              <a:gd name="connsiteX39428" fmla="*/ 1783652 w 3114960"/>
              <a:gd name="connsiteY39428" fmla="*/ 3442621 h 5143785"/>
              <a:gd name="connsiteX39429" fmla="*/ 1776984 w 3114960"/>
              <a:gd name="connsiteY39429" fmla="*/ 3449288 h 5143785"/>
              <a:gd name="connsiteX39430" fmla="*/ 1776984 w 3114960"/>
              <a:gd name="connsiteY39430" fmla="*/ 3454432 h 5143785"/>
              <a:gd name="connsiteX39431" fmla="*/ 1776508 w 3114960"/>
              <a:gd name="connsiteY39431" fmla="*/ 3457766 h 5143785"/>
              <a:gd name="connsiteX39432" fmla="*/ 1776127 w 3114960"/>
              <a:gd name="connsiteY39432" fmla="*/ 3454432 h 5143785"/>
              <a:gd name="connsiteX39433" fmla="*/ 1770983 w 3114960"/>
              <a:gd name="connsiteY39433" fmla="*/ 3440906 h 5143785"/>
              <a:gd name="connsiteX39434" fmla="*/ 1770983 w 3114960"/>
              <a:gd name="connsiteY39434" fmla="*/ 3440906 h 5143785"/>
              <a:gd name="connsiteX39435" fmla="*/ 1765840 w 3114960"/>
              <a:gd name="connsiteY39435" fmla="*/ 3454432 h 5143785"/>
              <a:gd name="connsiteX39436" fmla="*/ 1765459 w 3114960"/>
              <a:gd name="connsiteY39436" fmla="*/ 3457766 h 5143785"/>
              <a:gd name="connsiteX39437" fmla="*/ 1765078 w 3114960"/>
              <a:gd name="connsiteY39437" fmla="*/ 3454432 h 5143785"/>
              <a:gd name="connsiteX39438" fmla="*/ 1759934 w 3114960"/>
              <a:gd name="connsiteY39438" fmla="*/ 3440811 h 5143785"/>
              <a:gd name="connsiteX39439" fmla="*/ 1759934 w 3114960"/>
              <a:gd name="connsiteY39439" fmla="*/ 3440811 h 5143785"/>
              <a:gd name="connsiteX39440" fmla="*/ 1754791 w 3114960"/>
              <a:gd name="connsiteY39440" fmla="*/ 3454337 h 5143785"/>
              <a:gd name="connsiteX39441" fmla="*/ 1754315 w 3114960"/>
              <a:gd name="connsiteY39441" fmla="*/ 3457766 h 5143785"/>
              <a:gd name="connsiteX39442" fmla="*/ 1753934 w 3114960"/>
              <a:gd name="connsiteY39442" fmla="*/ 3454337 h 5143785"/>
              <a:gd name="connsiteX39443" fmla="*/ 1748790 w 3114960"/>
              <a:gd name="connsiteY39443" fmla="*/ 3440811 h 5143785"/>
              <a:gd name="connsiteX39444" fmla="*/ 1743647 w 3114960"/>
              <a:gd name="connsiteY39444" fmla="*/ 3454337 h 5143785"/>
              <a:gd name="connsiteX39445" fmla="*/ 1743170 w 3114960"/>
              <a:gd name="connsiteY39445" fmla="*/ 3457766 h 5143785"/>
              <a:gd name="connsiteX39446" fmla="*/ 1742694 w 3114960"/>
              <a:gd name="connsiteY39446" fmla="*/ 3454337 h 5143785"/>
              <a:gd name="connsiteX39447" fmla="*/ 1737551 w 3114960"/>
              <a:gd name="connsiteY39447" fmla="*/ 3440811 h 5143785"/>
              <a:gd name="connsiteX39448" fmla="*/ 1737551 w 3114960"/>
              <a:gd name="connsiteY39448" fmla="*/ 3440811 h 5143785"/>
              <a:gd name="connsiteX39449" fmla="*/ 1732407 w 3114960"/>
              <a:gd name="connsiteY39449" fmla="*/ 3454337 h 5143785"/>
              <a:gd name="connsiteX39450" fmla="*/ 1731931 w 3114960"/>
              <a:gd name="connsiteY39450" fmla="*/ 3457670 h 5143785"/>
              <a:gd name="connsiteX39451" fmla="*/ 1731550 w 3114960"/>
              <a:gd name="connsiteY39451" fmla="*/ 3454337 h 5143785"/>
              <a:gd name="connsiteX39452" fmla="*/ 1726406 w 3114960"/>
              <a:gd name="connsiteY39452" fmla="*/ 3440811 h 5143785"/>
              <a:gd name="connsiteX39453" fmla="*/ 1726406 w 3114960"/>
              <a:gd name="connsiteY39453" fmla="*/ 3440811 h 5143785"/>
              <a:gd name="connsiteX39454" fmla="*/ 1721263 w 3114960"/>
              <a:gd name="connsiteY39454" fmla="*/ 3454337 h 5143785"/>
              <a:gd name="connsiteX39455" fmla="*/ 1720882 w 3114960"/>
              <a:gd name="connsiteY39455" fmla="*/ 3457670 h 5143785"/>
              <a:gd name="connsiteX39456" fmla="*/ 1720501 w 3114960"/>
              <a:gd name="connsiteY39456" fmla="*/ 3454337 h 5143785"/>
              <a:gd name="connsiteX39457" fmla="*/ 1715357 w 3114960"/>
              <a:gd name="connsiteY39457" fmla="*/ 3440811 h 5143785"/>
              <a:gd name="connsiteX39458" fmla="*/ 1715357 w 3114960"/>
              <a:gd name="connsiteY39458" fmla="*/ 3440811 h 5143785"/>
              <a:gd name="connsiteX39459" fmla="*/ 1710214 w 3114960"/>
              <a:gd name="connsiteY39459" fmla="*/ 3454337 h 5143785"/>
              <a:gd name="connsiteX39460" fmla="*/ 1709833 w 3114960"/>
              <a:gd name="connsiteY39460" fmla="*/ 3457670 h 5143785"/>
              <a:gd name="connsiteX39461" fmla="*/ 1709452 w 3114960"/>
              <a:gd name="connsiteY39461" fmla="*/ 3454337 h 5143785"/>
              <a:gd name="connsiteX39462" fmla="*/ 1704308 w 3114960"/>
              <a:gd name="connsiteY39462" fmla="*/ 3440811 h 5143785"/>
              <a:gd name="connsiteX39463" fmla="*/ 1704308 w 3114960"/>
              <a:gd name="connsiteY39463" fmla="*/ 3440811 h 5143785"/>
              <a:gd name="connsiteX39464" fmla="*/ 1699165 w 3114960"/>
              <a:gd name="connsiteY39464" fmla="*/ 3454337 h 5143785"/>
              <a:gd name="connsiteX39465" fmla="*/ 1698784 w 3114960"/>
              <a:gd name="connsiteY39465" fmla="*/ 3457670 h 5143785"/>
              <a:gd name="connsiteX39466" fmla="*/ 1698403 w 3114960"/>
              <a:gd name="connsiteY39466" fmla="*/ 3454337 h 5143785"/>
              <a:gd name="connsiteX39467" fmla="*/ 1693259 w 3114960"/>
              <a:gd name="connsiteY39467" fmla="*/ 3440811 h 5143785"/>
              <a:gd name="connsiteX39468" fmla="*/ 1693259 w 3114960"/>
              <a:gd name="connsiteY39468" fmla="*/ 3440811 h 5143785"/>
              <a:gd name="connsiteX39469" fmla="*/ 1688116 w 3114960"/>
              <a:gd name="connsiteY39469" fmla="*/ 3454337 h 5143785"/>
              <a:gd name="connsiteX39470" fmla="*/ 1687735 w 3114960"/>
              <a:gd name="connsiteY39470" fmla="*/ 3457670 h 5143785"/>
              <a:gd name="connsiteX39471" fmla="*/ 1687354 w 3114960"/>
              <a:gd name="connsiteY39471" fmla="*/ 3454337 h 5143785"/>
              <a:gd name="connsiteX39472" fmla="*/ 1682210 w 3114960"/>
              <a:gd name="connsiteY39472" fmla="*/ 3440811 h 5143785"/>
              <a:gd name="connsiteX39473" fmla="*/ 1677067 w 3114960"/>
              <a:gd name="connsiteY39473" fmla="*/ 3454337 h 5143785"/>
              <a:gd name="connsiteX39474" fmla="*/ 1676686 w 3114960"/>
              <a:gd name="connsiteY39474" fmla="*/ 3457670 h 5143785"/>
              <a:gd name="connsiteX39475" fmla="*/ 1676305 w 3114960"/>
              <a:gd name="connsiteY39475" fmla="*/ 3454337 h 5143785"/>
              <a:gd name="connsiteX39476" fmla="*/ 1671161 w 3114960"/>
              <a:gd name="connsiteY39476" fmla="*/ 3440716 h 5143785"/>
              <a:gd name="connsiteX39477" fmla="*/ 1671161 w 3114960"/>
              <a:gd name="connsiteY39477" fmla="*/ 3440716 h 5143785"/>
              <a:gd name="connsiteX39478" fmla="*/ 1666018 w 3114960"/>
              <a:gd name="connsiteY39478" fmla="*/ 3454242 h 5143785"/>
              <a:gd name="connsiteX39479" fmla="*/ 1665637 w 3114960"/>
              <a:gd name="connsiteY39479" fmla="*/ 3457575 h 5143785"/>
              <a:gd name="connsiteX39480" fmla="*/ 1665256 w 3114960"/>
              <a:gd name="connsiteY39480" fmla="*/ 3454242 h 5143785"/>
              <a:gd name="connsiteX39481" fmla="*/ 1660112 w 3114960"/>
              <a:gd name="connsiteY39481" fmla="*/ 3440716 h 5143785"/>
              <a:gd name="connsiteX39482" fmla="*/ 1660112 w 3114960"/>
              <a:gd name="connsiteY39482" fmla="*/ 3440716 h 5143785"/>
              <a:gd name="connsiteX39483" fmla="*/ 1654969 w 3114960"/>
              <a:gd name="connsiteY39483" fmla="*/ 3454242 h 5143785"/>
              <a:gd name="connsiteX39484" fmla="*/ 1654493 w 3114960"/>
              <a:gd name="connsiteY39484" fmla="*/ 3457670 h 5143785"/>
              <a:gd name="connsiteX39485" fmla="*/ 1654112 w 3114960"/>
              <a:gd name="connsiteY39485" fmla="*/ 3454242 h 5143785"/>
              <a:gd name="connsiteX39486" fmla="*/ 1648968 w 3114960"/>
              <a:gd name="connsiteY39486" fmla="*/ 3440716 h 5143785"/>
              <a:gd name="connsiteX39487" fmla="*/ 1648968 w 3114960"/>
              <a:gd name="connsiteY39487" fmla="*/ 3440716 h 5143785"/>
              <a:gd name="connsiteX39488" fmla="*/ 1643825 w 3114960"/>
              <a:gd name="connsiteY39488" fmla="*/ 3454242 h 5143785"/>
              <a:gd name="connsiteX39489" fmla="*/ 1643348 w 3114960"/>
              <a:gd name="connsiteY39489" fmla="*/ 3457670 h 5143785"/>
              <a:gd name="connsiteX39490" fmla="*/ 1642967 w 3114960"/>
              <a:gd name="connsiteY39490" fmla="*/ 3454242 h 5143785"/>
              <a:gd name="connsiteX39491" fmla="*/ 1637824 w 3114960"/>
              <a:gd name="connsiteY39491" fmla="*/ 3440716 h 5143785"/>
              <a:gd name="connsiteX39492" fmla="*/ 1637824 w 3114960"/>
              <a:gd name="connsiteY39492" fmla="*/ 3440716 h 5143785"/>
              <a:gd name="connsiteX39493" fmla="*/ 1632680 w 3114960"/>
              <a:gd name="connsiteY39493" fmla="*/ 3454242 h 5143785"/>
              <a:gd name="connsiteX39494" fmla="*/ 1632299 w 3114960"/>
              <a:gd name="connsiteY39494" fmla="*/ 3457575 h 5143785"/>
              <a:gd name="connsiteX39495" fmla="*/ 1631918 w 3114960"/>
              <a:gd name="connsiteY39495" fmla="*/ 3454242 h 5143785"/>
              <a:gd name="connsiteX39496" fmla="*/ 1631918 w 3114960"/>
              <a:gd name="connsiteY39496" fmla="*/ 3453289 h 5143785"/>
              <a:gd name="connsiteX39497" fmla="*/ 1631823 w 3114960"/>
              <a:gd name="connsiteY39497" fmla="*/ 3449288 h 5143785"/>
              <a:gd name="connsiteX39498" fmla="*/ 1625156 w 3114960"/>
              <a:gd name="connsiteY39498" fmla="*/ 3442621 h 5143785"/>
              <a:gd name="connsiteX39499" fmla="*/ 1599057 w 3114960"/>
              <a:gd name="connsiteY39499" fmla="*/ 3442621 h 5143785"/>
              <a:gd name="connsiteX39500" fmla="*/ 1592390 w 3114960"/>
              <a:gd name="connsiteY39500" fmla="*/ 3449288 h 5143785"/>
              <a:gd name="connsiteX39501" fmla="*/ 1592390 w 3114960"/>
              <a:gd name="connsiteY39501" fmla="*/ 3452241 h 5143785"/>
              <a:gd name="connsiteX39502" fmla="*/ 1530668 w 3114960"/>
              <a:gd name="connsiteY39502" fmla="*/ 3452241 h 5143785"/>
              <a:gd name="connsiteX39503" fmla="*/ 1499711 w 3114960"/>
              <a:gd name="connsiteY39503" fmla="*/ 3491579 h 5143785"/>
              <a:gd name="connsiteX39504" fmla="*/ 1499711 w 3114960"/>
              <a:gd name="connsiteY39504" fmla="*/ 3595021 h 5143785"/>
              <a:gd name="connsiteX39505" fmla="*/ 1487234 w 3114960"/>
              <a:gd name="connsiteY39505" fmla="*/ 3611594 h 5143785"/>
              <a:gd name="connsiteX39506" fmla="*/ 1487234 w 3114960"/>
              <a:gd name="connsiteY39506" fmla="*/ 3662267 h 5143785"/>
              <a:gd name="connsiteX39507" fmla="*/ 1475994 w 3114960"/>
              <a:gd name="connsiteY39507" fmla="*/ 3675698 h 5143785"/>
              <a:gd name="connsiteX39508" fmla="*/ 1477994 w 3114960"/>
              <a:gd name="connsiteY39508" fmla="*/ 3682842 h 5143785"/>
              <a:gd name="connsiteX39509" fmla="*/ 1393698 w 3114960"/>
              <a:gd name="connsiteY39509" fmla="*/ 3755708 h 5143785"/>
              <a:gd name="connsiteX39510" fmla="*/ 1327690 w 3114960"/>
              <a:gd name="connsiteY39510" fmla="*/ 3755898 h 5143785"/>
              <a:gd name="connsiteX39511" fmla="*/ 1327690 w 3114960"/>
              <a:gd name="connsiteY39511" fmla="*/ 3753231 h 5143785"/>
              <a:gd name="connsiteX39512" fmla="*/ 1323785 w 3114960"/>
              <a:gd name="connsiteY39512" fmla="*/ 3749326 h 5143785"/>
              <a:gd name="connsiteX39513" fmla="*/ 1313878 w 3114960"/>
              <a:gd name="connsiteY39513" fmla="*/ 3749326 h 5143785"/>
              <a:gd name="connsiteX39514" fmla="*/ 1309973 w 3114960"/>
              <a:gd name="connsiteY39514" fmla="*/ 3753231 h 5143785"/>
              <a:gd name="connsiteX39515" fmla="*/ 1309973 w 3114960"/>
              <a:gd name="connsiteY39515" fmla="*/ 3763137 h 5143785"/>
              <a:gd name="connsiteX39516" fmla="*/ 1313878 w 3114960"/>
              <a:gd name="connsiteY39516" fmla="*/ 3767042 h 5143785"/>
              <a:gd name="connsiteX39517" fmla="*/ 1323785 w 3114960"/>
              <a:gd name="connsiteY39517" fmla="*/ 3767042 h 5143785"/>
              <a:gd name="connsiteX39518" fmla="*/ 1327690 w 3114960"/>
              <a:gd name="connsiteY39518" fmla="*/ 3763137 h 5143785"/>
              <a:gd name="connsiteX39519" fmla="*/ 1327690 w 3114960"/>
              <a:gd name="connsiteY39519" fmla="*/ 3760661 h 5143785"/>
              <a:gd name="connsiteX39520" fmla="*/ 1395413 w 3114960"/>
              <a:gd name="connsiteY39520" fmla="*/ 3760470 h 5143785"/>
              <a:gd name="connsiteX39521" fmla="*/ 1481138 w 3114960"/>
              <a:gd name="connsiteY39521" fmla="*/ 3686366 h 5143785"/>
              <a:gd name="connsiteX39522" fmla="*/ 1481138 w 3114960"/>
              <a:gd name="connsiteY39522" fmla="*/ 3686366 h 5143785"/>
              <a:gd name="connsiteX39523" fmla="*/ 1489615 w 3114960"/>
              <a:gd name="connsiteY39523" fmla="*/ 3689413 h 5143785"/>
              <a:gd name="connsiteX39524" fmla="*/ 1503236 w 3114960"/>
              <a:gd name="connsiteY39524" fmla="*/ 3675793 h 5143785"/>
              <a:gd name="connsiteX39525" fmla="*/ 1491996 w 3114960"/>
              <a:gd name="connsiteY39525" fmla="*/ 3662363 h 5143785"/>
              <a:gd name="connsiteX39526" fmla="*/ 1491996 w 3114960"/>
              <a:gd name="connsiteY39526" fmla="*/ 3613309 h 5143785"/>
              <a:gd name="connsiteX39527" fmla="*/ 1504474 w 3114960"/>
              <a:gd name="connsiteY39527" fmla="*/ 3596735 h 5143785"/>
              <a:gd name="connsiteX39528" fmla="*/ 1504474 w 3114960"/>
              <a:gd name="connsiteY39528" fmla="*/ 3493294 h 5143785"/>
              <a:gd name="connsiteX39529" fmla="*/ 1532953 w 3114960"/>
              <a:gd name="connsiteY39529" fmla="*/ 3457004 h 5143785"/>
              <a:gd name="connsiteX39530" fmla="*/ 1592294 w 3114960"/>
              <a:gd name="connsiteY39530" fmla="*/ 3457004 h 5143785"/>
              <a:gd name="connsiteX39531" fmla="*/ 1592294 w 3114960"/>
              <a:gd name="connsiteY39531" fmla="*/ 3457575 h 5143785"/>
              <a:gd name="connsiteX39532" fmla="*/ 1598962 w 3114960"/>
              <a:gd name="connsiteY39532" fmla="*/ 3464243 h 5143785"/>
              <a:gd name="connsiteX39533" fmla="*/ 1625060 w 3114960"/>
              <a:gd name="connsiteY39533" fmla="*/ 3464243 h 5143785"/>
              <a:gd name="connsiteX39534" fmla="*/ 1628394 w 3114960"/>
              <a:gd name="connsiteY39534" fmla="*/ 3463195 h 5143785"/>
              <a:gd name="connsiteX39535" fmla="*/ 1632204 w 3114960"/>
              <a:gd name="connsiteY39535" fmla="*/ 3468243 h 5143785"/>
              <a:gd name="connsiteX39536" fmla="*/ 1632204 w 3114960"/>
              <a:gd name="connsiteY39536" fmla="*/ 3468243 h 5143785"/>
              <a:gd name="connsiteX39537" fmla="*/ 1637348 w 3114960"/>
              <a:gd name="connsiteY39537" fmla="*/ 3454718 h 5143785"/>
              <a:gd name="connsiteX39538" fmla="*/ 1637728 w 3114960"/>
              <a:gd name="connsiteY39538" fmla="*/ 3451384 h 5143785"/>
              <a:gd name="connsiteX39539" fmla="*/ 1638110 w 3114960"/>
              <a:gd name="connsiteY39539" fmla="*/ 3454718 h 5143785"/>
              <a:gd name="connsiteX39540" fmla="*/ 1643253 w 3114960"/>
              <a:gd name="connsiteY39540" fmla="*/ 3468243 h 5143785"/>
              <a:gd name="connsiteX39541" fmla="*/ 1643253 w 3114960"/>
              <a:gd name="connsiteY39541" fmla="*/ 3468243 h 5143785"/>
              <a:gd name="connsiteX39542" fmla="*/ 1648397 w 3114960"/>
              <a:gd name="connsiteY39542" fmla="*/ 3454718 h 5143785"/>
              <a:gd name="connsiteX39543" fmla="*/ 1648873 w 3114960"/>
              <a:gd name="connsiteY39543" fmla="*/ 3451288 h 5143785"/>
              <a:gd name="connsiteX39544" fmla="*/ 1649254 w 3114960"/>
              <a:gd name="connsiteY39544" fmla="*/ 3454718 h 5143785"/>
              <a:gd name="connsiteX39545" fmla="*/ 1654397 w 3114960"/>
              <a:gd name="connsiteY39545" fmla="*/ 3468243 h 5143785"/>
              <a:gd name="connsiteX39546" fmla="*/ 1654397 w 3114960"/>
              <a:gd name="connsiteY39546" fmla="*/ 3468243 h 5143785"/>
              <a:gd name="connsiteX39547" fmla="*/ 1659541 w 3114960"/>
              <a:gd name="connsiteY39547" fmla="*/ 3454718 h 5143785"/>
              <a:gd name="connsiteX39548" fmla="*/ 1659922 w 3114960"/>
              <a:gd name="connsiteY39548" fmla="*/ 3451384 h 5143785"/>
              <a:gd name="connsiteX39549" fmla="*/ 1660303 w 3114960"/>
              <a:gd name="connsiteY39549" fmla="*/ 3454718 h 5143785"/>
              <a:gd name="connsiteX39550" fmla="*/ 1665446 w 3114960"/>
              <a:gd name="connsiteY39550" fmla="*/ 3468243 h 5143785"/>
              <a:gd name="connsiteX39551" fmla="*/ 1665446 w 3114960"/>
              <a:gd name="connsiteY39551" fmla="*/ 3468243 h 5143785"/>
              <a:gd name="connsiteX39552" fmla="*/ 1670590 w 3114960"/>
              <a:gd name="connsiteY39552" fmla="*/ 3454718 h 5143785"/>
              <a:gd name="connsiteX39553" fmla="*/ 1670971 w 3114960"/>
              <a:gd name="connsiteY39553" fmla="*/ 3451384 h 5143785"/>
              <a:gd name="connsiteX39554" fmla="*/ 1671352 w 3114960"/>
              <a:gd name="connsiteY39554" fmla="*/ 3454718 h 5143785"/>
              <a:gd name="connsiteX39555" fmla="*/ 1676495 w 3114960"/>
              <a:gd name="connsiteY39555" fmla="*/ 3468243 h 5143785"/>
              <a:gd name="connsiteX39556" fmla="*/ 1676495 w 3114960"/>
              <a:gd name="connsiteY39556" fmla="*/ 3468243 h 5143785"/>
              <a:gd name="connsiteX39557" fmla="*/ 1681639 w 3114960"/>
              <a:gd name="connsiteY39557" fmla="*/ 3454718 h 5143785"/>
              <a:gd name="connsiteX39558" fmla="*/ 1682020 w 3114960"/>
              <a:gd name="connsiteY39558" fmla="*/ 3451384 h 5143785"/>
              <a:gd name="connsiteX39559" fmla="*/ 1682401 w 3114960"/>
              <a:gd name="connsiteY39559" fmla="*/ 3454718 h 5143785"/>
              <a:gd name="connsiteX39560" fmla="*/ 1687544 w 3114960"/>
              <a:gd name="connsiteY39560" fmla="*/ 3468243 h 5143785"/>
              <a:gd name="connsiteX39561" fmla="*/ 1687544 w 3114960"/>
              <a:gd name="connsiteY39561" fmla="*/ 3468243 h 5143785"/>
              <a:gd name="connsiteX39562" fmla="*/ 1692688 w 3114960"/>
              <a:gd name="connsiteY39562" fmla="*/ 3454718 h 5143785"/>
              <a:gd name="connsiteX39563" fmla="*/ 1693069 w 3114960"/>
              <a:gd name="connsiteY39563" fmla="*/ 3451384 h 5143785"/>
              <a:gd name="connsiteX39564" fmla="*/ 1693450 w 3114960"/>
              <a:gd name="connsiteY39564" fmla="*/ 3454622 h 5143785"/>
              <a:gd name="connsiteX39565" fmla="*/ 1698593 w 3114960"/>
              <a:gd name="connsiteY39565" fmla="*/ 3468243 h 5143785"/>
              <a:gd name="connsiteX39566" fmla="*/ 1703737 w 3114960"/>
              <a:gd name="connsiteY39566" fmla="*/ 3454718 h 5143785"/>
              <a:gd name="connsiteX39567" fmla="*/ 1704118 w 3114960"/>
              <a:gd name="connsiteY39567" fmla="*/ 3451384 h 5143785"/>
              <a:gd name="connsiteX39568" fmla="*/ 1704499 w 3114960"/>
              <a:gd name="connsiteY39568" fmla="*/ 3454718 h 5143785"/>
              <a:gd name="connsiteX39569" fmla="*/ 1709642 w 3114960"/>
              <a:gd name="connsiteY39569" fmla="*/ 3468243 h 5143785"/>
              <a:gd name="connsiteX39570" fmla="*/ 1714786 w 3114960"/>
              <a:gd name="connsiteY39570" fmla="*/ 3454718 h 5143785"/>
              <a:gd name="connsiteX39571" fmla="*/ 1715167 w 3114960"/>
              <a:gd name="connsiteY39571" fmla="*/ 3451384 h 5143785"/>
              <a:gd name="connsiteX39572" fmla="*/ 1715548 w 3114960"/>
              <a:gd name="connsiteY39572" fmla="*/ 3454718 h 5143785"/>
              <a:gd name="connsiteX39573" fmla="*/ 1720691 w 3114960"/>
              <a:gd name="connsiteY39573" fmla="*/ 3468243 h 5143785"/>
              <a:gd name="connsiteX39574" fmla="*/ 1725835 w 3114960"/>
              <a:gd name="connsiteY39574" fmla="*/ 3454718 h 5143785"/>
              <a:gd name="connsiteX39575" fmla="*/ 1726216 w 3114960"/>
              <a:gd name="connsiteY39575" fmla="*/ 3451384 h 5143785"/>
              <a:gd name="connsiteX39576" fmla="*/ 1726597 w 3114960"/>
              <a:gd name="connsiteY39576" fmla="*/ 3454718 h 5143785"/>
              <a:gd name="connsiteX39577" fmla="*/ 1731740 w 3114960"/>
              <a:gd name="connsiteY39577" fmla="*/ 3468243 h 5143785"/>
              <a:gd name="connsiteX39578" fmla="*/ 1736884 w 3114960"/>
              <a:gd name="connsiteY39578" fmla="*/ 3454718 h 5143785"/>
              <a:gd name="connsiteX39579" fmla="*/ 1737360 w 3114960"/>
              <a:gd name="connsiteY39579" fmla="*/ 3451288 h 5143785"/>
              <a:gd name="connsiteX39580" fmla="*/ 1737741 w 3114960"/>
              <a:gd name="connsiteY39580" fmla="*/ 3454718 h 5143785"/>
              <a:gd name="connsiteX39581" fmla="*/ 1742885 w 3114960"/>
              <a:gd name="connsiteY39581" fmla="*/ 3468243 h 5143785"/>
              <a:gd name="connsiteX39582" fmla="*/ 1748028 w 3114960"/>
              <a:gd name="connsiteY39582" fmla="*/ 3454718 h 5143785"/>
              <a:gd name="connsiteX39583" fmla="*/ 1748504 w 3114960"/>
              <a:gd name="connsiteY39583" fmla="*/ 3451288 h 5143785"/>
              <a:gd name="connsiteX39584" fmla="*/ 1748885 w 3114960"/>
              <a:gd name="connsiteY39584" fmla="*/ 3454718 h 5143785"/>
              <a:gd name="connsiteX39585" fmla="*/ 1754029 w 3114960"/>
              <a:gd name="connsiteY39585" fmla="*/ 3468338 h 5143785"/>
              <a:gd name="connsiteX39586" fmla="*/ 1759172 w 3114960"/>
              <a:gd name="connsiteY39586" fmla="*/ 3454813 h 5143785"/>
              <a:gd name="connsiteX39587" fmla="*/ 1759553 w 3114960"/>
              <a:gd name="connsiteY39587" fmla="*/ 3451384 h 5143785"/>
              <a:gd name="connsiteX39588" fmla="*/ 1759934 w 3114960"/>
              <a:gd name="connsiteY39588" fmla="*/ 3454813 h 5143785"/>
              <a:gd name="connsiteX39589" fmla="*/ 1765078 w 3114960"/>
              <a:gd name="connsiteY39589" fmla="*/ 3468338 h 5143785"/>
              <a:gd name="connsiteX39590" fmla="*/ 1770221 w 3114960"/>
              <a:gd name="connsiteY39590" fmla="*/ 3454813 h 5143785"/>
              <a:gd name="connsiteX39591" fmla="*/ 1770602 w 3114960"/>
              <a:gd name="connsiteY39591" fmla="*/ 3451479 h 5143785"/>
              <a:gd name="connsiteX39592" fmla="*/ 1770983 w 3114960"/>
              <a:gd name="connsiteY39592" fmla="*/ 3454813 h 5143785"/>
              <a:gd name="connsiteX39593" fmla="*/ 1776127 w 3114960"/>
              <a:gd name="connsiteY39593" fmla="*/ 3468338 h 5143785"/>
              <a:gd name="connsiteX39594" fmla="*/ 1780032 w 3114960"/>
              <a:gd name="connsiteY39594" fmla="*/ 3463004 h 5143785"/>
              <a:gd name="connsiteX39595" fmla="*/ 1783366 w 3114960"/>
              <a:gd name="connsiteY39595" fmla="*/ 3464052 h 5143785"/>
              <a:gd name="connsiteX39596" fmla="*/ 1809464 w 3114960"/>
              <a:gd name="connsiteY39596" fmla="*/ 3464052 h 5143785"/>
              <a:gd name="connsiteX39597" fmla="*/ 1816132 w 3114960"/>
              <a:gd name="connsiteY39597" fmla="*/ 3457385 h 5143785"/>
              <a:gd name="connsiteX39598" fmla="*/ 1816132 w 3114960"/>
              <a:gd name="connsiteY39598" fmla="*/ 3449860 h 5143785"/>
              <a:gd name="connsiteX39599" fmla="*/ 1838897 w 3114960"/>
              <a:gd name="connsiteY39599" fmla="*/ 3420523 h 5143785"/>
              <a:gd name="connsiteX39600" fmla="*/ 1840040 w 3114960"/>
              <a:gd name="connsiteY39600" fmla="*/ 3420618 h 5143785"/>
              <a:gd name="connsiteX39601" fmla="*/ 1853660 w 3114960"/>
              <a:gd name="connsiteY39601" fmla="*/ 3406997 h 5143785"/>
              <a:gd name="connsiteX39602" fmla="*/ 1840040 w 3114960"/>
              <a:gd name="connsiteY39602" fmla="*/ 3393377 h 5143785"/>
              <a:gd name="connsiteX39603" fmla="*/ 1980343 w 3114960"/>
              <a:gd name="connsiteY39603" fmla="*/ 3147060 h 5143785"/>
              <a:gd name="connsiteX39604" fmla="*/ 1985296 w 3114960"/>
              <a:gd name="connsiteY39604" fmla="*/ 3152109 h 5143785"/>
              <a:gd name="connsiteX39605" fmla="*/ 1980343 w 3114960"/>
              <a:gd name="connsiteY39605" fmla="*/ 3157157 h 5143785"/>
              <a:gd name="connsiteX39606" fmla="*/ 1975295 w 3114960"/>
              <a:gd name="connsiteY39606" fmla="*/ 3152109 h 5143785"/>
              <a:gd name="connsiteX39607" fmla="*/ 1980343 w 3114960"/>
              <a:gd name="connsiteY39607" fmla="*/ 3147060 h 5143785"/>
              <a:gd name="connsiteX39608" fmla="*/ 1599533 w 3114960"/>
              <a:gd name="connsiteY39608" fmla="*/ 3156871 h 5143785"/>
              <a:gd name="connsiteX39609" fmla="*/ 1607058 w 3114960"/>
              <a:gd name="connsiteY39609" fmla="*/ 3164396 h 5143785"/>
              <a:gd name="connsiteX39610" fmla="*/ 1599533 w 3114960"/>
              <a:gd name="connsiteY39610" fmla="*/ 3171920 h 5143785"/>
              <a:gd name="connsiteX39611" fmla="*/ 1592009 w 3114960"/>
              <a:gd name="connsiteY39611" fmla="*/ 3164396 h 5143785"/>
              <a:gd name="connsiteX39612" fmla="*/ 1599533 w 3114960"/>
              <a:gd name="connsiteY39612" fmla="*/ 3156871 h 5143785"/>
              <a:gd name="connsiteX39613" fmla="*/ 1626584 w 3114960"/>
              <a:gd name="connsiteY39613" fmla="*/ 3374517 h 5143785"/>
              <a:gd name="connsiteX39614" fmla="*/ 1624679 w 3114960"/>
              <a:gd name="connsiteY39614" fmla="*/ 3376422 h 5143785"/>
              <a:gd name="connsiteX39615" fmla="*/ 1598581 w 3114960"/>
              <a:gd name="connsiteY39615" fmla="*/ 3376422 h 5143785"/>
              <a:gd name="connsiteX39616" fmla="*/ 1596676 w 3114960"/>
              <a:gd name="connsiteY39616" fmla="*/ 3374517 h 5143785"/>
              <a:gd name="connsiteX39617" fmla="*/ 1596676 w 3114960"/>
              <a:gd name="connsiteY39617" fmla="*/ 3366135 h 5143785"/>
              <a:gd name="connsiteX39618" fmla="*/ 1598581 w 3114960"/>
              <a:gd name="connsiteY39618" fmla="*/ 3364230 h 5143785"/>
              <a:gd name="connsiteX39619" fmla="*/ 1624679 w 3114960"/>
              <a:gd name="connsiteY39619" fmla="*/ 3364230 h 5143785"/>
              <a:gd name="connsiteX39620" fmla="*/ 1626584 w 3114960"/>
              <a:gd name="connsiteY39620" fmla="*/ 3366135 h 5143785"/>
              <a:gd name="connsiteX39621" fmla="*/ 1626584 w 3114960"/>
              <a:gd name="connsiteY39621" fmla="*/ 3374517 h 5143785"/>
              <a:gd name="connsiteX39622" fmla="*/ 1811941 w 3114960"/>
              <a:gd name="connsiteY39622" fmla="*/ 3374517 h 5143785"/>
              <a:gd name="connsiteX39623" fmla="*/ 1810036 w 3114960"/>
              <a:gd name="connsiteY39623" fmla="*/ 3376422 h 5143785"/>
              <a:gd name="connsiteX39624" fmla="*/ 1783937 w 3114960"/>
              <a:gd name="connsiteY39624" fmla="*/ 3376422 h 5143785"/>
              <a:gd name="connsiteX39625" fmla="*/ 1782032 w 3114960"/>
              <a:gd name="connsiteY39625" fmla="*/ 3374517 h 5143785"/>
              <a:gd name="connsiteX39626" fmla="*/ 1782032 w 3114960"/>
              <a:gd name="connsiteY39626" fmla="*/ 3366135 h 5143785"/>
              <a:gd name="connsiteX39627" fmla="*/ 1783937 w 3114960"/>
              <a:gd name="connsiteY39627" fmla="*/ 3364230 h 5143785"/>
              <a:gd name="connsiteX39628" fmla="*/ 1810036 w 3114960"/>
              <a:gd name="connsiteY39628" fmla="*/ 3364230 h 5143785"/>
              <a:gd name="connsiteX39629" fmla="*/ 1811941 w 3114960"/>
              <a:gd name="connsiteY39629" fmla="*/ 3366135 h 5143785"/>
              <a:gd name="connsiteX39630" fmla="*/ 1811941 w 3114960"/>
              <a:gd name="connsiteY39630" fmla="*/ 3374517 h 5143785"/>
              <a:gd name="connsiteX39631" fmla="*/ 1497997 w 3114960"/>
              <a:gd name="connsiteY39631" fmla="*/ 3676079 h 5143785"/>
              <a:gd name="connsiteX39632" fmla="*/ 1489139 w 3114960"/>
              <a:gd name="connsiteY39632" fmla="*/ 3684937 h 5143785"/>
              <a:gd name="connsiteX39633" fmla="*/ 1480280 w 3114960"/>
              <a:gd name="connsiteY39633" fmla="*/ 3676079 h 5143785"/>
              <a:gd name="connsiteX39634" fmla="*/ 1489139 w 3114960"/>
              <a:gd name="connsiteY39634" fmla="*/ 3667220 h 5143785"/>
              <a:gd name="connsiteX39635" fmla="*/ 1497997 w 3114960"/>
              <a:gd name="connsiteY39635" fmla="*/ 3676079 h 5143785"/>
              <a:gd name="connsiteX39636" fmla="*/ 1626584 w 3114960"/>
              <a:gd name="connsiteY39636" fmla="*/ 3457956 h 5143785"/>
              <a:gd name="connsiteX39637" fmla="*/ 1624679 w 3114960"/>
              <a:gd name="connsiteY39637" fmla="*/ 3459861 h 5143785"/>
              <a:gd name="connsiteX39638" fmla="*/ 1598581 w 3114960"/>
              <a:gd name="connsiteY39638" fmla="*/ 3459861 h 5143785"/>
              <a:gd name="connsiteX39639" fmla="*/ 1596676 w 3114960"/>
              <a:gd name="connsiteY39639" fmla="*/ 3457956 h 5143785"/>
              <a:gd name="connsiteX39640" fmla="*/ 1596676 w 3114960"/>
              <a:gd name="connsiteY39640" fmla="*/ 3449574 h 5143785"/>
              <a:gd name="connsiteX39641" fmla="*/ 1598581 w 3114960"/>
              <a:gd name="connsiteY39641" fmla="*/ 3447669 h 5143785"/>
              <a:gd name="connsiteX39642" fmla="*/ 1624679 w 3114960"/>
              <a:gd name="connsiteY39642" fmla="*/ 3447669 h 5143785"/>
              <a:gd name="connsiteX39643" fmla="*/ 1626584 w 3114960"/>
              <a:gd name="connsiteY39643" fmla="*/ 3449574 h 5143785"/>
              <a:gd name="connsiteX39644" fmla="*/ 1626584 w 3114960"/>
              <a:gd name="connsiteY39644" fmla="*/ 3457956 h 5143785"/>
              <a:gd name="connsiteX39645" fmla="*/ 1811941 w 3114960"/>
              <a:gd name="connsiteY39645" fmla="*/ 3457956 h 5143785"/>
              <a:gd name="connsiteX39646" fmla="*/ 1810036 w 3114960"/>
              <a:gd name="connsiteY39646" fmla="*/ 3459861 h 5143785"/>
              <a:gd name="connsiteX39647" fmla="*/ 1783937 w 3114960"/>
              <a:gd name="connsiteY39647" fmla="*/ 3459861 h 5143785"/>
              <a:gd name="connsiteX39648" fmla="*/ 1782032 w 3114960"/>
              <a:gd name="connsiteY39648" fmla="*/ 3457956 h 5143785"/>
              <a:gd name="connsiteX39649" fmla="*/ 1782032 w 3114960"/>
              <a:gd name="connsiteY39649" fmla="*/ 3449574 h 5143785"/>
              <a:gd name="connsiteX39650" fmla="*/ 1783937 w 3114960"/>
              <a:gd name="connsiteY39650" fmla="*/ 3447669 h 5143785"/>
              <a:gd name="connsiteX39651" fmla="*/ 1810036 w 3114960"/>
              <a:gd name="connsiteY39651" fmla="*/ 3447669 h 5143785"/>
              <a:gd name="connsiteX39652" fmla="*/ 1811941 w 3114960"/>
              <a:gd name="connsiteY39652" fmla="*/ 3449574 h 5143785"/>
              <a:gd name="connsiteX39653" fmla="*/ 1811941 w 3114960"/>
              <a:gd name="connsiteY39653" fmla="*/ 3457956 h 5143785"/>
              <a:gd name="connsiteX39654" fmla="*/ 1840611 w 3114960"/>
              <a:gd name="connsiteY39654" fmla="*/ 3416427 h 5143785"/>
              <a:gd name="connsiteX39655" fmla="*/ 1831753 w 3114960"/>
              <a:gd name="connsiteY39655" fmla="*/ 3407569 h 5143785"/>
              <a:gd name="connsiteX39656" fmla="*/ 1840611 w 3114960"/>
              <a:gd name="connsiteY39656" fmla="*/ 3398711 h 5143785"/>
              <a:gd name="connsiteX39657" fmla="*/ 1849469 w 3114960"/>
              <a:gd name="connsiteY39657" fmla="*/ 3407569 h 5143785"/>
              <a:gd name="connsiteX39658" fmla="*/ 1840611 w 3114960"/>
              <a:gd name="connsiteY39658" fmla="*/ 3416427 h 5143785"/>
              <a:gd name="connsiteX39659" fmla="*/ 17812 w 3114960"/>
              <a:gd name="connsiteY39659" fmla="*/ 3939254 h 5143785"/>
              <a:gd name="connsiteX39660" fmla="*/ 15240 w 3114960"/>
              <a:gd name="connsiteY39660" fmla="*/ 3939635 h 5143785"/>
              <a:gd name="connsiteX39661" fmla="*/ 95 w 3114960"/>
              <a:gd name="connsiteY39661" fmla="*/ 3953161 h 5143785"/>
              <a:gd name="connsiteX39662" fmla="*/ 95 w 3114960"/>
              <a:gd name="connsiteY39662" fmla="*/ 3959543 h 5143785"/>
              <a:gd name="connsiteX39663" fmla="*/ 14478 w 3114960"/>
              <a:gd name="connsiteY39663" fmla="*/ 3946684 h 5143785"/>
              <a:gd name="connsiteX39664" fmla="*/ 14478 w 3114960"/>
              <a:gd name="connsiteY39664" fmla="*/ 3963448 h 5143785"/>
              <a:gd name="connsiteX39665" fmla="*/ 13526 w 3114960"/>
              <a:gd name="connsiteY39665" fmla="*/ 3963638 h 5143785"/>
              <a:gd name="connsiteX39666" fmla="*/ 7525 w 3114960"/>
              <a:gd name="connsiteY39666" fmla="*/ 3976307 h 5143785"/>
              <a:gd name="connsiteX39667" fmla="*/ 12668 w 3114960"/>
              <a:gd name="connsiteY39667" fmla="*/ 3981926 h 5143785"/>
              <a:gd name="connsiteX39668" fmla="*/ 16859 w 3114960"/>
              <a:gd name="connsiteY39668" fmla="*/ 3982879 h 5143785"/>
              <a:gd name="connsiteX39669" fmla="*/ 20193 w 3114960"/>
              <a:gd name="connsiteY39669" fmla="*/ 3982307 h 5143785"/>
              <a:gd name="connsiteX39670" fmla="*/ 25813 w 3114960"/>
              <a:gd name="connsiteY39670" fmla="*/ 3977164 h 5143785"/>
              <a:gd name="connsiteX39671" fmla="*/ 26194 w 3114960"/>
              <a:gd name="connsiteY39671" fmla="*/ 3969639 h 5143785"/>
              <a:gd name="connsiteX39672" fmla="*/ 21146 w 3114960"/>
              <a:gd name="connsiteY39672" fmla="*/ 3964019 h 5143785"/>
              <a:gd name="connsiteX39673" fmla="*/ 19336 w 3114960"/>
              <a:gd name="connsiteY39673" fmla="*/ 3963543 h 5143785"/>
              <a:gd name="connsiteX39674" fmla="*/ 19336 w 3114960"/>
              <a:gd name="connsiteY39674" fmla="*/ 3941445 h 5143785"/>
              <a:gd name="connsiteX39675" fmla="*/ 17907 w 3114960"/>
              <a:gd name="connsiteY39675" fmla="*/ 3939254 h 5143785"/>
              <a:gd name="connsiteX39676" fmla="*/ 21717 w 3114960"/>
              <a:gd name="connsiteY39676" fmla="*/ 3971163 h 5143785"/>
              <a:gd name="connsiteX39677" fmla="*/ 18574 w 3114960"/>
              <a:gd name="connsiteY39677" fmla="*/ 3977735 h 5143785"/>
              <a:gd name="connsiteX39678" fmla="*/ 14669 w 3114960"/>
              <a:gd name="connsiteY39678" fmla="*/ 3977545 h 5143785"/>
              <a:gd name="connsiteX39679" fmla="*/ 12002 w 3114960"/>
              <a:gd name="connsiteY39679" fmla="*/ 3974592 h 5143785"/>
              <a:gd name="connsiteX39680" fmla="*/ 15145 w 3114960"/>
              <a:gd name="connsiteY39680" fmla="*/ 3968020 h 5143785"/>
              <a:gd name="connsiteX39681" fmla="*/ 16859 w 3114960"/>
              <a:gd name="connsiteY39681" fmla="*/ 3967734 h 5143785"/>
              <a:gd name="connsiteX39682" fmla="*/ 19050 w 3114960"/>
              <a:gd name="connsiteY39682" fmla="*/ 3968210 h 5143785"/>
              <a:gd name="connsiteX39683" fmla="*/ 21717 w 3114960"/>
              <a:gd name="connsiteY39683" fmla="*/ 3971163 h 5143785"/>
              <a:gd name="connsiteX39684" fmla="*/ 1501045 w 3114960"/>
              <a:gd name="connsiteY39684" fmla="*/ 3725513 h 5143785"/>
              <a:gd name="connsiteX39685" fmla="*/ 1504093 w 3114960"/>
              <a:gd name="connsiteY39685" fmla="*/ 3725132 h 5143785"/>
              <a:gd name="connsiteX39686" fmla="*/ 1511618 w 3114960"/>
              <a:gd name="connsiteY39686" fmla="*/ 3711607 h 5143785"/>
              <a:gd name="connsiteX39687" fmla="*/ 1506379 w 3114960"/>
              <a:gd name="connsiteY39687" fmla="*/ 3705035 h 5143785"/>
              <a:gd name="connsiteX39688" fmla="*/ 1498092 w 3114960"/>
              <a:gd name="connsiteY39688" fmla="*/ 3704082 h 5143785"/>
              <a:gd name="connsiteX39689" fmla="*/ 1490567 w 3114960"/>
              <a:gd name="connsiteY39689" fmla="*/ 3717608 h 5143785"/>
              <a:gd name="connsiteX39690" fmla="*/ 1491520 w 3114960"/>
              <a:gd name="connsiteY39690" fmla="*/ 3719608 h 5143785"/>
              <a:gd name="connsiteX39691" fmla="*/ 1387126 w 3114960"/>
              <a:gd name="connsiteY39691" fmla="*/ 3816858 h 5143785"/>
              <a:gd name="connsiteX39692" fmla="*/ 1386364 w 3114960"/>
              <a:gd name="connsiteY39692" fmla="*/ 3817525 h 5143785"/>
              <a:gd name="connsiteX39693" fmla="*/ 1387031 w 3114960"/>
              <a:gd name="connsiteY39693" fmla="*/ 3945731 h 5143785"/>
              <a:gd name="connsiteX39694" fmla="*/ 1383602 w 3114960"/>
              <a:gd name="connsiteY39694" fmla="*/ 3947446 h 5143785"/>
              <a:gd name="connsiteX39695" fmla="*/ 1381982 w 3114960"/>
              <a:gd name="connsiteY39695" fmla="*/ 3960686 h 5143785"/>
              <a:gd name="connsiteX39696" fmla="*/ 1382744 w 3114960"/>
              <a:gd name="connsiteY39696" fmla="*/ 3961352 h 5143785"/>
              <a:gd name="connsiteX39697" fmla="*/ 1345216 w 3114960"/>
              <a:gd name="connsiteY39697" fmla="*/ 4003834 h 5143785"/>
              <a:gd name="connsiteX39698" fmla="*/ 1227106 w 3114960"/>
              <a:gd name="connsiteY39698" fmla="*/ 4003834 h 5143785"/>
              <a:gd name="connsiteX39699" fmla="*/ 1227106 w 3114960"/>
              <a:gd name="connsiteY39699" fmla="*/ 4001262 h 5143785"/>
              <a:gd name="connsiteX39700" fmla="*/ 1223201 w 3114960"/>
              <a:gd name="connsiteY39700" fmla="*/ 3997357 h 5143785"/>
              <a:gd name="connsiteX39701" fmla="*/ 1213295 w 3114960"/>
              <a:gd name="connsiteY39701" fmla="*/ 3997357 h 5143785"/>
              <a:gd name="connsiteX39702" fmla="*/ 1209389 w 3114960"/>
              <a:gd name="connsiteY39702" fmla="*/ 4001262 h 5143785"/>
              <a:gd name="connsiteX39703" fmla="*/ 1209389 w 3114960"/>
              <a:gd name="connsiteY39703" fmla="*/ 4011168 h 5143785"/>
              <a:gd name="connsiteX39704" fmla="*/ 1213295 w 3114960"/>
              <a:gd name="connsiteY39704" fmla="*/ 4015073 h 5143785"/>
              <a:gd name="connsiteX39705" fmla="*/ 1223201 w 3114960"/>
              <a:gd name="connsiteY39705" fmla="*/ 4015073 h 5143785"/>
              <a:gd name="connsiteX39706" fmla="*/ 1227106 w 3114960"/>
              <a:gd name="connsiteY39706" fmla="*/ 4011168 h 5143785"/>
              <a:gd name="connsiteX39707" fmla="*/ 1227106 w 3114960"/>
              <a:gd name="connsiteY39707" fmla="*/ 4008596 h 5143785"/>
              <a:gd name="connsiteX39708" fmla="*/ 1347311 w 3114960"/>
              <a:gd name="connsiteY39708" fmla="*/ 4008596 h 5143785"/>
              <a:gd name="connsiteX39709" fmla="*/ 1386840 w 3114960"/>
              <a:gd name="connsiteY39709" fmla="*/ 3963829 h 5143785"/>
              <a:gd name="connsiteX39710" fmla="*/ 1395222 w 3114960"/>
              <a:gd name="connsiteY39710" fmla="*/ 3962305 h 5143785"/>
              <a:gd name="connsiteX39711" fmla="*/ 1396841 w 3114960"/>
              <a:gd name="connsiteY39711" fmla="*/ 3949065 h 5143785"/>
              <a:gd name="connsiteX39712" fmla="*/ 1391698 w 3114960"/>
              <a:gd name="connsiteY39712" fmla="*/ 3945922 h 5143785"/>
              <a:gd name="connsiteX39713" fmla="*/ 1391031 w 3114960"/>
              <a:gd name="connsiteY39713" fmla="*/ 3819716 h 5143785"/>
              <a:gd name="connsiteX39714" fmla="*/ 1494377 w 3114960"/>
              <a:gd name="connsiteY39714" fmla="*/ 3723418 h 5143785"/>
              <a:gd name="connsiteX39715" fmla="*/ 1500950 w 3114960"/>
              <a:gd name="connsiteY39715" fmla="*/ 3725609 h 5143785"/>
              <a:gd name="connsiteX39716" fmla="*/ 1499330 w 3114960"/>
              <a:gd name="connsiteY39716" fmla="*/ 3708654 h 5143785"/>
              <a:gd name="connsiteX39717" fmla="*/ 1501045 w 3114960"/>
              <a:gd name="connsiteY39717" fmla="*/ 3708368 h 5143785"/>
              <a:gd name="connsiteX39718" fmla="*/ 1503998 w 3114960"/>
              <a:gd name="connsiteY39718" fmla="*/ 3709130 h 5143785"/>
              <a:gd name="connsiteX39719" fmla="*/ 1506950 w 3114960"/>
              <a:gd name="connsiteY39719" fmla="*/ 3712845 h 5143785"/>
              <a:gd name="connsiteX39720" fmla="*/ 1502664 w 3114960"/>
              <a:gd name="connsiteY39720" fmla="*/ 3720465 h 5143785"/>
              <a:gd name="connsiteX39721" fmla="*/ 1495044 w 3114960"/>
              <a:gd name="connsiteY39721" fmla="*/ 3716179 h 5143785"/>
              <a:gd name="connsiteX39722" fmla="*/ 1499330 w 3114960"/>
              <a:gd name="connsiteY39722" fmla="*/ 3708559 h 5143785"/>
              <a:gd name="connsiteX39723" fmla="*/ 45053 w 3114960"/>
              <a:gd name="connsiteY39723" fmla="*/ 4391025 h 5143785"/>
              <a:gd name="connsiteX39724" fmla="*/ 37624 w 3114960"/>
              <a:gd name="connsiteY39724" fmla="*/ 4391406 h 5143785"/>
              <a:gd name="connsiteX39725" fmla="*/ 36862 w 3114960"/>
              <a:gd name="connsiteY39725" fmla="*/ 4391978 h 5143785"/>
              <a:gd name="connsiteX39726" fmla="*/ 14954 w 3114960"/>
              <a:gd name="connsiteY39726" fmla="*/ 4372737 h 5143785"/>
              <a:gd name="connsiteX39727" fmla="*/ 95 w 3114960"/>
              <a:gd name="connsiteY39727" fmla="*/ 4372737 h 5143785"/>
              <a:gd name="connsiteX39728" fmla="*/ 95 w 3114960"/>
              <a:gd name="connsiteY39728" fmla="*/ 4377500 h 5143785"/>
              <a:gd name="connsiteX39729" fmla="*/ 13049 w 3114960"/>
              <a:gd name="connsiteY39729" fmla="*/ 4377500 h 5143785"/>
              <a:gd name="connsiteX39730" fmla="*/ 33433 w 3114960"/>
              <a:gd name="connsiteY39730" fmla="*/ 4395502 h 5143785"/>
              <a:gd name="connsiteX39731" fmla="*/ 32576 w 3114960"/>
              <a:gd name="connsiteY39731" fmla="*/ 4397026 h 5143785"/>
              <a:gd name="connsiteX39732" fmla="*/ 32957 w 3114960"/>
              <a:gd name="connsiteY39732" fmla="*/ 4404455 h 5143785"/>
              <a:gd name="connsiteX39733" fmla="*/ 38576 w 3114960"/>
              <a:gd name="connsiteY39733" fmla="*/ 4409409 h 5143785"/>
              <a:gd name="connsiteX39734" fmla="*/ 41815 w 3114960"/>
              <a:gd name="connsiteY39734" fmla="*/ 4409980 h 5143785"/>
              <a:gd name="connsiteX39735" fmla="*/ 46006 w 3114960"/>
              <a:gd name="connsiteY39735" fmla="*/ 4409028 h 5143785"/>
              <a:gd name="connsiteX39736" fmla="*/ 50959 w 3114960"/>
              <a:gd name="connsiteY39736" fmla="*/ 4403408 h 5143785"/>
              <a:gd name="connsiteX39737" fmla="*/ 50578 w 3114960"/>
              <a:gd name="connsiteY39737" fmla="*/ 4395978 h 5143785"/>
              <a:gd name="connsiteX39738" fmla="*/ 44958 w 3114960"/>
              <a:gd name="connsiteY39738" fmla="*/ 4391025 h 5143785"/>
              <a:gd name="connsiteX39739" fmla="*/ 46577 w 3114960"/>
              <a:gd name="connsiteY39739" fmla="*/ 4401884 h 5143785"/>
              <a:gd name="connsiteX39740" fmla="*/ 44006 w 3114960"/>
              <a:gd name="connsiteY39740" fmla="*/ 4404741 h 5143785"/>
              <a:gd name="connsiteX39741" fmla="*/ 40196 w 3114960"/>
              <a:gd name="connsiteY39741" fmla="*/ 4404932 h 5143785"/>
              <a:gd name="connsiteX39742" fmla="*/ 37338 w 3114960"/>
              <a:gd name="connsiteY39742" fmla="*/ 4402360 h 5143785"/>
              <a:gd name="connsiteX39743" fmla="*/ 37148 w 3114960"/>
              <a:gd name="connsiteY39743" fmla="*/ 4398550 h 5143785"/>
              <a:gd name="connsiteX39744" fmla="*/ 37148 w 3114960"/>
              <a:gd name="connsiteY39744" fmla="*/ 4398550 h 5143785"/>
              <a:gd name="connsiteX39745" fmla="*/ 39719 w 3114960"/>
              <a:gd name="connsiteY39745" fmla="*/ 4395693 h 5143785"/>
              <a:gd name="connsiteX39746" fmla="*/ 41910 w 3114960"/>
              <a:gd name="connsiteY39746" fmla="*/ 4395216 h 5143785"/>
              <a:gd name="connsiteX39747" fmla="*/ 43529 w 3114960"/>
              <a:gd name="connsiteY39747" fmla="*/ 4395502 h 5143785"/>
              <a:gd name="connsiteX39748" fmla="*/ 46387 w 3114960"/>
              <a:gd name="connsiteY39748" fmla="*/ 4398074 h 5143785"/>
              <a:gd name="connsiteX39749" fmla="*/ 46577 w 3114960"/>
              <a:gd name="connsiteY39749" fmla="*/ 4401884 h 5143785"/>
              <a:gd name="connsiteX39750" fmla="*/ 1357884 w 3114960"/>
              <a:gd name="connsiteY39750" fmla="*/ 3192780 h 5143785"/>
              <a:gd name="connsiteX39751" fmla="*/ 1357884 w 3114960"/>
              <a:gd name="connsiteY39751" fmla="*/ 3201543 h 5143785"/>
              <a:gd name="connsiteX39752" fmla="*/ 1354741 w 3114960"/>
              <a:gd name="connsiteY39752" fmla="*/ 3204686 h 5143785"/>
              <a:gd name="connsiteX39753" fmla="*/ 1345978 w 3114960"/>
              <a:gd name="connsiteY39753" fmla="*/ 3204686 h 5143785"/>
              <a:gd name="connsiteX39754" fmla="*/ 1342835 w 3114960"/>
              <a:gd name="connsiteY39754" fmla="*/ 3201543 h 5143785"/>
              <a:gd name="connsiteX39755" fmla="*/ 1342835 w 3114960"/>
              <a:gd name="connsiteY39755" fmla="*/ 3192780 h 5143785"/>
              <a:gd name="connsiteX39756" fmla="*/ 1345978 w 3114960"/>
              <a:gd name="connsiteY39756" fmla="*/ 3189637 h 5143785"/>
              <a:gd name="connsiteX39757" fmla="*/ 1354741 w 3114960"/>
              <a:gd name="connsiteY39757" fmla="*/ 3189637 h 5143785"/>
              <a:gd name="connsiteX39758" fmla="*/ 1357884 w 3114960"/>
              <a:gd name="connsiteY39758" fmla="*/ 3192780 h 5143785"/>
              <a:gd name="connsiteX39759" fmla="*/ 1282065 w 3114960"/>
              <a:gd name="connsiteY39759" fmla="*/ 2309241 h 5143785"/>
              <a:gd name="connsiteX39760" fmla="*/ 1283970 w 3114960"/>
              <a:gd name="connsiteY39760" fmla="*/ 2309051 h 5143785"/>
              <a:gd name="connsiteX39761" fmla="*/ 1289590 w 3114960"/>
              <a:gd name="connsiteY39761" fmla="*/ 2299621 h 5143785"/>
              <a:gd name="connsiteX39762" fmla="*/ 1280160 w 3114960"/>
              <a:gd name="connsiteY39762" fmla="*/ 2294001 h 5143785"/>
              <a:gd name="connsiteX39763" fmla="*/ 1275398 w 3114960"/>
              <a:gd name="connsiteY39763" fmla="*/ 2297525 h 5143785"/>
              <a:gd name="connsiteX39764" fmla="*/ 1274540 w 3114960"/>
              <a:gd name="connsiteY39764" fmla="*/ 2303431 h 5143785"/>
              <a:gd name="connsiteX39765" fmla="*/ 1282065 w 3114960"/>
              <a:gd name="connsiteY39765" fmla="*/ 2309336 h 5143785"/>
              <a:gd name="connsiteX39766" fmla="*/ 1277398 w 3114960"/>
              <a:gd name="connsiteY39766" fmla="*/ 2298668 h 5143785"/>
              <a:gd name="connsiteX39767" fmla="*/ 1280732 w 3114960"/>
              <a:gd name="connsiteY39767" fmla="*/ 2296192 h 5143785"/>
              <a:gd name="connsiteX39768" fmla="*/ 1284827 w 3114960"/>
              <a:gd name="connsiteY39768" fmla="*/ 2296763 h 5143785"/>
              <a:gd name="connsiteX39769" fmla="*/ 1287304 w 3114960"/>
              <a:gd name="connsiteY39769" fmla="*/ 2300097 h 5143785"/>
              <a:gd name="connsiteX39770" fmla="*/ 1283399 w 3114960"/>
              <a:gd name="connsiteY39770" fmla="*/ 2306669 h 5143785"/>
              <a:gd name="connsiteX39771" fmla="*/ 1279303 w 3114960"/>
              <a:gd name="connsiteY39771" fmla="*/ 2306098 h 5143785"/>
              <a:gd name="connsiteX39772" fmla="*/ 1276826 w 3114960"/>
              <a:gd name="connsiteY39772" fmla="*/ 2302764 h 5143785"/>
              <a:gd name="connsiteX39773" fmla="*/ 1277398 w 3114960"/>
              <a:gd name="connsiteY39773" fmla="*/ 2298668 h 5143785"/>
              <a:gd name="connsiteX39774" fmla="*/ 403574 w 3114960"/>
              <a:gd name="connsiteY39774" fmla="*/ 4392454 h 5143785"/>
              <a:gd name="connsiteX39775" fmla="*/ 399002 w 3114960"/>
              <a:gd name="connsiteY39775" fmla="*/ 4386929 h 5143785"/>
              <a:gd name="connsiteX39776" fmla="*/ 395669 w 3114960"/>
              <a:gd name="connsiteY39776" fmla="*/ 4389692 h 5143785"/>
              <a:gd name="connsiteX39777" fmla="*/ 388811 w 3114960"/>
              <a:gd name="connsiteY39777" fmla="*/ 4387406 h 5143785"/>
              <a:gd name="connsiteX39778" fmla="*/ 381476 w 3114960"/>
              <a:gd name="connsiteY39778" fmla="*/ 4390930 h 5143785"/>
              <a:gd name="connsiteX39779" fmla="*/ 378809 w 3114960"/>
              <a:gd name="connsiteY39779" fmla="*/ 4398074 h 5143785"/>
              <a:gd name="connsiteX39780" fmla="*/ 281083 w 3114960"/>
              <a:gd name="connsiteY39780" fmla="*/ 4397788 h 5143785"/>
              <a:gd name="connsiteX39781" fmla="*/ 260699 w 3114960"/>
              <a:gd name="connsiteY39781" fmla="*/ 4379881 h 5143785"/>
              <a:gd name="connsiteX39782" fmla="*/ 261557 w 3114960"/>
              <a:gd name="connsiteY39782" fmla="*/ 4378357 h 5143785"/>
              <a:gd name="connsiteX39783" fmla="*/ 255556 w 3114960"/>
              <a:gd name="connsiteY39783" fmla="*/ 4365879 h 5143785"/>
              <a:gd name="connsiteX39784" fmla="*/ 248126 w 3114960"/>
              <a:gd name="connsiteY39784" fmla="*/ 4366260 h 5143785"/>
              <a:gd name="connsiteX39785" fmla="*/ 243173 w 3114960"/>
              <a:gd name="connsiteY39785" fmla="*/ 4371880 h 5143785"/>
              <a:gd name="connsiteX39786" fmla="*/ 249174 w 3114960"/>
              <a:gd name="connsiteY39786" fmla="*/ 4384358 h 5143785"/>
              <a:gd name="connsiteX39787" fmla="*/ 252413 w 3114960"/>
              <a:gd name="connsiteY39787" fmla="*/ 4384929 h 5143785"/>
              <a:gd name="connsiteX39788" fmla="*/ 256699 w 3114960"/>
              <a:gd name="connsiteY39788" fmla="*/ 4383977 h 5143785"/>
              <a:gd name="connsiteX39789" fmla="*/ 257461 w 3114960"/>
              <a:gd name="connsiteY39789" fmla="*/ 4383405 h 5143785"/>
              <a:gd name="connsiteX39790" fmla="*/ 279368 w 3114960"/>
              <a:gd name="connsiteY39790" fmla="*/ 4402646 h 5143785"/>
              <a:gd name="connsiteX39791" fmla="*/ 379952 w 3114960"/>
              <a:gd name="connsiteY39791" fmla="*/ 4402931 h 5143785"/>
              <a:gd name="connsiteX39792" fmla="*/ 382334 w 3114960"/>
              <a:gd name="connsiteY39792" fmla="*/ 4406075 h 5143785"/>
              <a:gd name="connsiteX39793" fmla="*/ 389477 w 3114960"/>
              <a:gd name="connsiteY39793" fmla="*/ 4408837 h 5143785"/>
              <a:gd name="connsiteX39794" fmla="*/ 390049 w 3114960"/>
              <a:gd name="connsiteY39794" fmla="*/ 4408837 h 5143785"/>
              <a:gd name="connsiteX39795" fmla="*/ 397383 w 3114960"/>
              <a:gd name="connsiteY39795" fmla="*/ 4405313 h 5143785"/>
              <a:gd name="connsiteX39796" fmla="*/ 400145 w 3114960"/>
              <a:gd name="connsiteY39796" fmla="*/ 4397597 h 5143785"/>
              <a:gd name="connsiteX39797" fmla="*/ 399479 w 3114960"/>
              <a:gd name="connsiteY39797" fmla="*/ 4394740 h 5143785"/>
              <a:gd name="connsiteX39798" fmla="*/ 400050 w 3114960"/>
              <a:gd name="connsiteY39798" fmla="*/ 4395502 h 5143785"/>
              <a:gd name="connsiteX39799" fmla="*/ 403765 w 3114960"/>
              <a:gd name="connsiteY39799" fmla="*/ 4392454 h 5143785"/>
              <a:gd name="connsiteX39800" fmla="*/ 256985 w 3114960"/>
              <a:gd name="connsiteY39800" fmla="*/ 4376738 h 5143785"/>
              <a:gd name="connsiteX39801" fmla="*/ 256985 w 3114960"/>
              <a:gd name="connsiteY39801" fmla="*/ 4376738 h 5143785"/>
              <a:gd name="connsiteX39802" fmla="*/ 254413 w 3114960"/>
              <a:gd name="connsiteY39802" fmla="*/ 4379595 h 5143785"/>
              <a:gd name="connsiteX39803" fmla="*/ 250603 w 3114960"/>
              <a:gd name="connsiteY39803" fmla="*/ 4379786 h 5143785"/>
              <a:gd name="connsiteX39804" fmla="*/ 247555 w 3114960"/>
              <a:gd name="connsiteY39804" fmla="*/ 4373404 h 5143785"/>
              <a:gd name="connsiteX39805" fmla="*/ 250127 w 3114960"/>
              <a:gd name="connsiteY39805" fmla="*/ 4370546 h 5143785"/>
              <a:gd name="connsiteX39806" fmla="*/ 252317 w 3114960"/>
              <a:gd name="connsiteY39806" fmla="*/ 4370070 h 5143785"/>
              <a:gd name="connsiteX39807" fmla="*/ 253937 w 3114960"/>
              <a:gd name="connsiteY39807" fmla="*/ 4370356 h 5143785"/>
              <a:gd name="connsiteX39808" fmla="*/ 256985 w 3114960"/>
              <a:gd name="connsiteY39808" fmla="*/ 4376738 h 5143785"/>
              <a:gd name="connsiteX39809" fmla="*/ 393668 w 3114960"/>
              <a:gd name="connsiteY39809" fmla="*/ 4402074 h 5143785"/>
              <a:gd name="connsiteX39810" fmla="*/ 389573 w 3114960"/>
              <a:gd name="connsiteY39810" fmla="*/ 4403979 h 5143785"/>
              <a:gd name="connsiteX39811" fmla="*/ 385286 w 3114960"/>
              <a:gd name="connsiteY39811" fmla="*/ 4402455 h 5143785"/>
              <a:gd name="connsiteX39812" fmla="*/ 385286 w 3114960"/>
              <a:gd name="connsiteY39812" fmla="*/ 4402455 h 5143785"/>
              <a:gd name="connsiteX39813" fmla="*/ 383381 w 3114960"/>
              <a:gd name="connsiteY39813" fmla="*/ 4398360 h 5143785"/>
              <a:gd name="connsiteX39814" fmla="*/ 384905 w 3114960"/>
              <a:gd name="connsiteY39814" fmla="*/ 4394073 h 5143785"/>
              <a:gd name="connsiteX39815" fmla="*/ 389001 w 3114960"/>
              <a:gd name="connsiteY39815" fmla="*/ 4392168 h 5143785"/>
              <a:gd name="connsiteX39816" fmla="*/ 389287 w 3114960"/>
              <a:gd name="connsiteY39816" fmla="*/ 4392168 h 5143785"/>
              <a:gd name="connsiteX39817" fmla="*/ 393287 w 3114960"/>
              <a:gd name="connsiteY39817" fmla="*/ 4393692 h 5143785"/>
              <a:gd name="connsiteX39818" fmla="*/ 395192 w 3114960"/>
              <a:gd name="connsiteY39818" fmla="*/ 4397788 h 5143785"/>
              <a:gd name="connsiteX39819" fmla="*/ 393668 w 3114960"/>
              <a:gd name="connsiteY39819" fmla="*/ 4402074 h 5143785"/>
              <a:gd name="connsiteX39820" fmla="*/ 1378458 w 3114960"/>
              <a:gd name="connsiteY39820" fmla="*/ 3557683 h 5143785"/>
              <a:gd name="connsiteX39821" fmla="*/ 1373696 w 3114960"/>
              <a:gd name="connsiteY39821" fmla="*/ 3557683 h 5143785"/>
              <a:gd name="connsiteX39822" fmla="*/ 1373696 w 3114960"/>
              <a:gd name="connsiteY39822" fmla="*/ 3565779 h 5143785"/>
              <a:gd name="connsiteX39823" fmla="*/ 1371695 w 3114960"/>
              <a:gd name="connsiteY39823" fmla="*/ 3566922 h 5143785"/>
              <a:gd name="connsiteX39824" fmla="*/ 1368933 w 3114960"/>
              <a:gd name="connsiteY39824" fmla="*/ 3566065 h 5143785"/>
              <a:gd name="connsiteX39825" fmla="*/ 1355503 w 3114960"/>
              <a:gd name="connsiteY39825" fmla="*/ 3566065 h 5143785"/>
              <a:gd name="connsiteX39826" fmla="*/ 1349978 w 3114960"/>
              <a:gd name="connsiteY39826" fmla="*/ 3571589 h 5143785"/>
              <a:gd name="connsiteX39827" fmla="*/ 1349978 w 3114960"/>
              <a:gd name="connsiteY39827" fmla="*/ 3576447 h 5143785"/>
              <a:gd name="connsiteX39828" fmla="*/ 1230344 w 3114960"/>
              <a:gd name="connsiteY39828" fmla="*/ 3576638 h 5143785"/>
              <a:gd name="connsiteX39829" fmla="*/ 1145572 w 3114960"/>
              <a:gd name="connsiteY39829" fmla="*/ 3644742 h 5143785"/>
              <a:gd name="connsiteX39830" fmla="*/ 1092613 w 3114960"/>
              <a:gd name="connsiteY39830" fmla="*/ 3644455 h 5143785"/>
              <a:gd name="connsiteX39831" fmla="*/ 1092613 w 3114960"/>
              <a:gd name="connsiteY39831" fmla="*/ 3643789 h 5143785"/>
              <a:gd name="connsiteX39832" fmla="*/ 1079087 w 3114960"/>
              <a:gd name="connsiteY39832" fmla="*/ 3636264 h 5143785"/>
              <a:gd name="connsiteX39833" fmla="*/ 1071563 w 3114960"/>
              <a:gd name="connsiteY39833" fmla="*/ 3649790 h 5143785"/>
              <a:gd name="connsiteX39834" fmla="*/ 1082135 w 3114960"/>
              <a:gd name="connsiteY39834" fmla="*/ 3657695 h 5143785"/>
              <a:gd name="connsiteX39835" fmla="*/ 1085183 w 3114960"/>
              <a:gd name="connsiteY39835" fmla="*/ 3657314 h 5143785"/>
              <a:gd name="connsiteX39836" fmla="*/ 1092708 w 3114960"/>
              <a:gd name="connsiteY39836" fmla="*/ 3649218 h 5143785"/>
              <a:gd name="connsiteX39837" fmla="*/ 1147382 w 3114960"/>
              <a:gd name="connsiteY39837" fmla="*/ 3649504 h 5143785"/>
              <a:gd name="connsiteX39838" fmla="*/ 1232249 w 3114960"/>
              <a:gd name="connsiteY39838" fmla="*/ 3581400 h 5143785"/>
              <a:gd name="connsiteX39839" fmla="*/ 1350264 w 3114960"/>
              <a:gd name="connsiteY39839" fmla="*/ 3581210 h 5143785"/>
              <a:gd name="connsiteX39840" fmla="*/ 1350264 w 3114960"/>
              <a:gd name="connsiteY39840" fmla="*/ 3585020 h 5143785"/>
              <a:gd name="connsiteX39841" fmla="*/ 1355789 w 3114960"/>
              <a:gd name="connsiteY39841" fmla="*/ 3590544 h 5143785"/>
              <a:gd name="connsiteX39842" fmla="*/ 1369219 w 3114960"/>
              <a:gd name="connsiteY39842" fmla="*/ 3590544 h 5143785"/>
              <a:gd name="connsiteX39843" fmla="*/ 1374743 w 3114960"/>
              <a:gd name="connsiteY39843" fmla="*/ 3585020 h 5143785"/>
              <a:gd name="connsiteX39844" fmla="*/ 1374743 w 3114960"/>
              <a:gd name="connsiteY39844" fmla="*/ 3571589 h 5143785"/>
              <a:gd name="connsiteX39845" fmla="*/ 1374648 w 3114960"/>
              <a:gd name="connsiteY39845" fmla="*/ 3570923 h 5143785"/>
              <a:gd name="connsiteX39846" fmla="*/ 1378744 w 3114960"/>
              <a:gd name="connsiteY39846" fmla="*/ 3568637 h 5143785"/>
              <a:gd name="connsiteX39847" fmla="*/ 1378744 w 3114960"/>
              <a:gd name="connsiteY39847" fmla="*/ 3557683 h 5143785"/>
              <a:gd name="connsiteX39848" fmla="*/ 1083659 w 3114960"/>
              <a:gd name="connsiteY39848" fmla="*/ 3652742 h 5143785"/>
              <a:gd name="connsiteX39849" fmla="*/ 1076039 w 3114960"/>
              <a:gd name="connsiteY39849" fmla="*/ 3648456 h 5143785"/>
              <a:gd name="connsiteX39850" fmla="*/ 1080326 w 3114960"/>
              <a:gd name="connsiteY39850" fmla="*/ 3640836 h 5143785"/>
              <a:gd name="connsiteX39851" fmla="*/ 1082040 w 3114960"/>
              <a:gd name="connsiteY39851" fmla="*/ 3640550 h 5143785"/>
              <a:gd name="connsiteX39852" fmla="*/ 1087946 w 3114960"/>
              <a:gd name="connsiteY39852" fmla="*/ 3645027 h 5143785"/>
              <a:gd name="connsiteX39853" fmla="*/ 1083659 w 3114960"/>
              <a:gd name="connsiteY39853" fmla="*/ 3652647 h 5143785"/>
              <a:gd name="connsiteX39854" fmla="*/ 1369695 w 3114960"/>
              <a:gd name="connsiteY39854" fmla="*/ 3585020 h 5143785"/>
              <a:gd name="connsiteX39855" fmla="*/ 1368933 w 3114960"/>
              <a:gd name="connsiteY39855" fmla="*/ 3585782 h 5143785"/>
              <a:gd name="connsiteX39856" fmla="*/ 1355503 w 3114960"/>
              <a:gd name="connsiteY39856" fmla="*/ 3585782 h 5143785"/>
              <a:gd name="connsiteX39857" fmla="*/ 1354741 w 3114960"/>
              <a:gd name="connsiteY39857" fmla="*/ 3585020 h 5143785"/>
              <a:gd name="connsiteX39858" fmla="*/ 1354741 w 3114960"/>
              <a:gd name="connsiteY39858" fmla="*/ 3571589 h 5143785"/>
              <a:gd name="connsiteX39859" fmla="*/ 1355503 w 3114960"/>
              <a:gd name="connsiteY39859" fmla="*/ 3570827 h 5143785"/>
              <a:gd name="connsiteX39860" fmla="*/ 1368933 w 3114960"/>
              <a:gd name="connsiteY39860" fmla="*/ 3570827 h 5143785"/>
              <a:gd name="connsiteX39861" fmla="*/ 1369695 w 3114960"/>
              <a:gd name="connsiteY39861" fmla="*/ 3571589 h 5143785"/>
              <a:gd name="connsiteX39862" fmla="*/ 1369695 w 3114960"/>
              <a:gd name="connsiteY39862" fmla="*/ 3585020 h 5143785"/>
              <a:gd name="connsiteX39863" fmla="*/ 296894 w 3114960"/>
              <a:gd name="connsiteY39863" fmla="*/ 4374356 h 5143785"/>
              <a:gd name="connsiteX39864" fmla="*/ 346805 w 3114960"/>
              <a:gd name="connsiteY39864" fmla="*/ 4374356 h 5143785"/>
              <a:gd name="connsiteX39865" fmla="*/ 346805 w 3114960"/>
              <a:gd name="connsiteY39865" fmla="*/ 4378357 h 5143785"/>
              <a:gd name="connsiteX39866" fmla="*/ 351282 w 3114960"/>
              <a:gd name="connsiteY39866" fmla="*/ 4382834 h 5143785"/>
              <a:gd name="connsiteX39867" fmla="*/ 363950 w 3114960"/>
              <a:gd name="connsiteY39867" fmla="*/ 4382834 h 5143785"/>
              <a:gd name="connsiteX39868" fmla="*/ 368427 w 3114960"/>
              <a:gd name="connsiteY39868" fmla="*/ 4378357 h 5143785"/>
              <a:gd name="connsiteX39869" fmla="*/ 368427 w 3114960"/>
              <a:gd name="connsiteY39869" fmla="*/ 4365689 h 5143785"/>
              <a:gd name="connsiteX39870" fmla="*/ 363950 w 3114960"/>
              <a:gd name="connsiteY39870" fmla="*/ 4361212 h 5143785"/>
              <a:gd name="connsiteX39871" fmla="*/ 351282 w 3114960"/>
              <a:gd name="connsiteY39871" fmla="*/ 4361212 h 5143785"/>
              <a:gd name="connsiteX39872" fmla="*/ 346805 w 3114960"/>
              <a:gd name="connsiteY39872" fmla="*/ 4365689 h 5143785"/>
              <a:gd name="connsiteX39873" fmla="*/ 346805 w 3114960"/>
              <a:gd name="connsiteY39873" fmla="*/ 4369689 h 5143785"/>
              <a:gd name="connsiteX39874" fmla="*/ 301657 w 3114960"/>
              <a:gd name="connsiteY39874" fmla="*/ 4369689 h 5143785"/>
              <a:gd name="connsiteX39875" fmla="*/ 301847 w 3114960"/>
              <a:gd name="connsiteY39875" fmla="*/ 4335113 h 5143785"/>
              <a:gd name="connsiteX39876" fmla="*/ 347567 w 3114960"/>
              <a:gd name="connsiteY39876" fmla="*/ 4296061 h 5143785"/>
              <a:gd name="connsiteX39877" fmla="*/ 352139 w 3114960"/>
              <a:gd name="connsiteY39877" fmla="*/ 4298919 h 5143785"/>
              <a:gd name="connsiteX39878" fmla="*/ 356330 w 3114960"/>
              <a:gd name="connsiteY39878" fmla="*/ 4299585 h 5143785"/>
              <a:gd name="connsiteX39879" fmla="*/ 368237 w 3114960"/>
              <a:gd name="connsiteY39879" fmla="*/ 4291108 h 5143785"/>
              <a:gd name="connsiteX39880" fmla="*/ 360521 w 3114960"/>
              <a:gd name="connsiteY39880" fmla="*/ 4275011 h 5143785"/>
              <a:gd name="connsiteX39881" fmla="*/ 344424 w 3114960"/>
              <a:gd name="connsiteY39881" fmla="*/ 4282821 h 5143785"/>
              <a:gd name="connsiteX39882" fmla="*/ 344805 w 3114960"/>
              <a:gd name="connsiteY39882" fmla="*/ 4292156 h 5143785"/>
              <a:gd name="connsiteX39883" fmla="*/ 297085 w 3114960"/>
              <a:gd name="connsiteY39883" fmla="*/ 4332923 h 5143785"/>
              <a:gd name="connsiteX39884" fmla="*/ 296894 w 3114960"/>
              <a:gd name="connsiteY39884" fmla="*/ 4374547 h 5143785"/>
              <a:gd name="connsiteX39885" fmla="*/ 348901 w 3114960"/>
              <a:gd name="connsiteY39885" fmla="*/ 4284250 h 5143785"/>
              <a:gd name="connsiteX39886" fmla="*/ 356330 w 3114960"/>
              <a:gd name="connsiteY39886" fmla="*/ 4279011 h 5143785"/>
              <a:gd name="connsiteX39887" fmla="*/ 358902 w 3114960"/>
              <a:gd name="connsiteY39887" fmla="*/ 4279487 h 5143785"/>
              <a:gd name="connsiteX39888" fmla="*/ 363760 w 3114960"/>
              <a:gd name="connsiteY39888" fmla="*/ 4289489 h 5143785"/>
              <a:gd name="connsiteX39889" fmla="*/ 353759 w 3114960"/>
              <a:gd name="connsiteY39889" fmla="*/ 4294346 h 5143785"/>
              <a:gd name="connsiteX39890" fmla="*/ 348901 w 3114960"/>
              <a:gd name="connsiteY39890" fmla="*/ 4284345 h 5143785"/>
              <a:gd name="connsiteX39891" fmla="*/ 45625 w 3114960"/>
              <a:gd name="connsiteY39891" fmla="*/ 4707827 h 5143785"/>
              <a:gd name="connsiteX39892" fmla="*/ 95 w 3114960"/>
              <a:gd name="connsiteY39892" fmla="*/ 4707827 h 5143785"/>
              <a:gd name="connsiteX39893" fmla="*/ 95 w 3114960"/>
              <a:gd name="connsiteY39893" fmla="*/ 4703064 h 5143785"/>
              <a:gd name="connsiteX39894" fmla="*/ 45625 w 3114960"/>
              <a:gd name="connsiteY39894" fmla="*/ 4703064 h 5143785"/>
              <a:gd name="connsiteX39895" fmla="*/ 54388 w 3114960"/>
              <a:gd name="connsiteY39895" fmla="*/ 4696682 h 5143785"/>
              <a:gd name="connsiteX39896" fmla="*/ 62770 w 3114960"/>
              <a:gd name="connsiteY39896" fmla="*/ 4705922 h 5143785"/>
              <a:gd name="connsiteX39897" fmla="*/ 53531 w 3114960"/>
              <a:gd name="connsiteY39897" fmla="*/ 4714304 h 5143785"/>
              <a:gd name="connsiteX39898" fmla="*/ 45625 w 3114960"/>
              <a:gd name="connsiteY39898" fmla="*/ 4707922 h 5143785"/>
              <a:gd name="connsiteX39899" fmla="*/ 1378458 w 3114960"/>
              <a:gd name="connsiteY39899" fmla="*/ 3527203 h 5143785"/>
              <a:gd name="connsiteX39900" fmla="*/ 1373696 w 3114960"/>
              <a:gd name="connsiteY39900" fmla="*/ 3527203 h 5143785"/>
              <a:gd name="connsiteX39901" fmla="*/ 1373696 w 3114960"/>
              <a:gd name="connsiteY39901" fmla="*/ 3517011 h 5143785"/>
              <a:gd name="connsiteX39902" fmla="*/ 1378458 w 3114960"/>
              <a:gd name="connsiteY39902" fmla="*/ 3517011 h 5143785"/>
              <a:gd name="connsiteX39903" fmla="*/ 1378458 w 3114960"/>
              <a:gd name="connsiteY39903" fmla="*/ 3527203 h 5143785"/>
              <a:gd name="connsiteX39904" fmla="*/ 1378458 w 3114960"/>
              <a:gd name="connsiteY39904" fmla="*/ 3547491 h 5143785"/>
              <a:gd name="connsiteX39905" fmla="*/ 1373696 w 3114960"/>
              <a:gd name="connsiteY39905" fmla="*/ 3547491 h 5143785"/>
              <a:gd name="connsiteX39906" fmla="*/ 1373696 w 3114960"/>
              <a:gd name="connsiteY39906" fmla="*/ 3537299 h 5143785"/>
              <a:gd name="connsiteX39907" fmla="*/ 1378458 w 3114960"/>
              <a:gd name="connsiteY39907" fmla="*/ 3537299 h 5143785"/>
              <a:gd name="connsiteX39908" fmla="*/ 1378458 w 3114960"/>
              <a:gd name="connsiteY39908" fmla="*/ 3547491 h 5143785"/>
              <a:gd name="connsiteX39909" fmla="*/ 1074896 w 3114960"/>
              <a:gd name="connsiteY39909" fmla="*/ 3616547 h 5143785"/>
              <a:gd name="connsiteX39910" fmla="*/ 1099947 w 3114960"/>
              <a:gd name="connsiteY39910" fmla="*/ 3616547 h 5143785"/>
              <a:gd name="connsiteX39911" fmla="*/ 1105948 w 3114960"/>
              <a:gd name="connsiteY39911" fmla="*/ 3613785 h 5143785"/>
              <a:gd name="connsiteX39912" fmla="*/ 1112234 w 3114960"/>
              <a:gd name="connsiteY39912" fmla="*/ 3606355 h 5143785"/>
              <a:gd name="connsiteX39913" fmla="*/ 1114044 w 3114960"/>
              <a:gd name="connsiteY39913" fmla="*/ 3601307 h 5143785"/>
              <a:gd name="connsiteX39914" fmla="*/ 1114044 w 3114960"/>
              <a:gd name="connsiteY39914" fmla="*/ 3577495 h 5143785"/>
              <a:gd name="connsiteX39915" fmla="*/ 1106138 w 3114960"/>
              <a:gd name="connsiteY39915" fmla="*/ 3569589 h 5143785"/>
              <a:gd name="connsiteX39916" fmla="*/ 1092899 w 3114960"/>
              <a:gd name="connsiteY39916" fmla="*/ 3569589 h 5143785"/>
              <a:gd name="connsiteX39917" fmla="*/ 1092899 w 3114960"/>
              <a:gd name="connsiteY39917" fmla="*/ 3569589 h 5143785"/>
              <a:gd name="connsiteX39918" fmla="*/ 1074896 w 3114960"/>
              <a:gd name="connsiteY39918" fmla="*/ 3569589 h 5143785"/>
              <a:gd name="connsiteX39919" fmla="*/ 1066991 w 3114960"/>
              <a:gd name="connsiteY39919" fmla="*/ 3577495 h 5143785"/>
              <a:gd name="connsiteX39920" fmla="*/ 1066991 w 3114960"/>
              <a:gd name="connsiteY39920" fmla="*/ 3597402 h 5143785"/>
              <a:gd name="connsiteX39921" fmla="*/ 1066800 w 3114960"/>
              <a:gd name="connsiteY39921" fmla="*/ 3597688 h 5143785"/>
              <a:gd name="connsiteX39922" fmla="*/ 1066991 w 3114960"/>
              <a:gd name="connsiteY39922" fmla="*/ 3597878 h 5143785"/>
              <a:gd name="connsiteX39923" fmla="*/ 1066991 w 3114960"/>
              <a:gd name="connsiteY39923" fmla="*/ 3608832 h 5143785"/>
              <a:gd name="connsiteX39924" fmla="*/ 1074896 w 3114960"/>
              <a:gd name="connsiteY39924" fmla="*/ 3616738 h 5143785"/>
              <a:gd name="connsiteX39925" fmla="*/ 1109282 w 3114960"/>
              <a:gd name="connsiteY39925" fmla="*/ 3601212 h 5143785"/>
              <a:gd name="connsiteX39926" fmla="*/ 1108520 w 3114960"/>
              <a:gd name="connsiteY39926" fmla="*/ 3603212 h 5143785"/>
              <a:gd name="connsiteX39927" fmla="*/ 1102233 w 3114960"/>
              <a:gd name="connsiteY39927" fmla="*/ 3610642 h 5143785"/>
              <a:gd name="connsiteX39928" fmla="*/ 1099852 w 3114960"/>
              <a:gd name="connsiteY39928" fmla="*/ 3611785 h 5143785"/>
              <a:gd name="connsiteX39929" fmla="*/ 1087374 w 3114960"/>
              <a:gd name="connsiteY39929" fmla="*/ 3611785 h 5143785"/>
              <a:gd name="connsiteX39930" fmla="*/ 1109186 w 3114960"/>
              <a:gd name="connsiteY39930" fmla="*/ 3588353 h 5143785"/>
              <a:gd name="connsiteX39931" fmla="*/ 1109186 w 3114960"/>
              <a:gd name="connsiteY39931" fmla="*/ 3601212 h 5143785"/>
              <a:gd name="connsiteX39932" fmla="*/ 1071753 w 3114960"/>
              <a:gd name="connsiteY39932" fmla="*/ 3577400 h 5143785"/>
              <a:gd name="connsiteX39933" fmla="*/ 1074896 w 3114960"/>
              <a:gd name="connsiteY39933" fmla="*/ 3574256 h 5143785"/>
              <a:gd name="connsiteX39934" fmla="*/ 1088422 w 3114960"/>
              <a:gd name="connsiteY39934" fmla="*/ 3574256 h 5143785"/>
              <a:gd name="connsiteX39935" fmla="*/ 1071753 w 3114960"/>
              <a:gd name="connsiteY39935" fmla="*/ 3592163 h 5143785"/>
              <a:gd name="connsiteX39936" fmla="*/ 1071753 w 3114960"/>
              <a:gd name="connsiteY39936" fmla="*/ 3577400 h 5143785"/>
              <a:gd name="connsiteX39937" fmla="*/ 1071753 w 3114960"/>
              <a:gd name="connsiteY39937" fmla="*/ 3602165 h 5143785"/>
              <a:gd name="connsiteX39938" fmla="*/ 1071944 w 3114960"/>
              <a:gd name="connsiteY39938" fmla="*/ 3602355 h 5143785"/>
              <a:gd name="connsiteX39939" fmla="*/ 1098137 w 3114960"/>
              <a:gd name="connsiteY39939" fmla="*/ 3574256 h 5143785"/>
              <a:gd name="connsiteX39940" fmla="*/ 1098137 w 3114960"/>
              <a:gd name="connsiteY39940" fmla="*/ 3574256 h 5143785"/>
              <a:gd name="connsiteX39941" fmla="*/ 1106138 w 3114960"/>
              <a:gd name="connsiteY39941" fmla="*/ 3574256 h 5143785"/>
              <a:gd name="connsiteX39942" fmla="*/ 1109282 w 3114960"/>
              <a:gd name="connsiteY39942" fmla="*/ 3577400 h 5143785"/>
              <a:gd name="connsiteX39943" fmla="*/ 1109282 w 3114960"/>
              <a:gd name="connsiteY39943" fmla="*/ 3579400 h 5143785"/>
              <a:gd name="connsiteX39944" fmla="*/ 1108520 w 3114960"/>
              <a:gd name="connsiteY39944" fmla="*/ 3578638 h 5143785"/>
              <a:gd name="connsiteX39945" fmla="*/ 1078135 w 3114960"/>
              <a:gd name="connsiteY39945" fmla="*/ 3611213 h 5143785"/>
              <a:gd name="connsiteX39946" fmla="*/ 1078706 w 3114960"/>
              <a:gd name="connsiteY39946" fmla="*/ 3611785 h 5143785"/>
              <a:gd name="connsiteX39947" fmla="*/ 1074896 w 3114960"/>
              <a:gd name="connsiteY39947" fmla="*/ 3611785 h 5143785"/>
              <a:gd name="connsiteX39948" fmla="*/ 1071753 w 3114960"/>
              <a:gd name="connsiteY39948" fmla="*/ 3608642 h 5143785"/>
              <a:gd name="connsiteX39949" fmla="*/ 1071753 w 3114960"/>
              <a:gd name="connsiteY39949" fmla="*/ 3602165 h 5143785"/>
              <a:gd name="connsiteX39950" fmla="*/ 1413510 w 3114960"/>
              <a:gd name="connsiteY39950" fmla="*/ 3469577 h 5143785"/>
              <a:gd name="connsiteX39951" fmla="*/ 1413510 w 3114960"/>
              <a:gd name="connsiteY39951" fmla="*/ 3450812 h 5143785"/>
              <a:gd name="connsiteX39952" fmla="*/ 1417320 w 3114960"/>
              <a:gd name="connsiteY39952" fmla="*/ 3447002 h 5143785"/>
              <a:gd name="connsiteX39953" fmla="*/ 1436084 w 3114960"/>
              <a:gd name="connsiteY39953" fmla="*/ 3447002 h 5143785"/>
              <a:gd name="connsiteX39954" fmla="*/ 1439894 w 3114960"/>
              <a:gd name="connsiteY39954" fmla="*/ 3450812 h 5143785"/>
              <a:gd name="connsiteX39955" fmla="*/ 1439894 w 3114960"/>
              <a:gd name="connsiteY39955" fmla="*/ 3469577 h 5143785"/>
              <a:gd name="connsiteX39956" fmla="*/ 1436084 w 3114960"/>
              <a:gd name="connsiteY39956" fmla="*/ 3473387 h 5143785"/>
              <a:gd name="connsiteX39957" fmla="*/ 1417320 w 3114960"/>
              <a:gd name="connsiteY39957" fmla="*/ 3473387 h 5143785"/>
              <a:gd name="connsiteX39958" fmla="*/ 1413510 w 3114960"/>
              <a:gd name="connsiteY39958" fmla="*/ 3469577 h 5143785"/>
              <a:gd name="connsiteX39959" fmla="*/ 1085660 w 3114960"/>
              <a:gd name="connsiteY39959" fmla="*/ 2301431 h 5143785"/>
              <a:gd name="connsiteX39960" fmla="*/ 1093375 w 3114960"/>
              <a:gd name="connsiteY39960" fmla="*/ 2309146 h 5143785"/>
              <a:gd name="connsiteX39961" fmla="*/ 1101090 w 3114960"/>
              <a:gd name="connsiteY39961" fmla="*/ 2301431 h 5143785"/>
              <a:gd name="connsiteX39962" fmla="*/ 1093375 w 3114960"/>
              <a:gd name="connsiteY39962" fmla="*/ 2293715 h 5143785"/>
              <a:gd name="connsiteX39963" fmla="*/ 1085660 w 3114960"/>
              <a:gd name="connsiteY39963" fmla="*/ 2301431 h 5143785"/>
              <a:gd name="connsiteX39964" fmla="*/ 1098804 w 3114960"/>
              <a:gd name="connsiteY39964" fmla="*/ 2301431 h 5143785"/>
              <a:gd name="connsiteX39965" fmla="*/ 1093470 w 3114960"/>
              <a:gd name="connsiteY39965" fmla="*/ 2306765 h 5143785"/>
              <a:gd name="connsiteX39966" fmla="*/ 1088136 w 3114960"/>
              <a:gd name="connsiteY39966" fmla="*/ 2301431 h 5143785"/>
              <a:gd name="connsiteX39967" fmla="*/ 1093470 w 3114960"/>
              <a:gd name="connsiteY39967" fmla="*/ 2296097 h 5143785"/>
              <a:gd name="connsiteX39968" fmla="*/ 1098804 w 3114960"/>
              <a:gd name="connsiteY39968" fmla="*/ 2301431 h 5143785"/>
              <a:gd name="connsiteX39969" fmla="*/ 57245 w 3114960"/>
              <a:gd name="connsiteY39969" fmla="*/ 4589812 h 5143785"/>
              <a:gd name="connsiteX39970" fmla="*/ 58198 w 3114960"/>
              <a:gd name="connsiteY39970" fmla="*/ 4591336 h 5143785"/>
              <a:gd name="connsiteX39971" fmla="*/ 63913 w 3114960"/>
              <a:gd name="connsiteY39971" fmla="*/ 4597051 h 5143785"/>
              <a:gd name="connsiteX39972" fmla="*/ 67818 w 3114960"/>
              <a:gd name="connsiteY39972" fmla="*/ 4598670 h 5143785"/>
              <a:gd name="connsiteX39973" fmla="*/ 71723 w 3114960"/>
              <a:gd name="connsiteY39973" fmla="*/ 4597051 h 5143785"/>
              <a:gd name="connsiteX39974" fmla="*/ 77438 w 3114960"/>
              <a:gd name="connsiteY39974" fmla="*/ 4591336 h 5143785"/>
              <a:gd name="connsiteX39975" fmla="*/ 77438 w 3114960"/>
              <a:gd name="connsiteY39975" fmla="*/ 4583526 h 5143785"/>
              <a:gd name="connsiteX39976" fmla="*/ 71723 w 3114960"/>
              <a:gd name="connsiteY39976" fmla="*/ 4577906 h 5143785"/>
              <a:gd name="connsiteX39977" fmla="*/ 63913 w 3114960"/>
              <a:gd name="connsiteY39977" fmla="*/ 4577906 h 5143785"/>
              <a:gd name="connsiteX39978" fmla="*/ 58198 w 3114960"/>
              <a:gd name="connsiteY39978" fmla="*/ 4583621 h 5143785"/>
              <a:gd name="connsiteX39979" fmla="*/ 57245 w 3114960"/>
              <a:gd name="connsiteY39979" fmla="*/ 4585145 h 5143785"/>
              <a:gd name="connsiteX39980" fmla="*/ 8858 w 3114960"/>
              <a:gd name="connsiteY39980" fmla="*/ 4585145 h 5143785"/>
              <a:gd name="connsiteX39981" fmla="*/ 95 w 3114960"/>
              <a:gd name="connsiteY39981" fmla="*/ 4593908 h 5143785"/>
              <a:gd name="connsiteX39982" fmla="*/ 95 w 3114960"/>
              <a:gd name="connsiteY39982" fmla="*/ 4600670 h 5143785"/>
              <a:gd name="connsiteX39983" fmla="*/ 10763 w 3114960"/>
              <a:gd name="connsiteY39983" fmla="*/ 4589907 h 5143785"/>
              <a:gd name="connsiteX39984" fmla="*/ 57150 w 3114960"/>
              <a:gd name="connsiteY39984" fmla="*/ 4589907 h 5143785"/>
              <a:gd name="connsiteX39985" fmla="*/ 61532 w 3114960"/>
              <a:gd name="connsiteY39985" fmla="*/ 4586859 h 5143785"/>
              <a:gd name="connsiteX39986" fmla="*/ 67247 w 3114960"/>
              <a:gd name="connsiteY39986" fmla="*/ 4581239 h 5143785"/>
              <a:gd name="connsiteX39987" fmla="*/ 67723 w 3114960"/>
              <a:gd name="connsiteY39987" fmla="*/ 4581049 h 5143785"/>
              <a:gd name="connsiteX39988" fmla="*/ 68294 w 3114960"/>
              <a:gd name="connsiteY39988" fmla="*/ 4581239 h 5143785"/>
              <a:gd name="connsiteX39989" fmla="*/ 73914 w 3114960"/>
              <a:gd name="connsiteY39989" fmla="*/ 4586859 h 5143785"/>
              <a:gd name="connsiteX39990" fmla="*/ 73914 w 3114960"/>
              <a:gd name="connsiteY39990" fmla="*/ 4587907 h 5143785"/>
              <a:gd name="connsiteX39991" fmla="*/ 68199 w 3114960"/>
              <a:gd name="connsiteY39991" fmla="*/ 4593622 h 5143785"/>
              <a:gd name="connsiteX39992" fmla="*/ 67151 w 3114960"/>
              <a:gd name="connsiteY39992" fmla="*/ 4593622 h 5143785"/>
              <a:gd name="connsiteX39993" fmla="*/ 61436 w 3114960"/>
              <a:gd name="connsiteY39993" fmla="*/ 4587907 h 5143785"/>
              <a:gd name="connsiteX39994" fmla="*/ 61436 w 3114960"/>
              <a:gd name="connsiteY39994" fmla="*/ 4586859 h 5143785"/>
              <a:gd name="connsiteX39995" fmla="*/ 116300 w 3114960"/>
              <a:gd name="connsiteY39995" fmla="*/ 2531364 h 5143785"/>
              <a:gd name="connsiteX39996" fmla="*/ 127730 w 3114960"/>
              <a:gd name="connsiteY39996" fmla="*/ 2519934 h 5143785"/>
              <a:gd name="connsiteX39997" fmla="*/ 116300 w 3114960"/>
              <a:gd name="connsiteY39997" fmla="*/ 2508504 h 5143785"/>
              <a:gd name="connsiteX39998" fmla="*/ 110966 w 3114960"/>
              <a:gd name="connsiteY39998" fmla="*/ 2510028 h 5143785"/>
              <a:gd name="connsiteX39999" fmla="*/ 70104 w 3114960"/>
              <a:gd name="connsiteY39999" fmla="*/ 2460784 h 5143785"/>
              <a:gd name="connsiteX40000" fmla="*/ 46768 w 3114960"/>
              <a:gd name="connsiteY40000" fmla="*/ 2460498 h 5143785"/>
              <a:gd name="connsiteX40001" fmla="*/ 46768 w 3114960"/>
              <a:gd name="connsiteY40001" fmla="*/ 2452307 h 5143785"/>
              <a:gd name="connsiteX40002" fmla="*/ 39624 w 3114960"/>
              <a:gd name="connsiteY40002" fmla="*/ 2445163 h 5143785"/>
              <a:gd name="connsiteX40003" fmla="*/ 95 w 3114960"/>
              <a:gd name="connsiteY40003" fmla="*/ 2445163 h 5143785"/>
              <a:gd name="connsiteX40004" fmla="*/ 95 w 3114960"/>
              <a:gd name="connsiteY40004" fmla="*/ 2449925 h 5143785"/>
              <a:gd name="connsiteX40005" fmla="*/ 39624 w 3114960"/>
              <a:gd name="connsiteY40005" fmla="*/ 2449925 h 5143785"/>
              <a:gd name="connsiteX40006" fmla="*/ 42005 w 3114960"/>
              <a:gd name="connsiteY40006" fmla="*/ 2452307 h 5143785"/>
              <a:gd name="connsiteX40007" fmla="*/ 42005 w 3114960"/>
              <a:gd name="connsiteY40007" fmla="*/ 2473833 h 5143785"/>
              <a:gd name="connsiteX40008" fmla="*/ 39624 w 3114960"/>
              <a:gd name="connsiteY40008" fmla="*/ 2476214 h 5143785"/>
              <a:gd name="connsiteX40009" fmla="*/ 95 w 3114960"/>
              <a:gd name="connsiteY40009" fmla="*/ 2476214 h 5143785"/>
              <a:gd name="connsiteX40010" fmla="*/ 95 w 3114960"/>
              <a:gd name="connsiteY40010" fmla="*/ 2480977 h 5143785"/>
              <a:gd name="connsiteX40011" fmla="*/ 39624 w 3114960"/>
              <a:gd name="connsiteY40011" fmla="*/ 2480977 h 5143785"/>
              <a:gd name="connsiteX40012" fmla="*/ 46768 w 3114960"/>
              <a:gd name="connsiteY40012" fmla="*/ 2473833 h 5143785"/>
              <a:gd name="connsiteX40013" fmla="*/ 46768 w 3114960"/>
              <a:gd name="connsiteY40013" fmla="*/ 2465261 h 5143785"/>
              <a:gd name="connsiteX40014" fmla="*/ 67818 w 3114960"/>
              <a:gd name="connsiteY40014" fmla="*/ 2465546 h 5143785"/>
              <a:gd name="connsiteX40015" fmla="*/ 107347 w 3114960"/>
              <a:gd name="connsiteY40015" fmla="*/ 2513171 h 5143785"/>
              <a:gd name="connsiteX40016" fmla="*/ 104870 w 3114960"/>
              <a:gd name="connsiteY40016" fmla="*/ 2519934 h 5143785"/>
              <a:gd name="connsiteX40017" fmla="*/ 116300 w 3114960"/>
              <a:gd name="connsiteY40017" fmla="*/ 2531364 h 5143785"/>
              <a:gd name="connsiteX40018" fmla="*/ 116300 w 3114960"/>
              <a:gd name="connsiteY40018" fmla="*/ 2513362 h 5143785"/>
              <a:gd name="connsiteX40019" fmla="*/ 122968 w 3114960"/>
              <a:gd name="connsiteY40019" fmla="*/ 2520029 h 5143785"/>
              <a:gd name="connsiteX40020" fmla="*/ 116300 w 3114960"/>
              <a:gd name="connsiteY40020" fmla="*/ 2526697 h 5143785"/>
              <a:gd name="connsiteX40021" fmla="*/ 109633 w 3114960"/>
              <a:gd name="connsiteY40021" fmla="*/ 2520029 h 5143785"/>
              <a:gd name="connsiteX40022" fmla="*/ 116300 w 3114960"/>
              <a:gd name="connsiteY40022" fmla="*/ 2513362 h 5143785"/>
              <a:gd name="connsiteX40023" fmla="*/ 32576 w 3114960"/>
              <a:gd name="connsiteY40023" fmla="*/ 4438555 h 5143785"/>
              <a:gd name="connsiteX40024" fmla="*/ 38576 w 3114960"/>
              <a:gd name="connsiteY40024" fmla="*/ 4451033 h 5143785"/>
              <a:gd name="connsiteX40025" fmla="*/ 41815 w 3114960"/>
              <a:gd name="connsiteY40025" fmla="*/ 4451604 h 5143785"/>
              <a:gd name="connsiteX40026" fmla="*/ 51054 w 3114960"/>
              <a:gd name="connsiteY40026" fmla="*/ 4445032 h 5143785"/>
              <a:gd name="connsiteX40027" fmla="*/ 50673 w 3114960"/>
              <a:gd name="connsiteY40027" fmla="*/ 4437507 h 5143785"/>
              <a:gd name="connsiteX40028" fmla="*/ 45053 w 3114960"/>
              <a:gd name="connsiteY40028" fmla="*/ 4432554 h 5143785"/>
              <a:gd name="connsiteX40029" fmla="*/ 36767 w 3114960"/>
              <a:gd name="connsiteY40029" fmla="*/ 4433602 h 5143785"/>
              <a:gd name="connsiteX40030" fmla="*/ 14859 w 3114960"/>
              <a:gd name="connsiteY40030" fmla="*/ 4414362 h 5143785"/>
              <a:gd name="connsiteX40031" fmla="*/ 95 w 3114960"/>
              <a:gd name="connsiteY40031" fmla="*/ 4414362 h 5143785"/>
              <a:gd name="connsiteX40032" fmla="*/ 95 w 3114960"/>
              <a:gd name="connsiteY40032" fmla="*/ 4419124 h 5143785"/>
              <a:gd name="connsiteX40033" fmla="*/ 13049 w 3114960"/>
              <a:gd name="connsiteY40033" fmla="*/ 4419124 h 5143785"/>
              <a:gd name="connsiteX40034" fmla="*/ 33433 w 3114960"/>
              <a:gd name="connsiteY40034" fmla="*/ 4437126 h 5143785"/>
              <a:gd name="connsiteX40035" fmla="*/ 32480 w 3114960"/>
              <a:gd name="connsiteY40035" fmla="*/ 4438650 h 5143785"/>
              <a:gd name="connsiteX40036" fmla="*/ 32480 w 3114960"/>
              <a:gd name="connsiteY40036" fmla="*/ 4438650 h 5143785"/>
              <a:gd name="connsiteX40037" fmla="*/ 37052 w 3114960"/>
              <a:gd name="connsiteY40037" fmla="*/ 4440079 h 5143785"/>
              <a:gd name="connsiteX40038" fmla="*/ 43434 w 3114960"/>
              <a:gd name="connsiteY40038" fmla="*/ 4437031 h 5143785"/>
              <a:gd name="connsiteX40039" fmla="*/ 46292 w 3114960"/>
              <a:gd name="connsiteY40039" fmla="*/ 4439603 h 5143785"/>
              <a:gd name="connsiteX40040" fmla="*/ 46482 w 3114960"/>
              <a:gd name="connsiteY40040" fmla="*/ 4443413 h 5143785"/>
              <a:gd name="connsiteX40041" fmla="*/ 40100 w 3114960"/>
              <a:gd name="connsiteY40041" fmla="*/ 4446461 h 5143785"/>
              <a:gd name="connsiteX40042" fmla="*/ 37052 w 3114960"/>
              <a:gd name="connsiteY40042" fmla="*/ 4440079 h 5143785"/>
              <a:gd name="connsiteX40043" fmla="*/ 1411986 w 3114960"/>
              <a:gd name="connsiteY40043" fmla="*/ 3442240 h 5143785"/>
              <a:gd name="connsiteX40044" fmla="*/ 1408843 w 3114960"/>
              <a:gd name="connsiteY40044" fmla="*/ 3445383 h 5143785"/>
              <a:gd name="connsiteX40045" fmla="*/ 1408843 w 3114960"/>
              <a:gd name="connsiteY40045" fmla="*/ 3475006 h 5143785"/>
              <a:gd name="connsiteX40046" fmla="*/ 1411986 w 3114960"/>
              <a:gd name="connsiteY40046" fmla="*/ 3478149 h 5143785"/>
              <a:gd name="connsiteX40047" fmla="*/ 1423416 w 3114960"/>
              <a:gd name="connsiteY40047" fmla="*/ 3478149 h 5143785"/>
              <a:gd name="connsiteX40048" fmla="*/ 1423416 w 3114960"/>
              <a:gd name="connsiteY40048" fmla="*/ 3486531 h 5143785"/>
              <a:gd name="connsiteX40049" fmla="*/ 1428178 w 3114960"/>
              <a:gd name="connsiteY40049" fmla="*/ 3486531 h 5143785"/>
              <a:gd name="connsiteX40050" fmla="*/ 1428178 w 3114960"/>
              <a:gd name="connsiteY40050" fmla="*/ 3478149 h 5143785"/>
              <a:gd name="connsiteX40051" fmla="*/ 1441609 w 3114960"/>
              <a:gd name="connsiteY40051" fmla="*/ 3478149 h 5143785"/>
              <a:gd name="connsiteX40052" fmla="*/ 1444752 w 3114960"/>
              <a:gd name="connsiteY40052" fmla="*/ 3475006 h 5143785"/>
              <a:gd name="connsiteX40053" fmla="*/ 1444752 w 3114960"/>
              <a:gd name="connsiteY40053" fmla="*/ 3445383 h 5143785"/>
              <a:gd name="connsiteX40054" fmla="*/ 1441609 w 3114960"/>
              <a:gd name="connsiteY40054" fmla="*/ 3442240 h 5143785"/>
              <a:gd name="connsiteX40055" fmla="*/ 1429226 w 3114960"/>
              <a:gd name="connsiteY40055" fmla="*/ 3442240 h 5143785"/>
              <a:gd name="connsiteX40056" fmla="*/ 1429226 w 3114960"/>
              <a:gd name="connsiteY40056" fmla="*/ 3344799 h 5143785"/>
              <a:gd name="connsiteX40057" fmla="*/ 1436084 w 3114960"/>
              <a:gd name="connsiteY40057" fmla="*/ 3336036 h 5143785"/>
              <a:gd name="connsiteX40058" fmla="*/ 1431512 w 3114960"/>
              <a:gd name="connsiteY40058" fmla="*/ 3328226 h 5143785"/>
              <a:gd name="connsiteX40059" fmla="*/ 1431512 w 3114960"/>
              <a:gd name="connsiteY40059" fmla="*/ 3265551 h 5143785"/>
              <a:gd name="connsiteX40060" fmla="*/ 1415510 w 3114960"/>
              <a:gd name="connsiteY40060" fmla="*/ 3250025 h 5143785"/>
              <a:gd name="connsiteX40061" fmla="*/ 1396270 w 3114960"/>
              <a:gd name="connsiteY40061" fmla="*/ 3250025 h 5143785"/>
              <a:gd name="connsiteX40062" fmla="*/ 1354074 w 3114960"/>
              <a:gd name="connsiteY40062" fmla="*/ 3213830 h 5143785"/>
              <a:gd name="connsiteX40063" fmla="*/ 1359122 w 3114960"/>
              <a:gd name="connsiteY40063" fmla="*/ 3213830 h 5143785"/>
              <a:gd name="connsiteX40064" fmla="*/ 1367123 w 3114960"/>
              <a:gd name="connsiteY40064" fmla="*/ 3205829 h 5143785"/>
              <a:gd name="connsiteX40065" fmla="*/ 1367123 w 3114960"/>
              <a:gd name="connsiteY40065" fmla="*/ 3188399 h 5143785"/>
              <a:gd name="connsiteX40066" fmla="*/ 1359122 w 3114960"/>
              <a:gd name="connsiteY40066" fmla="*/ 3180398 h 5143785"/>
              <a:gd name="connsiteX40067" fmla="*/ 1341692 w 3114960"/>
              <a:gd name="connsiteY40067" fmla="*/ 3180398 h 5143785"/>
              <a:gd name="connsiteX40068" fmla="*/ 1333691 w 3114960"/>
              <a:gd name="connsiteY40068" fmla="*/ 3188399 h 5143785"/>
              <a:gd name="connsiteX40069" fmla="*/ 1333691 w 3114960"/>
              <a:gd name="connsiteY40069" fmla="*/ 3205829 h 5143785"/>
              <a:gd name="connsiteX40070" fmla="*/ 1341692 w 3114960"/>
              <a:gd name="connsiteY40070" fmla="*/ 3213830 h 5143785"/>
              <a:gd name="connsiteX40071" fmla="*/ 1346835 w 3114960"/>
              <a:gd name="connsiteY40071" fmla="*/ 3213830 h 5143785"/>
              <a:gd name="connsiteX40072" fmla="*/ 1306640 w 3114960"/>
              <a:gd name="connsiteY40072" fmla="*/ 3250025 h 5143785"/>
              <a:gd name="connsiteX40073" fmla="*/ 1306640 w 3114960"/>
              <a:gd name="connsiteY40073" fmla="*/ 3250025 h 5143785"/>
              <a:gd name="connsiteX40074" fmla="*/ 1287018 w 3114960"/>
              <a:gd name="connsiteY40074" fmla="*/ 3250025 h 5143785"/>
              <a:gd name="connsiteX40075" fmla="*/ 1272254 w 3114960"/>
              <a:gd name="connsiteY40075" fmla="*/ 3266313 h 5143785"/>
              <a:gd name="connsiteX40076" fmla="*/ 1272254 w 3114960"/>
              <a:gd name="connsiteY40076" fmla="*/ 3302508 h 5143785"/>
              <a:gd name="connsiteX40077" fmla="*/ 1263015 w 3114960"/>
              <a:gd name="connsiteY40077" fmla="*/ 3313652 h 5143785"/>
              <a:gd name="connsiteX40078" fmla="*/ 1272254 w 3114960"/>
              <a:gd name="connsiteY40078" fmla="*/ 3324797 h 5143785"/>
              <a:gd name="connsiteX40079" fmla="*/ 1272254 w 3114960"/>
              <a:gd name="connsiteY40079" fmla="*/ 3442240 h 5143785"/>
              <a:gd name="connsiteX40080" fmla="*/ 1259872 w 3114960"/>
              <a:gd name="connsiteY40080" fmla="*/ 3442240 h 5143785"/>
              <a:gd name="connsiteX40081" fmla="*/ 1256728 w 3114960"/>
              <a:gd name="connsiteY40081" fmla="*/ 3445383 h 5143785"/>
              <a:gd name="connsiteX40082" fmla="*/ 1256728 w 3114960"/>
              <a:gd name="connsiteY40082" fmla="*/ 3475006 h 5143785"/>
              <a:gd name="connsiteX40083" fmla="*/ 1259872 w 3114960"/>
              <a:gd name="connsiteY40083" fmla="*/ 3478149 h 5143785"/>
              <a:gd name="connsiteX40084" fmla="*/ 1289495 w 3114960"/>
              <a:gd name="connsiteY40084" fmla="*/ 3478149 h 5143785"/>
              <a:gd name="connsiteX40085" fmla="*/ 1292638 w 3114960"/>
              <a:gd name="connsiteY40085" fmla="*/ 3475006 h 5143785"/>
              <a:gd name="connsiteX40086" fmla="*/ 1292638 w 3114960"/>
              <a:gd name="connsiteY40086" fmla="*/ 3445383 h 5143785"/>
              <a:gd name="connsiteX40087" fmla="*/ 1289495 w 3114960"/>
              <a:gd name="connsiteY40087" fmla="*/ 3442240 h 5143785"/>
              <a:gd name="connsiteX40088" fmla="*/ 1277112 w 3114960"/>
              <a:gd name="connsiteY40088" fmla="*/ 3442240 h 5143785"/>
              <a:gd name="connsiteX40089" fmla="*/ 1277112 w 3114960"/>
              <a:gd name="connsiteY40089" fmla="*/ 3324797 h 5143785"/>
              <a:gd name="connsiteX40090" fmla="*/ 1286351 w 3114960"/>
              <a:gd name="connsiteY40090" fmla="*/ 3313652 h 5143785"/>
              <a:gd name="connsiteX40091" fmla="*/ 1277112 w 3114960"/>
              <a:gd name="connsiteY40091" fmla="*/ 3302508 h 5143785"/>
              <a:gd name="connsiteX40092" fmla="*/ 1277112 w 3114960"/>
              <a:gd name="connsiteY40092" fmla="*/ 3268218 h 5143785"/>
              <a:gd name="connsiteX40093" fmla="*/ 1289209 w 3114960"/>
              <a:gd name="connsiteY40093" fmla="*/ 3254883 h 5143785"/>
              <a:gd name="connsiteX40094" fmla="*/ 1325213 w 3114960"/>
              <a:gd name="connsiteY40094" fmla="*/ 3254883 h 5143785"/>
              <a:gd name="connsiteX40095" fmla="*/ 1322356 w 3114960"/>
              <a:gd name="connsiteY40095" fmla="*/ 3258026 h 5143785"/>
              <a:gd name="connsiteX40096" fmla="*/ 1322356 w 3114960"/>
              <a:gd name="connsiteY40096" fmla="*/ 3327463 h 5143785"/>
              <a:gd name="connsiteX40097" fmla="*/ 1316260 w 3114960"/>
              <a:gd name="connsiteY40097" fmla="*/ 3336036 h 5143785"/>
              <a:gd name="connsiteX40098" fmla="*/ 1323118 w 3114960"/>
              <a:gd name="connsiteY40098" fmla="*/ 3344799 h 5143785"/>
              <a:gd name="connsiteX40099" fmla="*/ 1323118 w 3114960"/>
              <a:gd name="connsiteY40099" fmla="*/ 3442240 h 5143785"/>
              <a:gd name="connsiteX40100" fmla="*/ 1310735 w 3114960"/>
              <a:gd name="connsiteY40100" fmla="*/ 3442240 h 5143785"/>
              <a:gd name="connsiteX40101" fmla="*/ 1307592 w 3114960"/>
              <a:gd name="connsiteY40101" fmla="*/ 3445383 h 5143785"/>
              <a:gd name="connsiteX40102" fmla="*/ 1307592 w 3114960"/>
              <a:gd name="connsiteY40102" fmla="*/ 3475006 h 5143785"/>
              <a:gd name="connsiteX40103" fmla="*/ 1310735 w 3114960"/>
              <a:gd name="connsiteY40103" fmla="*/ 3478149 h 5143785"/>
              <a:gd name="connsiteX40104" fmla="*/ 1323118 w 3114960"/>
              <a:gd name="connsiteY40104" fmla="*/ 3478149 h 5143785"/>
              <a:gd name="connsiteX40105" fmla="*/ 1323118 w 3114960"/>
              <a:gd name="connsiteY40105" fmla="*/ 3533109 h 5143785"/>
              <a:gd name="connsiteX40106" fmla="*/ 1191387 w 3114960"/>
              <a:gd name="connsiteY40106" fmla="*/ 3533109 h 5143785"/>
              <a:gd name="connsiteX40107" fmla="*/ 1136237 w 3114960"/>
              <a:gd name="connsiteY40107" fmla="*/ 3572637 h 5143785"/>
              <a:gd name="connsiteX40108" fmla="*/ 1136237 w 3114960"/>
              <a:gd name="connsiteY40108" fmla="*/ 3590735 h 5143785"/>
              <a:gd name="connsiteX40109" fmla="*/ 1135571 w 3114960"/>
              <a:gd name="connsiteY40109" fmla="*/ 3590735 h 5143785"/>
              <a:gd name="connsiteX40110" fmla="*/ 1128998 w 3114960"/>
              <a:gd name="connsiteY40110" fmla="*/ 3595973 h 5143785"/>
              <a:gd name="connsiteX40111" fmla="*/ 1128046 w 3114960"/>
              <a:gd name="connsiteY40111" fmla="*/ 3604260 h 5143785"/>
              <a:gd name="connsiteX40112" fmla="*/ 1133285 w 3114960"/>
              <a:gd name="connsiteY40112" fmla="*/ 3610832 h 5143785"/>
              <a:gd name="connsiteX40113" fmla="*/ 1138619 w 3114960"/>
              <a:gd name="connsiteY40113" fmla="*/ 3612166 h 5143785"/>
              <a:gd name="connsiteX40114" fmla="*/ 1141667 w 3114960"/>
              <a:gd name="connsiteY40114" fmla="*/ 3611785 h 5143785"/>
              <a:gd name="connsiteX40115" fmla="*/ 1149191 w 3114960"/>
              <a:gd name="connsiteY40115" fmla="*/ 3598259 h 5143785"/>
              <a:gd name="connsiteX40116" fmla="*/ 1141000 w 3114960"/>
              <a:gd name="connsiteY40116" fmla="*/ 3590735 h 5143785"/>
              <a:gd name="connsiteX40117" fmla="*/ 1141000 w 3114960"/>
              <a:gd name="connsiteY40117" fmla="*/ 3575018 h 5143785"/>
              <a:gd name="connsiteX40118" fmla="*/ 1192911 w 3114960"/>
              <a:gd name="connsiteY40118" fmla="*/ 3537871 h 5143785"/>
              <a:gd name="connsiteX40119" fmla="*/ 1327880 w 3114960"/>
              <a:gd name="connsiteY40119" fmla="*/ 3537871 h 5143785"/>
              <a:gd name="connsiteX40120" fmla="*/ 1327880 w 3114960"/>
              <a:gd name="connsiteY40120" fmla="*/ 3478149 h 5143785"/>
              <a:gd name="connsiteX40121" fmla="*/ 1340263 w 3114960"/>
              <a:gd name="connsiteY40121" fmla="*/ 3478149 h 5143785"/>
              <a:gd name="connsiteX40122" fmla="*/ 1343406 w 3114960"/>
              <a:gd name="connsiteY40122" fmla="*/ 3475006 h 5143785"/>
              <a:gd name="connsiteX40123" fmla="*/ 1343406 w 3114960"/>
              <a:gd name="connsiteY40123" fmla="*/ 3445383 h 5143785"/>
              <a:gd name="connsiteX40124" fmla="*/ 1340263 w 3114960"/>
              <a:gd name="connsiteY40124" fmla="*/ 3442240 h 5143785"/>
              <a:gd name="connsiteX40125" fmla="*/ 1327880 w 3114960"/>
              <a:gd name="connsiteY40125" fmla="*/ 3442240 h 5143785"/>
              <a:gd name="connsiteX40126" fmla="*/ 1327880 w 3114960"/>
              <a:gd name="connsiteY40126" fmla="*/ 3344799 h 5143785"/>
              <a:gd name="connsiteX40127" fmla="*/ 1334738 w 3114960"/>
              <a:gd name="connsiteY40127" fmla="*/ 3336036 h 5143785"/>
              <a:gd name="connsiteX40128" fmla="*/ 1327214 w 3114960"/>
              <a:gd name="connsiteY40128" fmla="*/ 3327178 h 5143785"/>
              <a:gd name="connsiteX40129" fmla="*/ 1327214 w 3114960"/>
              <a:gd name="connsiteY40129" fmla="*/ 3259836 h 5143785"/>
              <a:gd name="connsiteX40130" fmla="*/ 1331690 w 3114960"/>
              <a:gd name="connsiteY40130" fmla="*/ 3254883 h 5143785"/>
              <a:gd name="connsiteX40131" fmla="*/ 1368933 w 3114960"/>
              <a:gd name="connsiteY40131" fmla="*/ 3254883 h 5143785"/>
              <a:gd name="connsiteX40132" fmla="*/ 1373886 w 3114960"/>
              <a:gd name="connsiteY40132" fmla="*/ 3259646 h 5143785"/>
              <a:gd name="connsiteX40133" fmla="*/ 1373886 w 3114960"/>
              <a:gd name="connsiteY40133" fmla="*/ 3302508 h 5143785"/>
              <a:gd name="connsiteX40134" fmla="*/ 1364647 w 3114960"/>
              <a:gd name="connsiteY40134" fmla="*/ 3313652 h 5143785"/>
              <a:gd name="connsiteX40135" fmla="*/ 1373886 w 3114960"/>
              <a:gd name="connsiteY40135" fmla="*/ 3324797 h 5143785"/>
              <a:gd name="connsiteX40136" fmla="*/ 1373886 w 3114960"/>
              <a:gd name="connsiteY40136" fmla="*/ 3442240 h 5143785"/>
              <a:gd name="connsiteX40137" fmla="*/ 1361503 w 3114960"/>
              <a:gd name="connsiteY40137" fmla="*/ 3442240 h 5143785"/>
              <a:gd name="connsiteX40138" fmla="*/ 1358360 w 3114960"/>
              <a:gd name="connsiteY40138" fmla="*/ 3445383 h 5143785"/>
              <a:gd name="connsiteX40139" fmla="*/ 1358360 w 3114960"/>
              <a:gd name="connsiteY40139" fmla="*/ 3475006 h 5143785"/>
              <a:gd name="connsiteX40140" fmla="*/ 1361503 w 3114960"/>
              <a:gd name="connsiteY40140" fmla="*/ 3478149 h 5143785"/>
              <a:gd name="connsiteX40141" fmla="*/ 1373886 w 3114960"/>
              <a:gd name="connsiteY40141" fmla="*/ 3478149 h 5143785"/>
              <a:gd name="connsiteX40142" fmla="*/ 1373886 w 3114960"/>
              <a:gd name="connsiteY40142" fmla="*/ 3486531 h 5143785"/>
              <a:gd name="connsiteX40143" fmla="*/ 1378649 w 3114960"/>
              <a:gd name="connsiteY40143" fmla="*/ 3486531 h 5143785"/>
              <a:gd name="connsiteX40144" fmla="*/ 1378649 w 3114960"/>
              <a:gd name="connsiteY40144" fmla="*/ 3478149 h 5143785"/>
              <a:gd name="connsiteX40145" fmla="*/ 1391031 w 3114960"/>
              <a:gd name="connsiteY40145" fmla="*/ 3478149 h 5143785"/>
              <a:gd name="connsiteX40146" fmla="*/ 1394174 w 3114960"/>
              <a:gd name="connsiteY40146" fmla="*/ 3475006 h 5143785"/>
              <a:gd name="connsiteX40147" fmla="*/ 1394174 w 3114960"/>
              <a:gd name="connsiteY40147" fmla="*/ 3445383 h 5143785"/>
              <a:gd name="connsiteX40148" fmla="*/ 1391031 w 3114960"/>
              <a:gd name="connsiteY40148" fmla="*/ 3442240 h 5143785"/>
              <a:gd name="connsiteX40149" fmla="*/ 1378649 w 3114960"/>
              <a:gd name="connsiteY40149" fmla="*/ 3442240 h 5143785"/>
              <a:gd name="connsiteX40150" fmla="*/ 1378649 w 3114960"/>
              <a:gd name="connsiteY40150" fmla="*/ 3324797 h 5143785"/>
              <a:gd name="connsiteX40151" fmla="*/ 1387888 w 3114960"/>
              <a:gd name="connsiteY40151" fmla="*/ 3313652 h 5143785"/>
              <a:gd name="connsiteX40152" fmla="*/ 1378649 w 3114960"/>
              <a:gd name="connsiteY40152" fmla="*/ 3302508 h 5143785"/>
              <a:gd name="connsiteX40153" fmla="*/ 1378649 w 3114960"/>
              <a:gd name="connsiteY40153" fmla="*/ 3257550 h 5143785"/>
              <a:gd name="connsiteX40154" fmla="*/ 1375791 w 3114960"/>
              <a:gd name="connsiteY40154" fmla="*/ 3254788 h 5143785"/>
              <a:gd name="connsiteX40155" fmla="*/ 1413701 w 3114960"/>
              <a:gd name="connsiteY40155" fmla="*/ 3254788 h 5143785"/>
              <a:gd name="connsiteX40156" fmla="*/ 1426845 w 3114960"/>
              <a:gd name="connsiteY40156" fmla="*/ 3267551 h 5143785"/>
              <a:gd name="connsiteX40157" fmla="*/ 1426845 w 3114960"/>
              <a:gd name="connsiteY40157" fmla="*/ 3326797 h 5143785"/>
              <a:gd name="connsiteX40158" fmla="*/ 1417701 w 3114960"/>
              <a:gd name="connsiteY40158" fmla="*/ 3336036 h 5143785"/>
              <a:gd name="connsiteX40159" fmla="*/ 1424559 w 3114960"/>
              <a:gd name="connsiteY40159" fmla="*/ 3344799 h 5143785"/>
              <a:gd name="connsiteX40160" fmla="*/ 1424559 w 3114960"/>
              <a:gd name="connsiteY40160" fmla="*/ 3442240 h 5143785"/>
              <a:gd name="connsiteX40161" fmla="*/ 1412177 w 3114960"/>
              <a:gd name="connsiteY40161" fmla="*/ 3442240 h 5143785"/>
              <a:gd name="connsiteX40162" fmla="*/ 1289399 w 3114960"/>
              <a:gd name="connsiteY40162" fmla="*/ 3444621 h 5143785"/>
              <a:gd name="connsiteX40163" fmla="*/ 1290161 w 3114960"/>
              <a:gd name="connsiteY40163" fmla="*/ 3445383 h 5143785"/>
              <a:gd name="connsiteX40164" fmla="*/ 1290161 w 3114960"/>
              <a:gd name="connsiteY40164" fmla="*/ 3475006 h 5143785"/>
              <a:gd name="connsiteX40165" fmla="*/ 1289399 w 3114960"/>
              <a:gd name="connsiteY40165" fmla="*/ 3475768 h 5143785"/>
              <a:gd name="connsiteX40166" fmla="*/ 1259777 w 3114960"/>
              <a:gd name="connsiteY40166" fmla="*/ 3475768 h 5143785"/>
              <a:gd name="connsiteX40167" fmla="*/ 1259015 w 3114960"/>
              <a:gd name="connsiteY40167" fmla="*/ 3475006 h 5143785"/>
              <a:gd name="connsiteX40168" fmla="*/ 1259015 w 3114960"/>
              <a:gd name="connsiteY40168" fmla="*/ 3445383 h 5143785"/>
              <a:gd name="connsiteX40169" fmla="*/ 1259777 w 3114960"/>
              <a:gd name="connsiteY40169" fmla="*/ 3444621 h 5143785"/>
              <a:gd name="connsiteX40170" fmla="*/ 1289399 w 3114960"/>
              <a:gd name="connsiteY40170" fmla="*/ 3444621 h 5143785"/>
              <a:gd name="connsiteX40171" fmla="*/ 1281494 w 3114960"/>
              <a:gd name="connsiteY40171" fmla="*/ 3313652 h 5143785"/>
              <a:gd name="connsiteX40172" fmla="*/ 1274636 w 3114960"/>
              <a:gd name="connsiteY40172" fmla="*/ 3320510 h 5143785"/>
              <a:gd name="connsiteX40173" fmla="*/ 1267778 w 3114960"/>
              <a:gd name="connsiteY40173" fmla="*/ 3313652 h 5143785"/>
              <a:gd name="connsiteX40174" fmla="*/ 1274636 w 3114960"/>
              <a:gd name="connsiteY40174" fmla="*/ 3306794 h 5143785"/>
              <a:gd name="connsiteX40175" fmla="*/ 1281494 w 3114960"/>
              <a:gd name="connsiteY40175" fmla="*/ 3313652 h 5143785"/>
              <a:gd name="connsiteX40176" fmla="*/ 1141476 w 3114960"/>
              <a:gd name="connsiteY40176" fmla="*/ 3595783 h 5143785"/>
              <a:gd name="connsiteX40177" fmla="*/ 1144429 w 3114960"/>
              <a:gd name="connsiteY40177" fmla="*/ 3599498 h 5143785"/>
              <a:gd name="connsiteX40178" fmla="*/ 1143857 w 3114960"/>
              <a:gd name="connsiteY40178" fmla="*/ 3604165 h 5143785"/>
              <a:gd name="connsiteX40179" fmla="*/ 1140143 w 3114960"/>
              <a:gd name="connsiteY40179" fmla="*/ 3607118 h 5143785"/>
              <a:gd name="connsiteX40180" fmla="*/ 1132523 w 3114960"/>
              <a:gd name="connsiteY40180" fmla="*/ 3602831 h 5143785"/>
              <a:gd name="connsiteX40181" fmla="*/ 1133094 w 3114960"/>
              <a:gd name="connsiteY40181" fmla="*/ 3598164 h 5143785"/>
              <a:gd name="connsiteX40182" fmla="*/ 1136809 w 3114960"/>
              <a:gd name="connsiteY40182" fmla="*/ 3595211 h 5143785"/>
              <a:gd name="connsiteX40183" fmla="*/ 1138523 w 3114960"/>
              <a:gd name="connsiteY40183" fmla="*/ 3594926 h 5143785"/>
              <a:gd name="connsiteX40184" fmla="*/ 1141476 w 3114960"/>
              <a:gd name="connsiteY40184" fmla="*/ 3595688 h 5143785"/>
              <a:gd name="connsiteX40185" fmla="*/ 1340168 w 3114960"/>
              <a:gd name="connsiteY40185" fmla="*/ 3444621 h 5143785"/>
              <a:gd name="connsiteX40186" fmla="*/ 1340930 w 3114960"/>
              <a:gd name="connsiteY40186" fmla="*/ 3445383 h 5143785"/>
              <a:gd name="connsiteX40187" fmla="*/ 1340930 w 3114960"/>
              <a:gd name="connsiteY40187" fmla="*/ 3475006 h 5143785"/>
              <a:gd name="connsiteX40188" fmla="*/ 1340168 w 3114960"/>
              <a:gd name="connsiteY40188" fmla="*/ 3475768 h 5143785"/>
              <a:gd name="connsiteX40189" fmla="*/ 1310545 w 3114960"/>
              <a:gd name="connsiteY40189" fmla="*/ 3475768 h 5143785"/>
              <a:gd name="connsiteX40190" fmla="*/ 1309783 w 3114960"/>
              <a:gd name="connsiteY40190" fmla="*/ 3475006 h 5143785"/>
              <a:gd name="connsiteX40191" fmla="*/ 1309783 w 3114960"/>
              <a:gd name="connsiteY40191" fmla="*/ 3445383 h 5143785"/>
              <a:gd name="connsiteX40192" fmla="*/ 1310545 w 3114960"/>
              <a:gd name="connsiteY40192" fmla="*/ 3444621 h 5143785"/>
              <a:gd name="connsiteX40193" fmla="*/ 1340168 w 3114960"/>
              <a:gd name="connsiteY40193" fmla="*/ 3444621 h 5143785"/>
              <a:gd name="connsiteX40194" fmla="*/ 1346740 w 3114960"/>
              <a:gd name="connsiteY40194" fmla="*/ 3250025 h 5143785"/>
              <a:gd name="connsiteX40195" fmla="*/ 1313593 w 3114960"/>
              <a:gd name="connsiteY40195" fmla="*/ 3250025 h 5143785"/>
              <a:gd name="connsiteX40196" fmla="*/ 1346740 w 3114960"/>
              <a:gd name="connsiteY40196" fmla="*/ 3220212 h 5143785"/>
              <a:gd name="connsiteX40197" fmla="*/ 1346740 w 3114960"/>
              <a:gd name="connsiteY40197" fmla="*/ 3250025 h 5143785"/>
              <a:gd name="connsiteX40198" fmla="*/ 1341692 w 3114960"/>
              <a:gd name="connsiteY40198" fmla="*/ 3209449 h 5143785"/>
              <a:gd name="connsiteX40199" fmla="*/ 1338072 w 3114960"/>
              <a:gd name="connsiteY40199" fmla="*/ 3205829 h 5143785"/>
              <a:gd name="connsiteX40200" fmla="*/ 1338072 w 3114960"/>
              <a:gd name="connsiteY40200" fmla="*/ 3188399 h 5143785"/>
              <a:gd name="connsiteX40201" fmla="*/ 1341692 w 3114960"/>
              <a:gd name="connsiteY40201" fmla="*/ 3184779 h 5143785"/>
              <a:gd name="connsiteX40202" fmla="*/ 1359122 w 3114960"/>
              <a:gd name="connsiteY40202" fmla="*/ 3184779 h 5143785"/>
              <a:gd name="connsiteX40203" fmla="*/ 1362742 w 3114960"/>
              <a:gd name="connsiteY40203" fmla="*/ 3188399 h 5143785"/>
              <a:gd name="connsiteX40204" fmla="*/ 1362742 w 3114960"/>
              <a:gd name="connsiteY40204" fmla="*/ 3205829 h 5143785"/>
              <a:gd name="connsiteX40205" fmla="*/ 1359122 w 3114960"/>
              <a:gd name="connsiteY40205" fmla="*/ 3209449 h 5143785"/>
              <a:gd name="connsiteX40206" fmla="*/ 1341692 w 3114960"/>
              <a:gd name="connsiteY40206" fmla="*/ 3209449 h 5143785"/>
              <a:gd name="connsiteX40207" fmla="*/ 1390841 w 3114960"/>
              <a:gd name="connsiteY40207" fmla="*/ 3444621 h 5143785"/>
              <a:gd name="connsiteX40208" fmla="*/ 1391603 w 3114960"/>
              <a:gd name="connsiteY40208" fmla="*/ 3445383 h 5143785"/>
              <a:gd name="connsiteX40209" fmla="*/ 1391603 w 3114960"/>
              <a:gd name="connsiteY40209" fmla="*/ 3475006 h 5143785"/>
              <a:gd name="connsiteX40210" fmla="*/ 1390841 w 3114960"/>
              <a:gd name="connsiteY40210" fmla="*/ 3475768 h 5143785"/>
              <a:gd name="connsiteX40211" fmla="*/ 1361218 w 3114960"/>
              <a:gd name="connsiteY40211" fmla="*/ 3475768 h 5143785"/>
              <a:gd name="connsiteX40212" fmla="*/ 1360456 w 3114960"/>
              <a:gd name="connsiteY40212" fmla="*/ 3475006 h 5143785"/>
              <a:gd name="connsiteX40213" fmla="*/ 1360456 w 3114960"/>
              <a:gd name="connsiteY40213" fmla="*/ 3445383 h 5143785"/>
              <a:gd name="connsiteX40214" fmla="*/ 1361218 w 3114960"/>
              <a:gd name="connsiteY40214" fmla="*/ 3444621 h 5143785"/>
              <a:gd name="connsiteX40215" fmla="*/ 1390841 w 3114960"/>
              <a:gd name="connsiteY40215" fmla="*/ 3444621 h 5143785"/>
              <a:gd name="connsiteX40216" fmla="*/ 1376077 w 3114960"/>
              <a:gd name="connsiteY40216" fmla="*/ 3306794 h 5143785"/>
              <a:gd name="connsiteX40217" fmla="*/ 1382935 w 3114960"/>
              <a:gd name="connsiteY40217" fmla="*/ 3313652 h 5143785"/>
              <a:gd name="connsiteX40218" fmla="*/ 1376077 w 3114960"/>
              <a:gd name="connsiteY40218" fmla="*/ 3320510 h 5143785"/>
              <a:gd name="connsiteX40219" fmla="*/ 1369219 w 3114960"/>
              <a:gd name="connsiteY40219" fmla="*/ 3313652 h 5143785"/>
              <a:gd name="connsiteX40220" fmla="*/ 1376077 w 3114960"/>
              <a:gd name="connsiteY40220" fmla="*/ 3306794 h 5143785"/>
              <a:gd name="connsiteX40221" fmla="*/ 1370648 w 3114960"/>
              <a:gd name="connsiteY40221" fmla="*/ 3250025 h 5143785"/>
              <a:gd name="connsiteX40222" fmla="*/ 1353884 w 3114960"/>
              <a:gd name="connsiteY40222" fmla="*/ 3250025 h 5143785"/>
              <a:gd name="connsiteX40223" fmla="*/ 1353884 w 3114960"/>
              <a:gd name="connsiteY40223" fmla="*/ 3220022 h 5143785"/>
              <a:gd name="connsiteX40224" fmla="*/ 1388840 w 3114960"/>
              <a:gd name="connsiteY40224" fmla="*/ 3250025 h 5143785"/>
              <a:gd name="connsiteX40225" fmla="*/ 1370648 w 3114960"/>
              <a:gd name="connsiteY40225" fmla="*/ 3250025 h 5143785"/>
              <a:gd name="connsiteX40226" fmla="*/ 1441609 w 3114960"/>
              <a:gd name="connsiteY40226" fmla="*/ 3444621 h 5143785"/>
              <a:gd name="connsiteX40227" fmla="*/ 1442371 w 3114960"/>
              <a:gd name="connsiteY40227" fmla="*/ 3445383 h 5143785"/>
              <a:gd name="connsiteX40228" fmla="*/ 1442371 w 3114960"/>
              <a:gd name="connsiteY40228" fmla="*/ 3475006 h 5143785"/>
              <a:gd name="connsiteX40229" fmla="*/ 1441609 w 3114960"/>
              <a:gd name="connsiteY40229" fmla="*/ 3475768 h 5143785"/>
              <a:gd name="connsiteX40230" fmla="*/ 1411986 w 3114960"/>
              <a:gd name="connsiteY40230" fmla="*/ 3475768 h 5143785"/>
              <a:gd name="connsiteX40231" fmla="*/ 1411224 w 3114960"/>
              <a:gd name="connsiteY40231" fmla="*/ 3475006 h 5143785"/>
              <a:gd name="connsiteX40232" fmla="*/ 1411224 w 3114960"/>
              <a:gd name="connsiteY40232" fmla="*/ 3445383 h 5143785"/>
              <a:gd name="connsiteX40233" fmla="*/ 1411986 w 3114960"/>
              <a:gd name="connsiteY40233" fmla="*/ 3444621 h 5143785"/>
              <a:gd name="connsiteX40234" fmla="*/ 1441609 w 3114960"/>
              <a:gd name="connsiteY40234" fmla="*/ 3444621 h 5143785"/>
              <a:gd name="connsiteX40235" fmla="*/ 102489 w 3114960"/>
              <a:gd name="connsiteY40235" fmla="*/ 4032313 h 5143785"/>
              <a:gd name="connsiteX40236" fmla="*/ 47339 w 3114960"/>
              <a:gd name="connsiteY40236" fmla="*/ 4080796 h 5143785"/>
              <a:gd name="connsiteX40237" fmla="*/ 38005 w 3114960"/>
              <a:gd name="connsiteY40237" fmla="*/ 4079081 h 5143785"/>
              <a:gd name="connsiteX40238" fmla="*/ 32004 w 3114960"/>
              <a:gd name="connsiteY40238" fmla="*/ 4091750 h 5143785"/>
              <a:gd name="connsiteX40239" fmla="*/ 41339 w 3114960"/>
              <a:gd name="connsiteY40239" fmla="*/ 4098322 h 5143785"/>
              <a:gd name="connsiteX40240" fmla="*/ 44672 w 3114960"/>
              <a:gd name="connsiteY40240" fmla="*/ 4097750 h 5143785"/>
              <a:gd name="connsiteX40241" fmla="*/ 44672 w 3114960"/>
              <a:gd name="connsiteY40241" fmla="*/ 4097750 h 5143785"/>
              <a:gd name="connsiteX40242" fmla="*/ 50673 w 3114960"/>
              <a:gd name="connsiteY40242" fmla="*/ 4085082 h 5143785"/>
              <a:gd name="connsiteX40243" fmla="*/ 50292 w 3114960"/>
              <a:gd name="connsiteY40243" fmla="*/ 4084511 h 5143785"/>
              <a:gd name="connsiteX40244" fmla="*/ 106394 w 3114960"/>
              <a:gd name="connsiteY40244" fmla="*/ 4035076 h 5143785"/>
              <a:gd name="connsiteX40245" fmla="*/ 107252 w 3114960"/>
              <a:gd name="connsiteY40245" fmla="*/ 4034314 h 5143785"/>
              <a:gd name="connsiteX40246" fmla="*/ 106394 w 3114960"/>
              <a:gd name="connsiteY40246" fmla="*/ 3994785 h 5143785"/>
              <a:gd name="connsiteX40247" fmla="*/ 148304 w 3114960"/>
              <a:gd name="connsiteY40247" fmla="*/ 3958209 h 5143785"/>
              <a:gd name="connsiteX40248" fmla="*/ 153829 w 3114960"/>
              <a:gd name="connsiteY40248" fmla="*/ 3959924 h 5143785"/>
              <a:gd name="connsiteX40249" fmla="*/ 157163 w 3114960"/>
              <a:gd name="connsiteY40249" fmla="*/ 3959352 h 5143785"/>
              <a:gd name="connsiteX40250" fmla="*/ 162782 w 3114960"/>
              <a:gd name="connsiteY40250" fmla="*/ 3954304 h 5143785"/>
              <a:gd name="connsiteX40251" fmla="*/ 163163 w 3114960"/>
              <a:gd name="connsiteY40251" fmla="*/ 3946684 h 5143785"/>
              <a:gd name="connsiteX40252" fmla="*/ 150495 w 3114960"/>
              <a:gd name="connsiteY40252" fmla="*/ 3940683 h 5143785"/>
              <a:gd name="connsiteX40253" fmla="*/ 144494 w 3114960"/>
              <a:gd name="connsiteY40253" fmla="*/ 3953351 h 5143785"/>
              <a:gd name="connsiteX40254" fmla="*/ 145161 w 3114960"/>
              <a:gd name="connsiteY40254" fmla="*/ 3954590 h 5143785"/>
              <a:gd name="connsiteX40255" fmla="*/ 101537 w 3114960"/>
              <a:gd name="connsiteY40255" fmla="*/ 3992594 h 5143785"/>
              <a:gd name="connsiteX40256" fmla="*/ 102394 w 3114960"/>
              <a:gd name="connsiteY40256" fmla="*/ 4032123 h 5143785"/>
              <a:gd name="connsiteX40257" fmla="*/ 43053 w 3114960"/>
              <a:gd name="connsiteY40257" fmla="*/ 4093274 h 5143785"/>
              <a:gd name="connsiteX40258" fmla="*/ 36481 w 3114960"/>
              <a:gd name="connsiteY40258" fmla="*/ 4090130 h 5143785"/>
              <a:gd name="connsiteX40259" fmla="*/ 39624 w 3114960"/>
              <a:gd name="connsiteY40259" fmla="*/ 4083558 h 5143785"/>
              <a:gd name="connsiteX40260" fmla="*/ 41339 w 3114960"/>
              <a:gd name="connsiteY40260" fmla="*/ 4083272 h 5143785"/>
              <a:gd name="connsiteX40261" fmla="*/ 46196 w 3114960"/>
              <a:gd name="connsiteY40261" fmla="*/ 4086701 h 5143785"/>
              <a:gd name="connsiteX40262" fmla="*/ 43053 w 3114960"/>
              <a:gd name="connsiteY40262" fmla="*/ 4093274 h 5143785"/>
              <a:gd name="connsiteX40263" fmla="*/ 152210 w 3114960"/>
              <a:gd name="connsiteY40263" fmla="*/ 3945255 h 5143785"/>
              <a:gd name="connsiteX40264" fmla="*/ 153924 w 3114960"/>
              <a:gd name="connsiteY40264" fmla="*/ 3944969 h 5143785"/>
              <a:gd name="connsiteX40265" fmla="*/ 158782 w 3114960"/>
              <a:gd name="connsiteY40265" fmla="*/ 3948398 h 5143785"/>
              <a:gd name="connsiteX40266" fmla="*/ 158591 w 3114960"/>
              <a:gd name="connsiteY40266" fmla="*/ 3952304 h 5143785"/>
              <a:gd name="connsiteX40267" fmla="*/ 155639 w 3114960"/>
              <a:gd name="connsiteY40267" fmla="*/ 3954971 h 5143785"/>
              <a:gd name="connsiteX40268" fmla="*/ 151733 w 3114960"/>
              <a:gd name="connsiteY40268" fmla="*/ 3954780 h 5143785"/>
              <a:gd name="connsiteX40269" fmla="*/ 149066 w 3114960"/>
              <a:gd name="connsiteY40269" fmla="*/ 3951827 h 5143785"/>
              <a:gd name="connsiteX40270" fmla="*/ 152210 w 3114960"/>
              <a:gd name="connsiteY40270" fmla="*/ 3945255 h 5143785"/>
              <a:gd name="connsiteX40271" fmla="*/ 199549 w 3114960"/>
              <a:gd name="connsiteY40271" fmla="*/ 3948684 h 5143785"/>
              <a:gd name="connsiteX40272" fmla="*/ 203740 w 3114960"/>
              <a:gd name="connsiteY40272" fmla="*/ 3949637 h 5143785"/>
              <a:gd name="connsiteX40273" fmla="*/ 207074 w 3114960"/>
              <a:gd name="connsiteY40273" fmla="*/ 3949065 h 5143785"/>
              <a:gd name="connsiteX40274" fmla="*/ 213170 w 3114960"/>
              <a:gd name="connsiteY40274" fmla="*/ 3942112 h 5143785"/>
              <a:gd name="connsiteX40275" fmla="*/ 273368 w 3114960"/>
              <a:gd name="connsiteY40275" fmla="*/ 3942112 h 5143785"/>
              <a:gd name="connsiteX40276" fmla="*/ 275558 w 3114960"/>
              <a:gd name="connsiteY40276" fmla="*/ 3940683 h 5143785"/>
              <a:gd name="connsiteX40277" fmla="*/ 275177 w 3114960"/>
              <a:gd name="connsiteY40277" fmla="*/ 3938111 h 5143785"/>
              <a:gd name="connsiteX40278" fmla="*/ 242411 w 3114960"/>
              <a:gd name="connsiteY40278" fmla="*/ 3901440 h 5143785"/>
              <a:gd name="connsiteX40279" fmla="*/ 240602 w 3114960"/>
              <a:gd name="connsiteY40279" fmla="*/ 3900678 h 5143785"/>
              <a:gd name="connsiteX40280" fmla="*/ 197072 w 3114960"/>
              <a:gd name="connsiteY40280" fmla="*/ 3900678 h 5143785"/>
              <a:gd name="connsiteX40281" fmla="*/ 196977 w 3114960"/>
              <a:gd name="connsiteY40281" fmla="*/ 3899726 h 5143785"/>
              <a:gd name="connsiteX40282" fmla="*/ 191929 w 3114960"/>
              <a:gd name="connsiteY40282" fmla="*/ 3894106 h 5143785"/>
              <a:gd name="connsiteX40283" fmla="*/ 184309 w 3114960"/>
              <a:gd name="connsiteY40283" fmla="*/ 3893725 h 5143785"/>
              <a:gd name="connsiteX40284" fmla="*/ 178308 w 3114960"/>
              <a:gd name="connsiteY40284" fmla="*/ 3906393 h 5143785"/>
              <a:gd name="connsiteX40285" fmla="*/ 183452 w 3114960"/>
              <a:gd name="connsiteY40285" fmla="*/ 3912013 h 5143785"/>
              <a:gd name="connsiteX40286" fmla="*/ 187643 w 3114960"/>
              <a:gd name="connsiteY40286" fmla="*/ 3912965 h 5143785"/>
              <a:gd name="connsiteX40287" fmla="*/ 190976 w 3114960"/>
              <a:gd name="connsiteY40287" fmla="*/ 3912394 h 5143785"/>
              <a:gd name="connsiteX40288" fmla="*/ 197072 w 3114960"/>
              <a:gd name="connsiteY40288" fmla="*/ 3905441 h 5143785"/>
              <a:gd name="connsiteX40289" fmla="*/ 239554 w 3114960"/>
              <a:gd name="connsiteY40289" fmla="*/ 3905441 h 5143785"/>
              <a:gd name="connsiteX40290" fmla="*/ 268034 w 3114960"/>
              <a:gd name="connsiteY40290" fmla="*/ 3937349 h 5143785"/>
              <a:gd name="connsiteX40291" fmla="*/ 213170 w 3114960"/>
              <a:gd name="connsiteY40291" fmla="*/ 3937349 h 5143785"/>
              <a:gd name="connsiteX40292" fmla="*/ 213074 w 3114960"/>
              <a:gd name="connsiteY40292" fmla="*/ 3936397 h 5143785"/>
              <a:gd name="connsiteX40293" fmla="*/ 207931 w 3114960"/>
              <a:gd name="connsiteY40293" fmla="*/ 3930777 h 5143785"/>
              <a:gd name="connsiteX40294" fmla="*/ 200311 w 3114960"/>
              <a:gd name="connsiteY40294" fmla="*/ 3930396 h 5143785"/>
              <a:gd name="connsiteX40295" fmla="*/ 194310 w 3114960"/>
              <a:gd name="connsiteY40295" fmla="*/ 3943064 h 5143785"/>
              <a:gd name="connsiteX40296" fmla="*/ 199358 w 3114960"/>
              <a:gd name="connsiteY40296" fmla="*/ 3948684 h 5143785"/>
              <a:gd name="connsiteX40297" fmla="*/ 192310 w 3114960"/>
              <a:gd name="connsiteY40297" fmla="*/ 3905250 h 5143785"/>
              <a:gd name="connsiteX40298" fmla="*/ 189357 w 3114960"/>
              <a:gd name="connsiteY40298" fmla="*/ 3907917 h 5143785"/>
              <a:gd name="connsiteX40299" fmla="*/ 185452 w 3114960"/>
              <a:gd name="connsiteY40299" fmla="*/ 3907727 h 5143785"/>
              <a:gd name="connsiteX40300" fmla="*/ 182785 w 3114960"/>
              <a:gd name="connsiteY40300" fmla="*/ 3904774 h 5143785"/>
              <a:gd name="connsiteX40301" fmla="*/ 182975 w 3114960"/>
              <a:gd name="connsiteY40301" fmla="*/ 3900869 h 5143785"/>
              <a:gd name="connsiteX40302" fmla="*/ 185928 w 3114960"/>
              <a:gd name="connsiteY40302" fmla="*/ 3898202 h 5143785"/>
              <a:gd name="connsiteX40303" fmla="*/ 187643 w 3114960"/>
              <a:gd name="connsiteY40303" fmla="*/ 3897916 h 5143785"/>
              <a:gd name="connsiteX40304" fmla="*/ 189833 w 3114960"/>
              <a:gd name="connsiteY40304" fmla="*/ 3898392 h 5143785"/>
              <a:gd name="connsiteX40305" fmla="*/ 192500 w 3114960"/>
              <a:gd name="connsiteY40305" fmla="*/ 3901345 h 5143785"/>
              <a:gd name="connsiteX40306" fmla="*/ 192310 w 3114960"/>
              <a:gd name="connsiteY40306" fmla="*/ 3905250 h 5143785"/>
              <a:gd name="connsiteX40307" fmla="*/ 199073 w 3114960"/>
              <a:gd name="connsiteY40307" fmla="*/ 3937540 h 5143785"/>
              <a:gd name="connsiteX40308" fmla="*/ 202025 w 3114960"/>
              <a:gd name="connsiteY40308" fmla="*/ 3934873 h 5143785"/>
              <a:gd name="connsiteX40309" fmla="*/ 203740 w 3114960"/>
              <a:gd name="connsiteY40309" fmla="*/ 3934587 h 5143785"/>
              <a:gd name="connsiteX40310" fmla="*/ 205931 w 3114960"/>
              <a:gd name="connsiteY40310" fmla="*/ 3935063 h 5143785"/>
              <a:gd name="connsiteX40311" fmla="*/ 208598 w 3114960"/>
              <a:gd name="connsiteY40311" fmla="*/ 3938016 h 5143785"/>
              <a:gd name="connsiteX40312" fmla="*/ 208407 w 3114960"/>
              <a:gd name="connsiteY40312" fmla="*/ 3941921 h 5143785"/>
              <a:gd name="connsiteX40313" fmla="*/ 205454 w 3114960"/>
              <a:gd name="connsiteY40313" fmla="*/ 3944588 h 5143785"/>
              <a:gd name="connsiteX40314" fmla="*/ 201549 w 3114960"/>
              <a:gd name="connsiteY40314" fmla="*/ 3944398 h 5143785"/>
              <a:gd name="connsiteX40315" fmla="*/ 198882 w 3114960"/>
              <a:gd name="connsiteY40315" fmla="*/ 3941445 h 5143785"/>
              <a:gd name="connsiteX40316" fmla="*/ 199073 w 3114960"/>
              <a:gd name="connsiteY40316" fmla="*/ 3937540 h 5143785"/>
              <a:gd name="connsiteX40317" fmla="*/ 137351 w 3114960"/>
              <a:gd name="connsiteY40317" fmla="*/ 3898583 h 5143785"/>
              <a:gd name="connsiteX40318" fmla="*/ 130492 w 3114960"/>
              <a:gd name="connsiteY40318" fmla="*/ 3905345 h 5143785"/>
              <a:gd name="connsiteX40319" fmla="*/ 130492 w 3114960"/>
              <a:gd name="connsiteY40319" fmla="*/ 3918013 h 5143785"/>
              <a:gd name="connsiteX40320" fmla="*/ 137351 w 3114960"/>
              <a:gd name="connsiteY40320" fmla="*/ 3924872 h 5143785"/>
              <a:gd name="connsiteX40321" fmla="*/ 150019 w 3114960"/>
              <a:gd name="connsiteY40321" fmla="*/ 3924872 h 5143785"/>
              <a:gd name="connsiteX40322" fmla="*/ 156877 w 3114960"/>
              <a:gd name="connsiteY40322" fmla="*/ 3918013 h 5143785"/>
              <a:gd name="connsiteX40323" fmla="*/ 156877 w 3114960"/>
              <a:gd name="connsiteY40323" fmla="*/ 3905345 h 5143785"/>
              <a:gd name="connsiteX40324" fmla="*/ 150019 w 3114960"/>
              <a:gd name="connsiteY40324" fmla="*/ 3898583 h 5143785"/>
              <a:gd name="connsiteX40325" fmla="*/ 137351 w 3114960"/>
              <a:gd name="connsiteY40325" fmla="*/ 3898583 h 5143785"/>
              <a:gd name="connsiteX40326" fmla="*/ 152114 w 3114960"/>
              <a:gd name="connsiteY40326" fmla="*/ 3905441 h 5143785"/>
              <a:gd name="connsiteX40327" fmla="*/ 152114 w 3114960"/>
              <a:gd name="connsiteY40327" fmla="*/ 3918109 h 5143785"/>
              <a:gd name="connsiteX40328" fmla="*/ 150019 w 3114960"/>
              <a:gd name="connsiteY40328" fmla="*/ 3920204 h 5143785"/>
              <a:gd name="connsiteX40329" fmla="*/ 137351 w 3114960"/>
              <a:gd name="connsiteY40329" fmla="*/ 3920204 h 5143785"/>
              <a:gd name="connsiteX40330" fmla="*/ 135255 w 3114960"/>
              <a:gd name="connsiteY40330" fmla="*/ 3918109 h 5143785"/>
              <a:gd name="connsiteX40331" fmla="*/ 135255 w 3114960"/>
              <a:gd name="connsiteY40331" fmla="*/ 3905441 h 5143785"/>
              <a:gd name="connsiteX40332" fmla="*/ 137351 w 3114960"/>
              <a:gd name="connsiteY40332" fmla="*/ 3903440 h 5143785"/>
              <a:gd name="connsiteX40333" fmla="*/ 150019 w 3114960"/>
              <a:gd name="connsiteY40333" fmla="*/ 3903440 h 5143785"/>
              <a:gd name="connsiteX40334" fmla="*/ 152114 w 3114960"/>
              <a:gd name="connsiteY40334" fmla="*/ 3905441 h 5143785"/>
              <a:gd name="connsiteX40335" fmla="*/ 1850422 w 3114960"/>
              <a:gd name="connsiteY40335" fmla="*/ 4044792 h 5143785"/>
              <a:gd name="connsiteX40336" fmla="*/ 1870329 w 3114960"/>
              <a:gd name="connsiteY40336" fmla="*/ 4044792 h 5143785"/>
              <a:gd name="connsiteX40337" fmla="*/ 1870329 w 3114960"/>
              <a:gd name="connsiteY40337" fmla="*/ 4040029 h 5143785"/>
              <a:gd name="connsiteX40338" fmla="*/ 1852422 w 3114960"/>
              <a:gd name="connsiteY40338" fmla="*/ 4040029 h 5143785"/>
              <a:gd name="connsiteX40339" fmla="*/ 1810322 w 3114960"/>
              <a:gd name="connsiteY40339" fmla="*/ 3997071 h 5143785"/>
              <a:gd name="connsiteX40340" fmla="*/ 1809941 w 3114960"/>
              <a:gd name="connsiteY40340" fmla="*/ 3816763 h 5143785"/>
              <a:gd name="connsiteX40341" fmla="*/ 1813846 w 3114960"/>
              <a:gd name="connsiteY40341" fmla="*/ 3816763 h 5143785"/>
              <a:gd name="connsiteX40342" fmla="*/ 1819370 w 3114960"/>
              <a:gd name="connsiteY40342" fmla="*/ 3811238 h 5143785"/>
              <a:gd name="connsiteX40343" fmla="*/ 1819370 w 3114960"/>
              <a:gd name="connsiteY40343" fmla="*/ 3798761 h 5143785"/>
              <a:gd name="connsiteX40344" fmla="*/ 1819180 w 3114960"/>
              <a:gd name="connsiteY40344" fmla="*/ 3797618 h 5143785"/>
              <a:gd name="connsiteX40345" fmla="*/ 1864138 w 3114960"/>
              <a:gd name="connsiteY40345" fmla="*/ 3753517 h 5143785"/>
              <a:gd name="connsiteX40346" fmla="*/ 1895856 w 3114960"/>
              <a:gd name="connsiteY40346" fmla="*/ 3753517 h 5143785"/>
              <a:gd name="connsiteX40347" fmla="*/ 1956149 w 3114960"/>
              <a:gd name="connsiteY40347" fmla="*/ 3689699 h 5143785"/>
              <a:gd name="connsiteX40348" fmla="*/ 1956149 w 3114960"/>
              <a:gd name="connsiteY40348" fmla="*/ 3612356 h 5143785"/>
              <a:gd name="connsiteX40349" fmla="*/ 1989677 w 3114960"/>
              <a:gd name="connsiteY40349" fmla="*/ 3574066 h 5143785"/>
              <a:gd name="connsiteX40350" fmla="*/ 1997297 w 3114960"/>
              <a:gd name="connsiteY40350" fmla="*/ 3576352 h 5143785"/>
              <a:gd name="connsiteX40351" fmla="*/ 2011013 w 3114960"/>
              <a:gd name="connsiteY40351" fmla="*/ 3562636 h 5143785"/>
              <a:gd name="connsiteX40352" fmla="*/ 1997297 w 3114960"/>
              <a:gd name="connsiteY40352" fmla="*/ 3548920 h 5143785"/>
              <a:gd name="connsiteX40353" fmla="*/ 1983581 w 3114960"/>
              <a:gd name="connsiteY40353" fmla="*/ 3562636 h 5143785"/>
              <a:gd name="connsiteX40354" fmla="*/ 1986248 w 3114960"/>
              <a:gd name="connsiteY40354" fmla="*/ 3570637 h 5143785"/>
              <a:gd name="connsiteX40355" fmla="*/ 1951387 w 3114960"/>
              <a:gd name="connsiteY40355" fmla="*/ 3610451 h 5143785"/>
              <a:gd name="connsiteX40356" fmla="*/ 1951387 w 3114960"/>
              <a:gd name="connsiteY40356" fmla="*/ 3687699 h 5143785"/>
              <a:gd name="connsiteX40357" fmla="*/ 1893761 w 3114960"/>
              <a:gd name="connsiteY40357" fmla="*/ 3748564 h 5143785"/>
              <a:gd name="connsiteX40358" fmla="*/ 1862138 w 3114960"/>
              <a:gd name="connsiteY40358" fmla="*/ 3748564 h 5143785"/>
              <a:gd name="connsiteX40359" fmla="*/ 1816132 w 3114960"/>
              <a:gd name="connsiteY40359" fmla="*/ 3793617 h 5143785"/>
              <a:gd name="connsiteX40360" fmla="*/ 1813655 w 3114960"/>
              <a:gd name="connsiteY40360" fmla="*/ 3792950 h 5143785"/>
              <a:gd name="connsiteX40361" fmla="*/ 1801178 w 3114960"/>
              <a:gd name="connsiteY40361" fmla="*/ 3792950 h 5143785"/>
              <a:gd name="connsiteX40362" fmla="*/ 1795653 w 3114960"/>
              <a:gd name="connsiteY40362" fmla="*/ 3798475 h 5143785"/>
              <a:gd name="connsiteX40363" fmla="*/ 1795653 w 3114960"/>
              <a:gd name="connsiteY40363" fmla="*/ 3810953 h 5143785"/>
              <a:gd name="connsiteX40364" fmla="*/ 1801178 w 3114960"/>
              <a:gd name="connsiteY40364" fmla="*/ 3816477 h 5143785"/>
              <a:gd name="connsiteX40365" fmla="*/ 1805083 w 3114960"/>
              <a:gd name="connsiteY40365" fmla="*/ 3816477 h 5143785"/>
              <a:gd name="connsiteX40366" fmla="*/ 1805464 w 3114960"/>
              <a:gd name="connsiteY40366" fmla="*/ 3997738 h 5143785"/>
              <a:gd name="connsiteX40367" fmla="*/ 1805464 w 3114960"/>
              <a:gd name="connsiteY40367" fmla="*/ 3998690 h 5143785"/>
              <a:gd name="connsiteX40368" fmla="*/ 1850327 w 3114960"/>
              <a:gd name="connsiteY40368" fmla="*/ 4044505 h 5143785"/>
              <a:gd name="connsiteX40369" fmla="*/ 1997297 w 3114960"/>
              <a:gd name="connsiteY40369" fmla="*/ 3553778 h 5143785"/>
              <a:gd name="connsiteX40370" fmla="*/ 2006251 w 3114960"/>
              <a:gd name="connsiteY40370" fmla="*/ 3562731 h 5143785"/>
              <a:gd name="connsiteX40371" fmla="*/ 1997297 w 3114960"/>
              <a:gd name="connsiteY40371" fmla="*/ 3571685 h 5143785"/>
              <a:gd name="connsiteX40372" fmla="*/ 1988344 w 3114960"/>
              <a:gd name="connsiteY40372" fmla="*/ 3562731 h 5143785"/>
              <a:gd name="connsiteX40373" fmla="*/ 1997297 w 3114960"/>
              <a:gd name="connsiteY40373" fmla="*/ 3553778 h 5143785"/>
              <a:gd name="connsiteX40374" fmla="*/ 1801273 w 3114960"/>
              <a:gd name="connsiteY40374" fmla="*/ 3812000 h 5143785"/>
              <a:gd name="connsiteX40375" fmla="*/ 1800511 w 3114960"/>
              <a:gd name="connsiteY40375" fmla="*/ 3811238 h 5143785"/>
              <a:gd name="connsiteX40376" fmla="*/ 1800511 w 3114960"/>
              <a:gd name="connsiteY40376" fmla="*/ 3798761 h 5143785"/>
              <a:gd name="connsiteX40377" fmla="*/ 1801273 w 3114960"/>
              <a:gd name="connsiteY40377" fmla="*/ 3797999 h 5143785"/>
              <a:gd name="connsiteX40378" fmla="*/ 1813751 w 3114960"/>
              <a:gd name="connsiteY40378" fmla="*/ 3797999 h 5143785"/>
              <a:gd name="connsiteX40379" fmla="*/ 1814513 w 3114960"/>
              <a:gd name="connsiteY40379" fmla="*/ 3798761 h 5143785"/>
              <a:gd name="connsiteX40380" fmla="*/ 1814513 w 3114960"/>
              <a:gd name="connsiteY40380" fmla="*/ 3811238 h 5143785"/>
              <a:gd name="connsiteX40381" fmla="*/ 1813751 w 3114960"/>
              <a:gd name="connsiteY40381" fmla="*/ 3812000 h 5143785"/>
              <a:gd name="connsiteX40382" fmla="*/ 1801273 w 3114960"/>
              <a:gd name="connsiteY40382" fmla="*/ 3812000 h 5143785"/>
              <a:gd name="connsiteX40383" fmla="*/ 1214057 w 3114960"/>
              <a:gd name="connsiteY40383" fmla="*/ 2207228 h 5143785"/>
              <a:gd name="connsiteX40384" fmla="*/ 1221867 w 3114960"/>
              <a:gd name="connsiteY40384" fmla="*/ 2199513 h 5143785"/>
              <a:gd name="connsiteX40385" fmla="*/ 1214057 w 3114960"/>
              <a:gd name="connsiteY40385" fmla="*/ 2191798 h 5143785"/>
              <a:gd name="connsiteX40386" fmla="*/ 1206341 w 3114960"/>
              <a:gd name="connsiteY40386" fmla="*/ 2199513 h 5143785"/>
              <a:gd name="connsiteX40387" fmla="*/ 1214057 w 3114960"/>
              <a:gd name="connsiteY40387" fmla="*/ 2207228 h 5143785"/>
              <a:gd name="connsiteX40388" fmla="*/ 1214057 w 3114960"/>
              <a:gd name="connsiteY40388" fmla="*/ 2194179 h 5143785"/>
              <a:gd name="connsiteX40389" fmla="*/ 1219486 w 3114960"/>
              <a:gd name="connsiteY40389" fmla="*/ 2199513 h 5143785"/>
              <a:gd name="connsiteX40390" fmla="*/ 1214057 w 3114960"/>
              <a:gd name="connsiteY40390" fmla="*/ 2204847 h 5143785"/>
              <a:gd name="connsiteX40391" fmla="*/ 1208723 w 3114960"/>
              <a:gd name="connsiteY40391" fmla="*/ 2199513 h 5143785"/>
              <a:gd name="connsiteX40392" fmla="*/ 1214057 w 3114960"/>
              <a:gd name="connsiteY40392" fmla="*/ 2194179 h 5143785"/>
              <a:gd name="connsiteX40393" fmla="*/ 419100 w 3114960"/>
              <a:gd name="connsiteY40393" fmla="*/ 3019806 h 5143785"/>
              <a:gd name="connsiteX40394" fmla="*/ 419100 w 3114960"/>
              <a:gd name="connsiteY40394" fmla="*/ 3013043 h 5143785"/>
              <a:gd name="connsiteX40395" fmla="*/ 421577 w 3114960"/>
              <a:gd name="connsiteY40395" fmla="*/ 3010567 h 5143785"/>
              <a:gd name="connsiteX40396" fmla="*/ 428339 w 3114960"/>
              <a:gd name="connsiteY40396" fmla="*/ 3010567 h 5143785"/>
              <a:gd name="connsiteX40397" fmla="*/ 430816 w 3114960"/>
              <a:gd name="connsiteY40397" fmla="*/ 3013043 h 5143785"/>
              <a:gd name="connsiteX40398" fmla="*/ 430816 w 3114960"/>
              <a:gd name="connsiteY40398" fmla="*/ 3019806 h 5143785"/>
              <a:gd name="connsiteX40399" fmla="*/ 428339 w 3114960"/>
              <a:gd name="connsiteY40399" fmla="*/ 3022283 h 5143785"/>
              <a:gd name="connsiteX40400" fmla="*/ 421577 w 3114960"/>
              <a:gd name="connsiteY40400" fmla="*/ 3022283 h 5143785"/>
              <a:gd name="connsiteX40401" fmla="*/ 419100 w 3114960"/>
              <a:gd name="connsiteY40401" fmla="*/ 3019806 h 5143785"/>
              <a:gd name="connsiteX40402" fmla="*/ 95 w 3114960"/>
              <a:gd name="connsiteY40402" fmla="*/ 4203097 h 5143785"/>
              <a:gd name="connsiteX40403" fmla="*/ 95 w 3114960"/>
              <a:gd name="connsiteY40403" fmla="*/ 4207860 h 5143785"/>
              <a:gd name="connsiteX40404" fmla="*/ 105537 w 3114960"/>
              <a:gd name="connsiteY40404" fmla="*/ 4207860 h 5143785"/>
              <a:gd name="connsiteX40405" fmla="*/ 250127 w 3114960"/>
              <a:gd name="connsiteY40405" fmla="*/ 4083368 h 5143785"/>
              <a:gd name="connsiteX40406" fmla="*/ 258318 w 3114960"/>
              <a:gd name="connsiteY40406" fmla="*/ 4086511 h 5143785"/>
              <a:gd name="connsiteX40407" fmla="*/ 262509 w 3114960"/>
              <a:gd name="connsiteY40407" fmla="*/ 4085844 h 5143785"/>
              <a:gd name="connsiteX40408" fmla="*/ 269748 w 3114960"/>
              <a:gd name="connsiteY40408" fmla="*/ 4079367 h 5143785"/>
              <a:gd name="connsiteX40409" fmla="*/ 270320 w 3114960"/>
              <a:gd name="connsiteY40409" fmla="*/ 4069747 h 5143785"/>
              <a:gd name="connsiteX40410" fmla="*/ 254222 w 3114960"/>
              <a:gd name="connsiteY40410" fmla="*/ 4061936 h 5143785"/>
              <a:gd name="connsiteX40411" fmla="*/ 246507 w 3114960"/>
              <a:gd name="connsiteY40411" fmla="*/ 4078034 h 5143785"/>
              <a:gd name="connsiteX40412" fmla="*/ 247364 w 3114960"/>
              <a:gd name="connsiteY40412" fmla="*/ 4079558 h 5143785"/>
              <a:gd name="connsiteX40413" fmla="*/ 103918 w 3114960"/>
              <a:gd name="connsiteY40413" fmla="*/ 4202906 h 5143785"/>
              <a:gd name="connsiteX40414" fmla="*/ 95 w 3114960"/>
              <a:gd name="connsiteY40414" fmla="*/ 4202906 h 5143785"/>
              <a:gd name="connsiteX40415" fmla="*/ 255746 w 3114960"/>
              <a:gd name="connsiteY40415" fmla="*/ 4066509 h 5143785"/>
              <a:gd name="connsiteX40416" fmla="*/ 258318 w 3114960"/>
              <a:gd name="connsiteY40416" fmla="*/ 4066032 h 5143785"/>
              <a:gd name="connsiteX40417" fmla="*/ 261747 w 3114960"/>
              <a:gd name="connsiteY40417" fmla="*/ 4066794 h 5143785"/>
              <a:gd name="connsiteX40418" fmla="*/ 265748 w 3114960"/>
              <a:gd name="connsiteY40418" fmla="*/ 4071271 h 5143785"/>
              <a:gd name="connsiteX40419" fmla="*/ 265367 w 3114960"/>
              <a:gd name="connsiteY40419" fmla="*/ 4077272 h 5143785"/>
              <a:gd name="connsiteX40420" fmla="*/ 260890 w 3114960"/>
              <a:gd name="connsiteY40420" fmla="*/ 4081272 h 5143785"/>
              <a:gd name="connsiteX40421" fmla="*/ 250889 w 3114960"/>
              <a:gd name="connsiteY40421" fmla="*/ 4076414 h 5143785"/>
              <a:gd name="connsiteX40422" fmla="*/ 255746 w 3114960"/>
              <a:gd name="connsiteY40422" fmla="*/ 4066413 h 5143785"/>
              <a:gd name="connsiteX40423" fmla="*/ 344614 w 3114960"/>
              <a:gd name="connsiteY40423" fmla="*/ 2327720 h 5143785"/>
              <a:gd name="connsiteX40424" fmla="*/ 348710 w 3114960"/>
              <a:gd name="connsiteY40424" fmla="*/ 2327720 h 5143785"/>
              <a:gd name="connsiteX40425" fmla="*/ 348710 w 3114960"/>
              <a:gd name="connsiteY40425" fmla="*/ 2323243 h 5143785"/>
              <a:gd name="connsiteX40426" fmla="*/ 353473 w 3114960"/>
              <a:gd name="connsiteY40426" fmla="*/ 2323243 h 5143785"/>
              <a:gd name="connsiteX40427" fmla="*/ 353473 w 3114960"/>
              <a:gd name="connsiteY40427" fmla="*/ 2327720 h 5143785"/>
              <a:gd name="connsiteX40428" fmla="*/ 357569 w 3114960"/>
              <a:gd name="connsiteY40428" fmla="*/ 2327720 h 5143785"/>
              <a:gd name="connsiteX40429" fmla="*/ 360236 w 3114960"/>
              <a:gd name="connsiteY40429" fmla="*/ 2330387 h 5143785"/>
              <a:gd name="connsiteX40430" fmla="*/ 360236 w 3114960"/>
              <a:gd name="connsiteY40430" fmla="*/ 2343341 h 5143785"/>
              <a:gd name="connsiteX40431" fmla="*/ 357569 w 3114960"/>
              <a:gd name="connsiteY40431" fmla="*/ 2346008 h 5143785"/>
              <a:gd name="connsiteX40432" fmla="*/ 344614 w 3114960"/>
              <a:gd name="connsiteY40432" fmla="*/ 2346008 h 5143785"/>
              <a:gd name="connsiteX40433" fmla="*/ 341948 w 3114960"/>
              <a:gd name="connsiteY40433" fmla="*/ 2343341 h 5143785"/>
              <a:gd name="connsiteX40434" fmla="*/ 341948 w 3114960"/>
              <a:gd name="connsiteY40434" fmla="*/ 2330387 h 5143785"/>
              <a:gd name="connsiteX40435" fmla="*/ 344614 w 3114960"/>
              <a:gd name="connsiteY40435" fmla="*/ 2327720 h 5143785"/>
              <a:gd name="connsiteX40436" fmla="*/ 1202436 w 3114960"/>
              <a:gd name="connsiteY40436" fmla="*/ 2165795 h 5143785"/>
              <a:gd name="connsiteX40437" fmla="*/ 1214057 w 3114960"/>
              <a:gd name="connsiteY40437" fmla="*/ 2177415 h 5143785"/>
              <a:gd name="connsiteX40438" fmla="*/ 1225677 w 3114960"/>
              <a:gd name="connsiteY40438" fmla="*/ 2165795 h 5143785"/>
              <a:gd name="connsiteX40439" fmla="*/ 1214057 w 3114960"/>
              <a:gd name="connsiteY40439" fmla="*/ 2154174 h 5143785"/>
              <a:gd name="connsiteX40440" fmla="*/ 1202436 w 3114960"/>
              <a:gd name="connsiteY40440" fmla="*/ 2165795 h 5143785"/>
              <a:gd name="connsiteX40441" fmla="*/ 1223296 w 3114960"/>
              <a:gd name="connsiteY40441" fmla="*/ 2165795 h 5143785"/>
              <a:gd name="connsiteX40442" fmla="*/ 1214057 w 3114960"/>
              <a:gd name="connsiteY40442" fmla="*/ 2175034 h 5143785"/>
              <a:gd name="connsiteX40443" fmla="*/ 1204817 w 3114960"/>
              <a:gd name="connsiteY40443" fmla="*/ 2165795 h 5143785"/>
              <a:gd name="connsiteX40444" fmla="*/ 1214057 w 3114960"/>
              <a:gd name="connsiteY40444" fmla="*/ 2156555 h 5143785"/>
              <a:gd name="connsiteX40445" fmla="*/ 1223296 w 3114960"/>
              <a:gd name="connsiteY40445" fmla="*/ 2165795 h 5143785"/>
              <a:gd name="connsiteX40446" fmla="*/ 1882045 w 3114960"/>
              <a:gd name="connsiteY40446" fmla="*/ 4090607 h 5143785"/>
              <a:gd name="connsiteX40447" fmla="*/ 1896142 w 3114960"/>
              <a:gd name="connsiteY40447" fmla="*/ 4090607 h 5143785"/>
              <a:gd name="connsiteX40448" fmla="*/ 1900714 w 3114960"/>
              <a:gd name="connsiteY40448" fmla="*/ 4086035 h 5143785"/>
              <a:gd name="connsiteX40449" fmla="*/ 1900714 w 3114960"/>
              <a:gd name="connsiteY40449" fmla="*/ 4071461 h 5143785"/>
              <a:gd name="connsiteX40450" fmla="*/ 1896142 w 3114960"/>
              <a:gd name="connsiteY40450" fmla="*/ 4066889 h 5143785"/>
              <a:gd name="connsiteX40451" fmla="*/ 1882045 w 3114960"/>
              <a:gd name="connsiteY40451" fmla="*/ 4066889 h 5143785"/>
              <a:gd name="connsiteX40452" fmla="*/ 1877473 w 3114960"/>
              <a:gd name="connsiteY40452" fmla="*/ 4071461 h 5143785"/>
              <a:gd name="connsiteX40453" fmla="*/ 1877473 w 3114960"/>
              <a:gd name="connsiteY40453" fmla="*/ 4086035 h 5143785"/>
              <a:gd name="connsiteX40454" fmla="*/ 1882045 w 3114960"/>
              <a:gd name="connsiteY40454" fmla="*/ 4090607 h 5143785"/>
              <a:gd name="connsiteX40455" fmla="*/ 1880711 w 3114960"/>
              <a:gd name="connsiteY40455" fmla="*/ 4071461 h 5143785"/>
              <a:gd name="connsiteX40456" fmla="*/ 1881950 w 3114960"/>
              <a:gd name="connsiteY40456" fmla="*/ 4070223 h 5143785"/>
              <a:gd name="connsiteX40457" fmla="*/ 1896047 w 3114960"/>
              <a:gd name="connsiteY40457" fmla="*/ 4070223 h 5143785"/>
              <a:gd name="connsiteX40458" fmla="*/ 1897285 w 3114960"/>
              <a:gd name="connsiteY40458" fmla="*/ 4071461 h 5143785"/>
              <a:gd name="connsiteX40459" fmla="*/ 1897285 w 3114960"/>
              <a:gd name="connsiteY40459" fmla="*/ 4086035 h 5143785"/>
              <a:gd name="connsiteX40460" fmla="*/ 1896047 w 3114960"/>
              <a:gd name="connsiteY40460" fmla="*/ 4087273 h 5143785"/>
              <a:gd name="connsiteX40461" fmla="*/ 1881950 w 3114960"/>
              <a:gd name="connsiteY40461" fmla="*/ 4087273 h 5143785"/>
              <a:gd name="connsiteX40462" fmla="*/ 1880711 w 3114960"/>
              <a:gd name="connsiteY40462" fmla="*/ 4086035 h 5143785"/>
              <a:gd name="connsiteX40463" fmla="*/ 1880711 w 3114960"/>
              <a:gd name="connsiteY40463" fmla="*/ 4071461 h 5143785"/>
              <a:gd name="connsiteX40464" fmla="*/ 364617 w 3114960"/>
              <a:gd name="connsiteY40464" fmla="*/ 2278666 h 5143785"/>
              <a:gd name="connsiteX40465" fmla="*/ 371475 w 3114960"/>
              <a:gd name="connsiteY40465" fmla="*/ 2271617 h 5143785"/>
              <a:gd name="connsiteX40466" fmla="*/ 374904 w 3114960"/>
              <a:gd name="connsiteY40466" fmla="*/ 2274951 h 5143785"/>
              <a:gd name="connsiteX40467" fmla="*/ 368046 w 3114960"/>
              <a:gd name="connsiteY40467" fmla="*/ 2282000 h 5143785"/>
              <a:gd name="connsiteX40468" fmla="*/ 364617 w 3114960"/>
              <a:gd name="connsiteY40468" fmla="*/ 2278666 h 5143785"/>
              <a:gd name="connsiteX40469" fmla="*/ 1214057 w 3114960"/>
              <a:gd name="connsiteY40469" fmla="*/ 2242566 h 5143785"/>
              <a:gd name="connsiteX40470" fmla="*/ 1221867 w 3114960"/>
              <a:gd name="connsiteY40470" fmla="*/ 2234851 h 5143785"/>
              <a:gd name="connsiteX40471" fmla="*/ 1214057 w 3114960"/>
              <a:gd name="connsiteY40471" fmla="*/ 2227136 h 5143785"/>
              <a:gd name="connsiteX40472" fmla="*/ 1206341 w 3114960"/>
              <a:gd name="connsiteY40472" fmla="*/ 2234851 h 5143785"/>
              <a:gd name="connsiteX40473" fmla="*/ 1214057 w 3114960"/>
              <a:gd name="connsiteY40473" fmla="*/ 2242566 h 5143785"/>
              <a:gd name="connsiteX40474" fmla="*/ 1214057 w 3114960"/>
              <a:gd name="connsiteY40474" fmla="*/ 2229422 h 5143785"/>
              <a:gd name="connsiteX40475" fmla="*/ 1219486 w 3114960"/>
              <a:gd name="connsiteY40475" fmla="*/ 2234756 h 5143785"/>
              <a:gd name="connsiteX40476" fmla="*/ 1214057 w 3114960"/>
              <a:gd name="connsiteY40476" fmla="*/ 2240090 h 5143785"/>
              <a:gd name="connsiteX40477" fmla="*/ 1208723 w 3114960"/>
              <a:gd name="connsiteY40477" fmla="*/ 2234756 h 5143785"/>
              <a:gd name="connsiteX40478" fmla="*/ 1214057 w 3114960"/>
              <a:gd name="connsiteY40478" fmla="*/ 2229422 h 5143785"/>
              <a:gd name="connsiteX40479" fmla="*/ 378428 w 3114960"/>
              <a:gd name="connsiteY40479" fmla="*/ 2264569 h 5143785"/>
              <a:gd name="connsiteX40480" fmla="*/ 385286 w 3114960"/>
              <a:gd name="connsiteY40480" fmla="*/ 2257520 h 5143785"/>
              <a:gd name="connsiteX40481" fmla="*/ 388715 w 3114960"/>
              <a:gd name="connsiteY40481" fmla="*/ 2260854 h 5143785"/>
              <a:gd name="connsiteX40482" fmla="*/ 381857 w 3114960"/>
              <a:gd name="connsiteY40482" fmla="*/ 2267903 h 5143785"/>
              <a:gd name="connsiteX40483" fmla="*/ 378428 w 3114960"/>
              <a:gd name="connsiteY40483" fmla="*/ 2264569 h 5143785"/>
              <a:gd name="connsiteX40484" fmla="*/ 1874901 w 3114960"/>
              <a:gd name="connsiteY40484" fmla="*/ 4098608 h 5143785"/>
              <a:gd name="connsiteX40485" fmla="*/ 1903286 w 3114960"/>
              <a:gd name="connsiteY40485" fmla="*/ 4098608 h 5143785"/>
              <a:gd name="connsiteX40486" fmla="*/ 1907857 w 3114960"/>
              <a:gd name="connsiteY40486" fmla="*/ 4094036 h 5143785"/>
              <a:gd name="connsiteX40487" fmla="*/ 1907857 w 3114960"/>
              <a:gd name="connsiteY40487" fmla="*/ 4089749 h 5143785"/>
              <a:gd name="connsiteX40488" fmla="*/ 1938052 w 3114960"/>
              <a:gd name="connsiteY40488" fmla="*/ 4116991 h 5143785"/>
              <a:gd name="connsiteX40489" fmla="*/ 2058448 w 3114960"/>
              <a:gd name="connsiteY40489" fmla="*/ 4116991 h 5143785"/>
              <a:gd name="connsiteX40490" fmla="*/ 2131028 w 3114960"/>
              <a:gd name="connsiteY40490" fmla="*/ 4027265 h 5143785"/>
              <a:gd name="connsiteX40491" fmla="*/ 2135886 w 3114960"/>
              <a:gd name="connsiteY40491" fmla="*/ 4027265 h 5143785"/>
              <a:gd name="connsiteX40492" fmla="*/ 2140172 w 3114960"/>
              <a:gd name="connsiteY40492" fmla="*/ 4022979 h 5143785"/>
              <a:gd name="connsiteX40493" fmla="*/ 2140172 w 3114960"/>
              <a:gd name="connsiteY40493" fmla="*/ 4010216 h 5143785"/>
              <a:gd name="connsiteX40494" fmla="*/ 2136648 w 3114960"/>
              <a:gd name="connsiteY40494" fmla="*/ 4006692 h 5143785"/>
              <a:gd name="connsiteX40495" fmla="*/ 2123885 w 3114960"/>
              <a:gd name="connsiteY40495" fmla="*/ 4006692 h 5143785"/>
              <a:gd name="connsiteX40496" fmla="*/ 2119598 w 3114960"/>
              <a:gd name="connsiteY40496" fmla="*/ 4010978 h 5143785"/>
              <a:gd name="connsiteX40497" fmla="*/ 2119598 w 3114960"/>
              <a:gd name="connsiteY40497" fmla="*/ 4023074 h 5143785"/>
              <a:gd name="connsiteX40498" fmla="*/ 2123885 w 3114960"/>
              <a:gd name="connsiteY40498" fmla="*/ 4027361 h 5143785"/>
              <a:gd name="connsiteX40499" fmla="*/ 2124837 w 3114960"/>
              <a:gd name="connsiteY40499" fmla="*/ 4027361 h 5143785"/>
              <a:gd name="connsiteX40500" fmla="*/ 2056162 w 3114960"/>
              <a:gd name="connsiteY40500" fmla="*/ 4112228 h 5143785"/>
              <a:gd name="connsiteX40501" fmla="*/ 1939957 w 3114960"/>
              <a:gd name="connsiteY40501" fmla="*/ 4112228 h 5143785"/>
              <a:gd name="connsiteX40502" fmla="*/ 1908334 w 3114960"/>
              <a:gd name="connsiteY40502" fmla="*/ 4083653 h 5143785"/>
              <a:gd name="connsiteX40503" fmla="*/ 1907857 w 3114960"/>
              <a:gd name="connsiteY40503" fmla="*/ 4084130 h 5143785"/>
              <a:gd name="connsiteX40504" fmla="*/ 1907857 w 3114960"/>
              <a:gd name="connsiteY40504" fmla="*/ 4052697 h 5143785"/>
              <a:gd name="connsiteX40505" fmla="*/ 1938052 w 3114960"/>
              <a:gd name="connsiteY40505" fmla="*/ 4079938 h 5143785"/>
              <a:gd name="connsiteX40506" fmla="*/ 2041493 w 3114960"/>
              <a:gd name="connsiteY40506" fmla="*/ 4079938 h 5143785"/>
              <a:gd name="connsiteX40507" fmla="*/ 2110454 w 3114960"/>
              <a:gd name="connsiteY40507" fmla="*/ 3994785 h 5143785"/>
              <a:gd name="connsiteX40508" fmla="*/ 2111597 w 3114960"/>
              <a:gd name="connsiteY40508" fmla="*/ 3995071 h 5143785"/>
              <a:gd name="connsiteX40509" fmla="*/ 2135505 w 3114960"/>
              <a:gd name="connsiteY40509" fmla="*/ 3995071 h 5143785"/>
              <a:gd name="connsiteX40510" fmla="*/ 2140839 w 3114960"/>
              <a:gd name="connsiteY40510" fmla="*/ 3989737 h 5143785"/>
              <a:gd name="connsiteX40511" fmla="*/ 2140839 w 3114960"/>
              <a:gd name="connsiteY40511" fmla="*/ 3965353 h 5143785"/>
              <a:gd name="connsiteX40512" fmla="*/ 2135981 w 3114960"/>
              <a:gd name="connsiteY40512" fmla="*/ 3960495 h 5143785"/>
              <a:gd name="connsiteX40513" fmla="*/ 2111597 w 3114960"/>
              <a:gd name="connsiteY40513" fmla="*/ 3960495 h 5143785"/>
              <a:gd name="connsiteX40514" fmla="*/ 2106263 w 3114960"/>
              <a:gd name="connsiteY40514" fmla="*/ 3965829 h 5143785"/>
              <a:gd name="connsiteX40515" fmla="*/ 2106263 w 3114960"/>
              <a:gd name="connsiteY40515" fmla="*/ 3989737 h 5143785"/>
              <a:gd name="connsiteX40516" fmla="*/ 2106644 w 3114960"/>
              <a:gd name="connsiteY40516" fmla="*/ 3991737 h 5143785"/>
              <a:gd name="connsiteX40517" fmla="*/ 2039112 w 3114960"/>
              <a:gd name="connsiteY40517" fmla="*/ 4075176 h 5143785"/>
              <a:gd name="connsiteX40518" fmla="*/ 1939862 w 3114960"/>
              <a:gd name="connsiteY40518" fmla="*/ 4075176 h 5143785"/>
              <a:gd name="connsiteX40519" fmla="*/ 1908239 w 3114960"/>
              <a:gd name="connsiteY40519" fmla="*/ 4046601 h 5143785"/>
              <a:gd name="connsiteX40520" fmla="*/ 1907762 w 3114960"/>
              <a:gd name="connsiteY40520" fmla="*/ 4047077 h 5143785"/>
              <a:gd name="connsiteX40521" fmla="*/ 1907762 w 3114960"/>
              <a:gd name="connsiteY40521" fmla="*/ 4011454 h 5143785"/>
              <a:gd name="connsiteX40522" fmla="*/ 1937957 w 3114960"/>
              <a:gd name="connsiteY40522" fmla="*/ 4038695 h 5143785"/>
              <a:gd name="connsiteX40523" fmla="*/ 2030540 w 3114960"/>
              <a:gd name="connsiteY40523" fmla="*/ 4039743 h 5143785"/>
              <a:gd name="connsiteX40524" fmla="*/ 2097310 w 3114960"/>
              <a:gd name="connsiteY40524" fmla="*/ 3957161 h 5143785"/>
              <a:gd name="connsiteX40525" fmla="*/ 2102168 w 3114960"/>
              <a:gd name="connsiteY40525" fmla="*/ 3958114 h 5143785"/>
              <a:gd name="connsiteX40526" fmla="*/ 2114645 w 3114960"/>
              <a:gd name="connsiteY40526" fmla="*/ 3945636 h 5143785"/>
              <a:gd name="connsiteX40527" fmla="*/ 2114074 w 3114960"/>
              <a:gd name="connsiteY40527" fmla="*/ 3942588 h 5143785"/>
              <a:gd name="connsiteX40528" fmla="*/ 2155698 w 3114960"/>
              <a:gd name="connsiteY40528" fmla="*/ 3942588 h 5143785"/>
              <a:gd name="connsiteX40529" fmla="*/ 2192750 w 3114960"/>
              <a:gd name="connsiteY40529" fmla="*/ 3981069 h 5143785"/>
              <a:gd name="connsiteX40530" fmla="*/ 2192941 w 3114960"/>
              <a:gd name="connsiteY40530" fmla="*/ 3980879 h 5143785"/>
              <a:gd name="connsiteX40531" fmla="*/ 2192465 w 3114960"/>
              <a:gd name="connsiteY40531" fmla="*/ 3986308 h 5143785"/>
              <a:gd name="connsiteX40532" fmla="*/ 2204466 w 3114960"/>
              <a:gd name="connsiteY40532" fmla="*/ 3993928 h 5143785"/>
              <a:gd name="connsiteX40533" fmla="*/ 2212086 w 3114960"/>
              <a:gd name="connsiteY40533" fmla="*/ 3981926 h 5143785"/>
              <a:gd name="connsiteX40534" fmla="*/ 2200085 w 3114960"/>
              <a:gd name="connsiteY40534" fmla="*/ 3974306 h 5143785"/>
              <a:gd name="connsiteX40535" fmla="*/ 2195513 w 3114960"/>
              <a:gd name="connsiteY40535" fmla="*/ 3976878 h 5143785"/>
              <a:gd name="connsiteX40536" fmla="*/ 2157794 w 3114960"/>
              <a:gd name="connsiteY40536" fmla="*/ 3937730 h 5143785"/>
              <a:gd name="connsiteX40537" fmla="*/ 2111693 w 3114960"/>
              <a:gd name="connsiteY40537" fmla="*/ 3937730 h 5143785"/>
              <a:gd name="connsiteX40538" fmla="*/ 2102263 w 3114960"/>
              <a:gd name="connsiteY40538" fmla="*/ 3933159 h 5143785"/>
              <a:gd name="connsiteX40539" fmla="*/ 2089785 w 3114960"/>
              <a:gd name="connsiteY40539" fmla="*/ 3945636 h 5143785"/>
              <a:gd name="connsiteX40540" fmla="*/ 2093405 w 3114960"/>
              <a:gd name="connsiteY40540" fmla="*/ 3954399 h 5143785"/>
              <a:gd name="connsiteX40541" fmla="*/ 2028349 w 3114960"/>
              <a:gd name="connsiteY40541" fmla="*/ 4034790 h 5143785"/>
              <a:gd name="connsiteX40542" fmla="*/ 1939957 w 3114960"/>
              <a:gd name="connsiteY40542" fmla="*/ 4033742 h 5143785"/>
              <a:gd name="connsiteX40543" fmla="*/ 1908334 w 3114960"/>
              <a:gd name="connsiteY40543" fmla="*/ 4005167 h 5143785"/>
              <a:gd name="connsiteX40544" fmla="*/ 1907857 w 3114960"/>
              <a:gd name="connsiteY40544" fmla="*/ 4005644 h 5143785"/>
              <a:gd name="connsiteX40545" fmla="*/ 1907857 w 3114960"/>
              <a:gd name="connsiteY40545" fmla="*/ 3992499 h 5143785"/>
              <a:gd name="connsiteX40546" fmla="*/ 1903762 w 3114960"/>
              <a:gd name="connsiteY40546" fmla="*/ 3988403 h 5143785"/>
              <a:gd name="connsiteX40547" fmla="*/ 1874901 w 3114960"/>
              <a:gd name="connsiteY40547" fmla="*/ 3988403 h 5143785"/>
              <a:gd name="connsiteX40548" fmla="*/ 1870329 w 3114960"/>
              <a:gd name="connsiteY40548" fmla="*/ 3992975 h 5143785"/>
              <a:gd name="connsiteX40549" fmla="*/ 1870329 w 3114960"/>
              <a:gd name="connsiteY40549" fmla="*/ 4004977 h 5143785"/>
              <a:gd name="connsiteX40550" fmla="*/ 1854327 w 3114960"/>
              <a:gd name="connsiteY40550" fmla="*/ 3988689 h 5143785"/>
              <a:gd name="connsiteX40551" fmla="*/ 1853851 w 3114960"/>
              <a:gd name="connsiteY40551" fmla="*/ 3836384 h 5143785"/>
              <a:gd name="connsiteX40552" fmla="*/ 1861185 w 3114960"/>
              <a:gd name="connsiteY40552" fmla="*/ 3833146 h 5143785"/>
              <a:gd name="connsiteX40553" fmla="*/ 1865567 w 3114960"/>
              <a:gd name="connsiteY40553" fmla="*/ 3823621 h 5143785"/>
              <a:gd name="connsiteX40554" fmla="*/ 1852517 w 3114960"/>
              <a:gd name="connsiteY40554" fmla="*/ 3809334 h 5143785"/>
              <a:gd name="connsiteX40555" fmla="*/ 1838230 w 3114960"/>
              <a:gd name="connsiteY40555" fmla="*/ 3822383 h 5143785"/>
              <a:gd name="connsiteX40556" fmla="*/ 1841849 w 3114960"/>
              <a:gd name="connsiteY40556" fmla="*/ 3832193 h 5143785"/>
              <a:gd name="connsiteX40557" fmla="*/ 1849088 w 3114960"/>
              <a:gd name="connsiteY40557" fmla="*/ 3836099 h 5143785"/>
              <a:gd name="connsiteX40558" fmla="*/ 1849565 w 3114960"/>
              <a:gd name="connsiteY40558" fmla="*/ 3990594 h 5143785"/>
              <a:gd name="connsiteX40559" fmla="*/ 1869567 w 3114960"/>
              <a:gd name="connsiteY40559" fmla="*/ 4011073 h 5143785"/>
              <a:gd name="connsiteX40560" fmla="*/ 1870234 w 3114960"/>
              <a:gd name="connsiteY40560" fmla="*/ 4010406 h 5143785"/>
              <a:gd name="connsiteX40561" fmla="*/ 1870234 w 3114960"/>
              <a:gd name="connsiteY40561" fmla="*/ 4094036 h 5143785"/>
              <a:gd name="connsiteX40562" fmla="*/ 1874806 w 3114960"/>
              <a:gd name="connsiteY40562" fmla="*/ 4098608 h 5143785"/>
              <a:gd name="connsiteX40563" fmla="*/ 2111121 w 3114960"/>
              <a:gd name="connsiteY40563" fmla="*/ 3965734 h 5143785"/>
              <a:gd name="connsiteX40564" fmla="*/ 2111597 w 3114960"/>
              <a:gd name="connsiteY40564" fmla="*/ 3965258 h 5143785"/>
              <a:gd name="connsiteX40565" fmla="*/ 2135981 w 3114960"/>
              <a:gd name="connsiteY40565" fmla="*/ 3965258 h 5143785"/>
              <a:gd name="connsiteX40566" fmla="*/ 2135981 w 3114960"/>
              <a:gd name="connsiteY40566" fmla="*/ 3989642 h 5143785"/>
              <a:gd name="connsiteX40567" fmla="*/ 2135505 w 3114960"/>
              <a:gd name="connsiteY40567" fmla="*/ 3990118 h 5143785"/>
              <a:gd name="connsiteX40568" fmla="*/ 2111788 w 3114960"/>
              <a:gd name="connsiteY40568" fmla="*/ 3990118 h 5143785"/>
              <a:gd name="connsiteX40569" fmla="*/ 2111121 w 3114960"/>
              <a:gd name="connsiteY40569" fmla="*/ 3989546 h 5143785"/>
              <a:gd name="connsiteX40570" fmla="*/ 2111121 w 3114960"/>
              <a:gd name="connsiteY40570" fmla="*/ 3965734 h 5143785"/>
              <a:gd name="connsiteX40571" fmla="*/ 2102168 w 3114960"/>
              <a:gd name="connsiteY40571" fmla="*/ 3938016 h 5143785"/>
              <a:gd name="connsiteX40572" fmla="*/ 2109788 w 3114960"/>
              <a:gd name="connsiteY40572" fmla="*/ 3945636 h 5143785"/>
              <a:gd name="connsiteX40573" fmla="*/ 2102168 w 3114960"/>
              <a:gd name="connsiteY40573" fmla="*/ 3953256 h 5143785"/>
              <a:gd name="connsiteX40574" fmla="*/ 2094548 w 3114960"/>
              <a:gd name="connsiteY40574" fmla="*/ 3945636 h 5143785"/>
              <a:gd name="connsiteX40575" fmla="*/ 2102168 w 3114960"/>
              <a:gd name="connsiteY40575" fmla="*/ 3938016 h 5143785"/>
              <a:gd name="connsiteX40576" fmla="*/ 1873568 w 3114960"/>
              <a:gd name="connsiteY40576" fmla="*/ 3993071 h 5143785"/>
              <a:gd name="connsiteX40577" fmla="*/ 1874806 w 3114960"/>
              <a:gd name="connsiteY40577" fmla="*/ 3991832 h 5143785"/>
              <a:gd name="connsiteX40578" fmla="*/ 1903667 w 3114960"/>
              <a:gd name="connsiteY40578" fmla="*/ 3991832 h 5143785"/>
              <a:gd name="connsiteX40579" fmla="*/ 1904428 w 3114960"/>
              <a:gd name="connsiteY40579" fmla="*/ 3992594 h 5143785"/>
              <a:gd name="connsiteX40580" fmla="*/ 1904428 w 3114960"/>
              <a:gd name="connsiteY40580" fmla="*/ 4023265 h 5143785"/>
              <a:gd name="connsiteX40581" fmla="*/ 1873472 w 3114960"/>
              <a:gd name="connsiteY40581" fmla="*/ 4023265 h 5143785"/>
              <a:gd name="connsiteX40582" fmla="*/ 1873472 w 3114960"/>
              <a:gd name="connsiteY40582" fmla="*/ 3993071 h 5143785"/>
              <a:gd name="connsiteX40583" fmla="*/ 1873568 w 3114960"/>
              <a:gd name="connsiteY40583" fmla="*/ 4026408 h 5143785"/>
              <a:gd name="connsiteX40584" fmla="*/ 1904524 w 3114960"/>
              <a:gd name="connsiteY40584" fmla="*/ 4026408 h 5143785"/>
              <a:gd name="connsiteX40585" fmla="*/ 1904524 w 3114960"/>
              <a:gd name="connsiteY40585" fmla="*/ 4059365 h 5143785"/>
              <a:gd name="connsiteX40586" fmla="*/ 1873568 w 3114960"/>
              <a:gd name="connsiteY40586" fmla="*/ 4059365 h 5143785"/>
              <a:gd name="connsiteX40587" fmla="*/ 1873568 w 3114960"/>
              <a:gd name="connsiteY40587" fmla="*/ 4026408 h 5143785"/>
              <a:gd name="connsiteX40588" fmla="*/ 1873568 w 3114960"/>
              <a:gd name="connsiteY40588" fmla="*/ 4062698 h 5143785"/>
              <a:gd name="connsiteX40589" fmla="*/ 1904524 w 3114960"/>
              <a:gd name="connsiteY40589" fmla="*/ 4062698 h 5143785"/>
              <a:gd name="connsiteX40590" fmla="*/ 1904524 w 3114960"/>
              <a:gd name="connsiteY40590" fmla="*/ 4094036 h 5143785"/>
              <a:gd name="connsiteX40591" fmla="*/ 1903286 w 3114960"/>
              <a:gd name="connsiteY40591" fmla="*/ 4095274 h 5143785"/>
              <a:gd name="connsiteX40592" fmla="*/ 1874901 w 3114960"/>
              <a:gd name="connsiteY40592" fmla="*/ 4095274 h 5143785"/>
              <a:gd name="connsiteX40593" fmla="*/ 1873663 w 3114960"/>
              <a:gd name="connsiteY40593" fmla="*/ 4094036 h 5143785"/>
              <a:gd name="connsiteX40594" fmla="*/ 1873663 w 3114960"/>
              <a:gd name="connsiteY40594" fmla="*/ 4062698 h 5143785"/>
              <a:gd name="connsiteX40595" fmla="*/ 1845374 w 3114960"/>
              <a:gd name="connsiteY40595" fmla="*/ 3829050 h 5143785"/>
              <a:gd name="connsiteX40596" fmla="*/ 1843088 w 3114960"/>
              <a:gd name="connsiteY40596" fmla="*/ 3822668 h 5143785"/>
              <a:gd name="connsiteX40597" fmla="*/ 1851946 w 3114960"/>
              <a:gd name="connsiteY40597" fmla="*/ 3814191 h 5143785"/>
              <a:gd name="connsiteX40598" fmla="*/ 1852327 w 3114960"/>
              <a:gd name="connsiteY40598" fmla="*/ 3814191 h 5143785"/>
              <a:gd name="connsiteX40599" fmla="*/ 1860804 w 3114960"/>
              <a:gd name="connsiteY40599" fmla="*/ 3823430 h 5143785"/>
              <a:gd name="connsiteX40600" fmla="*/ 1857947 w 3114960"/>
              <a:gd name="connsiteY40600" fmla="*/ 3829622 h 5143785"/>
              <a:gd name="connsiteX40601" fmla="*/ 1851565 w 3114960"/>
              <a:gd name="connsiteY40601" fmla="*/ 3831908 h 5143785"/>
              <a:gd name="connsiteX40602" fmla="*/ 1845374 w 3114960"/>
              <a:gd name="connsiteY40602" fmla="*/ 3829050 h 5143785"/>
              <a:gd name="connsiteX40603" fmla="*/ 1214057 w 3114960"/>
              <a:gd name="connsiteY40603" fmla="*/ 2211134 h 5143785"/>
              <a:gd name="connsiteX40604" fmla="*/ 1225677 w 3114960"/>
              <a:gd name="connsiteY40604" fmla="*/ 2199513 h 5143785"/>
              <a:gd name="connsiteX40605" fmla="*/ 1214057 w 3114960"/>
              <a:gd name="connsiteY40605" fmla="*/ 2187893 h 5143785"/>
              <a:gd name="connsiteX40606" fmla="*/ 1202436 w 3114960"/>
              <a:gd name="connsiteY40606" fmla="*/ 2199513 h 5143785"/>
              <a:gd name="connsiteX40607" fmla="*/ 1214057 w 3114960"/>
              <a:gd name="connsiteY40607" fmla="*/ 2211134 h 5143785"/>
              <a:gd name="connsiteX40608" fmla="*/ 1214057 w 3114960"/>
              <a:gd name="connsiteY40608" fmla="*/ 2190274 h 5143785"/>
              <a:gd name="connsiteX40609" fmla="*/ 1223296 w 3114960"/>
              <a:gd name="connsiteY40609" fmla="*/ 2199513 h 5143785"/>
              <a:gd name="connsiteX40610" fmla="*/ 1214057 w 3114960"/>
              <a:gd name="connsiteY40610" fmla="*/ 2208752 h 5143785"/>
              <a:gd name="connsiteX40611" fmla="*/ 1204817 w 3114960"/>
              <a:gd name="connsiteY40611" fmla="*/ 2199513 h 5143785"/>
              <a:gd name="connsiteX40612" fmla="*/ 1214057 w 3114960"/>
              <a:gd name="connsiteY40612" fmla="*/ 2190274 h 5143785"/>
              <a:gd name="connsiteX40613" fmla="*/ 95 w 3114960"/>
              <a:gd name="connsiteY40613" fmla="*/ 4236815 h 5143785"/>
              <a:gd name="connsiteX40614" fmla="*/ 95 w 3114960"/>
              <a:gd name="connsiteY40614" fmla="*/ 4241578 h 5143785"/>
              <a:gd name="connsiteX40615" fmla="*/ 133350 w 3114960"/>
              <a:gd name="connsiteY40615" fmla="*/ 4241387 h 5143785"/>
              <a:gd name="connsiteX40616" fmla="*/ 277940 w 3114960"/>
              <a:gd name="connsiteY40616" fmla="*/ 4117086 h 5143785"/>
              <a:gd name="connsiteX40617" fmla="*/ 286131 w 3114960"/>
              <a:gd name="connsiteY40617" fmla="*/ 4120229 h 5143785"/>
              <a:gd name="connsiteX40618" fmla="*/ 290322 w 3114960"/>
              <a:gd name="connsiteY40618" fmla="*/ 4119563 h 5143785"/>
              <a:gd name="connsiteX40619" fmla="*/ 298037 w 3114960"/>
              <a:gd name="connsiteY40619" fmla="*/ 4103465 h 5143785"/>
              <a:gd name="connsiteX40620" fmla="*/ 281940 w 3114960"/>
              <a:gd name="connsiteY40620" fmla="*/ 4095750 h 5143785"/>
              <a:gd name="connsiteX40621" fmla="*/ 274225 w 3114960"/>
              <a:gd name="connsiteY40621" fmla="*/ 4111847 h 5143785"/>
              <a:gd name="connsiteX40622" fmla="*/ 275082 w 3114960"/>
              <a:gd name="connsiteY40622" fmla="*/ 4113371 h 5143785"/>
              <a:gd name="connsiteX40623" fmla="*/ 131636 w 3114960"/>
              <a:gd name="connsiteY40623" fmla="*/ 4236720 h 5143785"/>
              <a:gd name="connsiteX40624" fmla="*/ 95 w 3114960"/>
              <a:gd name="connsiteY40624" fmla="*/ 4236911 h 5143785"/>
              <a:gd name="connsiteX40625" fmla="*/ 283559 w 3114960"/>
              <a:gd name="connsiteY40625" fmla="*/ 4100132 h 5143785"/>
              <a:gd name="connsiteX40626" fmla="*/ 286131 w 3114960"/>
              <a:gd name="connsiteY40626" fmla="*/ 4099655 h 5143785"/>
              <a:gd name="connsiteX40627" fmla="*/ 293561 w 3114960"/>
              <a:gd name="connsiteY40627" fmla="*/ 4104894 h 5143785"/>
              <a:gd name="connsiteX40628" fmla="*/ 293180 w 3114960"/>
              <a:gd name="connsiteY40628" fmla="*/ 4110895 h 5143785"/>
              <a:gd name="connsiteX40629" fmla="*/ 288703 w 3114960"/>
              <a:gd name="connsiteY40629" fmla="*/ 4114895 h 5143785"/>
              <a:gd name="connsiteX40630" fmla="*/ 278702 w 3114960"/>
              <a:gd name="connsiteY40630" fmla="*/ 4110038 h 5143785"/>
              <a:gd name="connsiteX40631" fmla="*/ 283559 w 3114960"/>
              <a:gd name="connsiteY40631" fmla="*/ 4100036 h 5143785"/>
              <a:gd name="connsiteX40632" fmla="*/ 366713 w 3114960"/>
              <a:gd name="connsiteY40632" fmla="*/ 2540508 h 5143785"/>
              <a:gd name="connsiteX40633" fmla="*/ 366713 w 3114960"/>
              <a:gd name="connsiteY40633" fmla="*/ 2534031 h 5143785"/>
              <a:gd name="connsiteX40634" fmla="*/ 369284 w 3114960"/>
              <a:gd name="connsiteY40634" fmla="*/ 2531459 h 5143785"/>
              <a:gd name="connsiteX40635" fmla="*/ 375761 w 3114960"/>
              <a:gd name="connsiteY40635" fmla="*/ 2531459 h 5143785"/>
              <a:gd name="connsiteX40636" fmla="*/ 378333 w 3114960"/>
              <a:gd name="connsiteY40636" fmla="*/ 2534031 h 5143785"/>
              <a:gd name="connsiteX40637" fmla="*/ 378333 w 3114960"/>
              <a:gd name="connsiteY40637" fmla="*/ 2540508 h 5143785"/>
              <a:gd name="connsiteX40638" fmla="*/ 375761 w 3114960"/>
              <a:gd name="connsiteY40638" fmla="*/ 2543080 h 5143785"/>
              <a:gd name="connsiteX40639" fmla="*/ 369284 w 3114960"/>
              <a:gd name="connsiteY40639" fmla="*/ 2543080 h 5143785"/>
              <a:gd name="connsiteX40640" fmla="*/ 366713 w 3114960"/>
              <a:gd name="connsiteY40640" fmla="*/ 2540508 h 5143785"/>
              <a:gd name="connsiteX40641" fmla="*/ 1594295 w 3114960"/>
              <a:gd name="connsiteY40641" fmla="*/ 3164396 h 5143785"/>
              <a:gd name="connsiteX40642" fmla="*/ 1599533 w 3114960"/>
              <a:gd name="connsiteY40642" fmla="*/ 3159157 h 5143785"/>
              <a:gd name="connsiteX40643" fmla="*/ 1604772 w 3114960"/>
              <a:gd name="connsiteY40643" fmla="*/ 3164396 h 5143785"/>
              <a:gd name="connsiteX40644" fmla="*/ 1599533 w 3114960"/>
              <a:gd name="connsiteY40644" fmla="*/ 3169634 h 5143785"/>
              <a:gd name="connsiteX40645" fmla="*/ 1594295 w 3114960"/>
              <a:gd name="connsiteY40645" fmla="*/ 3164396 h 5143785"/>
              <a:gd name="connsiteX40646" fmla="*/ 1808226 w 3114960"/>
              <a:gd name="connsiteY40646" fmla="*/ 3509391 h 5143785"/>
              <a:gd name="connsiteX40647" fmla="*/ 1820704 w 3114960"/>
              <a:gd name="connsiteY40647" fmla="*/ 3509391 h 5143785"/>
              <a:gd name="connsiteX40648" fmla="*/ 1826228 w 3114960"/>
              <a:gd name="connsiteY40648" fmla="*/ 3503867 h 5143785"/>
              <a:gd name="connsiteX40649" fmla="*/ 1826228 w 3114960"/>
              <a:gd name="connsiteY40649" fmla="*/ 3491389 h 5143785"/>
              <a:gd name="connsiteX40650" fmla="*/ 1820704 w 3114960"/>
              <a:gd name="connsiteY40650" fmla="*/ 3485864 h 5143785"/>
              <a:gd name="connsiteX40651" fmla="*/ 1808226 w 3114960"/>
              <a:gd name="connsiteY40651" fmla="*/ 3485864 h 5143785"/>
              <a:gd name="connsiteX40652" fmla="*/ 1802702 w 3114960"/>
              <a:gd name="connsiteY40652" fmla="*/ 3491389 h 5143785"/>
              <a:gd name="connsiteX40653" fmla="*/ 1802702 w 3114960"/>
              <a:gd name="connsiteY40653" fmla="*/ 3493675 h 5143785"/>
              <a:gd name="connsiteX40654" fmla="*/ 1682496 w 3114960"/>
              <a:gd name="connsiteY40654" fmla="*/ 3493675 h 5143785"/>
              <a:gd name="connsiteX40655" fmla="*/ 1671447 w 3114960"/>
              <a:gd name="connsiteY40655" fmla="*/ 3504724 h 5143785"/>
              <a:gd name="connsiteX40656" fmla="*/ 1562005 w 3114960"/>
              <a:gd name="connsiteY40656" fmla="*/ 3504724 h 5143785"/>
              <a:gd name="connsiteX40657" fmla="*/ 1548575 w 3114960"/>
              <a:gd name="connsiteY40657" fmla="*/ 3493484 h 5143785"/>
              <a:gd name="connsiteX40658" fmla="*/ 1534954 w 3114960"/>
              <a:gd name="connsiteY40658" fmla="*/ 3507105 h 5143785"/>
              <a:gd name="connsiteX40659" fmla="*/ 1548575 w 3114960"/>
              <a:gd name="connsiteY40659" fmla="*/ 3520726 h 5143785"/>
              <a:gd name="connsiteX40660" fmla="*/ 1562005 w 3114960"/>
              <a:gd name="connsiteY40660" fmla="*/ 3509486 h 5143785"/>
              <a:gd name="connsiteX40661" fmla="*/ 1673352 w 3114960"/>
              <a:gd name="connsiteY40661" fmla="*/ 3509486 h 5143785"/>
              <a:gd name="connsiteX40662" fmla="*/ 1684401 w 3114960"/>
              <a:gd name="connsiteY40662" fmla="*/ 3498437 h 5143785"/>
              <a:gd name="connsiteX40663" fmla="*/ 1802606 w 3114960"/>
              <a:gd name="connsiteY40663" fmla="*/ 3498437 h 5143785"/>
              <a:gd name="connsiteX40664" fmla="*/ 1802606 w 3114960"/>
              <a:gd name="connsiteY40664" fmla="*/ 3503867 h 5143785"/>
              <a:gd name="connsiteX40665" fmla="*/ 1808131 w 3114960"/>
              <a:gd name="connsiteY40665" fmla="*/ 3509391 h 5143785"/>
              <a:gd name="connsiteX40666" fmla="*/ 1807464 w 3114960"/>
              <a:gd name="connsiteY40666" fmla="*/ 3491389 h 5143785"/>
              <a:gd name="connsiteX40667" fmla="*/ 1808226 w 3114960"/>
              <a:gd name="connsiteY40667" fmla="*/ 3490627 h 5143785"/>
              <a:gd name="connsiteX40668" fmla="*/ 1820704 w 3114960"/>
              <a:gd name="connsiteY40668" fmla="*/ 3490627 h 5143785"/>
              <a:gd name="connsiteX40669" fmla="*/ 1821466 w 3114960"/>
              <a:gd name="connsiteY40669" fmla="*/ 3491389 h 5143785"/>
              <a:gd name="connsiteX40670" fmla="*/ 1821466 w 3114960"/>
              <a:gd name="connsiteY40670" fmla="*/ 3503867 h 5143785"/>
              <a:gd name="connsiteX40671" fmla="*/ 1820704 w 3114960"/>
              <a:gd name="connsiteY40671" fmla="*/ 3504629 h 5143785"/>
              <a:gd name="connsiteX40672" fmla="*/ 1808226 w 3114960"/>
              <a:gd name="connsiteY40672" fmla="*/ 3504629 h 5143785"/>
              <a:gd name="connsiteX40673" fmla="*/ 1807464 w 3114960"/>
              <a:gd name="connsiteY40673" fmla="*/ 3503867 h 5143785"/>
              <a:gd name="connsiteX40674" fmla="*/ 1807464 w 3114960"/>
              <a:gd name="connsiteY40674" fmla="*/ 3491389 h 5143785"/>
              <a:gd name="connsiteX40675" fmla="*/ 1548575 w 3114960"/>
              <a:gd name="connsiteY40675" fmla="*/ 3515963 h 5143785"/>
              <a:gd name="connsiteX40676" fmla="*/ 1539716 w 3114960"/>
              <a:gd name="connsiteY40676" fmla="*/ 3507105 h 5143785"/>
              <a:gd name="connsiteX40677" fmla="*/ 1548575 w 3114960"/>
              <a:gd name="connsiteY40677" fmla="*/ 3498247 h 5143785"/>
              <a:gd name="connsiteX40678" fmla="*/ 1557433 w 3114960"/>
              <a:gd name="connsiteY40678" fmla="*/ 3507105 h 5143785"/>
              <a:gd name="connsiteX40679" fmla="*/ 1548575 w 3114960"/>
              <a:gd name="connsiteY40679" fmla="*/ 3515963 h 5143785"/>
              <a:gd name="connsiteX40680" fmla="*/ 361188 w 3114960"/>
              <a:gd name="connsiteY40680" fmla="*/ 2289048 h 5143785"/>
              <a:gd name="connsiteX40681" fmla="*/ 354330 w 3114960"/>
              <a:gd name="connsiteY40681" fmla="*/ 2296097 h 5143785"/>
              <a:gd name="connsiteX40682" fmla="*/ 350901 w 3114960"/>
              <a:gd name="connsiteY40682" fmla="*/ 2292763 h 5143785"/>
              <a:gd name="connsiteX40683" fmla="*/ 357759 w 3114960"/>
              <a:gd name="connsiteY40683" fmla="*/ 2285714 h 5143785"/>
              <a:gd name="connsiteX40684" fmla="*/ 361188 w 3114960"/>
              <a:gd name="connsiteY40684" fmla="*/ 2289048 h 5143785"/>
              <a:gd name="connsiteX40685" fmla="*/ 19241 w 3114960"/>
              <a:gd name="connsiteY40685" fmla="*/ 4118610 h 5143785"/>
              <a:gd name="connsiteX40686" fmla="*/ 19241 w 3114960"/>
              <a:gd name="connsiteY40686" fmla="*/ 4075081 h 5143785"/>
              <a:gd name="connsiteX40687" fmla="*/ 20193 w 3114960"/>
              <a:gd name="connsiteY40687" fmla="*/ 4074890 h 5143785"/>
              <a:gd name="connsiteX40688" fmla="*/ 20193 w 3114960"/>
              <a:gd name="connsiteY40688" fmla="*/ 4074890 h 5143785"/>
              <a:gd name="connsiteX40689" fmla="*/ 25813 w 3114960"/>
              <a:gd name="connsiteY40689" fmla="*/ 4069747 h 5143785"/>
              <a:gd name="connsiteX40690" fmla="*/ 26194 w 3114960"/>
              <a:gd name="connsiteY40690" fmla="*/ 4062127 h 5143785"/>
              <a:gd name="connsiteX40691" fmla="*/ 13526 w 3114960"/>
              <a:gd name="connsiteY40691" fmla="*/ 4056126 h 5143785"/>
              <a:gd name="connsiteX40692" fmla="*/ 7525 w 3114960"/>
              <a:gd name="connsiteY40692" fmla="*/ 4068794 h 5143785"/>
              <a:gd name="connsiteX40693" fmla="*/ 14478 w 3114960"/>
              <a:gd name="connsiteY40693" fmla="*/ 4074986 h 5143785"/>
              <a:gd name="connsiteX40694" fmla="*/ 14478 w 3114960"/>
              <a:gd name="connsiteY40694" fmla="*/ 4117372 h 5143785"/>
              <a:gd name="connsiteX40695" fmla="*/ 95 w 3114960"/>
              <a:gd name="connsiteY40695" fmla="*/ 4130230 h 5143785"/>
              <a:gd name="connsiteX40696" fmla="*/ 95 w 3114960"/>
              <a:gd name="connsiteY40696" fmla="*/ 4136612 h 5143785"/>
              <a:gd name="connsiteX40697" fmla="*/ 18383 w 3114960"/>
              <a:gd name="connsiteY40697" fmla="*/ 4120229 h 5143785"/>
              <a:gd name="connsiteX40698" fmla="*/ 19145 w 3114960"/>
              <a:gd name="connsiteY40698" fmla="*/ 4118420 h 5143785"/>
              <a:gd name="connsiteX40699" fmla="*/ 12002 w 3114960"/>
              <a:gd name="connsiteY40699" fmla="*/ 4067366 h 5143785"/>
              <a:gd name="connsiteX40700" fmla="*/ 15145 w 3114960"/>
              <a:gd name="connsiteY40700" fmla="*/ 4060793 h 5143785"/>
              <a:gd name="connsiteX40701" fmla="*/ 16859 w 3114960"/>
              <a:gd name="connsiteY40701" fmla="*/ 4060508 h 5143785"/>
              <a:gd name="connsiteX40702" fmla="*/ 21717 w 3114960"/>
              <a:gd name="connsiteY40702" fmla="*/ 4063937 h 5143785"/>
              <a:gd name="connsiteX40703" fmla="*/ 18574 w 3114960"/>
              <a:gd name="connsiteY40703" fmla="*/ 4070509 h 5143785"/>
              <a:gd name="connsiteX40704" fmla="*/ 12002 w 3114960"/>
              <a:gd name="connsiteY40704" fmla="*/ 4067366 h 5143785"/>
              <a:gd name="connsiteX40705" fmla="*/ 1231202 w 3114960"/>
              <a:gd name="connsiteY40705" fmla="*/ 2118836 h 5143785"/>
              <a:gd name="connsiteX40706" fmla="*/ 1219581 w 3114960"/>
              <a:gd name="connsiteY40706" fmla="*/ 2130457 h 5143785"/>
              <a:gd name="connsiteX40707" fmla="*/ 1231202 w 3114960"/>
              <a:gd name="connsiteY40707" fmla="*/ 2142077 h 5143785"/>
              <a:gd name="connsiteX40708" fmla="*/ 1236821 w 3114960"/>
              <a:gd name="connsiteY40708" fmla="*/ 2140363 h 5143785"/>
              <a:gd name="connsiteX40709" fmla="*/ 1261586 w 3114960"/>
              <a:gd name="connsiteY40709" fmla="*/ 2161223 h 5143785"/>
              <a:gd name="connsiteX40710" fmla="*/ 1261586 w 3114960"/>
              <a:gd name="connsiteY40710" fmla="*/ 2203895 h 5143785"/>
              <a:gd name="connsiteX40711" fmla="*/ 1258824 w 3114960"/>
              <a:gd name="connsiteY40711" fmla="*/ 2203895 h 5143785"/>
              <a:gd name="connsiteX40712" fmla="*/ 1250156 w 3114960"/>
              <a:gd name="connsiteY40712" fmla="*/ 2212562 h 5143785"/>
              <a:gd name="connsiteX40713" fmla="*/ 1250156 w 3114960"/>
              <a:gd name="connsiteY40713" fmla="*/ 2239518 h 5143785"/>
              <a:gd name="connsiteX40714" fmla="*/ 1258824 w 3114960"/>
              <a:gd name="connsiteY40714" fmla="*/ 2248186 h 5143785"/>
              <a:gd name="connsiteX40715" fmla="*/ 1260348 w 3114960"/>
              <a:gd name="connsiteY40715" fmla="*/ 2248186 h 5143785"/>
              <a:gd name="connsiteX40716" fmla="*/ 1260348 w 3114960"/>
              <a:gd name="connsiteY40716" fmla="*/ 2264283 h 5143785"/>
              <a:gd name="connsiteX40717" fmla="*/ 1254824 w 3114960"/>
              <a:gd name="connsiteY40717" fmla="*/ 2269998 h 5143785"/>
              <a:gd name="connsiteX40718" fmla="*/ 1245299 w 3114960"/>
              <a:gd name="connsiteY40718" fmla="*/ 2269998 h 5143785"/>
              <a:gd name="connsiteX40719" fmla="*/ 1245299 w 3114960"/>
              <a:gd name="connsiteY40719" fmla="*/ 2269617 h 5143785"/>
              <a:gd name="connsiteX40720" fmla="*/ 1238917 w 3114960"/>
              <a:gd name="connsiteY40720" fmla="*/ 2263331 h 5143785"/>
              <a:gd name="connsiteX40721" fmla="*/ 1211961 w 3114960"/>
              <a:gd name="connsiteY40721" fmla="*/ 2263331 h 5143785"/>
              <a:gd name="connsiteX40722" fmla="*/ 1205579 w 3114960"/>
              <a:gd name="connsiteY40722" fmla="*/ 2269617 h 5143785"/>
              <a:gd name="connsiteX40723" fmla="*/ 1205579 w 3114960"/>
              <a:gd name="connsiteY40723" fmla="*/ 2277428 h 5143785"/>
              <a:gd name="connsiteX40724" fmla="*/ 1211961 w 3114960"/>
              <a:gd name="connsiteY40724" fmla="*/ 2283809 h 5143785"/>
              <a:gd name="connsiteX40725" fmla="*/ 1238917 w 3114960"/>
              <a:gd name="connsiteY40725" fmla="*/ 2283809 h 5143785"/>
              <a:gd name="connsiteX40726" fmla="*/ 1245299 w 3114960"/>
              <a:gd name="connsiteY40726" fmla="*/ 2277428 h 5143785"/>
              <a:gd name="connsiteX40727" fmla="*/ 1245299 w 3114960"/>
              <a:gd name="connsiteY40727" fmla="*/ 2274761 h 5143785"/>
              <a:gd name="connsiteX40728" fmla="*/ 1256824 w 3114960"/>
              <a:gd name="connsiteY40728" fmla="*/ 2274761 h 5143785"/>
              <a:gd name="connsiteX40729" fmla="*/ 1265111 w 3114960"/>
              <a:gd name="connsiteY40729" fmla="*/ 2266283 h 5143785"/>
              <a:gd name="connsiteX40730" fmla="*/ 1265111 w 3114960"/>
              <a:gd name="connsiteY40730" fmla="*/ 2248186 h 5143785"/>
              <a:gd name="connsiteX40731" fmla="*/ 1266635 w 3114960"/>
              <a:gd name="connsiteY40731" fmla="*/ 2248186 h 5143785"/>
              <a:gd name="connsiteX40732" fmla="*/ 1275302 w 3114960"/>
              <a:gd name="connsiteY40732" fmla="*/ 2239518 h 5143785"/>
              <a:gd name="connsiteX40733" fmla="*/ 1275302 w 3114960"/>
              <a:gd name="connsiteY40733" fmla="*/ 2212562 h 5143785"/>
              <a:gd name="connsiteX40734" fmla="*/ 1266635 w 3114960"/>
              <a:gd name="connsiteY40734" fmla="*/ 2203895 h 5143785"/>
              <a:gd name="connsiteX40735" fmla="*/ 1266349 w 3114960"/>
              <a:gd name="connsiteY40735" fmla="*/ 2203895 h 5143785"/>
              <a:gd name="connsiteX40736" fmla="*/ 1266349 w 3114960"/>
              <a:gd name="connsiteY40736" fmla="*/ 2159032 h 5143785"/>
              <a:gd name="connsiteX40737" fmla="*/ 1240346 w 3114960"/>
              <a:gd name="connsiteY40737" fmla="*/ 2137124 h 5143785"/>
              <a:gd name="connsiteX40738" fmla="*/ 1242727 w 3114960"/>
              <a:gd name="connsiteY40738" fmla="*/ 2130362 h 5143785"/>
              <a:gd name="connsiteX40739" fmla="*/ 1231106 w 3114960"/>
              <a:gd name="connsiteY40739" fmla="*/ 2118741 h 5143785"/>
              <a:gd name="connsiteX40740" fmla="*/ 1266730 w 3114960"/>
              <a:gd name="connsiteY40740" fmla="*/ 2208752 h 5143785"/>
              <a:gd name="connsiteX40741" fmla="*/ 1270635 w 3114960"/>
              <a:gd name="connsiteY40741" fmla="*/ 2212658 h 5143785"/>
              <a:gd name="connsiteX40742" fmla="*/ 1270635 w 3114960"/>
              <a:gd name="connsiteY40742" fmla="*/ 2239613 h 5143785"/>
              <a:gd name="connsiteX40743" fmla="*/ 1266730 w 3114960"/>
              <a:gd name="connsiteY40743" fmla="*/ 2243519 h 5143785"/>
              <a:gd name="connsiteX40744" fmla="*/ 1258919 w 3114960"/>
              <a:gd name="connsiteY40744" fmla="*/ 2243519 h 5143785"/>
              <a:gd name="connsiteX40745" fmla="*/ 1255014 w 3114960"/>
              <a:gd name="connsiteY40745" fmla="*/ 2239613 h 5143785"/>
              <a:gd name="connsiteX40746" fmla="*/ 1255014 w 3114960"/>
              <a:gd name="connsiteY40746" fmla="*/ 2212658 h 5143785"/>
              <a:gd name="connsiteX40747" fmla="*/ 1258919 w 3114960"/>
              <a:gd name="connsiteY40747" fmla="*/ 2208752 h 5143785"/>
              <a:gd name="connsiteX40748" fmla="*/ 1266730 w 3114960"/>
              <a:gd name="connsiteY40748" fmla="*/ 2208752 h 5143785"/>
              <a:gd name="connsiteX40749" fmla="*/ 1231202 w 3114960"/>
              <a:gd name="connsiteY40749" fmla="*/ 2139696 h 5143785"/>
              <a:gd name="connsiteX40750" fmla="*/ 1221962 w 3114960"/>
              <a:gd name="connsiteY40750" fmla="*/ 2130457 h 5143785"/>
              <a:gd name="connsiteX40751" fmla="*/ 1231202 w 3114960"/>
              <a:gd name="connsiteY40751" fmla="*/ 2121218 h 5143785"/>
              <a:gd name="connsiteX40752" fmla="*/ 1240441 w 3114960"/>
              <a:gd name="connsiteY40752" fmla="*/ 2130457 h 5143785"/>
              <a:gd name="connsiteX40753" fmla="*/ 1231202 w 3114960"/>
              <a:gd name="connsiteY40753" fmla="*/ 2139696 h 5143785"/>
              <a:gd name="connsiteX40754" fmla="*/ 1868138 w 3114960"/>
              <a:gd name="connsiteY40754" fmla="*/ 3487960 h 5143785"/>
              <a:gd name="connsiteX40755" fmla="*/ 1880807 w 3114960"/>
              <a:gd name="connsiteY40755" fmla="*/ 3475292 h 5143785"/>
              <a:gd name="connsiteX40756" fmla="*/ 1893475 w 3114960"/>
              <a:gd name="connsiteY40756" fmla="*/ 3487960 h 5143785"/>
              <a:gd name="connsiteX40757" fmla="*/ 1880807 w 3114960"/>
              <a:gd name="connsiteY40757" fmla="*/ 3500628 h 5143785"/>
              <a:gd name="connsiteX40758" fmla="*/ 1868138 w 3114960"/>
              <a:gd name="connsiteY40758" fmla="*/ 3487960 h 5143785"/>
              <a:gd name="connsiteX40759" fmla="*/ 1733741 w 3114960"/>
              <a:gd name="connsiteY40759" fmla="*/ 3556349 h 5143785"/>
              <a:gd name="connsiteX40760" fmla="*/ 1715357 w 3114960"/>
              <a:gd name="connsiteY40760" fmla="*/ 3537776 h 5143785"/>
              <a:gd name="connsiteX40761" fmla="*/ 1552385 w 3114960"/>
              <a:gd name="connsiteY40761" fmla="*/ 3537776 h 5143785"/>
              <a:gd name="connsiteX40762" fmla="*/ 1532192 w 3114960"/>
              <a:gd name="connsiteY40762" fmla="*/ 3557016 h 5143785"/>
              <a:gd name="connsiteX40763" fmla="*/ 1532192 w 3114960"/>
              <a:gd name="connsiteY40763" fmla="*/ 3685032 h 5143785"/>
              <a:gd name="connsiteX40764" fmla="*/ 1528286 w 3114960"/>
              <a:gd name="connsiteY40764" fmla="*/ 3685032 h 5143785"/>
              <a:gd name="connsiteX40765" fmla="*/ 1522762 w 3114960"/>
              <a:gd name="connsiteY40765" fmla="*/ 3690557 h 5143785"/>
              <a:gd name="connsiteX40766" fmla="*/ 1522762 w 3114960"/>
              <a:gd name="connsiteY40766" fmla="*/ 3703034 h 5143785"/>
              <a:gd name="connsiteX40767" fmla="*/ 1528286 w 3114960"/>
              <a:gd name="connsiteY40767" fmla="*/ 3708559 h 5143785"/>
              <a:gd name="connsiteX40768" fmla="*/ 1540764 w 3114960"/>
              <a:gd name="connsiteY40768" fmla="*/ 3708559 h 5143785"/>
              <a:gd name="connsiteX40769" fmla="*/ 1546289 w 3114960"/>
              <a:gd name="connsiteY40769" fmla="*/ 3703034 h 5143785"/>
              <a:gd name="connsiteX40770" fmla="*/ 1546289 w 3114960"/>
              <a:gd name="connsiteY40770" fmla="*/ 3690557 h 5143785"/>
              <a:gd name="connsiteX40771" fmla="*/ 1540764 w 3114960"/>
              <a:gd name="connsiteY40771" fmla="*/ 3685032 h 5143785"/>
              <a:gd name="connsiteX40772" fmla="*/ 1536859 w 3114960"/>
              <a:gd name="connsiteY40772" fmla="*/ 3685032 h 5143785"/>
              <a:gd name="connsiteX40773" fmla="*/ 1536859 w 3114960"/>
              <a:gd name="connsiteY40773" fmla="*/ 3559112 h 5143785"/>
              <a:gd name="connsiteX40774" fmla="*/ 1554194 w 3114960"/>
              <a:gd name="connsiteY40774" fmla="*/ 3542634 h 5143785"/>
              <a:gd name="connsiteX40775" fmla="*/ 1713262 w 3114960"/>
              <a:gd name="connsiteY40775" fmla="*/ 3542634 h 5143785"/>
              <a:gd name="connsiteX40776" fmla="*/ 1731645 w 3114960"/>
              <a:gd name="connsiteY40776" fmla="*/ 3561207 h 5143785"/>
              <a:gd name="connsiteX40777" fmla="*/ 1817370 w 3114960"/>
              <a:gd name="connsiteY40777" fmla="*/ 3561207 h 5143785"/>
              <a:gd name="connsiteX40778" fmla="*/ 1867567 w 3114960"/>
              <a:gd name="connsiteY40778" fmla="*/ 3510058 h 5143785"/>
              <a:gd name="connsiteX40779" fmla="*/ 1884712 w 3114960"/>
              <a:gd name="connsiteY40779" fmla="*/ 3513487 h 5143785"/>
              <a:gd name="connsiteX40780" fmla="*/ 1901666 w 3114960"/>
              <a:gd name="connsiteY40780" fmla="*/ 3503200 h 5143785"/>
              <a:gd name="connsiteX40781" fmla="*/ 1906429 w 3114960"/>
              <a:gd name="connsiteY40781" fmla="*/ 3483959 h 5143785"/>
              <a:gd name="connsiteX40782" fmla="*/ 1896142 w 3114960"/>
              <a:gd name="connsiteY40782" fmla="*/ 3467005 h 5143785"/>
              <a:gd name="connsiteX40783" fmla="*/ 1880902 w 3114960"/>
              <a:gd name="connsiteY40783" fmla="*/ 3461957 h 5143785"/>
              <a:gd name="connsiteX40784" fmla="*/ 1876901 w 3114960"/>
              <a:gd name="connsiteY40784" fmla="*/ 3462242 h 5143785"/>
              <a:gd name="connsiteX40785" fmla="*/ 1859947 w 3114960"/>
              <a:gd name="connsiteY40785" fmla="*/ 3472529 h 5143785"/>
              <a:gd name="connsiteX40786" fmla="*/ 1855184 w 3114960"/>
              <a:gd name="connsiteY40786" fmla="*/ 3491770 h 5143785"/>
              <a:gd name="connsiteX40787" fmla="*/ 1863662 w 3114960"/>
              <a:gd name="connsiteY40787" fmla="*/ 3507105 h 5143785"/>
              <a:gd name="connsiteX40788" fmla="*/ 1815370 w 3114960"/>
              <a:gd name="connsiteY40788" fmla="*/ 3556254 h 5143785"/>
              <a:gd name="connsiteX40789" fmla="*/ 1733645 w 3114960"/>
              <a:gd name="connsiteY40789" fmla="*/ 3556254 h 5143785"/>
              <a:gd name="connsiteX40790" fmla="*/ 1540859 w 3114960"/>
              <a:gd name="connsiteY40790" fmla="*/ 3689795 h 5143785"/>
              <a:gd name="connsiteX40791" fmla="*/ 1541621 w 3114960"/>
              <a:gd name="connsiteY40791" fmla="*/ 3690557 h 5143785"/>
              <a:gd name="connsiteX40792" fmla="*/ 1541621 w 3114960"/>
              <a:gd name="connsiteY40792" fmla="*/ 3703034 h 5143785"/>
              <a:gd name="connsiteX40793" fmla="*/ 1540859 w 3114960"/>
              <a:gd name="connsiteY40793" fmla="*/ 3703796 h 5143785"/>
              <a:gd name="connsiteX40794" fmla="*/ 1528382 w 3114960"/>
              <a:gd name="connsiteY40794" fmla="*/ 3703796 h 5143785"/>
              <a:gd name="connsiteX40795" fmla="*/ 1527620 w 3114960"/>
              <a:gd name="connsiteY40795" fmla="*/ 3703034 h 5143785"/>
              <a:gd name="connsiteX40796" fmla="*/ 1527620 w 3114960"/>
              <a:gd name="connsiteY40796" fmla="*/ 3690557 h 5143785"/>
              <a:gd name="connsiteX40797" fmla="*/ 1528382 w 3114960"/>
              <a:gd name="connsiteY40797" fmla="*/ 3689795 h 5143785"/>
              <a:gd name="connsiteX40798" fmla="*/ 1540859 w 3114960"/>
              <a:gd name="connsiteY40798" fmla="*/ 3689795 h 5143785"/>
              <a:gd name="connsiteX40799" fmla="*/ 1859947 w 3114960"/>
              <a:gd name="connsiteY40799" fmla="*/ 3491103 h 5143785"/>
              <a:gd name="connsiteX40800" fmla="*/ 1863757 w 3114960"/>
              <a:gd name="connsiteY40800" fmla="*/ 3475387 h 5143785"/>
              <a:gd name="connsiteX40801" fmla="*/ 1877568 w 3114960"/>
              <a:gd name="connsiteY40801" fmla="*/ 3467005 h 5143785"/>
              <a:gd name="connsiteX40802" fmla="*/ 1893284 w 3114960"/>
              <a:gd name="connsiteY40802" fmla="*/ 3470815 h 5143785"/>
              <a:gd name="connsiteX40803" fmla="*/ 1901666 w 3114960"/>
              <a:gd name="connsiteY40803" fmla="*/ 3484626 h 5143785"/>
              <a:gd name="connsiteX40804" fmla="*/ 1897856 w 3114960"/>
              <a:gd name="connsiteY40804" fmla="*/ 3500247 h 5143785"/>
              <a:gd name="connsiteX40805" fmla="*/ 1897856 w 3114960"/>
              <a:gd name="connsiteY40805" fmla="*/ 3500247 h 5143785"/>
              <a:gd name="connsiteX40806" fmla="*/ 1884045 w 3114960"/>
              <a:gd name="connsiteY40806" fmla="*/ 3508629 h 5143785"/>
              <a:gd name="connsiteX40807" fmla="*/ 1880807 w 3114960"/>
              <a:gd name="connsiteY40807" fmla="*/ 3508915 h 5143785"/>
              <a:gd name="connsiteX40808" fmla="*/ 1868424 w 3114960"/>
              <a:gd name="connsiteY40808" fmla="*/ 3504819 h 5143785"/>
              <a:gd name="connsiteX40809" fmla="*/ 1860042 w 3114960"/>
              <a:gd name="connsiteY40809" fmla="*/ 3491008 h 5143785"/>
              <a:gd name="connsiteX40810" fmla="*/ 196977 w 3114960"/>
              <a:gd name="connsiteY40810" fmla="*/ 4314539 h 5143785"/>
              <a:gd name="connsiteX40811" fmla="*/ 341567 w 3114960"/>
              <a:gd name="connsiteY40811" fmla="*/ 4190238 h 5143785"/>
              <a:gd name="connsiteX40812" fmla="*/ 349758 w 3114960"/>
              <a:gd name="connsiteY40812" fmla="*/ 4193381 h 5143785"/>
              <a:gd name="connsiteX40813" fmla="*/ 353949 w 3114960"/>
              <a:gd name="connsiteY40813" fmla="*/ 4192715 h 5143785"/>
              <a:gd name="connsiteX40814" fmla="*/ 361188 w 3114960"/>
              <a:gd name="connsiteY40814" fmla="*/ 4186238 h 5143785"/>
              <a:gd name="connsiteX40815" fmla="*/ 361760 w 3114960"/>
              <a:gd name="connsiteY40815" fmla="*/ 4176617 h 5143785"/>
              <a:gd name="connsiteX40816" fmla="*/ 345662 w 3114960"/>
              <a:gd name="connsiteY40816" fmla="*/ 4168807 h 5143785"/>
              <a:gd name="connsiteX40817" fmla="*/ 337947 w 3114960"/>
              <a:gd name="connsiteY40817" fmla="*/ 4184904 h 5143785"/>
              <a:gd name="connsiteX40818" fmla="*/ 338804 w 3114960"/>
              <a:gd name="connsiteY40818" fmla="*/ 4186428 h 5143785"/>
              <a:gd name="connsiteX40819" fmla="*/ 195358 w 3114960"/>
              <a:gd name="connsiteY40819" fmla="*/ 4309777 h 5143785"/>
              <a:gd name="connsiteX40820" fmla="*/ 286 w 3114960"/>
              <a:gd name="connsiteY40820" fmla="*/ 4309968 h 5143785"/>
              <a:gd name="connsiteX40821" fmla="*/ 286 w 3114960"/>
              <a:gd name="connsiteY40821" fmla="*/ 4314730 h 5143785"/>
              <a:gd name="connsiteX40822" fmla="*/ 196310 w 3114960"/>
              <a:gd name="connsiteY40822" fmla="*/ 4314539 h 5143785"/>
              <a:gd name="connsiteX40823" fmla="*/ 197168 w 3114960"/>
              <a:gd name="connsiteY40823" fmla="*/ 4314539 h 5143785"/>
              <a:gd name="connsiteX40824" fmla="*/ 347091 w 3114960"/>
              <a:gd name="connsiteY40824" fmla="*/ 4173284 h 5143785"/>
              <a:gd name="connsiteX40825" fmla="*/ 349663 w 3114960"/>
              <a:gd name="connsiteY40825" fmla="*/ 4172807 h 5143785"/>
              <a:gd name="connsiteX40826" fmla="*/ 353092 w 3114960"/>
              <a:gd name="connsiteY40826" fmla="*/ 4173569 h 5143785"/>
              <a:gd name="connsiteX40827" fmla="*/ 357092 w 3114960"/>
              <a:gd name="connsiteY40827" fmla="*/ 4178046 h 5143785"/>
              <a:gd name="connsiteX40828" fmla="*/ 356711 w 3114960"/>
              <a:gd name="connsiteY40828" fmla="*/ 4184047 h 5143785"/>
              <a:gd name="connsiteX40829" fmla="*/ 352235 w 3114960"/>
              <a:gd name="connsiteY40829" fmla="*/ 4188047 h 5143785"/>
              <a:gd name="connsiteX40830" fmla="*/ 342233 w 3114960"/>
              <a:gd name="connsiteY40830" fmla="*/ 4183190 h 5143785"/>
              <a:gd name="connsiteX40831" fmla="*/ 347091 w 3114960"/>
              <a:gd name="connsiteY40831" fmla="*/ 4173188 h 5143785"/>
              <a:gd name="connsiteX40832" fmla="*/ 348615 w 3114960"/>
              <a:gd name="connsiteY40832" fmla="*/ 2313432 h 5143785"/>
              <a:gd name="connsiteX40833" fmla="*/ 348615 w 3114960"/>
              <a:gd name="connsiteY40833" fmla="*/ 2303621 h 5143785"/>
              <a:gd name="connsiteX40834" fmla="*/ 353378 w 3114960"/>
              <a:gd name="connsiteY40834" fmla="*/ 2303621 h 5143785"/>
              <a:gd name="connsiteX40835" fmla="*/ 353378 w 3114960"/>
              <a:gd name="connsiteY40835" fmla="*/ 2313432 h 5143785"/>
              <a:gd name="connsiteX40836" fmla="*/ 348615 w 3114960"/>
              <a:gd name="connsiteY40836" fmla="*/ 2313432 h 5143785"/>
              <a:gd name="connsiteX40837" fmla="*/ 164973 w 3114960"/>
              <a:gd name="connsiteY40837" fmla="*/ 4278630 h 5143785"/>
              <a:gd name="connsiteX40838" fmla="*/ 309658 w 3114960"/>
              <a:gd name="connsiteY40838" fmla="*/ 4154234 h 5143785"/>
              <a:gd name="connsiteX40839" fmla="*/ 312230 w 3114960"/>
              <a:gd name="connsiteY40839" fmla="*/ 4156234 h 5143785"/>
              <a:gd name="connsiteX40840" fmla="*/ 317754 w 3114960"/>
              <a:gd name="connsiteY40840" fmla="*/ 4157472 h 5143785"/>
              <a:gd name="connsiteX40841" fmla="*/ 321945 w 3114960"/>
              <a:gd name="connsiteY40841" fmla="*/ 4156710 h 5143785"/>
              <a:gd name="connsiteX40842" fmla="*/ 329660 w 3114960"/>
              <a:gd name="connsiteY40842" fmla="*/ 4140613 h 5143785"/>
              <a:gd name="connsiteX40843" fmla="*/ 313563 w 3114960"/>
              <a:gd name="connsiteY40843" fmla="*/ 4132802 h 5143785"/>
              <a:gd name="connsiteX40844" fmla="*/ 306324 w 3114960"/>
              <a:gd name="connsiteY40844" fmla="*/ 4139279 h 5143785"/>
              <a:gd name="connsiteX40845" fmla="*/ 305753 w 3114960"/>
              <a:gd name="connsiteY40845" fmla="*/ 4148900 h 5143785"/>
              <a:gd name="connsiteX40846" fmla="*/ 306610 w 3114960"/>
              <a:gd name="connsiteY40846" fmla="*/ 4150424 h 5143785"/>
              <a:gd name="connsiteX40847" fmla="*/ 163163 w 3114960"/>
              <a:gd name="connsiteY40847" fmla="*/ 4273772 h 5143785"/>
              <a:gd name="connsiteX40848" fmla="*/ 95 w 3114960"/>
              <a:gd name="connsiteY40848" fmla="*/ 4273963 h 5143785"/>
              <a:gd name="connsiteX40849" fmla="*/ 95 w 3114960"/>
              <a:gd name="connsiteY40849" fmla="*/ 4278726 h 5143785"/>
              <a:gd name="connsiteX40850" fmla="*/ 164973 w 3114960"/>
              <a:gd name="connsiteY40850" fmla="*/ 4278535 h 5143785"/>
              <a:gd name="connsiteX40851" fmla="*/ 310610 w 3114960"/>
              <a:gd name="connsiteY40851" fmla="*/ 4141470 h 5143785"/>
              <a:gd name="connsiteX40852" fmla="*/ 315087 w 3114960"/>
              <a:gd name="connsiteY40852" fmla="*/ 4137470 h 5143785"/>
              <a:gd name="connsiteX40853" fmla="*/ 317659 w 3114960"/>
              <a:gd name="connsiteY40853" fmla="*/ 4136993 h 5143785"/>
              <a:gd name="connsiteX40854" fmla="*/ 325088 w 3114960"/>
              <a:gd name="connsiteY40854" fmla="*/ 4142232 h 5143785"/>
              <a:gd name="connsiteX40855" fmla="*/ 320231 w 3114960"/>
              <a:gd name="connsiteY40855" fmla="*/ 4152234 h 5143785"/>
              <a:gd name="connsiteX40856" fmla="*/ 310229 w 3114960"/>
              <a:gd name="connsiteY40856" fmla="*/ 4147376 h 5143785"/>
              <a:gd name="connsiteX40857" fmla="*/ 310610 w 3114960"/>
              <a:gd name="connsiteY40857" fmla="*/ 4141375 h 5143785"/>
              <a:gd name="connsiteX40858" fmla="*/ 1889379 w 3114960"/>
              <a:gd name="connsiteY40858" fmla="*/ 3332321 h 5143785"/>
              <a:gd name="connsiteX40859" fmla="*/ 1890808 w 3114960"/>
              <a:gd name="connsiteY40859" fmla="*/ 3324320 h 5143785"/>
              <a:gd name="connsiteX40860" fmla="*/ 1886141 w 3114960"/>
              <a:gd name="connsiteY40860" fmla="*/ 3317653 h 5143785"/>
              <a:gd name="connsiteX40861" fmla="*/ 1878140 w 3114960"/>
              <a:gd name="connsiteY40861" fmla="*/ 3316224 h 5143785"/>
              <a:gd name="connsiteX40862" fmla="*/ 1871472 w 3114960"/>
              <a:gd name="connsiteY40862" fmla="*/ 3320892 h 5143785"/>
              <a:gd name="connsiteX40863" fmla="*/ 1870043 w 3114960"/>
              <a:gd name="connsiteY40863" fmla="*/ 3328892 h 5143785"/>
              <a:gd name="connsiteX40864" fmla="*/ 1874711 w 3114960"/>
              <a:gd name="connsiteY40864" fmla="*/ 3335560 h 5143785"/>
              <a:gd name="connsiteX40865" fmla="*/ 1878044 w 3114960"/>
              <a:gd name="connsiteY40865" fmla="*/ 3336893 h 5143785"/>
              <a:gd name="connsiteX40866" fmla="*/ 1878044 w 3114960"/>
              <a:gd name="connsiteY40866" fmla="*/ 3428524 h 5143785"/>
              <a:gd name="connsiteX40867" fmla="*/ 1891665 w 3114960"/>
              <a:gd name="connsiteY40867" fmla="*/ 3442621 h 5143785"/>
              <a:gd name="connsiteX40868" fmla="*/ 1918430 w 3114960"/>
              <a:gd name="connsiteY40868" fmla="*/ 3442621 h 5143785"/>
              <a:gd name="connsiteX40869" fmla="*/ 1930432 w 3114960"/>
              <a:gd name="connsiteY40869" fmla="*/ 3428905 h 5143785"/>
              <a:gd name="connsiteX40870" fmla="*/ 1930432 w 3114960"/>
              <a:gd name="connsiteY40870" fmla="*/ 3372422 h 5143785"/>
              <a:gd name="connsiteX40871" fmla="*/ 1932051 w 3114960"/>
              <a:gd name="connsiteY40871" fmla="*/ 3372422 h 5143785"/>
              <a:gd name="connsiteX40872" fmla="*/ 1938909 w 3114960"/>
              <a:gd name="connsiteY40872" fmla="*/ 3365563 h 5143785"/>
              <a:gd name="connsiteX40873" fmla="*/ 1938909 w 3114960"/>
              <a:gd name="connsiteY40873" fmla="*/ 3357467 h 5143785"/>
              <a:gd name="connsiteX40874" fmla="*/ 1932051 w 3114960"/>
              <a:gd name="connsiteY40874" fmla="*/ 3350705 h 5143785"/>
              <a:gd name="connsiteX40875" fmla="*/ 1923955 w 3114960"/>
              <a:gd name="connsiteY40875" fmla="*/ 3350705 h 5143785"/>
              <a:gd name="connsiteX40876" fmla="*/ 1917097 w 3114960"/>
              <a:gd name="connsiteY40876" fmla="*/ 3357467 h 5143785"/>
              <a:gd name="connsiteX40877" fmla="*/ 1917097 w 3114960"/>
              <a:gd name="connsiteY40877" fmla="*/ 3365563 h 5143785"/>
              <a:gd name="connsiteX40878" fmla="*/ 1923955 w 3114960"/>
              <a:gd name="connsiteY40878" fmla="*/ 3372422 h 5143785"/>
              <a:gd name="connsiteX40879" fmla="*/ 1925574 w 3114960"/>
              <a:gd name="connsiteY40879" fmla="*/ 3372422 h 5143785"/>
              <a:gd name="connsiteX40880" fmla="*/ 1925574 w 3114960"/>
              <a:gd name="connsiteY40880" fmla="*/ 3427095 h 5143785"/>
              <a:gd name="connsiteX40881" fmla="*/ 1916144 w 3114960"/>
              <a:gd name="connsiteY40881" fmla="*/ 3437763 h 5143785"/>
              <a:gd name="connsiteX40882" fmla="*/ 1893570 w 3114960"/>
              <a:gd name="connsiteY40882" fmla="*/ 3437763 h 5143785"/>
              <a:gd name="connsiteX40883" fmla="*/ 1882712 w 3114960"/>
              <a:gd name="connsiteY40883" fmla="*/ 3426524 h 5143785"/>
              <a:gd name="connsiteX40884" fmla="*/ 1882712 w 3114960"/>
              <a:gd name="connsiteY40884" fmla="*/ 3336798 h 5143785"/>
              <a:gd name="connsiteX40885" fmla="*/ 1889284 w 3114960"/>
              <a:gd name="connsiteY40885" fmla="*/ 3332131 h 5143785"/>
              <a:gd name="connsiteX40886" fmla="*/ 1923955 w 3114960"/>
              <a:gd name="connsiteY40886" fmla="*/ 3367754 h 5143785"/>
              <a:gd name="connsiteX40887" fmla="*/ 1921859 w 3114960"/>
              <a:gd name="connsiteY40887" fmla="*/ 3365659 h 5143785"/>
              <a:gd name="connsiteX40888" fmla="*/ 1921859 w 3114960"/>
              <a:gd name="connsiteY40888" fmla="*/ 3357563 h 5143785"/>
              <a:gd name="connsiteX40889" fmla="*/ 1923955 w 3114960"/>
              <a:gd name="connsiteY40889" fmla="*/ 3355562 h 5143785"/>
              <a:gd name="connsiteX40890" fmla="*/ 1932051 w 3114960"/>
              <a:gd name="connsiteY40890" fmla="*/ 3355562 h 5143785"/>
              <a:gd name="connsiteX40891" fmla="*/ 1934147 w 3114960"/>
              <a:gd name="connsiteY40891" fmla="*/ 3357563 h 5143785"/>
              <a:gd name="connsiteX40892" fmla="*/ 1934147 w 3114960"/>
              <a:gd name="connsiteY40892" fmla="*/ 3365659 h 5143785"/>
              <a:gd name="connsiteX40893" fmla="*/ 1932051 w 3114960"/>
              <a:gd name="connsiteY40893" fmla="*/ 3367754 h 5143785"/>
              <a:gd name="connsiteX40894" fmla="*/ 1923955 w 3114960"/>
              <a:gd name="connsiteY40894" fmla="*/ 3367754 h 5143785"/>
              <a:gd name="connsiteX40895" fmla="*/ 1881664 w 3114960"/>
              <a:gd name="connsiteY40895" fmla="*/ 3332321 h 5143785"/>
              <a:gd name="connsiteX40896" fmla="*/ 1877282 w 3114960"/>
              <a:gd name="connsiteY40896" fmla="*/ 3331559 h 5143785"/>
              <a:gd name="connsiteX40897" fmla="*/ 1874711 w 3114960"/>
              <a:gd name="connsiteY40897" fmla="*/ 3327845 h 5143785"/>
              <a:gd name="connsiteX40898" fmla="*/ 1875473 w 3114960"/>
              <a:gd name="connsiteY40898" fmla="*/ 3323463 h 5143785"/>
              <a:gd name="connsiteX40899" fmla="*/ 1879187 w 3114960"/>
              <a:gd name="connsiteY40899" fmla="*/ 3320892 h 5143785"/>
              <a:gd name="connsiteX40900" fmla="*/ 1880521 w 3114960"/>
              <a:gd name="connsiteY40900" fmla="*/ 3320701 h 5143785"/>
              <a:gd name="connsiteX40901" fmla="*/ 1883664 w 3114960"/>
              <a:gd name="connsiteY40901" fmla="*/ 3321653 h 5143785"/>
              <a:gd name="connsiteX40902" fmla="*/ 1886236 w 3114960"/>
              <a:gd name="connsiteY40902" fmla="*/ 3325368 h 5143785"/>
              <a:gd name="connsiteX40903" fmla="*/ 1885474 w 3114960"/>
              <a:gd name="connsiteY40903" fmla="*/ 3329750 h 5143785"/>
              <a:gd name="connsiteX40904" fmla="*/ 1881759 w 3114960"/>
              <a:gd name="connsiteY40904" fmla="*/ 3332321 h 5143785"/>
              <a:gd name="connsiteX40905" fmla="*/ 1206246 w 3114960"/>
              <a:gd name="connsiteY40905" fmla="*/ 2165795 h 5143785"/>
              <a:gd name="connsiteX40906" fmla="*/ 1213961 w 3114960"/>
              <a:gd name="connsiteY40906" fmla="*/ 2173510 h 5143785"/>
              <a:gd name="connsiteX40907" fmla="*/ 1221772 w 3114960"/>
              <a:gd name="connsiteY40907" fmla="*/ 2165795 h 5143785"/>
              <a:gd name="connsiteX40908" fmla="*/ 1213961 w 3114960"/>
              <a:gd name="connsiteY40908" fmla="*/ 2158079 h 5143785"/>
              <a:gd name="connsiteX40909" fmla="*/ 1206246 w 3114960"/>
              <a:gd name="connsiteY40909" fmla="*/ 2165795 h 5143785"/>
              <a:gd name="connsiteX40910" fmla="*/ 1219391 w 3114960"/>
              <a:gd name="connsiteY40910" fmla="*/ 2165795 h 5143785"/>
              <a:gd name="connsiteX40911" fmla="*/ 1213961 w 3114960"/>
              <a:gd name="connsiteY40911" fmla="*/ 2171129 h 5143785"/>
              <a:gd name="connsiteX40912" fmla="*/ 1208627 w 3114960"/>
              <a:gd name="connsiteY40912" fmla="*/ 2165795 h 5143785"/>
              <a:gd name="connsiteX40913" fmla="*/ 1213961 w 3114960"/>
              <a:gd name="connsiteY40913" fmla="*/ 2160461 h 5143785"/>
              <a:gd name="connsiteX40914" fmla="*/ 1219391 w 3114960"/>
              <a:gd name="connsiteY40914" fmla="*/ 2165795 h 5143785"/>
              <a:gd name="connsiteX40915" fmla="*/ 1646301 w 3114960"/>
              <a:gd name="connsiteY40915" fmla="*/ 3748183 h 5143785"/>
              <a:gd name="connsiteX40916" fmla="*/ 1646301 w 3114960"/>
              <a:gd name="connsiteY40916" fmla="*/ 3663220 h 5143785"/>
              <a:gd name="connsiteX40917" fmla="*/ 1667732 w 3114960"/>
              <a:gd name="connsiteY40917" fmla="*/ 3639312 h 5143785"/>
              <a:gd name="connsiteX40918" fmla="*/ 1714310 w 3114960"/>
              <a:gd name="connsiteY40918" fmla="*/ 3639312 h 5143785"/>
              <a:gd name="connsiteX40919" fmla="*/ 1727168 w 3114960"/>
              <a:gd name="connsiteY40919" fmla="*/ 3650552 h 5143785"/>
              <a:gd name="connsiteX40920" fmla="*/ 1727740 w 3114960"/>
              <a:gd name="connsiteY40920" fmla="*/ 3650552 h 5143785"/>
              <a:gd name="connsiteX40921" fmla="*/ 1740980 w 3114960"/>
              <a:gd name="connsiteY40921" fmla="*/ 3639312 h 5143785"/>
              <a:gd name="connsiteX40922" fmla="*/ 1871758 w 3114960"/>
              <a:gd name="connsiteY40922" fmla="*/ 3639312 h 5143785"/>
              <a:gd name="connsiteX40923" fmla="*/ 2007203 w 3114960"/>
              <a:gd name="connsiteY40923" fmla="*/ 3490913 h 5143785"/>
              <a:gd name="connsiteX40924" fmla="*/ 2006346 w 3114960"/>
              <a:gd name="connsiteY40924" fmla="*/ 3335084 h 5143785"/>
              <a:gd name="connsiteX40925" fmla="*/ 1992059 w 3114960"/>
              <a:gd name="connsiteY40925" fmla="*/ 3318986 h 5143785"/>
              <a:gd name="connsiteX40926" fmla="*/ 1992059 w 3114960"/>
              <a:gd name="connsiteY40926" fmla="*/ 3292030 h 5143785"/>
              <a:gd name="connsiteX40927" fmla="*/ 2002155 w 3114960"/>
              <a:gd name="connsiteY40927" fmla="*/ 3292030 h 5143785"/>
              <a:gd name="connsiteX40928" fmla="*/ 2008251 w 3114960"/>
              <a:gd name="connsiteY40928" fmla="*/ 3285935 h 5143785"/>
              <a:gd name="connsiteX40929" fmla="*/ 2008251 w 3114960"/>
              <a:gd name="connsiteY40929" fmla="*/ 3280315 h 5143785"/>
              <a:gd name="connsiteX40930" fmla="*/ 2002155 w 3114960"/>
              <a:gd name="connsiteY40930" fmla="*/ 3274219 h 5143785"/>
              <a:gd name="connsiteX40931" fmla="*/ 1980533 w 3114960"/>
              <a:gd name="connsiteY40931" fmla="*/ 3274219 h 5143785"/>
              <a:gd name="connsiteX40932" fmla="*/ 1974437 w 3114960"/>
              <a:gd name="connsiteY40932" fmla="*/ 3280315 h 5143785"/>
              <a:gd name="connsiteX40933" fmla="*/ 1974437 w 3114960"/>
              <a:gd name="connsiteY40933" fmla="*/ 3285935 h 5143785"/>
              <a:gd name="connsiteX40934" fmla="*/ 1980533 w 3114960"/>
              <a:gd name="connsiteY40934" fmla="*/ 3292030 h 5143785"/>
              <a:gd name="connsiteX40935" fmla="*/ 1987296 w 3114960"/>
              <a:gd name="connsiteY40935" fmla="*/ 3292030 h 5143785"/>
              <a:gd name="connsiteX40936" fmla="*/ 1987296 w 3114960"/>
              <a:gd name="connsiteY40936" fmla="*/ 3320796 h 5143785"/>
              <a:gd name="connsiteX40937" fmla="*/ 2001679 w 3114960"/>
              <a:gd name="connsiteY40937" fmla="*/ 3336893 h 5143785"/>
              <a:gd name="connsiteX40938" fmla="*/ 2002536 w 3114960"/>
              <a:gd name="connsiteY40938" fmla="*/ 3489008 h 5143785"/>
              <a:gd name="connsiteX40939" fmla="*/ 1869757 w 3114960"/>
              <a:gd name="connsiteY40939" fmla="*/ 3634550 h 5143785"/>
              <a:gd name="connsiteX40940" fmla="*/ 1741075 w 3114960"/>
              <a:gd name="connsiteY40940" fmla="*/ 3634550 h 5143785"/>
              <a:gd name="connsiteX40941" fmla="*/ 1737932 w 3114960"/>
              <a:gd name="connsiteY40941" fmla="*/ 3627692 h 5143785"/>
              <a:gd name="connsiteX40942" fmla="*/ 1728502 w 3114960"/>
              <a:gd name="connsiteY40942" fmla="*/ 3623310 h 5143785"/>
              <a:gd name="connsiteX40943" fmla="*/ 1718691 w 3114960"/>
              <a:gd name="connsiteY40943" fmla="*/ 3626930 h 5143785"/>
              <a:gd name="connsiteX40944" fmla="*/ 1714691 w 3114960"/>
              <a:gd name="connsiteY40944" fmla="*/ 3634645 h 5143785"/>
              <a:gd name="connsiteX40945" fmla="*/ 1665732 w 3114960"/>
              <a:gd name="connsiteY40945" fmla="*/ 3634645 h 5143785"/>
              <a:gd name="connsiteX40946" fmla="*/ 1641824 w 3114960"/>
              <a:gd name="connsiteY40946" fmla="*/ 3661505 h 5143785"/>
              <a:gd name="connsiteX40947" fmla="*/ 1641824 w 3114960"/>
              <a:gd name="connsiteY40947" fmla="*/ 3746183 h 5143785"/>
              <a:gd name="connsiteX40948" fmla="*/ 1588103 w 3114960"/>
              <a:gd name="connsiteY40948" fmla="*/ 3793236 h 5143785"/>
              <a:gd name="connsiteX40949" fmla="*/ 1584389 w 3114960"/>
              <a:gd name="connsiteY40949" fmla="*/ 3791807 h 5143785"/>
              <a:gd name="connsiteX40950" fmla="*/ 1564100 w 3114960"/>
              <a:gd name="connsiteY40950" fmla="*/ 3791807 h 5143785"/>
              <a:gd name="connsiteX40951" fmla="*/ 1558100 w 3114960"/>
              <a:gd name="connsiteY40951" fmla="*/ 3797808 h 5143785"/>
              <a:gd name="connsiteX40952" fmla="*/ 1558100 w 3114960"/>
              <a:gd name="connsiteY40952" fmla="*/ 3805428 h 5143785"/>
              <a:gd name="connsiteX40953" fmla="*/ 1558766 w 3114960"/>
              <a:gd name="connsiteY40953" fmla="*/ 3808000 h 5143785"/>
              <a:gd name="connsiteX40954" fmla="*/ 1497806 w 3114960"/>
              <a:gd name="connsiteY40954" fmla="*/ 3863817 h 5143785"/>
              <a:gd name="connsiteX40955" fmla="*/ 1497521 w 3114960"/>
              <a:gd name="connsiteY40955" fmla="*/ 3943541 h 5143785"/>
              <a:gd name="connsiteX40956" fmla="*/ 1495044 w 3114960"/>
              <a:gd name="connsiteY40956" fmla="*/ 3944112 h 5143785"/>
              <a:gd name="connsiteX40957" fmla="*/ 1488853 w 3114960"/>
              <a:gd name="connsiteY40957" fmla="*/ 3950684 h 5143785"/>
              <a:gd name="connsiteX40958" fmla="*/ 1489139 w 3114960"/>
              <a:gd name="connsiteY40958" fmla="*/ 3959733 h 5143785"/>
              <a:gd name="connsiteX40959" fmla="*/ 1495806 w 3114960"/>
              <a:gd name="connsiteY40959" fmla="*/ 3965924 h 5143785"/>
              <a:gd name="connsiteX40960" fmla="*/ 1499997 w 3114960"/>
              <a:gd name="connsiteY40960" fmla="*/ 3966686 h 5143785"/>
              <a:gd name="connsiteX40961" fmla="*/ 1504855 w 3114960"/>
              <a:gd name="connsiteY40961" fmla="*/ 3965638 h 5143785"/>
              <a:gd name="connsiteX40962" fmla="*/ 1511046 w 3114960"/>
              <a:gd name="connsiteY40962" fmla="*/ 3959067 h 5143785"/>
              <a:gd name="connsiteX40963" fmla="*/ 1510760 w 3114960"/>
              <a:gd name="connsiteY40963" fmla="*/ 3950018 h 5143785"/>
              <a:gd name="connsiteX40964" fmla="*/ 1504188 w 3114960"/>
              <a:gd name="connsiteY40964" fmla="*/ 3943826 h 5143785"/>
              <a:gd name="connsiteX40965" fmla="*/ 1502378 w 3114960"/>
              <a:gd name="connsiteY40965" fmla="*/ 3943541 h 5143785"/>
              <a:gd name="connsiteX40966" fmla="*/ 1502664 w 3114960"/>
              <a:gd name="connsiteY40966" fmla="*/ 3865912 h 5143785"/>
              <a:gd name="connsiteX40967" fmla="*/ 1562576 w 3114960"/>
              <a:gd name="connsiteY40967" fmla="*/ 3811048 h 5143785"/>
              <a:gd name="connsiteX40968" fmla="*/ 1564291 w 3114960"/>
              <a:gd name="connsiteY40968" fmla="*/ 3811429 h 5143785"/>
              <a:gd name="connsiteX40969" fmla="*/ 1584579 w 3114960"/>
              <a:gd name="connsiteY40969" fmla="*/ 3811429 h 5143785"/>
              <a:gd name="connsiteX40970" fmla="*/ 1590580 w 3114960"/>
              <a:gd name="connsiteY40970" fmla="*/ 3805428 h 5143785"/>
              <a:gd name="connsiteX40971" fmla="*/ 1590580 w 3114960"/>
              <a:gd name="connsiteY40971" fmla="*/ 3797808 h 5143785"/>
              <a:gd name="connsiteX40972" fmla="*/ 1590485 w 3114960"/>
              <a:gd name="connsiteY40972" fmla="*/ 3797142 h 5143785"/>
              <a:gd name="connsiteX40973" fmla="*/ 1590770 w 3114960"/>
              <a:gd name="connsiteY40973" fmla="*/ 3797427 h 5143785"/>
              <a:gd name="connsiteX40974" fmla="*/ 1646682 w 3114960"/>
              <a:gd name="connsiteY40974" fmla="*/ 3748278 h 5143785"/>
              <a:gd name="connsiteX40975" fmla="*/ 1980533 w 3114960"/>
              <a:gd name="connsiteY40975" fmla="*/ 3287268 h 5143785"/>
              <a:gd name="connsiteX40976" fmla="*/ 1979200 w 3114960"/>
              <a:gd name="connsiteY40976" fmla="*/ 3285935 h 5143785"/>
              <a:gd name="connsiteX40977" fmla="*/ 1979200 w 3114960"/>
              <a:gd name="connsiteY40977" fmla="*/ 3280315 h 5143785"/>
              <a:gd name="connsiteX40978" fmla="*/ 1980533 w 3114960"/>
              <a:gd name="connsiteY40978" fmla="*/ 3278981 h 5143785"/>
              <a:gd name="connsiteX40979" fmla="*/ 2002155 w 3114960"/>
              <a:gd name="connsiteY40979" fmla="*/ 3278981 h 5143785"/>
              <a:gd name="connsiteX40980" fmla="*/ 2003489 w 3114960"/>
              <a:gd name="connsiteY40980" fmla="*/ 3280315 h 5143785"/>
              <a:gd name="connsiteX40981" fmla="*/ 2003489 w 3114960"/>
              <a:gd name="connsiteY40981" fmla="*/ 3285935 h 5143785"/>
              <a:gd name="connsiteX40982" fmla="*/ 2002155 w 3114960"/>
              <a:gd name="connsiteY40982" fmla="*/ 3287268 h 5143785"/>
              <a:gd name="connsiteX40983" fmla="*/ 1980533 w 3114960"/>
              <a:gd name="connsiteY40983" fmla="*/ 3287268 h 5143785"/>
              <a:gd name="connsiteX40984" fmla="*/ 1721834 w 3114960"/>
              <a:gd name="connsiteY40984" fmla="*/ 3630359 h 5143785"/>
              <a:gd name="connsiteX40985" fmla="*/ 1727835 w 3114960"/>
              <a:gd name="connsiteY40985" fmla="*/ 3627977 h 5143785"/>
              <a:gd name="connsiteX40986" fmla="*/ 1728216 w 3114960"/>
              <a:gd name="connsiteY40986" fmla="*/ 3627977 h 5143785"/>
              <a:gd name="connsiteX40987" fmla="*/ 1734407 w 3114960"/>
              <a:gd name="connsiteY40987" fmla="*/ 3630835 h 5143785"/>
              <a:gd name="connsiteX40988" fmla="*/ 1736693 w 3114960"/>
              <a:gd name="connsiteY40988" fmla="*/ 3637217 h 5143785"/>
              <a:gd name="connsiteX40989" fmla="*/ 1727454 w 3114960"/>
              <a:gd name="connsiteY40989" fmla="*/ 3645694 h 5143785"/>
              <a:gd name="connsiteX40990" fmla="*/ 1718977 w 3114960"/>
              <a:gd name="connsiteY40990" fmla="*/ 3636455 h 5143785"/>
              <a:gd name="connsiteX40991" fmla="*/ 1721834 w 3114960"/>
              <a:gd name="connsiteY40991" fmla="*/ 3630263 h 5143785"/>
              <a:gd name="connsiteX40992" fmla="*/ 1502283 w 3114960"/>
              <a:gd name="connsiteY40992" fmla="*/ 3948303 h 5143785"/>
              <a:gd name="connsiteX40993" fmla="*/ 1506188 w 3114960"/>
              <a:gd name="connsiteY40993" fmla="*/ 3952018 h 5143785"/>
              <a:gd name="connsiteX40994" fmla="*/ 1506379 w 3114960"/>
              <a:gd name="connsiteY40994" fmla="*/ 3957447 h 5143785"/>
              <a:gd name="connsiteX40995" fmla="*/ 1502664 w 3114960"/>
              <a:gd name="connsiteY40995" fmla="*/ 3961448 h 5143785"/>
              <a:gd name="connsiteX40996" fmla="*/ 1497235 w 3114960"/>
              <a:gd name="connsiteY40996" fmla="*/ 3961638 h 5143785"/>
              <a:gd name="connsiteX40997" fmla="*/ 1493234 w 3114960"/>
              <a:gd name="connsiteY40997" fmla="*/ 3957923 h 5143785"/>
              <a:gd name="connsiteX40998" fmla="*/ 1493044 w 3114960"/>
              <a:gd name="connsiteY40998" fmla="*/ 3952494 h 5143785"/>
              <a:gd name="connsiteX40999" fmla="*/ 1496759 w 3114960"/>
              <a:gd name="connsiteY40999" fmla="*/ 3948589 h 5143785"/>
              <a:gd name="connsiteX41000" fmla="*/ 1502188 w 3114960"/>
              <a:gd name="connsiteY41000" fmla="*/ 3948398 h 5143785"/>
              <a:gd name="connsiteX41001" fmla="*/ 1585532 w 3114960"/>
              <a:gd name="connsiteY41001" fmla="*/ 3805333 h 5143785"/>
              <a:gd name="connsiteX41002" fmla="*/ 1584293 w 3114960"/>
              <a:gd name="connsiteY41002" fmla="*/ 3806571 h 5143785"/>
              <a:gd name="connsiteX41003" fmla="*/ 1564005 w 3114960"/>
              <a:gd name="connsiteY41003" fmla="*/ 3806571 h 5143785"/>
              <a:gd name="connsiteX41004" fmla="*/ 1562767 w 3114960"/>
              <a:gd name="connsiteY41004" fmla="*/ 3805333 h 5143785"/>
              <a:gd name="connsiteX41005" fmla="*/ 1562767 w 3114960"/>
              <a:gd name="connsiteY41005" fmla="*/ 3797713 h 5143785"/>
              <a:gd name="connsiteX41006" fmla="*/ 1564005 w 3114960"/>
              <a:gd name="connsiteY41006" fmla="*/ 3796475 h 5143785"/>
              <a:gd name="connsiteX41007" fmla="*/ 1584293 w 3114960"/>
              <a:gd name="connsiteY41007" fmla="*/ 3796475 h 5143785"/>
              <a:gd name="connsiteX41008" fmla="*/ 1585532 w 3114960"/>
              <a:gd name="connsiteY41008" fmla="*/ 3797713 h 5143785"/>
              <a:gd name="connsiteX41009" fmla="*/ 1585532 w 3114960"/>
              <a:gd name="connsiteY41009" fmla="*/ 3805333 h 5143785"/>
              <a:gd name="connsiteX41010" fmla="*/ 1044512 w 3114960"/>
              <a:gd name="connsiteY41010" fmla="*/ 3194018 h 5143785"/>
              <a:gd name="connsiteX41011" fmla="*/ 979265 w 3114960"/>
              <a:gd name="connsiteY41011" fmla="*/ 3193733 h 5143785"/>
              <a:gd name="connsiteX41012" fmla="*/ 973550 w 3114960"/>
              <a:gd name="connsiteY41012" fmla="*/ 3183350 h 5143785"/>
              <a:gd name="connsiteX41013" fmla="*/ 953548 w 3114960"/>
              <a:gd name="connsiteY41013" fmla="*/ 3186398 h 5143785"/>
              <a:gd name="connsiteX41014" fmla="*/ 951071 w 3114960"/>
              <a:gd name="connsiteY41014" fmla="*/ 3192494 h 5143785"/>
              <a:gd name="connsiteX41015" fmla="*/ 528447 w 3114960"/>
              <a:gd name="connsiteY41015" fmla="*/ 3192494 h 5143785"/>
              <a:gd name="connsiteX41016" fmla="*/ 480536 w 3114960"/>
              <a:gd name="connsiteY41016" fmla="*/ 3138773 h 5143785"/>
              <a:gd name="connsiteX41017" fmla="*/ 480536 w 3114960"/>
              <a:gd name="connsiteY41017" fmla="*/ 3030379 h 5143785"/>
              <a:gd name="connsiteX41018" fmla="*/ 485394 w 3114960"/>
              <a:gd name="connsiteY41018" fmla="*/ 3030379 h 5143785"/>
              <a:gd name="connsiteX41019" fmla="*/ 492252 w 3114960"/>
              <a:gd name="connsiteY41019" fmla="*/ 3023521 h 5143785"/>
              <a:gd name="connsiteX41020" fmla="*/ 492252 w 3114960"/>
              <a:gd name="connsiteY41020" fmla="*/ 3009138 h 5143785"/>
              <a:gd name="connsiteX41021" fmla="*/ 485394 w 3114960"/>
              <a:gd name="connsiteY41021" fmla="*/ 3002280 h 5143785"/>
              <a:gd name="connsiteX41022" fmla="*/ 480536 w 3114960"/>
              <a:gd name="connsiteY41022" fmla="*/ 3002280 h 5143785"/>
              <a:gd name="connsiteX41023" fmla="*/ 480536 w 3114960"/>
              <a:gd name="connsiteY41023" fmla="*/ 2963228 h 5143785"/>
              <a:gd name="connsiteX41024" fmla="*/ 385096 w 3114960"/>
              <a:gd name="connsiteY41024" fmla="*/ 2869121 h 5143785"/>
              <a:gd name="connsiteX41025" fmla="*/ 383762 w 3114960"/>
              <a:gd name="connsiteY41025" fmla="*/ 2859881 h 5143785"/>
              <a:gd name="connsiteX41026" fmla="*/ 370808 w 3114960"/>
              <a:gd name="connsiteY41026" fmla="*/ 2858738 h 5143785"/>
              <a:gd name="connsiteX41027" fmla="*/ 369665 w 3114960"/>
              <a:gd name="connsiteY41027" fmla="*/ 2871692 h 5143785"/>
              <a:gd name="connsiteX41028" fmla="*/ 382334 w 3114960"/>
              <a:gd name="connsiteY41028" fmla="*/ 2873026 h 5143785"/>
              <a:gd name="connsiteX41029" fmla="*/ 475869 w 3114960"/>
              <a:gd name="connsiteY41029" fmla="*/ 2965228 h 5143785"/>
              <a:gd name="connsiteX41030" fmla="*/ 475869 w 3114960"/>
              <a:gd name="connsiteY41030" fmla="*/ 3002280 h 5143785"/>
              <a:gd name="connsiteX41031" fmla="*/ 471011 w 3114960"/>
              <a:gd name="connsiteY41031" fmla="*/ 3002280 h 5143785"/>
              <a:gd name="connsiteX41032" fmla="*/ 464153 w 3114960"/>
              <a:gd name="connsiteY41032" fmla="*/ 3009138 h 5143785"/>
              <a:gd name="connsiteX41033" fmla="*/ 464153 w 3114960"/>
              <a:gd name="connsiteY41033" fmla="*/ 3023521 h 5143785"/>
              <a:gd name="connsiteX41034" fmla="*/ 471011 w 3114960"/>
              <a:gd name="connsiteY41034" fmla="*/ 3030379 h 5143785"/>
              <a:gd name="connsiteX41035" fmla="*/ 475869 w 3114960"/>
              <a:gd name="connsiteY41035" fmla="*/ 3030379 h 5143785"/>
              <a:gd name="connsiteX41036" fmla="*/ 475869 w 3114960"/>
              <a:gd name="connsiteY41036" fmla="*/ 3140678 h 5143785"/>
              <a:gd name="connsiteX41037" fmla="*/ 526447 w 3114960"/>
              <a:gd name="connsiteY41037" fmla="*/ 3197352 h 5143785"/>
              <a:gd name="connsiteX41038" fmla="*/ 951167 w 3114960"/>
              <a:gd name="connsiteY41038" fmla="*/ 3197352 h 5143785"/>
              <a:gd name="connsiteX41039" fmla="*/ 956786 w 3114960"/>
              <a:gd name="connsiteY41039" fmla="*/ 3206496 h 5143785"/>
              <a:gd name="connsiteX41040" fmla="*/ 976789 w 3114960"/>
              <a:gd name="connsiteY41040" fmla="*/ 3203448 h 5143785"/>
              <a:gd name="connsiteX41041" fmla="*/ 979361 w 3114960"/>
              <a:gd name="connsiteY41041" fmla="*/ 3196209 h 5143785"/>
              <a:gd name="connsiteX41042" fmla="*/ 1045083 w 3114960"/>
              <a:gd name="connsiteY41042" fmla="*/ 3196495 h 5143785"/>
              <a:gd name="connsiteX41043" fmla="*/ 1045464 w 3114960"/>
              <a:gd name="connsiteY41043" fmla="*/ 3196495 h 5143785"/>
              <a:gd name="connsiteX41044" fmla="*/ 1151763 w 3114960"/>
              <a:gd name="connsiteY41044" fmla="*/ 3112008 h 5143785"/>
              <a:gd name="connsiteX41045" fmla="*/ 1151763 w 3114960"/>
              <a:gd name="connsiteY41045" fmla="*/ 3111818 h 5143785"/>
              <a:gd name="connsiteX41046" fmla="*/ 1155383 w 3114960"/>
              <a:gd name="connsiteY41046" fmla="*/ 3111818 h 5143785"/>
              <a:gd name="connsiteX41047" fmla="*/ 1156240 w 3114960"/>
              <a:gd name="connsiteY41047" fmla="*/ 3107150 h 5143785"/>
              <a:gd name="connsiteX41048" fmla="*/ 1151573 w 3114960"/>
              <a:gd name="connsiteY41048" fmla="*/ 3106293 h 5143785"/>
              <a:gd name="connsiteX41049" fmla="*/ 1150430 w 3114960"/>
              <a:gd name="connsiteY41049" fmla="*/ 3110389 h 5143785"/>
              <a:gd name="connsiteX41050" fmla="*/ 1150239 w 3114960"/>
              <a:gd name="connsiteY41050" fmla="*/ 3110198 h 5143785"/>
              <a:gd name="connsiteX41051" fmla="*/ 1044607 w 3114960"/>
              <a:gd name="connsiteY41051" fmla="*/ 3194209 h 5143785"/>
              <a:gd name="connsiteX41052" fmla="*/ 470916 w 3114960"/>
              <a:gd name="connsiteY41052" fmla="*/ 3025712 h 5143785"/>
              <a:gd name="connsiteX41053" fmla="*/ 468821 w 3114960"/>
              <a:gd name="connsiteY41053" fmla="*/ 3023616 h 5143785"/>
              <a:gd name="connsiteX41054" fmla="*/ 468821 w 3114960"/>
              <a:gd name="connsiteY41054" fmla="*/ 3009234 h 5143785"/>
              <a:gd name="connsiteX41055" fmla="*/ 470916 w 3114960"/>
              <a:gd name="connsiteY41055" fmla="*/ 3007138 h 5143785"/>
              <a:gd name="connsiteX41056" fmla="*/ 485299 w 3114960"/>
              <a:gd name="connsiteY41056" fmla="*/ 3007138 h 5143785"/>
              <a:gd name="connsiteX41057" fmla="*/ 487394 w 3114960"/>
              <a:gd name="connsiteY41057" fmla="*/ 3009234 h 5143785"/>
              <a:gd name="connsiteX41058" fmla="*/ 487394 w 3114960"/>
              <a:gd name="connsiteY41058" fmla="*/ 3023616 h 5143785"/>
              <a:gd name="connsiteX41059" fmla="*/ 485299 w 3114960"/>
              <a:gd name="connsiteY41059" fmla="*/ 3025712 h 5143785"/>
              <a:gd name="connsiteX41060" fmla="*/ 470916 w 3114960"/>
              <a:gd name="connsiteY41060" fmla="*/ 3025712 h 5143785"/>
              <a:gd name="connsiteX41061" fmla="*/ 974503 w 3114960"/>
              <a:gd name="connsiteY41061" fmla="*/ 3201924 h 5143785"/>
              <a:gd name="connsiteX41062" fmla="*/ 966883 w 3114960"/>
              <a:gd name="connsiteY41062" fmla="*/ 3206592 h 5143785"/>
              <a:gd name="connsiteX41063" fmla="*/ 958215 w 3114960"/>
              <a:gd name="connsiteY41063" fmla="*/ 3204496 h 5143785"/>
              <a:gd name="connsiteX41064" fmla="*/ 953548 w 3114960"/>
              <a:gd name="connsiteY41064" fmla="*/ 3196876 h 5143785"/>
              <a:gd name="connsiteX41065" fmla="*/ 953452 w 3114960"/>
              <a:gd name="connsiteY41065" fmla="*/ 3195066 h 5143785"/>
              <a:gd name="connsiteX41066" fmla="*/ 955739 w 3114960"/>
              <a:gd name="connsiteY41066" fmla="*/ 3188208 h 5143785"/>
              <a:gd name="connsiteX41067" fmla="*/ 972122 w 3114960"/>
              <a:gd name="connsiteY41067" fmla="*/ 3185732 h 5143785"/>
              <a:gd name="connsiteX41068" fmla="*/ 974598 w 3114960"/>
              <a:gd name="connsiteY41068" fmla="*/ 3202115 h 5143785"/>
              <a:gd name="connsiteX41069" fmla="*/ 972122 w 3114960"/>
              <a:gd name="connsiteY41069" fmla="*/ 3194971 h 5143785"/>
              <a:gd name="connsiteX41070" fmla="*/ 965073 w 3114960"/>
              <a:gd name="connsiteY41070" fmla="*/ 3202019 h 5143785"/>
              <a:gd name="connsiteX41071" fmla="*/ 958025 w 3114960"/>
              <a:gd name="connsiteY41071" fmla="*/ 3194971 h 5143785"/>
              <a:gd name="connsiteX41072" fmla="*/ 965073 w 3114960"/>
              <a:gd name="connsiteY41072" fmla="*/ 3187922 h 5143785"/>
              <a:gd name="connsiteX41073" fmla="*/ 972122 w 3114960"/>
              <a:gd name="connsiteY41073" fmla="*/ 3194971 h 5143785"/>
              <a:gd name="connsiteX41074" fmla="*/ 268415 w 3114960"/>
              <a:gd name="connsiteY41074" fmla="*/ 3191066 h 5143785"/>
              <a:gd name="connsiteX41075" fmla="*/ 268415 w 3114960"/>
              <a:gd name="connsiteY41075" fmla="*/ 3172301 h 5143785"/>
              <a:gd name="connsiteX41076" fmla="*/ 272225 w 3114960"/>
              <a:gd name="connsiteY41076" fmla="*/ 3168492 h 5143785"/>
              <a:gd name="connsiteX41077" fmla="*/ 290989 w 3114960"/>
              <a:gd name="connsiteY41077" fmla="*/ 3168492 h 5143785"/>
              <a:gd name="connsiteX41078" fmla="*/ 294799 w 3114960"/>
              <a:gd name="connsiteY41078" fmla="*/ 3172301 h 5143785"/>
              <a:gd name="connsiteX41079" fmla="*/ 294799 w 3114960"/>
              <a:gd name="connsiteY41079" fmla="*/ 3191066 h 5143785"/>
              <a:gd name="connsiteX41080" fmla="*/ 290989 w 3114960"/>
              <a:gd name="connsiteY41080" fmla="*/ 3194876 h 5143785"/>
              <a:gd name="connsiteX41081" fmla="*/ 272225 w 3114960"/>
              <a:gd name="connsiteY41081" fmla="*/ 3194876 h 5143785"/>
              <a:gd name="connsiteX41082" fmla="*/ 268415 w 3114960"/>
              <a:gd name="connsiteY41082" fmla="*/ 3191066 h 5143785"/>
              <a:gd name="connsiteX41083" fmla="*/ 997553 w 3114960"/>
              <a:gd name="connsiteY41083" fmla="*/ 3226022 h 5143785"/>
              <a:gd name="connsiteX41084" fmla="*/ 990505 w 3114960"/>
              <a:gd name="connsiteY41084" fmla="*/ 3233071 h 5143785"/>
              <a:gd name="connsiteX41085" fmla="*/ 983456 w 3114960"/>
              <a:gd name="connsiteY41085" fmla="*/ 3226022 h 5143785"/>
              <a:gd name="connsiteX41086" fmla="*/ 990505 w 3114960"/>
              <a:gd name="connsiteY41086" fmla="*/ 3218974 h 5143785"/>
              <a:gd name="connsiteX41087" fmla="*/ 997553 w 3114960"/>
              <a:gd name="connsiteY41087" fmla="*/ 3226022 h 5143785"/>
              <a:gd name="connsiteX41088" fmla="*/ 895350 w 3114960"/>
              <a:gd name="connsiteY41088" fmla="*/ 3228404 h 5143785"/>
              <a:gd name="connsiteX41089" fmla="*/ 895350 w 3114960"/>
              <a:gd name="connsiteY41089" fmla="*/ 3223641 h 5143785"/>
              <a:gd name="connsiteX41090" fmla="*/ 913352 w 3114960"/>
              <a:gd name="connsiteY41090" fmla="*/ 3223641 h 5143785"/>
              <a:gd name="connsiteX41091" fmla="*/ 913352 w 3114960"/>
              <a:gd name="connsiteY41091" fmla="*/ 3228404 h 5143785"/>
              <a:gd name="connsiteX41092" fmla="*/ 895350 w 3114960"/>
              <a:gd name="connsiteY41092" fmla="*/ 3228404 h 5143785"/>
              <a:gd name="connsiteX41093" fmla="*/ 999077 w 3114960"/>
              <a:gd name="connsiteY41093" fmla="*/ 3214402 h 5143785"/>
              <a:gd name="connsiteX41094" fmla="*/ 979075 w 3114960"/>
              <a:gd name="connsiteY41094" fmla="*/ 3217450 h 5143785"/>
              <a:gd name="connsiteX41095" fmla="*/ 976598 w 3114960"/>
              <a:gd name="connsiteY41095" fmla="*/ 3223546 h 5143785"/>
              <a:gd name="connsiteX41096" fmla="*/ 967359 w 3114960"/>
              <a:gd name="connsiteY41096" fmla="*/ 3223546 h 5143785"/>
              <a:gd name="connsiteX41097" fmla="*/ 967359 w 3114960"/>
              <a:gd name="connsiteY41097" fmla="*/ 3228309 h 5143785"/>
              <a:gd name="connsiteX41098" fmla="*/ 976503 w 3114960"/>
              <a:gd name="connsiteY41098" fmla="*/ 3228309 h 5143785"/>
              <a:gd name="connsiteX41099" fmla="*/ 982123 w 3114960"/>
              <a:gd name="connsiteY41099" fmla="*/ 3237452 h 5143785"/>
              <a:gd name="connsiteX41100" fmla="*/ 1002125 w 3114960"/>
              <a:gd name="connsiteY41100" fmla="*/ 3234404 h 5143785"/>
              <a:gd name="connsiteX41101" fmla="*/ 1004888 w 3114960"/>
              <a:gd name="connsiteY41101" fmla="*/ 3225927 h 5143785"/>
              <a:gd name="connsiteX41102" fmla="*/ 1004888 w 3114960"/>
              <a:gd name="connsiteY41102" fmla="*/ 3227070 h 5143785"/>
              <a:gd name="connsiteX41103" fmla="*/ 1053656 w 3114960"/>
              <a:gd name="connsiteY41103" fmla="*/ 3226880 h 5143785"/>
              <a:gd name="connsiteX41104" fmla="*/ 1054037 w 3114960"/>
              <a:gd name="connsiteY41104" fmla="*/ 3226880 h 5143785"/>
              <a:gd name="connsiteX41105" fmla="*/ 1154335 w 3114960"/>
              <a:gd name="connsiteY41105" fmla="*/ 3150584 h 5143785"/>
              <a:gd name="connsiteX41106" fmla="*/ 1155573 w 3114960"/>
              <a:gd name="connsiteY41106" fmla="*/ 3150870 h 5143785"/>
              <a:gd name="connsiteX41107" fmla="*/ 1159002 w 3114960"/>
              <a:gd name="connsiteY41107" fmla="*/ 3147632 h 5143785"/>
              <a:gd name="connsiteX41108" fmla="*/ 1155764 w 3114960"/>
              <a:gd name="connsiteY41108" fmla="*/ 3144203 h 5143785"/>
              <a:gd name="connsiteX41109" fmla="*/ 1152335 w 3114960"/>
              <a:gd name="connsiteY41109" fmla="*/ 3147441 h 5143785"/>
              <a:gd name="connsiteX41110" fmla="*/ 1152716 w 3114960"/>
              <a:gd name="connsiteY41110" fmla="*/ 3148965 h 5143785"/>
              <a:gd name="connsiteX41111" fmla="*/ 1053275 w 3114960"/>
              <a:gd name="connsiteY41111" fmla="*/ 3224594 h 5143785"/>
              <a:gd name="connsiteX41112" fmla="*/ 1004888 w 3114960"/>
              <a:gd name="connsiteY41112" fmla="*/ 3224784 h 5143785"/>
              <a:gd name="connsiteX41113" fmla="*/ 1004888 w 3114960"/>
              <a:gd name="connsiteY41113" fmla="*/ 3225927 h 5143785"/>
              <a:gd name="connsiteX41114" fmla="*/ 999077 w 3114960"/>
              <a:gd name="connsiteY41114" fmla="*/ 3214402 h 5143785"/>
              <a:gd name="connsiteX41115" fmla="*/ 1000030 w 3114960"/>
              <a:gd name="connsiteY41115" fmla="*/ 3232880 h 5143785"/>
              <a:gd name="connsiteX41116" fmla="*/ 992410 w 3114960"/>
              <a:gd name="connsiteY41116" fmla="*/ 3237548 h 5143785"/>
              <a:gd name="connsiteX41117" fmla="*/ 983742 w 3114960"/>
              <a:gd name="connsiteY41117" fmla="*/ 3235452 h 5143785"/>
              <a:gd name="connsiteX41118" fmla="*/ 979075 w 3114960"/>
              <a:gd name="connsiteY41118" fmla="*/ 3227832 h 5143785"/>
              <a:gd name="connsiteX41119" fmla="*/ 978979 w 3114960"/>
              <a:gd name="connsiteY41119" fmla="*/ 3226022 h 5143785"/>
              <a:gd name="connsiteX41120" fmla="*/ 981266 w 3114960"/>
              <a:gd name="connsiteY41120" fmla="*/ 3219164 h 5143785"/>
              <a:gd name="connsiteX41121" fmla="*/ 997649 w 3114960"/>
              <a:gd name="connsiteY41121" fmla="*/ 3216688 h 5143785"/>
              <a:gd name="connsiteX41122" fmla="*/ 1000125 w 3114960"/>
              <a:gd name="connsiteY41122" fmla="*/ 3233071 h 5143785"/>
              <a:gd name="connsiteX41123" fmla="*/ 1815751 w 3114960"/>
              <a:gd name="connsiteY41123" fmla="*/ 3410141 h 5143785"/>
              <a:gd name="connsiteX41124" fmla="*/ 1805559 w 3114960"/>
              <a:gd name="connsiteY41124" fmla="*/ 3410141 h 5143785"/>
              <a:gd name="connsiteX41125" fmla="*/ 1805559 w 3114960"/>
              <a:gd name="connsiteY41125" fmla="*/ 3405378 h 5143785"/>
              <a:gd name="connsiteX41126" fmla="*/ 1815751 w 3114960"/>
              <a:gd name="connsiteY41126" fmla="*/ 3405378 h 5143785"/>
              <a:gd name="connsiteX41127" fmla="*/ 1815751 w 3114960"/>
              <a:gd name="connsiteY41127" fmla="*/ 3410141 h 5143785"/>
              <a:gd name="connsiteX41128" fmla="*/ 931354 w 3114960"/>
              <a:gd name="connsiteY41128" fmla="*/ 3228404 h 5143785"/>
              <a:gd name="connsiteX41129" fmla="*/ 931354 w 3114960"/>
              <a:gd name="connsiteY41129" fmla="*/ 3223641 h 5143785"/>
              <a:gd name="connsiteX41130" fmla="*/ 949357 w 3114960"/>
              <a:gd name="connsiteY41130" fmla="*/ 3223641 h 5143785"/>
              <a:gd name="connsiteX41131" fmla="*/ 949357 w 3114960"/>
              <a:gd name="connsiteY41131" fmla="*/ 3228404 h 5143785"/>
              <a:gd name="connsiteX41132" fmla="*/ 931354 w 3114960"/>
              <a:gd name="connsiteY41132" fmla="*/ 3228404 h 5143785"/>
              <a:gd name="connsiteX41133" fmla="*/ 1251299 w 3114960"/>
              <a:gd name="connsiteY41133" fmla="*/ 3056668 h 5143785"/>
              <a:gd name="connsiteX41134" fmla="*/ 1238631 w 3114960"/>
              <a:gd name="connsiteY41134" fmla="*/ 3069336 h 5143785"/>
              <a:gd name="connsiteX41135" fmla="*/ 1225963 w 3114960"/>
              <a:gd name="connsiteY41135" fmla="*/ 3056668 h 5143785"/>
              <a:gd name="connsiteX41136" fmla="*/ 1238631 w 3114960"/>
              <a:gd name="connsiteY41136" fmla="*/ 3044000 h 5143785"/>
              <a:gd name="connsiteX41137" fmla="*/ 1251299 w 3114960"/>
              <a:gd name="connsiteY41137" fmla="*/ 3056668 h 5143785"/>
              <a:gd name="connsiteX41138" fmla="*/ 997649 w 3114960"/>
              <a:gd name="connsiteY41138" fmla="*/ 3039904 h 5143785"/>
              <a:gd name="connsiteX41139" fmla="*/ 990600 w 3114960"/>
              <a:gd name="connsiteY41139" fmla="*/ 3046952 h 5143785"/>
              <a:gd name="connsiteX41140" fmla="*/ 983552 w 3114960"/>
              <a:gd name="connsiteY41140" fmla="*/ 3039904 h 5143785"/>
              <a:gd name="connsiteX41141" fmla="*/ 990600 w 3114960"/>
              <a:gd name="connsiteY41141" fmla="*/ 3032855 h 5143785"/>
              <a:gd name="connsiteX41142" fmla="*/ 997649 w 3114960"/>
              <a:gd name="connsiteY41142" fmla="*/ 3039904 h 5143785"/>
              <a:gd name="connsiteX41143" fmla="*/ 1581341 w 3114960"/>
              <a:gd name="connsiteY41143" fmla="*/ 3243548 h 5143785"/>
              <a:gd name="connsiteX41144" fmla="*/ 1590008 w 3114960"/>
              <a:gd name="connsiteY41144" fmla="*/ 3247073 h 5143785"/>
              <a:gd name="connsiteX41145" fmla="*/ 1602296 w 3114960"/>
              <a:gd name="connsiteY41145" fmla="*/ 3234785 h 5143785"/>
              <a:gd name="connsiteX41146" fmla="*/ 1590008 w 3114960"/>
              <a:gd name="connsiteY41146" fmla="*/ 3222498 h 5143785"/>
              <a:gd name="connsiteX41147" fmla="*/ 1577721 w 3114960"/>
              <a:gd name="connsiteY41147" fmla="*/ 3234785 h 5143785"/>
              <a:gd name="connsiteX41148" fmla="*/ 1578674 w 3114960"/>
              <a:gd name="connsiteY41148" fmla="*/ 3239548 h 5143785"/>
              <a:gd name="connsiteX41149" fmla="*/ 1572387 w 3114960"/>
              <a:gd name="connsiteY41149" fmla="*/ 3245072 h 5143785"/>
              <a:gd name="connsiteX41150" fmla="*/ 1572387 w 3114960"/>
              <a:gd name="connsiteY41150" fmla="*/ 3280124 h 5143785"/>
              <a:gd name="connsiteX41151" fmla="*/ 1562481 w 3114960"/>
              <a:gd name="connsiteY41151" fmla="*/ 3291935 h 5143785"/>
              <a:gd name="connsiteX41152" fmla="*/ 1574768 w 3114960"/>
              <a:gd name="connsiteY41152" fmla="*/ 3304223 h 5143785"/>
              <a:gd name="connsiteX41153" fmla="*/ 1587056 w 3114960"/>
              <a:gd name="connsiteY41153" fmla="*/ 3291935 h 5143785"/>
              <a:gd name="connsiteX41154" fmla="*/ 1577150 w 3114960"/>
              <a:gd name="connsiteY41154" fmla="*/ 3280124 h 5143785"/>
              <a:gd name="connsiteX41155" fmla="*/ 1577150 w 3114960"/>
              <a:gd name="connsiteY41155" fmla="*/ 3247263 h 5143785"/>
              <a:gd name="connsiteX41156" fmla="*/ 1581341 w 3114960"/>
              <a:gd name="connsiteY41156" fmla="*/ 3243548 h 5143785"/>
              <a:gd name="connsiteX41157" fmla="*/ 1590008 w 3114960"/>
              <a:gd name="connsiteY41157" fmla="*/ 3227261 h 5143785"/>
              <a:gd name="connsiteX41158" fmla="*/ 1597533 w 3114960"/>
              <a:gd name="connsiteY41158" fmla="*/ 3234785 h 5143785"/>
              <a:gd name="connsiteX41159" fmla="*/ 1590008 w 3114960"/>
              <a:gd name="connsiteY41159" fmla="*/ 3242310 h 5143785"/>
              <a:gd name="connsiteX41160" fmla="*/ 1582484 w 3114960"/>
              <a:gd name="connsiteY41160" fmla="*/ 3234785 h 5143785"/>
              <a:gd name="connsiteX41161" fmla="*/ 1590008 w 3114960"/>
              <a:gd name="connsiteY41161" fmla="*/ 3227261 h 5143785"/>
              <a:gd name="connsiteX41162" fmla="*/ 1582293 w 3114960"/>
              <a:gd name="connsiteY41162" fmla="*/ 3292030 h 5143785"/>
              <a:gd name="connsiteX41163" fmla="*/ 1574768 w 3114960"/>
              <a:gd name="connsiteY41163" fmla="*/ 3299555 h 5143785"/>
              <a:gd name="connsiteX41164" fmla="*/ 1567244 w 3114960"/>
              <a:gd name="connsiteY41164" fmla="*/ 3292030 h 5143785"/>
              <a:gd name="connsiteX41165" fmla="*/ 1574768 w 3114960"/>
              <a:gd name="connsiteY41165" fmla="*/ 3284506 h 5143785"/>
              <a:gd name="connsiteX41166" fmla="*/ 1582293 w 3114960"/>
              <a:gd name="connsiteY41166" fmla="*/ 3292030 h 5143785"/>
              <a:gd name="connsiteX41167" fmla="*/ 266891 w 3114960"/>
              <a:gd name="connsiteY41167" fmla="*/ 3199638 h 5143785"/>
              <a:gd name="connsiteX41168" fmla="*/ 296513 w 3114960"/>
              <a:gd name="connsiteY41168" fmla="*/ 3199638 h 5143785"/>
              <a:gd name="connsiteX41169" fmla="*/ 299657 w 3114960"/>
              <a:gd name="connsiteY41169" fmla="*/ 3196495 h 5143785"/>
              <a:gd name="connsiteX41170" fmla="*/ 299657 w 3114960"/>
              <a:gd name="connsiteY41170" fmla="*/ 3166872 h 5143785"/>
              <a:gd name="connsiteX41171" fmla="*/ 296513 w 3114960"/>
              <a:gd name="connsiteY41171" fmla="*/ 3163729 h 5143785"/>
              <a:gd name="connsiteX41172" fmla="*/ 266891 w 3114960"/>
              <a:gd name="connsiteY41172" fmla="*/ 3163729 h 5143785"/>
              <a:gd name="connsiteX41173" fmla="*/ 265652 w 3114960"/>
              <a:gd name="connsiteY41173" fmla="*/ 3164300 h 5143785"/>
              <a:gd name="connsiteX41174" fmla="*/ 203359 w 3114960"/>
              <a:gd name="connsiteY41174" fmla="*/ 3103245 h 5143785"/>
              <a:gd name="connsiteX41175" fmla="*/ 61627 w 3114960"/>
              <a:gd name="connsiteY41175" fmla="*/ 3103245 h 5143785"/>
              <a:gd name="connsiteX41176" fmla="*/ 10478 w 3114960"/>
              <a:gd name="connsiteY41176" fmla="*/ 3049524 h 5143785"/>
              <a:gd name="connsiteX41177" fmla="*/ 9811 w 3114960"/>
              <a:gd name="connsiteY41177" fmla="*/ 3048762 h 5143785"/>
              <a:gd name="connsiteX41178" fmla="*/ 95 w 3114960"/>
              <a:gd name="connsiteY41178" fmla="*/ 3048762 h 5143785"/>
              <a:gd name="connsiteX41179" fmla="*/ 95 w 3114960"/>
              <a:gd name="connsiteY41179" fmla="*/ 3053429 h 5143785"/>
              <a:gd name="connsiteX41180" fmla="*/ 7811 w 3114960"/>
              <a:gd name="connsiteY41180" fmla="*/ 3053429 h 5143785"/>
              <a:gd name="connsiteX41181" fmla="*/ 58960 w 3114960"/>
              <a:gd name="connsiteY41181" fmla="*/ 3107246 h 5143785"/>
              <a:gd name="connsiteX41182" fmla="*/ 59627 w 3114960"/>
              <a:gd name="connsiteY41182" fmla="*/ 3108008 h 5143785"/>
              <a:gd name="connsiteX41183" fmla="*/ 201358 w 3114960"/>
              <a:gd name="connsiteY41183" fmla="*/ 3108008 h 5143785"/>
              <a:gd name="connsiteX41184" fmla="*/ 263271 w 3114960"/>
              <a:gd name="connsiteY41184" fmla="*/ 3168587 h 5143785"/>
              <a:gd name="connsiteX41185" fmla="*/ 263747 w 3114960"/>
              <a:gd name="connsiteY41185" fmla="*/ 3168110 h 5143785"/>
              <a:gd name="connsiteX41186" fmla="*/ 263747 w 3114960"/>
              <a:gd name="connsiteY41186" fmla="*/ 3196495 h 5143785"/>
              <a:gd name="connsiteX41187" fmla="*/ 266891 w 3114960"/>
              <a:gd name="connsiteY41187" fmla="*/ 3199638 h 5143785"/>
              <a:gd name="connsiteX41188" fmla="*/ 266129 w 3114960"/>
              <a:gd name="connsiteY41188" fmla="*/ 3166872 h 5143785"/>
              <a:gd name="connsiteX41189" fmla="*/ 266891 w 3114960"/>
              <a:gd name="connsiteY41189" fmla="*/ 3166110 h 5143785"/>
              <a:gd name="connsiteX41190" fmla="*/ 296513 w 3114960"/>
              <a:gd name="connsiteY41190" fmla="*/ 3166110 h 5143785"/>
              <a:gd name="connsiteX41191" fmla="*/ 297275 w 3114960"/>
              <a:gd name="connsiteY41191" fmla="*/ 3166872 h 5143785"/>
              <a:gd name="connsiteX41192" fmla="*/ 297275 w 3114960"/>
              <a:gd name="connsiteY41192" fmla="*/ 3196495 h 5143785"/>
              <a:gd name="connsiteX41193" fmla="*/ 296513 w 3114960"/>
              <a:gd name="connsiteY41193" fmla="*/ 3197257 h 5143785"/>
              <a:gd name="connsiteX41194" fmla="*/ 266891 w 3114960"/>
              <a:gd name="connsiteY41194" fmla="*/ 3197257 h 5143785"/>
              <a:gd name="connsiteX41195" fmla="*/ 266129 w 3114960"/>
              <a:gd name="connsiteY41195" fmla="*/ 3196495 h 5143785"/>
              <a:gd name="connsiteX41196" fmla="*/ 266129 w 3114960"/>
              <a:gd name="connsiteY41196" fmla="*/ 3166872 h 5143785"/>
              <a:gd name="connsiteX41197" fmla="*/ 483965 w 3114960"/>
              <a:gd name="connsiteY41197" fmla="*/ 3013043 h 5143785"/>
              <a:gd name="connsiteX41198" fmla="*/ 483965 w 3114960"/>
              <a:gd name="connsiteY41198" fmla="*/ 3019806 h 5143785"/>
              <a:gd name="connsiteX41199" fmla="*/ 481489 w 3114960"/>
              <a:gd name="connsiteY41199" fmla="*/ 3022283 h 5143785"/>
              <a:gd name="connsiteX41200" fmla="*/ 474726 w 3114960"/>
              <a:gd name="connsiteY41200" fmla="*/ 3022283 h 5143785"/>
              <a:gd name="connsiteX41201" fmla="*/ 472250 w 3114960"/>
              <a:gd name="connsiteY41201" fmla="*/ 3019806 h 5143785"/>
              <a:gd name="connsiteX41202" fmla="*/ 472250 w 3114960"/>
              <a:gd name="connsiteY41202" fmla="*/ 3013043 h 5143785"/>
              <a:gd name="connsiteX41203" fmla="*/ 474726 w 3114960"/>
              <a:gd name="connsiteY41203" fmla="*/ 3010567 h 5143785"/>
              <a:gd name="connsiteX41204" fmla="*/ 481489 w 3114960"/>
              <a:gd name="connsiteY41204" fmla="*/ 3010567 h 5143785"/>
              <a:gd name="connsiteX41205" fmla="*/ 483965 w 3114960"/>
              <a:gd name="connsiteY41205" fmla="*/ 3013043 h 5143785"/>
              <a:gd name="connsiteX41206" fmla="*/ 362712 w 3114960"/>
              <a:gd name="connsiteY41206" fmla="*/ 3340894 h 5143785"/>
              <a:gd name="connsiteX41207" fmla="*/ 362712 w 3114960"/>
              <a:gd name="connsiteY41207" fmla="*/ 3359658 h 5143785"/>
              <a:gd name="connsiteX41208" fmla="*/ 358902 w 3114960"/>
              <a:gd name="connsiteY41208" fmla="*/ 3363468 h 5143785"/>
              <a:gd name="connsiteX41209" fmla="*/ 340138 w 3114960"/>
              <a:gd name="connsiteY41209" fmla="*/ 3363468 h 5143785"/>
              <a:gd name="connsiteX41210" fmla="*/ 336328 w 3114960"/>
              <a:gd name="connsiteY41210" fmla="*/ 3359658 h 5143785"/>
              <a:gd name="connsiteX41211" fmla="*/ 336328 w 3114960"/>
              <a:gd name="connsiteY41211" fmla="*/ 3340894 h 5143785"/>
              <a:gd name="connsiteX41212" fmla="*/ 340138 w 3114960"/>
              <a:gd name="connsiteY41212" fmla="*/ 3337084 h 5143785"/>
              <a:gd name="connsiteX41213" fmla="*/ 358902 w 3114960"/>
              <a:gd name="connsiteY41213" fmla="*/ 3337084 h 5143785"/>
              <a:gd name="connsiteX41214" fmla="*/ 362712 w 3114960"/>
              <a:gd name="connsiteY41214" fmla="*/ 3340894 h 5143785"/>
              <a:gd name="connsiteX41215" fmla="*/ 1271969 w 3114960"/>
              <a:gd name="connsiteY41215" fmla="*/ 3056954 h 5143785"/>
              <a:gd name="connsiteX41216" fmla="*/ 1406366 w 3114960"/>
              <a:gd name="connsiteY41216" fmla="*/ 2951798 h 5143785"/>
              <a:gd name="connsiteX41217" fmla="*/ 1499330 w 3114960"/>
              <a:gd name="connsiteY41217" fmla="*/ 2951988 h 5143785"/>
              <a:gd name="connsiteX41218" fmla="*/ 1508570 w 3114960"/>
              <a:gd name="connsiteY41218" fmla="*/ 2959418 h 5143785"/>
              <a:gd name="connsiteX41219" fmla="*/ 1518380 w 3114960"/>
              <a:gd name="connsiteY41219" fmla="*/ 2949607 h 5143785"/>
              <a:gd name="connsiteX41220" fmla="*/ 1508570 w 3114960"/>
              <a:gd name="connsiteY41220" fmla="*/ 2939796 h 5143785"/>
              <a:gd name="connsiteX41221" fmla="*/ 1499330 w 3114960"/>
              <a:gd name="connsiteY41221" fmla="*/ 2947226 h 5143785"/>
              <a:gd name="connsiteX41222" fmla="*/ 1404747 w 3114960"/>
              <a:gd name="connsiteY41222" fmla="*/ 2947035 h 5143785"/>
              <a:gd name="connsiteX41223" fmla="*/ 1270254 w 3114960"/>
              <a:gd name="connsiteY41223" fmla="*/ 3052191 h 5143785"/>
              <a:gd name="connsiteX41224" fmla="*/ 1263872 w 3114960"/>
              <a:gd name="connsiteY41224" fmla="*/ 3052191 h 5143785"/>
              <a:gd name="connsiteX41225" fmla="*/ 1253776 w 3114960"/>
              <a:gd name="connsiteY41225" fmla="*/ 3035808 h 5143785"/>
              <a:gd name="connsiteX41226" fmla="*/ 1238536 w 3114960"/>
              <a:gd name="connsiteY41226" fmla="*/ 3030760 h 5143785"/>
              <a:gd name="connsiteX41227" fmla="*/ 1217676 w 3114960"/>
              <a:gd name="connsiteY41227" fmla="*/ 3041333 h 5143785"/>
              <a:gd name="connsiteX41228" fmla="*/ 1223201 w 3114960"/>
              <a:gd name="connsiteY41228" fmla="*/ 3077432 h 5143785"/>
              <a:gd name="connsiteX41229" fmla="*/ 1259300 w 3114960"/>
              <a:gd name="connsiteY41229" fmla="*/ 3071908 h 5143785"/>
              <a:gd name="connsiteX41230" fmla="*/ 1259300 w 3114960"/>
              <a:gd name="connsiteY41230" fmla="*/ 3071908 h 5143785"/>
              <a:gd name="connsiteX41231" fmla="*/ 1263015 w 3114960"/>
              <a:gd name="connsiteY41231" fmla="*/ 3064288 h 5143785"/>
              <a:gd name="connsiteX41232" fmla="*/ 1271588 w 3114960"/>
              <a:gd name="connsiteY41232" fmla="*/ 3064288 h 5143785"/>
              <a:gd name="connsiteX41233" fmla="*/ 1305687 w 3114960"/>
              <a:gd name="connsiteY41233" fmla="*/ 3099149 h 5143785"/>
              <a:gd name="connsiteX41234" fmla="*/ 1305973 w 3114960"/>
              <a:gd name="connsiteY41234" fmla="*/ 3180684 h 5143785"/>
              <a:gd name="connsiteX41235" fmla="*/ 1292638 w 3114960"/>
              <a:gd name="connsiteY41235" fmla="*/ 3195352 h 5143785"/>
              <a:gd name="connsiteX41236" fmla="*/ 1239869 w 3114960"/>
              <a:gd name="connsiteY41236" fmla="*/ 3195352 h 5143785"/>
              <a:gd name="connsiteX41237" fmla="*/ 1231106 w 3114960"/>
              <a:gd name="connsiteY41237" fmla="*/ 3188875 h 5143785"/>
              <a:gd name="connsiteX41238" fmla="*/ 1222534 w 3114960"/>
              <a:gd name="connsiteY41238" fmla="*/ 3198114 h 5143785"/>
              <a:gd name="connsiteX41239" fmla="*/ 1231773 w 3114960"/>
              <a:gd name="connsiteY41239" fmla="*/ 3206687 h 5143785"/>
              <a:gd name="connsiteX41240" fmla="*/ 1239965 w 3114960"/>
              <a:gd name="connsiteY41240" fmla="*/ 3200210 h 5143785"/>
              <a:gd name="connsiteX41241" fmla="*/ 1294828 w 3114960"/>
              <a:gd name="connsiteY41241" fmla="*/ 3200210 h 5143785"/>
              <a:gd name="connsiteX41242" fmla="*/ 1310831 w 3114960"/>
              <a:gd name="connsiteY41242" fmla="*/ 3182493 h 5143785"/>
              <a:gd name="connsiteX41243" fmla="*/ 1310545 w 3114960"/>
              <a:gd name="connsiteY41243" fmla="*/ 3097149 h 5143785"/>
              <a:gd name="connsiteX41244" fmla="*/ 1273778 w 3114960"/>
              <a:gd name="connsiteY41244" fmla="*/ 3059430 h 5143785"/>
              <a:gd name="connsiteX41245" fmla="*/ 1264253 w 3114960"/>
              <a:gd name="connsiteY41245" fmla="*/ 3059430 h 5143785"/>
              <a:gd name="connsiteX41246" fmla="*/ 1264444 w 3114960"/>
              <a:gd name="connsiteY41246" fmla="*/ 3056859 h 5143785"/>
              <a:gd name="connsiteX41247" fmla="*/ 1272064 w 3114960"/>
              <a:gd name="connsiteY41247" fmla="*/ 3056859 h 5143785"/>
              <a:gd name="connsiteX41248" fmla="*/ 1508665 w 3114960"/>
              <a:gd name="connsiteY41248" fmla="*/ 2944559 h 5143785"/>
              <a:gd name="connsiteX41249" fmla="*/ 1513713 w 3114960"/>
              <a:gd name="connsiteY41249" fmla="*/ 2949607 h 5143785"/>
              <a:gd name="connsiteX41250" fmla="*/ 1508665 w 3114960"/>
              <a:gd name="connsiteY41250" fmla="*/ 2954655 h 5143785"/>
              <a:gd name="connsiteX41251" fmla="*/ 1503617 w 3114960"/>
              <a:gd name="connsiteY41251" fmla="*/ 2949607 h 5143785"/>
              <a:gd name="connsiteX41252" fmla="*/ 1508665 w 3114960"/>
              <a:gd name="connsiteY41252" fmla="*/ 2944559 h 5143785"/>
              <a:gd name="connsiteX41253" fmla="*/ 1255586 w 3114960"/>
              <a:gd name="connsiteY41253" fmla="*/ 3069146 h 5143785"/>
              <a:gd name="connsiteX41254" fmla="*/ 1226058 w 3114960"/>
              <a:gd name="connsiteY41254" fmla="*/ 3073622 h 5143785"/>
              <a:gd name="connsiteX41255" fmla="*/ 1217676 w 3114960"/>
              <a:gd name="connsiteY41255" fmla="*/ 3059811 h 5143785"/>
              <a:gd name="connsiteX41256" fmla="*/ 1221486 w 3114960"/>
              <a:gd name="connsiteY41256" fmla="*/ 3044095 h 5143785"/>
              <a:gd name="connsiteX41257" fmla="*/ 1235297 w 3114960"/>
              <a:gd name="connsiteY41257" fmla="*/ 3035713 h 5143785"/>
              <a:gd name="connsiteX41258" fmla="*/ 1250918 w 3114960"/>
              <a:gd name="connsiteY41258" fmla="*/ 3039523 h 5143785"/>
              <a:gd name="connsiteX41259" fmla="*/ 1255490 w 3114960"/>
              <a:gd name="connsiteY41259" fmla="*/ 3069050 h 5143785"/>
              <a:gd name="connsiteX41260" fmla="*/ 2693099 w 3114960"/>
              <a:gd name="connsiteY41260" fmla="*/ 2731484 h 5143785"/>
              <a:gd name="connsiteX41261" fmla="*/ 2693099 w 3114960"/>
              <a:gd name="connsiteY41261" fmla="*/ 2722721 h 5143785"/>
              <a:gd name="connsiteX41262" fmla="*/ 2696242 w 3114960"/>
              <a:gd name="connsiteY41262" fmla="*/ 2719578 h 5143785"/>
              <a:gd name="connsiteX41263" fmla="*/ 2705005 w 3114960"/>
              <a:gd name="connsiteY41263" fmla="*/ 2719578 h 5143785"/>
              <a:gd name="connsiteX41264" fmla="*/ 2708148 w 3114960"/>
              <a:gd name="connsiteY41264" fmla="*/ 2722721 h 5143785"/>
              <a:gd name="connsiteX41265" fmla="*/ 2708148 w 3114960"/>
              <a:gd name="connsiteY41265" fmla="*/ 2731484 h 5143785"/>
              <a:gd name="connsiteX41266" fmla="*/ 2705005 w 3114960"/>
              <a:gd name="connsiteY41266" fmla="*/ 2734628 h 5143785"/>
              <a:gd name="connsiteX41267" fmla="*/ 2696242 w 3114960"/>
              <a:gd name="connsiteY41267" fmla="*/ 2734628 h 5143785"/>
              <a:gd name="connsiteX41268" fmla="*/ 2693099 w 3114960"/>
              <a:gd name="connsiteY41268" fmla="*/ 2731484 h 5143785"/>
              <a:gd name="connsiteX41269" fmla="*/ 1734217 w 3114960"/>
              <a:gd name="connsiteY41269" fmla="*/ 3410141 h 5143785"/>
              <a:gd name="connsiteX41270" fmla="*/ 1724025 w 3114960"/>
              <a:gd name="connsiteY41270" fmla="*/ 3410141 h 5143785"/>
              <a:gd name="connsiteX41271" fmla="*/ 1724025 w 3114960"/>
              <a:gd name="connsiteY41271" fmla="*/ 3405378 h 5143785"/>
              <a:gd name="connsiteX41272" fmla="*/ 1734217 w 3114960"/>
              <a:gd name="connsiteY41272" fmla="*/ 3405378 h 5143785"/>
              <a:gd name="connsiteX41273" fmla="*/ 1734217 w 3114960"/>
              <a:gd name="connsiteY41273" fmla="*/ 3410141 h 5143785"/>
              <a:gd name="connsiteX41274" fmla="*/ 859441 w 3114960"/>
              <a:gd name="connsiteY41274" fmla="*/ 3228404 h 5143785"/>
              <a:gd name="connsiteX41275" fmla="*/ 859441 w 3114960"/>
              <a:gd name="connsiteY41275" fmla="*/ 3223641 h 5143785"/>
              <a:gd name="connsiteX41276" fmla="*/ 877443 w 3114960"/>
              <a:gd name="connsiteY41276" fmla="*/ 3223641 h 5143785"/>
              <a:gd name="connsiteX41277" fmla="*/ 877443 w 3114960"/>
              <a:gd name="connsiteY41277" fmla="*/ 3228404 h 5143785"/>
              <a:gd name="connsiteX41278" fmla="*/ 859441 w 3114960"/>
              <a:gd name="connsiteY41278" fmla="*/ 3228404 h 5143785"/>
              <a:gd name="connsiteX41279" fmla="*/ 320326 w 3114960"/>
              <a:gd name="connsiteY41279" fmla="*/ 3197352 h 5143785"/>
              <a:gd name="connsiteX41280" fmla="*/ 313944 w 3114960"/>
              <a:gd name="connsiteY41280" fmla="*/ 3203734 h 5143785"/>
              <a:gd name="connsiteX41281" fmla="*/ 313944 w 3114960"/>
              <a:gd name="connsiteY41281" fmla="*/ 3230690 h 5143785"/>
              <a:gd name="connsiteX41282" fmla="*/ 320326 w 3114960"/>
              <a:gd name="connsiteY41282" fmla="*/ 3237071 h 5143785"/>
              <a:gd name="connsiteX41283" fmla="*/ 321945 w 3114960"/>
              <a:gd name="connsiteY41283" fmla="*/ 3237071 h 5143785"/>
              <a:gd name="connsiteX41284" fmla="*/ 322231 w 3114960"/>
              <a:gd name="connsiteY41284" fmla="*/ 3273171 h 5143785"/>
              <a:gd name="connsiteX41285" fmla="*/ 331565 w 3114960"/>
              <a:gd name="connsiteY41285" fmla="*/ 3283934 h 5143785"/>
              <a:gd name="connsiteX41286" fmla="*/ 352615 w 3114960"/>
              <a:gd name="connsiteY41286" fmla="*/ 3283934 h 5143785"/>
              <a:gd name="connsiteX41287" fmla="*/ 353663 w 3114960"/>
              <a:gd name="connsiteY41287" fmla="*/ 3286887 h 5143785"/>
              <a:gd name="connsiteX41288" fmla="*/ 360998 w 3114960"/>
              <a:gd name="connsiteY41288" fmla="*/ 3292126 h 5143785"/>
              <a:gd name="connsiteX41289" fmla="*/ 363664 w 3114960"/>
              <a:gd name="connsiteY41289" fmla="*/ 3292412 h 5143785"/>
              <a:gd name="connsiteX41290" fmla="*/ 369856 w 3114960"/>
              <a:gd name="connsiteY41290" fmla="*/ 3290602 h 5143785"/>
              <a:gd name="connsiteX41291" fmla="*/ 375095 w 3114960"/>
              <a:gd name="connsiteY41291" fmla="*/ 3283268 h 5143785"/>
              <a:gd name="connsiteX41292" fmla="*/ 373666 w 3114960"/>
              <a:gd name="connsiteY41292" fmla="*/ 3274409 h 5143785"/>
              <a:gd name="connsiteX41293" fmla="*/ 366332 w 3114960"/>
              <a:gd name="connsiteY41293" fmla="*/ 3269171 h 5143785"/>
              <a:gd name="connsiteX41294" fmla="*/ 357473 w 3114960"/>
              <a:gd name="connsiteY41294" fmla="*/ 3270599 h 5143785"/>
              <a:gd name="connsiteX41295" fmla="*/ 352235 w 3114960"/>
              <a:gd name="connsiteY41295" fmla="*/ 3277934 h 5143785"/>
              <a:gd name="connsiteX41296" fmla="*/ 352235 w 3114960"/>
              <a:gd name="connsiteY41296" fmla="*/ 3279172 h 5143785"/>
              <a:gd name="connsiteX41297" fmla="*/ 333756 w 3114960"/>
              <a:gd name="connsiteY41297" fmla="*/ 3279172 h 5143785"/>
              <a:gd name="connsiteX41298" fmla="*/ 326993 w 3114960"/>
              <a:gd name="connsiteY41298" fmla="*/ 3271266 h 5143785"/>
              <a:gd name="connsiteX41299" fmla="*/ 326708 w 3114960"/>
              <a:gd name="connsiteY41299" fmla="*/ 3236976 h 5143785"/>
              <a:gd name="connsiteX41300" fmla="*/ 328136 w 3114960"/>
              <a:gd name="connsiteY41300" fmla="*/ 3236976 h 5143785"/>
              <a:gd name="connsiteX41301" fmla="*/ 334518 w 3114960"/>
              <a:gd name="connsiteY41301" fmla="*/ 3230594 h 5143785"/>
              <a:gd name="connsiteX41302" fmla="*/ 334518 w 3114960"/>
              <a:gd name="connsiteY41302" fmla="*/ 3203638 h 5143785"/>
              <a:gd name="connsiteX41303" fmla="*/ 328136 w 3114960"/>
              <a:gd name="connsiteY41303" fmla="*/ 3197257 h 5143785"/>
              <a:gd name="connsiteX41304" fmla="*/ 326136 w 3114960"/>
              <a:gd name="connsiteY41304" fmla="*/ 3197257 h 5143785"/>
              <a:gd name="connsiteX41305" fmla="*/ 326136 w 3114960"/>
              <a:gd name="connsiteY41305" fmla="*/ 2984659 h 5143785"/>
              <a:gd name="connsiteX41306" fmla="*/ 287274 w 3114960"/>
              <a:gd name="connsiteY41306" fmla="*/ 2947130 h 5143785"/>
              <a:gd name="connsiteX41307" fmla="*/ 289560 w 3114960"/>
              <a:gd name="connsiteY41307" fmla="*/ 2942559 h 5143785"/>
              <a:gd name="connsiteX41308" fmla="*/ 288131 w 3114960"/>
              <a:gd name="connsiteY41308" fmla="*/ 2933700 h 5143785"/>
              <a:gd name="connsiteX41309" fmla="*/ 271939 w 3114960"/>
              <a:gd name="connsiteY41309" fmla="*/ 2929890 h 5143785"/>
              <a:gd name="connsiteX41310" fmla="*/ 268129 w 3114960"/>
              <a:gd name="connsiteY41310" fmla="*/ 2946083 h 5143785"/>
              <a:gd name="connsiteX41311" fmla="*/ 275463 w 3114960"/>
              <a:gd name="connsiteY41311" fmla="*/ 2951321 h 5143785"/>
              <a:gd name="connsiteX41312" fmla="*/ 278130 w 3114960"/>
              <a:gd name="connsiteY41312" fmla="*/ 2951607 h 5143785"/>
              <a:gd name="connsiteX41313" fmla="*/ 283559 w 3114960"/>
              <a:gd name="connsiteY41313" fmla="*/ 2950178 h 5143785"/>
              <a:gd name="connsiteX41314" fmla="*/ 321374 w 3114960"/>
              <a:gd name="connsiteY41314" fmla="*/ 2986659 h 5143785"/>
              <a:gd name="connsiteX41315" fmla="*/ 321374 w 3114960"/>
              <a:gd name="connsiteY41315" fmla="*/ 3197162 h 5143785"/>
              <a:gd name="connsiteX41316" fmla="*/ 320326 w 3114960"/>
              <a:gd name="connsiteY41316" fmla="*/ 3197162 h 5143785"/>
              <a:gd name="connsiteX41317" fmla="*/ 356902 w 3114960"/>
              <a:gd name="connsiteY41317" fmla="*/ 3278981 h 5143785"/>
              <a:gd name="connsiteX41318" fmla="*/ 360045 w 3114960"/>
              <a:gd name="connsiteY41318" fmla="*/ 3274600 h 5143785"/>
              <a:gd name="connsiteX41319" fmla="*/ 363760 w 3114960"/>
              <a:gd name="connsiteY41319" fmla="*/ 3273552 h 5143785"/>
              <a:gd name="connsiteX41320" fmla="*/ 365379 w 3114960"/>
              <a:gd name="connsiteY41320" fmla="*/ 3273743 h 5143785"/>
              <a:gd name="connsiteX41321" fmla="*/ 369761 w 3114960"/>
              <a:gd name="connsiteY41321" fmla="*/ 3276886 h 5143785"/>
              <a:gd name="connsiteX41322" fmla="*/ 370618 w 3114960"/>
              <a:gd name="connsiteY41322" fmla="*/ 3282125 h 5143785"/>
              <a:gd name="connsiteX41323" fmla="*/ 367475 w 3114960"/>
              <a:gd name="connsiteY41323" fmla="*/ 3286506 h 5143785"/>
              <a:gd name="connsiteX41324" fmla="*/ 362236 w 3114960"/>
              <a:gd name="connsiteY41324" fmla="*/ 3287363 h 5143785"/>
              <a:gd name="connsiteX41325" fmla="*/ 357854 w 3114960"/>
              <a:gd name="connsiteY41325" fmla="*/ 3284220 h 5143785"/>
              <a:gd name="connsiteX41326" fmla="*/ 356997 w 3114960"/>
              <a:gd name="connsiteY41326" fmla="*/ 3278981 h 5143785"/>
              <a:gd name="connsiteX41327" fmla="*/ 284988 w 3114960"/>
              <a:gd name="connsiteY41327" fmla="*/ 2941606 h 5143785"/>
              <a:gd name="connsiteX41328" fmla="*/ 281845 w 3114960"/>
              <a:gd name="connsiteY41328" fmla="*/ 2945987 h 5143785"/>
              <a:gd name="connsiteX41329" fmla="*/ 276606 w 3114960"/>
              <a:gd name="connsiteY41329" fmla="*/ 2946845 h 5143785"/>
              <a:gd name="connsiteX41330" fmla="*/ 272225 w 3114960"/>
              <a:gd name="connsiteY41330" fmla="*/ 2943701 h 5143785"/>
              <a:gd name="connsiteX41331" fmla="*/ 274511 w 3114960"/>
              <a:gd name="connsiteY41331" fmla="*/ 2934081 h 5143785"/>
              <a:gd name="connsiteX41332" fmla="*/ 278225 w 3114960"/>
              <a:gd name="connsiteY41332" fmla="*/ 2933034 h 5143785"/>
              <a:gd name="connsiteX41333" fmla="*/ 284226 w 3114960"/>
              <a:gd name="connsiteY41333" fmla="*/ 2936367 h 5143785"/>
              <a:gd name="connsiteX41334" fmla="*/ 285083 w 3114960"/>
              <a:gd name="connsiteY41334" fmla="*/ 2941606 h 5143785"/>
              <a:gd name="connsiteX41335" fmla="*/ 1754600 w 3114960"/>
              <a:gd name="connsiteY41335" fmla="*/ 3410141 h 5143785"/>
              <a:gd name="connsiteX41336" fmla="*/ 1744409 w 3114960"/>
              <a:gd name="connsiteY41336" fmla="*/ 3410141 h 5143785"/>
              <a:gd name="connsiteX41337" fmla="*/ 1744409 w 3114960"/>
              <a:gd name="connsiteY41337" fmla="*/ 3405378 h 5143785"/>
              <a:gd name="connsiteX41338" fmla="*/ 1754600 w 3114960"/>
              <a:gd name="connsiteY41338" fmla="*/ 3405378 h 5143785"/>
              <a:gd name="connsiteX41339" fmla="*/ 1754600 w 3114960"/>
              <a:gd name="connsiteY41339" fmla="*/ 3410141 h 5143785"/>
              <a:gd name="connsiteX41340" fmla="*/ 1702975 w 3114960"/>
              <a:gd name="connsiteY41340" fmla="*/ 3413474 h 5143785"/>
              <a:gd name="connsiteX41341" fmla="*/ 1707071 w 3114960"/>
              <a:gd name="connsiteY41341" fmla="*/ 3415855 h 5143785"/>
              <a:gd name="connsiteX41342" fmla="*/ 1703927 w 3114960"/>
              <a:gd name="connsiteY41342" fmla="*/ 3421094 h 5143785"/>
              <a:gd name="connsiteX41343" fmla="*/ 1697831 w 3114960"/>
              <a:gd name="connsiteY41343" fmla="*/ 3421094 h 5143785"/>
              <a:gd name="connsiteX41344" fmla="*/ 1697831 w 3114960"/>
              <a:gd name="connsiteY41344" fmla="*/ 3416332 h 5143785"/>
              <a:gd name="connsiteX41345" fmla="*/ 1701260 w 3114960"/>
              <a:gd name="connsiteY41345" fmla="*/ 3416332 h 5143785"/>
              <a:gd name="connsiteX41346" fmla="*/ 1702975 w 3114960"/>
              <a:gd name="connsiteY41346" fmla="*/ 3413379 h 5143785"/>
              <a:gd name="connsiteX41347" fmla="*/ 1708785 w 3114960"/>
              <a:gd name="connsiteY41347" fmla="*/ 3413093 h 5143785"/>
              <a:gd name="connsiteX41348" fmla="*/ 1704689 w 3114960"/>
              <a:gd name="connsiteY41348" fmla="*/ 3410712 h 5143785"/>
              <a:gd name="connsiteX41349" fmla="*/ 1707832 w 3114960"/>
              <a:gd name="connsiteY41349" fmla="*/ 3405473 h 5143785"/>
              <a:gd name="connsiteX41350" fmla="*/ 1713928 w 3114960"/>
              <a:gd name="connsiteY41350" fmla="*/ 3405473 h 5143785"/>
              <a:gd name="connsiteX41351" fmla="*/ 1713928 w 3114960"/>
              <a:gd name="connsiteY41351" fmla="*/ 3410236 h 5143785"/>
              <a:gd name="connsiteX41352" fmla="*/ 1710500 w 3114960"/>
              <a:gd name="connsiteY41352" fmla="*/ 3410236 h 5143785"/>
              <a:gd name="connsiteX41353" fmla="*/ 1708785 w 3114960"/>
              <a:gd name="connsiteY41353" fmla="*/ 3413188 h 5143785"/>
              <a:gd name="connsiteX41354" fmla="*/ 379190 w 3114960"/>
              <a:gd name="connsiteY41354" fmla="*/ 3013043 h 5143785"/>
              <a:gd name="connsiteX41355" fmla="*/ 379190 w 3114960"/>
              <a:gd name="connsiteY41355" fmla="*/ 3019806 h 5143785"/>
              <a:gd name="connsiteX41356" fmla="*/ 376714 w 3114960"/>
              <a:gd name="connsiteY41356" fmla="*/ 3022283 h 5143785"/>
              <a:gd name="connsiteX41357" fmla="*/ 369951 w 3114960"/>
              <a:gd name="connsiteY41357" fmla="*/ 3022283 h 5143785"/>
              <a:gd name="connsiteX41358" fmla="*/ 367475 w 3114960"/>
              <a:gd name="connsiteY41358" fmla="*/ 3019806 h 5143785"/>
              <a:gd name="connsiteX41359" fmla="*/ 367475 w 3114960"/>
              <a:gd name="connsiteY41359" fmla="*/ 3013043 h 5143785"/>
              <a:gd name="connsiteX41360" fmla="*/ 369951 w 3114960"/>
              <a:gd name="connsiteY41360" fmla="*/ 3010567 h 5143785"/>
              <a:gd name="connsiteX41361" fmla="*/ 376714 w 3114960"/>
              <a:gd name="connsiteY41361" fmla="*/ 3010567 h 5143785"/>
              <a:gd name="connsiteX41362" fmla="*/ 379190 w 3114960"/>
              <a:gd name="connsiteY41362" fmla="*/ 3013043 h 5143785"/>
              <a:gd name="connsiteX41363" fmla="*/ 787527 w 3114960"/>
              <a:gd name="connsiteY41363" fmla="*/ 3228404 h 5143785"/>
              <a:gd name="connsiteX41364" fmla="*/ 787527 w 3114960"/>
              <a:gd name="connsiteY41364" fmla="*/ 3223641 h 5143785"/>
              <a:gd name="connsiteX41365" fmla="*/ 805529 w 3114960"/>
              <a:gd name="connsiteY41365" fmla="*/ 3223641 h 5143785"/>
              <a:gd name="connsiteX41366" fmla="*/ 805529 w 3114960"/>
              <a:gd name="connsiteY41366" fmla="*/ 3228404 h 5143785"/>
              <a:gd name="connsiteX41367" fmla="*/ 787527 w 3114960"/>
              <a:gd name="connsiteY41367" fmla="*/ 3228404 h 5143785"/>
              <a:gd name="connsiteX41368" fmla="*/ 823436 w 3114960"/>
              <a:gd name="connsiteY41368" fmla="*/ 3228404 h 5143785"/>
              <a:gd name="connsiteX41369" fmla="*/ 823436 w 3114960"/>
              <a:gd name="connsiteY41369" fmla="*/ 3223641 h 5143785"/>
              <a:gd name="connsiteX41370" fmla="*/ 841439 w 3114960"/>
              <a:gd name="connsiteY41370" fmla="*/ 3223641 h 5143785"/>
              <a:gd name="connsiteX41371" fmla="*/ 841439 w 3114960"/>
              <a:gd name="connsiteY41371" fmla="*/ 3228404 h 5143785"/>
              <a:gd name="connsiteX41372" fmla="*/ 823436 w 3114960"/>
              <a:gd name="connsiteY41372" fmla="*/ 3228404 h 5143785"/>
              <a:gd name="connsiteX41373" fmla="*/ 1774984 w 3114960"/>
              <a:gd name="connsiteY41373" fmla="*/ 3410141 h 5143785"/>
              <a:gd name="connsiteX41374" fmla="*/ 1764792 w 3114960"/>
              <a:gd name="connsiteY41374" fmla="*/ 3410141 h 5143785"/>
              <a:gd name="connsiteX41375" fmla="*/ 1764792 w 3114960"/>
              <a:gd name="connsiteY41375" fmla="*/ 3405378 h 5143785"/>
              <a:gd name="connsiteX41376" fmla="*/ 1774984 w 3114960"/>
              <a:gd name="connsiteY41376" fmla="*/ 3405378 h 5143785"/>
              <a:gd name="connsiteX41377" fmla="*/ 1774984 w 3114960"/>
              <a:gd name="connsiteY41377" fmla="*/ 3410141 h 5143785"/>
              <a:gd name="connsiteX41378" fmla="*/ 751523 w 3114960"/>
              <a:gd name="connsiteY41378" fmla="*/ 3228404 h 5143785"/>
              <a:gd name="connsiteX41379" fmla="*/ 751523 w 3114960"/>
              <a:gd name="connsiteY41379" fmla="*/ 3223641 h 5143785"/>
              <a:gd name="connsiteX41380" fmla="*/ 769525 w 3114960"/>
              <a:gd name="connsiteY41380" fmla="*/ 3223641 h 5143785"/>
              <a:gd name="connsiteX41381" fmla="*/ 769525 w 3114960"/>
              <a:gd name="connsiteY41381" fmla="*/ 3228404 h 5143785"/>
              <a:gd name="connsiteX41382" fmla="*/ 751523 w 3114960"/>
              <a:gd name="connsiteY41382" fmla="*/ 3228404 h 5143785"/>
              <a:gd name="connsiteX41383" fmla="*/ 1795367 w 3114960"/>
              <a:gd name="connsiteY41383" fmla="*/ 3405378 h 5143785"/>
              <a:gd name="connsiteX41384" fmla="*/ 1795367 w 3114960"/>
              <a:gd name="connsiteY41384" fmla="*/ 3410141 h 5143785"/>
              <a:gd name="connsiteX41385" fmla="*/ 1785176 w 3114960"/>
              <a:gd name="connsiteY41385" fmla="*/ 3410141 h 5143785"/>
              <a:gd name="connsiteX41386" fmla="*/ 1785176 w 3114960"/>
              <a:gd name="connsiteY41386" fmla="*/ 3405378 h 5143785"/>
              <a:gd name="connsiteX41387" fmla="*/ 1795367 w 3114960"/>
              <a:gd name="connsiteY41387" fmla="*/ 3405378 h 5143785"/>
              <a:gd name="connsiteX41388" fmla="*/ 715613 w 3114960"/>
              <a:gd name="connsiteY41388" fmla="*/ 3228404 h 5143785"/>
              <a:gd name="connsiteX41389" fmla="*/ 715613 w 3114960"/>
              <a:gd name="connsiteY41389" fmla="*/ 3223641 h 5143785"/>
              <a:gd name="connsiteX41390" fmla="*/ 733616 w 3114960"/>
              <a:gd name="connsiteY41390" fmla="*/ 3223641 h 5143785"/>
              <a:gd name="connsiteX41391" fmla="*/ 733616 w 3114960"/>
              <a:gd name="connsiteY41391" fmla="*/ 3228404 h 5143785"/>
              <a:gd name="connsiteX41392" fmla="*/ 715613 w 3114960"/>
              <a:gd name="connsiteY41392" fmla="*/ 3228404 h 5143785"/>
              <a:gd name="connsiteX41393" fmla="*/ 1442657 w 3114960"/>
              <a:gd name="connsiteY41393" fmla="*/ 3021425 h 5143785"/>
              <a:gd name="connsiteX41394" fmla="*/ 1508379 w 3114960"/>
              <a:gd name="connsiteY41394" fmla="*/ 3021044 h 5143785"/>
              <a:gd name="connsiteX41395" fmla="*/ 1518285 w 3114960"/>
              <a:gd name="connsiteY41395" fmla="*/ 3030093 h 5143785"/>
              <a:gd name="connsiteX41396" fmla="*/ 1660779 w 3114960"/>
              <a:gd name="connsiteY41396" fmla="*/ 3030093 h 5143785"/>
              <a:gd name="connsiteX41397" fmla="*/ 1668875 w 3114960"/>
              <a:gd name="connsiteY41397" fmla="*/ 3035618 h 5143785"/>
              <a:gd name="connsiteX41398" fmla="*/ 1677638 w 3114960"/>
              <a:gd name="connsiteY41398" fmla="*/ 3026855 h 5143785"/>
              <a:gd name="connsiteX41399" fmla="*/ 1668875 w 3114960"/>
              <a:gd name="connsiteY41399" fmla="*/ 3018092 h 5143785"/>
              <a:gd name="connsiteX41400" fmla="*/ 1660398 w 3114960"/>
              <a:gd name="connsiteY41400" fmla="*/ 3025426 h 5143785"/>
              <a:gd name="connsiteX41401" fmla="*/ 1520095 w 3114960"/>
              <a:gd name="connsiteY41401" fmla="*/ 3025426 h 5143785"/>
              <a:gd name="connsiteX41402" fmla="*/ 1510094 w 3114960"/>
              <a:gd name="connsiteY41402" fmla="*/ 3016282 h 5143785"/>
              <a:gd name="connsiteX41403" fmla="*/ 1441609 w 3114960"/>
              <a:gd name="connsiteY41403" fmla="*/ 3016663 h 5143785"/>
              <a:gd name="connsiteX41404" fmla="*/ 1440752 w 3114960"/>
              <a:gd name="connsiteY41404" fmla="*/ 3016663 h 5143785"/>
              <a:gd name="connsiteX41405" fmla="*/ 1398270 w 3114960"/>
              <a:gd name="connsiteY41405" fmla="*/ 3052191 h 5143785"/>
              <a:gd name="connsiteX41406" fmla="*/ 1398270 w 3114960"/>
              <a:gd name="connsiteY41406" fmla="*/ 3190399 h 5143785"/>
              <a:gd name="connsiteX41407" fmla="*/ 1389031 w 3114960"/>
              <a:gd name="connsiteY41407" fmla="*/ 3201543 h 5143785"/>
              <a:gd name="connsiteX41408" fmla="*/ 1400651 w 3114960"/>
              <a:gd name="connsiteY41408" fmla="*/ 3213163 h 5143785"/>
              <a:gd name="connsiteX41409" fmla="*/ 1412272 w 3114960"/>
              <a:gd name="connsiteY41409" fmla="*/ 3201543 h 5143785"/>
              <a:gd name="connsiteX41410" fmla="*/ 1403032 w 3114960"/>
              <a:gd name="connsiteY41410" fmla="*/ 3190399 h 5143785"/>
              <a:gd name="connsiteX41411" fmla="*/ 1403032 w 3114960"/>
              <a:gd name="connsiteY41411" fmla="*/ 3054382 h 5143785"/>
              <a:gd name="connsiteX41412" fmla="*/ 1442466 w 3114960"/>
              <a:gd name="connsiteY41412" fmla="*/ 3021330 h 5143785"/>
              <a:gd name="connsiteX41413" fmla="*/ 1668971 w 3114960"/>
              <a:gd name="connsiteY41413" fmla="*/ 3022854 h 5143785"/>
              <a:gd name="connsiteX41414" fmla="*/ 1672971 w 3114960"/>
              <a:gd name="connsiteY41414" fmla="*/ 3026855 h 5143785"/>
              <a:gd name="connsiteX41415" fmla="*/ 1668971 w 3114960"/>
              <a:gd name="connsiteY41415" fmla="*/ 3030855 h 5143785"/>
              <a:gd name="connsiteX41416" fmla="*/ 1664970 w 3114960"/>
              <a:gd name="connsiteY41416" fmla="*/ 3026855 h 5143785"/>
              <a:gd name="connsiteX41417" fmla="*/ 1668971 w 3114960"/>
              <a:gd name="connsiteY41417" fmla="*/ 3022854 h 5143785"/>
              <a:gd name="connsiteX41418" fmla="*/ 1407700 w 3114960"/>
              <a:gd name="connsiteY41418" fmla="*/ 3201543 h 5143785"/>
              <a:gd name="connsiteX41419" fmla="*/ 1400842 w 3114960"/>
              <a:gd name="connsiteY41419" fmla="*/ 3208401 h 5143785"/>
              <a:gd name="connsiteX41420" fmla="*/ 1393984 w 3114960"/>
              <a:gd name="connsiteY41420" fmla="*/ 3201543 h 5143785"/>
              <a:gd name="connsiteX41421" fmla="*/ 1400842 w 3114960"/>
              <a:gd name="connsiteY41421" fmla="*/ 3194685 h 5143785"/>
              <a:gd name="connsiteX41422" fmla="*/ 1407700 w 3114960"/>
              <a:gd name="connsiteY41422" fmla="*/ 3201543 h 5143785"/>
              <a:gd name="connsiteX41423" fmla="*/ 2071688 w 3114960"/>
              <a:gd name="connsiteY41423" fmla="*/ 3114009 h 5143785"/>
              <a:gd name="connsiteX41424" fmla="*/ 2078736 w 3114960"/>
              <a:gd name="connsiteY41424" fmla="*/ 3106960 h 5143785"/>
              <a:gd name="connsiteX41425" fmla="*/ 2085785 w 3114960"/>
              <a:gd name="connsiteY41425" fmla="*/ 3114009 h 5143785"/>
              <a:gd name="connsiteX41426" fmla="*/ 2078736 w 3114960"/>
              <a:gd name="connsiteY41426" fmla="*/ 3121057 h 5143785"/>
              <a:gd name="connsiteX41427" fmla="*/ 2071688 w 3114960"/>
              <a:gd name="connsiteY41427" fmla="*/ 3114009 h 5143785"/>
              <a:gd name="connsiteX41428" fmla="*/ 517017 w 3114960"/>
              <a:gd name="connsiteY41428" fmla="*/ 1108520 h 5143785"/>
              <a:gd name="connsiteX41429" fmla="*/ 529685 w 3114960"/>
              <a:gd name="connsiteY41429" fmla="*/ 1108520 h 5143785"/>
              <a:gd name="connsiteX41430" fmla="*/ 536543 w 3114960"/>
              <a:gd name="connsiteY41430" fmla="*/ 1101662 h 5143785"/>
              <a:gd name="connsiteX41431" fmla="*/ 536543 w 3114960"/>
              <a:gd name="connsiteY41431" fmla="*/ 1088993 h 5143785"/>
              <a:gd name="connsiteX41432" fmla="*/ 529685 w 3114960"/>
              <a:gd name="connsiteY41432" fmla="*/ 1082135 h 5143785"/>
              <a:gd name="connsiteX41433" fmla="*/ 517017 w 3114960"/>
              <a:gd name="connsiteY41433" fmla="*/ 1082135 h 5143785"/>
              <a:gd name="connsiteX41434" fmla="*/ 510159 w 3114960"/>
              <a:gd name="connsiteY41434" fmla="*/ 1088993 h 5143785"/>
              <a:gd name="connsiteX41435" fmla="*/ 510159 w 3114960"/>
              <a:gd name="connsiteY41435" fmla="*/ 1093661 h 5143785"/>
              <a:gd name="connsiteX41436" fmla="*/ 489014 w 3114960"/>
              <a:gd name="connsiteY41436" fmla="*/ 1093661 h 5143785"/>
              <a:gd name="connsiteX41437" fmla="*/ 445484 w 3114960"/>
              <a:gd name="connsiteY41437" fmla="*/ 1134523 h 5143785"/>
              <a:gd name="connsiteX41438" fmla="*/ 256794 w 3114960"/>
              <a:gd name="connsiteY41438" fmla="*/ 1134523 h 5143785"/>
              <a:gd name="connsiteX41439" fmla="*/ 246221 w 3114960"/>
              <a:gd name="connsiteY41439" fmla="*/ 1124426 h 5143785"/>
              <a:gd name="connsiteX41440" fmla="*/ 231934 w 3114960"/>
              <a:gd name="connsiteY41440" fmla="*/ 1135190 h 5143785"/>
              <a:gd name="connsiteX41441" fmla="*/ 242697 w 3114960"/>
              <a:gd name="connsiteY41441" fmla="*/ 1149572 h 5143785"/>
              <a:gd name="connsiteX41442" fmla="*/ 244507 w 3114960"/>
              <a:gd name="connsiteY41442" fmla="*/ 1149668 h 5143785"/>
              <a:gd name="connsiteX41443" fmla="*/ 256794 w 3114960"/>
              <a:gd name="connsiteY41443" fmla="*/ 1139381 h 5143785"/>
              <a:gd name="connsiteX41444" fmla="*/ 447389 w 3114960"/>
              <a:gd name="connsiteY41444" fmla="*/ 1139381 h 5143785"/>
              <a:gd name="connsiteX41445" fmla="*/ 490919 w 3114960"/>
              <a:gd name="connsiteY41445" fmla="*/ 1098614 h 5143785"/>
              <a:gd name="connsiteX41446" fmla="*/ 510159 w 3114960"/>
              <a:gd name="connsiteY41446" fmla="*/ 1098614 h 5143785"/>
              <a:gd name="connsiteX41447" fmla="*/ 510159 w 3114960"/>
              <a:gd name="connsiteY41447" fmla="*/ 1101852 h 5143785"/>
              <a:gd name="connsiteX41448" fmla="*/ 517017 w 3114960"/>
              <a:gd name="connsiteY41448" fmla="*/ 1108710 h 5143785"/>
              <a:gd name="connsiteX41449" fmla="*/ 514922 w 3114960"/>
              <a:gd name="connsiteY41449" fmla="*/ 1089089 h 5143785"/>
              <a:gd name="connsiteX41450" fmla="*/ 517017 w 3114960"/>
              <a:gd name="connsiteY41450" fmla="*/ 1086993 h 5143785"/>
              <a:gd name="connsiteX41451" fmla="*/ 529685 w 3114960"/>
              <a:gd name="connsiteY41451" fmla="*/ 1086993 h 5143785"/>
              <a:gd name="connsiteX41452" fmla="*/ 531781 w 3114960"/>
              <a:gd name="connsiteY41452" fmla="*/ 1089089 h 5143785"/>
              <a:gd name="connsiteX41453" fmla="*/ 531781 w 3114960"/>
              <a:gd name="connsiteY41453" fmla="*/ 1101757 h 5143785"/>
              <a:gd name="connsiteX41454" fmla="*/ 529685 w 3114960"/>
              <a:gd name="connsiteY41454" fmla="*/ 1103852 h 5143785"/>
              <a:gd name="connsiteX41455" fmla="*/ 517017 w 3114960"/>
              <a:gd name="connsiteY41455" fmla="*/ 1103852 h 5143785"/>
              <a:gd name="connsiteX41456" fmla="*/ 514922 w 3114960"/>
              <a:gd name="connsiteY41456" fmla="*/ 1101757 h 5143785"/>
              <a:gd name="connsiteX41457" fmla="*/ 514922 w 3114960"/>
              <a:gd name="connsiteY41457" fmla="*/ 1089089 h 5143785"/>
              <a:gd name="connsiteX41458" fmla="*/ 243364 w 3114960"/>
              <a:gd name="connsiteY41458" fmla="*/ 1144810 h 5143785"/>
              <a:gd name="connsiteX41459" fmla="*/ 236696 w 3114960"/>
              <a:gd name="connsiteY41459" fmla="*/ 1135856 h 5143785"/>
              <a:gd name="connsiteX41460" fmla="*/ 245650 w 3114960"/>
              <a:gd name="connsiteY41460" fmla="*/ 1129189 h 5143785"/>
              <a:gd name="connsiteX41461" fmla="*/ 250889 w 3114960"/>
              <a:gd name="connsiteY41461" fmla="*/ 1132237 h 5143785"/>
              <a:gd name="connsiteX41462" fmla="*/ 252413 w 3114960"/>
              <a:gd name="connsiteY41462" fmla="*/ 1138142 h 5143785"/>
              <a:gd name="connsiteX41463" fmla="*/ 243459 w 3114960"/>
              <a:gd name="connsiteY41463" fmla="*/ 1144810 h 5143785"/>
              <a:gd name="connsiteX41464" fmla="*/ 2083594 w 3114960"/>
              <a:gd name="connsiteY41464" fmla="*/ 4155567 h 5143785"/>
              <a:gd name="connsiteX41465" fmla="*/ 2085689 w 3114960"/>
              <a:gd name="connsiteY41465" fmla="*/ 4155567 h 5143785"/>
              <a:gd name="connsiteX41466" fmla="*/ 2091595 w 3114960"/>
              <a:gd name="connsiteY41466" fmla="*/ 4152519 h 5143785"/>
              <a:gd name="connsiteX41467" fmla="*/ 2155412 w 3114960"/>
              <a:gd name="connsiteY41467" fmla="*/ 4226814 h 5143785"/>
              <a:gd name="connsiteX41468" fmla="*/ 2155793 w 3114960"/>
              <a:gd name="connsiteY41468" fmla="*/ 4244531 h 5143785"/>
              <a:gd name="connsiteX41469" fmla="*/ 2149031 w 3114960"/>
              <a:gd name="connsiteY41469" fmla="*/ 4257104 h 5143785"/>
              <a:gd name="connsiteX41470" fmla="*/ 2153793 w 3114960"/>
              <a:gd name="connsiteY41470" fmla="*/ 4264152 h 5143785"/>
              <a:gd name="connsiteX41471" fmla="*/ 2159984 w 3114960"/>
              <a:gd name="connsiteY41471" fmla="*/ 4266057 h 5143785"/>
              <a:gd name="connsiteX41472" fmla="*/ 2162270 w 3114960"/>
              <a:gd name="connsiteY41472" fmla="*/ 4265867 h 5143785"/>
              <a:gd name="connsiteX41473" fmla="*/ 2169319 w 3114960"/>
              <a:gd name="connsiteY41473" fmla="*/ 4261104 h 5143785"/>
              <a:gd name="connsiteX41474" fmla="*/ 2170938 w 3114960"/>
              <a:gd name="connsiteY41474" fmla="*/ 4252722 h 5143785"/>
              <a:gd name="connsiteX41475" fmla="*/ 2166176 w 3114960"/>
              <a:gd name="connsiteY41475" fmla="*/ 4245674 h 5143785"/>
              <a:gd name="connsiteX41476" fmla="*/ 2160651 w 3114960"/>
              <a:gd name="connsiteY41476" fmla="*/ 4243864 h 5143785"/>
              <a:gd name="connsiteX41477" fmla="*/ 2160270 w 3114960"/>
              <a:gd name="connsiteY41477" fmla="*/ 4225100 h 5143785"/>
              <a:gd name="connsiteX41478" fmla="*/ 2093309 w 3114960"/>
              <a:gd name="connsiteY41478" fmla="*/ 4147185 h 5143785"/>
              <a:gd name="connsiteX41479" fmla="*/ 2093309 w 3114960"/>
              <a:gd name="connsiteY41479" fmla="*/ 4126421 h 5143785"/>
              <a:gd name="connsiteX41480" fmla="*/ 2092928 w 3114960"/>
              <a:gd name="connsiteY41480" fmla="*/ 4124516 h 5143785"/>
              <a:gd name="connsiteX41481" fmla="*/ 2093595 w 3114960"/>
              <a:gd name="connsiteY41481" fmla="*/ 4125087 h 5143785"/>
              <a:gd name="connsiteX41482" fmla="*/ 2161032 w 3114960"/>
              <a:gd name="connsiteY41482" fmla="*/ 4038314 h 5143785"/>
              <a:gd name="connsiteX41483" fmla="*/ 2161508 w 3114960"/>
              <a:gd name="connsiteY41483" fmla="*/ 4027837 h 5143785"/>
              <a:gd name="connsiteX41484" fmla="*/ 2167033 w 3114960"/>
              <a:gd name="connsiteY41484" fmla="*/ 4026027 h 5143785"/>
              <a:gd name="connsiteX41485" fmla="*/ 2171795 w 3114960"/>
              <a:gd name="connsiteY41485" fmla="*/ 4018979 h 5143785"/>
              <a:gd name="connsiteX41486" fmla="*/ 2170176 w 3114960"/>
              <a:gd name="connsiteY41486" fmla="*/ 4010597 h 5143785"/>
              <a:gd name="connsiteX41487" fmla="*/ 2163128 w 3114960"/>
              <a:gd name="connsiteY41487" fmla="*/ 4005834 h 5143785"/>
              <a:gd name="connsiteX41488" fmla="*/ 2154746 w 3114960"/>
              <a:gd name="connsiteY41488" fmla="*/ 4007453 h 5143785"/>
              <a:gd name="connsiteX41489" fmla="*/ 2149983 w 3114960"/>
              <a:gd name="connsiteY41489" fmla="*/ 4014502 h 5143785"/>
              <a:gd name="connsiteX41490" fmla="*/ 2151602 w 3114960"/>
              <a:gd name="connsiteY41490" fmla="*/ 4022884 h 5143785"/>
              <a:gd name="connsiteX41491" fmla="*/ 2156651 w 3114960"/>
              <a:gd name="connsiteY41491" fmla="*/ 4027075 h 5143785"/>
              <a:gd name="connsiteX41492" fmla="*/ 2156270 w 3114960"/>
              <a:gd name="connsiteY41492" fmla="*/ 4036600 h 5143785"/>
              <a:gd name="connsiteX41493" fmla="*/ 2090833 w 3114960"/>
              <a:gd name="connsiteY41493" fmla="*/ 4120896 h 5143785"/>
              <a:gd name="connsiteX41494" fmla="*/ 2085785 w 3114960"/>
              <a:gd name="connsiteY41494" fmla="*/ 4118896 h 5143785"/>
              <a:gd name="connsiteX41495" fmla="*/ 2083689 w 3114960"/>
              <a:gd name="connsiteY41495" fmla="*/ 4118896 h 5143785"/>
              <a:gd name="connsiteX41496" fmla="*/ 2076069 w 3114960"/>
              <a:gd name="connsiteY41496" fmla="*/ 4126516 h 5143785"/>
              <a:gd name="connsiteX41497" fmla="*/ 2076069 w 3114960"/>
              <a:gd name="connsiteY41497" fmla="*/ 4148138 h 5143785"/>
              <a:gd name="connsiteX41498" fmla="*/ 2083689 w 3114960"/>
              <a:gd name="connsiteY41498" fmla="*/ 4155758 h 5143785"/>
              <a:gd name="connsiteX41499" fmla="*/ 2158746 w 3114960"/>
              <a:gd name="connsiteY41499" fmla="*/ 4248722 h 5143785"/>
              <a:gd name="connsiteX41500" fmla="*/ 2163509 w 3114960"/>
              <a:gd name="connsiteY41500" fmla="*/ 4249674 h 5143785"/>
              <a:gd name="connsiteX41501" fmla="*/ 2166176 w 3114960"/>
              <a:gd name="connsiteY41501" fmla="*/ 4253675 h 5143785"/>
              <a:gd name="connsiteX41502" fmla="*/ 2165223 w 3114960"/>
              <a:gd name="connsiteY41502" fmla="*/ 4258437 h 5143785"/>
              <a:gd name="connsiteX41503" fmla="*/ 2161223 w 3114960"/>
              <a:gd name="connsiteY41503" fmla="*/ 4261104 h 5143785"/>
              <a:gd name="connsiteX41504" fmla="*/ 2153793 w 3114960"/>
              <a:gd name="connsiteY41504" fmla="*/ 4256246 h 5143785"/>
              <a:gd name="connsiteX41505" fmla="*/ 2158651 w 3114960"/>
              <a:gd name="connsiteY41505" fmla="*/ 4248817 h 5143785"/>
              <a:gd name="connsiteX41506" fmla="*/ 2154650 w 3114960"/>
              <a:gd name="connsiteY41506" fmla="*/ 4015264 h 5143785"/>
              <a:gd name="connsiteX41507" fmla="*/ 2162080 w 3114960"/>
              <a:gd name="connsiteY41507" fmla="*/ 4010406 h 5143785"/>
              <a:gd name="connsiteX41508" fmla="*/ 2166080 w 3114960"/>
              <a:gd name="connsiteY41508" fmla="*/ 4013073 h 5143785"/>
              <a:gd name="connsiteX41509" fmla="*/ 2167033 w 3114960"/>
              <a:gd name="connsiteY41509" fmla="*/ 4017836 h 5143785"/>
              <a:gd name="connsiteX41510" fmla="*/ 2164366 w 3114960"/>
              <a:gd name="connsiteY41510" fmla="*/ 4021836 h 5143785"/>
              <a:gd name="connsiteX41511" fmla="*/ 2159603 w 3114960"/>
              <a:gd name="connsiteY41511" fmla="*/ 4022788 h 5143785"/>
              <a:gd name="connsiteX41512" fmla="*/ 2154650 w 3114960"/>
              <a:gd name="connsiteY41512" fmla="*/ 4015359 h 5143785"/>
              <a:gd name="connsiteX41513" fmla="*/ 2080832 w 3114960"/>
              <a:gd name="connsiteY41513" fmla="*/ 4126325 h 5143785"/>
              <a:gd name="connsiteX41514" fmla="*/ 2083594 w 3114960"/>
              <a:gd name="connsiteY41514" fmla="*/ 4123563 h 5143785"/>
              <a:gd name="connsiteX41515" fmla="*/ 2085689 w 3114960"/>
              <a:gd name="connsiteY41515" fmla="*/ 4123563 h 5143785"/>
              <a:gd name="connsiteX41516" fmla="*/ 2088452 w 3114960"/>
              <a:gd name="connsiteY41516" fmla="*/ 4126325 h 5143785"/>
              <a:gd name="connsiteX41517" fmla="*/ 2088452 w 3114960"/>
              <a:gd name="connsiteY41517" fmla="*/ 4147947 h 5143785"/>
              <a:gd name="connsiteX41518" fmla="*/ 2085689 w 3114960"/>
              <a:gd name="connsiteY41518" fmla="*/ 4150709 h 5143785"/>
              <a:gd name="connsiteX41519" fmla="*/ 2083594 w 3114960"/>
              <a:gd name="connsiteY41519" fmla="*/ 4150709 h 5143785"/>
              <a:gd name="connsiteX41520" fmla="*/ 2080832 w 3114960"/>
              <a:gd name="connsiteY41520" fmla="*/ 4147947 h 5143785"/>
              <a:gd name="connsiteX41521" fmla="*/ 2080832 w 3114960"/>
              <a:gd name="connsiteY41521" fmla="*/ 4126325 h 5143785"/>
              <a:gd name="connsiteX41522" fmla="*/ 1004983 w 3114960"/>
              <a:gd name="connsiteY41522" fmla="*/ 2937891 h 5143785"/>
              <a:gd name="connsiteX41523" fmla="*/ 997934 w 3114960"/>
              <a:gd name="connsiteY41523" fmla="*/ 2944940 h 5143785"/>
              <a:gd name="connsiteX41524" fmla="*/ 990886 w 3114960"/>
              <a:gd name="connsiteY41524" fmla="*/ 2937891 h 5143785"/>
              <a:gd name="connsiteX41525" fmla="*/ 997934 w 3114960"/>
              <a:gd name="connsiteY41525" fmla="*/ 2930843 h 5143785"/>
              <a:gd name="connsiteX41526" fmla="*/ 1004983 w 3114960"/>
              <a:gd name="connsiteY41526" fmla="*/ 2937891 h 5143785"/>
              <a:gd name="connsiteX41527" fmla="*/ 1899285 w 3114960"/>
              <a:gd name="connsiteY41527" fmla="*/ 3122771 h 5143785"/>
              <a:gd name="connsiteX41528" fmla="*/ 2023777 w 3114960"/>
              <a:gd name="connsiteY41528" fmla="*/ 3123438 h 5143785"/>
              <a:gd name="connsiteX41529" fmla="*/ 2024634 w 3114960"/>
              <a:gd name="connsiteY41529" fmla="*/ 3123438 h 5143785"/>
              <a:gd name="connsiteX41530" fmla="*/ 2034159 w 3114960"/>
              <a:gd name="connsiteY41530" fmla="*/ 3115437 h 5143785"/>
              <a:gd name="connsiteX41531" fmla="*/ 2064449 w 3114960"/>
              <a:gd name="connsiteY41531" fmla="*/ 3115437 h 5143785"/>
              <a:gd name="connsiteX41532" fmla="*/ 2070164 w 3114960"/>
              <a:gd name="connsiteY41532" fmla="*/ 3125534 h 5143785"/>
              <a:gd name="connsiteX41533" fmla="*/ 2080832 w 3114960"/>
              <a:gd name="connsiteY41533" fmla="*/ 3128105 h 5143785"/>
              <a:gd name="connsiteX41534" fmla="*/ 2090166 w 3114960"/>
              <a:gd name="connsiteY41534" fmla="*/ 3122390 h 5143785"/>
              <a:gd name="connsiteX41535" fmla="*/ 2087118 w 3114960"/>
              <a:gd name="connsiteY41535" fmla="*/ 3102388 h 5143785"/>
              <a:gd name="connsiteX41536" fmla="*/ 2078641 w 3114960"/>
              <a:gd name="connsiteY41536" fmla="*/ 3099626 h 5143785"/>
              <a:gd name="connsiteX41537" fmla="*/ 2067020 w 3114960"/>
              <a:gd name="connsiteY41537" fmla="*/ 3105436 h 5143785"/>
              <a:gd name="connsiteX41538" fmla="*/ 2064639 w 3114960"/>
              <a:gd name="connsiteY41538" fmla="*/ 3110484 h 5143785"/>
              <a:gd name="connsiteX41539" fmla="*/ 2032254 w 3114960"/>
              <a:gd name="connsiteY41539" fmla="*/ 3110484 h 5143785"/>
              <a:gd name="connsiteX41540" fmla="*/ 2022729 w 3114960"/>
              <a:gd name="connsiteY41540" fmla="*/ 3118485 h 5143785"/>
              <a:gd name="connsiteX41541" fmla="*/ 1898047 w 3114960"/>
              <a:gd name="connsiteY41541" fmla="*/ 3117818 h 5143785"/>
              <a:gd name="connsiteX41542" fmla="*/ 1896999 w 3114960"/>
              <a:gd name="connsiteY41542" fmla="*/ 3117818 h 5143785"/>
              <a:gd name="connsiteX41543" fmla="*/ 1880235 w 3114960"/>
              <a:gd name="connsiteY41543" fmla="*/ 3135725 h 5143785"/>
              <a:gd name="connsiteX41544" fmla="*/ 1880235 w 3114960"/>
              <a:gd name="connsiteY41544" fmla="*/ 3160967 h 5143785"/>
              <a:gd name="connsiteX41545" fmla="*/ 1871758 w 3114960"/>
              <a:gd name="connsiteY41545" fmla="*/ 3160967 h 5143785"/>
              <a:gd name="connsiteX41546" fmla="*/ 1868043 w 3114960"/>
              <a:gd name="connsiteY41546" fmla="*/ 3164681 h 5143785"/>
              <a:gd name="connsiteX41547" fmla="*/ 1868043 w 3114960"/>
              <a:gd name="connsiteY41547" fmla="*/ 3170301 h 5143785"/>
              <a:gd name="connsiteX41548" fmla="*/ 1871758 w 3114960"/>
              <a:gd name="connsiteY41548" fmla="*/ 3174016 h 5143785"/>
              <a:gd name="connsiteX41549" fmla="*/ 1893380 w 3114960"/>
              <a:gd name="connsiteY41549" fmla="*/ 3174016 h 5143785"/>
              <a:gd name="connsiteX41550" fmla="*/ 1897094 w 3114960"/>
              <a:gd name="connsiteY41550" fmla="*/ 3170301 h 5143785"/>
              <a:gd name="connsiteX41551" fmla="*/ 1897094 w 3114960"/>
              <a:gd name="connsiteY41551" fmla="*/ 3164681 h 5143785"/>
              <a:gd name="connsiteX41552" fmla="*/ 1893380 w 3114960"/>
              <a:gd name="connsiteY41552" fmla="*/ 3160967 h 5143785"/>
              <a:gd name="connsiteX41553" fmla="*/ 1884998 w 3114960"/>
              <a:gd name="connsiteY41553" fmla="*/ 3160967 h 5143785"/>
              <a:gd name="connsiteX41554" fmla="*/ 1884998 w 3114960"/>
              <a:gd name="connsiteY41554" fmla="*/ 3137535 h 5143785"/>
              <a:gd name="connsiteX41555" fmla="*/ 1898999 w 3114960"/>
              <a:gd name="connsiteY41555" fmla="*/ 3122486 h 5143785"/>
              <a:gd name="connsiteX41556" fmla="*/ 2069306 w 3114960"/>
              <a:gd name="connsiteY41556" fmla="*/ 3107150 h 5143785"/>
              <a:gd name="connsiteX41557" fmla="*/ 2085689 w 3114960"/>
              <a:gd name="connsiteY41557" fmla="*/ 3104674 h 5143785"/>
              <a:gd name="connsiteX41558" fmla="*/ 2090357 w 3114960"/>
              <a:gd name="connsiteY41558" fmla="*/ 3112294 h 5143785"/>
              <a:gd name="connsiteX41559" fmla="*/ 2088261 w 3114960"/>
              <a:gd name="connsiteY41559" fmla="*/ 3120962 h 5143785"/>
              <a:gd name="connsiteX41560" fmla="*/ 2080641 w 3114960"/>
              <a:gd name="connsiteY41560" fmla="*/ 3125629 h 5143785"/>
              <a:gd name="connsiteX41561" fmla="*/ 2078831 w 3114960"/>
              <a:gd name="connsiteY41561" fmla="*/ 3125724 h 5143785"/>
              <a:gd name="connsiteX41562" fmla="*/ 2071973 w 3114960"/>
              <a:gd name="connsiteY41562" fmla="*/ 3123438 h 5143785"/>
              <a:gd name="connsiteX41563" fmla="*/ 2069497 w 3114960"/>
              <a:gd name="connsiteY41563" fmla="*/ 3107055 h 5143785"/>
              <a:gd name="connsiteX41564" fmla="*/ 2142744 w 3114960"/>
              <a:gd name="connsiteY41564" fmla="*/ 4317587 h 5143785"/>
              <a:gd name="connsiteX41565" fmla="*/ 2149602 w 3114960"/>
              <a:gd name="connsiteY41565" fmla="*/ 4307301 h 5143785"/>
              <a:gd name="connsiteX41566" fmla="*/ 2159889 w 3114960"/>
              <a:gd name="connsiteY41566" fmla="*/ 4314159 h 5143785"/>
              <a:gd name="connsiteX41567" fmla="*/ 2153031 w 3114960"/>
              <a:gd name="connsiteY41567" fmla="*/ 4324445 h 5143785"/>
              <a:gd name="connsiteX41568" fmla="*/ 2142744 w 3114960"/>
              <a:gd name="connsiteY41568" fmla="*/ 4317587 h 5143785"/>
              <a:gd name="connsiteX41569" fmla="*/ 2158079 w 3114960"/>
              <a:gd name="connsiteY41569" fmla="*/ 4288251 h 5143785"/>
              <a:gd name="connsiteX41570" fmla="*/ 2164937 w 3114960"/>
              <a:gd name="connsiteY41570" fmla="*/ 4277963 h 5143785"/>
              <a:gd name="connsiteX41571" fmla="*/ 2175224 w 3114960"/>
              <a:gd name="connsiteY41571" fmla="*/ 4284821 h 5143785"/>
              <a:gd name="connsiteX41572" fmla="*/ 2168366 w 3114960"/>
              <a:gd name="connsiteY41572" fmla="*/ 4295109 h 5143785"/>
              <a:gd name="connsiteX41573" fmla="*/ 2158079 w 3114960"/>
              <a:gd name="connsiteY41573" fmla="*/ 4288251 h 5143785"/>
              <a:gd name="connsiteX41574" fmla="*/ 2081308 w 3114960"/>
              <a:gd name="connsiteY41574" fmla="*/ 2935510 h 5143785"/>
              <a:gd name="connsiteX41575" fmla="*/ 2090166 w 3114960"/>
              <a:gd name="connsiteY41575" fmla="*/ 2924747 h 5143785"/>
              <a:gd name="connsiteX41576" fmla="*/ 2081308 w 3114960"/>
              <a:gd name="connsiteY41576" fmla="*/ 2913984 h 5143785"/>
              <a:gd name="connsiteX41577" fmla="*/ 2081308 w 3114960"/>
              <a:gd name="connsiteY41577" fmla="*/ 2889409 h 5143785"/>
              <a:gd name="connsiteX41578" fmla="*/ 2104263 w 3114960"/>
              <a:gd name="connsiteY41578" fmla="*/ 2889409 h 5143785"/>
              <a:gd name="connsiteX41579" fmla="*/ 2127028 w 3114960"/>
              <a:gd name="connsiteY41579" fmla="*/ 2869502 h 5143785"/>
              <a:gd name="connsiteX41580" fmla="*/ 2127028 w 3114960"/>
              <a:gd name="connsiteY41580" fmla="*/ 2817114 h 5143785"/>
              <a:gd name="connsiteX41581" fmla="*/ 2108645 w 3114960"/>
              <a:gd name="connsiteY41581" fmla="*/ 2795016 h 5143785"/>
              <a:gd name="connsiteX41582" fmla="*/ 1989868 w 3114960"/>
              <a:gd name="connsiteY41582" fmla="*/ 2795016 h 5143785"/>
              <a:gd name="connsiteX41583" fmla="*/ 1982819 w 3114960"/>
              <a:gd name="connsiteY41583" fmla="*/ 2788253 h 5143785"/>
              <a:gd name="connsiteX41584" fmla="*/ 1969294 w 3114960"/>
              <a:gd name="connsiteY41584" fmla="*/ 2788253 h 5143785"/>
              <a:gd name="connsiteX41585" fmla="*/ 1962245 w 3114960"/>
              <a:gd name="connsiteY41585" fmla="*/ 2795397 h 5143785"/>
              <a:gd name="connsiteX41586" fmla="*/ 1962245 w 3114960"/>
              <a:gd name="connsiteY41586" fmla="*/ 2799684 h 5143785"/>
              <a:gd name="connsiteX41587" fmla="*/ 1865948 w 3114960"/>
              <a:gd name="connsiteY41587" fmla="*/ 2799398 h 5143785"/>
              <a:gd name="connsiteX41588" fmla="*/ 1849850 w 3114960"/>
              <a:gd name="connsiteY41588" fmla="*/ 2785110 h 5143785"/>
              <a:gd name="connsiteX41589" fmla="*/ 1796129 w 3114960"/>
              <a:gd name="connsiteY41589" fmla="*/ 2785110 h 5143785"/>
              <a:gd name="connsiteX41590" fmla="*/ 1771460 w 3114960"/>
              <a:gd name="connsiteY41590" fmla="*/ 2804827 h 5143785"/>
              <a:gd name="connsiteX41591" fmla="*/ 1771460 w 3114960"/>
              <a:gd name="connsiteY41591" fmla="*/ 2895981 h 5143785"/>
              <a:gd name="connsiteX41592" fmla="*/ 1757553 w 3114960"/>
              <a:gd name="connsiteY41592" fmla="*/ 2911507 h 5143785"/>
              <a:gd name="connsiteX41593" fmla="*/ 1757553 w 3114960"/>
              <a:gd name="connsiteY41593" fmla="*/ 3007614 h 5143785"/>
              <a:gd name="connsiteX41594" fmla="*/ 1753076 w 3114960"/>
              <a:gd name="connsiteY41594" fmla="*/ 3007614 h 5143785"/>
              <a:gd name="connsiteX41595" fmla="*/ 1746504 w 3114960"/>
              <a:gd name="connsiteY41595" fmla="*/ 3011996 h 5143785"/>
              <a:gd name="connsiteX41596" fmla="*/ 1715643 w 3114960"/>
              <a:gd name="connsiteY41596" fmla="*/ 3011996 h 5143785"/>
              <a:gd name="connsiteX41597" fmla="*/ 1699546 w 3114960"/>
              <a:gd name="connsiteY41597" fmla="*/ 2997708 h 5143785"/>
              <a:gd name="connsiteX41598" fmla="*/ 1573721 w 3114960"/>
              <a:gd name="connsiteY41598" fmla="*/ 2997422 h 5143785"/>
              <a:gd name="connsiteX41599" fmla="*/ 1564100 w 3114960"/>
              <a:gd name="connsiteY41599" fmla="*/ 2988469 h 5143785"/>
              <a:gd name="connsiteX41600" fmla="*/ 1554290 w 3114960"/>
              <a:gd name="connsiteY41600" fmla="*/ 2998280 h 5143785"/>
              <a:gd name="connsiteX41601" fmla="*/ 1564100 w 3114960"/>
              <a:gd name="connsiteY41601" fmla="*/ 3008090 h 5143785"/>
              <a:gd name="connsiteX41602" fmla="*/ 1573054 w 3114960"/>
              <a:gd name="connsiteY41602" fmla="*/ 3002280 h 5143785"/>
              <a:gd name="connsiteX41603" fmla="*/ 1697736 w 3114960"/>
              <a:gd name="connsiteY41603" fmla="*/ 3002566 h 5143785"/>
              <a:gd name="connsiteX41604" fmla="*/ 1713833 w 3114960"/>
              <a:gd name="connsiteY41604" fmla="*/ 3016853 h 5143785"/>
              <a:gd name="connsiteX41605" fmla="*/ 1746028 w 3114960"/>
              <a:gd name="connsiteY41605" fmla="*/ 3016853 h 5143785"/>
              <a:gd name="connsiteX41606" fmla="*/ 1746028 w 3114960"/>
              <a:gd name="connsiteY41606" fmla="*/ 3025997 h 5143785"/>
              <a:gd name="connsiteX41607" fmla="*/ 1713833 w 3114960"/>
              <a:gd name="connsiteY41607" fmla="*/ 3025997 h 5143785"/>
              <a:gd name="connsiteX41608" fmla="*/ 1690402 w 3114960"/>
              <a:gd name="connsiteY41608" fmla="*/ 3047714 h 5143785"/>
              <a:gd name="connsiteX41609" fmla="*/ 1594676 w 3114960"/>
              <a:gd name="connsiteY41609" fmla="*/ 3048000 h 5143785"/>
              <a:gd name="connsiteX41610" fmla="*/ 1585436 w 3114960"/>
              <a:gd name="connsiteY41610" fmla="*/ 3040666 h 5143785"/>
              <a:gd name="connsiteX41611" fmla="*/ 1575626 w 3114960"/>
              <a:gd name="connsiteY41611" fmla="*/ 3050477 h 5143785"/>
              <a:gd name="connsiteX41612" fmla="*/ 1585436 w 3114960"/>
              <a:gd name="connsiteY41612" fmla="*/ 3060287 h 5143785"/>
              <a:gd name="connsiteX41613" fmla="*/ 1594676 w 3114960"/>
              <a:gd name="connsiteY41613" fmla="*/ 3052858 h 5143785"/>
              <a:gd name="connsiteX41614" fmla="*/ 1691354 w 3114960"/>
              <a:gd name="connsiteY41614" fmla="*/ 3052572 h 5143785"/>
              <a:gd name="connsiteX41615" fmla="*/ 1692307 w 3114960"/>
              <a:gd name="connsiteY41615" fmla="*/ 3052572 h 5143785"/>
              <a:gd name="connsiteX41616" fmla="*/ 1715738 w 3114960"/>
              <a:gd name="connsiteY41616" fmla="*/ 3030855 h 5143785"/>
              <a:gd name="connsiteX41617" fmla="*/ 1746599 w 3114960"/>
              <a:gd name="connsiteY41617" fmla="*/ 3030855 h 5143785"/>
              <a:gd name="connsiteX41618" fmla="*/ 1753267 w 3114960"/>
              <a:gd name="connsiteY41618" fmla="*/ 3035522 h 5143785"/>
              <a:gd name="connsiteX41619" fmla="*/ 1766792 w 3114960"/>
              <a:gd name="connsiteY41619" fmla="*/ 3035522 h 5143785"/>
              <a:gd name="connsiteX41620" fmla="*/ 1773841 w 3114960"/>
              <a:gd name="connsiteY41620" fmla="*/ 3028379 h 5143785"/>
              <a:gd name="connsiteX41621" fmla="*/ 1773841 w 3114960"/>
              <a:gd name="connsiteY41621" fmla="*/ 3014853 h 5143785"/>
              <a:gd name="connsiteX41622" fmla="*/ 1766602 w 3114960"/>
              <a:gd name="connsiteY41622" fmla="*/ 3007805 h 5143785"/>
              <a:gd name="connsiteX41623" fmla="*/ 1762220 w 3114960"/>
              <a:gd name="connsiteY41623" fmla="*/ 3007805 h 5143785"/>
              <a:gd name="connsiteX41624" fmla="*/ 1762220 w 3114960"/>
              <a:gd name="connsiteY41624" fmla="*/ 2913602 h 5143785"/>
              <a:gd name="connsiteX41625" fmla="*/ 1776127 w 3114960"/>
              <a:gd name="connsiteY41625" fmla="*/ 2898077 h 5143785"/>
              <a:gd name="connsiteX41626" fmla="*/ 1776127 w 3114960"/>
              <a:gd name="connsiteY41626" fmla="*/ 2807399 h 5143785"/>
              <a:gd name="connsiteX41627" fmla="*/ 1797749 w 3114960"/>
              <a:gd name="connsiteY41627" fmla="*/ 2790063 h 5143785"/>
              <a:gd name="connsiteX41628" fmla="*/ 1847945 w 3114960"/>
              <a:gd name="connsiteY41628" fmla="*/ 2790063 h 5143785"/>
              <a:gd name="connsiteX41629" fmla="*/ 1864043 w 3114960"/>
              <a:gd name="connsiteY41629" fmla="*/ 2804446 h 5143785"/>
              <a:gd name="connsiteX41630" fmla="*/ 1962245 w 3114960"/>
              <a:gd name="connsiteY41630" fmla="*/ 2804732 h 5143785"/>
              <a:gd name="connsiteX41631" fmla="*/ 1962245 w 3114960"/>
              <a:gd name="connsiteY41631" fmla="*/ 2809209 h 5143785"/>
              <a:gd name="connsiteX41632" fmla="*/ 1969389 w 3114960"/>
              <a:gd name="connsiteY41632" fmla="*/ 2816257 h 5143785"/>
              <a:gd name="connsiteX41633" fmla="*/ 1982915 w 3114960"/>
              <a:gd name="connsiteY41633" fmla="*/ 2816257 h 5143785"/>
              <a:gd name="connsiteX41634" fmla="*/ 1989963 w 3114960"/>
              <a:gd name="connsiteY41634" fmla="*/ 2809018 h 5143785"/>
              <a:gd name="connsiteX41635" fmla="*/ 1989963 w 3114960"/>
              <a:gd name="connsiteY41635" fmla="*/ 2806922 h 5143785"/>
              <a:gd name="connsiteX41636" fmla="*/ 2103120 w 3114960"/>
              <a:gd name="connsiteY41636" fmla="*/ 2807018 h 5143785"/>
              <a:gd name="connsiteX41637" fmla="*/ 2115217 w 3114960"/>
              <a:gd name="connsiteY41637" fmla="*/ 2821496 h 5143785"/>
              <a:gd name="connsiteX41638" fmla="*/ 2115217 w 3114960"/>
              <a:gd name="connsiteY41638" fmla="*/ 2864358 h 5143785"/>
              <a:gd name="connsiteX41639" fmla="*/ 2099882 w 3114960"/>
              <a:gd name="connsiteY41639" fmla="*/ 2877788 h 5143785"/>
              <a:gd name="connsiteX41640" fmla="*/ 2081498 w 3114960"/>
              <a:gd name="connsiteY41640" fmla="*/ 2877788 h 5143785"/>
              <a:gd name="connsiteX41641" fmla="*/ 2081498 w 3114960"/>
              <a:gd name="connsiteY41641" fmla="*/ 2864072 h 5143785"/>
              <a:gd name="connsiteX41642" fmla="*/ 2062639 w 3114960"/>
              <a:gd name="connsiteY41642" fmla="*/ 2845594 h 5143785"/>
              <a:gd name="connsiteX41643" fmla="*/ 1935766 w 3114960"/>
              <a:gd name="connsiteY41643" fmla="*/ 2845594 h 5143785"/>
              <a:gd name="connsiteX41644" fmla="*/ 1912525 w 3114960"/>
              <a:gd name="connsiteY41644" fmla="*/ 2823877 h 5143785"/>
              <a:gd name="connsiteX41645" fmla="*/ 1826800 w 3114960"/>
              <a:gd name="connsiteY41645" fmla="*/ 2823877 h 5143785"/>
              <a:gd name="connsiteX41646" fmla="*/ 1817561 w 3114960"/>
              <a:gd name="connsiteY41646" fmla="*/ 2816733 h 5143785"/>
              <a:gd name="connsiteX41647" fmla="*/ 1807750 w 3114960"/>
              <a:gd name="connsiteY41647" fmla="*/ 2826544 h 5143785"/>
              <a:gd name="connsiteX41648" fmla="*/ 1817561 w 3114960"/>
              <a:gd name="connsiteY41648" fmla="*/ 2836355 h 5143785"/>
              <a:gd name="connsiteX41649" fmla="*/ 1826895 w 3114960"/>
              <a:gd name="connsiteY41649" fmla="*/ 2828639 h 5143785"/>
              <a:gd name="connsiteX41650" fmla="*/ 1910620 w 3114960"/>
              <a:gd name="connsiteY41650" fmla="*/ 2828639 h 5143785"/>
              <a:gd name="connsiteX41651" fmla="*/ 1933861 w 3114960"/>
              <a:gd name="connsiteY41651" fmla="*/ 2850452 h 5143785"/>
              <a:gd name="connsiteX41652" fmla="*/ 2060639 w 3114960"/>
              <a:gd name="connsiteY41652" fmla="*/ 2850452 h 5143785"/>
              <a:gd name="connsiteX41653" fmla="*/ 2076641 w 3114960"/>
              <a:gd name="connsiteY41653" fmla="*/ 2866168 h 5143785"/>
              <a:gd name="connsiteX41654" fmla="*/ 2076641 w 3114960"/>
              <a:gd name="connsiteY41654" fmla="*/ 2877788 h 5143785"/>
              <a:gd name="connsiteX41655" fmla="*/ 1916906 w 3114960"/>
              <a:gd name="connsiteY41655" fmla="*/ 2877788 h 5143785"/>
              <a:gd name="connsiteX41656" fmla="*/ 1912430 w 3114960"/>
              <a:gd name="connsiteY41656" fmla="*/ 2874169 h 5143785"/>
              <a:gd name="connsiteX41657" fmla="*/ 1898904 w 3114960"/>
              <a:gd name="connsiteY41657" fmla="*/ 2874169 h 5143785"/>
              <a:gd name="connsiteX41658" fmla="*/ 1894142 w 3114960"/>
              <a:gd name="connsiteY41658" fmla="*/ 2878931 h 5143785"/>
              <a:gd name="connsiteX41659" fmla="*/ 1894142 w 3114960"/>
              <a:gd name="connsiteY41659" fmla="*/ 2892457 h 5143785"/>
              <a:gd name="connsiteX41660" fmla="*/ 1898904 w 3114960"/>
              <a:gd name="connsiteY41660" fmla="*/ 2897219 h 5143785"/>
              <a:gd name="connsiteX41661" fmla="*/ 1912430 w 3114960"/>
              <a:gd name="connsiteY41661" fmla="*/ 2897219 h 5143785"/>
              <a:gd name="connsiteX41662" fmla="*/ 1917192 w 3114960"/>
              <a:gd name="connsiteY41662" fmla="*/ 2892457 h 5143785"/>
              <a:gd name="connsiteX41663" fmla="*/ 1917192 w 3114960"/>
              <a:gd name="connsiteY41663" fmla="*/ 2889599 h 5143785"/>
              <a:gd name="connsiteX41664" fmla="*/ 2076641 w 3114960"/>
              <a:gd name="connsiteY41664" fmla="*/ 2889599 h 5143785"/>
              <a:gd name="connsiteX41665" fmla="*/ 2076641 w 3114960"/>
              <a:gd name="connsiteY41665" fmla="*/ 2914269 h 5143785"/>
              <a:gd name="connsiteX41666" fmla="*/ 2067782 w 3114960"/>
              <a:gd name="connsiteY41666" fmla="*/ 2925032 h 5143785"/>
              <a:gd name="connsiteX41667" fmla="*/ 2076641 w 3114960"/>
              <a:gd name="connsiteY41667" fmla="*/ 2935796 h 5143785"/>
              <a:gd name="connsiteX41668" fmla="*/ 2076450 w 3114960"/>
              <a:gd name="connsiteY41668" fmla="*/ 3100007 h 5143785"/>
              <a:gd name="connsiteX41669" fmla="*/ 2081213 w 3114960"/>
              <a:gd name="connsiteY41669" fmla="*/ 3100007 h 5143785"/>
              <a:gd name="connsiteX41670" fmla="*/ 2081403 w 3114960"/>
              <a:gd name="connsiteY41670" fmla="*/ 2935796 h 5143785"/>
              <a:gd name="connsiteX41671" fmla="*/ 1564005 w 3114960"/>
              <a:gd name="connsiteY41671" fmla="*/ 3003137 h 5143785"/>
              <a:gd name="connsiteX41672" fmla="*/ 1558957 w 3114960"/>
              <a:gd name="connsiteY41672" fmla="*/ 2998089 h 5143785"/>
              <a:gd name="connsiteX41673" fmla="*/ 1564005 w 3114960"/>
              <a:gd name="connsiteY41673" fmla="*/ 2993041 h 5143785"/>
              <a:gd name="connsiteX41674" fmla="*/ 1569053 w 3114960"/>
              <a:gd name="connsiteY41674" fmla="*/ 2998089 h 5143785"/>
              <a:gd name="connsiteX41675" fmla="*/ 1564005 w 3114960"/>
              <a:gd name="connsiteY41675" fmla="*/ 3003137 h 5143785"/>
              <a:gd name="connsiteX41676" fmla="*/ 1585246 w 3114960"/>
              <a:gd name="connsiteY41676" fmla="*/ 3055334 h 5143785"/>
              <a:gd name="connsiteX41677" fmla="*/ 1580198 w 3114960"/>
              <a:gd name="connsiteY41677" fmla="*/ 3050286 h 5143785"/>
              <a:gd name="connsiteX41678" fmla="*/ 1585246 w 3114960"/>
              <a:gd name="connsiteY41678" fmla="*/ 3045238 h 5143785"/>
              <a:gd name="connsiteX41679" fmla="*/ 1590294 w 3114960"/>
              <a:gd name="connsiteY41679" fmla="*/ 3050286 h 5143785"/>
              <a:gd name="connsiteX41680" fmla="*/ 1585246 w 3114960"/>
              <a:gd name="connsiteY41680" fmla="*/ 3055334 h 5143785"/>
              <a:gd name="connsiteX41681" fmla="*/ 1766507 w 3114960"/>
              <a:gd name="connsiteY41681" fmla="*/ 3012281 h 5143785"/>
              <a:gd name="connsiteX41682" fmla="*/ 1768888 w 3114960"/>
              <a:gd name="connsiteY41682" fmla="*/ 3014663 h 5143785"/>
              <a:gd name="connsiteX41683" fmla="*/ 1768888 w 3114960"/>
              <a:gd name="connsiteY41683" fmla="*/ 3028188 h 5143785"/>
              <a:gd name="connsiteX41684" fmla="*/ 1766602 w 3114960"/>
              <a:gd name="connsiteY41684" fmla="*/ 3030569 h 5143785"/>
              <a:gd name="connsiteX41685" fmla="*/ 1753076 w 3114960"/>
              <a:gd name="connsiteY41685" fmla="*/ 3030569 h 5143785"/>
              <a:gd name="connsiteX41686" fmla="*/ 1750695 w 3114960"/>
              <a:gd name="connsiteY41686" fmla="*/ 3028284 h 5143785"/>
              <a:gd name="connsiteX41687" fmla="*/ 1750695 w 3114960"/>
              <a:gd name="connsiteY41687" fmla="*/ 3014758 h 5143785"/>
              <a:gd name="connsiteX41688" fmla="*/ 1752981 w 3114960"/>
              <a:gd name="connsiteY41688" fmla="*/ 3012377 h 5143785"/>
              <a:gd name="connsiteX41689" fmla="*/ 1766507 w 3114960"/>
              <a:gd name="connsiteY41689" fmla="*/ 3012377 h 5143785"/>
              <a:gd name="connsiteX41690" fmla="*/ 1982819 w 3114960"/>
              <a:gd name="connsiteY41690" fmla="*/ 2811113 h 5143785"/>
              <a:gd name="connsiteX41691" fmla="*/ 1969294 w 3114960"/>
              <a:gd name="connsiteY41691" fmla="*/ 2811113 h 5143785"/>
              <a:gd name="connsiteX41692" fmla="*/ 1966913 w 3114960"/>
              <a:gd name="connsiteY41692" fmla="*/ 2808827 h 5143785"/>
              <a:gd name="connsiteX41693" fmla="*/ 1966913 w 3114960"/>
              <a:gd name="connsiteY41693" fmla="*/ 2795302 h 5143785"/>
              <a:gd name="connsiteX41694" fmla="*/ 1969199 w 3114960"/>
              <a:gd name="connsiteY41694" fmla="*/ 2792921 h 5143785"/>
              <a:gd name="connsiteX41695" fmla="*/ 1982724 w 3114960"/>
              <a:gd name="connsiteY41695" fmla="*/ 2792921 h 5143785"/>
              <a:gd name="connsiteX41696" fmla="*/ 1985105 w 3114960"/>
              <a:gd name="connsiteY41696" fmla="*/ 2795207 h 5143785"/>
              <a:gd name="connsiteX41697" fmla="*/ 1985105 w 3114960"/>
              <a:gd name="connsiteY41697" fmla="*/ 2808732 h 5143785"/>
              <a:gd name="connsiteX41698" fmla="*/ 1982819 w 3114960"/>
              <a:gd name="connsiteY41698" fmla="*/ 2811113 h 5143785"/>
              <a:gd name="connsiteX41699" fmla="*/ 1817561 w 3114960"/>
              <a:gd name="connsiteY41699" fmla="*/ 2831306 h 5143785"/>
              <a:gd name="connsiteX41700" fmla="*/ 1812512 w 3114960"/>
              <a:gd name="connsiteY41700" fmla="*/ 2826258 h 5143785"/>
              <a:gd name="connsiteX41701" fmla="*/ 1817561 w 3114960"/>
              <a:gd name="connsiteY41701" fmla="*/ 2821210 h 5143785"/>
              <a:gd name="connsiteX41702" fmla="*/ 1822609 w 3114960"/>
              <a:gd name="connsiteY41702" fmla="*/ 2826258 h 5143785"/>
              <a:gd name="connsiteX41703" fmla="*/ 1817561 w 3114960"/>
              <a:gd name="connsiteY41703" fmla="*/ 2831306 h 5143785"/>
              <a:gd name="connsiteX41704" fmla="*/ 2072545 w 3114960"/>
              <a:gd name="connsiteY41704" fmla="*/ 2924747 h 5143785"/>
              <a:gd name="connsiteX41705" fmla="*/ 2079022 w 3114960"/>
              <a:gd name="connsiteY41705" fmla="*/ 2918270 h 5143785"/>
              <a:gd name="connsiteX41706" fmla="*/ 2085499 w 3114960"/>
              <a:gd name="connsiteY41706" fmla="*/ 2924747 h 5143785"/>
              <a:gd name="connsiteX41707" fmla="*/ 2079022 w 3114960"/>
              <a:gd name="connsiteY41707" fmla="*/ 2931224 h 5143785"/>
              <a:gd name="connsiteX41708" fmla="*/ 2072545 w 3114960"/>
              <a:gd name="connsiteY41708" fmla="*/ 2924747 h 5143785"/>
              <a:gd name="connsiteX41709" fmla="*/ 2189036 w 3114960"/>
              <a:gd name="connsiteY41709" fmla="*/ 3919061 h 5143785"/>
              <a:gd name="connsiteX41710" fmla="*/ 2193703 w 3114960"/>
              <a:gd name="connsiteY41710" fmla="*/ 3925729 h 5143785"/>
              <a:gd name="connsiteX41711" fmla="*/ 2199323 w 3114960"/>
              <a:gd name="connsiteY41711" fmla="*/ 3927348 h 5143785"/>
              <a:gd name="connsiteX41712" fmla="*/ 2201609 w 3114960"/>
              <a:gd name="connsiteY41712" fmla="*/ 3927062 h 5143785"/>
              <a:gd name="connsiteX41713" fmla="*/ 2208276 w 3114960"/>
              <a:gd name="connsiteY41713" fmla="*/ 3922395 h 5143785"/>
              <a:gd name="connsiteX41714" fmla="*/ 2209705 w 3114960"/>
              <a:gd name="connsiteY41714" fmla="*/ 3914394 h 5143785"/>
              <a:gd name="connsiteX41715" fmla="*/ 2205038 w 3114960"/>
              <a:gd name="connsiteY41715" fmla="*/ 3907727 h 5143785"/>
              <a:gd name="connsiteX41716" fmla="*/ 2197037 w 3114960"/>
              <a:gd name="connsiteY41716" fmla="*/ 3906298 h 5143785"/>
              <a:gd name="connsiteX41717" fmla="*/ 2195132 w 3114960"/>
              <a:gd name="connsiteY41717" fmla="*/ 3907155 h 5143785"/>
              <a:gd name="connsiteX41718" fmla="*/ 2164461 w 3114960"/>
              <a:gd name="connsiteY41718" fmla="*/ 3876009 h 5143785"/>
              <a:gd name="connsiteX41719" fmla="*/ 2135505 w 3114960"/>
              <a:gd name="connsiteY41719" fmla="*/ 3876009 h 5143785"/>
              <a:gd name="connsiteX41720" fmla="*/ 2123504 w 3114960"/>
              <a:gd name="connsiteY41720" fmla="*/ 3865912 h 5143785"/>
              <a:gd name="connsiteX41721" fmla="*/ 2111026 w 3114960"/>
              <a:gd name="connsiteY41721" fmla="*/ 3878390 h 5143785"/>
              <a:gd name="connsiteX41722" fmla="*/ 2123504 w 3114960"/>
              <a:gd name="connsiteY41722" fmla="*/ 3890867 h 5143785"/>
              <a:gd name="connsiteX41723" fmla="*/ 2135505 w 3114960"/>
              <a:gd name="connsiteY41723" fmla="*/ 3880771 h 5143785"/>
              <a:gd name="connsiteX41724" fmla="*/ 2162461 w 3114960"/>
              <a:gd name="connsiteY41724" fmla="*/ 3880771 h 5143785"/>
              <a:gd name="connsiteX41725" fmla="*/ 2191226 w 3114960"/>
              <a:gd name="connsiteY41725" fmla="*/ 3910013 h 5143785"/>
              <a:gd name="connsiteX41726" fmla="*/ 2190369 w 3114960"/>
              <a:gd name="connsiteY41726" fmla="*/ 3910870 h 5143785"/>
              <a:gd name="connsiteX41727" fmla="*/ 2188940 w 3114960"/>
              <a:gd name="connsiteY41727" fmla="*/ 3918871 h 5143785"/>
              <a:gd name="connsiteX41728" fmla="*/ 2194560 w 3114960"/>
              <a:gd name="connsiteY41728" fmla="*/ 3913727 h 5143785"/>
              <a:gd name="connsiteX41729" fmla="*/ 2198084 w 3114960"/>
              <a:gd name="connsiteY41729" fmla="*/ 3911251 h 5143785"/>
              <a:gd name="connsiteX41730" fmla="*/ 2198084 w 3114960"/>
              <a:gd name="connsiteY41730" fmla="*/ 3911251 h 5143785"/>
              <a:gd name="connsiteX41731" fmla="*/ 2199323 w 3114960"/>
              <a:gd name="connsiteY41731" fmla="*/ 3911155 h 5143785"/>
              <a:gd name="connsiteX41732" fmla="*/ 2202371 w 3114960"/>
              <a:gd name="connsiteY41732" fmla="*/ 3912013 h 5143785"/>
              <a:gd name="connsiteX41733" fmla="*/ 2204847 w 3114960"/>
              <a:gd name="connsiteY41733" fmla="*/ 3915537 h 5143785"/>
              <a:gd name="connsiteX41734" fmla="*/ 2204085 w 3114960"/>
              <a:gd name="connsiteY41734" fmla="*/ 3919823 h 5143785"/>
              <a:gd name="connsiteX41735" fmla="*/ 2200561 w 3114960"/>
              <a:gd name="connsiteY41735" fmla="*/ 3922300 h 5143785"/>
              <a:gd name="connsiteX41736" fmla="*/ 2196275 w 3114960"/>
              <a:gd name="connsiteY41736" fmla="*/ 3921538 h 5143785"/>
              <a:gd name="connsiteX41737" fmla="*/ 2193798 w 3114960"/>
              <a:gd name="connsiteY41737" fmla="*/ 3918013 h 5143785"/>
              <a:gd name="connsiteX41738" fmla="*/ 2194560 w 3114960"/>
              <a:gd name="connsiteY41738" fmla="*/ 3913727 h 5143785"/>
              <a:gd name="connsiteX41739" fmla="*/ 2123504 w 3114960"/>
              <a:gd name="connsiteY41739" fmla="*/ 3886200 h 5143785"/>
              <a:gd name="connsiteX41740" fmla="*/ 2115884 w 3114960"/>
              <a:gd name="connsiteY41740" fmla="*/ 3878580 h 5143785"/>
              <a:gd name="connsiteX41741" fmla="*/ 2123504 w 3114960"/>
              <a:gd name="connsiteY41741" fmla="*/ 3870960 h 5143785"/>
              <a:gd name="connsiteX41742" fmla="*/ 2131124 w 3114960"/>
              <a:gd name="connsiteY41742" fmla="*/ 3878580 h 5143785"/>
              <a:gd name="connsiteX41743" fmla="*/ 2123504 w 3114960"/>
              <a:gd name="connsiteY41743" fmla="*/ 3886200 h 5143785"/>
              <a:gd name="connsiteX41744" fmla="*/ 505111 w 3114960"/>
              <a:gd name="connsiteY41744" fmla="*/ 1629347 h 5143785"/>
              <a:gd name="connsiteX41745" fmla="*/ 517779 w 3114960"/>
              <a:gd name="connsiteY41745" fmla="*/ 1616678 h 5143785"/>
              <a:gd name="connsiteX41746" fmla="*/ 530447 w 3114960"/>
              <a:gd name="connsiteY41746" fmla="*/ 1629347 h 5143785"/>
              <a:gd name="connsiteX41747" fmla="*/ 517779 w 3114960"/>
              <a:gd name="connsiteY41747" fmla="*/ 1642015 h 5143785"/>
              <a:gd name="connsiteX41748" fmla="*/ 505111 w 3114960"/>
              <a:gd name="connsiteY41748" fmla="*/ 1629347 h 5143785"/>
              <a:gd name="connsiteX41749" fmla="*/ 2075593 w 3114960"/>
              <a:gd name="connsiteY41749" fmla="*/ 3911155 h 5143785"/>
              <a:gd name="connsiteX41750" fmla="*/ 2075593 w 3114960"/>
              <a:gd name="connsiteY41750" fmla="*/ 3901630 h 5143785"/>
              <a:gd name="connsiteX41751" fmla="*/ 2079879 w 3114960"/>
              <a:gd name="connsiteY41751" fmla="*/ 3897344 h 5143785"/>
              <a:gd name="connsiteX41752" fmla="*/ 2090166 w 3114960"/>
              <a:gd name="connsiteY41752" fmla="*/ 3897344 h 5143785"/>
              <a:gd name="connsiteX41753" fmla="*/ 2093690 w 3114960"/>
              <a:gd name="connsiteY41753" fmla="*/ 3900869 h 5143785"/>
              <a:gd name="connsiteX41754" fmla="*/ 2093690 w 3114960"/>
              <a:gd name="connsiteY41754" fmla="*/ 3911155 h 5143785"/>
              <a:gd name="connsiteX41755" fmla="*/ 2089404 w 3114960"/>
              <a:gd name="connsiteY41755" fmla="*/ 3915442 h 5143785"/>
              <a:gd name="connsiteX41756" fmla="*/ 2079879 w 3114960"/>
              <a:gd name="connsiteY41756" fmla="*/ 3915442 h 5143785"/>
              <a:gd name="connsiteX41757" fmla="*/ 2075593 w 3114960"/>
              <a:gd name="connsiteY41757" fmla="*/ 3911155 h 5143785"/>
              <a:gd name="connsiteX41758" fmla="*/ 2139696 w 3114960"/>
              <a:gd name="connsiteY41758" fmla="*/ 3756279 h 5143785"/>
              <a:gd name="connsiteX41759" fmla="*/ 2160270 w 3114960"/>
              <a:gd name="connsiteY41759" fmla="*/ 3728371 h 5143785"/>
              <a:gd name="connsiteX41760" fmla="*/ 2173034 w 3114960"/>
              <a:gd name="connsiteY41760" fmla="*/ 3728371 h 5143785"/>
              <a:gd name="connsiteX41761" fmla="*/ 2186083 w 3114960"/>
              <a:gd name="connsiteY41761" fmla="*/ 3715322 h 5143785"/>
              <a:gd name="connsiteX41762" fmla="*/ 2186083 w 3114960"/>
              <a:gd name="connsiteY41762" fmla="*/ 3686747 h 5143785"/>
              <a:gd name="connsiteX41763" fmla="*/ 2173034 w 3114960"/>
              <a:gd name="connsiteY41763" fmla="*/ 3673697 h 5143785"/>
              <a:gd name="connsiteX41764" fmla="*/ 2161127 w 3114960"/>
              <a:gd name="connsiteY41764" fmla="*/ 3673697 h 5143785"/>
              <a:gd name="connsiteX41765" fmla="*/ 2161127 w 3114960"/>
              <a:gd name="connsiteY41765" fmla="*/ 3635407 h 5143785"/>
              <a:gd name="connsiteX41766" fmla="*/ 2128742 w 3114960"/>
              <a:gd name="connsiteY41766" fmla="*/ 3605689 h 5143785"/>
              <a:gd name="connsiteX41767" fmla="*/ 2161032 w 3114960"/>
              <a:gd name="connsiteY41767" fmla="*/ 3575971 h 5143785"/>
              <a:gd name="connsiteX41768" fmla="*/ 2161032 w 3114960"/>
              <a:gd name="connsiteY41768" fmla="*/ 3537490 h 5143785"/>
              <a:gd name="connsiteX41769" fmla="*/ 2173034 w 3114960"/>
              <a:gd name="connsiteY41769" fmla="*/ 3537490 h 5143785"/>
              <a:gd name="connsiteX41770" fmla="*/ 2182559 w 3114960"/>
              <a:gd name="connsiteY41770" fmla="*/ 3527965 h 5143785"/>
              <a:gd name="connsiteX41771" fmla="*/ 2182559 w 3114960"/>
              <a:gd name="connsiteY41771" fmla="*/ 3499390 h 5143785"/>
              <a:gd name="connsiteX41772" fmla="*/ 2174177 w 3114960"/>
              <a:gd name="connsiteY41772" fmla="*/ 3490151 h 5143785"/>
              <a:gd name="connsiteX41773" fmla="*/ 2174177 w 3114960"/>
              <a:gd name="connsiteY41773" fmla="*/ 3267647 h 5143785"/>
              <a:gd name="connsiteX41774" fmla="*/ 2183321 w 3114960"/>
              <a:gd name="connsiteY41774" fmla="*/ 3262027 h 5143785"/>
              <a:gd name="connsiteX41775" fmla="*/ 2180273 w 3114960"/>
              <a:gd name="connsiteY41775" fmla="*/ 3242024 h 5143785"/>
              <a:gd name="connsiteX41776" fmla="*/ 2171795 w 3114960"/>
              <a:gd name="connsiteY41776" fmla="*/ 3239262 h 5143785"/>
              <a:gd name="connsiteX41777" fmla="*/ 2160270 w 3114960"/>
              <a:gd name="connsiteY41777" fmla="*/ 3245072 h 5143785"/>
              <a:gd name="connsiteX41778" fmla="*/ 2163318 w 3114960"/>
              <a:gd name="connsiteY41778" fmla="*/ 3265075 h 5143785"/>
              <a:gd name="connsiteX41779" fmla="*/ 2169414 w 3114960"/>
              <a:gd name="connsiteY41779" fmla="*/ 3267551 h 5143785"/>
              <a:gd name="connsiteX41780" fmla="*/ 2169414 w 3114960"/>
              <a:gd name="connsiteY41780" fmla="*/ 3489865 h 5143785"/>
              <a:gd name="connsiteX41781" fmla="*/ 2144554 w 3114960"/>
              <a:gd name="connsiteY41781" fmla="*/ 3489865 h 5143785"/>
              <a:gd name="connsiteX41782" fmla="*/ 2140744 w 3114960"/>
              <a:gd name="connsiteY41782" fmla="*/ 3490722 h 5143785"/>
              <a:gd name="connsiteX41783" fmla="*/ 2112264 w 3114960"/>
              <a:gd name="connsiteY41783" fmla="*/ 3458242 h 5143785"/>
              <a:gd name="connsiteX41784" fmla="*/ 2112264 w 3114960"/>
              <a:gd name="connsiteY41784" fmla="*/ 3267551 h 5143785"/>
              <a:gd name="connsiteX41785" fmla="*/ 2121408 w 3114960"/>
              <a:gd name="connsiteY41785" fmla="*/ 3261932 h 5143785"/>
              <a:gd name="connsiteX41786" fmla="*/ 2118360 w 3114960"/>
              <a:gd name="connsiteY41786" fmla="*/ 3241929 h 5143785"/>
              <a:gd name="connsiteX41787" fmla="*/ 2109883 w 3114960"/>
              <a:gd name="connsiteY41787" fmla="*/ 3239167 h 5143785"/>
              <a:gd name="connsiteX41788" fmla="*/ 2098358 w 3114960"/>
              <a:gd name="connsiteY41788" fmla="*/ 3244977 h 5143785"/>
              <a:gd name="connsiteX41789" fmla="*/ 2101406 w 3114960"/>
              <a:gd name="connsiteY41789" fmla="*/ 3264980 h 5143785"/>
              <a:gd name="connsiteX41790" fmla="*/ 2107502 w 3114960"/>
              <a:gd name="connsiteY41790" fmla="*/ 3267456 h 5143785"/>
              <a:gd name="connsiteX41791" fmla="*/ 2107502 w 3114960"/>
              <a:gd name="connsiteY41791" fmla="*/ 3459956 h 5143785"/>
              <a:gd name="connsiteX41792" fmla="*/ 2137124 w 3114960"/>
              <a:gd name="connsiteY41792" fmla="*/ 3493770 h 5143785"/>
              <a:gd name="connsiteX41793" fmla="*/ 2135124 w 3114960"/>
              <a:gd name="connsiteY41793" fmla="*/ 3499390 h 5143785"/>
              <a:gd name="connsiteX41794" fmla="*/ 2135124 w 3114960"/>
              <a:gd name="connsiteY41794" fmla="*/ 3527965 h 5143785"/>
              <a:gd name="connsiteX41795" fmla="*/ 2144649 w 3114960"/>
              <a:gd name="connsiteY41795" fmla="*/ 3537490 h 5143785"/>
              <a:gd name="connsiteX41796" fmla="*/ 2156555 w 3114960"/>
              <a:gd name="connsiteY41796" fmla="*/ 3537490 h 5143785"/>
              <a:gd name="connsiteX41797" fmla="*/ 2156555 w 3114960"/>
              <a:gd name="connsiteY41797" fmla="*/ 3573875 h 5143785"/>
              <a:gd name="connsiteX41798" fmla="*/ 2126647 w 3114960"/>
              <a:gd name="connsiteY41798" fmla="*/ 3601307 h 5143785"/>
              <a:gd name="connsiteX41799" fmla="*/ 2126647 w 3114960"/>
              <a:gd name="connsiteY41799" fmla="*/ 3601307 h 5143785"/>
              <a:gd name="connsiteX41800" fmla="*/ 2117122 w 3114960"/>
              <a:gd name="connsiteY41800" fmla="*/ 3591687 h 5143785"/>
              <a:gd name="connsiteX41801" fmla="*/ 2088547 w 3114960"/>
              <a:gd name="connsiteY41801" fmla="*/ 3591687 h 5143785"/>
              <a:gd name="connsiteX41802" fmla="*/ 2079022 w 3114960"/>
              <a:gd name="connsiteY41802" fmla="*/ 3601212 h 5143785"/>
              <a:gd name="connsiteX41803" fmla="*/ 2079022 w 3114960"/>
              <a:gd name="connsiteY41803" fmla="*/ 3604070 h 5143785"/>
              <a:gd name="connsiteX41804" fmla="*/ 2049113 w 3114960"/>
              <a:gd name="connsiteY41804" fmla="*/ 3576542 h 5143785"/>
              <a:gd name="connsiteX41805" fmla="*/ 2049113 w 3114960"/>
              <a:gd name="connsiteY41805" fmla="*/ 3541014 h 5143785"/>
              <a:gd name="connsiteX41806" fmla="*/ 2061115 w 3114960"/>
              <a:gd name="connsiteY41806" fmla="*/ 3541014 h 5143785"/>
              <a:gd name="connsiteX41807" fmla="*/ 2074164 w 3114960"/>
              <a:gd name="connsiteY41807" fmla="*/ 3527965 h 5143785"/>
              <a:gd name="connsiteX41808" fmla="*/ 2074164 w 3114960"/>
              <a:gd name="connsiteY41808" fmla="*/ 3499390 h 5143785"/>
              <a:gd name="connsiteX41809" fmla="*/ 2061115 w 3114960"/>
              <a:gd name="connsiteY41809" fmla="*/ 3486341 h 5143785"/>
              <a:gd name="connsiteX41810" fmla="*/ 2046827 w 3114960"/>
              <a:gd name="connsiteY41810" fmla="*/ 3486341 h 5143785"/>
              <a:gd name="connsiteX41811" fmla="*/ 2046351 w 3114960"/>
              <a:gd name="connsiteY41811" fmla="*/ 3306890 h 5143785"/>
              <a:gd name="connsiteX41812" fmla="*/ 2046351 w 3114960"/>
              <a:gd name="connsiteY41812" fmla="*/ 3306032 h 5143785"/>
              <a:gd name="connsiteX41813" fmla="*/ 2032064 w 3114960"/>
              <a:gd name="connsiteY41813" fmla="*/ 3289935 h 5143785"/>
              <a:gd name="connsiteX41814" fmla="*/ 2032064 w 3114960"/>
              <a:gd name="connsiteY41814" fmla="*/ 3264503 h 5143785"/>
              <a:gd name="connsiteX41815" fmla="*/ 2040446 w 3114960"/>
              <a:gd name="connsiteY41815" fmla="*/ 3264503 h 5143785"/>
              <a:gd name="connsiteX41816" fmla="*/ 2046542 w 3114960"/>
              <a:gd name="connsiteY41816" fmla="*/ 3258407 h 5143785"/>
              <a:gd name="connsiteX41817" fmla="*/ 2046542 w 3114960"/>
              <a:gd name="connsiteY41817" fmla="*/ 3252788 h 5143785"/>
              <a:gd name="connsiteX41818" fmla="*/ 2040446 w 3114960"/>
              <a:gd name="connsiteY41818" fmla="*/ 3246692 h 5143785"/>
              <a:gd name="connsiteX41819" fmla="*/ 2018824 w 3114960"/>
              <a:gd name="connsiteY41819" fmla="*/ 3246692 h 5143785"/>
              <a:gd name="connsiteX41820" fmla="*/ 2012728 w 3114960"/>
              <a:gd name="connsiteY41820" fmla="*/ 3252788 h 5143785"/>
              <a:gd name="connsiteX41821" fmla="*/ 2012728 w 3114960"/>
              <a:gd name="connsiteY41821" fmla="*/ 3258407 h 5143785"/>
              <a:gd name="connsiteX41822" fmla="*/ 2018824 w 3114960"/>
              <a:gd name="connsiteY41822" fmla="*/ 3264503 h 5143785"/>
              <a:gd name="connsiteX41823" fmla="*/ 2027301 w 3114960"/>
              <a:gd name="connsiteY41823" fmla="*/ 3264503 h 5143785"/>
              <a:gd name="connsiteX41824" fmla="*/ 2027301 w 3114960"/>
              <a:gd name="connsiteY41824" fmla="*/ 3291745 h 5143785"/>
              <a:gd name="connsiteX41825" fmla="*/ 2041684 w 3114960"/>
              <a:gd name="connsiteY41825" fmla="*/ 3307842 h 5143785"/>
              <a:gd name="connsiteX41826" fmla="*/ 2042160 w 3114960"/>
              <a:gd name="connsiteY41826" fmla="*/ 3486341 h 5143785"/>
              <a:gd name="connsiteX41827" fmla="*/ 2032635 w 3114960"/>
              <a:gd name="connsiteY41827" fmla="*/ 3486341 h 5143785"/>
              <a:gd name="connsiteX41828" fmla="*/ 2019586 w 3114960"/>
              <a:gd name="connsiteY41828" fmla="*/ 3499390 h 5143785"/>
              <a:gd name="connsiteX41829" fmla="*/ 2019586 w 3114960"/>
              <a:gd name="connsiteY41829" fmla="*/ 3527965 h 5143785"/>
              <a:gd name="connsiteX41830" fmla="*/ 2032635 w 3114960"/>
              <a:gd name="connsiteY41830" fmla="*/ 3541014 h 5143785"/>
              <a:gd name="connsiteX41831" fmla="*/ 2044351 w 3114960"/>
              <a:gd name="connsiteY41831" fmla="*/ 3541014 h 5143785"/>
              <a:gd name="connsiteX41832" fmla="*/ 2044351 w 3114960"/>
              <a:gd name="connsiteY41832" fmla="*/ 3578638 h 5143785"/>
              <a:gd name="connsiteX41833" fmla="*/ 2076355 w 3114960"/>
              <a:gd name="connsiteY41833" fmla="*/ 3608070 h 5143785"/>
              <a:gd name="connsiteX41834" fmla="*/ 2044446 w 3114960"/>
              <a:gd name="connsiteY41834" fmla="*/ 3637502 h 5143785"/>
              <a:gd name="connsiteX41835" fmla="*/ 2044446 w 3114960"/>
              <a:gd name="connsiteY41835" fmla="*/ 3673697 h 5143785"/>
              <a:gd name="connsiteX41836" fmla="*/ 2032540 w 3114960"/>
              <a:gd name="connsiteY41836" fmla="*/ 3673697 h 5143785"/>
              <a:gd name="connsiteX41837" fmla="*/ 2019491 w 3114960"/>
              <a:gd name="connsiteY41837" fmla="*/ 3686747 h 5143785"/>
              <a:gd name="connsiteX41838" fmla="*/ 2019491 w 3114960"/>
              <a:gd name="connsiteY41838" fmla="*/ 3715322 h 5143785"/>
              <a:gd name="connsiteX41839" fmla="*/ 2032540 w 3114960"/>
              <a:gd name="connsiteY41839" fmla="*/ 3728371 h 5143785"/>
              <a:gd name="connsiteX41840" fmla="*/ 2061115 w 3114960"/>
              <a:gd name="connsiteY41840" fmla="*/ 3728371 h 5143785"/>
              <a:gd name="connsiteX41841" fmla="*/ 2074164 w 3114960"/>
              <a:gd name="connsiteY41841" fmla="*/ 3715322 h 5143785"/>
              <a:gd name="connsiteX41842" fmla="*/ 2074164 w 3114960"/>
              <a:gd name="connsiteY41842" fmla="*/ 3686747 h 5143785"/>
              <a:gd name="connsiteX41843" fmla="*/ 2061115 w 3114960"/>
              <a:gd name="connsiteY41843" fmla="*/ 3673697 h 5143785"/>
              <a:gd name="connsiteX41844" fmla="*/ 2049018 w 3114960"/>
              <a:gd name="connsiteY41844" fmla="*/ 3673697 h 5143785"/>
              <a:gd name="connsiteX41845" fmla="*/ 2049018 w 3114960"/>
              <a:gd name="connsiteY41845" fmla="*/ 3639598 h 5143785"/>
              <a:gd name="connsiteX41846" fmla="*/ 2079593 w 3114960"/>
              <a:gd name="connsiteY41846" fmla="*/ 3611499 h 5143785"/>
              <a:gd name="connsiteX41847" fmla="*/ 2088547 w 3114960"/>
              <a:gd name="connsiteY41847" fmla="*/ 3618262 h 5143785"/>
              <a:gd name="connsiteX41848" fmla="*/ 2117122 w 3114960"/>
              <a:gd name="connsiteY41848" fmla="*/ 3618262 h 5143785"/>
              <a:gd name="connsiteX41849" fmla="*/ 2126456 w 3114960"/>
              <a:gd name="connsiteY41849" fmla="*/ 3609785 h 5143785"/>
              <a:gd name="connsiteX41850" fmla="*/ 2156460 w 3114960"/>
              <a:gd name="connsiteY41850" fmla="*/ 3637407 h 5143785"/>
              <a:gd name="connsiteX41851" fmla="*/ 2156460 w 3114960"/>
              <a:gd name="connsiteY41851" fmla="*/ 3673602 h 5143785"/>
              <a:gd name="connsiteX41852" fmla="*/ 2144649 w 3114960"/>
              <a:gd name="connsiteY41852" fmla="*/ 3673602 h 5143785"/>
              <a:gd name="connsiteX41853" fmla="*/ 2131600 w 3114960"/>
              <a:gd name="connsiteY41853" fmla="*/ 3686651 h 5143785"/>
              <a:gd name="connsiteX41854" fmla="*/ 2131600 w 3114960"/>
              <a:gd name="connsiteY41854" fmla="*/ 3715226 h 5143785"/>
              <a:gd name="connsiteX41855" fmla="*/ 2144649 w 3114960"/>
              <a:gd name="connsiteY41855" fmla="*/ 3728276 h 5143785"/>
              <a:gd name="connsiteX41856" fmla="*/ 2154555 w 3114960"/>
              <a:gd name="connsiteY41856" fmla="*/ 3728276 h 5143785"/>
              <a:gd name="connsiteX41857" fmla="*/ 2137505 w 3114960"/>
              <a:gd name="connsiteY41857" fmla="*/ 3751421 h 5143785"/>
              <a:gd name="connsiteX41858" fmla="*/ 1991678 w 3114960"/>
              <a:gd name="connsiteY41858" fmla="*/ 3751421 h 5143785"/>
              <a:gd name="connsiteX41859" fmla="*/ 1927003 w 3114960"/>
              <a:gd name="connsiteY41859" fmla="*/ 3820954 h 5143785"/>
              <a:gd name="connsiteX41860" fmla="*/ 1927003 w 3114960"/>
              <a:gd name="connsiteY41860" fmla="*/ 3927253 h 5143785"/>
              <a:gd name="connsiteX41861" fmla="*/ 1915573 w 3114960"/>
              <a:gd name="connsiteY41861" fmla="*/ 3940874 h 5143785"/>
              <a:gd name="connsiteX41862" fmla="*/ 1929384 w 3114960"/>
              <a:gd name="connsiteY41862" fmla="*/ 3954685 h 5143785"/>
              <a:gd name="connsiteX41863" fmla="*/ 1943195 w 3114960"/>
              <a:gd name="connsiteY41863" fmla="*/ 3940874 h 5143785"/>
              <a:gd name="connsiteX41864" fmla="*/ 1931765 w 3114960"/>
              <a:gd name="connsiteY41864" fmla="*/ 3927253 h 5143785"/>
              <a:gd name="connsiteX41865" fmla="*/ 1931765 w 3114960"/>
              <a:gd name="connsiteY41865" fmla="*/ 3822859 h 5143785"/>
              <a:gd name="connsiteX41866" fmla="*/ 1993582 w 3114960"/>
              <a:gd name="connsiteY41866" fmla="*/ 3756184 h 5143785"/>
              <a:gd name="connsiteX41867" fmla="*/ 2139791 w 3114960"/>
              <a:gd name="connsiteY41867" fmla="*/ 3756184 h 5143785"/>
              <a:gd name="connsiteX41868" fmla="*/ 2164842 w 3114960"/>
              <a:gd name="connsiteY41868" fmla="*/ 3262884 h 5143785"/>
              <a:gd name="connsiteX41869" fmla="*/ 2162366 w 3114960"/>
              <a:gd name="connsiteY41869" fmla="*/ 3246501 h 5143785"/>
              <a:gd name="connsiteX41870" fmla="*/ 2178749 w 3114960"/>
              <a:gd name="connsiteY41870" fmla="*/ 3244025 h 5143785"/>
              <a:gd name="connsiteX41871" fmla="*/ 2183416 w 3114960"/>
              <a:gd name="connsiteY41871" fmla="*/ 3251645 h 5143785"/>
              <a:gd name="connsiteX41872" fmla="*/ 2181320 w 3114960"/>
              <a:gd name="connsiteY41872" fmla="*/ 3260312 h 5143785"/>
              <a:gd name="connsiteX41873" fmla="*/ 2173700 w 3114960"/>
              <a:gd name="connsiteY41873" fmla="*/ 3264980 h 5143785"/>
              <a:gd name="connsiteX41874" fmla="*/ 2171891 w 3114960"/>
              <a:gd name="connsiteY41874" fmla="*/ 3265075 h 5143785"/>
              <a:gd name="connsiteX41875" fmla="*/ 2165033 w 3114960"/>
              <a:gd name="connsiteY41875" fmla="*/ 3262789 h 5143785"/>
              <a:gd name="connsiteX41876" fmla="*/ 2109692 w 3114960"/>
              <a:gd name="connsiteY41876" fmla="*/ 3265170 h 5143785"/>
              <a:gd name="connsiteX41877" fmla="*/ 2102834 w 3114960"/>
              <a:gd name="connsiteY41877" fmla="*/ 3262884 h 5143785"/>
              <a:gd name="connsiteX41878" fmla="*/ 2100358 w 3114960"/>
              <a:gd name="connsiteY41878" fmla="*/ 3246501 h 5143785"/>
              <a:gd name="connsiteX41879" fmla="*/ 2116741 w 3114960"/>
              <a:gd name="connsiteY41879" fmla="*/ 3244025 h 5143785"/>
              <a:gd name="connsiteX41880" fmla="*/ 2121408 w 3114960"/>
              <a:gd name="connsiteY41880" fmla="*/ 3251645 h 5143785"/>
              <a:gd name="connsiteX41881" fmla="*/ 2119313 w 3114960"/>
              <a:gd name="connsiteY41881" fmla="*/ 3260312 h 5143785"/>
              <a:gd name="connsiteX41882" fmla="*/ 2111693 w 3114960"/>
              <a:gd name="connsiteY41882" fmla="*/ 3264980 h 5143785"/>
              <a:gd name="connsiteX41883" fmla="*/ 2109883 w 3114960"/>
              <a:gd name="connsiteY41883" fmla="*/ 3265075 h 5143785"/>
              <a:gd name="connsiteX41884" fmla="*/ 2018728 w 3114960"/>
              <a:gd name="connsiteY41884" fmla="*/ 3259741 h 5143785"/>
              <a:gd name="connsiteX41885" fmla="*/ 2017395 w 3114960"/>
              <a:gd name="connsiteY41885" fmla="*/ 3258407 h 5143785"/>
              <a:gd name="connsiteX41886" fmla="*/ 2017395 w 3114960"/>
              <a:gd name="connsiteY41886" fmla="*/ 3252788 h 5143785"/>
              <a:gd name="connsiteX41887" fmla="*/ 2018728 w 3114960"/>
              <a:gd name="connsiteY41887" fmla="*/ 3251454 h 5143785"/>
              <a:gd name="connsiteX41888" fmla="*/ 2040350 w 3114960"/>
              <a:gd name="connsiteY41888" fmla="*/ 3251454 h 5143785"/>
              <a:gd name="connsiteX41889" fmla="*/ 2041684 w 3114960"/>
              <a:gd name="connsiteY41889" fmla="*/ 3252788 h 5143785"/>
              <a:gd name="connsiteX41890" fmla="*/ 2041684 w 3114960"/>
              <a:gd name="connsiteY41890" fmla="*/ 3258407 h 5143785"/>
              <a:gd name="connsiteX41891" fmla="*/ 2040350 w 3114960"/>
              <a:gd name="connsiteY41891" fmla="*/ 3259741 h 5143785"/>
              <a:gd name="connsiteX41892" fmla="*/ 2018728 w 3114960"/>
              <a:gd name="connsiteY41892" fmla="*/ 3259741 h 5143785"/>
              <a:gd name="connsiteX41893" fmla="*/ 2032349 w 3114960"/>
              <a:gd name="connsiteY41893" fmla="*/ 3533870 h 5143785"/>
              <a:gd name="connsiteX41894" fmla="*/ 2026444 w 3114960"/>
              <a:gd name="connsiteY41894" fmla="*/ 3527965 h 5143785"/>
              <a:gd name="connsiteX41895" fmla="*/ 2026444 w 3114960"/>
              <a:gd name="connsiteY41895" fmla="*/ 3499390 h 5143785"/>
              <a:gd name="connsiteX41896" fmla="*/ 2032349 w 3114960"/>
              <a:gd name="connsiteY41896" fmla="*/ 3493484 h 5143785"/>
              <a:gd name="connsiteX41897" fmla="*/ 2060924 w 3114960"/>
              <a:gd name="connsiteY41897" fmla="*/ 3493484 h 5143785"/>
              <a:gd name="connsiteX41898" fmla="*/ 2066830 w 3114960"/>
              <a:gd name="connsiteY41898" fmla="*/ 3499390 h 5143785"/>
              <a:gd name="connsiteX41899" fmla="*/ 2066830 w 3114960"/>
              <a:gd name="connsiteY41899" fmla="*/ 3527965 h 5143785"/>
              <a:gd name="connsiteX41900" fmla="*/ 2060924 w 3114960"/>
              <a:gd name="connsiteY41900" fmla="*/ 3533870 h 5143785"/>
              <a:gd name="connsiteX41901" fmla="*/ 2032349 w 3114960"/>
              <a:gd name="connsiteY41901" fmla="*/ 3533870 h 5143785"/>
              <a:gd name="connsiteX41902" fmla="*/ 2061020 w 3114960"/>
              <a:gd name="connsiteY41902" fmla="*/ 3680841 h 5143785"/>
              <a:gd name="connsiteX41903" fmla="*/ 2066925 w 3114960"/>
              <a:gd name="connsiteY41903" fmla="*/ 3686747 h 5143785"/>
              <a:gd name="connsiteX41904" fmla="*/ 2066925 w 3114960"/>
              <a:gd name="connsiteY41904" fmla="*/ 3715322 h 5143785"/>
              <a:gd name="connsiteX41905" fmla="*/ 2061020 w 3114960"/>
              <a:gd name="connsiteY41905" fmla="*/ 3721227 h 5143785"/>
              <a:gd name="connsiteX41906" fmla="*/ 2032445 w 3114960"/>
              <a:gd name="connsiteY41906" fmla="*/ 3721227 h 5143785"/>
              <a:gd name="connsiteX41907" fmla="*/ 2026539 w 3114960"/>
              <a:gd name="connsiteY41907" fmla="*/ 3715322 h 5143785"/>
              <a:gd name="connsiteX41908" fmla="*/ 2026539 w 3114960"/>
              <a:gd name="connsiteY41908" fmla="*/ 3686747 h 5143785"/>
              <a:gd name="connsiteX41909" fmla="*/ 2032445 w 3114960"/>
              <a:gd name="connsiteY41909" fmla="*/ 3680841 h 5143785"/>
              <a:gd name="connsiteX41910" fmla="*/ 2061020 w 3114960"/>
              <a:gd name="connsiteY41910" fmla="*/ 3680841 h 5143785"/>
              <a:gd name="connsiteX41911" fmla="*/ 2078927 w 3114960"/>
              <a:gd name="connsiteY41911" fmla="*/ 3608832 h 5143785"/>
              <a:gd name="connsiteX41912" fmla="*/ 2078260 w 3114960"/>
              <a:gd name="connsiteY41912" fmla="*/ 3608165 h 5143785"/>
              <a:gd name="connsiteX41913" fmla="*/ 2078927 w 3114960"/>
              <a:gd name="connsiteY41913" fmla="*/ 3607499 h 5143785"/>
              <a:gd name="connsiteX41914" fmla="*/ 2078927 w 3114960"/>
              <a:gd name="connsiteY41914" fmla="*/ 3608927 h 5143785"/>
              <a:gd name="connsiteX41915" fmla="*/ 2126456 w 3114960"/>
              <a:gd name="connsiteY41915" fmla="*/ 3606546 h 5143785"/>
              <a:gd name="connsiteX41916" fmla="*/ 2126456 w 3114960"/>
              <a:gd name="connsiteY41916" fmla="*/ 3604736 h 5143785"/>
              <a:gd name="connsiteX41917" fmla="*/ 2127314 w 3114960"/>
              <a:gd name="connsiteY41917" fmla="*/ 3605689 h 5143785"/>
              <a:gd name="connsiteX41918" fmla="*/ 2126456 w 3114960"/>
              <a:gd name="connsiteY41918" fmla="*/ 3606642 h 5143785"/>
              <a:gd name="connsiteX41919" fmla="*/ 2144459 w 3114960"/>
              <a:gd name="connsiteY41919" fmla="*/ 3721322 h 5143785"/>
              <a:gd name="connsiteX41920" fmla="*/ 2138553 w 3114960"/>
              <a:gd name="connsiteY41920" fmla="*/ 3715417 h 5143785"/>
              <a:gd name="connsiteX41921" fmla="*/ 2138553 w 3114960"/>
              <a:gd name="connsiteY41921" fmla="*/ 3686842 h 5143785"/>
              <a:gd name="connsiteX41922" fmla="*/ 2144459 w 3114960"/>
              <a:gd name="connsiteY41922" fmla="*/ 3680936 h 5143785"/>
              <a:gd name="connsiteX41923" fmla="*/ 2173034 w 3114960"/>
              <a:gd name="connsiteY41923" fmla="*/ 3680936 h 5143785"/>
              <a:gd name="connsiteX41924" fmla="*/ 2178939 w 3114960"/>
              <a:gd name="connsiteY41924" fmla="*/ 3686842 h 5143785"/>
              <a:gd name="connsiteX41925" fmla="*/ 2178939 w 3114960"/>
              <a:gd name="connsiteY41925" fmla="*/ 3715417 h 5143785"/>
              <a:gd name="connsiteX41926" fmla="*/ 2173034 w 3114960"/>
              <a:gd name="connsiteY41926" fmla="*/ 3721322 h 5143785"/>
              <a:gd name="connsiteX41927" fmla="*/ 2144459 w 3114960"/>
              <a:gd name="connsiteY41927" fmla="*/ 3721322 h 5143785"/>
              <a:gd name="connsiteX41928" fmla="*/ 546926 w 3114960"/>
              <a:gd name="connsiteY41928" fmla="*/ 3143155 h 5143785"/>
              <a:gd name="connsiteX41929" fmla="*/ 534162 w 3114960"/>
              <a:gd name="connsiteY41929" fmla="*/ 3129725 h 5143785"/>
              <a:gd name="connsiteX41930" fmla="*/ 537591 w 3114960"/>
              <a:gd name="connsiteY41930" fmla="*/ 3126486 h 5143785"/>
              <a:gd name="connsiteX41931" fmla="*/ 550355 w 3114960"/>
              <a:gd name="connsiteY41931" fmla="*/ 3139917 h 5143785"/>
              <a:gd name="connsiteX41932" fmla="*/ 546926 w 3114960"/>
              <a:gd name="connsiteY41932" fmla="*/ 3143155 h 5143785"/>
              <a:gd name="connsiteX41933" fmla="*/ 120110 w 3114960"/>
              <a:gd name="connsiteY41933" fmla="*/ 2994279 h 5143785"/>
              <a:gd name="connsiteX41934" fmla="*/ 120491 w 3114960"/>
              <a:gd name="connsiteY41934" fmla="*/ 2994565 h 5143785"/>
              <a:gd name="connsiteX41935" fmla="*/ 194215 w 3114960"/>
              <a:gd name="connsiteY41935" fmla="*/ 2994565 h 5143785"/>
              <a:gd name="connsiteX41936" fmla="*/ 206502 w 3114960"/>
              <a:gd name="connsiteY41936" fmla="*/ 3004661 h 5143785"/>
              <a:gd name="connsiteX41937" fmla="*/ 208121 w 3114960"/>
              <a:gd name="connsiteY41937" fmla="*/ 3004566 h 5143785"/>
              <a:gd name="connsiteX41938" fmla="*/ 219075 w 3114960"/>
              <a:gd name="connsiteY41938" fmla="*/ 2990374 h 5143785"/>
              <a:gd name="connsiteX41939" fmla="*/ 214313 w 3114960"/>
              <a:gd name="connsiteY41939" fmla="*/ 2981992 h 5143785"/>
              <a:gd name="connsiteX41940" fmla="*/ 204978 w 3114960"/>
              <a:gd name="connsiteY41940" fmla="*/ 2979420 h 5143785"/>
              <a:gd name="connsiteX41941" fmla="*/ 196596 w 3114960"/>
              <a:gd name="connsiteY41941" fmla="*/ 2984183 h 5143785"/>
              <a:gd name="connsiteX41942" fmla="*/ 194120 w 3114960"/>
              <a:gd name="connsiteY41942" fmla="*/ 2991993 h 5143785"/>
              <a:gd name="connsiteX41943" fmla="*/ 121444 w 3114960"/>
              <a:gd name="connsiteY41943" fmla="*/ 2991993 h 5143785"/>
              <a:gd name="connsiteX41944" fmla="*/ 54959 w 3114960"/>
              <a:gd name="connsiteY41944" fmla="*/ 2934557 h 5143785"/>
              <a:gd name="connsiteX41945" fmla="*/ 54578 w 3114960"/>
              <a:gd name="connsiteY41945" fmla="*/ 2934272 h 5143785"/>
              <a:gd name="connsiteX41946" fmla="*/ 95 w 3114960"/>
              <a:gd name="connsiteY41946" fmla="*/ 2934272 h 5143785"/>
              <a:gd name="connsiteX41947" fmla="*/ 95 w 3114960"/>
              <a:gd name="connsiteY41947" fmla="*/ 2936653 h 5143785"/>
              <a:gd name="connsiteX41948" fmla="*/ 53721 w 3114960"/>
              <a:gd name="connsiteY41948" fmla="*/ 2936653 h 5143785"/>
              <a:gd name="connsiteX41949" fmla="*/ 120206 w 3114960"/>
              <a:gd name="connsiteY41949" fmla="*/ 2994088 h 5143785"/>
              <a:gd name="connsiteX41950" fmla="*/ 200216 w 3114960"/>
              <a:gd name="connsiteY41950" fmla="*/ 2987230 h 5143785"/>
              <a:gd name="connsiteX41951" fmla="*/ 205454 w 3114960"/>
              <a:gd name="connsiteY41951" fmla="*/ 2984278 h 5143785"/>
              <a:gd name="connsiteX41952" fmla="*/ 206502 w 3114960"/>
              <a:gd name="connsiteY41952" fmla="*/ 2984278 h 5143785"/>
              <a:gd name="connsiteX41953" fmla="*/ 211265 w 3114960"/>
              <a:gd name="connsiteY41953" fmla="*/ 2985897 h 5143785"/>
              <a:gd name="connsiteX41954" fmla="*/ 214217 w 3114960"/>
              <a:gd name="connsiteY41954" fmla="*/ 2991136 h 5143785"/>
              <a:gd name="connsiteX41955" fmla="*/ 214217 w 3114960"/>
              <a:gd name="connsiteY41955" fmla="*/ 2991136 h 5143785"/>
              <a:gd name="connsiteX41956" fmla="*/ 207455 w 3114960"/>
              <a:gd name="connsiteY41956" fmla="*/ 2999994 h 5143785"/>
              <a:gd name="connsiteX41957" fmla="*/ 198596 w 3114960"/>
              <a:gd name="connsiteY41957" fmla="*/ 2993136 h 5143785"/>
              <a:gd name="connsiteX41958" fmla="*/ 200216 w 3114960"/>
              <a:gd name="connsiteY41958" fmla="*/ 2987326 h 5143785"/>
              <a:gd name="connsiteX41959" fmla="*/ 1117283 w 3114960"/>
              <a:gd name="connsiteY41959" fmla="*/ 2956465 h 5143785"/>
              <a:gd name="connsiteX41960" fmla="*/ 1117283 w 3114960"/>
              <a:gd name="connsiteY41960" fmla="*/ 2935510 h 5143785"/>
              <a:gd name="connsiteX41961" fmla="*/ 1012222 w 3114960"/>
              <a:gd name="connsiteY41961" fmla="*/ 2935510 h 5143785"/>
              <a:gd name="connsiteX41962" fmla="*/ 1012222 w 3114960"/>
              <a:gd name="connsiteY41962" fmla="*/ 2937891 h 5143785"/>
              <a:gd name="connsiteX41963" fmla="*/ 1006412 w 3114960"/>
              <a:gd name="connsiteY41963" fmla="*/ 2926366 h 5143785"/>
              <a:gd name="connsiteX41964" fmla="*/ 986409 w 3114960"/>
              <a:gd name="connsiteY41964" fmla="*/ 2929414 h 5143785"/>
              <a:gd name="connsiteX41965" fmla="*/ 983837 w 3114960"/>
              <a:gd name="connsiteY41965" fmla="*/ 2940082 h 5143785"/>
              <a:gd name="connsiteX41966" fmla="*/ 989552 w 3114960"/>
              <a:gd name="connsiteY41966" fmla="*/ 2949417 h 5143785"/>
              <a:gd name="connsiteX41967" fmla="*/ 1009555 w 3114960"/>
              <a:gd name="connsiteY41967" fmla="*/ 2946368 h 5143785"/>
              <a:gd name="connsiteX41968" fmla="*/ 1012317 w 3114960"/>
              <a:gd name="connsiteY41968" fmla="*/ 2937891 h 5143785"/>
              <a:gd name="connsiteX41969" fmla="*/ 1012317 w 3114960"/>
              <a:gd name="connsiteY41969" fmla="*/ 2940272 h 5143785"/>
              <a:gd name="connsiteX41970" fmla="*/ 1112615 w 3114960"/>
              <a:gd name="connsiteY41970" fmla="*/ 2940272 h 5143785"/>
              <a:gd name="connsiteX41971" fmla="*/ 1112615 w 3114960"/>
              <a:gd name="connsiteY41971" fmla="*/ 2953988 h 5143785"/>
              <a:gd name="connsiteX41972" fmla="*/ 1029367 w 3114960"/>
              <a:gd name="connsiteY41972" fmla="*/ 3010757 h 5143785"/>
              <a:gd name="connsiteX41973" fmla="*/ 1021652 w 3114960"/>
              <a:gd name="connsiteY41973" fmla="*/ 3006662 h 5143785"/>
              <a:gd name="connsiteX41974" fmla="*/ 1011936 w 3114960"/>
              <a:gd name="connsiteY41974" fmla="*/ 3016472 h 5143785"/>
              <a:gd name="connsiteX41975" fmla="*/ 1021652 w 3114960"/>
              <a:gd name="connsiteY41975" fmla="*/ 3026188 h 5143785"/>
              <a:gd name="connsiteX41976" fmla="*/ 1031462 w 3114960"/>
              <a:gd name="connsiteY41976" fmla="*/ 3016472 h 5143785"/>
              <a:gd name="connsiteX41977" fmla="*/ 1031272 w 3114960"/>
              <a:gd name="connsiteY41977" fmla="*/ 3015329 h 5143785"/>
              <a:gd name="connsiteX41978" fmla="*/ 1116425 w 3114960"/>
              <a:gd name="connsiteY41978" fmla="*/ 2957227 h 5143785"/>
              <a:gd name="connsiteX41979" fmla="*/ 1117473 w 3114960"/>
              <a:gd name="connsiteY41979" fmla="*/ 2956465 h 5143785"/>
              <a:gd name="connsiteX41980" fmla="*/ 1007364 w 3114960"/>
              <a:gd name="connsiteY41980" fmla="*/ 2944844 h 5143785"/>
              <a:gd name="connsiteX41981" fmla="*/ 999744 w 3114960"/>
              <a:gd name="connsiteY41981" fmla="*/ 2949512 h 5143785"/>
              <a:gd name="connsiteX41982" fmla="*/ 991076 w 3114960"/>
              <a:gd name="connsiteY41982" fmla="*/ 2947416 h 5143785"/>
              <a:gd name="connsiteX41983" fmla="*/ 986409 w 3114960"/>
              <a:gd name="connsiteY41983" fmla="*/ 2939796 h 5143785"/>
              <a:gd name="connsiteX41984" fmla="*/ 986314 w 3114960"/>
              <a:gd name="connsiteY41984" fmla="*/ 2937986 h 5143785"/>
              <a:gd name="connsiteX41985" fmla="*/ 988600 w 3114960"/>
              <a:gd name="connsiteY41985" fmla="*/ 2931128 h 5143785"/>
              <a:gd name="connsiteX41986" fmla="*/ 1004983 w 3114960"/>
              <a:gd name="connsiteY41986" fmla="*/ 2928652 h 5143785"/>
              <a:gd name="connsiteX41987" fmla="*/ 1007459 w 3114960"/>
              <a:gd name="connsiteY41987" fmla="*/ 2945035 h 5143785"/>
              <a:gd name="connsiteX41988" fmla="*/ 1021556 w 3114960"/>
              <a:gd name="connsiteY41988" fmla="*/ 3021425 h 5143785"/>
              <a:gd name="connsiteX41989" fmla="*/ 1016603 w 3114960"/>
              <a:gd name="connsiteY41989" fmla="*/ 3016472 h 5143785"/>
              <a:gd name="connsiteX41990" fmla="*/ 1021556 w 3114960"/>
              <a:gd name="connsiteY41990" fmla="*/ 3011424 h 5143785"/>
              <a:gd name="connsiteX41991" fmla="*/ 1026604 w 3114960"/>
              <a:gd name="connsiteY41991" fmla="*/ 3016472 h 5143785"/>
              <a:gd name="connsiteX41992" fmla="*/ 1021556 w 3114960"/>
              <a:gd name="connsiteY41992" fmla="*/ 3021425 h 5143785"/>
              <a:gd name="connsiteX41993" fmla="*/ 1723644 w 3114960"/>
              <a:gd name="connsiteY41993" fmla="*/ 3083814 h 5143785"/>
              <a:gd name="connsiteX41994" fmla="*/ 1736312 w 3114960"/>
              <a:gd name="connsiteY41994" fmla="*/ 3071146 h 5143785"/>
              <a:gd name="connsiteX41995" fmla="*/ 1748981 w 3114960"/>
              <a:gd name="connsiteY41995" fmla="*/ 3083814 h 5143785"/>
              <a:gd name="connsiteX41996" fmla="*/ 1736312 w 3114960"/>
              <a:gd name="connsiteY41996" fmla="*/ 3096482 h 5143785"/>
              <a:gd name="connsiteX41997" fmla="*/ 1723644 w 3114960"/>
              <a:gd name="connsiteY41997" fmla="*/ 3083814 h 5143785"/>
              <a:gd name="connsiteX41998" fmla="*/ 1836992 w 3114960"/>
              <a:gd name="connsiteY41998" fmla="*/ 3314129 h 5143785"/>
              <a:gd name="connsiteX41999" fmla="*/ 1824514 w 3114960"/>
              <a:gd name="connsiteY41999" fmla="*/ 3314129 h 5143785"/>
              <a:gd name="connsiteX42000" fmla="*/ 1818989 w 3114960"/>
              <a:gd name="connsiteY42000" fmla="*/ 3319653 h 5143785"/>
              <a:gd name="connsiteX42001" fmla="*/ 1818989 w 3114960"/>
              <a:gd name="connsiteY42001" fmla="*/ 3323559 h 5143785"/>
              <a:gd name="connsiteX42002" fmla="*/ 1730788 w 3114960"/>
              <a:gd name="connsiteY42002" fmla="*/ 3324130 h 5143785"/>
              <a:gd name="connsiteX42003" fmla="*/ 1711547 w 3114960"/>
              <a:gd name="connsiteY42003" fmla="*/ 3304604 h 5143785"/>
              <a:gd name="connsiteX42004" fmla="*/ 1617631 w 3114960"/>
              <a:gd name="connsiteY42004" fmla="*/ 3304604 h 5143785"/>
              <a:gd name="connsiteX42005" fmla="*/ 1608106 w 3114960"/>
              <a:gd name="connsiteY42005" fmla="*/ 3294793 h 5143785"/>
              <a:gd name="connsiteX42006" fmla="*/ 1607725 w 3114960"/>
              <a:gd name="connsiteY42006" fmla="*/ 3263646 h 5143785"/>
              <a:gd name="connsiteX42007" fmla="*/ 1656683 w 3114960"/>
              <a:gd name="connsiteY42007" fmla="*/ 3215450 h 5143785"/>
              <a:gd name="connsiteX42008" fmla="*/ 1658493 w 3114960"/>
              <a:gd name="connsiteY42008" fmla="*/ 3215830 h 5143785"/>
              <a:gd name="connsiteX42009" fmla="*/ 1670971 w 3114960"/>
              <a:gd name="connsiteY42009" fmla="*/ 3215830 h 5143785"/>
              <a:gd name="connsiteX42010" fmla="*/ 1676495 w 3114960"/>
              <a:gd name="connsiteY42010" fmla="*/ 3210306 h 5143785"/>
              <a:gd name="connsiteX42011" fmla="*/ 1676495 w 3114960"/>
              <a:gd name="connsiteY42011" fmla="*/ 3197828 h 5143785"/>
              <a:gd name="connsiteX42012" fmla="*/ 1670971 w 3114960"/>
              <a:gd name="connsiteY42012" fmla="*/ 3192304 h 5143785"/>
              <a:gd name="connsiteX42013" fmla="*/ 1658493 w 3114960"/>
              <a:gd name="connsiteY42013" fmla="*/ 3192304 h 5143785"/>
              <a:gd name="connsiteX42014" fmla="*/ 1652969 w 3114960"/>
              <a:gd name="connsiteY42014" fmla="*/ 3197828 h 5143785"/>
              <a:gd name="connsiteX42015" fmla="*/ 1652969 w 3114960"/>
              <a:gd name="connsiteY42015" fmla="*/ 3210306 h 5143785"/>
              <a:gd name="connsiteX42016" fmla="*/ 1653350 w 3114960"/>
              <a:gd name="connsiteY42016" fmla="*/ 3212116 h 5143785"/>
              <a:gd name="connsiteX42017" fmla="*/ 1602962 w 3114960"/>
              <a:gd name="connsiteY42017" fmla="*/ 3261741 h 5143785"/>
              <a:gd name="connsiteX42018" fmla="*/ 1603343 w 3114960"/>
              <a:gd name="connsiteY42018" fmla="*/ 3294888 h 5143785"/>
              <a:gd name="connsiteX42019" fmla="*/ 1593532 w 3114960"/>
              <a:gd name="connsiteY42019" fmla="*/ 3306604 h 5143785"/>
              <a:gd name="connsiteX42020" fmla="*/ 1605820 w 3114960"/>
              <a:gd name="connsiteY42020" fmla="*/ 3318796 h 5143785"/>
              <a:gd name="connsiteX42021" fmla="*/ 1617536 w 3114960"/>
              <a:gd name="connsiteY42021" fmla="*/ 3309366 h 5143785"/>
              <a:gd name="connsiteX42022" fmla="*/ 1709642 w 3114960"/>
              <a:gd name="connsiteY42022" fmla="*/ 3309366 h 5143785"/>
              <a:gd name="connsiteX42023" fmla="*/ 1728978 w 3114960"/>
              <a:gd name="connsiteY42023" fmla="*/ 3328892 h 5143785"/>
              <a:gd name="connsiteX42024" fmla="*/ 1819180 w 3114960"/>
              <a:gd name="connsiteY42024" fmla="*/ 3328226 h 5143785"/>
              <a:gd name="connsiteX42025" fmla="*/ 1819180 w 3114960"/>
              <a:gd name="connsiteY42025" fmla="*/ 3332036 h 5143785"/>
              <a:gd name="connsiteX42026" fmla="*/ 1824704 w 3114960"/>
              <a:gd name="connsiteY42026" fmla="*/ 3337560 h 5143785"/>
              <a:gd name="connsiteX42027" fmla="*/ 1837182 w 3114960"/>
              <a:gd name="connsiteY42027" fmla="*/ 3337560 h 5143785"/>
              <a:gd name="connsiteX42028" fmla="*/ 1842707 w 3114960"/>
              <a:gd name="connsiteY42028" fmla="*/ 3332036 h 5143785"/>
              <a:gd name="connsiteX42029" fmla="*/ 1842707 w 3114960"/>
              <a:gd name="connsiteY42029" fmla="*/ 3319558 h 5143785"/>
              <a:gd name="connsiteX42030" fmla="*/ 1837182 w 3114960"/>
              <a:gd name="connsiteY42030" fmla="*/ 3314034 h 5143785"/>
              <a:gd name="connsiteX42031" fmla="*/ 1657636 w 3114960"/>
              <a:gd name="connsiteY42031" fmla="*/ 3197828 h 5143785"/>
              <a:gd name="connsiteX42032" fmla="*/ 1658398 w 3114960"/>
              <a:gd name="connsiteY42032" fmla="*/ 3197067 h 5143785"/>
              <a:gd name="connsiteX42033" fmla="*/ 1670876 w 3114960"/>
              <a:gd name="connsiteY42033" fmla="*/ 3197067 h 5143785"/>
              <a:gd name="connsiteX42034" fmla="*/ 1671638 w 3114960"/>
              <a:gd name="connsiteY42034" fmla="*/ 3197828 h 5143785"/>
              <a:gd name="connsiteX42035" fmla="*/ 1671638 w 3114960"/>
              <a:gd name="connsiteY42035" fmla="*/ 3210306 h 5143785"/>
              <a:gd name="connsiteX42036" fmla="*/ 1670876 w 3114960"/>
              <a:gd name="connsiteY42036" fmla="*/ 3211068 h 5143785"/>
              <a:gd name="connsiteX42037" fmla="*/ 1658398 w 3114960"/>
              <a:gd name="connsiteY42037" fmla="*/ 3211068 h 5143785"/>
              <a:gd name="connsiteX42038" fmla="*/ 1657636 w 3114960"/>
              <a:gd name="connsiteY42038" fmla="*/ 3210306 h 5143785"/>
              <a:gd name="connsiteX42039" fmla="*/ 1657636 w 3114960"/>
              <a:gd name="connsiteY42039" fmla="*/ 3197828 h 5143785"/>
              <a:gd name="connsiteX42040" fmla="*/ 1605725 w 3114960"/>
              <a:gd name="connsiteY42040" fmla="*/ 3314129 h 5143785"/>
              <a:gd name="connsiteX42041" fmla="*/ 1598200 w 3114960"/>
              <a:gd name="connsiteY42041" fmla="*/ 3306699 h 5143785"/>
              <a:gd name="connsiteX42042" fmla="*/ 1605725 w 3114960"/>
              <a:gd name="connsiteY42042" fmla="*/ 3299174 h 5143785"/>
              <a:gd name="connsiteX42043" fmla="*/ 1613249 w 3114960"/>
              <a:gd name="connsiteY42043" fmla="*/ 3306699 h 5143785"/>
              <a:gd name="connsiteX42044" fmla="*/ 1605725 w 3114960"/>
              <a:gd name="connsiteY42044" fmla="*/ 3314129 h 5143785"/>
              <a:gd name="connsiteX42045" fmla="*/ 1837849 w 3114960"/>
              <a:gd name="connsiteY42045" fmla="*/ 3332226 h 5143785"/>
              <a:gd name="connsiteX42046" fmla="*/ 1837087 w 3114960"/>
              <a:gd name="connsiteY42046" fmla="*/ 3332988 h 5143785"/>
              <a:gd name="connsiteX42047" fmla="*/ 1824609 w 3114960"/>
              <a:gd name="connsiteY42047" fmla="*/ 3332988 h 5143785"/>
              <a:gd name="connsiteX42048" fmla="*/ 1823847 w 3114960"/>
              <a:gd name="connsiteY42048" fmla="*/ 3332226 h 5143785"/>
              <a:gd name="connsiteX42049" fmla="*/ 1823847 w 3114960"/>
              <a:gd name="connsiteY42049" fmla="*/ 3328321 h 5143785"/>
              <a:gd name="connsiteX42050" fmla="*/ 1823847 w 3114960"/>
              <a:gd name="connsiteY42050" fmla="*/ 3328321 h 5143785"/>
              <a:gd name="connsiteX42051" fmla="*/ 1823847 w 3114960"/>
              <a:gd name="connsiteY42051" fmla="*/ 3326702 h 5143785"/>
              <a:gd name="connsiteX42052" fmla="*/ 1823847 w 3114960"/>
              <a:gd name="connsiteY42052" fmla="*/ 3319748 h 5143785"/>
              <a:gd name="connsiteX42053" fmla="*/ 1824609 w 3114960"/>
              <a:gd name="connsiteY42053" fmla="*/ 3318986 h 5143785"/>
              <a:gd name="connsiteX42054" fmla="*/ 1837087 w 3114960"/>
              <a:gd name="connsiteY42054" fmla="*/ 3318986 h 5143785"/>
              <a:gd name="connsiteX42055" fmla="*/ 1837849 w 3114960"/>
              <a:gd name="connsiteY42055" fmla="*/ 3319748 h 5143785"/>
              <a:gd name="connsiteX42056" fmla="*/ 1837849 w 3114960"/>
              <a:gd name="connsiteY42056" fmla="*/ 3332226 h 5143785"/>
              <a:gd name="connsiteX42057" fmla="*/ 1817180 w 3114960"/>
              <a:gd name="connsiteY42057" fmla="*/ 3168587 h 5143785"/>
              <a:gd name="connsiteX42058" fmla="*/ 1826990 w 3114960"/>
              <a:gd name="connsiteY42058" fmla="*/ 3178397 h 5143785"/>
              <a:gd name="connsiteX42059" fmla="*/ 1836706 w 3114960"/>
              <a:gd name="connsiteY42059" fmla="*/ 3168587 h 5143785"/>
              <a:gd name="connsiteX42060" fmla="*/ 1829276 w 3114960"/>
              <a:gd name="connsiteY42060" fmla="*/ 3159252 h 5143785"/>
              <a:gd name="connsiteX42061" fmla="*/ 1828991 w 3114960"/>
              <a:gd name="connsiteY42061" fmla="*/ 3080766 h 5143785"/>
              <a:gd name="connsiteX42062" fmla="*/ 1814703 w 3114960"/>
              <a:gd name="connsiteY42062" fmla="*/ 3064669 h 5143785"/>
              <a:gd name="connsiteX42063" fmla="*/ 1814703 w 3114960"/>
              <a:gd name="connsiteY42063" fmla="*/ 3034379 h 5143785"/>
              <a:gd name="connsiteX42064" fmla="*/ 1818513 w 3114960"/>
              <a:gd name="connsiteY42064" fmla="*/ 3028188 h 5143785"/>
              <a:gd name="connsiteX42065" fmla="*/ 1818513 w 3114960"/>
              <a:gd name="connsiteY42065" fmla="*/ 3014663 h 5143785"/>
              <a:gd name="connsiteX42066" fmla="*/ 1811274 w 3114960"/>
              <a:gd name="connsiteY42066" fmla="*/ 3007614 h 5143785"/>
              <a:gd name="connsiteX42067" fmla="*/ 1806988 w 3114960"/>
              <a:gd name="connsiteY42067" fmla="*/ 3007614 h 5143785"/>
              <a:gd name="connsiteX42068" fmla="*/ 1807274 w 3114960"/>
              <a:gd name="connsiteY42068" fmla="*/ 2912840 h 5143785"/>
              <a:gd name="connsiteX42069" fmla="*/ 1821561 w 3114960"/>
              <a:gd name="connsiteY42069" fmla="*/ 2896743 h 5143785"/>
              <a:gd name="connsiteX42070" fmla="*/ 1821561 w 3114960"/>
              <a:gd name="connsiteY42070" fmla="*/ 2868740 h 5143785"/>
              <a:gd name="connsiteX42071" fmla="*/ 1828991 w 3114960"/>
              <a:gd name="connsiteY42071" fmla="*/ 2859500 h 5143785"/>
              <a:gd name="connsiteX42072" fmla="*/ 1819180 w 3114960"/>
              <a:gd name="connsiteY42072" fmla="*/ 2849690 h 5143785"/>
              <a:gd name="connsiteX42073" fmla="*/ 1809369 w 3114960"/>
              <a:gd name="connsiteY42073" fmla="*/ 2859500 h 5143785"/>
              <a:gd name="connsiteX42074" fmla="*/ 1816799 w 3114960"/>
              <a:gd name="connsiteY42074" fmla="*/ 2868740 h 5143785"/>
              <a:gd name="connsiteX42075" fmla="*/ 1816799 w 3114960"/>
              <a:gd name="connsiteY42075" fmla="*/ 2894934 h 5143785"/>
              <a:gd name="connsiteX42076" fmla="*/ 1802416 w 3114960"/>
              <a:gd name="connsiteY42076" fmla="*/ 2911030 h 5143785"/>
              <a:gd name="connsiteX42077" fmla="*/ 1802130 w 3114960"/>
              <a:gd name="connsiteY42077" fmla="*/ 3007614 h 5143785"/>
              <a:gd name="connsiteX42078" fmla="*/ 1797653 w 3114960"/>
              <a:gd name="connsiteY42078" fmla="*/ 3007614 h 5143785"/>
              <a:gd name="connsiteX42079" fmla="*/ 1790605 w 3114960"/>
              <a:gd name="connsiteY42079" fmla="*/ 3014758 h 5143785"/>
              <a:gd name="connsiteX42080" fmla="*/ 1790605 w 3114960"/>
              <a:gd name="connsiteY42080" fmla="*/ 3028284 h 5143785"/>
              <a:gd name="connsiteX42081" fmla="*/ 1795939 w 3114960"/>
              <a:gd name="connsiteY42081" fmla="*/ 3035046 h 5143785"/>
              <a:gd name="connsiteX42082" fmla="*/ 1795939 w 3114960"/>
              <a:gd name="connsiteY42082" fmla="*/ 3064764 h 5143785"/>
              <a:gd name="connsiteX42083" fmla="*/ 1781651 w 3114960"/>
              <a:gd name="connsiteY42083" fmla="*/ 3080861 h 5143785"/>
              <a:gd name="connsiteX42084" fmla="*/ 1781366 w 3114960"/>
              <a:gd name="connsiteY42084" fmla="*/ 3159062 h 5143785"/>
              <a:gd name="connsiteX42085" fmla="*/ 1772888 w 3114960"/>
              <a:gd name="connsiteY42085" fmla="*/ 3166301 h 5143785"/>
              <a:gd name="connsiteX42086" fmla="*/ 1741170 w 3114960"/>
              <a:gd name="connsiteY42086" fmla="*/ 3165920 h 5143785"/>
              <a:gd name="connsiteX42087" fmla="*/ 1701260 w 3114960"/>
              <a:gd name="connsiteY42087" fmla="*/ 3123248 h 5143785"/>
              <a:gd name="connsiteX42088" fmla="*/ 1700213 w 3114960"/>
              <a:gd name="connsiteY42088" fmla="*/ 3123248 h 5143785"/>
              <a:gd name="connsiteX42089" fmla="*/ 1568768 w 3114960"/>
              <a:gd name="connsiteY42089" fmla="*/ 3123724 h 5143785"/>
              <a:gd name="connsiteX42090" fmla="*/ 1568768 w 3114960"/>
              <a:gd name="connsiteY42090" fmla="*/ 3122962 h 5143785"/>
              <a:gd name="connsiteX42091" fmla="*/ 1562767 w 3114960"/>
              <a:gd name="connsiteY42091" fmla="*/ 3116961 h 5143785"/>
              <a:gd name="connsiteX42092" fmla="*/ 1542478 w 3114960"/>
              <a:gd name="connsiteY42092" fmla="*/ 3116961 h 5143785"/>
              <a:gd name="connsiteX42093" fmla="*/ 1536478 w 3114960"/>
              <a:gd name="connsiteY42093" fmla="*/ 3122962 h 5143785"/>
              <a:gd name="connsiteX42094" fmla="*/ 1536478 w 3114960"/>
              <a:gd name="connsiteY42094" fmla="*/ 3130582 h 5143785"/>
              <a:gd name="connsiteX42095" fmla="*/ 1542478 w 3114960"/>
              <a:gd name="connsiteY42095" fmla="*/ 3136583 h 5143785"/>
              <a:gd name="connsiteX42096" fmla="*/ 1562767 w 3114960"/>
              <a:gd name="connsiteY42096" fmla="*/ 3136583 h 5143785"/>
              <a:gd name="connsiteX42097" fmla="*/ 1568768 w 3114960"/>
              <a:gd name="connsiteY42097" fmla="*/ 3130582 h 5143785"/>
              <a:gd name="connsiteX42098" fmla="*/ 1568768 w 3114960"/>
              <a:gd name="connsiteY42098" fmla="*/ 3128296 h 5143785"/>
              <a:gd name="connsiteX42099" fmla="*/ 1699260 w 3114960"/>
              <a:gd name="connsiteY42099" fmla="*/ 3128010 h 5143785"/>
              <a:gd name="connsiteX42100" fmla="*/ 1739075 w 3114960"/>
              <a:gd name="connsiteY42100" fmla="*/ 3170587 h 5143785"/>
              <a:gd name="connsiteX42101" fmla="*/ 1772888 w 3114960"/>
              <a:gd name="connsiteY42101" fmla="*/ 3170968 h 5143785"/>
              <a:gd name="connsiteX42102" fmla="*/ 1782223 w 3114960"/>
              <a:gd name="connsiteY42102" fmla="*/ 3178397 h 5143785"/>
              <a:gd name="connsiteX42103" fmla="*/ 1792034 w 3114960"/>
              <a:gd name="connsiteY42103" fmla="*/ 3168587 h 5143785"/>
              <a:gd name="connsiteX42104" fmla="*/ 1786223 w 3114960"/>
              <a:gd name="connsiteY42104" fmla="*/ 3159633 h 5143785"/>
              <a:gd name="connsiteX42105" fmla="*/ 1786509 w 3114960"/>
              <a:gd name="connsiteY42105" fmla="*/ 3082576 h 5143785"/>
              <a:gd name="connsiteX42106" fmla="*/ 1800797 w 3114960"/>
              <a:gd name="connsiteY42106" fmla="*/ 3066479 h 5143785"/>
              <a:gd name="connsiteX42107" fmla="*/ 1800797 w 3114960"/>
              <a:gd name="connsiteY42107" fmla="*/ 3035332 h 5143785"/>
              <a:gd name="connsiteX42108" fmla="*/ 1809941 w 3114960"/>
              <a:gd name="connsiteY42108" fmla="*/ 3035332 h 5143785"/>
              <a:gd name="connsiteX42109" fmla="*/ 1809941 w 3114960"/>
              <a:gd name="connsiteY42109" fmla="*/ 3066574 h 5143785"/>
              <a:gd name="connsiteX42110" fmla="*/ 1824228 w 3114960"/>
              <a:gd name="connsiteY42110" fmla="*/ 3082671 h 5143785"/>
              <a:gd name="connsiteX42111" fmla="*/ 1824514 w 3114960"/>
              <a:gd name="connsiteY42111" fmla="*/ 3159347 h 5143785"/>
              <a:gd name="connsiteX42112" fmla="*/ 1817180 w 3114960"/>
              <a:gd name="connsiteY42112" fmla="*/ 3168587 h 5143785"/>
              <a:gd name="connsiteX42113" fmla="*/ 1814227 w 3114960"/>
              <a:gd name="connsiteY42113" fmla="*/ 2859405 h 5143785"/>
              <a:gd name="connsiteX42114" fmla="*/ 1819275 w 3114960"/>
              <a:gd name="connsiteY42114" fmla="*/ 2854357 h 5143785"/>
              <a:gd name="connsiteX42115" fmla="*/ 1824323 w 3114960"/>
              <a:gd name="connsiteY42115" fmla="*/ 2859405 h 5143785"/>
              <a:gd name="connsiteX42116" fmla="*/ 1819275 w 3114960"/>
              <a:gd name="connsiteY42116" fmla="*/ 2864453 h 5143785"/>
              <a:gd name="connsiteX42117" fmla="*/ 1814227 w 3114960"/>
              <a:gd name="connsiteY42117" fmla="*/ 2859405 h 5143785"/>
              <a:gd name="connsiteX42118" fmla="*/ 1546098 w 3114960"/>
              <a:gd name="connsiteY42118" fmla="*/ 3131820 h 5143785"/>
              <a:gd name="connsiteX42119" fmla="*/ 1542478 w 3114960"/>
              <a:gd name="connsiteY42119" fmla="*/ 3131820 h 5143785"/>
              <a:gd name="connsiteX42120" fmla="*/ 1541240 w 3114960"/>
              <a:gd name="connsiteY42120" fmla="*/ 3130582 h 5143785"/>
              <a:gd name="connsiteX42121" fmla="*/ 1541240 w 3114960"/>
              <a:gd name="connsiteY42121" fmla="*/ 3122962 h 5143785"/>
              <a:gd name="connsiteX42122" fmla="*/ 1542478 w 3114960"/>
              <a:gd name="connsiteY42122" fmla="*/ 3121724 h 5143785"/>
              <a:gd name="connsiteX42123" fmla="*/ 1546098 w 3114960"/>
              <a:gd name="connsiteY42123" fmla="*/ 3121724 h 5143785"/>
              <a:gd name="connsiteX42124" fmla="*/ 1546098 w 3114960"/>
              <a:gd name="connsiteY42124" fmla="*/ 3131915 h 5143785"/>
              <a:gd name="connsiteX42125" fmla="*/ 1555909 w 3114960"/>
              <a:gd name="connsiteY42125" fmla="*/ 3130296 h 5143785"/>
              <a:gd name="connsiteX42126" fmla="*/ 1550956 w 3114960"/>
              <a:gd name="connsiteY42126" fmla="*/ 3130296 h 5143785"/>
              <a:gd name="connsiteX42127" fmla="*/ 1550956 w 3114960"/>
              <a:gd name="connsiteY42127" fmla="*/ 3121628 h 5143785"/>
              <a:gd name="connsiteX42128" fmla="*/ 1555909 w 3114960"/>
              <a:gd name="connsiteY42128" fmla="*/ 3121628 h 5143785"/>
              <a:gd name="connsiteX42129" fmla="*/ 1555909 w 3114960"/>
              <a:gd name="connsiteY42129" fmla="*/ 3130296 h 5143785"/>
              <a:gd name="connsiteX42130" fmla="*/ 1564100 w 3114960"/>
              <a:gd name="connsiteY42130" fmla="*/ 3130487 h 5143785"/>
              <a:gd name="connsiteX42131" fmla="*/ 1562862 w 3114960"/>
              <a:gd name="connsiteY42131" fmla="*/ 3131725 h 5143785"/>
              <a:gd name="connsiteX42132" fmla="*/ 1560671 w 3114960"/>
              <a:gd name="connsiteY42132" fmla="*/ 3131725 h 5143785"/>
              <a:gd name="connsiteX42133" fmla="*/ 1560671 w 3114960"/>
              <a:gd name="connsiteY42133" fmla="*/ 3121533 h 5143785"/>
              <a:gd name="connsiteX42134" fmla="*/ 1562862 w 3114960"/>
              <a:gd name="connsiteY42134" fmla="*/ 3121533 h 5143785"/>
              <a:gd name="connsiteX42135" fmla="*/ 1564100 w 3114960"/>
              <a:gd name="connsiteY42135" fmla="*/ 3122771 h 5143785"/>
              <a:gd name="connsiteX42136" fmla="*/ 1564100 w 3114960"/>
              <a:gd name="connsiteY42136" fmla="*/ 3130392 h 5143785"/>
              <a:gd name="connsiteX42137" fmla="*/ 1787176 w 3114960"/>
              <a:gd name="connsiteY42137" fmla="*/ 3168587 h 5143785"/>
              <a:gd name="connsiteX42138" fmla="*/ 1782128 w 3114960"/>
              <a:gd name="connsiteY42138" fmla="*/ 3173635 h 5143785"/>
              <a:gd name="connsiteX42139" fmla="*/ 1777079 w 3114960"/>
              <a:gd name="connsiteY42139" fmla="*/ 3168587 h 5143785"/>
              <a:gd name="connsiteX42140" fmla="*/ 1782128 w 3114960"/>
              <a:gd name="connsiteY42140" fmla="*/ 3163538 h 5143785"/>
              <a:gd name="connsiteX42141" fmla="*/ 1787176 w 3114960"/>
              <a:gd name="connsiteY42141" fmla="*/ 3168587 h 5143785"/>
              <a:gd name="connsiteX42142" fmla="*/ 1811369 w 3114960"/>
              <a:gd name="connsiteY42142" fmla="*/ 3030569 h 5143785"/>
              <a:gd name="connsiteX42143" fmla="*/ 1797844 w 3114960"/>
              <a:gd name="connsiteY42143" fmla="*/ 3030569 h 5143785"/>
              <a:gd name="connsiteX42144" fmla="*/ 1795463 w 3114960"/>
              <a:gd name="connsiteY42144" fmla="*/ 3028284 h 5143785"/>
              <a:gd name="connsiteX42145" fmla="*/ 1795463 w 3114960"/>
              <a:gd name="connsiteY42145" fmla="*/ 3014758 h 5143785"/>
              <a:gd name="connsiteX42146" fmla="*/ 1797749 w 3114960"/>
              <a:gd name="connsiteY42146" fmla="*/ 3012377 h 5143785"/>
              <a:gd name="connsiteX42147" fmla="*/ 1811274 w 3114960"/>
              <a:gd name="connsiteY42147" fmla="*/ 3012377 h 5143785"/>
              <a:gd name="connsiteX42148" fmla="*/ 1813655 w 3114960"/>
              <a:gd name="connsiteY42148" fmla="*/ 3014663 h 5143785"/>
              <a:gd name="connsiteX42149" fmla="*/ 1813655 w 3114960"/>
              <a:gd name="connsiteY42149" fmla="*/ 3028188 h 5143785"/>
              <a:gd name="connsiteX42150" fmla="*/ 1811369 w 3114960"/>
              <a:gd name="connsiteY42150" fmla="*/ 3030569 h 5143785"/>
              <a:gd name="connsiteX42151" fmla="*/ 1826895 w 3114960"/>
              <a:gd name="connsiteY42151" fmla="*/ 3163538 h 5143785"/>
              <a:gd name="connsiteX42152" fmla="*/ 1831848 w 3114960"/>
              <a:gd name="connsiteY42152" fmla="*/ 3168587 h 5143785"/>
              <a:gd name="connsiteX42153" fmla="*/ 1826895 w 3114960"/>
              <a:gd name="connsiteY42153" fmla="*/ 3173635 h 5143785"/>
              <a:gd name="connsiteX42154" fmla="*/ 1821847 w 3114960"/>
              <a:gd name="connsiteY42154" fmla="*/ 3168587 h 5143785"/>
              <a:gd name="connsiteX42155" fmla="*/ 1826895 w 3114960"/>
              <a:gd name="connsiteY42155" fmla="*/ 3163538 h 5143785"/>
              <a:gd name="connsiteX42156" fmla="*/ 1006983 w 3114960"/>
              <a:gd name="connsiteY42156" fmla="*/ 2979230 h 5143785"/>
              <a:gd name="connsiteX42157" fmla="*/ 1002411 w 3114960"/>
              <a:gd name="connsiteY42157" fmla="*/ 2973324 h 5143785"/>
              <a:gd name="connsiteX42158" fmla="*/ 994982 w 3114960"/>
              <a:gd name="connsiteY42158" fmla="*/ 2972467 h 5143785"/>
              <a:gd name="connsiteX42159" fmla="*/ 989076 w 3114960"/>
              <a:gd name="connsiteY42159" fmla="*/ 2977039 h 5143785"/>
              <a:gd name="connsiteX42160" fmla="*/ 988124 w 3114960"/>
              <a:gd name="connsiteY42160" fmla="*/ 2984468 h 5143785"/>
              <a:gd name="connsiteX42161" fmla="*/ 988790 w 3114960"/>
              <a:gd name="connsiteY42161" fmla="*/ 2985802 h 5143785"/>
              <a:gd name="connsiteX42162" fmla="*/ 964311 w 3114960"/>
              <a:gd name="connsiteY42162" fmla="*/ 3002185 h 5143785"/>
              <a:gd name="connsiteX42163" fmla="*/ 824960 w 3114960"/>
              <a:gd name="connsiteY42163" fmla="*/ 3002185 h 5143785"/>
              <a:gd name="connsiteX42164" fmla="*/ 813245 w 3114960"/>
              <a:gd name="connsiteY42164" fmla="*/ 2996089 h 5143785"/>
              <a:gd name="connsiteX42165" fmla="*/ 806482 w 3114960"/>
              <a:gd name="connsiteY42165" fmla="*/ 3008090 h 5143785"/>
              <a:gd name="connsiteX42166" fmla="*/ 815912 w 3114960"/>
              <a:gd name="connsiteY42166" fmla="*/ 3015234 h 5143785"/>
              <a:gd name="connsiteX42167" fmla="*/ 818483 w 3114960"/>
              <a:gd name="connsiteY42167" fmla="*/ 3014853 h 5143785"/>
              <a:gd name="connsiteX42168" fmla="*/ 824389 w 3114960"/>
              <a:gd name="connsiteY42168" fmla="*/ 3010281 h 5143785"/>
              <a:gd name="connsiteX42169" fmla="*/ 825532 w 3114960"/>
              <a:gd name="connsiteY42169" fmla="*/ 3006947 h 5143785"/>
              <a:gd name="connsiteX42170" fmla="*/ 965835 w 3114960"/>
              <a:gd name="connsiteY42170" fmla="*/ 3006947 h 5143785"/>
              <a:gd name="connsiteX42171" fmla="*/ 966407 w 3114960"/>
              <a:gd name="connsiteY42171" fmla="*/ 3006567 h 5143785"/>
              <a:gd name="connsiteX42172" fmla="*/ 991838 w 3114960"/>
              <a:gd name="connsiteY42172" fmla="*/ 2989517 h 5143785"/>
              <a:gd name="connsiteX42173" fmla="*/ 992791 w 3114960"/>
              <a:gd name="connsiteY42173" fmla="*/ 2990374 h 5143785"/>
              <a:gd name="connsiteX42174" fmla="*/ 997553 w 3114960"/>
              <a:gd name="connsiteY42174" fmla="*/ 2991612 h 5143785"/>
              <a:gd name="connsiteX42175" fmla="*/ 1000220 w 3114960"/>
              <a:gd name="connsiteY42175" fmla="*/ 2991231 h 5143785"/>
              <a:gd name="connsiteX42176" fmla="*/ 1006126 w 3114960"/>
              <a:gd name="connsiteY42176" fmla="*/ 2986659 h 5143785"/>
              <a:gd name="connsiteX42177" fmla="*/ 1007078 w 3114960"/>
              <a:gd name="connsiteY42177" fmla="*/ 2979230 h 5143785"/>
              <a:gd name="connsiteX42178" fmla="*/ 820198 w 3114960"/>
              <a:gd name="connsiteY42178" fmla="*/ 3007995 h 5143785"/>
              <a:gd name="connsiteX42179" fmla="*/ 817150 w 3114960"/>
              <a:gd name="connsiteY42179" fmla="*/ 3010376 h 5143785"/>
              <a:gd name="connsiteX42180" fmla="*/ 810959 w 3114960"/>
              <a:gd name="connsiteY42180" fmla="*/ 3006852 h 5143785"/>
              <a:gd name="connsiteX42181" fmla="*/ 814483 w 3114960"/>
              <a:gd name="connsiteY42181" fmla="*/ 3000661 h 5143785"/>
              <a:gd name="connsiteX42182" fmla="*/ 815816 w 3114960"/>
              <a:gd name="connsiteY42182" fmla="*/ 3000470 h 5143785"/>
              <a:gd name="connsiteX42183" fmla="*/ 820674 w 3114960"/>
              <a:gd name="connsiteY42183" fmla="*/ 3004185 h 5143785"/>
              <a:gd name="connsiteX42184" fmla="*/ 820198 w 3114960"/>
              <a:gd name="connsiteY42184" fmla="*/ 3007995 h 5143785"/>
              <a:gd name="connsiteX42185" fmla="*/ 1001935 w 3114960"/>
              <a:gd name="connsiteY42185" fmla="*/ 2984278 h 5143785"/>
              <a:gd name="connsiteX42186" fmla="*/ 998887 w 3114960"/>
              <a:gd name="connsiteY42186" fmla="*/ 2986659 h 5143785"/>
              <a:gd name="connsiteX42187" fmla="*/ 995077 w 3114960"/>
              <a:gd name="connsiteY42187" fmla="*/ 2986183 h 5143785"/>
              <a:gd name="connsiteX42188" fmla="*/ 992696 w 3114960"/>
              <a:gd name="connsiteY42188" fmla="*/ 2983135 h 5143785"/>
              <a:gd name="connsiteX42189" fmla="*/ 993172 w 3114960"/>
              <a:gd name="connsiteY42189" fmla="*/ 2979325 h 5143785"/>
              <a:gd name="connsiteX42190" fmla="*/ 996220 w 3114960"/>
              <a:gd name="connsiteY42190" fmla="*/ 2976944 h 5143785"/>
              <a:gd name="connsiteX42191" fmla="*/ 997553 w 3114960"/>
              <a:gd name="connsiteY42191" fmla="*/ 2976753 h 5143785"/>
              <a:gd name="connsiteX42192" fmla="*/ 1000030 w 3114960"/>
              <a:gd name="connsiteY42192" fmla="*/ 2977420 h 5143785"/>
              <a:gd name="connsiteX42193" fmla="*/ 1002411 w 3114960"/>
              <a:gd name="connsiteY42193" fmla="*/ 2980468 h 5143785"/>
              <a:gd name="connsiteX42194" fmla="*/ 1001935 w 3114960"/>
              <a:gd name="connsiteY42194" fmla="*/ 2984278 h 5143785"/>
              <a:gd name="connsiteX42195" fmla="*/ 95 w 3114960"/>
              <a:gd name="connsiteY42195" fmla="*/ 2268379 h 5143785"/>
              <a:gd name="connsiteX42196" fmla="*/ 95 w 3114960"/>
              <a:gd name="connsiteY42196" fmla="*/ 2222849 h 5143785"/>
              <a:gd name="connsiteX42197" fmla="*/ 22860 w 3114960"/>
              <a:gd name="connsiteY42197" fmla="*/ 2245614 h 5143785"/>
              <a:gd name="connsiteX42198" fmla="*/ 95 w 3114960"/>
              <a:gd name="connsiteY42198" fmla="*/ 2268379 h 5143785"/>
              <a:gd name="connsiteX42199" fmla="*/ 1619441 w 3114960"/>
              <a:gd name="connsiteY42199" fmla="*/ 3216402 h 5143785"/>
              <a:gd name="connsiteX42200" fmla="*/ 1631728 w 3114960"/>
              <a:gd name="connsiteY42200" fmla="*/ 3204115 h 5143785"/>
              <a:gd name="connsiteX42201" fmla="*/ 1619441 w 3114960"/>
              <a:gd name="connsiteY42201" fmla="*/ 3191828 h 5143785"/>
              <a:gd name="connsiteX42202" fmla="*/ 1607630 w 3114960"/>
              <a:gd name="connsiteY42202" fmla="*/ 3201734 h 5143785"/>
              <a:gd name="connsiteX42203" fmla="*/ 1576197 w 3114960"/>
              <a:gd name="connsiteY42203" fmla="*/ 3201734 h 5143785"/>
              <a:gd name="connsiteX42204" fmla="*/ 1537716 w 3114960"/>
              <a:gd name="connsiteY42204" fmla="*/ 3237643 h 5143785"/>
              <a:gd name="connsiteX42205" fmla="*/ 1537716 w 3114960"/>
              <a:gd name="connsiteY42205" fmla="*/ 3322320 h 5143785"/>
              <a:gd name="connsiteX42206" fmla="*/ 1551527 w 3114960"/>
              <a:gd name="connsiteY42206" fmla="*/ 3338036 h 5143785"/>
              <a:gd name="connsiteX42207" fmla="*/ 1565339 w 3114960"/>
              <a:gd name="connsiteY42207" fmla="*/ 3338036 h 5143785"/>
              <a:gd name="connsiteX42208" fmla="*/ 1565339 w 3114960"/>
              <a:gd name="connsiteY42208" fmla="*/ 3341084 h 5143785"/>
              <a:gd name="connsiteX42209" fmla="*/ 1570863 w 3114960"/>
              <a:gd name="connsiteY42209" fmla="*/ 3346609 h 5143785"/>
              <a:gd name="connsiteX42210" fmla="*/ 1583341 w 3114960"/>
              <a:gd name="connsiteY42210" fmla="*/ 3346609 h 5143785"/>
              <a:gd name="connsiteX42211" fmla="*/ 1588865 w 3114960"/>
              <a:gd name="connsiteY42211" fmla="*/ 3341084 h 5143785"/>
              <a:gd name="connsiteX42212" fmla="*/ 1588865 w 3114960"/>
              <a:gd name="connsiteY42212" fmla="*/ 3328607 h 5143785"/>
              <a:gd name="connsiteX42213" fmla="*/ 1583341 w 3114960"/>
              <a:gd name="connsiteY42213" fmla="*/ 3323082 h 5143785"/>
              <a:gd name="connsiteX42214" fmla="*/ 1570863 w 3114960"/>
              <a:gd name="connsiteY42214" fmla="*/ 3323082 h 5143785"/>
              <a:gd name="connsiteX42215" fmla="*/ 1565339 w 3114960"/>
              <a:gd name="connsiteY42215" fmla="*/ 3328607 h 5143785"/>
              <a:gd name="connsiteX42216" fmla="*/ 1565339 w 3114960"/>
              <a:gd name="connsiteY42216" fmla="*/ 3333274 h 5143785"/>
              <a:gd name="connsiteX42217" fmla="*/ 1553718 w 3114960"/>
              <a:gd name="connsiteY42217" fmla="*/ 3333274 h 5143785"/>
              <a:gd name="connsiteX42218" fmla="*/ 1542478 w 3114960"/>
              <a:gd name="connsiteY42218" fmla="*/ 3320510 h 5143785"/>
              <a:gd name="connsiteX42219" fmla="*/ 1542478 w 3114960"/>
              <a:gd name="connsiteY42219" fmla="*/ 3239643 h 5143785"/>
              <a:gd name="connsiteX42220" fmla="*/ 1578007 w 3114960"/>
              <a:gd name="connsiteY42220" fmla="*/ 3206496 h 5143785"/>
              <a:gd name="connsiteX42221" fmla="*/ 1607630 w 3114960"/>
              <a:gd name="connsiteY42221" fmla="*/ 3206496 h 5143785"/>
              <a:gd name="connsiteX42222" fmla="*/ 1619441 w 3114960"/>
              <a:gd name="connsiteY42222" fmla="*/ 3216402 h 5143785"/>
              <a:gd name="connsiteX42223" fmla="*/ 1619441 w 3114960"/>
              <a:gd name="connsiteY42223" fmla="*/ 3196495 h 5143785"/>
              <a:gd name="connsiteX42224" fmla="*/ 1626965 w 3114960"/>
              <a:gd name="connsiteY42224" fmla="*/ 3204020 h 5143785"/>
              <a:gd name="connsiteX42225" fmla="*/ 1619441 w 3114960"/>
              <a:gd name="connsiteY42225" fmla="*/ 3211544 h 5143785"/>
              <a:gd name="connsiteX42226" fmla="*/ 1611916 w 3114960"/>
              <a:gd name="connsiteY42226" fmla="*/ 3204020 h 5143785"/>
              <a:gd name="connsiteX42227" fmla="*/ 1619441 w 3114960"/>
              <a:gd name="connsiteY42227" fmla="*/ 3196495 h 5143785"/>
              <a:gd name="connsiteX42228" fmla="*/ 1570006 w 3114960"/>
              <a:gd name="connsiteY42228" fmla="*/ 3328607 h 5143785"/>
              <a:gd name="connsiteX42229" fmla="*/ 1570768 w 3114960"/>
              <a:gd name="connsiteY42229" fmla="*/ 3327845 h 5143785"/>
              <a:gd name="connsiteX42230" fmla="*/ 1583246 w 3114960"/>
              <a:gd name="connsiteY42230" fmla="*/ 3327845 h 5143785"/>
              <a:gd name="connsiteX42231" fmla="*/ 1584007 w 3114960"/>
              <a:gd name="connsiteY42231" fmla="*/ 3328607 h 5143785"/>
              <a:gd name="connsiteX42232" fmla="*/ 1584007 w 3114960"/>
              <a:gd name="connsiteY42232" fmla="*/ 3341084 h 5143785"/>
              <a:gd name="connsiteX42233" fmla="*/ 1583246 w 3114960"/>
              <a:gd name="connsiteY42233" fmla="*/ 3341846 h 5143785"/>
              <a:gd name="connsiteX42234" fmla="*/ 1570768 w 3114960"/>
              <a:gd name="connsiteY42234" fmla="*/ 3341846 h 5143785"/>
              <a:gd name="connsiteX42235" fmla="*/ 1570006 w 3114960"/>
              <a:gd name="connsiteY42235" fmla="*/ 3341084 h 5143785"/>
              <a:gd name="connsiteX42236" fmla="*/ 1570006 w 3114960"/>
              <a:gd name="connsiteY42236" fmla="*/ 3328607 h 5143785"/>
              <a:gd name="connsiteX42237" fmla="*/ 185357 w 3114960"/>
              <a:gd name="connsiteY42237" fmla="*/ 2181701 h 5143785"/>
              <a:gd name="connsiteX42238" fmla="*/ 252032 w 3114960"/>
              <a:gd name="connsiteY42238" fmla="*/ 2117979 h 5143785"/>
              <a:gd name="connsiteX42239" fmla="*/ 259366 w 3114960"/>
              <a:gd name="connsiteY42239" fmla="*/ 2120360 h 5143785"/>
              <a:gd name="connsiteX42240" fmla="*/ 272129 w 3114960"/>
              <a:gd name="connsiteY42240" fmla="*/ 2107406 h 5143785"/>
              <a:gd name="connsiteX42241" fmla="*/ 259366 w 3114960"/>
              <a:gd name="connsiteY42241" fmla="*/ 2094452 h 5143785"/>
              <a:gd name="connsiteX42242" fmla="*/ 246602 w 3114960"/>
              <a:gd name="connsiteY42242" fmla="*/ 2107406 h 5143785"/>
              <a:gd name="connsiteX42243" fmla="*/ 248698 w 3114960"/>
              <a:gd name="connsiteY42243" fmla="*/ 2114550 h 5143785"/>
              <a:gd name="connsiteX42244" fmla="*/ 183356 w 3114960"/>
              <a:gd name="connsiteY42244" fmla="*/ 2176939 h 5143785"/>
              <a:gd name="connsiteX42245" fmla="*/ 95 w 3114960"/>
              <a:gd name="connsiteY42245" fmla="*/ 2176939 h 5143785"/>
              <a:gd name="connsiteX42246" fmla="*/ 95 w 3114960"/>
              <a:gd name="connsiteY42246" fmla="*/ 2181797 h 5143785"/>
              <a:gd name="connsiteX42247" fmla="*/ 185357 w 3114960"/>
              <a:gd name="connsiteY42247" fmla="*/ 2181797 h 5143785"/>
              <a:gd name="connsiteX42248" fmla="*/ 259366 w 3114960"/>
              <a:gd name="connsiteY42248" fmla="*/ 2099215 h 5143785"/>
              <a:gd name="connsiteX42249" fmla="*/ 267367 w 3114960"/>
              <a:gd name="connsiteY42249" fmla="*/ 2107406 h 5143785"/>
              <a:gd name="connsiteX42250" fmla="*/ 259366 w 3114960"/>
              <a:gd name="connsiteY42250" fmla="*/ 2115598 h 5143785"/>
              <a:gd name="connsiteX42251" fmla="*/ 251365 w 3114960"/>
              <a:gd name="connsiteY42251" fmla="*/ 2107406 h 5143785"/>
              <a:gd name="connsiteX42252" fmla="*/ 259366 w 3114960"/>
              <a:gd name="connsiteY42252" fmla="*/ 2099215 h 5143785"/>
              <a:gd name="connsiteX42253" fmla="*/ 1526857 w 3114960"/>
              <a:gd name="connsiteY42253" fmla="*/ 3096006 h 5143785"/>
              <a:gd name="connsiteX42254" fmla="*/ 1713548 w 3114960"/>
              <a:gd name="connsiteY42254" fmla="*/ 3096006 h 5143785"/>
              <a:gd name="connsiteX42255" fmla="*/ 1720977 w 3114960"/>
              <a:gd name="connsiteY42255" fmla="*/ 3104674 h 5143785"/>
              <a:gd name="connsiteX42256" fmla="*/ 1757077 w 3114960"/>
              <a:gd name="connsiteY42256" fmla="*/ 3099149 h 5143785"/>
              <a:gd name="connsiteX42257" fmla="*/ 1761839 w 3114960"/>
              <a:gd name="connsiteY42257" fmla="*/ 3079909 h 5143785"/>
              <a:gd name="connsiteX42258" fmla="*/ 1751552 w 3114960"/>
              <a:gd name="connsiteY42258" fmla="*/ 3062954 h 5143785"/>
              <a:gd name="connsiteX42259" fmla="*/ 1736312 w 3114960"/>
              <a:gd name="connsiteY42259" fmla="*/ 3057906 h 5143785"/>
              <a:gd name="connsiteX42260" fmla="*/ 1715453 w 3114960"/>
              <a:gd name="connsiteY42260" fmla="*/ 3068479 h 5143785"/>
              <a:gd name="connsiteX42261" fmla="*/ 1712690 w 3114960"/>
              <a:gd name="connsiteY42261" fmla="*/ 3073242 h 5143785"/>
              <a:gd name="connsiteX42262" fmla="*/ 1569244 w 3114960"/>
              <a:gd name="connsiteY42262" fmla="*/ 3073242 h 5143785"/>
              <a:gd name="connsiteX42263" fmla="*/ 1544765 w 3114960"/>
              <a:gd name="connsiteY42263" fmla="*/ 3052858 h 5143785"/>
              <a:gd name="connsiteX42264" fmla="*/ 1476661 w 3114960"/>
              <a:gd name="connsiteY42264" fmla="*/ 3052858 h 5143785"/>
              <a:gd name="connsiteX42265" fmla="*/ 1446276 w 3114960"/>
              <a:gd name="connsiteY42265" fmla="*/ 3078956 h 5143785"/>
              <a:gd name="connsiteX42266" fmla="*/ 1446276 w 3114960"/>
              <a:gd name="connsiteY42266" fmla="*/ 3150299 h 5143785"/>
              <a:gd name="connsiteX42267" fmla="*/ 1436656 w 3114960"/>
              <a:gd name="connsiteY42267" fmla="*/ 3159919 h 5143785"/>
              <a:gd name="connsiteX42268" fmla="*/ 1436656 w 3114960"/>
              <a:gd name="connsiteY42268" fmla="*/ 3164396 h 5143785"/>
              <a:gd name="connsiteX42269" fmla="*/ 1446371 w 3114960"/>
              <a:gd name="connsiteY42269" fmla="*/ 3174111 h 5143785"/>
              <a:gd name="connsiteX42270" fmla="*/ 1450848 w 3114960"/>
              <a:gd name="connsiteY42270" fmla="*/ 3174111 h 5143785"/>
              <a:gd name="connsiteX42271" fmla="*/ 1460564 w 3114960"/>
              <a:gd name="connsiteY42271" fmla="*/ 3164396 h 5143785"/>
              <a:gd name="connsiteX42272" fmla="*/ 1460564 w 3114960"/>
              <a:gd name="connsiteY42272" fmla="*/ 3159919 h 5143785"/>
              <a:gd name="connsiteX42273" fmla="*/ 1450943 w 3114960"/>
              <a:gd name="connsiteY42273" fmla="*/ 3150299 h 5143785"/>
              <a:gd name="connsiteX42274" fmla="*/ 1450943 w 3114960"/>
              <a:gd name="connsiteY42274" fmla="*/ 3081147 h 5143785"/>
              <a:gd name="connsiteX42275" fmla="*/ 1478280 w 3114960"/>
              <a:gd name="connsiteY42275" fmla="*/ 3057620 h 5143785"/>
              <a:gd name="connsiteX42276" fmla="*/ 1542860 w 3114960"/>
              <a:gd name="connsiteY42276" fmla="*/ 3057620 h 5143785"/>
              <a:gd name="connsiteX42277" fmla="*/ 1567339 w 3114960"/>
              <a:gd name="connsiteY42277" fmla="*/ 3078004 h 5143785"/>
              <a:gd name="connsiteX42278" fmla="*/ 1710976 w 3114960"/>
              <a:gd name="connsiteY42278" fmla="*/ 3078004 h 5143785"/>
              <a:gd name="connsiteX42279" fmla="*/ 1711452 w 3114960"/>
              <a:gd name="connsiteY42279" fmla="*/ 3091148 h 5143785"/>
              <a:gd name="connsiteX42280" fmla="*/ 1524953 w 3114960"/>
              <a:gd name="connsiteY42280" fmla="*/ 3091148 h 5143785"/>
              <a:gd name="connsiteX42281" fmla="*/ 1495520 w 3114960"/>
              <a:gd name="connsiteY42281" fmla="*/ 3116009 h 5143785"/>
              <a:gd name="connsiteX42282" fmla="*/ 1495520 w 3114960"/>
              <a:gd name="connsiteY42282" fmla="*/ 3153728 h 5143785"/>
              <a:gd name="connsiteX42283" fmla="*/ 1493996 w 3114960"/>
              <a:gd name="connsiteY42283" fmla="*/ 3154775 h 5143785"/>
              <a:gd name="connsiteX42284" fmla="*/ 1484281 w 3114960"/>
              <a:gd name="connsiteY42284" fmla="*/ 3164491 h 5143785"/>
              <a:gd name="connsiteX42285" fmla="*/ 1484281 w 3114960"/>
              <a:gd name="connsiteY42285" fmla="*/ 3172397 h 5143785"/>
              <a:gd name="connsiteX42286" fmla="*/ 1493996 w 3114960"/>
              <a:gd name="connsiteY42286" fmla="*/ 3182112 h 5143785"/>
              <a:gd name="connsiteX42287" fmla="*/ 1497902 w 3114960"/>
              <a:gd name="connsiteY42287" fmla="*/ 3183731 h 5143785"/>
              <a:gd name="connsiteX42288" fmla="*/ 1497902 w 3114960"/>
              <a:gd name="connsiteY42288" fmla="*/ 3183731 h 5143785"/>
              <a:gd name="connsiteX42289" fmla="*/ 1501807 w 3114960"/>
              <a:gd name="connsiteY42289" fmla="*/ 3182112 h 5143785"/>
              <a:gd name="connsiteX42290" fmla="*/ 1511522 w 3114960"/>
              <a:gd name="connsiteY42290" fmla="*/ 3172397 h 5143785"/>
              <a:gd name="connsiteX42291" fmla="*/ 1511522 w 3114960"/>
              <a:gd name="connsiteY42291" fmla="*/ 3172397 h 5143785"/>
              <a:gd name="connsiteX42292" fmla="*/ 1511522 w 3114960"/>
              <a:gd name="connsiteY42292" fmla="*/ 3164491 h 5143785"/>
              <a:gd name="connsiteX42293" fmla="*/ 1501807 w 3114960"/>
              <a:gd name="connsiteY42293" fmla="*/ 3154775 h 5143785"/>
              <a:gd name="connsiteX42294" fmla="*/ 1500283 w 3114960"/>
              <a:gd name="connsiteY42294" fmla="*/ 3153728 h 5143785"/>
              <a:gd name="connsiteX42295" fmla="*/ 1500283 w 3114960"/>
              <a:gd name="connsiteY42295" fmla="*/ 3118199 h 5143785"/>
              <a:gd name="connsiteX42296" fmla="*/ 1526667 w 3114960"/>
              <a:gd name="connsiteY42296" fmla="*/ 3095911 h 5143785"/>
              <a:gd name="connsiteX42297" fmla="*/ 1719358 w 3114960"/>
              <a:gd name="connsiteY42297" fmla="*/ 3071336 h 5143785"/>
              <a:gd name="connsiteX42298" fmla="*/ 1733169 w 3114960"/>
              <a:gd name="connsiteY42298" fmla="*/ 3062954 h 5143785"/>
              <a:gd name="connsiteX42299" fmla="*/ 1748885 w 3114960"/>
              <a:gd name="connsiteY42299" fmla="*/ 3066764 h 5143785"/>
              <a:gd name="connsiteX42300" fmla="*/ 1757267 w 3114960"/>
              <a:gd name="connsiteY42300" fmla="*/ 3080576 h 5143785"/>
              <a:gd name="connsiteX42301" fmla="*/ 1753457 w 3114960"/>
              <a:gd name="connsiteY42301" fmla="*/ 3096197 h 5143785"/>
              <a:gd name="connsiteX42302" fmla="*/ 1753457 w 3114960"/>
              <a:gd name="connsiteY42302" fmla="*/ 3096197 h 5143785"/>
              <a:gd name="connsiteX42303" fmla="*/ 1739646 w 3114960"/>
              <a:gd name="connsiteY42303" fmla="*/ 3104579 h 5143785"/>
              <a:gd name="connsiteX42304" fmla="*/ 1736407 w 3114960"/>
              <a:gd name="connsiteY42304" fmla="*/ 3104864 h 5143785"/>
              <a:gd name="connsiteX42305" fmla="*/ 1724025 w 3114960"/>
              <a:gd name="connsiteY42305" fmla="*/ 3100769 h 5143785"/>
              <a:gd name="connsiteX42306" fmla="*/ 1719453 w 3114960"/>
              <a:gd name="connsiteY42306" fmla="*/ 3071241 h 5143785"/>
              <a:gd name="connsiteX42307" fmla="*/ 1508379 w 3114960"/>
              <a:gd name="connsiteY42307" fmla="*/ 3168015 h 5143785"/>
              <a:gd name="connsiteX42308" fmla="*/ 1508379 w 3114960"/>
              <a:gd name="connsiteY42308" fmla="*/ 3169158 h 5143785"/>
              <a:gd name="connsiteX42309" fmla="*/ 1498664 w 3114960"/>
              <a:gd name="connsiteY42309" fmla="*/ 3178874 h 5143785"/>
              <a:gd name="connsiteX42310" fmla="*/ 1498092 w 3114960"/>
              <a:gd name="connsiteY42310" fmla="*/ 3179064 h 5143785"/>
              <a:gd name="connsiteX42311" fmla="*/ 1497521 w 3114960"/>
              <a:gd name="connsiteY42311" fmla="*/ 3178874 h 5143785"/>
              <a:gd name="connsiteX42312" fmla="*/ 1487805 w 3114960"/>
              <a:gd name="connsiteY42312" fmla="*/ 3169158 h 5143785"/>
              <a:gd name="connsiteX42313" fmla="*/ 1487805 w 3114960"/>
              <a:gd name="connsiteY42313" fmla="*/ 3168015 h 5143785"/>
              <a:gd name="connsiteX42314" fmla="*/ 1497521 w 3114960"/>
              <a:gd name="connsiteY42314" fmla="*/ 3158300 h 5143785"/>
              <a:gd name="connsiteX42315" fmla="*/ 1498092 w 3114960"/>
              <a:gd name="connsiteY42315" fmla="*/ 3158109 h 5143785"/>
              <a:gd name="connsiteX42316" fmla="*/ 1498664 w 3114960"/>
              <a:gd name="connsiteY42316" fmla="*/ 3158300 h 5143785"/>
              <a:gd name="connsiteX42317" fmla="*/ 1508379 w 3114960"/>
              <a:gd name="connsiteY42317" fmla="*/ 3168015 h 5143785"/>
              <a:gd name="connsiteX42318" fmla="*/ 1872329 w 3114960"/>
              <a:gd name="connsiteY42318" fmla="*/ 3096006 h 5143785"/>
              <a:gd name="connsiteX42319" fmla="*/ 2009489 w 3114960"/>
              <a:gd name="connsiteY42319" fmla="*/ 3096006 h 5143785"/>
              <a:gd name="connsiteX42320" fmla="*/ 2037588 w 3114960"/>
              <a:gd name="connsiteY42320" fmla="*/ 3072098 h 5143785"/>
              <a:gd name="connsiteX42321" fmla="*/ 2037588 w 3114960"/>
              <a:gd name="connsiteY42321" fmla="*/ 2962751 h 5143785"/>
              <a:gd name="connsiteX42322" fmla="*/ 2042065 w 3114960"/>
              <a:gd name="connsiteY42322" fmla="*/ 2962751 h 5143785"/>
              <a:gd name="connsiteX42323" fmla="*/ 2049113 w 3114960"/>
              <a:gd name="connsiteY42323" fmla="*/ 2955608 h 5143785"/>
              <a:gd name="connsiteX42324" fmla="*/ 2049113 w 3114960"/>
              <a:gd name="connsiteY42324" fmla="*/ 2942082 h 5143785"/>
              <a:gd name="connsiteX42325" fmla="*/ 2041874 w 3114960"/>
              <a:gd name="connsiteY42325" fmla="*/ 2935034 h 5143785"/>
              <a:gd name="connsiteX42326" fmla="*/ 2028349 w 3114960"/>
              <a:gd name="connsiteY42326" fmla="*/ 2935034 h 5143785"/>
              <a:gd name="connsiteX42327" fmla="*/ 2022348 w 3114960"/>
              <a:gd name="connsiteY42327" fmla="*/ 2938653 h 5143785"/>
              <a:gd name="connsiteX42328" fmla="*/ 1992059 w 3114960"/>
              <a:gd name="connsiteY42328" fmla="*/ 2938653 h 5143785"/>
              <a:gd name="connsiteX42329" fmla="*/ 1975961 w 3114960"/>
              <a:gd name="connsiteY42329" fmla="*/ 2924366 h 5143785"/>
              <a:gd name="connsiteX42330" fmla="*/ 1897761 w 3114960"/>
              <a:gd name="connsiteY42330" fmla="*/ 2924080 h 5143785"/>
              <a:gd name="connsiteX42331" fmla="*/ 1888141 w 3114960"/>
              <a:gd name="connsiteY42331" fmla="*/ 2915126 h 5143785"/>
              <a:gd name="connsiteX42332" fmla="*/ 1878330 w 3114960"/>
              <a:gd name="connsiteY42332" fmla="*/ 2924937 h 5143785"/>
              <a:gd name="connsiteX42333" fmla="*/ 1888141 w 3114960"/>
              <a:gd name="connsiteY42333" fmla="*/ 2934748 h 5143785"/>
              <a:gd name="connsiteX42334" fmla="*/ 1897094 w 3114960"/>
              <a:gd name="connsiteY42334" fmla="*/ 2928938 h 5143785"/>
              <a:gd name="connsiteX42335" fmla="*/ 1974152 w 3114960"/>
              <a:gd name="connsiteY42335" fmla="*/ 2929223 h 5143785"/>
              <a:gd name="connsiteX42336" fmla="*/ 1990249 w 3114960"/>
              <a:gd name="connsiteY42336" fmla="*/ 2943511 h 5143785"/>
              <a:gd name="connsiteX42337" fmla="*/ 2021205 w 3114960"/>
              <a:gd name="connsiteY42337" fmla="*/ 2943511 h 5143785"/>
              <a:gd name="connsiteX42338" fmla="*/ 2021205 w 3114960"/>
              <a:gd name="connsiteY42338" fmla="*/ 2952750 h 5143785"/>
              <a:gd name="connsiteX42339" fmla="*/ 1990153 w 3114960"/>
              <a:gd name="connsiteY42339" fmla="*/ 2952750 h 5143785"/>
              <a:gd name="connsiteX42340" fmla="*/ 1974056 w 3114960"/>
              <a:gd name="connsiteY42340" fmla="*/ 2967038 h 5143785"/>
              <a:gd name="connsiteX42341" fmla="*/ 1897380 w 3114960"/>
              <a:gd name="connsiteY42341" fmla="*/ 2967323 h 5143785"/>
              <a:gd name="connsiteX42342" fmla="*/ 1888141 w 3114960"/>
              <a:gd name="connsiteY42342" fmla="*/ 2959989 h 5143785"/>
              <a:gd name="connsiteX42343" fmla="*/ 1878330 w 3114960"/>
              <a:gd name="connsiteY42343" fmla="*/ 2969800 h 5143785"/>
              <a:gd name="connsiteX42344" fmla="*/ 1888141 w 3114960"/>
              <a:gd name="connsiteY42344" fmla="*/ 2979515 h 5143785"/>
              <a:gd name="connsiteX42345" fmla="*/ 1897380 w 3114960"/>
              <a:gd name="connsiteY42345" fmla="*/ 2972086 h 5143785"/>
              <a:gd name="connsiteX42346" fmla="*/ 1975009 w 3114960"/>
              <a:gd name="connsiteY42346" fmla="*/ 2971800 h 5143785"/>
              <a:gd name="connsiteX42347" fmla="*/ 1975866 w 3114960"/>
              <a:gd name="connsiteY42347" fmla="*/ 2971800 h 5143785"/>
              <a:gd name="connsiteX42348" fmla="*/ 1991963 w 3114960"/>
              <a:gd name="connsiteY42348" fmla="*/ 2957513 h 5143785"/>
              <a:gd name="connsiteX42349" fmla="*/ 2021491 w 3114960"/>
              <a:gd name="connsiteY42349" fmla="*/ 2957513 h 5143785"/>
              <a:gd name="connsiteX42350" fmla="*/ 2028349 w 3114960"/>
              <a:gd name="connsiteY42350" fmla="*/ 2963037 h 5143785"/>
              <a:gd name="connsiteX42351" fmla="*/ 2032730 w 3114960"/>
              <a:gd name="connsiteY42351" fmla="*/ 2963037 h 5143785"/>
              <a:gd name="connsiteX42352" fmla="*/ 2032730 w 3114960"/>
              <a:gd name="connsiteY42352" fmla="*/ 3070193 h 5143785"/>
              <a:gd name="connsiteX42353" fmla="*/ 2007680 w 3114960"/>
              <a:gd name="connsiteY42353" fmla="*/ 3091529 h 5143785"/>
              <a:gd name="connsiteX42354" fmla="*/ 1874044 w 3114960"/>
              <a:gd name="connsiteY42354" fmla="*/ 3091529 h 5143785"/>
              <a:gd name="connsiteX42355" fmla="*/ 1853470 w 3114960"/>
              <a:gd name="connsiteY42355" fmla="*/ 3074099 h 5143785"/>
              <a:gd name="connsiteX42356" fmla="*/ 1853470 w 3114960"/>
              <a:gd name="connsiteY42356" fmla="*/ 3035618 h 5143785"/>
              <a:gd name="connsiteX42357" fmla="*/ 1857947 w 3114960"/>
              <a:gd name="connsiteY42357" fmla="*/ 3035618 h 5143785"/>
              <a:gd name="connsiteX42358" fmla="*/ 1864043 w 3114960"/>
              <a:gd name="connsiteY42358" fmla="*/ 3031808 h 5143785"/>
              <a:gd name="connsiteX42359" fmla="*/ 1893475 w 3114960"/>
              <a:gd name="connsiteY42359" fmla="*/ 3031808 h 5143785"/>
              <a:gd name="connsiteX42360" fmla="*/ 1909572 w 3114960"/>
              <a:gd name="connsiteY42360" fmla="*/ 3046095 h 5143785"/>
              <a:gd name="connsiteX42361" fmla="*/ 1988058 w 3114960"/>
              <a:gd name="connsiteY42361" fmla="*/ 3046381 h 5143785"/>
              <a:gd name="connsiteX42362" fmla="*/ 1997393 w 3114960"/>
              <a:gd name="connsiteY42362" fmla="*/ 3053810 h 5143785"/>
              <a:gd name="connsiteX42363" fmla="*/ 2007108 w 3114960"/>
              <a:gd name="connsiteY42363" fmla="*/ 3044000 h 5143785"/>
              <a:gd name="connsiteX42364" fmla="*/ 1997393 w 3114960"/>
              <a:gd name="connsiteY42364" fmla="*/ 3034189 h 5143785"/>
              <a:gd name="connsiteX42365" fmla="*/ 1988153 w 3114960"/>
              <a:gd name="connsiteY42365" fmla="*/ 3041523 h 5143785"/>
              <a:gd name="connsiteX42366" fmla="*/ 1911477 w 3114960"/>
              <a:gd name="connsiteY42366" fmla="*/ 3041237 h 5143785"/>
              <a:gd name="connsiteX42367" fmla="*/ 1895380 w 3114960"/>
              <a:gd name="connsiteY42367" fmla="*/ 3026950 h 5143785"/>
              <a:gd name="connsiteX42368" fmla="*/ 1865090 w 3114960"/>
              <a:gd name="connsiteY42368" fmla="*/ 3026950 h 5143785"/>
              <a:gd name="connsiteX42369" fmla="*/ 1865090 w 3114960"/>
              <a:gd name="connsiteY42369" fmla="*/ 3017806 h 5143785"/>
              <a:gd name="connsiteX42370" fmla="*/ 1895475 w 3114960"/>
              <a:gd name="connsiteY42370" fmla="*/ 3017806 h 5143785"/>
              <a:gd name="connsiteX42371" fmla="*/ 1911572 w 3114960"/>
              <a:gd name="connsiteY42371" fmla="*/ 3003518 h 5143785"/>
              <a:gd name="connsiteX42372" fmla="*/ 1988630 w 3114960"/>
              <a:gd name="connsiteY42372" fmla="*/ 3003233 h 5143785"/>
              <a:gd name="connsiteX42373" fmla="*/ 1997583 w 3114960"/>
              <a:gd name="connsiteY42373" fmla="*/ 3009043 h 5143785"/>
              <a:gd name="connsiteX42374" fmla="*/ 2007299 w 3114960"/>
              <a:gd name="connsiteY42374" fmla="*/ 2999232 h 5143785"/>
              <a:gd name="connsiteX42375" fmla="*/ 1997583 w 3114960"/>
              <a:gd name="connsiteY42375" fmla="*/ 2989421 h 5143785"/>
              <a:gd name="connsiteX42376" fmla="*/ 1987963 w 3114960"/>
              <a:gd name="connsiteY42376" fmla="*/ 2998375 h 5143785"/>
              <a:gd name="connsiteX42377" fmla="*/ 1910620 w 3114960"/>
              <a:gd name="connsiteY42377" fmla="*/ 2998661 h 5143785"/>
              <a:gd name="connsiteX42378" fmla="*/ 1909763 w 3114960"/>
              <a:gd name="connsiteY42378" fmla="*/ 2998661 h 5143785"/>
              <a:gd name="connsiteX42379" fmla="*/ 1893665 w 3114960"/>
              <a:gd name="connsiteY42379" fmla="*/ 3012948 h 5143785"/>
              <a:gd name="connsiteX42380" fmla="*/ 1864709 w 3114960"/>
              <a:gd name="connsiteY42380" fmla="*/ 3012948 h 5143785"/>
              <a:gd name="connsiteX42381" fmla="*/ 1857947 w 3114960"/>
              <a:gd name="connsiteY42381" fmla="*/ 3007614 h 5143785"/>
              <a:gd name="connsiteX42382" fmla="*/ 1853660 w 3114960"/>
              <a:gd name="connsiteY42382" fmla="*/ 3007614 h 5143785"/>
              <a:gd name="connsiteX42383" fmla="*/ 1853946 w 3114960"/>
              <a:gd name="connsiteY42383" fmla="*/ 2912840 h 5143785"/>
              <a:gd name="connsiteX42384" fmla="*/ 1868234 w 3114960"/>
              <a:gd name="connsiteY42384" fmla="*/ 2896743 h 5143785"/>
              <a:gd name="connsiteX42385" fmla="*/ 1868234 w 3114960"/>
              <a:gd name="connsiteY42385" fmla="*/ 2868740 h 5143785"/>
              <a:gd name="connsiteX42386" fmla="*/ 1875663 w 3114960"/>
              <a:gd name="connsiteY42386" fmla="*/ 2859500 h 5143785"/>
              <a:gd name="connsiteX42387" fmla="*/ 1865948 w 3114960"/>
              <a:gd name="connsiteY42387" fmla="*/ 2849690 h 5143785"/>
              <a:gd name="connsiteX42388" fmla="*/ 1856137 w 3114960"/>
              <a:gd name="connsiteY42388" fmla="*/ 2859500 h 5143785"/>
              <a:gd name="connsiteX42389" fmla="*/ 1863566 w 3114960"/>
              <a:gd name="connsiteY42389" fmla="*/ 2868740 h 5143785"/>
              <a:gd name="connsiteX42390" fmla="*/ 1863566 w 3114960"/>
              <a:gd name="connsiteY42390" fmla="*/ 2894934 h 5143785"/>
              <a:gd name="connsiteX42391" fmla="*/ 1849184 w 3114960"/>
              <a:gd name="connsiteY42391" fmla="*/ 2911030 h 5143785"/>
              <a:gd name="connsiteX42392" fmla="*/ 1848898 w 3114960"/>
              <a:gd name="connsiteY42392" fmla="*/ 3007614 h 5143785"/>
              <a:gd name="connsiteX42393" fmla="*/ 1844421 w 3114960"/>
              <a:gd name="connsiteY42393" fmla="*/ 3007614 h 5143785"/>
              <a:gd name="connsiteX42394" fmla="*/ 1837373 w 3114960"/>
              <a:gd name="connsiteY42394" fmla="*/ 3014758 h 5143785"/>
              <a:gd name="connsiteX42395" fmla="*/ 1837373 w 3114960"/>
              <a:gd name="connsiteY42395" fmla="*/ 3028284 h 5143785"/>
              <a:gd name="connsiteX42396" fmla="*/ 1844612 w 3114960"/>
              <a:gd name="connsiteY42396" fmla="*/ 3035332 h 5143785"/>
              <a:gd name="connsiteX42397" fmla="*/ 1848993 w 3114960"/>
              <a:gd name="connsiteY42397" fmla="*/ 3035332 h 5143785"/>
              <a:gd name="connsiteX42398" fmla="*/ 1848993 w 3114960"/>
              <a:gd name="connsiteY42398" fmla="*/ 3076004 h 5143785"/>
              <a:gd name="connsiteX42399" fmla="*/ 1872520 w 3114960"/>
              <a:gd name="connsiteY42399" fmla="*/ 3096006 h 5143785"/>
              <a:gd name="connsiteX42400" fmla="*/ 1888236 w 3114960"/>
              <a:gd name="connsiteY42400" fmla="*/ 2929700 h 5143785"/>
              <a:gd name="connsiteX42401" fmla="*/ 1883188 w 3114960"/>
              <a:gd name="connsiteY42401" fmla="*/ 2924651 h 5143785"/>
              <a:gd name="connsiteX42402" fmla="*/ 1888236 w 3114960"/>
              <a:gd name="connsiteY42402" fmla="*/ 2919603 h 5143785"/>
              <a:gd name="connsiteX42403" fmla="*/ 1893284 w 3114960"/>
              <a:gd name="connsiteY42403" fmla="*/ 2924651 h 5143785"/>
              <a:gd name="connsiteX42404" fmla="*/ 1888236 w 3114960"/>
              <a:gd name="connsiteY42404" fmla="*/ 2929700 h 5143785"/>
              <a:gd name="connsiteX42405" fmla="*/ 1888236 w 3114960"/>
              <a:gd name="connsiteY42405" fmla="*/ 2974467 h 5143785"/>
              <a:gd name="connsiteX42406" fmla="*/ 1883188 w 3114960"/>
              <a:gd name="connsiteY42406" fmla="*/ 2969514 h 5143785"/>
              <a:gd name="connsiteX42407" fmla="*/ 1888236 w 3114960"/>
              <a:gd name="connsiteY42407" fmla="*/ 2964466 h 5143785"/>
              <a:gd name="connsiteX42408" fmla="*/ 1893284 w 3114960"/>
              <a:gd name="connsiteY42408" fmla="*/ 2969514 h 5143785"/>
              <a:gd name="connsiteX42409" fmla="*/ 1888236 w 3114960"/>
              <a:gd name="connsiteY42409" fmla="*/ 2974467 h 5143785"/>
              <a:gd name="connsiteX42410" fmla="*/ 2028444 w 3114960"/>
              <a:gd name="connsiteY42410" fmla="*/ 2957989 h 5143785"/>
              <a:gd name="connsiteX42411" fmla="*/ 2026063 w 3114960"/>
              <a:gd name="connsiteY42411" fmla="*/ 2955608 h 5143785"/>
              <a:gd name="connsiteX42412" fmla="*/ 2026063 w 3114960"/>
              <a:gd name="connsiteY42412" fmla="*/ 2942082 h 5143785"/>
              <a:gd name="connsiteX42413" fmla="*/ 2028349 w 3114960"/>
              <a:gd name="connsiteY42413" fmla="*/ 2939701 h 5143785"/>
              <a:gd name="connsiteX42414" fmla="*/ 2041874 w 3114960"/>
              <a:gd name="connsiteY42414" fmla="*/ 2939701 h 5143785"/>
              <a:gd name="connsiteX42415" fmla="*/ 2044256 w 3114960"/>
              <a:gd name="connsiteY42415" fmla="*/ 2941987 h 5143785"/>
              <a:gd name="connsiteX42416" fmla="*/ 2044256 w 3114960"/>
              <a:gd name="connsiteY42416" fmla="*/ 2955512 h 5143785"/>
              <a:gd name="connsiteX42417" fmla="*/ 2041970 w 3114960"/>
              <a:gd name="connsiteY42417" fmla="*/ 2957894 h 5143785"/>
              <a:gd name="connsiteX42418" fmla="*/ 2028444 w 3114960"/>
              <a:gd name="connsiteY42418" fmla="*/ 2957894 h 5143785"/>
              <a:gd name="connsiteX42419" fmla="*/ 1997488 w 3114960"/>
              <a:gd name="connsiteY42419" fmla="*/ 3038856 h 5143785"/>
              <a:gd name="connsiteX42420" fmla="*/ 2002441 w 3114960"/>
              <a:gd name="connsiteY42420" fmla="*/ 3043904 h 5143785"/>
              <a:gd name="connsiteX42421" fmla="*/ 1997488 w 3114960"/>
              <a:gd name="connsiteY42421" fmla="*/ 3048953 h 5143785"/>
              <a:gd name="connsiteX42422" fmla="*/ 1992440 w 3114960"/>
              <a:gd name="connsiteY42422" fmla="*/ 3043904 h 5143785"/>
              <a:gd name="connsiteX42423" fmla="*/ 1997488 w 3114960"/>
              <a:gd name="connsiteY42423" fmla="*/ 3038856 h 5143785"/>
              <a:gd name="connsiteX42424" fmla="*/ 1997488 w 3114960"/>
              <a:gd name="connsiteY42424" fmla="*/ 2994088 h 5143785"/>
              <a:gd name="connsiteX42425" fmla="*/ 2002441 w 3114960"/>
              <a:gd name="connsiteY42425" fmla="*/ 2999137 h 5143785"/>
              <a:gd name="connsiteX42426" fmla="*/ 1997488 w 3114960"/>
              <a:gd name="connsiteY42426" fmla="*/ 3004185 h 5143785"/>
              <a:gd name="connsiteX42427" fmla="*/ 1992440 w 3114960"/>
              <a:gd name="connsiteY42427" fmla="*/ 2999137 h 5143785"/>
              <a:gd name="connsiteX42428" fmla="*/ 1997488 w 3114960"/>
              <a:gd name="connsiteY42428" fmla="*/ 2994088 h 5143785"/>
              <a:gd name="connsiteX42429" fmla="*/ 1860804 w 3114960"/>
              <a:gd name="connsiteY42429" fmla="*/ 2859405 h 5143785"/>
              <a:gd name="connsiteX42430" fmla="*/ 1865852 w 3114960"/>
              <a:gd name="connsiteY42430" fmla="*/ 2854357 h 5143785"/>
              <a:gd name="connsiteX42431" fmla="*/ 1870805 w 3114960"/>
              <a:gd name="connsiteY42431" fmla="*/ 2859405 h 5143785"/>
              <a:gd name="connsiteX42432" fmla="*/ 1865852 w 3114960"/>
              <a:gd name="connsiteY42432" fmla="*/ 2864453 h 5143785"/>
              <a:gd name="connsiteX42433" fmla="*/ 1860804 w 3114960"/>
              <a:gd name="connsiteY42433" fmla="*/ 2859405 h 5143785"/>
              <a:gd name="connsiteX42434" fmla="*/ 1844421 w 3114960"/>
              <a:gd name="connsiteY42434" fmla="*/ 3030569 h 5143785"/>
              <a:gd name="connsiteX42435" fmla="*/ 1842040 w 3114960"/>
              <a:gd name="connsiteY42435" fmla="*/ 3028188 h 5143785"/>
              <a:gd name="connsiteX42436" fmla="*/ 1842040 w 3114960"/>
              <a:gd name="connsiteY42436" fmla="*/ 3014663 h 5143785"/>
              <a:gd name="connsiteX42437" fmla="*/ 1844326 w 3114960"/>
              <a:gd name="connsiteY42437" fmla="*/ 3012281 h 5143785"/>
              <a:gd name="connsiteX42438" fmla="*/ 1857851 w 3114960"/>
              <a:gd name="connsiteY42438" fmla="*/ 3012281 h 5143785"/>
              <a:gd name="connsiteX42439" fmla="*/ 1860232 w 3114960"/>
              <a:gd name="connsiteY42439" fmla="*/ 3014567 h 5143785"/>
              <a:gd name="connsiteX42440" fmla="*/ 1860232 w 3114960"/>
              <a:gd name="connsiteY42440" fmla="*/ 3028093 h 5143785"/>
              <a:gd name="connsiteX42441" fmla="*/ 1857947 w 3114960"/>
              <a:gd name="connsiteY42441" fmla="*/ 3030474 h 5143785"/>
              <a:gd name="connsiteX42442" fmla="*/ 1844421 w 3114960"/>
              <a:gd name="connsiteY42442" fmla="*/ 3030474 h 5143785"/>
              <a:gd name="connsiteX42443" fmla="*/ 18860 w 3114960"/>
              <a:gd name="connsiteY42443" fmla="*/ 2372201 h 5143785"/>
              <a:gd name="connsiteX42444" fmla="*/ 18860 w 3114960"/>
              <a:gd name="connsiteY42444" fmla="*/ 2380488 h 5143785"/>
              <a:gd name="connsiteX42445" fmla="*/ 103061 w 3114960"/>
              <a:gd name="connsiteY42445" fmla="*/ 2380488 h 5143785"/>
              <a:gd name="connsiteX42446" fmla="*/ 127826 w 3114960"/>
              <a:gd name="connsiteY42446" fmla="*/ 2362105 h 5143785"/>
              <a:gd name="connsiteX42447" fmla="*/ 390144 w 3114960"/>
              <a:gd name="connsiteY42447" fmla="*/ 2362105 h 5143785"/>
              <a:gd name="connsiteX42448" fmla="*/ 394526 w 3114960"/>
              <a:gd name="connsiteY42448" fmla="*/ 2356961 h 5143785"/>
              <a:gd name="connsiteX42449" fmla="*/ 394526 w 3114960"/>
              <a:gd name="connsiteY42449" fmla="*/ 2340959 h 5143785"/>
              <a:gd name="connsiteX42450" fmla="*/ 390430 w 3114960"/>
              <a:gd name="connsiteY42450" fmla="*/ 2340959 h 5143785"/>
              <a:gd name="connsiteX42451" fmla="*/ 387763 w 3114960"/>
              <a:gd name="connsiteY42451" fmla="*/ 2338292 h 5143785"/>
              <a:gd name="connsiteX42452" fmla="*/ 387763 w 3114960"/>
              <a:gd name="connsiteY42452" fmla="*/ 2325338 h 5143785"/>
              <a:gd name="connsiteX42453" fmla="*/ 390430 w 3114960"/>
              <a:gd name="connsiteY42453" fmla="*/ 2322671 h 5143785"/>
              <a:gd name="connsiteX42454" fmla="*/ 403384 w 3114960"/>
              <a:gd name="connsiteY42454" fmla="*/ 2322671 h 5143785"/>
              <a:gd name="connsiteX42455" fmla="*/ 406051 w 3114960"/>
              <a:gd name="connsiteY42455" fmla="*/ 2325338 h 5143785"/>
              <a:gd name="connsiteX42456" fmla="*/ 406051 w 3114960"/>
              <a:gd name="connsiteY42456" fmla="*/ 2338292 h 5143785"/>
              <a:gd name="connsiteX42457" fmla="*/ 403384 w 3114960"/>
              <a:gd name="connsiteY42457" fmla="*/ 2340959 h 5143785"/>
              <a:gd name="connsiteX42458" fmla="*/ 399288 w 3114960"/>
              <a:gd name="connsiteY42458" fmla="*/ 2340959 h 5143785"/>
              <a:gd name="connsiteX42459" fmla="*/ 399288 w 3114960"/>
              <a:gd name="connsiteY42459" fmla="*/ 2358771 h 5143785"/>
              <a:gd name="connsiteX42460" fmla="*/ 392335 w 3114960"/>
              <a:gd name="connsiteY42460" fmla="*/ 2366867 h 5143785"/>
              <a:gd name="connsiteX42461" fmla="*/ 129350 w 3114960"/>
              <a:gd name="connsiteY42461" fmla="*/ 2366867 h 5143785"/>
              <a:gd name="connsiteX42462" fmla="*/ 104585 w 3114960"/>
              <a:gd name="connsiteY42462" fmla="*/ 2385251 h 5143785"/>
              <a:gd name="connsiteX42463" fmla="*/ 18860 w 3114960"/>
              <a:gd name="connsiteY42463" fmla="*/ 2385251 h 5143785"/>
              <a:gd name="connsiteX42464" fmla="*/ 18860 w 3114960"/>
              <a:gd name="connsiteY42464" fmla="*/ 2393728 h 5143785"/>
              <a:gd name="connsiteX42465" fmla="*/ 11716 w 3114960"/>
              <a:gd name="connsiteY42465" fmla="*/ 2400872 h 5143785"/>
              <a:gd name="connsiteX42466" fmla="*/ 95 w 3114960"/>
              <a:gd name="connsiteY42466" fmla="*/ 2400872 h 5143785"/>
              <a:gd name="connsiteX42467" fmla="*/ 95 w 3114960"/>
              <a:gd name="connsiteY42467" fmla="*/ 2396109 h 5143785"/>
              <a:gd name="connsiteX42468" fmla="*/ 11621 w 3114960"/>
              <a:gd name="connsiteY42468" fmla="*/ 2396109 h 5143785"/>
              <a:gd name="connsiteX42469" fmla="*/ 14002 w 3114960"/>
              <a:gd name="connsiteY42469" fmla="*/ 2393728 h 5143785"/>
              <a:gd name="connsiteX42470" fmla="*/ 14002 w 3114960"/>
              <a:gd name="connsiteY42470" fmla="*/ 2372201 h 5143785"/>
              <a:gd name="connsiteX42471" fmla="*/ 11621 w 3114960"/>
              <a:gd name="connsiteY42471" fmla="*/ 2369820 h 5143785"/>
              <a:gd name="connsiteX42472" fmla="*/ 95 w 3114960"/>
              <a:gd name="connsiteY42472" fmla="*/ 2369820 h 5143785"/>
              <a:gd name="connsiteX42473" fmla="*/ 95 w 3114960"/>
              <a:gd name="connsiteY42473" fmla="*/ 2365058 h 5143785"/>
              <a:gd name="connsiteX42474" fmla="*/ 11621 w 3114960"/>
              <a:gd name="connsiteY42474" fmla="*/ 2365058 h 5143785"/>
              <a:gd name="connsiteX42475" fmla="*/ 18764 w 3114960"/>
              <a:gd name="connsiteY42475" fmla="*/ 2372201 h 5143785"/>
              <a:gd name="connsiteX42476" fmla="*/ 1780985 w 3114960"/>
              <a:gd name="connsiteY42476" fmla="*/ 3270218 h 5143785"/>
              <a:gd name="connsiteX42477" fmla="*/ 1792891 w 3114960"/>
              <a:gd name="connsiteY42477" fmla="*/ 3260217 h 5143785"/>
              <a:gd name="connsiteX42478" fmla="*/ 1959578 w 3114960"/>
              <a:gd name="connsiteY42478" fmla="*/ 3259646 h 5143785"/>
              <a:gd name="connsiteX42479" fmla="*/ 1960531 w 3114960"/>
              <a:gd name="connsiteY42479" fmla="*/ 3259646 h 5143785"/>
              <a:gd name="connsiteX42480" fmla="*/ 2016538 w 3114960"/>
              <a:gd name="connsiteY42480" fmla="*/ 3208115 h 5143785"/>
              <a:gd name="connsiteX42481" fmla="*/ 2042636 w 3114960"/>
              <a:gd name="connsiteY42481" fmla="*/ 3208115 h 5143785"/>
              <a:gd name="connsiteX42482" fmla="*/ 2051876 w 3114960"/>
              <a:gd name="connsiteY42482" fmla="*/ 3215450 h 5143785"/>
              <a:gd name="connsiteX42483" fmla="*/ 2061686 w 3114960"/>
              <a:gd name="connsiteY42483" fmla="*/ 3205639 h 5143785"/>
              <a:gd name="connsiteX42484" fmla="*/ 2051876 w 3114960"/>
              <a:gd name="connsiteY42484" fmla="*/ 3195828 h 5143785"/>
              <a:gd name="connsiteX42485" fmla="*/ 2042636 w 3114960"/>
              <a:gd name="connsiteY42485" fmla="*/ 3203258 h 5143785"/>
              <a:gd name="connsiteX42486" fmla="*/ 2014633 w 3114960"/>
              <a:gd name="connsiteY42486" fmla="*/ 3203258 h 5143785"/>
              <a:gd name="connsiteX42487" fmla="*/ 1958626 w 3114960"/>
              <a:gd name="connsiteY42487" fmla="*/ 3254788 h 5143785"/>
              <a:gd name="connsiteX42488" fmla="*/ 1792796 w 3114960"/>
              <a:gd name="connsiteY42488" fmla="*/ 3255359 h 5143785"/>
              <a:gd name="connsiteX42489" fmla="*/ 1780889 w 3114960"/>
              <a:gd name="connsiteY42489" fmla="*/ 3245358 h 5143785"/>
              <a:gd name="connsiteX42490" fmla="*/ 1768507 w 3114960"/>
              <a:gd name="connsiteY42490" fmla="*/ 3257741 h 5143785"/>
              <a:gd name="connsiteX42491" fmla="*/ 1780889 w 3114960"/>
              <a:gd name="connsiteY42491" fmla="*/ 3270123 h 5143785"/>
              <a:gd name="connsiteX42492" fmla="*/ 2051971 w 3114960"/>
              <a:gd name="connsiteY42492" fmla="*/ 3200781 h 5143785"/>
              <a:gd name="connsiteX42493" fmla="*/ 2057019 w 3114960"/>
              <a:gd name="connsiteY42493" fmla="*/ 3205829 h 5143785"/>
              <a:gd name="connsiteX42494" fmla="*/ 2051971 w 3114960"/>
              <a:gd name="connsiteY42494" fmla="*/ 3210878 h 5143785"/>
              <a:gd name="connsiteX42495" fmla="*/ 2046923 w 3114960"/>
              <a:gd name="connsiteY42495" fmla="*/ 3205829 h 5143785"/>
              <a:gd name="connsiteX42496" fmla="*/ 2051971 w 3114960"/>
              <a:gd name="connsiteY42496" fmla="*/ 3200781 h 5143785"/>
              <a:gd name="connsiteX42497" fmla="*/ 1780985 w 3114960"/>
              <a:gd name="connsiteY42497" fmla="*/ 3250216 h 5143785"/>
              <a:gd name="connsiteX42498" fmla="*/ 1788605 w 3114960"/>
              <a:gd name="connsiteY42498" fmla="*/ 3257836 h 5143785"/>
              <a:gd name="connsiteX42499" fmla="*/ 1780985 w 3114960"/>
              <a:gd name="connsiteY42499" fmla="*/ 3265456 h 5143785"/>
              <a:gd name="connsiteX42500" fmla="*/ 1773365 w 3114960"/>
              <a:gd name="connsiteY42500" fmla="*/ 3257836 h 5143785"/>
              <a:gd name="connsiteX42501" fmla="*/ 1780985 w 3114960"/>
              <a:gd name="connsiteY42501" fmla="*/ 3250216 h 5143785"/>
              <a:gd name="connsiteX42502" fmla="*/ 2171033 w 3114960"/>
              <a:gd name="connsiteY42502" fmla="*/ 3695034 h 5143785"/>
              <a:gd name="connsiteX42503" fmla="*/ 2171033 w 3114960"/>
              <a:gd name="connsiteY42503" fmla="*/ 3706940 h 5143785"/>
              <a:gd name="connsiteX42504" fmla="*/ 2164652 w 3114960"/>
              <a:gd name="connsiteY42504" fmla="*/ 3713321 h 5143785"/>
              <a:gd name="connsiteX42505" fmla="*/ 2152745 w 3114960"/>
              <a:gd name="connsiteY42505" fmla="*/ 3713321 h 5143785"/>
              <a:gd name="connsiteX42506" fmla="*/ 2146364 w 3114960"/>
              <a:gd name="connsiteY42506" fmla="*/ 3706940 h 5143785"/>
              <a:gd name="connsiteX42507" fmla="*/ 2146364 w 3114960"/>
              <a:gd name="connsiteY42507" fmla="*/ 3694938 h 5143785"/>
              <a:gd name="connsiteX42508" fmla="*/ 2152745 w 3114960"/>
              <a:gd name="connsiteY42508" fmla="*/ 3688556 h 5143785"/>
              <a:gd name="connsiteX42509" fmla="*/ 2164652 w 3114960"/>
              <a:gd name="connsiteY42509" fmla="*/ 3688556 h 5143785"/>
              <a:gd name="connsiteX42510" fmla="*/ 2171033 w 3114960"/>
              <a:gd name="connsiteY42510" fmla="*/ 3694938 h 5143785"/>
              <a:gd name="connsiteX42511" fmla="*/ 26670 w 3114960"/>
              <a:gd name="connsiteY42511" fmla="*/ 2257235 h 5143785"/>
              <a:gd name="connsiteX42512" fmla="*/ 123825 w 3114960"/>
              <a:gd name="connsiteY42512" fmla="*/ 2257235 h 5143785"/>
              <a:gd name="connsiteX42513" fmla="*/ 137541 w 3114960"/>
              <a:gd name="connsiteY42513" fmla="*/ 2270760 h 5143785"/>
              <a:gd name="connsiteX42514" fmla="*/ 225266 w 3114960"/>
              <a:gd name="connsiteY42514" fmla="*/ 2270760 h 5143785"/>
              <a:gd name="connsiteX42515" fmla="*/ 385096 w 3114960"/>
              <a:gd name="connsiteY42515" fmla="*/ 2121122 h 5143785"/>
              <a:gd name="connsiteX42516" fmla="*/ 385096 w 3114960"/>
              <a:gd name="connsiteY42516" fmla="*/ 2033492 h 5143785"/>
              <a:gd name="connsiteX42517" fmla="*/ 389096 w 3114960"/>
              <a:gd name="connsiteY42517" fmla="*/ 2033492 h 5143785"/>
              <a:gd name="connsiteX42518" fmla="*/ 395954 w 3114960"/>
              <a:gd name="connsiteY42518" fmla="*/ 2026634 h 5143785"/>
              <a:gd name="connsiteX42519" fmla="*/ 395954 w 3114960"/>
              <a:gd name="connsiteY42519" fmla="*/ 2013966 h 5143785"/>
              <a:gd name="connsiteX42520" fmla="*/ 389096 w 3114960"/>
              <a:gd name="connsiteY42520" fmla="*/ 2007108 h 5143785"/>
              <a:gd name="connsiteX42521" fmla="*/ 376428 w 3114960"/>
              <a:gd name="connsiteY42521" fmla="*/ 2007108 h 5143785"/>
              <a:gd name="connsiteX42522" fmla="*/ 369570 w 3114960"/>
              <a:gd name="connsiteY42522" fmla="*/ 2013966 h 5143785"/>
              <a:gd name="connsiteX42523" fmla="*/ 369570 w 3114960"/>
              <a:gd name="connsiteY42523" fmla="*/ 2026634 h 5143785"/>
              <a:gd name="connsiteX42524" fmla="*/ 376428 w 3114960"/>
              <a:gd name="connsiteY42524" fmla="*/ 2033492 h 5143785"/>
              <a:gd name="connsiteX42525" fmla="*/ 380429 w 3114960"/>
              <a:gd name="connsiteY42525" fmla="*/ 2033492 h 5143785"/>
              <a:gd name="connsiteX42526" fmla="*/ 380429 w 3114960"/>
              <a:gd name="connsiteY42526" fmla="*/ 2119027 h 5143785"/>
              <a:gd name="connsiteX42527" fmla="*/ 223552 w 3114960"/>
              <a:gd name="connsiteY42527" fmla="*/ 2265902 h 5143785"/>
              <a:gd name="connsiteX42528" fmla="*/ 139637 w 3114960"/>
              <a:gd name="connsiteY42528" fmla="*/ 2265902 h 5143785"/>
              <a:gd name="connsiteX42529" fmla="*/ 126016 w 3114960"/>
              <a:gd name="connsiteY42529" fmla="*/ 2252377 h 5143785"/>
              <a:gd name="connsiteX42530" fmla="*/ 28289 w 3114960"/>
              <a:gd name="connsiteY42530" fmla="*/ 2252377 h 5143785"/>
              <a:gd name="connsiteX42531" fmla="*/ 29147 w 3114960"/>
              <a:gd name="connsiteY42531" fmla="*/ 2245519 h 5143785"/>
              <a:gd name="connsiteX42532" fmla="*/ 28575 w 3114960"/>
              <a:gd name="connsiteY42532" fmla="*/ 2239994 h 5143785"/>
              <a:gd name="connsiteX42533" fmla="*/ 29242 w 3114960"/>
              <a:gd name="connsiteY42533" fmla="*/ 2241042 h 5143785"/>
              <a:gd name="connsiteX42534" fmla="*/ 49911 w 3114960"/>
              <a:gd name="connsiteY42534" fmla="*/ 2227040 h 5143785"/>
              <a:gd name="connsiteX42535" fmla="*/ 203740 w 3114960"/>
              <a:gd name="connsiteY42535" fmla="*/ 2227040 h 5143785"/>
              <a:gd name="connsiteX42536" fmla="*/ 285560 w 3114960"/>
              <a:gd name="connsiteY42536" fmla="*/ 2151317 h 5143785"/>
              <a:gd name="connsiteX42537" fmla="*/ 289465 w 3114960"/>
              <a:gd name="connsiteY42537" fmla="*/ 2152650 h 5143785"/>
              <a:gd name="connsiteX42538" fmla="*/ 305086 w 3114960"/>
              <a:gd name="connsiteY42538" fmla="*/ 2152650 h 5143785"/>
              <a:gd name="connsiteX42539" fmla="*/ 311944 w 3114960"/>
              <a:gd name="connsiteY42539" fmla="*/ 2145792 h 5143785"/>
              <a:gd name="connsiteX42540" fmla="*/ 311944 w 3114960"/>
              <a:gd name="connsiteY42540" fmla="*/ 2129600 h 5143785"/>
              <a:gd name="connsiteX42541" fmla="*/ 305086 w 3114960"/>
              <a:gd name="connsiteY42541" fmla="*/ 2122742 h 5143785"/>
              <a:gd name="connsiteX42542" fmla="*/ 289465 w 3114960"/>
              <a:gd name="connsiteY42542" fmla="*/ 2122742 h 5143785"/>
              <a:gd name="connsiteX42543" fmla="*/ 282607 w 3114960"/>
              <a:gd name="connsiteY42543" fmla="*/ 2129600 h 5143785"/>
              <a:gd name="connsiteX42544" fmla="*/ 282607 w 3114960"/>
              <a:gd name="connsiteY42544" fmla="*/ 2145792 h 5143785"/>
              <a:gd name="connsiteX42545" fmla="*/ 282893 w 3114960"/>
              <a:gd name="connsiteY42545" fmla="*/ 2147221 h 5143785"/>
              <a:gd name="connsiteX42546" fmla="*/ 201835 w 3114960"/>
              <a:gd name="connsiteY42546" fmla="*/ 2222183 h 5143785"/>
              <a:gd name="connsiteX42547" fmla="*/ 48482 w 3114960"/>
              <a:gd name="connsiteY42547" fmla="*/ 2222183 h 5143785"/>
              <a:gd name="connsiteX42548" fmla="*/ 27623 w 3114960"/>
              <a:gd name="connsiteY42548" fmla="*/ 2236375 h 5143785"/>
              <a:gd name="connsiteX42549" fmla="*/ 191 w 3114960"/>
              <a:gd name="connsiteY42549" fmla="*/ 2216372 h 5143785"/>
              <a:gd name="connsiteX42550" fmla="*/ 191 w 3114960"/>
              <a:gd name="connsiteY42550" fmla="*/ 2218754 h 5143785"/>
              <a:gd name="connsiteX42551" fmla="*/ 26861 w 3114960"/>
              <a:gd name="connsiteY42551" fmla="*/ 2245424 h 5143785"/>
              <a:gd name="connsiteX42552" fmla="*/ 191 w 3114960"/>
              <a:gd name="connsiteY42552" fmla="*/ 2272094 h 5143785"/>
              <a:gd name="connsiteX42553" fmla="*/ 191 w 3114960"/>
              <a:gd name="connsiteY42553" fmla="*/ 2274475 h 5143785"/>
              <a:gd name="connsiteX42554" fmla="*/ 26765 w 3114960"/>
              <a:gd name="connsiteY42554" fmla="*/ 2257044 h 5143785"/>
              <a:gd name="connsiteX42555" fmla="*/ 376333 w 3114960"/>
              <a:gd name="connsiteY42555" fmla="*/ 2028825 h 5143785"/>
              <a:gd name="connsiteX42556" fmla="*/ 374237 w 3114960"/>
              <a:gd name="connsiteY42556" fmla="*/ 2026730 h 5143785"/>
              <a:gd name="connsiteX42557" fmla="*/ 374237 w 3114960"/>
              <a:gd name="connsiteY42557" fmla="*/ 2014061 h 5143785"/>
              <a:gd name="connsiteX42558" fmla="*/ 376333 w 3114960"/>
              <a:gd name="connsiteY42558" fmla="*/ 2011966 h 5143785"/>
              <a:gd name="connsiteX42559" fmla="*/ 389001 w 3114960"/>
              <a:gd name="connsiteY42559" fmla="*/ 2011966 h 5143785"/>
              <a:gd name="connsiteX42560" fmla="*/ 391097 w 3114960"/>
              <a:gd name="connsiteY42560" fmla="*/ 2014061 h 5143785"/>
              <a:gd name="connsiteX42561" fmla="*/ 391097 w 3114960"/>
              <a:gd name="connsiteY42561" fmla="*/ 2026730 h 5143785"/>
              <a:gd name="connsiteX42562" fmla="*/ 389001 w 3114960"/>
              <a:gd name="connsiteY42562" fmla="*/ 2028825 h 5143785"/>
              <a:gd name="connsiteX42563" fmla="*/ 376333 w 3114960"/>
              <a:gd name="connsiteY42563" fmla="*/ 2028825 h 5143785"/>
              <a:gd name="connsiteX42564" fmla="*/ 287369 w 3114960"/>
              <a:gd name="connsiteY42564" fmla="*/ 2129790 h 5143785"/>
              <a:gd name="connsiteX42565" fmla="*/ 289465 w 3114960"/>
              <a:gd name="connsiteY42565" fmla="*/ 2127695 h 5143785"/>
              <a:gd name="connsiteX42566" fmla="*/ 305086 w 3114960"/>
              <a:gd name="connsiteY42566" fmla="*/ 2127695 h 5143785"/>
              <a:gd name="connsiteX42567" fmla="*/ 307181 w 3114960"/>
              <a:gd name="connsiteY42567" fmla="*/ 2129790 h 5143785"/>
              <a:gd name="connsiteX42568" fmla="*/ 307181 w 3114960"/>
              <a:gd name="connsiteY42568" fmla="*/ 2145983 h 5143785"/>
              <a:gd name="connsiteX42569" fmla="*/ 305086 w 3114960"/>
              <a:gd name="connsiteY42569" fmla="*/ 2148078 h 5143785"/>
              <a:gd name="connsiteX42570" fmla="*/ 289465 w 3114960"/>
              <a:gd name="connsiteY42570" fmla="*/ 2148078 h 5143785"/>
              <a:gd name="connsiteX42571" fmla="*/ 287369 w 3114960"/>
              <a:gd name="connsiteY42571" fmla="*/ 2145983 h 5143785"/>
              <a:gd name="connsiteX42572" fmla="*/ 287369 w 3114960"/>
              <a:gd name="connsiteY42572" fmla="*/ 2129790 h 5143785"/>
              <a:gd name="connsiteX42573" fmla="*/ 78296 w 3114960"/>
              <a:gd name="connsiteY42573" fmla="*/ 2152269 h 5143785"/>
              <a:gd name="connsiteX42574" fmla="*/ 150019 w 3114960"/>
              <a:gd name="connsiteY42574" fmla="*/ 2152079 h 5143785"/>
              <a:gd name="connsiteX42575" fmla="*/ 250031 w 3114960"/>
              <a:gd name="connsiteY42575" fmla="*/ 2055495 h 5143785"/>
              <a:gd name="connsiteX42576" fmla="*/ 286703 w 3114960"/>
              <a:gd name="connsiteY42576" fmla="*/ 2055495 h 5143785"/>
              <a:gd name="connsiteX42577" fmla="*/ 297752 w 3114960"/>
              <a:gd name="connsiteY42577" fmla="*/ 2064639 h 5143785"/>
              <a:gd name="connsiteX42578" fmla="*/ 309277 w 3114960"/>
              <a:gd name="connsiteY42578" fmla="*/ 2053114 h 5143785"/>
              <a:gd name="connsiteX42579" fmla="*/ 297752 w 3114960"/>
              <a:gd name="connsiteY42579" fmla="*/ 2041589 h 5143785"/>
              <a:gd name="connsiteX42580" fmla="*/ 286703 w 3114960"/>
              <a:gd name="connsiteY42580" fmla="*/ 2050732 h 5143785"/>
              <a:gd name="connsiteX42581" fmla="*/ 248126 w 3114960"/>
              <a:gd name="connsiteY42581" fmla="*/ 2050732 h 5143785"/>
              <a:gd name="connsiteX42582" fmla="*/ 148114 w 3114960"/>
              <a:gd name="connsiteY42582" fmla="*/ 2147316 h 5143785"/>
              <a:gd name="connsiteX42583" fmla="*/ 80677 w 3114960"/>
              <a:gd name="connsiteY42583" fmla="*/ 2147507 h 5143785"/>
              <a:gd name="connsiteX42584" fmla="*/ 68199 w 3114960"/>
              <a:gd name="connsiteY42584" fmla="*/ 2131981 h 5143785"/>
              <a:gd name="connsiteX42585" fmla="*/ 95 w 3114960"/>
              <a:gd name="connsiteY42585" fmla="*/ 2131695 h 5143785"/>
              <a:gd name="connsiteX42586" fmla="*/ 95 w 3114960"/>
              <a:gd name="connsiteY42586" fmla="*/ 2136458 h 5143785"/>
              <a:gd name="connsiteX42587" fmla="*/ 65913 w 3114960"/>
              <a:gd name="connsiteY42587" fmla="*/ 2136743 h 5143785"/>
              <a:gd name="connsiteX42588" fmla="*/ 78391 w 3114960"/>
              <a:gd name="connsiteY42588" fmla="*/ 2152364 h 5143785"/>
              <a:gd name="connsiteX42589" fmla="*/ 297656 w 3114960"/>
              <a:gd name="connsiteY42589" fmla="*/ 2046351 h 5143785"/>
              <a:gd name="connsiteX42590" fmla="*/ 304419 w 3114960"/>
              <a:gd name="connsiteY42590" fmla="*/ 2053114 h 5143785"/>
              <a:gd name="connsiteX42591" fmla="*/ 297656 w 3114960"/>
              <a:gd name="connsiteY42591" fmla="*/ 2059877 h 5143785"/>
              <a:gd name="connsiteX42592" fmla="*/ 290894 w 3114960"/>
              <a:gd name="connsiteY42592" fmla="*/ 2053114 h 5143785"/>
              <a:gd name="connsiteX42593" fmla="*/ 297656 w 3114960"/>
              <a:gd name="connsiteY42593" fmla="*/ 2046351 h 5143785"/>
              <a:gd name="connsiteX42594" fmla="*/ 1926050 w 3114960"/>
              <a:gd name="connsiteY42594" fmla="*/ 3232213 h 5143785"/>
              <a:gd name="connsiteX42595" fmla="*/ 1982057 w 3114960"/>
              <a:gd name="connsiteY42595" fmla="*/ 3180684 h 5143785"/>
              <a:gd name="connsiteX42596" fmla="*/ 2008251 w 3114960"/>
              <a:gd name="connsiteY42596" fmla="*/ 3180684 h 5143785"/>
              <a:gd name="connsiteX42597" fmla="*/ 2017490 w 3114960"/>
              <a:gd name="connsiteY42597" fmla="*/ 3188018 h 5143785"/>
              <a:gd name="connsiteX42598" fmla="*/ 2027301 w 3114960"/>
              <a:gd name="connsiteY42598" fmla="*/ 3178207 h 5143785"/>
              <a:gd name="connsiteX42599" fmla="*/ 2017490 w 3114960"/>
              <a:gd name="connsiteY42599" fmla="*/ 3168396 h 5143785"/>
              <a:gd name="connsiteX42600" fmla="*/ 2008251 w 3114960"/>
              <a:gd name="connsiteY42600" fmla="*/ 3175826 h 5143785"/>
              <a:gd name="connsiteX42601" fmla="*/ 1980248 w 3114960"/>
              <a:gd name="connsiteY42601" fmla="*/ 3175826 h 5143785"/>
              <a:gd name="connsiteX42602" fmla="*/ 1924336 w 3114960"/>
              <a:gd name="connsiteY42602" fmla="*/ 3227356 h 5143785"/>
              <a:gd name="connsiteX42603" fmla="*/ 1707452 w 3114960"/>
              <a:gd name="connsiteY42603" fmla="*/ 3226784 h 5143785"/>
              <a:gd name="connsiteX42604" fmla="*/ 1706499 w 3114960"/>
              <a:gd name="connsiteY42604" fmla="*/ 3226784 h 5143785"/>
              <a:gd name="connsiteX42605" fmla="*/ 1674876 w 3114960"/>
              <a:gd name="connsiteY42605" fmla="*/ 3257836 h 5143785"/>
              <a:gd name="connsiteX42606" fmla="*/ 1667923 w 3114960"/>
              <a:gd name="connsiteY42606" fmla="*/ 3255455 h 5143785"/>
              <a:gd name="connsiteX42607" fmla="*/ 1655540 w 3114960"/>
              <a:gd name="connsiteY42607" fmla="*/ 3267837 h 5143785"/>
              <a:gd name="connsiteX42608" fmla="*/ 1667923 w 3114960"/>
              <a:gd name="connsiteY42608" fmla="*/ 3280220 h 5143785"/>
              <a:gd name="connsiteX42609" fmla="*/ 1680305 w 3114960"/>
              <a:gd name="connsiteY42609" fmla="*/ 3267837 h 5143785"/>
              <a:gd name="connsiteX42610" fmla="*/ 1678115 w 3114960"/>
              <a:gd name="connsiteY42610" fmla="*/ 3261265 h 5143785"/>
              <a:gd name="connsiteX42611" fmla="*/ 1708404 w 3114960"/>
              <a:gd name="connsiteY42611" fmla="*/ 3231547 h 5143785"/>
              <a:gd name="connsiteX42612" fmla="*/ 1925193 w 3114960"/>
              <a:gd name="connsiteY42612" fmla="*/ 3232118 h 5143785"/>
              <a:gd name="connsiteX42613" fmla="*/ 1926146 w 3114960"/>
              <a:gd name="connsiteY42613" fmla="*/ 3232118 h 5143785"/>
              <a:gd name="connsiteX42614" fmla="*/ 2017490 w 3114960"/>
              <a:gd name="connsiteY42614" fmla="*/ 3173254 h 5143785"/>
              <a:gd name="connsiteX42615" fmla="*/ 2022539 w 3114960"/>
              <a:gd name="connsiteY42615" fmla="*/ 3178302 h 5143785"/>
              <a:gd name="connsiteX42616" fmla="*/ 2017490 w 3114960"/>
              <a:gd name="connsiteY42616" fmla="*/ 3183350 h 5143785"/>
              <a:gd name="connsiteX42617" fmla="*/ 2012537 w 3114960"/>
              <a:gd name="connsiteY42617" fmla="*/ 3178302 h 5143785"/>
              <a:gd name="connsiteX42618" fmla="*/ 2017490 w 3114960"/>
              <a:gd name="connsiteY42618" fmla="*/ 3173254 h 5143785"/>
              <a:gd name="connsiteX42619" fmla="*/ 1667828 w 3114960"/>
              <a:gd name="connsiteY42619" fmla="*/ 3275457 h 5143785"/>
              <a:gd name="connsiteX42620" fmla="*/ 1660207 w 3114960"/>
              <a:gd name="connsiteY42620" fmla="*/ 3267837 h 5143785"/>
              <a:gd name="connsiteX42621" fmla="*/ 1667828 w 3114960"/>
              <a:gd name="connsiteY42621" fmla="*/ 3260217 h 5143785"/>
              <a:gd name="connsiteX42622" fmla="*/ 1675448 w 3114960"/>
              <a:gd name="connsiteY42622" fmla="*/ 3267837 h 5143785"/>
              <a:gd name="connsiteX42623" fmla="*/ 1667828 w 3114960"/>
              <a:gd name="connsiteY42623" fmla="*/ 3275457 h 5143785"/>
              <a:gd name="connsiteX42624" fmla="*/ 1015270 w 3114960"/>
              <a:gd name="connsiteY42624" fmla="*/ 2269808 h 5143785"/>
              <a:gd name="connsiteX42625" fmla="*/ 1015270 w 3114960"/>
              <a:gd name="connsiteY42625" fmla="*/ 2271332 h 5143785"/>
              <a:gd name="connsiteX42626" fmla="*/ 997934 w 3114960"/>
              <a:gd name="connsiteY42626" fmla="*/ 2270760 h 5143785"/>
              <a:gd name="connsiteX42627" fmla="*/ 985838 w 3114960"/>
              <a:gd name="connsiteY42627" fmla="*/ 2279047 h 5143785"/>
              <a:gd name="connsiteX42628" fmla="*/ 837914 w 3114960"/>
              <a:gd name="connsiteY42628" fmla="*/ 2278380 h 5143785"/>
              <a:gd name="connsiteX42629" fmla="*/ 701612 w 3114960"/>
              <a:gd name="connsiteY42629" fmla="*/ 2145506 h 5143785"/>
              <a:gd name="connsiteX42630" fmla="*/ 681228 w 3114960"/>
              <a:gd name="connsiteY42630" fmla="*/ 2145887 h 5143785"/>
              <a:gd name="connsiteX42631" fmla="*/ 669608 w 3114960"/>
              <a:gd name="connsiteY42631" fmla="*/ 2131695 h 5143785"/>
              <a:gd name="connsiteX42632" fmla="*/ 669608 w 3114960"/>
              <a:gd name="connsiteY42632" fmla="*/ 2033492 h 5143785"/>
              <a:gd name="connsiteX42633" fmla="*/ 673608 w 3114960"/>
              <a:gd name="connsiteY42633" fmla="*/ 2033492 h 5143785"/>
              <a:gd name="connsiteX42634" fmla="*/ 680466 w 3114960"/>
              <a:gd name="connsiteY42634" fmla="*/ 2026634 h 5143785"/>
              <a:gd name="connsiteX42635" fmla="*/ 680466 w 3114960"/>
              <a:gd name="connsiteY42635" fmla="*/ 2013966 h 5143785"/>
              <a:gd name="connsiteX42636" fmla="*/ 673608 w 3114960"/>
              <a:gd name="connsiteY42636" fmla="*/ 2007108 h 5143785"/>
              <a:gd name="connsiteX42637" fmla="*/ 660940 w 3114960"/>
              <a:gd name="connsiteY42637" fmla="*/ 2007108 h 5143785"/>
              <a:gd name="connsiteX42638" fmla="*/ 654082 w 3114960"/>
              <a:gd name="connsiteY42638" fmla="*/ 2013966 h 5143785"/>
              <a:gd name="connsiteX42639" fmla="*/ 654082 w 3114960"/>
              <a:gd name="connsiteY42639" fmla="*/ 2026634 h 5143785"/>
              <a:gd name="connsiteX42640" fmla="*/ 660940 w 3114960"/>
              <a:gd name="connsiteY42640" fmla="*/ 2033492 h 5143785"/>
              <a:gd name="connsiteX42641" fmla="*/ 664940 w 3114960"/>
              <a:gd name="connsiteY42641" fmla="*/ 2033492 h 5143785"/>
              <a:gd name="connsiteX42642" fmla="*/ 664940 w 3114960"/>
              <a:gd name="connsiteY42642" fmla="*/ 2133410 h 5143785"/>
              <a:gd name="connsiteX42643" fmla="*/ 679133 w 3114960"/>
              <a:gd name="connsiteY42643" fmla="*/ 2150650 h 5143785"/>
              <a:gd name="connsiteX42644" fmla="*/ 699802 w 3114960"/>
              <a:gd name="connsiteY42644" fmla="*/ 2150269 h 5143785"/>
              <a:gd name="connsiteX42645" fmla="*/ 836104 w 3114960"/>
              <a:gd name="connsiteY42645" fmla="*/ 2283143 h 5143785"/>
              <a:gd name="connsiteX42646" fmla="*/ 987457 w 3114960"/>
              <a:gd name="connsiteY42646" fmla="*/ 2283809 h 5143785"/>
              <a:gd name="connsiteX42647" fmla="*/ 999458 w 3114960"/>
              <a:gd name="connsiteY42647" fmla="*/ 2275523 h 5143785"/>
              <a:gd name="connsiteX42648" fmla="*/ 1015460 w 3114960"/>
              <a:gd name="connsiteY42648" fmla="*/ 2275999 h 5143785"/>
              <a:gd name="connsiteX42649" fmla="*/ 1015460 w 3114960"/>
              <a:gd name="connsiteY42649" fmla="*/ 2277523 h 5143785"/>
              <a:gd name="connsiteX42650" fmla="*/ 1021842 w 3114960"/>
              <a:gd name="connsiteY42650" fmla="*/ 2283905 h 5143785"/>
              <a:gd name="connsiteX42651" fmla="*/ 1048798 w 3114960"/>
              <a:gd name="connsiteY42651" fmla="*/ 2283905 h 5143785"/>
              <a:gd name="connsiteX42652" fmla="*/ 1055180 w 3114960"/>
              <a:gd name="connsiteY42652" fmla="*/ 2277523 h 5143785"/>
              <a:gd name="connsiteX42653" fmla="*/ 1055180 w 3114960"/>
              <a:gd name="connsiteY42653" fmla="*/ 2274856 h 5143785"/>
              <a:gd name="connsiteX42654" fmla="*/ 1066705 w 3114960"/>
              <a:gd name="connsiteY42654" fmla="*/ 2274856 h 5143785"/>
              <a:gd name="connsiteX42655" fmla="*/ 1074992 w 3114960"/>
              <a:gd name="connsiteY42655" fmla="*/ 2266379 h 5143785"/>
              <a:gd name="connsiteX42656" fmla="*/ 1074992 w 3114960"/>
              <a:gd name="connsiteY42656" fmla="*/ 2248281 h 5143785"/>
              <a:gd name="connsiteX42657" fmla="*/ 1076516 w 3114960"/>
              <a:gd name="connsiteY42657" fmla="*/ 2248281 h 5143785"/>
              <a:gd name="connsiteX42658" fmla="*/ 1085183 w 3114960"/>
              <a:gd name="connsiteY42658" fmla="*/ 2239613 h 5143785"/>
              <a:gd name="connsiteX42659" fmla="*/ 1085183 w 3114960"/>
              <a:gd name="connsiteY42659" fmla="*/ 2212658 h 5143785"/>
              <a:gd name="connsiteX42660" fmla="*/ 1076516 w 3114960"/>
              <a:gd name="connsiteY42660" fmla="*/ 2203990 h 5143785"/>
              <a:gd name="connsiteX42661" fmla="*/ 1076230 w 3114960"/>
              <a:gd name="connsiteY42661" fmla="*/ 2203990 h 5143785"/>
              <a:gd name="connsiteX42662" fmla="*/ 1076230 w 3114960"/>
              <a:gd name="connsiteY42662" fmla="*/ 2159127 h 5143785"/>
              <a:gd name="connsiteX42663" fmla="*/ 1050227 w 3114960"/>
              <a:gd name="connsiteY42663" fmla="*/ 2137220 h 5143785"/>
              <a:gd name="connsiteX42664" fmla="*/ 1052608 w 3114960"/>
              <a:gd name="connsiteY42664" fmla="*/ 2130457 h 5143785"/>
              <a:gd name="connsiteX42665" fmla="*/ 1040987 w 3114960"/>
              <a:gd name="connsiteY42665" fmla="*/ 2118836 h 5143785"/>
              <a:gd name="connsiteX42666" fmla="*/ 1029367 w 3114960"/>
              <a:gd name="connsiteY42666" fmla="*/ 2130457 h 5143785"/>
              <a:gd name="connsiteX42667" fmla="*/ 1040987 w 3114960"/>
              <a:gd name="connsiteY42667" fmla="*/ 2142077 h 5143785"/>
              <a:gd name="connsiteX42668" fmla="*/ 1046607 w 3114960"/>
              <a:gd name="connsiteY42668" fmla="*/ 2140363 h 5143785"/>
              <a:gd name="connsiteX42669" fmla="*/ 1071372 w 3114960"/>
              <a:gd name="connsiteY42669" fmla="*/ 2161223 h 5143785"/>
              <a:gd name="connsiteX42670" fmla="*/ 1071372 w 3114960"/>
              <a:gd name="connsiteY42670" fmla="*/ 2203895 h 5143785"/>
              <a:gd name="connsiteX42671" fmla="*/ 1068610 w 3114960"/>
              <a:gd name="connsiteY42671" fmla="*/ 2203895 h 5143785"/>
              <a:gd name="connsiteX42672" fmla="*/ 1059942 w 3114960"/>
              <a:gd name="connsiteY42672" fmla="*/ 2212562 h 5143785"/>
              <a:gd name="connsiteX42673" fmla="*/ 1059942 w 3114960"/>
              <a:gd name="connsiteY42673" fmla="*/ 2239518 h 5143785"/>
              <a:gd name="connsiteX42674" fmla="*/ 1068610 w 3114960"/>
              <a:gd name="connsiteY42674" fmla="*/ 2248186 h 5143785"/>
              <a:gd name="connsiteX42675" fmla="*/ 1070134 w 3114960"/>
              <a:gd name="connsiteY42675" fmla="*/ 2248186 h 5143785"/>
              <a:gd name="connsiteX42676" fmla="*/ 1070134 w 3114960"/>
              <a:gd name="connsiteY42676" fmla="*/ 2264283 h 5143785"/>
              <a:gd name="connsiteX42677" fmla="*/ 1064609 w 3114960"/>
              <a:gd name="connsiteY42677" fmla="*/ 2269998 h 5143785"/>
              <a:gd name="connsiteX42678" fmla="*/ 1055084 w 3114960"/>
              <a:gd name="connsiteY42678" fmla="*/ 2269998 h 5143785"/>
              <a:gd name="connsiteX42679" fmla="*/ 1055084 w 3114960"/>
              <a:gd name="connsiteY42679" fmla="*/ 2269617 h 5143785"/>
              <a:gd name="connsiteX42680" fmla="*/ 1048703 w 3114960"/>
              <a:gd name="connsiteY42680" fmla="*/ 2263331 h 5143785"/>
              <a:gd name="connsiteX42681" fmla="*/ 1021747 w 3114960"/>
              <a:gd name="connsiteY42681" fmla="*/ 2263331 h 5143785"/>
              <a:gd name="connsiteX42682" fmla="*/ 1015365 w 3114960"/>
              <a:gd name="connsiteY42682" fmla="*/ 2269617 h 5143785"/>
              <a:gd name="connsiteX42683" fmla="*/ 660845 w 3114960"/>
              <a:gd name="connsiteY42683" fmla="*/ 2028825 h 5143785"/>
              <a:gd name="connsiteX42684" fmla="*/ 658749 w 3114960"/>
              <a:gd name="connsiteY42684" fmla="*/ 2026730 h 5143785"/>
              <a:gd name="connsiteX42685" fmla="*/ 658749 w 3114960"/>
              <a:gd name="connsiteY42685" fmla="*/ 2014061 h 5143785"/>
              <a:gd name="connsiteX42686" fmla="*/ 660845 w 3114960"/>
              <a:gd name="connsiteY42686" fmla="*/ 2011966 h 5143785"/>
              <a:gd name="connsiteX42687" fmla="*/ 673513 w 3114960"/>
              <a:gd name="connsiteY42687" fmla="*/ 2011966 h 5143785"/>
              <a:gd name="connsiteX42688" fmla="*/ 675608 w 3114960"/>
              <a:gd name="connsiteY42688" fmla="*/ 2014061 h 5143785"/>
              <a:gd name="connsiteX42689" fmla="*/ 675608 w 3114960"/>
              <a:gd name="connsiteY42689" fmla="*/ 2026730 h 5143785"/>
              <a:gd name="connsiteX42690" fmla="*/ 673513 w 3114960"/>
              <a:gd name="connsiteY42690" fmla="*/ 2028825 h 5143785"/>
              <a:gd name="connsiteX42691" fmla="*/ 660845 w 3114960"/>
              <a:gd name="connsiteY42691" fmla="*/ 2028825 h 5143785"/>
              <a:gd name="connsiteX42692" fmla="*/ 1040702 w 3114960"/>
              <a:gd name="connsiteY42692" fmla="*/ 2139696 h 5143785"/>
              <a:gd name="connsiteX42693" fmla="*/ 1031462 w 3114960"/>
              <a:gd name="connsiteY42693" fmla="*/ 2130457 h 5143785"/>
              <a:gd name="connsiteX42694" fmla="*/ 1040702 w 3114960"/>
              <a:gd name="connsiteY42694" fmla="*/ 2121218 h 5143785"/>
              <a:gd name="connsiteX42695" fmla="*/ 1049941 w 3114960"/>
              <a:gd name="connsiteY42695" fmla="*/ 2130457 h 5143785"/>
              <a:gd name="connsiteX42696" fmla="*/ 1040702 w 3114960"/>
              <a:gd name="connsiteY42696" fmla="*/ 2139696 h 5143785"/>
              <a:gd name="connsiteX42697" fmla="*/ 1068419 w 3114960"/>
              <a:gd name="connsiteY42697" fmla="*/ 2243614 h 5143785"/>
              <a:gd name="connsiteX42698" fmla="*/ 1064514 w 3114960"/>
              <a:gd name="connsiteY42698" fmla="*/ 2239709 h 5143785"/>
              <a:gd name="connsiteX42699" fmla="*/ 1064514 w 3114960"/>
              <a:gd name="connsiteY42699" fmla="*/ 2212753 h 5143785"/>
              <a:gd name="connsiteX42700" fmla="*/ 1068419 w 3114960"/>
              <a:gd name="connsiteY42700" fmla="*/ 2208848 h 5143785"/>
              <a:gd name="connsiteX42701" fmla="*/ 1076230 w 3114960"/>
              <a:gd name="connsiteY42701" fmla="*/ 2208848 h 5143785"/>
              <a:gd name="connsiteX42702" fmla="*/ 1080135 w 3114960"/>
              <a:gd name="connsiteY42702" fmla="*/ 2212753 h 5143785"/>
              <a:gd name="connsiteX42703" fmla="*/ 1080135 w 3114960"/>
              <a:gd name="connsiteY42703" fmla="*/ 2239709 h 5143785"/>
              <a:gd name="connsiteX42704" fmla="*/ 1076230 w 3114960"/>
              <a:gd name="connsiteY42704" fmla="*/ 2243614 h 5143785"/>
              <a:gd name="connsiteX42705" fmla="*/ 1068419 w 3114960"/>
              <a:gd name="connsiteY42705" fmla="*/ 2243614 h 5143785"/>
              <a:gd name="connsiteX42706" fmla="*/ 878681 w 3114960"/>
              <a:gd name="connsiteY42706" fmla="*/ 3042285 h 5143785"/>
              <a:gd name="connsiteX42707" fmla="*/ 878681 w 3114960"/>
              <a:gd name="connsiteY42707" fmla="*/ 3037523 h 5143785"/>
              <a:gd name="connsiteX42708" fmla="*/ 900875 w 3114960"/>
              <a:gd name="connsiteY42708" fmla="*/ 3037523 h 5143785"/>
              <a:gd name="connsiteX42709" fmla="*/ 900875 w 3114960"/>
              <a:gd name="connsiteY42709" fmla="*/ 3042285 h 5143785"/>
              <a:gd name="connsiteX42710" fmla="*/ 878681 w 3114960"/>
              <a:gd name="connsiteY42710" fmla="*/ 3042285 h 5143785"/>
              <a:gd name="connsiteX42711" fmla="*/ 1040702 w 3114960"/>
              <a:gd name="connsiteY42711" fmla="*/ 2122646 h 5143785"/>
              <a:gd name="connsiteX42712" fmla="*/ 1032986 w 3114960"/>
              <a:gd name="connsiteY42712" fmla="*/ 2130362 h 5143785"/>
              <a:gd name="connsiteX42713" fmla="*/ 1040702 w 3114960"/>
              <a:gd name="connsiteY42713" fmla="*/ 2138077 h 5143785"/>
              <a:gd name="connsiteX42714" fmla="*/ 1048512 w 3114960"/>
              <a:gd name="connsiteY42714" fmla="*/ 2130362 h 5143785"/>
              <a:gd name="connsiteX42715" fmla="*/ 1040702 w 3114960"/>
              <a:gd name="connsiteY42715" fmla="*/ 2122646 h 5143785"/>
              <a:gd name="connsiteX42716" fmla="*/ 1040702 w 3114960"/>
              <a:gd name="connsiteY42716" fmla="*/ 2135791 h 5143785"/>
              <a:gd name="connsiteX42717" fmla="*/ 1035368 w 3114960"/>
              <a:gd name="connsiteY42717" fmla="*/ 2130457 h 5143785"/>
              <a:gd name="connsiteX42718" fmla="*/ 1040702 w 3114960"/>
              <a:gd name="connsiteY42718" fmla="*/ 2125123 h 5143785"/>
              <a:gd name="connsiteX42719" fmla="*/ 1046131 w 3114960"/>
              <a:gd name="connsiteY42719" fmla="*/ 2130457 h 5143785"/>
              <a:gd name="connsiteX42720" fmla="*/ 1040702 w 3114960"/>
              <a:gd name="connsiteY42720" fmla="*/ 2135791 h 5143785"/>
              <a:gd name="connsiteX42721" fmla="*/ 423386 w 3114960"/>
              <a:gd name="connsiteY42721" fmla="*/ 3144012 h 5143785"/>
              <a:gd name="connsiteX42722" fmla="*/ 423386 w 3114960"/>
              <a:gd name="connsiteY42722" fmla="*/ 3126296 h 5143785"/>
              <a:gd name="connsiteX42723" fmla="*/ 428149 w 3114960"/>
              <a:gd name="connsiteY42723" fmla="*/ 3126296 h 5143785"/>
              <a:gd name="connsiteX42724" fmla="*/ 428149 w 3114960"/>
              <a:gd name="connsiteY42724" fmla="*/ 3144012 h 5143785"/>
              <a:gd name="connsiteX42725" fmla="*/ 423386 w 3114960"/>
              <a:gd name="connsiteY42725" fmla="*/ 3144012 h 5143785"/>
              <a:gd name="connsiteX42726" fmla="*/ 423386 w 3114960"/>
              <a:gd name="connsiteY42726" fmla="*/ 3167920 h 5143785"/>
              <a:gd name="connsiteX42727" fmla="*/ 423386 w 3114960"/>
              <a:gd name="connsiteY42727" fmla="*/ 3161729 h 5143785"/>
              <a:gd name="connsiteX42728" fmla="*/ 428149 w 3114960"/>
              <a:gd name="connsiteY42728" fmla="*/ 3161729 h 5143785"/>
              <a:gd name="connsiteX42729" fmla="*/ 428149 w 3114960"/>
              <a:gd name="connsiteY42729" fmla="*/ 3166205 h 5143785"/>
              <a:gd name="connsiteX42730" fmla="*/ 435293 w 3114960"/>
              <a:gd name="connsiteY42730" fmla="*/ 3175254 h 5143785"/>
              <a:gd name="connsiteX42731" fmla="*/ 431578 w 3114960"/>
              <a:gd name="connsiteY42731" fmla="*/ 3178207 h 5143785"/>
              <a:gd name="connsiteX42732" fmla="*/ 423386 w 3114960"/>
              <a:gd name="connsiteY42732" fmla="*/ 3167825 h 5143785"/>
              <a:gd name="connsiteX42733" fmla="*/ 1107567 w 3114960"/>
              <a:gd name="connsiteY42733" fmla="*/ 3261170 h 5143785"/>
              <a:gd name="connsiteX42734" fmla="*/ 1100614 w 3114960"/>
              <a:gd name="connsiteY42734" fmla="*/ 3264027 h 5143785"/>
              <a:gd name="connsiteX42735" fmla="*/ 1098137 w 3114960"/>
              <a:gd name="connsiteY42735" fmla="*/ 3268790 h 5143785"/>
              <a:gd name="connsiteX42736" fmla="*/ 1034987 w 3114960"/>
              <a:gd name="connsiteY42736" fmla="*/ 3268790 h 5143785"/>
              <a:gd name="connsiteX42737" fmla="*/ 991457 w 3114960"/>
              <a:gd name="connsiteY42737" fmla="*/ 3303461 h 5143785"/>
              <a:gd name="connsiteX42738" fmla="*/ 984790 w 3114960"/>
              <a:gd name="connsiteY42738" fmla="*/ 3300698 h 5143785"/>
              <a:gd name="connsiteX42739" fmla="*/ 984790 w 3114960"/>
              <a:gd name="connsiteY42739" fmla="*/ 3300698 h 5143785"/>
              <a:gd name="connsiteX42740" fmla="*/ 974979 w 3114960"/>
              <a:gd name="connsiteY42740" fmla="*/ 3310414 h 5143785"/>
              <a:gd name="connsiteX42741" fmla="*/ 984695 w 3114960"/>
              <a:gd name="connsiteY42741" fmla="*/ 3320225 h 5143785"/>
              <a:gd name="connsiteX42742" fmla="*/ 984695 w 3114960"/>
              <a:gd name="connsiteY42742" fmla="*/ 3320225 h 5143785"/>
              <a:gd name="connsiteX42743" fmla="*/ 994505 w 3114960"/>
              <a:gd name="connsiteY42743" fmla="*/ 3310509 h 5143785"/>
              <a:gd name="connsiteX42744" fmla="*/ 993934 w 3114960"/>
              <a:gd name="connsiteY42744" fmla="*/ 3307652 h 5143785"/>
              <a:gd name="connsiteX42745" fmla="*/ 1036606 w 3114960"/>
              <a:gd name="connsiteY42745" fmla="*/ 3273647 h 5143785"/>
              <a:gd name="connsiteX42746" fmla="*/ 1098233 w 3114960"/>
              <a:gd name="connsiteY42746" fmla="*/ 3273647 h 5143785"/>
              <a:gd name="connsiteX42747" fmla="*/ 1100519 w 3114960"/>
              <a:gd name="connsiteY42747" fmla="*/ 3277934 h 5143785"/>
              <a:gd name="connsiteX42748" fmla="*/ 1107377 w 3114960"/>
              <a:gd name="connsiteY42748" fmla="*/ 3280791 h 5143785"/>
              <a:gd name="connsiteX42749" fmla="*/ 1107377 w 3114960"/>
              <a:gd name="connsiteY42749" fmla="*/ 3280791 h 5143785"/>
              <a:gd name="connsiteX42750" fmla="*/ 1114235 w 3114960"/>
              <a:gd name="connsiteY42750" fmla="*/ 3277934 h 5143785"/>
              <a:gd name="connsiteX42751" fmla="*/ 1117092 w 3114960"/>
              <a:gd name="connsiteY42751" fmla="*/ 3271076 h 5143785"/>
              <a:gd name="connsiteX42752" fmla="*/ 1114235 w 3114960"/>
              <a:gd name="connsiteY42752" fmla="*/ 3264122 h 5143785"/>
              <a:gd name="connsiteX42753" fmla="*/ 1107377 w 3114960"/>
              <a:gd name="connsiteY42753" fmla="*/ 3261265 h 5143785"/>
              <a:gd name="connsiteX42754" fmla="*/ 984790 w 3114960"/>
              <a:gd name="connsiteY42754" fmla="*/ 3315462 h 5143785"/>
              <a:gd name="connsiteX42755" fmla="*/ 984790 w 3114960"/>
              <a:gd name="connsiteY42755" fmla="*/ 3315462 h 5143785"/>
              <a:gd name="connsiteX42756" fmla="*/ 979837 w 3114960"/>
              <a:gd name="connsiteY42756" fmla="*/ 3310414 h 5143785"/>
              <a:gd name="connsiteX42757" fmla="*/ 984885 w 3114960"/>
              <a:gd name="connsiteY42757" fmla="*/ 3305461 h 5143785"/>
              <a:gd name="connsiteX42758" fmla="*/ 984885 w 3114960"/>
              <a:gd name="connsiteY42758" fmla="*/ 3305461 h 5143785"/>
              <a:gd name="connsiteX42759" fmla="*/ 989838 w 3114960"/>
              <a:gd name="connsiteY42759" fmla="*/ 3310509 h 5143785"/>
              <a:gd name="connsiteX42760" fmla="*/ 984790 w 3114960"/>
              <a:gd name="connsiteY42760" fmla="*/ 3315462 h 5143785"/>
              <a:gd name="connsiteX42761" fmla="*/ 1111091 w 3114960"/>
              <a:gd name="connsiteY42761" fmla="*/ 3274505 h 5143785"/>
              <a:gd name="connsiteX42762" fmla="*/ 1107567 w 3114960"/>
              <a:gd name="connsiteY42762" fmla="*/ 3275934 h 5143785"/>
              <a:gd name="connsiteX42763" fmla="*/ 1107567 w 3114960"/>
              <a:gd name="connsiteY42763" fmla="*/ 3275934 h 5143785"/>
              <a:gd name="connsiteX42764" fmla="*/ 1104043 w 3114960"/>
              <a:gd name="connsiteY42764" fmla="*/ 3274409 h 5143785"/>
              <a:gd name="connsiteX42765" fmla="*/ 1102614 w 3114960"/>
              <a:gd name="connsiteY42765" fmla="*/ 3270885 h 5143785"/>
              <a:gd name="connsiteX42766" fmla="*/ 1104138 w 3114960"/>
              <a:gd name="connsiteY42766" fmla="*/ 3267361 h 5143785"/>
              <a:gd name="connsiteX42767" fmla="*/ 1107662 w 3114960"/>
              <a:gd name="connsiteY42767" fmla="*/ 3265932 h 5143785"/>
              <a:gd name="connsiteX42768" fmla="*/ 1111187 w 3114960"/>
              <a:gd name="connsiteY42768" fmla="*/ 3267456 h 5143785"/>
              <a:gd name="connsiteX42769" fmla="*/ 1112615 w 3114960"/>
              <a:gd name="connsiteY42769" fmla="*/ 3270980 h 5143785"/>
              <a:gd name="connsiteX42770" fmla="*/ 1111091 w 3114960"/>
              <a:gd name="connsiteY42770" fmla="*/ 3274505 h 5143785"/>
              <a:gd name="connsiteX42771" fmla="*/ 1334357 w 3114960"/>
              <a:gd name="connsiteY42771" fmla="*/ 2138172 h 5143785"/>
              <a:gd name="connsiteX42772" fmla="*/ 1342073 w 3114960"/>
              <a:gd name="connsiteY42772" fmla="*/ 2130457 h 5143785"/>
              <a:gd name="connsiteX42773" fmla="*/ 1334357 w 3114960"/>
              <a:gd name="connsiteY42773" fmla="*/ 2122742 h 5143785"/>
              <a:gd name="connsiteX42774" fmla="*/ 1326642 w 3114960"/>
              <a:gd name="connsiteY42774" fmla="*/ 2130457 h 5143785"/>
              <a:gd name="connsiteX42775" fmla="*/ 1334357 w 3114960"/>
              <a:gd name="connsiteY42775" fmla="*/ 2138172 h 5143785"/>
              <a:gd name="connsiteX42776" fmla="*/ 1334357 w 3114960"/>
              <a:gd name="connsiteY42776" fmla="*/ 2125028 h 5143785"/>
              <a:gd name="connsiteX42777" fmla="*/ 1339691 w 3114960"/>
              <a:gd name="connsiteY42777" fmla="*/ 2130362 h 5143785"/>
              <a:gd name="connsiteX42778" fmla="*/ 1334357 w 3114960"/>
              <a:gd name="connsiteY42778" fmla="*/ 2135696 h 5143785"/>
              <a:gd name="connsiteX42779" fmla="*/ 1329023 w 3114960"/>
              <a:gd name="connsiteY42779" fmla="*/ 2130362 h 5143785"/>
              <a:gd name="connsiteX42780" fmla="*/ 1334357 w 3114960"/>
              <a:gd name="connsiteY42780" fmla="*/ 2125028 h 5143785"/>
              <a:gd name="connsiteX42781" fmla="*/ 997649 w 3114960"/>
              <a:gd name="connsiteY42781" fmla="*/ 3164015 h 5143785"/>
              <a:gd name="connsiteX42782" fmla="*/ 990600 w 3114960"/>
              <a:gd name="connsiteY42782" fmla="*/ 3171063 h 5143785"/>
              <a:gd name="connsiteX42783" fmla="*/ 983552 w 3114960"/>
              <a:gd name="connsiteY42783" fmla="*/ 3164015 h 5143785"/>
              <a:gd name="connsiteX42784" fmla="*/ 990600 w 3114960"/>
              <a:gd name="connsiteY42784" fmla="*/ 3156966 h 5143785"/>
              <a:gd name="connsiteX42785" fmla="*/ 997649 w 3114960"/>
              <a:gd name="connsiteY42785" fmla="*/ 3164015 h 5143785"/>
              <a:gd name="connsiteX42786" fmla="*/ 224314 w 3114960"/>
              <a:gd name="connsiteY42786" fmla="*/ 2617565 h 5143785"/>
              <a:gd name="connsiteX42787" fmla="*/ 224314 w 3114960"/>
              <a:gd name="connsiteY42787" fmla="*/ 2624042 h 5143785"/>
              <a:gd name="connsiteX42788" fmla="*/ 221742 w 3114960"/>
              <a:gd name="connsiteY42788" fmla="*/ 2626614 h 5143785"/>
              <a:gd name="connsiteX42789" fmla="*/ 215265 w 3114960"/>
              <a:gd name="connsiteY42789" fmla="*/ 2626614 h 5143785"/>
              <a:gd name="connsiteX42790" fmla="*/ 212693 w 3114960"/>
              <a:gd name="connsiteY42790" fmla="*/ 2624042 h 5143785"/>
              <a:gd name="connsiteX42791" fmla="*/ 212693 w 3114960"/>
              <a:gd name="connsiteY42791" fmla="*/ 2617565 h 5143785"/>
              <a:gd name="connsiteX42792" fmla="*/ 215265 w 3114960"/>
              <a:gd name="connsiteY42792" fmla="*/ 2614994 h 5143785"/>
              <a:gd name="connsiteX42793" fmla="*/ 221742 w 3114960"/>
              <a:gd name="connsiteY42793" fmla="*/ 2614994 h 5143785"/>
              <a:gd name="connsiteX42794" fmla="*/ 224314 w 3114960"/>
              <a:gd name="connsiteY42794" fmla="*/ 2617565 h 5143785"/>
              <a:gd name="connsiteX42795" fmla="*/ 1028891 w 3114960"/>
              <a:gd name="connsiteY42795" fmla="*/ 2240947 h 5143785"/>
              <a:gd name="connsiteX42796" fmla="*/ 1036701 w 3114960"/>
              <a:gd name="connsiteY42796" fmla="*/ 2233232 h 5143785"/>
              <a:gd name="connsiteX42797" fmla="*/ 1028891 w 3114960"/>
              <a:gd name="connsiteY42797" fmla="*/ 2225516 h 5143785"/>
              <a:gd name="connsiteX42798" fmla="*/ 1021175 w 3114960"/>
              <a:gd name="connsiteY42798" fmla="*/ 2233232 h 5143785"/>
              <a:gd name="connsiteX42799" fmla="*/ 1028891 w 3114960"/>
              <a:gd name="connsiteY42799" fmla="*/ 2240947 h 5143785"/>
              <a:gd name="connsiteX42800" fmla="*/ 1028891 w 3114960"/>
              <a:gd name="connsiteY42800" fmla="*/ 2227802 h 5143785"/>
              <a:gd name="connsiteX42801" fmla="*/ 1034320 w 3114960"/>
              <a:gd name="connsiteY42801" fmla="*/ 2233136 h 5143785"/>
              <a:gd name="connsiteX42802" fmla="*/ 1028891 w 3114960"/>
              <a:gd name="connsiteY42802" fmla="*/ 2238470 h 5143785"/>
              <a:gd name="connsiteX42803" fmla="*/ 1023557 w 3114960"/>
              <a:gd name="connsiteY42803" fmla="*/ 2233136 h 5143785"/>
              <a:gd name="connsiteX42804" fmla="*/ 1028891 w 3114960"/>
              <a:gd name="connsiteY42804" fmla="*/ 2227802 h 5143785"/>
              <a:gd name="connsiteX42805" fmla="*/ 1188911 w 3114960"/>
              <a:gd name="connsiteY42805" fmla="*/ 3109246 h 5143785"/>
              <a:gd name="connsiteX42806" fmla="*/ 1190339 w 3114960"/>
              <a:gd name="connsiteY42806" fmla="*/ 3109246 h 5143785"/>
              <a:gd name="connsiteX42807" fmla="*/ 1197197 w 3114960"/>
              <a:gd name="connsiteY42807" fmla="*/ 3106865 h 5143785"/>
              <a:gd name="connsiteX42808" fmla="*/ 1201198 w 3114960"/>
              <a:gd name="connsiteY42808" fmla="*/ 3100292 h 5143785"/>
              <a:gd name="connsiteX42809" fmla="*/ 1265873 w 3114960"/>
              <a:gd name="connsiteY42809" fmla="*/ 3100292 h 5143785"/>
              <a:gd name="connsiteX42810" fmla="*/ 1283589 w 3114960"/>
              <a:gd name="connsiteY42810" fmla="*/ 3121533 h 5143785"/>
              <a:gd name="connsiteX42811" fmla="*/ 1284065 w 3114960"/>
              <a:gd name="connsiteY42811" fmla="*/ 3148013 h 5143785"/>
              <a:gd name="connsiteX42812" fmla="*/ 1270826 w 3114960"/>
              <a:gd name="connsiteY42812" fmla="*/ 3162681 h 5143785"/>
              <a:gd name="connsiteX42813" fmla="*/ 1228249 w 3114960"/>
              <a:gd name="connsiteY42813" fmla="*/ 3162681 h 5143785"/>
              <a:gd name="connsiteX42814" fmla="*/ 1228249 w 3114960"/>
              <a:gd name="connsiteY42814" fmla="*/ 3162300 h 5143785"/>
              <a:gd name="connsiteX42815" fmla="*/ 1217962 w 3114960"/>
              <a:gd name="connsiteY42815" fmla="*/ 3154871 h 5143785"/>
              <a:gd name="connsiteX42816" fmla="*/ 1210532 w 3114960"/>
              <a:gd name="connsiteY42816" fmla="*/ 3165158 h 5143785"/>
              <a:gd name="connsiteX42817" fmla="*/ 1220819 w 3114960"/>
              <a:gd name="connsiteY42817" fmla="*/ 3172587 h 5143785"/>
              <a:gd name="connsiteX42818" fmla="*/ 1227296 w 3114960"/>
              <a:gd name="connsiteY42818" fmla="*/ 3167539 h 5143785"/>
              <a:gd name="connsiteX42819" fmla="*/ 1272826 w 3114960"/>
              <a:gd name="connsiteY42819" fmla="*/ 3167539 h 5143785"/>
              <a:gd name="connsiteX42820" fmla="*/ 1288828 w 3114960"/>
              <a:gd name="connsiteY42820" fmla="*/ 3149822 h 5143785"/>
              <a:gd name="connsiteX42821" fmla="*/ 1288256 w 3114960"/>
              <a:gd name="connsiteY42821" fmla="*/ 3119723 h 5143785"/>
              <a:gd name="connsiteX42822" fmla="*/ 1267968 w 3114960"/>
              <a:gd name="connsiteY42822" fmla="*/ 3095530 h 5143785"/>
              <a:gd name="connsiteX42823" fmla="*/ 1201103 w 3114960"/>
              <a:gd name="connsiteY42823" fmla="*/ 3095530 h 5143785"/>
              <a:gd name="connsiteX42824" fmla="*/ 1199102 w 3114960"/>
              <a:gd name="connsiteY42824" fmla="*/ 3090958 h 5143785"/>
              <a:gd name="connsiteX42825" fmla="*/ 1191578 w 3114960"/>
              <a:gd name="connsiteY42825" fmla="*/ 3086672 h 5143785"/>
              <a:gd name="connsiteX42826" fmla="*/ 1183196 w 3114960"/>
              <a:gd name="connsiteY42826" fmla="*/ 3088958 h 5143785"/>
              <a:gd name="connsiteX42827" fmla="*/ 1178909 w 3114960"/>
              <a:gd name="connsiteY42827" fmla="*/ 3096482 h 5143785"/>
              <a:gd name="connsiteX42828" fmla="*/ 1181195 w 3114960"/>
              <a:gd name="connsiteY42828" fmla="*/ 3104864 h 5143785"/>
              <a:gd name="connsiteX42829" fmla="*/ 1188720 w 3114960"/>
              <a:gd name="connsiteY42829" fmla="*/ 3109151 h 5143785"/>
              <a:gd name="connsiteX42830" fmla="*/ 1186339 w 3114960"/>
              <a:gd name="connsiteY42830" fmla="*/ 3092768 h 5143785"/>
              <a:gd name="connsiteX42831" fmla="*/ 1186339 w 3114960"/>
              <a:gd name="connsiteY42831" fmla="*/ 3092768 h 5143785"/>
              <a:gd name="connsiteX42832" fmla="*/ 1190339 w 3114960"/>
              <a:gd name="connsiteY42832" fmla="*/ 3091434 h 5143785"/>
              <a:gd name="connsiteX42833" fmla="*/ 1191197 w 3114960"/>
              <a:gd name="connsiteY42833" fmla="*/ 3091434 h 5143785"/>
              <a:gd name="connsiteX42834" fmla="*/ 1195578 w 3114960"/>
              <a:gd name="connsiteY42834" fmla="*/ 3093911 h 5143785"/>
              <a:gd name="connsiteX42835" fmla="*/ 1196912 w 3114960"/>
              <a:gd name="connsiteY42835" fmla="*/ 3098768 h 5143785"/>
              <a:gd name="connsiteX42836" fmla="*/ 1194435 w 3114960"/>
              <a:gd name="connsiteY42836" fmla="*/ 3103150 h 5143785"/>
              <a:gd name="connsiteX42837" fmla="*/ 1189577 w 3114960"/>
              <a:gd name="connsiteY42837" fmla="*/ 3104484 h 5143785"/>
              <a:gd name="connsiteX42838" fmla="*/ 1185196 w 3114960"/>
              <a:gd name="connsiteY42838" fmla="*/ 3102007 h 5143785"/>
              <a:gd name="connsiteX42839" fmla="*/ 1183862 w 3114960"/>
              <a:gd name="connsiteY42839" fmla="*/ 3097149 h 5143785"/>
              <a:gd name="connsiteX42840" fmla="*/ 1186339 w 3114960"/>
              <a:gd name="connsiteY42840" fmla="*/ 3092768 h 5143785"/>
              <a:gd name="connsiteX42841" fmla="*/ 922973 w 3114960"/>
              <a:gd name="connsiteY42841" fmla="*/ 3042285 h 5143785"/>
              <a:gd name="connsiteX42842" fmla="*/ 922973 w 3114960"/>
              <a:gd name="connsiteY42842" fmla="*/ 3037523 h 5143785"/>
              <a:gd name="connsiteX42843" fmla="*/ 945166 w 3114960"/>
              <a:gd name="connsiteY42843" fmla="*/ 3037523 h 5143785"/>
              <a:gd name="connsiteX42844" fmla="*/ 945166 w 3114960"/>
              <a:gd name="connsiteY42844" fmla="*/ 3042285 h 5143785"/>
              <a:gd name="connsiteX42845" fmla="*/ 922973 w 3114960"/>
              <a:gd name="connsiteY42845" fmla="*/ 3042285 h 5143785"/>
              <a:gd name="connsiteX42846" fmla="*/ 1260348 w 3114960"/>
              <a:gd name="connsiteY42846" fmla="*/ 3012472 h 5143785"/>
              <a:gd name="connsiteX42847" fmla="*/ 1378363 w 3114960"/>
              <a:gd name="connsiteY42847" fmla="*/ 2919794 h 5143785"/>
              <a:gd name="connsiteX42848" fmla="*/ 1389412 w 3114960"/>
              <a:gd name="connsiteY42848" fmla="*/ 2920270 h 5143785"/>
              <a:gd name="connsiteX42849" fmla="*/ 1391031 w 3114960"/>
              <a:gd name="connsiteY42849" fmla="*/ 2923032 h 5143785"/>
              <a:gd name="connsiteX42850" fmla="*/ 1400651 w 3114960"/>
              <a:gd name="connsiteY42850" fmla="*/ 2932557 h 5143785"/>
              <a:gd name="connsiteX42851" fmla="*/ 1410748 w 3114960"/>
              <a:gd name="connsiteY42851" fmla="*/ 2932557 h 5143785"/>
              <a:gd name="connsiteX42852" fmla="*/ 1420273 w 3114960"/>
              <a:gd name="connsiteY42852" fmla="*/ 2922937 h 5143785"/>
              <a:gd name="connsiteX42853" fmla="*/ 1421892 w 3114960"/>
              <a:gd name="connsiteY42853" fmla="*/ 2920365 h 5143785"/>
              <a:gd name="connsiteX42854" fmla="*/ 1517999 w 3114960"/>
              <a:gd name="connsiteY42854" fmla="*/ 2920651 h 5143785"/>
              <a:gd name="connsiteX42855" fmla="*/ 1534097 w 3114960"/>
              <a:gd name="connsiteY42855" fmla="*/ 2934938 h 5143785"/>
              <a:gd name="connsiteX42856" fmla="*/ 1590675 w 3114960"/>
              <a:gd name="connsiteY42856" fmla="*/ 2934938 h 5143785"/>
              <a:gd name="connsiteX42857" fmla="*/ 1599914 w 3114960"/>
              <a:gd name="connsiteY42857" fmla="*/ 2942368 h 5143785"/>
              <a:gd name="connsiteX42858" fmla="*/ 1609725 w 3114960"/>
              <a:gd name="connsiteY42858" fmla="*/ 2932557 h 5143785"/>
              <a:gd name="connsiteX42859" fmla="*/ 1599914 w 3114960"/>
              <a:gd name="connsiteY42859" fmla="*/ 2922746 h 5143785"/>
              <a:gd name="connsiteX42860" fmla="*/ 1590675 w 3114960"/>
              <a:gd name="connsiteY42860" fmla="*/ 2930176 h 5143785"/>
              <a:gd name="connsiteX42861" fmla="*/ 1535906 w 3114960"/>
              <a:gd name="connsiteY42861" fmla="*/ 2930176 h 5143785"/>
              <a:gd name="connsiteX42862" fmla="*/ 1519809 w 3114960"/>
              <a:gd name="connsiteY42862" fmla="*/ 2915793 h 5143785"/>
              <a:gd name="connsiteX42863" fmla="*/ 1421892 w 3114960"/>
              <a:gd name="connsiteY42863" fmla="*/ 2915507 h 5143785"/>
              <a:gd name="connsiteX42864" fmla="*/ 1420273 w 3114960"/>
              <a:gd name="connsiteY42864" fmla="*/ 2912840 h 5143785"/>
              <a:gd name="connsiteX42865" fmla="*/ 1410653 w 3114960"/>
              <a:gd name="connsiteY42865" fmla="*/ 2903315 h 5143785"/>
              <a:gd name="connsiteX42866" fmla="*/ 1400556 w 3114960"/>
              <a:gd name="connsiteY42866" fmla="*/ 2903315 h 5143785"/>
              <a:gd name="connsiteX42867" fmla="*/ 1391031 w 3114960"/>
              <a:gd name="connsiteY42867" fmla="*/ 2912936 h 5143785"/>
              <a:gd name="connsiteX42868" fmla="*/ 1389412 w 3114960"/>
              <a:gd name="connsiteY42868" fmla="*/ 2915412 h 5143785"/>
              <a:gd name="connsiteX42869" fmla="*/ 1376744 w 3114960"/>
              <a:gd name="connsiteY42869" fmla="*/ 2914936 h 5143785"/>
              <a:gd name="connsiteX42870" fmla="*/ 1258729 w 3114960"/>
              <a:gd name="connsiteY42870" fmla="*/ 3007614 h 5143785"/>
              <a:gd name="connsiteX42871" fmla="*/ 1231202 w 3114960"/>
              <a:gd name="connsiteY42871" fmla="*/ 3007424 h 5143785"/>
              <a:gd name="connsiteX42872" fmla="*/ 1039082 w 3114960"/>
              <a:gd name="connsiteY42872" fmla="*/ 3161538 h 5143785"/>
              <a:gd name="connsiteX42873" fmla="*/ 1004697 w 3114960"/>
              <a:gd name="connsiteY42873" fmla="*/ 3161538 h 5143785"/>
              <a:gd name="connsiteX42874" fmla="*/ 999077 w 3114960"/>
              <a:gd name="connsiteY42874" fmla="*/ 3152394 h 5143785"/>
              <a:gd name="connsiteX42875" fmla="*/ 979075 w 3114960"/>
              <a:gd name="connsiteY42875" fmla="*/ 3155442 h 5143785"/>
              <a:gd name="connsiteX42876" fmla="*/ 976598 w 3114960"/>
              <a:gd name="connsiteY42876" fmla="*/ 3161538 h 5143785"/>
              <a:gd name="connsiteX42877" fmla="*/ 967359 w 3114960"/>
              <a:gd name="connsiteY42877" fmla="*/ 3161538 h 5143785"/>
              <a:gd name="connsiteX42878" fmla="*/ 967359 w 3114960"/>
              <a:gd name="connsiteY42878" fmla="*/ 3166301 h 5143785"/>
              <a:gd name="connsiteX42879" fmla="*/ 976598 w 3114960"/>
              <a:gd name="connsiteY42879" fmla="*/ 3166301 h 5143785"/>
              <a:gd name="connsiteX42880" fmla="*/ 982218 w 3114960"/>
              <a:gd name="connsiteY42880" fmla="*/ 3175540 h 5143785"/>
              <a:gd name="connsiteX42881" fmla="*/ 1002221 w 3114960"/>
              <a:gd name="connsiteY42881" fmla="*/ 3172492 h 5143785"/>
              <a:gd name="connsiteX42882" fmla="*/ 1004602 w 3114960"/>
              <a:gd name="connsiteY42882" fmla="*/ 3166396 h 5143785"/>
              <a:gd name="connsiteX42883" fmla="*/ 1040797 w 3114960"/>
              <a:gd name="connsiteY42883" fmla="*/ 3166396 h 5143785"/>
              <a:gd name="connsiteX42884" fmla="*/ 1232821 w 3114960"/>
              <a:gd name="connsiteY42884" fmla="*/ 3012281 h 5143785"/>
              <a:gd name="connsiteX42885" fmla="*/ 1260348 w 3114960"/>
              <a:gd name="connsiteY42885" fmla="*/ 3012472 h 5143785"/>
              <a:gd name="connsiteX42886" fmla="*/ 1599914 w 3114960"/>
              <a:gd name="connsiteY42886" fmla="*/ 2927604 h 5143785"/>
              <a:gd name="connsiteX42887" fmla="*/ 1604963 w 3114960"/>
              <a:gd name="connsiteY42887" fmla="*/ 2932652 h 5143785"/>
              <a:gd name="connsiteX42888" fmla="*/ 1599914 w 3114960"/>
              <a:gd name="connsiteY42888" fmla="*/ 2937701 h 5143785"/>
              <a:gd name="connsiteX42889" fmla="*/ 1594866 w 3114960"/>
              <a:gd name="connsiteY42889" fmla="*/ 2932652 h 5143785"/>
              <a:gd name="connsiteX42890" fmla="*/ 1599914 w 3114960"/>
              <a:gd name="connsiteY42890" fmla="*/ 2927604 h 5143785"/>
              <a:gd name="connsiteX42891" fmla="*/ 1394365 w 3114960"/>
              <a:gd name="connsiteY42891" fmla="*/ 2916269 h 5143785"/>
              <a:gd name="connsiteX42892" fmla="*/ 1403890 w 3114960"/>
              <a:gd name="connsiteY42892" fmla="*/ 2906649 h 5143785"/>
              <a:gd name="connsiteX42893" fmla="*/ 1407224 w 3114960"/>
              <a:gd name="connsiteY42893" fmla="*/ 2906649 h 5143785"/>
              <a:gd name="connsiteX42894" fmla="*/ 1416844 w 3114960"/>
              <a:gd name="connsiteY42894" fmla="*/ 2916174 h 5143785"/>
              <a:gd name="connsiteX42895" fmla="*/ 1416844 w 3114960"/>
              <a:gd name="connsiteY42895" fmla="*/ 2919508 h 5143785"/>
              <a:gd name="connsiteX42896" fmla="*/ 1407319 w 3114960"/>
              <a:gd name="connsiteY42896" fmla="*/ 2929128 h 5143785"/>
              <a:gd name="connsiteX42897" fmla="*/ 1403985 w 3114960"/>
              <a:gd name="connsiteY42897" fmla="*/ 2929128 h 5143785"/>
              <a:gd name="connsiteX42898" fmla="*/ 1394365 w 3114960"/>
              <a:gd name="connsiteY42898" fmla="*/ 2919603 h 5143785"/>
              <a:gd name="connsiteX42899" fmla="*/ 1394365 w 3114960"/>
              <a:gd name="connsiteY42899" fmla="*/ 2916269 h 5143785"/>
              <a:gd name="connsiteX42900" fmla="*/ 1000030 w 3114960"/>
              <a:gd name="connsiteY42900" fmla="*/ 3170873 h 5143785"/>
              <a:gd name="connsiteX42901" fmla="*/ 992410 w 3114960"/>
              <a:gd name="connsiteY42901" fmla="*/ 3175540 h 5143785"/>
              <a:gd name="connsiteX42902" fmla="*/ 983742 w 3114960"/>
              <a:gd name="connsiteY42902" fmla="*/ 3173444 h 5143785"/>
              <a:gd name="connsiteX42903" fmla="*/ 979075 w 3114960"/>
              <a:gd name="connsiteY42903" fmla="*/ 3165824 h 5143785"/>
              <a:gd name="connsiteX42904" fmla="*/ 978979 w 3114960"/>
              <a:gd name="connsiteY42904" fmla="*/ 3164015 h 5143785"/>
              <a:gd name="connsiteX42905" fmla="*/ 981266 w 3114960"/>
              <a:gd name="connsiteY42905" fmla="*/ 3157157 h 5143785"/>
              <a:gd name="connsiteX42906" fmla="*/ 997649 w 3114960"/>
              <a:gd name="connsiteY42906" fmla="*/ 3154680 h 5143785"/>
              <a:gd name="connsiteX42907" fmla="*/ 1000125 w 3114960"/>
              <a:gd name="connsiteY42907" fmla="*/ 3171063 h 5143785"/>
              <a:gd name="connsiteX42908" fmla="*/ 1028891 w 3114960"/>
              <a:gd name="connsiteY42908" fmla="*/ 2244852 h 5143785"/>
              <a:gd name="connsiteX42909" fmla="*/ 1040511 w 3114960"/>
              <a:gd name="connsiteY42909" fmla="*/ 2233232 h 5143785"/>
              <a:gd name="connsiteX42910" fmla="*/ 1028891 w 3114960"/>
              <a:gd name="connsiteY42910" fmla="*/ 2221611 h 5143785"/>
              <a:gd name="connsiteX42911" fmla="*/ 1017270 w 3114960"/>
              <a:gd name="connsiteY42911" fmla="*/ 2233232 h 5143785"/>
              <a:gd name="connsiteX42912" fmla="*/ 1028891 w 3114960"/>
              <a:gd name="connsiteY42912" fmla="*/ 2244852 h 5143785"/>
              <a:gd name="connsiteX42913" fmla="*/ 1028891 w 3114960"/>
              <a:gd name="connsiteY42913" fmla="*/ 2223897 h 5143785"/>
              <a:gd name="connsiteX42914" fmla="*/ 1038130 w 3114960"/>
              <a:gd name="connsiteY42914" fmla="*/ 2233136 h 5143785"/>
              <a:gd name="connsiteX42915" fmla="*/ 1028891 w 3114960"/>
              <a:gd name="connsiteY42915" fmla="*/ 2242376 h 5143785"/>
              <a:gd name="connsiteX42916" fmla="*/ 1019651 w 3114960"/>
              <a:gd name="connsiteY42916" fmla="*/ 2233136 h 5143785"/>
              <a:gd name="connsiteX42917" fmla="*/ 1028891 w 3114960"/>
              <a:gd name="connsiteY42917" fmla="*/ 2223897 h 5143785"/>
              <a:gd name="connsiteX42918" fmla="*/ 1460278 w 3114960"/>
              <a:gd name="connsiteY42918" fmla="*/ 2318195 h 5143785"/>
              <a:gd name="connsiteX42919" fmla="*/ 1460278 w 3114960"/>
              <a:gd name="connsiteY42919" fmla="*/ 2308479 h 5143785"/>
              <a:gd name="connsiteX42920" fmla="*/ 1462945 w 3114960"/>
              <a:gd name="connsiteY42920" fmla="*/ 2305812 h 5143785"/>
              <a:gd name="connsiteX42921" fmla="*/ 1472660 w 3114960"/>
              <a:gd name="connsiteY42921" fmla="*/ 2305812 h 5143785"/>
              <a:gd name="connsiteX42922" fmla="*/ 1475327 w 3114960"/>
              <a:gd name="connsiteY42922" fmla="*/ 2308479 h 5143785"/>
              <a:gd name="connsiteX42923" fmla="*/ 1475327 w 3114960"/>
              <a:gd name="connsiteY42923" fmla="*/ 2318195 h 5143785"/>
              <a:gd name="connsiteX42924" fmla="*/ 1472660 w 3114960"/>
              <a:gd name="connsiteY42924" fmla="*/ 2320862 h 5143785"/>
              <a:gd name="connsiteX42925" fmla="*/ 1462945 w 3114960"/>
              <a:gd name="connsiteY42925" fmla="*/ 2320862 h 5143785"/>
              <a:gd name="connsiteX42926" fmla="*/ 1460278 w 3114960"/>
              <a:gd name="connsiteY42926" fmla="*/ 2318195 h 5143785"/>
              <a:gd name="connsiteX42927" fmla="*/ 677418 w 3114960"/>
              <a:gd name="connsiteY42927" fmla="*/ 3374041 h 5143785"/>
              <a:gd name="connsiteX42928" fmla="*/ 556736 w 3114960"/>
              <a:gd name="connsiteY42928" fmla="*/ 3374041 h 5143785"/>
              <a:gd name="connsiteX42929" fmla="*/ 556736 w 3114960"/>
              <a:gd name="connsiteY42929" fmla="*/ 3374612 h 5143785"/>
              <a:gd name="connsiteX42930" fmla="*/ 551117 w 3114960"/>
              <a:gd name="connsiteY42930" fmla="*/ 3365468 h 5143785"/>
              <a:gd name="connsiteX42931" fmla="*/ 531114 w 3114960"/>
              <a:gd name="connsiteY42931" fmla="*/ 3368517 h 5143785"/>
              <a:gd name="connsiteX42932" fmla="*/ 528352 w 3114960"/>
              <a:gd name="connsiteY42932" fmla="*/ 3376994 h 5143785"/>
              <a:gd name="connsiteX42933" fmla="*/ 534162 w 3114960"/>
              <a:gd name="connsiteY42933" fmla="*/ 3388519 h 5143785"/>
              <a:gd name="connsiteX42934" fmla="*/ 554165 w 3114960"/>
              <a:gd name="connsiteY42934" fmla="*/ 3385471 h 5143785"/>
              <a:gd name="connsiteX42935" fmla="*/ 556736 w 3114960"/>
              <a:gd name="connsiteY42935" fmla="*/ 3378803 h 5143785"/>
              <a:gd name="connsiteX42936" fmla="*/ 679037 w 3114960"/>
              <a:gd name="connsiteY42936" fmla="*/ 3378803 h 5143785"/>
              <a:gd name="connsiteX42937" fmla="*/ 722567 w 3114960"/>
              <a:gd name="connsiteY42937" fmla="*/ 3343561 h 5143785"/>
              <a:gd name="connsiteX42938" fmla="*/ 770858 w 3114960"/>
              <a:gd name="connsiteY42938" fmla="*/ 3343561 h 5143785"/>
              <a:gd name="connsiteX42939" fmla="*/ 785146 w 3114960"/>
              <a:gd name="connsiteY42939" fmla="*/ 3354705 h 5143785"/>
              <a:gd name="connsiteX42940" fmla="*/ 848297 w 3114960"/>
              <a:gd name="connsiteY42940" fmla="*/ 3354705 h 5143785"/>
              <a:gd name="connsiteX42941" fmla="*/ 850773 w 3114960"/>
              <a:gd name="connsiteY42941" fmla="*/ 3359468 h 5143785"/>
              <a:gd name="connsiteX42942" fmla="*/ 857631 w 3114960"/>
              <a:gd name="connsiteY42942" fmla="*/ 3362325 h 5143785"/>
              <a:gd name="connsiteX42943" fmla="*/ 857631 w 3114960"/>
              <a:gd name="connsiteY42943" fmla="*/ 3362325 h 5143785"/>
              <a:gd name="connsiteX42944" fmla="*/ 867347 w 3114960"/>
              <a:gd name="connsiteY42944" fmla="*/ 3352514 h 5143785"/>
              <a:gd name="connsiteX42945" fmla="*/ 857631 w 3114960"/>
              <a:gd name="connsiteY42945" fmla="*/ 3342799 h 5143785"/>
              <a:gd name="connsiteX42946" fmla="*/ 857631 w 3114960"/>
              <a:gd name="connsiteY42946" fmla="*/ 3342799 h 5143785"/>
              <a:gd name="connsiteX42947" fmla="*/ 850773 w 3114960"/>
              <a:gd name="connsiteY42947" fmla="*/ 3345656 h 5143785"/>
              <a:gd name="connsiteX42948" fmla="*/ 848392 w 3114960"/>
              <a:gd name="connsiteY42948" fmla="*/ 3349943 h 5143785"/>
              <a:gd name="connsiteX42949" fmla="*/ 786765 w 3114960"/>
              <a:gd name="connsiteY42949" fmla="*/ 3349943 h 5143785"/>
              <a:gd name="connsiteX42950" fmla="*/ 772477 w 3114960"/>
              <a:gd name="connsiteY42950" fmla="*/ 3338798 h 5143785"/>
              <a:gd name="connsiteX42951" fmla="*/ 720852 w 3114960"/>
              <a:gd name="connsiteY42951" fmla="*/ 3338798 h 5143785"/>
              <a:gd name="connsiteX42952" fmla="*/ 677323 w 3114960"/>
              <a:gd name="connsiteY42952" fmla="*/ 3374041 h 5143785"/>
              <a:gd name="connsiteX42953" fmla="*/ 552164 w 3114960"/>
              <a:gd name="connsiteY42953" fmla="*/ 3383947 h 5143785"/>
              <a:gd name="connsiteX42954" fmla="*/ 535781 w 3114960"/>
              <a:gd name="connsiteY42954" fmla="*/ 3386423 h 5143785"/>
              <a:gd name="connsiteX42955" fmla="*/ 533305 w 3114960"/>
              <a:gd name="connsiteY42955" fmla="*/ 3370040 h 5143785"/>
              <a:gd name="connsiteX42956" fmla="*/ 540925 w 3114960"/>
              <a:gd name="connsiteY42956" fmla="*/ 3365373 h 5143785"/>
              <a:gd name="connsiteX42957" fmla="*/ 549593 w 3114960"/>
              <a:gd name="connsiteY42957" fmla="*/ 3367469 h 5143785"/>
              <a:gd name="connsiteX42958" fmla="*/ 554260 w 3114960"/>
              <a:gd name="connsiteY42958" fmla="*/ 3375088 h 5143785"/>
              <a:gd name="connsiteX42959" fmla="*/ 554355 w 3114960"/>
              <a:gd name="connsiteY42959" fmla="*/ 3376898 h 5143785"/>
              <a:gd name="connsiteX42960" fmla="*/ 552069 w 3114960"/>
              <a:gd name="connsiteY42960" fmla="*/ 3383756 h 5143785"/>
              <a:gd name="connsiteX42961" fmla="*/ 854202 w 3114960"/>
              <a:gd name="connsiteY42961" fmla="*/ 3348990 h 5143785"/>
              <a:gd name="connsiteX42962" fmla="*/ 857726 w 3114960"/>
              <a:gd name="connsiteY42962" fmla="*/ 3347561 h 5143785"/>
              <a:gd name="connsiteX42963" fmla="*/ 857726 w 3114960"/>
              <a:gd name="connsiteY42963" fmla="*/ 3347561 h 5143785"/>
              <a:gd name="connsiteX42964" fmla="*/ 862679 w 3114960"/>
              <a:gd name="connsiteY42964" fmla="*/ 3352514 h 5143785"/>
              <a:gd name="connsiteX42965" fmla="*/ 857726 w 3114960"/>
              <a:gd name="connsiteY42965" fmla="*/ 3357563 h 5143785"/>
              <a:gd name="connsiteX42966" fmla="*/ 857726 w 3114960"/>
              <a:gd name="connsiteY42966" fmla="*/ 3357563 h 5143785"/>
              <a:gd name="connsiteX42967" fmla="*/ 854202 w 3114960"/>
              <a:gd name="connsiteY42967" fmla="*/ 3356134 h 5143785"/>
              <a:gd name="connsiteX42968" fmla="*/ 852773 w 3114960"/>
              <a:gd name="connsiteY42968" fmla="*/ 3352610 h 5143785"/>
              <a:gd name="connsiteX42969" fmla="*/ 854202 w 3114960"/>
              <a:gd name="connsiteY42969" fmla="*/ 3349085 h 5143785"/>
              <a:gd name="connsiteX42970" fmla="*/ 1339406 w 3114960"/>
              <a:gd name="connsiteY42970" fmla="*/ 2222373 h 5143785"/>
              <a:gd name="connsiteX42971" fmla="*/ 1327785 w 3114960"/>
              <a:gd name="connsiteY42971" fmla="*/ 2233994 h 5143785"/>
              <a:gd name="connsiteX42972" fmla="*/ 1339406 w 3114960"/>
              <a:gd name="connsiteY42972" fmla="*/ 2245614 h 5143785"/>
              <a:gd name="connsiteX42973" fmla="*/ 1351026 w 3114960"/>
              <a:gd name="connsiteY42973" fmla="*/ 2233994 h 5143785"/>
              <a:gd name="connsiteX42974" fmla="*/ 1339406 w 3114960"/>
              <a:gd name="connsiteY42974" fmla="*/ 2222373 h 5143785"/>
              <a:gd name="connsiteX42975" fmla="*/ 1339406 w 3114960"/>
              <a:gd name="connsiteY42975" fmla="*/ 2243233 h 5143785"/>
              <a:gd name="connsiteX42976" fmla="*/ 1330166 w 3114960"/>
              <a:gd name="connsiteY42976" fmla="*/ 2233994 h 5143785"/>
              <a:gd name="connsiteX42977" fmla="*/ 1339406 w 3114960"/>
              <a:gd name="connsiteY42977" fmla="*/ 2224754 h 5143785"/>
              <a:gd name="connsiteX42978" fmla="*/ 1348645 w 3114960"/>
              <a:gd name="connsiteY42978" fmla="*/ 2233994 h 5143785"/>
              <a:gd name="connsiteX42979" fmla="*/ 1339406 w 3114960"/>
              <a:gd name="connsiteY42979" fmla="*/ 2243233 h 5143785"/>
              <a:gd name="connsiteX42980" fmla="*/ 1339406 w 3114960"/>
              <a:gd name="connsiteY42980" fmla="*/ 2157222 h 5143785"/>
              <a:gd name="connsiteX42981" fmla="*/ 1331595 w 3114960"/>
              <a:gd name="connsiteY42981" fmla="*/ 2165033 h 5143785"/>
              <a:gd name="connsiteX42982" fmla="*/ 1339406 w 3114960"/>
              <a:gd name="connsiteY42982" fmla="*/ 2172748 h 5143785"/>
              <a:gd name="connsiteX42983" fmla="*/ 1347121 w 3114960"/>
              <a:gd name="connsiteY42983" fmla="*/ 2165033 h 5143785"/>
              <a:gd name="connsiteX42984" fmla="*/ 1339406 w 3114960"/>
              <a:gd name="connsiteY42984" fmla="*/ 2157222 h 5143785"/>
              <a:gd name="connsiteX42985" fmla="*/ 1339406 w 3114960"/>
              <a:gd name="connsiteY42985" fmla="*/ 2170367 h 5143785"/>
              <a:gd name="connsiteX42986" fmla="*/ 1333976 w 3114960"/>
              <a:gd name="connsiteY42986" fmla="*/ 2165033 h 5143785"/>
              <a:gd name="connsiteX42987" fmla="*/ 1339406 w 3114960"/>
              <a:gd name="connsiteY42987" fmla="*/ 2159603 h 5143785"/>
              <a:gd name="connsiteX42988" fmla="*/ 1344740 w 3114960"/>
              <a:gd name="connsiteY42988" fmla="*/ 2165033 h 5143785"/>
              <a:gd name="connsiteX42989" fmla="*/ 1339406 w 3114960"/>
              <a:gd name="connsiteY42989" fmla="*/ 2170367 h 5143785"/>
              <a:gd name="connsiteX42990" fmla="*/ 834390 w 3114960"/>
              <a:gd name="connsiteY42990" fmla="*/ 3042285 h 5143785"/>
              <a:gd name="connsiteX42991" fmla="*/ 834390 w 3114960"/>
              <a:gd name="connsiteY42991" fmla="*/ 3037523 h 5143785"/>
              <a:gd name="connsiteX42992" fmla="*/ 856583 w 3114960"/>
              <a:gd name="connsiteY42992" fmla="*/ 3037523 h 5143785"/>
              <a:gd name="connsiteX42993" fmla="*/ 856583 w 3114960"/>
              <a:gd name="connsiteY42993" fmla="*/ 3042285 h 5143785"/>
              <a:gd name="connsiteX42994" fmla="*/ 834390 w 3114960"/>
              <a:gd name="connsiteY42994" fmla="*/ 3042285 h 5143785"/>
              <a:gd name="connsiteX42995" fmla="*/ 1028891 w 3114960"/>
              <a:gd name="connsiteY42995" fmla="*/ 2175891 h 5143785"/>
              <a:gd name="connsiteX42996" fmla="*/ 1040511 w 3114960"/>
              <a:gd name="connsiteY42996" fmla="*/ 2164271 h 5143785"/>
              <a:gd name="connsiteX42997" fmla="*/ 1028891 w 3114960"/>
              <a:gd name="connsiteY42997" fmla="*/ 2152650 h 5143785"/>
              <a:gd name="connsiteX42998" fmla="*/ 1017270 w 3114960"/>
              <a:gd name="connsiteY42998" fmla="*/ 2164271 h 5143785"/>
              <a:gd name="connsiteX42999" fmla="*/ 1028891 w 3114960"/>
              <a:gd name="connsiteY42999" fmla="*/ 2175891 h 5143785"/>
              <a:gd name="connsiteX43000" fmla="*/ 1028891 w 3114960"/>
              <a:gd name="connsiteY43000" fmla="*/ 2154936 h 5143785"/>
              <a:gd name="connsiteX43001" fmla="*/ 1038130 w 3114960"/>
              <a:gd name="connsiteY43001" fmla="*/ 2164175 h 5143785"/>
              <a:gd name="connsiteX43002" fmla="*/ 1028891 w 3114960"/>
              <a:gd name="connsiteY43002" fmla="*/ 2173415 h 5143785"/>
              <a:gd name="connsiteX43003" fmla="*/ 1019651 w 3114960"/>
              <a:gd name="connsiteY43003" fmla="*/ 2164175 h 5143785"/>
              <a:gd name="connsiteX43004" fmla="*/ 1028891 w 3114960"/>
              <a:gd name="connsiteY43004" fmla="*/ 2154936 h 5143785"/>
              <a:gd name="connsiteX43005" fmla="*/ 1339406 w 3114960"/>
              <a:gd name="connsiteY43005" fmla="*/ 2153412 h 5143785"/>
              <a:gd name="connsiteX43006" fmla="*/ 1327785 w 3114960"/>
              <a:gd name="connsiteY43006" fmla="*/ 2165033 h 5143785"/>
              <a:gd name="connsiteX43007" fmla="*/ 1339406 w 3114960"/>
              <a:gd name="connsiteY43007" fmla="*/ 2176653 h 5143785"/>
              <a:gd name="connsiteX43008" fmla="*/ 1351026 w 3114960"/>
              <a:gd name="connsiteY43008" fmla="*/ 2165033 h 5143785"/>
              <a:gd name="connsiteX43009" fmla="*/ 1339406 w 3114960"/>
              <a:gd name="connsiteY43009" fmla="*/ 2153412 h 5143785"/>
              <a:gd name="connsiteX43010" fmla="*/ 1339406 w 3114960"/>
              <a:gd name="connsiteY43010" fmla="*/ 2174272 h 5143785"/>
              <a:gd name="connsiteX43011" fmla="*/ 1330166 w 3114960"/>
              <a:gd name="connsiteY43011" fmla="*/ 2165033 h 5143785"/>
              <a:gd name="connsiteX43012" fmla="*/ 1339406 w 3114960"/>
              <a:gd name="connsiteY43012" fmla="*/ 2155793 h 5143785"/>
              <a:gd name="connsiteX43013" fmla="*/ 1348645 w 3114960"/>
              <a:gd name="connsiteY43013" fmla="*/ 2165033 h 5143785"/>
              <a:gd name="connsiteX43014" fmla="*/ 1339406 w 3114960"/>
              <a:gd name="connsiteY43014" fmla="*/ 2174272 h 5143785"/>
              <a:gd name="connsiteX43015" fmla="*/ 356711 w 3114960"/>
              <a:gd name="connsiteY43015" fmla="*/ 2896553 h 5143785"/>
              <a:gd name="connsiteX43016" fmla="*/ 354044 w 3114960"/>
              <a:gd name="connsiteY43016" fmla="*/ 2877788 h 5143785"/>
              <a:gd name="connsiteX43017" fmla="*/ 347948 w 3114960"/>
              <a:gd name="connsiteY43017" fmla="*/ 2875121 h 5143785"/>
              <a:gd name="connsiteX43018" fmla="*/ 347948 w 3114960"/>
              <a:gd name="connsiteY43018" fmla="*/ 2773775 h 5143785"/>
              <a:gd name="connsiteX43019" fmla="*/ 318040 w 3114960"/>
              <a:gd name="connsiteY43019" fmla="*/ 2743200 h 5143785"/>
              <a:gd name="connsiteX43020" fmla="*/ 318040 w 3114960"/>
              <a:gd name="connsiteY43020" fmla="*/ 2634425 h 5143785"/>
              <a:gd name="connsiteX43021" fmla="*/ 323374 w 3114960"/>
              <a:gd name="connsiteY43021" fmla="*/ 2634425 h 5143785"/>
              <a:gd name="connsiteX43022" fmla="*/ 329279 w 3114960"/>
              <a:gd name="connsiteY43022" fmla="*/ 2628519 h 5143785"/>
              <a:gd name="connsiteX43023" fmla="*/ 329279 w 3114960"/>
              <a:gd name="connsiteY43023" fmla="*/ 2612898 h 5143785"/>
              <a:gd name="connsiteX43024" fmla="*/ 323374 w 3114960"/>
              <a:gd name="connsiteY43024" fmla="*/ 2606993 h 5143785"/>
              <a:gd name="connsiteX43025" fmla="*/ 317945 w 3114960"/>
              <a:gd name="connsiteY43025" fmla="*/ 2606993 h 5143785"/>
              <a:gd name="connsiteX43026" fmla="*/ 317945 w 3114960"/>
              <a:gd name="connsiteY43026" fmla="*/ 2559653 h 5143785"/>
              <a:gd name="connsiteX43027" fmla="*/ 305657 w 3114960"/>
              <a:gd name="connsiteY43027" fmla="*/ 2547080 h 5143785"/>
              <a:gd name="connsiteX43028" fmla="*/ 97536 w 3114960"/>
              <a:gd name="connsiteY43028" fmla="*/ 2547080 h 5143785"/>
              <a:gd name="connsiteX43029" fmla="*/ 58674 w 3114960"/>
              <a:gd name="connsiteY43029" fmla="*/ 2500217 h 5143785"/>
              <a:gd name="connsiteX43030" fmla="*/ 33052 w 3114960"/>
              <a:gd name="connsiteY43030" fmla="*/ 2499932 h 5143785"/>
              <a:gd name="connsiteX43031" fmla="*/ 33052 w 3114960"/>
              <a:gd name="connsiteY43031" fmla="*/ 2502313 h 5143785"/>
              <a:gd name="connsiteX43032" fmla="*/ 33052 w 3114960"/>
              <a:gd name="connsiteY43032" fmla="*/ 2499932 h 5143785"/>
              <a:gd name="connsiteX43033" fmla="*/ 95 w 3114960"/>
              <a:gd name="connsiteY43033" fmla="*/ 2499932 h 5143785"/>
              <a:gd name="connsiteX43034" fmla="*/ 95 w 3114960"/>
              <a:gd name="connsiteY43034" fmla="*/ 2504694 h 5143785"/>
              <a:gd name="connsiteX43035" fmla="*/ 32957 w 3114960"/>
              <a:gd name="connsiteY43035" fmla="*/ 2504694 h 5143785"/>
              <a:gd name="connsiteX43036" fmla="*/ 56388 w 3114960"/>
              <a:gd name="connsiteY43036" fmla="*/ 2504980 h 5143785"/>
              <a:gd name="connsiteX43037" fmla="*/ 95345 w 3114960"/>
              <a:gd name="connsiteY43037" fmla="*/ 2551843 h 5143785"/>
              <a:gd name="connsiteX43038" fmla="*/ 303848 w 3114960"/>
              <a:gd name="connsiteY43038" fmla="*/ 2551843 h 5143785"/>
              <a:gd name="connsiteX43039" fmla="*/ 313373 w 3114960"/>
              <a:gd name="connsiteY43039" fmla="*/ 2561559 h 5143785"/>
              <a:gd name="connsiteX43040" fmla="*/ 313373 w 3114960"/>
              <a:gd name="connsiteY43040" fmla="*/ 2606897 h 5143785"/>
              <a:gd name="connsiteX43041" fmla="*/ 307943 w 3114960"/>
              <a:gd name="connsiteY43041" fmla="*/ 2606897 h 5143785"/>
              <a:gd name="connsiteX43042" fmla="*/ 302038 w 3114960"/>
              <a:gd name="connsiteY43042" fmla="*/ 2612803 h 5143785"/>
              <a:gd name="connsiteX43043" fmla="*/ 302038 w 3114960"/>
              <a:gd name="connsiteY43043" fmla="*/ 2628424 h 5143785"/>
              <a:gd name="connsiteX43044" fmla="*/ 307943 w 3114960"/>
              <a:gd name="connsiteY43044" fmla="*/ 2634329 h 5143785"/>
              <a:gd name="connsiteX43045" fmla="*/ 313373 w 3114960"/>
              <a:gd name="connsiteY43045" fmla="*/ 2634329 h 5143785"/>
              <a:gd name="connsiteX43046" fmla="*/ 313373 w 3114960"/>
              <a:gd name="connsiteY43046" fmla="*/ 2745010 h 5143785"/>
              <a:gd name="connsiteX43047" fmla="*/ 343376 w 3114960"/>
              <a:gd name="connsiteY43047" fmla="*/ 2775585 h 5143785"/>
              <a:gd name="connsiteX43048" fmla="*/ 343376 w 3114960"/>
              <a:gd name="connsiteY43048" fmla="*/ 2875026 h 5143785"/>
              <a:gd name="connsiteX43049" fmla="*/ 334994 w 3114960"/>
              <a:gd name="connsiteY43049" fmla="*/ 2879979 h 5143785"/>
              <a:gd name="connsiteX43050" fmla="*/ 332232 w 3114960"/>
              <a:gd name="connsiteY43050" fmla="*/ 2890076 h 5143785"/>
              <a:gd name="connsiteX43051" fmla="*/ 337376 w 3114960"/>
              <a:gd name="connsiteY43051" fmla="*/ 2899220 h 5143785"/>
              <a:gd name="connsiteX43052" fmla="*/ 345758 w 3114960"/>
              <a:gd name="connsiteY43052" fmla="*/ 2902077 h 5143785"/>
              <a:gd name="connsiteX43053" fmla="*/ 347472 w 3114960"/>
              <a:gd name="connsiteY43053" fmla="*/ 2901982 h 5143785"/>
              <a:gd name="connsiteX43054" fmla="*/ 354711 w 3114960"/>
              <a:gd name="connsiteY43054" fmla="*/ 2898458 h 5143785"/>
              <a:gd name="connsiteX43055" fmla="*/ 353473 w 3114960"/>
              <a:gd name="connsiteY43055" fmla="*/ 2899696 h 5143785"/>
              <a:gd name="connsiteX43056" fmla="*/ 423291 w 3114960"/>
              <a:gd name="connsiteY43056" fmla="*/ 2967895 h 5143785"/>
              <a:gd name="connsiteX43057" fmla="*/ 423291 w 3114960"/>
              <a:gd name="connsiteY43057" fmla="*/ 3002185 h 5143785"/>
              <a:gd name="connsiteX43058" fmla="*/ 417862 w 3114960"/>
              <a:gd name="connsiteY43058" fmla="*/ 3002185 h 5143785"/>
              <a:gd name="connsiteX43059" fmla="*/ 411004 w 3114960"/>
              <a:gd name="connsiteY43059" fmla="*/ 3009043 h 5143785"/>
              <a:gd name="connsiteX43060" fmla="*/ 411004 w 3114960"/>
              <a:gd name="connsiteY43060" fmla="*/ 3023426 h 5143785"/>
              <a:gd name="connsiteX43061" fmla="*/ 417862 w 3114960"/>
              <a:gd name="connsiteY43061" fmla="*/ 3030284 h 5143785"/>
              <a:gd name="connsiteX43062" fmla="*/ 423291 w 3114960"/>
              <a:gd name="connsiteY43062" fmla="*/ 3030284 h 5143785"/>
              <a:gd name="connsiteX43063" fmla="*/ 423291 w 3114960"/>
              <a:gd name="connsiteY43063" fmla="*/ 3037427 h 5143785"/>
              <a:gd name="connsiteX43064" fmla="*/ 428054 w 3114960"/>
              <a:gd name="connsiteY43064" fmla="*/ 3037427 h 5143785"/>
              <a:gd name="connsiteX43065" fmla="*/ 428054 w 3114960"/>
              <a:gd name="connsiteY43065" fmla="*/ 3030284 h 5143785"/>
              <a:gd name="connsiteX43066" fmla="*/ 432245 w 3114960"/>
              <a:gd name="connsiteY43066" fmla="*/ 3030284 h 5143785"/>
              <a:gd name="connsiteX43067" fmla="*/ 439103 w 3114960"/>
              <a:gd name="connsiteY43067" fmla="*/ 3023426 h 5143785"/>
              <a:gd name="connsiteX43068" fmla="*/ 439103 w 3114960"/>
              <a:gd name="connsiteY43068" fmla="*/ 3009043 h 5143785"/>
              <a:gd name="connsiteX43069" fmla="*/ 432245 w 3114960"/>
              <a:gd name="connsiteY43069" fmla="*/ 3002185 h 5143785"/>
              <a:gd name="connsiteX43070" fmla="*/ 428054 w 3114960"/>
              <a:gd name="connsiteY43070" fmla="*/ 3002185 h 5143785"/>
              <a:gd name="connsiteX43071" fmla="*/ 428054 w 3114960"/>
              <a:gd name="connsiteY43071" fmla="*/ 2965895 h 5143785"/>
              <a:gd name="connsiteX43072" fmla="*/ 356902 w 3114960"/>
              <a:gd name="connsiteY43072" fmla="*/ 2896362 h 5143785"/>
              <a:gd name="connsiteX43073" fmla="*/ 307848 w 3114960"/>
              <a:gd name="connsiteY43073" fmla="*/ 2629757 h 5143785"/>
              <a:gd name="connsiteX43074" fmla="*/ 306705 w 3114960"/>
              <a:gd name="connsiteY43074" fmla="*/ 2628614 h 5143785"/>
              <a:gd name="connsiteX43075" fmla="*/ 306705 w 3114960"/>
              <a:gd name="connsiteY43075" fmla="*/ 2612993 h 5143785"/>
              <a:gd name="connsiteX43076" fmla="*/ 307848 w 3114960"/>
              <a:gd name="connsiteY43076" fmla="*/ 2611850 h 5143785"/>
              <a:gd name="connsiteX43077" fmla="*/ 323469 w 3114960"/>
              <a:gd name="connsiteY43077" fmla="*/ 2611850 h 5143785"/>
              <a:gd name="connsiteX43078" fmla="*/ 324612 w 3114960"/>
              <a:gd name="connsiteY43078" fmla="*/ 2612993 h 5143785"/>
              <a:gd name="connsiteX43079" fmla="*/ 324612 w 3114960"/>
              <a:gd name="connsiteY43079" fmla="*/ 2628614 h 5143785"/>
              <a:gd name="connsiteX43080" fmla="*/ 323469 w 3114960"/>
              <a:gd name="connsiteY43080" fmla="*/ 2629757 h 5143785"/>
              <a:gd name="connsiteX43081" fmla="*/ 307848 w 3114960"/>
              <a:gd name="connsiteY43081" fmla="*/ 2629757 h 5143785"/>
              <a:gd name="connsiteX43082" fmla="*/ 352711 w 3114960"/>
              <a:gd name="connsiteY43082" fmla="*/ 2894171 h 5143785"/>
              <a:gd name="connsiteX43083" fmla="*/ 352711 w 3114960"/>
              <a:gd name="connsiteY43083" fmla="*/ 2894171 h 5143785"/>
              <a:gd name="connsiteX43084" fmla="*/ 346805 w 3114960"/>
              <a:gd name="connsiteY43084" fmla="*/ 2897505 h 5143785"/>
              <a:gd name="connsiteX43085" fmla="*/ 340233 w 3114960"/>
              <a:gd name="connsiteY43085" fmla="*/ 2895695 h 5143785"/>
              <a:gd name="connsiteX43086" fmla="*/ 336899 w 3114960"/>
              <a:gd name="connsiteY43086" fmla="*/ 2889790 h 5143785"/>
              <a:gd name="connsiteX43087" fmla="*/ 338709 w 3114960"/>
              <a:gd name="connsiteY43087" fmla="*/ 2883218 h 5143785"/>
              <a:gd name="connsiteX43088" fmla="*/ 344614 w 3114960"/>
              <a:gd name="connsiteY43088" fmla="*/ 2879884 h 5143785"/>
              <a:gd name="connsiteX43089" fmla="*/ 345758 w 3114960"/>
              <a:gd name="connsiteY43089" fmla="*/ 2879884 h 5143785"/>
              <a:gd name="connsiteX43090" fmla="*/ 351282 w 3114960"/>
              <a:gd name="connsiteY43090" fmla="*/ 2881789 h 5143785"/>
              <a:gd name="connsiteX43091" fmla="*/ 352806 w 3114960"/>
              <a:gd name="connsiteY43091" fmla="*/ 2894362 h 5143785"/>
              <a:gd name="connsiteX43092" fmla="*/ 432149 w 3114960"/>
              <a:gd name="connsiteY43092" fmla="*/ 3007138 h 5143785"/>
              <a:gd name="connsiteX43093" fmla="*/ 434245 w 3114960"/>
              <a:gd name="connsiteY43093" fmla="*/ 3009234 h 5143785"/>
              <a:gd name="connsiteX43094" fmla="*/ 434245 w 3114960"/>
              <a:gd name="connsiteY43094" fmla="*/ 3023616 h 5143785"/>
              <a:gd name="connsiteX43095" fmla="*/ 432149 w 3114960"/>
              <a:gd name="connsiteY43095" fmla="*/ 3025712 h 5143785"/>
              <a:gd name="connsiteX43096" fmla="*/ 417767 w 3114960"/>
              <a:gd name="connsiteY43096" fmla="*/ 3025712 h 5143785"/>
              <a:gd name="connsiteX43097" fmla="*/ 415671 w 3114960"/>
              <a:gd name="connsiteY43097" fmla="*/ 3023616 h 5143785"/>
              <a:gd name="connsiteX43098" fmla="*/ 415671 w 3114960"/>
              <a:gd name="connsiteY43098" fmla="*/ 3009234 h 5143785"/>
              <a:gd name="connsiteX43099" fmla="*/ 417767 w 3114960"/>
              <a:gd name="connsiteY43099" fmla="*/ 3007138 h 5143785"/>
              <a:gd name="connsiteX43100" fmla="*/ 432149 w 3114960"/>
              <a:gd name="connsiteY43100" fmla="*/ 3007138 h 5143785"/>
              <a:gd name="connsiteX43101" fmla="*/ 1061561 w 3114960"/>
              <a:gd name="connsiteY43101" fmla="*/ 3289649 h 5143785"/>
              <a:gd name="connsiteX43102" fmla="*/ 1009460 w 3114960"/>
              <a:gd name="connsiteY43102" fmla="*/ 3334131 h 5143785"/>
              <a:gd name="connsiteX43103" fmla="*/ 1003935 w 3114960"/>
              <a:gd name="connsiteY43103" fmla="*/ 3332131 h 5143785"/>
              <a:gd name="connsiteX43104" fmla="*/ 1003935 w 3114960"/>
              <a:gd name="connsiteY43104" fmla="*/ 3332131 h 5143785"/>
              <a:gd name="connsiteX43105" fmla="*/ 994220 w 3114960"/>
              <a:gd name="connsiteY43105" fmla="*/ 3341846 h 5143785"/>
              <a:gd name="connsiteX43106" fmla="*/ 997077 w 3114960"/>
              <a:gd name="connsiteY43106" fmla="*/ 3348800 h 5143785"/>
              <a:gd name="connsiteX43107" fmla="*/ 1003935 w 3114960"/>
              <a:gd name="connsiteY43107" fmla="*/ 3351657 h 5143785"/>
              <a:gd name="connsiteX43108" fmla="*/ 1003935 w 3114960"/>
              <a:gd name="connsiteY43108" fmla="*/ 3351657 h 5143785"/>
              <a:gd name="connsiteX43109" fmla="*/ 1013746 w 3114960"/>
              <a:gd name="connsiteY43109" fmla="*/ 3341942 h 5143785"/>
              <a:gd name="connsiteX43110" fmla="*/ 1012698 w 3114960"/>
              <a:gd name="connsiteY43110" fmla="*/ 3337751 h 5143785"/>
              <a:gd name="connsiteX43111" fmla="*/ 1063466 w 3114960"/>
              <a:gd name="connsiteY43111" fmla="*/ 3294412 h 5143785"/>
              <a:gd name="connsiteX43112" fmla="*/ 1138238 w 3114960"/>
              <a:gd name="connsiteY43112" fmla="*/ 3293840 h 5143785"/>
              <a:gd name="connsiteX43113" fmla="*/ 1138238 w 3114960"/>
              <a:gd name="connsiteY43113" fmla="*/ 3246215 h 5143785"/>
              <a:gd name="connsiteX43114" fmla="*/ 1145667 w 3114960"/>
              <a:gd name="connsiteY43114" fmla="*/ 3236976 h 5143785"/>
              <a:gd name="connsiteX43115" fmla="*/ 1142810 w 3114960"/>
              <a:gd name="connsiteY43115" fmla="*/ 3230023 h 5143785"/>
              <a:gd name="connsiteX43116" fmla="*/ 1135952 w 3114960"/>
              <a:gd name="connsiteY43116" fmla="*/ 3227165 h 5143785"/>
              <a:gd name="connsiteX43117" fmla="*/ 1126141 w 3114960"/>
              <a:gd name="connsiteY43117" fmla="*/ 3236881 h 5143785"/>
              <a:gd name="connsiteX43118" fmla="*/ 1128998 w 3114960"/>
              <a:gd name="connsiteY43118" fmla="*/ 3243834 h 5143785"/>
              <a:gd name="connsiteX43119" fmla="*/ 1133475 w 3114960"/>
              <a:gd name="connsiteY43119" fmla="*/ 3246215 h 5143785"/>
              <a:gd name="connsiteX43120" fmla="*/ 1133475 w 3114960"/>
              <a:gd name="connsiteY43120" fmla="*/ 3289173 h 5143785"/>
              <a:gd name="connsiteX43121" fmla="*/ 1061752 w 3114960"/>
              <a:gd name="connsiteY43121" fmla="*/ 3289745 h 5143785"/>
              <a:gd name="connsiteX43122" fmla="*/ 1003840 w 3114960"/>
              <a:gd name="connsiteY43122" fmla="*/ 3346990 h 5143785"/>
              <a:gd name="connsiteX43123" fmla="*/ 1003840 w 3114960"/>
              <a:gd name="connsiteY43123" fmla="*/ 3346990 h 5143785"/>
              <a:gd name="connsiteX43124" fmla="*/ 1000316 w 3114960"/>
              <a:gd name="connsiteY43124" fmla="*/ 3345561 h 5143785"/>
              <a:gd name="connsiteX43125" fmla="*/ 998887 w 3114960"/>
              <a:gd name="connsiteY43125" fmla="*/ 3342037 h 5143785"/>
              <a:gd name="connsiteX43126" fmla="*/ 1000411 w 3114960"/>
              <a:gd name="connsiteY43126" fmla="*/ 3338513 h 5143785"/>
              <a:gd name="connsiteX43127" fmla="*/ 1003935 w 3114960"/>
              <a:gd name="connsiteY43127" fmla="*/ 3337084 h 5143785"/>
              <a:gd name="connsiteX43128" fmla="*/ 1003935 w 3114960"/>
              <a:gd name="connsiteY43128" fmla="*/ 3337084 h 5143785"/>
              <a:gd name="connsiteX43129" fmla="*/ 1007459 w 3114960"/>
              <a:gd name="connsiteY43129" fmla="*/ 3338513 h 5143785"/>
              <a:gd name="connsiteX43130" fmla="*/ 1008888 w 3114960"/>
              <a:gd name="connsiteY43130" fmla="*/ 3342037 h 5143785"/>
              <a:gd name="connsiteX43131" fmla="*/ 1003840 w 3114960"/>
              <a:gd name="connsiteY43131" fmla="*/ 3346990 h 5143785"/>
              <a:gd name="connsiteX43132" fmla="*/ 1132142 w 3114960"/>
              <a:gd name="connsiteY43132" fmla="*/ 3240405 h 5143785"/>
              <a:gd name="connsiteX43133" fmla="*/ 1130713 w 3114960"/>
              <a:gd name="connsiteY43133" fmla="*/ 3236881 h 5143785"/>
              <a:gd name="connsiteX43134" fmla="*/ 1135761 w 3114960"/>
              <a:gd name="connsiteY43134" fmla="*/ 3231928 h 5143785"/>
              <a:gd name="connsiteX43135" fmla="*/ 1135761 w 3114960"/>
              <a:gd name="connsiteY43135" fmla="*/ 3231928 h 5143785"/>
              <a:gd name="connsiteX43136" fmla="*/ 1139285 w 3114960"/>
              <a:gd name="connsiteY43136" fmla="*/ 3233357 h 5143785"/>
              <a:gd name="connsiteX43137" fmla="*/ 1140714 w 3114960"/>
              <a:gd name="connsiteY43137" fmla="*/ 3236881 h 5143785"/>
              <a:gd name="connsiteX43138" fmla="*/ 1135666 w 3114960"/>
              <a:gd name="connsiteY43138" fmla="*/ 3241834 h 5143785"/>
              <a:gd name="connsiteX43139" fmla="*/ 1135666 w 3114960"/>
              <a:gd name="connsiteY43139" fmla="*/ 3241834 h 5143785"/>
              <a:gd name="connsiteX43140" fmla="*/ 1132142 w 3114960"/>
              <a:gd name="connsiteY43140" fmla="*/ 3240405 h 5143785"/>
              <a:gd name="connsiteX43141" fmla="*/ 1339406 w 3114960"/>
              <a:gd name="connsiteY43141" fmla="*/ 2190941 h 5143785"/>
              <a:gd name="connsiteX43142" fmla="*/ 1331595 w 3114960"/>
              <a:gd name="connsiteY43142" fmla="*/ 2198751 h 5143785"/>
              <a:gd name="connsiteX43143" fmla="*/ 1339406 w 3114960"/>
              <a:gd name="connsiteY43143" fmla="*/ 2206466 h 5143785"/>
              <a:gd name="connsiteX43144" fmla="*/ 1347121 w 3114960"/>
              <a:gd name="connsiteY43144" fmla="*/ 2198751 h 5143785"/>
              <a:gd name="connsiteX43145" fmla="*/ 1339406 w 3114960"/>
              <a:gd name="connsiteY43145" fmla="*/ 2190941 h 5143785"/>
              <a:gd name="connsiteX43146" fmla="*/ 1339406 w 3114960"/>
              <a:gd name="connsiteY43146" fmla="*/ 2204085 h 5143785"/>
              <a:gd name="connsiteX43147" fmla="*/ 1333976 w 3114960"/>
              <a:gd name="connsiteY43147" fmla="*/ 2198751 h 5143785"/>
              <a:gd name="connsiteX43148" fmla="*/ 1339406 w 3114960"/>
              <a:gd name="connsiteY43148" fmla="*/ 2193322 h 5143785"/>
              <a:gd name="connsiteX43149" fmla="*/ 1344740 w 3114960"/>
              <a:gd name="connsiteY43149" fmla="*/ 2198751 h 5143785"/>
              <a:gd name="connsiteX43150" fmla="*/ 1339406 w 3114960"/>
              <a:gd name="connsiteY43150" fmla="*/ 2204085 h 5143785"/>
              <a:gd name="connsiteX43151" fmla="*/ 427958 w 3114960"/>
              <a:gd name="connsiteY43151" fmla="*/ 3055334 h 5143785"/>
              <a:gd name="connsiteX43152" fmla="*/ 427958 w 3114960"/>
              <a:gd name="connsiteY43152" fmla="*/ 3073051 h 5143785"/>
              <a:gd name="connsiteX43153" fmla="*/ 423196 w 3114960"/>
              <a:gd name="connsiteY43153" fmla="*/ 3073051 h 5143785"/>
              <a:gd name="connsiteX43154" fmla="*/ 423196 w 3114960"/>
              <a:gd name="connsiteY43154" fmla="*/ 3055334 h 5143785"/>
              <a:gd name="connsiteX43155" fmla="*/ 427958 w 3114960"/>
              <a:gd name="connsiteY43155" fmla="*/ 3055334 h 5143785"/>
              <a:gd name="connsiteX43156" fmla="*/ 1298639 w 3114960"/>
              <a:gd name="connsiteY43156" fmla="*/ 2203990 h 5143785"/>
              <a:gd name="connsiteX43157" fmla="*/ 1297115 w 3114960"/>
              <a:gd name="connsiteY43157" fmla="*/ 2203990 h 5143785"/>
              <a:gd name="connsiteX43158" fmla="*/ 1288352 w 3114960"/>
              <a:gd name="connsiteY43158" fmla="*/ 2212658 h 5143785"/>
              <a:gd name="connsiteX43159" fmla="*/ 1288352 w 3114960"/>
              <a:gd name="connsiteY43159" fmla="*/ 2239613 h 5143785"/>
              <a:gd name="connsiteX43160" fmla="*/ 1297115 w 3114960"/>
              <a:gd name="connsiteY43160" fmla="*/ 2248281 h 5143785"/>
              <a:gd name="connsiteX43161" fmla="*/ 1298639 w 3114960"/>
              <a:gd name="connsiteY43161" fmla="*/ 2248281 h 5143785"/>
              <a:gd name="connsiteX43162" fmla="*/ 1298639 w 3114960"/>
              <a:gd name="connsiteY43162" fmla="*/ 2267522 h 5143785"/>
              <a:gd name="connsiteX43163" fmla="*/ 1306925 w 3114960"/>
              <a:gd name="connsiteY43163" fmla="*/ 2275999 h 5143785"/>
              <a:gd name="connsiteX43164" fmla="*/ 1319594 w 3114960"/>
              <a:gd name="connsiteY43164" fmla="*/ 2275999 h 5143785"/>
              <a:gd name="connsiteX43165" fmla="*/ 1319594 w 3114960"/>
              <a:gd name="connsiteY43165" fmla="*/ 2277523 h 5143785"/>
              <a:gd name="connsiteX43166" fmla="*/ 1325975 w 3114960"/>
              <a:gd name="connsiteY43166" fmla="*/ 2283905 h 5143785"/>
              <a:gd name="connsiteX43167" fmla="*/ 1352931 w 3114960"/>
              <a:gd name="connsiteY43167" fmla="*/ 2283905 h 5143785"/>
              <a:gd name="connsiteX43168" fmla="*/ 1359313 w 3114960"/>
              <a:gd name="connsiteY43168" fmla="*/ 2277523 h 5143785"/>
              <a:gd name="connsiteX43169" fmla="*/ 1359313 w 3114960"/>
              <a:gd name="connsiteY43169" fmla="*/ 2269712 h 5143785"/>
              <a:gd name="connsiteX43170" fmla="*/ 1352931 w 3114960"/>
              <a:gd name="connsiteY43170" fmla="*/ 2263426 h 5143785"/>
              <a:gd name="connsiteX43171" fmla="*/ 1325975 w 3114960"/>
              <a:gd name="connsiteY43171" fmla="*/ 2263426 h 5143785"/>
              <a:gd name="connsiteX43172" fmla="*/ 1319594 w 3114960"/>
              <a:gd name="connsiteY43172" fmla="*/ 2269712 h 5143785"/>
              <a:gd name="connsiteX43173" fmla="*/ 1319594 w 3114960"/>
              <a:gd name="connsiteY43173" fmla="*/ 2271236 h 5143785"/>
              <a:gd name="connsiteX43174" fmla="*/ 1308926 w 3114960"/>
              <a:gd name="connsiteY43174" fmla="*/ 2271236 h 5143785"/>
              <a:gd name="connsiteX43175" fmla="*/ 1303401 w 3114960"/>
              <a:gd name="connsiteY43175" fmla="*/ 2265521 h 5143785"/>
              <a:gd name="connsiteX43176" fmla="*/ 1303401 w 3114960"/>
              <a:gd name="connsiteY43176" fmla="*/ 2248281 h 5143785"/>
              <a:gd name="connsiteX43177" fmla="*/ 1304925 w 3114960"/>
              <a:gd name="connsiteY43177" fmla="*/ 2248281 h 5143785"/>
              <a:gd name="connsiteX43178" fmla="*/ 1313688 w 3114960"/>
              <a:gd name="connsiteY43178" fmla="*/ 2239613 h 5143785"/>
              <a:gd name="connsiteX43179" fmla="*/ 1313688 w 3114960"/>
              <a:gd name="connsiteY43179" fmla="*/ 2212658 h 5143785"/>
              <a:gd name="connsiteX43180" fmla="*/ 1304925 w 3114960"/>
              <a:gd name="connsiteY43180" fmla="*/ 2203990 h 5143785"/>
              <a:gd name="connsiteX43181" fmla="*/ 1303401 w 3114960"/>
              <a:gd name="connsiteY43181" fmla="*/ 2203990 h 5143785"/>
              <a:gd name="connsiteX43182" fmla="*/ 1303401 w 3114960"/>
              <a:gd name="connsiteY43182" fmla="*/ 2161318 h 5143785"/>
              <a:gd name="connsiteX43183" fmla="*/ 1328452 w 3114960"/>
              <a:gd name="connsiteY43183" fmla="*/ 2140268 h 5143785"/>
              <a:gd name="connsiteX43184" fmla="*/ 1334453 w 3114960"/>
              <a:gd name="connsiteY43184" fmla="*/ 2142173 h 5143785"/>
              <a:gd name="connsiteX43185" fmla="*/ 1346073 w 3114960"/>
              <a:gd name="connsiteY43185" fmla="*/ 2130552 h 5143785"/>
              <a:gd name="connsiteX43186" fmla="*/ 1334453 w 3114960"/>
              <a:gd name="connsiteY43186" fmla="*/ 2118932 h 5143785"/>
              <a:gd name="connsiteX43187" fmla="*/ 1322832 w 3114960"/>
              <a:gd name="connsiteY43187" fmla="*/ 2130552 h 5143785"/>
              <a:gd name="connsiteX43188" fmla="*/ 1325023 w 3114960"/>
              <a:gd name="connsiteY43188" fmla="*/ 2137029 h 5143785"/>
              <a:gd name="connsiteX43189" fmla="*/ 1298734 w 3114960"/>
              <a:gd name="connsiteY43189" fmla="*/ 2159222 h 5143785"/>
              <a:gd name="connsiteX43190" fmla="*/ 1298734 w 3114960"/>
              <a:gd name="connsiteY43190" fmla="*/ 2204085 h 5143785"/>
              <a:gd name="connsiteX43191" fmla="*/ 1334357 w 3114960"/>
              <a:gd name="connsiteY43191" fmla="*/ 2121218 h 5143785"/>
              <a:gd name="connsiteX43192" fmla="*/ 1343597 w 3114960"/>
              <a:gd name="connsiteY43192" fmla="*/ 2130457 h 5143785"/>
              <a:gd name="connsiteX43193" fmla="*/ 1334357 w 3114960"/>
              <a:gd name="connsiteY43193" fmla="*/ 2139696 h 5143785"/>
              <a:gd name="connsiteX43194" fmla="*/ 1325118 w 3114960"/>
              <a:gd name="connsiteY43194" fmla="*/ 2130457 h 5143785"/>
              <a:gd name="connsiteX43195" fmla="*/ 1334357 w 3114960"/>
              <a:gd name="connsiteY43195" fmla="*/ 2121218 h 5143785"/>
              <a:gd name="connsiteX43196" fmla="*/ 1304925 w 3114960"/>
              <a:gd name="connsiteY43196" fmla="*/ 2208752 h 5143785"/>
              <a:gd name="connsiteX43197" fmla="*/ 1308926 w 3114960"/>
              <a:gd name="connsiteY43197" fmla="*/ 2212658 h 5143785"/>
              <a:gd name="connsiteX43198" fmla="*/ 1308926 w 3114960"/>
              <a:gd name="connsiteY43198" fmla="*/ 2239613 h 5143785"/>
              <a:gd name="connsiteX43199" fmla="*/ 1304925 w 3114960"/>
              <a:gd name="connsiteY43199" fmla="*/ 2243519 h 5143785"/>
              <a:gd name="connsiteX43200" fmla="*/ 1297115 w 3114960"/>
              <a:gd name="connsiteY43200" fmla="*/ 2243519 h 5143785"/>
              <a:gd name="connsiteX43201" fmla="*/ 1293114 w 3114960"/>
              <a:gd name="connsiteY43201" fmla="*/ 2239613 h 5143785"/>
              <a:gd name="connsiteX43202" fmla="*/ 1293114 w 3114960"/>
              <a:gd name="connsiteY43202" fmla="*/ 2212658 h 5143785"/>
              <a:gd name="connsiteX43203" fmla="*/ 1297115 w 3114960"/>
              <a:gd name="connsiteY43203" fmla="*/ 2208752 h 5143785"/>
              <a:gd name="connsiteX43204" fmla="*/ 1304925 w 3114960"/>
              <a:gd name="connsiteY43204" fmla="*/ 2208752 h 5143785"/>
              <a:gd name="connsiteX43205" fmla="*/ 1339406 w 3114960"/>
              <a:gd name="connsiteY43205" fmla="*/ 2187035 h 5143785"/>
              <a:gd name="connsiteX43206" fmla="*/ 1327785 w 3114960"/>
              <a:gd name="connsiteY43206" fmla="*/ 2198656 h 5143785"/>
              <a:gd name="connsiteX43207" fmla="*/ 1339406 w 3114960"/>
              <a:gd name="connsiteY43207" fmla="*/ 2210276 h 5143785"/>
              <a:gd name="connsiteX43208" fmla="*/ 1351026 w 3114960"/>
              <a:gd name="connsiteY43208" fmla="*/ 2198656 h 5143785"/>
              <a:gd name="connsiteX43209" fmla="*/ 1339406 w 3114960"/>
              <a:gd name="connsiteY43209" fmla="*/ 2187035 h 5143785"/>
              <a:gd name="connsiteX43210" fmla="*/ 1339406 w 3114960"/>
              <a:gd name="connsiteY43210" fmla="*/ 2207990 h 5143785"/>
              <a:gd name="connsiteX43211" fmla="*/ 1330166 w 3114960"/>
              <a:gd name="connsiteY43211" fmla="*/ 2198751 h 5143785"/>
              <a:gd name="connsiteX43212" fmla="*/ 1339406 w 3114960"/>
              <a:gd name="connsiteY43212" fmla="*/ 2189512 h 5143785"/>
              <a:gd name="connsiteX43213" fmla="*/ 1348645 w 3114960"/>
              <a:gd name="connsiteY43213" fmla="*/ 2198751 h 5143785"/>
              <a:gd name="connsiteX43214" fmla="*/ 1339406 w 3114960"/>
              <a:gd name="connsiteY43214" fmla="*/ 2207990 h 5143785"/>
              <a:gd name="connsiteX43215" fmla="*/ 423291 w 3114960"/>
              <a:gd name="connsiteY43215" fmla="*/ 3108579 h 5143785"/>
              <a:gd name="connsiteX43216" fmla="*/ 423291 w 3114960"/>
              <a:gd name="connsiteY43216" fmla="*/ 3090863 h 5143785"/>
              <a:gd name="connsiteX43217" fmla="*/ 428054 w 3114960"/>
              <a:gd name="connsiteY43217" fmla="*/ 3090863 h 5143785"/>
              <a:gd name="connsiteX43218" fmla="*/ 428054 w 3114960"/>
              <a:gd name="connsiteY43218" fmla="*/ 3108579 h 5143785"/>
              <a:gd name="connsiteX43219" fmla="*/ 423291 w 3114960"/>
              <a:gd name="connsiteY43219" fmla="*/ 3108579 h 5143785"/>
              <a:gd name="connsiteX43220" fmla="*/ 1339406 w 3114960"/>
              <a:gd name="connsiteY43220" fmla="*/ 2226278 h 5143785"/>
              <a:gd name="connsiteX43221" fmla="*/ 1331595 w 3114960"/>
              <a:gd name="connsiteY43221" fmla="*/ 2234089 h 5143785"/>
              <a:gd name="connsiteX43222" fmla="*/ 1339406 w 3114960"/>
              <a:gd name="connsiteY43222" fmla="*/ 2241804 h 5143785"/>
              <a:gd name="connsiteX43223" fmla="*/ 1347121 w 3114960"/>
              <a:gd name="connsiteY43223" fmla="*/ 2234089 h 5143785"/>
              <a:gd name="connsiteX43224" fmla="*/ 1339406 w 3114960"/>
              <a:gd name="connsiteY43224" fmla="*/ 2226278 h 5143785"/>
              <a:gd name="connsiteX43225" fmla="*/ 1339406 w 3114960"/>
              <a:gd name="connsiteY43225" fmla="*/ 2239328 h 5143785"/>
              <a:gd name="connsiteX43226" fmla="*/ 1333976 w 3114960"/>
              <a:gd name="connsiteY43226" fmla="*/ 2233994 h 5143785"/>
              <a:gd name="connsiteX43227" fmla="*/ 1339406 w 3114960"/>
              <a:gd name="connsiteY43227" fmla="*/ 2228564 h 5143785"/>
              <a:gd name="connsiteX43228" fmla="*/ 1344740 w 3114960"/>
              <a:gd name="connsiteY43228" fmla="*/ 2233994 h 5143785"/>
              <a:gd name="connsiteX43229" fmla="*/ 1339406 w 3114960"/>
              <a:gd name="connsiteY43229" fmla="*/ 2239328 h 5143785"/>
              <a:gd name="connsiteX43230" fmla="*/ 1607534 w 3114960"/>
              <a:gd name="connsiteY43230" fmla="*/ 3421190 h 5143785"/>
              <a:gd name="connsiteX43231" fmla="*/ 1597533 w 3114960"/>
              <a:gd name="connsiteY43231" fmla="*/ 3421190 h 5143785"/>
              <a:gd name="connsiteX43232" fmla="*/ 1597533 w 3114960"/>
              <a:gd name="connsiteY43232" fmla="*/ 3416427 h 5143785"/>
              <a:gd name="connsiteX43233" fmla="*/ 1607534 w 3114960"/>
              <a:gd name="connsiteY43233" fmla="*/ 3416427 h 5143785"/>
              <a:gd name="connsiteX43234" fmla="*/ 1607534 w 3114960"/>
              <a:gd name="connsiteY43234" fmla="*/ 3421190 h 5143785"/>
              <a:gd name="connsiteX43235" fmla="*/ 14097 w 3114960"/>
              <a:gd name="connsiteY43235" fmla="*/ 2050732 h 5143785"/>
              <a:gd name="connsiteX43236" fmla="*/ 34481 w 3114960"/>
              <a:gd name="connsiteY43236" fmla="*/ 2050732 h 5143785"/>
              <a:gd name="connsiteX43237" fmla="*/ 39624 w 3114960"/>
              <a:gd name="connsiteY43237" fmla="*/ 2045589 h 5143785"/>
              <a:gd name="connsiteX43238" fmla="*/ 39624 w 3114960"/>
              <a:gd name="connsiteY43238" fmla="*/ 2039112 h 5143785"/>
              <a:gd name="connsiteX43239" fmla="*/ 34481 w 3114960"/>
              <a:gd name="connsiteY43239" fmla="*/ 2033969 h 5143785"/>
              <a:gd name="connsiteX43240" fmla="*/ 14097 w 3114960"/>
              <a:gd name="connsiteY43240" fmla="*/ 2033969 h 5143785"/>
              <a:gd name="connsiteX43241" fmla="*/ 8954 w 3114960"/>
              <a:gd name="connsiteY43241" fmla="*/ 2039112 h 5143785"/>
              <a:gd name="connsiteX43242" fmla="*/ 8954 w 3114960"/>
              <a:gd name="connsiteY43242" fmla="*/ 2040541 h 5143785"/>
              <a:gd name="connsiteX43243" fmla="*/ 5143 w 3114960"/>
              <a:gd name="connsiteY43243" fmla="*/ 2034254 h 5143785"/>
              <a:gd name="connsiteX43244" fmla="*/ 95 w 3114960"/>
              <a:gd name="connsiteY43244" fmla="*/ 2042541 h 5143785"/>
              <a:gd name="connsiteX43245" fmla="*/ 95 w 3114960"/>
              <a:gd name="connsiteY43245" fmla="*/ 2047113 h 5143785"/>
              <a:gd name="connsiteX43246" fmla="*/ 5143 w 3114960"/>
              <a:gd name="connsiteY43246" fmla="*/ 2038826 h 5143785"/>
              <a:gd name="connsiteX43247" fmla="*/ 8954 w 3114960"/>
              <a:gd name="connsiteY43247" fmla="*/ 2045113 h 5143785"/>
              <a:gd name="connsiteX43248" fmla="*/ 8954 w 3114960"/>
              <a:gd name="connsiteY43248" fmla="*/ 2045589 h 5143785"/>
              <a:gd name="connsiteX43249" fmla="*/ 14097 w 3114960"/>
              <a:gd name="connsiteY43249" fmla="*/ 2050732 h 5143785"/>
              <a:gd name="connsiteX43250" fmla="*/ 33814 w 3114960"/>
              <a:gd name="connsiteY43250" fmla="*/ 2036350 h 5143785"/>
              <a:gd name="connsiteX43251" fmla="*/ 34481 w 3114960"/>
              <a:gd name="connsiteY43251" fmla="*/ 2036350 h 5143785"/>
              <a:gd name="connsiteX43252" fmla="*/ 37148 w 3114960"/>
              <a:gd name="connsiteY43252" fmla="*/ 2039017 h 5143785"/>
              <a:gd name="connsiteX43253" fmla="*/ 37148 w 3114960"/>
              <a:gd name="connsiteY43253" fmla="*/ 2045494 h 5143785"/>
              <a:gd name="connsiteX43254" fmla="*/ 34481 w 3114960"/>
              <a:gd name="connsiteY43254" fmla="*/ 2048161 h 5143785"/>
              <a:gd name="connsiteX43255" fmla="*/ 33814 w 3114960"/>
              <a:gd name="connsiteY43255" fmla="*/ 2048161 h 5143785"/>
              <a:gd name="connsiteX43256" fmla="*/ 33814 w 3114960"/>
              <a:gd name="connsiteY43256" fmla="*/ 2036350 h 5143785"/>
              <a:gd name="connsiteX43257" fmla="*/ 20955 w 3114960"/>
              <a:gd name="connsiteY43257" fmla="*/ 2036350 h 5143785"/>
              <a:gd name="connsiteX43258" fmla="*/ 30671 w 3114960"/>
              <a:gd name="connsiteY43258" fmla="*/ 2036350 h 5143785"/>
              <a:gd name="connsiteX43259" fmla="*/ 30671 w 3114960"/>
              <a:gd name="connsiteY43259" fmla="*/ 2048161 h 5143785"/>
              <a:gd name="connsiteX43260" fmla="*/ 20955 w 3114960"/>
              <a:gd name="connsiteY43260" fmla="*/ 2048161 h 5143785"/>
              <a:gd name="connsiteX43261" fmla="*/ 20955 w 3114960"/>
              <a:gd name="connsiteY43261" fmla="*/ 2036350 h 5143785"/>
              <a:gd name="connsiteX43262" fmla="*/ 16669 w 3114960"/>
              <a:gd name="connsiteY43262" fmla="*/ 2036350 h 5143785"/>
              <a:gd name="connsiteX43263" fmla="*/ 19431 w 3114960"/>
              <a:gd name="connsiteY43263" fmla="*/ 2036350 h 5143785"/>
              <a:gd name="connsiteX43264" fmla="*/ 19431 w 3114960"/>
              <a:gd name="connsiteY43264" fmla="*/ 2048161 h 5143785"/>
              <a:gd name="connsiteX43265" fmla="*/ 16669 w 3114960"/>
              <a:gd name="connsiteY43265" fmla="*/ 2048161 h 5143785"/>
              <a:gd name="connsiteX43266" fmla="*/ 16669 w 3114960"/>
              <a:gd name="connsiteY43266" fmla="*/ 2036350 h 5143785"/>
              <a:gd name="connsiteX43267" fmla="*/ 11525 w 3114960"/>
              <a:gd name="connsiteY43267" fmla="*/ 2039017 h 5143785"/>
              <a:gd name="connsiteX43268" fmla="*/ 14192 w 3114960"/>
              <a:gd name="connsiteY43268" fmla="*/ 2036350 h 5143785"/>
              <a:gd name="connsiteX43269" fmla="*/ 14288 w 3114960"/>
              <a:gd name="connsiteY43269" fmla="*/ 2036350 h 5143785"/>
              <a:gd name="connsiteX43270" fmla="*/ 14288 w 3114960"/>
              <a:gd name="connsiteY43270" fmla="*/ 2048161 h 5143785"/>
              <a:gd name="connsiteX43271" fmla="*/ 14192 w 3114960"/>
              <a:gd name="connsiteY43271" fmla="*/ 2048161 h 5143785"/>
              <a:gd name="connsiteX43272" fmla="*/ 11525 w 3114960"/>
              <a:gd name="connsiteY43272" fmla="*/ 2045494 h 5143785"/>
              <a:gd name="connsiteX43273" fmla="*/ 11525 w 3114960"/>
              <a:gd name="connsiteY43273" fmla="*/ 2039017 h 5143785"/>
              <a:gd name="connsiteX43274" fmla="*/ 1704118 w 3114960"/>
              <a:gd name="connsiteY43274" fmla="*/ 3411569 h 5143785"/>
              <a:gd name="connsiteX43275" fmla="*/ 1708214 w 3114960"/>
              <a:gd name="connsiteY43275" fmla="*/ 3413951 h 5143785"/>
              <a:gd name="connsiteX43276" fmla="*/ 1707642 w 3114960"/>
              <a:gd name="connsiteY43276" fmla="*/ 3414903 h 5143785"/>
              <a:gd name="connsiteX43277" fmla="*/ 1703546 w 3114960"/>
              <a:gd name="connsiteY43277" fmla="*/ 3412522 h 5143785"/>
              <a:gd name="connsiteX43278" fmla="*/ 1704118 w 3114960"/>
              <a:gd name="connsiteY43278" fmla="*/ 3411569 h 5143785"/>
              <a:gd name="connsiteX43279" fmla="*/ 1298543 w 3114960"/>
              <a:gd name="connsiteY43279" fmla="*/ 3729419 h 5143785"/>
              <a:gd name="connsiteX43280" fmla="*/ 1308449 w 3114960"/>
              <a:gd name="connsiteY43280" fmla="*/ 3729419 h 5143785"/>
              <a:gd name="connsiteX43281" fmla="*/ 1312355 w 3114960"/>
              <a:gd name="connsiteY43281" fmla="*/ 3725513 h 5143785"/>
              <a:gd name="connsiteX43282" fmla="*/ 1312355 w 3114960"/>
              <a:gd name="connsiteY43282" fmla="*/ 3722942 h 5143785"/>
              <a:gd name="connsiteX43283" fmla="*/ 1371600 w 3114960"/>
              <a:gd name="connsiteY43283" fmla="*/ 3722561 h 5143785"/>
              <a:gd name="connsiteX43284" fmla="*/ 1395413 w 3114960"/>
              <a:gd name="connsiteY43284" fmla="*/ 3702368 h 5143785"/>
              <a:gd name="connsiteX43285" fmla="*/ 1401794 w 3114960"/>
              <a:gd name="connsiteY43285" fmla="*/ 3704463 h 5143785"/>
              <a:gd name="connsiteX43286" fmla="*/ 1404842 w 3114960"/>
              <a:gd name="connsiteY43286" fmla="*/ 3704082 h 5143785"/>
              <a:gd name="connsiteX43287" fmla="*/ 1412367 w 3114960"/>
              <a:gd name="connsiteY43287" fmla="*/ 3690557 h 5143785"/>
              <a:gd name="connsiteX43288" fmla="*/ 1398842 w 3114960"/>
              <a:gd name="connsiteY43288" fmla="*/ 3683032 h 5143785"/>
              <a:gd name="connsiteX43289" fmla="*/ 1391317 w 3114960"/>
              <a:gd name="connsiteY43289" fmla="*/ 3696557 h 5143785"/>
              <a:gd name="connsiteX43290" fmla="*/ 1392365 w 3114960"/>
              <a:gd name="connsiteY43290" fmla="*/ 3698843 h 5143785"/>
              <a:gd name="connsiteX43291" fmla="*/ 1369886 w 3114960"/>
              <a:gd name="connsiteY43291" fmla="*/ 3717893 h 5143785"/>
              <a:gd name="connsiteX43292" fmla="*/ 1312355 w 3114960"/>
              <a:gd name="connsiteY43292" fmla="*/ 3718179 h 5143785"/>
              <a:gd name="connsiteX43293" fmla="*/ 1312355 w 3114960"/>
              <a:gd name="connsiteY43293" fmla="*/ 3715607 h 5143785"/>
              <a:gd name="connsiteX43294" fmla="*/ 1308449 w 3114960"/>
              <a:gd name="connsiteY43294" fmla="*/ 3711702 h 5143785"/>
              <a:gd name="connsiteX43295" fmla="*/ 1298543 w 3114960"/>
              <a:gd name="connsiteY43295" fmla="*/ 3711702 h 5143785"/>
              <a:gd name="connsiteX43296" fmla="*/ 1294638 w 3114960"/>
              <a:gd name="connsiteY43296" fmla="*/ 3715607 h 5143785"/>
              <a:gd name="connsiteX43297" fmla="*/ 1294638 w 3114960"/>
              <a:gd name="connsiteY43297" fmla="*/ 3725513 h 5143785"/>
              <a:gd name="connsiteX43298" fmla="*/ 1298543 w 3114960"/>
              <a:gd name="connsiteY43298" fmla="*/ 3729419 h 5143785"/>
              <a:gd name="connsiteX43299" fmla="*/ 1400080 w 3114960"/>
              <a:gd name="connsiteY43299" fmla="*/ 3687509 h 5143785"/>
              <a:gd name="connsiteX43300" fmla="*/ 1407700 w 3114960"/>
              <a:gd name="connsiteY43300" fmla="*/ 3691795 h 5143785"/>
              <a:gd name="connsiteX43301" fmla="*/ 1403414 w 3114960"/>
              <a:gd name="connsiteY43301" fmla="*/ 3699415 h 5143785"/>
              <a:gd name="connsiteX43302" fmla="*/ 1395794 w 3114960"/>
              <a:gd name="connsiteY43302" fmla="*/ 3695129 h 5143785"/>
              <a:gd name="connsiteX43303" fmla="*/ 1400080 w 3114960"/>
              <a:gd name="connsiteY43303" fmla="*/ 3687509 h 5143785"/>
              <a:gd name="connsiteX43304" fmla="*/ 1258348 w 3114960"/>
              <a:gd name="connsiteY43304" fmla="*/ 3704463 h 5143785"/>
              <a:gd name="connsiteX43305" fmla="*/ 1190054 w 3114960"/>
              <a:gd name="connsiteY43305" fmla="*/ 3704177 h 5143785"/>
              <a:gd name="connsiteX43306" fmla="*/ 1177004 w 3114960"/>
              <a:gd name="connsiteY43306" fmla="*/ 3697605 h 5143785"/>
              <a:gd name="connsiteX43307" fmla="*/ 1169480 w 3114960"/>
              <a:gd name="connsiteY43307" fmla="*/ 3711130 h 5143785"/>
              <a:gd name="connsiteX43308" fmla="*/ 1180052 w 3114960"/>
              <a:gd name="connsiteY43308" fmla="*/ 3719036 h 5143785"/>
              <a:gd name="connsiteX43309" fmla="*/ 1183100 w 3114960"/>
              <a:gd name="connsiteY43309" fmla="*/ 3718655 h 5143785"/>
              <a:gd name="connsiteX43310" fmla="*/ 1190911 w 3114960"/>
              <a:gd name="connsiteY43310" fmla="*/ 3709035 h 5143785"/>
              <a:gd name="connsiteX43311" fmla="*/ 1259205 w 3114960"/>
              <a:gd name="connsiteY43311" fmla="*/ 3709321 h 5143785"/>
              <a:gd name="connsiteX43312" fmla="*/ 1260062 w 3114960"/>
              <a:gd name="connsiteY43312" fmla="*/ 3709321 h 5143785"/>
              <a:gd name="connsiteX43313" fmla="*/ 1320260 w 3114960"/>
              <a:gd name="connsiteY43313" fmla="*/ 3661696 h 5143785"/>
              <a:gd name="connsiteX43314" fmla="*/ 1437703 w 3114960"/>
              <a:gd name="connsiteY43314" fmla="*/ 3661505 h 5143785"/>
              <a:gd name="connsiteX43315" fmla="*/ 1437703 w 3114960"/>
              <a:gd name="connsiteY43315" fmla="*/ 3665887 h 5143785"/>
              <a:gd name="connsiteX43316" fmla="*/ 1443228 w 3114960"/>
              <a:gd name="connsiteY43316" fmla="*/ 3671411 h 5143785"/>
              <a:gd name="connsiteX43317" fmla="*/ 1456658 w 3114960"/>
              <a:gd name="connsiteY43317" fmla="*/ 3671411 h 5143785"/>
              <a:gd name="connsiteX43318" fmla="*/ 1462183 w 3114960"/>
              <a:gd name="connsiteY43318" fmla="*/ 3665887 h 5143785"/>
              <a:gd name="connsiteX43319" fmla="*/ 1462183 w 3114960"/>
              <a:gd name="connsiteY43319" fmla="*/ 3652457 h 5143785"/>
              <a:gd name="connsiteX43320" fmla="*/ 1456658 w 3114960"/>
              <a:gd name="connsiteY43320" fmla="*/ 3646932 h 5143785"/>
              <a:gd name="connsiteX43321" fmla="*/ 1452277 w 3114960"/>
              <a:gd name="connsiteY43321" fmla="*/ 3646932 h 5143785"/>
              <a:gd name="connsiteX43322" fmla="*/ 1452944 w 3114960"/>
              <a:gd name="connsiteY43322" fmla="*/ 3567779 h 5143785"/>
              <a:gd name="connsiteX43323" fmla="*/ 1469136 w 3114960"/>
              <a:gd name="connsiteY43323" fmla="*/ 3548253 h 5143785"/>
              <a:gd name="connsiteX43324" fmla="*/ 1469612 w 3114960"/>
              <a:gd name="connsiteY43324" fmla="*/ 3465290 h 5143785"/>
              <a:gd name="connsiteX43325" fmla="*/ 1502950 w 3114960"/>
              <a:gd name="connsiteY43325" fmla="*/ 3426143 h 5143785"/>
              <a:gd name="connsiteX43326" fmla="*/ 1559338 w 3114960"/>
              <a:gd name="connsiteY43326" fmla="*/ 3425476 h 5143785"/>
              <a:gd name="connsiteX43327" fmla="*/ 1571149 w 3114960"/>
              <a:gd name="connsiteY43327" fmla="*/ 3432524 h 5143785"/>
              <a:gd name="connsiteX43328" fmla="*/ 1584579 w 3114960"/>
              <a:gd name="connsiteY43328" fmla="*/ 3421285 h 5143785"/>
              <a:gd name="connsiteX43329" fmla="*/ 1587627 w 3114960"/>
              <a:gd name="connsiteY43329" fmla="*/ 3421285 h 5143785"/>
              <a:gd name="connsiteX43330" fmla="*/ 1587627 w 3114960"/>
              <a:gd name="connsiteY43330" fmla="*/ 3416522 h 5143785"/>
              <a:gd name="connsiteX43331" fmla="*/ 1584579 w 3114960"/>
              <a:gd name="connsiteY43331" fmla="*/ 3416522 h 5143785"/>
              <a:gd name="connsiteX43332" fmla="*/ 1571149 w 3114960"/>
              <a:gd name="connsiteY43332" fmla="*/ 3405283 h 5143785"/>
              <a:gd name="connsiteX43333" fmla="*/ 1559052 w 3114960"/>
              <a:gd name="connsiteY43333" fmla="*/ 3412808 h 5143785"/>
              <a:gd name="connsiteX43334" fmla="*/ 1502283 w 3114960"/>
              <a:gd name="connsiteY43334" fmla="*/ 3412808 h 5143785"/>
              <a:gd name="connsiteX43335" fmla="*/ 1467612 w 3114960"/>
              <a:gd name="connsiteY43335" fmla="*/ 3372041 h 5143785"/>
              <a:gd name="connsiteX43336" fmla="*/ 1466945 w 3114960"/>
              <a:gd name="connsiteY43336" fmla="*/ 3263170 h 5143785"/>
              <a:gd name="connsiteX43337" fmla="*/ 1447610 w 3114960"/>
              <a:gd name="connsiteY43337" fmla="*/ 3241548 h 5143785"/>
              <a:gd name="connsiteX43338" fmla="*/ 1447419 w 3114960"/>
              <a:gd name="connsiteY43338" fmla="*/ 3212878 h 5143785"/>
              <a:gd name="connsiteX43339" fmla="*/ 1456658 w 3114960"/>
              <a:gd name="connsiteY43339" fmla="*/ 3201734 h 5143785"/>
              <a:gd name="connsiteX43340" fmla="*/ 1445038 w 3114960"/>
              <a:gd name="connsiteY43340" fmla="*/ 3190113 h 5143785"/>
              <a:gd name="connsiteX43341" fmla="*/ 1433417 w 3114960"/>
              <a:gd name="connsiteY43341" fmla="*/ 3201734 h 5143785"/>
              <a:gd name="connsiteX43342" fmla="*/ 1442657 w 3114960"/>
              <a:gd name="connsiteY43342" fmla="*/ 3212878 h 5143785"/>
              <a:gd name="connsiteX43343" fmla="*/ 1442847 w 3114960"/>
              <a:gd name="connsiteY43343" fmla="*/ 3243358 h 5143785"/>
              <a:gd name="connsiteX43344" fmla="*/ 1462183 w 3114960"/>
              <a:gd name="connsiteY43344" fmla="*/ 3264980 h 5143785"/>
              <a:gd name="connsiteX43345" fmla="*/ 1462850 w 3114960"/>
              <a:gd name="connsiteY43345" fmla="*/ 3373850 h 5143785"/>
              <a:gd name="connsiteX43346" fmla="*/ 1500092 w 3114960"/>
              <a:gd name="connsiteY43346" fmla="*/ 3417570 h 5143785"/>
              <a:gd name="connsiteX43347" fmla="*/ 1557623 w 3114960"/>
              <a:gd name="connsiteY43347" fmla="*/ 3417570 h 5143785"/>
              <a:gd name="connsiteX43348" fmla="*/ 1557528 w 3114960"/>
              <a:gd name="connsiteY43348" fmla="*/ 3418904 h 5143785"/>
              <a:gd name="connsiteX43349" fmla="*/ 1557719 w 3114960"/>
              <a:gd name="connsiteY43349" fmla="*/ 3420809 h 5143785"/>
              <a:gd name="connsiteX43350" fmla="*/ 1500759 w 3114960"/>
              <a:gd name="connsiteY43350" fmla="*/ 3421475 h 5143785"/>
              <a:gd name="connsiteX43351" fmla="*/ 1464850 w 3114960"/>
              <a:gd name="connsiteY43351" fmla="*/ 3463671 h 5143785"/>
              <a:gd name="connsiteX43352" fmla="*/ 1464374 w 3114960"/>
              <a:gd name="connsiteY43352" fmla="*/ 3546634 h 5143785"/>
              <a:gd name="connsiteX43353" fmla="*/ 1448181 w 3114960"/>
              <a:gd name="connsiteY43353" fmla="*/ 3566065 h 5143785"/>
              <a:gd name="connsiteX43354" fmla="*/ 1447514 w 3114960"/>
              <a:gd name="connsiteY43354" fmla="*/ 3647027 h 5143785"/>
              <a:gd name="connsiteX43355" fmla="*/ 1443323 w 3114960"/>
              <a:gd name="connsiteY43355" fmla="*/ 3647027 h 5143785"/>
              <a:gd name="connsiteX43356" fmla="*/ 1437799 w 3114960"/>
              <a:gd name="connsiteY43356" fmla="*/ 3652552 h 5143785"/>
              <a:gd name="connsiteX43357" fmla="*/ 1437799 w 3114960"/>
              <a:gd name="connsiteY43357" fmla="*/ 3656838 h 5143785"/>
              <a:gd name="connsiteX43358" fmla="*/ 1318736 w 3114960"/>
              <a:gd name="connsiteY43358" fmla="*/ 3657029 h 5143785"/>
              <a:gd name="connsiteX43359" fmla="*/ 1258634 w 3114960"/>
              <a:gd name="connsiteY43359" fmla="*/ 3704654 h 5143785"/>
              <a:gd name="connsiteX43360" fmla="*/ 1181672 w 3114960"/>
              <a:gd name="connsiteY43360" fmla="*/ 3713988 h 5143785"/>
              <a:gd name="connsiteX43361" fmla="*/ 1174052 w 3114960"/>
              <a:gd name="connsiteY43361" fmla="*/ 3709702 h 5143785"/>
              <a:gd name="connsiteX43362" fmla="*/ 1178338 w 3114960"/>
              <a:gd name="connsiteY43362" fmla="*/ 3702082 h 5143785"/>
              <a:gd name="connsiteX43363" fmla="*/ 1180052 w 3114960"/>
              <a:gd name="connsiteY43363" fmla="*/ 3701796 h 5143785"/>
              <a:gd name="connsiteX43364" fmla="*/ 1185958 w 3114960"/>
              <a:gd name="connsiteY43364" fmla="*/ 3706273 h 5143785"/>
              <a:gd name="connsiteX43365" fmla="*/ 1181672 w 3114960"/>
              <a:gd name="connsiteY43365" fmla="*/ 3713893 h 5143785"/>
              <a:gd name="connsiteX43366" fmla="*/ 1570958 w 3114960"/>
              <a:gd name="connsiteY43366" fmla="*/ 3409950 h 5143785"/>
              <a:gd name="connsiteX43367" fmla="*/ 1579817 w 3114960"/>
              <a:gd name="connsiteY43367" fmla="*/ 3418809 h 5143785"/>
              <a:gd name="connsiteX43368" fmla="*/ 1570958 w 3114960"/>
              <a:gd name="connsiteY43368" fmla="*/ 3427667 h 5143785"/>
              <a:gd name="connsiteX43369" fmla="*/ 1562100 w 3114960"/>
              <a:gd name="connsiteY43369" fmla="*/ 3418809 h 5143785"/>
              <a:gd name="connsiteX43370" fmla="*/ 1570958 w 3114960"/>
              <a:gd name="connsiteY43370" fmla="*/ 3409950 h 5143785"/>
              <a:gd name="connsiteX43371" fmla="*/ 1438085 w 3114960"/>
              <a:gd name="connsiteY43371" fmla="*/ 3201543 h 5143785"/>
              <a:gd name="connsiteX43372" fmla="*/ 1444943 w 3114960"/>
              <a:gd name="connsiteY43372" fmla="*/ 3194685 h 5143785"/>
              <a:gd name="connsiteX43373" fmla="*/ 1451801 w 3114960"/>
              <a:gd name="connsiteY43373" fmla="*/ 3201543 h 5143785"/>
              <a:gd name="connsiteX43374" fmla="*/ 1444943 w 3114960"/>
              <a:gd name="connsiteY43374" fmla="*/ 3208401 h 5143785"/>
              <a:gd name="connsiteX43375" fmla="*/ 1438085 w 3114960"/>
              <a:gd name="connsiteY43375" fmla="*/ 3201543 h 5143785"/>
              <a:gd name="connsiteX43376" fmla="*/ 1442276 w 3114960"/>
              <a:gd name="connsiteY43376" fmla="*/ 3652361 h 5143785"/>
              <a:gd name="connsiteX43377" fmla="*/ 1443038 w 3114960"/>
              <a:gd name="connsiteY43377" fmla="*/ 3651599 h 5143785"/>
              <a:gd name="connsiteX43378" fmla="*/ 1456468 w 3114960"/>
              <a:gd name="connsiteY43378" fmla="*/ 3651599 h 5143785"/>
              <a:gd name="connsiteX43379" fmla="*/ 1457230 w 3114960"/>
              <a:gd name="connsiteY43379" fmla="*/ 3652361 h 5143785"/>
              <a:gd name="connsiteX43380" fmla="*/ 1457230 w 3114960"/>
              <a:gd name="connsiteY43380" fmla="*/ 3665792 h 5143785"/>
              <a:gd name="connsiteX43381" fmla="*/ 1456468 w 3114960"/>
              <a:gd name="connsiteY43381" fmla="*/ 3666554 h 5143785"/>
              <a:gd name="connsiteX43382" fmla="*/ 1443038 w 3114960"/>
              <a:gd name="connsiteY43382" fmla="*/ 3666554 h 5143785"/>
              <a:gd name="connsiteX43383" fmla="*/ 1442276 w 3114960"/>
              <a:gd name="connsiteY43383" fmla="*/ 3665792 h 5143785"/>
              <a:gd name="connsiteX43384" fmla="*/ 1442276 w 3114960"/>
              <a:gd name="connsiteY43384" fmla="*/ 3652361 h 5143785"/>
              <a:gd name="connsiteX43385" fmla="*/ 1627537 w 3114960"/>
              <a:gd name="connsiteY43385" fmla="*/ 3421190 h 5143785"/>
              <a:gd name="connsiteX43386" fmla="*/ 1617536 w 3114960"/>
              <a:gd name="connsiteY43386" fmla="*/ 3421190 h 5143785"/>
              <a:gd name="connsiteX43387" fmla="*/ 1617536 w 3114960"/>
              <a:gd name="connsiteY43387" fmla="*/ 3416427 h 5143785"/>
              <a:gd name="connsiteX43388" fmla="*/ 1627537 w 3114960"/>
              <a:gd name="connsiteY43388" fmla="*/ 3416427 h 5143785"/>
              <a:gd name="connsiteX43389" fmla="*/ 1627537 w 3114960"/>
              <a:gd name="connsiteY43389" fmla="*/ 3421190 h 5143785"/>
              <a:gd name="connsiteX43390" fmla="*/ 517017 w 3114960"/>
              <a:gd name="connsiteY43390" fmla="*/ 863727 h 5143785"/>
              <a:gd name="connsiteX43391" fmla="*/ 529685 w 3114960"/>
              <a:gd name="connsiteY43391" fmla="*/ 863727 h 5143785"/>
              <a:gd name="connsiteX43392" fmla="*/ 534162 w 3114960"/>
              <a:gd name="connsiteY43392" fmla="*/ 859250 h 5143785"/>
              <a:gd name="connsiteX43393" fmla="*/ 534162 w 3114960"/>
              <a:gd name="connsiteY43393" fmla="*/ 846582 h 5143785"/>
              <a:gd name="connsiteX43394" fmla="*/ 529685 w 3114960"/>
              <a:gd name="connsiteY43394" fmla="*/ 842105 h 5143785"/>
              <a:gd name="connsiteX43395" fmla="*/ 517017 w 3114960"/>
              <a:gd name="connsiteY43395" fmla="*/ 842105 h 5143785"/>
              <a:gd name="connsiteX43396" fmla="*/ 512540 w 3114960"/>
              <a:gd name="connsiteY43396" fmla="*/ 846582 h 5143785"/>
              <a:gd name="connsiteX43397" fmla="*/ 512540 w 3114960"/>
              <a:gd name="connsiteY43397" fmla="*/ 852392 h 5143785"/>
              <a:gd name="connsiteX43398" fmla="*/ 512540 w 3114960"/>
              <a:gd name="connsiteY43398" fmla="*/ 850487 h 5143785"/>
              <a:gd name="connsiteX43399" fmla="*/ 489109 w 3114960"/>
              <a:gd name="connsiteY43399" fmla="*/ 850487 h 5143785"/>
              <a:gd name="connsiteX43400" fmla="*/ 416338 w 3114960"/>
              <a:gd name="connsiteY43400" fmla="*/ 916877 h 5143785"/>
              <a:gd name="connsiteX43401" fmla="*/ 332232 w 3114960"/>
              <a:gd name="connsiteY43401" fmla="*/ 916305 h 5143785"/>
              <a:gd name="connsiteX43402" fmla="*/ 309277 w 3114960"/>
              <a:gd name="connsiteY43402" fmla="*/ 897922 h 5143785"/>
              <a:gd name="connsiteX43403" fmla="*/ 228314 w 3114960"/>
              <a:gd name="connsiteY43403" fmla="*/ 898208 h 5143785"/>
              <a:gd name="connsiteX43404" fmla="*/ 208121 w 3114960"/>
              <a:gd name="connsiteY43404" fmla="*/ 914019 h 5143785"/>
              <a:gd name="connsiteX43405" fmla="*/ 201740 w 3114960"/>
              <a:gd name="connsiteY43405" fmla="*/ 910876 h 5143785"/>
              <a:gd name="connsiteX43406" fmla="*/ 192310 w 3114960"/>
              <a:gd name="connsiteY43406" fmla="*/ 913257 h 5143785"/>
              <a:gd name="connsiteX43407" fmla="*/ 188786 w 3114960"/>
              <a:gd name="connsiteY43407" fmla="*/ 917448 h 5143785"/>
              <a:gd name="connsiteX43408" fmla="*/ 181547 w 3114960"/>
              <a:gd name="connsiteY43408" fmla="*/ 909733 h 5143785"/>
              <a:gd name="connsiteX43409" fmla="*/ 64770 w 3114960"/>
              <a:gd name="connsiteY43409" fmla="*/ 909733 h 5143785"/>
              <a:gd name="connsiteX43410" fmla="*/ 56293 w 3114960"/>
              <a:gd name="connsiteY43410" fmla="*/ 901922 h 5143785"/>
              <a:gd name="connsiteX43411" fmla="*/ 44672 w 3114960"/>
              <a:gd name="connsiteY43411" fmla="*/ 910685 h 5143785"/>
              <a:gd name="connsiteX43412" fmla="*/ 53435 w 3114960"/>
              <a:gd name="connsiteY43412" fmla="*/ 922306 h 5143785"/>
              <a:gd name="connsiteX43413" fmla="*/ 64770 w 3114960"/>
              <a:gd name="connsiteY43413" fmla="*/ 914495 h 5143785"/>
              <a:gd name="connsiteX43414" fmla="*/ 179642 w 3114960"/>
              <a:gd name="connsiteY43414" fmla="*/ 914495 h 5143785"/>
              <a:gd name="connsiteX43415" fmla="*/ 187452 w 3114960"/>
              <a:gd name="connsiteY43415" fmla="*/ 922877 h 5143785"/>
              <a:gd name="connsiteX43416" fmla="*/ 198215 w 3114960"/>
              <a:gd name="connsiteY43416" fmla="*/ 935927 h 5143785"/>
              <a:gd name="connsiteX43417" fmla="*/ 200025 w 3114960"/>
              <a:gd name="connsiteY43417" fmla="*/ 936022 h 5143785"/>
              <a:gd name="connsiteX43418" fmla="*/ 207550 w 3114960"/>
              <a:gd name="connsiteY43418" fmla="*/ 933450 h 5143785"/>
              <a:gd name="connsiteX43419" fmla="*/ 212503 w 3114960"/>
              <a:gd name="connsiteY43419" fmla="*/ 925068 h 5143785"/>
              <a:gd name="connsiteX43420" fmla="*/ 211074 w 3114960"/>
              <a:gd name="connsiteY43420" fmla="*/ 917639 h 5143785"/>
              <a:gd name="connsiteX43421" fmla="*/ 229933 w 3114960"/>
              <a:gd name="connsiteY43421" fmla="*/ 902875 h 5143785"/>
              <a:gd name="connsiteX43422" fmla="*/ 307562 w 3114960"/>
              <a:gd name="connsiteY43422" fmla="*/ 902589 h 5143785"/>
              <a:gd name="connsiteX43423" fmla="*/ 330518 w 3114960"/>
              <a:gd name="connsiteY43423" fmla="*/ 920972 h 5143785"/>
              <a:gd name="connsiteX43424" fmla="*/ 418148 w 3114960"/>
              <a:gd name="connsiteY43424" fmla="*/ 921544 h 5143785"/>
              <a:gd name="connsiteX43425" fmla="*/ 490919 w 3114960"/>
              <a:gd name="connsiteY43425" fmla="*/ 855154 h 5143785"/>
              <a:gd name="connsiteX43426" fmla="*/ 512540 w 3114960"/>
              <a:gd name="connsiteY43426" fmla="*/ 855154 h 5143785"/>
              <a:gd name="connsiteX43427" fmla="*/ 512540 w 3114960"/>
              <a:gd name="connsiteY43427" fmla="*/ 859060 h 5143785"/>
              <a:gd name="connsiteX43428" fmla="*/ 517017 w 3114960"/>
              <a:gd name="connsiteY43428" fmla="*/ 863537 h 5143785"/>
              <a:gd name="connsiteX43429" fmla="*/ 204692 w 3114960"/>
              <a:gd name="connsiteY43429" fmla="*/ 929831 h 5143785"/>
              <a:gd name="connsiteX43430" fmla="*/ 198882 w 3114960"/>
              <a:gd name="connsiteY43430" fmla="*/ 931354 h 5143785"/>
              <a:gd name="connsiteX43431" fmla="*/ 192215 w 3114960"/>
              <a:gd name="connsiteY43431" fmla="*/ 922401 h 5143785"/>
              <a:gd name="connsiteX43432" fmla="*/ 195263 w 3114960"/>
              <a:gd name="connsiteY43432" fmla="*/ 917162 h 5143785"/>
              <a:gd name="connsiteX43433" fmla="*/ 200025 w 3114960"/>
              <a:gd name="connsiteY43433" fmla="*/ 915543 h 5143785"/>
              <a:gd name="connsiteX43434" fmla="*/ 201168 w 3114960"/>
              <a:gd name="connsiteY43434" fmla="*/ 915543 h 5143785"/>
              <a:gd name="connsiteX43435" fmla="*/ 206407 w 3114960"/>
              <a:gd name="connsiteY43435" fmla="*/ 918591 h 5143785"/>
              <a:gd name="connsiteX43436" fmla="*/ 207931 w 3114960"/>
              <a:gd name="connsiteY43436" fmla="*/ 924497 h 5143785"/>
              <a:gd name="connsiteX43437" fmla="*/ 204883 w 3114960"/>
              <a:gd name="connsiteY43437" fmla="*/ 929735 h 5143785"/>
              <a:gd name="connsiteX43438" fmla="*/ 266891 w 3114960"/>
              <a:gd name="connsiteY43438" fmla="*/ 3098197 h 5143785"/>
              <a:gd name="connsiteX43439" fmla="*/ 296513 w 3114960"/>
              <a:gd name="connsiteY43439" fmla="*/ 3098197 h 5143785"/>
              <a:gd name="connsiteX43440" fmla="*/ 299657 w 3114960"/>
              <a:gd name="connsiteY43440" fmla="*/ 3095054 h 5143785"/>
              <a:gd name="connsiteX43441" fmla="*/ 299657 w 3114960"/>
              <a:gd name="connsiteY43441" fmla="*/ 3065431 h 5143785"/>
              <a:gd name="connsiteX43442" fmla="*/ 296513 w 3114960"/>
              <a:gd name="connsiteY43442" fmla="*/ 3062288 h 5143785"/>
              <a:gd name="connsiteX43443" fmla="*/ 266891 w 3114960"/>
              <a:gd name="connsiteY43443" fmla="*/ 3062288 h 5143785"/>
              <a:gd name="connsiteX43444" fmla="*/ 263747 w 3114960"/>
              <a:gd name="connsiteY43444" fmla="*/ 3065431 h 5143785"/>
              <a:gd name="connsiteX43445" fmla="*/ 263747 w 3114960"/>
              <a:gd name="connsiteY43445" fmla="*/ 3068288 h 5143785"/>
              <a:gd name="connsiteX43446" fmla="*/ 80963 w 3114960"/>
              <a:gd name="connsiteY43446" fmla="*/ 3068288 h 5143785"/>
              <a:gd name="connsiteX43447" fmla="*/ 27813 w 3114960"/>
              <a:gd name="connsiteY43447" fmla="*/ 3013424 h 5143785"/>
              <a:gd name="connsiteX43448" fmla="*/ 27432 w 3114960"/>
              <a:gd name="connsiteY43448" fmla="*/ 3013043 h 5143785"/>
              <a:gd name="connsiteX43449" fmla="*/ 95 w 3114960"/>
              <a:gd name="connsiteY43449" fmla="*/ 3013043 h 5143785"/>
              <a:gd name="connsiteX43450" fmla="*/ 95 w 3114960"/>
              <a:gd name="connsiteY43450" fmla="*/ 3015425 h 5143785"/>
              <a:gd name="connsiteX43451" fmla="*/ 26480 w 3114960"/>
              <a:gd name="connsiteY43451" fmla="*/ 3015425 h 5143785"/>
              <a:gd name="connsiteX43452" fmla="*/ 79629 w 3114960"/>
              <a:gd name="connsiteY43452" fmla="*/ 3070288 h 5143785"/>
              <a:gd name="connsiteX43453" fmla="*/ 80010 w 3114960"/>
              <a:gd name="connsiteY43453" fmla="*/ 3070670 h 5143785"/>
              <a:gd name="connsiteX43454" fmla="*/ 219361 w 3114960"/>
              <a:gd name="connsiteY43454" fmla="*/ 3070670 h 5143785"/>
              <a:gd name="connsiteX43455" fmla="*/ 263747 w 3114960"/>
              <a:gd name="connsiteY43455" fmla="*/ 3116675 h 5143785"/>
              <a:gd name="connsiteX43456" fmla="*/ 263747 w 3114960"/>
              <a:gd name="connsiteY43456" fmla="*/ 3145822 h 5143785"/>
              <a:gd name="connsiteX43457" fmla="*/ 266891 w 3114960"/>
              <a:gd name="connsiteY43457" fmla="*/ 3148965 h 5143785"/>
              <a:gd name="connsiteX43458" fmla="*/ 296513 w 3114960"/>
              <a:gd name="connsiteY43458" fmla="*/ 3148965 h 5143785"/>
              <a:gd name="connsiteX43459" fmla="*/ 299657 w 3114960"/>
              <a:gd name="connsiteY43459" fmla="*/ 3145822 h 5143785"/>
              <a:gd name="connsiteX43460" fmla="*/ 299657 w 3114960"/>
              <a:gd name="connsiteY43460" fmla="*/ 3116199 h 5143785"/>
              <a:gd name="connsiteX43461" fmla="*/ 296513 w 3114960"/>
              <a:gd name="connsiteY43461" fmla="*/ 3113056 h 5143785"/>
              <a:gd name="connsiteX43462" fmla="*/ 266891 w 3114960"/>
              <a:gd name="connsiteY43462" fmla="*/ 3113056 h 5143785"/>
              <a:gd name="connsiteX43463" fmla="*/ 264605 w 3114960"/>
              <a:gd name="connsiteY43463" fmla="*/ 3114199 h 5143785"/>
              <a:gd name="connsiteX43464" fmla="*/ 222695 w 3114960"/>
              <a:gd name="connsiteY43464" fmla="*/ 3070765 h 5143785"/>
              <a:gd name="connsiteX43465" fmla="*/ 263747 w 3114960"/>
              <a:gd name="connsiteY43465" fmla="*/ 3070765 h 5143785"/>
              <a:gd name="connsiteX43466" fmla="*/ 263747 w 3114960"/>
              <a:gd name="connsiteY43466" fmla="*/ 3095149 h 5143785"/>
              <a:gd name="connsiteX43467" fmla="*/ 266891 w 3114960"/>
              <a:gd name="connsiteY43467" fmla="*/ 3098292 h 5143785"/>
              <a:gd name="connsiteX43468" fmla="*/ 266129 w 3114960"/>
              <a:gd name="connsiteY43468" fmla="*/ 3065431 h 5143785"/>
              <a:gd name="connsiteX43469" fmla="*/ 266891 w 3114960"/>
              <a:gd name="connsiteY43469" fmla="*/ 3064669 h 5143785"/>
              <a:gd name="connsiteX43470" fmla="*/ 296513 w 3114960"/>
              <a:gd name="connsiteY43470" fmla="*/ 3064669 h 5143785"/>
              <a:gd name="connsiteX43471" fmla="*/ 297275 w 3114960"/>
              <a:gd name="connsiteY43471" fmla="*/ 3065431 h 5143785"/>
              <a:gd name="connsiteX43472" fmla="*/ 297275 w 3114960"/>
              <a:gd name="connsiteY43472" fmla="*/ 3095054 h 5143785"/>
              <a:gd name="connsiteX43473" fmla="*/ 296513 w 3114960"/>
              <a:gd name="connsiteY43473" fmla="*/ 3095816 h 5143785"/>
              <a:gd name="connsiteX43474" fmla="*/ 266891 w 3114960"/>
              <a:gd name="connsiteY43474" fmla="*/ 3095816 h 5143785"/>
              <a:gd name="connsiteX43475" fmla="*/ 266129 w 3114960"/>
              <a:gd name="connsiteY43475" fmla="*/ 3095054 h 5143785"/>
              <a:gd name="connsiteX43476" fmla="*/ 266129 w 3114960"/>
              <a:gd name="connsiteY43476" fmla="*/ 3065431 h 5143785"/>
              <a:gd name="connsiteX43477" fmla="*/ 266129 w 3114960"/>
              <a:gd name="connsiteY43477" fmla="*/ 3116104 h 5143785"/>
              <a:gd name="connsiteX43478" fmla="*/ 266891 w 3114960"/>
              <a:gd name="connsiteY43478" fmla="*/ 3115342 h 5143785"/>
              <a:gd name="connsiteX43479" fmla="*/ 296513 w 3114960"/>
              <a:gd name="connsiteY43479" fmla="*/ 3115342 h 5143785"/>
              <a:gd name="connsiteX43480" fmla="*/ 297275 w 3114960"/>
              <a:gd name="connsiteY43480" fmla="*/ 3116104 h 5143785"/>
              <a:gd name="connsiteX43481" fmla="*/ 297275 w 3114960"/>
              <a:gd name="connsiteY43481" fmla="*/ 3145727 h 5143785"/>
              <a:gd name="connsiteX43482" fmla="*/ 296513 w 3114960"/>
              <a:gd name="connsiteY43482" fmla="*/ 3146488 h 5143785"/>
              <a:gd name="connsiteX43483" fmla="*/ 266891 w 3114960"/>
              <a:gd name="connsiteY43483" fmla="*/ 3146488 h 5143785"/>
              <a:gd name="connsiteX43484" fmla="*/ 266129 w 3114960"/>
              <a:gd name="connsiteY43484" fmla="*/ 3145727 h 5143785"/>
              <a:gd name="connsiteX43485" fmla="*/ 266129 w 3114960"/>
              <a:gd name="connsiteY43485" fmla="*/ 3116104 h 5143785"/>
              <a:gd name="connsiteX43486" fmla="*/ 95 w 3114960"/>
              <a:gd name="connsiteY43486" fmla="*/ 948119 h 5143785"/>
              <a:gd name="connsiteX43487" fmla="*/ 146304 w 3114960"/>
              <a:gd name="connsiteY43487" fmla="*/ 948119 h 5143785"/>
              <a:gd name="connsiteX43488" fmla="*/ 169545 w 3114960"/>
              <a:gd name="connsiteY43488" fmla="*/ 974217 h 5143785"/>
              <a:gd name="connsiteX43489" fmla="*/ 184404 w 3114960"/>
              <a:gd name="connsiteY43489" fmla="*/ 974217 h 5143785"/>
              <a:gd name="connsiteX43490" fmla="*/ 186595 w 3114960"/>
              <a:gd name="connsiteY43490" fmla="*/ 979456 h 5143785"/>
              <a:gd name="connsiteX43491" fmla="*/ 194977 w 3114960"/>
              <a:gd name="connsiteY43491" fmla="*/ 984409 h 5143785"/>
              <a:gd name="connsiteX43492" fmla="*/ 196787 w 3114960"/>
              <a:gd name="connsiteY43492" fmla="*/ 984504 h 5143785"/>
              <a:gd name="connsiteX43493" fmla="*/ 204311 w 3114960"/>
              <a:gd name="connsiteY43493" fmla="*/ 981932 h 5143785"/>
              <a:gd name="connsiteX43494" fmla="*/ 209264 w 3114960"/>
              <a:gd name="connsiteY43494" fmla="*/ 973550 h 5143785"/>
              <a:gd name="connsiteX43495" fmla="*/ 207455 w 3114960"/>
              <a:gd name="connsiteY43495" fmla="*/ 965359 h 5143785"/>
              <a:gd name="connsiteX43496" fmla="*/ 232124 w 3114960"/>
              <a:gd name="connsiteY43496" fmla="*/ 944690 h 5143785"/>
              <a:gd name="connsiteX43497" fmla="*/ 311182 w 3114960"/>
              <a:gd name="connsiteY43497" fmla="*/ 944690 h 5143785"/>
              <a:gd name="connsiteX43498" fmla="*/ 333470 w 3114960"/>
              <a:gd name="connsiteY43498" fmla="*/ 962597 h 5143785"/>
              <a:gd name="connsiteX43499" fmla="*/ 429387 w 3114960"/>
              <a:gd name="connsiteY43499" fmla="*/ 962597 h 5143785"/>
              <a:gd name="connsiteX43500" fmla="*/ 490919 w 3114960"/>
              <a:gd name="connsiteY43500" fmla="*/ 903161 h 5143785"/>
              <a:gd name="connsiteX43501" fmla="*/ 510159 w 3114960"/>
              <a:gd name="connsiteY43501" fmla="*/ 903161 h 5143785"/>
              <a:gd name="connsiteX43502" fmla="*/ 510159 w 3114960"/>
              <a:gd name="connsiteY43502" fmla="*/ 907066 h 5143785"/>
              <a:gd name="connsiteX43503" fmla="*/ 517017 w 3114960"/>
              <a:gd name="connsiteY43503" fmla="*/ 913924 h 5143785"/>
              <a:gd name="connsiteX43504" fmla="*/ 529685 w 3114960"/>
              <a:gd name="connsiteY43504" fmla="*/ 913924 h 5143785"/>
              <a:gd name="connsiteX43505" fmla="*/ 536543 w 3114960"/>
              <a:gd name="connsiteY43505" fmla="*/ 907066 h 5143785"/>
              <a:gd name="connsiteX43506" fmla="*/ 536543 w 3114960"/>
              <a:gd name="connsiteY43506" fmla="*/ 894398 h 5143785"/>
              <a:gd name="connsiteX43507" fmla="*/ 529685 w 3114960"/>
              <a:gd name="connsiteY43507" fmla="*/ 887540 h 5143785"/>
              <a:gd name="connsiteX43508" fmla="*/ 517017 w 3114960"/>
              <a:gd name="connsiteY43508" fmla="*/ 887540 h 5143785"/>
              <a:gd name="connsiteX43509" fmla="*/ 510159 w 3114960"/>
              <a:gd name="connsiteY43509" fmla="*/ 894398 h 5143785"/>
              <a:gd name="connsiteX43510" fmla="*/ 510159 w 3114960"/>
              <a:gd name="connsiteY43510" fmla="*/ 898398 h 5143785"/>
              <a:gd name="connsiteX43511" fmla="*/ 489014 w 3114960"/>
              <a:gd name="connsiteY43511" fmla="*/ 898398 h 5143785"/>
              <a:gd name="connsiteX43512" fmla="*/ 427482 w 3114960"/>
              <a:gd name="connsiteY43512" fmla="*/ 957834 h 5143785"/>
              <a:gd name="connsiteX43513" fmla="*/ 335185 w 3114960"/>
              <a:gd name="connsiteY43513" fmla="*/ 957834 h 5143785"/>
              <a:gd name="connsiteX43514" fmla="*/ 312896 w 3114960"/>
              <a:gd name="connsiteY43514" fmla="*/ 940022 h 5143785"/>
              <a:gd name="connsiteX43515" fmla="*/ 230410 w 3114960"/>
              <a:gd name="connsiteY43515" fmla="*/ 940022 h 5143785"/>
              <a:gd name="connsiteX43516" fmla="*/ 204311 w 3114960"/>
              <a:gd name="connsiteY43516" fmla="*/ 961835 h 5143785"/>
              <a:gd name="connsiteX43517" fmla="*/ 198596 w 3114960"/>
              <a:gd name="connsiteY43517" fmla="*/ 959263 h 5143785"/>
              <a:gd name="connsiteX43518" fmla="*/ 189167 w 3114960"/>
              <a:gd name="connsiteY43518" fmla="*/ 961644 h 5143785"/>
              <a:gd name="connsiteX43519" fmla="*/ 184404 w 3114960"/>
              <a:gd name="connsiteY43519" fmla="*/ 969359 h 5143785"/>
              <a:gd name="connsiteX43520" fmla="*/ 171641 w 3114960"/>
              <a:gd name="connsiteY43520" fmla="*/ 969359 h 5143785"/>
              <a:gd name="connsiteX43521" fmla="*/ 148400 w 3114960"/>
              <a:gd name="connsiteY43521" fmla="*/ 943261 h 5143785"/>
              <a:gd name="connsiteX43522" fmla="*/ 95 w 3114960"/>
              <a:gd name="connsiteY43522" fmla="*/ 943261 h 5143785"/>
              <a:gd name="connsiteX43523" fmla="*/ 95 w 3114960"/>
              <a:gd name="connsiteY43523" fmla="*/ 948023 h 5143785"/>
              <a:gd name="connsiteX43524" fmla="*/ 514922 w 3114960"/>
              <a:gd name="connsiteY43524" fmla="*/ 894398 h 5143785"/>
              <a:gd name="connsiteX43525" fmla="*/ 517017 w 3114960"/>
              <a:gd name="connsiteY43525" fmla="*/ 892302 h 5143785"/>
              <a:gd name="connsiteX43526" fmla="*/ 529685 w 3114960"/>
              <a:gd name="connsiteY43526" fmla="*/ 892302 h 5143785"/>
              <a:gd name="connsiteX43527" fmla="*/ 531781 w 3114960"/>
              <a:gd name="connsiteY43527" fmla="*/ 894398 h 5143785"/>
              <a:gd name="connsiteX43528" fmla="*/ 531781 w 3114960"/>
              <a:gd name="connsiteY43528" fmla="*/ 907066 h 5143785"/>
              <a:gd name="connsiteX43529" fmla="*/ 529685 w 3114960"/>
              <a:gd name="connsiteY43529" fmla="*/ 909161 h 5143785"/>
              <a:gd name="connsiteX43530" fmla="*/ 517017 w 3114960"/>
              <a:gd name="connsiteY43530" fmla="*/ 909161 h 5143785"/>
              <a:gd name="connsiteX43531" fmla="*/ 514922 w 3114960"/>
              <a:gd name="connsiteY43531" fmla="*/ 907066 h 5143785"/>
              <a:gd name="connsiteX43532" fmla="*/ 514922 w 3114960"/>
              <a:gd name="connsiteY43532" fmla="*/ 894398 h 5143785"/>
              <a:gd name="connsiteX43533" fmla="*/ 192119 w 3114960"/>
              <a:gd name="connsiteY43533" fmla="*/ 965454 h 5143785"/>
              <a:gd name="connsiteX43534" fmla="*/ 196882 w 3114960"/>
              <a:gd name="connsiteY43534" fmla="*/ 963835 h 5143785"/>
              <a:gd name="connsiteX43535" fmla="*/ 198025 w 3114960"/>
              <a:gd name="connsiteY43535" fmla="*/ 963835 h 5143785"/>
              <a:gd name="connsiteX43536" fmla="*/ 203264 w 3114960"/>
              <a:gd name="connsiteY43536" fmla="*/ 966883 h 5143785"/>
              <a:gd name="connsiteX43537" fmla="*/ 204788 w 3114960"/>
              <a:gd name="connsiteY43537" fmla="*/ 972693 h 5143785"/>
              <a:gd name="connsiteX43538" fmla="*/ 201740 w 3114960"/>
              <a:gd name="connsiteY43538" fmla="*/ 977932 h 5143785"/>
              <a:gd name="connsiteX43539" fmla="*/ 195929 w 3114960"/>
              <a:gd name="connsiteY43539" fmla="*/ 979456 h 5143785"/>
              <a:gd name="connsiteX43540" fmla="*/ 190691 w 3114960"/>
              <a:gd name="connsiteY43540" fmla="*/ 976408 h 5143785"/>
              <a:gd name="connsiteX43541" fmla="*/ 189167 w 3114960"/>
              <a:gd name="connsiteY43541" fmla="*/ 970598 h 5143785"/>
              <a:gd name="connsiteX43542" fmla="*/ 192215 w 3114960"/>
              <a:gd name="connsiteY43542" fmla="*/ 965359 h 5143785"/>
              <a:gd name="connsiteX43543" fmla="*/ 175641 w 3114960"/>
              <a:gd name="connsiteY43543" fmla="*/ 3267742 h 5143785"/>
              <a:gd name="connsiteX43544" fmla="*/ 175165 w 3114960"/>
              <a:gd name="connsiteY43544" fmla="*/ 3430905 h 5143785"/>
              <a:gd name="connsiteX43545" fmla="*/ 192310 w 3114960"/>
              <a:gd name="connsiteY43545" fmla="*/ 3449384 h 5143785"/>
              <a:gd name="connsiteX43546" fmla="*/ 331280 w 3114960"/>
              <a:gd name="connsiteY43546" fmla="*/ 3449384 h 5143785"/>
              <a:gd name="connsiteX43547" fmla="*/ 331280 w 3114960"/>
              <a:gd name="connsiteY43547" fmla="*/ 3454146 h 5143785"/>
              <a:gd name="connsiteX43548" fmla="*/ 190214 w 3114960"/>
              <a:gd name="connsiteY43548" fmla="*/ 3454146 h 5143785"/>
              <a:gd name="connsiteX43549" fmla="*/ 170402 w 3114960"/>
              <a:gd name="connsiteY43549" fmla="*/ 3432715 h 5143785"/>
              <a:gd name="connsiteX43550" fmla="*/ 170402 w 3114960"/>
              <a:gd name="connsiteY43550" fmla="*/ 3431762 h 5143785"/>
              <a:gd name="connsiteX43551" fmla="*/ 170879 w 3114960"/>
              <a:gd name="connsiteY43551" fmla="*/ 3268599 h 5143785"/>
              <a:gd name="connsiteX43552" fmla="*/ 147733 w 3114960"/>
              <a:gd name="connsiteY43552" fmla="*/ 3243834 h 5143785"/>
              <a:gd name="connsiteX43553" fmla="*/ 95 w 3114960"/>
              <a:gd name="connsiteY43553" fmla="*/ 3243834 h 5143785"/>
              <a:gd name="connsiteX43554" fmla="*/ 95 w 3114960"/>
              <a:gd name="connsiteY43554" fmla="*/ 3239072 h 5143785"/>
              <a:gd name="connsiteX43555" fmla="*/ 149828 w 3114960"/>
              <a:gd name="connsiteY43555" fmla="*/ 3239072 h 5143785"/>
              <a:gd name="connsiteX43556" fmla="*/ 175641 w 3114960"/>
              <a:gd name="connsiteY43556" fmla="*/ 3266694 h 5143785"/>
              <a:gd name="connsiteX43557" fmla="*/ 175641 w 3114960"/>
              <a:gd name="connsiteY43557" fmla="*/ 3267647 h 5143785"/>
              <a:gd name="connsiteX43558" fmla="*/ 1687830 w 3114960"/>
              <a:gd name="connsiteY43558" fmla="*/ 3421190 h 5143785"/>
              <a:gd name="connsiteX43559" fmla="*/ 1677829 w 3114960"/>
              <a:gd name="connsiteY43559" fmla="*/ 3421190 h 5143785"/>
              <a:gd name="connsiteX43560" fmla="*/ 1677829 w 3114960"/>
              <a:gd name="connsiteY43560" fmla="*/ 3416427 h 5143785"/>
              <a:gd name="connsiteX43561" fmla="*/ 1687830 w 3114960"/>
              <a:gd name="connsiteY43561" fmla="*/ 3416427 h 5143785"/>
              <a:gd name="connsiteX43562" fmla="*/ 1687830 w 3114960"/>
              <a:gd name="connsiteY43562" fmla="*/ 3421190 h 5143785"/>
              <a:gd name="connsiteX43563" fmla="*/ 364236 w 3114960"/>
              <a:gd name="connsiteY43563" fmla="*/ 3332321 h 5143785"/>
              <a:gd name="connsiteX43564" fmla="*/ 334613 w 3114960"/>
              <a:gd name="connsiteY43564" fmla="*/ 3332321 h 5143785"/>
              <a:gd name="connsiteX43565" fmla="*/ 331470 w 3114960"/>
              <a:gd name="connsiteY43565" fmla="*/ 3335465 h 5143785"/>
              <a:gd name="connsiteX43566" fmla="*/ 331470 w 3114960"/>
              <a:gd name="connsiteY43566" fmla="*/ 3347847 h 5143785"/>
              <a:gd name="connsiteX43567" fmla="*/ 284036 w 3114960"/>
              <a:gd name="connsiteY43567" fmla="*/ 3347180 h 5143785"/>
              <a:gd name="connsiteX43568" fmla="*/ 265938 w 3114960"/>
              <a:gd name="connsiteY43568" fmla="*/ 3326130 h 5143785"/>
              <a:gd name="connsiteX43569" fmla="*/ 265652 w 3114960"/>
              <a:gd name="connsiteY43569" fmla="*/ 3230023 h 5143785"/>
              <a:gd name="connsiteX43570" fmla="*/ 172403 w 3114960"/>
              <a:gd name="connsiteY43570" fmla="*/ 3134963 h 5143785"/>
              <a:gd name="connsiteX43571" fmla="*/ 95 w 3114960"/>
              <a:gd name="connsiteY43571" fmla="*/ 3134963 h 5143785"/>
              <a:gd name="connsiteX43572" fmla="*/ 95 w 3114960"/>
              <a:gd name="connsiteY43572" fmla="*/ 3139726 h 5143785"/>
              <a:gd name="connsiteX43573" fmla="*/ 170498 w 3114960"/>
              <a:gd name="connsiteY43573" fmla="*/ 3139726 h 5143785"/>
              <a:gd name="connsiteX43574" fmla="*/ 260985 w 3114960"/>
              <a:gd name="connsiteY43574" fmla="*/ 3231928 h 5143785"/>
              <a:gd name="connsiteX43575" fmla="*/ 261271 w 3114960"/>
              <a:gd name="connsiteY43575" fmla="*/ 3327940 h 5143785"/>
              <a:gd name="connsiteX43576" fmla="*/ 281845 w 3114960"/>
              <a:gd name="connsiteY43576" fmla="*/ 3351943 h 5143785"/>
              <a:gd name="connsiteX43577" fmla="*/ 331565 w 3114960"/>
              <a:gd name="connsiteY43577" fmla="*/ 3352705 h 5143785"/>
              <a:gd name="connsiteX43578" fmla="*/ 331565 w 3114960"/>
              <a:gd name="connsiteY43578" fmla="*/ 3365087 h 5143785"/>
              <a:gd name="connsiteX43579" fmla="*/ 334709 w 3114960"/>
              <a:gd name="connsiteY43579" fmla="*/ 3368230 h 5143785"/>
              <a:gd name="connsiteX43580" fmla="*/ 364331 w 3114960"/>
              <a:gd name="connsiteY43580" fmla="*/ 3368230 h 5143785"/>
              <a:gd name="connsiteX43581" fmla="*/ 367475 w 3114960"/>
              <a:gd name="connsiteY43581" fmla="*/ 3365087 h 5143785"/>
              <a:gd name="connsiteX43582" fmla="*/ 367475 w 3114960"/>
              <a:gd name="connsiteY43582" fmla="*/ 3352705 h 5143785"/>
              <a:gd name="connsiteX43583" fmla="*/ 464915 w 3114960"/>
              <a:gd name="connsiteY43583" fmla="*/ 3352705 h 5143785"/>
              <a:gd name="connsiteX43584" fmla="*/ 473678 w 3114960"/>
              <a:gd name="connsiteY43584" fmla="*/ 3359563 h 5143785"/>
              <a:gd name="connsiteX43585" fmla="*/ 482918 w 3114960"/>
              <a:gd name="connsiteY43585" fmla="*/ 3350324 h 5143785"/>
              <a:gd name="connsiteX43586" fmla="*/ 473678 w 3114960"/>
              <a:gd name="connsiteY43586" fmla="*/ 3341084 h 5143785"/>
              <a:gd name="connsiteX43587" fmla="*/ 464915 w 3114960"/>
              <a:gd name="connsiteY43587" fmla="*/ 3347942 h 5143785"/>
              <a:gd name="connsiteX43588" fmla="*/ 367475 w 3114960"/>
              <a:gd name="connsiteY43588" fmla="*/ 3347942 h 5143785"/>
              <a:gd name="connsiteX43589" fmla="*/ 367475 w 3114960"/>
              <a:gd name="connsiteY43589" fmla="*/ 3335560 h 5143785"/>
              <a:gd name="connsiteX43590" fmla="*/ 364331 w 3114960"/>
              <a:gd name="connsiteY43590" fmla="*/ 3332417 h 5143785"/>
              <a:gd name="connsiteX43591" fmla="*/ 364998 w 3114960"/>
              <a:gd name="connsiteY43591" fmla="*/ 3365087 h 5143785"/>
              <a:gd name="connsiteX43592" fmla="*/ 364236 w 3114960"/>
              <a:gd name="connsiteY43592" fmla="*/ 3365849 h 5143785"/>
              <a:gd name="connsiteX43593" fmla="*/ 334613 w 3114960"/>
              <a:gd name="connsiteY43593" fmla="*/ 3365849 h 5143785"/>
              <a:gd name="connsiteX43594" fmla="*/ 333851 w 3114960"/>
              <a:gd name="connsiteY43594" fmla="*/ 3365087 h 5143785"/>
              <a:gd name="connsiteX43595" fmla="*/ 333851 w 3114960"/>
              <a:gd name="connsiteY43595" fmla="*/ 3335465 h 5143785"/>
              <a:gd name="connsiteX43596" fmla="*/ 334613 w 3114960"/>
              <a:gd name="connsiteY43596" fmla="*/ 3334703 h 5143785"/>
              <a:gd name="connsiteX43597" fmla="*/ 364236 w 3114960"/>
              <a:gd name="connsiteY43597" fmla="*/ 3334703 h 5143785"/>
              <a:gd name="connsiteX43598" fmla="*/ 364998 w 3114960"/>
              <a:gd name="connsiteY43598" fmla="*/ 3335465 h 5143785"/>
              <a:gd name="connsiteX43599" fmla="*/ 364998 w 3114960"/>
              <a:gd name="connsiteY43599" fmla="*/ 3365087 h 5143785"/>
              <a:gd name="connsiteX43600" fmla="*/ 1647635 w 3114960"/>
              <a:gd name="connsiteY43600" fmla="*/ 3421190 h 5143785"/>
              <a:gd name="connsiteX43601" fmla="*/ 1637633 w 3114960"/>
              <a:gd name="connsiteY43601" fmla="*/ 3421190 h 5143785"/>
              <a:gd name="connsiteX43602" fmla="*/ 1637633 w 3114960"/>
              <a:gd name="connsiteY43602" fmla="*/ 3416427 h 5143785"/>
              <a:gd name="connsiteX43603" fmla="*/ 1647635 w 3114960"/>
              <a:gd name="connsiteY43603" fmla="*/ 3416427 h 5143785"/>
              <a:gd name="connsiteX43604" fmla="*/ 1647635 w 3114960"/>
              <a:gd name="connsiteY43604" fmla="*/ 3421190 h 5143785"/>
              <a:gd name="connsiteX43605" fmla="*/ 125730 w 3114960"/>
              <a:gd name="connsiteY43605" fmla="*/ 3377565 h 5143785"/>
              <a:gd name="connsiteX43606" fmla="*/ 119729 w 3114960"/>
              <a:gd name="connsiteY43606" fmla="*/ 3385947 h 5143785"/>
              <a:gd name="connsiteX43607" fmla="*/ 121444 w 3114960"/>
              <a:gd name="connsiteY43607" fmla="*/ 3396139 h 5143785"/>
              <a:gd name="connsiteX43608" fmla="*/ 132874 w 3114960"/>
              <a:gd name="connsiteY43608" fmla="*/ 3402521 h 5143785"/>
              <a:gd name="connsiteX43609" fmla="*/ 139922 w 3114960"/>
              <a:gd name="connsiteY43609" fmla="*/ 3400520 h 5143785"/>
              <a:gd name="connsiteX43610" fmla="*/ 144304 w 3114960"/>
              <a:gd name="connsiteY43610" fmla="*/ 3381947 h 5143785"/>
              <a:gd name="connsiteX43611" fmla="*/ 135255 w 3114960"/>
              <a:gd name="connsiteY43611" fmla="*/ 3375851 h 5143785"/>
              <a:gd name="connsiteX43612" fmla="*/ 135255 w 3114960"/>
              <a:gd name="connsiteY43612" fmla="*/ 3313367 h 5143785"/>
              <a:gd name="connsiteX43613" fmla="*/ 103918 w 3114960"/>
              <a:gd name="connsiteY43613" fmla="*/ 3282029 h 5143785"/>
              <a:gd name="connsiteX43614" fmla="*/ 10763 w 3114960"/>
              <a:gd name="connsiteY43614" fmla="*/ 3282029 h 5143785"/>
              <a:gd name="connsiteX43615" fmla="*/ 9430 w 3114960"/>
              <a:gd name="connsiteY43615" fmla="*/ 3278600 h 5143785"/>
              <a:gd name="connsiteX43616" fmla="*/ 0 w 3114960"/>
              <a:gd name="connsiteY43616" fmla="*/ 3273552 h 5143785"/>
              <a:gd name="connsiteX43617" fmla="*/ 0 w 3114960"/>
              <a:gd name="connsiteY43617" fmla="*/ 3295364 h 5143785"/>
              <a:gd name="connsiteX43618" fmla="*/ 5810 w 3114960"/>
              <a:gd name="connsiteY43618" fmla="*/ 3293936 h 5143785"/>
              <a:gd name="connsiteX43619" fmla="*/ 10763 w 3114960"/>
              <a:gd name="connsiteY43619" fmla="*/ 3286887 h 5143785"/>
              <a:gd name="connsiteX43620" fmla="*/ 101727 w 3114960"/>
              <a:gd name="connsiteY43620" fmla="*/ 3286887 h 5143785"/>
              <a:gd name="connsiteX43621" fmla="*/ 130302 w 3114960"/>
              <a:gd name="connsiteY43621" fmla="*/ 3315462 h 5143785"/>
              <a:gd name="connsiteX43622" fmla="*/ 130302 w 3114960"/>
              <a:gd name="connsiteY43622" fmla="*/ 3375946 h 5143785"/>
              <a:gd name="connsiteX43623" fmla="*/ 125540 w 3114960"/>
              <a:gd name="connsiteY43623" fmla="*/ 3377755 h 5143785"/>
              <a:gd name="connsiteX43624" fmla="*/ 132779 w 3114960"/>
              <a:gd name="connsiteY43624" fmla="*/ 3380327 h 5143785"/>
              <a:gd name="connsiteX43625" fmla="*/ 140208 w 3114960"/>
              <a:gd name="connsiteY43625" fmla="*/ 3384423 h 5143785"/>
              <a:gd name="connsiteX43626" fmla="*/ 137446 w 3114960"/>
              <a:gd name="connsiteY43626" fmla="*/ 3396425 h 5143785"/>
              <a:gd name="connsiteX43627" fmla="*/ 125444 w 3114960"/>
              <a:gd name="connsiteY43627" fmla="*/ 3393662 h 5143785"/>
              <a:gd name="connsiteX43628" fmla="*/ 124397 w 3114960"/>
              <a:gd name="connsiteY43628" fmla="*/ 3387090 h 5143785"/>
              <a:gd name="connsiteX43629" fmla="*/ 128302 w 3114960"/>
              <a:gd name="connsiteY43629" fmla="*/ 3381661 h 5143785"/>
              <a:gd name="connsiteX43630" fmla="*/ 132874 w 3114960"/>
              <a:gd name="connsiteY43630" fmla="*/ 3380327 h 5143785"/>
              <a:gd name="connsiteX43631" fmla="*/ 1667732 w 3114960"/>
              <a:gd name="connsiteY43631" fmla="*/ 3421190 h 5143785"/>
              <a:gd name="connsiteX43632" fmla="*/ 1657731 w 3114960"/>
              <a:gd name="connsiteY43632" fmla="*/ 3421190 h 5143785"/>
              <a:gd name="connsiteX43633" fmla="*/ 1657731 w 3114960"/>
              <a:gd name="connsiteY43633" fmla="*/ 3416427 h 5143785"/>
              <a:gd name="connsiteX43634" fmla="*/ 1667732 w 3114960"/>
              <a:gd name="connsiteY43634" fmla="*/ 3416427 h 5143785"/>
              <a:gd name="connsiteX43635" fmla="*/ 1667732 w 3114960"/>
              <a:gd name="connsiteY43635" fmla="*/ 3421190 h 5143785"/>
              <a:gd name="connsiteX43636" fmla="*/ 1028891 w 3114960"/>
              <a:gd name="connsiteY43636" fmla="*/ 2171986 h 5143785"/>
              <a:gd name="connsiteX43637" fmla="*/ 1036701 w 3114960"/>
              <a:gd name="connsiteY43637" fmla="*/ 2164271 h 5143785"/>
              <a:gd name="connsiteX43638" fmla="*/ 1028891 w 3114960"/>
              <a:gd name="connsiteY43638" fmla="*/ 2156555 h 5143785"/>
              <a:gd name="connsiteX43639" fmla="*/ 1021175 w 3114960"/>
              <a:gd name="connsiteY43639" fmla="*/ 2164271 h 5143785"/>
              <a:gd name="connsiteX43640" fmla="*/ 1028891 w 3114960"/>
              <a:gd name="connsiteY43640" fmla="*/ 2171986 h 5143785"/>
              <a:gd name="connsiteX43641" fmla="*/ 1028891 w 3114960"/>
              <a:gd name="connsiteY43641" fmla="*/ 2158841 h 5143785"/>
              <a:gd name="connsiteX43642" fmla="*/ 1034320 w 3114960"/>
              <a:gd name="connsiteY43642" fmla="*/ 2164175 h 5143785"/>
              <a:gd name="connsiteX43643" fmla="*/ 1028891 w 3114960"/>
              <a:gd name="connsiteY43643" fmla="*/ 2169509 h 5143785"/>
              <a:gd name="connsiteX43644" fmla="*/ 1023557 w 3114960"/>
              <a:gd name="connsiteY43644" fmla="*/ 2164175 h 5143785"/>
              <a:gd name="connsiteX43645" fmla="*/ 1028891 w 3114960"/>
              <a:gd name="connsiteY43645" fmla="*/ 2158841 h 5143785"/>
              <a:gd name="connsiteX43646" fmla="*/ 1028891 w 3114960"/>
              <a:gd name="connsiteY43646" fmla="*/ 2209514 h 5143785"/>
              <a:gd name="connsiteX43647" fmla="*/ 1040511 w 3114960"/>
              <a:gd name="connsiteY43647" fmla="*/ 2197894 h 5143785"/>
              <a:gd name="connsiteX43648" fmla="*/ 1028891 w 3114960"/>
              <a:gd name="connsiteY43648" fmla="*/ 2186273 h 5143785"/>
              <a:gd name="connsiteX43649" fmla="*/ 1017270 w 3114960"/>
              <a:gd name="connsiteY43649" fmla="*/ 2197894 h 5143785"/>
              <a:gd name="connsiteX43650" fmla="*/ 1028891 w 3114960"/>
              <a:gd name="connsiteY43650" fmla="*/ 2209514 h 5143785"/>
              <a:gd name="connsiteX43651" fmla="*/ 1028891 w 3114960"/>
              <a:gd name="connsiteY43651" fmla="*/ 2188655 h 5143785"/>
              <a:gd name="connsiteX43652" fmla="*/ 1038130 w 3114960"/>
              <a:gd name="connsiteY43652" fmla="*/ 2197894 h 5143785"/>
              <a:gd name="connsiteX43653" fmla="*/ 1028891 w 3114960"/>
              <a:gd name="connsiteY43653" fmla="*/ 2207133 h 5143785"/>
              <a:gd name="connsiteX43654" fmla="*/ 1019651 w 3114960"/>
              <a:gd name="connsiteY43654" fmla="*/ 2197894 h 5143785"/>
              <a:gd name="connsiteX43655" fmla="*/ 1028891 w 3114960"/>
              <a:gd name="connsiteY43655" fmla="*/ 2188655 h 5143785"/>
              <a:gd name="connsiteX43656" fmla="*/ 1428178 w 3114960"/>
              <a:gd name="connsiteY43656" fmla="*/ 3515773 h 5143785"/>
              <a:gd name="connsiteX43657" fmla="*/ 1423416 w 3114960"/>
              <a:gd name="connsiteY43657" fmla="*/ 3515773 h 5143785"/>
              <a:gd name="connsiteX43658" fmla="*/ 1423416 w 3114960"/>
              <a:gd name="connsiteY43658" fmla="*/ 3501104 h 5143785"/>
              <a:gd name="connsiteX43659" fmla="*/ 1428178 w 3114960"/>
              <a:gd name="connsiteY43659" fmla="*/ 3501104 h 5143785"/>
              <a:gd name="connsiteX43660" fmla="*/ 1428178 w 3114960"/>
              <a:gd name="connsiteY43660" fmla="*/ 3515773 h 5143785"/>
              <a:gd name="connsiteX43661" fmla="*/ 1028891 w 3114960"/>
              <a:gd name="connsiteY43661" fmla="*/ 2205704 h 5143785"/>
              <a:gd name="connsiteX43662" fmla="*/ 1036701 w 3114960"/>
              <a:gd name="connsiteY43662" fmla="*/ 2197989 h 5143785"/>
              <a:gd name="connsiteX43663" fmla="*/ 1028891 w 3114960"/>
              <a:gd name="connsiteY43663" fmla="*/ 2190274 h 5143785"/>
              <a:gd name="connsiteX43664" fmla="*/ 1021175 w 3114960"/>
              <a:gd name="connsiteY43664" fmla="*/ 2197989 h 5143785"/>
              <a:gd name="connsiteX43665" fmla="*/ 1028891 w 3114960"/>
              <a:gd name="connsiteY43665" fmla="*/ 2205704 h 5143785"/>
              <a:gd name="connsiteX43666" fmla="*/ 1028891 w 3114960"/>
              <a:gd name="connsiteY43666" fmla="*/ 2192560 h 5143785"/>
              <a:gd name="connsiteX43667" fmla="*/ 1034320 w 3114960"/>
              <a:gd name="connsiteY43667" fmla="*/ 2197894 h 5143785"/>
              <a:gd name="connsiteX43668" fmla="*/ 1028891 w 3114960"/>
              <a:gd name="connsiteY43668" fmla="*/ 2203228 h 5143785"/>
              <a:gd name="connsiteX43669" fmla="*/ 1023557 w 3114960"/>
              <a:gd name="connsiteY43669" fmla="*/ 2197894 h 5143785"/>
              <a:gd name="connsiteX43670" fmla="*/ 1028891 w 3114960"/>
              <a:gd name="connsiteY43670" fmla="*/ 2192560 h 5143785"/>
              <a:gd name="connsiteX43671" fmla="*/ 1423416 w 3114960"/>
              <a:gd name="connsiteY43671" fmla="*/ 3530346 h 5143785"/>
              <a:gd name="connsiteX43672" fmla="*/ 1428178 w 3114960"/>
              <a:gd name="connsiteY43672" fmla="*/ 3530346 h 5143785"/>
              <a:gd name="connsiteX43673" fmla="*/ 1428178 w 3114960"/>
              <a:gd name="connsiteY43673" fmla="*/ 3545015 h 5143785"/>
              <a:gd name="connsiteX43674" fmla="*/ 1423416 w 3114960"/>
              <a:gd name="connsiteY43674" fmla="*/ 3545015 h 5143785"/>
              <a:gd name="connsiteX43675" fmla="*/ 1423416 w 3114960"/>
              <a:gd name="connsiteY43675" fmla="*/ 3530346 h 5143785"/>
              <a:gd name="connsiteX43676" fmla="*/ 1275588 w 3114960"/>
              <a:gd name="connsiteY43676" fmla="*/ 3228404 h 5143785"/>
              <a:gd name="connsiteX43677" fmla="*/ 1277588 w 3114960"/>
              <a:gd name="connsiteY43677" fmla="*/ 3232880 h 5143785"/>
              <a:gd name="connsiteX43678" fmla="*/ 1285113 w 3114960"/>
              <a:gd name="connsiteY43678" fmla="*/ 3237167 h 5143785"/>
              <a:gd name="connsiteX43679" fmla="*/ 1286542 w 3114960"/>
              <a:gd name="connsiteY43679" fmla="*/ 3237167 h 5143785"/>
              <a:gd name="connsiteX43680" fmla="*/ 1293400 w 3114960"/>
              <a:gd name="connsiteY43680" fmla="*/ 3234785 h 5143785"/>
              <a:gd name="connsiteX43681" fmla="*/ 1297686 w 3114960"/>
              <a:gd name="connsiteY43681" fmla="*/ 3227261 h 5143785"/>
              <a:gd name="connsiteX43682" fmla="*/ 1295400 w 3114960"/>
              <a:gd name="connsiteY43682" fmla="*/ 3218879 h 5143785"/>
              <a:gd name="connsiteX43683" fmla="*/ 1279493 w 3114960"/>
              <a:gd name="connsiteY43683" fmla="*/ 3216878 h 5143785"/>
              <a:gd name="connsiteX43684" fmla="*/ 1275493 w 3114960"/>
              <a:gd name="connsiteY43684" fmla="*/ 3223546 h 5143785"/>
              <a:gd name="connsiteX43685" fmla="*/ 1201769 w 3114960"/>
              <a:gd name="connsiteY43685" fmla="*/ 3223546 h 5143785"/>
              <a:gd name="connsiteX43686" fmla="*/ 1185958 w 3114960"/>
              <a:gd name="connsiteY43686" fmla="*/ 3207639 h 5143785"/>
              <a:gd name="connsiteX43687" fmla="*/ 1185958 w 3114960"/>
              <a:gd name="connsiteY43687" fmla="*/ 3145917 h 5143785"/>
              <a:gd name="connsiteX43688" fmla="*/ 1199293 w 3114960"/>
              <a:gd name="connsiteY43688" fmla="*/ 3131249 h 5143785"/>
              <a:gd name="connsiteX43689" fmla="*/ 1241012 w 3114960"/>
              <a:gd name="connsiteY43689" fmla="*/ 3131249 h 5143785"/>
              <a:gd name="connsiteX43690" fmla="*/ 1250728 w 3114960"/>
              <a:gd name="connsiteY43690" fmla="*/ 3136963 h 5143785"/>
              <a:gd name="connsiteX43691" fmla="*/ 1258157 w 3114960"/>
              <a:gd name="connsiteY43691" fmla="*/ 3126677 h 5143785"/>
              <a:gd name="connsiteX43692" fmla="*/ 1247870 w 3114960"/>
              <a:gd name="connsiteY43692" fmla="*/ 3119247 h 5143785"/>
              <a:gd name="connsiteX43693" fmla="*/ 1240631 w 3114960"/>
              <a:gd name="connsiteY43693" fmla="*/ 3126296 h 5143785"/>
              <a:gd name="connsiteX43694" fmla="*/ 1197293 w 3114960"/>
              <a:gd name="connsiteY43694" fmla="*/ 3126296 h 5143785"/>
              <a:gd name="connsiteX43695" fmla="*/ 1181386 w 3114960"/>
              <a:gd name="connsiteY43695" fmla="*/ 3143917 h 5143785"/>
              <a:gd name="connsiteX43696" fmla="*/ 1181386 w 3114960"/>
              <a:gd name="connsiteY43696" fmla="*/ 3209449 h 5143785"/>
              <a:gd name="connsiteX43697" fmla="*/ 1200055 w 3114960"/>
              <a:gd name="connsiteY43697" fmla="*/ 3228118 h 5143785"/>
              <a:gd name="connsiteX43698" fmla="*/ 1275683 w 3114960"/>
              <a:gd name="connsiteY43698" fmla="*/ 3228118 h 5143785"/>
              <a:gd name="connsiteX43699" fmla="*/ 1282541 w 3114960"/>
              <a:gd name="connsiteY43699" fmla="*/ 3220784 h 5143785"/>
              <a:gd name="connsiteX43700" fmla="*/ 1286542 w 3114960"/>
              <a:gd name="connsiteY43700" fmla="*/ 3219450 h 5143785"/>
              <a:gd name="connsiteX43701" fmla="*/ 1291781 w 3114960"/>
              <a:gd name="connsiteY43701" fmla="*/ 3222022 h 5143785"/>
              <a:gd name="connsiteX43702" fmla="*/ 1293114 w 3114960"/>
              <a:gd name="connsiteY43702" fmla="*/ 3226880 h 5143785"/>
              <a:gd name="connsiteX43703" fmla="*/ 1290638 w 3114960"/>
              <a:gd name="connsiteY43703" fmla="*/ 3231261 h 5143785"/>
              <a:gd name="connsiteX43704" fmla="*/ 1285780 w 3114960"/>
              <a:gd name="connsiteY43704" fmla="*/ 3232595 h 5143785"/>
              <a:gd name="connsiteX43705" fmla="*/ 1281398 w 3114960"/>
              <a:gd name="connsiteY43705" fmla="*/ 3230118 h 5143785"/>
              <a:gd name="connsiteX43706" fmla="*/ 1282541 w 3114960"/>
              <a:gd name="connsiteY43706" fmla="*/ 3220879 h 5143785"/>
              <a:gd name="connsiteX43707" fmla="*/ 232315 w 3114960"/>
              <a:gd name="connsiteY43707" fmla="*/ 2628614 h 5143785"/>
              <a:gd name="connsiteX43708" fmla="*/ 232315 w 3114960"/>
              <a:gd name="connsiteY43708" fmla="*/ 2612993 h 5143785"/>
              <a:gd name="connsiteX43709" fmla="*/ 226409 w 3114960"/>
              <a:gd name="connsiteY43709" fmla="*/ 2607088 h 5143785"/>
              <a:gd name="connsiteX43710" fmla="*/ 210788 w 3114960"/>
              <a:gd name="connsiteY43710" fmla="*/ 2607088 h 5143785"/>
              <a:gd name="connsiteX43711" fmla="*/ 208693 w 3114960"/>
              <a:gd name="connsiteY43711" fmla="*/ 2607469 h 5143785"/>
              <a:gd name="connsiteX43712" fmla="*/ 200406 w 3114960"/>
              <a:gd name="connsiteY43712" fmla="*/ 2598706 h 5143785"/>
              <a:gd name="connsiteX43713" fmla="*/ 95 w 3114960"/>
              <a:gd name="connsiteY43713" fmla="*/ 2598706 h 5143785"/>
              <a:gd name="connsiteX43714" fmla="*/ 95 w 3114960"/>
              <a:gd name="connsiteY43714" fmla="*/ 2603468 h 5143785"/>
              <a:gd name="connsiteX43715" fmla="*/ 198311 w 3114960"/>
              <a:gd name="connsiteY43715" fmla="*/ 2603468 h 5143785"/>
              <a:gd name="connsiteX43716" fmla="*/ 205264 w 3114960"/>
              <a:gd name="connsiteY43716" fmla="*/ 2610803 h 5143785"/>
              <a:gd name="connsiteX43717" fmla="*/ 204788 w 3114960"/>
              <a:gd name="connsiteY43717" fmla="*/ 2612993 h 5143785"/>
              <a:gd name="connsiteX43718" fmla="*/ 204788 w 3114960"/>
              <a:gd name="connsiteY43718" fmla="*/ 2628614 h 5143785"/>
              <a:gd name="connsiteX43719" fmla="*/ 210693 w 3114960"/>
              <a:gd name="connsiteY43719" fmla="*/ 2634520 h 5143785"/>
              <a:gd name="connsiteX43720" fmla="*/ 216122 w 3114960"/>
              <a:gd name="connsiteY43720" fmla="*/ 2634520 h 5143785"/>
              <a:gd name="connsiteX43721" fmla="*/ 216122 w 3114960"/>
              <a:gd name="connsiteY43721" fmla="*/ 2751963 h 5143785"/>
              <a:gd name="connsiteX43722" fmla="*/ 246126 w 3114960"/>
              <a:gd name="connsiteY43722" fmla="*/ 2782729 h 5143785"/>
              <a:gd name="connsiteX43723" fmla="*/ 245459 w 3114960"/>
              <a:gd name="connsiteY43723" fmla="*/ 2976848 h 5143785"/>
              <a:gd name="connsiteX43724" fmla="*/ 234887 w 3114960"/>
              <a:gd name="connsiteY43724" fmla="*/ 2990945 h 5143785"/>
              <a:gd name="connsiteX43725" fmla="*/ 247460 w 3114960"/>
              <a:gd name="connsiteY43725" fmla="*/ 3001994 h 5143785"/>
              <a:gd name="connsiteX43726" fmla="*/ 249079 w 3114960"/>
              <a:gd name="connsiteY43726" fmla="*/ 3001899 h 5143785"/>
              <a:gd name="connsiteX43727" fmla="*/ 257461 w 3114960"/>
              <a:gd name="connsiteY43727" fmla="*/ 2997137 h 5143785"/>
              <a:gd name="connsiteX43728" fmla="*/ 260033 w 3114960"/>
              <a:gd name="connsiteY43728" fmla="*/ 2987802 h 5143785"/>
              <a:gd name="connsiteX43729" fmla="*/ 255270 w 3114960"/>
              <a:gd name="connsiteY43729" fmla="*/ 2979420 h 5143785"/>
              <a:gd name="connsiteX43730" fmla="*/ 250317 w 3114960"/>
              <a:gd name="connsiteY43730" fmla="*/ 2977229 h 5143785"/>
              <a:gd name="connsiteX43731" fmla="*/ 250984 w 3114960"/>
              <a:gd name="connsiteY43731" fmla="*/ 2781014 h 5143785"/>
              <a:gd name="connsiteX43732" fmla="*/ 220980 w 3114960"/>
              <a:gd name="connsiteY43732" fmla="*/ 2750249 h 5143785"/>
              <a:gd name="connsiteX43733" fmla="*/ 220980 w 3114960"/>
              <a:gd name="connsiteY43733" fmla="*/ 2634710 h 5143785"/>
              <a:gd name="connsiteX43734" fmla="*/ 226314 w 3114960"/>
              <a:gd name="connsiteY43734" fmla="*/ 2634710 h 5143785"/>
              <a:gd name="connsiteX43735" fmla="*/ 232220 w 3114960"/>
              <a:gd name="connsiteY43735" fmla="*/ 2628805 h 5143785"/>
              <a:gd name="connsiteX43736" fmla="*/ 247460 w 3114960"/>
              <a:gd name="connsiteY43736" fmla="*/ 2981420 h 5143785"/>
              <a:gd name="connsiteX43737" fmla="*/ 252222 w 3114960"/>
              <a:gd name="connsiteY43737" fmla="*/ 2983040 h 5143785"/>
              <a:gd name="connsiteX43738" fmla="*/ 255175 w 3114960"/>
              <a:gd name="connsiteY43738" fmla="*/ 2988278 h 5143785"/>
              <a:gd name="connsiteX43739" fmla="*/ 255175 w 3114960"/>
              <a:gd name="connsiteY43739" fmla="*/ 2988278 h 5143785"/>
              <a:gd name="connsiteX43740" fmla="*/ 253556 w 3114960"/>
              <a:gd name="connsiteY43740" fmla="*/ 2994088 h 5143785"/>
              <a:gd name="connsiteX43741" fmla="*/ 248317 w 3114960"/>
              <a:gd name="connsiteY43741" fmla="*/ 2997042 h 5143785"/>
              <a:gd name="connsiteX43742" fmla="*/ 239458 w 3114960"/>
              <a:gd name="connsiteY43742" fmla="*/ 2990184 h 5143785"/>
              <a:gd name="connsiteX43743" fmla="*/ 246317 w 3114960"/>
              <a:gd name="connsiteY43743" fmla="*/ 2981420 h 5143785"/>
              <a:gd name="connsiteX43744" fmla="*/ 247364 w 3114960"/>
              <a:gd name="connsiteY43744" fmla="*/ 2981420 h 5143785"/>
              <a:gd name="connsiteX43745" fmla="*/ 210788 w 3114960"/>
              <a:gd name="connsiteY43745" fmla="*/ 2629757 h 5143785"/>
              <a:gd name="connsiteX43746" fmla="*/ 209645 w 3114960"/>
              <a:gd name="connsiteY43746" fmla="*/ 2628614 h 5143785"/>
              <a:gd name="connsiteX43747" fmla="*/ 209645 w 3114960"/>
              <a:gd name="connsiteY43747" fmla="*/ 2612993 h 5143785"/>
              <a:gd name="connsiteX43748" fmla="*/ 210788 w 3114960"/>
              <a:gd name="connsiteY43748" fmla="*/ 2611850 h 5143785"/>
              <a:gd name="connsiteX43749" fmla="*/ 226409 w 3114960"/>
              <a:gd name="connsiteY43749" fmla="*/ 2611850 h 5143785"/>
              <a:gd name="connsiteX43750" fmla="*/ 227552 w 3114960"/>
              <a:gd name="connsiteY43750" fmla="*/ 2612993 h 5143785"/>
              <a:gd name="connsiteX43751" fmla="*/ 227552 w 3114960"/>
              <a:gd name="connsiteY43751" fmla="*/ 2628614 h 5143785"/>
              <a:gd name="connsiteX43752" fmla="*/ 226409 w 3114960"/>
              <a:gd name="connsiteY43752" fmla="*/ 2629757 h 5143785"/>
              <a:gd name="connsiteX43753" fmla="*/ 210788 w 3114960"/>
              <a:gd name="connsiteY43753" fmla="*/ 2629757 h 5143785"/>
              <a:gd name="connsiteX43754" fmla="*/ 999077 w 3114960"/>
              <a:gd name="connsiteY43754" fmla="*/ 3028379 h 5143785"/>
              <a:gd name="connsiteX43755" fmla="*/ 979075 w 3114960"/>
              <a:gd name="connsiteY43755" fmla="*/ 3031427 h 5143785"/>
              <a:gd name="connsiteX43756" fmla="*/ 976598 w 3114960"/>
              <a:gd name="connsiteY43756" fmla="*/ 3037523 h 5143785"/>
              <a:gd name="connsiteX43757" fmla="*/ 967359 w 3114960"/>
              <a:gd name="connsiteY43757" fmla="*/ 3037523 h 5143785"/>
              <a:gd name="connsiteX43758" fmla="*/ 967359 w 3114960"/>
              <a:gd name="connsiteY43758" fmla="*/ 3042285 h 5143785"/>
              <a:gd name="connsiteX43759" fmla="*/ 976598 w 3114960"/>
              <a:gd name="connsiteY43759" fmla="*/ 3042285 h 5143785"/>
              <a:gd name="connsiteX43760" fmla="*/ 982218 w 3114960"/>
              <a:gd name="connsiteY43760" fmla="*/ 3051429 h 5143785"/>
              <a:gd name="connsiteX43761" fmla="*/ 1002221 w 3114960"/>
              <a:gd name="connsiteY43761" fmla="*/ 3048381 h 5143785"/>
              <a:gd name="connsiteX43762" fmla="*/ 1004983 w 3114960"/>
              <a:gd name="connsiteY43762" fmla="*/ 3039904 h 5143785"/>
              <a:gd name="connsiteX43763" fmla="*/ 999173 w 3114960"/>
              <a:gd name="connsiteY43763" fmla="*/ 3028379 h 5143785"/>
              <a:gd name="connsiteX43764" fmla="*/ 1000030 w 3114960"/>
              <a:gd name="connsiteY43764" fmla="*/ 3046857 h 5143785"/>
              <a:gd name="connsiteX43765" fmla="*/ 992410 w 3114960"/>
              <a:gd name="connsiteY43765" fmla="*/ 3051524 h 5143785"/>
              <a:gd name="connsiteX43766" fmla="*/ 983742 w 3114960"/>
              <a:gd name="connsiteY43766" fmla="*/ 3049429 h 5143785"/>
              <a:gd name="connsiteX43767" fmla="*/ 979075 w 3114960"/>
              <a:gd name="connsiteY43767" fmla="*/ 3041809 h 5143785"/>
              <a:gd name="connsiteX43768" fmla="*/ 978979 w 3114960"/>
              <a:gd name="connsiteY43768" fmla="*/ 3039999 h 5143785"/>
              <a:gd name="connsiteX43769" fmla="*/ 981266 w 3114960"/>
              <a:gd name="connsiteY43769" fmla="*/ 3033141 h 5143785"/>
              <a:gd name="connsiteX43770" fmla="*/ 997649 w 3114960"/>
              <a:gd name="connsiteY43770" fmla="*/ 3030665 h 5143785"/>
              <a:gd name="connsiteX43771" fmla="*/ 1000125 w 3114960"/>
              <a:gd name="connsiteY43771" fmla="*/ 3047048 h 5143785"/>
              <a:gd name="connsiteX43772" fmla="*/ 806387 w 3114960"/>
              <a:gd name="connsiteY43772" fmla="*/ 1936432 h 5143785"/>
              <a:gd name="connsiteX43773" fmla="*/ 806387 w 3114960"/>
              <a:gd name="connsiteY43773" fmla="*/ 2015109 h 5143785"/>
              <a:gd name="connsiteX43774" fmla="*/ 817245 w 3114960"/>
              <a:gd name="connsiteY43774" fmla="*/ 2030540 h 5143785"/>
              <a:gd name="connsiteX43775" fmla="*/ 817436 w 3114960"/>
              <a:gd name="connsiteY43775" fmla="*/ 2030730 h 5143785"/>
              <a:gd name="connsiteX43776" fmla="*/ 818198 w 3114960"/>
              <a:gd name="connsiteY43776" fmla="*/ 2032445 h 5143785"/>
              <a:gd name="connsiteX43777" fmla="*/ 818007 w 3114960"/>
              <a:gd name="connsiteY43777" fmla="*/ 2123123 h 5143785"/>
              <a:gd name="connsiteX43778" fmla="*/ 899636 w 3114960"/>
              <a:gd name="connsiteY43778" fmla="*/ 2203895 h 5143785"/>
              <a:gd name="connsiteX43779" fmla="*/ 984123 w 3114960"/>
              <a:gd name="connsiteY43779" fmla="*/ 2203895 h 5143785"/>
              <a:gd name="connsiteX43780" fmla="*/ 993267 w 3114960"/>
              <a:gd name="connsiteY43780" fmla="*/ 2196656 h 5143785"/>
              <a:gd name="connsiteX43781" fmla="*/ 1002887 w 3114960"/>
              <a:gd name="connsiteY43781" fmla="*/ 2206276 h 5143785"/>
              <a:gd name="connsiteX43782" fmla="*/ 993267 w 3114960"/>
              <a:gd name="connsiteY43782" fmla="*/ 2215896 h 5143785"/>
              <a:gd name="connsiteX43783" fmla="*/ 984123 w 3114960"/>
              <a:gd name="connsiteY43783" fmla="*/ 2208657 h 5143785"/>
              <a:gd name="connsiteX43784" fmla="*/ 898684 w 3114960"/>
              <a:gd name="connsiteY43784" fmla="*/ 2208657 h 5143785"/>
              <a:gd name="connsiteX43785" fmla="*/ 896969 w 3114960"/>
              <a:gd name="connsiteY43785" fmla="*/ 2207990 h 5143785"/>
              <a:gd name="connsiteX43786" fmla="*/ 813911 w 3114960"/>
              <a:gd name="connsiteY43786" fmla="*/ 2125885 h 5143785"/>
              <a:gd name="connsiteX43787" fmla="*/ 813245 w 3114960"/>
              <a:gd name="connsiteY43787" fmla="*/ 2124170 h 5143785"/>
              <a:gd name="connsiteX43788" fmla="*/ 813435 w 3114960"/>
              <a:gd name="connsiteY43788" fmla="*/ 2033492 h 5143785"/>
              <a:gd name="connsiteX43789" fmla="*/ 802005 w 3114960"/>
              <a:gd name="connsiteY43789" fmla="*/ 2017300 h 5143785"/>
              <a:gd name="connsiteX43790" fmla="*/ 801529 w 3114960"/>
              <a:gd name="connsiteY43790" fmla="*/ 2015966 h 5143785"/>
              <a:gd name="connsiteX43791" fmla="*/ 801529 w 3114960"/>
              <a:gd name="connsiteY43791" fmla="*/ 1937385 h 5143785"/>
              <a:gd name="connsiteX43792" fmla="*/ 754190 w 3114960"/>
              <a:gd name="connsiteY43792" fmla="*/ 1879664 h 5143785"/>
              <a:gd name="connsiteX43793" fmla="*/ 643700 w 3114960"/>
              <a:gd name="connsiteY43793" fmla="*/ 1879664 h 5143785"/>
              <a:gd name="connsiteX43794" fmla="*/ 643604 w 3114960"/>
              <a:gd name="connsiteY43794" fmla="*/ 1879949 h 5143785"/>
              <a:gd name="connsiteX43795" fmla="*/ 633889 w 3114960"/>
              <a:gd name="connsiteY43795" fmla="*/ 1888427 h 5143785"/>
              <a:gd name="connsiteX43796" fmla="*/ 630079 w 3114960"/>
              <a:gd name="connsiteY43796" fmla="*/ 1888141 h 5143785"/>
              <a:gd name="connsiteX43797" fmla="*/ 621602 w 3114960"/>
              <a:gd name="connsiteY43797" fmla="*/ 1878425 h 5143785"/>
              <a:gd name="connsiteX43798" fmla="*/ 621887 w 3114960"/>
              <a:gd name="connsiteY43798" fmla="*/ 1874615 h 5143785"/>
              <a:gd name="connsiteX43799" fmla="*/ 631603 w 3114960"/>
              <a:gd name="connsiteY43799" fmla="*/ 1866138 h 5143785"/>
              <a:gd name="connsiteX43800" fmla="*/ 635413 w 3114960"/>
              <a:gd name="connsiteY43800" fmla="*/ 1866424 h 5143785"/>
              <a:gd name="connsiteX43801" fmla="*/ 643128 w 3114960"/>
              <a:gd name="connsiteY43801" fmla="*/ 1875282 h 5143785"/>
              <a:gd name="connsiteX43802" fmla="*/ 643128 w 3114960"/>
              <a:gd name="connsiteY43802" fmla="*/ 1874901 h 5143785"/>
              <a:gd name="connsiteX43803" fmla="*/ 755333 w 3114960"/>
              <a:gd name="connsiteY43803" fmla="*/ 1874901 h 5143785"/>
              <a:gd name="connsiteX43804" fmla="*/ 757142 w 3114960"/>
              <a:gd name="connsiteY43804" fmla="*/ 1875758 h 5143785"/>
              <a:gd name="connsiteX43805" fmla="*/ 805720 w 3114960"/>
              <a:gd name="connsiteY43805" fmla="*/ 1935004 h 5143785"/>
              <a:gd name="connsiteX43806" fmla="*/ 806291 w 3114960"/>
              <a:gd name="connsiteY43806" fmla="*/ 1936528 h 5143785"/>
              <a:gd name="connsiteX43807" fmla="*/ 822770 w 3114960"/>
              <a:gd name="connsiteY43807" fmla="*/ 1189387 h 5143785"/>
              <a:gd name="connsiteX43808" fmla="*/ 821436 w 3114960"/>
              <a:gd name="connsiteY43808" fmla="*/ 1189768 h 5143785"/>
              <a:gd name="connsiteX43809" fmla="*/ 683514 w 3114960"/>
              <a:gd name="connsiteY43809" fmla="*/ 1283303 h 5143785"/>
              <a:gd name="connsiteX43810" fmla="*/ 625316 w 3114960"/>
              <a:gd name="connsiteY43810" fmla="*/ 1283303 h 5143785"/>
              <a:gd name="connsiteX43811" fmla="*/ 615125 w 3114960"/>
              <a:gd name="connsiteY43811" fmla="*/ 1274731 h 5143785"/>
              <a:gd name="connsiteX43812" fmla="*/ 604552 w 3114960"/>
              <a:gd name="connsiteY43812" fmla="*/ 1285303 h 5143785"/>
              <a:gd name="connsiteX43813" fmla="*/ 615125 w 3114960"/>
              <a:gd name="connsiteY43813" fmla="*/ 1295876 h 5143785"/>
              <a:gd name="connsiteX43814" fmla="*/ 625031 w 3114960"/>
              <a:gd name="connsiteY43814" fmla="*/ 1288256 h 5143785"/>
              <a:gd name="connsiteX43815" fmla="*/ 684181 w 3114960"/>
              <a:gd name="connsiteY43815" fmla="*/ 1288256 h 5143785"/>
              <a:gd name="connsiteX43816" fmla="*/ 685514 w 3114960"/>
              <a:gd name="connsiteY43816" fmla="*/ 1287685 h 5143785"/>
              <a:gd name="connsiteX43817" fmla="*/ 823436 w 3114960"/>
              <a:gd name="connsiteY43817" fmla="*/ 1194149 h 5143785"/>
              <a:gd name="connsiteX43818" fmla="*/ 882301 w 3114960"/>
              <a:gd name="connsiteY43818" fmla="*/ 1194149 h 5143785"/>
              <a:gd name="connsiteX43819" fmla="*/ 883825 w 3114960"/>
              <a:gd name="connsiteY43819" fmla="*/ 1193578 h 5143785"/>
              <a:gd name="connsiteX43820" fmla="*/ 938308 w 3114960"/>
              <a:gd name="connsiteY43820" fmla="*/ 1146810 h 5143785"/>
              <a:gd name="connsiteX43821" fmla="*/ 941165 w 3114960"/>
              <a:gd name="connsiteY43821" fmla="*/ 1147477 h 5143785"/>
              <a:gd name="connsiteX43822" fmla="*/ 961930 w 3114960"/>
              <a:gd name="connsiteY43822" fmla="*/ 1147477 h 5143785"/>
              <a:gd name="connsiteX43823" fmla="*/ 968883 w 3114960"/>
              <a:gd name="connsiteY43823" fmla="*/ 1140524 h 5143785"/>
              <a:gd name="connsiteX43824" fmla="*/ 968883 w 3114960"/>
              <a:gd name="connsiteY43824" fmla="*/ 1130522 h 5143785"/>
              <a:gd name="connsiteX43825" fmla="*/ 961930 w 3114960"/>
              <a:gd name="connsiteY43825" fmla="*/ 1123569 h 5143785"/>
              <a:gd name="connsiteX43826" fmla="*/ 941165 w 3114960"/>
              <a:gd name="connsiteY43826" fmla="*/ 1123569 h 5143785"/>
              <a:gd name="connsiteX43827" fmla="*/ 934212 w 3114960"/>
              <a:gd name="connsiteY43827" fmla="*/ 1130522 h 5143785"/>
              <a:gd name="connsiteX43828" fmla="*/ 934212 w 3114960"/>
              <a:gd name="connsiteY43828" fmla="*/ 1140524 h 5143785"/>
              <a:gd name="connsiteX43829" fmla="*/ 934879 w 3114960"/>
              <a:gd name="connsiteY43829" fmla="*/ 1143381 h 5143785"/>
              <a:gd name="connsiteX43830" fmla="*/ 881348 w 3114960"/>
              <a:gd name="connsiteY43830" fmla="*/ 1189292 h 5143785"/>
              <a:gd name="connsiteX43831" fmla="*/ 822674 w 3114960"/>
              <a:gd name="connsiteY43831" fmla="*/ 1189292 h 5143785"/>
              <a:gd name="connsiteX43832" fmla="*/ 615029 w 3114960"/>
              <a:gd name="connsiteY43832" fmla="*/ 1291114 h 5143785"/>
              <a:gd name="connsiteX43833" fmla="*/ 609219 w 3114960"/>
              <a:gd name="connsiteY43833" fmla="*/ 1285303 h 5143785"/>
              <a:gd name="connsiteX43834" fmla="*/ 615029 w 3114960"/>
              <a:gd name="connsiteY43834" fmla="*/ 1279493 h 5143785"/>
              <a:gd name="connsiteX43835" fmla="*/ 620840 w 3114960"/>
              <a:gd name="connsiteY43835" fmla="*/ 1285303 h 5143785"/>
              <a:gd name="connsiteX43836" fmla="*/ 615029 w 3114960"/>
              <a:gd name="connsiteY43836" fmla="*/ 1291114 h 5143785"/>
              <a:gd name="connsiteX43837" fmla="*/ 939070 w 3114960"/>
              <a:gd name="connsiteY43837" fmla="*/ 1130522 h 5143785"/>
              <a:gd name="connsiteX43838" fmla="*/ 941261 w 3114960"/>
              <a:gd name="connsiteY43838" fmla="*/ 1128332 h 5143785"/>
              <a:gd name="connsiteX43839" fmla="*/ 962025 w 3114960"/>
              <a:gd name="connsiteY43839" fmla="*/ 1128332 h 5143785"/>
              <a:gd name="connsiteX43840" fmla="*/ 964216 w 3114960"/>
              <a:gd name="connsiteY43840" fmla="*/ 1130522 h 5143785"/>
              <a:gd name="connsiteX43841" fmla="*/ 964216 w 3114960"/>
              <a:gd name="connsiteY43841" fmla="*/ 1140524 h 5143785"/>
              <a:gd name="connsiteX43842" fmla="*/ 962025 w 3114960"/>
              <a:gd name="connsiteY43842" fmla="*/ 1142714 h 5143785"/>
              <a:gd name="connsiteX43843" fmla="*/ 941261 w 3114960"/>
              <a:gd name="connsiteY43843" fmla="*/ 1142714 h 5143785"/>
              <a:gd name="connsiteX43844" fmla="*/ 939070 w 3114960"/>
              <a:gd name="connsiteY43844" fmla="*/ 1140524 h 5143785"/>
              <a:gd name="connsiteX43845" fmla="*/ 939070 w 3114960"/>
              <a:gd name="connsiteY43845" fmla="*/ 1130522 h 5143785"/>
              <a:gd name="connsiteX43846" fmla="*/ 268415 w 3114960"/>
              <a:gd name="connsiteY43846" fmla="*/ 3089624 h 5143785"/>
              <a:gd name="connsiteX43847" fmla="*/ 268415 w 3114960"/>
              <a:gd name="connsiteY43847" fmla="*/ 3070860 h 5143785"/>
              <a:gd name="connsiteX43848" fmla="*/ 272225 w 3114960"/>
              <a:gd name="connsiteY43848" fmla="*/ 3067050 h 5143785"/>
              <a:gd name="connsiteX43849" fmla="*/ 290989 w 3114960"/>
              <a:gd name="connsiteY43849" fmla="*/ 3067050 h 5143785"/>
              <a:gd name="connsiteX43850" fmla="*/ 294799 w 3114960"/>
              <a:gd name="connsiteY43850" fmla="*/ 3070860 h 5143785"/>
              <a:gd name="connsiteX43851" fmla="*/ 294799 w 3114960"/>
              <a:gd name="connsiteY43851" fmla="*/ 3089624 h 5143785"/>
              <a:gd name="connsiteX43852" fmla="*/ 290989 w 3114960"/>
              <a:gd name="connsiteY43852" fmla="*/ 3093434 h 5143785"/>
              <a:gd name="connsiteX43853" fmla="*/ 272225 w 3114960"/>
              <a:gd name="connsiteY43853" fmla="*/ 3093434 h 5143785"/>
              <a:gd name="connsiteX43854" fmla="*/ 268415 w 3114960"/>
              <a:gd name="connsiteY43854" fmla="*/ 3089624 h 5143785"/>
              <a:gd name="connsiteX43855" fmla="*/ 268415 w 3114960"/>
              <a:gd name="connsiteY43855" fmla="*/ 3140297 h 5143785"/>
              <a:gd name="connsiteX43856" fmla="*/ 268415 w 3114960"/>
              <a:gd name="connsiteY43856" fmla="*/ 3121533 h 5143785"/>
              <a:gd name="connsiteX43857" fmla="*/ 272225 w 3114960"/>
              <a:gd name="connsiteY43857" fmla="*/ 3117723 h 5143785"/>
              <a:gd name="connsiteX43858" fmla="*/ 290989 w 3114960"/>
              <a:gd name="connsiteY43858" fmla="*/ 3117723 h 5143785"/>
              <a:gd name="connsiteX43859" fmla="*/ 294799 w 3114960"/>
              <a:gd name="connsiteY43859" fmla="*/ 3121533 h 5143785"/>
              <a:gd name="connsiteX43860" fmla="*/ 294799 w 3114960"/>
              <a:gd name="connsiteY43860" fmla="*/ 3140297 h 5143785"/>
              <a:gd name="connsiteX43861" fmla="*/ 290989 w 3114960"/>
              <a:gd name="connsiteY43861" fmla="*/ 3144107 h 5143785"/>
              <a:gd name="connsiteX43862" fmla="*/ 272225 w 3114960"/>
              <a:gd name="connsiteY43862" fmla="*/ 3144107 h 5143785"/>
              <a:gd name="connsiteX43863" fmla="*/ 268415 w 3114960"/>
              <a:gd name="connsiteY43863" fmla="*/ 3140297 h 5143785"/>
              <a:gd name="connsiteX43864" fmla="*/ 1428178 w 3114960"/>
              <a:gd name="connsiteY43864" fmla="*/ 3574352 h 5143785"/>
              <a:gd name="connsiteX43865" fmla="*/ 1423416 w 3114960"/>
              <a:gd name="connsiteY43865" fmla="*/ 3574352 h 5143785"/>
              <a:gd name="connsiteX43866" fmla="*/ 1423416 w 3114960"/>
              <a:gd name="connsiteY43866" fmla="*/ 3559683 h 5143785"/>
              <a:gd name="connsiteX43867" fmla="*/ 1428178 w 3114960"/>
              <a:gd name="connsiteY43867" fmla="*/ 3559683 h 5143785"/>
              <a:gd name="connsiteX43868" fmla="*/ 1428178 w 3114960"/>
              <a:gd name="connsiteY43868" fmla="*/ 3574352 h 5143785"/>
              <a:gd name="connsiteX43869" fmla="*/ 917924 w 3114960"/>
              <a:gd name="connsiteY43869" fmla="*/ 1217486 h 5143785"/>
              <a:gd name="connsiteX43870" fmla="*/ 917734 w 3114960"/>
              <a:gd name="connsiteY43870" fmla="*/ 1240346 h 5143785"/>
              <a:gd name="connsiteX43871" fmla="*/ 882968 w 3114960"/>
              <a:gd name="connsiteY43871" fmla="*/ 1240346 h 5143785"/>
              <a:gd name="connsiteX43872" fmla="*/ 882110 w 3114960"/>
              <a:gd name="connsiteY43872" fmla="*/ 1239107 h 5143785"/>
              <a:gd name="connsiteX43873" fmla="*/ 870680 w 3114960"/>
              <a:gd name="connsiteY43873" fmla="*/ 1227677 h 5143785"/>
              <a:gd name="connsiteX43874" fmla="*/ 863537 w 3114960"/>
              <a:gd name="connsiteY43874" fmla="*/ 1227677 h 5143785"/>
              <a:gd name="connsiteX43875" fmla="*/ 852107 w 3114960"/>
              <a:gd name="connsiteY43875" fmla="*/ 1239107 h 5143785"/>
              <a:gd name="connsiteX43876" fmla="*/ 851345 w 3114960"/>
              <a:gd name="connsiteY43876" fmla="*/ 1240346 h 5143785"/>
              <a:gd name="connsiteX43877" fmla="*/ 829913 w 3114960"/>
              <a:gd name="connsiteY43877" fmla="*/ 1240346 h 5143785"/>
              <a:gd name="connsiteX43878" fmla="*/ 828580 w 3114960"/>
              <a:gd name="connsiteY43878" fmla="*/ 1240727 h 5143785"/>
              <a:gd name="connsiteX43879" fmla="*/ 687991 w 3114960"/>
              <a:gd name="connsiteY43879" fmla="*/ 1335119 h 5143785"/>
              <a:gd name="connsiteX43880" fmla="*/ 679895 w 3114960"/>
              <a:gd name="connsiteY43880" fmla="*/ 1331976 h 5143785"/>
              <a:gd name="connsiteX43881" fmla="*/ 667512 w 3114960"/>
              <a:gd name="connsiteY43881" fmla="*/ 1344359 h 5143785"/>
              <a:gd name="connsiteX43882" fmla="*/ 679895 w 3114960"/>
              <a:gd name="connsiteY43882" fmla="*/ 1356741 h 5143785"/>
              <a:gd name="connsiteX43883" fmla="*/ 692277 w 3114960"/>
              <a:gd name="connsiteY43883" fmla="*/ 1344359 h 5143785"/>
              <a:gd name="connsiteX43884" fmla="*/ 690848 w 3114960"/>
              <a:gd name="connsiteY43884" fmla="*/ 1338834 h 5143785"/>
              <a:gd name="connsiteX43885" fmla="*/ 830580 w 3114960"/>
              <a:gd name="connsiteY43885" fmla="*/ 1245013 h 5143785"/>
              <a:gd name="connsiteX43886" fmla="*/ 851249 w 3114960"/>
              <a:gd name="connsiteY43886" fmla="*/ 1245013 h 5143785"/>
              <a:gd name="connsiteX43887" fmla="*/ 852011 w 3114960"/>
              <a:gd name="connsiteY43887" fmla="*/ 1246251 h 5143785"/>
              <a:gd name="connsiteX43888" fmla="*/ 863441 w 3114960"/>
              <a:gd name="connsiteY43888" fmla="*/ 1257681 h 5143785"/>
              <a:gd name="connsiteX43889" fmla="*/ 867061 w 3114960"/>
              <a:gd name="connsiteY43889" fmla="*/ 1259205 h 5143785"/>
              <a:gd name="connsiteX43890" fmla="*/ 870680 w 3114960"/>
              <a:gd name="connsiteY43890" fmla="*/ 1257681 h 5143785"/>
              <a:gd name="connsiteX43891" fmla="*/ 882110 w 3114960"/>
              <a:gd name="connsiteY43891" fmla="*/ 1246251 h 5143785"/>
              <a:gd name="connsiteX43892" fmla="*/ 882968 w 3114960"/>
              <a:gd name="connsiteY43892" fmla="*/ 1245013 h 5143785"/>
              <a:gd name="connsiteX43893" fmla="*/ 920020 w 3114960"/>
              <a:gd name="connsiteY43893" fmla="*/ 1245013 h 5143785"/>
              <a:gd name="connsiteX43894" fmla="*/ 922401 w 3114960"/>
              <a:gd name="connsiteY43894" fmla="*/ 1242632 h 5143785"/>
              <a:gd name="connsiteX43895" fmla="*/ 922687 w 3114960"/>
              <a:gd name="connsiteY43895" fmla="*/ 1218438 h 5143785"/>
              <a:gd name="connsiteX43896" fmla="*/ 1006412 w 3114960"/>
              <a:gd name="connsiteY43896" fmla="*/ 1145286 h 5143785"/>
              <a:gd name="connsiteX43897" fmla="*/ 1013555 w 3114960"/>
              <a:gd name="connsiteY43897" fmla="*/ 1147858 h 5143785"/>
              <a:gd name="connsiteX43898" fmla="*/ 1014032 w 3114960"/>
              <a:gd name="connsiteY43898" fmla="*/ 1147858 h 5143785"/>
              <a:gd name="connsiteX43899" fmla="*/ 1025938 w 3114960"/>
              <a:gd name="connsiteY43899" fmla="*/ 1134999 h 5143785"/>
              <a:gd name="connsiteX43900" fmla="*/ 1025938 w 3114960"/>
              <a:gd name="connsiteY43900" fmla="*/ 1134999 h 5143785"/>
              <a:gd name="connsiteX43901" fmla="*/ 1013079 w 3114960"/>
              <a:gd name="connsiteY43901" fmla="*/ 1123093 h 5143785"/>
              <a:gd name="connsiteX43902" fmla="*/ 1001173 w 3114960"/>
              <a:gd name="connsiteY43902" fmla="*/ 1135952 h 5143785"/>
              <a:gd name="connsiteX43903" fmla="*/ 1003173 w 3114960"/>
              <a:gd name="connsiteY43903" fmla="*/ 1141857 h 5143785"/>
              <a:gd name="connsiteX43904" fmla="*/ 918686 w 3114960"/>
              <a:gd name="connsiteY43904" fmla="*/ 1215581 h 5143785"/>
              <a:gd name="connsiteX43905" fmla="*/ 917829 w 3114960"/>
              <a:gd name="connsiteY43905" fmla="*/ 1217390 h 5143785"/>
              <a:gd name="connsiteX43906" fmla="*/ 679895 w 3114960"/>
              <a:gd name="connsiteY43906" fmla="*/ 1352074 h 5143785"/>
              <a:gd name="connsiteX43907" fmla="*/ 672275 w 3114960"/>
              <a:gd name="connsiteY43907" fmla="*/ 1344454 h 5143785"/>
              <a:gd name="connsiteX43908" fmla="*/ 679895 w 3114960"/>
              <a:gd name="connsiteY43908" fmla="*/ 1336834 h 5143785"/>
              <a:gd name="connsiteX43909" fmla="*/ 687515 w 3114960"/>
              <a:gd name="connsiteY43909" fmla="*/ 1344454 h 5143785"/>
              <a:gd name="connsiteX43910" fmla="*/ 679895 w 3114960"/>
              <a:gd name="connsiteY43910" fmla="*/ 1352074 h 5143785"/>
              <a:gd name="connsiteX43911" fmla="*/ 866966 w 3114960"/>
              <a:gd name="connsiteY43911" fmla="*/ 1254347 h 5143785"/>
              <a:gd name="connsiteX43912" fmla="*/ 855536 w 3114960"/>
              <a:gd name="connsiteY43912" fmla="*/ 1242917 h 5143785"/>
              <a:gd name="connsiteX43913" fmla="*/ 855536 w 3114960"/>
              <a:gd name="connsiteY43913" fmla="*/ 1242441 h 5143785"/>
              <a:gd name="connsiteX43914" fmla="*/ 867442 w 3114960"/>
              <a:gd name="connsiteY43914" fmla="*/ 1231011 h 5143785"/>
              <a:gd name="connsiteX43915" fmla="*/ 878872 w 3114960"/>
              <a:gd name="connsiteY43915" fmla="*/ 1242917 h 5143785"/>
              <a:gd name="connsiteX43916" fmla="*/ 866966 w 3114960"/>
              <a:gd name="connsiteY43916" fmla="*/ 1254347 h 5143785"/>
              <a:gd name="connsiteX43917" fmla="*/ 1013365 w 3114960"/>
              <a:gd name="connsiteY43917" fmla="*/ 1127855 h 5143785"/>
              <a:gd name="connsiteX43918" fmla="*/ 1013651 w 3114960"/>
              <a:gd name="connsiteY43918" fmla="*/ 1127855 h 5143785"/>
              <a:gd name="connsiteX43919" fmla="*/ 1021271 w 3114960"/>
              <a:gd name="connsiteY43919" fmla="*/ 1135190 h 5143785"/>
              <a:gd name="connsiteX43920" fmla="*/ 1013936 w 3114960"/>
              <a:gd name="connsiteY43920" fmla="*/ 1143095 h 5143785"/>
              <a:gd name="connsiteX43921" fmla="*/ 1006031 w 3114960"/>
              <a:gd name="connsiteY43921" fmla="*/ 1135761 h 5143785"/>
              <a:gd name="connsiteX43922" fmla="*/ 1013365 w 3114960"/>
              <a:gd name="connsiteY43922" fmla="*/ 1127855 h 5143785"/>
              <a:gd name="connsiteX43923" fmla="*/ 82010 w 3114960"/>
              <a:gd name="connsiteY43923" fmla="*/ 2757011 h 5143785"/>
              <a:gd name="connsiteX43924" fmla="*/ 99917 w 3114960"/>
              <a:gd name="connsiteY43924" fmla="*/ 2754535 h 5143785"/>
              <a:gd name="connsiteX43925" fmla="*/ 102394 w 3114960"/>
              <a:gd name="connsiteY43925" fmla="*/ 2772442 h 5143785"/>
              <a:gd name="connsiteX43926" fmla="*/ 84487 w 3114960"/>
              <a:gd name="connsiteY43926" fmla="*/ 2774918 h 5143785"/>
              <a:gd name="connsiteX43927" fmla="*/ 82010 w 3114960"/>
              <a:gd name="connsiteY43927" fmla="*/ 2757011 h 5143785"/>
              <a:gd name="connsiteX43928" fmla="*/ 2502503 w 3114960"/>
              <a:gd name="connsiteY43928" fmla="*/ 642652 h 5143785"/>
              <a:gd name="connsiteX43929" fmla="*/ 2500027 w 3114960"/>
              <a:gd name="connsiteY43929" fmla="*/ 660559 h 5143785"/>
              <a:gd name="connsiteX43930" fmla="*/ 2482120 w 3114960"/>
              <a:gd name="connsiteY43930" fmla="*/ 658082 h 5143785"/>
              <a:gd name="connsiteX43931" fmla="*/ 2484596 w 3114960"/>
              <a:gd name="connsiteY43931" fmla="*/ 640175 h 5143785"/>
              <a:gd name="connsiteX43932" fmla="*/ 2502503 w 3114960"/>
              <a:gd name="connsiteY43932" fmla="*/ 642652 h 5143785"/>
              <a:gd name="connsiteX43933" fmla="*/ 2502313 w 3114960"/>
              <a:gd name="connsiteY43933" fmla="*/ 606552 h 5143785"/>
              <a:gd name="connsiteX43934" fmla="*/ 2499836 w 3114960"/>
              <a:gd name="connsiteY43934" fmla="*/ 624459 h 5143785"/>
              <a:gd name="connsiteX43935" fmla="*/ 2481929 w 3114960"/>
              <a:gd name="connsiteY43935" fmla="*/ 621983 h 5143785"/>
              <a:gd name="connsiteX43936" fmla="*/ 2484406 w 3114960"/>
              <a:gd name="connsiteY43936" fmla="*/ 604076 h 5143785"/>
              <a:gd name="connsiteX43937" fmla="*/ 2502313 w 3114960"/>
              <a:gd name="connsiteY43937" fmla="*/ 606552 h 5143785"/>
              <a:gd name="connsiteX43938" fmla="*/ 2502789 w 3114960"/>
              <a:gd name="connsiteY43938" fmla="*/ 678752 h 5143785"/>
              <a:gd name="connsiteX43939" fmla="*/ 2500313 w 3114960"/>
              <a:gd name="connsiteY43939" fmla="*/ 696659 h 5143785"/>
              <a:gd name="connsiteX43940" fmla="*/ 2482405 w 3114960"/>
              <a:gd name="connsiteY43940" fmla="*/ 694182 h 5143785"/>
              <a:gd name="connsiteX43941" fmla="*/ 2484882 w 3114960"/>
              <a:gd name="connsiteY43941" fmla="*/ 676275 h 5143785"/>
              <a:gd name="connsiteX43942" fmla="*/ 2502789 w 3114960"/>
              <a:gd name="connsiteY43942" fmla="*/ 678752 h 5143785"/>
              <a:gd name="connsiteX43943" fmla="*/ 2446973 w 3114960"/>
              <a:gd name="connsiteY43943" fmla="*/ 4080510 h 5143785"/>
              <a:gd name="connsiteX43944" fmla="*/ 2604040 w 3114960"/>
              <a:gd name="connsiteY43944" fmla="*/ 4080129 h 5143785"/>
              <a:gd name="connsiteX43945" fmla="*/ 2605945 w 3114960"/>
              <a:gd name="connsiteY43945" fmla="*/ 4084320 h 5143785"/>
              <a:gd name="connsiteX43946" fmla="*/ 2605945 w 3114960"/>
              <a:gd name="connsiteY43946" fmla="*/ 4084320 h 5143785"/>
              <a:gd name="connsiteX43947" fmla="*/ 2614708 w 3114960"/>
              <a:gd name="connsiteY43947" fmla="*/ 4088702 h 5143785"/>
              <a:gd name="connsiteX43948" fmla="*/ 2621280 w 3114960"/>
              <a:gd name="connsiteY43948" fmla="*/ 4086511 h 5143785"/>
              <a:gd name="connsiteX43949" fmla="*/ 2623376 w 3114960"/>
              <a:gd name="connsiteY43949" fmla="*/ 4071176 h 5143785"/>
              <a:gd name="connsiteX43950" fmla="*/ 2616137 w 3114960"/>
              <a:gd name="connsiteY43950" fmla="*/ 4066889 h 5143785"/>
              <a:gd name="connsiteX43951" fmla="*/ 2608040 w 3114960"/>
              <a:gd name="connsiteY43951" fmla="*/ 4068985 h 5143785"/>
              <a:gd name="connsiteX43952" fmla="*/ 2604135 w 3114960"/>
              <a:gd name="connsiteY43952" fmla="*/ 4075367 h 5143785"/>
              <a:gd name="connsiteX43953" fmla="*/ 2445734 w 3114960"/>
              <a:gd name="connsiteY43953" fmla="*/ 4075748 h 5143785"/>
              <a:gd name="connsiteX43954" fmla="*/ 2444496 w 3114960"/>
              <a:gd name="connsiteY43954" fmla="*/ 4075748 h 5143785"/>
              <a:gd name="connsiteX43955" fmla="*/ 2426780 w 3114960"/>
              <a:gd name="connsiteY43955" fmla="*/ 4102132 h 5143785"/>
              <a:gd name="connsiteX43956" fmla="*/ 2298954 w 3114960"/>
              <a:gd name="connsiteY43956" fmla="*/ 4101942 h 5143785"/>
              <a:gd name="connsiteX43957" fmla="*/ 2298954 w 3114960"/>
              <a:gd name="connsiteY43957" fmla="*/ 4106704 h 5143785"/>
              <a:gd name="connsiteX43958" fmla="*/ 2429351 w 3114960"/>
              <a:gd name="connsiteY43958" fmla="*/ 4106894 h 5143785"/>
              <a:gd name="connsiteX43959" fmla="*/ 2447068 w 3114960"/>
              <a:gd name="connsiteY43959" fmla="*/ 4080510 h 5143785"/>
              <a:gd name="connsiteX43960" fmla="*/ 2610898 w 3114960"/>
              <a:gd name="connsiteY43960" fmla="*/ 4072795 h 5143785"/>
              <a:gd name="connsiteX43961" fmla="*/ 2615470 w 3114960"/>
              <a:gd name="connsiteY43961" fmla="*/ 4071557 h 5143785"/>
              <a:gd name="connsiteX43962" fmla="*/ 2619566 w 3114960"/>
              <a:gd name="connsiteY43962" fmla="*/ 4073938 h 5143785"/>
              <a:gd name="connsiteX43963" fmla="*/ 2618327 w 3114960"/>
              <a:gd name="connsiteY43963" fmla="*/ 4082605 h 5143785"/>
              <a:gd name="connsiteX43964" fmla="*/ 2609660 w 3114960"/>
              <a:gd name="connsiteY43964" fmla="*/ 4081367 h 5143785"/>
              <a:gd name="connsiteX43965" fmla="*/ 2610898 w 3114960"/>
              <a:gd name="connsiteY43965" fmla="*/ 4072700 h 5143785"/>
              <a:gd name="connsiteX43966" fmla="*/ 2555938 w 3114960"/>
              <a:gd name="connsiteY43966" fmla="*/ 562737 h 5143785"/>
              <a:gd name="connsiteX43967" fmla="*/ 2570988 w 3114960"/>
              <a:gd name="connsiteY43967" fmla="*/ 552736 h 5143785"/>
              <a:gd name="connsiteX43968" fmla="*/ 2580989 w 3114960"/>
              <a:gd name="connsiteY43968" fmla="*/ 567785 h 5143785"/>
              <a:gd name="connsiteX43969" fmla="*/ 2565940 w 3114960"/>
              <a:gd name="connsiteY43969" fmla="*/ 577787 h 5143785"/>
              <a:gd name="connsiteX43970" fmla="*/ 2555938 w 3114960"/>
              <a:gd name="connsiteY43970" fmla="*/ 562737 h 5143785"/>
              <a:gd name="connsiteX43971" fmla="*/ 2503265 w 3114960"/>
              <a:gd name="connsiteY43971" fmla="*/ 750951 h 5143785"/>
              <a:gd name="connsiteX43972" fmla="*/ 2500789 w 3114960"/>
              <a:gd name="connsiteY43972" fmla="*/ 768858 h 5143785"/>
              <a:gd name="connsiteX43973" fmla="*/ 2482882 w 3114960"/>
              <a:gd name="connsiteY43973" fmla="*/ 766382 h 5143785"/>
              <a:gd name="connsiteX43974" fmla="*/ 2485359 w 3114960"/>
              <a:gd name="connsiteY43974" fmla="*/ 748475 h 5143785"/>
              <a:gd name="connsiteX43975" fmla="*/ 2503265 w 3114960"/>
              <a:gd name="connsiteY43975" fmla="*/ 750951 h 5143785"/>
              <a:gd name="connsiteX43976" fmla="*/ 2158175 w 3114960"/>
              <a:gd name="connsiteY43976" fmla="*/ 975741 h 5143785"/>
              <a:gd name="connsiteX43977" fmla="*/ 2149602 w 3114960"/>
              <a:gd name="connsiteY43977" fmla="*/ 984314 h 5143785"/>
              <a:gd name="connsiteX43978" fmla="*/ 2141030 w 3114960"/>
              <a:gd name="connsiteY43978" fmla="*/ 975741 h 5143785"/>
              <a:gd name="connsiteX43979" fmla="*/ 2149602 w 3114960"/>
              <a:gd name="connsiteY43979" fmla="*/ 967169 h 5143785"/>
              <a:gd name="connsiteX43980" fmla="*/ 2158175 w 3114960"/>
              <a:gd name="connsiteY43980" fmla="*/ 975741 h 5143785"/>
              <a:gd name="connsiteX43981" fmla="*/ 84963 w 3114960"/>
              <a:gd name="connsiteY43981" fmla="*/ 2702719 h 5143785"/>
              <a:gd name="connsiteX43982" fmla="*/ 82487 w 3114960"/>
              <a:gd name="connsiteY43982" fmla="*/ 2684812 h 5143785"/>
              <a:gd name="connsiteX43983" fmla="*/ 100394 w 3114960"/>
              <a:gd name="connsiteY43983" fmla="*/ 2682335 h 5143785"/>
              <a:gd name="connsiteX43984" fmla="*/ 102870 w 3114960"/>
              <a:gd name="connsiteY43984" fmla="*/ 2700242 h 5143785"/>
              <a:gd name="connsiteX43985" fmla="*/ 84963 w 3114960"/>
              <a:gd name="connsiteY43985" fmla="*/ 2702719 h 5143785"/>
              <a:gd name="connsiteX43986" fmla="*/ 2502980 w 3114960"/>
              <a:gd name="connsiteY43986" fmla="*/ 714851 h 5143785"/>
              <a:gd name="connsiteX43987" fmla="*/ 2500503 w 3114960"/>
              <a:gd name="connsiteY43987" fmla="*/ 732758 h 5143785"/>
              <a:gd name="connsiteX43988" fmla="*/ 2482596 w 3114960"/>
              <a:gd name="connsiteY43988" fmla="*/ 730282 h 5143785"/>
              <a:gd name="connsiteX43989" fmla="*/ 2485073 w 3114960"/>
              <a:gd name="connsiteY43989" fmla="*/ 712375 h 5143785"/>
              <a:gd name="connsiteX43990" fmla="*/ 2502980 w 3114960"/>
              <a:gd name="connsiteY43990" fmla="*/ 714851 h 5143785"/>
              <a:gd name="connsiteX43991" fmla="*/ 3100673 w 3114960"/>
              <a:gd name="connsiteY43991" fmla="*/ 4384548 h 5143785"/>
              <a:gd name="connsiteX43992" fmla="*/ 3102007 w 3114960"/>
              <a:gd name="connsiteY43992" fmla="*/ 4384644 h 5143785"/>
              <a:gd name="connsiteX43993" fmla="*/ 3110579 w 3114960"/>
              <a:gd name="connsiteY43993" fmla="*/ 4377976 h 5143785"/>
              <a:gd name="connsiteX43994" fmla="*/ 3114675 w 3114960"/>
              <a:gd name="connsiteY43994" fmla="*/ 4377976 h 5143785"/>
              <a:gd name="connsiteX43995" fmla="*/ 3114675 w 3114960"/>
              <a:gd name="connsiteY43995" fmla="*/ 4373213 h 5143785"/>
              <a:gd name="connsiteX43996" fmla="*/ 3110675 w 3114960"/>
              <a:gd name="connsiteY43996" fmla="*/ 4373213 h 5143785"/>
              <a:gd name="connsiteX43997" fmla="*/ 3103245 w 3114960"/>
              <a:gd name="connsiteY43997" fmla="*/ 4366641 h 5143785"/>
              <a:gd name="connsiteX43998" fmla="*/ 3096482 w 3114960"/>
              <a:gd name="connsiteY43998" fmla="*/ 4368356 h 5143785"/>
              <a:gd name="connsiteX43999" fmla="*/ 3092863 w 3114960"/>
              <a:gd name="connsiteY43999" fmla="*/ 4374261 h 5143785"/>
              <a:gd name="connsiteX44000" fmla="*/ 3100483 w 3114960"/>
              <a:gd name="connsiteY44000" fmla="*/ 4384548 h 5143785"/>
              <a:gd name="connsiteX44001" fmla="*/ 3102007 w 3114960"/>
              <a:gd name="connsiteY44001" fmla="*/ 4371213 h 5143785"/>
              <a:gd name="connsiteX44002" fmla="*/ 3102674 w 3114960"/>
              <a:gd name="connsiteY44002" fmla="*/ 4371213 h 5143785"/>
              <a:gd name="connsiteX44003" fmla="*/ 3106293 w 3114960"/>
              <a:gd name="connsiteY44003" fmla="*/ 4376071 h 5143785"/>
              <a:gd name="connsiteX44004" fmla="*/ 3101435 w 3114960"/>
              <a:gd name="connsiteY44004" fmla="*/ 4379690 h 5143785"/>
              <a:gd name="connsiteX44005" fmla="*/ 3097816 w 3114960"/>
              <a:gd name="connsiteY44005" fmla="*/ 4374833 h 5143785"/>
              <a:gd name="connsiteX44006" fmla="*/ 3102102 w 3114960"/>
              <a:gd name="connsiteY44006" fmla="*/ 4371118 h 5143785"/>
              <a:gd name="connsiteX44007" fmla="*/ 2158175 w 3114960"/>
              <a:gd name="connsiteY44007" fmla="*/ 887349 h 5143785"/>
              <a:gd name="connsiteX44008" fmla="*/ 2149602 w 3114960"/>
              <a:gd name="connsiteY44008" fmla="*/ 895922 h 5143785"/>
              <a:gd name="connsiteX44009" fmla="*/ 2141030 w 3114960"/>
              <a:gd name="connsiteY44009" fmla="*/ 887349 h 5143785"/>
              <a:gd name="connsiteX44010" fmla="*/ 2149602 w 3114960"/>
              <a:gd name="connsiteY44010" fmla="*/ 878777 h 5143785"/>
              <a:gd name="connsiteX44011" fmla="*/ 2158175 w 3114960"/>
              <a:gd name="connsiteY44011" fmla="*/ 887349 h 5143785"/>
              <a:gd name="connsiteX44012" fmla="*/ 2452688 w 3114960"/>
              <a:gd name="connsiteY44012" fmla="*/ 634175 h 5143785"/>
              <a:gd name="connsiteX44013" fmla="*/ 2443067 w 3114960"/>
              <a:gd name="connsiteY44013" fmla="*/ 643128 h 5143785"/>
              <a:gd name="connsiteX44014" fmla="*/ 2391918 w 3114960"/>
              <a:gd name="connsiteY44014" fmla="*/ 643128 h 5143785"/>
              <a:gd name="connsiteX44015" fmla="*/ 2268379 w 3114960"/>
              <a:gd name="connsiteY44015" fmla="*/ 745141 h 5143785"/>
              <a:gd name="connsiteX44016" fmla="*/ 2266474 w 3114960"/>
              <a:gd name="connsiteY44016" fmla="*/ 743141 h 5143785"/>
              <a:gd name="connsiteX44017" fmla="*/ 2258568 w 3114960"/>
              <a:gd name="connsiteY44017" fmla="*/ 740664 h 5143785"/>
              <a:gd name="connsiteX44018" fmla="*/ 2256092 w 3114960"/>
              <a:gd name="connsiteY44018" fmla="*/ 740854 h 5143785"/>
              <a:gd name="connsiteX44019" fmla="*/ 2247138 w 3114960"/>
              <a:gd name="connsiteY44019" fmla="*/ 746570 h 5143785"/>
              <a:gd name="connsiteX44020" fmla="*/ 2244852 w 3114960"/>
              <a:gd name="connsiteY44020" fmla="*/ 756952 h 5143785"/>
              <a:gd name="connsiteX44021" fmla="*/ 2260949 w 3114960"/>
              <a:gd name="connsiteY44021" fmla="*/ 768191 h 5143785"/>
              <a:gd name="connsiteX44022" fmla="*/ 2272189 w 3114960"/>
              <a:gd name="connsiteY44022" fmla="*/ 752094 h 5143785"/>
              <a:gd name="connsiteX44023" fmla="*/ 2271903 w 3114960"/>
              <a:gd name="connsiteY44023" fmla="*/ 751427 h 5143785"/>
              <a:gd name="connsiteX44024" fmla="*/ 2394490 w 3114960"/>
              <a:gd name="connsiteY44024" fmla="*/ 650272 h 5143785"/>
              <a:gd name="connsiteX44025" fmla="*/ 2443067 w 3114960"/>
              <a:gd name="connsiteY44025" fmla="*/ 650272 h 5143785"/>
              <a:gd name="connsiteX44026" fmla="*/ 2457736 w 3114960"/>
              <a:gd name="connsiteY44026" fmla="*/ 659225 h 5143785"/>
              <a:gd name="connsiteX44027" fmla="*/ 2467737 w 3114960"/>
              <a:gd name="connsiteY44027" fmla="*/ 644176 h 5143785"/>
              <a:gd name="connsiteX44028" fmla="*/ 2452688 w 3114960"/>
              <a:gd name="connsiteY44028" fmla="*/ 634175 h 5143785"/>
              <a:gd name="connsiteX44029" fmla="*/ 2259711 w 3114960"/>
              <a:gd name="connsiteY44029" fmla="*/ 761048 h 5143785"/>
              <a:gd name="connsiteX44030" fmla="*/ 2258568 w 3114960"/>
              <a:gd name="connsiteY44030" fmla="*/ 761143 h 5143785"/>
              <a:gd name="connsiteX44031" fmla="*/ 2251901 w 3114960"/>
              <a:gd name="connsiteY44031" fmla="*/ 755618 h 5143785"/>
              <a:gd name="connsiteX44032" fmla="*/ 2253044 w 3114960"/>
              <a:gd name="connsiteY44032" fmla="*/ 750570 h 5143785"/>
              <a:gd name="connsiteX44033" fmla="*/ 2257425 w 3114960"/>
              <a:gd name="connsiteY44033" fmla="*/ 747808 h 5143785"/>
              <a:gd name="connsiteX44034" fmla="*/ 2265236 w 3114960"/>
              <a:gd name="connsiteY44034" fmla="*/ 753237 h 5143785"/>
              <a:gd name="connsiteX44035" fmla="*/ 2259806 w 3114960"/>
              <a:gd name="connsiteY44035" fmla="*/ 761048 h 5143785"/>
              <a:gd name="connsiteX44036" fmla="*/ 2189417 w 3114960"/>
              <a:gd name="connsiteY44036" fmla="*/ 886873 h 5143785"/>
              <a:gd name="connsiteX44037" fmla="*/ 2169128 w 3114960"/>
              <a:gd name="connsiteY44037" fmla="*/ 886587 h 5143785"/>
              <a:gd name="connsiteX44038" fmla="*/ 2165318 w 3114960"/>
              <a:gd name="connsiteY44038" fmla="*/ 875824 h 5143785"/>
              <a:gd name="connsiteX44039" fmla="*/ 2149507 w 3114960"/>
              <a:gd name="connsiteY44039" fmla="*/ 867823 h 5143785"/>
              <a:gd name="connsiteX44040" fmla="*/ 2137982 w 3114960"/>
              <a:gd name="connsiteY44040" fmla="*/ 871633 h 5143785"/>
              <a:gd name="connsiteX44041" fmla="*/ 2130266 w 3114960"/>
              <a:gd name="connsiteY44041" fmla="*/ 884396 h 5143785"/>
              <a:gd name="connsiteX44042" fmla="*/ 2133791 w 3114960"/>
              <a:gd name="connsiteY44042" fmla="*/ 898874 h 5143785"/>
              <a:gd name="connsiteX44043" fmla="*/ 2161127 w 3114960"/>
              <a:gd name="connsiteY44043" fmla="*/ 903065 h 5143785"/>
              <a:gd name="connsiteX44044" fmla="*/ 2167985 w 3114960"/>
              <a:gd name="connsiteY44044" fmla="*/ 893731 h 5143785"/>
              <a:gd name="connsiteX44045" fmla="*/ 2187131 w 3114960"/>
              <a:gd name="connsiteY44045" fmla="*/ 894017 h 5143785"/>
              <a:gd name="connsiteX44046" fmla="*/ 2205609 w 3114960"/>
              <a:gd name="connsiteY44046" fmla="*/ 906494 h 5143785"/>
              <a:gd name="connsiteX44047" fmla="*/ 2371916 w 3114960"/>
              <a:gd name="connsiteY44047" fmla="*/ 906494 h 5143785"/>
              <a:gd name="connsiteX44048" fmla="*/ 2393918 w 3114960"/>
              <a:gd name="connsiteY44048" fmla="*/ 885158 h 5143785"/>
              <a:gd name="connsiteX44049" fmla="*/ 2457641 w 3114960"/>
              <a:gd name="connsiteY44049" fmla="*/ 885158 h 5143785"/>
              <a:gd name="connsiteX44050" fmla="*/ 2479643 w 3114960"/>
              <a:gd name="connsiteY44050" fmla="*/ 862394 h 5143785"/>
              <a:gd name="connsiteX44051" fmla="*/ 2479643 w 3114960"/>
              <a:gd name="connsiteY44051" fmla="*/ 800100 h 5143785"/>
              <a:gd name="connsiteX44052" fmla="*/ 2468118 w 3114960"/>
              <a:gd name="connsiteY44052" fmla="*/ 791337 h 5143785"/>
              <a:gd name="connsiteX44053" fmla="*/ 2468690 w 3114960"/>
              <a:gd name="connsiteY44053" fmla="*/ 784479 h 5143785"/>
              <a:gd name="connsiteX44054" fmla="*/ 2453640 w 3114960"/>
              <a:gd name="connsiteY44054" fmla="*/ 774478 h 5143785"/>
              <a:gd name="connsiteX44055" fmla="*/ 2443639 w 3114960"/>
              <a:gd name="connsiteY44055" fmla="*/ 789527 h 5143785"/>
              <a:gd name="connsiteX44056" fmla="*/ 2458688 w 3114960"/>
              <a:gd name="connsiteY44056" fmla="*/ 799529 h 5143785"/>
              <a:gd name="connsiteX44057" fmla="*/ 2463832 w 3114960"/>
              <a:gd name="connsiteY44057" fmla="*/ 797147 h 5143785"/>
              <a:gd name="connsiteX44058" fmla="*/ 2472500 w 3114960"/>
              <a:gd name="connsiteY44058" fmla="*/ 803720 h 5143785"/>
              <a:gd name="connsiteX44059" fmla="*/ 2472500 w 3114960"/>
              <a:gd name="connsiteY44059" fmla="*/ 859536 h 5143785"/>
              <a:gd name="connsiteX44060" fmla="*/ 2454593 w 3114960"/>
              <a:gd name="connsiteY44060" fmla="*/ 878110 h 5143785"/>
              <a:gd name="connsiteX44061" fmla="*/ 2390966 w 3114960"/>
              <a:gd name="connsiteY44061" fmla="*/ 878110 h 5143785"/>
              <a:gd name="connsiteX44062" fmla="*/ 2368963 w 3114960"/>
              <a:gd name="connsiteY44062" fmla="*/ 899446 h 5143785"/>
              <a:gd name="connsiteX44063" fmla="*/ 2207800 w 3114960"/>
              <a:gd name="connsiteY44063" fmla="*/ 899446 h 5143785"/>
              <a:gd name="connsiteX44064" fmla="*/ 2189321 w 3114960"/>
              <a:gd name="connsiteY44064" fmla="*/ 886968 h 5143785"/>
              <a:gd name="connsiteX44065" fmla="*/ 2156841 w 3114960"/>
              <a:gd name="connsiteY44065" fmla="*/ 897350 h 5143785"/>
              <a:gd name="connsiteX44066" fmla="*/ 2149507 w 3114960"/>
              <a:gd name="connsiteY44066" fmla="*/ 899732 h 5143785"/>
              <a:gd name="connsiteX44067" fmla="*/ 2139506 w 3114960"/>
              <a:gd name="connsiteY44067" fmla="*/ 894683 h 5143785"/>
              <a:gd name="connsiteX44068" fmla="*/ 2137220 w 3114960"/>
              <a:gd name="connsiteY44068" fmla="*/ 885444 h 5143785"/>
              <a:gd name="connsiteX44069" fmla="*/ 2142173 w 3114960"/>
              <a:gd name="connsiteY44069" fmla="*/ 877348 h 5143785"/>
              <a:gd name="connsiteX44070" fmla="*/ 2159508 w 3114960"/>
              <a:gd name="connsiteY44070" fmla="*/ 880015 h 5143785"/>
              <a:gd name="connsiteX44071" fmla="*/ 2161794 w 3114960"/>
              <a:gd name="connsiteY44071" fmla="*/ 889254 h 5143785"/>
              <a:gd name="connsiteX44072" fmla="*/ 2156841 w 3114960"/>
              <a:gd name="connsiteY44072" fmla="*/ 897350 h 5143785"/>
              <a:gd name="connsiteX44073" fmla="*/ 2611946 w 3114960"/>
              <a:gd name="connsiteY44073" fmla="*/ 4103180 h 5143785"/>
              <a:gd name="connsiteX44074" fmla="*/ 2607945 w 3114960"/>
              <a:gd name="connsiteY44074" fmla="*/ 4109561 h 5143785"/>
              <a:gd name="connsiteX44075" fmla="*/ 2488883 w 3114960"/>
              <a:gd name="connsiteY44075" fmla="*/ 4109561 h 5143785"/>
              <a:gd name="connsiteX44076" fmla="*/ 2471166 w 3114960"/>
              <a:gd name="connsiteY44076" fmla="*/ 4135946 h 5143785"/>
              <a:gd name="connsiteX44077" fmla="*/ 2368868 w 3114960"/>
              <a:gd name="connsiteY44077" fmla="*/ 4135946 h 5143785"/>
              <a:gd name="connsiteX44078" fmla="*/ 2358104 w 3114960"/>
              <a:gd name="connsiteY44078" fmla="*/ 4127183 h 5143785"/>
              <a:gd name="connsiteX44079" fmla="*/ 2346865 w 3114960"/>
              <a:gd name="connsiteY44079" fmla="*/ 4138422 h 5143785"/>
              <a:gd name="connsiteX44080" fmla="*/ 2358104 w 3114960"/>
              <a:gd name="connsiteY44080" fmla="*/ 4149662 h 5143785"/>
              <a:gd name="connsiteX44081" fmla="*/ 2368868 w 3114960"/>
              <a:gd name="connsiteY44081" fmla="*/ 4140803 h 5143785"/>
              <a:gd name="connsiteX44082" fmla="*/ 2473738 w 3114960"/>
              <a:gd name="connsiteY44082" fmla="*/ 4140803 h 5143785"/>
              <a:gd name="connsiteX44083" fmla="*/ 2491454 w 3114960"/>
              <a:gd name="connsiteY44083" fmla="*/ 4114324 h 5143785"/>
              <a:gd name="connsiteX44084" fmla="*/ 2607945 w 3114960"/>
              <a:gd name="connsiteY44084" fmla="*/ 4114324 h 5143785"/>
              <a:gd name="connsiteX44085" fmla="*/ 2609850 w 3114960"/>
              <a:gd name="connsiteY44085" fmla="*/ 4118515 h 5143785"/>
              <a:gd name="connsiteX44086" fmla="*/ 2609850 w 3114960"/>
              <a:gd name="connsiteY44086" fmla="*/ 4118515 h 5143785"/>
              <a:gd name="connsiteX44087" fmla="*/ 2618613 w 3114960"/>
              <a:gd name="connsiteY44087" fmla="*/ 4122896 h 5143785"/>
              <a:gd name="connsiteX44088" fmla="*/ 2625185 w 3114960"/>
              <a:gd name="connsiteY44088" fmla="*/ 4120705 h 5143785"/>
              <a:gd name="connsiteX44089" fmla="*/ 2627281 w 3114960"/>
              <a:gd name="connsiteY44089" fmla="*/ 4105370 h 5143785"/>
              <a:gd name="connsiteX44090" fmla="*/ 2620042 w 3114960"/>
              <a:gd name="connsiteY44090" fmla="*/ 4101084 h 5143785"/>
              <a:gd name="connsiteX44091" fmla="*/ 2611946 w 3114960"/>
              <a:gd name="connsiteY44091" fmla="*/ 4103180 h 5143785"/>
              <a:gd name="connsiteX44092" fmla="*/ 2358104 w 3114960"/>
              <a:gd name="connsiteY44092" fmla="*/ 4144804 h 5143785"/>
              <a:gd name="connsiteX44093" fmla="*/ 2351627 w 3114960"/>
              <a:gd name="connsiteY44093" fmla="*/ 4138327 h 5143785"/>
              <a:gd name="connsiteX44094" fmla="*/ 2358104 w 3114960"/>
              <a:gd name="connsiteY44094" fmla="*/ 4131850 h 5143785"/>
              <a:gd name="connsiteX44095" fmla="*/ 2364581 w 3114960"/>
              <a:gd name="connsiteY44095" fmla="*/ 4138327 h 5143785"/>
              <a:gd name="connsiteX44096" fmla="*/ 2358104 w 3114960"/>
              <a:gd name="connsiteY44096" fmla="*/ 4144804 h 5143785"/>
              <a:gd name="connsiteX44097" fmla="*/ 2622233 w 3114960"/>
              <a:gd name="connsiteY44097" fmla="*/ 4116800 h 5143785"/>
              <a:gd name="connsiteX44098" fmla="*/ 2613565 w 3114960"/>
              <a:gd name="connsiteY44098" fmla="*/ 4115562 h 5143785"/>
              <a:gd name="connsiteX44099" fmla="*/ 2614803 w 3114960"/>
              <a:gd name="connsiteY44099" fmla="*/ 4106894 h 5143785"/>
              <a:gd name="connsiteX44100" fmla="*/ 2619375 w 3114960"/>
              <a:gd name="connsiteY44100" fmla="*/ 4105656 h 5143785"/>
              <a:gd name="connsiteX44101" fmla="*/ 2623471 w 3114960"/>
              <a:gd name="connsiteY44101" fmla="*/ 4108037 h 5143785"/>
              <a:gd name="connsiteX44102" fmla="*/ 2622233 w 3114960"/>
              <a:gd name="connsiteY44102" fmla="*/ 4116705 h 5143785"/>
              <a:gd name="connsiteX44103" fmla="*/ 3107436 w 3114960"/>
              <a:gd name="connsiteY44103" fmla="*/ 4275487 h 5143785"/>
              <a:gd name="connsiteX44104" fmla="*/ 3114770 w 3114960"/>
              <a:gd name="connsiteY44104" fmla="*/ 4275487 h 5143785"/>
              <a:gd name="connsiteX44105" fmla="*/ 3114770 w 3114960"/>
              <a:gd name="connsiteY44105" fmla="*/ 4270724 h 5143785"/>
              <a:gd name="connsiteX44106" fmla="*/ 3109436 w 3114960"/>
              <a:gd name="connsiteY44106" fmla="*/ 4270724 h 5143785"/>
              <a:gd name="connsiteX44107" fmla="*/ 3034094 w 3114960"/>
              <a:gd name="connsiteY44107" fmla="*/ 4191572 h 5143785"/>
              <a:gd name="connsiteX44108" fmla="*/ 3034094 w 3114960"/>
              <a:gd name="connsiteY44108" fmla="*/ 4180618 h 5143785"/>
              <a:gd name="connsiteX44109" fmla="*/ 3041618 w 3114960"/>
              <a:gd name="connsiteY44109" fmla="*/ 4167092 h 5143785"/>
              <a:gd name="connsiteX44110" fmla="*/ 3028093 w 3114960"/>
              <a:gd name="connsiteY44110" fmla="*/ 4159568 h 5143785"/>
              <a:gd name="connsiteX44111" fmla="*/ 3020568 w 3114960"/>
              <a:gd name="connsiteY44111" fmla="*/ 4173093 h 5143785"/>
              <a:gd name="connsiteX44112" fmla="*/ 3029426 w 3114960"/>
              <a:gd name="connsiteY44112" fmla="*/ 4180713 h 5143785"/>
              <a:gd name="connsiteX44113" fmla="*/ 3029426 w 3114960"/>
              <a:gd name="connsiteY44113" fmla="*/ 4193381 h 5143785"/>
              <a:gd name="connsiteX44114" fmla="*/ 3107436 w 3114960"/>
              <a:gd name="connsiteY44114" fmla="*/ 4275392 h 5143785"/>
              <a:gd name="connsiteX44115" fmla="*/ 3025140 w 3114960"/>
              <a:gd name="connsiteY44115" fmla="*/ 4171760 h 5143785"/>
              <a:gd name="connsiteX44116" fmla="*/ 3025712 w 3114960"/>
              <a:gd name="connsiteY44116" fmla="*/ 4167092 h 5143785"/>
              <a:gd name="connsiteX44117" fmla="*/ 3029426 w 3114960"/>
              <a:gd name="connsiteY44117" fmla="*/ 4164140 h 5143785"/>
              <a:gd name="connsiteX44118" fmla="*/ 3031141 w 3114960"/>
              <a:gd name="connsiteY44118" fmla="*/ 4163854 h 5143785"/>
              <a:gd name="connsiteX44119" fmla="*/ 3037046 w 3114960"/>
              <a:gd name="connsiteY44119" fmla="*/ 4168330 h 5143785"/>
              <a:gd name="connsiteX44120" fmla="*/ 3032760 w 3114960"/>
              <a:gd name="connsiteY44120" fmla="*/ 4175951 h 5143785"/>
              <a:gd name="connsiteX44121" fmla="*/ 3025140 w 3114960"/>
              <a:gd name="connsiteY44121" fmla="*/ 4171664 h 5143785"/>
              <a:gd name="connsiteX44122" fmla="*/ 697135 w 3114960"/>
              <a:gd name="connsiteY44122" fmla="*/ 2100834 h 5143785"/>
              <a:gd name="connsiteX44123" fmla="*/ 706850 w 3114960"/>
              <a:gd name="connsiteY44123" fmla="*/ 2092357 h 5143785"/>
              <a:gd name="connsiteX44124" fmla="*/ 710660 w 3114960"/>
              <a:gd name="connsiteY44124" fmla="*/ 2092643 h 5143785"/>
              <a:gd name="connsiteX44125" fmla="*/ 719138 w 3114960"/>
              <a:gd name="connsiteY44125" fmla="*/ 2102358 h 5143785"/>
              <a:gd name="connsiteX44126" fmla="*/ 718852 w 3114960"/>
              <a:gd name="connsiteY44126" fmla="*/ 2106168 h 5143785"/>
              <a:gd name="connsiteX44127" fmla="*/ 709136 w 3114960"/>
              <a:gd name="connsiteY44127" fmla="*/ 2114645 h 5143785"/>
              <a:gd name="connsiteX44128" fmla="*/ 705326 w 3114960"/>
              <a:gd name="connsiteY44128" fmla="*/ 2114360 h 5143785"/>
              <a:gd name="connsiteX44129" fmla="*/ 696849 w 3114960"/>
              <a:gd name="connsiteY44129" fmla="*/ 2104644 h 5143785"/>
              <a:gd name="connsiteX44130" fmla="*/ 697135 w 3114960"/>
              <a:gd name="connsiteY44130" fmla="*/ 2100834 h 5143785"/>
              <a:gd name="connsiteX44131" fmla="*/ 3028379 w 3114960"/>
              <a:gd name="connsiteY44131" fmla="*/ 4092321 h 5143785"/>
              <a:gd name="connsiteX44132" fmla="*/ 3020854 w 3114960"/>
              <a:gd name="connsiteY44132" fmla="*/ 4105847 h 5143785"/>
              <a:gd name="connsiteX44133" fmla="*/ 3026093 w 3114960"/>
              <a:gd name="connsiteY44133" fmla="*/ 4112419 h 5143785"/>
              <a:gd name="connsiteX44134" fmla="*/ 3029712 w 3114960"/>
              <a:gd name="connsiteY44134" fmla="*/ 4113562 h 5143785"/>
              <a:gd name="connsiteX44135" fmla="*/ 3029712 w 3114960"/>
              <a:gd name="connsiteY44135" fmla="*/ 4126135 h 5143785"/>
              <a:gd name="connsiteX44136" fmla="*/ 3114770 w 3114960"/>
              <a:gd name="connsiteY44136" fmla="*/ 4216242 h 5143785"/>
              <a:gd name="connsiteX44137" fmla="*/ 3114770 w 3114960"/>
              <a:gd name="connsiteY44137" fmla="*/ 4209288 h 5143785"/>
              <a:gd name="connsiteX44138" fmla="*/ 3034379 w 3114960"/>
              <a:gd name="connsiteY44138" fmla="*/ 4124230 h 5143785"/>
              <a:gd name="connsiteX44139" fmla="*/ 3034379 w 3114960"/>
              <a:gd name="connsiteY44139" fmla="*/ 4113276 h 5143785"/>
              <a:gd name="connsiteX44140" fmla="*/ 3041904 w 3114960"/>
              <a:gd name="connsiteY44140" fmla="*/ 4099751 h 5143785"/>
              <a:gd name="connsiteX44141" fmla="*/ 3041904 w 3114960"/>
              <a:gd name="connsiteY44141" fmla="*/ 4099751 h 5143785"/>
              <a:gd name="connsiteX44142" fmla="*/ 3028379 w 3114960"/>
              <a:gd name="connsiteY44142" fmla="*/ 4092226 h 5143785"/>
              <a:gd name="connsiteX44143" fmla="*/ 3033046 w 3114960"/>
              <a:gd name="connsiteY44143" fmla="*/ 4108799 h 5143785"/>
              <a:gd name="connsiteX44144" fmla="*/ 3028379 w 3114960"/>
              <a:gd name="connsiteY44144" fmla="*/ 4108228 h 5143785"/>
              <a:gd name="connsiteX44145" fmla="*/ 3025426 w 3114960"/>
              <a:gd name="connsiteY44145" fmla="*/ 4104513 h 5143785"/>
              <a:gd name="connsiteX44146" fmla="*/ 3029712 w 3114960"/>
              <a:gd name="connsiteY44146" fmla="*/ 4096893 h 5143785"/>
              <a:gd name="connsiteX44147" fmla="*/ 3031427 w 3114960"/>
              <a:gd name="connsiteY44147" fmla="*/ 4096607 h 5143785"/>
              <a:gd name="connsiteX44148" fmla="*/ 3037427 w 3114960"/>
              <a:gd name="connsiteY44148" fmla="*/ 4101084 h 5143785"/>
              <a:gd name="connsiteX44149" fmla="*/ 3033141 w 3114960"/>
              <a:gd name="connsiteY44149" fmla="*/ 4108704 h 5143785"/>
              <a:gd name="connsiteX44150" fmla="*/ 117062 w 3114960"/>
              <a:gd name="connsiteY44150" fmla="*/ 2704243 h 5143785"/>
              <a:gd name="connsiteX44151" fmla="*/ 132112 w 3114960"/>
              <a:gd name="connsiteY44151" fmla="*/ 2694242 h 5143785"/>
              <a:gd name="connsiteX44152" fmla="*/ 142113 w 3114960"/>
              <a:gd name="connsiteY44152" fmla="*/ 2709291 h 5143785"/>
              <a:gd name="connsiteX44153" fmla="*/ 127064 w 3114960"/>
              <a:gd name="connsiteY44153" fmla="*/ 2719292 h 5143785"/>
              <a:gd name="connsiteX44154" fmla="*/ 117062 w 3114960"/>
              <a:gd name="connsiteY44154" fmla="*/ 2704243 h 5143785"/>
              <a:gd name="connsiteX44155" fmla="*/ 2558415 w 3114960"/>
              <a:gd name="connsiteY44155" fmla="*/ 4205669 h 5143785"/>
              <a:gd name="connsiteX44156" fmla="*/ 2568321 w 3114960"/>
              <a:gd name="connsiteY44156" fmla="*/ 4205669 h 5143785"/>
              <a:gd name="connsiteX44157" fmla="*/ 2572226 w 3114960"/>
              <a:gd name="connsiteY44157" fmla="*/ 4201763 h 5143785"/>
              <a:gd name="connsiteX44158" fmla="*/ 2572226 w 3114960"/>
              <a:gd name="connsiteY44158" fmla="*/ 4191857 h 5143785"/>
              <a:gd name="connsiteX44159" fmla="*/ 2568321 w 3114960"/>
              <a:gd name="connsiteY44159" fmla="*/ 4187952 h 5143785"/>
              <a:gd name="connsiteX44160" fmla="*/ 2558415 w 3114960"/>
              <a:gd name="connsiteY44160" fmla="*/ 4187952 h 5143785"/>
              <a:gd name="connsiteX44161" fmla="*/ 2554510 w 3114960"/>
              <a:gd name="connsiteY44161" fmla="*/ 4191857 h 5143785"/>
              <a:gd name="connsiteX44162" fmla="*/ 2554510 w 3114960"/>
              <a:gd name="connsiteY44162" fmla="*/ 4194429 h 5143785"/>
              <a:gd name="connsiteX44163" fmla="*/ 2519744 w 3114960"/>
              <a:gd name="connsiteY44163" fmla="*/ 4194429 h 5143785"/>
              <a:gd name="connsiteX44164" fmla="*/ 2497074 w 3114960"/>
              <a:gd name="connsiteY44164" fmla="*/ 4172807 h 5143785"/>
              <a:gd name="connsiteX44165" fmla="*/ 2499170 w 3114960"/>
              <a:gd name="connsiteY44165" fmla="*/ 4168045 h 5143785"/>
              <a:gd name="connsiteX44166" fmla="*/ 2497074 w 3114960"/>
              <a:gd name="connsiteY44166" fmla="*/ 4159949 h 5143785"/>
              <a:gd name="connsiteX44167" fmla="*/ 2489835 w 3114960"/>
              <a:gd name="connsiteY44167" fmla="*/ 4155662 h 5143785"/>
              <a:gd name="connsiteX44168" fmla="*/ 2481739 w 3114960"/>
              <a:gd name="connsiteY44168" fmla="*/ 4157758 h 5143785"/>
              <a:gd name="connsiteX44169" fmla="*/ 2477548 w 3114960"/>
              <a:gd name="connsiteY44169" fmla="*/ 4164997 h 5143785"/>
              <a:gd name="connsiteX44170" fmla="*/ 2479643 w 3114960"/>
              <a:gd name="connsiteY44170" fmla="*/ 4173093 h 5143785"/>
              <a:gd name="connsiteX44171" fmla="*/ 2479643 w 3114960"/>
              <a:gd name="connsiteY44171" fmla="*/ 4173093 h 5143785"/>
              <a:gd name="connsiteX44172" fmla="*/ 2488406 w 3114960"/>
              <a:gd name="connsiteY44172" fmla="*/ 4177475 h 5143785"/>
              <a:gd name="connsiteX44173" fmla="*/ 2493550 w 3114960"/>
              <a:gd name="connsiteY44173" fmla="*/ 4176046 h 5143785"/>
              <a:gd name="connsiteX44174" fmla="*/ 2517172 w 3114960"/>
              <a:gd name="connsiteY44174" fmla="*/ 4198525 h 5143785"/>
              <a:gd name="connsiteX44175" fmla="*/ 2518791 w 3114960"/>
              <a:gd name="connsiteY44175" fmla="*/ 4199192 h 5143785"/>
              <a:gd name="connsiteX44176" fmla="*/ 2554510 w 3114960"/>
              <a:gd name="connsiteY44176" fmla="*/ 4199192 h 5143785"/>
              <a:gd name="connsiteX44177" fmla="*/ 2554510 w 3114960"/>
              <a:gd name="connsiteY44177" fmla="*/ 4201763 h 5143785"/>
              <a:gd name="connsiteX44178" fmla="*/ 2558415 w 3114960"/>
              <a:gd name="connsiteY44178" fmla="*/ 4205669 h 5143785"/>
              <a:gd name="connsiteX44179" fmla="*/ 2492026 w 3114960"/>
              <a:gd name="connsiteY44179" fmla="*/ 4171474 h 5143785"/>
              <a:gd name="connsiteX44180" fmla="*/ 2483358 w 3114960"/>
              <a:gd name="connsiteY44180" fmla="*/ 4170236 h 5143785"/>
              <a:gd name="connsiteX44181" fmla="*/ 2482120 w 3114960"/>
              <a:gd name="connsiteY44181" fmla="*/ 4165663 h 5143785"/>
              <a:gd name="connsiteX44182" fmla="*/ 2484501 w 3114960"/>
              <a:gd name="connsiteY44182" fmla="*/ 4161568 h 5143785"/>
              <a:gd name="connsiteX44183" fmla="*/ 2489073 w 3114960"/>
              <a:gd name="connsiteY44183" fmla="*/ 4160425 h 5143785"/>
              <a:gd name="connsiteX44184" fmla="*/ 2493169 w 3114960"/>
              <a:gd name="connsiteY44184" fmla="*/ 4162806 h 5143785"/>
              <a:gd name="connsiteX44185" fmla="*/ 2494407 w 3114960"/>
              <a:gd name="connsiteY44185" fmla="*/ 4167378 h 5143785"/>
              <a:gd name="connsiteX44186" fmla="*/ 2492026 w 3114960"/>
              <a:gd name="connsiteY44186" fmla="*/ 4171474 h 5143785"/>
              <a:gd name="connsiteX44187" fmla="*/ 3045143 w 3114960"/>
              <a:gd name="connsiteY44187" fmla="*/ 3975545 h 5143785"/>
              <a:gd name="connsiteX44188" fmla="*/ 3007138 w 3114960"/>
              <a:gd name="connsiteY44188" fmla="*/ 3975545 h 5143785"/>
              <a:gd name="connsiteX44189" fmla="*/ 2996375 w 3114960"/>
              <a:gd name="connsiteY44189" fmla="*/ 3986308 h 5143785"/>
              <a:gd name="connsiteX44190" fmla="*/ 3007138 w 3114960"/>
              <a:gd name="connsiteY44190" fmla="*/ 3997071 h 5143785"/>
              <a:gd name="connsiteX44191" fmla="*/ 3051715 w 3114960"/>
              <a:gd name="connsiteY44191" fmla="*/ 3997071 h 5143785"/>
              <a:gd name="connsiteX44192" fmla="*/ 3051715 w 3114960"/>
              <a:gd name="connsiteY44192" fmla="*/ 4003834 h 5143785"/>
              <a:gd name="connsiteX44193" fmla="*/ 3054096 w 3114960"/>
              <a:gd name="connsiteY44193" fmla="*/ 4006215 h 5143785"/>
              <a:gd name="connsiteX44194" fmla="*/ 3062097 w 3114960"/>
              <a:gd name="connsiteY44194" fmla="*/ 4006215 h 5143785"/>
              <a:gd name="connsiteX44195" fmla="*/ 3064478 w 3114960"/>
              <a:gd name="connsiteY44195" fmla="*/ 4003834 h 5143785"/>
              <a:gd name="connsiteX44196" fmla="*/ 3064478 w 3114960"/>
              <a:gd name="connsiteY44196" fmla="*/ 3997071 h 5143785"/>
              <a:gd name="connsiteX44197" fmla="*/ 3072098 w 3114960"/>
              <a:gd name="connsiteY44197" fmla="*/ 3997071 h 5143785"/>
              <a:gd name="connsiteX44198" fmla="*/ 3072098 w 3114960"/>
              <a:gd name="connsiteY44198" fmla="*/ 4003834 h 5143785"/>
              <a:gd name="connsiteX44199" fmla="*/ 3074480 w 3114960"/>
              <a:gd name="connsiteY44199" fmla="*/ 4006215 h 5143785"/>
              <a:gd name="connsiteX44200" fmla="*/ 3082480 w 3114960"/>
              <a:gd name="connsiteY44200" fmla="*/ 4006215 h 5143785"/>
              <a:gd name="connsiteX44201" fmla="*/ 3084862 w 3114960"/>
              <a:gd name="connsiteY44201" fmla="*/ 4003834 h 5143785"/>
              <a:gd name="connsiteX44202" fmla="*/ 3084862 w 3114960"/>
              <a:gd name="connsiteY44202" fmla="*/ 3997071 h 5143785"/>
              <a:gd name="connsiteX44203" fmla="*/ 3114866 w 3114960"/>
              <a:gd name="connsiteY44203" fmla="*/ 3997071 h 5143785"/>
              <a:gd name="connsiteX44204" fmla="*/ 3114866 w 3114960"/>
              <a:gd name="connsiteY44204" fmla="*/ 3992309 h 5143785"/>
              <a:gd name="connsiteX44205" fmla="*/ 3084862 w 3114960"/>
              <a:gd name="connsiteY44205" fmla="*/ 3992309 h 5143785"/>
              <a:gd name="connsiteX44206" fmla="*/ 3084862 w 3114960"/>
              <a:gd name="connsiteY44206" fmla="*/ 3985546 h 5143785"/>
              <a:gd name="connsiteX44207" fmla="*/ 3082480 w 3114960"/>
              <a:gd name="connsiteY44207" fmla="*/ 3983165 h 5143785"/>
              <a:gd name="connsiteX44208" fmla="*/ 3074480 w 3114960"/>
              <a:gd name="connsiteY44208" fmla="*/ 3983165 h 5143785"/>
              <a:gd name="connsiteX44209" fmla="*/ 3072098 w 3114960"/>
              <a:gd name="connsiteY44209" fmla="*/ 3985546 h 5143785"/>
              <a:gd name="connsiteX44210" fmla="*/ 3072098 w 3114960"/>
              <a:gd name="connsiteY44210" fmla="*/ 3992309 h 5143785"/>
              <a:gd name="connsiteX44211" fmla="*/ 3064478 w 3114960"/>
              <a:gd name="connsiteY44211" fmla="*/ 3992309 h 5143785"/>
              <a:gd name="connsiteX44212" fmla="*/ 3064478 w 3114960"/>
              <a:gd name="connsiteY44212" fmla="*/ 3985546 h 5143785"/>
              <a:gd name="connsiteX44213" fmla="*/ 3062097 w 3114960"/>
              <a:gd name="connsiteY44213" fmla="*/ 3983165 h 5143785"/>
              <a:gd name="connsiteX44214" fmla="*/ 3054096 w 3114960"/>
              <a:gd name="connsiteY44214" fmla="*/ 3983165 h 5143785"/>
              <a:gd name="connsiteX44215" fmla="*/ 3051715 w 3114960"/>
              <a:gd name="connsiteY44215" fmla="*/ 3985546 h 5143785"/>
              <a:gd name="connsiteX44216" fmla="*/ 3051715 w 3114960"/>
              <a:gd name="connsiteY44216" fmla="*/ 3992213 h 5143785"/>
              <a:gd name="connsiteX44217" fmla="*/ 3007138 w 3114960"/>
              <a:gd name="connsiteY44217" fmla="*/ 3992213 h 5143785"/>
              <a:gd name="connsiteX44218" fmla="*/ 3001137 w 3114960"/>
              <a:gd name="connsiteY44218" fmla="*/ 3986213 h 5143785"/>
              <a:gd name="connsiteX44219" fmla="*/ 3007138 w 3114960"/>
              <a:gd name="connsiteY44219" fmla="*/ 3980212 h 5143785"/>
              <a:gd name="connsiteX44220" fmla="*/ 3045143 w 3114960"/>
              <a:gd name="connsiteY44220" fmla="*/ 3980212 h 5143785"/>
              <a:gd name="connsiteX44221" fmla="*/ 3055906 w 3114960"/>
              <a:gd name="connsiteY44221" fmla="*/ 3969449 h 5143785"/>
              <a:gd name="connsiteX44222" fmla="*/ 3045143 w 3114960"/>
              <a:gd name="connsiteY44222" fmla="*/ 3958685 h 5143785"/>
              <a:gd name="connsiteX44223" fmla="*/ 3007138 w 3114960"/>
              <a:gd name="connsiteY44223" fmla="*/ 3958685 h 5143785"/>
              <a:gd name="connsiteX44224" fmla="*/ 3001137 w 3114960"/>
              <a:gd name="connsiteY44224" fmla="*/ 3952685 h 5143785"/>
              <a:gd name="connsiteX44225" fmla="*/ 3007138 w 3114960"/>
              <a:gd name="connsiteY44225" fmla="*/ 3946684 h 5143785"/>
              <a:gd name="connsiteX44226" fmla="*/ 3045143 w 3114960"/>
              <a:gd name="connsiteY44226" fmla="*/ 3946684 h 5143785"/>
              <a:gd name="connsiteX44227" fmla="*/ 3055906 w 3114960"/>
              <a:gd name="connsiteY44227" fmla="*/ 3935921 h 5143785"/>
              <a:gd name="connsiteX44228" fmla="*/ 3045143 w 3114960"/>
              <a:gd name="connsiteY44228" fmla="*/ 3925157 h 5143785"/>
              <a:gd name="connsiteX44229" fmla="*/ 3002661 w 3114960"/>
              <a:gd name="connsiteY44229" fmla="*/ 3925157 h 5143785"/>
              <a:gd name="connsiteX44230" fmla="*/ 3002661 w 3114960"/>
              <a:gd name="connsiteY44230" fmla="*/ 3918395 h 5143785"/>
              <a:gd name="connsiteX44231" fmla="*/ 3000280 w 3114960"/>
              <a:gd name="connsiteY44231" fmla="*/ 3916013 h 5143785"/>
              <a:gd name="connsiteX44232" fmla="*/ 2992279 w 3114960"/>
              <a:gd name="connsiteY44232" fmla="*/ 3916013 h 5143785"/>
              <a:gd name="connsiteX44233" fmla="*/ 2989898 w 3114960"/>
              <a:gd name="connsiteY44233" fmla="*/ 3918395 h 5143785"/>
              <a:gd name="connsiteX44234" fmla="*/ 2989898 w 3114960"/>
              <a:gd name="connsiteY44234" fmla="*/ 3936587 h 5143785"/>
              <a:gd name="connsiteX44235" fmla="*/ 2992279 w 3114960"/>
              <a:gd name="connsiteY44235" fmla="*/ 3938969 h 5143785"/>
              <a:gd name="connsiteX44236" fmla="*/ 3000280 w 3114960"/>
              <a:gd name="connsiteY44236" fmla="*/ 3938969 h 5143785"/>
              <a:gd name="connsiteX44237" fmla="*/ 3002661 w 3114960"/>
              <a:gd name="connsiteY44237" fmla="*/ 3936587 h 5143785"/>
              <a:gd name="connsiteX44238" fmla="*/ 3002661 w 3114960"/>
              <a:gd name="connsiteY44238" fmla="*/ 3929825 h 5143785"/>
              <a:gd name="connsiteX44239" fmla="*/ 3045143 w 3114960"/>
              <a:gd name="connsiteY44239" fmla="*/ 3929825 h 5143785"/>
              <a:gd name="connsiteX44240" fmla="*/ 3051143 w 3114960"/>
              <a:gd name="connsiteY44240" fmla="*/ 3935825 h 5143785"/>
              <a:gd name="connsiteX44241" fmla="*/ 3045143 w 3114960"/>
              <a:gd name="connsiteY44241" fmla="*/ 3941826 h 5143785"/>
              <a:gd name="connsiteX44242" fmla="*/ 3007138 w 3114960"/>
              <a:gd name="connsiteY44242" fmla="*/ 3941826 h 5143785"/>
              <a:gd name="connsiteX44243" fmla="*/ 2996375 w 3114960"/>
              <a:gd name="connsiteY44243" fmla="*/ 3952589 h 5143785"/>
              <a:gd name="connsiteX44244" fmla="*/ 3007138 w 3114960"/>
              <a:gd name="connsiteY44244" fmla="*/ 3963353 h 5143785"/>
              <a:gd name="connsiteX44245" fmla="*/ 3045143 w 3114960"/>
              <a:gd name="connsiteY44245" fmla="*/ 3963353 h 5143785"/>
              <a:gd name="connsiteX44246" fmla="*/ 3051143 w 3114960"/>
              <a:gd name="connsiteY44246" fmla="*/ 3969353 h 5143785"/>
              <a:gd name="connsiteX44247" fmla="*/ 3045143 w 3114960"/>
              <a:gd name="connsiteY44247" fmla="*/ 3975354 h 5143785"/>
              <a:gd name="connsiteX44248" fmla="*/ 3076861 w 3114960"/>
              <a:gd name="connsiteY44248" fmla="*/ 3987927 h 5143785"/>
              <a:gd name="connsiteX44249" fmla="*/ 3080099 w 3114960"/>
              <a:gd name="connsiteY44249" fmla="*/ 3987927 h 5143785"/>
              <a:gd name="connsiteX44250" fmla="*/ 3080099 w 3114960"/>
              <a:gd name="connsiteY44250" fmla="*/ 4001357 h 5143785"/>
              <a:gd name="connsiteX44251" fmla="*/ 3076861 w 3114960"/>
              <a:gd name="connsiteY44251" fmla="*/ 4001357 h 5143785"/>
              <a:gd name="connsiteX44252" fmla="*/ 3076861 w 3114960"/>
              <a:gd name="connsiteY44252" fmla="*/ 3987927 h 5143785"/>
              <a:gd name="connsiteX44253" fmla="*/ 3056477 w 3114960"/>
              <a:gd name="connsiteY44253" fmla="*/ 3987927 h 5143785"/>
              <a:gd name="connsiteX44254" fmla="*/ 3059716 w 3114960"/>
              <a:gd name="connsiteY44254" fmla="*/ 3987927 h 5143785"/>
              <a:gd name="connsiteX44255" fmla="*/ 3059716 w 3114960"/>
              <a:gd name="connsiteY44255" fmla="*/ 4001357 h 5143785"/>
              <a:gd name="connsiteX44256" fmla="*/ 3056477 w 3114960"/>
              <a:gd name="connsiteY44256" fmla="*/ 4001357 h 5143785"/>
              <a:gd name="connsiteX44257" fmla="*/ 3056477 w 3114960"/>
              <a:gd name="connsiteY44257" fmla="*/ 3987927 h 5143785"/>
              <a:gd name="connsiteX44258" fmla="*/ 2997899 w 3114960"/>
              <a:gd name="connsiteY44258" fmla="*/ 3934492 h 5143785"/>
              <a:gd name="connsiteX44259" fmla="*/ 2994660 w 3114960"/>
              <a:gd name="connsiteY44259" fmla="*/ 3934492 h 5143785"/>
              <a:gd name="connsiteX44260" fmla="*/ 2994660 w 3114960"/>
              <a:gd name="connsiteY44260" fmla="*/ 3921062 h 5143785"/>
              <a:gd name="connsiteX44261" fmla="*/ 2997899 w 3114960"/>
              <a:gd name="connsiteY44261" fmla="*/ 3921062 h 5143785"/>
              <a:gd name="connsiteX44262" fmla="*/ 2997899 w 3114960"/>
              <a:gd name="connsiteY44262" fmla="*/ 3934492 h 5143785"/>
              <a:gd name="connsiteX44263" fmla="*/ 2647569 w 3114960"/>
              <a:gd name="connsiteY44263" fmla="*/ 4027646 h 5143785"/>
              <a:gd name="connsiteX44264" fmla="*/ 2651474 w 3114960"/>
              <a:gd name="connsiteY44264" fmla="*/ 4031552 h 5143785"/>
              <a:gd name="connsiteX44265" fmla="*/ 2661380 w 3114960"/>
              <a:gd name="connsiteY44265" fmla="*/ 4031552 h 5143785"/>
              <a:gd name="connsiteX44266" fmla="*/ 2665286 w 3114960"/>
              <a:gd name="connsiteY44266" fmla="*/ 4027646 h 5143785"/>
              <a:gd name="connsiteX44267" fmla="*/ 2665286 w 3114960"/>
              <a:gd name="connsiteY44267" fmla="*/ 4017740 h 5143785"/>
              <a:gd name="connsiteX44268" fmla="*/ 2661380 w 3114960"/>
              <a:gd name="connsiteY44268" fmla="*/ 4013835 h 5143785"/>
              <a:gd name="connsiteX44269" fmla="*/ 2651474 w 3114960"/>
              <a:gd name="connsiteY44269" fmla="*/ 4013835 h 5143785"/>
              <a:gd name="connsiteX44270" fmla="*/ 2650427 w 3114960"/>
              <a:gd name="connsiteY44270" fmla="*/ 4014026 h 5143785"/>
              <a:gd name="connsiteX44271" fmla="*/ 2615660 w 3114960"/>
              <a:gd name="connsiteY44271" fmla="*/ 3981545 h 5143785"/>
              <a:gd name="connsiteX44272" fmla="*/ 2599468 w 3114960"/>
              <a:gd name="connsiteY44272" fmla="*/ 3981545 h 5143785"/>
              <a:gd name="connsiteX44273" fmla="*/ 2525554 w 3114960"/>
              <a:gd name="connsiteY44273" fmla="*/ 3909727 h 5143785"/>
              <a:gd name="connsiteX44274" fmla="*/ 2527078 w 3114960"/>
              <a:gd name="connsiteY44274" fmla="*/ 3904584 h 5143785"/>
              <a:gd name="connsiteX44275" fmla="*/ 2516505 w 3114960"/>
              <a:gd name="connsiteY44275" fmla="*/ 3894011 h 5143785"/>
              <a:gd name="connsiteX44276" fmla="*/ 2505932 w 3114960"/>
              <a:gd name="connsiteY44276" fmla="*/ 3904584 h 5143785"/>
              <a:gd name="connsiteX44277" fmla="*/ 2516505 w 3114960"/>
              <a:gd name="connsiteY44277" fmla="*/ 3915156 h 5143785"/>
              <a:gd name="connsiteX44278" fmla="*/ 2522315 w 3114960"/>
              <a:gd name="connsiteY44278" fmla="*/ 3913156 h 5143785"/>
              <a:gd name="connsiteX44279" fmla="*/ 2596896 w 3114960"/>
              <a:gd name="connsiteY44279" fmla="*/ 3985641 h 5143785"/>
              <a:gd name="connsiteX44280" fmla="*/ 2597563 w 3114960"/>
              <a:gd name="connsiteY44280" fmla="*/ 3986308 h 5143785"/>
              <a:gd name="connsiteX44281" fmla="*/ 2613851 w 3114960"/>
              <a:gd name="connsiteY44281" fmla="*/ 3986308 h 5143785"/>
              <a:gd name="connsiteX44282" fmla="*/ 2647664 w 3114960"/>
              <a:gd name="connsiteY44282" fmla="*/ 4017836 h 5143785"/>
              <a:gd name="connsiteX44283" fmla="*/ 2647664 w 3114960"/>
              <a:gd name="connsiteY44283" fmla="*/ 4027551 h 5143785"/>
              <a:gd name="connsiteX44284" fmla="*/ 2516410 w 3114960"/>
              <a:gd name="connsiteY44284" fmla="*/ 3910394 h 5143785"/>
              <a:gd name="connsiteX44285" fmla="*/ 2510600 w 3114960"/>
              <a:gd name="connsiteY44285" fmla="*/ 3904584 h 5143785"/>
              <a:gd name="connsiteX44286" fmla="*/ 2516410 w 3114960"/>
              <a:gd name="connsiteY44286" fmla="*/ 3898773 h 5143785"/>
              <a:gd name="connsiteX44287" fmla="*/ 2522220 w 3114960"/>
              <a:gd name="connsiteY44287" fmla="*/ 3904584 h 5143785"/>
              <a:gd name="connsiteX44288" fmla="*/ 2516410 w 3114960"/>
              <a:gd name="connsiteY44288" fmla="*/ 3910394 h 5143785"/>
              <a:gd name="connsiteX44289" fmla="*/ 79724 w 3114960"/>
              <a:gd name="connsiteY44289" fmla="*/ 2798255 h 5143785"/>
              <a:gd name="connsiteX44290" fmla="*/ 94774 w 3114960"/>
              <a:gd name="connsiteY44290" fmla="*/ 2788253 h 5143785"/>
              <a:gd name="connsiteX44291" fmla="*/ 104775 w 3114960"/>
              <a:gd name="connsiteY44291" fmla="*/ 2803303 h 5143785"/>
              <a:gd name="connsiteX44292" fmla="*/ 89726 w 3114960"/>
              <a:gd name="connsiteY44292" fmla="*/ 2813304 h 5143785"/>
              <a:gd name="connsiteX44293" fmla="*/ 79724 w 3114960"/>
              <a:gd name="connsiteY44293" fmla="*/ 2798255 h 5143785"/>
              <a:gd name="connsiteX44294" fmla="*/ 704374 w 3114960"/>
              <a:gd name="connsiteY44294" fmla="*/ 2086832 h 5143785"/>
              <a:gd name="connsiteX44295" fmla="*/ 711518 w 3114960"/>
              <a:gd name="connsiteY44295" fmla="*/ 2086832 h 5143785"/>
              <a:gd name="connsiteX44296" fmla="*/ 711518 w 3114960"/>
              <a:gd name="connsiteY44296" fmla="*/ 2091595 h 5143785"/>
              <a:gd name="connsiteX44297" fmla="*/ 704374 w 3114960"/>
              <a:gd name="connsiteY44297" fmla="*/ 2091595 h 5143785"/>
              <a:gd name="connsiteX44298" fmla="*/ 704374 w 3114960"/>
              <a:gd name="connsiteY44298" fmla="*/ 2086832 h 5143785"/>
              <a:gd name="connsiteX44299" fmla="*/ 2553938 w 3114960"/>
              <a:gd name="connsiteY44299" fmla="*/ 953167 h 5143785"/>
              <a:gd name="connsiteX44300" fmla="*/ 2446592 w 3114960"/>
              <a:gd name="connsiteY44300" fmla="*/ 954881 h 5143785"/>
              <a:gd name="connsiteX44301" fmla="*/ 2444115 w 3114960"/>
              <a:gd name="connsiteY44301" fmla="*/ 955929 h 5143785"/>
              <a:gd name="connsiteX44302" fmla="*/ 2415731 w 3114960"/>
              <a:gd name="connsiteY44302" fmla="*/ 984504 h 5143785"/>
              <a:gd name="connsiteX44303" fmla="*/ 2189607 w 3114960"/>
              <a:gd name="connsiteY44303" fmla="*/ 984504 h 5143785"/>
              <a:gd name="connsiteX44304" fmla="*/ 2169224 w 3114960"/>
              <a:gd name="connsiteY44304" fmla="*/ 973455 h 5143785"/>
              <a:gd name="connsiteX44305" fmla="*/ 2168938 w 3114960"/>
              <a:gd name="connsiteY44305" fmla="*/ 974027 h 5143785"/>
              <a:gd name="connsiteX44306" fmla="*/ 2165318 w 3114960"/>
              <a:gd name="connsiteY44306" fmla="*/ 964121 h 5143785"/>
              <a:gd name="connsiteX44307" fmla="*/ 2152555 w 3114960"/>
              <a:gd name="connsiteY44307" fmla="*/ 956405 h 5143785"/>
              <a:gd name="connsiteX44308" fmla="*/ 2149507 w 3114960"/>
              <a:gd name="connsiteY44308" fmla="*/ 956215 h 5143785"/>
              <a:gd name="connsiteX44309" fmla="*/ 2137982 w 3114960"/>
              <a:gd name="connsiteY44309" fmla="*/ 960025 h 5143785"/>
              <a:gd name="connsiteX44310" fmla="*/ 2133791 w 3114960"/>
              <a:gd name="connsiteY44310" fmla="*/ 987362 h 5143785"/>
              <a:gd name="connsiteX44311" fmla="*/ 2161032 w 3114960"/>
              <a:gd name="connsiteY44311" fmla="*/ 991552 h 5143785"/>
              <a:gd name="connsiteX44312" fmla="*/ 2168176 w 3114960"/>
              <a:gd name="connsiteY44312" fmla="*/ 981170 h 5143785"/>
              <a:gd name="connsiteX44313" fmla="*/ 2187035 w 3114960"/>
              <a:gd name="connsiteY44313" fmla="*/ 991362 h 5143785"/>
              <a:gd name="connsiteX44314" fmla="*/ 2188750 w 3114960"/>
              <a:gd name="connsiteY44314" fmla="*/ 991743 h 5143785"/>
              <a:gd name="connsiteX44315" fmla="*/ 2417255 w 3114960"/>
              <a:gd name="connsiteY44315" fmla="*/ 991743 h 5143785"/>
              <a:gd name="connsiteX44316" fmla="*/ 2419826 w 3114960"/>
              <a:gd name="connsiteY44316" fmla="*/ 990695 h 5143785"/>
              <a:gd name="connsiteX44317" fmla="*/ 2448211 w 3114960"/>
              <a:gd name="connsiteY44317" fmla="*/ 962120 h 5143785"/>
              <a:gd name="connsiteX44318" fmla="*/ 2555653 w 3114960"/>
              <a:gd name="connsiteY44318" fmla="*/ 960406 h 5143785"/>
              <a:gd name="connsiteX44319" fmla="*/ 2558225 w 3114960"/>
              <a:gd name="connsiteY44319" fmla="*/ 959263 h 5143785"/>
              <a:gd name="connsiteX44320" fmla="*/ 2579561 w 3114960"/>
              <a:gd name="connsiteY44320" fmla="*/ 935641 h 5143785"/>
              <a:gd name="connsiteX44321" fmla="*/ 2580513 w 3114960"/>
              <a:gd name="connsiteY44321" fmla="*/ 933260 h 5143785"/>
              <a:gd name="connsiteX44322" fmla="*/ 2580513 w 3114960"/>
              <a:gd name="connsiteY44322" fmla="*/ 873157 h 5143785"/>
              <a:gd name="connsiteX44323" fmla="*/ 2581085 w 3114960"/>
              <a:gd name="connsiteY44323" fmla="*/ 873157 h 5143785"/>
              <a:gd name="connsiteX44324" fmla="*/ 2599849 w 3114960"/>
              <a:gd name="connsiteY44324" fmla="*/ 854393 h 5143785"/>
              <a:gd name="connsiteX44325" fmla="*/ 2595182 w 3114960"/>
              <a:gd name="connsiteY44325" fmla="*/ 842201 h 5143785"/>
              <a:gd name="connsiteX44326" fmla="*/ 2669858 w 3114960"/>
              <a:gd name="connsiteY44326" fmla="*/ 760095 h 5143785"/>
              <a:gd name="connsiteX44327" fmla="*/ 2670810 w 3114960"/>
              <a:gd name="connsiteY44327" fmla="*/ 757714 h 5143785"/>
              <a:gd name="connsiteX44328" fmla="*/ 2670810 w 3114960"/>
              <a:gd name="connsiteY44328" fmla="*/ 643223 h 5143785"/>
              <a:gd name="connsiteX44329" fmla="*/ 2675477 w 3114960"/>
              <a:gd name="connsiteY44329" fmla="*/ 643223 h 5143785"/>
              <a:gd name="connsiteX44330" fmla="*/ 2686907 w 3114960"/>
              <a:gd name="connsiteY44330" fmla="*/ 631698 h 5143785"/>
              <a:gd name="connsiteX44331" fmla="*/ 2686907 w 3114960"/>
              <a:gd name="connsiteY44331" fmla="*/ 580358 h 5143785"/>
              <a:gd name="connsiteX44332" fmla="*/ 2675477 w 3114960"/>
              <a:gd name="connsiteY44332" fmla="*/ 568833 h 5143785"/>
              <a:gd name="connsiteX44333" fmla="*/ 2672048 w 3114960"/>
              <a:gd name="connsiteY44333" fmla="*/ 568833 h 5143785"/>
              <a:gd name="connsiteX44334" fmla="*/ 2672048 w 3114960"/>
              <a:gd name="connsiteY44334" fmla="*/ 490157 h 5143785"/>
              <a:gd name="connsiteX44335" fmla="*/ 2681288 w 3114960"/>
              <a:gd name="connsiteY44335" fmla="*/ 478060 h 5143785"/>
              <a:gd name="connsiteX44336" fmla="*/ 2671191 w 3114960"/>
              <a:gd name="connsiteY44336" fmla="*/ 465773 h 5143785"/>
              <a:gd name="connsiteX44337" fmla="*/ 2651570 w 3114960"/>
              <a:gd name="connsiteY44337" fmla="*/ 442246 h 5143785"/>
              <a:gd name="connsiteX44338" fmla="*/ 2648807 w 3114960"/>
              <a:gd name="connsiteY44338" fmla="*/ 441008 h 5143785"/>
              <a:gd name="connsiteX44339" fmla="*/ 2621090 w 3114960"/>
              <a:gd name="connsiteY44339" fmla="*/ 441008 h 5143785"/>
              <a:gd name="connsiteX44340" fmla="*/ 2621090 w 3114960"/>
              <a:gd name="connsiteY44340" fmla="*/ 379095 h 5143785"/>
              <a:gd name="connsiteX44341" fmla="*/ 2646236 w 3114960"/>
              <a:gd name="connsiteY44341" fmla="*/ 379095 h 5143785"/>
              <a:gd name="connsiteX44342" fmla="*/ 2646236 w 3114960"/>
              <a:gd name="connsiteY44342" fmla="*/ 421577 h 5143785"/>
              <a:gd name="connsiteX44343" fmla="*/ 2649855 w 3114960"/>
              <a:gd name="connsiteY44343" fmla="*/ 425196 h 5143785"/>
              <a:gd name="connsiteX44344" fmla="*/ 2683193 w 3114960"/>
              <a:gd name="connsiteY44344" fmla="*/ 425196 h 5143785"/>
              <a:gd name="connsiteX44345" fmla="*/ 2686812 w 3114960"/>
              <a:gd name="connsiteY44345" fmla="*/ 421577 h 5143785"/>
              <a:gd name="connsiteX44346" fmla="*/ 2686812 w 3114960"/>
              <a:gd name="connsiteY44346" fmla="*/ 380238 h 5143785"/>
              <a:gd name="connsiteX44347" fmla="*/ 2712815 w 3114960"/>
              <a:gd name="connsiteY44347" fmla="*/ 380238 h 5143785"/>
              <a:gd name="connsiteX44348" fmla="*/ 2712815 w 3114960"/>
              <a:gd name="connsiteY44348" fmla="*/ 421577 h 5143785"/>
              <a:gd name="connsiteX44349" fmla="*/ 2716435 w 3114960"/>
              <a:gd name="connsiteY44349" fmla="*/ 425196 h 5143785"/>
              <a:gd name="connsiteX44350" fmla="*/ 2748725 w 3114960"/>
              <a:gd name="connsiteY44350" fmla="*/ 425196 h 5143785"/>
              <a:gd name="connsiteX44351" fmla="*/ 2752344 w 3114960"/>
              <a:gd name="connsiteY44351" fmla="*/ 421577 h 5143785"/>
              <a:gd name="connsiteX44352" fmla="*/ 2752344 w 3114960"/>
              <a:gd name="connsiteY44352" fmla="*/ 380238 h 5143785"/>
              <a:gd name="connsiteX44353" fmla="*/ 2779395 w 3114960"/>
              <a:gd name="connsiteY44353" fmla="*/ 380238 h 5143785"/>
              <a:gd name="connsiteX44354" fmla="*/ 2779395 w 3114960"/>
              <a:gd name="connsiteY44354" fmla="*/ 421577 h 5143785"/>
              <a:gd name="connsiteX44355" fmla="*/ 2783015 w 3114960"/>
              <a:gd name="connsiteY44355" fmla="*/ 425196 h 5143785"/>
              <a:gd name="connsiteX44356" fmla="*/ 2815685 w 3114960"/>
              <a:gd name="connsiteY44356" fmla="*/ 425196 h 5143785"/>
              <a:gd name="connsiteX44357" fmla="*/ 2819305 w 3114960"/>
              <a:gd name="connsiteY44357" fmla="*/ 421577 h 5143785"/>
              <a:gd name="connsiteX44358" fmla="*/ 2819305 w 3114960"/>
              <a:gd name="connsiteY44358" fmla="*/ 379095 h 5143785"/>
              <a:gd name="connsiteX44359" fmla="*/ 2845689 w 3114960"/>
              <a:gd name="connsiteY44359" fmla="*/ 379095 h 5143785"/>
              <a:gd name="connsiteX44360" fmla="*/ 2845689 w 3114960"/>
              <a:gd name="connsiteY44360" fmla="*/ 421577 h 5143785"/>
              <a:gd name="connsiteX44361" fmla="*/ 2849309 w 3114960"/>
              <a:gd name="connsiteY44361" fmla="*/ 425196 h 5143785"/>
              <a:gd name="connsiteX44362" fmla="*/ 3011424 w 3114960"/>
              <a:gd name="connsiteY44362" fmla="*/ 425196 h 5143785"/>
              <a:gd name="connsiteX44363" fmla="*/ 3011805 w 3114960"/>
              <a:gd name="connsiteY44363" fmla="*/ 426530 h 5143785"/>
              <a:gd name="connsiteX44364" fmla="*/ 3020473 w 3114960"/>
              <a:gd name="connsiteY44364" fmla="*/ 435769 h 5143785"/>
              <a:gd name="connsiteX44365" fmla="*/ 3027236 w 3114960"/>
              <a:gd name="connsiteY44365" fmla="*/ 437198 h 5143785"/>
              <a:gd name="connsiteX44366" fmla="*/ 3042285 w 3114960"/>
              <a:gd name="connsiteY44366" fmla="*/ 427482 h 5143785"/>
              <a:gd name="connsiteX44367" fmla="*/ 3042666 w 3114960"/>
              <a:gd name="connsiteY44367" fmla="*/ 414814 h 5143785"/>
              <a:gd name="connsiteX44368" fmla="*/ 3033998 w 3114960"/>
              <a:gd name="connsiteY44368" fmla="*/ 405575 h 5143785"/>
              <a:gd name="connsiteX44369" fmla="*/ 3021330 w 3114960"/>
              <a:gd name="connsiteY44369" fmla="*/ 405194 h 5143785"/>
              <a:gd name="connsiteX44370" fmla="*/ 3012091 w 3114960"/>
              <a:gd name="connsiteY44370" fmla="*/ 413861 h 5143785"/>
              <a:gd name="connsiteX44371" fmla="*/ 3010853 w 3114960"/>
              <a:gd name="connsiteY44371" fmla="*/ 418052 h 5143785"/>
              <a:gd name="connsiteX44372" fmla="*/ 2852738 w 3114960"/>
              <a:gd name="connsiteY44372" fmla="*/ 418052 h 5143785"/>
              <a:gd name="connsiteX44373" fmla="*/ 2852738 w 3114960"/>
              <a:gd name="connsiteY44373" fmla="*/ 375571 h 5143785"/>
              <a:gd name="connsiteX44374" fmla="*/ 2849118 w 3114960"/>
              <a:gd name="connsiteY44374" fmla="*/ 371951 h 5143785"/>
              <a:gd name="connsiteX44375" fmla="*/ 2815590 w 3114960"/>
              <a:gd name="connsiteY44375" fmla="*/ 371951 h 5143785"/>
              <a:gd name="connsiteX44376" fmla="*/ 2811971 w 3114960"/>
              <a:gd name="connsiteY44376" fmla="*/ 375571 h 5143785"/>
              <a:gd name="connsiteX44377" fmla="*/ 2811971 w 3114960"/>
              <a:gd name="connsiteY44377" fmla="*/ 418052 h 5143785"/>
              <a:gd name="connsiteX44378" fmla="*/ 2786444 w 3114960"/>
              <a:gd name="connsiteY44378" fmla="*/ 418052 h 5143785"/>
              <a:gd name="connsiteX44379" fmla="*/ 2786444 w 3114960"/>
              <a:gd name="connsiteY44379" fmla="*/ 376714 h 5143785"/>
              <a:gd name="connsiteX44380" fmla="*/ 2782824 w 3114960"/>
              <a:gd name="connsiteY44380" fmla="*/ 373094 h 5143785"/>
              <a:gd name="connsiteX44381" fmla="*/ 2748629 w 3114960"/>
              <a:gd name="connsiteY44381" fmla="*/ 373094 h 5143785"/>
              <a:gd name="connsiteX44382" fmla="*/ 2745010 w 3114960"/>
              <a:gd name="connsiteY44382" fmla="*/ 376714 h 5143785"/>
              <a:gd name="connsiteX44383" fmla="*/ 2745010 w 3114960"/>
              <a:gd name="connsiteY44383" fmla="*/ 418052 h 5143785"/>
              <a:gd name="connsiteX44384" fmla="*/ 2719864 w 3114960"/>
              <a:gd name="connsiteY44384" fmla="*/ 418052 h 5143785"/>
              <a:gd name="connsiteX44385" fmla="*/ 2719864 w 3114960"/>
              <a:gd name="connsiteY44385" fmla="*/ 376714 h 5143785"/>
              <a:gd name="connsiteX44386" fmla="*/ 2716244 w 3114960"/>
              <a:gd name="connsiteY44386" fmla="*/ 373094 h 5143785"/>
              <a:gd name="connsiteX44387" fmla="*/ 2683097 w 3114960"/>
              <a:gd name="connsiteY44387" fmla="*/ 373094 h 5143785"/>
              <a:gd name="connsiteX44388" fmla="*/ 2679478 w 3114960"/>
              <a:gd name="connsiteY44388" fmla="*/ 376714 h 5143785"/>
              <a:gd name="connsiteX44389" fmla="*/ 2679478 w 3114960"/>
              <a:gd name="connsiteY44389" fmla="*/ 418052 h 5143785"/>
              <a:gd name="connsiteX44390" fmla="*/ 2653284 w 3114960"/>
              <a:gd name="connsiteY44390" fmla="*/ 418052 h 5143785"/>
              <a:gd name="connsiteX44391" fmla="*/ 2653284 w 3114960"/>
              <a:gd name="connsiteY44391" fmla="*/ 375571 h 5143785"/>
              <a:gd name="connsiteX44392" fmla="*/ 2649665 w 3114960"/>
              <a:gd name="connsiteY44392" fmla="*/ 371951 h 5143785"/>
              <a:gd name="connsiteX44393" fmla="*/ 2617375 w 3114960"/>
              <a:gd name="connsiteY44393" fmla="*/ 371951 h 5143785"/>
              <a:gd name="connsiteX44394" fmla="*/ 2613755 w 3114960"/>
              <a:gd name="connsiteY44394" fmla="*/ 375571 h 5143785"/>
              <a:gd name="connsiteX44395" fmla="*/ 2613755 w 3114960"/>
              <a:gd name="connsiteY44395" fmla="*/ 444627 h 5143785"/>
              <a:gd name="connsiteX44396" fmla="*/ 2617375 w 3114960"/>
              <a:gd name="connsiteY44396" fmla="*/ 448247 h 5143785"/>
              <a:gd name="connsiteX44397" fmla="*/ 2646998 w 3114960"/>
              <a:gd name="connsiteY44397" fmla="*/ 448247 h 5143785"/>
              <a:gd name="connsiteX44398" fmla="*/ 2662523 w 3114960"/>
              <a:gd name="connsiteY44398" fmla="*/ 466915 h 5143785"/>
              <a:gd name="connsiteX44399" fmla="*/ 2655475 w 3114960"/>
              <a:gd name="connsiteY44399" fmla="*/ 478155 h 5143785"/>
              <a:gd name="connsiteX44400" fmla="*/ 2664714 w 3114960"/>
              <a:gd name="connsiteY44400" fmla="*/ 490252 h 5143785"/>
              <a:gd name="connsiteX44401" fmla="*/ 2664714 w 3114960"/>
              <a:gd name="connsiteY44401" fmla="*/ 568928 h 5143785"/>
              <a:gd name="connsiteX44402" fmla="*/ 2661285 w 3114960"/>
              <a:gd name="connsiteY44402" fmla="*/ 568928 h 5143785"/>
              <a:gd name="connsiteX44403" fmla="*/ 2649855 w 3114960"/>
              <a:gd name="connsiteY44403" fmla="*/ 580454 h 5143785"/>
              <a:gd name="connsiteX44404" fmla="*/ 2649855 w 3114960"/>
              <a:gd name="connsiteY44404" fmla="*/ 631793 h 5143785"/>
              <a:gd name="connsiteX44405" fmla="*/ 2661285 w 3114960"/>
              <a:gd name="connsiteY44405" fmla="*/ 643319 h 5143785"/>
              <a:gd name="connsiteX44406" fmla="*/ 2663476 w 3114960"/>
              <a:gd name="connsiteY44406" fmla="*/ 643319 h 5143785"/>
              <a:gd name="connsiteX44407" fmla="*/ 2663476 w 3114960"/>
              <a:gd name="connsiteY44407" fmla="*/ 756380 h 5143785"/>
              <a:gd name="connsiteX44408" fmla="*/ 2589371 w 3114960"/>
              <a:gd name="connsiteY44408" fmla="*/ 837914 h 5143785"/>
              <a:gd name="connsiteX44409" fmla="*/ 2580894 w 3114960"/>
              <a:gd name="connsiteY44409" fmla="*/ 835819 h 5143785"/>
              <a:gd name="connsiteX44410" fmla="*/ 2562130 w 3114960"/>
              <a:gd name="connsiteY44410" fmla="*/ 854583 h 5143785"/>
              <a:gd name="connsiteX44411" fmla="*/ 2573179 w 3114960"/>
              <a:gd name="connsiteY44411" fmla="*/ 871633 h 5143785"/>
              <a:gd name="connsiteX44412" fmla="*/ 2573179 w 3114960"/>
              <a:gd name="connsiteY44412" fmla="*/ 932021 h 5143785"/>
              <a:gd name="connsiteX44413" fmla="*/ 2553748 w 3114960"/>
              <a:gd name="connsiteY44413" fmla="*/ 953452 h 5143785"/>
              <a:gd name="connsiteX44414" fmla="*/ 2156841 w 3114960"/>
              <a:gd name="connsiteY44414" fmla="*/ 985742 h 5143785"/>
              <a:gd name="connsiteX44415" fmla="*/ 2149507 w 3114960"/>
              <a:gd name="connsiteY44415" fmla="*/ 988124 h 5143785"/>
              <a:gd name="connsiteX44416" fmla="*/ 2139506 w 3114960"/>
              <a:gd name="connsiteY44416" fmla="*/ 983075 h 5143785"/>
              <a:gd name="connsiteX44417" fmla="*/ 2142173 w 3114960"/>
              <a:gd name="connsiteY44417" fmla="*/ 965740 h 5143785"/>
              <a:gd name="connsiteX44418" fmla="*/ 2151412 w 3114960"/>
              <a:gd name="connsiteY44418" fmla="*/ 963454 h 5143785"/>
              <a:gd name="connsiteX44419" fmla="*/ 2159508 w 3114960"/>
              <a:gd name="connsiteY44419" fmla="*/ 968407 h 5143785"/>
              <a:gd name="connsiteX44420" fmla="*/ 2161794 w 3114960"/>
              <a:gd name="connsiteY44420" fmla="*/ 977646 h 5143785"/>
              <a:gd name="connsiteX44421" fmla="*/ 2156841 w 3114960"/>
              <a:gd name="connsiteY44421" fmla="*/ 985742 h 5143785"/>
              <a:gd name="connsiteX44422" fmla="*/ 3018187 w 3114960"/>
              <a:gd name="connsiteY44422" fmla="*/ 416719 h 5143785"/>
              <a:gd name="connsiteX44423" fmla="*/ 3023426 w 3114960"/>
              <a:gd name="connsiteY44423" fmla="*/ 411861 h 5143785"/>
              <a:gd name="connsiteX44424" fmla="*/ 3026759 w 3114960"/>
              <a:gd name="connsiteY44424" fmla="*/ 411289 h 5143785"/>
              <a:gd name="connsiteX44425" fmla="*/ 3030665 w 3114960"/>
              <a:gd name="connsiteY44425" fmla="*/ 412147 h 5143785"/>
              <a:gd name="connsiteX44426" fmla="*/ 3030665 w 3114960"/>
              <a:gd name="connsiteY44426" fmla="*/ 412147 h 5143785"/>
              <a:gd name="connsiteX44427" fmla="*/ 3035522 w 3114960"/>
              <a:gd name="connsiteY44427" fmla="*/ 417386 h 5143785"/>
              <a:gd name="connsiteX44428" fmla="*/ 3035237 w 3114960"/>
              <a:gd name="connsiteY44428" fmla="*/ 424529 h 5143785"/>
              <a:gd name="connsiteX44429" fmla="*/ 3029998 w 3114960"/>
              <a:gd name="connsiteY44429" fmla="*/ 429387 h 5143785"/>
              <a:gd name="connsiteX44430" fmla="*/ 3022854 w 3114960"/>
              <a:gd name="connsiteY44430" fmla="*/ 429197 h 5143785"/>
              <a:gd name="connsiteX44431" fmla="*/ 3017996 w 3114960"/>
              <a:gd name="connsiteY44431" fmla="*/ 423958 h 5143785"/>
              <a:gd name="connsiteX44432" fmla="*/ 3018282 w 3114960"/>
              <a:gd name="connsiteY44432" fmla="*/ 416814 h 5143785"/>
              <a:gd name="connsiteX44433" fmla="*/ 2660428 w 3114960"/>
              <a:gd name="connsiteY44433" fmla="*/ 478060 h 5143785"/>
              <a:gd name="connsiteX44434" fmla="*/ 2668429 w 3114960"/>
              <a:gd name="connsiteY44434" fmla="*/ 470059 h 5143785"/>
              <a:gd name="connsiteX44435" fmla="*/ 2676430 w 3114960"/>
              <a:gd name="connsiteY44435" fmla="*/ 478060 h 5143785"/>
              <a:gd name="connsiteX44436" fmla="*/ 2668429 w 3114960"/>
              <a:gd name="connsiteY44436" fmla="*/ 486061 h 5143785"/>
              <a:gd name="connsiteX44437" fmla="*/ 2660428 w 3114960"/>
              <a:gd name="connsiteY44437" fmla="*/ 478060 h 5143785"/>
              <a:gd name="connsiteX44438" fmla="*/ 2657094 w 3114960"/>
              <a:gd name="connsiteY44438" fmla="*/ 580263 h 5143785"/>
              <a:gd name="connsiteX44439" fmla="*/ 2661380 w 3114960"/>
              <a:gd name="connsiteY44439" fmla="*/ 575882 h 5143785"/>
              <a:gd name="connsiteX44440" fmla="*/ 2675382 w 3114960"/>
              <a:gd name="connsiteY44440" fmla="*/ 575882 h 5143785"/>
              <a:gd name="connsiteX44441" fmla="*/ 2679668 w 3114960"/>
              <a:gd name="connsiteY44441" fmla="*/ 580263 h 5143785"/>
              <a:gd name="connsiteX44442" fmla="*/ 2679668 w 3114960"/>
              <a:gd name="connsiteY44442" fmla="*/ 589217 h 5143785"/>
              <a:gd name="connsiteX44443" fmla="*/ 2656999 w 3114960"/>
              <a:gd name="connsiteY44443" fmla="*/ 589217 h 5143785"/>
              <a:gd name="connsiteX44444" fmla="*/ 2656999 w 3114960"/>
              <a:gd name="connsiteY44444" fmla="*/ 580263 h 5143785"/>
              <a:gd name="connsiteX44445" fmla="*/ 2661476 w 3114960"/>
              <a:gd name="connsiteY44445" fmla="*/ 635889 h 5143785"/>
              <a:gd name="connsiteX44446" fmla="*/ 2657189 w 3114960"/>
              <a:gd name="connsiteY44446" fmla="*/ 631508 h 5143785"/>
              <a:gd name="connsiteX44447" fmla="*/ 2657189 w 3114960"/>
              <a:gd name="connsiteY44447" fmla="*/ 619792 h 5143785"/>
              <a:gd name="connsiteX44448" fmla="*/ 2679859 w 3114960"/>
              <a:gd name="connsiteY44448" fmla="*/ 619792 h 5143785"/>
              <a:gd name="connsiteX44449" fmla="*/ 2679859 w 3114960"/>
              <a:gd name="connsiteY44449" fmla="*/ 631508 h 5143785"/>
              <a:gd name="connsiteX44450" fmla="*/ 2675573 w 3114960"/>
              <a:gd name="connsiteY44450" fmla="*/ 635889 h 5143785"/>
              <a:gd name="connsiteX44451" fmla="*/ 2661571 w 3114960"/>
              <a:gd name="connsiteY44451" fmla="*/ 635889 h 5143785"/>
              <a:gd name="connsiteX44452" fmla="*/ 2568893 w 3114960"/>
              <a:gd name="connsiteY44452" fmla="*/ 854297 h 5143785"/>
              <a:gd name="connsiteX44453" fmla="*/ 2581085 w 3114960"/>
              <a:gd name="connsiteY44453" fmla="*/ 842105 h 5143785"/>
              <a:gd name="connsiteX44454" fmla="*/ 2593277 w 3114960"/>
              <a:gd name="connsiteY44454" fmla="*/ 854297 h 5143785"/>
              <a:gd name="connsiteX44455" fmla="*/ 2581085 w 3114960"/>
              <a:gd name="connsiteY44455" fmla="*/ 866489 h 5143785"/>
              <a:gd name="connsiteX44456" fmla="*/ 2568893 w 3114960"/>
              <a:gd name="connsiteY44456" fmla="*/ 854297 h 5143785"/>
              <a:gd name="connsiteX44457" fmla="*/ 2604897 w 3114960"/>
              <a:gd name="connsiteY44457" fmla="*/ 4222337 h 5143785"/>
              <a:gd name="connsiteX44458" fmla="*/ 2606421 w 3114960"/>
              <a:gd name="connsiteY44458" fmla="*/ 4222433 h 5143785"/>
              <a:gd name="connsiteX44459" fmla="*/ 2612993 w 3114960"/>
              <a:gd name="connsiteY44459" fmla="*/ 4220242 h 5143785"/>
              <a:gd name="connsiteX44460" fmla="*/ 2616899 w 3114960"/>
              <a:gd name="connsiteY44460" fmla="*/ 4213860 h 5143785"/>
              <a:gd name="connsiteX44461" fmla="*/ 2643473 w 3114960"/>
              <a:gd name="connsiteY44461" fmla="*/ 4213860 h 5143785"/>
              <a:gd name="connsiteX44462" fmla="*/ 2662142 w 3114960"/>
              <a:gd name="connsiteY44462" fmla="*/ 4197001 h 5143785"/>
              <a:gd name="connsiteX44463" fmla="*/ 2662142 w 3114960"/>
              <a:gd name="connsiteY44463" fmla="*/ 4061365 h 5143785"/>
              <a:gd name="connsiteX44464" fmla="*/ 2664714 w 3114960"/>
              <a:gd name="connsiteY44464" fmla="*/ 4061365 h 5143785"/>
              <a:gd name="connsiteX44465" fmla="*/ 2668619 w 3114960"/>
              <a:gd name="connsiteY44465" fmla="*/ 4057460 h 5143785"/>
              <a:gd name="connsiteX44466" fmla="*/ 2668619 w 3114960"/>
              <a:gd name="connsiteY44466" fmla="*/ 4047554 h 5143785"/>
              <a:gd name="connsiteX44467" fmla="*/ 2664714 w 3114960"/>
              <a:gd name="connsiteY44467" fmla="*/ 4043648 h 5143785"/>
              <a:gd name="connsiteX44468" fmla="*/ 2654808 w 3114960"/>
              <a:gd name="connsiteY44468" fmla="*/ 4043648 h 5143785"/>
              <a:gd name="connsiteX44469" fmla="*/ 2650903 w 3114960"/>
              <a:gd name="connsiteY44469" fmla="*/ 4047554 h 5143785"/>
              <a:gd name="connsiteX44470" fmla="*/ 2650903 w 3114960"/>
              <a:gd name="connsiteY44470" fmla="*/ 4057460 h 5143785"/>
              <a:gd name="connsiteX44471" fmla="*/ 2654808 w 3114960"/>
              <a:gd name="connsiteY44471" fmla="*/ 4061365 h 5143785"/>
              <a:gd name="connsiteX44472" fmla="*/ 2657380 w 3114960"/>
              <a:gd name="connsiteY44472" fmla="*/ 4061365 h 5143785"/>
              <a:gd name="connsiteX44473" fmla="*/ 2657380 w 3114960"/>
              <a:gd name="connsiteY44473" fmla="*/ 4194810 h 5143785"/>
              <a:gd name="connsiteX44474" fmla="*/ 2641568 w 3114960"/>
              <a:gd name="connsiteY44474" fmla="*/ 4209003 h 5143785"/>
              <a:gd name="connsiteX44475" fmla="*/ 2616899 w 3114960"/>
              <a:gd name="connsiteY44475" fmla="*/ 4209003 h 5143785"/>
              <a:gd name="connsiteX44476" fmla="*/ 2614994 w 3114960"/>
              <a:gd name="connsiteY44476" fmla="*/ 4204812 h 5143785"/>
              <a:gd name="connsiteX44477" fmla="*/ 2607755 w 3114960"/>
              <a:gd name="connsiteY44477" fmla="*/ 4200525 h 5143785"/>
              <a:gd name="connsiteX44478" fmla="*/ 2599659 w 3114960"/>
              <a:gd name="connsiteY44478" fmla="*/ 4202621 h 5143785"/>
              <a:gd name="connsiteX44479" fmla="*/ 2597563 w 3114960"/>
              <a:gd name="connsiteY44479" fmla="*/ 4217956 h 5143785"/>
              <a:gd name="connsiteX44480" fmla="*/ 2604802 w 3114960"/>
              <a:gd name="connsiteY44480" fmla="*/ 4222242 h 5143785"/>
              <a:gd name="connsiteX44481" fmla="*/ 2602706 w 3114960"/>
              <a:gd name="connsiteY44481" fmla="*/ 4206526 h 5143785"/>
              <a:gd name="connsiteX44482" fmla="*/ 2606421 w 3114960"/>
              <a:gd name="connsiteY44482" fmla="*/ 4205288 h 5143785"/>
              <a:gd name="connsiteX44483" fmla="*/ 2607278 w 3114960"/>
              <a:gd name="connsiteY44483" fmla="*/ 4205288 h 5143785"/>
              <a:gd name="connsiteX44484" fmla="*/ 2611374 w 3114960"/>
              <a:gd name="connsiteY44484" fmla="*/ 4207669 h 5143785"/>
              <a:gd name="connsiteX44485" fmla="*/ 2610136 w 3114960"/>
              <a:gd name="connsiteY44485" fmla="*/ 4216337 h 5143785"/>
              <a:gd name="connsiteX44486" fmla="*/ 2610136 w 3114960"/>
              <a:gd name="connsiteY44486" fmla="*/ 4216337 h 5143785"/>
              <a:gd name="connsiteX44487" fmla="*/ 2605564 w 3114960"/>
              <a:gd name="connsiteY44487" fmla="*/ 4217575 h 5143785"/>
              <a:gd name="connsiteX44488" fmla="*/ 2601468 w 3114960"/>
              <a:gd name="connsiteY44488" fmla="*/ 4215194 h 5143785"/>
              <a:gd name="connsiteX44489" fmla="*/ 2602706 w 3114960"/>
              <a:gd name="connsiteY44489" fmla="*/ 4206526 h 5143785"/>
              <a:gd name="connsiteX44490" fmla="*/ 116872 w 3114960"/>
              <a:gd name="connsiteY44490" fmla="*/ 2739771 h 5143785"/>
              <a:gd name="connsiteX44491" fmla="*/ 131921 w 3114960"/>
              <a:gd name="connsiteY44491" fmla="*/ 2729770 h 5143785"/>
              <a:gd name="connsiteX44492" fmla="*/ 141923 w 3114960"/>
              <a:gd name="connsiteY44492" fmla="*/ 2744819 h 5143785"/>
              <a:gd name="connsiteX44493" fmla="*/ 126873 w 3114960"/>
              <a:gd name="connsiteY44493" fmla="*/ 2754821 h 5143785"/>
              <a:gd name="connsiteX44494" fmla="*/ 116872 w 3114960"/>
              <a:gd name="connsiteY44494" fmla="*/ 2739771 h 5143785"/>
              <a:gd name="connsiteX44495" fmla="*/ 2612803 w 3114960"/>
              <a:gd name="connsiteY44495" fmla="*/ 4170902 h 5143785"/>
              <a:gd name="connsiteX44496" fmla="*/ 2634901 w 3114960"/>
              <a:gd name="connsiteY44496" fmla="*/ 4139755 h 5143785"/>
              <a:gd name="connsiteX44497" fmla="*/ 2635092 w 3114960"/>
              <a:gd name="connsiteY44497" fmla="*/ 4137279 h 5143785"/>
              <a:gd name="connsiteX44498" fmla="*/ 2632996 w 3114960"/>
              <a:gd name="connsiteY44498" fmla="*/ 4136041 h 5143785"/>
              <a:gd name="connsiteX44499" fmla="*/ 2525078 w 3114960"/>
              <a:gd name="connsiteY44499" fmla="*/ 4136041 h 5143785"/>
              <a:gd name="connsiteX44500" fmla="*/ 2523173 w 3114960"/>
              <a:gd name="connsiteY44500" fmla="*/ 4132136 h 5143785"/>
              <a:gd name="connsiteX44501" fmla="*/ 2515934 w 3114960"/>
              <a:gd name="connsiteY44501" fmla="*/ 4127849 h 5143785"/>
              <a:gd name="connsiteX44502" fmla="*/ 2507837 w 3114960"/>
              <a:gd name="connsiteY44502" fmla="*/ 4129945 h 5143785"/>
              <a:gd name="connsiteX44503" fmla="*/ 2505742 w 3114960"/>
              <a:gd name="connsiteY44503" fmla="*/ 4145280 h 5143785"/>
              <a:gd name="connsiteX44504" fmla="*/ 2505742 w 3114960"/>
              <a:gd name="connsiteY44504" fmla="*/ 4145280 h 5143785"/>
              <a:gd name="connsiteX44505" fmla="*/ 2514505 w 3114960"/>
              <a:gd name="connsiteY44505" fmla="*/ 4149662 h 5143785"/>
              <a:gd name="connsiteX44506" fmla="*/ 2521077 w 3114960"/>
              <a:gd name="connsiteY44506" fmla="*/ 4147471 h 5143785"/>
              <a:gd name="connsiteX44507" fmla="*/ 2525078 w 3114960"/>
              <a:gd name="connsiteY44507" fmla="*/ 4140803 h 5143785"/>
              <a:gd name="connsiteX44508" fmla="*/ 2628329 w 3114960"/>
              <a:gd name="connsiteY44508" fmla="*/ 4140803 h 5143785"/>
              <a:gd name="connsiteX44509" fmla="*/ 2609660 w 3114960"/>
              <a:gd name="connsiteY44509" fmla="*/ 4167188 h 5143785"/>
              <a:gd name="connsiteX44510" fmla="*/ 2554891 w 3114960"/>
              <a:gd name="connsiteY44510" fmla="*/ 4167188 h 5143785"/>
              <a:gd name="connsiteX44511" fmla="*/ 2552986 w 3114960"/>
              <a:gd name="connsiteY44511" fmla="*/ 4162997 h 5143785"/>
              <a:gd name="connsiteX44512" fmla="*/ 2537651 w 3114960"/>
              <a:gd name="connsiteY44512" fmla="*/ 4160901 h 5143785"/>
              <a:gd name="connsiteX44513" fmla="*/ 2533460 w 3114960"/>
              <a:gd name="connsiteY44513" fmla="*/ 4168140 h 5143785"/>
              <a:gd name="connsiteX44514" fmla="*/ 2535555 w 3114960"/>
              <a:gd name="connsiteY44514" fmla="*/ 4176236 h 5143785"/>
              <a:gd name="connsiteX44515" fmla="*/ 2542794 w 3114960"/>
              <a:gd name="connsiteY44515" fmla="*/ 4180427 h 5143785"/>
              <a:gd name="connsiteX44516" fmla="*/ 2544318 w 3114960"/>
              <a:gd name="connsiteY44516" fmla="*/ 4180523 h 5143785"/>
              <a:gd name="connsiteX44517" fmla="*/ 2550890 w 3114960"/>
              <a:gd name="connsiteY44517" fmla="*/ 4178332 h 5143785"/>
              <a:gd name="connsiteX44518" fmla="*/ 2554796 w 3114960"/>
              <a:gd name="connsiteY44518" fmla="*/ 4171950 h 5143785"/>
              <a:gd name="connsiteX44519" fmla="*/ 2610898 w 3114960"/>
              <a:gd name="connsiteY44519" fmla="*/ 4171950 h 5143785"/>
              <a:gd name="connsiteX44520" fmla="*/ 2612803 w 3114960"/>
              <a:gd name="connsiteY44520" fmla="*/ 4170902 h 5143785"/>
              <a:gd name="connsiteX44521" fmla="*/ 2518220 w 3114960"/>
              <a:gd name="connsiteY44521" fmla="*/ 4143661 h 5143785"/>
              <a:gd name="connsiteX44522" fmla="*/ 2509552 w 3114960"/>
              <a:gd name="connsiteY44522" fmla="*/ 4142518 h 5143785"/>
              <a:gd name="connsiteX44523" fmla="*/ 2510790 w 3114960"/>
              <a:gd name="connsiteY44523" fmla="*/ 4133850 h 5143785"/>
              <a:gd name="connsiteX44524" fmla="*/ 2515362 w 3114960"/>
              <a:gd name="connsiteY44524" fmla="*/ 4132707 h 5143785"/>
              <a:gd name="connsiteX44525" fmla="*/ 2519458 w 3114960"/>
              <a:gd name="connsiteY44525" fmla="*/ 4135088 h 5143785"/>
              <a:gd name="connsiteX44526" fmla="*/ 2520696 w 3114960"/>
              <a:gd name="connsiteY44526" fmla="*/ 4139660 h 5143785"/>
              <a:gd name="connsiteX44527" fmla="*/ 2518315 w 3114960"/>
              <a:gd name="connsiteY44527" fmla="*/ 4143756 h 5143785"/>
              <a:gd name="connsiteX44528" fmla="*/ 2548033 w 3114960"/>
              <a:gd name="connsiteY44528" fmla="*/ 4174427 h 5143785"/>
              <a:gd name="connsiteX44529" fmla="*/ 2543461 w 3114960"/>
              <a:gd name="connsiteY44529" fmla="*/ 4175570 h 5143785"/>
              <a:gd name="connsiteX44530" fmla="*/ 2539365 w 3114960"/>
              <a:gd name="connsiteY44530" fmla="*/ 4173188 h 5143785"/>
              <a:gd name="connsiteX44531" fmla="*/ 2539365 w 3114960"/>
              <a:gd name="connsiteY44531" fmla="*/ 4173188 h 5143785"/>
              <a:gd name="connsiteX44532" fmla="*/ 2538127 w 3114960"/>
              <a:gd name="connsiteY44532" fmla="*/ 4168617 h 5143785"/>
              <a:gd name="connsiteX44533" fmla="*/ 2540508 w 3114960"/>
              <a:gd name="connsiteY44533" fmla="*/ 4164521 h 5143785"/>
              <a:gd name="connsiteX44534" fmla="*/ 2544223 w 3114960"/>
              <a:gd name="connsiteY44534" fmla="*/ 4163282 h 5143785"/>
              <a:gd name="connsiteX44535" fmla="*/ 2549176 w 3114960"/>
              <a:gd name="connsiteY44535" fmla="*/ 4165759 h 5143785"/>
              <a:gd name="connsiteX44536" fmla="*/ 2547938 w 3114960"/>
              <a:gd name="connsiteY44536" fmla="*/ 4174427 h 5143785"/>
              <a:gd name="connsiteX44537" fmla="*/ 1948720 w 3114960"/>
              <a:gd name="connsiteY44537" fmla="*/ 3994595 h 5143785"/>
              <a:gd name="connsiteX44538" fmla="*/ 1906524 w 3114960"/>
              <a:gd name="connsiteY44538" fmla="*/ 3956590 h 5143785"/>
              <a:gd name="connsiteX44539" fmla="*/ 1907572 w 3114960"/>
              <a:gd name="connsiteY44539" fmla="*/ 3951542 h 5143785"/>
              <a:gd name="connsiteX44540" fmla="*/ 1894523 w 3114960"/>
              <a:gd name="connsiteY44540" fmla="*/ 3938207 h 5143785"/>
              <a:gd name="connsiteX44541" fmla="*/ 1894523 w 3114960"/>
              <a:gd name="connsiteY44541" fmla="*/ 3808190 h 5143785"/>
              <a:gd name="connsiteX44542" fmla="*/ 1991487 w 3114960"/>
              <a:gd name="connsiteY44542" fmla="*/ 3704939 h 5143785"/>
              <a:gd name="connsiteX44543" fmla="*/ 1992154 w 3114960"/>
              <a:gd name="connsiteY44543" fmla="*/ 3704273 h 5143785"/>
              <a:gd name="connsiteX44544" fmla="*/ 1992630 w 3114960"/>
              <a:gd name="connsiteY44544" fmla="*/ 3633121 h 5143785"/>
              <a:gd name="connsiteX44545" fmla="*/ 2009775 w 3114960"/>
              <a:gd name="connsiteY44545" fmla="*/ 3613785 h 5143785"/>
              <a:gd name="connsiteX44546" fmla="*/ 2017395 w 3114960"/>
              <a:gd name="connsiteY44546" fmla="*/ 3616071 h 5143785"/>
              <a:gd name="connsiteX44547" fmla="*/ 2031111 w 3114960"/>
              <a:gd name="connsiteY44547" fmla="*/ 3602355 h 5143785"/>
              <a:gd name="connsiteX44548" fmla="*/ 2017395 w 3114960"/>
              <a:gd name="connsiteY44548" fmla="*/ 3588639 h 5143785"/>
              <a:gd name="connsiteX44549" fmla="*/ 2003679 w 3114960"/>
              <a:gd name="connsiteY44549" fmla="*/ 3602355 h 5143785"/>
              <a:gd name="connsiteX44550" fmla="*/ 2006346 w 3114960"/>
              <a:gd name="connsiteY44550" fmla="*/ 3610356 h 5143785"/>
              <a:gd name="connsiteX44551" fmla="*/ 1987868 w 3114960"/>
              <a:gd name="connsiteY44551" fmla="*/ 3631121 h 5143785"/>
              <a:gd name="connsiteX44552" fmla="*/ 1987391 w 3114960"/>
              <a:gd name="connsiteY44552" fmla="*/ 3702272 h 5143785"/>
              <a:gd name="connsiteX44553" fmla="*/ 1889760 w 3114960"/>
              <a:gd name="connsiteY44553" fmla="*/ 3806190 h 5143785"/>
              <a:gd name="connsiteX44554" fmla="*/ 1889760 w 3114960"/>
              <a:gd name="connsiteY44554" fmla="*/ 3938873 h 5143785"/>
              <a:gd name="connsiteX44555" fmla="*/ 1880807 w 3114960"/>
              <a:gd name="connsiteY44555" fmla="*/ 3951446 h 5143785"/>
              <a:gd name="connsiteX44556" fmla="*/ 1894142 w 3114960"/>
              <a:gd name="connsiteY44556" fmla="*/ 3964781 h 5143785"/>
              <a:gd name="connsiteX44557" fmla="*/ 1903762 w 3114960"/>
              <a:gd name="connsiteY44557" fmla="*/ 3960590 h 5143785"/>
              <a:gd name="connsiteX44558" fmla="*/ 1946720 w 3114960"/>
              <a:gd name="connsiteY44558" fmla="*/ 3999357 h 5143785"/>
              <a:gd name="connsiteX44559" fmla="*/ 2012442 w 3114960"/>
              <a:gd name="connsiteY44559" fmla="*/ 3999071 h 5143785"/>
              <a:gd name="connsiteX44560" fmla="*/ 2073593 w 3114960"/>
              <a:gd name="connsiteY44560" fmla="*/ 3923538 h 5143785"/>
              <a:gd name="connsiteX44561" fmla="*/ 2096453 w 3114960"/>
              <a:gd name="connsiteY44561" fmla="*/ 3923538 h 5143785"/>
              <a:gd name="connsiteX44562" fmla="*/ 2101787 w 3114960"/>
              <a:gd name="connsiteY44562" fmla="*/ 3918204 h 5143785"/>
              <a:gd name="connsiteX44563" fmla="*/ 2101787 w 3114960"/>
              <a:gd name="connsiteY44563" fmla="*/ 3908298 h 5143785"/>
              <a:gd name="connsiteX44564" fmla="*/ 2154460 w 3114960"/>
              <a:gd name="connsiteY44564" fmla="*/ 3907822 h 5143785"/>
              <a:gd name="connsiteX44565" fmla="*/ 2190941 w 3114960"/>
              <a:gd name="connsiteY44565" fmla="*/ 3945636 h 5143785"/>
              <a:gd name="connsiteX44566" fmla="*/ 2189893 w 3114960"/>
              <a:gd name="connsiteY44566" fmla="*/ 3952589 h 5143785"/>
              <a:gd name="connsiteX44567" fmla="*/ 2194560 w 3114960"/>
              <a:gd name="connsiteY44567" fmla="*/ 3959257 h 5143785"/>
              <a:gd name="connsiteX44568" fmla="*/ 2200180 w 3114960"/>
              <a:gd name="connsiteY44568" fmla="*/ 3960876 h 5143785"/>
              <a:gd name="connsiteX44569" fmla="*/ 2202466 w 3114960"/>
              <a:gd name="connsiteY44569" fmla="*/ 3960590 h 5143785"/>
              <a:gd name="connsiteX44570" fmla="*/ 2209133 w 3114960"/>
              <a:gd name="connsiteY44570" fmla="*/ 3955923 h 5143785"/>
              <a:gd name="connsiteX44571" fmla="*/ 2210562 w 3114960"/>
              <a:gd name="connsiteY44571" fmla="*/ 3947922 h 5143785"/>
              <a:gd name="connsiteX44572" fmla="*/ 2197989 w 3114960"/>
              <a:gd name="connsiteY44572" fmla="*/ 3939921 h 5143785"/>
              <a:gd name="connsiteX44573" fmla="*/ 2194084 w 3114960"/>
              <a:gd name="connsiteY44573" fmla="*/ 3941731 h 5143785"/>
              <a:gd name="connsiteX44574" fmla="*/ 2156555 w 3114960"/>
              <a:gd name="connsiteY44574" fmla="*/ 3902774 h 5143785"/>
              <a:gd name="connsiteX44575" fmla="*/ 2101882 w 3114960"/>
              <a:gd name="connsiteY44575" fmla="*/ 3903250 h 5143785"/>
              <a:gd name="connsiteX44576" fmla="*/ 2101882 w 3114960"/>
              <a:gd name="connsiteY44576" fmla="*/ 3893630 h 5143785"/>
              <a:gd name="connsiteX44577" fmla="*/ 2097024 w 3114960"/>
              <a:gd name="connsiteY44577" fmla="*/ 3888772 h 5143785"/>
              <a:gd name="connsiteX44578" fmla="*/ 2072640 w 3114960"/>
              <a:gd name="connsiteY44578" fmla="*/ 3888772 h 5143785"/>
              <a:gd name="connsiteX44579" fmla="*/ 2067306 w 3114960"/>
              <a:gd name="connsiteY44579" fmla="*/ 3894106 h 5143785"/>
              <a:gd name="connsiteX44580" fmla="*/ 2067306 w 3114960"/>
              <a:gd name="connsiteY44580" fmla="*/ 3918013 h 5143785"/>
              <a:gd name="connsiteX44581" fmla="*/ 2068830 w 3114960"/>
              <a:gd name="connsiteY44581" fmla="*/ 3921728 h 5143785"/>
              <a:gd name="connsiteX44582" fmla="*/ 2010347 w 3114960"/>
              <a:gd name="connsiteY44582" fmla="*/ 3994023 h 5143785"/>
              <a:gd name="connsiteX44583" fmla="*/ 1948815 w 3114960"/>
              <a:gd name="connsiteY44583" fmla="*/ 3994309 h 5143785"/>
              <a:gd name="connsiteX44584" fmla="*/ 2017395 w 3114960"/>
              <a:gd name="connsiteY44584" fmla="*/ 3593402 h 5143785"/>
              <a:gd name="connsiteX44585" fmla="*/ 2026349 w 3114960"/>
              <a:gd name="connsiteY44585" fmla="*/ 3602355 h 5143785"/>
              <a:gd name="connsiteX44586" fmla="*/ 2017395 w 3114960"/>
              <a:gd name="connsiteY44586" fmla="*/ 3611309 h 5143785"/>
              <a:gd name="connsiteX44587" fmla="*/ 2008442 w 3114960"/>
              <a:gd name="connsiteY44587" fmla="*/ 3602355 h 5143785"/>
              <a:gd name="connsiteX44588" fmla="*/ 2017395 w 3114960"/>
              <a:gd name="connsiteY44588" fmla="*/ 3593402 h 5143785"/>
              <a:gd name="connsiteX44589" fmla="*/ 1894237 w 3114960"/>
              <a:gd name="connsiteY44589" fmla="*/ 3960019 h 5143785"/>
              <a:gd name="connsiteX44590" fmla="*/ 1885760 w 3114960"/>
              <a:gd name="connsiteY44590" fmla="*/ 3951542 h 5143785"/>
              <a:gd name="connsiteX44591" fmla="*/ 1894237 w 3114960"/>
              <a:gd name="connsiteY44591" fmla="*/ 3943064 h 5143785"/>
              <a:gd name="connsiteX44592" fmla="*/ 1902714 w 3114960"/>
              <a:gd name="connsiteY44592" fmla="*/ 3951542 h 5143785"/>
              <a:gd name="connsiteX44593" fmla="*/ 1894237 w 3114960"/>
              <a:gd name="connsiteY44593" fmla="*/ 3960019 h 5143785"/>
              <a:gd name="connsiteX44594" fmla="*/ 2199132 w 3114960"/>
              <a:gd name="connsiteY44594" fmla="*/ 3944969 h 5143785"/>
              <a:gd name="connsiteX44595" fmla="*/ 2205895 w 3114960"/>
              <a:gd name="connsiteY44595" fmla="*/ 3949255 h 5143785"/>
              <a:gd name="connsiteX44596" fmla="*/ 2205133 w 3114960"/>
              <a:gd name="connsiteY44596" fmla="*/ 3953542 h 5143785"/>
              <a:gd name="connsiteX44597" fmla="*/ 2201609 w 3114960"/>
              <a:gd name="connsiteY44597" fmla="*/ 3956018 h 5143785"/>
              <a:gd name="connsiteX44598" fmla="*/ 2197322 w 3114960"/>
              <a:gd name="connsiteY44598" fmla="*/ 3955256 h 5143785"/>
              <a:gd name="connsiteX44599" fmla="*/ 2194846 w 3114960"/>
              <a:gd name="connsiteY44599" fmla="*/ 3951732 h 5143785"/>
              <a:gd name="connsiteX44600" fmla="*/ 2199132 w 3114960"/>
              <a:gd name="connsiteY44600" fmla="*/ 3944969 h 5143785"/>
              <a:gd name="connsiteX44601" fmla="*/ 2072164 w 3114960"/>
              <a:gd name="connsiteY44601" fmla="*/ 3894487 h 5143785"/>
              <a:gd name="connsiteX44602" fmla="*/ 2072640 w 3114960"/>
              <a:gd name="connsiteY44602" fmla="*/ 3894011 h 5143785"/>
              <a:gd name="connsiteX44603" fmla="*/ 2097024 w 3114960"/>
              <a:gd name="connsiteY44603" fmla="*/ 3894011 h 5143785"/>
              <a:gd name="connsiteX44604" fmla="*/ 2097024 w 3114960"/>
              <a:gd name="connsiteY44604" fmla="*/ 3918395 h 5143785"/>
              <a:gd name="connsiteX44605" fmla="*/ 2096548 w 3114960"/>
              <a:gd name="connsiteY44605" fmla="*/ 3918871 h 5143785"/>
              <a:gd name="connsiteX44606" fmla="*/ 2072640 w 3114960"/>
              <a:gd name="connsiteY44606" fmla="*/ 3918871 h 5143785"/>
              <a:gd name="connsiteX44607" fmla="*/ 2072164 w 3114960"/>
              <a:gd name="connsiteY44607" fmla="*/ 3918395 h 5143785"/>
              <a:gd name="connsiteX44608" fmla="*/ 2072164 w 3114960"/>
              <a:gd name="connsiteY44608" fmla="*/ 3894487 h 5143785"/>
              <a:gd name="connsiteX44609" fmla="*/ 707993 w 3114960"/>
              <a:gd name="connsiteY44609" fmla="*/ 1964817 h 5143785"/>
              <a:gd name="connsiteX44610" fmla="*/ 694563 w 3114960"/>
              <a:gd name="connsiteY44610" fmla="*/ 1978247 h 5143785"/>
              <a:gd name="connsiteX44611" fmla="*/ 704469 w 3114960"/>
              <a:gd name="connsiteY44611" fmla="*/ 1991201 h 5143785"/>
              <a:gd name="connsiteX44612" fmla="*/ 704469 w 3114960"/>
              <a:gd name="connsiteY44612" fmla="*/ 1994154 h 5143785"/>
              <a:gd name="connsiteX44613" fmla="*/ 711613 w 3114960"/>
              <a:gd name="connsiteY44613" fmla="*/ 1994154 h 5143785"/>
              <a:gd name="connsiteX44614" fmla="*/ 711613 w 3114960"/>
              <a:gd name="connsiteY44614" fmla="*/ 1991201 h 5143785"/>
              <a:gd name="connsiteX44615" fmla="*/ 721519 w 3114960"/>
              <a:gd name="connsiteY44615" fmla="*/ 1978247 h 5143785"/>
              <a:gd name="connsiteX44616" fmla="*/ 708089 w 3114960"/>
              <a:gd name="connsiteY44616" fmla="*/ 1964817 h 5143785"/>
              <a:gd name="connsiteX44617" fmla="*/ 707993 w 3114960"/>
              <a:gd name="connsiteY44617" fmla="*/ 1987010 h 5143785"/>
              <a:gd name="connsiteX44618" fmla="*/ 699326 w 3114960"/>
              <a:gd name="connsiteY44618" fmla="*/ 1978343 h 5143785"/>
              <a:gd name="connsiteX44619" fmla="*/ 707993 w 3114960"/>
              <a:gd name="connsiteY44619" fmla="*/ 1969675 h 5143785"/>
              <a:gd name="connsiteX44620" fmla="*/ 716661 w 3114960"/>
              <a:gd name="connsiteY44620" fmla="*/ 1978343 h 5143785"/>
              <a:gd name="connsiteX44621" fmla="*/ 707993 w 3114960"/>
              <a:gd name="connsiteY44621" fmla="*/ 1987010 h 5143785"/>
              <a:gd name="connsiteX44622" fmla="*/ 2872454 w 3114960"/>
              <a:gd name="connsiteY44622" fmla="*/ 3886581 h 5143785"/>
              <a:gd name="connsiteX44623" fmla="*/ 2959799 w 3114960"/>
              <a:gd name="connsiteY44623" fmla="*/ 3886581 h 5143785"/>
              <a:gd name="connsiteX44624" fmla="*/ 2983230 w 3114960"/>
              <a:gd name="connsiteY44624" fmla="*/ 3868007 h 5143785"/>
              <a:gd name="connsiteX44625" fmla="*/ 3038951 w 3114960"/>
              <a:gd name="connsiteY44625" fmla="*/ 3868007 h 5143785"/>
              <a:gd name="connsiteX44626" fmla="*/ 3038951 w 3114960"/>
              <a:gd name="connsiteY44626" fmla="*/ 3868674 h 5143785"/>
              <a:gd name="connsiteX44627" fmla="*/ 3049524 w 3114960"/>
              <a:gd name="connsiteY44627" fmla="*/ 3876580 h 5143785"/>
              <a:gd name="connsiteX44628" fmla="*/ 3052572 w 3114960"/>
              <a:gd name="connsiteY44628" fmla="*/ 3876199 h 5143785"/>
              <a:gd name="connsiteX44629" fmla="*/ 3059144 w 3114960"/>
              <a:gd name="connsiteY44629" fmla="*/ 3870960 h 5143785"/>
              <a:gd name="connsiteX44630" fmla="*/ 3060097 w 3114960"/>
              <a:gd name="connsiteY44630" fmla="*/ 3862673 h 5143785"/>
              <a:gd name="connsiteX44631" fmla="*/ 3046571 w 3114960"/>
              <a:gd name="connsiteY44631" fmla="*/ 3855149 h 5143785"/>
              <a:gd name="connsiteX44632" fmla="*/ 3039047 w 3114960"/>
              <a:gd name="connsiteY44632" fmla="*/ 3863245 h 5143785"/>
              <a:gd name="connsiteX44633" fmla="*/ 2981611 w 3114960"/>
              <a:gd name="connsiteY44633" fmla="*/ 3863245 h 5143785"/>
              <a:gd name="connsiteX44634" fmla="*/ 2958179 w 3114960"/>
              <a:gd name="connsiteY44634" fmla="*/ 3881819 h 5143785"/>
              <a:gd name="connsiteX44635" fmla="*/ 2874359 w 3114960"/>
              <a:gd name="connsiteY44635" fmla="*/ 3881819 h 5143785"/>
              <a:gd name="connsiteX44636" fmla="*/ 2835307 w 3114960"/>
              <a:gd name="connsiteY44636" fmla="*/ 3844957 h 5143785"/>
              <a:gd name="connsiteX44637" fmla="*/ 2835688 w 3114960"/>
              <a:gd name="connsiteY44637" fmla="*/ 3819049 h 5143785"/>
              <a:gd name="connsiteX44638" fmla="*/ 2839784 w 3114960"/>
              <a:gd name="connsiteY44638" fmla="*/ 3817811 h 5143785"/>
              <a:gd name="connsiteX44639" fmla="*/ 2845022 w 3114960"/>
              <a:gd name="connsiteY44639" fmla="*/ 3811238 h 5143785"/>
              <a:gd name="connsiteX44640" fmla="*/ 2844070 w 3114960"/>
              <a:gd name="connsiteY44640" fmla="*/ 3802952 h 5143785"/>
              <a:gd name="connsiteX44641" fmla="*/ 2837498 w 3114960"/>
              <a:gd name="connsiteY44641" fmla="*/ 3797713 h 5143785"/>
              <a:gd name="connsiteX44642" fmla="*/ 2823972 w 3114960"/>
              <a:gd name="connsiteY44642" fmla="*/ 3805238 h 5143785"/>
              <a:gd name="connsiteX44643" fmla="*/ 2830925 w 3114960"/>
              <a:gd name="connsiteY44643" fmla="*/ 3818477 h 5143785"/>
              <a:gd name="connsiteX44644" fmla="*/ 2830544 w 3114960"/>
              <a:gd name="connsiteY44644" fmla="*/ 3847052 h 5143785"/>
              <a:gd name="connsiteX44645" fmla="*/ 2872550 w 3114960"/>
              <a:gd name="connsiteY44645" fmla="*/ 3886676 h 5143785"/>
              <a:gd name="connsiteX44646" fmla="*/ 3047810 w 3114960"/>
              <a:gd name="connsiteY44646" fmla="*/ 3859721 h 5143785"/>
              <a:gd name="connsiteX44647" fmla="*/ 3049524 w 3114960"/>
              <a:gd name="connsiteY44647" fmla="*/ 3859435 h 5143785"/>
              <a:gd name="connsiteX44648" fmla="*/ 3055430 w 3114960"/>
              <a:gd name="connsiteY44648" fmla="*/ 3863912 h 5143785"/>
              <a:gd name="connsiteX44649" fmla="*/ 3054858 w 3114960"/>
              <a:gd name="connsiteY44649" fmla="*/ 3868579 h 5143785"/>
              <a:gd name="connsiteX44650" fmla="*/ 3051143 w 3114960"/>
              <a:gd name="connsiteY44650" fmla="*/ 3871532 h 5143785"/>
              <a:gd name="connsiteX44651" fmla="*/ 3043523 w 3114960"/>
              <a:gd name="connsiteY44651" fmla="*/ 3867245 h 5143785"/>
              <a:gd name="connsiteX44652" fmla="*/ 3047810 w 3114960"/>
              <a:gd name="connsiteY44652" fmla="*/ 3859625 h 5143785"/>
              <a:gd name="connsiteX44653" fmla="*/ 2828449 w 3114960"/>
              <a:gd name="connsiteY44653" fmla="*/ 3806476 h 5143785"/>
              <a:gd name="connsiteX44654" fmla="*/ 2836069 w 3114960"/>
              <a:gd name="connsiteY44654" fmla="*/ 3802190 h 5143785"/>
              <a:gd name="connsiteX44655" fmla="*/ 2840355 w 3114960"/>
              <a:gd name="connsiteY44655" fmla="*/ 3809810 h 5143785"/>
              <a:gd name="connsiteX44656" fmla="*/ 2832735 w 3114960"/>
              <a:gd name="connsiteY44656" fmla="*/ 3814096 h 5143785"/>
              <a:gd name="connsiteX44657" fmla="*/ 2828449 w 3114960"/>
              <a:gd name="connsiteY44657" fmla="*/ 3806476 h 5143785"/>
              <a:gd name="connsiteX44658" fmla="*/ 2523839 w 3114960"/>
              <a:gd name="connsiteY44658" fmla="*/ 562070 h 5143785"/>
              <a:gd name="connsiteX44659" fmla="*/ 2521363 w 3114960"/>
              <a:gd name="connsiteY44659" fmla="*/ 544163 h 5143785"/>
              <a:gd name="connsiteX44660" fmla="*/ 2539270 w 3114960"/>
              <a:gd name="connsiteY44660" fmla="*/ 541687 h 5143785"/>
              <a:gd name="connsiteX44661" fmla="*/ 2541746 w 3114960"/>
              <a:gd name="connsiteY44661" fmla="*/ 559594 h 5143785"/>
              <a:gd name="connsiteX44662" fmla="*/ 2523839 w 3114960"/>
              <a:gd name="connsiteY44662" fmla="*/ 562070 h 5143785"/>
              <a:gd name="connsiteX44663" fmla="*/ 1159955 w 3114960"/>
              <a:gd name="connsiteY44663" fmla="*/ 1467136 h 5143785"/>
              <a:gd name="connsiteX44664" fmla="*/ 1139857 w 3114960"/>
              <a:gd name="connsiteY44664" fmla="*/ 1467136 h 5143785"/>
              <a:gd name="connsiteX44665" fmla="*/ 1136047 w 3114960"/>
              <a:gd name="connsiteY44665" fmla="*/ 1470946 h 5143785"/>
              <a:gd name="connsiteX44666" fmla="*/ 1136047 w 3114960"/>
              <a:gd name="connsiteY44666" fmla="*/ 1475518 h 5143785"/>
              <a:gd name="connsiteX44667" fmla="*/ 1134618 w 3114960"/>
              <a:gd name="connsiteY44667" fmla="*/ 1473041 h 5143785"/>
              <a:gd name="connsiteX44668" fmla="*/ 1126617 w 3114960"/>
              <a:gd name="connsiteY44668" fmla="*/ 1466374 h 5143785"/>
              <a:gd name="connsiteX44669" fmla="*/ 1118616 w 3114960"/>
              <a:gd name="connsiteY44669" fmla="*/ 1473041 h 5143785"/>
              <a:gd name="connsiteX44670" fmla="*/ 1114806 w 3114960"/>
              <a:gd name="connsiteY44670" fmla="*/ 1477232 h 5143785"/>
              <a:gd name="connsiteX44671" fmla="*/ 1110996 w 3114960"/>
              <a:gd name="connsiteY44671" fmla="*/ 1473041 h 5143785"/>
              <a:gd name="connsiteX44672" fmla="*/ 1102995 w 3114960"/>
              <a:gd name="connsiteY44672" fmla="*/ 1466374 h 5143785"/>
              <a:gd name="connsiteX44673" fmla="*/ 1094994 w 3114960"/>
              <a:gd name="connsiteY44673" fmla="*/ 1473041 h 5143785"/>
              <a:gd name="connsiteX44674" fmla="*/ 1091184 w 3114960"/>
              <a:gd name="connsiteY44674" fmla="*/ 1477232 h 5143785"/>
              <a:gd name="connsiteX44675" fmla="*/ 1087374 w 3114960"/>
              <a:gd name="connsiteY44675" fmla="*/ 1473041 h 5143785"/>
              <a:gd name="connsiteX44676" fmla="*/ 1079373 w 3114960"/>
              <a:gd name="connsiteY44676" fmla="*/ 1466374 h 5143785"/>
              <a:gd name="connsiteX44677" fmla="*/ 1071372 w 3114960"/>
              <a:gd name="connsiteY44677" fmla="*/ 1473041 h 5143785"/>
              <a:gd name="connsiteX44678" fmla="*/ 1067562 w 3114960"/>
              <a:gd name="connsiteY44678" fmla="*/ 1477232 h 5143785"/>
              <a:gd name="connsiteX44679" fmla="*/ 1063752 w 3114960"/>
              <a:gd name="connsiteY44679" fmla="*/ 1473041 h 5143785"/>
              <a:gd name="connsiteX44680" fmla="*/ 1055751 w 3114960"/>
              <a:gd name="connsiteY44680" fmla="*/ 1466374 h 5143785"/>
              <a:gd name="connsiteX44681" fmla="*/ 1047750 w 3114960"/>
              <a:gd name="connsiteY44681" fmla="*/ 1473041 h 5143785"/>
              <a:gd name="connsiteX44682" fmla="*/ 1043940 w 3114960"/>
              <a:gd name="connsiteY44682" fmla="*/ 1477232 h 5143785"/>
              <a:gd name="connsiteX44683" fmla="*/ 1040130 w 3114960"/>
              <a:gd name="connsiteY44683" fmla="*/ 1473041 h 5143785"/>
              <a:gd name="connsiteX44684" fmla="*/ 1032129 w 3114960"/>
              <a:gd name="connsiteY44684" fmla="*/ 1466374 h 5143785"/>
              <a:gd name="connsiteX44685" fmla="*/ 1024128 w 3114960"/>
              <a:gd name="connsiteY44685" fmla="*/ 1473041 h 5143785"/>
              <a:gd name="connsiteX44686" fmla="*/ 1020318 w 3114960"/>
              <a:gd name="connsiteY44686" fmla="*/ 1477232 h 5143785"/>
              <a:gd name="connsiteX44687" fmla="*/ 1016508 w 3114960"/>
              <a:gd name="connsiteY44687" fmla="*/ 1473041 h 5143785"/>
              <a:gd name="connsiteX44688" fmla="*/ 1008507 w 3114960"/>
              <a:gd name="connsiteY44688" fmla="*/ 1466374 h 5143785"/>
              <a:gd name="connsiteX44689" fmla="*/ 1000506 w 3114960"/>
              <a:gd name="connsiteY44689" fmla="*/ 1473041 h 5143785"/>
              <a:gd name="connsiteX44690" fmla="*/ 996696 w 3114960"/>
              <a:gd name="connsiteY44690" fmla="*/ 1477232 h 5143785"/>
              <a:gd name="connsiteX44691" fmla="*/ 992886 w 3114960"/>
              <a:gd name="connsiteY44691" fmla="*/ 1473041 h 5143785"/>
              <a:gd name="connsiteX44692" fmla="*/ 984885 w 3114960"/>
              <a:gd name="connsiteY44692" fmla="*/ 1466374 h 5143785"/>
              <a:gd name="connsiteX44693" fmla="*/ 976884 w 3114960"/>
              <a:gd name="connsiteY44693" fmla="*/ 1473041 h 5143785"/>
              <a:gd name="connsiteX44694" fmla="*/ 973074 w 3114960"/>
              <a:gd name="connsiteY44694" fmla="*/ 1477232 h 5143785"/>
              <a:gd name="connsiteX44695" fmla="*/ 969264 w 3114960"/>
              <a:gd name="connsiteY44695" fmla="*/ 1473041 h 5143785"/>
              <a:gd name="connsiteX44696" fmla="*/ 961263 w 3114960"/>
              <a:gd name="connsiteY44696" fmla="*/ 1466374 h 5143785"/>
              <a:gd name="connsiteX44697" fmla="*/ 953262 w 3114960"/>
              <a:gd name="connsiteY44697" fmla="*/ 1473041 h 5143785"/>
              <a:gd name="connsiteX44698" fmla="*/ 949452 w 3114960"/>
              <a:gd name="connsiteY44698" fmla="*/ 1477232 h 5143785"/>
              <a:gd name="connsiteX44699" fmla="*/ 945642 w 3114960"/>
              <a:gd name="connsiteY44699" fmla="*/ 1473041 h 5143785"/>
              <a:gd name="connsiteX44700" fmla="*/ 937641 w 3114960"/>
              <a:gd name="connsiteY44700" fmla="*/ 1466374 h 5143785"/>
              <a:gd name="connsiteX44701" fmla="*/ 929640 w 3114960"/>
              <a:gd name="connsiteY44701" fmla="*/ 1473041 h 5143785"/>
              <a:gd name="connsiteX44702" fmla="*/ 925830 w 3114960"/>
              <a:gd name="connsiteY44702" fmla="*/ 1477232 h 5143785"/>
              <a:gd name="connsiteX44703" fmla="*/ 922020 w 3114960"/>
              <a:gd name="connsiteY44703" fmla="*/ 1473041 h 5143785"/>
              <a:gd name="connsiteX44704" fmla="*/ 914019 w 3114960"/>
              <a:gd name="connsiteY44704" fmla="*/ 1466374 h 5143785"/>
              <a:gd name="connsiteX44705" fmla="*/ 906018 w 3114960"/>
              <a:gd name="connsiteY44705" fmla="*/ 1473041 h 5143785"/>
              <a:gd name="connsiteX44706" fmla="*/ 902208 w 3114960"/>
              <a:gd name="connsiteY44706" fmla="*/ 1477232 h 5143785"/>
              <a:gd name="connsiteX44707" fmla="*/ 898398 w 3114960"/>
              <a:gd name="connsiteY44707" fmla="*/ 1473041 h 5143785"/>
              <a:gd name="connsiteX44708" fmla="*/ 892874 w 3114960"/>
              <a:gd name="connsiteY44708" fmla="*/ 1466850 h 5143785"/>
              <a:gd name="connsiteX44709" fmla="*/ 891731 w 3114960"/>
              <a:gd name="connsiteY44709" fmla="*/ 1465136 h 5143785"/>
              <a:gd name="connsiteX44710" fmla="*/ 880301 w 3114960"/>
              <a:gd name="connsiteY44710" fmla="*/ 1453706 h 5143785"/>
              <a:gd name="connsiteX44711" fmla="*/ 876681 w 3114960"/>
              <a:gd name="connsiteY44711" fmla="*/ 1452182 h 5143785"/>
              <a:gd name="connsiteX44712" fmla="*/ 876681 w 3114960"/>
              <a:gd name="connsiteY44712" fmla="*/ 1452182 h 5143785"/>
              <a:gd name="connsiteX44713" fmla="*/ 873062 w 3114960"/>
              <a:gd name="connsiteY44713" fmla="*/ 1453706 h 5143785"/>
              <a:gd name="connsiteX44714" fmla="*/ 861632 w 3114960"/>
              <a:gd name="connsiteY44714" fmla="*/ 1465136 h 5143785"/>
              <a:gd name="connsiteX44715" fmla="*/ 860108 w 3114960"/>
              <a:gd name="connsiteY44715" fmla="*/ 1468755 h 5143785"/>
              <a:gd name="connsiteX44716" fmla="*/ 861632 w 3114960"/>
              <a:gd name="connsiteY44716" fmla="*/ 1472375 h 5143785"/>
              <a:gd name="connsiteX44717" fmla="*/ 873062 w 3114960"/>
              <a:gd name="connsiteY44717" fmla="*/ 1483805 h 5143785"/>
              <a:gd name="connsiteX44718" fmla="*/ 876681 w 3114960"/>
              <a:gd name="connsiteY44718" fmla="*/ 1485328 h 5143785"/>
              <a:gd name="connsiteX44719" fmla="*/ 876681 w 3114960"/>
              <a:gd name="connsiteY44719" fmla="*/ 1485328 h 5143785"/>
              <a:gd name="connsiteX44720" fmla="*/ 880301 w 3114960"/>
              <a:gd name="connsiteY44720" fmla="*/ 1483805 h 5143785"/>
              <a:gd name="connsiteX44721" fmla="*/ 891731 w 3114960"/>
              <a:gd name="connsiteY44721" fmla="*/ 1472375 h 5143785"/>
              <a:gd name="connsiteX44722" fmla="*/ 892016 w 3114960"/>
              <a:gd name="connsiteY44722" fmla="*/ 1471994 h 5143785"/>
              <a:gd name="connsiteX44723" fmla="*/ 894207 w 3114960"/>
              <a:gd name="connsiteY44723" fmla="*/ 1475327 h 5143785"/>
              <a:gd name="connsiteX44724" fmla="*/ 902208 w 3114960"/>
              <a:gd name="connsiteY44724" fmla="*/ 1481995 h 5143785"/>
              <a:gd name="connsiteX44725" fmla="*/ 910209 w 3114960"/>
              <a:gd name="connsiteY44725" fmla="*/ 1475327 h 5143785"/>
              <a:gd name="connsiteX44726" fmla="*/ 914019 w 3114960"/>
              <a:gd name="connsiteY44726" fmla="*/ 1471136 h 5143785"/>
              <a:gd name="connsiteX44727" fmla="*/ 917829 w 3114960"/>
              <a:gd name="connsiteY44727" fmla="*/ 1475327 h 5143785"/>
              <a:gd name="connsiteX44728" fmla="*/ 925830 w 3114960"/>
              <a:gd name="connsiteY44728" fmla="*/ 1481995 h 5143785"/>
              <a:gd name="connsiteX44729" fmla="*/ 933831 w 3114960"/>
              <a:gd name="connsiteY44729" fmla="*/ 1475327 h 5143785"/>
              <a:gd name="connsiteX44730" fmla="*/ 937641 w 3114960"/>
              <a:gd name="connsiteY44730" fmla="*/ 1471136 h 5143785"/>
              <a:gd name="connsiteX44731" fmla="*/ 941451 w 3114960"/>
              <a:gd name="connsiteY44731" fmla="*/ 1475327 h 5143785"/>
              <a:gd name="connsiteX44732" fmla="*/ 949452 w 3114960"/>
              <a:gd name="connsiteY44732" fmla="*/ 1481995 h 5143785"/>
              <a:gd name="connsiteX44733" fmla="*/ 957453 w 3114960"/>
              <a:gd name="connsiteY44733" fmla="*/ 1475327 h 5143785"/>
              <a:gd name="connsiteX44734" fmla="*/ 961263 w 3114960"/>
              <a:gd name="connsiteY44734" fmla="*/ 1471136 h 5143785"/>
              <a:gd name="connsiteX44735" fmla="*/ 965073 w 3114960"/>
              <a:gd name="connsiteY44735" fmla="*/ 1475327 h 5143785"/>
              <a:gd name="connsiteX44736" fmla="*/ 973074 w 3114960"/>
              <a:gd name="connsiteY44736" fmla="*/ 1481995 h 5143785"/>
              <a:gd name="connsiteX44737" fmla="*/ 981075 w 3114960"/>
              <a:gd name="connsiteY44737" fmla="*/ 1475327 h 5143785"/>
              <a:gd name="connsiteX44738" fmla="*/ 984885 w 3114960"/>
              <a:gd name="connsiteY44738" fmla="*/ 1471136 h 5143785"/>
              <a:gd name="connsiteX44739" fmla="*/ 988695 w 3114960"/>
              <a:gd name="connsiteY44739" fmla="*/ 1475327 h 5143785"/>
              <a:gd name="connsiteX44740" fmla="*/ 996696 w 3114960"/>
              <a:gd name="connsiteY44740" fmla="*/ 1481995 h 5143785"/>
              <a:gd name="connsiteX44741" fmla="*/ 1004697 w 3114960"/>
              <a:gd name="connsiteY44741" fmla="*/ 1475327 h 5143785"/>
              <a:gd name="connsiteX44742" fmla="*/ 1008507 w 3114960"/>
              <a:gd name="connsiteY44742" fmla="*/ 1471136 h 5143785"/>
              <a:gd name="connsiteX44743" fmla="*/ 1012317 w 3114960"/>
              <a:gd name="connsiteY44743" fmla="*/ 1475327 h 5143785"/>
              <a:gd name="connsiteX44744" fmla="*/ 1020318 w 3114960"/>
              <a:gd name="connsiteY44744" fmla="*/ 1481995 h 5143785"/>
              <a:gd name="connsiteX44745" fmla="*/ 1028319 w 3114960"/>
              <a:gd name="connsiteY44745" fmla="*/ 1475327 h 5143785"/>
              <a:gd name="connsiteX44746" fmla="*/ 1032129 w 3114960"/>
              <a:gd name="connsiteY44746" fmla="*/ 1471136 h 5143785"/>
              <a:gd name="connsiteX44747" fmla="*/ 1035939 w 3114960"/>
              <a:gd name="connsiteY44747" fmla="*/ 1475327 h 5143785"/>
              <a:gd name="connsiteX44748" fmla="*/ 1043940 w 3114960"/>
              <a:gd name="connsiteY44748" fmla="*/ 1481995 h 5143785"/>
              <a:gd name="connsiteX44749" fmla="*/ 1051941 w 3114960"/>
              <a:gd name="connsiteY44749" fmla="*/ 1475327 h 5143785"/>
              <a:gd name="connsiteX44750" fmla="*/ 1055751 w 3114960"/>
              <a:gd name="connsiteY44750" fmla="*/ 1471136 h 5143785"/>
              <a:gd name="connsiteX44751" fmla="*/ 1059561 w 3114960"/>
              <a:gd name="connsiteY44751" fmla="*/ 1475327 h 5143785"/>
              <a:gd name="connsiteX44752" fmla="*/ 1067562 w 3114960"/>
              <a:gd name="connsiteY44752" fmla="*/ 1481995 h 5143785"/>
              <a:gd name="connsiteX44753" fmla="*/ 1075563 w 3114960"/>
              <a:gd name="connsiteY44753" fmla="*/ 1475327 h 5143785"/>
              <a:gd name="connsiteX44754" fmla="*/ 1079373 w 3114960"/>
              <a:gd name="connsiteY44754" fmla="*/ 1471136 h 5143785"/>
              <a:gd name="connsiteX44755" fmla="*/ 1083183 w 3114960"/>
              <a:gd name="connsiteY44755" fmla="*/ 1475327 h 5143785"/>
              <a:gd name="connsiteX44756" fmla="*/ 1091184 w 3114960"/>
              <a:gd name="connsiteY44756" fmla="*/ 1481995 h 5143785"/>
              <a:gd name="connsiteX44757" fmla="*/ 1099185 w 3114960"/>
              <a:gd name="connsiteY44757" fmla="*/ 1475327 h 5143785"/>
              <a:gd name="connsiteX44758" fmla="*/ 1102995 w 3114960"/>
              <a:gd name="connsiteY44758" fmla="*/ 1471136 h 5143785"/>
              <a:gd name="connsiteX44759" fmla="*/ 1106805 w 3114960"/>
              <a:gd name="connsiteY44759" fmla="*/ 1475327 h 5143785"/>
              <a:gd name="connsiteX44760" fmla="*/ 1114806 w 3114960"/>
              <a:gd name="connsiteY44760" fmla="*/ 1481995 h 5143785"/>
              <a:gd name="connsiteX44761" fmla="*/ 1122807 w 3114960"/>
              <a:gd name="connsiteY44761" fmla="*/ 1475327 h 5143785"/>
              <a:gd name="connsiteX44762" fmla="*/ 1126617 w 3114960"/>
              <a:gd name="connsiteY44762" fmla="*/ 1471136 h 5143785"/>
              <a:gd name="connsiteX44763" fmla="*/ 1130427 w 3114960"/>
              <a:gd name="connsiteY44763" fmla="*/ 1475327 h 5143785"/>
              <a:gd name="connsiteX44764" fmla="*/ 1136523 w 3114960"/>
              <a:gd name="connsiteY44764" fmla="*/ 1481614 h 5143785"/>
              <a:gd name="connsiteX44765" fmla="*/ 1139857 w 3114960"/>
              <a:gd name="connsiteY44765" fmla="*/ 1483709 h 5143785"/>
              <a:gd name="connsiteX44766" fmla="*/ 1159955 w 3114960"/>
              <a:gd name="connsiteY44766" fmla="*/ 1483709 h 5143785"/>
              <a:gd name="connsiteX44767" fmla="*/ 1163765 w 3114960"/>
              <a:gd name="connsiteY44767" fmla="*/ 1479899 h 5143785"/>
              <a:gd name="connsiteX44768" fmla="*/ 1163765 w 3114960"/>
              <a:gd name="connsiteY44768" fmla="*/ 1478947 h 5143785"/>
              <a:gd name="connsiteX44769" fmla="*/ 1295114 w 3114960"/>
              <a:gd name="connsiteY44769" fmla="*/ 1478756 h 5143785"/>
              <a:gd name="connsiteX44770" fmla="*/ 1393222 w 3114960"/>
              <a:gd name="connsiteY44770" fmla="*/ 1390460 h 5143785"/>
              <a:gd name="connsiteX44771" fmla="*/ 1454372 w 3114960"/>
              <a:gd name="connsiteY44771" fmla="*/ 1390745 h 5143785"/>
              <a:gd name="connsiteX44772" fmla="*/ 1510475 w 3114960"/>
              <a:gd name="connsiteY44772" fmla="*/ 1332071 h 5143785"/>
              <a:gd name="connsiteX44773" fmla="*/ 1520476 w 3114960"/>
              <a:gd name="connsiteY44773" fmla="*/ 1332071 h 5143785"/>
              <a:gd name="connsiteX44774" fmla="*/ 1520476 w 3114960"/>
              <a:gd name="connsiteY44774" fmla="*/ 1335691 h 5143785"/>
              <a:gd name="connsiteX44775" fmla="*/ 1529239 w 3114960"/>
              <a:gd name="connsiteY44775" fmla="*/ 1344359 h 5143785"/>
              <a:gd name="connsiteX44776" fmla="*/ 1580578 w 3114960"/>
              <a:gd name="connsiteY44776" fmla="*/ 1344359 h 5143785"/>
              <a:gd name="connsiteX44777" fmla="*/ 1589342 w 3114960"/>
              <a:gd name="connsiteY44777" fmla="*/ 1335691 h 5143785"/>
              <a:gd name="connsiteX44778" fmla="*/ 1589342 w 3114960"/>
              <a:gd name="connsiteY44778" fmla="*/ 1321308 h 5143785"/>
              <a:gd name="connsiteX44779" fmla="*/ 1580578 w 3114960"/>
              <a:gd name="connsiteY44779" fmla="*/ 1312640 h 5143785"/>
              <a:gd name="connsiteX44780" fmla="*/ 1529239 w 3114960"/>
              <a:gd name="connsiteY44780" fmla="*/ 1312640 h 5143785"/>
              <a:gd name="connsiteX44781" fmla="*/ 1520476 w 3114960"/>
              <a:gd name="connsiteY44781" fmla="*/ 1321308 h 5143785"/>
              <a:gd name="connsiteX44782" fmla="*/ 1520476 w 3114960"/>
              <a:gd name="connsiteY44782" fmla="*/ 1324928 h 5143785"/>
              <a:gd name="connsiteX44783" fmla="*/ 1507427 w 3114960"/>
              <a:gd name="connsiteY44783" fmla="*/ 1324928 h 5143785"/>
              <a:gd name="connsiteX44784" fmla="*/ 1451420 w 3114960"/>
              <a:gd name="connsiteY44784" fmla="*/ 1383602 h 5143785"/>
              <a:gd name="connsiteX44785" fmla="*/ 1390650 w 3114960"/>
              <a:gd name="connsiteY44785" fmla="*/ 1383316 h 5143785"/>
              <a:gd name="connsiteX44786" fmla="*/ 1292543 w 3114960"/>
              <a:gd name="connsiteY44786" fmla="*/ 1471613 h 5143785"/>
              <a:gd name="connsiteX44787" fmla="*/ 1163860 w 3114960"/>
              <a:gd name="connsiteY44787" fmla="*/ 1471803 h 5143785"/>
              <a:gd name="connsiteX44788" fmla="*/ 1163860 w 3114960"/>
              <a:gd name="connsiteY44788" fmla="*/ 1470851 h 5143785"/>
              <a:gd name="connsiteX44789" fmla="*/ 1160050 w 3114960"/>
              <a:gd name="connsiteY44789" fmla="*/ 1467041 h 5143785"/>
              <a:gd name="connsiteX44790" fmla="*/ 875919 w 3114960"/>
              <a:gd name="connsiteY44790" fmla="*/ 1480471 h 5143785"/>
              <a:gd name="connsiteX44791" fmla="*/ 864394 w 3114960"/>
              <a:gd name="connsiteY44791" fmla="*/ 1468850 h 5143785"/>
              <a:gd name="connsiteX44792" fmla="*/ 864394 w 3114960"/>
              <a:gd name="connsiteY44792" fmla="*/ 1468660 h 5143785"/>
              <a:gd name="connsiteX44793" fmla="*/ 876300 w 3114960"/>
              <a:gd name="connsiteY44793" fmla="*/ 1457230 h 5143785"/>
              <a:gd name="connsiteX44794" fmla="*/ 887730 w 3114960"/>
              <a:gd name="connsiteY44794" fmla="*/ 1469136 h 5143785"/>
              <a:gd name="connsiteX44795" fmla="*/ 875824 w 3114960"/>
              <a:gd name="connsiteY44795" fmla="*/ 1480566 h 5143785"/>
              <a:gd name="connsiteX44796" fmla="*/ 1140714 w 3114960"/>
              <a:gd name="connsiteY44796" fmla="*/ 1479042 h 5143785"/>
              <a:gd name="connsiteX44797" fmla="*/ 1140714 w 3114960"/>
              <a:gd name="connsiteY44797" fmla="*/ 1471898 h 5143785"/>
              <a:gd name="connsiteX44798" fmla="*/ 1148620 w 3114960"/>
              <a:gd name="connsiteY44798" fmla="*/ 1471898 h 5143785"/>
              <a:gd name="connsiteX44799" fmla="*/ 1150334 w 3114960"/>
              <a:gd name="connsiteY44799" fmla="*/ 1473232 h 5143785"/>
              <a:gd name="connsiteX44800" fmla="*/ 1146810 w 3114960"/>
              <a:gd name="connsiteY44800" fmla="*/ 1475613 h 5143785"/>
              <a:gd name="connsiteX44801" fmla="*/ 1146334 w 3114960"/>
              <a:gd name="connsiteY44801" fmla="*/ 1476566 h 5143785"/>
              <a:gd name="connsiteX44802" fmla="*/ 1146810 w 3114960"/>
              <a:gd name="connsiteY44802" fmla="*/ 1477518 h 5143785"/>
              <a:gd name="connsiteX44803" fmla="*/ 1148715 w 3114960"/>
              <a:gd name="connsiteY44803" fmla="*/ 1478947 h 5143785"/>
              <a:gd name="connsiteX44804" fmla="*/ 1140809 w 3114960"/>
              <a:gd name="connsiteY44804" fmla="*/ 1478947 h 5143785"/>
              <a:gd name="connsiteX44805" fmla="*/ 1159002 w 3114960"/>
              <a:gd name="connsiteY44805" fmla="*/ 1479042 h 5143785"/>
              <a:gd name="connsiteX44806" fmla="*/ 1152525 w 3114960"/>
              <a:gd name="connsiteY44806" fmla="*/ 1479042 h 5143785"/>
              <a:gd name="connsiteX44807" fmla="*/ 1149572 w 3114960"/>
              <a:gd name="connsiteY44807" fmla="*/ 1476756 h 5143785"/>
              <a:gd name="connsiteX44808" fmla="*/ 1153097 w 3114960"/>
              <a:gd name="connsiteY44808" fmla="*/ 1474375 h 5143785"/>
              <a:gd name="connsiteX44809" fmla="*/ 1153573 w 3114960"/>
              <a:gd name="connsiteY44809" fmla="*/ 1473422 h 5143785"/>
              <a:gd name="connsiteX44810" fmla="*/ 1153097 w 3114960"/>
              <a:gd name="connsiteY44810" fmla="*/ 1472470 h 5143785"/>
              <a:gd name="connsiteX44811" fmla="*/ 1152525 w 3114960"/>
              <a:gd name="connsiteY44811" fmla="*/ 1471994 h 5143785"/>
              <a:gd name="connsiteX44812" fmla="*/ 1159002 w 3114960"/>
              <a:gd name="connsiteY44812" fmla="*/ 1471994 h 5143785"/>
              <a:gd name="connsiteX44813" fmla="*/ 1159002 w 3114960"/>
              <a:gd name="connsiteY44813" fmla="*/ 1479137 h 5143785"/>
              <a:gd name="connsiteX44814" fmla="*/ 1525143 w 3114960"/>
              <a:gd name="connsiteY44814" fmla="*/ 1321403 h 5143785"/>
              <a:gd name="connsiteX44815" fmla="*/ 1529144 w 3114960"/>
              <a:gd name="connsiteY44815" fmla="*/ 1317498 h 5143785"/>
              <a:gd name="connsiteX44816" fmla="*/ 1580483 w 3114960"/>
              <a:gd name="connsiteY44816" fmla="*/ 1317498 h 5143785"/>
              <a:gd name="connsiteX44817" fmla="*/ 1584484 w 3114960"/>
              <a:gd name="connsiteY44817" fmla="*/ 1321403 h 5143785"/>
              <a:gd name="connsiteX44818" fmla="*/ 1584484 w 3114960"/>
              <a:gd name="connsiteY44818" fmla="*/ 1335786 h 5143785"/>
              <a:gd name="connsiteX44819" fmla="*/ 1580483 w 3114960"/>
              <a:gd name="connsiteY44819" fmla="*/ 1339691 h 5143785"/>
              <a:gd name="connsiteX44820" fmla="*/ 1529144 w 3114960"/>
              <a:gd name="connsiteY44820" fmla="*/ 1339691 h 5143785"/>
              <a:gd name="connsiteX44821" fmla="*/ 1525143 w 3114960"/>
              <a:gd name="connsiteY44821" fmla="*/ 1335786 h 5143785"/>
              <a:gd name="connsiteX44822" fmla="*/ 1525143 w 3114960"/>
              <a:gd name="connsiteY44822" fmla="*/ 1321403 h 5143785"/>
              <a:gd name="connsiteX44823" fmla="*/ 1582960 w 3114960"/>
              <a:gd name="connsiteY44823" fmla="*/ 1239393 h 5143785"/>
              <a:gd name="connsiteX44824" fmla="*/ 1529144 w 3114960"/>
              <a:gd name="connsiteY44824" fmla="*/ 1239393 h 5143785"/>
              <a:gd name="connsiteX44825" fmla="*/ 1522762 w 3114960"/>
              <a:gd name="connsiteY44825" fmla="*/ 1245680 h 5143785"/>
              <a:gd name="connsiteX44826" fmla="*/ 1522762 w 3114960"/>
              <a:gd name="connsiteY44826" fmla="*/ 1250537 h 5143785"/>
              <a:gd name="connsiteX44827" fmla="*/ 1473422 w 3114960"/>
              <a:gd name="connsiteY44827" fmla="*/ 1250061 h 5143785"/>
              <a:gd name="connsiteX44828" fmla="*/ 1395603 w 3114960"/>
              <a:gd name="connsiteY44828" fmla="*/ 1329595 h 5143785"/>
              <a:gd name="connsiteX44829" fmla="*/ 1393222 w 3114960"/>
              <a:gd name="connsiteY44829" fmla="*/ 1328166 h 5143785"/>
              <a:gd name="connsiteX44830" fmla="*/ 1383982 w 3114960"/>
              <a:gd name="connsiteY44830" fmla="*/ 1328642 h 5143785"/>
              <a:gd name="connsiteX44831" fmla="*/ 1377791 w 3114960"/>
              <a:gd name="connsiteY44831" fmla="*/ 1335596 h 5143785"/>
              <a:gd name="connsiteX44832" fmla="*/ 1378268 w 3114960"/>
              <a:gd name="connsiteY44832" fmla="*/ 1344835 h 5143785"/>
              <a:gd name="connsiteX44833" fmla="*/ 1385221 w 3114960"/>
              <a:gd name="connsiteY44833" fmla="*/ 1351026 h 5143785"/>
              <a:gd name="connsiteX44834" fmla="*/ 1389221 w 3114960"/>
              <a:gd name="connsiteY44834" fmla="*/ 1351693 h 5143785"/>
              <a:gd name="connsiteX44835" fmla="*/ 1394460 w 3114960"/>
              <a:gd name="connsiteY44835" fmla="*/ 1350455 h 5143785"/>
              <a:gd name="connsiteX44836" fmla="*/ 1400651 w 3114960"/>
              <a:gd name="connsiteY44836" fmla="*/ 1343501 h 5143785"/>
              <a:gd name="connsiteX44837" fmla="*/ 1400270 w 3114960"/>
              <a:gd name="connsiteY44837" fmla="*/ 1334834 h 5143785"/>
              <a:gd name="connsiteX44838" fmla="*/ 1476375 w 3114960"/>
              <a:gd name="connsiteY44838" fmla="*/ 1257014 h 5143785"/>
              <a:gd name="connsiteX44839" fmla="*/ 1522762 w 3114960"/>
              <a:gd name="connsiteY44839" fmla="*/ 1257491 h 5143785"/>
              <a:gd name="connsiteX44840" fmla="*/ 1522762 w 3114960"/>
              <a:gd name="connsiteY44840" fmla="*/ 1262063 h 5143785"/>
              <a:gd name="connsiteX44841" fmla="*/ 1529144 w 3114960"/>
              <a:gd name="connsiteY44841" fmla="*/ 1268444 h 5143785"/>
              <a:gd name="connsiteX44842" fmla="*/ 1582960 w 3114960"/>
              <a:gd name="connsiteY44842" fmla="*/ 1268444 h 5143785"/>
              <a:gd name="connsiteX44843" fmla="*/ 1589246 w 3114960"/>
              <a:gd name="connsiteY44843" fmla="*/ 1262063 h 5143785"/>
              <a:gd name="connsiteX44844" fmla="*/ 1589246 w 3114960"/>
              <a:gd name="connsiteY44844" fmla="*/ 1256157 h 5143785"/>
              <a:gd name="connsiteX44845" fmla="*/ 1606677 w 3114960"/>
              <a:gd name="connsiteY44845" fmla="*/ 1256157 h 5143785"/>
              <a:gd name="connsiteX44846" fmla="*/ 1634490 w 3114960"/>
              <a:gd name="connsiteY44846" fmla="*/ 1285685 h 5143785"/>
              <a:gd name="connsiteX44847" fmla="*/ 1634490 w 3114960"/>
              <a:gd name="connsiteY44847" fmla="*/ 1298639 h 5143785"/>
              <a:gd name="connsiteX44848" fmla="*/ 1604677 w 3114960"/>
              <a:gd name="connsiteY44848" fmla="*/ 1326071 h 5143785"/>
              <a:gd name="connsiteX44849" fmla="*/ 1589151 w 3114960"/>
              <a:gd name="connsiteY44849" fmla="*/ 1326071 h 5143785"/>
              <a:gd name="connsiteX44850" fmla="*/ 1589151 w 3114960"/>
              <a:gd name="connsiteY44850" fmla="*/ 1330833 h 5143785"/>
              <a:gd name="connsiteX44851" fmla="*/ 1606582 w 3114960"/>
              <a:gd name="connsiteY44851" fmla="*/ 1330833 h 5143785"/>
              <a:gd name="connsiteX44852" fmla="*/ 1639253 w 3114960"/>
              <a:gd name="connsiteY44852" fmla="*/ 1300734 h 5143785"/>
              <a:gd name="connsiteX44853" fmla="*/ 1639253 w 3114960"/>
              <a:gd name="connsiteY44853" fmla="*/ 1283780 h 5143785"/>
              <a:gd name="connsiteX44854" fmla="*/ 1608773 w 3114960"/>
              <a:gd name="connsiteY44854" fmla="*/ 1251395 h 5143785"/>
              <a:gd name="connsiteX44855" fmla="*/ 1589246 w 3114960"/>
              <a:gd name="connsiteY44855" fmla="*/ 1251395 h 5143785"/>
              <a:gd name="connsiteX44856" fmla="*/ 1589246 w 3114960"/>
              <a:gd name="connsiteY44856" fmla="*/ 1245489 h 5143785"/>
              <a:gd name="connsiteX44857" fmla="*/ 1582960 w 3114960"/>
              <a:gd name="connsiteY44857" fmla="*/ 1239203 h 5143785"/>
              <a:gd name="connsiteX44858" fmla="*/ 1392460 w 3114960"/>
              <a:gd name="connsiteY44858" fmla="*/ 1346359 h 5143785"/>
              <a:gd name="connsiteX44859" fmla="*/ 1382649 w 3114960"/>
              <a:gd name="connsiteY44859" fmla="*/ 1342930 h 5143785"/>
              <a:gd name="connsiteX44860" fmla="*/ 1382363 w 3114960"/>
              <a:gd name="connsiteY44860" fmla="*/ 1337310 h 5143785"/>
              <a:gd name="connsiteX44861" fmla="*/ 1386173 w 3114960"/>
              <a:gd name="connsiteY44861" fmla="*/ 1333119 h 5143785"/>
              <a:gd name="connsiteX44862" fmla="*/ 1389412 w 3114960"/>
              <a:gd name="connsiteY44862" fmla="*/ 1332357 h 5143785"/>
              <a:gd name="connsiteX44863" fmla="*/ 1391888 w 3114960"/>
              <a:gd name="connsiteY44863" fmla="*/ 1332738 h 5143785"/>
              <a:gd name="connsiteX44864" fmla="*/ 1396079 w 3114960"/>
              <a:gd name="connsiteY44864" fmla="*/ 1336548 h 5143785"/>
              <a:gd name="connsiteX44865" fmla="*/ 1392650 w 3114960"/>
              <a:gd name="connsiteY44865" fmla="*/ 1346359 h 5143785"/>
              <a:gd name="connsiteX44866" fmla="*/ 2027301 w 3114960"/>
              <a:gd name="connsiteY44866" fmla="*/ 696277 h 5143785"/>
              <a:gd name="connsiteX44867" fmla="*/ 2028349 w 3114960"/>
              <a:gd name="connsiteY44867" fmla="*/ 681704 h 5143785"/>
              <a:gd name="connsiteX44868" fmla="*/ 2026634 w 3114960"/>
              <a:gd name="connsiteY44868" fmla="*/ 678371 h 5143785"/>
              <a:gd name="connsiteX44869" fmla="*/ 2288096 w 3114960"/>
              <a:gd name="connsiteY44869" fmla="*/ 460915 h 5143785"/>
              <a:gd name="connsiteX44870" fmla="*/ 2355628 w 3114960"/>
              <a:gd name="connsiteY44870" fmla="*/ 458819 h 5143785"/>
              <a:gd name="connsiteX44871" fmla="*/ 2377154 w 3114960"/>
              <a:gd name="connsiteY44871" fmla="*/ 483203 h 5143785"/>
              <a:gd name="connsiteX44872" fmla="*/ 2461355 w 3114960"/>
              <a:gd name="connsiteY44872" fmla="*/ 482822 h 5143785"/>
              <a:gd name="connsiteX44873" fmla="*/ 2461355 w 3114960"/>
              <a:gd name="connsiteY44873" fmla="*/ 499015 h 5143785"/>
              <a:gd name="connsiteX44874" fmla="*/ 2467261 w 3114960"/>
              <a:gd name="connsiteY44874" fmla="*/ 504920 h 5143785"/>
              <a:gd name="connsiteX44875" fmla="*/ 2485168 w 3114960"/>
              <a:gd name="connsiteY44875" fmla="*/ 504920 h 5143785"/>
              <a:gd name="connsiteX44876" fmla="*/ 2485168 w 3114960"/>
              <a:gd name="connsiteY44876" fmla="*/ 583978 h 5143785"/>
              <a:gd name="connsiteX44877" fmla="*/ 2436209 w 3114960"/>
              <a:gd name="connsiteY44877" fmla="*/ 615125 h 5143785"/>
              <a:gd name="connsiteX44878" fmla="*/ 2364677 w 3114960"/>
              <a:gd name="connsiteY44878" fmla="*/ 615125 h 5143785"/>
              <a:gd name="connsiteX44879" fmla="*/ 2206943 w 3114960"/>
              <a:gd name="connsiteY44879" fmla="*/ 746189 h 5143785"/>
              <a:gd name="connsiteX44880" fmla="*/ 2180273 w 3114960"/>
              <a:gd name="connsiteY44880" fmla="*/ 746189 h 5143785"/>
              <a:gd name="connsiteX44881" fmla="*/ 2175701 w 3114960"/>
              <a:gd name="connsiteY44881" fmla="*/ 771430 h 5143785"/>
              <a:gd name="connsiteX44882" fmla="*/ 2130171 w 3114960"/>
              <a:gd name="connsiteY44882" fmla="*/ 807815 h 5143785"/>
              <a:gd name="connsiteX44883" fmla="*/ 2130171 w 3114960"/>
              <a:gd name="connsiteY44883" fmla="*/ 839152 h 5143785"/>
              <a:gd name="connsiteX44884" fmla="*/ 2147030 w 3114960"/>
              <a:gd name="connsiteY44884" fmla="*/ 859727 h 5143785"/>
              <a:gd name="connsiteX44885" fmla="*/ 2199132 w 3114960"/>
              <a:gd name="connsiteY44885" fmla="*/ 859727 h 5143785"/>
              <a:gd name="connsiteX44886" fmla="*/ 2203228 w 3114960"/>
              <a:gd name="connsiteY44886" fmla="*/ 868871 h 5143785"/>
              <a:gd name="connsiteX44887" fmla="*/ 2228088 w 3114960"/>
              <a:gd name="connsiteY44887" fmla="*/ 870680 h 5143785"/>
              <a:gd name="connsiteX44888" fmla="*/ 2228088 w 3114960"/>
              <a:gd name="connsiteY44888" fmla="*/ 870680 h 5143785"/>
              <a:gd name="connsiteX44889" fmla="*/ 2234089 w 3114960"/>
              <a:gd name="connsiteY44889" fmla="*/ 858584 h 5143785"/>
              <a:gd name="connsiteX44890" fmla="*/ 2229803 w 3114960"/>
              <a:gd name="connsiteY44890" fmla="*/ 845725 h 5143785"/>
              <a:gd name="connsiteX44891" fmla="*/ 2216468 w 3114960"/>
              <a:gd name="connsiteY44891" fmla="*/ 839629 h 5143785"/>
              <a:gd name="connsiteX44892" fmla="*/ 2204942 w 3114960"/>
              <a:gd name="connsiteY44892" fmla="*/ 843915 h 5143785"/>
              <a:gd name="connsiteX44893" fmla="*/ 2199513 w 3114960"/>
              <a:gd name="connsiteY44893" fmla="*/ 852583 h 5143785"/>
              <a:gd name="connsiteX44894" fmla="*/ 2150364 w 3114960"/>
              <a:gd name="connsiteY44894" fmla="*/ 852583 h 5143785"/>
              <a:gd name="connsiteX44895" fmla="*/ 2137315 w 3114960"/>
              <a:gd name="connsiteY44895" fmla="*/ 836581 h 5143785"/>
              <a:gd name="connsiteX44896" fmla="*/ 2137315 w 3114960"/>
              <a:gd name="connsiteY44896" fmla="*/ 811244 h 5143785"/>
              <a:gd name="connsiteX44897" fmla="*/ 2180177 w 3114960"/>
              <a:gd name="connsiteY44897" fmla="*/ 776954 h 5143785"/>
              <a:gd name="connsiteX44898" fmla="*/ 2207038 w 3114960"/>
              <a:gd name="connsiteY44898" fmla="*/ 777145 h 5143785"/>
              <a:gd name="connsiteX44899" fmla="*/ 2211419 w 3114960"/>
              <a:gd name="connsiteY44899" fmla="*/ 751618 h 5143785"/>
              <a:gd name="connsiteX44900" fmla="*/ 2367058 w 3114960"/>
              <a:gd name="connsiteY44900" fmla="*/ 622173 h 5143785"/>
              <a:gd name="connsiteX44901" fmla="*/ 2438114 w 3114960"/>
              <a:gd name="connsiteY44901" fmla="*/ 622173 h 5143785"/>
              <a:gd name="connsiteX44902" fmla="*/ 2492121 w 3114960"/>
              <a:gd name="connsiteY44902" fmla="*/ 587788 h 5143785"/>
              <a:gd name="connsiteX44903" fmla="*/ 2492121 w 3114960"/>
              <a:gd name="connsiteY44903" fmla="*/ 504825 h 5143785"/>
              <a:gd name="connsiteX44904" fmla="*/ 2509266 w 3114960"/>
              <a:gd name="connsiteY44904" fmla="*/ 504825 h 5143785"/>
              <a:gd name="connsiteX44905" fmla="*/ 2515934 w 3114960"/>
              <a:gd name="connsiteY44905" fmla="*/ 498158 h 5143785"/>
              <a:gd name="connsiteX44906" fmla="*/ 2515934 w 3114960"/>
              <a:gd name="connsiteY44906" fmla="*/ 484442 h 5143785"/>
              <a:gd name="connsiteX44907" fmla="*/ 2520315 w 3114960"/>
              <a:gd name="connsiteY44907" fmla="*/ 484251 h 5143785"/>
              <a:gd name="connsiteX44908" fmla="*/ 2520315 w 3114960"/>
              <a:gd name="connsiteY44908" fmla="*/ 512350 h 5143785"/>
              <a:gd name="connsiteX44909" fmla="*/ 2523935 w 3114960"/>
              <a:gd name="connsiteY44909" fmla="*/ 515969 h 5143785"/>
              <a:gd name="connsiteX44910" fmla="*/ 2538984 w 3114960"/>
              <a:gd name="connsiteY44910" fmla="*/ 515969 h 5143785"/>
              <a:gd name="connsiteX44911" fmla="*/ 2542604 w 3114960"/>
              <a:gd name="connsiteY44911" fmla="*/ 512350 h 5143785"/>
              <a:gd name="connsiteX44912" fmla="*/ 2542604 w 3114960"/>
              <a:gd name="connsiteY44912" fmla="*/ 461201 h 5143785"/>
              <a:gd name="connsiteX44913" fmla="*/ 2550700 w 3114960"/>
              <a:gd name="connsiteY44913" fmla="*/ 461201 h 5143785"/>
              <a:gd name="connsiteX44914" fmla="*/ 2550700 w 3114960"/>
              <a:gd name="connsiteY44914" fmla="*/ 512350 h 5143785"/>
              <a:gd name="connsiteX44915" fmla="*/ 2554319 w 3114960"/>
              <a:gd name="connsiteY44915" fmla="*/ 515969 h 5143785"/>
              <a:gd name="connsiteX44916" fmla="*/ 2569845 w 3114960"/>
              <a:gd name="connsiteY44916" fmla="*/ 515969 h 5143785"/>
              <a:gd name="connsiteX44917" fmla="*/ 2573465 w 3114960"/>
              <a:gd name="connsiteY44917" fmla="*/ 512350 h 5143785"/>
              <a:gd name="connsiteX44918" fmla="*/ 2573465 w 3114960"/>
              <a:gd name="connsiteY44918" fmla="*/ 461201 h 5143785"/>
              <a:gd name="connsiteX44919" fmla="*/ 2580704 w 3114960"/>
              <a:gd name="connsiteY44919" fmla="*/ 461201 h 5143785"/>
              <a:gd name="connsiteX44920" fmla="*/ 2580704 w 3114960"/>
              <a:gd name="connsiteY44920" fmla="*/ 512350 h 5143785"/>
              <a:gd name="connsiteX44921" fmla="*/ 2584323 w 3114960"/>
              <a:gd name="connsiteY44921" fmla="*/ 515969 h 5143785"/>
              <a:gd name="connsiteX44922" fmla="*/ 2600706 w 3114960"/>
              <a:gd name="connsiteY44922" fmla="*/ 515969 h 5143785"/>
              <a:gd name="connsiteX44923" fmla="*/ 2604326 w 3114960"/>
              <a:gd name="connsiteY44923" fmla="*/ 512350 h 5143785"/>
              <a:gd name="connsiteX44924" fmla="*/ 2604326 w 3114960"/>
              <a:gd name="connsiteY44924" fmla="*/ 496443 h 5143785"/>
              <a:gd name="connsiteX44925" fmla="*/ 2617851 w 3114960"/>
              <a:gd name="connsiteY44925" fmla="*/ 496443 h 5143785"/>
              <a:gd name="connsiteX44926" fmla="*/ 2617851 w 3114960"/>
              <a:gd name="connsiteY44926" fmla="*/ 568643 h 5143785"/>
              <a:gd name="connsiteX44927" fmla="*/ 2614327 w 3114960"/>
              <a:gd name="connsiteY44927" fmla="*/ 568643 h 5143785"/>
              <a:gd name="connsiteX44928" fmla="*/ 2602802 w 3114960"/>
              <a:gd name="connsiteY44928" fmla="*/ 580168 h 5143785"/>
              <a:gd name="connsiteX44929" fmla="*/ 2602802 w 3114960"/>
              <a:gd name="connsiteY44929" fmla="*/ 631508 h 5143785"/>
              <a:gd name="connsiteX44930" fmla="*/ 2614327 w 3114960"/>
              <a:gd name="connsiteY44930" fmla="*/ 643033 h 5143785"/>
              <a:gd name="connsiteX44931" fmla="*/ 2617756 w 3114960"/>
              <a:gd name="connsiteY44931" fmla="*/ 643033 h 5143785"/>
              <a:gd name="connsiteX44932" fmla="*/ 2617756 w 3114960"/>
              <a:gd name="connsiteY44932" fmla="*/ 745808 h 5143785"/>
              <a:gd name="connsiteX44933" fmla="*/ 2587371 w 3114960"/>
              <a:gd name="connsiteY44933" fmla="*/ 777335 h 5143785"/>
              <a:gd name="connsiteX44934" fmla="*/ 2568226 w 3114960"/>
              <a:gd name="connsiteY44934" fmla="*/ 777335 h 5143785"/>
              <a:gd name="connsiteX44935" fmla="*/ 2548033 w 3114960"/>
              <a:gd name="connsiteY44935" fmla="*/ 760381 h 5143785"/>
              <a:gd name="connsiteX44936" fmla="*/ 2527459 w 3114960"/>
              <a:gd name="connsiteY44936" fmla="*/ 780955 h 5143785"/>
              <a:gd name="connsiteX44937" fmla="*/ 2532888 w 3114960"/>
              <a:gd name="connsiteY44937" fmla="*/ 794766 h 5143785"/>
              <a:gd name="connsiteX44938" fmla="*/ 2517362 w 3114960"/>
              <a:gd name="connsiteY44938" fmla="*/ 812959 h 5143785"/>
              <a:gd name="connsiteX44939" fmla="*/ 2516505 w 3114960"/>
              <a:gd name="connsiteY44939" fmla="*/ 815245 h 5143785"/>
              <a:gd name="connsiteX44940" fmla="*/ 2515362 w 3114960"/>
              <a:gd name="connsiteY44940" fmla="*/ 895445 h 5143785"/>
              <a:gd name="connsiteX44941" fmla="*/ 2499646 w 3114960"/>
              <a:gd name="connsiteY44941" fmla="*/ 916019 h 5143785"/>
              <a:gd name="connsiteX44942" fmla="*/ 2414397 w 3114960"/>
              <a:gd name="connsiteY44942" fmla="*/ 918115 h 5143785"/>
              <a:gd name="connsiteX44943" fmla="*/ 2412016 w 3114960"/>
              <a:gd name="connsiteY44943" fmla="*/ 919163 h 5143785"/>
              <a:gd name="connsiteX44944" fmla="*/ 2386965 w 3114960"/>
              <a:gd name="connsiteY44944" fmla="*/ 943832 h 5143785"/>
              <a:gd name="connsiteX44945" fmla="*/ 2205800 w 3114960"/>
              <a:gd name="connsiteY44945" fmla="*/ 943832 h 5143785"/>
              <a:gd name="connsiteX44946" fmla="*/ 2183892 w 3114960"/>
              <a:gd name="connsiteY44946" fmla="*/ 928402 h 5143785"/>
              <a:gd name="connsiteX44947" fmla="*/ 2181892 w 3114960"/>
              <a:gd name="connsiteY44947" fmla="*/ 927735 h 5143785"/>
              <a:gd name="connsiteX44948" fmla="*/ 2169795 w 3114960"/>
              <a:gd name="connsiteY44948" fmla="*/ 927545 h 5143785"/>
              <a:gd name="connsiteX44949" fmla="*/ 2166271 w 3114960"/>
              <a:gd name="connsiteY44949" fmla="*/ 919353 h 5143785"/>
              <a:gd name="connsiteX44950" fmla="*/ 2149697 w 3114960"/>
              <a:gd name="connsiteY44950" fmla="*/ 910971 h 5143785"/>
              <a:gd name="connsiteX44951" fmla="*/ 2137601 w 3114960"/>
              <a:gd name="connsiteY44951" fmla="*/ 914972 h 5143785"/>
              <a:gd name="connsiteX44952" fmla="*/ 2129409 w 3114960"/>
              <a:gd name="connsiteY44952" fmla="*/ 928402 h 5143785"/>
              <a:gd name="connsiteX44953" fmla="*/ 2133124 w 3114960"/>
              <a:gd name="connsiteY44953" fmla="*/ 943642 h 5143785"/>
              <a:gd name="connsiteX44954" fmla="*/ 2161889 w 3114960"/>
              <a:gd name="connsiteY44954" fmla="*/ 948023 h 5143785"/>
              <a:gd name="connsiteX44955" fmla="*/ 2169986 w 3114960"/>
              <a:gd name="connsiteY44955" fmla="*/ 934593 h 5143785"/>
              <a:gd name="connsiteX44956" fmla="*/ 2180749 w 3114960"/>
              <a:gd name="connsiteY44956" fmla="*/ 934593 h 5143785"/>
              <a:gd name="connsiteX44957" fmla="*/ 2202752 w 3114960"/>
              <a:gd name="connsiteY44957" fmla="*/ 950119 h 5143785"/>
              <a:gd name="connsiteX44958" fmla="*/ 2204847 w 3114960"/>
              <a:gd name="connsiteY44958" fmla="*/ 950786 h 5143785"/>
              <a:gd name="connsiteX44959" fmla="*/ 2388680 w 3114960"/>
              <a:gd name="connsiteY44959" fmla="*/ 950786 h 5143785"/>
              <a:gd name="connsiteX44960" fmla="*/ 2391156 w 3114960"/>
              <a:gd name="connsiteY44960" fmla="*/ 949738 h 5143785"/>
              <a:gd name="connsiteX44961" fmla="*/ 2416207 w 3114960"/>
              <a:gd name="connsiteY44961" fmla="*/ 925068 h 5143785"/>
              <a:gd name="connsiteX44962" fmla="*/ 2501742 w 3114960"/>
              <a:gd name="connsiteY44962" fmla="*/ 922973 h 5143785"/>
              <a:gd name="connsiteX44963" fmla="*/ 2504504 w 3114960"/>
              <a:gd name="connsiteY44963" fmla="*/ 921544 h 5143785"/>
              <a:gd name="connsiteX44964" fmla="*/ 2521934 w 3114960"/>
              <a:gd name="connsiteY44964" fmla="*/ 898684 h 5143785"/>
              <a:gd name="connsiteX44965" fmla="*/ 2522696 w 3114960"/>
              <a:gd name="connsiteY44965" fmla="*/ 896588 h 5143785"/>
              <a:gd name="connsiteX44966" fmla="*/ 2523839 w 3114960"/>
              <a:gd name="connsiteY44966" fmla="*/ 816483 h 5143785"/>
              <a:gd name="connsiteX44967" fmla="*/ 2538698 w 3114960"/>
              <a:gd name="connsiteY44967" fmla="*/ 798957 h 5143785"/>
              <a:gd name="connsiteX44968" fmla="*/ 2548223 w 3114960"/>
              <a:gd name="connsiteY44968" fmla="*/ 801434 h 5143785"/>
              <a:gd name="connsiteX44969" fmla="*/ 2568417 w 3114960"/>
              <a:gd name="connsiteY44969" fmla="*/ 784479 h 5143785"/>
              <a:gd name="connsiteX44970" fmla="*/ 2589086 w 3114960"/>
              <a:gd name="connsiteY44970" fmla="*/ 784479 h 5143785"/>
              <a:gd name="connsiteX44971" fmla="*/ 2591657 w 3114960"/>
              <a:gd name="connsiteY44971" fmla="*/ 783336 h 5143785"/>
              <a:gd name="connsiteX44972" fmla="*/ 2624042 w 3114960"/>
              <a:gd name="connsiteY44972" fmla="*/ 749618 h 5143785"/>
              <a:gd name="connsiteX44973" fmla="*/ 2624995 w 3114960"/>
              <a:gd name="connsiteY44973" fmla="*/ 747141 h 5143785"/>
              <a:gd name="connsiteX44974" fmla="*/ 2624995 w 3114960"/>
              <a:gd name="connsiteY44974" fmla="*/ 642938 h 5143785"/>
              <a:gd name="connsiteX44975" fmla="*/ 2628424 w 3114960"/>
              <a:gd name="connsiteY44975" fmla="*/ 642938 h 5143785"/>
              <a:gd name="connsiteX44976" fmla="*/ 2639949 w 3114960"/>
              <a:gd name="connsiteY44976" fmla="*/ 631412 h 5143785"/>
              <a:gd name="connsiteX44977" fmla="*/ 2639949 w 3114960"/>
              <a:gd name="connsiteY44977" fmla="*/ 580073 h 5143785"/>
              <a:gd name="connsiteX44978" fmla="*/ 2628424 w 3114960"/>
              <a:gd name="connsiteY44978" fmla="*/ 568547 h 5143785"/>
              <a:gd name="connsiteX44979" fmla="*/ 2624995 w 3114960"/>
              <a:gd name="connsiteY44979" fmla="*/ 568547 h 5143785"/>
              <a:gd name="connsiteX44980" fmla="*/ 2624995 w 3114960"/>
              <a:gd name="connsiteY44980" fmla="*/ 492728 h 5143785"/>
              <a:gd name="connsiteX44981" fmla="*/ 2621375 w 3114960"/>
              <a:gd name="connsiteY44981" fmla="*/ 489204 h 5143785"/>
              <a:gd name="connsiteX44982" fmla="*/ 2600706 w 3114960"/>
              <a:gd name="connsiteY44982" fmla="*/ 489204 h 5143785"/>
              <a:gd name="connsiteX44983" fmla="*/ 2597087 w 3114960"/>
              <a:gd name="connsiteY44983" fmla="*/ 492824 h 5143785"/>
              <a:gd name="connsiteX44984" fmla="*/ 2597087 w 3114960"/>
              <a:gd name="connsiteY44984" fmla="*/ 508730 h 5143785"/>
              <a:gd name="connsiteX44985" fmla="*/ 2587847 w 3114960"/>
              <a:gd name="connsiteY44985" fmla="*/ 508730 h 5143785"/>
              <a:gd name="connsiteX44986" fmla="*/ 2587847 w 3114960"/>
              <a:gd name="connsiteY44986" fmla="*/ 457581 h 5143785"/>
              <a:gd name="connsiteX44987" fmla="*/ 2584228 w 3114960"/>
              <a:gd name="connsiteY44987" fmla="*/ 453962 h 5143785"/>
              <a:gd name="connsiteX44988" fmla="*/ 2569845 w 3114960"/>
              <a:gd name="connsiteY44988" fmla="*/ 453962 h 5143785"/>
              <a:gd name="connsiteX44989" fmla="*/ 2566226 w 3114960"/>
              <a:gd name="connsiteY44989" fmla="*/ 457581 h 5143785"/>
              <a:gd name="connsiteX44990" fmla="*/ 2566226 w 3114960"/>
              <a:gd name="connsiteY44990" fmla="*/ 508730 h 5143785"/>
              <a:gd name="connsiteX44991" fmla="*/ 2557844 w 3114960"/>
              <a:gd name="connsiteY44991" fmla="*/ 508730 h 5143785"/>
              <a:gd name="connsiteX44992" fmla="*/ 2557844 w 3114960"/>
              <a:gd name="connsiteY44992" fmla="*/ 457581 h 5143785"/>
              <a:gd name="connsiteX44993" fmla="*/ 2554224 w 3114960"/>
              <a:gd name="connsiteY44993" fmla="*/ 453962 h 5143785"/>
              <a:gd name="connsiteX44994" fmla="*/ 2538984 w 3114960"/>
              <a:gd name="connsiteY44994" fmla="*/ 453962 h 5143785"/>
              <a:gd name="connsiteX44995" fmla="*/ 2535365 w 3114960"/>
              <a:gd name="connsiteY44995" fmla="*/ 457581 h 5143785"/>
              <a:gd name="connsiteX44996" fmla="*/ 2535365 w 3114960"/>
              <a:gd name="connsiteY44996" fmla="*/ 508730 h 5143785"/>
              <a:gd name="connsiteX44997" fmla="*/ 2527459 w 3114960"/>
              <a:gd name="connsiteY44997" fmla="*/ 508730 h 5143785"/>
              <a:gd name="connsiteX44998" fmla="*/ 2527459 w 3114960"/>
              <a:gd name="connsiteY44998" fmla="*/ 480536 h 5143785"/>
              <a:gd name="connsiteX44999" fmla="*/ 2526316 w 3114960"/>
              <a:gd name="connsiteY44999" fmla="*/ 477964 h 5143785"/>
              <a:gd name="connsiteX45000" fmla="*/ 2523744 w 3114960"/>
              <a:gd name="connsiteY45000" fmla="*/ 477012 h 5143785"/>
              <a:gd name="connsiteX45001" fmla="*/ 2515934 w 3114960"/>
              <a:gd name="connsiteY45001" fmla="*/ 477298 h 5143785"/>
              <a:gd name="connsiteX45002" fmla="*/ 2515934 w 3114960"/>
              <a:gd name="connsiteY45002" fmla="*/ 456629 h 5143785"/>
              <a:gd name="connsiteX45003" fmla="*/ 2509266 w 3114960"/>
              <a:gd name="connsiteY45003" fmla="*/ 449961 h 5143785"/>
              <a:gd name="connsiteX45004" fmla="*/ 2467832 w 3114960"/>
              <a:gd name="connsiteY45004" fmla="*/ 449961 h 5143785"/>
              <a:gd name="connsiteX45005" fmla="*/ 2461165 w 3114960"/>
              <a:gd name="connsiteY45005" fmla="*/ 456629 h 5143785"/>
              <a:gd name="connsiteX45006" fmla="*/ 2461165 w 3114960"/>
              <a:gd name="connsiteY45006" fmla="*/ 475488 h 5143785"/>
              <a:gd name="connsiteX45007" fmla="*/ 2380202 w 3114960"/>
              <a:gd name="connsiteY45007" fmla="*/ 475869 h 5143785"/>
              <a:gd name="connsiteX45008" fmla="*/ 2358676 w 3114960"/>
              <a:gd name="connsiteY45008" fmla="*/ 451485 h 5143785"/>
              <a:gd name="connsiteX45009" fmla="*/ 2287810 w 3114960"/>
              <a:gd name="connsiteY45009" fmla="*/ 451485 h 5143785"/>
              <a:gd name="connsiteX45010" fmla="*/ 2022157 w 3114960"/>
              <a:gd name="connsiteY45010" fmla="*/ 672560 h 5143785"/>
              <a:gd name="connsiteX45011" fmla="*/ 1989773 w 3114960"/>
              <a:gd name="connsiteY45011" fmla="*/ 678847 h 5143785"/>
              <a:gd name="connsiteX45012" fmla="*/ 1988725 w 3114960"/>
              <a:gd name="connsiteY45012" fmla="*/ 693420 h 5143785"/>
              <a:gd name="connsiteX45013" fmla="*/ 2027111 w 3114960"/>
              <a:gd name="connsiteY45013" fmla="*/ 696182 h 5143785"/>
              <a:gd name="connsiteX45014" fmla="*/ 2209705 w 3114960"/>
              <a:gd name="connsiteY45014" fmla="*/ 849344 h 5143785"/>
              <a:gd name="connsiteX45015" fmla="*/ 2217325 w 3114960"/>
              <a:gd name="connsiteY45015" fmla="*/ 846773 h 5143785"/>
              <a:gd name="connsiteX45016" fmla="*/ 2224564 w 3114960"/>
              <a:gd name="connsiteY45016" fmla="*/ 850392 h 5143785"/>
              <a:gd name="connsiteX45017" fmla="*/ 2227136 w 3114960"/>
              <a:gd name="connsiteY45017" fmla="*/ 858012 h 5143785"/>
              <a:gd name="connsiteX45018" fmla="*/ 2223516 w 3114960"/>
              <a:gd name="connsiteY45018" fmla="*/ 865251 h 5143785"/>
              <a:gd name="connsiteX45019" fmla="*/ 2208657 w 3114960"/>
              <a:gd name="connsiteY45019" fmla="*/ 864203 h 5143785"/>
              <a:gd name="connsiteX45020" fmla="*/ 2206085 w 3114960"/>
              <a:gd name="connsiteY45020" fmla="*/ 856583 h 5143785"/>
              <a:gd name="connsiteX45021" fmla="*/ 2209705 w 3114960"/>
              <a:gd name="connsiteY45021" fmla="*/ 849344 h 5143785"/>
              <a:gd name="connsiteX45022" fmla="*/ 2157508 w 3114960"/>
              <a:gd name="connsiteY45022" fmla="*/ 942404 h 5143785"/>
              <a:gd name="connsiteX45023" fmla="*/ 2138744 w 3114960"/>
              <a:gd name="connsiteY45023" fmla="*/ 939546 h 5143785"/>
              <a:gd name="connsiteX45024" fmla="*/ 2136267 w 3114960"/>
              <a:gd name="connsiteY45024" fmla="*/ 929545 h 5143785"/>
              <a:gd name="connsiteX45025" fmla="*/ 2141601 w 3114960"/>
              <a:gd name="connsiteY45025" fmla="*/ 920782 h 5143785"/>
              <a:gd name="connsiteX45026" fmla="*/ 2160365 w 3114960"/>
              <a:gd name="connsiteY45026" fmla="*/ 923639 h 5143785"/>
              <a:gd name="connsiteX45027" fmla="*/ 2157508 w 3114960"/>
              <a:gd name="connsiteY45027" fmla="*/ 942404 h 5143785"/>
              <a:gd name="connsiteX45028" fmla="*/ 2547938 w 3114960"/>
              <a:gd name="connsiteY45028" fmla="*/ 794385 h 5143785"/>
              <a:gd name="connsiteX45029" fmla="*/ 2534507 w 3114960"/>
              <a:gd name="connsiteY45029" fmla="*/ 780955 h 5143785"/>
              <a:gd name="connsiteX45030" fmla="*/ 2547938 w 3114960"/>
              <a:gd name="connsiteY45030" fmla="*/ 767525 h 5143785"/>
              <a:gd name="connsiteX45031" fmla="*/ 2561368 w 3114960"/>
              <a:gd name="connsiteY45031" fmla="*/ 780955 h 5143785"/>
              <a:gd name="connsiteX45032" fmla="*/ 2547938 w 3114960"/>
              <a:gd name="connsiteY45032" fmla="*/ 794385 h 5143785"/>
              <a:gd name="connsiteX45033" fmla="*/ 2632615 w 3114960"/>
              <a:gd name="connsiteY45033" fmla="*/ 631603 h 5143785"/>
              <a:gd name="connsiteX45034" fmla="*/ 2628234 w 3114960"/>
              <a:gd name="connsiteY45034" fmla="*/ 635984 h 5143785"/>
              <a:gd name="connsiteX45035" fmla="*/ 2614232 w 3114960"/>
              <a:gd name="connsiteY45035" fmla="*/ 635984 h 5143785"/>
              <a:gd name="connsiteX45036" fmla="*/ 2609850 w 3114960"/>
              <a:gd name="connsiteY45036" fmla="*/ 631603 h 5143785"/>
              <a:gd name="connsiteX45037" fmla="*/ 2609850 w 3114960"/>
              <a:gd name="connsiteY45037" fmla="*/ 619887 h 5143785"/>
              <a:gd name="connsiteX45038" fmla="*/ 2632520 w 3114960"/>
              <a:gd name="connsiteY45038" fmla="*/ 619887 h 5143785"/>
              <a:gd name="connsiteX45039" fmla="*/ 2632520 w 3114960"/>
              <a:gd name="connsiteY45039" fmla="*/ 631603 h 5143785"/>
              <a:gd name="connsiteX45040" fmla="*/ 2628234 w 3114960"/>
              <a:gd name="connsiteY45040" fmla="*/ 575977 h 5143785"/>
              <a:gd name="connsiteX45041" fmla="*/ 2632615 w 3114960"/>
              <a:gd name="connsiteY45041" fmla="*/ 580358 h 5143785"/>
              <a:gd name="connsiteX45042" fmla="*/ 2632615 w 3114960"/>
              <a:gd name="connsiteY45042" fmla="*/ 589312 h 5143785"/>
              <a:gd name="connsiteX45043" fmla="*/ 2609945 w 3114960"/>
              <a:gd name="connsiteY45043" fmla="*/ 589312 h 5143785"/>
              <a:gd name="connsiteX45044" fmla="*/ 2609945 w 3114960"/>
              <a:gd name="connsiteY45044" fmla="*/ 580358 h 5143785"/>
              <a:gd name="connsiteX45045" fmla="*/ 2614327 w 3114960"/>
              <a:gd name="connsiteY45045" fmla="*/ 575977 h 5143785"/>
              <a:gd name="connsiteX45046" fmla="*/ 2628329 w 3114960"/>
              <a:gd name="connsiteY45046" fmla="*/ 575977 h 5143785"/>
              <a:gd name="connsiteX45047" fmla="*/ 2466118 w 3114960"/>
              <a:gd name="connsiteY45047" fmla="*/ 482822 h 5143785"/>
              <a:gd name="connsiteX45048" fmla="*/ 2466118 w 3114960"/>
              <a:gd name="connsiteY45048" fmla="*/ 482822 h 5143785"/>
              <a:gd name="connsiteX45049" fmla="*/ 2466118 w 3114960"/>
              <a:gd name="connsiteY45049" fmla="*/ 475679 h 5143785"/>
              <a:gd name="connsiteX45050" fmla="*/ 2466118 w 3114960"/>
              <a:gd name="connsiteY45050" fmla="*/ 475679 h 5143785"/>
              <a:gd name="connsiteX45051" fmla="*/ 2466118 w 3114960"/>
              <a:gd name="connsiteY45051" fmla="*/ 456819 h 5143785"/>
              <a:gd name="connsiteX45052" fmla="*/ 2468023 w 3114960"/>
              <a:gd name="connsiteY45052" fmla="*/ 454914 h 5143785"/>
              <a:gd name="connsiteX45053" fmla="*/ 2509457 w 3114960"/>
              <a:gd name="connsiteY45053" fmla="*/ 454914 h 5143785"/>
              <a:gd name="connsiteX45054" fmla="*/ 2511362 w 3114960"/>
              <a:gd name="connsiteY45054" fmla="*/ 456819 h 5143785"/>
              <a:gd name="connsiteX45055" fmla="*/ 2511362 w 3114960"/>
              <a:gd name="connsiteY45055" fmla="*/ 498253 h 5143785"/>
              <a:gd name="connsiteX45056" fmla="*/ 2509457 w 3114960"/>
              <a:gd name="connsiteY45056" fmla="*/ 500158 h 5143785"/>
              <a:gd name="connsiteX45057" fmla="*/ 2467261 w 3114960"/>
              <a:gd name="connsiteY45057" fmla="*/ 500158 h 5143785"/>
              <a:gd name="connsiteX45058" fmla="*/ 2466118 w 3114960"/>
              <a:gd name="connsiteY45058" fmla="*/ 499015 h 5143785"/>
              <a:gd name="connsiteX45059" fmla="*/ 2466118 w 3114960"/>
              <a:gd name="connsiteY45059" fmla="*/ 482822 h 5143785"/>
              <a:gd name="connsiteX45060" fmla="*/ 2520887 w 3114960"/>
              <a:gd name="connsiteY45060" fmla="*/ 616458 h 5143785"/>
              <a:gd name="connsiteX45061" fmla="*/ 2538794 w 3114960"/>
              <a:gd name="connsiteY45061" fmla="*/ 613982 h 5143785"/>
              <a:gd name="connsiteX45062" fmla="*/ 2541270 w 3114960"/>
              <a:gd name="connsiteY45062" fmla="*/ 631889 h 5143785"/>
              <a:gd name="connsiteX45063" fmla="*/ 2523363 w 3114960"/>
              <a:gd name="connsiteY45063" fmla="*/ 634365 h 5143785"/>
              <a:gd name="connsiteX45064" fmla="*/ 2520887 w 3114960"/>
              <a:gd name="connsiteY45064" fmla="*/ 616458 h 5143785"/>
              <a:gd name="connsiteX45065" fmla="*/ 1692307 w 3114960"/>
              <a:gd name="connsiteY45065" fmla="*/ 1294924 h 5143785"/>
              <a:gd name="connsiteX45066" fmla="*/ 1702118 w 3114960"/>
              <a:gd name="connsiteY45066" fmla="*/ 1291590 h 5143785"/>
              <a:gd name="connsiteX45067" fmla="*/ 1705451 w 3114960"/>
              <a:gd name="connsiteY45067" fmla="*/ 1301401 h 5143785"/>
              <a:gd name="connsiteX45068" fmla="*/ 1695641 w 3114960"/>
              <a:gd name="connsiteY45068" fmla="*/ 1304735 h 5143785"/>
              <a:gd name="connsiteX45069" fmla="*/ 1692307 w 3114960"/>
              <a:gd name="connsiteY45069" fmla="*/ 1294924 h 5143785"/>
              <a:gd name="connsiteX45070" fmla="*/ 2521172 w 3114960"/>
              <a:gd name="connsiteY45070" fmla="*/ 580358 h 5143785"/>
              <a:gd name="connsiteX45071" fmla="*/ 2539079 w 3114960"/>
              <a:gd name="connsiteY45071" fmla="*/ 577882 h 5143785"/>
              <a:gd name="connsiteX45072" fmla="*/ 2541556 w 3114960"/>
              <a:gd name="connsiteY45072" fmla="*/ 595789 h 5143785"/>
              <a:gd name="connsiteX45073" fmla="*/ 2523649 w 3114960"/>
              <a:gd name="connsiteY45073" fmla="*/ 598265 h 5143785"/>
              <a:gd name="connsiteX45074" fmla="*/ 2521172 w 3114960"/>
              <a:gd name="connsiteY45074" fmla="*/ 580358 h 5143785"/>
              <a:gd name="connsiteX45075" fmla="*/ 1566958 w 3114960"/>
              <a:gd name="connsiteY45075" fmla="*/ 1358265 h 5143785"/>
              <a:gd name="connsiteX45076" fmla="*/ 1473327 w 3114960"/>
              <a:gd name="connsiteY45076" fmla="*/ 1460945 h 5143785"/>
              <a:gd name="connsiteX45077" fmla="*/ 1473327 w 3114960"/>
              <a:gd name="connsiteY45077" fmla="*/ 1586579 h 5143785"/>
              <a:gd name="connsiteX45078" fmla="*/ 1471422 w 3114960"/>
              <a:gd name="connsiteY45078" fmla="*/ 1586579 h 5143785"/>
              <a:gd name="connsiteX45079" fmla="*/ 1465136 w 3114960"/>
              <a:gd name="connsiteY45079" fmla="*/ 1592866 h 5143785"/>
              <a:gd name="connsiteX45080" fmla="*/ 1465136 w 3114960"/>
              <a:gd name="connsiteY45080" fmla="*/ 1606106 h 5143785"/>
              <a:gd name="connsiteX45081" fmla="*/ 1471422 w 3114960"/>
              <a:gd name="connsiteY45081" fmla="*/ 1612392 h 5143785"/>
              <a:gd name="connsiteX45082" fmla="*/ 1484662 w 3114960"/>
              <a:gd name="connsiteY45082" fmla="*/ 1612392 h 5143785"/>
              <a:gd name="connsiteX45083" fmla="*/ 1490948 w 3114960"/>
              <a:gd name="connsiteY45083" fmla="*/ 1606106 h 5143785"/>
              <a:gd name="connsiteX45084" fmla="*/ 1490948 w 3114960"/>
              <a:gd name="connsiteY45084" fmla="*/ 1592866 h 5143785"/>
              <a:gd name="connsiteX45085" fmla="*/ 1484662 w 3114960"/>
              <a:gd name="connsiteY45085" fmla="*/ 1586579 h 5143785"/>
              <a:gd name="connsiteX45086" fmla="*/ 1482757 w 3114960"/>
              <a:gd name="connsiteY45086" fmla="*/ 1586579 h 5143785"/>
              <a:gd name="connsiteX45087" fmla="*/ 1482757 w 3114960"/>
              <a:gd name="connsiteY45087" fmla="*/ 1464659 h 5143785"/>
              <a:gd name="connsiteX45088" fmla="*/ 1571053 w 3114960"/>
              <a:gd name="connsiteY45088" fmla="*/ 1367885 h 5143785"/>
              <a:gd name="connsiteX45089" fmla="*/ 1631823 w 3114960"/>
              <a:gd name="connsiteY45089" fmla="*/ 1368171 h 5143785"/>
              <a:gd name="connsiteX45090" fmla="*/ 1692021 w 3114960"/>
              <a:gd name="connsiteY45090" fmla="*/ 1311402 h 5143785"/>
              <a:gd name="connsiteX45091" fmla="*/ 1692402 w 3114960"/>
              <a:gd name="connsiteY45091" fmla="*/ 1311593 h 5143785"/>
              <a:gd name="connsiteX45092" fmla="*/ 1698784 w 3114960"/>
              <a:gd name="connsiteY45092" fmla="*/ 1313117 h 5143785"/>
              <a:gd name="connsiteX45093" fmla="*/ 1711833 w 3114960"/>
              <a:gd name="connsiteY45093" fmla="*/ 1305020 h 5143785"/>
              <a:gd name="connsiteX45094" fmla="*/ 1705261 w 3114960"/>
              <a:gd name="connsiteY45094" fmla="*/ 1285494 h 5143785"/>
              <a:gd name="connsiteX45095" fmla="*/ 1694117 w 3114960"/>
              <a:gd name="connsiteY45095" fmla="*/ 1284732 h 5143785"/>
              <a:gd name="connsiteX45096" fmla="*/ 1685735 w 3114960"/>
              <a:gd name="connsiteY45096" fmla="*/ 1292066 h 5143785"/>
              <a:gd name="connsiteX45097" fmla="*/ 1685544 w 3114960"/>
              <a:gd name="connsiteY45097" fmla="*/ 1304353 h 5143785"/>
              <a:gd name="connsiteX45098" fmla="*/ 1628013 w 3114960"/>
              <a:gd name="connsiteY45098" fmla="*/ 1358646 h 5143785"/>
              <a:gd name="connsiteX45099" fmla="*/ 1566863 w 3114960"/>
              <a:gd name="connsiteY45099" fmla="*/ 1358360 h 5143785"/>
              <a:gd name="connsiteX45100" fmla="*/ 1484662 w 3114960"/>
              <a:gd name="connsiteY45100" fmla="*/ 1591247 h 5143785"/>
              <a:gd name="connsiteX45101" fmla="*/ 1486186 w 3114960"/>
              <a:gd name="connsiteY45101" fmla="*/ 1592771 h 5143785"/>
              <a:gd name="connsiteX45102" fmla="*/ 1486186 w 3114960"/>
              <a:gd name="connsiteY45102" fmla="*/ 1606010 h 5143785"/>
              <a:gd name="connsiteX45103" fmla="*/ 1484662 w 3114960"/>
              <a:gd name="connsiteY45103" fmla="*/ 1607534 h 5143785"/>
              <a:gd name="connsiteX45104" fmla="*/ 1471422 w 3114960"/>
              <a:gd name="connsiteY45104" fmla="*/ 1607534 h 5143785"/>
              <a:gd name="connsiteX45105" fmla="*/ 1469898 w 3114960"/>
              <a:gd name="connsiteY45105" fmla="*/ 1606010 h 5143785"/>
              <a:gd name="connsiteX45106" fmla="*/ 1469898 w 3114960"/>
              <a:gd name="connsiteY45106" fmla="*/ 1592771 h 5143785"/>
              <a:gd name="connsiteX45107" fmla="*/ 1471422 w 3114960"/>
              <a:gd name="connsiteY45107" fmla="*/ 1591247 h 5143785"/>
              <a:gd name="connsiteX45108" fmla="*/ 1484662 w 3114960"/>
              <a:gd name="connsiteY45108" fmla="*/ 1591247 h 5143785"/>
              <a:gd name="connsiteX45109" fmla="*/ 1690116 w 3114960"/>
              <a:gd name="connsiteY45109" fmla="*/ 1294162 h 5143785"/>
              <a:gd name="connsiteX45110" fmla="*/ 1695736 w 3114960"/>
              <a:gd name="connsiteY45110" fmla="*/ 1289209 h 5143785"/>
              <a:gd name="connsiteX45111" fmla="*/ 1698879 w 3114960"/>
              <a:gd name="connsiteY45111" fmla="*/ 1288732 h 5143785"/>
              <a:gd name="connsiteX45112" fmla="*/ 1703165 w 3114960"/>
              <a:gd name="connsiteY45112" fmla="*/ 1289780 h 5143785"/>
              <a:gd name="connsiteX45113" fmla="*/ 1707547 w 3114960"/>
              <a:gd name="connsiteY45113" fmla="*/ 1302925 h 5143785"/>
              <a:gd name="connsiteX45114" fmla="*/ 1694402 w 3114960"/>
              <a:gd name="connsiteY45114" fmla="*/ 1307306 h 5143785"/>
              <a:gd name="connsiteX45115" fmla="*/ 1690021 w 3114960"/>
              <a:gd name="connsiteY45115" fmla="*/ 1294162 h 5143785"/>
              <a:gd name="connsiteX45116" fmla="*/ 2555748 w 3114960"/>
              <a:gd name="connsiteY45116" fmla="*/ 597789 h 5143785"/>
              <a:gd name="connsiteX45117" fmla="*/ 2570798 w 3114960"/>
              <a:gd name="connsiteY45117" fmla="*/ 587788 h 5143785"/>
              <a:gd name="connsiteX45118" fmla="*/ 2580799 w 3114960"/>
              <a:gd name="connsiteY45118" fmla="*/ 602837 h 5143785"/>
              <a:gd name="connsiteX45119" fmla="*/ 2565749 w 3114960"/>
              <a:gd name="connsiteY45119" fmla="*/ 612839 h 5143785"/>
              <a:gd name="connsiteX45120" fmla="*/ 2555748 w 3114960"/>
              <a:gd name="connsiteY45120" fmla="*/ 597789 h 5143785"/>
              <a:gd name="connsiteX45121" fmla="*/ 924497 w 3114960"/>
              <a:gd name="connsiteY45121" fmla="*/ 1842992 h 5143785"/>
              <a:gd name="connsiteX45122" fmla="*/ 922115 w 3114960"/>
              <a:gd name="connsiteY45122" fmla="*/ 1845374 h 5143785"/>
              <a:gd name="connsiteX45123" fmla="*/ 922115 w 3114960"/>
              <a:gd name="connsiteY45123" fmla="*/ 1865376 h 5143785"/>
              <a:gd name="connsiteX45124" fmla="*/ 924497 w 3114960"/>
              <a:gd name="connsiteY45124" fmla="*/ 1867757 h 5143785"/>
              <a:gd name="connsiteX45125" fmla="*/ 944499 w 3114960"/>
              <a:gd name="connsiteY45125" fmla="*/ 1867757 h 5143785"/>
              <a:gd name="connsiteX45126" fmla="*/ 946880 w 3114960"/>
              <a:gd name="connsiteY45126" fmla="*/ 1865376 h 5143785"/>
              <a:gd name="connsiteX45127" fmla="*/ 946880 w 3114960"/>
              <a:gd name="connsiteY45127" fmla="*/ 1845374 h 5143785"/>
              <a:gd name="connsiteX45128" fmla="*/ 944499 w 3114960"/>
              <a:gd name="connsiteY45128" fmla="*/ 1842992 h 5143785"/>
              <a:gd name="connsiteX45129" fmla="*/ 924497 w 3114960"/>
              <a:gd name="connsiteY45129" fmla="*/ 1842992 h 5143785"/>
              <a:gd name="connsiteX45130" fmla="*/ 942118 w 3114960"/>
              <a:gd name="connsiteY45130" fmla="*/ 1862995 h 5143785"/>
              <a:gd name="connsiteX45131" fmla="*/ 926878 w 3114960"/>
              <a:gd name="connsiteY45131" fmla="*/ 1862995 h 5143785"/>
              <a:gd name="connsiteX45132" fmla="*/ 926878 w 3114960"/>
              <a:gd name="connsiteY45132" fmla="*/ 1847755 h 5143785"/>
              <a:gd name="connsiteX45133" fmla="*/ 942118 w 3114960"/>
              <a:gd name="connsiteY45133" fmla="*/ 1847755 h 5143785"/>
              <a:gd name="connsiteX45134" fmla="*/ 942118 w 3114960"/>
              <a:gd name="connsiteY45134" fmla="*/ 1862995 h 5143785"/>
              <a:gd name="connsiteX45135" fmla="*/ 2520696 w 3114960"/>
              <a:gd name="connsiteY45135" fmla="*/ 652463 h 5143785"/>
              <a:gd name="connsiteX45136" fmla="*/ 2538603 w 3114960"/>
              <a:gd name="connsiteY45136" fmla="*/ 649986 h 5143785"/>
              <a:gd name="connsiteX45137" fmla="*/ 2541080 w 3114960"/>
              <a:gd name="connsiteY45137" fmla="*/ 667893 h 5143785"/>
              <a:gd name="connsiteX45138" fmla="*/ 2523173 w 3114960"/>
              <a:gd name="connsiteY45138" fmla="*/ 670370 h 5143785"/>
              <a:gd name="connsiteX45139" fmla="*/ 2520696 w 3114960"/>
              <a:gd name="connsiteY45139" fmla="*/ 652463 h 5143785"/>
              <a:gd name="connsiteX45140" fmla="*/ 962692 w 3114960"/>
              <a:gd name="connsiteY45140" fmla="*/ 1842992 h 5143785"/>
              <a:gd name="connsiteX45141" fmla="*/ 960311 w 3114960"/>
              <a:gd name="connsiteY45141" fmla="*/ 1845374 h 5143785"/>
              <a:gd name="connsiteX45142" fmla="*/ 960311 w 3114960"/>
              <a:gd name="connsiteY45142" fmla="*/ 1865376 h 5143785"/>
              <a:gd name="connsiteX45143" fmla="*/ 962692 w 3114960"/>
              <a:gd name="connsiteY45143" fmla="*/ 1867757 h 5143785"/>
              <a:gd name="connsiteX45144" fmla="*/ 982694 w 3114960"/>
              <a:gd name="connsiteY45144" fmla="*/ 1867757 h 5143785"/>
              <a:gd name="connsiteX45145" fmla="*/ 985076 w 3114960"/>
              <a:gd name="connsiteY45145" fmla="*/ 1865376 h 5143785"/>
              <a:gd name="connsiteX45146" fmla="*/ 985076 w 3114960"/>
              <a:gd name="connsiteY45146" fmla="*/ 1845374 h 5143785"/>
              <a:gd name="connsiteX45147" fmla="*/ 982694 w 3114960"/>
              <a:gd name="connsiteY45147" fmla="*/ 1842992 h 5143785"/>
              <a:gd name="connsiteX45148" fmla="*/ 962692 w 3114960"/>
              <a:gd name="connsiteY45148" fmla="*/ 1842992 h 5143785"/>
              <a:gd name="connsiteX45149" fmla="*/ 980313 w 3114960"/>
              <a:gd name="connsiteY45149" fmla="*/ 1862995 h 5143785"/>
              <a:gd name="connsiteX45150" fmla="*/ 965073 w 3114960"/>
              <a:gd name="connsiteY45150" fmla="*/ 1862995 h 5143785"/>
              <a:gd name="connsiteX45151" fmla="*/ 965073 w 3114960"/>
              <a:gd name="connsiteY45151" fmla="*/ 1847755 h 5143785"/>
              <a:gd name="connsiteX45152" fmla="*/ 980313 w 3114960"/>
              <a:gd name="connsiteY45152" fmla="*/ 1847755 h 5143785"/>
              <a:gd name="connsiteX45153" fmla="*/ 980313 w 3114960"/>
              <a:gd name="connsiteY45153" fmla="*/ 1862995 h 5143785"/>
              <a:gd name="connsiteX45154" fmla="*/ 2518124 w 3114960"/>
              <a:gd name="connsiteY45154" fmla="*/ 729901 h 5143785"/>
              <a:gd name="connsiteX45155" fmla="*/ 2533174 w 3114960"/>
              <a:gd name="connsiteY45155" fmla="*/ 719900 h 5143785"/>
              <a:gd name="connsiteX45156" fmla="*/ 2543175 w 3114960"/>
              <a:gd name="connsiteY45156" fmla="*/ 734949 h 5143785"/>
              <a:gd name="connsiteX45157" fmla="*/ 2528126 w 3114960"/>
              <a:gd name="connsiteY45157" fmla="*/ 744950 h 5143785"/>
              <a:gd name="connsiteX45158" fmla="*/ 2518124 w 3114960"/>
              <a:gd name="connsiteY45158" fmla="*/ 729901 h 5143785"/>
              <a:gd name="connsiteX45159" fmla="*/ 2520505 w 3114960"/>
              <a:gd name="connsiteY45159" fmla="*/ 688562 h 5143785"/>
              <a:gd name="connsiteX45160" fmla="*/ 2538413 w 3114960"/>
              <a:gd name="connsiteY45160" fmla="*/ 686086 h 5143785"/>
              <a:gd name="connsiteX45161" fmla="*/ 2540889 w 3114960"/>
              <a:gd name="connsiteY45161" fmla="*/ 703993 h 5143785"/>
              <a:gd name="connsiteX45162" fmla="*/ 2522982 w 3114960"/>
              <a:gd name="connsiteY45162" fmla="*/ 706469 h 5143785"/>
              <a:gd name="connsiteX45163" fmla="*/ 2520505 w 3114960"/>
              <a:gd name="connsiteY45163" fmla="*/ 688562 h 5143785"/>
              <a:gd name="connsiteX45164" fmla="*/ 653034 w 3114960"/>
              <a:gd name="connsiteY45164" fmla="*/ 2277809 h 5143785"/>
              <a:gd name="connsiteX45165" fmla="*/ 654272 w 3114960"/>
              <a:gd name="connsiteY45165" fmla="*/ 2281523 h 5143785"/>
              <a:gd name="connsiteX45166" fmla="*/ 662750 w 3114960"/>
              <a:gd name="connsiteY45166" fmla="*/ 2291239 h 5143785"/>
              <a:gd name="connsiteX45167" fmla="*/ 663607 w 3114960"/>
              <a:gd name="connsiteY45167" fmla="*/ 2291906 h 5143785"/>
              <a:gd name="connsiteX45168" fmla="*/ 663893 w 3114960"/>
              <a:gd name="connsiteY45168" fmla="*/ 2325434 h 5143785"/>
              <a:gd name="connsiteX45169" fmla="*/ 723233 w 3114960"/>
              <a:gd name="connsiteY45169" fmla="*/ 2389442 h 5143785"/>
              <a:gd name="connsiteX45170" fmla="*/ 723233 w 3114960"/>
              <a:gd name="connsiteY45170" fmla="*/ 2422493 h 5143785"/>
              <a:gd name="connsiteX45171" fmla="*/ 720662 w 3114960"/>
              <a:gd name="connsiteY45171" fmla="*/ 2422493 h 5143785"/>
              <a:gd name="connsiteX45172" fmla="*/ 717804 w 3114960"/>
              <a:gd name="connsiteY45172" fmla="*/ 2425351 h 5143785"/>
              <a:gd name="connsiteX45173" fmla="*/ 717804 w 3114960"/>
              <a:gd name="connsiteY45173" fmla="*/ 2479358 h 5143785"/>
              <a:gd name="connsiteX45174" fmla="*/ 720662 w 3114960"/>
              <a:gd name="connsiteY45174" fmla="*/ 2482215 h 5143785"/>
              <a:gd name="connsiteX45175" fmla="*/ 730758 w 3114960"/>
              <a:gd name="connsiteY45175" fmla="*/ 2482215 h 5143785"/>
              <a:gd name="connsiteX45176" fmla="*/ 733616 w 3114960"/>
              <a:gd name="connsiteY45176" fmla="*/ 2479358 h 5143785"/>
              <a:gd name="connsiteX45177" fmla="*/ 733616 w 3114960"/>
              <a:gd name="connsiteY45177" fmla="*/ 2425351 h 5143785"/>
              <a:gd name="connsiteX45178" fmla="*/ 730758 w 3114960"/>
              <a:gd name="connsiteY45178" fmla="*/ 2422493 h 5143785"/>
              <a:gd name="connsiteX45179" fmla="*/ 728091 w 3114960"/>
              <a:gd name="connsiteY45179" fmla="*/ 2422493 h 5143785"/>
              <a:gd name="connsiteX45180" fmla="*/ 728091 w 3114960"/>
              <a:gd name="connsiteY45180" fmla="*/ 2387537 h 5143785"/>
              <a:gd name="connsiteX45181" fmla="*/ 668560 w 3114960"/>
              <a:gd name="connsiteY45181" fmla="*/ 2323529 h 5143785"/>
              <a:gd name="connsiteX45182" fmla="*/ 668274 w 3114960"/>
              <a:gd name="connsiteY45182" fmla="*/ 2292572 h 5143785"/>
              <a:gd name="connsiteX45183" fmla="*/ 669798 w 3114960"/>
              <a:gd name="connsiteY45183" fmla="*/ 2291715 h 5143785"/>
              <a:gd name="connsiteX45184" fmla="*/ 679514 w 3114960"/>
              <a:gd name="connsiteY45184" fmla="*/ 2283238 h 5143785"/>
              <a:gd name="connsiteX45185" fmla="*/ 679799 w 3114960"/>
              <a:gd name="connsiteY45185" fmla="*/ 2282762 h 5143785"/>
              <a:gd name="connsiteX45186" fmla="*/ 681133 w 3114960"/>
              <a:gd name="connsiteY45186" fmla="*/ 2282762 h 5143785"/>
              <a:gd name="connsiteX45187" fmla="*/ 681133 w 3114960"/>
              <a:gd name="connsiteY45187" fmla="*/ 2279904 h 5143785"/>
              <a:gd name="connsiteX45188" fmla="*/ 681133 w 3114960"/>
              <a:gd name="connsiteY45188" fmla="*/ 2279237 h 5143785"/>
              <a:gd name="connsiteX45189" fmla="*/ 681133 w 3114960"/>
              <a:gd name="connsiteY45189" fmla="*/ 2275618 h 5143785"/>
              <a:gd name="connsiteX45190" fmla="*/ 679609 w 3114960"/>
              <a:gd name="connsiteY45190" fmla="*/ 2275618 h 5143785"/>
              <a:gd name="connsiteX45191" fmla="*/ 671513 w 3114960"/>
              <a:gd name="connsiteY45191" fmla="*/ 2266283 h 5143785"/>
              <a:gd name="connsiteX45192" fmla="*/ 664369 w 3114960"/>
              <a:gd name="connsiteY45192" fmla="*/ 2265807 h 5143785"/>
              <a:gd name="connsiteX45193" fmla="*/ 654653 w 3114960"/>
              <a:gd name="connsiteY45193" fmla="*/ 2274284 h 5143785"/>
              <a:gd name="connsiteX45194" fmla="*/ 652939 w 3114960"/>
              <a:gd name="connsiteY45194" fmla="*/ 2277809 h 5143785"/>
              <a:gd name="connsiteX45195" fmla="*/ 732663 w 3114960"/>
              <a:gd name="connsiteY45195" fmla="*/ 2468594 h 5143785"/>
              <a:gd name="connsiteX45196" fmla="*/ 719138 w 3114960"/>
              <a:gd name="connsiteY45196" fmla="*/ 2468594 h 5143785"/>
              <a:gd name="connsiteX45197" fmla="*/ 719138 w 3114960"/>
              <a:gd name="connsiteY45197" fmla="*/ 2465642 h 5143785"/>
              <a:gd name="connsiteX45198" fmla="*/ 732663 w 3114960"/>
              <a:gd name="connsiteY45198" fmla="*/ 2465642 h 5143785"/>
              <a:gd name="connsiteX45199" fmla="*/ 732663 w 3114960"/>
              <a:gd name="connsiteY45199" fmla="*/ 2468594 h 5143785"/>
              <a:gd name="connsiteX45200" fmla="*/ 732663 w 3114960"/>
              <a:gd name="connsiteY45200" fmla="*/ 2453830 h 5143785"/>
              <a:gd name="connsiteX45201" fmla="*/ 719138 w 3114960"/>
              <a:gd name="connsiteY45201" fmla="*/ 2453830 h 5143785"/>
              <a:gd name="connsiteX45202" fmla="*/ 719138 w 3114960"/>
              <a:gd name="connsiteY45202" fmla="*/ 2450878 h 5143785"/>
              <a:gd name="connsiteX45203" fmla="*/ 732663 w 3114960"/>
              <a:gd name="connsiteY45203" fmla="*/ 2450878 h 5143785"/>
              <a:gd name="connsiteX45204" fmla="*/ 732663 w 3114960"/>
              <a:gd name="connsiteY45204" fmla="*/ 2453830 h 5143785"/>
              <a:gd name="connsiteX45205" fmla="*/ 732663 w 3114960"/>
              <a:gd name="connsiteY45205" fmla="*/ 2437638 h 5143785"/>
              <a:gd name="connsiteX45206" fmla="*/ 732663 w 3114960"/>
              <a:gd name="connsiteY45206" fmla="*/ 2440591 h 5143785"/>
              <a:gd name="connsiteX45207" fmla="*/ 719138 w 3114960"/>
              <a:gd name="connsiteY45207" fmla="*/ 2440591 h 5143785"/>
              <a:gd name="connsiteX45208" fmla="*/ 719138 w 3114960"/>
              <a:gd name="connsiteY45208" fmla="*/ 2437638 h 5143785"/>
              <a:gd name="connsiteX45209" fmla="*/ 732663 w 3114960"/>
              <a:gd name="connsiteY45209" fmla="*/ 2437638 h 5143785"/>
              <a:gd name="connsiteX45210" fmla="*/ 667607 w 3114960"/>
              <a:gd name="connsiteY45210" fmla="*/ 2269427 h 5143785"/>
              <a:gd name="connsiteX45211" fmla="*/ 667798 w 3114960"/>
              <a:gd name="connsiteY45211" fmla="*/ 2269427 h 5143785"/>
              <a:gd name="connsiteX45212" fmla="*/ 668084 w 3114960"/>
              <a:gd name="connsiteY45212" fmla="*/ 2269522 h 5143785"/>
              <a:gd name="connsiteX45213" fmla="*/ 676561 w 3114960"/>
              <a:gd name="connsiteY45213" fmla="*/ 2279714 h 5143785"/>
              <a:gd name="connsiteX45214" fmla="*/ 666369 w 3114960"/>
              <a:gd name="connsiteY45214" fmla="*/ 2288191 h 5143785"/>
              <a:gd name="connsiteX45215" fmla="*/ 657892 w 3114960"/>
              <a:gd name="connsiteY45215" fmla="*/ 2277999 h 5143785"/>
              <a:gd name="connsiteX45216" fmla="*/ 667607 w 3114960"/>
              <a:gd name="connsiteY45216" fmla="*/ 2269522 h 5143785"/>
              <a:gd name="connsiteX45217" fmla="*/ 67913 w 3114960"/>
              <a:gd name="connsiteY45217" fmla="*/ 2699004 h 5143785"/>
              <a:gd name="connsiteX45218" fmla="*/ 65437 w 3114960"/>
              <a:gd name="connsiteY45218" fmla="*/ 2716911 h 5143785"/>
              <a:gd name="connsiteX45219" fmla="*/ 47530 w 3114960"/>
              <a:gd name="connsiteY45219" fmla="*/ 2714435 h 5143785"/>
              <a:gd name="connsiteX45220" fmla="*/ 50006 w 3114960"/>
              <a:gd name="connsiteY45220" fmla="*/ 2696528 h 5143785"/>
              <a:gd name="connsiteX45221" fmla="*/ 67913 w 3114960"/>
              <a:gd name="connsiteY45221" fmla="*/ 2699004 h 5143785"/>
              <a:gd name="connsiteX45222" fmla="*/ 2404967 w 3114960"/>
              <a:gd name="connsiteY45222" fmla="*/ 522542 h 5143785"/>
              <a:gd name="connsiteX45223" fmla="*/ 2402491 w 3114960"/>
              <a:gd name="connsiteY45223" fmla="*/ 504635 h 5143785"/>
              <a:gd name="connsiteX45224" fmla="*/ 2420398 w 3114960"/>
              <a:gd name="connsiteY45224" fmla="*/ 502158 h 5143785"/>
              <a:gd name="connsiteX45225" fmla="*/ 2422874 w 3114960"/>
              <a:gd name="connsiteY45225" fmla="*/ 520065 h 5143785"/>
              <a:gd name="connsiteX45226" fmla="*/ 2404967 w 3114960"/>
              <a:gd name="connsiteY45226" fmla="*/ 522542 h 5143785"/>
              <a:gd name="connsiteX45227" fmla="*/ 665988 w 3114960"/>
              <a:gd name="connsiteY45227" fmla="*/ 2186750 h 5143785"/>
              <a:gd name="connsiteX45228" fmla="*/ 658654 w 3114960"/>
              <a:gd name="connsiteY45228" fmla="*/ 2179701 h 5143785"/>
              <a:gd name="connsiteX45229" fmla="*/ 663607 w 3114960"/>
              <a:gd name="connsiteY45229" fmla="*/ 2174558 h 5143785"/>
              <a:gd name="connsiteX45230" fmla="*/ 670941 w 3114960"/>
              <a:gd name="connsiteY45230" fmla="*/ 2181606 h 5143785"/>
              <a:gd name="connsiteX45231" fmla="*/ 665988 w 3114960"/>
              <a:gd name="connsiteY45231" fmla="*/ 2186750 h 5143785"/>
              <a:gd name="connsiteX45232" fmla="*/ 2158746 w 3114960"/>
              <a:gd name="connsiteY45232" fmla="*/ 931545 h 5143785"/>
              <a:gd name="connsiteX45233" fmla="*/ 2149602 w 3114960"/>
              <a:gd name="connsiteY45233" fmla="*/ 940689 h 5143785"/>
              <a:gd name="connsiteX45234" fmla="*/ 2140458 w 3114960"/>
              <a:gd name="connsiteY45234" fmla="*/ 931545 h 5143785"/>
              <a:gd name="connsiteX45235" fmla="*/ 2149602 w 3114960"/>
              <a:gd name="connsiteY45235" fmla="*/ 922401 h 5143785"/>
              <a:gd name="connsiteX45236" fmla="*/ 2158746 w 3114960"/>
              <a:gd name="connsiteY45236" fmla="*/ 931545 h 5143785"/>
              <a:gd name="connsiteX45237" fmla="*/ 2453164 w 3114960"/>
              <a:gd name="connsiteY45237" fmla="*/ 704279 h 5143785"/>
              <a:gd name="connsiteX45238" fmla="*/ 2443258 w 3114960"/>
              <a:gd name="connsiteY45238" fmla="*/ 714185 h 5143785"/>
              <a:gd name="connsiteX45239" fmla="*/ 2413540 w 3114960"/>
              <a:gd name="connsiteY45239" fmla="*/ 714185 h 5143785"/>
              <a:gd name="connsiteX45240" fmla="*/ 2289620 w 3114960"/>
              <a:gd name="connsiteY45240" fmla="*/ 816483 h 5143785"/>
              <a:gd name="connsiteX45241" fmla="*/ 2282762 w 3114960"/>
              <a:gd name="connsiteY45241" fmla="*/ 814483 h 5143785"/>
              <a:gd name="connsiteX45242" fmla="*/ 2280285 w 3114960"/>
              <a:gd name="connsiteY45242" fmla="*/ 814673 h 5143785"/>
              <a:gd name="connsiteX45243" fmla="*/ 2269046 w 3114960"/>
              <a:gd name="connsiteY45243" fmla="*/ 830771 h 5143785"/>
              <a:gd name="connsiteX45244" fmla="*/ 2274761 w 3114960"/>
              <a:gd name="connsiteY45244" fmla="*/ 839724 h 5143785"/>
              <a:gd name="connsiteX45245" fmla="*/ 2285143 w 3114960"/>
              <a:gd name="connsiteY45245" fmla="*/ 842010 h 5143785"/>
              <a:gd name="connsiteX45246" fmla="*/ 2294096 w 3114960"/>
              <a:gd name="connsiteY45246" fmla="*/ 836295 h 5143785"/>
              <a:gd name="connsiteX45247" fmla="*/ 2296382 w 3114960"/>
              <a:gd name="connsiteY45247" fmla="*/ 825913 h 5143785"/>
              <a:gd name="connsiteX45248" fmla="*/ 2294668 w 3114960"/>
              <a:gd name="connsiteY45248" fmla="*/ 821531 h 5143785"/>
              <a:gd name="connsiteX45249" fmla="*/ 2416112 w 3114960"/>
              <a:gd name="connsiteY45249" fmla="*/ 721328 h 5143785"/>
              <a:gd name="connsiteX45250" fmla="*/ 2443829 w 3114960"/>
              <a:gd name="connsiteY45250" fmla="*/ 721328 h 5143785"/>
              <a:gd name="connsiteX45251" fmla="*/ 2458212 w 3114960"/>
              <a:gd name="connsiteY45251" fmla="*/ 729234 h 5143785"/>
              <a:gd name="connsiteX45252" fmla="*/ 2468213 w 3114960"/>
              <a:gd name="connsiteY45252" fmla="*/ 714185 h 5143785"/>
              <a:gd name="connsiteX45253" fmla="*/ 2453164 w 3114960"/>
              <a:gd name="connsiteY45253" fmla="*/ 704183 h 5143785"/>
              <a:gd name="connsiteX45254" fmla="*/ 2288191 w 3114960"/>
              <a:gd name="connsiteY45254" fmla="*/ 832199 h 5143785"/>
              <a:gd name="connsiteX45255" fmla="*/ 2283905 w 3114960"/>
              <a:gd name="connsiteY45255" fmla="*/ 834962 h 5143785"/>
              <a:gd name="connsiteX45256" fmla="*/ 2282762 w 3114960"/>
              <a:gd name="connsiteY45256" fmla="*/ 835057 h 5143785"/>
              <a:gd name="connsiteX45257" fmla="*/ 2278952 w 3114960"/>
              <a:gd name="connsiteY45257" fmla="*/ 833819 h 5143785"/>
              <a:gd name="connsiteX45258" fmla="*/ 2276189 w 3114960"/>
              <a:gd name="connsiteY45258" fmla="*/ 829437 h 5143785"/>
              <a:gd name="connsiteX45259" fmla="*/ 2281619 w 3114960"/>
              <a:gd name="connsiteY45259" fmla="*/ 821627 h 5143785"/>
              <a:gd name="connsiteX45260" fmla="*/ 2286667 w 3114960"/>
              <a:gd name="connsiteY45260" fmla="*/ 822770 h 5143785"/>
              <a:gd name="connsiteX45261" fmla="*/ 2289429 w 3114960"/>
              <a:gd name="connsiteY45261" fmla="*/ 827151 h 5143785"/>
              <a:gd name="connsiteX45262" fmla="*/ 2288286 w 3114960"/>
              <a:gd name="connsiteY45262" fmla="*/ 832199 h 5143785"/>
              <a:gd name="connsiteX45263" fmla="*/ 2443734 w 3114960"/>
              <a:gd name="connsiteY45263" fmla="*/ 755523 h 5143785"/>
              <a:gd name="connsiteX45264" fmla="*/ 2458403 w 3114960"/>
              <a:gd name="connsiteY45264" fmla="*/ 764286 h 5143785"/>
              <a:gd name="connsiteX45265" fmla="*/ 2468404 w 3114960"/>
              <a:gd name="connsiteY45265" fmla="*/ 749237 h 5143785"/>
              <a:gd name="connsiteX45266" fmla="*/ 2453354 w 3114960"/>
              <a:gd name="connsiteY45266" fmla="*/ 739235 h 5143785"/>
              <a:gd name="connsiteX45267" fmla="*/ 2443639 w 3114960"/>
              <a:gd name="connsiteY45267" fmla="*/ 748284 h 5143785"/>
              <a:gd name="connsiteX45268" fmla="*/ 2429828 w 3114960"/>
              <a:gd name="connsiteY45268" fmla="*/ 748475 h 5143785"/>
              <a:gd name="connsiteX45269" fmla="*/ 2305812 w 3114960"/>
              <a:gd name="connsiteY45269" fmla="*/ 850868 h 5143785"/>
              <a:gd name="connsiteX45270" fmla="*/ 2305526 w 3114960"/>
              <a:gd name="connsiteY45270" fmla="*/ 850583 h 5143785"/>
              <a:gd name="connsiteX45271" fmla="*/ 2297621 w 3114960"/>
              <a:gd name="connsiteY45271" fmla="*/ 848106 h 5143785"/>
              <a:gd name="connsiteX45272" fmla="*/ 2295144 w 3114960"/>
              <a:gd name="connsiteY45272" fmla="*/ 848297 h 5143785"/>
              <a:gd name="connsiteX45273" fmla="*/ 2283905 w 3114960"/>
              <a:gd name="connsiteY45273" fmla="*/ 864394 h 5143785"/>
              <a:gd name="connsiteX45274" fmla="*/ 2300002 w 3114960"/>
              <a:gd name="connsiteY45274" fmla="*/ 875633 h 5143785"/>
              <a:gd name="connsiteX45275" fmla="*/ 2308955 w 3114960"/>
              <a:gd name="connsiteY45275" fmla="*/ 869918 h 5143785"/>
              <a:gd name="connsiteX45276" fmla="*/ 2311241 w 3114960"/>
              <a:gd name="connsiteY45276" fmla="*/ 859536 h 5143785"/>
              <a:gd name="connsiteX45277" fmla="*/ 2310098 w 3114960"/>
              <a:gd name="connsiteY45277" fmla="*/ 856583 h 5143785"/>
              <a:gd name="connsiteX45278" fmla="*/ 2432399 w 3114960"/>
              <a:gd name="connsiteY45278" fmla="*/ 755618 h 5143785"/>
              <a:gd name="connsiteX45279" fmla="*/ 2443639 w 3114960"/>
              <a:gd name="connsiteY45279" fmla="*/ 755618 h 5143785"/>
              <a:gd name="connsiteX45280" fmla="*/ 2303145 w 3114960"/>
              <a:gd name="connsiteY45280" fmla="*/ 865823 h 5143785"/>
              <a:gd name="connsiteX45281" fmla="*/ 2298764 w 3114960"/>
              <a:gd name="connsiteY45281" fmla="*/ 868585 h 5143785"/>
              <a:gd name="connsiteX45282" fmla="*/ 2297621 w 3114960"/>
              <a:gd name="connsiteY45282" fmla="*/ 868680 h 5143785"/>
              <a:gd name="connsiteX45283" fmla="*/ 2290953 w 3114960"/>
              <a:gd name="connsiteY45283" fmla="*/ 863156 h 5143785"/>
              <a:gd name="connsiteX45284" fmla="*/ 2296382 w 3114960"/>
              <a:gd name="connsiteY45284" fmla="*/ 855345 h 5143785"/>
              <a:gd name="connsiteX45285" fmla="*/ 2301431 w 3114960"/>
              <a:gd name="connsiteY45285" fmla="*/ 856488 h 5143785"/>
              <a:gd name="connsiteX45286" fmla="*/ 2304193 w 3114960"/>
              <a:gd name="connsiteY45286" fmla="*/ 860870 h 5143785"/>
              <a:gd name="connsiteX45287" fmla="*/ 2303050 w 3114960"/>
              <a:gd name="connsiteY45287" fmla="*/ 865918 h 5143785"/>
              <a:gd name="connsiteX45288" fmla="*/ 2088166 w 3114960"/>
              <a:gd name="connsiteY45288" fmla="*/ 793528 h 5143785"/>
              <a:gd name="connsiteX45289" fmla="*/ 2088166 w 3114960"/>
              <a:gd name="connsiteY45289" fmla="*/ 968502 h 5143785"/>
              <a:gd name="connsiteX45290" fmla="*/ 2084737 w 3114960"/>
              <a:gd name="connsiteY45290" fmla="*/ 968502 h 5143785"/>
              <a:gd name="connsiteX45291" fmla="*/ 2073212 w 3114960"/>
              <a:gd name="connsiteY45291" fmla="*/ 979932 h 5143785"/>
              <a:gd name="connsiteX45292" fmla="*/ 2073212 w 3114960"/>
              <a:gd name="connsiteY45292" fmla="*/ 1031272 h 5143785"/>
              <a:gd name="connsiteX45293" fmla="*/ 2084737 w 3114960"/>
              <a:gd name="connsiteY45293" fmla="*/ 1042797 h 5143785"/>
              <a:gd name="connsiteX45294" fmla="*/ 2098739 w 3114960"/>
              <a:gd name="connsiteY45294" fmla="*/ 1042797 h 5143785"/>
              <a:gd name="connsiteX45295" fmla="*/ 2110264 w 3114960"/>
              <a:gd name="connsiteY45295" fmla="*/ 1031272 h 5143785"/>
              <a:gd name="connsiteX45296" fmla="*/ 2110264 w 3114960"/>
              <a:gd name="connsiteY45296" fmla="*/ 979932 h 5143785"/>
              <a:gd name="connsiteX45297" fmla="*/ 2098739 w 3114960"/>
              <a:gd name="connsiteY45297" fmla="*/ 968502 h 5143785"/>
              <a:gd name="connsiteX45298" fmla="*/ 2095310 w 3114960"/>
              <a:gd name="connsiteY45298" fmla="*/ 968502 h 5143785"/>
              <a:gd name="connsiteX45299" fmla="*/ 2095310 w 3114960"/>
              <a:gd name="connsiteY45299" fmla="*/ 796862 h 5143785"/>
              <a:gd name="connsiteX45300" fmla="*/ 2362200 w 3114960"/>
              <a:gd name="connsiteY45300" fmla="*/ 570833 h 5143785"/>
              <a:gd name="connsiteX45301" fmla="*/ 2414969 w 3114960"/>
              <a:gd name="connsiteY45301" fmla="*/ 570833 h 5143785"/>
              <a:gd name="connsiteX45302" fmla="*/ 2433161 w 3114960"/>
              <a:gd name="connsiteY45302" fmla="*/ 585788 h 5143785"/>
              <a:gd name="connsiteX45303" fmla="*/ 2451735 w 3114960"/>
              <a:gd name="connsiteY45303" fmla="*/ 567214 h 5143785"/>
              <a:gd name="connsiteX45304" fmla="*/ 2433161 w 3114960"/>
              <a:gd name="connsiteY45304" fmla="*/ 548640 h 5143785"/>
              <a:gd name="connsiteX45305" fmla="*/ 2414969 w 3114960"/>
              <a:gd name="connsiteY45305" fmla="*/ 563594 h 5143785"/>
              <a:gd name="connsiteX45306" fmla="*/ 2359533 w 3114960"/>
              <a:gd name="connsiteY45306" fmla="*/ 563594 h 5143785"/>
              <a:gd name="connsiteX45307" fmla="*/ 2088071 w 3114960"/>
              <a:gd name="connsiteY45307" fmla="*/ 793528 h 5143785"/>
              <a:gd name="connsiteX45308" fmla="*/ 2103025 w 3114960"/>
              <a:gd name="connsiteY45308" fmla="*/ 1031272 h 5143785"/>
              <a:gd name="connsiteX45309" fmla="*/ 2098643 w 3114960"/>
              <a:gd name="connsiteY45309" fmla="*/ 1035653 h 5143785"/>
              <a:gd name="connsiteX45310" fmla="*/ 2084642 w 3114960"/>
              <a:gd name="connsiteY45310" fmla="*/ 1035653 h 5143785"/>
              <a:gd name="connsiteX45311" fmla="*/ 2080260 w 3114960"/>
              <a:gd name="connsiteY45311" fmla="*/ 1031272 h 5143785"/>
              <a:gd name="connsiteX45312" fmla="*/ 2080260 w 3114960"/>
              <a:gd name="connsiteY45312" fmla="*/ 1019556 h 5143785"/>
              <a:gd name="connsiteX45313" fmla="*/ 2102930 w 3114960"/>
              <a:gd name="connsiteY45313" fmla="*/ 1019556 h 5143785"/>
              <a:gd name="connsiteX45314" fmla="*/ 2102930 w 3114960"/>
              <a:gd name="connsiteY45314" fmla="*/ 1031272 h 5143785"/>
              <a:gd name="connsiteX45315" fmla="*/ 2098739 w 3114960"/>
              <a:gd name="connsiteY45315" fmla="*/ 975646 h 5143785"/>
              <a:gd name="connsiteX45316" fmla="*/ 2103120 w 3114960"/>
              <a:gd name="connsiteY45316" fmla="*/ 979932 h 5143785"/>
              <a:gd name="connsiteX45317" fmla="*/ 2103120 w 3114960"/>
              <a:gd name="connsiteY45317" fmla="*/ 988886 h 5143785"/>
              <a:gd name="connsiteX45318" fmla="*/ 2080451 w 3114960"/>
              <a:gd name="connsiteY45318" fmla="*/ 988886 h 5143785"/>
              <a:gd name="connsiteX45319" fmla="*/ 2080451 w 3114960"/>
              <a:gd name="connsiteY45319" fmla="*/ 979932 h 5143785"/>
              <a:gd name="connsiteX45320" fmla="*/ 2084832 w 3114960"/>
              <a:gd name="connsiteY45320" fmla="*/ 975646 h 5143785"/>
              <a:gd name="connsiteX45321" fmla="*/ 2098834 w 3114960"/>
              <a:gd name="connsiteY45321" fmla="*/ 975646 h 5143785"/>
              <a:gd name="connsiteX45322" fmla="*/ 2433161 w 3114960"/>
              <a:gd name="connsiteY45322" fmla="*/ 555784 h 5143785"/>
              <a:gd name="connsiteX45323" fmla="*/ 2444592 w 3114960"/>
              <a:gd name="connsiteY45323" fmla="*/ 567214 h 5143785"/>
              <a:gd name="connsiteX45324" fmla="*/ 2433161 w 3114960"/>
              <a:gd name="connsiteY45324" fmla="*/ 578644 h 5143785"/>
              <a:gd name="connsiteX45325" fmla="*/ 2421731 w 3114960"/>
              <a:gd name="connsiteY45325" fmla="*/ 567214 h 5143785"/>
              <a:gd name="connsiteX45326" fmla="*/ 2433161 w 3114960"/>
              <a:gd name="connsiteY45326" fmla="*/ 555784 h 5143785"/>
              <a:gd name="connsiteX45327" fmla="*/ 2447068 w 3114960"/>
              <a:gd name="connsiteY45327" fmla="*/ 538163 h 5143785"/>
              <a:gd name="connsiteX45328" fmla="*/ 2437067 w 3114960"/>
              <a:gd name="connsiteY45328" fmla="*/ 523113 h 5143785"/>
              <a:gd name="connsiteX45329" fmla="*/ 2452116 w 3114960"/>
              <a:gd name="connsiteY45329" fmla="*/ 513112 h 5143785"/>
              <a:gd name="connsiteX45330" fmla="*/ 2462117 w 3114960"/>
              <a:gd name="connsiteY45330" fmla="*/ 528161 h 5143785"/>
              <a:gd name="connsiteX45331" fmla="*/ 2447068 w 3114960"/>
              <a:gd name="connsiteY45331" fmla="*/ 538163 h 5143785"/>
              <a:gd name="connsiteX45332" fmla="*/ 82296 w 3114960"/>
              <a:gd name="connsiteY45332" fmla="*/ 2720912 h 5143785"/>
              <a:gd name="connsiteX45333" fmla="*/ 100203 w 3114960"/>
              <a:gd name="connsiteY45333" fmla="*/ 2718435 h 5143785"/>
              <a:gd name="connsiteX45334" fmla="*/ 102680 w 3114960"/>
              <a:gd name="connsiteY45334" fmla="*/ 2736342 h 5143785"/>
              <a:gd name="connsiteX45335" fmla="*/ 84773 w 3114960"/>
              <a:gd name="connsiteY45335" fmla="*/ 2738819 h 5143785"/>
              <a:gd name="connsiteX45336" fmla="*/ 82296 w 3114960"/>
              <a:gd name="connsiteY45336" fmla="*/ 2720912 h 5143785"/>
              <a:gd name="connsiteX45337" fmla="*/ 1808036 w 3114960"/>
              <a:gd name="connsiteY45337" fmla="*/ 1216914 h 5143785"/>
              <a:gd name="connsiteX45338" fmla="*/ 1772031 w 3114960"/>
              <a:gd name="connsiteY45338" fmla="*/ 1186148 h 5143785"/>
              <a:gd name="connsiteX45339" fmla="*/ 1737074 w 3114960"/>
              <a:gd name="connsiteY45339" fmla="*/ 1186148 h 5143785"/>
              <a:gd name="connsiteX45340" fmla="*/ 1735931 w 3114960"/>
              <a:gd name="connsiteY45340" fmla="*/ 1182243 h 5143785"/>
              <a:gd name="connsiteX45341" fmla="*/ 1727645 w 3114960"/>
              <a:gd name="connsiteY45341" fmla="*/ 1174814 h 5143785"/>
              <a:gd name="connsiteX45342" fmla="*/ 1716500 w 3114960"/>
              <a:gd name="connsiteY45342" fmla="*/ 1175385 h 5143785"/>
              <a:gd name="connsiteX45343" fmla="*/ 1709642 w 3114960"/>
              <a:gd name="connsiteY45343" fmla="*/ 1194816 h 5143785"/>
              <a:gd name="connsiteX45344" fmla="*/ 1722787 w 3114960"/>
              <a:gd name="connsiteY45344" fmla="*/ 1203103 h 5143785"/>
              <a:gd name="connsiteX45345" fmla="*/ 1729073 w 3114960"/>
              <a:gd name="connsiteY45345" fmla="*/ 1201674 h 5143785"/>
              <a:gd name="connsiteX45346" fmla="*/ 1736503 w 3114960"/>
              <a:gd name="connsiteY45346" fmla="*/ 1193387 h 5143785"/>
              <a:gd name="connsiteX45347" fmla="*/ 1737074 w 3114960"/>
              <a:gd name="connsiteY45347" fmla="*/ 1190911 h 5143785"/>
              <a:gd name="connsiteX45348" fmla="*/ 1770221 w 3114960"/>
              <a:gd name="connsiteY45348" fmla="*/ 1190911 h 5143785"/>
              <a:gd name="connsiteX45349" fmla="*/ 1806226 w 3114960"/>
              <a:gd name="connsiteY45349" fmla="*/ 1221677 h 5143785"/>
              <a:gd name="connsiteX45350" fmla="*/ 1977009 w 3114960"/>
              <a:gd name="connsiteY45350" fmla="*/ 1221105 h 5143785"/>
              <a:gd name="connsiteX45351" fmla="*/ 1977866 w 3114960"/>
              <a:gd name="connsiteY45351" fmla="*/ 1221105 h 5143785"/>
              <a:gd name="connsiteX45352" fmla="*/ 2053590 w 3114960"/>
              <a:gd name="connsiteY45352" fmla="*/ 1156811 h 5143785"/>
              <a:gd name="connsiteX45353" fmla="*/ 2052352 w 3114960"/>
              <a:gd name="connsiteY45353" fmla="*/ 1098995 h 5143785"/>
              <a:gd name="connsiteX45354" fmla="*/ 2063687 w 3114960"/>
              <a:gd name="connsiteY45354" fmla="*/ 1093089 h 5143785"/>
              <a:gd name="connsiteX45355" fmla="*/ 2062353 w 3114960"/>
              <a:gd name="connsiteY45355" fmla="*/ 1066895 h 5143785"/>
              <a:gd name="connsiteX45356" fmla="*/ 2053495 w 3114960"/>
              <a:gd name="connsiteY45356" fmla="*/ 1062514 h 5143785"/>
              <a:gd name="connsiteX45357" fmla="*/ 2054066 w 3114960"/>
              <a:gd name="connsiteY45357" fmla="*/ 773906 h 5143785"/>
              <a:gd name="connsiteX45358" fmla="*/ 2347151 w 3114960"/>
              <a:gd name="connsiteY45358" fmla="*/ 529495 h 5143785"/>
              <a:gd name="connsiteX45359" fmla="*/ 2358390 w 3114960"/>
              <a:gd name="connsiteY45359" fmla="*/ 533400 h 5143785"/>
              <a:gd name="connsiteX45360" fmla="*/ 2376964 w 3114960"/>
              <a:gd name="connsiteY45360" fmla="*/ 514826 h 5143785"/>
              <a:gd name="connsiteX45361" fmla="*/ 2358390 w 3114960"/>
              <a:gd name="connsiteY45361" fmla="*/ 496253 h 5143785"/>
              <a:gd name="connsiteX45362" fmla="*/ 2339816 w 3114960"/>
              <a:gd name="connsiteY45362" fmla="*/ 514826 h 5143785"/>
              <a:gd name="connsiteX45363" fmla="*/ 2342388 w 3114960"/>
              <a:gd name="connsiteY45363" fmla="*/ 524065 h 5143785"/>
              <a:gd name="connsiteX45364" fmla="*/ 2046827 w 3114960"/>
              <a:gd name="connsiteY45364" fmla="*/ 770477 h 5143785"/>
              <a:gd name="connsiteX45365" fmla="*/ 2046256 w 3114960"/>
              <a:gd name="connsiteY45365" fmla="*/ 1062514 h 5143785"/>
              <a:gd name="connsiteX45366" fmla="*/ 2036064 w 3114960"/>
              <a:gd name="connsiteY45366" fmla="*/ 1068229 h 5143785"/>
              <a:gd name="connsiteX45367" fmla="*/ 2037398 w 3114960"/>
              <a:gd name="connsiteY45367" fmla="*/ 1094423 h 5143785"/>
              <a:gd name="connsiteX45368" fmla="*/ 2047494 w 3114960"/>
              <a:gd name="connsiteY45368" fmla="*/ 1098995 h 5143785"/>
              <a:gd name="connsiteX45369" fmla="*/ 2048732 w 3114960"/>
              <a:gd name="connsiteY45369" fmla="*/ 1154621 h 5143785"/>
              <a:gd name="connsiteX45370" fmla="*/ 1976057 w 3114960"/>
              <a:gd name="connsiteY45370" fmla="*/ 1216343 h 5143785"/>
              <a:gd name="connsiteX45371" fmla="*/ 1807940 w 3114960"/>
              <a:gd name="connsiteY45371" fmla="*/ 1216914 h 5143785"/>
              <a:gd name="connsiteX45372" fmla="*/ 1732026 w 3114960"/>
              <a:gd name="connsiteY45372" fmla="*/ 1191768 h 5143785"/>
              <a:gd name="connsiteX45373" fmla="*/ 1727073 w 3114960"/>
              <a:gd name="connsiteY45373" fmla="*/ 1197388 h 5143785"/>
              <a:gd name="connsiteX45374" fmla="*/ 1714024 w 3114960"/>
              <a:gd name="connsiteY45374" fmla="*/ 1192816 h 5143785"/>
              <a:gd name="connsiteX45375" fmla="*/ 1713643 w 3114960"/>
              <a:gd name="connsiteY45375" fmla="*/ 1185291 h 5143785"/>
              <a:gd name="connsiteX45376" fmla="*/ 1718596 w 3114960"/>
              <a:gd name="connsiteY45376" fmla="*/ 1179767 h 5143785"/>
              <a:gd name="connsiteX45377" fmla="*/ 1722787 w 3114960"/>
              <a:gd name="connsiteY45377" fmla="*/ 1178814 h 5143785"/>
              <a:gd name="connsiteX45378" fmla="*/ 1726025 w 3114960"/>
              <a:gd name="connsiteY45378" fmla="*/ 1179386 h 5143785"/>
              <a:gd name="connsiteX45379" fmla="*/ 1731550 w 3114960"/>
              <a:gd name="connsiteY45379" fmla="*/ 1184339 h 5143785"/>
              <a:gd name="connsiteX45380" fmla="*/ 1731931 w 3114960"/>
              <a:gd name="connsiteY45380" fmla="*/ 1191863 h 5143785"/>
              <a:gd name="connsiteX45381" fmla="*/ 2358390 w 3114960"/>
              <a:gd name="connsiteY45381" fmla="*/ 503396 h 5143785"/>
              <a:gd name="connsiteX45382" fmla="*/ 2369820 w 3114960"/>
              <a:gd name="connsiteY45382" fmla="*/ 514826 h 5143785"/>
              <a:gd name="connsiteX45383" fmla="*/ 2358390 w 3114960"/>
              <a:gd name="connsiteY45383" fmla="*/ 526256 h 5143785"/>
              <a:gd name="connsiteX45384" fmla="*/ 2352104 w 3114960"/>
              <a:gd name="connsiteY45384" fmla="*/ 524065 h 5143785"/>
              <a:gd name="connsiteX45385" fmla="*/ 2348103 w 3114960"/>
              <a:gd name="connsiteY45385" fmla="*/ 519303 h 5143785"/>
              <a:gd name="connsiteX45386" fmla="*/ 2348008 w 3114960"/>
              <a:gd name="connsiteY45386" fmla="*/ 519303 h 5143785"/>
              <a:gd name="connsiteX45387" fmla="*/ 2346960 w 3114960"/>
              <a:gd name="connsiteY45387" fmla="*/ 514826 h 5143785"/>
              <a:gd name="connsiteX45388" fmla="*/ 2358390 w 3114960"/>
              <a:gd name="connsiteY45388" fmla="*/ 503396 h 5143785"/>
              <a:gd name="connsiteX45389" fmla="*/ 2042255 w 3114960"/>
              <a:gd name="connsiteY45389" fmla="*/ 1089184 h 5143785"/>
              <a:gd name="connsiteX45390" fmla="*/ 2041398 w 3114960"/>
              <a:gd name="connsiteY45390" fmla="*/ 1073087 h 5143785"/>
              <a:gd name="connsiteX45391" fmla="*/ 2049304 w 3114960"/>
              <a:gd name="connsiteY45391" fmla="*/ 1069372 h 5143785"/>
              <a:gd name="connsiteX45392" fmla="*/ 2057495 w 3114960"/>
              <a:gd name="connsiteY45392" fmla="*/ 1072325 h 5143785"/>
              <a:gd name="connsiteX45393" fmla="*/ 2058353 w 3114960"/>
              <a:gd name="connsiteY45393" fmla="*/ 1088422 h 5143785"/>
              <a:gd name="connsiteX45394" fmla="*/ 2049875 w 3114960"/>
              <a:gd name="connsiteY45394" fmla="*/ 1092232 h 5143785"/>
              <a:gd name="connsiteX45395" fmla="*/ 2042255 w 3114960"/>
              <a:gd name="connsiteY45395" fmla="*/ 1089279 h 5143785"/>
              <a:gd name="connsiteX45396" fmla="*/ 2480310 w 3114960"/>
              <a:gd name="connsiteY45396" fmla="*/ 492633 h 5143785"/>
              <a:gd name="connsiteX45397" fmla="*/ 2497169 w 3114960"/>
              <a:gd name="connsiteY45397" fmla="*/ 492633 h 5143785"/>
              <a:gd name="connsiteX45398" fmla="*/ 2503837 w 3114960"/>
              <a:gd name="connsiteY45398" fmla="*/ 485965 h 5143785"/>
              <a:gd name="connsiteX45399" fmla="*/ 2503837 w 3114960"/>
              <a:gd name="connsiteY45399" fmla="*/ 469106 h 5143785"/>
              <a:gd name="connsiteX45400" fmla="*/ 2497169 w 3114960"/>
              <a:gd name="connsiteY45400" fmla="*/ 462439 h 5143785"/>
              <a:gd name="connsiteX45401" fmla="*/ 2480310 w 3114960"/>
              <a:gd name="connsiteY45401" fmla="*/ 462439 h 5143785"/>
              <a:gd name="connsiteX45402" fmla="*/ 2473643 w 3114960"/>
              <a:gd name="connsiteY45402" fmla="*/ 469106 h 5143785"/>
              <a:gd name="connsiteX45403" fmla="*/ 2473643 w 3114960"/>
              <a:gd name="connsiteY45403" fmla="*/ 485965 h 5143785"/>
              <a:gd name="connsiteX45404" fmla="*/ 2480310 w 3114960"/>
              <a:gd name="connsiteY45404" fmla="*/ 492633 h 5143785"/>
              <a:gd name="connsiteX45405" fmla="*/ 2478405 w 3114960"/>
              <a:gd name="connsiteY45405" fmla="*/ 469106 h 5143785"/>
              <a:gd name="connsiteX45406" fmla="*/ 2480310 w 3114960"/>
              <a:gd name="connsiteY45406" fmla="*/ 467201 h 5143785"/>
              <a:gd name="connsiteX45407" fmla="*/ 2497169 w 3114960"/>
              <a:gd name="connsiteY45407" fmla="*/ 467201 h 5143785"/>
              <a:gd name="connsiteX45408" fmla="*/ 2499074 w 3114960"/>
              <a:gd name="connsiteY45408" fmla="*/ 469106 h 5143785"/>
              <a:gd name="connsiteX45409" fmla="*/ 2499074 w 3114960"/>
              <a:gd name="connsiteY45409" fmla="*/ 485965 h 5143785"/>
              <a:gd name="connsiteX45410" fmla="*/ 2497169 w 3114960"/>
              <a:gd name="connsiteY45410" fmla="*/ 487871 h 5143785"/>
              <a:gd name="connsiteX45411" fmla="*/ 2480310 w 3114960"/>
              <a:gd name="connsiteY45411" fmla="*/ 487871 h 5143785"/>
              <a:gd name="connsiteX45412" fmla="*/ 2478405 w 3114960"/>
              <a:gd name="connsiteY45412" fmla="*/ 485965 h 5143785"/>
              <a:gd name="connsiteX45413" fmla="*/ 2478405 w 3114960"/>
              <a:gd name="connsiteY45413" fmla="*/ 469106 h 5143785"/>
              <a:gd name="connsiteX45414" fmla="*/ 680657 w 3114960"/>
              <a:gd name="connsiteY45414" fmla="*/ 2200847 h 5143785"/>
              <a:gd name="connsiteX45415" fmla="*/ 673322 w 3114960"/>
              <a:gd name="connsiteY45415" fmla="*/ 2193798 h 5143785"/>
              <a:gd name="connsiteX45416" fmla="*/ 678275 w 3114960"/>
              <a:gd name="connsiteY45416" fmla="*/ 2188655 h 5143785"/>
              <a:gd name="connsiteX45417" fmla="*/ 685610 w 3114960"/>
              <a:gd name="connsiteY45417" fmla="*/ 2195703 h 5143785"/>
              <a:gd name="connsiteX45418" fmla="*/ 680657 w 3114960"/>
              <a:gd name="connsiteY45418" fmla="*/ 2200847 h 5143785"/>
              <a:gd name="connsiteX45419" fmla="*/ 729520 w 3114960"/>
              <a:gd name="connsiteY45419" fmla="*/ 2237804 h 5143785"/>
              <a:gd name="connsiteX45420" fmla="*/ 724567 w 3114960"/>
              <a:gd name="connsiteY45420" fmla="*/ 2242947 h 5143785"/>
              <a:gd name="connsiteX45421" fmla="*/ 717233 w 3114960"/>
              <a:gd name="connsiteY45421" fmla="*/ 2235899 h 5143785"/>
              <a:gd name="connsiteX45422" fmla="*/ 722186 w 3114960"/>
              <a:gd name="connsiteY45422" fmla="*/ 2230755 h 5143785"/>
              <a:gd name="connsiteX45423" fmla="*/ 729520 w 3114960"/>
              <a:gd name="connsiteY45423" fmla="*/ 2237804 h 5143785"/>
              <a:gd name="connsiteX45424" fmla="*/ 715994 w 3114960"/>
              <a:gd name="connsiteY45424" fmla="*/ 2275427 h 5143785"/>
              <a:gd name="connsiteX45425" fmla="*/ 727615 w 3114960"/>
              <a:gd name="connsiteY45425" fmla="*/ 2275427 h 5143785"/>
              <a:gd name="connsiteX45426" fmla="*/ 727615 w 3114960"/>
              <a:gd name="connsiteY45426" fmla="*/ 2282476 h 5143785"/>
              <a:gd name="connsiteX45427" fmla="*/ 715994 w 3114960"/>
              <a:gd name="connsiteY45427" fmla="*/ 2282476 h 5143785"/>
              <a:gd name="connsiteX45428" fmla="*/ 715994 w 3114960"/>
              <a:gd name="connsiteY45428" fmla="*/ 2275427 h 5143785"/>
              <a:gd name="connsiteX45429" fmla="*/ 2452878 w 3114960"/>
              <a:gd name="connsiteY45429" fmla="*/ 669227 h 5143785"/>
              <a:gd name="connsiteX45430" fmla="*/ 2443258 w 3114960"/>
              <a:gd name="connsiteY45430" fmla="*/ 678180 h 5143785"/>
              <a:gd name="connsiteX45431" fmla="*/ 2404015 w 3114960"/>
              <a:gd name="connsiteY45431" fmla="*/ 678180 h 5143785"/>
              <a:gd name="connsiteX45432" fmla="*/ 2279523 w 3114960"/>
              <a:gd name="connsiteY45432" fmla="*/ 780955 h 5143785"/>
              <a:gd name="connsiteX45433" fmla="*/ 2278666 w 3114960"/>
              <a:gd name="connsiteY45433" fmla="*/ 780098 h 5143785"/>
              <a:gd name="connsiteX45434" fmla="*/ 2270760 w 3114960"/>
              <a:gd name="connsiteY45434" fmla="*/ 777621 h 5143785"/>
              <a:gd name="connsiteX45435" fmla="*/ 2268284 w 3114960"/>
              <a:gd name="connsiteY45435" fmla="*/ 777812 h 5143785"/>
              <a:gd name="connsiteX45436" fmla="*/ 2257044 w 3114960"/>
              <a:gd name="connsiteY45436" fmla="*/ 793909 h 5143785"/>
              <a:gd name="connsiteX45437" fmla="*/ 2273141 w 3114960"/>
              <a:gd name="connsiteY45437" fmla="*/ 805148 h 5143785"/>
              <a:gd name="connsiteX45438" fmla="*/ 2282095 w 3114960"/>
              <a:gd name="connsiteY45438" fmla="*/ 799433 h 5143785"/>
              <a:gd name="connsiteX45439" fmla="*/ 2284381 w 3114960"/>
              <a:gd name="connsiteY45439" fmla="*/ 789051 h 5143785"/>
              <a:gd name="connsiteX45440" fmla="*/ 2283524 w 3114960"/>
              <a:gd name="connsiteY45440" fmla="*/ 786860 h 5143785"/>
              <a:gd name="connsiteX45441" fmla="*/ 2406491 w 3114960"/>
              <a:gd name="connsiteY45441" fmla="*/ 685324 h 5143785"/>
              <a:gd name="connsiteX45442" fmla="*/ 2443258 w 3114960"/>
              <a:gd name="connsiteY45442" fmla="*/ 685324 h 5143785"/>
              <a:gd name="connsiteX45443" fmla="*/ 2457926 w 3114960"/>
              <a:gd name="connsiteY45443" fmla="*/ 694277 h 5143785"/>
              <a:gd name="connsiteX45444" fmla="*/ 2467928 w 3114960"/>
              <a:gd name="connsiteY45444" fmla="*/ 679228 h 5143785"/>
              <a:gd name="connsiteX45445" fmla="*/ 2452878 w 3114960"/>
              <a:gd name="connsiteY45445" fmla="*/ 669227 h 5143785"/>
              <a:gd name="connsiteX45446" fmla="*/ 2276285 w 3114960"/>
              <a:gd name="connsiteY45446" fmla="*/ 795242 h 5143785"/>
              <a:gd name="connsiteX45447" fmla="*/ 2271903 w 3114960"/>
              <a:gd name="connsiteY45447" fmla="*/ 798004 h 5143785"/>
              <a:gd name="connsiteX45448" fmla="*/ 2270760 w 3114960"/>
              <a:gd name="connsiteY45448" fmla="*/ 798100 h 5143785"/>
              <a:gd name="connsiteX45449" fmla="*/ 2264093 w 3114960"/>
              <a:gd name="connsiteY45449" fmla="*/ 792575 h 5143785"/>
              <a:gd name="connsiteX45450" fmla="*/ 2269522 w 3114960"/>
              <a:gd name="connsiteY45450" fmla="*/ 784765 h 5143785"/>
              <a:gd name="connsiteX45451" fmla="*/ 2274570 w 3114960"/>
              <a:gd name="connsiteY45451" fmla="*/ 785908 h 5143785"/>
              <a:gd name="connsiteX45452" fmla="*/ 2277332 w 3114960"/>
              <a:gd name="connsiteY45452" fmla="*/ 790289 h 5143785"/>
              <a:gd name="connsiteX45453" fmla="*/ 2276189 w 3114960"/>
              <a:gd name="connsiteY45453" fmla="*/ 795338 h 5143785"/>
              <a:gd name="connsiteX45454" fmla="*/ 2211229 w 3114960"/>
              <a:gd name="connsiteY45454" fmla="*/ 3216402 h 5143785"/>
              <a:gd name="connsiteX45455" fmla="*/ 2202752 w 3114960"/>
              <a:gd name="connsiteY45455" fmla="*/ 3213640 h 5143785"/>
              <a:gd name="connsiteX45456" fmla="*/ 2191131 w 3114960"/>
              <a:gd name="connsiteY45456" fmla="*/ 3219450 h 5143785"/>
              <a:gd name="connsiteX45457" fmla="*/ 2194179 w 3114960"/>
              <a:gd name="connsiteY45457" fmla="*/ 3239453 h 5143785"/>
              <a:gd name="connsiteX45458" fmla="*/ 2200275 w 3114960"/>
              <a:gd name="connsiteY45458" fmla="*/ 3241929 h 5143785"/>
              <a:gd name="connsiteX45459" fmla="*/ 2200275 w 3114960"/>
              <a:gd name="connsiteY45459" fmla="*/ 3251168 h 5143785"/>
              <a:gd name="connsiteX45460" fmla="*/ 2205038 w 3114960"/>
              <a:gd name="connsiteY45460" fmla="*/ 3251168 h 5143785"/>
              <a:gd name="connsiteX45461" fmla="*/ 2205038 w 3114960"/>
              <a:gd name="connsiteY45461" fmla="*/ 3241929 h 5143785"/>
              <a:gd name="connsiteX45462" fmla="*/ 2214182 w 3114960"/>
              <a:gd name="connsiteY45462" fmla="*/ 3236309 h 5143785"/>
              <a:gd name="connsiteX45463" fmla="*/ 2211134 w 3114960"/>
              <a:gd name="connsiteY45463" fmla="*/ 3216307 h 5143785"/>
              <a:gd name="connsiteX45464" fmla="*/ 2204561 w 3114960"/>
              <a:gd name="connsiteY45464" fmla="*/ 3239548 h 5143785"/>
              <a:gd name="connsiteX45465" fmla="*/ 2202752 w 3114960"/>
              <a:gd name="connsiteY45465" fmla="*/ 3239643 h 5143785"/>
              <a:gd name="connsiteX45466" fmla="*/ 2195894 w 3114960"/>
              <a:gd name="connsiteY45466" fmla="*/ 3237357 h 5143785"/>
              <a:gd name="connsiteX45467" fmla="*/ 2193417 w 3114960"/>
              <a:gd name="connsiteY45467" fmla="*/ 3220974 h 5143785"/>
              <a:gd name="connsiteX45468" fmla="*/ 2209800 w 3114960"/>
              <a:gd name="connsiteY45468" fmla="*/ 3218498 h 5143785"/>
              <a:gd name="connsiteX45469" fmla="*/ 2214467 w 3114960"/>
              <a:gd name="connsiteY45469" fmla="*/ 3226118 h 5143785"/>
              <a:gd name="connsiteX45470" fmla="*/ 2212372 w 3114960"/>
              <a:gd name="connsiteY45470" fmla="*/ 3234785 h 5143785"/>
              <a:gd name="connsiteX45471" fmla="*/ 2204752 w 3114960"/>
              <a:gd name="connsiteY45471" fmla="*/ 3239453 h 5143785"/>
              <a:gd name="connsiteX45472" fmla="*/ 2703195 w 3114960"/>
              <a:gd name="connsiteY45472" fmla="*/ 4201478 h 5143785"/>
              <a:gd name="connsiteX45473" fmla="*/ 2703195 w 3114960"/>
              <a:gd name="connsiteY45473" fmla="*/ 4109085 h 5143785"/>
              <a:gd name="connsiteX45474" fmla="*/ 2705481 w 3114960"/>
              <a:gd name="connsiteY45474" fmla="*/ 4109085 h 5143785"/>
              <a:gd name="connsiteX45475" fmla="*/ 2709386 w 3114960"/>
              <a:gd name="connsiteY45475" fmla="*/ 4105180 h 5143785"/>
              <a:gd name="connsiteX45476" fmla="*/ 2709386 w 3114960"/>
              <a:gd name="connsiteY45476" fmla="*/ 4095274 h 5143785"/>
              <a:gd name="connsiteX45477" fmla="*/ 2705481 w 3114960"/>
              <a:gd name="connsiteY45477" fmla="*/ 4091369 h 5143785"/>
              <a:gd name="connsiteX45478" fmla="*/ 2695575 w 3114960"/>
              <a:gd name="connsiteY45478" fmla="*/ 4091369 h 5143785"/>
              <a:gd name="connsiteX45479" fmla="*/ 2691670 w 3114960"/>
              <a:gd name="connsiteY45479" fmla="*/ 4095274 h 5143785"/>
              <a:gd name="connsiteX45480" fmla="*/ 2691670 w 3114960"/>
              <a:gd name="connsiteY45480" fmla="*/ 4105180 h 5143785"/>
              <a:gd name="connsiteX45481" fmla="*/ 2695575 w 3114960"/>
              <a:gd name="connsiteY45481" fmla="*/ 4109085 h 5143785"/>
              <a:gd name="connsiteX45482" fmla="*/ 2698433 w 3114960"/>
              <a:gd name="connsiteY45482" fmla="*/ 4109085 h 5143785"/>
              <a:gd name="connsiteX45483" fmla="*/ 2698433 w 3114960"/>
              <a:gd name="connsiteY45483" fmla="*/ 4199382 h 5143785"/>
              <a:gd name="connsiteX45484" fmla="*/ 2650808 w 3114960"/>
              <a:gd name="connsiteY45484" fmla="*/ 4242530 h 5143785"/>
              <a:gd name="connsiteX45485" fmla="*/ 2645759 w 3114960"/>
              <a:gd name="connsiteY45485" fmla="*/ 4240245 h 5143785"/>
              <a:gd name="connsiteX45486" fmla="*/ 2637663 w 3114960"/>
              <a:gd name="connsiteY45486" fmla="*/ 4242340 h 5143785"/>
              <a:gd name="connsiteX45487" fmla="*/ 2634425 w 3114960"/>
              <a:gd name="connsiteY45487" fmla="*/ 4246721 h 5143785"/>
              <a:gd name="connsiteX45488" fmla="*/ 2589943 w 3114960"/>
              <a:gd name="connsiteY45488" fmla="*/ 4246721 h 5143785"/>
              <a:gd name="connsiteX45489" fmla="*/ 2581751 w 3114960"/>
              <a:gd name="connsiteY45489" fmla="*/ 4257485 h 5143785"/>
              <a:gd name="connsiteX45490" fmla="*/ 2537555 w 3114960"/>
              <a:gd name="connsiteY45490" fmla="*/ 4257485 h 5143785"/>
              <a:gd name="connsiteX45491" fmla="*/ 2537555 w 3114960"/>
              <a:gd name="connsiteY45491" fmla="*/ 4254913 h 5143785"/>
              <a:gd name="connsiteX45492" fmla="*/ 2533650 w 3114960"/>
              <a:gd name="connsiteY45492" fmla="*/ 4251008 h 5143785"/>
              <a:gd name="connsiteX45493" fmla="*/ 2523744 w 3114960"/>
              <a:gd name="connsiteY45493" fmla="*/ 4251008 h 5143785"/>
              <a:gd name="connsiteX45494" fmla="*/ 2519839 w 3114960"/>
              <a:gd name="connsiteY45494" fmla="*/ 4254913 h 5143785"/>
              <a:gd name="connsiteX45495" fmla="*/ 2519839 w 3114960"/>
              <a:gd name="connsiteY45495" fmla="*/ 4264819 h 5143785"/>
              <a:gd name="connsiteX45496" fmla="*/ 2523744 w 3114960"/>
              <a:gd name="connsiteY45496" fmla="*/ 4268724 h 5143785"/>
              <a:gd name="connsiteX45497" fmla="*/ 2533650 w 3114960"/>
              <a:gd name="connsiteY45497" fmla="*/ 4268724 h 5143785"/>
              <a:gd name="connsiteX45498" fmla="*/ 2537555 w 3114960"/>
              <a:gd name="connsiteY45498" fmla="*/ 4264819 h 5143785"/>
              <a:gd name="connsiteX45499" fmla="*/ 2537555 w 3114960"/>
              <a:gd name="connsiteY45499" fmla="*/ 4262247 h 5143785"/>
              <a:gd name="connsiteX45500" fmla="*/ 2584133 w 3114960"/>
              <a:gd name="connsiteY45500" fmla="*/ 4262247 h 5143785"/>
              <a:gd name="connsiteX45501" fmla="*/ 2592324 w 3114960"/>
              <a:gd name="connsiteY45501" fmla="*/ 4251484 h 5143785"/>
              <a:gd name="connsiteX45502" fmla="*/ 2633663 w 3114960"/>
              <a:gd name="connsiteY45502" fmla="*/ 4251484 h 5143785"/>
              <a:gd name="connsiteX45503" fmla="*/ 2635663 w 3114960"/>
              <a:gd name="connsiteY45503" fmla="*/ 4257675 h 5143785"/>
              <a:gd name="connsiteX45504" fmla="*/ 2642902 w 3114960"/>
              <a:gd name="connsiteY45504" fmla="*/ 4261962 h 5143785"/>
              <a:gd name="connsiteX45505" fmla="*/ 2644426 w 3114960"/>
              <a:gd name="connsiteY45505" fmla="*/ 4262057 h 5143785"/>
              <a:gd name="connsiteX45506" fmla="*/ 2650998 w 3114960"/>
              <a:gd name="connsiteY45506" fmla="*/ 4259866 h 5143785"/>
              <a:gd name="connsiteX45507" fmla="*/ 2655189 w 3114960"/>
              <a:gd name="connsiteY45507" fmla="*/ 4252627 h 5143785"/>
              <a:gd name="connsiteX45508" fmla="*/ 2653951 w 3114960"/>
              <a:gd name="connsiteY45508" fmla="*/ 4246245 h 5143785"/>
              <a:gd name="connsiteX45509" fmla="*/ 2702528 w 3114960"/>
              <a:gd name="connsiteY45509" fmla="*/ 4202240 h 5143785"/>
              <a:gd name="connsiteX45510" fmla="*/ 2703290 w 3114960"/>
              <a:gd name="connsiteY45510" fmla="*/ 4201478 h 5143785"/>
              <a:gd name="connsiteX45511" fmla="*/ 2648045 w 3114960"/>
              <a:gd name="connsiteY45511" fmla="*/ 4256056 h 5143785"/>
              <a:gd name="connsiteX45512" fmla="*/ 2648045 w 3114960"/>
              <a:gd name="connsiteY45512" fmla="*/ 4256056 h 5143785"/>
              <a:gd name="connsiteX45513" fmla="*/ 2643473 w 3114960"/>
              <a:gd name="connsiteY45513" fmla="*/ 4257294 h 5143785"/>
              <a:gd name="connsiteX45514" fmla="*/ 2639378 w 3114960"/>
              <a:gd name="connsiteY45514" fmla="*/ 4254913 h 5143785"/>
              <a:gd name="connsiteX45515" fmla="*/ 2640616 w 3114960"/>
              <a:gd name="connsiteY45515" fmla="*/ 4246245 h 5143785"/>
              <a:gd name="connsiteX45516" fmla="*/ 2644330 w 3114960"/>
              <a:gd name="connsiteY45516" fmla="*/ 4245007 h 5143785"/>
              <a:gd name="connsiteX45517" fmla="*/ 2645188 w 3114960"/>
              <a:gd name="connsiteY45517" fmla="*/ 4245007 h 5143785"/>
              <a:gd name="connsiteX45518" fmla="*/ 2649284 w 3114960"/>
              <a:gd name="connsiteY45518" fmla="*/ 4247388 h 5143785"/>
              <a:gd name="connsiteX45519" fmla="*/ 2650522 w 3114960"/>
              <a:gd name="connsiteY45519" fmla="*/ 4251960 h 5143785"/>
              <a:gd name="connsiteX45520" fmla="*/ 2648141 w 3114960"/>
              <a:gd name="connsiteY45520" fmla="*/ 4256056 h 5143785"/>
              <a:gd name="connsiteX45521" fmla="*/ 538829 w 3114960"/>
              <a:gd name="connsiteY45521" fmla="*/ 1470565 h 5143785"/>
              <a:gd name="connsiteX45522" fmla="*/ 526447 w 3114960"/>
              <a:gd name="connsiteY45522" fmla="*/ 1482947 h 5143785"/>
              <a:gd name="connsiteX45523" fmla="*/ 538829 w 3114960"/>
              <a:gd name="connsiteY45523" fmla="*/ 1495330 h 5143785"/>
              <a:gd name="connsiteX45524" fmla="*/ 545878 w 3114960"/>
              <a:gd name="connsiteY45524" fmla="*/ 1492853 h 5143785"/>
              <a:gd name="connsiteX45525" fmla="*/ 556355 w 3114960"/>
              <a:gd name="connsiteY45525" fmla="*/ 1504474 h 5143785"/>
              <a:gd name="connsiteX45526" fmla="*/ 555689 w 3114960"/>
              <a:gd name="connsiteY45526" fmla="*/ 1692497 h 5143785"/>
              <a:gd name="connsiteX45527" fmla="*/ 555689 w 3114960"/>
              <a:gd name="connsiteY45527" fmla="*/ 1693450 h 5143785"/>
              <a:gd name="connsiteX45528" fmla="*/ 606266 w 3114960"/>
              <a:gd name="connsiteY45528" fmla="*/ 1749647 h 5143785"/>
              <a:gd name="connsiteX45529" fmla="*/ 603314 w 3114960"/>
              <a:gd name="connsiteY45529" fmla="*/ 1756886 h 5143785"/>
              <a:gd name="connsiteX45530" fmla="*/ 613315 w 3114960"/>
              <a:gd name="connsiteY45530" fmla="*/ 1767364 h 5143785"/>
              <a:gd name="connsiteX45531" fmla="*/ 613315 w 3114960"/>
              <a:gd name="connsiteY45531" fmla="*/ 1777841 h 5143785"/>
              <a:gd name="connsiteX45532" fmla="*/ 515303 w 3114960"/>
              <a:gd name="connsiteY45532" fmla="*/ 1881569 h 5143785"/>
              <a:gd name="connsiteX45533" fmla="*/ 515303 w 3114960"/>
              <a:gd name="connsiteY45533" fmla="*/ 1917192 h 5143785"/>
              <a:gd name="connsiteX45534" fmla="*/ 505587 w 3114960"/>
              <a:gd name="connsiteY45534" fmla="*/ 1917192 h 5143785"/>
              <a:gd name="connsiteX45535" fmla="*/ 498729 w 3114960"/>
              <a:gd name="connsiteY45535" fmla="*/ 1924050 h 5143785"/>
              <a:gd name="connsiteX45536" fmla="*/ 498729 w 3114960"/>
              <a:gd name="connsiteY45536" fmla="*/ 1933956 h 5143785"/>
              <a:gd name="connsiteX45537" fmla="*/ 505587 w 3114960"/>
              <a:gd name="connsiteY45537" fmla="*/ 1940814 h 5143785"/>
              <a:gd name="connsiteX45538" fmla="*/ 529685 w 3114960"/>
              <a:gd name="connsiteY45538" fmla="*/ 1940814 h 5143785"/>
              <a:gd name="connsiteX45539" fmla="*/ 536543 w 3114960"/>
              <a:gd name="connsiteY45539" fmla="*/ 1933956 h 5143785"/>
              <a:gd name="connsiteX45540" fmla="*/ 536543 w 3114960"/>
              <a:gd name="connsiteY45540" fmla="*/ 1924050 h 5143785"/>
              <a:gd name="connsiteX45541" fmla="*/ 529685 w 3114960"/>
              <a:gd name="connsiteY45541" fmla="*/ 1917192 h 5143785"/>
              <a:gd name="connsiteX45542" fmla="*/ 519970 w 3114960"/>
              <a:gd name="connsiteY45542" fmla="*/ 1917192 h 5143785"/>
              <a:gd name="connsiteX45543" fmla="*/ 519970 w 3114960"/>
              <a:gd name="connsiteY45543" fmla="*/ 1883474 h 5143785"/>
              <a:gd name="connsiteX45544" fmla="*/ 617982 w 3114960"/>
              <a:gd name="connsiteY45544" fmla="*/ 1779746 h 5143785"/>
              <a:gd name="connsiteX45545" fmla="*/ 617982 w 3114960"/>
              <a:gd name="connsiteY45545" fmla="*/ 1766602 h 5143785"/>
              <a:gd name="connsiteX45546" fmla="*/ 624364 w 3114960"/>
              <a:gd name="connsiteY45546" fmla="*/ 1756886 h 5143785"/>
              <a:gd name="connsiteX45547" fmla="*/ 613791 w 3114960"/>
              <a:gd name="connsiteY45547" fmla="*/ 1746314 h 5143785"/>
              <a:gd name="connsiteX45548" fmla="*/ 610172 w 3114960"/>
              <a:gd name="connsiteY45548" fmla="*/ 1747076 h 5143785"/>
              <a:gd name="connsiteX45549" fmla="*/ 560356 w 3114960"/>
              <a:gd name="connsiteY45549" fmla="*/ 1691735 h 5143785"/>
              <a:gd name="connsiteX45550" fmla="*/ 561023 w 3114960"/>
              <a:gd name="connsiteY45550" fmla="*/ 1503712 h 5143785"/>
              <a:gd name="connsiteX45551" fmla="*/ 561023 w 3114960"/>
              <a:gd name="connsiteY45551" fmla="*/ 1502759 h 5143785"/>
              <a:gd name="connsiteX45552" fmla="*/ 549021 w 3114960"/>
              <a:gd name="connsiteY45552" fmla="*/ 1489520 h 5143785"/>
              <a:gd name="connsiteX45553" fmla="*/ 551117 w 3114960"/>
              <a:gd name="connsiteY45553" fmla="*/ 1483138 h 5143785"/>
              <a:gd name="connsiteX45554" fmla="*/ 538734 w 3114960"/>
              <a:gd name="connsiteY45554" fmla="*/ 1470755 h 5143785"/>
              <a:gd name="connsiteX45555" fmla="*/ 538829 w 3114960"/>
              <a:gd name="connsiteY45555" fmla="*/ 1490663 h 5143785"/>
              <a:gd name="connsiteX45556" fmla="*/ 531209 w 3114960"/>
              <a:gd name="connsiteY45556" fmla="*/ 1483043 h 5143785"/>
              <a:gd name="connsiteX45557" fmla="*/ 538829 w 3114960"/>
              <a:gd name="connsiteY45557" fmla="*/ 1475423 h 5143785"/>
              <a:gd name="connsiteX45558" fmla="*/ 546449 w 3114960"/>
              <a:gd name="connsiteY45558" fmla="*/ 1483043 h 5143785"/>
              <a:gd name="connsiteX45559" fmla="*/ 538829 w 3114960"/>
              <a:gd name="connsiteY45559" fmla="*/ 1490663 h 5143785"/>
              <a:gd name="connsiteX45560" fmla="*/ 529781 w 3114960"/>
              <a:gd name="connsiteY45560" fmla="*/ 1921859 h 5143785"/>
              <a:gd name="connsiteX45561" fmla="*/ 531876 w 3114960"/>
              <a:gd name="connsiteY45561" fmla="*/ 1923955 h 5143785"/>
              <a:gd name="connsiteX45562" fmla="*/ 531876 w 3114960"/>
              <a:gd name="connsiteY45562" fmla="*/ 1933861 h 5143785"/>
              <a:gd name="connsiteX45563" fmla="*/ 529781 w 3114960"/>
              <a:gd name="connsiteY45563" fmla="*/ 1935956 h 5143785"/>
              <a:gd name="connsiteX45564" fmla="*/ 505682 w 3114960"/>
              <a:gd name="connsiteY45564" fmla="*/ 1935956 h 5143785"/>
              <a:gd name="connsiteX45565" fmla="*/ 503587 w 3114960"/>
              <a:gd name="connsiteY45565" fmla="*/ 1933861 h 5143785"/>
              <a:gd name="connsiteX45566" fmla="*/ 503587 w 3114960"/>
              <a:gd name="connsiteY45566" fmla="*/ 1923955 h 5143785"/>
              <a:gd name="connsiteX45567" fmla="*/ 505682 w 3114960"/>
              <a:gd name="connsiteY45567" fmla="*/ 1921859 h 5143785"/>
              <a:gd name="connsiteX45568" fmla="*/ 529781 w 3114960"/>
              <a:gd name="connsiteY45568" fmla="*/ 1921859 h 5143785"/>
              <a:gd name="connsiteX45569" fmla="*/ 613982 w 3114960"/>
              <a:gd name="connsiteY45569" fmla="*/ 1750981 h 5143785"/>
              <a:gd name="connsiteX45570" fmla="*/ 619792 w 3114960"/>
              <a:gd name="connsiteY45570" fmla="*/ 1756791 h 5143785"/>
              <a:gd name="connsiteX45571" fmla="*/ 613982 w 3114960"/>
              <a:gd name="connsiteY45571" fmla="*/ 1762601 h 5143785"/>
              <a:gd name="connsiteX45572" fmla="*/ 608171 w 3114960"/>
              <a:gd name="connsiteY45572" fmla="*/ 1756791 h 5143785"/>
              <a:gd name="connsiteX45573" fmla="*/ 613982 w 3114960"/>
              <a:gd name="connsiteY45573" fmla="*/ 1750981 h 5143785"/>
              <a:gd name="connsiteX45574" fmla="*/ 2176748 w 3114960"/>
              <a:gd name="connsiteY45574" fmla="*/ 3154013 h 5143785"/>
              <a:gd name="connsiteX45575" fmla="*/ 2147411 w 3114960"/>
              <a:gd name="connsiteY45575" fmla="*/ 3154013 h 5143785"/>
              <a:gd name="connsiteX45576" fmla="*/ 2145030 w 3114960"/>
              <a:gd name="connsiteY45576" fmla="*/ 3156395 h 5143785"/>
              <a:gd name="connsiteX45577" fmla="*/ 2145030 w 3114960"/>
              <a:gd name="connsiteY45577" fmla="*/ 3185732 h 5143785"/>
              <a:gd name="connsiteX45578" fmla="*/ 2147411 w 3114960"/>
              <a:gd name="connsiteY45578" fmla="*/ 3188113 h 5143785"/>
              <a:gd name="connsiteX45579" fmla="*/ 2176748 w 3114960"/>
              <a:gd name="connsiteY45579" fmla="*/ 3188113 h 5143785"/>
              <a:gd name="connsiteX45580" fmla="*/ 2179130 w 3114960"/>
              <a:gd name="connsiteY45580" fmla="*/ 3185732 h 5143785"/>
              <a:gd name="connsiteX45581" fmla="*/ 2179130 w 3114960"/>
              <a:gd name="connsiteY45581" fmla="*/ 3156395 h 5143785"/>
              <a:gd name="connsiteX45582" fmla="*/ 2176748 w 3114960"/>
              <a:gd name="connsiteY45582" fmla="*/ 3154013 h 5143785"/>
              <a:gd name="connsiteX45583" fmla="*/ 2174367 w 3114960"/>
              <a:gd name="connsiteY45583" fmla="*/ 3183350 h 5143785"/>
              <a:gd name="connsiteX45584" fmla="*/ 2149793 w 3114960"/>
              <a:gd name="connsiteY45584" fmla="*/ 3183350 h 5143785"/>
              <a:gd name="connsiteX45585" fmla="*/ 2149793 w 3114960"/>
              <a:gd name="connsiteY45585" fmla="*/ 3158776 h 5143785"/>
              <a:gd name="connsiteX45586" fmla="*/ 2174367 w 3114960"/>
              <a:gd name="connsiteY45586" fmla="*/ 3158776 h 5143785"/>
              <a:gd name="connsiteX45587" fmla="*/ 2174367 w 3114960"/>
              <a:gd name="connsiteY45587" fmla="*/ 3183350 h 5143785"/>
              <a:gd name="connsiteX45588" fmla="*/ 2200370 w 3114960"/>
              <a:gd name="connsiteY45588" fmla="*/ 3371755 h 5143785"/>
              <a:gd name="connsiteX45589" fmla="*/ 2205133 w 3114960"/>
              <a:gd name="connsiteY45589" fmla="*/ 3371755 h 5143785"/>
              <a:gd name="connsiteX45590" fmla="*/ 2205133 w 3114960"/>
              <a:gd name="connsiteY45590" fmla="*/ 3388995 h 5143785"/>
              <a:gd name="connsiteX45591" fmla="*/ 2200370 w 3114960"/>
              <a:gd name="connsiteY45591" fmla="*/ 3388995 h 5143785"/>
              <a:gd name="connsiteX45592" fmla="*/ 2200370 w 3114960"/>
              <a:gd name="connsiteY45592" fmla="*/ 3371755 h 5143785"/>
              <a:gd name="connsiteX45593" fmla="*/ 2268855 w 3114960"/>
              <a:gd name="connsiteY45593" fmla="*/ 3861149 h 5143785"/>
              <a:gd name="connsiteX45594" fmla="*/ 2288000 w 3114960"/>
              <a:gd name="connsiteY45594" fmla="*/ 3866007 h 5143785"/>
              <a:gd name="connsiteX45595" fmla="*/ 2304955 w 3114960"/>
              <a:gd name="connsiteY45595" fmla="*/ 3855815 h 5143785"/>
              <a:gd name="connsiteX45596" fmla="*/ 2310003 w 3114960"/>
              <a:gd name="connsiteY45596" fmla="*/ 3841813 h 5143785"/>
              <a:gd name="connsiteX45597" fmla="*/ 2310003 w 3114960"/>
              <a:gd name="connsiteY45597" fmla="*/ 3842957 h 5143785"/>
              <a:gd name="connsiteX45598" fmla="*/ 2342388 w 3114960"/>
              <a:gd name="connsiteY45598" fmla="*/ 3843147 h 5143785"/>
              <a:gd name="connsiteX45599" fmla="*/ 2361152 w 3114960"/>
              <a:gd name="connsiteY45599" fmla="*/ 3866960 h 5143785"/>
              <a:gd name="connsiteX45600" fmla="*/ 2545652 w 3114960"/>
              <a:gd name="connsiteY45600" fmla="*/ 3867722 h 5143785"/>
              <a:gd name="connsiteX45601" fmla="*/ 2652046 w 3114960"/>
              <a:gd name="connsiteY45601" fmla="*/ 3966210 h 5143785"/>
              <a:gd name="connsiteX45602" fmla="*/ 2665095 w 3114960"/>
              <a:gd name="connsiteY45602" fmla="*/ 3965734 h 5143785"/>
              <a:gd name="connsiteX45603" fmla="*/ 2698337 w 3114960"/>
              <a:gd name="connsiteY45603" fmla="*/ 3998405 h 5143785"/>
              <a:gd name="connsiteX45604" fmla="*/ 2698337 w 3114960"/>
              <a:gd name="connsiteY45604" fmla="*/ 4049173 h 5143785"/>
              <a:gd name="connsiteX45605" fmla="*/ 2695861 w 3114960"/>
              <a:gd name="connsiteY45605" fmla="*/ 4049744 h 5143785"/>
              <a:gd name="connsiteX45606" fmla="*/ 2689955 w 3114960"/>
              <a:gd name="connsiteY45606" fmla="*/ 4065365 h 5143785"/>
              <a:gd name="connsiteX45607" fmla="*/ 2696528 w 3114960"/>
              <a:gd name="connsiteY45607" fmla="*/ 4071557 h 5143785"/>
              <a:gd name="connsiteX45608" fmla="*/ 2700719 w 3114960"/>
              <a:gd name="connsiteY45608" fmla="*/ 4072319 h 5143785"/>
              <a:gd name="connsiteX45609" fmla="*/ 2705576 w 3114960"/>
              <a:gd name="connsiteY45609" fmla="*/ 4071271 h 5143785"/>
              <a:gd name="connsiteX45610" fmla="*/ 2711768 w 3114960"/>
              <a:gd name="connsiteY45610" fmla="*/ 4064699 h 5143785"/>
              <a:gd name="connsiteX45611" fmla="*/ 2711482 w 3114960"/>
              <a:gd name="connsiteY45611" fmla="*/ 4055650 h 5143785"/>
              <a:gd name="connsiteX45612" fmla="*/ 2704910 w 3114960"/>
              <a:gd name="connsiteY45612" fmla="*/ 4049459 h 5143785"/>
              <a:gd name="connsiteX45613" fmla="*/ 2703100 w 3114960"/>
              <a:gd name="connsiteY45613" fmla="*/ 4049173 h 5143785"/>
              <a:gd name="connsiteX45614" fmla="*/ 2703100 w 3114960"/>
              <a:gd name="connsiteY45614" fmla="*/ 3996404 h 5143785"/>
              <a:gd name="connsiteX45615" fmla="*/ 2666905 w 3114960"/>
              <a:gd name="connsiteY45615" fmla="*/ 3960876 h 5143785"/>
              <a:gd name="connsiteX45616" fmla="*/ 2653760 w 3114960"/>
              <a:gd name="connsiteY45616" fmla="*/ 3961352 h 5143785"/>
              <a:gd name="connsiteX45617" fmla="*/ 2548128 w 3114960"/>
              <a:gd name="connsiteY45617" fmla="*/ 3863530 h 5143785"/>
              <a:gd name="connsiteX45618" fmla="*/ 2547461 w 3114960"/>
              <a:gd name="connsiteY45618" fmla="*/ 3862864 h 5143785"/>
              <a:gd name="connsiteX45619" fmla="*/ 2363438 w 3114960"/>
              <a:gd name="connsiteY45619" fmla="*/ 3862102 h 5143785"/>
              <a:gd name="connsiteX45620" fmla="*/ 2344674 w 3114960"/>
              <a:gd name="connsiteY45620" fmla="*/ 3838289 h 5143785"/>
              <a:gd name="connsiteX45621" fmla="*/ 2310003 w 3114960"/>
              <a:gd name="connsiteY45621" fmla="*/ 3838099 h 5143785"/>
              <a:gd name="connsiteX45622" fmla="*/ 2310003 w 3114960"/>
              <a:gd name="connsiteY45622" fmla="*/ 3841433 h 5143785"/>
              <a:gd name="connsiteX45623" fmla="*/ 2309717 w 3114960"/>
              <a:gd name="connsiteY45623" fmla="*/ 3836480 h 5143785"/>
              <a:gd name="connsiteX45624" fmla="*/ 2299526 w 3114960"/>
              <a:gd name="connsiteY45624" fmla="*/ 3819525 h 5143785"/>
              <a:gd name="connsiteX45625" fmla="*/ 2284286 w 3114960"/>
              <a:gd name="connsiteY45625" fmla="*/ 3814382 h 5143785"/>
              <a:gd name="connsiteX45626" fmla="*/ 2263331 w 3114960"/>
              <a:gd name="connsiteY45626" fmla="*/ 3824764 h 5143785"/>
              <a:gd name="connsiteX45627" fmla="*/ 2258473 w 3114960"/>
              <a:gd name="connsiteY45627" fmla="*/ 3843909 h 5143785"/>
              <a:gd name="connsiteX45628" fmla="*/ 2268665 w 3114960"/>
              <a:gd name="connsiteY45628" fmla="*/ 3860863 h 5143785"/>
              <a:gd name="connsiteX45629" fmla="*/ 2707291 w 3114960"/>
              <a:gd name="connsiteY45629" fmla="*/ 4057650 h 5143785"/>
              <a:gd name="connsiteX45630" fmla="*/ 2707481 w 3114960"/>
              <a:gd name="connsiteY45630" fmla="*/ 4063079 h 5143785"/>
              <a:gd name="connsiteX45631" fmla="*/ 2703767 w 3114960"/>
              <a:gd name="connsiteY45631" fmla="*/ 4067080 h 5143785"/>
              <a:gd name="connsiteX45632" fmla="*/ 2698337 w 3114960"/>
              <a:gd name="connsiteY45632" fmla="*/ 4067270 h 5143785"/>
              <a:gd name="connsiteX45633" fmla="*/ 2694432 w 3114960"/>
              <a:gd name="connsiteY45633" fmla="*/ 4063555 h 5143785"/>
              <a:gd name="connsiteX45634" fmla="*/ 2697956 w 3114960"/>
              <a:gd name="connsiteY45634" fmla="*/ 4054221 h 5143785"/>
              <a:gd name="connsiteX45635" fmla="*/ 2700814 w 3114960"/>
              <a:gd name="connsiteY45635" fmla="*/ 4053554 h 5143785"/>
              <a:gd name="connsiteX45636" fmla="*/ 2707291 w 3114960"/>
              <a:gd name="connsiteY45636" fmla="*/ 4057745 h 5143785"/>
              <a:gd name="connsiteX45637" fmla="*/ 2267331 w 3114960"/>
              <a:gd name="connsiteY45637" fmla="*/ 3827812 h 5143785"/>
              <a:gd name="connsiteX45638" fmla="*/ 2281142 w 3114960"/>
              <a:gd name="connsiteY45638" fmla="*/ 3819525 h 5143785"/>
              <a:gd name="connsiteX45639" fmla="*/ 2296763 w 3114960"/>
              <a:gd name="connsiteY45639" fmla="*/ 3823430 h 5143785"/>
              <a:gd name="connsiteX45640" fmla="*/ 2305050 w 3114960"/>
              <a:gd name="connsiteY45640" fmla="*/ 3837242 h 5143785"/>
              <a:gd name="connsiteX45641" fmla="*/ 2301145 w 3114960"/>
              <a:gd name="connsiteY45641" fmla="*/ 3852863 h 5143785"/>
              <a:gd name="connsiteX45642" fmla="*/ 2301145 w 3114960"/>
              <a:gd name="connsiteY45642" fmla="*/ 3852863 h 5143785"/>
              <a:gd name="connsiteX45643" fmla="*/ 2287334 w 3114960"/>
              <a:gd name="connsiteY45643" fmla="*/ 3861149 h 5143785"/>
              <a:gd name="connsiteX45644" fmla="*/ 2284095 w 3114960"/>
              <a:gd name="connsiteY45644" fmla="*/ 3861340 h 5143785"/>
              <a:gd name="connsiteX45645" fmla="*/ 2271713 w 3114960"/>
              <a:gd name="connsiteY45645" fmla="*/ 3857149 h 5143785"/>
              <a:gd name="connsiteX45646" fmla="*/ 2263426 w 3114960"/>
              <a:gd name="connsiteY45646" fmla="*/ 3843338 h 5143785"/>
              <a:gd name="connsiteX45647" fmla="*/ 2267331 w 3114960"/>
              <a:gd name="connsiteY45647" fmla="*/ 3827717 h 5143785"/>
              <a:gd name="connsiteX45648" fmla="*/ 2129981 w 3114960"/>
              <a:gd name="connsiteY45648" fmla="*/ 3154013 h 5143785"/>
              <a:gd name="connsiteX45649" fmla="*/ 2100644 w 3114960"/>
              <a:gd name="connsiteY45649" fmla="*/ 3154013 h 5143785"/>
              <a:gd name="connsiteX45650" fmla="*/ 2098262 w 3114960"/>
              <a:gd name="connsiteY45650" fmla="*/ 3156395 h 5143785"/>
              <a:gd name="connsiteX45651" fmla="*/ 2098262 w 3114960"/>
              <a:gd name="connsiteY45651" fmla="*/ 3185732 h 5143785"/>
              <a:gd name="connsiteX45652" fmla="*/ 2100644 w 3114960"/>
              <a:gd name="connsiteY45652" fmla="*/ 3188113 h 5143785"/>
              <a:gd name="connsiteX45653" fmla="*/ 2129981 w 3114960"/>
              <a:gd name="connsiteY45653" fmla="*/ 3188113 h 5143785"/>
              <a:gd name="connsiteX45654" fmla="*/ 2132362 w 3114960"/>
              <a:gd name="connsiteY45654" fmla="*/ 3185732 h 5143785"/>
              <a:gd name="connsiteX45655" fmla="*/ 2132362 w 3114960"/>
              <a:gd name="connsiteY45655" fmla="*/ 3156395 h 5143785"/>
              <a:gd name="connsiteX45656" fmla="*/ 2129981 w 3114960"/>
              <a:gd name="connsiteY45656" fmla="*/ 3154013 h 5143785"/>
              <a:gd name="connsiteX45657" fmla="*/ 2127599 w 3114960"/>
              <a:gd name="connsiteY45657" fmla="*/ 3183350 h 5143785"/>
              <a:gd name="connsiteX45658" fmla="*/ 2103025 w 3114960"/>
              <a:gd name="connsiteY45658" fmla="*/ 3183350 h 5143785"/>
              <a:gd name="connsiteX45659" fmla="*/ 2103025 w 3114960"/>
              <a:gd name="connsiteY45659" fmla="*/ 3158776 h 5143785"/>
              <a:gd name="connsiteX45660" fmla="*/ 2127599 w 3114960"/>
              <a:gd name="connsiteY45660" fmla="*/ 3158776 h 5143785"/>
              <a:gd name="connsiteX45661" fmla="*/ 2127599 w 3114960"/>
              <a:gd name="connsiteY45661" fmla="*/ 3183350 h 5143785"/>
              <a:gd name="connsiteX45662" fmla="*/ 240316 w 3114960"/>
              <a:gd name="connsiteY45662" fmla="*/ 2395919 h 5143785"/>
              <a:gd name="connsiteX45663" fmla="*/ 240316 w 3114960"/>
              <a:gd name="connsiteY45663" fmla="*/ 2473071 h 5143785"/>
              <a:gd name="connsiteX45664" fmla="*/ 245555 w 3114960"/>
              <a:gd name="connsiteY45664" fmla="*/ 2476500 h 5143785"/>
              <a:gd name="connsiteX45665" fmla="*/ 247174 w 3114960"/>
              <a:gd name="connsiteY45665" fmla="*/ 2483739 h 5143785"/>
              <a:gd name="connsiteX45666" fmla="*/ 243078 w 3114960"/>
              <a:gd name="connsiteY45666" fmla="*/ 2490026 h 5143785"/>
              <a:gd name="connsiteX45667" fmla="*/ 229553 w 3114960"/>
              <a:gd name="connsiteY45667" fmla="*/ 2487644 h 5143785"/>
              <a:gd name="connsiteX45668" fmla="*/ 227933 w 3114960"/>
              <a:gd name="connsiteY45668" fmla="*/ 2480405 h 5143785"/>
              <a:gd name="connsiteX45669" fmla="*/ 232029 w 3114960"/>
              <a:gd name="connsiteY45669" fmla="*/ 2474119 h 5143785"/>
              <a:gd name="connsiteX45670" fmla="*/ 235363 w 3114960"/>
              <a:gd name="connsiteY45670" fmla="*/ 2472785 h 5143785"/>
              <a:gd name="connsiteX45671" fmla="*/ 235363 w 3114960"/>
              <a:gd name="connsiteY45671" fmla="*/ 2398300 h 5143785"/>
              <a:gd name="connsiteX45672" fmla="*/ 150971 w 3114960"/>
              <a:gd name="connsiteY45672" fmla="*/ 2398300 h 5143785"/>
              <a:gd name="connsiteX45673" fmla="*/ 147352 w 3114960"/>
              <a:gd name="connsiteY45673" fmla="*/ 2403348 h 5143785"/>
              <a:gd name="connsiteX45674" fmla="*/ 133826 w 3114960"/>
              <a:gd name="connsiteY45674" fmla="*/ 2400967 h 5143785"/>
              <a:gd name="connsiteX45675" fmla="*/ 132207 w 3114960"/>
              <a:gd name="connsiteY45675" fmla="*/ 2393728 h 5143785"/>
              <a:gd name="connsiteX45676" fmla="*/ 136303 w 3114960"/>
              <a:gd name="connsiteY45676" fmla="*/ 2387441 h 5143785"/>
              <a:gd name="connsiteX45677" fmla="*/ 141827 w 3114960"/>
              <a:gd name="connsiteY45677" fmla="*/ 2385822 h 5143785"/>
              <a:gd name="connsiteX45678" fmla="*/ 149828 w 3114960"/>
              <a:gd name="connsiteY45678" fmla="*/ 2389918 h 5143785"/>
              <a:gd name="connsiteX45679" fmla="*/ 151448 w 3114960"/>
              <a:gd name="connsiteY45679" fmla="*/ 2393728 h 5143785"/>
              <a:gd name="connsiteX45680" fmla="*/ 237935 w 3114960"/>
              <a:gd name="connsiteY45680" fmla="*/ 2393728 h 5143785"/>
              <a:gd name="connsiteX45681" fmla="*/ 239649 w 3114960"/>
              <a:gd name="connsiteY45681" fmla="*/ 2394395 h 5143785"/>
              <a:gd name="connsiteX45682" fmla="*/ 240316 w 3114960"/>
              <a:gd name="connsiteY45682" fmla="*/ 2396109 h 5143785"/>
              <a:gd name="connsiteX45683" fmla="*/ 2191893 w 3114960"/>
              <a:gd name="connsiteY45683" fmla="*/ 3453955 h 5143785"/>
              <a:gd name="connsiteX45684" fmla="*/ 2191893 w 3114960"/>
              <a:gd name="connsiteY45684" fmla="*/ 3462052 h 5143785"/>
              <a:gd name="connsiteX45685" fmla="*/ 2198751 w 3114960"/>
              <a:gd name="connsiteY45685" fmla="*/ 3468910 h 5143785"/>
              <a:gd name="connsiteX45686" fmla="*/ 2206847 w 3114960"/>
              <a:gd name="connsiteY45686" fmla="*/ 3468910 h 5143785"/>
              <a:gd name="connsiteX45687" fmla="*/ 2213705 w 3114960"/>
              <a:gd name="connsiteY45687" fmla="*/ 3462052 h 5143785"/>
              <a:gd name="connsiteX45688" fmla="*/ 2213705 w 3114960"/>
              <a:gd name="connsiteY45688" fmla="*/ 3453955 h 5143785"/>
              <a:gd name="connsiteX45689" fmla="*/ 2206847 w 3114960"/>
              <a:gd name="connsiteY45689" fmla="*/ 3447098 h 5143785"/>
              <a:gd name="connsiteX45690" fmla="*/ 2205228 w 3114960"/>
              <a:gd name="connsiteY45690" fmla="*/ 3447098 h 5143785"/>
              <a:gd name="connsiteX45691" fmla="*/ 2205228 w 3114960"/>
              <a:gd name="connsiteY45691" fmla="*/ 3440525 h 5143785"/>
              <a:gd name="connsiteX45692" fmla="*/ 2200466 w 3114960"/>
              <a:gd name="connsiteY45692" fmla="*/ 3440525 h 5143785"/>
              <a:gd name="connsiteX45693" fmla="*/ 2200466 w 3114960"/>
              <a:gd name="connsiteY45693" fmla="*/ 3447098 h 5143785"/>
              <a:gd name="connsiteX45694" fmla="*/ 2198751 w 3114960"/>
              <a:gd name="connsiteY45694" fmla="*/ 3447098 h 5143785"/>
              <a:gd name="connsiteX45695" fmla="*/ 2191893 w 3114960"/>
              <a:gd name="connsiteY45695" fmla="*/ 3453955 h 5143785"/>
              <a:gd name="connsiteX45696" fmla="*/ 2206752 w 3114960"/>
              <a:gd name="connsiteY45696" fmla="*/ 3451955 h 5143785"/>
              <a:gd name="connsiteX45697" fmla="*/ 2208848 w 3114960"/>
              <a:gd name="connsiteY45697" fmla="*/ 3454051 h 5143785"/>
              <a:gd name="connsiteX45698" fmla="*/ 2208848 w 3114960"/>
              <a:gd name="connsiteY45698" fmla="*/ 3462147 h 5143785"/>
              <a:gd name="connsiteX45699" fmla="*/ 2206752 w 3114960"/>
              <a:gd name="connsiteY45699" fmla="*/ 3464243 h 5143785"/>
              <a:gd name="connsiteX45700" fmla="*/ 2198656 w 3114960"/>
              <a:gd name="connsiteY45700" fmla="*/ 3464243 h 5143785"/>
              <a:gd name="connsiteX45701" fmla="*/ 2196560 w 3114960"/>
              <a:gd name="connsiteY45701" fmla="*/ 3462147 h 5143785"/>
              <a:gd name="connsiteX45702" fmla="*/ 2196560 w 3114960"/>
              <a:gd name="connsiteY45702" fmla="*/ 3454051 h 5143785"/>
              <a:gd name="connsiteX45703" fmla="*/ 2198656 w 3114960"/>
              <a:gd name="connsiteY45703" fmla="*/ 3451955 h 5143785"/>
              <a:gd name="connsiteX45704" fmla="*/ 2206752 w 3114960"/>
              <a:gd name="connsiteY45704" fmla="*/ 3451955 h 5143785"/>
              <a:gd name="connsiteX45705" fmla="*/ 2205133 w 3114960"/>
              <a:gd name="connsiteY45705" fmla="*/ 3320129 h 5143785"/>
              <a:gd name="connsiteX45706" fmla="*/ 2200370 w 3114960"/>
              <a:gd name="connsiteY45706" fmla="*/ 3320129 h 5143785"/>
              <a:gd name="connsiteX45707" fmla="*/ 2200370 w 3114960"/>
              <a:gd name="connsiteY45707" fmla="*/ 3302889 h 5143785"/>
              <a:gd name="connsiteX45708" fmla="*/ 2205133 w 3114960"/>
              <a:gd name="connsiteY45708" fmla="*/ 3302889 h 5143785"/>
              <a:gd name="connsiteX45709" fmla="*/ 2205133 w 3114960"/>
              <a:gd name="connsiteY45709" fmla="*/ 3320129 h 5143785"/>
              <a:gd name="connsiteX45710" fmla="*/ 2205133 w 3114960"/>
              <a:gd name="connsiteY45710" fmla="*/ 3406235 h 5143785"/>
              <a:gd name="connsiteX45711" fmla="*/ 2205133 w 3114960"/>
              <a:gd name="connsiteY45711" fmla="*/ 3423476 h 5143785"/>
              <a:gd name="connsiteX45712" fmla="*/ 2200370 w 3114960"/>
              <a:gd name="connsiteY45712" fmla="*/ 3423476 h 5143785"/>
              <a:gd name="connsiteX45713" fmla="*/ 2200370 w 3114960"/>
              <a:gd name="connsiteY45713" fmla="*/ 3406235 h 5143785"/>
              <a:gd name="connsiteX45714" fmla="*/ 2205133 w 3114960"/>
              <a:gd name="connsiteY45714" fmla="*/ 3406235 h 5143785"/>
              <a:gd name="connsiteX45715" fmla="*/ 2200370 w 3114960"/>
              <a:gd name="connsiteY45715" fmla="*/ 3337370 h 5143785"/>
              <a:gd name="connsiteX45716" fmla="*/ 2205133 w 3114960"/>
              <a:gd name="connsiteY45716" fmla="*/ 3337370 h 5143785"/>
              <a:gd name="connsiteX45717" fmla="*/ 2205133 w 3114960"/>
              <a:gd name="connsiteY45717" fmla="*/ 3354610 h 5143785"/>
              <a:gd name="connsiteX45718" fmla="*/ 2200370 w 3114960"/>
              <a:gd name="connsiteY45718" fmla="*/ 3354610 h 5143785"/>
              <a:gd name="connsiteX45719" fmla="*/ 2200370 w 3114960"/>
              <a:gd name="connsiteY45719" fmla="*/ 3337370 h 5143785"/>
              <a:gd name="connsiteX45720" fmla="*/ 2205133 w 3114960"/>
              <a:gd name="connsiteY45720" fmla="*/ 3268504 h 5143785"/>
              <a:gd name="connsiteX45721" fmla="*/ 2205133 w 3114960"/>
              <a:gd name="connsiteY45721" fmla="*/ 3285744 h 5143785"/>
              <a:gd name="connsiteX45722" fmla="*/ 2200370 w 3114960"/>
              <a:gd name="connsiteY45722" fmla="*/ 3285744 h 5143785"/>
              <a:gd name="connsiteX45723" fmla="*/ 2200370 w 3114960"/>
              <a:gd name="connsiteY45723" fmla="*/ 3268504 h 5143785"/>
              <a:gd name="connsiteX45724" fmla="*/ 2205133 w 3114960"/>
              <a:gd name="connsiteY45724" fmla="*/ 3268504 h 5143785"/>
              <a:gd name="connsiteX45725" fmla="*/ 2440591 w 3114960"/>
              <a:gd name="connsiteY45725" fmla="*/ 4178903 h 5143785"/>
              <a:gd name="connsiteX45726" fmla="*/ 2445734 w 3114960"/>
              <a:gd name="connsiteY45726" fmla="*/ 4177475 h 5143785"/>
              <a:gd name="connsiteX45727" fmla="*/ 2498503 w 3114960"/>
              <a:gd name="connsiteY45727" fmla="*/ 4227767 h 5143785"/>
              <a:gd name="connsiteX45728" fmla="*/ 2563082 w 3114960"/>
              <a:gd name="connsiteY45728" fmla="*/ 4227767 h 5143785"/>
              <a:gd name="connsiteX45729" fmla="*/ 2563082 w 3114960"/>
              <a:gd name="connsiteY45729" fmla="*/ 4230338 h 5143785"/>
              <a:gd name="connsiteX45730" fmla="*/ 2566988 w 3114960"/>
              <a:gd name="connsiteY45730" fmla="*/ 4234244 h 5143785"/>
              <a:gd name="connsiteX45731" fmla="*/ 2576894 w 3114960"/>
              <a:gd name="connsiteY45731" fmla="*/ 4234244 h 5143785"/>
              <a:gd name="connsiteX45732" fmla="*/ 2580799 w 3114960"/>
              <a:gd name="connsiteY45732" fmla="*/ 4230338 h 5143785"/>
              <a:gd name="connsiteX45733" fmla="*/ 2580799 w 3114960"/>
              <a:gd name="connsiteY45733" fmla="*/ 4220432 h 5143785"/>
              <a:gd name="connsiteX45734" fmla="*/ 2576894 w 3114960"/>
              <a:gd name="connsiteY45734" fmla="*/ 4216527 h 5143785"/>
              <a:gd name="connsiteX45735" fmla="*/ 2566988 w 3114960"/>
              <a:gd name="connsiteY45735" fmla="*/ 4216527 h 5143785"/>
              <a:gd name="connsiteX45736" fmla="*/ 2563082 w 3114960"/>
              <a:gd name="connsiteY45736" fmla="*/ 4220432 h 5143785"/>
              <a:gd name="connsiteX45737" fmla="*/ 2563082 w 3114960"/>
              <a:gd name="connsiteY45737" fmla="*/ 4223004 h 5143785"/>
              <a:gd name="connsiteX45738" fmla="*/ 2500408 w 3114960"/>
              <a:gd name="connsiteY45738" fmla="*/ 4223004 h 5143785"/>
              <a:gd name="connsiteX45739" fmla="*/ 2449354 w 3114960"/>
              <a:gd name="connsiteY45739" fmla="*/ 4174331 h 5143785"/>
              <a:gd name="connsiteX45740" fmla="*/ 2451449 w 3114960"/>
              <a:gd name="connsiteY45740" fmla="*/ 4169474 h 5143785"/>
              <a:gd name="connsiteX45741" fmla="*/ 2449354 w 3114960"/>
              <a:gd name="connsiteY45741" fmla="*/ 4161377 h 5143785"/>
              <a:gd name="connsiteX45742" fmla="*/ 2442115 w 3114960"/>
              <a:gd name="connsiteY45742" fmla="*/ 4157091 h 5143785"/>
              <a:gd name="connsiteX45743" fmla="*/ 2434019 w 3114960"/>
              <a:gd name="connsiteY45743" fmla="*/ 4159187 h 5143785"/>
              <a:gd name="connsiteX45744" fmla="*/ 2431923 w 3114960"/>
              <a:gd name="connsiteY45744" fmla="*/ 4174522 h 5143785"/>
              <a:gd name="connsiteX45745" fmla="*/ 2431923 w 3114960"/>
              <a:gd name="connsiteY45745" fmla="*/ 4174522 h 5143785"/>
              <a:gd name="connsiteX45746" fmla="*/ 2440686 w 3114960"/>
              <a:gd name="connsiteY45746" fmla="*/ 4178903 h 5143785"/>
              <a:gd name="connsiteX45747" fmla="*/ 2436781 w 3114960"/>
              <a:gd name="connsiteY45747" fmla="*/ 4163092 h 5143785"/>
              <a:gd name="connsiteX45748" fmla="*/ 2441353 w 3114960"/>
              <a:gd name="connsiteY45748" fmla="*/ 4161949 h 5143785"/>
              <a:gd name="connsiteX45749" fmla="*/ 2445449 w 3114960"/>
              <a:gd name="connsiteY45749" fmla="*/ 4164330 h 5143785"/>
              <a:gd name="connsiteX45750" fmla="*/ 2446687 w 3114960"/>
              <a:gd name="connsiteY45750" fmla="*/ 4168902 h 5143785"/>
              <a:gd name="connsiteX45751" fmla="*/ 2444305 w 3114960"/>
              <a:gd name="connsiteY45751" fmla="*/ 4172998 h 5143785"/>
              <a:gd name="connsiteX45752" fmla="*/ 2435638 w 3114960"/>
              <a:gd name="connsiteY45752" fmla="*/ 4171760 h 5143785"/>
              <a:gd name="connsiteX45753" fmla="*/ 2436876 w 3114960"/>
              <a:gd name="connsiteY45753" fmla="*/ 4163092 h 5143785"/>
              <a:gd name="connsiteX45754" fmla="*/ 2209800 w 3114960"/>
              <a:gd name="connsiteY45754" fmla="*/ 3228023 h 5143785"/>
              <a:gd name="connsiteX45755" fmla="*/ 2202752 w 3114960"/>
              <a:gd name="connsiteY45755" fmla="*/ 3235071 h 5143785"/>
              <a:gd name="connsiteX45756" fmla="*/ 2195703 w 3114960"/>
              <a:gd name="connsiteY45756" fmla="*/ 3228023 h 5143785"/>
              <a:gd name="connsiteX45757" fmla="*/ 2202752 w 3114960"/>
              <a:gd name="connsiteY45757" fmla="*/ 3220974 h 5143785"/>
              <a:gd name="connsiteX45758" fmla="*/ 2209800 w 3114960"/>
              <a:gd name="connsiteY45758" fmla="*/ 3228023 h 5143785"/>
              <a:gd name="connsiteX45759" fmla="*/ 2059019 w 3114960"/>
              <a:gd name="connsiteY45759" fmla="*/ 3507677 h 5143785"/>
              <a:gd name="connsiteX45760" fmla="*/ 2059019 w 3114960"/>
              <a:gd name="connsiteY45760" fmla="*/ 3519583 h 5143785"/>
              <a:gd name="connsiteX45761" fmla="*/ 2052638 w 3114960"/>
              <a:gd name="connsiteY45761" fmla="*/ 3525965 h 5143785"/>
              <a:gd name="connsiteX45762" fmla="*/ 2040731 w 3114960"/>
              <a:gd name="connsiteY45762" fmla="*/ 3525965 h 5143785"/>
              <a:gd name="connsiteX45763" fmla="*/ 2034350 w 3114960"/>
              <a:gd name="connsiteY45763" fmla="*/ 3519583 h 5143785"/>
              <a:gd name="connsiteX45764" fmla="*/ 2034350 w 3114960"/>
              <a:gd name="connsiteY45764" fmla="*/ 3507677 h 5143785"/>
              <a:gd name="connsiteX45765" fmla="*/ 2040731 w 3114960"/>
              <a:gd name="connsiteY45765" fmla="*/ 3501295 h 5143785"/>
              <a:gd name="connsiteX45766" fmla="*/ 2052638 w 3114960"/>
              <a:gd name="connsiteY45766" fmla="*/ 3501295 h 5143785"/>
              <a:gd name="connsiteX45767" fmla="*/ 2059019 w 3114960"/>
              <a:gd name="connsiteY45767" fmla="*/ 3507677 h 5143785"/>
              <a:gd name="connsiteX45768" fmla="*/ 451485 w 3114960"/>
              <a:gd name="connsiteY45768" fmla="*/ 1351312 h 5143785"/>
              <a:gd name="connsiteX45769" fmla="*/ 500444 w 3114960"/>
              <a:gd name="connsiteY45769" fmla="*/ 1351026 h 5143785"/>
              <a:gd name="connsiteX45770" fmla="*/ 502063 w 3114960"/>
              <a:gd name="connsiteY45770" fmla="*/ 1350455 h 5143785"/>
              <a:gd name="connsiteX45771" fmla="*/ 549307 w 3114960"/>
              <a:gd name="connsiteY45771" fmla="*/ 1307497 h 5143785"/>
              <a:gd name="connsiteX45772" fmla="*/ 565976 w 3114960"/>
              <a:gd name="connsiteY45772" fmla="*/ 1307497 h 5143785"/>
              <a:gd name="connsiteX45773" fmla="*/ 567690 w 3114960"/>
              <a:gd name="connsiteY45773" fmla="*/ 1306925 h 5143785"/>
              <a:gd name="connsiteX45774" fmla="*/ 579596 w 3114960"/>
              <a:gd name="connsiteY45774" fmla="*/ 1294828 h 5143785"/>
              <a:gd name="connsiteX45775" fmla="*/ 584073 w 3114960"/>
              <a:gd name="connsiteY45775" fmla="*/ 1295876 h 5143785"/>
              <a:gd name="connsiteX45776" fmla="*/ 594646 w 3114960"/>
              <a:gd name="connsiteY45776" fmla="*/ 1285303 h 5143785"/>
              <a:gd name="connsiteX45777" fmla="*/ 584073 w 3114960"/>
              <a:gd name="connsiteY45777" fmla="*/ 1274731 h 5143785"/>
              <a:gd name="connsiteX45778" fmla="*/ 573500 w 3114960"/>
              <a:gd name="connsiteY45778" fmla="*/ 1285303 h 5143785"/>
              <a:gd name="connsiteX45779" fmla="*/ 575882 w 3114960"/>
              <a:gd name="connsiteY45779" fmla="*/ 1291685 h 5143785"/>
              <a:gd name="connsiteX45780" fmla="*/ 564928 w 3114960"/>
              <a:gd name="connsiteY45780" fmla="*/ 1302734 h 5143785"/>
              <a:gd name="connsiteX45781" fmla="*/ 548259 w 3114960"/>
              <a:gd name="connsiteY45781" fmla="*/ 1302734 h 5143785"/>
              <a:gd name="connsiteX45782" fmla="*/ 546640 w 3114960"/>
              <a:gd name="connsiteY45782" fmla="*/ 1303306 h 5143785"/>
              <a:gd name="connsiteX45783" fmla="*/ 499396 w 3114960"/>
              <a:gd name="connsiteY45783" fmla="*/ 1346264 h 5143785"/>
              <a:gd name="connsiteX45784" fmla="*/ 450533 w 3114960"/>
              <a:gd name="connsiteY45784" fmla="*/ 1346549 h 5143785"/>
              <a:gd name="connsiteX45785" fmla="*/ 449104 w 3114960"/>
              <a:gd name="connsiteY45785" fmla="*/ 1347026 h 5143785"/>
              <a:gd name="connsiteX45786" fmla="*/ 421767 w 3114960"/>
              <a:gd name="connsiteY45786" fmla="*/ 1368266 h 5143785"/>
              <a:gd name="connsiteX45787" fmla="*/ 420814 w 3114960"/>
              <a:gd name="connsiteY45787" fmla="*/ 1370171 h 5143785"/>
              <a:gd name="connsiteX45788" fmla="*/ 420814 w 3114960"/>
              <a:gd name="connsiteY45788" fmla="*/ 1398651 h 5143785"/>
              <a:gd name="connsiteX45789" fmla="*/ 416909 w 3114960"/>
              <a:gd name="connsiteY45789" fmla="*/ 1398651 h 5143785"/>
              <a:gd name="connsiteX45790" fmla="*/ 410051 w 3114960"/>
              <a:gd name="connsiteY45790" fmla="*/ 1405509 h 5143785"/>
              <a:gd name="connsiteX45791" fmla="*/ 410051 w 3114960"/>
              <a:gd name="connsiteY45791" fmla="*/ 1418177 h 5143785"/>
              <a:gd name="connsiteX45792" fmla="*/ 416909 w 3114960"/>
              <a:gd name="connsiteY45792" fmla="*/ 1425035 h 5143785"/>
              <a:gd name="connsiteX45793" fmla="*/ 420814 w 3114960"/>
              <a:gd name="connsiteY45793" fmla="*/ 1425035 h 5143785"/>
              <a:gd name="connsiteX45794" fmla="*/ 420814 w 3114960"/>
              <a:gd name="connsiteY45794" fmla="*/ 1451896 h 5143785"/>
              <a:gd name="connsiteX45795" fmla="*/ 472345 w 3114960"/>
              <a:gd name="connsiteY45795" fmla="*/ 1507903 h 5143785"/>
              <a:gd name="connsiteX45796" fmla="*/ 472631 w 3114960"/>
              <a:gd name="connsiteY45796" fmla="*/ 1594961 h 5143785"/>
              <a:gd name="connsiteX45797" fmla="*/ 495872 w 3114960"/>
              <a:gd name="connsiteY45797" fmla="*/ 1615726 h 5143785"/>
              <a:gd name="connsiteX45798" fmla="*/ 502349 w 3114960"/>
              <a:gd name="connsiteY45798" fmla="*/ 1650302 h 5143785"/>
              <a:gd name="connsiteX45799" fmla="*/ 538448 w 3114960"/>
              <a:gd name="connsiteY45799" fmla="*/ 1644777 h 5143785"/>
              <a:gd name="connsiteX45800" fmla="*/ 538448 w 3114960"/>
              <a:gd name="connsiteY45800" fmla="*/ 1644777 h 5143785"/>
              <a:gd name="connsiteX45801" fmla="*/ 532924 w 3114960"/>
              <a:gd name="connsiteY45801" fmla="*/ 1608677 h 5143785"/>
              <a:gd name="connsiteX45802" fmla="*/ 520160 w 3114960"/>
              <a:gd name="connsiteY45802" fmla="*/ 1603820 h 5143785"/>
              <a:gd name="connsiteX45803" fmla="*/ 519875 w 3114960"/>
              <a:gd name="connsiteY45803" fmla="*/ 1506855 h 5143785"/>
              <a:gd name="connsiteX45804" fmla="*/ 468344 w 3114960"/>
              <a:gd name="connsiteY45804" fmla="*/ 1450943 h 5143785"/>
              <a:gd name="connsiteX45805" fmla="*/ 468344 w 3114960"/>
              <a:gd name="connsiteY45805" fmla="*/ 1425131 h 5143785"/>
              <a:gd name="connsiteX45806" fmla="*/ 472250 w 3114960"/>
              <a:gd name="connsiteY45806" fmla="*/ 1425131 h 5143785"/>
              <a:gd name="connsiteX45807" fmla="*/ 479108 w 3114960"/>
              <a:gd name="connsiteY45807" fmla="*/ 1418273 h 5143785"/>
              <a:gd name="connsiteX45808" fmla="*/ 479108 w 3114960"/>
              <a:gd name="connsiteY45808" fmla="*/ 1416082 h 5143785"/>
              <a:gd name="connsiteX45809" fmla="*/ 542449 w 3114960"/>
              <a:gd name="connsiteY45809" fmla="*/ 1416082 h 5143785"/>
              <a:gd name="connsiteX45810" fmla="*/ 605504 w 3114960"/>
              <a:gd name="connsiteY45810" fmla="*/ 1358456 h 5143785"/>
              <a:gd name="connsiteX45811" fmla="*/ 631698 w 3114960"/>
              <a:gd name="connsiteY45811" fmla="*/ 1358456 h 5143785"/>
              <a:gd name="connsiteX45812" fmla="*/ 634270 w 3114960"/>
              <a:gd name="connsiteY45812" fmla="*/ 1363123 h 5143785"/>
              <a:gd name="connsiteX45813" fmla="*/ 640937 w 3114960"/>
              <a:gd name="connsiteY45813" fmla="*/ 1365790 h 5143785"/>
              <a:gd name="connsiteX45814" fmla="*/ 648081 w 3114960"/>
              <a:gd name="connsiteY45814" fmla="*/ 1362742 h 5143785"/>
              <a:gd name="connsiteX45815" fmla="*/ 647700 w 3114960"/>
              <a:gd name="connsiteY45815" fmla="*/ 1348931 h 5143785"/>
              <a:gd name="connsiteX45816" fmla="*/ 633889 w 3114960"/>
              <a:gd name="connsiteY45816" fmla="*/ 1349312 h 5143785"/>
              <a:gd name="connsiteX45817" fmla="*/ 631698 w 3114960"/>
              <a:gd name="connsiteY45817" fmla="*/ 1353598 h 5143785"/>
              <a:gd name="connsiteX45818" fmla="*/ 603695 w 3114960"/>
              <a:gd name="connsiteY45818" fmla="*/ 1353598 h 5143785"/>
              <a:gd name="connsiteX45819" fmla="*/ 540639 w 3114960"/>
              <a:gd name="connsiteY45819" fmla="*/ 1411224 h 5143785"/>
              <a:gd name="connsiteX45820" fmla="*/ 479108 w 3114960"/>
              <a:gd name="connsiteY45820" fmla="*/ 1411224 h 5143785"/>
              <a:gd name="connsiteX45821" fmla="*/ 479108 w 3114960"/>
              <a:gd name="connsiteY45821" fmla="*/ 1405509 h 5143785"/>
              <a:gd name="connsiteX45822" fmla="*/ 472250 w 3114960"/>
              <a:gd name="connsiteY45822" fmla="*/ 1398651 h 5143785"/>
              <a:gd name="connsiteX45823" fmla="*/ 468249 w 3114960"/>
              <a:gd name="connsiteY45823" fmla="*/ 1398651 h 5143785"/>
              <a:gd name="connsiteX45824" fmla="*/ 468249 w 3114960"/>
              <a:gd name="connsiteY45824" fmla="*/ 1386935 h 5143785"/>
              <a:gd name="connsiteX45825" fmla="*/ 485965 w 3114960"/>
              <a:gd name="connsiteY45825" fmla="*/ 1374743 h 5143785"/>
              <a:gd name="connsiteX45826" fmla="*/ 531686 w 3114960"/>
              <a:gd name="connsiteY45826" fmla="*/ 1374553 h 5143785"/>
              <a:gd name="connsiteX45827" fmla="*/ 533305 w 3114960"/>
              <a:gd name="connsiteY45827" fmla="*/ 1373886 h 5143785"/>
              <a:gd name="connsiteX45828" fmla="*/ 588550 w 3114960"/>
              <a:gd name="connsiteY45828" fmla="*/ 1323023 h 5143785"/>
              <a:gd name="connsiteX45829" fmla="*/ 614744 w 3114960"/>
              <a:gd name="connsiteY45829" fmla="*/ 1323023 h 5143785"/>
              <a:gd name="connsiteX45830" fmla="*/ 623983 w 3114960"/>
              <a:gd name="connsiteY45830" fmla="*/ 1330357 h 5143785"/>
              <a:gd name="connsiteX45831" fmla="*/ 633698 w 3114960"/>
              <a:gd name="connsiteY45831" fmla="*/ 1320546 h 5143785"/>
              <a:gd name="connsiteX45832" fmla="*/ 623983 w 3114960"/>
              <a:gd name="connsiteY45832" fmla="*/ 1310735 h 5143785"/>
              <a:gd name="connsiteX45833" fmla="*/ 614648 w 3114960"/>
              <a:gd name="connsiteY45833" fmla="*/ 1318165 h 5143785"/>
              <a:gd name="connsiteX45834" fmla="*/ 587597 w 3114960"/>
              <a:gd name="connsiteY45834" fmla="*/ 1318165 h 5143785"/>
              <a:gd name="connsiteX45835" fmla="*/ 585978 w 3114960"/>
              <a:gd name="connsiteY45835" fmla="*/ 1318832 h 5143785"/>
              <a:gd name="connsiteX45836" fmla="*/ 530733 w 3114960"/>
              <a:gd name="connsiteY45836" fmla="*/ 1369695 h 5143785"/>
              <a:gd name="connsiteX45837" fmla="*/ 485204 w 3114960"/>
              <a:gd name="connsiteY45837" fmla="*/ 1369886 h 5143785"/>
              <a:gd name="connsiteX45838" fmla="*/ 483870 w 3114960"/>
              <a:gd name="connsiteY45838" fmla="*/ 1370267 h 5143785"/>
              <a:gd name="connsiteX45839" fmla="*/ 464534 w 3114960"/>
              <a:gd name="connsiteY45839" fmla="*/ 1383602 h 5143785"/>
              <a:gd name="connsiteX45840" fmla="*/ 463487 w 3114960"/>
              <a:gd name="connsiteY45840" fmla="*/ 1385602 h 5143785"/>
              <a:gd name="connsiteX45841" fmla="*/ 463487 w 3114960"/>
              <a:gd name="connsiteY45841" fmla="*/ 1398556 h 5143785"/>
              <a:gd name="connsiteX45842" fmla="*/ 459486 w 3114960"/>
              <a:gd name="connsiteY45842" fmla="*/ 1398556 h 5143785"/>
              <a:gd name="connsiteX45843" fmla="*/ 452628 w 3114960"/>
              <a:gd name="connsiteY45843" fmla="*/ 1405414 h 5143785"/>
              <a:gd name="connsiteX45844" fmla="*/ 452628 w 3114960"/>
              <a:gd name="connsiteY45844" fmla="*/ 1418082 h 5143785"/>
              <a:gd name="connsiteX45845" fmla="*/ 459486 w 3114960"/>
              <a:gd name="connsiteY45845" fmla="*/ 1424940 h 5143785"/>
              <a:gd name="connsiteX45846" fmla="*/ 463487 w 3114960"/>
              <a:gd name="connsiteY45846" fmla="*/ 1424940 h 5143785"/>
              <a:gd name="connsiteX45847" fmla="*/ 463487 w 3114960"/>
              <a:gd name="connsiteY45847" fmla="*/ 1452658 h 5143785"/>
              <a:gd name="connsiteX45848" fmla="*/ 515017 w 3114960"/>
              <a:gd name="connsiteY45848" fmla="*/ 1508665 h 5143785"/>
              <a:gd name="connsiteX45849" fmla="*/ 515303 w 3114960"/>
              <a:gd name="connsiteY45849" fmla="*/ 1603820 h 5143785"/>
              <a:gd name="connsiteX45850" fmla="*/ 498824 w 3114960"/>
              <a:gd name="connsiteY45850" fmla="*/ 1611916 h 5143785"/>
              <a:gd name="connsiteX45851" fmla="*/ 477298 w 3114960"/>
              <a:gd name="connsiteY45851" fmla="*/ 1592771 h 5143785"/>
              <a:gd name="connsiteX45852" fmla="*/ 477012 w 3114960"/>
              <a:gd name="connsiteY45852" fmla="*/ 1505998 h 5143785"/>
              <a:gd name="connsiteX45853" fmla="*/ 425482 w 3114960"/>
              <a:gd name="connsiteY45853" fmla="*/ 1450086 h 5143785"/>
              <a:gd name="connsiteX45854" fmla="*/ 425482 w 3114960"/>
              <a:gd name="connsiteY45854" fmla="*/ 1425035 h 5143785"/>
              <a:gd name="connsiteX45855" fmla="*/ 429482 w 3114960"/>
              <a:gd name="connsiteY45855" fmla="*/ 1425035 h 5143785"/>
              <a:gd name="connsiteX45856" fmla="*/ 436340 w 3114960"/>
              <a:gd name="connsiteY45856" fmla="*/ 1418177 h 5143785"/>
              <a:gd name="connsiteX45857" fmla="*/ 436340 w 3114960"/>
              <a:gd name="connsiteY45857" fmla="*/ 1405509 h 5143785"/>
              <a:gd name="connsiteX45858" fmla="*/ 429482 w 3114960"/>
              <a:gd name="connsiteY45858" fmla="*/ 1398651 h 5143785"/>
              <a:gd name="connsiteX45859" fmla="*/ 425482 w 3114960"/>
              <a:gd name="connsiteY45859" fmla="*/ 1398651 h 5143785"/>
              <a:gd name="connsiteX45860" fmla="*/ 425482 w 3114960"/>
              <a:gd name="connsiteY45860" fmla="*/ 1371314 h 5143785"/>
              <a:gd name="connsiteX45861" fmla="*/ 451295 w 3114960"/>
              <a:gd name="connsiteY45861" fmla="*/ 1351217 h 5143785"/>
              <a:gd name="connsiteX45862" fmla="*/ 584073 w 3114960"/>
              <a:gd name="connsiteY45862" fmla="*/ 1279493 h 5143785"/>
              <a:gd name="connsiteX45863" fmla="*/ 589883 w 3114960"/>
              <a:gd name="connsiteY45863" fmla="*/ 1285303 h 5143785"/>
              <a:gd name="connsiteX45864" fmla="*/ 584073 w 3114960"/>
              <a:gd name="connsiteY45864" fmla="*/ 1291114 h 5143785"/>
              <a:gd name="connsiteX45865" fmla="*/ 578263 w 3114960"/>
              <a:gd name="connsiteY45865" fmla="*/ 1285303 h 5143785"/>
              <a:gd name="connsiteX45866" fmla="*/ 584073 w 3114960"/>
              <a:gd name="connsiteY45866" fmla="*/ 1279493 h 5143785"/>
              <a:gd name="connsiteX45867" fmla="*/ 637318 w 3114960"/>
              <a:gd name="connsiteY45867" fmla="*/ 1352550 h 5143785"/>
              <a:gd name="connsiteX45868" fmla="*/ 640937 w 3114960"/>
              <a:gd name="connsiteY45868" fmla="*/ 1351026 h 5143785"/>
              <a:gd name="connsiteX45869" fmla="*/ 644366 w 3114960"/>
              <a:gd name="connsiteY45869" fmla="*/ 1352360 h 5143785"/>
              <a:gd name="connsiteX45870" fmla="*/ 644557 w 3114960"/>
              <a:gd name="connsiteY45870" fmla="*/ 1359408 h 5143785"/>
              <a:gd name="connsiteX45871" fmla="*/ 637508 w 3114960"/>
              <a:gd name="connsiteY45871" fmla="*/ 1359599 h 5143785"/>
              <a:gd name="connsiteX45872" fmla="*/ 637318 w 3114960"/>
              <a:gd name="connsiteY45872" fmla="*/ 1352550 h 5143785"/>
              <a:gd name="connsiteX45873" fmla="*/ 624173 w 3114960"/>
              <a:gd name="connsiteY45873" fmla="*/ 1315688 h 5143785"/>
              <a:gd name="connsiteX45874" fmla="*/ 629126 w 3114960"/>
              <a:gd name="connsiteY45874" fmla="*/ 1320737 h 5143785"/>
              <a:gd name="connsiteX45875" fmla="*/ 624173 w 3114960"/>
              <a:gd name="connsiteY45875" fmla="*/ 1325785 h 5143785"/>
              <a:gd name="connsiteX45876" fmla="*/ 619125 w 3114960"/>
              <a:gd name="connsiteY45876" fmla="*/ 1320737 h 5143785"/>
              <a:gd name="connsiteX45877" fmla="*/ 624173 w 3114960"/>
              <a:gd name="connsiteY45877" fmla="*/ 1315688 h 5143785"/>
              <a:gd name="connsiteX45878" fmla="*/ 459677 w 3114960"/>
              <a:gd name="connsiteY45878" fmla="*/ 1420273 h 5143785"/>
              <a:gd name="connsiteX45879" fmla="*/ 457581 w 3114960"/>
              <a:gd name="connsiteY45879" fmla="*/ 1418177 h 5143785"/>
              <a:gd name="connsiteX45880" fmla="*/ 457581 w 3114960"/>
              <a:gd name="connsiteY45880" fmla="*/ 1405509 h 5143785"/>
              <a:gd name="connsiteX45881" fmla="*/ 459677 w 3114960"/>
              <a:gd name="connsiteY45881" fmla="*/ 1403414 h 5143785"/>
              <a:gd name="connsiteX45882" fmla="*/ 472345 w 3114960"/>
              <a:gd name="connsiteY45882" fmla="*/ 1403414 h 5143785"/>
              <a:gd name="connsiteX45883" fmla="*/ 474440 w 3114960"/>
              <a:gd name="connsiteY45883" fmla="*/ 1405509 h 5143785"/>
              <a:gd name="connsiteX45884" fmla="*/ 474440 w 3114960"/>
              <a:gd name="connsiteY45884" fmla="*/ 1418177 h 5143785"/>
              <a:gd name="connsiteX45885" fmla="*/ 472345 w 3114960"/>
              <a:gd name="connsiteY45885" fmla="*/ 1420273 h 5143785"/>
              <a:gd name="connsiteX45886" fmla="*/ 459677 w 3114960"/>
              <a:gd name="connsiteY45886" fmla="*/ 1420273 h 5143785"/>
              <a:gd name="connsiteX45887" fmla="*/ 500729 w 3114960"/>
              <a:gd name="connsiteY45887" fmla="*/ 1616869 h 5143785"/>
              <a:gd name="connsiteX45888" fmla="*/ 514540 w 3114960"/>
              <a:gd name="connsiteY45888" fmla="*/ 1608487 h 5143785"/>
              <a:gd name="connsiteX45889" fmla="*/ 530257 w 3114960"/>
              <a:gd name="connsiteY45889" fmla="*/ 1612297 h 5143785"/>
              <a:gd name="connsiteX45890" fmla="*/ 534829 w 3114960"/>
              <a:gd name="connsiteY45890" fmla="*/ 1641824 h 5143785"/>
              <a:gd name="connsiteX45891" fmla="*/ 505301 w 3114960"/>
              <a:gd name="connsiteY45891" fmla="*/ 1646301 h 5143785"/>
              <a:gd name="connsiteX45892" fmla="*/ 496919 w 3114960"/>
              <a:gd name="connsiteY45892" fmla="*/ 1632490 h 5143785"/>
              <a:gd name="connsiteX45893" fmla="*/ 500729 w 3114960"/>
              <a:gd name="connsiteY45893" fmla="*/ 1616774 h 5143785"/>
              <a:gd name="connsiteX45894" fmla="*/ 429673 w 3114960"/>
              <a:gd name="connsiteY45894" fmla="*/ 1403509 h 5143785"/>
              <a:gd name="connsiteX45895" fmla="*/ 431768 w 3114960"/>
              <a:gd name="connsiteY45895" fmla="*/ 1405604 h 5143785"/>
              <a:gd name="connsiteX45896" fmla="*/ 431768 w 3114960"/>
              <a:gd name="connsiteY45896" fmla="*/ 1418273 h 5143785"/>
              <a:gd name="connsiteX45897" fmla="*/ 429673 w 3114960"/>
              <a:gd name="connsiteY45897" fmla="*/ 1420368 h 5143785"/>
              <a:gd name="connsiteX45898" fmla="*/ 417005 w 3114960"/>
              <a:gd name="connsiteY45898" fmla="*/ 1420368 h 5143785"/>
              <a:gd name="connsiteX45899" fmla="*/ 414909 w 3114960"/>
              <a:gd name="connsiteY45899" fmla="*/ 1418273 h 5143785"/>
              <a:gd name="connsiteX45900" fmla="*/ 414909 w 3114960"/>
              <a:gd name="connsiteY45900" fmla="*/ 1405604 h 5143785"/>
              <a:gd name="connsiteX45901" fmla="*/ 417005 w 3114960"/>
              <a:gd name="connsiteY45901" fmla="*/ 1403509 h 5143785"/>
              <a:gd name="connsiteX45902" fmla="*/ 429673 w 3114960"/>
              <a:gd name="connsiteY45902" fmla="*/ 1403509 h 5143785"/>
              <a:gd name="connsiteX45903" fmla="*/ 2582228 w 3114960"/>
              <a:gd name="connsiteY45903" fmla="*/ 3827526 h 5143785"/>
              <a:gd name="connsiteX45904" fmla="*/ 2575370 w 3114960"/>
              <a:gd name="connsiteY45904" fmla="*/ 3820763 h 5143785"/>
              <a:gd name="connsiteX45905" fmla="*/ 2556320 w 3114960"/>
              <a:gd name="connsiteY45905" fmla="*/ 3820763 h 5143785"/>
              <a:gd name="connsiteX45906" fmla="*/ 2549462 w 3114960"/>
              <a:gd name="connsiteY45906" fmla="*/ 3827526 h 5143785"/>
              <a:gd name="connsiteX45907" fmla="*/ 2549462 w 3114960"/>
              <a:gd name="connsiteY45907" fmla="*/ 3829145 h 5143785"/>
              <a:gd name="connsiteX45908" fmla="*/ 2396681 w 3114960"/>
              <a:gd name="connsiteY45908" fmla="*/ 3828384 h 5143785"/>
              <a:gd name="connsiteX45909" fmla="*/ 2380107 w 3114960"/>
              <a:gd name="connsiteY45909" fmla="*/ 3807428 h 5143785"/>
              <a:gd name="connsiteX45910" fmla="*/ 2324957 w 3114960"/>
              <a:gd name="connsiteY45910" fmla="*/ 3807047 h 5143785"/>
              <a:gd name="connsiteX45911" fmla="*/ 2300859 w 3114960"/>
              <a:gd name="connsiteY45911" fmla="*/ 3779615 h 5143785"/>
              <a:gd name="connsiteX45912" fmla="*/ 2301621 w 3114960"/>
              <a:gd name="connsiteY45912" fmla="*/ 3778568 h 5143785"/>
              <a:gd name="connsiteX45913" fmla="*/ 2303431 w 3114960"/>
              <a:gd name="connsiteY45913" fmla="*/ 3765995 h 5143785"/>
              <a:gd name="connsiteX45914" fmla="*/ 2295811 w 3114960"/>
              <a:gd name="connsiteY45914" fmla="*/ 3755803 h 5143785"/>
              <a:gd name="connsiteX45915" fmla="*/ 2283238 w 3114960"/>
              <a:gd name="connsiteY45915" fmla="*/ 3753993 h 5143785"/>
              <a:gd name="connsiteX45916" fmla="*/ 2273046 w 3114960"/>
              <a:gd name="connsiteY45916" fmla="*/ 3761613 h 5143785"/>
              <a:gd name="connsiteX45917" fmla="*/ 2271236 w 3114960"/>
              <a:gd name="connsiteY45917" fmla="*/ 3774186 h 5143785"/>
              <a:gd name="connsiteX45918" fmla="*/ 2278856 w 3114960"/>
              <a:gd name="connsiteY45918" fmla="*/ 3784378 h 5143785"/>
              <a:gd name="connsiteX45919" fmla="*/ 2287334 w 3114960"/>
              <a:gd name="connsiteY45919" fmla="*/ 3786759 h 5143785"/>
              <a:gd name="connsiteX45920" fmla="*/ 2291429 w 3114960"/>
              <a:gd name="connsiteY45920" fmla="*/ 3786283 h 5143785"/>
              <a:gd name="connsiteX45921" fmla="*/ 2297621 w 3114960"/>
              <a:gd name="connsiteY45921" fmla="*/ 3783235 h 5143785"/>
              <a:gd name="connsiteX45922" fmla="*/ 2322862 w 3114960"/>
              <a:gd name="connsiteY45922" fmla="*/ 3811905 h 5143785"/>
              <a:gd name="connsiteX45923" fmla="*/ 2377916 w 3114960"/>
              <a:gd name="connsiteY45923" fmla="*/ 3812286 h 5143785"/>
              <a:gd name="connsiteX45924" fmla="*/ 2394490 w 3114960"/>
              <a:gd name="connsiteY45924" fmla="*/ 3833241 h 5143785"/>
              <a:gd name="connsiteX45925" fmla="*/ 2549652 w 3114960"/>
              <a:gd name="connsiteY45925" fmla="*/ 3834003 h 5143785"/>
              <a:gd name="connsiteX45926" fmla="*/ 2549652 w 3114960"/>
              <a:gd name="connsiteY45926" fmla="*/ 3835622 h 5143785"/>
              <a:gd name="connsiteX45927" fmla="*/ 2556510 w 3114960"/>
              <a:gd name="connsiteY45927" fmla="*/ 3842480 h 5143785"/>
              <a:gd name="connsiteX45928" fmla="*/ 2575560 w 3114960"/>
              <a:gd name="connsiteY45928" fmla="*/ 3842480 h 5143785"/>
              <a:gd name="connsiteX45929" fmla="*/ 2578989 w 3114960"/>
              <a:gd name="connsiteY45929" fmla="*/ 3841433 h 5143785"/>
              <a:gd name="connsiteX45930" fmla="*/ 2658332 w 3114960"/>
              <a:gd name="connsiteY45930" fmla="*/ 3915061 h 5143785"/>
              <a:gd name="connsiteX45931" fmla="*/ 2659094 w 3114960"/>
              <a:gd name="connsiteY45931" fmla="*/ 3915728 h 5143785"/>
              <a:gd name="connsiteX45932" fmla="*/ 2675954 w 3114960"/>
              <a:gd name="connsiteY45932" fmla="*/ 3915156 h 5143785"/>
              <a:gd name="connsiteX45933" fmla="*/ 2739200 w 3114960"/>
              <a:gd name="connsiteY45933" fmla="*/ 3974211 h 5143785"/>
              <a:gd name="connsiteX45934" fmla="*/ 2739200 w 3114960"/>
              <a:gd name="connsiteY45934" fmla="*/ 3990023 h 5143785"/>
              <a:gd name="connsiteX45935" fmla="*/ 2736628 w 3114960"/>
              <a:gd name="connsiteY45935" fmla="*/ 3990023 h 5143785"/>
              <a:gd name="connsiteX45936" fmla="*/ 2732723 w 3114960"/>
              <a:gd name="connsiteY45936" fmla="*/ 3993928 h 5143785"/>
              <a:gd name="connsiteX45937" fmla="*/ 2732723 w 3114960"/>
              <a:gd name="connsiteY45937" fmla="*/ 4006120 h 5143785"/>
              <a:gd name="connsiteX45938" fmla="*/ 2736628 w 3114960"/>
              <a:gd name="connsiteY45938" fmla="*/ 4010025 h 5143785"/>
              <a:gd name="connsiteX45939" fmla="*/ 2747296 w 3114960"/>
              <a:gd name="connsiteY45939" fmla="*/ 4010025 h 5143785"/>
              <a:gd name="connsiteX45940" fmla="*/ 2751201 w 3114960"/>
              <a:gd name="connsiteY45940" fmla="*/ 4006120 h 5143785"/>
              <a:gd name="connsiteX45941" fmla="*/ 2751201 w 3114960"/>
              <a:gd name="connsiteY45941" fmla="*/ 3993928 h 5143785"/>
              <a:gd name="connsiteX45942" fmla="*/ 2747296 w 3114960"/>
              <a:gd name="connsiteY45942" fmla="*/ 3990023 h 5143785"/>
              <a:gd name="connsiteX45943" fmla="*/ 2743962 w 3114960"/>
              <a:gd name="connsiteY45943" fmla="*/ 3990023 h 5143785"/>
              <a:gd name="connsiteX45944" fmla="*/ 2743962 w 3114960"/>
              <a:gd name="connsiteY45944" fmla="*/ 3972211 h 5143785"/>
              <a:gd name="connsiteX45945" fmla="*/ 2677763 w 3114960"/>
              <a:gd name="connsiteY45945" fmla="*/ 3910394 h 5143785"/>
              <a:gd name="connsiteX45946" fmla="*/ 2660904 w 3114960"/>
              <a:gd name="connsiteY45946" fmla="*/ 3910965 h 5143785"/>
              <a:gd name="connsiteX45947" fmla="*/ 2582037 w 3114960"/>
              <a:gd name="connsiteY45947" fmla="*/ 3837718 h 5143785"/>
              <a:gd name="connsiteX45948" fmla="*/ 2582418 w 3114960"/>
              <a:gd name="connsiteY45948" fmla="*/ 3835622 h 5143785"/>
              <a:gd name="connsiteX45949" fmla="*/ 2582418 w 3114960"/>
              <a:gd name="connsiteY45949" fmla="*/ 3827526 h 5143785"/>
              <a:gd name="connsiteX45950" fmla="*/ 2297525 w 3114960"/>
              <a:gd name="connsiteY45950" fmla="*/ 3776282 h 5143785"/>
              <a:gd name="connsiteX45951" fmla="*/ 2290286 w 3114960"/>
              <a:gd name="connsiteY45951" fmla="*/ 3781711 h 5143785"/>
              <a:gd name="connsiteX45952" fmla="*/ 2281333 w 3114960"/>
              <a:gd name="connsiteY45952" fmla="*/ 3780377 h 5143785"/>
              <a:gd name="connsiteX45953" fmla="*/ 2275904 w 3114960"/>
              <a:gd name="connsiteY45953" fmla="*/ 3773138 h 5143785"/>
              <a:gd name="connsiteX45954" fmla="*/ 2277237 w 3114960"/>
              <a:gd name="connsiteY45954" fmla="*/ 3764185 h 5143785"/>
              <a:gd name="connsiteX45955" fmla="*/ 2284476 w 3114960"/>
              <a:gd name="connsiteY45955" fmla="*/ 3758755 h 5143785"/>
              <a:gd name="connsiteX45956" fmla="*/ 2287429 w 3114960"/>
              <a:gd name="connsiteY45956" fmla="*/ 3758375 h 5143785"/>
              <a:gd name="connsiteX45957" fmla="*/ 2293525 w 3114960"/>
              <a:gd name="connsiteY45957" fmla="*/ 3760089 h 5143785"/>
              <a:gd name="connsiteX45958" fmla="*/ 2298954 w 3114960"/>
              <a:gd name="connsiteY45958" fmla="*/ 3767328 h 5143785"/>
              <a:gd name="connsiteX45959" fmla="*/ 2297621 w 3114960"/>
              <a:gd name="connsiteY45959" fmla="*/ 3776282 h 5143785"/>
              <a:gd name="connsiteX45960" fmla="*/ 2560701 w 3114960"/>
              <a:gd name="connsiteY45960" fmla="*/ 3837718 h 5143785"/>
              <a:gd name="connsiteX45961" fmla="*/ 2556320 w 3114960"/>
              <a:gd name="connsiteY45961" fmla="*/ 3837718 h 5143785"/>
              <a:gd name="connsiteX45962" fmla="*/ 2554224 w 3114960"/>
              <a:gd name="connsiteY45962" fmla="*/ 3835622 h 5143785"/>
              <a:gd name="connsiteX45963" fmla="*/ 2554224 w 3114960"/>
              <a:gd name="connsiteY45963" fmla="*/ 3827526 h 5143785"/>
              <a:gd name="connsiteX45964" fmla="*/ 2556320 w 3114960"/>
              <a:gd name="connsiteY45964" fmla="*/ 3825526 h 5143785"/>
              <a:gd name="connsiteX45965" fmla="*/ 2560701 w 3114960"/>
              <a:gd name="connsiteY45965" fmla="*/ 3825526 h 5143785"/>
              <a:gd name="connsiteX45966" fmla="*/ 2560701 w 3114960"/>
              <a:gd name="connsiteY45966" fmla="*/ 3837718 h 5143785"/>
              <a:gd name="connsiteX45967" fmla="*/ 2577465 w 3114960"/>
              <a:gd name="connsiteY45967" fmla="*/ 3835622 h 5143785"/>
              <a:gd name="connsiteX45968" fmla="*/ 2575370 w 3114960"/>
              <a:gd name="connsiteY45968" fmla="*/ 3837718 h 5143785"/>
              <a:gd name="connsiteX45969" fmla="*/ 2571274 w 3114960"/>
              <a:gd name="connsiteY45969" fmla="*/ 3837718 h 5143785"/>
              <a:gd name="connsiteX45970" fmla="*/ 2571274 w 3114960"/>
              <a:gd name="connsiteY45970" fmla="*/ 3825526 h 5143785"/>
              <a:gd name="connsiteX45971" fmla="*/ 2575370 w 3114960"/>
              <a:gd name="connsiteY45971" fmla="*/ 3825526 h 5143785"/>
              <a:gd name="connsiteX45972" fmla="*/ 2577465 w 3114960"/>
              <a:gd name="connsiteY45972" fmla="*/ 3827526 h 5143785"/>
              <a:gd name="connsiteX45973" fmla="*/ 2577465 w 3114960"/>
              <a:gd name="connsiteY45973" fmla="*/ 3835622 h 5143785"/>
              <a:gd name="connsiteX45974" fmla="*/ 2116741 w 3114960"/>
              <a:gd name="connsiteY45974" fmla="*/ 3253454 h 5143785"/>
              <a:gd name="connsiteX45975" fmla="*/ 2109692 w 3114960"/>
              <a:gd name="connsiteY45975" fmla="*/ 3260503 h 5143785"/>
              <a:gd name="connsiteX45976" fmla="*/ 2102644 w 3114960"/>
              <a:gd name="connsiteY45976" fmla="*/ 3253454 h 5143785"/>
              <a:gd name="connsiteX45977" fmla="*/ 2109692 w 3114960"/>
              <a:gd name="connsiteY45977" fmla="*/ 3246406 h 5143785"/>
              <a:gd name="connsiteX45978" fmla="*/ 2116741 w 3114960"/>
              <a:gd name="connsiteY45978" fmla="*/ 3253454 h 5143785"/>
              <a:gd name="connsiteX45979" fmla="*/ 2293715 w 3114960"/>
              <a:gd name="connsiteY45979" fmla="*/ 3770186 h 5143785"/>
              <a:gd name="connsiteX45980" fmla="*/ 2287334 w 3114960"/>
              <a:gd name="connsiteY45980" fmla="*/ 3776472 h 5143785"/>
              <a:gd name="connsiteX45981" fmla="*/ 2281047 w 3114960"/>
              <a:gd name="connsiteY45981" fmla="*/ 3770090 h 5143785"/>
              <a:gd name="connsiteX45982" fmla="*/ 2287429 w 3114960"/>
              <a:gd name="connsiteY45982" fmla="*/ 3763804 h 5143785"/>
              <a:gd name="connsiteX45983" fmla="*/ 2293715 w 3114960"/>
              <a:gd name="connsiteY45983" fmla="*/ 3770186 h 5143785"/>
              <a:gd name="connsiteX45984" fmla="*/ 340995 w 3114960"/>
              <a:gd name="connsiteY45984" fmla="*/ 2417445 h 5143785"/>
              <a:gd name="connsiteX45985" fmla="*/ 349472 w 3114960"/>
              <a:gd name="connsiteY45985" fmla="*/ 2425922 h 5143785"/>
              <a:gd name="connsiteX45986" fmla="*/ 349472 w 3114960"/>
              <a:gd name="connsiteY45986" fmla="*/ 2474119 h 5143785"/>
              <a:gd name="connsiteX45987" fmla="*/ 340995 w 3114960"/>
              <a:gd name="connsiteY45987" fmla="*/ 2482596 h 5143785"/>
              <a:gd name="connsiteX45988" fmla="*/ 302419 w 3114960"/>
              <a:gd name="connsiteY45988" fmla="*/ 2482596 h 5143785"/>
              <a:gd name="connsiteX45989" fmla="*/ 295942 w 3114960"/>
              <a:gd name="connsiteY45989" fmla="*/ 2479548 h 5143785"/>
              <a:gd name="connsiteX45990" fmla="*/ 286322 w 3114960"/>
              <a:gd name="connsiteY45990" fmla="*/ 2468118 h 5143785"/>
              <a:gd name="connsiteX45991" fmla="*/ 284321 w 3114960"/>
              <a:gd name="connsiteY45991" fmla="*/ 2462689 h 5143785"/>
              <a:gd name="connsiteX45992" fmla="*/ 284321 w 3114960"/>
              <a:gd name="connsiteY45992" fmla="*/ 2425922 h 5143785"/>
              <a:gd name="connsiteX45993" fmla="*/ 292799 w 3114960"/>
              <a:gd name="connsiteY45993" fmla="*/ 2417445 h 5143785"/>
              <a:gd name="connsiteX45994" fmla="*/ 340995 w 3114960"/>
              <a:gd name="connsiteY45994" fmla="*/ 2417445 h 5143785"/>
              <a:gd name="connsiteX45995" fmla="*/ 378238 w 3114960"/>
              <a:gd name="connsiteY45995" fmla="*/ 2395919 h 5143785"/>
              <a:gd name="connsiteX45996" fmla="*/ 378238 w 3114960"/>
              <a:gd name="connsiteY45996" fmla="*/ 2473071 h 5143785"/>
              <a:gd name="connsiteX45997" fmla="*/ 383477 w 3114960"/>
              <a:gd name="connsiteY45997" fmla="*/ 2476500 h 5143785"/>
              <a:gd name="connsiteX45998" fmla="*/ 385096 w 3114960"/>
              <a:gd name="connsiteY45998" fmla="*/ 2483739 h 5143785"/>
              <a:gd name="connsiteX45999" fmla="*/ 381000 w 3114960"/>
              <a:gd name="connsiteY45999" fmla="*/ 2490026 h 5143785"/>
              <a:gd name="connsiteX46000" fmla="*/ 367475 w 3114960"/>
              <a:gd name="connsiteY46000" fmla="*/ 2487644 h 5143785"/>
              <a:gd name="connsiteX46001" fmla="*/ 365855 w 3114960"/>
              <a:gd name="connsiteY46001" fmla="*/ 2480405 h 5143785"/>
              <a:gd name="connsiteX46002" fmla="*/ 369951 w 3114960"/>
              <a:gd name="connsiteY46002" fmla="*/ 2474119 h 5143785"/>
              <a:gd name="connsiteX46003" fmla="*/ 373285 w 3114960"/>
              <a:gd name="connsiteY46003" fmla="*/ 2472785 h 5143785"/>
              <a:gd name="connsiteX46004" fmla="*/ 373285 w 3114960"/>
              <a:gd name="connsiteY46004" fmla="*/ 2398300 h 5143785"/>
              <a:gd name="connsiteX46005" fmla="*/ 288893 w 3114960"/>
              <a:gd name="connsiteY46005" fmla="*/ 2398300 h 5143785"/>
              <a:gd name="connsiteX46006" fmla="*/ 285274 w 3114960"/>
              <a:gd name="connsiteY46006" fmla="*/ 2403348 h 5143785"/>
              <a:gd name="connsiteX46007" fmla="*/ 271748 w 3114960"/>
              <a:gd name="connsiteY46007" fmla="*/ 2400967 h 5143785"/>
              <a:gd name="connsiteX46008" fmla="*/ 270129 w 3114960"/>
              <a:gd name="connsiteY46008" fmla="*/ 2393728 h 5143785"/>
              <a:gd name="connsiteX46009" fmla="*/ 274225 w 3114960"/>
              <a:gd name="connsiteY46009" fmla="*/ 2387441 h 5143785"/>
              <a:gd name="connsiteX46010" fmla="*/ 279749 w 3114960"/>
              <a:gd name="connsiteY46010" fmla="*/ 2385822 h 5143785"/>
              <a:gd name="connsiteX46011" fmla="*/ 287750 w 3114960"/>
              <a:gd name="connsiteY46011" fmla="*/ 2389918 h 5143785"/>
              <a:gd name="connsiteX46012" fmla="*/ 289370 w 3114960"/>
              <a:gd name="connsiteY46012" fmla="*/ 2393728 h 5143785"/>
              <a:gd name="connsiteX46013" fmla="*/ 375857 w 3114960"/>
              <a:gd name="connsiteY46013" fmla="*/ 2393728 h 5143785"/>
              <a:gd name="connsiteX46014" fmla="*/ 377571 w 3114960"/>
              <a:gd name="connsiteY46014" fmla="*/ 2394395 h 5143785"/>
              <a:gd name="connsiteX46015" fmla="*/ 378238 w 3114960"/>
              <a:gd name="connsiteY46015" fmla="*/ 2396109 h 5143785"/>
              <a:gd name="connsiteX46016" fmla="*/ 2171700 w 3114960"/>
              <a:gd name="connsiteY46016" fmla="*/ 3260503 h 5143785"/>
              <a:gd name="connsiteX46017" fmla="*/ 2164652 w 3114960"/>
              <a:gd name="connsiteY46017" fmla="*/ 3253454 h 5143785"/>
              <a:gd name="connsiteX46018" fmla="*/ 2171700 w 3114960"/>
              <a:gd name="connsiteY46018" fmla="*/ 3246406 h 5143785"/>
              <a:gd name="connsiteX46019" fmla="*/ 2178749 w 3114960"/>
              <a:gd name="connsiteY46019" fmla="*/ 3253454 h 5143785"/>
              <a:gd name="connsiteX46020" fmla="*/ 2171700 w 3114960"/>
              <a:gd name="connsiteY46020" fmla="*/ 3260503 h 5143785"/>
              <a:gd name="connsiteX46021" fmla="*/ 262509 w 3114960"/>
              <a:gd name="connsiteY46021" fmla="*/ 2426684 h 5143785"/>
              <a:gd name="connsiteX46022" fmla="*/ 262509 w 3114960"/>
              <a:gd name="connsiteY46022" fmla="*/ 2478405 h 5143785"/>
              <a:gd name="connsiteX46023" fmla="*/ 279178 w 3114960"/>
              <a:gd name="connsiteY46023" fmla="*/ 2498503 h 5143785"/>
              <a:gd name="connsiteX46024" fmla="*/ 341662 w 3114960"/>
              <a:gd name="connsiteY46024" fmla="*/ 2498503 h 5143785"/>
              <a:gd name="connsiteX46025" fmla="*/ 341662 w 3114960"/>
              <a:gd name="connsiteY46025" fmla="*/ 2498217 h 5143785"/>
              <a:gd name="connsiteX46026" fmla="*/ 345853 w 3114960"/>
              <a:gd name="connsiteY46026" fmla="*/ 2491930 h 5143785"/>
              <a:gd name="connsiteX46027" fmla="*/ 351377 w 3114960"/>
              <a:gd name="connsiteY46027" fmla="*/ 2490311 h 5143785"/>
              <a:gd name="connsiteX46028" fmla="*/ 359378 w 3114960"/>
              <a:gd name="connsiteY46028" fmla="*/ 2494407 h 5143785"/>
              <a:gd name="connsiteX46029" fmla="*/ 360998 w 3114960"/>
              <a:gd name="connsiteY46029" fmla="*/ 2501646 h 5143785"/>
              <a:gd name="connsiteX46030" fmla="*/ 356902 w 3114960"/>
              <a:gd name="connsiteY46030" fmla="*/ 2507933 h 5143785"/>
              <a:gd name="connsiteX46031" fmla="*/ 343376 w 3114960"/>
              <a:gd name="connsiteY46031" fmla="*/ 2505551 h 5143785"/>
              <a:gd name="connsiteX46032" fmla="*/ 342329 w 3114960"/>
              <a:gd name="connsiteY46032" fmla="*/ 2503265 h 5143785"/>
              <a:gd name="connsiteX46033" fmla="*/ 276987 w 3114960"/>
              <a:gd name="connsiteY46033" fmla="*/ 2503265 h 5143785"/>
              <a:gd name="connsiteX46034" fmla="*/ 257651 w 3114960"/>
              <a:gd name="connsiteY46034" fmla="*/ 2480120 h 5143785"/>
              <a:gd name="connsiteX46035" fmla="*/ 257651 w 3114960"/>
              <a:gd name="connsiteY46035" fmla="*/ 2426684 h 5143785"/>
              <a:gd name="connsiteX46036" fmla="*/ 252127 w 3114960"/>
              <a:gd name="connsiteY46036" fmla="*/ 2422970 h 5143785"/>
              <a:gd name="connsiteX46037" fmla="*/ 250508 w 3114960"/>
              <a:gd name="connsiteY46037" fmla="*/ 2415731 h 5143785"/>
              <a:gd name="connsiteX46038" fmla="*/ 254603 w 3114960"/>
              <a:gd name="connsiteY46038" fmla="*/ 2409444 h 5143785"/>
              <a:gd name="connsiteX46039" fmla="*/ 260128 w 3114960"/>
              <a:gd name="connsiteY46039" fmla="*/ 2407825 h 5143785"/>
              <a:gd name="connsiteX46040" fmla="*/ 268129 w 3114960"/>
              <a:gd name="connsiteY46040" fmla="*/ 2411921 h 5143785"/>
              <a:gd name="connsiteX46041" fmla="*/ 269748 w 3114960"/>
              <a:gd name="connsiteY46041" fmla="*/ 2419160 h 5143785"/>
              <a:gd name="connsiteX46042" fmla="*/ 265652 w 3114960"/>
              <a:gd name="connsiteY46042" fmla="*/ 2425446 h 5143785"/>
              <a:gd name="connsiteX46043" fmla="*/ 262509 w 3114960"/>
              <a:gd name="connsiteY46043" fmla="*/ 2426780 h 5143785"/>
              <a:gd name="connsiteX46044" fmla="*/ 2271617 w 3114960"/>
              <a:gd name="connsiteY46044" fmla="*/ 3840385 h 5143785"/>
              <a:gd name="connsiteX46045" fmla="*/ 2284381 w 3114960"/>
              <a:gd name="connsiteY46045" fmla="*/ 3827812 h 5143785"/>
              <a:gd name="connsiteX46046" fmla="*/ 2296954 w 3114960"/>
              <a:gd name="connsiteY46046" fmla="*/ 3840575 h 5143785"/>
              <a:gd name="connsiteX46047" fmla="*/ 2284190 w 3114960"/>
              <a:gd name="connsiteY46047" fmla="*/ 3853148 h 5143785"/>
              <a:gd name="connsiteX46048" fmla="*/ 2271617 w 3114960"/>
              <a:gd name="connsiteY46048" fmla="*/ 3840385 h 5143785"/>
              <a:gd name="connsiteX46049" fmla="*/ 203073 w 3114960"/>
              <a:gd name="connsiteY46049" fmla="*/ 2417445 h 5143785"/>
              <a:gd name="connsiteX46050" fmla="*/ 211550 w 3114960"/>
              <a:gd name="connsiteY46050" fmla="*/ 2425922 h 5143785"/>
              <a:gd name="connsiteX46051" fmla="*/ 211550 w 3114960"/>
              <a:gd name="connsiteY46051" fmla="*/ 2474119 h 5143785"/>
              <a:gd name="connsiteX46052" fmla="*/ 203073 w 3114960"/>
              <a:gd name="connsiteY46052" fmla="*/ 2482596 h 5143785"/>
              <a:gd name="connsiteX46053" fmla="*/ 164497 w 3114960"/>
              <a:gd name="connsiteY46053" fmla="*/ 2482596 h 5143785"/>
              <a:gd name="connsiteX46054" fmla="*/ 158020 w 3114960"/>
              <a:gd name="connsiteY46054" fmla="*/ 2479548 h 5143785"/>
              <a:gd name="connsiteX46055" fmla="*/ 148400 w 3114960"/>
              <a:gd name="connsiteY46055" fmla="*/ 2468118 h 5143785"/>
              <a:gd name="connsiteX46056" fmla="*/ 146399 w 3114960"/>
              <a:gd name="connsiteY46056" fmla="*/ 2462689 h 5143785"/>
              <a:gd name="connsiteX46057" fmla="*/ 146399 w 3114960"/>
              <a:gd name="connsiteY46057" fmla="*/ 2425922 h 5143785"/>
              <a:gd name="connsiteX46058" fmla="*/ 154877 w 3114960"/>
              <a:gd name="connsiteY46058" fmla="*/ 2417445 h 5143785"/>
              <a:gd name="connsiteX46059" fmla="*/ 203073 w 3114960"/>
              <a:gd name="connsiteY46059" fmla="*/ 2417445 h 5143785"/>
              <a:gd name="connsiteX46060" fmla="*/ 2272475 w 3114960"/>
              <a:gd name="connsiteY46060" fmla="*/ 3185732 h 5143785"/>
              <a:gd name="connsiteX46061" fmla="*/ 2272475 w 3114960"/>
              <a:gd name="connsiteY46061" fmla="*/ 3156395 h 5143785"/>
              <a:gd name="connsiteX46062" fmla="*/ 2270093 w 3114960"/>
              <a:gd name="connsiteY46062" fmla="*/ 3154013 h 5143785"/>
              <a:gd name="connsiteX46063" fmla="*/ 2240756 w 3114960"/>
              <a:gd name="connsiteY46063" fmla="*/ 3154013 h 5143785"/>
              <a:gd name="connsiteX46064" fmla="*/ 2238375 w 3114960"/>
              <a:gd name="connsiteY46064" fmla="*/ 3156395 h 5143785"/>
              <a:gd name="connsiteX46065" fmla="*/ 2238375 w 3114960"/>
              <a:gd name="connsiteY46065" fmla="*/ 3185732 h 5143785"/>
              <a:gd name="connsiteX46066" fmla="*/ 2240756 w 3114960"/>
              <a:gd name="connsiteY46066" fmla="*/ 3188113 h 5143785"/>
              <a:gd name="connsiteX46067" fmla="*/ 2270093 w 3114960"/>
              <a:gd name="connsiteY46067" fmla="*/ 3188113 h 5143785"/>
              <a:gd name="connsiteX46068" fmla="*/ 2272475 w 3114960"/>
              <a:gd name="connsiteY46068" fmla="*/ 3185732 h 5143785"/>
              <a:gd name="connsiteX46069" fmla="*/ 2267712 w 3114960"/>
              <a:gd name="connsiteY46069" fmla="*/ 3183350 h 5143785"/>
              <a:gd name="connsiteX46070" fmla="*/ 2243138 w 3114960"/>
              <a:gd name="connsiteY46070" fmla="*/ 3183350 h 5143785"/>
              <a:gd name="connsiteX46071" fmla="*/ 2243138 w 3114960"/>
              <a:gd name="connsiteY46071" fmla="*/ 3158776 h 5143785"/>
              <a:gd name="connsiteX46072" fmla="*/ 2267712 w 3114960"/>
              <a:gd name="connsiteY46072" fmla="*/ 3158776 h 5143785"/>
              <a:gd name="connsiteX46073" fmla="*/ 2267712 w 3114960"/>
              <a:gd name="connsiteY46073" fmla="*/ 3183350 h 5143785"/>
              <a:gd name="connsiteX46074" fmla="*/ 704374 w 3114960"/>
              <a:gd name="connsiteY46074" fmla="*/ 2069973 h 5143785"/>
              <a:gd name="connsiteX46075" fmla="*/ 711518 w 3114960"/>
              <a:gd name="connsiteY46075" fmla="*/ 2069973 h 5143785"/>
              <a:gd name="connsiteX46076" fmla="*/ 711518 w 3114960"/>
              <a:gd name="connsiteY46076" fmla="*/ 2078450 h 5143785"/>
              <a:gd name="connsiteX46077" fmla="*/ 704374 w 3114960"/>
              <a:gd name="connsiteY46077" fmla="*/ 2078450 h 5143785"/>
              <a:gd name="connsiteX46078" fmla="*/ 704374 w 3114960"/>
              <a:gd name="connsiteY46078" fmla="*/ 2069973 h 5143785"/>
              <a:gd name="connsiteX46079" fmla="*/ 2223421 w 3114960"/>
              <a:gd name="connsiteY46079" fmla="*/ 3154013 h 5143785"/>
              <a:gd name="connsiteX46080" fmla="*/ 2194084 w 3114960"/>
              <a:gd name="connsiteY46080" fmla="*/ 3154013 h 5143785"/>
              <a:gd name="connsiteX46081" fmla="*/ 2191703 w 3114960"/>
              <a:gd name="connsiteY46081" fmla="*/ 3156395 h 5143785"/>
              <a:gd name="connsiteX46082" fmla="*/ 2191703 w 3114960"/>
              <a:gd name="connsiteY46082" fmla="*/ 3185732 h 5143785"/>
              <a:gd name="connsiteX46083" fmla="*/ 2194084 w 3114960"/>
              <a:gd name="connsiteY46083" fmla="*/ 3188113 h 5143785"/>
              <a:gd name="connsiteX46084" fmla="*/ 2223421 w 3114960"/>
              <a:gd name="connsiteY46084" fmla="*/ 3188113 h 5143785"/>
              <a:gd name="connsiteX46085" fmla="*/ 2225802 w 3114960"/>
              <a:gd name="connsiteY46085" fmla="*/ 3185732 h 5143785"/>
              <a:gd name="connsiteX46086" fmla="*/ 2225802 w 3114960"/>
              <a:gd name="connsiteY46086" fmla="*/ 3156395 h 5143785"/>
              <a:gd name="connsiteX46087" fmla="*/ 2223421 w 3114960"/>
              <a:gd name="connsiteY46087" fmla="*/ 3154013 h 5143785"/>
              <a:gd name="connsiteX46088" fmla="*/ 2221040 w 3114960"/>
              <a:gd name="connsiteY46088" fmla="*/ 3183350 h 5143785"/>
              <a:gd name="connsiteX46089" fmla="*/ 2196465 w 3114960"/>
              <a:gd name="connsiteY46089" fmla="*/ 3183350 h 5143785"/>
              <a:gd name="connsiteX46090" fmla="*/ 2196465 w 3114960"/>
              <a:gd name="connsiteY46090" fmla="*/ 3158776 h 5143785"/>
              <a:gd name="connsiteX46091" fmla="*/ 2221040 w 3114960"/>
              <a:gd name="connsiteY46091" fmla="*/ 3158776 h 5143785"/>
              <a:gd name="connsiteX46092" fmla="*/ 2221040 w 3114960"/>
              <a:gd name="connsiteY46092" fmla="*/ 3183350 h 5143785"/>
              <a:gd name="connsiteX46093" fmla="*/ 2300288 w 3114960"/>
              <a:gd name="connsiteY46093" fmla="*/ 3171063 h 5143785"/>
              <a:gd name="connsiteX46094" fmla="*/ 2265617 w 3114960"/>
              <a:gd name="connsiteY46094" fmla="*/ 3136487 h 5143785"/>
              <a:gd name="connsiteX46095" fmla="*/ 2106454 w 3114960"/>
              <a:gd name="connsiteY46095" fmla="*/ 3136487 h 5143785"/>
              <a:gd name="connsiteX46096" fmla="*/ 2071783 w 3114960"/>
              <a:gd name="connsiteY46096" fmla="*/ 3171063 h 5143785"/>
              <a:gd name="connsiteX46097" fmla="*/ 2106454 w 3114960"/>
              <a:gd name="connsiteY46097" fmla="*/ 3205734 h 5143785"/>
              <a:gd name="connsiteX46098" fmla="*/ 2265617 w 3114960"/>
              <a:gd name="connsiteY46098" fmla="*/ 3205734 h 5143785"/>
              <a:gd name="connsiteX46099" fmla="*/ 2300288 w 3114960"/>
              <a:gd name="connsiteY46099" fmla="*/ 3171063 h 5143785"/>
              <a:gd name="connsiteX46100" fmla="*/ 2076641 w 3114960"/>
              <a:gd name="connsiteY46100" fmla="*/ 3171063 h 5143785"/>
              <a:gd name="connsiteX46101" fmla="*/ 2106549 w 3114960"/>
              <a:gd name="connsiteY46101" fmla="*/ 3141250 h 5143785"/>
              <a:gd name="connsiteX46102" fmla="*/ 2265712 w 3114960"/>
              <a:gd name="connsiteY46102" fmla="*/ 3141250 h 5143785"/>
              <a:gd name="connsiteX46103" fmla="*/ 2295620 w 3114960"/>
              <a:gd name="connsiteY46103" fmla="*/ 3171063 h 5143785"/>
              <a:gd name="connsiteX46104" fmla="*/ 2265712 w 3114960"/>
              <a:gd name="connsiteY46104" fmla="*/ 3200972 h 5143785"/>
              <a:gd name="connsiteX46105" fmla="*/ 2106549 w 3114960"/>
              <a:gd name="connsiteY46105" fmla="*/ 3200972 h 5143785"/>
              <a:gd name="connsiteX46106" fmla="*/ 2076641 w 3114960"/>
              <a:gd name="connsiteY46106" fmla="*/ 3171063 h 5143785"/>
              <a:gd name="connsiteX46107" fmla="*/ 2253329 w 3114960"/>
              <a:gd name="connsiteY46107" fmla="*/ 3453955 h 5143785"/>
              <a:gd name="connsiteX46108" fmla="*/ 2253329 w 3114960"/>
              <a:gd name="connsiteY46108" fmla="*/ 3462052 h 5143785"/>
              <a:gd name="connsiteX46109" fmla="*/ 2260187 w 3114960"/>
              <a:gd name="connsiteY46109" fmla="*/ 3468910 h 5143785"/>
              <a:gd name="connsiteX46110" fmla="*/ 2268284 w 3114960"/>
              <a:gd name="connsiteY46110" fmla="*/ 3468910 h 5143785"/>
              <a:gd name="connsiteX46111" fmla="*/ 2275142 w 3114960"/>
              <a:gd name="connsiteY46111" fmla="*/ 3462052 h 5143785"/>
              <a:gd name="connsiteX46112" fmla="*/ 2275142 w 3114960"/>
              <a:gd name="connsiteY46112" fmla="*/ 3453955 h 5143785"/>
              <a:gd name="connsiteX46113" fmla="*/ 2268284 w 3114960"/>
              <a:gd name="connsiteY46113" fmla="*/ 3447098 h 5143785"/>
              <a:gd name="connsiteX46114" fmla="*/ 2267236 w 3114960"/>
              <a:gd name="connsiteY46114" fmla="*/ 3447098 h 5143785"/>
              <a:gd name="connsiteX46115" fmla="*/ 2267236 w 3114960"/>
              <a:gd name="connsiteY46115" fmla="*/ 3440525 h 5143785"/>
              <a:gd name="connsiteX46116" fmla="*/ 2262473 w 3114960"/>
              <a:gd name="connsiteY46116" fmla="*/ 3440525 h 5143785"/>
              <a:gd name="connsiteX46117" fmla="*/ 2262473 w 3114960"/>
              <a:gd name="connsiteY46117" fmla="*/ 3447098 h 5143785"/>
              <a:gd name="connsiteX46118" fmla="*/ 2260187 w 3114960"/>
              <a:gd name="connsiteY46118" fmla="*/ 3447098 h 5143785"/>
              <a:gd name="connsiteX46119" fmla="*/ 2253329 w 3114960"/>
              <a:gd name="connsiteY46119" fmla="*/ 3453955 h 5143785"/>
              <a:gd name="connsiteX46120" fmla="*/ 2268284 w 3114960"/>
              <a:gd name="connsiteY46120" fmla="*/ 3451955 h 5143785"/>
              <a:gd name="connsiteX46121" fmla="*/ 2270379 w 3114960"/>
              <a:gd name="connsiteY46121" fmla="*/ 3454051 h 5143785"/>
              <a:gd name="connsiteX46122" fmla="*/ 2270379 w 3114960"/>
              <a:gd name="connsiteY46122" fmla="*/ 3462147 h 5143785"/>
              <a:gd name="connsiteX46123" fmla="*/ 2268284 w 3114960"/>
              <a:gd name="connsiteY46123" fmla="*/ 3464243 h 5143785"/>
              <a:gd name="connsiteX46124" fmla="*/ 2260187 w 3114960"/>
              <a:gd name="connsiteY46124" fmla="*/ 3464243 h 5143785"/>
              <a:gd name="connsiteX46125" fmla="*/ 2258092 w 3114960"/>
              <a:gd name="connsiteY46125" fmla="*/ 3462147 h 5143785"/>
              <a:gd name="connsiteX46126" fmla="*/ 2258092 w 3114960"/>
              <a:gd name="connsiteY46126" fmla="*/ 3454051 h 5143785"/>
              <a:gd name="connsiteX46127" fmla="*/ 2260187 w 3114960"/>
              <a:gd name="connsiteY46127" fmla="*/ 3451955 h 5143785"/>
              <a:gd name="connsiteX46128" fmla="*/ 2268284 w 3114960"/>
              <a:gd name="connsiteY46128" fmla="*/ 3451955 h 5143785"/>
              <a:gd name="connsiteX46129" fmla="*/ 759238 w 3114960"/>
              <a:gd name="connsiteY46129" fmla="*/ 1957673 h 5143785"/>
              <a:gd name="connsiteX46130" fmla="*/ 732663 w 3114960"/>
              <a:gd name="connsiteY46130" fmla="*/ 1921383 h 5143785"/>
              <a:gd name="connsiteX46131" fmla="*/ 730758 w 3114960"/>
              <a:gd name="connsiteY46131" fmla="*/ 1920431 h 5143785"/>
              <a:gd name="connsiteX46132" fmla="*/ 605028 w 3114960"/>
              <a:gd name="connsiteY46132" fmla="*/ 1920431 h 5143785"/>
              <a:gd name="connsiteX46133" fmla="*/ 603885 w 3114960"/>
              <a:gd name="connsiteY46133" fmla="*/ 1918621 h 5143785"/>
              <a:gd name="connsiteX46134" fmla="*/ 594741 w 3114960"/>
              <a:gd name="connsiteY46134" fmla="*/ 1909477 h 5143785"/>
              <a:gd name="connsiteX46135" fmla="*/ 587597 w 3114960"/>
              <a:gd name="connsiteY46135" fmla="*/ 1909477 h 5143785"/>
              <a:gd name="connsiteX46136" fmla="*/ 578453 w 3114960"/>
              <a:gd name="connsiteY46136" fmla="*/ 1918621 h 5143785"/>
              <a:gd name="connsiteX46137" fmla="*/ 578453 w 3114960"/>
              <a:gd name="connsiteY46137" fmla="*/ 1925765 h 5143785"/>
              <a:gd name="connsiteX46138" fmla="*/ 587597 w 3114960"/>
              <a:gd name="connsiteY46138" fmla="*/ 1934909 h 5143785"/>
              <a:gd name="connsiteX46139" fmla="*/ 591217 w 3114960"/>
              <a:gd name="connsiteY46139" fmla="*/ 1936432 h 5143785"/>
              <a:gd name="connsiteX46140" fmla="*/ 594836 w 3114960"/>
              <a:gd name="connsiteY46140" fmla="*/ 1934909 h 5143785"/>
              <a:gd name="connsiteX46141" fmla="*/ 603980 w 3114960"/>
              <a:gd name="connsiteY46141" fmla="*/ 1925765 h 5143785"/>
              <a:gd name="connsiteX46142" fmla="*/ 604361 w 3114960"/>
              <a:gd name="connsiteY46142" fmla="*/ 1925193 h 5143785"/>
              <a:gd name="connsiteX46143" fmla="*/ 729710 w 3114960"/>
              <a:gd name="connsiteY46143" fmla="*/ 1925193 h 5143785"/>
              <a:gd name="connsiteX46144" fmla="*/ 755142 w 3114960"/>
              <a:gd name="connsiteY46144" fmla="*/ 1959864 h 5143785"/>
              <a:gd name="connsiteX46145" fmla="*/ 755142 w 3114960"/>
              <a:gd name="connsiteY46145" fmla="*/ 2037778 h 5143785"/>
              <a:gd name="connsiteX46146" fmla="*/ 755523 w 3114960"/>
              <a:gd name="connsiteY46146" fmla="*/ 2039112 h 5143785"/>
              <a:gd name="connsiteX46147" fmla="*/ 766953 w 3114960"/>
              <a:gd name="connsiteY46147" fmla="*/ 2055305 h 5143785"/>
              <a:gd name="connsiteX46148" fmla="*/ 766763 w 3114960"/>
              <a:gd name="connsiteY46148" fmla="*/ 2151507 h 5143785"/>
              <a:gd name="connsiteX46149" fmla="*/ 767525 w 3114960"/>
              <a:gd name="connsiteY46149" fmla="*/ 2153222 h 5143785"/>
              <a:gd name="connsiteX46150" fmla="*/ 863156 w 3114960"/>
              <a:gd name="connsiteY46150" fmla="*/ 2245900 h 5143785"/>
              <a:gd name="connsiteX46151" fmla="*/ 864775 w 3114960"/>
              <a:gd name="connsiteY46151" fmla="*/ 2246567 h 5143785"/>
              <a:gd name="connsiteX46152" fmla="*/ 984409 w 3114960"/>
              <a:gd name="connsiteY46152" fmla="*/ 2246567 h 5143785"/>
              <a:gd name="connsiteX46153" fmla="*/ 993553 w 3114960"/>
              <a:gd name="connsiteY46153" fmla="*/ 2253806 h 5143785"/>
              <a:gd name="connsiteX46154" fmla="*/ 1003173 w 3114960"/>
              <a:gd name="connsiteY46154" fmla="*/ 2244185 h 5143785"/>
              <a:gd name="connsiteX46155" fmla="*/ 993553 w 3114960"/>
              <a:gd name="connsiteY46155" fmla="*/ 2234565 h 5143785"/>
              <a:gd name="connsiteX46156" fmla="*/ 984409 w 3114960"/>
              <a:gd name="connsiteY46156" fmla="*/ 2241804 h 5143785"/>
              <a:gd name="connsiteX46157" fmla="*/ 865823 w 3114960"/>
              <a:gd name="connsiteY46157" fmla="*/ 2241804 h 5143785"/>
              <a:gd name="connsiteX46158" fmla="*/ 771620 w 3114960"/>
              <a:gd name="connsiteY46158" fmla="*/ 2150459 h 5143785"/>
              <a:gd name="connsiteX46159" fmla="*/ 771811 w 3114960"/>
              <a:gd name="connsiteY46159" fmla="*/ 2054162 h 5143785"/>
              <a:gd name="connsiteX46160" fmla="*/ 771049 w 3114960"/>
              <a:gd name="connsiteY46160" fmla="*/ 2052447 h 5143785"/>
              <a:gd name="connsiteX46161" fmla="*/ 770858 w 3114960"/>
              <a:gd name="connsiteY46161" fmla="*/ 2052257 h 5143785"/>
              <a:gd name="connsiteX46162" fmla="*/ 760000 w 3114960"/>
              <a:gd name="connsiteY46162" fmla="*/ 2036826 h 5143785"/>
              <a:gd name="connsiteX46163" fmla="*/ 760000 w 3114960"/>
              <a:gd name="connsiteY46163" fmla="*/ 1958912 h 5143785"/>
              <a:gd name="connsiteX46164" fmla="*/ 759524 w 3114960"/>
              <a:gd name="connsiteY46164" fmla="*/ 1957483 h 5143785"/>
              <a:gd name="connsiteX46165" fmla="*/ 590931 w 3114960"/>
              <a:gd name="connsiteY46165" fmla="*/ 1931575 h 5143785"/>
              <a:gd name="connsiteX46166" fmla="*/ 581787 w 3114960"/>
              <a:gd name="connsiteY46166" fmla="*/ 1921955 h 5143785"/>
              <a:gd name="connsiteX46167" fmla="*/ 590931 w 3114960"/>
              <a:gd name="connsiteY46167" fmla="*/ 1912811 h 5143785"/>
              <a:gd name="connsiteX46168" fmla="*/ 591122 w 3114960"/>
              <a:gd name="connsiteY46168" fmla="*/ 1912715 h 5143785"/>
              <a:gd name="connsiteX46169" fmla="*/ 591312 w 3114960"/>
              <a:gd name="connsiteY46169" fmla="*/ 1912715 h 5143785"/>
              <a:gd name="connsiteX46170" fmla="*/ 600456 w 3114960"/>
              <a:gd name="connsiteY46170" fmla="*/ 1922336 h 5143785"/>
              <a:gd name="connsiteX46171" fmla="*/ 590836 w 3114960"/>
              <a:gd name="connsiteY46171" fmla="*/ 1931480 h 5143785"/>
              <a:gd name="connsiteX46172" fmla="*/ 704374 w 3114960"/>
              <a:gd name="connsiteY46172" fmla="*/ 2019395 h 5143785"/>
              <a:gd name="connsiteX46173" fmla="*/ 711518 w 3114960"/>
              <a:gd name="connsiteY46173" fmla="*/ 2019395 h 5143785"/>
              <a:gd name="connsiteX46174" fmla="*/ 711518 w 3114960"/>
              <a:gd name="connsiteY46174" fmla="*/ 2027873 h 5143785"/>
              <a:gd name="connsiteX46175" fmla="*/ 704374 w 3114960"/>
              <a:gd name="connsiteY46175" fmla="*/ 2027873 h 5143785"/>
              <a:gd name="connsiteX46176" fmla="*/ 704374 w 3114960"/>
              <a:gd name="connsiteY46176" fmla="*/ 2019395 h 5143785"/>
              <a:gd name="connsiteX46177" fmla="*/ 424339 w 3114960"/>
              <a:gd name="connsiteY46177" fmla="*/ 2274094 h 5143785"/>
              <a:gd name="connsiteX46178" fmla="*/ 416624 w 3114960"/>
              <a:gd name="connsiteY46178" fmla="*/ 2271617 h 5143785"/>
              <a:gd name="connsiteX46179" fmla="*/ 403193 w 3114960"/>
              <a:gd name="connsiteY46179" fmla="*/ 2285048 h 5143785"/>
              <a:gd name="connsiteX46180" fmla="*/ 416624 w 3114960"/>
              <a:gd name="connsiteY46180" fmla="*/ 2298478 h 5143785"/>
              <a:gd name="connsiteX46181" fmla="*/ 430054 w 3114960"/>
              <a:gd name="connsiteY46181" fmla="*/ 2285048 h 5143785"/>
              <a:gd name="connsiteX46182" fmla="*/ 427673 w 3114960"/>
              <a:gd name="connsiteY46182" fmla="*/ 2277428 h 5143785"/>
              <a:gd name="connsiteX46183" fmla="*/ 574643 w 3114960"/>
              <a:gd name="connsiteY46183" fmla="*/ 2121027 h 5143785"/>
              <a:gd name="connsiteX46184" fmla="*/ 574643 w 3114960"/>
              <a:gd name="connsiteY46184" fmla="*/ 2033492 h 5143785"/>
              <a:gd name="connsiteX46185" fmla="*/ 578644 w 3114960"/>
              <a:gd name="connsiteY46185" fmla="*/ 2033492 h 5143785"/>
              <a:gd name="connsiteX46186" fmla="*/ 585502 w 3114960"/>
              <a:gd name="connsiteY46186" fmla="*/ 2026634 h 5143785"/>
              <a:gd name="connsiteX46187" fmla="*/ 585502 w 3114960"/>
              <a:gd name="connsiteY46187" fmla="*/ 2013966 h 5143785"/>
              <a:gd name="connsiteX46188" fmla="*/ 578644 w 3114960"/>
              <a:gd name="connsiteY46188" fmla="*/ 2007108 h 5143785"/>
              <a:gd name="connsiteX46189" fmla="*/ 565976 w 3114960"/>
              <a:gd name="connsiteY46189" fmla="*/ 2007108 h 5143785"/>
              <a:gd name="connsiteX46190" fmla="*/ 559118 w 3114960"/>
              <a:gd name="connsiteY46190" fmla="*/ 2013966 h 5143785"/>
              <a:gd name="connsiteX46191" fmla="*/ 559118 w 3114960"/>
              <a:gd name="connsiteY46191" fmla="*/ 2026634 h 5143785"/>
              <a:gd name="connsiteX46192" fmla="*/ 565976 w 3114960"/>
              <a:gd name="connsiteY46192" fmla="*/ 2033492 h 5143785"/>
              <a:gd name="connsiteX46193" fmla="*/ 569976 w 3114960"/>
              <a:gd name="connsiteY46193" fmla="*/ 2033492 h 5143785"/>
              <a:gd name="connsiteX46194" fmla="*/ 569976 w 3114960"/>
              <a:gd name="connsiteY46194" fmla="*/ 2119122 h 5143785"/>
              <a:gd name="connsiteX46195" fmla="*/ 424339 w 3114960"/>
              <a:gd name="connsiteY46195" fmla="*/ 2273999 h 5143785"/>
              <a:gd name="connsiteX46196" fmla="*/ 416624 w 3114960"/>
              <a:gd name="connsiteY46196" fmla="*/ 2293811 h 5143785"/>
              <a:gd name="connsiteX46197" fmla="*/ 407956 w 3114960"/>
              <a:gd name="connsiteY46197" fmla="*/ 2285143 h 5143785"/>
              <a:gd name="connsiteX46198" fmla="*/ 416624 w 3114960"/>
              <a:gd name="connsiteY46198" fmla="*/ 2276475 h 5143785"/>
              <a:gd name="connsiteX46199" fmla="*/ 425291 w 3114960"/>
              <a:gd name="connsiteY46199" fmla="*/ 2285143 h 5143785"/>
              <a:gd name="connsiteX46200" fmla="*/ 416624 w 3114960"/>
              <a:gd name="connsiteY46200" fmla="*/ 2293811 h 5143785"/>
              <a:gd name="connsiteX46201" fmla="*/ 565976 w 3114960"/>
              <a:gd name="connsiteY46201" fmla="*/ 2028825 h 5143785"/>
              <a:gd name="connsiteX46202" fmla="*/ 563880 w 3114960"/>
              <a:gd name="connsiteY46202" fmla="*/ 2026730 h 5143785"/>
              <a:gd name="connsiteX46203" fmla="*/ 563880 w 3114960"/>
              <a:gd name="connsiteY46203" fmla="*/ 2014061 h 5143785"/>
              <a:gd name="connsiteX46204" fmla="*/ 565976 w 3114960"/>
              <a:gd name="connsiteY46204" fmla="*/ 2011966 h 5143785"/>
              <a:gd name="connsiteX46205" fmla="*/ 578644 w 3114960"/>
              <a:gd name="connsiteY46205" fmla="*/ 2011966 h 5143785"/>
              <a:gd name="connsiteX46206" fmla="*/ 580739 w 3114960"/>
              <a:gd name="connsiteY46206" fmla="*/ 2014061 h 5143785"/>
              <a:gd name="connsiteX46207" fmla="*/ 580739 w 3114960"/>
              <a:gd name="connsiteY46207" fmla="*/ 2026730 h 5143785"/>
              <a:gd name="connsiteX46208" fmla="*/ 578644 w 3114960"/>
              <a:gd name="connsiteY46208" fmla="*/ 2028825 h 5143785"/>
              <a:gd name="connsiteX46209" fmla="*/ 565976 w 3114960"/>
              <a:gd name="connsiteY46209" fmla="*/ 2028825 h 5143785"/>
              <a:gd name="connsiteX46210" fmla="*/ 2604992 w 3114960"/>
              <a:gd name="connsiteY46210" fmla="*/ 4054888 h 5143785"/>
              <a:gd name="connsiteX46211" fmla="*/ 2614898 w 3114960"/>
              <a:gd name="connsiteY46211" fmla="*/ 4054888 h 5143785"/>
              <a:gd name="connsiteX46212" fmla="*/ 2621185 w 3114960"/>
              <a:gd name="connsiteY46212" fmla="*/ 4048601 h 5143785"/>
              <a:gd name="connsiteX46213" fmla="*/ 2621185 w 3114960"/>
              <a:gd name="connsiteY46213" fmla="*/ 4038695 h 5143785"/>
              <a:gd name="connsiteX46214" fmla="*/ 2614898 w 3114960"/>
              <a:gd name="connsiteY46214" fmla="*/ 4032409 h 5143785"/>
              <a:gd name="connsiteX46215" fmla="*/ 2604992 w 3114960"/>
              <a:gd name="connsiteY46215" fmla="*/ 4032409 h 5143785"/>
              <a:gd name="connsiteX46216" fmla="*/ 2603278 w 3114960"/>
              <a:gd name="connsiteY46216" fmla="*/ 4032790 h 5143785"/>
              <a:gd name="connsiteX46217" fmla="*/ 2562511 w 3114960"/>
              <a:gd name="connsiteY46217" fmla="*/ 3995928 h 5143785"/>
              <a:gd name="connsiteX46218" fmla="*/ 2509457 w 3114960"/>
              <a:gd name="connsiteY46218" fmla="*/ 3996500 h 5143785"/>
              <a:gd name="connsiteX46219" fmla="*/ 2509457 w 3114960"/>
              <a:gd name="connsiteY46219" fmla="*/ 3989927 h 5143785"/>
              <a:gd name="connsiteX46220" fmla="*/ 2548604 w 3114960"/>
              <a:gd name="connsiteY46220" fmla="*/ 3989070 h 5143785"/>
              <a:gd name="connsiteX46221" fmla="*/ 2550795 w 3114960"/>
              <a:gd name="connsiteY46221" fmla="*/ 3987546 h 5143785"/>
              <a:gd name="connsiteX46222" fmla="*/ 2550224 w 3114960"/>
              <a:gd name="connsiteY46222" fmla="*/ 3984974 h 5143785"/>
              <a:gd name="connsiteX46223" fmla="*/ 2487549 w 3114960"/>
              <a:gd name="connsiteY46223" fmla="*/ 3925253 h 5143785"/>
              <a:gd name="connsiteX46224" fmla="*/ 2485930 w 3114960"/>
              <a:gd name="connsiteY46224" fmla="*/ 3924586 h 5143785"/>
              <a:gd name="connsiteX46225" fmla="*/ 2412968 w 3114960"/>
              <a:gd name="connsiteY46225" fmla="*/ 3923824 h 5143785"/>
              <a:gd name="connsiteX46226" fmla="*/ 2402872 w 3114960"/>
              <a:gd name="connsiteY46226" fmla="*/ 3915632 h 5143785"/>
              <a:gd name="connsiteX46227" fmla="*/ 2392299 w 3114960"/>
              <a:gd name="connsiteY46227" fmla="*/ 3926205 h 5143785"/>
              <a:gd name="connsiteX46228" fmla="*/ 2402872 w 3114960"/>
              <a:gd name="connsiteY46228" fmla="*/ 3936778 h 5143785"/>
              <a:gd name="connsiteX46229" fmla="*/ 2412968 w 3114960"/>
              <a:gd name="connsiteY46229" fmla="*/ 3928586 h 5143785"/>
              <a:gd name="connsiteX46230" fmla="*/ 2484882 w 3114960"/>
              <a:gd name="connsiteY46230" fmla="*/ 3929348 h 5143785"/>
              <a:gd name="connsiteX46231" fmla="*/ 2542699 w 3114960"/>
              <a:gd name="connsiteY46231" fmla="*/ 3984498 h 5143785"/>
              <a:gd name="connsiteX46232" fmla="*/ 2509457 w 3114960"/>
              <a:gd name="connsiteY46232" fmla="*/ 3985260 h 5143785"/>
              <a:gd name="connsiteX46233" fmla="*/ 2509457 w 3114960"/>
              <a:gd name="connsiteY46233" fmla="*/ 3983831 h 5143785"/>
              <a:gd name="connsiteX46234" fmla="*/ 2504313 w 3114960"/>
              <a:gd name="connsiteY46234" fmla="*/ 3978688 h 5143785"/>
              <a:gd name="connsiteX46235" fmla="*/ 2497836 w 3114960"/>
              <a:gd name="connsiteY46235" fmla="*/ 3978688 h 5143785"/>
              <a:gd name="connsiteX46236" fmla="*/ 2492788 w 3114960"/>
              <a:gd name="connsiteY46236" fmla="*/ 3983165 h 5143785"/>
              <a:gd name="connsiteX46237" fmla="*/ 2398776 w 3114960"/>
              <a:gd name="connsiteY46237" fmla="*/ 3983165 h 5143785"/>
              <a:gd name="connsiteX46238" fmla="*/ 2370773 w 3114960"/>
              <a:gd name="connsiteY46238" fmla="*/ 3961448 h 5143785"/>
              <a:gd name="connsiteX46239" fmla="*/ 2372678 w 3114960"/>
              <a:gd name="connsiteY46239" fmla="*/ 3954685 h 5143785"/>
              <a:gd name="connsiteX46240" fmla="*/ 2359247 w 3114960"/>
              <a:gd name="connsiteY46240" fmla="*/ 3941255 h 5143785"/>
              <a:gd name="connsiteX46241" fmla="*/ 2345817 w 3114960"/>
              <a:gd name="connsiteY46241" fmla="*/ 3954685 h 5143785"/>
              <a:gd name="connsiteX46242" fmla="*/ 2359247 w 3114960"/>
              <a:gd name="connsiteY46242" fmla="*/ 3968115 h 5143785"/>
              <a:gd name="connsiteX46243" fmla="*/ 2367725 w 3114960"/>
              <a:gd name="connsiteY46243" fmla="*/ 3965067 h 5143785"/>
              <a:gd name="connsiteX46244" fmla="*/ 2397157 w 3114960"/>
              <a:gd name="connsiteY46244" fmla="*/ 3987927 h 5143785"/>
              <a:gd name="connsiteX46245" fmla="*/ 2492693 w 3114960"/>
              <a:gd name="connsiteY46245" fmla="*/ 3987927 h 5143785"/>
              <a:gd name="connsiteX46246" fmla="*/ 2492693 w 3114960"/>
              <a:gd name="connsiteY46246" fmla="*/ 3996309 h 5143785"/>
              <a:gd name="connsiteX46247" fmla="*/ 2396585 w 3114960"/>
              <a:gd name="connsiteY46247" fmla="*/ 3996309 h 5143785"/>
              <a:gd name="connsiteX46248" fmla="*/ 2376964 w 3114960"/>
              <a:gd name="connsiteY46248" fmla="*/ 4013263 h 5143785"/>
              <a:gd name="connsiteX46249" fmla="*/ 2370392 w 3114960"/>
              <a:gd name="connsiteY46249" fmla="*/ 4011454 h 5143785"/>
              <a:gd name="connsiteX46250" fmla="*/ 2356961 w 3114960"/>
              <a:gd name="connsiteY46250" fmla="*/ 4024884 h 5143785"/>
              <a:gd name="connsiteX46251" fmla="*/ 2370392 w 3114960"/>
              <a:gd name="connsiteY46251" fmla="*/ 4038314 h 5143785"/>
              <a:gd name="connsiteX46252" fmla="*/ 2383822 w 3114960"/>
              <a:gd name="connsiteY46252" fmla="*/ 4024884 h 5143785"/>
              <a:gd name="connsiteX46253" fmla="*/ 2383060 w 3114960"/>
              <a:gd name="connsiteY46253" fmla="*/ 4020598 h 5143785"/>
              <a:gd name="connsiteX46254" fmla="*/ 2400110 w 3114960"/>
              <a:gd name="connsiteY46254" fmla="*/ 4005834 h 5143785"/>
              <a:gd name="connsiteX46255" fmla="*/ 2492978 w 3114960"/>
              <a:gd name="connsiteY46255" fmla="*/ 4005834 h 5143785"/>
              <a:gd name="connsiteX46256" fmla="*/ 2497836 w 3114960"/>
              <a:gd name="connsiteY46256" fmla="*/ 4009454 h 5143785"/>
              <a:gd name="connsiteX46257" fmla="*/ 2504313 w 3114960"/>
              <a:gd name="connsiteY46257" fmla="*/ 4009454 h 5143785"/>
              <a:gd name="connsiteX46258" fmla="*/ 2509457 w 3114960"/>
              <a:gd name="connsiteY46258" fmla="*/ 4004310 h 5143785"/>
              <a:gd name="connsiteX46259" fmla="*/ 2509457 w 3114960"/>
              <a:gd name="connsiteY46259" fmla="*/ 4001357 h 5143785"/>
              <a:gd name="connsiteX46260" fmla="*/ 2560701 w 3114960"/>
              <a:gd name="connsiteY46260" fmla="*/ 4000786 h 5143785"/>
              <a:gd name="connsiteX46261" fmla="*/ 2599563 w 3114960"/>
              <a:gd name="connsiteY46261" fmla="*/ 4035838 h 5143785"/>
              <a:gd name="connsiteX46262" fmla="*/ 2598801 w 3114960"/>
              <a:gd name="connsiteY46262" fmla="*/ 4038695 h 5143785"/>
              <a:gd name="connsiteX46263" fmla="*/ 2598801 w 3114960"/>
              <a:gd name="connsiteY46263" fmla="*/ 4041267 h 5143785"/>
              <a:gd name="connsiteX46264" fmla="*/ 2409254 w 3114960"/>
              <a:gd name="connsiteY46264" fmla="*/ 4041267 h 5143785"/>
              <a:gd name="connsiteX46265" fmla="*/ 2393442 w 3114960"/>
              <a:gd name="connsiteY46265" fmla="*/ 4062603 h 5143785"/>
              <a:gd name="connsiteX46266" fmla="*/ 2324767 w 3114960"/>
              <a:gd name="connsiteY46266" fmla="*/ 4062603 h 5143785"/>
              <a:gd name="connsiteX46267" fmla="*/ 2314004 w 3114960"/>
              <a:gd name="connsiteY46267" fmla="*/ 4053840 h 5143785"/>
              <a:gd name="connsiteX46268" fmla="*/ 2302764 w 3114960"/>
              <a:gd name="connsiteY46268" fmla="*/ 4065080 h 5143785"/>
              <a:gd name="connsiteX46269" fmla="*/ 2314004 w 3114960"/>
              <a:gd name="connsiteY46269" fmla="*/ 4076319 h 5143785"/>
              <a:gd name="connsiteX46270" fmla="*/ 2324767 w 3114960"/>
              <a:gd name="connsiteY46270" fmla="*/ 4067461 h 5143785"/>
              <a:gd name="connsiteX46271" fmla="*/ 2395919 w 3114960"/>
              <a:gd name="connsiteY46271" fmla="*/ 4067461 h 5143785"/>
              <a:gd name="connsiteX46272" fmla="*/ 2411730 w 3114960"/>
              <a:gd name="connsiteY46272" fmla="*/ 4046030 h 5143785"/>
              <a:gd name="connsiteX46273" fmla="*/ 2598801 w 3114960"/>
              <a:gd name="connsiteY46273" fmla="*/ 4046030 h 5143785"/>
              <a:gd name="connsiteX46274" fmla="*/ 2598801 w 3114960"/>
              <a:gd name="connsiteY46274" fmla="*/ 4048601 h 5143785"/>
              <a:gd name="connsiteX46275" fmla="*/ 2605088 w 3114960"/>
              <a:gd name="connsiteY46275" fmla="*/ 4054888 h 5143785"/>
              <a:gd name="connsiteX46276" fmla="*/ 2603563 w 3114960"/>
              <a:gd name="connsiteY46276" fmla="*/ 4038695 h 5143785"/>
              <a:gd name="connsiteX46277" fmla="*/ 2605088 w 3114960"/>
              <a:gd name="connsiteY46277" fmla="*/ 4037171 h 5143785"/>
              <a:gd name="connsiteX46278" fmla="*/ 2614994 w 3114960"/>
              <a:gd name="connsiteY46278" fmla="*/ 4037171 h 5143785"/>
              <a:gd name="connsiteX46279" fmla="*/ 2616518 w 3114960"/>
              <a:gd name="connsiteY46279" fmla="*/ 4038695 h 5143785"/>
              <a:gd name="connsiteX46280" fmla="*/ 2616518 w 3114960"/>
              <a:gd name="connsiteY46280" fmla="*/ 4048601 h 5143785"/>
              <a:gd name="connsiteX46281" fmla="*/ 2614994 w 3114960"/>
              <a:gd name="connsiteY46281" fmla="*/ 4050125 h 5143785"/>
              <a:gd name="connsiteX46282" fmla="*/ 2605088 w 3114960"/>
              <a:gd name="connsiteY46282" fmla="*/ 4050125 h 5143785"/>
              <a:gd name="connsiteX46283" fmla="*/ 2603563 w 3114960"/>
              <a:gd name="connsiteY46283" fmla="*/ 4048601 h 5143785"/>
              <a:gd name="connsiteX46284" fmla="*/ 2603563 w 3114960"/>
              <a:gd name="connsiteY46284" fmla="*/ 4038695 h 5143785"/>
              <a:gd name="connsiteX46285" fmla="*/ 2402872 w 3114960"/>
              <a:gd name="connsiteY46285" fmla="*/ 3932015 h 5143785"/>
              <a:gd name="connsiteX46286" fmla="*/ 2397062 w 3114960"/>
              <a:gd name="connsiteY46286" fmla="*/ 3926205 h 5143785"/>
              <a:gd name="connsiteX46287" fmla="*/ 2402872 w 3114960"/>
              <a:gd name="connsiteY46287" fmla="*/ 3920395 h 5143785"/>
              <a:gd name="connsiteX46288" fmla="*/ 2408682 w 3114960"/>
              <a:gd name="connsiteY46288" fmla="*/ 3926205 h 5143785"/>
              <a:gd name="connsiteX46289" fmla="*/ 2402872 w 3114960"/>
              <a:gd name="connsiteY46289" fmla="*/ 3932015 h 5143785"/>
              <a:gd name="connsiteX46290" fmla="*/ 2359247 w 3114960"/>
              <a:gd name="connsiteY46290" fmla="*/ 3963353 h 5143785"/>
              <a:gd name="connsiteX46291" fmla="*/ 2350580 w 3114960"/>
              <a:gd name="connsiteY46291" fmla="*/ 3954685 h 5143785"/>
              <a:gd name="connsiteX46292" fmla="*/ 2359247 w 3114960"/>
              <a:gd name="connsiteY46292" fmla="*/ 3946017 h 5143785"/>
              <a:gd name="connsiteX46293" fmla="*/ 2367915 w 3114960"/>
              <a:gd name="connsiteY46293" fmla="*/ 3954685 h 5143785"/>
              <a:gd name="connsiteX46294" fmla="*/ 2359247 w 3114960"/>
              <a:gd name="connsiteY46294" fmla="*/ 3963353 h 5143785"/>
              <a:gd name="connsiteX46295" fmla="*/ 2370296 w 3114960"/>
              <a:gd name="connsiteY46295" fmla="*/ 4033647 h 5143785"/>
              <a:gd name="connsiteX46296" fmla="*/ 2361629 w 3114960"/>
              <a:gd name="connsiteY46296" fmla="*/ 4024979 h 5143785"/>
              <a:gd name="connsiteX46297" fmla="*/ 2370296 w 3114960"/>
              <a:gd name="connsiteY46297" fmla="*/ 4016312 h 5143785"/>
              <a:gd name="connsiteX46298" fmla="*/ 2378964 w 3114960"/>
              <a:gd name="connsiteY46298" fmla="*/ 4024979 h 5143785"/>
              <a:gd name="connsiteX46299" fmla="*/ 2370296 w 3114960"/>
              <a:gd name="connsiteY46299" fmla="*/ 4033647 h 5143785"/>
              <a:gd name="connsiteX46300" fmla="*/ 2506980 w 3114960"/>
              <a:gd name="connsiteY46300" fmla="*/ 4004215 h 5143785"/>
              <a:gd name="connsiteX46301" fmla="*/ 2504313 w 3114960"/>
              <a:gd name="connsiteY46301" fmla="*/ 4006882 h 5143785"/>
              <a:gd name="connsiteX46302" fmla="*/ 2497836 w 3114960"/>
              <a:gd name="connsiteY46302" fmla="*/ 4006882 h 5143785"/>
              <a:gd name="connsiteX46303" fmla="*/ 2495169 w 3114960"/>
              <a:gd name="connsiteY46303" fmla="*/ 4004215 h 5143785"/>
              <a:gd name="connsiteX46304" fmla="*/ 2495169 w 3114960"/>
              <a:gd name="connsiteY46304" fmla="*/ 4004215 h 5143785"/>
              <a:gd name="connsiteX46305" fmla="*/ 2506980 w 3114960"/>
              <a:gd name="connsiteY46305" fmla="*/ 4004120 h 5143785"/>
              <a:gd name="connsiteX46306" fmla="*/ 2506980 w 3114960"/>
              <a:gd name="connsiteY46306" fmla="*/ 4004120 h 5143785"/>
              <a:gd name="connsiteX46307" fmla="*/ 2506980 w 3114960"/>
              <a:gd name="connsiteY46307" fmla="*/ 4001643 h 5143785"/>
              <a:gd name="connsiteX46308" fmla="*/ 2495169 w 3114960"/>
              <a:gd name="connsiteY46308" fmla="*/ 4001643 h 5143785"/>
              <a:gd name="connsiteX46309" fmla="*/ 2495169 w 3114960"/>
              <a:gd name="connsiteY46309" fmla="*/ 3998881 h 5143785"/>
              <a:gd name="connsiteX46310" fmla="*/ 2506980 w 3114960"/>
              <a:gd name="connsiteY46310" fmla="*/ 3998881 h 5143785"/>
              <a:gd name="connsiteX46311" fmla="*/ 2506980 w 3114960"/>
              <a:gd name="connsiteY46311" fmla="*/ 4001643 h 5143785"/>
              <a:gd name="connsiteX46312" fmla="*/ 2506980 w 3114960"/>
              <a:gd name="connsiteY46312" fmla="*/ 3997357 h 5143785"/>
              <a:gd name="connsiteX46313" fmla="*/ 2495169 w 3114960"/>
              <a:gd name="connsiteY46313" fmla="*/ 3997357 h 5143785"/>
              <a:gd name="connsiteX46314" fmla="*/ 2495169 w 3114960"/>
              <a:gd name="connsiteY46314" fmla="*/ 3987642 h 5143785"/>
              <a:gd name="connsiteX46315" fmla="*/ 2506980 w 3114960"/>
              <a:gd name="connsiteY46315" fmla="*/ 3987642 h 5143785"/>
              <a:gd name="connsiteX46316" fmla="*/ 2506980 w 3114960"/>
              <a:gd name="connsiteY46316" fmla="*/ 3997357 h 5143785"/>
              <a:gd name="connsiteX46317" fmla="*/ 2506980 w 3114960"/>
              <a:gd name="connsiteY46317" fmla="*/ 3984498 h 5143785"/>
              <a:gd name="connsiteX46318" fmla="*/ 2495169 w 3114960"/>
              <a:gd name="connsiteY46318" fmla="*/ 3984498 h 5143785"/>
              <a:gd name="connsiteX46319" fmla="*/ 2495169 w 3114960"/>
              <a:gd name="connsiteY46319" fmla="*/ 3983831 h 5143785"/>
              <a:gd name="connsiteX46320" fmla="*/ 2497836 w 3114960"/>
              <a:gd name="connsiteY46320" fmla="*/ 3981164 h 5143785"/>
              <a:gd name="connsiteX46321" fmla="*/ 2504313 w 3114960"/>
              <a:gd name="connsiteY46321" fmla="*/ 3981164 h 5143785"/>
              <a:gd name="connsiteX46322" fmla="*/ 2506980 w 3114960"/>
              <a:gd name="connsiteY46322" fmla="*/ 3983831 h 5143785"/>
              <a:gd name="connsiteX46323" fmla="*/ 2506980 w 3114960"/>
              <a:gd name="connsiteY46323" fmla="*/ 3984498 h 5143785"/>
              <a:gd name="connsiteX46324" fmla="*/ 2314004 w 3114960"/>
              <a:gd name="connsiteY46324" fmla="*/ 4071652 h 5143785"/>
              <a:gd name="connsiteX46325" fmla="*/ 2307527 w 3114960"/>
              <a:gd name="connsiteY46325" fmla="*/ 4065175 h 5143785"/>
              <a:gd name="connsiteX46326" fmla="*/ 2314004 w 3114960"/>
              <a:gd name="connsiteY46326" fmla="*/ 4058698 h 5143785"/>
              <a:gd name="connsiteX46327" fmla="*/ 2320481 w 3114960"/>
              <a:gd name="connsiteY46327" fmla="*/ 4065175 h 5143785"/>
              <a:gd name="connsiteX46328" fmla="*/ 2314004 w 3114960"/>
              <a:gd name="connsiteY46328" fmla="*/ 4071652 h 5143785"/>
              <a:gd name="connsiteX46329" fmla="*/ 116681 w 3114960"/>
              <a:gd name="connsiteY46329" fmla="*/ 2775395 h 5143785"/>
              <a:gd name="connsiteX46330" fmla="*/ 131731 w 3114960"/>
              <a:gd name="connsiteY46330" fmla="*/ 2765393 h 5143785"/>
              <a:gd name="connsiteX46331" fmla="*/ 141732 w 3114960"/>
              <a:gd name="connsiteY46331" fmla="*/ 2780443 h 5143785"/>
              <a:gd name="connsiteX46332" fmla="*/ 126683 w 3114960"/>
              <a:gd name="connsiteY46332" fmla="*/ 2790444 h 5143785"/>
              <a:gd name="connsiteX46333" fmla="*/ 116681 w 3114960"/>
              <a:gd name="connsiteY46333" fmla="*/ 2775395 h 5143785"/>
              <a:gd name="connsiteX46334" fmla="*/ 2385917 w 3114960"/>
              <a:gd name="connsiteY46334" fmla="*/ 3214021 h 5143785"/>
              <a:gd name="connsiteX46335" fmla="*/ 2379250 w 3114960"/>
              <a:gd name="connsiteY46335" fmla="*/ 3218688 h 5143785"/>
              <a:gd name="connsiteX46336" fmla="*/ 2377821 w 3114960"/>
              <a:gd name="connsiteY46336" fmla="*/ 3226689 h 5143785"/>
              <a:gd name="connsiteX46337" fmla="*/ 2388203 w 3114960"/>
              <a:gd name="connsiteY46337" fmla="*/ 3234976 h 5143785"/>
              <a:gd name="connsiteX46338" fmla="*/ 2390489 w 3114960"/>
              <a:gd name="connsiteY46338" fmla="*/ 3234690 h 5143785"/>
              <a:gd name="connsiteX46339" fmla="*/ 2397157 w 3114960"/>
              <a:gd name="connsiteY46339" fmla="*/ 3230023 h 5143785"/>
              <a:gd name="connsiteX46340" fmla="*/ 2398586 w 3114960"/>
              <a:gd name="connsiteY46340" fmla="*/ 3222022 h 5143785"/>
              <a:gd name="connsiteX46341" fmla="*/ 2396204 w 3114960"/>
              <a:gd name="connsiteY46341" fmla="*/ 3217545 h 5143785"/>
              <a:gd name="connsiteX46342" fmla="*/ 2430971 w 3114960"/>
              <a:gd name="connsiteY46342" fmla="*/ 3187922 h 5143785"/>
              <a:gd name="connsiteX46343" fmla="*/ 2491550 w 3114960"/>
              <a:gd name="connsiteY46343" fmla="*/ 3187542 h 5143785"/>
              <a:gd name="connsiteX46344" fmla="*/ 2507171 w 3114960"/>
              <a:gd name="connsiteY46344" fmla="*/ 3199067 h 5143785"/>
              <a:gd name="connsiteX46345" fmla="*/ 2578703 w 3114960"/>
              <a:gd name="connsiteY46345" fmla="*/ 3198876 h 5143785"/>
              <a:gd name="connsiteX46346" fmla="*/ 2654999 w 3114960"/>
              <a:gd name="connsiteY46346" fmla="*/ 3128010 h 5143785"/>
              <a:gd name="connsiteX46347" fmla="*/ 2674239 w 3114960"/>
              <a:gd name="connsiteY46347" fmla="*/ 3128010 h 5143785"/>
              <a:gd name="connsiteX46348" fmla="*/ 2674239 w 3114960"/>
              <a:gd name="connsiteY46348" fmla="*/ 3131915 h 5143785"/>
              <a:gd name="connsiteX46349" fmla="*/ 2681097 w 3114960"/>
              <a:gd name="connsiteY46349" fmla="*/ 3138678 h 5143785"/>
              <a:gd name="connsiteX46350" fmla="*/ 2693765 w 3114960"/>
              <a:gd name="connsiteY46350" fmla="*/ 3138678 h 5143785"/>
              <a:gd name="connsiteX46351" fmla="*/ 2700623 w 3114960"/>
              <a:gd name="connsiteY46351" fmla="*/ 3131915 h 5143785"/>
              <a:gd name="connsiteX46352" fmla="*/ 2700623 w 3114960"/>
              <a:gd name="connsiteY46352" fmla="*/ 3119247 h 5143785"/>
              <a:gd name="connsiteX46353" fmla="*/ 2693765 w 3114960"/>
              <a:gd name="connsiteY46353" fmla="*/ 3112484 h 5143785"/>
              <a:gd name="connsiteX46354" fmla="*/ 2681097 w 3114960"/>
              <a:gd name="connsiteY46354" fmla="*/ 3112484 h 5143785"/>
              <a:gd name="connsiteX46355" fmla="*/ 2674239 w 3114960"/>
              <a:gd name="connsiteY46355" fmla="*/ 3119247 h 5143785"/>
              <a:gd name="connsiteX46356" fmla="*/ 2674239 w 3114960"/>
              <a:gd name="connsiteY46356" fmla="*/ 3123248 h 5143785"/>
              <a:gd name="connsiteX46357" fmla="*/ 2653189 w 3114960"/>
              <a:gd name="connsiteY46357" fmla="*/ 3123248 h 5143785"/>
              <a:gd name="connsiteX46358" fmla="*/ 2576894 w 3114960"/>
              <a:gd name="connsiteY46358" fmla="*/ 3194209 h 5143785"/>
              <a:gd name="connsiteX46359" fmla="*/ 2508790 w 3114960"/>
              <a:gd name="connsiteY46359" fmla="*/ 3194399 h 5143785"/>
              <a:gd name="connsiteX46360" fmla="*/ 2493074 w 3114960"/>
              <a:gd name="connsiteY46360" fmla="*/ 3182779 h 5143785"/>
              <a:gd name="connsiteX46361" fmla="*/ 2429256 w 3114960"/>
              <a:gd name="connsiteY46361" fmla="*/ 3183160 h 5143785"/>
              <a:gd name="connsiteX46362" fmla="*/ 2428589 w 3114960"/>
              <a:gd name="connsiteY46362" fmla="*/ 3183731 h 5143785"/>
              <a:gd name="connsiteX46363" fmla="*/ 2392585 w 3114960"/>
              <a:gd name="connsiteY46363" fmla="*/ 3214497 h 5143785"/>
              <a:gd name="connsiteX46364" fmla="*/ 2393156 w 3114960"/>
              <a:gd name="connsiteY46364" fmla="*/ 3214973 h 5143785"/>
              <a:gd name="connsiteX46365" fmla="*/ 2386013 w 3114960"/>
              <a:gd name="connsiteY46365" fmla="*/ 3213926 h 5143785"/>
              <a:gd name="connsiteX46366" fmla="*/ 2679002 w 3114960"/>
              <a:gd name="connsiteY46366" fmla="*/ 3119342 h 5143785"/>
              <a:gd name="connsiteX46367" fmla="*/ 2681097 w 3114960"/>
              <a:gd name="connsiteY46367" fmla="*/ 3117342 h 5143785"/>
              <a:gd name="connsiteX46368" fmla="*/ 2693765 w 3114960"/>
              <a:gd name="connsiteY46368" fmla="*/ 3117342 h 5143785"/>
              <a:gd name="connsiteX46369" fmla="*/ 2695861 w 3114960"/>
              <a:gd name="connsiteY46369" fmla="*/ 3119342 h 5143785"/>
              <a:gd name="connsiteX46370" fmla="*/ 2695861 w 3114960"/>
              <a:gd name="connsiteY46370" fmla="*/ 3132011 h 5143785"/>
              <a:gd name="connsiteX46371" fmla="*/ 2693765 w 3114960"/>
              <a:gd name="connsiteY46371" fmla="*/ 3134011 h 5143785"/>
              <a:gd name="connsiteX46372" fmla="*/ 2681097 w 3114960"/>
              <a:gd name="connsiteY46372" fmla="*/ 3134011 h 5143785"/>
              <a:gd name="connsiteX46373" fmla="*/ 2679002 w 3114960"/>
              <a:gd name="connsiteY46373" fmla="*/ 3132011 h 5143785"/>
              <a:gd name="connsiteX46374" fmla="*/ 2679002 w 3114960"/>
              <a:gd name="connsiteY46374" fmla="*/ 3119342 h 5143785"/>
              <a:gd name="connsiteX46375" fmla="*/ 2394014 w 3114960"/>
              <a:gd name="connsiteY46375" fmla="*/ 3223165 h 5143785"/>
              <a:gd name="connsiteX46376" fmla="*/ 2393252 w 3114960"/>
              <a:gd name="connsiteY46376" fmla="*/ 3227546 h 5143785"/>
              <a:gd name="connsiteX46377" fmla="*/ 2389537 w 3114960"/>
              <a:gd name="connsiteY46377" fmla="*/ 3230118 h 5143785"/>
              <a:gd name="connsiteX46378" fmla="*/ 2382584 w 3114960"/>
              <a:gd name="connsiteY46378" fmla="*/ 3225642 h 5143785"/>
              <a:gd name="connsiteX46379" fmla="*/ 2383346 w 3114960"/>
              <a:gd name="connsiteY46379" fmla="*/ 3221260 h 5143785"/>
              <a:gd name="connsiteX46380" fmla="*/ 2387060 w 3114960"/>
              <a:gd name="connsiteY46380" fmla="*/ 3218688 h 5143785"/>
              <a:gd name="connsiteX46381" fmla="*/ 2388394 w 3114960"/>
              <a:gd name="connsiteY46381" fmla="*/ 3218498 h 5143785"/>
              <a:gd name="connsiteX46382" fmla="*/ 2391537 w 3114960"/>
              <a:gd name="connsiteY46382" fmla="*/ 3219450 h 5143785"/>
              <a:gd name="connsiteX46383" fmla="*/ 2394109 w 3114960"/>
              <a:gd name="connsiteY46383" fmla="*/ 3223165 h 5143785"/>
              <a:gd name="connsiteX46384" fmla="*/ 2351246 w 3114960"/>
              <a:gd name="connsiteY46384" fmla="*/ 3237452 h 5143785"/>
              <a:gd name="connsiteX46385" fmla="*/ 2343150 w 3114960"/>
              <a:gd name="connsiteY46385" fmla="*/ 3237452 h 5143785"/>
              <a:gd name="connsiteX46386" fmla="*/ 2336292 w 3114960"/>
              <a:gd name="connsiteY46386" fmla="*/ 3244215 h 5143785"/>
              <a:gd name="connsiteX46387" fmla="*/ 2336292 w 3114960"/>
              <a:gd name="connsiteY46387" fmla="*/ 3252311 h 5143785"/>
              <a:gd name="connsiteX46388" fmla="*/ 2343150 w 3114960"/>
              <a:gd name="connsiteY46388" fmla="*/ 3259169 h 5143785"/>
              <a:gd name="connsiteX46389" fmla="*/ 2351246 w 3114960"/>
              <a:gd name="connsiteY46389" fmla="*/ 3259169 h 5143785"/>
              <a:gd name="connsiteX46390" fmla="*/ 2358104 w 3114960"/>
              <a:gd name="connsiteY46390" fmla="*/ 3252311 h 5143785"/>
              <a:gd name="connsiteX46391" fmla="*/ 2358104 w 3114960"/>
              <a:gd name="connsiteY46391" fmla="*/ 3249740 h 5143785"/>
              <a:gd name="connsiteX46392" fmla="*/ 2377345 w 3114960"/>
              <a:gd name="connsiteY46392" fmla="*/ 3249740 h 5143785"/>
              <a:gd name="connsiteX46393" fmla="*/ 2453640 w 3114960"/>
              <a:gd name="connsiteY46393" fmla="*/ 3320701 h 5143785"/>
              <a:gd name="connsiteX46394" fmla="*/ 2509457 w 3114960"/>
              <a:gd name="connsiteY46394" fmla="*/ 3320701 h 5143785"/>
              <a:gd name="connsiteX46395" fmla="*/ 2514124 w 3114960"/>
              <a:gd name="connsiteY46395" fmla="*/ 3327368 h 5143785"/>
              <a:gd name="connsiteX46396" fmla="*/ 2519839 w 3114960"/>
              <a:gd name="connsiteY46396" fmla="*/ 3328988 h 5143785"/>
              <a:gd name="connsiteX46397" fmla="*/ 2522220 w 3114960"/>
              <a:gd name="connsiteY46397" fmla="*/ 3328702 h 5143785"/>
              <a:gd name="connsiteX46398" fmla="*/ 2528888 w 3114960"/>
              <a:gd name="connsiteY46398" fmla="*/ 3324035 h 5143785"/>
              <a:gd name="connsiteX46399" fmla="*/ 2530317 w 3114960"/>
              <a:gd name="connsiteY46399" fmla="*/ 3316034 h 5143785"/>
              <a:gd name="connsiteX46400" fmla="*/ 2525649 w 3114960"/>
              <a:gd name="connsiteY46400" fmla="*/ 3309366 h 5143785"/>
              <a:gd name="connsiteX46401" fmla="*/ 2517648 w 3114960"/>
              <a:gd name="connsiteY46401" fmla="*/ 3307937 h 5143785"/>
              <a:gd name="connsiteX46402" fmla="*/ 2510980 w 3114960"/>
              <a:gd name="connsiteY46402" fmla="*/ 3312605 h 5143785"/>
              <a:gd name="connsiteX46403" fmla="*/ 2509742 w 3114960"/>
              <a:gd name="connsiteY46403" fmla="*/ 3315938 h 5143785"/>
              <a:gd name="connsiteX46404" fmla="*/ 2455736 w 3114960"/>
              <a:gd name="connsiteY46404" fmla="*/ 3315938 h 5143785"/>
              <a:gd name="connsiteX46405" fmla="*/ 2379440 w 3114960"/>
              <a:gd name="connsiteY46405" fmla="*/ 3244977 h 5143785"/>
              <a:gd name="connsiteX46406" fmla="*/ 2358390 w 3114960"/>
              <a:gd name="connsiteY46406" fmla="*/ 3244977 h 5143785"/>
              <a:gd name="connsiteX46407" fmla="*/ 2358390 w 3114960"/>
              <a:gd name="connsiteY46407" fmla="*/ 3244120 h 5143785"/>
              <a:gd name="connsiteX46408" fmla="*/ 2351532 w 3114960"/>
              <a:gd name="connsiteY46408" fmla="*/ 3237357 h 5143785"/>
              <a:gd name="connsiteX46409" fmla="*/ 2353342 w 3114960"/>
              <a:gd name="connsiteY46409" fmla="*/ 3252311 h 5143785"/>
              <a:gd name="connsiteX46410" fmla="*/ 2351246 w 3114960"/>
              <a:gd name="connsiteY46410" fmla="*/ 3254407 h 5143785"/>
              <a:gd name="connsiteX46411" fmla="*/ 2343150 w 3114960"/>
              <a:gd name="connsiteY46411" fmla="*/ 3254407 h 5143785"/>
              <a:gd name="connsiteX46412" fmla="*/ 2341055 w 3114960"/>
              <a:gd name="connsiteY46412" fmla="*/ 3252311 h 5143785"/>
              <a:gd name="connsiteX46413" fmla="*/ 2341055 w 3114960"/>
              <a:gd name="connsiteY46413" fmla="*/ 3244215 h 5143785"/>
              <a:gd name="connsiteX46414" fmla="*/ 2343150 w 3114960"/>
              <a:gd name="connsiteY46414" fmla="*/ 3242215 h 5143785"/>
              <a:gd name="connsiteX46415" fmla="*/ 2351246 w 3114960"/>
              <a:gd name="connsiteY46415" fmla="*/ 3242215 h 5143785"/>
              <a:gd name="connsiteX46416" fmla="*/ 2353342 w 3114960"/>
              <a:gd name="connsiteY46416" fmla="*/ 3244215 h 5143785"/>
              <a:gd name="connsiteX46417" fmla="*/ 2353342 w 3114960"/>
              <a:gd name="connsiteY46417" fmla="*/ 3252311 h 5143785"/>
              <a:gd name="connsiteX46418" fmla="*/ 2514791 w 3114960"/>
              <a:gd name="connsiteY46418" fmla="*/ 3315272 h 5143785"/>
              <a:gd name="connsiteX46419" fmla="*/ 2518505 w 3114960"/>
              <a:gd name="connsiteY46419" fmla="*/ 3312700 h 5143785"/>
              <a:gd name="connsiteX46420" fmla="*/ 2519839 w 3114960"/>
              <a:gd name="connsiteY46420" fmla="*/ 3312509 h 5143785"/>
              <a:gd name="connsiteX46421" fmla="*/ 2522982 w 3114960"/>
              <a:gd name="connsiteY46421" fmla="*/ 3313462 h 5143785"/>
              <a:gd name="connsiteX46422" fmla="*/ 2525554 w 3114960"/>
              <a:gd name="connsiteY46422" fmla="*/ 3317177 h 5143785"/>
              <a:gd name="connsiteX46423" fmla="*/ 2524792 w 3114960"/>
              <a:gd name="connsiteY46423" fmla="*/ 3321558 h 5143785"/>
              <a:gd name="connsiteX46424" fmla="*/ 2521077 w 3114960"/>
              <a:gd name="connsiteY46424" fmla="*/ 3324130 h 5143785"/>
              <a:gd name="connsiteX46425" fmla="*/ 2516696 w 3114960"/>
              <a:gd name="connsiteY46425" fmla="*/ 3323368 h 5143785"/>
              <a:gd name="connsiteX46426" fmla="*/ 2514124 w 3114960"/>
              <a:gd name="connsiteY46426" fmla="*/ 3319653 h 5143785"/>
              <a:gd name="connsiteX46427" fmla="*/ 2514886 w 3114960"/>
              <a:gd name="connsiteY46427" fmla="*/ 3315272 h 5143785"/>
              <a:gd name="connsiteX46428" fmla="*/ 2792540 w 3114960"/>
              <a:gd name="connsiteY46428" fmla="*/ 3793808 h 5143785"/>
              <a:gd name="connsiteX46429" fmla="*/ 2793492 w 3114960"/>
              <a:gd name="connsiteY46429" fmla="*/ 3791998 h 5143785"/>
              <a:gd name="connsiteX46430" fmla="*/ 2690717 w 3114960"/>
              <a:gd name="connsiteY46430" fmla="*/ 3696176 h 5143785"/>
              <a:gd name="connsiteX46431" fmla="*/ 2689955 w 3114960"/>
              <a:gd name="connsiteY46431" fmla="*/ 3561874 h 5143785"/>
              <a:gd name="connsiteX46432" fmla="*/ 2686526 w 3114960"/>
              <a:gd name="connsiteY46432" fmla="*/ 3560159 h 5143785"/>
              <a:gd name="connsiteX46433" fmla="*/ 2684907 w 3114960"/>
              <a:gd name="connsiteY46433" fmla="*/ 3546920 h 5143785"/>
              <a:gd name="connsiteX46434" fmla="*/ 2698147 w 3114960"/>
              <a:gd name="connsiteY46434" fmla="*/ 3545300 h 5143785"/>
              <a:gd name="connsiteX46435" fmla="*/ 2699766 w 3114960"/>
              <a:gd name="connsiteY46435" fmla="*/ 3558540 h 5143785"/>
              <a:gd name="connsiteX46436" fmla="*/ 2694718 w 3114960"/>
              <a:gd name="connsiteY46436" fmla="*/ 3561684 h 5143785"/>
              <a:gd name="connsiteX46437" fmla="*/ 2695480 w 3114960"/>
              <a:gd name="connsiteY46437" fmla="*/ 3693986 h 5143785"/>
              <a:gd name="connsiteX46438" fmla="*/ 2796826 w 3114960"/>
              <a:gd name="connsiteY46438" fmla="*/ 3788474 h 5143785"/>
              <a:gd name="connsiteX46439" fmla="*/ 2803208 w 3114960"/>
              <a:gd name="connsiteY46439" fmla="*/ 3787807 h 5143785"/>
              <a:gd name="connsiteX46440" fmla="*/ 2809113 w 3114960"/>
              <a:gd name="connsiteY46440" fmla="*/ 3798380 h 5143785"/>
              <a:gd name="connsiteX46441" fmla="*/ 2798540 w 3114960"/>
              <a:gd name="connsiteY46441" fmla="*/ 3804285 h 5143785"/>
              <a:gd name="connsiteX46442" fmla="*/ 2792635 w 3114960"/>
              <a:gd name="connsiteY46442" fmla="*/ 3793712 h 5143785"/>
              <a:gd name="connsiteX46443" fmla="*/ 704374 w 3114960"/>
              <a:gd name="connsiteY46443" fmla="*/ 2053114 h 5143785"/>
              <a:gd name="connsiteX46444" fmla="*/ 711518 w 3114960"/>
              <a:gd name="connsiteY46444" fmla="*/ 2053114 h 5143785"/>
              <a:gd name="connsiteX46445" fmla="*/ 711518 w 3114960"/>
              <a:gd name="connsiteY46445" fmla="*/ 2061591 h 5143785"/>
              <a:gd name="connsiteX46446" fmla="*/ 704374 w 3114960"/>
              <a:gd name="connsiteY46446" fmla="*/ 2061591 h 5143785"/>
              <a:gd name="connsiteX46447" fmla="*/ 704374 w 3114960"/>
              <a:gd name="connsiteY46447" fmla="*/ 2053114 h 5143785"/>
              <a:gd name="connsiteX46448" fmla="*/ 2445639 w 3114960"/>
              <a:gd name="connsiteY46448" fmla="*/ 3905250 h 5143785"/>
              <a:gd name="connsiteX46449" fmla="*/ 2464689 w 3114960"/>
              <a:gd name="connsiteY46449" fmla="*/ 3905250 h 5143785"/>
              <a:gd name="connsiteX46450" fmla="*/ 2471547 w 3114960"/>
              <a:gd name="connsiteY46450" fmla="*/ 3898487 h 5143785"/>
              <a:gd name="connsiteX46451" fmla="*/ 2471547 w 3114960"/>
              <a:gd name="connsiteY46451" fmla="*/ 3890391 h 5143785"/>
              <a:gd name="connsiteX46452" fmla="*/ 2464689 w 3114960"/>
              <a:gd name="connsiteY46452" fmla="*/ 3883533 h 5143785"/>
              <a:gd name="connsiteX46453" fmla="*/ 2445639 w 3114960"/>
              <a:gd name="connsiteY46453" fmla="*/ 3883533 h 5143785"/>
              <a:gd name="connsiteX46454" fmla="*/ 2438781 w 3114960"/>
              <a:gd name="connsiteY46454" fmla="*/ 3890391 h 5143785"/>
              <a:gd name="connsiteX46455" fmla="*/ 2438781 w 3114960"/>
              <a:gd name="connsiteY46455" fmla="*/ 3892010 h 5143785"/>
              <a:gd name="connsiteX46456" fmla="*/ 2342007 w 3114960"/>
              <a:gd name="connsiteY46456" fmla="*/ 3892010 h 5143785"/>
              <a:gd name="connsiteX46457" fmla="*/ 2311622 w 3114960"/>
              <a:gd name="connsiteY46457" fmla="*/ 3918871 h 5143785"/>
              <a:gd name="connsiteX46458" fmla="*/ 2311622 w 3114960"/>
              <a:gd name="connsiteY46458" fmla="*/ 4015073 h 5143785"/>
              <a:gd name="connsiteX46459" fmla="*/ 2302764 w 3114960"/>
              <a:gd name="connsiteY46459" fmla="*/ 4025837 h 5143785"/>
              <a:gd name="connsiteX46460" fmla="*/ 2314004 w 3114960"/>
              <a:gd name="connsiteY46460" fmla="*/ 4037076 h 5143785"/>
              <a:gd name="connsiteX46461" fmla="*/ 2325243 w 3114960"/>
              <a:gd name="connsiteY46461" fmla="*/ 4025837 h 5143785"/>
              <a:gd name="connsiteX46462" fmla="*/ 2316385 w 3114960"/>
              <a:gd name="connsiteY46462" fmla="*/ 4015073 h 5143785"/>
              <a:gd name="connsiteX46463" fmla="*/ 2316385 w 3114960"/>
              <a:gd name="connsiteY46463" fmla="*/ 3920967 h 5143785"/>
              <a:gd name="connsiteX46464" fmla="*/ 2343817 w 3114960"/>
              <a:gd name="connsiteY46464" fmla="*/ 3896678 h 5143785"/>
              <a:gd name="connsiteX46465" fmla="*/ 2438781 w 3114960"/>
              <a:gd name="connsiteY46465" fmla="*/ 3896678 h 5143785"/>
              <a:gd name="connsiteX46466" fmla="*/ 2438781 w 3114960"/>
              <a:gd name="connsiteY46466" fmla="*/ 3898297 h 5143785"/>
              <a:gd name="connsiteX46467" fmla="*/ 2445639 w 3114960"/>
              <a:gd name="connsiteY46467" fmla="*/ 3905060 h 5143785"/>
              <a:gd name="connsiteX46468" fmla="*/ 2460593 w 3114960"/>
              <a:gd name="connsiteY46468" fmla="*/ 3888296 h 5143785"/>
              <a:gd name="connsiteX46469" fmla="*/ 2464689 w 3114960"/>
              <a:gd name="connsiteY46469" fmla="*/ 3888296 h 5143785"/>
              <a:gd name="connsiteX46470" fmla="*/ 2466785 w 3114960"/>
              <a:gd name="connsiteY46470" fmla="*/ 3890391 h 5143785"/>
              <a:gd name="connsiteX46471" fmla="*/ 2466785 w 3114960"/>
              <a:gd name="connsiteY46471" fmla="*/ 3898487 h 5143785"/>
              <a:gd name="connsiteX46472" fmla="*/ 2464689 w 3114960"/>
              <a:gd name="connsiteY46472" fmla="*/ 3900488 h 5143785"/>
              <a:gd name="connsiteX46473" fmla="*/ 2460593 w 3114960"/>
              <a:gd name="connsiteY46473" fmla="*/ 3900488 h 5143785"/>
              <a:gd name="connsiteX46474" fmla="*/ 2460593 w 3114960"/>
              <a:gd name="connsiteY46474" fmla="*/ 3888296 h 5143785"/>
              <a:gd name="connsiteX46475" fmla="*/ 2443544 w 3114960"/>
              <a:gd name="connsiteY46475" fmla="*/ 3890296 h 5143785"/>
              <a:gd name="connsiteX46476" fmla="*/ 2445639 w 3114960"/>
              <a:gd name="connsiteY46476" fmla="*/ 3888200 h 5143785"/>
              <a:gd name="connsiteX46477" fmla="*/ 2450021 w 3114960"/>
              <a:gd name="connsiteY46477" fmla="*/ 3888200 h 5143785"/>
              <a:gd name="connsiteX46478" fmla="*/ 2450021 w 3114960"/>
              <a:gd name="connsiteY46478" fmla="*/ 3900392 h 5143785"/>
              <a:gd name="connsiteX46479" fmla="*/ 2445639 w 3114960"/>
              <a:gd name="connsiteY46479" fmla="*/ 3900392 h 5143785"/>
              <a:gd name="connsiteX46480" fmla="*/ 2443544 w 3114960"/>
              <a:gd name="connsiteY46480" fmla="*/ 3898392 h 5143785"/>
              <a:gd name="connsiteX46481" fmla="*/ 2443544 w 3114960"/>
              <a:gd name="connsiteY46481" fmla="*/ 3890296 h 5143785"/>
              <a:gd name="connsiteX46482" fmla="*/ 2320481 w 3114960"/>
              <a:gd name="connsiteY46482" fmla="*/ 4025837 h 5143785"/>
              <a:gd name="connsiteX46483" fmla="*/ 2314004 w 3114960"/>
              <a:gd name="connsiteY46483" fmla="*/ 4032313 h 5143785"/>
              <a:gd name="connsiteX46484" fmla="*/ 2307527 w 3114960"/>
              <a:gd name="connsiteY46484" fmla="*/ 4025837 h 5143785"/>
              <a:gd name="connsiteX46485" fmla="*/ 2314004 w 3114960"/>
              <a:gd name="connsiteY46485" fmla="*/ 4019360 h 5143785"/>
              <a:gd name="connsiteX46486" fmla="*/ 2320481 w 3114960"/>
              <a:gd name="connsiteY46486" fmla="*/ 4025837 h 5143785"/>
              <a:gd name="connsiteX46487" fmla="*/ 704374 w 3114960"/>
              <a:gd name="connsiteY46487" fmla="*/ 2036255 h 5143785"/>
              <a:gd name="connsiteX46488" fmla="*/ 711518 w 3114960"/>
              <a:gd name="connsiteY46488" fmla="*/ 2036255 h 5143785"/>
              <a:gd name="connsiteX46489" fmla="*/ 711518 w 3114960"/>
              <a:gd name="connsiteY46489" fmla="*/ 2044732 h 5143785"/>
              <a:gd name="connsiteX46490" fmla="*/ 704374 w 3114960"/>
              <a:gd name="connsiteY46490" fmla="*/ 2044732 h 5143785"/>
              <a:gd name="connsiteX46491" fmla="*/ 704374 w 3114960"/>
              <a:gd name="connsiteY46491" fmla="*/ 2036255 h 5143785"/>
              <a:gd name="connsiteX46492" fmla="*/ 711518 w 3114960"/>
              <a:gd name="connsiteY46492" fmla="*/ 2011013 h 5143785"/>
              <a:gd name="connsiteX46493" fmla="*/ 704374 w 3114960"/>
              <a:gd name="connsiteY46493" fmla="*/ 2011013 h 5143785"/>
              <a:gd name="connsiteX46494" fmla="*/ 704374 w 3114960"/>
              <a:gd name="connsiteY46494" fmla="*/ 2002536 h 5143785"/>
              <a:gd name="connsiteX46495" fmla="*/ 711518 w 3114960"/>
              <a:gd name="connsiteY46495" fmla="*/ 2002536 h 5143785"/>
              <a:gd name="connsiteX46496" fmla="*/ 711518 w 3114960"/>
              <a:gd name="connsiteY46496" fmla="*/ 2011013 h 5143785"/>
              <a:gd name="connsiteX46497" fmla="*/ 2822162 w 3114960"/>
              <a:gd name="connsiteY46497" fmla="*/ 3770567 h 5143785"/>
              <a:gd name="connsiteX46498" fmla="*/ 2828163 w 3114960"/>
              <a:gd name="connsiteY46498" fmla="*/ 3776567 h 5143785"/>
              <a:gd name="connsiteX46499" fmla="*/ 2848451 w 3114960"/>
              <a:gd name="connsiteY46499" fmla="*/ 3776567 h 5143785"/>
              <a:gd name="connsiteX46500" fmla="*/ 2849785 w 3114960"/>
              <a:gd name="connsiteY46500" fmla="*/ 3776282 h 5143785"/>
              <a:gd name="connsiteX46501" fmla="*/ 2875979 w 3114960"/>
              <a:gd name="connsiteY46501" fmla="*/ 3799237 h 5143785"/>
              <a:gd name="connsiteX46502" fmla="*/ 2943320 w 3114960"/>
              <a:gd name="connsiteY46502" fmla="*/ 3798475 h 5143785"/>
              <a:gd name="connsiteX46503" fmla="*/ 2960942 w 3114960"/>
              <a:gd name="connsiteY46503" fmla="*/ 3814001 h 5143785"/>
              <a:gd name="connsiteX46504" fmla="*/ 3008948 w 3114960"/>
              <a:gd name="connsiteY46504" fmla="*/ 3814001 h 5143785"/>
              <a:gd name="connsiteX46505" fmla="*/ 3008948 w 3114960"/>
              <a:gd name="connsiteY46505" fmla="*/ 3836670 h 5143785"/>
              <a:gd name="connsiteX46506" fmla="*/ 2959703 w 3114960"/>
              <a:gd name="connsiteY46506" fmla="*/ 3836670 h 5143785"/>
              <a:gd name="connsiteX46507" fmla="*/ 2941987 w 3114960"/>
              <a:gd name="connsiteY46507" fmla="*/ 3821144 h 5143785"/>
              <a:gd name="connsiteX46508" fmla="*/ 2884456 w 3114960"/>
              <a:gd name="connsiteY46508" fmla="*/ 3821144 h 5143785"/>
              <a:gd name="connsiteX46509" fmla="*/ 2884456 w 3114960"/>
              <a:gd name="connsiteY46509" fmla="*/ 3818192 h 5143785"/>
              <a:gd name="connsiteX46510" fmla="*/ 2878169 w 3114960"/>
              <a:gd name="connsiteY46510" fmla="*/ 3811905 h 5143785"/>
              <a:gd name="connsiteX46511" fmla="*/ 2868263 w 3114960"/>
              <a:gd name="connsiteY46511" fmla="*/ 3811905 h 5143785"/>
              <a:gd name="connsiteX46512" fmla="*/ 2861977 w 3114960"/>
              <a:gd name="connsiteY46512" fmla="*/ 3818192 h 5143785"/>
              <a:gd name="connsiteX46513" fmla="*/ 2861977 w 3114960"/>
              <a:gd name="connsiteY46513" fmla="*/ 3828098 h 5143785"/>
              <a:gd name="connsiteX46514" fmla="*/ 2868263 w 3114960"/>
              <a:gd name="connsiteY46514" fmla="*/ 3834384 h 5143785"/>
              <a:gd name="connsiteX46515" fmla="*/ 2878169 w 3114960"/>
              <a:gd name="connsiteY46515" fmla="*/ 3834384 h 5143785"/>
              <a:gd name="connsiteX46516" fmla="*/ 2884456 w 3114960"/>
              <a:gd name="connsiteY46516" fmla="*/ 3828098 h 5143785"/>
              <a:gd name="connsiteX46517" fmla="*/ 2884456 w 3114960"/>
              <a:gd name="connsiteY46517" fmla="*/ 3825812 h 5143785"/>
              <a:gd name="connsiteX46518" fmla="*/ 2940177 w 3114960"/>
              <a:gd name="connsiteY46518" fmla="*/ 3825812 h 5143785"/>
              <a:gd name="connsiteX46519" fmla="*/ 2954941 w 3114960"/>
              <a:gd name="connsiteY46519" fmla="*/ 3838766 h 5143785"/>
              <a:gd name="connsiteX46520" fmla="*/ 2931128 w 3114960"/>
              <a:gd name="connsiteY46520" fmla="*/ 3856387 h 5143785"/>
              <a:gd name="connsiteX46521" fmla="*/ 2910364 w 3114960"/>
              <a:gd name="connsiteY46521" fmla="*/ 3856387 h 5143785"/>
              <a:gd name="connsiteX46522" fmla="*/ 2902839 w 3114960"/>
              <a:gd name="connsiteY46522" fmla="*/ 3848195 h 5143785"/>
              <a:gd name="connsiteX46523" fmla="*/ 2889313 w 3114960"/>
              <a:gd name="connsiteY46523" fmla="*/ 3855720 h 5143785"/>
              <a:gd name="connsiteX46524" fmla="*/ 2890266 w 3114960"/>
              <a:gd name="connsiteY46524" fmla="*/ 3864007 h 5143785"/>
              <a:gd name="connsiteX46525" fmla="*/ 2896838 w 3114960"/>
              <a:gd name="connsiteY46525" fmla="*/ 3869246 h 5143785"/>
              <a:gd name="connsiteX46526" fmla="*/ 2899886 w 3114960"/>
              <a:gd name="connsiteY46526" fmla="*/ 3869627 h 5143785"/>
              <a:gd name="connsiteX46527" fmla="*/ 2905220 w 3114960"/>
              <a:gd name="connsiteY46527" fmla="*/ 3868293 h 5143785"/>
              <a:gd name="connsiteX46528" fmla="*/ 2910459 w 3114960"/>
              <a:gd name="connsiteY46528" fmla="*/ 3861721 h 5143785"/>
              <a:gd name="connsiteX46529" fmla="*/ 2910459 w 3114960"/>
              <a:gd name="connsiteY46529" fmla="*/ 3861054 h 5143785"/>
              <a:gd name="connsiteX46530" fmla="*/ 2932748 w 3114960"/>
              <a:gd name="connsiteY46530" fmla="*/ 3861054 h 5143785"/>
              <a:gd name="connsiteX46531" fmla="*/ 2959513 w 3114960"/>
              <a:gd name="connsiteY46531" fmla="*/ 3841242 h 5143785"/>
              <a:gd name="connsiteX46532" fmla="*/ 3009329 w 3114960"/>
              <a:gd name="connsiteY46532" fmla="*/ 3841242 h 5143785"/>
              <a:gd name="connsiteX46533" fmla="*/ 3018377 w 3114960"/>
              <a:gd name="connsiteY46533" fmla="*/ 3848481 h 5143785"/>
              <a:gd name="connsiteX46534" fmla="*/ 3048476 w 3114960"/>
              <a:gd name="connsiteY46534" fmla="*/ 3848481 h 5143785"/>
              <a:gd name="connsiteX46535" fmla="*/ 3057430 w 3114960"/>
              <a:gd name="connsiteY46535" fmla="*/ 3841528 h 5143785"/>
              <a:gd name="connsiteX46536" fmla="*/ 3108960 w 3114960"/>
              <a:gd name="connsiteY46536" fmla="*/ 3841528 h 5143785"/>
              <a:gd name="connsiteX46537" fmla="*/ 3114580 w 3114960"/>
              <a:gd name="connsiteY46537" fmla="*/ 3845624 h 5143785"/>
              <a:gd name="connsiteX46538" fmla="*/ 3114580 w 3114960"/>
              <a:gd name="connsiteY46538" fmla="*/ 3839718 h 5143785"/>
              <a:gd name="connsiteX46539" fmla="*/ 3113627 w 3114960"/>
              <a:gd name="connsiteY46539" fmla="*/ 3838956 h 5143785"/>
              <a:gd name="connsiteX46540" fmla="*/ 3114580 w 3114960"/>
              <a:gd name="connsiteY46540" fmla="*/ 3838099 h 5143785"/>
              <a:gd name="connsiteX46541" fmla="*/ 3114580 w 3114960"/>
              <a:gd name="connsiteY46541" fmla="*/ 3831717 h 5143785"/>
              <a:gd name="connsiteX46542" fmla="*/ 3108865 w 3114960"/>
              <a:gd name="connsiteY46542" fmla="*/ 3836670 h 5143785"/>
              <a:gd name="connsiteX46543" fmla="*/ 3057906 w 3114960"/>
              <a:gd name="connsiteY46543" fmla="*/ 3836670 h 5143785"/>
              <a:gd name="connsiteX46544" fmla="*/ 3057906 w 3114960"/>
              <a:gd name="connsiteY46544" fmla="*/ 3814001 h 5143785"/>
              <a:gd name="connsiteX46545" fmla="*/ 3107627 w 3114960"/>
              <a:gd name="connsiteY46545" fmla="*/ 3814001 h 5143785"/>
              <a:gd name="connsiteX46546" fmla="*/ 3114580 w 3114960"/>
              <a:gd name="connsiteY46546" fmla="*/ 3807905 h 5143785"/>
              <a:gd name="connsiteX46547" fmla="*/ 3114580 w 3114960"/>
              <a:gd name="connsiteY46547" fmla="*/ 3801523 h 5143785"/>
              <a:gd name="connsiteX46548" fmla="*/ 3105912 w 3114960"/>
              <a:gd name="connsiteY46548" fmla="*/ 3809143 h 5143785"/>
              <a:gd name="connsiteX46549" fmla="*/ 3058001 w 3114960"/>
              <a:gd name="connsiteY46549" fmla="*/ 3809143 h 5143785"/>
              <a:gd name="connsiteX46550" fmla="*/ 3058001 w 3114960"/>
              <a:gd name="connsiteY46550" fmla="*/ 3808762 h 5143785"/>
              <a:gd name="connsiteX46551" fmla="*/ 3048476 w 3114960"/>
              <a:gd name="connsiteY46551" fmla="*/ 3799237 h 5143785"/>
              <a:gd name="connsiteX46552" fmla="*/ 3047905 w 3114960"/>
              <a:gd name="connsiteY46552" fmla="*/ 3799237 h 5143785"/>
              <a:gd name="connsiteX46553" fmla="*/ 3047905 w 3114960"/>
              <a:gd name="connsiteY46553" fmla="*/ 3743039 h 5143785"/>
              <a:gd name="connsiteX46554" fmla="*/ 3086100 w 3114960"/>
              <a:gd name="connsiteY46554" fmla="*/ 3709130 h 5143785"/>
              <a:gd name="connsiteX46555" fmla="*/ 3114675 w 3114960"/>
              <a:gd name="connsiteY46555" fmla="*/ 3709130 h 5143785"/>
              <a:gd name="connsiteX46556" fmla="*/ 3114675 w 3114960"/>
              <a:gd name="connsiteY46556" fmla="*/ 3704273 h 5143785"/>
              <a:gd name="connsiteX46557" fmla="*/ 3084290 w 3114960"/>
              <a:gd name="connsiteY46557" fmla="*/ 3704273 h 5143785"/>
              <a:gd name="connsiteX46558" fmla="*/ 3043142 w 3114960"/>
              <a:gd name="connsiteY46558" fmla="*/ 3740849 h 5143785"/>
              <a:gd name="connsiteX46559" fmla="*/ 3043142 w 3114960"/>
              <a:gd name="connsiteY46559" fmla="*/ 3799142 h 5143785"/>
              <a:gd name="connsiteX46560" fmla="*/ 3025521 w 3114960"/>
              <a:gd name="connsiteY46560" fmla="*/ 3799142 h 5143785"/>
              <a:gd name="connsiteX46561" fmla="*/ 3025521 w 3114960"/>
              <a:gd name="connsiteY46561" fmla="*/ 3740563 h 5143785"/>
              <a:gd name="connsiteX46562" fmla="*/ 2984373 w 3114960"/>
              <a:gd name="connsiteY46562" fmla="*/ 3704082 h 5143785"/>
              <a:gd name="connsiteX46563" fmla="*/ 2983516 w 3114960"/>
              <a:gd name="connsiteY46563" fmla="*/ 3704082 h 5143785"/>
              <a:gd name="connsiteX46564" fmla="*/ 2944559 w 3114960"/>
              <a:gd name="connsiteY46564" fmla="*/ 3704082 h 5143785"/>
              <a:gd name="connsiteX46565" fmla="*/ 2940653 w 3114960"/>
              <a:gd name="connsiteY46565" fmla="*/ 3697796 h 5143785"/>
              <a:gd name="connsiteX46566" fmla="*/ 2932557 w 3114960"/>
              <a:gd name="connsiteY46566" fmla="*/ 3695700 h 5143785"/>
              <a:gd name="connsiteX46567" fmla="*/ 2926461 w 3114960"/>
              <a:gd name="connsiteY46567" fmla="*/ 3698938 h 5143785"/>
              <a:gd name="connsiteX46568" fmla="*/ 2857310 w 3114960"/>
              <a:gd name="connsiteY46568" fmla="*/ 3634835 h 5143785"/>
              <a:gd name="connsiteX46569" fmla="*/ 2857310 w 3114960"/>
              <a:gd name="connsiteY46569" fmla="*/ 3560540 h 5143785"/>
              <a:gd name="connsiteX46570" fmla="*/ 2859881 w 3114960"/>
              <a:gd name="connsiteY46570" fmla="*/ 3560540 h 5143785"/>
              <a:gd name="connsiteX46571" fmla="*/ 2863787 w 3114960"/>
              <a:gd name="connsiteY46571" fmla="*/ 3556635 h 5143785"/>
              <a:gd name="connsiteX46572" fmla="*/ 2863787 w 3114960"/>
              <a:gd name="connsiteY46572" fmla="*/ 3546729 h 5143785"/>
              <a:gd name="connsiteX46573" fmla="*/ 2859881 w 3114960"/>
              <a:gd name="connsiteY46573" fmla="*/ 3542824 h 5143785"/>
              <a:gd name="connsiteX46574" fmla="*/ 2849975 w 3114960"/>
              <a:gd name="connsiteY46574" fmla="*/ 3542824 h 5143785"/>
              <a:gd name="connsiteX46575" fmla="*/ 2846070 w 3114960"/>
              <a:gd name="connsiteY46575" fmla="*/ 3546729 h 5143785"/>
              <a:gd name="connsiteX46576" fmla="*/ 2846070 w 3114960"/>
              <a:gd name="connsiteY46576" fmla="*/ 3556635 h 5143785"/>
              <a:gd name="connsiteX46577" fmla="*/ 2849975 w 3114960"/>
              <a:gd name="connsiteY46577" fmla="*/ 3560540 h 5143785"/>
              <a:gd name="connsiteX46578" fmla="*/ 2852547 w 3114960"/>
              <a:gd name="connsiteY46578" fmla="*/ 3560540 h 5143785"/>
              <a:gd name="connsiteX46579" fmla="*/ 2852547 w 3114960"/>
              <a:gd name="connsiteY46579" fmla="*/ 3636836 h 5143785"/>
              <a:gd name="connsiteX46580" fmla="*/ 2923794 w 3114960"/>
              <a:gd name="connsiteY46580" fmla="*/ 3702939 h 5143785"/>
              <a:gd name="connsiteX46581" fmla="*/ 2923127 w 3114960"/>
              <a:gd name="connsiteY46581" fmla="*/ 3707987 h 5143785"/>
              <a:gd name="connsiteX46582" fmla="*/ 2927318 w 3114960"/>
              <a:gd name="connsiteY46582" fmla="*/ 3715226 h 5143785"/>
              <a:gd name="connsiteX46583" fmla="*/ 2933891 w 3114960"/>
              <a:gd name="connsiteY46583" fmla="*/ 3717417 h 5143785"/>
              <a:gd name="connsiteX46584" fmla="*/ 2942654 w 3114960"/>
              <a:gd name="connsiteY46584" fmla="*/ 3713036 h 5143785"/>
              <a:gd name="connsiteX46585" fmla="*/ 2944559 w 3114960"/>
              <a:gd name="connsiteY46585" fmla="*/ 3708749 h 5143785"/>
              <a:gd name="connsiteX46586" fmla="*/ 2982468 w 3114960"/>
              <a:gd name="connsiteY46586" fmla="*/ 3708749 h 5143785"/>
              <a:gd name="connsiteX46587" fmla="*/ 3020663 w 3114960"/>
              <a:gd name="connsiteY46587" fmla="*/ 3742659 h 5143785"/>
              <a:gd name="connsiteX46588" fmla="*/ 3020663 w 3114960"/>
              <a:gd name="connsiteY46588" fmla="*/ 3799046 h 5143785"/>
              <a:gd name="connsiteX46589" fmla="*/ 3018282 w 3114960"/>
              <a:gd name="connsiteY46589" fmla="*/ 3799046 h 5143785"/>
              <a:gd name="connsiteX46590" fmla="*/ 3008757 w 3114960"/>
              <a:gd name="connsiteY46590" fmla="*/ 3808571 h 5143785"/>
              <a:gd name="connsiteX46591" fmla="*/ 3008757 w 3114960"/>
              <a:gd name="connsiteY46591" fmla="*/ 3808762 h 5143785"/>
              <a:gd name="connsiteX46592" fmla="*/ 2962561 w 3114960"/>
              <a:gd name="connsiteY46592" fmla="*/ 3808762 h 5143785"/>
              <a:gd name="connsiteX46593" fmla="*/ 2944844 w 3114960"/>
              <a:gd name="connsiteY46593" fmla="*/ 3793236 h 5143785"/>
              <a:gd name="connsiteX46594" fmla="*/ 2877503 w 3114960"/>
              <a:gd name="connsiteY46594" fmla="*/ 3793998 h 5143785"/>
              <a:gd name="connsiteX46595" fmla="*/ 2853404 w 3114960"/>
              <a:gd name="connsiteY46595" fmla="*/ 3772948 h 5143785"/>
              <a:gd name="connsiteX46596" fmla="*/ 2854262 w 3114960"/>
              <a:gd name="connsiteY46596" fmla="*/ 3770090 h 5143785"/>
              <a:gd name="connsiteX46597" fmla="*/ 2854262 w 3114960"/>
              <a:gd name="connsiteY46597" fmla="*/ 3762470 h 5143785"/>
              <a:gd name="connsiteX46598" fmla="*/ 2848261 w 3114960"/>
              <a:gd name="connsiteY46598" fmla="*/ 3756470 h 5143785"/>
              <a:gd name="connsiteX46599" fmla="*/ 2827973 w 3114960"/>
              <a:gd name="connsiteY46599" fmla="*/ 3756470 h 5143785"/>
              <a:gd name="connsiteX46600" fmla="*/ 2826449 w 3114960"/>
              <a:gd name="connsiteY46600" fmla="*/ 3756755 h 5143785"/>
              <a:gd name="connsiteX46601" fmla="*/ 2734532 w 3114960"/>
              <a:gd name="connsiteY46601" fmla="*/ 3671030 h 5143785"/>
              <a:gd name="connsiteX46602" fmla="*/ 2734342 w 3114960"/>
              <a:gd name="connsiteY46602" fmla="*/ 3562922 h 5143785"/>
              <a:gd name="connsiteX46603" fmla="*/ 2737580 w 3114960"/>
              <a:gd name="connsiteY46603" fmla="*/ 3562922 h 5143785"/>
              <a:gd name="connsiteX46604" fmla="*/ 2743867 w 3114960"/>
              <a:gd name="connsiteY46604" fmla="*/ 3556635 h 5143785"/>
              <a:gd name="connsiteX46605" fmla="*/ 2743867 w 3114960"/>
              <a:gd name="connsiteY46605" fmla="*/ 3546729 h 5143785"/>
              <a:gd name="connsiteX46606" fmla="*/ 2737580 w 3114960"/>
              <a:gd name="connsiteY46606" fmla="*/ 3540443 h 5143785"/>
              <a:gd name="connsiteX46607" fmla="*/ 2727674 w 3114960"/>
              <a:gd name="connsiteY46607" fmla="*/ 3540443 h 5143785"/>
              <a:gd name="connsiteX46608" fmla="*/ 2721388 w 3114960"/>
              <a:gd name="connsiteY46608" fmla="*/ 3546729 h 5143785"/>
              <a:gd name="connsiteX46609" fmla="*/ 2721388 w 3114960"/>
              <a:gd name="connsiteY46609" fmla="*/ 3556635 h 5143785"/>
              <a:gd name="connsiteX46610" fmla="*/ 2727674 w 3114960"/>
              <a:gd name="connsiteY46610" fmla="*/ 3562922 h 5143785"/>
              <a:gd name="connsiteX46611" fmla="*/ 2729675 w 3114960"/>
              <a:gd name="connsiteY46611" fmla="*/ 3562922 h 5143785"/>
              <a:gd name="connsiteX46612" fmla="*/ 2729865 w 3114960"/>
              <a:gd name="connsiteY46612" fmla="*/ 3673030 h 5143785"/>
              <a:gd name="connsiteX46613" fmla="*/ 2822734 w 3114960"/>
              <a:gd name="connsiteY46613" fmla="*/ 3759708 h 5143785"/>
              <a:gd name="connsiteX46614" fmla="*/ 2821972 w 3114960"/>
              <a:gd name="connsiteY46614" fmla="*/ 3762470 h 5143785"/>
              <a:gd name="connsiteX46615" fmla="*/ 2821972 w 3114960"/>
              <a:gd name="connsiteY46615" fmla="*/ 3770090 h 5143785"/>
              <a:gd name="connsiteX46616" fmla="*/ 2879884 w 3114960"/>
              <a:gd name="connsiteY46616" fmla="*/ 3828193 h 5143785"/>
              <a:gd name="connsiteX46617" fmla="*/ 2878360 w 3114960"/>
              <a:gd name="connsiteY46617" fmla="*/ 3829717 h 5143785"/>
              <a:gd name="connsiteX46618" fmla="*/ 2868454 w 3114960"/>
              <a:gd name="connsiteY46618" fmla="*/ 3829717 h 5143785"/>
              <a:gd name="connsiteX46619" fmla="*/ 2866930 w 3114960"/>
              <a:gd name="connsiteY46619" fmla="*/ 3828193 h 5143785"/>
              <a:gd name="connsiteX46620" fmla="*/ 2866930 w 3114960"/>
              <a:gd name="connsiteY46620" fmla="*/ 3818287 h 5143785"/>
              <a:gd name="connsiteX46621" fmla="*/ 2868454 w 3114960"/>
              <a:gd name="connsiteY46621" fmla="*/ 3816763 h 5143785"/>
              <a:gd name="connsiteX46622" fmla="*/ 2878360 w 3114960"/>
              <a:gd name="connsiteY46622" fmla="*/ 3816763 h 5143785"/>
              <a:gd name="connsiteX46623" fmla="*/ 2879884 w 3114960"/>
              <a:gd name="connsiteY46623" fmla="*/ 3818287 h 5143785"/>
              <a:gd name="connsiteX46624" fmla="*/ 2879884 w 3114960"/>
              <a:gd name="connsiteY46624" fmla="*/ 3828193 h 5143785"/>
              <a:gd name="connsiteX46625" fmla="*/ 2905982 w 3114960"/>
              <a:gd name="connsiteY46625" fmla="*/ 3860673 h 5143785"/>
              <a:gd name="connsiteX46626" fmla="*/ 2903030 w 3114960"/>
              <a:gd name="connsiteY46626" fmla="*/ 3864388 h 5143785"/>
              <a:gd name="connsiteX46627" fmla="*/ 2898362 w 3114960"/>
              <a:gd name="connsiteY46627" fmla="*/ 3864959 h 5143785"/>
              <a:gd name="connsiteX46628" fmla="*/ 2894648 w 3114960"/>
              <a:gd name="connsiteY46628" fmla="*/ 3862007 h 5143785"/>
              <a:gd name="connsiteX46629" fmla="*/ 2894076 w 3114960"/>
              <a:gd name="connsiteY46629" fmla="*/ 3857339 h 5143785"/>
              <a:gd name="connsiteX46630" fmla="*/ 2894076 w 3114960"/>
              <a:gd name="connsiteY46630" fmla="*/ 3857339 h 5143785"/>
              <a:gd name="connsiteX46631" fmla="*/ 2899982 w 3114960"/>
              <a:gd name="connsiteY46631" fmla="*/ 3852863 h 5143785"/>
              <a:gd name="connsiteX46632" fmla="*/ 2901696 w 3114960"/>
              <a:gd name="connsiteY46632" fmla="*/ 3853148 h 5143785"/>
              <a:gd name="connsiteX46633" fmla="*/ 2905982 w 3114960"/>
              <a:gd name="connsiteY46633" fmla="*/ 3860768 h 5143785"/>
              <a:gd name="connsiteX46634" fmla="*/ 2939129 w 3114960"/>
              <a:gd name="connsiteY46634" fmla="*/ 3710654 h 5143785"/>
              <a:gd name="connsiteX46635" fmla="*/ 2930462 w 3114960"/>
              <a:gd name="connsiteY46635" fmla="*/ 3711893 h 5143785"/>
              <a:gd name="connsiteX46636" fmla="*/ 2928080 w 3114960"/>
              <a:gd name="connsiteY46636" fmla="*/ 3707797 h 5143785"/>
              <a:gd name="connsiteX46637" fmla="*/ 2929319 w 3114960"/>
              <a:gd name="connsiteY46637" fmla="*/ 3703225 h 5143785"/>
              <a:gd name="connsiteX46638" fmla="*/ 2933414 w 3114960"/>
              <a:gd name="connsiteY46638" fmla="*/ 3700844 h 5143785"/>
              <a:gd name="connsiteX46639" fmla="*/ 2934272 w 3114960"/>
              <a:gd name="connsiteY46639" fmla="*/ 3700844 h 5143785"/>
              <a:gd name="connsiteX46640" fmla="*/ 2937986 w 3114960"/>
              <a:gd name="connsiteY46640" fmla="*/ 3702082 h 5143785"/>
              <a:gd name="connsiteX46641" fmla="*/ 2939225 w 3114960"/>
              <a:gd name="connsiteY46641" fmla="*/ 3710750 h 5143785"/>
              <a:gd name="connsiteX46642" fmla="*/ 2826925 w 3114960"/>
              <a:gd name="connsiteY46642" fmla="*/ 3762947 h 5143785"/>
              <a:gd name="connsiteX46643" fmla="*/ 2828163 w 3114960"/>
              <a:gd name="connsiteY46643" fmla="*/ 3761709 h 5143785"/>
              <a:gd name="connsiteX46644" fmla="*/ 2848451 w 3114960"/>
              <a:gd name="connsiteY46644" fmla="*/ 3761709 h 5143785"/>
              <a:gd name="connsiteX46645" fmla="*/ 2849690 w 3114960"/>
              <a:gd name="connsiteY46645" fmla="*/ 3762947 h 5143785"/>
              <a:gd name="connsiteX46646" fmla="*/ 2849690 w 3114960"/>
              <a:gd name="connsiteY46646" fmla="*/ 3770567 h 5143785"/>
              <a:gd name="connsiteX46647" fmla="*/ 2848451 w 3114960"/>
              <a:gd name="connsiteY46647" fmla="*/ 3771805 h 5143785"/>
              <a:gd name="connsiteX46648" fmla="*/ 2828163 w 3114960"/>
              <a:gd name="connsiteY46648" fmla="*/ 3771805 h 5143785"/>
              <a:gd name="connsiteX46649" fmla="*/ 2826925 w 3114960"/>
              <a:gd name="connsiteY46649" fmla="*/ 3770567 h 5143785"/>
              <a:gd name="connsiteX46650" fmla="*/ 2826925 w 3114960"/>
              <a:gd name="connsiteY46650" fmla="*/ 3762947 h 5143785"/>
              <a:gd name="connsiteX46651" fmla="*/ 2729865 w 3114960"/>
              <a:gd name="connsiteY46651" fmla="*/ 3558445 h 5143785"/>
              <a:gd name="connsiteX46652" fmla="*/ 2729865 w 3114960"/>
              <a:gd name="connsiteY46652" fmla="*/ 3558445 h 5143785"/>
              <a:gd name="connsiteX46653" fmla="*/ 2727960 w 3114960"/>
              <a:gd name="connsiteY46653" fmla="*/ 3558540 h 5143785"/>
              <a:gd name="connsiteX46654" fmla="*/ 2726436 w 3114960"/>
              <a:gd name="connsiteY46654" fmla="*/ 3557016 h 5143785"/>
              <a:gd name="connsiteX46655" fmla="*/ 2726436 w 3114960"/>
              <a:gd name="connsiteY46655" fmla="*/ 3547110 h 5143785"/>
              <a:gd name="connsiteX46656" fmla="*/ 2727960 w 3114960"/>
              <a:gd name="connsiteY46656" fmla="*/ 3545586 h 5143785"/>
              <a:gd name="connsiteX46657" fmla="*/ 2737866 w 3114960"/>
              <a:gd name="connsiteY46657" fmla="*/ 3545586 h 5143785"/>
              <a:gd name="connsiteX46658" fmla="*/ 2739390 w 3114960"/>
              <a:gd name="connsiteY46658" fmla="*/ 3547110 h 5143785"/>
              <a:gd name="connsiteX46659" fmla="*/ 2739390 w 3114960"/>
              <a:gd name="connsiteY46659" fmla="*/ 3557016 h 5143785"/>
              <a:gd name="connsiteX46660" fmla="*/ 2737866 w 3114960"/>
              <a:gd name="connsiteY46660" fmla="*/ 3558540 h 5143785"/>
              <a:gd name="connsiteX46661" fmla="*/ 2734628 w 3114960"/>
              <a:gd name="connsiteY46661" fmla="*/ 3558540 h 5143785"/>
              <a:gd name="connsiteX46662" fmla="*/ 2729865 w 3114960"/>
              <a:gd name="connsiteY46662" fmla="*/ 3558445 h 5143785"/>
              <a:gd name="connsiteX46663" fmla="*/ 2538317 w 3114960"/>
              <a:gd name="connsiteY46663" fmla="*/ 3461004 h 5143785"/>
              <a:gd name="connsiteX46664" fmla="*/ 2546413 w 3114960"/>
              <a:gd name="connsiteY46664" fmla="*/ 3461004 h 5143785"/>
              <a:gd name="connsiteX46665" fmla="*/ 2553272 w 3114960"/>
              <a:gd name="connsiteY46665" fmla="*/ 3454242 h 5143785"/>
              <a:gd name="connsiteX46666" fmla="*/ 2553272 w 3114960"/>
              <a:gd name="connsiteY46666" fmla="*/ 3446145 h 5143785"/>
              <a:gd name="connsiteX46667" fmla="*/ 2546413 w 3114960"/>
              <a:gd name="connsiteY46667" fmla="*/ 3439382 h 5143785"/>
              <a:gd name="connsiteX46668" fmla="*/ 2538317 w 3114960"/>
              <a:gd name="connsiteY46668" fmla="*/ 3439382 h 5143785"/>
              <a:gd name="connsiteX46669" fmla="*/ 2531459 w 3114960"/>
              <a:gd name="connsiteY46669" fmla="*/ 3446145 h 5143785"/>
              <a:gd name="connsiteX46670" fmla="*/ 2531459 w 3114960"/>
              <a:gd name="connsiteY46670" fmla="*/ 3447764 h 5143785"/>
              <a:gd name="connsiteX46671" fmla="*/ 2480024 w 3114960"/>
              <a:gd name="connsiteY46671" fmla="*/ 3447764 h 5143785"/>
              <a:gd name="connsiteX46672" fmla="*/ 2462879 w 3114960"/>
              <a:gd name="connsiteY46672" fmla="*/ 3461290 h 5143785"/>
              <a:gd name="connsiteX46673" fmla="*/ 2356580 w 3114960"/>
              <a:gd name="connsiteY46673" fmla="*/ 3461290 h 5143785"/>
              <a:gd name="connsiteX46674" fmla="*/ 2333625 w 3114960"/>
              <a:gd name="connsiteY46674" fmla="*/ 3439287 h 5143785"/>
              <a:gd name="connsiteX46675" fmla="*/ 2335340 w 3114960"/>
              <a:gd name="connsiteY46675" fmla="*/ 3437477 h 5143785"/>
              <a:gd name="connsiteX46676" fmla="*/ 2336768 w 3114960"/>
              <a:gd name="connsiteY46676" fmla="*/ 3429476 h 5143785"/>
              <a:gd name="connsiteX46677" fmla="*/ 2332101 w 3114960"/>
              <a:gd name="connsiteY46677" fmla="*/ 3422809 h 5143785"/>
              <a:gd name="connsiteX46678" fmla="*/ 2324100 w 3114960"/>
              <a:gd name="connsiteY46678" fmla="*/ 3421380 h 5143785"/>
              <a:gd name="connsiteX46679" fmla="*/ 2317433 w 3114960"/>
              <a:gd name="connsiteY46679" fmla="*/ 3426047 h 5143785"/>
              <a:gd name="connsiteX46680" fmla="*/ 2316004 w 3114960"/>
              <a:gd name="connsiteY46680" fmla="*/ 3434048 h 5143785"/>
              <a:gd name="connsiteX46681" fmla="*/ 2320671 w 3114960"/>
              <a:gd name="connsiteY46681" fmla="*/ 3440716 h 5143785"/>
              <a:gd name="connsiteX46682" fmla="*/ 2326386 w 3114960"/>
              <a:gd name="connsiteY46682" fmla="*/ 3442335 h 5143785"/>
              <a:gd name="connsiteX46683" fmla="*/ 2328672 w 3114960"/>
              <a:gd name="connsiteY46683" fmla="*/ 3442049 h 5143785"/>
              <a:gd name="connsiteX46684" fmla="*/ 2329339 w 3114960"/>
              <a:gd name="connsiteY46684" fmla="*/ 3441763 h 5143785"/>
              <a:gd name="connsiteX46685" fmla="*/ 2354675 w 3114960"/>
              <a:gd name="connsiteY46685" fmla="*/ 3466052 h 5143785"/>
              <a:gd name="connsiteX46686" fmla="*/ 2464594 w 3114960"/>
              <a:gd name="connsiteY46686" fmla="*/ 3466052 h 5143785"/>
              <a:gd name="connsiteX46687" fmla="*/ 2481739 w 3114960"/>
              <a:gd name="connsiteY46687" fmla="*/ 3452527 h 5143785"/>
              <a:gd name="connsiteX46688" fmla="*/ 2531459 w 3114960"/>
              <a:gd name="connsiteY46688" fmla="*/ 3452527 h 5143785"/>
              <a:gd name="connsiteX46689" fmla="*/ 2531459 w 3114960"/>
              <a:gd name="connsiteY46689" fmla="*/ 3454146 h 5143785"/>
              <a:gd name="connsiteX46690" fmla="*/ 2538317 w 3114960"/>
              <a:gd name="connsiteY46690" fmla="*/ 3460909 h 5143785"/>
              <a:gd name="connsiteX46691" fmla="*/ 2536317 w 3114960"/>
              <a:gd name="connsiteY46691" fmla="*/ 3446145 h 5143785"/>
              <a:gd name="connsiteX46692" fmla="*/ 2538413 w 3114960"/>
              <a:gd name="connsiteY46692" fmla="*/ 3444145 h 5143785"/>
              <a:gd name="connsiteX46693" fmla="*/ 2546509 w 3114960"/>
              <a:gd name="connsiteY46693" fmla="*/ 3444145 h 5143785"/>
              <a:gd name="connsiteX46694" fmla="*/ 2548604 w 3114960"/>
              <a:gd name="connsiteY46694" fmla="*/ 3446145 h 5143785"/>
              <a:gd name="connsiteX46695" fmla="*/ 2548604 w 3114960"/>
              <a:gd name="connsiteY46695" fmla="*/ 3454242 h 5143785"/>
              <a:gd name="connsiteX46696" fmla="*/ 2546509 w 3114960"/>
              <a:gd name="connsiteY46696" fmla="*/ 3456242 h 5143785"/>
              <a:gd name="connsiteX46697" fmla="*/ 2538413 w 3114960"/>
              <a:gd name="connsiteY46697" fmla="*/ 3456242 h 5143785"/>
              <a:gd name="connsiteX46698" fmla="*/ 2536317 w 3114960"/>
              <a:gd name="connsiteY46698" fmla="*/ 3454242 h 5143785"/>
              <a:gd name="connsiteX46699" fmla="*/ 2536317 w 3114960"/>
              <a:gd name="connsiteY46699" fmla="*/ 3446145 h 5143785"/>
              <a:gd name="connsiteX46700" fmla="*/ 2331434 w 3114960"/>
              <a:gd name="connsiteY46700" fmla="*/ 3434905 h 5143785"/>
              <a:gd name="connsiteX46701" fmla="*/ 2327720 w 3114960"/>
              <a:gd name="connsiteY46701" fmla="*/ 3437477 h 5143785"/>
              <a:gd name="connsiteX46702" fmla="*/ 2323338 w 3114960"/>
              <a:gd name="connsiteY46702" fmla="*/ 3436715 h 5143785"/>
              <a:gd name="connsiteX46703" fmla="*/ 2320766 w 3114960"/>
              <a:gd name="connsiteY46703" fmla="*/ 3433096 h 5143785"/>
              <a:gd name="connsiteX46704" fmla="*/ 2321528 w 3114960"/>
              <a:gd name="connsiteY46704" fmla="*/ 3428714 h 5143785"/>
              <a:gd name="connsiteX46705" fmla="*/ 2325243 w 3114960"/>
              <a:gd name="connsiteY46705" fmla="*/ 3426143 h 5143785"/>
              <a:gd name="connsiteX46706" fmla="*/ 2326481 w 3114960"/>
              <a:gd name="connsiteY46706" fmla="*/ 3426047 h 5143785"/>
              <a:gd name="connsiteX46707" fmla="*/ 2329625 w 3114960"/>
              <a:gd name="connsiteY46707" fmla="*/ 3427000 h 5143785"/>
              <a:gd name="connsiteX46708" fmla="*/ 2332196 w 3114960"/>
              <a:gd name="connsiteY46708" fmla="*/ 3430619 h 5143785"/>
              <a:gd name="connsiteX46709" fmla="*/ 2331434 w 3114960"/>
              <a:gd name="connsiteY46709" fmla="*/ 3435001 h 5143785"/>
              <a:gd name="connsiteX46710" fmla="*/ 2267141 w 3114960"/>
              <a:gd name="connsiteY46710" fmla="*/ 3320129 h 5143785"/>
              <a:gd name="connsiteX46711" fmla="*/ 2262378 w 3114960"/>
              <a:gd name="connsiteY46711" fmla="*/ 3320129 h 5143785"/>
              <a:gd name="connsiteX46712" fmla="*/ 2262378 w 3114960"/>
              <a:gd name="connsiteY46712" fmla="*/ 3302889 h 5143785"/>
              <a:gd name="connsiteX46713" fmla="*/ 2267141 w 3114960"/>
              <a:gd name="connsiteY46713" fmla="*/ 3302889 h 5143785"/>
              <a:gd name="connsiteX46714" fmla="*/ 2267141 w 3114960"/>
              <a:gd name="connsiteY46714" fmla="*/ 3320129 h 5143785"/>
              <a:gd name="connsiteX46715" fmla="*/ 2262378 w 3114960"/>
              <a:gd name="connsiteY46715" fmla="*/ 3337370 h 5143785"/>
              <a:gd name="connsiteX46716" fmla="*/ 2267141 w 3114960"/>
              <a:gd name="connsiteY46716" fmla="*/ 3337370 h 5143785"/>
              <a:gd name="connsiteX46717" fmla="*/ 2267141 w 3114960"/>
              <a:gd name="connsiteY46717" fmla="*/ 3354610 h 5143785"/>
              <a:gd name="connsiteX46718" fmla="*/ 2262378 w 3114960"/>
              <a:gd name="connsiteY46718" fmla="*/ 3354610 h 5143785"/>
              <a:gd name="connsiteX46719" fmla="*/ 2262378 w 3114960"/>
              <a:gd name="connsiteY46719" fmla="*/ 3337370 h 5143785"/>
              <a:gd name="connsiteX46720" fmla="*/ 2262378 w 3114960"/>
              <a:gd name="connsiteY46720" fmla="*/ 3371755 h 5143785"/>
              <a:gd name="connsiteX46721" fmla="*/ 2267141 w 3114960"/>
              <a:gd name="connsiteY46721" fmla="*/ 3371755 h 5143785"/>
              <a:gd name="connsiteX46722" fmla="*/ 2267141 w 3114960"/>
              <a:gd name="connsiteY46722" fmla="*/ 3388995 h 5143785"/>
              <a:gd name="connsiteX46723" fmla="*/ 2262378 w 3114960"/>
              <a:gd name="connsiteY46723" fmla="*/ 3388995 h 5143785"/>
              <a:gd name="connsiteX46724" fmla="*/ 2262378 w 3114960"/>
              <a:gd name="connsiteY46724" fmla="*/ 3371755 h 5143785"/>
              <a:gd name="connsiteX46725" fmla="*/ 2267141 w 3114960"/>
              <a:gd name="connsiteY46725" fmla="*/ 3406235 h 5143785"/>
              <a:gd name="connsiteX46726" fmla="*/ 2267141 w 3114960"/>
              <a:gd name="connsiteY46726" fmla="*/ 3423476 h 5143785"/>
              <a:gd name="connsiteX46727" fmla="*/ 2262378 w 3114960"/>
              <a:gd name="connsiteY46727" fmla="*/ 3423476 h 5143785"/>
              <a:gd name="connsiteX46728" fmla="*/ 2262378 w 3114960"/>
              <a:gd name="connsiteY46728" fmla="*/ 3406235 h 5143785"/>
              <a:gd name="connsiteX46729" fmla="*/ 2267141 w 3114960"/>
              <a:gd name="connsiteY46729" fmla="*/ 3406235 h 5143785"/>
              <a:gd name="connsiteX46730" fmla="*/ 19050 w 3114960"/>
              <a:gd name="connsiteY46730" fmla="*/ 2434400 h 5143785"/>
              <a:gd name="connsiteX46731" fmla="*/ 25051 w 3114960"/>
              <a:gd name="connsiteY46731" fmla="*/ 2428399 h 5143785"/>
              <a:gd name="connsiteX46732" fmla="*/ 25051 w 3114960"/>
              <a:gd name="connsiteY46732" fmla="*/ 2418302 h 5143785"/>
              <a:gd name="connsiteX46733" fmla="*/ 19050 w 3114960"/>
              <a:gd name="connsiteY46733" fmla="*/ 2412302 h 5143785"/>
              <a:gd name="connsiteX46734" fmla="*/ 8668 w 3114960"/>
              <a:gd name="connsiteY46734" fmla="*/ 2412302 h 5143785"/>
              <a:gd name="connsiteX46735" fmla="*/ 2667 w 3114960"/>
              <a:gd name="connsiteY46735" fmla="*/ 2418302 h 5143785"/>
              <a:gd name="connsiteX46736" fmla="*/ 2667 w 3114960"/>
              <a:gd name="connsiteY46736" fmla="*/ 2428399 h 5143785"/>
              <a:gd name="connsiteX46737" fmla="*/ 8668 w 3114960"/>
              <a:gd name="connsiteY46737" fmla="*/ 2434400 h 5143785"/>
              <a:gd name="connsiteX46738" fmla="*/ 19050 w 3114960"/>
              <a:gd name="connsiteY46738" fmla="*/ 2434400 h 5143785"/>
              <a:gd name="connsiteX46739" fmla="*/ 7430 w 3114960"/>
              <a:gd name="connsiteY46739" fmla="*/ 2428399 h 5143785"/>
              <a:gd name="connsiteX46740" fmla="*/ 7430 w 3114960"/>
              <a:gd name="connsiteY46740" fmla="*/ 2418302 h 5143785"/>
              <a:gd name="connsiteX46741" fmla="*/ 8668 w 3114960"/>
              <a:gd name="connsiteY46741" fmla="*/ 2417064 h 5143785"/>
              <a:gd name="connsiteX46742" fmla="*/ 19050 w 3114960"/>
              <a:gd name="connsiteY46742" fmla="*/ 2417064 h 5143785"/>
              <a:gd name="connsiteX46743" fmla="*/ 20288 w 3114960"/>
              <a:gd name="connsiteY46743" fmla="*/ 2418302 h 5143785"/>
              <a:gd name="connsiteX46744" fmla="*/ 20288 w 3114960"/>
              <a:gd name="connsiteY46744" fmla="*/ 2428399 h 5143785"/>
              <a:gd name="connsiteX46745" fmla="*/ 19050 w 3114960"/>
              <a:gd name="connsiteY46745" fmla="*/ 2429637 h 5143785"/>
              <a:gd name="connsiteX46746" fmla="*/ 8668 w 3114960"/>
              <a:gd name="connsiteY46746" fmla="*/ 2429637 h 5143785"/>
              <a:gd name="connsiteX46747" fmla="*/ 7430 w 3114960"/>
              <a:gd name="connsiteY46747" fmla="*/ 2428399 h 5143785"/>
              <a:gd name="connsiteX46748" fmla="*/ 32861 w 3114960"/>
              <a:gd name="connsiteY46748" fmla="*/ 2473928 h 5143785"/>
              <a:gd name="connsiteX46749" fmla="*/ 38862 w 3114960"/>
              <a:gd name="connsiteY46749" fmla="*/ 2467928 h 5143785"/>
              <a:gd name="connsiteX46750" fmla="*/ 38862 w 3114960"/>
              <a:gd name="connsiteY46750" fmla="*/ 2457831 h 5143785"/>
              <a:gd name="connsiteX46751" fmla="*/ 32861 w 3114960"/>
              <a:gd name="connsiteY46751" fmla="*/ 2451830 h 5143785"/>
              <a:gd name="connsiteX46752" fmla="*/ 22479 w 3114960"/>
              <a:gd name="connsiteY46752" fmla="*/ 2451830 h 5143785"/>
              <a:gd name="connsiteX46753" fmla="*/ 16478 w 3114960"/>
              <a:gd name="connsiteY46753" fmla="*/ 2457831 h 5143785"/>
              <a:gd name="connsiteX46754" fmla="*/ 16478 w 3114960"/>
              <a:gd name="connsiteY46754" fmla="*/ 2467928 h 5143785"/>
              <a:gd name="connsiteX46755" fmla="*/ 22479 w 3114960"/>
              <a:gd name="connsiteY46755" fmla="*/ 2473928 h 5143785"/>
              <a:gd name="connsiteX46756" fmla="*/ 32861 w 3114960"/>
              <a:gd name="connsiteY46756" fmla="*/ 2473928 h 5143785"/>
              <a:gd name="connsiteX46757" fmla="*/ 21146 w 3114960"/>
              <a:gd name="connsiteY46757" fmla="*/ 2467928 h 5143785"/>
              <a:gd name="connsiteX46758" fmla="*/ 21146 w 3114960"/>
              <a:gd name="connsiteY46758" fmla="*/ 2457831 h 5143785"/>
              <a:gd name="connsiteX46759" fmla="*/ 22384 w 3114960"/>
              <a:gd name="connsiteY46759" fmla="*/ 2456593 h 5143785"/>
              <a:gd name="connsiteX46760" fmla="*/ 32766 w 3114960"/>
              <a:gd name="connsiteY46760" fmla="*/ 2456593 h 5143785"/>
              <a:gd name="connsiteX46761" fmla="*/ 34004 w 3114960"/>
              <a:gd name="connsiteY46761" fmla="*/ 2457831 h 5143785"/>
              <a:gd name="connsiteX46762" fmla="*/ 34004 w 3114960"/>
              <a:gd name="connsiteY46762" fmla="*/ 2467928 h 5143785"/>
              <a:gd name="connsiteX46763" fmla="*/ 32766 w 3114960"/>
              <a:gd name="connsiteY46763" fmla="*/ 2469166 h 5143785"/>
              <a:gd name="connsiteX46764" fmla="*/ 22384 w 3114960"/>
              <a:gd name="connsiteY46764" fmla="*/ 2469166 h 5143785"/>
              <a:gd name="connsiteX46765" fmla="*/ 21146 w 3114960"/>
              <a:gd name="connsiteY46765" fmla="*/ 2467928 h 5143785"/>
              <a:gd name="connsiteX46766" fmla="*/ 2267141 w 3114960"/>
              <a:gd name="connsiteY46766" fmla="*/ 3268504 h 5143785"/>
              <a:gd name="connsiteX46767" fmla="*/ 2267141 w 3114960"/>
              <a:gd name="connsiteY46767" fmla="*/ 3285744 h 5143785"/>
              <a:gd name="connsiteX46768" fmla="*/ 2262378 w 3114960"/>
              <a:gd name="connsiteY46768" fmla="*/ 3285744 h 5143785"/>
              <a:gd name="connsiteX46769" fmla="*/ 2262378 w 3114960"/>
              <a:gd name="connsiteY46769" fmla="*/ 3268504 h 5143785"/>
              <a:gd name="connsiteX46770" fmla="*/ 2267141 w 3114960"/>
              <a:gd name="connsiteY46770" fmla="*/ 3268504 h 5143785"/>
              <a:gd name="connsiteX46771" fmla="*/ 2537651 w 3114960"/>
              <a:gd name="connsiteY46771" fmla="*/ 3058382 h 5143785"/>
              <a:gd name="connsiteX46772" fmla="*/ 2515457 w 3114960"/>
              <a:gd name="connsiteY46772" fmla="*/ 3080195 h 5143785"/>
              <a:gd name="connsiteX46773" fmla="*/ 2516029 w 3114960"/>
              <a:gd name="connsiteY46773" fmla="*/ 3081433 h 5143785"/>
              <a:gd name="connsiteX46774" fmla="*/ 2509742 w 3114960"/>
              <a:gd name="connsiteY46774" fmla="*/ 3091244 h 5143785"/>
              <a:gd name="connsiteX46775" fmla="*/ 2499932 w 3114960"/>
              <a:gd name="connsiteY46775" fmla="*/ 3084957 h 5143785"/>
              <a:gd name="connsiteX46776" fmla="*/ 2506218 w 3114960"/>
              <a:gd name="connsiteY46776" fmla="*/ 3075146 h 5143785"/>
              <a:gd name="connsiteX46777" fmla="*/ 2512505 w 3114960"/>
              <a:gd name="connsiteY46777" fmla="*/ 3076289 h 5143785"/>
              <a:gd name="connsiteX46778" fmla="*/ 2535746 w 3114960"/>
              <a:gd name="connsiteY46778" fmla="*/ 3053525 h 5143785"/>
              <a:gd name="connsiteX46779" fmla="*/ 2536698 w 3114960"/>
              <a:gd name="connsiteY46779" fmla="*/ 3053525 h 5143785"/>
              <a:gd name="connsiteX46780" fmla="*/ 2692242 w 3114960"/>
              <a:gd name="connsiteY46780" fmla="*/ 3053810 h 5143785"/>
              <a:gd name="connsiteX46781" fmla="*/ 2731580 w 3114960"/>
              <a:gd name="connsiteY46781" fmla="*/ 3006757 h 5143785"/>
              <a:gd name="connsiteX46782" fmla="*/ 2731580 w 3114960"/>
              <a:gd name="connsiteY46782" fmla="*/ 2954941 h 5143785"/>
              <a:gd name="connsiteX46783" fmla="*/ 2691955 w 3114960"/>
              <a:gd name="connsiteY46783" fmla="*/ 2902172 h 5143785"/>
              <a:gd name="connsiteX46784" fmla="*/ 2532793 w 3114960"/>
              <a:gd name="connsiteY46784" fmla="*/ 2901696 h 5143785"/>
              <a:gd name="connsiteX46785" fmla="*/ 2519077 w 3114960"/>
              <a:gd name="connsiteY46785" fmla="*/ 2887980 h 5143785"/>
              <a:gd name="connsiteX46786" fmla="*/ 2517172 w 3114960"/>
              <a:gd name="connsiteY46786" fmla="*/ 2888552 h 5143785"/>
              <a:gd name="connsiteX46787" fmla="*/ 2495550 w 3114960"/>
              <a:gd name="connsiteY46787" fmla="*/ 2888552 h 5143785"/>
              <a:gd name="connsiteX46788" fmla="*/ 2491835 w 3114960"/>
              <a:gd name="connsiteY46788" fmla="*/ 2884837 h 5143785"/>
              <a:gd name="connsiteX46789" fmla="*/ 2491835 w 3114960"/>
              <a:gd name="connsiteY46789" fmla="*/ 2879217 h 5143785"/>
              <a:gd name="connsiteX46790" fmla="*/ 2495550 w 3114960"/>
              <a:gd name="connsiteY46790" fmla="*/ 2875502 h 5143785"/>
              <a:gd name="connsiteX46791" fmla="*/ 2517172 w 3114960"/>
              <a:gd name="connsiteY46791" fmla="*/ 2875502 h 5143785"/>
              <a:gd name="connsiteX46792" fmla="*/ 2520887 w 3114960"/>
              <a:gd name="connsiteY46792" fmla="*/ 2879217 h 5143785"/>
              <a:gd name="connsiteX46793" fmla="*/ 2520887 w 3114960"/>
              <a:gd name="connsiteY46793" fmla="*/ 2884265 h 5143785"/>
              <a:gd name="connsiteX46794" fmla="*/ 2521458 w 3114960"/>
              <a:gd name="connsiteY46794" fmla="*/ 2883694 h 5143785"/>
              <a:gd name="connsiteX46795" fmla="*/ 2534698 w 3114960"/>
              <a:gd name="connsiteY46795" fmla="*/ 2896934 h 5143785"/>
              <a:gd name="connsiteX46796" fmla="*/ 2694242 w 3114960"/>
              <a:gd name="connsiteY46796" fmla="*/ 2897410 h 5143785"/>
              <a:gd name="connsiteX46797" fmla="*/ 2736247 w 3114960"/>
              <a:gd name="connsiteY46797" fmla="*/ 2953417 h 5143785"/>
              <a:gd name="connsiteX46798" fmla="*/ 2736247 w 3114960"/>
              <a:gd name="connsiteY46798" fmla="*/ 3008567 h 5143785"/>
              <a:gd name="connsiteX46799" fmla="*/ 2694432 w 3114960"/>
              <a:gd name="connsiteY46799" fmla="*/ 3058668 h 5143785"/>
              <a:gd name="connsiteX46800" fmla="*/ 2693289 w 3114960"/>
              <a:gd name="connsiteY46800" fmla="*/ 3058668 h 5143785"/>
              <a:gd name="connsiteX46801" fmla="*/ 2537651 w 3114960"/>
              <a:gd name="connsiteY46801" fmla="*/ 3058382 h 5143785"/>
              <a:gd name="connsiteX46802" fmla="*/ 2302764 w 3114960"/>
              <a:gd name="connsiteY46802" fmla="*/ 3086576 h 5143785"/>
              <a:gd name="connsiteX46803" fmla="*/ 2295716 w 3114960"/>
              <a:gd name="connsiteY46803" fmla="*/ 3093625 h 5143785"/>
              <a:gd name="connsiteX46804" fmla="*/ 2288667 w 3114960"/>
              <a:gd name="connsiteY46804" fmla="*/ 3086576 h 5143785"/>
              <a:gd name="connsiteX46805" fmla="*/ 2295716 w 3114960"/>
              <a:gd name="connsiteY46805" fmla="*/ 3079528 h 5143785"/>
              <a:gd name="connsiteX46806" fmla="*/ 2302764 w 3114960"/>
              <a:gd name="connsiteY46806" fmla="*/ 3086576 h 5143785"/>
              <a:gd name="connsiteX46807" fmla="*/ 2433733 w 3114960"/>
              <a:gd name="connsiteY46807" fmla="*/ 3152585 h 5143785"/>
              <a:gd name="connsiteX46808" fmla="*/ 2421065 w 3114960"/>
              <a:gd name="connsiteY46808" fmla="*/ 3144584 h 5143785"/>
              <a:gd name="connsiteX46809" fmla="*/ 2414397 w 3114960"/>
              <a:gd name="connsiteY46809" fmla="*/ 3149251 h 5143785"/>
              <a:gd name="connsiteX46810" fmla="*/ 2412968 w 3114960"/>
              <a:gd name="connsiteY46810" fmla="*/ 3157252 h 5143785"/>
              <a:gd name="connsiteX46811" fmla="*/ 2423351 w 3114960"/>
              <a:gd name="connsiteY46811" fmla="*/ 3165538 h 5143785"/>
              <a:gd name="connsiteX46812" fmla="*/ 2425637 w 3114960"/>
              <a:gd name="connsiteY46812" fmla="*/ 3165253 h 5143785"/>
              <a:gd name="connsiteX46813" fmla="*/ 2433542 w 3114960"/>
              <a:gd name="connsiteY46813" fmla="*/ 3157252 h 5143785"/>
              <a:gd name="connsiteX46814" fmla="*/ 2563463 w 3114960"/>
              <a:gd name="connsiteY46814" fmla="*/ 3157252 h 5143785"/>
              <a:gd name="connsiteX46815" fmla="*/ 2583942 w 3114960"/>
              <a:gd name="connsiteY46815" fmla="*/ 3136583 h 5143785"/>
              <a:gd name="connsiteX46816" fmla="*/ 2589181 w 3114960"/>
              <a:gd name="connsiteY46816" fmla="*/ 3137249 h 5143785"/>
              <a:gd name="connsiteX46817" fmla="*/ 2595467 w 3114960"/>
              <a:gd name="connsiteY46817" fmla="*/ 3127438 h 5143785"/>
              <a:gd name="connsiteX46818" fmla="*/ 2585657 w 3114960"/>
              <a:gd name="connsiteY46818" fmla="*/ 3121152 h 5143785"/>
              <a:gd name="connsiteX46819" fmla="*/ 2579370 w 3114960"/>
              <a:gd name="connsiteY46819" fmla="*/ 3130963 h 5143785"/>
              <a:gd name="connsiteX46820" fmla="*/ 2580418 w 3114960"/>
              <a:gd name="connsiteY46820" fmla="*/ 3133344 h 5143785"/>
              <a:gd name="connsiteX46821" fmla="*/ 2561463 w 3114960"/>
              <a:gd name="connsiteY46821" fmla="*/ 3152489 h 5143785"/>
              <a:gd name="connsiteX46822" fmla="*/ 2433638 w 3114960"/>
              <a:gd name="connsiteY46822" fmla="*/ 3152489 h 5143785"/>
              <a:gd name="connsiteX46823" fmla="*/ 2424684 w 3114960"/>
              <a:gd name="connsiteY46823" fmla="*/ 3160681 h 5143785"/>
              <a:gd name="connsiteX46824" fmla="*/ 2417731 w 3114960"/>
              <a:gd name="connsiteY46824" fmla="*/ 3156204 h 5143785"/>
              <a:gd name="connsiteX46825" fmla="*/ 2418493 w 3114960"/>
              <a:gd name="connsiteY46825" fmla="*/ 3151823 h 5143785"/>
              <a:gd name="connsiteX46826" fmla="*/ 2422208 w 3114960"/>
              <a:gd name="connsiteY46826" fmla="*/ 3149251 h 5143785"/>
              <a:gd name="connsiteX46827" fmla="*/ 2423446 w 3114960"/>
              <a:gd name="connsiteY46827" fmla="*/ 3149155 h 5143785"/>
              <a:gd name="connsiteX46828" fmla="*/ 2429161 w 3114960"/>
              <a:gd name="connsiteY46828" fmla="*/ 3153728 h 5143785"/>
              <a:gd name="connsiteX46829" fmla="*/ 2424684 w 3114960"/>
              <a:gd name="connsiteY46829" fmla="*/ 3160776 h 5143785"/>
              <a:gd name="connsiteX46830" fmla="*/ 2271808 w 3114960"/>
              <a:gd name="connsiteY46830" fmla="*/ 3228023 h 5143785"/>
              <a:gd name="connsiteX46831" fmla="*/ 2264759 w 3114960"/>
              <a:gd name="connsiteY46831" fmla="*/ 3235071 h 5143785"/>
              <a:gd name="connsiteX46832" fmla="*/ 2257711 w 3114960"/>
              <a:gd name="connsiteY46832" fmla="*/ 3228023 h 5143785"/>
              <a:gd name="connsiteX46833" fmla="*/ 2264759 w 3114960"/>
              <a:gd name="connsiteY46833" fmla="*/ 3220974 h 5143785"/>
              <a:gd name="connsiteX46834" fmla="*/ 2271808 w 3114960"/>
              <a:gd name="connsiteY46834" fmla="*/ 3228023 h 5143785"/>
              <a:gd name="connsiteX46835" fmla="*/ 2336292 w 3114960"/>
              <a:gd name="connsiteY46835" fmla="*/ 3174683 h 5143785"/>
              <a:gd name="connsiteX46836" fmla="*/ 2336292 w 3114960"/>
              <a:gd name="connsiteY46836" fmla="*/ 3120580 h 5143785"/>
              <a:gd name="connsiteX46837" fmla="*/ 2307717 w 3114960"/>
              <a:gd name="connsiteY46837" fmla="*/ 3094482 h 5143785"/>
              <a:gd name="connsiteX46838" fmla="*/ 2304288 w 3114960"/>
              <a:gd name="connsiteY46838" fmla="*/ 3075146 h 5143785"/>
              <a:gd name="connsiteX46839" fmla="*/ 2298192 w 3114960"/>
              <a:gd name="connsiteY46839" fmla="*/ 3072765 h 5143785"/>
              <a:gd name="connsiteX46840" fmla="*/ 2298002 w 3114960"/>
              <a:gd name="connsiteY46840" fmla="*/ 3056001 h 5143785"/>
              <a:gd name="connsiteX46841" fmla="*/ 2293239 w 3114960"/>
              <a:gd name="connsiteY46841" fmla="*/ 3056001 h 5143785"/>
              <a:gd name="connsiteX46842" fmla="*/ 2293430 w 3114960"/>
              <a:gd name="connsiteY46842" fmla="*/ 3072765 h 5143785"/>
              <a:gd name="connsiteX46843" fmla="*/ 2284286 w 3114960"/>
              <a:gd name="connsiteY46843" fmla="*/ 3078385 h 5143785"/>
              <a:gd name="connsiteX46844" fmla="*/ 2287334 w 3114960"/>
              <a:gd name="connsiteY46844" fmla="*/ 3098387 h 5143785"/>
              <a:gd name="connsiteX46845" fmla="*/ 2298002 w 3114960"/>
              <a:gd name="connsiteY46845" fmla="*/ 3100959 h 5143785"/>
              <a:gd name="connsiteX46846" fmla="*/ 2306193 w 3114960"/>
              <a:gd name="connsiteY46846" fmla="*/ 3096387 h 5143785"/>
              <a:gd name="connsiteX46847" fmla="*/ 2334006 w 3114960"/>
              <a:gd name="connsiteY46847" fmla="*/ 3121819 h 5143785"/>
              <a:gd name="connsiteX46848" fmla="*/ 2334006 w 3114960"/>
              <a:gd name="connsiteY46848" fmla="*/ 3173730 h 5143785"/>
              <a:gd name="connsiteX46849" fmla="*/ 2275999 w 3114960"/>
              <a:gd name="connsiteY46849" fmla="*/ 3219260 h 5143785"/>
              <a:gd name="connsiteX46850" fmla="*/ 2273332 w 3114960"/>
              <a:gd name="connsiteY46850" fmla="*/ 3216688 h 5143785"/>
              <a:gd name="connsiteX46851" fmla="*/ 2264855 w 3114960"/>
              <a:gd name="connsiteY46851" fmla="*/ 3213926 h 5143785"/>
              <a:gd name="connsiteX46852" fmla="*/ 2253234 w 3114960"/>
              <a:gd name="connsiteY46852" fmla="*/ 3219736 h 5143785"/>
              <a:gd name="connsiteX46853" fmla="*/ 2256282 w 3114960"/>
              <a:gd name="connsiteY46853" fmla="*/ 3239738 h 5143785"/>
              <a:gd name="connsiteX46854" fmla="*/ 2262378 w 3114960"/>
              <a:gd name="connsiteY46854" fmla="*/ 3242215 h 5143785"/>
              <a:gd name="connsiteX46855" fmla="*/ 2262378 w 3114960"/>
              <a:gd name="connsiteY46855" fmla="*/ 3251454 h 5143785"/>
              <a:gd name="connsiteX46856" fmla="*/ 2267141 w 3114960"/>
              <a:gd name="connsiteY46856" fmla="*/ 3251454 h 5143785"/>
              <a:gd name="connsiteX46857" fmla="*/ 2267141 w 3114960"/>
              <a:gd name="connsiteY46857" fmla="*/ 3242215 h 5143785"/>
              <a:gd name="connsiteX46858" fmla="*/ 2276285 w 3114960"/>
              <a:gd name="connsiteY46858" fmla="*/ 3236595 h 5143785"/>
              <a:gd name="connsiteX46859" fmla="*/ 2277237 w 3114960"/>
              <a:gd name="connsiteY46859" fmla="*/ 3221069 h 5143785"/>
              <a:gd name="connsiteX46860" fmla="*/ 2335816 w 3114960"/>
              <a:gd name="connsiteY46860" fmla="*/ 3175159 h 5143785"/>
              <a:gd name="connsiteX46861" fmla="*/ 2336292 w 3114960"/>
              <a:gd name="connsiteY46861" fmla="*/ 3174778 h 5143785"/>
              <a:gd name="connsiteX46862" fmla="*/ 2305241 w 3114960"/>
              <a:gd name="connsiteY46862" fmla="*/ 3093530 h 5143785"/>
              <a:gd name="connsiteX46863" fmla="*/ 2297621 w 3114960"/>
              <a:gd name="connsiteY46863" fmla="*/ 3098197 h 5143785"/>
              <a:gd name="connsiteX46864" fmla="*/ 2295811 w 3114960"/>
              <a:gd name="connsiteY46864" fmla="*/ 3098292 h 5143785"/>
              <a:gd name="connsiteX46865" fmla="*/ 2288953 w 3114960"/>
              <a:gd name="connsiteY46865" fmla="*/ 3096006 h 5143785"/>
              <a:gd name="connsiteX46866" fmla="*/ 2286476 w 3114960"/>
              <a:gd name="connsiteY46866" fmla="*/ 3079623 h 5143785"/>
              <a:gd name="connsiteX46867" fmla="*/ 2302859 w 3114960"/>
              <a:gd name="connsiteY46867" fmla="*/ 3077147 h 5143785"/>
              <a:gd name="connsiteX46868" fmla="*/ 2307527 w 3114960"/>
              <a:gd name="connsiteY46868" fmla="*/ 3084767 h 5143785"/>
              <a:gd name="connsiteX46869" fmla="*/ 2305431 w 3114960"/>
              <a:gd name="connsiteY46869" fmla="*/ 3093434 h 5143785"/>
              <a:gd name="connsiteX46870" fmla="*/ 2274189 w 3114960"/>
              <a:gd name="connsiteY46870" fmla="*/ 3234880 h 5143785"/>
              <a:gd name="connsiteX46871" fmla="*/ 2266569 w 3114960"/>
              <a:gd name="connsiteY46871" fmla="*/ 3239548 h 5143785"/>
              <a:gd name="connsiteX46872" fmla="*/ 2264759 w 3114960"/>
              <a:gd name="connsiteY46872" fmla="*/ 3239643 h 5143785"/>
              <a:gd name="connsiteX46873" fmla="*/ 2257901 w 3114960"/>
              <a:gd name="connsiteY46873" fmla="*/ 3237357 h 5143785"/>
              <a:gd name="connsiteX46874" fmla="*/ 2255425 w 3114960"/>
              <a:gd name="connsiteY46874" fmla="*/ 3220974 h 5143785"/>
              <a:gd name="connsiteX46875" fmla="*/ 2271808 w 3114960"/>
              <a:gd name="connsiteY46875" fmla="*/ 3218498 h 5143785"/>
              <a:gd name="connsiteX46876" fmla="*/ 2276475 w 3114960"/>
              <a:gd name="connsiteY46876" fmla="*/ 3226118 h 5143785"/>
              <a:gd name="connsiteX46877" fmla="*/ 2274380 w 3114960"/>
              <a:gd name="connsiteY46877" fmla="*/ 3234785 h 5143785"/>
              <a:gd name="connsiteX46878" fmla="*/ 594455 w 3114960"/>
              <a:gd name="connsiteY46878" fmla="*/ 1669828 h 5143785"/>
              <a:gd name="connsiteX46879" fmla="*/ 594455 w 3114960"/>
              <a:gd name="connsiteY46879" fmla="*/ 1670780 h 5143785"/>
              <a:gd name="connsiteX46880" fmla="*/ 630174 w 3114960"/>
              <a:gd name="connsiteY46880" fmla="*/ 1710404 h 5143785"/>
              <a:gd name="connsiteX46881" fmla="*/ 627412 w 3114960"/>
              <a:gd name="connsiteY46881" fmla="*/ 1717834 h 5143785"/>
              <a:gd name="connsiteX46882" fmla="*/ 639794 w 3114960"/>
              <a:gd name="connsiteY46882" fmla="*/ 1730216 h 5143785"/>
              <a:gd name="connsiteX46883" fmla="*/ 652177 w 3114960"/>
              <a:gd name="connsiteY46883" fmla="*/ 1717834 h 5143785"/>
              <a:gd name="connsiteX46884" fmla="*/ 639794 w 3114960"/>
              <a:gd name="connsiteY46884" fmla="*/ 1705451 h 5143785"/>
              <a:gd name="connsiteX46885" fmla="*/ 633698 w 3114960"/>
              <a:gd name="connsiteY46885" fmla="*/ 1707261 h 5143785"/>
              <a:gd name="connsiteX46886" fmla="*/ 599218 w 3114960"/>
              <a:gd name="connsiteY46886" fmla="*/ 1668875 h 5143785"/>
              <a:gd name="connsiteX46887" fmla="*/ 599694 w 3114960"/>
              <a:gd name="connsiteY46887" fmla="*/ 1463802 h 5143785"/>
              <a:gd name="connsiteX46888" fmla="*/ 607409 w 3114960"/>
              <a:gd name="connsiteY46888" fmla="*/ 1452467 h 5143785"/>
              <a:gd name="connsiteX46889" fmla="*/ 614458 w 3114960"/>
              <a:gd name="connsiteY46889" fmla="*/ 1454944 h 5143785"/>
              <a:gd name="connsiteX46890" fmla="*/ 626840 w 3114960"/>
              <a:gd name="connsiteY46890" fmla="*/ 1442561 h 5143785"/>
              <a:gd name="connsiteX46891" fmla="*/ 614458 w 3114960"/>
              <a:gd name="connsiteY46891" fmla="*/ 1430179 h 5143785"/>
              <a:gd name="connsiteX46892" fmla="*/ 602075 w 3114960"/>
              <a:gd name="connsiteY46892" fmla="*/ 1442561 h 5143785"/>
              <a:gd name="connsiteX46893" fmla="*/ 604076 w 3114960"/>
              <a:gd name="connsiteY46893" fmla="*/ 1448943 h 5143785"/>
              <a:gd name="connsiteX46894" fmla="*/ 594932 w 3114960"/>
              <a:gd name="connsiteY46894" fmla="*/ 1462278 h 5143785"/>
              <a:gd name="connsiteX46895" fmla="*/ 594455 w 3114960"/>
              <a:gd name="connsiteY46895" fmla="*/ 1669732 h 5143785"/>
              <a:gd name="connsiteX46896" fmla="*/ 639890 w 3114960"/>
              <a:gd name="connsiteY46896" fmla="*/ 1710214 h 5143785"/>
              <a:gd name="connsiteX46897" fmla="*/ 647510 w 3114960"/>
              <a:gd name="connsiteY46897" fmla="*/ 1717834 h 5143785"/>
              <a:gd name="connsiteX46898" fmla="*/ 639890 w 3114960"/>
              <a:gd name="connsiteY46898" fmla="*/ 1725454 h 5143785"/>
              <a:gd name="connsiteX46899" fmla="*/ 632270 w 3114960"/>
              <a:gd name="connsiteY46899" fmla="*/ 1717834 h 5143785"/>
              <a:gd name="connsiteX46900" fmla="*/ 639890 w 3114960"/>
              <a:gd name="connsiteY46900" fmla="*/ 1710214 h 5143785"/>
              <a:gd name="connsiteX46901" fmla="*/ 614553 w 3114960"/>
              <a:gd name="connsiteY46901" fmla="*/ 1434941 h 5143785"/>
              <a:gd name="connsiteX46902" fmla="*/ 622173 w 3114960"/>
              <a:gd name="connsiteY46902" fmla="*/ 1442561 h 5143785"/>
              <a:gd name="connsiteX46903" fmla="*/ 614553 w 3114960"/>
              <a:gd name="connsiteY46903" fmla="*/ 1450181 h 5143785"/>
              <a:gd name="connsiteX46904" fmla="*/ 606933 w 3114960"/>
              <a:gd name="connsiteY46904" fmla="*/ 1442561 h 5143785"/>
              <a:gd name="connsiteX46905" fmla="*/ 614553 w 3114960"/>
              <a:gd name="connsiteY46905" fmla="*/ 1434941 h 51437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  <a:cxn ang="0">
                <a:pos x="connsiteX24957" y="connsiteY24957"/>
              </a:cxn>
              <a:cxn ang="0">
                <a:pos x="connsiteX24958" y="connsiteY24958"/>
              </a:cxn>
              <a:cxn ang="0">
                <a:pos x="connsiteX24959" y="connsiteY24959"/>
              </a:cxn>
              <a:cxn ang="0">
                <a:pos x="connsiteX24960" y="connsiteY24960"/>
              </a:cxn>
              <a:cxn ang="0">
                <a:pos x="connsiteX24961" y="connsiteY24961"/>
              </a:cxn>
              <a:cxn ang="0">
                <a:pos x="connsiteX24962" y="connsiteY24962"/>
              </a:cxn>
              <a:cxn ang="0">
                <a:pos x="connsiteX24963" y="connsiteY24963"/>
              </a:cxn>
              <a:cxn ang="0">
                <a:pos x="connsiteX24964" y="connsiteY24964"/>
              </a:cxn>
              <a:cxn ang="0">
                <a:pos x="connsiteX24965" y="connsiteY24965"/>
              </a:cxn>
              <a:cxn ang="0">
                <a:pos x="connsiteX24966" y="connsiteY24966"/>
              </a:cxn>
              <a:cxn ang="0">
                <a:pos x="connsiteX24967" y="connsiteY24967"/>
              </a:cxn>
              <a:cxn ang="0">
                <a:pos x="connsiteX24968" y="connsiteY24968"/>
              </a:cxn>
              <a:cxn ang="0">
                <a:pos x="connsiteX24969" y="connsiteY24969"/>
              </a:cxn>
              <a:cxn ang="0">
                <a:pos x="connsiteX24970" y="connsiteY24970"/>
              </a:cxn>
              <a:cxn ang="0">
                <a:pos x="connsiteX24971" y="connsiteY24971"/>
              </a:cxn>
              <a:cxn ang="0">
                <a:pos x="connsiteX24972" y="connsiteY24972"/>
              </a:cxn>
              <a:cxn ang="0">
                <a:pos x="connsiteX24973" y="connsiteY24973"/>
              </a:cxn>
              <a:cxn ang="0">
                <a:pos x="connsiteX24974" y="connsiteY24974"/>
              </a:cxn>
              <a:cxn ang="0">
                <a:pos x="connsiteX24975" y="connsiteY24975"/>
              </a:cxn>
              <a:cxn ang="0">
                <a:pos x="connsiteX24976" y="connsiteY24976"/>
              </a:cxn>
              <a:cxn ang="0">
                <a:pos x="connsiteX24977" y="connsiteY24977"/>
              </a:cxn>
              <a:cxn ang="0">
                <a:pos x="connsiteX24978" y="connsiteY24978"/>
              </a:cxn>
              <a:cxn ang="0">
                <a:pos x="connsiteX24979" y="connsiteY24979"/>
              </a:cxn>
              <a:cxn ang="0">
                <a:pos x="connsiteX24980" y="connsiteY24980"/>
              </a:cxn>
              <a:cxn ang="0">
                <a:pos x="connsiteX24981" y="connsiteY24981"/>
              </a:cxn>
              <a:cxn ang="0">
                <a:pos x="connsiteX24982" y="connsiteY24982"/>
              </a:cxn>
              <a:cxn ang="0">
                <a:pos x="connsiteX24983" y="connsiteY24983"/>
              </a:cxn>
              <a:cxn ang="0">
                <a:pos x="connsiteX24984" y="connsiteY24984"/>
              </a:cxn>
              <a:cxn ang="0">
                <a:pos x="connsiteX24985" y="connsiteY24985"/>
              </a:cxn>
              <a:cxn ang="0">
                <a:pos x="connsiteX24986" y="connsiteY24986"/>
              </a:cxn>
              <a:cxn ang="0">
                <a:pos x="connsiteX24987" y="connsiteY24987"/>
              </a:cxn>
              <a:cxn ang="0">
                <a:pos x="connsiteX24988" y="connsiteY24988"/>
              </a:cxn>
              <a:cxn ang="0">
                <a:pos x="connsiteX24989" y="connsiteY24989"/>
              </a:cxn>
              <a:cxn ang="0">
                <a:pos x="connsiteX24990" y="connsiteY24990"/>
              </a:cxn>
              <a:cxn ang="0">
                <a:pos x="connsiteX24991" y="connsiteY24991"/>
              </a:cxn>
              <a:cxn ang="0">
                <a:pos x="connsiteX24992" y="connsiteY24992"/>
              </a:cxn>
              <a:cxn ang="0">
                <a:pos x="connsiteX24993" y="connsiteY24993"/>
              </a:cxn>
              <a:cxn ang="0">
                <a:pos x="connsiteX24994" y="connsiteY24994"/>
              </a:cxn>
              <a:cxn ang="0">
                <a:pos x="connsiteX24995" y="connsiteY24995"/>
              </a:cxn>
              <a:cxn ang="0">
                <a:pos x="connsiteX24996" y="connsiteY24996"/>
              </a:cxn>
              <a:cxn ang="0">
                <a:pos x="connsiteX24997" y="connsiteY24997"/>
              </a:cxn>
              <a:cxn ang="0">
                <a:pos x="connsiteX24998" y="connsiteY24998"/>
              </a:cxn>
              <a:cxn ang="0">
                <a:pos x="connsiteX24999" y="connsiteY24999"/>
              </a:cxn>
              <a:cxn ang="0">
                <a:pos x="connsiteX25000" y="connsiteY25000"/>
              </a:cxn>
              <a:cxn ang="0">
                <a:pos x="connsiteX25001" y="connsiteY25001"/>
              </a:cxn>
              <a:cxn ang="0">
                <a:pos x="connsiteX25002" y="connsiteY25002"/>
              </a:cxn>
              <a:cxn ang="0">
                <a:pos x="connsiteX25003" y="connsiteY25003"/>
              </a:cxn>
              <a:cxn ang="0">
                <a:pos x="connsiteX25004" y="connsiteY25004"/>
              </a:cxn>
              <a:cxn ang="0">
                <a:pos x="connsiteX25005" y="connsiteY25005"/>
              </a:cxn>
              <a:cxn ang="0">
                <a:pos x="connsiteX25006" y="connsiteY25006"/>
              </a:cxn>
              <a:cxn ang="0">
                <a:pos x="connsiteX25007" y="connsiteY25007"/>
              </a:cxn>
              <a:cxn ang="0">
                <a:pos x="connsiteX25008" y="connsiteY25008"/>
              </a:cxn>
              <a:cxn ang="0">
                <a:pos x="connsiteX25009" y="connsiteY25009"/>
              </a:cxn>
              <a:cxn ang="0">
                <a:pos x="connsiteX25010" y="connsiteY25010"/>
              </a:cxn>
              <a:cxn ang="0">
                <a:pos x="connsiteX25011" y="connsiteY25011"/>
              </a:cxn>
              <a:cxn ang="0">
                <a:pos x="connsiteX25012" y="connsiteY25012"/>
              </a:cxn>
              <a:cxn ang="0">
                <a:pos x="connsiteX25013" y="connsiteY25013"/>
              </a:cxn>
              <a:cxn ang="0">
                <a:pos x="connsiteX25014" y="connsiteY25014"/>
              </a:cxn>
              <a:cxn ang="0">
                <a:pos x="connsiteX25015" y="connsiteY25015"/>
              </a:cxn>
              <a:cxn ang="0">
                <a:pos x="connsiteX25016" y="connsiteY25016"/>
              </a:cxn>
              <a:cxn ang="0">
                <a:pos x="connsiteX25017" y="connsiteY25017"/>
              </a:cxn>
              <a:cxn ang="0">
                <a:pos x="connsiteX25018" y="connsiteY25018"/>
              </a:cxn>
              <a:cxn ang="0">
                <a:pos x="connsiteX25019" y="connsiteY25019"/>
              </a:cxn>
              <a:cxn ang="0">
                <a:pos x="connsiteX25020" y="connsiteY25020"/>
              </a:cxn>
              <a:cxn ang="0">
                <a:pos x="connsiteX25021" y="connsiteY25021"/>
              </a:cxn>
              <a:cxn ang="0">
                <a:pos x="connsiteX25022" y="connsiteY25022"/>
              </a:cxn>
              <a:cxn ang="0">
                <a:pos x="connsiteX25023" y="connsiteY25023"/>
              </a:cxn>
              <a:cxn ang="0">
                <a:pos x="connsiteX25024" y="connsiteY25024"/>
              </a:cxn>
              <a:cxn ang="0">
                <a:pos x="connsiteX25025" y="connsiteY25025"/>
              </a:cxn>
              <a:cxn ang="0">
                <a:pos x="connsiteX25026" y="connsiteY25026"/>
              </a:cxn>
              <a:cxn ang="0">
                <a:pos x="connsiteX25027" y="connsiteY25027"/>
              </a:cxn>
              <a:cxn ang="0">
                <a:pos x="connsiteX25028" y="connsiteY25028"/>
              </a:cxn>
              <a:cxn ang="0">
                <a:pos x="connsiteX25029" y="connsiteY25029"/>
              </a:cxn>
              <a:cxn ang="0">
                <a:pos x="connsiteX25030" y="connsiteY25030"/>
              </a:cxn>
              <a:cxn ang="0">
                <a:pos x="connsiteX25031" y="connsiteY25031"/>
              </a:cxn>
              <a:cxn ang="0">
                <a:pos x="connsiteX25032" y="connsiteY25032"/>
              </a:cxn>
              <a:cxn ang="0">
                <a:pos x="connsiteX25033" y="connsiteY25033"/>
              </a:cxn>
              <a:cxn ang="0">
                <a:pos x="connsiteX25034" y="connsiteY25034"/>
              </a:cxn>
              <a:cxn ang="0">
                <a:pos x="connsiteX25035" y="connsiteY25035"/>
              </a:cxn>
              <a:cxn ang="0">
                <a:pos x="connsiteX25036" y="connsiteY25036"/>
              </a:cxn>
              <a:cxn ang="0">
                <a:pos x="connsiteX25037" y="connsiteY25037"/>
              </a:cxn>
              <a:cxn ang="0">
                <a:pos x="connsiteX25038" y="connsiteY25038"/>
              </a:cxn>
              <a:cxn ang="0">
                <a:pos x="connsiteX25039" y="connsiteY25039"/>
              </a:cxn>
              <a:cxn ang="0">
                <a:pos x="connsiteX25040" y="connsiteY25040"/>
              </a:cxn>
              <a:cxn ang="0">
                <a:pos x="connsiteX25041" y="connsiteY25041"/>
              </a:cxn>
              <a:cxn ang="0">
                <a:pos x="connsiteX25042" y="connsiteY25042"/>
              </a:cxn>
              <a:cxn ang="0">
                <a:pos x="connsiteX25043" y="connsiteY25043"/>
              </a:cxn>
              <a:cxn ang="0">
                <a:pos x="connsiteX25044" y="connsiteY25044"/>
              </a:cxn>
              <a:cxn ang="0">
                <a:pos x="connsiteX25045" y="connsiteY25045"/>
              </a:cxn>
              <a:cxn ang="0">
                <a:pos x="connsiteX25046" y="connsiteY25046"/>
              </a:cxn>
              <a:cxn ang="0">
                <a:pos x="connsiteX25047" y="connsiteY25047"/>
              </a:cxn>
              <a:cxn ang="0">
                <a:pos x="connsiteX25048" y="connsiteY25048"/>
              </a:cxn>
              <a:cxn ang="0">
                <a:pos x="connsiteX25049" y="connsiteY25049"/>
              </a:cxn>
              <a:cxn ang="0">
                <a:pos x="connsiteX25050" y="connsiteY25050"/>
              </a:cxn>
              <a:cxn ang="0">
                <a:pos x="connsiteX25051" y="connsiteY25051"/>
              </a:cxn>
              <a:cxn ang="0">
                <a:pos x="connsiteX25052" y="connsiteY25052"/>
              </a:cxn>
              <a:cxn ang="0">
                <a:pos x="connsiteX25053" y="connsiteY25053"/>
              </a:cxn>
              <a:cxn ang="0">
                <a:pos x="connsiteX25054" y="connsiteY25054"/>
              </a:cxn>
              <a:cxn ang="0">
                <a:pos x="connsiteX25055" y="connsiteY25055"/>
              </a:cxn>
              <a:cxn ang="0">
                <a:pos x="connsiteX25056" y="connsiteY25056"/>
              </a:cxn>
              <a:cxn ang="0">
                <a:pos x="connsiteX25057" y="connsiteY25057"/>
              </a:cxn>
              <a:cxn ang="0">
                <a:pos x="connsiteX25058" y="connsiteY25058"/>
              </a:cxn>
              <a:cxn ang="0">
                <a:pos x="connsiteX25059" y="connsiteY25059"/>
              </a:cxn>
              <a:cxn ang="0">
                <a:pos x="connsiteX25060" y="connsiteY25060"/>
              </a:cxn>
              <a:cxn ang="0">
                <a:pos x="connsiteX25061" y="connsiteY25061"/>
              </a:cxn>
              <a:cxn ang="0">
                <a:pos x="connsiteX25062" y="connsiteY25062"/>
              </a:cxn>
              <a:cxn ang="0">
                <a:pos x="connsiteX25063" y="connsiteY25063"/>
              </a:cxn>
              <a:cxn ang="0">
                <a:pos x="connsiteX25064" y="connsiteY25064"/>
              </a:cxn>
              <a:cxn ang="0">
                <a:pos x="connsiteX25065" y="connsiteY25065"/>
              </a:cxn>
              <a:cxn ang="0">
                <a:pos x="connsiteX25066" y="connsiteY25066"/>
              </a:cxn>
              <a:cxn ang="0">
                <a:pos x="connsiteX25067" y="connsiteY25067"/>
              </a:cxn>
              <a:cxn ang="0">
                <a:pos x="connsiteX25068" y="connsiteY25068"/>
              </a:cxn>
              <a:cxn ang="0">
                <a:pos x="connsiteX25069" y="connsiteY25069"/>
              </a:cxn>
              <a:cxn ang="0">
                <a:pos x="connsiteX25070" y="connsiteY25070"/>
              </a:cxn>
              <a:cxn ang="0">
                <a:pos x="connsiteX25071" y="connsiteY25071"/>
              </a:cxn>
              <a:cxn ang="0">
                <a:pos x="connsiteX25072" y="connsiteY25072"/>
              </a:cxn>
              <a:cxn ang="0">
                <a:pos x="connsiteX25073" y="connsiteY25073"/>
              </a:cxn>
              <a:cxn ang="0">
                <a:pos x="connsiteX25074" y="connsiteY25074"/>
              </a:cxn>
              <a:cxn ang="0">
                <a:pos x="connsiteX25075" y="connsiteY25075"/>
              </a:cxn>
              <a:cxn ang="0">
                <a:pos x="connsiteX25076" y="connsiteY25076"/>
              </a:cxn>
              <a:cxn ang="0">
                <a:pos x="connsiteX25077" y="connsiteY25077"/>
              </a:cxn>
              <a:cxn ang="0">
                <a:pos x="connsiteX25078" y="connsiteY25078"/>
              </a:cxn>
              <a:cxn ang="0">
                <a:pos x="connsiteX25079" y="connsiteY25079"/>
              </a:cxn>
              <a:cxn ang="0">
                <a:pos x="connsiteX25080" y="connsiteY25080"/>
              </a:cxn>
              <a:cxn ang="0">
                <a:pos x="connsiteX25081" y="connsiteY25081"/>
              </a:cxn>
              <a:cxn ang="0">
                <a:pos x="connsiteX25082" y="connsiteY25082"/>
              </a:cxn>
              <a:cxn ang="0">
                <a:pos x="connsiteX25083" y="connsiteY25083"/>
              </a:cxn>
              <a:cxn ang="0">
                <a:pos x="connsiteX25084" y="connsiteY25084"/>
              </a:cxn>
              <a:cxn ang="0">
                <a:pos x="connsiteX25085" y="connsiteY25085"/>
              </a:cxn>
              <a:cxn ang="0">
                <a:pos x="connsiteX25086" y="connsiteY25086"/>
              </a:cxn>
              <a:cxn ang="0">
                <a:pos x="connsiteX25087" y="connsiteY25087"/>
              </a:cxn>
              <a:cxn ang="0">
                <a:pos x="connsiteX25088" y="connsiteY25088"/>
              </a:cxn>
              <a:cxn ang="0">
                <a:pos x="connsiteX25089" y="connsiteY25089"/>
              </a:cxn>
              <a:cxn ang="0">
                <a:pos x="connsiteX25090" y="connsiteY25090"/>
              </a:cxn>
              <a:cxn ang="0">
                <a:pos x="connsiteX25091" y="connsiteY25091"/>
              </a:cxn>
              <a:cxn ang="0">
                <a:pos x="connsiteX25092" y="connsiteY25092"/>
              </a:cxn>
              <a:cxn ang="0">
                <a:pos x="connsiteX25093" y="connsiteY25093"/>
              </a:cxn>
              <a:cxn ang="0">
                <a:pos x="connsiteX25094" y="connsiteY25094"/>
              </a:cxn>
              <a:cxn ang="0">
                <a:pos x="connsiteX25095" y="connsiteY25095"/>
              </a:cxn>
              <a:cxn ang="0">
                <a:pos x="connsiteX25096" y="connsiteY25096"/>
              </a:cxn>
              <a:cxn ang="0">
                <a:pos x="connsiteX25097" y="connsiteY25097"/>
              </a:cxn>
              <a:cxn ang="0">
                <a:pos x="connsiteX25098" y="connsiteY25098"/>
              </a:cxn>
              <a:cxn ang="0">
                <a:pos x="connsiteX25099" y="connsiteY25099"/>
              </a:cxn>
              <a:cxn ang="0">
                <a:pos x="connsiteX25100" y="connsiteY25100"/>
              </a:cxn>
              <a:cxn ang="0">
                <a:pos x="connsiteX25101" y="connsiteY25101"/>
              </a:cxn>
              <a:cxn ang="0">
                <a:pos x="connsiteX25102" y="connsiteY25102"/>
              </a:cxn>
              <a:cxn ang="0">
                <a:pos x="connsiteX25103" y="connsiteY25103"/>
              </a:cxn>
              <a:cxn ang="0">
                <a:pos x="connsiteX25104" y="connsiteY25104"/>
              </a:cxn>
              <a:cxn ang="0">
                <a:pos x="connsiteX25105" y="connsiteY25105"/>
              </a:cxn>
              <a:cxn ang="0">
                <a:pos x="connsiteX25106" y="connsiteY25106"/>
              </a:cxn>
              <a:cxn ang="0">
                <a:pos x="connsiteX25107" y="connsiteY25107"/>
              </a:cxn>
              <a:cxn ang="0">
                <a:pos x="connsiteX25108" y="connsiteY25108"/>
              </a:cxn>
              <a:cxn ang="0">
                <a:pos x="connsiteX25109" y="connsiteY25109"/>
              </a:cxn>
              <a:cxn ang="0">
                <a:pos x="connsiteX25110" y="connsiteY25110"/>
              </a:cxn>
              <a:cxn ang="0">
                <a:pos x="connsiteX25111" y="connsiteY25111"/>
              </a:cxn>
              <a:cxn ang="0">
                <a:pos x="connsiteX25112" y="connsiteY25112"/>
              </a:cxn>
              <a:cxn ang="0">
                <a:pos x="connsiteX25113" y="connsiteY25113"/>
              </a:cxn>
              <a:cxn ang="0">
                <a:pos x="connsiteX25114" y="connsiteY25114"/>
              </a:cxn>
              <a:cxn ang="0">
                <a:pos x="connsiteX25115" y="connsiteY25115"/>
              </a:cxn>
              <a:cxn ang="0">
                <a:pos x="connsiteX25116" y="connsiteY25116"/>
              </a:cxn>
              <a:cxn ang="0">
                <a:pos x="connsiteX25117" y="connsiteY25117"/>
              </a:cxn>
              <a:cxn ang="0">
                <a:pos x="connsiteX25118" y="connsiteY25118"/>
              </a:cxn>
              <a:cxn ang="0">
                <a:pos x="connsiteX25119" y="connsiteY25119"/>
              </a:cxn>
              <a:cxn ang="0">
                <a:pos x="connsiteX25120" y="connsiteY25120"/>
              </a:cxn>
              <a:cxn ang="0">
                <a:pos x="connsiteX25121" y="connsiteY25121"/>
              </a:cxn>
              <a:cxn ang="0">
                <a:pos x="connsiteX25122" y="connsiteY25122"/>
              </a:cxn>
              <a:cxn ang="0">
                <a:pos x="connsiteX25123" y="connsiteY25123"/>
              </a:cxn>
              <a:cxn ang="0">
                <a:pos x="connsiteX25124" y="connsiteY25124"/>
              </a:cxn>
              <a:cxn ang="0">
                <a:pos x="connsiteX25125" y="connsiteY25125"/>
              </a:cxn>
              <a:cxn ang="0">
                <a:pos x="connsiteX25126" y="connsiteY25126"/>
              </a:cxn>
              <a:cxn ang="0">
                <a:pos x="connsiteX25127" y="connsiteY25127"/>
              </a:cxn>
              <a:cxn ang="0">
                <a:pos x="connsiteX25128" y="connsiteY25128"/>
              </a:cxn>
              <a:cxn ang="0">
                <a:pos x="connsiteX25129" y="connsiteY25129"/>
              </a:cxn>
              <a:cxn ang="0">
                <a:pos x="connsiteX25130" y="connsiteY25130"/>
              </a:cxn>
              <a:cxn ang="0">
                <a:pos x="connsiteX25131" y="connsiteY25131"/>
              </a:cxn>
              <a:cxn ang="0">
                <a:pos x="connsiteX25132" y="connsiteY25132"/>
              </a:cxn>
              <a:cxn ang="0">
                <a:pos x="connsiteX25133" y="connsiteY25133"/>
              </a:cxn>
              <a:cxn ang="0">
                <a:pos x="connsiteX25134" y="connsiteY25134"/>
              </a:cxn>
              <a:cxn ang="0">
                <a:pos x="connsiteX25135" y="connsiteY25135"/>
              </a:cxn>
              <a:cxn ang="0">
                <a:pos x="connsiteX25136" y="connsiteY25136"/>
              </a:cxn>
              <a:cxn ang="0">
                <a:pos x="connsiteX25137" y="connsiteY25137"/>
              </a:cxn>
              <a:cxn ang="0">
                <a:pos x="connsiteX25138" y="connsiteY25138"/>
              </a:cxn>
              <a:cxn ang="0">
                <a:pos x="connsiteX25139" y="connsiteY25139"/>
              </a:cxn>
              <a:cxn ang="0">
                <a:pos x="connsiteX25140" y="connsiteY25140"/>
              </a:cxn>
              <a:cxn ang="0">
                <a:pos x="connsiteX25141" y="connsiteY25141"/>
              </a:cxn>
              <a:cxn ang="0">
                <a:pos x="connsiteX25142" y="connsiteY25142"/>
              </a:cxn>
              <a:cxn ang="0">
                <a:pos x="connsiteX25143" y="connsiteY25143"/>
              </a:cxn>
              <a:cxn ang="0">
                <a:pos x="connsiteX25144" y="connsiteY25144"/>
              </a:cxn>
              <a:cxn ang="0">
                <a:pos x="connsiteX25145" y="connsiteY25145"/>
              </a:cxn>
              <a:cxn ang="0">
                <a:pos x="connsiteX25146" y="connsiteY25146"/>
              </a:cxn>
              <a:cxn ang="0">
                <a:pos x="connsiteX25147" y="connsiteY25147"/>
              </a:cxn>
              <a:cxn ang="0">
                <a:pos x="connsiteX25148" y="connsiteY25148"/>
              </a:cxn>
              <a:cxn ang="0">
                <a:pos x="connsiteX25149" y="connsiteY25149"/>
              </a:cxn>
              <a:cxn ang="0">
                <a:pos x="connsiteX25150" y="connsiteY25150"/>
              </a:cxn>
              <a:cxn ang="0">
                <a:pos x="connsiteX25151" y="connsiteY25151"/>
              </a:cxn>
              <a:cxn ang="0">
                <a:pos x="connsiteX25152" y="connsiteY25152"/>
              </a:cxn>
              <a:cxn ang="0">
                <a:pos x="connsiteX25153" y="connsiteY25153"/>
              </a:cxn>
              <a:cxn ang="0">
                <a:pos x="connsiteX25154" y="connsiteY25154"/>
              </a:cxn>
              <a:cxn ang="0">
                <a:pos x="connsiteX25155" y="connsiteY25155"/>
              </a:cxn>
              <a:cxn ang="0">
                <a:pos x="connsiteX25156" y="connsiteY25156"/>
              </a:cxn>
              <a:cxn ang="0">
                <a:pos x="connsiteX25157" y="connsiteY25157"/>
              </a:cxn>
              <a:cxn ang="0">
                <a:pos x="connsiteX25158" y="connsiteY25158"/>
              </a:cxn>
              <a:cxn ang="0">
                <a:pos x="connsiteX25159" y="connsiteY25159"/>
              </a:cxn>
              <a:cxn ang="0">
                <a:pos x="connsiteX25160" y="connsiteY25160"/>
              </a:cxn>
              <a:cxn ang="0">
                <a:pos x="connsiteX25161" y="connsiteY25161"/>
              </a:cxn>
              <a:cxn ang="0">
                <a:pos x="connsiteX25162" y="connsiteY25162"/>
              </a:cxn>
              <a:cxn ang="0">
                <a:pos x="connsiteX25163" y="connsiteY25163"/>
              </a:cxn>
              <a:cxn ang="0">
                <a:pos x="connsiteX25164" y="connsiteY25164"/>
              </a:cxn>
              <a:cxn ang="0">
                <a:pos x="connsiteX25165" y="connsiteY25165"/>
              </a:cxn>
              <a:cxn ang="0">
                <a:pos x="connsiteX25166" y="connsiteY25166"/>
              </a:cxn>
              <a:cxn ang="0">
                <a:pos x="connsiteX25167" y="connsiteY25167"/>
              </a:cxn>
              <a:cxn ang="0">
                <a:pos x="connsiteX25168" y="connsiteY25168"/>
              </a:cxn>
              <a:cxn ang="0">
                <a:pos x="connsiteX25169" y="connsiteY25169"/>
              </a:cxn>
              <a:cxn ang="0">
                <a:pos x="connsiteX25170" y="connsiteY25170"/>
              </a:cxn>
              <a:cxn ang="0">
                <a:pos x="connsiteX25171" y="connsiteY25171"/>
              </a:cxn>
              <a:cxn ang="0">
                <a:pos x="connsiteX25172" y="connsiteY25172"/>
              </a:cxn>
              <a:cxn ang="0">
                <a:pos x="connsiteX25173" y="connsiteY25173"/>
              </a:cxn>
              <a:cxn ang="0">
                <a:pos x="connsiteX25174" y="connsiteY25174"/>
              </a:cxn>
              <a:cxn ang="0">
                <a:pos x="connsiteX25175" y="connsiteY25175"/>
              </a:cxn>
              <a:cxn ang="0">
                <a:pos x="connsiteX25176" y="connsiteY25176"/>
              </a:cxn>
              <a:cxn ang="0">
                <a:pos x="connsiteX25177" y="connsiteY25177"/>
              </a:cxn>
              <a:cxn ang="0">
                <a:pos x="connsiteX25178" y="connsiteY25178"/>
              </a:cxn>
              <a:cxn ang="0">
                <a:pos x="connsiteX25179" y="connsiteY25179"/>
              </a:cxn>
              <a:cxn ang="0">
                <a:pos x="connsiteX25180" y="connsiteY25180"/>
              </a:cxn>
              <a:cxn ang="0">
                <a:pos x="connsiteX25181" y="connsiteY25181"/>
              </a:cxn>
              <a:cxn ang="0">
                <a:pos x="connsiteX25182" y="connsiteY25182"/>
              </a:cxn>
              <a:cxn ang="0">
                <a:pos x="connsiteX25183" y="connsiteY25183"/>
              </a:cxn>
              <a:cxn ang="0">
                <a:pos x="connsiteX25184" y="connsiteY25184"/>
              </a:cxn>
              <a:cxn ang="0">
                <a:pos x="connsiteX25185" y="connsiteY25185"/>
              </a:cxn>
              <a:cxn ang="0">
                <a:pos x="connsiteX25186" y="connsiteY25186"/>
              </a:cxn>
              <a:cxn ang="0">
                <a:pos x="connsiteX25187" y="connsiteY25187"/>
              </a:cxn>
              <a:cxn ang="0">
                <a:pos x="connsiteX25188" y="connsiteY25188"/>
              </a:cxn>
              <a:cxn ang="0">
                <a:pos x="connsiteX25189" y="connsiteY25189"/>
              </a:cxn>
              <a:cxn ang="0">
                <a:pos x="connsiteX25190" y="connsiteY25190"/>
              </a:cxn>
              <a:cxn ang="0">
                <a:pos x="connsiteX25191" y="connsiteY25191"/>
              </a:cxn>
              <a:cxn ang="0">
                <a:pos x="connsiteX25192" y="connsiteY25192"/>
              </a:cxn>
              <a:cxn ang="0">
                <a:pos x="connsiteX25193" y="connsiteY25193"/>
              </a:cxn>
              <a:cxn ang="0">
                <a:pos x="connsiteX25194" y="connsiteY25194"/>
              </a:cxn>
              <a:cxn ang="0">
                <a:pos x="connsiteX25195" y="connsiteY25195"/>
              </a:cxn>
              <a:cxn ang="0">
                <a:pos x="connsiteX25196" y="connsiteY25196"/>
              </a:cxn>
              <a:cxn ang="0">
                <a:pos x="connsiteX25197" y="connsiteY25197"/>
              </a:cxn>
              <a:cxn ang="0">
                <a:pos x="connsiteX25198" y="connsiteY25198"/>
              </a:cxn>
              <a:cxn ang="0">
                <a:pos x="connsiteX25199" y="connsiteY25199"/>
              </a:cxn>
              <a:cxn ang="0">
                <a:pos x="connsiteX25200" y="connsiteY25200"/>
              </a:cxn>
              <a:cxn ang="0">
                <a:pos x="connsiteX25201" y="connsiteY25201"/>
              </a:cxn>
              <a:cxn ang="0">
                <a:pos x="connsiteX25202" y="connsiteY25202"/>
              </a:cxn>
              <a:cxn ang="0">
                <a:pos x="connsiteX25203" y="connsiteY25203"/>
              </a:cxn>
              <a:cxn ang="0">
                <a:pos x="connsiteX25204" y="connsiteY25204"/>
              </a:cxn>
              <a:cxn ang="0">
                <a:pos x="connsiteX25205" y="connsiteY25205"/>
              </a:cxn>
              <a:cxn ang="0">
                <a:pos x="connsiteX25206" y="connsiteY25206"/>
              </a:cxn>
              <a:cxn ang="0">
                <a:pos x="connsiteX25207" y="connsiteY25207"/>
              </a:cxn>
              <a:cxn ang="0">
                <a:pos x="connsiteX25208" y="connsiteY25208"/>
              </a:cxn>
              <a:cxn ang="0">
                <a:pos x="connsiteX25209" y="connsiteY25209"/>
              </a:cxn>
              <a:cxn ang="0">
                <a:pos x="connsiteX25210" y="connsiteY25210"/>
              </a:cxn>
              <a:cxn ang="0">
                <a:pos x="connsiteX25211" y="connsiteY25211"/>
              </a:cxn>
              <a:cxn ang="0">
                <a:pos x="connsiteX25212" y="connsiteY25212"/>
              </a:cxn>
              <a:cxn ang="0">
                <a:pos x="connsiteX25213" y="connsiteY25213"/>
              </a:cxn>
              <a:cxn ang="0">
                <a:pos x="connsiteX25214" y="connsiteY25214"/>
              </a:cxn>
              <a:cxn ang="0">
                <a:pos x="connsiteX25215" y="connsiteY25215"/>
              </a:cxn>
              <a:cxn ang="0">
                <a:pos x="connsiteX25216" y="connsiteY25216"/>
              </a:cxn>
              <a:cxn ang="0">
                <a:pos x="connsiteX25217" y="connsiteY25217"/>
              </a:cxn>
              <a:cxn ang="0">
                <a:pos x="connsiteX25218" y="connsiteY25218"/>
              </a:cxn>
              <a:cxn ang="0">
                <a:pos x="connsiteX25219" y="connsiteY25219"/>
              </a:cxn>
              <a:cxn ang="0">
                <a:pos x="connsiteX25220" y="connsiteY25220"/>
              </a:cxn>
              <a:cxn ang="0">
                <a:pos x="connsiteX25221" y="connsiteY25221"/>
              </a:cxn>
              <a:cxn ang="0">
                <a:pos x="connsiteX25222" y="connsiteY25222"/>
              </a:cxn>
              <a:cxn ang="0">
                <a:pos x="connsiteX25223" y="connsiteY25223"/>
              </a:cxn>
              <a:cxn ang="0">
                <a:pos x="connsiteX25224" y="connsiteY25224"/>
              </a:cxn>
              <a:cxn ang="0">
                <a:pos x="connsiteX25225" y="connsiteY25225"/>
              </a:cxn>
              <a:cxn ang="0">
                <a:pos x="connsiteX25226" y="connsiteY25226"/>
              </a:cxn>
              <a:cxn ang="0">
                <a:pos x="connsiteX25227" y="connsiteY25227"/>
              </a:cxn>
              <a:cxn ang="0">
                <a:pos x="connsiteX25228" y="connsiteY25228"/>
              </a:cxn>
              <a:cxn ang="0">
                <a:pos x="connsiteX25229" y="connsiteY25229"/>
              </a:cxn>
              <a:cxn ang="0">
                <a:pos x="connsiteX25230" y="connsiteY25230"/>
              </a:cxn>
              <a:cxn ang="0">
                <a:pos x="connsiteX25231" y="connsiteY25231"/>
              </a:cxn>
              <a:cxn ang="0">
                <a:pos x="connsiteX25232" y="connsiteY25232"/>
              </a:cxn>
              <a:cxn ang="0">
                <a:pos x="connsiteX25233" y="connsiteY25233"/>
              </a:cxn>
              <a:cxn ang="0">
                <a:pos x="connsiteX25234" y="connsiteY25234"/>
              </a:cxn>
              <a:cxn ang="0">
                <a:pos x="connsiteX25235" y="connsiteY25235"/>
              </a:cxn>
              <a:cxn ang="0">
                <a:pos x="connsiteX25236" y="connsiteY25236"/>
              </a:cxn>
              <a:cxn ang="0">
                <a:pos x="connsiteX25237" y="connsiteY25237"/>
              </a:cxn>
              <a:cxn ang="0">
                <a:pos x="connsiteX25238" y="connsiteY25238"/>
              </a:cxn>
              <a:cxn ang="0">
                <a:pos x="connsiteX25239" y="connsiteY25239"/>
              </a:cxn>
              <a:cxn ang="0">
                <a:pos x="connsiteX25240" y="connsiteY25240"/>
              </a:cxn>
              <a:cxn ang="0">
                <a:pos x="connsiteX25241" y="connsiteY25241"/>
              </a:cxn>
              <a:cxn ang="0">
                <a:pos x="connsiteX25242" y="connsiteY25242"/>
              </a:cxn>
              <a:cxn ang="0">
                <a:pos x="connsiteX25243" y="connsiteY25243"/>
              </a:cxn>
              <a:cxn ang="0">
                <a:pos x="connsiteX25244" y="connsiteY25244"/>
              </a:cxn>
              <a:cxn ang="0">
                <a:pos x="connsiteX25245" y="connsiteY25245"/>
              </a:cxn>
              <a:cxn ang="0">
                <a:pos x="connsiteX25246" y="connsiteY25246"/>
              </a:cxn>
              <a:cxn ang="0">
                <a:pos x="connsiteX25247" y="connsiteY25247"/>
              </a:cxn>
              <a:cxn ang="0">
                <a:pos x="connsiteX25248" y="connsiteY25248"/>
              </a:cxn>
              <a:cxn ang="0">
                <a:pos x="connsiteX25249" y="connsiteY25249"/>
              </a:cxn>
              <a:cxn ang="0">
                <a:pos x="connsiteX25250" y="connsiteY25250"/>
              </a:cxn>
              <a:cxn ang="0">
                <a:pos x="connsiteX25251" y="connsiteY25251"/>
              </a:cxn>
              <a:cxn ang="0">
                <a:pos x="connsiteX25252" y="connsiteY25252"/>
              </a:cxn>
              <a:cxn ang="0">
                <a:pos x="connsiteX25253" y="connsiteY25253"/>
              </a:cxn>
              <a:cxn ang="0">
                <a:pos x="connsiteX25254" y="connsiteY25254"/>
              </a:cxn>
              <a:cxn ang="0">
                <a:pos x="connsiteX25255" y="connsiteY25255"/>
              </a:cxn>
              <a:cxn ang="0">
                <a:pos x="connsiteX25256" y="connsiteY25256"/>
              </a:cxn>
              <a:cxn ang="0">
                <a:pos x="connsiteX25257" y="connsiteY25257"/>
              </a:cxn>
              <a:cxn ang="0">
                <a:pos x="connsiteX25258" y="connsiteY25258"/>
              </a:cxn>
              <a:cxn ang="0">
                <a:pos x="connsiteX25259" y="connsiteY25259"/>
              </a:cxn>
              <a:cxn ang="0">
                <a:pos x="connsiteX25260" y="connsiteY25260"/>
              </a:cxn>
              <a:cxn ang="0">
                <a:pos x="connsiteX25261" y="connsiteY25261"/>
              </a:cxn>
              <a:cxn ang="0">
                <a:pos x="connsiteX25262" y="connsiteY25262"/>
              </a:cxn>
              <a:cxn ang="0">
                <a:pos x="connsiteX25263" y="connsiteY25263"/>
              </a:cxn>
              <a:cxn ang="0">
                <a:pos x="connsiteX25264" y="connsiteY25264"/>
              </a:cxn>
              <a:cxn ang="0">
                <a:pos x="connsiteX25265" y="connsiteY25265"/>
              </a:cxn>
              <a:cxn ang="0">
                <a:pos x="connsiteX25266" y="connsiteY25266"/>
              </a:cxn>
              <a:cxn ang="0">
                <a:pos x="connsiteX25267" y="connsiteY25267"/>
              </a:cxn>
              <a:cxn ang="0">
                <a:pos x="connsiteX25268" y="connsiteY25268"/>
              </a:cxn>
              <a:cxn ang="0">
                <a:pos x="connsiteX25269" y="connsiteY25269"/>
              </a:cxn>
              <a:cxn ang="0">
                <a:pos x="connsiteX25270" y="connsiteY25270"/>
              </a:cxn>
              <a:cxn ang="0">
                <a:pos x="connsiteX25271" y="connsiteY25271"/>
              </a:cxn>
              <a:cxn ang="0">
                <a:pos x="connsiteX25272" y="connsiteY25272"/>
              </a:cxn>
              <a:cxn ang="0">
                <a:pos x="connsiteX25273" y="connsiteY25273"/>
              </a:cxn>
              <a:cxn ang="0">
                <a:pos x="connsiteX25274" y="connsiteY25274"/>
              </a:cxn>
              <a:cxn ang="0">
                <a:pos x="connsiteX25275" y="connsiteY25275"/>
              </a:cxn>
              <a:cxn ang="0">
                <a:pos x="connsiteX25276" y="connsiteY25276"/>
              </a:cxn>
              <a:cxn ang="0">
                <a:pos x="connsiteX25277" y="connsiteY25277"/>
              </a:cxn>
              <a:cxn ang="0">
                <a:pos x="connsiteX25278" y="connsiteY25278"/>
              </a:cxn>
              <a:cxn ang="0">
                <a:pos x="connsiteX25279" y="connsiteY25279"/>
              </a:cxn>
              <a:cxn ang="0">
                <a:pos x="connsiteX25280" y="connsiteY25280"/>
              </a:cxn>
              <a:cxn ang="0">
                <a:pos x="connsiteX25281" y="connsiteY25281"/>
              </a:cxn>
              <a:cxn ang="0">
                <a:pos x="connsiteX25282" y="connsiteY25282"/>
              </a:cxn>
              <a:cxn ang="0">
                <a:pos x="connsiteX25283" y="connsiteY25283"/>
              </a:cxn>
              <a:cxn ang="0">
                <a:pos x="connsiteX25284" y="connsiteY25284"/>
              </a:cxn>
              <a:cxn ang="0">
                <a:pos x="connsiteX25285" y="connsiteY25285"/>
              </a:cxn>
              <a:cxn ang="0">
                <a:pos x="connsiteX25286" y="connsiteY25286"/>
              </a:cxn>
              <a:cxn ang="0">
                <a:pos x="connsiteX25287" y="connsiteY25287"/>
              </a:cxn>
              <a:cxn ang="0">
                <a:pos x="connsiteX25288" y="connsiteY25288"/>
              </a:cxn>
              <a:cxn ang="0">
                <a:pos x="connsiteX25289" y="connsiteY25289"/>
              </a:cxn>
              <a:cxn ang="0">
                <a:pos x="connsiteX25290" y="connsiteY25290"/>
              </a:cxn>
              <a:cxn ang="0">
                <a:pos x="connsiteX25291" y="connsiteY25291"/>
              </a:cxn>
              <a:cxn ang="0">
                <a:pos x="connsiteX25292" y="connsiteY25292"/>
              </a:cxn>
              <a:cxn ang="0">
                <a:pos x="connsiteX25293" y="connsiteY25293"/>
              </a:cxn>
              <a:cxn ang="0">
                <a:pos x="connsiteX25294" y="connsiteY25294"/>
              </a:cxn>
              <a:cxn ang="0">
                <a:pos x="connsiteX25295" y="connsiteY25295"/>
              </a:cxn>
              <a:cxn ang="0">
                <a:pos x="connsiteX25296" y="connsiteY25296"/>
              </a:cxn>
              <a:cxn ang="0">
                <a:pos x="connsiteX25297" y="connsiteY25297"/>
              </a:cxn>
              <a:cxn ang="0">
                <a:pos x="connsiteX25298" y="connsiteY25298"/>
              </a:cxn>
              <a:cxn ang="0">
                <a:pos x="connsiteX25299" y="connsiteY25299"/>
              </a:cxn>
              <a:cxn ang="0">
                <a:pos x="connsiteX25300" y="connsiteY25300"/>
              </a:cxn>
              <a:cxn ang="0">
                <a:pos x="connsiteX25301" y="connsiteY25301"/>
              </a:cxn>
              <a:cxn ang="0">
                <a:pos x="connsiteX25302" y="connsiteY25302"/>
              </a:cxn>
              <a:cxn ang="0">
                <a:pos x="connsiteX25303" y="connsiteY25303"/>
              </a:cxn>
              <a:cxn ang="0">
                <a:pos x="connsiteX25304" y="connsiteY25304"/>
              </a:cxn>
              <a:cxn ang="0">
                <a:pos x="connsiteX25305" y="connsiteY25305"/>
              </a:cxn>
              <a:cxn ang="0">
                <a:pos x="connsiteX25306" y="connsiteY25306"/>
              </a:cxn>
              <a:cxn ang="0">
                <a:pos x="connsiteX25307" y="connsiteY25307"/>
              </a:cxn>
              <a:cxn ang="0">
                <a:pos x="connsiteX25308" y="connsiteY25308"/>
              </a:cxn>
              <a:cxn ang="0">
                <a:pos x="connsiteX25309" y="connsiteY25309"/>
              </a:cxn>
              <a:cxn ang="0">
                <a:pos x="connsiteX25310" y="connsiteY25310"/>
              </a:cxn>
              <a:cxn ang="0">
                <a:pos x="connsiteX25311" y="connsiteY25311"/>
              </a:cxn>
              <a:cxn ang="0">
                <a:pos x="connsiteX25312" y="connsiteY25312"/>
              </a:cxn>
              <a:cxn ang="0">
                <a:pos x="connsiteX25313" y="connsiteY25313"/>
              </a:cxn>
              <a:cxn ang="0">
                <a:pos x="connsiteX25314" y="connsiteY25314"/>
              </a:cxn>
              <a:cxn ang="0">
                <a:pos x="connsiteX25315" y="connsiteY25315"/>
              </a:cxn>
              <a:cxn ang="0">
                <a:pos x="connsiteX25316" y="connsiteY25316"/>
              </a:cxn>
              <a:cxn ang="0">
                <a:pos x="connsiteX25317" y="connsiteY25317"/>
              </a:cxn>
              <a:cxn ang="0">
                <a:pos x="connsiteX25318" y="connsiteY25318"/>
              </a:cxn>
              <a:cxn ang="0">
                <a:pos x="connsiteX25319" y="connsiteY25319"/>
              </a:cxn>
              <a:cxn ang="0">
                <a:pos x="connsiteX25320" y="connsiteY25320"/>
              </a:cxn>
              <a:cxn ang="0">
                <a:pos x="connsiteX25321" y="connsiteY25321"/>
              </a:cxn>
              <a:cxn ang="0">
                <a:pos x="connsiteX25322" y="connsiteY25322"/>
              </a:cxn>
              <a:cxn ang="0">
                <a:pos x="connsiteX25323" y="connsiteY25323"/>
              </a:cxn>
              <a:cxn ang="0">
                <a:pos x="connsiteX25324" y="connsiteY25324"/>
              </a:cxn>
              <a:cxn ang="0">
                <a:pos x="connsiteX25325" y="connsiteY25325"/>
              </a:cxn>
              <a:cxn ang="0">
                <a:pos x="connsiteX25326" y="connsiteY25326"/>
              </a:cxn>
              <a:cxn ang="0">
                <a:pos x="connsiteX25327" y="connsiteY25327"/>
              </a:cxn>
              <a:cxn ang="0">
                <a:pos x="connsiteX25328" y="connsiteY25328"/>
              </a:cxn>
              <a:cxn ang="0">
                <a:pos x="connsiteX25329" y="connsiteY25329"/>
              </a:cxn>
              <a:cxn ang="0">
                <a:pos x="connsiteX25330" y="connsiteY25330"/>
              </a:cxn>
              <a:cxn ang="0">
                <a:pos x="connsiteX25331" y="connsiteY25331"/>
              </a:cxn>
              <a:cxn ang="0">
                <a:pos x="connsiteX25332" y="connsiteY25332"/>
              </a:cxn>
              <a:cxn ang="0">
                <a:pos x="connsiteX25333" y="connsiteY25333"/>
              </a:cxn>
              <a:cxn ang="0">
                <a:pos x="connsiteX25334" y="connsiteY25334"/>
              </a:cxn>
              <a:cxn ang="0">
                <a:pos x="connsiteX25335" y="connsiteY25335"/>
              </a:cxn>
              <a:cxn ang="0">
                <a:pos x="connsiteX25336" y="connsiteY25336"/>
              </a:cxn>
              <a:cxn ang="0">
                <a:pos x="connsiteX25337" y="connsiteY25337"/>
              </a:cxn>
              <a:cxn ang="0">
                <a:pos x="connsiteX25338" y="connsiteY25338"/>
              </a:cxn>
              <a:cxn ang="0">
                <a:pos x="connsiteX25339" y="connsiteY25339"/>
              </a:cxn>
              <a:cxn ang="0">
                <a:pos x="connsiteX25340" y="connsiteY25340"/>
              </a:cxn>
              <a:cxn ang="0">
                <a:pos x="connsiteX25341" y="connsiteY25341"/>
              </a:cxn>
              <a:cxn ang="0">
                <a:pos x="connsiteX25342" y="connsiteY25342"/>
              </a:cxn>
              <a:cxn ang="0">
                <a:pos x="connsiteX25343" y="connsiteY25343"/>
              </a:cxn>
              <a:cxn ang="0">
                <a:pos x="connsiteX25344" y="connsiteY25344"/>
              </a:cxn>
              <a:cxn ang="0">
                <a:pos x="connsiteX25345" y="connsiteY25345"/>
              </a:cxn>
              <a:cxn ang="0">
                <a:pos x="connsiteX25346" y="connsiteY25346"/>
              </a:cxn>
              <a:cxn ang="0">
                <a:pos x="connsiteX25347" y="connsiteY25347"/>
              </a:cxn>
              <a:cxn ang="0">
                <a:pos x="connsiteX25348" y="connsiteY25348"/>
              </a:cxn>
              <a:cxn ang="0">
                <a:pos x="connsiteX25349" y="connsiteY25349"/>
              </a:cxn>
              <a:cxn ang="0">
                <a:pos x="connsiteX25350" y="connsiteY25350"/>
              </a:cxn>
              <a:cxn ang="0">
                <a:pos x="connsiteX25351" y="connsiteY25351"/>
              </a:cxn>
              <a:cxn ang="0">
                <a:pos x="connsiteX25352" y="connsiteY25352"/>
              </a:cxn>
              <a:cxn ang="0">
                <a:pos x="connsiteX25353" y="connsiteY25353"/>
              </a:cxn>
              <a:cxn ang="0">
                <a:pos x="connsiteX25354" y="connsiteY25354"/>
              </a:cxn>
              <a:cxn ang="0">
                <a:pos x="connsiteX25355" y="connsiteY25355"/>
              </a:cxn>
              <a:cxn ang="0">
                <a:pos x="connsiteX25356" y="connsiteY25356"/>
              </a:cxn>
              <a:cxn ang="0">
                <a:pos x="connsiteX25357" y="connsiteY25357"/>
              </a:cxn>
              <a:cxn ang="0">
                <a:pos x="connsiteX25358" y="connsiteY25358"/>
              </a:cxn>
              <a:cxn ang="0">
                <a:pos x="connsiteX25359" y="connsiteY25359"/>
              </a:cxn>
              <a:cxn ang="0">
                <a:pos x="connsiteX25360" y="connsiteY25360"/>
              </a:cxn>
              <a:cxn ang="0">
                <a:pos x="connsiteX25361" y="connsiteY25361"/>
              </a:cxn>
              <a:cxn ang="0">
                <a:pos x="connsiteX25362" y="connsiteY25362"/>
              </a:cxn>
              <a:cxn ang="0">
                <a:pos x="connsiteX25363" y="connsiteY25363"/>
              </a:cxn>
              <a:cxn ang="0">
                <a:pos x="connsiteX25364" y="connsiteY25364"/>
              </a:cxn>
              <a:cxn ang="0">
                <a:pos x="connsiteX25365" y="connsiteY25365"/>
              </a:cxn>
              <a:cxn ang="0">
                <a:pos x="connsiteX25366" y="connsiteY25366"/>
              </a:cxn>
              <a:cxn ang="0">
                <a:pos x="connsiteX25367" y="connsiteY25367"/>
              </a:cxn>
              <a:cxn ang="0">
                <a:pos x="connsiteX25368" y="connsiteY25368"/>
              </a:cxn>
              <a:cxn ang="0">
                <a:pos x="connsiteX25369" y="connsiteY25369"/>
              </a:cxn>
              <a:cxn ang="0">
                <a:pos x="connsiteX25370" y="connsiteY25370"/>
              </a:cxn>
              <a:cxn ang="0">
                <a:pos x="connsiteX25371" y="connsiteY25371"/>
              </a:cxn>
              <a:cxn ang="0">
                <a:pos x="connsiteX25372" y="connsiteY25372"/>
              </a:cxn>
              <a:cxn ang="0">
                <a:pos x="connsiteX25373" y="connsiteY25373"/>
              </a:cxn>
              <a:cxn ang="0">
                <a:pos x="connsiteX25374" y="connsiteY25374"/>
              </a:cxn>
              <a:cxn ang="0">
                <a:pos x="connsiteX25375" y="connsiteY25375"/>
              </a:cxn>
              <a:cxn ang="0">
                <a:pos x="connsiteX25376" y="connsiteY25376"/>
              </a:cxn>
              <a:cxn ang="0">
                <a:pos x="connsiteX25377" y="connsiteY25377"/>
              </a:cxn>
              <a:cxn ang="0">
                <a:pos x="connsiteX25378" y="connsiteY25378"/>
              </a:cxn>
              <a:cxn ang="0">
                <a:pos x="connsiteX25379" y="connsiteY25379"/>
              </a:cxn>
              <a:cxn ang="0">
                <a:pos x="connsiteX25380" y="connsiteY25380"/>
              </a:cxn>
              <a:cxn ang="0">
                <a:pos x="connsiteX25381" y="connsiteY25381"/>
              </a:cxn>
              <a:cxn ang="0">
                <a:pos x="connsiteX25382" y="connsiteY25382"/>
              </a:cxn>
              <a:cxn ang="0">
                <a:pos x="connsiteX25383" y="connsiteY25383"/>
              </a:cxn>
              <a:cxn ang="0">
                <a:pos x="connsiteX25384" y="connsiteY25384"/>
              </a:cxn>
              <a:cxn ang="0">
                <a:pos x="connsiteX25385" y="connsiteY25385"/>
              </a:cxn>
              <a:cxn ang="0">
                <a:pos x="connsiteX25386" y="connsiteY25386"/>
              </a:cxn>
              <a:cxn ang="0">
                <a:pos x="connsiteX25387" y="connsiteY25387"/>
              </a:cxn>
              <a:cxn ang="0">
                <a:pos x="connsiteX25388" y="connsiteY25388"/>
              </a:cxn>
              <a:cxn ang="0">
                <a:pos x="connsiteX25389" y="connsiteY25389"/>
              </a:cxn>
              <a:cxn ang="0">
                <a:pos x="connsiteX25390" y="connsiteY25390"/>
              </a:cxn>
              <a:cxn ang="0">
                <a:pos x="connsiteX25391" y="connsiteY25391"/>
              </a:cxn>
              <a:cxn ang="0">
                <a:pos x="connsiteX25392" y="connsiteY25392"/>
              </a:cxn>
              <a:cxn ang="0">
                <a:pos x="connsiteX25393" y="connsiteY25393"/>
              </a:cxn>
              <a:cxn ang="0">
                <a:pos x="connsiteX25394" y="connsiteY25394"/>
              </a:cxn>
              <a:cxn ang="0">
                <a:pos x="connsiteX25395" y="connsiteY25395"/>
              </a:cxn>
              <a:cxn ang="0">
                <a:pos x="connsiteX25396" y="connsiteY25396"/>
              </a:cxn>
              <a:cxn ang="0">
                <a:pos x="connsiteX25397" y="connsiteY25397"/>
              </a:cxn>
              <a:cxn ang="0">
                <a:pos x="connsiteX25398" y="connsiteY25398"/>
              </a:cxn>
              <a:cxn ang="0">
                <a:pos x="connsiteX25399" y="connsiteY25399"/>
              </a:cxn>
              <a:cxn ang="0">
                <a:pos x="connsiteX25400" y="connsiteY25400"/>
              </a:cxn>
              <a:cxn ang="0">
                <a:pos x="connsiteX25401" y="connsiteY25401"/>
              </a:cxn>
              <a:cxn ang="0">
                <a:pos x="connsiteX25402" y="connsiteY25402"/>
              </a:cxn>
              <a:cxn ang="0">
                <a:pos x="connsiteX25403" y="connsiteY25403"/>
              </a:cxn>
              <a:cxn ang="0">
                <a:pos x="connsiteX25404" y="connsiteY25404"/>
              </a:cxn>
              <a:cxn ang="0">
                <a:pos x="connsiteX25405" y="connsiteY25405"/>
              </a:cxn>
              <a:cxn ang="0">
                <a:pos x="connsiteX25406" y="connsiteY25406"/>
              </a:cxn>
              <a:cxn ang="0">
                <a:pos x="connsiteX25407" y="connsiteY25407"/>
              </a:cxn>
              <a:cxn ang="0">
                <a:pos x="connsiteX25408" y="connsiteY25408"/>
              </a:cxn>
              <a:cxn ang="0">
                <a:pos x="connsiteX25409" y="connsiteY25409"/>
              </a:cxn>
              <a:cxn ang="0">
                <a:pos x="connsiteX25410" y="connsiteY25410"/>
              </a:cxn>
              <a:cxn ang="0">
                <a:pos x="connsiteX25411" y="connsiteY25411"/>
              </a:cxn>
              <a:cxn ang="0">
                <a:pos x="connsiteX25412" y="connsiteY25412"/>
              </a:cxn>
              <a:cxn ang="0">
                <a:pos x="connsiteX25413" y="connsiteY25413"/>
              </a:cxn>
              <a:cxn ang="0">
                <a:pos x="connsiteX25414" y="connsiteY25414"/>
              </a:cxn>
              <a:cxn ang="0">
                <a:pos x="connsiteX25415" y="connsiteY25415"/>
              </a:cxn>
              <a:cxn ang="0">
                <a:pos x="connsiteX25416" y="connsiteY25416"/>
              </a:cxn>
              <a:cxn ang="0">
                <a:pos x="connsiteX25417" y="connsiteY25417"/>
              </a:cxn>
              <a:cxn ang="0">
                <a:pos x="connsiteX25418" y="connsiteY25418"/>
              </a:cxn>
              <a:cxn ang="0">
                <a:pos x="connsiteX25419" y="connsiteY25419"/>
              </a:cxn>
              <a:cxn ang="0">
                <a:pos x="connsiteX25420" y="connsiteY25420"/>
              </a:cxn>
              <a:cxn ang="0">
                <a:pos x="connsiteX25421" y="connsiteY25421"/>
              </a:cxn>
              <a:cxn ang="0">
                <a:pos x="connsiteX25422" y="connsiteY25422"/>
              </a:cxn>
              <a:cxn ang="0">
                <a:pos x="connsiteX25423" y="connsiteY25423"/>
              </a:cxn>
              <a:cxn ang="0">
                <a:pos x="connsiteX25424" y="connsiteY25424"/>
              </a:cxn>
              <a:cxn ang="0">
                <a:pos x="connsiteX25425" y="connsiteY25425"/>
              </a:cxn>
              <a:cxn ang="0">
                <a:pos x="connsiteX25426" y="connsiteY25426"/>
              </a:cxn>
              <a:cxn ang="0">
                <a:pos x="connsiteX25427" y="connsiteY25427"/>
              </a:cxn>
              <a:cxn ang="0">
                <a:pos x="connsiteX25428" y="connsiteY25428"/>
              </a:cxn>
              <a:cxn ang="0">
                <a:pos x="connsiteX25429" y="connsiteY25429"/>
              </a:cxn>
              <a:cxn ang="0">
                <a:pos x="connsiteX25430" y="connsiteY25430"/>
              </a:cxn>
              <a:cxn ang="0">
                <a:pos x="connsiteX25431" y="connsiteY25431"/>
              </a:cxn>
              <a:cxn ang="0">
                <a:pos x="connsiteX25432" y="connsiteY25432"/>
              </a:cxn>
              <a:cxn ang="0">
                <a:pos x="connsiteX25433" y="connsiteY25433"/>
              </a:cxn>
              <a:cxn ang="0">
                <a:pos x="connsiteX25434" y="connsiteY25434"/>
              </a:cxn>
              <a:cxn ang="0">
                <a:pos x="connsiteX25435" y="connsiteY25435"/>
              </a:cxn>
              <a:cxn ang="0">
                <a:pos x="connsiteX25436" y="connsiteY25436"/>
              </a:cxn>
              <a:cxn ang="0">
                <a:pos x="connsiteX25437" y="connsiteY25437"/>
              </a:cxn>
              <a:cxn ang="0">
                <a:pos x="connsiteX25438" y="connsiteY25438"/>
              </a:cxn>
              <a:cxn ang="0">
                <a:pos x="connsiteX25439" y="connsiteY25439"/>
              </a:cxn>
              <a:cxn ang="0">
                <a:pos x="connsiteX25440" y="connsiteY25440"/>
              </a:cxn>
              <a:cxn ang="0">
                <a:pos x="connsiteX25441" y="connsiteY25441"/>
              </a:cxn>
              <a:cxn ang="0">
                <a:pos x="connsiteX25442" y="connsiteY25442"/>
              </a:cxn>
              <a:cxn ang="0">
                <a:pos x="connsiteX25443" y="connsiteY25443"/>
              </a:cxn>
              <a:cxn ang="0">
                <a:pos x="connsiteX25444" y="connsiteY25444"/>
              </a:cxn>
              <a:cxn ang="0">
                <a:pos x="connsiteX25445" y="connsiteY25445"/>
              </a:cxn>
              <a:cxn ang="0">
                <a:pos x="connsiteX25446" y="connsiteY25446"/>
              </a:cxn>
              <a:cxn ang="0">
                <a:pos x="connsiteX25447" y="connsiteY25447"/>
              </a:cxn>
              <a:cxn ang="0">
                <a:pos x="connsiteX25448" y="connsiteY25448"/>
              </a:cxn>
              <a:cxn ang="0">
                <a:pos x="connsiteX25449" y="connsiteY25449"/>
              </a:cxn>
              <a:cxn ang="0">
                <a:pos x="connsiteX25450" y="connsiteY25450"/>
              </a:cxn>
              <a:cxn ang="0">
                <a:pos x="connsiteX25451" y="connsiteY25451"/>
              </a:cxn>
              <a:cxn ang="0">
                <a:pos x="connsiteX25452" y="connsiteY25452"/>
              </a:cxn>
              <a:cxn ang="0">
                <a:pos x="connsiteX25453" y="connsiteY25453"/>
              </a:cxn>
              <a:cxn ang="0">
                <a:pos x="connsiteX25454" y="connsiteY25454"/>
              </a:cxn>
              <a:cxn ang="0">
                <a:pos x="connsiteX25455" y="connsiteY25455"/>
              </a:cxn>
              <a:cxn ang="0">
                <a:pos x="connsiteX25456" y="connsiteY25456"/>
              </a:cxn>
              <a:cxn ang="0">
                <a:pos x="connsiteX25457" y="connsiteY25457"/>
              </a:cxn>
              <a:cxn ang="0">
                <a:pos x="connsiteX25458" y="connsiteY25458"/>
              </a:cxn>
              <a:cxn ang="0">
                <a:pos x="connsiteX25459" y="connsiteY25459"/>
              </a:cxn>
              <a:cxn ang="0">
                <a:pos x="connsiteX25460" y="connsiteY25460"/>
              </a:cxn>
              <a:cxn ang="0">
                <a:pos x="connsiteX25461" y="connsiteY25461"/>
              </a:cxn>
              <a:cxn ang="0">
                <a:pos x="connsiteX25462" y="connsiteY25462"/>
              </a:cxn>
              <a:cxn ang="0">
                <a:pos x="connsiteX25463" y="connsiteY25463"/>
              </a:cxn>
              <a:cxn ang="0">
                <a:pos x="connsiteX25464" y="connsiteY25464"/>
              </a:cxn>
              <a:cxn ang="0">
                <a:pos x="connsiteX25465" y="connsiteY25465"/>
              </a:cxn>
              <a:cxn ang="0">
                <a:pos x="connsiteX25466" y="connsiteY25466"/>
              </a:cxn>
              <a:cxn ang="0">
                <a:pos x="connsiteX25467" y="connsiteY25467"/>
              </a:cxn>
              <a:cxn ang="0">
                <a:pos x="connsiteX25468" y="connsiteY25468"/>
              </a:cxn>
              <a:cxn ang="0">
                <a:pos x="connsiteX25469" y="connsiteY25469"/>
              </a:cxn>
              <a:cxn ang="0">
                <a:pos x="connsiteX25470" y="connsiteY25470"/>
              </a:cxn>
              <a:cxn ang="0">
                <a:pos x="connsiteX25471" y="connsiteY25471"/>
              </a:cxn>
              <a:cxn ang="0">
                <a:pos x="connsiteX25472" y="connsiteY25472"/>
              </a:cxn>
              <a:cxn ang="0">
                <a:pos x="connsiteX25473" y="connsiteY25473"/>
              </a:cxn>
              <a:cxn ang="0">
                <a:pos x="connsiteX25474" y="connsiteY25474"/>
              </a:cxn>
              <a:cxn ang="0">
                <a:pos x="connsiteX25475" y="connsiteY25475"/>
              </a:cxn>
              <a:cxn ang="0">
                <a:pos x="connsiteX25476" y="connsiteY25476"/>
              </a:cxn>
              <a:cxn ang="0">
                <a:pos x="connsiteX25477" y="connsiteY25477"/>
              </a:cxn>
              <a:cxn ang="0">
                <a:pos x="connsiteX25478" y="connsiteY25478"/>
              </a:cxn>
              <a:cxn ang="0">
                <a:pos x="connsiteX25479" y="connsiteY25479"/>
              </a:cxn>
              <a:cxn ang="0">
                <a:pos x="connsiteX25480" y="connsiteY25480"/>
              </a:cxn>
              <a:cxn ang="0">
                <a:pos x="connsiteX25481" y="connsiteY25481"/>
              </a:cxn>
              <a:cxn ang="0">
                <a:pos x="connsiteX25482" y="connsiteY25482"/>
              </a:cxn>
              <a:cxn ang="0">
                <a:pos x="connsiteX25483" y="connsiteY25483"/>
              </a:cxn>
              <a:cxn ang="0">
                <a:pos x="connsiteX25484" y="connsiteY25484"/>
              </a:cxn>
              <a:cxn ang="0">
                <a:pos x="connsiteX25485" y="connsiteY25485"/>
              </a:cxn>
              <a:cxn ang="0">
                <a:pos x="connsiteX25486" y="connsiteY25486"/>
              </a:cxn>
              <a:cxn ang="0">
                <a:pos x="connsiteX25487" y="connsiteY25487"/>
              </a:cxn>
              <a:cxn ang="0">
                <a:pos x="connsiteX25488" y="connsiteY25488"/>
              </a:cxn>
              <a:cxn ang="0">
                <a:pos x="connsiteX25489" y="connsiteY25489"/>
              </a:cxn>
              <a:cxn ang="0">
                <a:pos x="connsiteX25490" y="connsiteY25490"/>
              </a:cxn>
              <a:cxn ang="0">
                <a:pos x="connsiteX25491" y="connsiteY25491"/>
              </a:cxn>
              <a:cxn ang="0">
                <a:pos x="connsiteX25492" y="connsiteY25492"/>
              </a:cxn>
              <a:cxn ang="0">
                <a:pos x="connsiteX25493" y="connsiteY25493"/>
              </a:cxn>
              <a:cxn ang="0">
                <a:pos x="connsiteX25494" y="connsiteY25494"/>
              </a:cxn>
              <a:cxn ang="0">
                <a:pos x="connsiteX25495" y="connsiteY25495"/>
              </a:cxn>
              <a:cxn ang="0">
                <a:pos x="connsiteX25496" y="connsiteY25496"/>
              </a:cxn>
              <a:cxn ang="0">
                <a:pos x="connsiteX25497" y="connsiteY25497"/>
              </a:cxn>
              <a:cxn ang="0">
                <a:pos x="connsiteX25498" y="connsiteY25498"/>
              </a:cxn>
              <a:cxn ang="0">
                <a:pos x="connsiteX25499" y="connsiteY25499"/>
              </a:cxn>
              <a:cxn ang="0">
                <a:pos x="connsiteX25500" y="connsiteY25500"/>
              </a:cxn>
              <a:cxn ang="0">
                <a:pos x="connsiteX25501" y="connsiteY25501"/>
              </a:cxn>
              <a:cxn ang="0">
                <a:pos x="connsiteX25502" y="connsiteY25502"/>
              </a:cxn>
              <a:cxn ang="0">
                <a:pos x="connsiteX25503" y="connsiteY25503"/>
              </a:cxn>
              <a:cxn ang="0">
                <a:pos x="connsiteX25504" y="connsiteY25504"/>
              </a:cxn>
              <a:cxn ang="0">
                <a:pos x="connsiteX25505" y="connsiteY25505"/>
              </a:cxn>
              <a:cxn ang="0">
                <a:pos x="connsiteX25506" y="connsiteY25506"/>
              </a:cxn>
              <a:cxn ang="0">
                <a:pos x="connsiteX25507" y="connsiteY25507"/>
              </a:cxn>
              <a:cxn ang="0">
                <a:pos x="connsiteX25508" y="connsiteY25508"/>
              </a:cxn>
              <a:cxn ang="0">
                <a:pos x="connsiteX25509" y="connsiteY25509"/>
              </a:cxn>
              <a:cxn ang="0">
                <a:pos x="connsiteX25510" y="connsiteY25510"/>
              </a:cxn>
              <a:cxn ang="0">
                <a:pos x="connsiteX25511" y="connsiteY25511"/>
              </a:cxn>
              <a:cxn ang="0">
                <a:pos x="connsiteX25512" y="connsiteY25512"/>
              </a:cxn>
              <a:cxn ang="0">
                <a:pos x="connsiteX25513" y="connsiteY25513"/>
              </a:cxn>
              <a:cxn ang="0">
                <a:pos x="connsiteX25514" y="connsiteY25514"/>
              </a:cxn>
              <a:cxn ang="0">
                <a:pos x="connsiteX25515" y="connsiteY25515"/>
              </a:cxn>
              <a:cxn ang="0">
                <a:pos x="connsiteX25516" y="connsiteY25516"/>
              </a:cxn>
              <a:cxn ang="0">
                <a:pos x="connsiteX25517" y="connsiteY25517"/>
              </a:cxn>
              <a:cxn ang="0">
                <a:pos x="connsiteX25518" y="connsiteY25518"/>
              </a:cxn>
              <a:cxn ang="0">
                <a:pos x="connsiteX25519" y="connsiteY25519"/>
              </a:cxn>
              <a:cxn ang="0">
                <a:pos x="connsiteX25520" y="connsiteY25520"/>
              </a:cxn>
              <a:cxn ang="0">
                <a:pos x="connsiteX25521" y="connsiteY25521"/>
              </a:cxn>
              <a:cxn ang="0">
                <a:pos x="connsiteX25522" y="connsiteY25522"/>
              </a:cxn>
              <a:cxn ang="0">
                <a:pos x="connsiteX25523" y="connsiteY25523"/>
              </a:cxn>
              <a:cxn ang="0">
                <a:pos x="connsiteX25524" y="connsiteY25524"/>
              </a:cxn>
              <a:cxn ang="0">
                <a:pos x="connsiteX25525" y="connsiteY25525"/>
              </a:cxn>
              <a:cxn ang="0">
                <a:pos x="connsiteX25526" y="connsiteY25526"/>
              </a:cxn>
              <a:cxn ang="0">
                <a:pos x="connsiteX25527" y="connsiteY25527"/>
              </a:cxn>
              <a:cxn ang="0">
                <a:pos x="connsiteX25528" y="connsiteY25528"/>
              </a:cxn>
              <a:cxn ang="0">
                <a:pos x="connsiteX25529" y="connsiteY25529"/>
              </a:cxn>
              <a:cxn ang="0">
                <a:pos x="connsiteX25530" y="connsiteY25530"/>
              </a:cxn>
              <a:cxn ang="0">
                <a:pos x="connsiteX25531" y="connsiteY25531"/>
              </a:cxn>
              <a:cxn ang="0">
                <a:pos x="connsiteX25532" y="connsiteY25532"/>
              </a:cxn>
              <a:cxn ang="0">
                <a:pos x="connsiteX25533" y="connsiteY25533"/>
              </a:cxn>
              <a:cxn ang="0">
                <a:pos x="connsiteX25534" y="connsiteY25534"/>
              </a:cxn>
              <a:cxn ang="0">
                <a:pos x="connsiteX25535" y="connsiteY25535"/>
              </a:cxn>
              <a:cxn ang="0">
                <a:pos x="connsiteX25536" y="connsiteY25536"/>
              </a:cxn>
              <a:cxn ang="0">
                <a:pos x="connsiteX25537" y="connsiteY25537"/>
              </a:cxn>
              <a:cxn ang="0">
                <a:pos x="connsiteX25538" y="connsiteY25538"/>
              </a:cxn>
              <a:cxn ang="0">
                <a:pos x="connsiteX25539" y="connsiteY25539"/>
              </a:cxn>
              <a:cxn ang="0">
                <a:pos x="connsiteX25540" y="connsiteY25540"/>
              </a:cxn>
              <a:cxn ang="0">
                <a:pos x="connsiteX25541" y="connsiteY25541"/>
              </a:cxn>
              <a:cxn ang="0">
                <a:pos x="connsiteX25542" y="connsiteY25542"/>
              </a:cxn>
              <a:cxn ang="0">
                <a:pos x="connsiteX25543" y="connsiteY25543"/>
              </a:cxn>
              <a:cxn ang="0">
                <a:pos x="connsiteX25544" y="connsiteY25544"/>
              </a:cxn>
              <a:cxn ang="0">
                <a:pos x="connsiteX25545" y="connsiteY25545"/>
              </a:cxn>
              <a:cxn ang="0">
                <a:pos x="connsiteX25546" y="connsiteY25546"/>
              </a:cxn>
              <a:cxn ang="0">
                <a:pos x="connsiteX25547" y="connsiteY25547"/>
              </a:cxn>
              <a:cxn ang="0">
                <a:pos x="connsiteX25548" y="connsiteY25548"/>
              </a:cxn>
              <a:cxn ang="0">
                <a:pos x="connsiteX25549" y="connsiteY25549"/>
              </a:cxn>
              <a:cxn ang="0">
                <a:pos x="connsiteX25550" y="connsiteY25550"/>
              </a:cxn>
              <a:cxn ang="0">
                <a:pos x="connsiteX25551" y="connsiteY25551"/>
              </a:cxn>
              <a:cxn ang="0">
                <a:pos x="connsiteX25552" y="connsiteY25552"/>
              </a:cxn>
              <a:cxn ang="0">
                <a:pos x="connsiteX25553" y="connsiteY25553"/>
              </a:cxn>
              <a:cxn ang="0">
                <a:pos x="connsiteX25554" y="connsiteY25554"/>
              </a:cxn>
              <a:cxn ang="0">
                <a:pos x="connsiteX25555" y="connsiteY25555"/>
              </a:cxn>
              <a:cxn ang="0">
                <a:pos x="connsiteX25556" y="connsiteY25556"/>
              </a:cxn>
              <a:cxn ang="0">
                <a:pos x="connsiteX25557" y="connsiteY25557"/>
              </a:cxn>
              <a:cxn ang="0">
                <a:pos x="connsiteX25558" y="connsiteY25558"/>
              </a:cxn>
              <a:cxn ang="0">
                <a:pos x="connsiteX25559" y="connsiteY25559"/>
              </a:cxn>
              <a:cxn ang="0">
                <a:pos x="connsiteX25560" y="connsiteY25560"/>
              </a:cxn>
              <a:cxn ang="0">
                <a:pos x="connsiteX25561" y="connsiteY25561"/>
              </a:cxn>
              <a:cxn ang="0">
                <a:pos x="connsiteX25562" y="connsiteY25562"/>
              </a:cxn>
              <a:cxn ang="0">
                <a:pos x="connsiteX25563" y="connsiteY25563"/>
              </a:cxn>
              <a:cxn ang="0">
                <a:pos x="connsiteX25564" y="connsiteY25564"/>
              </a:cxn>
              <a:cxn ang="0">
                <a:pos x="connsiteX25565" y="connsiteY25565"/>
              </a:cxn>
              <a:cxn ang="0">
                <a:pos x="connsiteX25566" y="connsiteY25566"/>
              </a:cxn>
              <a:cxn ang="0">
                <a:pos x="connsiteX25567" y="connsiteY25567"/>
              </a:cxn>
              <a:cxn ang="0">
                <a:pos x="connsiteX25568" y="connsiteY25568"/>
              </a:cxn>
              <a:cxn ang="0">
                <a:pos x="connsiteX25569" y="connsiteY25569"/>
              </a:cxn>
              <a:cxn ang="0">
                <a:pos x="connsiteX25570" y="connsiteY25570"/>
              </a:cxn>
              <a:cxn ang="0">
                <a:pos x="connsiteX25571" y="connsiteY25571"/>
              </a:cxn>
              <a:cxn ang="0">
                <a:pos x="connsiteX25572" y="connsiteY25572"/>
              </a:cxn>
              <a:cxn ang="0">
                <a:pos x="connsiteX25573" y="connsiteY25573"/>
              </a:cxn>
              <a:cxn ang="0">
                <a:pos x="connsiteX25574" y="connsiteY25574"/>
              </a:cxn>
              <a:cxn ang="0">
                <a:pos x="connsiteX25575" y="connsiteY25575"/>
              </a:cxn>
              <a:cxn ang="0">
                <a:pos x="connsiteX25576" y="connsiteY25576"/>
              </a:cxn>
              <a:cxn ang="0">
                <a:pos x="connsiteX25577" y="connsiteY25577"/>
              </a:cxn>
              <a:cxn ang="0">
                <a:pos x="connsiteX25578" y="connsiteY25578"/>
              </a:cxn>
              <a:cxn ang="0">
                <a:pos x="connsiteX25579" y="connsiteY25579"/>
              </a:cxn>
              <a:cxn ang="0">
                <a:pos x="connsiteX25580" y="connsiteY25580"/>
              </a:cxn>
              <a:cxn ang="0">
                <a:pos x="connsiteX25581" y="connsiteY25581"/>
              </a:cxn>
              <a:cxn ang="0">
                <a:pos x="connsiteX25582" y="connsiteY25582"/>
              </a:cxn>
              <a:cxn ang="0">
                <a:pos x="connsiteX25583" y="connsiteY25583"/>
              </a:cxn>
              <a:cxn ang="0">
                <a:pos x="connsiteX25584" y="connsiteY25584"/>
              </a:cxn>
              <a:cxn ang="0">
                <a:pos x="connsiteX25585" y="connsiteY25585"/>
              </a:cxn>
              <a:cxn ang="0">
                <a:pos x="connsiteX25586" y="connsiteY25586"/>
              </a:cxn>
              <a:cxn ang="0">
                <a:pos x="connsiteX25587" y="connsiteY25587"/>
              </a:cxn>
              <a:cxn ang="0">
                <a:pos x="connsiteX25588" y="connsiteY25588"/>
              </a:cxn>
              <a:cxn ang="0">
                <a:pos x="connsiteX25589" y="connsiteY25589"/>
              </a:cxn>
              <a:cxn ang="0">
                <a:pos x="connsiteX25590" y="connsiteY25590"/>
              </a:cxn>
              <a:cxn ang="0">
                <a:pos x="connsiteX25591" y="connsiteY25591"/>
              </a:cxn>
              <a:cxn ang="0">
                <a:pos x="connsiteX25592" y="connsiteY25592"/>
              </a:cxn>
              <a:cxn ang="0">
                <a:pos x="connsiteX25593" y="connsiteY25593"/>
              </a:cxn>
              <a:cxn ang="0">
                <a:pos x="connsiteX25594" y="connsiteY25594"/>
              </a:cxn>
              <a:cxn ang="0">
                <a:pos x="connsiteX25595" y="connsiteY25595"/>
              </a:cxn>
              <a:cxn ang="0">
                <a:pos x="connsiteX25596" y="connsiteY25596"/>
              </a:cxn>
              <a:cxn ang="0">
                <a:pos x="connsiteX25597" y="connsiteY25597"/>
              </a:cxn>
              <a:cxn ang="0">
                <a:pos x="connsiteX25598" y="connsiteY25598"/>
              </a:cxn>
              <a:cxn ang="0">
                <a:pos x="connsiteX25599" y="connsiteY25599"/>
              </a:cxn>
              <a:cxn ang="0">
                <a:pos x="connsiteX25600" y="connsiteY25600"/>
              </a:cxn>
              <a:cxn ang="0">
                <a:pos x="connsiteX25601" y="connsiteY25601"/>
              </a:cxn>
              <a:cxn ang="0">
                <a:pos x="connsiteX25602" y="connsiteY25602"/>
              </a:cxn>
              <a:cxn ang="0">
                <a:pos x="connsiteX25603" y="connsiteY25603"/>
              </a:cxn>
              <a:cxn ang="0">
                <a:pos x="connsiteX25604" y="connsiteY25604"/>
              </a:cxn>
              <a:cxn ang="0">
                <a:pos x="connsiteX25605" y="connsiteY25605"/>
              </a:cxn>
              <a:cxn ang="0">
                <a:pos x="connsiteX25606" y="connsiteY25606"/>
              </a:cxn>
              <a:cxn ang="0">
                <a:pos x="connsiteX25607" y="connsiteY25607"/>
              </a:cxn>
              <a:cxn ang="0">
                <a:pos x="connsiteX25608" y="connsiteY25608"/>
              </a:cxn>
              <a:cxn ang="0">
                <a:pos x="connsiteX25609" y="connsiteY25609"/>
              </a:cxn>
              <a:cxn ang="0">
                <a:pos x="connsiteX25610" y="connsiteY25610"/>
              </a:cxn>
              <a:cxn ang="0">
                <a:pos x="connsiteX25611" y="connsiteY25611"/>
              </a:cxn>
              <a:cxn ang="0">
                <a:pos x="connsiteX25612" y="connsiteY25612"/>
              </a:cxn>
              <a:cxn ang="0">
                <a:pos x="connsiteX25613" y="connsiteY25613"/>
              </a:cxn>
              <a:cxn ang="0">
                <a:pos x="connsiteX25614" y="connsiteY25614"/>
              </a:cxn>
              <a:cxn ang="0">
                <a:pos x="connsiteX25615" y="connsiteY25615"/>
              </a:cxn>
              <a:cxn ang="0">
                <a:pos x="connsiteX25616" y="connsiteY25616"/>
              </a:cxn>
              <a:cxn ang="0">
                <a:pos x="connsiteX25617" y="connsiteY25617"/>
              </a:cxn>
              <a:cxn ang="0">
                <a:pos x="connsiteX25618" y="connsiteY25618"/>
              </a:cxn>
              <a:cxn ang="0">
                <a:pos x="connsiteX25619" y="connsiteY25619"/>
              </a:cxn>
              <a:cxn ang="0">
                <a:pos x="connsiteX25620" y="connsiteY25620"/>
              </a:cxn>
              <a:cxn ang="0">
                <a:pos x="connsiteX25621" y="connsiteY25621"/>
              </a:cxn>
              <a:cxn ang="0">
                <a:pos x="connsiteX25622" y="connsiteY25622"/>
              </a:cxn>
              <a:cxn ang="0">
                <a:pos x="connsiteX25623" y="connsiteY25623"/>
              </a:cxn>
              <a:cxn ang="0">
                <a:pos x="connsiteX25624" y="connsiteY25624"/>
              </a:cxn>
              <a:cxn ang="0">
                <a:pos x="connsiteX25625" y="connsiteY25625"/>
              </a:cxn>
              <a:cxn ang="0">
                <a:pos x="connsiteX25626" y="connsiteY25626"/>
              </a:cxn>
              <a:cxn ang="0">
                <a:pos x="connsiteX25627" y="connsiteY25627"/>
              </a:cxn>
              <a:cxn ang="0">
                <a:pos x="connsiteX25628" y="connsiteY25628"/>
              </a:cxn>
              <a:cxn ang="0">
                <a:pos x="connsiteX25629" y="connsiteY25629"/>
              </a:cxn>
              <a:cxn ang="0">
                <a:pos x="connsiteX25630" y="connsiteY25630"/>
              </a:cxn>
              <a:cxn ang="0">
                <a:pos x="connsiteX25631" y="connsiteY25631"/>
              </a:cxn>
              <a:cxn ang="0">
                <a:pos x="connsiteX25632" y="connsiteY25632"/>
              </a:cxn>
              <a:cxn ang="0">
                <a:pos x="connsiteX25633" y="connsiteY25633"/>
              </a:cxn>
              <a:cxn ang="0">
                <a:pos x="connsiteX25634" y="connsiteY25634"/>
              </a:cxn>
              <a:cxn ang="0">
                <a:pos x="connsiteX25635" y="connsiteY25635"/>
              </a:cxn>
              <a:cxn ang="0">
                <a:pos x="connsiteX25636" y="connsiteY25636"/>
              </a:cxn>
              <a:cxn ang="0">
                <a:pos x="connsiteX25637" y="connsiteY25637"/>
              </a:cxn>
              <a:cxn ang="0">
                <a:pos x="connsiteX25638" y="connsiteY25638"/>
              </a:cxn>
              <a:cxn ang="0">
                <a:pos x="connsiteX25639" y="connsiteY25639"/>
              </a:cxn>
              <a:cxn ang="0">
                <a:pos x="connsiteX25640" y="connsiteY25640"/>
              </a:cxn>
              <a:cxn ang="0">
                <a:pos x="connsiteX25641" y="connsiteY25641"/>
              </a:cxn>
              <a:cxn ang="0">
                <a:pos x="connsiteX25642" y="connsiteY25642"/>
              </a:cxn>
              <a:cxn ang="0">
                <a:pos x="connsiteX25643" y="connsiteY25643"/>
              </a:cxn>
              <a:cxn ang="0">
                <a:pos x="connsiteX25644" y="connsiteY25644"/>
              </a:cxn>
              <a:cxn ang="0">
                <a:pos x="connsiteX25645" y="connsiteY25645"/>
              </a:cxn>
              <a:cxn ang="0">
                <a:pos x="connsiteX25646" y="connsiteY25646"/>
              </a:cxn>
              <a:cxn ang="0">
                <a:pos x="connsiteX25647" y="connsiteY25647"/>
              </a:cxn>
              <a:cxn ang="0">
                <a:pos x="connsiteX25648" y="connsiteY25648"/>
              </a:cxn>
              <a:cxn ang="0">
                <a:pos x="connsiteX25649" y="connsiteY25649"/>
              </a:cxn>
              <a:cxn ang="0">
                <a:pos x="connsiteX25650" y="connsiteY25650"/>
              </a:cxn>
              <a:cxn ang="0">
                <a:pos x="connsiteX25651" y="connsiteY25651"/>
              </a:cxn>
              <a:cxn ang="0">
                <a:pos x="connsiteX25652" y="connsiteY25652"/>
              </a:cxn>
              <a:cxn ang="0">
                <a:pos x="connsiteX25653" y="connsiteY25653"/>
              </a:cxn>
              <a:cxn ang="0">
                <a:pos x="connsiteX25654" y="connsiteY25654"/>
              </a:cxn>
              <a:cxn ang="0">
                <a:pos x="connsiteX25655" y="connsiteY25655"/>
              </a:cxn>
              <a:cxn ang="0">
                <a:pos x="connsiteX25656" y="connsiteY25656"/>
              </a:cxn>
              <a:cxn ang="0">
                <a:pos x="connsiteX25657" y="connsiteY25657"/>
              </a:cxn>
              <a:cxn ang="0">
                <a:pos x="connsiteX25658" y="connsiteY25658"/>
              </a:cxn>
              <a:cxn ang="0">
                <a:pos x="connsiteX25659" y="connsiteY25659"/>
              </a:cxn>
              <a:cxn ang="0">
                <a:pos x="connsiteX25660" y="connsiteY25660"/>
              </a:cxn>
              <a:cxn ang="0">
                <a:pos x="connsiteX25661" y="connsiteY25661"/>
              </a:cxn>
              <a:cxn ang="0">
                <a:pos x="connsiteX25662" y="connsiteY25662"/>
              </a:cxn>
              <a:cxn ang="0">
                <a:pos x="connsiteX25663" y="connsiteY25663"/>
              </a:cxn>
              <a:cxn ang="0">
                <a:pos x="connsiteX25664" y="connsiteY25664"/>
              </a:cxn>
              <a:cxn ang="0">
                <a:pos x="connsiteX25665" y="connsiteY25665"/>
              </a:cxn>
              <a:cxn ang="0">
                <a:pos x="connsiteX25666" y="connsiteY25666"/>
              </a:cxn>
              <a:cxn ang="0">
                <a:pos x="connsiteX25667" y="connsiteY25667"/>
              </a:cxn>
              <a:cxn ang="0">
                <a:pos x="connsiteX25668" y="connsiteY25668"/>
              </a:cxn>
              <a:cxn ang="0">
                <a:pos x="connsiteX25669" y="connsiteY25669"/>
              </a:cxn>
              <a:cxn ang="0">
                <a:pos x="connsiteX25670" y="connsiteY25670"/>
              </a:cxn>
              <a:cxn ang="0">
                <a:pos x="connsiteX25671" y="connsiteY25671"/>
              </a:cxn>
              <a:cxn ang="0">
                <a:pos x="connsiteX25672" y="connsiteY25672"/>
              </a:cxn>
              <a:cxn ang="0">
                <a:pos x="connsiteX25673" y="connsiteY25673"/>
              </a:cxn>
              <a:cxn ang="0">
                <a:pos x="connsiteX25674" y="connsiteY25674"/>
              </a:cxn>
              <a:cxn ang="0">
                <a:pos x="connsiteX25675" y="connsiteY25675"/>
              </a:cxn>
              <a:cxn ang="0">
                <a:pos x="connsiteX25676" y="connsiteY25676"/>
              </a:cxn>
              <a:cxn ang="0">
                <a:pos x="connsiteX25677" y="connsiteY25677"/>
              </a:cxn>
              <a:cxn ang="0">
                <a:pos x="connsiteX25678" y="connsiteY25678"/>
              </a:cxn>
              <a:cxn ang="0">
                <a:pos x="connsiteX25679" y="connsiteY25679"/>
              </a:cxn>
              <a:cxn ang="0">
                <a:pos x="connsiteX25680" y="connsiteY25680"/>
              </a:cxn>
              <a:cxn ang="0">
                <a:pos x="connsiteX25681" y="connsiteY25681"/>
              </a:cxn>
              <a:cxn ang="0">
                <a:pos x="connsiteX25682" y="connsiteY25682"/>
              </a:cxn>
              <a:cxn ang="0">
                <a:pos x="connsiteX25683" y="connsiteY25683"/>
              </a:cxn>
              <a:cxn ang="0">
                <a:pos x="connsiteX25684" y="connsiteY25684"/>
              </a:cxn>
              <a:cxn ang="0">
                <a:pos x="connsiteX25685" y="connsiteY25685"/>
              </a:cxn>
              <a:cxn ang="0">
                <a:pos x="connsiteX25686" y="connsiteY25686"/>
              </a:cxn>
              <a:cxn ang="0">
                <a:pos x="connsiteX25687" y="connsiteY25687"/>
              </a:cxn>
              <a:cxn ang="0">
                <a:pos x="connsiteX25688" y="connsiteY25688"/>
              </a:cxn>
              <a:cxn ang="0">
                <a:pos x="connsiteX25689" y="connsiteY25689"/>
              </a:cxn>
              <a:cxn ang="0">
                <a:pos x="connsiteX25690" y="connsiteY25690"/>
              </a:cxn>
              <a:cxn ang="0">
                <a:pos x="connsiteX25691" y="connsiteY25691"/>
              </a:cxn>
              <a:cxn ang="0">
                <a:pos x="connsiteX25692" y="connsiteY25692"/>
              </a:cxn>
              <a:cxn ang="0">
                <a:pos x="connsiteX25693" y="connsiteY25693"/>
              </a:cxn>
              <a:cxn ang="0">
                <a:pos x="connsiteX25694" y="connsiteY25694"/>
              </a:cxn>
              <a:cxn ang="0">
                <a:pos x="connsiteX25695" y="connsiteY25695"/>
              </a:cxn>
              <a:cxn ang="0">
                <a:pos x="connsiteX25696" y="connsiteY25696"/>
              </a:cxn>
              <a:cxn ang="0">
                <a:pos x="connsiteX25697" y="connsiteY25697"/>
              </a:cxn>
              <a:cxn ang="0">
                <a:pos x="connsiteX25698" y="connsiteY25698"/>
              </a:cxn>
              <a:cxn ang="0">
                <a:pos x="connsiteX25699" y="connsiteY25699"/>
              </a:cxn>
              <a:cxn ang="0">
                <a:pos x="connsiteX25700" y="connsiteY25700"/>
              </a:cxn>
              <a:cxn ang="0">
                <a:pos x="connsiteX25701" y="connsiteY25701"/>
              </a:cxn>
              <a:cxn ang="0">
                <a:pos x="connsiteX25702" y="connsiteY25702"/>
              </a:cxn>
              <a:cxn ang="0">
                <a:pos x="connsiteX25703" y="connsiteY25703"/>
              </a:cxn>
              <a:cxn ang="0">
                <a:pos x="connsiteX25704" y="connsiteY25704"/>
              </a:cxn>
              <a:cxn ang="0">
                <a:pos x="connsiteX25705" y="connsiteY25705"/>
              </a:cxn>
              <a:cxn ang="0">
                <a:pos x="connsiteX25706" y="connsiteY25706"/>
              </a:cxn>
              <a:cxn ang="0">
                <a:pos x="connsiteX25707" y="connsiteY25707"/>
              </a:cxn>
              <a:cxn ang="0">
                <a:pos x="connsiteX25708" y="connsiteY25708"/>
              </a:cxn>
              <a:cxn ang="0">
                <a:pos x="connsiteX25709" y="connsiteY25709"/>
              </a:cxn>
              <a:cxn ang="0">
                <a:pos x="connsiteX25710" y="connsiteY25710"/>
              </a:cxn>
              <a:cxn ang="0">
                <a:pos x="connsiteX25711" y="connsiteY25711"/>
              </a:cxn>
              <a:cxn ang="0">
                <a:pos x="connsiteX25712" y="connsiteY25712"/>
              </a:cxn>
              <a:cxn ang="0">
                <a:pos x="connsiteX25713" y="connsiteY25713"/>
              </a:cxn>
              <a:cxn ang="0">
                <a:pos x="connsiteX25714" y="connsiteY25714"/>
              </a:cxn>
              <a:cxn ang="0">
                <a:pos x="connsiteX25715" y="connsiteY25715"/>
              </a:cxn>
              <a:cxn ang="0">
                <a:pos x="connsiteX25716" y="connsiteY25716"/>
              </a:cxn>
              <a:cxn ang="0">
                <a:pos x="connsiteX25717" y="connsiteY25717"/>
              </a:cxn>
              <a:cxn ang="0">
                <a:pos x="connsiteX25718" y="connsiteY25718"/>
              </a:cxn>
              <a:cxn ang="0">
                <a:pos x="connsiteX25719" y="connsiteY25719"/>
              </a:cxn>
              <a:cxn ang="0">
                <a:pos x="connsiteX25720" y="connsiteY25720"/>
              </a:cxn>
              <a:cxn ang="0">
                <a:pos x="connsiteX25721" y="connsiteY25721"/>
              </a:cxn>
              <a:cxn ang="0">
                <a:pos x="connsiteX25722" y="connsiteY25722"/>
              </a:cxn>
              <a:cxn ang="0">
                <a:pos x="connsiteX25723" y="connsiteY25723"/>
              </a:cxn>
              <a:cxn ang="0">
                <a:pos x="connsiteX25724" y="connsiteY25724"/>
              </a:cxn>
              <a:cxn ang="0">
                <a:pos x="connsiteX25725" y="connsiteY25725"/>
              </a:cxn>
              <a:cxn ang="0">
                <a:pos x="connsiteX25726" y="connsiteY25726"/>
              </a:cxn>
              <a:cxn ang="0">
                <a:pos x="connsiteX25727" y="connsiteY25727"/>
              </a:cxn>
              <a:cxn ang="0">
                <a:pos x="connsiteX25728" y="connsiteY25728"/>
              </a:cxn>
              <a:cxn ang="0">
                <a:pos x="connsiteX25729" y="connsiteY25729"/>
              </a:cxn>
              <a:cxn ang="0">
                <a:pos x="connsiteX25730" y="connsiteY25730"/>
              </a:cxn>
              <a:cxn ang="0">
                <a:pos x="connsiteX25731" y="connsiteY25731"/>
              </a:cxn>
              <a:cxn ang="0">
                <a:pos x="connsiteX25732" y="connsiteY25732"/>
              </a:cxn>
              <a:cxn ang="0">
                <a:pos x="connsiteX25733" y="connsiteY25733"/>
              </a:cxn>
              <a:cxn ang="0">
                <a:pos x="connsiteX25734" y="connsiteY25734"/>
              </a:cxn>
              <a:cxn ang="0">
                <a:pos x="connsiteX25735" y="connsiteY25735"/>
              </a:cxn>
              <a:cxn ang="0">
                <a:pos x="connsiteX25736" y="connsiteY25736"/>
              </a:cxn>
              <a:cxn ang="0">
                <a:pos x="connsiteX25737" y="connsiteY25737"/>
              </a:cxn>
              <a:cxn ang="0">
                <a:pos x="connsiteX25738" y="connsiteY25738"/>
              </a:cxn>
              <a:cxn ang="0">
                <a:pos x="connsiteX25739" y="connsiteY25739"/>
              </a:cxn>
              <a:cxn ang="0">
                <a:pos x="connsiteX25740" y="connsiteY25740"/>
              </a:cxn>
              <a:cxn ang="0">
                <a:pos x="connsiteX25741" y="connsiteY25741"/>
              </a:cxn>
              <a:cxn ang="0">
                <a:pos x="connsiteX25742" y="connsiteY25742"/>
              </a:cxn>
              <a:cxn ang="0">
                <a:pos x="connsiteX25743" y="connsiteY25743"/>
              </a:cxn>
              <a:cxn ang="0">
                <a:pos x="connsiteX25744" y="connsiteY25744"/>
              </a:cxn>
              <a:cxn ang="0">
                <a:pos x="connsiteX25745" y="connsiteY25745"/>
              </a:cxn>
              <a:cxn ang="0">
                <a:pos x="connsiteX25746" y="connsiteY25746"/>
              </a:cxn>
              <a:cxn ang="0">
                <a:pos x="connsiteX25747" y="connsiteY25747"/>
              </a:cxn>
              <a:cxn ang="0">
                <a:pos x="connsiteX25748" y="connsiteY25748"/>
              </a:cxn>
              <a:cxn ang="0">
                <a:pos x="connsiteX25749" y="connsiteY25749"/>
              </a:cxn>
              <a:cxn ang="0">
                <a:pos x="connsiteX25750" y="connsiteY25750"/>
              </a:cxn>
              <a:cxn ang="0">
                <a:pos x="connsiteX25751" y="connsiteY25751"/>
              </a:cxn>
              <a:cxn ang="0">
                <a:pos x="connsiteX25752" y="connsiteY25752"/>
              </a:cxn>
              <a:cxn ang="0">
                <a:pos x="connsiteX25753" y="connsiteY25753"/>
              </a:cxn>
              <a:cxn ang="0">
                <a:pos x="connsiteX25754" y="connsiteY25754"/>
              </a:cxn>
              <a:cxn ang="0">
                <a:pos x="connsiteX25755" y="connsiteY25755"/>
              </a:cxn>
              <a:cxn ang="0">
                <a:pos x="connsiteX25756" y="connsiteY25756"/>
              </a:cxn>
              <a:cxn ang="0">
                <a:pos x="connsiteX25757" y="connsiteY25757"/>
              </a:cxn>
              <a:cxn ang="0">
                <a:pos x="connsiteX25758" y="connsiteY25758"/>
              </a:cxn>
              <a:cxn ang="0">
                <a:pos x="connsiteX25759" y="connsiteY25759"/>
              </a:cxn>
              <a:cxn ang="0">
                <a:pos x="connsiteX25760" y="connsiteY25760"/>
              </a:cxn>
              <a:cxn ang="0">
                <a:pos x="connsiteX25761" y="connsiteY25761"/>
              </a:cxn>
              <a:cxn ang="0">
                <a:pos x="connsiteX25762" y="connsiteY25762"/>
              </a:cxn>
              <a:cxn ang="0">
                <a:pos x="connsiteX25763" y="connsiteY25763"/>
              </a:cxn>
              <a:cxn ang="0">
                <a:pos x="connsiteX25764" y="connsiteY25764"/>
              </a:cxn>
              <a:cxn ang="0">
                <a:pos x="connsiteX25765" y="connsiteY25765"/>
              </a:cxn>
              <a:cxn ang="0">
                <a:pos x="connsiteX25766" y="connsiteY25766"/>
              </a:cxn>
              <a:cxn ang="0">
                <a:pos x="connsiteX25767" y="connsiteY25767"/>
              </a:cxn>
              <a:cxn ang="0">
                <a:pos x="connsiteX25768" y="connsiteY25768"/>
              </a:cxn>
              <a:cxn ang="0">
                <a:pos x="connsiteX25769" y="connsiteY25769"/>
              </a:cxn>
              <a:cxn ang="0">
                <a:pos x="connsiteX25770" y="connsiteY25770"/>
              </a:cxn>
              <a:cxn ang="0">
                <a:pos x="connsiteX25771" y="connsiteY25771"/>
              </a:cxn>
              <a:cxn ang="0">
                <a:pos x="connsiteX25772" y="connsiteY25772"/>
              </a:cxn>
              <a:cxn ang="0">
                <a:pos x="connsiteX25773" y="connsiteY25773"/>
              </a:cxn>
              <a:cxn ang="0">
                <a:pos x="connsiteX25774" y="connsiteY25774"/>
              </a:cxn>
              <a:cxn ang="0">
                <a:pos x="connsiteX25775" y="connsiteY25775"/>
              </a:cxn>
              <a:cxn ang="0">
                <a:pos x="connsiteX25776" y="connsiteY25776"/>
              </a:cxn>
              <a:cxn ang="0">
                <a:pos x="connsiteX25777" y="connsiteY25777"/>
              </a:cxn>
              <a:cxn ang="0">
                <a:pos x="connsiteX25778" y="connsiteY25778"/>
              </a:cxn>
              <a:cxn ang="0">
                <a:pos x="connsiteX25779" y="connsiteY25779"/>
              </a:cxn>
              <a:cxn ang="0">
                <a:pos x="connsiteX25780" y="connsiteY25780"/>
              </a:cxn>
              <a:cxn ang="0">
                <a:pos x="connsiteX25781" y="connsiteY25781"/>
              </a:cxn>
              <a:cxn ang="0">
                <a:pos x="connsiteX25782" y="connsiteY25782"/>
              </a:cxn>
              <a:cxn ang="0">
                <a:pos x="connsiteX25783" y="connsiteY25783"/>
              </a:cxn>
              <a:cxn ang="0">
                <a:pos x="connsiteX25784" y="connsiteY25784"/>
              </a:cxn>
              <a:cxn ang="0">
                <a:pos x="connsiteX25785" y="connsiteY25785"/>
              </a:cxn>
              <a:cxn ang="0">
                <a:pos x="connsiteX25786" y="connsiteY25786"/>
              </a:cxn>
              <a:cxn ang="0">
                <a:pos x="connsiteX25787" y="connsiteY25787"/>
              </a:cxn>
              <a:cxn ang="0">
                <a:pos x="connsiteX25788" y="connsiteY25788"/>
              </a:cxn>
              <a:cxn ang="0">
                <a:pos x="connsiteX25789" y="connsiteY25789"/>
              </a:cxn>
              <a:cxn ang="0">
                <a:pos x="connsiteX25790" y="connsiteY25790"/>
              </a:cxn>
              <a:cxn ang="0">
                <a:pos x="connsiteX25791" y="connsiteY25791"/>
              </a:cxn>
              <a:cxn ang="0">
                <a:pos x="connsiteX25792" y="connsiteY25792"/>
              </a:cxn>
              <a:cxn ang="0">
                <a:pos x="connsiteX25793" y="connsiteY25793"/>
              </a:cxn>
              <a:cxn ang="0">
                <a:pos x="connsiteX25794" y="connsiteY25794"/>
              </a:cxn>
              <a:cxn ang="0">
                <a:pos x="connsiteX25795" y="connsiteY25795"/>
              </a:cxn>
              <a:cxn ang="0">
                <a:pos x="connsiteX25796" y="connsiteY25796"/>
              </a:cxn>
              <a:cxn ang="0">
                <a:pos x="connsiteX25797" y="connsiteY25797"/>
              </a:cxn>
              <a:cxn ang="0">
                <a:pos x="connsiteX25798" y="connsiteY25798"/>
              </a:cxn>
              <a:cxn ang="0">
                <a:pos x="connsiteX25799" y="connsiteY25799"/>
              </a:cxn>
              <a:cxn ang="0">
                <a:pos x="connsiteX25800" y="connsiteY25800"/>
              </a:cxn>
              <a:cxn ang="0">
                <a:pos x="connsiteX25801" y="connsiteY25801"/>
              </a:cxn>
              <a:cxn ang="0">
                <a:pos x="connsiteX25802" y="connsiteY25802"/>
              </a:cxn>
              <a:cxn ang="0">
                <a:pos x="connsiteX25803" y="connsiteY25803"/>
              </a:cxn>
              <a:cxn ang="0">
                <a:pos x="connsiteX25804" y="connsiteY25804"/>
              </a:cxn>
              <a:cxn ang="0">
                <a:pos x="connsiteX25805" y="connsiteY25805"/>
              </a:cxn>
              <a:cxn ang="0">
                <a:pos x="connsiteX25806" y="connsiteY25806"/>
              </a:cxn>
              <a:cxn ang="0">
                <a:pos x="connsiteX25807" y="connsiteY25807"/>
              </a:cxn>
              <a:cxn ang="0">
                <a:pos x="connsiteX25808" y="connsiteY25808"/>
              </a:cxn>
              <a:cxn ang="0">
                <a:pos x="connsiteX25809" y="connsiteY25809"/>
              </a:cxn>
              <a:cxn ang="0">
                <a:pos x="connsiteX25810" y="connsiteY25810"/>
              </a:cxn>
              <a:cxn ang="0">
                <a:pos x="connsiteX25811" y="connsiteY25811"/>
              </a:cxn>
              <a:cxn ang="0">
                <a:pos x="connsiteX25812" y="connsiteY25812"/>
              </a:cxn>
              <a:cxn ang="0">
                <a:pos x="connsiteX25813" y="connsiteY25813"/>
              </a:cxn>
              <a:cxn ang="0">
                <a:pos x="connsiteX25814" y="connsiteY25814"/>
              </a:cxn>
              <a:cxn ang="0">
                <a:pos x="connsiteX25815" y="connsiteY25815"/>
              </a:cxn>
              <a:cxn ang="0">
                <a:pos x="connsiteX25816" y="connsiteY25816"/>
              </a:cxn>
              <a:cxn ang="0">
                <a:pos x="connsiteX25817" y="connsiteY25817"/>
              </a:cxn>
              <a:cxn ang="0">
                <a:pos x="connsiteX25818" y="connsiteY25818"/>
              </a:cxn>
              <a:cxn ang="0">
                <a:pos x="connsiteX25819" y="connsiteY25819"/>
              </a:cxn>
              <a:cxn ang="0">
                <a:pos x="connsiteX25820" y="connsiteY25820"/>
              </a:cxn>
              <a:cxn ang="0">
                <a:pos x="connsiteX25821" y="connsiteY25821"/>
              </a:cxn>
              <a:cxn ang="0">
                <a:pos x="connsiteX25822" y="connsiteY25822"/>
              </a:cxn>
              <a:cxn ang="0">
                <a:pos x="connsiteX25823" y="connsiteY25823"/>
              </a:cxn>
              <a:cxn ang="0">
                <a:pos x="connsiteX25824" y="connsiteY25824"/>
              </a:cxn>
              <a:cxn ang="0">
                <a:pos x="connsiteX25825" y="connsiteY25825"/>
              </a:cxn>
              <a:cxn ang="0">
                <a:pos x="connsiteX25826" y="connsiteY25826"/>
              </a:cxn>
              <a:cxn ang="0">
                <a:pos x="connsiteX25827" y="connsiteY25827"/>
              </a:cxn>
              <a:cxn ang="0">
                <a:pos x="connsiteX25828" y="connsiteY25828"/>
              </a:cxn>
              <a:cxn ang="0">
                <a:pos x="connsiteX25829" y="connsiteY25829"/>
              </a:cxn>
              <a:cxn ang="0">
                <a:pos x="connsiteX25830" y="connsiteY25830"/>
              </a:cxn>
              <a:cxn ang="0">
                <a:pos x="connsiteX25831" y="connsiteY25831"/>
              </a:cxn>
              <a:cxn ang="0">
                <a:pos x="connsiteX25832" y="connsiteY25832"/>
              </a:cxn>
              <a:cxn ang="0">
                <a:pos x="connsiteX25833" y="connsiteY25833"/>
              </a:cxn>
              <a:cxn ang="0">
                <a:pos x="connsiteX25834" y="connsiteY25834"/>
              </a:cxn>
              <a:cxn ang="0">
                <a:pos x="connsiteX25835" y="connsiteY25835"/>
              </a:cxn>
              <a:cxn ang="0">
                <a:pos x="connsiteX25836" y="connsiteY25836"/>
              </a:cxn>
              <a:cxn ang="0">
                <a:pos x="connsiteX25837" y="connsiteY25837"/>
              </a:cxn>
              <a:cxn ang="0">
                <a:pos x="connsiteX25838" y="connsiteY25838"/>
              </a:cxn>
              <a:cxn ang="0">
                <a:pos x="connsiteX25839" y="connsiteY25839"/>
              </a:cxn>
              <a:cxn ang="0">
                <a:pos x="connsiteX25840" y="connsiteY25840"/>
              </a:cxn>
              <a:cxn ang="0">
                <a:pos x="connsiteX25841" y="connsiteY25841"/>
              </a:cxn>
              <a:cxn ang="0">
                <a:pos x="connsiteX25842" y="connsiteY25842"/>
              </a:cxn>
              <a:cxn ang="0">
                <a:pos x="connsiteX25843" y="connsiteY25843"/>
              </a:cxn>
              <a:cxn ang="0">
                <a:pos x="connsiteX25844" y="connsiteY25844"/>
              </a:cxn>
              <a:cxn ang="0">
                <a:pos x="connsiteX25845" y="connsiteY25845"/>
              </a:cxn>
              <a:cxn ang="0">
                <a:pos x="connsiteX25846" y="connsiteY25846"/>
              </a:cxn>
              <a:cxn ang="0">
                <a:pos x="connsiteX25847" y="connsiteY25847"/>
              </a:cxn>
              <a:cxn ang="0">
                <a:pos x="connsiteX25848" y="connsiteY25848"/>
              </a:cxn>
              <a:cxn ang="0">
                <a:pos x="connsiteX25849" y="connsiteY25849"/>
              </a:cxn>
              <a:cxn ang="0">
                <a:pos x="connsiteX25850" y="connsiteY25850"/>
              </a:cxn>
              <a:cxn ang="0">
                <a:pos x="connsiteX25851" y="connsiteY25851"/>
              </a:cxn>
              <a:cxn ang="0">
                <a:pos x="connsiteX25852" y="connsiteY25852"/>
              </a:cxn>
              <a:cxn ang="0">
                <a:pos x="connsiteX25853" y="connsiteY25853"/>
              </a:cxn>
              <a:cxn ang="0">
                <a:pos x="connsiteX25854" y="connsiteY25854"/>
              </a:cxn>
              <a:cxn ang="0">
                <a:pos x="connsiteX25855" y="connsiteY25855"/>
              </a:cxn>
              <a:cxn ang="0">
                <a:pos x="connsiteX25856" y="connsiteY25856"/>
              </a:cxn>
              <a:cxn ang="0">
                <a:pos x="connsiteX25857" y="connsiteY25857"/>
              </a:cxn>
              <a:cxn ang="0">
                <a:pos x="connsiteX25858" y="connsiteY25858"/>
              </a:cxn>
              <a:cxn ang="0">
                <a:pos x="connsiteX25859" y="connsiteY25859"/>
              </a:cxn>
              <a:cxn ang="0">
                <a:pos x="connsiteX25860" y="connsiteY25860"/>
              </a:cxn>
              <a:cxn ang="0">
                <a:pos x="connsiteX25861" y="connsiteY25861"/>
              </a:cxn>
              <a:cxn ang="0">
                <a:pos x="connsiteX25862" y="connsiteY25862"/>
              </a:cxn>
              <a:cxn ang="0">
                <a:pos x="connsiteX25863" y="connsiteY25863"/>
              </a:cxn>
              <a:cxn ang="0">
                <a:pos x="connsiteX25864" y="connsiteY25864"/>
              </a:cxn>
              <a:cxn ang="0">
                <a:pos x="connsiteX25865" y="connsiteY25865"/>
              </a:cxn>
              <a:cxn ang="0">
                <a:pos x="connsiteX25866" y="connsiteY25866"/>
              </a:cxn>
              <a:cxn ang="0">
                <a:pos x="connsiteX25867" y="connsiteY25867"/>
              </a:cxn>
              <a:cxn ang="0">
                <a:pos x="connsiteX25868" y="connsiteY25868"/>
              </a:cxn>
              <a:cxn ang="0">
                <a:pos x="connsiteX25869" y="connsiteY25869"/>
              </a:cxn>
              <a:cxn ang="0">
                <a:pos x="connsiteX25870" y="connsiteY25870"/>
              </a:cxn>
              <a:cxn ang="0">
                <a:pos x="connsiteX25871" y="connsiteY25871"/>
              </a:cxn>
              <a:cxn ang="0">
                <a:pos x="connsiteX25872" y="connsiteY25872"/>
              </a:cxn>
              <a:cxn ang="0">
                <a:pos x="connsiteX25873" y="connsiteY25873"/>
              </a:cxn>
              <a:cxn ang="0">
                <a:pos x="connsiteX25874" y="connsiteY25874"/>
              </a:cxn>
              <a:cxn ang="0">
                <a:pos x="connsiteX25875" y="connsiteY25875"/>
              </a:cxn>
              <a:cxn ang="0">
                <a:pos x="connsiteX25876" y="connsiteY25876"/>
              </a:cxn>
              <a:cxn ang="0">
                <a:pos x="connsiteX25877" y="connsiteY25877"/>
              </a:cxn>
              <a:cxn ang="0">
                <a:pos x="connsiteX25878" y="connsiteY25878"/>
              </a:cxn>
              <a:cxn ang="0">
                <a:pos x="connsiteX25879" y="connsiteY25879"/>
              </a:cxn>
              <a:cxn ang="0">
                <a:pos x="connsiteX25880" y="connsiteY25880"/>
              </a:cxn>
              <a:cxn ang="0">
                <a:pos x="connsiteX25881" y="connsiteY25881"/>
              </a:cxn>
              <a:cxn ang="0">
                <a:pos x="connsiteX25882" y="connsiteY25882"/>
              </a:cxn>
              <a:cxn ang="0">
                <a:pos x="connsiteX25883" y="connsiteY25883"/>
              </a:cxn>
              <a:cxn ang="0">
                <a:pos x="connsiteX25884" y="connsiteY25884"/>
              </a:cxn>
              <a:cxn ang="0">
                <a:pos x="connsiteX25885" y="connsiteY25885"/>
              </a:cxn>
              <a:cxn ang="0">
                <a:pos x="connsiteX25886" y="connsiteY25886"/>
              </a:cxn>
              <a:cxn ang="0">
                <a:pos x="connsiteX25887" y="connsiteY25887"/>
              </a:cxn>
              <a:cxn ang="0">
                <a:pos x="connsiteX25888" y="connsiteY25888"/>
              </a:cxn>
              <a:cxn ang="0">
                <a:pos x="connsiteX25889" y="connsiteY25889"/>
              </a:cxn>
              <a:cxn ang="0">
                <a:pos x="connsiteX25890" y="connsiteY25890"/>
              </a:cxn>
              <a:cxn ang="0">
                <a:pos x="connsiteX25891" y="connsiteY25891"/>
              </a:cxn>
              <a:cxn ang="0">
                <a:pos x="connsiteX25892" y="connsiteY25892"/>
              </a:cxn>
              <a:cxn ang="0">
                <a:pos x="connsiteX25893" y="connsiteY25893"/>
              </a:cxn>
              <a:cxn ang="0">
                <a:pos x="connsiteX25894" y="connsiteY25894"/>
              </a:cxn>
              <a:cxn ang="0">
                <a:pos x="connsiteX25895" y="connsiteY25895"/>
              </a:cxn>
              <a:cxn ang="0">
                <a:pos x="connsiteX25896" y="connsiteY25896"/>
              </a:cxn>
              <a:cxn ang="0">
                <a:pos x="connsiteX25897" y="connsiteY25897"/>
              </a:cxn>
              <a:cxn ang="0">
                <a:pos x="connsiteX25898" y="connsiteY25898"/>
              </a:cxn>
              <a:cxn ang="0">
                <a:pos x="connsiteX25899" y="connsiteY25899"/>
              </a:cxn>
              <a:cxn ang="0">
                <a:pos x="connsiteX25900" y="connsiteY25900"/>
              </a:cxn>
              <a:cxn ang="0">
                <a:pos x="connsiteX25901" y="connsiteY25901"/>
              </a:cxn>
              <a:cxn ang="0">
                <a:pos x="connsiteX25902" y="connsiteY25902"/>
              </a:cxn>
              <a:cxn ang="0">
                <a:pos x="connsiteX25903" y="connsiteY25903"/>
              </a:cxn>
              <a:cxn ang="0">
                <a:pos x="connsiteX25904" y="connsiteY25904"/>
              </a:cxn>
              <a:cxn ang="0">
                <a:pos x="connsiteX25905" y="connsiteY25905"/>
              </a:cxn>
              <a:cxn ang="0">
                <a:pos x="connsiteX25906" y="connsiteY25906"/>
              </a:cxn>
              <a:cxn ang="0">
                <a:pos x="connsiteX25907" y="connsiteY25907"/>
              </a:cxn>
              <a:cxn ang="0">
                <a:pos x="connsiteX25908" y="connsiteY25908"/>
              </a:cxn>
              <a:cxn ang="0">
                <a:pos x="connsiteX25909" y="connsiteY25909"/>
              </a:cxn>
              <a:cxn ang="0">
                <a:pos x="connsiteX25910" y="connsiteY25910"/>
              </a:cxn>
              <a:cxn ang="0">
                <a:pos x="connsiteX25911" y="connsiteY25911"/>
              </a:cxn>
              <a:cxn ang="0">
                <a:pos x="connsiteX25912" y="connsiteY25912"/>
              </a:cxn>
              <a:cxn ang="0">
                <a:pos x="connsiteX25913" y="connsiteY25913"/>
              </a:cxn>
              <a:cxn ang="0">
                <a:pos x="connsiteX25914" y="connsiteY25914"/>
              </a:cxn>
              <a:cxn ang="0">
                <a:pos x="connsiteX25915" y="connsiteY25915"/>
              </a:cxn>
              <a:cxn ang="0">
                <a:pos x="connsiteX25916" y="connsiteY25916"/>
              </a:cxn>
              <a:cxn ang="0">
                <a:pos x="connsiteX25917" y="connsiteY25917"/>
              </a:cxn>
              <a:cxn ang="0">
                <a:pos x="connsiteX25918" y="connsiteY25918"/>
              </a:cxn>
              <a:cxn ang="0">
                <a:pos x="connsiteX25919" y="connsiteY25919"/>
              </a:cxn>
              <a:cxn ang="0">
                <a:pos x="connsiteX25920" y="connsiteY25920"/>
              </a:cxn>
              <a:cxn ang="0">
                <a:pos x="connsiteX25921" y="connsiteY25921"/>
              </a:cxn>
              <a:cxn ang="0">
                <a:pos x="connsiteX25922" y="connsiteY25922"/>
              </a:cxn>
              <a:cxn ang="0">
                <a:pos x="connsiteX25923" y="connsiteY25923"/>
              </a:cxn>
              <a:cxn ang="0">
                <a:pos x="connsiteX25924" y="connsiteY25924"/>
              </a:cxn>
              <a:cxn ang="0">
                <a:pos x="connsiteX25925" y="connsiteY25925"/>
              </a:cxn>
              <a:cxn ang="0">
                <a:pos x="connsiteX25926" y="connsiteY25926"/>
              </a:cxn>
              <a:cxn ang="0">
                <a:pos x="connsiteX25927" y="connsiteY25927"/>
              </a:cxn>
              <a:cxn ang="0">
                <a:pos x="connsiteX25928" y="connsiteY25928"/>
              </a:cxn>
              <a:cxn ang="0">
                <a:pos x="connsiteX25929" y="connsiteY25929"/>
              </a:cxn>
              <a:cxn ang="0">
                <a:pos x="connsiteX25930" y="connsiteY25930"/>
              </a:cxn>
              <a:cxn ang="0">
                <a:pos x="connsiteX25931" y="connsiteY25931"/>
              </a:cxn>
              <a:cxn ang="0">
                <a:pos x="connsiteX25932" y="connsiteY25932"/>
              </a:cxn>
              <a:cxn ang="0">
                <a:pos x="connsiteX25933" y="connsiteY25933"/>
              </a:cxn>
              <a:cxn ang="0">
                <a:pos x="connsiteX25934" y="connsiteY25934"/>
              </a:cxn>
              <a:cxn ang="0">
                <a:pos x="connsiteX25935" y="connsiteY25935"/>
              </a:cxn>
              <a:cxn ang="0">
                <a:pos x="connsiteX25936" y="connsiteY25936"/>
              </a:cxn>
              <a:cxn ang="0">
                <a:pos x="connsiteX25937" y="connsiteY25937"/>
              </a:cxn>
              <a:cxn ang="0">
                <a:pos x="connsiteX25938" y="connsiteY25938"/>
              </a:cxn>
              <a:cxn ang="0">
                <a:pos x="connsiteX25939" y="connsiteY25939"/>
              </a:cxn>
              <a:cxn ang="0">
                <a:pos x="connsiteX25940" y="connsiteY25940"/>
              </a:cxn>
              <a:cxn ang="0">
                <a:pos x="connsiteX25941" y="connsiteY25941"/>
              </a:cxn>
              <a:cxn ang="0">
                <a:pos x="connsiteX25942" y="connsiteY25942"/>
              </a:cxn>
              <a:cxn ang="0">
                <a:pos x="connsiteX25943" y="connsiteY25943"/>
              </a:cxn>
              <a:cxn ang="0">
                <a:pos x="connsiteX25944" y="connsiteY25944"/>
              </a:cxn>
              <a:cxn ang="0">
                <a:pos x="connsiteX25945" y="connsiteY25945"/>
              </a:cxn>
              <a:cxn ang="0">
                <a:pos x="connsiteX25946" y="connsiteY25946"/>
              </a:cxn>
              <a:cxn ang="0">
                <a:pos x="connsiteX25947" y="connsiteY25947"/>
              </a:cxn>
              <a:cxn ang="0">
                <a:pos x="connsiteX25948" y="connsiteY25948"/>
              </a:cxn>
              <a:cxn ang="0">
                <a:pos x="connsiteX25949" y="connsiteY25949"/>
              </a:cxn>
              <a:cxn ang="0">
                <a:pos x="connsiteX25950" y="connsiteY25950"/>
              </a:cxn>
              <a:cxn ang="0">
                <a:pos x="connsiteX25951" y="connsiteY25951"/>
              </a:cxn>
              <a:cxn ang="0">
                <a:pos x="connsiteX25952" y="connsiteY25952"/>
              </a:cxn>
              <a:cxn ang="0">
                <a:pos x="connsiteX25953" y="connsiteY25953"/>
              </a:cxn>
              <a:cxn ang="0">
                <a:pos x="connsiteX25954" y="connsiteY25954"/>
              </a:cxn>
              <a:cxn ang="0">
                <a:pos x="connsiteX25955" y="connsiteY25955"/>
              </a:cxn>
              <a:cxn ang="0">
                <a:pos x="connsiteX25956" y="connsiteY25956"/>
              </a:cxn>
              <a:cxn ang="0">
                <a:pos x="connsiteX25957" y="connsiteY25957"/>
              </a:cxn>
              <a:cxn ang="0">
                <a:pos x="connsiteX25958" y="connsiteY25958"/>
              </a:cxn>
              <a:cxn ang="0">
                <a:pos x="connsiteX25959" y="connsiteY25959"/>
              </a:cxn>
              <a:cxn ang="0">
                <a:pos x="connsiteX25960" y="connsiteY25960"/>
              </a:cxn>
              <a:cxn ang="0">
                <a:pos x="connsiteX25961" y="connsiteY25961"/>
              </a:cxn>
              <a:cxn ang="0">
                <a:pos x="connsiteX25962" y="connsiteY25962"/>
              </a:cxn>
              <a:cxn ang="0">
                <a:pos x="connsiteX25963" y="connsiteY25963"/>
              </a:cxn>
              <a:cxn ang="0">
                <a:pos x="connsiteX25964" y="connsiteY25964"/>
              </a:cxn>
              <a:cxn ang="0">
                <a:pos x="connsiteX25965" y="connsiteY25965"/>
              </a:cxn>
              <a:cxn ang="0">
                <a:pos x="connsiteX25966" y="connsiteY25966"/>
              </a:cxn>
              <a:cxn ang="0">
                <a:pos x="connsiteX25967" y="connsiteY25967"/>
              </a:cxn>
              <a:cxn ang="0">
                <a:pos x="connsiteX25968" y="connsiteY25968"/>
              </a:cxn>
              <a:cxn ang="0">
                <a:pos x="connsiteX25969" y="connsiteY25969"/>
              </a:cxn>
              <a:cxn ang="0">
                <a:pos x="connsiteX25970" y="connsiteY25970"/>
              </a:cxn>
              <a:cxn ang="0">
                <a:pos x="connsiteX25971" y="connsiteY25971"/>
              </a:cxn>
              <a:cxn ang="0">
                <a:pos x="connsiteX25972" y="connsiteY25972"/>
              </a:cxn>
              <a:cxn ang="0">
                <a:pos x="connsiteX25973" y="connsiteY25973"/>
              </a:cxn>
              <a:cxn ang="0">
                <a:pos x="connsiteX25974" y="connsiteY25974"/>
              </a:cxn>
              <a:cxn ang="0">
                <a:pos x="connsiteX25975" y="connsiteY25975"/>
              </a:cxn>
              <a:cxn ang="0">
                <a:pos x="connsiteX25976" y="connsiteY25976"/>
              </a:cxn>
              <a:cxn ang="0">
                <a:pos x="connsiteX25977" y="connsiteY25977"/>
              </a:cxn>
              <a:cxn ang="0">
                <a:pos x="connsiteX25978" y="connsiteY25978"/>
              </a:cxn>
              <a:cxn ang="0">
                <a:pos x="connsiteX25979" y="connsiteY25979"/>
              </a:cxn>
              <a:cxn ang="0">
                <a:pos x="connsiteX25980" y="connsiteY25980"/>
              </a:cxn>
              <a:cxn ang="0">
                <a:pos x="connsiteX25981" y="connsiteY25981"/>
              </a:cxn>
              <a:cxn ang="0">
                <a:pos x="connsiteX25982" y="connsiteY25982"/>
              </a:cxn>
              <a:cxn ang="0">
                <a:pos x="connsiteX25983" y="connsiteY25983"/>
              </a:cxn>
              <a:cxn ang="0">
                <a:pos x="connsiteX25984" y="connsiteY25984"/>
              </a:cxn>
              <a:cxn ang="0">
                <a:pos x="connsiteX25985" y="connsiteY25985"/>
              </a:cxn>
              <a:cxn ang="0">
                <a:pos x="connsiteX25986" y="connsiteY25986"/>
              </a:cxn>
              <a:cxn ang="0">
                <a:pos x="connsiteX25987" y="connsiteY25987"/>
              </a:cxn>
              <a:cxn ang="0">
                <a:pos x="connsiteX25988" y="connsiteY25988"/>
              </a:cxn>
              <a:cxn ang="0">
                <a:pos x="connsiteX25989" y="connsiteY25989"/>
              </a:cxn>
              <a:cxn ang="0">
                <a:pos x="connsiteX25990" y="connsiteY25990"/>
              </a:cxn>
              <a:cxn ang="0">
                <a:pos x="connsiteX25991" y="connsiteY25991"/>
              </a:cxn>
              <a:cxn ang="0">
                <a:pos x="connsiteX25992" y="connsiteY25992"/>
              </a:cxn>
              <a:cxn ang="0">
                <a:pos x="connsiteX25993" y="connsiteY25993"/>
              </a:cxn>
              <a:cxn ang="0">
                <a:pos x="connsiteX25994" y="connsiteY25994"/>
              </a:cxn>
              <a:cxn ang="0">
                <a:pos x="connsiteX25995" y="connsiteY25995"/>
              </a:cxn>
              <a:cxn ang="0">
                <a:pos x="connsiteX25996" y="connsiteY25996"/>
              </a:cxn>
              <a:cxn ang="0">
                <a:pos x="connsiteX25997" y="connsiteY25997"/>
              </a:cxn>
              <a:cxn ang="0">
                <a:pos x="connsiteX25998" y="connsiteY25998"/>
              </a:cxn>
              <a:cxn ang="0">
                <a:pos x="connsiteX25999" y="connsiteY25999"/>
              </a:cxn>
              <a:cxn ang="0">
                <a:pos x="connsiteX26000" y="connsiteY26000"/>
              </a:cxn>
              <a:cxn ang="0">
                <a:pos x="connsiteX26001" y="connsiteY26001"/>
              </a:cxn>
              <a:cxn ang="0">
                <a:pos x="connsiteX26002" y="connsiteY26002"/>
              </a:cxn>
              <a:cxn ang="0">
                <a:pos x="connsiteX26003" y="connsiteY26003"/>
              </a:cxn>
              <a:cxn ang="0">
                <a:pos x="connsiteX26004" y="connsiteY26004"/>
              </a:cxn>
              <a:cxn ang="0">
                <a:pos x="connsiteX26005" y="connsiteY26005"/>
              </a:cxn>
              <a:cxn ang="0">
                <a:pos x="connsiteX26006" y="connsiteY26006"/>
              </a:cxn>
              <a:cxn ang="0">
                <a:pos x="connsiteX26007" y="connsiteY26007"/>
              </a:cxn>
              <a:cxn ang="0">
                <a:pos x="connsiteX26008" y="connsiteY26008"/>
              </a:cxn>
              <a:cxn ang="0">
                <a:pos x="connsiteX26009" y="connsiteY26009"/>
              </a:cxn>
              <a:cxn ang="0">
                <a:pos x="connsiteX26010" y="connsiteY26010"/>
              </a:cxn>
              <a:cxn ang="0">
                <a:pos x="connsiteX26011" y="connsiteY26011"/>
              </a:cxn>
              <a:cxn ang="0">
                <a:pos x="connsiteX26012" y="connsiteY26012"/>
              </a:cxn>
              <a:cxn ang="0">
                <a:pos x="connsiteX26013" y="connsiteY26013"/>
              </a:cxn>
              <a:cxn ang="0">
                <a:pos x="connsiteX26014" y="connsiteY26014"/>
              </a:cxn>
              <a:cxn ang="0">
                <a:pos x="connsiteX26015" y="connsiteY26015"/>
              </a:cxn>
              <a:cxn ang="0">
                <a:pos x="connsiteX26016" y="connsiteY26016"/>
              </a:cxn>
              <a:cxn ang="0">
                <a:pos x="connsiteX26017" y="connsiteY26017"/>
              </a:cxn>
              <a:cxn ang="0">
                <a:pos x="connsiteX26018" y="connsiteY26018"/>
              </a:cxn>
              <a:cxn ang="0">
                <a:pos x="connsiteX26019" y="connsiteY26019"/>
              </a:cxn>
              <a:cxn ang="0">
                <a:pos x="connsiteX26020" y="connsiteY26020"/>
              </a:cxn>
              <a:cxn ang="0">
                <a:pos x="connsiteX26021" y="connsiteY26021"/>
              </a:cxn>
              <a:cxn ang="0">
                <a:pos x="connsiteX26022" y="connsiteY26022"/>
              </a:cxn>
              <a:cxn ang="0">
                <a:pos x="connsiteX26023" y="connsiteY26023"/>
              </a:cxn>
              <a:cxn ang="0">
                <a:pos x="connsiteX26024" y="connsiteY26024"/>
              </a:cxn>
              <a:cxn ang="0">
                <a:pos x="connsiteX26025" y="connsiteY26025"/>
              </a:cxn>
              <a:cxn ang="0">
                <a:pos x="connsiteX26026" y="connsiteY26026"/>
              </a:cxn>
              <a:cxn ang="0">
                <a:pos x="connsiteX26027" y="connsiteY26027"/>
              </a:cxn>
              <a:cxn ang="0">
                <a:pos x="connsiteX26028" y="connsiteY26028"/>
              </a:cxn>
              <a:cxn ang="0">
                <a:pos x="connsiteX26029" y="connsiteY26029"/>
              </a:cxn>
              <a:cxn ang="0">
                <a:pos x="connsiteX26030" y="connsiteY26030"/>
              </a:cxn>
              <a:cxn ang="0">
                <a:pos x="connsiteX26031" y="connsiteY26031"/>
              </a:cxn>
              <a:cxn ang="0">
                <a:pos x="connsiteX26032" y="connsiteY26032"/>
              </a:cxn>
              <a:cxn ang="0">
                <a:pos x="connsiteX26033" y="connsiteY26033"/>
              </a:cxn>
              <a:cxn ang="0">
                <a:pos x="connsiteX26034" y="connsiteY26034"/>
              </a:cxn>
              <a:cxn ang="0">
                <a:pos x="connsiteX26035" y="connsiteY26035"/>
              </a:cxn>
              <a:cxn ang="0">
                <a:pos x="connsiteX26036" y="connsiteY26036"/>
              </a:cxn>
              <a:cxn ang="0">
                <a:pos x="connsiteX26037" y="connsiteY26037"/>
              </a:cxn>
              <a:cxn ang="0">
                <a:pos x="connsiteX26038" y="connsiteY26038"/>
              </a:cxn>
              <a:cxn ang="0">
                <a:pos x="connsiteX26039" y="connsiteY26039"/>
              </a:cxn>
              <a:cxn ang="0">
                <a:pos x="connsiteX26040" y="connsiteY26040"/>
              </a:cxn>
              <a:cxn ang="0">
                <a:pos x="connsiteX26041" y="connsiteY26041"/>
              </a:cxn>
              <a:cxn ang="0">
                <a:pos x="connsiteX26042" y="connsiteY26042"/>
              </a:cxn>
              <a:cxn ang="0">
                <a:pos x="connsiteX26043" y="connsiteY26043"/>
              </a:cxn>
              <a:cxn ang="0">
                <a:pos x="connsiteX26044" y="connsiteY26044"/>
              </a:cxn>
              <a:cxn ang="0">
                <a:pos x="connsiteX26045" y="connsiteY26045"/>
              </a:cxn>
              <a:cxn ang="0">
                <a:pos x="connsiteX26046" y="connsiteY26046"/>
              </a:cxn>
              <a:cxn ang="0">
                <a:pos x="connsiteX26047" y="connsiteY26047"/>
              </a:cxn>
              <a:cxn ang="0">
                <a:pos x="connsiteX26048" y="connsiteY26048"/>
              </a:cxn>
              <a:cxn ang="0">
                <a:pos x="connsiteX26049" y="connsiteY26049"/>
              </a:cxn>
              <a:cxn ang="0">
                <a:pos x="connsiteX26050" y="connsiteY26050"/>
              </a:cxn>
              <a:cxn ang="0">
                <a:pos x="connsiteX26051" y="connsiteY26051"/>
              </a:cxn>
              <a:cxn ang="0">
                <a:pos x="connsiteX26052" y="connsiteY26052"/>
              </a:cxn>
              <a:cxn ang="0">
                <a:pos x="connsiteX26053" y="connsiteY26053"/>
              </a:cxn>
              <a:cxn ang="0">
                <a:pos x="connsiteX26054" y="connsiteY26054"/>
              </a:cxn>
              <a:cxn ang="0">
                <a:pos x="connsiteX26055" y="connsiteY26055"/>
              </a:cxn>
              <a:cxn ang="0">
                <a:pos x="connsiteX26056" y="connsiteY26056"/>
              </a:cxn>
              <a:cxn ang="0">
                <a:pos x="connsiteX26057" y="connsiteY26057"/>
              </a:cxn>
              <a:cxn ang="0">
                <a:pos x="connsiteX26058" y="connsiteY26058"/>
              </a:cxn>
              <a:cxn ang="0">
                <a:pos x="connsiteX26059" y="connsiteY26059"/>
              </a:cxn>
              <a:cxn ang="0">
                <a:pos x="connsiteX26060" y="connsiteY26060"/>
              </a:cxn>
              <a:cxn ang="0">
                <a:pos x="connsiteX26061" y="connsiteY26061"/>
              </a:cxn>
              <a:cxn ang="0">
                <a:pos x="connsiteX26062" y="connsiteY26062"/>
              </a:cxn>
              <a:cxn ang="0">
                <a:pos x="connsiteX26063" y="connsiteY26063"/>
              </a:cxn>
              <a:cxn ang="0">
                <a:pos x="connsiteX26064" y="connsiteY26064"/>
              </a:cxn>
              <a:cxn ang="0">
                <a:pos x="connsiteX26065" y="connsiteY26065"/>
              </a:cxn>
              <a:cxn ang="0">
                <a:pos x="connsiteX26066" y="connsiteY26066"/>
              </a:cxn>
              <a:cxn ang="0">
                <a:pos x="connsiteX26067" y="connsiteY26067"/>
              </a:cxn>
              <a:cxn ang="0">
                <a:pos x="connsiteX26068" y="connsiteY26068"/>
              </a:cxn>
              <a:cxn ang="0">
                <a:pos x="connsiteX26069" y="connsiteY26069"/>
              </a:cxn>
              <a:cxn ang="0">
                <a:pos x="connsiteX26070" y="connsiteY26070"/>
              </a:cxn>
              <a:cxn ang="0">
                <a:pos x="connsiteX26071" y="connsiteY26071"/>
              </a:cxn>
              <a:cxn ang="0">
                <a:pos x="connsiteX26072" y="connsiteY26072"/>
              </a:cxn>
              <a:cxn ang="0">
                <a:pos x="connsiteX26073" y="connsiteY26073"/>
              </a:cxn>
              <a:cxn ang="0">
                <a:pos x="connsiteX26074" y="connsiteY26074"/>
              </a:cxn>
              <a:cxn ang="0">
                <a:pos x="connsiteX26075" y="connsiteY26075"/>
              </a:cxn>
              <a:cxn ang="0">
                <a:pos x="connsiteX26076" y="connsiteY26076"/>
              </a:cxn>
              <a:cxn ang="0">
                <a:pos x="connsiteX26077" y="connsiteY26077"/>
              </a:cxn>
              <a:cxn ang="0">
                <a:pos x="connsiteX26078" y="connsiteY26078"/>
              </a:cxn>
              <a:cxn ang="0">
                <a:pos x="connsiteX26079" y="connsiteY26079"/>
              </a:cxn>
              <a:cxn ang="0">
                <a:pos x="connsiteX26080" y="connsiteY26080"/>
              </a:cxn>
              <a:cxn ang="0">
                <a:pos x="connsiteX26081" y="connsiteY26081"/>
              </a:cxn>
              <a:cxn ang="0">
                <a:pos x="connsiteX26082" y="connsiteY26082"/>
              </a:cxn>
              <a:cxn ang="0">
                <a:pos x="connsiteX26083" y="connsiteY26083"/>
              </a:cxn>
              <a:cxn ang="0">
                <a:pos x="connsiteX26084" y="connsiteY26084"/>
              </a:cxn>
              <a:cxn ang="0">
                <a:pos x="connsiteX26085" y="connsiteY26085"/>
              </a:cxn>
              <a:cxn ang="0">
                <a:pos x="connsiteX26086" y="connsiteY26086"/>
              </a:cxn>
              <a:cxn ang="0">
                <a:pos x="connsiteX26087" y="connsiteY26087"/>
              </a:cxn>
              <a:cxn ang="0">
                <a:pos x="connsiteX26088" y="connsiteY26088"/>
              </a:cxn>
              <a:cxn ang="0">
                <a:pos x="connsiteX26089" y="connsiteY26089"/>
              </a:cxn>
              <a:cxn ang="0">
                <a:pos x="connsiteX26090" y="connsiteY26090"/>
              </a:cxn>
              <a:cxn ang="0">
                <a:pos x="connsiteX26091" y="connsiteY26091"/>
              </a:cxn>
              <a:cxn ang="0">
                <a:pos x="connsiteX26092" y="connsiteY26092"/>
              </a:cxn>
              <a:cxn ang="0">
                <a:pos x="connsiteX26093" y="connsiteY26093"/>
              </a:cxn>
              <a:cxn ang="0">
                <a:pos x="connsiteX26094" y="connsiteY26094"/>
              </a:cxn>
              <a:cxn ang="0">
                <a:pos x="connsiteX26095" y="connsiteY26095"/>
              </a:cxn>
              <a:cxn ang="0">
                <a:pos x="connsiteX26096" y="connsiteY26096"/>
              </a:cxn>
              <a:cxn ang="0">
                <a:pos x="connsiteX26097" y="connsiteY26097"/>
              </a:cxn>
              <a:cxn ang="0">
                <a:pos x="connsiteX26098" y="connsiteY26098"/>
              </a:cxn>
              <a:cxn ang="0">
                <a:pos x="connsiteX26099" y="connsiteY26099"/>
              </a:cxn>
              <a:cxn ang="0">
                <a:pos x="connsiteX26100" y="connsiteY26100"/>
              </a:cxn>
              <a:cxn ang="0">
                <a:pos x="connsiteX26101" y="connsiteY26101"/>
              </a:cxn>
              <a:cxn ang="0">
                <a:pos x="connsiteX26102" y="connsiteY26102"/>
              </a:cxn>
              <a:cxn ang="0">
                <a:pos x="connsiteX26103" y="connsiteY26103"/>
              </a:cxn>
              <a:cxn ang="0">
                <a:pos x="connsiteX26104" y="connsiteY26104"/>
              </a:cxn>
              <a:cxn ang="0">
                <a:pos x="connsiteX26105" y="connsiteY26105"/>
              </a:cxn>
              <a:cxn ang="0">
                <a:pos x="connsiteX26106" y="connsiteY26106"/>
              </a:cxn>
              <a:cxn ang="0">
                <a:pos x="connsiteX26107" y="connsiteY26107"/>
              </a:cxn>
              <a:cxn ang="0">
                <a:pos x="connsiteX26108" y="connsiteY26108"/>
              </a:cxn>
              <a:cxn ang="0">
                <a:pos x="connsiteX26109" y="connsiteY26109"/>
              </a:cxn>
              <a:cxn ang="0">
                <a:pos x="connsiteX26110" y="connsiteY26110"/>
              </a:cxn>
              <a:cxn ang="0">
                <a:pos x="connsiteX26111" y="connsiteY26111"/>
              </a:cxn>
              <a:cxn ang="0">
                <a:pos x="connsiteX26112" y="connsiteY26112"/>
              </a:cxn>
              <a:cxn ang="0">
                <a:pos x="connsiteX26113" y="connsiteY26113"/>
              </a:cxn>
              <a:cxn ang="0">
                <a:pos x="connsiteX26114" y="connsiteY26114"/>
              </a:cxn>
              <a:cxn ang="0">
                <a:pos x="connsiteX26115" y="connsiteY26115"/>
              </a:cxn>
              <a:cxn ang="0">
                <a:pos x="connsiteX26116" y="connsiteY26116"/>
              </a:cxn>
              <a:cxn ang="0">
                <a:pos x="connsiteX26117" y="connsiteY26117"/>
              </a:cxn>
              <a:cxn ang="0">
                <a:pos x="connsiteX26118" y="connsiteY26118"/>
              </a:cxn>
              <a:cxn ang="0">
                <a:pos x="connsiteX26119" y="connsiteY26119"/>
              </a:cxn>
              <a:cxn ang="0">
                <a:pos x="connsiteX26120" y="connsiteY26120"/>
              </a:cxn>
              <a:cxn ang="0">
                <a:pos x="connsiteX26121" y="connsiteY26121"/>
              </a:cxn>
              <a:cxn ang="0">
                <a:pos x="connsiteX26122" y="connsiteY26122"/>
              </a:cxn>
              <a:cxn ang="0">
                <a:pos x="connsiteX26123" y="connsiteY26123"/>
              </a:cxn>
              <a:cxn ang="0">
                <a:pos x="connsiteX26124" y="connsiteY26124"/>
              </a:cxn>
              <a:cxn ang="0">
                <a:pos x="connsiteX26125" y="connsiteY26125"/>
              </a:cxn>
              <a:cxn ang="0">
                <a:pos x="connsiteX26126" y="connsiteY26126"/>
              </a:cxn>
              <a:cxn ang="0">
                <a:pos x="connsiteX26127" y="connsiteY26127"/>
              </a:cxn>
              <a:cxn ang="0">
                <a:pos x="connsiteX26128" y="connsiteY26128"/>
              </a:cxn>
              <a:cxn ang="0">
                <a:pos x="connsiteX26129" y="connsiteY26129"/>
              </a:cxn>
              <a:cxn ang="0">
                <a:pos x="connsiteX26130" y="connsiteY26130"/>
              </a:cxn>
              <a:cxn ang="0">
                <a:pos x="connsiteX26131" y="connsiteY26131"/>
              </a:cxn>
              <a:cxn ang="0">
                <a:pos x="connsiteX26132" y="connsiteY26132"/>
              </a:cxn>
              <a:cxn ang="0">
                <a:pos x="connsiteX26133" y="connsiteY26133"/>
              </a:cxn>
              <a:cxn ang="0">
                <a:pos x="connsiteX26134" y="connsiteY26134"/>
              </a:cxn>
              <a:cxn ang="0">
                <a:pos x="connsiteX26135" y="connsiteY26135"/>
              </a:cxn>
              <a:cxn ang="0">
                <a:pos x="connsiteX26136" y="connsiteY26136"/>
              </a:cxn>
              <a:cxn ang="0">
                <a:pos x="connsiteX26137" y="connsiteY26137"/>
              </a:cxn>
              <a:cxn ang="0">
                <a:pos x="connsiteX26138" y="connsiteY26138"/>
              </a:cxn>
              <a:cxn ang="0">
                <a:pos x="connsiteX26139" y="connsiteY26139"/>
              </a:cxn>
              <a:cxn ang="0">
                <a:pos x="connsiteX26140" y="connsiteY26140"/>
              </a:cxn>
              <a:cxn ang="0">
                <a:pos x="connsiteX26141" y="connsiteY26141"/>
              </a:cxn>
              <a:cxn ang="0">
                <a:pos x="connsiteX26142" y="connsiteY26142"/>
              </a:cxn>
              <a:cxn ang="0">
                <a:pos x="connsiteX26143" y="connsiteY26143"/>
              </a:cxn>
              <a:cxn ang="0">
                <a:pos x="connsiteX26144" y="connsiteY26144"/>
              </a:cxn>
              <a:cxn ang="0">
                <a:pos x="connsiteX26145" y="connsiteY26145"/>
              </a:cxn>
              <a:cxn ang="0">
                <a:pos x="connsiteX26146" y="connsiteY26146"/>
              </a:cxn>
              <a:cxn ang="0">
                <a:pos x="connsiteX26147" y="connsiteY26147"/>
              </a:cxn>
              <a:cxn ang="0">
                <a:pos x="connsiteX26148" y="connsiteY26148"/>
              </a:cxn>
              <a:cxn ang="0">
                <a:pos x="connsiteX26149" y="connsiteY26149"/>
              </a:cxn>
              <a:cxn ang="0">
                <a:pos x="connsiteX26150" y="connsiteY26150"/>
              </a:cxn>
              <a:cxn ang="0">
                <a:pos x="connsiteX26151" y="connsiteY26151"/>
              </a:cxn>
              <a:cxn ang="0">
                <a:pos x="connsiteX26152" y="connsiteY26152"/>
              </a:cxn>
              <a:cxn ang="0">
                <a:pos x="connsiteX26153" y="connsiteY26153"/>
              </a:cxn>
              <a:cxn ang="0">
                <a:pos x="connsiteX26154" y="connsiteY26154"/>
              </a:cxn>
              <a:cxn ang="0">
                <a:pos x="connsiteX26155" y="connsiteY26155"/>
              </a:cxn>
              <a:cxn ang="0">
                <a:pos x="connsiteX26156" y="connsiteY26156"/>
              </a:cxn>
              <a:cxn ang="0">
                <a:pos x="connsiteX26157" y="connsiteY26157"/>
              </a:cxn>
              <a:cxn ang="0">
                <a:pos x="connsiteX26158" y="connsiteY26158"/>
              </a:cxn>
              <a:cxn ang="0">
                <a:pos x="connsiteX26159" y="connsiteY26159"/>
              </a:cxn>
              <a:cxn ang="0">
                <a:pos x="connsiteX26160" y="connsiteY26160"/>
              </a:cxn>
              <a:cxn ang="0">
                <a:pos x="connsiteX26161" y="connsiteY26161"/>
              </a:cxn>
              <a:cxn ang="0">
                <a:pos x="connsiteX26162" y="connsiteY26162"/>
              </a:cxn>
              <a:cxn ang="0">
                <a:pos x="connsiteX26163" y="connsiteY26163"/>
              </a:cxn>
              <a:cxn ang="0">
                <a:pos x="connsiteX26164" y="connsiteY26164"/>
              </a:cxn>
              <a:cxn ang="0">
                <a:pos x="connsiteX26165" y="connsiteY26165"/>
              </a:cxn>
              <a:cxn ang="0">
                <a:pos x="connsiteX26166" y="connsiteY26166"/>
              </a:cxn>
              <a:cxn ang="0">
                <a:pos x="connsiteX26167" y="connsiteY26167"/>
              </a:cxn>
              <a:cxn ang="0">
                <a:pos x="connsiteX26168" y="connsiteY26168"/>
              </a:cxn>
              <a:cxn ang="0">
                <a:pos x="connsiteX26169" y="connsiteY26169"/>
              </a:cxn>
              <a:cxn ang="0">
                <a:pos x="connsiteX26170" y="connsiteY26170"/>
              </a:cxn>
              <a:cxn ang="0">
                <a:pos x="connsiteX26171" y="connsiteY26171"/>
              </a:cxn>
              <a:cxn ang="0">
                <a:pos x="connsiteX26172" y="connsiteY26172"/>
              </a:cxn>
              <a:cxn ang="0">
                <a:pos x="connsiteX26173" y="connsiteY26173"/>
              </a:cxn>
              <a:cxn ang="0">
                <a:pos x="connsiteX26174" y="connsiteY26174"/>
              </a:cxn>
              <a:cxn ang="0">
                <a:pos x="connsiteX26175" y="connsiteY26175"/>
              </a:cxn>
              <a:cxn ang="0">
                <a:pos x="connsiteX26176" y="connsiteY26176"/>
              </a:cxn>
              <a:cxn ang="0">
                <a:pos x="connsiteX26177" y="connsiteY26177"/>
              </a:cxn>
              <a:cxn ang="0">
                <a:pos x="connsiteX26178" y="connsiteY26178"/>
              </a:cxn>
              <a:cxn ang="0">
                <a:pos x="connsiteX26179" y="connsiteY26179"/>
              </a:cxn>
              <a:cxn ang="0">
                <a:pos x="connsiteX26180" y="connsiteY26180"/>
              </a:cxn>
              <a:cxn ang="0">
                <a:pos x="connsiteX26181" y="connsiteY26181"/>
              </a:cxn>
              <a:cxn ang="0">
                <a:pos x="connsiteX26182" y="connsiteY26182"/>
              </a:cxn>
              <a:cxn ang="0">
                <a:pos x="connsiteX26183" y="connsiteY26183"/>
              </a:cxn>
              <a:cxn ang="0">
                <a:pos x="connsiteX26184" y="connsiteY26184"/>
              </a:cxn>
              <a:cxn ang="0">
                <a:pos x="connsiteX26185" y="connsiteY26185"/>
              </a:cxn>
              <a:cxn ang="0">
                <a:pos x="connsiteX26186" y="connsiteY26186"/>
              </a:cxn>
              <a:cxn ang="0">
                <a:pos x="connsiteX26187" y="connsiteY26187"/>
              </a:cxn>
              <a:cxn ang="0">
                <a:pos x="connsiteX26188" y="connsiteY26188"/>
              </a:cxn>
              <a:cxn ang="0">
                <a:pos x="connsiteX26189" y="connsiteY26189"/>
              </a:cxn>
              <a:cxn ang="0">
                <a:pos x="connsiteX26190" y="connsiteY26190"/>
              </a:cxn>
              <a:cxn ang="0">
                <a:pos x="connsiteX26191" y="connsiteY26191"/>
              </a:cxn>
              <a:cxn ang="0">
                <a:pos x="connsiteX26192" y="connsiteY26192"/>
              </a:cxn>
              <a:cxn ang="0">
                <a:pos x="connsiteX26193" y="connsiteY26193"/>
              </a:cxn>
              <a:cxn ang="0">
                <a:pos x="connsiteX26194" y="connsiteY26194"/>
              </a:cxn>
              <a:cxn ang="0">
                <a:pos x="connsiteX26195" y="connsiteY26195"/>
              </a:cxn>
              <a:cxn ang="0">
                <a:pos x="connsiteX26196" y="connsiteY26196"/>
              </a:cxn>
              <a:cxn ang="0">
                <a:pos x="connsiteX26197" y="connsiteY26197"/>
              </a:cxn>
              <a:cxn ang="0">
                <a:pos x="connsiteX26198" y="connsiteY26198"/>
              </a:cxn>
              <a:cxn ang="0">
                <a:pos x="connsiteX26199" y="connsiteY26199"/>
              </a:cxn>
              <a:cxn ang="0">
                <a:pos x="connsiteX26200" y="connsiteY26200"/>
              </a:cxn>
              <a:cxn ang="0">
                <a:pos x="connsiteX26201" y="connsiteY26201"/>
              </a:cxn>
              <a:cxn ang="0">
                <a:pos x="connsiteX26202" y="connsiteY26202"/>
              </a:cxn>
              <a:cxn ang="0">
                <a:pos x="connsiteX26203" y="connsiteY26203"/>
              </a:cxn>
              <a:cxn ang="0">
                <a:pos x="connsiteX26204" y="connsiteY26204"/>
              </a:cxn>
              <a:cxn ang="0">
                <a:pos x="connsiteX26205" y="connsiteY26205"/>
              </a:cxn>
              <a:cxn ang="0">
                <a:pos x="connsiteX26206" y="connsiteY26206"/>
              </a:cxn>
              <a:cxn ang="0">
                <a:pos x="connsiteX26207" y="connsiteY26207"/>
              </a:cxn>
              <a:cxn ang="0">
                <a:pos x="connsiteX26208" y="connsiteY26208"/>
              </a:cxn>
              <a:cxn ang="0">
                <a:pos x="connsiteX26209" y="connsiteY26209"/>
              </a:cxn>
              <a:cxn ang="0">
                <a:pos x="connsiteX26210" y="connsiteY26210"/>
              </a:cxn>
              <a:cxn ang="0">
                <a:pos x="connsiteX26211" y="connsiteY26211"/>
              </a:cxn>
              <a:cxn ang="0">
                <a:pos x="connsiteX26212" y="connsiteY26212"/>
              </a:cxn>
              <a:cxn ang="0">
                <a:pos x="connsiteX26213" y="connsiteY26213"/>
              </a:cxn>
              <a:cxn ang="0">
                <a:pos x="connsiteX26214" y="connsiteY26214"/>
              </a:cxn>
              <a:cxn ang="0">
                <a:pos x="connsiteX26215" y="connsiteY26215"/>
              </a:cxn>
              <a:cxn ang="0">
                <a:pos x="connsiteX26216" y="connsiteY26216"/>
              </a:cxn>
              <a:cxn ang="0">
                <a:pos x="connsiteX26217" y="connsiteY26217"/>
              </a:cxn>
              <a:cxn ang="0">
                <a:pos x="connsiteX26218" y="connsiteY26218"/>
              </a:cxn>
              <a:cxn ang="0">
                <a:pos x="connsiteX26219" y="connsiteY26219"/>
              </a:cxn>
              <a:cxn ang="0">
                <a:pos x="connsiteX26220" y="connsiteY26220"/>
              </a:cxn>
              <a:cxn ang="0">
                <a:pos x="connsiteX26221" y="connsiteY26221"/>
              </a:cxn>
              <a:cxn ang="0">
                <a:pos x="connsiteX26222" y="connsiteY26222"/>
              </a:cxn>
              <a:cxn ang="0">
                <a:pos x="connsiteX26223" y="connsiteY26223"/>
              </a:cxn>
              <a:cxn ang="0">
                <a:pos x="connsiteX26224" y="connsiteY26224"/>
              </a:cxn>
              <a:cxn ang="0">
                <a:pos x="connsiteX26225" y="connsiteY26225"/>
              </a:cxn>
              <a:cxn ang="0">
                <a:pos x="connsiteX26226" y="connsiteY26226"/>
              </a:cxn>
              <a:cxn ang="0">
                <a:pos x="connsiteX26227" y="connsiteY26227"/>
              </a:cxn>
              <a:cxn ang="0">
                <a:pos x="connsiteX26228" y="connsiteY26228"/>
              </a:cxn>
              <a:cxn ang="0">
                <a:pos x="connsiteX26229" y="connsiteY26229"/>
              </a:cxn>
              <a:cxn ang="0">
                <a:pos x="connsiteX26230" y="connsiteY26230"/>
              </a:cxn>
              <a:cxn ang="0">
                <a:pos x="connsiteX26231" y="connsiteY26231"/>
              </a:cxn>
              <a:cxn ang="0">
                <a:pos x="connsiteX26232" y="connsiteY26232"/>
              </a:cxn>
              <a:cxn ang="0">
                <a:pos x="connsiteX26233" y="connsiteY26233"/>
              </a:cxn>
              <a:cxn ang="0">
                <a:pos x="connsiteX26234" y="connsiteY26234"/>
              </a:cxn>
              <a:cxn ang="0">
                <a:pos x="connsiteX26235" y="connsiteY26235"/>
              </a:cxn>
              <a:cxn ang="0">
                <a:pos x="connsiteX26236" y="connsiteY26236"/>
              </a:cxn>
              <a:cxn ang="0">
                <a:pos x="connsiteX26237" y="connsiteY26237"/>
              </a:cxn>
              <a:cxn ang="0">
                <a:pos x="connsiteX26238" y="connsiteY26238"/>
              </a:cxn>
              <a:cxn ang="0">
                <a:pos x="connsiteX26239" y="connsiteY26239"/>
              </a:cxn>
              <a:cxn ang="0">
                <a:pos x="connsiteX26240" y="connsiteY26240"/>
              </a:cxn>
              <a:cxn ang="0">
                <a:pos x="connsiteX26241" y="connsiteY26241"/>
              </a:cxn>
              <a:cxn ang="0">
                <a:pos x="connsiteX26242" y="connsiteY26242"/>
              </a:cxn>
              <a:cxn ang="0">
                <a:pos x="connsiteX26243" y="connsiteY26243"/>
              </a:cxn>
              <a:cxn ang="0">
                <a:pos x="connsiteX26244" y="connsiteY26244"/>
              </a:cxn>
              <a:cxn ang="0">
                <a:pos x="connsiteX26245" y="connsiteY26245"/>
              </a:cxn>
              <a:cxn ang="0">
                <a:pos x="connsiteX26246" y="connsiteY26246"/>
              </a:cxn>
              <a:cxn ang="0">
                <a:pos x="connsiteX26247" y="connsiteY26247"/>
              </a:cxn>
              <a:cxn ang="0">
                <a:pos x="connsiteX26248" y="connsiteY26248"/>
              </a:cxn>
              <a:cxn ang="0">
                <a:pos x="connsiteX26249" y="connsiteY26249"/>
              </a:cxn>
              <a:cxn ang="0">
                <a:pos x="connsiteX26250" y="connsiteY26250"/>
              </a:cxn>
              <a:cxn ang="0">
                <a:pos x="connsiteX26251" y="connsiteY26251"/>
              </a:cxn>
              <a:cxn ang="0">
                <a:pos x="connsiteX26252" y="connsiteY26252"/>
              </a:cxn>
              <a:cxn ang="0">
                <a:pos x="connsiteX26253" y="connsiteY26253"/>
              </a:cxn>
              <a:cxn ang="0">
                <a:pos x="connsiteX26254" y="connsiteY26254"/>
              </a:cxn>
              <a:cxn ang="0">
                <a:pos x="connsiteX26255" y="connsiteY26255"/>
              </a:cxn>
              <a:cxn ang="0">
                <a:pos x="connsiteX26256" y="connsiteY26256"/>
              </a:cxn>
              <a:cxn ang="0">
                <a:pos x="connsiteX26257" y="connsiteY26257"/>
              </a:cxn>
              <a:cxn ang="0">
                <a:pos x="connsiteX26258" y="connsiteY26258"/>
              </a:cxn>
              <a:cxn ang="0">
                <a:pos x="connsiteX26259" y="connsiteY26259"/>
              </a:cxn>
              <a:cxn ang="0">
                <a:pos x="connsiteX26260" y="connsiteY26260"/>
              </a:cxn>
              <a:cxn ang="0">
                <a:pos x="connsiteX26261" y="connsiteY26261"/>
              </a:cxn>
              <a:cxn ang="0">
                <a:pos x="connsiteX26262" y="connsiteY26262"/>
              </a:cxn>
              <a:cxn ang="0">
                <a:pos x="connsiteX26263" y="connsiteY26263"/>
              </a:cxn>
              <a:cxn ang="0">
                <a:pos x="connsiteX26264" y="connsiteY26264"/>
              </a:cxn>
              <a:cxn ang="0">
                <a:pos x="connsiteX26265" y="connsiteY26265"/>
              </a:cxn>
              <a:cxn ang="0">
                <a:pos x="connsiteX26266" y="connsiteY26266"/>
              </a:cxn>
              <a:cxn ang="0">
                <a:pos x="connsiteX26267" y="connsiteY26267"/>
              </a:cxn>
              <a:cxn ang="0">
                <a:pos x="connsiteX26268" y="connsiteY26268"/>
              </a:cxn>
              <a:cxn ang="0">
                <a:pos x="connsiteX26269" y="connsiteY26269"/>
              </a:cxn>
              <a:cxn ang="0">
                <a:pos x="connsiteX26270" y="connsiteY26270"/>
              </a:cxn>
              <a:cxn ang="0">
                <a:pos x="connsiteX26271" y="connsiteY26271"/>
              </a:cxn>
              <a:cxn ang="0">
                <a:pos x="connsiteX26272" y="connsiteY26272"/>
              </a:cxn>
              <a:cxn ang="0">
                <a:pos x="connsiteX26273" y="connsiteY26273"/>
              </a:cxn>
              <a:cxn ang="0">
                <a:pos x="connsiteX26274" y="connsiteY26274"/>
              </a:cxn>
              <a:cxn ang="0">
                <a:pos x="connsiteX26275" y="connsiteY26275"/>
              </a:cxn>
              <a:cxn ang="0">
                <a:pos x="connsiteX26276" y="connsiteY26276"/>
              </a:cxn>
              <a:cxn ang="0">
                <a:pos x="connsiteX26277" y="connsiteY26277"/>
              </a:cxn>
              <a:cxn ang="0">
                <a:pos x="connsiteX26278" y="connsiteY26278"/>
              </a:cxn>
              <a:cxn ang="0">
                <a:pos x="connsiteX26279" y="connsiteY26279"/>
              </a:cxn>
              <a:cxn ang="0">
                <a:pos x="connsiteX26280" y="connsiteY26280"/>
              </a:cxn>
              <a:cxn ang="0">
                <a:pos x="connsiteX26281" y="connsiteY26281"/>
              </a:cxn>
              <a:cxn ang="0">
                <a:pos x="connsiteX26282" y="connsiteY26282"/>
              </a:cxn>
              <a:cxn ang="0">
                <a:pos x="connsiteX26283" y="connsiteY26283"/>
              </a:cxn>
              <a:cxn ang="0">
                <a:pos x="connsiteX26284" y="connsiteY26284"/>
              </a:cxn>
              <a:cxn ang="0">
                <a:pos x="connsiteX26285" y="connsiteY26285"/>
              </a:cxn>
              <a:cxn ang="0">
                <a:pos x="connsiteX26286" y="connsiteY26286"/>
              </a:cxn>
              <a:cxn ang="0">
                <a:pos x="connsiteX26287" y="connsiteY26287"/>
              </a:cxn>
              <a:cxn ang="0">
                <a:pos x="connsiteX26288" y="connsiteY26288"/>
              </a:cxn>
              <a:cxn ang="0">
                <a:pos x="connsiteX26289" y="connsiteY26289"/>
              </a:cxn>
              <a:cxn ang="0">
                <a:pos x="connsiteX26290" y="connsiteY26290"/>
              </a:cxn>
              <a:cxn ang="0">
                <a:pos x="connsiteX26291" y="connsiteY26291"/>
              </a:cxn>
              <a:cxn ang="0">
                <a:pos x="connsiteX26292" y="connsiteY26292"/>
              </a:cxn>
              <a:cxn ang="0">
                <a:pos x="connsiteX26293" y="connsiteY26293"/>
              </a:cxn>
              <a:cxn ang="0">
                <a:pos x="connsiteX26294" y="connsiteY26294"/>
              </a:cxn>
              <a:cxn ang="0">
                <a:pos x="connsiteX26295" y="connsiteY26295"/>
              </a:cxn>
              <a:cxn ang="0">
                <a:pos x="connsiteX26296" y="connsiteY26296"/>
              </a:cxn>
              <a:cxn ang="0">
                <a:pos x="connsiteX26297" y="connsiteY26297"/>
              </a:cxn>
              <a:cxn ang="0">
                <a:pos x="connsiteX26298" y="connsiteY26298"/>
              </a:cxn>
              <a:cxn ang="0">
                <a:pos x="connsiteX26299" y="connsiteY26299"/>
              </a:cxn>
              <a:cxn ang="0">
                <a:pos x="connsiteX26300" y="connsiteY26300"/>
              </a:cxn>
              <a:cxn ang="0">
                <a:pos x="connsiteX26301" y="connsiteY26301"/>
              </a:cxn>
              <a:cxn ang="0">
                <a:pos x="connsiteX26302" y="connsiteY26302"/>
              </a:cxn>
              <a:cxn ang="0">
                <a:pos x="connsiteX26303" y="connsiteY26303"/>
              </a:cxn>
              <a:cxn ang="0">
                <a:pos x="connsiteX26304" y="connsiteY26304"/>
              </a:cxn>
              <a:cxn ang="0">
                <a:pos x="connsiteX26305" y="connsiteY26305"/>
              </a:cxn>
              <a:cxn ang="0">
                <a:pos x="connsiteX26306" y="connsiteY26306"/>
              </a:cxn>
              <a:cxn ang="0">
                <a:pos x="connsiteX26307" y="connsiteY26307"/>
              </a:cxn>
              <a:cxn ang="0">
                <a:pos x="connsiteX26308" y="connsiteY26308"/>
              </a:cxn>
              <a:cxn ang="0">
                <a:pos x="connsiteX26309" y="connsiteY26309"/>
              </a:cxn>
              <a:cxn ang="0">
                <a:pos x="connsiteX26310" y="connsiteY26310"/>
              </a:cxn>
              <a:cxn ang="0">
                <a:pos x="connsiteX26311" y="connsiteY26311"/>
              </a:cxn>
              <a:cxn ang="0">
                <a:pos x="connsiteX26312" y="connsiteY26312"/>
              </a:cxn>
              <a:cxn ang="0">
                <a:pos x="connsiteX26313" y="connsiteY26313"/>
              </a:cxn>
              <a:cxn ang="0">
                <a:pos x="connsiteX26314" y="connsiteY26314"/>
              </a:cxn>
              <a:cxn ang="0">
                <a:pos x="connsiteX26315" y="connsiteY26315"/>
              </a:cxn>
              <a:cxn ang="0">
                <a:pos x="connsiteX26316" y="connsiteY26316"/>
              </a:cxn>
              <a:cxn ang="0">
                <a:pos x="connsiteX26317" y="connsiteY26317"/>
              </a:cxn>
              <a:cxn ang="0">
                <a:pos x="connsiteX26318" y="connsiteY26318"/>
              </a:cxn>
              <a:cxn ang="0">
                <a:pos x="connsiteX26319" y="connsiteY26319"/>
              </a:cxn>
              <a:cxn ang="0">
                <a:pos x="connsiteX26320" y="connsiteY26320"/>
              </a:cxn>
              <a:cxn ang="0">
                <a:pos x="connsiteX26321" y="connsiteY26321"/>
              </a:cxn>
              <a:cxn ang="0">
                <a:pos x="connsiteX26322" y="connsiteY26322"/>
              </a:cxn>
              <a:cxn ang="0">
                <a:pos x="connsiteX26323" y="connsiteY26323"/>
              </a:cxn>
              <a:cxn ang="0">
                <a:pos x="connsiteX26324" y="connsiteY26324"/>
              </a:cxn>
              <a:cxn ang="0">
                <a:pos x="connsiteX26325" y="connsiteY26325"/>
              </a:cxn>
              <a:cxn ang="0">
                <a:pos x="connsiteX26326" y="connsiteY26326"/>
              </a:cxn>
              <a:cxn ang="0">
                <a:pos x="connsiteX26327" y="connsiteY26327"/>
              </a:cxn>
              <a:cxn ang="0">
                <a:pos x="connsiteX26328" y="connsiteY26328"/>
              </a:cxn>
              <a:cxn ang="0">
                <a:pos x="connsiteX26329" y="connsiteY26329"/>
              </a:cxn>
              <a:cxn ang="0">
                <a:pos x="connsiteX26330" y="connsiteY26330"/>
              </a:cxn>
              <a:cxn ang="0">
                <a:pos x="connsiteX26331" y="connsiteY26331"/>
              </a:cxn>
              <a:cxn ang="0">
                <a:pos x="connsiteX26332" y="connsiteY26332"/>
              </a:cxn>
              <a:cxn ang="0">
                <a:pos x="connsiteX26333" y="connsiteY26333"/>
              </a:cxn>
              <a:cxn ang="0">
                <a:pos x="connsiteX26334" y="connsiteY26334"/>
              </a:cxn>
              <a:cxn ang="0">
                <a:pos x="connsiteX26335" y="connsiteY26335"/>
              </a:cxn>
              <a:cxn ang="0">
                <a:pos x="connsiteX26336" y="connsiteY26336"/>
              </a:cxn>
              <a:cxn ang="0">
                <a:pos x="connsiteX26337" y="connsiteY26337"/>
              </a:cxn>
              <a:cxn ang="0">
                <a:pos x="connsiteX26338" y="connsiteY26338"/>
              </a:cxn>
              <a:cxn ang="0">
                <a:pos x="connsiteX26339" y="connsiteY26339"/>
              </a:cxn>
              <a:cxn ang="0">
                <a:pos x="connsiteX26340" y="connsiteY26340"/>
              </a:cxn>
              <a:cxn ang="0">
                <a:pos x="connsiteX26341" y="connsiteY26341"/>
              </a:cxn>
              <a:cxn ang="0">
                <a:pos x="connsiteX26342" y="connsiteY26342"/>
              </a:cxn>
              <a:cxn ang="0">
                <a:pos x="connsiteX26343" y="connsiteY26343"/>
              </a:cxn>
              <a:cxn ang="0">
                <a:pos x="connsiteX26344" y="connsiteY26344"/>
              </a:cxn>
              <a:cxn ang="0">
                <a:pos x="connsiteX26345" y="connsiteY26345"/>
              </a:cxn>
              <a:cxn ang="0">
                <a:pos x="connsiteX26346" y="connsiteY26346"/>
              </a:cxn>
              <a:cxn ang="0">
                <a:pos x="connsiteX26347" y="connsiteY26347"/>
              </a:cxn>
              <a:cxn ang="0">
                <a:pos x="connsiteX26348" y="connsiteY26348"/>
              </a:cxn>
              <a:cxn ang="0">
                <a:pos x="connsiteX26349" y="connsiteY26349"/>
              </a:cxn>
              <a:cxn ang="0">
                <a:pos x="connsiteX26350" y="connsiteY26350"/>
              </a:cxn>
              <a:cxn ang="0">
                <a:pos x="connsiteX26351" y="connsiteY26351"/>
              </a:cxn>
              <a:cxn ang="0">
                <a:pos x="connsiteX26352" y="connsiteY26352"/>
              </a:cxn>
              <a:cxn ang="0">
                <a:pos x="connsiteX26353" y="connsiteY26353"/>
              </a:cxn>
              <a:cxn ang="0">
                <a:pos x="connsiteX26354" y="connsiteY26354"/>
              </a:cxn>
              <a:cxn ang="0">
                <a:pos x="connsiteX26355" y="connsiteY26355"/>
              </a:cxn>
              <a:cxn ang="0">
                <a:pos x="connsiteX26356" y="connsiteY26356"/>
              </a:cxn>
              <a:cxn ang="0">
                <a:pos x="connsiteX26357" y="connsiteY26357"/>
              </a:cxn>
              <a:cxn ang="0">
                <a:pos x="connsiteX26358" y="connsiteY26358"/>
              </a:cxn>
              <a:cxn ang="0">
                <a:pos x="connsiteX26359" y="connsiteY26359"/>
              </a:cxn>
              <a:cxn ang="0">
                <a:pos x="connsiteX26360" y="connsiteY26360"/>
              </a:cxn>
              <a:cxn ang="0">
                <a:pos x="connsiteX26361" y="connsiteY26361"/>
              </a:cxn>
              <a:cxn ang="0">
                <a:pos x="connsiteX26362" y="connsiteY26362"/>
              </a:cxn>
              <a:cxn ang="0">
                <a:pos x="connsiteX26363" y="connsiteY26363"/>
              </a:cxn>
              <a:cxn ang="0">
                <a:pos x="connsiteX26364" y="connsiteY26364"/>
              </a:cxn>
              <a:cxn ang="0">
                <a:pos x="connsiteX26365" y="connsiteY26365"/>
              </a:cxn>
              <a:cxn ang="0">
                <a:pos x="connsiteX26366" y="connsiteY26366"/>
              </a:cxn>
              <a:cxn ang="0">
                <a:pos x="connsiteX26367" y="connsiteY26367"/>
              </a:cxn>
              <a:cxn ang="0">
                <a:pos x="connsiteX26368" y="connsiteY26368"/>
              </a:cxn>
              <a:cxn ang="0">
                <a:pos x="connsiteX26369" y="connsiteY26369"/>
              </a:cxn>
              <a:cxn ang="0">
                <a:pos x="connsiteX26370" y="connsiteY26370"/>
              </a:cxn>
              <a:cxn ang="0">
                <a:pos x="connsiteX26371" y="connsiteY26371"/>
              </a:cxn>
              <a:cxn ang="0">
                <a:pos x="connsiteX26372" y="connsiteY26372"/>
              </a:cxn>
              <a:cxn ang="0">
                <a:pos x="connsiteX26373" y="connsiteY26373"/>
              </a:cxn>
              <a:cxn ang="0">
                <a:pos x="connsiteX26374" y="connsiteY26374"/>
              </a:cxn>
              <a:cxn ang="0">
                <a:pos x="connsiteX26375" y="connsiteY26375"/>
              </a:cxn>
              <a:cxn ang="0">
                <a:pos x="connsiteX26376" y="connsiteY26376"/>
              </a:cxn>
              <a:cxn ang="0">
                <a:pos x="connsiteX26377" y="connsiteY26377"/>
              </a:cxn>
              <a:cxn ang="0">
                <a:pos x="connsiteX26378" y="connsiteY26378"/>
              </a:cxn>
              <a:cxn ang="0">
                <a:pos x="connsiteX26379" y="connsiteY26379"/>
              </a:cxn>
              <a:cxn ang="0">
                <a:pos x="connsiteX26380" y="connsiteY26380"/>
              </a:cxn>
              <a:cxn ang="0">
                <a:pos x="connsiteX26381" y="connsiteY26381"/>
              </a:cxn>
              <a:cxn ang="0">
                <a:pos x="connsiteX26382" y="connsiteY26382"/>
              </a:cxn>
              <a:cxn ang="0">
                <a:pos x="connsiteX26383" y="connsiteY26383"/>
              </a:cxn>
              <a:cxn ang="0">
                <a:pos x="connsiteX26384" y="connsiteY26384"/>
              </a:cxn>
              <a:cxn ang="0">
                <a:pos x="connsiteX26385" y="connsiteY26385"/>
              </a:cxn>
              <a:cxn ang="0">
                <a:pos x="connsiteX26386" y="connsiteY26386"/>
              </a:cxn>
              <a:cxn ang="0">
                <a:pos x="connsiteX26387" y="connsiteY26387"/>
              </a:cxn>
              <a:cxn ang="0">
                <a:pos x="connsiteX26388" y="connsiteY26388"/>
              </a:cxn>
              <a:cxn ang="0">
                <a:pos x="connsiteX26389" y="connsiteY26389"/>
              </a:cxn>
              <a:cxn ang="0">
                <a:pos x="connsiteX26390" y="connsiteY26390"/>
              </a:cxn>
              <a:cxn ang="0">
                <a:pos x="connsiteX26391" y="connsiteY26391"/>
              </a:cxn>
              <a:cxn ang="0">
                <a:pos x="connsiteX26392" y="connsiteY26392"/>
              </a:cxn>
              <a:cxn ang="0">
                <a:pos x="connsiteX26393" y="connsiteY26393"/>
              </a:cxn>
              <a:cxn ang="0">
                <a:pos x="connsiteX26394" y="connsiteY26394"/>
              </a:cxn>
              <a:cxn ang="0">
                <a:pos x="connsiteX26395" y="connsiteY26395"/>
              </a:cxn>
              <a:cxn ang="0">
                <a:pos x="connsiteX26396" y="connsiteY26396"/>
              </a:cxn>
              <a:cxn ang="0">
                <a:pos x="connsiteX26397" y="connsiteY26397"/>
              </a:cxn>
              <a:cxn ang="0">
                <a:pos x="connsiteX26398" y="connsiteY26398"/>
              </a:cxn>
              <a:cxn ang="0">
                <a:pos x="connsiteX26399" y="connsiteY26399"/>
              </a:cxn>
              <a:cxn ang="0">
                <a:pos x="connsiteX26400" y="connsiteY26400"/>
              </a:cxn>
              <a:cxn ang="0">
                <a:pos x="connsiteX26401" y="connsiteY26401"/>
              </a:cxn>
              <a:cxn ang="0">
                <a:pos x="connsiteX26402" y="connsiteY26402"/>
              </a:cxn>
              <a:cxn ang="0">
                <a:pos x="connsiteX26403" y="connsiteY26403"/>
              </a:cxn>
              <a:cxn ang="0">
                <a:pos x="connsiteX26404" y="connsiteY26404"/>
              </a:cxn>
              <a:cxn ang="0">
                <a:pos x="connsiteX26405" y="connsiteY26405"/>
              </a:cxn>
              <a:cxn ang="0">
                <a:pos x="connsiteX26406" y="connsiteY26406"/>
              </a:cxn>
              <a:cxn ang="0">
                <a:pos x="connsiteX26407" y="connsiteY26407"/>
              </a:cxn>
              <a:cxn ang="0">
                <a:pos x="connsiteX26408" y="connsiteY26408"/>
              </a:cxn>
              <a:cxn ang="0">
                <a:pos x="connsiteX26409" y="connsiteY26409"/>
              </a:cxn>
              <a:cxn ang="0">
                <a:pos x="connsiteX26410" y="connsiteY26410"/>
              </a:cxn>
              <a:cxn ang="0">
                <a:pos x="connsiteX26411" y="connsiteY26411"/>
              </a:cxn>
              <a:cxn ang="0">
                <a:pos x="connsiteX26412" y="connsiteY26412"/>
              </a:cxn>
              <a:cxn ang="0">
                <a:pos x="connsiteX26413" y="connsiteY26413"/>
              </a:cxn>
              <a:cxn ang="0">
                <a:pos x="connsiteX26414" y="connsiteY26414"/>
              </a:cxn>
              <a:cxn ang="0">
                <a:pos x="connsiteX26415" y="connsiteY26415"/>
              </a:cxn>
              <a:cxn ang="0">
                <a:pos x="connsiteX26416" y="connsiteY26416"/>
              </a:cxn>
              <a:cxn ang="0">
                <a:pos x="connsiteX26417" y="connsiteY26417"/>
              </a:cxn>
              <a:cxn ang="0">
                <a:pos x="connsiteX26418" y="connsiteY26418"/>
              </a:cxn>
              <a:cxn ang="0">
                <a:pos x="connsiteX26419" y="connsiteY26419"/>
              </a:cxn>
              <a:cxn ang="0">
                <a:pos x="connsiteX26420" y="connsiteY26420"/>
              </a:cxn>
              <a:cxn ang="0">
                <a:pos x="connsiteX26421" y="connsiteY26421"/>
              </a:cxn>
              <a:cxn ang="0">
                <a:pos x="connsiteX26422" y="connsiteY26422"/>
              </a:cxn>
              <a:cxn ang="0">
                <a:pos x="connsiteX26423" y="connsiteY26423"/>
              </a:cxn>
              <a:cxn ang="0">
                <a:pos x="connsiteX26424" y="connsiteY26424"/>
              </a:cxn>
              <a:cxn ang="0">
                <a:pos x="connsiteX26425" y="connsiteY26425"/>
              </a:cxn>
              <a:cxn ang="0">
                <a:pos x="connsiteX26426" y="connsiteY26426"/>
              </a:cxn>
              <a:cxn ang="0">
                <a:pos x="connsiteX26427" y="connsiteY26427"/>
              </a:cxn>
              <a:cxn ang="0">
                <a:pos x="connsiteX26428" y="connsiteY26428"/>
              </a:cxn>
              <a:cxn ang="0">
                <a:pos x="connsiteX26429" y="connsiteY26429"/>
              </a:cxn>
              <a:cxn ang="0">
                <a:pos x="connsiteX26430" y="connsiteY26430"/>
              </a:cxn>
              <a:cxn ang="0">
                <a:pos x="connsiteX26431" y="connsiteY26431"/>
              </a:cxn>
              <a:cxn ang="0">
                <a:pos x="connsiteX26432" y="connsiteY26432"/>
              </a:cxn>
              <a:cxn ang="0">
                <a:pos x="connsiteX26433" y="connsiteY26433"/>
              </a:cxn>
              <a:cxn ang="0">
                <a:pos x="connsiteX26434" y="connsiteY26434"/>
              </a:cxn>
              <a:cxn ang="0">
                <a:pos x="connsiteX26435" y="connsiteY26435"/>
              </a:cxn>
              <a:cxn ang="0">
                <a:pos x="connsiteX26436" y="connsiteY26436"/>
              </a:cxn>
              <a:cxn ang="0">
                <a:pos x="connsiteX26437" y="connsiteY26437"/>
              </a:cxn>
              <a:cxn ang="0">
                <a:pos x="connsiteX26438" y="connsiteY26438"/>
              </a:cxn>
              <a:cxn ang="0">
                <a:pos x="connsiteX26439" y="connsiteY26439"/>
              </a:cxn>
              <a:cxn ang="0">
                <a:pos x="connsiteX26440" y="connsiteY26440"/>
              </a:cxn>
              <a:cxn ang="0">
                <a:pos x="connsiteX26441" y="connsiteY26441"/>
              </a:cxn>
              <a:cxn ang="0">
                <a:pos x="connsiteX26442" y="connsiteY26442"/>
              </a:cxn>
              <a:cxn ang="0">
                <a:pos x="connsiteX26443" y="connsiteY26443"/>
              </a:cxn>
              <a:cxn ang="0">
                <a:pos x="connsiteX26444" y="connsiteY26444"/>
              </a:cxn>
              <a:cxn ang="0">
                <a:pos x="connsiteX26445" y="connsiteY26445"/>
              </a:cxn>
              <a:cxn ang="0">
                <a:pos x="connsiteX26446" y="connsiteY26446"/>
              </a:cxn>
              <a:cxn ang="0">
                <a:pos x="connsiteX26447" y="connsiteY26447"/>
              </a:cxn>
              <a:cxn ang="0">
                <a:pos x="connsiteX26448" y="connsiteY26448"/>
              </a:cxn>
              <a:cxn ang="0">
                <a:pos x="connsiteX26449" y="connsiteY26449"/>
              </a:cxn>
              <a:cxn ang="0">
                <a:pos x="connsiteX26450" y="connsiteY26450"/>
              </a:cxn>
              <a:cxn ang="0">
                <a:pos x="connsiteX26451" y="connsiteY26451"/>
              </a:cxn>
              <a:cxn ang="0">
                <a:pos x="connsiteX26452" y="connsiteY26452"/>
              </a:cxn>
              <a:cxn ang="0">
                <a:pos x="connsiteX26453" y="connsiteY26453"/>
              </a:cxn>
              <a:cxn ang="0">
                <a:pos x="connsiteX26454" y="connsiteY26454"/>
              </a:cxn>
              <a:cxn ang="0">
                <a:pos x="connsiteX26455" y="connsiteY26455"/>
              </a:cxn>
              <a:cxn ang="0">
                <a:pos x="connsiteX26456" y="connsiteY26456"/>
              </a:cxn>
              <a:cxn ang="0">
                <a:pos x="connsiteX26457" y="connsiteY26457"/>
              </a:cxn>
              <a:cxn ang="0">
                <a:pos x="connsiteX26458" y="connsiteY26458"/>
              </a:cxn>
              <a:cxn ang="0">
                <a:pos x="connsiteX26459" y="connsiteY26459"/>
              </a:cxn>
              <a:cxn ang="0">
                <a:pos x="connsiteX26460" y="connsiteY26460"/>
              </a:cxn>
              <a:cxn ang="0">
                <a:pos x="connsiteX26461" y="connsiteY26461"/>
              </a:cxn>
              <a:cxn ang="0">
                <a:pos x="connsiteX26462" y="connsiteY26462"/>
              </a:cxn>
              <a:cxn ang="0">
                <a:pos x="connsiteX26463" y="connsiteY26463"/>
              </a:cxn>
              <a:cxn ang="0">
                <a:pos x="connsiteX26464" y="connsiteY26464"/>
              </a:cxn>
              <a:cxn ang="0">
                <a:pos x="connsiteX26465" y="connsiteY26465"/>
              </a:cxn>
              <a:cxn ang="0">
                <a:pos x="connsiteX26466" y="connsiteY26466"/>
              </a:cxn>
              <a:cxn ang="0">
                <a:pos x="connsiteX26467" y="connsiteY26467"/>
              </a:cxn>
              <a:cxn ang="0">
                <a:pos x="connsiteX26468" y="connsiteY26468"/>
              </a:cxn>
              <a:cxn ang="0">
                <a:pos x="connsiteX26469" y="connsiteY26469"/>
              </a:cxn>
              <a:cxn ang="0">
                <a:pos x="connsiteX26470" y="connsiteY26470"/>
              </a:cxn>
              <a:cxn ang="0">
                <a:pos x="connsiteX26471" y="connsiteY26471"/>
              </a:cxn>
              <a:cxn ang="0">
                <a:pos x="connsiteX26472" y="connsiteY26472"/>
              </a:cxn>
              <a:cxn ang="0">
                <a:pos x="connsiteX26473" y="connsiteY26473"/>
              </a:cxn>
              <a:cxn ang="0">
                <a:pos x="connsiteX26474" y="connsiteY26474"/>
              </a:cxn>
              <a:cxn ang="0">
                <a:pos x="connsiteX26475" y="connsiteY26475"/>
              </a:cxn>
              <a:cxn ang="0">
                <a:pos x="connsiteX26476" y="connsiteY26476"/>
              </a:cxn>
              <a:cxn ang="0">
                <a:pos x="connsiteX26477" y="connsiteY26477"/>
              </a:cxn>
              <a:cxn ang="0">
                <a:pos x="connsiteX26478" y="connsiteY26478"/>
              </a:cxn>
              <a:cxn ang="0">
                <a:pos x="connsiteX26479" y="connsiteY26479"/>
              </a:cxn>
              <a:cxn ang="0">
                <a:pos x="connsiteX26480" y="connsiteY26480"/>
              </a:cxn>
              <a:cxn ang="0">
                <a:pos x="connsiteX26481" y="connsiteY26481"/>
              </a:cxn>
              <a:cxn ang="0">
                <a:pos x="connsiteX26482" y="connsiteY26482"/>
              </a:cxn>
              <a:cxn ang="0">
                <a:pos x="connsiteX26483" y="connsiteY26483"/>
              </a:cxn>
              <a:cxn ang="0">
                <a:pos x="connsiteX26484" y="connsiteY26484"/>
              </a:cxn>
              <a:cxn ang="0">
                <a:pos x="connsiteX26485" y="connsiteY26485"/>
              </a:cxn>
              <a:cxn ang="0">
                <a:pos x="connsiteX26486" y="connsiteY26486"/>
              </a:cxn>
              <a:cxn ang="0">
                <a:pos x="connsiteX26487" y="connsiteY26487"/>
              </a:cxn>
              <a:cxn ang="0">
                <a:pos x="connsiteX26488" y="connsiteY26488"/>
              </a:cxn>
              <a:cxn ang="0">
                <a:pos x="connsiteX26489" y="connsiteY26489"/>
              </a:cxn>
              <a:cxn ang="0">
                <a:pos x="connsiteX26490" y="connsiteY26490"/>
              </a:cxn>
              <a:cxn ang="0">
                <a:pos x="connsiteX26491" y="connsiteY26491"/>
              </a:cxn>
              <a:cxn ang="0">
                <a:pos x="connsiteX26492" y="connsiteY26492"/>
              </a:cxn>
              <a:cxn ang="0">
                <a:pos x="connsiteX26493" y="connsiteY26493"/>
              </a:cxn>
              <a:cxn ang="0">
                <a:pos x="connsiteX26494" y="connsiteY26494"/>
              </a:cxn>
              <a:cxn ang="0">
                <a:pos x="connsiteX26495" y="connsiteY26495"/>
              </a:cxn>
              <a:cxn ang="0">
                <a:pos x="connsiteX26496" y="connsiteY26496"/>
              </a:cxn>
              <a:cxn ang="0">
                <a:pos x="connsiteX26497" y="connsiteY26497"/>
              </a:cxn>
              <a:cxn ang="0">
                <a:pos x="connsiteX26498" y="connsiteY26498"/>
              </a:cxn>
              <a:cxn ang="0">
                <a:pos x="connsiteX26499" y="connsiteY26499"/>
              </a:cxn>
              <a:cxn ang="0">
                <a:pos x="connsiteX26500" y="connsiteY26500"/>
              </a:cxn>
              <a:cxn ang="0">
                <a:pos x="connsiteX26501" y="connsiteY26501"/>
              </a:cxn>
              <a:cxn ang="0">
                <a:pos x="connsiteX26502" y="connsiteY26502"/>
              </a:cxn>
              <a:cxn ang="0">
                <a:pos x="connsiteX26503" y="connsiteY26503"/>
              </a:cxn>
              <a:cxn ang="0">
                <a:pos x="connsiteX26504" y="connsiteY26504"/>
              </a:cxn>
              <a:cxn ang="0">
                <a:pos x="connsiteX26505" y="connsiteY26505"/>
              </a:cxn>
              <a:cxn ang="0">
                <a:pos x="connsiteX26506" y="connsiteY26506"/>
              </a:cxn>
              <a:cxn ang="0">
                <a:pos x="connsiteX26507" y="connsiteY26507"/>
              </a:cxn>
              <a:cxn ang="0">
                <a:pos x="connsiteX26508" y="connsiteY26508"/>
              </a:cxn>
              <a:cxn ang="0">
                <a:pos x="connsiteX26509" y="connsiteY26509"/>
              </a:cxn>
              <a:cxn ang="0">
                <a:pos x="connsiteX26510" y="connsiteY26510"/>
              </a:cxn>
              <a:cxn ang="0">
                <a:pos x="connsiteX26511" y="connsiteY26511"/>
              </a:cxn>
              <a:cxn ang="0">
                <a:pos x="connsiteX26512" y="connsiteY26512"/>
              </a:cxn>
              <a:cxn ang="0">
                <a:pos x="connsiteX26513" y="connsiteY26513"/>
              </a:cxn>
              <a:cxn ang="0">
                <a:pos x="connsiteX26514" y="connsiteY26514"/>
              </a:cxn>
              <a:cxn ang="0">
                <a:pos x="connsiteX26515" y="connsiteY26515"/>
              </a:cxn>
              <a:cxn ang="0">
                <a:pos x="connsiteX26516" y="connsiteY26516"/>
              </a:cxn>
              <a:cxn ang="0">
                <a:pos x="connsiteX26517" y="connsiteY26517"/>
              </a:cxn>
              <a:cxn ang="0">
                <a:pos x="connsiteX26518" y="connsiteY26518"/>
              </a:cxn>
              <a:cxn ang="0">
                <a:pos x="connsiteX26519" y="connsiteY26519"/>
              </a:cxn>
              <a:cxn ang="0">
                <a:pos x="connsiteX26520" y="connsiteY26520"/>
              </a:cxn>
              <a:cxn ang="0">
                <a:pos x="connsiteX26521" y="connsiteY26521"/>
              </a:cxn>
              <a:cxn ang="0">
                <a:pos x="connsiteX26522" y="connsiteY26522"/>
              </a:cxn>
              <a:cxn ang="0">
                <a:pos x="connsiteX26523" y="connsiteY26523"/>
              </a:cxn>
              <a:cxn ang="0">
                <a:pos x="connsiteX26524" y="connsiteY26524"/>
              </a:cxn>
              <a:cxn ang="0">
                <a:pos x="connsiteX26525" y="connsiteY26525"/>
              </a:cxn>
              <a:cxn ang="0">
                <a:pos x="connsiteX26526" y="connsiteY26526"/>
              </a:cxn>
              <a:cxn ang="0">
                <a:pos x="connsiteX26527" y="connsiteY26527"/>
              </a:cxn>
              <a:cxn ang="0">
                <a:pos x="connsiteX26528" y="connsiteY26528"/>
              </a:cxn>
              <a:cxn ang="0">
                <a:pos x="connsiteX26529" y="connsiteY26529"/>
              </a:cxn>
              <a:cxn ang="0">
                <a:pos x="connsiteX26530" y="connsiteY26530"/>
              </a:cxn>
              <a:cxn ang="0">
                <a:pos x="connsiteX26531" y="connsiteY26531"/>
              </a:cxn>
              <a:cxn ang="0">
                <a:pos x="connsiteX26532" y="connsiteY26532"/>
              </a:cxn>
              <a:cxn ang="0">
                <a:pos x="connsiteX26533" y="connsiteY26533"/>
              </a:cxn>
              <a:cxn ang="0">
                <a:pos x="connsiteX26534" y="connsiteY26534"/>
              </a:cxn>
              <a:cxn ang="0">
                <a:pos x="connsiteX26535" y="connsiteY26535"/>
              </a:cxn>
              <a:cxn ang="0">
                <a:pos x="connsiteX26536" y="connsiteY26536"/>
              </a:cxn>
              <a:cxn ang="0">
                <a:pos x="connsiteX26537" y="connsiteY26537"/>
              </a:cxn>
              <a:cxn ang="0">
                <a:pos x="connsiteX26538" y="connsiteY26538"/>
              </a:cxn>
              <a:cxn ang="0">
                <a:pos x="connsiteX26539" y="connsiteY26539"/>
              </a:cxn>
              <a:cxn ang="0">
                <a:pos x="connsiteX26540" y="connsiteY26540"/>
              </a:cxn>
              <a:cxn ang="0">
                <a:pos x="connsiteX26541" y="connsiteY26541"/>
              </a:cxn>
              <a:cxn ang="0">
                <a:pos x="connsiteX26542" y="connsiteY26542"/>
              </a:cxn>
              <a:cxn ang="0">
                <a:pos x="connsiteX26543" y="connsiteY26543"/>
              </a:cxn>
              <a:cxn ang="0">
                <a:pos x="connsiteX26544" y="connsiteY26544"/>
              </a:cxn>
              <a:cxn ang="0">
                <a:pos x="connsiteX26545" y="connsiteY26545"/>
              </a:cxn>
              <a:cxn ang="0">
                <a:pos x="connsiteX26546" y="connsiteY26546"/>
              </a:cxn>
              <a:cxn ang="0">
                <a:pos x="connsiteX26547" y="connsiteY26547"/>
              </a:cxn>
              <a:cxn ang="0">
                <a:pos x="connsiteX26548" y="connsiteY26548"/>
              </a:cxn>
              <a:cxn ang="0">
                <a:pos x="connsiteX26549" y="connsiteY26549"/>
              </a:cxn>
              <a:cxn ang="0">
                <a:pos x="connsiteX26550" y="connsiteY26550"/>
              </a:cxn>
              <a:cxn ang="0">
                <a:pos x="connsiteX26551" y="connsiteY26551"/>
              </a:cxn>
              <a:cxn ang="0">
                <a:pos x="connsiteX26552" y="connsiteY26552"/>
              </a:cxn>
              <a:cxn ang="0">
                <a:pos x="connsiteX26553" y="connsiteY26553"/>
              </a:cxn>
              <a:cxn ang="0">
                <a:pos x="connsiteX26554" y="connsiteY26554"/>
              </a:cxn>
              <a:cxn ang="0">
                <a:pos x="connsiteX26555" y="connsiteY26555"/>
              </a:cxn>
              <a:cxn ang="0">
                <a:pos x="connsiteX26556" y="connsiteY26556"/>
              </a:cxn>
              <a:cxn ang="0">
                <a:pos x="connsiteX26557" y="connsiteY26557"/>
              </a:cxn>
              <a:cxn ang="0">
                <a:pos x="connsiteX26558" y="connsiteY26558"/>
              </a:cxn>
              <a:cxn ang="0">
                <a:pos x="connsiteX26559" y="connsiteY26559"/>
              </a:cxn>
              <a:cxn ang="0">
                <a:pos x="connsiteX26560" y="connsiteY26560"/>
              </a:cxn>
              <a:cxn ang="0">
                <a:pos x="connsiteX26561" y="connsiteY26561"/>
              </a:cxn>
              <a:cxn ang="0">
                <a:pos x="connsiteX26562" y="connsiteY26562"/>
              </a:cxn>
              <a:cxn ang="0">
                <a:pos x="connsiteX26563" y="connsiteY26563"/>
              </a:cxn>
              <a:cxn ang="0">
                <a:pos x="connsiteX26564" y="connsiteY26564"/>
              </a:cxn>
              <a:cxn ang="0">
                <a:pos x="connsiteX26565" y="connsiteY26565"/>
              </a:cxn>
              <a:cxn ang="0">
                <a:pos x="connsiteX26566" y="connsiteY26566"/>
              </a:cxn>
              <a:cxn ang="0">
                <a:pos x="connsiteX26567" y="connsiteY26567"/>
              </a:cxn>
              <a:cxn ang="0">
                <a:pos x="connsiteX26568" y="connsiteY26568"/>
              </a:cxn>
              <a:cxn ang="0">
                <a:pos x="connsiteX26569" y="connsiteY26569"/>
              </a:cxn>
              <a:cxn ang="0">
                <a:pos x="connsiteX26570" y="connsiteY26570"/>
              </a:cxn>
              <a:cxn ang="0">
                <a:pos x="connsiteX26571" y="connsiteY26571"/>
              </a:cxn>
              <a:cxn ang="0">
                <a:pos x="connsiteX26572" y="connsiteY26572"/>
              </a:cxn>
              <a:cxn ang="0">
                <a:pos x="connsiteX26573" y="connsiteY26573"/>
              </a:cxn>
              <a:cxn ang="0">
                <a:pos x="connsiteX26574" y="connsiteY26574"/>
              </a:cxn>
              <a:cxn ang="0">
                <a:pos x="connsiteX26575" y="connsiteY26575"/>
              </a:cxn>
              <a:cxn ang="0">
                <a:pos x="connsiteX26576" y="connsiteY26576"/>
              </a:cxn>
              <a:cxn ang="0">
                <a:pos x="connsiteX26577" y="connsiteY26577"/>
              </a:cxn>
              <a:cxn ang="0">
                <a:pos x="connsiteX26578" y="connsiteY26578"/>
              </a:cxn>
              <a:cxn ang="0">
                <a:pos x="connsiteX26579" y="connsiteY26579"/>
              </a:cxn>
              <a:cxn ang="0">
                <a:pos x="connsiteX26580" y="connsiteY26580"/>
              </a:cxn>
              <a:cxn ang="0">
                <a:pos x="connsiteX26581" y="connsiteY26581"/>
              </a:cxn>
              <a:cxn ang="0">
                <a:pos x="connsiteX26582" y="connsiteY26582"/>
              </a:cxn>
              <a:cxn ang="0">
                <a:pos x="connsiteX26583" y="connsiteY26583"/>
              </a:cxn>
              <a:cxn ang="0">
                <a:pos x="connsiteX26584" y="connsiteY26584"/>
              </a:cxn>
              <a:cxn ang="0">
                <a:pos x="connsiteX26585" y="connsiteY26585"/>
              </a:cxn>
              <a:cxn ang="0">
                <a:pos x="connsiteX26586" y="connsiteY26586"/>
              </a:cxn>
              <a:cxn ang="0">
                <a:pos x="connsiteX26587" y="connsiteY26587"/>
              </a:cxn>
              <a:cxn ang="0">
                <a:pos x="connsiteX26588" y="connsiteY26588"/>
              </a:cxn>
              <a:cxn ang="0">
                <a:pos x="connsiteX26589" y="connsiteY26589"/>
              </a:cxn>
              <a:cxn ang="0">
                <a:pos x="connsiteX26590" y="connsiteY26590"/>
              </a:cxn>
              <a:cxn ang="0">
                <a:pos x="connsiteX26591" y="connsiteY26591"/>
              </a:cxn>
              <a:cxn ang="0">
                <a:pos x="connsiteX26592" y="connsiteY26592"/>
              </a:cxn>
              <a:cxn ang="0">
                <a:pos x="connsiteX26593" y="connsiteY26593"/>
              </a:cxn>
              <a:cxn ang="0">
                <a:pos x="connsiteX26594" y="connsiteY26594"/>
              </a:cxn>
              <a:cxn ang="0">
                <a:pos x="connsiteX26595" y="connsiteY26595"/>
              </a:cxn>
              <a:cxn ang="0">
                <a:pos x="connsiteX26596" y="connsiteY26596"/>
              </a:cxn>
              <a:cxn ang="0">
                <a:pos x="connsiteX26597" y="connsiteY26597"/>
              </a:cxn>
              <a:cxn ang="0">
                <a:pos x="connsiteX26598" y="connsiteY26598"/>
              </a:cxn>
              <a:cxn ang="0">
                <a:pos x="connsiteX26599" y="connsiteY26599"/>
              </a:cxn>
              <a:cxn ang="0">
                <a:pos x="connsiteX26600" y="connsiteY26600"/>
              </a:cxn>
              <a:cxn ang="0">
                <a:pos x="connsiteX26601" y="connsiteY26601"/>
              </a:cxn>
              <a:cxn ang="0">
                <a:pos x="connsiteX26602" y="connsiteY26602"/>
              </a:cxn>
              <a:cxn ang="0">
                <a:pos x="connsiteX26603" y="connsiteY26603"/>
              </a:cxn>
              <a:cxn ang="0">
                <a:pos x="connsiteX26604" y="connsiteY26604"/>
              </a:cxn>
              <a:cxn ang="0">
                <a:pos x="connsiteX26605" y="connsiteY26605"/>
              </a:cxn>
              <a:cxn ang="0">
                <a:pos x="connsiteX26606" y="connsiteY26606"/>
              </a:cxn>
              <a:cxn ang="0">
                <a:pos x="connsiteX26607" y="connsiteY26607"/>
              </a:cxn>
              <a:cxn ang="0">
                <a:pos x="connsiteX26608" y="connsiteY26608"/>
              </a:cxn>
              <a:cxn ang="0">
                <a:pos x="connsiteX26609" y="connsiteY26609"/>
              </a:cxn>
              <a:cxn ang="0">
                <a:pos x="connsiteX26610" y="connsiteY26610"/>
              </a:cxn>
              <a:cxn ang="0">
                <a:pos x="connsiteX26611" y="connsiteY26611"/>
              </a:cxn>
              <a:cxn ang="0">
                <a:pos x="connsiteX26612" y="connsiteY26612"/>
              </a:cxn>
              <a:cxn ang="0">
                <a:pos x="connsiteX26613" y="connsiteY26613"/>
              </a:cxn>
              <a:cxn ang="0">
                <a:pos x="connsiteX26614" y="connsiteY26614"/>
              </a:cxn>
              <a:cxn ang="0">
                <a:pos x="connsiteX26615" y="connsiteY26615"/>
              </a:cxn>
              <a:cxn ang="0">
                <a:pos x="connsiteX26616" y="connsiteY26616"/>
              </a:cxn>
              <a:cxn ang="0">
                <a:pos x="connsiteX26617" y="connsiteY26617"/>
              </a:cxn>
              <a:cxn ang="0">
                <a:pos x="connsiteX26618" y="connsiteY26618"/>
              </a:cxn>
              <a:cxn ang="0">
                <a:pos x="connsiteX26619" y="connsiteY26619"/>
              </a:cxn>
              <a:cxn ang="0">
                <a:pos x="connsiteX26620" y="connsiteY26620"/>
              </a:cxn>
              <a:cxn ang="0">
                <a:pos x="connsiteX26621" y="connsiteY26621"/>
              </a:cxn>
              <a:cxn ang="0">
                <a:pos x="connsiteX26622" y="connsiteY26622"/>
              </a:cxn>
              <a:cxn ang="0">
                <a:pos x="connsiteX26623" y="connsiteY26623"/>
              </a:cxn>
              <a:cxn ang="0">
                <a:pos x="connsiteX26624" y="connsiteY26624"/>
              </a:cxn>
              <a:cxn ang="0">
                <a:pos x="connsiteX26625" y="connsiteY26625"/>
              </a:cxn>
              <a:cxn ang="0">
                <a:pos x="connsiteX26626" y="connsiteY26626"/>
              </a:cxn>
              <a:cxn ang="0">
                <a:pos x="connsiteX26627" y="connsiteY26627"/>
              </a:cxn>
              <a:cxn ang="0">
                <a:pos x="connsiteX26628" y="connsiteY26628"/>
              </a:cxn>
              <a:cxn ang="0">
                <a:pos x="connsiteX26629" y="connsiteY26629"/>
              </a:cxn>
              <a:cxn ang="0">
                <a:pos x="connsiteX26630" y="connsiteY26630"/>
              </a:cxn>
              <a:cxn ang="0">
                <a:pos x="connsiteX26631" y="connsiteY26631"/>
              </a:cxn>
              <a:cxn ang="0">
                <a:pos x="connsiteX26632" y="connsiteY26632"/>
              </a:cxn>
              <a:cxn ang="0">
                <a:pos x="connsiteX26633" y="connsiteY26633"/>
              </a:cxn>
              <a:cxn ang="0">
                <a:pos x="connsiteX26634" y="connsiteY26634"/>
              </a:cxn>
              <a:cxn ang="0">
                <a:pos x="connsiteX26635" y="connsiteY26635"/>
              </a:cxn>
              <a:cxn ang="0">
                <a:pos x="connsiteX26636" y="connsiteY26636"/>
              </a:cxn>
              <a:cxn ang="0">
                <a:pos x="connsiteX26637" y="connsiteY26637"/>
              </a:cxn>
              <a:cxn ang="0">
                <a:pos x="connsiteX26638" y="connsiteY26638"/>
              </a:cxn>
              <a:cxn ang="0">
                <a:pos x="connsiteX26639" y="connsiteY26639"/>
              </a:cxn>
              <a:cxn ang="0">
                <a:pos x="connsiteX26640" y="connsiteY26640"/>
              </a:cxn>
              <a:cxn ang="0">
                <a:pos x="connsiteX26641" y="connsiteY26641"/>
              </a:cxn>
              <a:cxn ang="0">
                <a:pos x="connsiteX26642" y="connsiteY26642"/>
              </a:cxn>
              <a:cxn ang="0">
                <a:pos x="connsiteX26643" y="connsiteY26643"/>
              </a:cxn>
              <a:cxn ang="0">
                <a:pos x="connsiteX26644" y="connsiteY26644"/>
              </a:cxn>
              <a:cxn ang="0">
                <a:pos x="connsiteX26645" y="connsiteY26645"/>
              </a:cxn>
              <a:cxn ang="0">
                <a:pos x="connsiteX26646" y="connsiteY26646"/>
              </a:cxn>
              <a:cxn ang="0">
                <a:pos x="connsiteX26647" y="connsiteY26647"/>
              </a:cxn>
              <a:cxn ang="0">
                <a:pos x="connsiteX26648" y="connsiteY26648"/>
              </a:cxn>
              <a:cxn ang="0">
                <a:pos x="connsiteX26649" y="connsiteY26649"/>
              </a:cxn>
              <a:cxn ang="0">
                <a:pos x="connsiteX26650" y="connsiteY26650"/>
              </a:cxn>
              <a:cxn ang="0">
                <a:pos x="connsiteX26651" y="connsiteY26651"/>
              </a:cxn>
              <a:cxn ang="0">
                <a:pos x="connsiteX26652" y="connsiteY26652"/>
              </a:cxn>
              <a:cxn ang="0">
                <a:pos x="connsiteX26653" y="connsiteY26653"/>
              </a:cxn>
              <a:cxn ang="0">
                <a:pos x="connsiteX26654" y="connsiteY26654"/>
              </a:cxn>
              <a:cxn ang="0">
                <a:pos x="connsiteX26655" y="connsiteY26655"/>
              </a:cxn>
              <a:cxn ang="0">
                <a:pos x="connsiteX26656" y="connsiteY26656"/>
              </a:cxn>
              <a:cxn ang="0">
                <a:pos x="connsiteX26657" y="connsiteY26657"/>
              </a:cxn>
              <a:cxn ang="0">
                <a:pos x="connsiteX26658" y="connsiteY26658"/>
              </a:cxn>
              <a:cxn ang="0">
                <a:pos x="connsiteX26659" y="connsiteY26659"/>
              </a:cxn>
              <a:cxn ang="0">
                <a:pos x="connsiteX26660" y="connsiteY26660"/>
              </a:cxn>
              <a:cxn ang="0">
                <a:pos x="connsiteX26661" y="connsiteY26661"/>
              </a:cxn>
              <a:cxn ang="0">
                <a:pos x="connsiteX26662" y="connsiteY26662"/>
              </a:cxn>
              <a:cxn ang="0">
                <a:pos x="connsiteX26663" y="connsiteY26663"/>
              </a:cxn>
              <a:cxn ang="0">
                <a:pos x="connsiteX26664" y="connsiteY26664"/>
              </a:cxn>
              <a:cxn ang="0">
                <a:pos x="connsiteX26665" y="connsiteY26665"/>
              </a:cxn>
              <a:cxn ang="0">
                <a:pos x="connsiteX26666" y="connsiteY26666"/>
              </a:cxn>
              <a:cxn ang="0">
                <a:pos x="connsiteX26667" y="connsiteY26667"/>
              </a:cxn>
              <a:cxn ang="0">
                <a:pos x="connsiteX26668" y="connsiteY26668"/>
              </a:cxn>
              <a:cxn ang="0">
                <a:pos x="connsiteX26669" y="connsiteY26669"/>
              </a:cxn>
              <a:cxn ang="0">
                <a:pos x="connsiteX26670" y="connsiteY26670"/>
              </a:cxn>
              <a:cxn ang="0">
                <a:pos x="connsiteX26671" y="connsiteY26671"/>
              </a:cxn>
              <a:cxn ang="0">
                <a:pos x="connsiteX26672" y="connsiteY26672"/>
              </a:cxn>
              <a:cxn ang="0">
                <a:pos x="connsiteX26673" y="connsiteY26673"/>
              </a:cxn>
              <a:cxn ang="0">
                <a:pos x="connsiteX26674" y="connsiteY26674"/>
              </a:cxn>
              <a:cxn ang="0">
                <a:pos x="connsiteX26675" y="connsiteY26675"/>
              </a:cxn>
              <a:cxn ang="0">
                <a:pos x="connsiteX26676" y="connsiteY26676"/>
              </a:cxn>
              <a:cxn ang="0">
                <a:pos x="connsiteX26677" y="connsiteY26677"/>
              </a:cxn>
              <a:cxn ang="0">
                <a:pos x="connsiteX26678" y="connsiteY26678"/>
              </a:cxn>
              <a:cxn ang="0">
                <a:pos x="connsiteX26679" y="connsiteY26679"/>
              </a:cxn>
              <a:cxn ang="0">
                <a:pos x="connsiteX26680" y="connsiteY26680"/>
              </a:cxn>
              <a:cxn ang="0">
                <a:pos x="connsiteX26681" y="connsiteY26681"/>
              </a:cxn>
              <a:cxn ang="0">
                <a:pos x="connsiteX26682" y="connsiteY26682"/>
              </a:cxn>
              <a:cxn ang="0">
                <a:pos x="connsiteX26683" y="connsiteY26683"/>
              </a:cxn>
              <a:cxn ang="0">
                <a:pos x="connsiteX26684" y="connsiteY26684"/>
              </a:cxn>
              <a:cxn ang="0">
                <a:pos x="connsiteX26685" y="connsiteY26685"/>
              </a:cxn>
              <a:cxn ang="0">
                <a:pos x="connsiteX26686" y="connsiteY26686"/>
              </a:cxn>
              <a:cxn ang="0">
                <a:pos x="connsiteX26687" y="connsiteY26687"/>
              </a:cxn>
              <a:cxn ang="0">
                <a:pos x="connsiteX26688" y="connsiteY26688"/>
              </a:cxn>
              <a:cxn ang="0">
                <a:pos x="connsiteX26689" y="connsiteY26689"/>
              </a:cxn>
              <a:cxn ang="0">
                <a:pos x="connsiteX26690" y="connsiteY26690"/>
              </a:cxn>
              <a:cxn ang="0">
                <a:pos x="connsiteX26691" y="connsiteY26691"/>
              </a:cxn>
              <a:cxn ang="0">
                <a:pos x="connsiteX26692" y="connsiteY26692"/>
              </a:cxn>
              <a:cxn ang="0">
                <a:pos x="connsiteX26693" y="connsiteY26693"/>
              </a:cxn>
              <a:cxn ang="0">
                <a:pos x="connsiteX26694" y="connsiteY26694"/>
              </a:cxn>
              <a:cxn ang="0">
                <a:pos x="connsiteX26695" y="connsiteY26695"/>
              </a:cxn>
              <a:cxn ang="0">
                <a:pos x="connsiteX26696" y="connsiteY26696"/>
              </a:cxn>
              <a:cxn ang="0">
                <a:pos x="connsiteX26697" y="connsiteY26697"/>
              </a:cxn>
              <a:cxn ang="0">
                <a:pos x="connsiteX26698" y="connsiteY26698"/>
              </a:cxn>
              <a:cxn ang="0">
                <a:pos x="connsiteX26699" y="connsiteY26699"/>
              </a:cxn>
              <a:cxn ang="0">
                <a:pos x="connsiteX26700" y="connsiteY26700"/>
              </a:cxn>
              <a:cxn ang="0">
                <a:pos x="connsiteX26701" y="connsiteY26701"/>
              </a:cxn>
              <a:cxn ang="0">
                <a:pos x="connsiteX26702" y="connsiteY26702"/>
              </a:cxn>
              <a:cxn ang="0">
                <a:pos x="connsiteX26703" y="connsiteY26703"/>
              </a:cxn>
              <a:cxn ang="0">
                <a:pos x="connsiteX26704" y="connsiteY26704"/>
              </a:cxn>
              <a:cxn ang="0">
                <a:pos x="connsiteX26705" y="connsiteY26705"/>
              </a:cxn>
              <a:cxn ang="0">
                <a:pos x="connsiteX26706" y="connsiteY26706"/>
              </a:cxn>
              <a:cxn ang="0">
                <a:pos x="connsiteX26707" y="connsiteY26707"/>
              </a:cxn>
              <a:cxn ang="0">
                <a:pos x="connsiteX26708" y="connsiteY26708"/>
              </a:cxn>
              <a:cxn ang="0">
                <a:pos x="connsiteX26709" y="connsiteY26709"/>
              </a:cxn>
              <a:cxn ang="0">
                <a:pos x="connsiteX26710" y="connsiteY26710"/>
              </a:cxn>
              <a:cxn ang="0">
                <a:pos x="connsiteX26711" y="connsiteY26711"/>
              </a:cxn>
              <a:cxn ang="0">
                <a:pos x="connsiteX26712" y="connsiteY26712"/>
              </a:cxn>
              <a:cxn ang="0">
                <a:pos x="connsiteX26713" y="connsiteY26713"/>
              </a:cxn>
              <a:cxn ang="0">
                <a:pos x="connsiteX26714" y="connsiteY26714"/>
              </a:cxn>
              <a:cxn ang="0">
                <a:pos x="connsiteX26715" y="connsiteY26715"/>
              </a:cxn>
              <a:cxn ang="0">
                <a:pos x="connsiteX26716" y="connsiteY26716"/>
              </a:cxn>
              <a:cxn ang="0">
                <a:pos x="connsiteX26717" y="connsiteY26717"/>
              </a:cxn>
              <a:cxn ang="0">
                <a:pos x="connsiteX26718" y="connsiteY26718"/>
              </a:cxn>
              <a:cxn ang="0">
                <a:pos x="connsiteX26719" y="connsiteY26719"/>
              </a:cxn>
              <a:cxn ang="0">
                <a:pos x="connsiteX26720" y="connsiteY26720"/>
              </a:cxn>
              <a:cxn ang="0">
                <a:pos x="connsiteX26721" y="connsiteY26721"/>
              </a:cxn>
              <a:cxn ang="0">
                <a:pos x="connsiteX26722" y="connsiteY26722"/>
              </a:cxn>
              <a:cxn ang="0">
                <a:pos x="connsiteX26723" y="connsiteY26723"/>
              </a:cxn>
              <a:cxn ang="0">
                <a:pos x="connsiteX26724" y="connsiteY26724"/>
              </a:cxn>
              <a:cxn ang="0">
                <a:pos x="connsiteX26725" y="connsiteY26725"/>
              </a:cxn>
              <a:cxn ang="0">
                <a:pos x="connsiteX26726" y="connsiteY26726"/>
              </a:cxn>
              <a:cxn ang="0">
                <a:pos x="connsiteX26727" y="connsiteY26727"/>
              </a:cxn>
              <a:cxn ang="0">
                <a:pos x="connsiteX26728" y="connsiteY26728"/>
              </a:cxn>
              <a:cxn ang="0">
                <a:pos x="connsiteX26729" y="connsiteY26729"/>
              </a:cxn>
              <a:cxn ang="0">
                <a:pos x="connsiteX26730" y="connsiteY26730"/>
              </a:cxn>
              <a:cxn ang="0">
                <a:pos x="connsiteX26731" y="connsiteY26731"/>
              </a:cxn>
              <a:cxn ang="0">
                <a:pos x="connsiteX26732" y="connsiteY26732"/>
              </a:cxn>
              <a:cxn ang="0">
                <a:pos x="connsiteX26733" y="connsiteY26733"/>
              </a:cxn>
              <a:cxn ang="0">
                <a:pos x="connsiteX26734" y="connsiteY26734"/>
              </a:cxn>
              <a:cxn ang="0">
                <a:pos x="connsiteX26735" y="connsiteY26735"/>
              </a:cxn>
              <a:cxn ang="0">
                <a:pos x="connsiteX26736" y="connsiteY26736"/>
              </a:cxn>
              <a:cxn ang="0">
                <a:pos x="connsiteX26737" y="connsiteY26737"/>
              </a:cxn>
              <a:cxn ang="0">
                <a:pos x="connsiteX26738" y="connsiteY26738"/>
              </a:cxn>
              <a:cxn ang="0">
                <a:pos x="connsiteX26739" y="connsiteY26739"/>
              </a:cxn>
              <a:cxn ang="0">
                <a:pos x="connsiteX26740" y="connsiteY26740"/>
              </a:cxn>
              <a:cxn ang="0">
                <a:pos x="connsiteX26741" y="connsiteY26741"/>
              </a:cxn>
              <a:cxn ang="0">
                <a:pos x="connsiteX26742" y="connsiteY26742"/>
              </a:cxn>
              <a:cxn ang="0">
                <a:pos x="connsiteX26743" y="connsiteY26743"/>
              </a:cxn>
              <a:cxn ang="0">
                <a:pos x="connsiteX26744" y="connsiteY26744"/>
              </a:cxn>
              <a:cxn ang="0">
                <a:pos x="connsiteX26745" y="connsiteY26745"/>
              </a:cxn>
              <a:cxn ang="0">
                <a:pos x="connsiteX26746" y="connsiteY26746"/>
              </a:cxn>
              <a:cxn ang="0">
                <a:pos x="connsiteX26747" y="connsiteY26747"/>
              </a:cxn>
              <a:cxn ang="0">
                <a:pos x="connsiteX26748" y="connsiteY26748"/>
              </a:cxn>
              <a:cxn ang="0">
                <a:pos x="connsiteX26749" y="connsiteY26749"/>
              </a:cxn>
              <a:cxn ang="0">
                <a:pos x="connsiteX26750" y="connsiteY26750"/>
              </a:cxn>
              <a:cxn ang="0">
                <a:pos x="connsiteX26751" y="connsiteY26751"/>
              </a:cxn>
              <a:cxn ang="0">
                <a:pos x="connsiteX26752" y="connsiteY26752"/>
              </a:cxn>
              <a:cxn ang="0">
                <a:pos x="connsiteX26753" y="connsiteY26753"/>
              </a:cxn>
              <a:cxn ang="0">
                <a:pos x="connsiteX26754" y="connsiteY26754"/>
              </a:cxn>
              <a:cxn ang="0">
                <a:pos x="connsiteX26755" y="connsiteY26755"/>
              </a:cxn>
              <a:cxn ang="0">
                <a:pos x="connsiteX26756" y="connsiteY26756"/>
              </a:cxn>
              <a:cxn ang="0">
                <a:pos x="connsiteX26757" y="connsiteY26757"/>
              </a:cxn>
              <a:cxn ang="0">
                <a:pos x="connsiteX26758" y="connsiteY26758"/>
              </a:cxn>
              <a:cxn ang="0">
                <a:pos x="connsiteX26759" y="connsiteY26759"/>
              </a:cxn>
              <a:cxn ang="0">
                <a:pos x="connsiteX26760" y="connsiteY26760"/>
              </a:cxn>
              <a:cxn ang="0">
                <a:pos x="connsiteX26761" y="connsiteY26761"/>
              </a:cxn>
              <a:cxn ang="0">
                <a:pos x="connsiteX26762" y="connsiteY26762"/>
              </a:cxn>
              <a:cxn ang="0">
                <a:pos x="connsiteX26763" y="connsiteY26763"/>
              </a:cxn>
              <a:cxn ang="0">
                <a:pos x="connsiteX26764" y="connsiteY26764"/>
              </a:cxn>
              <a:cxn ang="0">
                <a:pos x="connsiteX26765" y="connsiteY26765"/>
              </a:cxn>
              <a:cxn ang="0">
                <a:pos x="connsiteX26766" y="connsiteY26766"/>
              </a:cxn>
              <a:cxn ang="0">
                <a:pos x="connsiteX26767" y="connsiteY26767"/>
              </a:cxn>
              <a:cxn ang="0">
                <a:pos x="connsiteX26768" y="connsiteY26768"/>
              </a:cxn>
              <a:cxn ang="0">
                <a:pos x="connsiteX26769" y="connsiteY26769"/>
              </a:cxn>
              <a:cxn ang="0">
                <a:pos x="connsiteX26770" y="connsiteY26770"/>
              </a:cxn>
              <a:cxn ang="0">
                <a:pos x="connsiteX26771" y="connsiteY26771"/>
              </a:cxn>
              <a:cxn ang="0">
                <a:pos x="connsiteX26772" y="connsiteY26772"/>
              </a:cxn>
              <a:cxn ang="0">
                <a:pos x="connsiteX26773" y="connsiteY26773"/>
              </a:cxn>
              <a:cxn ang="0">
                <a:pos x="connsiteX26774" y="connsiteY26774"/>
              </a:cxn>
              <a:cxn ang="0">
                <a:pos x="connsiteX26775" y="connsiteY26775"/>
              </a:cxn>
              <a:cxn ang="0">
                <a:pos x="connsiteX26776" y="connsiteY26776"/>
              </a:cxn>
              <a:cxn ang="0">
                <a:pos x="connsiteX26777" y="connsiteY26777"/>
              </a:cxn>
              <a:cxn ang="0">
                <a:pos x="connsiteX26778" y="connsiteY26778"/>
              </a:cxn>
              <a:cxn ang="0">
                <a:pos x="connsiteX26779" y="connsiteY26779"/>
              </a:cxn>
              <a:cxn ang="0">
                <a:pos x="connsiteX26780" y="connsiteY26780"/>
              </a:cxn>
              <a:cxn ang="0">
                <a:pos x="connsiteX26781" y="connsiteY26781"/>
              </a:cxn>
              <a:cxn ang="0">
                <a:pos x="connsiteX26782" y="connsiteY26782"/>
              </a:cxn>
              <a:cxn ang="0">
                <a:pos x="connsiteX26783" y="connsiteY26783"/>
              </a:cxn>
              <a:cxn ang="0">
                <a:pos x="connsiteX26784" y="connsiteY26784"/>
              </a:cxn>
              <a:cxn ang="0">
                <a:pos x="connsiteX26785" y="connsiteY26785"/>
              </a:cxn>
              <a:cxn ang="0">
                <a:pos x="connsiteX26786" y="connsiteY26786"/>
              </a:cxn>
              <a:cxn ang="0">
                <a:pos x="connsiteX26787" y="connsiteY26787"/>
              </a:cxn>
              <a:cxn ang="0">
                <a:pos x="connsiteX26788" y="connsiteY26788"/>
              </a:cxn>
              <a:cxn ang="0">
                <a:pos x="connsiteX26789" y="connsiteY26789"/>
              </a:cxn>
              <a:cxn ang="0">
                <a:pos x="connsiteX26790" y="connsiteY26790"/>
              </a:cxn>
              <a:cxn ang="0">
                <a:pos x="connsiteX26791" y="connsiteY26791"/>
              </a:cxn>
              <a:cxn ang="0">
                <a:pos x="connsiteX26792" y="connsiteY26792"/>
              </a:cxn>
              <a:cxn ang="0">
                <a:pos x="connsiteX26793" y="connsiteY26793"/>
              </a:cxn>
              <a:cxn ang="0">
                <a:pos x="connsiteX26794" y="connsiteY26794"/>
              </a:cxn>
              <a:cxn ang="0">
                <a:pos x="connsiteX26795" y="connsiteY26795"/>
              </a:cxn>
              <a:cxn ang="0">
                <a:pos x="connsiteX26796" y="connsiteY26796"/>
              </a:cxn>
              <a:cxn ang="0">
                <a:pos x="connsiteX26797" y="connsiteY26797"/>
              </a:cxn>
              <a:cxn ang="0">
                <a:pos x="connsiteX26798" y="connsiteY26798"/>
              </a:cxn>
              <a:cxn ang="0">
                <a:pos x="connsiteX26799" y="connsiteY26799"/>
              </a:cxn>
              <a:cxn ang="0">
                <a:pos x="connsiteX26800" y="connsiteY26800"/>
              </a:cxn>
              <a:cxn ang="0">
                <a:pos x="connsiteX26801" y="connsiteY26801"/>
              </a:cxn>
              <a:cxn ang="0">
                <a:pos x="connsiteX26802" y="connsiteY26802"/>
              </a:cxn>
              <a:cxn ang="0">
                <a:pos x="connsiteX26803" y="connsiteY26803"/>
              </a:cxn>
              <a:cxn ang="0">
                <a:pos x="connsiteX26804" y="connsiteY26804"/>
              </a:cxn>
              <a:cxn ang="0">
                <a:pos x="connsiteX26805" y="connsiteY26805"/>
              </a:cxn>
              <a:cxn ang="0">
                <a:pos x="connsiteX26806" y="connsiteY26806"/>
              </a:cxn>
              <a:cxn ang="0">
                <a:pos x="connsiteX26807" y="connsiteY26807"/>
              </a:cxn>
              <a:cxn ang="0">
                <a:pos x="connsiteX26808" y="connsiteY26808"/>
              </a:cxn>
              <a:cxn ang="0">
                <a:pos x="connsiteX26809" y="connsiteY26809"/>
              </a:cxn>
              <a:cxn ang="0">
                <a:pos x="connsiteX26810" y="connsiteY26810"/>
              </a:cxn>
              <a:cxn ang="0">
                <a:pos x="connsiteX26811" y="connsiteY26811"/>
              </a:cxn>
              <a:cxn ang="0">
                <a:pos x="connsiteX26812" y="connsiteY26812"/>
              </a:cxn>
              <a:cxn ang="0">
                <a:pos x="connsiteX26813" y="connsiteY26813"/>
              </a:cxn>
              <a:cxn ang="0">
                <a:pos x="connsiteX26814" y="connsiteY26814"/>
              </a:cxn>
              <a:cxn ang="0">
                <a:pos x="connsiteX26815" y="connsiteY26815"/>
              </a:cxn>
              <a:cxn ang="0">
                <a:pos x="connsiteX26816" y="connsiteY26816"/>
              </a:cxn>
              <a:cxn ang="0">
                <a:pos x="connsiteX26817" y="connsiteY26817"/>
              </a:cxn>
              <a:cxn ang="0">
                <a:pos x="connsiteX26818" y="connsiteY26818"/>
              </a:cxn>
              <a:cxn ang="0">
                <a:pos x="connsiteX26819" y="connsiteY26819"/>
              </a:cxn>
              <a:cxn ang="0">
                <a:pos x="connsiteX26820" y="connsiteY26820"/>
              </a:cxn>
              <a:cxn ang="0">
                <a:pos x="connsiteX26821" y="connsiteY26821"/>
              </a:cxn>
              <a:cxn ang="0">
                <a:pos x="connsiteX26822" y="connsiteY26822"/>
              </a:cxn>
              <a:cxn ang="0">
                <a:pos x="connsiteX26823" y="connsiteY26823"/>
              </a:cxn>
              <a:cxn ang="0">
                <a:pos x="connsiteX26824" y="connsiteY26824"/>
              </a:cxn>
              <a:cxn ang="0">
                <a:pos x="connsiteX26825" y="connsiteY26825"/>
              </a:cxn>
              <a:cxn ang="0">
                <a:pos x="connsiteX26826" y="connsiteY26826"/>
              </a:cxn>
              <a:cxn ang="0">
                <a:pos x="connsiteX26827" y="connsiteY26827"/>
              </a:cxn>
              <a:cxn ang="0">
                <a:pos x="connsiteX26828" y="connsiteY26828"/>
              </a:cxn>
              <a:cxn ang="0">
                <a:pos x="connsiteX26829" y="connsiteY26829"/>
              </a:cxn>
              <a:cxn ang="0">
                <a:pos x="connsiteX26830" y="connsiteY26830"/>
              </a:cxn>
              <a:cxn ang="0">
                <a:pos x="connsiteX26831" y="connsiteY26831"/>
              </a:cxn>
              <a:cxn ang="0">
                <a:pos x="connsiteX26832" y="connsiteY26832"/>
              </a:cxn>
              <a:cxn ang="0">
                <a:pos x="connsiteX26833" y="connsiteY26833"/>
              </a:cxn>
              <a:cxn ang="0">
                <a:pos x="connsiteX26834" y="connsiteY26834"/>
              </a:cxn>
              <a:cxn ang="0">
                <a:pos x="connsiteX26835" y="connsiteY26835"/>
              </a:cxn>
              <a:cxn ang="0">
                <a:pos x="connsiteX26836" y="connsiteY26836"/>
              </a:cxn>
              <a:cxn ang="0">
                <a:pos x="connsiteX26837" y="connsiteY26837"/>
              </a:cxn>
              <a:cxn ang="0">
                <a:pos x="connsiteX26838" y="connsiteY26838"/>
              </a:cxn>
              <a:cxn ang="0">
                <a:pos x="connsiteX26839" y="connsiteY26839"/>
              </a:cxn>
              <a:cxn ang="0">
                <a:pos x="connsiteX26840" y="connsiteY26840"/>
              </a:cxn>
              <a:cxn ang="0">
                <a:pos x="connsiteX26841" y="connsiteY26841"/>
              </a:cxn>
              <a:cxn ang="0">
                <a:pos x="connsiteX26842" y="connsiteY26842"/>
              </a:cxn>
              <a:cxn ang="0">
                <a:pos x="connsiteX26843" y="connsiteY26843"/>
              </a:cxn>
              <a:cxn ang="0">
                <a:pos x="connsiteX26844" y="connsiteY26844"/>
              </a:cxn>
              <a:cxn ang="0">
                <a:pos x="connsiteX26845" y="connsiteY26845"/>
              </a:cxn>
              <a:cxn ang="0">
                <a:pos x="connsiteX26846" y="connsiteY26846"/>
              </a:cxn>
              <a:cxn ang="0">
                <a:pos x="connsiteX26847" y="connsiteY26847"/>
              </a:cxn>
              <a:cxn ang="0">
                <a:pos x="connsiteX26848" y="connsiteY26848"/>
              </a:cxn>
              <a:cxn ang="0">
                <a:pos x="connsiteX26849" y="connsiteY26849"/>
              </a:cxn>
              <a:cxn ang="0">
                <a:pos x="connsiteX26850" y="connsiteY26850"/>
              </a:cxn>
              <a:cxn ang="0">
                <a:pos x="connsiteX26851" y="connsiteY26851"/>
              </a:cxn>
              <a:cxn ang="0">
                <a:pos x="connsiteX26852" y="connsiteY26852"/>
              </a:cxn>
              <a:cxn ang="0">
                <a:pos x="connsiteX26853" y="connsiteY26853"/>
              </a:cxn>
              <a:cxn ang="0">
                <a:pos x="connsiteX26854" y="connsiteY26854"/>
              </a:cxn>
              <a:cxn ang="0">
                <a:pos x="connsiteX26855" y="connsiteY26855"/>
              </a:cxn>
              <a:cxn ang="0">
                <a:pos x="connsiteX26856" y="connsiteY26856"/>
              </a:cxn>
              <a:cxn ang="0">
                <a:pos x="connsiteX26857" y="connsiteY26857"/>
              </a:cxn>
              <a:cxn ang="0">
                <a:pos x="connsiteX26858" y="connsiteY26858"/>
              </a:cxn>
              <a:cxn ang="0">
                <a:pos x="connsiteX26859" y="connsiteY26859"/>
              </a:cxn>
              <a:cxn ang="0">
                <a:pos x="connsiteX26860" y="connsiteY26860"/>
              </a:cxn>
              <a:cxn ang="0">
                <a:pos x="connsiteX26861" y="connsiteY26861"/>
              </a:cxn>
              <a:cxn ang="0">
                <a:pos x="connsiteX26862" y="connsiteY26862"/>
              </a:cxn>
              <a:cxn ang="0">
                <a:pos x="connsiteX26863" y="connsiteY26863"/>
              </a:cxn>
              <a:cxn ang="0">
                <a:pos x="connsiteX26864" y="connsiteY26864"/>
              </a:cxn>
              <a:cxn ang="0">
                <a:pos x="connsiteX26865" y="connsiteY26865"/>
              </a:cxn>
              <a:cxn ang="0">
                <a:pos x="connsiteX26866" y="connsiteY26866"/>
              </a:cxn>
              <a:cxn ang="0">
                <a:pos x="connsiteX26867" y="connsiteY26867"/>
              </a:cxn>
              <a:cxn ang="0">
                <a:pos x="connsiteX26868" y="connsiteY26868"/>
              </a:cxn>
              <a:cxn ang="0">
                <a:pos x="connsiteX26869" y="connsiteY26869"/>
              </a:cxn>
              <a:cxn ang="0">
                <a:pos x="connsiteX26870" y="connsiteY26870"/>
              </a:cxn>
              <a:cxn ang="0">
                <a:pos x="connsiteX26871" y="connsiteY26871"/>
              </a:cxn>
              <a:cxn ang="0">
                <a:pos x="connsiteX26872" y="connsiteY26872"/>
              </a:cxn>
              <a:cxn ang="0">
                <a:pos x="connsiteX26873" y="connsiteY26873"/>
              </a:cxn>
              <a:cxn ang="0">
                <a:pos x="connsiteX26874" y="connsiteY26874"/>
              </a:cxn>
              <a:cxn ang="0">
                <a:pos x="connsiteX26875" y="connsiteY26875"/>
              </a:cxn>
              <a:cxn ang="0">
                <a:pos x="connsiteX26876" y="connsiteY26876"/>
              </a:cxn>
              <a:cxn ang="0">
                <a:pos x="connsiteX26877" y="connsiteY26877"/>
              </a:cxn>
              <a:cxn ang="0">
                <a:pos x="connsiteX26878" y="connsiteY26878"/>
              </a:cxn>
              <a:cxn ang="0">
                <a:pos x="connsiteX26879" y="connsiteY26879"/>
              </a:cxn>
              <a:cxn ang="0">
                <a:pos x="connsiteX26880" y="connsiteY26880"/>
              </a:cxn>
              <a:cxn ang="0">
                <a:pos x="connsiteX26881" y="connsiteY26881"/>
              </a:cxn>
              <a:cxn ang="0">
                <a:pos x="connsiteX26882" y="connsiteY26882"/>
              </a:cxn>
              <a:cxn ang="0">
                <a:pos x="connsiteX26883" y="connsiteY26883"/>
              </a:cxn>
              <a:cxn ang="0">
                <a:pos x="connsiteX26884" y="connsiteY26884"/>
              </a:cxn>
              <a:cxn ang="0">
                <a:pos x="connsiteX26885" y="connsiteY26885"/>
              </a:cxn>
              <a:cxn ang="0">
                <a:pos x="connsiteX26886" y="connsiteY26886"/>
              </a:cxn>
              <a:cxn ang="0">
                <a:pos x="connsiteX26887" y="connsiteY26887"/>
              </a:cxn>
              <a:cxn ang="0">
                <a:pos x="connsiteX26888" y="connsiteY26888"/>
              </a:cxn>
              <a:cxn ang="0">
                <a:pos x="connsiteX26889" y="connsiteY26889"/>
              </a:cxn>
              <a:cxn ang="0">
                <a:pos x="connsiteX26890" y="connsiteY26890"/>
              </a:cxn>
              <a:cxn ang="0">
                <a:pos x="connsiteX26891" y="connsiteY26891"/>
              </a:cxn>
              <a:cxn ang="0">
                <a:pos x="connsiteX26892" y="connsiteY26892"/>
              </a:cxn>
              <a:cxn ang="0">
                <a:pos x="connsiteX26893" y="connsiteY26893"/>
              </a:cxn>
              <a:cxn ang="0">
                <a:pos x="connsiteX26894" y="connsiteY26894"/>
              </a:cxn>
              <a:cxn ang="0">
                <a:pos x="connsiteX26895" y="connsiteY26895"/>
              </a:cxn>
              <a:cxn ang="0">
                <a:pos x="connsiteX26896" y="connsiteY26896"/>
              </a:cxn>
              <a:cxn ang="0">
                <a:pos x="connsiteX26897" y="connsiteY26897"/>
              </a:cxn>
              <a:cxn ang="0">
                <a:pos x="connsiteX26898" y="connsiteY26898"/>
              </a:cxn>
              <a:cxn ang="0">
                <a:pos x="connsiteX26899" y="connsiteY26899"/>
              </a:cxn>
              <a:cxn ang="0">
                <a:pos x="connsiteX26900" y="connsiteY26900"/>
              </a:cxn>
              <a:cxn ang="0">
                <a:pos x="connsiteX26901" y="connsiteY26901"/>
              </a:cxn>
              <a:cxn ang="0">
                <a:pos x="connsiteX26902" y="connsiteY26902"/>
              </a:cxn>
              <a:cxn ang="0">
                <a:pos x="connsiteX26903" y="connsiteY26903"/>
              </a:cxn>
              <a:cxn ang="0">
                <a:pos x="connsiteX26904" y="connsiteY26904"/>
              </a:cxn>
              <a:cxn ang="0">
                <a:pos x="connsiteX26905" y="connsiteY26905"/>
              </a:cxn>
              <a:cxn ang="0">
                <a:pos x="connsiteX26906" y="connsiteY26906"/>
              </a:cxn>
              <a:cxn ang="0">
                <a:pos x="connsiteX26907" y="connsiteY26907"/>
              </a:cxn>
              <a:cxn ang="0">
                <a:pos x="connsiteX26908" y="connsiteY26908"/>
              </a:cxn>
              <a:cxn ang="0">
                <a:pos x="connsiteX26909" y="connsiteY26909"/>
              </a:cxn>
              <a:cxn ang="0">
                <a:pos x="connsiteX26910" y="connsiteY26910"/>
              </a:cxn>
              <a:cxn ang="0">
                <a:pos x="connsiteX26911" y="connsiteY26911"/>
              </a:cxn>
              <a:cxn ang="0">
                <a:pos x="connsiteX26912" y="connsiteY26912"/>
              </a:cxn>
              <a:cxn ang="0">
                <a:pos x="connsiteX26913" y="connsiteY26913"/>
              </a:cxn>
              <a:cxn ang="0">
                <a:pos x="connsiteX26914" y="connsiteY26914"/>
              </a:cxn>
              <a:cxn ang="0">
                <a:pos x="connsiteX26915" y="connsiteY26915"/>
              </a:cxn>
              <a:cxn ang="0">
                <a:pos x="connsiteX26916" y="connsiteY26916"/>
              </a:cxn>
              <a:cxn ang="0">
                <a:pos x="connsiteX26917" y="connsiteY26917"/>
              </a:cxn>
              <a:cxn ang="0">
                <a:pos x="connsiteX26918" y="connsiteY26918"/>
              </a:cxn>
              <a:cxn ang="0">
                <a:pos x="connsiteX26919" y="connsiteY26919"/>
              </a:cxn>
              <a:cxn ang="0">
                <a:pos x="connsiteX26920" y="connsiteY26920"/>
              </a:cxn>
              <a:cxn ang="0">
                <a:pos x="connsiteX26921" y="connsiteY26921"/>
              </a:cxn>
              <a:cxn ang="0">
                <a:pos x="connsiteX26922" y="connsiteY26922"/>
              </a:cxn>
              <a:cxn ang="0">
                <a:pos x="connsiteX26923" y="connsiteY26923"/>
              </a:cxn>
              <a:cxn ang="0">
                <a:pos x="connsiteX26924" y="connsiteY26924"/>
              </a:cxn>
              <a:cxn ang="0">
                <a:pos x="connsiteX26925" y="connsiteY26925"/>
              </a:cxn>
              <a:cxn ang="0">
                <a:pos x="connsiteX26926" y="connsiteY26926"/>
              </a:cxn>
              <a:cxn ang="0">
                <a:pos x="connsiteX26927" y="connsiteY26927"/>
              </a:cxn>
              <a:cxn ang="0">
                <a:pos x="connsiteX26928" y="connsiteY26928"/>
              </a:cxn>
              <a:cxn ang="0">
                <a:pos x="connsiteX26929" y="connsiteY26929"/>
              </a:cxn>
              <a:cxn ang="0">
                <a:pos x="connsiteX26930" y="connsiteY26930"/>
              </a:cxn>
              <a:cxn ang="0">
                <a:pos x="connsiteX26931" y="connsiteY26931"/>
              </a:cxn>
              <a:cxn ang="0">
                <a:pos x="connsiteX26932" y="connsiteY26932"/>
              </a:cxn>
              <a:cxn ang="0">
                <a:pos x="connsiteX26933" y="connsiteY26933"/>
              </a:cxn>
              <a:cxn ang="0">
                <a:pos x="connsiteX26934" y="connsiteY26934"/>
              </a:cxn>
              <a:cxn ang="0">
                <a:pos x="connsiteX26935" y="connsiteY26935"/>
              </a:cxn>
              <a:cxn ang="0">
                <a:pos x="connsiteX26936" y="connsiteY26936"/>
              </a:cxn>
              <a:cxn ang="0">
                <a:pos x="connsiteX26937" y="connsiteY26937"/>
              </a:cxn>
              <a:cxn ang="0">
                <a:pos x="connsiteX26938" y="connsiteY26938"/>
              </a:cxn>
              <a:cxn ang="0">
                <a:pos x="connsiteX26939" y="connsiteY26939"/>
              </a:cxn>
              <a:cxn ang="0">
                <a:pos x="connsiteX26940" y="connsiteY26940"/>
              </a:cxn>
              <a:cxn ang="0">
                <a:pos x="connsiteX26941" y="connsiteY26941"/>
              </a:cxn>
              <a:cxn ang="0">
                <a:pos x="connsiteX26942" y="connsiteY26942"/>
              </a:cxn>
              <a:cxn ang="0">
                <a:pos x="connsiteX26943" y="connsiteY26943"/>
              </a:cxn>
              <a:cxn ang="0">
                <a:pos x="connsiteX26944" y="connsiteY26944"/>
              </a:cxn>
              <a:cxn ang="0">
                <a:pos x="connsiteX26945" y="connsiteY26945"/>
              </a:cxn>
              <a:cxn ang="0">
                <a:pos x="connsiteX26946" y="connsiteY26946"/>
              </a:cxn>
              <a:cxn ang="0">
                <a:pos x="connsiteX26947" y="connsiteY26947"/>
              </a:cxn>
              <a:cxn ang="0">
                <a:pos x="connsiteX26948" y="connsiteY26948"/>
              </a:cxn>
              <a:cxn ang="0">
                <a:pos x="connsiteX26949" y="connsiteY26949"/>
              </a:cxn>
              <a:cxn ang="0">
                <a:pos x="connsiteX26950" y="connsiteY26950"/>
              </a:cxn>
              <a:cxn ang="0">
                <a:pos x="connsiteX26951" y="connsiteY26951"/>
              </a:cxn>
              <a:cxn ang="0">
                <a:pos x="connsiteX26952" y="connsiteY26952"/>
              </a:cxn>
              <a:cxn ang="0">
                <a:pos x="connsiteX26953" y="connsiteY26953"/>
              </a:cxn>
              <a:cxn ang="0">
                <a:pos x="connsiteX26954" y="connsiteY26954"/>
              </a:cxn>
              <a:cxn ang="0">
                <a:pos x="connsiteX26955" y="connsiteY26955"/>
              </a:cxn>
              <a:cxn ang="0">
                <a:pos x="connsiteX26956" y="connsiteY26956"/>
              </a:cxn>
              <a:cxn ang="0">
                <a:pos x="connsiteX26957" y="connsiteY26957"/>
              </a:cxn>
              <a:cxn ang="0">
                <a:pos x="connsiteX26958" y="connsiteY26958"/>
              </a:cxn>
              <a:cxn ang="0">
                <a:pos x="connsiteX26959" y="connsiteY26959"/>
              </a:cxn>
              <a:cxn ang="0">
                <a:pos x="connsiteX26960" y="connsiteY26960"/>
              </a:cxn>
              <a:cxn ang="0">
                <a:pos x="connsiteX26961" y="connsiteY26961"/>
              </a:cxn>
              <a:cxn ang="0">
                <a:pos x="connsiteX26962" y="connsiteY26962"/>
              </a:cxn>
              <a:cxn ang="0">
                <a:pos x="connsiteX26963" y="connsiteY26963"/>
              </a:cxn>
              <a:cxn ang="0">
                <a:pos x="connsiteX26964" y="connsiteY26964"/>
              </a:cxn>
              <a:cxn ang="0">
                <a:pos x="connsiteX26965" y="connsiteY26965"/>
              </a:cxn>
              <a:cxn ang="0">
                <a:pos x="connsiteX26966" y="connsiteY26966"/>
              </a:cxn>
              <a:cxn ang="0">
                <a:pos x="connsiteX26967" y="connsiteY26967"/>
              </a:cxn>
              <a:cxn ang="0">
                <a:pos x="connsiteX26968" y="connsiteY26968"/>
              </a:cxn>
              <a:cxn ang="0">
                <a:pos x="connsiteX26969" y="connsiteY26969"/>
              </a:cxn>
              <a:cxn ang="0">
                <a:pos x="connsiteX26970" y="connsiteY26970"/>
              </a:cxn>
              <a:cxn ang="0">
                <a:pos x="connsiteX26971" y="connsiteY26971"/>
              </a:cxn>
              <a:cxn ang="0">
                <a:pos x="connsiteX26972" y="connsiteY26972"/>
              </a:cxn>
              <a:cxn ang="0">
                <a:pos x="connsiteX26973" y="connsiteY26973"/>
              </a:cxn>
              <a:cxn ang="0">
                <a:pos x="connsiteX26974" y="connsiteY26974"/>
              </a:cxn>
              <a:cxn ang="0">
                <a:pos x="connsiteX26975" y="connsiteY26975"/>
              </a:cxn>
              <a:cxn ang="0">
                <a:pos x="connsiteX26976" y="connsiteY26976"/>
              </a:cxn>
              <a:cxn ang="0">
                <a:pos x="connsiteX26977" y="connsiteY26977"/>
              </a:cxn>
              <a:cxn ang="0">
                <a:pos x="connsiteX26978" y="connsiteY26978"/>
              </a:cxn>
              <a:cxn ang="0">
                <a:pos x="connsiteX26979" y="connsiteY26979"/>
              </a:cxn>
              <a:cxn ang="0">
                <a:pos x="connsiteX26980" y="connsiteY26980"/>
              </a:cxn>
              <a:cxn ang="0">
                <a:pos x="connsiteX26981" y="connsiteY26981"/>
              </a:cxn>
              <a:cxn ang="0">
                <a:pos x="connsiteX26982" y="connsiteY26982"/>
              </a:cxn>
              <a:cxn ang="0">
                <a:pos x="connsiteX26983" y="connsiteY26983"/>
              </a:cxn>
              <a:cxn ang="0">
                <a:pos x="connsiteX26984" y="connsiteY26984"/>
              </a:cxn>
              <a:cxn ang="0">
                <a:pos x="connsiteX26985" y="connsiteY26985"/>
              </a:cxn>
              <a:cxn ang="0">
                <a:pos x="connsiteX26986" y="connsiteY26986"/>
              </a:cxn>
              <a:cxn ang="0">
                <a:pos x="connsiteX26987" y="connsiteY26987"/>
              </a:cxn>
              <a:cxn ang="0">
                <a:pos x="connsiteX26988" y="connsiteY26988"/>
              </a:cxn>
              <a:cxn ang="0">
                <a:pos x="connsiteX26989" y="connsiteY26989"/>
              </a:cxn>
              <a:cxn ang="0">
                <a:pos x="connsiteX26990" y="connsiteY26990"/>
              </a:cxn>
              <a:cxn ang="0">
                <a:pos x="connsiteX26991" y="connsiteY26991"/>
              </a:cxn>
              <a:cxn ang="0">
                <a:pos x="connsiteX26992" y="connsiteY26992"/>
              </a:cxn>
              <a:cxn ang="0">
                <a:pos x="connsiteX26993" y="connsiteY26993"/>
              </a:cxn>
              <a:cxn ang="0">
                <a:pos x="connsiteX26994" y="connsiteY26994"/>
              </a:cxn>
              <a:cxn ang="0">
                <a:pos x="connsiteX26995" y="connsiteY26995"/>
              </a:cxn>
              <a:cxn ang="0">
                <a:pos x="connsiteX26996" y="connsiteY26996"/>
              </a:cxn>
              <a:cxn ang="0">
                <a:pos x="connsiteX26997" y="connsiteY26997"/>
              </a:cxn>
              <a:cxn ang="0">
                <a:pos x="connsiteX26998" y="connsiteY26998"/>
              </a:cxn>
              <a:cxn ang="0">
                <a:pos x="connsiteX26999" y="connsiteY26999"/>
              </a:cxn>
              <a:cxn ang="0">
                <a:pos x="connsiteX27000" y="connsiteY27000"/>
              </a:cxn>
              <a:cxn ang="0">
                <a:pos x="connsiteX27001" y="connsiteY27001"/>
              </a:cxn>
              <a:cxn ang="0">
                <a:pos x="connsiteX27002" y="connsiteY27002"/>
              </a:cxn>
              <a:cxn ang="0">
                <a:pos x="connsiteX27003" y="connsiteY27003"/>
              </a:cxn>
              <a:cxn ang="0">
                <a:pos x="connsiteX27004" y="connsiteY27004"/>
              </a:cxn>
              <a:cxn ang="0">
                <a:pos x="connsiteX27005" y="connsiteY27005"/>
              </a:cxn>
              <a:cxn ang="0">
                <a:pos x="connsiteX27006" y="connsiteY27006"/>
              </a:cxn>
              <a:cxn ang="0">
                <a:pos x="connsiteX27007" y="connsiteY27007"/>
              </a:cxn>
              <a:cxn ang="0">
                <a:pos x="connsiteX27008" y="connsiteY27008"/>
              </a:cxn>
              <a:cxn ang="0">
                <a:pos x="connsiteX27009" y="connsiteY27009"/>
              </a:cxn>
              <a:cxn ang="0">
                <a:pos x="connsiteX27010" y="connsiteY27010"/>
              </a:cxn>
              <a:cxn ang="0">
                <a:pos x="connsiteX27011" y="connsiteY27011"/>
              </a:cxn>
              <a:cxn ang="0">
                <a:pos x="connsiteX27012" y="connsiteY27012"/>
              </a:cxn>
              <a:cxn ang="0">
                <a:pos x="connsiteX27013" y="connsiteY27013"/>
              </a:cxn>
              <a:cxn ang="0">
                <a:pos x="connsiteX27014" y="connsiteY27014"/>
              </a:cxn>
              <a:cxn ang="0">
                <a:pos x="connsiteX27015" y="connsiteY27015"/>
              </a:cxn>
              <a:cxn ang="0">
                <a:pos x="connsiteX27016" y="connsiteY27016"/>
              </a:cxn>
              <a:cxn ang="0">
                <a:pos x="connsiteX27017" y="connsiteY27017"/>
              </a:cxn>
              <a:cxn ang="0">
                <a:pos x="connsiteX27018" y="connsiteY27018"/>
              </a:cxn>
              <a:cxn ang="0">
                <a:pos x="connsiteX27019" y="connsiteY27019"/>
              </a:cxn>
              <a:cxn ang="0">
                <a:pos x="connsiteX27020" y="connsiteY27020"/>
              </a:cxn>
              <a:cxn ang="0">
                <a:pos x="connsiteX27021" y="connsiteY27021"/>
              </a:cxn>
              <a:cxn ang="0">
                <a:pos x="connsiteX27022" y="connsiteY27022"/>
              </a:cxn>
              <a:cxn ang="0">
                <a:pos x="connsiteX27023" y="connsiteY27023"/>
              </a:cxn>
              <a:cxn ang="0">
                <a:pos x="connsiteX27024" y="connsiteY27024"/>
              </a:cxn>
              <a:cxn ang="0">
                <a:pos x="connsiteX27025" y="connsiteY27025"/>
              </a:cxn>
              <a:cxn ang="0">
                <a:pos x="connsiteX27026" y="connsiteY27026"/>
              </a:cxn>
              <a:cxn ang="0">
                <a:pos x="connsiteX27027" y="connsiteY27027"/>
              </a:cxn>
              <a:cxn ang="0">
                <a:pos x="connsiteX27028" y="connsiteY27028"/>
              </a:cxn>
              <a:cxn ang="0">
                <a:pos x="connsiteX27029" y="connsiteY27029"/>
              </a:cxn>
              <a:cxn ang="0">
                <a:pos x="connsiteX27030" y="connsiteY27030"/>
              </a:cxn>
              <a:cxn ang="0">
                <a:pos x="connsiteX27031" y="connsiteY27031"/>
              </a:cxn>
              <a:cxn ang="0">
                <a:pos x="connsiteX27032" y="connsiteY27032"/>
              </a:cxn>
              <a:cxn ang="0">
                <a:pos x="connsiteX27033" y="connsiteY27033"/>
              </a:cxn>
              <a:cxn ang="0">
                <a:pos x="connsiteX27034" y="connsiteY27034"/>
              </a:cxn>
              <a:cxn ang="0">
                <a:pos x="connsiteX27035" y="connsiteY27035"/>
              </a:cxn>
              <a:cxn ang="0">
                <a:pos x="connsiteX27036" y="connsiteY27036"/>
              </a:cxn>
              <a:cxn ang="0">
                <a:pos x="connsiteX27037" y="connsiteY27037"/>
              </a:cxn>
              <a:cxn ang="0">
                <a:pos x="connsiteX27038" y="connsiteY27038"/>
              </a:cxn>
              <a:cxn ang="0">
                <a:pos x="connsiteX27039" y="connsiteY27039"/>
              </a:cxn>
              <a:cxn ang="0">
                <a:pos x="connsiteX27040" y="connsiteY27040"/>
              </a:cxn>
              <a:cxn ang="0">
                <a:pos x="connsiteX27041" y="connsiteY27041"/>
              </a:cxn>
              <a:cxn ang="0">
                <a:pos x="connsiteX27042" y="connsiteY27042"/>
              </a:cxn>
              <a:cxn ang="0">
                <a:pos x="connsiteX27043" y="connsiteY27043"/>
              </a:cxn>
              <a:cxn ang="0">
                <a:pos x="connsiteX27044" y="connsiteY27044"/>
              </a:cxn>
              <a:cxn ang="0">
                <a:pos x="connsiteX27045" y="connsiteY27045"/>
              </a:cxn>
              <a:cxn ang="0">
                <a:pos x="connsiteX27046" y="connsiteY27046"/>
              </a:cxn>
              <a:cxn ang="0">
                <a:pos x="connsiteX27047" y="connsiteY27047"/>
              </a:cxn>
              <a:cxn ang="0">
                <a:pos x="connsiteX27048" y="connsiteY27048"/>
              </a:cxn>
              <a:cxn ang="0">
                <a:pos x="connsiteX27049" y="connsiteY27049"/>
              </a:cxn>
              <a:cxn ang="0">
                <a:pos x="connsiteX27050" y="connsiteY27050"/>
              </a:cxn>
              <a:cxn ang="0">
                <a:pos x="connsiteX27051" y="connsiteY27051"/>
              </a:cxn>
              <a:cxn ang="0">
                <a:pos x="connsiteX27052" y="connsiteY27052"/>
              </a:cxn>
              <a:cxn ang="0">
                <a:pos x="connsiteX27053" y="connsiteY27053"/>
              </a:cxn>
              <a:cxn ang="0">
                <a:pos x="connsiteX27054" y="connsiteY27054"/>
              </a:cxn>
              <a:cxn ang="0">
                <a:pos x="connsiteX27055" y="connsiteY27055"/>
              </a:cxn>
              <a:cxn ang="0">
                <a:pos x="connsiteX27056" y="connsiteY27056"/>
              </a:cxn>
              <a:cxn ang="0">
                <a:pos x="connsiteX27057" y="connsiteY27057"/>
              </a:cxn>
              <a:cxn ang="0">
                <a:pos x="connsiteX27058" y="connsiteY27058"/>
              </a:cxn>
              <a:cxn ang="0">
                <a:pos x="connsiteX27059" y="connsiteY27059"/>
              </a:cxn>
              <a:cxn ang="0">
                <a:pos x="connsiteX27060" y="connsiteY27060"/>
              </a:cxn>
              <a:cxn ang="0">
                <a:pos x="connsiteX27061" y="connsiteY27061"/>
              </a:cxn>
              <a:cxn ang="0">
                <a:pos x="connsiteX27062" y="connsiteY27062"/>
              </a:cxn>
              <a:cxn ang="0">
                <a:pos x="connsiteX27063" y="connsiteY27063"/>
              </a:cxn>
              <a:cxn ang="0">
                <a:pos x="connsiteX27064" y="connsiteY27064"/>
              </a:cxn>
              <a:cxn ang="0">
                <a:pos x="connsiteX27065" y="connsiteY27065"/>
              </a:cxn>
              <a:cxn ang="0">
                <a:pos x="connsiteX27066" y="connsiteY27066"/>
              </a:cxn>
              <a:cxn ang="0">
                <a:pos x="connsiteX27067" y="connsiteY27067"/>
              </a:cxn>
              <a:cxn ang="0">
                <a:pos x="connsiteX27068" y="connsiteY27068"/>
              </a:cxn>
              <a:cxn ang="0">
                <a:pos x="connsiteX27069" y="connsiteY27069"/>
              </a:cxn>
              <a:cxn ang="0">
                <a:pos x="connsiteX27070" y="connsiteY27070"/>
              </a:cxn>
              <a:cxn ang="0">
                <a:pos x="connsiteX27071" y="connsiteY27071"/>
              </a:cxn>
              <a:cxn ang="0">
                <a:pos x="connsiteX27072" y="connsiteY27072"/>
              </a:cxn>
              <a:cxn ang="0">
                <a:pos x="connsiteX27073" y="connsiteY27073"/>
              </a:cxn>
              <a:cxn ang="0">
                <a:pos x="connsiteX27074" y="connsiteY27074"/>
              </a:cxn>
              <a:cxn ang="0">
                <a:pos x="connsiteX27075" y="connsiteY27075"/>
              </a:cxn>
              <a:cxn ang="0">
                <a:pos x="connsiteX27076" y="connsiteY27076"/>
              </a:cxn>
              <a:cxn ang="0">
                <a:pos x="connsiteX27077" y="connsiteY27077"/>
              </a:cxn>
              <a:cxn ang="0">
                <a:pos x="connsiteX27078" y="connsiteY27078"/>
              </a:cxn>
              <a:cxn ang="0">
                <a:pos x="connsiteX27079" y="connsiteY27079"/>
              </a:cxn>
              <a:cxn ang="0">
                <a:pos x="connsiteX27080" y="connsiteY27080"/>
              </a:cxn>
              <a:cxn ang="0">
                <a:pos x="connsiteX27081" y="connsiteY27081"/>
              </a:cxn>
              <a:cxn ang="0">
                <a:pos x="connsiteX27082" y="connsiteY27082"/>
              </a:cxn>
              <a:cxn ang="0">
                <a:pos x="connsiteX27083" y="connsiteY27083"/>
              </a:cxn>
              <a:cxn ang="0">
                <a:pos x="connsiteX27084" y="connsiteY27084"/>
              </a:cxn>
              <a:cxn ang="0">
                <a:pos x="connsiteX27085" y="connsiteY27085"/>
              </a:cxn>
              <a:cxn ang="0">
                <a:pos x="connsiteX27086" y="connsiteY27086"/>
              </a:cxn>
              <a:cxn ang="0">
                <a:pos x="connsiteX27087" y="connsiteY27087"/>
              </a:cxn>
              <a:cxn ang="0">
                <a:pos x="connsiteX27088" y="connsiteY27088"/>
              </a:cxn>
              <a:cxn ang="0">
                <a:pos x="connsiteX27089" y="connsiteY27089"/>
              </a:cxn>
              <a:cxn ang="0">
                <a:pos x="connsiteX27090" y="connsiteY27090"/>
              </a:cxn>
              <a:cxn ang="0">
                <a:pos x="connsiteX27091" y="connsiteY27091"/>
              </a:cxn>
              <a:cxn ang="0">
                <a:pos x="connsiteX27092" y="connsiteY27092"/>
              </a:cxn>
              <a:cxn ang="0">
                <a:pos x="connsiteX27093" y="connsiteY27093"/>
              </a:cxn>
              <a:cxn ang="0">
                <a:pos x="connsiteX27094" y="connsiteY27094"/>
              </a:cxn>
              <a:cxn ang="0">
                <a:pos x="connsiteX27095" y="connsiteY27095"/>
              </a:cxn>
              <a:cxn ang="0">
                <a:pos x="connsiteX27096" y="connsiteY27096"/>
              </a:cxn>
              <a:cxn ang="0">
                <a:pos x="connsiteX27097" y="connsiteY27097"/>
              </a:cxn>
              <a:cxn ang="0">
                <a:pos x="connsiteX27098" y="connsiteY27098"/>
              </a:cxn>
              <a:cxn ang="0">
                <a:pos x="connsiteX27099" y="connsiteY27099"/>
              </a:cxn>
              <a:cxn ang="0">
                <a:pos x="connsiteX27100" y="connsiteY27100"/>
              </a:cxn>
              <a:cxn ang="0">
                <a:pos x="connsiteX27101" y="connsiteY27101"/>
              </a:cxn>
              <a:cxn ang="0">
                <a:pos x="connsiteX27102" y="connsiteY27102"/>
              </a:cxn>
              <a:cxn ang="0">
                <a:pos x="connsiteX27103" y="connsiteY27103"/>
              </a:cxn>
              <a:cxn ang="0">
                <a:pos x="connsiteX27104" y="connsiteY27104"/>
              </a:cxn>
              <a:cxn ang="0">
                <a:pos x="connsiteX27105" y="connsiteY27105"/>
              </a:cxn>
              <a:cxn ang="0">
                <a:pos x="connsiteX27106" y="connsiteY27106"/>
              </a:cxn>
              <a:cxn ang="0">
                <a:pos x="connsiteX27107" y="connsiteY27107"/>
              </a:cxn>
              <a:cxn ang="0">
                <a:pos x="connsiteX27108" y="connsiteY27108"/>
              </a:cxn>
              <a:cxn ang="0">
                <a:pos x="connsiteX27109" y="connsiteY27109"/>
              </a:cxn>
              <a:cxn ang="0">
                <a:pos x="connsiteX27110" y="connsiteY27110"/>
              </a:cxn>
              <a:cxn ang="0">
                <a:pos x="connsiteX27111" y="connsiteY27111"/>
              </a:cxn>
              <a:cxn ang="0">
                <a:pos x="connsiteX27112" y="connsiteY27112"/>
              </a:cxn>
              <a:cxn ang="0">
                <a:pos x="connsiteX27113" y="connsiteY27113"/>
              </a:cxn>
              <a:cxn ang="0">
                <a:pos x="connsiteX27114" y="connsiteY27114"/>
              </a:cxn>
              <a:cxn ang="0">
                <a:pos x="connsiteX27115" y="connsiteY27115"/>
              </a:cxn>
              <a:cxn ang="0">
                <a:pos x="connsiteX27116" y="connsiteY27116"/>
              </a:cxn>
              <a:cxn ang="0">
                <a:pos x="connsiteX27117" y="connsiteY27117"/>
              </a:cxn>
              <a:cxn ang="0">
                <a:pos x="connsiteX27118" y="connsiteY27118"/>
              </a:cxn>
              <a:cxn ang="0">
                <a:pos x="connsiteX27119" y="connsiteY27119"/>
              </a:cxn>
              <a:cxn ang="0">
                <a:pos x="connsiteX27120" y="connsiteY27120"/>
              </a:cxn>
              <a:cxn ang="0">
                <a:pos x="connsiteX27121" y="connsiteY27121"/>
              </a:cxn>
              <a:cxn ang="0">
                <a:pos x="connsiteX27122" y="connsiteY27122"/>
              </a:cxn>
              <a:cxn ang="0">
                <a:pos x="connsiteX27123" y="connsiteY27123"/>
              </a:cxn>
              <a:cxn ang="0">
                <a:pos x="connsiteX27124" y="connsiteY27124"/>
              </a:cxn>
              <a:cxn ang="0">
                <a:pos x="connsiteX27125" y="connsiteY27125"/>
              </a:cxn>
              <a:cxn ang="0">
                <a:pos x="connsiteX27126" y="connsiteY27126"/>
              </a:cxn>
              <a:cxn ang="0">
                <a:pos x="connsiteX27127" y="connsiteY27127"/>
              </a:cxn>
              <a:cxn ang="0">
                <a:pos x="connsiteX27128" y="connsiteY27128"/>
              </a:cxn>
              <a:cxn ang="0">
                <a:pos x="connsiteX27129" y="connsiteY27129"/>
              </a:cxn>
              <a:cxn ang="0">
                <a:pos x="connsiteX27130" y="connsiteY27130"/>
              </a:cxn>
              <a:cxn ang="0">
                <a:pos x="connsiteX27131" y="connsiteY27131"/>
              </a:cxn>
              <a:cxn ang="0">
                <a:pos x="connsiteX27132" y="connsiteY27132"/>
              </a:cxn>
              <a:cxn ang="0">
                <a:pos x="connsiteX27133" y="connsiteY27133"/>
              </a:cxn>
              <a:cxn ang="0">
                <a:pos x="connsiteX27134" y="connsiteY27134"/>
              </a:cxn>
              <a:cxn ang="0">
                <a:pos x="connsiteX27135" y="connsiteY27135"/>
              </a:cxn>
              <a:cxn ang="0">
                <a:pos x="connsiteX27136" y="connsiteY27136"/>
              </a:cxn>
              <a:cxn ang="0">
                <a:pos x="connsiteX27137" y="connsiteY27137"/>
              </a:cxn>
              <a:cxn ang="0">
                <a:pos x="connsiteX27138" y="connsiteY27138"/>
              </a:cxn>
              <a:cxn ang="0">
                <a:pos x="connsiteX27139" y="connsiteY27139"/>
              </a:cxn>
              <a:cxn ang="0">
                <a:pos x="connsiteX27140" y="connsiteY27140"/>
              </a:cxn>
              <a:cxn ang="0">
                <a:pos x="connsiteX27141" y="connsiteY27141"/>
              </a:cxn>
              <a:cxn ang="0">
                <a:pos x="connsiteX27142" y="connsiteY27142"/>
              </a:cxn>
              <a:cxn ang="0">
                <a:pos x="connsiteX27143" y="connsiteY27143"/>
              </a:cxn>
              <a:cxn ang="0">
                <a:pos x="connsiteX27144" y="connsiteY27144"/>
              </a:cxn>
              <a:cxn ang="0">
                <a:pos x="connsiteX27145" y="connsiteY27145"/>
              </a:cxn>
              <a:cxn ang="0">
                <a:pos x="connsiteX27146" y="connsiteY27146"/>
              </a:cxn>
              <a:cxn ang="0">
                <a:pos x="connsiteX27147" y="connsiteY27147"/>
              </a:cxn>
              <a:cxn ang="0">
                <a:pos x="connsiteX27148" y="connsiteY27148"/>
              </a:cxn>
              <a:cxn ang="0">
                <a:pos x="connsiteX27149" y="connsiteY27149"/>
              </a:cxn>
              <a:cxn ang="0">
                <a:pos x="connsiteX27150" y="connsiteY27150"/>
              </a:cxn>
              <a:cxn ang="0">
                <a:pos x="connsiteX27151" y="connsiteY27151"/>
              </a:cxn>
              <a:cxn ang="0">
                <a:pos x="connsiteX27152" y="connsiteY27152"/>
              </a:cxn>
              <a:cxn ang="0">
                <a:pos x="connsiteX27153" y="connsiteY27153"/>
              </a:cxn>
              <a:cxn ang="0">
                <a:pos x="connsiteX27154" y="connsiteY27154"/>
              </a:cxn>
              <a:cxn ang="0">
                <a:pos x="connsiteX27155" y="connsiteY27155"/>
              </a:cxn>
              <a:cxn ang="0">
                <a:pos x="connsiteX27156" y="connsiteY27156"/>
              </a:cxn>
              <a:cxn ang="0">
                <a:pos x="connsiteX27157" y="connsiteY27157"/>
              </a:cxn>
              <a:cxn ang="0">
                <a:pos x="connsiteX27158" y="connsiteY27158"/>
              </a:cxn>
              <a:cxn ang="0">
                <a:pos x="connsiteX27159" y="connsiteY27159"/>
              </a:cxn>
              <a:cxn ang="0">
                <a:pos x="connsiteX27160" y="connsiteY27160"/>
              </a:cxn>
              <a:cxn ang="0">
                <a:pos x="connsiteX27161" y="connsiteY27161"/>
              </a:cxn>
              <a:cxn ang="0">
                <a:pos x="connsiteX27162" y="connsiteY27162"/>
              </a:cxn>
              <a:cxn ang="0">
                <a:pos x="connsiteX27163" y="connsiteY27163"/>
              </a:cxn>
              <a:cxn ang="0">
                <a:pos x="connsiteX27164" y="connsiteY27164"/>
              </a:cxn>
              <a:cxn ang="0">
                <a:pos x="connsiteX27165" y="connsiteY27165"/>
              </a:cxn>
              <a:cxn ang="0">
                <a:pos x="connsiteX27166" y="connsiteY27166"/>
              </a:cxn>
              <a:cxn ang="0">
                <a:pos x="connsiteX27167" y="connsiteY27167"/>
              </a:cxn>
              <a:cxn ang="0">
                <a:pos x="connsiteX27168" y="connsiteY27168"/>
              </a:cxn>
              <a:cxn ang="0">
                <a:pos x="connsiteX27169" y="connsiteY27169"/>
              </a:cxn>
              <a:cxn ang="0">
                <a:pos x="connsiteX27170" y="connsiteY27170"/>
              </a:cxn>
              <a:cxn ang="0">
                <a:pos x="connsiteX27171" y="connsiteY27171"/>
              </a:cxn>
              <a:cxn ang="0">
                <a:pos x="connsiteX27172" y="connsiteY27172"/>
              </a:cxn>
              <a:cxn ang="0">
                <a:pos x="connsiteX27173" y="connsiteY27173"/>
              </a:cxn>
              <a:cxn ang="0">
                <a:pos x="connsiteX27174" y="connsiteY27174"/>
              </a:cxn>
              <a:cxn ang="0">
                <a:pos x="connsiteX27175" y="connsiteY27175"/>
              </a:cxn>
              <a:cxn ang="0">
                <a:pos x="connsiteX27176" y="connsiteY27176"/>
              </a:cxn>
              <a:cxn ang="0">
                <a:pos x="connsiteX27177" y="connsiteY27177"/>
              </a:cxn>
              <a:cxn ang="0">
                <a:pos x="connsiteX27178" y="connsiteY27178"/>
              </a:cxn>
              <a:cxn ang="0">
                <a:pos x="connsiteX27179" y="connsiteY27179"/>
              </a:cxn>
              <a:cxn ang="0">
                <a:pos x="connsiteX27180" y="connsiteY27180"/>
              </a:cxn>
              <a:cxn ang="0">
                <a:pos x="connsiteX27181" y="connsiteY27181"/>
              </a:cxn>
              <a:cxn ang="0">
                <a:pos x="connsiteX27182" y="connsiteY27182"/>
              </a:cxn>
              <a:cxn ang="0">
                <a:pos x="connsiteX27183" y="connsiteY27183"/>
              </a:cxn>
              <a:cxn ang="0">
                <a:pos x="connsiteX27184" y="connsiteY27184"/>
              </a:cxn>
              <a:cxn ang="0">
                <a:pos x="connsiteX27185" y="connsiteY27185"/>
              </a:cxn>
              <a:cxn ang="0">
                <a:pos x="connsiteX27186" y="connsiteY27186"/>
              </a:cxn>
              <a:cxn ang="0">
                <a:pos x="connsiteX27187" y="connsiteY27187"/>
              </a:cxn>
              <a:cxn ang="0">
                <a:pos x="connsiteX27188" y="connsiteY27188"/>
              </a:cxn>
              <a:cxn ang="0">
                <a:pos x="connsiteX27189" y="connsiteY27189"/>
              </a:cxn>
              <a:cxn ang="0">
                <a:pos x="connsiteX27190" y="connsiteY27190"/>
              </a:cxn>
              <a:cxn ang="0">
                <a:pos x="connsiteX27191" y="connsiteY27191"/>
              </a:cxn>
              <a:cxn ang="0">
                <a:pos x="connsiteX27192" y="connsiteY27192"/>
              </a:cxn>
              <a:cxn ang="0">
                <a:pos x="connsiteX27193" y="connsiteY27193"/>
              </a:cxn>
              <a:cxn ang="0">
                <a:pos x="connsiteX27194" y="connsiteY27194"/>
              </a:cxn>
              <a:cxn ang="0">
                <a:pos x="connsiteX27195" y="connsiteY27195"/>
              </a:cxn>
              <a:cxn ang="0">
                <a:pos x="connsiteX27196" y="connsiteY27196"/>
              </a:cxn>
              <a:cxn ang="0">
                <a:pos x="connsiteX27197" y="connsiteY27197"/>
              </a:cxn>
              <a:cxn ang="0">
                <a:pos x="connsiteX27198" y="connsiteY27198"/>
              </a:cxn>
              <a:cxn ang="0">
                <a:pos x="connsiteX27199" y="connsiteY27199"/>
              </a:cxn>
              <a:cxn ang="0">
                <a:pos x="connsiteX27200" y="connsiteY27200"/>
              </a:cxn>
              <a:cxn ang="0">
                <a:pos x="connsiteX27201" y="connsiteY27201"/>
              </a:cxn>
              <a:cxn ang="0">
                <a:pos x="connsiteX27202" y="connsiteY27202"/>
              </a:cxn>
              <a:cxn ang="0">
                <a:pos x="connsiteX27203" y="connsiteY27203"/>
              </a:cxn>
              <a:cxn ang="0">
                <a:pos x="connsiteX27204" y="connsiteY27204"/>
              </a:cxn>
              <a:cxn ang="0">
                <a:pos x="connsiteX27205" y="connsiteY27205"/>
              </a:cxn>
              <a:cxn ang="0">
                <a:pos x="connsiteX27206" y="connsiteY27206"/>
              </a:cxn>
              <a:cxn ang="0">
                <a:pos x="connsiteX27207" y="connsiteY27207"/>
              </a:cxn>
              <a:cxn ang="0">
                <a:pos x="connsiteX27208" y="connsiteY27208"/>
              </a:cxn>
              <a:cxn ang="0">
                <a:pos x="connsiteX27209" y="connsiteY27209"/>
              </a:cxn>
              <a:cxn ang="0">
                <a:pos x="connsiteX27210" y="connsiteY27210"/>
              </a:cxn>
              <a:cxn ang="0">
                <a:pos x="connsiteX27211" y="connsiteY27211"/>
              </a:cxn>
              <a:cxn ang="0">
                <a:pos x="connsiteX27212" y="connsiteY27212"/>
              </a:cxn>
              <a:cxn ang="0">
                <a:pos x="connsiteX27213" y="connsiteY27213"/>
              </a:cxn>
              <a:cxn ang="0">
                <a:pos x="connsiteX27214" y="connsiteY27214"/>
              </a:cxn>
              <a:cxn ang="0">
                <a:pos x="connsiteX27215" y="connsiteY27215"/>
              </a:cxn>
              <a:cxn ang="0">
                <a:pos x="connsiteX27216" y="connsiteY27216"/>
              </a:cxn>
              <a:cxn ang="0">
                <a:pos x="connsiteX27217" y="connsiteY27217"/>
              </a:cxn>
              <a:cxn ang="0">
                <a:pos x="connsiteX27218" y="connsiteY27218"/>
              </a:cxn>
              <a:cxn ang="0">
                <a:pos x="connsiteX27219" y="connsiteY27219"/>
              </a:cxn>
              <a:cxn ang="0">
                <a:pos x="connsiteX27220" y="connsiteY27220"/>
              </a:cxn>
              <a:cxn ang="0">
                <a:pos x="connsiteX27221" y="connsiteY27221"/>
              </a:cxn>
              <a:cxn ang="0">
                <a:pos x="connsiteX27222" y="connsiteY27222"/>
              </a:cxn>
              <a:cxn ang="0">
                <a:pos x="connsiteX27223" y="connsiteY27223"/>
              </a:cxn>
              <a:cxn ang="0">
                <a:pos x="connsiteX27224" y="connsiteY27224"/>
              </a:cxn>
              <a:cxn ang="0">
                <a:pos x="connsiteX27225" y="connsiteY27225"/>
              </a:cxn>
              <a:cxn ang="0">
                <a:pos x="connsiteX27226" y="connsiteY27226"/>
              </a:cxn>
              <a:cxn ang="0">
                <a:pos x="connsiteX27227" y="connsiteY27227"/>
              </a:cxn>
              <a:cxn ang="0">
                <a:pos x="connsiteX27228" y="connsiteY27228"/>
              </a:cxn>
              <a:cxn ang="0">
                <a:pos x="connsiteX27229" y="connsiteY27229"/>
              </a:cxn>
              <a:cxn ang="0">
                <a:pos x="connsiteX27230" y="connsiteY27230"/>
              </a:cxn>
              <a:cxn ang="0">
                <a:pos x="connsiteX27231" y="connsiteY27231"/>
              </a:cxn>
              <a:cxn ang="0">
                <a:pos x="connsiteX27232" y="connsiteY27232"/>
              </a:cxn>
              <a:cxn ang="0">
                <a:pos x="connsiteX27233" y="connsiteY27233"/>
              </a:cxn>
              <a:cxn ang="0">
                <a:pos x="connsiteX27234" y="connsiteY27234"/>
              </a:cxn>
              <a:cxn ang="0">
                <a:pos x="connsiteX27235" y="connsiteY27235"/>
              </a:cxn>
              <a:cxn ang="0">
                <a:pos x="connsiteX27236" y="connsiteY27236"/>
              </a:cxn>
              <a:cxn ang="0">
                <a:pos x="connsiteX27237" y="connsiteY27237"/>
              </a:cxn>
              <a:cxn ang="0">
                <a:pos x="connsiteX27238" y="connsiteY27238"/>
              </a:cxn>
              <a:cxn ang="0">
                <a:pos x="connsiteX27239" y="connsiteY27239"/>
              </a:cxn>
              <a:cxn ang="0">
                <a:pos x="connsiteX27240" y="connsiteY27240"/>
              </a:cxn>
              <a:cxn ang="0">
                <a:pos x="connsiteX27241" y="connsiteY27241"/>
              </a:cxn>
              <a:cxn ang="0">
                <a:pos x="connsiteX27242" y="connsiteY27242"/>
              </a:cxn>
              <a:cxn ang="0">
                <a:pos x="connsiteX27243" y="connsiteY27243"/>
              </a:cxn>
              <a:cxn ang="0">
                <a:pos x="connsiteX27244" y="connsiteY27244"/>
              </a:cxn>
              <a:cxn ang="0">
                <a:pos x="connsiteX27245" y="connsiteY27245"/>
              </a:cxn>
              <a:cxn ang="0">
                <a:pos x="connsiteX27246" y="connsiteY27246"/>
              </a:cxn>
              <a:cxn ang="0">
                <a:pos x="connsiteX27247" y="connsiteY27247"/>
              </a:cxn>
              <a:cxn ang="0">
                <a:pos x="connsiteX27248" y="connsiteY27248"/>
              </a:cxn>
              <a:cxn ang="0">
                <a:pos x="connsiteX27249" y="connsiteY27249"/>
              </a:cxn>
              <a:cxn ang="0">
                <a:pos x="connsiteX27250" y="connsiteY27250"/>
              </a:cxn>
              <a:cxn ang="0">
                <a:pos x="connsiteX27251" y="connsiteY27251"/>
              </a:cxn>
              <a:cxn ang="0">
                <a:pos x="connsiteX27252" y="connsiteY27252"/>
              </a:cxn>
              <a:cxn ang="0">
                <a:pos x="connsiteX27253" y="connsiteY27253"/>
              </a:cxn>
              <a:cxn ang="0">
                <a:pos x="connsiteX27254" y="connsiteY27254"/>
              </a:cxn>
              <a:cxn ang="0">
                <a:pos x="connsiteX27255" y="connsiteY27255"/>
              </a:cxn>
              <a:cxn ang="0">
                <a:pos x="connsiteX27256" y="connsiteY27256"/>
              </a:cxn>
              <a:cxn ang="0">
                <a:pos x="connsiteX27257" y="connsiteY27257"/>
              </a:cxn>
              <a:cxn ang="0">
                <a:pos x="connsiteX27258" y="connsiteY27258"/>
              </a:cxn>
              <a:cxn ang="0">
                <a:pos x="connsiteX27259" y="connsiteY27259"/>
              </a:cxn>
              <a:cxn ang="0">
                <a:pos x="connsiteX27260" y="connsiteY27260"/>
              </a:cxn>
              <a:cxn ang="0">
                <a:pos x="connsiteX27261" y="connsiteY27261"/>
              </a:cxn>
              <a:cxn ang="0">
                <a:pos x="connsiteX27262" y="connsiteY27262"/>
              </a:cxn>
              <a:cxn ang="0">
                <a:pos x="connsiteX27263" y="connsiteY27263"/>
              </a:cxn>
              <a:cxn ang="0">
                <a:pos x="connsiteX27264" y="connsiteY27264"/>
              </a:cxn>
              <a:cxn ang="0">
                <a:pos x="connsiteX27265" y="connsiteY27265"/>
              </a:cxn>
              <a:cxn ang="0">
                <a:pos x="connsiteX27266" y="connsiteY27266"/>
              </a:cxn>
              <a:cxn ang="0">
                <a:pos x="connsiteX27267" y="connsiteY27267"/>
              </a:cxn>
              <a:cxn ang="0">
                <a:pos x="connsiteX27268" y="connsiteY27268"/>
              </a:cxn>
              <a:cxn ang="0">
                <a:pos x="connsiteX27269" y="connsiteY27269"/>
              </a:cxn>
              <a:cxn ang="0">
                <a:pos x="connsiteX27270" y="connsiteY27270"/>
              </a:cxn>
              <a:cxn ang="0">
                <a:pos x="connsiteX27271" y="connsiteY27271"/>
              </a:cxn>
              <a:cxn ang="0">
                <a:pos x="connsiteX27272" y="connsiteY27272"/>
              </a:cxn>
              <a:cxn ang="0">
                <a:pos x="connsiteX27273" y="connsiteY27273"/>
              </a:cxn>
              <a:cxn ang="0">
                <a:pos x="connsiteX27274" y="connsiteY27274"/>
              </a:cxn>
              <a:cxn ang="0">
                <a:pos x="connsiteX27275" y="connsiteY27275"/>
              </a:cxn>
              <a:cxn ang="0">
                <a:pos x="connsiteX27276" y="connsiteY27276"/>
              </a:cxn>
              <a:cxn ang="0">
                <a:pos x="connsiteX27277" y="connsiteY27277"/>
              </a:cxn>
              <a:cxn ang="0">
                <a:pos x="connsiteX27278" y="connsiteY27278"/>
              </a:cxn>
              <a:cxn ang="0">
                <a:pos x="connsiteX27279" y="connsiteY27279"/>
              </a:cxn>
              <a:cxn ang="0">
                <a:pos x="connsiteX27280" y="connsiteY27280"/>
              </a:cxn>
              <a:cxn ang="0">
                <a:pos x="connsiteX27281" y="connsiteY27281"/>
              </a:cxn>
              <a:cxn ang="0">
                <a:pos x="connsiteX27282" y="connsiteY27282"/>
              </a:cxn>
              <a:cxn ang="0">
                <a:pos x="connsiteX27283" y="connsiteY27283"/>
              </a:cxn>
              <a:cxn ang="0">
                <a:pos x="connsiteX27284" y="connsiteY27284"/>
              </a:cxn>
              <a:cxn ang="0">
                <a:pos x="connsiteX27285" y="connsiteY27285"/>
              </a:cxn>
              <a:cxn ang="0">
                <a:pos x="connsiteX27286" y="connsiteY27286"/>
              </a:cxn>
              <a:cxn ang="0">
                <a:pos x="connsiteX27287" y="connsiteY27287"/>
              </a:cxn>
              <a:cxn ang="0">
                <a:pos x="connsiteX27288" y="connsiteY27288"/>
              </a:cxn>
              <a:cxn ang="0">
                <a:pos x="connsiteX27289" y="connsiteY27289"/>
              </a:cxn>
              <a:cxn ang="0">
                <a:pos x="connsiteX27290" y="connsiteY27290"/>
              </a:cxn>
              <a:cxn ang="0">
                <a:pos x="connsiteX27291" y="connsiteY27291"/>
              </a:cxn>
              <a:cxn ang="0">
                <a:pos x="connsiteX27292" y="connsiteY27292"/>
              </a:cxn>
              <a:cxn ang="0">
                <a:pos x="connsiteX27293" y="connsiteY27293"/>
              </a:cxn>
              <a:cxn ang="0">
                <a:pos x="connsiteX27294" y="connsiteY27294"/>
              </a:cxn>
              <a:cxn ang="0">
                <a:pos x="connsiteX27295" y="connsiteY27295"/>
              </a:cxn>
              <a:cxn ang="0">
                <a:pos x="connsiteX27296" y="connsiteY27296"/>
              </a:cxn>
              <a:cxn ang="0">
                <a:pos x="connsiteX27297" y="connsiteY27297"/>
              </a:cxn>
              <a:cxn ang="0">
                <a:pos x="connsiteX27298" y="connsiteY27298"/>
              </a:cxn>
              <a:cxn ang="0">
                <a:pos x="connsiteX27299" y="connsiteY27299"/>
              </a:cxn>
              <a:cxn ang="0">
                <a:pos x="connsiteX27300" y="connsiteY27300"/>
              </a:cxn>
              <a:cxn ang="0">
                <a:pos x="connsiteX27301" y="connsiteY27301"/>
              </a:cxn>
              <a:cxn ang="0">
                <a:pos x="connsiteX27302" y="connsiteY27302"/>
              </a:cxn>
              <a:cxn ang="0">
                <a:pos x="connsiteX27303" y="connsiteY27303"/>
              </a:cxn>
              <a:cxn ang="0">
                <a:pos x="connsiteX27304" y="connsiteY27304"/>
              </a:cxn>
              <a:cxn ang="0">
                <a:pos x="connsiteX27305" y="connsiteY27305"/>
              </a:cxn>
              <a:cxn ang="0">
                <a:pos x="connsiteX27306" y="connsiteY27306"/>
              </a:cxn>
              <a:cxn ang="0">
                <a:pos x="connsiteX27307" y="connsiteY27307"/>
              </a:cxn>
              <a:cxn ang="0">
                <a:pos x="connsiteX27308" y="connsiteY27308"/>
              </a:cxn>
              <a:cxn ang="0">
                <a:pos x="connsiteX27309" y="connsiteY27309"/>
              </a:cxn>
              <a:cxn ang="0">
                <a:pos x="connsiteX27310" y="connsiteY27310"/>
              </a:cxn>
              <a:cxn ang="0">
                <a:pos x="connsiteX27311" y="connsiteY27311"/>
              </a:cxn>
              <a:cxn ang="0">
                <a:pos x="connsiteX27312" y="connsiteY27312"/>
              </a:cxn>
              <a:cxn ang="0">
                <a:pos x="connsiteX27313" y="connsiteY27313"/>
              </a:cxn>
              <a:cxn ang="0">
                <a:pos x="connsiteX27314" y="connsiteY27314"/>
              </a:cxn>
              <a:cxn ang="0">
                <a:pos x="connsiteX27315" y="connsiteY27315"/>
              </a:cxn>
              <a:cxn ang="0">
                <a:pos x="connsiteX27316" y="connsiteY27316"/>
              </a:cxn>
              <a:cxn ang="0">
                <a:pos x="connsiteX27317" y="connsiteY27317"/>
              </a:cxn>
              <a:cxn ang="0">
                <a:pos x="connsiteX27318" y="connsiteY27318"/>
              </a:cxn>
              <a:cxn ang="0">
                <a:pos x="connsiteX27319" y="connsiteY27319"/>
              </a:cxn>
              <a:cxn ang="0">
                <a:pos x="connsiteX27320" y="connsiteY27320"/>
              </a:cxn>
              <a:cxn ang="0">
                <a:pos x="connsiteX27321" y="connsiteY27321"/>
              </a:cxn>
              <a:cxn ang="0">
                <a:pos x="connsiteX27322" y="connsiteY27322"/>
              </a:cxn>
              <a:cxn ang="0">
                <a:pos x="connsiteX27323" y="connsiteY27323"/>
              </a:cxn>
              <a:cxn ang="0">
                <a:pos x="connsiteX27324" y="connsiteY27324"/>
              </a:cxn>
              <a:cxn ang="0">
                <a:pos x="connsiteX27325" y="connsiteY27325"/>
              </a:cxn>
              <a:cxn ang="0">
                <a:pos x="connsiteX27326" y="connsiteY27326"/>
              </a:cxn>
              <a:cxn ang="0">
                <a:pos x="connsiteX27327" y="connsiteY27327"/>
              </a:cxn>
              <a:cxn ang="0">
                <a:pos x="connsiteX27328" y="connsiteY27328"/>
              </a:cxn>
              <a:cxn ang="0">
                <a:pos x="connsiteX27329" y="connsiteY27329"/>
              </a:cxn>
              <a:cxn ang="0">
                <a:pos x="connsiteX27330" y="connsiteY27330"/>
              </a:cxn>
              <a:cxn ang="0">
                <a:pos x="connsiteX27331" y="connsiteY27331"/>
              </a:cxn>
              <a:cxn ang="0">
                <a:pos x="connsiteX27332" y="connsiteY27332"/>
              </a:cxn>
              <a:cxn ang="0">
                <a:pos x="connsiteX27333" y="connsiteY27333"/>
              </a:cxn>
              <a:cxn ang="0">
                <a:pos x="connsiteX27334" y="connsiteY27334"/>
              </a:cxn>
              <a:cxn ang="0">
                <a:pos x="connsiteX27335" y="connsiteY27335"/>
              </a:cxn>
              <a:cxn ang="0">
                <a:pos x="connsiteX27336" y="connsiteY27336"/>
              </a:cxn>
              <a:cxn ang="0">
                <a:pos x="connsiteX27337" y="connsiteY27337"/>
              </a:cxn>
              <a:cxn ang="0">
                <a:pos x="connsiteX27338" y="connsiteY27338"/>
              </a:cxn>
              <a:cxn ang="0">
                <a:pos x="connsiteX27339" y="connsiteY27339"/>
              </a:cxn>
              <a:cxn ang="0">
                <a:pos x="connsiteX27340" y="connsiteY27340"/>
              </a:cxn>
              <a:cxn ang="0">
                <a:pos x="connsiteX27341" y="connsiteY27341"/>
              </a:cxn>
              <a:cxn ang="0">
                <a:pos x="connsiteX27342" y="connsiteY27342"/>
              </a:cxn>
              <a:cxn ang="0">
                <a:pos x="connsiteX27343" y="connsiteY27343"/>
              </a:cxn>
              <a:cxn ang="0">
                <a:pos x="connsiteX27344" y="connsiteY27344"/>
              </a:cxn>
              <a:cxn ang="0">
                <a:pos x="connsiteX27345" y="connsiteY27345"/>
              </a:cxn>
              <a:cxn ang="0">
                <a:pos x="connsiteX27346" y="connsiteY27346"/>
              </a:cxn>
              <a:cxn ang="0">
                <a:pos x="connsiteX27347" y="connsiteY27347"/>
              </a:cxn>
              <a:cxn ang="0">
                <a:pos x="connsiteX27348" y="connsiteY27348"/>
              </a:cxn>
              <a:cxn ang="0">
                <a:pos x="connsiteX27349" y="connsiteY27349"/>
              </a:cxn>
              <a:cxn ang="0">
                <a:pos x="connsiteX27350" y="connsiteY27350"/>
              </a:cxn>
              <a:cxn ang="0">
                <a:pos x="connsiteX27351" y="connsiteY27351"/>
              </a:cxn>
              <a:cxn ang="0">
                <a:pos x="connsiteX27352" y="connsiteY27352"/>
              </a:cxn>
              <a:cxn ang="0">
                <a:pos x="connsiteX27353" y="connsiteY27353"/>
              </a:cxn>
              <a:cxn ang="0">
                <a:pos x="connsiteX27354" y="connsiteY27354"/>
              </a:cxn>
              <a:cxn ang="0">
                <a:pos x="connsiteX27355" y="connsiteY27355"/>
              </a:cxn>
              <a:cxn ang="0">
                <a:pos x="connsiteX27356" y="connsiteY27356"/>
              </a:cxn>
              <a:cxn ang="0">
                <a:pos x="connsiteX27357" y="connsiteY27357"/>
              </a:cxn>
              <a:cxn ang="0">
                <a:pos x="connsiteX27358" y="connsiteY27358"/>
              </a:cxn>
              <a:cxn ang="0">
                <a:pos x="connsiteX27359" y="connsiteY27359"/>
              </a:cxn>
              <a:cxn ang="0">
                <a:pos x="connsiteX27360" y="connsiteY27360"/>
              </a:cxn>
              <a:cxn ang="0">
                <a:pos x="connsiteX27361" y="connsiteY27361"/>
              </a:cxn>
              <a:cxn ang="0">
                <a:pos x="connsiteX27362" y="connsiteY27362"/>
              </a:cxn>
              <a:cxn ang="0">
                <a:pos x="connsiteX27363" y="connsiteY27363"/>
              </a:cxn>
              <a:cxn ang="0">
                <a:pos x="connsiteX27364" y="connsiteY27364"/>
              </a:cxn>
              <a:cxn ang="0">
                <a:pos x="connsiteX27365" y="connsiteY27365"/>
              </a:cxn>
              <a:cxn ang="0">
                <a:pos x="connsiteX27366" y="connsiteY27366"/>
              </a:cxn>
              <a:cxn ang="0">
                <a:pos x="connsiteX27367" y="connsiteY27367"/>
              </a:cxn>
              <a:cxn ang="0">
                <a:pos x="connsiteX27368" y="connsiteY27368"/>
              </a:cxn>
              <a:cxn ang="0">
                <a:pos x="connsiteX27369" y="connsiteY27369"/>
              </a:cxn>
              <a:cxn ang="0">
                <a:pos x="connsiteX27370" y="connsiteY27370"/>
              </a:cxn>
              <a:cxn ang="0">
                <a:pos x="connsiteX27371" y="connsiteY27371"/>
              </a:cxn>
              <a:cxn ang="0">
                <a:pos x="connsiteX27372" y="connsiteY27372"/>
              </a:cxn>
              <a:cxn ang="0">
                <a:pos x="connsiteX27373" y="connsiteY27373"/>
              </a:cxn>
              <a:cxn ang="0">
                <a:pos x="connsiteX27374" y="connsiteY27374"/>
              </a:cxn>
              <a:cxn ang="0">
                <a:pos x="connsiteX27375" y="connsiteY27375"/>
              </a:cxn>
              <a:cxn ang="0">
                <a:pos x="connsiteX27376" y="connsiteY27376"/>
              </a:cxn>
              <a:cxn ang="0">
                <a:pos x="connsiteX27377" y="connsiteY27377"/>
              </a:cxn>
              <a:cxn ang="0">
                <a:pos x="connsiteX27378" y="connsiteY27378"/>
              </a:cxn>
              <a:cxn ang="0">
                <a:pos x="connsiteX27379" y="connsiteY27379"/>
              </a:cxn>
              <a:cxn ang="0">
                <a:pos x="connsiteX27380" y="connsiteY27380"/>
              </a:cxn>
              <a:cxn ang="0">
                <a:pos x="connsiteX27381" y="connsiteY27381"/>
              </a:cxn>
              <a:cxn ang="0">
                <a:pos x="connsiteX27382" y="connsiteY27382"/>
              </a:cxn>
              <a:cxn ang="0">
                <a:pos x="connsiteX27383" y="connsiteY27383"/>
              </a:cxn>
              <a:cxn ang="0">
                <a:pos x="connsiteX27384" y="connsiteY27384"/>
              </a:cxn>
              <a:cxn ang="0">
                <a:pos x="connsiteX27385" y="connsiteY27385"/>
              </a:cxn>
              <a:cxn ang="0">
                <a:pos x="connsiteX27386" y="connsiteY27386"/>
              </a:cxn>
              <a:cxn ang="0">
                <a:pos x="connsiteX27387" y="connsiteY27387"/>
              </a:cxn>
              <a:cxn ang="0">
                <a:pos x="connsiteX27388" y="connsiteY27388"/>
              </a:cxn>
              <a:cxn ang="0">
                <a:pos x="connsiteX27389" y="connsiteY27389"/>
              </a:cxn>
              <a:cxn ang="0">
                <a:pos x="connsiteX27390" y="connsiteY27390"/>
              </a:cxn>
              <a:cxn ang="0">
                <a:pos x="connsiteX27391" y="connsiteY27391"/>
              </a:cxn>
              <a:cxn ang="0">
                <a:pos x="connsiteX27392" y="connsiteY27392"/>
              </a:cxn>
              <a:cxn ang="0">
                <a:pos x="connsiteX27393" y="connsiteY27393"/>
              </a:cxn>
              <a:cxn ang="0">
                <a:pos x="connsiteX27394" y="connsiteY27394"/>
              </a:cxn>
              <a:cxn ang="0">
                <a:pos x="connsiteX27395" y="connsiteY27395"/>
              </a:cxn>
              <a:cxn ang="0">
                <a:pos x="connsiteX27396" y="connsiteY27396"/>
              </a:cxn>
              <a:cxn ang="0">
                <a:pos x="connsiteX27397" y="connsiteY27397"/>
              </a:cxn>
              <a:cxn ang="0">
                <a:pos x="connsiteX27398" y="connsiteY27398"/>
              </a:cxn>
              <a:cxn ang="0">
                <a:pos x="connsiteX27399" y="connsiteY27399"/>
              </a:cxn>
              <a:cxn ang="0">
                <a:pos x="connsiteX27400" y="connsiteY27400"/>
              </a:cxn>
              <a:cxn ang="0">
                <a:pos x="connsiteX27401" y="connsiteY27401"/>
              </a:cxn>
              <a:cxn ang="0">
                <a:pos x="connsiteX27402" y="connsiteY27402"/>
              </a:cxn>
              <a:cxn ang="0">
                <a:pos x="connsiteX27403" y="connsiteY27403"/>
              </a:cxn>
              <a:cxn ang="0">
                <a:pos x="connsiteX27404" y="connsiteY27404"/>
              </a:cxn>
              <a:cxn ang="0">
                <a:pos x="connsiteX27405" y="connsiteY27405"/>
              </a:cxn>
              <a:cxn ang="0">
                <a:pos x="connsiteX27406" y="connsiteY27406"/>
              </a:cxn>
              <a:cxn ang="0">
                <a:pos x="connsiteX27407" y="connsiteY27407"/>
              </a:cxn>
              <a:cxn ang="0">
                <a:pos x="connsiteX27408" y="connsiteY27408"/>
              </a:cxn>
              <a:cxn ang="0">
                <a:pos x="connsiteX27409" y="connsiteY27409"/>
              </a:cxn>
              <a:cxn ang="0">
                <a:pos x="connsiteX27410" y="connsiteY27410"/>
              </a:cxn>
              <a:cxn ang="0">
                <a:pos x="connsiteX27411" y="connsiteY27411"/>
              </a:cxn>
              <a:cxn ang="0">
                <a:pos x="connsiteX27412" y="connsiteY27412"/>
              </a:cxn>
              <a:cxn ang="0">
                <a:pos x="connsiteX27413" y="connsiteY27413"/>
              </a:cxn>
              <a:cxn ang="0">
                <a:pos x="connsiteX27414" y="connsiteY27414"/>
              </a:cxn>
              <a:cxn ang="0">
                <a:pos x="connsiteX27415" y="connsiteY27415"/>
              </a:cxn>
              <a:cxn ang="0">
                <a:pos x="connsiteX27416" y="connsiteY27416"/>
              </a:cxn>
              <a:cxn ang="0">
                <a:pos x="connsiteX27417" y="connsiteY27417"/>
              </a:cxn>
              <a:cxn ang="0">
                <a:pos x="connsiteX27418" y="connsiteY27418"/>
              </a:cxn>
              <a:cxn ang="0">
                <a:pos x="connsiteX27419" y="connsiteY27419"/>
              </a:cxn>
              <a:cxn ang="0">
                <a:pos x="connsiteX27420" y="connsiteY27420"/>
              </a:cxn>
              <a:cxn ang="0">
                <a:pos x="connsiteX27421" y="connsiteY27421"/>
              </a:cxn>
              <a:cxn ang="0">
                <a:pos x="connsiteX27422" y="connsiteY27422"/>
              </a:cxn>
              <a:cxn ang="0">
                <a:pos x="connsiteX27423" y="connsiteY27423"/>
              </a:cxn>
              <a:cxn ang="0">
                <a:pos x="connsiteX27424" y="connsiteY27424"/>
              </a:cxn>
              <a:cxn ang="0">
                <a:pos x="connsiteX27425" y="connsiteY27425"/>
              </a:cxn>
              <a:cxn ang="0">
                <a:pos x="connsiteX27426" y="connsiteY27426"/>
              </a:cxn>
              <a:cxn ang="0">
                <a:pos x="connsiteX27427" y="connsiteY27427"/>
              </a:cxn>
              <a:cxn ang="0">
                <a:pos x="connsiteX27428" y="connsiteY27428"/>
              </a:cxn>
              <a:cxn ang="0">
                <a:pos x="connsiteX27429" y="connsiteY27429"/>
              </a:cxn>
              <a:cxn ang="0">
                <a:pos x="connsiteX27430" y="connsiteY27430"/>
              </a:cxn>
              <a:cxn ang="0">
                <a:pos x="connsiteX27431" y="connsiteY27431"/>
              </a:cxn>
              <a:cxn ang="0">
                <a:pos x="connsiteX27432" y="connsiteY27432"/>
              </a:cxn>
              <a:cxn ang="0">
                <a:pos x="connsiteX27433" y="connsiteY27433"/>
              </a:cxn>
              <a:cxn ang="0">
                <a:pos x="connsiteX27434" y="connsiteY27434"/>
              </a:cxn>
              <a:cxn ang="0">
                <a:pos x="connsiteX27435" y="connsiteY27435"/>
              </a:cxn>
              <a:cxn ang="0">
                <a:pos x="connsiteX27436" y="connsiteY27436"/>
              </a:cxn>
              <a:cxn ang="0">
                <a:pos x="connsiteX27437" y="connsiteY27437"/>
              </a:cxn>
              <a:cxn ang="0">
                <a:pos x="connsiteX27438" y="connsiteY27438"/>
              </a:cxn>
              <a:cxn ang="0">
                <a:pos x="connsiteX27439" y="connsiteY27439"/>
              </a:cxn>
              <a:cxn ang="0">
                <a:pos x="connsiteX27440" y="connsiteY27440"/>
              </a:cxn>
              <a:cxn ang="0">
                <a:pos x="connsiteX27441" y="connsiteY27441"/>
              </a:cxn>
              <a:cxn ang="0">
                <a:pos x="connsiteX27442" y="connsiteY27442"/>
              </a:cxn>
              <a:cxn ang="0">
                <a:pos x="connsiteX27443" y="connsiteY27443"/>
              </a:cxn>
              <a:cxn ang="0">
                <a:pos x="connsiteX27444" y="connsiteY27444"/>
              </a:cxn>
              <a:cxn ang="0">
                <a:pos x="connsiteX27445" y="connsiteY27445"/>
              </a:cxn>
              <a:cxn ang="0">
                <a:pos x="connsiteX27446" y="connsiteY27446"/>
              </a:cxn>
              <a:cxn ang="0">
                <a:pos x="connsiteX27447" y="connsiteY27447"/>
              </a:cxn>
              <a:cxn ang="0">
                <a:pos x="connsiteX27448" y="connsiteY27448"/>
              </a:cxn>
              <a:cxn ang="0">
                <a:pos x="connsiteX27449" y="connsiteY27449"/>
              </a:cxn>
              <a:cxn ang="0">
                <a:pos x="connsiteX27450" y="connsiteY27450"/>
              </a:cxn>
              <a:cxn ang="0">
                <a:pos x="connsiteX27451" y="connsiteY27451"/>
              </a:cxn>
              <a:cxn ang="0">
                <a:pos x="connsiteX27452" y="connsiteY27452"/>
              </a:cxn>
              <a:cxn ang="0">
                <a:pos x="connsiteX27453" y="connsiteY27453"/>
              </a:cxn>
              <a:cxn ang="0">
                <a:pos x="connsiteX27454" y="connsiteY27454"/>
              </a:cxn>
              <a:cxn ang="0">
                <a:pos x="connsiteX27455" y="connsiteY27455"/>
              </a:cxn>
              <a:cxn ang="0">
                <a:pos x="connsiteX27456" y="connsiteY27456"/>
              </a:cxn>
              <a:cxn ang="0">
                <a:pos x="connsiteX27457" y="connsiteY27457"/>
              </a:cxn>
              <a:cxn ang="0">
                <a:pos x="connsiteX27458" y="connsiteY27458"/>
              </a:cxn>
              <a:cxn ang="0">
                <a:pos x="connsiteX27459" y="connsiteY27459"/>
              </a:cxn>
              <a:cxn ang="0">
                <a:pos x="connsiteX27460" y="connsiteY27460"/>
              </a:cxn>
              <a:cxn ang="0">
                <a:pos x="connsiteX27461" y="connsiteY27461"/>
              </a:cxn>
              <a:cxn ang="0">
                <a:pos x="connsiteX27462" y="connsiteY27462"/>
              </a:cxn>
              <a:cxn ang="0">
                <a:pos x="connsiteX27463" y="connsiteY27463"/>
              </a:cxn>
              <a:cxn ang="0">
                <a:pos x="connsiteX27464" y="connsiteY27464"/>
              </a:cxn>
              <a:cxn ang="0">
                <a:pos x="connsiteX27465" y="connsiteY27465"/>
              </a:cxn>
              <a:cxn ang="0">
                <a:pos x="connsiteX27466" y="connsiteY27466"/>
              </a:cxn>
              <a:cxn ang="0">
                <a:pos x="connsiteX27467" y="connsiteY27467"/>
              </a:cxn>
              <a:cxn ang="0">
                <a:pos x="connsiteX27468" y="connsiteY27468"/>
              </a:cxn>
              <a:cxn ang="0">
                <a:pos x="connsiteX27469" y="connsiteY27469"/>
              </a:cxn>
              <a:cxn ang="0">
                <a:pos x="connsiteX27470" y="connsiteY27470"/>
              </a:cxn>
              <a:cxn ang="0">
                <a:pos x="connsiteX27471" y="connsiteY27471"/>
              </a:cxn>
              <a:cxn ang="0">
                <a:pos x="connsiteX27472" y="connsiteY27472"/>
              </a:cxn>
              <a:cxn ang="0">
                <a:pos x="connsiteX27473" y="connsiteY27473"/>
              </a:cxn>
              <a:cxn ang="0">
                <a:pos x="connsiteX27474" y="connsiteY27474"/>
              </a:cxn>
              <a:cxn ang="0">
                <a:pos x="connsiteX27475" y="connsiteY27475"/>
              </a:cxn>
              <a:cxn ang="0">
                <a:pos x="connsiteX27476" y="connsiteY27476"/>
              </a:cxn>
              <a:cxn ang="0">
                <a:pos x="connsiteX27477" y="connsiteY27477"/>
              </a:cxn>
              <a:cxn ang="0">
                <a:pos x="connsiteX27478" y="connsiteY27478"/>
              </a:cxn>
              <a:cxn ang="0">
                <a:pos x="connsiteX27479" y="connsiteY27479"/>
              </a:cxn>
              <a:cxn ang="0">
                <a:pos x="connsiteX27480" y="connsiteY27480"/>
              </a:cxn>
              <a:cxn ang="0">
                <a:pos x="connsiteX27481" y="connsiteY27481"/>
              </a:cxn>
              <a:cxn ang="0">
                <a:pos x="connsiteX27482" y="connsiteY27482"/>
              </a:cxn>
              <a:cxn ang="0">
                <a:pos x="connsiteX27483" y="connsiteY27483"/>
              </a:cxn>
              <a:cxn ang="0">
                <a:pos x="connsiteX27484" y="connsiteY27484"/>
              </a:cxn>
              <a:cxn ang="0">
                <a:pos x="connsiteX27485" y="connsiteY27485"/>
              </a:cxn>
              <a:cxn ang="0">
                <a:pos x="connsiteX27486" y="connsiteY27486"/>
              </a:cxn>
              <a:cxn ang="0">
                <a:pos x="connsiteX27487" y="connsiteY27487"/>
              </a:cxn>
              <a:cxn ang="0">
                <a:pos x="connsiteX27488" y="connsiteY27488"/>
              </a:cxn>
              <a:cxn ang="0">
                <a:pos x="connsiteX27489" y="connsiteY27489"/>
              </a:cxn>
              <a:cxn ang="0">
                <a:pos x="connsiteX27490" y="connsiteY27490"/>
              </a:cxn>
              <a:cxn ang="0">
                <a:pos x="connsiteX27491" y="connsiteY27491"/>
              </a:cxn>
              <a:cxn ang="0">
                <a:pos x="connsiteX27492" y="connsiteY27492"/>
              </a:cxn>
              <a:cxn ang="0">
                <a:pos x="connsiteX27493" y="connsiteY27493"/>
              </a:cxn>
              <a:cxn ang="0">
                <a:pos x="connsiteX27494" y="connsiteY27494"/>
              </a:cxn>
              <a:cxn ang="0">
                <a:pos x="connsiteX27495" y="connsiteY27495"/>
              </a:cxn>
              <a:cxn ang="0">
                <a:pos x="connsiteX27496" y="connsiteY27496"/>
              </a:cxn>
              <a:cxn ang="0">
                <a:pos x="connsiteX27497" y="connsiteY27497"/>
              </a:cxn>
              <a:cxn ang="0">
                <a:pos x="connsiteX27498" y="connsiteY27498"/>
              </a:cxn>
              <a:cxn ang="0">
                <a:pos x="connsiteX27499" y="connsiteY27499"/>
              </a:cxn>
              <a:cxn ang="0">
                <a:pos x="connsiteX27500" y="connsiteY27500"/>
              </a:cxn>
              <a:cxn ang="0">
                <a:pos x="connsiteX27501" y="connsiteY27501"/>
              </a:cxn>
              <a:cxn ang="0">
                <a:pos x="connsiteX27502" y="connsiteY27502"/>
              </a:cxn>
              <a:cxn ang="0">
                <a:pos x="connsiteX27503" y="connsiteY27503"/>
              </a:cxn>
              <a:cxn ang="0">
                <a:pos x="connsiteX27504" y="connsiteY27504"/>
              </a:cxn>
              <a:cxn ang="0">
                <a:pos x="connsiteX27505" y="connsiteY27505"/>
              </a:cxn>
              <a:cxn ang="0">
                <a:pos x="connsiteX27506" y="connsiteY27506"/>
              </a:cxn>
              <a:cxn ang="0">
                <a:pos x="connsiteX27507" y="connsiteY27507"/>
              </a:cxn>
              <a:cxn ang="0">
                <a:pos x="connsiteX27508" y="connsiteY27508"/>
              </a:cxn>
              <a:cxn ang="0">
                <a:pos x="connsiteX27509" y="connsiteY27509"/>
              </a:cxn>
              <a:cxn ang="0">
                <a:pos x="connsiteX27510" y="connsiteY27510"/>
              </a:cxn>
              <a:cxn ang="0">
                <a:pos x="connsiteX27511" y="connsiteY27511"/>
              </a:cxn>
              <a:cxn ang="0">
                <a:pos x="connsiteX27512" y="connsiteY27512"/>
              </a:cxn>
              <a:cxn ang="0">
                <a:pos x="connsiteX27513" y="connsiteY27513"/>
              </a:cxn>
              <a:cxn ang="0">
                <a:pos x="connsiteX27514" y="connsiteY27514"/>
              </a:cxn>
              <a:cxn ang="0">
                <a:pos x="connsiteX27515" y="connsiteY27515"/>
              </a:cxn>
              <a:cxn ang="0">
                <a:pos x="connsiteX27516" y="connsiteY27516"/>
              </a:cxn>
              <a:cxn ang="0">
                <a:pos x="connsiteX27517" y="connsiteY27517"/>
              </a:cxn>
              <a:cxn ang="0">
                <a:pos x="connsiteX27518" y="connsiteY27518"/>
              </a:cxn>
              <a:cxn ang="0">
                <a:pos x="connsiteX27519" y="connsiteY27519"/>
              </a:cxn>
              <a:cxn ang="0">
                <a:pos x="connsiteX27520" y="connsiteY27520"/>
              </a:cxn>
              <a:cxn ang="0">
                <a:pos x="connsiteX27521" y="connsiteY27521"/>
              </a:cxn>
              <a:cxn ang="0">
                <a:pos x="connsiteX27522" y="connsiteY27522"/>
              </a:cxn>
              <a:cxn ang="0">
                <a:pos x="connsiteX27523" y="connsiteY27523"/>
              </a:cxn>
              <a:cxn ang="0">
                <a:pos x="connsiteX27524" y="connsiteY27524"/>
              </a:cxn>
              <a:cxn ang="0">
                <a:pos x="connsiteX27525" y="connsiteY27525"/>
              </a:cxn>
              <a:cxn ang="0">
                <a:pos x="connsiteX27526" y="connsiteY27526"/>
              </a:cxn>
              <a:cxn ang="0">
                <a:pos x="connsiteX27527" y="connsiteY27527"/>
              </a:cxn>
              <a:cxn ang="0">
                <a:pos x="connsiteX27528" y="connsiteY27528"/>
              </a:cxn>
              <a:cxn ang="0">
                <a:pos x="connsiteX27529" y="connsiteY27529"/>
              </a:cxn>
              <a:cxn ang="0">
                <a:pos x="connsiteX27530" y="connsiteY27530"/>
              </a:cxn>
              <a:cxn ang="0">
                <a:pos x="connsiteX27531" y="connsiteY27531"/>
              </a:cxn>
              <a:cxn ang="0">
                <a:pos x="connsiteX27532" y="connsiteY27532"/>
              </a:cxn>
              <a:cxn ang="0">
                <a:pos x="connsiteX27533" y="connsiteY27533"/>
              </a:cxn>
              <a:cxn ang="0">
                <a:pos x="connsiteX27534" y="connsiteY27534"/>
              </a:cxn>
              <a:cxn ang="0">
                <a:pos x="connsiteX27535" y="connsiteY27535"/>
              </a:cxn>
              <a:cxn ang="0">
                <a:pos x="connsiteX27536" y="connsiteY27536"/>
              </a:cxn>
              <a:cxn ang="0">
                <a:pos x="connsiteX27537" y="connsiteY27537"/>
              </a:cxn>
              <a:cxn ang="0">
                <a:pos x="connsiteX27538" y="connsiteY27538"/>
              </a:cxn>
              <a:cxn ang="0">
                <a:pos x="connsiteX27539" y="connsiteY27539"/>
              </a:cxn>
              <a:cxn ang="0">
                <a:pos x="connsiteX27540" y="connsiteY27540"/>
              </a:cxn>
              <a:cxn ang="0">
                <a:pos x="connsiteX27541" y="connsiteY27541"/>
              </a:cxn>
              <a:cxn ang="0">
                <a:pos x="connsiteX27542" y="connsiteY27542"/>
              </a:cxn>
              <a:cxn ang="0">
                <a:pos x="connsiteX27543" y="connsiteY27543"/>
              </a:cxn>
              <a:cxn ang="0">
                <a:pos x="connsiteX27544" y="connsiteY27544"/>
              </a:cxn>
              <a:cxn ang="0">
                <a:pos x="connsiteX27545" y="connsiteY27545"/>
              </a:cxn>
              <a:cxn ang="0">
                <a:pos x="connsiteX27546" y="connsiteY27546"/>
              </a:cxn>
              <a:cxn ang="0">
                <a:pos x="connsiteX27547" y="connsiteY27547"/>
              </a:cxn>
              <a:cxn ang="0">
                <a:pos x="connsiteX27548" y="connsiteY27548"/>
              </a:cxn>
              <a:cxn ang="0">
                <a:pos x="connsiteX27549" y="connsiteY27549"/>
              </a:cxn>
              <a:cxn ang="0">
                <a:pos x="connsiteX27550" y="connsiteY27550"/>
              </a:cxn>
              <a:cxn ang="0">
                <a:pos x="connsiteX27551" y="connsiteY27551"/>
              </a:cxn>
              <a:cxn ang="0">
                <a:pos x="connsiteX27552" y="connsiteY27552"/>
              </a:cxn>
              <a:cxn ang="0">
                <a:pos x="connsiteX27553" y="connsiteY27553"/>
              </a:cxn>
              <a:cxn ang="0">
                <a:pos x="connsiteX27554" y="connsiteY27554"/>
              </a:cxn>
              <a:cxn ang="0">
                <a:pos x="connsiteX27555" y="connsiteY27555"/>
              </a:cxn>
              <a:cxn ang="0">
                <a:pos x="connsiteX27556" y="connsiteY27556"/>
              </a:cxn>
              <a:cxn ang="0">
                <a:pos x="connsiteX27557" y="connsiteY27557"/>
              </a:cxn>
              <a:cxn ang="0">
                <a:pos x="connsiteX27558" y="connsiteY27558"/>
              </a:cxn>
              <a:cxn ang="0">
                <a:pos x="connsiteX27559" y="connsiteY27559"/>
              </a:cxn>
              <a:cxn ang="0">
                <a:pos x="connsiteX27560" y="connsiteY27560"/>
              </a:cxn>
              <a:cxn ang="0">
                <a:pos x="connsiteX27561" y="connsiteY27561"/>
              </a:cxn>
              <a:cxn ang="0">
                <a:pos x="connsiteX27562" y="connsiteY27562"/>
              </a:cxn>
              <a:cxn ang="0">
                <a:pos x="connsiteX27563" y="connsiteY27563"/>
              </a:cxn>
              <a:cxn ang="0">
                <a:pos x="connsiteX27564" y="connsiteY27564"/>
              </a:cxn>
              <a:cxn ang="0">
                <a:pos x="connsiteX27565" y="connsiteY27565"/>
              </a:cxn>
              <a:cxn ang="0">
                <a:pos x="connsiteX27566" y="connsiteY27566"/>
              </a:cxn>
              <a:cxn ang="0">
                <a:pos x="connsiteX27567" y="connsiteY27567"/>
              </a:cxn>
              <a:cxn ang="0">
                <a:pos x="connsiteX27568" y="connsiteY27568"/>
              </a:cxn>
              <a:cxn ang="0">
                <a:pos x="connsiteX27569" y="connsiteY27569"/>
              </a:cxn>
              <a:cxn ang="0">
                <a:pos x="connsiteX27570" y="connsiteY27570"/>
              </a:cxn>
              <a:cxn ang="0">
                <a:pos x="connsiteX27571" y="connsiteY27571"/>
              </a:cxn>
              <a:cxn ang="0">
                <a:pos x="connsiteX27572" y="connsiteY27572"/>
              </a:cxn>
              <a:cxn ang="0">
                <a:pos x="connsiteX27573" y="connsiteY27573"/>
              </a:cxn>
              <a:cxn ang="0">
                <a:pos x="connsiteX27574" y="connsiteY27574"/>
              </a:cxn>
              <a:cxn ang="0">
                <a:pos x="connsiteX27575" y="connsiteY27575"/>
              </a:cxn>
              <a:cxn ang="0">
                <a:pos x="connsiteX27576" y="connsiteY27576"/>
              </a:cxn>
              <a:cxn ang="0">
                <a:pos x="connsiteX27577" y="connsiteY27577"/>
              </a:cxn>
              <a:cxn ang="0">
                <a:pos x="connsiteX27578" y="connsiteY27578"/>
              </a:cxn>
              <a:cxn ang="0">
                <a:pos x="connsiteX27579" y="connsiteY27579"/>
              </a:cxn>
              <a:cxn ang="0">
                <a:pos x="connsiteX27580" y="connsiteY27580"/>
              </a:cxn>
              <a:cxn ang="0">
                <a:pos x="connsiteX27581" y="connsiteY27581"/>
              </a:cxn>
              <a:cxn ang="0">
                <a:pos x="connsiteX27582" y="connsiteY27582"/>
              </a:cxn>
              <a:cxn ang="0">
                <a:pos x="connsiteX27583" y="connsiteY27583"/>
              </a:cxn>
              <a:cxn ang="0">
                <a:pos x="connsiteX27584" y="connsiteY27584"/>
              </a:cxn>
              <a:cxn ang="0">
                <a:pos x="connsiteX27585" y="connsiteY27585"/>
              </a:cxn>
              <a:cxn ang="0">
                <a:pos x="connsiteX27586" y="connsiteY27586"/>
              </a:cxn>
              <a:cxn ang="0">
                <a:pos x="connsiteX27587" y="connsiteY27587"/>
              </a:cxn>
              <a:cxn ang="0">
                <a:pos x="connsiteX27588" y="connsiteY27588"/>
              </a:cxn>
              <a:cxn ang="0">
                <a:pos x="connsiteX27589" y="connsiteY27589"/>
              </a:cxn>
              <a:cxn ang="0">
                <a:pos x="connsiteX27590" y="connsiteY27590"/>
              </a:cxn>
              <a:cxn ang="0">
                <a:pos x="connsiteX27591" y="connsiteY27591"/>
              </a:cxn>
              <a:cxn ang="0">
                <a:pos x="connsiteX27592" y="connsiteY27592"/>
              </a:cxn>
              <a:cxn ang="0">
                <a:pos x="connsiteX27593" y="connsiteY27593"/>
              </a:cxn>
              <a:cxn ang="0">
                <a:pos x="connsiteX27594" y="connsiteY27594"/>
              </a:cxn>
              <a:cxn ang="0">
                <a:pos x="connsiteX27595" y="connsiteY27595"/>
              </a:cxn>
              <a:cxn ang="0">
                <a:pos x="connsiteX27596" y="connsiteY27596"/>
              </a:cxn>
              <a:cxn ang="0">
                <a:pos x="connsiteX27597" y="connsiteY27597"/>
              </a:cxn>
              <a:cxn ang="0">
                <a:pos x="connsiteX27598" y="connsiteY27598"/>
              </a:cxn>
              <a:cxn ang="0">
                <a:pos x="connsiteX27599" y="connsiteY27599"/>
              </a:cxn>
              <a:cxn ang="0">
                <a:pos x="connsiteX27600" y="connsiteY27600"/>
              </a:cxn>
              <a:cxn ang="0">
                <a:pos x="connsiteX27601" y="connsiteY27601"/>
              </a:cxn>
              <a:cxn ang="0">
                <a:pos x="connsiteX27602" y="connsiteY27602"/>
              </a:cxn>
              <a:cxn ang="0">
                <a:pos x="connsiteX27603" y="connsiteY27603"/>
              </a:cxn>
              <a:cxn ang="0">
                <a:pos x="connsiteX27604" y="connsiteY27604"/>
              </a:cxn>
              <a:cxn ang="0">
                <a:pos x="connsiteX27605" y="connsiteY27605"/>
              </a:cxn>
              <a:cxn ang="0">
                <a:pos x="connsiteX27606" y="connsiteY27606"/>
              </a:cxn>
              <a:cxn ang="0">
                <a:pos x="connsiteX27607" y="connsiteY27607"/>
              </a:cxn>
              <a:cxn ang="0">
                <a:pos x="connsiteX27608" y="connsiteY27608"/>
              </a:cxn>
              <a:cxn ang="0">
                <a:pos x="connsiteX27609" y="connsiteY27609"/>
              </a:cxn>
              <a:cxn ang="0">
                <a:pos x="connsiteX27610" y="connsiteY27610"/>
              </a:cxn>
              <a:cxn ang="0">
                <a:pos x="connsiteX27611" y="connsiteY27611"/>
              </a:cxn>
              <a:cxn ang="0">
                <a:pos x="connsiteX27612" y="connsiteY27612"/>
              </a:cxn>
              <a:cxn ang="0">
                <a:pos x="connsiteX27613" y="connsiteY27613"/>
              </a:cxn>
              <a:cxn ang="0">
                <a:pos x="connsiteX27614" y="connsiteY27614"/>
              </a:cxn>
              <a:cxn ang="0">
                <a:pos x="connsiteX27615" y="connsiteY27615"/>
              </a:cxn>
              <a:cxn ang="0">
                <a:pos x="connsiteX27616" y="connsiteY27616"/>
              </a:cxn>
              <a:cxn ang="0">
                <a:pos x="connsiteX27617" y="connsiteY27617"/>
              </a:cxn>
              <a:cxn ang="0">
                <a:pos x="connsiteX27618" y="connsiteY27618"/>
              </a:cxn>
              <a:cxn ang="0">
                <a:pos x="connsiteX27619" y="connsiteY27619"/>
              </a:cxn>
              <a:cxn ang="0">
                <a:pos x="connsiteX27620" y="connsiteY27620"/>
              </a:cxn>
              <a:cxn ang="0">
                <a:pos x="connsiteX27621" y="connsiteY27621"/>
              </a:cxn>
              <a:cxn ang="0">
                <a:pos x="connsiteX27622" y="connsiteY27622"/>
              </a:cxn>
              <a:cxn ang="0">
                <a:pos x="connsiteX27623" y="connsiteY27623"/>
              </a:cxn>
              <a:cxn ang="0">
                <a:pos x="connsiteX27624" y="connsiteY27624"/>
              </a:cxn>
              <a:cxn ang="0">
                <a:pos x="connsiteX27625" y="connsiteY27625"/>
              </a:cxn>
              <a:cxn ang="0">
                <a:pos x="connsiteX27626" y="connsiteY27626"/>
              </a:cxn>
              <a:cxn ang="0">
                <a:pos x="connsiteX27627" y="connsiteY27627"/>
              </a:cxn>
              <a:cxn ang="0">
                <a:pos x="connsiteX27628" y="connsiteY27628"/>
              </a:cxn>
              <a:cxn ang="0">
                <a:pos x="connsiteX27629" y="connsiteY27629"/>
              </a:cxn>
              <a:cxn ang="0">
                <a:pos x="connsiteX27630" y="connsiteY27630"/>
              </a:cxn>
              <a:cxn ang="0">
                <a:pos x="connsiteX27631" y="connsiteY27631"/>
              </a:cxn>
              <a:cxn ang="0">
                <a:pos x="connsiteX27632" y="connsiteY27632"/>
              </a:cxn>
              <a:cxn ang="0">
                <a:pos x="connsiteX27633" y="connsiteY27633"/>
              </a:cxn>
              <a:cxn ang="0">
                <a:pos x="connsiteX27634" y="connsiteY27634"/>
              </a:cxn>
              <a:cxn ang="0">
                <a:pos x="connsiteX27635" y="connsiteY27635"/>
              </a:cxn>
              <a:cxn ang="0">
                <a:pos x="connsiteX27636" y="connsiteY27636"/>
              </a:cxn>
              <a:cxn ang="0">
                <a:pos x="connsiteX27637" y="connsiteY27637"/>
              </a:cxn>
              <a:cxn ang="0">
                <a:pos x="connsiteX27638" y="connsiteY27638"/>
              </a:cxn>
              <a:cxn ang="0">
                <a:pos x="connsiteX27639" y="connsiteY27639"/>
              </a:cxn>
              <a:cxn ang="0">
                <a:pos x="connsiteX27640" y="connsiteY27640"/>
              </a:cxn>
              <a:cxn ang="0">
                <a:pos x="connsiteX27641" y="connsiteY27641"/>
              </a:cxn>
              <a:cxn ang="0">
                <a:pos x="connsiteX27642" y="connsiteY27642"/>
              </a:cxn>
              <a:cxn ang="0">
                <a:pos x="connsiteX27643" y="connsiteY27643"/>
              </a:cxn>
              <a:cxn ang="0">
                <a:pos x="connsiteX27644" y="connsiteY27644"/>
              </a:cxn>
              <a:cxn ang="0">
                <a:pos x="connsiteX27645" y="connsiteY27645"/>
              </a:cxn>
              <a:cxn ang="0">
                <a:pos x="connsiteX27646" y="connsiteY27646"/>
              </a:cxn>
              <a:cxn ang="0">
                <a:pos x="connsiteX27647" y="connsiteY27647"/>
              </a:cxn>
              <a:cxn ang="0">
                <a:pos x="connsiteX27648" y="connsiteY27648"/>
              </a:cxn>
              <a:cxn ang="0">
                <a:pos x="connsiteX27649" y="connsiteY27649"/>
              </a:cxn>
              <a:cxn ang="0">
                <a:pos x="connsiteX27650" y="connsiteY27650"/>
              </a:cxn>
              <a:cxn ang="0">
                <a:pos x="connsiteX27651" y="connsiteY27651"/>
              </a:cxn>
              <a:cxn ang="0">
                <a:pos x="connsiteX27652" y="connsiteY27652"/>
              </a:cxn>
              <a:cxn ang="0">
                <a:pos x="connsiteX27653" y="connsiteY27653"/>
              </a:cxn>
              <a:cxn ang="0">
                <a:pos x="connsiteX27654" y="connsiteY27654"/>
              </a:cxn>
              <a:cxn ang="0">
                <a:pos x="connsiteX27655" y="connsiteY27655"/>
              </a:cxn>
              <a:cxn ang="0">
                <a:pos x="connsiteX27656" y="connsiteY27656"/>
              </a:cxn>
              <a:cxn ang="0">
                <a:pos x="connsiteX27657" y="connsiteY27657"/>
              </a:cxn>
              <a:cxn ang="0">
                <a:pos x="connsiteX27658" y="connsiteY27658"/>
              </a:cxn>
              <a:cxn ang="0">
                <a:pos x="connsiteX27659" y="connsiteY27659"/>
              </a:cxn>
              <a:cxn ang="0">
                <a:pos x="connsiteX27660" y="connsiteY27660"/>
              </a:cxn>
              <a:cxn ang="0">
                <a:pos x="connsiteX27661" y="connsiteY27661"/>
              </a:cxn>
              <a:cxn ang="0">
                <a:pos x="connsiteX27662" y="connsiteY27662"/>
              </a:cxn>
              <a:cxn ang="0">
                <a:pos x="connsiteX27663" y="connsiteY27663"/>
              </a:cxn>
              <a:cxn ang="0">
                <a:pos x="connsiteX27664" y="connsiteY27664"/>
              </a:cxn>
              <a:cxn ang="0">
                <a:pos x="connsiteX27665" y="connsiteY27665"/>
              </a:cxn>
              <a:cxn ang="0">
                <a:pos x="connsiteX27666" y="connsiteY27666"/>
              </a:cxn>
              <a:cxn ang="0">
                <a:pos x="connsiteX27667" y="connsiteY27667"/>
              </a:cxn>
              <a:cxn ang="0">
                <a:pos x="connsiteX27668" y="connsiteY27668"/>
              </a:cxn>
              <a:cxn ang="0">
                <a:pos x="connsiteX27669" y="connsiteY27669"/>
              </a:cxn>
              <a:cxn ang="0">
                <a:pos x="connsiteX27670" y="connsiteY27670"/>
              </a:cxn>
              <a:cxn ang="0">
                <a:pos x="connsiteX27671" y="connsiteY27671"/>
              </a:cxn>
              <a:cxn ang="0">
                <a:pos x="connsiteX27672" y="connsiteY27672"/>
              </a:cxn>
              <a:cxn ang="0">
                <a:pos x="connsiteX27673" y="connsiteY27673"/>
              </a:cxn>
              <a:cxn ang="0">
                <a:pos x="connsiteX27674" y="connsiteY27674"/>
              </a:cxn>
              <a:cxn ang="0">
                <a:pos x="connsiteX27675" y="connsiteY27675"/>
              </a:cxn>
              <a:cxn ang="0">
                <a:pos x="connsiteX27676" y="connsiteY27676"/>
              </a:cxn>
              <a:cxn ang="0">
                <a:pos x="connsiteX27677" y="connsiteY27677"/>
              </a:cxn>
              <a:cxn ang="0">
                <a:pos x="connsiteX27678" y="connsiteY27678"/>
              </a:cxn>
              <a:cxn ang="0">
                <a:pos x="connsiteX27679" y="connsiteY27679"/>
              </a:cxn>
              <a:cxn ang="0">
                <a:pos x="connsiteX27680" y="connsiteY27680"/>
              </a:cxn>
              <a:cxn ang="0">
                <a:pos x="connsiteX27681" y="connsiteY27681"/>
              </a:cxn>
              <a:cxn ang="0">
                <a:pos x="connsiteX27682" y="connsiteY27682"/>
              </a:cxn>
              <a:cxn ang="0">
                <a:pos x="connsiteX27683" y="connsiteY27683"/>
              </a:cxn>
              <a:cxn ang="0">
                <a:pos x="connsiteX27684" y="connsiteY27684"/>
              </a:cxn>
              <a:cxn ang="0">
                <a:pos x="connsiteX27685" y="connsiteY27685"/>
              </a:cxn>
              <a:cxn ang="0">
                <a:pos x="connsiteX27686" y="connsiteY27686"/>
              </a:cxn>
              <a:cxn ang="0">
                <a:pos x="connsiteX27687" y="connsiteY27687"/>
              </a:cxn>
              <a:cxn ang="0">
                <a:pos x="connsiteX27688" y="connsiteY27688"/>
              </a:cxn>
              <a:cxn ang="0">
                <a:pos x="connsiteX27689" y="connsiteY27689"/>
              </a:cxn>
              <a:cxn ang="0">
                <a:pos x="connsiteX27690" y="connsiteY27690"/>
              </a:cxn>
              <a:cxn ang="0">
                <a:pos x="connsiteX27691" y="connsiteY27691"/>
              </a:cxn>
              <a:cxn ang="0">
                <a:pos x="connsiteX27692" y="connsiteY27692"/>
              </a:cxn>
              <a:cxn ang="0">
                <a:pos x="connsiteX27693" y="connsiteY27693"/>
              </a:cxn>
              <a:cxn ang="0">
                <a:pos x="connsiteX27694" y="connsiteY27694"/>
              </a:cxn>
              <a:cxn ang="0">
                <a:pos x="connsiteX27695" y="connsiteY27695"/>
              </a:cxn>
              <a:cxn ang="0">
                <a:pos x="connsiteX27696" y="connsiteY27696"/>
              </a:cxn>
              <a:cxn ang="0">
                <a:pos x="connsiteX27697" y="connsiteY27697"/>
              </a:cxn>
              <a:cxn ang="0">
                <a:pos x="connsiteX27698" y="connsiteY27698"/>
              </a:cxn>
              <a:cxn ang="0">
                <a:pos x="connsiteX27699" y="connsiteY27699"/>
              </a:cxn>
              <a:cxn ang="0">
                <a:pos x="connsiteX27700" y="connsiteY27700"/>
              </a:cxn>
              <a:cxn ang="0">
                <a:pos x="connsiteX27701" y="connsiteY27701"/>
              </a:cxn>
              <a:cxn ang="0">
                <a:pos x="connsiteX27702" y="connsiteY27702"/>
              </a:cxn>
              <a:cxn ang="0">
                <a:pos x="connsiteX27703" y="connsiteY27703"/>
              </a:cxn>
              <a:cxn ang="0">
                <a:pos x="connsiteX27704" y="connsiteY27704"/>
              </a:cxn>
              <a:cxn ang="0">
                <a:pos x="connsiteX27705" y="connsiteY27705"/>
              </a:cxn>
              <a:cxn ang="0">
                <a:pos x="connsiteX27706" y="connsiteY27706"/>
              </a:cxn>
              <a:cxn ang="0">
                <a:pos x="connsiteX27707" y="connsiteY27707"/>
              </a:cxn>
              <a:cxn ang="0">
                <a:pos x="connsiteX27708" y="connsiteY27708"/>
              </a:cxn>
              <a:cxn ang="0">
                <a:pos x="connsiteX27709" y="connsiteY27709"/>
              </a:cxn>
              <a:cxn ang="0">
                <a:pos x="connsiteX27710" y="connsiteY27710"/>
              </a:cxn>
              <a:cxn ang="0">
                <a:pos x="connsiteX27711" y="connsiteY27711"/>
              </a:cxn>
              <a:cxn ang="0">
                <a:pos x="connsiteX27712" y="connsiteY27712"/>
              </a:cxn>
              <a:cxn ang="0">
                <a:pos x="connsiteX27713" y="connsiteY27713"/>
              </a:cxn>
              <a:cxn ang="0">
                <a:pos x="connsiteX27714" y="connsiteY27714"/>
              </a:cxn>
              <a:cxn ang="0">
                <a:pos x="connsiteX27715" y="connsiteY27715"/>
              </a:cxn>
              <a:cxn ang="0">
                <a:pos x="connsiteX27716" y="connsiteY27716"/>
              </a:cxn>
              <a:cxn ang="0">
                <a:pos x="connsiteX27717" y="connsiteY27717"/>
              </a:cxn>
              <a:cxn ang="0">
                <a:pos x="connsiteX27718" y="connsiteY27718"/>
              </a:cxn>
              <a:cxn ang="0">
                <a:pos x="connsiteX27719" y="connsiteY27719"/>
              </a:cxn>
              <a:cxn ang="0">
                <a:pos x="connsiteX27720" y="connsiteY27720"/>
              </a:cxn>
              <a:cxn ang="0">
                <a:pos x="connsiteX27721" y="connsiteY27721"/>
              </a:cxn>
              <a:cxn ang="0">
                <a:pos x="connsiteX27722" y="connsiteY27722"/>
              </a:cxn>
              <a:cxn ang="0">
                <a:pos x="connsiteX27723" y="connsiteY27723"/>
              </a:cxn>
              <a:cxn ang="0">
                <a:pos x="connsiteX27724" y="connsiteY27724"/>
              </a:cxn>
              <a:cxn ang="0">
                <a:pos x="connsiteX27725" y="connsiteY27725"/>
              </a:cxn>
              <a:cxn ang="0">
                <a:pos x="connsiteX27726" y="connsiteY27726"/>
              </a:cxn>
              <a:cxn ang="0">
                <a:pos x="connsiteX27727" y="connsiteY27727"/>
              </a:cxn>
              <a:cxn ang="0">
                <a:pos x="connsiteX27728" y="connsiteY27728"/>
              </a:cxn>
              <a:cxn ang="0">
                <a:pos x="connsiteX27729" y="connsiteY27729"/>
              </a:cxn>
              <a:cxn ang="0">
                <a:pos x="connsiteX27730" y="connsiteY27730"/>
              </a:cxn>
              <a:cxn ang="0">
                <a:pos x="connsiteX27731" y="connsiteY27731"/>
              </a:cxn>
              <a:cxn ang="0">
                <a:pos x="connsiteX27732" y="connsiteY27732"/>
              </a:cxn>
              <a:cxn ang="0">
                <a:pos x="connsiteX27733" y="connsiteY27733"/>
              </a:cxn>
              <a:cxn ang="0">
                <a:pos x="connsiteX27734" y="connsiteY27734"/>
              </a:cxn>
              <a:cxn ang="0">
                <a:pos x="connsiteX27735" y="connsiteY27735"/>
              </a:cxn>
              <a:cxn ang="0">
                <a:pos x="connsiteX27736" y="connsiteY27736"/>
              </a:cxn>
              <a:cxn ang="0">
                <a:pos x="connsiteX27737" y="connsiteY27737"/>
              </a:cxn>
              <a:cxn ang="0">
                <a:pos x="connsiteX27738" y="connsiteY27738"/>
              </a:cxn>
              <a:cxn ang="0">
                <a:pos x="connsiteX27739" y="connsiteY27739"/>
              </a:cxn>
              <a:cxn ang="0">
                <a:pos x="connsiteX27740" y="connsiteY27740"/>
              </a:cxn>
              <a:cxn ang="0">
                <a:pos x="connsiteX27741" y="connsiteY27741"/>
              </a:cxn>
              <a:cxn ang="0">
                <a:pos x="connsiteX27742" y="connsiteY27742"/>
              </a:cxn>
              <a:cxn ang="0">
                <a:pos x="connsiteX27743" y="connsiteY27743"/>
              </a:cxn>
              <a:cxn ang="0">
                <a:pos x="connsiteX27744" y="connsiteY27744"/>
              </a:cxn>
              <a:cxn ang="0">
                <a:pos x="connsiteX27745" y="connsiteY27745"/>
              </a:cxn>
              <a:cxn ang="0">
                <a:pos x="connsiteX27746" y="connsiteY27746"/>
              </a:cxn>
              <a:cxn ang="0">
                <a:pos x="connsiteX27747" y="connsiteY27747"/>
              </a:cxn>
              <a:cxn ang="0">
                <a:pos x="connsiteX27748" y="connsiteY27748"/>
              </a:cxn>
              <a:cxn ang="0">
                <a:pos x="connsiteX27749" y="connsiteY27749"/>
              </a:cxn>
              <a:cxn ang="0">
                <a:pos x="connsiteX27750" y="connsiteY27750"/>
              </a:cxn>
              <a:cxn ang="0">
                <a:pos x="connsiteX27751" y="connsiteY27751"/>
              </a:cxn>
              <a:cxn ang="0">
                <a:pos x="connsiteX27752" y="connsiteY27752"/>
              </a:cxn>
              <a:cxn ang="0">
                <a:pos x="connsiteX27753" y="connsiteY27753"/>
              </a:cxn>
              <a:cxn ang="0">
                <a:pos x="connsiteX27754" y="connsiteY27754"/>
              </a:cxn>
              <a:cxn ang="0">
                <a:pos x="connsiteX27755" y="connsiteY27755"/>
              </a:cxn>
              <a:cxn ang="0">
                <a:pos x="connsiteX27756" y="connsiteY27756"/>
              </a:cxn>
              <a:cxn ang="0">
                <a:pos x="connsiteX27757" y="connsiteY27757"/>
              </a:cxn>
              <a:cxn ang="0">
                <a:pos x="connsiteX27758" y="connsiteY27758"/>
              </a:cxn>
              <a:cxn ang="0">
                <a:pos x="connsiteX27759" y="connsiteY27759"/>
              </a:cxn>
              <a:cxn ang="0">
                <a:pos x="connsiteX27760" y="connsiteY27760"/>
              </a:cxn>
              <a:cxn ang="0">
                <a:pos x="connsiteX27761" y="connsiteY27761"/>
              </a:cxn>
              <a:cxn ang="0">
                <a:pos x="connsiteX27762" y="connsiteY27762"/>
              </a:cxn>
              <a:cxn ang="0">
                <a:pos x="connsiteX27763" y="connsiteY27763"/>
              </a:cxn>
              <a:cxn ang="0">
                <a:pos x="connsiteX27764" y="connsiteY27764"/>
              </a:cxn>
              <a:cxn ang="0">
                <a:pos x="connsiteX27765" y="connsiteY27765"/>
              </a:cxn>
              <a:cxn ang="0">
                <a:pos x="connsiteX27766" y="connsiteY27766"/>
              </a:cxn>
              <a:cxn ang="0">
                <a:pos x="connsiteX27767" y="connsiteY27767"/>
              </a:cxn>
              <a:cxn ang="0">
                <a:pos x="connsiteX27768" y="connsiteY27768"/>
              </a:cxn>
              <a:cxn ang="0">
                <a:pos x="connsiteX27769" y="connsiteY27769"/>
              </a:cxn>
              <a:cxn ang="0">
                <a:pos x="connsiteX27770" y="connsiteY27770"/>
              </a:cxn>
              <a:cxn ang="0">
                <a:pos x="connsiteX27771" y="connsiteY27771"/>
              </a:cxn>
              <a:cxn ang="0">
                <a:pos x="connsiteX27772" y="connsiteY27772"/>
              </a:cxn>
              <a:cxn ang="0">
                <a:pos x="connsiteX27773" y="connsiteY27773"/>
              </a:cxn>
              <a:cxn ang="0">
                <a:pos x="connsiteX27774" y="connsiteY27774"/>
              </a:cxn>
              <a:cxn ang="0">
                <a:pos x="connsiteX27775" y="connsiteY27775"/>
              </a:cxn>
              <a:cxn ang="0">
                <a:pos x="connsiteX27776" y="connsiteY27776"/>
              </a:cxn>
              <a:cxn ang="0">
                <a:pos x="connsiteX27777" y="connsiteY27777"/>
              </a:cxn>
              <a:cxn ang="0">
                <a:pos x="connsiteX27778" y="connsiteY27778"/>
              </a:cxn>
              <a:cxn ang="0">
                <a:pos x="connsiteX27779" y="connsiteY27779"/>
              </a:cxn>
              <a:cxn ang="0">
                <a:pos x="connsiteX27780" y="connsiteY27780"/>
              </a:cxn>
              <a:cxn ang="0">
                <a:pos x="connsiteX27781" y="connsiteY27781"/>
              </a:cxn>
              <a:cxn ang="0">
                <a:pos x="connsiteX27782" y="connsiteY27782"/>
              </a:cxn>
              <a:cxn ang="0">
                <a:pos x="connsiteX27783" y="connsiteY27783"/>
              </a:cxn>
              <a:cxn ang="0">
                <a:pos x="connsiteX27784" y="connsiteY27784"/>
              </a:cxn>
              <a:cxn ang="0">
                <a:pos x="connsiteX27785" y="connsiteY27785"/>
              </a:cxn>
              <a:cxn ang="0">
                <a:pos x="connsiteX27786" y="connsiteY27786"/>
              </a:cxn>
              <a:cxn ang="0">
                <a:pos x="connsiteX27787" y="connsiteY27787"/>
              </a:cxn>
              <a:cxn ang="0">
                <a:pos x="connsiteX27788" y="connsiteY27788"/>
              </a:cxn>
              <a:cxn ang="0">
                <a:pos x="connsiteX27789" y="connsiteY27789"/>
              </a:cxn>
              <a:cxn ang="0">
                <a:pos x="connsiteX27790" y="connsiteY27790"/>
              </a:cxn>
              <a:cxn ang="0">
                <a:pos x="connsiteX27791" y="connsiteY27791"/>
              </a:cxn>
              <a:cxn ang="0">
                <a:pos x="connsiteX27792" y="connsiteY27792"/>
              </a:cxn>
              <a:cxn ang="0">
                <a:pos x="connsiteX27793" y="connsiteY27793"/>
              </a:cxn>
              <a:cxn ang="0">
                <a:pos x="connsiteX27794" y="connsiteY27794"/>
              </a:cxn>
              <a:cxn ang="0">
                <a:pos x="connsiteX27795" y="connsiteY27795"/>
              </a:cxn>
              <a:cxn ang="0">
                <a:pos x="connsiteX27796" y="connsiteY27796"/>
              </a:cxn>
              <a:cxn ang="0">
                <a:pos x="connsiteX27797" y="connsiteY27797"/>
              </a:cxn>
              <a:cxn ang="0">
                <a:pos x="connsiteX27798" y="connsiteY27798"/>
              </a:cxn>
              <a:cxn ang="0">
                <a:pos x="connsiteX27799" y="connsiteY27799"/>
              </a:cxn>
              <a:cxn ang="0">
                <a:pos x="connsiteX27800" y="connsiteY27800"/>
              </a:cxn>
              <a:cxn ang="0">
                <a:pos x="connsiteX27801" y="connsiteY27801"/>
              </a:cxn>
              <a:cxn ang="0">
                <a:pos x="connsiteX27802" y="connsiteY27802"/>
              </a:cxn>
              <a:cxn ang="0">
                <a:pos x="connsiteX27803" y="connsiteY27803"/>
              </a:cxn>
              <a:cxn ang="0">
                <a:pos x="connsiteX27804" y="connsiteY27804"/>
              </a:cxn>
              <a:cxn ang="0">
                <a:pos x="connsiteX27805" y="connsiteY27805"/>
              </a:cxn>
              <a:cxn ang="0">
                <a:pos x="connsiteX27806" y="connsiteY27806"/>
              </a:cxn>
              <a:cxn ang="0">
                <a:pos x="connsiteX27807" y="connsiteY27807"/>
              </a:cxn>
              <a:cxn ang="0">
                <a:pos x="connsiteX27808" y="connsiteY27808"/>
              </a:cxn>
              <a:cxn ang="0">
                <a:pos x="connsiteX27809" y="connsiteY27809"/>
              </a:cxn>
              <a:cxn ang="0">
                <a:pos x="connsiteX27810" y="connsiteY27810"/>
              </a:cxn>
              <a:cxn ang="0">
                <a:pos x="connsiteX27811" y="connsiteY27811"/>
              </a:cxn>
              <a:cxn ang="0">
                <a:pos x="connsiteX27812" y="connsiteY27812"/>
              </a:cxn>
              <a:cxn ang="0">
                <a:pos x="connsiteX27813" y="connsiteY27813"/>
              </a:cxn>
              <a:cxn ang="0">
                <a:pos x="connsiteX27814" y="connsiteY27814"/>
              </a:cxn>
              <a:cxn ang="0">
                <a:pos x="connsiteX27815" y="connsiteY27815"/>
              </a:cxn>
              <a:cxn ang="0">
                <a:pos x="connsiteX27816" y="connsiteY27816"/>
              </a:cxn>
              <a:cxn ang="0">
                <a:pos x="connsiteX27817" y="connsiteY27817"/>
              </a:cxn>
              <a:cxn ang="0">
                <a:pos x="connsiteX27818" y="connsiteY27818"/>
              </a:cxn>
              <a:cxn ang="0">
                <a:pos x="connsiteX27819" y="connsiteY27819"/>
              </a:cxn>
              <a:cxn ang="0">
                <a:pos x="connsiteX27820" y="connsiteY27820"/>
              </a:cxn>
              <a:cxn ang="0">
                <a:pos x="connsiteX27821" y="connsiteY27821"/>
              </a:cxn>
              <a:cxn ang="0">
                <a:pos x="connsiteX27822" y="connsiteY27822"/>
              </a:cxn>
              <a:cxn ang="0">
                <a:pos x="connsiteX27823" y="connsiteY27823"/>
              </a:cxn>
              <a:cxn ang="0">
                <a:pos x="connsiteX27824" y="connsiteY27824"/>
              </a:cxn>
              <a:cxn ang="0">
                <a:pos x="connsiteX27825" y="connsiteY27825"/>
              </a:cxn>
              <a:cxn ang="0">
                <a:pos x="connsiteX27826" y="connsiteY27826"/>
              </a:cxn>
              <a:cxn ang="0">
                <a:pos x="connsiteX27827" y="connsiteY27827"/>
              </a:cxn>
              <a:cxn ang="0">
                <a:pos x="connsiteX27828" y="connsiteY27828"/>
              </a:cxn>
              <a:cxn ang="0">
                <a:pos x="connsiteX27829" y="connsiteY27829"/>
              </a:cxn>
              <a:cxn ang="0">
                <a:pos x="connsiteX27830" y="connsiteY27830"/>
              </a:cxn>
              <a:cxn ang="0">
                <a:pos x="connsiteX27831" y="connsiteY27831"/>
              </a:cxn>
              <a:cxn ang="0">
                <a:pos x="connsiteX27832" y="connsiteY27832"/>
              </a:cxn>
              <a:cxn ang="0">
                <a:pos x="connsiteX27833" y="connsiteY27833"/>
              </a:cxn>
              <a:cxn ang="0">
                <a:pos x="connsiteX27834" y="connsiteY27834"/>
              </a:cxn>
              <a:cxn ang="0">
                <a:pos x="connsiteX27835" y="connsiteY27835"/>
              </a:cxn>
              <a:cxn ang="0">
                <a:pos x="connsiteX27836" y="connsiteY27836"/>
              </a:cxn>
              <a:cxn ang="0">
                <a:pos x="connsiteX27837" y="connsiteY27837"/>
              </a:cxn>
              <a:cxn ang="0">
                <a:pos x="connsiteX27838" y="connsiteY27838"/>
              </a:cxn>
              <a:cxn ang="0">
                <a:pos x="connsiteX27839" y="connsiteY27839"/>
              </a:cxn>
              <a:cxn ang="0">
                <a:pos x="connsiteX27840" y="connsiteY27840"/>
              </a:cxn>
              <a:cxn ang="0">
                <a:pos x="connsiteX27841" y="connsiteY27841"/>
              </a:cxn>
              <a:cxn ang="0">
                <a:pos x="connsiteX27842" y="connsiteY27842"/>
              </a:cxn>
              <a:cxn ang="0">
                <a:pos x="connsiteX27843" y="connsiteY27843"/>
              </a:cxn>
              <a:cxn ang="0">
                <a:pos x="connsiteX27844" y="connsiteY27844"/>
              </a:cxn>
              <a:cxn ang="0">
                <a:pos x="connsiteX27845" y="connsiteY27845"/>
              </a:cxn>
              <a:cxn ang="0">
                <a:pos x="connsiteX27846" y="connsiteY27846"/>
              </a:cxn>
              <a:cxn ang="0">
                <a:pos x="connsiteX27847" y="connsiteY27847"/>
              </a:cxn>
              <a:cxn ang="0">
                <a:pos x="connsiteX27848" y="connsiteY27848"/>
              </a:cxn>
              <a:cxn ang="0">
                <a:pos x="connsiteX27849" y="connsiteY27849"/>
              </a:cxn>
              <a:cxn ang="0">
                <a:pos x="connsiteX27850" y="connsiteY27850"/>
              </a:cxn>
              <a:cxn ang="0">
                <a:pos x="connsiteX27851" y="connsiteY27851"/>
              </a:cxn>
              <a:cxn ang="0">
                <a:pos x="connsiteX27852" y="connsiteY27852"/>
              </a:cxn>
              <a:cxn ang="0">
                <a:pos x="connsiteX27853" y="connsiteY27853"/>
              </a:cxn>
              <a:cxn ang="0">
                <a:pos x="connsiteX27854" y="connsiteY27854"/>
              </a:cxn>
              <a:cxn ang="0">
                <a:pos x="connsiteX27855" y="connsiteY27855"/>
              </a:cxn>
              <a:cxn ang="0">
                <a:pos x="connsiteX27856" y="connsiteY27856"/>
              </a:cxn>
              <a:cxn ang="0">
                <a:pos x="connsiteX27857" y="connsiteY27857"/>
              </a:cxn>
              <a:cxn ang="0">
                <a:pos x="connsiteX27858" y="connsiteY27858"/>
              </a:cxn>
              <a:cxn ang="0">
                <a:pos x="connsiteX27859" y="connsiteY27859"/>
              </a:cxn>
              <a:cxn ang="0">
                <a:pos x="connsiteX27860" y="connsiteY27860"/>
              </a:cxn>
              <a:cxn ang="0">
                <a:pos x="connsiteX27861" y="connsiteY27861"/>
              </a:cxn>
              <a:cxn ang="0">
                <a:pos x="connsiteX27862" y="connsiteY27862"/>
              </a:cxn>
              <a:cxn ang="0">
                <a:pos x="connsiteX27863" y="connsiteY27863"/>
              </a:cxn>
              <a:cxn ang="0">
                <a:pos x="connsiteX27864" y="connsiteY27864"/>
              </a:cxn>
              <a:cxn ang="0">
                <a:pos x="connsiteX27865" y="connsiteY27865"/>
              </a:cxn>
              <a:cxn ang="0">
                <a:pos x="connsiteX27866" y="connsiteY27866"/>
              </a:cxn>
              <a:cxn ang="0">
                <a:pos x="connsiteX27867" y="connsiteY27867"/>
              </a:cxn>
              <a:cxn ang="0">
                <a:pos x="connsiteX27868" y="connsiteY27868"/>
              </a:cxn>
              <a:cxn ang="0">
                <a:pos x="connsiteX27869" y="connsiteY27869"/>
              </a:cxn>
              <a:cxn ang="0">
                <a:pos x="connsiteX27870" y="connsiteY27870"/>
              </a:cxn>
              <a:cxn ang="0">
                <a:pos x="connsiteX27871" y="connsiteY27871"/>
              </a:cxn>
              <a:cxn ang="0">
                <a:pos x="connsiteX27872" y="connsiteY27872"/>
              </a:cxn>
              <a:cxn ang="0">
                <a:pos x="connsiteX27873" y="connsiteY27873"/>
              </a:cxn>
              <a:cxn ang="0">
                <a:pos x="connsiteX27874" y="connsiteY27874"/>
              </a:cxn>
              <a:cxn ang="0">
                <a:pos x="connsiteX27875" y="connsiteY27875"/>
              </a:cxn>
              <a:cxn ang="0">
                <a:pos x="connsiteX27876" y="connsiteY27876"/>
              </a:cxn>
              <a:cxn ang="0">
                <a:pos x="connsiteX27877" y="connsiteY27877"/>
              </a:cxn>
              <a:cxn ang="0">
                <a:pos x="connsiteX27878" y="connsiteY27878"/>
              </a:cxn>
              <a:cxn ang="0">
                <a:pos x="connsiteX27879" y="connsiteY27879"/>
              </a:cxn>
              <a:cxn ang="0">
                <a:pos x="connsiteX27880" y="connsiteY27880"/>
              </a:cxn>
              <a:cxn ang="0">
                <a:pos x="connsiteX27881" y="connsiteY27881"/>
              </a:cxn>
              <a:cxn ang="0">
                <a:pos x="connsiteX27882" y="connsiteY27882"/>
              </a:cxn>
              <a:cxn ang="0">
                <a:pos x="connsiteX27883" y="connsiteY27883"/>
              </a:cxn>
              <a:cxn ang="0">
                <a:pos x="connsiteX27884" y="connsiteY27884"/>
              </a:cxn>
              <a:cxn ang="0">
                <a:pos x="connsiteX27885" y="connsiteY27885"/>
              </a:cxn>
              <a:cxn ang="0">
                <a:pos x="connsiteX27886" y="connsiteY27886"/>
              </a:cxn>
              <a:cxn ang="0">
                <a:pos x="connsiteX27887" y="connsiteY27887"/>
              </a:cxn>
              <a:cxn ang="0">
                <a:pos x="connsiteX27888" y="connsiteY27888"/>
              </a:cxn>
              <a:cxn ang="0">
                <a:pos x="connsiteX27889" y="connsiteY27889"/>
              </a:cxn>
              <a:cxn ang="0">
                <a:pos x="connsiteX27890" y="connsiteY27890"/>
              </a:cxn>
              <a:cxn ang="0">
                <a:pos x="connsiteX27891" y="connsiteY27891"/>
              </a:cxn>
              <a:cxn ang="0">
                <a:pos x="connsiteX27892" y="connsiteY27892"/>
              </a:cxn>
              <a:cxn ang="0">
                <a:pos x="connsiteX27893" y="connsiteY27893"/>
              </a:cxn>
              <a:cxn ang="0">
                <a:pos x="connsiteX27894" y="connsiteY27894"/>
              </a:cxn>
              <a:cxn ang="0">
                <a:pos x="connsiteX27895" y="connsiteY27895"/>
              </a:cxn>
              <a:cxn ang="0">
                <a:pos x="connsiteX27896" y="connsiteY27896"/>
              </a:cxn>
              <a:cxn ang="0">
                <a:pos x="connsiteX27897" y="connsiteY27897"/>
              </a:cxn>
              <a:cxn ang="0">
                <a:pos x="connsiteX27898" y="connsiteY27898"/>
              </a:cxn>
              <a:cxn ang="0">
                <a:pos x="connsiteX27899" y="connsiteY27899"/>
              </a:cxn>
              <a:cxn ang="0">
                <a:pos x="connsiteX27900" y="connsiteY27900"/>
              </a:cxn>
              <a:cxn ang="0">
                <a:pos x="connsiteX27901" y="connsiteY27901"/>
              </a:cxn>
              <a:cxn ang="0">
                <a:pos x="connsiteX27902" y="connsiteY27902"/>
              </a:cxn>
              <a:cxn ang="0">
                <a:pos x="connsiteX27903" y="connsiteY27903"/>
              </a:cxn>
              <a:cxn ang="0">
                <a:pos x="connsiteX27904" y="connsiteY27904"/>
              </a:cxn>
              <a:cxn ang="0">
                <a:pos x="connsiteX27905" y="connsiteY27905"/>
              </a:cxn>
              <a:cxn ang="0">
                <a:pos x="connsiteX27906" y="connsiteY27906"/>
              </a:cxn>
              <a:cxn ang="0">
                <a:pos x="connsiteX27907" y="connsiteY27907"/>
              </a:cxn>
              <a:cxn ang="0">
                <a:pos x="connsiteX27908" y="connsiteY27908"/>
              </a:cxn>
              <a:cxn ang="0">
                <a:pos x="connsiteX27909" y="connsiteY27909"/>
              </a:cxn>
              <a:cxn ang="0">
                <a:pos x="connsiteX27910" y="connsiteY27910"/>
              </a:cxn>
              <a:cxn ang="0">
                <a:pos x="connsiteX27911" y="connsiteY27911"/>
              </a:cxn>
              <a:cxn ang="0">
                <a:pos x="connsiteX27912" y="connsiteY27912"/>
              </a:cxn>
              <a:cxn ang="0">
                <a:pos x="connsiteX27913" y="connsiteY27913"/>
              </a:cxn>
              <a:cxn ang="0">
                <a:pos x="connsiteX27914" y="connsiteY27914"/>
              </a:cxn>
              <a:cxn ang="0">
                <a:pos x="connsiteX27915" y="connsiteY27915"/>
              </a:cxn>
              <a:cxn ang="0">
                <a:pos x="connsiteX27916" y="connsiteY27916"/>
              </a:cxn>
              <a:cxn ang="0">
                <a:pos x="connsiteX27917" y="connsiteY27917"/>
              </a:cxn>
              <a:cxn ang="0">
                <a:pos x="connsiteX27918" y="connsiteY27918"/>
              </a:cxn>
              <a:cxn ang="0">
                <a:pos x="connsiteX27919" y="connsiteY27919"/>
              </a:cxn>
              <a:cxn ang="0">
                <a:pos x="connsiteX27920" y="connsiteY27920"/>
              </a:cxn>
              <a:cxn ang="0">
                <a:pos x="connsiteX27921" y="connsiteY27921"/>
              </a:cxn>
              <a:cxn ang="0">
                <a:pos x="connsiteX27922" y="connsiteY27922"/>
              </a:cxn>
              <a:cxn ang="0">
                <a:pos x="connsiteX27923" y="connsiteY27923"/>
              </a:cxn>
              <a:cxn ang="0">
                <a:pos x="connsiteX27924" y="connsiteY27924"/>
              </a:cxn>
              <a:cxn ang="0">
                <a:pos x="connsiteX27925" y="connsiteY27925"/>
              </a:cxn>
              <a:cxn ang="0">
                <a:pos x="connsiteX27926" y="connsiteY27926"/>
              </a:cxn>
              <a:cxn ang="0">
                <a:pos x="connsiteX27927" y="connsiteY27927"/>
              </a:cxn>
              <a:cxn ang="0">
                <a:pos x="connsiteX27928" y="connsiteY27928"/>
              </a:cxn>
              <a:cxn ang="0">
                <a:pos x="connsiteX27929" y="connsiteY27929"/>
              </a:cxn>
              <a:cxn ang="0">
                <a:pos x="connsiteX27930" y="connsiteY27930"/>
              </a:cxn>
              <a:cxn ang="0">
                <a:pos x="connsiteX27931" y="connsiteY27931"/>
              </a:cxn>
              <a:cxn ang="0">
                <a:pos x="connsiteX27932" y="connsiteY27932"/>
              </a:cxn>
              <a:cxn ang="0">
                <a:pos x="connsiteX27933" y="connsiteY27933"/>
              </a:cxn>
              <a:cxn ang="0">
                <a:pos x="connsiteX27934" y="connsiteY27934"/>
              </a:cxn>
              <a:cxn ang="0">
                <a:pos x="connsiteX27935" y="connsiteY27935"/>
              </a:cxn>
              <a:cxn ang="0">
                <a:pos x="connsiteX27936" y="connsiteY27936"/>
              </a:cxn>
              <a:cxn ang="0">
                <a:pos x="connsiteX27937" y="connsiteY27937"/>
              </a:cxn>
              <a:cxn ang="0">
                <a:pos x="connsiteX27938" y="connsiteY27938"/>
              </a:cxn>
              <a:cxn ang="0">
                <a:pos x="connsiteX27939" y="connsiteY27939"/>
              </a:cxn>
              <a:cxn ang="0">
                <a:pos x="connsiteX27940" y="connsiteY27940"/>
              </a:cxn>
              <a:cxn ang="0">
                <a:pos x="connsiteX27941" y="connsiteY27941"/>
              </a:cxn>
              <a:cxn ang="0">
                <a:pos x="connsiteX27942" y="connsiteY27942"/>
              </a:cxn>
              <a:cxn ang="0">
                <a:pos x="connsiteX27943" y="connsiteY27943"/>
              </a:cxn>
              <a:cxn ang="0">
                <a:pos x="connsiteX27944" y="connsiteY27944"/>
              </a:cxn>
              <a:cxn ang="0">
                <a:pos x="connsiteX27945" y="connsiteY27945"/>
              </a:cxn>
              <a:cxn ang="0">
                <a:pos x="connsiteX27946" y="connsiteY27946"/>
              </a:cxn>
              <a:cxn ang="0">
                <a:pos x="connsiteX27947" y="connsiteY27947"/>
              </a:cxn>
              <a:cxn ang="0">
                <a:pos x="connsiteX27948" y="connsiteY27948"/>
              </a:cxn>
              <a:cxn ang="0">
                <a:pos x="connsiteX27949" y="connsiteY27949"/>
              </a:cxn>
              <a:cxn ang="0">
                <a:pos x="connsiteX27950" y="connsiteY27950"/>
              </a:cxn>
              <a:cxn ang="0">
                <a:pos x="connsiteX27951" y="connsiteY27951"/>
              </a:cxn>
              <a:cxn ang="0">
                <a:pos x="connsiteX27952" y="connsiteY27952"/>
              </a:cxn>
              <a:cxn ang="0">
                <a:pos x="connsiteX27953" y="connsiteY27953"/>
              </a:cxn>
              <a:cxn ang="0">
                <a:pos x="connsiteX27954" y="connsiteY27954"/>
              </a:cxn>
              <a:cxn ang="0">
                <a:pos x="connsiteX27955" y="connsiteY27955"/>
              </a:cxn>
              <a:cxn ang="0">
                <a:pos x="connsiteX27956" y="connsiteY27956"/>
              </a:cxn>
              <a:cxn ang="0">
                <a:pos x="connsiteX27957" y="connsiteY27957"/>
              </a:cxn>
              <a:cxn ang="0">
                <a:pos x="connsiteX27958" y="connsiteY27958"/>
              </a:cxn>
              <a:cxn ang="0">
                <a:pos x="connsiteX27959" y="connsiteY27959"/>
              </a:cxn>
              <a:cxn ang="0">
                <a:pos x="connsiteX27960" y="connsiteY27960"/>
              </a:cxn>
              <a:cxn ang="0">
                <a:pos x="connsiteX27961" y="connsiteY27961"/>
              </a:cxn>
              <a:cxn ang="0">
                <a:pos x="connsiteX27962" y="connsiteY27962"/>
              </a:cxn>
              <a:cxn ang="0">
                <a:pos x="connsiteX27963" y="connsiteY27963"/>
              </a:cxn>
              <a:cxn ang="0">
                <a:pos x="connsiteX27964" y="connsiteY27964"/>
              </a:cxn>
              <a:cxn ang="0">
                <a:pos x="connsiteX27965" y="connsiteY27965"/>
              </a:cxn>
              <a:cxn ang="0">
                <a:pos x="connsiteX27966" y="connsiteY27966"/>
              </a:cxn>
              <a:cxn ang="0">
                <a:pos x="connsiteX27967" y="connsiteY27967"/>
              </a:cxn>
              <a:cxn ang="0">
                <a:pos x="connsiteX27968" y="connsiteY27968"/>
              </a:cxn>
              <a:cxn ang="0">
                <a:pos x="connsiteX27969" y="connsiteY27969"/>
              </a:cxn>
              <a:cxn ang="0">
                <a:pos x="connsiteX27970" y="connsiteY27970"/>
              </a:cxn>
              <a:cxn ang="0">
                <a:pos x="connsiteX27971" y="connsiteY27971"/>
              </a:cxn>
              <a:cxn ang="0">
                <a:pos x="connsiteX27972" y="connsiteY27972"/>
              </a:cxn>
              <a:cxn ang="0">
                <a:pos x="connsiteX27973" y="connsiteY27973"/>
              </a:cxn>
              <a:cxn ang="0">
                <a:pos x="connsiteX27974" y="connsiteY27974"/>
              </a:cxn>
              <a:cxn ang="0">
                <a:pos x="connsiteX27975" y="connsiteY27975"/>
              </a:cxn>
              <a:cxn ang="0">
                <a:pos x="connsiteX27976" y="connsiteY27976"/>
              </a:cxn>
              <a:cxn ang="0">
                <a:pos x="connsiteX27977" y="connsiteY27977"/>
              </a:cxn>
              <a:cxn ang="0">
                <a:pos x="connsiteX27978" y="connsiteY27978"/>
              </a:cxn>
              <a:cxn ang="0">
                <a:pos x="connsiteX27979" y="connsiteY27979"/>
              </a:cxn>
              <a:cxn ang="0">
                <a:pos x="connsiteX27980" y="connsiteY27980"/>
              </a:cxn>
              <a:cxn ang="0">
                <a:pos x="connsiteX27981" y="connsiteY27981"/>
              </a:cxn>
              <a:cxn ang="0">
                <a:pos x="connsiteX27982" y="connsiteY27982"/>
              </a:cxn>
              <a:cxn ang="0">
                <a:pos x="connsiteX27983" y="connsiteY27983"/>
              </a:cxn>
              <a:cxn ang="0">
                <a:pos x="connsiteX27984" y="connsiteY27984"/>
              </a:cxn>
              <a:cxn ang="0">
                <a:pos x="connsiteX27985" y="connsiteY27985"/>
              </a:cxn>
              <a:cxn ang="0">
                <a:pos x="connsiteX27986" y="connsiteY27986"/>
              </a:cxn>
              <a:cxn ang="0">
                <a:pos x="connsiteX27987" y="connsiteY27987"/>
              </a:cxn>
              <a:cxn ang="0">
                <a:pos x="connsiteX27988" y="connsiteY27988"/>
              </a:cxn>
              <a:cxn ang="0">
                <a:pos x="connsiteX27989" y="connsiteY27989"/>
              </a:cxn>
              <a:cxn ang="0">
                <a:pos x="connsiteX27990" y="connsiteY27990"/>
              </a:cxn>
              <a:cxn ang="0">
                <a:pos x="connsiteX27991" y="connsiteY27991"/>
              </a:cxn>
              <a:cxn ang="0">
                <a:pos x="connsiteX27992" y="connsiteY27992"/>
              </a:cxn>
              <a:cxn ang="0">
                <a:pos x="connsiteX27993" y="connsiteY27993"/>
              </a:cxn>
              <a:cxn ang="0">
                <a:pos x="connsiteX27994" y="connsiteY27994"/>
              </a:cxn>
              <a:cxn ang="0">
                <a:pos x="connsiteX27995" y="connsiteY27995"/>
              </a:cxn>
              <a:cxn ang="0">
                <a:pos x="connsiteX27996" y="connsiteY27996"/>
              </a:cxn>
              <a:cxn ang="0">
                <a:pos x="connsiteX27997" y="connsiteY27997"/>
              </a:cxn>
              <a:cxn ang="0">
                <a:pos x="connsiteX27998" y="connsiteY27998"/>
              </a:cxn>
              <a:cxn ang="0">
                <a:pos x="connsiteX27999" y="connsiteY27999"/>
              </a:cxn>
              <a:cxn ang="0">
                <a:pos x="connsiteX28000" y="connsiteY28000"/>
              </a:cxn>
              <a:cxn ang="0">
                <a:pos x="connsiteX28001" y="connsiteY28001"/>
              </a:cxn>
              <a:cxn ang="0">
                <a:pos x="connsiteX28002" y="connsiteY28002"/>
              </a:cxn>
              <a:cxn ang="0">
                <a:pos x="connsiteX28003" y="connsiteY28003"/>
              </a:cxn>
              <a:cxn ang="0">
                <a:pos x="connsiteX28004" y="connsiteY28004"/>
              </a:cxn>
              <a:cxn ang="0">
                <a:pos x="connsiteX28005" y="connsiteY28005"/>
              </a:cxn>
              <a:cxn ang="0">
                <a:pos x="connsiteX28006" y="connsiteY28006"/>
              </a:cxn>
              <a:cxn ang="0">
                <a:pos x="connsiteX28007" y="connsiteY28007"/>
              </a:cxn>
              <a:cxn ang="0">
                <a:pos x="connsiteX28008" y="connsiteY28008"/>
              </a:cxn>
              <a:cxn ang="0">
                <a:pos x="connsiteX28009" y="connsiteY28009"/>
              </a:cxn>
              <a:cxn ang="0">
                <a:pos x="connsiteX28010" y="connsiteY28010"/>
              </a:cxn>
              <a:cxn ang="0">
                <a:pos x="connsiteX28011" y="connsiteY28011"/>
              </a:cxn>
              <a:cxn ang="0">
                <a:pos x="connsiteX28012" y="connsiteY28012"/>
              </a:cxn>
              <a:cxn ang="0">
                <a:pos x="connsiteX28013" y="connsiteY28013"/>
              </a:cxn>
              <a:cxn ang="0">
                <a:pos x="connsiteX28014" y="connsiteY28014"/>
              </a:cxn>
              <a:cxn ang="0">
                <a:pos x="connsiteX28015" y="connsiteY28015"/>
              </a:cxn>
              <a:cxn ang="0">
                <a:pos x="connsiteX28016" y="connsiteY28016"/>
              </a:cxn>
              <a:cxn ang="0">
                <a:pos x="connsiteX28017" y="connsiteY28017"/>
              </a:cxn>
              <a:cxn ang="0">
                <a:pos x="connsiteX28018" y="connsiteY28018"/>
              </a:cxn>
              <a:cxn ang="0">
                <a:pos x="connsiteX28019" y="connsiteY28019"/>
              </a:cxn>
              <a:cxn ang="0">
                <a:pos x="connsiteX28020" y="connsiteY28020"/>
              </a:cxn>
              <a:cxn ang="0">
                <a:pos x="connsiteX28021" y="connsiteY28021"/>
              </a:cxn>
              <a:cxn ang="0">
                <a:pos x="connsiteX28022" y="connsiteY28022"/>
              </a:cxn>
              <a:cxn ang="0">
                <a:pos x="connsiteX28023" y="connsiteY28023"/>
              </a:cxn>
              <a:cxn ang="0">
                <a:pos x="connsiteX28024" y="connsiteY28024"/>
              </a:cxn>
              <a:cxn ang="0">
                <a:pos x="connsiteX28025" y="connsiteY28025"/>
              </a:cxn>
              <a:cxn ang="0">
                <a:pos x="connsiteX28026" y="connsiteY28026"/>
              </a:cxn>
              <a:cxn ang="0">
                <a:pos x="connsiteX28027" y="connsiteY28027"/>
              </a:cxn>
              <a:cxn ang="0">
                <a:pos x="connsiteX28028" y="connsiteY28028"/>
              </a:cxn>
              <a:cxn ang="0">
                <a:pos x="connsiteX28029" y="connsiteY28029"/>
              </a:cxn>
              <a:cxn ang="0">
                <a:pos x="connsiteX28030" y="connsiteY28030"/>
              </a:cxn>
              <a:cxn ang="0">
                <a:pos x="connsiteX28031" y="connsiteY28031"/>
              </a:cxn>
              <a:cxn ang="0">
                <a:pos x="connsiteX28032" y="connsiteY28032"/>
              </a:cxn>
              <a:cxn ang="0">
                <a:pos x="connsiteX28033" y="connsiteY28033"/>
              </a:cxn>
              <a:cxn ang="0">
                <a:pos x="connsiteX28034" y="connsiteY28034"/>
              </a:cxn>
              <a:cxn ang="0">
                <a:pos x="connsiteX28035" y="connsiteY28035"/>
              </a:cxn>
              <a:cxn ang="0">
                <a:pos x="connsiteX28036" y="connsiteY28036"/>
              </a:cxn>
              <a:cxn ang="0">
                <a:pos x="connsiteX28037" y="connsiteY28037"/>
              </a:cxn>
              <a:cxn ang="0">
                <a:pos x="connsiteX28038" y="connsiteY28038"/>
              </a:cxn>
              <a:cxn ang="0">
                <a:pos x="connsiteX28039" y="connsiteY28039"/>
              </a:cxn>
              <a:cxn ang="0">
                <a:pos x="connsiteX28040" y="connsiteY28040"/>
              </a:cxn>
              <a:cxn ang="0">
                <a:pos x="connsiteX28041" y="connsiteY28041"/>
              </a:cxn>
              <a:cxn ang="0">
                <a:pos x="connsiteX28042" y="connsiteY28042"/>
              </a:cxn>
              <a:cxn ang="0">
                <a:pos x="connsiteX28043" y="connsiteY28043"/>
              </a:cxn>
              <a:cxn ang="0">
                <a:pos x="connsiteX28044" y="connsiteY28044"/>
              </a:cxn>
              <a:cxn ang="0">
                <a:pos x="connsiteX28045" y="connsiteY28045"/>
              </a:cxn>
              <a:cxn ang="0">
                <a:pos x="connsiteX28046" y="connsiteY28046"/>
              </a:cxn>
              <a:cxn ang="0">
                <a:pos x="connsiteX28047" y="connsiteY28047"/>
              </a:cxn>
              <a:cxn ang="0">
                <a:pos x="connsiteX28048" y="connsiteY28048"/>
              </a:cxn>
              <a:cxn ang="0">
                <a:pos x="connsiteX28049" y="connsiteY28049"/>
              </a:cxn>
              <a:cxn ang="0">
                <a:pos x="connsiteX28050" y="connsiteY28050"/>
              </a:cxn>
              <a:cxn ang="0">
                <a:pos x="connsiteX28051" y="connsiteY28051"/>
              </a:cxn>
              <a:cxn ang="0">
                <a:pos x="connsiteX28052" y="connsiteY28052"/>
              </a:cxn>
              <a:cxn ang="0">
                <a:pos x="connsiteX28053" y="connsiteY28053"/>
              </a:cxn>
              <a:cxn ang="0">
                <a:pos x="connsiteX28054" y="connsiteY28054"/>
              </a:cxn>
              <a:cxn ang="0">
                <a:pos x="connsiteX28055" y="connsiteY28055"/>
              </a:cxn>
              <a:cxn ang="0">
                <a:pos x="connsiteX28056" y="connsiteY28056"/>
              </a:cxn>
              <a:cxn ang="0">
                <a:pos x="connsiteX28057" y="connsiteY28057"/>
              </a:cxn>
              <a:cxn ang="0">
                <a:pos x="connsiteX28058" y="connsiteY28058"/>
              </a:cxn>
              <a:cxn ang="0">
                <a:pos x="connsiteX28059" y="connsiteY28059"/>
              </a:cxn>
              <a:cxn ang="0">
                <a:pos x="connsiteX28060" y="connsiteY28060"/>
              </a:cxn>
              <a:cxn ang="0">
                <a:pos x="connsiteX28061" y="connsiteY28061"/>
              </a:cxn>
              <a:cxn ang="0">
                <a:pos x="connsiteX28062" y="connsiteY28062"/>
              </a:cxn>
              <a:cxn ang="0">
                <a:pos x="connsiteX28063" y="connsiteY28063"/>
              </a:cxn>
              <a:cxn ang="0">
                <a:pos x="connsiteX28064" y="connsiteY28064"/>
              </a:cxn>
              <a:cxn ang="0">
                <a:pos x="connsiteX28065" y="connsiteY28065"/>
              </a:cxn>
              <a:cxn ang="0">
                <a:pos x="connsiteX28066" y="connsiteY28066"/>
              </a:cxn>
              <a:cxn ang="0">
                <a:pos x="connsiteX28067" y="connsiteY28067"/>
              </a:cxn>
              <a:cxn ang="0">
                <a:pos x="connsiteX28068" y="connsiteY28068"/>
              </a:cxn>
              <a:cxn ang="0">
                <a:pos x="connsiteX28069" y="connsiteY28069"/>
              </a:cxn>
              <a:cxn ang="0">
                <a:pos x="connsiteX28070" y="connsiteY28070"/>
              </a:cxn>
              <a:cxn ang="0">
                <a:pos x="connsiteX28071" y="connsiteY28071"/>
              </a:cxn>
              <a:cxn ang="0">
                <a:pos x="connsiteX28072" y="connsiteY28072"/>
              </a:cxn>
              <a:cxn ang="0">
                <a:pos x="connsiteX28073" y="connsiteY28073"/>
              </a:cxn>
              <a:cxn ang="0">
                <a:pos x="connsiteX28074" y="connsiteY28074"/>
              </a:cxn>
              <a:cxn ang="0">
                <a:pos x="connsiteX28075" y="connsiteY28075"/>
              </a:cxn>
              <a:cxn ang="0">
                <a:pos x="connsiteX28076" y="connsiteY28076"/>
              </a:cxn>
              <a:cxn ang="0">
                <a:pos x="connsiteX28077" y="connsiteY28077"/>
              </a:cxn>
              <a:cxn ang="0">
                <a:pos x="connsiteX28078" y="connsiteY28078"/>
              </a:cxn>
              <a:cxn ang="0">
                <a:pos x="connsiteX28079" y="connsiteY28079"/>
              </a:cxn>
              <a:cxn ang="0">
                <a:pos x="connsiteX28080" y="connsiteY28080"/>
              </a:cxn>
              <a:cxn ang="0">
                <a:pos x="connsiteX28081" y="connsiteY28081"/>
              </a:cxn>
              <a:cxn ang="0">
                <a:pos x="connsiteX28082" y="connsiteY28082"/>
              </a:cxn>
              <a:cxn ang="0">
                <a:pos x="connsiteX28083" y="connsiteY28083"/>
              </a:cxn>
              <a:cxn ang="0">
                <a:pos x="connsiteX28084" y="connsiteY28084"/>
              </a:cxn>
              <a:cxn ang="0">
                <a:pos x="connsiteX28085" y="connsiteY28085"/>
              </a:cxn>
              <a:cxn ang="0">
                <a:pos x="connsiteX28086" y="connsiteY28086"/>
              </a:cxn>
              <a:cxn ang="0">
                <a:pos x="connsiteX28087" y="connsiteY28087"/>
              </a:cxn>
              <a:cxn ang="0">
                <a:pos x="connsiteX28088" y="connsiteY28088"/>
              </a:cxn>
              <a:cxn ang="0">
                <a:pos x="connsiteX28089" y="connsiteY28089"/>
              </a:cxn>
              <a:cxn ang="0">
                <a:pos x="connsiteX28090" y="connsiteY28090"/>
              </a:cxn>
              <a:cxn ang="0">
                <a:pos x="connsiteX28091" y="connsiteY28091"/>
              </a:cxn>
              <a:cxn ang="0">
                <a:pos x="connsiteX28092" y="connsiteY28092"/>
              </a:cxn>
              <a:cxn ang="0">
                <a:pos x="connsiteX28093" y="connsiteY28093"/>
              </a:cxn>
              <a:cxn ang="0">
                <a:pos x="connsiteX28094" y="connsiteY28094"/>
              </a:cxn>
              <a:cxn ang="0">
                <a:pos x="connsiteX28095" y="connsiteY28095"/>
              </a:cxn>
              <a:cxn ang="0">
                <a:pos x="connsiteX28096" y="connsiteY28096"/>
              </a:cxn>
              <a:cxn ang="0">
                <a:pos x="connsiteX28097" y="connsiteY28097"/>
              </a:cxn>
              <a:cxn ang="0">
                <a:pos x="connsiteX28098" y="connsiteY28098"/>
              </a:cxn>
              <a:cxn ang="0">
                <a:pos x="connsiteX28099" y="connsiteY28099"/>
              </a:cxn>
              <a:cxn ang="0">
                <a:pos x="connsiteX28100" y="connsiteY28100"/>
              </a:cxn>
              <a:cxn ang="0">
                <a:pos x="connsiteX28101" y="connsiteY28101"/>
              </a:cxn>
              <a:cxn ang="0">
                <a:pos x="connsiteX28102" y="connsiteY28102"/>
              </a:cxn>
              <a:cxn ang="0">
                <a:pos x="connsiteX28103" y="connsiteY28103"/>
              </a:cxn>
              <a:cxn ang="0">
                <a:pos x="connsiteX28104" y="connsiteY28104"/>
              </a:cxn>
              <a:cxn ang="0">
                <a:pos x="connsiteX28105" y="connsiteY28105"/>
              </a:cxn>
              <a:cxn ang="0">
                <a:pos x="connsiteX28106" y="connsiteY28106"/>
              </a:cxn>
              <a:cxn ang="0">
                <a:pos x="connsiteX28107" y="connsiteY28107"/>
              </a:cxn>
              <a:cxn ang="0">
                <a:pos x="connsiteX28108" y="connsiteY28108"/>
              </a:cxn>
              <a:cxn ang="0">
                <a:pos x="connsiteX28109" y="connsiteY28109"/>
              </a:cxn>
              <a:cxn ang="0">
                <a:pos x="connsiteX28110" y="connsiteY28110"/>
              </a:cxn>
              <a:cxn ang="0">
                <a:pos x="connsiteX28111" y="connsiteY28111"/>
              </a:cxn>
              <a:cxn ang="0">
                <a:pos x="connsiteX28112" y="connsiteY28112"/>
              </a:cxn>
              <a:cxn ang="0">
                <a:pos x="connsiteX28113" y="connsiteY28113"/>
              </a:cxn>
              <a:cxn ang="0">
                <a:pos x="connsiteX28114" y="connsiteY28114"/>
              </a:cxn>
              <a:cxn ang="0">
                <a:pos x="connsiteX28115" y="connsiteY28115"/>
              </a:cxn>
              <a:cxn ang="0">
                <a:pos x="connsiteX28116" y="connsiteY28116"/>
              </a:cxn>
              <a:cxn ang="0">
                <a:pos x="connsiteX28117" y="connsiteY28117"/>
              </a:cxn>
              <a:cxn ang="0">
                <a:pos x="connsiteX28118" y="connsiteY28118"/>
              </a:cxn>
              <a:cxn ang="0">
                <a:pos x="connsiteX28119" y="connsiteY28119"/>
              </a:cxn>
              <a:cxn ang="0">
                <a:pos x="connsiteX28120" y="connsiteY28120"/>
              </a:cxn>
              <a:cxn ang="0">
                <a:pos x="connsiteX28121" y="connsiteY28121"/>
              </a:cxn>
              <a:cxn ang="0">
                <a:pos x="connsiteX28122" y="connsiteY28122"/>
              </a:cxn>
              <a:cxn ang="0">
                <a:pos x="connsiteX28123" y="connsiteY28123"/>
              </a:cxn>
              <a:cxn ang="0">
                <a:pos x="connsiteX28124" y="connsiteY28124"/>
              </a:cxn>
              <a:cxn ang="0">
                <a:pos x="connsiteX28125" y="connsiteY28125"/>
              </a:cxn>
              <a:cxn ang="0">
                <a:pos x="connsiteX28126" y="connsiteY28126"/>
              </a:cxn>
              <a:cxn ang="0">
                <a:pos x="connsiteX28127" y="connsiteY28127"/>
              </a:cxn>
              <a:cxn ang="0">
                <a:pos x="connsiteX28128" y="connsiteY28128"/>
              </a:cxn>
              <a:cxn ang="0">
                <a:pos x="connsiteX28129" y="connsiteY28129"/>
              </a:cxn>
              <a:cxn ang="0">
                <a:pos x="connsiteX28130" y="connsiteY28130"/>
              </a:cxn>
              <a:cxn ang="0">
                <a:pos x="connsiteX28131" y="connsiteY28131"/>
              </a:cxn>
              <a:cxn ang="0">
                <a:pos x="connsiteX28132" y="connsiteY28132"/>
              </a:cxn>
              <a:cxn ang="0">
                <a:pos x="connsiteX28133" y="connsiteY28133"/>
              </a:cxn>
              <a:cxn ang="0">
                <a:pos x="connsiteX28134" y="connsiteY28134"/>
              </a:cxn>
              <a:cxn ang="0">
                <a:pos x="connsiteX28135" y="connsiteY28135"/>
              </a:cxn>
              <a:cxn ang="0">
                <a:pos x="connsiteX28136" y="connsiteY28136"/>
              </a:cxn>
              <a:cxn ang="0">
                <a:pos x="connsiteX28137" y="connsiteY28137"/>
              </a:cxn>
              <a:cxn ang="0">
                <a:pos x="connsiteX28138" y="connsiteY28138"/>
              </a:cxn>
              <a:cxn ang="0">
                <a:pos x="connsiteX28139" y="connsiteY28139"/>
              </a:cxn>
              <a:cxn ang="0">
                <a:pos x="connsiteX28140" y="connsiteY28140"/>
              </a:cxn>
              <a:cxn ang="0">
                <a:pos x="connsiteX28141" y="connsiteY28141"/>
              </a:cxn>
              <a:cxn ang="0">
                <a:pos x="connsiteX28142" y="connsiteY28142"/>
              </a:cxn>
              <a:cxn ang="0">
                <a:pos x="connsiteX28143" y="connsiteY28143"/>
              </a:cxn>
              <a:cxn ang="0">
                <a:pos x="connsiteX28144" y="connsiteY28144"/>
              </a:cxn>
              <a:cxn ang="0">
                <a:pos x="connsiteX28145" y="connsiteY28145"/>
              </a:cxn>
              <a:cxn ang="0">
                <a:pos x="connsiteX28146" y="connsiteY28146"/>
              </a:cxn>
              <a:cxn ang="0">
                <a:pos x="connsiteX28147" y="connsiteY28147"/>
              </a:cxn>
              <a:cxn ang="0">
                <a:pos x="connsiteX28148" y="connsiteY28148"/>
              </a:cxn>
              <a:cxn ang="0">
                <a:pos x="connsiteX28149" y="connsiteY28149"/>
              </a:cxn>
              <a:cxn ang="0">
                <a:pos x="connsiteX28150" y="connsiteY28150"/>
              </a:cxn>
              <a:cxn ang="0">
                <a:pos x="connsiteX28151" y="connsiteY28151"/>
              </a:cxn>
              <a:cxn ang="0">
                <a:pos x="connsiteX28152" y="connsiteY28152"/>
              </a:cxn>
              <a:cxn ang="0">
                <a:pos x="connsiteX28153" y="connsiteY28153"/>
              </a:cxn>
              <a:cxn ang="0">
                <a:pos x="connsiteX28154" y="connsiteY28154"/>
              </a:cxn>
              <a:cxn ang="0">
                <a:pos x="connsiteX28155" y="connsiteY28155"/>
              </a:cxn>
              <a:cxn ang="0">
                <a:pos x="connsiteX28156" y="connsiteY28156"/>
              </a:cxn>
              <a:cxn ang="0">
                <a:pos x="connsiteX28157" y="connsiteY28157"/>
              </a:cxn>
              <a:cxn ang="0">
                <a:pos x="connsiteX28158" y="connsiteY28158"/>
              </a:cxn>
              <a:cxn ang="0">
                <a:pos x="connsiteX28159" y="connsiteY28159"/>
              </a:cxn>
              <a:cxn ang="0">
                <a:pos x="connsiteX28160" y="connsiteY28160"/>
              </a:cxn>
              <a:cxn ang="0">
                <a:pos x="connsiteX28161" y="connsiteY28161"/>
              </a:cxn>
              <a:cxn ang="0">
                <a:pos x="connsiteX28162" y="connsiteY28162"/>
              </a:cxn>
              <a:cxn ang="0">
                <a:pos x="connsiteX28163" y="connsiteY28163"/>
              </a:cxn>
              <a:cxn ang="0">
                <a:pos x="connsiteX28164" y="connsiteY28164"/>
              </a:cxn>
              <a:cxn ang="0">
                <a:pos x="connsiteX28165" y="connsiteY28165"/>
              </a:cxn>
              <a:cxn ang="0">
                <a:pos x="connsiteX28166" y="connsiteY28166"/>
              </a:cxn>
              <a:cxn ang="0">
                <a:pos x="connsiteX28167" y="connsiteY28167"/>
              </a:cxn>
              <a:cxn ang="0">
                <a:pos x="connsiteX28168" y="connsiteY28168"/>
              </a:cxn>
              <a:cxn ang="0">
                <a:pos x="connsiteX28169" y="connsiteY28169"/>
              </a:cxn>
              <a:cxn ang="0">
                <a:pos x="connsiteX28170" y="connsiteY28170"/>
              </a:cxn>
              <a:cxn ang="0">
                <a:pos x="connsiteX28171" y="connsiteY28171"/>
              </a:cxn>
              <a:cxn ang="0">
                <a:pos x="connsiteX28172" y="connsiteY28172"/>
              </a:cxn>
              <a:cxn ang="0">
                <a:pos x="connsiteX28173" y="connsiteY28173"/>
              </a:cxn>
              <a:cxn ang="0">
                <a:pos x="connsiteX28174" y="connsiteY28174"/>
              </a:cxn>
              <a:cxn ang="0">
                <a:pos x="connsiteX28175" y="connsiteY28175"/>
              </a:cxn>
              <a:cxn ang="0">
                <a:pos x="connsiteX28176" y="connsiteY28176"/>
              </a:cxn>
              <a:cxn ang="0">
                <a:pos x="connsiteX28177" y="connsiteY28177"/>
              </a:cxn>
              <a:cxn ang="0">
                <a:pos x="connsiteX28178" y="connsiteY28178"/>
              </a:cxn>
              <a:cxn ang="0">
                <a:pos x="connsiteX28179" y="connsiteY28179"/>
              </a:cxn>
              <a:cxn ang="0">
                <a:pos x="connsiteX28180" y="connsiteY28180"/>
              </a:cxn>
              <a:cxn ang="0">
                <a:pos x="connsiteX28181" y="connsiteY28181"/>
              </a:cxn>
              <a:cxn ang="0">
                <a:pos x="connsiteX28182" y="connsiteY28182"/>
              </a:cxn>
              <a:cxn ang="0">
                <a:pos x="connsiteX28183" y="connsiteY28183"/>
              </a:cxn>
              <a:cxn ang="0">
                <a:pos x="connsiteX28184" y="connsiteY28184"/>
              </a:cxn>
              <a:cxn ang="0">
                <a:pos x="connsiteX28185" y="connsiteY28185"/>
              </a:cxn>
              <a:cxn ang="0">
                <a:pos x="connsiteX28186" y="connsiteY28186"/>
              </a:cxn>
              <a:cxn ang="0">
                <a:pos x="connsiteX28187" y="connsiteY28187"/>
              </a:cxn>
              <a:cxn ang="0">
                <a:pos x="connsiteX28188" y="connsiteY28188"/>
              </a:cxn>
              <a:cxn ang="0">
                <a:pos x="connsiteX28189" y="connsiteY28189"/>
              </a:cxn>
              <a:cxn ang="0">
                <a:pos x="connsiteX28190" y="connsiteY28190"/>
              </a:cxn>
              <a:cxn ang="0">
                <a:pos x="connsiteX28191" y="connsiteY28191"/>
              </a:cxn>
              <a:cxn ang="0">
                <a:pos x="connsiteX28192" y="connsiteY28192"/>
              </a:cxn>
              <a:cxn ang="0">
                <a:pos x="connsiteX28193" y="connsiteY28193"/>
              </a:cxn>
              <a:cxn ang="0">
                <a:pos x="connsiteX28194" y="connsiteY28194"/>
              </a:cxn>
              <a:cxn ang="0">
                <a:pos x="connsiteX28195" y="connsiteY28195"/>
              </a:cxn>
              <a:cxn ang="0">
                <a:pos x="connsiteX28196" y="connsiteY28196"/>
              </a:cxn>
              <a:cxn ang="0">
                <a:pos x="connsiteX28197" y="connsiteY28197"/>
              </a:cxn>
              <a:cxn ang="0">
                <a:pos x="connsiteX28198" y="connsiteY28198"/>
              </a:cxn>
              <a:cxn ang="0">
                <a:pos x="connsiteX28199" y="connsiteY28199"/>
              </a:cxn>
              <a:cxn ang="0">
                <a:pos x="connsiteX28200" y="connsiteY28200"/>
              </a:cxn>
              <a:cxn ang="0">
                <a:pos x="connsiteX28201" y="connsiteY28201"/>
              </a:cxn>
              <a:cxn ang="0">
                <a:pos x="connsiteX28202" y="connsiteY28202"/>
              </a:cxn>
              <a:cxn ang="0">
                <a:pos x="connsiteX28203" y="connsiteY28203"/>
              </a:cxn>
              <a:cxn ang="0">
                <a:pos x="connsiteX28204" y="connsiteY28204"/>
              </a:cxn>
              <a:cxn ang="0">
                <a:pos x="connsiteX28205" y="connsiteY28205"/>
              </a:cxn>
              <a:cxn ang="0">
                <a:pos x="connsiteX28206" y="connsiteY28206"/>
              </a:cxn>
              <a:cxn ang="0">
                <a:pos x="connsiteX28207" y="connsiteY28207"/>
              </a:cxn>
              <a:cxn ang="0">
                <a:pos x="connsiteX28208" y="connsiteY28208"/>
              </a:cxn>
              <a:cxn ang="0">
                <a:pos x="connsiteX28209" y="connsiteY28209"/>
              </a:cxn>
              <a:cxn ang="0">
                <a:pos x="connsiteX28210" y="connsiteY28210"/>
              </a:cxn>
              <a:cxn ang="0">
                <a:pos x="connsiteX28211" y="connsiteY28211"/>
              </a:cxn>
              <a:cxn ang="0">
                <a:pos x="connsiteX28212" y="connsiteY28212"/>
              </a:cxn>
              <a:cxn ang="0">
                <a:pos x="connsiteX28213" y="connsiteY28213"/>
              </a:cxn>
              <a:cxn ang="0">
                <a:pos x="connsiteX28214" y="connsiteY28214"/>
              </a:cxn>
              <a:cxn ang="0">
                <a:pos x="connsiteX28215" y="connsiteY28215"/>
              </a:cxn>
              <a:cxn ang="0">
                <a:pos x="connsiteX28216" y="connsiteY28216"/>
              </a:cxn>
              <a:cxn ang="0">
                <a:pos x="connsiteX28217" y="connsiteY28217"/>
              </a:cxn>
              <a:cxn ang="0">
                <a:pos x="connsiteX28218" y="connsiteY28218"/>
              </a:cxn>
              <a:cxn ang="0">
                <a:pos x="connsiteX28219" y="connsiteY28219"/>
              </a:cxn>
              <a:cxn ang="0">
                <a:pos x="connsiteX28220" y="connsiteY28220"/>
              </a:cxn>
              <a:cxn ang="0">
                <a:pos x="connsiteX28221" y="connsiteY28221"/>
              </a:cxn>
              <a:cxn ang="0">
                <a:pos x="connsiteX28222" y="connsiteY28222"/>
              </a:cxn>
              <a:cxn ang="0">
                <a:pos x="connsiteX28223" y="connsiteY28223"/>
              </a:cxn>
              <a:cxn ang="0">
                <a:pos x="connsiteX28224" y="connsiteY28224"/>
              </a:cxn>
              <a:cxn ang="0">
                <a:pos x="connsiteX28225" y="connsiteY28225"/>
              </a:cxn>
              <a:cxn ang="0">
                <a:pos x="connsiteX28226" y="connsiteY28226"/>
              </a:cxn>
              <a:cxn ang="0">
                <a:pos x="connsiteX28227" y="connsiteY28227"/>
              </a:cxn>
              <a:cxn ang="0">
                <a:pos x="connsiteX28228" y="connsiteY28228"/>
              </a:cxn>
              <a:cxn ang="0">
                <a:pos x="connsiteX28229" y="connsiteY28229"/>
              </a:cxn>
              <a:cxn ang="0">
                <a:pos x="connsiteX28230" y="connsiteY28230"/>
              </a:cxn>
              <a:cxn ang="0">
                <a:pos x="connsiteX28231" y="connsiteY28231"/>
              </a:cxn>
              <a:cxn ang="0">
                <a:pos x="connsiteX28232" y="connsiteY28232"/>
              </a:cxn>
              <a:cxn ang="0">
                <a:pos x="connsiteX28233" y="connsiteY28233"/>
              </a:cxn>
              <a:cxn ang="0">
                <a:pos x="connsiteX28234" y="connsiteY28234"/>
              </a:cxn>
              <a:cxn ang="0">
                <a:pos x="connsiteX28235" y="connsiteY28235"/>
              </a:cxn>
              <a:cxn ang="0">
                <a:pos x="connsiteX28236" y="connsiteY28236"/>
              </a:cxn>
              <a:cxn ang="0">
                <a:pos x="connsiteX28237" y="connsiteY28237"/>
              </a:cxn>
              <a:cxn ang="0">
                <a:pos x="connsiteX28238" y="connsiteY28238"/>
              </a:cxn>
              <a:cxn ang="0">
                <a:pos x="connsiteX28239" y="connsiteY28239"/>
              </a:cxn>
              <a:cxn ang="0">
                <a:pos x="connsiteX28240" y="connsiteY28240"/>
              </a:cxn>
              <a:cxn ang="0">
                <a:pos x="connsiteX28241" y="connsiteY28241"/>
              </a:cxn>
              <a:cxn ang="0">
                <a:pos x="connsiteX28242" y="connsiteY28242"/>
              </a:cxn>
              <a:cxn ang="0">
                <a:pos x="connsiteX28243" y="connsiteY28243"/>
              </a:cxn>
              <a:cxn ang="0">
                <a:pos x="connsiteX28244" y="connsiteY28244"/>
              </a:cxn>
              <a:cxn ang="0">
                <a:pos x="connsiteX28245" y="connsiteY28245"/>
              </a:cxn>
              <a:cxn ang="0">
                <a:pos x="connsiteX28246" y="connsiteY28246"/>
              </a:cxn>
              <a:cxn ang="0">
                <a:pos x="connsiteX28247" y="connsiteY28247"/>
              </a:cxn>
              <a:cxn ang="0">
                <a:pos x="connsiteX28248" y="connsiteY28248"/>
              </a:cxn>
              <a:cxn ang="0">
                <a:pos x="connsiteX28249" y="connsiteY28249"/>
              </a:cxn>
              <a:cxn ang="0">
                <a:pos x="connsiteX28250" y="connsiteY28250"/>
              </a:cxn>
              <a:cxn ang="0">
                <a:pos x="connsiteX28251" y="connsiteY28251"/>
              </a:cxn>
              <a:cxn ang="0">
                <a:pos x="connsiteX28252" y="connsiteY28252"/>
              </a:cxn>
              <a:cxn ang="0">
                <a:pos x="connsiteX28253" y="connsiteY28253"/>
              </a:cxn>
              <a:cxn ang="0">
                <a:pos x="connsiteX28254" y="connsiteY28254"/>
              </a:cxn>
              <a:cxn ang="0">
                <a:pos x="connsiteX28255" y="connsiteY28255"/>
              </a:cxn>
              <a:cxn ang="0">
                <a:pos x="connsiteX28256" y="connsiteY28256"/>
              </a:cxn>
              <a:cxn ang="0">
                <a:pos x="connsiteX28257" y="connsiteY28257"/>
              </a:cxn>
              <a:cxn ang="0">
                <a:pos x="connsiteX28258" y="connsiteY28258"/>
              </a:cxn>
              <a:cxn ang="0">
                <a:pos x="connsiteX28259" y="connsiteY28259"/>
              </a:cxn>
              <a:cxn ang="0">
                <a:pos x="connsiteX28260" y="connsiteY28260"/>
              </a:cxn>
              <a:cxn ang="0">
                <a:pos x="connsiteX28261" y="connsiteY28261"/>
              </a:cxn>
              <a:cxn ang="0">
                <a:pos x="connsiteX28262" y="connsiteY28262"/>
              </a:cxn>
              <a:cxn ang="0">
                <a:pos x="connsiteX28263" y="connsiteY28263"/>
              </a:cxn>
              <a:cxn ang="0">
                <a:pos x="connsiteX28264" y="connsiteY28264"/>
              </a:cxn>
              <a:cxn ang="0">
                <a:pos x="connsiteX28265" y="connsiteY28265"/>
              </a:cxn>
              <a:cxn ang="0">
                <a:pos x="connsiteX28266" y="connsiteY28266"/>
              </a:cxn>
              <a:cxn ang="0">
                <a:pos x="connsiteX28267" y="connsiteY28267"/>
              </a:cxn>
              <a:cxn ang="0">
                <a:pos x="connsiteX28268" y="connsiteY28268"/>
              </a:cxn>
              <a:cxn ang="0">
                <a:pos x="connsiteX28269" y="connsiteY28269"/>
              </a:cxn>
              <a:cxn ang="0">
                <a:pos x="connsiteX28270" y="connsiteY28270"/>
              </a:cxn>
              <a:cxn ang="0">
                <a:pos x="connsiteX28271" y="connsiteY28271"/>
              </a:cxn>
              <a:cxn ang="0">
                <a:pos x="connsiteX28272" y="connsiteY28272"/>
              </a:cxn>
              <a:cxn ang="0">
                <a:pos x="connsiteX28273" y="connsiteY28273"/>
              </a:cxn>
              <a:cxn ang="0">
                <a:pos x="connsiteX28274" y="connsiteY28274"/>
              </a:cxn>
              <a:cxn ang="0">
                <a:pos x="connsiteX28275" y="connsiteY28275"/>
              </a:cxn>
              <a:cxn ang="0">
                <a:pos x="connsiteX28276" y="connsiteY28276"/>
              </a:cxn>
              <a:cxn ang="0">
                <a:pos x="connsiteX28277" y="connsiteY28277"/>
              </a:cxn>
              <a:cxn ang="0">
                <a:pos x="connsiteX28278" y="connsiteY28278"/>
              </a:cxn>
              <a:cxn ang="0">
                <a:pos x="connsiteX28279" y="connsiteY28279"/>
              </a:cxn>
              <a:cxn ang="0">
                <a:pos x="connsiteX28280" y="connsiteY28280"/>
              </a:cxn>
              <a:cxn ang="0">
                <a:pos x="connsiteX28281" y="connsiteY28281"/>
              </a:cxn>
              <a:cxn ang="0">
                <a:pos x="connsiteX28282" y="connsiteY28282"/>
              </a:cxn>
              <a:cxn ang="0">
                <a:pos x="connsiteX28283" y="connsiteY28283"/>
              </a:cxn>
              <a:cxn ang="0">
                <a:pos x="connsiteX28284" y="connsiteY28284"/>
              </a:cxn>
              <a:cxn ang="0">
                <a:pos x="connsiteX28285" y="connsiteY28285"/>
              </a:cxn>
              <a:cxn ang="0">
                <a:pos x="connsiteX28286" y="connsiteY28286"/>
              </a:cxn>
              <a:cxn ang="0">
                <a:pos x="connsiteX28287" y="connsiteY28287"/>
              </a:cxn>
              <a:cxn ang="0">
                <a:pos x="connsiteX28288" y="connsiteY28288"/>
              </a:cxn>
              <a:cxn ang="0">
                <a:pos x="connsiteX28289" y="connsiteY28289"/>
              </a:cxn>
              <a:cxn ang="0">
                <a:pos x="connsiteX28290" y="connsiteY28290"/>
              </a:cxn>
              <a:cxn ang="0">
                <a:pos x="connsiteX28291" y="connsiteY28291"/>
              </a:cxn>
              <a:cxn ang="0">
                <a:pos x="connsiteX28292" y="connsiteY28292"/>
              </a:cxn>
              <a:cxn ang="0">
                <a:pos x="connsiteX28293" y="connsiteY28293"/>
              </a:cxn>
              <a:cxn ang="0">
                <a:pos x="connsiteX28294" y="connsiteY28294"/>
              </a:cxn>
              <a:cxn ang="0">
                <a:pos x="connsiteX28295" y="connsiteY28295"/>
              </a:cxn>
              <a:cxn ang="0">
                <a:pos x="connsiteX28296" y="connsiteY28296"/>
              </a:cxn>
              <a:cxn ang="0">
                <a:pos x="connsiteX28297" y="connsiteY28297"/>
              </a:cxn>
              <a:cxn ang="0">
                <a:pos x="connsiteX28298" y="connsiteY28298"/>
              </a:cxn>
              <a:cxn ang="0">
                <a:pos x="connsiteX28299" y="connsiteY28299"/>
              </a:cxn>
              <a:cxn ang="0">
                <a:pos x="connsiteX28300" y="connsiteY28300"/>
              </a:cxn>
              <a:cxn ang="0">
                <a:pos x="connsiteX28301" y="connsiteY28301"/>
              </a:cxn>
              <a:cxn ang="0">
                <a:pos x="connsiteX28302" y="connsiteY28302"/>
              </a:cxn>
              <a:cxn ang="0">
                <a:pos x="connsiteX28303" y="connsiteY28303"/>
              </a:cxn>
              <a:cxn ang="0">
                <a:pos x="connsiteX28304" y="connsiteY28304"/>
              </a:cxn>
              <a:cxn ang="0">
                <a:pos x="connsiteX28305" y="connsiteY28305"/>
              </a:cxn>
              <a:cxn ang="0">
                <a:pos x="connsiteX28306" y="connsiteY28306"/>
              </a:cxn>
              <a:cxn ang="0">
                <a:pos x="connsiteX28307" y="connsiteY28307"/>
              </a:cxn>
              <a:cxn ang="0">
                <a:pos x="connsiteX28308" y="connsiteY28308"/>
              </a:cxn>
              <a:cxn ang="0">
                <a:pos x="connsiteX28309" y="connsiteY28309"/>
              </a:cxn>
              <a:cxn ang="0">
                <a:pos x="connsiteX28310" y="connsiteY28310"/>
              </a:cxn>
              <a:cxn ang="0">
                <a:pos x="connsiteX28311" y="connsiteY28311"/>
              </a:cxn>
              <a:cxn ang="0">
                <a:pos x="connsiteX28312" y="connsiteY28312"/>
              </a:cxn>
              <a:cxn ang="0">
                <a:pos x="connsiteX28313" y="connsiteY28313"/>
              </a:cxn>
              <a:cxn ang="0">
                <a:pos x="connsiteX28314" y="connsiteY28314"/>
              </a:cxn>
              <a:cxn ang="0">
                <a:pos x="connsiteX28315" y="connsiteY28315"/>
              </a:cxn>
              <a:cxn ang="0">
                <a:pos x="connsiteX28316" y="connsiteY28316"/>
              </a:cxn>
              <a:cxn ang="0">
                <a:pos x="connsiteX28317" y="connsiteY28317"/>
              </a:cxn>
              <a:cxn ang="0">
                <a:pos x="connsiteX28318" y="connsiteY28318"/>
              </a:cxn>
              <a:cxn ang="0">
                <a:pos x="connsiteX28319" y="connsiteY28319"/>
              </a:cxn>
              <a:cxn ang="0">
                <a:pos x="connsiteX28320" y="connsiteY28320"/>
              </a:cxn>
              <a:cxn ang="0">
                <a:pos x="connsiteX28321" y="connsiteY28321"/>
              </a:cxn>
              <a:cxn ang="0">
                <a:pos x="connsiteX28322" y="connsiteY28322"/>
              </a:cxn>
              <a:cxn ang="0">
                <a:pos x="connsiteX28323" y="connsiteY28323"/>
              </a:cxn>
              <a:cxn ang="0">
                <a:pos x="connsiteX28324" y="connsiteY28324"/>
              </a:cxn>
              <a:cxn ang="0">
                <a:pos x="connsiteX28325" y="connsiteY28325"/>
              </a:cxn>
              <a:cxn ang="0">
                <a:pos x="connsiteX28326" y="connsiteY28326"/>
              </a:cxn>
              <a:cxn ang="0">
                <a:pos x="connsiteX28327" y="connsiteY28327"/>
              </a:cxn>
              <a:cxn ang="0">
                <a:pos x="connsiteX28328" y="connsiteY28328"/>
              </a:cxn>
              <a:cxn ang="0">
                <a:pos x="connsiteX28329" y="connsiteY28329"/>
              </a:cxn>
              <a:cxn ang="0">
                <a:pos x="connsiteX28330" y="connsiteY28330"/>
              </a:cxn>
              <a:cxn ang="0">
                <a:pos x="connsiteX28331" y="connsiteY28331"/>
              </a:cxn>
              <a:cxn ang="0">
                <a:pos x="connsiteX28332" y="connsiteY28332"/>
              </a:cxn>
              <a:cxn ang="0">
                <a:pos x="connsiteX28333" y="connsiteY28333"/>
              </a:cxn>
              <a:cxn ang="0">
                <a:pos x="connsiteX28334" y="connsiteY28334"/>
              </a:cxn>
              <a:cxn ang="0">
                <a:pos x="connsiteX28335" y="connsiteY28335"/>
              </a:cxn>
              <a:cxn ang="0">
                <a:pos x="connsiteX28336" y="connsiteY28336"/>
              </a:cxn>
              <a:cxn ang="0">
                <a:pos x="connsiteX28337" y="connsiteY28337"/>
              </a:cxn>
              <a:cxn ang="0">
                <a:pos x="connsiteX28338" y="connsiteY28338"/>
              </a:cxn>
              <a:cxn ang="0">
                <a:pos x="connsiteX28339" y="connsiteY28339"/>
              </a:cxn>
              <a:cxn ang="0">
                <a:pos x="connsiteX28340" y="connsiteY28340"/>
              </a:cxn>
              <a:cxn ang="0">
                <a:pos x="connsiteX28341" y="connsiteY28341"/>
              </a:cxn>
              <a:cxn ang="0">
                <a:pos x="connsiteX28342" y="connsiteY28342"/>
              </a:cxn>
              <a:cxn ang="0">
                <a:pos x="connsiteX28343" y="connsiteY28343"/>
              </a:cxn>
              <a:cxn ang="0">
                <a:pos x="connsiteX28344" y="connsiteY28344"/>
              </a:cxn>
              <a:cxn ang="0">
                <a:pos x="connsiteX28345" y="connsiteY28345"/>
              </a:cxn>
              <a:cxn ang="0">
                <a:pos x="connsiteX28346" y="connsiteY28346"/>
              </a:cxn>
              <a:cxn ang="0">
                <a:pos x="connsiteX28347" y="connsiteY28347"/>
              </a:cxn>
              <a:cxn ang="0">
                <a:pos x="connsiteX28348" y="connsiteY28348"/>
              </a:cxn>
              <a:cxn ang="0">
                <a:pos x="connsiteX28349" y="connsiteY28349"/>
              </a:cxn>
              <a:cxn ang="0">
                <a:pos x="connsiteX28350" y="connsiteY28350"/>
              </a:cxn>
              <a:cxn ang="0">
                <a:pos x="connsiteX28351" y="connsiteY28351"/>
              </a:cxn>
              <a:cxn ang="0">
                <a:pos x="connsiteX28352" y="connsiteY28352"/>
              </a:cxn>
              <a:cxn ang="0">
                <a:pos x="connsiteX28353" y="connsiteY28353"/>
              </a:cxn>
              <a:cxn ang="0">
                <a:pos x="connsiteX28354" y="connsiteY28354"/>
              </a:cxn>
              <a:cxn ang="0">
                <a:pos x="connsiteX28355" y="connsiteY28355"/>
              </a:cxn>
              <a:cxn ang="0">
                <a:pos x="connsiteX28356" y="connsiteY28356"/>
              </a:cxn>
              <a:cxn ang="0">
                <a:pos x="connsiteX28357" y="connsiteY28357"/>
              </a:cxn>
              <a:cxn ang="0">
                <a:pos x="connsiteX28358" y="connsiteY28358"/>
              </a:cxn>
              <a:cxn ang="0">
                <a:pos x="connsiteX28359" y="connsiteY28359"/>
              </a:cxn>
              <a:cxn ang="0">
                <a:pos x="connsiteX28360" y="connsiteY28360"/>
              </a:cxn>
              <a:cxn ang="0">
                <a:pos x="connsiteX28361" y="connsiteY28361"/>
              </a:cxn>
              <a:cxn ang="0">
                <a:pos x="connsiteX28362" y="connsiteY28362"/>
              </a:cxn>
              <a:cxn ang="0">
                <a:pos x="connsiteX28363" y="connsiteY28363"/>
              </a:cxn>
              <a:cxn ang="0">
                <a:pos x="connsiteX28364" y="connsiteY28364"/>
              </a:cxn>
              <a:cxn ang="0">
                <a:pos x="connsiteX28365" y="connsiteY28365"/>
              </a:cxn>
              <a:cxn ang="0">
                <a:pos x="connsiteX28366" y="connsiteY28366"/>
              </a:cxn>
              <a:cxn ang="0">
                <a:pos x="connsiteX28367" y="connsiteY28367"/>
              </a:cxn>
              <a:cxn ang="0">
                <a:pos x="connsiteX28368" y="connsiteY28368"/>
              </a:cxn>
              <a:cxn ang="0">
                <a:pos x="connsiteX28369" y="connsiteY28369"/>
              </a:cxn>
              <a:cxn ang="0">
                <a:pos x="connsiteX28370" y="connsiteY28370"/>
              </a:cxn>
              <a:cxn ang="0">
                <a:pos x="connsiteX28371" y="connsiteY28371"/>
              </a:cxn>
              <a:cxn ang="0">
                <a:pos x="connsiteX28372" y="connsiteY28372"/>
              </a:cxn>
              <a:cxn ang="0">
                <a:pos x="connsiteX28373" y="connsiteY28373"/>
              </a:cxn>
              <a:cxn ang="0">
                <a:pos x="connsiteX28374" y="connsiteY28374"/>
              </a:cxn>
              <a:cxn ang="0">
                <a:pos x="connsiteX28375" y="connsiteY28375"/>
              </a:cxn>
              <a:cxn ang="0">
                <a:pos x="connsiteX28376" y="connsiteY28376"/>
              </a:cxn>
              <a:cxn ang="0">
                <a:pos x="connsiteX28377" y="connsiteY28377"/>
              </a:cxn>
              <a:cxn ang="0">
                <a:pos x="connsiteX28378" y="connsiteY28378"/>
              </a:cxn>
              <a:cxn ang="0">
                <a:pos x="connsiteX28379" y="connsiteY28379"/>
              </a:cxn>
              <a:cxn ang="0">
                <a:pos x="connsiteX28380" y="connsiteY28380"/>
              </a:cxn>
              <a:cxn ang="0">
                <a:pos x="connsiteX28381" y="connsiteY28381"/>
              </a:cxn>
              <a:cxn ang="0">
                <a:pos x="connsiteX28382" y="connsiteY28382"/>
              </a:cxn>
              <a:cxn ang="0">
                <a:pos x="connsiteX28383" y="connsiteY28383"/>
              </a:cxn>
              <a:cxn ang="0">
                <a:pos x="connsiteX28384" y="connsiteY28384"/>
              </a:cxn>
              <a:cxn ang="0">
                <a:pos x="connsiteX28385" y="connsiteY28385"/>
              </a:cxn>
              <a:cxn ang="0">
                <a:pos x="connsiteX28386" y="connsiteY28386"/>
              </a:cxn>
              <a:cxn ang="0">
                <a:pos x="connsiteX28387" y="connsiteY28387"/>
              </a:cxn>
              <a:cxn ang="0">
                <a:pos x="connsiteX28388" y="connsiteY28388"/>
              </a:cxn>
              <a:cxn ang="0">
                <a:pos x="connsiteX28389" y="connsiteY28389"/>
              </a:cxn>
              <a:cxn ang="0">
                <a:pos x="connsiteX28390" y="connsiteY28390"/>
              </a:cxn>
              <a:cxn ang="0">
                <a:pos x="connsiteX28391" y="connsiteY28391"/>
              </a:cxn>
              <a:cxn ang="0">
                <a:pos x="connsiteX28392" y="connsiteY28392"/>
              </a:cxn>
              <a:cxn ang="0">
                <a:pos x="connsiteX28393" y="connsiteY28393"/>
              </a:cxn>
              <a:cxn ang="0">
                <a:pos x="connsiteX28394" y="connsiteY28394"/>
              </a:cxn>
              <a:cxn ang="0">
                <a:pos x="connsiteX28395" y="connsiteY28395"/>
              </a:cxn>
              <a:cxn ang="0">
                <a:pos x="connsiteX28396" y="connsiteY28396"/>
              </a:cxn>
              <a:cxn ang="0">
                <a:pos x="connsiteX28397" y="connsiteY28397"/>
              </a:cxn>
              <a:cxn ang="0">
                <a:pos x="connsiteX28398" y="connsiteY28398"/>
              </a:cxn>
              <a:cxn ang="0">
                <a:pos x="connsiteX28399" y="connsiteY28399"/>
              </a:cxn>
              <a:cxn ang="0">
                <a:pos x="connsiteX28400" y="connsiteY28400"/>
              </a:cxn>
              <a:cxn ang="0">
                <a:pos x="connsiteX28401" y="connsiteY28401"/>
              </a:cxn>
              <a:cxn ang="0">
                <a:pos x="connsiteX28402" y="connsiteY28402"/>
              </a:cxn>
              <a:cxn ang="0">
                <a:pos x="connsiteX28403" y="connsiteY28403"/>
              </a:cxn>
              <a:cxn ang="0">
                <a:pos x="connsiteX28404" y="connsiteY28404"/>
              </a:cxn>
              <a:cxn ang="0">
                <a:pos x="connsiteX28405" y="connsiteY28405"/>
              </a:cxn>
              <a:cxn ang="0">
                <a:pos x="connsiteX28406" y="connsiteY28406"/>
              </a:cxn>
              <a:cxn ang="0">
                <a:pos x="connsiteX28407" y="connsiteY28407"/>
              </a:cxn>
              <a:cxn ang="0">
                <a:pos x="connsiteX28408" y="connsiteY28408"/>
              </a:cxn>
              <a:cxn ang="0">
                <a:pos x="connsiteX28409" y="connsiteY28409"/>
              </a:cxn>
              <a:cxn ang="0">
                <a:pos x="connsiteX28410" y="connsiteY28410"/>
              </a:cxn>
              <a:cxn ang="0">
                <a:pos x="connsiteX28411" y="connsiteY28411"/>
              </a:cxn>
              <a:cxn ang="0">
                <a:pos x="connsiteX28412" y="connsiteY28412"/>
              </a:cxn>
              <a:cxn ang="0">
                <a:pos x="connsiteX28413" y="connsiteY28413"/>
              </a:cxn>
              <a:cxn ang="0">
                <a:pos x="connsiteX28414" y="connsiteY28414"/>
              </a:cxn>
              <a:cxn ang="0">
                <a:pos x="connsiteX28415" y="connsiteY28415"/>
              </a:cxn>
              <a:cxn ang="0">
                <a:pos x="connsiteX28416" y="connsiteY28416"/>
              </a:cxn>
              <a:cxn ang="0">
                <a:pos x="connsiteX28417" y="connsiteY28417"/>
              </a:cxn>
              <a:cxn ang="0">
                <a:pos x="connsiteX28418" y="connsiteY28418"/>
              </a:cxn>
              <a:cxn ang="0">
                <a:pos x="connsiteX28419" y="connsiteY28419"/>
              </a:cxn>
              <a:cxn ang="0">
                <a:pos x="connsiteX28420" y="connsiteY28420"/>
              </a:cxn>
              <a:cxn ang="0">
                <a:pos x="connsiteX28421" y="connsiteY28421"/>
              </a:cxn>
              <a:cxn ang="0">
                <a:pos x="connsiteX28422" y="connsiteY28422"/>
              </a:cxn>
              <a:cxn ang="0">
                <a:pos x="connsiteX28423" y="connsiteY28423"/>
              </a:cxn>
              <a:cxn ang="0">
                <a:pos x="connsiteX28424" y="connsiteY28424"/>
              </a:cxn>
              <a:cxn ang="0">
                <a:pos x="connsiteX28425" y="connsiteY28425"/>
              </a:cxn>
              <a:cxn ang="0">
                <a:pos x="connsiteX28426" y="connsiteY28426"/>
              </a:cxn>
              <a:cxn ang="0">
                <a:pos x="connsiteX28427" y="connsiteY28427"/>
              </a:cxn>
              <a:cxn ang="0">
                <a:pos x="connsiteX28428" y="connsiteY28428"/>
              </a:cxn>
              <a:cxn ang="0">
                <a:pos x="connsiteX28429" y="connsiteY28429"/>
              </a:cxn>
              <a:cxn ang="0">
                <a:pos x="connsiteX28430" y="connsiteY28430"/>
              </a:cxn>
              <a:cxn ang="0">
                <a:pos x="connsiteX28431" y="connsiteY28431"/>
              </a:cxn>
              <a:cxn ang="0">
                <a:pos x="connsiteX28432" y="connsiteY28432"/>
              </a:cxn>
              <a:cxn ang="0">
                <a:pos x="connsiteX28433" y="connsiteY28433"/>
              </a:cxn>
              <a:cxn ang="0">
                <a:pos x="connsiteX28434" y="connsiteY28434"/>
              </a:cxn>
              <a:cxn ang="0">
                <a:pos x="connsiteX28435" y="connsiteY28435"/>
              </a:cxn>
              <a:cxn ang="0">
                <a:pos x="connsiteX28436" y="connsiteY28436"/>
              </a:cxn>
              <a:cxn ang="0">
                <a:pos x="connsiteX28437" y="connsiteY28437"/>
              </a:cxn>
              <a:cxn ang="0">
                <a:pos x="connsiteX28438" y="connsiteY28438"/>
              </a:cxn>
              <a:cxn ang="0">
                <a:pos x="connsiteX28439" y="connsiteY28439"/>
              </a:cxn>
              <a:cxn ang="0">
                <a:pos x="connsiteX28440" y="connsiteY28440"/>
              </a:cxn>
              <a:cxn ang="0">
                <a:pos x="connsiteX28441" y="connsiteY28441"/>
              </a:cxn>
              <a:cxn ang="0">
                <a:pos x="connsiteX28442" y="connsiteY28442"/>
              </a:cxn>
              <a:cxn ang="0">
                <a:pos x="connsiteX28443" y="connsiteY28443"/>
              </a:cxn>
              <a:cxn ang="0">
                <a:pos x="connsiteX28444" y="connsiteY28444"/>
              </a:cxn>
              <a:cxn ang="0">
                <a:pos x="connsiteX28445" y="connsiteY28445"/>
              </a:cxn>
              <a:cxn ang="0">
                <a:pos x="connsiteX28446" y="connsiteY28446"/>
              </a:cxn>
              <a:cxn ang="0">
                <a:pos x="connsiteX28447" y="connsiteY28447"/>
              </a:cxn>
              <a:cxn ang="0">
                <a:pos x="connsiteX28448" y="connsiteY28448"/>
              </a:cxn>
              <a:cxn ang="0">
                <a:pos x="connsiteX28449" y="connsiteY28449"/>
              </a:cxn>
              <a:cxn ang="0">
                <a:pos x="connsiteX28450" y="connsiteY28450"/>
              </a:cxn>
              <a:cxn ang="0">
                <a:pos x="connsiteX28451" y="connsiteY28451"/>
              </a:cxn>
              <a:cxn ang="0">
                <a:pos x="connsiteX28452" y="connsiteY28452"/>
              </a:cxn>
              <a:cxn ang="0">
                <a:pos x="connsiteX28453" y="connsiteY28453"/>
              </a:cxn>
              <a:cxn ang="0">
                <a:pos x="connsiteX28454" y="connsiteY28454"/>
              </a:cxn>
              <a:cxn ang="0">
                <a:pos x="connsiteX28455" y="connsiteY28455"/>
              </a:cxn>
              <a:cxn ang="0">
                <a:pos x="connsiteX28456" y="connsiteY28456"/>
              </a:cxn>
              <a:cxn ang="0">
                <a:pos x="connsiteX28457" y="connsiteY28457"/>
              </a:cxn>
              <a:cxn ang="0">
                <a:pos x="connsiteX28458" y="connsiteY28458"/>
              </a:cxn>
              <a:cxn ang="0">
                <a:pos x="connsiteX28459" y="connsiteY28459"/>
              </a:cxn>
              <a:cxn ang="0">
                <a:pos x="connsiteX28460" y="connsiteY28460"/>
              </a:cxn>
              <a:cxn ang="0">
                <a:pos x="connsiteX28461" y="connsiteY28461"/>
              </a:cxn>
              <a:cxn ang="0">
                <a:pos x="connsiteX28462" y="connsiteY28462"/>
              </a:cxn>
              <a:cxn ang="0">
                <a:pos x="connsiteX28463" y="connsiteY28463"/>
              </a:cxn>
              <a:cxn ang="0">
                <a:pos x="connsiteX28464" y="connsiteY28464"/>
              </a:cxn>
              <a:cxn ang="0">
                <a:pos x="connsiteX28465" y="connsiteY28465"/>
              </a:cxn>
              <a:cxn ang="0">
                <a:pos x="connsiteX28466" y="connsiteY28466"/>
              </a:cxn>
              <a:cxn ang="0">
                <a:pos x="connsiteX28467" y="connsiteY28467"/>
              </a:cxn>
              <a:cxn ang="0">
                <a:pos x="connsiteX28468" y="connsiteY28468"/>
              </a:cxn>
              <a:cxn ang="0">
                <a:pos x="connsiteX28469" y="connsiteY28469"/>
              </a:cxn>
              <a:cxn ang="0">
                <a:pos x="connsiteX28470" y="connsiteY28470"/>
              </a:cxn>
              <a:cxn ang="0">
                <a:pos x="connsiteX28471" y="connsiteY28471"/>
              </a:cxn>
              <a:cxn ang="0">
                <a:pos x="connsiteX28472" y="connsiteY28472"/>
              </a:cxn>
              <a:cxn ang="0">
                <a:pos x="connsiteX28473" y="connsiteY28473"/>
              </a:cxn>
              <a:cxn ang="0">
                <a:pos x="connsiteX28474" y="connsiteY28474"/>
              </a:cxn>
              <a:cxn ang="0">
                <a:pos x="connsiteX28475" y="connsiteY28475"/>
              </a:cxn>
              <a:cxn ang="0">
                <a:pos x="connsiteX28476" y="connsiteY28476"/>
              </a:cxn>
              <a:cxn ang="0">
                <a:pos x="connsiteX28477" y="connsiteY28477"/>
              </a:cxn>
              <a:cxn ang="0">
                <a:pos x="connsiteX28478" y="connsiteY28478"/>
              </a:cxn>
              <a:cxn ang="0">
                <a:pos x="connsiteX28479" y="connsiteY28479"/>
              </a:cxn>
              <a:cxn ang="0">
                <a:pos x="connsiteX28480" y="connsiteY28480"/>
              </a:cxn>
              <a:cxn ang="0">
                <a:pos x="connsiteX28481" y="connsiteY28481"/>
              </a:cxn>
              <a:cxn ang="0">
                <a:pos x="connsiteX28482" y="connsiteY28482"/>
              </a:cxn>
              <a:cxn ang="0">
                <a:pos x="connsiteX28483" y="connsiteY28483"/>
              </a:cxn>
              <a:cxn ang="0">
                <a:pos x="connsiteX28484" y="connsiteY28484"/>
              </a:cxn>
              <a:cxn ang="0">
                <a:pos x="connsiteX28485" y="connsiteY28485"/>
              </a:cxn>
              <a:cxn ang="0">
                <a:pos x="connsiteX28486" y="connsiteY28486"/>
              </a:cxn>
              <a:cxn ang="0">
                <a:pos x="connsiteX28487" y="connsiteY28487"/>
              </a:cxn>
              <a:cxn ang="0">
                <a:pos x="connsiteX28488" y="connsiteY28488"/>
              </a:cxn>
              <a:cxn ang="0">
                <a:pos x="connsiteX28489" y="connsiteY28489"/>
              </a:cxn>
              <a:cxn ang="0">
                <a:pos x="connsiteX28490" y="connsiteY28490"/>
              </a:cxn>
              <a:cxn ang="0">
                <a:pos x="connsiteX28491" y="connsiteY28491"/>
              </a:cxn>
              <a:cxn ang="0">
                <a:pos x="connsiteX28492" y="connsiteY28492"/>
              </a:cxn>
              <a:cxn ang="0">
                <a:pos x="connsiteX28493" y="connsiteY28493"/>
              </a:cxn>
              <a:cxn ang="0">
                <a:pos x="connsiteX28494" y="connsiteY28494"/>
              </a:cxn>
              <a:cxn ang="0">
                <a:pos x="connsiteX28495" y="connsiteY28495"/>
              </a:cxn>
              <a:cxn ang="0">
                <a:pos x="connsiteX28496" y="connsiteY28496"/>
              </a:cxn>
              <a:cxn ang="0">
                <a:pos x="connsiteX28497" y="connsiteY28497"/>
              </a:cxn>
              <a:cxn ang="0">
                <a:pos x="connsiteX28498" y="connsiteY28498"/>
              </a:cxn>
              <a:cxn ang="0">
                <a:pos x="connsiteX28499" y="connsiteY28499"/>
              </a:cxn>
              <a:cxn ang="0">
                <a:pos x="connsiteX28500" y="connsiteY28500"/>
              </a:cxn>
              <a:cxn ang="0">
                <a:pos x="connsiteX28501" y="connsiteY28501"/>
              </a:cxn>
              <a:cxn ang="0">
                <a:pos x="connsiteX28502" y="connsiteY28502"/>
              </a:cxn>
              <a:cxn ang="0">
                <a:pos x="connsiteX28503" y="connsiteY28503"/>
              </a:cxn>
              <a:cxn ang="0">
                <a:pos x="connsiteX28504" y="connsiteY28504"/>
              </a:cxn>
              <a:cxn ang="0">
                <a:pos x="connsiteX28505" y="connsiteY28505"/>
              </a:cxn>
              <a:cxn ang="0">
                <a:pos x="connsiteX28506" y="connsiteY28506"/>
              </a:cxn>
              <a:cxn ang="0">
                <a:pos x="connsiteX28507" y="connsiteY28507"/>
              </a:cxn>
              <a:cxn ang="0">
                <a:pos x="connsiteX28508" y="connsiteY28508"/>
              </a:cxn>
              <a:cxn ang="0">
                <a:pos x="connsiteX28509" y="connsiteY28509"/>
              </a:cxn>
              <a:cxn ang="0">
                <a:pos x="connsiteX28510" y="connsiteY28510"/>
              </a:cxn>
              <a:cxn ang="0">
                <a:pos x="connsiteX28511" y="connsiteY28511"/>
              </a:cxn>
              <a:cxn ang="0">
                <a:pos x="connsiteX28512" y="connsiteY28512"/>
              </a:cxn>
              <a:cxn ang="0">
                <a:pos x="connsiteX28513" y="connsiteY28513"/>
              </a:cxn>
              <a:cxn ang="0">
                <a:pos x="connsiteX28514" y="connsiteY28514"/>
              </a:cxn>
              <a:cxn ang="0">
                <a:pos x="connsiteX28515" y="connsiteY28515"/>
              </a:cxn>
              <a:cxn ang="0">
                <a:pos x="connsiteX28516" y="connsiteY28516"/>
              </a:cxn>
              <a:cxn ang="0">
                <a:pos x="connsiteX28517" y="connsiteY28517"/>
              </a:cxn>
              <a:cxn ang="0">
                <a:pos x="connsiteX28518" y="connsiteY28518"/>
              </a:cxn>
              <a:cxn ang="0">
                <a:pos x="connsiteX28519" y="connsiteY28519"/>
              </a:cxn>
              <a:cxn ang="0">
                <a:pos x="connsiteX28520" y="connsiteY28520"/>
              </a:cxn>
              <a:cxn ang="0">
                <a:pos x="connsiteX28521" y="connsiteY28521"/>
              </a:cxn>
              <a:cxn ang="0">
                <a:pos x="connsiteX28522" y="connsiteY28522"/>
              </a:cxn>
              <a:cxn ang="0">
                <a:pos x="connsiteX28523" y="connsiteY28523"/>
              </a:cxn>
              <a:cxn ang="0">
                <a:pos x="connsiteX28524" y="connsiteY28524"/>
              </a:cxn>
              <a:cxn ang="0">
                <a:pos x="connsiteX28525" y="connsiteY28525"/>
              </a:cxn>
              <a:cxn ang="0">
                <a:pos x="connsiteX28526" y="connsiteY28526"/>
              </a:cxn>
              <a:cxn ang="0">
                <a:pos x="connsiteX28527" y="connsiteY28527"/>
              </a:cxn>
              <a:cxn ang="0">
                <a:pos x="connsiteX28528" y="connsiteY28528"/>
              </a:cxn>
              <a:cxn ang="0">
                <a:pos x="connsiteX28529" y="connsiteY28529"/>
              </a:cxn>
              <a:cxn ang="0">
                <a:pos x="connsiteX28530" y="connsiteY28530"/>
              </a:cxn>
              <a:cxn ang="0">
                <a:pos x="connsiteX28531" y="connsiteY28531"/>
              </a:cxn>
              <a:cxn ang="0">
                <a:pos x="connsiteX28532" y="connsiteY28532"/>
              </a:cxn>
              <a:cxn ang="0">
                <a:pos x="connsiteX28533" y="connsiteY28533"/>
              </a:cxn>
              <a:cxn ang="0">
                <a:pos x="connsiteX28534" y="connsiteY28534"/>
              </a:cxn>
              <a:cxn ang="0">
                <a:pos x="connsiteX28535" y="connsiteY28535"/>
              </a:cxn>
              <a:cxn ang="0">
                <a:pos x="connsiteX28536" y="connsiteY28536"/>
              </a:cxn>
              <a:cxn ang="0">
                <a:pos x="connsiteX28537" y="connsiteY28537"/>
              </a:cxn>
              <a:cxn ang="0">
                <a:pos x="connsiteX28538" y="connsiteY28538"/>
              </a:cxn>
              <a:cxn ang="0">
                <a:pos x="connsiteX28539" y="connsiteY28539"/>
              </a:cxn>
              <a:cxn ang="0">
                <a:pos x="connsiteX28540" y="connsiteY28540"/>
              </a:cxn>
              <a:cxn ang="0">
                <a:pos x="connsiteX28541" y="connsiteY28541"/>
              </a:cxn>
              <a:cxn ang="0">
                <a:pos x="connsiteX28542" y="connsiteY28542"/>
              </a:cxn>
              <a:cxn ang="0">
                <a:pos x="connsiteX28543" y="connsiteY28543"/>
              </a:cxn>
              <a:cxn ang="0">
                <a:pos x="connsiteX28544" y="connsiteY28544"/>
              </a:cxn>
              <a:cxn ang="0">
                <a:pos x="connsiteX28545" y="connsiteY28545"/>
              </a:cxn>
              <a:cxn ang="0">
                <a:pos x="connsiteX28546" y="connsiteY28546"/>
              </a:cxn>
              <a:cxn ang="0">
                <a:pos x="connsiteX28547" y="connsiteY28547"/>
              </a:cxn>
              <a:cxn ang="0">
                <a:pos x="connsiteX28548" y="connsiteY28548"/>
              </a:cxn>
              <a:cxn ang="0">
                <a:pos x="connsiteX28549" y="connsiteY28549"/>
              </a:cxn>
              <a:cxn ang="0">
                <a:pos x="connsiteX28550" y="connsiteY28550"/>
              </a:cxn>
              <a:cxn ang="0">
                <a:pos x="connsiteX28551" y="connsiteY28551"/>
              </a:cxn>
              <a:cxn ang="0">
                <a:pos x="connsiteX28552" y="connsiteY28552"/>
              </a:cxn>
              <a:cxn ang="0">
                <a:pos x="connsiteX28553" y="connsiteY28553"/>
              </a:cxn>
              <a:cxn ang="0">
                <a:pos x="connsiteX28554" y="connsiteY28554"/>
              </a:cxn>
              <a:cxn ang="0">
                <a:pos x="connsiteX28555" y="connsiteY28555"/>
              </a:cxn>
              <a:cxn ang="0">
                <a:pos x="connsiteX28556" y="connsiteY28556"/>
              </a:cxn>
              <a:cxn ang="0">
                <a:pos x="connsiteX28557" y="connsiteY28557"/>
              </a:cxn>
              <a:cxn ang="0">
                <a:pos x="connsiteX28558" y="connsiteY28558"/>
              </a:cxn>
              <a:cxn ang="0">
                <a:pos x="connsiteX28559" y="connsiteY28559"/>
              </a:cxn>
              <a:cxn ang="0">
                <a:pos x="connsiteX28560" y="connsiteY28560"/>
              </a:cxn>
              <a:cxn ang="0">
                <a:pos x="connsiteX28561" y="connsiteY28561"/>
              </a:cxn>
              <a:cxn ang="0">
                <a:pos x="connsiteX28562" y="connsiteY28562"/>
              </a:cxn>
              <a:cxn ang="0">
                <a:pos x="connsiteX28563" y="connsiteY28563"/>
              </a:cxn>
              <a:cxn ang="0">
                <a:pos x="connsiteX28564" y="connsiteY28564"/>
              </a:cxn>
              <a:cxn ang="0">
                <a:pos x="connsiteX28565" y="connsiteY28565"/>
              </a:cxn>
              <a:cxn ang="0">
                <a:pos x="connsiteX28566" y="connsiteY28566"/>
              </a:cxn>
              <a:cxn ang="0">
                <a:pos x="connsiteX28567" y="connsiteY28567"/>
              </a:cxn>
              <a:cxn ang="0">
                <a:pos x="connsiteX28568" y="connsiteY28568"/>
              </a:cxn>
              <a:cxn ang="0">
                <a:pos x="connsiteX28569" y="connsiteY28569"/>
              </a:cxn>
              <a:cxn ang="0">
                <a:pos x="connsiteX28570" y="connsiteY28570"/>
              </a:cxn>
              <a:cxn ang="0">
                <a:pos x="connsiteX28571" y="connsiteY28571"/>
              </a:cxn>
              <a:cxn ang="0">
                <a:pos x="connsiteX28572" y="connsiteY28572"/>
              </a:cxn>
              <a:cxn ang="0">
                <a:pos x="connsiteX28573" y="connsiteY28573"/>
              </a:cxn>
              <a:cxn ang="0">
                <a:pos x="connsiteX28574" y="connsiteY28574"/>
              </a:cxn>
              <a:cxn ang="0">
                <a:pos x="connsiteX28575" y="connsiteY28575"/>
              </a:cxn>
              <a:cxn ang="0">
                <a:pos x="connsiteX28576" y="connsiteY28576"/>
              </a:cxn>
              <a:cxn ang="0">
                <a:pos x="connsiteX28577" y="connsiteY28577"/>
              </a:cxn>
              <a:cxn ang="0">
                <a:pos x="connsiteX28578" y="connsiteY28578"/>
              </a:cxn>
              <a:cxn ang="0">
                <a:pos x="connsiteX28579" y="connsiteY28579"/>
              </a:cxn>
              <a:cxn ang="0">
                <a:pos x="connsiteX28580" y="connsiteY28580"/>
              </a:cxn>
              <a:cxn ang="0">
                <a:pos x="connsiteX28581" y="connsiteY28581"/>
              </a:cxn>
              <a:cxn ang="0">
                <a:pos x="connsiteX28582" y="connsiteY28582"/>
              </a:cxn>
              <a:cxn ang="0">
                <a:pos x="connsiteX28583" y="connsiteY28583"/>
              </a:cxn>
              <a:cxn ang="0">
                <a:pos x="connsiteX28584" y="connsiteY28584"/>
              </a:cxn>
              <a:cxn ang="0">
                <a:pos x="connsiteX28585" y="connsiteY28585"/>
              </a:cxn>
              <a:cxn ang="0">
                <a:pos x="connsiteX28586" y="connsiteY28586"/>
              </a:cxn>
              <a:cxn ang="0">
                <a:pos x="connsiteX28587" y="connsiteY28587"/>
              </a:cxn>
              <a:cxn ang="0">
                <a:pos x="connsiteX28588" y="connsiteY28588"/>
              </a:cxn>
              <a:cxn ang="0">
                <a:pos x="connsiteX28589" y="connsiteY28589"/>
              </a:cxn>
              <a:cxn ang="0">
                <a:pos x="connsiteX28590" y="connsiteY28590"/>
              </a:cxn>
              <a:cxn ang="0">
                <a:pos x="connsiteX28591" y="connsiteY28591"/>
              </a:cxn>
              <a:cxn ang="0">
                <a:pos x="connsiteX28592" y="connsiteY28592"/>
              </a:cxn>
              <a:cxn ang="0">
                <a:pos x="connsiteX28593" y="connsiteY28593"/>
              </a:cxn>
              <a:cxn ang="0">
                <a:pos x="connsiteX28594" y="connsiteY28594"/>
              </a:cxn>
              <a:cxn ang="0">
                <a:pos x="connsiteX28595" y="connsiteY28595"/>
              </a:cxn>
              <a:cxn ang="0">
                <a:pos x="connsiteX28596" y="connsiteY28596"/>
              </a:cxn>
              <a:cxn ang="0">
                <a:pos x="connsiteX28597" y="connsiteY28597"/>
              </a:cxn>
              <a:cxn ang="0">
                <a:pos x="connsiteX28598" y="connsiteY28598"/>
              </a:cxn>
              <a:cxn ang="0">
                <a:pos x="connsiteX28599" y="connsiteY28599"/>
              </a:cxn>
              <a:cxn ang="0">
                <a:pos x="connsiteX28600" y="connsiteY28600"/>
              </a:cxn>
              <a:cxn ang="0">
                <a:pos x="connsiteX28601" y="connsiteY28601"/>
              </a:cxn>
              <a:cxn ang="0">
                <a:pos x="connsiteX28602" y="connsiteY28602"/>
              </a:cxn>
              <a:cxn ang="0">
                <a:pos x="connsiteX28603" y="connsiteY28603"/>
              </a:cxn>
              <a:cxn ang="0">
                <a:pos x="connsiteX28604" y="connsiteY28604"/>
              </a:cxn>
              <a:cxn ang="0">
                <a:pos x="connsiteX28605" y="connsiteY28605"/>
              </a:cxn>
              <a:cxn ang="0">
                <a:pos x="connsiteX28606" y="connsiteY28606"/>
              </a:cxn>
              <a:cxn ang="0">
                <a:pos x="connsiteX28607" y="connsiteY28607"/>
              </a:cxn>
              <a:cxn ang="0">
                <a:pos x="connsiteX28608" y="connsiteY28608"/>
              </a:cxn>
              <a:cxn ang="0">
                <a:pos x="connsiteX28609" y="connsiteY28609"/>
              </a:cxn>
              <a:cxn ang="0">
                <a:pos x="connsiteX28610" y="connsiteY28610"/>
              </a:cxn>
              <a:cxn ang="0">
                <a:pos x="connsiteX28611" y="connsiteY28611"/>
              </a:cxn>
              <a:cxn ang="0">
                <a:pos x="connsiteX28612" y="connsiteY28612"/>
              </a:cxn>
              <a:cxn ang="0">
                <a:pos x="connsiteX28613" y="connsiteY28613"/>
              </a:cxn>
              <a:cxn ang="0">
                <a:pos x="connsiteX28614" y="connsiteY28614"/>
              </a:cxn>
              <a:cxn ang="0">
                <a:pos x="connsiteX28615" y="connsiteY28615"/>
              </a:cxn>
              <a:cxn ang="0">
                <a:pos x="connsiteX28616" y="connsiteY28616"/>
              </a:cxn>
              <a:cxn ang="0">
                <a:pos x="connsiteX28617" y="connsiteY28617"/>
              </a:cxn>
              <a:cxn ang="0">
                <a:pos x="connsiteX28618" y="connsiteY28618"/>
              </a:cxn>
              <a:cxn ang="0">
                <a:pos x="connsiteX28619" y="connsiteY28619"/>
              </a:cxn>
              <a:cxn ang="0">
                <a:pos x="connsiteX28620" y="connsiteY28620"/>
              </a:cxn>
              <a:cxn ang="0">
                <a:pos x="connsiteX28621" y="connsiteY28621"/>
              </a:cxn>
              <a:cxn ang="0">
                <a:pos x="connsiteX28622" y="connsiteY28622"/>
              </a:cxn>
              <a:cxn ang="0">
                <a:pos x="connsiteX28623" y="connsiteY28623"/>
              </a:cxn>
              <a:cxn ang="0">
                <a:pos x="connsiteX28624" y="connsiteY28624"/>
              </a:cxn>
              <a:cxn ang="0">
                <a:pos x="connsiteX28625" y="connsiteY28625"/>
              </a:cxn>
              <a:cxn ang="0">
                <a:pos x="connsiteX28626" y="connsiteY28626"/>
              </a:cxn>
              <a:cxn ang="0">
                <a:pos x="connsiteX28627" y="connsiteY28627"/>
              </a:cxn>
              <a:cxn ang="0">
                <a:pos x="connsiteX28628" y="connsiteY28628"/>
              </a:cxn>
              <a:cxn ang="0">
                <a:pos x="connsiteX28629" y="connsiteY28629"/>
              </a:cxn>
              <a:cxn ang="0">
                <a:pos x="connsiteX28630" y="connsiteY28630"/>
              </a:cxn>
              <a:cxn ang="0">
                <a:pos x="connsiteX28631" y="connsiteY28631"/>
              </a:cxn>
              <a:cxn ang="0">
                <a:pos x="connsiteX28632" y="connsiteY28632"/>
              </a:cxn>
              <a:cxn ang="0">
                <a:pos x="connsiteX28633" y="connsiteY28633"/>
              </a:cxn>
              <a:cxn ang="0">
                <a:pos x="connsiteX28634" y="connsiteY28634"/>
              </a:cxn>
              <a:cxn ang="0">
                <a:pos x="connsiteX28635" y="connsiteY28635"/>
              </a:cxn>
              <a:cxn ang="0">
                <a:pos x="connsiteX28636" y="connsiteY28636"/>
              </a:cxn>
              <a:cxn ang="0">
                <a:pos x="connsiteX28637" y="connsiteY28637"/>
              </a:cxn>
              <a:cxn ang="0">
                <a:pos x="connsiteX28638" y="connsiteY28638"/>
              </a:cxn>
              <a:cxn ang="0">
                <a:pos x="connsiteX28639" y="connsiteY28639"/>
              </a:cxn>
              <a:cxn ang="0">
                <a:pos x="connsiteX28640" y="connsiteY28640"/>
              </a:cxn>
              <a:cxn ang="0">
                <a:pos x="connsiteX28641" y="connsiteY28641"/>
              </a:cxn>
              <a:cxn ang="0">
                <a:pos x="connsiteX28642" y="connsiteY28642"/>
              </a:cxn>
              <a:cxn ang="0">
                <a:pos x="connsiteX28643" y="connsiteY28643"/>
              </a:cxn>
              <a:cxn ang="0">
                <a:pos x="connsiteX28644" y="connsiteY28644"/>
              </a:cxn>
              <a:cxn ang="0">
                <a:pos x="connsiteX28645" y="connsiteY28645"/>
              </a:cxn>
              <a:cxn ang="0">
                <a:pos x="connsiteX28646" y="connsiteY28646"/>
              </a:cxn>
              <a:cxn ang="0">
                <a:pos x="connsiteX28647" y="connsiteY28647"/>
              </a:cxn>
              <a:cxn ang="0">
                <a:pos x="connsiteX28648" y="connsiteY28648"/>
              </a:cxn>
              <a:cxn ang="0">
                <a:pos x="connsiteX28649" y="connsiteY28649"/>
              </a:cxn>
              <a:cxn ang="0">
                <a:pos x="connsiteX28650" y="connsiteY28650"/>
              </a:cxn>
              <a:cxn ang="0">
                <a:pos x="connsiteX28651" y="connsiteY28651"/>
              </a:cxn>
              <a:cxn ang="0">
                <a:pos x="connsiteX28652" y="connsiteY28652"/>
              </a:cxn>
              <a:cxn ang="0">
                <a:pos x="connsiteX28653" y="connsiteY28653"/>
              </a:cxn>
              <a:cxn ang="0">
                <a:pos x="connsiteX28654" y="connsiteY28654"/>
              </a:cxn>
              <a:cxn ang="0">
                <a:pos x="connsiteX28655" y="connsiteY28655"/>
              </a:cxn>
              <a:cxn ang="0">
                <a:pos x="connsiteX28656" y="connsiteY28656"/>
              </a:cxn>
              <a:cxn ang="0">
                <a:pos x="connsiteX28657" y="connsiteY28657"/>
              </a:cxn>
              <a:cxn ang="0">
                <a:pos x="connsiteX28658" y="connsiteY28658"/>
              </a:cxn>
              <a:cxn ang="0">
                <a:pos x="connsiteX28659" y="connsiteY28659"/>
              </a:cxn>
              <a:cxn ang="0">
                <a:pos x="connsiteX28660" y="connsiteY28660"/>
              </a:cxn>
              <a:cxn ang="0">
                <a:pos x="connsiteX28661" y="connsiteY28661"/>
              </a:cxn>
              <a:cxn ang="0">
                <a:pos x="connsiteX28662" y="connsiteY28662"/>
              </a:cxn>
              <a:cxn ang="0">
                <a:pos x="connsiteX28663" y="connsiteY28663"/>
              </a:cxn>
              <a:cxn ang="0">
                <a:pos x="connsiteX28664" y="connsiteY28664"/>
              </a:cxn>
              <a:cxn ang="0">
                <a:pos x="connsiteX28665" y="connsiteY28665"/>
              </a:cxn>
              <a:cxn ang="0">
                <a:pos x="connsiteX28666" y="connsiteY28666"/>
              </a:cxn>
              <a:cxn ang="0">
                <a:pos x="connsiteX28667" y="connsiteY28667"/>
              </a:cxn>
              <a:cxn ang="0">
                <a:pos x="connsiteX28668" y="connsiteY28668"/>
              </a:cxn>
              <a:cxn ang="0">
                <a:pos x="connsiteX28669" y="connsiteY28669"/>
              </a:cxn>
              <a:cxn ang="0">
                <a:pos x="connsiteX28670" y="connsiteY28670"/>
              </a:cxn>
              <a:cxn ang="0">
                <a:pos x="connsiteX28671" y="connsiteY28671"/>
              </a:cxn>
              <a:cxn ang="0">
                <a:pos x="connsiteX28672" y="connsiteY28672"/>
              </a:cxn>
              <a:cxn ang="0">
                <a:pos x="connsiteX28673" y="connsiteY28673"/>
              </a:cxn>
              <a:cxn ang="0">
                <a:pos x="connsiteX28674" y="connsiteY28674"/>
              </a:cxn>
              <a:cxn ang="0">
                <a:pos x="connsiteX28675" y="connsiteY28675"/>
              </a:cxn>
              <a:cxn ang="0">
                <a:pos x="connsiteX28676" y="connsiteY28676"/>
              </a:cxn>
              <a:cxn ang="0">
                <a:pos x="connsiteX28677" y="connsiteY28677"/>
              </a:cxn>
              <a:cxn ang="0">
                <a:pos x="connsiteX28678" y="connsiteY28678"/>
              </a:cxn>
              <a:cxn ang="0">
                <a:pos x="connsiteX28679" y="connsiteY28679"/>
              </a:cxn>
              <a:cxn ang="0">
                <a:pos x="connsiteX28680" y="connsiteY28680"/>
              </a:cxn>
              <a:cxn ang="0">
                <a:pos x="connsiteX28681" y="connsiteY28681"/>
              </a:cxn>
              <a:cxn ang="0">
                <a:pos x="connsiteX28682" y="connsiteY28682"/>
              </a:cxn>
              <a:cxn ang="0">
                <a:pos x="connsiteX28683" y="connsiteY28683"/>
              </a:cxn>
              <a:cxn ang="0">
                <a:pos x="connsiteX28684" y="connsiteY28684"/>
              </a:cxn>
              <a:cxn ang="0">
                <a:pos x="connsiteX28685" y="connsiteY28685"/>
              </a:cxn>
              <a:cxn ang="0">
                <a:pos x="connsiteX28686" y="connsiteY28686"/>
              </a:cxn>
              <a:cxn ang="0">
                <a:pos x="connsiteX28687" y="connsiteY28687"/>
              </a:cxn>
              <a:cxn ang="0">
                <a:pos x="connsiteX28688" y="connsiteY28688"/>
              </a:cxn>
              <a:cxn ang="0">
                <a:pos x="connsiteX28689" y="connsiteY28689"/>
              </a:cxn>
              <a:cxn ang="0">
                <a:pos x="connsiteX28690" y="connsiteY28690"/>
              </a:cxn>
              <a:cxn ang="0">
                <a:pos x="connsiteX28691" y="connsiteY28691"/>
              </a:cxn>
              <a:cxn ang="0">
                <a:pos x="connsiteX28692" y="connsiteY28692"/>
              </a:cxn>
              <a:cxn ang="0">
                <a:pos x="connsiteX28693" y="connsiteY28693"/>
              </a:cxn>
              <a:cxn ang="0">
                <a:pos x="connsiteX28694" y="connsiteY28694"/>
              </a:cxn>
              <a:cxn ang="0">
                <a:pos x="connsiteX28695" y="connsiteY28695"/>
              </a:cxn>
              <a:cxn ang="0">
                <a:pos x="connsiteX28696" y="connsiteY28696"/>
              </a:cxn>
              <a:cxn ang="0">
                <a:pos x="connsiteX28697" y="connsiteY28697"/>
              </a:cxn>
              <a:cxn ang="0">
                <a:pos x="connsiteX28698" y="connsiteY28698"/>
              </a:cxn>
              <a:cxn ang="0">
                <a:pos x="connsiteX28699" y="connsiteY28699"/>
              </a:cxn>
              <a:cxn ang="0">
                <a:pos x="connsiteX28700" y="connsiteY28700"/>
              </a:cxn>
              <a:cxn ang="0">
                <a:pos x="connsiteX28701" y="connsiteY28701"/>
              </a:cxn>
              <a:cxn ang="0">
                <a:pos x="connsiteX28702" y="connsiteY28702"/>
              </a:cxn>
              <a:cxn ang="0">
                <a:pos x="connsiteX28703" y="connsiteY28703"/>
              </a:cxn>
              <a:cxn ang="0">
                <a:pos x="connsiteX28704" y="connsiteY28704"/>
              </a:cxn>
              <a:cxn ang="0">
                <a:pos x="connsiteX28705" y="connsiteY28705"/>
              </a:cxn>
              <a:cxn ang="0">
                <a:pos x="connsiteX28706" y="connsiteY28706"/>
              </a:cxn>
              <a:cxn ang="0">
                <a:pos x="connsiteX28707" y="connsiteY28707"/>
              </a:cxn>
              <a:cxn ang="0">
                <a:pos x="connsiteX28708" y="connsiteY28708"/>
              </a:cxn>
              <a:cxn ang="0">
                <a:pos x="connsiteX28709" y="connsiteY28709"/>
              </a:cxn>
              <a:cxn ang="0">
                <a:pos x="connsiteX28710" y="connsiteY28710"/>
              </a:cxn>
              <a:cxn ang="0">
                <a:pos x="connsiteX28711" y="connsiteY28711"/>
              </a:cxn>
              <a:cxn ang="0">
                <a:pos x="connsiteX28712" y="connsiteY28712"/>
              </a:cxn>
              <a:cxn ang="0">
                <a:pos x="connsiteX28713" y="connsiteY28713"/>
              </a:cxn>
              <a:cxn ang="0">
                <a:pos x="connsiteX28714" y="connsiteY28714"/>
              </a:cxn>
              <a:cxn ang="0">
                <a:pos x="connsiteX28715" y="connsiteY28715"/>
              </a:cxn>
              <a:cxn ang="0">
                <a:pos x="connsiteX28716" y="connsiteY28716"/>
              </a:cxn>
              <a:cxn ang="0">
                <a:pos x="connsiteX28717" y="connsiteY28717"/>
              </a:cxn>
              <a:cxn ang="0">
                <a:pos x="connsiteX28718" y="connsiteY28718"/>
              </a:cxn>
              <a:cxn ang="0">
                <a:pos x="connsiteX28719" y="connsiteY28719"/>
              </a:cxn>
              <a:cxn ang="0">
                <a:pos x="connsiteX28720" y="connsiteY28720"/>
              </a:cxn>
              <a:cxn ang="0">
                <a:pos x="connsiteX28721" y="connsiteY28721"/>
              </a:cxn>
              <a:cxn ang="0">
                <a:pos x="connsiteX28722" y="connsiteY28722"/>
              </a:cxn>
              <a:cxn ang="0">
                <a:pos x="connsiteX28723" y="connsiteY28723"/>
              </a:cxn>
              <a:cxn ang="0">
                <a:pos x="connsiteX28724" y="connsiteY28724"/>
              </a:cxn>
              <a:cxn ang="0">
                <a:pos x="connsiteX28725" y="connsiteY28725"/>
              </a:cxn>
              <a:cxn ang="0">
                <a:pos x="connsiteX28726" y="connsiteY28726"/>
              </a:cxn>
              <a:cxn ang="0">
                <a:pos x="connsiteX28727" y="connsiteY28727"/>
              </a:cxn>
              <a:cxn ang="0">
                <a:pos x="connsiteX28728" y="connsiteY28728"/>
              </a:cxn>
              <a:cxn ang="0">
                <a:pos x="connsiteX28729" y="connsiteY28729"/>
              </a:cxn>
              <a:cxn ang="0">
                <a:pos x="connsiteX28730" y="connsiteY28730"/>
              </a:cxn>
              <a:cxn ang="0">
                <a:pos x="connsiteX28731" y="connsiteY28731"/>
              </a:cxn>
              <a:cxn ang="0">
                <a:pos x="connsiteX28732" y="connsiteY28732"/>
              </a:cxn>
              <a:cxn ang="0">
                <a:pos x="connsiteX28733" y="connsiteY28733"/>
              </a:cxn>
              <a:cxn ang="0">
                <a:pos x="connsiteX28734" y="connsiteY28734"/>
              </a:cxn>
              <a:cxn ang="0">
                <a:pos x="connsiteX28735" y="connsiteY28735"/>
              </a:cxn>
              <a:cxn ang="0">
                <a:pos x="connsiteX28736" y="connsiteY28736"/>
              </a:cxn>
              <a:cxn ang="0">
                <a:pos x="connsiteX28737" y="connsiteY28737"/>
              </a:cxn>
              <a:cxn ang="0">
                <a:pos x="connsiteX28738" y="connsiteY28738"/>
              </a:cxn>
              <a:cxn ang="0">
                <a:pos x="connsiteX28739" y="connsiteY28739"/>
              </a:cxn>
              <a:cxn ang="0">
                <a:pos x="connsiteX28740" y="connsiteY28740"/>
              </a:cxn>
              <a:cxn ang="0">
                <a:pos x="connsiteX28741" y="connsiteY28741"/>
              </a:cxn>
              <a:cxn ang="0">
                <a:pos x="connsiteX28742" y="connsiteY28742"/>
              </a:cxn>
              <a:cxn ang="0">
                <a:pos x="connsiteX28743" y="connsiteY28743"/>
              </a:cxn>
              <a:cxn ang="0">
                <a:pos x="connsiteX28744" y="connsiteY28744"/>
              </a:cxn>
              <a:cxn ang="0">
                <a:pos x="connsiteX28745" y="connsiteY28745"/>
              </a:cxn>
              <a:cxn ang="0">
                <a:pos x="connsiteX28746" y="connsiteY28746"/>
              </a:cxn>
              <a:cxn ang="0">
                <a:pos x="connsiteX28747" y="connsiteY28747"/>
              </a:cxn>
              <a:cxn ang="0">
                <a:pos x="connsiteX28748" y="connsiteY28748"/>
              </a:cxn>
              <a:cxn ang="0">
                <a:pos x="connsiteX28749" y="connsiteY28749"/>
              </a:cxn>
              <a:cxn ang="0">
                <a:pos x="connsiteX28750" y="connsiteY28750"/>
              </a:cxn>
              <a:cxn ang="0">
                <a:pos x="connsiteX28751" y="connsiteY28751"/>
              </a:cxn>
              <a:cxn ang="0">
                <a:pos x="connsiteX28752" y="connsiteY28752"/>
              </a:cxn>
              <a:cxn ang="0">
                <a:pos x="connsiteX28753" y="connsiteY28753"/>
              </a:cxn>
              <a:cxn ang="0">
                <a:pos x="connsiteX28754" y="connsiteY28754"/>
              </a:cxn>
              <a:cxn ang="0">
                <a:pos x="connsiteX28755" y="connsiteY28755"/>
              </a:cxn>
              <a:cxn ang="0">
                <a:pos x="connsiteX28756" y="connsiteY28756"/>
              </a:cxn>
              <a:cxn ang="0">
                <a:pos x="connsiteX28757" y="connsiteY28757"/>
              </a:cxn>
              <a:cxn ang="0">
                <a:pos x="connsiteX28758" y="connsiteY28758"/>
              </a:cxn>
              <a:cxn ang="0">
                <a:pos x="connsiteX28759" y="connsiteY28759"/>
              </a:cxn>
              <a:cxn ang="0">
                <a:pos x="connsiteX28760" y="connsiteY28760"/>
              </a:cxn>
              <a:cxn ang="0">
                <a:pos x="connsiteX28761" y="connsiteY28761"/>
              </a:cxn>
              <a:cxn ang="0">
                <a:pos x="connsiteX28762" y="connsiteY28762"/>
              </a:cxn>
              <a:cxn ang="0">
                <a:pos x="connsiteX28763" y="connsiteY28763"/>
              </a:cxn>
              <a:cxn ang="0">
                <a:pos x="connsiteX28764" y="connsiteY28764"/>
              </a:cxn>
              <a:cxn ang="0">
                <a:pos x="connsiteX28765" y="connsiteY28765"/>
              </a:cxn>
              <a:cxn ang="0">
                <a:pos x="connsiteX28766" y="connsiteY28766"/>
              </a:cxn>
              <a:cxn ang="0">
                <a:pos x="connsiteX28767" y="connsiteY28767"/>
              </a:cxn>
              <a:cxn ang="0">
                <a:pos x="connsiteX28768" y="connsiteY28768"/>
              </a:cxn>
              <a:cxn ang="0">
                <a:pos x="connsiteX28769" y="connsiteY28769"/>
              </a:cxn>
              <a:cxn ang="0">
                <a:pos x="connsiteX28770" y="connsiteY28770"/>
              </a:cxn>
              <a:cxn ang="0">
                <a:pos x="connsiteX28771" y="connsiteY28771"/>
              </a:cxn>
              <a:cxn ang="0">
                <a:pos x="connsiteX28772" y="connsiteY28772"/>
              </a:cxn>
              <a:cxn ang="0">
                <a:pos x="connsiteX28773" y="connsiteY28773"/>
              </a:cxn>
              <a:cxn ang="0">
                <a:pos x="connsiteX28774" y="connsiteY28774"/>
              </a:cxn>
              <a:cxn ang="0">
                <a:pos x="connsiteX28775" y="connsiteY28775"/>
              </a:cxn>
              <a:cxn ang="0">
                <a:pos x="connsiteX28776" y="connsiteY28776"/>
              </a:cxn>
              <a:cxn ang="0">
                <a:pos x="connsiteX28777" y="connsiteY28777"/>
              </a:cxn>
              <a:cxn ang="0">
                <a:pos x="connsiteX28778" y="connsiteY28778"/>
              </a:cxn>
              <a:cxn ang="0">
                <a:pos x="connsiteX28779" y="connsiteY28779"/>
              </a:cxn>
              <a:cxn ang="0">
                <a:pos x="connsiteX28780" y="connsiteY28780"/>
              </a:cxn>
              <a:cxn ang="0">
                <a:pos x="connsiteX28781" y="connsiteY28781"/>
              </a:cxn>
              <a:cxn ang="0">
                <a:pos x="connsiteX28782" y="connsiteY28782"/>
              </a:cxn>
              <a:cxn ang="0">
                <a:pos x="connsiteX28783" y="connsiteY28783"/>
              </a:cxn>
              <a:cxn ang="0">
                <a:pos x="connsiteX28784" y="connsiteY28784"/>
              </a:cxn>
              <a:cxn ang="0">
                <a:pos x="connsiteX28785" y="connsiteY28785"/>
              </a:cxn>
              <a:cxn ang="0">
                <a:pos x="connsiteX28786" y="connsiteY28786"/>
              </a:cxn>
              <a:cxn ang="0">
                <a:pos x="connsiteX28787" y="connsiteY28787"/>
              </a:cxn>
              <a:cxn ang="0">
                <a:pos x="connsiteX28788" y="connsiteY28788"/>
              </a:cxn>
              <a:cxn ang="0">
                <a:pos x="connsiteX28789" y="connsiteY28789"/>
              </a:cxn>
              <a:cxn ang="0">
                <a:pos x="connsiteX28790" y="connsiteY28790"/>
              </a:cxn>
              <a:cxn ang="0">
                <a:pos x="connsiteX28791" y="connsiteY28791"/>
              </a:cxn>
              <a:cxn ang="0">
                <a:pos x="connsiteX28792" y="connsiteY28792"/>
              </a:cxn>
              <a:cxn ang="0">
                <a:pos x="connsiteX28793" y="connsiteY28793"/>
              </a:cxn>
              <a:cxn ang="0">
                <a:pos x="connsiteX28794" y="connsiteY28794"/>
              </a:cxn>
              <a:cxn ang="0">
                <a:pos x="connsiteX28795" y="connsiteY28795"/>
              </a:cxn>
              <a:cxn ang="0">
                <a:pos x="connsiteX28796" y="connsiteY28796"/>
              </a:cxn>
              <a:cxn ang="0">
                <a:pos x="connsiteX28797" y="connsiteY28797"/>
              </a:cxn>
              <a:cxn ang="0">
                <a:pos x="connsiteX28798" y="connsiteY28798"/>
              </a:cxn>
              <a:cxn ang="0">
                <a:pos x="connsiteX28799" y="connsiteY28799"/>
              </a:cxn>
              <a:cxn ang="0">
                <a:pos x="connsiteX28800" y="connsiteY28800"/>
              </a:cxn>
              <a:cxn ang="0">
                <a:pos x="connsiteX28801" y="connsiteY28801"/>
              </a:cxn>
              <a:cxn ang="0">
                <a:pos x="connsiteX28802" y="connsiteY28802"/>
              </a:cxn>
              <a:cxn ang="0">
                <a:pos x="connsiteX28803" y="connsiteY28803"/>
              </a:cxn>
              <a:cxn ang="0">
                <a:pos x="connsiteX28804" y="connsiteY28804"/>
              </a:cxn>
              <a:cxn ang="0">
                <a:pos x="connsiteX28805" y="connsiteY28805"/>
              </a:cxn>
              <a:cxn ang="0">
                <a:pos x="connsiteX28806" y="connsiteY28806"/>
              </a:cxn>
              <a:cxn ang="0">
                <a:pos x="connsiteX28807" y="connsiteY28807"/>
              </a:cxn>
              <a:cxn ang="0">
                <a:pos x="connsiteX28808" y="connsiteY28808"/>
              </a:cxn>
              <a:cxn ang="0">
                <a:pos x="connsiteX28809" y="connsiteY28809"/>
              </a:cxn>
              <a:cxn ang="0">
                <a:pos x="connsiteX28810" y="connsiteY28810"/>
              </a:cxn>
              <a:cxn ang="0">
                <a:pos x="connsiteX28811" y="connsiteY28811"/>
              </a:cxn>
              <a:cxn ang="0">
                <a:pos x="connsiteX28812" y="connsiteY28812"/>
              </a:cxn>
              <a:cxn ang="0">
                <a:pos x="connsiteX28813" y="connsiteY28813"/>
              </a:cxn>
              <a:cxn ang="0">
                <a:pos x="connsiteX28814" y="connsiteY28814"/>
              </a:cxn>
              <a:cxn ang="0">
                <a:pos x="connsiteX28815" y="connsiteY28815"/>
              </a:cxn>
              <a:cxn ang="0">
                <a:pos x="connsiteX28816" y="connsiteY28816"/>
              </a:cxn>
              <a:cxn ang="0">
                <a:pos x="connsiteX28817" y="connsiteY28817"/>
              </a:cxn>
              <a:cxn ang="0">
                <a:pos x="connsiteX28818" y="connsiteY28818"/>
              </a:cxn>
              <a:cxn ang="0">
                <a:pos x="connsiteX28819" y="connsiteY28819"/>
              </a:cxn>
              <a:cxn ang="0">
                <a:pos x="connsiteX28820" y="connsiteY28820"/>
              </a:cxn>
              <a:cxn ang="0">
                <a:pos x="connsiteX28821" y="connsiteY28821"/>
              </a:cxn>
              <a:cxn ang="0">
                <a:pos x="connsiteX28822" y="connsiteY28822"/>
              </a:cxn>
              <a:cxn ang="0">
                <a:pos x="connsiteX28823" y="connsiteY28823"/>
              </a:cxn>
              <a:cxn ang="0">
                <a:pos x="connsiteX28824" y="connsiteY28824"/>
              </a:cxn>
              <a:cxn ang="0">
                <a:pos x="connsiteX28825" y="connsiteY28825"/>
              </a:cxn>
              <a:cxn ang="0">
                <a:pos x="connsiteX28826" y="connsiteY28826"/>
              </a:cxn>
              <a:cxn ang="0">
                <a:pos x="connsiteX28827" y="connsiteY28827"/>
              </a:cxn>
              <a:cxn ang="0">
                <a:pos x="connsiteX28828" y="connsiteY28828"/>
              </a:cxn>
              <a:cxn ang="0">
                <a:pos x="connsiteX28829" y="connsiteY28829"/>
              </a:cxn>
              <a:cxn ang="0">
                <a:pos x="connsiteX28830" y="connsiteY28830"/>
              </a:cxn>
              <a:cxn ang="0">
                <a:pos x="connsiteX28831" y="connsiteY28831"/>
              </a:cxn>
              <a:cxn ang="0">
                <a:pos x="connsiteX28832" y="connsiteY28832"/>
              </a:cxn>
              <a:cxn ang="0">
                <a:pos x="connsiteX28833" y="connsiteY28833"/>
              </a:cxn>
              <a:cxn ang="0">
                <a:pos x="connsiteX28834" y="connsiteY28834"/>
              </a:cxn>
              <a:cxn ang="0">
                <a:pos x="connsiteX28835" y="connsiteY28835"/>
              </a:cxn>
              <a:cxn ang="0">
                <a:pos x="connsiteX28836" y="connsiteY28836"/>
              </a:cxn>
              <a:cxn ang="0">
                <a:pos x="connsiteX28837" y="connsiteY28837"/>
              </a:cxn>
              <a:cxn ang="0">
                <a:pos x="connsiteX28838" y="connsiteY28838"/>
              </a:cxn>
              <a:cxn ang="0">
                <a:pos x="connsiteX28839" y="connsiteY28839"/>
              </a:cxn>
              <a:cxn ang="0">
                <a:pos x="connsiteX28840" y="connsiteY28840"/>
              </a:cxn>
              <a:cxn ang="0">
                <a:pos x="connsiteX28841" y="connsiteY28841"/>
              </a:cxn>
              <a:cxn ang="0">
                <a:pos x="connsiteX28842" y="connsiteY28842"/>
              </a:cxn>
              <a:cxn ang="0">
                <a:pos x="connsiteX28843" y="connsiteY28843"/>
              </a:cxn>
              <a:cxn ang="0">
                <a:pos x="connsiteX28844" y="connsiteY28844"/>
              </a:cxn>
              <a:cxn ang="0">
                <a:pos x="connsiteX28845" y="connsiteY28845"/>
              </a:cxn>
              <a:cxn ang="0">
                <a:pos x="connsiteX28846" y="connsiteY28846"/>
              </a:cxn>
              <a:cxn ang="0">
                <a:pos x="connsiteX28847" y="connsiteY28847"/>
              </a:cxn>
              <a:cxn ang="0">
                <a:pos x="connsiteX28848" y="connsiteY28848"/>
              </a:cxn>
              <a:cxn ang="0">
                <a:pos x="connsiteX28849" y="connsiteY28849"/>
              </a:cxn>
              <a:cxn ang="0">
                <a:pos x="connsiteX28850" y="connsiteY28850"/>
              </a:cxn>
              <a:cxn ang="0">
                <a:pos x="connsiteX28851" y="connsiteY28851"/>
              </a:cxn>
              <a:cxn ang="0">
                <a:pos x="connsiteX28852" y="connsiteY28852"/>
              </a:cxn>
              <a:cxn ang="0">
                <a:pos x="connsiteX28853" y="connsiteY28853"/>
              </a:cxn>
              <a:cxn ang="0">
                <a:pos x="connsiteX28854" y="connsiteY28854"/>
              </a:cxn>
              <a:cxn ang="0">
                <a:pos x="connsiteX28855" y="connsiteY28855"/>
              </a:cxn>
              <a:cxn ang="0">
                <a:pos x="connsiteX28856" y="connsiteY28856"/>
              </a:cxn>
              <a:cxn ang="0">
                <a:pos x="connsiteX28857" y="connsiteY28857"/>
              </a:cxn>
              <a:cxn ang="0">
                <a:pos x="connsiteX28858" y="connsiteY28858"/>
              </a:cxn>
              <a:cxn ang="0">
                <a:pos x="connsiteX28859" y="connsiteY28859"/>
              </a:cxn>
              <a:cxn ang="0">
                <a:pos x="connsiteX28860" y="connsiteY28860"/>
              </a:cxn>
              <a:cxn ang="0">
                <a:pos x="connsiteX28861" y="connsiteY28861"/>
              </a:cxn>
              <a:cxn ang="0">
                <a:pos x="connsiteX28862" y="connsiteY28862"/>
              </a:cxn>
              <a:cxn ang="0">
                <a:pos x="connsiteX28863" y="connsiteY28863"/>
              </a:cxn>
              <a:cxn ang="0">
                <a:pos x="connsiteX28864" y="connsiteY28864"/>
              </a:cxn>
              <a:cxn ang="0">
                <a:pos x="connsiteX28865" y="connsiteY28865"/>
              </a:cxn>
              <a:cxn ang="0">
                <a:pos x="connsiteX28866" y="connsiteY28866"/>
              </a:cxn>
              <a:cxn ang="0">
                <a:pos x="connsiteX28867" y="connsiteY28867"/>
              </a:cxn>
              <a:cxn ang="0">
                <a:pos x="connsiteX28868" y="connsiteY28868"/>
              </a:cxn>
              <a:cxn ang="0">
                <a:pos x="connsiteX28869" y="connsiteY28869"/>
              </a:cxn>
              <a:cxn ang="0">
                <a:pos x="connsiteX28870" y="connsiteY28870"/>
              </a:cxn>
              <a:cxn ang="0">
                <a:pos x="connsiteX28871" y="connsiteY28871"/>
              </a:cxn>
              <a:cxn ang="0">
                <a:pos x="connsiteX28872" y="connsiteY28872"/>
              </a:cxn>
              <a:cxn ang="0">
                <a:pos x="connsiteX28873" y="connsiteY28873"/>
              </a:cxn>
              <a:cxn ang="0">
                <a:pos x="connsiteX28874" y="connsiteY28874"/>
              </a:cxn>
              <a:cxn ang="0">
                <a:pos x="connsiteX28875" y="connsiteY28875"/>
              </a:cxn>
              <a:cxn ang="0">
                <a:pos x="connsiteX28876" y="connsiteY28876"/>
              </a:cxn>
              <a:cxn ang="0">
                <a:pos x="connsiteX28877" y="connsiteY28877"/>
              </a:cxn>
              <a:cxn ang="0">
                <a:pos x="connsiteX28878" y="connsiteY28878"/>
              </a:cxn>
              <a:cxn ang="0">
                <a:pos x="connsiteX28879" y="connsiteY28879"/>
              </a:cxn>
              <a:cxn ang="0">
                <a:pos x="connsiteX28880" y="connsiteY28880"/>
              </a:cxn>
              <a:cxn ang="0">
                <a:pos x="connsiteX28881" y="connsiteY28881"/>
              </a:cxn>
              <a:cxn ang="0">
                <a:pos x="connsiteX28882" y="connsiteY28882"/>
              </a:cxn>
              <a:cxn ang="0">
                <a:pos x="connsiteX28883" y="connsiteY28883"/>
              </a:cxn>
              <a:cxn ang="0">
                <a:pos x="connsiteX28884" y="connsiteY28884"/>
              </a:cxn>
              <a:cxn ang="0">
                <a:pos x="connsiteX28885" y="connsiteY28885"/>
              </a:cxn>
              <a:cxn ang="0">
                <a:pos x="connsiteX28886" y="connsiteY28886"/>
              </a:cxn>
              <a:cxn ang="0">
                <a:pos x="connsiteX28887" y="connsiteY28887"/>
              </a:cxn>
              <a:cxn ang="0">
                <a:pos x="connsiteX28888" y="connsiteY28888"/>
              </a:cxn>
              <a:cxn ang="0">
                <a:pos x="connsiteX28889" y="connsiteY28889"/>
              </a:cxn>
              <a:cxn ang="0">
                <a:pos x="connsiteX28890" y="connsiteY28890"/>
              </a:cxn>
              <a:cxn ang="0">
                <a:pos x="connsiteX28891" y="connsiteY28891"/>
              </a:cxn>
              <a:cxn ang="0">
                <a:pos x="connsiteX28892" y="connsiteY28892"/>
              </a:cxn>
              <a:cxn ang="0">
                <a:pos x="connsiteX28893" y="connsiteY28893"/>
              </a:cxn>
              <a:cxn ang="0">
                <a:pos x="connsiteX28894" y="connsiteY28894"/>
              </a:cxn>
              <a:cxn ang="0">
                <a:pos x="connsiteX28895" y="connsiteY28895"/>
              </a:cxn>
              <a:cxn ang="0">
                <a:pos x="connsiteX28896" y="connsiteY28896"/>
              </a:cxn>
              <a:cxn ang="0">
                <a:pos x="connsiteX28897" y="connsiteY28897"/>
              </a:cxn>
              <a:cxn ang="0">
                <a:pos x="connsiteX28898" y="connsiteY28898"/>
              </a:cxn>
              <a:cxn ang="0">
                <a:pos x="connsiteX28899" y="connsiteY28899"/>
              </a:cxn>
              <a:cxn ang="0">
                <a:pos x="connsiteX28900" y="connsiteY28900"/>
              </a:cxn>
              <a:cxn ang="0">
                <a:pos x="connsiteX28901" y="connsiteY28901"/>
              </a:cxn>
              <a:cxn ang="0">
                <a:pos x="connsiteX28902" y="connsiteY28902"/>
              </a:cxn>
              <a:cxn ang="0">
                <a:pos x="connsiteX28903" y="connsiteY28903"/>
              </a:cxn>
              <a:cxn ang="0">
                <a:pos x="connsiteX28904" y="connsiteY28904"/>
              </a:cxn>
              <a:cxn ang="0">
                <a:pos x="connsiteX28905" y="connsiteY28905"/>
              </a:cxn>
              <a:cxn ang="0">
                <a:pos x="connsiteX28906" y="connsiteY28906"/>
              </a:cxn>
              <a:cxn ang="0">
                <a:pos x="connsiteX28907" y="connsiteY28907"/>
              </a:cxn>
              <a:cxn ang="0">
                <a:pos x="connsiteX28908" y="connsiteY28908"/>
              </a:cxn>
              <a:cxn ang="0">
                <a:pos x="connsiteX28909" y="connsiteY28909"/>
              </a:cxn>
              <a:cxn ang="0">
                <a:pos x="connsiteX28910" y="connsiteY28910"/>
              </a:cxn>
              <a:cxn ang="0">
                <a:pos x="connsiteX28911" y="connsiteY28911"/>
              </a:cxn>
              <a:cxn ang="0">
                <a:pos x="connsiteX28912" y="connsiteY28912"/>
              </a:cxn>
              <a:cxn ang="0">
                <a:pos x="connsiteX28913" y="connsiteY28913"/>
              </a:cxn>
              <a:cxn ang="0">
                <a:pos x="connsiteX28914" y="connsiteY28914"/>
              </a:cxn>
              <a:cxn ang="0">
                <a:pos x="connsiteX28915" y="connsiteY28915"/>
              </a:cxn>
              <a:cxn ang="0">
                <a:pos x="connsiteX28916" y="connsiteY28916"/>
              </a:cxn>
              <a:cxn ang="0">
                <a:pos x="connsiteX28917" y="connsiteY28917"/>
              </a:cxn>
              <a:cxn ang="0">
                <a:pos x="connsiteX28918" y="connsiteY28918"/>
              </a:cxn>
              <a:cxn ang="0">
                <a:pos x="connsiteX28919" y="connsiteY28919"/>
              </a:cxn>
              <a:cxn ang="0">
                <a:pos x="connsiteX28920" y="connsiteY28920"/>
              </a:cxn>
              <a:cxn ang="0">
                <a:pos x="connsiteX28921" y="connsiteY28921"/>
              </a:cxn>
              <a:cxn ang="0">
                <a:pos x="connsiteX28922" y="connsiteY28922"/>
              </a:cxn>
              <a:cxn ang="0">
                <a:pos x="connsiteX28923" y="connsiteY28923"/>
              </a:cxn>
              <a:cxn ang="0">
                <a:pos x="connsiteX28924" y="connsiteY28924"/>
              </a:cxn>
              <a:cxn ang="0">
                <a:pos x="connsiteX28925" y="connsiteY28925"/>
              </a:cxn>
              <a:cxn ang="0">
                <a:pos x="connsiteX28926" y="connsiteY28926"/>
              </a:cxn>
              <a:cxn ang="0">
                <a:pos x="connsiteX28927" y="connsiteY28927"/>
              </a:cxn>
              <a:cxn ang="0">
                <a:pos x="connsiteX28928" y="connsiteY28928"/>
              </a:cxn>
              <a:cxn ang="0">
                <a:pos x="connsiteX28929" y="connsiteY28929"/>
              </a:cxn>
              <a:cxn ang="0">
                <a:pos x="connsiteX28930" y="connsiteY28930"/>
              </a:cxn>
              <a:cxn ang="0">
                <a:pos x="connsiteX28931" y="connsiteY28931"/>
              </a:cxn>
              <a:cxn ang="0">
                <a:pos x="connsiteX28932" y="connsiteY28932"/>
              </a:cxn>
              <a:cxn ang="0">
                <a:pos x="connsiteX28933" y="connsiteY28933"/>
              </a:cxn>
              <a:cxn ang="0">
                <a:pos x="connsiteX28934" y="connsiteY28934"/>
              </a:cxn>
              <a:cxn ang="0">
                <a:pos x="connsiteX28935" y="connsiteY28935"/>
              </a:cxn>
              <a:cxn ang="0">
                <a:pos x="connsiteX28936" y="connsiteY28936"/>
              </a:cxn>
              <a:cxn ang="0">
                <a:pos x="connsiteX28937" y="connsiteY28937"/>
              </a:cxn>
              <a:cxn ang="0">
                <a:pos x="connsiteX28938" y="connsiteY28938"/>
              </a:cxn>
              <a:cxn ang="0">
                <a:pos x="connsiteX28939" y="connsiteY28939"/>
              </a:cxn>
              <a:cxn ang="0">
                <a:pos x="connsiteX28940" y="connsiteY28940"/>
              </a:cxn>
              <a:cxn ang="0">
                <a:pos x="connsiteX28941" y="connsiteY28941"/>
              </a:cxn>
              <a:cxn ang="0">
                <a:pos x="connsiteX28942" y="connsiteY28942"/>
              </a:cxn>
              <a:cxn ang="0">
                <a:pos x="connsiteX28943" y="connsiteY28943"/>
              </a:cxn>
              <a:cxn ang="0">
                <a:pos x="connsiteX28944" y="connsiteY28944"/>
              </a:cxn>
              <a:cxn ang="0">
                <a:pos x="connsiteX28945" y="connsiteY28945"/>
              </a:cxn>
              <a:cxn ang="0">
                <a:pos x="connsiteX28946" y="connsiteY28946"/>
              </a:cxn>
              <a:cxn ang="0">
                <a:pos x="connsiteX28947" y="connsiteY28947"/>
              </a:cxn>
              <a:cxn ang="0">
                <a:pos x="connsiteX28948" y="connsiteY28948"/>
              </a:cxn>
              <a:cxn ang="0">
                <a:pos x="connsiteX28949" y="connsiteY28949"/>
              </a:cxn>
              <a:cxn ang="0">
                <a:pos x="connsiteX28950" y="connsiteY28950"/>
              </a:cxn>
              <a:cxn ang="0">
                <a:pos x="connsiteX28951" y="connsiteY28951"/>
              </a:cxn>
              <a:cxn ang="0">
                <a:pos x="connsiteX28952" y="connsiteY28952"/>
              </a:cxn>
              <a:cxn ang="0">
                <a:pos x="connsiteX28953" y="connsiteY28953"/>
              </a:cxn>
              <a:cxn ang="0">
                <a:pos x="connsiteX28954" y="connsiteY28954"/>
              </a:cxn>
              <a:cxn ang="0">
                <a:pos x="connsiteX28955" y="connsiteY28955"/>
              </a:cxn>
              <a:cxn ang="0">
                <a:pos x="connsiteX28956" y="connsiteY28956"/>
              </a:cxn>
              <a:cxn ang="0">
                <a:pos x="connsiteX28957" y="connsiteY28957"/>
              </a:cxn>
              <a:cxn ang="0">
                <a:pos x="connsiteX28958" y="connsiteY28958"/>
              </a:cxn>
              <a:cxn ang="0">
                <a:pos x="connsiteX28959" y="connsiteY28959"/>
              </a:cxn>
              <a:cxn ang="0">
                <a:pos x="connsiteX28960" y="connsiteY28960"/>
              </a:cxn>
              <a:cxn ang="0">
                <a:pos x="connsiteX28961" y="connsiteY28961"/>
              </a:cxn>
              <a:cxn ang="0">
                <a:pos x="connsiteX28962" y="connsiteY28962"/>
              </a:cxn>
              <a:cxn ang="0">
                <a:pos x="connsiteX28963" y="connsiteY28963"/>
              </a:cxn>
              <a:cxn ang="0">
                <a:pos x="connsiteX28964" y="connsiteY28964"/>
              </a:cxn>
              <a:cxn ang="0">
                <a:pos x="connsiteX28965" y="connsiteY28965"/>
              </a:cxn>
              <a:cxn ang="0">
                <a:pos x="connsiteX28966" y="connsiteY28966"/>
              </a:cxn>
              <a:cxn ang="0">
                <a:pos x="connsiteX28967" y="connsiteY28967"/>
              </a:cxn>
              <a:cxn ang="0">
                <a:pos x="connsiteX28968" y="connsiteY28968"/>
              </a:cxn>
              <a:cxn ang="0">
                <a:pos x="connsiteX28969" y="connsiteY28969"/>
              </a:cxn>
              <a:cxn ang="0">
                <a:pos x="connsiteX28970" y="connsiteY28970"/>
              </a:cxn>
              <a:cxn ang="0">
                <a:pos x="connsiteX28971" y="connsiteY28971"/>
              </a:cxn>
              <a:cxn ang="0">
                <a:pos x="connsiteX28972" y="connsiteY28972"/>
              </a:cxn>
              <a:cxn ang="0">
                <a:pos x="connsiteX28973" y="connsiteY28973"/>
              </a:cxn>
              <a:cxn ang="0">
                <a:pos x="connsiteX28974" y="connsiteY28974"/>
              </a:cxn>
              <a:cxn ang="0">
                <a:pos x="connsiteX28975" y="connsiteY28975"/>
              </a:cxn>
              <a:cxn ang="0">
                <a:pos x="connsiteX28976" y="connsiteY28976"/>
              </a:cxn>
              <a:cxn ang="0">
                <a:pos x="connsiteX28977" y="connsiteY28977"/>
              </a:cxn>
              <a:cxn ang="0">
                <a:pos x="connsiteX28978" y="connsiteY28978"/>
              </a:cxn>
              <a:cxn ang="0">
                <a:pos x="connsiteX28979" y="connsiteY28979"/>
              </a:cxn>
              <a:cxn ang="0">
                <a:pos x="connsiteX28980" y="connsiteY28980"/>
              </a:cxn>
              <a:cxn ang="0">
                <a:pos x="connsiteX28981" y="connsiteY28981"/>
              </a:cxn>
              <a:cxn ang="0">
                <a:pos x="connsiteX28982" y="connsiteY28982"/>
              </a:cxn>
              <a:cxn ang="0">
                <a:pos x="connsiteX28983" y="connsiteY28983"/>
              </a:cxn>
              <a:cxn ang="0">
                <a:pos x="connsiteX28984" y="connsiteY28984"/>
              </a:cxn>
              <a:cxn ang="0">
                <a:pos x="connsiteX28985" y="connsiteY28985"/>
              </a:cxn>
              <a:cxn ang="0">
                <a:pos x="connsiteX28986" y="connsiteY28986"/>
              </a:cxn>
              <a:cxn ang="0">
                <a:pos x="connsiteX28987" y="connsiteY28987"/>
              </a:cxn>
              <a:cxn ang="0">
                <a:pos x="connsiteX28988" y="connsiteY28988"/>
              </a:cxn>
              <a:cxn ang="0">
                <a:pos x="connsiteX28989" y="connsiteY28989"/>
              </a:cxn>
              <a:cxn ang="0">
                <a:pos x="connsiteX28990" y="connsiteY28990"/>
              </a:cxn>
              <a:cxn ang="0">
                <a:pos x="connsiteX28991" y="connsiteY28991"/>
              </a:cxn>
              <a:cxn ang="0">
                <a:pos x="connsiteX28992" y="connsiteY28992"/>
              </a:cxn>
              <a:cxn ang="0">
                <a:pos x="connsiteX28993" y="connsiteY28993"/>
              </a:cxn>
              <a:cxn ang="0">
                <a:pos x="connsiteX28994" y="connsiteY28994"/>
              </a:cxn>
              <a:cxn ang="0">
                <a:pos x="connsiteX28995" y="connsiteY28995"/>
              </a:cxn>
              <a:cxn ang="0">
                <a:pos x="connsiteX28996" y="connsiteY28996"/>
              </a:cxn>
              <a:cxn ang="0">
                <a:pos x="connsiteX28997" y="connsiteY28997"/>
              </a:cxn>
              <a:cxn ang="0">
                <a:pos x="connsiteX28998" y="connsiteY28998"/>
              </a:cxn>
              <a:cxn ang="0">
                <a:pos x="connsiteX28999" y="connsiteY28999"/>
              </a:cxn>
              <a:cxn ang="0">
                <a:pos x="connsiteX29000" y="connsiteY29000"/>
              </a:cxn>
              <a:cxn ang="0">
                <a:pos x="connsiteX29001" y="connsiteY29001"/>
              </a:cxn>
              <a:cxn ang="0">
                <a:pos x="connsiteX29002" y="connsiteY29002"/>
              </a:cxn>
              <a:cxn ang="0">
                <a:pos x="connsiteX29003" y="connsiteY29003"/>
              </a:cxn>
              <a:cxn ang="0">
                <a:pos x="connsiteX29004" y="connsiteY29004"/>
              </a:cxn>
              <a:cxn ang="0">
                <a:pos x="connsiteX29005" y="connsiteY29005"/>
              </a:cxn>
              <a:cxn ang="0">
                <a:pos x="connsiteX29006" y="connsiteY29006"/>
              </a:cxn>
              <a:cxn ang="0">
                <a:pos x="connsiteX29007" y="connsiteY29007"/>
              </a:cxn>
              <a:cxn ang="0">
                <a:pos x="connsiteX29008" y="connsiteY29008"/>
              </a:cxn>
              <a:cxn ang="0">
                <a:pos x="connsiteX29009" y="connsiteY29009"/>
              </a:cxn>
              <a:cxn ang="0">
                <a:pos x="connsiteX29010" y="connsiteY29010"/>
              </a:cxn>
              <a:cxn ang="0">
                <a:pos x="connsiteX29011" y="connsiteY29011"/>
              </a:cxn>
              <a:cxn ang="0">
                <a:pos x="connsiteX29012" y="connsiteY29012"/>
              </a:cxn>
              <a:cxn ang="0">
                <a:pos x="connsiteX29013" y="connsiteY29013"/>
              </a:cxn>
              <a:cxn ang="0">
                <a:pos x="connsiteX29014" y="connsiteY29014"/>
              </a:cxn>
              <a:cxn ang="0">
                <a:pos x="connsiteX29015" y="connsiteY29015"/>
              </a:cxn>
              <a:cxn ang="0">
                <a:pos x="connsiteX29016" y="connsiteY29016"/>
              </a:cxn>
              <a:cxn ang="0">
                <a:pos x="connsiteX29017" y="connsiteY29017"/>
              </a:cxn>
              <a:cxn ang="0">
                <a:pos x="connsiteX29018" y="connsiteY29018"/>
              </a:cxn>
              <a:cxn ang="0">
                <a:pos x="connsiteX29019" y="connsiteY29019"/>
              </a:cxn>
              <a:cxn ang="0">
                <a:pos x="connsiteX29020" y="connsiteY29020"/>
              </a:cxn>
              <a:cxn ang="0">
                <a:pos x="connsiteX29021" y="connsiteY29021"/>
              </a:cxn>
              <a:cxn ang="0">
                <a:pos x="connsiteX29022" y="connsiteY29022"/>
              </a:cxn>
              <a:cxn ang="0">
                <a:pos x="connsiteX29023" y="connsiteY29023"/>
              </a:cxn>
              <a:cxn ang="0">
                <a:pos x="connsiteX29024" y="connsiteY29024"/>
              </a:cxn>
              <a:cxn ang="0">
                <a:pos x="connsiteX29025" y="connsiteY29025"/>
              </a:cxn>
              <a:cxn ang="0">
                <a:pos x="connsiteX29026" y="connsiteY29026"/>
              </a:cxn>
              <a:cxn ang="0">
                <a:pos x="connsiteX29027" y="connsiteY29027"/>
              </a:cxn>
              <a:cxn ang="0">
                <a:pos x="connsiteX29028" y="connsiteY29028"/>
              </a:cxn>
              <a:cxn ang="0">
                <a:pos x="connsiteX29029" y="connsiteY29029"/>
              </a:cxn>
              <a:cxn ang="0">
                <a:pos x="connsiteX29030" y="connsiteY29030"/>
              </a:cxn>
              <a:cxn ang="0">
                <a:pos x="connsiteX29031" y="connsiteY29031"/>
              </a:cxn>
              <a:cxn ang="0">
                <a:pos x="connsiteX29032" y="connsiteY29032"/>
              </a:cxn>
              <a:cxn ang="0">
                <a:pos x="connsiteX29033" y="connsiteY29033"/>
              </a:cxn>
              <a:cxn ang="0">
                <a:pos x="connsiteX29034" y="connsiteY29034"/>
              </a:cxn>
              <a:cxn ang="0">
                <a:pos x="connsiteX29035" y="connsiteY29035"/>
              </a:cxn>
              <a:cxn ang="0">
                <a:pos x="connsiteX29036" y="connsiteY29036"/>
              </a:cxn>
              <a:cxn ang="0">
                <a:pos x="connsiteX29037" y="connsiteY29037"/>
              </a:cxn>
              <a:cxn ang="0">
                <a:pos x="connsiteX29038" y="connsiteY29038"/>
              </a:cxn>
              <a:cxn ang="0">
                <a:pos x="connsiteX29039" y="connsiteY29039"/>
              </a:cxn>
              <a:cxn ang="0">
                <a:pos x="connsiteX29040" y="connsiteY29040"/>
              </a:cxn>
              <a:cxn ang="0">
                <a:pos x="connsiteX29041" y="connsiteY29041"/>
              </a:cxn>
              <a:cxn ang="0">
                <a:pos x="connsiteX29042" y="connsiteY29042"/>
              </a:cxn>
              <a:cxn ang="0">
                <a:pos x="connsiteX29043" y="connsiteY29043"/>
              </a:cxn>
              <a:cxn ang="0">
                <a:pos x="connsiteX29044" y="connsiteY29044"/>
              </a:cxn>
              <a:cxn ang="0">
                <a:pos x="connsiteX29045" y="connsiteY29045"/>
              </a:cxn>
              <a:cxn ang="0">
                <a:pos x="connsiteX29046" y="connsiteY29046"/>
              </a:cxn>
              <a:cxn ang="0">
                <a:pos x="connsiteX29047" y="connsiteY29047"/>
              </a:cxn>
              <a:cxn ang="0">
                <a:pos x="connsiteX29048" y="connsiteY29048"/>
              </a:cxn>
              <a:cxn ang="0">
                <a:pos x="connsiteX29049" y="connsiteY29049"/>
              </a:cxn>
              <a:cxn ang="0">
                <a:pos x="connsiteX29050" y="connsiteY29050"/>
              </a:cxn>
              <a:cxn ang="0">
                <a:pos x="connsiteX29051" y="connsiteY29051"/>
              </a:cxn>
              <a:cxn ang="0">
                <a:pos x="connsiteX29052" y="connsiteY29052"/>
              </a:cxn>
              <a:cxn ang="0">
                <a:pos x="connsiteX29053" y="connsiteY29053"/>
              </a:cxn>
              <a:cxn ang="0">
                <a:pos x="connsiteX29054" y="connsiteY29054"/>
              </a:cxn>
              <a:cxn ang="0">
                <a:pos x="connsiteX29055" y="connsiteY29055"/>
              </a:cxn>
              <a:cxn ang="0">
                <a:pos x="connsiteX29056" y="connsiteY29056"/>
              </a:cxn>
              <a:cxn ang="0">
                <a:pos x="connsiteX29057" y="connsiteY29057"/>
              </a:cxn>
              <a:cxn ang="0">
                <a:pos x="connsiteX29058" y="connsiteY29058"/>
              </a:cxn>
              <a:cxn ang="0">
                <a:pos x="connsiteX29059" y="connsiteY29059"/>
              </a:cxn>
              <a:cxn ang="0">
                <a:pos x="connsiteX29060" y="connsiteY29060"/>
              </a:cxn>
              <a:cxn ang="0">
                <a:pos x="connsiteX29061" y="connsiteY29061"/>
              </a:cxn>
              <a:cxn ang="0">
                <a:pos x="connsiteX29062" y="connsiteY29062"/>
              </a:cxn>
              <a:cxn ang="0">
                <a:pos x="connsiteX29063" y="connsiteY29063"/>
              </a:cxn>
              <a:cxn ang="0">
                <a:pos x="connsiteX29064" y="connsiteY29064"/>
              </a:cxn>
              <a:cxn ang="0">
                <a:pos x="connsiteX29065" y="connsiteY29065"/>
              </a:cxn>
              <a:cxn ang="0">
                <a:pos x="connsiteX29066" y="connsiteY29066"/>
              </a:cxn>
              <a:cxn ang="0">
                <a:pos x="connsiteX29067" y="connsiteY29067"/>
              </a:cxn>
              <a:cxn ang="0">
                <a:pos x="connsiteX29068" y="connsiteY29068"/>
              </a:cxn>
              <a:cxn ang="0">
                <a:pos x="connsiteX29069" y="connsiteY29069"/>
              </a:cxn>
              <a:cxn ang="0">
                <a:pos x="connsiteX29070" y="connsiteY29070"/>
              </a:cxn>
              <a:cxn ang="0">
                <a:pos x="connsiteX29071" y="connsiteY29071"/>
              </a:cxn>
              <a:cxn ang="0">
                <a:pos x="connsiteX29072" y="connsiteY29072"/>
              </a:cxn>
              <a:cxn ang="0">
                <a:pos x="connsiteX29073" y="connsiteY29073"/>
              </a:cxn>
              <a:cxn ang="0">
                <a:pos x="connsiteX29074" y="connsiteY29074"/>
              </a:cxn>
              <a:cxn ang="0">
                <a:pos x="connsiteX29075" y="connsiteY29075"/>
              </a:cxn>
              <a:cxn ang="0">
                <a:pos x="connsiteX29076" y="connsiteY29076"/>
              </a:cxn>
              <a:cxn ang="0">
                <a:pos x="connsiteX29077" y="connsiteY29077"/>
              </a:cxn>
              <a:cxn ang="0">
                <a:pos x="connsiteX29078" y="connsiteY29078"/>
              </a:cxn>
              <a:cxn ang="0">
                <a:pos x="connsiteX29079" y="connsiteY29079"/>
              </a:cxn>
              <a:cxn ang="0">
                <a:pos x="connsiteX29080" y="connsiteY29080"/>
              </a:cxn>
              <a:cxn ang="0">
                <a:pos x="connsiteX29081" y="connsiteY29081"/>
              </a:cxn>
              <a:cxn ang="0">
                <a:pos x="connsiteX29082" y="connsiteY29082"/>
              </a:cxn>
              <a:cxn ang="0">
                <a:pos x="connsiteX29083" y="connsiteY29083"/>
              </a:cxn>
              <a:cxn ang="0">
                <a:pos x="connsiteX29084" y="connsiteY29084"/>
              </a:cxn>
              <a:cxn ang="0">
                <a:pos x="connsiteX29085" y="connsiteY29085"/>
              </a:cxn>
              <a:cxn ang="0">
                <a:pos x="connsiteX29086" y="connsiteY29086"/>
              </a:cxn>
              <a:cxn ang="0">
                <a:pos x="connsiteX29087" y="connsiteY29087"/>
              </a:cxn>
              <a:cxn ang="0">
                <a:pos x="connsiteX29088" y="connsiteY29088"/>
              </a:cxn>
              <a:cxn ang="0">
                <a:pos x="connsiteX29089" y="connsiteY29089"/>
              </a:cxn>
              <a:cxn ang="0">
                <a:pos x="connsiteX29090" y="connsiteY29090"/>
              </a:cxn>
              <a:cxn ang="0">
                <a:pos x="connsiteX29091" y="connsiteY29091"/>
              </a:cxn>
              <a:cxn ang="0">
                <a:pos x="connsiteX29092" y="connsiteY29092"/>
              </a:cxn>
              <a:cxn ang="0">
                <a:pos x="connsiteX29093" y="connsiteY29093"/>
              </a:cxn>
              <a:cxn ang="0">
                <a:pos x="connsiteX29094" y="connsiteY29094"/>
              </a:cxn>
              <a:cxn ang="0">
                <a:pos x="connsiteX29095" y="connsiteY29095"/>
              </a:cxn>
              <a:cxn ang="0">
                <a:pos x="connsiteX29096" y="connsiteY29096"/>
              </a:cxn>
              <a:cxn ang="0">
                <a:pos x="connsiteX29097" y="connsiteY29097"/>
              </a:cxn>
              <a:cxn ang="0">
                <a:pos x="connsiteX29098" y="connsiteY29098"/>
              </a:cxn>
              <a:cxn ang="0">
                <a:pos x="connsiteX29099" y="connsiteY29099"/>
              </a:cxn>
              <a:cxn ang="0">
                <a:pos x="connsiteX29100" y="connsiteY29100"/>
              </a:cxn>
              <a:cxn ang="0">
                <a:pos x="connsiteX29101" y="connsiteY29101"/>
              </a:cxn>
              <a:cxn ang="0">
                <a:pos x="connsiteX29102" y="connsiteY29102"/>
              </a:cxn>
              <a:cxn ang="0">
                <a:pos x="connsiteX29103" y="connsiteY29103"/>
              </a:cxn>
              <a:cxn ang="0">
                <a:pos x="connsiteX29104" y="connsiteY29104"/>
              </a:cxn>
              <a:cxn ang="0">
                <a:pos x="connsiteX29105" y="connsiteY29105"/>
              </a:cxn>
              <a:cxn ang="0">
                <a:pos x="connsiteX29106" y="connsiteY29106"/>
              </a:cxn>
              <a:cxn ang="0">
                <a:pos x="connsiteX29107" y="connsiteY29107"/>
              </a:cxn>
              <a:cxn ang="0">
                <a:pos x="connsiteX29108" y="connsiteY29108"/>
              </a:cxn>
              <a:cxn ang="0">
                <a:pos x="connsiteX29109" y="connsiteY29109"/>
              </a:cxn>
              <a:cxn ang="0">
                <a:pos x="connsiteX29110" y="connsiteY29110"/>
              </a:cxn>
              <a:cxn ang="0">
                <a:pos x="connsiteX29111" y="connsiteY29111"/>
              </a:cxn>
              <a:cxn ang="0">
                <a:pos x="connsiteX29112" y="connsiteY29112"/>
              </a:cxn>
              <a:cxn ang="0">
                <a:pos x="connsiteX29113" y="connsiteY29113"/>
              </a:cxn>
              <a:cxn ang="0">
                <a:pos x="connsiteX29114" y="connsiteY29114"/>
              </a:cxn>
              <a:cxn ang="0">
                <a:pos x="connsiteX29115" y="connsiteY29115"/>
              </a:cxn>
              <a:cxn ang="0">
                <a:pos x="connsiteX29116" y="connsiteY29116"/>
              </a:cxn>
              <a:cxn ang="0">
                <a:pos x="connsiteX29117" y="connsiteY29117"/>
              </a:cxn>
              <a:cxn ang="0">
                <a:pos x="connsiteX29118" y="connsiteY29118"/>
              </a:cxn>
              <a:cxn ang="0">
                <a:pos x="connsiteX29119" y="connsiteY29119"/>
              </a:cxn>
              <a:cxn ang="0">
                <a:pos x="connsiteX29120" y="connsiteY29120"/>
              </a:cxn>
              <a:cxn ang="0">
                <a:pos x="connsiteX29121" y="connsiteY29121"/>
              </a:cxn>
              <a:cxn ang="0">
                <a:pos x="connsiteX29122" y="connsiteY29122"/>
              </a:cxn>
              <a:cxn ang="0">
                <a:pos x="connsiteX29123" y="connsiteY29123"/>
              </a:cxn>
              <a:cxn ang="0">
                <a:pos x="connsiteX29124" y="connsiteY29124"/>
              </a:cxn>
              <a:cxn ang="0">
                <a:pos x="connsiteX29125" y="connsiteY29125"/>
              </a:cxn>
              <a:cxn ang="0">
                <a:pos x="connsiteX29126" y="connsiteY29126"/>
              </a:cxn>
              <a:cxn ang="0">
                <a:pos x="connsiteX29127" y="connsiteY29127"/>
              </a:cxn>
              <a:cxn ang="0">
                <a:pos x="connsiteX29128" y="connsiteY29128"/>
              </a:cxn>
              <a:cxn ang="0">
                <a:pos x="connsiteX29129" y="connsiteY29129"/>
              </a:cxn>
              <a:cxn ang="0">
                <a:pos x="connsiteX29130" y="connsiteY29130"/>
              </a:cxn>
              <a:cxn ang="0">
                <a:pos x="connsiteX29131" y="connsiteY29131"/>
              </a:cxn>
              <a:cxn ang="0">
                <a:pos x="connsiteX29132" y="connsiteY29132"/>
              </a:cxn>
              <a:cxn ang="0">
                <a:pos x="connsiteX29133" y="connsiteY29133"/>
              </a:cxn>
              <a:cxn ang="0">
                <a:pos x="connsiteX29134" y="connsiteY29134"/>
              </a:cxn>
              <a:cxn ang="0">
                <a:pos x="connsiteX29135" y="connsiteY29135"/>
              </a:cxn>
              <a:cxn ang="0">
                <a:pos x="connsiteX29136" y="connsiteY29136"/>
              </a:cxn>
              <a:cxn ang="0">
                <a:pos x="connsiteX29137" y="connsiteY29137"/>
              </a:cxn>
              <a:cxn ang="0">
                <a:pos x="connsiteX29138" y="connsiteY29138"/>
              </a:cxn>
              <a:cxn ang="0">
                <a:pos x="connsiteX29139" y="connsiteY29139"/>
              </a:cxn>
              <a:cxn ang="0">
                <a:pos x="connsiteX29140" y="connsiteY29140"/>
              </a:cxn>
              <a:cxn ang="0">
                <a:pos x="connsiteX29141" y="connsiteY29141"/>
              </a:cxn>
              <a:cxn ang="0">
                <a:pos x="connsiteX29142" y="connsiteY29142"/>
              </a:cxn>
              <a:cxn ang="0">
                <a:pos x="connsiteX29143" y="connsiteY29143"/>
              </a:cxn>
              <a:cxn ang="0">
                <a:pos x="connsiteX29144" y="connsiteY29144"/>
              </a:cxn>
              <a:cxn ang="0">
                <a:pos x="connsiteX29145" y="connsiteY29145"/>
              </a:cxn>
              <a:cxn ang="0">
                <a:pos x="connsiteX29146" y="connsiteY29146"/>
              </a:cxn>
              <a:cxn ang="0">
                <a:pos x="connsiteX29147" y="connsiteY29147"/>
              </a:cxn>
              <a:cxn ang="0">
                <a:pos x="connsiteX29148" y="connsiteY29148"/>
              </a:cxn>
              <a:cxn ang="0">
                <a:pos x="connsiteX29149" y="connsiteY29149"/>
              </a:cxn>
              <a:cxn ang="0">
                <a:pos x="connsiteX29150" y="connsiteY29150"/>
              </a:cxn>
              <a:cxn ang="0">
                <a:pos x="connsiteX29151" y="connsiteY29151"/>
              </a:cxn>
              <a:cxn ang="0">
                <a:pos x="connsiteX29152" y="connsiteY29152"/>
              </a:cxn>
              <a:cxn ang="0">
                <a:pos x="connsiteX29153" y="connsiteY29153"/>
              </a:cxn>
              <a:cxn ang="0">
                <a:pos x="connsiteX29154" y="connsiteY29154"/>
              </a:cxn>
              <a:cxn ang="0">
                <a:pos x="connsiteX29155" y="connsiteY29155"/>
              </a:cxn>
              <a:cxn ang="0">
                <a:pos x="connsiteX29156" y="connsiteY29156"/>
              </a:cxn>
              <a:cxn ang="0">
                <a:pos x="connsiteX29157" y="connsiteY29157"/>
              </a:cxn>
              <a:cxn ang="0">
                <a:pos x="connsiteX29158" y="connsiteY29158"/>
              </a:cxn>
              <a:cxn ang="0">
                <a:pos x="connsiteX29159" y="connsiteY29159"/>
              </a:cxn>
              <a:cxn ang="0">
                <a:pos x="connsiteX29160" y="connsiteY29160"/>
              </a:cxn>
              <a:cxn ang="0">
                <a:pos x="connsiteX29161" y="connsiteY29161"/>
              </a:cxn>
              <a:cxn ang="0">
                <a:pos x="connsiteX29162" y="connsiteY29162"/>
              </a:cxn>
              <a:cxn ang="0">
                <a:pos x="connsiteX29163" y="connsiteY29163"/>
              </a:cxn>
              <a:cxn ang="0">
                <a:pos x="connsiteX29164" y="connsiteY29164"/>
              </a:cxn>
              <a:cxn ang="0">
                <a:pos x="connsiteX29165" y="connsiteY29165"/>
              </a:cxn>
              <a:cxn ang="0">
                <a:pos x="connsiteX29166" y="connsiteY29166"/>
              </a:cxn>
              <a:cxn ang="0">
                <a:pos x="connsiteX29167" y="connsiteY29167"/>
              </a:cxn>
              <a:cxn ang="0">
                <a:pos x="connsiteX29168" y="connsiteY29168"/>
              </a:cxn>
              <a:cxn ang="0">
                <a:pos x="connsiteX29169" y="connsiteY29169"/>
              </a:cxn>
              <a:cxn ang="0">
                <a:pos x="connsiteX29170" y="connsiteY29170"/>
              </a:cxn>
              <a:cxn ang="0">
                <a:pos x="connsiteX29171" y="connsiteY29171"/>
              </a:cxn>
              <a:cxn ang="0">
                <a:pos x="connsiteX29172" y="connsiteY29172"/>
              </a:cxn>
              <a:cxn ang="0">
                <a:pos x="connsiteX29173" y="connsiteY29173"/>
              </a:cxn>
              <a:cxn ang="0">
                <a:pos x="connsiteX29174" y="connsiteY29174"/>
              </a:cxn>
              <a:cxn ang="0">
                <a:pos x="connsiteX29175" y="connsiteY29175"/>
              </a:cxn>
              <a:cxn ang="0">
                <a:pos x="connsiteX29176" y="connsiteY29176"/>
              </a:cxn>
              <a:cxn ang="0">
                <a:pos x="connsiteX29177" y="connsiteY29177"/>
              </a:cxn>
              <a:cxn ang="0">
                <a:pos x="connsiteX29178" y="connsiteY29178"/>
              </a:cxn>
              <a:cxn ang="0">
                <a:pos x="connsiteX29179" y="connsiteY29179"/>
              </a:cxn>
              <a:cxn ang="0">
                <a:pos x="connsiteX29180" y="connsiteY29180"/>
              </a:cxn>
              <a:cxn ang="0">
                <a:pos x="connsiteX29181" y="connsiteY29181"/>
              </a:cxn>
              <a:cxn ang="0">
                <a:pos x="connsiteX29182" y="connsiteY29182"/>
              </a:cxn>
              <a:cxn ang="0">
                <a:pos x="connsiteX29183" y="connsiteY29183"/>
              </a:cxn>
              <a:cxn ang="0">
                <a:pos x="connsiteX29184" y="connsiteY29184"/>
              </a:cxn>
              <a:cxn ang="0">
                <a:pos x="connsiteX29185" y="connsiteY29185"/>
              </a:cxn>
              <a:cxn ang="0">
                <a:pos x="connsiteX29186" y="connsiteY29186"/>
              </a:cxn>
              <a:cxn ang="0">
                <a:pos x="connsiteX29187" y="connsiteY29187"/>
              </a:cxn>
              <a:cxn ang="0">
                <a:pos x="connsiteX29188" y="connsiteY29188"/>
              </a:cxn>
              <a:cxn ang="0">
                <a:pos x="connsiteX29189" y="connsiteY29189"/>
              </a:cxn>
              <a:cxn ang="0">
                <a:pos x="connsiteX29190" y="connsiteY29190"/>
              </a:cxn>
              <a:cxn ang="0">
                <a:pos x="connsiteX29191" y="connsiteY29191"/>
              </a:cxn>
              <a:cxn ang="0">
                <a:pos x="connsiteX29192" y="connsiteY29192"/>
              </a:cxn>
              <a:cxn ang="0">
                <a:pos x="connsiteX29193" y="connsiteY29193"/>
              </a:cxn>
              <a:cxn ang="0">
                <a:pos x="connsiteX29194" y="connsiteY29194"/>
              </a:cxn>
              <a:cxn ang="0">
                <a:pos x="connsiteX29195" y="connsiteY29195"/>
              </a:cxn>
              <a:cxn ang="0">
                <a:pos x="connsiteX29196" y="connsiteY29196"/>
              </a:cxn>
              <a:cxn ang="0">
                <a:pos x="connsiteX29197" y="connsiteY29197"/>
              </a:cxn>
              <a:cxn ang="0">
                <a:pos x="connsiteX29198" y="connsiteY29198"/>
              </a:cxn>
              <a:cxn ang="0">
                <a:pos x="connsiteX29199" y="connsiteY29199"/>
              </a:cxn>
              <a:cxn ang="0">
                <a:pos x="connsiteX29200" y="connsiteY29200"/>
              </a:cxn>
              <a:cxn ang="0">
                <a:pos x="connsiteX29201" y="connsiteY29201"/>
              </a:cxn>
              <a:cxn ang="0">
                <a:pos x="connsiteX29202" y="connsiteY29202"/>
              </a:cxn>
              <a:cxn ang="0">
                <a:pos x="connsiteX29203" y="connsiteY29203"/>
              </a:cxn>
              <a:cxn ang="0">
                <a:pos x="connsiteX29204" y="connsiteY29204"/>
              </a:cxn>
              <a:cxn ang="0">
                <a:pos x="connsiteX29205" y="connsiteY29205"/>
              </a:cxn>
              <a:cxn ang="0">
                <a:pos x="connsiteX29206" y="connsiteY29206"/>
              </a:cxn>
              <a:cxn ang="0">
                <a:pos x="connsiteX29207" y="connsiteY29207"/>
              </a:cxn>
              <a:cxn ang="0">
                <a:pos x="connsiteX29208" y="connsiteY29208"/>
              </a:cxn>
              <a:cxn ang="0">
                <a:pos x="connsiteX29209" y="connsiteY29209"/>
              </a:cxn>
              <a:cxn ang="0">
                <a:pos x="connsiteX29210" y="connsiteY29210"/>
              </a:cxn>
              <a:cxn ang="0">
                <a:pos x="connsiteX29211" y="connsiteY29211"/>
              </a:cxn>
              <a:cxn ang="0">
                <a:pos x="connsiteX29212" y="connsiteY29212"/>
              </a:cxn>
              <a:cxn ang="0">
                <a:pos x="connsiteX29213" y="connsiteY29213"/>
              </a:cxn>
              <a:cxn ang="0">
                <a:pos x="connsiteX29214" y="connsiteY29214"/>
              </a:cxn>
              <a:cxn ang="0">
                <a:pos x="connsiteX29215" y="connsiteY29215"/>
              </a:cxn>
              <a:cxn ang="0">
                <a:pos x="connsiteX29216" y="connsiteY29216"/>
              </a:cxn>
              <a:cxn ang="0">
                <a:pos x="connsiteX29217" y="connsiteY29217"/>
              </a:cxn>
              <a:cxn ang="0">
                <a:pos x="connsiteX29218" y="connsiteY29218"/>
              </a:cxn>
              <a:cxn ang="0">
                <a:pos x="connsiteX29219" y="connsiteY29219"/>
              </a:cxn>
              <a:cxn ang="0">
                <a:pos x="connsiteX29220" y="connsiteY29220"/>
              </a:cxn>
              <a:cxn ang="0">
                <a:pos x="connsiteX29221" y="connsiteY29221"/>
              </a:cxn>
              <a:cxn ang="0">
                <a:pos x="connsiteX29222" y="connsiteY29222"/>
              </a:cxn>
              <a:cxn ang="0">
                <a:pos x="connsiteX29223" y="connsiteY29223"/>
              </a:cxn>
              <a:cxn ang="0">
                <a:pos x="connsiteX29224" y="connsiteY29224"/>
              </a:cxn>
              <a:cxn ang="0">
                <a:pos x="connsiteX29225" y="connsiteY29225"/>
              </a:cxn>
              <a:cxn ang="0">
                <a:pos x="connsiteX29226" y="connsiteY29226"/>
              </a:cxn>
              <a:cxn ang="0">
                <a:pos x="connsiteX29227" y="connsiteY29227"/>
              </a:cxn>
              <a:cxn ang="0">
                <a:pos x="connsiteX29228" y="connsiteY29228"/>
              </a:cxn>
              <a:cxn ang="0">
                <a:pos x="connsiteX29229" y="connsiteY29229"/>
              </a:cxn>
              <a:cxn ang="0">
                <a:pos x="connsiteX29230" y="connsiteY29230"/>
              </a:cxn>
              <a:cxn ang="0">
                <a:pos x="connsiteX29231" y="connsiteY29231"/>
              </a:cxn>
              <a:cxn ang="0">
                <a:pos x="connsiteX29232" y="connsiteY29232"/>
              </a:cxn>
              <a:cxn ang="0">
                <a:pos x="connsiteX29233" y="connsiteY29233"/>
              </a:cxn>
              <a:cxn ang="0">
                <a:pos x="connsiteX29234" y="connsiteY29234"/>
              </a:cxn>
              <a:cxn ang="0">
                <a:pos x="connsiteX29235" y="connsiteY29235"/>
              </a:cxn>
              <a:cxn ang="0">
                <a:pos x="connsiteX29236" y="connsiteY29236"/>
              </a:cxn>
              <a:cxn ang="0">
                <a:pos x="connsiteX29237" y="connsiteY29237"/>
              </a:cxn>
              <a:cxn ang="0">
                <a:pos x="connsiteX29238" y="connsiteY29238"/>
              </a:cxn>
              <a:cxn ang="0">
                <a:pos x="connsiteX29239" y="connsiteY29239"/>
              </a:cxn>
              <a:cxn ang="0">
                <a:pos x="connsiteX29240" y="connsiteY29240"/>
              </a:cxn>
              <a:cxn ang="0">
                <a:pos x="connsiteX29241" y="connsiteY29241"/>
              </a:cxn>
              <a:cxn ang="0">
                <a:pos x="connsiteX29242" y="connsiteY29242"/>
              </a:cxn>
              <a:cxn ang="0">
                <a:pos x="connsiteX29243" y="connsiteY29243"/>
              </a:cxn>
              <a:cxn ang="0">
                <a:pos x="connsiteX29244" y="connsiteY29244"/>
              </a:cxn>
              <a:cxn ang="0">
                <a:pos x="connsiteX29245" y="connsiteY29245"/>
              </a:cxn>
              <a:cxn ang="0">
                <a:pos x="connsiteX29246" y="connsiteY29246"/>
              </a:cxn>
              <a:cxn ang="0">
                <a:pos x="connsiteX29247" y="connsiteY29247"/>
              </a:cxn>
              <a:cxn ang="0">
                <a:pos x="connsiteX29248" y="connsiteY29248"/>
              </a:cxn>
              <a:cxn ang="0">
                <a:pos x="connsiteX29249" y="connsiteY29249"/>
              </a:cxn>
              <a:cxn ang="0">
                <a:pos x="connsiteX29250" y="connsiteY29250"/>
              </a:cxn>
              <a:cxn ang="0">
                <a:pos x="connsiteX29251" y="connsiteY29251"/>
              </a:cxn>
              <a:cxn ang="0">
                <a:pos x="connsiteX29252" y="connsiteY29252"/>
              </a:cxn>
              <a:cxn ang="0">
                <a:pos x="connsiteX29253" y="connsiteY29253"/>
              </a:cxn>
              <a:cxn ang="0">
                <a:pos x="connsiteX29254" y="connsiteY29254"/>
              </a:cxn>
              <a:cxn ang="0">
                <a:pos x="connsiteX29255" y="connsiteY29255"/>
              </a:cxn>
              <a:cxn ang="0">
                <a:pos x="connsiteX29256" y="connsiteY29256"/>
              </a:cxn>
              <a:cxn ang="0">
                <a:pos x="connsiteX29257" y="connsiteY29257"/>
              </a:cxn>
              <a:cxn ang="0">
                <a:pos x="connsiteX29258" y="connsiteY29258"/>
              </a:cxn>
              <a:cxn ang="0">
                <a:pos x="connsiteX29259" y="connsiteY29259"/>
              </a:cxn>
              <a:cxn ang="0">
                <a:pos x="connsiteX29260" y="connsiteY29260"/>
              </a:cxn>
              <a:cxn ang="0">
                <a:pos x="connsiteX29261" y="connsiteY29261"/>
              </a:cxn>
              <a:cxn ang="0">
                <a:pos x="connsiteX29262" y="connsiteY29262"/>
              </a:cxn>
              <a:cxn ang="0">
                <a:pos x="connsiteX29263" y="connsiteY29263"/>
              </a:cxn>
              <a:cxn ang="0">
                <a:pos x="connsiteX29264" y="connsiteY29264"/>
              </a:cxn>
              <a:cxn ang="0">
                <a:pos x="connsiteX29265" y="connsiteY29265"/>
              </a:cxn>
              <a:cxn ang="0">
                <a:pos x="connsiteX29266" y="connsiteY29266"/>
              </a:cxn>
              <a:cxn ang="0">
                <a:pos x="connsiteX29267" y="connsiteY29267"/>
              </a:cxn>
              <a:cxn ang="0">
                <a:pos x="connsiteX29268" y="connsiteY29268"/>
              </a:cxn>
              <a:cxn ang="0">
                <a:pos x="connsiteX29269" y="connsiteY29269"/>
              </a:cxn>
              <a:cxn ang="0">
                <a:pos x="connsiteX29270" y="connsiteY29270"/>
              </a:cxn>
              <a:cxn ang="0">
                <a:pos x="connsiteX29271" y="connsiteY29271"/>
              </a:cxn>
              <a:cxn ang="0">
                <a:pos x="connsiteX29272" y="connsiteY29272"/>
              </a:cxn>
              <a:cxn ang="0">
                <a:pos x="connsiteX29273" y="connsiteY29273"/>
              </a:cxn>
              <a:cxn ang="0">
                <a:pos x="connsiteX29274" y="connsiteY29274"/>
              </a:cxn>
              <a:cxn ang="0">
                <a:pos x="connsiteX29275" y="connsiteY29275"/>
              </a:cxn>
              <a:cxn ang="0">
                <a:pos x="connsiteX29276" y="connsiteY29276"/>
              </a:cxn>
              <a:cxn ang="0">
                <a:pos x="connsiteX29277" y="connsiteY29277"/>
              </a:cxn>
              <a:cxn ang="0">
                <a:pos x="connsiteX29278" y="connsiteY29278"/>
              </a:cxn>
              <a:cxn ang="0">
                <a:pos x="connsiteX29279" y="connsiteY29279"/>
              </a:cxn>
              <a:cxn ang="0">
                <a:pos x="connsiteX29280" y="connsiteY29280"/>
              </a:cxn>
              <a:cxn ang="0">
                <a:pos x="connsiteX29281" y="connsiteY29281"/>
              </a:cxn>
              <a:cxn ang="0">
                <a:pos x="connsiteX29282" y="connsiteY29282"/>
              </a:cxn>
              <a:cxn ang="0">
                <a:pos x="connsiteX29283" y="connsiteY29283"/>
              </a:cxn>
              <a:cxn ang="0">
                <a:pos x="connsiteX29284" y="connsiteY29284"/>
              </a:cxn>
              <a:cxn ang="0">
                <a:pos x="connsiteX29285" y="connsiteY29285"/>
              </a:cxn>
              <a:cxn ang="0">
                <a:pos x="connsiteX29286" y="connsiteY29286"/>
              </a:cxn>
              <a:cxn ang="0">
                <a:pos x="connsiteX29287" y="connsiteY29287"/>
              </a:cxn>
              <a:cxn ang="0">
                <a:pos x="connsiteX29288" y="connsiteY29288"/>
              </a:cxn>
              <a:cxn ang="0">
                <a:pos x="connsiteX29289" y="connsiteY29289"/>
              </a:cxn>
              <a:cxn ang="0">
                <a:pos x="connsiteX29290" y="connsiteY29290"/>
              </a:cxn>
              <a:cxn ang="0">
                <a:pos x="connsiteX29291" y="connsiteY29291"/>
              </a:cxn>
              <a:cxn ang="0">
                <a:pos x="connsiteX29292" y="connsiteY29292"/>
              </a:cxn>
              <a:cxn ang="0">
                <a:pos x="connsiteX29293" y="connsiteY29293"/>
              </a:cxn>
              <a:cxn ang="0">
                <a:pos x="connsiteX29294" y="connsiteY29294"/>
              </a:cxn>
              <a:cxn ang="0">
                <a:pos x="connsiteX29295" y="connsiteY29295"/>
              </a:cxn>
              <a:cxn ang="0">
                <a:pos x="connsiteX29296" y="connsiteY29296"/>
              </a:cxn>
              <a:cxn ang="0">
                <a:pos x="connsiteX29297" y="connsiteY29297"/>
              </a:cxn>
              <a:cxn ang="0">
                <a:pos x="connsiteX29298" y="connsiteY29298"/>
              </a:cxn>
              <a:cxn ang="0">
                <a:pos x="connsiteX29299" y="connsiteY29299"/>
              </a:cxn>
              <a:cxn ang="0">
                <a:pos x="connsiteX29300" y="connsiteY29300"/>
              </a:cxn>
              <a:cxn ang="0">
                <a:pos x="connsiteX29301" y="connsiteY29301"/>
              </a:cxn>
              <a:cxn ang="0">
                <a:pos x="connsiteX29302" y="connsiteY29302"/>
              </a:cxn>
              <a:cxn ang="0">
                <a:pos x="connsiteX29303" y="connsiteY29303"/>
              </a:cxn>
              <a:cxn ang="0">
                <a:pos x="connsiteX29304" y="connsiteY29304"/>
              </a:cxn>
              <a:cxn ang="0">
                <a:pos x="connsiteX29305" y="connsiteY29305"/>
              </a:cxn>
              <a:cxn ang="0">
                <a:pos x="connsiteX29306" y="connsiteY29306"/>
              </a:cxn>
              <a:cxn ang="0">
                <a:pos x="connsiteX29307" y="connsiteY29307"/>
              </a:cxn>
              <a:cxn ang="0">
                <a:pos x="connsiteX29308" y="connsiteY29308"/>
              </a:cxn>
              <a:cxn ang="0">
                <a:pos x="connsiteX29309" y="connsiteY29309"/>
              </a:cxn>
              <a:cxn ang="0">
                <a:pos x="connsiteX29310" y="connsiteY29310"/>
              </a:cxn>
              <a:cxn ang="0">
                <a:pos x="connsiteX29311" y="connsiteY29311"/>
              </a:cxn>
              <a:cxn ang="0">
                <a:pos x="connsiteX29312" y="connsiteY29312"/>
              </a:cxn>
              <a:cxn ang="0">
                <a:pos x="connsiteX29313" y="connsiteY29313"/>
              </a:cxn>
              <a:cxn ang="0">
                <a:pos x="connsiteX29314" y="connsiteY29314"/>
              </a:cxn>
              <a:cxn ang="0">
                <a:pos x="connsiteX29315" y="connsiteY29315"/>
              </a:cxn>
              <a:cxn ang="0">
                <a:pos x="connsiteX29316" y="connsiteY29316"/>
              </a:cxn>
              <a:cxn ang="0">
                <a:pos x="connsiteX29317" y="connsiteY29317"/>
              </a:cxn>
              <a:cxn ang="0">
                <a:pos x="connsiteX29318" y="connsiteY29318"/>
              </a:cxn>
              <a:cxn ang="0">
                <a:pos x="connsiteX29319" y="connsiteY29319"/>
              </a:cxn>
              <a:cxn ang="0">
                <a:pos x="connsiteX29320" y="connsiteY29320"/>
              </a:cxn>
              <a:cxn ang="0">
                <a:pos x="connsiteX29321" y="connsiteY29321"/>
              </a:cxn>
              <a:cxn ang="0">
                <a:pos x="connsiteX29322" y="connsiteY29322"/>
              </a:cxn>
              <a:cxn ang="0">
                <a:pos x="connsiteX29323" y="connsiteY29323"/>
              </a:cxn>
              <a:cxn ang="0">
                <a:pos x="connsiteX29324" y="connsiteY29324"/>
              </a:cxn>
              <a:cxn ang="0">
                <a:pos x="connsiteX29325" y="connsiteY29325"/>
              </a:cxn>
              <a:cxn ang="0">
                <a:pos x="connsiteX29326" y="connsiteY29326"/>
              </a:cxn>
              <a:cxn ang="0">
                <a:pos x="connsiteX29327" y="connsiteY29327"/>
              </a:cxn>
              <a:cxn ang="0">
                <a:pos x="connsiteX29328" y="connsiteY29328"/>
              </a:cxn>
              <a:cxn ang="0">
                <a:pos x="connsiteX29329" y="connsiteY29329"/>
              </a:cxn>
              <a:cxn ang="0">
                <a:pos x="connsiteX29330" y="connsiteY29330"/>
              </a:cxn>
              <a:cxn ang="0">
                <a:pos x="connsiteX29331" y="connsiteY29331"/>
              </a:cxn>
              <a:cxn ang="0">
                <a:pos x="connsiteX29332" y="connsiteY29332"/>
              </a:cxn>
              <a:cxn ang="0">
                <a:pos x="connsiteX29333" y="connsiteY29333"/>
              </a:cxn>
              <a:cxn ang="0">
                <a:pos x="connsiteX29334" y="connsiteY29334"/>
              </a:cxn>
              <a:cxn ang="0">
                <a:pos x="connsiteX29335" y="connsiteY29335"/>
              </a:cxn>
              <a:cxn ang="0">
                <a:pos x="connsiteX29336" y="connsiteY29336"/>
              </a:cxn>
              <a:cxn ang="0">
                <a:pos x="connsiteX29337" y="connsiteY29337"/>
              </a:cxn>
              <a:cxn ang="0">
                <a:pos x="connsiteX29338" y="connsiteY29338"/>
              </a:cxn>
              <a:cxn ang="0">
                <a:pos x="connsiteX29339" y="connsiteY29339"/>
              </a:cxn>
              <a:cxn ang="0">
                <a:pos x="connsiteX29340" y="connsiteY29340"/>
              </a:cxn>
              <a:cxn ang="0">
                <a:pos x="connsiteX29341" y="connsiteY29341"/>
              </a:cxn>
              <a:cxn ang="0">
                <a:pos x="connsiteX29342" y="connsiteY29342"/>
              </a:cxn>
              <a:cxn ang="0">
                <a:pos x="connsiteX29343" y="connsiteY29343"/>
              </a:cxn>
              <a:cxn ang="0">
                <a:pos x="connsiteX29344" y="connsiteY29344"/>
              </a:cxn>
              <a:cxn ang="0">
                <a:pos x="connsiteX29345" y="connsiteY29345"/>
              </a:cxn>
              <a:cxn ang="0">
                <a:pos x="connsiteX29346" y="connsiteY29346"/>
              </a:cxn>
              <a:cxn ang="0">
                <a:pos x="connsiteX29347" y="connsiteY29347"/>
              </a:cxn>
              <a:cxn ang="0">
                <a:pos x="connsiteX29348" y="connsiteY29348"/>
              </a:cxn>
              <a:cxn ang="0">
                <a:pos x="connsiteX29349" y="connsiteY29349"/>
              </a:cxn>
              <a:cxn ang="0">
                <a:pos x="connsiteX29350" y="connsiteY29350"/>
              </a:cxn>
              <a:cxn ang="0">
                <a:pos x="connsiteX29351" y="connsiteY29351"/>
              </a:cxn>
              <a:cxn ang="0">
                <a:pos x="connsiteX29352" y="connsiteY29352"/>
              </a:cxn>
              <a:cxn ang="0">
                <a:pos x="connsiteX29353" y="connsiteY29353"/>
              </a:cxn>
              <a:cxn ang="0">
                <a:pos x="connsiteX29354" y="connsiteY29354"/>
              </a:cxn>
              <a:cxn ang="0">
                <a:pos x="connsiteX29355" y="connsiteY29355"/>
              </a:cxn>
              <a:cxn ang="0">
                <a:pos x="connsiteX29356" y="connsiteY29356"/>
              </a:cxn>
              <a:cxn ang="0">
                <a:pos x="connsiteX29357" y="connsiteY29357"/>
              </a:cxn>
              <a:cxn ang="0">
                <a:pos x="connsiteX29358" y="connsiteY29358"/>
              </a:cxn>
              <a:cxn ang="0">
                <a:pos x="connsiteX29359" y="connsiteY29359"/>
              </a:cxn>
              <a:cxn ang="0">
                <a:pos x="connsiteX29360" y="connsiteY29360"/>
              </a:cxn>
              <a:cxn ang="0">
                <a:pos x="connsiteX29361" y="connsiteY29361"/>
              </a:cxn>
              <a:cxn ang="0">
                <a:pos x="connsiteX29362" y="connsiteY29362"/>
              </a:cxn>
              <a:cxn ang="0">
                <a:pos x="connsiteX29363" y="connsiteY29363"/>
              </a:cxn>
              <a:cxn ang="0">
                <a:pos x="connsiteX29364" y="connsiteY29364"/>
              </a:cxn>
              <a:cxn ang="0">
                <a:pos x="connsiteX29365" y="connsiteY29365"/>
              </a:cxn>
              <a:cxn ang="0">
                <a:pos x="connsiteX29366" y="connsiteY29366"/>
              </a:cxn>
              <a:cxn ang="0">
                <a:pos x="connsiteX29367" y="connsiteY29367"/>
              </a:cxn>
              <a:cxn ang="0">
                <a:pos x="connsiteX29368" y="connsiteY29368"/>
              </a:cxn>
              <a:cxn ang="0">
                <a:pos x="connsiteX29369" y="connsiteY29369"/>
              </a:cxn>
              <a:cxn ang="0">
                <a:pos x="connsiteX29370" y="connsiteY29370"/>
              </a:cxn>
              <a:cxn ang="0">
                <a:pos x="connsiteX29371" y="connsiteY29371"/>
              </a:cxn>
              <a:cxn ang="0">
                <a:pos x="connsiteX29372" y="connsiteY29372"/>
              </a:cxn>
              <a:cxn ang="0">
                <a:pos x="connsiteX29373" y="connsiteY29373"/>
              </a:cxn>
              <a:cxn ang="0">
                <a:pos x="connsiteX29374" y="connsiteY29374"/>
              </a:cxn>
              <a:cxn ang="0">
                <a:pos x="connsiteX29375" y="connsiteY29375"/>
              </a:cxn>
              <a:cxn ang="0">
                <a:pos x="connsiteX29376" y="connsiteY29376"/>
              </a:cxn>
              <a:cxn ang="0">
                <a:pos x="connsiteX29377" y="connsiteY29377"/>
              </a:cxn>
              <a:cxn ang="0">
                <a:pos x="connsiteX29378" y="connsiteY29378"/>
              </a:cxn>
              <a:cxn ang="0">
                <a:pos x="connsiteX29379" y="connsiteY29379"/>
              </a:cxn>
              <a:cxn ang="0">
                <a:pos x="connsiteX29380" y="connsiteY29380"/>
              </a:cxn>
              <a:cxn ang="0">
                <a:pos x="connsiteX29381" y="connsiteY29381"/>
              </a:cxn>
              <a:cxn ang="0">
                <a:pos x="connsiteX29382" y="connsiteY29382"/>
              </a:cxn>
              <a:cxn ang="0">
                <a:pos x="connsiteX29383" y="connsiteY29383"/>
              </a:cxn>
              <a:cxn ang="0">
                <a:pos x="connsiteX29384" y="connsiteY29384"/>
              </a:cxn>
              <a:cxn ang="0">
                <a:pos x="connsiteX29385" y="connsiteY29385"/>
              </a:cxn>
              <a:cxn ang="0">
                <a:pos x="connsiteX29386" y="connsiteY29386"/>
              </a:cxn>
              <a:cxn ang="0">
                <a:pos x="connsiteX29387" y="connsiteY29387"/>
              </a:cxn>
              <a:cxn ang="0">
                <a:pos x="connsiteX29388" y="connsiteY29388"/>
              </a:cxn>
              <a:cxn ang="0">
                <a:pos x="connsiteX29389" y="connsiteY29389"/>
              </a:cxn>
              <a:cxn ang="0">
                <a:pos x="connsiteX29390" y="connsiteY29390"/>
              </a:cxn>
              <a:cxn ang="0">
                <a:pos x="connsiteX29391" y="connsiteY29391"/>
              </a:cxn>
              <a:cxn ang="0">
                <a:pos x="connsiteX29392" y="connsiteY29392"/>
              </a:cxn>
              <a:cxn ang="0">
                <a:pos x="connsiteX29393" y="connsiteY29393"/>
              </a:cxn>
              <a:cxn ang="0">
                <a:pos x="connsiteX29394" y="connsiteY29394"/>
              </a:cxn>
              <a:cxn ang="0">
                <a:pos x="connsiteX29395" y="connsiteY29395"/>
              </a:cxn>
              <a:cxn ang="0">
                <a:pos x="connsiteX29396" y="connsiteY29396"/>
              </a:cxn>
              <a:cxn ang="0">
                <a:pos x="connsiteX29397" y="connsiteY29397"/>
              </a:cxn>
              <a:cxn ang="0">
                <a:pos x="connsiteX29398" y="connsiteY29398"/>
              </a:cxn>
              <a:cxn ang="0">
                <a:pos x="connsiteX29399" y="connsiteY29399"/>
              </a:cxn>
              <a:cxn ang="0">
                <a:pos x="connsiteX29400" y="connsiteY29400"/>
              </a:cxn>
              <a:cxn ang="0">
                <a:pos x="connsiteX29401" y="connsiteY29401"/>
              </a:cxn>
              <a:cxn ang="0">
                <a:pos x="connsiteX29402" y="connsiteY29402"/>
              </a:cxn>
              <a:cxn ang="0">
                <a:pos x="connsiteX29403" y="connsiteY29403"/>
              </a:cxn>
              <a:cxn ang="0">
                <a:pos x="connsiteX29404" y="connsiteY29404"/>
              </a:cxn>
              <a:cxn ang="0">
                <a:pos x="connsiteX29405" y="connsiteY29405"/>
              </a:cxn>
              <a:cxn ang="0">
                <a:pos x="connsiteX29406" y="connsiteY29406"/>
              </a:cxn>
              <a:cxn ang="0">
                <a:pos x="connsiteX29407" y="connsiteY29407"/>
              </a:cxn>
              <a:cxn ang="0">
                <a:pos x="connsiteX29408" y="connsiteY29408"/>
              </a:cxn>
              <a:cxn ang="0">
                <a:pos x="connsiteX29409" y="connsiteY29409"/>
              </a:cxn>
              <a:cxn ang="0">
                <a:pos x="connsiteX29410" y="connsiteY29410"/>
              </a:cxn>
              <a:cxn ang="0">
                <a:pos x="connsiteX29411" y="connsiteY29411"/>
              </a:cxn>
              <a:cxn ang="0">
                <a:pos x="connsiteX29412" y="connsiteY29412"/>
              </a:cxn>
              <a:cxn ang="0">
                <a:pos x="connsiteX29413" y="connsiteY29413"/>
              </a:cxn>
              <a:cxn ang="0">
                <a:pos x="connsiteX29414" y="connsiteY29414"/>
              </a:cxn>
              <a:cxn ang="0">
                <a:pos x="connsiteX29415" y="connsiteY29415"/>
              </a:cxn>
              <a:cxn ang="0">
                <a:pos x="connsiteX29416" y="connsiteY29416"/>
              </a:cxn>
              <a:cxn ang="0">
                <a:pos x="connsiteX29417" y="connsiteY29417"/>
              </a:cxn>
              <a:cxn ang="0">
                <a:pos x="connsiteX29418" y="connsiteY29418"/>
              </a:cxn>
              <a:cxn ang="0">
                <a:pos x="connsiteX29419" y="connsiteY29419"/>
              </a:cxn>
              <a:cxn ang="0">
                <a:pos x="connsiteX29420" y="connsiteY29420"/>
              </a:cxn>
              <a:cxn ang="0">
                <a:pos x="connsiteX29421" y="connsiteY29421"/>
              </a:cxn>
              <a:cxn ang="0">
                <a:pos x="connsiteX29422" y="connsiteY29422"/>
              </a:cxn>
              <a:cxn ang="0">
                <a:pos x="connsiteX29423" y="connsiteY29423"/>
              </a:cxn>
              <a:cxn ang="0">
                <a:pos x="connsiteX29424" y="connsiteY29424"/>
              </a:cxn>
              <a:cxn ang="0">
                <a:pos x="connsiteX29425" y="connsiteY29425"/>
              </a:cxn>
              <a:cxn ang="0">
                <a:pos x="connsiteX29426" y="connsiteY29426"/>
              </a:cxn>
              <a:cxn ang="0">
                <a:pos x="connsiteX29427" y="connsiteY29427"/>
              </a:cxn>
              <a:cxn ang="0">
                <a:pos x="connsiteX29428" y="connsiteY29428"/>
              </a:cxn>
              <a:cxn ang="0">
                <a:pos x="connsiteX29429" y="connsiteY29429"/>
              </a:cxn>
              <a:cxn ang="0">
                <a:pos x="connsiteX29430" y="connsiteY29430"/>
              </a:cxn>
              <a:cxn ang="0">
                <a:pos x="connsiteX29431" y="connsiteY29431"/>
              </a:cxn>
              <a:cxn ang="0">
                <a:pos x="connsiteX29432" y="connsiteY29432"/>
              </a:cxn>
              <a:cxn ang="0">
                <a:pos x="connsiteX29433" y="connsiteY29433"/>
              </a:cxn>
              <a:cxn ang="0">
                <a:pos x="connsiteX29434" y="connsiteY29434"/>
              </a:cxn>
              <a:cxn ang="0">
                <a:pos x="connsiteX29435" y="connsiteY29435"/>
              </a:cxn>
              <a:cxn ang="0">
                <a:pos x="connsiteX29436" y="connsiteY29436"/>
              </a:cxn>
              <a:cxn ang="0">
                <a:pos x="connsiteX29437" y="connsiteY29437"/>
              </a:cxn>
              <a:cxn ang="0">
                <a:pos x="connsiteX29438" y="connsiteY29438"/>
              </a:cxn>
              <a:cxn ang="0">
                <a:pos x="connsiteX29439" y="connsiteY29439"/>
              </a:cxn>
              <a:cxn ang="0">
                <a:pos x="connsiteX29440" y="connsiteY29440"/>
              </a:cxn>
              <a:cxn ang="0">
                <a:pos x="connsiteX29441" y="connsiteY29441"/>
              </a:cxn>
              <a:cxn ang="0">
                <a:pos x="connsiteX29442" y="connsiteY29442"/>
              </a:cxn>
              <a:cxn ang="0">
                <a:pos x="connsiteX29443" y="connsiteY29443"/>
              </a:cxn>
              <a:cxn ang="0">
                <a:pos x="connsiteX29444" y="connsiteY29444"/>
              </a:cxn>
              <a:cxn ang="0">
                <a:pos x="connsiteX29445" y="connsiteY29445"/>
              </a:cxn>
              <a:cxn ang="0">
                <a:pos x="connsiteX29446" y="connsiteY29446"/>
              </a:cxn>
              <a:cxn ang="0">
                <a:pos x="connsiteX29447" y="connsiteY29447"/>
              </a:cxn>
              <a:cxn ang="0">
                <a:pos x="connsiteX29448" y="connsiteY29448"/>
              </a:cxn>
              <a:cxn ang="0">
                <a:pos x="connsiteX29449" y="connsiteY29449"/>
              </a:cxn>
              <a:cxn ang="0">
                <a:pos x="connsiteX29450" y="connsiteY29450"/>
              </a:cxn>
              <a:cxn ang="0">
                <a:pos x="connsiteX29451" y="connsiteY29451"/>
              </a:cxn>
              <a:cxn ang="0">
                <a:pos x="connsiteX29452" y="connsiteY29452"/>
              </a:cxn>
              <a:cxn ang="0">
                <a:pos x="connsiteX29453" y="connsiteY29453"/>
              </a:cxn>
              <a:cxn ang="0">
                <a:pos x="connsiteX29454" y="connsiteY29454"/>
              </a:cxn>
              <a:cxn ang="0">
                <a:pos x="connsiteX29455" y="connsiteY29455"/>
              </a:cxn>
              <a:cxn ang="0">
                <a:pos x="connsiteX29456" y="connsiteY29456"/>
              </a:cxn>
              <a:cxn ang="0">
                <a:pos x="connsiteX29457" y="connsiteY29457"/>
              </a:cxn>
              <a:cxn ang="0">
                <a:pos x="connsiteX29458" y="connsiteY29458"/>
              </a:cxn>
              <a:cxn ang="0">
                <a:pos x="connsiteX29459" y="connsiteY29459"/>
              </a:cxn>
              <a:cxn ang="0">
                <a:pos x="connsiteX29460" y="connsiteY29460"/>
              </a:cxn>
              <a:cxn ang="0">
                <a:pos x="connsiteX29461" y="connsiteY29461"/>
              </a:cxn>
              <a:cxn ang="0">
                <a:pos x="connsiteX29462" y="connsiteY29462"/>
              </a:cxn>
              <a:cxn ang="0">
                <a:pos x="connsiteX29463" y="connsiteY29463"/>
              </a:cxn>
              <a:cxn ang="0">
                <a:pos x="connsiteX29464" y="connsiteY29464"/>
              </a:cxn>
              <a:cxn ang="0">
                <a:pos x="connsiteX29465" y="connsiteY29465"/>
              </a:cxn>
              <a:cxn ang="0">
                <a:pos x="connsiteX29466" y="connsiteY29466"/>
              </a:cxn>
              <a:cxn ang="0">
                <a:pos x="connsiteX29467" y="connsiteY29467"/>
              </a:cxn>
              <a:cxn ang="0">
                <a:pos x="connsiteX29468" y="connsiteY29468"/>
              </a:cxn>
              <a:cxn ang="0">
                <a:pos x="connsiteX29469" y="connsiteY29469"/>
              </a:cxn>
              <a:cxn ang="0">
                <a:pos x="connsiteX29470" y="connsiteY29470"/>
              </a:cxn>
              <a:cxn ang="0">
                <a:pos x="connsiteX29471" y="connsiteY29471"/>
              </a:cxn>
              <a:cxn ang="0">
                <a:pos x="connsiteX29472" y="connsiteY29472"/>
              </a:cxn>
              <a:cxn ang="0">
                <a:pos x="connsiteX29473" y="connsiteY29473"/>
              </a:cxn>
              <a:cxn ang="0">
                <a:pos x="connsiteX29474" y="connsiteY29474"/>
              </a:cxn>
              <a:cxn ang="0">
                <a:pos x="connsiteX29475" y="connsiteY29475"/>
              </a:cxn>
              <a:cxn ang="0">
                <a:pos x="connsiteX29476" y="connsiteY29476"/>
              </a:cxn>
              <a:cxn ang="0">
                <a:pos x="connsiteX29477" y="connsiteY29477"/>
              </a:cxn>
              <a:cxn ang="0">
                <a:pos x="connsiteX29478" y="connsiteY29478"/>
              </a:cxn>
              <a:cxn ang="0">
                <a:pos x="connsiteX29479" y="connsiteY29479"/>
              </a:cxn>
              <a:cxn ang="0">
                <a:pos x="connsiteX29480" y="connsiteY29480"/>
              </a:cxn>
              <a:cxn ang="0">
                <a:pos x="connsiteX29481" y="connsiteY29481"/>
              </a:cxn>
              <a:cxn ang="0">
                <a:pos x="connsiteX29482" y="connsiteY29482"/>
              </a:cxn>
              <a:cxn ang="0">
                <a:pos x="connsiteX29483" y="connsiteY29483"/>
              </a:cxn>
              <a:cxn ang="0">
                <a:pos x="connsiteX29484" y="connsiteY29484"/>
              </a:cxn>
              <a:cxn ang="0">
                <a:pos x="connsiteX29485" y="connsiteY29485"/>
              </a:cxn>
              <a:cxn ang="0">
                <a:pos x="connsiteX29486" y="connsiteY29486"/>
              </a:cxn>
              <a:cxn ang="0">
                <a:pos x="connsiteX29487" y="connsiteY29487"/>
              </a:cxn>
              <a:cxn ang="0">
                <a:pos x="connsiteX29488" y="connsiteY29488"/>
              </a:cxn>
              <a:cxn ang="0">
                <a:pos x="connsiteX29489" y="connsiteY29489"/>
              </a:cxn>
              <a:cxn ang="0">
                <a:pos x="connsiteX29490" y="connsiteY29490"/>
              </a:cxn>
              <a:cxn ang="0">
                <a:pos x="connsiteX29491" y="connsiteY29491"/>
              </a:cxn>
              <a:cxn ang="0">
                <a:pos x="connsiteX29492" y="connsiteY29492"/>
              </a:cxn>
              <a:cxn ang="0">
                <a:pos x="connsiteX29493" y="connsiteY29493"/>
              </a:cxn>
              <a:cxn ang="0">
                <a:pos x="connsiteX29494" y="connsiteY29494"/>
              </a:cxn>
              <a:cxn ang="0">
                <a:pos x="connsiteX29495" y="connsiteY29495"/>
              </a:cxn>
              <a:cxn ang="0">
                <a:pos x="connsiteX29496" y="connsiteY29496"/>
              </a:cxn>
              <a:cxn ang="0">
                <a:pos x="connsiteX29497" y="connsiteY29497"/>
              </a:cxn>
              <a:cxn ang="0">
                <a:pos x="connsiteX29498" y="connsiteY29498"/>
              </a:cxn>
              <a:cxn ang="0">
                <a:pos x="connsiteX29499" y="connsiteY29499"/>
              </a:cxn>
              <a:cxn ang="0">
                <a:pos x="connsiteX29500" y="connsiteY29500"/>
              </a:cxn>
              <a:cxn ang="0">
                <a:pos x="connsiteX29501" y="connsiteY29501"/>
              </a:cxn>
              <a:cxn ang="0">
                <a:pos x="connsiteX29502" y="connsiteY29502"/>
              </a:cxn>
              <a:cxn ang="0">
                <a:pos x="connsiteX29503" y="connsiteY29503"/>
              </a:cxn>
              <a:cxn ang="0">
                <a:pos x="connsiteX29504" y="connsiteY29504"/>
              </a:cxn>
              <a:cxn ang="0">
                <a:pos x="connsiteX29505" y="connsiteY29505"/>
              </a:cxn>
              <a:cxn ang="0">
                <a:pos x="connsiteX29506" y="connsiteY29506"/>
              </a:cxn>
              <a:cxn ang="0">
                <a:pos x="connsiteX29507" y="connsiteY29507"/>
              </a:cxn>
              <a:cxn ang="0">
                <a:pos x="connsiteX29508" y="connsiteY29508"/>
              </a:cxn>
              <a:cxn ang="0">
                <a:pos x="connsiteX29509" y="connsiteY29509"/>
              </a:cxn>
              <a:cxn ang="0">
                <a:pos x="connsiteX29510" y="connsiteY29510"/>
              </a:cxn>
              <a:cxn ang="0">
                <a:pos x="connsiteX29511" y="connsiteY29511"/>
              </a:cxn>
              <a:cxn ang="0">
                <a:pos x="connsiteX29512" y="connsiteY29512"/>
              </a:cxn>
              <a:cxn ang="0">
                <a:pos x="connsiteX29513" y="connsiteY29513"/>
              </a:cxn>
              <a:cxn ang="0">
                <a:pos x="connsiteX29514" y="connsiteY29514"/>
              </a:cxn>
              <a:cxn ang="0">
                <a:pos x="connsiteX29515" y="connsiteY29515"/>
              </a:cxn>
              <a:cxn ang="0">
                <a:pos x="connsiteX29516" y="connsiteY29516"/>
              </a:cxn>
              <a:cxn ang="0">
                <a:pos x="connsiteX29517" y="connsiteY29517"/>
              </a:cxn>
              <a:cxn ang="0">
                <a:pos x="connsiteX29518" y="connsiteY29518"/>
              </a:cxn>
              <a:cxn ang="0">
                <a:pos x="connsiteX29519" y="connsiteY29519"/>
              </a:cxn>
              <a:cxn ang="0">
                <a:pos x="connsiteX29520" y="connsiteY29520"/>
              </a:cxn>
              <a:cxn ang="0">
                <a:pos x="connsiteX29521" y="connsiteY29521"/>
              </a:cxn>
              <a:cxn ang="0">
                <a:pos x="connsiteX29522" y="connsiteY29522"/>
              </a:cxn>
              <a:cxn ang="0">
                <a:pos x="connsiteX29523" y="connsiteY29523"/>
              </a:cxn>
              <a:cxn ang="0">
                <a:pos x="connsiteX29524" y="connsiteY29524"/>
              </a:cxn>
              <a:cxn ang="0">
                <a:pos x="connsiteX29525" y="connsiteY29525"/>
              </a:cxn>
              <a:cxn ang="0">
                <a:pos x="connsiteX29526" y="connsiteY29526"/>
              </a:cxn>
              <a:cxn ang="0">
                <a:pos x="connsiteX29527" y="connsiteY29527"/>
              </a:cxn>
              <a:cxn ang="0">
                <a:pos x="connsiteX29528" y="connsiteY29528"/>
              </a:cxn>
              <a:cxn ang="0">
                <a:pos x="connsiteX29529" y="connsiteY29529"/>
              </a:cxn>
              <a:cxn ang="0">
                <a:pos x="connsiteX29530" y="connsiteY29530"/>
              </a:cxn>
              <a:cxn ang="0">
                <a:pos x="connsiteX29531" y="connsiteY29531"/>
              </a:cxn>
              <a:cxn ang="0">
                <a:pos x="connsiteX29532" y="connsiteY29532"/>
              </a:cxn>
              <a:cxn ang="0">
                <a:pos x="connsiteX29533" y="connsiteY29533"/>
              </a:cxn>
              <a:cxn ang="0">
                <a:pos x="connsiteX29534" y="connsiteY29534"/>
              </a:cxn>
              <a:cxn ang="0">
                <a:pos x="connsiteX29535" y="connsiteY29535"/>
              </a:cxn>
              <a:cxn ang="0">
                <a:pos x="connsiteX29536" y="connsiteY29536"/>
              </a:cxn>
              <a:cxn ang="0">
                <a:pos x="connsiteX29537" y="connsiteY29537"/>
              </a:cxn>
              <a:cxn ang="0">
                <a:pos x="connsiteX29538" y="connsiteY29538"/>
              </a:cxn>
              <a:cxn ang="0">
                <a:pos x="connsiteX29539" y="connsiteY29539"/>
              </a:cxn>
              <a:cxn ang="0">
                <a:pos x="connsiteX29540" y="connsiteY29540"/>
              </a:cxn>
              <a:cxn ang="0">
                <a:pos x="connsiteX29541" y="connsiteY29541"/>
              </a:cxn>
              <a:cxn ang="0">
                <a:pos x="connsiteX29542" y="connsiteY29542"/>
              </a:cxn>
              <a:cxn ang="0">
                <a:pos x="connsiteX29543" y="connsiteY29543"/>
              </a:cxn>
              <a:cxn ang="0">
                <a:pos x="connsiteX29544" y="connsiteY29544"/>
              </a:cxn>
              <a:cxn ang="0">
                <a:pos x="connsiteX29545" y="connsiteY29545"/>
              </a:cxn>
              <a:cxn ang="0">
                <a:pos x="connsiteX29546" y="connsiteY29546"/>
              </a:cxn>
              <a:cxn ang="0">
                <a:pos x="connsiteX29547" y="connsiteY29547"/>
              </a:cxn>
              <a:cxn ang="0">
                <a:pos x="connsiteX29548" y="connsiteY29548"/>
              </a:cxn>
              <a:cxn ang="0">
                <a:pos x="connsiteX29549" y="connsiteY29549"/>
              </a:cxn>
              <a:cxn ang="0">
                <a:pos x="connsiteX29550" y="connsiteY29550"/>
              </a:cxn>
              <a:cxn ang="0">
                <a:pos x="connsiteX29551" y="connsiteY29551"/>
              </a:cxn>
              <a:cxn ang="0">
                <a:pos x="connsiteX29552" y="connsiteY29552"/>
              </a:cxn>
              <a:cxn ang="0">
                <a:pos x="connsiteX29553" y="connsiteY29553"/>
              </a:cxn>
              <a:cxn ang="0">
                <a:pos x="connsiteX29554" y="connsiteY29554"/>
              </a:cxn>
              <a:cxn ang="0">
                <a:pos x="connsiteX29555" y="connsiteY29555"/>
              </a:cxn>
              <a:cxn ang="0">
                <a:pos x="connsiteX29556" y="connsiteY29556"/>
              </a:cxn>
              <a:cxn ang="0">
                <a:pos x="connsiteX29557" y="connsiteY29557"/>
              </a:cxn>
              <a:cxn ang="0">
                <a:pos x="connsiteX29558" y="connsiteY29558"/>
              </a:cxn>
              <a:cxn ang="0">
                <a:pos x="connsiteX29559" y="connsiteY29559"/>
              </a:cxn>
              <a:cxn ang="0">
                <a:pos x="connsiteX29560" y="connsiteY29560"/>
              </a:cxn>
              <a:cxn ang="0">
                <a:pos x="connsiteX29561" y="connsiteY29561"/>
              </a:cxn>
              <a:cxn ang="0">
                <a:pos x="connsiteX29562" y="connsiteY29562"/>
              </a:cxn>
              <a:cxn ang="0">
                <a:pos x="connsiteX29563" y="connsiteY29563"/>
              </a:cxn>
              <a:cxn ang="0">
                <a:pos x="connsiteX29564" y="connsiteY29564"/>
              </a:cxn>
              <a:cxn ang="0">
                <a:pos x="connsiteX29565" y="connsiteY29565"/>
              </a:cxn>
              <a:cxn ang="0">
                <a:pos x="connsiteX29566" y="connsiteY29566"/>
              </a:cxn>
              <a:cxn ang="0">
                <a:pos x="connsiteX29567" y="connsiteY29567"/>
              </a:cxn>
              <a:cxn ang="0">
                <a:pos x="connsiteX29568" y="connsiteY29568"/>
              </a:cxn>
              <a:cxn ang="0">
                <a:pos x="connsiteX29569" y="connsiteY29569"/>
              </a:cxn>
              <a:cxn ang="0">
                <a:pos x="connsiteX29570" y="connsiteY29570"/>
              </a:cxn>
              <a:cxn ang="0">
                <a:pos x="connsiteX29571" y="connsiteY29571"/>
              </a:cxn>
              <a:cxn ang="0">
                <a:pos x="connsiteX29572" y="connsiteY29572"/>
              </a:cxn>
              <a:cxn ang="0">
                <a:pos x="connsiteX29573" y="connsiteY29573"/>
              </a:cxn>
              <a:cxn ang="0">
                <a:pos x="connsiteX29574" y="connsiteY29574"/>
              </a:cxn>
              <a:cxn ang="0">
                <a:pos x="connsiteX29575" y="connsiteY29575"/>
              </a:cxn>
              <a:cxn ang="0">
                <a:pos x="connsiteX29576" y="connsiteY29576"/>
              </a:cxn>
              <a:cxn ang="0">
                <a:pos x="connsiteX29577" y="connsiteY29577"/>
              </a:cxn>
              <a:cxn ang="0">
                <a:pos x="connsiteX29578" y="connsiteY29578"/>
              </a:cxn>
              <a:cxn ang="0">
                <a:pos x="connsiteX29579" y="connsiteY29579"/>
              </a:cxn>
              <a:cxn ang="0">
                <a:pos x="connsiteX29580" y="connsiteY29580"/>
              </a:cxn>
              <a:cxn ang="0">
                <a:pos x="connsiteX29581" y="connsiteY29581"/>
              </a:cxn>
              <a:cxn ang="0">
                <a:pos x="connsiteX29582" y="connsiteY29582"/>
              </a:cxn>
              <a:cxn ang="0">
                <a:pos x="connsiteX29583" y="connsiteY29583"/>
              </a:cxn>
              <a:cxn ang="0">
                <a:pos x="connsiteX29584" y="connsiteY29584"/>
              </a:cxn>
              <a:cxn ang="0">
                <a:pos x="connsiteX29585" y="connsiteY29585"/>
              </a:cxn>
              <a:cxn ang="0">
                <a:pos x="connsiteX29586" y="connsiteY29586"/>
              </a:cxn>
              <a:cxn ang="0">
                <a:pos x="connsiteX29587" y="connsiteY29587"/>
              </a:cxn>
              <a:cxn ang="0">
                <a:pos x="connsiteX29588" y="connsiteY29588"/>
              </a:cxn>
              <a:cxn ang="0">
                <a:pos x="connsiteX29589" y="connsiteY29589"/>
              </a:cxn>
              <a:cxn ang="0">
                <a:pos x="connsiteX29590" y="connsiteY29590"/>
              </a:cxn>
              <a:cxn ang="0">
                <a:pos x="connsiteX29591" y="connsiteY29591"/>
              </a:cxn>
              <a:cxn ang="0">
                <a:pos x="connsiteX29592" y="connsiteY29592"/>
              </a:cxn>
              <a:cxn ang="0">
                <a:pos x="connsiteX29593" y="connsiteY29593"/>
              </a:cxn>
              <a:cxn ang="0">
                <a:pos x="connsiteX29594" y="connsiteY29594"/>
              </a:cxn>
              <a:cxn ang="0">
                <a:pos x="connsiteX29595" y="connsiteY29595"/>
              </a:cxn>
              <a:cxn ang="0">
                <a:pos x="connsiteX29596" y="connsiteY29596"/>
              </a:cxn>
              <a:cxn ang="0">
                <a:pos x="connsiteX29597" y="connsiteY29597"/>
              </a:cxn>
              <a:cxn ang="0">
                <a:pos x="connsiteX29598" y="connsiteY29598"/>
              </a:cxn>
              <a:cxn ang="0">
                <a:pos x="connsiteX29599" y="connsiteY29599"/>
              </a:cxn>
              <a:cxn ang="0">
                <a:pos x="connsiteX29600" y="connsiteY29600"/>
              </a:cxn>
              <a:cxn ang="0">
                <a:pos x="connsiteX29601" y="connsiteY29601"/>
              </a:cxn>
              <a:cxn ang="0">
                <a:pos x="connsiteX29602" y="connsiteY29602"/>
              </a:cxn>
              <a:cxn ang="0">
                <a:pos x="connsiteX29603" y="connsiteY29603"/>
              </a:cxn>
              <a:cxn ang="0">
                <a:pos x="connsiteX29604" y="connsiteY29604"/>
              </a:cxn>
              <a:cxn ang="0">
                <a:pos x="connsiteX29605" y="connsiteY29605"/>
              </a:cxn>
              <a:cxn ang="0">
                <a:pos x="connsiteX29606" y="connsiteY29606"/>
              </a:cxn>
              <a:cxn ang="0">
                <a:pos x="connsiteX29607" y="connsiteY29607"/>
              </a:cxn>
              <a:cxn ang="0">
                <a:pos x="connsiteX29608" y="connsiteY29608"/>
              </a:cxn>
              <a:cxn ang="0">
                <a:pos x="connsiteX29609" y="connsiteY29609"/>
              </a:cxn>
              <a:cxn ang="0">
                <a:pos x="connsiteX29610" y="connsiteY29610"/>
              </a:cxn>
              <a:cxn ang="0">
                <a:pos x="connsiteX29611" y="connsiteY29611"/>
              </a:cxn>
              <a:cxn ang="0">
                <a:pos x="connsiteX29612" y="connsiteY29612"/>
              </a:cxn>
              <a:cxn ang="0">
                <a:pos x="connsiteX29613" y="connsiteY29613"/>
              </a:cxn>
              <a:cxn ang="0">
                <a:pos x="connsiteX29614" y="connsiteY29614"/>
              </a:cxn>
              <a:cxn ang="0">
                <a:pos x="connsiteX29615" y="connsiteY29615"/>
              </a:cxn>
              <a:cxn ang="0">
                <a:pos x="connsiteX29616" y="connsiteY29616"/>
              </a:cxn>
              <a:cxn ang="0">
                <a:pos x="connsiteX29617" y="connsiteY29617"/>
              </a:cxn>
              <a:cxn ang="0">
                <a:pos x="connsiteX29618" y="connsiteY29618"/>
              </a:cxn>
              <a:cxn ang="0">
                <a:pos x="connsiteX29619" y="connsiteY29619"/>
              </a:cxn>
              <a:cxn ang="0">
                <a:pos x="connsiteX29620" y="connsiteY29620"/>
              </a:cxn>
              <a:cxn ang="0">
                <a:pos x="connsiteX29621" y="connsiteY29621"/>
              </a:cxn>
              <a:cxn ang="0">
                <a:pos x="connsiteX29622" y="connsiteY29622"/>
              </a:cxn>
              <a:cxn ang="0">
                <a:pos x="connsiteX29623" y="connsiteY29623"/>
              </a:cxn>
              <a:cxn ang="0">
                <a:pos x="connsiteX29624" y="connsiteY29624"/>
              </a:cxn>
              <a:cxn ang="0">
                <a:pos x="connsiteX29625" y="connsiteY29625"/>
              </a:cxn>
              <a:cxn ang="0">
                <a:pos x="connsiteX29626" y="connsiteY29626"/>
              </a:cxn>
              <a:cxn ang="0">
                <a:pos x="connsiteX29627" y="connsiteY29627"/>
              </a:cxn>
              <a:cxn ang="0">
                <a:pos x="connsiteX29628" y="connsiteY29628"/>
              </a:cxn>
              <a:cxn ang="0">
                <a:pos x="connsiteX29629" y="connsiteY29629"/>
              </a:cxn>
              <a:cxn ang="0">
                <a:pos x="connsiteX29630" y="connsiteY29630"/>
              </a:cxn>
              <a:cxn ang="0">
                <a:pos x="connsiteX29631" y="connsiteY29631"/>
              </a:cxn>
              <a:cxn ang="0">
                <a:pos x="connsiteX29632" y="connsiteY29632"/>
              </a:cxn>
              <a:cxn ang="0">
                <a:pos x="connsiteX29633" y="connsiteY29633"/>
              </a:cxn>
              <a:cxn ang="0">
                <a:pos x="connsiteX29634" y="connsiteY29634"/>
              </a:cxn>
              <a:cxn ang="0">
                <a:pos x="connsiteX29635" y="connsiteY29635"/>
              </a:cxn>
              <a:cxn ang="0">
                <a:pos x="connsiteX29636" y="connsiteY29636"/>
              </a:cxn>
              <a:cxn ang="0">
                <a:pos x="connsiteX29637" y="connsiteY29637"/>
              </a:cxn>
              <a:cxn ang="0">
                <a:pos x="connsiteX29638" y="connsiteY29638"/>
              </a:cxn>
              <a:cxn ang="0">
                <a:pos x="connsiteX29639" y="connsiteY29639"/>
              </a:cxn>
              <a:cxn ang="0">
                <a:pos x="connsiteX29640" y="connsiteY29640"/>
              </a:cxn>
              <a:cxn ang="0">
                <a:pos x="connsiteX29641" y="connsiteY29641"/>
              </a:cxn>
              <a:cxn ang="0">
                <a:pos x="connsiteX29642" y="connsiteY29642"/>
              </a:cxn>
              <a:cxn ang="0">
                <a:pos x="connsiteX29643" y="connsiteY29643"/>
              </a:cxn>
              <a:cxn ang="0">
                <a:pos x="connsiteX29644" y="connsiteY29644"/>
              </a:cxn>
              <a:cxn ang="0">
                <a:pos x="connsiteX29645" y="connsiteY29645"/>
              </a:cxn>
              <a:cxn ang="0">
                <a:pos x="connsiteX29646" y="connsiteY29646"/>
              </a:cxn>
              <a:cxn ang="0">
                <a:pos x="connsiteX29647" y="connsiteY29647"/>
              </a:cxn>
              <a:cxn ang="0">
                <a:pos x="connsiteX29648" y="connsiteY29648"/>
              </a:cxn>
              <a:cxn ang="0">
                <a:pos x="connsiteX29649" y="connsiteY29649"/>
              </a:cxn>
              <a:cxn ang="0">
                <a:pos x="connsiteX29650" y="connsiteY29650"/>
              </a:cxn>
              <a:cxn ang="0">
                <a:pos x="connsiteX29651" y="connsiteY29651"/>
              </a:cxn>
              <a:cxn ang="0">
                <a:pos x="connsiteX29652" y="connsiteY29652"/>
              </a:cxn>
              <a:cxn ang="0">
                <a:pos x="connsiteX29653" y="connsiteY29653"/>
              </a:cxn>
              <a:cxn ang="0">
                <a:pos x="connsiteX29654" y="connsiteY29654"/>
              </a:cxn>
              <a:cxn ang="0">
                <a:pos x="connsiteX29655" y="connsiteY29655"/>
              </a:cxn>
              <a:cxn ang="0">
                <a:pos x="connsiteX29656" y="connsiteY29656"/>
              </a:cxn>
              <a:cxn ang="0">
                <a:pos x="connsiteX29657" y="connsiteY29657"/>
              </a:cxn>
              <a:cxn ang="0">
                <a:pos x="connsiteX29658" y="connsiteY29658"/>
              </a:cxn>
              <a:cxn ang="0">
                <a:pos x="connsiteX29659" y="connsiteY29659"/>
              </a:cxn>
              <a:cxn ang="0">
                <a:pos x="connsiteX29660" y="connsiteY29660"/>
              </a:cxn>
              <a:cxn ang="0">
                <a:pos x="connsiteX29661" y="connsiteY29661"/>
              </a:cxn>
              <a:cxn ang="0">
                <a:pos x="connsiteX29662" y="connsiteY29662"/>
              </a:cxn>
              <a:cxn ang="0">
                <a:pos x="connsiteX29663" y="connsiteY29663"/>
              </a:cxn>
              <a:cxn ang="0">
                <a:pos x="connsiteX29664" y="connsiteY29664"/>
              </a:cxn>
              <a:cxn ang="0">
                <a:pos x="connsiteX29665" y="connsiteY29665"/>
              </a:cxn>
              <a:cxn ang="0">
                <a:pos x="connsiteX29666" y="connsiteY29666"/>
              </a:cxn>
              <a:cxn ang="0">
                <a:pos x="connsiteX29667" y="connsiteY29667"/>
              </a:cxn>
              <a:cxn ang="0">
                <a:pos x="connsiteX29668" y="connsiteY29668"/>
              </a:cxn>
              <a:cxn ang="0">
                <a:pos x="connsiteX29669" y="connsiteY29669"/>
              </a:cxn>
              <a:cxn ang="0">
                <a:pos x="connsiteX29670" y="connsiteY29670"/>
              </a:cxn>
              <a:cxn ang="0">
                <a:pos x="connsiteX29671" y="connsiteY29671"/>
              </a:cxn>
              <a:cxn ang="0">
                <a:pos x="connsiteX29672" y="connsiteY29672"/>
              </a:cxn>
              <a:cxn ang="0">
                <a:pos x="connsiteX29673" y="connsiteY29673"/>
              </a:cxn>
              <a:cxn ang="0">
                <a:pos x="connsiteX29674" y="connsiteY29674"/>
              </a:cxn>
              <a:cxn ang="0">
                <a:pos x="connsiteX29675" y="connsiteY29675"/>
              </a:cxn>
              <a:cxn ang="0">
                <a:pos x="connsiteX29676" y="connsiteY29676"/>
              </a:cxn>
              <a:cxn ang="0">
                <a:pos x="connsiteX29677" y="connsiteY29677"/>
              </a:cxn>
              <a:cxn ang="0">
                <a:pos x="connsiteX29678" y="connsiteY29678"/>
              </a:cxn>
              <a:cxn ang="0">
                <a:pos x="connsiteX29679" y="connsiteY29679"/>
              </a:cxn>
              <a:cxn ang="0">
                <a:pos x="connsiteX29680" y="connsiteY29680"/>
              </a:cxn>
              <a:cxn ang="0">
                <a:pos x="connsiteX29681" y="connsiteY29681"/>
              </a:cxn>
              <a:cxn ang="0">
                <a:pos x="connsiteX29682" y="connsiteY29682"/>
              </a:cxn>
              <a:cxn ang="0">
                <a:pos x="connsiteX29683" y="connsiteY29683"/>
              </a:cxn>
              <a:cxn ang="0">
                <a:pos x="connsiteX29684" y="connsiteY29684"/>
              </a:cxn>
              <a:cxn ang="0">
                <a:pos x="connsiteX29685" y="connsiteY29685"/>
              </a:cxn>
              <a:cxn ang="0">
                <a:pos x="connsiteX29686" y="connsiteY29686"/>
              </a:cxn>
              <a:cxn ang="0">
                <a:pos x="connsiteX29687" y="connsiteY29687"/>
              </a:cxn>
              <a:cxn ang="0">
                <a:pos x="connsiteX29688" y="connsiteY29688"/>
              </a:cxn>
              <a:cxn ang="0">
                <a:pos x="connsiteX29689" y="connsiteY29689"/>
              </a:cxn>
              <a:cxn ang="0">
                <a:pos x="connsiteX29690" y="connsiteY29690"/>
              </a:cxn>
              <a:cxn ang="0">
                <a:pos x="connsiteX29691" y="connsiteY29691"/>
              </a:cxn>
              <a:cxn ang="0">
                <a:pos x="connsiteX29692" y="connsiteY29692"/>
              </a:cxn>
              <a:cxn ang="0">
                <a:pos x="connsiteX29693" y="connsiteY29693"/>
              </a:cxn>
              <a:cxn ang="0">
                <a:pos x="connsiteX29694" y="connsiteY29694"/>
              </a:cxn>
              <a:cxn ang="0">
                <a:pos x="connsiteX29695" y="connsiteY29695"/>
              </a:cxn>
              <a:cxn ang="0">
                <a:pos x="connsiteX29696" y="connsiteY29696"/>
              </a:cxn>
              <a:cxn ang="0">
                <a:pos x="connsiteX29697" y="connsiteY29697"/>
              </a:cxn>
              <a:cxn ang="0">
                <a:pos x="connsiteX29698" y="connsiteY29698"/>
              </a:cxn>
              <a:cxn ang="0">
                <a:pos x="connsiteX29699" y="connsiteY29699"/>
              </a:cxn>
              <a:cxn ang="0">
                <a:pos x="connsiteX29700" y="connsiteY29700"/>
              </a:cxn>
              <a:cxn ang="0">
                <a:pos x="connsiteX29701" y="connsiteY29701"/>
              </a:cxn>
              <a:cxn ang="0">
                <a:pos x="connsiteX29702" y="connsiteY29702"/>
              </a:cxn>
              <a:cxn ang="0">
                <a:pos x="connsiteX29703" y="connsiteY29703"/>
              </a:cxn>
              <a:cxn ang="0">
                <a:pos x="connsiteX29704" y="connsiteY29704"/>
              </a:cxn>
              <a:cxn ang="0">
                <a:pos x="connsiteX29705" y="connsiteY29705"/>
              </a:cxn>
              <a:cxn ang="0">
                <a:pos x="connsiteX29706" y="connsiteY29706"/>
              </a:cxn>
              <a:cxn ang="0">
                <a:pos x="connsiteX29707" y="connsiteY29707"/>
              </a:cxn>
              <a:cxn ang="0">
                <a:pos x="connsiteX29708" y="connsiteY29708"/>
              </a:cxn>
              <a:cxn ang="0">
                <a:pos x="connsiteX29709" y="connsiteY29709"/>
              </a:cxn>
              <a:cxn ang="0">
                <a:pos x="connsiteX29710" y="connsiteY29710"/>
              </a:cxn>
              <a:cxn ang="0">
                <a:pos x="connsiteX29711" y="connsiteY29711"/>
              </a:cxn>
              <a:cxn ang="0">
                <a:pos x="connsiteX29712" y="connsiteY29712"/>
              </a:cxn>
              <a:cxn ang="0">
                <a:pos x="connsiteX29713" y="connsiteY29713"/>
              </a:cxn>
              <a:cxn ang="0">
                <a:pos x="connsiteX29714" y="connsiteY29714"/>
              </a:cxn>
              <a:cxn ang="0">
                <a:pos x="connsiteX29715" y="connsiteY29715"/>
              </a:cxn>
              <a:cxn ang="0">
                <a:pos x="connsiteX29716" y="connsiteY29716"/>
              </a:cxn>
              <a:cxn ang="0">
                <a:pos x="connsiteX29717" y="connsiteY29717"/>
              </a:cxn>
              <a:cxn ang="0">
                <a:pos x="connsiteX29718" y="connsiteY29718"/>
              </a:cxn>
              <a:cxn ang="0">
                <a:pos x="connsiteX29719" y="connsiteY29719"/>
              </a:cxn>
              <a:cxn ang="0">
                <a:pos x="connsiteX29720" y="connsiteY29720"/>
              </a:cxn>
              <a:cxn ang="0">
                <a:pos x="connsiteX29721" y="connsiteY29721"/>
              </a:cxn>
              <a:cxn ang="0">
                <a:pos x="connsiteX29722" y="connsiteY29722"/>
              </a:cxn>
              <a:cxn ang="0">
                <a:pos x="connsiteX29723" y="connsiteY29723"/>
              </a:cxn>
              <a:cxn ang="0">
                <a:pos x="connsiteX29724" y="connsiteY29724"/>
              </a:cxn>
              <a:cxn ang="0">
                <a:pos x="connsiteX29725" y="connsiteY29725"/>
              </a:cxn>
              <a:cxn ang="0">
                <a:pos x="connsiteX29726" y="connsiteY29726"/>
              </a:cxn>
              <a:cxn ang="0">
                <a:pos x="connsiteX29727" y="connsiteY29727"/>
              </a:cxn>
              <a:cxn ang="0">
                <a:pos x="connsiteX29728" y="connsiteY29728"/>
              </a:cxn>
              <a:cxn ang="0">
                <a:pos x="connsiteX29729" y="connsiteY29729"/>
              </a:cxn>
              <a:cxn ang="0">
                <a:pos x="connsiteX29730" y="connsiteY29730"/>
              </a:cxn>
              <a:cxn ang="0">
                <a:pos x="connsiteX29731" y="connsiteY29731"/>
              </a:cxn>
              <a:cxn ang="0">
                <a:pos x="connsiteX29732" y="connsiteY29732"/>
              </a:cxn>
              <a:cxn ang="0">
                <a:pos x="connsiteX29733" y="connsiteY29733"/>
              </a:cxn>
              <a:cxn ang="0">
                <a:pos x="connsiteX29734" y="connsiteY29734"/>
              </a:cxn>
              <a:cxn ang="0">
                <a:pos x="connsiteX29735" y="connsiteY29735"/>
              </a:cxn>
              <a:cxn ang="0">
                <a:pos x="connsiteX29736" y="connsiteY29736"/>
              </a:cxn>
              <a:cxn ang="0">
                <a:pos x="connsiteX29737" y="connsiteY29737"/>
              </a:cxn>
              <a:cxn ang="0">
                <a:pos x="connsiteX29738" y="connsiteY29738"/>
              </a:cxn>
              <a:cxn ang="0">
                <a:pos x="connsiteX29739" y="connsiteY29739"/>
              </a:cxn>
              <a:cxn ang="0">
                <a:pos x="connsiteX29740" y="connsiteY29740"/>
              </a:cxn>
              <a:cxn ang="0">
                <a:pos x="connsiteX29741" y="connsiteY29741"/>
              </a:cxn>
              <a:cxn ang="0">
                <a:pos x="connsiteX29742" y="connsiteY29742"/>
              </a:cxn>
              <a:cxn ang="0">
                <a:pos x="connsiteX29743" y="connsiteY29743"/>
              </a:cxn>
              <a:cxn ang="0">
                <a:pos x="connsiteX29744" y="connsiteY29744"/>
              </a:cxn>
              <a:cxn ang="0">
                <a:pos x="connsiteX29745" y="connsiteY29745"/>
              </a:cxn>
              <a:cxn ang="0">
                <a:pos x="connsiteX29746" y="connsiteY29746"/>
              </a:cxn>
              <a:cxn ang="0">
                <a:pos x="connsiteX29747" y="connsiteY29747"/>
              </a:cxn>
              <a:cxn ang="0">
                <a:pos x="connsiteX29748" y="connsiteY29748"/>
              </a:cxn>
              <a:cxn ang="0">
                <a:pos x="connsiteX29749" y="connsiteY29749"/>
              </a:cxn>
              <a:cxn ang="0">
                <a:pos x="connsiteX29750" y="connsiteY29750"/>
              </a:cxn>
              <a:cxn ang="0">
                <a:pos x="connsiteX29751" y="connsiteY29751"/>
              </a:cxn>
              <a:cxn ang="0">
                <a:pos x="connsiteX29752" y="connsiteY29752"/>
              </a:cxn>
              <a:cxn ang="0">
                <a:pos x="connsiteX29753" y="connsiteY29753"/>
              </a:cxn>
              <a:cxn ang="0">
                <a:pos x="connsiteX29754" y="connsiteY29754"/>
              </a:cxn>
              <a:cxn ang="0">
                <a:pos x="connsiteX29755" y="connsiteY29755"/>
              </a:cxn>
              <a:cxn ang="0">
                <a:pos x="connsiteX29756" y="connsiteY29756"/>
              </a:cxn>
              <a:cxn ang="0">
                <a:pos x="connsiteX29757" y="connsiteY29757"/>
              </a:cxn>
              <a:cxn ang="0">
                <a:pos x="connsiteX29758" y="connsiteY29758"/>
              </a:cxn>
              <a:cxn ang="0">
                <a:pos x="connsiteX29759" y="connsiteY29759"/>
              </a:cxn>
              <a:cxn ang="0">
                <a:pos x="connsiteX29760" y="connsiteY29760"/>
              </a:cxn>
              <a:cxn ang="0">
                <a:pos x="connsiteX29761" y="connsiteY29761"/>
              </a:cxn>
              <a:cxn ang="0">
                <a:pos x="connsiteX29762" y="connsiteY29762"/>
              </a:cxn>
              <a:cxn ang="0">
                <a:pos x="connsiteX29763" y="connsiteY29763"/>
              </a:cxn>
              <a:cxn ang="0">
                <a:pos x="connsiteX29764" y="connsiteY29764"/>
              </a:cxn>
              <a:cxn ang="0">
                <a:pos x="connsiteX29765" y="connsiteY29765"/>
              </a:cxn>
              <a:cxn ang="0">
                <a:pos x="connsiteX29766" y="connsiteY29766"/>
              </a:cxn>
              <a:cxn ang="0">
                <a:pos x="connsiteX29767" y="connsiteY29767"/>
              </a:cxn>
              <a:cxn ang="0">
                <a:pos x="connsiteX29768" y="connsiteY29768"/>
              </a:cxn>
              <a:cxn ang="0">
                <a:pos x="connsiteX29769" y="connsiteY29769"/>
              </a:cxn>
              <a:cxn ang="0">
                <a:pos x="connsiteX29770" y="connsiteY29770"/>
              </a:cxn>
              <a:cxn ang="0">
                <a:pos x="connsiteX29771" y="connsiteY29771"/>
              </a:cxn>
              <a:cxn ang="0">
                <a:pos x="connsiteX29772" y="connsiteY29772"/>
              </a:cxn>
              <a:cxn ang="0">
                <a:pos x="connsiteX29773" y="connsiteY29773"/>
              </a:cxn>
              <a:cxn ang="0">
                <a:pos x="connsiteX29774" y="connsiteY29774"/>
              </a:cxn>
              <a:cxn ang="0">
                <a:pos x="connsiteX29775" y="connsiteY29775"/>
              </a:cxn>
              <a:cxn ang="0">
                <a:pos x="connsiteX29776" y="connsiteY29776"/>
              </a:cxn>
              <a:cxn ang="0">
                <a:pos x="connsiteX29777" y="connsiteY29777"/>
              </a:cxn>
              <a:cxn ang="0">
                <a:pos x="connsiteX29778" y="connsiteY29778"/>
              </a:cxn>
              <a:cxn ang="0">
                <a:pos x="connsiteX29779" y="connsiteY29779"/>
              </a:cxn>
              <a:cxn ang="0">
                <a:pos x="connsiteX29780" y="connsiteY29780"/>
              </a:cxn>
              <a:cxn ang="0">
                <a:pos x="connsiteX29781" y="connsiteY29781"/>
              </a:cxn>
              <a:cxn ang="0">
                <a:pos x="connsiteX29782" y="connsiteY29782"/>
              </a:cxn>
              <a:cxn ang="0">
                <a:pos x="connsiteX29783" y="connsiteY29783"/>
              </a:cxn>
              <a:cxn ang="0">
                <a:pos x="connsiteX29784" y="connsiteY29784"/>
              </a:cxn>
              <a:cxn ang="0">
                <a:pos x="connsiteX29785" y="connsiteY29785"/>
              </a:cxn>
              <a:cxn ang="0">
                <a:pos x="connsiteX29786" y="connsiteY29786"/>
              </a:cxn>
              <a:cxn ang="0">
                <a:pos x="connsiteX29787" y="connsiteY29787"/>
              </a:cxn>
              <a:cxn ang="0">
                <a:pos x="connsiteX29788" y="connsiteY29788"/>
              </a:cxn>
              <a:cxn ang="0">
                <a:pos x="connsiteX29789" y="connsiteY29789"/>
              </a:cxn>
              <a:cxn ang="0">
                <a:pos x="connsiteX29790" y="connsiteY29790"/>
              </a:cxn>
              <a:cxn ang="0">
                <a:pos x="connsiteX29791" y="connsiteY29791"/>
              </a:cxn>
              <a:cxn ang="0">
                <a:pos x="connsiteX29792" y="connsiteY29792"/>
              </a:cxn>
              <a:cxn ang="0">
                <a:pos x="connsiteX29793" y="connsiteY29793"/>
              </a:cxn>
              <a:cxn ang="0">
                <a:pos x="connsiteX29794" y="connsiteY29794"/>
              </a:cxn>
              <a:cxn ang="0">
                <a:pos x="connsiteX29795" y="connsiteY29795"/>
              </a:cxn>
              <a:cxn ang="0">
                <a:pos x="connsiteX29796" y="connsiteY29796"/>
              </a:cxn>
              <a:cxn ang="0">
                <a:pos x="connsiteX29797" y="connsiteY29797"/>
              </a:cxn>
              <a:cxn ang="0">
                <a:pos x="connsiteX29798" y="connsiteY29798"/>
              </a:cxn>
              <a:cxn ang="0">
                <a:pos x="connsiteX29799" y="connsiteY29799"/>
              </a:cxn>
              <a:cxn ang="0">
                <a:pos x="connsiteX29800" y="connsiteY29800"/>
              </a:cxn>
              <a:cxn ang="0">
                <a:pos x="connsiteX29801" y="connsiteY29801"/>
              </a:cxn>
              <a:cxn ang="0">
                <a:pos x="connsiteX29802" y="connsiteY29802"/>
              </a:cxn>
              <a:cxn ang="0">
                <a:pos x="connsiteX29803" y="connsiteY29803"/>
              </a:cxn>
              <a:cxn ang="0">
                <a:pos x="connsiteX29804" y="connsiteY29804"/>
              </a:cxn>
              <a:cxn ang="0">
                <a:pos x="connsiteX29805" y="connsiteY29805"/>
              </a:cxn>
              <a:cxn ang="0">
                <a:pos x="connsiteX29806" y="connsiteY29806"/>
              </a:cxn>
              <a:cxn ang="0">
                <a:pos x="connsiteX29807" y="connsiteY29807"/>
              </a:cxn>
              <a:cxn ang="0">
                <a:pos x="connsiteX29808" y="connsiteY29808"/>
              </a:cxn>
              <a:cxn ang="0">
                <a:pos x="connsiteX29809" y="connsiteY29809"/>
              </a:cxn>
              <a:cxn ang="0">
                <a:pos x="connsiteX29810" y="connsiteY29810"/>
              </a:cxn>
              <a:cxn ang="0">
                <a:pos x="connsiteX29811" y="connsiteY29811"/>
              </a:cxn>
              <a:cxn ang="0">
                <a:pos x="connsiteX29812" y="connsiteY29812"/>
              </a:cxn>
              <a:cxn ang="0">
                <a:pos x="connsiteX29813" y="connsiteY29813"/>
              </a:cxn>
              <a:cxn ang="0">
                <a:pos x="connsiteX29814" y="connsiteY29814"/>
              </a:cxn>
              <a:cxn ang="0">
                <a:pos x="connsiteX29815" y="connsiteY29815"/>
              </a:cxn>
              <a:cxn ang="0">
                <a:pos x="connsiteX29816" y="connsiteY29816"/>
              </a:cxn>
              <a:cxn ang="0">
                <a:pos x="connsiteX29817" y="connsiteY29817"/>
              </a:cxn>
              <a:cxn ang="0">
                <a:pos x="connsiteX29818" y="connsiteY29818"/>
              </a:cxn>
              <a:cxn ang="0">
                <a:pos x="connsiteX29819" y="connsiteY29819"/>
              </a:cxn>
              <a:cxn ang="0">
                <a:pos x="connsiteX29820" y="connsiteY29820"/>
              </a:cxn>
              <a:cxn ang="0">
                <a:pos x="connsiteX29821" y="connsiteY29821"/>
              </a:cxn>
              <a:cxn ang="0">
                <a:pos x="connsiteX29822" y="connsiteY29822"/>
              </a:cxn>
              <a:cxn ang="0">
                <a:pos x="connsiteX29823" y="connsiteY29823"/>
              </a:cxn>
              <a:cxn ang="0">
                <a:pos x="connsiteX29824" y="connsiteY29824"/>
              </a:cxn>
              <a:cxn ang="0">
                <a:pos x="connsiteX29825" y="connsiteY29825"/>
              </a:cxn>
              <a:cxn ang="0">
                <a:pos x="connsiteX29826" y="connsiteY29826"/>
              </a:cxn>
              <a:cxn ang="0">
                <a:pos x="connsiteX29827" y="connsiteY29827"/>
              </a:cxn>
              <a:cxn ang="0">
                <a:pos x="connsiteX29828" y="connsiteY29828"/>
              </a:cxn>
              <a:cxn ang="0">
                <a:pos x="connsiteX29829" y="connsiteY29829"/>
              </a:cxn>
              <a:cxn ang="0">
                <a:pos x="connsiteX29830" y="connsiteY29830"/>
              </a:cxn>
              <a:cxn ang="0">
                <a:pos x="connsiteX29831" y="connsiteY29831"/>
              </a:cxn>
              <a:cxn ang="0">
                <a:pos x="connsiteX29832" y="connsiteY29832"/>
              </a:cxn>
              <a:cxn ang="0">
                <a:pos x="connsiteX29833" y="connsiteY29833"/>
              </a:cxn>
              <a:cxn ang="0">
                <a:pos x="connsiteX29834" y="connsiteY29834"/>
              </a:cxn>
              <a:cxn ang="0">
                <a:pos x="connsiteX29835" y="connsiteY29835"/>
              </a:cxn>
              <a:cxn ang="0">
                <a:pos x="connsiteX29836" y="connsiteY29836"/>
              </a:cxn>
              <a:cxn ang="0">
                <a:pos x="connsiteX29837" y="connsiteY29837"/>
              </a:cxn>
              <a:cxn ang="0">
                <a:pos x="connsiteX29838" y="connsiteY29838"/>
              </a:cxn>
              <a:cxn ang="0">
                <a:pos x="connsiteX29839" y="connsiteY29839"/>
              </a:cxn>
              <a:cxn ang="0">
                <a:pos x="connsiteX29840" y="connsiteY29840"/>
              </a:cxn>
              <a:cxn ang="0">
                <a:pos x="connsiteX29841" y="connsiteY29841"/>
              </a:cxn>
              <a:cxn ang="0">
                <a:pos x="connsiteX29842" y="connsiteY29842"/>
              </a:cxn>
              <a:cxn ang="0">
                <a:pos x="connsiteX29843" y="connsiteY29843"/>
              </a:cxn>
              <a:cxn ang="0">
                <a:pos x="connsiteX29844" y="connsiteY29844"/>
              </a:cxn>
              <a:cxn ang="0">
                <a:pos x="connsiteX29845" y="connsiteY29845"/>
              </a:cxn>
              <a:cxn ang="0">
                <a:pos x="connsiteX29846" y="connsiteY29846"/>
              </a:cxn>
              <a:cxn ang="0">
                <a:pos x="connsiteX29847" y="connsiteY29847"/>
              </a:cxn>
              <a:cxn ang="0">
                <a:pos x="connsiteX29848" y="connsiteY29848"/>
              </a:cxn>
              <a:cxn ang="0">
                <a:pos x="connsiteX29849" y="connsiteY29849"/>
              </a:cxn>
              <a:cxn ang="0">
                <a:pos x="connsiteX29850" y="connsiteY29850"/>
              </a:cxn>
              <a:cxn ang="0">
                <a:pos x="connsiteX29851" y="connsiteY29851"/>
              </a:cxn>
              <a:cxn ang="0">
                <a:pos x="connsiteX29852" y="connsiteY29852"/>
              </a:cxn>
              <a:cxn ang="0">
                <a:pos x="connsiteX29853" y="connsiteY29853"/>
              </a:cxn>
              <a:cxn ang="0">
                <a:pos x="connsiteX29854" y="connsiteY29854"/>
              </a:cxn>
              <a:cxn ang="0">
                <a:pos x="connsiteX29855" y="connsiteY29855"/>
              </a:cxn>
              <a:cxn ang="0">
                <a:pos x="connsiteX29856" y="connsiteY29856"/>
              </a:cxn>
              <a:cxn ang="0">
                <a:pos x="connsiteX29857" y="connsiteY29857"/>
              </a:cxn>
              <a:cxn ang="0">
                <a:pos x="connsiteX29858" y="connsiteY29858"/>
              </a:cxn>
              <a:cxn ang="0">
                <a:pos x="connsiteX29859" y="connsiteY29859"/>
              </a:cxn>
              <a:cxn ang="0">
                <a:pos x="connsiteX29860" y="connsiteY29860"/>
              </a:cxn>
              <a:cxn ang="0">
                <a:pos x="connsiteX29861" y="connsiteY29861"/>
              </a:cxn>
              <a:cxn ang="0">
                <a:pos x="connsiteX29862" y="connsiteY29862"/>
              </a:cxn>
              <a:cxn ang="0">
                <a:pos x="connsiteX29863" y="connsiteY29863"/>
              </a:cxn>
              <a:cxn ang="0">
                <a:pos x="connsiteX29864" y="connsiteY29864"/>
              </a:cxn>
              <a:cxn ang="0">
                <a:pos x="connsiteX29865" y="connsiteY29865"/>
              </a:cxn>
              <a:cxn ang="0">
                <a:pos x="connsiteX29866" y="connsiteY29866"/>
              </a:cxn>
              <a:cxn ang="0">
                <a:pos x="connsiteX29867" y="connsiteY29867"/>
              </a:cxn>
              <a:cxn ang="0">
                <a:pos x="connsiteX29868" y="connsiteY29868"/>
              </a:cxn>
              <a:cxn ang="0">
                <a:pos x="connsiteX29869" y="connsiteY29869"/>
              </a:cxn>
              <a:cxn ang="0">
                <a:pos x="connsiteX29870" y="connsiteY29870"/>
              </a:cxn>
              <a:cxn ang="0">
                <a:pos x="connsiteX29871" y="connsiteY29871"/>
              </a:cxn>
              <a:cxn ang="0">
                <a:pos x="connsiteX29872" y="connsiteY29872"/>
              </a:cxn>
              <a:cxn ang="0">
                <a:pos x="connsiteX29873" y="connsiteY29873"/>
              </a:cxn>
              <a:cxn ang="0">
                <a:pos x="connsiteX29874" y="connsiteY29874"/>
              </a:cxn>
              <a:cxn ang="0">
                <a:pos x="connsiteX29875" y="connsiteY29875"/>
              </a:cxn>
              <a:cxn ang="0">
                <a:pos x="connsiteX29876" y="connsiteY29876"/>
              </a:cxn>
              <a:cxn ang="0">
                <a:pos x="connsiteX29877" y="connsiteY29877"/>
              </a:cxn>
              <a:cxn ang="0">
                <a:pos x="connsiteX29878" y="connsiteY29878"/>
              </a:cxn>
              <a:cxn ang="0">
                <a:pos x="connsiteX29879" y="connsiteY29879"/>
              </a:cxn>
              <a:cxn ang="0">
                <a:pos x="connsiteX29880" y="connsiteY29880"/>
              </a:cxn>
              <a:cxn ang="0">
                <a:pos x="connsiteX29881" y="connsiteY29881"/>
              </a:cxn>
              <a:cxn ang="0">
                <a:pos x="connsiteX29882" y="connsiteY29882"/>
              </a:cxn>
              <a:cxn ang="0">
                <a:pos x="connsiteX29883" y="connsiteY29883"/>
              </a:cxn>
              <a:cxn ang="0">
                <a:pos x="connsiteX29884" y="connsiteY29884"/>
              </a:cxn>
              <a:cxn ang="0">
                <a:pos x="connsiteX29885" y="connsiteY29885"/>
              </a:cxn>
              <a:cxn ang="0">
                <a:pos x="connsiteX29886" y="connsiteY29886"/>
              </a:cxn>
              <a:cxn ang="0">
                <a:pos x="connsiteX29887" y="connsiteY29887"/>
              </a:cxn>
              <a:cxn ang="0">
                <a:pos x="connsiteX29888" y="connsiteY29888"/>
              </a:cxn>
              <a:cxn ang="0">
                <a:pos x="connsiteX29889" y="connsiteY29889"/>
              </a:cxn>
              <a:cxn ang="0">
                <a:pos x="connsiteX29890" y="connsiteY29890"/>
              </a:cxn>
              <a:cxn ang="0">
                <a:pos x="connsiteX29891" y="connsiteY29891"/>
              </a:cxn>
              <a:cxn ang="0">
                <a:pos x="connsiteX29892" y="connsiteY29892"/>
              </a:cxn>
              <a:cxn ang="0">
                <a:pos x="connsiteX29893" y="connsiteY29893"/>
              </a:cxn>
              <a:cxn ang="0">
                <a:pos x="connsiteX29894" y="connsiteY29894"/>
              </a:cxn>
              <a:cxn ang="0">
                <a:pos x="connsiteX29895" y="connsiteY29895"/>
              </a:cxn>
              <a:cxn ang="0">
                <a:pos x="connsiteX29896" y="connsiteY29896"/>
              </a:cxn>
              <a:cxn ang="0">
                <a:pos x="connsiteX29897" y="connsiteY29897"/>
              </a:cxn>
              <a:cxn ang="0">
                <a:pos x="connsiteX29898" y="connsiteY29898"/>
              </a:cxn>
              <a:cxn ang="0">
                <a:pos x="connsiteX29899" y="connsiteY29899"/>
              </a:cxn>
              <a:cxn ang="0">
                <a:pos x="connsiteX29900" y="connsiteY29900"/>
              </a:cxn>
              <a:cxn ang="0">
                <a:pos x="connsiteX29901" y="connsiteY29901"/>
              </a:cxn>
              <a:cxn ang="0">
                <a:pos x="connsiteX29902" y="connsiteY29902"/>
              </a:cxn>
              <a:cxn ang="0">
                <a:pos x="connsiteX29903" y="connsiteY29903"/>
              </a:cxn>
              <a:cxn ang="0">
                <a:pos x="connsiteX29904" y="connsiteY29904"/>
              </a:cxn>
              <a:cxn ang="0">
                <a:pos x="connsiteX29905" y="connsiteY29905"/>
              </a:cxn>
              <a:cxn ang="0">
                <a:pos x="connsiteX29906" y="connsiteY29906"/>
              </a:cxn>
              <a:cxn ang="0">
                <a:pos x="connsiteX29907" y="connsiteY29907"/>
              </a:cxn>
              <a:cxn ang="0">
                <a:pos x="connsiteX29908" y="connsiteY29908"/>
              </a:cxn>
              <a:cxn ang="0">
                <a:pos x="connsiteX29909" y="connsiteY29909"/>
              </a:cxn>
              <a:cxn ang="0">
                <a:pos x="connsiteX29910" y="connsiteY29910"/>
              </a:cxn>
              <a:cxn ang="0">
                <a:pos x="connsiteX29911" y="connsiteY29911"/>
              </a:cxn>
              <a:cxn ang="0">
                <a:pos x="connsiteX29912" y="connsiteY29912"/>
              </a:cxn>
              <a:cxn ang="0">
                <a:pos x="connsiteX29913" y="connsiteY29913"/>
              </a:cxn>
              <a:cxn ang="0">
                <a:pos x="connsiteX29914" y="connsiteY29914"/>
              </a:cxn>
              <a:cxn ang="0">
                <a:pos x="connsiteX29915" y="connsiteY29915"/>
              </a:cxn>
              <a:cxn ang="0">
                <a:pos x="connsiteX29916" y="connsiteY29916"/>
              </a:cxn>
              <a:cxn ang="0">
                <a:pos x="connsiteX29917" y="connsiteY29917"/>
              </a:cxn>
              <a:cxn ang="0">
                <a:pos x="connsiteX29918" y="connsiteY29918"/>
              </a:cxn>
              <a:cxn ang="0">
                <a:pos x="connsiteX29919" y="connsiteY29919"/>
              </a:cxn>
              <a:cxn ang="0">
                <a:pos x="connsiteX29920" y="connsiteY29920"/>
              </a:cxn>
              <a:cxn ang="0">
                <a:pos x="connsiteX29921" y="connsiteY29921"/>
              </a:cxn>
              <a:cxn ang="0">
                <a:pos x="connsiteX29922" y="connsiteY29922"/>
              </a:cxn>
              <a:cxn ang="0">
                <a:pos x="connsiteX29923" y="connsiteY29923"/>
              </a:cxn>
              <a:cxn ang="0">
                <a:pos x="connsiteX29924" y="connsiteY29924"/>
              </a:cxn>
              <a:cxn ang="0">
                <a:pos x="connsiteX29925" y="connsiteY29925"/>
              </a:cxn>
              <a:cxn ang="0">
                <a:pos x="connsiteX29926" y="connsiteY29926"/>
              </a:cxn>
              <a:cxn ang="0">
                <a:pos x="connsiteX29927" y="connsiteY29927"/>
              </a:cxn>
              <a:cxn ang="0">
                <a:pos x="connsiteX29928" y="connsiteY29928"/>
              </a:cxn>
              <a:cxn ang="0">
                <a:pos x="connsiteX29929" y="connsiteY29929"/>
              </a:cxn>
              <a:cxn ang="0">
                <a:pos x="connsiteX29930" y="connsiteY29930"/>
              </a:cxn>
              <a:cxn ang="0">
                <a:pos x="connsiteX29931" y="connsiteY29931"/>
              </a:cxn>
              <a:cxn ang="0">
                <a:pos x="connsiteX29932" y="connsiteY29932"/>
              </a:cxn>
              <a:cxn ang="0">
                <a:pos x="connsiteX29933" y="connsiteY29933"/>
              </a:cxn>
              <a:cxn ang="0">
                <a:pos x="connsiteX29934" y="connsiteY29934"/>
              </a:cxn>
              <a:cxn ang="0">
                <a:pos x="connsiteX29935" y="connsiteY29935"/>
              </a:cxn>
              <a:cxn ang="0">
                <a:pos x="connsiteX29936" y="connsiteY29936"/>
              </a:cxn>
              <a:cxn ang="0">
                <a:pos x="connsiteX29937" y="connsiteY29937"/>
              </a:cxn>
              <a:cxn ang="0">
                <a:pos x="connsiteX29938" y="connsiteY29938"/>
              </a:cxn>
              <a:cxn ang="0">
                <a:pos x="connsiteX29939" y="connsiteY29939"/>
              </a:cxn>
              <a:cxn ang="0">
                <a:pos x="connsiteX29940" y="connsiteY29940"/>
              </a:cxn>
              <a:cxn ang="0">
                <a:pos x="connsiteX29941" y="connsiteY29941"/>
              </a:cxn>
              <a:cxn ang="0">
                <a:pos x="connsiteX29942" y="connsiteY29942"/>
              </a:cxn>
              <a:cxn ang="0">
                <a:pos x="connsiteX29943" y="connsiteY29943"/>
              </a:cxn>
              <a:cxn ang="0">
                <a:pos x="connsiteX29944" y="connsiteY29944"/>
              </a:cxn>
              <a:cxn ang="0">
                <a:pos x="connsiteX29945" y="connsiteY29945"/>
              </a:cxn>
              <a:cxn ang="0">
                <a:pos x="connsiteX29946" y="connsiteY29946"/>
              </a:cxn>
              <a:cxn ang="0">
                <a:pos x="connsiteX29947" y="connsiteY29947"/>
              </a:cxn>
              <a:cxn ang="0">
                <a:pos x="connsiteX29948" y="connsiteY29948"/>
              </a:cxn>
              <a:cxn ang="0">
                <a:pos x="connsiteX29949" y="connsiteY29949"/>
              </a:cxn>
              <a:cxn ang="0">
                <a:pos x="connsiteX29950" y="connsiteY29950"/>
              </a:cxn>
              <a:cxn ang="0">
                <a:pos x="connsiteX29951" y="connsiteY29951"/>
              </a:cxn>
              <a:cxn ang="0">
                <a:pos x="connsiteX29952" y="connsiteY29952"/>
              </a:cxn>
              <a:cxn ang="0">
                <a:pos x="connsiteX29953" y="connsiteY29953"/>
              </a:cxn>
              <a:cxn ang="0">
                <a:pos x="connsiteX29954" y="connsiteY29954"/>
              </a:cxn>
              <a:cxn ang="0">
                <a:pos x="connsiteX29955" y="connsiteY29955"/>
              </a:cxn>
              <a:cxn ang="0">
                <a:pos x="connsiteX29956" y="connsiteY29956"/>
              </a:cxn>
              <a:cxn ang="0">
                <a:pos x="connsiteX29957" y="connsiteY29957"/>
              </a:cxn>
              <a:cxn ang="0">
                <a:pos x="connsiteX29958" y="connsiteY29958"/>
              </a:cxn>
              <a:cxn ang="0">
                <a:pos x="connsiteX29959" y="connsiteY29959"/>
              </a:cxn>
              <a:cxn ang="0">
                <a:pos x="connsiteX29960" y="connsiteY29960"/>
              </a:cxn>
              <a:cxn ang="0">
                <a:pos x="connsiteX29961" y="connsiteY29961"/>
              </a:cxn>
              <a:cxn ang="0">
                <a:pos x="connsiteX29962" y="connsiteY29962"/>
              </a:cxn>
              <a:cxn ang="0">
                <a:pos x="connsiteX29963" y="connsiteY29963"/>
              </a:cxn>
              <a:cxn ang="0">
                <a:pos x="connsiteX29964" y="connsiteY29964"/>
              </a:cxn>
              <a:cxn ang="0">
                <a:pos x="connsiteX29965" y="connsiteY29965"/>
              </a:cxn>
              <a:cxn ang="0">
                <a:pos x="connsiteX29966" y="connsiteY29966"/>
              </a:cxn>
              <a:cxn ang="0">
                <a:pos x="connsiteX29967" y="connsiteY29967"/>
              </a:cxn>
              <a:cxn ang="0">
                <a:pos x="connsiteX29968" y="connsiteY29968"/>
              </a:cxn>
              <a:cxn ang="0">
                <a:pos x="connsiteX29969" y="connsiteY29969"/>
              </a:cxn>
              <a:cxn ang="0">
                <a:pos x="connsiteX29970" y="connsiteY29970"/>
              </a:cxn>
              <a:cxn ang="0">
                <a:pos x="connsiteX29971" y="connsiteY29971"/>
              </a:cxn>
              <a:cxn ang="0">
                <a:pos x="connsiteX29972" y="connsiteY29972"/>
              </a:cxn>
              <a:cxn ang="0">
                <a:pos x="connsiteX29973" y="connsiteY29973"/>
              </a:cxn>
              <a:cxn ang="0">
                <a:pos x="connsiteX29974" y="connsiteY29974"/>
              </a:cxn>
              <a:cxn ang="0">
                <a:pos x="connsiteX29975" y="connsiteY29975"/>
              </a:cxn>
              <a:cxn ang="0">
                <a:pos x="connsiteX29976" y="connsiteY29976"/>
              </a:cxn>
              <a:cxn ang="0">
                <a:pos x="connsiteX29977" y="connsiteY29977"/>
              </a:cxn>
              <a:cxn ang="0">
                <a:pos x="connsiteX29978" y="connsiteY29978"/>
              </a:cxn>
              <a:cxn ang="0">
                <a:pos x="connsiteX29979" y="connsiteY29979"/>
              </a:cxn>
              <a:cxn ang="0">
                <a:pos x="connsiteX29980" y="connsiteY29980"/>
              </a:cxn>
              <a:cxn ang="0">
                <a:pos x="connsiteX29981" y="connsiteY29981"/>
              </a:cxn>
              <a:cxn ang="0">
                <a:pos x="connsiteX29982" y="connsiteY29982"/>
              </a:cxn>
              <a:cxn ang="0">
                <a:pos x="connsiteX29983" y="connsiteY29983"/>
              </a:cxn>
              <a:cxn ang="0">
                <a:pos x="connsiteX29984" y="connsiteY29984"/>
              </a:cxn>
              <a:cxn ang="0">
                <a:pos x="connsiteX29985" y="connsiteY29985"/>
              </a:cxn>
              <a:cxn ang="0">
                <a:pos x="connsiteX29986" y="connsiteY29986"/>
              </a:cxn>
              <a:cxn ang="0">
                <a:pos x="connsiteX29987" y="connsiteY29987"/>
              </a:cxn>
              <a:cxn ang="0">
                <a:pos x="connsiteX29988" y="connsiteY29988"/>
              </a:cxn>
              <a:cxn ang="0">
                <a:pos x="connsiteX29989" y="connsiteY29989"/>
              </a:cxn>
              <a:cxn ang="0">
                <a:pos x="connsiteX29990" y="connsiteY29990"/>
              </a:cxn>
              <a:cxn ang="0">
                <a:pos x="connsiteX29991" y="connsiteY29991"/>
              </a:cxn>
              <a:cxn ang="0">
                <a:pos x="connsiteX29992" y="connsiteY29992"/>
              </a:cxn>
              <a:cxn ang="0">
                <a:pos x="connsiteX29993" y="connsiteY29993"/>
              </a:cxn>
              <a:cxn ang="0">
                <a:pos x="connsiteX29994" y="connsiteY29994"/>
              </a:cxn>
              <a:cxn ang="0">
                <a:pos x="connsiteX29995" y="connsiteY29995"/>
              </a:cxn>
              <a:cxn ang="0">
                <a:pos x="connsiteX29996" y="connsiteY29996"/>
              </a:cxn>
              <a:cxn ang="0">
                <a:pos x="connsiteX29997" y="connsiteY29997"/>
              </a:cxn>
              <a:cxn ang="0">
                <a:pos x="connsiteX29998" y="connsiteY29998"/>
              </a:cxn>
              <a:cxn ang="0">
                <a:pos x="connsiteX29999" y="connsiteY29999"/>
              </a:cxn>
              <a:cxn ang="0">
                <a:pos x="connsiteX30000" y="connsiteY30000"/>
              </a:cxn>
              <a:cxn ang="0">
                <a:pos x="connsiteX30001" y="connsiteY30001"/>
              </a:cxn>
              <a:cxn ang="0">
                <a:pos x="connsiteX30002" y="connsiteY30002"/>
              </a:cxn>
              <a:cxn ang="0">
                <a:pos x="connsiteX30003" y="connsiteY30003"/>
              </a:cxn>
              <a:cxn ang="0">
                <a:pos x="connsiteX30004" y="connsiteY30004"/>
              </a:cxn>
              <a:cxn ang="0">
                <a:pos x="connsiteX30005" y="connsiteY30005"/>
              </a:cxn>
              <a:cxn ang="0">
                <a:pos x="connsiteX30006" y="connsiteY30006"/>
              </a:cxn>
              <a:cxn ang="0">
                <a:pos x="connsiteX30007" y="connsiteY30007"/>
              </a:cxn>
              <a:cxn ang="0">
                <a:pos x="connsiteX30008" y="connsiteY30008"/>
              </a:cxn>
              <a:cxn ang="0">
                <a:pos x="connsiteX30009" y="connsiteY30009"/>
              </a:cxn>
              <a:cxn ang="0">
                <a:pos x="connsiteX30010" y="connsiteY30010"/>
              </a:cxn>
              <a:cxn ang="0">
                <a:pos x="connsiteX30011" y="connsiteY30011"/>
              </a:cxn>
              <a:cxn ang="0">
                <a:pos x="connsiteX30012" y="connsiteY30012"/>
              </a:cxn>
              <a:cxn ang="0">
                <a:pos x="connsiteX30013" y="connsiteY30013"/>
              </a:cxn>
              <a:cxn ang="0">
                <a:pos x="connsiteX30014" y="connsiteY30014"/>
              </a:cxn>
              <a:cxn ang="0">
                <a:pos x="connsiteX30015" y="connsiteY30015"/>
              </a:cxn>
              <a:cxn ang="0">
                <a:pos x="connsiteX30016" y="connsiteY30016"/>
              </a:cxn>
              <a:cxn ang="0">
                <a:pos x="connsiteX30017" y="connsiteY30017"/>
              </a:cxn>
              <a:cxn ang="0">
                <a:pos x="connsiteX30018" y="connsiteY30018"/>
              </a:cxn>
              <a:cxn ang="0">
                <a:pos x="connsiteX30019" y="connsiteY30019"/>
              </a:cxn>
              <a:cxn ang="0">
                <a:pos x="connsiteX30020" y="connsiteY30020"/>
              </a:cxn>
              <a:cxn ang="0">
                <a:pos x="connsiteX30021" y="connsiteY30021"/>
              </a:cxn>
              <a:cxn ang="0">
                <a:pos x="connsiteX30022" y="connsiteY30022"/>
              </a:cxn>
              <a:cxn ang="0">
                <a:pos x="connsiteX30023" y="connsiteY30023"/>
              </a:cxn>
              <a:cxn ang="0">
                <a:pos x="connsiteX30024" y="connsiteY30024"/>
              </a:cxn>
              <a:cxn ang="0">
                <a:pos x="connsiteX30025" y="connsiteY30025"/>
              </a:cxn>
              <a:cxn ang="0">
                <a:pos x="connsiteX30026" y="connsiteY30026"/>
              </a:cxn>
              <a:cxn ang="0">
                <a:pos x="connsiteX30027" y="connsiteY30027"/>
              </a:cxn>
              <a:cxn ang="0">
                <a:pos x="connsiteX30028" y="connsiteY30028"/>
              </a:cxn>
              <a:cxn ang="0">
                <a:pos x="connsiteX30029" y="connsiteY30029"/>
              </a:cxn>
              <a:cxn ang="0">
                <a:pos x="connsiteX30030" y="connsiteY30030"/>
              </a:cxn>
              <a:cxn ang="0">
                <a:pos x="connsiteX30031" y="connsiteY30031"/>
              </a:cxn>
              <a:cxn ang="0">
                <a:pos x="connsiteX30032" y="connsiteY30032"/>
              </a:cxn>
              <a:cxn ang="0">
                <a:pos x="connsiteX30033" y="connsiteY30033"/>
              </a:cxn>
              <a:cxn ang="0">
                <a:pos x="connsiteX30034" y="connsiteY30034"/>
              </a:cxn>
              <a:cxn ang="0">
                <a:pos x="connsiteX30035" y="connsiteY30035"/>
              </a:cxn>
              <a:cxn ang="0">
                <a:pos x="connsiteX30036" y="connsiteY30036"/>
              </a:cxn>
              <a:cxn ang="0">
                <a:pos x="connsiteX30037" y="connsiteY30037"/>
              </a:cxn>
              <a:cxn ang="0">
                <a:pos x="connsiteX30038" y="connsiteY30038"/>
              </a:cxn>
              <a:cxn ang="0">
                <a:pos x="connsiteX30039" y="connsiteY30039"/>
              </a:cxn>
              <a:cxn ang="0">
                <a:pos x="connsiteX30040" y="connsiteY30040"/>
              </a:cxn>
              <a:cxn ang="0">
                <a:pos x="connsiteX30041" y="connsiteY30041"/>
              </a:cxn>
              <a:cxn ang="0">
                <a:pos x="connsiteX30042" y="connsiteY30042"/>
              </a:cxn>
              <a:cxn ang="0">
                <a:pos x="connsiteX30043" y="connsiteY30043"/>
              </a:cxn>
              <a:cxn ang="0">
                <a:pos x="connsiteX30044" y="connsiteY30044"/>
              </a:cxn>
              <a:cxn ang="0">
                <a:pos x="connsiteX30045" y="connsiteY30045"/>
              </a:cxn>
              <a:cxn ang="0">
                <a:pos x="connsiteX30046" y="connsiteY30046"/>
              </a:cxn>
              <a:cxn ang="0">
                <a:pos x="connsiteX30047" y="connsiteY30047"/>
              </a:cxn>
              <a:cxn ang="0">
                <a:pos x="connsiteX30048" y="connsiteY30048"/>
              </a:cxn>
              <a:cxn ang="0">
                <a:pos x="connsiteX30049" y="connsiteY30049"/>
              </a:cxn>
              <a:cxn ang="0">
                <a:pos x="connsiteX30050" y="connsiteY30050"/>
              </a:cxn>
              <a:cxn ang="0">
                <a:pos x="connsiteX30051" y="connsiteY30051"/>
              </a:cxn>
              <a:cxn ang="0">
                <a:pos x="connsiteX30052" y="connsiteY30052"/>
              </a:cxn>
              <a:cxn ang="0">
                <a:pos x="connsiteX30053" y="connsiteY30053"/>
              </a:cxn>
              <a:cxn ang="0">
                <a:pos x="connsiteX30054" y="connsiteY30054"/>
              </a:cxn>
              <a:cxn ang="0">
                <a:pos x="connsiteX30055" y="connsiteY30055"/>
              </a:cxn>
              <a:cxn ang="0">
                <a:pos x="connsiteX30056" y="connsiteY30056"/>
              </a:cxn>
              <a:cxn ang="0">
                <a:pos x="connsiteX30057" y="connsiteY30057"/>
              </a:cxn>
              <a:cxn ang="0">
                <a:pos x="connsiteX30058" y="connsiteY30058"/>
              </a:cxn>
              <a:cxn ang="0">
                <a:pos x="connsiteX30059" y="connsiteY30059"/>
              </a:cxn>
              <a:cxn ang="0">
                <a:pos x="connsiteX30060" y="connsiteY30060"/>
              </a:cxn>
              <a:cxn ang="0">
                <a:pos x="connsiteX30061" y="connsiteY30061"/>
              </a:cxn>
              <a:cxn ang="0">
                <a:pos x="connsiteX30062" y="connsiteY30062"/>
              </a:cxn>
              <a:cxn ang="0">
                <a:pos x="connsiteX30063" y="connsiteY30063"/>
              </a:cxn>
              <a:cxn ang="0">
                <a:pos x="connsiteX30064" y="connsiteY30064"/>
              </a:cxn>
              <a:cxn ang="0">
                <a:pos x="connsiteX30065" y="connsiteY30065"/>
              </a:cxn>
              <a:cxn ang="0">
                <a:pos x="connsiteX30066" y="connsiteY30066"/>
              </a:cxn>
              <a:cxn ang="0">
                <a:pos x="connsiteX30067" y="connsiteY30067"/>
              </a:cxn>
              <a:cxn ang="0">
                <a:pos x="connsiteX30068" y="connsiteY30068"/>
              </a:cxn>
              <a:cxn ang="0">
                <a:pos x="connsiteX30069" y="connsiteY30069"/>
              </a:cxn>
              <a:cxn ang="0">
                <a:pos x="connsiteX30070" y="connsiteY30070"/>
              </a:cxn>
              <a:cxn ang="0">
                <a:pos x="connsiteX30071" y="connsiteY30071"/>
              </a:cxn>
              <a:cxn ang="0">
                <a:pos x="connsiteX30072" y="connsiteY30072"/>
              </a:cxn>
              <a:cxn ang="0">
                <a:pos x="connsiteX30073" y="connsiteY30073"/>
              </a:cxn>
              <a:cxn ang="0">
                <a:pos x="connsiteX30074" y="connsiteY30074"/>
              </a:cxn>
              <a:cxn ang="0">
                <a:pos x="connsiteX30075" y="connsiteY30075"/>
              </a:cxn>
              <a:cxn ang="0">
                <a:pos x="connsiteX30076" y="connsiteY30076"/>
              </a:cxn>
              <a:cxn ang="0">
                <a:pos x="connsiteX30077" y="connsiteY30077"/>
              </a:cxn>
              <a:cxn ang="0">
                <a:pos x="connsiteX30078" y="connsiteY30078"/>
              </a:cxn>
              <a:cxn ang="0">
                <a:pos x="connsiteX30079" y="connsiteY30079"/>
              </a:cxn>
              <a:cxn ang="0">
                <a:pos x="connsiteX30080" y="connsiteY30080"/>
              </a:cxn>
              <a:cxn ang="0">
                <a:pos x="connsiteX30081" y="connsiteY30081"/>
              </a:cxn>
              <a:cxn ang="0">
                <a:pos x="connsiteX30082" y="connsiteY30082"/>
              </a:cxn>
              <a:cxn ang="0">
                <a:pos x="connsiteX30083" y="connsiteY30083"/>
              </a:cxn>
              <a:cxn ang="0">
                <a:pos x="connsiteX30084" y="connsiteY30084"/>
              </a:cxn>
              <a:cxn ang="0">
                <a:pos x="connsiteX30085" y="connsiteY30085"/>
              </a:cxn>
              <a:cxn ang="0">
                <a:pos x="connsiteX30086" y="connsiteY30086"/>
              </a:cxn>
              <a:cxn ang="0">
                <a:pos x="connsiteX30087" y="connsiteY30087"/>
              </a:cxn>
              <a:cxn ang="0">
                <a:pos x="connsiteX30088" y="connsiteY30088"/>
              </a:cxn>
              <a:cxn ang="0">
                <a:pos x="connsiteX30089" y="connsiteY30089"/>
              </a:cxn>
              <a:cxn ang="0">
                <a:pos x="connsiteX30090" y="connsiteY30090"/>
              </a:cxn>
              <a:cxn ang="0">
                <a:pos x="connsiteX30091" y="connsiteY30091"/>
              </a:cxn>
              <a:cxn ang="0">
                <a:pos x="connsiteX30092" y="connsiteY30092"/>
              </a:cxn>
              <a:cxn ang="0">
                <a:pos x="connsiteX30093" y="connsiteY30093"/>
              </a:cxn>
              <a:cxn ang="0">
                <a:pos x="connsiteX30094" y="connsiteY30094"/>
              </a:cxn>
              <a:cxn ang="0">
                <a:pos x="connsiteX30095" y="connsiteY30095"/>
              </a:cxn>
              <a:cxn ang="0">
                <a:pos x="connsiteX30096" y="connsiteY30096"/>
              </a:cxn>
              <a:cxn ang="0">
                <a:pos x="connsiteX30097" y="connsiteY30097"/>
              </a:cxn>
              <a:cxn ang="0">
                <a:pos x="connsiteX30098" y="connsiteY30098"/>
              </a:cxn>
              <a:cxn ang="0">
                <a:pos x="connsiteX30099" y="connsiteY30099"/>
              </a:cxn>
              <a:cxn ang="0">
                <a:pos x="connsiteX30100" y="connsiteY30100"/>
              </a:cxn>
              <a:cxn ang="0">
                <a:pos x="connsiteX30101" y="connsiteY30101"/>
              </a:cxn>
              <a:cxn ang="0">
                <a:pos x="connsiteX30102" y="connsiteY30102"/>
              </a:cxn>
              <a:cxn ang="0">
                <a:pos x="connsiteX30103" y="connsiteY30103"/>
              </a:cxn>
              <a:cxn ang="0">
                <a:pos x="connsiteX30104" y="connsiteY30104"/>
              </a:cxn>
              <a:cxn ang="0">
                <a:pos x="connsiteX30105" y="connsiteY30105"/>
              </a:cxn>
              <a:cxn ang="0">
                <a:pos x="connsiteX30106" y="connsiteY30106"/>
              </a:cxn>
              <a:cxn ang="0">
                <a:pos x="connsiteX30107" y="connsiteY30107"/>
              </a:cxn>
              <a:cxn ang="0">
                <a:pos x="connsiteX30108" y="connsiteY30108"/>
              </a:cxn>
              <a:cxn ang="0">
                <a:pos x="connsiteX30109" y="connsiteY30109"/>
              </a:cxn>
              <a:cxn ang="0">
                <a:pos x="connsiteX30110" y="connsiteY30110"/>
              </a:cxn>
              <a:cxn ang="0">
                <a:pos x="connsiteX30111" y="connsiteY30111"/>
              </a:cxn>
              <a:cxn ang="0">
                <a:pos x="connsiteX30112" y="connsiteY30112"/>
              </a:cxn>
              <a:cxn ang="0">
                <a:pos x="connsiteX30113" y="connsiteY30113"/>
              </a:cxn>
              <a:cxn ang="0">
                <a:pos x="connsiteX30114" y="connsiteY30114"/>
              </a:cxn>
              <a:cxn ang="0">
                <a:pos x="connsiteX30115" y="connsiteY30115"/>
              </a:cxn>
              <a:cxn ang="0">
                <a:pos x="connsiteX30116" y="connsiteY30116"/>
              </a:cxn>
              <a:cxn ang="0">
                <a:pos x="connsiteX30117" y="connsiteY30117"/>
              </a:cxn>
              <a:cxn ang="0">
                <a:pos x="connsiteX30118" y="connsiteY30118"/>
              </a:cxn>
              <a:cxn ang="0">
                <a:pos x="connsiteX30119" y="connsiteY30119"/>
              </a:cxn>
              <a:cxn ang="0">
                <a:pos x="connsiteX30120" y="connsiteY30120"/>
              </a:cxn>
              <a:cxn ang="0">
                <a:pos x="connsiteX30121" y="connsiteY30121"/>
              </a:cxn>
              <a:cxn ang="0">
                <a:pos x="connsiteX30122" y="connsiteY30122"/>
              </a:cxn>
              <a:cxn ang="0">
                <a:pos x="connsiteX30123" y="connsiteY30123"/>
              </a:cxn>
              <a:cxn ang="0">
                <a:pos x="connsiteX30124" y="connsiteY30124"/>
              </a:cxn>
              <a:cxn ang="0">
                <a:pos x="connsiteX30125" y="connsiteY30125"/>
              </a:cxn>
              <a:cxn ang="0">
                <a:pos x="connsiteX30126" y="connsiteY30126"/>
              </a:cxn>
              <a:cxn ang="0">
                <a:pos x="connsiteX30127" y="connsiteY30127"/>
              </a:cxn>
              <a:cxn ang="0">
                <a:pos x="connsiteX30128" y="connsiteY30128"/>
              </a:cxn>
              <a:cxn ang="0">
                <a:pos x="connsiteX30129" y="connsiteY30129"/>
              </a:cxn>
              <a:cxn ang="0">
                <a:pos x="connsiteX30130" y="connsiteY30130"/>
              </a:cxn>
              <a:cxn ang="0">
                <a:pos x="connsiteX30131" y="connsiteY30131"/>
              </a:cxn>
              <a:cxn ang="0">
                <a:pos x="connsiteX30132" y="connsiteY30132"/>
              </a:cxn>
              <a:cxn ang="0">
                <a:pos x="connsiteX30133" y="connsiteY30133"/>
              </a:cxn>
              <a:cxn ang="0">
                <a:pos x="connsiteX30134" y="connsiteY30134"/>
              </a:cxn>
              <a:cxn ang="0">
                <a:pos x="connsiteX30135" y="connsiteY30135"/>
              </a:cxn>
              <a:cxn ang="0">
                <a:pos x="connsiteX30136" y="connsiteY30136"/>
              </a:cxn>
              <a:cxn ang="0">
                <a:pos x="connsiteX30137" y="connsiteY30137"/>
              </a:cxn>
              <a:cxn ang="0">
                <a:pos x="connsiteX30138" y="connsiteY30138"/>
              </a:cxn>
              <a:cxn ang="0">
                <a:pos x="connsiteX30139" y="connsiteY30139"/>
              </a:cxn>
              <a:cxn ang="0">
                <a:pos x="connsiteX30140" y="connsiteY30140"/>
              </a:cxn>
              <a:cxn ang="0">
                <a:pos x="connsiteX30141" y="connsiteY30141"/>
              </a:cxn>
              <a:cxn ang="0">
                <a:pos x="connsiteX30142" y="connsiteY30142"/>
              </a:cxn>
              <a:cxn ang="0">
                <a:pos x="connsiteX30143" y="connsiteY30143"/>
              </a:cxn>
              <a:cxn ang="0">
                <a:pos x="connsiteX30144" y="connsiteY30144"/>
              </a:cxn>
              <a:cxn ang="0">
                <a:pos x="connsiteX30145" y="connsiteY30145"/>
              </a:cxn>
              <a:cxn ang="0">
                <a:pos x="connsiteX30146" y="connsiteY30146"/>
              </a:cxn>
              <a:cxn ang="0">
                <a:pos x="connsiteX30147" y="connsiteY30147"/>
              </a:cxn>
              <a:cxn ang="0">
                <a:pos x="connsiteX30148" y="connsiteY30148"/>
              </a:cxn>
              <a:cxn ang="0">
                <a:pos x="connsiteX30149" y="connsiteY30149"/>
              </a:cxn>
              <a:cxn ang="0">
                <a:pos x="connsiteX30150" y="connsiteY30150"/>
              </a:cxn>
              <a:cxn ang="0">
                <a:pos x="connsiteX30151" y="connsiteY30151"/>
              </a:cxn>
              <a:cxn ang="0">
                <a:pos x="connsiteX30152" y="connsiteY30152"/>
              </a:cxn>
              <a:cxn ang="0">
                <a:pos x="connsiteX30153" y="connsiteY30153"/>
              </a:cxn>
              <a:cxn ang="0">
                <a:pos x="connsiteX30154" y="connsiteY30154"/>
              </a:cxn>
              <a:cxn ang="0">
                <a:pos x="connsiteX30155" y="connsiteY30155"/>
              </a:cxn>
              <a:cxn ang="0">
                <a:pos x="connsiteX30156" y="connsiteY30156"/>
              </a:cxn>
              <a:cxn ang="0">
                <a:pos x="connsiteX30157" y="connsiteY30157"/>
              </a:cxn>
              <a:cxn ang="0">
                <a:pos x="connsiteX30158" y="connsiteY30158"/>
              </a:cxn>
              <a:cxn ang="0">
                <a:pos x="connsiteX30159" y="connsiteY30159"/>
              </a:cxn>
              <a:cxn ang="0">
                <a:pos x="connsiteX30160" y="connsiteY30160"/>
              </a:cxn>
              <a:cxn ang="0">
                <a:pos x="connsiteX30161" y="connsiteY30161"/>
              </a:cxn>
              <a:cxn ang="0">
                <a:pos x="connsiteX30162" y="connsiteY30162"/>
              </a:cxn>
              <a:cxn ang="0">
                <a:pos x="connsiteX30163" y="connsiteY30163"/>
              </a:cxn>
              <a:cxn ang="0">
                <a:pos x="connsiteX30164" y="connsiteY30164"/>
              </a:cxn>
              <a:cxn ang="0">
                <a:pos x="connsiteX30165" y="connsiteY30165"/>
              </a:cxn>
              <a:cxn ang="0">
                <a:pos x="connsiteX30166" y="connsiteY30166"/>
              </a:cxn>
              <a:cxn ang="0">
                <a:pos x="connsiteX30167" y="connsiteY30167"/>
              </a:cxn>
              <a:cxn ang="0">
                <a:pos x="connsiteX30168" y="connsiteY30168"/>
              </a:cxn>
              <a:cxn ang="0">
                <a:pos x="connsiteX30169" y="connsiteY30169"/>
              </a:cxn>
              <a:cxn ang="0">
                <a:pos x="connsiteX30170" y="connsiteY30170"/>
              </a:cxn>
              <a:cxn ang="0">
                <a:pos x="connsiteX30171" y="connsiteY30171"/>
              </a:cxn>
              <a:cxn ang="0">
                <a:pos x="connsiteX30172" y="connsiteY30172"/>
              </a:cxn>
              <a:cxn ang="0">
                <a:pos x="connsiteX30173" y="connsiteY30173"/>
              </a:cxn>
              <a:cxn ang="0">
                <a:pos x="connsiteX30174" y="connsiteY30174"/>
              </a:cxn>
              <a:cxn ang="0">
                <a:pos x="connsiteX30175" y="connsiteY30175"/>
              </a:cxn>
              <a:cxn ang="0">
                <a:pos x="connsiteX30176" y="connsiteY30176"/>
              </a:cxn>
              <a:cxn ang="0">
                <a:pos x="connsiteX30177" y="connsiteY30177"/>
              </a:cxn>
              <a:cxn ang="0">
                <a:pos x="connsiteX30178" y="connsiteY30178"/>
              </a:cxn>
              <a:cxn ang="0">
                <a:pos x="connsiteX30179" y="connsiteY30179"/>
              </a:cxn>
              <a:cxn ang="0">
                <a:pos x="connsiteX30180" y="connsiteY30180"/>
              </a:cxn>
              <a:cxn ang="0">
                <a:pos x="connsiteX30181" y="connsiteY30181"/>
              </a:cxn>
              <a:cxn ang="0">
                <a:pos x="connsiteX30182" y="connsiteY30182"/>
              </a:cxn>
              <a:cxn ang="0">
                <a:pos x="connsiteX30183" y="connsiteY30183"/>
              </a:cxn>
              <a:cxn ang="0">
                <a:pos x="connsiteX30184" y="connsiteY30184"/>
              </a:cxn>
              <a:cxn ang="0">
                <a:pos x="connsiteX30185" y="connsiteY30185"/>
              </a:cxn>
              <a:cxn ang="0">
                <a:pos x="connsiteX30186" y="connsiteY30186"/>
              </a:cxn>
              <a:cxn ang="0">
                <a:pos x="connsiteX30187" y="connsiteY30187"/>
              </a:cxn>
              <a:cxn ang="0">
                <a:pos x="connsiteX30188" y="connsiteY30188"/>
              </a:cxn>
              <a:cxn ang="0">
                <a:pos x="connsiteX30189" y="connsiteY30189"/>
              </a:cxn>
              <a:cxn ang="0">
                <a:pos x="connsiteX30190" y="connsiteY30190"/>
              </a:cxn>
              <a:cxn ang="0">
                <a:pos x="connsiteX30191" y="connsiteY30191"/>
              </a:cxn>
              <a:cxn ang="0">
                <a:pos x="connsiteX30192" y="connsiteY30192"/>
              </a:cxn>
              <a:cxn ang="0">
                <a:pos x="connsiteX30193" y="connsiteY30193"/>
              </a:cxn>
              <a:cxn ang="0">
                <a:pos x="connsiteX30194" y="connsiteY30194"/>
              </a:cxn>
              <a:cxn ang="0">
                <a:pos x="connsiteX30195" y="connsiteY30195"/>
              </a:cxn>
              <a:cxn ang="0">
                <a:pos x="connsiteX30196" y="connsiteY30196"/>
              </a:cxn>
              <a:cxn ang="0">
                <a:pos x="connsiteX30197" y="connsiteY30197"/>
              </a:cxn>
              <a:cxn ang="0">
                <a:pos x="connsiteX30198" y="connsiteY30198"/>
              </a:cxn>
              <a:cxn ang="0">
                <a:pos x="connsiteX30199" y="connsiteY30199"/>
              </a:cxn>
              <a:cxn ang="0">
                <a:pos x="connsiteX30200" y="connsiteY30200"/>
              </a:cxn>
              <a:cxn ang="0">
                <a:pos x="connsiteX30201" y="connsiteY30201"/>
              </a:cxn>
              <a:cxn ang="0">
                <a:pos x="connsiteX30202" y="connsiteY30202"/>
              </a:cxn>
              <a:cxn ang="0">
                <a:pos x="connsiteX30203" y="connsiteY30203"/>
              </a:cxn>
              <a:cxn ang="0">
                <a:pos x="connsiteX30204" y="connsiteY30204"/>
              </a:cxn>
              <a:cxn ang="0">
                <a:pos x="connsiteX30205" y="connsiteY30205"/>
              </a:cxn>
              <a:cxn ang="0">
                <a:pos x="connsiteX30206" y="connsiteY30206"/>
              </a:cxn>
              <a:cxn ang="0">
                <a:pos x="connsiteX30207" y="connsiteY30207"/>
              </a:cxn>
              <a:cxn ang="0">
                <a:pos x="connsiteX30208" y="connsiteY30208"/>
              </a:cxn>
              <a:cxn ang="0">
                <a:pos x="connsiteX30209" y="connsiteY30209"/>
              </a:cxn>
              <a:cxn ang="0">
                <a:pos x="connsiteX30210" y="connsiteY30210"/>
              </a:cxn>
              <a:cxn ang="0">
                <a:pos x="connsiteX30211" y="connsiteY30211"/>
              </a:cxn>
              <a:cxn ang="0">
                <a:pos x="connsiteX30212" y="connsiteY30212"/>
              </a:cxn>
              <a:cxn ang="0">
                <a:pos x="connsiteX30213" y="connsiteY30213"/>
              </a:cxn>
              <a:cxn ang="0">
                <a:pos x="connsiteX30214" y="connsiteY30214"/>
              </a:cxn>
              <a:cxn ang="0">
                <a:pos x="connsiteX30215" y="connsiteY30215"/>
              </a:cxn>
              <a:cxn ang="0">
                <a:pos x="connsiteX30216" y="connsiteY30216"/>
              </a:cxn>
              <a:cxn ang="0">
                <a:pos x="connsiteX30217" y="connsiteY30217"/>
              </a:cxn>
              <a:cxn ang="0">
                <a:pos x="connsiteX30218" y="connsiteY30218"/>
              </a:cxn>
              <a:cxn ang="0">
                <a:pos x="connsiteX30219" y="connsiteY30219"/>
              </a:cxn>
              <a:cxn ang="0">
                <a:pos x="connsiteX30220" y="connsiteY30220"/>
              </a:cxn>
              <a:cxn ang="0">
                <a:pos x="connsiteX30221" y="connsiteY30221"/>
              </a:cxn>
              <a:cxn ang="0">
                <a:pos x="connsiteX30222" y="connsiteY30222"/>
              </a:cxn>
              <a:cxn ang="0">
                <a:pos x="connsiteX30223" y="connsiteY30223"/>
              </a:cxn>
              <a:cxn ang="0">
                <a:pos x="connsiteX30224" y="connsiteY30224"/>
              </a:cxn>
              <a:cxn ang="0">
                <a:pos x="connsiteX30225" y="connsiteY30225"/>
              </a:cxn>
              <a:cxn ang="0">
                <a:pos x="connsiteX30226" y="connsiteY30226"/>
              </a:cxn>
              <a:cxn ang="0">
                <a:pos x="connsiteX30227" y="connsiteY30227"/>
              </a:cxn>
              <a:cxn ang="0">
                <a:pos x="connsiteX30228" y="connsiteY30228"/>
              </a:cxn>
              <a:cxn ang="0">
                <a:pos x="connsiteX30229" y="connsiteY30229"/>
              </a:cxn>
              <a:cxn ang="0">
                <a:pos x="connsiteX30230" y="connsiteY30230"/>
              </a:cxn>
              <a:cxn ang="0">
                <a:pos x="connsiteX30231" y="connsiteY30231"/>
              </a:cxn>
              <a:cxn ang="0">
                <a:pos x="connsiteX30232" y="connsiteY30232"/>
              </a:cxn>
              <a:cxn ang="0">
                <a:pos x="connsiteX30233" y="connsiteY30233"/>
              </a:cxn>
              <a:cxn ang="0">
                <a:pos x="connsiteX30234" y="connsiteY30234"/>
              </a:cxn>
              <a:cxn ang="0">
                <a:pos x="connsiteX30235" y="connsiteY30235"/>
              </a:cxn>
              <a:cxn ang="0">
                <a:pos x="connsiteX30236" y="connsiteY30236"/>
              </a:cxn>
              <a:cxn ang="0">
                <a:pos x="connsiteX30237" y="connsiteY30237"/>
              </a:cxn>
              <a:cxn ang="0">
                <a:pos x="connsiteX30238" y="connsiteY30238"/>
              </a:cxn>
              <a:cxn ang="0">
                <a:pos x="connsiteX30239" y="connsiteY30239"/>
              </a:cxn>
              <a:cxn ang="0">
                <a:pos x="connsiteX30240" y="connsiteY30240"/>
              </a:cxn>
              <a:cxn ang="0">
                <a:pos x="connsiteX30241" y="connsiteY30241"/>
              </a:cxn>
              <a:cxn ang="0">
                <a:pos x="connsiteX30242" y="connsiteY30242"/>
              </a:cxn>
              <a:cxn ang="0">
                <a:pos x="connsiteX30243" y="connsiteY30243"/>
              </a:cxn>
              <a:cxn ang="0">
                <a:pos x="connsiteX30244" y="connsiteY30244"/>
              </a:cxn>
              <a:cxn ang="0">
                <a:pos x="connsiteX30245" y="connsiteY30245"/>
              </a:cxn>
              <a:cxn ang="0">
                <a:pos x="connsiteX30246" y="connsiteY30246"/>
              </a:cxn>
              <a:cxn ang="0">
                <a:pos x="connsiteX30247" y="connsiteY30247"/>
              </a:cxn>
              <a:cxn ang="0">
                <a:pos x="connsiteX30248" y="connsiteY30248"/>
              </a:cxn>
              <a:cxn ang="0">
                <a:pos x="connsiteX30249" y="connsiteY30249"/>
              </a:cxn>
              <a:cxn ang="0">
                <a:pos x="connsiteX30250" y="connsiteY30250"/>
              </a:cxn>
              <a:cxn ang="0">
                <a:pos x="connsiteX30251" y="connsiteY30251"/>
              </a:cxn>
              <a:cxn ang="0">
                <a:pos x="connsiteX30252" y="connsiteY30252"/>
              </a:cxn>
              <a:cxn ang="0">
                <a:pos x="connsiteX30253" y="connsiteY30253"/>
              </a:cxn>
              <a:cxn ang="0">
                <a:pos x="connsiteX30254" y="connsiteY30254"/>
              </a:cxn>
              <a:cxn ang="0">
                <a:pos x="connsiteX30255" y="connsiteY30255"/>
              </a:cxn>
              <a:cxn ang="0">
                <a:pos x="connsiteX30256" y="connsiteY30256"/>
              </a:cxn>
              <a:cxn ang="0">
                <a:pos x="connsiteX30257" y="connsiteY30257"/>
              </a:cxn>
              <a:cxn ang="0">
                <a:pos x="connsiteX30258" y="connsiteY30258"/>
              </a:cxn>
              <a:cxn ang="0">
                <a:pos x="connsiteX30259" y="connsiteY30259"/>
              </a:cxn>
              <a:cxn ang="0">
                <a:pos x="connsiteX30260" y="connsiteY30260"/>
              </a:cxn>
              <a:cxn ang="0">
                <a:pos x="connsiteX30261" y="connsiteY30261"/>
              </a:cxn>
              <a:cxn ang="0">
                <a:pos x="connsiteX30262" y="connsiteY30262"/>
              </a:cxn>
              <a:cxn ang="0">
                <a:pos x="connsiteX30263" y="connsiteY30263"/>
              </a:cxn>
              <a:cxn ang="0">
                <a:pos x="connsiteX30264" y="connsiteY30264"/>
              </a:cxn>
              <a:cxn ang="0">
                <a:pos x="connsiteX30265" y="connsiteY30265"/>
              </a:cxn>
              <a:cxn ang="0">
                <a:pos x="connsiteX30266" y="connsiteY30266"/>
              </a:cxn>
              <a:cxn ang="0">
                <a:pos x="connsiteX30267" y="connsiteY30267"/>
              </a:cxn>
              <a:cxn ang="0">
                <a:pos x="connsiteX30268" y="connsiteY30268"/>
              </a:cxn>
              <a:cxn ang="0">
                <a:pos x="connsiteX30269" y="connsiteY30269"/>
              </a:cxn>
              <a:cxn ang="0">
                <a:pos x="connsiteX30270" y="connsiteY30270"/>
              </a:cxn>
              <a:cxn ang="0">
                <a:pos x="connsiteX30271" y="connsiteY30271"/>
              </a:cxn>
              <a:cxn ang="0">
                <a:pos x="connsiteX30272" y="connsiteY30272"/>
              </a:cxn>
              <a:cxn ang="0">
                <a:pos x="connsiteX30273" y="connsiteY30273"/>
              </a:cxn>
              <a:cxn ang="0">
                <a:pos x="connsiteX30274" y="connsiteY30274"/>
              </a:cxn>
              <a:cxn ang="0">
                <a:pos x="connsiteX30275" y="connsiteY30275"/>
              </a:cxn>
              <a:cxn ang="0">
                <a:pos x="connsiteX30276" y="connsiteY30276"/>
              </a:cxn>
              <a:cxn ang="0">
                <a:pos x="connsiteX30277" y="connsiteY30277"/>
              </a:cxn>
              <a:cxn ang="0">
                <a:pos x="connsiteX30278" y="connsiteY30278"/>
              </a:cxn>
              <a:cxn ang="0">
                <a:pos x="connsiteX30279" y="connsiteY30279"/>
              </a:cxn>
              <a:cxn ang="0">
                <a:pos x="connsiteX30280" y="connsiteY30280"/>
              </a:cxn>
              <a:cxn ang="0">
                <a:pos x="connsiteX30281" y="connsiteY30281"/>
              </a:cxn>
              <a:cxn ang="0">
                <a:pos x="connsiteX30282" y="connsiteY30282"/>
              </a:cxn>
              <a:cxn ang="0">
                <a:pos x="connsiteX30283" y="connsiteY30283"/>
              </a:cxn>
              <a:cxn ang="0">
                <a:pos x="connsiteX30284" y="connsiteY30284"/>
              </a:cxn>
              <a:cxn ang="0">
                <a:pos x="connsiteX30285" y="connsiteY30285"/>
              </a:cxn>
              <a:cxn ang="0">
                <a:pos x="connsiteX30286" y="connsiteY30286"/>
              </a:cxn>
              <a:cxn ang="0">
                <a:pos x="connsiteX30287" y="connsiteY30287"/>
              </a:cxn>
              <a:cxn ang="0">
                <a:pos x="connsiteX30288" y="connsiteY30288"/>
              </a:cxn>
              <a:cxn ang="0">
                <a:pos x="connsiteX30289" y="connsiteY30289"/>
              </a:cxn>
              <a:cxn ang="0">
                <a:pos x="connsiteX30290" y="connsiteY30290"/>
              </a:cxn>
              <a:cxn ang="0">
                <a:pos x="connsiteX30291" y="connsiteY30291"/>
              </a:cxn>
              <a:cxn ang="0">
                <a:pos x="connsiteX30292" y="connsiteY30292"/>
              </a:cxn>
              <a:cxn ang="0">
                <a:pos x="connsiteX30293" y="connsiteY30293"/>
              </a:cxn>
              <a:cxn ang="0">
                <a:pos x="connsiteX30294" y="connsiteY30294"/>
              </a:cxn>
              <a:cxn ang="0">
                <a:pos x="connsiteX30295" y="connsiteY30295"/>
              </a:cxn>
              <a:cxn ang="0">
                <a:pos x="connsiteX30296" y="connsiteY30296"/>
              </a:cxn>
              <a:cxn ang="0">
                <a:pos x="connsiteX30297" y="connsiteY30297"/>
              </a:cxn>
              <a:cxn ang="0">
                <a:pos x="connsiteX30298" y="connsiteY30298"/>
              </a:cxn>
              <a:cxn ang="0">
                <a:pos x="connsiteX30299" y="connsiteY30299"/>
              </a:cxn>
              <a:cxn ang="0">
                <a:pos x="connsiteX30300" y="connsiteY30300"/>
              </a:cxn>
              <a:cxn ang="0">
                <a:pos x="connsiteX30301" y="connsiteY30301"/>
              </a:cxn>
              <a:cxn ang="0">
                <a:pos x="connsiteX30302" y="connsiteY30302"/>
              </a:cxn>
              <a:cxn ang="0">
                <a:pos x="connsiteX30303" y="connsiteY30303"/>
              </a:cxn>
              <a:cxn ang="0">
                <a:pos x="connsiteX30304" y="connsiteY30304"/>
              </a:cxn>
              <a:cxn ang="0">
                <a:pos x="connsiteX30305" y="connsiteY30305"/>
              </a:cxn>
              <a:cxn ang="0">
                <a:pos x="connsiteX30306" y="connsiteY30306"/>
              </a:cxn>
              <a:cxn ang="0">
                <a:pos x="connsiteX30307" y="connsiteY30307"/>
              </a:cxn>
              <a:cxn ang="0">
                <a:pos x="connsiteX30308" y="connsiteY30308"/>
              </a:cxn>
              <a:cxn ang="0">
                <a:pos x="connsiteX30309" y="connsiteY30309"/>
              </a:cxn>
              <a:cxn ang="0">
                <a:pos x="connsiteX30310" y="connsiteY30310"/>
              </a:cxn>
              <a:cxn ang="0">
                <a:pos x="connsiteX30311" y="connsiteY30311"/>
              </a:cxn>
              <a:cxn ang="0">
                <a:pos x="connsiteX30312" y="connsiteY30312"/>
              </a:cxn>
              <a:cxn ang="0">
                <a:pos x="connsiteX30313" y="connsiteY30313"/>
              </a:cxn>
              <a:cxn ang="0">
                <a:pos x="connsiteX30314" y="connsiteY30314"/>
              </a:cxn>
              <a:cxn ang="0">
                <a:pos x="connsiteX30315" y="connsiteY30315"/>
              </a:cxn>
              <a:cxn ang="0">
                <a:pos x="connsiteX30316" y="connsiteY30316"/>
              </a:cxn>
              <a:cxn ang="0">
                <a:pos x="connsiteX30317" y="connsiteY30317"/>
              </a:cxn>
              <a:cxn ang="0">
                <a:pos x="connsiteX30318" y="connsiteY30318"/>
              </a:cxn>
              <a:cxn ang="0">
                <a:pos x="connsiteX30319" y="connsiteY30319"/>
              </a:cxn>
              <a:cxn ang="0">
                <a:pos x="connsiteX30320" y="connsiteY30320"/>
              </a:cxn>
              <a:cxn ang="0">
                <a:pos x="connsiteX30321" y="connsiteY30321"/>
              </a:cxn>
              <a:cxn ang="0">
                <a:pos x="connsiteX30322" y="connsiteY30322"/>
              </a:cxn>
              <a:cxn ang="0">
                <a:pos x="connsiteX30323" y="connsiteY30323"/>
              </a:cxn>
              <a:cxn ang="0">
                <a:pos x="connsiteX30324" y="connsiteY30324"/>
              </a:cxn>
              <a:cxn ang="0">
                <a:pos x="connsiteX30325" y="connsiteY30325"/>
              </a:cxn>
              <a:cxn ang="0">
                <a:pos x="connsiteX30326" y="connsiteY30326"/>
              </a:cxn>
              <a:cxn ang="0">
                <a:pos x="connsiteX30327" y="connsiteY30327"/>
              </a:cxn>
              <a:cxn ang="0">
                <a:pos x="connsiteX30328" y="connsiteY30328"/>
              </a:cxn>
              <a:cxn ang="0">
                <a:pos x="connsiteX30329" y="connsiteY30329"/>
              </a:cxn>
              <a:cxn ang="0">
                <a:pos x="connsiteX30330" y="connsiteY30330"/>
              </a:cxn>
              <a:cxn ang="0">
                <a:pos x="connsiteX30331" y="connsiteY30331"/>
              </a:cxn>
              <a:cxn ang="0">
                <a:pos x="connsiteX30332" y="connsiteY30332"/>
              </a:cxn>
              <a:cxn ang="0">
                <a:pos x="connsiteX30333" y="connsiteY30333"/>
              </a:cxn>
              <a:cxn ang="0">
                <a:pos x="connsiteX30334" y="connsiteY30334"/>
              </a:cxn>
              <a:cxn ang="0">
                <a:pos x="connsiteX30335" y="connsiteY30335"/>
              </a:cxn>
              <a:cxn ang="0">
                <a:pos x="connsiteX30336" y="connsiteY30336"/>
              </a:cxn>
              <a:cxn ang="0">
                <a:pos x="connsiteX30337" y="connsiteY30337"/>
              </a:cxn>
              <a:cxn ang="0">
                <a:pos x="connsiteX30338" y="connsiteY30338"/>
              </a:cxn>
              <a:cxn ang="0">
                <a:pos x="connsiteX30339" y="connsiteY30339"/>
              </a:cxn>
              <a:cxn ang="0">
                <a:pos x="connsiteX30340" y="connsiteY30340"/>
              </a:cxn>
              <a:cxn ang="0">
                <a:pos x="connsiteX30341" y="connsiteY30341"/>
              </a:cxn>
              <a:cxn ang="0">
                <a:pos x="connsiteX30342" y="connsiteY30342"/>
              </a:cxn>
              <a:cxn ang="0">
                <a:pos x="connsiteX30343" y="connsiteY30343"/>
              </a:cxn>
              <a:cxn ang="0">
                <a:pos x="connsiteX30344" y="connsiteY30344"/>
              </a:cxn>
              <a:cxn ang="0">
                <a:pos x="connsiteX30345" y="connsiteY30345"/>
              </a:cxn>
              <a:cxn ang="0">
                <a:pos x="connsiteX30346" y="connsiteY30346"/>
              </a:cxn>
              <a:cxn ang="0">
                <a:pos x="connsiteX30347" y="connsiteY30347"/>
              </a:cxn>
              <a:cxn ang="0">
                <a:pos x="connsiteX30348" y="connsiteY30348"/>
              </a:cxn>
              <a:cxn ang="0">
                <a:pos x="connsiteX30349" y="connsiteY30349"/>
              </a:cxn>
              <a:cxn ang="0">
                <a:pos x="connsiteX30350" y="connsiteY30350"/>
              </a:cxn>
              <a:cxn ang="0">
                <a:pos x="connsiteX30351" y="connsiteY30351"/>
              </a:cxn>
              <a:cxn ang="0">
                <a:pos x="connsiteX30352" y="connsiteY30352"/>
              </a:cxn>
              <a:cxn ang="0">
                <a:pos x="connsiteX30353" y="connsiteY30353"/>
              </a:cxn>
              <a:cxn ang="0">
                <a:pos x="connsiteX30354" y="connsiteY30354"/>
              </a:cxn>
              <a:cxn ang="0">
                <a:pos x="connsiteX30355" y="connsiteY30355"/>
              </a:cxn>
              <a:cxn ang="0">
                <a:pos x="connsiteX30356" y="connsiteY30356"/>
              </a:cxn>
              <a:cxn ang="0">
                <a:pos x="connsiteX30357" y="connsiteY30357"/>
              </a:cxn>
              <a:cxn ang="0">
                <a:pos x="connsiteX30358" y="connsiteY30358"/>
              </a:cxn>
              <a:cxn ang="0">
                <a:pos x="connsiteX30359" y="connsiteY30359"/>
              </a:cxn>
              <a:cxn ang="0">
                <a:pos x="connsiteX30360" y="connsiteY30360"/>
              </a:cxn>
              <a:cxn ang="0">
                <a:pos x="connsiteX30361" y="connsiteY30361"/>
              </a:cxn>
              <a:cxn ang="0">
                <a:pos x="connsiteX30362" y="connsiteY30362"/>
              </a:cxn>
              <a:cxn ang="0">
                <a:pos x="connsiteX30363" y="connsiteY30363"/>
              </a:cxn>
              <a:cxn ang="0">
                <a:pos x="connsiteX30364" y="connsiteY30364"/>
              </a:cxn>
              <a:cxn ang="0">
                <a:pos x="connsiteX30365" y="connsiteY30365"/>
              </a:cxn>
              <a:cxn ang="0">
                <a:pos x="connsiteX30366" y="connsiteY30366"/>
              </a:cxn>
              <a:cxn ang="0">
                <a:pos x="connsiteX30367" y="connsiteY30367"/>
              </a:cxn>
              <a:cxn ang="0">
                <a:pos x="connsiteX30368" y="connsiteY30368"/>
              </a:cxn>
              <a:cxn ang="0">
                <a:pos x="connsiteX30369" y="connsiteY30369"/>
              </a:cxn>
              <a:cxn ang="0">
                <a:pos x="connsiteX30370" y="connsiteY30370"/>
              </a:cxn>
              <a:cxn ang="0">
                <a:pos x="connsiteX30371" y="connsiteY30371"/>
              </a:cxn>
              <a:cxn ang="0">
                <a:pos x="connsiteX30372" y="connsiteY30372"/>
              </a:cxn>
              <a:cxn ang="0">
                <a:pos x="connsiteX30373" y="connsiteY30373"/>
              </a:cxn>
              <a:cxn ang="0">
                <a:pos x="connsiteX30374" y="connsiteY30374"/>
              </a:cxn>
              <a:cxn ang="0">
                <a:pos x="connsiteX30375" y="connsiteY30375"/>
              </a:cxn>
              <a:cxn ang="0">
                <a:pos x="connsiteX30376" y="connsiteY30376"/>
              </a:cxn>
              <a:cxn ang="0">
                <a:pos x="connsiteX30377" y="connsiteY30377"/>
              </a:cxn>
              <a:cxn ang="0">
                <a:pos x="connsiteX30378" y="connsiteY30378"/>
              </a:cxn>
              <a:cxn ang="0">
                <a:pos x="connsiteX30379" y="connsiteY30379"/>
              </a:cxn>
              <a:cxn ang="0">
                <a:pos x="connsiteX30380" y="connsiteY30380"/>
              </a:cxn>
              <a:cxn ang="0">
                <a:pos x="connsiteX30381" y="connsiteY30381"/>
              </a:cxn>
              <a:cxn ang="0">
                <a:pos x="connsiteX30382" y="connsiteY30382"/>
              </a:cxn>
              <a:cxn ang="0">
                <a:pos x="connsiteX30383" y="connsiteY30383"/>
              </a:cxn>
              <a:cxn ang="0">
                <a:pos x="connsiteX30384" y="connsiteY30384"/>
              </a:cxn>
              <a:cxn ang="0">
                <a:pos x="connsiteX30385" y="connsiteY30385"/>
              </a:cxn>
              <a:cxn ang="0">
                <a:pos x="connsiteX30386" y="connsiteY30386"/>
              </a:cxn>
              <a:cxn ang="0">
                <a:pos x="connsiteX30387" y="connsiteY30387"/>
              </a:cxn>
              <a:cxn ang="0">
                <a:pos x="connsiteX30388" y="connsiteY30388"/>
              </a:cxn>
              <a:cxn ang="0">
                <a:pos x="connsiteX30389" y="connsiteY30389"/>
              </a:cxn>
              <a:cxn ang="0">
                <a:pos x="connsiteX30390" y="connsiteY30390"/>
              </a:cxn>
              <a:cxn ang="0">
                <a:pos x="connsiteX30391" y="connsiteY30391"/>
              </a:cxn>
              <a:cxn ang="0">
                <a:pos x="connsiteX30392" y="connsiteY30392"/>
              </a:cxn>
              <a:cxn ang="0">
                <a:pos x="connsiteX30393" y="connsiteY30393"/>
              </a:cxn>
              <a:cxn ang="0">
                <a:pos x="connsiteX30394" y="connsiteY30394"/>
              </a:cxn>
              <a:cxn ang="0">
                <a:pos x="connsiteX30395" y="connsiteY30395"/>
              </a:cxn>
              <a:cxn ang="0">
                <a:pos x="connsiteX30396" y="connsiteY30396"/>
              </a:cxn>
              <a:cxn ang="0">
                <a:pos x="connsiteX30397" y="connsiteY30397"/>
              </a:cxn>
              <a:cxn ang="0">
                <a:pos x="connsiteX30398" y="connsiteY30398"/>
              </a:cxn>
              <a:cxn ang="0">
                <a:pos x="connsiteX30399" y="connsiteY30399"/>
              </a:cxn>
              <a:cxn ang="0">
                <a:pos x="connsiteX30400" y="connsiteY30400"/>
              </a:cxn>
              <a:cxn ang="0">
                <a:pos x="connsiteX30401" y="connsiteY30401"/>
              </a:cxn>
              <a:cxn ang="0">
                <a:pos x="connsiteX30402" y="connsiteY30402"/>
              </a:cxn>
              <a:cxn ang="0">
                <a:pos x="connsiteX30403" y="connsiteY30403"/>
              </a:cxn>
              <a:cxn ang="0">
                <a:pos x="connsiteX30404" y="connsiteY30404"/>
              </a:cxn>
              <a:cxn ang="0">
                <a:pos x="connsiteX30405" y="connsiteY30405"/>
              </a:cxn>
              <a:cxn ang="0">
                <a:pos x="connsiteX30406" y="connsiteY30406"/>
              </a:cxn>
              <a:cxn ang="0">
                <a:pos x="connsiteX30407" y="connsiteY30407"/>
              </a:cxn>
              <a:cxn ang="0">
                <a:pos x="connsiteX30408" y="connsiteY30408"/>
              </a:cxn>
              <a:cxn ang="0">
                <a:pos x="connsiteX30409" y="connsiteY30409"/>
              </a:cxn>
              <a:cxn ang="0">
                <a:pos x="connsiteX30410" y="connsiteY30410"/>
              </a:cxn>
              <a:cxn ang="0">
                <a:pos x="connsiteX30411" y="connsiteY30411"/>
              </a:cxn>
              <a:cxn ang="0">
                <a:pos x="connsiteX30412" y="connsiteY30412"/>
              </a:cxn>
              <a:cxn ang="0">
                <a:pos x="connsiteX30413" y="connsiteY30413"/>
              </a:cxn>
              <a:cxn ang="0">
                <a:pos x="connsiteX30414" y="connsiteY30414"/>
              </a:cxn>
              <a:cxn ang="0">
                <a:pos x="connsiteX30415" y="connsiteY30415"/>
              </a:cxn>
              <a:cxn ang="0">
                <a:pos x="connsiteX30416" y="connsiteY30416"/>
              </a:cxn>
              <a:cxn ang="0">
                <a:pos x="connsiteX30417" y="connsiteY30417"/>
              </a:cxn>
              <a:cxn ang="0">
                <a:pos x="connsiteX30418" y="connsiteY30418"/>
              </a:cxn>
              <a:cxn ang="0">
                <a:pos x="connsiteX30419" y="connsiteY30419"/>
              </a:cxn>
              <a:cxn ang="0">
                <a:pos x="connsiteX30420" y="connsiteY30420"/>
              </a:cxn>
              <a:cxn ang="0">
                <a:pos x="connsiteX30421" y="connsiteY30421"/>
              </a:cxn>
              <a:cxn ang="0">
                <a:pos x="connsiteX30422" y="connsiteY30422"/>
              </a:cxn>
              <a:cxn ang="0">
                <a:pos x="connsiteX30423" y="connsiteY30423"/>
              </a:cxn>
              <a:cxn ang="0">
                <a:pos x="connsiteX30424" y="connsiteY30424"/>
              </a:cxn>
              <a:cxn ang="0">
                <a:pos x="connsiteX30425" y="connsiteY30425"/>
              </a:cxn>
              <a:cxn ang="0">
                <a:pos x="connsiteX30426" y="connsiteY30426"/>
              </a:cxn>
              <a:cxn ang="0">
                <a:pos x="connsiteX30427" y="connsiteY30427"/>
              </a:cxn>
              <a:cxn ang="0">
                <a:pos x="connsiteX30428" y="connsiteY30428"/>
              </a:cxn>
              <a:cxn ang="0">
                <a:pos x="connsiteX30429" y="connsiteY30429"/>
              </a:cxn>
              <a:cxn ang="0">
                <a:pos x="connsiteX30430" y="connsiteY30430"/>
              </a:cxn>
              <a:cxn ang="0">
                <a:pos x="connsiteX30431" y="connsiteY30431"/>
              </a:cxn>
              <a:cxn ang="0">
                <a:pos x="connsiteX30432" y="connsiteY30432"/>
              </a:cxn>
              <a:cxn ang="0">
                <a:pos x="connsiteX30433" y="connsiteY30433"/>
              </a:cxn>
              <a:cxn ang="0">
                <a:pos x="connsiteX30434" y="connsiteY30434"/>
              </a:cxn>
              <a:cxn ang="0">
                <a:pos x="connsiteX30435" y="connsiteY30435"/>
              </a:cxn>
              <a:cxn ang="0">
                <a:pos x="connsiteX30436" y="connsiteY30436"/>
              </a:cxn>
              <a:cxn ang="0">
                <a:pos x="connsiteX30437" y="connsiteY30437"/>
              </a:cxn>
              <a:cxn ang="0">
                <a:pos x="connsiteX30438" y="connsiteY30438"/>
              </a:cxn>
              <a:cxn ang="0">
                <a:pos x="connsiteX30439" y="connsiteY30439"/>
              </a:cxn>
              <a:cxn ang="0">
                <a:pos x="connsiteX30440" y="connsiteY30440"/>
              </a:cxn>
              <a:cxn ang="0">
                <a:pos x="connsiteX30441" y="connsiteY30441"/>
              </a:cxn>
              <a:cxn ang="0">
                <a:pos x="connsiteX30442" y="connsiteY30442"/>
              </a:cxn>
              <a:cxn ang="0">
                <a:pos x="connsiteX30443" y="connsiteY30443"/>
              </a:cxn>
              <a:cxn ang="0">
                <a:pos x="connsiteX30444" y="connsiteY30444"/>
              </a:cxn>
              <a:cxn ang="0">
                <a:pos x="connsiteX30445" y="connsiteY30445"/>
              </a:cxn>
              <a:cxn ang="0">
                <a:pos x="connsiteX30446" y="connsiteY30446"/>
              </a:cxn>
              <a:cxn ang="0">
                <a:pos x="connsiteX30447" y="connsiteY30447"/>
              </a:cxn>
              <a:cxn ang="0">
                <a:pos x="connsiteX30448" y="connsiteY30448"/>
              </a:cxn>
              <a:cxn ang="0">
                <a:pos x="connsiteX30449" y="connsiteY30449"/>
              </a:cxn>
              <a:cxn ang="0">
                <a:pos x="connsiteX30450" y="connsiteY30450"/>
              </a:cxn>
              <a:cxn ang="0">
                <a:pos x="connsiteX30451" y="connsiteY30451"/>
              </a:cxn>
              <a:cxn ang="0">
                <a:pos x="connsiteX30452" y="connsiteY30452"/>
              </a:cxn>
              <a:cxn ang="0">
                <a:pos x="connsiteX30453" y="connsiteY30453"/>
              </a:cxn>
              <a:cxn ang="0">
                <a:pos x="connsiteX30454" y="connsiteY30454"/>
              </a:cxn>
              <a:cxn ang="0">
                <a:pos x="connsiteX30455" y="connsiteY30455"/>
              </a:cxn>
              <a:cxn ang="0">
                <a:pos x="connsiteX30456" y="connsiteY30456"/>
              </a:cxn>
              <a:cxn ang="0">
                <a:pos x="connsiteX30457" y="connsiteY30457"/>
              </a:cxn>
              <a:cxn ang="0">
                <a:pos x="connsiteX30458" y="connsiteY30458"/>
              </a:cxn>
              <a:cxn ang="0">
                <a:pos x="connsiteX30459" y="connsiteY30459"/>
              </a:cxn>
              <a:cxn ang="0">
                <a:pos x="connsiteX30460" y="connsiteY30460"/>
              </a:cxn>
              <a:cxn ang="0">
                <a:pos x="connsiteX30461" y="connsiteY30461"/>
              </a:cxn>
              <a:cxn ang="0">
                <a:pos x="connsiteX30462" y="connsiteY30462"/>
              </a:cxn>
              <a:cxn ang="0">
                <a:pos x="connsiteX30463" y="connsiteY30463"/>
              </a:cxn>
              <a:cxn ang="0">
                <a:pos x="connsiteX30464" y="connsiteY30464"/>
              </a:cxn>
              <a:cxn ang="0">
                <a:pos x="connsiteX30465" y="connsiteY30465"/>
              </a:cxn>
              <a:cxn ang="0">
                <a:pos x="connsiteX30466" y="connsiteY30466"/>
              </a:cxn>
              <a:cxn ang="0">
                <a:pos x="connsiteX30467" y="connsiteY30467"/>
              </a:cxn>
              <a:cxn ang="0">
                <a:pos x="connsiteX30468" y="connsiteY30468"/>
              </a:cxn>
              <a:cxn ang="0">
                <a:pos x="connsiteX30469" y="connsiteY30469"/>
              </a:cxn>
              <a:cxn ang="0">
                <a:pos x="connsiteX30470" y="connsiteY30470"/>
              </a:cxn>
              <a:cxn ang="0">
                <a:pos x="connsiteX30471" y="connsiteY30471"/>
              </a:cxn>
              <a:cxn ang="0">
                <a:pos x="connsiteX30472" y="connsiteY30472"/>
              </a:cxn>
              <a:cxn ang="0">
                <a:pos x="connsiteX30473" y="connsiteY30473"/>
              </a:cxn>
              <a:cxn ang="0">
                <a:pos x="connsiteX30474" y="connsiteY30474"/>
              </a:cxn>
              <a:cxn ang="0">
                <a:pos x="connsiteX30475" y="connsiteY30475"/>
              </a:cxn>
              <a:cxn ang="0">
                <a:pos x="connsiteX30476" y="connsiteY30476"/>
              </a:cxn>
              <a:cxn ang="0">
                <a:pos x="connsiteX30477" y="connsiteY30477"/>
              </a:cxn>
              <a:cxn ang="0">
                <a:pos x="connsiteX30478" y="connsiteY30478"/>
              </a:cxn>
              <a:cxn ang="0">
                <a:pos x="connsiteX30479" y="connsiteY30479"/>
              </a:cxn>
              <a:cxn ang="0">
                <a:pos x="connsiteX30480" y="connsiteY30480"/>
              </a:cxn>
              <a:cxn ang="0">
                <a:pos x="connsiteX30481" y="connsiteY30481"/>
              </a:cxn>
              <a:cxn ang="0">
                <a:pos x="connsiteX30482" y="connsiteY30482"/>
              </a:cxn>
              <a:cxn ang="0">
                <a:pos x="connsiteX30483" y="connsiteY30483"/>
              </a:cxn>
              <a:cxn ang="0">
                <a:pos x="connsiteX30484" y="connsiteY30484"/>
              </a:cxn>
              <a:cxn ang="0">
                <a:pos x="connsiteX30485" y="connsiteY30485"/>
              </a:cxn>
              <a:cxn ang="0">
                <a:pos x="connsiteX30486" y="connsiteY30486"/>
              </a:cxn>
              <a:cxn ang="0">
                <a:pos x="connsiteX30487" y="connsiteY30487"/>
              </a:cxn>
              <a:cxn ang="0">
                <a:pos x="connsiteX30488" y="connsiteY30488"/>
              </a:cxn>
              <a:cxn ang="0">
                <a:pos x="connsiteX30489" y="connsiteY30489"/>
              </a:cxn>
              <a:cxn ang="0">
                <a:pos x="connsiteX30490" y="connsiteY30490"/>
              </a:cxn>
              <a:cxn ang="0">
                <a:pos x="connsiteX30491" y="connsiteY30491"/>
              </a:cxn>
              <a:cxn ang="0">
                <a:pos x="connsiteX30492" y="connsiteY30492"/>
              </a:cxn>
              <a:cxn ang="0">
                <a:pos x="connsiteX30493" y="connsiteY30493"/>
              </a:cxn>
              <a:cxn ang="0">
                <a:pos x="connsiteX30494" y="connsiteY30494"/>
              </a:cxn>
              <a:cxn ang="0">
                <a:pos x="connsiteX30495" y="connsiteY30495"/>
              </a:cxn>
              <a:cxn ang="0">
                <a:pos x="connsiteX30496" y="connsiteY30496"/>
              </a:cxn>
              <a:cxn ang="0">
                <a:pos x="connsiteX30497" y="connsiteY30497"/>
              </a:cxn>
              <a:cxn ang="0">
                <a:pos x="connsiteX30498" y="connsiteY30498"/>
              </a:cxn>
              <a:cxn ang="0">
                <a:pos x="connsiteX30499" y="connsiteY30499"/>
              </a:cxn>
              <a:cxn ang="0">
                <a:pos x="connsiteX30500" y="connsiteY30500"/>
              </a:cxn>
              <a:cxn ang="0">
                <a:pos x="connsiteX30501" y="connsiteY30501"/>
              </a:cxn>
              <a:cxn ang="0">
                <a:pos x="connsiteX30502" y="connsiteY30502"/>
              </a:cxn>
              <a:cxn ang="0">
                <a:pos x="connsiteX30503" y="connsiteY30503"/>
              </a:cxn>
              <a:cxn ang="0">
                <a:pos x="connsiteX30504" y="connsiteY30504"/>
              </a:cxn>
              <a:cxn ang="0">
                <a:pos x="connsiteX30505" y="connsiteY30505"/>
              </a:cxn>
              <a:cxn ang="0">
                <a:pos x="connsiteX30506" y="connsiteY30506"/>
              </a:cxn>
              <a:cxn ang="0">
                <a:pos x="connsiteX30507" y="connsiteY30507"/>
              </a:cxn>
              <a:cxn ang="0">
                <a:pos x="connsiteX30508" y="connsiteY30508"/>
              </a:cxn>
              <a:cxn ang="0">
                <a:pos x="connsiteX30509" y="connsiteY30509"/>
              </a:cxn>
              <a:cxn ang="0">
                <a:pos x="connsiteX30510" y="connsiteY30510"/>
              </a:cxn>
              <a:cxn ang="0">
                <a:pos x="connsiteX30511" y="connsiteY30511"/>
              </a:cxn>
              <a:cxn ang="0">
                <a:pos x="connsiteX30512" y="connsiteY30512"/>
              </a:cxn>
              <a:cxn ang="0">
                <a:pos x="connsiteX30513" y="connsiteY30513"/>
              </a:cxn>
              <a:cxn ang="0">
                <a:pos x="connsiteX30514" y="connsiteY30514"/>
              </a:cxn>
              <a:cxn ang="0">
                <a:pos x="connsiteX30515" y="connsiteY30515"/>
              </a:cxn>
              <a:cxn ang="0">
                <a:pos x="connsiteX30516" y="connsiteY30516"/>
              </a:cxn>
              <a:cxn ang="0">
                <a:pos x="connsiteX30517" y="connsiteY30517"/>
              </a:cxn>
              <a:cxn ang="0">
                <a:pos x="connsiteX30518" y="connsiteY30518"/>
              </a:cxn>
              <a:cxn ang="0">
                <a:pos x="connsiteX30519" y="connsiteY30519"/>
              </a:cxn>
              <a:cxn ang="0">
                <a:pos x="connsiteX30520" y="connsiteY30520"/>
              </a:cxn>
              <a:cxn ang="0">
                <a:pos x="connsiteX30521" y="connsiteY30521"/>
              </a:cxn>
              <a:cxn ang="0">
                <a:pos x="connsiteX30522" y="connsiteY30522"/>
              </a:cxn>
              <a:cxn ang="0">
                <a:pos x="connsiteX30523" y="connsiteY30523"/>
              </a:cxn>
              <a:cxn ang="0">
                <a:pos x="connsiteX30524" y="connsiteY30524"/>
              </a:cxn>
              <a:cxn ang="0">
                <a:pos x="connsiteX30525" y="connsiteY30525"/>
              </a:cxn>
              <a:cxn ang="0">
                <a:pos x="connsiteX30526" y="connsiteY30526"/>
              </a:cxn>
              <a:cxn ang="0">
                <a:pos x="connsiteX30527" y="connsiteY30527"/>
              </a:cxn>
              <a:cxn ang="0">
                <a:pos x="connsiteX30528" y="connsiteY30528"/>
              </a:cxn>
              <a:cxn ang="0">
                <a:pos x="connsiteX30529" y="connsiteY30529"/>
              </a:cxn>
              <a:cxn ang="0">
                <a:pos x="connsiteX30530" y="connsiteY30530"/>
              </a:cxn>
              <a:cxn ang="0">
                <a:pos x="connsiteX30531" y="connsiteY30531"/>
              </a:cxn>
              <a:cxn ang="0">
                <a:pos x="connsiteX30532" y="connsiteY30532"/>
              </a:cxn>
              <a:cxn ang="0">
                <a:pos x="connsiteX30533" y="connsiteY30533"/>
              </a:cxn>
              <a:cxn ang="0">
                <a:pos x="connsiteX30534" y="connsiteY30534"/>
              </a:cxn>
              <a:cxn ang="0">
                <a:pos x="connsiteX30535" y="connsiteY30535"/>
              </a:cxn>
              <a:cxn ang="0">
                <a:pos x="connsiteX30536" y="connsiteY30536"/>
              </a:cxn>
              <a:cxn ang="0">
                <a:pos x="connsiteX30537" y="connsiteY30537"/>
              </a:cxn>
              <a:cxn ang="0">
                <a:pos x="connsiteX30538" y="connsiteY30538"/>
              </a:cxn>
              <a:cxn ang="0">
                <a:pos x="connsiteX30539" y="connsiteY30539"/>
              </a:cxn>
              <a:cxn ang="0">
                <a:pos x="connsiteX30540" y="connsiteY30540"/>
              </a:cxn>
              <a:cxn ang="0">
                <a:pos x="connsiteX30541" y="connsiteY30541"/>
              </a:cxn>
              <a:cxn ang="0">
                <a:pos x="connsiteX30542" y="connsiteY30542"/>
              </a:cxn>
              <a:cxn ang="0">
                <a:pos x="connsiteX30543" y="connsiteY30543"/>
              </a:cxn>
              <a:cxn ang="0">
                <a:pos x="connsiteX30544" y="connsiteY30544"/>
              </a:cxn>
              <a:cxn ang="0">
                <a:pos x="connsiteX30545" y="connsiteY30545"/>
              </a:cxn>
              <a:cxn ang="0">
                <a:pos x="connsiteX30546" y="connsiteY30546"/>
              </a:cxn>
              <a:cxn ang="0">
                <a:pos x="connsiteX30547" y="connsiteY30547"/>
              </a:cxn>
              <a:cxn ang="0">
                <a:pos x="connsiteX30548" y="connsiteY30548"/>
              </a:cxn>
              <a:cxn ang="0">
                <a:pos x="connsiteX30549" y="connsiteY30549"/>
              </a:cxn>
              <a:cxn ang="0">
                <a:pos x="connsiteX30550" y="connsiteY30550"/>
              </a:cxn>
              <a:cxn ang="0">
                <a:pos x="connsiteX30551" y="connsiteY30551"/>
              </a:cxn>
              <a:cxn ang="0">
                <a:pos x="connsiteX30552" y="connsiteY30552"/>
              </a:cxn>
              <a:cxn ang="0">
                <a:pos x="connsiteX30553" y="connsiteY30553"/>
              </a:cxn>
              <a:cxn ang="0">
                <a:pos x="connsiteX30554" y="connsiteY30554"/>
              </a:cxn>
              <a:cxn ang="0">
                <a:pos x="connsiteX30555" y="connsiteY30555"/>
              </a:cxn>
              <a:cxn ang="0">
                <a:pos x="connsiteX30556" y="connsiteY30556"/>
              </a:cxn>
              <a:cxn ang="0">
                <a:pos x="connsiteX30557" y="connsiteY30557"/>
              </a:cxn>
              <a:cxn ang="0">
                <a:pos x="connsiteX30558" y="connsiteY30558"/>
              </a:cxn>
              <a:cxn ang="0">
                <a:pos x="connsiteX30559" y="connsiteY30559"/>
              </a:cxn>
              <a:cxn ang="0">
                <a:pos x="connsiteX30560" y="connsiteY30560"/>
              </a:cxn>
              <a:cxn ang="0">
                <a:pos x="connsiteX30561" y="connsiteY30561"/>
              </a:cxn>
              <a:cxn ang="0">
                <a:pos x="connsiteX30562" y="connsiteY30562"/>
              </a:cxn>
              <a:cxn ang="0">
                <a:pos x="connsiteX30563" y="connsiteY30563"/>
              </a:cxn>
              <a:cxn ang="0">
                <a:pos x="connsiteX30564" y="connsiteY30564"/>
              </a:cxn>
              <a:cxn ang="0">
                <a:pos x="connsiteX30565" y="connsiteY30565"/>
              </a:cxn>
              <a:cxn ang="0">
                <a:pos x="connsiteX30566" y="connsiteY30566"/>
              </a:cxn>
              <a:cxn ang="0">
                <a:pos x="connsiteX30567" y="connsiteY30567"/>
              </a:cxn>
              <a:cxn ang="0">
                <a:pos x="connsiteX30568" y="connsiteY30568"/>
              </a:cxn>
              <a:cxn ang="0">
                <a:pos x="connsiteX30569" y="connsiteY30569"/>
              </a:cxn>
              <a:cxn ang="0">
                <a:pos x="connsiteX30570" y="connsiteY30570"/>
              </a:cxn>
              <a:cxn ang="0">
                <a:pos x="connsiteX30571" y="connsiteY30571"/>
              </a:cxn>
              <a:cxn ang="0">
                <a:pos x="connsiteX30572" y="connsiteY30572"/>
              </a:cxn>
              <a:cxn ang="0">
                <a:pos x="connsiteX30573" y="connsiteY30573"/>
              </a:cxn>
              <a:cxn ang="0">
                <a:pos x="connsiteX30574" y="connsiteY30574"/>
              </a:cxn>
              <a:cxn ang="0">
                <a:pos x="connsiteX30575" y="connsiteY30575"/>
              </a:cxn>
              <a:cxn ang="0">
                <a:pos x="connsiteX30576" y="connsiteY30576"/>
              </a:cxn>
              <a:cxn ang="0">
                <a:pos x="connsiteX30577" y="connsiteY30577"/>
              </a:cxn>
              <a:cxn ang="0">
                <a:pos x="connsiteX30578" y="connsiteY30578"/>
              </a:cxn>
              <a:cxn ang="0">
                <a:pos x="connsiteX30579" y="connsiteY30579"/>
              </a:cxn>
              <a:cxn ang="0">
                <a:pos x="connsiteX30580" y="connsiteY30580"/>
              </a:cxn>
              <a:cxn ang="0">
                <a:pos x="connsiteX30581" y="connsiteY30581"/>
              </a:cxn>
              <a:cxn ang="0">
                <a:pos x="connsiteX30582" y="connsiteY30582"/>
              </a:cxn>
              <a:cxn ang="0">
                <a:pos x="connsiteX30583" y="connsiteY30583"/>
              </a:cxn>
              <a:cxn ang="0">
                <a:pos x="connsiteX30584" y="connsiteY30584"/>
              </a:cxn>
              <a:cxn ang="0">
                <a:pos x="connsiteX30585" y="connsiteY30585"/>
              </a:cxn>
              <a:cxn ang="0">
                <a:pos x="connsiteX30586" y="connsiteY30586"/>
              </a:cxn>
              <a:cxn ang="0">
                <a:pos x="connsiteX30587" y="connsiteY30587"/>
              </a:cxn>
              <a:cxn ang="0">
                <a:pos x="connsiteX30588" y="connsiteY30588"/>
              </a:cxn>
              <a:cxn ang="0">
                <a:pos x="connsiteX30589" y="connsiteY30589"/>
              </a:cxn>
              <a:cxn ang="0">
                <a:pos x="connsiteX30590" y="connsiteY30590"/>
              </a:cxn>
              <a:cxn ang="0">
                <a:pos x="connsiteX30591" y="connsiteY30591"/>
              </a:cxn>
              <a:cxn ang="0">
                <a:pos x="connsiteX30592" y="connsiteY30592"/>
              </a:cxn>
              <a:cxn ang="0">
                <a:pos x="connsiteX30593" y="connsiteY30593"/>
              </a:cxn>
              <a:cxn ang="0">
                <a:pos x="connsiteX30594" y="connsiteY30594"/>
              </a:cxn>
              <a:cxn ang="0">
                <a:pos x="connsiteX30595" y="connsiteY30595"/>
              </a:cxn>
              <a:cxn ang="0">
                <a:pos x="connsiteX30596" y="connsiteY30596"/>
              </a:cxn>
              <a:cxn ang="0">
                <a:pos x="connsiteX30597" y="connsiteY30597"/>
              </a:cxn>
              <a:cxn ang="0">
                <a:pos x="connsiteX30598" y="connsiteY30598"/>
              </a:cxn>
              <a:cxn ang="0">
                <a:pos x="connsiteX30599" y="connsiteY30599"/>
              </a:cxn>
              <a:cxn ang="0">
                <a:pos x="connsiteX30600" y="connsiteY30600"/>
              </a:cxn>
              <a:cxn ang="0">
                <a:pos x="connsiteX30601" y="connsiteY30601"/>
              </a:cxn>
              <a:cxn ang="0">
                <a:pos x="connsiteX30602" y="connsiteY30602"/>
              </a:cxn>
              <a:cxn ang="0">
                <a:pos x="connsiteX30603" y="connsiteY30603"/>
              </a:cxn>
              <a:cxn ang="0">
                <a:pos x="connsiteX30604" y="connsiteY30604"/>
              </a:cxn>
              <a:cxn ang="0">
                <a:pos x="connsiteX30605" y="connsiteY30605"/>
              </a:cxn>
              <a:cxn ang="0">
                <a:pos x="connsiteX30606" y="connsiteY30606"/>
              </a:cxn>
              <a:cxn ang="0">
                <a:pos x="connsiteX30607" y="connsiteY30607"/>
              </a:cxn>
              <a:cxn ang="0">
                <a:pos x="connsiteX30608" y="connsiteY30608"/>
              </a:cxn>
              <a:cxn ang="0">
                <a:pos x="connsiteX30609" y="connsiteY30609"/>
              </a:cxn>
              <a:cxn ang="0">
                <a:pos x="connsiteX30610" y="connsiteY30610"/>
              </a:cxn>
              <a:cxn ang="0">
                <a:pos x="connsiteX30611" y="connsiteY30611"/>
              </a:cxn>
              <a:cxn ang="0">
                <a:pos x="connsiteX30612" y="connsiteY30612"/>
              </a:cxn>
              <a:cxn ang="0">
                <a:pos x="connsiteX30613" y="connsiteY30613"/>
              </a:cxn>
              <a:cxn ang="0">
                <a:pos x="connsiteX30614" y="connsiteY30614"/>
              </a:cxn>
              <a:cxn ang="0">
                <a:pos x="connsiteX30615" y="connsiteY30615"/>
              </a:cxn>
              <a:cxn ang="0">
                <a:pos x="connsiteX30616" y="connsiteY30616"/>
              </a:cxn>
              <a:cxn ang="0">
                <a:pos x="connsiteX30617" y="connsiteY30617"/>
              </a:cxn>
              <a:cxn ang="0">
                <a:pos x="connsiteX30618" y="connsiteY30618"/>
              </a:cxn>
              <a:cxn ang="0">
                <a:pos x="connsiteX30619" y="connsiteY30619"/>
              </a:cxn>
              <a:cxn ang="0">
                <a:pos x="connsiteX30620" y="connsiteY30620"/>
              </a:cxn>
              <a:cxn ang="0">
                <a:pos x="connsiteX30621" y="connsiteY30621"/>
              </a:cxn>
              <a:cxn ang="0">
                <a:pos x="connsiteX30622" y="connsiteY30622"/>
              </a:cxn>
              <a:cxn ang="0">
                <a:pos x="connsiteX30623" y="connsiteY30623"/>
              </a:cxn>
              <a:cxn ang="0">
                <a:pos x="connsiteX30624" y="connsiteY30624"/>
              </a:cxn>
              <a:cxn ang="0">
                <a:pos x="connsiteX30625" y="connsiteY30625"/>
              </a:cxn>
              <a:cxn ang="0">
                <a:pos x="connsiteX30626" y="connsiteY30626"/>
              </a:cxn>
              <a:cxn ang="0">
                <a:pos x="connsiteX30627" y="connsiteY30627"/>
              </a:cxn>
              <a:cxn ang="0">
                <a:pos x="connsiteX30628" y="connsiteY30628"/>
              </a:cxn>
              <a:cxn ang="0">
                <a:pos x="connsiteX30629" y="connsiteY30629"/>
              </a:cxn>
              <a:cxn ang="0">
                <a:pos x="connsiteX30630" y="connsiteY30630"/>
              </a:cxn>
              <a:cxn ang="0">
                <a:pos x="connsiteX30631" y="connsiteY30631"/>
              </a:cxn>
              <a:cxn ang="0">
                <a:pos x="connsiteX30632" y="connsiteY30632"/>
              </a:cxn>
              <a:cxn ang="0">
                <a:pos x="connsiteX30633" y="connsiteY30633"/>
              </a:cxn>
              <a:cxn ang="0">
                <a:pos x="connsiteX30634" y="connsiteY30634"/>
              </a:cxn>
              <a:cxn ang="0">
                <a:pos x="connsiteX30635" y="connsiteY30635"/>
              </a:cxn>
              <a:cxn ang="0">
                <a:pos x="connsiteX30636" y="connsiteY30636"/>
              </a:cxn>
              <a:cxn ang="0">
                <a:pos x="connsiteX30637" y="connsiteY30637"/>
              </a:cxn>
              <a:cxn ang="0">
                <a:pos x="connsiteX30638" y="connsiteY30638"/>
              </a:cxn>
              <a:cxn ang="0">
                <a:pos x="connsiteX30639" y="connsiteY30639"/>
              </a:cxn>
              <a:cxn ang="0">
                <a:pos x="connsiteX30640" y="connsiteY30640"/>
              </a:cxn>
              <a:cxn ang="0">
                <a:pos x="connsiteX30641" y="connsiteY30641"/>
              </a:cxn>
              <a:cxn ang="0">
                <a:pos x="connsiteX30642" y="connsiteY30642"/>
              </a:cxn>
              <a:cxn ang="0">
                <a:pos x="connsiteX30643" y="connsiteY30643"/>
              </a:cxn>
              <a:cxn ang="0">
                <a:pos x="connsiteX30644" y="connsiteY30644"/>
              </a:cxn>
              <a:cxn ang="0">
                <a:pos x="connsiteX30645" y="connsiteY30645"/>
              </a:cxn>
              <a:cxn ang="0">
                <a:pos x="connsiteX30646" y="connsiteY30646"/>
              </a:cxn>
              <a:cxn ang="0">
                <a:pos x="connsiteX30647" y="connsiteY30647"/>
              </a:cxn>
              <a:cxn ang="0">
                <a:pos x="connsiteX30648" y="connsiteY30648"/>
              </a:cxn>
              <a:cxn ang="0">
                <a:pos x="connsiteX30649" y="connsiteY30649"/>
              </a:cxn>
              <a:cxn ang="0">
                <a:pos x="connsiteX30650" y="connsiteY30650"/>
              </a:cxn>
              <a:cxn ang="0">
                <a:pos x="connsiteX30651" y="connsiteY30651"/>
              </a:cxn>
              <a:cxn ang="0">
                <a:pos x="connsiteX30652" y="connsiteY30652"/>
              </a:cxn>
              <a:cxn ang="0">
                <a:pos x="connsiteX30653" y="connsiteY30653"/>
              </a:cxn>
              <a:cxn ang="0">
                <a:pos x="connsiteX30654" y="connsiteY30654"/>
              </a:cxn>
              <a:cxn ang="0">
                <a:pos x="connsiteX30655" y="connsiteY30655"/>
              </a:cxn>
              <a:cxn ang="0">
                <a:pos x="connsiteX30656" y="connsiteY30656"/>
              </a:cxn>
              <a:cxn ang="0">
                <a:pos x="connsiteX30657" y="connsiteY30657"/>
              </a:cxn>
              <a:cxn ang="0">
                <a:pos x="connsiteX30658" y="connsiteY30658"/>
              </a:cxn>
              <a:cxn ang="0">
                <a:pos x="connsiteX30659" y="connsiteY30659"/>
              </a:cxn>
              <a:cxn ang="0">
                <a:pos x="connsiteX30660" y="connsiteY30660"/>
              </a:cxn>
              <a:cxn ang="0">
                <a:pos x="connsiteX30661" y="connsiteY30661"/>
              </a:cxn>
              <a:cxn ang="0">
                <a:pos x="connsiteX30662" y="connsiteY30662"/>
              </a:cxn>
              <a:cxn ang="0">
                <a:pos x="connsiteX30663" y="connsiteY30663"/>
              </a:cxn>
              <a:cxn ang="0">
                <a:pos x="connsiteX30664" y="connsiteY30664"/>
              </a:cxn>
              <a:cxn ang="0">
                <a:pos x="connsiteX30665" y="connsiteY30665"/>
              </a:cxn>
              <a:cxn ang="0">
                <a:pos x="connsiteX30666" y="connsiteY30666"/>
              </a:cxn>
              <a:cxn ang="0">
                <a:pos x="connsiteX30667" y="connsiteY30667"/>
              </a:cxn>
              <a:cxn ang="0">
                <a:pos x="connsiteX30668" y="connsiteY30668"/>
              </a:cxn>
              <a:cxn ang="0">
                <a:pos x="connsiteX30669" y="connsiteY30669"/>
              </a:cxn>
              <a:cxn ang="0">
                <a:pos x="connsiteX30670" y="connsiteY30670"/>
              </a:cxn>
              <a:cxn ang="0">
                <a:pos x="connsiteX30671" y="connsiteY30671"/>
              </a:cxn>
              <a:cxn ang="0">
                <a:pos x="connsiteX30672" y="connsiteY30672"/>
              </a:cxn>
              <a:cxn ang="0">
                <a:pos x="connsiteX30673" y="connsiteY30673"/>
              </a:cxn>
              <a:cxn ang="0">
                <a:pos x="connsiteX30674" y="connsiteY30674"/>
              </a:cxn>
              <a:cxn ang="0">
                <a:pos x="connsiteX30675" y="connsiteY30675"/>
              </a:cxn>
              <a:cxn ang="0">
                <a:pos x="connsiteX30676" y="connsiteY30676"/>
              </a:cxn>
              <a:cxn ang="0">
                <a:pos x="connsiteX30677" y="connsiteY30677"/>
              </a:cxn>
              <a:cxn ang="0">
                <a:pos x="connsiteX30678" y="connsiteY30678"/>
              </a:cxn>
              <a:cxn ang="0">
                <a:pos x="connsiteX30679" y="connsiteY30679"/>
              </a:cxn>
              <a:cxn ang="0">
                <a:pos x="connsiteX30680" y="connsiteY30680"/>
              </a:cxn>
              <a:cxn ang="0">
                <a:pos x="connsiteX30681" y="connsiteY30681"/>
              </a:cxn>
              <a:cxn ang="0">
                <a:pos x="connsiteX30682" y="connsiteY30682"/>
              </a:cxn>
              <a:cxn ang="0">
                <a:pos x="connsiteX30683" y="connsiteY30683"/>
              </a:cxn>
              <a:cxn ang="0">
                <a:pos x="connsiteX30684" y="connsiteY30684"/>
              </a:cxn>
              <a:cxn ang="0">
                <a:pos x="connsiteX30685" y="connsiteY30685"/>
              </a:cxn>
              <a:cxn ang="0">
                <a:pos x="connsiteX30686" y="connsiteY30686"/>
              </a:cxn>
              <a:cxn ang="0">
                <a:pos x="connsiteX30687" y="connsiteY30687"/>
              </a:cxn>
              <a:cxn ang="0">
                <a:pos x="connsiteX30688" y="connsiteY30688"/>
              </a:cxn>
              <a:cxn ang="0">
                <a:pos x="connsiteX30689" y="connsiteY30689"/>
              </a:cxn>
              <a:cxn ang="0">
                <a:pos x="connsiteX30690" y="connsiteY30690"/>
              </a:cxn>
              <a:cxn ang="0">
                <a:pos x="connsiteX30691" y="connsiteY30691"/>
              </a:cxn>
              <a:cxn ang="0">
                <a:pos x="connsiteX30692" y="connsiteY30692"/>
              </a:cxn>
              <a:cxn ang="0">
                <a:pos x="connsiteX30693" y="connsiteY30693"/>
              </a:cxn>
              <a:cxn ang="0">
                <a:pos x="connsiteX30694" y="connsiteY30694"/>
              </a:cxn>
              <a:cxn ang="0">
                <a:pos x="connsiteX30695" y="connsiteY30695"/>
              </a:cxn>
              <a:cxn ang="0">
                <a:pos x="connsiteX30696" y="connsiteY30696"/>
              </a:cxn>
              <a:cxn ang="0">
                <a:pos x="connsiteX30697" y="connsiteY30697"/>
              </a:cxn>
              <a:cxn ang="0">
                <a:pos x="connsiteX30698" y="connsiteY30698"/>
              </a:cxn>
              <a:cxn ang="0">
                <a:pos x="connsiteX30699" y="connsiteY30699"/>
              </a:cxn>
              <a:cxn ang="0">
                <a:pos x="connsiteX30700" y="connsiteY30700"/>
              </a:cxn>
              <a:cxn ang="0">
                <a:pos x="connsiteX30701" y="connsiteY30701"/>
              </a:cxn>
              <a:cxn ang="0">
                <a:pos x="connsiteX30702" y="connsiteY30702"/>
              </a:cxn>
              <a:cxn ang="0">
                <a:pos x="connsiteX30703" y="connsiteY30703"/>
              </a:cxn>
              <a:cxn ang="0">
                <a:pos x="connsiteX30704" y="connsiteY30704"/>
              </a:cxn>
              <a:cxn ang="0">
                <a:pos x="connsiteX30705" y="connsiteY30705"/>
              </a:cxn>
              <a:cxn ang="0">
                <a:pos x="connsiteX30706" y="connsiteY30706"/>
              </a:cxn>
              <a:cxn ang="0">
                <a:pos x="connsiteX30707" y="connsiteY30707"/>
              </a:cxn>
              <a:cxn ang="0">
                <a:pos x="connsiteX30708" y="connsiteY30708"/>
              </a:cxn>
              <a:cxn ang="0">
                <a:pos x="connsiteX30709" y="connsiteY30709"/>
              </a:cxn>
              <a:cxn ang="0">
                <a:pos x="connsiteX30710" y="connsiteY30710"/>
              </a:cxn>
              <a:cxn ang="0">
                <a:pos x="connsiteX30711" y="connsiteY30711"/>
              </a:cxn>
              <a:cxn ang="0">
                <a:pos x="connsiteX30712" y="connsiteY30712"/>
              </a:cxn>
              <a:cxn ang="0">
                <a:pos x="connsiteX30713" y="connsiteY30713"/>
              </a:cxn>
              <a:cxn ang="0">
                <a:pos x="connsiteX30714" y="connsiteY30714"/>
              </a:cxn>
              <a:cxn ang="0">
                <a:pos x="connsiteX30715" y="connsiteY30715"/>
              </a:cxn>
              <a:cxn ang="0">
                <a:pos x="connsiteX30716" y="connsiteY30716"/>
              </a:cxn>
              <a:cxn ang="0">
                <a:pos x="connsiteX30717" y="connsiteY30717"/>
              </a:cxn>
              <a:cxn ang="0">
                <a:pos x="connsiteX30718" y="connsiteY30718"/>
              </a:cxn>
              <a:cxn ang="0">
                <a:pos x="connsiteX30719" y="connsiteY30719"/>
              </a:cxn>
              <a:cxn ang="0">
                <a:pos x="connsiteX30720" y="connsiteY30720"/>
              </a:cxn>
              <a:cxn ang="0">
                <a:pos x="connsiteX30721" y="connsiteY30721"/>
              </a:cxn>
              <a:cxn ang="0">
                <a:pos x="connsiteX30722" y="connsiteY30722"/>
              </a:cxn>
              <a:cxn ang="0">
                <a:pos x="connsiteX30723" y="connsiteY30723"/>
              </a:cxn>
              <a:cxn ang="0">
                <a:pos x="connsiteX30724" y="connsiteY30724"/>
              </a:cxn>
              <a:cxn ang="0">
                <a:pos x="connsiteX30725" y="connsiteY30725"/>
              </a:cxn>
              <a:cxn ang="0">
                <a:pos x="connsiteX30726" y="connsiteY30726"/>
              </a:cxn>
              <a:cxn ang="0">
                <a:pos x="connsiteX30727" y="connsiteY30727"/>
              </a:cxn>
              <a:cxn ang="0">
                <a:pos x="connsiteX30728" y="connsiteY30728"/>
              </a:cxn>
              <a:cxn ang="0">
                <a:pos x="connsiteX30729" y="connsiteY30729"/>
              </a:cxn>
              <a:cxn ang="0">
                <a:pos x="connsiteX30730" y="connsiteY30730"/>
              </a:cxn>
              <a:cxn ang="0">
                <a:pos x="connsiteX30731" y="connsiteY30731"/>
              </a:cxn>
              <a:cxn ang="0">
                <a:pos x="connsiteX30732" y="connsiteY30732"/>
              </a:cxn>
              <a:cxn ang="0">
                <a:pos x="connsiteX30733" y="connsiteY30733"/>
              </a:cxn>
              <a:cxn ang="0">
                <a:pos x="connsiteX30734" y="connsiteY30734"/>
              </a:cxn>
              <a:cxn ang="0">
                <a:pos x="connsiteX30735" y="connsiteY30735"/>
              </a:cxn>
              <a:cxn ang="0">
                <a:pos x="connsiteX30736" y="connsiteY30736"/>
              </a:cxn>
              <a:cxn ang="0">
                <a:pos x="connsiteX30737" y="connsiteY30737"/>
              </a:cxn>
              <a:cxn ang="0">
                <a:pos x="connsiteX30738" y="connsiteY30738"/>
              </a:cxn>
              <a:cxn ang="0">
                <a:pos x="connsiteX30739" y="connsiteY30739"/>
              </a:cxn>
              <a:cxn ang="0">
                <a:pos x="connsiteX30740" y="connsiteY30740"/>
              </a:cxn>
              <a:cxn ang="0">
                <a:pos x="connsiteX30741" y="connsiteY30741"/>
              </a:cxn>
              <a:cxn ang="0">
                <a:pos x="connsiteX30742" y="connsiteY30742"/>
              </a:cxn>
              <a:cxn ang="0">
                <a:pos x="connsiteX30743" y="connsiteY30743"/>
              </a:cxn>
              <a:cxn ang="0">
                <a:pos x="connsiteX30744" y="connsiteY30744"/>
              </a:cxn>
              <a:cxn ang="0">
                <a:pos x="connsiteX30745" y="connsiteY30745"/>
              </a:cxn>
              <a:cxn ang="0">
                <a:pos x="connsiteX30746" y="connsiteY30746"/>
              </a:cxn>
              <a:cxn ang="0">
                <a:pos x="connsiteX30747" y="connsiteY30747"/>
              </a:cxn>
              <a:cxn ang="0">
                <a:pos x="connsiteX30748" y="connsiteY30748"/>
              </a:cxn>
              <a:cxn ang="0">
                <a:pos x="connsiteX30749" y="connsiteY30749"/>
              </a:cxn>
              <a:cxn ang="0">
                <a:pos x="connsiteX30750" y="connsiteY30750"/>
              </a:cxn>
              <a:cxn ang="0">
                <a:pos x="connsiteX30751" y="connsiteY30751"/>
              </a:cxn>
              <a:cxn ang="0">
                <a:pos x="connsiteX30752" y="connsiteY30752"/>
              </a:cxn>
              <a:cxn ang="0">
                <a:pos x="connsiteX30753" y="connsiteY30753"/>
              </a:cxn>
              <a:cxn ang="0">
                <a:pos x="connsiteX30754" y="connsiteY30754"/>
              </a:cxn>
              <a:cxn ang="0">
                <a:pos x="connsiteX30755" y="connsiteY30755"/>
              </a:cxn>
              <a:cxn ang="0">
                <a:pos x="connsiteX30756" y="connsiteY30756"/>
              </a:cxn>
              <a:cxn ang="0">
                <a:pos x="connsiteX30757" y="connsiteY30757"/>
              </a:cxn>
              <a:cxn ang="0">
                <a:pos x="connsiteX30758" y="connsiteY30758"/>
              </a:cxn>
              <a:cxn ang="0">
                <a:pos x="connsiteX30759" y="connsiteY30759"/>
              </a:cxn>
              <a:cxn ang="0">
                <a:pos x="connsiteX30760" y="connsiteY30760"/>
              </a:cxn>
              <a:cxn ang="0">
                <a:pos x="connsiteX30761" y="connsiteY30761"/>
              </a:cxn>
              <a:cxn ang="0">
                <a:pos x="connsiteX30762" y="connsiteY30762"/>
              </a:cxn>
              <a:cxn ang="0">
                <a:pos x="connsiteX30763" y="connsiteY30763"/>
              </a:cxn>
              <a:cxn ang="0">
                <a:pos x="connsiteX30764" y="connsiteY30764"/>
              </a:cxn>
              <a:cxn ang="0">
                <a:pos x="connsiteX30765" y="connsiteY30765"/>
              </a:cxn>
              <a:cxn ang="0">
                <a:pos x="connsiteX30766" y="connsiteY30766"/>
              </a:cxn>
              <a:cxn ang="0">
                <a:pos x="connsiteX30767" y="connsiteY30767"/>
              </a:cxn>
              <a:cxn ang="0">
                <a:pos x="connsiteX30768" y="connsiteY30768"/>
              </a:cxn>
              <a:cxn ang="0">
                <a:pos x="connsiteX30769" y="connsiteY30769"/>
              </a:cxn>
              <a:cxn ang="0">
                <a:pos x="connsiteX30770" y="connsiteY30770"/>
              </a:cxn>
              <a:cxn ang="0">
                <a:pos x="connsiteX30771" y="connsiteY30771"/>
              </a:cxn>
              <a:cxn ang="0">
                <a:pos x="connsiteX30772" y="connsiteY30772"/>
              </a:cxn>
              <a:cxn ang="0">
                <a:pos x="connsiteX30773" y="connsiteY30773"/>
              </a:cxn>
              <a:cxn ang="0">
                <a:pos x="connsiteX30774" y="connsiteY30774"/>
              </a:cxn>
              <a:cxn ang="0">
                <a:pos x="connsiteX30775" y="connsiteY30775"/>
              </a:cxn>
              <a:cxn ang="0">
                <a:pos x="connsiteX30776" y="connsiteY30776"/>
              </a:cxn>
              <a:cxn ang="0">
                <a:pos x="connsiteX30777" y="connsiteY30777"/>
              </a:cxn>
              <a:cxn ang="0">
                <a:pos x="connsiteX30778" y="connsiteY30778"/>
              </a:cxn>
              <a:cxn ang="0">
                <a:pos x="connsiteX30779" y="connsiteY30779"/>
              </a:cxn>
              <a:cxn ang="0">
                <a:pos x="connsiteX30780" y="connsiteY30780"/>
              </a:cxn>
              <a:cxn ang="0">
                <a:pos x="connsiteX30781" y="connsiteY30781"/>
              </a:cxn>
              <a:cxn ang="0">
                <a:pos x="connsiteX30782" y="connsiteY30782"/>
              </a:cxn>
              <a:cxn ang="0">
                <a:pos x="connsiteX30783" y="connsiteY30783"/>
              </a:cxn>
              <a:cxn ang="0">
                <a:pos x="connsiteX30784" y="connsiteY30784"/>
              </a:cxn>
              <a:cxn ang="0">
                <a:pos x="connsiteX30785" y="connsiteY30785"/>
              </a:cxn>
              <a:cxn ang="0">
                <a:pos x="connsiteX30786" y="connsiteY30786"/>
              </a:cxn>
              <a:cxn ang="0">
                <a:pos x="connsiteX30787" y="connsiteY30787"/>
              </a:cxn>
              <a:cxn ang="0">
                <a:pos x="connsiteX30788" y="connsiteY30788"/>
              </a:cxn>
              <a:cxn ang="0">
                <a:pos x="connsiteX30789" y="connsiteY30789"/>
              </a:cxn>
              <a:cxn ang="0">
                <a:pos x="connsiteX30790" y="connsiteY30790"/>
              </a:cxn>
              <a:cxn ang="0">
                <a:pos x="connsiteX30791" y="connsiteY30791"/>
              </a:cxn>
              <a:cxn ang="0">
                <a:pos x="connsiteX30792" y="connsiteY30792"/>
              </a:cxn>
              <a:cxn ang="0">
                <a:pos x="connsiteX30793" y="connsiteY30793"/>
              </a:cxn>
              <a:cxn ang="0">
                <a:pos x="connsiteX30794" y="connsiteY30794"/>
              </a:cxn>
              <a:cxn ang="0">
                <a:pos x="connsiteX30795" y="connsiteY30795"/>
              </a:cxn>
              <a:cxn ang="0">
                <a:pos x="connsiteX30796" y="connsiteY30796"/>
              </a:cxn>
              <a:cxn ang="0">
                <a:pos x="connsiteX30797" y="connsiteY30797"/>
              </a:cxn>
              <a:cxn ang="0">
                <a:pos x="connsiteX30798" y="connsiteY30798"/>
              </a:cxn>
              <a:cxn ang="0">
                <a:pos x="connsiteX30799" y="connsiteY30799"/>
              </a:cxn>
              <a:cxn ang="0">
                <a:pos x="connsiteX30800" y="connsiteY30800"/>
              </a:cxn>
              <a:cxn ang="0">
                <a:pos x="connsiteX30801" y="connsiteY30801"/>
              </a:cxn>
              <a:cxn ang="0">
                <a:pos x="connsiteX30802" y="connsiteY30802"/>
              </a:cxn>
              <a:cxn ang="0">
                <a:pos x="connsiteX30803" y="connsiteY30803"/>
              </a:cxn>
              <a:cxn ang="0">
                <a:pos x="connsiteX30804" y="connsiteY30804"/>
              </a:cxn>
              <a:cxn ang="0">
                <a:pos x="connsiteX30805" y="connsiteY30805"/>
              </a:cxn>
              <a:cxn ang="0">
                <a:pos x="connsiteX30806" y="connsiteY30806"/>
              </a:cxn>
              <a:cxn ang="0">
                <a:pos x="connsiteX30807" y="connsiteY30807"/>
              </a:cxn>
              <a:cxn ang="0">
                <a:pos x="connsiteX30808" y="connsiteY30808"/>
              </a:cxn>
              <a:cxn ang="0">
                <a:pos x="connsiteX30809" y="connsiteY30809"/>
              </a:cxn>
              <a:cxn ang="0">
                <a:pos x="connsiteX30810" y="connsiteY30810"/>
              </a:cxn>
              <a:cxn ang="0">
                <a:pos x="connsiteX30811" y="connsiteY30811"/>
              </a:cxn>
              <a:cxn ang="0">
                <a:pos x="connsiteX30812" y="connsiteY30812"/>
              </a:cxn>
              <a:cxn ang="0">
                <a:pos x="connsiteX30813" y="connsiteY30813"/>
              </a:cxn>
              <a:cxn ang="0">
                <a:pos x="connsiteX30814" y="connsiteY30814"/>
              </a:cxn>
              <a:cxn ang="0">
                <a:pos x="connsiteX30815" y="connsiteY30815"/>
              </a:cxn>
              <a:cxn ang="0">
                <a:pos x="connsiteX30816" y="connsiteY30816"/>
              </a:cxn>
              <a:cxn ang="0">
                <a:pos x="connsiteX30817" y="connsiteY30817"/>
              </a:cxn>
              <a:cxn ang="0">
                <a:pos x="connsiteX30818" y="connsiteY30818"/>
              </a:cxn>
              <a:cxn ang="0">
                <a:pos x="connsiteX30819" y="connsiteY30819"/>
              </a:cxn>
              <a:cxn ang="0">
                <a:pos x="connsiteX30820" y="connsiteY30820"/>
              </a:cxn>
              <a:cxn ang="0">
                <a:pos x="connsiteX30821" y="connsiteY30821"/>
              </a:cxn>
              <a:cxn ang="0">
                <a:pos x="connsiteX30822" y="connsiteY30822"/>
              </a:cxn>
              <a:cxn ang="0">
                <a:pos x="connsiteX30823" y="connsiteY30823"/>
              </a:cxn>
              <a:cxn ang="0">
                <a:pos x="connsiteX30824" y="connsiteY30824"/>
              </a:cxn>
              <a:cxn ang="0">
                <a:pos x="connsiteX30825" y="connsiteY30825"/>
              </a:cxn>
              <a:cxn ang="0">
                <a:pos x="connsiteX30826" y="connsiteY30826"/>
              </a:cxn>
              <a:cxn ang="0">
                <a:pos x="connsiteX30827" y="connsiteY30827"/>
              </a:cxn>
              <a:cxn ang="0">
                <a:pos x="connsiteX30828" y="connsiteY30828"/>
              </a:cxn>
              <a:cxn ang="0">
                <a:pos x="connsiteX30829" y="connsiteY30829"/>
              </a:cxn>
              <a:cxn ang="0">
                <a:pos x="connsiteX30830" y="connsiteY30830"/>
              </a:cxn>
              <a:cxn ang="0">
                <a:pos x="connsiteX30831" y="connsiteY30831"/>
              </a:cxn>
              <a:cxn ang="0">
                <a:pos x="connsiteX30832" y="connsiteY30832"/>
              </a:cxn>
              <a:cxn ang="0">
                <a:pos x="connsiteX30833" y="connsiteY30833"/>
              </a:cxn>
              <a:cxn ang="0">
                <a:pos x="connsiteX30834" y="connsiteY30834"/>
              </a:cxn>
              <a:cxn ang="0">
                <a:pos x="connsiteX30835" y="connsiteY30835"/>
              </a:cxn>
              <a:cxn ang="0">
                <a:pos x="connsiteX30836" y="connsiteY30836"/>
              </a:cxn>
              <a:cxn ang="0">
                <a:pos x="connsiteX30837" y="connsiteY30837"/>
              </a:cxn>
              <a:cxn ang="0">
                <a:pos x="connsiteX30838" y="connsiteY30838"/>
              </a:cxn>
              <a:cxn ang="0">
                <a:pos x="connsiteX30839" y="connsiteY30839"/>
              </a:cxn>
              <a:cxn ang="0">
                <a:pos x="connsiteX30840" y="connsiteY30840"/>
              </a:cxn>
              <a:cxn ang="0">
                <a:pos x="connsiteX30841" y="connsiteY30841"/>
              </a:cxn>
              <a:cxn ang="0">
                <a:pos x="connsiteX30842" y="connsiteY30842"/>
              </a:cxn>
              <a:cxn ang="0">
                <a:pos x="connsiteX30843" y="connsiteY30843"/>
              </a:cxn>
              <a:cxn ang="0">
                <a:pos x="connsiteX30844" y="connsiteY30844"/>
              </a:cxn>
              <a:cxn ang="0">
                <a:pos x="connsiteX30845" y="connsiteY30845"/>
              </a:cxn>
              <a:cxn ang="0">
                <a:pos x="connsiteX30846" y="connsiteY30846"/>
              </a:cxn>
              <a:cxn ang="0">
                <a:pos x="connsiteX30847" y="connsiteY30847"/>
              </a:cxn>
              <a:cxn ang="0">
                <a:pos x="connsiteX30848" y="connsiteY30848"/>
              </a:cxn>
              <a:cxn ang="0">
                <a:pos x="connsiteX30849" y="connsiteY30849"/>
              </a:cxn>
              <a:cxn ang="0">
                <a:pos x="connsiteX30850" y="connsiteY30850"/>
              </a:cxn>
              <a:cxn ang="0">
                <a:pos x="connsiteX30851" y="connsiteY30851"/>
              </a:cxn>
              <a:cxn ang="0">
                <a:pos x="connsiteX30852" y="connsiteY30852"/>
              </a:cxn>
              <a:cxn ang="0">
                <a:pos x="connsiteX30853" y="connsiteY30853"/>
              </a:cxn>
              <a:cxn ang="0">
                <a:pos x="connsiteX30854" y="connsiteY30854"/>
              </a:cxn>
              <a:cxn ang="0">
                <a:pos x="connsiteX30855" y="connsiteY30855"/>
              </a:cxn>
              <a:cxn ang="0">
                <a:pos x="connsiteX30856" y="connsiteY30856"/>
              </a:cxn>
              <a:cxn ang="0">
                <a:pos x="connsiteX30857" y="connsiteY30857"/>
              </a:cxn>
              <a:cxn ang="0">
                <a:pos x="connsiteX30858" y="connsiteY30858"/>
              </a:cxn>
              <a:cxn ang="0">
                <a:pos x="connsiteX30859" y="connsiteY30859"/>
              </a:cxn>
              <a:cxn ang="0">
                <a:pos x="connsiteX30860" y="connsiteY30860"/>
              </a:cxn>
              <a:cxn ang="0">
                <a:pos x="connsiteX30861" y="connsiteY30861"/>
              </a:cxn>
              <a:cxn ang="0">
                <a:pos x="connsiteX30862" y="connsiteY30862"/>
              </a:cxn>
              <a:cxn ang="0">
                <a:pos x="connsiteX30863" y="connsiteY30863"/>
              </a:cxn>
              <a:cxn ang="0">
                <a:pos x="connsiteX30864" y="connsiteY30864"/>
              </a:cxn>
              <a:cxn ang="0">
                <a:pos x="connsiteX30865" y="connsiteY30865"/>
              </a:cxn>
              <a:cxn ang="0">
                <a:pos x="connsiteX30866" y="connsiteY30866"/>
              </a:cxn>
              <a:cxn ang="0">
                <a:pos x="connsiteX30867" y="connsiteY30867"/>
              </a:cxn>
              <a:cxn ang="0">
                <a:pos x="connsiteX30868" y="connsiteY30868"/>
              </a:cxn>
              <a:cxn ang="0">
                <a:pos x="connsiteX30869" y="connsiteY30869"/>
              </a:cxn>
              <a:cxn ang="0">
                <a:pos x="connsiteX30870" y="connsiteY30870"/>
              </a:cxn>
              <a:cxn ang="0">
                <a:pos x="connsiteX30871" y="connsiteY30871"/>
              </a:cxn>
              <a:cxn ang="0">
                <a:pos x="connsiteX30872" y="connsiteY30872"/>
              </a:cxn>
              <a:cxn ang="0">
                <a:pos x="connsiteX30873" y="connsiteY30873"/>
              </a:cxn>
              <a:cxn ang="0">
                <a:pos x="connsiteX30874" y="connsiteY30874"/>
              </a:cxn>
              <a:cxn ang="0">
                <a:pos x="connsiteX30875" y="connsiteY30875"/>
              </a:cxn>
              <a:cxn ang="0">
                <a:pos x="connsiteX30876" y="connsiteY30876"/>
              </a:cxn>
              <a:cxn ang="0">
                <a:pos x="connsiteX30877" y="connsiteY30877"/>
              </a:cxn>
              <a:cxn ang="0">
                <a:pos x="connsiteX30878" y="connsiteY30878"/>
              </a:cxn>
              <a:cxn ang="0">
                <a:pos x="connsiteX30879" y="connsiteY30879"/>
              </a:cxn>
              <a:cxn ang="0">
                <a:pos x="connsiteX30880" y="connsiteY30880"/>
              </a:cxn>
              <a:cxn ang="0">
                <a:pos x="connsiteX30881" y="connsiteY30881"/>
              </a:cxn>
              <a:cxn ang="0">
                <a:pos x="connsiteX30882" y="connsiteY30882"/>
              </a:cxn>
              <a:cxn ang="0">
                <a:pos x="connsiteX30883" y="connsiteY30883"/>
              </a:cxn>
              <a:cxn ang="0">
                <a:pos x="connsiteX30884" y="connsiteY30884"/>
              </a:cxn>
              <a:cxn ang="0">
                <a:pos x="connsiteX30885" y="connsiteY30885"/>
              </a:cxn>
              <a:cxn ang="0">
                <a:pos x="connsiteX30886" y="connsiteY30886"/>
              </a:cxn>
              <a:cxn ang="0">
                <a:pos x="connsiteX30887" y="connsiteY30887"/>
              </a:cxn>
              <a:cxn ang="0">
                <a:pos x="connsiteX30888" y="connsiteY30888"/>
              </a:cxn>
              <a:cxn ang="0">
                <a:pos x="connsiteX30889" y="connsiteY30889"/>
              </a:cxn>
              <a:cxn ang="0">
                <a:pos x="connsiteX30890" y="connsiteY30890"/>
              </a:cxn>
              <a:cxn ang="0">
                <a:pos x="connsiteX30891" y="connsiteY30891"/>
              </a:cxn>
              <a:cxn ang="0">
                <a:pos x="connsiteX30892" y="connsiteY30892"/>
              </a:cxn>
              <a:cxn ang="0">
                <a:pos x="connsiteX30893" y="connsiteY30893"/>
              </a:cxn>
              <a:cxn ang="0">
                <a:pos x="connsiteX30894" y="connsiteY30894"/>
              </a:cxn>
              <a:cxn ang="0">
                <a:pos x="connsiteX30895" y="connsiteY30895"/>
              </a:cxn>
              <a:cxn ang="0">
                <a:pos x="connsiteX30896" y="connsiteY30896"/>
              </a:cxn>
              <a:cxn ang="0">
                <a:pos x="connsiteX30897" y="connsiteY30897"/>
              </a:cxn>
              <a:cxn ang="0">
                <a:pos x="connsiteX30898" y="connsiteY30898"/>
              </a:cxn>
              <a:cxn ang="0">
                <a:pos x="connsiteX30899" y="connsiteY30899"/>
              </a:cxn>
              <a:cxn ang="0">
                <a:pos x="connsiteX30900" y="connsiteY30900"/>
              </a:cxn>
              <a:cxn ang="0">
                <a:pos x="connsiteX30901" y="connsiteY30901"/>
              </a:cxn>
              <a:cxn ang="0">
                <a:pos x="connsiteX30902" y="connsiteY30902"/>
              </a:cxn>
              <a:cxn ang="0">
                <a:pos x="connsiteX30903" y="connsiteY30903"/>
              </a:cxn>
              <a:cxn ang="0">
                <a:pos x="connsiteX30904" y="connsiteY30904"/>
              </a:cxn>
              <a:cxn ang="0">
                <a:pos x="connsiteX30905" y="connsiteY30905"/>
              </a:cxn>
              <a:cxn ang="0">
                <a:pos x="connsiteX30906" y="connsiteY30906"/>
              </a:cxn>
              <a:cxn ang="0">
                <a:pos x="connsiteX30907" y="connsiteY30907"/>
              </a:cxn>
              <a:cxn ang="0">
                <a:pos x="connsiteX30908" y="connsiteY30908"/>
              </a:cxn>
              <a:cxn ang="0">
                <a:pos x="connsiteX30909" y="connsiteY30909"/>
              </a:cxn>
              <a:cxn ang="0">
                <a:pos x="connsiteX30910" y="connsiteY30910"/>
              </a:cxn>
              <a:cxn ang="0">
                <a:pos x="connsiteX30911" y="connsiteY30911"/>
              </a:cxn>
              <a:cxn ang="0">
                <a:pos x="connsiteX30912" y="connsiteY30912"/>
              </a:cxn>
              <a:cxn ang="0">
                <a:pos x="connsiteX30913" y="connsiteY30913"/>
              </a:cxn>
              <a:cxn ang="0">
                <a:pos x="connsiteX30914" y="connsiteY30914"/>
              </a:cxn>
              <a:cxn ang="0">
                <a:pos x="connsiteX30915" y="connsiteY30915"/>
              </a:cxn>
              <a:cxn ang="0">
                <a:pos x="connsiteX30916" y="connsiteY30916"/>
              </a:cxn>
              <a:cxn ang="0">
                <a:pos x="connsiteX30917" y="connsiteY30917"/>
              </a:cxn>
              <a:cxn ang="0">
                <a:pos x="connsiteX30918" y="connsiteY30918"/>
              </a:cxn>
              <a:cxn ang="0">
                <a:pos x="connsiteX30919" y="connsiteY30919"/>
              </a:cxn>
              <a:cxn ang="0">
                <a:pos x="connsiteX30920" y="connsiteY30920"/>
              </a:cxn>
              <a:cxn ang="0">
                <a:pos x="connsiteX30921" y="connsiteY30921"/>
              </a:cxn>
              <a:cxn ang="0">
                <a:pos x="connsiteX30922" y="connsiteY30922"/>
              </a:cxn>
              <a:cxn ang="0">
                <a:pos x="connsiteX30923" y="connsiteY30923"/>
              </a:cxn>
              <a:cxn ang="0">
                <a:pos x="connsiteX30924" y="connsiteY30924"/>
              </a:cxn>
              <a:cxn ang="0">
                <a:pos x="connsiteX30925" y="connsiteY30925"/>
              </a:cxn>
              <a:cxn ang="0">
                <a:pos x="connsiteX30926" y="connsiteY30926"/>
              </a:cxn>
              <a:cxn ang="0">
                <a:pos x="connsiteX30927" y="connsiteY30927"/>
              </a:cxn>
              <a:cxn ang="0">
                <a:pos x="connsiteX30928" y="connsiteY30928"/>
              </a:cxn>
              <a:cxn ang="0">
                <a:pos x="connsiteX30929" y="connsiteY30929"/>
              </a:cxn>
              <a:cxn ang="0">
                <a:pos x="connsiteX30930" y="connsiteY30930"/>
              </a:cxn>
              <a:cxn ang="0">
                <a:pos x="connsiteX30931" y="connsiteY30931"/>
              </a:cxn>
              <a:cxn ang="0">
                <a:pos x="connsiteX30932" y="connsiteY30932"/>
              </a:cxn>
              <a:cxn ang="0">
                <a:pos x="connsiteX30933" y="connsiteY30933"/>
              </a:cxn>
              <a:cxn ang="0">
                <a:pos x="connsiteX30934" y="connsiteY30934"/>
              </a:cxn>
              <a:cxn ang="0">
                <a:pos x="connsiteX30935" y="connsiteY30935"/>
              </a:cxn>
              <a:cxn ang="0">
                <a:pos x="connsiteX30936" y="connsiteY30936"/>
              </a:cxn>
              <a:cxn ang="0">
                <a:pos x="connsiteX30937" y="connsiteY30937"/>
              </a:cxn>
              <a:cxn ang="0">
                <a:pos x="connsiteX30938" y="connsiteY30938"/>
              </a:cxn>
              <a:cxn ang="0">
                <a:pos x="connsiteX30939" y="connsiteY30939"/>
              </a:cxn>
              <a:cxn ang="0">
                <a:pos x="connsiteX30940" y="connsiteY30940"/>
              </a:cxn>
              <a:cxn ang="0">
                <a:pos x="connsiteX30941" y="connsiteY30941"/>
              </a:cxn>
              <a:cxn ang="0">
                <a:pos x="connsiteX30942" y="connsiteY30942"/>
              </a:cxn>
              <a:cxn ang="0">
                <a:pos x="connsiteX30943" y="connsiteY30943"/>
              </a:cxn>
              <a:cxn ang="0">
                <a:pos x="connsiteX30944" y="connsiteY30944"/>
              </a:cxn>
              <a:cxn ang="0">
                <a:pos x="connsiteX30945" y="connsiteY30945"/>
              </a:cxn>
              <a:cxn ang="0">
                <a:pos x="connsiteX30946" y="connsiteY30946"/>
              </a:cxn>
              <a:cxn ang="0">
                <a:pos x="connsiteX30947" y="connsiteY30947"/>
              </a:cxn>
              <a:cxn ang="0">
                <a:pos x="connsiteX30948" y="connsiteY30948"/>
              </a:cxn>
              <a:cxn ang="0">
                <a:pos x="connsiteX30949" y="connsiteY30949"/>
              </a:cxn>
              <a:cxn ang="0">
                <a:pos x="connsiteX30950" y="connsiteY30950"/>
              </a:cxn>
              <a:cxn ang="0">
                <a:pos x="connsiteX30951" y="connsiteY30951"/>
              </a:cxn>
              <a:cxn ang="0">
                <a:pos x="connsiteX30952" y="connsiteY30952"/>
              </a:cxn>
              <a:cxn ang="0">
                <a:pos x="connsiteX30953" y="connsiteY30953"/>
              </a:cxn>
              <a:cxn ang="0">
                <a:pos x="connsiteX30954" y="connsiteY30954"/>
              </a:cxn>
              <a:cxn ang="0">
                <a:pos x="connsiteX30955" y="connsiteY30955"/>
              </a:cxn>
              <a:cxn ang="0">
                <a:pos x="connsiteX30956" y="connsiteY30956"/>
              </a:cxn>
              <a:cxn ang="0">
                <a:pos x="connsiteX30957" y="connsiteY30957"/>
              </a:cxn>
              <a:cxn ang="0">
                <a:pos x="connsiteX30958" y="connsiteY30958"/>
              </a:cxn>
              <a:cxn ang="0">
                <a:pos x="connsiteX30959" y="connsiteY30959"/>
              </a:cxn>
              <a:cxn ang="0">
                <a:pos x="connsiteX30960" y="connsiteY30960"/>
              </a:cxn>
              <a:cxn ang="0">
                <a:pos x="connsiteX30961" y="connsiteY30961"/>
              </a:cxn>
              <a:cxn ang="0">
                <a:pos x="connsiteX30962" y="connsiteY30962"/>
              </a:cxn>
              <a:cxn ang="0">
                <a:pos x="connsiteX30963" y="connsiteY30963"/>
              </a:cxn>
              <a:cxn ang="0">
                <a:pos x="connsiteX30964" y="connsiteY30964"/>
              </a:cxn>
              <a:cxn ang="0">
                <a:pos x="connsiteX30965" y="connsiteY30965"/>
              </a:cxn>
              <a:cxn ang="0">
                <a:pos x="connsiteX30966" y="connsiteY30966"/>
              </a:cxn>
              <a:cxn ang="0">
                <a:pos x="connsiteX30967" y="connsiteY30967"/>
              </a:cxn>
              <a:cxn ang="0">
                <a:pos x="connsiteX30968" y="connsiteY30968"/>
              </a:cxn>
              <a:cxn ang="0">
                <a:pos x="connsiteX30969" y="connsiteY30969"/>
              </a:cxn>
              <a:cxn ang="0">
                <a:pos x="connsiteX30970" y="connsiteY30970"/>
              </a:cxn>
              <a:cxn ang="0">
                <a:pos x="connsiteX30971" y="connsiteY30971"/>
              </a:cxn>
              <a:cxn ang="0">
                <a:pos x="connsiteX30972" y="connsiteY30972"/>
              </a:cxn>
              <a:cxn ang="0">
                <a:pos x="connsiteX30973" y="connsiteY30973"/>
              </a:cxn>
              <a:cxn ang="0">
                <a:pos x="connsiteX30974" y="connsiteY30974"/>
              </a:cxn>
              <a:cxn ang="0">
                <a:pos x="connsiteX30975" y="connsiteY30975"/>
              </a:cxn>
              <a:cxn ang="0">
                <a:pos x="connsiteX30976" y="connsiteY30976"/>
              </a:cxn>
              <a:cxn ang="0">
                <a:pos x="connsiteX30977" y="connsiteY30977"/>
              </a:cxn>
              <a:cxn ang="0">
                <a:pos x="connsiteX30978" y="connsiteY30978"/>
              </a:cxn>
              <a:cxn ang="0">
                <a:pos x="connsiteX30979" y="connsiteY30979"/>
              </a:cxn>
              <a:cxn ang="0">
                <a:pos x="connsiteX30980" y="connsiteY30980"/>
              </a:cxn>
              <a:cxn ang="0">
                <a:pos x="connsiteX30981" y="connsiteY30981"/>
              </a:cxn>
              <a:cxn ang="0">
                <a:pos x="connsiteX30982" y="connsiteY30982"/>
              </a:cxn>
              <a:cxn ang="0">
                <a:pos x="connsiteX30983" y="connsiteY30983"/>
              </a:cxn>
              <a:cxn ang="0">
                <a:pos x="connsiteX30984" y="connsiteY30984"/>
              </a:cxn>
              <a:cxn ang="0">
                <a:pos x="connsiteX30985" y="connsiteY30985"/>
              </a:cxn>
              <a:cxn ang="0">
                <a:pos x="connsiteX30986" y="connsiteY30986"/>
              </a:cxn>
              <a:cxn ang="0">
                <a:pos x="connsiteX30987" y="connsiteY30987"/>
              </a:cxn>
              <a:cxn ang="0">
                <a:pos x="connsiteX30988" y="connsiteY30988"/>
              </a:cxn>
              <a:cxn ang="0">
                <a:pos x="connsiteX30989" y="connsiteY30989"/>
              </a:cxn>
              <a:cxn ang="0">
                <a:pos x="connsiteX30990" y="connsiteY30990"/>
              </a:cxn>
              <a:cxn ang="0">
                <a:pos x="connsiteX30991" y="connsiteY30991"/>
              </a:cxn>
              <a:cxn ang="0">
                <a:pos x="connsiteX30992" y="connsiteY30992"/>
              </a:cxn>
              <a:cxn ang="0">
                <a:pos x="connsiteX30993" y="connsiteY30993"/>
              </a:cxn>
              <a:cxn ang="0">
                <a:pos x="connsiteX30994" y="connsiteY30994"/>
              </a:cxn>
              <a:cxn ang="0">
                <a:pos x="connsiteX30995" y="connsiteY30995"/>
              </a:cxn>
              <a:cxn ang="0">
                <a:pos x="connsiteX30996" y="connsiteY30996"/>
              </a:cxn>
              <a:cxn ang="0">
                <a:pos x="connsiteX30997" y="connsiteY30997"/>
              </a:cxn>
              <a:cxn ang="0">
                <a:pos x="connsiteX30998" y="connsiteY30998"/>
              </a:cxn>
              <a:cxn ang="0">
                <a:pos x="connsiteX30999" y="connsiteY30999"/>
              </a:cxn>
              <a:cxn ang="0">
                <a:pos x="connsiteX31000" y="connsiteY31000"/>
              </a:cxn>
              <a:cxn ang="0">
                <a:pos x="connsiteX31001" y="connsiteY31001"/>
              </a:cxn>
              <a:cxn ang="0">
                <a:pos x="connsiteX31002" y="connsiteY31002"/>
              </a:cxn>
              <a:cxn ang="0">
                <a:pos x="connsiteX31003" y="connsiteY31003"/>
              </a:cxn>
              <a:cxn ang="0">
                <a:pos x="connsiteX31004" y="connsiteY31004"/>
              </a:cxn>
              <a:cxn ang="0">
                <a:pos x="connsiteX31005" y="connsiteY31005"/>
              </a:cxn>
              <a:cxn ang="0">
                <a:pos x="connsiteX31006" y="connsiteY31006"/>
              </a:cxn>
              <a:cxn ang="0">
                <a:pos x="connsiteX31007" y="connsiteY31007"/>
              </a:cxn>
              <a:cxn ang="0">
                <a:pos x="connsiteX31008" y="connsiteY31008"/>
              </a:cxn>
              <a:cxn ang="0">
                <a:pos x="connsiteX31009" y="connsiteY31009"/>
              </a:cxn>
              <a:cxn ang="0">
                <a:pos x="connsiteX31010" y="connsiteY31010"/>
              </a:cxn>
              <a:cxn ang="0">
                <a:pos x="connsiteX31011" y="connsiteY31011"/>
              </a:cxn>
              <a:cxn ang="0">
                <a:pos x="connsiteX31012" y="connsiteY31012"/>
              </a:cxn>
              <a:cxn ang="0">
                <a:pos x="connsiteX31013" y="connsiteY31013"/>
              </a:cxn>
              <a:cxn ang="0">
                <a:pos x="connsiteX31014" y="connsiteY31014"/>
              </a:cxn>
              <a:cxn ang="0">
                <a:pos x="connsiteX31015" y="connsiteY31015"/>
              </a:cxn>
              <a:cxn ang="0">
                <a:pos x="connsiteX31016" y="connsiteY31016"/>
              </a:cxn>
              <a:cxn ang="0">
                <a:pos x="connsiteX31017" y="connsiteY31017"/>
              </a:cxn>
              <a:cxn ang="0">
                <a:pos x="connsiteX31018" y="connsiteY31018"/>
              </a:cxn>
              <a:cxn ang="0">
                <a:pos x="connsiteX31019" y="connsiteY31019"/>
              </a:cxn>
              <a:cxn ang="0">
                <a:pos x="connsiteX31020" y="connsiteY31020"/>
              </a:cxn>
              <a:cxn ang="0">
                <a:pos x="connsiteX31021" y="connsiteY31021"/>
              </a:cxn>
              <a:cxn ang="0">
                <a:pos x="connsiteX31022" y="connsiteY31022"/>
              </a:cxn>
              <a:cxn ang="0">
                <a:pos x="connsiteX31023" y="connsiteY31023"/>
              </a:cxn>
              <a:cxn ang="0">
                <a:pos x="connsiteX31024" y="connsiteY31024"/>
              </a:cxn>
              <a:cxn ang="0">
                <a:pos x="connsiteX31025" y="connsiteY31025"/>
              </a:cxn>
              <a:cxn ang="0">
                <a:pos x="connsiteX31026" y="connsiteY31026"/>
              </a:cxn>
              <a:cxn ang="0">
                <a:pos x="connsiteX31027" y="connsiteY31027"/>
              </a:cxn>
              <a:cxn ang="0">
                <a:pos x="connsiteX31028" y="connsiteY31028"/>
              </a:cxn>
              <a:cxn ang="0">
                <a:pos x="connsiteX31029" y="connsiteY31029"/>
              </a:cxn>
              <a:cxn ang="0">
                <a:pos x="connsiteX31030" y="connsiteY31030"/>
              </a:cxn>
              <a:cxn ang="0">
                <a:pos x="connsiteX31031" y="connsiteY31031"/>
              </a:cxn>
              <a:cxn ang="0">
                <a:pos x="connsiteX31032" y="connsiteY31032"/>
              </a:cxn>
              <a:cxn ang="0">
                <a:pos x="connsiteX31033" y="connsiteY31033"/>
              </a:cxn>
              <a:cxn ang="0">
                <a:pos x="connsiteX31034" y="connsiteY31034"/>
              </a:cxn>
              <a:cxn ang="0">
                <a:pos x="connsiteX31035" y="connsiteY31035"/>
              </a:cxn>
              <a:cxn ang="0">
                <a:pos x="connsiteX31036" y="connsiteY31036"/>
              </a:cxn>
              <a:cxn ang="0">
                <a:pos x="connsiteX31037" y="connsiteY31037"/>
              </a:cxn>
              <a:cxn ang="0">
                <a:pos x="connsiteX31038" y="connsiteY31038"/>
              </a:cxn>
              <a:cxn ang="0">
                <a:pos x="connsiteX31039" y="connsiteY31039"/>
              </a:cxn>
              <a:cxn ang="0">
                <a:pos x="connsiteX31040" y="connsiteY31040"/>
              </a:cxn>
              <a:cxn ang="0">
                <a:pos x="connsiteX31041" y="connsiteY31041"/>
              </a:cxn>
              <a:cxn ang="0">
                <a:pos x="connsiteX31042" y="connsiteY31042"/>
              </a:cxn>
              <a:cxn ang="0">
                <a:pos x="connsiteX31043" y="connsiteY31043"/>
              </a:cxn>
              <a:cxn ang="0">
                <a:pos x="connsiteX31044" y="connsiteY31044"/>
              </a:cxn>
              <a:cxn ang="0">
                <a:pos x="connsiteX31045" y="connsiteY31045"/>
              </a:cxn>
              <a:cxn ang="0">
                <a:pos x="connsiteX31046" y="connsiteY31046"/>
              </a:cxn>
              <a:cxn ang="0">
                <a:pos x="connsiteX31047" y="connsiteY31047"/>
              </a:cxn>
              <a:cxn ang="0">
                <a:pos x="connsiteX31048" y="connsiteY31048"/>
              </a:cxn>
              <a:cxn ang="0">
                <a:pos x="connsiteX31049" y="connsiteY31049"/>
              </a:cxn>
              <a:cxn ang="0">
                <a:pos x="connsiteX31050" y="connsiteY31050"/>
              </a:cxn>
              <a:cxn ang="0">
                <a:pos x="connsiteX31051" y="connsiteY31051"/>
              </a:cxn>
              <a:cxn ang="0">
                <a:pos x="connsiteX31052" y="connsiteY31052"/>
              </a:cxn>
              <a:cxn ang="0">
                <a:pos x="connsiteX31053" y="connsiteY31053"/>
              </a:cxn>
              <a:cxn ang="0">
                <a:pos x="connsiteX31054" y="connsiteY31054"/>
              </a:cxn>
              <a:cxn ang="0">
                <a:pos x="connsiteX31055" y="connsiteY31055"/>
              </a:cxn>
              <a:cxn ang="0">
                <a:pos x="connsiteX31056" y="connsiteY31056"/>
              </a:cxn>
              <a:cxn ang="0">
                <a:pos x="connsiteX31057" y="connsiteY31057"/>
              </a:cxn>
              <a:cxn ang="0">
                <a:pos x="connsiteX31058" y="connsiteY31058"/>
              </a:cxn>
              <a:cxn ang="0">
                <a:pos x="connsiteX31059" y="connsiteY31059"/>
              </a:cxn>
              <a:cxn ang="0">
                <a:pos x="connsiteX31060" y="connsiteY31060"/>
              </a:cxn>
              <a:cxn ang="0">
                <a:pos x="connsiteX31061" y="connsiteY31061"/>
              </a:cxn>
              <a:cxn ang="0">
                <a:pos x="connsiteX31062" y="connsiteY31062"/>
              </a:cxn>
              <a:cxn ang="0">
                <a:pos x="connsiteX31063" y="connsiteY31063"/>
              </a:cxn>
              <a:cxn ang="0">
                <a:pos x="connsiteX31064" y="connsiteY31064"/>
              </a:cxn>
              <a:cxn ang="0">
                <a:pos x="connsiteX31065" y="connsiteY31065"/>
              </a:cxn>
              <a:cxn ang="0">
                <a:pos x="connsiteX31066" y="connsiteY31066"/>
              </a:cxn>
              <a:cxn ang="0">
                <a:pos x="connsiteX31067" y="connsiteY31067"/>
              </a:cxn>
              <a:cxn ang="0">
                <a:pos x="connsiteX31068" y="connsiteY31068"/>
              </a:cxn>
              <a:cxn ang="0">
                <a:pos x="connsiteX31069" y="connsiteY31069"/>
              </a:cxn>
              <a:cxn ang="0">
                <a:pos x="connsiteX31070" y="connsiteY31070"/>
              </a:cxn>
              <a:cxn ang="0">
                <a:pos x="connsiteX31071" y="connsiteY31071"/>
              </a:cxn>
              <a:cxn ang="0">
                <a:pos x="connsiteX31072" y="connsiteY31072"/>
              </a:cxn>
              <a:cxn ang="0">
                <a:pos x="connsiteX31073" y="connsiteY31073"/>
              </a:cxn>
              <a:cxn ang="0">
                <a:pos x="connsiteX31074" y="connsiteY31074"/>
              </a:cxn>
              <a:cxn ang="0">
                <a:pos x="connsiteX31075" y="connsiteY31075"/>
              </a:cxn>
              <a:cxn ang="0">
                <a:pos x="connsiteX31076" y="connsiteY31076"/>
              </a:cxn>
              <a:cxn ang="0">
                <a:pos x="connsiteX31077" y="connsiteY31077"/>
              </a:cxn>
              <a:cxn ang="0">
                <a:pos x="connsiteX31078" y="connsiteY31078"/>
              </a:cxn>
              <a:cxn ang="0">
                <a:pos x="connsiteX31079" y="connsiteY31079"/>
              </a:cxn>
              <a:cxn ang="0">
                <a:pos x="connsiteX31080" y="connsiteY31080"/>
              </a:cxn>
              <a:cxn ang="0">
                <a:pos x="connsiteX31081" y="connsiteY31081"/>
              </a:cxn>
              <a:cxn ang="0">
                <a:pos x="connsiteX31082" y="connsiteY31082"/>
              </a:cxn>
              <a:cxn ang="0">
                <a:pos x="connsiteX31083" y="connsiteY31083"/>
              </a:cxn>
              <a:cxn ang="0">
                <a:pos x="connsiteX31084" y="connsiteY31084"/>
              </a:cxn>
              <a:cxn ang="0">
                <a:pos x="connsiteX31085" y="connsiteY31085"/>
              </a:cxn>
              <a:cxn ang="0">
                <a:pos x="connsiteX31086" y="connsiteY31086"/>
              </a:cxn>
              <a:cxn ang="0">
                <a:pos x="connsiteX31087" y="connsiteY31087"/>
              </a:cxn>
              <a:cxn ang="0">
                <a:pos x="connsiteX31088" y="connsiteY31088"/>
              </a:cxn>
              <a:cxn ang="0">
                <a:pos x="connsiteX31089" y="connsiteY31089"/>
              </a:cxn>
              <a:cxn ang="0">
                <a:pos x="connsiteX31090" y="connsiteY31090"/>
              </a:cxn>
              <a:cxn ang="0">
                <a:pos x="connsiteX31091" y="connsiteY31091"/>
              </a:cxn>
              <a:cxn ang="0">
                <a:pos x="connsiteX31092" y="connsiteY31092"/>
              </a:cxn>
              <a:cxn ang="0">
                <a:pos x="connsiteX31093" y="connsiteY31093"/>
              </a:cxn>
              <a:cxn ang="0">
                <a:pos x="connsiteX31094" y="connsiteY31094"/>
              </a:cxn>
              <a:cxn ang="0">
                <a:pos x="connsiteX31095" y="connsiteY31095"/>
              </a:cxn>
              <a:cxn ang="0">
                <a:pos x="connsiteX31096" y="connsiteY31096"/>
              </a:cxn>
              <a:cxn ang="0">
                <a:pos x="connsiteX31097" y="connsiteY31097"/>
              </a:cxn>
              <a:cxn ang="0">
                <a:pos x="connsiteX31098" y="connsiteY31098"/>
              </a:cxn>
              <a:cxn ang="0">
                <a:pos x="connsiteX31099" y="connsiteY31099"/>
              </a:cxn>
              <a:cxn ang="0">
                <a:pos x="connsiteX31100" y="connsiteY31100"/>
              </a:cxn>
              <a:cxn ang="0">
                <a:pos x="connsiteX31101" y="connsiteY31101"/>
              </a:cxn>
              <a:cxn ang="0">
                <a:pos x="connsiteX31102" y="connsiteY31102"/>
              </a:cxn>
              <a:cxn ang="0">
                <a:pos x="connsiteX31103" y="connsiteY31103"/>
              </a:cxn>
              <a:cxn ang="0">
                <a:pos x="connsiteX31104" y="connsiteY31104"/>
              </a:cxn>
              <a:cxn ang="0">
                <a:pos x="connsiteX31105" y="connsiteY31105"/>
              </a:cxn>
              <a:cxn ang="0">
                <a:pos x="connsiteX31106" y="connsiteY31106"/>
              </a:cxn>
              <a:cxn ang="0">
                <a:pos x="connsiteX31107" y="connsiteY31107"/>
              </a:cxn>
              <a:cxn ang="0">
                <a:pos x="connsiteX31108" y="connsiteY31108"/>
              </a:cxn>
              <a:cxn ang="0">
                <a:pos x="connsiteX31109" y="connsiteY31109"/>
              </a:cxn>
              <a:cxn ang="0">
                <a:pos x="connsiteX31110" y="connsiteY31110"/>
              </a:cxn>
              <a:cxn ang="0">
                <a:pos x="connsiteX31111" y="connsiteY31111"/>
              </a:cxn>
              <a:cxn ang="0">
                <a:pos x="connsiteX31112" y="connsiteY31112"/>
              </a:cxn>
              <a:cxn ang="0">
                <a:pos x="connsiteX31113" y="connsiteY31113"/>
              </a:cxn>
              <a:cxn ang="0">
                <a:pos x="connsiteX31114" y="connsiteY31114"/>
              </a:cxn>
              <a:cxn ang="0">
                <a:pos x="connsiteX31115" y="connsiteY31115"/>
              </a:cxn>
              <a:cxn ang="0">
                <a:pos x="connsiteX31116" y="connsiteY31116"/>
              </a:cxn>
              <a:cxn ang="0">
                <a:pos x="connsiteX31117" y="connsiteY31117"/>
              </a:cxn>
              <a:cxn ang="0">
                <a:pos x="connsiteX31118" y="connsiteY31118"/>
              </a:cxn>
              <a:cxn ang="0">
                <a:pos x="connsiteX31119" y="connsiteY31119"/>
              </a:cxn>
              <a:cxn ang="0">
                <a:pos x="connsiteX31120" y="connsiteY31120"/>
              </a:cxn>
              <a:cxn ang="0">
                <a:pos x="connsiteX31121" y="connsiteY31121"/>
              </a:cxn>
              <a:cxn ang="0">
                <a:pos x="connsiteX31122" y="connsiteY31122"/>
              </a:cxn>
              <a:cxn ang="0">
                <a:pos x="connsiteX31123" y="connsiteY31123"/>
              </a:cxn>
              <a:cxn ang="0">
                <a:pos x="connsiteX31124" y="connsiteY31124"/>
              </a:cxn>
              <a:cxn ang="0">
                <a:pos x="connsiteX31125" y="connsiteY31125"/>
              </a:cxn>
              <a:cxn ang="0">
                <a:pos x="connsiteX31126" y="connsiteY31126"/>
              </a:cxn>
              <a:cxn ang="0">
                <a:pos x="connsiteX31127" y="connsiteY31127"/>
              </a:cxn>
              <a:cxn ang="0">
                <a:pos x="connsiteX31128" y="connsiteY31128"/>
              </a:cxn>
              <a:cxn ang="0">
                <a:pos x="connsiteX31129" y="connsiteY31129"/>
              </a:cxn>
              <a:cxn ang="0">
                <a:pos x="connsiteX31130" y="connsiteY31130"/>
              </a:cxn>
              <a:cxn ang="0">
                <a:pos x="connsiteX31131" y="connsiteY31131"/>
              </a:cxn>
              <a:cxn ang="0">
                <a:pos x="connsiteX31132" y="connsiteY31132"/>
              </a:cxn>
              <a:cxn ang="0">
                <a:pos x="connsiteX31133" y="connsiteY31133"/>
              </a:cxn>
              <a:cxn ang="0">
                <a:pos x="connsiteX31134" y="connsiteY31134"/>
              </a:cxn>
              <a:cxn ang="0">
                <a:pos x="connsiteX31135" y="connsiteY31135"/>
              </a:cxn>
              <a:cxn ang="0">
                <a:pos x="connsiteX31136" y="connsiteY31136"/>
              </a:cxn>
              <a:cxn ang="0">
                <a:pos x="connsiteX31137" y="connsiteY31137"/>
              </a:cxn>
              <a:cxn ang="0">
                <a:pos x="connsiteX31138" y="connsiteY31138"/>
              </a:cxn>
              <a:cxn ang="0">
                <a:pos x="connsiteX31139" y="connsiteY31139"/>
              </a:cxn>
              <a:cxn ang="0">
                <a:pos x="connsiteX31140" y="connsiteY31140"/>
              </a:cxn>
              <a:cxn ang="0">
                <a:pos x="connsiteX31141" y="connsiteY31141"/>
              </a:cxn>
              <a:cxn ang="0">
                <a:pos x="connsiteX31142" y="connsiteY31142"/>
              </a:cxn>
              <a:cxn ang="0">
                <a:pos x="connsiteX31143" y="connsiteY31143"/>
              </a:cxn>
              <a:cxn ang="0">
                <a:pos x="connsiteX31144" y="connsiteY31144"/>
              </a:cxn>
              <a:cxn ang="0">
                <a:pos x="connsiteX31145" y="connsiteY31145"/>
              </a:cxn>
              <a:cxn ang="0">
                <a:pos x="connsiteX31146" y="connsiteY31146"/>
              </a:cxn>
              <a:cxn ang="0">
                <a:pos x="connsiteX31147" y="connsiteY31147"/>
              </a:cxn>
              <a:cxn ang="0">
                <a:pos x="connsiteX31148" y="connsiteY31148"/>
              </a:cxn>
              <a:cxn ang="0">
                <a:pos x="connsiteX31149" y="connsiteY31149"/>
              </a:cxn>
              <a:cxn ang="0">
                <a:pos x="connsiteX31150" y="connsiteY31150"/>
              </a:cxn>
              <a:cxn ang="0">
                <a:pos x="connsiteX31151" y="connsiteY31151"/>
              </a:cxn>
              <a:cxn ang="0">
                <a:pos x="connsiteX31152" y="connsiteY31152"/>
              </a:cxn>
              <a:cxn ang="0">
                <a:pos x="connsiteX31153" y="connsiteY31153"/>
              </a:cxn>
              <a:cxn ang="0">
                <a:pos x="connsiteX31154" y="connsiteY31154"/>
              </a:cxn>
              <a:cxn ang="0">
                <a:pos x="connsiteX31155" y="connsiteY31155"/>
              </a:cxn>
              <a:cxn ang="0">
                <a:pos x="connsiteX31156" y="connsiteY31156"/>
              </a:cxn>
              <a:cxn ang="0">
                <a:pos x="connsiteX31157" y="connsiteY31157"/>
              </a:cxn>
              <a:cxn ang="0">
                <a:pos x="connsiteX31158" y="connsiteY31158"/>
              </a:cxn>
              <a:cxn ang="0">
                <a:pos x="connsiteX31159" y="connsiteY31159"/>
              </a:cxn>
              <a:cxn ang="0">
                <a:pos x="connsiteX31160" y="connsiteY31160"/>
              </a:cxn>
              <a:cxn ang="0">
                <a:pos x="connsiteX31161" y="connsiteY31161"/>
              </a:cxn>
              <a:cxn ang="0">
                <a:pos x="connsiteX31162" y="connsiteY31162"/>
              </a:cxn>
              <a:cxn ang="0">
                <a:pos x="connsiteX31163" y="connsiteY31163"/>
              </a:cxn>
              <a:cxn ang="0">
                <a:pos x="connsiteX31164" y="connsiteY31164"/>
              </a:cxn>
              <a:cxn ang="0">
                <a:pos x="connsiteX31165" y="connsiteY31165"/>
              </a:cxn>
              <a:cxn ang="0">
                <a:pos x="connsiteX31166" y="connsiteY31166"/>
              </a:cxn>
              <a:cxn ang="0">
                <a:pos x="connsiteX31167" y="connsiteY31167"/>
              </a:cxn>
              <a:cxn ang="0">
                <a:pos x="connsiteX31168" y="connsiteY31168"/>
              </a:cxn>
              <a:cxn ang="0">
                <a:pos x="connsiteX31169" y="connsiteY31169"/>
              </a:cxn>
              <a:cxn ang="0">
                <a:pos x="connsiteX31170" y="connsiteY31170"/>
              </a:cxn>
              <a:cxn ang="0">
                <a:pos x="connsiteX31171" y="connsiteY31171"/>
              </a:cxn>
              <a:cxn ang="0">
                <a:pos x="connsiteX31172" y="connsiteY31172"/>
              </a:cxn>
              <a:cxn ang="0">
                <a:pos x="connsiteX31173" y="connsiteY31173"/>
              </a:cxn>
              <a:cxn ang="0">
                <a:pos x="connsiteX31174" y="connsiteY31174"/>
              </a:cxn>
              <a:cxn ang="0">
                <a:pos x="connsiteX31175" y="connsiteY31175"/>
              </a:cxn>
              <a:cxn ang="0">
                <a:pos x="connsiteX31176" y="connsiteY31176"/>
              </a:cxn>
              <a:cxn ang="0">
                <a:pos x="connsiteX31177" y="connsiteY31177"/>
              </a:cxn>
              <a:cxn ang="0">
                <a:pos x="connsiteX31178" y="connsiteY31178"/>
              </a:cxn>
              <a:cxn ang="0">
                <a:pos x="connsiteX31179" y="connsiteY31179"/>
              </a:cxn>
              <a:cxn ang="0">
                <a:pos x="connsiteX31180" y="connsiteY31180"/>
              </a:cxn>
              <a:cxn ang="0">
                <a:pos x="connsiteX31181" y="connsiteY31181"/>
              </a:cxn>
              <a:cxn ang="0">
                <a:pos x="connsiteX31182" y="connsiteY31182"/>
              </a:cxn>
              <a:cxn ang="0">
                <a:pos x="connsiteX31183" y="connsiteY31183"/>
              </a:cxn>
              <a:cxn ang="0">
                <a:pos x="connsiteX31184" y="connsiteY31184"/>
              </a:cxn>
              <a:cxn ang="0">
                <a:pos x="connsiteX31185" y="connsiteY31185"/>
              </a:cxn>
              <a:cxn ang="0">
                <a:pos x="connsiteX31186" y="connsiteY31186"/>
              </a:cxn>
              <a:cxn ang="0">
                <a:pos x="connsiteX31187" y="connsiteY31187"/>
              </a:cxn>
              <a:cxn ang="0">
                <a:pos x="connsiteX31188" y="connsiteY31188"/>
              </a:cxn>
              <a:cxn ang="0">
                <a:pos x="connsiteX31189" y="connsiteY31189"/>
              </a:cxn>
              <a:cxn ang="0">
                <a:pos x="connsiteX31190" y="connsiteY31190"/>
              </a:cxn>
              <a:cxn ang="0">
                <a:pos x="connsiteX31191" y="connsiteY31191"/>
              </a:cxn>
              <a:cxn ang="0">
                <a:pos x="connsiteX31192" y="connsiteY31192"/>
              </a:cxn>
              <a:cxn ang="0">
                <a:pos x="connsiteX31193" y="connsiteY31193"/>
              </a:cxn>
              <a:cxn ang="0">
                <a:pos x="connsiteX31194" y="connsiteY31194"/>
              </a:cxn>
              <a:cxn ang="0">
                <a:pos x="connsiteX31195" y="connsiteY31195"/>
              </a:cxn>
              <a:cxn ang="0">
                <a:pos x="connsiteX31196" y="connsiteY31196"/>
              </a:cxn>
              <a:cxn ang="0">
                <a:pos x="connsiteX31197" y="connsiteY31197"/>
              </a:cxn>
              <a:cxn ang="0">
                <a:pos x="connsiteX31198" y="connsiteY31198"/>
              </a:cxn>
              <a:cxn ang="0">
                <a:pos x="connsiteX31199" y="connsiteY31199"/>
              </a:cxn>
              <a:cxn ang="0">
                <a:pos x="connsiteX31200" y="connsiteY31200"/>
              </a:cxn>
              <a:cxn ang="0">
                <a:pos x="connsiteX31201" y="connsiteY31201"/>
              </a:cxn>
              <a:cxn ang="0">
                <a:pos x="connsiteX31202" y="connsiteY31202"/>
              </a:cxn>
              <a:cxn ang="0">
                <a:pos x="connsiteX31203" y="connsiteY31203"/>
              </a:cxn>
              <a:cxn ang="0">
                <a:pos x="connsiteX31204" y="connsiteY31204"/>
              </a:cxn>
              <a:cxn ang="0">
                <a:pos x="connsiteX31205" y="connsiteY31205"/>
              </a:cxn>
              <a:cxn ang="0">
                <a:pos x="connsiteX31206" y="connsiteY31206"/>
              </a:cxn>
              <a:cxn ang="0">
                <a:pos x="connsiteX31207" y="connsiteY31207"/>
              </a:cxn>
              <a:cxn ang="0">
                <a:pos x="connsiteX31208" y="connsiteY31208"/>
              </a:cxn>
              <a:cxn ang="0">
                <a:pos x="connsiteX31209" y="connsiteY31209"/>
              </a:cxn>
              <a:cxn ang="0">
                <a:pos x="connsiteX31210" y="connsiteY31210"/>
              </a:cxn>
              <a:cxn ang="0">
                <a:pos x="connsiteX31211" y="connsiteY31211"/>
              </a:cxn>
              <a:cxn ang="0">
                <a:pos x="connsiteX31212" y="connsiteY31212"/>
              </a:cxn>
              <a:cxn ang="0">
                <a:pos x="connsiteX31213" y="connsiteY31213"/>
              </a:cxn>
              <a:cxn ang="0">
                <a:pos x="connsiteX31214" y="connsiteY31214"/>
              </a:cxn>
              <a:cxn ang="0">
                <a:pos x="connsiteX31215" y="connsiteY31215"/>
              </a:cxn>
              <a:cxn ang="0">
                <a:pos x="connsiteX31216" y="connsiteY31216"/>
              </a:cxn>
              <a:cxn ang="0">
                <a:pos x="connsiteX31217" y="connsiteY31217"/>
              </a:cxn>
              <a:cxn ang="0">
                <a:pos x="connsiteX31218" y="connsiteY31218"/>
              </a:cxn>
              <a:cxn ang="0">
                <a:pos x="connsiteX31219" y="connsiteY31219"/>
              </a:cxn>
              <a:cxn ang="0">
                <a:pos x="connsiteX31220" y="connsiteY31220"/>
              </a:cxn>
              <a:cxn ang="0">
                <a:pos x="connsiteX31221" y="connsiteY31221"/>
              </a:cxn>
              <a:cxn ang="0">
                <a:pos x="connsiteX31222" y="connsiteY31222"/>
              </a:cxn>
              <a:cxn ang="0">
                <a:pos x="connsiteX31223" y="connsiteY31223"/>
              </a:cxn>
              <a:cxn ang="0">
                <a:pos x="connsiteX31224" y="connsiteY31224"/>
              </a:cxn>
              <a:cxn ang="0">
                <a:pos x="connsiteX31225" y="connsiteY31225"/>
              </a:cxn>
              <a:cxn ang="0">
                <a:pos x="connsiteX31226" y="connsiteY31226"/>
              </a:cxn>
              <a:cxn ang="0">
                <a:pos x="connsiteX31227" y="connsiteY31227"/>
              </a:cxn>
              <a:cxn ang="0">
                <a:pos x="connsiteX31228" y="connsiteY31228"/>
              </a:cxn>
              <a:cxn ang="0">
                <a:pos x="connsiteX31229" y="connsiteY31229"/>
              </a:cxn>
              <a:cxn ang="0">
                <a:pos x="connsiteX31230" y="connsiteY31230"/>
              </a:cxn>
              <a:cxn ang="0">
                <a:pos x="connsiteX31231" y="connsiteY31231"/>
              </a:cxn>
              <a:cxn ang="0">
                <a:pos x="connsiteX31232" y="connsiteY31232"/>
              </a:cxn>
              <a:cxn ang="0">
                <a:pos x="connsiteX31233" y="connsiteY31233"/>
              </a:cxn>
              <a:cxn ang="0">
                <a:pos x="connsiteX31234" y="connsiteY31234"/>
              </a:cxn>
              <a:cxn ang="0">
                <a:pos x="connsiteX31235" y="connsiteY31235"/>
              </a:cxn>
              <a:cxn ang="0">
                <a:pos x="connsiteX31236" y="connsiteY31236"/>
              </a:cxn>
              <a:cxn ang="0">
                <a:pos x="connsiteX31237" y="connsiteY31237"/>
              </a:cxn>
              <a:cxn ang="0">
                <a:pos x="connsiteX31238" y="connsiteY31238"/>
              </a:cxn>
              <a:cxn ang="0">
                <a:pos x="connsiteX31239" y="connsiteY31239"/>
              </a:cxn>
              <a:cxn ang="0">
                <a:pos x="connsiteX31240" y="connsiteY31240"/>
              </a:cxn>
              <a:cxn ang="0">
                <a:pos x="connsiteX31241" y="connsiteY31241"/>
              </a:cxn>
              <a:cxn ang="0">
                <a:pos x="connsiteX31242" y="connsiteY31242"/>
              </a:cxn>
              <a:cxn ang="0">
                <a:pos x="connsiteX31243" y="connsiteY31243"/>
              </a:cxn>
              <a:cxn ang="0">
                <a:pos x="connsiteX31244" y="connsiteY31244"/>
              </a:cxn>
              <a:cxn ang="0">
                <a:pos x="connsiteX31245" y="connsiteY31245"/>
              </a:cxn>
              <a:cxn ang="0">
                <a:pos x="connsiteX31246" y="connsiteY31246"/>
              </a:cxn>
              <a:cxn ang="0">
                <a:pos x="connsiteX31247" y="connsiteY31247"/>
              </a:cxn>
              <a:cxn ang="0">
                <a:pos x="connsiteX31248" y="connsiteY31248"/>
              </a:cxn>
              <a:cxn ang="0">
                <a:pos x="connsiteX31249" y="connsiteY31249"/>
              </a:cxn>
              <a:cxn ang="0">
                <a:pos x="connsiteX31250" y="connsiteY31250"/>
              </a:cxn>
              <a:cxn ang="0">
                <a:pos x="connsiteX31251" y="connsiteY31251"/>
              </a:cxn>
              <a:cxn ang="0">
                <a:pos x="connsiteX31252" y="connsiteY31252"/>
              </a:cxn>
              <a:cxn ang="0">
                <a:pos x="connsiteX31253" y="connsiteY31253"/>
              </a:cxn>
              <a:cxn ang="0">
                <a:pos x="connsiteX31254" y="connsiteY31254"/>
              </a:cxn>
              <a:cxn ang="0">
                <a:pos x="connsiteX31255" y="connsiteY31255"/>
              </a:cxn>
              <a:cxn ang="0">
                <a:pos x="connsiteX31256" y="connsiteY31256"/>
              </a:cxn>
              <a:cxn ang="0">
                <a:pos x="connsiteX31257" y="connsiteY31257"/>
              </a:cxn>
              <a:cxn ang="0">
                <a:pos x="connsiteX31258" y="connsiteY31258"/>
              </a:cxn>
              <a:cxn ang="0">
                <a:pos x="connsiteX31259" y="connsiteY31259"/>
              </a:cxn>
              <a:cxn ang="0">
                <a:pos x="connsiteX31260" y="connsiteY31260"/>
              </a:cxn>
              <a:cxn ang="0">
                <a:pos x="connsiteX31261" y="connsiteY31261"/>
              </a:cxn>
              <a:cxn ang="0">
                <a:pos x="connsiteX31262" y="connsiteY31262"/>
              </a:cxn>
              <a:cxn ang="0">
                <a:pos x="connsiteX31263" y="connsiteY31263"/>
              </a:cxn>
              <a:cxn ang="0">
                <a:pos x="connsiteX31264" y="connsiteY31264"/>
              </a:cxn>
              <a:cxn ang="0">
                <a:pos x="connsiteX31265" y="connsiteY31265"/>
              </a:cxn>
              <a:cxn ang="0">
                <a:pos x="connsiteX31266" y="connsiteY31266"/>
              </a:cxn>
              <a:cxn ang="0">
                <a:pos x="connsiteX31267" y="connsiteY31267"/>
              </a:cxn>
              <a:cxn ang="0">
                <a:pos x="connsiteX31268" y="connsiteY31268"/>
              </a:cxn>
              <a:cxn ang="0">
                <a:pos x="connsiteX31269" y="connsiteY31269"/>
              </a:cxn>
              <a:cxn ang="0">
                <a:pos x="connsiteX31270" y="connsiteY31270"/>
              </a:cxn>
              <a:cxn ang="0">
                <a:pos x="connsiteX31271" y="connsiteY31271"/>
              </a:cxn>
              <a:cxn ang="0">
                <a:pos x="connsiteX31272" y="connsiteY31272"/>
              </a:cxn>
              <a:cxn ang="0">
                <a:pos x="connsiteX31273" y="connsiteY31273"/>
              </a:cxn>
              <a:cxn ang="0">
                <a:pos x="connsiteX31274" y="connsiteY31274"/>
              </a:cxn>
              <a:cxn ang="0">
                <a:pos x="connsiteX31275" y="connsiteY31275"/>
              </a:cxn>
              <a:cxn ang="0">
                <a:pos x="connsiteX31276" y="connsiteY31276"/>
              </a:cxn>
              <a:cxn ang="0">
                <a:pos x="connsiteX31277" y="connsiteY31277"/>
              </a:cxn>
              <a:cxn ang="0">
                <a:pos x="connsiteX31278" y="connsiteY31278"/>
              </a:cxn>
              <a:cxn ang="0">
                <a:pos x="connsiteX31279" y="connsiteY31279"/>
              </a:cxn>
              <a:cxn ang="0">
                <a:pos x="connsiteX31280" y="connsiteY31280"/>
              </a:cxn>
              <a:cxn ang="0">
                <a:pos x="connsiteX31281" y="connsiteY31281"/>
              </a:cxn>
              <a:cxn ang="0">
                <a:pos x="connsiteX31282" y="connsiteY31282"/>
              </a:cxn>
              <a:cxn ang="0">
                <a:pos x="connsiteX31283" y="connsiteY31283"/>
              </a:cxn>
              <a:cxn ang="0">
                <a:pos x="connsiteX31284" y="connsiteY31284"/>
              </a:cxn>
              <a:cxn ang="0">
                <a:pos x="connsiteX31285" y="connsiteY31285"/>
              </a:cxn>
              <a:cxn ang="0">
                <a:pos x="connsiteX31286" y="connsiteY31286"/>
              </a:cxn>
              <a:cxn ang="0">
                <a:pos x="connsiteX31287" y="connsiteY31287"/>
              </a:cxn>
              <a:cxn ang="0">
                <a:pos x="connsiteX31288" y="connsiteY31288"/>
              </a:cxn>
              <a:cxn ang="0">
                <a:pos x="connsiteX31289" y="connsiteY31289"/>
              </a:cxn>
              <a:cxn ang="0">
                <a:pos x="connsiteX31290" y="connsiteY31290"/>
              </a:cxn>
              <a:cxn ang="0">
                <a:pos x="connsiteX31291" y="connsiteY31291"/>
              </a:cxn>
              <a:cxn ang="0">
                <a:pos x="connsiteX31292" y="connsiteY31292"/>
              </a:cxn>
              <a:cxn ang="0">
                <a:pos x="connsiteX31293" y="connsiteY31293"/>
              </a:cxn>
              <a:cxn ang="0">
                <a:pos x="connsiteX31294" y="connsiteY31294"/>
              </a:cxn>
              <a:cxn ang="0">
                <a:pos x="connsiteX31295" y="connsiteY31295"/>
              </a:cxn>
              <a:cxn ang="0">
                <a:pos x="connsiteX31296" y="connsiteY31296"/>
              </a:cxn>
              <a:cxn ang="0">
                <a:pos x="connsiteX31297" y="connsiteY31297"/>
              </a:cxn>
              <a:cxn ang="0">
                <a:pos x="connsiteX31298" y="connsiteY31298"/>
              </a:cxn>
              <a:cxn ang="0">
                <a:pos x="connsiteX31299" y="connsiteY31299"/>
              </a:cxn>
              <a:cxn ang="0">
                <a:pos x="connsiteX31300" y="connsiteY31300"/>
              </a:cxn>
              <a:cxn ang="0">
                <a:pos x="connsiteX31301" y="connsiteY31301"/>
              </a:cxn>
              <a:cxn ang="0">
                <a:pos x="connsiteX31302" y="connsiteY31302"/>
              </a:cxn>
              <a:cxn ang="0">
                <a:pos x="connsiteX31303" y="connsiteY31303"/>
              </a:cxn>
              <a:cxn ang="0">
                <a:pos x="connsiteX31304" y="connsiteY31304"/>
              </a:cxn>
              <a:cxn ang="0">
                <a:pos x="connsiteX31305" y="connsiteY31305"/>
              </a:cxn>
              <a:cxn ang="0">
                <a:pos x="connsiteX31306" y="connsiteY31306"/>
              </a:cxn>
              <a:cxn ang="0">
                <a:pos x="connsiteX31307" y="connsiteY31307"/>
              </a:cxn>
              <a:cxn ang="0">
                <a:pos x="connsiteX31308" y="connsiteY31308"/>
              </a:cxn>
              <a:cxn ang="0">
                <a:pos x="connsiteX31309" y="connsiteY31309"/>
              </a:cxn>
              <a:cxn ang="0">
                <a:pos x="connsiteX31310" y="connsiteY31310"/>
              </a:cxn>
              <a:cxn ang="0">
                <a:pos x="connsiteX31311" y="connsiteY31311"/>
              </a:cxn>
              <a:cxn ang="0">
                <a:pos x="connsiteX31312" y="connsiteY31312"/>
              </a:cxn>
              <a:cxn ang="0">
                <a:pos x="connsiteX31313" y="connsiteY31313"/>
              </a:cxn>
              <a:cxn ang="0">
                <a:pos x="connsiteX31314" y="connsiteY31314"/>
              </a:cxn>
              <a:cxn ang="0">
                <a:pos x="connsiteX31315" y="connsiteY31315"/>
              </a:cxn>
              <a:cxn ang="0">
                <a:pos x="connsiteX31316" y="connsiteY31316"/>
              </a:cxn>
              <a:cxn ang="0">
                <a:pos x="connsiteX31317" y="connsiteY31317"/>
              </a:cxn>
              <a:cxn ang="0">
                <a:pos x="connsiteX31318" y="connsiteY31318"/>
              </a:cxn>
              <a:cxn ang="0">
                <a:pos x="connsiteX31319" y="connsiteY31319"/>
              </a:cxn>
              <a:cxn ang="0">
                <a:pos x="connsiteX31320" y="connsiteY31320"/>
              </a:cxn>
              <a:cxn ang="0">
                <a:pos x="connsiteX31321" y="connsiteY31321"/>
              </a:cxn>
              <a:cxn ang="0">
                <a:pos x="connsiteX31322" y="connsiteY31322"/>
              </a:cxn>
              <a:cxn ang="0">
                <a:pos x="connsiteX31323" y="connsiteY31323"/>
              </a:cxn>
              <a:cxn ang="0">
                <a:pos x="connsiteX31324" y="connsiteY31324"/>
              </a:cxn>
              <a:cxn ang="0">
                <a:pos x="connsiteX31325" y="connsiteY31325"/>
              </a:cxn>
              <a:cxn ang="0">
                <a:pos x="connsiteX31326" y="connsiteY31326"/>
              </a:cxn>
              <a:cxn ang="0">
                <a:pos x="connsiteX31327" y="connsiteY31327"/>
              </a:cxn>
              <a:cxn ang="0">
                <a:pos x="connsiteX31328" y="connsiteY31328"/>
              </a:cxn>
              <a:cxn ang="0">
                <a:pos x="connsiteX31329" y="connsiteY31329"/>
              </a:cxn>
              <a:cxn ang="0">
                <a:pos x="connsiteX31330" y="connsiteY31330"/>
              </a:cxn>
              <a:cxn ang="0">
                <a:pos x="connsiteX31331" y="connsiteY31331"/>
              </a:cxn>
              <a:cxn ang="0">
                <a:pos x="connsiteX31332" y="connsiteY31332"/>
              </a:cxn>
              <a:cxn ang="0">
                <a:pos x="connsiteX31333" y="connsiteY31333"/>
              </a:cxn>
              <a:cxn ang="0">
                <a:pos x="connsiteX31334" y="connsiteY31334"/>
              </a:cxn>
              <a:cxn ang="0">
                <a:pos x="connsiteX31335" y="connsiteY31335"/>
              </a:cxn>
              <a:cxn ang="0">
                <a:pos x="connsiteX31336" y="connsiteY31336"/>
              </a:cxn>
              <a:cxn ang="0">
                <a:pos x="connsiteX31337" y="connsiteY31337"/>
              </a:cxn>
              <a:cxn ang="0">
                <a:pos x="connsiteX31338" y="connsiteY31338"/>
              </a:cxn>
              <a:cxn ang="0">
                <a:pos x="connsiteX31339" y="connsiteY31339"/>
              </a:cxn>
              <a:cxn ang="0">
                <a:pos x="connsiteX31340" y="connsiteY31340"/>
              </a:cxn>
              <a:cxn ang="0">
                <a:pos x="connsiteX31341" y="connsiteY31341"/>
              </a:cxn>
              <a:cxn ang="0">
                <a:pos x="connsiteX31342" y="connsiteY31342"/>
              </a:cxn>
              <a:cxn ang="0">
                <a:pos x="connsiteX31343" y="connsiteY31343"/>
              </a:cxn>
              <a:cxn ang="0">
                <a:pos x="connsiteX31344" y="connsiteY31344"/>
              </a:cxn>
              <a:cxn ang="0">
                <a:pos x="connsiteX31345" y="connsiteY31345"/>
              </a:cxn>
              <a:cxn ang="0">
                <a:pos x="connsiteX31346" y="connsiteY31346"/>
              </a:cxn>
              <a:cxn ang="0">
                <a:pos x="connsiteX31347" y="connsiteY31347"/>
              </a:cxn>
              <a:cxn ang="0">
                <a:pos x="connsiteX31348" y="connsiteY31348"/>
              </a:cxn>
              <a:cxn ang="0">
                <a:pos x="connsiteX31349" y="connsiteY31349"/>
              </a:cxn>
              <a:cxn ang="0">
                <a:pos x="connsiteX31350" y="connsiteY31350"/>
              </a:cxn>
              <a:cxn ang="0">
                <a:pos x="connsiteX31351" y="connsiteY31351"/>
              </a:cxn>
              <a:cxn ang="0">
                <a:pos x="connsiteX31352" y="connsiteY31352"/>
              </a:cxn>
              <a:cxn ang="0">
                <a:pos x="connsiteX31353" y="connsiteY31353"/>
              </a:cxn>
              <a:cxn ang="0">
                <a:pos x="connsiteX31354" y="connsiteY31354"/>
              </a:cxn>
              <a:cxn ang="0">
                <a:pos x="connsiteX31355" y="connsiteY31355"/>
              </a:cxn>
              <a:cxn ang="0">
                <a:pos x="connsiteX31356" y="connsiteY31356"/>
              </a:cxn>
              <a:cxn ang="0">
                <a:pos x="connsiteX31357" y="connsiteY31357"/>
              </a:cxn>
              <a:cxn ang="0">
                <a:pos x="connsiteX31358" y="connsiteY31358"/>
              </a:cxn>
              <a:cxn ang="0">
                <a:pos x="connsiteX31359" y="connsiteY31359"/>
              </a:cxn>
              <a:cxn ang="0">
                <a:pos x="connsiteX31360" y="connsiteY31360"/>
              </a:cxn>
              <a:cxn ang="0">
                <a:pos x="connsiteX31361" y="connsiteY31361"/>
              </a:cxn>
              <a:cxn ang="0">
                <a:pos x="connsiteX31362" y="connsiteY31362"/>
              </a:cxn>
              <a:cxn ang="0">
                <a:pos x="connsiteX31363" y="connsiteY31363"/>
              </a:cxn>
              <a:cxn ang="0">
                <a:pos x="connsiteX31364" y="connsiteY31364"/>
              </a:cxn>
              <a:cxn ang="0">
                <a:pos x="connsiteX31365" y="connsiteY31365"/>
              </a:cxn>
              <a:cxn ang="0">
                <a:pos x="connsiteX31366" y="connsiteY31366"/>
              </a:cxn>
              <a:cxn ang="0">
                <a:pos x="connsiteX31367" y="connsiteY31367"/>
              </a:cxn>
              <a:cxn ang="0">
                <a:pos x="connsiteX31368" y="connsiteY31368"/>
              </a:cxn>
              <a:cxn ang="0">
                <a:pos x="connsiteX31369" y="connsiteY31369"/>
              </a:cxn>
              <a:cxn ang="0">
                <a:pos x="connsiteX31370" y="connsiteY31370"/>
              </a:cxn>
              <a:cxn ang="0">
                <a:pos x="connsiteX31371" y="connsiteY31371"/>
              </a:cxn>
              <a:cxn ang="0">
                <a:pos x="connsiteX31372" y="connsiteY31372"/>
              </a:cxn>
              <a:cxn ang="0">
                <a:pos x="connsiteX31373" y="connsiteY31373"/>
              </a:cxn>
              <a:cxn ang="0">
                <a:pos x="connsiteX31374" y="connsiteY31374"/>
              </a:cxn>
              <a:cxn ang="0">
                <a:pos x="connsiteX31375" y="connsiteY31375"/>
              </a:cxn>
              <a:cxn ang="0">
                <a:pos x="connsiteX31376" y="connsiteY31376"/>
              </a:cxn>
              <a:cxn ang="0">
                <a:pos x="connsiteX31377" y="connsiteY31377"/>
              </a:cxn>
              <a:cxn ang="0">
                <a:pos x="connsiteX31378" y="connsiteY31378"/>
              </a:cxn>
              <a:cxn ang="0">
                <a:pos x="connsiteX31379" y="connsiteY31379"/>
              </a:cxn>
              <a:cxn ang="0">
                <a:pos x="connsiteX31380" y="connsiteY31380"/>
              </a:cxn>
              <a:cxn ang="0">
                <a:pos x="connsiteX31381" y="connsiteY31381"/>
              </a:cxn>
              <a:cxn ang="0">
                <a:pos x="connsiteX31382" y="connsiteY31382"/>
              </a:cxn>
              <a:cxn ang="0">
                <a:pos x="connsiteX31383" y="connsiteY31383"/>
              </a:cxn>
              <a:cxn ang="0">
                <a:pos x="connsiteX31384" y="connsiteY31384"/>
              </a:cxn>
              <a:cxn ang="0">
                <a:pos x="connsiteX31385" y="connsiteY31385"/>
              </a:cxn>
              <a:cxn ang="0">
                <a:pos x="connsiteX31386" y="connsiteY31386"/>
              </a:cxn>
              <a:cxn ang="0">
                <a:pos x="connsiteX31387" y="connsiteY31387"/>
              </a:cxn>
              <a:cxn ang="0">
                <a:pos x="connsiteX31388" y="connsiteY31388"/>
              </a:cxn>
              <a:cxn ang="0">
                <a:pos x="connsiteX31389" y="connsiteY31389"/>
              </a:cxn>
              <a:cxn ang="0">
                <a:pos x="connsiteX31390" y="connsiteY31390"/>
              </a:cxn>
              <a:cxn ang="0">
                <a:pos x="connsiteX31391" y="connsiteY31391"/>
              </a:cxn>
              <a:cxn ang="0">
                <a:pos x="connsiteX31392" y="connsiteY31392"/>
              </a:cxn>
              <a:cxn ang="0">
                <a:pos x="connsiteX31393" y="connsiteY31393"/>
              </a:cxn>
              <a:cxn ang="0">
                <a:pos x="connsiteX31394" y="connsiteY31394"/>
              </a:cxn>
              <a:cxn ang="0">
                <a:pos x="connsiteX31395" y="connsiteY31395"/>
              </a:cxn>
              <a:cxn ang="0">
                <a:pos x="connsiteX31396" y="connsiteY31396"/>
              </a:cxn>
              <a:cxn ang="0">
                <a:pos x="connsiteX31397" y="connsiteY31397"/>
              </a:cxn>
              <a:cxn ang="0">
                <a:pos x="connsiteX31398" y="connsiteY31398"/>
              </a:cxn>
              <a:cxn ang="0">
                <a:pos x="connsiteX31399" y="connsiteY31399"/>
              </a:cxn>
              <a:cxn ang="0">
                <a:pos x="connsiteX31400" y="connsiteY31400"/>
              </a:cxn>
              <a:cxn ang="0">
                <a:pos x="connsiteX31401" y="connsiteY31401"/>
              </a:cxn>
              <a:cxn ang="0">
                <a:pos x="connsiteX31402" y="connsiteY31402"/>
              </a:cxn>
              <a:cxn ang="0">
                <a:pos x="connsiteX31403" y="connsiteY31403"/>
              </a:cxn>
              <a:cxn ang="0">
                <a:pos x="connsiteX31404" y="connsiteY31404"/>
              </a:cxn>
              <a:cxn ang="0">
                <a:pos x="connsiteX31405" y="connsiteY31405"/>
              </a:cxn>
              <a:cxn ang="0">
                <a:pos x="connsiteX31406" y="connsiteY31406"/>
              </a:cxn>
              <a:cxn ang="0">
                <a:pos x="connsiteX31407" y="connsiteY31407"/>
              </a:cxn>
              <a:cxn ang="0">
                <a:pos x="connsiteX31408" y="connsiteY31408"/>
              </a:cxn>
              <a:cxn ang="0">
                <a:pos x="connsiteX31409" y="connsiteY31409"/>
              </a:cxn>
              <a:cxn ang="0">
                <a:pos x="connsiteX31410" y="connsiteY31410"/>
              </a:cxn>
              <a:cxn ang="0">
                <a:pos x="connsiteX31411" y="connsiteY31411"/>
              </a:cxn>
              <a:cxn ang="0">
                <a:pos x="connsiteX31412" y="connsiteY31412"/>
              </a:cxn>
              <a:cxn ang="0">
                <a:pos x="connsiteX31413" y="connsiteY31413"/>
              </a:cxn>
              <a:cxn ang="0">
                <a:pos x="connsiteX31414" y="connsiteY31414"/>
              </a:cxn>
              <a:cxn ang="0">
                <a:pos x="connsiteX31415" y="connsiteY31415"/>
              </a:cxn>
              <a:cxn ang="0">
                <a:pos x="connsiteX31416" y="connsiteY31416"/>
              </a:cxn>
              <a:cxn ang="0">
                <a:pos x="connsiteX31417" y="connsiteY31417"/>
              </a:cxn>
              <a:cxn ang="0">
                <a:pos x="connsiteX31418" y="connsiteY31418"/>
              </a:cxn>
              <a:cxn ang="0">
                <a:pos x="connsiteX31419" y="connsiteY31419"/>
              </a:cxn>
              <a:cxn ang="0">
                <a:pos x="connsiteX31420" y="connsiteY31420"/>
              </a:cxn>
              <a:cxn ang="0">
                <a:pos x="connsiteX31421" y="connsiteY31421"/>
              </a:cxn>
              <a:cxn ang="0">
                <a:pos x="connsiteX31422" y="connsiteY31422"/>
              </a:cxn>
              <a:cxn ang="0">
                <a:pos x="connsiteX31423" y="connsiteY31423"/>
              </a:cxn>
              <a:cxn ang="0">
                <a:pos x="connsiteX31424" y="connsiteY31424"/>
              </a:cxn>
              <a:cxn ang="0">
                <a:pos x="connsiteX31425" y="connsiteY31425"/>
              </a:cxn>
              <a:cxn ang="0">
                <a:pos x="connsiteX31426" y="connsiteY31426"/>
              </a:cxn>
              <a:cxn ang="0">
                <a:pos x="connsiteX31427" y="connsiteY31427"/>
              </a:cxn>
              <a:cxn ang="0">
                <a:pos x="connsiteX31428" y="connsiteY31428"/>
              </a:cxn>
              <a:cxn ang="0">
                <a:pos x="connsiteX31429" y="connsiteY31429"/>
              </a:cxn>
              <a:cxn ang="0">
                <a:pos x="connsiteX31430" y="connsiteY31430"/>
              </a:cxn>
              <a:cxn ang="0">
                <a:pos x="connsiteX31431" y="connsiteY31431"/>
              </a:cxn>
              <a:cxn ang="0">
                <a:pos x="connsiteX31432" y="connsiteY31432"/>
              </a:cxn>
              <a:cxn ang="0">
                <a:pos x="connsiteX31433" y="connsiteY31433"/>
              </a:cxn>
              <a:cxn ang="0">
                <a:pos x="connsiteX31434" y="connsiteY31434"/>
              </a:cxn>
              <a:cxn ang="0">
                <a:pos x="connsiteX31435" y="connsiteY31435"/>
              </a:cxn>
              <a:cxn ang="0">
                <a:pos x="connsiteX31436" y="connsiteY31436"/>
              </a:cxn>
              <a:cxn ang="0">
                <a:pos x="connsiteX31437" y="connsiteY31437"/>
              </a:cxn>
              <a:cxn ang="0">
                <a:pos x="connsiteX31438" y="connsiteY31438"/>
              </a:cxn>
              <a:cxn ang="0">
                <a:pos x="connsiteX31439" y="connsiteY31439"/>
              </a:cxn>
              <a:cxn ang="0">
                <a:pos x="connsiteX31440" y="connsiteY31440"/>
              </a:cxn>
              <a:cxn ang="0">
                <a:pos x="connsiteX31441" y="connsiteY31441"/>
              </a:cxn>
              <a:cxn ang="0">
                <a:pos x="connsiteX31442" y="connsiteY31442"/>
              </a:cxn>
              <a:cxn ang="0">
                <a:pos x="connsiteX31443" y="connsiteY31443"/>
              </a:cxn>
              <a:cxn ang="0">
                <a:pos x="connsiteX31444" y="connsiteY31444"/>
              </a:cxn>
              <a:cxn ang="0">
                <a:pos x="connsiteX31445" y="connsiteY31445"/>
              </a:cxn>
              <a:cxn ang="0">
                <a:pos x="connsiteX31446" y="connsiteY31446"/>
              </a:cxn>
              <a:cxn ang="0">
                <a:pos x="connsiteX31447" y="connsiteY31447"/>
              </a:cxn>
              <a:cxn ang="0">
                <a:pos x="connsiteX31448" y="connsiteY31448"/>
              </a:cxn>
              <a:cxn ang="0">
                <a:pos x="connsiteX31449" y="connsiteY31449"/>
              </a:cxn>
              <a:cxn ang="0">
                <a:pos x="connsiteX31450" y="connsiteY31450"/>
              </a:cxn>
              <a:cxn ang="0">
                <a:pos x="connsiteX31451" y="connsiteY31451"/>
              </a:cxn>
              <a:cxn ang="0">
                <a:pos x="connsiteX31452" y="connsiteY31452"/>
              </a:cxn>
              <a:cxn ang="0">
                <a:pos x="connsiteX31453" y="connsiteY31453"/>
              </a:cxn>
              <a:cxn ang="0">
                <a:pos x="connsiteX31454" y="connsiteY31454"/>
              </a:cxn>
              <a:cxn ang="0">
                <a:pos x="connsiteX31455" y="connsiteY31455"/>
              </a:cxn>
              <a:cxn ang="0">
                <a:pos x="connsiteX31456" y="connsiteY31456"/>
              </a:cxn>
              <a:cxn ang="0">
                <a:pos x="connsiteX31457" y="connsiteY31457"/>
              </a:cxn>
              <a:cxn ang="0">
                <a:pos x="connsiteX31458" y="connsiteY31458"/>
              </a:cxn>
              <a:cxn ang="0">
                <a:pos x="connsiteX31459" y="connsiteY31459"/>
              </a:cxn>
              <a:cxn ang="0">
                <a:pos x="connsiteX31460" y="connsiteY31460"/>
              </a:cxn>
              <a:cxn ang="0">
                <a:pos x="connsiteX31461" y="connsiteY31461"/>
              </a:cxn>
              <a:cxn ang="0">
                <a:pos x="connsiteX31462" y="connsiteY31462"/>
              </a:cxn>
              <a:cxn ang="0">
                <a:pos x="connsiteX31463" y="connsiteY31463"/>
              </a:cxn>
              <a:cxn ang="0">
                <a:pos x="connsiteX31464" y="connsiteY31464"/>
              </a:cxn>
              <a:cxn ang="0">
                <a:pos x="connsiteX31465" y="connsiteY31465"/>
              </a:cxn>
              <a:cxn ang="0">
                <a:pos x="connsiteX31466" y="connsiteY31466"/>
              </a:cxn>
              <a:cxn ang="0">
                <a:pos x="connsiteX31467" y="connsiteY31467"/>
              </a:cxn>
              <a:cxn ang="0">
                <a:pos x="connsiteX31468" y="connsiteY31468"/>
              </a:cxn>
              <a:cxn ang="0">
                <a:pos x="connsiteX31469" y="connsiteY31469"/>
              </a:cxn>
              <a:cxn ang="0">
                <a:pos x="connsiteX31470" y="connsiteY31470"/>
              </a:cxn>
              <a:cxn ang="0">
                <a:pos x="connsiteX31471" y="connsiteY31471"/>
              </a:cxn>
              <a:cxn ang="0">
                <a:pos x="connsiteX31472" y="connsiteY31472"/>
              </a:cxn>
              <a:cxn ang="0">
                <a:pos x="connsiteX31473" y="connsiteY31473"/>
              </a:cxn>
              <a:cxn ang="0">
                <a:pos x="connsiteX31474" y="connsiteY31474"/>
              </a:cxn>
              <a:cxn ang="0">
                <a:pos x="connsiteX31475" y="connsiteY31475"/>
              </a:cxn>
              <a:cxn ang="0">
                <a:pos x="connsiteX31476" y="connsiteY31476"/>
              </a:cxn>
              <a:cxn ang="0">
                <a:pos x="connsiteX31477" y="connsiteY31477"/>
              </a:cxn>
              <a:cxn ang="0">
                <a:pos x="connsiteX31478" y="connsiteY31478"/>
              </a:cxn>
              <a:cxn ang="0">
                <a:pos x="connsiteX31479" y="connsiteY31479"/>
              </a:cxn>
              <a:cxn ang="0">
                <a:pos x="connsiteX31480" y="connsiteY31480"/>
              </a:cxn>
              <a:cxn ang="0">
                <a:pos x="connsiteX31481" y="connsiteY31481"/>
              </a:cxn>
              <a:cxn ang="0">
                <a:pos x="connsiteX31482" y="connsiteY31482"/>
              </a:cxn>
              <a:cxn ang="0">
                <a:pos x="connsiteX31483" y="connsiteY31483"/>
              </a:cxn>
              <a:cxn ang="0">
                <a:pos x="connsiteX31484" y="connsiteY31484"/>
              </a:cxn>
              <a:cxn ang="0">
                <a:pos x="connsiteX31485" y="connsiteY31485"/>
              </a:cxn>
              <a:cxn ang="0">
                <a:pos x="connsiteX31486" y="connsiteY31486"/>
              </a:cxn>
              <a:cxn ang="0">
                <a:pos x="connsiteX31487" y="connsiteY31487"/>
              </a:cxn>
              <a:cxn ang="0">
                <a:pos x="connsiteX31488" y="connsiteY31488"/>
              </a:cxn>
              <a:cxn ang="0">
                <a:pos x="connsiteX31489" y="connsiteY31489"/>
              </a:cxn>
              <a:cxn ang="0">
                <a:pos x="connsiteX31490" y="connsiteY31490"/>
              </a:cxn>
              <a:cxn ang="0">
                <a:pos x="connsiteX31491" y="connsiteY31491"/>
              </a:cxn>
              <a:cxn ang="0">
                <a:pos x="connsiteX31492" y="connsiteY31492"/>
              </a:cxn>
              <a:cxn ang="0">
                <a:pos x="connsiteX31493" y="connsiteY31493"/>
              </a:cxn>
              <a:cxn ang="0">
                <a:pos x="connsiteX31494" y="connsiteY31494"/>
              </a:cxn>
              <a:cxn ang="0">
                <a:pos x="connsiteX31495" y="connsiteY31495"/>
              </a:cxn>
              <a:cxn ang="0">
                <a:pos x="connsiteX31496" y="connsiteY31496"/>
              </a:cxn>
              <a:cxn ang="0">
                <a:pos x="connsiteX31497" y="connsiteY31497"/>
              </a:cxn>
              <a:cxn ang="0">
                <a:pos x="connsiteX31498" y="connsiteY31498"/>
              </a:cxn>
              <a:cxn ang="0">
                <a:pos x="connsiteX31499" y="connsiteY31499"/>
              </a:cxn>
              <a:cxn ang="0">
                <a:pos x="connsiteX31500" y="connsiteY31500"/>
              </a:cxn>
              <a:cxn ang="0">
                <a:pos x="connsiteX31501" y="connsiteY31501"/>
              </a:cxn>
              <a:cxn ang="0">
                <a:pos x="connsiteX31502" y="connsiteY31502"/>
              </a:cxn>
              <a:cxn ang="0">
                <a:pos x="connsiteX31503" y="connsiteY31503"/>
              </a:cxn>
              <a:cxn ang="0">
                <a:pos x="connsiteX31504" y="connsiteY31504"/>
              </a:cxn>
              <a:cxn ang="0">
                <a:pos x="connsiteX31505" y="connsiteY31505"/>
              </a:cxn>
              <a:cxn ang="0">
                <a:pos x="connsiteX31506" y="connsiteY31506"/>
              </a:cxn>
              <a:cxn ang="0">
                <a:pos x="connsiteX31507" y="connsiteY31507"/>
              </a:cxn>
              <a:cxn ang="0">
                <a:pos x="connsiteX31508" y="connsiteY31508"/>
              </a:cxn>
              <a:cxn ang="0">
                <a:pos x="connsiteX31509" y="connsiteY31509"/>
              </a:cxn>
              <a:cxn ang="0">
                <a:pos x="connsiteX31510" y="connsiteY31510"/>
              </a:cxn>
              <a:cxn ang="0">
                <a:pos x="connsiteX31511" y="connsiteY31511"/>
              </a:cxn>
              <a:cxn ang="0">
                <a:pos x="connsiteX31512" y="connsiteY31512"/>
              </a:cxn>
              <a:cxn ang="0">
                <a:pos x="connsiteX31513" y="connsiteY31513"/>
              </a:cxn>
              <a:cxn ang="0">
                <a:pos x="connsiteX31514" y="connsiteY31514"/>
              </a:cxn>
              <a:cxn ang="0">
                <a:pos x="connsiteX31515" y="connsiteY31515"/>
              </a:cxn>
              <a:cxn ang="0">
                <a:pos x="connsiteX31516" y="connsiteY31516"/>
              </a:cxn>
              <a:cxn ang="0">
                <a:pos x="connsiteX31517" y="connsiteY31517"/>
              </a:cxn>
              <a:cxn ang="0">
                <a:pos x="connsiteX31518" y="connsiteY31518"/>
              </a:cxn>
              <a:cxn ang="0">
                <a:pos x="connsiteX31519" y="connsiteY31519"/>
              </a:cxn>
              <a:cxn ang="0">
                <a:pos x="connsiteX31520" y="connsiteY31520"/>
              </a:cxn>
              <a:cxn ang="0">
                <a:pos x="connsiteX31521" y="connsiteY31521"/>
              </a:cxn>
              <a:cxn ang="0">
                <a:pos x="connsiteX31522" y="connsiteY31522"/>
              </a:cxn>
              <a:cxn ang="0">
                <a:pos x="connsiteX31523" y="connsiteY31523"/>
              </a:cxn>
              <a:cxn ang="0">
                <a:pos x="connsiteX31524" y="connsiteY31524"/>
              </a:cxn>
              <a:cxn ang="0">
                <a:pos x="connsiteX31525" y="connsiteY31525"/>
              </a:cxn>
              <a:cxn ang="0">
                <a:pos x="connsiteX31526" y="connsiteY31526"/>
              </a:cxn>
              <a:cxn ang="0">
                <a:pos x="connsiteX31527" y="connsiteY31527"/>
              </a:cxn>
              <a:cxn ang="0">
                <a:pos x="connsiteX31528" y="connsiteY31528"/>
              </a:cxn>
              <a:cxn ang="0">
                <a:pos x="connsiteX31529" y="connsiteY31529"/>
              </a:cxn>
              <a:cxn ang="0">
                <a:pos x="connsiteX31530" y="connsiteY31530"/>
              </a:cxn>
              <a:cxn ang="0">
                <a:pos x="connsiteX31531" y="connsiteY31531"/>
              </a:cxn>
              <a:cxn ang="0">
                <a:pos x="connsiteX31532" y="connsiteY31532"/>
              </a:cxn>
              <a:cxn ang="0">
                <a:pos x="connsiteX31533" y="connsiteY31533"/>
              </a:cxn>
              <a:cxn ang="0">
                <a:pos x="connsiteX31534" y="connsiteY31534"/>
              </a:cxn>
              <a:cxn ang="0">
                <a:pos x="connsiteX31535" y="connsiteY31535"/>
              </a:cxn>
              <a:cxn ang="0">
                <a:pos x="connsiteX31536" y="connsiteY31536"/>
              </a:cxn>
              <a:cxn ang="0">
                <a:pos x="connsiteX31537" y="connsiteY31537"/>
              </a:cxn>
              <a:cxn ang="0">
                <a:pos x="connsiteX31538" y="connsiteY31538"/>
              </a:cxn>
              <a:cxn ang="0">
                <a:pos x="connsiteX31539" y="connsiteY31539"/>
              </a:cxn>
              <a:cxn ang="0">
                <a:pos x="connsiteX31540" y="connsiteY31540"/>
              </a:cxn>
              <a:cxn ang="0">
                <a:pos x="connsiteX31541" y="connsiteY31541"/>
              </a:cxn>
              <a:cxn ang="0">
                <a:pos x="connsiteX31542" y="connsiteY31542"/>
              </a:cxn>
              <a:cxn ang="0">
                <a:pos x="connsiteX31543" y="connsiteY31543"/>
              </a:cxn>
              <a:cxn ang="0">
                <a:pos x="connsiteX31544" y="connsiteY31544"/>
              </a:cxn>
              <a:cxn ang="0">
                <a:pos x="connsiteX31545" y="connsiteY31545"/>
              </a:cxn>
              <a:cxn ang="0">
                <a:pos x="connsiteX31546" y="connsiteY31546"/>
              </a:cxn>
              <a:cxn ang="0">
                <a:pos x="connsiteX31547" y="connsiteY31547"/>
              </a:cxn>
              <a:cxn ang="0">
                <a:pos x="connsiteX31548" y="connsiteY31548"/>
              </a:cxn>
              <a:cxn ang="0">
                <a:pos x="connsiteX31549" y="connsiteY31549"/>
              </a:cxn>
              <a:cxn ang="0">
                <a:pos x="connsiteX31550" y="connsiteY31550"/>
              </a:cxn>
              <a:cxn ang="0">
                <a:pos x="connsiteX31551" y="connsiteY31551"/>
              </a:cxn>
              <a:cxn ang="0">
                <a:pos x="connsiteX31552" y="connsiteY31552"/>
              </a:cxn>
              <a:cxn ang="0">
                <a:pos x="connsiteX31553" y="connsiteY31553"/>
              </a:cxn>
              <a:cxn ang="0">
                <a:pos x="connsiteX31554" y="connsiteY31554"/>
              </a:cxn>
              <a:cxn ang="0">
                <a:pos x="connsiteX31555" y="connsiteY31555"/>
              </a:cxn>
              <a:cxn ang="0">
                <a:pos x="connsiteX31556" y="connsiteY31556"/>
              </a:cxn>
              <a:cxn ang="0">
                <a:pos x="connsiteX31557" y="connsiteY31557"/>
              </a:cxn>
              <a:cxn ang="0">
                <a:pos x="connsiteX31558" y="connsiteY31558"/>
              </a:cxn>
              <a:cxn ang="0">
                <a:pos x="connsiteX31559" y="connsiteY31559"/>
              </a:cxn>
              <a:cxn ang="0">
                <a:pos x="connsiteX31560" y="connsiteY31560"/>
              </a:cxn>
              <a:cxn ang="0">
                <a:pos x="connsiteX31561" y="connsiteY31561"/>
              </a:cxn>
              <a:cxn ang="0">
                <a:pos x="connsiteX31562" y="connsiteY31562"/>
              </a:cxn>
              <a:cxn ang="0">
                <a:pos x="connsiteX31563" y="connsiteY31563"/>
              </a:cxn>
              <a:cxn ang="0">
                <a:pos x="connsiteX31564" y="connsiteY31564"/>
              </a:cxn>
              <a:cxn ang="0">
                <a:pos x="connsiteX31565" y="connsiteY31565"/>
              </a:cxn>
              <a:cxn ang="0">
                <a:pos x="connsiteX31566" y="connsiteY31566"/>
              </a:cxn>
              <a:cxn ang="0">
                <a:pos x="connsiteX31567" y="connsiteY31567"/>
              </a:cxn>
              <a:cxn ang="0">
                <a:pos x="connsiteX31568" y="connsiteY31568"/>
              </a:cxn>
              <a:cxn ang="0">
                <a:pos x="connsiteX31569" y="connsiteY31569"/>
              </a:cxn>
              <a:cxn ang="0">
                <a:pos x="connsiteX31570" y="connsiteY31570"/>
              </a:cxn>
              <a:cxn ang="0">
                <a:pos x="connsiteX31571" y="connsiteY31571"/>
              </a:cxn>
              <a:cxn ang="0">
                <a:pos x="connsiteX31572" y="connsiteY31572"/>
              </a:cxn>
              <a:cxn ang="0">
                <a:pos x="connsiteX31573" y="connsiteY31573"/>
              </a:cxn>
              <a:cxn ang="0">
                <a:pos x="connsiteX31574" y="connsiteY31574"/>
              </a:cxn>
              <a:cxn ang="0">
                <a:pos x="connsiteX31575" y="connsiteY31575"/>
              </a:cxn>
              <a:cxn ang="0">
                <a:pos x="connsiteX31576" y="connsiteY31576"/>
              </a:cxn>
              <a:cxn ang="0">
                <a:pos x="connsiteX31577" y="connsiteY31577"/>
              </a:cxn>
              <a:cxn ang="0">
                <a:pos x="connsiteX31578" y="connsiteY31578"/>
              </a:cxn>
              <a:cxn ang="0">
                <a:pos x="connsiteX31579" y="connsiteY31579"/>
              </a:cxn>
              <a:cxn ang="0">
                <a:pos x="connsiteX31580" y="connsiteY31580"/>
              </a:cxn>
              <a:cxn ang="0">
                <a:pos x="connsiteX31581" y="connsiteY31581"/>
              </a:cxn>
              <a:cxn ang="0">
                <a:pos x="connsiteX31582" y="connsiteY31582"/>
              </a:cxn>
              <a:cxn ang="0">
                <a:pos x="connsiteX31583" y="connsiteY31583"/>
              </a:cxn>
              <a:cxn ang="0">
                <a:pos x="connsiteX31584" y="connsiteY31584"/>
              </a:cxn>
              <a:cxn ang="0">
                <a:pos x="connsiteX31585" y="connsiteY31585"/>
              </a:cxn>
              <a:cxn ang="0">
                <a:pos x="connsiteX31586" y="connsiteY31586"/>
              </a:cxn>
              <a:cxn ang="0">
                <a:pos x="connsiteX31587" y="connsiteY31587"/>
              </a:cxn>
              <a:cxn ang="0">
                <a:pos x="connsiteX31588" y="connsiteY31588"/>
              </a:cxn>
              <a:cxn ang="0">
                <a:pos x="connsiteX31589" y="connsiteY31589"/>
              </a:cxn>
              <a:cxn ang="0">
                <a:pos x="connsiteX31590" y="connsiteY31590"/>
              </a:cxn>
              <a:cxn ang="0">
                <a:pos x="connsiteX31591" y="connsiteY31591"/>
              </a:cxn>
              <a:cxn ang="0">
                <a:pos x="connsiteX31592" y="connsiteY31592"/>
              </a:cxn>
              <a:cxn ang="0">
                <a:pos x="connsiteX31593" y="connsiteY31593"/>
              </a:cxn>
              <a:cxn ang="0">
                <a:pos x="connsiteX31594" y="connsiteY31594"/>
              </a:cxn>
              <a:cxn ang="0">
                <a:pos x="connsiteX31595" y="connsiteY31595"/>
              </a:cxn>
              <a:cxn ang="0">
                <a:pos x="connsiteX31596" y="connsiteY31596"/>
              </a:cxn>
              <a:cxn ang="0">
                <a:pos x="connsiteX31597" y="connsiteY31597"/>
              </a:cxn>
              <a:cxn ang="0">
                <a:pos x="connsiteX31598" y="connsiteY31598"/>
              </a:cxn>
              <a:cxn ang="0">
                <a:pos x="connsiteX31599" y="connsiteY31599"/>
              </a:cxn>
              <a:cxn ang="0">
                <a:pos x="connsiteX31600" y="connsiteY31600"/>
              </a:cxn>
              <a:cxn ang="0">
                <a:pos x="connsiteX31601" y="connsiteY31601"/>
              </a:cxn>
              <a:cxn ang="0">
                <a:pos x="connsiteX31602" y="connsiteY31602"/>
              </a:cxn>
              <a:cxn ang="0">
                <a:pos x="connsiteX31603" y="connsiteY31603"/>
              </a:cxn>
              <a:cxn ang="0">
                <a:pos x="connsiteX31604" y="connsiteY31604"/>
              </a:cxn>
              <a:cxn ang="0">
                <a:pos x="connsiteX31605" y="connsiteY31605"/>
              </a:cxn>
              <a:cxn ang="0">
                <a:pos x="connsiteX31606" y="connsiteY31606"/>
              </a:cxn>
              <a:cxn ang="0">
                <a:pos x="connsiteX31607" y="connsiteY31607"/>
              </a:cxn>
              <a:cxn ang="0">
                <a:pos x="connsiteX31608" y="connsiteY31608"/>
              </a:cxn>
              <a:cxn ang="0">
                <a:pos x="connsiteX31609" y="connsiteY31609"/>
              </a:cxn>
              <a:cxn ang="0">
                <a:pos x="connsiteX31610" y="connsiteY31610"/>
              </a:cxn>
              <a:cxn ang="0">
                <a:pos x="connsiteX31611" y="connsiteY31611"/>
              </a:cxn>
              <a:cxn ang="0">
                <a:pos x="connsiteX31612" y="connsiteY31612"/>
              </a:cxn>
              <a:cxn ang="0">
                <a:pos x="connsiteX31613" y="connsiteY31613"/>
              </a:cxn>
              <a:cxn ang="0">
                <a:pos x="connsiteX31614" y="connsiteY31614"/>
              </a:cxn>
              <a:cxn ang="0">
                <a:pos x="connsiteX31615" y="connsiteY31615"/>
              </a:cxn>
              <a:cxn ang="0">
                <a:pos x="connsiteX31616" y="connsiteY31616"/>
              </a:cxn>
              <a:cxn ang="0">
                <a:pos x="connsiteX31617" y="connsiteY31617"/>
              </a:cxn>
              <a:cxn ang="0">
                <a:pos x="connsiteX31618" y="connsiteY31618"/>
              </a:cxn>
              <a:cxn ang="0">
                <a:pos x="connsiteX31619" y="connsiteY31619"/>
              </a:cxn>
              <a:cxn ang="0">
                <a:pos x="connsiteX31620" y="connsiteY31620"/>
              </a:cxn>
              <a:cxn ang="0">
                <a:pos x="connsiteX31621" y="connsiteY31621"/>
              </a:cxn>
              <a:cxn ang="0">
                <a:pos x="connsiteX31622" y="connsiteY31622"/>
              </a:cxn>
              <a:cxn ang="0">
                <a:pos x="connsiteX31623" y="connsiteY31623"/>
              </a:cxn>
              <a:cxn ang="0">
                <a:pos x="connsiteX31624" y="connsiteY31624"/>
              </a:cxn>
              <a:cxn ang="0">
                <a:pos x="connsiteX31625" y="connsiteY31625"/>
              </a:cxn>
              <a:cxn ang="0">
                <a:pos x="connsiteX31626" y="connsiteY31626"/>
              </a:cxn>
              <a:cxn ang="0">
                <a:pos x="connsiteX31627" y="connsiteY31627"/>
              </a:cxn>
              <a:cxn ang="0">
                <a:pos x="connsiteX31628" y="connsiteY31628"/>
              </a:cxn>
              <a:cxn ang="0">
                <a:pos x="connsiteX31629" y="connsiteY31629"/>
              </a:cxn>
              <a:cxn ang="0">
                <a:pos x="connsiteX31630" y="connsiteY31630"/>
              </a:cxn>
              <a:cxn ang="0">
                <a:pos x="connsiteX31631" y="connsiteY31631"/>
              </a:cxn>
              <a:cxn ang="0">
                <a:pos x="connsiteX31632" y="connsiteY31632"/>
              </a:cxn>
              <a:cxn ang="0">
                <a:pos x="connsiteX31633" y="connsiteY31633"/>
              </a:cxn>
              <a:cxn ang="0">
                <a:pos x="connsiteX31634" y="connsiteY31634"/>
              </a:cxn>
              <a:cxn ang="0">
                <a:pos x="connsiteX31635" y="connsiteY31635"/>
              </a:cxn>
              <a:cxn ang="0">
                <a:pos x="connsiteX31636" y="connsiteY31636"/>
              </a:cxn>
              <a:cxn ang="0">
                <a:pos x="connsiteX31637" y="connsiteY31637"/>
              </a:cxn>
              <a:cxn ang="0">
                <a:pos x="connsiteX31638" y="connsiteY31638"/>
              </a:cxn>
              <a:cxn ang="0">
                <a:pos x="connsiteX31639" y="connsiteY31639"/>
              </a:cxn>
              <a:cxn ang="0">
                <a:pos x="connsiteX31640" y="connsiteY31640"/>
              </a:cxn>
              <a:cxn ang="0">
                <a:pos x="connsiteX31641" y="connsiteY31641"/>
              </a:cxn>
              <a:cxn ang="0">
                <a:pos x="connsiteX31642" y="connsiteY31642"/>
              </a:cxn>
              <a:cxn ang="0">
                <a:pos x="connsiteX31643" y="connsiteY31643"/>
              </a:cxn>
              <a:cxn ang="0">
                <a:pos x="connsiteX31644" y="connsiteY31644"/>
              </a:cxn>
              <a:cxn ang="0">
                <a:pos x="connsiteX31645" y="connsiteY31645"/>
              </a:cxn>
              <a:cxn ang="0">
                <a:pos x="connsiteX31646" y="connsiteY31646"/>
              </a:cxn>
              <a:cxn ang="0">
                <a:pos x="connsiteX31647" y="connsiteY31647"/>
              </a:cxn>
              <a:cxn ang="0">
                <a:pos x="connsiteX31648" y="connsiteY31648"/>
              </a:cxn>
              <a:cxn ang="0">
                <a:pos x="connsiteX31649" y="connsiteY31649"/>
              </a:cxn>
              <a:cxn ang="0">
                <a:pos x="connsiteX31650" y="connsiteY31650"/>
              </a:cxn>
              <a:cxn ang="0">
                <a:pos x="connsiteX31651" y="connsiteY31651"/>
              </a:cxn>
              <a:cxn ang="0">
                <a:pos x="connsiteX31652" y="connsiteY31652"/>
              </a:cxn>
              <a:cxn ang="0">
                <a:pos x="connsiteX31653" y="connsiteY31653"/>
              </a:cxn>
              <a:cxn ang="0">
                <a:pos x="connsiteX31654" y="connsiteY31654"/>
              </a:cxn>
              <a:cxn ang="0">
                <a:pos x="connsiteX31655" y="connsiteY31655"/>
              </a:cxn>
              <a:cxn ang="0">
                <a:pos x="connsiteX31656" y="connsiteY31656"/>
              </a:cxn>
              <a:cxn ang="0">
                <a:pos x="connsiteX31657" y="connsiteY31657"/>
              </a:cxn>
              <a:cxn ang="0">
                <a:pos x="connsiteX31658" y="connsiteY31658"/>
              </a:cxn>
              <a:cxn ang="0">
                <a:pos x="connsiteX31659" y="connsiteY31659"/>
              </a:cxn>
              <a:cxn ang="0">
                <a:pos x="connsiteX31660" y="connsiteY31660"/>
              </a:cxn>
              <a:cxn ang="0">
                <a:pos x="connsiteX31661" y="connsiteY31661"/>
              </a:cxn>
              <a:cxn ang="0">
                <a:pos x="connsiteX31662" y="connsiteY31662"/>
              </a:cxn>
              <a:cxn ang="0">
                <a:pos x="connsiteX31663" y="connsiteY31663"/>
              </a:cxn>
              <a:cxn ang="0">
                <a:pos x="connsiteX31664" y="connsiteY31664"/>
              </a:cxn>
              <a:cxn ang="0">
                <a:pos x="connsiteX31665" y="connsiteY31665"/>
              </a:cxn>
              <a:cxn ang="0">
                <a:pos x="connsiteX31666" y="connsiteY31666"/>
              </a:cxn>
              <a:cxn ang="0">
                <a:pos x="connsiteX31667" y="connsiteY31667"/>
              </a:cxn>
              <a:cxn ang="0">
                <a:pos x="connsiteX31668" y="connsiteY31668"/>
              </a:cxn>
              <a:cxn ang="0">
                <a:pos x="connsiteX31669" y="connsiteY31669"/>
              </a:cxn>
              <a:cxn ang="0">
                <a:pos x="connsiteX31670" y="connsiteY31670"/>
              </a:cxn>
              <a:cxn ang="0">
                <a:pos x="connsiteX31671" y="connsiteY31671"/>
              </a:cxn>
              <a:cxn ang="0">
                <a:pos x="connsiteX31672" y="connsiteY31672"/>
              </a:cxn>
              <a:cxn ang="0">
                <a:pos x="connsiteX31673" y="connsiteY31673"/>
              </a:cxn>
              <a:cxn ang="0">
                <a:pos x="connsiteX31674" y="connsiteY31674"/>
              </a:cxn>
              <a:cxn ang="0">
                <a:pos x="connsiteX31675" y="connsiteY31675"/>
              </a:cxn>
              <a:cxn ang="0">
                <a:pos x="connsiteX31676" y="connsiteY31676"/>
              </a:cxn>
              <a:cxn ang="0">
                <a:pos x="connsiteX31677" y="connsiteY31677"/>
              </a:cxn>
              <a:cxn ang="0">
                <a:pos x="connsiteX31678" y="connsiteY31678"/>
              </a:cxn>
              <a:cxn ang="0">
                <a:pos x="connsiteX31679" y="connsiteY31679"/>
              </a:cxn>
              <a:cxn ang="0">
                <a:pos x="connsiteX31680" y="connsiteY31680"/>
              </a:cxn>
              <a:cxn ang="0">
                <a:pos x="connsiteX31681" y="connsiteY31681"/>
              </a:cxn>
              <a:cxn ang="0">
                <a:pos x="connsiteX31682" y="connsiteY31682"/>
              </a:cxn>
              <a:cxn ang="0">
                <a:pos x="connsiteX31683" y="connsiteY31683"/>
              </a:cxn>
              <a:cxn ang="0">
                <a:pos x="connsiteX31684" y="connsiteY31684"/>
              </a:cxn>
              <a:cxn ang="0">
                <a:pos x="connsiteX31685" y="connsiteY31685"/>
              </a:cxn>
              <a:cxn ang="0">
                <a:pos x="connsiteX31686" y="connsiteY31686"/>
              </a:cxn>
              <a:cxn ang="0">
                <a:pos x="connsiteX31687" y="connsiteY31687"/>
              </a:cxn>
              <a:cxn ang="0">
                <a:pos x="connsiteX31688" y="connsiteY31688"/>
              </a:cxn>
              <a:cxn ang="0">
                <a:pos x="connsiteX31689" y="connsiteY31689"/>
              </a:cxn>
              <a:cxn ang="0">
                <a:pos x="connsiteX31690" y="connsiteY31690"/>
              </a:cxn>
              <a:cxn ang="0">
                <a:pos x="connsiteX31691" y="connsiteY31691"/>
              </a:cxn>
              <a:cxn ang="0">
                <a:pos x="connsiteX31692" y="connsiteY31692"/>
              </a:cxn>
              <a:cxn ang="0">
                <a:pos x="connsiteX31693" y="connsiteY31693"/>
              </a:cxn>
              <a:cxn ang="0">
                <a:pos x="connsiteX31694" y="connsiteY31694"/>
              </a:cxn>
              <a:cxn ang="0">
                <a:pos x="connsiteX31695" y="connsiteY31695"/>
              </a:cxn>
              <a:cxn ang="0">
                <a:pos x="connsiteX31696" y="connsiteY31696"/>
              </a:cxn>
              <a:cxn ang="0">
                <a:pos x="connsiteX31697" y="connsiteY31697"/>
              </a:cxn>
              <a:cxn ang="0">
                <a:pos x="connsiteX31698" y="connsiteY31698"/>
              </a:cxn>
              <a:cxn ang="0">
                <a:pos x="connsiteX31699" y="connsiteY31699"/>
              </a:cxn>
              <a:cxn ang="0">
                <a:pos x="connsiteX31700" y="connsiteY31700"/>
              </a:cxn>
              <a:cxn ang="0">
                <a:pos x="connsiteX31701" y="connsiteY31701"/>
              </a:cxn>
              <a:cxn ang="0">
                <a:pos x="connsiteX31702" y="connsiteY31702"/>
              </a:cxn>
              <a:cxn ang="0">
                <a:pos x="connsiteX31703" y="connsiteY31703"/>
              </a:cxn>
              <a:cxn ang="0">
                <a:pos x="connsiteX31704" y="connsiteY31704"/>
              </a:cxn>
              <a:cxn ang="0">
                <a:pos x="connsiteX31705" y="connsiteY31705"/>
              </a:cxn>
              <a:cxn ang="0">
                <a:pos x="connsiteX31706" y="connsiteY31706"/>
              </a:cxn>
              <a:cxn ang="0">
                <a:pos x="connsiteX31707" y="connsiteY31707"/>
              </a:cxn>
              <a:cxn ang="0">
                <a:pos x="connsiteX31708" y="connsiteY31708"/>
              </a:cxn>
              <a:cxn ang="0">
                <a:pos x="connsiteX31709" y="connsiteY31709"/>
              </a:cxn>
              <a:cxn ang="0">
                <a:pos x="connsiteX31710" y="connsiteY31710"/>
              </a:cxn>
              <a:cxn ang="0">
                <a:pos x="connsiteX31711" y="connsiteY31711"/>
              </a:cxn>
              <a:cxn ang="0">
                <a:pos x="connsiteX31712" y="connsiteY31712"/>
              </a:cxn>
              <a:cxn ang="0">
                <a:pos x="connsiteX31713" y="connsiteY31713"/>
              </a:cxn>
              <a:cxn ang="0">
                <a:pos x="connsiteX31714" y="connsiteY31714"/>
              </a:cxn>
              <a:cxn ang="0">
                <a:pos x="connsiteX31715" y="connsiteY31715"/>
              </a:cxn>
              <a:cxn ang="0">
                <a:pos x="connsiteX31716" y="connsiteY31716"/>
              </a:cxn>
              <a:cxn ang="0">
                <a:pos x="connsiteX31717" y="connsiteY31717"/>
              </a:cxn>
              <a:cxn ang="0">
                <a:pos x="connsiteX31718" y="connsiteY31718"/>
              </a:cxn>
              <a:cxn ang="0">
                <a:pos x="connsiteX31719" y="connsiteY31719"/>
              </a:cxn>
              <a:cxn ang="0">
                <a:pos x="connsiteX31720" y="connsiteY31720"/>
              </a:cxn>
              <a:cxn ang="0">
                <a:pos x="connsiteX31721" y="connsiteY31721"/>
              </a:cxn>
              <a:cxn ang="0">
                <a:pos x="connsiteX31722" y="connsiteY31722"/>
              </a:cxn>
              <a:cxn ang="0">
                <a:pos x="connsiteX31723" y="connsiteY31723"/>
              </a:cxn>
              <a:cxn ang="0">
                <a:pos x="connsiteX31724" y="connsiteY31724"/>
              </a:cxn>
              <a:cxn ang="0">
                <a:pos x="connsiteX31725" y="connsiteY31725"/>
              </a:cxn>
              <a:cxn ang="0">
                <a:pos x="connsiteX31726" y="connsiteY31726"/>
              </a:cxn>
              <a:cxn ang="0">
                <a:pos x="connsiteX31727" y="connsiteY31727"/>
              </a:cxn>
              <a:cxn ang="0">
                <a:pos x="connsiteX31728" y="connsiteY31728"/>
              </a:cxn>
              <a:cxn ang="0">
                <a:pos x="connsiteX31729" y="connsiteY31729"/>
              </a:cxn>
              <a:cxn ang="0">
                <a:pos x="connsiteX31730" y="connsiteY31730"/>
              </a:cxn>
              <a:cxn ang="0">
                <a:pos x="connsiteX31731" y="connsiteY31731"/>
              </a:cxn>
              <a:cxn ang="0">
                <a:pos x="connsiteX31732" y="connsiteY31732"/>
              </a:cxn>
              <a:cxn ang="0">
                <a:pos x="connsiteX31733" y="connsiteY31733"/>
              </a:cxn>
              <a:cxn ang="0">
                <a:pos x="connsiteX31734" y="connsiteY31734"/>
              </a:cxn>
              <a:cxn ang="0">
                <a:pos x="connsiteX31735" y="connsiteY31735"/>
              </a:cxn>
              <a:cxn ang="0">
                <a:pos x="connsiteX31736" y="connsiteY31736"/>
              </a:cxn>
              <a:cxn ang="0">
                <a:pos x="connsiteX31737" y="connsiteY31737"/>
              </a:cxn>
              <a:cxn ang="0">
                <a:pos x="connsiteX31738" y="connsiteY31738"/>
              </a:cxn>
              <a:cxn ang="0">
                <a:pos x="connsiteX31739" y="connsiteY31739"/>
              </a:cxn>
              <a:cxn ang="0">
                <a:pos x="connsiteX31740" y="connsiteY31740"/>
              </a:cxn>
              <a:cxn ang="0">
                <a:pos x="connsiteX31741" y="connsiteY31741"/>
              </a:cxn>
              <a:cxn ang="0">
                <a:pos x="connsiteX31742" y="connsiteY31742"/>
              </a:cxn>
              <a:cxn ang="0">
                <a:pos x="connsiteX31743" y="connsiteY31743"/>
              </a:cxn>
              <a:cxn ang="0">
                <a:pos x="connsiteX31744" y="connsiteY31744"/>
              </a:cxn>
              <a:cxn ang="0">
                <a:pos x="connsiteX31745" y="connsiteY31745"/>
              </a:cxn>
              <a:cxn ang="0">
                <a:pos x="connsiteX31746" y="connsiteY31746"/>
              </a:cxn>
              <a:cxn ang="0">
                <a:pos x="connsiteX31747" y="connsiteY31747"/>
              </a:cxn>
              <a:cxn ang="0">
                <a:pos x="connsiteX31748" y="connsiteY31748"/>
              </a:cxn>
              <a:cxn ang="0">
                <a:pos x="connsiteX31749" y="connsiteY31749"/>
              </a:cxn>
              <a:cxn ang="0">
                <a:pos x="connsiteX31750" y="connsiteY31750"/>
              </a:cxn>
              <a:cxn ang="0">
                <a:pos x="connsiteX31751" y="connsiteY31751"/>
              </a:cxn>
              <a:cxn ang="0">
                <a:pos x="connsiteX31752" y="connsiteY31752"/>
              </a:cxn>
              <a:cxn ang="0">
                <a:pos x="connsiteX31753" y="connsiteY31753"/>
              </a:cxn>
              <a:cxn ang="0">
                <a:pos x="connsiteX31754" y="connsiteY31754"/>
              </a:cxn>
              <a:cxn ang="0">
                <a:pos x="connsiteX31755" y="connsiteY31755"/>
              </a:cxn>
              <a:cxn ang="0">
                <a:pos x="connsiteX31756" y="connsiteY31756"/>
              </a:cxn>
              <a:cxn ang="0">
                <a:pos x="connsiteX31757" y="connsiteY31757"/>
              </a:cxn>
              <a:cxn ang="0">
                <a:pos x="connsiteX31758" y="connsiteY31758"/>
              </a:cxn>
              <a:cxn ang="0">
                <a:pos x="connsiteX31759" y="connsiteY31759"/>
              </a:cxn>
              <a:cxn ang="0">
                <a:pos x="connsiteX31760" y="connsiteY31760"/>
              </a:cxn>
              <a:cxn ang="0">
                <a:pos x="connsiteX31761" y="connsiteY31761"/>
              </a:cxn>
              <a:cxn ang="0">
                <a:pos x="connsiteX31762" y="connsiteY31762"/>
              </a:cxn>
              <a:cxn ang="0">
                <a:pos x="connsiteX31763" y="connsiteY31763"/>
              </a:cxn>
              <a:cxn ang="0">
                <a:pos x="connsiteX31764" y="connsiteY31764"/>
              </a:cxn>
              <a:cxn ang="0">
                <a:pos x="connsiteX31765" y="connsiteY31765"/>
              </a:cxn>
              <a:cxn ang="0">
                <a:pos x="connsiteX31766" y="connsiteY31766"/>
              </a:cxn>
              <a:cxn ang="0">
                <a:pos x="connsiteX31767" y="connsiteY31767"/>
              </a:cxn>
              <a:cxn ang="0">
                <a:pos x="connsiteX31768" y="connsiteY31768"/>
              </a:cxn>
              <a:cxn ang="0">
                <a:pos x="connsiteX31769" y="connsiteY31769"/>
              </a:cxn>
              <a:cxn ang="0">
                <a:pos x="connsiteX31770" y="connsiteY31770"/>
              </a:cxn>
              <a:cxn ang="0">
                <a:pos x="connsiteX31771" y="connsiteY31771"/>
              </a:cxn>
              <a:cxn ang="0">
                <a:pos x="connsiteX31772" y="connsiteY31772"/>
              </a:cxn>
              <a:cxn ang="0">
                <a:pos x="connsiteX31773" y="connsiteY31773"/>
              </a:cxn>
              <a:cxn ang="0">
                <a:pos x="connsiteX31774" y="connsiteY31774"/>
              </a:cxn>
              <a:cxn ang="0">
                <a:pos x="connsiteX31775" y="connsiteY31775"/>
              </a:cxn>
              <a:cxn ang="0">
                <a:pos x="connsiteX31776" y="connsiteY31776"/>
              </a:cxn>
              <a:cxn ang="0">
                <a:pos x="connsiteX31777" y="connsiteY31777"/>
              </a:cxn>
              <a:cxn ang="0">
                <a:pos x="connsiteX31778" y="connsiteY31778"/>
              </a:cxn>
              <a:cxn ang="0">
                <a:pos x="connsiteX31779" y="connsiteY31779"/>
              </a:cxn>
              <a:cxn ang="0">
                <a:pos x="connsiteX31780" y="connsiteY31780"/>
              </a:cxn>
              <a:cxn ang="0">
                <a:pos x="connsiteX31781" y="connsiteY31781"/>
              </a:cxn>
              <a:cxn ang="0">
                <a:pos x="connsiteX31782" y="connsiteY31782"/>
              </a:cxn>
              <a:cxn ang="0">
                <a:pos x="connsiteX31783" y="connsiteY31783"/>
              </a:cxn>
              <a:cxn ang="0">
                <a:pos x="connsiteX31784" y="connsiteY31784"/>
              </a:cxn>
              <a:cxn ang="0">
                <a:pos x="connsiteX31785" y="connsiteY31785"/>
              </a:cxn>
              <a:cxn ang="0">
                <a:pos x="connsiteX31786" y="connsiteY31786"/>
              </a:cxn>
              <a:cxn ang="0">
                <a:pos x="connsiteX31787" y="connsiteY31787"/>
              </a:cxn>
              <a:cxn ang="0">
                <a:pos x="connsiteX31788" y="connsiteY31788"/>
              </a:cxn>
              <a:cxn ang="0">
                <a:pos x="connsiteX31789" y="connsiteY31789"/>
              </a:cxn>
              <a:cxn ang="0">
                <a:pos x="connsiteX31790" y="connsiteY31790"/>
              </a:cxn>
              <a:cxn ang="0">
                <a:pos x="connsiteX31791" y="connsiteY31791"/>
              </a:cxn>
              <a:cxn ang="0">
                <a:pos x="connsiteX31792" y="connsiteY31792"/>
              </a:cxn>
              <a:cxn ang="0">
                <a:pos x="connsiteX31793" y="connsiteY31793"/>
              </a:cxn>
              <a:cxn ang="0">
                <a:pos x="connsiteX31794" y="connsiteY31794"/>
              </a:cxn>
              <a:cxn ang="0">
                <a:pos x="connsiteX31795" y="connsiteY31795"/>
              </a:cxn>
              <a:cxn ang="0">
                <a:pos x="connsiteX31796" y="connsiteY31796"/>
              </a:cxn>
              <a:cxn ang="0">
                <a:pos x="connsiteX31797" y="connsiteY31797"/>
              </a:cxn>
              <a:cxn ang="0">
                <a:pos x="connsiteX31798" y="connsiteY31798"/>
              </a:cxn>
              <a:cxn ang="0">
                <a:pos x="connsiteX31799" y="connsiteY31799"/>
              </a:cxn>
              <a:cxn ang="0">
                <a:pos x="connsiteX31800" y="connsiteY31800"/>
              </a:cxn>
              <a:cxn ang="0">
                <a:pos x="connsiteX31801" y="connsiteY31801"/>
              </a:cxn>
              <a:cxn ang="0">
                <a:pos x="connsiteX31802" y="connsiteY31802"/>
              </a:cxn>
              <a:cxn ang="0">
                <a:pos x="connsiteX31803" y="connsiteY31803"/>
              </a:cxn>
              <a:cxn ang="0">
                <a:pos x="connsiteX31804" y="connsiteY31804"/>
              </a:cxn>
              <a:cxn ang="0">
                <a:pos x="connsiteX31805" y="connsiteY31805"/>
              </a:cxn>
              <a:cxn ang="0">
                <a:pos x="connsiteX31806" y="connsiteY31806"/>
              </a:cxn>
              <a:cxn ang="0">
                <a:pos x="connsiteX31807" y="connsiteY31807"/>
              </a:cxn>
              <a:cxn ang="0">
                <a:pos x="connsiteX31808" y="connsiteY31808"/>
              </a:cxn>
              <a:cxn ang="0">
                <a:pos x="connsiteX31809" y="connsiteY31809"/>
              </a:cxn>
              <a:cxn ang="0">
                <a:pos x="connsiteX31810" y="connsiteY31810"/>
              </a:cxn>
              <a:cxn ang="0">
                <a:pos x="connsiteX31811" y="connsiteY31811"/>
              </a:cxn>
              <a:cxn ang="0">
                <a:pos x="connsiteX31812" y="connsiteY31812"/>
              </a:cxn>
              <a:cxn ang="0">
                <a:pos x="connsiteX31813" y="connsiteY31813"/>
              </a:cxn>
              <a:cxn ang="0">
                <a:pos x="connsiteX31814" y="connsiteY31814"/>
              </a:cxn>
              <a:cxn ang="0">
                <a:pos x="connsiteX31815" y="connsiteY31815"/>
              </a:cxn>
              <a:cxn ang="0">
                <a:pos x="connsiteX31816" y="connsiteY31816"/>
              </a:cxn>
              <a:cxn ang="0">
                <a:pos x="connsiteX31817" y="connsiteY31817"/>
              </a:cxn>
              <a:cxn ang="0">
                <a:pos x="connsiteX31818" y="connsiteY31818"/>
              </a:cxn>
              <a:cxn ang="0">
                <a:pos x="connsiteX31819" y="connsiteY31819"/>
              </a:cxn>
              <a:cxn ang="0">
                <a:pos x="connsiteX31820" y="connsiteY31820"/>
              </a:cxn>
              <a:cxn ang="0">
                <a:pos x="connsiteX31821" y="connsiteY31821"/>
              </a:cxn>
              <a:cxn ang="0">
                <a:pos x="connsiteX31822" y="connsiteY31822"/>
              </a:cxn>
              <a:cxn ang="0">
                <a:pos x="connsiteX31823" y="connsiteY31823"/>
              </a:cxn>
              <a:cxn ang="0">
                <a:pos x="connsiteX31824" y="connsiteY31824"/>
              </a:cxn>
              <a:cxn ang="0">
                <a:pos x="connsiteX31825" y="connsiteY31825"/>
              </a:cxn>
              <a:cxn ang="0">
                <a:pos x="connsiteX31826" y="connsiteY31826"/>
              </a:cxn>
              <a:cxn ang="0">
                <a:pos x="connsiteX31827" y="connsiteY31827"/>
              </a:cxn>
              <a:cxn ang="0">
                <a:pos x="connsiteX31828" y="connsiteY31828"/>
              </a:cxn>
              <a:cxn ang="0">
                <a:pos x="connsiteX31829" y="connsiteY31829"/>
              </a:cxn>
              <a:cxn ang="0">
                <a:pos x="connsiteX31830" y="connsiteY31830"/>
              </a:cxn>
              <a:cxn ang="0">
                <a:pos x="connsiteX31831" y="connsiteY31831"/>
              </a:cxn>
              <a:cxn ang="0">
                <a:pos x="connsiteX31832" y="connsiteY31832"/>
              </a:cxn>
              <a:cxn ang="0">
                <a:pos x="connsiteX31833" y="connsiteY31833"/>
              </a:cxn>
              <a:cxn ang="0">
                <a:pos x="connsiteX31834" y="connsiteY31834"/>
              </a:cxn>
              <a:cxn ang="0">
                <a:pos x="connsiteX31835" y="connsiteY31835"/>
              </a:cxn>
              <a:cxn ang="0">
                <a:pos x="connsiteX31836" y="connsiteY31836"/>
              </a:cxn>
              <a:cxn ang="0">
                <a:pos x="connsiteX31837" y="connsiteY31837"/>
              </a:cxn>
              <a:cxn ang="0">
                <a:pos x="connsiteX31838" y="connsiteY31838"/>
              </a:cxn>
              <a:cxn ang="0">
                <a:pos x="connsiteX31839" y="connsiteY31839"/>
              </a:cxn>
              <a:cxn ang="0">
                <a:pos x="connsiteX31840" y="connsiteY31840"/>
              </a:cxn>
              <a:cxn ang="0">
                <a:pos x="connsiteX31841" y="connsiteY31841"/>
              </a:cxn>
              <a:cxn ang="0">
                <a:pos x="connsiteX31842" y="connsiteY31842"/>
              </a:cxn>
              <a:cxn ang="0">
                <a:pos x="connsiteX31843" y="connsiteY31843"/>
              </a:cxn>
              <a:cxn ang="0">
                <a:pos x="connsiteX31844" y="connsiteY31844"/>
              </a:cxn>
              <a:cxn ang="0">
                <a:pos x="connsiteX31845" y="connsiteY31845"/>
              </a:cxn>
              <a:cxn ang="0">
                <a:pos x="connsiteX31846" y="connsiteY31846"/>
              </a:cxn>
              <a:cxn ang="0">
                <a:pos x="connsiteX31847" y="connsiteY31847"/>
              </a:cxn>
              <a:cxn ang="0">
                <a:pos x="connsiteX31848" y="connsiteY31848"/>
              </a:cxn>
              <a:cxn ang="0">
                <a:pos x="connsiteX31849" y="connsiteY31849"/>
              </a:cxn>
              <a:cxn ang="0">
                <a:pos x="connsiteX31850" y="connsiteY31850"/>
              </a:cxn>
              <a:cxn ang="0">
                <a:pos x="connsiteX31851" y="connsiteY31851"/>
              </a:cxn>
              <a:cxn ang="0">
                <a:pos x="connsiteX31852" y="connsiteY31852"/>
              </a:cxn>
              <a:cxn ang="0">
                <a:pos x="connsiteX31853" y="connsiteY31853"/>
              </a:cxn>
              <a:cxn ang="0">
                <a:pos x="connsiteX31854" y="connsiteY31854"/>
              </a:cxn>
              <a:cxn ang="0">
                <a:pos x="connsiteX31855" y="connsiteY31855"/>
              </a:cxn>
              <a:cxn ang="0">
                <a:pos x="connsiteX31856" y="connsiteY31856"/>
              </a:cxn>
              <a:cxn ang="0">
                <a:pos x="connsiteX31857" y="connsiteY31857"/>
              </a:cxn>
              <a:cxn ang="0">
                <a:pos x="connsiteX31858" y="connsiteY31858"/>
              </a:cxn>
              <a:cxn ang="0">
                <a:pos x="connsiteX31859" y="connsiteY31859"/>
              </a:cxn>
              <a:cxn ang="0">
                <a:pos x="connsiteX31860" y="connsiteY31860"/>
              </a:cxn>
              <a:cxn ang="0">
                <a:pos x="connsiteX31861" y="connsiteY31861"/>
              </a:cxn>
              <a:cxn ang="0">
                <a:pos x="connsiteX31862" y="connsiteY31862"/>
              </a:cxn>
              <a:cxn ang="0">
                <a:pos x="connsiteX31863" y="connsiteY31863"/>
              </a:cxn>
              <a:cxn ang="0">
                <a:pos x="connsiteX31864" y="connsiteY31864"/>
              </a:cxn>
              <a:cxn ang="0">
                <a:pos x="connsiteX31865" y="connsiteY31865"/>
              </a:cxn>
              <a:cxn ang="0">
                <a:pos x="connsiteX31866" y="connsiteY31866"/>
              </a:cxn>
              <a:cxn ang="0">
                <a:pos x="connsiteX31867" y="connsiteY31867"/>
              </a:cxn>
              <a:cxn ang="0">
                <a:pos x="connsiteX31868" y="connsiteY31868"/>
              </a:cxn>
              <a:cxn ang="0">
                <a:pos x="connsiteX31869" y="connsiteY31869"/>
              </a:cxn>
              <a:cxn ang="0">
                <a:pos x="connsiteX31870" y="connsiteY31870"/>
              </a:cxn>
              <a:cxn ang="0">
                <a:pos x="connsiteX31871" y="connsiteY31871"/>
              </a:cxn>
              <a:cxn ang="0">
                <a:pos x="connsiteX31872" y="connsiteY31872"/>
              </a:cxn>
              <a:cxn ang="0">
                <a:pos x="connsiteX31873" y="connsiteY31873"/>
              </a:cxn>
              <a:cxn ang="0">
                <a:pos x="connsiteX31874" y="connsiteY31874"/>
              </a:cxn>
              <a:cxn ang="0">
                <a:pos x="connsiteX31875" y="connsiteY31875"/>
              </a:cxn>
              <a:cxn ang="0">
                <a:pos x="connsiteX31876" y="connsiteY31876"/>
              </a:cxn>
              <a:cxn ang="0">
                <a:pos x="connsiteX31877" y="connsiteY31877"/>
              </a:cxn>
              <a:cxn ang="0">
                <a:pos x="connsiteX31878" y="connsiteY31878"/>
              </a:cxn>
              <a:cxn ang="0">
                <a:pos x="connsiteX31879" y="connsiteY31879"/>
              </a:cxn>
              <a:cxn ang="0">
                <a:pos x="connsiteX31880" y="connsiteY31880"/>
              </a:cxn>
              <a:cxn ang="0">
                <a:pos x="connsiteX31881" y="connsiteY31881"/>
              </a:cxn>
              <a:cxn ang="0">
                <a:pos x="connsiteX31882" y="connsiteY31882"/>
              </a:cxn>
              <a:cxn ang="0">
                <a:pos x="connsiteX31883" y="connsiteY31883"/>
              </a:cxn>
              <a:cxn ang="0">
                <a:pos x="connsiteX31884" y="connsiteY31884"/>
              </a:cxn>
              <a:cxn ang="0">
                <a:pos x="connsiteX31885" y="connsiteY31885"/>
              </a:cxn>
              <a:cxn ang="0">
                <a:pos x="connsiteX31886" y="connsiteY31886"/>
              </a:cxn>
              <a:cxn ang="0">
                <a:pos x="connsiteX31887" y="connsiteY31887"/>
              </a:cxn>
              <a:cxn ang="0">
                <a:pos x="connsiteX31888" y="connsiteY31888"/>
              </a:cxn>
              <a:cxn ang="0">
                <a:pos x="connsiteX31889" y="connsiteY31889"/>
              </a:cxn>
              <a:cxn ang="0">
                <a:pos x="connsiteX31890" y="connsiteY31890"/>
              </a:cxn>
              <a:cxn ang="0">
                <a:pos x="connsiteX31891" y="connsiteY31891"/>
              </a:cxn>
              <a:cxn ang="0">
                <a:pos x="connsiteX31892" y="connsiteY31892"/>
              </a:cxn>
              <a:cxn ang="0">
                <a:pos x="connsiteX31893" y="connsiteY31893"/>
              </a:cxn>
              <a:cxn ang="0">
                <a:pos x="connsiteX31894" y="connsiteY31894"/>
              </a:cxn>
              <a:cxn ang="0">
                <a:pos x="connsiteX31895" y="connsiteY31895"/>
              </a:cxn>
              <a:cxn ang="0">
                <a:pos x="connsiteX31896" y="connsiteY31896"/>
              </a:cxn>
              <a:cxn ang="0">
                <a:pos x="connsiteX31897" y="connsiteY31897"/>
              </a:cxn>
              <a:cxn ang="0">
                <a:pos x="connsiteX31898" y="connsiteY31898"/>
              </a:cxn>
              <a:cxn ang="0">
                <a:pos x="connsiteX31899" y="connsiteY31899"/>
              </a:cxn>
              <a:cxn ang="0">
                <a:pos x="connsiteX31900" y="connsiteY31900"/>
              </a:cxn>
              <a:cxn ang="0">
                <a:pos x="connsiteX31901" y="connsiteY31901"/>
              </a:cxn>
              <a:cxn ang="0">
                <a:pos x="connsiteX31902" y="connsiteY31902"/>
              </a:cxn>
              <a:cxn ang="0">
                <a:pos x="connsiteX31903" y="connsiteY31903"/>
              </a:cxn>
              <a:cxn ang="0">
                <a:pos x="connsiteX31904" y="connsiteY31904"/>
              </a:cxn>
              <a:cxn ang="0">
                <a:pos x="connsiteX31905" y="connsiteY31905"/>
              </a:cxn>
              <a:cxn ang="0">
                <a:pos x="connsiteX31906" y="connsiteY31906"/>
              </a:cxn>
              <a:cxn ang="0">
                <a:pos x="connsiteX31907" y="connsiteY31907"/>
              </a:cxn>
              <a:cxn ang="0">
                <a:pos x="connsiteX31908" y="connsiteY31908"/>
              </a:cxn>
              <a:cxn ang="0">
                <a:pos x="connsiteX31909" y="connsiteY31909"/>
              </a:cxn>
              <a:cxn ang="0">
                <a:pos x="connsiteX31910" y="connsiteY31910"/>
              </a:cxn>
              <a:cxn ang="0">
                <a:pos x="connsiteX31911" y="connsiteY31911"/>
              </a:cxn>
              <a:cxn ang="0">
                <a:pos x="connsiteX31912" y="connsiteY31912"/>
              </a:cxn>
              <a:cxn ang="0">
                <a:pos x="connsiteX31913" y="connsiteY31913"/>
              </a:cxn>
              <a:cxn ang="0">
                <a:pos x="connsiteX31914" y="connsiteY31914"/>
              </a:cxn>
              <a:cxn ang="0">
                <a:pos x="connsiteX31915" y="connsiteY31915"/>
              </a:cxn>
              <a:cxn ang="0">
                <a:pos x="connsiteX31916" y="connsiteY31916"/>
              </a:cxn>
              <a:cxn ang="0">
                <a:pos x="connsiteX31917" y="connsiteY31917"/>
              </a:cxn>
              <a:cxn ang="0">
                <a:pos x="connsiteX31918" y="connsiteY31918"/>
              </a:cxn>
              <a:cxn ang="0">
                <a:pos x="connsiteX31919" y="connsiteY31919"/>
              </a:cxn>
              <a:cxn ang="0">
                <a:pos x="connsiteX31920" y="connsiteY31920"/>
              </a:cxn>
              <a:cxn ang="0">
                <a:pos x="connsiteX31921" y="connsiteY31921"/>
              </a:cxn>
              <a:cxn ang="0">
                <a:pos x="connsiteX31922" y="connsiteY31922"/>
              </a:cxn>
              <a:cxn ang="0">
                <a:pos x="connsiteX31923" y="connsiteY31923"/>
              </a:cxn>
              <a:cxn ang="0">
                <a:pos x="connsiteX31924" y="connsiteY31924"/>
              </a:cxn>
              <a:cxn ang="0">
                <a:pos x="connsiteX31925" y="connsiteY31925"/>
              </a:cxn>
              <a:cxn ang="0">
                <a:pos x="connsiteX31926" y="connsiteY31926"/>
              </a:cxn>
              <a:cxn ang="0">
                <a:pos x="connsiteX31927" y="connsiteY31927"/>
              </a:cxn>
              <a:cxn ang="0">
                <a:pos x="connsiteX31928" y="connsiteY31928"/>
              </a:cxn>
              <a:cxn ang="0">
                <a:pos x="connsiteX31929" y="connsiteY31929"/>
              </a:cxn>
              <a:cxn ang="0">
                <a:pos x="connsiteX31930" y="connsiteY31930"/>
              </a:cxn>
              <a:cxn ang="0">
                <a:pos x="connsiteX31931" y="connsiteY31931"/>
              </a:cxn>
              <a:cxn ang="0">
                <a:pos x="connsiteX31932" y="connsiteY31932"/>
              </a:cxn>
              <a:cxn ang="0">
                <a:pos x="connsiteX31933" y="connsiteY31933"/>
              </a:cxn>
              <a:cxn ang="0">
                <a:pos x="connsiteX31934" y="connsiteY31934"/>
              </a:cxn>
              <a:cxn ang="0">
                <a:pos x="connsiteX31935" y="connsiteY31935"/>
              </a:cxn>
              <a:cxn ang="0">
                <a:pos x="connsiteX31936" y="connsiteY31936"/>
              </a:cxn>
              <a:cxn ang="0">
                <a:pos x="connsiteX31937" y="connsiteY31937"/>
              </a:cxn>
              <a:cxn ang="0">
                <a:pos x="connsiteX31938" y="connsiteY31938"/>
              </a:cxn>
              <a:cxn ang="0">
                <a:pos x="connsiteX31939" y="connsiteY31939"/>
              </a:cxn>
              <a:cxn ang="0">
                <a:pos x="connsiteX31940" y="connsiteY31940"/>
              </a:cxn>
              <a:cxn ang="0">
                <a:pos x="connsiteX31941" y="connsiteY31941"/>
              </a:cxn>
              <a:cxn ang="0">
                <a:pos x="connsiteX31942" y="connsiteY31942"/>
              </a:cxn>
              <a:cxn ang="0">
                <a:pos x="connsiteX31943" y="connsiteY31943"/>
              </a:cxn>
              <a:cxn ang="0">
                <a:pos x="connsiteX31944" y="connsiteY31944"/>
              </a:cxn>
              <a:cxn ang="0">
                <a:pos x="connsiteX31945" y="connsiteY31945"/>
              </a:cxn>
              <a:cxn ang="0">
                <a:pos x="connsiteX31946" y="connsiteY31946"/>
              </a:cxn>
              <a:cxn ang="0">
                <a:pos x="connsiteX31947" y="connsiteY31947"/>
              </a:cxn>
              <a:cxn ang="0">
                <a:pos x="connsiteX31948" y="connsiteY31948"/>
              </a:cxn>
              <a:cxn ang="0">
                <a:pos x="connsiteX31949" y="connsiteY31949"/>
              </a:cxn>
              <a:cxn ang="0">
                <a:pos x="connsiteX31950" y="connsiteY31950"/>
              </a:cxn>
              <a:cxn ang="0">
                <a:pos x="connsiteX31951" y="connsiteY31951"/>
              </a:cxn>
              <a:cxn ang="0">
                <a:pos x="connsiteX31952" y="connsiteY31952"/>
              </a:cxn>
              <a:cxn ang="0">
                <a:pos x="connsiteX31953" y="connsiteY31953"/>
              </a:cxn>
              <a:cxn ang="0">
                <a:pos x="connsiteX31954" y="connsiteY31954"/>
              </a:cxn>
              <a:cxn ang="0">
                <a:pos x="connsiteX31955" y="connsiteY31955"/>
              </a:cxn>
              <a:cxn ang="0">
                <a:pos x="connsiteX31956" y="connsiteY31956"/>
              </a:cxn>
              <a:cxn ang="0">
                <a:pos x="connsiteX31957" y="connsiteY31957"/>
              </a:cxn>
              <a:cxn ang="0">
                <a:pos x="connsiteX31958" y="connsiteY31958"/>
              </a:cxn>
              <a:cxn ang="0">
                <a:pos x="connsiteX31959" y="connsiteY31959"/>
              </a:cxn>
              <a:cxn ang="0">
                <a:pos x="connsiteX31960" y="connsiteY31960"/>
              </a:cxn>
              <a:cxn ang="0">
                <a:pos x="connsiteX31961" y="connsiteY31961"/>
              </a:cxn>
              <a:cxn ang="0">
                <a:pos x="connsiteX31962" y="connsiteY31962"/>
              </a:cxn>
              <a:cxn ang="0">
                <a:pos x="connsiteX31963" y="connsiteY31963"/>
              </a:cxn>
              <a:cxn ang="0">
                <a:pos x="connsiteX31964" y="connsiteY31964"/>
              </a:cxn>
              <a:cxn ang="0">
                <a:pos x="connsiteX31965" y="connsiteY31965"/>
              </a:cxn>
              <a:cxn ang="0">
                <a:pos x="connsiteX31966" y="connsiteY31966"/>
              </a:cxn>
              <a:cxn ang="0">
                <a:pos x="connsiteX31967" y="connsiteY31967"/>
              </a:cxn>
              <a:cxn ang="0">
                <a:pos x="connsiteX31968" y="connsiteY31968"/>
              </a:cxn>
              <a:cxn ang="0">
                <a:pos x="connsiteX31969" y="connsiteY31969"/>
              </a:cxn>
              <a:cxn ang="0">
                <a:pos x="connsiteX31970" y="connsiteY31970"/>
              </a:cxn>
              <a:cxn ang="0">
                <a:pos x="connsiteX31971" y="connsiteY31971"/>
              </a:cxn>
              <a:cxn ang="0">
                <a:pos x="connsiteX31972" y="connsiteY31972"/>
              </a:cxn>
              <a:cxn ang="0">
                <a:pos x="connsiteX31973" y="connsiteY31973"/>
              </a:cxn>
              <a:cxn ang="0">
                <a:pos x="connsiteX31974" y="connsiteY31974"/>
              </a:cxn>
              <a:cxn ang="0">
                <a:pos x="connsiteX31975" y="connsiteY31975"/>
              </a:cxn>
              <a:cxn ang="0">
                <a:pos x="connsiteX31976" y="connsiteY31976"/>
              </a:cxn>
              <a:cxn ang="0">
                <a:pos x="connsiteX31977" y="connsiteY31977"/>
              </a:cxn>
              <a:cxn ang="0">
                <a:pos x="connsiteX31978" y="connsiteY31978"/>
              </a:cxn>
              <a:cxn ang="0">
                <a:pos x="connsiteX31979" y="connsiteY31979"/>
              </a:cxn>
              <a:cxn ang="0">
                <a:pos x="connsiteX31980" y="connsiteY31980"/>
              </a:cxn>
              <a:cxn ang="0">
                <a:pos x="connsiteX31981" y="connsiteY31981"/>
              </a:cxn>
              <a:cxn ang="0">
                <a:pos x="connsiteX31982" y="connsiteY31982"/>
              </a:cxn>
              <a:cxn ang="0">
                <a:pos x="connsiteX31983" y="connsiteY31983"/>
              </a:cxn>
              <a:cxn ang="0">
                <a:pos x="connsiteX31984" y="connsiteY31984"/>
              </a:cxn>
              <a:cxn ang="0">
                <a:pos x="connsiteX31985" y="connsiteY31985"/>
              </a:cxn>
              <a:cxn ang="0">
                <a:pos x="connsiteX31986" y="connsiteY31986"/>
              </a:cxn>
              <a:cxn ang="0">
                <a:pos x="connsiteX31987" y="connsiteY31987"/>
              </a:cxn>
              <a:cxn ang="0">
                <a:pos x="connsiteX31988" y="connsiteY31988"/>
              </a:cxn>
              <a:cxn ang="0">
                <a:pos x="connsiteX31989" y="connsiteY31989"/>
              </a:cxn>
              <a:cxn ang="0">
                <a:pos x="connsiteX31990" y="connsiteY31990"/>
              </a:cxn>
              <a:cxn ang="0">
                <a:pos x="connsiteX31991" y="connsiteY31991"/>
              </a:cxn>
              <a:cxn ang="0">
                <a:pos x="connsiteX31992" y="connsiteY31992"/>
              </a:cxn>
              <a:cxn ang="0">
                <a:pos x="connsiteX31993" y="connsiteY31993"/>
              </a:cxn>
              <a:cxn ang="0">
                <a:pos x="connsiteX31994" y="connsiteY31994"/>
              </a:cxn>
              <a:cxn ang="0">
                <a:pos x="connsiteX31995" y="connsiteY31995"/>
              </a:cxn>
              <a:cxn ang="0">
                <a:pos x="connsiteX31996" y="connsiteY31996"/>
              </a:cxn>
              <a:cxn ang="0">
                <a:pos x="connsiteX31997" y="connsiteY31997"/>
              </a:cxn>
              <a:cxn ang="0">
                <a:pos x="connsiteX31998" y="connsiteY31998"/>
              </a:cxn>
              <a:cxn ang="0">
                <a:pos x="connsiteX31999" y="connsiteY31999"/>
              </a:cxn>
              <a:cxn ang="0">
                <a:pos x="connsiteX32000" y="connsiteY32000"/>
              </a:cxn>
              <a:cxn ang="0">
                <a:pos x="connsiteX32001" y="connsiteY32001"/>
              </a:cxn>
              <a:cxn ang="0">
                <a:pos x="connsiteX32002" y="connsiteY32002"/>
              </a:cxn>
              <a:cxn ang="0">
                <a:pos x="connsiteX32003" y="connsiteY32003"/>
              </a:cxn>
              <a:cxn ang="0">
                <a:pos x="connsiteX32004" y="connsiteY32004"/>
              </a:cxn>
              <a:cxn ang="0">
                <a:pos x="connsiteX32005" y="connsiteY32005"/>
              </a:cxn>
              <a:cxn ang="0">
                <a:pos x="connsiteX32006" y="connsiteY32006"/>
              </a:cxn>
              <a:cxn ang="0">
                <a:pos x="connsiteX32007" y="connsiteY32007"/>
              </a:cxn>
              <a:cxn ang="0">
                <a:pos x="connsiteX32008" y="connsiteY32008"/>
              </a:cxn>
              <a:cxn ang="0">
                <a:pos x="connsiteX32009" y="connsiteY32009"/>
              </a:cxn>
              <a:cxn ang="0">
                <a:pos x="connsiteX32010" y="connsiteY32010"/>
              </a:cxn>
              <a:cxn ang="0">
                <a:pos x="connsiteX32011" y="connsiteY32011"/>
              </a:cxn>
              <a:cxn ang="0">
                <a:pos x="connsiteX32012" y="connsiteY32012"/>
              </a:cxn>
              <a:cxn ang="0">
                <a:pos x="connsiteX32013" y="connsiteY32013"/>
              </a:cxn>
              <a:cxn ang="0">
                <a:pos x="connsiteX32014" y="connsiteY32014"/>
              </a:cxn>
              <a:cxn ang="0">
                <a:pos x="connsiteX32015" y="connsiteY32015"/>
              </a:cxn>
              <a:cxn ang="0">
                <a:pos x="connsiteX32016" y="connsiteY32016"/>
              </a:cxn>
              <a:cxn ang="0">
                <a:pos x="connsiteX32017" y="connsiteY32017"/>
              </a:cxn>
              <a:cxn ang="0">
                <a:pos x="connsiteX32018" y="connsiteY32018"/>
              </a:cxn>
              <a:cxn ang="0">
                <a:pos x="connsiteX32019" y="connsiteY32019"/>
              </a:cxn>
              <a:cxn ang="0">
                <a:pos x="connsiteX32020" y="connsiteY32020"/>
              </a:cxn>
              <a:cxn ang="0">
                <a:pos x="connsiteX32021" y="connsiteY32021"/>
              </a:cxn>
              <a:cxn ang="0">
                <a:pos x="connsiteX32022" y="connsiteY32022"/>
              </a:cxn>
              <a:cxn ang="0">
                <a:pos x="connsiteX32023" y="connsiteY32023"/>
              </a:cxn>
              <a:cxn ang="0">
                <a:pos x="connsiteX32024" y="connsiteY32024"/>
              </a:cxn>
              <a:cxn ang="0">
                <a:pos x="connsiteX32025" y="connsiteY32025"/>
              </a:cxn>
              <a:cxn ang="0">
                <a:pos x="connsiteX32026" y="connsiteY32026"/>
              </a:cxn>
              <a:cxn ang="0">
                <a:pos x="connsiteX32027" y="connsiteY32027"/>
              </a:cxn>
              <a:cxn ang="0">
                <a:pos x="connsiteX32028" y="connsiteY32028"/>
              </a:cxn>
              <a:cxn ang="0">
                <a:pos x="connsiteX32029" y="connsiteY32029"/>
              </a:cxn>
              <a:cxn ang="0">
                <a:pos x="connsiteX32030" y="connsiteY32030"/>
              </a:cxn>
              <a:cxn ang="0">
                <a:pos x="connsiteX32031" y="connsiteY32031"/>
              </a:cxn>
              <a:cxn ang="0">
                <a:pos x="connsiteX32032" y="connsiteY32032"/>
              </a:cxn>
              <a:cxn ang="0">
                <a:pos x="connsiteX32033" y="connsiteY32033"/>
              </a:cxn>
              <a:cxn ang="0">
                <a:pos x="connsiteX32034" y="connsiteY32034"/>
              </a:cxn>
              <a:cxn ang="0">
                <a:pos x="connsiteX32035" y="connsiteY32035"/>
              </a:cxn>
              <a:cxn ang="0">
                <a:pos x="connsiteX32036" y="connsiteY32036"/>
              </a:cxn>
              <a:cxn ang="0">
                <a:pos x="connsiteX32037" y="connsiteY32037"/>
              </a:cxn>
              <a:cxn ang="0">
                <a:pos x="connsiteX32038" y="connsiteY32038"/>
              </a:cxn>
              <a:cxn ang="0">
                <a:pos x="connsiteX32039" y="connsiteY32039"/>
              </a:cxn>
              <a:cxn ang="0">
                <a:pos x="connsiteX32040" y="connsiteY32040"/>
              </a:cxn>
              <a:cxn ang="0">
                <a:pos x="connsiteX32041" y="connsiteY32041"/>
              </a:cxn>
              <a:cxn ang="0">
                <a:pos x="connsiteX32042" y="connsiteY32042"/>
              </a:cxn>
              <a:cxn ang="0">
                <a:pos x="connsiteX32043" y="connsiteY32043"/>
              </a:cxn>
              <a:cxn ang="0">
                <a:pos x="connsiteX32044" y="connsiteY32044"/>
              </a:cxn>
              <a:cxn ang="0">
                <a:pos x="connsiteX32045" y="connsiteY32045"/>
              </a:cxn>
              <a:cxn ang="0">
                <a:pos x="connsiteX32046" y="connsiteY32046"/>
              </a:cxn>
              <a:cxn ang="0">
                <a:pos x="connsiteX32047" y="connsiteY32047"/>
              </a:cxn>
              <a:cxn ang="0">
                <a:pos x="connsiteX32048" y="connsiteY32048"/>
              </a:cxn>
              <a:cxn ang="0">
                <a:pos x="connsiteX32049" y="connsiteY32049"/>
              </a:cxn>
              <a:cxn ang="0">
                <a:pos x="connsiteX32050" y="connsiteY32050"/>
              </a:cxn>
              <a:cxn ang="0">
                <a:pos x="connsiteX32051" y="connsiteY32051"/>
              </a:cxn>
              <a:cxn ang="0">
                <a:pos x="connsiteX32052" y="connsiteY32052"/>
              </a:cxn>
              <a:cxn ang="0">
                <a:pos x="connsiteX32053" y="connsiteY32053"/>
              </a:cxn>
              <a:cxn ang="0">
                <a:pos x="connsiteX32054" y="connsiteY32054"/>
              </a:cxn>
              <a:cxn ang="0">
                <a:pos x="connsiteX32055" y="connsiteY32055"/>
              </a:cxn>
              <a:cxn ang="0">
                <a:pos x="connsiteX32056" y="connsiteY32056"/>
              </a:cxn>
              <a:cxn ang="0">
                <a:pos x="connsiteX32057" y="connsiteY32057"/>
              </a:cxn>
              <a:cxn ang="0">
                <a:pos x="connsiteX32058" y="connsiteY32058"/>
              </a:cxn>
              <a:cxn ang="0">
                <a:pos x="connsiteX32059" y="connsiteY32059"/>
              </a:cxn>
              <a:cxn ang="0">
                <a:pos x="connsiteX32060" y="connsiteY32060"/>
              </a:cxn>
              <a:cxn ang="0">
                <a:pos x="connsiteX32061" y="connsiteY32061"/>
              </a:cxn>
              <a:cxn ang="0">
                <a:pos x="connsiteX32062" y="connsiteY32062"/>
              </a:cxn>
              <a:cxn ang="0">
                <a:pos x="connsiteX32063" y="connsiteY32063"/>
              </a:cxn>
              <a:cxn ang="0">
                <a:pos x="connsiteX32064" y="connsiteY32064"/>
              </a:cxn>
              <a:cxn ang="0">
                <a:pos x="connsiteX32065" y="connsiteY32065"/>
              </a:cxn>
              <a:cxn ang="0">
                <a:pos x="connsiteX32066" y="connsiteY32066"/>
              </a:cxn>
              <a:cxn ang="0">
                <a:pos x="connsiteX32067" y="connsiteY32067"/>
              </a:cxn>
              <a:cxn ang="0">
                <a:pos x="connsiteX32068" y="connsiteY32068"/>
              </a:cxn>
              <a:cxn ang="0">
                <a:pos x="connsiteX32069" y="connsiteY32069"/>
              </a:cxn>
              <a:cxn ang="0">
                <a:pos x="connsiteX32070" y="connsiteY32070"/>
              </a:cxn>
              <a:cxn ang="0">
                <a:pos x="connsiteX32071" y="connsiteY32071"/>
              </a:cxn>
              <a:cxn ang="0">
                <a:pos x="connsiteX32072" y="connsiteY32072"/>
              </a:cxn>
              <a:cxn ang="0">
                <a:pos x="connsiteX32073" y="connsiteY32073"/>
              </a:cxn>
              <a:cxn ang="0">
                <a:pos x="connsiteX32074" y="connsiteY32074"/>
              </a:cxn>
              <a:cxn ang="0">
                <a:pos x="connsiteX32075" y="connsiteY32075"/>
              </a:cxn>
              <a:cxn ang="0">
                <a:pos x="connsiteX32076" y="connsiteY32076"/>
              </a:cxn>
              <a:cxn ang="0">
                <a:pos x="connsiteX32077" y="connsiteY32077"/>
              </a:cxn>
              <a:cxn ang="0">
                <a:pos x="connsiteX32078" y="connsiteY32078"/>
              </a:cxn>
              <a:cxn ang="0">
                <a:pos x="connsiteX32079" y="connsiteY32079"/>
              </a:cxn>
              <a:cxn ang="0">
                <a:pos x="connsiteX32080" y="connsiteY32080"/>
              </a:cxn>
              <a:cxn ang="0">
                <a:pos x="connsiteX32081" y="connsiteY32081"/>
              </a:cxn>
              <a:cxn ang="0">
                <a:pos x="connsiteX32082" y="connsiteY32082"/>
              </a:cxn>
              <a:cxn ang="0">
                <a:pos x="connsiteX32083" y="connsiteY32083"/>
              </a:cxn>
              <a:cxn ang="0">
                <a:pos x="connsiteX32084" y="connsiteY32084"/>
              </a:cxn>
              <a:cxn ang="0">
                <a:pos x="connsiteX32085" y="connsiteY32085"/>
              </a:cxn>
              <a:cxn ang="0">
                <a:pos x="connsiteX32086" y="connsiteY32086"/>
              </a:cxn>
              <a:cxn ang="0">
                <a:pos x="connsiteX32087" y="connsiteY32087"/>
              </a:cxn>
              <a:cxn ang="0">
                <a:pos x="connsiteX32088" y="connsiteY32088"/>
              </a:cxn>
              <a:cxn ang="0">
                <a:pos x="connsiteX32089" y="connsiteY32089"/>
              </a:cxn>
              <a:cxn ang="0">
                <a:pos x="connsiteX32090" y="connsiteY32090"/>
              </a:cxn>
              <a:cxn ang="0">
                <a:pos x="connsiteX32091" y="connsiteY32091"/>
              </a:cxn>
              <a:cxn ang="0">
                <a:pos x="connsiteX32092" y="connsiteY32092"/>
              </a:cxn>
              <a:cxn ang="0">
                <a:pos x="connsiteX32093" y="connsiteY32093"/>
              </a:cxn>
              <a:cxn ang="0">
                <a:pos x="connsiteX32094" y="connsiteY32094"/>
              </a:cxn>
              <a:cxn ang="0">
                <a:pos x="connsiteX32095" y="connsiteY32095"/>
              </a:cxn>
              <a:cxn ang="0">
                <a:pos x="connsiteX32096" y="connsiteY32096"/>
              </a:cxn>
              <a:cxn ang="0">
                <a:pos x="connsiteX32097" y="connsiteY32097"/>
              </a:cxn>
              <a:cxn ang="0">
                <a:pos x="connsiteX32098" y="connsiteY32098"/>
              </a:cxn>
              <a:cxn ang="0">
                <a:pos x="connsiteX32099" y="connsiteY32099"/>
              </a:cxn>
              <a:cxn ang="0">
                <a:pos x="connsiteX32100" y="connsiteY32100"/>
              </a:cxn>
              <a:cxn ang="0">
                <a:pos x="connsiteX32101" y="connsiteY32101"/>
              </a:cxn>
              <a:cxn ang="0">
                <a:pos x="connsiteX32102" y="connsiteY32102"/>
              </a:cxn>
              <a:cxn ang="0">
                <a:pos x="connsiteX32103" y="connsiteY32103"/>
              </a:cxn>
              <a:cxn ang="0">
                <a:pos x="connsiteX32104" y="connsiteY32104"/>
              </a:cxn>
              <a:cxn ang="0">
                <a:pos x="connsiteX32105" y="connsiteY32105"/>
              </a:cxn>
              <a:cxn ang="0">
                <a:pos x="connsiteX32106" y="connsiteY32106"/>
              </a:cxn>
              <a:cxn ang="0">
                <a:pos x="connsiteX32107" y="connsiteY32107"/>
              </a:cxn>
              <a:cxn ang="0">
                <a:pos x="connsiteX32108" y="connsiteY32108"/>
              </a:cxn>
              <a:cxn ang="0">
                <a:pos x="connsiteX32109" y="connsiteY32109"/>
              </a:cxn>
              <a:cxn ang="0">
                <a:pos x="connsiteX32110" y="connsiteY32110"/>
              </a:cxn>
              <a:cxn ang="0">
                <a:pos x="connsiteX32111" y="connsiteY32111"/>
              </a:cxn>
              <a:cxn ang="0">
                <a:pos x="connsiteX32112" y="connsiteY32112"/>
              </a:cxn>
              <a:cxn ang="0">
                <a:pos x="connsiteX32113" y="connsiteY32113"/>
              </a:cxn>
              <a:cxn ang="0">
                <a:pos x="connsiteX32114" y="connsiteY32114"/>
              </a:cxn>
              <a:cxn ang="0">
                <a:pos x="connsiteX32115" y="connsiteY32115"/>
              </a:cxn>
              <a:cxn ang="0">
                <a:pos x="connsiteX32116" y="connsiteY32116"/>
              </a:cxn>
              <a:cxn ang="0">
                <a:pos x="connsiteX32117" y="connsiteY32117"/>
              </a:cxn>
              <a:cxn ang="0">
                <a:pos x="connsiteX32118" y="connsiteY32118"/>
              </a:cxn>
              <a:cxn ang="0">
                <a:pos x="connsiteX32119" y="connsiteY32119"/>
              </a:cxn>
              <a:cxn ang="0">
                <a:pos x="connsiteX32120" y="connsiteY32120"/>
              </a:cxn>
              <a:cxn ang="0">
                <a:pos x="connsiteX32121" y="connsiteY32121"/>
              </a:cxn>
              <a:cxn ang="0">
                <a:pos x="connsiteX32122" y="connsiteY32122"/>
              </a:cxn>
              <a:cxn ang="0">
                <a:pos x="connsiteX32123" y="connsiteY32123"/>
              </a:cxn>
              <a:cxn ang="0">
                <a:pos x="connsiteX32124" y="connsiteY32124"/>
              </a:cxn>
              <a:cxn ang="0">
                <a:pos x="connsiteX32125" y="connsiteY32125"/>
              </a:cxn>
              <a:cxn ang="0">
                <a:pos x="connsiteX32126" y="connsiteY32126"/>
              </a:cxn>
              <a:cxn ang="0">
                <a:pos x="connsiteX32127" y="connsiteY32127"/>
              </a:cxn>
              <a:cxn ang="0">
                <a:pos x="connsiteX32128" y="connsiteY32128"/>
              </a:cxn>
              <a:cxn ang="0">
                <a:pos x="connsiteX32129" y="connsiteY32129"/>
              </a:cxn>
              <a:cxn ang="0">
                <a:pos x="connsiteX32130" y="connsiteY32130"/>
              </a:cxn>
              <a:cxn ang="0">
                <a:pos x="connsiteX32131" y="connsiteY32131"/>
              </a:cxn>
              <a:cxn ang="0">
                <a:pos x="connsiteX32132" y="connsiteY32132"/>
              </a:cxn>
              <a:cxn ang="0">
                <a:pos x="connsiteX32133" y="connsiteY32133"/>
              </a:cxn>
              <a:cxn ang="0">
                <a:pos x="connsiteX32134" y="connsiteY32134"/>
              </a:cxn>
              <a:cxn ang="0">
                <a:pos x="connsiteX32135" y="connsiteY32135"/>
              </a:cxn>
              <a:cxn ang="0">
                <a:pos x="connsiteX32136" y="connsiteY32136"/>
              </a:cxn>
              <a:cxn ang="0">
                <a:pos x="connsiteX32137" y="connsiteY32137"/>
              </a:cxn>
              <a:cxn ang="0">
                <a:pos x="connsiteX32138" y="connsiteY32138"/>
              </a:cxn>
              <a:cxn ang="0">
                <a:pos x="connsiteX32139" y="connsiteY32139"/>
              </a:cxn>
              <a:cxn ang="0">
                <a:pos x="connsiteX32140" y="connsiteY32140"/>
              </a:cxn>
              <a:cxn ang="0">
                <a:pos x="connsiteX32141" y="connsiteY32141"/>
              </a:cxn>
              <a:cxn ang="0">
                <a:pos x="connsiteX32142" y="connsiteY32142"/>
              </a:cxn>
              <a:cxn ang="0">
                <a:pos x="connsiteX32143" y="connsiteY32143"/>
              </a:cxn>
              <a:cxn ang="0">
                <a:pos x="connsiteX32144" y="connsiteY32144"/>
              </a:cxn>
              <a:cxn ang="0">
                <a:pos x="connsiteX32145" y="connsiteY32145"/>
              </a:cxn>
              <a:cxn ang="0">
                <a:pos x="connsiteX32146" y="connsiteY32146"/>
              </a:cxn>
              <a:cxn ang="0">
                <a:pos x="connsiteX32147" y="connsiteY32147"/>
              </a:cxn>
              <a:cxn ang="0">
                <a:pos x="connsiteX32148" y="connsiteY32148"/>
              </a:cxn>
              <a:cxn ang="0">
                <a:pos x="connsiteX32149" y="connsiteY32149"/>
              </a:cxn>
              <a:cxn ang="0">
                <a:pos x="connsiteX32150" y="connsiteY32150"/>
              </a:cxn>
              <a:cxn ang="0">
                <a:pos x="connsiteX32151" y="connsiteY32151"/>
              </a:cxn>
              <a:cxn ang="0">
                <a:pos x="connsiteX32152" y="connsiteY32152"/>
              </a:cxn>
              <a:cxn ang="0">
                <a:pos x="connsiteX32153" y="connsiteY32153"/>
              </a:cxn>
              <a:cxn ang="0">
                <a:pos x="connsiteX32154" y="connsiteY32154"/>
              </a:cxn>
              <a:cxn ang="0">
                <a:pos x="connsiteX32155" y="connsiteY32155"/>
              </a:cxn>
              <a:cxn ang="0">
                <a:pos x="connsiteX32156" y="connsiteY32156"/>
              </a:cxn>
              <a:cxn ang="0">
                <a:pos x="connsiteX32157" y="connsiteY32157"/>
              </a:cxn>
              <a:cxn ang="0">
                <a:pos x="connsiteX32158" y="connsiteY32158"/>
              </a:cxn>
              <a:cxn ang="0">
                <a:pos x="connsiteX32159" y="connsiteY32159"/>
              </a:cxn>
              <a:cxn ang="0">
                <a:pos x="connsiteX32160" y="connsiteY32160"/>
              </a:cxn>
              <a:cxn ang="0">
                <a:pos x="connsiteX32161" y="connsiteY32161"/>
              </a:cxn>
              <a:cxn ang="0">
                <a:pos x="connsiteX32162" y="connsiteY32162"/>
              </a:cxn>
              <a:cxn ang="0">
                <a:pos x="connsiteX32163" y="connsiteY32163"/>
              </a:cxn>
              <a:cxn ang="0">
                <a:pos x="connsiteX32164" y="connsiteY32164"/>
              </a:cxn>
              <a:cxn ang="0">
                <a:pos x="connsiteX32165" y="connsiteY32165"/>
              </a:cxn>
              <a:cxn ang="0">
                <a:pos x="connsiteX32166" y="connsiteY32166"/>
              </a:cxn>
              <a:cxn ang="0">
                <a:pos x="connsiteX32167" y="connsiteY32167"/>
              </a:cxn>
              <a:cxn ang="0">
                <a:pos x="connsiteX32168" y="connsiteY32168"/>
              </a:cxn>
              <a:cxn ang="0">
                <a:pos x="connsiteX32169" y="connsiteY32169"/>
              </a:cxn>
              <a:cxn ang="0">
                <a:pos x="connsiteX32170" y="connsiteY32170"/>
              </a:cxn>
              <a:cxn ang="0">
                <a:pos x="connsiteX32171" y="connsiteY32171"/>
              </a:cxn>
              <a:cxn ang="0">
                <a:pos x="connsiteX32172" y="connsiteY32172"/>
              </a:cxn>
              <a:cxn ang="0">
                <a:pos x="connsiteX32173" y="connsiteY32173"/>
              </a:cxn>
              <a:cxn ang="0">
                <a:pos x="connsiteX32174" y="connsiteY32174"/>
              </a:cxn>
              <a:cxn ang="0">
                <a:pos x="connsiteX32175" y="connsiteY32175"/>
              </a:cxn>
              <a:cxn ang="0">
                <a:pos x="connsiteX32176" y="connsiteY32176"/>
              </a:cxn>
              <a:cxn ang="0">
                <a:pos x="connsiteX32177" y="connsiteY32177"/>
              </a:cxn>
              <a:cxn ang="0">
                <a:pos x="connsiteX32178" y="connsiteY32178"/>
              </a:cxn>
              <a:cxn ang="0">
                <a:pos x="connsiteX32179" y="connsiteY32179"/>
              </a:cxn>
              <a:cxn ang="0">
                <a:pos x="connsiteX32180" y="connsiteY32180"/>
              </a:cxn>
              <a:cxn ang="0">
                <a:pos x="connsiteX32181" y="connsiteY32181"/>
              </a:cxn>
              <a:cxn ang="0">
                <a:pos x="connsiteX32182" y="connsiteY32182"/>
              </a:cxn>
              <a:cxn ang="0">
                <a:pos x="connsiteX32183" y="connsiteY32183"/>
              </a:cxn>
              <a:cxn ang="0">
                <a:pos x="connsiteX32184" y="connsiteY32184"/>
              </a:cxn>
              <a:cxn ang="0">
                <a:pos x="connsiteX32185" y="connsiteY32185"/>
              </a:cxn>
              <a:cxn ang="0">
                <a:pos x="connsiteX32186" y="connsiteY32186"/>
              </a:cxn>
              <a:cxn ang="0">
                <a:pos x="connsiteX32187" y="connsiteY32187"/>
              </a:cxn>
              <a:cxn ang="0">
                <a:pos x="connsiteX32188" y="connsiteY32188"/>
              </a:cxn>
              <a:cxn ang="0">
                <a:pos x="connsiteX32189" y="connsiteY32189"/>
              </a:cxn>
              <a:cxn ang="0">
                <a:pos x="connsiteX32190" y="connsiteY32190"/>
              </a:cxn>
              <a:cxn ang="0">
                <a:pos x="connsiteX32191" y="connsiteY32191"/>
              </a:cxn>
              <a:cxn ang="0">
                <a:pos x="connsiteX32192" y="connsiteY32192"/>
              </a:cxn>
              <a:cxn ang="0">
                <a:pos x="connsiteX32193" y="connsiteY32193"/>
              </a:cxn>
              <a:cxn ang="0">
                <a:pos x="connsiteX32194" y="connsiteY32194"/>
              </a:cxn>
              <a:cxn ang="0">
                <a:pos x="connsiteX32195" y="connsiteY32195"/>
              </a:cxn>
              <a:cxn ang="0">
                <a:pos x="connsiteX32196" y="connsiteY32196"/>
              </a:cxn>
              <a:cxn ang="0">
                <a:pos x="connsiteX32197" y="connsiteY32197"/>
              </a:cxn>
              <a:cxn ang="0">
                <a:pos x="connsiteX32198" y="connsiteY32198"/>
              </a:cxn>
              <a:cxn ang="0">
                <a:pos x="connsiteX32199" y="connsiteY32199"/>
              </a:cxn>
              <a:cxn ang="0">
                <a:pos x="connsiteX32200" y="connsiteY32200"/>
              </a:cxn>
              <a:cxn ang="0">
                <a:pos x="connsiteX32201" y="connsiteY32201"/>
              </a:cxn>
              <a:cxn ang="0">
                <a:pos x="connsiteX32202" y="connsiteY32202"/>
              </a:cxn>
              <a:cxn ang="0">
                <a:pos x="connsiteX32203" y="connsiteY32203"/>
              </a:cxn>
              <a:cxn ang="0">
                <a:pos x="connsiteX32204" y="connsiteY32204"/>
              </a:cxn>
              <a:cxn ang="0">
                <a:pos x="connsiteX32205" y="connsiteY32205"/>
              </a:cxn>
              <a:cxn ang="0">
                <a:pos x="connsiteX32206" y="connsiteY32206"/>
              </a:cxn>
              <a:cxn ang="0">
                <a:pos x="connsiteX32207" y="connsiteY32207"/>
              </a:cxn>
              <a:cxn ang="0">
                <a:pos x="connsiteX32208" y="connsiteY32208"/>
              </a:cxn>
              <a:cxn ang="0">
                <a:pos x="connsiteX32209" y="connsiteY32209"/>
              </a:cxn>
              <a:cxn ang="0">
                <a:pos x="connsiteX32210" y="connsiteY32210"/>
              </a:cxn>
              <a:cxn ang="0">
                <a:pos x="connsiteX32211" y="connsiteY32211"/>
              </a:cxn>
              <a:cxn ang="0">
                <a:pos x="connsiteX32212" y="connsiteY32212"/>
              </a:cxn>
              <a:cxn ang="0">
                <a:pos x="connsiteX32213" y="connsiteY32213"/>
              </a:cxn>
              <a:cxn ang="0">
                <a:pos x="connsiteX32214" y="connsiteY32214"/>
              </a:cxn>
              <a:cxn ang="0">
                <a:pos x="connsiteX32215" y="connsiteY32215"/>
              </a:cxn>
              <a:cxn ang="0">
                <a:pos x="connsiteX32216" y="connsiteY32216"/>
              </a:cxn>
              <a:cxn ang="0">
                <a:pos x="connsiteX32217" y="connsiteY32217"/>
              </a:cxn>
              <a:cxn ang="0">
                <a:pos x="connsiteX32218" y="connsiteY32218"/>
              </a:cxn>
              <a:cxn ang="0">
                <a:pos x="connsiteX32219" y="connsiteY32219"/>
              </a:cxn>
              <a:cxn ang="0">
                <a:pos x="connsiteX32220" y="connsiteY32220"/>
              </a:cxn>
              <a:cxn ang="0">
                <a:pos x="connsiteX32221" y="connsiteY32221"/>
              </a:cxn>
              <a:cxn ang="0">
                <a:pos x="connsiteX32222" y="connsiteY32222"/>
              </a:cxn>
              <a:cxn ang="0">
                <a:pos x="connsiteX32223" y="connsiteY32223"/>
              </a:cxn>
              <a:cxn ang="0">
                <a:pos x="connsiteX32224" y="connsiteY32224"/>
              </a:cxn>
              <a:cxn ang="0">
                <a:pos x="connsiteX32225" y="connsiteY32225"/>
              </a:cxn>
              <a:cxn ang="0">
                <a:pos x="connsiteX32226" y="connsiteY32226"/>
              </a:cxn>
              <a:cxn ang="0">
                <a:pos x="connsiteX32227" y="connsiteY32227"/>
              </a:cxn>
              <a:cxn ang="0">
                <a:pos x="connsiteX32228" y="connsiteY32228"/>
              </a:cxn>
              <a:cxn ang="0">
                <a:pos x="connsiteX32229" y="connsiteY32229"/>
              </a:cxn>
              <a:cxn ang="0">
                <a:pos x="connsiteX32230" y="connsiteY32230"/>
              </a:cxn>
              <a:cxn ang="0">
                <a:pos x="connsiteX32231" y="connsiteY32231"/>
              </a:cxn>
              <a:cxn ang="0">
                <a:pos x="connsiteX32232" y="connsiteY32232"/>
              </a:cxn>
              <a:cxn ang="0">
                <a:pos x="connsiteX32233" y="connsiteY32233"/>
              </a:cxn>
              <a:cxn ang="0">
                <a:pos x="connsiteX32234" y="connsiteY32234"/>
              </a:cxn>
              <a:cxn ang="0">
                <a:pos x="connsiteX32235" y="connsiteY32235"/>
              </a:cxn>
              <a:cxn ang="0">
                <a:pos x="connsiteX32236" y="connsiteY32236"/>
              </a:cxn>
              <a:cxn ang="0">
                <a:pos x="connsiteX32237" y="connsiteY32237"/>
              </a:cxn>
              <a:cxn ang="0">
                <a:pos x="connsiteX32238" y="connsiteY32238"/>
              </a:cxn>
              <a:cxn ang="0">
                <a:pos x="connsiteX32239" y="connsiteY32239"/>
              </a:cxn>
              <a:cxn ang="0">
                <a:pos x="connsiteX32240" y="connsiteY32240"/>
              </a:cxn>
              <a:cxn ang="0">
                <a:pos x="connsiteX32241" y="connsiteY32241"/>
              </a:cxn>
              <a:cxn ang="0">
                <a:pos x="connsiteX32242" y="connsiteY32242"/>
              </a:cxn>
              <a:cxn ang="0">
                <a:pos x="connsiteX32243" y="connsiteY32243"/>
              </a:cxn>
              <a:cxn ang="0">
                <a:pos x="connsiteX32244" y="connsiteY32244"/>
              </a:cxn>
              <a:cxn ang="0">
                <a:pos x="connsiteX32245" y="connsiteY32245"/>
              </a:cxn>
              <a:cxn ang="0">
                <a:pos x="connsiteX32246" y="connsiteY32246"/>
              </a:cxn>
              <a:cxn ang="0">
                <a:pos x="connsiteX32247" y="connsiteY32247"/>
              </a:cxn>
              <a:cxn ang="0">
                <a:pos x="connsiteX32248" y="connsiteY32248"/>
              </a:cxn>
              <a:cxn ang="0">
                <a:pos x="connsiteX32249" y="connsiteY32249"/>
              </a:cxn>
              <a:cxn ang="0">
                <a:pos x="connsiteX32250" y="connsiteY32250"/>
              </a:cxn>
              <a:cxn ang="0">
                <a:pos x="connsiteX32251" y="connsiteY32251"/>
              </a:cxn>
              <a:cxn ang="0">
                <a:pos x="connsiteX32252" y="connsiteY32252"/>
              </a:cxn>
              <a:cxn ang="0">
                <a:pos x="connsiteX32253" y="connsiteY32253"/>
              </a:cxn>
              <a:cxn ang="0">
                <a:pos x="connsiteX32254" y="connsiteY32254"/>
              </a:cxn>
              <a:cxn ang="0">
                <a:pos x="connsiteX32255" y="connsiteY32255"/>
              </a:cxn>
              <a:cxn ang="0">
                <a:pos x="connsiteX32256" y="connsiteY32256"/>
              </a:cxn>
              <a:cxn ang="0">
                <a:pos x="connsiteX32257" y="connsiteY32257"/>
              </a:cxn>
              <a:cxn ang="0">
                <a:pos x="connsiteX32258" y="connsiteY32258"/>
              </a:cxn>
              <a:cxn ang="0">
                <a:pos x="connsiteX32259" y="connsiteY32259"/>
              </a:cxn>
              <a:cxn ang="0">
                <a:pos x="connsiteX32260" y="connsiteY32260"/>
              </a:cxn>
              <a:cxn ang="0">
                <a:pos x="connsiteX32261" y="connsiteY32261"/>
              </a:cxn>
              <a:cxn ang="0">
                <a:pos x="connsiteX32262" y="connsiteY32262"/>
              </a:cxn>
              <a:cxn ang="0">
                <a:pos x="connsiteX32263" y="connsiteY32263"/>
              </a:cxn>
              <a:cxn ang="0">
                <a:pos x="connsiteX32264" y="connsiteY32264"/>
              </a:cxn>
              <a:cxn ang="0">
                <a:pos x="connsiteX32265" y="connsiteY32265"/>
              </a:cxn>
              <a:cxn ang="0">
                <a:pos x="connsiteX32266" y="connsiteY32266"/>
              </a:cxn>
              <a:cxn ang="0">
                <a:pos x="connsiteX32267" y="connsiteY32267"/>
              </a:cxn>
              <a:cxn ang="0">
                <a:pos x="connsiteX32268" y="connsiteY32268"/>
              </a:cxn>
              <a:cxn ang="0">
                <a:pos x="connsiteX32269" y="connsiteY32269"/>
              </a:cxn>
              <a:cxn ang="0">
                <a:pos x="connsiteX32270" y="connsiteY32270"/>
              </a:cxn>
              <a:cxn ang="0">
                <a:pos x="connsiteX32271" y="connsiteY32271"/>
              </a:cxn>
              <a:cxn ang="0">
                <a:pos x="connsiteX32272" y="connsiteY32272"/>
              </a:cxn>
              <a:cxn ang="0">
                <a:pos x="connsiteX32273" y="connsiteY32273"/>
              </a:cxn>
              <a:cxn ang="0">
                <a:pos x="connsiteX32274" y="connsiteY32274"/>
              </a:cxn>
              <a:cxn ang="0">
                <a:pos x="connsiteX32275" y="connsiteY32275"/>
              </a:cxn>
              <a:cxn ang="0">
                <a:pos x="connsiteX32276" y="connsiteY32276"/>
              </a:cxn>
              <a:cxn ang="0">
                <a:pos x="connsiteX32277" y="connsiteY32277"/>
              </a:cxn>
              <a:cxn ang="0">
                <a:pos x="connsiteX32278" y="connsiteY32278"/>
              </a:cxn>
              <a:cxn ang="0">
                <a:pos x="connsiteX32279" y="connsiteY32279"/>
              </a:cxn>
              <a:cxn ang="0">
                <a:pos x="connsiteX32280" y="connsiteY32280"/>
              </a:cxn>
              <a:cxn ang="0">
                <a:pos x="connsiteX32281" y="connsiteY32281"/>
              </a:cxn>
              <a:cxn ang="0">
                <a:pos x="connsiteX32282" y="connsiteY32282"/>
              </a:cxn>
              <a:cxn ang="0">
                <a:pos x="connsiteX32283" y="connsiteY32283"/>
              </a:cxn>
              <a:cxn ang="0">
                <a:pos x="connsiteX32284" y="connsiteY32284"/>
              </a:cxn>
              <a:cxn ang="0">
                <a:pos x="connsiteX32285" y="connsiteY32285"/>
              </a:cxn>
              <a:cxn ang="0">
                <a:pos x="connsiteX32286" y="connsiteY32286"/>
              </a:cxn>
              <a:cxn ang="0">
                <a:pos x="connsiteX32287" y="connsiteY32287"/>
              </a:cxn>
              <a:cxn ang="0">
                <a:pos x="connsiteX32288" y="connsiteY32288"/>
              </a:cxn>
              <a:cxn ang="0">
                <a:pos x="connsiteX32289" y="connsiteY32289"/>
              </a:cxn>
              <a:cxn ang="0">
                <a:pos x="connsiteX32290" y="connsiteY32290"/>
              </a:cxn>
              <a:cxn ang="0">
                <a:pos x="connsiteX32291" y="connsiteY32291"/>
              </a:cxn>
              <a:cxn ang="0">
                <a:pos x="connsiteX32292" y="connsiteY32292"/>
              </a:cxn>
              <a:cxn ang="0">
                <a:pos x="connsiteX32293" y="connsiteY32293"/>
              </a:cxn>
              <a:cxn ang="0">
                <a:pos x="connsiteX32294" y="connsiteY32294"/>
              </a:cxn>
              <a:cxn ang="0">
                <a:pos x="connsiteX32295" y="connsiteY32295"/>
              </a:cxn>
              <a:cxn ang="0">
                <a:pos x="connsiteX32296" y="connsiteY32296"/>
              </a:cxn>
              <a:cxn ang="0">
                <a:pos x="connsiteX32297" y="connsiteY32297"/>
              </a:cxn>
              <a:cxn ang="0">
                <a:pos x="connsiteX32298" y="connsiteY32298"/>
              </a:cxn>
              <a:cxn ang="0">
                <a:pos x="connsiteX32299" y="connsiteY32299"/>
              </a:cxn>
              <a:cxn ang="0">
                <a:pos x="connsiteX32300" y="connsiteY32300"/>
              </a:cxn>
              <a:cxn ang="0">
                <a:pos x="connsiteX32301" y="connsiteY32301"/>
              </a:cxn>
              <a:cxn ang="0">
                <a:pos x="connsiteX32302" y="connsiteY32302"/>
              </a:cxn>
              <a:cxn ang="0">
                <a:pos x="connsiteX32303" y="connsiteY32303"/>
              </a:cxn>
              <a:cxn ang="0">
                <a:pos x="connsiteX32304" y="connsiteY32304"/>
              </a:cxn>
              <a:cxn ang="0">
                <a:pos x="connsiteX32305" y="connsiteY32305"/>
              </a:cxn>
              <a:cxn ang="0">
                <a:pos x="connsiteX32306" y="connsiteY32306"/>
              </a:cxn>
              <a:cxn ang="0">
                <a:pos x="connsiteX32307" y="connsiteY32307"/>
              </a:cxn>
              <a:cxn ang="0">
                <a:pos x="connsiteX32308" y="connsiteY32308"/>
              </a:cxn>
              <a:cxn ang="0">
                <a:pos x="connsiteX32309" y="connsiteY32309"/>
              </a:cxn>
              <a:cxn ang="0">
                <a:pos x="connsiteX32310" y="connsiteY32310"/>
              </a:cxn>
              <a:cxn ang="0">
                <a:pos x="connsiteX32311" y="connsiteY32311"/>
              </a:cxn>
              <a:cxn ang="0">
                <a:pos x="connsiteX32312" y="connsiteY32312"/>
              </a:cxn>
              <a:cxn ang="0">
                <a:pos x="connsiteX32313" y="connsiteY32313"/>
              </a:cxn>
              <a:cxn ang="0">
                <a:pos x="connsiteX32314" y="connsiteY32314"/>
              </a:cxn>
              <a:cxn ang="0">
                <a:pos x="connsiteX32315" y="connsiteY32315"/>
              </a:cxn>
              <a:cxn ang="0">
                <a:pos x="connsiteX32316" y="connsiteY32316"/>
              </a:cxn>
              <a:cxn ang="0">
                <a:pos x="connsiteX32317" y="connsiteY32317"/>
              </a:cxn>
              <a:cxn ang="0">
                <a:pos x="connsiteX32318" y="connsiteY32318"/>
              </a:cxn>
              <a:cxn ang="0">
                <a:pos x="connsiteX32319" y="connsiteY32319"/>
              </a:cxn>
              <a:cxn ang="0">
                <a:pos x="connsiteX32320" y="connsiteY32320"/>
              </a:cxn>
              <a:cxn ang="0">
                <a:pos x="connsiteX32321" y="connsiteY32321"/>
              </a:cxn>
              <a:cxn ang="0">
                <a:pos x="connsiteX32322" y="connsiteY32322"/>
              </a:cxn>
              <a:cxn ang="0">
                <a:pos x="connsiteX32323" y="connsiteY32323"/>
              </a:cxn>
              <a:cxn ang="0">
                <a:pos x="connsiteX32324" y="connsiteY32324"/>
              </a:cxn>
              <a:cxn ang="0">
                <a:pos x="connsiteX32325" y="connsiteY32325"/>
              </a:cxn>
              <a:cxn ang="0">
                <a:pos x="connsiteX32326" y="connsiteY32326"/>
              </a:cxn>
              <a:cxn ang="0">
                <a:pos x="connsiteX32327" y="connsiteY32327"/>
              </a:cxn>
              <a:cxn ang="0">
                <a:pos x="connsiteX32328" y="connsiteY32328"/>
              </a:cxn>
              <a:cxn ang="0">
                <a:pos x="connsiteX32329" y="connsiteY32329"/>
              </a:cxn>
              <a:cxn ang="0">
                <a:pos x="connsiteX32330" y="connsiteY32330"/>
              </a:cxn>
              <a:cxn ang="0">
                <a:pos x="connsiteX32331" y="connsiteY32331"/>
              </a:cxn>
              <a:cxn ang="0">
                <a:pos x="connsiteX32332" y="connsiteY32332"/>
              </a:cxn>
              <a:cxn ang="0">
                <a:pos x="connsiteX32333" y="connsiteY32333"/>
              </a:cxn>
              <a:cxn ang="0">
                <a:pos x="connsiteX32334" y="connsiteY32334"/>
              </a:cxn>
              <a:cxn ang="0">
                <a:pos x="connsiteX32335" y="connsiteY32335"/>
              </a:cxn>
              <a:cxn ang="0">
                <a:pos x="connsiteX32336" y="connsiteY32336"/>
              </a:cxn>
              <a:cxn ang="0">
                <a:pos x="connsiteX32337" y="connsiteY32337"/>
              </a:cxn>
              <a:cxn ang="0">
                <a:pos x="connsiteX32338" y="connsiteY32338"/>
              </a:cxn>
              <a:cxn ang="0">
                <a:pos x="connsiteX32339" y="connsiteY32339"/>
              </a:cxn>
              <a:cxn ang="0">
                <a:pos x="connsiteX32340" y="connsiteY32340"/>
              </a:cxn>
              <a:cxn ang="0">
                <a:pos x="connsiteX32341" y="connsiteY32341"/>
              </a:cxn>
              <a:cxn ang="0">
                <a:pos x="connsiteX32342" y="connsiteY32342"/>
              </a:cxn>
              <a:cxn ang="0">
                <a:pos x="connsiteX32343" y="connsiteY32343"/>
              </a:cxn>
              <a:cxn ang="0">
                <a:pos x="connsiteX32344" y="connsiteY32344"/>
              </a:cxn>
              <a:cxn ang="0">
                <a:pos x="connsiteX32345" y="connsiteY32345"/>
              </a:cxn>
              <a:cxn ang="0">
                <a:pos x="connsiteX32346" y="connsiteY32346"/>
              </a:cxn>
              <a:cxn ang="0">
                <a:pos x="connsiteX32347" y="connsiteY32347"/>
              </a:cxn>
              <a:cxn ang="0">
                <a:pos x="connsiteX32348" y="connsiteY32348"/>
              </a:cxn>
              <a:cxn ang="0">
                <a:pos x="connsiteX32349" y="connsiteY32349"/>
              </a:cxn>
              <a:cxn ang="0">
                <a:pos x="connsiteX32350" y="connsiteY32350"/>
              </a:cxn>
              <a:cxn ang="0">
                <a:pos x="connsiteX32351" y="connsiteY32351"/>
              </a:cxn>
              <a:cxn ang="0">
                <a:pos x="connsiteX32352" y="connsiteY32352"/>
              </a:cxn>
              <a:cxn ang="0">
                <a:pos x="connsiteX32353" y="connsiteY32353"/>
              </a:cxn>
              <a:cxn ang="0">
                <a:pos x="connsiteX32354" y="connsiteY32354"/>
              </a:cxn>
              <a:cxn ang="0">
                <a:pos x="connsiteX32355" y="connsiteY32355"/>
              </a:cxn>
              <a:cxn ang="0">
                <a:pos x="connsiteX32356" y="connsiteY32356"/>
              </a:cxn>
              <a:cxn ang="0">
                <a:pos x="connsiteX32357" y="connsiteY32357"/>
              </a:cxn>
              <a:cxn ang="0">
                <a:pos x="connsiteX32358" y="connsiteY32358"/>
              </a:cxn>
              <a:cxn ang="0">
                <a:pos x="connsiteX32359" y="connsiteY32359"/>
              </a:cxn>
              <a:cxn ang="0">
                <a:pos x="connsiteX32360" y="connsiteY32360"/>
              </a:cxn>
              <a:cxn ang="0">
                <a:pos x="connsiteX32361" y="connsiteY32361"/>
              </a:cxn>
              <a:cxn ang="0">
                <a:pos x="connsiteX32362" y="connsiteY32362"/>
              </a:cxn>
              <a:cxn ang="0">
                <a:pos x="connsiteX32363" y="connsiteY32363"/>
              </a:cxn>
              <a:cxn ang="0">
                <a:pos x="connsiteX32364" y="connsiteY32364"/>
              </a:cxn>
              <a:cxn ang="0">
                <a:pos x="connsiteX32365" y="connsiteY32365"/>
              </a:cxn>
              <a:cxn ang="0">
                <a:pos x="connsiteX32366" y="connsiteY32366"/>
              </a:cxn>
              <a:cxn ang="0">
                <a:pos x="connsiteX32367" y="connsiteY32367"/>
              </a:cxn>
              <a:cxn ang="0">
                <a:pos x="connsiteX32368" y="connsiteY32368"/>
              </a:cxn>
              <a:cxn ang="0">
                <a:pos x="connsiteX32369" y="connsiteY32369"/>
              </a:cxn>
              <a:cxn ang="0">
                <a:pos x="connsiteX32370" y="connsiteY32370"/>
              </a:cxn>
              <a:cxn ang="0">
                <a:pos x="connsiteX32371" y="connsiteY32371"/>
              </a:cxn>
              <a:cxn ang="0">
                <a:pos x="connsiteX32372" y="connsiteY32372"/>
              </a:cxn>
              <a:cxn ang="0">
                <a:pos x="connsiteX32373" y="connsiteY32373"/>
              </a:cxn>
              <a:cxn ang="0">
                <a:pos x="connsiteX32374" y="connsiteY32374"/>
              </a:cxn>
              <a:cxn ang="0">
                <a:pos x="connsiteX32375" y="connsiteY32375"/>
              </a:cxn>
              <a:cxn ang="0">
                <a:pos x="connsiteX32376" y="connsiteY32376"/>
              </a:cxn>
              <a:cxn ang="0">
                <a:pos x="connsiteX32377" y="connsiteY32377"/>
              </a:cxn>
              <a:cxn ang="0">
                <a:pos x="connsiteX32378" y="connsiteY32378"/>
              </a:cxn>
              <a:cxn ang="0">
                <a:pos x="connsiteX32379" y="connsiteY32379"/>
              </a:cxn>
              <a:cxn ang="0">
                <a:pos x="connsiteX32380" y="connsiteY32380"/>
              </a:cxn>
              <a:cxn ang="0">
                <a:pos x="connsiteX32381" y="connsiteY32381"/>
              </a:cxn>
              <a:cxn ang="0">
                <a:pos x="connsiteX32382" y="connsiteY32382"/>
              </a:cxn>
              <a:cxn ang="0">
                <a:pos x="connsiteX32383" y="connsiteY32383"/>
              </a:cxn>
              <a:cxn ang="0">
                <a:pos x="connsiteX32384" y="connsiteY32384"/>
              </a:cxn>
              <a:cxn ang="0">
                <a:pos x="connsiteX32385" y="connsiteY32385"/>
              </a:cxn>
              <a:cxn ang="0">
                <a:pos x="connsiteX32386" y="connsiteY32386"/>
              </a:cxn>
              <a:cxn ang="0">
                <a:pos x="connsiteX32387" y="connsiteY32387"/>
              </a:cxn>
              <a:cxn ang="0">
                <a:pos x="connsiteX32388" y="connsiteY32388"/>
              </a:cxn>
              <a:cxn ang="0">
                <a:pos x="connsiteX32389" y="connsiteY32389"/>
              </a:cxn>
              <a:cxn ang="0">
                <a:pos x="connsiteX32390" y="connsiteY32390"/>
              </a:cxn>
              <a:cxn ang="0">
                <a:pos x="connsiteX32391" y="connsiteY32391"/>
              </a:cxn>
              <a:cxn ang="0">
                <a:pos x="connsiteX32392" y="connsiteY32392"/>
              </a:cxn>
              <a:cxn ang="0">
                <a:pos x="connsiteX32393" y="connsiteY32393"/>
              </a:cxn>
              <a:cxn ang="0">
                <a:pos x="connsiteX32394" y="connsiteY32394"/>
              </a:cxn>
              <a:cxn ang="0">
                <a:pos x="connsiteX32395" y="connsiteY32395"/>
              </a:cxn>
              <a:cxn ang="0">
                <a:pos x="connsiteX32396" y="connsiteY32396"/>
              </a:cxn>
              <a:cxn ang="0">
                <a:pos x="connsiteX32397" y="connsiteY32397"/>
              </a:cxn>
              <a:cxn ang="0">
                <a:pos x="connsiteX32398" y="connsiteY32398"/>
              </a:cxn>
              <a:cxn ang="0">
                <a:pos x="connsiteX32399" y="connsiteY32399"/>
              </a:cxn>
              <a:cxn ang="0">
                <a:pos x="connsiteX32400" y="connsiteY32400"/>
              </a:cxn>
              <a:cxn ang="0">
                <a:pos x="connsiteX32401" y="connsiteY32401"/>
              </a:cxn>
              <a:cxn ang="0">
                <a:pos x="connsiteX32402" y="connsiteY32402"/>
              </a:cxn>
              <a:cxn ang="0">
                <a:pos x="connsiteX32403" y="connsiteY32403"/>
              </a:cxn>
              <a:cxn ang="0">
                <a:pos x="connsiteX32404" y="connsiteY32404"/>
              </a:cxn>
              <a:cxn ang="0">
                <a:pos x="connsiteX32405" y="connsiteY32405"/>
              </a:cxn>
              <a:cxn ang="0">
                <a:pos x="connsiteX32406" y="connsiteY32406"/>
              </a:cxn>
              <a:cxn ang="0">
                <a:pos x="connsiteX32407" y="connsiteY32407"/>
              </a:cxn>
              <a:cxn ang="0">
                <a:pos x="connsiteX32408" y="connsiteY32408"/>
              </a:cxn>
              <a:cxn ang="0">
                <a:pos x="connsiteX32409" y="connsiteY32409"/>
              </a:cxn>
              <a:cxn ang="0">
                <a:pos x="connsiteX32410" y="connsiteY32410"/>
              </a:cxn>
              <a:cxn ang="0">
                <a:pos x="connsiteX32411" y="connsiteY32411"/>
              </a:cxn>
              <a:cxn ang="0">
                <a:pos x="connsiteX32412" y="connsiteY32412"/>
              </a:cxn>
              <a:cxn ang="0">
                <a:pos x="connsiteX32413" y="connsiteY32413"/>
              </a:cxn>
              <a:cxn ang="0">
                <a:pos x="connsiteX32414" y="connsiteY32414"/>
              </a:cxn>
              <a:cxn ang="0">
                <a:pos x="connsiteX32415" y="connsiteY32415"/>
              </a:cxn>
              <a:cxn ang="0">
                <a:pos x="connsiteX32416" y="connsiteY32416"/>
              </a:cxn>
              <a:cxn ang="0">
                <a:pos x="connsiteX32417" y="connsiteY32417"/>
              </a:cxn>
              <a:cxn ang="0">
                <a:pos x="connsiteX32418" y="connsiteY32418"/>
              </a:cxn>
              <a:cxn ang="0">
                <a:pos x="connsiteX32419" y="connsiteY32419"/>
              </a:cxn>
              <a:cxn ang="0">
                <a:pos x="connsiteX32420" y="connsiteY32420"/>
              </a:cxn>
              <a:cxn ang="0">
                <a:pos x="connsiteX32421" y="connsiteY32421"/>
              </a:cxn>
              <a:cxn ang="0">
                <a:pos x="connsiteX32422" y="connsiteY32422"/>
              </a:cxn>
              <a:cxn ang="0">
                <a:pos x="connsiteX32423" y="connsiteY32423"/>
              </a:cxn>
              <a:cxn ang="0">
                <a:pos x="connsiteX32424" y="connsiteY32424"/>
              </a:cxn>
              <a:cxn ang="0">
                <a:pos x="connsiteX32425" y="connsiteY32425"/>
              </a:cxn>
              <a:cxn ang="0">
                <a:pos x="connsiteX32426" y="connsiteY32426"/>
              </a:cxn>
              <a:cxn ang="0">
                <a:pos x="connsiteX32427" y="connsiteY32427"/>
              </a:cxn>
              <a:cxn ang="0">
                <a:pos x="connsiteX32428" y="connsiteY32428"/>
              </a:cxn>
              <a:cxn ang="0">
                <a:pos x="connsiteX32429" y="connsiteY32429"/>
              </a:cxn>
              <a:cxn ang="0">
                <a:pos x="connsiteX32430" y="connsiteY32430"/>
              </a:cxn>
              <a:cxn ang="0">
                <a:pos x="connsiteX32431" y="connsiteY32431"/>
              </a:cxn>
              <a:cxn ang="0">
                <a:pos x="connsiteX32432" y="connsiteY32432"/>
              </a:cxn>
              <a:cxn ang="0">
                <a:pos x="connsiteX32433" y="connsiteY32433"/>
              </a:cxn>
              <a:cxn ang="0">
                <a:pos x="connsiteX32434" y="connsiteY32434"/>
              </a:cxn>
              <a:cxn ang="0">
                <a:pos x="connsiteX32435" y="connsiteY32435"/>
              </a:cxn>
              <a:cxn ang="0">
                <a:pos x="connsiteX32436" y="connsiteY32436"/>
              </a:cxn>
              <a:cxn ang="0">
                <a:pos x="connsiteX32437" y="connsiteY32437"/>
              </a:cxn>
              <a:cxn ang="0">
                <a:pos x="connsiteX32438" y="connsiteY32438"/>
              </a:cxn>
              <a:cxn ang="0">
                <a:pos x="connsiteX32439" y="connsiteY32439"/>
              </a:cxn>
              <a:cxn ang="0">
                <a:pos x="connsiteX32440" y="connsiteY32440"/>
              </a:cxn>
              <a:cxn ang="0">
                <a:pos x="connsiteX32441" y="connsiteY32441"/>
              </a:cxn>
              <a:cxn ang="0">
                <a:pos x="connsiteX32442" y="connsiteY32442"/>
              </a:cxn>
              <a:cxn ang="0">
                <a:pos x="connsiteX32443" y="connsiteY32443"/>
              </a:cxn>
              <a:cxn ang="0">
                <a:pos x="connsiteX32444" y="connsiteY32444"/>
              </a:cxn>
              <a:cxn ang="0">
                <a:pos x="connsiteX32445" y="connsiteY32445"/>
              </a:cxn>
              <a:cxn ang="0">
                <a:pos x="connsiteX32446" y="connsiteY32446"/>
              </a:cxn>
              <a:cxn ang="0">
                <a:pos x="connsiteX32447" y="connsiteY32447"/>
              </a:cxn>
              <a:cxn ang="0">
                <a:pos x="connsiteX32448" y="connsiteY32448"/>
              </a:cxn>
              <a:cxn ang="0">
                <a:pos x="connsiteX32449" y="connsiteY32449"/>
              </a:cxn>
              <a:cxn ang="0">
                <a:pos x="connsiteX32450" y="connsiteY32450"/>
              </a:cxn>
              <a:cxn ang="0">
                <a:pos x="connsiteX32451" y="connsiteY32451"/>
              </a:cxn>
              <a:cxn ang="0">
                <a:pos x="connsiteX32452" y="connsiteY32452"/>
              </a:cxn>
              <a:cxn ang="0">
                <a:pos x="connsiteX32453" y="connsiteY32453"/>
              </a:cxn>
              <a:cxn ang="0">
                <a:pos x="connsiteX32454" y="connsiteY32454"/>
              </a:cxn>
              <a:cxn ang="0">
                <a:pos x="connsiteX32455" y="connsiteY32455"/>
              </a:cxn>
              <a:cxn ang="0">
                <a:pos x="connsiteX32456" y="connsiteY32456"/>
              </a:cxn>
              <a:cxn ang="0">
                <a:pos x="connsiteX32457" y="connsiteY32457"/>
              </a:cxn>
              <a:cxn ang="0">
                <a:pos x="connsiteX32458" y="connsiteY32458"/>
              </a:cxn>
              <a:cxn ang="0">
                <a:pos x="connsiteX32459" y="connsiteY32459"/>
              </a:cxn>
              <a:cxn ang="0">
                <a:pos x="connsiteX32460" y="connsiteY32460"/>
              </a:cxn>
              <a:cxn ang="0">
                <a:pos x="connsiteX32461" y="connsiteY32461"/>
              </a:cxn>
              <a:cxn ang="0">
                <a:pos x="connsiteX32462" y="connsiteY32462"/>
              </a:cxn>
              <a:cxn ang="0">
                <a:pos x="connsiteX32463" y="connsiteY32463"/>
              </a:cxn>
              <a:cxn ang="0">
                <a:pos x="connsiteX32464" y="connsiteY32464"/>
              </a:cxn>
              <a:cxn ang="0">
                <a:pos x="connsiteX32465" y="connsiteY32465"/>
              </a:cxn>
              <a:cxn ang="0">
                <a:pos x="connsiteX32466" y="connsiteY32466"/>
              </a:cxn>
              <a:cxn ang="0">
                <a:pos x="connsiteX32467" y="connsiteY32467"/>
              </a:cxn>
              <a:cxn ang="0">
                <a:pos x="connsiteX32468" y="connsiteY32468"/>
              </a:cxn>
              <a:cxn ang="0">
                <a:pos x="connsiteX32469" y="connsiteY32469"/>
              </a:cxn>
              <a:cxn ang="0">
                <a:pos x="connsiteX32470" y="connsiteY32470"/>
              </a:cxn>
              <a:cxn ang="0">
                <a:pos x="connsiteX32471" y="connsiteY32471"/>
              </a:cxn>
              <a:cxn ang="0">
                <a:pos x="connsiteX32472" y="connsiteY32472"/>
              </a:cxn>
              <a:cxn ang="0">
                <a:pos x="connsiteX32473" y="connsiteY32473"/>
              </a:cxn>
              <a:cxn ang="0">
                <a:pos x="connsiteX32474" y="connsiteY32474"/>
              </a:cxn>
              <a:cxn ang="0">
                <a:pos x="connsiteX32475" y="connsiteY32475"/>
              </a:cxn>
              <a:cxn ang="0">
                <a:pos x="connsiteX32476" y="connsiteY32476"/>
              </a:cxn>
              <a:cxn ang="0">
                <a:pos x="connsiteX32477" y="connsiteY32477"/>
              </a:cxn>
              <a:cxn ang="0">
                <a:pos x="connsiteX32478" y="connsiteY32478"/>
              </a:cxn>
              <a:cxn ang="0">
                <a:pos x="connsiteX32479" y="connsiteY32479"/>
              </a:cxn>
              <a:cxn ang="0">
                <a:pos x="connsiteX32480" y="connsiteY32480"/>
              </a:cxn>
              <a:cxn ang="0">
                <a:pos x="connsiteX32481" y="connsiteY32481"/>
              </a:cxn>
              <a:cxn ang="0">
                <a:pos x="connsiteX32482" y="connsiteY32482"/>
              </a:cxn>
              <a:cxn ang="0">
                <a:pos x="connsiteX32483" y="connsiteY32483"/>
              </a:cxn>
              <a:cxn ang="0">
                <a:pos x="connsiteX32484" y="connsiteY32484"/>
              </a:cxn>
              <a:cxn ang="0">
                <a:pos x="connsiteX32485" y="connsiteY32485"/>
              </a:cxn>
              <a:cxn ang="0">
                <a:pos x="connsiteX32486" y="connsiteY32486"/>
              </a:cxn>
              <a:cxn ang="0">
                <a:pos x="connsiteX32487" y="connsiteY32487"/>
              </a:cxn>
              <a:cxn ang="0">
                <a:pos x="connsiteX32488" y="connsiteY32488"/>
              </a:cxn>
              <a:cxn ang="0">
                <a:pos x="connsiteX32489" y="connsiteY32489"/>
              </a:cxn>
              <a:cxn ang="0">
                <a:pos x="connsiteX32490" y="connsiteY32490"/>
              </a:cxn>
              <a:cxn ang="0">
                <a:pos x="connsiteX32491" y="connsiteY32491"/>
              </a:cxn>
              <a:cxn ang="0">
                <a:pos x="connsiteX32492" y="connsiteY32492"/>
              </a:cxn>
              <a:cxn ang="0">
                <a:pos x="connsiteX32493" y="connsiteY32493"/>
              </a:cxn>
              <a:cxn ang="0">
                <a:pos x="connsiteX32494" y="connsiteY32494"/>
              </a:cxn>
              <a:cxn ang="0">
                <a:pos x="connsiteX32495" y="connsiteY32495"/>
              </a:cxn>
              <a:cxn ang="0">
                <a:pos x="connsiteX32496" y="connsiteY32496"/>
              </a:cxn>
              <a:cxn ang="0">
                <a:pos x="connsiteX32497" y="connsiteY32497"/>
              </a:cxn>
              <a:cxn ang="0">
                <a:pos x="connsiteX32498" y="connsiteY32498"/>
              </a:cxn>
              <a:cxn ang="0">
                <a:pos x="connsiteX32499" y="connsiteY32499"/>
              </a:cxn>
              <a:cxn ang="0">
                <a:pos x="connsiteX32500" y="connsiteY32500"/>
              </a:cxn>
              <a:cxn ang="0">
                <a:pos x="connsiteX32501" y="connsiteY32501"/>
              </a:cxn>
              <a:cxn ang="0">
                <a:pos x="connsiteX32502" y="connsiteY32502"/>
              </a:cxn>
              <a:cxn ang="0">
                <a:pos x="connsiteX32503" y="connsiteY32503"/>
              </a:cxn>
              <a:cxn ang="0">
                <a:pos x="connsiteX32504" y="connsiteY32504"/>
              </a:cxn>
              <a:cxn ang="0">
                <a:pos x="connsiteX32505" y="connsiteY32505"/>
              </a:cxn>
              <a:cxn ang="0">
                <a:pos x="connsiteX32506" y="connsiteY32506"/>
              </a:cxn>
              <a:cxn ang="0">
                <a:pos x="connsiteX32507" y="connsiteY32507"/>
              </a:cxn>
              <a:cxn ang="0">
                <a:pos x="connsiteX32508" y="connsiteY32508"/>
              </a:cxn>
              <a:cxn ang="0">
                <a:pos x="connsiteX32509" y="connsiteY32509"/>
              </a:cxn>
              <a:cxn ang="0">
                <a:pos x="connsiteX32510" y="connsiteY32510"/>
              </a:cxn>
              <a:cxn ang="0">
                <a:pos x="connsiteX32511" y="connsiteY32511"/>
              </a:cxn>
              <a:cxn ang="0">
                <a:pos x="connsiteX32512" y="connsiteY32512"/>
              </a:cxn>
              <a:cxn ang="0">
                <a:pos x="connsiteX32513" y="connsiteY32513"/>
              </a:cxn>
              <a:cxn ang="0">
                <a:pos x="connsiteX32514" y="connsiteY32514"/>
              </a:cxn>
              <a:cxn ang="0">
                <a:pos x="connsiteX32515" y="connsiteY32515"/>
              </a:cxn>
              <a:cxn ang="0">
                <a:pos x="connsiteX32516" y="connsiteY32516"/>
              </a:cxn>
              <a:cxn ang="0">
                <a:pos x="connsiteX32517" y="connsiteY32517"/>
              </a:cxn>
              <a:cxn ang="0">
                <a:pos x="connsiteX32518" y="connsiteY32518"/>
              </a:cxn>
              <a:cxn ang="0">
                <a:pos x="connsiteX32519" y="connsiteY32519"/>
              </a:cxn>
              <a:cxn ang="0">
                <a:pos x="connsiteX32520" y="connsiteY32520"/>
              </a:cxn>
              <a:cxn ang="0">
                <a:pos x="connsiteX32521" y="connsiteY32521"/>
              </a:cxn>
              <a:cxn ang="0">
                <a:pos x="connsiteX32522" y="connsiteY32522"/>
              </a:cxn>
              <a:cxn ang="0">
                <a:pos x="connsiteX32523" y="connsiteY32523"/>
              </a:cxn>
              <a:cxn ang="0">
                <a:pos x="connsiteX32524" y="connsiteY32524"/>
              </a:cxn>
              <a:cxn ang="0">
                <a:pos x="connsiteX32525" y="connsiteY32525"/>
              </a:cxn>
              <a:cxn ang="0">
                <a:pos x="connsiteX32526" y="connsiteY32526"/>
              </a:cxn>
              <a:cxn ang="0">
                <a:pos x="connsiteX32527" y="connsiteY32527"/>
              </a:cxn>
              <a:cxn ang="0">
                <a:pos x="connsiteX32528" y="connsiteY32528"/>
              </a:cxn>
              <a:cxn ang="0">
                <a:pos x="connsiteX32529" y="connsiteY32529"/>
              </a:cxn>
              <a:cxn ang="0">
                <a:pos x="connsiteX32530" y="connsiteY32530"/>
              </a:cxn>
              <a:cxn ang="0">
                <a:pos x="connsiteX32531" y="connsiteY32531"/>
              </a:cxn>
              <a:cxn ang="0">
                <a:pos x="connsiteX32532" y="connsiteY32532"/>
              </a:cxn>
              <a:cxn ang="0">
                <a:pos x="connsiteX32533" y="connsiteY32533"/>
              </a:cxn>
              <a:cxn ang="0">
                <a:pos x="connsiteX32534" y="connsiteY32534"/>
              </a:cxn>
              <a:cxn ang="0">
                <a:pos x="connsiteX32535" y="connsiteY32535"/>
              </a:cxn>
              <a:cxn ang="0">
                <a:pos x="connsiteX32536" y="connsiteY32536"/>
              </a:cxn>
              <a:cxn ang="0">
                <a:pos x="connsiteX32537" y="connsiteY32537"/>
              </a:cxn>
              <a:cxn ang="0">
                <a:pos x="connsiteX32538" y="connsiteY32538"/>
              </a:cxn>
              <a:cxn ang="0">
                <a:pos x="connsiteX32539" y="connsiteY32539"/>
              </a:cxn>
              <a:cxn ang="0">
                <a:pos x="connsiteX32540" y="connsiteY32540"/>
              </a:cxn>
              <a:cxn ang="0">
                <a:pos x="connsiteX32541" y="connsiteY32541"/>
              </a:cxn>
              <a:cxn ang="0">
                <a:pos x="connsiteX32542" y="connsiteY32542"/>
              </a:cxn>
              <a:cxn ang="0">
                <a:pos x="connsiteX32543" y="connsiteY32543"/>
              </a:cxn>
              <a:cxn ang="0">
                <a:pos x="connsiteX32544" y="connsiteY32544"/>
              </a:cxn>
              <a:cxn ang="0">
                <a:pos x="connsiteX32545" y="connsiteY32545"/>
              </a:cxn>
              <a:cxn ang="0">
                <a:pos x="connsiteX32546" y="connsiteY32546"/>
              </a:cxn>
              <a:cxn ang="0">
                <a:pos x="connsiteX32547" y="connsiteY32547"/>
              </a:cxn>
              <a:cxn ang="0">
                <a:pos x="connsiteX32548" y="connsiteY32548"/>
              </a:cxn>
              <a:cxn ang="0">
                <a:pos x="connsiteX32549" y="connsiteY32549"/>
              </a:cxn>
              <a:cxn ang="0">
                <a:pos x="connsiteX32550" y="connsiteY32550"/>
              </a:cxn>
              <a:cxn ang="0">
                <a:pos x="connsiteX32551" y="connsiteY32551"/>
              </a:cxn>
              <a:cxn ang="0">
                <a:pos x="connsiteX32552" y="connsiteY32552"/>
              </a:cxn>
              <a:cxn ang="0">
                <a:pos x="connsiteX32553" y="connsiteY32553"/>
              </a:cxn>
              <a:cxn ang="0">
                <a:pos x="connsiteX32554" y="connsiteY32554"/>
              </a:cxn>
              <a:cxn ang="0">
                <a:pos x="connsiteX32555" y="connsiteY32555"/>
              </a:cxn>
              <a:cxn ang="0">
                <a:pos x="connsiteX32556" y="connsiteY32556"/>
              </a:cxn>
              <a:cxn ang="0">
                <a:pos x="connsiteX32557" y="connsiteY32557"/>
              </a:cxn>
              <a:cxn ang="0">
                <a:pos x="connsiteX32558" y="connsiteY32558"/>
              </a:cxn>
              <a:cxn ang="0">
                <a:pos x="connsiteX32559" y="connsiteY32559"/>
              </a:cxn>
              <a:cxn ang="0">
                <a:pos x="connsiteX32560" y="connsiteY32560"/>
              </a:cxn>
              <a:cxn ang="0">
                <a:pos x="connsiteX32561" y="connsiteY32561"/>
              </a:cxn>
              <a:cxn ang="0">
                <a:pos x="connsiteX32562" y="connsiteY32562"/>
              </a:cxn>
              <a:cxn ang="0">
                <a:pos x="connsiteX32563" y="connsiteY32563"/>
              </a:cxn>
              <a:cxn ang="0">
                <a:pos x="connsiteX32564" y="connsiteY32564"/>
              </a:cxn>
              <a:cxn ang="0">
                <a:pos x="connsiteX32565" y="connsiteY32565"/>
              </a:cxn>
              <a:cxn ang="0">
                <a:pos x="connsiteX32566" y="connsiteY32566"/>
              </a:cxn>
              <a:cxn ang="0">
                <a:pos x="connsiteX32567" y="connsiteY32567"/>
              </a:cxn>
              <a:cxn ang="0">
                <a:pos x="connsiteX32568" y="connsiteY32568"/>
              </a:cxn>
              <a:cxn ang="0">
                <a:pos x="connsiteX32569" y="connsiteY32569"/>
              </a:cxn>
              <a:cxn ang="0">
                <a:pos x="connsiteX32570" y="connsiteY32570"/>
              </a:cxn>
              <a:cxn ang="0">
                <a:pos x="connsiteX32571" y="connsiteY32571"/>
              </a:cxn>
              <a:cxn ang="0">
                <a:pos x="connsiteX32572" y="connsiteY32572"/>
              </a:cxn>
              <a:cxn ang="0">
                <a:pos x="connsiteX32573" y="connsiteY32573"/>
              </a:cxn>
              <a:cxn ang="0">
                <a:pos x="connsiteX32574" y="connsiteY32574"/>
              </a:cxn>
              <a:cxn ang="0">
                <a:pos x="connsiteX32575" y="connsiteY32575"/>
              </a:cxn>
              <a:cxn ang="0">
                <a:pos x="connsiteX32576" y="connsiteY32576"/>
              </a:cxn>
              <a:cxn ang="0">
                <a:pos x="connsiteX32577" y="connsiteY32577"/>
              </a:cxn>
              <a:cxn ang="0">
                <a:pos x="connsiteX32578" y="connsiteY32578"/>
              </a:cxn>
              <a:cxn ang="0">
                <a:pos x="connsiteX32579" y="connsiteY32579"/>
              </a:cxn>
              <a:cxn ang="0">
                <a:pos x="connsiteX32580" y="connsiteY32580"/>
              </a:cxn>
              <a:cxn ang="0">
                <a:pos x="connsiteX32581" y="connsiteY32581"/>
              </a:cxn>
              <a:cxn ang="0">
                <a:pos x="connsiteX32582" y="connsiteY32582"/>
              </a:cxn>
              <a:cxn ang="0">
                <a:pos x="connsiteX32583" y="connsiteY32583"/>
              </a:cxn>
              <a:cxn ang="0">
                <a:pos x="connsiteX32584" y="connsiteY32584"/>
              </a:cxn>
              <a:cxn ang="0">
                <a:pos x="connsiteX32585" y="connsiteY32585"/>
              </a:cxn>
              <a:cxn ang="0">
                <a:pos x="connsiteX32586" y="connsiteY32586"/>
              </a:cxn>
              <a:cxn ang="0">
                <a:pos x="connsiteX32587" y="connsiteY32587"/>
              </a:cxn>
              <a:cxn ang="0">
                <a:pos x="connsiteX32588" y="connsiteY32588"/>
              </a:cxn>
              <a:cxn ang="0">
                <a:pos x="connsiteX32589" y="connsiteY32589"/>
              </a:cxn>
              <a:cxn ang="0">
                <a:pos x="connsiteX32590" y="connsiteY32590"/>
              </a:cxn>
              <a:cxn ang="0">
                <a:pos x="connsiteX32591" y="connsiteY32591"/>
              </a:cxn>
              <a:cxn ang="0">
                <a:pos x="connsiteX32592" y="connsiteY32592"/>
              </a:cxn>
              <a:cxn ang="0">
                <a:pos x="connsiteX32593" y="connsiteY32593"/>
              </a:cxn>
              <a:cxn ang="0">
                <a:pos x="connsiteX32594" y="connsiteY32594"/>
              </a:cxn>
              <a:cxn ang="0">
                <a:pos x="connsiteX32595" y="connsiteY32595"/>
              </a:cxn>
              <a:cxn ang="0">
                <a:pos x="connsiteX32596" y="connsiteY32596"/>
              </a:cxn>
              <a:cxn ang="0">
                <a:pos x="connsiteX32597" y="connsiteY32597"/>
              </a:cxn>
              <a:cxn ang="0">
                <a:pos x="connsiteX32598" y="connsiteY32598"/>
              </a:cxn>
              <a:cxn ang="0">
                <a:pos x="connsiteX32599" y="connsiteY32599"/>
              </a:cxn>
              <a:cxn ang="0">
                <a:pos x="connsiteX32600" y="connsiteY32600"/>
              </a:cxn>
              <a:cxn ang="0">
                <a:pos x="connsiteX32601" y="connsiteY32601"/>
              </a:cxn>
              <a:cxn ang="0">
                <a:pos x="connsiteX32602" y="connsiteY32602"/>
              </a:cxn>
              <a:cxn ang="0">
                <a:pos x="connsiteX32603" y="connsiteY32603"/>
              </a:cxn>
              <a:cxn ang="0">
                <a:pos x="connsiteX32604" y="connsiteY32604"/>
              </a:cxn>
              <a:cxn ang="0">
                <a:pos x="connsiteX32605" y="connsiteY32605"/>
              </a:cxn>
              <a:cxn ang="0">
                <a:pos x="connsiteX32606" y="connsiteY32606"/>
              </a:cxn>
              <a:cxn ang="0">
                <a:pos x="connsiteX32607" y="connsiteY32607"/>
              </a:cxn>
              <a:cxn ang="0">
                <a:pos x="connsiteX32608" y="connsiteY32608"/>
              </a:cxn>
              <a:cxn ang="0">
                <a:pos x="connsiteX32609" y="connsiteY32609"/>
              </a:cxn>
              <a:cxn ang="0">
                <a:pos x="connsiteX32610" y="connsiteY32610"/>
              </a:cxn>
              <a:cxn ang="0">
                <a:pos x="connsiteX32611" y="connsiteY32611"/>
              </a:cxn>
              <a:cxn ang="0">
                <a:pos x="connsiteX32612" y="connsiteY32612"/>
              </a:cxn>
              <a:cxn ang="0">
                <a:pos x="connsiteX32613" y="connsiteY32613"/>
              </a:cxn>
              <a:cxn ang="0">
                <a:pos x="connsiteX32614" y="connsiteY32614"/>
              </a:cxn>
              <a:cxn ang="0">
                <a:pos x="connsiteX32615" y="connsiteY32615"/>
              </a:cxn>
              <a:cxn ang="0">
                <a:pos x="connsiteX32616" y="connsiteY32616"/>
              </a:cxn>
              <a:cxn ang="0">
                <a:pos x="connsiteX32617" y="connsiteY32617"/>
              </a:cxn>
              <a:cxn ang="0">
                <a:pos x="connsiteX32618" y="connsiteY32618"/>
              </a:cxn>
              <a:cxn ang="0">
                <a:pos x="connsiteX32619" y="connsiteY32619"/>
              </a:cxn>
              <a:cxn ang="0">
                <a:pos x="connsiteX32620" y="connsiteY32620"/>
              </a:cxn>
              <a:cxn ang="0">
                <a:pos x="connsiteX32621" y="connsiteY32621"/>
              </a:cxn>
              <a:cxn ang="0">
                <a:pos x="connsiteX32622" y="connsiteY32622"/>
              </a:cxn>
              <a:cxn ang="0">
                <a:pos x="connsiteX32623" y="connsiteY32623"/>
              </a:cxn>
              <a:cxn ang="0">
                <a:pos x="connsiteX32624" y="connsiteY32624"/>
              </a:cxn>
              <a:cxn ang="0">
                <a:pos x="connsiteX32625" y="connsiteY32625"/>
              </a:cxn>
              <a:cxn ang="0">
                <a:pos x="connsiteX32626" y="connsiteY32626"/>
              </a:cxn>
              <a:cxn ang="0">
                <a:pos x="connsiteX32627" y="connsiteY32627"/>
              </a:cxn>
              <a:cxn ang="0">
                <a:pos x="connsiteX32628" y="connsiteY32628"/>
              </a:cxn>
              <a:cxn ang="0">
                <a:pos x="connsiteX32629" y="connsiteY32629"/>
              </a:cxn>
              <a:cxn ang="0">
                <a:pos x="connsiteX32630" y="connsiteY32630"/>
              </a:cxn>
              <a:cxn ang="0">
                <a:pos x="connsiteX32631" y="connsiteY32631"/>
              </a:cxn>
              <a:cxn ang="0">
                <a:pos x="connsiteX32632" y="connsiteY32632"/>
              </a:cxn>
              <a:cxn ang="0">
                <a:pos x="connsiteX32633" y="connsiteY32633"/>
              </a:cxn>
              <a:cxn ang="0">
                <a:pos x="connsiteX32634" y="connsiteY32634"/>
              </a:cxn>
              <a:cxn ang="0">
                <a:pos x="connsiteX32635" y="connsiteY32635"/>
              </a:cxn>
              <a:cxn ang="0">
                <a:pos x="connsiteX32636" y="connsiteY32636"/>
              </a:cxn>
              <a:cxn ang="0">
                <a:pos x="connsiteX32637" y="connsiteY32637"/>
              </a:cxn>
              <a:cxn ang="0">
                <a:pos x="connsiteX32638" y="connsiteY32638"/>
              </a:cxn>
              <a:cxn ang="0">
                <a:pos x="connsiteX32639" y="connsiteY32639"/>
              </a:cxn>
              <a:cxn ang="0">
                <a:pos x="connsiteX32640" y="connsiteY32640"/>
              </a:cxn>
              <a:cxn ang="0">
                <a:pos x="connsiteX32641" y="connsiteY32641"/>
              </a:cxn>
              <a:cxn ang="0">
                <a:pos x="connsiteX32642" y="connsiteY32642"/>
              </a:cxn>
              <a:cxn ang="0">
                <a:pos x="connsiteX32643" y="connsiteY32643"/>
              </a:cxn>
              <a:cxn ang="0">
                <a:pos x="connsiteX32644" y="connsiteY32644"/>
              </a:cxn>
              <a:cxn ang="0">
                <a:pos x="connsiteX32645" y="connsiteY32645"/>
              </a:cxn>
              <a:cxn ang="0">
                <a:pos x="connsiteX32646" y="connsiteY32646"/>
              </a:cxn>
              <a:cxn ang="0">
                <a:pos x="connsiteX32647" y="connsiteY32647"/>
              </a:cxn>
              <a:cxn ang="0">
                <a:pos x="connsiteX32648" y="connsiteY32648"/>
              </a:cxn>
              <a:cxn ang="0">
                <a:pos x="connsiteX32649" y="connsiteY32649"/>
              </a:cxn>
              <a:cxn ang="0">
                <a:pos x="connsiteX32650" y="connsiteY32650"/>
              </a:cxn>
              <a:cxn ang="0">
                <a:pos x="connsiteX32651" y="connsiteY32651"/>
              </a:cxn>
              <a:cxn ang="0">
                <a:pos x="connsiteX32652" y="connsiteY32652"/>
              </a:cxn>
              <a:cxn ang="0">
                <a:pos x="connsiteX32653" y="connsiteY32653"/>
              </a:cxn>
              <a:cxn ang="0">
                <a:pos x="connsiteX32654" y="connsiteY32654"/>
              </a:cxn>
              <a:cxn ang="0">
                <a:pos x="connsiteX32655" y="connsiteY32655"/>
              </a:cxn>
              <a:cxn ang="0">
                <a:pos x="connsiteX32656" y="connsiteY32656"/>
              </a:cxn>
              <a:cxn ang="0">
                <a:pos x="connsiteX32657" y="connsiteY32657"/>
              </a:cxn>
              <a:cxn ang="0">
                <a:pos x="connsiteX32658" y="connsiteY32658"/>
              </a:cxn>
              <a:cxn ang="0">
                <a:pos x="connsiteX32659" y="connsiteY32659"/>
              </a:cxn>
              <a:cxn ang="0">
                <a:pos x="connsiteX32660" y="connsiteY32660"/>
              </a:cxn>
              <a:cxn ang="0">
                <a:pos x="connsiteX32661" y="connsiteY32661"/>
              </a:cxn>
              <a:cxn ang="0">
                <a:pos x="connsiteX32662" y="connsiteY32662"/>
              </a:cxn>
              <a:cxn ang="0">
                <a:pos x="connsiteX32663" y="connsiteY32663"/>
              </a:cxn>
              <a:cxn ang="0">
                <a:pos x="connsiteX32664" y="connsiteY32664"/>
              </a:cxn>
              <a:cxn ang="0">
                <a:pos x="connsiteX32665" y="connsiteY32665"/>
              </a:cxn>
              <a:cxn ang="0">
                <a:pos x="connsiteX32666" y="connsiteY32666"/>
              </a:cxn>
              <a:cxn ang="0">
                <a:pos x="connsiteX32667" y="connsiteY32667"/>
              </a:cxn>
              <a:cxn ang="0">
                <a:pos x="connsiteX32668" y="connsiteY32668"/>
              </a:cxn>
              <a:cxn ang="0">
                <a:pos x="connsiteX32669" y="connsiteY32669"/>
              </a:cxn>
              <a:cxn ang="0">
                <a:pos x="connsiteX32670" y="connsiteY32670"/>
              </a:cxn>
              <a:cxn ang="0">
                <a:pos x="connsiteX32671" y="connsiteY32671"/>
              </a:cxn>
              <a:cxn ang="0">
                <a:pos x="connsiteX32672" y="connsiteY32672"/>
              </a:cxn>
              <a:cxn ang="0">
                <a:pos x="connsiteX32673" y="connsiteY32673"/>
              </a:cxn>
              <a:cxn ang="0">
                <a:pos x="connsiteX32674" y="connsiteY32674"/>
              </a:cxn>
              <a:cxn ang="0">
                <a:pos x="connsiteX32675" y="connsiteY32675"/>
              </a:cxn>
              <a:cxn ang="0">
                <a:pos x="connsiteX32676" y="connsiteY32676"/>
              </a:cxn>
              <a:cxn ang="0">
                <a:pos x="connsiteX32677" y="connsiteY32677"/>
              </a:cxn>
              <a:cxn ang="0">
                <a:pos x="connsiteX32678" y="connsiteY32678"/>
              </a:cxn>
              <a:cxn ang="0">
                <a:pos x="connsiteX32679" y="connsiteY32679"/>
              </a:cxn>
              <a:cxn ang="0">
                <a:pos x="connsiteX32680" y="connsiteY32680"/>
              </a:cxn>
              <a:cxn ang="0">
                <a:pos x="connsiteX32681" y="connsiteY32681"/>
              </a:cxn>
              <a:cxn ang="0">
                <a:pos x="connsiteX32682" y="connsiteY32682"/>
              </a:cxn>
              <a:cxn ang="0">
                <a:pos x="connsiteX32683" y="connsiteY32683"/>
              </a:cxn>
              <a:cxn ang="0">
                <a:pos x="connsiteX32684" y="connsiteY32684"/>
              </a:cxn>
              <a:cxn ang="0">
                <a:pos x="connsiteX32685" y="connsiteY32685"/>
              </a:cxn>
              <a:cxn ang="0">
                <a:pos x="connsiteX32686" y="connsiteY32686"/>
              </a:cxn>
              <a:cxn ang="0">
                <a:pos x="connsiteX32687" y="connsiteY32687"/>
              </a:cxn>
              <a:cxn ang="0">
                <a:pos x="connsiteX32688" y="connsiteY32688"/>
              </a:cxn>
              <a:cxn ang="0">
                <a:pos x="connsiteX32689" y="connsiteY32689"/>
              </a:cxn>
              <a:cxn ang="0">
                <a:pos x="connsiteX32690" y="connsiteY32690"/>
              </a:cxn>
              <a:cxn ang="0">
                <a:pos x="connsiteX32691" y="connsiteY32691"/>
              </a:cxn>
              <a:cxn ang="0">
                <a:pos x="connsiteX32692" y="connsiteY32692"/>
              </a:cxn>
              <a:cxn ang="0">
                <a:pos x="connsiteX32693" y="connsiteY32693"/>
              </a:cxn>
              <a:cxn ang="0">
                <a:pos x="connsiteX32694" y="connsiteY32694"/>
              </a:cxn>
              <a:cxn ang="0">
                <a:pos x="connsiteX32695" y="connsiteY32695"/>
              </a:cxn>
              <a:cxn ang="0">
                <a:pos x="connsiteX32696" y="connsiteY32696"/>
              </a:cxn>
              <a:cxn ang="0">
                <a:pos x="connsiteX32697" y="connsiteY32697"/>
              </a:cxn>
              <a:cxn ang="0">
                <a:pos x="connsiteX32698" y="connsiteY32698"/>
              </a:cxn>
              <a:cxn ang="0">
                <a:pos x="connsiteX32699" y="connsiteY32699"/>
              </a:cxn>
              <a:cxn ang="0">
                <a:pos x="connsiteX32700" y="connsiteY32700"/>
              </a:cxn>
              <a:cxn ang="0">
                <a:pos x="connsiteX32701" y="connsiteY32701"/>
              </a:cxn>
              <a:cxn ang="0">
                <a:pos x="connsiteX32702" y="connsiteY32702"/>
              </a:cxn>
              <a:cxn ang="0">
                <a:pos x="connsiteX32703" y="connsiteY32703"/>
              </a:cxn>
              <a:cxn ang="0">
                <a:pos x="connsiteX32704" y="connsiteY32704"/>
              </a:cxn>
              <a:cxn ang="0">
                <a:pos x="connsiteX32705" y="connsiteY32705"/>
              </a:cxn>
              <a:cxn ang="0">
                <a:pos x="connsiteX32706" y="connsiteY32706"/>
              </a:cxn>
              <a:cxn ang="0">
                <a:pos x="connsiteX32707" y="connsiteY32707"/>
              </a:cxn>
              <a:cxn ang="0">
                <a:pos x="connsiteX32708" y="connsiteY32708"/>
              </a:cxn>
              <a:cxn ang="0">
                <a:pos x="connsiteX32709" y="connsiteY32709"/>
              </a:cxn>
              <a:cxn ang="0">
                <a:pos x="connsiteX32710" y="connsiteY32710"/>
              </a:cxn>
              <a:cxn ang="0">
                <a:pos x="connsiteX32711" y="connsiteY32711"/>
              </a:cxn>
              <a:cxn ang="0">
                <a:pos x="connsiteX32712" y="connsiteY32712"/>
              </a:cxn>
              <a:cxn ang="0">
                <a:pos x="connsiteX32713" y="connsiteY32713"/>
              </a:cxn>
              <a:cxn ang="0">
                <a:pos x="connsiteX32714" y="connsiteY32714"/>
              </a:cxn>
              <a:cxn ang="0">
                <a:pos x="connsiteX32715" y="connsiteY32715"/>
              </a:cxn>
              <a:cxn ang="0">
                <a:pos x="connsiteX32716" y="connsiteY32716"/>
              </a:cxn>
              <a:cxn ang="0">
                <a:pos x="connsiteX32717" y="connsiteY32717"/>
              </a:cxn>
              <a:cxn ang="0">
                <a:pos x="connsiteX32718" y="connsiteY32718"/>
              </a:cxn>
              <a:cxn ang="0">
                <a:pos x="connsiteX32719" y="connsiteY32719"/>
              </a:cxn>
              <a:cxn ang="0">
                <a:pos x="connsiteX32720" y="connsiteY32720"/>
              </a:cxn>
              <a:cxn ang="0">
                <a:pos x="connsiteX32721" y="connsiteY32721"/>
              </a:cxn>
              <a:cxn ang="0">
                <a:pos x="connsiteX32722" y="connsiteY32722"/>
              </a:cxn>
              <a:cxn ang="0">
                <a:pos x="connsiteX32723" y="connsiteY32723"/>
              </a:cxn>
              <a:cxn ang="0">
                <a:pos x="connsiteX32724" y="connsiteY32724"/>
              </a:cxn>
              <a:cxn ang="0">
                <a:pos x="connsiteX32725" y="connsiteY32725"/>
              </a:cxn>
              <a:cxn ang="0">
                <a:pos x="connsiteX32726" y="connsiteY32726"/>
              </a:cxn>
              <a:cxn ang="0">
                <a:pos x="connsiteX32727" y="connsiteY32727"/>
              </a:cxn>
              <a:cxn ang="0">
                <a:pos x="connsiteX32728" y="connsiteY32728"/>
              </a:cxn>
              <a:cxn ang="0">
                <a:pos x="connsiteX32729" y="connsiteY32729"/>
              </a:cxn>
              <a:cxn ang="0">
                <a:pos x="connsiteX32730" y="connsiteY32730"/>
              </a:cxn>
              <a:cxn ang="0">
                <a:pos x="connsiteX32731" y="connsiteY32731"/>
              </a:cxn>
              <a:cxn ang="0">
                <a:pos x="connsiteX32732" y="connsiteY32732"/>
              </a:cxn>
              <a:cxn ang="0">
                <a:pos x="connsiteX32733" y="connsiteY32733"/>
              </a:cxn>
              <a:cxn ang="0">
                <a:pos x="connsiteX32734" y="connsiteY32734"/>
              </a:cxn>
              <a:cxn ang="0">
                <a:pos x="connsiteX32735" y="connsiteY32735"/>
              </a:cxn>
              <a:cxn ang="0">
                <a:pos x="connsiteX32736" y="connsiteY32736"/>
              </a:cxn>
              <a:cxn ang="0">
                <a:pos x="connsiteX32737" y="connsiteY32737"/>
              </a:cxn>
              <a:cxn ang="0">
                <a:pos x="connsiteX32738" y="connsiteY32738"/>
              </a:cxn>
              <a:cxn ang="0">
                <a:pos x="connsiteX32739" y="connsiteY32739"/>
              </a:cxn>
              <a:cxn ang="0">
                <a:pos x="connsiteX32740" y="connsiteY32740"/>
              </a:cxn>
              <a:cxn ang="0">
                <a:pos x="connsiteX32741" y="connsiteY32741"/>
              </a:cxn>
              <a:cxn ang="0">
                <a:pos x="connsiteX32742" y="connsiteY32742"/>
              </a:cxn>
              <a:cxn ang="0">
                <a:pos x="connsiteX32743" y="connsiteY32743"/>
              </a:cxn>
              <a:cxn ang="0">
                <a:pos x="connsiteX32744" y="connsiteY32744"/>
              </a:cxn>
              <a:cxn ang="0">
                <a:pos x="connsiteX32745" y="connsiteY32745"/>
              </a:cxn>
              <a:cxn ang="0">
                <a:pos x="connsiteX32746" y="connsiteY32746"/>
              </a:cxn>
              <a:cxn ang="0">
                <a:pos x="connsiteX32747" y="connsiteY32747"/>
              </a:cxn>
              <a:cxn ang="0">
                <a:pos x="connsiteX32748" y="connsiteY32748"/>
              </a:cxn>
              <a:cxn ang="0">
                <a:pos x="connsiteX32749" y="connsiteY32749"/>
              </a:cxn>
              <a:cxn ang="0">
                <a:pos x="connsiteX32750" y="connsiteY32750"/>
              </a:cxn>
              <a:cxn ang="0">
                <a:pos x="connsiteX32751" y="connsiteY32751"/>
              </a:cxn>
              <a:cxn ang="0">
                <a:pos x="connsiteX32752" y="connsiteY32752"/>
              </a:cxn>
              <a:cxn ang="0">
                <a:pos x="connsiteX32753" y="connsiteY32753"/>
              </a:cxn>
              <a:cxn ang="0">
                <a:pos x="connsiteX32754" y="connsiteY32754"/>
              </a:cxn>
              <a:cxn ang="0">
                <a:pos x="connsiteX32755" y="connsiteY32755"/>
              </a:cxn>
              <a:cxn ang="0">
                <a:pos x="connsiteX32756" y="connsiteY32756"/>
              </a:cxn>
              <a:cxn ang="0">
                <a:pos x="connsiteX32757" y="connsiteY32757"/>
              </a:cxn>
              <a:cxn ang="0">
                <a:pos x="connsiteX32758" y="connsiteY32758"/>
              </a:cxn>
              <a:cxn ang="0">
                <a:pos x="connsiteX32759" y="connsiteY32759"/>
              </a:cxn>
              <a:cxn ang="0">
                <a:pos x="connsiteX32760" y="connsiteY32760"/>
              </a:cxn>
              <a:cxn ang="0">
                <a:pos x="connsiteX32761" y="connsiteY32761"/>
              </a:cxn>
              <a:cxn ang="0">
                <a:pos x="connsiteX32762" y="connsiteY32762"/>
              </a:cxn>
              <a:cxn ang="0">
                <a:pos x="connsiteX32763" y="connsiteY32763"/>
              </a:cxn>
              <a:cxn ang="0">
                <a:pos x="connsiteX32764" y="connsiteY32764"/>
              </a:cxn>
              <a:cxn ang="0">
                <a:pos x="connsiteX32765" y="connsiteY32765"/>
              </a:cxn>
              <a:cxn ang="0">
                <a:pos x="connsiteX32766" y="connsiteY32766"/>
              </a:cxn>
              <a:cxn ang="0">
                <a:pos x="connsiteX32767" y="connsiteY32767"/>
              </a:cxn>
              <a:cxn ang="0">
                <a:pos x="connsiteX32768" y="connsiteY32768"/>
              </a:cxn>
              <a:cxn ang="0">
                <a:pos x="connsiteX32769" y="connsiteY32769"/>
              </a:cxn>
              <a:cxn ang="0">
                <a:pos x="connsiteX32770" y="connsiteY32770"/>
              </a:cxn>
              <a:cxn ang="0">
                <a:pos x="connsiteX32771" y="connsiteY32771"/>
              </a:cxn>
              <a:cxn ang="0">
                <a:pos x="connsiteX32772" y="connsiteY32772"/>
              </a:cxn>
              <a:cxn ang="0">
                <a:pos x="connsiteX32773" y="connsiteY32773"/>
              </a:cxn>
              <a:cxn ang="0">
                <a:pos x="connsiteX32774" y="connsiteY32774"/>
              </a:cxn>
              <a:cxn ang="0">
                <a:pos x="connsiteX32775" y="connsiteY32775"/>
              </a:cxn>
              <a:cxn ang="0">
                <a:pos x="connsiteX32776" y="connsiteY32776"/>
              </a:cxn>
              <a:cxn ang="0">
                <a:pos x="connsiteX32777" y="connsiteY32777"/>
              </a:cxn>
              <a:cxn ang="0">
                <a:pos x="connsiteX32778" y="connsiteY32778"/>
              </a:cxn>
              <a:cxn ang="0">
                <a:pos x="connsiteX32779" y="connsiteY32779"/>
              </a:cxn>
              <a:cxn ang="0">
                <a:pos x="connsiteX32780" y="connsiteY32780"/>
              </a:cxn>
              <a:cxn ang="0">
                <a:pos x="connsiteX32781" y="connsiteY32781"/>
              </a:cxn>
              <a:cxn ang="0">
                <a:pos x="connsiteX32782" y="connsiteY32782"/>
              </a:cxn>
              <a:cxn ang="0">
                <a:pos x="connsiteX32783" y="connsiteY32783"/>
              </a:cxn>
              <a:cxn ang="0">
                <a:pos x="connsiteX32784" y="connsiteY32784"/>
              </a:cxn>
              <a:cxn ang="0">
                <a:pos x="connsiteX32785" y="connsiteY32785"/>
              </a:cxn>
              <a:cxn ang="0">
                <a:pos x="connsiteX32786" y="connsiteY32786"/>
              </a:cxn>
              <a:cxn ang="0">
                <a:pos x="connsiteX32787" y="connsiteY32787"/>
              </a:cxn>
              <a:cxn ang="0">
                <a:pos x="connsiteX32788" y="connsiteY32788"/>
              </a:cxn>
              <a:cxn ang="0">
                <a:pos x="connsiteX32789" y="connsiteY32789"/>
              </a:cxn>
              <a:cxn ang="0">
                <a:pos x="connsiteX32790" y="connsiteY32790"/>
              </a:cxn>
              <a:cxn ang="0">
                <a:pos x="connsiteX32791" y="connsiteY32791"/>
              </a:cxn>
              <a:cxn ang="0">
                <a:pos x="connsiteX32792" y="connsiteY32792"/>
              </a:cxn>
              <a:cxn ang="0">
                <a:pos x="connsiteX32793" y="connsiteY32793"/>
              </a:cxn>
              <a:cxn ang="0">
                <a:pos x="connsiteX32794" y="connsiteY32794"/>
              </a:cxn>
              <a:cxn ang="0">
                <a:pos x="connsiteX32795" y="connsiteY32795"/>
              </a:cxn>
              <a:cxn ang="0">
                <a:pos x="connsiteX32796" y="connsiteY32796"/>
              </a:cxn>
              <a:cxn ang="0">
                <a:pos x="connsiteX32797" y="connsiteY32797"/>
              </a:cxn>
              <a:cxn ang="0">
                <a:pos x="connsiteX32798" y="connsiteY32798"/>
              </a:cxn>
              <a:cxn ang="0">
                <a:pos x="connsiteX32799" y="connsiteY32799"/>
              </a:cxn>
              <a:cxn ang="0">
                <a:pos x="connsiteX32800" y="connsiteY32800"/>
              </a:cxn>
              <a:cxn ang="0">
                <a:pos x="connsiteX32801" y="connsiteY32801"/>
              </a:cxn>
              <a:cxn ang="0">
                <a:pos x="connsiteX32802" y="connsiteY32802"/>
              </a:cxn>
              <a:cxn ang="0">
                <a:pos x="connsiteX32803" y="connsiteY32803"/>
              </a:cxn>
              <a:cxn ang="0">
                <a:pos x="connsiteX32804" y="connsiteY32804"/>
              </a:cxn>
              <a:cxn ang="0">
                <a:pos x="connsiteX32805" y="connsiteY32805"/>
              </a:cxn>
              <a:cxn ang="0">
                <a:pos x="connsiteX32806" y="connsiteY32806"/>
              </a:cxn>
              <a:cxn ang="0">
                <a:pos x="connsiteX32807" y="connsiteY32807"/>
              </a:cxn>
              <a:cxn ang="0">
                <a:pos x="connsiteX32808" y="connsiteY32808"/>
              </a:cxn>
              <a:cxn ang="0">
                <a:pos x="connsiteX32809" y="connsiteY32809"/>
              </a:cxn>
              <a:cxn ang="0">
                <a:pos x="connsiteX32810" y="connsiteY32810"/>
              </a:cxn>
              <a:cxn ang="0">
                <a:pos x="connsiteX32811" y="connsiteY32811"/>
              </a:cxn>
              <a:cxn ang="0">
                <a:pos x="connsiteX32812" y="connsiteY32812"/>
              </a:cxn>
              <a:cxn ang="0">
                <a:pos x="connsiteX32813" y="connsiteY32813"/>
              </a:cxn>
              <a:cxn ang="0">
                <a:pos x="connsiteX32814" y="connsiteY32814"/>
              </a:cxn>
              <a:cxn ang="0">
                <a:pos x="connsiteX32815" y="connsiteY32815"/>
              </a:cxn>
              <a:cxn ang="0">
                <a:pos x="connsiteX32816" y="connsiteY32816"/>
              </a:cxn>
              <a:cxn ang="0">
                <a:pos x="connsiteX32817" y="connsiteY32817"/>
              </a:cxn>
              <a:cxn ang="0">
                <a:pos x="connsiteX32818" y="connsiteY32818"/>
              </a:cxn>
              <a:cxn ang="0">
                <a:pos x="connsiteX32819" y="connsiteY32819"/>
              </a:cxn>
              <a:cxn ang="0">
                <a:pos x="connsiteX32820" y="connsiteY32820"/>
              </a:cxn>
              <a:cxn ang="0">
                <a:pos x="connsiteX32821" y="connsiteY32821"/>
              </a:cxn>
              <a:cxn ang="0">
                <a:pos x="connsiteX32822" y="connsiteY32822"/>
              </a:cxn>
              <a:cxn ang="0">
                <a:pos x="connsiteX32823" y="connsiteY32823"/>
              </a:cxn>
              <a:cxn ang="0">
                <a:pos x="connsiteX32824" y="connsiteY32824"/>
              </a:cxn>
              <a:cxn ang="0">
                <a:pos x="connsiteX32825" y="connsiteY32825"/>
              </a:cxn>
              <a:cxn ang="0">
                <a:pos x="connsiteX32826" y="connsiteY32826"/>
              </a:cxn>
              <a:cxn ang="0">
                <a:pos x="connsiteX32827" y="connsiteY32827"/>
              </a:cxn>
              <a:cxn ang="0">
                <a:pos x="connsiteX32828" y="connsiteY32828"/>
              </a:cxn>
              <a:cxn ang="0">
                <a:pos x="connsiteX32829" y="connsiteY32829"/>
              </a:cxn>
              <a:cxn ang="0">
                <a:pos x="connsiteX32830" y="connsiteY32830"/>
              </a:cxn>
              <a:cxn ang="0">
                <a:pos x="connsiteX32831" y="connsiteY32831"/>
              </a:cxn>
              <a:cxn ang="0">
                <a:pos x="connsiteX32832" y="connsiteY32832"/>
              </a:cxn>
              <a:cxn ang="0">
                <a:pos x="connsiteX32833" y="connsiteY32833"/>
              </a:cxn>
              <a:cxn ang="0">
                <a:pos x="connsiteX32834" y="connsiteY32834"/>
              </a:cxn>
              <a:cxn ang="0">
                <a:pos x="connsiteX32835" y="connsiteY32835"/>
              </a:cxn>
              <a:cxn ang="0">
                <a:pos x="connsiteX32836" y="connsiteY32836"/>
              </a:cxn>
              <a:cxn ang="0">
                <a:pos x="connsiteX32837" y="connsiteY32837"/>
              </a:cxn>
              <a:cxn ang="0">
                <a:pos x="connsiteX32838" y="connsiteY32838"/>
              </a:cxn>
              <a:cxn ang="0">
                <a:pos x="connsiteX32839" y="connsiteY32839"/>
              </a:cxn>
              <a:cxn ang="0">
                <a:pos x="connsiteX32840" y="connsiteY32840"/>
              </a:cxn>
              <a:cxn ang="0">
                <a:pos x="connsiteX32841" y="connsiteY32841"/>
              </a:cxn>
              <a:cxn ang="0">
                <a:pos x="connsiteX32842" y="connsiteY32842"/>
              </a:cxn>
              <a:cxn ang="0">
                <a:pos x="connsiteX32843" y="connsiteY32843"/>
              </a:cxn>
              <a:cxn ang="0">
                <a:pos x="connsiteX32844" y="connsiteY32844"/>
              </a:cxn>
              <a:cxn ang="0">
                <a:pos x="connsiteX32845" y="connsiteY32845"/>
              </a:cxn>
              <a:cxn ang="0">
                <a:pos x="connsiteX32846" y="connsiteY32846"/>
              </a:cxn>
              <a:cxn ang="0">
                <a:pos x="connsiteX32847" y="connsiteY32847"/>
              </a:cxn>
              <a:cxn ang="0">
                <a:pos x="connsiteX32848" y="connsiteY32848"/>
              </a:cxn>
              <a:cxn ang="0">
                <a:pos x="connsiteX32849" y="connsiteY32849"/>
              </a:cxn>
              <a:cxn ang="0">
                <a:pos x="connsiteX32850" y="connsiteY32850"/>
              </a:cxn>
              <a:cxn ang="0">
                <a:pos x="connsiteX32851" y="connsiteY32851"/>
              </a:cxn>
              <a:cxn ang="0">
                <a:pos x="connsiteX32852" y="connsiteY32852"/>
              </a:cxn>
              <a:cxn ang="0">
                <a:pos x="connsiteX32853" y="connsiteY32853"/>
              </a:cxn>
              <a:cxn ang="0">
                <a:pos x="connsiteX32854" y="connsiteY32854"/>
              </a:cxn>
              <a:cxn ang="0">
                <a:pos x="connsiteX32855" y="connsiteY32855"/>
              </a:cxn>
              <a:cxn ang="0">
                <a:pos x="connsiteX32856" y="connsiteY32856"/>
              </a:cxn>
              <a:cxn ang="0">
                <a:pos x="connsiteX32857" y="connsiteY32857"/>
              </a:cxn>
              <a:cxn ang="0">
                <a:pos x="connsiteX32858" y="connsiteY32858"/>
              </a:cxn>
              <a:cxn ang="0">
                <a:pos x="connsiteX32859" y="connsiteY32859"/>
              </a:cxn>
              <a:cxn ang="0">
                <a:pos x="connsiteX32860" y="connsiteY32860"/>
              </a:cxn>
              <a:cxn ang="0">
                <a:pos x="connsiteX32861" y="connsiteY32861"/>
              </a:cxn>
              <a:cxn ang="0">
                <a:pos x="connsiteX32862" y="connsiteY32862"/>
              </a:cxn>
              <a:cxn ang="0">
                <a:pos x="connsiteX32863" y="connsiteY32863"/>
              </a:cxn>
              <a:cxn ang="0">
                <a:pos x="connsiteX32864" y="connsiteY32864"/>
              </a:cxn>
              <a:cxn ang="0">
                <a:pos x="connsiteX32865" y="connsiteY32865"/>
              </a:cxn>
              <a:cxn ang="0">
                <a:pos x="connsiteX32866" y="connsiteY32866"/>
              </a:cxn>
              <a:cxn ang="0">
                <a:pos x="connsiteX32867" y="connsiteY32867"/>
              </a:cxn>
              <a:cxn ang="0">
                <a:pos x="connsiteX32868" y="connsiteY32868"/>
              </a:cxn>
              <a:cxn ang="0">
                <a:pos x="connsiteX32869" y="connsiteY32869"/>
              </a:cxn>
              <a:cxn ang="0">
                <a:pos x="connsiteX32870" y="connsiteY32870"/>
              </a:cxn>
              <a:cxn ang="0">
                <a:pos x="connsiteX32871" y="connsiteY32871"/>
              </a:cxn>
              <a:cxn ang="0">
                <a:pos x="connsiteX32872" y="connsiteY32872"/>
              </a:cxn>
              <a:cxn ang="0">
                <a:pos x="connsiteX32873" y="connsiteY32873"/>
              </a:cxn>
              <a:cxn ang="0">
                <a:pos x="connsiteX32874" y="connsiteY32874"/>
              </a:cxn>
              <a:cxn ang="0">
                <a:pos x="connsiteX32875" y="connsiteY32875"/>
              </a:cxn>
              <a:cxn ang="0">
                <a:pos x="connsiteX32876" y="connsiteY32876"/>
              </a:cxn>
              <a:cxn ang="0">
                <a:pos x="connsiteX32877" y="connsiteY32877"/>
              </a:cxn>
              <a:cxn ang="0">
                <a:pos x="connsiteX32878" y="connsiteY32878"/>
              </a:cxn>
              <a:cxn ang="0">
                <a:pos x="connsiteX32879" y="connsiteY32879"/>
              </a:cxn>
              <a:cxn ang="0">
                <a:pos x="connsiteX32880" y="connsiteY32880"/>
              </a:cxn>
              <a:cxn ang="0">
                <a:pos x="connsiteX32881" y="connsiteY32881"/>
              </a:cxn>
              <a:cxn ang="0">
                <a:pos x="connsiteX32882" y="connsiteY32882"/>
              </a:cxn>
              <a:cxn ang="0">
                <a:pos x="connsiteX32883" y="connsiteY32883"/>
              </a:cxn>
              <a:cxn ang="0">
                <a:pos x="connsiteX32884" y="connsiteY32884"/>
              </a:cxn>
              <a:cxn ang="0">
                <a:pos x="connsiteX32885" y="connsiteY32885"/>
              </a:cxn>
              <a:cxn ang="0">
                <a:pos x="connsiteX32886" y="connsiteY32886"/>
              </a:cxn>
              <a:cxn ang="0">
                <a:pos x="connsiteX32887" y="connsiteY32887"/>
              </a:cxn>
              <a:cxn ang="0">
                <a:pos x="connsiteX32888" y="connsiteY32888"/>
              </a:cxn>
              <a:cxn ang="0">
                <a:pos x="connsiteX32889" y="connsiteY32889"/>
              </a:cxn>
              <a:cxn ang="0">
                <a:pos x="connsiteX32890" y="connsiteY32890"/>
              </a:cxn>
              <a:cxn ang="0">
                <a:pos x="connsiteX32891" y="connsiteY32891"/>
              </a:cxn>
              <a:cxn ang="0">
                <a:pos x="connsiteX32892" y="connsiteY32892"/>
              </a:cxn>
              <a:cxn ang="0">
                <a:pos x="connsiteX32893" y="connsiteY32893"/>
              </a:cxn>
              <a:cxn ang="0">
                <a:pos x="connsiteX32894" y="connsiteY32894"/>
              </a:cxn>
              <a:cxn ang="0">
                <a:pos x="connsiteX32895" y="connsiteY32895"/>
              </a:cxn>
              <a:cxn ang="0">
                <a:pos x="connsiteX32896" y="connsiteY32896"/>
              </a:cxn>
              <a:cxn ang="0">
                <a:pos x="connsiteX32897" y="connsiteY32897"/>
              </a:cxn>
              <a:cxn ang="0">
                <a:pos x="connsiteX32898" y="connsiteY32898"/>
              </a:cxn>
              <a:cxn ang="0">
                <a:pos x="connsiteX32899" y="connsiteY32899"/>
              </a:cxn>
              <a:cxn ang="0">
                <a:pos x="connsiteX32900" y="connsiteY32900"/>
              </a:cxn>
              <a:cxn ang="0">
                <a:pos x="connsiteX32901" y="connsiteY32901"/>
              </a:cxn>
              <a:cxn ang="0">
                <a:pos x="connsiteX32902" y="connsiteY32902"/>
              </a:cxn>
              <a:cxn ang="0">
                <a:pos x="connsiteX32903" y="connsiteY32903"/>
              </a:cxn>
              <a:cxn ang="0">
                <a:pos x="connsiteX32904" y="connsiteY32904"/>
              </a:cxn>
              <a:cxn ang="0">
                <a:pos x="connsiteX32905" y="connsiteY32905"/>
              </a:cxn>
              <a:cxn ang="0">
                <a:pos x="connsiteX32906" y="connsiteY32906"/>
              </a:cxn>
              <a:cxn ang="0">
                <a:pos x="connsiteX32907" y="connsiteY32907"/>
              </a:cxn>
              <a:cxn ang="0">
                <a:pos x="connsiteX32908" y="connsiteY32908"/>
              </a:cxn>
              <a:cxn ang="0">
                <a:pos x="connsiteX32909" y="connsiteY32909"/>
              </a:cxn>
              <a:cxn ang="0">
                <a:pos x="connsiteX32910" y="connsiteY32910"/>
              </a:cxn>
              <a:cxn ang="0">
                <a:pos x="connsiteX32911" y="connsiteY32911"/>
              </a:cxn>
              <a:cxn ang="0">
                <a:pos x="connsiteX32912" y="connsiteY32912"/>
              </a:cxn>
              <a:cxn ang="0">
                <a:pos x="connsiteX32913" y="connsiteY32913"/>
              </a:cxn>
              <a:cxn ang="0">
                <a:pos x="connsiteX32914" y="connsiteY32914"/>
              </a:cxn>
              <a:cxn ang="0">
                <a:pos x="connsiteX32915" y="connsiteY32915"/>
              </a:cxn>
              <a:cxn ang="0">
                <a:pos x="connsiteX32916" y="connsiteY32916"/>
              </a:cxn>
              <a:cxn ang="0">
                <a:pos x="connsiteX32917" y="connsiteY32917"/>
              </a:cxn>
              <a:cxn ang="0">
                <a:pos x="connsiteX32918" y="connsiteY32918"/>
              </a:cxn>
              <a:cxn ang="0">
                <a:pos x="connsiteX32919" y="connsiteY32919"/>
              </a:cxn>
              <a:cxn ang="0">
                <a:pos x="connsiteX32920" y="connsiteY32920"/>
              </a:cxn>
              <a:cxn ang="0">
                <a:pos x="connsiteX32921" y="connsiteY32921"/>
              </a:cxn>
              <a:cxn ang="0">
                <a:pos x="connsiteX32922" y="connsiteY32922"/>
              </a:cxn>
              <a:cxn ang="0">
                <a:pos x="connsiteX32923" y="connsiteY32923"/>
              </a:cxn>
              <a:cxn ang="0">
                <a:pos x="connsiteX32924" y="connsiteY32924"/>
              </a:cxn>
              <a:cxn ang="0">
                <a:pos x="connsiteX32925" y="connsiteY32925"/>
              </a:cxn>
              <a:cxn ang="0">
                <a:pos x="connsiteX32926" y="connsiteY32926"/>
              </a:cxn>
              <a:cxn ang="0">
                <a:pos x="connsiteX32927" y="connsiteY32927"/>
              </a:cxn>
              <a:cxn ang="0">
                <a:pos x="connsiteX32928" y="connsiteY32928"/>
              </a:cxn>
              <a:cxn ang="0">
                <a:pos x="connsiteX32929" y="connsiteY32929"/>
              </a:cxn>
              <a:cxn ang="0">
                <a:pos x="connsiteX32930" y="connsiteY32930"/>
              </a:cxn>
              <a:cxn ang="0">
                <a:pos x="connsiteX32931" y="connsiteY32931"/>
              </a:cxn>
              <a:cxn ang="0">
                <a:pos x="connsiteX32932" y="connsiteY32932"/>
              </a:cxn>
              <a:cxn ang="0">
                <a:pos x="connsiteX32933" y="connsiteY32933"/>
              </a:cxn>
              <a:cxn ang="0">
                <a:pos x="connsiteX32934" y="connsiteY32934"/>
              </a:cxn>
              <a:cxn ang="0">
                <a:pos x="connsiteX32935" y="connsiteY32935"/>
              </a:cxn>
              <a:cxn ang="0">
                <a:pos x="connsiteX32936" y="connsiteY32936"/>
              </a:cxn>
              <a:cxn ang="0">
                <a:pos x="connsiteX32937" y="connsiteY32937"/>
              </a:cxn>
              <a:cxn ang="0">
                <a:pos x="connsiteX32938" y="connsiteY32938"/>
              </a:cxn>
              <a:cxn ang="0">
                <a:pos x="connsiteX32939" y="connsiteY32939"/>
              </a:cxn>
              <a:cxn ang="0">
                <a:pos x="connsiteX32940" y="connsiteY32940"/>
              </a:cxn>
              <a:cxn ang="0">
                <a:pos x="connsiteX32941" y="connsiteY32941"/>
              </a:cxn>
              <a:cxn ang="0">
                <a:pos x="connsiteX32942" y="connsiteY32942"/>
              </a:cxn>
              <a:cxn ang="0">
                <a:pos x="connsiteX32943" y="connsiteY32943"/>
              </a:cxn>
              <a:cxn ang="0">
                <a:pos x="connsiteX32944" y="connsiteY32944"/>
              </a:cxn>
              <a:cxn ang="0">
                <a:pos x="connsiteX32945" y="connsiteY32945"/>
              </a:cxn>
              <a:cxn ang="0">
                <a:pos x="connsiteX32946" y="connsiteY32946"/>
              </a:cxn>
              <a:cxn ang="0">
                <a:pos x="connsiteX32947" y="connsiteY32947"/>
              </a:cxn>
              <a:cxn ang="0">
                <a:pos x="connsiteX32948" y="connsiteY32948"/>
              </a:cxn>
              <a:cxn ang="0">
                <a:pos x="connsiteX32949" y="connsiteY32949"/>
              </a:cxn>
              <a:cxn ang="0">
                <a:pos x="connsiteX32950" y="connsiteY32950"/>
              </a:cxn>
              <a:cxn ang="0">
                <a:pos x="connsiteX32951" y="connsiteY32951"/>
              </a:cxn>
              <a:cxn ang="0">
                <a:pos x="connsiteX32952" y="connsiteY32952"/>
              </a:cxn>
              <a:cxn ang="0">
                <a:pos x="connsiteX32953" y="connsiteY32953"/>
              </a:cxn>
              <a:cxn ang="0">
                <a:pos x="connsiteX32954" y="connsiteY32954"/>
              </a:cxn>
              <a:cxn ang="0">
                <a:pos x="connsiteX32955" y="connsiteY32955"/>
              </a:cxn>
              <a:cxn ang="0">
                <a:pos x="connsiteX32956" y="connsiteY32956"/>
              </a:cxn>
              <a:cxn ang="0">
                <a:pos x="connsiteX32957" y="connsiteY32957"/>
              </a:cxn>
              <a:cxn ang="0">
                <a:pos x="connsiteX32958" y="connsiteY32958"/>
              </a:cxn>
              <a:cxn ang="0">
                <a:pos x="connsiteX32959" y="connsiteY32959"/>
              </a:cxn>
              <a:cxn ang="0">
                <a:pos x="connsiteX32960" y="connsiteY32960"/>
              </a:cxn>
              <a:cxn ang="0">
                <a:pos x="connsiteX32961" y="connsiteY32961"/>
              </a:cxn>
              <a:cxn ang="0">
                <a:pos x="connsiteX32962" y="connsiteY32962"/>
              </a:cxn>
              <a:cxn ang="0">
                <a:pos x="connsiteX32963" y="connsiteY32963"/>
              </a:cxn>
              <a:cxn ang="0">
                <a:pos x="connsiteX32964" y="connsiteY32964"/>
              </a:cxn>
              <a:cxn ang="0">
                <a:pos x="connsiteX32965" y="connsiteY32965"/>
              </a:cxn>
              <a:cxn ang="0">
                <a:pos x="connsiteX32966" y="connsiteY32966"/>
              </a:cxn>
              <a:cxn ang="0">
                <a:pos x="connsiteX32967" y="connsiteY32967"/>
              </a:cxn>
              <a:cxn ang="0">
                <a:pos x="connsiteX32968" y="connsiteY32968"/>
              </a:cxn>
              <a:cxn ang="0">
                <a:pos x="connsiteX32969" y="connsiteY32969"/>
              </a:cxn>
              <a:cxn ang="0">
                <a:pos x="connsiteX32970" y="connsiteY32970"/>
              </a:cxn>
              <a:cxn ang="0">
                <a:pos x="connsiteX32971" y="connsiteY32971"/>
              </a:cxn>
              <a:cxn ang="0">
                <a:pos x="connsiteX32972" y="connsiteY32972"/>
              </a:cxn>
              <a:cxn ang="0">
                <a:pos x="connsiteX32973" y="connsiteY32973"/>
              </a:cxn>
              <a:cxn ang="0">
                <a:pos x="connsiteX32974" y="connsiteY32974"/>
              </a:cxn>
              <a:cxn ang="0">
                <a:pos x="connsiteX32975" y="connsiteY32975"/>
              </a:cxn>
              <a:cxn ang="0">
                <a:pos x="connsiteX32976" y="connsiteY32976"/>
              </a:cxn>
              <a:cxn ang="0">
                <a:pos x="connsiteX32977" y="connsiteY32977"/>
              </a:cxn>
              <a:cxn ang="0">
                <a:pos x="connsiteX32978" y="connsiteY32978"/>
              </a:cxn>
              <a:cxn ang="0">
                <a:pos x="connsiteX32979" y="connsiteY32979"/>
              </a:cxn>
              <a:cxn ang="0">
                <a:pos x="connsiteX32980" y="connsiteY32980"/>
              </a:cxn>
              <a:cxn ang="0">
                <a:pos x="connsiteX32981" y="connsiteY32981"/>
              </a:cxn>
              <a:cxn ang="0">
                <a:pos x="connsiteX32982" y="connsiteY32982"/>
              </a:cxn>
              <a:cxn ang="0">
                <a:pos x="connsiteX32983" y="connsiteY32983"/>
              </a:cxn>
              <a:cxn ang="0">
                <a:pos x="connsiteX32984" y="connsiteY32984"/>
              </a:cxn>
              <a:cxn ang="0">
                <a:pos x="connsiteX32985" y="connsiteY32985"/>
              </a:cxn>
              <a:cxn ang="0">
                <a:pos x="connsiteX32986" y="connsiteY32986"/>
              </a:cxn>
              <a:cxn ang="0">
                <a:pos x="connsiteX32987" y="connsiteY32987"/>
              </a:cxn>
              <a:cxn ang="0">
                <a:pos x="connsiteX32988" y="connsiteY32988"/>
              </a:cxn>
              <a:cxn ang="0">
                <a:pos x="connsiteX32989" y="connsiteY32989"/>
              </a:cxn>
              <a:cxn ang="0">
                <a:pos x="connsiteX32990" y="connsiteY32990"/>
              </a:cxn>
              <a:cxn ang="0">
                <a:pos x="connsiteX32991" y="connsiteY32991"/>
              </a:cxn>
              <a:cxn ang="0">
                <a:pos x="connsiteX32992" y="connsiteY32992"/>
              </a:cxn>
              <a:cxn ang="0">
                <a:pos x="connsiteX32993" y="connsiteY32993"/>
              </a:cxn>
              <a:cxn ang="0">
                <a:pos x="connsiteX32994" y="connsiteY32994"/>
              </a:cxn>
              <a:cxn ang="0">
                <a:pos x="connsiteX32995" y="connsiteY32995"/>
              </a:cxn>
              <a:cxn ang="0">
                <a:pos x="connsiteX32996" y="connsiteY32996"/>
              </a:cxn>
              <a:cxn ang="0">
                <a:pos x="connsiteX32997" y="connsiteY32997"/>
              </a:cxn>
              <a:cxn ang="0">
                <a:pos x="connsiteX32998" y="connsiteY32998"/>
              </a:cxn>
              <a:cxn ang="0">
                <a:pos x="connsiteX32999" y="connsiteY32999"/>
              </a:cxn>
              <a:cxn ang="0">
                <a:pos x="connsiteX33000" y="connsiteY33000"/>
              </a:cxn>
              <a:cxn ang="0">
                <a:pos x="connsiteX33001" y="connsiteY33001"/>
              </a:cxn>
              <a:cxn ang="0">
                <a:pos x="connsiteX33002" y="connsiteY33002"/>
              </a:cxn>
              <a:cxn ang="0">
                <a:pos x="connsiteX33003" y="connsiteY33003"/>
              </a:cxn>
              <a:cxn ang="0">
                <a:pos x="connsiteX33004" y="connsiteY33004"/>
              </a:cxn>
              <a:cxn ang="0">
                <a:pos x="connsiteX33005" y="connsiteY33005"/>
              </a:cxn>
              <a:cxn ang="0">
                <a:pos x="connsiteX33006" y="connsiteY33006"/>
              </a:cxn>
              <a:cxn ang="0">
                <a:pos x="connsiteX33007" y="connsiteY33007"/>
              </a:cxn>
              <a:cxn ang="0">
                <a:pos x="connsiteX33008" y="connsiteY33008"/>
              </a:cxn>
              <a:cxn ang="0">
                <a:pos x="connsiteX33009" y="connsiteY33009"/>
              </a:cxn>
              <a:cxn ang="0">
                <a:pos x="connsiteX33010" y="connsiteY33010"/>
              </a:cxn>
              <a:cxn ang="0">
                <a:pos x="connsiteX33011" y="connsiteY33011"/>
              </a:cxn>
              <a:cxn ang="0">
                <a:pos x="connsiteX33012" y="connsiteY33012"/>
              </a:cxn>
              <a:cxn ang="0">
                <a:pos x="connsiteX33013" y="connsiteY33013"/>
              </a:cxn>
              <a:cxn ang="0">
                <a:pos x="connsiteX33014" y="connsiteY33014"/>
              </a:cxn>
              <a:cxn ang="0">
                <a:pos x="connsiteX33015" y="connsiteY33015"/>
              </a:cxn>
              <a:cxn ang="0">
                <a:pos x="connsiteX33016" y="connsiteY33016"/>
              </a:cxn>
              <a:cxn ang="0">
                <a:pos x="connsiteX33017" y="connsiteY33017"/>
              </a:cxn>
              <a:cxn ang="0">
                <a:pos x="connsiteX33018" y="connsiteY33018"/>
              </a:cxn>
              <a:cxn ang="0">
                <a:pos x="connsiteX33019" y="connsiteY33019"/>
              </a:cxn>
              <a:cxn ang="0">
                <a:pos x="connsiteX33020" y="connsiteY33020"/>
              </a:cxn>
              <a:cxn ang="0">
                <a:pos x="connsiteX33021" y="connsiteY33021"/>
              </a:cxn>
              <a:cxn ang="0">
                <a:pos x="connsiteX33022" y="connsiteY33022"/>
              </a:cxn>
              <a:cxn ang="0">
                <a:pos x="connsiteX33023" y="connsiteY33023"/>
              </a:cxn>
              <a:cxn ang="0">
                <a:pos x="connsiteX33024" y="connsiteY33024"/>
              </a:cxn>
              <a:cxn ang="0">
                <a:pos x="connsiteX33025" y="connsiteY33025"/>
              </a:cxn>
              <a:cxn ang="0">
                <a:pos x="connsiteX33026" y="connsiteY33026"/>
              </a:cxn>
              <a:cxn ang="0">
                <a:pos x="connsiteX33027" y="connsiteY33027"/>
              </a:cxn>
              <a:cxn ang="0">
                <a:pos x="connsiteX33028" y="connsiteY33028"/>
              </a:cxn>
              <a:cxn ang="0">
                <a:pos x="connsiteX33029" y="connsiteY33029"/>
              </a:cxn>
              <a:cxn ang="0">
                <a:pos x="connsiteX33030" y="connsiteY33030"/>
              </a:cxn>
              <a:cxn ang="0">
                <a:pos x="connsiteX33031" y="connsiteY33031"/>
              </a:cxn>
              <a:cxn ang="0">
                <a:pos x="connsiteX33032" y="connsiteY33032"/>
              </a:cxn>
              <a:cxn ang="0">
                <a:pos x="connsiteX33033" y="connsiteY33033"/>
              </a:cxn>
              <a:cxn ang="0">
                <a:pos x="connsiteX33034" y="connsiteY33034"/>
              </a:cxn>
              <a:cxn ang="0">
                <a:pos x="connsiteX33035" y="connsiteY33035"/>
              </a:cxn>
              <a:cxn ang="0">
                <a:pos x="connsiteX33036" y="connsiteY33036"/>
              </a:cxn>
              <a:cxn ang="0">
                <a:pos x="connsiteX33037" y="connsiteY33037"/>
              </a:cxn>
              <a:cxn ang="0">
                <a:pos x="connsiteX33038" y="connsiteY33038"/>
              </a:cxn>
              <a:cxn ang="0">
                <a:pos x="connsiteX33039" y="connsiteY33039"/>
              </a:cxn>
              <a:cxn ang="0">
                <a:pos x="connsiteX33040" y="connsiteY33040"/>
              </a:cxn>
              <a:cxn ang="0">
                <a:pos x="connsiteX33041" y="connsiteY33041"/>
              </a:cxn>
              <a:cxn ang="0">
                <a:pos x="connsiteX33042" y="connsiteY33042"/>
              </a:cxn>
              <a:cxn ang="0">
                <a:pos x="connsiteX33043" y="connsiteY33043"/>
              </a:cxn>
              <a:cxn ang="0">
                <a:pos x="connsiteX33044" y="connsiteY33044"/>
              </a:cxn>
              <a:cxn ang="0">
                <a:pos x="connsiteX33045" y="connsiteY33045"/>
              </a:cxn>
              <a:cxn ang="0">
                <a:pos x="connsiteX33046" y="connsiteY33046"/>
              </a:cxn>
              <a:cxn ang="0">
                <a:pos x="connsiteX33047" y="connsiteY33047"/>
              </a:cxn>
              <a:cxn ang="0">
                <a:pos x="connsiteX33048" y="connsiteY33048"/>
              </a:cxn>
              <a:cxn ang="0">
                <a:pos x="connsiteX33049" y="connsiteY33049"/>
              </a:cxn>
              <a:cxn ang="0">
                <a:pos x="connsiteX33050" y="connsiteY33050"/>
              </a:cxn>
              <a:cxn ang="0">
                <a:pos x="connsiteX33051" y="connsiteY33051"/>
              </a:cxn>
              <a:cxn ang="0">
                <a:pos x="connsiteX33052" y="connsiteY33052"/>
              </a:cxn>
              <a:cxn ang="0">
                <a:pos x="connsiteX33053" y="connsiteY33053"/>
              </a:cxn>
              <a:cxn ang="0">
                <a:pos x="connsiteX33054" y="connsiteY33054"/>
              </a:cxn>
              <a:cxn ang="0">
                <a:pos x="connsiteX33055" y="connsiteY33055"/>
              </a:cxn>
              <a:cxn ang="0">
                <a:pos x="connsiteX33056" y="connsiteY33056"/>
              </a:cxn>
              <a:cxn ang="0">
                <a:pos x="connsiteX33057" y="connsiteY33057"/>
              </a:cxn>
              <a:cxn ang="0">
                <a:pos x="connsiteX33058" y="connsiteY33058"/>
              </a:cxn>
              <a:cxn ang="0">
                <a:pos x="connsiteX33059" y="connsiteY33059"/>
              </a:cxn>
              <a:cxn ang="0">
                <a:pos x="connsiteX33060" y="connsiteY33060"/>
              </a:cxn>
              <a:cxn ang="0">
                <a:pos x="connsiteX33061" y="connsiteY33061"/>
              </a:cxn>
              <a:cxn ang="0">
                <a:pos x="connsiteX33062" y="connsiteY33062"/>
              </a:cxn>
              <a:cxn ang="0">
                <a:pos x="connsiteX33063" y="connsiteY33063"/>
              </a:cxn>
              <a:cxn ang="0">
                <a:pos x="connsiteX33064" y="connsiteY33064"/>
              </a:cxn>
              <a:cxn ang="0">
                <a:pos x="connsiteX33065" y="connsiteY33065"/>
              </a:cxn>
              <a:cxn ang="0">
                <a:pos x="connsiteX33066" y="connsiteY33066"/>
              </a:cxn>
              <a:cxn ang="0">
                <a:pos x="connsiteX33067" y="connsiteY33067"/>
              </a:cxn>
              <a:cxn ang="0">
                <a:pos x="connsiteX33068" y="connsiteY33068"/>
              </a:cxn>
              <a:cxn ang="0">
                <a:pos x="connsiteX33069" y="connsiteY33069"/>
              </a:cxn>
              <a:cxn ang="0">
                <a:pos x="connsiteX33070" y="connsiteY33070"/>
              </a:cxn>
              <a:cxn ang="0">
                <a:pos x="connsiteX33071" y="connsiteY33071"/>
              </a:cxn>
              <a:cxn ang="0">
                <a:pos x="connsiteX33072" y="connsiteY33072"/>
              </a:cxn>
              <a:cxn ang="0">
                <a:pos x="connsiteX33073" y="connsiteY33073"/>
              </a:cxn>
              <a:cxn ang="0">
                <a:pos x="connsiteX33074" y="connsiteY33074"/>
              </a:cxn>
              <a:cxn ang="0">
                <a:pos x="connsiteX33075" y="connsiteY33075"/>
              </a:cxn>
              <a:cxn ang="0">
                <a:pos x="connsiteX33076" y="connsiteY33076"/>
              </a:cxn>
              <a:cxn ang="0">
                <a:pos x="connsiteX33077" y="connsiteY33077"/>
              </a:cxn>
              <a:cxn ang="0">
                <a:pos x="connsiteX33078" y="connsiteY33078"/>
              </a:cxn>
              <a:cxn ang="0">
                <a:pos x="connsiteX33079" y="connsiteY33079"/>
              </a:cxn>
              <a:cxn ang="0">
                <a:pos x="connsiteX33080" y="connsiteY33080"/>
              </a:cxn>
              <a:cxn ang="0">
                <a:pos x="connsiteX33081" y="connsiteY33081"/>
              </a:cxn>
              <a:cxn ang="0">
                <a:pos x="connsiteX33082" y="connsiteY33082"/>
              </a:cxn>
              <a:cxn ang="0">
                <a:pos x="connsiteX33083" y="connsiteY33083"/>
              </a:cxn>
              <a:cxn ang="0">
                <a:pos x="connsiteX33084" y="connsiteY33084"/>
              </a:cxn>
              <a:cxn ang="0">
                <a:pos x="connsiteX33085" y="connsiteY33085"/>
              </a:cxn>
              <a:cxn ang="0">
                <a:pos x="connsiteX33086" y="connsiteY33086"/>
              </a:cxn>
              <a:cxn ang="0">
                <a:pos x="connsiteX33087" y="connsiteY33087"/>
              </a:cxn>
              <a:cxn ang="0">
                <a:pos x="connsiteX33088" y="connsiteY33088"/>
              </a:cxn>
              <a:cxn ang="0">
                <a:pos x="connsiteX33089" y="connsiteY33089"/>
              </a:cxn>
              <a:cxn ang="0">
                <a:pos x="connsiteX33090" y="connsiteY33090"/>
              </a:cxn>
              <a:cxn ang="0">
                <a:pos x="connsiteX33091" y="connsiteY33091"/>
              </a:cxn>
              <a:cxn ang="0">
                <a:pos x="connsiteX33092" y="connsiteY33092"/>
              </a:cxn>
              <a:cxn ang="0">
                <a:pos x="connsiteX33093" y="connsiteY33093"/>
              </a:cxn>
              <a:cxn ang="0">
                <a:pos x="connsiteX33094" y="connsiteY33094"/>
              </a:cxn>
              <a:cxn ang="0">
                <a:pos x="connsiteX33095" y="connsiteY33095"/>
              </a:cxn>
              <a:cxn ang="0">
                <a:pos x="connsiteX33096" y="connsiteY33096"/>
              </a:cxn>
              <a:cxn ang="0">
                <a:pos x="connsiteX33097" y="connsiteY33097"/>
              </a:cxn>
              <a:cxn ang="0">
                <a:pos x="connsiteX33098" y="connsiteY33098"/>
              </a:cxn>
              <a:cxn ang="0">
                <a:pos x="connsiteX33099" y="connsiteY33099"/>
              </a:cxn>
              <a:cxn ang="0">
                <a:pos x="connsiteX33100" y="connsiteY33100"/>
              </a:cxn>
              <a:cxn ang="0">
                <a:pos x="connsiteX33101" y="connsiteY33101"/>
              </a:cxn>
              <a:cxn ang="0">
                <a:pos x="connsiteX33102" y="connsiteY33102"/>
              </a:cxn>
              <a:cxn ang="0">
                <a:pos x="connsiteX33103" y="connsiteY33103"/>
              </a:cxn>
              <a:cxn ang="0">
                <a:pos x="connsiteX33104" y="connsiteY33104"/>
              </a:cxn>
              <a:cxn ang="0">
                <a:pos x="connsiteX33105" y="connsiteY33105"/>
              </a:cxn>
              <a:cxn ang="0">
                <a:pos x="connsiteX33106" y="connsiteY33106"/>
              </a:cxn>
              <a:cxn ang="0">
                <a:pos x="connsiteX33107" y="connsiteY33107"/>
              </a:cxn>
              <a:cxn ang="0">
                <a:pos x="connsiteX33108" y="connsiteY33108"/>
              </a:cxn>
              <a:cxn ang="0">
                <a:pos x="connsiteX33109" y="connsiteY33109"/>
              </a:cxn>
              <a:cxn ang="0">
                <a:pos x="connsiteX33110" y="connsiteY33110"/>
              </a:cxn>
              <a:cxn ang="0">
                <a:pos x="connsiteX33111" y="connsiteY33111"/>
              </a:cxn>
              <a:cxn ang="0">
                <a:pos x="connsiteX33112" y="connsiteY33112"/>
              </a:cxn>
              <a:cxn ang="0">
                <a:pos x="connsiteX33113" y="connsiteY33113"/>
              </a:cxn>
              <a:cxn ang="0">
                <a:pos x="connsiteX33114" y="connsiteY33114"/>
              </a:cxn>
              <a:cxn ang="0">
                <a:pos x="connsiteX33115" y="connsiteY33115"/>
              </a:cxn>
              <a:cxn ang="0">
                <a:pos x="connsiteX33116" y="connsiteY33116"/>
              </a:cxn>
              <a:cxn ang="0">
                <a:pos x="connsiteX33117" y="connsiteY33117"/>
              </a:cxn>
              <a:cxn ang="0">
                <a:pos x="connsiteX33118" y="connsiteY33118"/>
              </a:cxn>
              <a:cxn ang="0">
                <a:pos x="connsiteX33119" y="connsiteY33119"/>
              </a:cxn>
              <a:cxn ang="0">
                <a:pos x="connsiteX33120" y="connsiteY33120"/>
              </a:cxn>
              <a:cxn ang="0">
                <a:pos x="connsiteX33121" y="connsiteY33121"/>
              </a:cxn>
              <a:cxn ang="0">
                <a:pos x="connsiteX33122" y="connsiteY33122"/>
              </a:cxn>
              <a:cxn ang="0">
                <a:pos x="connsiteX33123" y="connsiteY33123"/>
              </a:cxn>
              <a:cxn ang="0">
                <a:pos x="connsiteX33124" y="connsiteY33124"/>
              </a:cxn>
              <a:cxn ang="0">
                <a:pos x="connsiteX33125" y="connsiteY33125"/>
              </a:cxn>
              <a:cxn ang="0">
                <a:pos x="connsiteX33126" y="connsiteY33126"/>
              </a:cxn>
              <a:cxn ang="0">
                <a:pos x="connsiteX33127" y="connsiteY33127"/>
              </a:cxn>
              <a:cxn ang="0">
                <a:pos x="connsiteX33128" y="connsiteY33128"/>
              </a:cxn>
              <a:cxn ang="0">
                <a:pos x="connsiteX33129" y="connsiteY33129"/>
              </a:cxn>
              <a:cxn ang="0">
                <a:pos x="connsiteX33130" y="connsiteY33130"/>
              </a:cxn>
              <a:cxn ang="0">
                <a:pos x="connsiteX33131" y="connsiteY33131"/>
              </a:cxn>
              <a:cxn ang="0">
                <a:pos x="connsiteX33132" y="connsiteY33132"/>
              </a:cxn>
              <a:cxn ang="0">
                <a:pos x="connsiteX33133" y="connsiteY33133"/>
              </a:cxn>
              <a:cxn ang="0">
                <a:pos x="connsiteX33134" y="connsiteY33134"/>
              </a:cxn>
              <a:cxn ang="0">
                <a:pos x="connsiteX33135" y="connsiteY33135"/>
              </a:cxn>
              <a:cxn ang="0">
                <a:pos x="connsiteX33136" y="connsiteY33136"/>
              </a:cxn>
              <a:cxn ang="0">
                <a:pos x="connsiteX33137" y="connsiteY33137"/>
              </a:cxn>
              <a:cxn ang="0">
                <a:pos x="connsiteX33138" y="connsiteY33138"/>
              </a:cxn>
              <a:cxn ang="0">
                <a:pos x="connsiteX33139" y="connsiteY33139"/>
              </a:cxn>
              <a:cxn ang="0">
                <a:pos x="connsiteX33140" y="connsiteY33140"/>
              </a:cxn>
              <a:cxn ang="0">
                <a:pos x="connsiteX33141" y="connsiteY33141"/>
              </a:cxn>
              <a:cxn ang="0">
                <a:pos x="connsiteX33142" y="connsiteY33142"/>
              </a:cxn>
              <a:cxn ang="0">
                <a:pos x="connsiteX33143" y="connsiteY33143"/>
              </a:cxn>
              <a:cxn ang="0">
                <a:pos x="connsiteX33144" y="connsiteY33144"/>
              </a:cxn>
              <a:cxn ang="0">
                <a:pos x="connsiteX33145" y="connsiteY33145"/>
              </a:cxn>
              <a:cxn ang="0">
                <a:pos x="connsiteX33146" y="connsiteY33146"/>
              </a:cxn>
              <a:cxn ang="0">
                <a:pos x="connsiteX33147" y="connsiteY33147"/>
              </a:cxn>
              <a:cxn ang="0">
                <a:pos x="connsiteX33148" y="connsiteY33148"/>
              </a:cxn>
              <a:cxn ang="0">
                <a:pos x="connsiteX33149" y="connsiteY33149"/>
              </a:cxn>
              <a:cxn ang="0">
                <a:pos x="connsiteX33150" y="connsiteY33150"/>
              </a:cxn>
              <a:cxn ang="0">
                <a:pos x="connsiteX33151" y="connsiteY33151"/>
              </a:cxn>
              <a:cxn ang="0">
                <a:pos x="connsiteX33152" y="connsiteY33152"/>
              </a:cxn>
              <a:cxn ang="0">
                <a:pos x="connsiteX33153" y="connsiteY33153"/>
              </a:cxn>
              <a:cxn ang="0">
                <a:pos x="connsiteX33154" y="connsiteY33154"/>
              </a:cxn>
              <a:cxn ang="0">
                <a:pos x="connsiteX33155" y="connsiteY33155"/>
              </a:cxn>
              <a:cxn ang="0">
                <a:pos x="connsiteX33156" y="connsiteY33156"/>
              </a:cxn>
              <a:cxn ang="0">
                <a:pos x="connsiteX33157" y="connsiteY33157"/>
              </a:cxn>
              <a:cxn ang="0">
                <a:pos x="connsiteX33158" y="connsiteY33158"/>
              </a:cxn>
              <a:cxn ang="0">
                <a:pos x="connsiteX33159" y="connsiteY33159"/>
              </a:cxn>
              <a:cxn ang="0">
                <a:pos x="connsiteX33160" y="connsiteY33160"/>
              </a:cxn>
              <a:cxn ang="0">
                <a:pos x="connsiteX33161" y="connsiteY33161"/>
              </a:cxn>
              <a:cxn ang="0">
                <a:pos x="connsiteX33162" y="connsiteY33162"/>
              </a:cxn>
              <a:cxn ang="0">
                <a:pos x="connsiteX33163" y="connsiteY33163"/>
              </a:cxn>
              <a:cxn ang="0">
                <a:pos x="connsiteX33164" y="connsiteY33164"/>
              </a:cxn>
              <a:cxn ang="0">
                <a:pos x="connsiteX33165" y="connsiteY33165"/>
              </a:cxn>
              <a:cxn ang="0">
                <a:pos x="connsiteX33166" y="connsiteY33166"/>
              </a:cxn>
              <a:cxn ang="0">
                <a:pos x="connsiteX33167" y="connsiteY33167"/>
              </a:cxn>
              <a:cxn ang="0">
                <a:pos x="connsiteX33168" y="connsiteY33168"/>
              </a:cxn>
              <a:cxn ang="0">
                <a:pos x="connsiteX33169" y="connsiteY33169"/>
              </a:cxn>
              <a:cxn ang="0">
                <a:pos x="connsiteX33170" y="connsiteY33170"/>
              </a:cxn>
              <a:cxn ang="0">
                <a:pos x="connsiteX33171" y="connsiteY33171"/>
              </a:cxn>
              <a:cxn ang="0">
                <a:pos x="connsiteX33172" y="connsiteY33172"/>
              </a:cxn>
              <a:cxn ang="0">
                <a:pos x="connsiteX33173" y="connsiteY33173"/>
              </a:cxn>
              <a:cxn ang="0">
                <a:pos x="connsiteX33174" y="connsiteY33174"/>
              </a:cxn>
              <a:cxn ang="0">
                <a:pos x="connsiteX33175" y="connsiteY33175"/>
              </a:cxn>
              <a:cxn ang="0">
                <a:pos x="connsiteX33176" y="connsiteY33176"/>
              </a:cxn>
              <a:cxn ang="0">
                <a:pos x="connsiteX33177" y="connsiteY33177"/>
              </a:cxn>
              <a:cxn ang="0">
                <a:pos x="connsiteX33178" y="connsiteY33178"/>
              </a:cxn>
              <a:cxn ang="0">
                <a:pos x="connsiteX33179" y="connsiteY33179"/>
              </a:cxn>
              <a:cxn ang="0">
                <a:pos x="connsiteX33180" y="connsiteY33180"/>
              </a:cxn>
              <a:cxn ang="0">
                <a:pos x="connsiteX33181" y="connsiteY33181"/>
              </a:cxn>
              <a:cxn ang="0">
                <a:pos x="connsiteX33182" y="connsiteY33182"/>
              </a:cxn>
              <a:cxn ang="0">
                <a:pos x="connsiteX33183" y="connsiteY33183"/>
              </a:cxn>
              <a:cxn ang="0">
                <a:pos x="connsiteX33184" y="connsiteY33184"/>
              </a:cxn>
              <a:cxn ang="0">
                <a:pos x="connsiteX33185" y="connsiteY33185"/>
              </a:cxn>
              <a:cxn ang="0">
                <a:pos x="connsiteX33186" y="connsiteY33186"/>
              </a:cxn>
              <a:cxn ang="0">
                <a:pos x="connsiteX33187" y="connsiteY33187"/>
              </a:cxn>
              <a:cxn ang="0">
                <a:pos x="connsiteX33188" y="connsiteY33188"/>
              </a:cxn>
              <a:cxn ang="0">
                <a:pos x="connsiteX33189" y="connsiteY33189"/>
              </a:cxn>
              <a:cxn ang="0">
                <a:pos x="connsiteX33190" y="connsiteY33190"/>
              </a:cxn>
              <a:cxn ang="0">
                <a:pos x="connsiteX33191" y="connsiteY33191"/>
              </a:cxn>
              <a:cxn ang="0">
                <a:pos x="connsiteX33192" y="connsiteY33192"/>
              </a:cxn>
              <a:cxn ang="0">
                <a:pos x="connsiteX33193" y="connsiteY33193"/>
              </a:cxn>
              <a:cxn ang="0">
                <a:pos x="connsiteX33194" y="connsiteY33194"/>
              </a:cxn>
              <a:cxn ang="0">
                <a:pos x="connsiteX33195" y="connsiteY33195"/>
              </a:cxn>
              <a:cxn ang="0">
                <a:pos x="connsiteX33196" y="connsiteY33196"/>
              </a:cxn>
              <a:cxn ang="0">
                <a:pos x="connsiteX33197" y="connsiteY33197"/>
              </a:cxn>
              <a:cxn ang="0">
                <a:pos x="connsiteX33198" y="connsiteY33198"/>
              </a:cxn>
              <a:cxn ang="0">
                <a:pos x="connsiteX33199" y="connsiteY33199"/>
              </a:cxn>
              <a:cxn ang="0">
                <a:pos x="connsiteX33200" y="connsiteY33200"/>
              </a:cxn>
              <a:cxn ang="0">
                <a:pos x="connsiteX33201" y="connsiteY33201"/>
              </a:cxn>
              <a:cxn ang="0">
                <a:pos x="connsiteX33202" y="connsiteY33202"/>
              </a:cxn>
              <a:cxn ang="0">
                <a:pos x="connsiteX33203" y="connsiteY33203"/>
              </a:cxn>
              <a:cxn ang="0">
                <a:pos x="connsiteX33204" y="connsiteY33204"/>
              </a:cxn>
              <a:cxn ang="0">
                <a:pos x="connsiteX33205" y="connsiteY33205"/>
              </a:cxn>
              <a:cxn ang="0">
                <a:pos x="connsiteX33206" y="connsiteY33206"/>
              </a:cxn>
              <a:cxn ang="0">
                <a:pos x="connsiteX33207" y="connsiteY33207"/>
              </a:cxn>
              <a:cxn ang="0">
                <a:pos x="connsiteX33208" y="connsiteY33208"/>
              </a:cxn>
              <a:cxn ang="0">
                <a:pos x="connsiteX33209" y="connsiteY33209"/>
              </a:cxn>
              <a:cxn ang="0">
                <a:pos x="connsiteX33210" y="connsiteY33210"/>
              </a:cxn>
              <a:cxn ang="0">
                <a:pos x="connsiteX33211" y="connsiteY33211"/>
              </a:cxn>
              <a:cxn ang="0">
                <a:pos x="connsiteX33212" y="connsiteY33212"/>
              </a:cxn>
              <a:cxn ang="0">
                <a:pos x="connsiteX33213" y="connsiteY33213"/>
              </a:cxn>
              <a:cxn ang="0">
                <a:pos x="connsiteX33214" y="connsiteY33214"/>
              </a:cxn>
              <a:cxn ang="0">
                <a:pos x="connsiteX33215" y="connsiteY33215"/>
              </a:cxn>
              <a:cxn ang="0">
                <a:pos x="connsiteX33216" y="connsiteY33216"/>
              </a:cxn>
              <a:cxn ang="0">
                <a:pos x="connsiteX33217" y="connsiteY33217"/>
              </a:cxn>
              <a:cxn ang="0">
                <a:pos x="connsiteX33218" y="connsiteY33218"/>
              </a:cxn>
              <a:cxn ang="0">
                <a:pos x="connsiteX33219" y="connsiteY33219"/>
              </a:cxn>
              <a:cxn ang="0">
                <a:pos x="connsiteX33220" y="connsiteY33220"/>
              </a:cxn>
              <a:cxn ang="0">
                <a:pos x="connsiteX33221" y="connsiteY33221"/>
              </a:cxn>
              <a:cxn ang="0">
                <a:pos x="connsiteX33222" y="connsiteY33222"/>
              </a:cxn>
              <a:cxn ang="0">
                <a:pos x="connsiteX33223" y="connsiteY33223"/>
              </a:cxn>
              <a:cxn ang="0">
                <a:pos x="connsiteX33224" y="connsiteY33224"/>
              </a:cxn>
              <a:cxn ang="0">
                <a:pos x="connsiteX33225" y="connsiteY33225"/>
              </a:cxn>
              <a:cxn ang="0">
                <a:pos x="connsiteX33226" y="connsiteY33226"/>
              </a:cxn>
              <a:cxn ang="0">
                <a:pos x="connsiteX33227" y="connsiteY33227"/>
              </a:cxn>
              <a:cxn ang="0">
                <a:pos x="connsiteX33228" y="connsiteY33228"/>
              </a:cxn>
              <a:cxn ang="0">
                <a:pos x="connsiteX33229" y="connsiteY33229"/>
              </a:cxn>
              <a:cxn ang="0">
                <a:pos x="connsiteX33230" y="connsiteY33230"/>
              </a:cxn>
              <a:cxn ang="0">
                <a:pos x="connsiteX33231" y="connsiteY33231"/>
              </a:cxn>
              <a:cxn ang="0">
                <a:pos x="connsiteX33232" y="connsiteY33232"/>
              </a:cxn>
              <a:cxn ang="0">
                <a:pos x="connsiteX33233" y="connsiteY33233"/>
              </a:cxn>
              <a:cxn ang="0">
                <a:pos x="connsiteX33234" y="connsiteY33234"/>
              </a:cxn>
              <a:cxn ang="0">
                <a:pos x="connsiteX33235" y="connsiteY33235"/>
              </a:cxn>
              <a:cxn ang="0">
                <a:pos x="connsiteX33236" y="connsiteY33236"/>
              </a:cxn>
              <a:cxn ang="0">
                <a:pos x="connsiteX33237" y="connsiteY33237"/>
              </a:cxn>
              <a:cxn ang="0">
                <a:pos x="connsiteX33238" y="connsiteY33238"/>
              </a:cxn>
              <a:cxn ang="0">
                <a:pos x="connsiteX33239" y="connsiteY33239"/>
              </a:cxn>
              <a:cxn ang="0">
                <a:pos x="connsiteX33240" y="connsiteY33240"/>
              </a:cxn>
              <a:cxn ang="0">
                <a:pos x="connsiteX33241" y="connsiteY33241"/>
              </a:cxn>
              <a:cxn ang="0">
                <a:pos x="connsiteX33242" y="connsiteY33242"/>
              </a:cxn>
              <a:cxn ang="0">
                <a:pos x="connsiteX33243" y="connsiteY33243"/>
              </a:cxn>
              <a:cxn ang="0">
                <a:pos x="connsiteX33244" y="connsiteY33244"/>
              </a:cxn>
              <a:cxn ang="0">
                <a:pos x="connsiteX33245" y="connsiteY33245"/>
              </a:cxn>
              <a:cxn ang="0">
                <a:pos x="connsiteX33246" y="connsiteY33246"/>
              </a:cxn>
              <a:cxn ang="0">
                <a:pos x="connsiteX33247" y="connsiteY33247"/>
              </a:cxn>
              <a:cxn ang="0">
                <a:pos x="connsiteX33248" y="connsiteY33248"/>
              </a:cxn>
              <a:cxn ang="0">
                <a:pos x="connsiteX33249" y="connsiteY33249"/>
              </a:cxn>
              <a:cxn ang="0">
                <a:pos x="connsiteX33250" y="connsiteY33250"/>
              </a:cxn>
              <a:cxn ang="0">
                <a:pos x="connsiteX33251" y="connsiteY33251"/>
              </a:cxn>
              <a:cxn ang="0">
                <a:pos x="connsiteX33252" y="connsiteY33252"/>
              </a:cxn>
              <a:cxn ang="0">
                <a:pos x="connsiteX33253" y="connsiteY33253"/>
              </a:cxn>
              <a:cxn ang="0">
                <a:pos x="connsiteX33254" y="connsiteY33254"/>
              </a:cxn>
              <a:cxn ang="0">
                <a:pos x="connsiteX33255" y="connsiteY33255"/>
              </a:cxn>
              <a:cxn ang="0">
                <a:pos x="connsiteX33256" y="connsiteY33256"/>
              </a:cxn>
              <a:cxn ang="0">
                <a:pos x="connsiteX33257" y="connsiteY33257"/>
              </a:cxn>
              <a:cxn ang="0">
                <a:pos x="connsiteX33258" y="connsiteY33258"/>
              </a:cxn>
              <a:cxn ang="0">
                <a:pos x="connsiteX33259" y="connsiteY33259"/>
              </a:cxn>
              <a:cxn ang="0">
                <a:pos x="connsiteX33260" y="connsiteY33260"/>
              </a:cxn>
              <a:cxn ang="0">
                <a:pos x="connsiteX33261" y="connsiteY33261"/>
              </a:cxn>
              <a:cxn ang="0">
                <a:pos x="connsiteX33262" y="connsiteY33262"/>
              </a:cxn>
              <a:cxn ang="0">
                <a:pos x="connsiteX33263" y="connsiteY33263"/>
              </a:cxn>
              <a:cxn ang="0">
                <a:pos x="connsiteX33264" y="connsiteY33264"/>
              </a:cxn>
              <a:cxn ang="0">
                <a:pos x="connsiteX33265" y="connsiteY33265"/>
              </a:cxn>
              <a:cxn ang="0">
                <a:pos x="connsiteX33266" y="connsiteY33266"/>
              </a:cxn>
              <a:cxn ang="0">
                <a:pos x="connsiteX33267" y="connsiteY33267"/>
              </a:cxn>
              <a:cxn ang="0">
                <a:pos x="connsiteX33268" y="connsiteY33268"/>
              </a:cxn>
              <a:cxn ang="0">
                <a:pos x="connsiteX33269" y="connsiteY33269"/>
              </a:cxn>
              <a:cxn ang="0">
                <a:pos x="connsiteX33270" y="connsiteY33270"/>
              </a:cxn>
              <a:cxn ang="0">
                <a:pos x="connsiteX33271" y="connsiteY33271"/>
              </a:cxn>
              <a:cxn ang="0">
                <a:pos x="connsiteX33272" y="connsiteY33272"/>
              </a:cxn>
              <a:cxn ang="0">
                <a:pos x="connsiteX33273" y="connsiteY33273"/>
              </a:cxn>
              <a:cxn ang="0">
                <a:pos x="connsiteX33274" y="connsiteY33274"/>
              </a:cxn>
              <a:cxn ang="0">
                <a:pos x="connsiteX33275" y="connsiteY33275"/>
              </a:cxn>
              <a:cxn ang="0">
                <a:pos x="connsiteX33276" y="connsiteY33276"/>
              </a:cxn>
              <a:cxn ang="0">
                <a:pos x="connsiteX33277" y="connsiteY33277"/>
              </a:cxn>
              <a:cxn ang="0">
                <a:pos x="connsiteX33278" y="connsiteY33278"/>
              </a:cxn>
              <a:cxn ang="0">
                <a:pos x="connsiteX33279" y="connsiteY33279"/>
              </a:cxn>
              <a:cxn ang="0">
                <a:pos x="connsiteX33280" y="connsiteY33280"/>
              </a:cxn>
              <a:cxn ang="0">
                <a:pos x="connsiteX33281" y="connsiteY33281"/>
              </a:cxn>
              <a:cxn ang="0">
                <a:pos x="connsiteX33282" y="connsiteY33282"/>
              </a:cxn>
              <a:cxn ang="0">
                <a:pos x="connsiteX33283" y="connsiteY33283"/>
              </a:cxn>
              <a:cxn ang="0">
                <a:pos x="connsiteX33284" y="connsiteY33284"/>
              </a:cxn>
              <a:cxn ang="0">
                <a:pos x="connsiteX33285" y="connsiteY33285"/>
              </a:cxn>
              <a:cxn ang="0">
                <a:pos x="connsiteX33286" y="connsiteY33286"/>
              </a:cxn>
              <a:cxn ang="0">
                <a:pos x="connsiteX33287" y="connsiteY33287"/>
              </a:cxn>
              <a:cxn ang="0">
                <a:pos x="connsiteX33288" y="connsiteY33288"/>
              </a:cxn>
              <a:cxn ang="0">
                <a:pos x="connsiteX33289" y="connsiteY33289"/>
              </a:cxn>
              <a:cxn ang="0">
                <a:pos x="connsiteX33290" y="connsiteY33290"/>
              </a:cxn>
              <a:cxn ang="0">
                <a:pos x="connsiteX33291" y="connsiteY33291"/>
              </a:cxn>
              <a:cxn ang="0">
                <a:pos x="connsiteX33292" y="connsiteY33292"/>
              </a:cxn>
              <a:cxn ang="0">
                <a:pos x="connsiteX33293" y="connsiteY33293"/>
              </a:cxn>
              <a:cxn ang="0">
                <a:pos x="connsiteX33294" y="connsiteY33294"/>
              </a:cxn>
              <a:cxn ang="0">
                <a:pos x="connsiteX33295" y="connsiteY33295"/>
              </a:cxn>
              <a:cxn ang="0">
                <a:pos x="connsiteX33296" y="connsiteY33296"/>
              </a:cxn>
              <a:cxn ang="0">
                <a:pos x="connsiteX33297" y="connsiteY33297"/>
              </a:cxn>
              <a:cxn ang="0">
                <a:pos x="connsiteX33298" y="connsiteY33298"/>
              </a:cxn>
              <a:cxn ang="0">
                <a:pos x="connsiteX33299" y="connsiteY33299"/>
              </a:cxn>
              <a:cxn ang="0">
                <a:pos x="connsiteX33300" y="connsiteY33300"/>
              </a:cxn>
              <a:cxn ang="0">
                <a:pos x="connsiteX33301" y="connsiteY33301"/>
              </a:cxn>
              <a:cxn ang="0">
                <a:pos x="connsiteX33302" y="connsiteY33302"/>
              </a:cxn>
              <a:cxn ang="0">
                <a:pos x="connsiteX33303" y="connsiteY33303"/>
              </a:cxn>
              <a:cxn ang="0">
                <a:pos x="connsiteX33304" y="connsiteY33304"/>
              </a:cxn>
              <a:cxn ang="0">
                <a:pos x="connsiteX33305" y="connsiteY33305"/>
              </a:cxn>
              <a:cxn ang="0">
                <a:pos x="connsiteX33306" y="connsiteY33306"/>
              </a:cxn>
              <a:cxn ang="0">
                <a:pos x="connsiteX33307" y="connsiteY33307"/>
              </a:cxn>
              <a:cxn ang="0">
                <a:pos x="connsiteX33308" y="connsiteY33308"/>
              </a:cxn>
              <a:cxn ang="0">
                <a:pos x="connsiteX33309" y="connsiteY33309"/>
              </a:cxn>
              <a:cxn ang="0">
                <a:pos x="connsiteX33310" y="connsiteY33310"/>
              </a:cxn>
              <a:cxn ang="0">
                <a:pos x="connsiteX33311" y="connsiteY33311"/>
              </a:cxn>
              <a:cxn ang="0">
                <a:pos x="connsiteX33312" y="connsiteY33312"/>
              </a:cxn>
              <a:cxn ang="0">
                <a:pos x="connsiteX33313" y="connsiteY33313"/>
              </a:cxn>
              <a:cxn ang="0">
                <a:pos x="connsiteX33314" y="connsiteY33314"/>
              </a:cxn>
              <a:cxn ang="0">
                <a:pos x="connsiteX33315" y="connsiteY33315"/>
              </a:cxn>
              <a:cxn ang="0">
                <a:pos x="connsiteX33316" y="connsiteY33316"/>
              </a:cxn>
              <a:cxn ang="0">
                <a:pos x="connsiteX33317" y="connsiteY33317"/>
              </a:cxn>
              <a:cxn ang="0">
                <a:pos x="connsiteX33318" y="connsiteY33318"/>
              </a:cxn>
              <a:cxn ang="0">
                <a:pos x="connsiteX33319" y="connsiteY33319"/>
              </a:cxn>
              <a:cxn ang="0">
                <a:pos x="connsiteX33320" y="connsiteY33320"/>
              </a:cxn>
              <a:cxn ang="0">
                <a:pos x="connsiteX33321" y="connsiteY33321"/>
              </a:cxn>
              <a:cxn ang="0">
                <a:pos x="connsiteX33322" y="connsiteY33322"/>
              </a:cxn>
              <a:cxn ang="0">
                <a:pos x="connsiteX33323" y="connsiteY33323"/>
              </a:cxn>
              <a:cxn ang="0">
                <a:pos x="connsiteX33324" y="connsiteY33324"/>
              </a:cxn>
              <a:cxn ang="0">
                <a:pos x="connsiteX33325" y="connsiteY33325"/>
              </a:cxn>
              <a:cxn ang="0">
                <a:pos x="connsiteX33326" y="connsiteY33326"/>
              </a:cxn>
              <a:cxn ang="0">
                <a:pos x="connsiteX33327" y="connsiteY33327"/>
              </a:cxn>
              <a:cxn ang="0">
                <a:pos x="connsiteX33328" y="connsiteY33328"/>
              </a:cxn>
              <a:cxn ang="0">
                <a:pos x="connsiteX33329" y="connsiteY33329"/>
              </a:cxn>
              <a:cxn ang="0">
                <a:pos x="connsiteX33330" y="connsiteY33330"/>
              </a:cxn>
              <a:cxn ang="0">
                <a:pos x="connsiteX33331" y="connsiteY33331"/>
              </a:cxn>
              <a:cxn ang="0">
                <a:pos x="connsiteX33332" y="connsiteY33332"/>
              </a:cxn>
              <a:cxn ang="0">
                <a:pos x="connsiteX33333" y="connsiteY33333"/>
              </a:cxn>
              <a:cxn ang="0">
                <a:pos x="connsiteX33334" y="connsiteY33334"/>
              </a:cxn>
              <a:cxn ang="0">
                <a:pos x="connsiteX33335" y="connsiteY33335"/>
              </a:cxn>
              <a:cxn ang="0">
                <a:pos x="connsiteX33336" y="connsiteY33336"/>
              </a:cxn>
              <a:cxn ang="0">
                <a:pos x="connsiteX33337" y="connsiteY33337"/>
              </a:cxn>
              <a:cxn ang="0">
                <a:pos x="connsiteX33338" y="connsiteY33338"/>
              </a:cxn>
              <a:cxn ang="0">
                <a:pos x="connsiteX33339" y="connsiteY33339"/>
              </a:cxn>
              <a:cxn ang="0">
                <a:pos x="connsiteX33340" y="connsiteY33340"/>
              </a:cxn>
              <a:cxn ang="0">
                <a:pos x="connsiteX33341" y="connsiteY33341"/>
              </a:cxn>
              <a:cxn ang="0">
                <a:pos x="connsiteX33342" y="connsiteY33342"/>
              </a:cxn>
              <a:cxn ang="0">
                <a:pos x="connsiteX33343" y="connsiteY33343"/>
              </a:cxn>
              <a:cxn ang="0">
                <a:pos x="connsiteX33344" y="connsiteY33344"/>
              </a:cxn>
              <a:cxn ang="0">
                <a:pos x="connsiteX33345" y="connsiteY33345"/>
              </a:cxn>
              <a:cxn ang="0">
                <a:pos x="connsiteX33346" y="connsiteY33346"/>
              </a:cxn>
              <a:cxn ang="0">
                <a:pos x="connsiteX33347" y="connsiteY33347"/>
              </a:cxn>
              <a:cxn ang="0">
                <a:pos x="connsiteX33348" y="connsiteY33348"/>
              </a:cxn>
              <a:cxn ang="0">
                <a:pos x="connsiteX33349" y="connsiteY33349"/>
              </a:cxn>
              <a:cxn ang="0">
                <a:pos x="connsiteX33350" y="connsiteY33350"/>
              </a:cxn>
              <a:cxn ang="0">
                <a:pos x="connsiteX33351" y="connsiteY33351"/>
              </a:cxn>
              <a:cxn ang="0">
                <a:pos x="connsiteX33352" y="connsiteY33352"/>
              </a:cxn>
              <a:cxn ang="0">
                <a:pos x="connsiteX33353" y="connsiteY33353"/>
              </a:cxn>
              <a:cxn ang="0">
                <a:pos x="connsiteX33354" y="connsiteY33354"/>
              </a:cxn>
              <a:cxn ang="0">
                <a:pos x="connsiteX33355" y="connsiteY33355"/>
              </a:cxn>
              <a:cxn ang="0">
                <a:pos x="connsiteX33356" y="connsiteY33356"/>
              </a:cxn>
              <a:cxn ang="0">
                <a:pos x="connsiteX33357" y="connsiteY33357"/>
              </a:cxn>
              <a:cxn ang="0">
                <a:pos x="connsiteX33358" y="connsiteY33358"/>
              </a:cxn>
              <a:cxn ang="0">
                <a:pos x="connsiteX33359" y="connsiteY33359"/>
              </a:cxn>
              <a:cxn ang="0">
                <a:pos x="connsiteX33360" y="connsiteY33360"/>
              </a:cxn>
              <a:cxn ang="0">
                <a:pos x="connsiteX33361" y="connsiteY33361"/>
              </a:cxn>
              <a:cxn ang="0">
                <a:pos x="connsiteX33362" y="connsiteY33362"/>
              </a:cxn>
              <a:cxn ang="0">
                <a:pos x="connsiteX33363" y="connsiteY33363"/>
              </a:cxn>
              <a:cxn ang="0">
                <a:pos x="connsiteX33364" y="connsiteY33364"/>
              </a:cxn>
              <a:cxn ang="0">
                <a:pos x="connsiteX33365" y="connsiteY33365"/>
              </a:cxn>
              <a:cxn ang="0">
                <a:pos x="connsiteX33366" y="connsiteY33366"/>
              </a:cxn>
              <a:cxn ang="0">
                <a:pos x="connsiteX33367" y="connsiteY33367"/>
              </a:cxn>
              <a:cxn ang="0">
                <a:pos x="connsiteX33368" y="connsiteY33368"/>
              </a:cxn>
              <a:cxn ang="0">
                <a:pos x="connsiteX33369" y="connsiteY33369"/>
              </a:cxn>
              <a:cxn ang="0">
                <a:pos x="connsiteX33370" y="connsiteY33370"/>
              </a:cxn>
              <a:cxn ang="0">
                <a:pos x="connsiteX33371" y="connsiteY33371"/>
              </a:cxn>
              <a:cxn ang="0">
                <a:pos x="connsiteX33372" y="connsiteY33372"/>
              </a:cxn>
              <a:cxn ang="0">
                <a:pos x="connsiteX33373" y="connsiteY33373"/>
              </a:cxn>
              <a:cxn ang="0">
                <a:pos x="connsiteX33374" y="connsiteY33374"/>
              </a:cxn>
              <a:cxn ang="0">
                <a:pos x="connsiteX33375" y="connsiteY33375"/>
              </a:cxn>
              <a:cxn ang="0">
                <a:pos x="connsiteX33376" y="connsiteY33376"/>
              </a:cxn>
              <a:cxn ang="0">
                <a:pos x="connsiteX33377" y="connsiteY33377"/>
              </a:cxn>
              <a:cxn ang="0">
                <a:pos x="connsiteX33378" y="connsiteY33378"/>
              </a:cxn>
              <a:cxn ang="0">
                <a:pos x="connsiteX33379" y="connsiteY33379"/>
              </a:cxn>
              <a:cxn ang="0">
                <a:pos x="connsiteX33380" y="connsiteY33380"/>
              </a:cxn>
              <a:cxn ang="0">
                <a:pos x="connsiteX33381" y="connsiteY33381"/>
              </a:cxn>
              <a:cxn ang="0">
                <a:pos x="connsiteX33382" y="connsiteY33382"/>
              </a:cxn>
              <a:cxn ang="0">
                <a:pos x="connsiteX33383" y="connsiteY33383"/>
              </a:cxn>
              <a:cxn ang="0">
                <a:pos x="connsiteX33384" y="connsiteY33384"/>
              </a:cxn>
              <a:cxn ang="0">
                <a:pos x="connsiteX33385" y="connsiteY33385"/>
              </a:cxn>
              <a:cxn ang="0">
                <a:pos x="connsiteX33386" y="connsiteY33386"/>
              </a:cxn>
              <a:cxn ang="0">
                <a:pos x="connsiteX33387" y="connsiteY33387"/>
              </a:cxn>
              <a:cxn ang="0">
                <a:pos x="connsiteX33388" y="connsiteY33388"/>
              </a:cxn>
              <a:cxn ang="0">
                <a:pos x="connsiteX33389" y="connsiteY33389"/>
              </a:cxn>
              <a:cxn ang="0">
                <a:pos x="connsiteX33390" y="connsiteY33390"/>
              </a:cxn>
              <a:cxn ang="0">
                <a:pos x="connsiteX33391" y="connsiteY33391"/>
              </a:cxn>
              <a:cxn ang="0">
                <a:pos x="connsiteX33392" y="connsiteY33392"/>
              </a:cxn>
              <a:cxn ang="0">
                <a:pos x="connsiteX33393" y="connsiteY33393"/>
              </a:cxn>
              <a:cxn ang="0">
                <a:pos x="connsiteX33394" y="connsiteY33394"/>
              </a:cxn>
              <a:cxn ang="0">
                <a:pos x="connsiteX33395" y="connsiteY33395"/>
              </a:cxn>
              <a:cxn ang="0">
                <a:pos x="connsiteX33396" y="connsiteY33396"/>
              </a:cxn>
              <a:cxn ang="0">
                <a:pos x="connsiteX33397" y="connsiteY33397"/>
              </a:cxn>
              <a:cxn ang="0">
                <a:pos x="connsiteX33398" y="connsiteY33398"/>
              </a:cxn>
              <a:cxn ang="0">
                <a:pos x="connsiteX33399" y="connsiteY33399"/>
              </a:cxn>
              <a:cxn ang="0">
                <a:pos x="connsiteX33400" y="connsiteY33400"/>
              </a:cxn>
              <a:cxn ang="0">
                <a:pos x="connsiteX33401" y="connsiteY33401"/>
              </a:cxn>
              <a:cxn ang="0">
                <a:pos x="connsiteX33402" y="connsiteY33402"/>
              </a:cxn>
              <a:cxn ang="0">
                <a:pos x="connsiteX33403" y="connsiteY33403"/>
              </a:cxn>
              <a:cxn ang="0">
                <a:pos x="connsiteX33404" y="connsiteY33404"/>
              </a:cxn>
              <a:cxn ang="0">
                <a:pos x="connsiteX33405" y="connsiteY33405"/>
              </a:cxn>
              <a:cxn ang="0">
                <a:pos x="connsiteX33406" y="connsiteY33406"/>
              </a:cxn>
              <a:cxn ang="0">
                <a:pos x="connsiteX33407" y="connsiteY33407"/>
              </a:cxn>
              <a:cxn ang="0">
                <a:pos x="connsiteX33408" y="connsiteY33408"/>
              </a:cxn>
              <a:cxn ang="0">
                <a:pos x="connsiteX33409" y="connsiteY33409"/>
              </a:cxn>
              <a:cxn ang="0">
                <a:pos x="connsiteX33410" y="connsiteY33410"/>
              </a:cxn>
              <a:cxn ang="0">
                <a:pos x="connsiteX33411" y="connsiteY33411"/>
              </a:cxn>
              <a:cxn ang="0">
                <a:pos x="connsiteX33412" y="connsiteY33412"/>
              </a:cxn>
              <a:cxn ang="0">
                <a:pos x="connsiteX33413" y="connsiteY33413"/>
              </a:cxn>
              <a:cxn ang="0">
                <a:pos x="connsiteX33414" y="connsiteY33414"/>
              </a:cxn>
              <a:cxn ang="0">
                <a:pos x="connsiteX33415" y="connsiteY33415"/>
              </a:cxn>
              <a:cxn ang="0">
                <a:pos x="connsiteX33416" y="connsiteY33416"/>
              </a:cxn>
              <a:cxn ang="0">
                <a:pos x="connsiteX33417" y="connsiteY33417"/>
              </a:cxn>
              <a:cxn ang="0">
                <a:pos x="connsiteX33418" y="connsiteY33418"/>
              </a:cxn>
              <a:cxn ang="0">
                <a:pos x="connsiteX33419" y="connsiteY33419"/>
              </a:cxn>
              <a:cxn ang="0">
                <a:pos x="connsiteX33420" y="connsiteY33420"/>
              </a:cxn>
              <a:cxn ang="0">
                <a:pos x="connsiteX33421" y="connsiteY33421"/>
              </a:cxn>
              <a:cxn ang="0">
                <a:pos x="connsiteX33422" y="connsiteY33422"/>
              </a:cxn>
              <a:cxn ang="0">
                <a:pos x="connsiteX33423" y="connsiteY33423"/>
              </a:cxn>
              <a:cxn ang="0">
                <a:pos x="connsiteX33424" y="connsiteY33424"/>
              </a:cxn>
              <a:cxn ang="0">
                <a:pos x="connsiteX33425" y="connsiteY33425"/>
              </a:cxn>
              <a:cxn ang="0">
                <a:pos x="connsiteX33426" y="connsiteY33426"/>
              </a:cxn>
              <a:cxn ang="0">
                <a:pos x="connsiteX33427" y="connsiteY33427"/>
              </a:cxn>
              <a:cxn ang="0">
                <a:pos x="connsiteX33428" y="connsiteY33428"/>
              </a:cxn>
              <a:cxn ang="0">
                <a:pos x="connsiteX33429" y="connsiteY33429"/>
              </a:cxn>
              <a:cxn ang="0">
                <a:pos x="connsiteX33430" y="connsiteY33430"/>
              </a:cxn>
              <a:cxn ang="0">
                <a:pos x="connsiteX33431" y="connsiteY33431"/>
              </a:cxn>
              <a:cxn ang="0">
                <a:pos x="connsiteX33432" y="connsiteY33432"/>
              </a:cxn>
              <a:cxn ang="0">
                <a:pos x="connsiteX33433" y="connsiteY33433"/>
              </a:cxn>
              <a:cxn ang="0">
                <a:pos x="connsiteX33434" y="connsiteY33434"/>
              </a:cxn>
              <a:cxn ang="0">
                <a:pos x="connsiteX33435" y="connsiteY33435"/>
              </a:cxn>
              <a:cxn ang="0">
                <a:pos x="connsiteX33436" y="connsiteY33436"/>
              </a:cxn>
              <a:cxn ang="0">
                <a:pos x="connsiteX33437" y="connsiteY33437"/>
              </a:cxn>
              <a:cxn ang="0">
                <a:pos x="connsiteX33438" y="connsiteY33438"/>
              </a:cxn>
              <a:cxn ang="0">
                <a:pos x="connsiteX33439" y="connsiteY33439"/>
              </a:cxn>
              <a:cxn ang="0">
                <a:pos x="connsiteX33440" y="connsiteY33440"/>
              </a:cxn>
              <a:cxn ang="0">
                <a:pos x="connsiteX33441" y="connsiteY33441"/>
              </a:cxn>
              <a:cxn ang="0">
                <a:pos x="connsiteX33442" y="connsiteY33442"/>
              </a:cxn>
              <a:cxn ang="0">
                <a:pos x="connsiteX33443" y="connsiteY33443"/>
              </a:cxn>
              <a:cxn ang="0">
                <a:pos x="connsiteX33444" y="connsiteY33444"/>
              </a:cxn>
              <a:cxn ang="0">
                <a:pos x="connsiteX33445" y="connsiteY33445"/>
              </a:cxn>
              <a:cxn ang="0">
                <a:pos x="connsiteX33446" y="connsiteY33446"/>
              </a:cxn>
              <a:cxn ang="0">
                <a:pos x="connsiteX33447" y="connsiteY33447"/>
              </a:cxn>
              <a:cxn ang="0">
                <a:pos x="connsiteX33448" y="connsiteY33448"/>
              </a:cxn>
              <a:cxn ang="0">
                <a:pos x="connsiteX33449" y="connsiteY33449"/>
              </a:cxn>
              <a:cxn ang="0">
                <a:pos x="connsiteX33450" y="connsiteY33450"/>
              </a:cxn>
              <a:cxn ang="0">
                <a:pos x="connsiteX33451" y="connsiteY33451"/>
              </a:cxn>
              <a:cxn ang="0">
                <a:pos x="connsiteX33452" y="connsiteY33452"/>
              </a:cxn>
              <a:cxn ang="0">
                <a:pos x="connsiteX33453" y="connsiteY33453"/>
              </a:cxn>
              <a:cxn ang="0">
                <a:pos x="connsiteX33454" y="connsiteY33454"/>
              </a:cxn>
              <a:cxn ang="0">
                <a:pos x="connsiteX33455" y="connsiteY33455"/>
              </a:cxn>
              <a:cxn ang="0">
                <a:pos x="connsiteX33456" y="connsiteY33456"/>
              </a:cxn>
              <a:cxn ang="0">
                <a:pos x="connsiteX33457" y="connsiteY33457"/>
              </a:cxn>
              <a:cxn ang="0">
                <a:pos x="connsiteX33458" y="connsiteY33458"/>
              </a:cxn>
              <a:cxn ang="0">
                <a:pos x="connsiteX33459" y="connsiteY33459"/>
              </a:cxn>
              <a:cxn ang="0">
                <a:pos x="connsiteX33460" y="connsiteY33460"/>
              </a:cxn>
              <a:cxn ang="0">
                <a:pos x="connsiteX33461" y="connsiteY33461"/>
              </a:cxn>
              <a:cxn ang="0">
                <a:pos x="connsiteX33462" y="connsiteY33462"/>
              </a:cxn>
              <a:cxn ang="0">
                <a:pos x="connsiteX33463" y="connsiteY33463"/>
              </a:cxn>
              <a:cxn ang="0">
                <a:pos x="connsiteX33464" y="connsiteY33464"/>
              </a:cxn>
              <a:cxn ang="0">
                <a:pos x="connsiteX33465" y="connsiteY33465"/>
              </a:cxn>
              <a:cxn ang="0">
                <a:pos x="connsiteX33466" y="connsiteY33466"/>
              </a:cxn>
              <a:cxn ang="0">
                <a:pos x="connsiteX33467" y="connsiteY33467"/>
              </a:cxn>
              <a:cxn ang="0">
                <a:pos x="connsiteX33468" y="connsiteY33468"/>
              </a:cxn>
              <a:cxn ang="0">
                <a:pos x="connsiteX33469" y="connsiteY33469"/>
              </a:cxn>
              <a:cxn ang="0">
                <a:pos x="connsiteX33470" y="connsiteY33470"/>
              </a:cxn>
              <a:cxn ang="0">
                <a:pos x="connsiteX33471" y="connsiteY33471"/>
              </a:cxn>
              <a:cxn ang="0">
                <a:pos x="connsiteX33472" y="connsiteY33472"/>
              </a:cxn>
              <a:cxn ang="0">
                <a:pos x="connsiteX33473" y="connsiteY33473"/>
              </a:cxn>
              <a:cxn ang="0">
                <a:pos x="connsiteX33474" y="connsiteY33474"/>
              </a:cxn>
              <a:cxn ang="0">
                <a:pos x="connsiteX33475" y="connsiteY33475"/>
              </a:cxn>
              <a:cxn ang="0">
                <a:pos x="connsiteX33476" y="connsiteY33476"/>
              </a:cxn>
              <a:cxn ang="0">
                <a:pos x="connsiteX33477" y="connsiteY33477"/>
              </a:cxn>
              <a:cxn ang="0">
                <a:pos x="connsiteX33478" y="connsiteY33478"/>
              </a:cxn>
              <a:cxn ang="0">
                <a:pos x="connsiteX33479" y="connsiteY33479"/>
              </a:cxn>
              <a:cxn ang="0">
                <a:pos x="connsiteX33480" y="connsiteY33480"/>
              </a:cxn>
              <a:cxn ang="0">
                <a:pos x="connsiteX33481" y="connsiteY33481"/>
              </a:cxn>
              <a:cxn ang="0">
                <a:pos x="connsiteX33482" y="connsiteY33482"/>
              </a:cxn>
              <a:cxn ang="0">
                <a:pos x="connsiteX33483" y="connsiteY33483"/>
              </a:cxn>
              <a:cxn ang="0">
                <a:pos x="connsiteX33484" y="connsiteY33484"/>
              </a:cxn>
              <a:cxn ang="0">
                <a:pos x="connsiteX33485" y="connsiteY33485"/>
              </a:cxn>
              <a:cxn ang="0">
                <a:pos x="connsiteX33486" y="connsiteY33486"/>
              </a:cxn>
              <a:cxn ang="0">
                <a:pos x="connsiteX33487" y="connsiteY33487"/>
              </a:cxn>
              <a:cxn ang="0">
                <a:pos x="connsiteX33488" y="connsiteY33488"/>
              </a:cxn>
              <a:cxn ang="0">
                <a:pos x="connsiteX33489" y="connsiteY33489"/>
              </a:cxn>
              <a:cxn ang="0">
                <a:pos x="connsiteX33490" y="connsiteY33490"/>
              </a:cxn>
              <a:cxn ang="0">
                <a:pos x="connsiteX33491" y="connsiteY33491"/>
              </a:cxn>
              <a:cxn ang="0">
                <a:pos x="connsiteX33492" y="connsiteY33492"/>
              </a:cxn>
              <a:cxn ang="0">
                <a:pos x="connsiteX33493" y="connsiteY33493"/>
              </a:cxn>
              <a:cxn ang="0">
                <a:pos x="connsiteX33494" y="connsiteY33494"/>
              </a:cxn>
              <a:cxn ang="0">
                <a:pos x="connsiteX33495" y="connsiteY33495"/>
              </a:cxn>
              <a:cxn ang="0">
                <a:pos x="connsiteX33496" y="connsiteY33496"/>
              </a:cxn>
              <a:cxn ang="0">
                <a:pos x="connsiteX33497" y="connsiteY33497"/>
              </a:cxn>
              <a:cxn ang="0">
                <a:pos x="connsiteX33498" y="connsiteY33498"/>
              </a:cxn>
              <a:cxn ang="0">
                <a:pos x="connsiteX33499" y="connsiteY33499"/>
              </a:cxn>
              <a:cxn ang="0">
                <a:pos x="connsiteX33500" y="connsiteY33500"/>
              </a:cxn>
              <a:cxn ang="0">
                <a:pos x="connsiteX33501" y="connsiteY33501"/>
              </a:cxn>
              <a:cxn ang="0">
                <a:pos x="connsiteX33502" y="connsiteY33502"/>
              </a:cxn>
              <a:cxn ang="0">
                <a:pos x="connsiteX33503" y="connsiteY33503"/>
              </a:cxn>
              <a:cxn ang="0">
                <a:pos x="connsiteX33504" y="connsiteY33504"/>
              </a:cxn>
              <a:cxn ang="0">
                <a:pos x="connsiteX33505" y="connsiteY33505"/>
              </a:cxn>
              <a:cxn ang="0">
                <a:pos x="connsiteX33506" y="connsiteY33506"/>
              </a:cxn>
              <a:cxn ang="0">
                <a:pos x="connsiteX33507" y="connsiteY33507"/>
              </a:cxn>
              <a:cxn ang="0">
                <a:pos x="connsiteX33508" y="connsiteY33508"/>
              </a:cxn>
              <a:cxn ang="0">
                <a:pos x="connsiteX33509" y="connsiteY33509"/>
              </a:cxn>
              <a:cxn ang="0">
                <a:pos x="connsiteX33510" y="connsiteY33510"/>
              </a:cxn>
              <a:cxn ang="0">
                <a:pos x="connsiteX33511" y="connsiteY33511"/>
              </a:cxn>
              <a:cxn ang="0">
                <a:pos x="connsiteX33512" y="connsiteY33512"/>
              </a:cxn>
              <a:cxn ang="0">
                <a:pos x="connsiteX33513" y="connsiteY33513"/>
              </a:cxn>
              <a:cxn ang="0">
                <a:pos x="connsiteX33514" y="connsiteY33514"/>
              </a:cxn>
              <a:cxn ang="0">
                <a:pos x="connsiteX33515" y="connsiteY33515"/>
              </a:cxn>
              <a:cxn ang="0">
                <a:pos x="connsiteX33516" y="connsiteY33516"/>
              </a:cxn>
              <a:cxn ang="0">
                <a:pos x="connsiteX33517" y="connsiteY33517"/>
              </a:cxn>
              <a:cxn ang="0">
                <a:pos x="connsiteX33518" y="connsiteY33518"/>
              </a:cxn>
              <a:cxn ang="0">
                <a:pos x="connsiteX33519" y="connsiteY33519"/>
              </a:cxn>
              <a:cxn ang="0">
                <a:pos x="connsiteX33520" y="connsiteY33520"/>
              </a:cxn>
              <a:cxn ang="0">
                <a:pos x="connsiteX33521" y="connsiteY33521"/>
              </a:cxn>
              <a:cxn ang="0">
                <a:pos x="connsiteX33522" y="connsiteY33522"/>
              </a:cxn>
              <a:cxn ang="0">
                <a:pos x="connsiteX33523" y="connsiteY33523"/>
              </a:cxn>
              <a:cxn ang="0">
                <a:pos x="connsiteX33524" y="connsiteY33524"/>
              </a:cxn>
              <a:cxn ang="0">
                <a:pos x="connsiteX33525" y="connsiteY33525"/>
              </a:cxn>
              <a:cxn ang="0">
                <a:pos x="connsiteX33526" y="connsiteY33526"/>
              </a:cxn>
              <a:cxn ang="0">
                <a:pos x="connsiteX33527" y="connsiteY33527"/>
              </a:cxn>
              <a:cxn ang="0">
                <a:pos x="connsiteX33528" y="connsiteY33528"/>
              </a:cxn>
              <a:cxn ang="0">
                <a:pos x="connsiteX33529" y="connsiteY33529"/>
              </a:cxn>
              <a:cxn ang="0">
                <a:pos x="connsiteX33530" y="connsiteY33530"/>
              </a:cxn>
              <a:cxn ang="0">
                <a:pos x="connsiteX33531" y="connsiteY33531"/>
              </a:cxn>
              <a:cxn ang="0">
                <a:pos x="connsiteX33532" y="connsiteY33532"/>
              </a:cxn>
              <a:cxn ang="0">
                <a:pos x="connsiteX33533" y="connsiteY33533"/>
              </a:cxn>
              <a:cxn ang="0">
                <a:pos x="connsiteX33534" y="connsiteY33534"/>
              </a:cxn>
              <a:cxn ang="0">
                <a:pos x="connsiteX33535" y="connsiteY33535"/>
              </a:cxn>
              <a:cxn ang="0">
                <a:pos x="connsiteX33536" y="connsiteY33536"/>
              </a:cxn>
              <a:cxn ang="0">
                <a:pos x="connsiteX33537" y="connsiteY33537"/>
              </a:cxn>
              <a:cxn ang="0">
                <a:pos x="connsiteX33538" y="connsiteY33538"/>
              </a:cxn>
              <a:cxn ang="0">
                <a:pos x="connsiteX33539" y="connsiteY33539"/>
              </a:cxn>
              <a:cxn ang="0">
                <a:pos x="connsiteX33540" y="connsiteY33540"/>
              </a:cxn>
              <a:cxn ang="0">
                <a:pos x="connsiteX33541" y="connsiteY33541"/>
              </a:cxn>
              <a:cxn ang="0">
                <a:pos x="connsiteX33542" y="connsiteY33542"/>
              </a:cxn>
              <a:cxn ang="0">
                <a:pos x="connsiteX33543" y="connsiteY33543"/>
              </a:cxn>
              <a:cxn ang="0">
                <a:pos x="connsiteX33544" y="connsiteY33544"/>
              </a:cxn>
              <a:cxn ang="0">
                <a:pos x="connsiteX33545" y="connsiteY33545"/>
              </a:cxn>
              <a:cxn ang="0">
                <a:pos x="connsiteX33546" y="connsiteY33546"/>
              </a:cxn>
              <a:cxn ang="0">
                <a:pos x="connsiteX33547" y="connsiteY33547"/>
              </a:cxn>
              <a:cxn ang="0">
                <a:pos x="connsiteX33548" y="connsiteY33548"/>
              </a:cxn>
              <a:cxn ang="0">
                <a:pos x="connsiteX33549" y="connsiteY33549"/>
              </a:cxn>
              <a:cxn ang="0">
                <a:pos x="connsiteX33550" y="connsiteY33550"/>
              </a:cxn>
              <a:cxn ang="0">
                <a:pos x="connsiteX33551" y="connsiteY33551"/>
              </a:cxn>
              <a:cxn ang="0">
                <a:pos x="connsiteX33552" y="connsiteY33552"/>
              </a:cxn>
              <a:cxn ang="0">
                <a:pos x="connsiteX33553" y="connsiteY33553"/>
              </a:cxn>
              <a:cxn ang="0">
                <a:pos x="connsiteX33554" y="connsiteY33554"/>
              </a:cxn>
              <a:cxn ang="0">
                <a:pos x="connsiteX33555" y="connsiteY33555"/>
              </a:cxn>
              <a:cxn ang="0">
                <a:pos x="connsiteX33556" y="connsiteY33556"/>
              </a:cxn>
              <a:cxn ang="0">
                <a:pos x="connsiteX33557" y="connsiteY33557"/>
              </a:cxn>
              <a:cxn ang="0">
                <a:pos x="connsiteX33558" y="connsiteY33558"/>
              </a:cxn>
              <a:cxn ang="0">
                <a:pos x="connsiteX33559" y="connsiteY33559"/>
              </a:cxn>
              <a:cxn ang="0">
                <a:pos x="connsiteX33560" y="connsiteY33560"/>
              </a:cxn>
              <a:cxn ang="0">
                <a:pos x="connsiteX33561" y="connsiteY33561"/>
              </a:cxn>
              <a:cxn ang="0">
                <a:pos x="connsiteX33562" y="connsiteY33562"/>
              </a:cxn>
              <a:cxn ang="0">
                <a:pos x="connsiteX33563" y="connsiteY33563"/>
              </a:cxn>
              <a:cxn ang="0">
                <a:pos x="connsiteX33564" y="connsiteY33564"/>
              </a:cxn>
              <a:cxn ang="0">
                <a:pos x="connsiteX33565" y="connsiteY33565"/>
              </a:cxn>
              <a:cxn ang="0">
                <a:pos x="connsiteX33566" y="connsiteY33566"/>
              </a:cxn>
              <a:cxn ang="0">
                <a:pos x="connsiteX33567" y="connsiteY33567"/>
              </a:cxn>
              <a:cxn ang="0">
                <a:pos x="connsiteX33568" y="connsiteY33568"/>
              </a:cxn>
              <a:cxn ang="0">
                <a:pos x="connsiteX33569" y="connsiteY33569"/>
              </a:cxn>
              <a:cxn ang="0">
                <a:pos x="connsiteX33570" y="connsiteY33570"/>
              </a:cxn>
              <a:cxn ang="0">
                <a:pos x="connsiteX33571" y="connsiteY33571"/>
              </a:cxn>
              <a:cxn ang="0">
                <a:pos x="connsiteX33572" y="connsiteY33572"/>
              </a:cxn>
              <a:cxn ang="0">
                <a:pos x="connsiteX33573" y="connsiteY33573"/>
              </a:cxn>
              <a:cxn ang="0">
                <a:pos x="connsiteX33574" y="connsiteY33574"/>
              </a:cxn>
              <a:cxn ang="0">
                <a:pos x="connsiteX33575" y="connsiteY33575"/>
              </a:cxn>
              <a:cxn ang="0">
                <a:pos x="connsiteX33576" y="connsiteY33576"/>
              </a:cxn>
              <a:cxn ang="0">
                <a:pos x="connsiteX33577" y="connsiteY33577"/>
              </a:cxn>
              <a:cxn ang="0">
                <a:pos x="connsiteX33578" y="connsiteY33578"/>
              </a:cxn>
              <a:cxn ang="0">
                <a:pos x="connsiteX33579" y="connsiteY33579"/>
              </a:cxn>
              <a:cxn ang="0">
                <a:pos x="connsiteX33580" y="connsiteY33580"/>
              </a:cxn>
              <a:cxn ang="0">
                <a:pos x="connsiteX33581" y="connsiteY33581"/>
              </a:cxn>
              <a:cxn ang="0">
                <a:pos x="connsiteX33582" y="connsiteY33582"/>
              </a:cxn>
              <a:cxn ang="0">
                <a:pos x="connsiteX33583" y="connsiteY33583"/>
              </a:cxn>
              <a:cxn ang="0">
                <a:pos x="connsiteX33584" y="connsiteY33584"/>
              </a:cxn>
              <a:cxn ang="0">
                <a:pos x="connsiteX33585" y="connsiteY33585"/>
              </a:cxn>
              <a:cxn ang="0">
                <a:pos x="connsiteX33586" y="connsiteY33586"/>
              </a:cxn>
              <a:cxn ang="0">
                <a:pos x="connsiteX33587" y="connsiteY33587"/>
              </a:cxn>
              <a:cxn ang="0">
                <a:pos x="connsiteX33588" y="connsiteY33588"/>
              </a:cxn>
              <a:cxn ang="0">
                <a:pos x="connsiteX33589" y="connsiteY33589"/>
              </a:cxn>
              <a:cxn ang="0">
                <a:pos x="connsiteX33590" y="connsiteY33590"/>
              </a:cxn>
              <a:cxn ang="0">
                <a:pos x="connsiteX33591" y="connsiteY33591"/>
              </a:cxn>
              <a:cxn ang="0">
                <a:pos x="connsiteX33592" y="connsiteY33592"/>
              </a:cxn>
              <a:cxn ang="0">
                <a:pos x="connsiteX33593" y="connsiteY33593"/>
              </a:cxn>
              <a:cxn ang="0">
                <a:pos x="connsiteX33594" y="connsiteY33594"/>
              </a:cxn>
              <a:cxn ang="0">
                <a:pos x="connsiteX33595" y="connsiteY33595"/>
              </a:cxn>
              <a:cxn ang="0">
                <a:pos x="connsiteX33596" y="connsiteY33596"/>
              </a:cxn>
              <a:cxn ang="0">
                <a:pos x="connsiteX33597" y="connsiteY33597"/>
              </a:cxn>
              <a:cxn ang="0">
                <a:pos x="connsiteX33598" y="connsiteY33598"/>
              </a:cxn>
              <a:cxn ang="0">
                <a:pos x="connsiteX33599" y="connsiteY33599"/>
              </a:cxn>
              <a:cxn ang="0">
                <a:pos x="connsiteX33600" y="connsiteY33600"/>
              </a:cxn>
              <a:cxn ang="0">
                <a:pos x="connsiteX33601" y="connsiteY33601"/>
              </a:cxn>
              <a:cxn ang="0">
                <a:pos x="connsiteX33602" y="connsiteY33602"/>
              </a:cxn>
              <a:cxn ang="0">
                <a:pos x="connsiteX33603" y="connsiteY33603"/>
              </a:cxn>
              <a:cxn ang="0">
                <a:pos x="connsiteX33604" y="connsiteY33604"/>
              </a:cxn>
              <a:cxn ang="0">
                <a:pos x="connsiteX33605" y="connsiteY33605"/>
              </a:cxn>
              <a:cxn ang="0">
                <a:pos x="connsiteX33606" y="connsiteY33606"/>
              </a:cxn>
              <a:cxn ang="0">
                <a:pos x="connsiteX33607" y="connsiteY33607"/>
              </a:cxn>
              <a:cxn ang="0">
                <a:pos x="connsiteX33608" y="connsiteY33608"/>
              </a:cxn>
              <a:cxn ang="0">
                <a:pos x="connsiteX33609" y="connsiteY33609"/>
              </a:cxn>
              <a:cxn ang="0">
                <a:pos x="connsiteX33610" y="connsiteY33610"/>
              </a:cxn>
              <a:cxn ang="0">
                <a:pos x="connsiteX33611" y="connsiteY33611"/>
              </a:cxn>
              <a:cxn ang="0">
                <a:pos x="connsiteX33612" y="connsiteY33612"/>
              </a:cxn>
              <a:cxn ang="0">
                <a:pos x="connsiteX33613" y="connsiteY33613"/>
              </a:cxn>
              <a:cxn ang="0">
                <a:pos x="connsiteX33614" y="connsiteY33614"/>
              </a:cxn>
              <a:cxn ang="0">
                <a:pos x="connsiteX33615" y="connsiteY33615"/>
              </a:cxn>
              <a:cxn ang="0">
                <a:pos x="connsiteX33616" y="connsiteY33616"/>
              </a:cxn>
              <a:cxn ang="0">
                <a:pos x="connsiteX33617" y="connsiteY33617"/>
              </a:cxn>
              <a:cxn ang="0">
                <a:pos x="connsiteX33618" y="connsiteY33618"/>
              </a:cxn>
              <a:cxn ang="0">
                <a:pos x="connsiteX33619" y="connsiteY33619"/>
              </a:cxn>
              <a:cxn ang="0">
                <a:pos x="connsiteX33620" y="connsiteY33620"/>
              </a:cxn>
              <a:cxn ang="0">
                <a:pos x="connsiteX33621" y="connsiteY33621"/>
              </a:cxn>
              <a:cxn ang="0">
                <a:pos x="connsiteX33622" y="connsiteY33622"/>
              </a:cxn>
              <a:cxn ang="0">
                <a:pos x="connsiteX33623" y="connsiteY33623"/>
              </a:cxn>
              <a:cxn ang="0">
                <a:pos x="connsiteX33624" y="connsiteY33624"/>
              </a:cxn>
              <a:cxn ang="0">
                <a:pos x="connsiteX33625" y="connsiteY33625"/>
              </a:cxn>
              <a:cxn ang="0">
                <a:pos x="connsiteX33626" y="connsiteY33626"/>
              </a:cxn>
              <a:cxn ang="0">
                <a:pos x="connsiteX33627" y="connsiteY33627"/>
              </a:cxn>
              <a:cxn ang="0">
                <a:pos x="connsiteX33628" y="connsiteY33628"/>
              </a:cxn>
              <a:cxn ang="0">
                <a:pos x="connsiteX33629" y="connsiteY33629"/>
              </a:cxn>
              <a:cxn ang="0">
                <a:pos x="connsiteX33630" y="connsiteY33630"/>
              </a:cxn>
              <a:cxn ang="0">
                <a:pos x="connsiteX33631" y="connsiteY33631"/>
              </a:cxn>
              <a:cxn ang="0">
                <a:pos x="connsiteX33632" y="connsiteY33632"/>
              </a:cxn>
              <a:cxn ang="0">
                <a:pos x="connsiteX33633" y="connsiteY33633"/>
              </a:cxn>
              <a:cxn ang="0">
                <a:pos x="connsiteX33634" y="connsiteY33634"/>
              </a:cxn>
              <a:cxn ang="0">
                <a:pos x="connsiteX33635" y="connsiteY33635"/>
              </a:cxn>
              <a:cxn ang="0">
                <a:pos x="connsiteX33636" y="connsiteY33636"/>
              </a:cxn>
              <a:cxn ang="0">
                <a:pos x="connsiteX33637" y="connsiteY33637"/>
              </a:cxn>
              <a:cxn ang="0">
                <a:pos x="connsiteX33638" y="connsiteY33638"/>
              </a:cxn>
              <a:cxn ang="0">
                <a:pos x="connsiteX33639" y="connsiteY33639"/>
              </a:cxn>
              <a:cxn ang="0">
                <a:pos x="connsiteX33640" y="connsiteY33640"/>
              </a:cxn>
              <a:cxn ang="0">
                <a:pos x="connsiteX33641" y="connsiteY33641"/>
              </a:cxn>
              <a:cxn ang="0">
                <a:pos x="connsiteX33642" y="connsiteY33642"/>
              </a:cxn>
              <a:cxn ang="0">
                <a:pos x="connsiteX33643" y="connsiteY33643"/>
              </a:cxn>
              <a:cxn ang="0">
                <a:pos x="connsiteX33644" y="connsiteY33644"/>
              </a:cxn>
              <a:cxn ang="0">
                <a:pos x="connsiteX33645" y="connsiteY33645"/>
              </a:cxn>
              <a:cxn ang="0">
                <a:pos x="connsiteX33646" y="connsiteY33646"/>
              </a:cxn>
              <a:cxn ang="0">
                <a:pos x="connsiteX33647" y="connsiteY33647"/>
              </a:cxn>
              <a:cxn ang="0">
                <a:pos x="connsiteX33648" y="connsiteY33648"/>
              </a:cxn>
              <a:cxn ang="0">
                <a:pos x="connsiteX33649" y="connsiteY33649"/>
              </a:cxn>
              <a:cxn ang="0">
                <a:pos x="connsiteX33650" y="connsiteY33650"/>
              </a:cxn>
              <a:cxn ang="0">
                <a:pos x="connsiteX33651" y="connsiteY33651"/>
              </a:cxn>
              <a:cxn ang="0">
                <a:pos x="connsiteX33652" y="connsiteY33652"/>
              </a:cxn>
              <a:cxn ang="0">
                <a:pos x="connsiteX33653" y="connsiteY33653"/>
              </a:cxn>
              <a:cxn ang="0">
                <a:pos x="connsiteX33654" y="connsiteY33654"/>
              </a:cxn>
              <a:cxn ang="0">
                <a:pos x="connsiteX33655" y="connsiteY33655"/>
              </a:cxn>
              <a:cxn ang="0">
                <a:pos x="connsiteX33656" y="connsiteY33656"/>
              </a:cxn>
              <a:cxn ang="0">
                <a:pos x="connsiteX33657" y="connsiteY33657"/>
              </a:cxn>
              <a:cxn ang="0">
                <a:pos x="connsiteX33658" y="connsiteY33658"/>
              </a:cxn>
              <a:cxn ang="0">
                <a:pos x="connsiteX33659" y="connsiteY33659"/>
              </a:cxn>
              <a:cxn ang="0">
                <a:pos x="connsiteX33660" y="connsiteY33660"/>
              </a:cxn>
              <a:cxn ang="0">
                <a:pos x="connsiteX33661" y="connsiteY33661"/>
              </a:cxn>
              <a:cxn ang="0">
                <a:pos x="connsiteX33662" y="connsiteY33662"/>
              </a:cxn>
              <a:cxn ang="0">
                <a:pos x="connsiteX33663" y="connsiteY33663"/>
              </a:cxn>
              <a:cxn ang="0">
                <a:pos x="connsiteX33664" y="connsiteY33664"/>
              </a:cxn>
              <a:cxn ang="0">
                <a:pos x="connsiteX33665" y="connsiteY33665"/>
              </a:cxn>
              <a:cxn ang="0">
                <a:pos x="connsiteX33666" y="connsiteY33666"/>
              </a:cxn>
              <a:cxn ang="0">
                <a:pos x="connsiteX33667" y="connsiteY33667"/>
              </a:cxn>
              <a:cxn ang="0">
                <a:pos x="connsiteX33668" y="connsiteY33668"/>
              </a:cxn>
              <a:cxn ang="0">
                <a:pos x="connsiteX33669" y="connsiteY33669"/>
              </a:cxn>
              <a:cxn ang="0">
                <a:pos x="connsiteX33670" y="connsiteY33670"/>
              </a:cxn>
              <a:cxn ang="0">
                <a:pos x="connsiteX33671" y="connsiteY33671"/>
              </a:cxn>
              <a:cxn ang="0">
                <a:pos x="connsiteX33672" y="connsiteY33672"/>
              </a:cxn>
              <a:cxn ang="0">
                <a:pos x="connsiteX33673" y="connsiteY33673"/>
              </a:cxn>
              <a:cxn ang="0">
                <a:pos x="connsiteX33674" y="connsiteY33674"/>
              </a:cxn>
              <a:cxn ang="0">
                <a:pos x="connsiteX33675" y="connsiteY33675"/>
              </a:cxn>
              <a:cxn ang="0">
                <a:pos x="connsiteX33676" y="connsiteY33676"/>
              </a:cxn>
              <a:cxn ang="0">
                <a:pos x="connsiteX33677" y="connsiteY33677"/>
              </a:cxn>
              <a:cxn ang="0">
                <a:pos x="connsiteX33678" y="connsiteY33678"/>
              </a:cxn>
              <a:cxn ang="0">
                <a:pos x="connsiteX33679" y="connsiteY33679"/>
              </a:cxn>
              <a:cxn ang="0">
                <a:pos x="connsiteX33680" y="connsiteY33680"/>
              </a:cxn>
              <a:cxn ang="0">
                <a:pos x="connsiteX33681" y="connsiteY33681"/>
              </a:cxn>
              <a:cxn ang="0">
                <a:pos x="connsiteX33682" y="connsiteY33682"/>
              </a:cxn>
              <a:cxn ang="0">
                <a:pos x="connsiteX33683" y="connsiteY33683"/>
              </a:cxn>
              <a:cxn ang="0">
                <a:pos x="connsiteX33684" y="connsiteY33684"/>
              </a:cxn>
              <a:cxn ang="0">
                <a:pos x="connsiteX33685" y="connsiteY33685"/>
              </a:cxn>
              <a:cxn ang="0">
                <a:pos x="connsiteX33686" y="connsiteY33686"/>
              </a:cxn>
              <a:cxn ang="0">
                <a:pos x="connsiteX33687" y="connsiteY33687"/>
              </a:cxn>
              <a:cxn ang="0">
                <a:pos x="connsiteX33688" y="connsiteY33688"/>
              </a:cxn>
              <a:cxn ang="0">
                <a:pos x="connsiteX33689" y="connsiteY33689"/>
              </a:cxn>
              <a:cxn ang="0">
                <a:pos x="connsiteX33690" y="connsiteY33690"/>
              </a:cxn>
              <a:cxn ang="0">
                <a:pos x="connsiteX33691" y="connsiteY33691"/>
              </a:cxn>
              <a:cxn ang="0">
                <a:pos x="connsiteX33692" y="connsiteY33692"/>
              </a:cxn>
              <a:cxn ang="0">
                <a:pos x="connsiteX33693" y="connsiteY33693"/>
              </a:cxn>
              <a:cxn ang="0">
                <a:pos x="connsiteX33694" y="connsiteY33694"/>
              </a:cxn>
              <a:cxn ang="0">
                <a:pos x="connsiteX33695" y="connsiteY33695"/>
              </a:cxn>
              <a:cxn ang="0">
                <a:pos x="connsiteX33696" y="connsiteY33696"/>
              </a:cxn>
              <a:cxn ang="0">
                <a:pos x="connsiteX33697" y="connsiteY33697"/>
              </a:cxn>
              <a:cxn ang="0">
                <a:pos x="connsiteX33698" y="connsiteY33698"/>
              </a:cxn>
              <a:cxn ang="0">
                <a:pos x="connsiteX33699" y="connsiteY33699"/>
              </a:cxn>
              <a:cxn ang="0">
                <a:pos x="connsiteX33700" y="connsiteY33700"/>
              </a:cxn>
              <a:cxn ang="0">
                <a:pos x="connsiteX33701" y="connsiteY33701"/>
              </a:cxn>
              <a:cxn ang="0">
                <a:pos x="connsiteX33702" y="connsiteY33702"/>
              </a:cxn>
              <a:cxn ang="0">
                <a:pos x="connsiteX33703" y="connsiteY33703"/>
              </a:cxn>
              <a:cxn ang="0">
                <a:pos x="connsiteX33704" y="connsiteY33704"/>
              </a:cxn>
              <a:cxn ang="0">
                <a:pos x="connsiteX33705" y="connsiteY33705"/>
              </a:cxn>
              <a:cxn ang="0">
                <a:pos x="connsiteX33706" y="connsiteY33706"/>
              </a:cxn>
              <a:cxn ang="0">
                <a:pos x="connsiteX33707" y="connsiteY33707"/>
              </a:cxn>
              <a:cxn ang="0">
                <a:pos x="connsiteX33708" y="connsiteY33708"/>
              </a:cxn>
              <a:cxn ang="0">
                <a:pos x="connsiteX33709" y="connsiteY33709"/>
              </a:cxn>
              <a:cxn ang="0">
                <a:pos x="connsiteX33710" y="connsiteY33710"/>
              </a:cxn>
              <a:cxn ang="0">
                <a:pos x="connsiteX33711" y="connsiteY33711"/>
              </a:cxn>
              <a:cxn ang="0">
                <a:pos x="connsiteX33712" y="connsiteY33712"/>
              </a:cxn>
              <a:cxn ang="0">
                <a:pos x="connsiteX33713" y="connsiteY33713"/>
              </a:cxn>
              <a:cxn ang="0">
                <a:pos x="connsiteX33714" y="connsiteY33714"/>
              </a:cxn>
              <a:cxn ang="0">
                <a:pos x="connsiteX33715" y="connsiteY33715"/>
              </a:cxn>
              <a:cxn ang="0">
                <a:pos x="connsiteX33716" y="connsiteY33716"/>
              </a:cxn>
              <a:cxn ang="0">
                <a:pos x="connsiteX33717" y="connsiteY33717"/>
              </a:cxn>
              <a:cxn ang="0">
                <a:pos x="connsiteX33718" y="connsiteY33718"/>
              </a:cxn>
              <a:cxn ang="0">
                <a:pos x="connsiteX33719" y="connsiteY33719"/>
              </a:cxn>
              <a:cxn ang="0">
                <a:pos x="connsiteX33720" y="connsiteY33720"/>
              </a:cxn>
              <a:cxn ang="0">
                <a:pos x="connsiteX33721" y="connsiteY33721"/>
              </a:cxn>
              <a:cxn ang="0">
                <a:pos x="connsiteX33722" y="connsiteY33722"/>
              </a:cxn>
              <a:cxn ang="0">
                <a:pos x="connsiteX33723" y="connsiteY33723"/>
              </a:cxn>
              <a:cxn ang="0">
                <a:pos x="connsiteX33724" y="connsiteY33724"/>
              </a:cxn>
              <a:cxn ang="0">
                <a:pos x="connsiteX33725" y="connsiteY33725"/>
              </a:cxn>
              <a:cxn ang="0">
                <a:pos x="connsiteX33726" y="connsiteY33726"/>
              </a:cxn>
              <a:cxn ang="0">
                <a:pos x="connsiteX33727" y="connsiteY33727"/>
              </a:cxn>
              <a:cxn ang="0">
                <a:pos x="connsiteX33728" y="connsiteY33728"/>
              </a:cxn>
              <a:cxn ang="0">
                <a:pos x="connsiteX33729" y="connsiteY33729"/>
              </a:cxn>
              <a:cxn ang="0">
                <a:pos x="connsiteX33730" y="connsiteY33730"/>
              </a:cxn>
              <a:cxn ang="0">
                <a:pos x="connsiteX33731" y="connsiteY33731"/>
              </a:cxn>
              <a:cxn ang="0">
                <a:pos x="connsiteX33732" y="connsiteY33732"/>
              </a:cxn>
              <a:cxn ang="0">
                <a:pos x="connsiteX33733" y="connsiteY33733"/>
              </a:cxn>
              <a:cxn ang="0">
                <a:pos x="connsiteX33734" y="connsiteY33734"/>
              </a:cxn>
              <a:cxn ang="0">
                <a:pos x="connsiteX33735" y="connsiteY33735"/>
              </a:cxn>
              <a:cxn ang="0">
                <a:pos x="connsiteX33736" y="connsiteY33736"/>
              </a:cxn>
              <a:cxn ang="0">
                <a:pos x="connsiteX33737" y="connsiteY33737"/>
              </a:cxn>
              <a:cxn ang="0">
                <a:pos x="connsiteX33738" y="connsiteY33738"/>
              </a:cxn>
              <a:cxn ang="0">
                <a:pos x="connsiteX33739" y="connsiteY33739"/>
              </a:cxn>
              <a:cxn ang="0">
                <a:pos x="connsiteX33740" y="connsiteY33740"/>
              </a:cxn>
              <a:cxn ang="0">
                <a:pos x="connsiteX33741" y="connsiteY33741"/>
              </a:cxn>
              <a:cxn ang="0">
                <a:pos x="connsiteX33742" y="connsiteY33742"/>
              </a:cxn>
              <a:cxn ang="0">
                <a:pos x="connsiteX33743" y="connsiteY33743"/>
              </a:cxn>
              <a:cxn ang="0">
                <a:pos x="connsiteX33744" y="connsiteY33744"/>
              </a:cxn>
              <a:cxn ang="0">
                <a:pos x="connsiteX33745" y="connsiteY33745"/>
              </a:cxn>
              <a:cxn ang="0">
                <a:pos x="connsiteX33746" y="connsiteY33746"/>
              </a:cxn>
              <a:cxn ang="0">
                <a:pos x="connsiteX33747" y="connsiteY33747"/>
              </a:cxn>
              <a:cxn ang="0">
                <a:pos x="connsiteX33748" y="connsiteY33748"/>
              </a:cxn>
              <a:cxn ang="0">
                <a:pos x="connsiteX33749" y="connsiteY33749"/>
              </a:cxn>
              <a:cxn ang="0">
                <a:pos x="connsiteX33750" y="connsiteY33750"/>
              </a:cxn>
              <a:cxn ang="0">
                <a:pos x="connsiteX33751" y="connsiteY33751"/>
              </a:cxn>
              <a:cxn ang="0">
                <a:pos x="connsiteX33752" y="connsiteY33752"/>
              </a:cxn>
              <a:cxn ang="0">
                <a:pos x="connsiteX33753" y="connsiteY33753"/>
              </a:cxn>
              <a:cxn ang="0">
                <a:pos x="connsiteX33754" y="connsiteY33754"/>
              </a:cxn>
              <a:cxn ang="0">
                <a:pos x="connsiteX33755" y="connsiteY33755"/>
              </a:cxn>
              <a:cxn ang="0">
                <a:pos x="connsiteX33756" y="connsiteY33756"/>
              </a:cxn>
              <a:cxn ang="0">
                <a:pos x="connsiteX33757" y="connsiteY33757"/>
              </a:cxn>
              <a:cxn ang="0">
                <a:pos x="connsiteX33758" y="connsiteY33758"/>
              </a:cxn>
              <a:cxn ang="0">
                <a:pos x="connsiteX33759" y="connsiteY33759"/>
              </a:cxn>
              <a:cxn ang="0">
                <a:pos x="connsiteX33760" y="connsiteY33760"/>
              </a:cxn>
              <a:cxn ang="0">
                <a:pos x="connsiteX33761" y="connsiteY33761"/>
              </a:cxn>
              <a:cxn ang="0">
                <a:pos x="connsiteX33762" y="connsiteY33762"/>
              </a:cxn>
              <a:cxn ang="0">
                <a:pos x="connsiteX33763" y="connsiteY33763"/>
              </a:cxn>
              <a:cxn ang="0">
                <a:pos x="connsiteX33764" y="connsiteY33764"/>
              </a:cxn>
              <a:cxn ang="0">
                <a:pos x="connsiteX33765" y="connsiteY33765"/>
              </a:cxn>
              <a:cxn ang="0">
                <a:pos x="connsiteX33766" y="connsiteY33766"/>
              </a:cxn>
              <a:cxn ang="0">
                <a:pos x="connsiteX33767" y="connsiteY33767"/>
              </a:cxn>
              <a:cxn ang="0">
                <a:pos x="connsiteX33768" y="connsiteY33768"/>
              </a:cxn>
              <a:cxn ang="0">
                <a:pos x="connsiteX33769" y="connsiteY33769"/>
              </a:cxn>
              <a:cxn ang="0">
                <a:pos x="connsiteX33770" y="connsiteY33770"/>
              </a:cxn>
              <a:cxn ang="0">
                <a:pos x="connsiteX33771" y="connsiteY33771"/>
              </a:cxn>
              <a:cxn ang="0">
                <a:pos x="connsiteX33772" y="connsiteY33772"/>
              </a:cxn>
              <a:cxn ang="0">
                <a:pos x="connsiteX33773" y="connsiteY33773"/>
              </a:cxn>
              <a:cxn ang="0">
                <a:pos x="connsiteX33774" y="connsiteY33774"/>
              </a:cxn>
              <a:cxn ang="0">
                <a:pos x="connsiteX33775" y="connsiteY33775"/>
              </a:cxn>
              <a:cxn ang="0">
                <a:pos x="connsiteX33776" y="connsiteY33776"/>
              </a:cxn>
              <a:cxn ang="0">
                <a:pos x="connsiteX33777" y="connsiteY33777"/>
              </a:cxn>
              <a:cxn ang="0">
                <a:pos x="connsiteX33778" y="connsiteY33778"/>
              </a:cxn>
              <a:cxn ang="0">
                <a:pos x="connsiteX33779" y="connsiteY33779"/>
              </a:cxn>
              <a:cxn ang="0">
                <a:pos x="connsiteX33780" y="connsiteY33780"/>
              </a:cxn>
              <a:cxn ang="0">
                <a:pos x="connsiteX33781" y="connsiteY33781"/>
              </a:cxn>
              <a:cxn ang="0">
                <a:pos x="connsiteX33782" y="connsiteY33782"/>
              </a:cxn>
              <a:cxn ang="0">
                <a:pos x="connsiteX33783" y="connsiteY33783"/>
              </a:cxn>
              <a:cxn ang="0">
                <a:pos x="connsiteX33784" y="connsiteY33784"/>
              </a:cxn>
              <a:cxn ang="0">
                <a:pos x="connsiteX33785" y="connsiteY33785"/>
              </a:cxn>
              <a:cxn ang="0">
                <a:pos x="connsiteX33786" y="connsiteY33786"/>
              </a:cxn>
              <a:cxn ang="0">
                <a:pos x="connsiteX33787" y="connsiteY33787"/>
              </a:cxn>
              <a:cxn ang="0">
                <a:pos x="connsiteX33788" y="connsiteY33788"/>
              </a:cxn>
              <a:cxn ang="0">
                <a:pos x="connsiteX33789" y="connsiteY33789"/>
              </a:cxn>
              <a:cxn ang="0">
                <a:pos x="connsiteX33790" y="connsiteY33790"/>
              </a:cxn>
              <a:cxn ang="0">
                <a:pos x="connsiteX33791" y="connsiteY33791"/>
              </a:cxn>
              <a:cxn ang="0">
                <a:pos x="connsiteX33792" y="connsiteY33792"/>
              </a:cxn>
              <a:cxn ang="0">
                <a:pos x="connsiteX33793" y="connsiteY33793"/>
              </a:cxn>
              <a:cxn ang="0">
                <a:pos x="connsiteX33794" y="connsiteY33794"/>
              </a:cxn>
              <a:cxn ang="0">
                <a:pos x="connsiteX33795" y="connsiteY33795"/>
              </a:cxn>
              <a:cxn ang="0">
                <a:pos x="connsiteX33796" y="connsiteY33796"/>
              </a:cxn>
              <a:cxn ang="0">
                <a:pos x="connsiteX33797" y="connsiteY33797"/>
              </a:cxn>
              <a:cxn ang="0">
                <a:pos x="connsiteX33798" y="connsiteY33798"/>
              </a:cxn>
              <a:cxn ang="0">
                <a:pos x="connsiteX33799" y="connsiteY33799"/>
              </a:cxn>
              <a:cxn ang="0">
                <a:pos x="connsiteX33800" y="connsiteY33800"/>
              </a:cxn>
              <a:cxn ang="0">
                <a:pos x="connsiteX33801" y="connsiteY33801"/>
              </a:cxn>
              <a:cxn ang="0">
                <a:pos x="connsiteX33802" y="connsiteY33802"/>
              </a:cxn>
              <a:cxn ang="0">
                <a:pos x="connsiteX33803" y="connsiteY33803"/>
              </a:cxn>
              <a:cxn ang="0">
                <a:pos x="connsiteX33804" y="connsiteY33804"/>
              </a:cxn>
              <a:cxn ang="0">
                <a:pos x="connsiteX33805" y="connsiteY33805"/>
              </a:cxn>
              <a:cxn ang="0">
                <a:pos x="connsiteX33806" y="connsiteY33806"/>
              </a:cxn>
              <a:cxn ang="0">
                <a:pos x="connsiteX33807" y="connsiteY33807"/>
              </a:cxn>
              <a:cxn ang="0">
                <a:pos x="connsiteX33808" y="connsiteY33808"/>
              </a:cxn>
              <a:cxn ang="0">
                <a:pos x="connsiteX33809" y="connsiteY33809"/>
              </a:cxn>
              <a:cxn ang="0">
                <a:pos x="connsiteX33810" y="connsiteY33810"/>
              </a:cxn>
              <a:cxn ang="0">
                <a:pos x="connsiteX33811" y="connsiteY33811"/>
              </a:cxn>
              <a:cxn ang="0">
                <a:pos x="connsiteX33812" y="connsiteY33812"/>
              </a:cxn>
              <a:cxn ang="0">
                <a:pos x="connsiteX33813" y="connsiteY33813"/>
              </a:cxn>
              <a:cxn ang="0">
                <a:pos x="connsiteX33814" y="connsiteY33814"/>
              </a:cxn>
              <a:cxn ang="0">
                <a:pos x="connsiteX33815" y="connsiteY33815"/>
              </a:cxn>
              <a:cxn ang="0">
                <a:pos x="connsiteX33816" y="connsiteY33816"/>
              </a:cxn>
              <a:cxn ang="0">
                <a:pos x="connsiteX33817" y="connsiteY33817"/>
              </a:cxn>
              <a:cxn ang="0">
                <a:pos x="connsiteX33818" y="connsiteY33818"/>
              </a:cxn>
              <a:cxn ang="0">
                <a:pos x="connsiteX33819" y="connsiteY33819"/>
              </a:cxn>
              <a:cxn ang="0">
                <a:pos x="connsiteX33820" y="connsiteY33820"/>
              </a:cxn>
              <a:cxn ang="0">
                <a:pos x="connsiteX33821" y="connsiteY33821"/>
              </a:cxn>
              <a:cxn ang="0">
                <a:pos x="connsiteX33822" y="connsiteY33822"/>
              </a:cxn>
              <a:cxn ang="0">
                <a:pos x="connsiteX33823" y="connsiteY33823"/>
              </a:cxn>
              <a:cxn ang="0">
                <a:pos x="connsiteX33824" y="connsiteY33824"/>
              </a:cxn>
              <a:cxn ang="0">
                <a:pos x="connsiteX33825" y="connsiteY33825"/>
              </a:cxn>
              <a:cxn ang="0">
                <a:pos x="connsiteX33826" y="connsiteY33826"/>
              </a:cxn>
              <a:cxn ang="0">
                <a:pos x="connsiteX33827" y="connsiteY33827"/>
              </a:cxn>
              <a:cxn ang="0">
                <a:pos x="connsiteX33828" y="connsiteY33828"/>
              </a:cxn>
              <a:cxn ang="0">
                <a:pos x="connsiteX33829" y="connsiteY33829"/>
              </a:cxn>
              <a:cxn ang="0">
                <a:pos x="connsiteX33830" y="connsiteY33830"/>
              </a:cxn>
              <a:cxn ang="0">
                <a:pos x="connsiteX33831" y="connsiteY33831"/>
              </a:cxn>
              <a:cxn ang="0">
                <a:pos x="connsiteX33832" y="connsiteY33832"/>
              </a:cxn>
              <a:cxn ang="0">
                <a:pos x="connsiteX33833" y="connsiteY33833"/>
              </a:cxn>
              <a:cxn ang="0">
                <a:pos x="connsiteX33834" y="connsiteY33834"/>
              </a:cxn>
              <a:cxn ang="0">
                <a:pos x="connsiteX33835" y="connsiteY33835"/>
              </a:cxn>
              <a:cxn ang="0">
                <a:pos x="connsiteX33836" y="connsiteY33836"/>
              </a:cxn>
              <a:cxn ang="0">
                <a:pos x="connsiteX33837" y="connsiteY33837"/>
              </a:cxn>
              <a:cxn ang="0">
                <a:pos x="connsiteX33838" y="connsiteY33838"/>
              </a:cxn>
              <a:cxn ang="0">
                <a:pos x="connsiteX33839" y="connsiteY33839"/>
              </a:cxn>
              <a:cxn ang="0">
                <a:pos x="connsiteX33840" y="connsiteY33840"/>
              </a:cxn>
              <a:cxn ang="0">
                <a:pos x="connsiteX33841" y="connsiteY33841"/>
              </a:cxn>
              <a:cxn ang="0">
                <a:pos x="connsiteX33842" y="connsiteY33842"/>
              </a:cxn>
              <a:cxn ang="0">
                <a:pos x="connsiteX33843" y="connsiteY33843"/>
              </a:cxn>
              <a:cxn ang="0">
                <a:pos x="connsiteX33844" y="connsiteY33844"/>
              </a:cxn>
              <a:cxn ang="0">
                <a:pos x="connsiteX33845" y="connsiteY33845"/>
              </a:cxn>
              <a:cxn ang="0">
                <a:pos x="connsiteX33846" y="connsiteY33846"/>
              </a:cxn>
              <a:cxn ang="0">
                <a:pos x="connsiteX33847" y="connsiteY33847"/>
              </a:cxn>
              <a:cxn ang="0">
                <a:pos x="connsiteX33848" y="connsiteY33848"/>
              </a:cxn>
              <a:cxn ang="0">
                <a:pos x="connsiteX33849" y="connsiteY33849"/>
              </a:cxn>
              <a:cxn ang="0">
                <a:pos x="connsiteX33850" y="connsiteY33850"/>
              </a:cxn>
              <a:cxn ang="0">
                <a:pos x="connsiteX33851" y="connsiteY33851"/>
              </a:cxn>
              <a:cxn ang="0">
                <a:pos x="connsiteX33852" y="connsiteY33852"/>
              </a:cxn>
              <a:cxn ang="0">
                <a:pos x="connsiteX33853" y="connsiteY33853"/>
              </a:cxn>
              <a:cxn ang="0">
                <a:pos x="connsiteX33854" y="connsiteY33854"/>
              </a:cxn>
              <a:cxn ang="0">
                <a:pos x="connsiteX33855" y="connsiteY33855"/>
              </a:cxn>
              <a:cxn ang="0">
                <a:pos x="connsiteX33856" y="connsiteY33856"/>
              </a:cxn>
              <a:cxn ang="0">
                <a:pos x="connsiteX33857" y="connsiteY33857"/>
              </a:cxn>
              <a:cxn ang="0">
                <a:pos x="connsiteX33858" y="connsiteY33858"/>
              </a:cxn>
              <a:cxn ang="0">
                <a:pos x="connsiteX33859" y="connsiteY33859"/>
              </a:cxn>
              <a:cxn ang="0">
                <a:pos x="connsiteX33860" y="connsiteY33860"/>
              </a:cxn>
              <a:cxn ang="0">
                <a:pos x="connsiteX33861" y="connsiteY33861"/>
              </a:cxn>
              <a:cxn ang="0">
                <a:pos x="connsiteX33862" y="connsiteY33862"/>
              </a:cxn>
              <a:cxn ang="0">
                <a:pos x="connsiteX33863" y="connsiteY33863"/>
              </a:cxn>
              <a:cxn ang="0">
                <a:pos x="connsiteX33864" y="connsiteY33864"/>
              </a:cxn>
              <a:cxn ang="0">
                <a:pos x="connsiteX33865" y="connsiteY33865"/>
              </a:cxn>
              <a:cxn ang="0">
                <a:pos x="connsiteX33866" y="connsiteY33866"/>
              </a:cxn>
              <a:cxn ang="0">
                <a:pos x="connsiteX33867" y="connsiteY33867"/>
              </a:cxn>
              <a:cxn ang="0">
                <a:pos x="connsiteX33868" y="connsiteY33868"/>
              </a:cxn>
              <a:cxn ang="0">
                <a:pos x="connsiteX33869" y="connsiteY33869"/>
              </a:cxn>
              <a:cxn ang="0">
                <a:pos x="connsiteX33870" y="connsiteY33870"/>
              </a:cxn>
              <a:cxn ang="0">
                <a:pos x="connsiteX33871" y="connsiteY33871"/>
              </a:cxn>
              <a:cxn ang="0">
                <a:pos x="connsiteX33872" y="connsiteY33872"/>
              </a:cxn>
              <a:cxn ang="0">
                <a:pos x="connsiteX33873" y="connsiteY33873"/>
              </a:cxn>
              <a:cxn ang="0">
                <a:pos x="connsiteX33874" y="connsiteY33874"/>
              </a:cxn>
              <a:cxn ang="0">
                <a:pos x="connsiteX33875" y="connsiteY33875"/>
              </a:cxn>
              <a:cxn ang="0">
                <a:pos x="connsiteX33876" y="connsiteY33876"/>
              </a:cxn>
              <a:cxn ang="0">
                <a:pos x="connsiteX33877" y="connsiteY33877"/>
              </a:cxn>
              <a:cxn ang="0">
                <a:pos x="connsiteX33878" y="connsiteY33878"/>
              </a:cxn>
              <a:cxn ang="0">
                <a:pos x="connsiteX33879" y="connsiteY33879"/>
              </a:cxn>
              <a:cxn ang="0">
                <a:pos x="connsiteX33880" y="connsiteY33880"/>
              </a:cxn>
              <a:cxn ang="0">
                <a:pos x="connsiteX33881" y="connsiteY33881"/>
              </a:cxn>
              <a:cxn ang="0">
                <a:pos x="connsiteX33882" y="connsiteY33882"/>
              </a:cxn>
              <a:cxn ang="0">
                <a:pos x="connsiteX33883" y="connsiteY33883"/>
              </a:cxn>
              <a:cxn ang="0">
                <a:pos x="connsiteX33884" y="connsiteY33884"/>
              </a:cxn>
              <a:cxn ang="0">
                <a:pos x="connsiteX33885" y="connsiteY33885"/>
              </a:cxn>
              <a:cxn ang="0">
                <a:pos x="connsiteX33886" y="connsiteY33886"/>
              </a:cxn>
              <a:cxn ang="0">
                <a:pos x="connsiteX33887" y="connsiteY33887"/>
              </a:cxn>
              <a:cxn ang="0">
                <a:pos x="connsiteX33888" y="connsiteY33888"/>
              </a:cxn>
              <a:cxn ang="0">
                <a:pos x="connsiteX33889" y="connsiteY33889"/>
              </a:cxn>
              <a:cxn ang="0">
                <a:pos x="connsiteX33890" y="connsiteY33890"/>
              </a:cxn>
              <a:cxn ang="0">
                <a:pos x="connsiteX33891" y="connsiteY33891"/>
              </a:cxn>
              <a:cxn ang="0">
                <a:pos x="connsiteX33892" y="connsiteY33892"/>
              </a:cxn>
              <a:cxn ang="0">
                <a:pos x="connsiteX33893" y="connsiteY33893"/>
              </a:cxn>
              <a:cxn ang="0">
                <a:pos x="connsiteX33894" y="connsiteY33894"/>
              </a:cxn>
              <a:cxn ang="0">
                <a:pos x="connsiteX33895" y="connsiteY33895"/>
              </a:cxn>
              <a:cxn ang="0">
                <a:pos x="connsiteX33896" y="connsiteY33896"/>
              </a:cxn>
              <a:cxn ang="0">
                <a:pos x="connsiteX33897" y="connsiteY33897"/>
              </a:cxn>
              <a:cxn ang="0">
                <a:pos x="connsiteX33898" y="connsiteY33898"/>
              </a:cxn>
              <a:cxn ang="0">
                <a:pos x="connsiteX33899" y="connsiteY33899"/>
              </a:cxn>
              <a:cxn ang="0">
                <a:pos x="connsiteX33900" y="connsiteY33900"/>
              </a:cxn>
              <a:cxn ang="0">
                <a:pos x="connsiteX33901" y="connsiteY33901"/>
              </a:cxn>
              <a:cxn ang="0">
                <a:pos x="connsiteX33902" y="connsiteY33902"/>
              </a:cxn>
              <a:cxn ang="0">
                <a:pos x="connsiteX33903" y="connsiteY33903"/>
              </a:cxn>
              <a:cxn ang="0">
                <a:pos x="connsiteX33904" y="connsiteY33904"/>
              </a:cxn>
              <a:cxn ang="0">
                <a:pos x="connsiteX33905" y="connsiteY33905"/>
              </a:cxn>
              <a:cxn ang="0">
                <a:pos x="connsiteX33906" y="connsiteY33906"/>
              </a:cxn>
              <a:cxn ang="0">
                <a:pos x="connsiteX33907" y="connsiteY33907"/>
              </a:cxn>
              <a:cxn ang="0">
                <a:pos x="connsiteX33908" y="connsiteY33908"/>
              </a:cxn>
              <a:cxn ang="0">
                <a:pos x="connsiteX33909" y="connsiteY33909"/>
              </a:cxn>
              <a:cxn ang="0">
                <a:pos x="connsiteX33910" y="connsiteY33910"/>
              </a:cxn>
              <a:cxn ang="0">
                <a:pos x="connsiteX33911" y="connsiteY33911"/>
              </a:cxn>
              <a:cxn ang="0">
                <a:pos x="connsiteX33912" y="connsiteY33912"/>
              </a:cxn>
              <a:cxn ang="0">
                <a:pos x="connsiteX33913" y="connsiteY33913"/>
              </a:cxn>
              <a:cxn ang="0">
                <a:pos x="connsiteX33914" y="connsiteY33914"/>
              </a:cxn>
              <a:cxn ang="0">
                <a:pos x="connsiteX33915" y="connsiteY33915"/>
              </a:cxn>
              <a:cxn ang="0">
                <a:pos x="connsiteX33916" y="connsiteY33916"/>
              </a:cxn>
              <a:cxn ang="0">
                <a:pos x="connsiteX33917" y="connsiteY33917"/>
              </a:cxn>
              <a:cxn ang="0">
                <a:pos x="connsiteX33918" y="connsiteY33918"/>
              </a:cxn>
              <a:cxn ang="0">
                <a:pos x="connsiteX33919" y="connsiteY33919"/>
              </a:cxn>
              <a:cxn ang="0">
                <a:pos x="connsiteX33920" y="connsiteY33920"/>
              </a:cxn>
              <a:cxn ang="0">
                <a:pos x="connsiteX33921" y="connsiteY33921"/>
              </a:cxn>
              <a:cxn ang="0">
                <a:pos x="connsiteX33922" y="connsiteY33922"/>
              </a:cxn>
              <a:cxn ang="0">
                <a:pos x="connsiteX33923" y="connsiteY33923"/>
              </a:cxn>
              <a:cxn ang="0">
                <a:pos x="connsiteX33924" y="connsiteY33924"/>
              </a:cxn>
              <a:cxn ang="0">
                <a:pos x="connsiteX33925" y="connsiteY33925"/>
              </a:cxn>
              <a:cxn ang="0">
                <a:pos x="connsiteX33926" y="connsiteY33926"/>
              </a:cxn>
              <a:cxn ang="0">
                <a:pos x="connsiteX33927" y="connsiteY33927"/>
              </a:cxn>
              <a:cxn ang="0">
                <a:pos x="connsiteX33928" y="connsiteY33928"/>
              </a:cxn>
              <a:cxn ang="0">
                <a:pos x="connsiteX33929" y="connsiteY33929"/>
              </a:cxn>
              <a:cxn ang="0">
                <a:pos x="connsiteX33930" y="connsiteY33930"/>
              </a:cxn>
              <a:cxn ang="0">
                <a:pos x="connsiteX33931" y="connsiteY33931"/>
              </a:cxn>
              <a:cxn ang="0">
                <a:pos x="connsiteX33932" y="connsiteY33932"/>
              </a:cxn>
              <a:cxn ang="0">
                <a:pos x="connsiteX33933" y="connsiteY33933"/>
              </a:cxn>
              <a:cxn ang="0">
                <a:pos x="connsiteX33934" y="connsiteY33934"/>
              </a:cxn>
              <a:cxn ang="0">
                <a:pos x="connsiteX33935" y="connsiteY33935"/>
              </a:cxn>
              <a:cxn ang="0">
                <a:pos x="connsiteX33936" y="connsiteY33936"/>
              </a:cxn>
              <a:cxn ang="0">
                <a:pos x="connsiteX33937" y="connsiteY33937"/>
              </a:cxn>
              <a:cxn ang="0">
                <a:pos x="connsiteX33938" y="connsiteY33938"/>
              </a:cxn>
              <a:cxn ang="0">
                <a:pos x="connsiteX33939" y="connsiteY33939"/>
              </a:cxn>
              <a:cxn ang="0">
                <a:pos x="connsiteX33940" y="connsiteY33940"/>
              </a:cxn>
              <a:cxn ang="0">
                <a:pos x="connsiteX33941" y="connsiteY33941"/>
              </a:cxn>
              <a:cxn ang="0">
                <a:pos x="connsiteX33942" y="connsiteY33942"/>
              </a:cxn>
              <a:cxn ang="0">
                <a:pos x="connsiteX33943" y="connsiteY33943"/>
              </a:cxn>
              <a:cxn ang="0">
                <a:pos x="connsiteX33944" y="connsiteY33944"/>
              </a:cxn>
              <a:cxn ang="0">
                <a:pos x="connsiteX33945" y="connsiteY33945"/>
              </a:cxn>
              <a:cxn ang="0">
                <a:pos x="connsiteX33946" y="connsiteY33946"/>
              </a:cxn>
              <a:cxn ang="0">
                <a:pos x="connsiteX33947" y="connsiteY33947"/>
              </a:cxn>
              <a:cxn ang="0">
                <a:pos x="connsiteX33948" y="connsiteY33948"/>
              </a:cxn>
              <a:cxn ang="0">
                <a:pos x="connsiteX33949" y="connsiteY33949"/>
              </a:cxn>
              <a:cxn ang="0">
                <a:pos x="connsiteX33950" y="connsiteY33950"/>
              </a:cxn>
              <a:cxn ang="0">
                <a:pos x="connsiteX33951" y="connsiteY33951"/>
              </a:cxn>
              <a:cxn ang="0">
                <a:pos x="connsiteX33952" y="connsiteY33952"/>
              </a:cxn>
              <a:cxn ang="0">
                <a:pos x="connsiteX33953" y="connsiteY33953"/>
              </a:cxn>
              <a:cxn ang="0">
                <a:pos x="connsiteX33954" y="connsiteY33954"/>
              </a:cxn>
              <a:cxn ang="0">
                <a:pos x="connsiteX33955" y="connsiteY33955"/>
              </a:cxn>
              <a:cxn ang="0">
                <a:pos x="connsiteX33956" y="connsiteY33956"/>
              </a:cxn>
              <a:cxn ang="0">
                <a:pos x="connsiteX33957" y="connsiteY33957"/>
              </a:cxn>
              <a:cxn ang="0">
                <a:pos x="connsiteX33958" y="connsiteY33958"/>
              </a:cxn>
              <a:cxn ang="0">
                <a:pos x="connsiteX33959" y="connsiteY33959"/>
              </a:cxn>
              <a:cxn ang="0">
                <a:pos x="connsiteX33960" y="connsiteY33960"/>
              </a:cxn>
              <a:cxn ang="0">
                <a:pos x="connsiteX33961" y="connsiteY33961"/>
              </a:cxn>
              <a:cxn ang="0">
                <a:pos x="connsiteX33962" y="connsiteY33962"/>
              </a:cxn>
              <a:cxn ang="0">
                <a:pos x="connsiteX33963" y="connsiteY33963"/>
              </a:cxn>
              <a:cxn ang="0">
                <a:pos x="connsiteX33964" y="connsiteY33964"/>
              </a:cxn>
              <a:cxn ang="0">
                <a:pos x="connsiteX33965" y="connsiteY33965"/>
              </a:cxn>
              <a:cxn ang="0">
                <a:pos x="connsiteX33966" y="connsiteY33966"/>
              </a:cxn>
              <a:cxn ang="0">
                <a:pos x="connsiteX33967" y="connsiteY33967"/>
              </a:cxn>
              <a:cxn ang="0">
                <a:pos x="connsiteX33968" y="connsiteY33968"/>
              </a:cxn>
              <a:cxn ang="0">
                <a:pos x="connsiteX33969" y="connsiteY33969"/>
              </a:cxn>
              <a:cxn ang="0">
                <a:pos x="connsiteX33970" y="connsiteY33970"/>
              </a:cxn>
              <a:cxn ang="0">
                <a:pos x="connsiteX33971" y="connsiteY33971"/>
              </a:cxn>
              <a:cxn ang="0">
                <a:pos x="connsiteX33972" y="connsiteY33972"/>
              </a:cxn>
              <a:cxn ang="0">
                <a:pos x="connsiteX33973" y="connsiteY33973"/>
              </a:cxn>
              <a:cxn ang="0">
                <a:pos x="connsiteX33974" y="connsiteY33974"/>
              </a:cxn>
              <a:cxn ang="0">
                <a:pos x="connsiteX33975" y="connsiteY33975"/>
              </a:cxn>
              <a:cxn ang="0">
                <a:pos x="connsiteX33976" y="connsiteY33976"/>
              </a:cxn>
              <a:cxn ang="0">
                <a:pos x="connsiteX33977" y="connsiteY33977"/>
              </a:cxn>
              <a:cxn ang="0">
                <a:pos x="connsiteX33978" y="connsiteY33978"/>
              </a:cxn>
              <a:cxn ang="0">
                <a:pos x="connsiteX33979" y="connsiteY33979"/>
              </a:cxn>
              <a:cxn ang="0">
                <a:pos x="connsiteX33980" y="connsiteY33980"/>
              </a:cxn>
              <a:cxn ang="0">
                <a:pos x="connsiteX33981" y="connsiteY33981"/>
              </a:cxn>
              <a:cxn ang="0">
                <a:pos x="connsiteX33982" y="connsiteY33982"/>
              </a:cxn>
              <a:cxn ang="0">
                <a:pos x="connsiteX33983" y="connsiteY33983"/>
              </a:cxn>
              <a:cxn ang="0">
                <a:pos x="connsiteX33984" y="connsiteY33984"/>
              </a:cxn>
              <a:cxn ang="0">
                <a:pos x="connsiteX33985" y="connsiteY33985"/>
              </a:cxn>
              <a:cxn ang="0">
                <a:pos x="connsiteX33986" y="connsiteY33986"/>
              </a:cxn>
              <a:cxn ang="0">
                <a:pos x="connsiteX33987" y="connsiteY33987"/>
              </a:cxn>
              <a:cxn ang="0">
                <a:pos x="connsiteX33988" y="connsiteY33988"/>
              </a:cxn>
              <a:cxn ang="0">
                <a:pos x="connsiteX33989" y="connsiteY33989"/>
              </a:cxn>
              <a:cxn ang="0">
                <a:pos x="connsiteX33990" y="connsiteY33990"/>
              </a:cxn>
              <a:cxn ang="0">
                <a:pos x="connsiteX33991" y="connsiteY33991"/>
              </a:cxn>
              <a:cxn ang="0">
                <a:pos x="connsiteX33992" y="connsiteY33992"/>
              </a:cxn>
              <a:cxn ang="0">
                <a:pos x="connsiteX33993" y="connsiteY33993"/>
              </a:cxn>
              <a:cxn ang="0">
                <a:pos x="connsiteX33994" y="connsiteY33994"/>
              </a:cxn>
              <a:cxn ang="0">
                <a:pos x="connsiteX33995" y="connsiteY33995"/>
              </a:cxn>
              <a:cxn ang="0">
                <a:pos x="connsiteX33996" y="connsiteY33996"/>
              </a:cxn>
              <a:cxn ang="0">
                <a:pos x="connsiteX33997" y="connsiteY33997"/>
              </a:cxn>
              <a:cxn ang="0">
                <a:pos x="connsiteX33998" y="connsiteY33998"/>
              </a:cxn>
              <a:cxn ang="0">
                <a:pos x="connsiteX33999" y="connsiteY33999"/>
              </a:cxn>
              <a:cxn ang="0">
                <a:pos x="connsiteX34000" y="connsiteY34000"/>
              </a:cxn>
              <a:cxn ang="0">
                <a:pos x="connsiteX34001" y="connsiteY34001"/>
              </a:cxn>
              <a:cxn ang="0">
                <a:pos x="connsiteX34002" y="connsiteY34002"/>
              </a:cxn>
              <a:cxn ang="0">
                <a:pos x="connsiteX34003" y="connsiteY34003"/>
              </a:cxn>
              <a:cxn ang="0">
                <a:pos x="connsiteX34004" y="connsiteY34004"/>
              </a:cxn>
              <a:cxn ang="0">
                <a:pos x="connsiteX34005" y="connsiteY34005"/>
              </a:cxn>
              <a:cxn ang="0">
                <a:pos x="connsiteX34006" y="connsiteY34006"/>
              </a:cxn>
              <a:cxn ang="0">
                <a:pos x="connsiteX34007" y="connsiteY34007"/>
              </a:cxn>
              <a:cxn ang="0">
                <a:pos x="connsiteX34008" y="connsiteY34008"/>
              </a:cxn>
              <a:cxn ang="0">
                <a:pos x="connsiteX34009" y="connsiteY34009"/>
              </a:cxn>
              <a:cxn ang="0">
                <a:pos x="connsiteX34010" y="connsiteY34010"/>
              </a:cxn>
              <a:cxn ang="0">
                <a:pos x="connsiteX34011" y="connsiteY34011"/>
              </a:cxn>
              <a:cxn ang="0">
                <a:pos x="connsiteX34012" y="connsiteY34012"/>
              </a:cxn>
              <a:cxn ang="0">
                <a:pos x="connsiteX34013" y="connsiteY34013"/>
              </a:cxn>
              <a:cxn ang="0">
                <a:pos x="connsiteX34014" y="connsiteY34014"/>
              </a:cxn>
              <a:cxn ang="0">
                <a:pos x="connsiteX34015" y="connsiteY34015"/>
              </a:cxn>
              <a:cxn ang="0">
                <a:pos x="connsiteX34016" y="connsiteY34016"/>
              </a:cxn>
              <a:cxn ang="0">
                <a:pos x="connsiteX34017" y="connsiteY34017"/>
              </a:cxn>
              <a:cxn ang="0">
                <a:pos x="connsiteX34018" y="connsiteY34018"/>
              </a:cxn>
              <a:cxn ang="0">
                <a:pos x="connsiteX34019" y="connsiteY34019"/>
              </a:cxn>
              <a:cxn ang="0">
                <a:pos x="connsiteX34020" y="connsiteY34020"/>
              </a:cxn>
              <a:cxn ang="0">
                <a:pos x="connsiteX34021" y="connsiteY34021"/>
              </a:cxn>
              <a:cxn ang="0">
                <a:pos x="connsiteX34022" y="connsiteY34022"/>
              </a:cxn>
              <a:cxn ang="0">
                <a:pos x="connsiteX34023" y="connsiteY34023"/>
              </a:cxn>
              <a:cxn ang="0">
                <a:pos x="connsiteX34024" y="connsiteY34024"/>
              </a:cxn>
              <a:cxn ang="0">
                <a:pos x="connsiteX34025" y="connsiteY34025"/>
              </a:cxn>
              <a:cxn ang="0">
                <a:pos x="connsiteX34026" y="connsiteY34026"/>
              </a:cxn>
              <a:cxn ang="0">
                <a:pos x="connsiteX34027" y="connsiteY34027"/>
              </a:cxn>
              <a:cxn ang="0">
                <a:pos x="connsiteX34028" y="connsiteY34028"/>
              </a:cxn>
              <a:cxn ang="0">
                <a:pos x="connsiteX34029" y="connsiteY34029"/>
              </a:cxn>
              <a:cxn ang="0">
                <a:pos x="connsiteX34030" y="connsiteY34030"/>
              </a:cxn>
              <a:cxn ang="0">
                <a:pos x="connsiteX34031" y="connsiteY34031"/>
              </a:cxn>
              <a:cxn ang="0">
                <a:pos x="connsiteX34032" y="connsiteY34032"/>
              </a:cxn>
              <a:cxn ang="0">
                <a:pos x="connsiteX34033" y="connsiteY34033"/>
              </a:cxn>
              <a:cxn ang="0">
                <a:pos x="connsiteX34034" y="connsiteY34034"/>
              </a:cxn>
              <a:cxn ang="0">
                <a:pos x="connsiteX34035" y="connsiteY34035"/>
              </a:cxn>
              <a:cxn ang="0">
                <a:pos x="connsiteX34036" y="connsiteY34036"/>
              </a:cxn>
              <a:cxn ang="0">
                <a:pos x="connsiteX34037" y="connsiteY34037"/>
              </a:cxn>
              <a:cxn ang="0">
                <a:pos x="connsiteX34038" y="connsiteY34038"/>
              </a:cxn>
              <a:cxn ang="0">
                <a:pos x="connsiteX34039" y="connsiteY34039"/>
              </a:cxn>
              <a:cxn ang="0">
                <a:pos x="connsiteX34040" y="connsiteY34040"/>
              </a:cxn>
              <a:cxn ang="0">
                <a:pos x="connsiteX34041" y="connsiteY34041"/>
              </a:cxn>
              <a:cxn ang="0">
                <a:pos x="connsiteX34042" y="connsiteY34042"/>
              </a:cxn>
              <a:cxn ang="0">
                <a:pos x="connsiteX34043" y="connsiteY34043"/>
              </a:cxn>
              <a:cxn ang="0">
                <a:pos x="connsiteX34044" y="connsiteY34044"/>
              </a:cxn>
              <a:cxn ang="0">
                <a:pos x="connsiteX34045" y="connsiteY34045"/>
              </a:cxn>
              <a:cxn ang="0">
                <a:pos x="connsiteX34046" y="connsiteY34046"/>
              </a:cxn>
              <a:cxn ang="0">
                <a:pos x="connsiteX34047" y="connsiteY34047"/>
              </a:cxn>
              <a:cxn ang="0">
                <a:pos x="connsiteX34048" y="connsiteY34048"/>
              </a:cxn>
              <a:cxn ang="0">
                <a:pos x="connsiteX34049" y="connsiteY34049"/>
              </a:cxn>
              <a:cxn ang="0">
                <a:pos x="connsiteX34050" y="connsiteY34050"/>
              </a:cxn>
              <a:cxn ang="0">
                <a:pos x="connsiteX34051" y="connsiteY34051"/>
              </a:cxn>
              <a:cxn ang="0">
                <a:pos x="connsiteX34052" y="connsiteY34052"/>
              </a:cxn>
              <a:cxn ang="0">
                <a:pos x="connsiteX34053" y="connsiteY34053"/>
              </a:cxn>
              <a:cxn ang="0">
                <a:pos x="connsiteX34054" y="connsiteY34054"/>
              </a:cxn>
              <a:cxn ang="0">
                <a:pos x="connsiteX34055" y="connsiteY34055"/>
              </a:cxn>
              <a:cxn ang="0">
                <a:pos x="connsiteX34056" y="connsiteY34056"/>
              </a:cxn>
              <a:cxn ang="0">
                <a:pos x="connsiteX34057" y="connsiteY34057"/>
              </a:cxn>
              <a:cxn ang="0">
                <a:pos x="connsiteX34058" y="connsiteY34058"/>
              </a:cxn>
              <a:cxn ang="0">
                <a:pos x="connsiteX34059" y="connsiteY34059"/>
              </a:cxn>
              <a:cxn ang="0">
                <a:pos x="connsiteX34060" y="connsiteY34060"/>
              </a:cxn>
              <a:cxn ang="0">
                <a:pos x="connsiteX34061" y="connsiteY34061"/>
              </a:cxn>
              <a:cxn ang="0">
                <a:pos x="connsiteX34062" y="connsiteY34062"/>
              </a:cxn>
              <a:cxn ang="0">
                <a:pos x="connsiteX34063" y="connsiteY34063"/>
              </a:cxn>
              <a:cxn ang="0">
                <a:pos x="connsiteX34064" y="connsiteY34064"/>
              </a:cxn>
              <a:cxn ang="0">
                <a:pos x="connsiteX34065" y="connsiteY34065"/>
              </a:cxn>
              <a:cxn ang="0">
                <a:pos x="connsiteX34066" y="connsiteY34066"/>
              </a:cxn>
              <a:cxn ang="0">
                <a:pos x="connsiteX34067" y="connsiteY34067"/>
              </a:cxn>
              <a:cxn ang="0">
                <a:pos x="connsiteX34068" y="connsiteY34068"/>
              </a:cxn>
              <a:cxn ang="0">
                <a:pos x="connsiteX34069" y="connsiteY34069"/>
              </a:cxn>
              <a:cxn ang="0">
                <a:pos x="connsiteX34070" y="connsiteY34070"/>
              </a:cxn>
              <a:cxn ang="0">
                <a:pos x="connsiteX34071" y="connsiteY34071"/>
              </a:cxn>
              <a:cxn ang="0">
                <a:pos x="connsiteX34072" y="connsiteY34072"/>
              </a:cxn>
              <a:cxn ang="0">
                <a:pos x="connsiteX34073" y="connsiteY34073"/>
              </a:cxn>
              <a:cxn ang="0">
                <a:pos x="connsiteX34074" y="connsiteY34074"/>
              </a:cxn>
              <a:cxn ang="0">
                <a:pos x="connsiteX34075" y="connsiteY34075"/>
              </a:cxn>
              <a:cxn ang="0">
                <a:pos x="connsiteX34076" y="connsiteY34076"/>
              </a:cxn>
              <a:cxn ang="0">
                <a:pos x="connsiteX34077" y="connsiteY34077"/>
              </a:cxn>
              <a:cxn ang="0">
                <a:pos x="connsiteX34078" y="connsiteY34078"/>
              </a:cxn>
              <a:cxn ang="0">
                <a:pos x="connsiteX34079" y="connsiteY34079"/>
              </a:cxn>
              <a:cxn ang="0">
                <a:pos x="connsiteX34080" y="connsiteY34080"/>
              </a:cxn>
              <a:cxn ang="0">
                <a:pos x="connsiteX34081" y="connsiteY34081"/>
              </a:cxn>
              <a:cxn ang="0">
                <a:pos x="connsiteX34082" y="connsiteY34082"/>
              </a:cxn>
              <a:cxn ang="0">
                <a:pos x="connsiteX34083" y="connsiteY34083"/>
              </a:cxn>
              <a:cxn ang="0">
                <a:pos x="connsiteX34084" y="connsiteY34084"/>
              </a:cxn>
              <a:cxn ang="0">
                <a:pos x="connsiteX34085" y="connsiteY34085"/>
              </a:cxn>
              <a:cxn ang="0">
                <a:pos x="connsiteX34086" y="connsiteY34086"/>
              </a:cxn>
              <a:cxn ang="0">
                <a:pos x="connsiteX34087" y="connsiteY34087"/>
              </a:cxn>
              <a:cxn ang="0">
                <a:pos x="connsiteX34088" y="connsiteY34088"/>
              </a:cxn>
              <a:cxn ang="0">
                <a:pos x="connsiteX34089" y="connsiteY34089"/>
              </a:cxn>
              <a:cxn ang="0">
                <a:pos x="connsiteX34090" y="connsiteY34090"/>
              </a:cxn>
              <a:cxn ang="0">
                <a:pos x="connsiteX34091" y="connsiteY34091"/>
              </a:cxn>
              <a:cxn ang="0">
                <a:pos x="connsiteX34092" y="connsiteY34092"/>
              </a:cxn>
              <a:cxn ang="0">
                <a:pos x="connsiteX34093" y="connsiteY34093"/>
              </a:cxn>
              <a:cxn ang="0">
                <a:pos x="connsiteX34094" y="connsiteY34094"/>
              </a:cxn>
              <a:cxn ang="0">
                <a:pos x="connsiteX34095" y="connsiteY34095"/>
              </a:cxn>
              <a:cxn ang="0">
                <a:pos x="connsiteX34096" y="connsiteY34096"/>
              </a:cxn>
              <a:cxn ang="0">
                <a:pos x="connsiteX34097" y="connsiteY34097"/>
              </a:cxn>
              <a:cxn ang="0">
                <a:pos x="connsiteX34098" y="connsiteY34098"/>
              </a:cxn>
              <a:cxn ang="0">
                <a:pos x="connsiteX34099" y="connsiteY34099"/>
              </a:cxn>
              <a:cxn ang="0">
                <a:pos x="connsiteX34100" y="connsiteY34100"/>
              </a:cxn>
              <a:cxn ang="0">
                <a:pos x="connsiteX34101" y="connsiteY34101"/>
              </a:cxn>
              <a:cxn ang="0">
                <a:pos x="connsiteX34102" y="connsiteY34102"/>
              </a:cxn>
              <a:cxn ang="0">
                <a:pos x="connsiteX34103" y="connsiteY34103"/>
              </a:cxn>
              <a:cxn ang="0">
                <a:pos x="connsiteX34104" y="connsiteY34104"/>
              </a:cxn>
              <a:cxn ang="0">
                <a:pos x="connsiteX34105" y="connsiteY34105"/>
              </a:cxn>
              <a:cxn ang="0">
                <a:pos x="connsiteX34106" y="connsiteY34106"/>
              </a:cxn>
              <a:cxn ang="0">
                <a:pos x="connsiteX34107" y="connsiteY34107"/>
              </a:cxn>
              <a:cxn ang="0">
                <a:pos x="connsiteX34108" y="connsiteY34108"/>
              </a:cxn>
              <a:cxn ang="0">
                <a:pos x="connsiteX34109" y="connsiteY34109"/>
              </a:cxn>
              <a:cxn ang="0">
                <a:pos x="connsiteX34110" y="connsiteY34110"/>
              </a:cxn>
              <a:cxn ang="0">
                <a:pos x="connsiteX34111" y="connsiteY34111"/>
              </a:cxn>
              <a:cxn ang="0">
                <a:pos x="connsiteX34112" y="connsiteY34112"/>
              </a:cxn>
              <a:cxn ang="0">
                <a:pos x="connsiteX34113" y="connsiteY34113"/>
              </a:cxn>
              <a:cxn ang="0">
                <a:pos x="connsiteX34114" y="connsiteY34114"/>
              </a:cxn>
              <a:cxn ang="0">
                <a:pos x="connsiteX34115" y="connsiteY34115"/>
              </a:cxn>
              <a:cxn ang="0">
                <a:pos x="connsiteX34116" y="connsiteY34116"/>
              </a:cxn>
              <a:cxn ang="0">
                <a:pos x="connsiteX34117" y="connsiteY34117"/>
              </a:cxn>
              <a:cxn ang="0">
                <a:pos x="connsiteX34118" y="connsiteY34118"/>
              </a:cxn>
              <a:cxn ang="0">
                <a:pos x="connsiteX34119" y="connsiteY34119"/>
              </a:cxn>
              <a:cxn ang="0">
                <a:pos x="connsiteX34120" y="connsiteY34120"/>
              </a:cxn>
              <a:cxn ang="0">
                <a:pos x="connsiteX34121" y="connsiteY34121"/>
              </a:cxn>
              <a:cxn ang="0">
                <a:pos x="connsiteX34122" y="connsiteY34122"/>
              </a:cxn>
              <a:cxn ang="0">
                <a:pos x="connsiteX34123" y="connsiteY34123"/>
              </a:cxn>
              <a:cxn ang="0">
                <a:pos x="connsiteX34124" y="connsiteY34124"/>
              </a:cxn>
              <a:cxn ang="0">
                <a:pos x="connsiteX34125" y="connsiteY34125"/>
              </a:cxn>
              <a:cxn ang="0">
                <a:pos x="connsiteX34126" y="connsiteY34126"/>
              </a:cxn>
              <a:cxn ang="0">
                <a:pos x="connsiteX34127" y="connsiteY34127"/>
              </a:cxn>
              <a:cxn ang="0">
                <a:pos x="connsiteX34128" y="connsiteY34128"/>
              </a:cxn>
              <a:cxn ang="0">
                <a:pos x="connsiteX34129" y="connsiteY34129"/>
              </a:cxn>
              <a:cxn ang="0">
                <a:pos x="connsiteX34130" y="connsiteY34130"/>
              </a:cxn>
              <a:cxn ang="0">
                <a:pos x="connsiteX34131" y="connsiteY34131"/>
              </a:cxn>
              <a:cxn ang="0">
                <a:pos x="connsiteX34132" y="connsiteY34132"/>
              </a:cxn>
              <a:cxn ang="0">
                <a:pos x="connsiteX34133" y="connsiteY34133"/>
              </a:cxn>
              <a:cxn ang="0">
                <a:pos x="connsiteX34134" y="connsiteY34134"/>
              </a:cxn>
              <a:cxn ang="0">
                <a:pos x="connsiteX34135" y="connsiteY34135"/>
              </a:cxn>
              <a:cxn ang="0">
                <a:pos x="connsiteX34136" y="connsiteY34136"/>
              </a:cxn>
              <a:cxn ang="0">
                <a:pos x="connsiteX34137" y="connsiteY34137"/>
              </a:cxn>
              <a:cxn ang="0">
                <a:pos x="connsiteX34138" y="connsiteY34138"/>
              </a:cxn>
              <a:cxn ang="0">
                <a:pos x="connsiteX34139" y="connsiteY34139"/>
              </a:cxn>
              <a:cxn ang="0">
                <a:pos x="connsiteX34140" y="connsiteY34140"/>
              </a:cxn>
              <a:cxn ang="0">
                <a:pos x="connsiteX34141" y="connsiteY34141"/>
              </a:cxn>
              <a:cxn ang="0">
                <a:pos x="connsiteX34142" y="connsiteY34142"/>
              </a:cxn>
              <a:cxn ang="0">
                <a:pos x="connsiteX34143" y="connsiteY34143"/>
              </a:cxn>
              <a:cxn ang="0">
                <a:pos x="connsiteX34144" y="connsiteY34144"/>
              </a:cxn>
              <a:cxn ang="0">
                <a:pos x="connsiteX34145" y="connsiteY34145"/>
              </a:cxn>
              <a:cxn ang="0">
                <a:pos x="connsiteX34146" y="connsiteY34146"/>
              </a:cxn>
              <a:cxn ang="0">
                <a:pos x="connsiteX34147" y="connsiteY34147"/>
              </a:cxn>
              <a:cxn ang="0">
                <a:pos x="connsiteX34148" y="connsiteY34148"/>
              </a:cxn>
              <a:cxn ang="0">
                <a:pos x="connsiteX34149" y="connsiteY34149"/>
              </a:cxn>
              <a:cxn ang="0">
                <a:pos x="connsiteX34150" y="connsiteY34150"/>
              </a:cxn>
              <a:cxn ang="0">
                <a:pos x="connsiteX34151" y="connsiteY34151"/>
              </a:cxn>
              <a:cxn ang="0">
                <a:pos x="connsiteX34152" y="connsiteY34152"/>
              </a:cxn>
              <a:cxn ang="0">
                <a:pos x="connsiteX34153" y="connsiteY34153"/>
              </a:cxn>
              <a:cxn ang="0">
                <a:pos x="connsiteX34154" y="connsiteY34154"/>
              </a:cxn>
              <a:cxn ang="0">
                <a:pos x="connsiteX34155" y="connsiteY34155"/>
              </a:cxn>
              <a:cxn ang="0">
                <a:pos x="connsiteX34156" y="connsiteY34156"/>
              </a:cxn>
              <a:cxn ang="0">
                <a:pos x="connsiteX34157" y="connsiteY34157"/>
              </a:cxn>
              <a:cxn ang="0">
                <a:pos x="connsiteX34158" y="connsiteY34158"/>
              </a:cxn>
              <a:cxn ang="0">
                <a:pos x="connsiteX34159" y="connsiteY34159"/>
              </a:cxn>
              <a:cxn ang="0">
                <a:pos x="connsiteX34160" y="connsiteY34160"/>
              </a:cxn>
              <a:cxn ang="0">
                <a:pos x="connsiteX34161" y="connsiteY34161"/>
              </a:cxn>
              <a:cxn ang="0">
                <a:pos x="connsiteX34162" y="connsiteY34162"/>
              </a:cxn>
              <a:cxn ang="0">
                <a:pos x="connsiteX34163" y="connsiteY34163"/>
              </a:cxn>
              <a:cxn ang="0">
                <a:pos x="connsiteX34164" y="connsiteY34164"/>
              </a:cxn>
              <a:cxn ang="0">
                <a:pos x="connsiteX34165" y="connsiteY34165"/>
              </a:cxn>
              <a:cxn ang="0">
                <a:pos x="connsiteX34166" y="connsiteY34166"/>
              </a:cxn>
              <a:cxn ang="0">
                <a:pos x="connsiteX34167" y="connsiteY34167"/>
              </a:cxn>
              <a:cxn ang="0">
                <a:pos x="connsiteX34168" y="connsiteY34168"/>
              </a:cxn>
              <a:cxn ang="0">
                <a:pos x="connsiteX34169" y="connsiteY34169"/>
              </a:cxn>
              <a:cxn ang="0">
                <a:pos x="connsiteX34170" y="connsiteY34170"/>
              </a:cxn>
              <a:cxn ang="0">
                <a:pos x="connsiteX34171" y="connsiteY34171"/>
              </a:cxn>
              <a:cxn ang="0">
                <a:pos x="connsiteX34172" y="connsiteY34172"/>
              </a:cxn>
              <a:cxn ang="0">
                <a:pos x="connsiteX34173" y="connsiteY34173"/>
              </a:cxn>
              <a:cxn ang="0">
                <a:pos x="connsiteX34174" y="connsiteY34174"/>
              </a:cxn>
              <a:cxn ang="0">
                <a:pos x="connsiteX34175" y="connsiteY34175"/>
              </a:cxn>
              <a:cxn ang="0">
                <a:pos x="connsiteX34176" y="connsiteY34176"/>
              </a:cxn>
              <a:cxn ang="0">
                <a:pos x="connsiteX34177" y="connsiteY34177"/>
              </a:cxn>
              <a:cxn ang="0">
                <a:pos x="connsiteX34178" y="connsiteY34178"/>
              </a:cxn>
              <a:cxn ang="0">
                <a:pos x="connsiteX34179" y="connsiteY34179"/>
              </a:cxn>
              <a:cxn ang="0">
                <a:pos x="connsiteX34180" y="connsiteY34180"/>
              </a:cxn>
              <a:cxn ang="0">
                <a:pos x="connsiteX34181" y="connsiteY34181"/>
              </a:cxn>
              <a:cxn ang="0">
                <a:pos x="connsiteX34182" y="connsiteY34182"/>
              </a:cxn>
              <a:cxn ang="0">
                <a:pos x="connsiteX34183" y="connsiteY34183"/>
              </a:cxn>
              <a:cxn ang="0">
                <a:pos x="connsiteX34184" y="connsiteY34184"/>
              </a:cxn>
              <a:cxn ang="0">
                <a:pos x="connsiteX34185" y="connsiteY34185"/>
              </a:cxn>
              <a:cxn ang="0">
                <a:pos x="connsiteX34186" y="connsiteY34186"/>
              </a:cxn>
              <a:cxn ang="0">
                <a:pos x="connsiteX34187" y="connsiteY34187"/>
              </a:cxn>
              <a:cxn ang="0">
                <a:pos x="connsiteX34188" y="connsiteY34188"/>
              </a:cxn>
              <a:cxn ang="0">
                <a:pos x="connsiteX34189" y="connsiteY34189"/>
              </a:cxn>
              <a:cxn ang="0">
                <a:pos x="connsiteX34190" y="connsiteY34190"/>
              </a:cxn>
              <a:cxn ang="0">
                <a:pos x="connsiteX34191" y="connsiteY34191"/>
              </a:cxn>
              <a:cxn ang="0">
                <a:pos x="connsiteX34192" y="connsiteY34192"/>
              </a:cxn>
              <a:cxn ang="0">
                <a:pos x="connsiteX34193" y="connsiteY34193"/>
              </a:cxn>
              <a:cxn ang="0">
                <a:pos x="connsiteX34194" y="connsiteY34194"/>
              </a:cxn>
              <a:cxn ang="0">
                <a:pos x="connsiteX34195" y="connsiteY34195"/>
              </a:cxn>
              <a:cxn ang="0">
                <a:pos x="connsiteX34196" y="connsiteY34196"/>
              </a:cxn>
              <a:cxn ang="0">
                <a:pos x="connsiteX34197" y="connsiteY34197"/>
              </a:cxn>
              <a:cxn ang="0">
                <a:pos x="connsiteX34198" y="connsiteY34198"/>
              </a:cxn>
              <a:cxn ang="0">
                <a:pos x="connsiteX34199" y="connsiteY34199"/>
              </a:cxn>
              <a:cxn ang="0">
                <a:pos x="connsiteX34200" y="connsiteY34200"/>
              </a:cxn>
              <a:cxn ang="0">
                <a:pos x="connsiteX34201" y="connsiteY34201"/>
              </a:cxn>
              <a:cxn ang="0">
                <a:pos x="connsiteX34202" y="connsiteY34202"/>
              </a:cxn>
              <a:cxn ang="0">
                <a:pos x="connsiteX34203" y="connsiteY34203"/>
              </a:cxn>
              <a:cxn ang="0">
                <a:pos x="connsiteX34204" y="connsiteY34204"/>
              </a:cxn>
              <a:cxn ang="0">
                <a:pos x="connsiteX34205" y="connsiteY34205"/>
              </a:cxn>
              <a:cxn ang="0">
                <a:pos x="connsiteX34206" y="connsiteY34206"/>
              </a:cxn>
              <a:cxn ang="0">
                <a:pos x="connsiteX34207" y="connsiteY34207"/>
              </a:cxn>
              <a:cxn ang="0">
                <a:pos x="connsiteX34208" y="connsiteY34208"/>
              </a:cxn>
              <a:cxn ang="0">
                <a:pos x="connsiteX34209" y="connsiteY34209"/>
              </a:cxn>
              <a:cxn ang="0">
                <a:pos x="connsiteX34210" y="connsiteY34210"/>
              </a:cxn>
              <a:cxn ang="0">
                <a:pos x="connsiteX34211" y="connsiteY34211"/>
              </a:cxn>
              <a:cxn ang="0">
                <a:pos x="connsiteX34212" y="connsiteY34212"/>
              </a:cxn>
              <a:cxn ang="0">
                <a:pos x="connsiteX34213" y="connsiteY34213"/>
              </a:cxn>
              <a:cxn ang="0">
                <a:pos x="connsiteX34214" y="connsiteY34214"/>
              </a:cxn>
              <a:cxn ang="0">
                <a:pos x="connsiteX34215" y="connsiteY34215"/>
              </a:cxn>
              <a:cxn ang="0">
                <a:pos x="connsiteX34216" y="connsiteY34216"/>
              </a:cxn>
              <a:cxn ang="0">
                <a:pos x="connsiteX34217" y="connsiteY34217"/>
              </a:cxn>
              <a:cxn ang="0">
                <a:pos x="connsiteX34218" y="connsiteY34218"/>
              </a:cxn>
              <a:cxn ang="0">
                <a:pos x="connsiteX34219" y="connsiteY34219"/>
              </a:cxn>
              <a:cxn ang="0">
                <a:pos x="connsiteX34220" y="connsiteY34220"/>
              </a:cxn>
              <a:cxn ang="0">
                <a:pos x="connsiteX34221" y="connsiteY34221"/>
              </a:cxn>
              <a:cxn ang="0">
                <a:pos x="connsiteX34222" y="connsiteY34222"/>
              </a:cxn>
              <a:cxn ang="0">
                <a:pos x="connsiteX34223" y="connsiteY34223"/>
              </a:cxn>
              <a:cxn ang="0">
                <a:pos x="connsiteX34224" y="connsiteY34224"/>
              </a:cxn>
              <a:cxn ang="0">
                <a:pos x="connsiteX34225" y="connsiteY34225"/>
              </a:cxn>
              <a:cxn ang="0">
                <a:pos x="connsiteX34226" y="connsiteY34226"/>
              </a:cxn>
              <a:cxn ang="0">
                <a:pos x="connsiteX34227" y="connsiteY34227"/>
              </a:cxn>
              <a:cxn ang="0">
                <a:pos x="connsiteX34228" y="connsiteY34228"/>
              </a:cxn>
              <a:cxn ang="0">
                <a:pos x="connsiteX34229" y="connsiteY34229"/>
              </a:cxn>
              <a:cxn ang="0">
                <a:pos x="connsiteX34230" y="connsiteY34230"/>
              </a:cxn>
              <a:cxn ang="0">
                <a:pos x="connsiteX34231" y="connsiteY34231"/>
              </a:cxn>
              <a:cxn ang="0">
                <a:pos x="connsiteX34232" y="connsiteY34232"/>
              </a:cxn>
              <a:cxn ang="0">
                <a:pos x="connsiteX34233" y="connsiteY34233"/>
              </a:cxn>
              <a:cxn ang="0">
                <a:pos x="connsiteX34234" y="connsiteY34234"/>
              </a:cxn>
              <a:cxn ang="0">
                <a:pos x="connsiteX34235" y="connsiteY34235"/>
              </a:cxn>
              <a:cxn ang="0">
                <a:pos x="connsiteX34236" y="connsiteY34236"/>
              </a:cxn>
              <a:cxn ang="0">
                <a:pos x="connsiteX34237" y="connsiteY34237"/>
              </a:cxn>
              <a:cxn ang="0">
                <a:pos x="connsiteX34238" y="connsiteY34238"/>
              </a:cxn>
              <a:cxn ang="0">
                <a:pos x="connsiteX34239" y="connsiteY34239"/>
              </a:cxn>
              <a:cxn ang="0">
                <a:pos x="connsiteX34240" y="connsiteY34240"/>
              </a:cxn>
              <a:cxn ang="0">
                <a:pos x="connsiteX34241" y="connsiteY34241"/>
              </a:cxn>
              <a:cxn ang="0">
                <a:pos x="connsiteX34242" y="connsiteY34242"/>
              </a:cxn>
              <a:cxn ang="0">
                <a:pos x="connsiteX34243" y="connsiteY34243"/>
              </a:cxn>
              <a:cxn ang="0">
                <a:pos x="connsiteX34244" y="connsiteY34244"/>
              </a:cxn>
              <a:cxn ang="0">
                <a:pos x="connsiteX34245" y="connsiteY34245"/>
              </a:cxn>
              <a:cxn ang="0">
                <a:pos x="connsiteX34246" y="connsiteY34246"/>
              </a:cxn>
              <a:cxn ang="0">
                <a:pos x="connsiteX34247" y="connsiteY34247"/>
              </a:cxn>
              <a:cxn ang="0">
                <a:pos x="connsiteX34248" y="connsiteY34248"/>
              </a:cxn>
              <a:cxn ang="0">
                <a:pos x="connsiteX34249" y="connsiteY34249"/>
              </a:cxn>
              <a:cxn ang="0">
                <a:pos x="connsiteX34250" y="connsiteY34250"/>
              </a:cxn>
              <a:cxn ang="0">
                <a:pos x="connsiteX34251" y="connsiteY34251"/>
              </a:cxn>
              <a:cxn ang="0">
                <a:pos x="connsiteX34252" y="connsiteY34252"/>
              </a:cxn>
              <a:cxn ang="0">
                <a:pos x="connsiteX34253" y="connsiteY34253"/>
              </a:cxn>
              <a:cxn ang="0">
                <a:pos x="connsiteX34254" y="connsiteY34254"/>
              </a:cxn>
              <a:cxn ang="0">
                <a:pos x="connsiteX34255" y="connsiteY34255"/>
              </a:cxn>
              <a:cxn ang="0">
                <a:pos x="connsiteX34256" y="connsiteY34256"/>
              </a:cxn>
              <a:cxn ang="0">
                <a:pos x="connsiteX34257" y="connsiteY34257"/>
              </a:cxn>
              <a:cxn ang="0">
                <a:pos x="connsiteX34258" y="connsiteY34258"/>
              </a:cxn>
              <a:cxn ang="0">
                <a:pos x="connsiteX34259" y="connsiteY34259"/>
              </a:cxn>
              <a:cxn ang="0">
                <a:pos x="connsiteX34260" y="connsiteY34260"/>
              </a:cxn>
              <a:cxn ang="0">
                <a:pos x="connsiteX34261" y="connsiteY34261"/>
              </a:cxn>
              <a:cxn ang="0">
                <a:pos x="connsiteX34262" y="connsiteY34262"/>
              </a:cxn>
              <a:cxn ang="0">
                <a:pos x="connsiteX34263" y="connsiteY34263"/>
              </a:cxn>
              <a:cxn ang="0">
                <a:pos x="connsiteX34264" y="connsiteY34264"/>
              </a:cxn>
              <a:cxn ang="0">
                <a:pos x="connsiteX34265" y="connsiteY34265"/>
              </a:cxn>
              <a:cxn ang="0">
                <a:pos x="connsiteX34266" y="connsiteY34266"/>
              </a:cxn>
              <a:cxn ang="0">
                <a:pos x="connsiteX34267" y="connsiteY34267"/>
              </a:cxn>
              <a:cxn ang="0">
                <a:pos x="connsiteX34268" y="connsiteY34268"/>
              </a:cxn>
              <a:cxn ang="0">
                <a:pos x="connsiteX34269" y="connsiteY34269"/>
              </a:cxn>
              <a:cxn ang="0">
                <a:pos x="connsiteX34270" y="connsiteY34270"/>
              </a:cxn>
              <a:cxn ang="0">
                <a:pos x="connsiteX34271" y="connsiteY34271"/>
              </a:cxn>
              <a:cxn ang="0">
                <a:pos x="connsiteX34272" y="connsiteY34272"/>
              </a:cxn>
              <a:cxn ang="0">
                <a:pos x="connsiteX34273" y="connsiteY34273"/>
              </a:cxn>
              <a:cxn ang="0">
                <a:pos x="connsiteX34274" y="connsiteY34274"/>
              </a:cxn>
              <a:cxn ang="0">
                <a:pos x="connsiteX34275" y="connsiteY34275"/>
              </a:cxn>
              <a:cxn ang="0">
                <a:pos x="connsiteX34276" y="connsiteY34276"/>
              </a:cxn>
              <a:cxn ang="0">
                <a:pos x="connsiteX34277" y="connsiteY34277"/>
              </a:cxn>
              <a:cxn ang="0">
                <a:pos x="connsiteX34278" y="connsiteY34278"/>
              </a:cxn>
              <a:cxn ang="0">
                <a:pos x="connsiteX34279" y="connsiteY34279"/>
              </a:cxn>
              <a:cxn ang="0">
                <a:pos x="connsiteX34280" y="connsiteY34280"/>
              </a:cxn>
              <a:cxn ang="0">
                <a:pos x="connsiteX34281" y="connsiteY34281"/>
              </a:cxn>
              <a:cxn ang="0">
                <a:pos x="connsiteX34282" y="connsiteY34282"/>
              </a:cxn>
              <a:cxn ang="0">
                <a:pos x="connsiteX34283" y="connsiteY34283"/>
              </a:cxn>
              <a:cxn ang="0">
                <a:pos x="connsiteX34284" y="connsiteY34284"/>
              </a:cxn>
              <a:cxn ang="0">
                <a:pos x="connsiteX34285" y="connsiteY34285"/>
              </a:cxn>
              <a:cxn ang="0">
                <a:pos x="connsiteX34286" y="connsiteY34286"/>
              </a:cxn>
              <a:cxn ang="0">
                <a:pos x="connsiteX34287" y="connsiteY34287"/>
              </a:cxn>
              <a:cxn ang="0">
                <a:pos x="connsiteX34288" y="connsiteY34288"/>
              </a:cxn>
              <a:cxn ang="0">
                <a:pos x="connsiteX34289" y="connsiteY34289"/>
              </a:cxn>
              <a:cxn ang="0">
                <a:pos x="connsiteX34290" y="connsiteY34290"/>
              </a:cxn>
              <a:cxn ang="0">
                <a:pos x="connsiteX34291" y="connsiteY34291"/>
              </a:cxn>
              <a:cxn ang="0">
                <a:pos x="connsiteX34292" y="connsiteY34292"/>
              </a:cxn>
              <a:cxn ang="0">
                <a:pos x="connsiteX34293" y="connsiteY34293"/>
              </a:cxn>
              <a:cxn ang="0">
                <a:pos x="connsiteX34294" y="connsiteY34294"/>
              </a:cxn>
              <a:cxn ang="0">
                <a:pos x="connsiteX34295" y="connsiteY34295"/>
              </a:cxn>
              <a:cxn ang="0">
                <a:pos x="connsiteX34296" y="connsiteY34296"/>
              </a:cxn>
              <a:cxn ang="0">
                <a:pos x="connsiteX34297" y="connsiteY34297"/>
              </a:cxn>
              <a:cxn ang="0">
                <a:pos x="connsiteX34298" y="connsiteY34298"/>
              </a:cxn>
              <a:cxn ang="0">
                <a:pos x="connsiteX34299" y="connsiteY34299"/>
              </a:cxn>
              <a:cxn ang="0">
                <a:pos x="connsiteX34300" y="connsiteY34300"/>
              </a:cxn>
              <a:cxn ang="0">
                <a:pos x="connsiteX34301" y="connsiteY34301"/>
              </a:cxn>
              <a:cxn ang="0">
                <a:pos x="connsiteX34302" y="connsiteY34302"/>
              </a:cxn>
              <a:cxn ang="0">
                <a:pos x="connsiteX34303" y="connsiteY34303"/>
              </a:cxn>
              <a:cxn ang="0">
                <a:pos x="connsiteX34304" y="connsiteY34304"/>
              </a:cxn>
              <a:cxn ang="0">
                <a:pos x="connsiteX34305" y="connsiteY34305"/>
              </a:cxn>
              <a:cxn ang="0">
                <a:pos x="connsiteX34306" y="connsiteY34306"/>
              </a:cxn>
              <a:cxn ang="0">
                <a:pos x="connsiteX34307" y="connsiteY34307"/>
              </a:cxn>
              <a:cxn ang="0">
                <a:pos x="connsiteX34308" y="connsiteY34308"/>
              </a:cxn>
              <a:cxn ang="0">
                <a:pos x="connsiteX34309" y="connsiteY34309"/>
              </a:cxn>
              <a:cxn ang="0">
                <a:pos x="connsiteX34310" y="connsiteY34310"/>
              </a:cxn>
              <a:cxn ang="0">
                <a:pos x="connsiteX34311" y="connsiteY34311"/>
              </a:cxn>
              <a:cxn ang="0">
                <a:pos x="connsiteX34312" y="connsiteY34312"/>
              </a:cxn>
              <a:cxn ang="0">
                <a:pos x="connsiteX34313" y="connsiteY34313"/>
              </a:cxn>
              <a:cxn ang="0">
                <a:pos x="connsiteX34314" y="connsiteY34314"/>
              </a:cxn>
              <a:cxn ang="0">
                <a:pos x="connsiteX34315" y="connsiteY34315"/>
              </a:cxn>
              <a:cxn ang="0">
                <a:pos x="connsiteX34316" y="connsiteY34316"/>
              </a:cxn>
              <a:cxn ang="0">
                <a:pos x="connsiteX34317" y="connsiteY34317"/>
              </a:cxn>
              <a:cxn ang="0">
                <a:pos x="connsiteX34318" y="connsiteY34318"/>
              </a:cxn>
              <a:cxn ang="0">
                <a:pos x="connsiteX34319" y="connsiteY34319"/>
              </a:cxn>
              <a:cxn ang="0">
                <a:pos x="connsiteX34320" y="connsiteY34320"/>
              </a:cxn>
              <a:cxn ang="0">
                <a:pos x="connsiteX34321" y="connsiteY34321"/>
              </a:cxn>
              <a:cxn ang="0">
                <a:pos x="connsiteX34322" y="connsiteY34322"/>
              </a:cxn>
              <a:cxn ang="0">
                <a:pos x="connsiteX34323" y="connsiteY34323"/>
              </a:cxn>
              <a:cxn ang="0">
                <a:pos x="connsiteX34324" y="connsiteY34324"/>
              </a:cxn>
              <a:cxn ang="0">
                <a:pos x="connsiteX34325" y="connsiteY34325"/>
              </a:cxn>
              <a:cxn ang="0">
                <a:pos x="connsiteX34326" y="connsiteY34326"/>
              </a:cxn>
              <a:cxn ang="0">
                <a:pos x="connsiteX34327" y="connsiteY34327"/>
              </a:cxn>
              <a:cxn ang="0">
                <a:pos x="connsiteX34328" y="connsiteY34328"/>
              </a:cxn>
              <a:cxn ang="0">
                <a:pos x="connsiteX34329" y="connsiteY34329"/>
              </a:cxn>
              <a:cxn ang="0">
                <a:pos x="connsiteX34330" y="connsiteY34330"/>
              </a:cxn>
              <a:cxn ang="0">
                <a:pos x="connsiteX34331" y="connsiteY34331"/>
              </a:cxn>
              <a:cxn ang="0">
                <a:pos x="connsiteX34332" y="connsiteY34332"/>
              </a:cxn>
              <a:cxn ang="0">
                <a:pos x="connsiteX34333" y="connsiteY34333"/>
              </a:cxn>
              <a:cxn ang="0">
                <a:pos x="connsiteX34334" y="connsiteY34334"/>
              </a:cxn>
              <a:cxn ang="0">
                <a:pos x="connsiteX34335" y="connsiteY34335"/>
              </a:cxn>
              <a:cxn ang="0">
                <a:pos x="connsiteX34336" y="connsiteY34336"/>
              </a:cxn>
              <a:cxn ang="0">
                <a:pos x="connsiteX34337" y="connsiteY34337"/>
              </a:cxn>
              <a:cxn ang="0">
                <a:pos x="connsiteX34338" y="connsiteY34338"/>
              </a:cxn>
              <a:cxn ang="0">
                <a:pos x="connsiteX34339" y="connsiteY34339"/>
              </a:cxn>
              <a:cxn ang="0">
                <a:pos x="connsiteX34340" y="connsiteY34340"/>
              </a:cxn>
              <a:cxn ang="0">
                <a:pos x="connsiteX34341" y="connsiteY34341"/>
              </a:cxn>
              <a:cxn ang="0">
                <a:pos x="connsiteX34342" y="connsiteY34342"/>
              </a:cxn>
              <a:cxn ang="0">
                <a:pos x="connsiteX34343" y="connsiteY34343"/>
              </a:cxn>
              <a:cxn ang="0">
                <a:pos x="connsiteX34344" y="connsiteY34344"/>
              </a:cxn>
              <a:cxn ang="0">
                <a:pos x="connsiteX34345" y="connsiteY34345"/>
              </a:cxn>
              <a:cxn ang="0">
                <a:pos x="connsiteX34346" y="connsiteY34346"/>
              </a:cxn>
              <a:cxn ang="0">
                <a:pos x="connsiteX34347" y="connsiteY34347"/>
              </a:cxn>
              <a:cxn ang="0">
                <a:pos x="connsiteX34348" y="connsiteY34348"/>
              </a:cxn>
              <a:cxn ang="0">
                <a:pos x="connsiteX34349" y="connsiteY34349"/>
              </a:cxn>
              <a:cxn ang="0">
                <a:pos x="connsiteX34350" y="connsiteY34350"/>
              </a:cxn>
              <a:cxn ang="0">
                <a:pos x="connsiteX34351" y="connsiteY34351"/>
              </a:cxn>
              <a:cxn ang="0">
                <a:pos x="connsiteX34352" y="connsiteY34352"/>
              </a:cxn>
              <a:cxn ang="0">
                <a:pos x="connsiteX34353" y="connsiteY34353"/>
              </a:cxn>
              <a:cxn ang="0">
                <a:pos x="connsiteX34354" y="connsiteY34354"/>
              </a:cxn>
              <a:cxn ang="0">
                <a:pos x="connsiteX34355" y="connsiteY34355"/>
              </a:cxn>
              <a:cxn ang="0">
                <a:pos x="connsiteX34356" y="connsiteY34356"/>
              </a:cxn>
              <a:cxn ang="0">
                <a:pos x="connsiteX34357" y="connsiteY34357"/>
              </a:cxn>
              <a:cxn ang="0">
                <a:pos x="connsiteX34358" y="connsiteY34358"/>
              </a:cxn>
              <a:cxn ang="0">
                <a:pos x="connsiteX34359" y="connsiteY34359"/>
              </a:cxn>
              <a:cxn ang="0">
                <a:pos x="connsiteX34360" y="connsiteY34360"/>
              </a:cxn>
              <a:cxn ang="0">
                <a:pos x="connsiteX34361" y="connsiteY34361"/>
              </a:cxn>
              <a:cxn ang="0">
                <a:pos x="connsiteX34362" y="connsiteY34362"/>
              </a:cxn>
              <a:cxn ang="0">
                <a:pos x="connsiteX34363" y="connsiteY34363"/>
              </a:cxn>
              <a:cxn ang="0">
                <a:pos x="connsiteX34364" y="connsiteY34364"/>
              </a:cxn>
              <a:cxn ang="0">
                <a:pos x="connsiteX34365" y="connsiteY34365"/>
              </a:cxn>
              <a:cxn ang="0">
                <a:pos x="connsiteX34366" y="connsiteY34366"/>
              </a:cxn>
              <a:cxn ang="0">
                <a:pos x="connsiteX34367" y="connsiteY34367"/>
              </a:cxn>
              <a:cxn ang="0">
                <a:pos x="connsiteX34368" y="connsiteY34368"/>
              </a:cxn>
              <a:cxn ang="0">
                <a:pos x="connsiteX34369" y="connsiteY34369"/>
              </a:cxn>
              <a:cxn ang="0">
                <a:pos x="connsiteX34370" y="connsiteY34370"/>
              </a:cxn>
              <a:cxn ang="0">
                <a:pos x="connsiteX34371" y="connsiteY34371"/>
              </a:cxn>
              <a:cxn ang="0">
                <a:pos x="connsiteX34372" y="connsiteY34372"/>
              </a:cxn>
              <a:cxn ang="0">
                <a:pos x="connsiteX34373" y="connsiteY34373"/>
              </a:cxn>
              <a:cxn ang="0">
                <a:pos x="connsiteX34374" y="connsiteY34374"/>
              </a:cxn>
              <a:cxn ang="0">
                <a:pos x="connsiteX34375" y="connsiteY34375"/>
              </a:cxn>
              <a:cxn ang="0">
                <a:pos x="connsiteX34376" y="connsiteY34376"/>
              </a:cxn>
              <a:cxn ang="0">
                <a:pos x="connsiteX34377" y="connsiteY34377"/>
              </a:cxn>
              <a:cxn ang="0">
                <a:pos x="connsiteX34378" y="connsiteY34378"/>
              </a:cxn>
              <a:cxn ang="0">
                <a:pos x="connsiteX34379" y="connsiteY34379"/>
              </a:cxn>
              <a:cxn ang="0">
                <a:pos x="connsiteX34380" y="connsiteY34380"/>
              </a:cxn>
              <a:cxn ang="0">
                <a:pos x="connsiteX34381" y="connsiteY34381"/>
              </a:cxn>
              <a:cxn ang="0">
                <a:pos x="connsiteX34382" y="connsiteY34382"/>
              </a:cxn>
              <a:cxn ang="0">
                <a:pos x="connsiteX34383" y="connsiteY34383"/>
              </a:cxn>
              <a:cxn ang="0">
                <a:pos x="connsiteX34384" y="connsiteY34384"/>
              </a:cxn>
              <a:cxn ang="0">
                <a:pos x="connsiteX34385" y="connsiteY34385"/>
              </a:cxn>
              <a:cxn ang="0">
                <a:pos x="connsiteX34386" y="connsiteY34386"/>
              </a:cxn>
              <a:cxn ang="0">
                <a:pos x="connsiteX34387" y="connsiteY34387"/>
              </a:cxn>
              <a:cxn ang="0">
                <a:pos x="connsiteX34388" y="connsiteY34388"/>
              </a:cxn>
              <a:cxn ang="0">
                <a:pos x="connsiteX34389" y="connsiteY34389"/>
              </a:cxn>
              <a:cxn ang="0">
                <a:pos x="connsiteX34390" y="connsiteY34390"/>
              </a:cxn>
              <a:cxn ang="0">
                <a:pos x="connsiteX34391" y="connsiteY34391"/>
              </a:cxn>
              <a:cxn ang="0">
                <a:pos x="connsiteX34392" y="connsiteY34392"/>
              </a:cxn>
              <a:cxn ang="0">
                <a:pos x="connsiteX34393" y="connsiteY34393"/>
              </a:cxn>
              <a:cxn ang="0">
                <a:pos x="connsiteX34394" y="connsiteY34394"/>
              </a:cxn>
              <a:cxn ang="0">
                <a:pos x="connsiteX34395" y="connsiteY34395"/>
              </a:cxn>
              <a:cxn ang="0">
                <a:pos x="connsiteX34396" y="connsiteY34396"/>
              </a:cxn>
              <a:cxn ang="0">
                <a:pos x="connsiteX34397" y="connsiteY34397"/>
              </a:cxn>
              <a:cxn ang="0">
                <a:pos x="connsiteX34398" y="connsiteY34398"/>
              </a:cxn>
              <a:cxn ang="0">
                <a:pos x="connsiteX34399" y="connsiteY34399"/>
              </a:cxn>
              <a:cxn ang="0">
                <a:pos x="connsiteX34400" y="connsiteY34400"/>
              </a:cxn>
              <a:cxn ang="0">
                <a:pos x="connsiteX34401" y="connsiteY34401"/>
              </a:cxn>
              <a:cxn ang="0">
                <a:pos x="connsiteX34402" y="connsiteY34402"/>
              </a:cxn>
              <a:cxn ang="0">
                <a:pos x="connsiteX34403" y="connsiteY34403"/>
              </a:cxn>
              <a:cxn ang="0">
                <a:pos x="connsiteX34404" y="connsiteY34404"/>
              </a:cxn>
              <a:cxn ang="0">
                <a:pos x="connsiteX34405" y="connsiteY34405"/>
              </a:cxn>
              <a:cxn ang="0">
                <a:pos x="connsiteX34406" y="connsiteY34406"/>
              </a:cxn>
              <a:cxn ang="0">
                <a:pos x="connsiteX34407" y="connsiteY34407"/>
              </a:cxn>
              <a:cxn ang="0">
                <a:pos x="connsiteX34408" y="connsiteY34408"/>
              </a:cxn>
              <a:cxn ang="0">
                <a:pos x="connsiteX34409" y="connsiteY34409"/>
              </a:cxn>
              <a:cxn ang="0">
                <a:pos x="connsiteX34410" y="connsiteY34410"/>
              </a:cxn>
              <a:cxn ang="0">
                <a:pos x="connsiteX34411" y="connsiteY34411"/>
              </a:cxn>
              <a:cxn ang="0">
                <a:pos x="connsiteX34412" y="connsiteY34412"/>
              </a:cxn>
              <a:cxn ang="0">
                <a:pos x="connsiteX34413" y="connsiteY34413"/>
              </a:cxn>
              <a:cxn ang="0">
                <a:pos x="connsiteX34414" y="connsiteY34414"/>
              </a:cxn>
              <a:cxn ang="0">
                <a:pos x="connsiteX34415" y="connsiteY34415"/>
              </a:cxn>
              <a:cxn ang="0">
                <a:pos x="connsiteX34416" y="connsiteY34416"/>
              </a:cxn>
              <a:cxn ang="0">
                <a:pos x="connsiteX34417" y="connsiteY34417"/>
              </a:cxn>
              <a:cxn ang="0">
                <a:pos x="connsiteX34418" y="connsiteY34418"/>
              </a:cxn>
              <a:cxn ang="0">
                <a:pos x="connsiteX34419" y="connsiteY34419"/>
              </a:cxn>
              <a:cxn ang="0">
                <a:pos x="connsiteX34420" y="connsiteY34420"/>
              </a:cxn>
              <a:cxn ang="0">
                <a:pos x="connsiteX34421" y="connsiteY34421"/>
              </a:cxn>
              <a:cxn ang="0">
                <a:pos x="connsiteX34422" y="connsiteY34422"/>
              </a:cxn>
              <a:cxn ang="0">
                <a:pos x="connsiteX34423" y="connsiteY34423"/>
              </a:cxn>
              <a:cxn ang="0">
                <a:pos x="connsiteX34424" y="connsiteY34424"/>
              </a:cxn>
              <a:cxn ang="0">
                <a:pos x="connsiteX34425" y="connsiteY34425"/>
              </a:cxn>
              <a:cxn ang="0">
                <a:pos x="connsiteX34426" y="connsiteY34426"/>
              </a:cxn>
              <a:cxn ang="0">
                <a:pos x="connsiteX34427" y="connsiteY34427"/>
              </a:cxn>
              <a:cxn ang="0">
                <a:pos x="connsiteX34428" y="connsiteY34428"/>
              </a:cxn>
              <a:cxn ang="0">
                <a:pos x="connsiteX34429" y="connsiteY34429"/>
              </a:cxn>
              <a:cxn ang="0">
                <a:pos x="connsiteX34430" y="connsiteY34430"/>
              </a:cxn>
              <a:cxn ang="0">
                <a:pos x="connsiteX34431" y="connsiteY34431"/>
              </a:cxn>
              <a:cxn ang="0">
                <a:pos x="connsiteX34432" y="connsiteY34432"/>
              </a:cxn>
              <a:cxn ang="0">
                <a:pos x="connsiteX34433" y="connsiteY34433"/>
              </a:cxn>
              <a:cxn ang="0">
                <a:pos x="connsiteX34434" y="connsiteY34434"/>
              </a:cxn>
              <a:cxn ang="0">
                <a:pos x="connsiteX34435" y="connsiteY34435"/>
              </a:cxn>
              <a:cxn ang="0">
                <a:pos x="connsiteX34436" y="connsiteY34436"/>
              </a:cxn>
              <a:cxn ang="0">
                <a:pos x="connsiteX34437" y="connsiteY34437"/>
              </a:cxn>
              <a:cxn ang="0">
                <a:pos x="connsiteX34438" y="connsiteY34438"/>
              </a:cxn>
              <a:cxn ang="0">
                <a:pos x="connsiteX34439" y="connsiteY34439"/>
              </a:cxn>
              <a:cxn ang="0">
                <a:pos x="connsiteX34440" y="connsiteY34440"/>
              </a:cxn>
              <a:cxn ang="0">
                <a:pos x="connsiteX34441" y="connsiteY34441"/>
              </a:cxn>
              <a:cxn ang="0">
                <a:pos x="connsiteX34442" y="connsiteY34442"/>
              </a:cxn>
              <a:cxn ang="0">
                <a:pos x="connsiteX34443" y="connsiteY34443"/>
              </a:cxn>
              <a:cxn ang="0">
                <a:pos x="connsiteX34444" y="connsiteY34444"/>
              </a:cxn>
              <a:cxn ang="0">
                <a:pos x="connsiteX34445" y="connsiteY34445"/>
              </a:cxn>
              <a:cxn ang="0">
                <a:pos x="connsiteX34446" y="connsiteY34446"/>
              </a:cxn>
              <a:cxn ang="0">
                <a:pos x="connsiteX34447" y="connsiteY34447"/>
              </a:cxn>
              <a:cxn ang="0">
                <a:pos x="connsiteX34448" y="connsiteY34448"/>
              </a:cxn>
              <a:cxn ang="0">
                <a:pos x="connsiteX34449" y="connsiteY34449"/>
              </a:cxn>
              <a:cxn ang="0">
                <a:pos x="connsiteX34450" y="connsiteY34450"/>
              </a:cxn>
              <a:cxn ang="0">
                <a:pos x="connsiteX34451" y="connsiteY34451"/>
              </a:cxn>
              <a:cxn ang="0">
                <a:pos x="connsiteX34452" y="connsiteY34452"/>
              </a:cxn>
              <a:cxn ang="0">
                <a:pos x="connsiteX34453" y="connsiteY34453"/>
              </a:cxn>
              <a:cxn ang="0">
                <a:pos x="connsiteX34454" y="connsiteY34454"/>
              </a:cxn>
              <a:cxn ang="0">
                <a:pos x="connsiteX34455" y="connsiteY34455"/>
              </a:cxn>
              <a:cxn ang="0">
                <a:pos x="connsiteX34456" y="connsiteY34456"/>
              </a:cxn>
              <a:cxn ang="0">
                <a:pos x="connsiteX34457" y="connsiteY34457"/>
              </a:cxn>
              <a:cxn ang="0">
                <a:pos x="connsiteX34458" y="connsiteY34458"/>
              </a:cxn>
              <a:cxn ang="0">
                <a:pos x="connsiteX34459" y="connsiteY34459"/>
              </a:cxn>
              <a:cxn ang="0">
                <a:pos x="connsiteX34460" y="connsiteY34460"/>
              </a:cxn>
              <a:cxn ang="0">
                <a:pos x="connsiteX34461" y="connsiteY34461"/>
              </a:cxn>
              <a:cxn ang="0">
                <a:pos x="connsiteX34462" y="connsiteY34462"/>
              </a:cxn>
              <a:cxn ang="0">
                <a:pos x="connsiteX34463" y="connsiteY34463"/>
              </a:cxn>
              <a:cxn ang="0">
                <a:pos x="connsiteX34464" y="connsiteY34464"/>
              </a:cxn>
              <a:cxn ang="0">
                <a:pos x="connsiteX34465" y="connsiteY34465"/>
              </a:cxn>
              <a:cxn ang="0">
                <a:pos x="connsiteX34466" y="connsiteY34466"/>
              </a:cxn>
              <a:cxn ang="0">
                <a:pos x="connsiteX34467" y="connsiteY34467"/>
              </a:cxn>
              <a:cxn ang="0">
                <a:pos x="connsiteX34468" y="connsiteY34468"/>
              </a:cxn>
              <a:cxn ang="0">
                <a:pos x="connsiteX34469" y="connsiteY34469"/>
              </a:cxn>
              <a:cxn ang="0">
                <a:pos x="connsiteX34470" y="connsiteY34470"/>
              </a:cxn>
              <a:cxn ang="0">
                <a:pos x="connsiteX34471" y="connsiteY34471"/>
              </a:cxn>
              <a:cxn ang="0">
                <a:pos x="connsiteX34472" y="connsiteY34472"/>
              </a:cxn>
              <a:cxn ang="0">
                <a:pos x="connsiteX34473" y="connsiteY34473"/>
              </a:cxn>
              <a:cxn ang="0">
                <a:pos x="connsiteX34474" y="connsiteY34474"/>
              </a:cxn>
              <a:cxn ang="0">
                <a:pos x="connsiteX34475" y="connsiteY34475"/>
              </a:cxn>
              <a:cxn ang="0">
                <a:pos x="connsiteX34476" y="connsiteY34476"/>
              </a:cxn>
              <a:cxn ang="0">
                <a:pos x="connsiteX34477" y="connsiteY34477"/>
              </a:cxn>
              <a:cxn ang="0">
                <a:pos x="connsiteX34478" y="connsiteY34478"/>
              </a:cxn>
              <a:cxn ang="0">
                <a:pos x="connsiteX34479" y="connsiteY34479"/>
              </a:cxn>
              <a:cxn ang="0">
                <a:pos x="connsiteX34480" y="connsiteY34480"/>
              </a:cxn>
              <a:cxn ang="0">
                <a:pos x="connsiteX34481" y="connsiteY34481"/>
              </a:cxn>
              <a:cxn ang="0">
                <a:pos x="connsiteX34482" y="connsiteY34482"/>
              </a:cxn>
              <a:cxn ang="0">
                <a:pos x="connsiteX34483" y="connsiteY34483"/>
              </a:cxn>
              <a:cxn ang="0">
                <a:pos x="connsiteX34484" y="connsiteY34484"/>
              </a:cxn>
              <a:cxn ang="0">
                <a:pos x="connsiteX34485" y="connsiteY34485"/>
              </a:cxn>
              <a:cxn ang="0">
                <a:pos x="connsiteX34486" y="connsiteY34486"/>
              </a:cxn>
              <a:cxn ang="0">
                <a:pos x="connsiteX34487" y="connsiteY34487"/>
              </a:cxn>
              <a:cxn ang="0">
                <a:pos x="connsiteX34488" y="connsiteY34488"/>
              </a:cxn>
              <a:cxn ang="0">
                <a:pos x="connsiteX34489" y="connsiteY34489"/>
              </a:cxn>
              <a:cxn ang="0">
                <a:pos x="connsiteX34490" y="connsiteY34490"/>
              </a:cxn>
              <a:cxn ang="0">
                <a:pos x="connsiteX34491" y="connsiteY34491"/>
              </a:cxn>
              <a:cxn ang="0">
                <a:pos x="connsiteX34492" y="connsiteY34492"/>
              </a:cxn>
              <a:cxn ang="0">
                <a:pos x="connsiteX34493" y="connsiteY34493"/>
              </a:cxn>
              <a:cxn ang="0">
                <a:pos x="connsiteX34494" y="connsiteY34494"/>
              </a:cxn>
              <a:cxn ang="0">
                <a:pos x="connsiteX34495" y="connsiteY34495"/>
              </a:cxn>
              <a:cxn ang="0">
                <a:pos x="connsiteX34496" y="connsiteY34496"/>
              </a:cxn>
              <a:cxn ang="0">
                <a:pos x="connsiteX34497" y="connsiteY34497"/>
              </a:cxn>
              <a:cxn ang="0">
                <a:pos x="connsiteX34498" y="connsiteY34498"/>
              </a:cxn>
              <a:cxn ang="0">
                <a:pos x="connsiteX34499" y="connsiteY34499"/>
              </a:cxn>
              <a:cxn ang="0">
                <a:pos x="connsiteX34500" y="connsiteY34500"/>
              </a:cxn>
              <a:cxn ang="0">
                <a:pos x="connsiteX34501" y="connsiteY34501"/>
              </a:cxn>
              <a:cxn ang="0">
                <a:pos x="connsiteX34502" y="connsiteY34502"/>
              </a:cxn>
              <a:cxn ang="0">
                <a:pos x="connsiteX34503" y="connsiteY34503"/>
              </a:cxn>
              <a:cxn ang="0">
                <a:pos x="connsiteX34504" y="connsiteY34504"/>
              </a:cxn>
              <a:cxn ang="0">
                <a:pos x="connsiteX34505" y="connsiteY34505"/>
              </a:cxn>
              <a:cxn ang="0">
                <a:pos x="connsiteX34506" y="connsiteY34506"/>
              </a:cxn>
              <a:cxn ang="0">
                <a:pos x="connsiteX34507" y="connsiteY34507"/>
              </a:cxn>
              <a:cxn ang="0">
                <a:pos x="connsiteX34508" y="connsiteY34508"/>
              </a:cxn>
              <a:cxn ang="0">
                <a:pos x="connsiteX34509" y="connsiteY34509"/>
              </a:cxn>
              <a:cxn ang="0">
                <a:pos x="connsiteX34510" y="connsiteY34510"/>
              </a:cxn>
              <a:cxn ang="0">
                <a:pos x="connsiteX34511" y="connsiteY34511"/>
              </a:cxn>
              <a:cxn ang="0">
                <a:pos x="connsiteX34512" y="connsiteY34512"/>
              </a:cxn>
              <a:cxn ang="0">
                <a:pos x="connsiteX34513" y="connsiteY34513"/>
              </a:cxn>
              <a:cxn ang="0">
                <a:pos x="connsiteX34514" y="connsiteY34514"/>
              </a:cxn>
              <a:cxn ang="0">
                <a:pos x="connsiteX34515" y="connsiteY34515"/>
              </a:cxn>
              <a:cxn ang="0">
                <a:pos x="connsiteX34516" y="connsiteY34516"/>
              </a:cxn>
              <a:cxn ang="0">
                <a:pos x="connsiteX34517" y="connsiteY34517"/>
              </a:cxn>
              <a:cxn ang="0">
                <a:pos x="connsiteX34518" y="connsiteY34518"/>
              </a:cxn>
              <a:cxn ang="0">
                <a:pos x="connsiteX34519" y="connsiteY34519"/>
              </a:cxn>
              <a:cxn ang="0">
                <a:pos x="connsiteX34520" y="connsiteY34520"/>
              </a:cxn>
              <a:cxn ang="0">
                <a:pos x="connsiteX34521" y="connsiteY34521"/>
              </a:cxn>
              <a:cxn ang="0">
                <a:pos x="connsiteX34522" y="connsiteY34522"/>
              </a:cxn>
              <a:cxn ang="0">
                <a:pos x="connsiteX34523" y="connsiteY34523"/>
              </a:cxn>
              <a:cxn ang="0">
                <a:pos x="connsiteX34524" y="connsiteY34524"/>
              </a:cxn>
              <a:cxn ang="0">
                <a:pos x="connsiteX34525" y="connsiteY34525"/>
              </a:cxn>
              <a:cxn ang="0">
                <a:pos x="connsiteX34526" y="connsiteY34526"/>
              </a:cxn>
              <a:cxn ang="0">
                <a:pos x="connsiteX34527" y="connsiteY34527"/>
              </a:cxn>
              <a:cxn ang="0">
                <a:pos x="connsiteX34528" y="connsiteY34528"/>
              </a:cxn>
              <a:cxn ang="0">
                <a:pos x="connsiteX34529" y="connsiteY34529"/>
              </a:cxn>
              <a:cxn ang="0">
                <a:pos x="connsiteX34530" y="connsiteY34530"/>
              </a:cxn>
              <a:cxn ang="0">
                <a:pos x="connsiteX34531" y="connsiteY34531"/>
              </a:cxn>
              <a:cxn ang="0">
                <a:pos x="connsiteX34532" y="connsiteY34532"/>
              </a:cxn>
              <a:cxn ang="0">
                <a:pos x="connsiteX34533" y="connsiteY34533"/>
              </a:cxn>
              <a:cxn ang="0">
                <a:pos x="connsiteX34534" y="connsiteY34534"/>
              </a:cxn>
              <a:cxn ang="0">
                <a:pos x="connsiteX34535" y="connsiteY34535"/>
              </a:cxn>
              <a:cxn ang="0">
                <a:pos x="connsiteX34536" y="connsiteY34536"/>
              </a:cxn>
              <a:cxn ang="0">
                <a:pos x="connsiteX34537" y="connsiteY34537"/>
              </a:cxn>
              <a:cxn ang="0">
                <a:pos x="connsiteX34538" y="connsiteY34538"/>
              </a:cxn>
              <a:cxn ang="0">
                <a:pos x="connsiteX34539" y="connsiteY34539"/>
              </a:cxn>
              <a:cxn ang="0">
                <a:pos x="connsiteX34540" y="connsiteY34540"/>
              </a:cxn>
              <a:cxn ang="0">
                <a:pos x="connsiteX34541" y="connsiteY34541"/>
              </a:cxn>
              <a:cxn ang="0">
                <a:pos x="connsiteX34542" y="connsiteY34542"/>
              </a:cxn>
              <a:cxn ang="0">
                <a:pos x="connsiteX34543" y="connsiteY34543"/>
              </a:cxn>
              <a:cxn ang="0">
                <a:pos x="connsiteX34544" y="connsiteY34544"/>
              </a:cxn>
              <a:cxn ang="0">
                <a:pos x="connsiteX34545" y="connsiteY34545"/>
              </a:cxn>
              <a:cxn ang="0">
                <a:pos x="connsiteX34546" y="connsiteY34546"/>
              </a:cxn>
              <a:cxn ang="0">
                <a:pos x="connsiteX34547" y="connsiteY34547"/>
              </a:cxn>
              <a:cxn ang="0">
                <a:pos x="connsiteX34548" y="connsiteY34548"/>
              </a:cxn>
              <a:cxn ang="0">
                <a:pos x="connsiteX34549" y="connsiteY34549"/>
              </a:cxn>
              <a:cxn ang="0">
                <a:pos x="connsiteX34550" y="connsiteY34550"/>
              </a:cxn>
              <a:cxn ang="0">
                <a:pos x="connsiteX34551" y="connsiteY34551"/>
              </a:cxn>
              <a:cxn ang="0">
                <a:pos x="connsiteX34552" y="connsiteY34552"/>
              </a:cxn>
              <a:cxn ang="0">
                <a:pos x="connsiteX34553" y="connsiteY34553"/>
              </a:cxn>
              <a:cxn ang="0">
                <a:pos x="connsiteX34554" y="connsiteY34554"/>
              </a:cxn>
              <a:cxn ang="0">
                <a:pos x="connsiteX34555" y="connsiteY34555"/>
              </a:cxn>
              <a:cxn ang="0">
                <a:pos x="connsiteX34556" y="connsiteY34556"/>
              </a:cxn>
              <a:cxn ang="0">
                <a:pos x="connsiteX34557" y="connsiteY34557"/>
              </a:cxn>
              <a:cxn ang="0">
                <a:pos x="connsiteX34558" y="connsiteY34558"/>
              </a:cxn>
              <a:cxn ang="0">
                <a:pos x="connsiteX34559" y="connsiteY34559"/>
              </a:cxn>
              <a:cxn ang="0">
                <a:pos x="connsiteX34560" y="connsiteY34560"/>
              </a:cxn>
              <a:cxn ang="0">
                <a:pos x="connsiteX34561" y="connsiteY34561"/>
              </a:cxn>
              <a:cxn ang="0">
                <a:pos x="connsiteX34562" y="connsiteY34562"/>
              </a:cxn>
              <a:cxn ang="0">
                <a:pos x="connsiteX34563" y="connsiteY34563"/>
              </a:cxn>
              <a:cxn ang="0">
                <a:pos x="connsiteX34564" y="connsiteY34564"/>
              </a:cxn>
              <a:cxn ang="0">
                <a:pos x="connsiteX34565" y="connsiteY34565"/>
              </a:cxn>
              <a:cxn ang="0">
                <a:pos x="connsiteX34566" y="connsiteY34566"/>
              </a:cxn>
              <a:cxn ang="0">
                <a:pos x="connsiteX34567" y="connsiteY34567"/>
              </a:cxn>
              <a:cxn ang="0">
                <a:pos x="connsiteX34568" y="connsiteY34568"/>
              </a:cxn>
              <a:cxn ang="0">
                <a:pos x="connsiteX34569" y="connsiteY34569"/>
              </a:cxn>
              <a:cxn ang="0">
                <a:pos x="connsiteX34570" y="connsiteY34570"/>
              </a:cxn>
              <a:cxn ang="0">
                <a:pos x="connsiteX34571" y="connsiteY34571"/>
              </a:cxn>
              <a:cxn ang="0">
                <a:pos x="connsiteX34572" y="connsiteY34572"/>
              </a:cxn>
              <a:cxn ang="0">
                <a:pos x="connsiteX34573" y="connsiteY34573"/>
              </a:cxn>
              <a:cxn ang="0">
                <a:pos x="connsiteX34574" y="connsiteY34574"/>
              </a:cxn>
              <a:cxn ang="0">
                <a:pos x="connsiteX34575" y="connsiteY34575"/>
              </a:cxn>
              <a:cxn ang="0">
                <a:pos x="connsiteX34576" y="connsiteY34576"/>
              </a:cxn>
              <a:cxn ang="0">
                <a:pos x="connsiteX34577" y="connsiteY34577"/>
              </a:cxn>
              <a:cxn ang="0">
                <a:pos x="connsiteX34578" y="connsiteY34578"/>
              </a:cxn>
              <a:cxn ang="0">
                <a:pos x="connsiteX34579" y="connsiteY34579"/>
              </a:cxn>
              <a:cxn ang="0">
                <a:pos x="connsiteX34580" y="connsiteY34580"/>
              </a:cxn>
              <a:cxn ang="0">
                <a:pos x="connsiteX34581" y="connsiteY34581"/>
              </a:cxn>
              <a:cxn ang="0">
                <a:pos x="connsiteX34582" y="connsiteY34582"/>
              </a:cxn>
              <a:cxn ang="0">
                <a:pos x="connsiteX34583" y="connsiteY34583"/>
              </a:cxn>
              <a:cxn ang="0">
                <a:pos x="connsiteX34584" y="connsiteY34584"/>
              </a:cxn>
              <a:cxn ang="0">
                <a:pos x="connsiteX34585" y="connsiteY34585"/>
              </a:cxn>
              <a:cxn ang="0">
                <a:pos x="connsiteX34586" y="connsiteY34586"/>
              </a:cxn>
              <a:cxn ang="0">
                <a:pos x="connsiteX34587" y="connsiteY34587"/>
              </a:cxn>
              <a:cxn ang="0">
                <a:pos x="connsiteX34588" y="connsiteY34588"/>
              </a:cxn>
              <a:cxn ang="0">
                <a:pos x="connsiteX34589" y="connsiteY34589"/>
              </a:cxn>
              <a:cxn ang="0">
                <a:pos x="connsiteX34590" y="connsiteY34590"/>
              </a:cxn>
              <a:cxn ang="0">
                <a:pos x="connsiteX34591" y="connsiteY34591"/>
              </a:cxn>
              <a:cxn ang="0">
                <a:pos x="connsiteX34592" y="connsiteY34592"/>
              </a:cxn>
              <a:cxn ang="0">
                <a:pos x="connsiteX34593" y="connsiteY34593"/>
              </a:cxn>
              <a:cxn ang="0">
                <a:pos x="connsiteX34594" y="connsiteY34594"/>
              </a:cxn>
              <a:cxn ang="0">
                <a:pos x="connsiteX34595" y="connsiteY34595"/>
              </a:cxn>
              <a:cxn ang="0">
                <a:pos x="connsiteX34596" y="connsiteY34596"/>
              </a:cxn>
              <a:cxn ang="0">
                <a:pos x="connsiteX34597" y="connsiteY34597"/>
              </a:cxn>
              <a:cxn ang="0">
                <a:pos x="connsiteX34598" y="connsiteY34598"/>
              </a:cxn>
              <a:cxn ang="0">
                <a:pos x="connsiteX34599" y="connsiteY34599"/>
              </a:cxn>
              <a:cxn ang="0">
                <a:pos x="connsiteX34600" y="connsiteY34600"/>
              </a:cxn>
              <a:cxn ang="0">
                <a:pos x="connsiteX34601" y="connsiteY34601"/>
              </a:cxn>
              <a:cxn ang="0">
                <a:pos x="connsiteX34602" y="connsiteY34602"/>
              </a:cxn>
              <a:cxn ang="0">
                <a:pos x="connsiteX34603" y="connsiteY34603"/>
              </a:cxn>
              <a:cxn ang="0">
                <a:pos x="connsiteX34604" y="connsiteY34604"/>
              </a:cxn>
              <a:cxn ang="0">
                <a:pos x="connsiteX34605" y="connsiteY34605"/>
              </a:cxn>
              <a:cxn ang="0">
                <a:pos x="connsiteX34606" y="connsiteY34606"/>
              </a:cxn>
              <a:cxn ang="0">
                <a:pos x="connsiteX34607" y="connsiteY34607"/>
              </a:cxn>
              <a:cxn ang="0">
                <a:pos x="connsiteX34608" y="connsiteY34608"/>
              </a:cxn>
              <a:cxn ang="0">
                <a:pos x="connsiteX34609" y="connsiteY34609"/>
              </a:cxn>
              <a:cxn ang="0">
                <a:pos x="connsiteX34610" y="connsiteY34610"/>
              </a:cxn>
              <a:cxn ang="0">
                <a:pos x="connsiteX34611" y="connsiteY34611"/>
              </a:cxn>
              <a:cxn ang="0">
                <a:pos x="connsiteX34612" y="connsiteY34612"/>
              </a:cxn>
              <a:cxn ang="0">
                <a:pos x="connsiteX34613" y="connsiteY34613"/>
              </a:cxn>
              <a:cxn ang="0">
                <a:pos x="connsiteX34614" y="connsiteY34614"/>
              </a:cxn>
              <a:cxn ang="0">
                <a:pos x="connsiteX34615" y="connsiteY34615"/>
              </a:cxn>
              <a:cxn ang="0">
                <a:pos x="connsiteX34616" y="connsiteY34616"/>
              </a:cxn>
              <a:cxn ang="0">
                <a:pos x="connsiteX34617" y="connsiteY34617"/>
              </a:cxn>
              <a:cxn ang="0">
                <a:pos x="connsiteX34618" y="connsiteY34618"/>
              </a:cxn>
              <a:cxn ang="0">
                <a:pos x="connsiteX34619" y="connsiteY34619"/>
              </a:cxn>
              <a:cxn ang="0">
                <a:pos x="connsiteX34620" y="connsiteY34620"/>
              </a:cxn>
              <a:cxn ang="0">
                <a:pos x="connsiteX34621" y="connsiteY34621"/>
              </a:cxn>
              <a:cxn ang="0">
                <a:pos x="connsiteX34622" y="connsiteY34622"/>
              </a:cxn>
              <a:cxn ang="0">
                <a:pos x="connsiteX34623" y="connsiteY34623"/>
              </a:cxn>
              <a:cxn ang="0">
                <a:pos x="connsiteX34624" y="connsiteY34624"/>
              </a:cxn>
              <a:cxn ang="0">
                <a:pos x="connsiteX34625" y="connsiteY34625"/>
              </a:cxn>
              <a:cxn ang="0">
                <a:pos x="connsiteX34626" y="connsiteY34626"/>
              </a:cxn>
              <a:cxn ang="0">
                <a:pos x="connsiteX34627" y="connsiteY34627"/>
              </a:cxn>
              <a:cxn ang="0">
                <a:pos x="connsiteX34628" y="connsiteY34628"/>
              </a:cxn>
              <a:cxn ang="0">
                <a:pos x="connsiteX34629" y="connsiteY34629"/>
              </a:cxn>
              <a:cxn ang="0">
                <a:pos x="connsiteX34630" y="connsiteY34630"/>
              </a:cxn>
              <a:cxn ang="0">
                <a:pos x="connsiteX34631" y="connsiteY34631"/>
              </a:cxn>
              <a:cxn ang="0">
                <a:pos x="connsiteX34632" y="connsiteY34632"/>
              </a:cxn>
              <a:cxn ang="0">
                <a:pos x="connsiteX34633" y="connsiteY34633"/>
              </a:cxn>
              <a:cxn ang="0">
                <a:pos x="connsiteX34634" y="connsiteY34634"/>
              </a:cxn>
              <a:cxn ang="0">
                <a:pos x="connsiteX34635" y="connsiteY34635"/>
              </a:cxn>
              <a:cxn ang="0">
                <a:pos x="connsiteX34636" y="connsiteY34636"/>
              </a:cxn>
              <a:cxn ang="0">
                <a:pos x="connsiteX34637" y="connsiteY34637"/>
              </a:cxn>
              <a:cxn ang="0">
                <a:pos x="connsiteX34638" y="connsiteY34638"/>
              </a:cxn>
              <a:cxn ang="0">
                <a:pos x="connsiteX34639" y="connsiteY34639"/>
              </a:cxn>
              <a:cxn ang="0">
                <a:pos x="connsiteX34640" y="connsiteY34640"/>
              </a:cxn>
              <a:cxn ang="0">
                <a:pos x="connsiteX34641" y="connsiteY34641"/>
              </a:cxn>
              <a:cxn ang="0">
                <a:pos x="connsiteX34642" y="connsiteY34642"/>
              </a:cxn>
              <a:cxn ang="0">
                <a:pos x="connsiteX34643" y="connsiteY34643"/>
              </a:cxn>
              <a:cxn ang="0">
                <a:pos x="connsiteX34644" y="connsiteY34644"/>
              </a:cxn>
              <a:cxn ang="0">
                <a:pos x="connsiteX34645" y="connsiteY34645"/>
              </a:cxn>
              <a:cxn ang="0">
                <a:pos x="connsiteX34646" y="connsiteY34646"/>
              </a:cxn>
              <a:cxn ang="0">
                <a:pos x="connsiteX34647" y="connsiteY34647"/>
              </a:cxn>
              <a:cxn ang="0">
                <a:pos x="connsiteX34648" y="connsiteY34648"/>
              </a:cxn>
              <a:cxn ang="0">
                <a:pos x="connsiteX34649" y="connsiteY34649"/>
              </a:cxn>
              <a:cxn ang="0">
                <a:pos x="connsiteX34650" y="connsiteY34650"/>
              </a:cxn>
              <a:cxn ang="0">
                <a:pos x="connsiteX34651" y="connsiteY34651"/>
              </a:cxn>
              <a:cxn ang="0">
                <a:pos x="connsiteX34652" y="connsiteY34652"/>
              </a:cxn>
              <a:cxn ang="0">
                <a:pos x="connsiteX34653" y="connsiteY34653"/>
              </a:cxn>
              <a:cxn ang="0">
                <a:pos x="connsiteX34654" y="connsiteY34654"/>
              </a:cxn>
              <a:cxn ang="0">
                <a:pos x="connsiteX34655" y="connsiteY34655"/>
              </a:cxn>
              <a:cxn ang="0">
                <a:pos x="connsiteX34656" y="connsiteY34656"/>
              </a:cxn>
              <a:cxn ang="0">
                <a:pos x="connsiteX34657" y="connsiteY34657"/>
              </a:cxn>
              <a:cxn ang="0">
                <a:pos x="connsiteX34658" y="connsiteY34658"/>
              </a:cxn>
              <a:cxn ang="0">
                <a:pos x="connsiteX34659" y="connsiteY34659"/>
              </a:cxn>
              <a:cxn ang="0">
                <a:pos x="connsiteX34660" y="connsiteY34660"/>
              </a:cxn>
              <a:cxn ang="0">
                <a:pos x="connsiteX34661" y="connsiteY34661"/>
              </a:cxn>
              <a:cxn ang="0">
                <a:pos x="connsiteX34662" y="connsiteY34662"/>
              </a:cxn>
              <a:cxn ang="0">
                <a:pos x="connsiteX34663" y="connsiteY34663"/>
              </a:cxn>
              <a:cxn ang="0">
                <a:pos x="connsiteX34664" y="connsiteY34664"/>
              </a:cxn>
              <a:cxn ang="0">
                <a:pos x="connsiteX34665" y="connsiteY34665"/>
              </a:cxn>
              <a:cxn ang="0">
                <a:pos x="connsiteX34666" y="connsiteY34666"/>
              </a:cxn>
              <a:cxn ang="0">
                <a:pos x="connsiteX34667" y="connsiteY34667"/>
              </a:cxn>
              <a:cxn ang="0">
                <a:pos x="connsiteX34668" y="connsiteY34668"/>
              </a:cxn>
              <a:cxn ang="0">
                <a:pos x="connsiteX34669" y="connsiteY34669"/>
              </a:cxn>
              <a:cxn ang="0">
                <a:pos x="connsiteX34670" y="connsiteY34670"/>
              </a:cxn>
              <a:cxn ang="0">
                <a:pos x="connsiteX34671" y="connsiteY34671"/>
              </a:cxn>
              <a:cxn ang="0">
                <a:pos x="connsiteX34672" y="connsiteY34672"/>
              </a:cxn>
              <a:cxn ang="0">
                <a:pos x="connsiteX34673" y="connsiteY34673"/>
              </a:cxn>
              <a:cxn ang="0">
                <a:pos x="connsiteX34674" y="connsiteY34674"/>
              </a:cxn>
              <a:cxn ang="0">
                <a:pos x="connsiteX34675" y="connsiteY34675"/>
              </a:cxn>
              <a:cxn ang="0">
                <a:pos x="connsiteX34676" y="connsiteY34676"/>
              </a:cxn>
              <a:cxn ang="0">
                <a:pos x="connsiteX34677" y="connsiteY34677"/>
              </a:cxn>
              <a:cxn ang="0">
                <a:pos x="connsiteX34678" y="connsiteY34678"/>
              </a:cxn>
              <a:cxn ang="0">
                <a:pos x="connsiteX34679" y="connsiteY34679"/>
              </a:cxn>
              <a:cxn ang="0">
                <a:pos x="connsiteX34680" y="connsiteY34680"/>
              </a:cxn>
              <a:cxn ang="0">
                <a:pos x="connsiteX34681" y="connsiteY34681"/>
              </a:cxn>
              <a:cxn ang="0">
                <a:pos x="connsiteX34682" y="connsiteY34682"/>
              </a:cxn>
              <a:cxn ang="0">
                <a:pos x="connsiteX34683" y="connsiteY34683"/>
              </a:cxn>
              <a:cxn ang="0">
                <a:pos x="connsiteX34684" y="connsiteY34684"/>
              </a:cxn>
              <a:cxn ang="0">
                <a:pos x="connsiteX34685" y="connsiteY34685"/>
              </a:cxn>
              <a:cxn ang="0">
                <a:pos x="connsiteX34686" y="connsiteY34686"/>
              </a:cxn>
              <a:cxn ang="0">
                <a:pos x="connsiteX34687" y="connsiteY34687"/>
              </a:cxn>
              <a:cxn ang="0">
                <a:pos x="connsiteX34688" y="connsiteY34688"/>
              </a:cxn>
              <a:cxn ang="0">
                <a:pos x="connsiteX34689" y="connsiteY34689"/>
              </a:cxn>
              <a:cxn ang="0">
                <a:pos x="connsiteX34690" y="connsiteY34690"/>
              </a:cxn>
              <a:cxn ang="0">
                <a:pos x="connsiteX34691" y="connsiteY34691"/>
              </a:cxn>
              <a:cxn ang="0">
                <a:pos x="connsiteX34692" y="connsiteY34692"/>
              </a:cxn>
              <a:cxn ang="0">
                <a:pos x="connsiteX34693" y="connsiteY34693"/>
              </a:cxn>
              <a:cxn ang="0">
                <a:pos x="connsiteX34694" y="connsiteY34694"/>
              </a:cxn>
              <a:cxn ang="0">
                <a:pos x="connsiteX34695" y="connsiteY34695"/>
              </a:cxn>
              <a:cxn ang="0">
                <a:pos x="connsiteX34696" y="connsiteY34696"/>
              </a:cxn>
              <a:cxn ang="0">
                <a:pos x="connsiteX34697" y="connsiteY34697"/>
              </a:cxn>
              <a:cxn ang="0">
                <a:pos x="connsiteX34698" y="connsiteY34698"/>
              </a:cxn>
              <a:cxn ang="0">
                <a:pos x="connsiteX34699" y="connsiteY34699"/>
              </a:cxn>
              <a:cxn ang="0">
                <a:pos x="connsiteX34700" y="connsiteY34700"/>
              </a:cxn>
              <a:cxn ang="0">
                <a:pos x="connsiteX34701" y="connsiteY34701"/>
              </a:cxn>
              <a:cxn ang="0">
                <a:pos x="connsiteX34702" y="connsiteY34702"/>
              </a:cxn>
              <a:cxn ang="0">
                <a:pos x="connsiteX34703" y="connsiteY34703"/>
              </a:cxn>
              <a:cxn ang="0">
                <a:pos x="connsiteX34704" y="connsiteY34704"/>
              </a:cxn>
              <a:cxn ang="0">
                <a:pos x="connsiteX34705" y="connsiteY34705"/>
              </a:cxn>
              <a:cxn ang="0">
                <a:pos x="connsiteX34706" y="connsiteY34706"/>
              </a:cxn>
              <a:cxn ang="0">
                <a:pos x="connsiteX34707" y="connsiteY34707"/>
              </a:cxn>
              <a:cxn ang="0">
                <a:pos x="connsiteX34708" y="connsiteY34708"/>
              </a:cxn>
              <a:cxn ang="0">
                <a:pos x="connsiteX34709" y="connsiteY34709"/>
              </a:cxn>
              <a:cxn ang="0">
                <a:pos x="connsiteX34710" y="connsiteY34710"/>
              </a:cxn>
              <a:cxn ang="0">
                <a:pos x="connsiteX34711" y="connsiteY34711"/>
              </a:cxn>
              <a:cxn ang="0">
                <a:pos x="connsiteX34712" y="connsiteY34712"/>
              </a:cxn>
              <a:cxn ang="0">
                <a:pos x="connsiteX34713" y="connsiteY34713"/>
              </a:cxn>
              <a:cxn ang="0">
                <a:pos x="connsiteX34714" y="connsiteY34714"/>
              </a:cxn>
              <a:cxn ang="0">
                <a:pos x="connsiteX34715" y="connsiteY34715"/>
              </a:cxn>
              <a:cxn ang="0">
                <a:pos x="connsiteX34716" y="connsiteY34716"/>
              </a:cxn>
              <a:cxn ang="0">
                <a:pos x="connsiteX34717" y="connsiteY34717"/>
              </a:cxn>
              <a:cxn ang="0">
                <a:pos x="connsiteX34718" y="connsiteY34718"/>
              </a:cxn>
              <a:cxn ang="0">
                <a:pos x="connsiteX34719" y="connsiteY34719"/>
              </a:cxn>
              <a:cxn ang="0">
                <a:pos x="connsiteX34720" y="connsiteY34720"/>
              </a:cxn>
              <a:cxn ang="0">
                <a:pos x="connsiteX34721" y="connsiteY34721"/>
              </a:cxn>
              <a:cxn ang="0">
                <a:pos x="connsiteX34722" y="connsiteY34722"/>
              </a:cxn>
              <a:cxn ang="0">
                <a:pos x="connsiteX34723" y="connsiteY34723"/>
              </a:cxn>
              <a:cxn ang="0">
                <a:pos x="connsiteX34724" y="connsiteY34724"/>
              </a:cxn>
              <a:cxn ang="0">
                <a:pos x="connsiteX34725" y="connsiteY34725"/>
              </a:cxn>
              <a:cxn ang="0">
                <a:pos x="connsiteX34726" y="connsiteY34726"/>
              </a:cxn>
              <a:cxn ang="0">
                <a:pos x="connsiteX34727" y="connsiteY34727"/>
              </a:cxn>
              <a:cxn ang="0">
                <a:pos x="connsiteX34728" y="connsiteY34728"/>
              </a:cxn>
              <a:cxn ang="0">
                <a:pos x="connsiteX34729" y="connsiteY34729"/>
              </a:cxn>
              <a:cxn ang="0">
                <a:pos x="connsiteX34730" y="connsiteY34730"/>
              </a:cxn>
              <a:cxn ang="0">
                <a:pos x="connsiteX34731" y="connsiteY34731"/>
              </a:cxn>
              <a:cxn ang="0">
                <a:pos x="connsiteX34732" y="connsiteY34732"/>
              </a:cxn>
              <a:cxn ang="0">
                <a:pos x="connsiteX34733" y="connsiteY34733"/>
              </a:cxn>
              <a:cxn ang="0">
                <a:pos x="connsiteX34734" y="connsiteY34734"/>
              </a:cxn>
              <a:cxn ang="0">
                <a:pos x="connsiteX34735" y="connsiteY34735"/>
              </a:cxn>
              <a:cxn ang="0">
                <a:pos x="connsiteX34736" y="connsiteY34736"/>
              </a:cxn>
              <a:cxn ang="0">
                <a:pos x="connsiteX34737" y="connsiteY34737"/>
              </a:cxn>
              <a:cxn ang="0">
                <a:pos x="connsiteX34738" y="connsiteY34738"/>
              </a:cxn>
              <a:cxn ang="0">
                <a:pos x="connsiteX34739" y="connsiteY34739"/>
              </a:cxn>
              <a:cxn ang="0">
                <a:pos x="connsiteX34740" y="connsiteY34740"/>
              </a:cxn>
              <a:cxn ang="0">
                <a:pos x="connsiteX34741" y="connsiteY34741"/>
              </a:cxn>
              <a:cxn ang="0">
                <a:pos x="connsiteX34742" y="connsiteY34742"/>
              </a:cxn>
              <a:cxn ang="0">
                <a:pos x="connsiteX34743" y="connsiteY34743"/>
              </a:cxn>
              <a:cxn ang="0">
                <a:pos x="connsiteX34744" y="connsiteY34744"/>
              </a:cxn>
              <a:cxn ang="0">
                <a:pos x="connsiteX34745" y="connsiteY34745"/>
              </a:cxn>
              <a:cxn ang="0">
                <a:pos x="connsiteX34746" y="connsiteY34746"/>
              </a:cxn>
              <a:cxn ang="0">
                <a:pos x="connsiteX34747" y="connsiteY34747"/>
              </a:cxn>
              <a:cxn ang="0">
                <a:pos x="connsiteX34748" y="connsiteY34748"/>
              </a:cxn>
              <a:cxn ang="0">
                <a:pos x="connsiteX34749" y="connsiteY34749"/>
              </a:cxn>
              <a:cxn ang="0">
                <a:pos x="connsiteX34750" y="connsiteY34750"/>
              </a:cxn>
              <a:cxn ang="0">
                <a:pos x="connsiteX34751" y="connsiteY34751"/>
              </a:cxn>
              <a:cxn ang="0">
                <a:pos x="connsiteX34752" y="connsiteY34752"/>
              </a:cxn>
              <a:cxn ang="0">
                <a:pos x="connsiteX34753" y="connsiteY34753"/>
              </a:cxn>
              <a:cxn ang="0">
                <a:pos x="connsiteX34754" y="connsiteY34754"/>
              </a:cxn>
              <a:cxn ang="0">
                <a:pos x="connsiteX34755" y="connsiteY34755"/>
              </a:cxn>
              <a:cxn ang="0">
                <a:pos x="connsiteX34756" y="connsiteY34756"/>
              </a:cxn>
              <a:cxn ang="0">
                <a:pos x="connsiteX34757" y="connsiteY34757"/>
              </a:cxn>
              <a:cxn ang="0">
                <a:pos x="connsiteX34758" y="connsiteY34758"/>
              </a:cxn>
              <a:cxn ang="0">
                <a:pos x="connsiteX34759" y="connsiteY34759"/>
              </a:cxn>
              <a:cxn ang="0">
                <a:pos x="connsiteX34760" y="connsiteY34760"/>
              </a:cxn>
              <a:cxn ang="0">
                <a:pos x="connsiteX34761" y="connsiteY34761"/>
              </a:cxn>
              <a:cxn ang="0">
                <a:pos x="connsiteX34762" y="connsiteY34762"/>
              </a:cxn>
              <a:cxn ang="0">
                <a:pos x="connsiteX34763" y="connsiteY34763"/>
              </a:cxn>
              <a:cxn ang="0">
                <a:pos x="connsiteX34764" y="connsiteY34764"/>
              </a:cxn>
              <a:cxn ang="0">
                <a:pos x="connsiteX34765" y="connsiteY34765"/>
              </a:cxn>
              <a:cxn ang="0">
                <a:pos x="connsiteX34766" y="connsiteY34766"/>
              </a:cxn>
              <a:cxn ang="0">
                <a:pos x="connsiteX34767" y="connsiteY34767"/>
              </a:cxn>
              <a:cxn ang="0">
                <a:pos x="connsiteX34768" y="connsiteY34768"/>
              </a:cxn>
              <a:cxn ang="0">
                <a:pos x="connsiteX34769" y="connsiteY34769"/>
              </a:cxn>
              <a:cxn ang="0">
                <a:pos x="connsiteX34770" y="connsiteY34770"/>
              </a:cxn>
              <a:cxn ang="0">
                <a:pos x="connsiteX34771" y="connsiteY34771"/>
              </a:cxn>
              <a:cxn ang="0">
                <a:pos x="connsiteX34772" y="connsiteY34772"/>
              </a:cxn>
              <a:cxn ang="0">
                <a:pos x="connsiteX34773" y="connsiteY34773"/>
              </a:cxn>
              <a:cxn ang="0">
                <a:pos x="connsiteX34774" y="connsiteY34774"/>
              </a:cxn>
              <a:cxn ang="0">
                <a:pos x="connsiteX34775" y="connsiteY34775"/>
              </a:cxn>
              <a:cxn ang="0">
                <a:pos x="connsiteX34776" y="connsiteY34776"/>
              </a:cxn>
              <a:cxn ang="0">
                <a:pos x="connsiteX34777" y="connsiteY34777"/>
              </a:cxn>
              <a:cxn ang="0">
                <a:pos x="connsiteX34778" y="connsiteY34778"/>
              </a:cxn>
              <a:cxn ang="0">
                <a:pos x="connsiteX34779" y="connsiteY34779"/>
              </a:cxn>
              <a:cxn ang="0">
                <a:pos x="connsiteX34780" y="connsiteY34780"/>
              </a:cxn>
              <a:cxn ang="0">
                <a:pos x="connsiteX34781" y="connsiteY34781"/>
              </a:cxn>
              <a:cxn ang="0">
                <a:pos x="connsiteX34782" y="connsiteY34782"/>
              </a:cxn>
              <a:cxn ang="0">
                <a:pos x="connsiteX34783" y="connsiteY34783"/>
              </a:cxn>
              <a:cxn ang="0">
                <a:pos x="connsiteX34784" y="connsiteY34784"/>
              </a:cxn>
              <a:cxn ang="0">
                <a:pos x="connsiteX34785" y="connsiteY34785"/>
              </a:cxn>
              <a:cxn ang="0">
                <a:pos x="connsiteX34786" y="connsiteY34786"/>
              </a:cxn>
              <a:cxn ang="0">
                <a:pos x="connsiteX34787" y="connsiteY34787"/>
              </a:cxn>
              <a:cxn ang="0">
                <a:pos x="connsiteX34788" y="connsiteY34788"/>
              </a:cxn>
              <a:cxn ang="0">
                <a:pos x="connsiteX34789" y="connsiteY34789"/>
              </a:cxn>
              <a:cxn ang="0">
                <a:pos x="connsiteX34790" y="connsiteY34790"/>
              </a:cxn>
              <a:cxn ang="0">
                <a:pos x="connsiteX34791" y="connsiteY34791"/>
              </a:cxn>
              <a:cxn ang="0">
                <a:pos x="connsiteX34792" y="connsiteY34792"/>
              </a:cxn>
              <a:cxn ang="0">
                <a:pos x="connsiteX34793" y="connsiteY34793"/>
              </a:cxn>
              <a:cxn ang="0">
                <a:pos x="connsiteX34794" y="connsiteY34794"/>
              </a:cxn>
              <a:cxn ang="0">
                <a:pos x="connsiteX34795" y="connsiteY34795"/>
              </a:cxn>
              <a:cxn ang="0">
                <a:pos x="connsiteX34796" y="connsiteY34796"/>
              </a:cxn>
              <a:cxn ang="0">
                <a:pos x="connsiteX34797" y="connsiteY34797"/>
              </a:cxn>
              <a:cxn ang="0">
                <a:pos x="connsiteX34798" y="connsiteY34798"/>
              </a:cxn>
              <a:cxn ang="0">
                <a:pos x="connsiteX34799" y="connsiteY34799"/>
              </a:cxn>
              <a:cxn ang="0">
                <a:pos x="connsiteX34800" y="connsiteY34800"/>
              </a:cxn>
              <a:cxn ang="0">
                <a:pos x="connsiteX34801" y="connsiteY34801"/>
              </a:cxn>
              <a:cxn ang="0">
                <a:pos x="connsiteX34802" y="connsiteY34802"/>
              </a:cxn>
              <a:cxn ang="0">
                <a:pos x="connsiteX34803" y="connsiteY34803"/>
              </a:cxn>
              <a:cxn ang="0">
                <a:pos x="connsiteX34804" y="connsiteY34804"/>
              </a:cxn>
              <a:cxn ang="0">
                <a:pos x="connsiteX34805" y="connsiteY34805"/>
              </a:cxn>
              <a:cxn ang="0">
                <a:pos x="connsiteX34806" y="connsiteY34806"/>
              </a:cxn>
              <a:cxn ang="0">
                <a:pos x="connsiteX34807" y="connsiteY34807"/>
              </a:cxn>
              <a:cxn ang="0">
                <a:pos x="connsiteX34808" y="connsiteY34808"/>
              </a:cxn>
              <a:cxn ang="0">
                <a:pos x="connsiteX34809" y="connsiteY34809"/>
              </a:cxn>
              <a:cxn ang="0">
                <a:pos x="connsiteX34810" y="connsiteY34810"/>
              </a:cxn>
              <a:cxn ang="0">
                <a:pos x="connsiteX34811" y="connsiteY34811"/>
              </a:cxn>
              <a:cxn ang="0">
                <a:pos x="connsiteX34812" y="connsiteY34812"/>
              </a:cxn>
              <a:cxn ang="0">
                <a:pos x="connsiteX34813" y="connsiteY34813"/>
              </a:cxn>
              <a:cxn ang="0">
                <a:pos x="connsiteX34814" y="connsiteY34814"/>
              </a:cxn>
              <a:cxn ang="0">
                <a:pos x="connsiteX34815" y="connsiteY34815"/>
              </a:cxn>
              <a:cxn ang="0">
                <a:pos x="connsiteX34816" y="connsiteY34816"/>
              </a:cxn>
              <a:cxn ang="0">
                <a:pos x="connsiteX34817" y="connsiteY34817"/>
              </a:cxn>
              <a:cxn ang="0">
                <a:pos x="connsiteX34818" y="connsiteY34818"/>
              </a:cxn>
              <a:cxn ang="0">
                <a:pos x="connsiteX34819" y="connsiteY34819"/>
              </a:cxn>
              <a:cxn ang="0">
                <a:pos x="connsiteX34820" y="connsiteY34820"/>
              </a:cxn>
              <a:cxn ang="0">
                <a:pos x="connsiteX34821" y="connsiteY34821"/>
              </a:cxn>
              <a:cxn ang="0">
                <a:pos x="connsiteX34822" y="connsiteY34822"/>
              </a:cxn>
              <a:cxn ang="0">
                <a:pos x="connsiteX34823" y="connsiteY34823"/>
              </a:cxn>
              <a:cxn ang="0">
                <a:pos x="connsiteX34824" y="connsiteY34824"/>
              </a:cxn>
              <a:cxn ang="0">
                <a:pos x="connsiteX34825" y="connsiteY34825"/>
              </a:cxn>
              <a:cxn ang="0">
                <a:pos x="connsiteX34826" y="connsiteY34826"/>
              </a:cxn>
              <a:cxn ang="0">
                <a:pos x="connsiteX34827" y="connsiteY34827"/>
              </a:cxn>
              <a:cxn ang="0">
                <a:pos x="connsiteX34828" y="connsiteY34828"/>
              </a:cxn>
              <a:cxn ang="0">
                <a:pos x="connsiteX34829" y="connsiteY34829"/>
              </a:cxn>
              <a:cxn ang="0">
                <a:pos x="connsiteX34830" y="connsiteY34830"/>
              </a:cxn>
              <a:cxn ang="0">
                <a:pos x="connsiteX34831" y="connsiteY34831"/>
              </a:cxn>
              <a:cxn ang="0">
                <a:pos x="connsiteX34832" y="connsiteY34832"/>
              </a:cxn>
              <a:cxn ang="0">
                <a:pos x="connsiteX34833" y="connsiteY34833"/>
              </a:cxn>
              <a:cxn ang="0">
                <a:pos x="connsiteX34834" y="connsiteY34834"/>
              </a:cxn>
              <a:cxn ang="0">
                <a:pos x="connsiteX34835" y="connsiteY34835"/>
              </a:cxn>
              <a:cxn ang="0">
                <a:pos x="connsiteX34836" y="connsiteY34836"/>
              </a:cxn>
              <a:cxn ang="0">
                <a:pos x="connsiteX34837" y="connsiteY34837"/>
              </a:cxn>
              <a:cxn ang="0">
                <a:pos x="connsiteX34838" y="connsiteY34838"/>
              </a:cxn>
              <a:cxn ang="0">
                <a:pos x="connsiteX34839" y="connsiteY34839"/>
              </a:cxn>
              <a:cxn ang="0">
                <a:pos x="connsiteX34840" y="connsiteY34840"/>
              </a:cxn>
              <a:cxn ang="0">
                <a:pos x="connsiteX34841" y="connsiteY34841"/>
              </a:cxn>
              <a:cxn ang="0">
                <a:pos x="connsiteX34842" y="connsiteY34842"/>
              </a:cxn>
              <a:cxn ang="0">
                <a:pos x="connsiteX34843" y="connsiteY34843"/>
              </a:cxn>
              <a:cxn ang="0">
                <a:pos x="connsiteX34844" y="connsiteY34844"/>
              </a:cxn>
              <a:cxn ang="0">
                <a:pos x="connsiteX34845" y="connsiteY34845"/>
              </a:cxn>
              <a:cxn ang="0">
                <a:pos x="connsiteX34846" y="connsiteY34846"/>
              </a:cxn>
              <a:cxn ang="0">
                <a:pos x="connsiteX34847" y="connsiteY34847"/>
              </a:cxn>
              <a:cxn ang="0">
                <a:pos x="connsiteX34848" y="connsiteY34848"/>
              </a:cxn>
              <a:cxn ang="0">
                <a:pos x="connsiteX34849" y="connsiteY34849"/>
              </a:cxn>
              <a:cxn ang="0">
                <a:pos x="connsiteX34850" y="connsiteY34850"/>
              </a:cxn>
              <a:cxn ang="0">
                <a:pos x="connsiteX34851" y="connsiteY34851"/>
              </a:cxn>
              <a:cxn ang="0">
                <a:pos x="connsiteX34852" y="connsiteY34852"/>
              </a:cxn>
              <a:cxn ang="0">
                <a:pos x="connsiteX34853" y="connsiteY34853"/>
              </a:cxn>
              <a:cxn ang="0">
                <a:pos x="connsiteX34854" y="connsiteY34854"/>
              </a:cxn>
              <a:cxn ang="0">
                <a:pos x="connsiteX34855" y="connsiteY34855"/>
              </a:cxn>
              <a:cxn ang="0">
                <a:pos x="connsiteX34856" y="connsiteY34856"/>
              </a:cxn>
              <a:cxn ang="0">
                <a:pos x="connsiteX34857" y="connsiteY34857"/>
              </a:cxn>
              <a:cxn ang="0">
                <a:pos x="connsiteX34858" y="connsiteY34858"/>
              </a:cxn>
              <a:cxn ang="0">
                <a:pos x="connsiteX34859" y="connsiteY34859"/>
              </a:cxn>
              <a:cxn ang="0">
                <a:pos x="connsiteX34860" y="connsiteY34860"/>
              </a:cxn>
              <a:cxn ang="0">
                <a:pos x="connsiteX34861" y="connsiteY34861"/>
              </a:cxn>
              <a:cxn ang="0">
                <a:pos x="connsiteX34862" y="connsiteY34862"/>
              </a:cxn>
              <a:cxn ang="0">
                <a:pos x="connsiteX34863" y="connsiteY34863"/>
              </a:cxn>
              <a:cxn ang="0">
                <a:pos x="connsiteX34864" y="connsiteY34864"/>
              </a:cxn>
              <a:cxn ang="0">
                <a:pos x="connsiteX34865" y="connsiteY34865"/>
              </a:cxn>
              <a:cxn ang="0">
                <a:pos x="connsiteX34866" y="connsiteY34866"/>
              </a:cxn>
              <a:cxn ang="0">
                <a:pos x="connsiteX34867" y="connsiteY34867"/>
              </a:cxn>
              <a:cxn ang="0">
                <a:pos x="connsiteX34868" y="connsiteY34868"/>
              </a:cxn>
              <a:cxn ang="0">
                <a:pos x="connsiteX34869" y="connsiteY34869"/>
              </a:cxn>
              <a:cxn ang="0">
                <a:pos x="connsiteX34870" y="connsiteY34870"/>
              </a:cxn>
              <a:cxn ang="0">
                <a:pos x="connsiteX34871" y="connsiteY34871"/>
              </a:cxn>
              <a:cxn ang="0">
                <a:pos x="connsiteX34872" y="connsiteY34872"/>
              </a:cxn>
              <a:cxn ang="0">
                <a:pos x="connsiteX34873" y="connsiteY34873"/>
              </a:cxn>
              <a:cxn ang="0">
                <a:pos x="connsiteX34874" y="connsiteY34874"/>
              </a:cxn>
              <a:cxn ang="0">
                <a:pos x="connsiteX34875" y="connsiteY34875"/>
              </a:cxn>
              <a:cxn ang="0">
                <a:pos x="connsiteX34876" y="connsiteY34876"/>
              </a:cxn>
              <a:cxn ang="0">
                <a:pos x="connsiteX34877" y="connsiteY34877"/>
              </a:cxn>
              <a:cxn ang="0">
                <a:pos x="connsiteX34878" y="connsiteY34878"/>
              </a:cxn>
              <a:cxn ang="0">
                <a:pos x="connsiteX34879" y="connsiteY34879"/>
              </a:cxn>
              <a:cxn ang="0">
                <a:pos x="connsiteX34880" y="connsiteY34880"/>
              </a:cxn>
              <a:cxn ang="0">
                <a:pos x="connsiteX34881" y="connsiteY34881"/>
              </a:cxn>
              <a:cxn ang="0">
                <a:pos x="connsiteX34882" y="connsiteY34882"/>
              </a:cxn>
              <a:cxn ang="0">
                <a:pos x="connsiteX34883" y="connsiteY34883"/>
              </a:cxn>
              <a:cxn ang="0">
                <a:pos x="connsiteX34884" y="connsiteY34884"/>
              </a:cxn>
              <a:cxn ang="0">
                <a:pos x="connsiteX34885" y="connsiteY34885"/>
              </a:cxn>
              <a:cxn ang="0">
                <a:pos x="connsiteX34886" y="connsiteY34886"/>
              </a:cxn>
              <a:cxn ang="0">
                <a:pos x="connsiteX34887" y="connsiteY34887"/>
              </a:cxn>
              <a:cxn ang="0">
                <a:pos x="connsiteX34888" y="connsiteY34888"/>
              </a:cxn>
              <a:cxn ang="0">
                <a:pos x="connsiteX34889" y="connsiteY34889"/>
              </a:cxn>
              <a:cxn ang="0">
                <a:pos x="connsiteX34890" y="connsiteY34890"/>
              </a:cxn>
              <a:cxn ang="0">
                <a:pos x="connsiteX34891" y="connsiteY34891"/>
              </a:cxn>
              <a:cxn ang="0">
                <a:pos x="connsiteX34892" y="connsiteY34892"/>
              </a:cxn>
              <a:cxn ang="0">
                <a:pos x="connsiteX34893" y="connsiteY34893"/>
              </a:cxn>
              <a:cxn ang="0">
                <a:pos x="connsiteX34894" y="connsiteY34894"/>
              </a:cxn>
              <a:cxn ang="0">
                <a:pos x="connsiteX34895" y="connsiteY34895"/>
              </a:cxn>
              <a:cxn ang="0">
                <a:pos x="connsiteX34896" y="connsiteY34896"/>
              </a:cxn>
              <a:cxn ang="0">
                <a:pos x="connsiteX34897" y="connsiteY34897"/>
              </a:cxn>
              <a:cxn ang="0">
                <a:pos x="connsiteX34898" y="connsiteY34898"/>
              </a:cxn>
              <a:cxn ang="0">
                <a:pos x="connsiteX34899" y="connsiteY34899"/>
              </a:cxn>
              <a:cxn ang="0">
                <a:pos x="connsiteX34900" y="connsiteY34900"/>
              </a:cxn>
              <a:cxn ang="0">
                <a:pos x="connsiteX34901" y="connsiteY34901"/>
              </a:cxn>
              <a:cxn ang="0">
                <a:pos x="connsiteX34902" y="connsiteY34902"/>
              </a:cxn>
              <a:cxn ang="0">
                <a:pos x="connsiteX34903" y="connsiteY34903"/>
              </a:cxn>
              <a:cxn ang="0">
                <a:pos x="connsiteX34904" y="connsiteY34904"/>
              </a:cxn>
              <a:cxn ang="0">
                <a:pos x="connsiteX34905" y="connsiteY34905"/>
              </a:cxn>
              <a:cxn ang="0">
                <a:pos x="connsiteX34906" y="connsiteY34906"/>
              </a:cxn>
              <a:cxn ang="0">
                <a:pos x="connsiteX34907" y="connsiteY34907"/>
              </a:cxn>
              <a:cxn ang="0">
                <a:pos x="connsiteX34908" y="connsiteY34908"/>
              </a:cxn>
              <a:cxn ang="0">
                <a:pos x="connsiteX34909" y="connsiteY34909"/>
              </a:cxn>
              <a:cxn ang="0">
                <a:pos x="connsiteX34910" y="connsiteY34910"/>
              </a:cxn>
              <a:cxn ang="0">
                <a:pos x="connsiteX34911" y="connsiteY34911"/>
              </a:cxn>
              <a:cxn ang="0">
                <a:pos x="connsiteX34912" y="connsiteY34912"/>
              </a:cxn>
              <a:cxn ang="0">
                <a:pos x="connsiteX34913" y="connsiteY34913"/>
              </a:cxn>
              <a:cxn ang="0">
                <a:pos x="connsiteX34914" y="connsiteY34914"/>
              </a:cxn>
              <a:cxn ang="0">
                <a:pos x="connsiteX34915" y="connsiteY34915"/>
              </a:cxn>
              <a:cxn ang="0">
                <a:pos x="connsiteX34916" y="connsiteY34916"/>
              </a:cxn>
              <a:cxn ang="0">
                <a:pos x="connsiteX34917" y="connsiteY34917"/>
              </a:cxn>
              <a:cxn ang="0">
                <a:pos x="connsiteX34918" y="connsiteY34918"/>
              </a:cxn>
              <a:cxn ang="0">
                <a:pos x="connsiteX34919" y="connsiteY34919"/>
              </a:cxn>
              <a:cxn ang="0">
                <a:pos x="connsiteX34920" y="connsiteY34920"/>
              </a:cxn>
              <a:cxn ang="0">
                <a:pos x="connsiteX34921" y="connsiteY34921"/>
              </a:cxn>
              <a:cxn ang="0">
                <a:pos x="connsiteX34922" y="connsiteY34922"/>
              </a:cxn>
              <a:cxn ang="0">
                <a:pos x="connsiteX34923" y="connsiteY34923"/>
              </a:cxn>
              <a:cxn ang="0">
                <a:pos x="connsiteX34924" y="connsiteY34924"/>
              </a:cxn>
              <a:cxn ang="0">
                <a:pos x="connsiteX34925" y="connsiteY34925"/>
              </a:cxn>
              <a:cxn ang="0">
                <a:pos x="connsiteX34926" y="connsiteY34926"/>
              </a:cxn>
              <a:cxn ang="0">
                <a:pos x="connsiteX34927" y="connsiteY34927"/>
              </a:cxn>
              <a:cxn ang="0">
                <a:pos x="connsiteX34928" y="connsiteY34928"/>
              </a:cxn>
              <a:cxn ang="0">
                <a:pos x="connsiteX34929" y="connsiteY34929"/>
              </a:cxn>
              <a:cxn ang="0">
                <a:pos x="connsiteX34930" y="connsiteY34930"/>
              </a:cxn>
              <a:cxn ang="0">
                <a:pos x="connsiteX34931" y="connsiteY34931"/>
              </a:cxn>
              <a:cxn ang="0">
                <a:pos x="connsiteX34932" y="connsiteY34932"/>
              </a:cxn>
              <a:cxn ang="0">
                <a:pos x="connsiteX34933" y="connsiteY34933"/>
              </a:cxn>
              <a:cxn ang="0">
                <a:pos x="connsiteX34934" y="connsiteY34934"/>
              </a:cxn>
              <a:cxn ang="0">
                <a:pos x="connsiteX34935" y="connsiteY34935"/>
              </a:cxn>
              <a:cxn ang="0">
                <a:pos x="connsiteX34936" y="connsiteY34936"/>
              </a:cxn>
              <a:cxn ang="0">
                <a:pos x="connsiteX34937" y="connsiteY34937"/>
              </a:cxn>
              <a:cxn ang="0">
                <a:pos x="connsiteX34938" y="connsiteY34938"/>
              </a:cxn>
              <a:cxn ang="0">
                <a:pos x="connsiteX34939" y="connsiteY34939"/>
              </a:cxn>
              <a:cxn ang="0">
                <a:pos x="connsiteX34940" y="connsiteY34940"/>
              </a:cxn>
              <a:cxn ang="0">
                <a:pos x="connsiteX34941" y="connsiteY34941"/>
              </a:cxn>
              <a:cxn ang="0">
                <a:pos x="connsiteX34942" y="connsiteY34942"/>
              </a:cxn>
              <a:cxn ang="0">
                <a:pos x="connsiteX34943" y="connsiteY34943"/>
              </a:cxn>
              <a:cxn ang="0">
                <a:pos x="connsiteX34944" y="connsiteY34944"/>
              </a:cxn>
              <a:cxn ang="0">
                <a:pos x="connsiteX34945" y="connsiteY34945"/>
              </a:cxn>
              <a:cxn ang="0">
                <a:pos x="connsiteX34946" y="connsiteY34946"/>
              </a:cxn>
              <a:cxn ang="0">
                <a:pos x="connsiteX34947" y="connsiteY34947"/>
              </a:cxn>
              <a:cxn ang="0">
                <a:pos x="connsiteX34948" y="connsiteY34948"/>
              </a:cxn>
              <a:cxn ang="0">
                <a:pos x="connsiteX34949" y="connsiteY34949"/>
              </a:cxn>
              <a:cxn ang="0">
                <a:pos x="connsiteX34950" y="connsiteY34950"/>
              </a:cxn>
              <a:cxn ang="0">
                <a:pos x="connsiteX34951" y="connsiteY34951"/>
              </a:cxn>
              <a:cxn ang="0">
                <a:pos x="connsiteX34952" y="connsiteY34952"/>
              </a:cxn>
              <a:cxn ang="0">
                <a:pos x="connsiteX34953" y="connsiteY34953"/>
              </a:cxn>
              <a:cxn ang="0">
                <a:pos x="connsiteX34954" y="connsiteY34954"/>
              </a:cxn>
              <a:cxn ang="0">
                <a:pos x="connsiteX34955" y="connsiteY34955"/>
              </a:cxn>
              <a:cxn ang="0">
                <a:pos x="connsiteX34956" y="connsiteY34956"/>
              </a:cxn>
              <a:cxn ang="0">
                <a:pos x="connsiteX34957" y="connsiteY34957"/>
              </a:cxn>
              <a:cxn ang="0">
                <a:pos x="connsiteX34958" y="connsiteY34958"/>
              </a:cxn>
              <a:cxn ang="0">
                <a:pos x="connsiteX34959" y="connsiteY34959"/>
              </a:cxn>
              <a:cxn ang="0">
                <a:pos x="connsiteX34960" y="connsiteY34960"/>
              </a:cxn>
              <a:cxn ang="0">
                <a:pos x="connsiteX34961" y="connsiteY34961"/>
              </a:cxn>
              <a:cxn ang="0">
                <a:pos x="connsiteX34962" y="connsiteY34962"/>
              </a:cxn>
              <a:cxn ang="0">
                <a:pos x="connsiteX34963" y="connsiteY34963"/>
              </a:cxn>
              <a:cxn ang="0">
                <a:pos x="connsiteX34964" y="connsiteY34964"/>
              </a:cxn>
              <a:cxn ang="0">
                <a:pos x="connsiteX34965" y="connsiteY34965"/>
              </a:cxn>
              <a:cxn ang="0">
                <a:pos x="connsiteX34966" y="connsiteY34966"/>
              </a:cxn>
              <a:cxn ang="0">
                <a:pos x="connsiteX34967" y="connsiteY34967"/>
              </a:cxn>
              <a:cxn ang="0">
                <a:pos x="connsiteX34968" y="connsiteY34968"/>
              </a:cxn>
              <a:cxn ang="0">
                <a:pos x="connsiteX34969" y="connsiteY34969"/>
              </a:cxn>
              <a:cxn ang="0">
                <a:pos x="connsiteX34970" y="connsiteY34970"/>
              </a:cxn>
              <a:cxn ang="0">
                <a:pos x="connsiteX34971" y="connsiteY34971"/>
              </a:cxn>
              <a:cxn ang="0">
                <a:pos x="connsiteX34972" y="connsiteY34972"/>
              </a:cxn>
              <a:cxn ang="0">
                <a:pos x="connsiteX34973" y="connsiteY34973"/>
              </a:cxn>
              <a:cxn ang="0">
                <a:pos x="connsiteX34974" y="connsiteY34974"/>
              </a:cxn>
              <a:cxn ang="0">
                <a:pos x="connsiteX34975" y="connsiteY34975"/>
              </a:cxn>
              <a:cxn ang="0">
                <a:pos x="connsiteX34976" y="connsiteY34976"/>
              </a:cxn>
              <a:cxn ang="0">
                <a:pos x="connsiteX34977" y="connsiteY34977"/>
              </a:cxn>
              <a:cxn ang="0">
                <a:pos x="connsiteX34978" y="connsiteY34978"/>
              </a:cxn>
              <a:cxn ang="0">
                <a:pos x="connsiteX34979" y="connsiteY34979"/>
              </a:cxn>
              <a:cxn ang="0">
                <a:pos x="connsiteX34980" y="connsiteY34980"/>
              </a:cxn>
              <a:cxn ang="0">
                <a:pos x="connsiteX34981" y="connsiteY34981"/>
              </a:cxn>
              <a:cxn ang="0">
                <a:pos x="connsiteX34982" y="connsiteY34982"/>
              </a:cxn>
              <a:cxn ang="0">
                <a:pos x="connsiteX34983" y="connsiteY34983"/>
              </a:cxn>
              <a:cxn ang="0">
                <a:pos x="connsiteX34984" y="connsiteY34984"/>
              </a:cxn>
              <a:cxn ang="0">
                <a:pos x="connsiteX34985" y="connsiteY34985"/>
              </a:cxn>
              <a:cxn ang="0">
                <a:pos x="connsiteX34986" y="connsiteY34986"/>
              </a:cxn>
              <a:cxn ang="0">
                <a:pos x="connsiteX34987" y="connsiteY34987"/>
              </a:cxn>
              <a:cxn ang="0">
                <a:pos x="connsiteX34988" y="connsiteY34988"/>
              </a:cxn>
              <a:cxn ang="0">
                <a:pos x="connsiteX34989" y="connsiteY34989"/>
              </a:cxn>
              <a:cxn ang="0">
                <a:pos x="connsiteX34990" y="connsiteY34990"/>
              </a:cxn>
              <a:cxn ang="0">
                <a:pos x="connsiteX34991" y="connsiteY34991"/>
              </a:cxn>
              <a:cxn ang="0">
                <a:pos x="connsiteX34992" y="connsiteY34992"/>
              </a:cxn>
              <a:cxn ang="0">
                <a:pos x="connsiteX34993" y="connsiteY34993"/>
              </a:cxn>
              <a:cxn ang="0">
                <a:pos x="connsiteX34994" y="connsiteY34994"/>
              </a:cxn>
              <a:cxn ang="0">
                <a:pos x="connsiteX34995" y="connsiteY34995"/>
              </a:cxn>
              <a:cxn ang="0">
                <a:pos x="connsiteX34996" y="connsiteY34996"/>
              </a:cxn>
              <a:cxn ang="0">
                <a:pos x="connsiteX34997" y="connsiteY34997"/>
              </a:cxn>
              <a:cxn ang="0">
                <a:pos x="connsiteX34998" y="connsiteY34998"/>
              </a:cxn>
              <a:cxn ang="0">
                <a:pos x="connsiteX34999" y="connsiteY34999"/>
              </a:cxn>
              <a:cxn ang="0">
                <a:pos x="connsiteX35000" y="connsiteY35000"/>
              </a:cxn>
              <a:cxn ang="0">
                <a:pos x="connsiteX35001" y="connsiteY35001"/>
              </a:cxn>
              <a:cxn ang="0">
                <a:pos x="connsiteX35002" y="connsiteY35002"/>
              </a:cxn>
              <a:cxn ang="0">
                <a:pos x="connsiteX35003" y="connsiteY35003"/>
              </a:cxn>
              <a:cxn ang="0">
                <a:pos x="connsiteX35004" y="connsiteY35004"/>
              </a:cxn>
              <a:cxn ang="0">
                <a:pos x="connsiteX35005" y="connsiteY35005"/>
              </a:cxn>
              <a:cxn ang="0">
                <a:pos x="connsiteX35006" y="connsiteY35006"/>
              </a:cxn>
              <a:cxn ang="0">
                <a:pos x="connsiteX35007" y="connsiteY35007"/>
              </a:cxn>
              <a:cxn ang="0">
                <a:pos x="connsiteX35008" y="connsiteY35008"/>
              </a:cxn>
              <a:cxn ang="0">
                <a:pos x="connsiteX35009" y="connsiteY35009"/>
              </a:cxn>
              <a:cxn ang="0">
                <a:pos x="connsiteX35010" y="connsiteY35010"/>
              </a:cxn>
              <a:cxn ang="0">
                <a:pos x="connsiteX35011" y="connsiteY35011"/>
              </a:cxn>
              <a:cxn ang="0">
                <a:pos x="connsiteX35012" y="connsiteY35012"/>
              </a:cxn>
              <a:cxn ang="0">
                <a:pos x="connsiteX35013" y="connsiteY35013"/>
              </a:cxn>
              <a:cxn ang="0">
                <a:pos x="connsiteX35014" y="connsiteY35014"/>
              </a:cxn>
              <a:cxn ang="0">
                <a:pos x="connsiteX35015" y="connsiteY35015"/>
              </a:cxn>
              <a:cxn ang="0">
                <a:pos x="connsiteX35016" y="connsiteY35016"/>
              </a:cxn>
              <a:cxn ang="0">
                <a:pos x="connsiteX35017" y="connsiteY35017"/>
              </a:cxn>
              <a:cxn ang="0">
                <a:pos x="connsiteX35018" y="connsiteY35018"/>
              </a:cxn>
              <a:cxn ang="0">
                <a:pos x="connsiteX35019" y="connsiteY35019"/>
              </a:cxn>
              <a:cxn ang="0">
                <a:pos x="connsiteX35020" y="connsiteY35020"/>
              </a:cxn>
              <a:cxn ang="0">
                <a:pos x="connsiteX35021" y="connsiteY35021"/>
              </a:cxn>
              <a:cxn ang="0">
                <a:pos x="connsiteX35022" y="connsiteY35022"/>
              </a:cxn>
              <a:cxn ang="0">
                <a:pos x="connsiteX35023" y="connsiteY35023"/>
              </a:cxn>
              <a:cxn ang="0">
                <a:pos x="connsiteX35024" y="connsiteY35024"/>
              </a:cxn>
              <a:cxn ang="0">
                <a:pos x="connsiteX35025" y="connsiteY35025"/>
              </a:cxn>
              <a:cxn ang="0">
                <a:pos x="connsiteX35026" y="connsiteY35026"/>
              </a:cxn>
              <a:cxn ang="0">
                <a:pos x="connsiteX35027" y="connsiteY35027"/>
              </a:cxn>
              <a:cxn ang="0">
                <a:pos x="connsiteX35028" y="connsiteY35028"/>
              </a:cxn>
              <a:cxn ang="0">
                <a:pos x="connsiteX35029" y="connsiteY35029"/>
              </a:cxn>
              <a:cxn ang="0">
                <a:pos x="connsiteX35030" y="connsiteY35030"/>
              </a:cxn>
              <a:cxn ang="0">
                <a:pos x="connsiteX35031" y="connsiteY35031"/>
              </a:cxn>
              <a:cxn ang="0">
                <a:pos x="connsiteX35032" y="connsiteY35032"/>
              </a:cxn>
              <a:cxn ang="0">
                <a:pos x="connsiteX35033" y="connsiteY35033"/>
              </a:cxn>
              <a:cxn ang="0">
                <a:pos x="connsiteX35034" y="connsiteY35034"/>
              </a:cxn>
              <a:cxn ang="0">
                <a:pos x="connsiteX35035" y="connsiteY35035"/>
              </a:cxn>
              <a:cxn ang="0">
                <a:pos x="connsiteX35036" y="connsiteY35036"/>
              </a:cxn>
              <a:cxn ang="0">
                <a:pos x="connsiteX35037" y="connsiteY35037"/>
              </a:cxn>
              <a:cxn ang="0">
                <a:pos x="connsiteX35038" y="connsiteY35038"/>
              </a:cxn>
              <a:cxn ang="0">
                <a:pos x="connsiteX35039" y="connsiteY35039"/>
              </a:cxn>
              <a:cxn ang="0">
                <a:pos x="connsiteX35040" y="connsiteY35040"/>
              </a:cxn>
              <a:cxn ang="0">
                <a:pos x="connsiteX35041" y="connsiteY35041"/>
              </a:cxn>
              <a:cxn ang="0">
                <a:pos x="connsiteX35042" y="connsiteY35042"/>
              </a:cxn>
              <a:cxn ang="0">
                <a:pos x="connsiteX35043" y="connsiteY35043"/>
              </a:cxn>
              <a:cxn ang="0">
                <a:pos x="connsiteX35044" y="connsiteY35044"/>
              </a:cxn>
              <a:cxn ang="0">
                <a:pos x="connsiteX35045" y="connsiteY35045"/>
              </a:cxn>
              <a:cxn ang="0">
                <a:pos x="connsiteX35046" y="connsiteY35046"/>
              </a:cxn>
              <a:cxn ang="0">
                <a:pos x="connsiteX35047" y="connsiteY35047"/>
              </a:cxn>
              <a:cxn ang="0">
                <a:pos x="connsiteX35048" y="connsiteY35048"/>
              </a:cxn>
              <a:cxn ang="0">
                <a:pos x="connsiteX35049" y="connsiteY35049"/>
              </a:cxn>
              <a:cxn ang="0">
                <a:pos x="connsiteX35050" y="connsiteY35050"/>
              </a:cxn>
              <a:cxn ang="0">
                <a:pos x="connsiteX35051" y="connsiteY35051"/>
              </a:cxn>
              <a:cxn ang="0">
                <a:pos x="connsiteX35052" y="connsiteY35052"/>
              </a:cxn>
              <a:cxn ang="0">
                <a:pos x="connsiteX35053" y="connsiteY35053"/>
              </a:cxn>
              <a:cxn ang="0">
                <a:pos x="connsiteX35054" y="connsiteY35054"/>
              </a:cxn>
              <a:cxn ang="0">
                <a:pos x="connsiteX35055" y="connsiteY35055"/>
              </a:cxn>
              <a:cxn ang="0">
                <a:pos x="connsiteX35056" y="connsiteY35056"/>
              </a:cxn>
              <a:cxn ang="0">
                <a:pos x="connsiteX35057" y="connsiteY35057"/>
              </a:cxn>
              <a:cxn ang="0">
                <a:pos x="connsiteX35058" y="connsiteY35058"/>
              </a:cxn>
              <a:cxn ang="0">
                <a:pos x="connsiteX35059" y="connsiteY35059"/>
              </a:cxn>
              <a:cxn ang="0">
                <a:pos x="connsiteX35060" y="connsiteY35060"/>
              </a:cxn>
              <a:cxn ang="0">
                <a:pos x="connsiteX35061" y="connsiteY35061"/>
              </a:cxn>
              <a:cxn ang="0">
                <a:pos x="connsiteX35062" y="connsiteY35062"/>
              </a:cxn>
              <a:cxn ang="0">
                <a:pos x="connsiteX35063" y="connsiteY35063"/>
              </a:cxn>
              <a:cxn ang="0">
                <a:pos x="connsiteX35064" y="connsiteY35064"/>
              </a:cxn>
              <a:cxn ang="0">
                <a:pos x="connsiteX35065" y="connsiteY35065"/>
              </a:cxn>
              <a:cxn ang="0">
                <a:pos x="connsiteX35066" y="connsiteY35066"/>
              </a:cxn>
              <a:cxn ang="0">
                <a:pos x="connsiteX35067" y="connsiteY35067"/>
              </a:cxn>
              <a:cxn ang="0">
                <a:pos x="connsiteX35068" y="connsiteY35068"/>
              </a:cxn>
              <a:cxn ang="0">
                <a:pos x="connsiteX35069" y="connsiteY35069"/>
              </a:cxn>
              <a:cxn ang="0">
                <a:pos x="connsiteX35070" y="connsiteY35070"/>
              </a:cxn>
              <a:cxn ang="0">
                <a:pos x="connsiteX35071" y="connsiteY35071"/>
              </a:cxn>
              <a:cxn ang="0">
                <a:pos x="connsiteX35072" y="connsiteY35072"/>
              </a:cxn>
              <a:cxn ang="0">
                <a:pos x="connsiteX35073" y="connsiteY35073"/>
              </a:cxn>
              <a:cxn ang="0">
                <a:pos x="connsiteX35074" y="connsiteY35074"/>
              </a:cxn>
              <a:cxn ang="0">
                <a:pos x="connsiteX35075" y="connsiteY35075"/>
              </a:cxn>
              <a:cxn ang="0">
                <a:pos x="connsiteX35076" y="connsiteY35076"/>
              </a:cxn>
              <a:cxn ang="0">
                <a:pos x="connsiteX35077" y="connsiteY35077"/>
              </a:cxn>
              <a:cxn ang="0">
                <a:pos x="connsiteX35078" y="connsiteY35078"/>
              </a:cxn>
              <a:cxn ang="0">
                <a:pos x="connsiteX35079" y="connsiteY35079"/>
              </a:cxn>
              <a:cxn ang="0">
                <a:pos x="connsiteX35080" y="connsiteY35080"/>
              </a:cxn>
              <a:cxn ang="0">
                <a:pos x="connsiteX35081" y="connsiteY35081"/>
              </a:cxn>
              <a:cxn ang="0">
                <a:pos x="connsiteX35082" y="connsiteY35082"/>
              </a:cxn>
              <a:cxn ang="0">
                <a:pos x="connsiteX35083" y="connsiteY35083"/>
              </a:cxn>
              <a:cxn ang="0">
                <a:pos x="connsiteX35084" y="connsiteY35084"/>
              </a:cxn>
              <a:cxn ang="0">
                <a:pos x="connsiteX35085" y="connsiteY35085"/>
              </a:cxn>
              <a:cxn ang="0">
                <a:pos x="connsiteX35086" y="connsiteY35086"/>
              </a:cxn>
              <a:cxn ang="0">
                <a:pos x="connsiteX35087" y="connsiteY35087"/>
              </a:cxn>
              <a:cxn ang="0">
                <a:pos x="connsiteX35088" y="connsiteY35088"/>
              </a:cxn>
              <a:cxn ang="0">
                <a:pos x="connsiteX35089" y="connsiteY35089"/>
              </a:cxn>
              <a:cxn ang="0">
                <a:pos x="connsiteX35090" y="connsiteY35090"/>
              </a:cxn>
              <a:cxn ang="0">
                <a:pos x="connsiteX35091" y="connsiteY35091"/>
              </a:cxn>
              <a:cxn ang="0">
                <a:pos x="connsiteX35092" y="connsiteY35092"/>
              </a:cxn>
              <a:cxn ang="0">
                <a:pos x="connsiteX35093" y="connsiteY35093"/>
              </a:cxn>
              <a:cxn ang="0">
                <a:pos x="connsiteX35094" y="connsiteY35094"/>
              </a:cxn>
              <a:cxn ang="0">
                <a:pos x="connsiteX35095" y="connsiteY35095"/>
              </a:cxn>
              <a:cxn ang="0">
                <a:pos x="connsiteX35096" y="connsiteY35096"/>
              </a:cxn>
              <a:cxn ang="0">
                <a:pos x="connsiteX35097" y="connsiteY35097"/>
              </a:cxn>
              <a:cxn ang="0">
                <a:pos x="connsiteX35098" y="connsiteY35098"/>
              </a:cxn>
              <a:cxn ang="0">
                <a:pos x="connsiteX35099" y="connsiteY35099"/>
              </a:cxn>
              <a:cxn ang="0">
                <a:pos x="connsiteX35100" y="connsiteY35100"/>
              </a:cxn>
              <a:cxn ang="0">
                <a:pos x="connsiteX35101" y="connsiteY35101"/>
              </a:cxn>
              <a:cxn ang="0">
                <a:pos x="connsiteX35102" y="connsiteY35102"/>
              </a:cxn>
              <a:cxn ang="0">
                <a:pos x="connsiteX35103" y="connsiteY35103"/>
              </a:cxn>
              <a:cxn ang="0">
                <a:pos x="connsiteX35104" y="connsiteY35104"/>
              </a:cxn>
              <a:cxn ang="0">
                <a:pos x="connsiteX35105" y="connsiteY35105"/>
              </a:cxn>
              <a:cxn ang="0">
                <a:pos x="connsiteX35106" y="connsiteY35106"/>
              </a:cxn>
              <a:cxn ang="0">
                <a:pos x="connsiteX35107" y="connsiteY35107"/>
              </a:cxn>
              <a:cxn ang="0">
                <a:pos x="connsiteX35108" y="connsiteY35108"/>
              </a:cxn>
              <a:cxn ang="0">
                <a:pos x="connsiteX35109" y="connsiteY35109"/>
              </a:cxn>
              <a:cxn ang="0">
                <a:pos x="connsiteX35110" y="connsiteY35110"/>
              </a:cxn>
              <a:cxn ang="0">
                <a:pos x="connsiteX35111" y="connsiteY35111"/>
              </a:cxn>
              <a:cxn ang="0">
                <a:pos x="connsiteX35112" y="connsiteY35112"/>
              </a:cxn>
              <a:cxn ang="0">
                <a:pos x="connsiteX35113" y="connsiteY35113"/>
              </a:cxn>
              <a:cxn ang="0">
                <a:pos x="connsiteX35114" y="connsiteY35114"/>
              </a:cxn>
              <a:cxn ang="0">
                <a:pos x="connsiteX35115" y="connsiteY35115"/>
              </a:cxn>
              <a:cxn ang="0">
                <a:pos x="connsiteX35116" y="connsiteY35116"/>
              </a:cxn>
              <a:cxn ang="0">
                <a:pos x="connsiteX35117" y="connsiteY35117"/>
              </a:cxn>
              <a:cxn ang="0">
                <a:pos x="connsiteX35118" y="connsiteY35118"/>
              </a:cxn>
              <a:cxn ang="0">
                <a:pos x="connsiteX35119" y="connsiteY35119"/>
              </a:cxn>
              <a:cxn ang="0">
                <a:pos x="connsiteX35120" y="connsiteY35120"/>
              </a:cxn>
              <a:cxn ang="0">
                <a:pos x="connsiteX35121" y="connsiteY35121"/>
              </a:cxn>
              <a:cxn ang="0">
                <a:pos x="connsiteX35122" y="connsiteY35122"/>
              </a:cxn>
              <a:cxn ang="0">
                <a:pos x="connsiteX35123" y="connsiteY35123"/>
              </a:cxn>
              <a:cxn ang="0">
                <a:pos x="connsiteX35124" y="connsiteY35124"/>
              </a:cxn>
              <a:cxn ang="0">
                <a:pos x="connsiteX35125" y="connsiteY35125"/>
              </a:cxn>
              <a:cxn ang="0">
                <a:pos x="connsiteX35126" y="connsiteY35126"/>
              </a:cxn>
              <a:cxn ang="0">
                <a:pos x="connsiteX35127" y="connsiteY35127"/>
              </a:cxn>
              <a:cxn ang="0">
                <a:pos x="connsiteX35128" y="connsiteY35128"/>
              </a:cxn>
              <a:cxn ang="0">
                <a:pos x="connsiteX35129" y="connsiteY35129"/>
              </a:cxn>
              <a:cxn ang="0">
                <a:pos x="connsiteX35130" y="connsiteY35130"/>
              </a:cxn>
              <a:cxn ang="0">
                <a:pos x="connsiteX35131" y="connsiteY35131"/>
              </a:cxn>
              <a:cxn ang="0">
                <a:pos x="connsiteX35132" y="connsiteY35132"/>
              </a:cxn>
              <a:cxn ang="0">
                <a:pos x="connsiteX35133" y="connsiteY35133"/>
              </a:cxn>
              <a:cxn ang="0">
                <a:pos x="connsiteX35134" y="connsiteY35134"/>
              </a:cxn>
              <a:cxn ang="0">
                <a:pos x="connsiteX35135" y="connsiteY35135"/>
              </a:cxn>
              <a:cxn ang="0">
                <a:pos x="connsiteX35136" y="connsiteY35136"/>
              </a:cxn>
              <a:cxn ang="0">
                <a:pos x="connsiteX35137" y="connsiteY35137"/>
              </a:cxn>
              <a:cxn ang="0">
                <a:pos x="connsiteX35138" y="connsiteY35138"/>
              </a:cxn>
              <a:cxn ang="0">
                <a:pos x="connsiteX35139" y="connsiteY35139"/>
              </a:cxn>
              <a:cxn ang="0">
                <a:pos x="connsiteX35140" y="connsiteY35140"/>
              </a:cxn>
              <a:cxn ang="0">
                <a:pos x="connsiteX35141" y="connsiteY35141"/>
              </a:cxn>
              <a:cxn ang="0">
                <a:pos x="connsiteX35142" y="connsiteY35142"/>
              </a:cxn>
              <a:cxn ang="0">
                <a:pos x="connsiteX35143" y="connsiteY35143"/>
              </a:cxn>
              <a:cxn ang="0">
                <a:pos x="connsiteX35144" y="connsiteY35144"/>
              </a:cxn>
              <a:cxn ang="0">
                <a:pos x="connsiteX35145" y="connsiteY35145"/>
              </a:cxn>
              <a:cxn ang="0">
                <a:pos x="connsiteX35146" y="connsiteY35146"/>
              </a:cxn>
              <a:cxn ang="0">
                <a:pos x="connsiteX35147" y="connsiteY35147"/>
              </a:cxn>
              <a:cxn ang="0">
                <a:pos x="connsiteX35148" y="connsiteY35148"/>
              </a:cxn>
              <a:cxn ang="0">
                <a:pos x="connsiteX35149" y="connsiteY35149"/>
              </a:cxn>
              <a:cxn ang="0">
                <a:pos x="connsiteX35150" y="connsiteY35150"/>
              </a:cxn>
              <a:cxn ang="0">
                <a:pos x="connsiteX35151" y="connsiteY35151"/>
              </a:cxn>
              <a:cxn ang="0">
                <a:pos x="connsiteX35152" y="connsiteY35152"/>
              </a:cxn>
              <a:cxn ang="0">
                <a:pos x="connsiteX35153" y="connsiteY35153"/>
              </a:cxn>
              <a:cxn ang="0">
                <a:pos x="connsiteX35154" y="connsiteY35154"/>
              </a:cxn>
              <a:cxn ang="0">
                <a:pos x="connsiteX35155" y="connsiteY35155"/>
              </a:cxn>
              <a:cxn ang="0">
                <a:pos x="connsiteX35156" y="connsiteY35156"/>
              </a:cxn>
              <a:cxn ang="0">
                <a:pos x="connsiteX35157" y="connsiteY35157"/>
              </a:cxn>
              <a:cxn ang="0">
                <a:pos x="connsiteX35158" y="connsiteY35158"/>
              </a:cxn>
              <a:cxn ang="0">
                <a:pos x="connsiteX35159" y="connsiteY35159"/>
              </a:cxn>
              <a:cxn ang="0">
                <a:pos x="connsiteX35160" y="connsiteY35160"/>
              </a:cxn>
              <a:cxn ang="0">
                <a:pos x="connsiteX35161" y="connsiteY35161"/>
              </a:cxn>
              <a:cxn ang="0">
                <a:pos x="connsiteX35162" y="connsiteY35162"/>
              </a:cxn>
              <a:cxn ang="0">
                <a:pos x="connsiteX35163" y="connsiteY35163"/>
              </a:cxn>
              <a:cxn ang="0">
                <a:pos x="connsiteX35164" y="connsiteY35164"/>
              </a:cxn>
              <a:cxn ang="0">
                <a:pos x="connsiteX35165" y="connsiteY35165"/>
              </a:cxn>
              <a:cxn ang="0">
                <a:pos x="connsiteX35166" y="connsiteY35166"/>
              </a:cxn>
              <a:cxn ang="0">
                <a:pos x="connsiteX35167" y="connsiteY35167"/>
              </a:cxn>
              <a:cxn ang="0">
                <a:pos x="connsiteX35168" y="connsiteY35168"/>
              </a:cxn>
              <a:cxn ang="0">
                <a:pos x="connsiteX35169" y="connsiteY35169"/>
              </a:cxn>
              <a:cxn ang="0">
                <a:pos x="connsiteX35170" y="connsiteY35170"/>
              </a:cxn>
              <a:cxn ang="0">
                <a:pos x="connsiteX35171" y="connsiteY35171"/>
              </a:cxn>
              <a:cxn ang="0">
                <a:pos x="connsiteX35172" y="connsiteY35172"/>
              </a:cxn>
              <a:cxn ang="0">
                <a:pos x="connsiteX35173" y="connsiteY35173"/>
              </a:cxn>
              <a:cxn ang="0">
                <a:pos x="connsiteX35174" y="connsiteY35174"/>
              </a:cxn>
              <a:cxn ang="0">
                <a:pos x="connsiteX35175" y="connsiteY35175"/>
              </a:cxn>
              <a:cxn ang="0">
                <a:pos x="connsiteX35176" y="connsiteY35176"/>
              </a:cxn>
              <a:cxn ang="0">
                <a:pos x="connsiteX35177" y="connsiteY35177"/>
              </a:cxn>
              <a:cxn ang="0">
                <a:pos x="connsiteX35178" y="connsiteY35178"/>
              </a:cxn>
              <a:cxn ang="0">
                <a:pos x="connsiteX35179" y="connsiteY35179"/>
              </a:cxn>
              <a:cxn ang="0">
                <a:pos x="connsiteX35180" y="connsiteY35180"/>
              </a:cxn>
              <a:cxn ang="0">
                <a:pos x="connsiteX35181" y="connsiteY35181"/>
              </a:cxn>
              <a:cxn ang="0">
                <a:pos x="connsiteX35182" y="connsiteY35182"/>
              </a:cxn>
              <a:cxn ang="0">
                <a:pos x="connsiteX35183" y="connsiteY35183"/>
              </a:cxn>
              <a:cxn ang="0">
                <a:pos x="connsiteX35184" y="connsiteY35184"/>
              </a:cxn>
              <a:cxn ang="0">
                <a:pos x="connsiteX35185" y="connsiteY35185"/>
              </a:cxn>
              <a:cxn ang="0">
                <a:pos x="connsiteX35186" y="connsiteY35186"/>
              </a:cxn>
              <a:cxn ang="0">
                <a:pos x="connsiteX35187" y="connsiteY35187"/>
              </a:cxn>
              <a:cxn ang="0">
                <a:pos x="connsiteX35188" y="connsiteY35188"/>
              </a:cxn>
              <a:cxn ang="0">
                <a:pos x="connsiteX35189" y="connsiteY35189"/>
              </a:cxn>
              <a:cxn ang="0">
                <a:pos x="connsiteX35190" y="connsiteY35190"/>
              </a:cxn>
              <a:cxn ang="0">
                <a:pos x="connsiteX35191" y="connsiteY35191"/>
              </a:cxn>
              <a:cxn ang="0">
                <a:pos x="connsiteX35192" y="connsiteY35192"/>
              </a:cxn>
              <a:cxn ang="0">
                <a:pos x="connsiteX35193" y="connsiteY35193"/>
              </a:cxn>
              <a:cxn ang="0">
                <a:pos x="connsiteX35194" y="connsiteY35194"/>
              </a:cxn>
              <a:cxn ang="0">
                <a:pos x="connsiteX35195" y="connsiteY35195"/>
              </a:cxn>
              <a:cxn ang="0">
                <a:pos x="connsiteX35196" y="connsiteY35196"/>
              </a:cxn>
              <a:cxn ang="0">
                <a:pos x="connsiteX35197" y="connsiteY35197"/>
              </a:cxn>
              <a:cxn ang="0">
                <a:pos x="connsiteX35198" y="connsiteY35198"/>
              </a:cxn>
              <a:cxn ang="0">
                <a:pos x="connsiteX35199" y="connsiteY35199"/>
              </a:cxn>
              <a:cxn ang="0">
                <a:pos x="connsiteX35200" y="connsiteY35200"/>
              </a:cxn>
              <a:cxn ang="0">
                <a:pos x="connsiteX35201" y="connsiteY35201"/>
              </a:cxn>
              <a:cxn ang="0">
                <a:pos x="connsiteX35202" y="connsiteY35202"/>
              </a:cxn>
              <a:cxn ang="0">
                <a:pos x="connsiteX35203" y="connsiteY35203"/>
              </a:cxn>
              <a:cxn ang="0">
                <a:pos x="connsiteX35204" y="connsiteY35204"/>
              </a:cxn>
              <a:cxn ang="0">
                <a:pos x="connsiteX35205" y="connsiteY35205"/>
              </a:cxn>
              <a:cxn ang="0">
                <a:pos x="connsiteX35206" y="connsiteY35206"/>
              </a:cxn>
              <a:cxn ang="0">
                <a:pos x="connsiteX35207" y="connsiteY35207"/>
              </a:cxn>
              <a:cxn ang="0">
                <a:pos x="connsiteX35208" y="connsiteY35208"/>
              </a:cxn>
              <a:cxn ang="0">
                <a:pos x="connsiteX35209" y="connsiteY35209"/>
              </a:cxn>
              <a:cxn ang="0">
                <a:pos x="connsiteX35210" y="connsiteY35210"/>
              </a:cxn>
              <a:cxn ang="0">
                <a:pos x="connsiteX35211" y="connsiteY35211"/>
              </a:cxn>
              <a:cxn ang="0">
                <a:pos x="connsiteX35212" y="connsiteY35212"/>
              </a:cxn>
              <a:cxn ang="0">
                <a:pos x="connsiteX35213" y="connsiteY35213"/>
              </a:cxn>
              <a:cxn ang="0">
                <a:pos x="connsiteX35214" y="connsiteY35214"/>
              </a:cxn>
              <a:cxn ang="0">
                <a:pos x="connsiteX35215" y="connsiteY35215"/>
              </a:cxn>
              <a:cxn ang="0">
                <a:pos x="connsiteX35216" y="connsiteY35216"/>
              </a:cxn>
              <a:cxn ang="0">
                <a:pos x="connsiteX35217" y="connsiteY35217"/>
              </a:cxn>
              <a:cxn ang="0">
                <a:pos x="connsiteX35218" y="connsiteY35218"/>
              </a:cxn>
              <a:cxn ang="0">
                <a:pos x="connsiteX35219" y="connsiteY35219"/>
              </a:cxn>
              <a:cxn ang="0">
                <a:pos x="connsiteX35220" y="connsiteY35220"/>
              </a:cxn>
              <a:cxn ang="0">
                <a:pos x="connsiteX35221" y="connsiteY35221"/>
              </a:cxn>
              <a:cxn ang="0">
                <a:pos x="connsiteX35222" y="connsiteY35222"/>
              </a:cxn>
              <a:cxn ang="0">
                <a:pos x="connsiteX35223" y="connsiteY35223"/>
              </a:cxn>
              <a:cxn ang="0">
                <a:pos x="connsiteX35224" y="connsiteY35224"/>
              </a:cxn>
              <a:cxn ang="0">
                <a:pos x="connsiteX35225" y="connsiteY35225"/>
              </a:cxn>
              <a:cxn ang="0">
                <a:pos x="connsiteX35226" y="connsiteY35226"/>
              </a:cxn>
              <a:cxn ang="0">
                <a:pos x="connsiteX35227" y="connsiteY35227"/>
              </a:cxn>
              <a:cxn ang="0">
                <a:pos x="connsiteX35228" y="connsiteY35228"/>
              </a:cxn>
              <a:cxn ang="0">
                <a:pos x="connsiteX35229" y="connsiteY35229"/>
              </a:cxn>
              <a:cxn ang="0">
                <a:pos x="connsiteX35230" y="connsiteY35230"/>
              </a:cxn>
              <a:cxn ang="0">
                <a:pos x="connsiteX35231" y="connsiteY35231"/>
              </a:cxn>
              <a:cxn ang="0">
                <a:pos x="connsiteX35232" y="connsiteY35232"/>
              </a:cxn>
              <a:cxn ang="0">
                <a:pos x="connsiteX35233" y="connsiteY35233"/>
              </a:cxn>
              <a:cxn ang="0">
                <a:pos x="connsiteX35234" y="connsiteY35234"/>
              </a:cxn>
              <a:cxn ang="0">
                <a:pos x="connsiteX35235" y="connsiteY35235"/>
              </a:cxn>
              <a:cxn ang="0">
                <a:pos x="connsiteX35236" y="connsiteY35236"/>
              </a:cxn>
              <a:cxn ang="0">
                <a:pos x="connsiteX35237" y="connsiteY35237"/>
              </a:cxn>
              <a:cxn ang="0">
                <a:pos x="connsiteX35238" y="connsiteY35238"/>
              </a:cxn>
              <a:cxn ang="0">
                <a:pos x="connsiteX35239" y="connsiteY35239"/>
              </a:cxn>
              <a:cxn ang="0">
                <a:pos x="connsiteX35240" y="connsiteY35240"/>
              </a:cxn>
              <a:cxn ang="0">
                <a:pos x="connsiteX35241" y="connsiteY35241"/>
              </a:cxn>
              <a:cxn ang="0">
                <a:pos x="connsiteX35242" y="connsiteY35242"/>
              </a:cxn>
              <a:cxn ang="0">
                <a:pos x="connsiteX35243" y="connsiteY35243"/>
              </a:cxn>
              <a:cxn ang="0">
                <a:pos x="connsiteX35244" y="connsiteY35244"/>
              </a:cxn>
              <a:cxn ang="0">
                <a:pos x="connsiteX35245" y="connsiteY35245"/>
              </a:cxn>
              <a:cxn ang="0">
                <a:pos x="connsiteX35246" y="connsiteY35246"/>
              </a:cxn>
              <a:cxn ang="0">
                <a:pos x="connsiteX35247" y="connsiteY35247"/>
              </a:cxn>
              <a:cxn ang="0">
                <a:pos x="connsiteX35248" y="connsiteY35248"/>
              </a:cxn>
              <a:cxn ang="0">
                <a:pos x="connsiteX35249" y="connsiteY35249"/>
              </a:cxn>
              <a:cxn ang="0">
                <a:pos x="connsiteX35250" y="connsiteY35250"/>
              </a:cxn>
              <a:cxn ang="0">
                <a:pos x="connsiteX35251" y="connsiteY35251"/>
              </a:cxn>
              <a:cxn ang="0">
                <a:pos x="connsiteX35252" y="connsiteY35252"/>
              </a:cxn>
              <a:cxn ang="0">
                <a:pos x="connsiteX35253" y="connsiteY35253"/>
              </a:cxn>
              <a:cxn ang="0">
                <a:pos x="connsiteX35254" y="connsiteY35254"/>
              </a:cxn>
              <a:cxn ang="0">
                <a:pos x="connsiteX35255" y="connsiteY35255"/>
              </a:cxn>
              <a:cxn ang="0">
                <a:pos x="connsiteX35256" y="connsiteY35256"/>
              </a:cxn>
              <a:cxn ang="0">
                <a:pos x="connsiteX35257" y="connsiteY35257"/>
              </a:cxn>
              <a:cxn ang="0">
                <a:pos x="connsiteX35258" y="connsiteY35258"/>
              </a:cxn>
              <a:cxn ang="0">
                <a:pos x="connsiteX35259" y="connsiteY35259"/>
              </a:cxn>
              <a:cxn ang="0">
                <a:pos x="connsiteX35260" y="connsiteY35260"/>
              </a:cxn>
              <a:cxn ang="0">
                <a:pos x="connsiteX35261" y="connsiteY35261"/>
              </a:cxn>
              <a:cxn ang="0">
                <a:pos x="connsiteX35262" y="connsiteY35262"/>
              </a:cxn>
              <a:cxn ang="0">
                <a:pos x="connsiteX35263" y="connsiteY35263"/>
              </a:cxn>
              <a:cxn ang="0">
                <a:pos x="connsiteX35264" y="connsiteY35264"/>
              </a:cxn>
              <a:cxn ang="0">
                <a:pos x="connsiteX35265" y="connsiteY35265"/>
              </a:cxn>
              <a:cxn ang="0">
                <a:pos x="connsiteX35266" y="connsiteY35266"/>
              </a:cxn>
              <a:cxn ang="0">
                <a:pos x="connsiteX35267" y="connsiteY35267"/>
              </a:cxn>
              <a:cxn ang="0">
                <a:pos x="connsiteX35268" y="connsiteY35268"/>
              </a:cxn>
              <a:cxn ang="0">
                <a:pos x="connsiteX35269" y="connsiteY35269"/>
              </a:cxn>
              <a:cxn ang="0">
                <a:pos x="connsiteX35270" y="connsiteY35270"/>
              </a:cxn>
              <a:cxn ang="0">
                <a:pos x="connsiteX35271" y="connsiteY35271"/>
              </a:cxn>
              <a:cxn ang="0">
                <a:pos x="connsiteX35272" y="connsiteY35272"/>
              </a:cxn>
              <a:cxn ang="0">
                <a:pos x="connsiteX35273" y="connsiteY35273"/>
              </a:cxn>
              <a:cxn ang="0">
                <a:pos x="connsiteX35274" y="connsiteY35274"/>
              </a:cxn>
              <a:cxn ang="0">
                <a:pos x="connsiteX35275" y="connsiteY35275"/>
              </a:cxn>
              <a:cxn ang="0">
                <a:pos x="connsiteX35276" y="connsiteY35276"/>
              </a:cxn>
              <a:cxn ang="0">
                <a:pos x="connsiteX35277" y="connsiteY35277"/>
              </a:cxn>
              <a:cxn ang="0">
                <a:pos x="connsiteX35278" y="connsiteY35278"/>
              </a:cxn>
              <a:cxn ang="0">
                <a:pos x="connsiteX35279" y="connsiteY35279"/>
              </a:cxn>
              <a:cxn ang="0">
                <a:pos x="connsiteX35280" y="connsiteY35280"/>
              </a:cxn>
              <a:cxn ang="0">
                <a:pos x="connsiteX35281" y="connsiteY35281"/>
              </a:cxn>
              <a:cxn ang="0">
                <a:pos x="connsiteX35282" y="connsiteY35282"/>
              </a:cxn>
              <a:cxn ang="0">
                <a:pos x="connsiteX35283" y="connsiteY35283"/>
              </a:cxn>
              <a:cxn ang="0">
                <a:pos x="connsiteX35284" y="connsiteY35284"/>
              </a:cxn>
              <a:cxn ang="0">
                <a:pos x="connsiteX35285" y="connsiteY35285"/>
              </a:cxn>
              <a:cxn ang="0">
                <a:pos x="connsiteX35286" y="connsiteY35286"/>
              </a:cxn>
              <a:cxn ang="0">
                <a:pos x="connsiteX35287" y="connsiteY35287"/>
              </a:cxn>
              <a:cxn ang="0">
                <a:pos x="connsiteX35288" y="connsiteY35288"/>
              </a:cxn>
              <a:cxn ang="0">
                <a:pos x="connsiteX35289" y="connsiteY35289"/>
              </a:cxn>
              <a:cxn ang="0">
                <a:pos x="connsiteX35290" y="connsiteY35290"/>
              </a:cxn>
              <a:cxn ang="0">
                <a:pos x="connsiteX35291" y="connsiteY35291"/>
              </a:cxn>
              <a:cxn ang="0">
                <a:pos x="connsiteX35292" y="connsiteY35292"/>
              </a:cxn>
              <a:cxn ang="0">
                <a:pos x="connsiteX35293" y="connsiteY35293"/>
              </a:cxn>
              <a:cxn ang="0">
                <a:pos x="connsiteX35294" y="connsiteY35294"/>
              </a:cxn>
              <a:cxn ang="0">
                <a:pos x="connsiteX35295" y="connsiteY35295"/>
              </a:cxn>
              <a:cxn ang="0">
                <a:pos x="connsiteX35296" y="connsiteY35296"/>
              </a:cxn>
              <a:cxn ang="0">
                <a:pos x="connsiteX35297" y="connsiteY35297"/>
              </a:cxn>
              <a:cxn ang="0">
                <a:pos x="connsiteX35298" y="connsiteY35298"/>
              </a:cxn>
              <a:cxn ang="0">
                <a:pos x="connsiteX35299" y="connsiteY35299"/>
              </a:cxn>
              <a:cxn ang="0">
                <a:pos x="connsiteX35300" y="connsiteY35300"/>
              </a:cxn>
              <a:cxn ang="0">
                <a:pos x="connsiteX35301" y="connsiteY35301"/>
              </a:cxn>
              <a:cxn ang="0">
                <a:pos x="connsiteX35302" y="connsiteY35302"/>
              </a:cxn>
              <a:cxn ang="0">
                <a:pos x="connsiteX35303" y="connsiteY35303"/>
              </a:cxn>
              <a:cxn ang="0">
                <a:pos x="connsiteX35304" y="connsiteY35304"/>
              </a:cxn>
              <a:cxn ang="0">
                <a:pos x="connsiteX35305" y="connsiteY35305"/>
              </a:cxn>
              <a:cxn ang="0">
                <a:pos x="connsiteX35306" y="connsiteY35306"/>
              </a:cxn>
              <a:cxn ang="0">
                <a:pos x="connsiteX35307" y="connsiteY35307"/>
              </a:cxn>
              <a:cxn ang="0">
                <a:pos x="connsiteX35308" y="connsiteY35308"/>
              </a:cxn>
              <a:cxn ang="0">
                <a:pos x="connsiteX35309" y="connsiteY35309"/>
              </a:cxn>
              <a:cxn ang="0">
                <a:pos x="connsiteX35310" y="connsiteY35310"/>
              </a:cxn>
              <a:cxn ang="0">
                <a:pos x="connsiteX35311" y="connsiteY35311"/>
              </a:cxn>
              <a:cxn ang="0">
                <a:pos x="connsiteX35312" y="connsiteY35312"/>
              </a:cxn>
              <a:cxn ang="0">
                <a:pos x="connsiteX35313" y="connsiteY35313"/>
              </a:cxn>
              <a:cxn ang="0">
                <a:pos x="connsiteX35314" y="connsiteY35314"/>
              </a:cxn>
              <a:cxn ang="0">
                <a:pos x="connsiteX35315" y="connsiteY35315"/>
              </a:cxn>
              <a:cxn ang="0">
                <a:pos x="connsiteX35316" y="connsiteY35316"/>
              </a:cxn>
              <a:cxn ang="0">
                <a:pos x="connsiteX35317" y="connsiteY35317"/>
              </a:cxn>
              <a:cxn ang="0">
                <a:pos x="connsiteX35318" y="connsiteY35318"/>
              </a:cxn>
              <a:cxn ang="0">
                <a:pos x="connsiteX35319" y="connsiteY35319"/>
              </a:cxn>
              <a:cxn ang="0">
                <a:pos x="connsiteX35320" y="connsiteY35320"/>
              </a:cxn>
              <a:cxn ang="0">
                <a:pos x="connsiteX35321" y="connsiteY35321"/>
              </a:cxn>
              <a:cxn ang="0">
                <a:pos x="connsiteX35322" y="connsiteY35322"/>
              </a:cxn>
              <a:cxn ang="0">
                <a:pos x="connsiteX35323" y="connsiteY35323"/>
              </a:cxn>
              <a:cxn ang="0">
                <a:pos x="connsiteX35324" y="connsiteY35324"/>
              </a:cxn>
              <a:cxn ang="0">
                <a:pos x="connsiteX35325" y="connsiteY35325"/>
              </a:cxn>
              <a:cxn ang="0">
                <a:pos x="connsiteX35326" y="connsiteY35326"/>
              </a:cxn>
              <a:cxn ang="0">
                <a:pos x="connsiteX35327" y="connsiteY35327"/>
              </a:cxn>
              <a:cxn ang="0">
                <a:pos x="connsiteX35328" y="connsiteY35328"/>
              </a:cxn>
              <a:cxn ang="0">
                <a:pos x="connsiteX35329" y="connsiteY35329"/>
              </a:cxn>
              <a:cxn ang="0">
                <a:pos x="connsiteX35330" y="connsiteY35330"/>
              </a:cxn>
              <a:cxn ang="0">
                <a:pos x="connsiteX35331" y="connsiteY35331"/>
              </a:cxn>
              <a:cxn ang="0">
                <a:pos x="connsiteX35332" y="connsiteY35332"/>
              </a:cxn>
              <a:cxn ang="0">
                <a:pos x="connsiteX35333" y="connsiteY35333"/>
              </a:cxn>
              <a:cxn ang="0">
                <a:pos x="connsiteX35334" y="connsiteY35334"/>
              </a:cxn>
              <a:cxn ang="0">
                <a:pos x="connsiteX35335" y="connsiteY35335"/>
              </a:cxn>
              <a:cxn ang="0">
                <a:pos x="connsiteX35336" y="connsiteY35336"/>
              </a:cxn>
              <a:cxn ang="0">
                <a:pos x="connsiteX35337" y="connsiteY35337"/>
              </a:cxn>
              <a:cxn ang="0">
                <a:pos x="connsiteX35338" y="connsiteY35338"/>
              </a:cxn>
              <a:cxn ang="0">
                <a:pos x="connsiteX35339" y="connsiteY35339"/>
              </a:cxn>
              <a:cxn ang="0">
                <a:pos x="connsiteX35340" y="connsiteY35340"/>
              </a:cxn>
              <a:cxn ang="0">
                <a:pos x="connsiteX35341" y="connsiteY35341"/>
              </a:cxn>
              <a:cxn ang="0">
                <a:pos x="connsiteX35342" y="connsiteY35342"/>
              </a:cxn>
              <a:cxn ang="0">
                <a:pos x="connsiteX35343" y="connsiteY35343"/>
              </a:cxn>
              <a:cxn ang="0">
                <a:pos x="connsiteX35344" y="connsiteY35344"/>
              </a:cxn>
              <a:cxn ang="0">
                <a:pos x="connsiteX35345" y="connsiteY35345"/>
              </a:cxn>
              <a:cxn ang="0">
                <a:pos x="connsiteX35346" y="connsiteY35346"/>
              </a:cxn>
              <a:cxn ang="0">
                <a:pos x="connsiteX35347" y="connsiteY35347"/>
              </a:cxn>
              <a:cxn ang="0">
                <a:pos x="connsiteX35348" y="connsiteY35348"/>
              </a:cxn>
              <a:cxn ang="0">
                <a:pos x="connsiteX35349" y="connsiteY35349"/>
              </a:cxn>
              <a:cxn ang="0">
                <a:pos x="connsiteX35350" y="connsiteY35350"/>
              </a:cxn>
              <a:cxn ang="0">
                <a:pos x="connsiteX35351" y="connsiteY35351"/>
              </a:cxn>
              <a:cxn ang="0">
                <a:pos x="connsiteX35352" y="connsiteY35352"/>
              </a:cxn>
              <a:cxn ang="0">
                <a:pos x="connsiteX35353" y="connsiteY35353"/>
              </a:cxn>
              <a:cxn ang="0">
                <a:pos x="connsiteX35354" y="connsiteY35354"/>
              </a:cxn>
              <a:cxn ang="0">
                <a:pos x="connsiteX35355" y="connsiteY35355"/>
              </a:cxn>
              <a:cxn ang="0">
                <a:pos x="connsiteX35356" y="connsiteY35356"/>
              </a:cxn>
              <a:cxn ang="0">
                <a:pos x="connsiteX35357" y="connsiteY35357"/>
              </a:cxn>
              <a:cxn ang="0">
                <a:pos x="connsiteX35358" y="connsiteY35358"/>
              </a:cxn>
              <a:cxn ang="0">
                <a:pos x="connsiteX35359" y="connsiteY35359"/>
              </a:cxn>
              <a:cxn ang="0">
                <a:pos x="connsiteX35360" y="connsiteY35360"/>
              </a:cxn>
              <a:cxn ang="0">
                <a:pos x="connsiteX35361" y="connsiteY35361"/>
              </a:cxn>
              <a:cxn ang="0">
                <a:pos x="connsiteX35362" y="connsiteY35362"/>
              </a:cxn>
              <a:cxn ang="0">
                <a:pos x="connsiteX35363" y="connsiteY35363"/>
              </a:cxn>
              <a:cxn ang="0">
                <a:pos x="connsiteX35364" y="connsiteY35364"/>
              </a:cxn>
              <a:cxn ang="0">
                <a:pos x="connsiteX35365" y="connsiteY35365"/>
              </a:cxn>
              <a:cxn ang="0">
                <a:pos x="connsiteX35366" y="connsiteY35366"/>
              </a:cxn>
              <a:cxn ang="0">
                <a:pos x="connsiteX35367" y="connsiteY35367"/>
              </a:cxn>
              <a:cxn ang="0">
                <a:pos x="connsiteX35368" y="connsiteY35368"/>
              </a:cxn>
              <a:cxn ang="0">
                <a:pos x="connsiteX35369" y="connsiteY35369"/>
              </a:cxn>
              <a:cxn ang="0">
                <a:pos x="connsiteX35370" y="connsiteY35370"/>
              </a:cxn>
              <a:cxn ang="0">
                <a:pos x="connsiteX35371" y="connsiteY35371"/>
              </a:cxn>
              <a:cxn ang="0">
                <a:pos x="connsiteX35372" y="connsiteY35372"/>
              </a:cxn>
              <a:cxn ang="0">
                <a:pos x="connsiteX35373" y="connsiteY35373"/>
              </a:cxn>
              <a:cxn ang="0">
                <a:pos x="connsiteX35374" y="connsiteY35374"/>
              </a:cxn>
              <a:cxn ang="0">
                <a:pos x="connsiteX35375" y="connsiteY35375"/>
              </a:cxn>
              <a:cxn ang="0">
                <a:pos x="connsiteX35376" y="connsiteY35376"/>
              </a:cxn>
              <a:cxn ang="0">
                <a:pos x="connsiteX35377" y="connsiteY35377"/>
              </a:cxn>
              <a:cxn ang="0">
                <a:pos x="connsiteX35378" y="connsiteY35378"/>
              </a:cxn>
              <a:cxn ang="0">
                <a:pos x="connsiteX35379" y="connsiteY35379"/>
              </a:cxn>
              <a:cxn ang="0">
                <a:pos x="connsiteX35380" y="connsiteY35380"/>
              </a:cxn>
              <a:cxn ang="0">
                <a:pos x="connsiteX35381" y="connsiteY35381"/>
              </a:cxn>
              <a:cxn ang="0">
                <a:pos x="connsiteX35382" y="connsiteY35382"/>
              </a:cxn>
              <a:cxn ang="0">
                <a:pos x="connsiteX35383" y="connsiteY35383"/>
              </a:cxn>
              <a:cxn ang="0">
                <a:pos x="connsiteX35384" y="connsiteY35384"/>
              </a:cxn>
              <a:cxn ang="0">
                <a:pos x="connsiteX35385" y="connsiteY35385"/>
              </a:cxn>
              <a:cxn ang="0">
                <a:pos x="connsiteX35386" y="connsiteY35386"/>
              </a:cxn>
              <a:cxn ang="0">
                <a:pos x="connsiteX35387" y="connsiteY35387"/>
              </a:cxn>
              <a:cxn ang="0">
                <a:pos x="connsiteX35388" y="connsiteY35388"/>
              </a:cxn>
              <a:cxn ang="0">
                <a:pos x="connsiteX35389" y="connsiteY35389"/>
              </a:cxn>
              <a:cxn ang="0">
                <a:pos x="connsiteX35390" y="connsiteY35390"/>
              </a:cxn>
              <a:cxn ang="0">
                <a:pos x="connsiteX35391" y="connsiteY35391"/>
              </a:cxn>
              <a:cxn ang="0">
                <a:pos x="connsiteX35392" y="connsiteY35392"/>
              </a:cxn>
              <a:cxn ang="0">
                <a:pos x="connsiteX35393" y="connsiteY35393"/>
              </a:cxn>
              <a:cxn ang="0">
                <a:pos x="connsiteX35394" y="connsiteY35394"/>
              </a:cxn>
              <a:cxn ang="0">
                <a:pos x="connsiteX35395" y="connsiteY35395"/>
              </a:cxn>
              <a:cxn ang="0">
                <a:pos x="connsiteX35396" y="connsiteY35396"/>
              </a:cxn>
              <a:cxn ang="0">
                <a:pos x="connsiteX35397" y="connsiteY35397"/>
              </a:cxn>
              <a:cxn ang="0">
                <a:pos x="connsiteX35398" y="connsiteY35398"/>
              </a:cxn>
              <a:cxn ang="0">
                <a:pos x="connsiteX35399" y="connsiteY35399"/>
              </a:cxn>
              <a:cxn ang="0">
                <a:pos x="connsiteX35400" y="connsiteY35400"/>
              </a:cxn>
              <a:cxn ang="0">
                <a:pos x="connsiteX35401" y="connsiteY35401"/>
              </a:cxn>
              <a:cxn ang="0">
                <a:pos x="connsiteX35402" y="connsiteY35402"/>
              </a:cxn>
              <a:cxn ang="0">
                <a:pos x="connsiteX35403" y="connsiteY35403"/>
              </a:cxn>
              <a:cxn ang="0">
                <a:pos x="connsiteX35404" y="connsiteY35404"/>
              </a:cxn>
              <a:cxn ang="0">
                <a:pos x="connsiteX35405" y="connsiteY35405"/>
              </a:cxn>
              <a:cxn ang="0">
                <a:pos x="connsiteX35406" y="connsiteY35406"/>
              </a:cxn>
              <a:cxn ang="0">
                <a:pos x="connsiteX35407" y="connsiteY35407"/>
              </a:cxn>
              <a:cxn ang="0">
                <a:pos x="connsiteX35408" y="connsiteY35408"/>
              </a:cxn>
              <a:cxn ang="0">
                <a:pos x="connsiteX35409" y="connsiteY35409"/>
              </a:cxn>
              <a:cxn ang="0">
                <a:pos x="connsiteX35410" y="connsiteY35410"/>
              </a:cxn>
              <a:cxn ang="0">
                <a:pos x="connsiteX35411" y="connsiteY35411"/>
              </a:cxn>
              <a:cxn ang="0">
                <a:pos x="connsiteX35412" y="connsiteY35412"/>
              </a:cxn>
              <a:cxn ang="0">
                <a:pos x="connsiteX35413" y="connsiteY35413"/>
              </a:cxn>
              <a:cxn ang="0">
                <a:pos x="connsiteX35414" y="connsiteY35414"/>
              </a:cxn>
              <a:cxn ang="0">
                <a:pos x="connsiteX35415" y="connsiteY35415"/>
              </a:cxn>
              <a:cxn ang="0">
                <a:pos x="connsiteX35416" y="connsiteY35416"/>
              </a:cxn>
              <a:cxn ang="0">
                <a:pos x="connsiteX35417" y="connsiteY35417"/>
              </a:cxn>
              <a:cxn ang="0">
                <a:pos x="connsiteX35418" y="connsiteY35418"/>
              </a:cxn>
              <a:cxn ang="0">
                <a:pos x="connsiteX35419" y="connsiteY35419"/>
              </a:cxn>
              <a:cxn ang="0">
                <a:pos x="connsiteX35420" y="connsiteY35420"/>
              </a:cxn>
              <a:cxn ang="0">
                <a:pos x="connsiteX35421" y="connsiteY35421"/>
              </a:cxn>
              <a:cxn ang="0">
                <a:pos x="connsiteX35422" y="connsiteY35422"/>
              </a:cxn>
              <a:cxn ang="0">
                <a:pos x="connsiteX35423" y="connsiteY35423"/>
              </a:cxn>
              <a:cxn ang="0">
                <a:pos x="connsiteX35424" y="connsiteY35424"/>
              </a:cxn>
              <a:cxn ang="0">
                <a:pos x="connsiteX35425" y="connsiteY35425"/>
              </a:cxn>
              <a:cxn ang="0">
                <a:pos x="connsiteX35426" y="connsiteY35426"/>
              </a:cxn>
              <a:cxn ang="0">
                <a:pos x="connsiteX35427" y="connsiteY35427"/>
              </a:cxn>
              <a:cxn ang="0">
                <a:pos x="connsiteX35428" y="connsiteY35428"/>
              </a:cxn>
              <a:cxn ang="0">
                <a:pos x="connsiteX35429" y="connsiteY35429"/>
              </a:cxn>
              <a:cxn ang="0">
                <a:pos x="connsiteX35430" y="connsiteY35430"/>
              </a:cxn>
              <a:cxn ang="0">
                <a:pos x="connsiteX35431" y="connsiteY35431"/>
              </a:cxn>
              <a:cxn ang="0">
                <a:pos x="connsiteX35432" y="connsiteY35432"/>
              </a:cxn>
              <a:cxn ang="0">
                <a:pos x="connsiteX35433" y="connsiteY35433"/>
              </a:cxn>
              <a:cxn ang="0">
                <a:pos x="connsiteX35434" y="connsiteY35434"/>
              </a:cxn>
              <a:cxn ang="0">
                <a:pos x="connsiteX35435" y="connsiteY35435"/>
              </a:cxn>
              <a:cxn ang="0">
                <a:pos x="connsiteX35436" y="connsiteY35436"/>
              </a:cxn>
              <a:cxn ang="0">
                <a:pos x="connsiteX35437" y="connsiteY35437"/>
              </a:cxn>
              <a:cxn ang="0">
                <a:pos x="connsiteX35438" y="connsiteY35438"/>
              </a:cxn>
              <a:cxn ang="0">
                <a:pos x="connsiteX35439" y="connsiteY35439"/>
              </a:cxn>
              <a:cxn ang="0">
                <a:pos x="connsiteX35440" y="connsiteY35440"/>
              </a:cxn>
              <a:cxn ang="0">
                <a:pos x="connsiteX35441" y="connsiteY35441"/>
              </a:cxn>
              <a:cxn ang="0">
                <a:pos x="connsiteX35442" y="connsiteY35442"/>
              </a:cxn>
              <a:cxn ang="0">
                <a:pos x="connsiteX35443" y="connsiteY35443"/>
              </a:cxn>
              <a:cxn ang="0">
                <a:pos x="connsiteX35444" y="connsiteY35444"/>
              </a:cxn>
              <a:cxn ang="0">
                <a:pos x="connsiteX35445" y="connsiteY35445"/>
              </a:cxn>
              <a:cxn ang="0">
                <a:pos x="connsiteX35446" y="connsiteY35446"/>
              </a:cxn>
              <a:cxn ang="0">
                <a:pos x="connsiteX35447" y="connsiteY35447"/>
              </a:cxn>
              <a:cxn ang="0">
                <a:pos x="connsiteX35448" y="connsiteY35448"/>
              </a:cxn>
              <a:cxn ang="0">
                <a:pos x="connsiteX35449" y="connsiteY35449"/>
              </a:cxn>
              <a:cxn ang="0">
                <a:pos x="connsiteX35450" y="connsiteY35450"/>
              </a:cxn>
              <a:cxn ang="0">
                <a:pos x="connsiteX35451" y="connsiteY35451"/>
              </a:cxn>
              <a:cxn ang="0">
                <a:pos x="connsiteX35452" y="connsiteY35452"/>
              </a:cxn>
              <a:cxn ang="0">
                <a:pos x="connsiteX35453" y="connsiteY35453"/>
              </a:cxn>
              <a:cxn ang="0">
                <a:pos x="connsiteX35454" y="connsiteY35454"/>
              </a:cxn>
              <a:cxn ang="0">
                <a:pos x="connsiteX35455" y="connsiteY35455"/>
              </a:cxn>
              <a:cxn ang="0">
                <a:pos x="connsiteX35456" y="connsiteY35456"/>
              </a:cxn>
              <a:cxn ang="0">
                <a:pos x="connsiteX35457" y="connsiteY35457"/>
              </a:cxn>
              <a:cxn ang="0">
                <a:pos x="connsiteX35458" y="connsiteY35458"/>
              </a:cxn>
              <a:cxn ang="0">
                <a:pos x="connsiteX35459" y="connsiteY35459"/>
              </a:cxn>
              <a:cxn ang="0">
                <a:pos x="connsiteX35460" y="connsiteY35460"/>
              </a:cxn>
              <a:cxn ang="0">
                <a:pos x="connsiteX35461" y="connsiteY35461"/>
              </a:cxn>
              <a:cxn ang="0">
                <a:pos x="connsiteX35462" y="connsiteY35462"/>
              </a:cxn>
              <a:cxn ang="0">
                <a:pos x="connsiteX35463" y="connsiteY35463"/>
              </a:cxn>
              <a:cxn ang="0">
                <a:pos x="connsiteX35464" y="connsiteY35464"/>
              </a:cxn>
              <a:cxn ang="0">
                <a:pos x="connsiteX35465" y="connsiteY35465"/>
              </a:cxn>
              <a:cxn ang="0">
                <a:pos x="connsiteX35466" y="connsiteY35466"/>
              </a:cxn>
              <a:cxn ang="0">
                <a:pos x="connsiteX35467" y="connsiteY35467"/>
              </a:cxn>
              <a:cxn ang="0">
                <a:pos x="connsiteX35468" y="connsiteY35468"/>
              </a:cxn>
              <a:cxn ang="0">
                <a:pos x="connsiteX35469" y="connsiteY35469"/>
              </a:cxn>
              <a:cxn ang="0">
                <a:pos x="connsiteX35470" y="connsiteY35470"/>
              </a:cxn>
              <a:cxn ang="0">
                <a:pos x="connsiteX35471" y="connsiteY35471"/>
              </a:cxn>
              <a:cxn ang="0">
                <a:pos x="connsiteX35472" y="connsiteY35472"/>
              </a:cxn>
              <a:cxn ang="0">
                <a:pos x="connsiteX35473" y="connsiteY35473"/>
              </a:cxn>
              <a:cxn ang="0">
                <a:pos x="connsiteX35474" y="connsiteY35474"/>
              </a:cxn>
              <a:cxn ang="0">
                <a:pos x="connsiteX35475" y="connsiteY35475"/>
              </a:cxn>
              <a:cxn ang="0">
                <a:pos x="connsiteX35476" y="connsiteY35476"/>
              </a:cxn>
              <a:cxn ang="0">
                <a:pos x="connsiteX35477" y="connsiteY35477"/>
              </a:cxn>
              <a:cxn ang="0">
                <a:pos x="connsiteX35478" y="connsiteY35478"/>
              </a:cxn>
              <a:cxn ang="0">
                <a:pos x="connsiteX35479" y="connsiteY35479"/>
              </a:cxn>
              <a:cxn ang="0">
                <a:pos x="connsiteX35480" y="connsiteY35480"/>
              </a:cxn>
              <a:cxn ang="0">
                <a:pos x="connsiteX35481" y="connsiteY35481"/>
              </a:cxn>
              <a:cxn ang="0">
                <a:pos x="connsiteX35482" y="connsiteY35482"/>
              </a:cxn>
              <a:cxn ang="0">
                <a:pos x="connsiteX35483" y="connsiteY35483"/>
              </a:cxn>
              <a:cxn ang="0">
                <a:pos x="connsiteX35484" y="connsiteY35484"/>
              </a:cxn>
              <a:cxn ang="0">
                <a:pos x="connsiteX35485" y="connsiteY35485"/>
              </a:cxn>
              <a:cxn ang="0">
                <a:pos x="connsiteX35486" y="connsiteY35486"/>
              </a:cxn>
              <a:cxn ang="0">
                <a:pos x="connsiteX35487" y="connsiteY35487"/>
              </a:cxn>
              <a:cxn ang="0">
                <a:pos x="connsiteX35488" y="connsiteY35488"/>
              </a:cxn>
              <a:cxn ang="0">
                <a:pos x="connsiteX35489" y="connsiteY35489"/>
              </a:cxn>
              <a:cxn ang="0">
                <a:pos x="connsiteX35490" y="connsiteY35490"/>
              </a:cxn>
              <a:cxn ang="0">
                <a:pos x="connsiteX35491" y="connsiteY35491"/>
              </a:cxn>
              <a:cxn ang="0">
                <a:pos x="connsiteX35492" y="connsiteY35492"/>
              </a:cxn>
              <a:cxn ang="0">
                <a:pos x="connsiteX35493" y="connsiteY35493"/>
              </a:cxn>
              <a:cxn ang="0">
                <a:pos x="connsiteX35494" y="connsiteY35494"/>
              </a:cxn>
              <a:cxn ang="0">
                <a:pos x="connsiteX35495" y="connsiteY35495"/>
              </a:cxn>
              <a:cxn ang="0">
                <a:pos x="connsiteX35496" y="connsiteY35496"/>
              </a:cxn>
              <a:cxn ang="0">
                <a:pos x="connsiteX35497" y="connsiteY35497"/>
              </a:cxn>
              <a:cxn ang="0">
                <a:pos x="connsiteX35498" y="connsiteY35498"/>
              </a:cxn>
              <a:cxn ang="0">
                <a:pos x="connsiteX35499" y="connsiteY35499"/>
              </a:cxn>
              <a:cxn ang="0">
                <a:pos x="connsiteX35500" y="connsiteY35500"/>
              </a:cxn>
              <a:cxn ang="0">
                <a:pos x="connsiteX35501" y="connsiteY35501"/>
              </a:cxn>
              <a:cxn ang="0">
                <a:pos x="connsiteX35502" y="connsiteY35502"/>
              </a:cxn>
              <a:cxn ang="0">
                <a:pos x="connsiteX35503" y="connsiteY35503"/>
              </a:cxn>
              <a:cxn ang="0">
                <a:pos x="connsiteX35504" y="connsiteY35504"/>
              </a:cxn>
              <a:cxn ang="0">
                <a:pos x="connsiteX35505" y="connsiteY35505"/>
              </a:cxn>
              <a:cxn ang="0">
                <a:pos x="connsiteX35506" y="connsiteY35506"/>
              </a:cxn>
              <a:cxn ang="0">
                <a:pos x="connsiteX35507" y="connsiteY35507"/>
              </a:cxn>
              <a:cxn ang="0">
                <a:pos x="connsiteX35508" y="connsiteY35508"/>
              </a:cxn>
              <a:cxn ang="0">
                <a:pos x="connsiteX35509" y="connsiteY35509"/>
              </a:cxn>
              <a:cxn ang="0">
                <a:pos x="connsiteX35510" y="connsiteY35510"/>
              </a:cxn>
              <a:cxn ang="0">
                <a:pos x="connsiteX35511" y="connsiteY35511"/>
              </a:cxn>
              <a:cxn ang="0">
                <a:pos x="connsiteX35512" y="connsiteY35512"/>
              </a:cxn>
              <a:cxn ang="0">
                <a:pos x="connsiteX35513" y="connsiteY35513"/>
              </a:cxn>
              <a:cxn ang="0">
                <a:pos x="connsiteX35514" y="connsiteY35514"/>
              </a:cxn>
              <a:cxn ang="0">
                <a:pos x="connsiteX35515" y="connsiteY35515"/>
              </a:cxn>
              <a:cxn ang="0">
                <a:pos x="connsiteX35516" y="connsiteY35516"/>
              </a:cxn>
              <a:cxn ang="0">
                <a:pos x="connsiteX35517" y="connsiteY35517"/>
              </a:cxn>
              <a:cxn ang="0">
                <a:pos x="connsiteX35518" y="connsiteY35518"/>
              </a:cxn>
              <a:cxn ang="0">
                <a:pos x="connsiteX35519" y="connsiteY35519"/>
              </a:cxn>
              <a:cxn ang="0">
                <a:pos x="connsiteX35520" y="connsiteY35520"/>
              </a:cxn>
              <a:cxn ang="0">
                <a:pos x="connsiteX35521" y="connsiteY35521"/>
              </a:cxn>
              <a:cxn ang="0">
                <a:pos x="connsiteX35522" y="connsiteY35522"/>
              </a:cxn>
              <a:cxn ang="0">
                <a:pos x="connsiteX35523" y="connsiteY35523"/>
              </a:cxn>
              <a:cxn ang="0">
                <a:pos x="connsiteX35524" y="connsiteY35524"/>
              </a:cxn>
              <a:cxn ang="0">
                <a:pos x="connsiteX35525" y="connsiteY35525"/>
              </a:cxn>
              <a:cxn ang="0">
                <a:pos x="connsiteX35526" y="connsiteY35526"/>
              </a:cxn>
              <a:cxn ang="0">
                <a:pos x="connsiteX35527" y="connsiteY35527"/>
              </a:cxn>
              <a:cxn ang="0">
                <a:pos x="connsiteX35528" y="connsiteY35528"/>
              </a:cxn>
              <a:cxn ang="0">
                <a:pos x="connsiteX35529" y="connsiteY35529"/>
              </a:cxn>
              <a:cxn ang="0">
                <a:pos x="connsiteX35530" y="connsiteY35530"/>
              </a:cxn>
              <a:cxn ang="0">
                <a:pos x="connsiteX35531" y="connsiteY35531"/>
              </a:cxn>
              <a:cxn ang="0">
                <a:pos x="connsiteX35532" y="connsiteY35532"/>
              </a:cxn>
              <a:cxn ang="0">
                <a:pos x="connsiteX35533" y="connsiteY35533"/>
              </a:cxn>
              <a:cxn ang="0">
                <a:pos x="connsiteX35534" y="connsiteY35534"/>
              </a:cxn>
              <a:cxn ang="0">
                <a:pos x="connsiteX35535" y="connsiteY35535"/>
              </a:cxn>
              <a:cxn ang="0">
                <a:pos x="connsiteX35536" y="connsiteY35536"/>
              </a:cxn>
              <a:cxn ang="0">
                <a:pos x="connsiteX35537" y="connsiteY35537"/>
              </a:cxn>
              <a:cxn ang="0">
                <a:pos x="connsiteX35538" y="connsiteY35538"/>
              </a:cxn>
              <a:cxn ang="0">
                <a:pos x="connsiteX35539" y="connsiteY35539"/>
              </a:cxn>
              <a:cxn ang="0">
                <a:pos x="connsiteX35540" y="connsiteY35540"/>
              </a:cxn>
              <a:cxn ang="0">
                <a:pos x="connsiteX35541" y="connsiteY35541"/>
              </a:cxn>
              <a:cxn ang="0">
                <a:pos x="connsiteX35542" y="connsiteY35542"/>
              </a:cxn>
              <a:cxn ang="0">
                <a:pos x="connsiteX35543" y="connsiteY35543"/>
              </a:cxn>
              <a:cxn ang="0">
                <a:pos x="connsiteX35544" y="connsiteY35544"/>
              </a:cxn>
              <a:cxn ang="0">
                <a:pos x="connsiteX35545" y="connsiteY35545"/>
              </a:cxn>
              <a:cxn ang="0">
                <a:pos x="connsiteX35546" y="connsiteY35546"/>
              </a:cxn>
              <a:cxn ang="0">
                <a:pos x="connsiteX35547" y="connsiteY35547"/>
              </a:cxn>
              <a:cxn ang="0">
                <a:pos x="connsiteX35548" y="connsiteY35548"/>
              </a:cxn>
              <a:cxn ang="0">
                <a:pos x="connsiteX35549" y="connsiteY35549"/>
              </a:cxn>
              <a:cxn ang="0">
                <a:pos x="connsiteX35550" y="connsiteY35550"/>
              </a:cxn>
              <a:cxn ang="0">
                <a:pos x="connsiteX35551" y="connsiteY35551"/>
              </a:cxn>
              <a:cxn ang="0">
                <a:pos x="connsiteX35552" y="connsiteY35552"/>
              </a:cxn>
              <a:cxn ang="0">
                <a:pos x="connsiteX35553" y="connsiteY35553"/>
              </a:cxn>
              <a:cxn ang="0">
                <a:pos x="connsiteX35554" y="connsiteY35554"/>
              </a:cxn>
              <a:cxn ang="0">
                <a:pos x="connsiteX35555" y="connsiteY35555"/>
              </a:cxn>
              <a:cxn ang="0">
                <a:pos x="connsiteX35556" y="connsiteY35556"/>
              </a:cxn>
              <a:cxn ang="0">
                <a:pos x="connsiteX35557" y="connsiteY35557"/>
              </a:cxn>
              <a:cxn ang="0">
                <a:pos x="connsiteX35558" y="connsiteY35558"/>
              </a:cxn>
              <a:cxn ang="0">
                <a:pos x="connsiteX35559" y="connsiteY35559"/>
              </a:cxn>
              <a:cxn ang="0">
                <a:pos x="connsiteX35560" y="connsiteY35560"/>
              </a:cxn>
              <a:cxn ang="0">
                <a:pos x="connsiteX35561" y="connsiteY35561"/>
              </a:cxn>
              <a:cxn ang="0">
                <a:pos x="connsiteX35562" y="connsiteY35562"/>
              </a:cxn>
              <a:cxn ang="0">
                <a:pos x="connsiteX35563" y="connsiteY35563"/>
              </a:cxn>
              <a:cxn ang="0">
                <a:pos x="connsiteX35564" y="connsiteY35564"/>
              </a:cxn>
              <a:cxn ang="0">
                <a:pos x="connsiteX35565" y="connsiteY35565"/>
              </a:cxn>
              <a:cxn ang="0">
                <a:pos x="connsiteX35566" y="connsiteY35566"/>
              </a:cxn>
              <a:cxn ang="0">
                <a:pos x="connsiteX35567" y="connsiteY35567"/>
              </a:cxn>
              <a:cxn ang="0">
                <a:pos x="connsiteX35568" y="connsiteY35568"/>
              </a:cxn>
              <a:cxn ang="0">
                <a:pos x="connsiteX35569" y="connsiteY35569"/>
              </a:cxn>
              <a:cxn ang="0">
                <a:pos x="connsiteX35570" y="connsiteY35570"/>
              </a:cxn>
              <a:cxn ang="0">
                <a:pos x="connsiteX35571" y="connsiteY35571"/>
              </a:cxn>
              <a:cxn ang="0">
                <a:pos x="connsiteX35572" y="connsiteY35572"/>
              </a:cxn>
              <a:cxn ang="0">
                <a:pos x="connsiteX35573" y="connsiteY35573"/>
              </a:cxn>
              <a:cxn ang="0">
                <a:pos x="connsiteX35574" y="connsiteY35574"/>
              </a:cxn>
              <a:cxn ang="0">
                <a:pos x="connsiteX35575" y="connsiteY35575"/>
              </a:cxn>
              <a:cxn ang="0">
                <a:pos x="connsiteX35576" y="connsiteY35576"/>
              </a:cxn>
              <a:cxn ang="0">
                <a:pos x="connsiteX35577" y="connsiteY35577"/>
              </a:cxn>
              <a:cxn ang="0">
                <a:pos x="connsiteX35578" y="connsiteY35578"/>
              </a:cxn>
              <a:cxn ang="0">
                <a:pos x="connsiteX35579" y="connsiteY35579"/>
              </a:cxn>
              <a:cxn ang="0">
                <a:pos x="connsiteX35580" y="connsiteY35580"/>
              </a:cxn>
              <a:cxn ang="0">
                <a:pos x="connsiteX35581" y="connsiteY35581"/>
              </a:cxn>
              <a:cxn ang="0">
                <a:pos x="connsiteX35582" y="connsiteY35582"/>
              </a:cxn>
              <a:cxn ang="0">
                <a:pos x="connsiteX35583" y="connsiteY35583"/>
              </a:cxn>
              <a:cxn ang="0">
                <a:pos x="connsiteX35584" y="connsiteY35584"/>
              </a:cxn>
              <a:cxn ang="0">
                <a:pos x="connsiteX35585" y="connsiteY35585"/>
              </a:cxn>
              <a:cxn ang="0">
                <a:pos x="connsiteX35586" y="connsiteY35586"/>
              </a:cxn>
              <a:cxn ang="0">
                <a:pos x="connsiteX35587" y="connsiteY35587"/>
              </a:cxn>
              <a:cxn ang="0">
                <a:pos x="connsiteX35588" y="connsiteY35588"/>
              </a:cxn>
              <a:cxn ang="0">
                <a:pos x="connsiteX35589" y="connsiteY35589"/>
              </a:cxn>
              <a:cxn ang="0">
                <a:pos x="connsiteX35590" y="connsiteY35590"/>
              </a:cxn>
              <a:cxn ang="0">
                <a:pos x="connsiteX35591" y="connsiteY35591"/>
              </a:cxn>
              <a:cxn ang="0">
                <a:pos x="connsiteX35592" y="connsiteY35592"/>
              </a:cxn>
              <a:cxn ang="0">
                <a:pos x="connsiteX35593" y="connsiteY35593"/>
              </a:cxn>
              <a:cxn ang="0">
                <a:pos x="connsiteX35594" y="connsiteY35594"/>
              </a:cxn>
              <a:cxn ang="0">
                <a:pos x="connsiteX35595" y="connsiteY35595"/>
              </a:cxn>
              <a:cxn ang="0">
                <a:pos x="connsiteX35596" y="connsiteY35596"/>
              </a:cxn>
              <a:cxn ang="0">
                <a:pos x="connsiteX35597" y="connsiteY35597"/>
              </a:cxn>
              <a:cxn ang="0">
                <a:pos x="connsiteX35598" y="connsiteY35598"/>
              </a:cxn>
              <a:cxn ang="0">
                <a:pos x="connsiteX35599" y="connsiteY35599"/>
              </a:cxn>
              <a:cxn ang="0">
                <a:pos x="connsiteX35600" y="connsiteY35600"/>
              </a:cxn>
              <a:cxn ang="0">
                <a:pos x="connsiteX35601" y="connsiteY35601"/>
              </a:cxn>
              <a:cxn ang="0">
                <a:pos x="connsiteX35602" y="connsiteY35602"/>
              </a:cxn>
              <a:cxn ang="0">
                <a:pos x="connsiteX35603" y="connsiteY35603"/>
              </a:cxn>
              <a:cxn ang="0">
                <a:pos x="connsiteX35604" y="connsiteY35604"/>
              </a:cxn>
              <a:cxn ang="0">
                <a:pos x="connsiteX35605" y="connsiteY35605"/>
              </a:cxn>
              <a:cxn ang="0">
                <a:pos x="connsiteX35606" y="connsiteY35606"/>
              </a:cxn>
              <a:cxn ang="0">
                <a:pos x="connsiteX35607" y="connsiteY35607"/>
              </a:cxn>
              <a:cxn ang="0">
                <a:pos x="connsiteX35608" y="connsiteY35608"/>
              </a:cxn>
              <a:cxn ang="0">
                <a:pos x="connsiteX35609" y="connsiteY35609"/>
              </a:cxn>
              <a:cxn ang="0">
                <a:pos x="connsiteX35610" y="connsiteY35610"/>
              </a:cxn>
              <a:cxn ang="0">
                <a:pos x="connsiteX35611" y="connsiteY35611"/>
              </a:cxn>
              <a:cxn ang="0">
                <a:pos x="connsiteX35612" y="connsiteY35612"/>
              </a:cxn>
              <a:cxn ang="0">
                <a:pos x="connsiteX35613" y="connsiteY35613"/>
              </a:cxn>
              <a:cxn ang="0">
                <a:pos x="connsiteX35614" y="connsiteY35614"/>
              </a:cxn>
              <a:cxn ang="0">
                <a:pos x="connsiteX35615" y="connsiteY35615"/>
              </a:cxn>
              <a:cxn ang="0">
                <a:pos x="connsiteX35616" y="connsiteY35616"/>
              </a:cxn>
              <a:cxn ang="0">
                <a:pos x="connsiteX35617" y="connsiteY35617"/>
              </a:cxn>
              <a:cxn ang="0">
                <a:pos x="connsiteX35618" y="connsiteY35618"/>
              </a:cxn>
              <a:cxn ang="0">
                <a:pos x="connsiteX35619" y="connsiteY35619"/>
              </a:cxn>
              <a:cxn ang="0">
                <a:pos x="connsiteX35620" y="connsiteY35620"/>
              </a:cxn>
              <a:cxn ang="0">
                <a:pos x="connsiteX35621" y="connsiteY35621"/>
              </a:cxn>
              <a:cxn ang="0">
                <a:pos x="connsiteX35622" y="connsiteY35622"/>
              </a:cxn>
              <a:cxn ang="0">
                <a:pos x="connsiteX35623" y="connsiteY35623"/>
              </a:cxn>
              <a:cxn ang="0">
                <a:pos x="connsiteX35624" y="connsiteY35624"/>
              </a:cxn>
              <a:cxn ang="0">
                <a:pos x="connsiteX35625" y="connsiteY35625"/>
              </a:cxn>
              <a:cxn ang="0">
                <a:pos x="connsiteX35626" y="connsiteY35626"/>
              </a:cxn>
              <a:cxn ang="0">
                <a:pos x="connsiteX35627" y="connsiteY35627"/>
              </a:cxn>
              <a:cxn ang="0">
                <a:pos x="connsiteX35628" y="connsiteY35628"/>
              </a:cxn>
              <a:cxn ang="0">
                <a:pos x="connsiteX35629" y="connsiteY35629"/>
              </a:cxn>
              <a:cxn ang="0">
                <a:pos x="connsiteX35630" y="connsiteY35630"/>
              </a:cxn>
              <a:cxn ang="0">
                <a:pos x="connsiteX35631" y="connsiteY35631"/>
              </a:cxn>
              <a:cxn ang="0">
                <a:pos x="connsiteX35632" y="connsiteY35632"/>
              </a:cxn>
              <a:cxn ang="0">
                <a:pos x="connsiteX35633" y="connsiteY35633"/>
              </a:cxn>
              <a:cxn ang="0">
                <a:pos x="connsiteX35634" y="connsiteY35634"/>
              </a:cxn>
              <a:cxn ang="0">
                <a:pos x="connsiteX35635" y="connsiteY35635"/>
              </a:cxn>
              <a:cxn ang="0">
                <a:pos x="connsiteX35636" y="connsiteY35636"/>
              </a:cxn>
              <a:cxn ang="0">
                <a:pos x="connsiteX35637" y="connsiteY35637"/>
              </a:cxn>
              <a:cxn ang="0">
                <a:pos x="connsiteX35638" y="connsiteY35638"/>
              </a:cxn>
              <a:cxn ang="0">
                <a:pos x="connsiteX35639" y="connsiteY35639"/>
              </a:cxn>
              <a:cxn ang="0">
                <a:pos x="connsiteX35640" y="connsiteY35640"/>
              </a:cxn>
              <a:cxn ang="0">
                <a:pos x="connsiteX35641" y="connsiteY35641"/>
              </a:cxn>
              <a:cxn ang="0">
                <a:pos x="connsiteX35642" y="connsiteY35642"/>
              </a:cxn>
              <a:cxn ang="0">
                <a:pos x="connsiteX35643" y="connsiteY35643"/>
              </a:cxn>
              <a:cxn ang="0">
                <a:pos x="connsiteX35644" y="connsiteY35644"/>
              </a:cxn>
              <a:cxn ang="0">
                <a:pos x="connsiteX35645" y="connsiteY35645"/>
              </a:cxn>
              <a:cxn ang="0">
                <a:pos x="connsiteX35646" y="connsiteY35646"/>
              </a:cxn>
              <a:cxn ang="0">
                <a:pos x="connsiteX35647" y="connsiteY35647"/>
              </a:cxn>
              <a:cxn ang="0">
                <a:pos x="connsiteX35648" y="connsiteY35648"/>
              </a:cxn>
              <a:cxn ang="0">
                <a:pos x="connsiteX35649" y="connsiteY35649"/>
              </a:cxn>
              <a:cxn ang="0">
                <a:pos x="connsiteX35650" y="connsiteY35650"/>
              </a:cxn>
              <a:cxn ang="0">
                <a:pos x="connsiteX35651" y="connsiteY35651"/>
              </a:cxn>
              <a:cxn ang="0">
                <a:pos x="connsiteX35652" y="connsiteY35652"/>
              </a:cxn>
              <a:cxn ang="0">
                <a:pos x="connsiteX35653" y="connsiteY35653"/>
              </a:cxn>
              <a:cxn ang="0">
                <a:pos x="connsiteX35654" y="connsiteY35654"/>
              </a:cxn>
              <a:cxn ang="0">
                <a:pos x="connsiteX35655" y="connsiteY35655"/>
              </a:cxn>
              <a:cxn ang="0">
                <a:pos x="connsiteX35656" y="connsiteY35656"/>
              </a:cxn>
              <a:cxn ang="0">
                <a:pos x="connsiteX35657" y="connsiteY35657"/>
              </a:cxn>
              <a:cxn ang="0">
                <a:pos x="connsiteX35658" y="connsiteY35658"/>
              </a:cxn>
              <a:cxn ang="0">
                <a:pos x="connsiteX35659" y="connsiteY35659"/>
              </a:cxn>
              <a:cxn ang="0">
                <a:pos x="connsiteX35660" y="connsiteY35660"/>
              </a:cxn>
              <a:cxn ang="0">
                <a:pos x="connsiteX35661" y="connsiteY35661"/>
              </a:cxn>
              <a:cxn ang="0">
                <a:pos x="connsiteX35662" y="connsiteY35662"/>
              </a:cxn>
              <a:cxn ang="0">
                <a:pos x="connsiteX35663" y="connsiteY35663"/>
              </a:cxn>
              <a:cxn ang="0">
                <a:pos x="connsiteX35664" y="connsiteY35664"/>
              </a:cxn>
              <a:cxn ang="0">
                <a:pos x="connsiteX35665" y="connsiteY35665"/>
              </a:cxn>
              <a:cxn ang="0">
                <a:pos x="connsiteX35666" y="connsiteY35666"/>
              </a:cxn>
              <a:cxn ang="0">
                <a:pos x="connsiteX35667" y="connsiteY35667"/>
              </a:cxn>
              <a:cxn ang="0">
                <a:pos x="connsiteX35668" y="connsiteY35668"/>
              </a:cxn>
              <a:cxn ang="0">
                <a:pos x="connsiteX35669" y="connsiteY35669"/>
              </a:cxn>
              <a:cxn ang="0">
                <a:pos x="connsiteX35670" y="connsiteY35670"/>
              </a:cxn>
              <a:cxn ang="0">
                <a:pos x="connsiteX35671" y="connsiteY35671"/>
              </a:cxn>
              <a:cxn ang="0">
                <a:pos x="connsiteX35672" y="connsiteY35672"/>
              </a:cxn>
              <a:cxn ang="0">
                <a:pos x="connsiteX35673" y="connsiteY35673"/>
              </a:cxn>
              <a:cxn ang="0">
                <a:pos x="connsiteX35674" y="connsiteY35674"/>
              </a:cxn>
              <a:cxn ang="0">
                <a:pos x="connsiteX35675" y="connsiteY35675"/>
              </a:cxn>
              <a:cxn ang="0">
                <a:pos x="connsiteX35676" y="connsiteY35676"/>
              </a:cxn>
              <a:cxn ang="0">
                <a:pos x="connsiteX35677" y="connsiteY35677"/>
              </a:cxn>
              <a:cxn ang="0">
                <a:pos x="connsiteX35678" y="connsiteY35678"/>
              </a:cxn>
              <a:cxn ang="0">
                <a:pos x="connsiteX35679" y="connsiteY35679"/>
              </a:cxn>
              <a:cxn ang="0">
                <a:pos x="connsiteX35680" y="connsiteY35680"/>
              </a:cxn>
              <a:cxn ang="0">
                <a:pos x="connsiteX35681" y="connsiteY35681"/>
              </a:cxn>
              <a:cxn ang="0">
                <a:pos x="connsiteX35682" y="connsiteY35682"/>
              </a:cxn>
              <a:cxn ang="0">
                <a:pos x="connsiteX35683" y="connsiteY35683"/>
              </a:cxn>
              <a:cxn ang="0">
                <a:pos x="connsiteX35684" y="connsiteY35684"/>
              </a:cxn>
              <a:cxn ang="0">
                <a:pos x="connsiteX35685" y="connsiteY35685"/>
              </a:cxn>
              <a:cxn ang="0">
                <a:pos x="connsiteX35686" y="connsiteY35686"/>
              </a:cxn>
              <a:cxn ang="0">
                <a:pos x="connsiteX35687" y="connsiteY35687"/>
              </a:cxn>
              <a:cxn ang="0">
                <a:pos x="connsiteX35688" y="connsiteY35688"/>
              </a:cxn>
              <a:cxn ang="0">
                <a:pos x="connsiteX35689" y="connsiteY35689"/>
              </a:cxn>
              <a:cxn ang="0">
                <a:pos x="connsiteX35690" y="connsiteY35690"/>
              </a:cxn>
              <a:cxn ang="0">
                <a:pos x="connsiteX35691" y="connsiteY35691"/>
              </a:cxn>
              <a:cxn ang="0">
                <a:pos x="connsiteX35692" y="connsiteY35692"/>
              </a:cxn>
              <a:cxn ang="0">
                <a:pos x="connsiteX35693" y="connsiteY35693"/>
              </a:cxn>
              <a:cxn ang="0">
                <a:pos x="connsiteX35694" y="connsiteY35694"/>
              </a:cxn>
              <a:cxn ang="0">
                <a:pos x="connsiteX35695" y="connsiteY35695"/>
              </a:cxn>
              <a:cxn ang="0">
                <a:pos x="connsiteX35696" y="connsiteY35696"/>
              </a:cxn>
              <a:cxn ang="0">
                <a:pos x="connsiteX35697" y="connsiteY35697"/>
              </a:cxn>
              <a:cxn ang="0">
                <a:pos x="connsiteX35698" y="connsiteY35698"/>
              </a:cxn>
              <a:cxn ang="0">
                <a:pos x="connsiteX35699" y="connsiteY35699"/>
              </a:cxn>
              <a:cxn ang="0">
                <a:pos x="connsiteX35700" y="connsiteY35700"/>
              </a:cxn>
              <a:cxn ang="0">
                <a:pos x="connsiteX35701" y="connsiteY35701"/>
              </a:cxn>
              <a:cxn ang="0">
                <a:pos x="connsiteX35702" y="connsiteY35702"/>
              </a:cxn>
              <a:cxn ang="0">
                <a:pos x="connsiteX35703" y="connsiteY35703"/>
              </a:cxn>
              <a:cxn ang="0">
                <a:pos x="connsiteX35704" y="connsiteY35704"/>
              </a:cxn>
              <a:cxn ang="0">
                <a:pos x="connsiteX35705" y="connsiteY35705"/>
              </a:cxn>
              <a:cxn ang="0">
                <a:pos x="connsiteX35706" y="connsiteY35706"/>
              </a:cxn>
              <a:cxn ang="0">
                <a:pos x="connsiteX35707" y="connsiteY35707"/>
              </a:cxn>
              <a:cxn ang="0">
                <a:pos x="connsiteX35708" y="connsiteY35708"/>
              </a:cxn>
              <a:cxn ang="0">
                <a:pos x="connsiteX35709" y="connsiteY35709"/>
              </a:cxn>
              <a:cxn ang="0">
                <a:pos x="connsiteX35710" y="connsiteY35710"/>
              </a:cxn>
              <a:cxn ang="0">
                <a:pos x="connsiteX35711" y="connsiteY35711"/>
              </a:cxn>
              <a:cxn ang="0">
                <a:pos x="connsiteX35712" y="connsiteY35712"/>
              </a:cxn>
              <a:cxn ang="0">
                <a:pos x="connsiteX35713" y="connsiteY35713"/>
              </a:cxn>
              <a:cxn ang="0">
                <a:pos x="connsiteX35714" y="connsiteY35714"/>
              </a:cxn>
              <a:cxn ang="0">
                <a:pos x="connsiteX35715" y="connsiteY35715"/>
              </a:cxn>
              <a:cxn ang="0">
                <a:pos x="connsiteX35716" y="connsiteY35716"/>
              </a:cxn>
              <a:cxn ang="0">
                <a:pos x="connsiteX35717" y="connsiteY35717"/>
              </a:cxn>
              <a:cxn ang="0">
                <a:pos x="connsiteX35718" y="connsiteY35718"/>
              </a:cxn>
              <a:cxn ang="0">
                <a:pos x="connsiteX35719" y="connsiteY35719"/>
              </a:cxn>
              <a:cxn ang="0">
                <a:pos x="connsiteX35720" y="connsiteY35720"/>
              </a:cxn>
              <a:cxn ang="0">
                <a:pos x="connsiteX35721" y="connsiteY35721"/>
              </a:cxn>
              <a:cxn ang="0">
                <a:pos x="connsiteX35722" y="connsiteY35722"/>
              </a:cxn>
              <a:cxn ang="0">
                <a:pos x="connsiteX35723" y="connsiteY35723"/>
              </a:cxn>
              <a:cxn ang="0">
                <a:pos x="connsiteX35724" y="connsiteY35724"/>
              </a:cxn>
              <a:cxn ang="0">
                <a:pos x="connsiteX35725" y="connsiteY35725"/>
              </a:cxn>
              <a:cxn ang="0">
                <a:pos x="connsiteX35726" y="connsiteY35726"/>
              </a:cxn>
              <a:cxn ang="0">
                <a:pos x="connsiteX35727" y="connsiteY35727"/>
              </a:cxn>
              <a:cxn ang="0">
                <a:pos x="connsiteX35728" y="connsiteY35728"/>
              </a:cxn>
              <a:cxn ang="0">
                <a:pos x="connsiteX35729" y="connsiteY35729"/>
              </a:cxn>
              <a:cxn ang="0">
                <a:pos x="connsiteX35730" y="connsiteY35730"/>
              </a:cxn>
              <a:cxn ang="0">
                <a:pos x="connsiteX35731" y="connsiteY35731"/>
              </a:cxn>
              <a:cxn ang="0">
                <a:pos x="connsiteX35732" y="connsiteY35732"/>
              </a:cxn>
              <a:cxn ang="0">
                <a:pos x="connsiteX35733" y="connsiteY35733"/>
              </a:cxn>
              <a:cxn ang="0">
                <a:pos x="connsiteX35734" y="connsiteY35734"/>
              </a:cxn>
              <a:cxn ang="0">
                <a:pos x="connsiteX35735" y="connsiteY35735"/>
              </a:cxn>
              <a:cxn ang="0">
                <a:pos x="connsiteX35736" y="connsiteY35736"/>
              </a:cxn>
              <a:cxn ang="0">
                <a:pos x="connsiteX35737" y="connsiteY35737"/>
              </a:cxn>
              <a:cxn ang="0">
                <a:pos x="connsiteX35738" y="connsiteY35738"/>
              </a:cxn>
              <a:cxn ang="0">
                <a:pos x="connsiteX35739" y="connsiteY35739"/>
              </a:cxn>
              <a:cxn ang="0">
                <a:pos x="connsiteX35740" y="connsiteY35740"/>
              </a:cxn>
              <a:cxn ang="0">
                <a:pos x="connsiteX35741" y="connsiteY35741"/>
              </a:cxn>
              <a:cxn ang="0">
                <a:pos x="connsiteX35742" y="connsiteY35742"/>
              </a:cxn>
              <a:cxn ang="0">
                <a:pos x="connsiteX35743" y="connsiteY35743"/>
              </a:cxn>
              <a:cxn ang="0">
                <a:pos x="connsiteX35744" y="connsiteY35744"/>
              </a:cxn>
              <a:cxn ang="0">
                <a:pos x="connsiteX35745" y="connsiteY35745"/>
              </a:cxn>
              <a:cxn ang="0">
                <a:pos x="connsiteX35746" y="connsiteY35746"/>
              </a:cxn>
              <a:cxn ang="0">
                <a:pos x="connsiteX35747" y="connsiteY35747"/>
              </a:cxn>
              <a:cxn ang="0">
                <a:pos x="connsiteX35748" y="connsiteY35748"/>
              </a:cxn>
              <a:cxn ang="0">
                <a:pos x="connsiteX35749" y="connsiteY35749"/>
              </a:cxn>
              <a:cxn ang="0">
                <a:pos x="connsiteX35750" y="connsiteY35750"/>
              </a:cxn>
              <a:cxn ang="0">
                <a:pos x="connsiteX35751" y="connsiteY35751"/>
              </a:cxn>
              <a:cxn ang="0">
                <a:pos x="connsiteX35752" y="connsiteY35752"/>
              </a:cxn>
              <a:cxn ang="0">
                <a:pos x="connsiteX35753" y="connsiteY35753"/>
              </a:cxn>
              <a:cxn ang="0">
                <a:pos x="connsiteX35754" y="connsiteY35754"/>
              </a:cxn>
              <a:cxn ang="0">
                <a:pos x="connsiteX35755" y="connsiteY35755"/>
              </a:cxn>
              <a:cxn ang="0">
                <a:pos x="connsiteX35756" y="connsiteY35756"/>
              </a:cxn>
              <a:cxn ang="0">
                <a:pos x="connsiteX35757" y="connsiteY35757"/>
              </a:cxn>
              <a:cxn ang="0">
                <a:pos x="connsiteX35758" y="connsiteY35758"/>
              </a:cxn>
              <a:cxn ang="0">
                <a:pos x="connsiteX35759" y="connsiteY35759"/>
              </a:cxn>
              <a:cxn ang="0">
                <a:pos x="connsiteX35760" y="connsiteY35760"/>
              </a:cxn>
              <a:cxn ang="0">
                <a:pos x="connsiteX35761" y="connsiteY35761"/>
              </a:cxn>
              <a:cxn ang="0">
                <a:pos x="connsiteX35762" y="connsiteY35762"/>
              </a:cxn>
              <a:cxn ang="0">
                <a:pos x="connsiteX35763" y="connsiteY35763"/>
              </a:cxn>
              <a:cxn ang="0">
                <a:pos x="connsiteX35764" y="connsiteY35764"/>
              </a:cxn>
              <a:cxn ang="0">
                <a:pos x="connsiteX35765" y="connsiteY35765"/>
              </a:cxn>
              <a:cxn ang="0">
                <a:pos x="connsiteX35766" y="connsiteY35766"/>
              </a:cxn>
              <a:cxn ang="0">
                <a:pos x="connsiteX35767" y="connsiteY35767"/>
              </a:cxn>
              <a:cxn ang="0">
                <a:pos x="connsiteX35768" y="connsiteY35768"/>
              </a:cxn>
              <a:cxn ang="0">
                <a:pos x="connsiteX35769" y="connsiteY35769"/>
              </a:cxn>
              <a:cxn ang="0">
                <a:pos x="connsiteX35770" y="connsiteY35770"/>
              </a:cxn>
              <a:cxn ang="0">
                <a:pos x="connsiteX35771" y="connsiteY35771"/>
              </a:cxn>
              <a:cxn ang="0">
                <a:pos x="connsiteX35772" y="connsiteY35772"/>
              </a:cxn>
              <a:cxn ang="0">
                <a:pos x="connsiteX35773" y="connsiteY35773"/>
              </a:cxn>
              <a:cxn ang="0">
                <a:pos x="connsiteX35774" y="connsiteY35774"/>
              </a:cxn>
              <a:cxn ang="0">
                <a:pos x="connsiteX35775" y="connsiteY35775"/>
              </a:cxn>
              <a:cxn ang="0">
                <a:pos x="connsiteX35776" y="connsiteY35776"/>
              </a:cxn>
              <a:cxn ang="0">
                <a:pos x="connsiteX35777" y="connsiteY35777"/>
              </a:cxn>
              <a:cxn ang="0">
                <a:pos x="connsiteX35778" y="connsiteY35778"/>
              </a:cxn>
              <a:cxn ang="0">
                <a:pos x="connsiteX35779" y="connsiteY35779"/>
              </a:cxn>
              <a:cxn ang="0">
                <a:pos x="connsiteX35780" y="connsiteY35780"/>
              </a:cxn>
              <a:cxn ang="0">
                <a:pos x="connsiteX35781" y="connsiteY35781"/>
              </a:cxn>
              <a:cxn ang="0">
                <a:pos x="connsiteX35782" y="connsiteY35782"/>
              </a:cxn>
              <a:cxn ang="0">
                <a:pos x="connsiteX35783" y="connsiteY35783"/>
              </a:cxn>
              <a:cxn ang="0">
                <a:pos x="connsiteX35784" y="connsiteY35784"/>
              </a:cxn>
              <a:cxn ang="0">
                <a:pos x="connsiteX35785" y="connsiteY35785"/>
              </a:cxn>
              <a:cxn ang="0">
                <a:pos x="connsiteX35786" y="connsiteY35786"/>
              </a:cxn>
              <a:cxn ang="0">
                <a:pos x="connsiteX35787" y="connsiteY35787"/>
              </a:cxn>
              <a:cxn ang="0">
                <a:pos x="connsiteX35788" y="connsiteY35788"/>
              </a:cxn>
              <a:cxn ang="0">
                <a:pos x="connsiteX35789" y="connsiteY35789"/>
              </a:cxn>
              <a:cxn ang="0">
                <a:pos x="connsiteX35790" y="connsiteY35790"/>
              </a:cxn>
              <a:cxn ang="0">
                <a:pos x="connsiteX35791" y="connsiteY35791"/>
              </a:cxn>
              <a:cxn ang="0">
                <a:pos x="connsiteX35792" y="connsiteY35792"/>
              </a:cxn>
              <a:cxn ang="0">
                <a:pos x="connsiteX35793" y="connsiteY35793"/>
              </a:cxn>
              <a:cxn ang="0">
                <a:pos x="connsiteX35794" y="connsiteY35794"/>
              </a:cxn>
              <a:cxn ang="0">
                <a:pos x="connsiteX35795" y="connsiteY35795"/>
              </a:cxn>
              <a:cxn ang="0">
                <a:pos x="connsiteX35796" y="connsiteY35796"/>
              </a:cxn>
              <a:cxn ang="0">
                <a:pos x="connsiteX35797" y="connsiteY35797"/>
              </a:cxn>
              <a:cxn ang="0">
                <a:pos x="connsiteX35798" y="connsiteY35798"/>
              </a:cxn>
              <a:cxn ang="0">
                <a:pos x="connsiteX35799" y="connsiteY35799"/>
              </a:cxn>
              <a:cxn ang="0">
                <a:pos x="connsiteX35800" y="connsiteY35800"/>
              </a:cxn>
              <a:cxn ang="0">
                <a:pos x="connsiteX35801" y="connsiteY35801"/>
              </a:cxn>
              <a:cxn ang="0">
                <a:pos x="connsiteX35802" y="connsiteY35802"/>
              </a:cxn>
              <a:cxn ang="0">
                <a:pos x="connsiteX35803" y="connsiteY35803"/>
              </a:cxn>
              <a:cxn ang="0">
                <a:pos x="connsiteX35804" y="connsiteY35804"/>
              </a:cxn>
              <a:cxn ang="0">
                <a:pos x="connsiteX35805" y="connsiteY35805"/>
              </a:cxn>
              <a:cxn ang="0">
                <a:pos x="connsiteX35806" y="connsiteY35806"/>
              </a:cxn>
              <a:cxn ang="0">
                <a:pos x="connsiteX35807" y="connsiteY35807"/>
              </a:cxn>
              <a:cxn ang="0">
                <a:pos x="connsiteX35808" y="connsiteY35808"/>
              </a:cxn>
              <a:cxn ang="0">
                <a:pos x="connsiteX35809" y="connsiteY35809"/>
              </a:cxn>
              <a:cxn ang="0">
                <a:pos x="connsiteX35810" y="connsiteY35810"/>
              </a:cxn>
              <a:cxn ang="0">
                <a:pos x="connsiteX35811" y="connsiteY35811"/>
              </a:cxn>
              <a:cxn ang="0">
                <a:pos x="connsiteX35812" y="connsiteY35812"/>
              </a:cxn>
              <a:cxn ang="0">
                <a:pos x="connsiteX35813" y="connsiteY35813"/>
              </a:cxn>
              <a:cxn ang="0">
                <a:pos x="connsiteX35814" y="connsiteY35814"/>
              </a:cxn>
              <a:cxn ang="0">
                <a:pos x="connsiteX35815" y="connsiteY35815"/>
              </a:cxn>
              <a:cxn ang="0">
                <a:pos x="connsiteX35816" y="connsiteY35816"/>
              </a:cxn>
              <a:cxn ang="0">
                <a:pos x="connsiteX35817" y="connsiteY35817"/>
              </a:cxn>
              <a:cxn ang="0">
                <a:pos x="connsiteX35818" y="connsiteY35818"/>
              </a:cxn>
              <a:cxn ang="0">
                <a:pos x="connsiteX35819" y="connsiteY35819"/>
              </a:cxn>
              <a:cxn ang="0">
                <a:pos x="connsiteX35820" y="connsiteY35820"/>
              </a:cxn>
              <a:cxn ang="0">
                <a:pos x="connsiteX35821" y="connsiteY35821"/>
              </a:cxn>
              <a:cxn ang="0">
                <a:pos x="connsiteX35822" y="connsiteY35822"/>
              </a:cxn>
              <a:cxn ang="0">
                <a:pos x="connsiteX35823" y="connsiteY35823"/>
              </a:cxn>
              <a:cxn ang="0">
                <a:pos x="connsiteX35824" y="connsiteY35824"/>
              </a:cxn>
              <a:cxn ang="0">
                <a:pos x="connsiteX35825" y="connsiteY35825"/>
              </a:cxn>
              <a:cxn ang="0">
                <a:pos x="connsiteX35826" y="connsiteY35826"/>
              </a:cxn>
              <a:cxn ang="0">
                <a:pos x="connsiteX35827" y="connsiteY35827"/>
              </a:cxn>
              <a:cxn ang="0">
                <a:pos x="connsiteX35828" y="connsiteY35828"/>
              </a:cxn>
              <a:cxn ang="0">
                <a:pos x="connsiteX35829" y="connsiteY35829"/>
              </a:cxn>
              <a:cxn ang="0">
                <a:pos x="connsiteX35830" y="connsiteY35830"/>
              </a:cxn>
              <a:cxn ang="0">
                <a:pos x="connsiteX35831" y="connsiteY35831"/>
              </a:cxn>
              <a:cxn ang="0">
                <a:pos x="connsiteX35832" y="connsiteY35832"/>
              </a:cxn>
              <a:cxn ang="0">
                <a:pos x="connsiteX35833" y="connsiteY35833"/>
              </a:cxn>
              <a:cxn ang="0">
                <a:pos x="connsiteX35834" y="connsiteY35834"/>
              </a:cxn>
              <a:cxn ang="0">
                <a:pos x="connsiteX35835" y="connsiteY35835"/>
              </a:cxn>
              <a:cxn ang="0">
                <a:pos x="connsiteX35836" y="connsiteY35836"/>
              </a:cxn>
              <a:cxn ang="0">
                <a:pos x="connsiteX35837" y="connsiteY35837"/>
              </a:cxn>
              <a:cxn ang="0">
                <a:pos x="connsiteX35838" y="connsiteY35838"/>
              </a:cxn>
              <a:cxn ang="0">
                <a:pos x="connsiteX35839" y="connsiteY35839"/>
              </a:cxn>
              <a:cxn ang="0">
                <a:pos x="connsiteX35840" y="connsiteY35840"/>
              </a:cxn>
              <a:cxn ang="0">
                <a:pos x="connsiteX35841" y="connsiteY35841"/>
              </a:cxn>
              <a:cxn ang="0">
                <a:pos x="connsiteX35842" y="connsiteY35842"/>
              </a:cxn>
              <a:cxn ang="0">
                <a:pos x="connsiteX35843" y="connsiteY35843"/>
              </a:cxn>
              <a:cxn ang="0">
                <a:pos x="connsiteX35844" y="connsiteY35844"/>
              </a:cxn>
              <a:cxn ang="0">
                <a:pos x="connsiteX35845" y="connsiteY35845"/>
              </a:cxn>
              <a:cxn ang="0">
                <a:pos x="connsiteX35846" y="connsiteY35846"/>
              </a:cxn>
              <a:cxn ang="0">
                <a:pos x="connsiteX35847" y="connsiteY35847"/>
              </a:cxn>
              <a:cxn ang="0">
                <a:pos x="connsiteX35848" y="connsiteY35848"/>
              </a:cxn>
              <a:cxn ang="0">
                <a:pos x="connsiteX35849" y="connsiteY35849"/>
              </a:cxn>
              <a:cxn ang="0">
                <a:pos x="connsiteX35850" y="connsiteY35850"/>
              </a:cxn>
              <a:cxn ang="0">
                <a:pos x="connsiteX35851" y="connsiteY35851"/>
              </a:cxn>
              <a:cxn ang="0">
                <a:pos x="connsiteX35852" y="connsiteY35852"/>
              </a:cxn>
              <a:cxn ang="0">
                <a:pos x="connsiteX35853" y="connsiteY35853"/>
              </a:cxn>
              <a:cxn ang="0">
                <a:pos x="connsiteX35854" y="connsiteY35854"/>
              </a:cxn>
              <a:cxn ang="0">
                <a:pos x="connsiteX35855" y="connsiteY35855"/>
              </a:cxn>
              <a:cxn ang="0">
                <a:pos x="connsiteX35856" y="connsiteY35856"/>
              </a:cxn>
              <a:cxn ang="0">
                <a:pos x="connsiteX35857" y="connsiteY35857"/>
              </a:cxn>
              <a:cxn ang="0">
                <a:pos x="connsiteX35858" y="connsiteY35858"/>
              </a:cxn>
              <a:cxn ang="0">
                <a:pos x="connsiteX35859" y="connsiteY35859"/>
              </a:cxn>
              <a:cxn ang="0">
                <a:pos x="connsiteX35860" y="connsiteY35860"/>
              </a:cxn>
              <a:cxn ang="0">
                <a:pos x="connsiteX35861" y="connsiteY35861"/>
              </a:cxn>
              <a:cxn ang="0">
                <a:pos x="connsiteX35862" y="connsiteY35862"/>
              </a:cxn>
              <a:cxn ang="0">
                <a:pos x="connsiteX35863" y="connsiteY35863"/>
              </a:cxn>
              <a:cxn ang="0">
                <a:pos x="connsiteX35864" y="connsiteY35864"/>
              </a:cxn>
              <a:cxn ang="0">
                <a:pos x="connsiteX35865" y="connsiteY35865"/>
              </a:cxn>
              <a:cxn ang="0">
                <a:pos x="connsiteX35866" y="connsiteY35866"/>
              </a:cxn>
              <a:cxn ang="0">
                <a:pos x="connsiteX35867" y="connsiteY35867"/>
              </a:cxn>
              <a:cxn ang="0">
                <a:pos x="connsiteX35868" y="connsiteY35868"/>
              </a:cxn>
              <a:cxn ang="0">
                <a:pos x="connsiteX35869" y="connsiteY35869"/>
              </a:cxn>
              <a:cxn ang="0">
                <a:pos x="connsiteX35870" y="connsiteY35870"/>
              </a:cxn>
              <a:cxn ang="0">
                <a:pos x="connsiteX35871" y="connsiteY35871"/>
              </a:cxn>
              <a:cxn ang="0">
                <a:pos x="connsiteX35872" y="connsiteY35872"/>
              </a:cxn>
              <a:cxn ang="0">
                <a:pos x="connsiteX35873" y="connsiteY35873"/>
              </a:cxn>
              <a:cxn ang="0">
                <a:pos x="connsiteX35874" y="connsiteY35874"/>
              </a:cxn>
              <a:cxn ang="0">
                <a:pos x="connsiteX35875" y="connsiteY35875"/>
              </a:cxn>
              <a:cxn ang="0">
                <a:pos x="connsiteX35876" y="connsiteY35876"/>
              </a:cxn>
              <a:cxn ang="0">
                <a:pos x="connsiteX35877" y="connsiteY35877"/>
              </a:cxn>
              <a:cxn ang="0">
                <a:pos x="connsiteX35878" y="connsiteY35878"/>
              </a:cxn>
              <a:cxn ang="0">
                <a:pos x="connsiteX35879" y="connsiteY35879"/>
              </a:cxn>
              <a:cxn ang="0">
                <a:pos x="connsiteX35880" y="connsiteY35880"/>
              </a:cxn>
              <a:cxn ang="0">
                <a:pos x="connsiteX35881" y="connsiteY35881"/>
              </a:cxn>
              <a:cxn ang="0">
                <a:pos x="connsiteX35882" y="connsiteY35882"/>
              </a:cxn>
              <a:cxn ang="0">
                <a:pos x="connsiteX35883" y="connsiteY35883"/>
              </a:cxn>
              <a:cxn ang="0">
                <a:pos x="connsiteX35884" y="connsiteY35884"/>
              </a:cxn>
              <a:cxn ang="0">
                <a:pos x="connsiteX35885" y="connsiteY35885"/>
              </a:cxn>
              <a:cxn ang="0">
                <a:pos x="connsiteX35886" y="connsiteY35886"/>
              </a:cxn>
              <a:cxn ang="0">
                <a:pos x="connsiteX35887" y="connsiteY35887"/>
              </a:cxn>
              <a:cxn ang="0">
                <a:pos x="connsiteX35888" y="connsiteY35888"/>
              </a:cxn>
              <a:cxn ang="0">
                <a:pos x="connsiteX35889" y="connsiteY35889"/>
              </a:cxn>
              <a:cxn ang="0">
                <a:pos x="connsiteX35890" y="connsiteY35890"/>
              </a:cxn>
              <a:cxn ang="0">
                <a:pos x="connsiteX35891" y="connsiteY35891"/>
              </a:cxn>
              <a:cxn ang="0">
                <a:pos x="connsiteX35892" y="connsiteY35892"/>
              </a:cxn>
              <a:cxn ang="0">
                <a:pos x="connsiteX35893" y="connsiteY35893"/>
              </a:cxn>
              <a:cxn ang="0">
                <a:pos x="connsiteX35894" y="connsiteY35894"/>
              </a:cxn>
              <a:cxn ang="0">
                <a:pos x="connsiteX35895" y="connsiteY35895"/>
              </a:cxn>
              <a:cxn ang="0">
                <a:pos x="connsiteX35896" y="connsiteY35896"/>
              </a:cxn>
              <a:cxn ang="0">
                <a:pos x="connsiteX35897" y="connsiteY35897"/>
              </a:cxn>
              <a:cxn ang="0">
                <a:pos x="connsiteX35898" y="connsiteY35898"/>
              </a:cxn>
              <a:cxn ang="0">
                <a:pos x="connsiteX35899" y="connsiteY35899"/>
              </a:cxn>
              <a:cxn ang="0">
                <a:pos x="connsiteX35900" y="connsiteY35900"/>
              </a:cxn>
              <a:cxn ang="0">
                <a:pos x="connsiteX35901" y="connsiteY35901"/>
              </a:cxn>
              <a:cxn ang="0">
                <a:pos x="connsiteX35902" y="connsiteY35902"/>
              </a:cxn>
              <a:cxn ang="0">
                <a:pos x="connsiteX35903" y="connsiteY35903"/>
              </a:cxn>
              <a:cxn ang="0">
                <a:pos x="connsiteX35904" y="connsiteY35904"/>
              </a:cxn>
              <a:cxn ang="0">
                <a:pos x="connsiteX35905" y="connsiteY35905"/>
              </a:cxn>
              <a:cxn ang="0">
                <a:pos x="connsiteX35906" y="connsiteY35906"/>
              </a:cxn>
              <a:cxn ang="0">
                <a:pos x="connsiteX35907" y="connsiteY35907"/>
              </a:cxn>
              <a:cxn ang="0">
                <a:pos x="connsiteX35908" y="connsiteY35908"/>
              </a:cxn>
              <a:cxn ang="0">
                <a:pos x="connsiteX35909" y="connsiteY35909"/>
              </a:cxn>
              <a:cxn ang="0">
                <a:pos x="connsiteX35910" y="connsiteY35910"/>
              </a:cxn>
              <a:cxn ang="0">
                <a:pos x="connsiteX35911" y="connsiteY35911"/>
              </a:cxn>
              <a:cxn ang="0">
                <a:pos x="connsiteX35912" y="connsiteY35912"/>
              </a:cxn>
              <a:cxn ang="0">
                <a:pos x="connsiteX35913" y="connsiteY35913"/>
              </a:cxn>
              <a:cxn ang="0">
                <a:pos x="connsiteX35914" y="connsiteY35914"/>
              </a:cxn>
              <a:cxn ang="0">
                <a:pos x="connsiteX35915" y="connsiteY35915"/>
              </a:cxn>
              <a:cxn ang="0">
                <a:pos x="connsiteX35916" y="connsiteY35916"/>
              </a:cxn>
              <a:cxn ang="0">
                <a:pos x="connsiteX35917" y="connsiteY35917"/>
              </a:cxn>
              <a:cxn ang="0">
                <a:pos x="connsiteX35918" y="connsiteY35918"/>
              </a:cxn>
              <a:cxn ang="0">
                <a:pos x="connsiteX35919" y="connsiteY35919"/>
              </a:cxn>
              <a:cxn ang="0">
                <a:pos x="connsiteX35920" y="connsiteY35920"/>
              </a:cxn>
              <a:cxn ang="0">
                <a:pos x="connsiteX35921" y="connsiteY35921"/>
              </a:cxn>
              <a:cxn ang="0">
                <a:pos x="connsiteX35922" y="connsiteY35922"/>
              </a:cxn>
              <a:cxn ang="0">
                <a:pos x="connsiteX35923" y="connsiteY35923"/>
              </a:cxn>
              <a:cxn ang="0">
                <a:pos x="connsiteX35924" y="connsiteY35924"/>
              </a:cxn>
              <a:cxn ang="0">
                <a:pos x="connsiteX35925" y="connsiteY35925"/>
              </a:cxn>
              <a:cxn ang="0">
                <a:pos x="connsiteX35926" y="connsiteY35926"/>
              </a:cxn>
              <a:cxn ang="0">
                <a:pos x="connsiteX35927" y="connsiteY35927"/>
              </a:cxn>
              <a:cxn ang="0">
                <a:pos x="connsiteX35928" y="connsiteY35928"/>
              </a:cxn>
              <a:cxn ang="0">
                <a:pos x="connsiteX35929" y="connsiteY35929"/>
              </a:cxn>
              <a:cxn ang="0">
                <a:pos x="connsiteX35930" y="connsiteY35930"/>
              </a:cxn>
              <a:cxn ang="0">
                <a:pos x="connsiteX35931" y="connsiteY35931"/>
              </a:cxn>
              <a:cxn ang="0">
                <a:pos x="connsiteX35932" y="connsiteY35932"/>
              </a:cxn>
              <a:cxn ang="0">
                <a:pos x="connsiteX35933" y="connsiteY35933"/>
              </a:cxn>
              <a:cxn ang="0">
                <a:pos x="connsiteX35934" y="connsiteY35934"/>
              </a:cxn>
              <a:cxn ang="0">
                <a:pos x="connsiteX35935" y="connsiteY35935"/>
              </a:cxn>
              <a:cxn ang="0">
                <a:pos x="connsiteX35936" y="connsiteY35936"/>
              </a:cxn>
              <a:cxn ang="0">
                <a:pos x="connsiteX35937" y="connsiteY35937"/>
              </a:cxn>
              <a:cxn ang="0">
                <a:pos x="connsiteX35938" y="connsiteY35938"/>
              </a:cxn>
              <a:cxn ang="0">
                <a:pos x="connsiteX35939" y="connsiteY35939"/>
              </a:cxn>
              <a:cxn ang="0">
                <a:pos x="connsiteX35940" y="connsiteY35940"/>
              </a:cxn>
              <a:cxn ang="0">
                <a:pos x="connsiteX35941" y="connsiteY35941"/>
              </a:cxn>
              <a:cxn ang="0">
                <a:pos x="connsiteX35942" y="connsiteY35942"/>
              </a:cxn>
              <a:cxn ang="0">
                <a:pos x="connsiteX35943" y="connsiteY35943"/>
              </a:cxn>
              <a:cxn ang="0">
                <a:pos x="connsiteX35944" y="connsiteY35944"/>
              </a:cxn>
              <a:cxn ang="0">
                <a:pos x="connsiteX35945" y="connsiteY35945"/>
              </a:cxn>
              <a:cxn ang="0">
                <a:pos x="connsiteX35946" y="connsiteY35946"/>
              </a:cxn>
              <a:cxn ang="0">
                <a:pos x="connsiteX35947" y="connsiteY35947"/>
              </a:cxn>
              <a:cxn ang="0">
                <a:pos x="connsiteX35948" y="connsiteY35948"/>
              </a:cxn>
              <a:cxn ang="0">
                <a:pos x="connsiteX35949" y="connsiteY35949"/>
              </a:cxn>
              <a:cxn ang="0">
                <a:pos x="connsiteX35950" y="connsiteY35950"/>
              </a:cxn>
              <a:cxn ang="0">
                <a:pos x="connsiteX35951" y="connsiteY35951"/>
              </a:cxn>
              <a:cxn ang="0">
                <a:pos x="connsiteX35952" y="connsiteY35952"/>
              </a:cxn>
              <a:cxn ang="0">
                <a:pos x="connsiteX35953" y="connsiteY35953"/>
              </a:cxn>
              <a:cxn ang="0">
                <a:pos x="connsiteX35954" y="connsiteY35954"/>
              </a:cxn>
              <a:cxn ang="0">
                <a:pos x="connsiteX35955" y="connsiteY35955"/>
              </a:cxn>
              <a:cxn ang="0">
                <a:pos x="connsiteX35956" y="connsiteY35956"/>
              </a:cxn>
              <a:cxn ang="0">
                <a:pos x="connsiteX35957" y="connsiteY35957"/>
              </a:cxn>
              <a:cxn ang="0">
                <a:pos x="connsiteX35958" y="connsiteY35958"/>
              </a:cxn>
              <a:cxn ang="0">
                <a:pos x="connsiteX35959" y="connsiteY35959"/>
              </a:cxn>
              <a:cxn ang="0">
                <a:pos x="connsiteX35960" y="connsiteY35960"/>
              </a:cxn>
              <a:cxn ang="0">
                <a:pos x="connsiteX35961" y="connsiteY35961"/>
              </a:cxn>
              <a:cxn ang="0">
                <a:pos x="connsiteX35962" y="connsiteY35962"/>
              </a:cxn>
              <a:cxn ang="0">
                <a:pos x="connsiteX35963" y="connsiteY35963"/>
              </a:cxn>
              <a:cxn ang="0">
                <a:pos x="connsiteX35964" y="connsiteY35964"/>
              </a:cxn>
              <a:cxn ang="0">
                <a:pos x="connsiteX35965" y="connsiteY35965"/>
              </a:cxn>
              <a:cxn ang="0">
                <a:pos x="connsiteX35966" y="connsiteY35966"/>
              </a:cxn>
              <a:cxn ang="0">
                <a:pos x="connsiteX35967" y="connsiteY35967"/>
              </a:cxn>
              <a:cxn ang="0">
                <a:pos x="connsiteX35968" y="connsiteY35968"/>
              </a:cxn>
              <a:cxn ang="0">
                <a:pos x="connsiteX35969" y="connsiteY35969"/>
              </a:cxn>
              <a:cxn ang="0">
                <a:pos x="connsiteX35970" y="connsiteY35970"/>
              </a:cxn>
              <a:cxn ang="0">
                <a:pos x="connsiteX35971" y="connsiteY35971"/>
              </a:cxn>
              <a:cxn ang="0">
                <a:pos x="connsiteX35972" y="connsiteY35972"/>
              </a:cxn>
              <a:cxn ang="0">
                <a:pos x="connsiteX35973" y="connsiteY35973"/>
              </a:cxn>
              <a:cxn ang="0">
                <a:pos x="connsiteX35974" y="connsiteY35974"/>
              </a:cxn>
              <a:cxn ang="0">
                <a:pos x="connsiteX35975" y="connsiteY35975"/>
              </a:cxn>
              <a:cxn ang="0">
                <a:pos x="connsiteX35976" y="connsiteY35976"/>
              </a:cxn>
              <a:cxn ang="0">
                <a:pos x="connsiteX35977" y="connsiteY35977"/>
              </a:cxn>
              <a:cxn ang="0">
                <a:pos x="connsiteX35978" y="connsiteY35978"/>
              </a:cxn>
              <a:cxn ang="0">
                <a:pos x="connsiteX35979" y="connsiteY35979"/>
              </a:cxn>
              <a:cxn ang="0">
                <a:pos x="connsiteX35980" y="connsiteY35980"/>
              </a:cxn>
              <a:cxn ang="0">
                <a:pos x="connsiteX35981" y="connsiteY35981"/>
              </a:cxn>
              <a:cxn ang="0">
                <a:pos x="connsiteX35982" y="connsiteY35982"/>
              </a:cxn>
              <a:cxn ang="0">
                <a:pos x="connsiteX35983" y="connsiteY35983"/>
              </a:cxn>
              <a:cxn ang="0">
                <a:pos x="connsiteX35984" y="connsiteY35984"/>
              </a:cxn>
              <a:cxn ang="0">
                <a:pos x="connsiteX35985" y="connsiteY35985"/>
              </a:cxn>
              <a:cxn ang="0">
                <a:pos x="connsiteX35986" y="connsiteY35986"/>
              </a:cxn>
              <a:cxn ang="0">
                <a:pos x="connsiteX35987" y="connsiteY35987"/>
              </a:cxn>
              <a:cxn ang="0">
                <a:pos x="connsiteX35988" y="connsiteY35988"/>
              </a:cxn>
              <a:cxn ang="0">
                <a:pos x="connsiteX35989" y="connsiteY35989"/>
              </a:cxn>
              <a:cxn ang="0">
                <a:pos x="connsiteX35990" y="connsiteY35990"/>
              </a:cxn>
              <a:cxn ang="0">
                <a:pos x="connsiteX35991" y="connsiteY35991"/>
              </a:cxn>
              <a:cxn ang="0">
                <a:pos x="connsiteX35992" y="connsiteY35992"/>
              </a:cxn>
              <a:cxn ang="0">
                <a:pos x="connsiteX35993" y="connsiteY35993"/>
              </a:cxn>
              <a:cxn ang="0">
                <a:pos x="connsiteX35994" y="connsiteY35994"/>
              </a:cxn>
              <a:cxn ang="0">
                <a:pos x="connsiteX35995" y="connsiteY35995"/>
              </a:cxn>
              <a:cxn ang="0">
                <a:pos x="connsiteX35996" y="connsiteY35996"/>
              </a:cxn>
              <a:cxn ang="0">
                <a:pos x="connsiteX35997" y="connsiteY35997"/>
              </a:cxn>
              <a:cxn ang="0">
                <a:pos x="connsiteX35998" y="connsiteY35998"/>
              </a:cxn>
              <a:cxn ang="0">
                <a:pos x="connsiteX35999" y="connsiteY35999"/>
              </a:cxn>
              <a:cxn ang="0">
                <a:pos x="connsiteX36000" y="connsiteY36000"/>
              </a:cxn>
              <a:cxn ang="0">
                <a:pos x="connsiteX36001" y="connsiteY36001"/>
              </a:cxn>
              <a:cxn ang="0">
                <a:pos x="connsiteX36002" y="connsiteY36002"/>
              </a:cxn>
              <a:cxn ang="0">
                <a:pos x="connsiteX36003" y="connsiteY36003"/>
              </a:cxn>
              <a:cxn ang="0">
                <a:pos x="connsiteX36004" y="connsiteY36004"/>
              </a:cxn>
              <a:cxn ang="0">
                <a:pos x="connsiteX36005" y="connsiteY36005"/>
              </a:cxn>
              <a:cxn ang="0">
                <a:pos x="connsiteX36006" y="connsiteY36006"/>
              </a:cxn>
              <a:cxn ang="0">
                <a:pos x="connsiteX36007" y="connsiteY36007"/>
              </a:cxn>
              <a:cxn ang="0">
                <a:pos x="connsiteX36008" y="connsiteY36008"/>
              </a:cxn>
              <a:cxn ang="0">
                <a:pos x="connsiteX36009" y="connsiteY36009"/>
              </a:cxn>
              <a:cxn ang="0">
                <a:pos x="connsiteX36010" y="connsiteY36010"/>
              </a:cxn>
              <a:cxn ang="0">
                <a:pos x="connsiteX36011" y="connsiteY36011"/>
              </a:cxn>
              <a:cxn ang="0">
                <a:pos x="connsiteX36012" y="connsiteY36012"/>
              </a:cxn>
              <a:cxn ang="0">
                <a:pos x="connsiteX36013" y="connsiteY36013"/>
              </a:cxn>
              <a:cxn ang="0">
                <a:pos x="connsiteX36014" y="connsiteY36014"/>
              </a:cxn>
              <a:cxn ang="0">
                <a:pos x="connsiteX36015" y="connsiteY36015"/>
              </a:cxn>
              <a:cxn ang="0">
                <a:pos x="connsiteX36016" y="connsiteY36016"/>
              </a:cxn>
              <a:cxn ang="0">
                <a:pos x="connsiteX36017" y="connsiteY36017"/>
              </a:cxn>
              <a:cxn ang="0">
                <a:pos x="connsiteX36018" y="connsiteY36018"/>
              </a:cxn>
              <a:cxn ang="0">
                <a:pos x="connsiteX36019" y="connsiteY36019"/>
              </a:cxn>
              <a:cxn ang="0">
                <a:pos x="connsiteX36020" y="connsiteY36020"/>
              </a:cxn>
              <a:cxn ang="0">
                <a:pos x="connsiteX36021" y="connsiteY36021"/>
              </a:cxn>
              <a:cxn ang="0">
                <a:pos x="connsiteX36022" y="connsiteY36022"/>
              </a:cxn>
              <a:cxn ang="0">
                <a:pos x="connsiteX36023" y="connsiteY36023"/>
              </a:cxn>
              <a:cxn ang="0">
                <a:pos x="connsiteX36024" y="connsiteY36024"/>
              </a:cxn>
              <a:cxn ang="0">
                <a:pos x="connsiteX36025" y="connsiteY36025"/>
              </a:cxn>
              <a:cxn ang="0">
                <a:pos x="connsiteX36026" y="connsiteY36026"/>
              </a:cxn>
              <a:cxn ang="0">
                <a:pos x="connsiteX36027" y="connsiteY36027"/>
              </a:cxn>
              <a:cxn ang="0">
                <a:pos x="connsiteX36028" y="connsiteY36028"/>
              </a:cxn>
              <a:cxn ang="0">
                <a:pos x="connsiteX36029" y="connsiteY36029"/>
              </a:cxn>
              <a:cxn ang="0">
                <a:pos x="connsiteX36030" y="connsiteY36030"/>
              </a:cxn>
              <a:cxn ang="0">
                <a:pos x="connsiteX36031" y="connsiteY36031"/>
              </a:cxn>
              <a:cxn ang="0">
                <a:pos x="connsiteX36032" y="connsiteY36032"/>
              </a:cxn>
              <a:cxn ang="0">
                <a:pos x="connsiteX36033" y="connsiteY36033"/>
              </a:cxn>
              <a:cxn ang="0">
                <a:pos x="connsiteX36034" y="connsiteY36034"/>
              </a:cxn>
              <a:cxn ang="0">
                <a:pos x="connsiteX36035" y="connsiteY36035"/>
              </a:cxn>
              <a:cxn ang="0">
                <a:pos x="connsiteX36036" y="connsiteY36036"/>
              </a:cxn>
              <a:cxn ang="0">
                <a:pos x="connsiteX36037" y="connsiteY36037"/>
              </a:cxn>
              <a:cxn ang="0">
                <a:pos x="connsiteX36038" y="connsiteY36038"/>
              </a:cxn>
              <a:cxn ang="0">
                <a:pos x="connsiteX36039" y="connsiteY36039"/>
              </a:cxn>
              <a:cxn ang="0">
                <a:pos x="connsiteX36040" y="connsiteY36040"/>
              </a:cxn>
              <a:cxn ang="0">
                <a:pos x="connsiteX36041" y="connsiteY36041"/>
              </a:cxn>
              <a:cxn ang="0">
                <a:pos x="connsiteX36042" y="connsiteY36042"/>
              </a:cxn>
              <a:cxn ang="0">
                <a:pos x="connsiteX36043" y="connsiteY36043"/>
              </a:cxn>
              <a:cxn ang="0">
                <a:pos x="connsiteX36044" y="connsiteY36044"/>
              </a:cxn>
              <a:cxn ang="0">
                <a:pos x="connsiteX36045" y="connsiteY36045"/>
              </a:cxn>
              <a:cxn ang="0">
                <a:pos x="connsiteX36046" y="connsiteY36046"/>
              </a:cxn>
              <a:cxn ang="0">
                <a:pos x="connsiteX36047" y="connsiteY36047"/>
              </a:cxn>
              <a:cxn ang="0">
                <a:pos x="connsiteX36048" y="connsiteY36048"/>
              </a:cxn>
              <a:cxn ang="0">
                <a:pos x="connsiteX36049" y="connsiteY36049"/>
              </a:cxn>
              <a:cxn ang="0">
                <a:pos x="connsiteX36050" y="connsiteY36050"/>
              </a:cxn>
              <a:cxn ang="0">
                <a:pos x="connsiteX36051" y="connsiteY36051"/>
              </a:cxn>
              <a:cxn ang="0">
                <a:pos x="connsiteX36052" y="connsiteY36052"/>
              </a:cxn>
              <a:cxn ang="0">
                <a:pos x="connsiteX36053" y="connsiteY36053"/>
              </a:cxn>
              <a:cxn ang="0">
                <a:pos x="connsiteX36054" y="connsiteY36054"/>
              </a:cxn>
              <a:cxn ang="0">
                <a:pos x="connsiteX36055" y="connsiteY36055"/>
              </a:cxn>
              <a:cxn ang="0">
                <a:pos x="connsiteX36056" y="connsiteY36056"/>
              </a:cxn>
              <a:cxn ang="0">
                <a:pos x="connsiteX36057" y="connsiteY36057"/>
              </a:cxn>
              <a:cxn ang="0">
                <a:pos x="connsiteX36058" y="connsiteY36058"/>
              </a:cxn>
              <a:cxn ang="0">
                <a:pos x="connsiteX36059" y="connsiteY36059"/>
              </a:cxn>
              <a:cxn ang="0">
                <a:pos x="connsiteX36060" y="connsiteY36060"/>
              </a:cxn>
              <a:cxn ang="0">
                <a:pos x="connsiteX36061" y="connsiteY36061"/>
              </a:cxn>
              <a:cxn ang="0">
                <a:pos x="connsiteX36062" y="connsiteY36062"/>
              </a:cxn>
              <a:cxn ang="0">
                <a:pos x="connsiteX36063" y="connsiteY36063"/>
              </a:cxn>
              <a:cxn ang="0">
                <a:pos x="connsiteX36064" y="connsiteY36064"/>
              </a:cxn>
              <a:cxn ang="0">
                <a:pos x="connsiteX36065" y="connsiteY36065"/>
              </a:cxn>
              <a:cxn ang="0">
                <a:pos x="connsiteX36066" y="connsiteY36066"/>
              </a:cxn>
              <a:cxn ang="0">
                <a:pos x="connsiteX36067" y="connsiteY36067"/>
              </a:cxn>
              <a:cxn ang="0">
                <a:pos x="connsiteX36068" y="connsiteY36068"/>
              </a:cxn>
              <a:cxn ang="0">
                <a:pos x="connsiteX36069" y="connsiteY36069"/>
              </a:cxn>
              <a:cxn ang="0">
                <a:pos x="connsiteX36070" y="connsiteY36070"/>
              </a:cxn>
              <a:cxn ang="0">
                <a:pos x="connsiteX36071" y="connsiteY36071"/>
              </a:cxn>
              <a:cxn ang="0">
                <a:pos x="connsiteX36072" y="connsiteY36072"/>
              </a:cxn>
              <a:cxn ang="0">
                <a:pos x="connsiteX36073" y="connsiteY36073"/>
              </a:cxn>
              <a:cxn ang="0">
                <a:pos x="connsiteX36074" y="connsiteY36074"/>
              </a:cxn>
              <a:cxn ang="0">
                <a:pos x="connsiteX36075" y="connsiteY36075"/>
              </a:cxn>
              <a:cxn ang="0">
                <a:pos x="connsiteX36076" y="connsiteY36076"/>
              </a:cxn>
              <a:cxn ang="0">
                <a:pos x="connsiteX36077" y="connsiteY36077"/>
              </a:cxn>
              <a:cxn ang="0">
                <a:pos x="connsiteX36078" y="connsiteY36078"/>
              </a:cxn>
              <a:cxn ang="0">
                <a:pos x="connsiteX36079" y="connsiteY36079"/>
              </a:cxn>
              <a:cxn ang="0">
                <a:pos x="connsiteX36080" y="connsiteY36080"/>
              </a:cxn>
              <a:cxn ang="0">
                <a:pos x="connsiteX36081" y="connsiteY36081"/>
              </a:cxn>
              <a:cxn ang="0">
                <a:pos x="connsiteX36082" y="connsiteY36082"/>
              </a:cxn>
              <a:cxn ang="0">
                <a:pos x="connsiteX36083" y="connsiteY36083"/>
              </a:cxn>
              <a:cxn ang="0">
                <a:pos x="connsiteX36084" y="connsiteY36084"/>
              </a:cxn>
              <a:cxn ang="0">
                <a:pos x="connsiteX36085" y="connsiteY36085"/>
              </a:cxn>
              <a:cxn ang="0">
                <a:pos x="connsiteX36086" y="connsiteY36086"/>
              </a:cxn>
              <a:cxn ang="0">
                <a:pos x="connsiteX36087" y="connsiteY36087"/>
              </a:cxn>
              <a:cxn ang="0">
                <a:pos x="connsiteX36088" y="connsiteY36088"/>
              </a:cxn>
              <a:cxn ang="0">
                <a:pos x="connsiteX36089" y="connsiteY36089"/>
              </a:cxn>
              <a:cxn ang="0">
                <a:pos x="connsiteX36090" y="connsiteY36090"/>
              </a:cxn>
              <a:cxn ang="0">
                <a:pos x="connsiteX36091" y="connsiteY36091"/>
              </a:cxn>
              <a:cxn ang="0">
                <a:pos x="connsiteX36092" y="connsiteY36092"/>
              </a:cxn>
              <a:cxn ang="0">
                <a:pos x="connsiteX36093" y="connsiteY36093"/>
              </a:cxn>
              <a:cxn ang="0">
                <a:pos x="connsiteX36094" y="connsiteY36094"/>
              </a:cxn>
              <a:cxn ang="0">
                <a:pos x="connsiteX36095" y="connsiteY36095"/>
              </a:cxn>
              <a:cxn ang="0">
                <a:pos x="connsiteX36096" y="connsiteY36096"/>
              </a:cxn>
              <a:cxn ang="0">
                <a:pos x="connsiteX36097" y="connsiteY36097"/>
              </a:cxn>
              <a:cxn ang="0">
                <a:pos x="connsiteX36098" y="connsiteY36098"/>
              </a:cxn>
              <a:cxn ang="0">
                <a:pos x="connsiteX36099" y="connsiteY36099"/>
              </a:cxn>
              <a:cxn ang="0">
                <a:pos x="connsiteX36100" y="connsiteY36100"/>
              </a:cxn>
              <a:cxn ang="0">
                <a:pos x="connsiteX36101" y="connsiteY36101"/>
              </a:cxn>
              <a:cxn ang="0">
                <a:pos x="connsiteX36102" y="connsiteY36102"/>
              </a:cxn>
              <a:cxn ang="0">
                <a:pos x="connsiteX36103" y="connsiteY36103"/>
              </a:cxn>
              <a:cxn ang="0">
                <a:pos x="connsiteX36104" y="connsiteY36104"/>
              </a:cxn>
              <a:cxn ang="0">
                <a:pos x="connsiteX36105" y="connsiteY36105"/>
              </a:cxn>
              <a:cxn ang="0">
                <a:pos x="connsiteX36106" y="connsiteY36106"/>
              </a:cxn>
              <a:cxn ang="0">
                <a:pos x="connsiteX36107" y="connsiteY36107"/>
              </a:cxn>
              <a:cxn ang="0">
                <a:pos x="connsiteX36108" y="connsiteY36108"/>
              </a:cxn>
              <a:cxn ang="0">
                <a:pos x="connsiteX36109" y="connsiteY36109"/>
              </a:cxn>
              <a:cxn ang="0">
                <a:pos x="connsiteX36110" y="connsiteY36110"/>
              </a:cxn>
              <a:cxn ang="0">
                <a:pos x="connsiteX36111" y="connsiteY36111"/>
              </a:cxn>
              <a:cxn ang="0">
                <a:pos x="connsiteX36112" y="connsiteY36112"/>
              </a:cxn>
              <a:cxn ang="0">
                <a:pos x="connsiteX36113" y="connsiteY36113"/>
              </a:cxn>
              <a:cxn ang="0">
                <a:pos x="connsiteX36114" y="connsiteY36114"/>
              </a:cxn>
              <a:cxn ang="0">
                <a:pos x="connsiteX36115" y="connsiteY36115"/>
              </a:cxn>
              <a:cxn ang="0">
                <a:pos x="connsiteX36116" y="connsiteY36116"/>
              </a:cxn>
              <a:cxn ang="0">
                <a:pos x="connsiteX36117" y="connsiteY36117"/>
              </a:cxn>
              <a:cxn ang="0">
                <a:pos x="connsiteX36118" y="connsiteY36118"/>
              </a:cxn>
              <a:cxn ang="0">
                <a:pos x="connsiteX36119" y="connsiteY36119"/>
              </a:cxn>
              <a:cxn ang="0">
                <a:pos x="connsiteX36120" y="connsiteY36120"/>
              </a:cxn>
              <a:cxn ang="0">
                <a:pos x="connsiteX36121" y="connsiteY36121"/>
              </a:cxn>
              <a:cxn ang="0">
                <a:pos x="connsiteX36122" y="connsiteY36122"/>
              </a:cxn>
              <a:cxn ang="0">
                <a:pos x="connsiteX36123" y="connsiteY36123"/>
              </a:cxn>
              <a:cxn ang="0">
                <a:pos x="connsiteX36124" y="connsiteY36124"/>
              </a:cxn>
              <a:cxn ang="0">
                <a:pos x="connsiteX36125" y="connsiteY36125"/>
              </a:cxn>
              <a:cxn ang="0">
                <a:pos x="connsiteX36126" y="connsiteY36126"/>
              </a:cxn>
              <a:cxn ang="0">
                <a:pos x="connsiteX36127" y="connsiteY36127"/>
              </a:cxn>
              <a:cxn ang="0">
                <a:pos x="connsiteX36128" y="connsiteY36128"/>
              </a:cxn>
              <a:cxn ang="0">
                <a:pos x="connsiteX36129" y="connsiteY36129"/>
              </a:cxn>
              <a:cxn ang="0">
                <a:pos x="connsiteX36130" y="connsiteY36130"/>
              </a:cxn>
              <a:cxn ang="0">
                <a:pos x="connsiteX36131" y="connsiteY36131"/>
              </a:cxn>
              <a:cxn ang="0">
                <a:pos x="connsiteX36132" y="connsiteY36132"/>
              </a:cxn>
              <a:cxn ang="0">
                <a:pos x="connsiteX36133" y="connsiteY36133"/>
              </a:cxn>
              <a:cxn ang="0">
                <a:pos x="connsiteX36134" y="connsiteY36134"/>
              </a:cxn>
              <a:cxn ang="0">
                <a:pos x="connsiteX36135" y="connsiteY36135"/>
              </a:cxn>
              <a:cxn ang="0">
                <a:pos x="connsiteX36136" y="connsiteY36136"/>
              </a:cxn>
              <a:cxn ang="0">
                <a:pos x="connsiteX36137" y="connsiteY36137"/>
              </a:cxn>
              <a:cxn ang="0">
                <a:pos x="connsiteX36138" y="connsiteY36138"/>
              </a:cxn>
              <a:cxn ang="0">
                <a:pos x="connsiteX36139" y="connsiteY36139"/>
              </a:cxn>
              <a:cxn ang="0">
                <a:pos x="connsiteX36140" y="connsiteY36140"/>
              </a:cxn>
              <a:cxn ang="0">
                <a:pos x="connsiteX36141" y="connsiteY36141"/>
              </a:cxn>
              <a:cxn ang="0">
                <a:pos x="connsiteX36142" y="connsiteY36142"/>
              </a:cxn>
              <a:cxn ang="0">
                <a:pos x="connsiteX36143" y="connsiteY36143"/>
              </a:cxn>
              <a:cxn ang="0">
                <a:pos x="connsiteX36144" y="connsiteY36144"/>
              </a:cxn>
              <a:cxn ang="0">
                <a:pos x="connsiteX36145" y="connsiteY36145"/>
              </a:cxn>
              <a:cxn ang="0">
                <a:pos x="connsiteX36146" y="connsiteY36146"/>
              </a:cxn>
              <a:cxn ang="0">
                <a:pos x="connsiteX36147" y="connsiteY36147"/>
              </a:cxn>
              <a:cxn ang="0">
                <a:pos x="connsiteX36148" y="connsiteY36148"/>
              </a:cxn>
              <a:cxn ang="0">
                <a:pos x="connsiteX36149" y="connsiteY36149"/>
              </a:cxn>
              <a:cxn ang="0">
                <a:pos x="connsiteX36150" y="connsiteY36150"/>
              </a:cxn>
              <a:cxn ang="0">
                <a:pos x="connsiteX36151" y="connsiteY36151"/>
              </a:cxn>
              <a:cxn ang="0">
                <a:pos x="connsiteX36152" y="connsiteY36152"/>
              </a:cxn>
              <a:cxn ang="0">
                <a:pos x="connsiteX36153" y="connsiteY36153"/>
              </a:cxn>
              <a:cxn ang="0">
                <a:pos x="connsiteX36154" y="connsiteY36154"/>
              </a:cxn>
              <a:cxn ang="0">
                <a:pos x="connsiteX36155" y="connsiteY36155"/>
              </a:cxn>
              <a:cxn ang="0">
                <a:pos x="connsiteX36156" y="connsiteY36156"/>
              </a:cxn>
              <a:cxn ang="0">
                <a:pos x="connsiteX36157" y="connsiteY36157"/>
              </a:cxn>
              <a:cxn ang="0">
                <a:pos x="connsiteX36158" y="connsiteY36158"/>
              </a:cxn>
              <a:cxn ang="0">
                <a:pos x="connsiteX36159" y="connsiteY36159"/>
              </a:cxn>
              <a:cxn ang="0">
                <a:pos x="connsiteX36160" y="connsiteY36160"/>
              </a:cxn>
              <a:cxn ang="0">
                <a:pos x="connsiteX36161" y="connsiteY36161"/>
              </a:cxn>
              <a:cxn ang="0">
                <a:pos x="connsiteX36162" y="connsiteY36162"/>
              </a:cxn>
              <a:cxn ang="0">
                <a:pos x="connsiteX36163" y="connsiteY36163"/>
              </a:cxn>
              <a:cxn ang="0">
                <a:pos x="connsiteX36164" y="connsiteY36164"/>
              </a:cxn>
              <a:cxn ang="0">
                <a:pos x="connsiteX36165" y="connsiteY36165"/>
              </a:cxn>
              <a:cxn ang="0">
                <a:pos x="connsiteX36166" y="connsiteY36166"/>
              </a:cxn>
              <a:cxn ang="0">
                <a:pos x="connsiteX36167" y="connsiteY36167"/>
              </a:cxn>
              <a:cxn ang="0">
                <a:pos x="connsiteX36168" y="connsiteY36168"/>
              </a:cxn>
              <a:cxn ang="0">
                <a:pos x="connsiteX36169" y="connsiteY36169"/>
              </a:cxn>
              <a:cxn ang="0">
                <a:pos x="connsiteX36170" y="connsiteY36170"/>
              </a:cxn>
              <a:cxn ang="0">
                <a:pos x="connsiteX36171" y="connsiteY36171"/>
              </a:cxn>
              <a:cxn ang="0">
                <a:pos x="connsiteX36172" y="connsiteY36172"/>
              </a:cxn>
              <a:cxn ang="0">
                <a:pos x="connsiteX36173" y="connsiteY36173"/>
              </a:cxn>
              <a:cxn ang="0">
                <a:pos x="connsiteX36174" y="connsiteY36174"/>
              </a:cxn>
              <a:cxn ang="0">
                <a:pos x="connsiteX36175" y="connsiteY36175"/>
              </a:cxn>
              <a:cxn ang="0">
                <a:pos x="connsiteX36176" y="connsiteY36176"/>
              </a:cxn>
              <a:cxn ang="0">
                <a:pos x="connsiteX36177" y="connsiteY36177"/>
              </a:cxn>
              <a:cxn ang="0">
                <a:pos x="connsiteX36178" y="connsiteY36178"/>
              </a:cxn>
              <a:cxn ang="0">
                <a:pos x="connsiteX36179" y="connsiteY36179"/>
              </a:cxn>
              <a:cxn ang="0">
                <a:pos x="connsiteX36180" y="connsiteY36180"/>
              </a:cxn>
              <a:cxn ang="0">
                <a:pos x="connsiteX36181" y="connsiteY36181"/>
              </a:cxn>
              <a:cxn ang="0">
                <a:pos x="connsiteX36182" y="connsiteY36182"/>
              </a:cxn>
              <a:cxn ang="0">
                <a:pos x="connsiteX36183" y="connsiteY36183"/>
              </a:cxn>
              <a:cxn ang="0">
                <a:pos x="connsiteX36184" y="connsiteY36184"/>
              </a:cxn>
              <a:cxn ang="0">
                <a:pos x="connsiteX36185" y="connsiteY36185"/>
              </a:cxn>
              <a:cxn ang="0">
                <a:pos x="connsiteX36186" y="connsiteY36186"/>
              </a:cxn>
              <a:cxn ang="0">
                <a:pos x="connsiteX36187" y="connsiteY36187"/>
              </a:cxn>
              <a:cxn ang="0">
                <a:pos x="connsiteX36188" y="connsiteY36188"/>
              </a:cxn>
              <a:cxn ang="0">
                <a:pos x="connsiteX36189" y="connsiteY36189"/>
              </a:cxn>
              <a:cxn ang="0">
                <a:pos x="connsiteX36190" y="connsiteY36190"/>
              </a:cxn>
              <a:cxn ang="0">
                <a:pos x="connsiteX36191" y="connsiteY36191"/>
              </a:cxn>
              <a:cxn ang="0">
                <a:pos x="connsiteX36192" y="connsiteY36192"/>
              </a:cxn>
              <a:cxn ang="0">
                <a:pos x="connsiteX36193" y="connsiteY36193"/>
              </a:cxn>
              <a:cxn ang="0">
                <a:pos x="connsiteX36194" y="connsiteY36194"/>
              </a:cxn>
              <a:cxn ang="0">
                <a:pos x="connsiteX36195" y="connsiteY36195"/>
              </a:cxn>
              <a:cxn ang="0">
                <a:pos x="connsiteX36196" y="connsiteY36196"/>
              </a:cxn>
              <a:cxn ang="0">
                <a:pos x="connsiteX36197" y="connsiteY36197"/>
              </a:cxn>
              <a:cxn ang="0">
                <a:pos x="connsiteX36198" y="connsiteY36198"/>
              </a:cxn>
              <a:cxn ang="0">
                <a:pos x="connsiteX36199" y="connsiteY36199"/>
              </a:cxn>
              <a:cxn ang="0">
                <a:pos x="connsiteX36200" y="connsiteY36200"/>
              </a:cxn>
              <a:cxn ang="0">
                <a:pos x="connsiteX36201" y="connsiteY36201"/>
              </a:cxn>
              <a:cxn ang="0">
                <a:pos x="connsiteX36202" y="connsiteY36202"/>
              </a:cxn>
              <a:cxn ang="0">
                <a:pos x="connsiteX36203" y="connsiteY36203"/>
              </a:cxn>
              <a:cxn ang="0">
                <a:pos x="connsiteX36204" y="connsiteY36204"/>
              </a:cxn>
              <a:cxn ang="0">
                <a:pos x="connsiteX36205" y="connsiteY36205"/>
              </a:cxn>
              <a:cxn ang="0">
                <a:pos x="connsiteX36206" y="connsiteY36206"/>
              </a:cxn>
              <a:cxn ang="0">
                <a:pos x="connsiteX36207" y="connsiteY36207"/>
              </a:cxn>
              <a:cxn ang="0">
                <a:pos x="connsiteX36208" y="connsiteY36208"/>
              </a:cxn>
              <a:cxn ang="0">
                <a:pos x="connsiteX36209" y="connsiteY36209"/>
              </a:cxn>
              <a:cxn ang="0">
                <a:pos x="connsiteX36210" y="connsiteY36210"/>
              </a:cxn>
              <a:cxn ang="0">
                <a:pos x="connsiteX36211" y="connsiteY36211"/>
              </a:cxn>
              <a:cxn ang="0">
                <a:pos x="connsiteX36212" y="connsiteY36212"/>
              </a:cxn>
              <a:cxn ang="0">
                <a:pos x="connsiteX36213" y="connsiteY36213"/>
              </a:cxn>
              <a:cxn ang="0">
                <a:pos x="connsiteX36214" y="connsiteY36214"/>
              </a:cxn>
              <a:cxn ang="0">
                <a:pos x="connsiteX36215" y="connsiteY36215"/>
              </a:cxn>
              <a:cxn ang="0">
                <a:pos x="connsiteX36216" y="connsiteY36216"/>
              </a:cxn>
              <a:cxn ang="0">
                <a:pos x="connsiteX36217" y="connsiteY36217"/>
              </a:cxn>
              <a:cxn ang="0">
                <a:pos x="connsiteX36218" y="connsiteY36218"/>
              </a:cxn>
              <a:cxn ang="0">
                <a:pos x="connsiteX36219" y="connsiteY36219"/>
              </a:cxn>
              <a:cxn ang="0">
                <a:pos x="connsiteX36220" y="connsiteY36220"/>
              </a:cxn>
              <a:cxn ang="0">
                <a:pos x="connsiteX36221" y="connsiteY36221"/>
              </a:cxn>
              <a:cxn ang="0">
                <a:pos x="connsiteX36222" y="connsiteY36222"/>
              </a:cxn>
              <a:cxn ang="0">
                <a:pos x="connsiteX36223" y="connsiteY36223"/>
              </a:cxn>
              <a:cxn ang="0">
                <a:pos x="connsiteX36224" y="connsiteY36224"/>
              </a:cxn>
              <a:cxn ang="0">
                <a:pos x="connsiteX36225" y="connsiteY36225"/>
              </a:cxn>
              <a:cxn ang="0">
                <a:pos x="connsiteX36226" y="connsiteY36226"/>
              </a:cxn>
              <a:cxn ang="0">
                <a:pos x="connsiteX36227" y="connsiteY36227"/>
              </a:cxn>
              <a:cxn ang="0">
                <a:pos x="connsiteX36228" y="connsiteY36228"/>
              </a:cxn>
              <a:cxn ang="0">
                <a:pos x="connsiteX36229" y="connsiteY36229"/>
              </a:cxn>
              <a:cxn ang="0">
                <a:pos x="connsiteX36230" y="connsiteY36230"/>
              </a:cxn>
              <a:cxn ang="0">
                <a:pos x="connsiteX36231" y="connsiteY36231"/>
              </a:cxn>
              <a:cxn ang="0">
                <a:pos x="connsiteX36232" y="connsiteY36232"/>
              </a:cxn>
              <a:cxn ang="0">
                <a:pos x="connsiteX36233" y="connsiteY36233"/>
              </a:cxn>
              <a:cxn ang="0">
                <a:pos x="connsiteX36234" y="connsiteY36234"/>
              </a:cxn>
              <a:cxn ang="0">
                <a:pos x="connsiteX36235" y="connsiteY36235"/>
              </a:cxn>
              <a:cxn ang="0">
                <a:pos x="connsiteX36236" y="connsiteY36236"/>
              </a:cxn>
              <a:cxn ang="0">
                <a:pos x="connsiteX36237" y="connsiteY36237"/>
              </a:cxn>
              <a:cxn ang="0">
                <a:pos x="connsiteX36238" y="connsiteY36238"/>
              </a:cxn>
              <a:cxn ang="0">
                <a:pos x="connsiteX36239" y="connsiteY36239"/>
              </a:cxn>
              <a:cxn ang="0">
                <a:pos x="connsiteX36240" y="connsiteY36240"/>
              </a:cxn>
              <a:cxn ang="0">
                <a:pos x="connsiteX36241" y="connsiteY36241"/>
              </a:cxn>
              <a:cxn ang="0">
                <a:pos x="connsiteX36242" y="connsiteY36242"/>
              </a:cxn>
              <a:cxn ang="0">
                <a:pos x="connsiteX36243" y="connsiteY36243"/>
              </a:cxn>
              <a:cxn ang="0">
                <a:pos x="connsiteX36244" y="connsiteY36244"/>
              </a:cxn>
              <a:cxn ang="0">
                <a:pos x="connsiteX36245" y="connsiteY36245"/>
              </a:cxn>
              <a:cxn ang="0">
                <a:pos x="connsiteX36246" y="connsiteY36246"/>
              </a:cxn>
              <a:cxn ang="0">
                <a:pos x="connsiteX36247" y="connsiteY36247"/>
              </a:cxn>
              <a:cxn ang="0">
                <a:pos x="connsiteX36248" y="connsiteY36248"/>
              </a:cxn>
              <a:cxn ang="0">
                <a:pos x="connsiteX36249" y="connsiteY36249"/>
              </a:cxn>
              <a:cxn ang="0">
                <a:pos x="connsiteX36250" y="connsiteY36250"/>
              </a:cxn>
              <a:cxn ang="0">
                <a:pos x="connsiteX36251" y="connsiteY36251"/>
              </a:cxn>
              <a:cxn ang="0">
                <a:pos x="connsiteX36252" y="connsiteY36252"/>
              </a:cxn>
              <a:cxn ang="0">
                <a:pos x="connsiteX36253" y="connsiteY36253"/>
              </a:cxn>
              <a:cxn ang="0">
                <a:pos x="connsiteX36254" y="connsiteY36254"/>
              </a:cxn>
              <a:cxn ang="0">
                <a:pos x="connsiteX36255" y="connsiteY36255"/>
              </a:cxn>
              <a:cxn ang="0">
                <a:pos x="connsiteX36256" y="connsiteY36256"/>
              </a:cxn>
              <a:cxn ang="0">
                <a:pos x="connsiteX36257" y="connsiteY36257"/>
              </a:cxn>
              <a:cxn ang="0">
                <a:pos x="connsiteX36258" y="connsiteY36258"/>
              </a:cxn>
              <a:cxn ang="0">
                <a:pos x="connsiteX36259" y="connsiteY36259"/>
              </a:cxn>
              <a:cxn ang="0">
                <a:pos x="connsiteX36260" y="connsiteY36260"/>
              </a:cxn>
              <a:cxn ang="0">
                <a:pos x="connsiteX36261" y="connsiteY36261"/>
              </a:cxn>
              <a:cxn ang="0">
                <a:pos x="connsiteX36262" y="connsiteY36262"/>
              </a:cxn>
              <a:cxn ang="0">
                <a:pos x="connsiteX36263" y="connsiteY36263"/>
              </a:cxn>
              <a:cxn ang="0">
                <a:pos x="connsiteX36264" y="connsiteY36264"/>
              </a:cxn>
              <a:cxn ang="0">
                <a:pos x="connsiteX36265" y="connsiteY36265"/>
              </a:cxn>
              <a:cxn ang="0">
                <a:pos x="connsiteX36266" y="connsiteY36266"/>
              </a:cxn>
              <a:cxn ang="0">
                <a:pos x="connsiteX36267" y="connsiteY36267"/>
              </a:cxn>
              <a:cxn ang="0">
                <a:pos x="connsiteX36268" y="connsiteY36268"/>
              </a:cxn>
              <a:cxn ang="0">
                <a:pos x="connsiteX36269" y="connsiteY36269"/>
              </a:cxn>
              <a:cxn ang="0">
                <a:pos x="connsiteX36270" y="connsiteY36270"/>
              </a:cxn>
              <a:cxn ang="0">
                <a:pos x="connsiteX36271" y="connsiteY36271"/>
              </a:cxn>
              <a:cxn ang="0">
                <a:pos x="connsiteX36272" y="connsiteY36272"/>
              </a:cxn>
              <a:cxn ang="0">
                <a:pos x="connsiteX36273" y="connsiteY36273"/>
              </a:cxn>
              <a:cxn ang="0">
                <a:pos x="connsiteX36274" y="connsiteY36274"/>
              </a:cxn>
              <a:cxn ang="0">
                <a:pos x="connsiteX36275" y="connsiteY36275"/>
              </a:cxn>
              <a:cxn ang="0">
                <a:pos x="connsiteX36276" y="connsiteY36276"/>
              </a:cxn>
              <a:cxn ang="0">
                <a:pos x="connsiteX36277" y="connsiteY36277"/>
              </a:cxn>
              <a:cxn ang="0">
                <a:pos x="connsiteX36278" y="connsiteY36278"/>
              </a:cxn>
              <a:cxn ang="0">
                <a:pos x="connsiteX36279" y="connsiteY36279"/>
              </a:cxn>
              <a:cxn ang="0">
                <a:pos x="connsiteX36280" y="connsiteY36280"/>
              </a:cxn>
              <a:cxn ang="0">
                <a:pos x="connsiteX36281" y="connsiteY36281"/>
              </a:cxn>
              <a:cxn ang="0">
                <a:pos x="connsiteX36282" y="connsiteY36282"/>
              </a:cxn>
              <a:cxn ang="0">
                <a:pos x="connsiteX36283" y="connsiteY36283"/>
              </a:cxn>
              <a:cxn ang="0">
                <a:pos x="connsiteX36284" y="connsiteY36284"/>
              </a:cxn>
              <a:cxn ang="0">
                <a:pos x="connsiteX36285" y="connsiteY36285"/>
              </a:cxn>
              <a:cxn ang="0">
                <a:pos x="connsiteX36286" y="connsiteY36286"/>
              </a:cxn>
              <a:cxn ang="0">
                <a:pos x="connsiteX36287" y="connsiteY36287"/>
              </a:cxn>
              <a:cxn ang="0">
                <a:pos x="connsiteX36288" y="connsiteY36288"/>
              </a:cxn>
              <a:cxn ang="0">
                <a:pos x="connsiteX36289" y="connsiteY36289"/>
              </a:cxn>
              <a:cxn ang="0">
                <a:pos x="connsiteX36290" y="connsiteY36290"/>
              </a:cxn>
              <a:cxn ang="0">
                <a:pos x="connsiteX36291" y="connsiteY36291"/>
              </a:cxn>
              <a:cxn ang="0">
                <a:pos x="connsiteX36292" y="connsiteY36292"/>
              </a:cxn>
              <a:cxn ang="0">
                <a:pos x="connsiteX36293" y="connsiteY36293"/>
              </a:cxn>
              <a:cxn ang="0">
                <a:pos x="connsiteX36294" y="connsiteY36294"/>
              </a:cxn>
              <a:cxn ang="0">
                <a:pos x="connsiteX36295" y="connsiteY36295"/>
              </a:cxn>
              <a:cxn ang="0">
                <a:pos x="connsiteX36296" y="connsiteY36296"/>
              </a:cxn>
              <a:cxn ang="0">
                <a:pos x="connsiteX36297" y="connsiteY36297"/>
              </a:cxn>
              <a:cxn ang="0">
                <a:pos x="connsiteX36298" y="connsiteY36298"/>
              </a:cxn>
              <a:cxn ang="0">
                <a:pos x="connsiteX36299" y="connsiteY36299"/>
              </a:cxn>
              <a:cxn ang="0">
                <a:pos x="connsiteX36300" y="connsiteY36300"/>
              </a:cxn>
              <a:cxn ang="0">
                <a:pos x="connsiteX36301" y="connsiteY36301"/>
              </a:cxn>
              <a:cxn ang="0">
                <a:pos x="connsiteX36302" y="connsiteY36302"/>
              </a:cxn>
              <a:cxn ang="0">
                <a:pos x="connsiteX36303" y="connsiteY36303"/>
              </a:cxn>
              <a:cxn ang="0">
                <a:pos x="connsiteX36304" y="connsiteY36304"/>
              </a:cxn>
              <a:cxn ang="0">
                <a:pos x="connsiteX36305" y="connsiteY36305"/>
              </a:cxn>
              <a:cxn ang="0">
                <a:pos x="connsiteX36306" y="connsiteY36306"/>
              </a:cxn>
              <a:cxn ang="0">
                <a:pos x="connsiteX36307" y="connsiteY36307"/>
              </a:cxn>
              <a:cxn ang="0">
                <a:pos x="connsiteX36308" y="connsiteY36308"/>
              </a:cxn>
              <a:cxn ang="0">
                <a:pos x="connsiteX36309" y="connsiteY36309"/>
              </a:cxn>
              <a:cxn ang="0">
                <a:pos x="connsiteX36310" y="connsiteY36310"/>
              </a:cxn>
              <a:cxn ang="0">
                <a:pos x="connsiteX36311" y="connsiteY36311"/>
              </a:cxn>
              <a:cxn ang="0">
                <a:pos x="connsiteX36312" y="connsiteY36312"/>
              </a:cxn>
              <a:cxn ang="0">
                <a:pos x="connsiteX36313" y="connsiteY36313"/>
              </a:cxn>
              <a:cxn ang="0">
                <a:pos x="connsiteX36314" y="connsiteY36314"/>
              </a:cxn>
              <a:cxn ang="0">
                <a:pos x="connsiteX36315" y="connsiteY36315"/>
              </a:cxn>
              <a:cxn ang="0">
                <a:pos x="connsiteX36316" y="connsiteY36316"/>
              </a:cxn>
              <a:cxn ang="0">
                <a:pos x="connsiteX36317" y="connsiteY36317"/>
              </a:cxn>
              <a:cxn ang="0">
                <a:pos x="connsiteX36318" y="connsiteY36318"/>
              </a:cxn>
              <a:cxn ang="0">
                <a:pos x="connsiteX36319" y="connsiteY36319"/>
              </a:cxn>
              <a:cxn ang="0">
                <a:pos x="connsiteX36320" y="connsiteY36320"/>
              </a:cxn>
              <a:cxn ang="0">
                <a:pos x="connsiteX36321" y="connsiteY36321"/>
              </a:cxn>
              <a:cxn ang="0">
                <a:pos x="connsiteX36322" y="connsiteY36322"/>
              </a:cxn>
              <a:cxn ang="0">
                <a:pos x="connsiteX36323" y="connsiteY36323"/>
              </a:cxn>
              <a:cxn ang="0">
                <a:pos x="connsiteX36324" y="connsiteY36324"/>
              </a:cxn>
              <a:cxn ang="0">
                <a:pos x="connsiteX36325" y="connsiteY36325"/>
              </a:cxn>
              <a:cxn ang="0">
                <a:pos x="connsiteX36326" y="connsiteY36326"/>
              </a:cxn>
              <a:cxn ang="0">
                <a:pos x="connsiteX36327" y="connsiteY36327"/>
              </a:cxn>
              <a:cxn ang="0">
                <a:pos x="connsiteX36328" y="connsiteY36328"/>
              </a:cxn>
              <a:cxn ang="0">
                <a:pos x="connsiteX36329" y="connsiteY36329"/>
              </a:cxn>
              <a:cxn ang="0">
                <a:pos x="connsiteX36330" y="connsiteY36330"/>
              </a:cxn>
              <a:cxn ang="0">
                <a:pos x="connsiteX36331" y="connsiteY36331"/>
              </a:cxn>
              <a:cxn ang="0">
                <a:pos x="connsiteX36332" y="connsiteY36332"/>
              </a:cxn>
              <a:cxn ang="0">
                <a:pos x="connsiteX36333" y="connsiteY36333"/>
              </a:cxn>
              <a:cxn ang="0">
                <a:pos x="connsiteX36334" y="connsiteY36334"/>
              </a:cxn>
              <a:cxn ang="0">
                <a:pos x="connsiteX36335" y="connsiteY36335"/>
              </a:cxn>
              <a:cxn ang="0">
                <a:pos x="connsiteX36336" y="connsiteY36336"/>
              </a:cxn>
              <a:cxn ang="0">
                <a:pos x="connsiteX36337" y="connsiteY36337"/>
              </a:cxn>
              <a:cxn ang="0">
                <a:pos x="connsiteX36338" y="connsiteY36338"/>
              </a:cxn>
              <a:cxn ang="0">
                <a:pos x="connsiteX36339" y="connsiteY36339"/>
              </a:cxn>
              <a:cxn ang="0">
                <a:pos x="connsiteX36340" y="connsiteY36340"/>
              </a:cxn>
              <a:cxn ang="0">
                <a:pos x="connsiteX36341" y="connsiteY36341"/>
              </a:cxn>
              <a:cxn ang="0">
                <a:pos x="connsiteX36342" y="connsiteY36342"/>
              </a:cxn>
              <a:cxn ang="0">
                <a:pos x="connsiteX36343" y="connsiteY36343"/>
              </a:cxn>
              <a:cxn ang="0">
                <a:pos x="connsiteX36344" y="connsiteY36344"/>
              </a:cxn>
              <a:cxn ang="0">
                <a:pos x="connsiteX36345" y="connsiteY36345"/>
              </a:cxn>
              <a:cxn ang="0">
                <a:pos x="connsiteX36346" y="connsiteY36346"/>
              </a:cxn>
              <a:cxn ang="0">
                <a:pos x="connsiteX36347" y="connsiteY36347"/>
              </a:cxn>
              <a:cxn ang="0">
                <a:pos x="connsiteX36348" y="connsiteY36348"/>
              </a:cxn>
              <a:cxn ang="0">
                <a:pos x="connsiteX36349" y="connsiteY36349"/>
              </a:cxn>
              <a:cxn ang="0">
                <a:pos x="connsiteX36350" y="connsiteY36350"/>
              </a:cxn>
              <a:cxn ang="0">
                <a:pos x="connsiteX36351" y="connsiteY36351"/>
              </a:cxn>
              <a:cxn ang="0">
                <a:pos x="connsiteX36352" y="connsiteY36352"/>
              </a:cxn>
              <a:cxn ang="0">
                <a:pos x="connsiteX36353" y="connsiteY36353"/>
              </a:cxn>
              <a:cxn ang="0">
                <a:pos x="connsiteX36354" y="connsiteY36354"/>
              </a:cxn>
              <a:cxn ang="0">
                <a:pos x="connsiteX36355" y="connsiteY36355"/>
              </a:cxn>
              <a:cxn ang="0">
                <a:pos x="connsiteX36356" y="connsiteY36356"/>
              </a:cxn>
              <a:cxn ang="0">
                <a:pos x="connsiteX36357" y="connsiteY36357"/>
              </a:cxn>
              <a:cxn ang="0">
                <a:pos x="connsiteX36358" y="connsiteY36358"/>
              </a:cxn>
              <a:cxn ang="0">
                <a:pos x="connsiteX36359" y="connsiteY36359"/>
              </a:cxn>
              <a:cxn ang="0">
                <a:pos x="connsiteX36360" y="connsiteY36360"/>
              </a:cxn>
              <a:cxn ang="0">
                <a:pos x="connsiteX36361" y="connsiteY36361"/>
              </a:cxn>
              <a:cxn ang="0">
                <a:pos x="connsiteX36362" y="connsiteY36362"/>
              </a:cxn>
              <a:cxn ang="0">
                <a:pos x="connsiteX36363" y="connsiteY36363"/>
              </a:cxn>
              <a:cxn ang="0">
                <a:pos x="connsiteX36364" y="connsiteY36364"/>
              </a:cxn>
              <a:cxn ang="0">
                <a:pos x="connsiteX36365" y="connsiteY36365"/>
              </a:cxn>
              <a:cxn ang="0">
                <a:pos x="connsiteX36366" y="connsiteY36366"/>
              </a:cxn>
              <a:cxn ang="0">
                <a:pos x="connsiteX36367" y="connsiteY36367"/>
              </a:cxn>
              <a:cxn ang="0">
                <a:pos x="connsiteX36368" y="connsiteY36368"/>
              </a:cxn>
              <a:cxn ang="0">
                <a:pos x="connsiteX36369" y="connsiteY36369"/>
              </a:cxn>
              <a:cxn ang="0">
                <a:pos x="connsiteX36370" y="connsiteY36370"/>
              </a:cxn>
              <a:cxn ang="0">
                <a:pos x="connsiteX36371" y="connsiteY36371"/>
              </a:cxn>
              <a:cxn ang="0">
                <a:pos x="connsiteX36372" y="connsiteY36372"/>
              </a:cxn>
              <a:cxn ang="0">
                <a:pos x="connsiteX36373" y="connsiteY36373"/>
              </a:cxn>
              <a:cxn ang="0">
                <a:pos x="connsiteX36374" y="connsiteY36374"/>
              </a:cxn>
              <a:cxn ang="0">
                <a:pos x="connsiteX36375" y="connsiteY36375"/>
              </a:cxn>
              <a:cxn ang="0">
                <a:pos x="connsiteX36376" y="connsiteY36376"/>
              </a:cxn>
              <a:cxn ang="0">
                <a:pos x="connsiteX36377" y="connsiteY36377"/>
              </a:cxn>
              <a:cxn ang="0">
                <a:pos x="connsiteX36378" y="connsiteY36378"/>
              </a:cxn>
              <a:cxn ang="0">
                <a:pos x="connsiteX36379" y="connsiteY36379"/>
              </a:cxn>
              <a:cxn ang="0">
                <a:pos x="connsiteX36380" y="connsiteY36380"/>
              </a:cxn>
              <a:cxn ang="0">
                <a:pos x="connsiteX36381" y="connsiteY36381"/>
              </a:cxn>
              <a:cxn ang="0">
                <a:pos x="connsiteX36382" y="connsiteY36382"/>
              </a:cxn>
              <a:cxn ang="0">
                <a:pos x="connsiteX36383" y="connsiteY36383"/>
              </a:cxn>
              <a:cxn ang="0">
                <a:pos x="connsiteX36384" y="connsiteY36384"/>
              </a:cxn>
              <a:cxn ang="0">
                <a:pos x="connsiteX36385" y="connsiteY36385"/>
              </a:cxn>
              <a:cxn ang="0">
                <a:pos x="connsiteX36386" y="connsiteY36386"/>
              </a:cxn>
              <a:cxn ang="0">
                <a:pos x="connsiteX36387" y="connsiteY36387"/>
              </a:cxn>
              <a:cxn ang="0">
                <a:pos x="connsiteX36388" y="connsiteY36388"/>
              </a:cxn>
              <a:cxn ang="0">
                <a:pos x="connsiteX36389" y="connsiteY36389"/>
              </a:cxn>
              <a:cxn ang="0">
                <a:pos x="connsiteX36390" y="connsiteY36390"/>
              </a:cxn>
              <a:cxn ang="0">
                <a:pos x="connsiteX36391" y="connsiteY36391"/>
              </a:cxn>
              <a:cxn ang="0">
                <a:pos x="connsiteX36392" y="connsiteY36392"/>
              </a:cxn>
              <a:cxn ang="0">
                <a:pos x="connsiteX36393" y="connsiteY36393"/>
              </a:cxn>
              <a:cxn ang="0">
                <a:pos x="connsiteX36394" y="connsiteY36394"/>
              </a:cxn>
              <a:cxn ang="0">
                <a:pos x="connsiteX36395" y="connsiteY36395"/>
              </a:cxn>
              <a:cxn ang="0">
                <a:pos x="connsiteX36396" y="connsiteY36396"/>
              </a:cxn>
              <a:cxn ang="0">
                <a:pos x="connsiteX36397" y="connsiteY36397"/>
              </a:cxn>
              <a:cxn ang="0">
                <a:pos x="connsiteX36398" y="connsiteY36398"/>
              </a:cxn>
              <a:cxn ang="0">
                <a:pos x="connsiteX36399" y="connsiteY36399"/>
              </a:cxn>
              <a:cxn ang="0">
                <a:pos x="connsiteX36400" y="connsiteY36400"/>
              </a:cxn>
              <a:cxn ang="0">
                <a:pos x="connsiteX36401" y="connsiteY36401"/>
              </a:cxn>
              <a:cxn ang="0">
                <a:pos x="connsiteX36402" y="connsiteY36402"/>
              </a:cxn>
              <a:cxn ang="0">
                <a:pos x="connsiteX36403" y="connsiteY36403"/>
              </a:cxn>
              <a:cxn ang="0">
                <a:pos x="connsiteX36404" y="connsiteY36404"/>
              </a:cxn>
              <a:cxn ang="0">
                <a:pos x="connsiteX36405" y="connsiteY36405"/>
              </a:cxn>
              <a:cxn ang="0">
                <a:pos x="connsiteX36406" y="connsiteY36406"/>
              </a:cxn>
              <a:cxn ang="0">
                <a:pos x="connsiteX36407" y="connsiteY36407"/>
              </a:cxn>
              <a:cxn ang="0">
                <a:pos x="connsiteX36408" y="connsiteY36408"/>
              </a:cxn>
              <a:cxn ang="0">
                <a:pos x="connsiteX36409" y="connsiteY36409"/>
              </a:cxn>
              <a:cxn ang="0">
                <a:pos x="connsiteX36410" y="connsiteY36410"/>
              </a:cxn>
              <a:cxn ang="0">
                <a:pos x="connsiteX36411" y="connsiteY36411"/>
              </a:cxn>
              <a:cxn ang="0">
                <a:pos x="connsiteX36412" y="connsiteY36412"/>
              </a:cxn>
              <a:cxn ang="0">
                <a:pos x="connsiteX36413" y="connsiteY36413"/>
              </a:cxn>
              <a:cxn ang="0">
                <a:pos x="connsiteX36414" y="connsiteY36414"/>
              </a:cxn>
              <a:cxn ang="0">
                <a:pos x="connsiteX36415" y="connsiteY36415"/>
              </a:cxn>
              <a:cxn ang="0">
                <a:pos x="connsiteX36416" y="connsiteY36416"/>
              </a:cxn>
              <a:cxn ang="0">
                <a:pos x="connsiteX36417" y="connsiteY36417"/>
              </a:cxn>
              <a:cxn ang="0">
                <a:pos x="connsiteX36418" y="connsiteY36418"/>
              </a:cxn>
              <a:cxn ang="0">
                <a:pos x="connsiteX36419" y="connsiteY36419"/>
              </a:cxn>
              <a:cxn ang="0">
                <a:pos x="connsiteX36420" y="connsiteY36420"/>
              </a:cxn>
              <a:cxn ang="0">
                <a:pos x="connsiteX36421" y="connsiteY36421"/>
              </a:cxn>
              <a:cxn ang="0">
                <a:pos x="connsiteX36422" y="connsiteY36422"/>
              </a:cxn>
              <a:cxn ang="0">
                <a:pos x="connsiteX36423" y="connsiteY36423"/>
              </a:cxn>
              <a:cxn ang="0">
                <a:pos x="connsiteX36424" y="connsiteY36424"/>
              </a:cxn>
              <a:cxn ang="0">
                <a:pos x="connsiteX36425" y="connsiteY36425"/>
              </a:cxn>
              <a:cxn ang="0">
                <a:pos x="connsiteX36426" y="connsiteY36426"/>
              </a:cxn>
              <a:cxn ang="0">
                <a:pos x="connsiteX36427" y="connsiteY36427"/>
              </a:cxn>
              <a:cxn ang="0">
                <a:pos x="connsiteX36428" y="connsiteY36428"/>
              </a:cxn>
              <a:cxn ang="0">
                <a:pos x="connsiteX36429" y="connsiteY36429"/>
              </a:cxn>
              <a:cxn ang="0">
                <a:pos x="connsiteX36430" y="connsiteY36430"/>
              </a:cxn>
              <a:cxn ang="0">
                <a:pos x="connsiteX36431" y="connsiteY36431"/>
              </a:cxn>
              <a:cxn ang="0">
                <a:pos x="connsiteX36432" y="connsiteY36432"/>
              </a:cxn>
              <a:cxn ang="0">
                <a:pos x="connsiteX36433" y="connsiteY36433"/>
              </a:cxn>
              <a:cxn ang="0">
                <a:pos x="connsiteX36434" y="connsiteY36434"/>
              </a:cxn>
              <a:cxn ang="0">
                <a:pos x="connsiteX36435" y="connsiteY36435"/>
              </a:cxn>
              <a:cxn ang="0">
                <a:pos x="connsiteX36436" y="connsiteY36436"/>
              </a:cxn>
              <a:cxn ang="0">
                <a:pos x="connsiteX36437" y="connsiteY36437"/>
              </a:cxn>
              <a:cxn ang="0">
                <a:pos x="connsiteX36438" y="connsiteY36438"/>
              </a:cxn>
              <a:cxn ang="0">
                <a:pos x="connsiteX36439" y="connsiteY36439"/>
              </a:cxn>
              <a:cxn ang="0">
                <a:pos x="connsiteX36440" y="connsiteY36440"/>
              </a:cxn>
              <a:cxn ang="0">
                <a:pos x="connsiteX36441" y="connsiteY36441"/>
              </a:cxn>
              <a:cxn ang="0">
                <a:pos x="connsiteX36442" y="connsiteY36442"/>
              </a:cxn>
              <a:cxn ang="0">
                <a:pos x="connsiteX36443" y="connsiteY36443"/>
              </a:cxn>
              <a:cxn ang="0">
                <a:pos x="connsiteX36444" y="connsiteY36444"/>
              </a:cxn>
              <a:cxn ang="0">
                <a:pos x="connsiteX36445" y="connsiteY36445"/>
              </a:cxn>
              <a:cxn ang="0">
                <a:pos x="connsiteX36446" y="connsiteY36446"/>
              </a:cxn>
              <a:cxn ang="0">
                <a:pos x="connsiteX36447" y="connsiteY36447"/>
              </a:cxn>
              <a:cxn ang="0">
                <a:pos x="connsiteX36448" y="connsiteY36448"/>
              </a:cxn>
              <a:cxn ang="0">
                <a:pos x="connsiteX36449" y="connsiteY36449"/>
              </a:cxn>
              <a:cxn ang="0">
                <a:pos x="connsiteX36450" y="connsiteY36450"/>
              </a:cxn>
              <a:cxn ang="0">
                <a:pos x="connsiteX36451" y="connsiteY36451"/>
              </a:cxn>
              <a:cxn ang="0">
                <a:pos x="connsiteX36452" y="connsiteY36452"/>
              </a:cxn>
              <a:cxn ang="0">
                <a:pos x="connsiteX36453" y="connsiteY36453"/>
              </a:cxn>
              <a:cxn ang="0">
                <a:pos x="connsiteX36454" y="connsiteY36454"/>
              </a:cxn>
              <a:cxn ang="0">
                <a:pos x="connsiteX36455" y="connsiteY36455"/>
              </a:cxn>
              <a:cxn ang="0">
                <a:pos x="connsiteX36456" y="connsiteY36456"/>
              </a:cxn>
              <a:cxn ang="0">
                <a:pos x="connsiteX36457" y="connsiteY36457"/>
              </a:cxn>
              <a:cxn ang="0">
                <a:pos x="connsiteX36458" y="connsiteY36458"/>
              </a:cxn>
              <a:cxn ang="0">
                <a:pos x="connsiteX36459" y="connsiteY36459"/>
              </a:cxn>
              <a:cxn ang="0">
                <a:pos x="connsiteX36460" y="connsiteY36460"/>
              </a:cxn>
              <a:cxn ang="0">
                <a:pos x="connsiteX36461" y="connsiteY36461"/>
              </a:cxn>
              <a:cxn ang="0">
                <a:pos x="connsiteX36462" y="connsiteY36462"/>
              </a:cxn>
              <a:cxn ang="0">
                <a:pos x="connsiteX36463" y="connsiteY36463"/>
              </a:cxn>
              <a:cxn ang="0">
                <a:pos x="connsiteX36464" y="connsiteY36464"/>
              </a:cxn>
              <a:cxn ang="0">
                <a:pos x="connsiteX36465" y="connsiteY36465"/>
              </a:cxn>
              <a:cxn ang="0">
                <a:pos x="connsiteX36466" y="connsiteY36466"/>
              </a:cxn>
              <a:cxn ang="0">
                <a:pos x="connsiteX36467" y="connsiteY36467"/>
              </a:cxn>
              <a:cxn ang="0">
                <a:pos x="connsiteX36468" y="connsiteY36468"/>
              </a:cxn>
              <a:cxn ang="0">
                <a:pos x="connsiteX36469" y="connsiteY36469"/>
              </a:cxn>
              <a:cxn ang="0">
                <a:pos x="connsiteX36470" y="connsiteY36470"/>
              </a:cxn>
              <a:cxn ang="0">
                <a:pos x="connsiteX36471" y="connsiteY36471"/>
              </a:cxn>
              <a:cxn ang="0">
                <a:pos x="connsiteX36472" y="connsiteY36472"/>
              </a:cxn>
              <a:cxn ang="0">
                <a:pos x="connsiteX36473" y="connsiteY36473"/>
              </a:cxn>
              <a:cxn ang="0">
                <a:pos x="connsiteX36474" y="connsiteY36474"/>
              </a:cxn>
              <a:cxn ang="0">
                <a:pos x="connsiteX36475" y="connsiteY36475"/>
              </a:cxn>
              <a:cxn ang="0">
                <a:pos x="connsiteX36476" y="connsiteY36476"/>
              </a:cxn>
              <a:cxn ang="0">
                <a:pos x="connsiteX36477" y="connsiteY36477"/>
              </a:cxn>
              <a:cxn ang="0">
                <a:pos x="connsiteX36478" y="connsiteY36478"/>
              </a:cxn>
              <a:cxn ang="0">
                <a:pos x="connsiteX36479" y="connsiteY36479"/>
              </a:cxn>
              <a:cxn ang="0">
                <a:pos x="connsiteX36480" y="connsiteY36480"/>
              </a:cxn>
              <a:cxn ang="0">
                <a:pos x="connsiteX36481" y="connsiteY36481"/>
              </a:cxn>
              <a:cxn ang="0">
                <a:pos x="connsiteX36482" y="connsiteY36482"/>
              </a:cxn>
              <a:cxn ang="0">
                <a:pos x="connsiteX36483" y="connsiteY36483"/>
              </a:cxn>
              <a:cxn ang="0">
                <a:pos x="connsiteX36484" y="connsiteY36484"/>
              </a:cxn>
              <a:cxn ang="0">
                <a:pos x="connsiteX36485" y="connsiteY36485"/>
              </a:cxn>
              <a:cxn ang="0">
                <a:pos x="connsiteX36486" y="connsiteY36486"/>
              </a:cxn>
              <a:cxn ang="0">
                <a:pos x="connsiteX36487" y="connsiteY36487"/>
              </a:cxn>
              <a:cxn ang="0">
                <a:pos x="connsiteX36488" y="connsiteY36488"/>
              </a:cxn>
              <a:cxn ang="0">
                <a:pos x="connsiteX36489" y="connsiteY36489"/>
              </a:cxn>
              <a:cxn ang="0">
                <a:pos x="connsiteX36490" y="connsiteY36490"/>
              </a:cxn>
              <a:cxn ang="0">
                <a:pos x="connsiteX36491" y="connsiteY36491"/>
              </a:cxn>
              <a:cxn ang="0">
                <a:pos x="connsiteX36492" y="connsiteY36492"/>
              </a:cxn>
              <a:cxn ang="0">
                <a:pos x="connsiteX36493" y="connsiteY36493"/>
              </a:cxn>
              <a:cxn ang="0">
                <a:pos x="connsiteX36494" y="connsiteY36494"/>
              </a:cxn>
              <a:cxn ang="0">
                <a:pos x="connsiteX36495" y="connsiteY36495"/>
              </a:cxn>
              <a:cxn ang="0">
                <a:pos x="connsiteX36496" y="connsiteY36496"/>
              </a:cxn>
              <a:cxn ang="0">
                <a:pos x="connsiteX36497" y="connsiteY36497"/>
              </a:cxn>
              <a:cxn ang="0">
                <a:pos x="connsiteX36498" y="connsiteY36498"/>
              </a:cxn>
              <a:cxn ang="0">
                <a:pos x="connsiteX36499" y="connsiteY36499"/>
              </a:cxn>
              <a:cxn ang="0">
                <a:pos x="connsiteX36500" y="connsiteY36500"/>
              </a:cxn>
              <a:cxn ang="0">
                <a:pos x="connsiteX36501" y="connsiteY36501"/>
              </a:cxn>
              <a:cxn ang="0">
                <a:pos x="connsiteX36502" y="connsiteY36502"/>
              </a:cxn>
              <a:cxn ang="0">
                <a:pos x="connsiteX36503" y="connsiteY36503"/>
              </a:cxn>
              <a:cxn ang="0">
                <a:pos x="connsiteX36504" y="connsiteY36504"/>
              </a:cxn>
              <a:cxn ang="0">
                <a:pos x="connsiteX36505" y="connsiteY36505"/>
              </a:cxn>
              <a:cxn ang="0">
                <a:pos x="connsiteX36506" y="connsiteY36506"/>
              </a:cxn>
              <a:cxn ang="0">
                <a:pos x="connsiteX36507" y="connsiteY36507"/>
              </a:cxn>
              <a:cxn ang="0">
                <a:pos x="connsiteX36508" y="connsiteY36508"/>
              </a:cxn>
              <a:cxn ang="0">
                <a:pos x="connsiteX36509" y="connsiteY36509"/>
              </a:cxn>
              <a:cxn ang="0">
                <a:pos x="connsiteX36510" y="connsiteY36510"/>
              </a:cxn>
              <a:cxn ang="0">
                <a:pos x="connsiteX36511" y="connsiteY36511"/>
              </a:cxn>
              <a:cxn ang="0">
                <a:pos x="connsiteX36512" y="connsiteY36512"/>
              </a:cxn>
              <a:cxn ang="0">
                <a:pos x="connsiteX36513" y="connsiteY36513"/>
              </a:cxn>
              <a:cxn ang="0">
                <a:pos x="connsiteX36514" y="connsiteY36514"/>
              </a:cxn>
              <a:cxn ang="0">
                <a:pos x="connsiteX36515" y="connsiteY36515"/>
              </a:cxn>
              <a:cxn ang="0">
                <a:pos x="connsiteX36516" y="connsiteY36516"/>
              </a:cxn>
              <a:cxn ang="0">
                <a:pos x="connsiteX36517" y="connsiteY36517"/>
              </a:cxn>
              <a:cxn ang="0">
                <a:pos x="connsiteX36518" y="connsiteY36518"/>
              </a:cxn>
              <a:cxn ang="0">
                <a:pos x="connsiteX36519" y="connsiteY36519"/>
              </a:cxn>
              <a:cxn ang="0">
                <a:pos x="connsiteX36520" y="connsiteY36520"/>
              </a:cxn>
              <a:cxn ang="0">
                <a:pos x="connsiteX36521" y="connsiteY36521"/>
              </a:cxn>
              <a:cxn ang="0">
                <a:pos x="connsiteX36522" y="connsiteY36522"/>
              </a:cxn>
              <a:cxn ang="0">
                <a:pos x="connsiteX36523" y="connsiteY36523"/>
              </a:cxn>
              <a:cxn ang="0">
                <a:pos x="connsiteX36524" y="connsiteY36524"/>
              </a:cxn>
              <a:cxn ang="0">
                <a:pos x="connsiteX36525" y="connsiteY36525"/>
              </a:cxn>
              <a:cxn ang="0">
                <a:pos x="connsiteX36526" y="connsiteY36526"/>
              </a:cxn>
              <a:cxn ang="0">
                <a:pos x="connsiteX36527" y="connsiteY36527"/>
              </a:cxn>
              <a:cxn ang="0">
                <a:pos x="connsiteX36528" y="connsiteY36528"/>
              </a:cxn>
              <a:cxn ang="0">
                <a:pos x="connsiteX36529" y="connsiteY36529"/>
              </a:cxn>
              <a:cxn ang="0">
                <a:pos x="connsiteX36530" y="connsiteY36530"/>
              </a:cxn>
              <a:cxn ang="0">
                <a:pos x="connsiteX36531" y="connsiteY36531"/>
              </a:cxn>
              <a:cxn ang="0">
                <a:pos x="connsiteX36532" y="connsiteY36532"/>
              </a:cxn>
              <a:cxn ang="0">
                <a:pos x="connsiteX36533" y="connsiteY36533"/>
              </a:cxn>
              <a:cxn ang="0">
                <a:pos x="connsiteX36534" y="connsiteY36534"/>
              </a:cxn>
              <a:cxn ang="0">
                <a:pos x="connsiteX36535" y="connsiteY36535"/>
              </a:cxn>
              <a:cxn ang="0">
                <a:pos x="connsiteX36536" y="connsiteY36536"/>
              </a:cxn>
              <a:cxn ang="0">
                <a:pos x="connsiteX36537" y="connsiteY36537"/>
              </a:cxn>
              <a:cxn ang="0">
                <a:pos x="connsiteX36538" y="connsiteY36538"/>
              </a:cxn>
              <a:cxn ang="0">
                <a:pos x="connsiteX36539" y="connsiteY36539"/>
              </a:cxn>
              <a:cxn ang="0">
                <a:pos x="connsiteX36540" y="connsiteY36540"/>
              </a:cxn>
              <a:cxn ang="0">
                <a:pos x="connsiteX36541" y="connsiteY36541"/>
              </a:cxn>
              <a:cxn ang="0">
                <a:pos x="connsiteX36542" y="connsiteY36542"/>
              </a:cxn>
              <a:cxn ang="0">
                <a:pos x="connsiteX36543" y="connsiteY36543"/>
              </a:cxn>
              <a:cxn ang="0">
                <a:pos x="connsiteX36544" y="connsiteY36544"/>
              </a:cxn>
              <a:cxn ang="0">
                <a:pos x="connsiteX36545" y="connsiteY36545"/>
              </a:cxn>
              <a:cxn ang="0">
                <a:pos x="connsiteX36546" y="connsiteY36546"/>
              </a:cxn>
              <a:cxn ang="0">
                <a:pos x="connsiteX36547" y="connsiteY36547"/>
              </a:cxn>
              <a:cxn ang="0">
                <a:pos x="connsiteX36548" y="connsiteY36548"/>
              </a:cxn>
              <a:cxn ang="0">
                <a:pos x="connsiteX36549" y="connsiteY36549"/>
              </a:cxn>
              <a:cxn ang="0">
                <a:pos x="connsiteX36550" y="connsiteY36550"/>
              </a:cxn>
              <a:cxn ang="0">
                <a:pos x="connsiteX36551" y="connsiteY36551"/>
              </a:cxn>
              <a:cxn ang="0">
                <a:pos x="connsiteX36552" y="connsiteY36552"/>
              </a:cxn>
              <a:cxn ang="0">
                <a:pos x="connsiteX36553" y="connsiteY36553"/>
              </a:cxn>
              <a:cxn ang="0">
                <a:pos x="connsiteX36554" y="connsiteY36554"/>
              </a:cxn>
              <a:cxn ang="0">
                <a:pos x="connsiteX36555" y="connsiteY36555"/>
              </a:cxn>
              <a:cxn ang="0">
                <a:pos x="connsiteX36556" y="connsiteY36556"/>
              </a:cxn>
              <a:cxn ang="0">
                <a:pos x="connsiteX36557" y="connsiteY36557"/>
              </a:cxn>
              <a:cxn ang="0">
                <a:pos x="connsiteX36558" y="connsiteY36558"/>
              </a:cxn>
              <a:cxn ang="0">
                <a:pos x="connsiteX36559" y="connsiteY36559"/>
              </a:cxn>
              <a:cxn ang="0">
                <a:pos x="connsiteX36560" y="connsiteY36560"/>
              </a:cxn>
              <a:cxn ang="0">
                <a:pos x="connsiteX36561" y="connsiteY36561"/>
              </a:cxn>
              <a:cxn ang="0">
                <a:pos x="connsiteX36562" y="connsiteY36562"/>
              </a:cxn>
              <a:cxn ang="0">
                <a:pos x="connsiteX36563" y="connsiteY36563"/>
              </a:cxn>
              <a:cxn ang="0">
                <a:pos x="connsiteX36564" y="connsiteY36564"/>
              </a:cxn>
              <a:cxn ang="0">
                <a:pos x="connsiteX36565" y="connsiteY36565"/>
              </a:cxn>
              <a:cxn ang="0">
                <a:pos x="connsiteX36566" y="connsiteY36566"/>
              </a:cxn>
              <a:cxn ang="0">
                <a:pos x="connsiteX36567" y="connsiteY36567"/>
              </a:cxn>
              <a:cxn ang="0">
                <a:pos x="connsiteX36568" y="connsiteY36568"/>
              </a:cxn>
              <a:cxn ang="0">
                <a:pos x="connsiteX36569" y="connsiteY36569"/>
              </a:cxn>
              <a:cxn ang="0">
                <a:pos x="connsiteX36570" y="connsiteY36570"/>
              </a:cxn>
              <a:cxn ang="0">
                <a:pos x="connsiteX36571" y="connsiteY36571"/>
              </a:cxn>
              <a:cxn ang="0">
                <a:pos x="connsiteX36572" y="connsiteY36572"/>
              </a:cxn>
              <a:cxn ang="0">
                <a:pos x="connsiteX36573" y="connsiteY36573"/>
              </a:cxn>
              <a:cxn ang="0">
                <a:pos x="connsiteX36574" y="connsiteY36574"/>
              </a:cxn>
              <a:cxn ang="0">
                <a:pos x="connsiteX36575" y="connsiteY36575"/>
              </a:cxn>
              <a:cxn ang="0">
                <a:pos x="connsiteX36576" y="connsiteY36576"/>
              </a:cxn>
              <a:cxn ang="0">
                <a:pos x="connsiteX36577" y="connsiteY36577"/>
              </a:cxn>
              <a:cxn ang="0">
                <a:pos x="connsiteX36578" y="connsiteY36578"/>
              </a:cxn>
              <a:cxn ang="0">
                <a:pos x="connsiteX36579" y="connsiteY36579"/>
              </a:cxn>
              <a:cxn ang="0">
                <a:pos x="connsiteX36580" y="connsiteY36580"/>
              </a:cxn>
              <a:cxn ang="0">
                <a:pos x="connsiteX36581" y="connsiteY36581"/>
              </a:cxn>
              <a:cxn ang="0">
                <a:pos x="connsiteX36582" y="connsiteY36582"/>
              </a:cxn>
              <a:cxn ang="0">
                <a:pos x="connsiteX36583" y="connsiteY36583"/>
              </a:cxn>
              <a:cxn ang="0">
                <a:pos x="connsiteX36584" y="connsiteY36584"/>
              </a:cxn>
              <a:cxn ang="0">
                <a:pos x="connsiteX36585" y="connsiteY36585"/>
              </a:cxn>
              <a:cxn ang="0">
                <a:pos x="connsiteX36586" y="connsiteY36586"/>
              </a:cxn>
              <a:cxn ang="0">
                <a:pos x="connsiteX36587" y="connsiteY36587"/>
              </a:cxn>
              <a:cxn ang="0">
                <a:pos x="connsiteX36588" y="connsiteY36588"/>
              </a:cxn>
              <a:cxn ang="0">
                <a:pos x="connsiteX36589" y="connsiteY36589"/>
              </a:cxn>
              <a:cxn ang="0">
                <a:pos x="connsiteX36590" y="connsiteY36590"/>
              </a:cxn>
              <a:cxn ang="0">
                <a:pos x="connsiteX36591" y="connsiteY36591"/>
              </a:cxn>
              <a:cxn ang="0">
                <a:pos x="connsiteX36592" y="connsiteY36592"/>
              </a:cxn>
              <a:cxn ang="0">
                <a:pos x="connsiteX36593" y="connsiteY36593"/>
              </a:cxn>
              <a:cxn ang="0">
                <a:pos x="connsiteX36594" y="connsiteY36594"/>
              </a:cxn>
              <a:cxn ang="0">
                <a:pos x="connsiteX36595" y="connsiteY36595"/>
              </a:cxn>
              <a:cxn ang="0">
                <a:pos x="connsiteX36596" y="connsiteY36596"/>
              </a:cxn>
              <a:cxn ang="0">
                <a:pos x="connsiteX36597" y="connsiteY36597"/>
              </a:cxn>
              <a:cxn ang="0">
                <a:pos x="connsiteX36598" y="connsiteY36598"/>
              </a:cxn>
              <a:cxn ang="0">
                <a:pos x="connsiteX36599" y="connsiteY36599"/>
              </a:cxn>
              <a:cxn ang="0">
                <a:pos x="connsiteX36600" y="connsiteY36600"/>
              </a:cxn>
              <a:cxn ang="0">
                <a:pos x="connsiteX36601" y="connsiteY36601"/>
              </a:cxn>
              <a:cxn ang="0">
                <a:pos x="connsiteX36602" y="connsiteY36602"/>
              </a:cxn>
              <a:cxn ang="0">
                <a:pos x="connsiteX36603" y="connsiteY36603"/>
              </a:cxn>
              <a:cxn ang="0">
                <a:pos x="connsiteX36604" y="connsiteY36604"/>
              </a:cxn>
              <a:cxn ang="0">
                <a:pos x="connsiteX36605" y="connsiteY36605"/>
              </a:cxn>
              <a:cxn ang="0">
                <a:pos x="connsiteX36606" y="connsiteY36606"/>
              </a:cxn>
              <a:cxn ang="0">
                <a:pos x="connsiteX36607" y="connsiteY36607"/>
              </a:cxn>
              <a:cxn ang="0">
                <a:pos x="connsiteX36608" y="connsiteY36608"/>
              </a:cxn>
              <a:cxn ang="0">
                <a:pos x="connsiteX36609" y="connsiteY36609"/>
              </a:cxn>
              <a:cxn ang="0">
                <a:pos x="connsiteX36610" y="connsiteY36610"/>
              </a:cxn>
              <a:cxn ang="0">
                <a:pos x="connsiteX36611" y="connsiteY36611"/>
              </a:cxn>
              <a:cxn ang="0">
                <a:pos x="connsiteX36612" y="connsiteY36612"/>
              </a:cxn>
              <a:cxn ang="0">
                <a:pos x="connsiteX36613" y="connsiteY36613"/>
              </a:cxn>
              <a:cxn ang="0">
                <a:pos x="connsiteX36614" y="connsiteY36614"/>
              </a:cxn>
              <a:cxn ang="0">
                <a:pos x="connsiteX36615" y="connsiteY36615"/>
              </a:cxn>
              <a:cxn ang="0">
                <a:pos x="connsiteX36616" y="connsiteY36616"/>
              </a:cxn>
              <a:cxn ang="0">
                <a:pos x="connsiteX36617" y="connsiteY36617"/>
              </a:cxn>
              <a:cxn ang="0">
                <a:pos x="connsiteX36618" y="connsiteY36618"/>
              </a:cxn>
              <a:cxn ang="0">
                <a:pos x="connsiteX36619" y="connsiteY36619"/>
              </a:cxn>
              <a:cxn ang="0">
                <a:pos x="connsiteX36620" y="connsiteY36620"/>
              </a:cxn>
              <a:cxn ang="0">
                <a:pos x="connsiteX36621" y="connsiteY36621"/>
              </a:cxn>
              <a:cxn ang="0">
                <a:pos x="connsiteX36622" y="connsiteY36622"/>
              </a:cxn>
              <a:cxn ang="0">
                <a:pos x="connsiteX36623" y="connsiteY36623"/>
              </a:cxn>
              <a:cxn ang="0">
                <a:pos x="connsiteX36624" y="connsiteY36624"/>
              </a:cxn>
              <a:cxn ang="0">
                <a:pos x="connsiteX36625" y="connsiteY36625"/>
              </a:cxn>
              <a:cxn ang="0">
                <a:pos x="connsiteX36626" y="connsiteY36626"/>
              </a:cxn>
              <a:cxn ang="0">
                <a:pos x="connsiteX36627" y="connsiteY36627"/>
              </a:cxn>
              <a:cxn ang="0">
                <a:pos x="connsiteX36628" y="connsiteY36628"/>
              </a:cxn>
              <a:cxn ang="0">
                <a:pos x="connsiteX36629" y="connsiteY36629"/>
              </a:cxn>
              <a:cxn ang="0">
                <a:pos x="connsiteX36630" y="connsiteY36630"/>
              </a:cxn>
              <a:cxn ang="0">
                <a:pos x="connsiteX36631" y="connsiteY36631"/>
              </a:cxn>
              <a:cxn ang="0">
                <a:pos x="connsiteX36632" y="connsiteY36632"/>
              </a:cxn>
              <a:cxn ang="0">
                <a:pos x="connsiteX36633" y="connsiteY36633"/>
              </a:cxn>
              <a:cxn ang="0">
                <a:pos x="connsiteX36634" y="connsiteY36634"/>
              </a:cxn>
              <a:cxn ang="0">
                <a:pos x="connsiteX36635" y="connsiteY36635"/>
              </a:cxn>
              <a:cxn ang="0">
                <a:pos x="connsiteX36636" y="connsiteY36636"/>
              </a:cxn>
              <a:cxn ang="0">
                <a:pos x="connsiteX36637" y="connsiteY36637"/>
              </a:cxn>
              <a:cxn ang="0">
                <a:pos x="connsiteX36638" y="connsiteY36638"/>
              </a:cxn>
              <a:cxn ang="0">
                <a:pos x="connsiteX36639" y="connsiteY36639"/>
              </a:cxn>
              <a:cxn ang="0">
                <a:pos x="connsiteX36640" y="connsiteY36640"/>
              </a:cxn>
              <a:cxn ang="0">
                <a:pos x="connsiteX36641" y="connsiteY36641"/>
              </a:cxn>
              <a:cxn ang="0">
                <a:pos x="connsiteX36642" y="connsiteY36642"/>
              </a:cxn>
              <a:cxn ang="0">
                <a:pos x="connsiteX36643" y="connsiteY36643"/>
              </a:cxn>
              <a:cxn ang="0">
                <a:pos x="connsiteX36644" y="connsiteY36644"/>
              </a:cxn>
              <a:cxn ang="0">
                <a:pos x="connsiteX36645" y="connsiteY36645"/>
              </a:cxn>
              <a:cxn ang="0">
                <a:pos x="connsiteX36646" y="connsiteY36646"/>
              </a:cxn>
              <a:cxn ang="0">
                <a:pos x="connsiteX36647" y="connsiteY36647"/>
              </a:cxn>
              <a:cxn ang="0">
                <a:pos x="connsiteX36648" y="connsiteY36648"/>
              </a:cxn>
              <a:cxn ang="0">
                <a:pos x="connsiteX36649" y="connsiteY36649"/>
              </a:cxn>
              <a:cxn ang="0">
                <a:pos x="connsiteX36650" y="connsiteY36650"/>
              </a:cxn>
              <a:cxn ang="0">
                <a:pos x="connsiteX36651" y="connsiteY36651"/>
              </a:cxn>
              <a:cxn ang="0">
                <a:pos x="connsiteX36652" y="connsiteY36652"/>
              </a:cxn>
              <a:cxn ang="0">
                <a:pos x="connsiteX36653" y="connsiteY36653"/>
              </a:cxn>
              <a:cxn ang="0">
                <a:pos x="connsiteX36654" y="connsiteY36654"/>
              </a:cxn>
              <a:cxn ang="0">
                <a:pos x="connsiteX36655" y="connsiteY36655"/>
              </a:cxn>
              <a:cxn ang="0">
                <a:pos x="connsiteX36656" y="connsiteY36656"/>
              </a:cxn>
              <a:cxn ang="0">
                <a:pos x="connsiteX36657" y="connsiteY36657"/>
              </a:cxn>
              <a:cxn ang="0">
                <a:pos x="connsiteX36658" y="connsiteY36658"/>
              </a:cxn>
              <a:cxn ang="0">
                <a:pos x="connsiteX36659" y="connsiteY36659"/>
              </a:cxn>
              <a:cxn ang="0">
                <a:pos x="connsiteX36660" y="connsiteY36660"/>
              </a:cxn>
              <a:cxn ang="0">
                <a:pos x="connsiteX36661" y="connsiteY36661"/>
              </a:cxn>
              <a:cxn ang="0">
                <a:pos x="connsiteX36662" y="connsiteY36662"/>
              </a:cxn>
              <a:cxn ang="0">
                <a:pos x="connsiteX36663" y="connsiteY36663"/>
              </a:cxn>
              <a:cxn ang="0">
                <a:pos x="connsiteX36664" y="connsiteY36664"/>
              </a:cxn>
              <a:cxn ang="0">
                <a:pos x="connsiteX36665" y="connsiteY36665"/>
              </a:cxn>
              <a:cxn ang="0">
                <a:pos x="connsiteX36666" y="connsiteY36666"/>
              </a:cxn>
              <a:cxn ang="0">
                <a:pos x="connsiteX36667" y="connsiteY36667"/>
              </a:cxn>
              <a:cxn ang="0">
                <a:pos x="connsiteX36668" y="connsiteY36668"/>
              </a:cxn>
              <a:cxn ang="0">
                <a:pos x="connsiteX36669" y="connsiteY36669"/>
              </a:cxn>
              <a:cxn ang="0">
                <a:pos x="connsiteX36670" y="connsiteY36670"/>
              </a:cxn>
              <a:cxn ang="0">
                <a:pos x="connsiteX36671" y="connsiteY36671"/>
              </a:cxn>
              <a:cxn ang="0">
                <a:pos x="connsiteX36672" y="connsiteY36672"/>
              </a:cxn>
              <a:cxn ang="0">
                <a:pos x="connsiteX36673" y="connsiteY36673"/>
              </a:cxn>
              <a:cxn ang="0">
                <a:pos x="connsiteX36674" y="connsiteY36674"/>
              </a:cxn>
              <a:cxn ang="0">
                <a:pos x="connsiteX36675" y="connsiteY36675"/>
              </a:cxn>
              <a:cxn ang="0">
                <a:pos x="connsiteX36676" y="connsiteY36676"/>
              </a:cxn>
              <a:cxn ang="0">
                <a:pos x="connsiteX36677" y="connsiteY36677"/>
              </a:cxn>
              <a:cxn ang="0">
                <a:pos x="connsiteX36678" y="connsiteY36678"/>
              </a:cxn>
              <a:cxn ang="0">
                <a:pos x="connsiteX36679" y="connsiteY36679"/>
              </a:cxn>
              <a:cxn ang="0">
                <a:pos x="connsiteX36680" y="connsiteY36680"/>
              </a:cxn>
              <a:cxn ang="0">
                <a:pos x="connsiteX36681" y="connsiteY36681"/>
              </a:cxn>
              <a:cxn ang="0">
                <a:pos x="connsiteX36682" y="connsiteY36682"/>
              </a:cxn>
              <a:cxn ang="0">
                <a:pos x="connsiteX36683" y="connsiteY36683"/>
              </a:cxn>
              <a:cxn ang="0">
                <a:pos x="connsiteX36684" y="connsiteY36684"/>
              </a:cxn>
              <a:cxn ang="0">
                <a:pos x="connsiteX36685" y="connsiteY36685"/>
              </a:cxn>
              <a:cxn ang="0">
                <a:pos x="connsiteX36686" y="connsiteY36686"/>
              </a:cxn>
              <a:cxn ang="0">
                <a:pos x="connsiteX36687" y="connsiteY36687"/>
              </a:cxn>
              <a:cxn ang="0">
                <a:pos x="connsiteX36688" y="connsiteY36688"/>
              </a:cxn>
              <a:cxn ang="0">
                <a:pos x="connsiteX36689" y="connsiteY36689"/>
              </a:cxn>
              <a:cxn ang="0">
                <a:pos x="connsiteX36690" y="connsiteY36690"/>
              </a:cxn>
              <a:cxn ang="0">
                <a:pos x="connsiteX36691" y="connsiteY36691"/>
              </a:cxn>
              <a:cxn ang="0">
                <a:pos x="connsiteX36692" y="connsiteY36692"/>
              </a:cxn>
              <a:cxn ang="0">
                <a:pos x="connsiteX36693" y="connsiteY36693"/>
              </a:cxn>
              <a:cxn ang="0">
                <a:pos x="connsiteX36694" y="connsiteY36694"/>
              </a:cxn>
              <a:cxn ang="0">
                <a:pos x="connsiteX36695" y="connsiteY36695"/>
              </a:cxn>
              <a:cxn ang="0">
                <a:pos x="connsiteX36696" y="connsiteY36696"/>
              </a:cxn>
              <a:cxn ang="0">
                <a:pos x="connsiteX36697" y="connsiteY36697"/>
              </a:cxn>
              <a:cxn ang="0">
                <a:pos x="connsiteX36698" y="connsiteY36698"/>
              </a:cxn>
              <a:cxn ang="0">
                <a:pos x="connsiteX36699" y="connsiteY36699"/>
              </a:cxn>
              <a:cxn ang="0">
                <a:pos x="connsiteX36700" y="connsiteY36700"/>
              </a:cxn>
              <a:cxn ang="0">
                <a:pos x="connsiteX36701" y="connsiteY36701"/>
              </a:cxn>
              <a:cxn ang="0">
                <a:pos x="connsiteX36702" y="connsiteY36702"/>
              </a:cxn>
              <a:cxn ang="0">
                <a:pos x="connsiteX36703" y="connsiteY36703"/>
              </a:cxn>
              <a:cxn ang="0">
                <a:pos x="connsiteX36704" y="connsiteY36704"/>
              </a:cxn>
              <a:cxn ang="0">
                <a:pos x="connsiteX36705" y="connsiteY36705"/>
              </a:cxn>
              <a:cxn ang="0">
                <a:pos x="connsiteX36706" y="connsiteY36706"/>
              </a:cxn>
              <a:cxn ang="0">
                <a:pos x="connsiteX36707" y="connsiteY36707"/>
              </a:cxn>
              <a:cxn ang="0">
                <a:pos x="connsiteX36708" y="connsiteY36708"/>
              </a:cxn>
              <a:cxn ang="0">
                <a:pos x="connsiteX36709" y="connsiteY36709"/>
              </a:cxn>
              <a:cxn ang="0">
                <a:pos x="connsiteX36710" y="connsiteY36710"/>
              </a:cxn>
              <a:cxn ang="0">
                <a:pos x="connsiteX36711" y="connsiteY36711"/>
              </a:cxn>
              <a:cxn ang="0">
                <a:pos x="connsiteX36712" y="connsiteY36712"/>
              </a:cxn>
              <a:cxn ang="0">
                <a:pos x="connsiteX36713" y="connsiteY36713"/>
              </a:cxn>
              <a:cxn ang="0">
                <a:pos x="connsiteX36714" y="connsiteY36714"/>
              </a:cxn>
              <a:cxn ang="0">
                <a:pos x="connsiteX36715" y="connsiteY36715"/>
              </a:cxn>
              <a:cxn ang="0">
                <a:pos x="connsiteX36716" y="connsiteY36716"/>
              </a:cxn>
              <a:cxn ang="0">
                <a:pos x="connsiteX36717" y="connsiteY36717"/>
              </a:cxn>
              <a:cxn ang="0">
                <a:pos x="connsiteX36718" y="connsiteY36718"/>
              </a:cxn>
              <a:cxn ang="0">
                <a:pos x="connsiteX36719" y="connsiteY36719"/>
              </a:cxn>
              <a:cxn ang="0">
                <a:pos x="connsiteX36720" y="connsiteY36720"/>
              </a:cxn>
              <a:cxn ang="0">
                <a:pos x="connsiteX36721" y="connsiteY36721"/>
              </a:cxn>
              <a:cxn ang="0">
                <a:pos x="connsiteX36722" y="connsiteY36722"/>
              </a:cxn>
              <a:cxn ang="0">
                <a:pos x="connsiteX36723" y="connsiteY36723"/>
              </a:cxn>
              <a:cxn ang="0">
                <a:pos x="connsiteX36724" y="connsiteY36724"/>
              </a:cxn>
              <a:cxn ang="0">
                <a:pos x="connsiteX36725" y="connsiteY36725"/>
              </a:cxn>
              <a:cxn ang="0">
                <a:pos x="connsiteX36726" y="connsiteY36726"/>
              </a:cxn>
              <a:cxn ang="0">
                <a:pos x="connsiteX36727" y="connsiteY36727"/>
              </a:cxn>
              <a:cxn ang="0">
                <a:pos x="connsiteX36728" y="connsiteY36728"/>
              </a:cxn>
              <a:cxn ang="0">
                <a:pos x="connsiteX36729" y="connsiteY36729"/>
              </a:cxn>
              <a:cxn ang="0">
                <a:pos x="connsiteX36730" y="connsiteY36730"/>
              </a:cxn>
              <a:cxn ang="0">
                <a:pos x="connsiteX36731" y="connsiteY36731"/>
              </a:cxn>
              <a:cxn ang="0">
                <a:pos x="connsiteX36732" y="connsiteY36732"/>
              </a:cxn>
              <a:cxn ang="0">
                <a:pos x="connsiteX36733" y="connsiteY36733"/>
              </a:cxn>
              <a:cxn ang="0">
                <a:pos x="connsiteX36734" y="connsiteY36734"/>
              </a:cxn>
              <a:cxn ang="0">
                <a:pos x="connsiteX36735" y="connsiteY36735"/>
              </a:cxn>
              <a:cxn ang="0">
                <a:pos x="connsiteX36736" y="connsiteY36736"/>
              </a:cxn>
              <a:cxn ang="0">
                <a:pos x="connsiteX36737" y="connsiteY36737"/>
              </a:cxn>
              <a:cxn ang="0">
                <a:pos x="connsiteX36738" y="connsiteY36738"/>
              </a:cxn>
              <a:cxn ang="0">
                <a:pos x="connsiteX36739" y="connsiteY36739"/>
              </a:cxn>
              <a:cxn ang="0">
                <a:pos x="connsiteX36740" y="connsiteY36740"/>
              </a:cxn>
              <a:cxn ang="0">
                <a:pos x="connsiteX36741" y="connsiteY36741"/>
              </a:cxn>
              <a:cxn ang="0">
                <a:pos x="connsiteX36742" y="connsiteY36742"/>
              </a:cxn>
              <a:cxn ang="0">
                <a:pos x="connsiteX36743" y="connsiteY36743"/>
              </a:cxn>
              <a:cxn ang="0">
                <a:pos x="connsiteX36744" y="connsiteY36744"/>
              </a:cxn>
              <a:cxn ang="0">
                <a:pos x="connsiteX36745" y="connsiteY36745"/>
              </a:cxn>
              <a:cxn ang="0">
                <a:pos x="connsiteX36746" y="connsiteY36746"/>
              </a:cxn>
              <a:cxn ang="0">
                <a:pos x="connsiteX36747" y="connsiteY36747"/>
              </a:cxn>
              <a:cxn ang="0">
                <a:pos x="connsiteX36748" y="connsiteY36748"/>
              </a:cxn>
              <a:cxn ang="0">
                <a:pos x="connsiteX36749" y="connsiteY36749"/>
              </a:cxn>
              <a:cxn ang="0">
                <a:pos x="connsiteX36750" y="connsiteY36750"/>
              </a:cxn>
              <a:cxn ang="0">
                <a:pos x="connsiteX36751" y="connsiteY36751"/>
              </a:cxn>
              <a:cxn ang="0">
                <a:pos x="connsiteX36752" y="connsiteY36752"/>
              </a:cxn>
              <a:cxn ang="0">
                <a:pos x="connsiteX36753" y="connsiteY36753"/>
              </a:cxn>
              <a:cxn ang="0">
                <a:pos x="connsiteX36754" y="connsiteY36754"/>
              </a:cxn>
              <a:cxn ang="0">
                <a:pos x="connsiteX36755" y="connsiteY36755"/>
              </a:cxn>
              <a:cxn ang="0">
                <a:pos x="connsiteX36756" y="connsiteY36756"/>
              </a:cxn>
              <a:cxn ang="0">
                <a:pos x="connsiteX36757" y="connsiteY36757"/>
              </a:cxn>
              <a:cxn ang="0">
                <a:pos x="connsiteX36758" y="connsiteY36758"/>
              </a:cxn>
              <a:cxn ang="0">
                <a:pos x="connsiteX36759" y="connsiteY36759"/>
              </a:cxn>
              <a:cxn ang="0">
                <a:pos x="connsiteX36760" y="connsiteY36760"/>
              </a:cxn>
              <a:cxn ang="0">
                <a:pos x="connsiteX36761" y="connsiteY36761"/>
              </a:cxn>
              <a:cxn ang="0">
                <a:pos x="connsiteX36762" y="connsiteY36762"/>
              </a:cxn>
              <a:cxn ang="0">
                <a:pos x="connsiteX36763" y="connsiteY36763"/>
              </a:cxn>
              <a:cxn ang="0">
                <a:pos x="connsiteX36764" y="connsiteY36764"/>
              </a:cxn>
              <a:cxn ang="0">
                <a:pos x="connsiteX36765" y="connsiteY36765"/>
              </a:cxn>
              <a:cxn ang="0">
                <a:pos x="connsiteX36766" y="connsiteY36766"/>
              </a:cxn>
              <a:cxn ang="0">
                <a:pos x="connsiteX36767" y="connsiteY36767"/>
              </a:cxn>
              <a:cxn ang="0">
                <a:pos x="connsiteX36768" y="connsiteY36768"/>
              </a:cxn>
              <a:cxn ang="0">
                <a:pos x="connsiteX36769" y="connsiteY36769"/>
              </a:cxn>
              <a:cxn ang="0">
                <a:pos x="connsiteX36770" y="connsiteY36770"/>
              </a:cxn>
              <a:cxn ang="0">
                <a:pos x="connsiteX36771" y="connsiteY36771"/>
              </a:cxn>
              <a:cxn ang="0">
                <a:pos x="connsiteX36772" y="connsiteY36772"/>
              </a:cxn>
              <a:cxn ang="0">
                <a:pos x="connsiteX36773" y="connsiteY36773"/>
              </a:cxn>
              <a:cxn ang="0">
                <a:pos x="connsiteX36774" y="connsiteY36774"/>
              </a:cxn>
              <a:cxn ang="0">
                <a:pos x="connsiteX36775" y="connsiteY36775"/>
              </a:cxn>
              <a:cxn ang="0">
                <a:pos x="connsiteX36776" y="connsiteY36776"/>
              </a:cxn>
              <a:cxn ang="0">
                <a:pos x="connsiteX36777" y="connsiteY36777"/>
              </a:cxn>
              <a:cxn ang="0">
                <a:pos x="connsiteX36778" y="connsiteY36778"/>
              </a:cxn>
              <a:cxn ang="0">
                <a:pos x="connsiteX36779" y="connsiteY36779"/>
              </a:cxn>
              <a:cxn ang="0">
                <a:pos x="connsiteX36780" y="connsiteY36780"/>
              </a:cxn>
              <a:cxn ang="0">
                <a:pos x="connsiteX36781" y="connsiteY36781"/>
              </a:cxn>
              <a:cxn ang="0">
                <a:pos x="connsiteX36782" y="connsiteY36782"/>
              </a:cxn>
              <a:cxn ang="0">
                <a:pos x="connsiteX36783" y="connsiteY36783"/>
              </a:cxn>
              <a:cxn ang="0">
                <a:pos x="connsiteX36784" y="connsiteY36784"/>
              </a:cxn>
              <a:cxn ang="0">
                <a:pos x="connsiteX36785" y="connsiteY36785"/>
              </a:cxn>
              <a:cxn ang="0">
                <a:pos x="connsiteX36786" y="connsiteY36786"/>
              </a:cxn>
              <a:cxn ang="0">
                <a:pos x="connsiteX36787" y="connsiteY36787"/>
              </a:cxn>
              <a:cxn ang="0">
                <a:pos x="connsiteX36788" y="connsiteY36788"/>
              </a:cxn>
              <a:cxn ang="0">
                <a:pos x="connsiteX36789" y="connsiteY36789"/>
              </a:cxn>
              <a:cxn ang="0">
                <a:pos x="connsiteX36790" y="connsiteY36790"/>
              </a:cxn>
              <a:cxn ang="0">
                <a:pos x="connsiteX36791" y="connsiteY36791"/>
              </a:cxn>
              <a:cxn ang="0">
                <a:pos x="connsiteX36792" y="connsiteY36792"/>
              </a:cxn>
              <a:cxn ang="0">
                <a:pos x="connsiteX36793" y="connsiteY36793"/>
              </a:cxn>
              <a:cxn ang="0">
                <a:pos x="connsiteX36794" y="connsiteY36794"/>
              </a:cxn>
              <a:cxn ang="0">
                <a:pos x="connsiteX36795" y="connsiteY36795"/>
              </a:cxn>
              <a:cxn ang="0">
                <a:pos x="connsiteX36796" y="connsiteY36796"/>
              </a:cxn>
              <a:cxn ang="0">
                <a:pos x="connsiteX36797" y="connsiteY36797"/>
              </a:cxn>
              <a:cxn ang="0">
                <a:pos x="connsiteX36798" y="connsiteY36798"/>
              </a:cxn>
              <a:cxn ang="0">
                <a:pos x="connsiteX36799" y="connsiteY36799"/>
              </a:cxn>
              <a:cxn ang="0">
                <a:pos x="connsiteX36800" y="connsiteY36800"/>
              </a:cxn>
              <a:cxn ang="0">
                <a:pos x="connsiteX36801" y="connsiteY36801"/>
              </a:cxn>
              <a:cxn ang="0">
                <a:pos x="connsiteX36802" y="connsiteY36802"/>
              </a:cxn>
              <a:cxn ang="0">
                <a:pos x="connsiteX36803" y="connsiteY36803"/>
              </a:cxn>
              <a:cxn ang="0">
                <a:pos x="connsiteX36804" y="connsiteY36804"/>
              </a:cxn>
              <a:cxn ang="0">
                <a:pos x="connsiteX36805" y="connsiteY36805"/>
              </a:cxn>
              <a:cxn ang="0">
                <a:pos x="connsiteX36806" y="connsiteY36806"/>
              </a:cxn>
              <a:cxn ang="0">
                <a:pos x="connsiteX36807" y="connsiteY36807"/>
              </a:cxn>
              <a:cxn ang="0">
                <a:pos x="connsiteX36808" y="connsiteY36808"/>
              </a:cxn>
              <a:cxn ang="0">
                <a:pos x="connsiteX36809" y="connsiteY36809"/>
              </a:cxn>
              <a:cxn ang="0">
                <a:pos x="connsiteX36810" y="connsiteY36810"/>
              </a:cxn>
              <a:cxn ang="0">
                <a:pos x="connsiteX36811" y="connsiteY36811"/>
              </a:cxn>
              <a:cxn ang="0">
                <a:pos x="connsiteX36812" y="connsiteY36812"/>
              </a:cxn>
              <a:cxn ang="0">
                <a:pos x="connsiteX36813" y="connsiteY36813"/>
              </a:cxn>
              <a:cxn ang="0">
                <a:pos x="connsiteX36814" y="connsiteY36814"/>
              </a:cxn>
              <a:cxn ang="0">
                <a:pos x="connsiteX36815" y="connsiteY36815"/>
              </a:cxn>
              <a:cxn ang="0">
                <a:pos x="connsiteX36816" y="connsiteY36816"/>
              </a:cxn>
              <a:cxn ang="0">
                <a:pos x="connsiteX36817" y="connsiteY36817"/>
              </a:cxn>
              <a:cxn ang="0">
                <a:pos x="connsiteX36818" y="connsiteY36818"/>
              </a:cxn>
              <a:cxn ang="0">
                <a:pos x="connsiteX36819" y="connsiteY36819"/>
              </a:cxn>
              <a:cxn ang="0">
                <a:pos x="connsiteX36820" y="connsiteY36820"/>
              </a:cxn>
              <a:cxn ang="0">
                <a:pos x="connsiteX36821" y="connsiteY36821"/>
              </a:cxn>
              <a:cxn ang="0">
                <a:pos x="connsiteX36822" y="connsiteY36822"/>
              </a:cxn>
              <a:cxn ang="0">
                <a:pos x="connsiteX36823" y="connsiteY36823"/>
              </a:cxn>
              <a:cxn ang="0">
                <a:pos x="connsiteX36824" y="connsiteY36824"/>
              </a:cxn>
              <a:cxn ang="0">
                <a:pos x="connsiteX36825" y="connsiteY36825"/>
              </a:cxn>
              <a:cxn ang="0">
                <a:pos x="connsiteX36826" y="connsiteY36826"/>
              </a:cxn>
              <a:cxn ang="0">
                <a:pos x="connsiteX36827" y="connsiteY36827"/>
              </a:cxn>
              <a:cxn ang="0">
                <a:pos x="connsiteX36828" y="connsiteY36828"/>
              </a:cxn>
              <a:cxn ang="0">
                <a:pos x="connsiteX36829" y="connsiteY36829"/>
              </a:cxn>
              <a:cxn ang="0">
                <a:pos x="connsiteX36830" y="connsiteY36830"/>
              </a:cxn>
              <a:cxn ang="0">
                <a:pos x="connsiteX36831" y="connsiteY36831"/>
              </a:cxn>
              <a:cxn ang="0">
                <a:pos x="connsiteX36832" y="connsiteY36832"/>
              </a:cxn>
              <a:cxn ang="0">
                <a:pos x="connsiteX36833" y="connsiteY36833"/>
              </a:cxn>
              <a:cxn ang="0">
                <a:pos x="connsiteX36834" y="connsiteY36834"/>
              </a:cxn>
              <a:cxn ang="0">
                <a:pos x="connsiteX36835" y="connsiteY36835"/>
              </a:cxn>
              <a:cxn ang="0">
                <a:pos x="connsiteX36836" y="connsiteY36836"/>
              </a:cxn>
              <a:cxn ang="0">
                <a:pos x="connsiteX36837" y="connsiteY36837"/>
              </a:cxn>
              <a:cxn ang="0">
                <a:pos x="connsiteX36838" y="connsiteY36838"/>
              </a:cxn>
              <a:cxn ang="0">
                <a:pos x="connsiteX36839" y="connsiteY36839"/>
              </a:cxn>
              <a:cxn ang="0">
                <a:pos x="connsiteX36840" y="connsiteY36840"/>
              </a:cxn>
              <a:cxn ang="0">
                <a:pos x="connsiteX36841" y="connsiteY36841"/>
              </a:cxn>
              <a:cxn ang="0">
                <a:pos x="connsiteX36842" y="connsiteY36842"/>
              </a:cxn>
              <a:cxn ang="0">
                <a:pos x="connsiteX36843" y="connsiteY36843"/>
              </a:cxn>
              <a:cxn ang="0">
                <a:pos x="connsiteX36844" y="connsiteY36844"/>
              </a:cxn>
              <a:cxn ang="0">
                <a:pos x="connsiteX36845" y="connsiteY36845"/>
              </a:cxn>
              <a:cxn ang="0">
                <a:pos x="connsiteX36846" y="connsiteY36846"/>
              </a:cxn>
              <a:cxn ang="0">
                <a:pos x="connsiteX36847" y="connsiteY36847"/>
              </a:cxn>
              <a:cxn ang="0">
                <a:pos x="connsiteX36848" y="connsiteY36848"/>
              </a:cxn>
              <a:cxn ang="0">
                <a:pos x="connsiteX36849" y="connsiteY36849"/>
              </a:cxn>
              <a:cxn ang="0">
                <a:pos x="connsiteX36850" y="connsiteY36850"/>
              </a:cxn>
              <a:cxn ang="0">
                <a:pos x="connsiteX36851" y="connsiteY36851"/>
              </a:cxn>
              <a:cxn ang="0">
                <a:pos x="connsiteX36852" y="connsiteY36852"/>
              </a:cxn>
              <a:cxn ang="0">
                <a:pos x="connsiteX36853" y="connsiteY36853"/>
              </a:cxn>
              <a:cxn ang="0">
                <a:pos x="connsiteX36854" y="connsiteY36854"/>
              </a:cxn>
              <a:cxn ang="0">
                <a:pos x="connsiteX36855" y="connsiteY36855"/>
              </a:cxn>
              <a:cxn ang="0">
                <a:pos x="connsiteX36856" y="connsiteY36856"/>
              </a:cxn>
              <a:cxn ang="0">
                <a:pos x="connsiteX36857" y="connsiteY36857"/>
              </a:cxn>
              <a:cxn ang="0">
                <a:pos x="connsiteX36858" y="connsiteY36858"/>
              </a:cxn>
              <a:cxn ang="0">
                <a:pos x="connsiteX36859" y="connsiteY36859"/>
              </a:cxn>
              <a:cxn ang="0">
                <a:pos x="connsiteX36860" y="connsiteY36860"/>
              </a:cxn>
              <a:cxn ang="0">
                <a:pos x="connsiteX36861" y="connsiteY36861"/>
              </a:cxn>
              <a:cxn ang="0">
                <a:pos x="connsiteX36862" y="connsiteY36862"/>
              </a:cxn>
              <a:cxn ang="0">
                <a:pos x="connsiteX36863" y="connsiteY36863"/>
              </a:cxn>
              <a:cxn ang="0">
                <a:pos x="connsiteX36864" y="connsiteY36864"/>
              </a:cxn>
              <a:cxn ang="0">
                <a:pos x="connsiteX36865" y="connsiteY36865"/>
              </a:cxn>
              <a:cxn ang="0">
                <a:pos x="connsiteX36866" y="connsiteY36866"/>
              </a:cxn>
              <a:cxn ang="0">
                <a:pos x="connsiteX36867" y="connsiteY36867"/>
              </a:cxn>
              <a:cxn ang="0">
                <a:pos x="connsiteX36868" y="connsiteY36868"/>
              </a:cxn>
              <a:cxn ang="0">
                <a:pos x="connsiteX36869" y="connsiteY36869"/>
              </a:cxn>
              <a:cxn ang="0">
                <a:pos x="connsiteX36870" y="connsiteY36870"/>
              </a:cxn>
              <a:cxn ang="0">
                <a:pos x="connsiteX36871" y="connsiteY36871"/>
              </a:cxn>
              <a:cxn ang="0">
                <a:pos x="connsiteX36872" y="connsiteY36872"/>
              </a:cxn>
              <a:cxn ang="0">
                <a:pos x="connsiteX36873" y="connsiteY36873"/>
              </a:cxn>
              <a:cxn ang="0">
                <a:pos x="connsiteX36874" y="connsiteY36874"/>
              </a:cxn>
              <a:cxn ang="0">
                <a:pos x="connsiteX36875" y="connsiteY36875"/>
              </a:cxn>
              <a:cxn ang="0">
                <a:pos x="connsiteX36876" y="connsiteY36876"/>
              </a:cxn>
              <a:cxn ang="0">
                <a:pos x="connsiteX36877" y="connsiteY36877"/>
              </a:cxn>
              <a:cxn ang="0">
                <a:pos x="connsiteX36878" y="connsiteY36878"/>
              </a:cxn>
              <a:cxn ang="0">
                <a:pos x="connsiteX36879" y="connsiteY36879"/>
              </a:cxn>
              <a:cxn ang="0">
                <a:pos x="connsiteX36880" y="connsiteY36880"/>
              </a:cxn>
              <a:cxn ang="0">
                <a:pos x="connsiteX36881" y="connsiteY36881"/>
              </a:cxn>
              <a:cxn ang="0">
                <a:pos x="connsiteX36882" y="connsiteY36882"/>
              </a:cxn>
              <a:cxn ang="0">
                <a:pos x="connsiteX36883" y="connsiteY36883"/>
              </a:cxn>
              <a:cxn ang="0">
                <a:pos x="connsiteX36884" y="connsiteY36884"/>
              </a:cxn>
              <a:cxn ang="0">
                <a:pos x="connsiteX36885" y="connsiteY36885"/>
              </a:cxn>
              <a:cxn ang="0">
                <a:pos x="connsiteX36886" y="connsiteY36886"/>
              </a:cxn>
              <a:cxn ang="0">
                <a:pos x="connsiteX36887" y="connsiteY36887"/>
              </a:cxn>
              <a:cxn ang="0">
                <a:pos x="connsiteX36888" y="connsiteY36888"/>
              </a:cxn>
              <a:cxn ang="0">
                <a:pos x="connsiteX36889" y="connsiteY36889"/>
              </a:cxn>
              <a:cxn ang="0">
                <a:pos x="connsiteX36890" y="connsiteY36890"/>
              </a:cxn>
              <a:cxn ang="0">
                <a:pos x="connsiteX36891" y="connsiteY36891"/>
              </a:cxn>
              <a:cxn ang="0">
                <a:pos x="connsiteX36892" y="connsiteY36892"/>
              </a:cxn>
              <a:cxn ang="0">
                <a:pos x="connsiteX36893" y="connsiteY36893"/>
              </a:cxn>
              <a:cxn ang="0">
                <a:pos x="connsiteX36894" y="connsiteY36894"/>
              </a:cxn>
              <a:cxn ang="0">
                <a:pos x="connsiteX36895" y="connsiteY36895"/>
              </a:cxn>
              <a:cxn ang="0">
                <a:pos x="connsiteX36896" y="connsiteY36896"/>
              </a:cxn>
              <a:cxn ang="0">
                <a:pos x="connsiteX36897" y="connsiteY36897"/>
              </a:cxn>
              <a:cxn ang="0">
                <a:pos x="connsiteX36898" y="connsiteY36898"/>
              </a:cxn>
              <a:cxn ang="0">
                <a:pos x="connsiteX36899" y="connsiteY36899"/>
              </a:cxn>
              <a:cxn ang="0">
                <a:pos x="connsiteX36900" y="connsiteY36900"/>
              </a:cxn>
              <a:cxn ang="0">
                <a:pos x="connsiteX36901" y="connsiteY36901"/>
              </a:cxn>
              <a:cxn ang="0">
                <a:pos x="connsiteX36902" y="connsiteY36902"/>
              </a:cxn>
              <a:cxn ang="0">
                <a:pos x="connsiteX36903" y="connsiteY36903"/>
              </a:cxn>
              <a:cxn ang="0">
                <a:pos x="connsiteX36904" y="connsiteY36904"/>
              </a:cxn>
              <a:cxn ang="0">
                <a:pos x="connsiteX36905" y="connsiteY36905"/>
              </a:cxn>
              <a:cxn ang="0">
                <a:pos x="connsiteX36906" y="connsiteY36906"/>
              </a:cxn>
              <a:cxn ang="0">
                <a:pos x="connsiteX36907" y="connsiteY36907"/>
              </a:cxn>
              <a:cxn ang="0">
                <a:pos x="connsiteX36908" y="connsiteY36908"/>
              </a:cxn>
              <a:cxn ang="0">
                <a:pos x="connsiteX36909" y="connsiteY36909"/>
              </a:cxn>
              <a:cxn ang="0">
                <a:pos x="connsiteX36910" y="connsiteY36910"/>
              </a:cxn>
              <a:cxn ang="0">
                <a:pos x="connsiteX36911" y="connsiteY36911"/>
              </a:cxn>
              <a:cxn ang="0">
                <a:pos x="connsiteX36912" y="connsiteY36912"/>
              </a:cxn>
              <a:cxn ang="0">
                <a:pos x="connsiteX36913" y="connsiteY36913"/>
              </a:cxn>
              <a:cxn ang="0">
                <a:pos x="connsiteX36914" y="connsiteY36914"/>
              </a:cxn>
              <a:cxn ang="0">
                <a:pos x="connsiteX36915" y="connsiteY36915"/>
              </a:cxn>
              <a:cxn ang="0">
                <a:pos x="connsiteX36916" y="connsiteY36916"/>
              </a:cxn>
              <a:cxn ang="0">
                <a:pos x="connsiteX36917" y="connsiteY36917"/>
              </a:cxn>
              <a:cxn ang="0">
                <a:pos x="connsiteX36918" y="connsiteY36918"/>
              </a:cxn>
              <a:cxn ang="0">
                <a:pos x="connsiteX36919" y="connsiteY36919"/>
              </a:cxn>
              <a:cxn ang="0">
                <a:pos x="connsiteX36920" y="connsiteY36920"/>
              </a:cxn>
              <a:cxn ang="0">
                <a:pos x="connsiteX36921" y="connsiteY36921"/>
              </a:cxn>
              <a:cxn ang="0">
                <a:pos x="connsiteX36922" y="connsiteY36922"/>
              </a:cxn>
              <a:cxn ang="0">
                <a:pos x="connsiteX36923" y="connsiteY36923"/>
              </a:cxn>
              <a:cxn ang="0">
                <a:pos x="connsiteX36924" y="connsiteY36924"/>
              </a:cxn>
              <a:cxn ang="0">
                <a:pos x="connsiteX36925" y="connsiteY36925"/>
              </a:cxn>
              <a:cxn ang="0">
                <a:pos x="connsiteX36926" y="connsiteY36926"/>
              </a:cxn>
              <a:cxn ang="0">
                <a:pos x="connsiteX36927" y="connsiteY36927"/>
              </a:cxn>
              <a:cxn ang="0">
                <a:pos x="connsiteX36928" y="connsiteY36928"/>
              </a:cxn>
              <a:cxn ang="0">
                <a:pos x="connsiteX36929" y="connsiteY36929"/>
              </a:cxn>
              <a:cxn ang="0">
                <a:pos x="connsiteX36930" y="connsiteY36930"/>
              </a:cxn>
              <a:cxn ang="0">
                <a:pos x="connsiteX36931" y="connsiteY36931"/>
              </a:cxn>
              <a:cxn ang="0">
                <a:pos x="connsiteX36932" y="connsiteY36932"/>
              </a:cxn>
              <a:cxn ang="0">
                <a:pos x="connsiteX36933" y="connsiteY36933"/>
              </a:cxn>
              <a:cxn ang="0">
                <a:pos x="connsiteX36934" y="connsiteY36934"/>
              </a:cxn>
              <a:cxn ang="0">
                <a:pos x="connsiteX36935" y="connsiteY36935"/>
              </a:cxn>
              <a:cxn ang="0">
                <a:pos x="connsiteX36936" y="connsiteY36936"/>
              </a:cxn>
              <a:cxn ang="0">
                <a:pos x="connsiteX36937" y="connsiteY36937"/>
              </a:cxn>
              <a:cxn ang="0">
                <a:pos x="connsiteX36938" y="connsiteY36938"/>
              </a:cxn>
              <a:cxn ang="0">
                <a:pos x="connsiteX36939" y="connsiteY36939"/>
              </a:cxn>
              <a:cxn ang="0">
                <a:pos x="connsiteX36940" y="connsiteY36940"/>
              </a:cxn>
              <a:cxn ang="0">
                <a:pos x="connsiteX36941" y="connsiteY36941"/>
              </a:cxn>
              <a:cxn ang="0">
                <a:pos x="connsiteX36942" y="connsiteY36942"/>
              </a:cxn>
              <a:cxn ang="0">
                <a:pos x="connsiteX36943" y="connsiteY36943"/>
              </a:cxn>
              <a:cxn ang="0">
                <a:pos x="connsiteX36944" y="connsiteY36944"/>
              </a:cxn>
              <a:cxn ang="0">
                <a:pos x="connsiteX36945" y="connsiteY36945"/>
              </a:cxn>
              <a:cxn ang="0">
                <a:pos x="connsiteX36946" y="connsiteY36946"/>
              </a:cxn>
              <a:cxn ang="0">
                <a:pos x="connsiteX36947" y="connsiteY36947"/>
              </a:cxn>
              <a:cxn ang="0">
                <a:pos x="connsiteX36948" y="connsiteY36948"/>
              </a:cxn>
              <a:cxn ang="0">
                <a:pos x="connsiteX36949" y="connsiteY36949"/>
              </a:cxn>
              <a:cxn ang="0">
                <a:pos x="connsiteX36950" y="connsiteY36950"/>
              </a:cxn>
              <a:cxn ang="0">
                <a:pos x="connsiteX36951" y="connsiteY36951"/>
              </a:cxn>
              <a:cxn ang="0">
                <a:pos x="connsiteX36952" y="connsiteY36952"/>
              </a:cxn>
              <a:cxn ang="0">
                <a:pos x="connsiteX36953" y="connsiteY36953"/>
              </a:cxn>
              <a:cxn ang="0">
                <a:pos x="connsiteX36954" y="connsiteY36954"/>
              </a:cxn>
              <a:cxn ang="0">
                <a:pos x="connsiteX36955" y="connsiteY36955"/>
              </a:cxn>
              <a:cxn ang="0">
                <a:pos x="connsiteX36956" y="connsiteY36956"/>
              </a:cxn>
              <a:cxn ang="0">
                <a:pos x="connsiteX36957" y="connsiteY36957"/>
              </a:cxn>
              <a:cxn ang="0">
                <a:pos x="connsiteX36958" y="connsiteY36958"/>
              </a:cxn>
              <a:cxn ang="0">
                <a:pos x="connsiteX36959" y="connsiteY36959"/>
              </a:cxn>
              <a:cxn ang="0">
                <a:pos x="connsiteX36960" y="connsiteY36960"/>
              </a:cxn>
              <a:cxn ang="0">
                <a:pos x="connsiteX36961" y="connsiteY36961"/>
              </a:cxn>
              <a:cxn ang="0">
                <a:pos x="connsiteX36962" y="connsiteY36962"/>
              </a:cxn>
              <a:cxn ang="0">
                <a:pos x="connsiteX36963" y="connsiteY36963"/>
              </a:cxn>
              <a:cxn ang="0">
                <a:pos x="connsiteX36964" y="connsiteY36964"/>
              </a:cxn>
              <a:cxn ang="0">
                <a:pos x="connsiteX36965" y="connsiteY36965"/>
              </a:cxn>
              <a:cxn ang="0">
                <a:pos x="connsiteX36966" y="connsiteY36966"/>
              </a:cxn>
              <a:cxn ang="0">
                <a:pos x="connsiteX36967" y="connsiteY36967"/>
              </a:cxn>
              <a:cxn ang="0">
                <a:pos x="connsiteX36968" y="connsiteY36968"/>
              </a:cxn>
              <a:cxn ang="0">
                <a:pos x="connsiteX36969" y="connsiteY36969"/>
              </a:cxn>
              <a:cxn ang="0">
                <a:pos x="connsiteX36970" y="connsiteY36970"/>
              </a:cxn>
              <a:cxn ang="0">
                <a:pos x="connsiteX36971" y="connsiteY36971"/>
              </a:cxn>
              <a:cxn ang="0">
                <a:pos x="connsiteX36972" y="connsiteY36972"/>
              </a:cxn>
              <a:cxn ang="0">
                <a:pos x="connsiteX36973" y="connsiteY36973"/>
              </a:cxn>
              <a:cxn ang="0">
                <a:pos x="connsiteX36974" y="connsiteY36974"/>
              </a:cxn>
              <a:cxn ang="0">
                <a:pos x="connsiteX36975" y="connsiteY36975"/>
              </a:cxn>
              <a:cxn ang="0">
                <a:pos x="connsiteX36976" y="connsiteY36976"/>
              </a:cxn>
              <a:cxn ang="0">
                <a:pos x="connsiteX36977" y="connsiteY36977"/>
              </a:cxn>
              <a:cxn ang="0">
                <a:pos x="connsiteX36978" y="connsiteY36978"/>
              </a:cxn>
              <a:cxn ang="0">
                <a:pos x="connsiteX36979" y="connsiteY36979"/>
              </a:cxn>
              <a:cxn ang="0">
                <a:pos x="connsiteX36980" y="connsiteY36980"/>
              </a:cxn>
              <a:cxn ang="0">
                <a:pos x="connsiteX36981" y="connsiteY36981"/>
              </a:cxn>
              <a:cxn ang="0">
                <a:pos x="connsiteX36982" y="connsiteY36982"/>
              </a:cxn>
              <a:cxn ang="0">
                <a:pos x="connsiteX36983" y="connsiteY36983"/>
              </a:cxn>
              <a:cxn ang="0">
                <a:pos x="connsiteX36984" y="connsiteY36984"/>
              </a:cxn>
              <a:cxn ang="0">
                <a:pos x="connsiteX36985" y="connsiteY36985"/>
              </a:cxn>
              <a:cxn ang="0">
                <a:pos x="connsiteX36986" y="connsiteY36986"/>
              </a:cxn>
              <a:cxn ang="0">
                <a:pos x="connsiteX36987" y="connsiteY36987"/>
              </a:cxn>
              <a:cxn ang="0">
                <a:pos x="connsiteX36988" y="connsiteY36988"/>
              </a:cxn>
              <a:cxn ang="0">
                <a:pos x="connsiteX36989" y="connsiteY36989"/>
              </a:cxn>
              <a:cxn ang="0">
                <a:pos x="connsiteX36990" y="connsiteY36990"/>
              </a:cxn>
              <a:cxn ang="0">
                <a:pos x="connsiteX36991" y="connsiteY36991"/>
              </a:cxn>
              <a:cxn ang="0">
                <a:pos x="connsiteX36992" y="connsiteY36992"/>
              </a:cxn>
              <a:cxn ang="0">
                <a:pos x="connsiteX36993" y="connsiteY36993"/>
              </a:cxn>
              <a:cxn ang="0">
                <a:pos x="connsiteX36994" y="connsiteY36994"/>
              </a:cxn>
              <a:cxn ang="0">
                <a:pos x="connsiteX36995" y="connsiteY36995"/>
              </a:cxn>
              <a:cxn ang="0">
                <a:pos x="connsiteX36996" y="connsiteY36996"/>
              </a:cxn>
              <a:cxn ang="0">
                <a:pos x="connsiteX36997" y="connsiteY36997"/>
              </a:cxn>
              <a:cxn ang="0">
                <a:pos x="connsiteX36998" y="connsiteY36998"/>
              </a:cxn>
              <a:cxn ang="0">
                <a:pos x="connsiteX36999" y="connsiteY36999"/>
              </a:cxn>
              <a:cxn ang="0">
                <a:pos x="connsiteX37000" y="connsiteY37000"/>
              </a:cxn>
              <a:cxn ang="0">
                <a:pos x="connsiteX37001" y="connsiteY37001"/>
              </a:cxn>
              <a:cxn ang="0">
                <a:pos x="connsiteX37002" y="connsiteY37002"/>
              </a:cxn>
              <a:cxn ang="0">
                <a:pos x="connsiteX37003" y="connsiteY37003"/>
              </a:cxn>
              <a:cxn ang="0">
                <a:pos x="connsiteX37004" y="connsiteY37004"/>
              </a:cxn>
              <a:cxn ang="0">
                <a:pos x="connsiteX37005" y="connsiteY37005"/>
              </a:cxn>
              <a:cxn ang="0">
                <a:pos x="connsiteX37006" y="connsiteY37006"/>
              </a:cxn>
              <a:cxn ang="0">
                <a:pos x="connsiteX37007" y="connsiteY37007"/>
              </a:cxn>
              <a:cxn ang="0">
                <a:pos x="connsiteX37008" y="connsiteY37008"/>
              </a:cxn>
              <a:cxn ang="0">
                <a:pos x="connsiteX37009" y="connsiteY37009"/>
              </a:cxn>
              <a:cxn ang="0">
                <a:pos x="connsiteX37010" y="connsiteY37010"/>
              </a:cxn>
              <a:cxn ang="0">
                <a:pos x="connsiteX37011" y="connsiteY37011"/>
              </a:cxn>
              <a:cxn ang="0">
                <a:pos x="connsiteX37012" y="connsiteY37012"/>
              </a:cxn>
              <a:cxn ang="0">
                <a:pos x="connsiteX37013" y="connsiteY37013"/>
              </a:cxn>
              <a:cxn ang="0">
                <a:pos x="connsiteX37014" y="connsiteY37014"/>
              </a:cxn>
              <a:cxn ang="0">
                <a:pos x="connsiteX37015" y="connsiteY37015"/>
              </a:cxn>
              <a:cxn ang="0">
                <a:pos x="connsiteX37016" y="connsiteY37016"/>
              </a:cxn>
              <a:cxn ang="0">
                <a:pos x="connsiteX37017" y="connsiteY37017"/>
              </a:cxn>
              <a:cxn ang="0">
                <a:pos x="connsiteX37018" y="connsiteY37018"/>
              </a:cxn>
              <a:cxn ang="0">
                <a:pos x="connsiteX37019" y="connsiteY37019"/>
              </a:cxn>
              <a:cxn ang="0">
                <a:pos x="connsiteX37020" y="connsiteY37020"/>
              </a:cxn>
              <a:cxn ang="0">
                <a:pos x="connsiteX37021" y="connsiteY37021"/>
              </a:cxn>
              <a:cxn ang="0">
                <a:pos x="connsiteX37022" y="connsiteY37022"/>
              </a:cxn>
              <a:cxn ang="0">
                <a:pos x="connsiteX37023" y="connsiteY37023"/>
              </a:cxn>
              <a:cxn ang="0">
                <a:pos x="connsiteX37024" y="connsiteY37024"/>
              </a:cxn>
              <a:cxn ang="0">
                <a:pos x="connsiteX37025" y="connsiteY37025"/>
              </a:cxn>
              <a:cxn ang="0">
                <a:pos x="connsiteX37026" y="connsiteY37026"/>
              </a:cxn>
              <a:cxn ang="0">
                <a:pos x="connsiteX37027" y="connsiteY37027"/>
              </a:cxn>
              <a:cxn ang="0">
                <a:pos x="connsiteX37028" y="connsiteY37028"/>
              </a:cxn>
              <a:cxn ang="0">
                <a:pos x="connsiteX37029" y="connsiteY37029"/>
              </a:cxn>
              <a:cxn ang="0">
                <a:pos x="connsiteX37030" y="connsiteY37030"/>
              </a:cxn>
              <a:cxn ang="0">
                <a:pos x="connsiteX37031" y="connsiteY37031"/>
              </a:cxn>
              <a:cxn ang="0">
                <a:pos x="connsiteX37032" y="connsiteY37032"/>
              </a:cxn>
              <a:cxn ang="0">
                <a:pos x="connsiteX37033" y="connsiteY37033"/>
              </a:cxn>
              <a:cxn ang="0">
                <a:pos x="connsiteX37034" y="connsiteY37034"/>
              </a:cxn>
              <a:cxn ang="0">
                <a:pos x="connsiteX37035" y="connsiteY37035"/>
              </a:cxn>
              <a:cxn ang="0">
                <a:pos x="connsiteX37036" y="connsiteY37036"/>
              </a:cxn>
              <a:cxn ang="0">
                <a:pos x="connsiteX37037" y="connsiteY37037"/>
              </a:cxn>
              <a:cxn ang="0">
                <a:pos x="connsiteX37038" y="connsiteY37038"/>
              </a:cxn>
              <a:cxn ang="0">
                <a:pos x="connsiteX37039" y="connsiteY37039"/>
              </a:cxn>
              <a:cxn ang="0">
                <a:pos x="connsiteX37040" y="connsiteY37040"/>
              </a:cxn>
              <a:cxn ang="0">
                <a:pos x="connsiteX37041" y="connsiteY37041"/>
              </a:cxn>
              <a:cxn ang="0">
                <a:pos x="connsiteX37042" y="connsiteY37042"/>
              </a:cxn>
              <a:cxn ang="0">
                <a:pos x="connsiteX37043" y="connsiteY37043"/>
              </a:cxn>
              <a:cxn ang="0">
                <a:pos x="connsiteX37044" y="connsiteY37044"/>
              </a:cxn>
              <a:cxn ang="0">
                <a:pos x="connsiteX37045" y="connsiteY37045"/>
              </a:cxn>
              <a:cxn ang="0">
                <a:pos x="connsiteX37046" y="connsiteY37046"/>
              </a:cxn>
              <a:cxn ang="0">
                <a:pos x="connsiteX37047" y="connsiteY37047"/>
              </a:cxn>
              <a:cxn ang="0">
                <a:pos x="connsiteX37048" y="connsiteY37048"/>
              </a:cxn>
              <a:cxn ang="0">
                <a:pos x="connsiteX37049" y="connsiteY37049"/>
              </a:cxn>
              <a:cxn ang="0">
                <a:pos x="connsiteX37050" y="connsiteY37050"/>
              </a:cxn>
              <a:cxn ang="0">
                <a:pos x="connsiteX37051" y="connsiteY37051"/>
              </a:cxn>
              <a:cxn ang="0">
                <a:pos x="connsiteX37052" y="connsiteY37052"/>
              </a:cxn>
              <a:cxn ang="0">
                <a:pos x="connsiteX37053" y="connsiteY37053"/>
              </a:cxn>
              <a:cxn ang="0">
                <a:pos x="connsiteX37054" y="connsiteY37054"/>
              </a:cxn>
              <a:cxn ang="0">
                <a:pos x="connsiteX37055" y="connsiteY37055"/>
              </a:cxn>
              <a:cxn ang="0">
                <a:pos x="connsiteX37056" y="connsiteY37056"/>
              </a:cxn>
              <a:cxn ang="0">
                <a:pos x="connsiteX37057" y="connsiteY37057"/>
              </a:cxn>
              <a:cxn ang="0">
                <a:pos x="connsiteX37058" y="connsiteY37058"/>
              </a:cxn>
              <a:cxn ang="0">
                <a:pos x="connsiteX37059" y="connsiteY37059"/>
              </a:cxn>
              <a:cxn ang="0">
                <a:pos x="connsiteX37060" y="connsiteY37060"/>
              </a:cxn>
              <a:cxn ang="0">
                <a:pos x="connsiteX37061" y="connsiteY37061"/>
              </a:cxn>
              <a:cxn ang="0">
                <a:pos x="connsiteX37062" y="connsiteY37062"/>
              </a:cxn>
              <a:cxn ang="0">
                <a:pos x="connsiteX37063" y="connsiteY37063"/>
              </a:cxn>
              <a:cxn ang="0">
                <a:pos x="connsiteX37064" y="connsiteY37064"/>
              </a:cxn>
              <a:cxn ang="0">
                <a:pos x="connsiteX37065" y="connsiteY37065"/>
              </a:cxn>
              <a:cxn ang="0">
                <a:pos x="connsiteX37066" y="connsiteY37066"/>
              </a:cxn>
              <a:cxn ang="0">
                <a:pos x="connsiteX37067" y="connsiteY37067"/>
              </a:cxn>
              <a:cxn ang="0">
                <a:pos x="connsiteX37068" y="connsiteY37068"/>
              </a:cxn>
              <a:cxn ang="0">
                <a:pos x="connsiteX37069" y="connsiteY37069"/>
              </a:cxn>
              <a:cxn ang="0">
                <a:pos x="connsiteX37070" y="connsiteY37070"/>
              </a:cxn>
              <a:cxn ang="0">
                <a:pos x="connsiteX37071" y="connsiteY37071"/>
              </a:cxn>
              <a:cxn ang="0">
                <a:pos x="connsiteX37072" y="connsiteY37072"/>
              </a:cxn>
              <a:cxn ang="0">
                <a:pos x="connsiteX37073" y="connsiteY37073"/>
              </a:cxn>
              <a:cxn ang="0">
                <a:pos x="connsiteX37074" y="connsiteY37074"/>
              </a:cxn>
              <a:cxn ang="0">
                <a:pos x="connsiteX37075" y="connsiteY37075"/>
              </a:cxn>
              <a:cxn ang="0">
                <a:pos x="connsiteX37076" y="connsiteY37076"/>
              </a:cxn>
              <a:cxn ang="0">
                <a:pos x="connsiteX37077" y="connsiteY37077"/>
              </a:cxn>
              <a:cxn ang="0">
                <a:pos x="connsiteX37078" y="connsiteY37078"/>
              </a:cxn>
              <a:cxn ang="0">
                <a:pos x="connsiteX37079" y="connsiteY37079"/>
              </a:cxn>
              <a:cxn ang="0">
                <a:pos x="connsiteX37080" y="connsiteY37080"/>
              </a:cxn>
              <a:cxn ang="0">
                <a:pos x="connsiteX37081" y="connsiteY37081"/>
              </a:cxn>
              <a:cxn ang="0">
                <a:pos x="connsiteX37082" y="connsiteY37082"/>
              </a:cxn>
              <a:cxn ang="0">
                <a:pos x="connsiteX37083" y="connsiteY37083"/>
              </a:cxn>
              <a:cxn ang="0">
                <a:pos x="connsiteX37084" y="connsiteY37084"/>
              </a:cxn>
              <a:cxn ang="0">
                <a:pos x="connsiteX37085" y="connsiteY37085"/>
              </a:cxn>
              <a:cxn ang="0">
                <a:pos x="connsiteX37086" y="connsiteY37086"/>
              </a:cxn>
              <a:cxn ang="0">
                <a:pos x="connsiteX37087" y="connsiteY37087"/>
              </a:cxn>
              <a:cxn ang="0">
                <a:pos x="connsiteX37088" y="connsiteY37088"/>
              </a:cxn>
              <a:cxn ang="0">
                <a:pos x="connsiteX37089" y="connsiteY37089"/>
              </a:cxn>
              <a:cxn ang="0">
                <a:pos x="connsiteX37090" y="connsiteY37090"/>
              </a:cxn>
              <a:cxn ang="0">
                <a:pos x="connsiteX37091" y="connsiteY37091"/>
              </a:cxn>
              <a:cxn ang="0">
                <a:pos x="connsiteX37092" y="connsiteY37092"/>
              </a:cxn>
              <a:cxn ang="0">
                <a:pos x="connsiteX37093" y="connsiteY37093"/>
              </a:cxn>
              <a:cxn ang="0">
                <a:pos x="connsiteX37094" y="connsiteY37094"/>
              </a:cxn>
              <a:cxn ang="0">
                <a:pos x="connsiteX37095" y="connsiteY37095"/>
              </a:cxn>
              <a:cxn ang="0">
                <a:pos x="connsiteX37096" y="connsiteY37096"/>
              </a:cxn>
              <a:cxn ang="0">
                <a:pos x="connsiteX37097" y="connsiteY37097"/>
              </a:cxn>
              <a:cxn ang="0">
                <a:pos x="connsiteX37098" y="connsiteY37098"/>
              </a:cxn>
              <a:cxn ang="0">
                <a:pos x="connsiteX37099" y="connsiteY37099"/>
              </a:cxn>
              <a:cxn ang="0">
                <a:pos x="connsiteX37100" y="connsiteY37100"/>
              </a:cxn>
              <a:cxn ang="0">
                <a:pos x="connsiteX37101" y="connsiteY37101"/>
              </a:cxn>
              <a:cxn ang="0">
                <a:pos x="connsiteX37102" y="connsiteY37102"/>
              </a:cxn>
              <a:cxn ang="0">
                <a:pos x="connsiteX37103" y="connsiteY37103"/>
              </a:cxn>
              <a:cxn ang="0">
                <a:pos x="connsiteX37104" y="connsiteY37104"/>
              </a:cxn>
              <a:cxn ang="0">
                <a:pos x="connsiteX37105" y="connsiteY37105"/>
              </a:cxn>
              <a:cxn ang="0">
                <a:pos x="connsiteX37106" y="connsiteY37106"/>
              </a:cxn>
              <a:cxn ang="0">
                <a:pos x="connsiteX37107" y="connsiteY37107"/>
              </a:cxn>
              <a:cxn ang="0">
                <a:pos x="connsiteX37108" y="connsiteY37108"/>
              </a:cxn>
              <a:cxn ang="0">
                <a:pos x="connsiteX37109" y="connsiteY37109"/>
              </a:cxn>
              <a:cxn ang="0">
                <a:pos x="connsiteX37110" y="connsiteY37110"/>
              </a:cxn>
              <a:cxn ang="0">
                <a:pos x="connsiteX37111" y="connsiteY37111"/>
              </a:cxn>
              <a:cxn ang="0">
                <a:pos x="connsiteX37112" y="connsiteY37112"/>
              </a:cxn>
              <a:cxn ang="0">
                <a:pos x="connsiteX37113" y="connsiteY37113"/>
              </a:cxn>
              <a:cxn ang="0">
                <a:pos x="connsiteX37114" y="connsiteY37114"/>
              </a:cxn>
              <a:cxn ang="0">
                <a:pos x="connsiteX37115" y="connsiteY37115"/>
              </a:cxn>
              <a:cxn ang="0">
                <a:pos x="connsiteX37116" y="connsiteY37116"/>
              </a:cxn>
              <a:cxn ang="0">
                <a:pos x="connsiteX37117" y="connsiteY37117"/>
              </a:cxn>
              <a:cxn ang="0">
                <a:pos x="connsiteX37118" y="connsiteY37118"/>
              </a:cxn>
              <a:cxn ang="0">
                <a:pos x="connsiteX37119" y="connsiteY37119"/>
              </a:cxn>
              <a:cxn ang="0">
                <a:pos x="connsiteX37120" y="connsiteY37120"/>
              </a:cxn>
              <a:cxn ang="0">
                <a:pos x="connsiteX37121" y="connsiteY37121"/>
              </a:cxn>
              <a:cxn ang="0">
                <a:pos x="connsiteX37122" y="connsiteY37122"/>
              </a:cxn>
              <a:cxn ang="0">
                <a:pos x="connsiteX37123" y="connsiteY37123"/>
              </a:cxn>
              <a:cxn ang="0">
                <a:pos x="connsiteX37124" y="connsiteY37124"/>
              </a:cxn>
              <a:cxn ang="0">
                <a:pos x="connsiteX37125" y="connsiteY37125"/>
              </a:cxn>
              <a:cxn ang="0">
                <a:pos x="connsiteX37126" y="connsiteY37126"/>
              </a:cxn>
              <a:cxn ang="0">
                <a:pos x="connsiteX37127" y="connsiteY37127"/>
              </a:cxn>
              <a:cxn ang="0">
                <a:pos x="connsiteX37128" y="connsiteY37128"/>
              </a:cxn>
              <a:cxn ang="0">
                <a:pos x="connsiteX37129" y="connsiteY37129"/>
              </a:cxn>
              <a:cxn ang="0">
                <a:pos x="connsiteX37130" y="connsiteY37130"/>
              </a:cxn>
              <a:cxn ang="0">
                <a:pos x="connsiteX37131" y="connsiteY37131"/>
              </a:cxn>
              <a:cxn ang="0">
                <a:pos x="connsiteX37132" y="connsiteY37132"/>
              </a:cxn>
              <a:cxn ang="0">
                <a:pos x="connsiteX37133" y="connsiteY37133"/>
              </a:cxn>
              <a:cxn ang="0">
                <a:pos x="connsiteX37134" y="connsiteY37134"/>
              </a:cxn>
              <a:cxn ang="0">
                <a:pos x="connsiteX37135" y="connsiteY37135"/>
              </a:cxn>
              <a:cxn ang="0">
                <a:pos x="connsiteX37136" y="connsiteY37136"/>
              </a:cxn>
              <a:cxn ang="0">
                <a:pos x="connsiteX37137" y="connsiteY37137"/>
              </a:cxn>
              <a:cxn ang="0">
                <a:pos x="connsiteX37138" y="connsiteY37138"/>
              </a:cxn>
              <a:cxn ang="0">
                <a:pos x="connsiteX37139" y="connsiteY37139"/>
              </a:cxn>
              <a:cxn ang="0">
                <a:pos x="connsiteX37140" y="connsiteY37140"/>
              </a:cxn>
              <a:cxn ang="0">
                <a:pos x="connsiteX37141" y="connsiteY37141"/>
              </a:cxn>
              <a:cxn ang="0">
                <a:pos x="connsiteX37142" y="connsiteY37142"/>
              </a:cxn>
              <a:cxn ang="0">
                <a:pos x="connsiteX37143" y="connsiteY37143"/>
              </a:cxn>
              <a:cxn ang="0">
                <a:pos x="connsiteX37144" y="connsiteY37144"/>
              </a:cxn>
              <a:cxn ang="0">
                <a:pos x="connsiteX37145" y="connsiteY37145"/>
              </a:cxn>
              <a:cxn ang="0">
                <a:pos x="connsiteX37146" y="connsiteY37146"/>
              </a:cxn>
              <a:cxn ang="0">
                <a:pos x="connsiteX37147" y="connsiteY37147"/>
              </a:cxn>
              <a:cxn ang="0">
                <a:pos x="connsiteX37148" y="connsiteY37148"/>
              </a:cxn>
              <a:cxn ang="0">
                <a:pos x="connsiteX37149" y="connsiteY37149"/>
              </a:cxn>
              <a:cxn ang="0">
                <a:pos x="connsiteX37150" y="connsiteY37150"/>
              </a:cxn>
              <a:cxn ang="0">
                <a:pos x="connsiteX37151" y="connsiteY37151"/>
              </a:cxn>
              <a:cxn ang="0">
                <a:pos x="connsiteX37152" y="connsiteY37152"/>
              </a:cxn>
              <a:cxn ang="0">
                <a:pos x="connsiteX37153" y="connsiteY37153"/>
              </a:cxn>
              <a:cxn ang="0">
                <a:pos x="connsiteX37154" y="connsiteY37154"/>
              </a:cxn>
              <a:cxn ang="0">
                <a:pos x="connsiteX37155" y="connsiteY37155"/>
              </a:cxn>
              <a:cxn ang="0">
                <a:pos x="connsiteX37156" y="connsiteY37156"/>
              </a:cxn>
              <a:cxn ang="0">
                <a:pos x="connsiteX37157" y="connsiteY37157"/>
              </a:cxn>
              <a:cxn ang="0">
                <a:pos x="connsiteX37158" y="connsiteY37158"/>
              </a:cxn>
              <a:cxn ang="0">
                <a:pos x="connsiteX37159" y="connsiteY37159"/>
              </a:cxn>
              <a:cxn ang="0">
                <a:pos x="connsiteX37160" y="connsiteY37160"/>
              </a:cxn>
              <a:cxn ang="0">
                <a:pos x="connsiteX37161" y="connsiteY37161"/>
              </a:cxn>
              <a:cxn ang="0">
                <a:pos x="connsiteX37162" y="connsiteY37162"/>
              </a:cxn>
              <a:cxn ang="0">
                <a:pos x="connsiteX37163" y="connsiteY37163"/>
              </a:cxn>
              <a:cxn ang="0">
                <a:pos x="connsiteX37164" y="connsiteY37164"/>
              </a:cxn>
              <a:cxn ang="0">
                <a:pos x="connsiteX37165" y="connsiteY37165"/>
              </a:cxn>
              <a:cxn ang="0">
                <a:pos x="connsiteX37166" y="connsiteY37166"/>
              </a:cxn>
              <a:cxn ang="0">
                <a:pos x="connsiteX37167" y="connsiteY37167"/>
              </a:cxn>
              <a:cxn ang="0">
                <a:pos x="connsiteX37168" y="connsiteY37168"/>
              </a:cxn>
              <a:cxn ang="0">
                <a:pos x="connsiteX37169" y="connsiteY37169"/>
              </a:cxn>
              <a:cxn ang="0">
                <a:pos x="connsiteX37170" y="connsiteY37170"/>
              </a:cxn>
              <a:cxn ang="0">
                <a:pos x="connsiteX37171" y="connsiteY37171"/>
              </a:cxn>
              <a:cxn ang="0">
                <a:pos x="connsiteX37172" y="connsiteY37172"/>
              </a:cxn>
              <a:cxn ang="0">
                <a:pos x="connsiteX37173" y="connsiteY37173"/>
              </a:cxn>
              <a:cxn ang="0">
                <a:pos x="connsiteX37174" y="connsiteY37174"/>
              </a:cxn>
              <a:cxn ang="0">
                <a:pos x="connsiteX37175" y="connsiteY37175"/>
              </a:cxn>
              <a:cxn ang="0">
                <a:pos x="connsiteX37176" y="connsiteY37176"/>
              </a:cxn>
              <a:cxn ang="0">
                <a:pos x="connsiteX37177" y="connsiteY37177"/>
              </a:cxn>
              <a:cxn ang="0">
                <a:pos x="connsiteX37178" y="connsiteY37178"/>
              </a:cxn>
              <a:cxn ang="0">
                <a:pos x="connsiteX37179" y="connsiteY37179"/>
              </a:cxn>
              <a:cxn ang="0">
                <a:pos x="connsiteX37180" y="connsiteY37180"/>
              </a:cxn>
              <a:cxn ang="0">
                <a:pos x="connsiteX37181" y="connsiteY37181"/>
              </a:cxn>
              <a:cxn ang="0">
                <a:pos x="connsiteX37182" y="connsiteY37182"/>
              </a:cxn>
              <a:cxn ang="0">
                <a:pos x="connsiteX37183" y="connsiteY37183"/>
              </a:cxn>
              <a:cxn ang="0">
                <a:pos x="connsiteX37184" y="connsiteY37184"/>
              </a:cxn>
              <a:cxn ang="0">
                <a:pos x="connsiteX37185" y="connsiteY37185"/>
              </a:cxn>
              <a:cxn ang="0">
                <a:pos x="connsiteX37186" y="connsiteY37186"/>
              </a:cxn>
              <a:cxn ang="0">
                <a:pos x="connsiteX37187" y="connsiteY37187"/>
              </a:cxn>
              <a:cxn ang="0">
                <a:pos x="connsiteX37188" y="connsiteY37188"/>
              </a:cxn>
              <a:cxn ang="0">
                <a:pos x="connsiteX37189" y="connsiteY37189"/>
              </a:cxn>
              <a:cxn ang="0">
                <a:pos x="connsiteX37190" y="connsiteY37190"/>
              </a:cxn>
              <a:cxn ang="0">
                <a:pos x="connsiteX37191" y="connsiteY37191"/>
              </a:cxn>
              <a:cxn ang="0">
                <a:pos x="connsiteX37192" y="connsiteY37192"/>
              </a:cxn>
              <a:cxn ang="0">
                <a:pos x="connsiteX37193" y="connsiteY37193"/>
              </a:cxn>
              <a:cxn ang="0">
                <a:pos x="connsiteX37194" y="connsiteY37194"/>
              </a:cxn>
              <a:cxn ang="0">
                <a:pos x="connsiteX37195" y="connsiteY37195"/>
              </a:cxn>
              <a:cxn ang="0">
                <a:pos x="connsiteX37196" y="connsiteY37196"/>
              </a:cxn>
              <a:cxn ang="0">
                <a:pos x="connsiteX37197" y="connsiteY37197"/>
              </a:cxn>
              <a:cxn ang="0">
                <a:pos x="connsiteX37198" y="connsiteY37198"/>
              </a:cxn>
              <a:cxn ang="0">
                <a:pos x="connsiteX37199" y="connsiteY37199"/>
              </a:cxn>
              <a:cxn ang="0">
                <a:pos x="connsiteX37200" y="connsiteY37200"/>
              </a:cxn>
              <a:cxn ang="0">
                <a:pos x="connsiteX37201" y="connsiteY37201"/>
              </a:cxn>
              <a:cxn ang="0">
                <a:pos x="connsiteX37202" y="connsiteY37202"/>
              </a:cxn>
              <a:cxn ang="0">
                <a:pos x="connsiteX37203" y="connsiteY37203"/>
              </a:cxn>
              <a:cxn ang="0">
                <a:pos x="connsiteX37204" y="connsiteY37204"/>
              </a:cxn>
              <a:cxn ang="0">
                <a:pos x="connsiteX37205" y="connsiteY37205"/>
              </a:cxn>
              <a:cxn ang="0">
                <a:pos x="connsiteX37206" y="connsiteY37206"/>
              </a:cxn>
              <a:cxn ang="0">
                <a:pos x="connsiteX37207" y="connsiteY37207"/>
              </a:cxn>
              <a:cxn ang="0">
                <a:pos x="connsiteX37208" y="connsiteY37208"/>
              </a:cxn>
              <a:cxn ang="0">
                <a:pos x="connsiteX37209" y="connsiteY37209"/>
              </a:cxn>
              <a:cxn ang="0">
                <a:pos x="connsiteX37210" y="connsiteY37210"/>
              </a:cxn>
              <a:cxn ang="0">
                <a:pos x="connsiteX37211" y="connsiteY37211"/>
              </a:cxn>
              <a:cxn ang="0">
                <a:pos x="connsiteX37212" y="connsiteY37212"/>
              </a:cxn>
              <a:cxn ang="0">
                <a:pos x="connsiteX37213" y="connsiteY37213"/>
              </a:cxn>
              <a:cxn ang="0">
                <a:pos x="connsiteX37214" y="connsiteY37214"/>
              </a:cxn>
              <a:cxn ang="0">
                <a:pos x="connsiteX37215" y="connsiteY37215"/>
              </a:cxn>
              <a:cxn ang="0">
                <a:pos x="connsiteX37216" y="connsiteY37216"/>
              </a:cxn>
              <a:cxn ang="0">
                <a:pos x="connsiteX37217" y="connsiteY37217"/>
              </a:cxn>
              <a:cxn ang="0">
                <a:pos x="connsiteX37218" y="connsiteY37218"/>
              </a:cxn>
              <a:cxn ang="0">
                <a:pos x="connsiteX37219" y="connsiteY37219"/>
              </a:cxn>
              <a:cxn ang="0">
                <a:pos x="connsiteX37220" y="connsiteY37220"/>
              </a:cxn>
              <a:cxn ang="0">
                <a:pos x="connsiteX37221" y="connsiteY37221"/>
              </a:cxn>
              <a:cxn ang="0">
                <a:pos x="connsiteX37222" y="connsiteY37222"/>
              </a:cxn>
              <a:cxn ang="0">
                <a:pos x="connsiteX37223" y="connsiteY37223"/>
              </a:cxn>
              <a:cxn ang="0">
                <a:pos x="connsiteX37224" y="connsiteY37224"/>
              </a:cxn>
              <a:cxn ang="0">
                <a:pos x="connsiteX37225" y="connsiteY37225"/>
              </a:cxn>
              <a:cxn ang="0">
                <a:pos x="connsiteX37226" y="connsiteY37226"/>
              </a:cxn>
              <a:cxn ang="0">
                <a:pos x="connsiteX37227" y="connsiteY37227"/>
              </a:cxn>
              <a:cxn ang="0">
                <a:pos x="connsiteX37228" y="connsiteY37228"/>
              </a:cxn>
              <a:cxn ang="0">
                <a:pos x="connsiteX37229" y="connsiteY37229"/>
              </a:cxn>
              <a:cxn ang="0">
                <a:pos x="connsiteX37230" y="connsiteY37230"/>
              </a:cxn>
              <a:cxn ang="0">
                <a:pos x="connsiteX37231" y="connsiteY37231"/>
              </a:cxn>
              <a:cxn ang="0">
                <a:pos x="connsiteX37232" y="connsiteY37232"/>
              </a:cxn>
              <a:cxn ang="0">
                <a:pos x="connsiteX37233" y="connsiteY37233"/>
              </a:cxn>
              <a:cxn ang="0">
                <a:pos x="connsiteX37234" y="connsiteY37234"/>
              </a:cxn>
              <a:cxn ang="0">
                <a:pos x="connsiteX37235" y="connsiteY37235"/>
              </a:cxn>
              <a:cxn ang="0">
                <a:pos x="connsiteX37236" y="connsiteY37236"/>
              </a:cxn>
              <a:cxn ang="0">
                <a:pos x="connsiteX37237" y="connsiteY37237"/>
              </a:cxn>
              <a:cxn ang="0">
                <a:pos x="connsiteX37238" y="connsiteY37238"/>
              </a:cxn>
              <a:cxn ang="0">
                <a:pos x="connsiteX37239" y="connsiteY37239"/>
              </a:cxn>
              <a:cxn ang="0">
                <a:pos x="connsiteX37240" y="connsiteY37240"/>
              </a:cxn>
              <a:cxn ang="0">
                <a:pos x="connsiteX37241" y="connsiteY37241"/>
              </a:cxn>
              <a:cxn ang="0">
                <a:pos x="connsiteX37242" y="connsiteY37242"/>
              </a:cxn>
              <a:cxn ang="0">
                <a:pos x="connsiteX37243" y="connsiteY37243"/>
              </a:cxn>
              <a:cxn ang="0">
                <a:pos x="connsiteX37244" y="connsiteY37244"/>
              </a:cxn>
              <a:cxn ang="0">
                <a:pos x="connsiteX37245" y="connsiteY37245"/>
              </a:cxn>
              <a:cxn ang="0">
                <a:pos x="connsiteX37246" y="connsiteY37246"/>
              </a:cxn>
              <a:cxn ang="0">
                <a:pos x="connsiteX37247" y="connsiteY37247"/>
              </a:cxn>
              <a:cxn ang="0">
                <a:pos x="connsiteX37248" y="connsiteY37248"/>
              </a:cxn>
              <a:cxn ang="0">
                <a:pos x="connsiteX37249" y="connsiteY37249"/>
              </a:cxn>
              <a:cxn ang="0">
                <a:pos x="connsiteX37250" y="connsiteY37250"/>
              </a:cxn>
              <a:cxn ang="0">
                <a:pos x="connsiteX37251" y="connsiteY37251"/>
              </a:cxn>
              <a:cxn ang="0">
                <a:pos x="connsiteX37252" y="connsiteY37252"/>
              </a:cxn>
              <a:cxn ang="0">
                <a:pos x="connsiteX37253" y="connsiteY37253"/>
              </a:cxn>
              <a:cxn ang="0">
                <a:pos x="connsiteX37254" y="connsiteY37254"/>
              </a:cxn>
              <a:cxn ang="0">
                <a:pos x="connsiteX37255" y="connsiteY37255"/>
              </a:cxn>
              <a:cxn ang="0">
                <a:pos x="connsiteX37256" y="connsiteY37256"/>
              </a:cxn>
              <a:cxn ang="0">
                <a:pos x="connsiteX37257" y="connsiteY37257"/>
              </a:cxn>
              <a:cxn ang="0">
                <a:pos x="connsiteX37258" y="connsiteY37258"/>
              </a:cxn>
              <a:cxn ang="0">
                <a:pos x="connsiteX37259" y="connsiteY37259"/>
              </a:cxn>
              <a:cxn ang="0">
                <a:pos x="connsiteX37260" y="connsiteY37260"/>
              </a:cxn>
              <a:cxn ang="0">
                <a:pos x="connsiteX37261" y="connsiteY37261"/>
              </a:cxn>
              <a:cxn ang="0">
                <a:pos x="connsiteX37262" y="connsiteY37262"/>
              </a:cxn>
              <a:cxn ang="0">
                <a:pos x="connsiteX37263" y="connsiteY37263"/>
              </a:cxn>
              <a:cxn ang="0">
                <a:pos x="connsiteX37264" y="connsiteY37264"/>
              </a:cxn>
              <a:cxn ang="0">
                <a:pos x="connsiteX37265" y="connsiteY37265"/>
              </a:cxn>
              <a:cxn ang="0">
                <a:pos x="connsiteX37266" y="connsiteY37266"/>
              </a:cxn>
              <a:cxn ang="0">
                <a:pos x="connsiteX37267" y="connsiteY37267"/>
              </a:cxn>
              <a:cxn ang="0">
                <a:pos x="connsiteX37268" y="connsiteY37268"/>
              </a:cxn>
              <a:cxn ang="0">
                <a:pos x="connsiteX37269" y="connsiteY37269"/>
              </a:cxn>
              <a:cxn ang="0">
                <a:pos x="connsiteX37270" y="connsiteY37270"/>
              </a:cxn>
              <a:cxn ang="0">
                <a:pos x="connsiteX37271" y="connsiteY37271"/>
              </a:cxn>
              <a:cxn ang="0">
                <a:pos x="connsiteX37272" y="connsiteY37272"/>
              </a:cxn>
              <a:cxn ang="0">
                <a:pos x="connsiteX37273" y="connsiteY37273"/>
              </a:cxn>
              <a:cxn ang="0">
                <a:pos x="connsiteX37274" y="connsiteY37274"/>
              </a:cxn>
              <a:cxn ang="0">
                <a:pos x="connsiteX37275" y="connsiteY37275"/>
              </a:cxn>
              <a:cxn ang="0">
                <a:pos x="connsiteX37276" y="connsiteY37276"/>
              </a:cxn>
              <a:cxn ang="0">
                <a:pos x="connsiteX37277" y="connsiteY37277"/>
              </a:cxn>
              <a:cxn ang="0">
                <a:pos x="connsiteX37278" y="connsiteY37278"/>
              </a:cxn>
              <a:cxn ang="0">
                <a:pos x="connsiteX37279" y="connsiteY37279"/>
              </a:cxn>
              <a:cxn ang="0">
                <a:pos x="connsiteX37280" y="connsiteY37280"/>
              </a:cxn>
              <a:cxn ang="0">
                <a:pos x="connsiteX37281" y="connsiteY37281"/>
              </a:cxn>
              <a:cxn ang="0">
                <a:pos x="connsiteX37282" y="connsiteY37282"/>
              </a:cxn>
              <a:cxn ang="0">
                <a:pos x="connsiteX37283" y="connsiteY37283"/>
              </a:cxn>
              <a:cxn ang="0">
                <a:pos x="connsiteX37284" y="connsiteY37284"/>
              </a:cxn>
              <a:cxn ang="0">
                <a:pos x="connsiteX37285" y="connsiteY37285"/>
              </a:cxn>
              <a:cxn ang="0">
                <a:pos x="connsiteX37286" y="connsiteY37286"/>
              </a:cxn>
              <a:cxn ang="0">
                <a:pos x="connsiteX37287" y="connsiteY37287"/>
              </a:cxn>
              <a:cxn ang="0">
                <a:pos x="connsiteX37288" y="connsiteY37288"/>
              </a:cxn>
              <a:cxn ang="0">
                <a:pos x="connsiteX37289" y="connsiteY37289"/>
              </a:cxn>
              <a:cxn ang="0">
                <a:pos x="connsiteX37290" y="connsiteY37290"/>
              </a:cxn>
              <a:cxn ang="0">
                <a:pos x="connsiteX37291" y="connsiteY37291"/>
              </a:cxn>
              <a:cxn ang="0">
                <a:pos x="connsiteX37292" y="connsiteY37292"/>
              </a:cxn>
              <a:cxn ang="0">
                <a:pos x="connsiteX37293" y="connsiteY37293"/>
              </a:cxn>
              <a:cxn ang="0">
                <a:pos x="connsiteX37294" y="connsiteY37294"/>
              </a:cxn>
              <a:cxn ang="0">
                <a:pos x="connsiteX37295" y="connsiteY37295"/>
              </a:cxn>
              <a:cxn ang="0">
                <a:pos x="connsiteX37296" y="connsiteY37296"/>
              </a:cxn>
              <a:cxn ang="0">
                <a:pos x="connsiteX37297" y="connsiteY37297"/>
              </a:cxn>
              <a:cxn ang="0">
                <a:pos x="connsiteX37298" y="connsiteY37298"/>
              </a:cxn>
              <a:cxn ang="0">
                <a:pos x="connsiteX37299" y="connsiteY37299"/>
              </a:cxn>
              <a:cxn ang="0">
                <a:pos x="connsiteX37300" y="connsiteY37300"/>
              </a:cxn>
              <a:cxn ang="0">
                <a:pos x="connsiteX37301" y="connsiteY37301"/>
              </a:cxn>
              <a:cxn ang="0">
                <a:pos x="connsiteX37302" y="connsiteY37302"/>
              </a:cxn>
              <a:cxn ang="0">
                <a:pos x="connsiteX37303" y="connsiteY37303"/>
              </a:cxn>
              <a:cxn ang="0">
                <a:pos x="connsiteX37304" y="connsiteY37304"/>
              </a:cxn>
              <a:cxn ang="0">
                <a:pos x="connsiteX37305" y="connsiteY37305"/>
              </a:cxn>
              <a:cxn ang="0">
                <a:pos x="connsiteX37306" y="connsiteY37306"/>
              </a:cxn>
              <a:cxn ang="0">
                <a:pos x="connsiteX37307" y="connsiteY37307"/>
              </a:cxn>
              <a:cxn ang="0">
                <a:pos x="connsiteX37308" y="connsiteY37308"/>
              </a:cxn>
              <a:cxn ang="0">
                <a:pos x="connsiteX37309" y="connsiteY37309"/>
              </a:cxn>
              <a:cxn ang="0">
                <a:pos x="connsiteX37310" y="connsiteY37310"/>
              </a:cxn>
              <a:cxn ang="0">
                <a:pos x="connsiteX37311" y="connsiteY37311"/>
              </a:cxn>
              <a:cxn ang="0">
                <a:pos x="connsiteX37312" y="connsiteY37312"/>
              </a:cxn>
              <a:cxn ang="0">
                <a:pos x="connsiteX37313" y="connsiteY37313"/>
              </a:cxn>
              <a:cxn ang="0">
                <a:pos x="connsiteX37314" y="connsiteY37314"/>
              </a:cxn>
              <a:cxn ang="0">
                <a:pos x="connsiteX37315" y="connsiteY37315"/>
              </a:cxn>
              <a:cxn ang="0">
                <a:pos x="connsiteX37316" y="connsiteY37316"/>
              </a:cxn>
              <a:cxn ang="0">
                <a:pos x="connsiteX37317" y="connsiteY37317"/>
              </a:cxn>
              <a:cxn ang="0">
                <a:pos x="connsiteX37318" y="connsiteY37318"/>
              </a:cxn>
              <a:cxn ang="0">
                <a:pos x="connsiteX37319" y="connsiteY37319"/>
              </a:cxn>
              <a:cxn ang="0">
                <a:pos x="connsiteX37320" y="connsiteY37320"/>
              </a:cxn>
              <a:cxn ang="0">
                <a:pos x="connsiteX37321" y="connsiteY37321"/>
              </a:cxn>
              <a:cxn ang="0">
                <a:pos x="connsiteX37322" y="connsiteY37322"/>
              </a:cxn>
              <a:cxn ang="0">
                <a:pos x="connsiteX37323" y="connsiteY37323"/>
              </a:cxn>
              <a:cxn ang="0">
                <a:pos x="connsiteX37324" y="connsiteY37324"/>
              </a:cxn>
              <a:cxn ang="0">
                <a:pos x="connsiteX37325" y="connsiteY37325"/>
              </a:cxn>
              <a:cxn ang="0">
                <a:pos x="connsiteX37326" y="connsiteY37326"/>
              </a:cxn>
              <a:cxn ang="0">
                <a:pos x="connsiteX37327" y="connsiteY37327"/>
              </a:cxn>
              <a:cxn ang="0">
                <a:pos x="connsiteX37328" y="connsiteY37328"/>
              </a:cxn>
              <a:cxn ang="0">
                <a:pos x="connsiteX37329" y="connsiteY37329"/>
              </a:cxn>
              <a:cxn ang="0">
                <a:pos x="connsiteX37330" y="connsiteY37330"/>
              </a:cxn>
              <a:cxn ang="0">
                <a:pos x="connsiteX37331" y="connsiteY37331"/>
              </a:cxn>
              <a:cxn ang="0">
                <a:pos x="connsiteX37332" y="connsiteY37332"/>
              </a:cxn>
              <a:cxn ang="0">
                <a:pos x="connsiteX37333" y="connsiteY37333"/>
              </a:cxn>
              <a:cxn ang="0">
                <a:pos x="connsiteX37334" y="connsiteY37334"/>
              </a:cxn>
              <a:cxn ang="0">
                <a:pos x="connsiteX37335" y="connsiteY37335"/>
              </a:cxn>
              <a:cxn ang="0">
                <a:pos x="connsiteX37336" y="connsiteY37336"/>
              </a:cxn>
              <a:cxn ang="0">
                <a:pos x="connsiteX37337" y="connsiteY37337"/>
              </a:cxn>
              <a:cxn ang="0">
                <a:pos x="connsiteX37338" y="connsiteY37338"/>
              </a:cxn>
              <a:cxn ang="0">
                <a:pos x="connsiteX37339" y="connsiteY37339"/>
              </a:cxn>
              <a:cxn ang="0">
                <a:pos x="connsiteX37340" y="connsiteY37340"/>
              </a:cxn>
              <a:cxn ang="0">
                <a:pos x="connsiteX37341" y="connsiteY37341"/>
              </a:cxn>
              <a:cxn ang="0">
                <a:pos x="connsiteX37342" y="connsiteY37342"/>
              </a:cxn>
              <a:cxn ang="0">
                <a:pos x="connsiteX37343" y="connsiteY37343"/>
              </a:cxn>
              <a:cxn ang="0">
                <a:pos x="connsiteX37344" y="connsiteY37344"/>
              </a:cxn>
              <a:cxn ang="0">
                <a:pos x="connsiteX37345" y="connsiteY37345"/>
              </a:cxn>
              <a:cxn ang="0">
                <a:pos x="connsiteX37346" y="connsiteY37346"/>
              </a:cxn>
              <a:cxn ang="0">
                <a:pos x="connsiteX37347" y="connsiteY37347"/>
              </a:cxn>
              <a:cxn ang="0">
                <a:pos x="connsiteX37348" y="connsiteY37348"/>
              </a:cxn>
              <a:cxn ang="0">
                <a:pos x="connsiteX37349" y="connsiteY37349"/>
              </a:cxn>
              <a:cxn ang="0">
                <a:pos x="connsiteX37350" y="connsiteY37350"/>
              </a:cxn>
              <a:cxn ang="0">
                <a:pos x="connsiteX37351" y="connsiteY37351"/>
              </a:cxn>
              <a:cxn ang="0">
                <a:pos x="connsiteX37352" y="connsiteY37352"/>
              </a:cxn>
              <a:cxn ang="0">
                <a:pos x="connsiteX37353" y="connsiteY37353"/>
              </a:cxn>
              <a:cxn ang="0">
                <a:pos x="connsiteX37354" y="connsiteY37354"/>
              </a:cxn>
              <a:cxn ang="0">
                <a:pos x="connsiteX37355" y="connsiteY37355"/>
              </a:cxn>
              <a:cxn ang="0">
                <a:pos x="connsiteX37356" y="connsiteY37356"/>
              </a:cxn>
              <a:cxn ang="0">
                <a:pos x="connsiteX37357" y="connsiteY37357"/>
              </a:cxn>
              <a:cxn ang="0">
                <a:pos x="connsiteX37358" y="connsiteY37358"/>
              </a:cxn>
              <a:cxn ang="0">
                <a:pos x="connsiteX37359" y="connsiteY37359"/>
              </a:cxn>
              <a:cxn ang="0">
                <a:pos x="connsiteX37360" y="connsiteY37360"/>
              </a:cxn>
              <a:cxn ang="0">
                <a:pos x="connsiteX37361" y="connsiteY37361"/>
              </a:cxn>
              <a:cxn ang="0">
                <a:pos x="connsiteX37362" y="connsiteY37362"/>
              </a:cxn>
              <a:cxn ang="0">
                <a:pos x="connsiteX37363" y="connsiteY37363"/>
              </a:cxn>
              <a:cxn ang="0">
                <a:pos x="connsiteX37364" y="connsiteY37364"/>
              </a:cxn>
              <a:cxn ang="0">
                <a:pos x="connsiteX37365" y="connsiteY37365"/>
              </a:cxn>
              <a:cxn ang="0">
                <a:pos x="connsiteX37366" y="connsiteY37366"/>
              </a:cxn>
              <a:cxn ang="0">
                <a:pos x="connsiteX37367" y="connsiteY37367"/>
              </a:cxn>
              <a:cxn ang="0">
                <a:pos x="connsiteX37368" y="connsiteY37368"/>
              </a:cxn>
              <a:cxn ang="0">
                <a:pos x="connsiteX37369" y="connsiteY37369"/>
              </a:cxn>
              <a:cxn ang="0">
                <a:pos x="connsiteX37370" y="connsiteY37370"/>
              </a:cxn>
              <a:cxn ang="0">
                <a:pos x="connsiteX37371" y="connsiteY37371"/>
              </a:cxn>
              <a:cxn ang="0">
                <a:pos x="connsiteX37372" y="connsiteY37372"/>
              </a:cxn>
              <a:cxn ang="0">
                <a:pos x="connsiteX37373" y="connsiteY37373"/>
              </a:cxn>
              <a:cxn ang="0">
                <a:pos x="connsiteX37374" y="connsiteY37374"/>
              </a:cxn>
              <a:cxn ang="0">
                <a:pos x="connsiteX37375" y="connsiteY37375"/>
              </a:cxn>
              <a:cxn ang="0">
                <a:pos x="connsiteX37376" y="connsiteY37376"/>
              </a:cxn>
              <a:cxn ang="0">
                <a:pos x="connsiteX37377" y="connsiteY37377"/>
              </a:cxn>
              <a:cxn ang="0">
                <a:pos x="connsiteX37378" y="connsiteY37378"/>
              </a:cxn>
              <a:cxn ang="0">
                <a:pos x="connsiteX37379" y="connsiteY37379"/>
              </a:cxn>
              <a:cxn ang="0">
                <a:pos x="connsiteX37380" y="connsiteY37380"/>
              </a:cxn>
              <a:cxn ang="0">
                <a:pos x="connsiteX37381" y="connsiteY37381"/>
              </a:cxn>
              <a:cxn ang="0">
                <a:pos x="connsiteX37382" y="connsiteY37382"/>
              </a:cxn>
              <a:cxn ang="0">
                <a:pos x="connsiteX37383" y="connsiteY37383"/>
              </a:cxn>
              <a:cxn ang="0">
                <a:pos x="connsiteX37384" y="connsiteY37384"/>
              </a:cxn>
              <a:cxn ang="0">
                <a:pos x="connsiteX37385" y="connsiteY37385"/>
              </a:cxn>
              <a:cxn ang="0">
                <a:pos x="connsiteX37386" y="connsiteY37386"/>
              </a:cxn>
              <a:cxn ang="0">
                <a:pos x="connsiteX37387" y="connsiteY37387"/>
              </a:cxn>
              <a:cxn ang="0">
                <a:pos x="connsiteX37388" y="connsiteY37388"/>
              </a:cxn>
              <a:cxn ang="0">
                <a:pos x="connsiteX37389" y="connsiteY37389"/>
              </a:cxn>
              <a:cxn ang="0">
                <a:pos x="connsiteX37390" y="connsiteY37390"/>
              </a:cxn>
              <a:cxn ang="0">
                <a:pos x="connsiteX37391" y="connsiteY37391"/>
              </a:cxn>
              <a:cxn ang="0">
                <a:pos x="connsiteX37392" y="connsiteY37392"/>
              </a:cxn>
              <a:cxn ang="0">
                <a:pos x="connsiteX37393" y="connsiteY37393"/>
              </a:cxn>
              <a:cxn ang="0">
                <a:pos x="connsiteX37394" y="connsiteY37394"/>
              </a:cxn>
              <a:cxn ang="0">
                <a:pos x="connsiteX37395" y="connsiteY37395"/>
              </a:cxn>
              <a:cxn ang="0">
                <a:pos x="connsiteX37396" y="connsiteY37396"/>
              </a:cxn>
              <a:cxn ang="0">
                <a:pos x="connsiteX37397" y="connsiteY37397"/>
              </a:cxn>
              <a:cxn ang="0">
                <a:pos x="connsiteX37398" y="connsiteY37398"/>
              </a:cxn>
              <a:cxn ang="0">
                <a:pos x="connsiteX37399" y="connsiteY37399"/>
              </a:cxn>
              <a:cxn ang="0">
                <a:pos x="connsiteX37400" y="connsiteY37400"/>
              </a:cxn>
              <a:cxn ang="0">
                <a:pos x="connsiteX37401" y="connsiteY37401"/>
              </a:cxn>
              <a:cxn ang="0">
                <a:pos x="connsiteX37402" y="connsiteY37402"/>
              </a:cxn>
              <a:cxn ang="0">
                <a:pos x="connsiteX37403" y="connsiteY37403"/>
              </a:cxn>
              <a:cxn ang="0">
                <a:pos x="connsiteX37404" y="connsiteY37404"/>
              </a:cxn>
              <a:cxn ang="0">
                <a:pos x="connsiteX37405" y="connsiteY37405"/>
              </a:cxn>
              <a:cxn ang="0">
                <a:pos x="connsiteX37406" y="connsiteY37406"/>
              </a:cxn>
              <a:cxn ang="0">
                <a:pos x="connsiteX37407" y="connsiteY37407"/>
              </a:cxn>
              <a:cxn ang="0">
                <a:pos x="connsiteX37408" y="connsiteY37408"/>
              </a:cxn>
              <a:cxn ang="0">
                <a:pos x="connsiteX37409" y="connsiteY37409"/>
              </a:cxn>
              <a:cxn ang="0">
                <a:pos x="connsiteX37410" y="connsiteY37410"/>
              </a:cxn>
              <a:cxn ang="0">
                <a:pos x="connsiteX37411" y="connsiteY37411"/>
              </a:cxn>
              <a:cxn ang="0">
                <a:pos x="connsiteX37412" y="connsiteY37412"/>
              </a:cxn>
              <a:cxn ang="0">
                <a:pos x="connsiteX37413" y="connsiteY37413"/>
              </a:cxn>
              <a:cxn ang="0">
                <a:pos x="connsiteX37414" y="connsiteY37414"/>
              </a:cxn>
              <a:cxn ang="0">
                <a:pos x="connsiteX37415" y="connsiteY37415"/>
              </a:cxn>
              <a:cxn ang="0">
                <a:pos x="connsiteX37416" y="connsiteY37416"/>
              </a:cxn>
              <a:cxn ang="0">
                <a:pos x="connsiteX37417" y="connsiteY37417"/>
              </a:cxn>
              <a:cxn ang="0">
                <a:pos x="connsiteX37418" y="connsiteY37418"/>
              </a:cxn>
              <a:cxn ang="0">
                <a:pos x="connsiteX37419" y="connsiteY37419"/>
              </a:cxn>
              <a:cxn ang="0">
                <a:pos x="connsiteX37420" y="connsiteY37420"/>
              </a:cxn>
              <a:cxn ang="0">
                <a:pos x="connsiteX37421" y="connsiteY37421"/>
              </a:cxn>
              <a:cxn ang="0">
                <a:pos x="connsiteX37422" y="connsiteY37422"/>
              </a:cxn>
              <a:cxn ang="0">
                <a:pos x="connsiteX37423" y="connsiteY37423"/>
              </a:cxn>
              <a:cxn ang="0">
                <a:pos x="connsiteX37424" y="connsiteY37424"/>
              </a:cxn>
              <a:cxn ang="0">
                <a:pos x="connsiteX37425" y="connsiteY37425"/>
              </a:cxn>
              <a:cxn ang="0">
                <a:pos x="connsiteX37426" y="connsiteY37426"/>
              </a:cxn>
              <a:cxn ang="0">
                <a:pos x="connsiteX37427" y="connsiteY37427"/>
              </a:cxn>
              <a:cxn ang="0">
                <a:pos x="connsiteX37428" y="connsiteY37428"/>
              </a:cxn>
              <a:cxn ang="0">
                <a:pos x="connsiteX37429" y="connsiteY37429"/>
              </a:cxn>
              <a:cxn ang="0">
                <a:pos x="connsiteX37430" y="connsiteY37430"/>
              </a:cxn>
              <a:cxn ang="0">
                <a:pos x="connsiteX37431" y="connsiteY37431"/>
              </a:cxn>
              <a:cxn ang="0">
                <a:pos x="connsiteX37432" y="connsiteY37432"/>
              </a:cxn>
              <a:cxn ang="0">
                <a:pos x="connsiteX37433" y="connsiteY37433"/>
              </a:cxn>
              <a:cxn ang="0">
                <a:pos x="connsiteX37434" y="connsiteY37434"/>
              </a:cxn>
              <a:cxn ang="0">
                <a:pos x="connsiteX37435" y="connsiteY37435"/>
              </a:cxn>
              <a:cxn ang="0">
                <a:pos x="connsiteX37436" y="connsiteY37436"/>
              </a:cxn>
              <a:cxn ang="0">
                <a:pos x="connsiteX37437" y="connsiteY37437"/>
              </a:cxn>
              <a:cxn ang="0">
                <a:pos x="connsiteX37438" y="connsiteY37438"/>
              </a:cxn>
              <a:cxn ang="0">
                <a:pos x="connsiteX37439" y="connsiteY37439"/>
              </a:cxn>
              <a:cxn ang="0">
                <a:pos x="connsiteX37440" y="connsiteY37440"/>
              </a:cxn>
              <a:cxn ang="0">
                <a:pos x="connsiteX37441" y="connsiteY37441"/>
              </a:cxn>
              <a:cxn ang="0">
                <a:pos x="connsiteX37442" y="connsiteY37442"/>
              </a:cxn>
              <a:cxn ang="0">
                <a:pos x="connsiteX37443" y="connsiteY37443"/>
              </a:cxn>
              <a:cxn ang="0">
                <a:pos x="connsiteX37444" y="connsiteY37444"/>
              </a:cxn>
              <a:cxn ang="0">
                <a:pos x="connsiteX37445" y="connsiteY37445"/>
              </a:cxn>
              <a:cxn ang="0">
                <a:pos x="connsiteX37446" y="connsiteY37446"/>
              </a:cxn>
              <a:cxn ang="0">
                <a:pos x="connsiteX37447" y="connsiteY37447"/>
              </a:cxn>
              <a:cxn ang="0">
                <a:pos x="connsiteX37448" y="connsiteY37448"/>
              </a:cxn>
              <a:cxn ang="0">
                <a:pos x="connsiteX37449" y="connsiteY37449"/>
              </a:cxn>
              <a:cxn ang="0">
                <a:pos x="connsiteX37450" y="connsiteY37450"/>
              </a:cxn>
              <a:cxn ang="0">
                <a:pos x="connsiteX37451" y="connsiteY37451"/>
              </a:cxn>
              <a:cxn ang="0">
                <a:pos x="connsiteX37452" y="connsiteY37452"/>
              </a:cxn>
              <a:cxn ang="0">
                <a:pos x="connsiteX37453" y="connsiteY37453"/>
              </a:cxn>
              <a:cxn ang="0">
                <a:pos x="connsiteX37454" y="connsiteY37454"/>
              </a:cxn>
              <a:cxn ang="0">
                <a:pos x="connsiteX37455" y="connsiteY37455"/>
              </a:cxn>
              <a:cxn ang="0">
                <a:pos x="connsiteX37456" y="connsiteY37456"/>
              </a:cxn>
              <a:cxn ang="0">
                <a:pos x="connsiteX37457" y="connsiteY37457"/>
              </a:cxn>
              <a:cxn ang="0">
                <a:pos x="connsiteX37458" y="connsiteY37458"/>
              </a:cxn>
              <a:cxn ang="0">
                <a:pos x="connsiteX37459" y="connsiteY37459"/>
              </a:cxn>
              <a:cxn ang="0">
                <a:pos x="connsiteX37460" y="connsiteY37460"/>
              </a:cxn>
              <a:cxn ang="0">
                <a:pos x="connsiteX37461" y="connsiteY37461"/>
              </a:cxn>
              <a:cxn ang="0">
                <a:pos x="connsiteX37462" y="connsiteY37462"/>
              </a:cxn>
              <a:cxn ang="0">
                <a:pos x="connsiteX37463" y="connsiteY37463"/>
              </a:cxn>
              <a:cxn ang="0">
                <a:pos x="connsiteX37464" y="connsiteY37464"/>
              </a:cxn>
              <a:cxn ang="0">
                <a:pos x="connsiteX37465" y="connsiteY37465"/>
              </a:cxn>
              <a:cxn ang="0">
                <a:pos x="connsiteX37466" y="connsiteY37466"/>
              </a:cxn>
              <a:cxn ang="0">
                <a:pos x="connsiteX37467" y="connsiteY37467"/>
              </a:cxn>
              <a:cxn ang="0">
                <a:pos x="connsiteX37468" y="connsiteY37468"/>
              </a:cxn>
              <a:cxn ang="0">
                <a:pos x="connsiteX37469" y="connsiteY37469"/>
              </a:cxn>
              <a:cxn ang="0">
                <a:pos x="connsiteX37470" y="connsiteY37470"/>
              </a:cxn>
              <a:cxn ang="0">
                <a:pos x="connsiteX37471" y="connsiteY37471"/>
              </a:cxn>
              <a:cxn ang="0">
                <a:pos x="connsiteX37472" y="connsiteY37472"/>
              </a:cxn>
              <a:cxn ang="0">
                <a:pos x="connsiteX37473" y="connsiteY37473"/>
              </a:cxn>
              <a:cxn ang="0">
                <a:pos x="connsiteX37474" y="connsiteY37474"/>
              </a:cxn>
              <a:cxn ang="0">
                <a:pos x="connsiteX37475" y="connsiteY37475"/>
              </a:cxn>
              <a:cxn ang="0">
                <a:pos x="connsiteX37476" y="connsiteY37476"/>
              </a:cxn>
              <a:cxn ang="0">
                <a:pos x="connsiteX37477" y="connsiteY37477"/>
              </a:cxn>
              <a:cxn ang="0">
                <a:pos x="connsiteX37478" y="connsiteY37478"/>
              </a:cxn>
              <a:cxn ang="0">
                <a:pos x="connsiteX37479" y="connsiteY37479"/>
              </a:cxn>
              <a:cxn ang="0">
                <a:pos x="connsiteX37480" y="connsiteY37480"/>
              </a:cxn>
              <a:cxn ang="0">
                <a:pos x="connsiteX37481" y="connsiteY37481"/>
              </a:cxn>
              <a:cxn ang="0">
                <a:pos x="connsiteX37482" y="connsiteY37482"/>
              </a:cxn>
              <a:cxn ang="0">
                <a:pos x="connsiteX37483" y="connsiteY37483"/>
              </a:cxn>
              <a:cxn ang="0">
                <a:pos x="connsiteX37484" y="connsiteY37484"/>
              </a:cxn>
              <a:cxn ang="0">
                <a:pos x="connsiteX37485" y="connsiteY37485"/>
              </a:cxn>
              <a:cxn ang="0">
                <a:pos x="connsiteX37486" y="connsiteY37486"/>
              </a:cxn>
              <a:cxn ang="0">
                <a:pos x="connsiteX37487" y="connsiteY37487"/>
              </a:cxn>
              <a:cxn ang="0">
                <a:pos x="connsiteX37488" y="connsiteY37488"/>
              </a:cxn>
              <a:cxn ang="0">
                <a:pos x="connsiteX37489" y="connsiteY37489"/>
              </a:cxn>
              <a:cxn ang="0">
                <a:pos x="connsiteX37490" y="connsiteY37490"/>
              </a:cxn>
              <a:cxn ang="0">
                <a:pos x="connsiteX37491" y="connsiteY37491"/>
              </a:cxn>
              <a:cxn ang="0">
                <a:pos x="connsiteX37492" y="connsiteY37492"/>
              </a:cxn>
              <a:cxn ang="0">
                <a:pos x="connsiteX37493" y="connsiteY37493"/>
              </a:cxn>
              <a:cxn ang="0">
                <a:pos x="connsiteX37494" y="connsiteY37494"/>
              </a:cxn>
              <a:cxn ang="0">
                <a:pos x="connsiteX37495" y="connsiteY37495"/>
              </a:cxn>
              <a:cxn ang="0">
                <a:pos x="connsiteX37496" y="connsiteY37496"/>
              </a:cxn>
              <a:cxn ang="0">
                <a:pos x="connsiteX37497" y="connsiteY37497"/>
              </a:cxn>
              <a:cxn ang="0">
                <a:pos x="connsiteX37498" y="connsiteY37498"/>
              </a:cxn>
              <a:cxn ang="0">
                <a:pos x="connsiteX37499" y="connsiteY37499"/>
              </a:cxn>
              <a:cxn ang="0">
                <a:pos x="connsiteX37500" y="connsiteY37500"/>
              </a:cxn>
              <a:cxn ang="0">
                <a:pos x="connsiteX37501" y="connsiteY37501"/>
              </a:cxn>
              <a:cxn ang="0">
                <a:pos x="connsiteX37502" y="connsiteY37502"/>
              </a:cxn>
              <a:cxn ang="0">
                <a:pos x="connsiteX37503" y="connsiteY37503"/>
              </a:cxn>
              <a:cxn ang="0">
                <a:pos x="connsiteX37504" y="connsiteY37504"/>
              </a:cxn>
              <a:cxn ang="0">
                <a:pos x="connsiteX37505" y="connsiteY37505"/>
              </a:cxn>
              <a:cxn ang="0">
                <a:pos x="connsiteX37506" y="connsiteY37506"/>
              </a:cxn>
              <a:cxn ang="0">
                <a:pos x="connsiteX37507" y="connsiteY37507"/>
              </a:cxn>
              <a:cxn ang="0">
                <a:pos x="connsiteX37508" y="connsiteY37508"/>
              </a:cxn>
              <a:cxn ang="0">
                <a:pos x="connsiteX37509" y="connsiteY37509"/>
              </a:cxn>
              <a:cxn ang="0">
                <a:pos x="connsiteX37510" y="connsiteY37510"/>
              </a:cxn>
              <a:cxn ang="0">
                <a:pos x="connsiteX37511" y="connsiteY37511"/>
              </a:cxn>
              <a:cxn ang="0">
                <a:pos x="connsiteX37512" y="connsiteY37512"/>
              </a:cxn>
              <a:cxn ang="0">
                <a:pos x="connsiteX37513" y="connsiteY37513"/>
              </a:cxn>
              <a:cxn ang="0">
                <a:pos x="connsiteX37514" y="connsiteY37514"/>
              </a:cxn>
              <a:cxn ang="0">
                <a:pos x="connsiteX37515" y="connsiteY37515"/>
              </a:cxn>
              <a:cxn ang="0">
                <a:pos x="connsiteX37516" y="connsiteY37516"/>
              </a:cxn>
              <a:cxn ang="0">
                <a:pos x="connsiteX37517" y="connsiteY37517"/>
              </a:cxn>
              <a:cxn ang="0">
                <a:pos x="connsiteX37518" y="connsiteY37518"/>
              </a:cxn>
              <a:cxn ang="0">
                <a:pos x="connsiteX37519" y="connsiteY37519"/>
              </a:cxn>
              <a:cxn ang="0">
                <a:pos x="connsiteX37520" y="connsiteY37520"/>
              </a:cxn>
              <a:cxn ang="0">
                <a:pos x="connsiteX37521" y="connsiteY37521"/>
              </a:cxn>
              <a:cxn ang="0">
                <a:pos x="connsiteX37522" y="connsiteY37522"/>
              </a:cxn>
              <a:cxn ang="0">
                <a:pos x="connsiteX37523" y="connsiteY37523"/>
              </a:cxn>
              <a:cxn ang="0">
                <a:pos x="connsiteX37524" y="connsiteY37524"/>
              </a:cxn>
              <a:cxn ang="0">
                <a:pos x="connsiteX37525" y="connsiteY37525"/>
              </a:cxn>
              <a:cxn ang="0">
                <a:pos x="connsiteX37526" y="connsiteY37526"/>
              </a:cxn>
              <a:cxn ang="0">
                <a:pos x="connsiteX37527" y="connsiteY37527"/>
              </a:cxn>
              <a:cxn ang="0">
                <a:pos x="connsiteX37528" y="connsiteY37528"/>
              </a:cxn>
              <a:cxn ang="0">
                <a:pos x="connsiteX37529" y="connsiteY37529"/>
              </a:cxn>
              <a:cxn ang="0">
                <a:pos x="connsiteX37530" y="connsiteY37530"/>
              </a:cxn>
              <a:cxn ang="0">
                <a:pos x="connsiteX37531" y="connsiteY37531"/>
              </a:cxn>
              <a:cxn ang="0">
                <a:pos x="connsiteX37532" y="connsiteY37532"/>
              </a:cxn>
              <a:cxn ang="0">
                <a:pos x="connsiteX37533" y="connsiteY37533"/>
              </a:cxn>
              <a:cxn ang="0">
                <a:pos x="connsiteX37534" y="connsiteY37534"/>
              </a:cxn>
              <a:cxn ang="0">
                <a:pos x="connsiteX37535" y="connsiteY37535"/>
              </a:cxn>
              <a:cxn ang="0">
                <a:pos x="connsiteX37536" y="connsiteY37536"/>
              </a:cxn>
              <a:cxn ang="0">
                <a:pos x="connsiteX37537" y="connsiteY37537"/>
              </a:cxn>
              <a:cxn ang="0">
                <a:pos x="connsiteX37538" y="connsiteY37538"/>
              </a:cxn>
              <a:cxn ang="0">
                <a:pos x="connsiteX37539" y="connsiteY37539"/>
              </a:cxn>
              <a:cxn ang="0">
                <a:pos x="connsiteX37540" y="connsiteY37540"/>
              </a:cxn>
              <a:cxn ang="0">
                <a:pos x="connsiteX37541" y="connsiteY37541"/>
              </a:cxn>
              <a:cxn ang="0">
                <a:pos x="connsiteX37542" y="connsiteY37542"/>
              </a:cxn>
              <a:cxn ang="0">
                <a:pos x="connsiteX37543" y="connsiteY37543"/>
              </a:cxn>
              <a:cxn ang="0">
                <a:pos x="connsiteX37544" y="connsiteY37544"/>
              </a:cxn>
              <a:cxn ang="0">
                <a:pos x="connsiteX37545" y="connsiteY37545"/>
              </a:cxn>
              <a:cxn ang="0">
                <a:pos x="connsiteX37546" y="connsiteY37546"/>
              </a:cxn>
              <a:cxn ang="0">
                <a:pos x="connsiteX37547" y="connsiteY37547"/>
              </a:cxn>
              <a:cxn ang="0">
                <a:pos x="connsiteX37548" y="connsiteY37548"/>
              </a:cxn>
              <a:cxn ang="0">
                <a:pos x="connsiteX37549" y="connsiteY37549"/>
              </a:cxn>
              <a:cxn ang="0">
                <a:pos x="connsiteX37550" y="connsiteY37550"/>
              </a:cxn>
              <a:cxn ang="0">
                <a:pos x="connsiteX37551" y="connsiteY37551"/>
              </a:cxn>
              <a:cxn ang="0">
                <a:pos x="connsiteX37552" y="connsiteY37552"/>
              </a:cxn>
              <a:cxn ang="0">
                <a:pos x="connsiteX37553" y="connsiteY37553"/>
              </a:cxn>
              <a:cxn ang="0">
                <a:pos x="connsiteX37554" y="connsiteY37554"/>
              </a:cxn>
              <a:cxn ang="0">
                <a:pos x="connsiteX37555" y="connsiteY37555"/>
              </a:cxn>
              <a:cxn ang="0">
                <a:pos x="connsiteX37556" y="connsiteY37556"/>
              </a:cxn>
              <a:cxn ang="0">
                <a:pos x="connsiteX37557" y="connsiteY37557"/>
              </a:cxn>
              <a:cxn ang="0">
                <a:pos x="connsiteX37558" y="connsiteY37558"/>
              </a:cxn>
              <a:cxn ang="0">
                <a:pos x="connsiteX37559" y="connsiteY37559"/>
              </a:cxn>
              <a:cxn ang="0">
                <a:pos x="connsiteX37560" y="connsiteY37560"/>
              </a:cxn>
              <a:cxn ang="0">
                <a:pos x="connsiteX37561" y="connsiteY37561"/>
              </a:cxn>
              <a:cxn ang="0">
                <a:pos x="connsiteX37562" y="connsiteY37562"/>
              </a:cxn>
              <a:cxn ang="0">
                <a:pos x="connsiteX37563" y="connsiteY37563"/>
              </a:cxn>
              <a:cxn ang="0">
                <a:pos x="connsiteX37564" y="connsiteY37564"/>
              </a:cxn>
              <a:cxn ang="0">
                <a:pos x="connsiteX37565" y="connsiteY37565"/>
              </a:cxn>
              <a:cxn ang="0">
                <a:pos x="connsiteX37566" y="connsiteY37566"/>
              </a:cxn>
              <a:cxn ang="0">
                <a:pos x="connsiteX37567" y="connsiteY37567"/>
              </a:cxn>
              <a:cxn ang="0">
                <a:pos x="connsiteX37568" y="connsiteY37568"/>
              </a:cxn>
              <a:cxn ang="0">
                <a:pos x="connsiteX37569" y="connsiteY37569"/>
              </a:cxn>
              <a:cxn ang="0">
                <a:pos x="connsiteX37570" y="connsiteY37570"/>
              </a:cxn>
              <a:cxn ang="0">
                <a:pos x="connsiteX37571" y="connsiteY37571"/>
              </a:cxn>
              <a:cxn ang="0">
                <a:pos x="connsiteX37572" y="connsiteY37572"/>
              </a:cxn>
              <a:cxn ang="0">
                <a:pos x="connsiteX37573" y="connsiteY37573"/>
              </a:cxn>
              <a:cxn ang="0">
                <a:pos x="connsiteX37574" y="connsiteY37574"/>
              </a:cxn>
              <a:cxn ang="0">
                <a:pos x="connsiteX37575" y="connsiteY37575"/>
              </a:cxn>
              <a:cxn ang="0">
                <a:pos x="connsiteX37576" y="connsiteY37576"/>
              </a:cxn>
              <a:cxn ang="0">
                <a:pos x="connsiteX37577" y="connsiteY37577"/>
              </a:cxn>
              <a:cxn ang="0">
                <a:pos x="connsiteX37578" y="connsiteY37578"/>
              </a:cxn>
              <a:cxn ang="0">
                <a:pos x="connsiteX37579" y="connsiteY37579"/>
              </a:cxn>
              <a:cxn ang="0">
                <a:pos x="connsiteX37580" y="connsiteY37580"/>
              </a:cxn>
              <a:cxn ang="0">
                <a:pos x="connsiteX37581" y="connsiteY37581"/>
              </a:cxn>
              <a:cxn ang="0">
                <a:pos x="connsiteX37582" y="connsiteY37582"/>
              </a:cxn>
              <a:cxn ang="0">
                <a:pos x="connsiteX37583" y="connsiteY37583"/>
              </a:cxn>
              <a:cxn ang="0">
                <a:pos x="connsiteX37584" y="connsiteY37584"/>
              </a:cxn>
              <a:cxn ang="0">
                <a:pos x="connsiteX37585" y="connsiteY37585"/>
              </a:cxn>
              <a:cxn ang="0">
                <a:pos x="connsiteX37586" y="connsiteY37586"/>
              </a:cxn>
              <a:cxn ang="0">
                <a:pos x="connsiteX37587" y="connsiteY37587"/>
              </a:cxn>
              <a:cxn ang="0">
                <a:pos x="connsiteX37588" y="connsiteY37588"/>
              </a:cxn>
              <a:cxn ang="0">
                <a:pos x="connsiteX37589" y="connsiteY37589"/>
              </a:cxn>
              <a:cxn ang="0">
                <a:pos x="connsiteX37590" y="connsiteY37590"/>
              </a:cxn>
              <a:cxn ang="0">
                <a:pos x="connsiteX37591" y="connsiteY37591"/>
              </a:cxn>
              <a:cxn ang="0">
                <a:pos x="connsiteX37592" y="connsiteY37592"/>
              </a:cxn>
              <a:cxn ang="0">
                <a:pos x="connsiteX37593" y="connsiteY37593"/>
              </a:cxn>
              <a:cxn ang="0">
                <a:pos x="connsiteX37594" y="connsiteY37594"/>
              </a:cxn>
              <a:cxn ang="0">
                <a:pos x="connsiteX37595" y="connsiteY37595"/>
              </a:cxn>
              <a:cxn ang="0">
                <a:pos x="connsiteX37596" y="connsiteY37596"/>
              </a:cxn>
              <a:cxn ang="0">
                <a:pos x="connsiteX37597" y="connsiteY37597"/>
              </a:cxn>
              <a:cxn ang="0">
                <a:pos x="connsiteX37598" y="connsiteY37598"/>
              </a:cxn>
              <a:cxn ang="0">
                <a:pos x="connsiteX37599" y="connsiteY37599"/>
              </a:cxn>
              <a:cxn ang="0">
                <a:pos x="connsiteX37600" y="connsiteY37600"/>
              </a:cxn>
              <a:cxn ang="0">
                <a:pos x="connsiteX37601" y="connsiteY37601"/>
              </a:cxn>
              <a:cxn ang="0">
                <a:pos x="connsiteX37602" y="connsiteY37602"/>
              </a:cxn>
              <a:cxn ang="0">
                <a:pos x="connsiteX37603" y="connsiteY37603"/>
              </a:cxn>
              <a:cxn ang="0">
                <a:pos x="connsiteX37604" y="connsiteY37604"/>
              </a:cxn>
              <a:cxn ang="0">
                <a:pos x="connsiteX37605" y="connsiteY37605"/>
              </a:cxn>
              <a:cxn ang="0">
                <a:pos x="connsiteX37606" y="connsiteY37606"/>
              </a:cxn>
              <a:cxn ang="0">
                <a:pos x="connsiteX37607" y="connsiteY37607"/>
              </a:cxn>
              <a:cxn ang="0">
                <a:pos x="connsiteX37608" y="connsiteY37608"/>
              </a:cxn>
              <a:cxn ang="0">
                <a:pos x="connsiteX37609" y="connsiteY37609"/>
              </a:cxn>
              <a:cxn ang="0">
                <a:pos x="connsiteX37610" y="connsiteY37610"/>
              </a:cxn>
              <a:cxn ang="0">
                <a:pos x="connsiteX37611" y="connsiteY37611"/>
              </a:cxn>
              <a:cxn ang="0">
                <a:pos x="connsiteX37612" y="connsiteY37612"/>
              </a:cxn>
              <a:cxn ang="0">
                <a:pos x="connsiteX37613" y="connsiteY37613"/>
              </a:cxn>
              <a:cxn ang="0">
                <a:pos x="connsiteX37614" y="connsiteY37614"/>
              </a:cxn>
              <a:cxn ang="0">
                <a:pos x="connsiteX37615" y="connsiteY37615"/>
              </a:cxn>
              <a:cxn ang="0">
                <a:pos x="connsiteX37616" y="connsiteY37616"/>
              </a:cxn>
              <a:cxn ang="0">
                <a:pos x="connsiteX37617" y="connsiteY37617"/>
              </a:cxn>
              <a:cxn ang="0">
                <a:pos x="connsiteX37618" y="connsiteY37618"/>
              </a:cxn>
              <a:cxn ang="0">
                <a:pos x="connsiteX37619" y="connsiteY37619"/>
              </a:cxn>
              <a:cxn ang="0">
                <a:pos x="connsiteX37620" y="connsiteY37620"/>
              </a:cxn>
              <a:cxn ang="0">
                <a:pos x="connsiteX37621" y="connsiteY37621"/>
              </a:cxn>
              <a:cxn ang="0">
                <a:pos x="connsiteX37622" y="connsiteY37622"/>
              </a:cxn>
              <a:cxn ang="0">
                <a:pos x="connsiteX37623" y="connsiteY37623"/>
              </a:cxn>
              <a:cxn ang="0">
                <a:pos x="connsiteX37624" y="connsiteY37624"/>
              </a:cxn>
              <a:cxn ang="0">
                <a:pos x="connsiteX37625" y="connsiteY37625"/>
              </a:cxn>
              <a:cxn ang="0">
                <a:pos x="connsiteX37626" y="connsiteY37626"/>
              </a:cxn>
              <a:cxn ang="0">
                <a:pos x="connsiteX37627" y="connsiteY37627"/>
              </a:cxn>
              <a:cxn ang="0">
                <a:pos x="connsiteX37628" y="connsiteY37628"/>
              </a:cxn>
              <a:cxn ang="0">
                <a:pos x="connsiteX37629" y="connsiteY37629"/>
              </a:cxn>
              <a:cxn ang="0">
                <a:pos x="connsiteX37630" y="connsiteY37630"/>
              </a:cxn>
              <a:cxn ang="0">
                <a:pos x="connsiteX37631" y="connsiteY37631"/>
              </a:cxn>
              <a:cxn ang="0">
                <a:pos x="connsiteX37632" y="connsiteY37632"/>
              </a:cxn>
              <a:cxn ang="0">
                <a:pos x="connsiteX37633" y="connsiteY37633"/>
              </a:cxn>
              <a:cxn ang="0">
                <a:pos x="connsiteX37634" y="connsiteY37634"/>
              </a:cxn>
              <a:cxn ang="0">
                <a:pos x="connsiteX37635" y="connsiteY37635"/>
              </a:cxn>
              <a:cxn ang="0">
                <a:pos x="connsiteX37636" y="connsiteY37636"/>
              </a:cxn>
              <a:cxn ang="0">
                <a:pos x="connsiteX37637" y="connsiteY37637"/>
              </a:cxn>
              <a:cxn ang="0">
                <a:pos x="connsiteX37638" y="connsiteY37638"/>
              </a:cxn>
              <a:cxn ang="0">
                <a:pos x="connsiteX37639" y="connsiteY37639"/>
              </a:cxn>
              <a:cxn ang="0">
                <a:pos x="connsiteX37640" y="connsiteY37640"/>
              </a:cxn>
              <a:cxn ang="0">
                <a:pos x="connsiteX37641" y="connsiteY37641"/>
              </a:cxn>
              <a:cxn ang="0">
                <a:pos x="connsiteX37642" y="connsiteY37642"/>
              </a:cxn>
              <a:cxn ang="0">
                <a:pos x="connsiteX37643" y="connsiteY37643"/>
              </a:cxn>
              <a:cxn ang="0">
                <a:pos x="connsiteX37644" y="connsiteY37644"/>
              </a:cxn>
              <a:cxn ang="0">
                <a:pos x="connsiteX37645" y="connsiteY37645"/>
              </a:cxn>
              <a:cxn ang="0">
                <a:pos x="connsiteX37646" y="connsiteY37646"/>
              </a:cxn>
              <a:cxn ang="0">
                <a:pos x="connsiteX37647" y="connsiteY37647"/>
              </a:cxn>
              <a:cxn ang="0">
                <a:pos x="connsiteX37648" y="connsiteY37648"/>
              </a:cxn>
              <a:cxn ang="0">
                <a:pos x="connsiteX37649" y="connsiteY37649"/>
              </a:cxn>
              <a:cxn ang="0">
                <a:pos x="connsiteX37650" y="connsiteY37650"/>
              </a:cxn>
              <a:cxn ang="0">
                <a:pos x="connsiteX37651" y="connsiteY37651"/>
              </a:cxn>
              <a:cxn ang="0">
                <a:pos x="connsiteX37652" y="connsiteY37652"/>
              </a:cxn>
              <a:cxn ang="0">
                <a:pos x="connsiteX37653" y="connsiteY37653"/>
              </a:cxn>
              <a:cxn ang="0">
                <a:pos x="connsiteX37654" y="connsiteY37654"/>
              </a:cxn>
              <a:cxn ang="0">
                <a:pos x="connsiteX37655" y="connsiteY37655"/>
              </a:cxn>
              <a:cxn ang="0">
                <a:pos x="connsiteX37656" y="connsiteY37656"/>
              </a:cxn>
              <a:cxn ang="0">
                <a:pos x="connsiteX37657" y="connsiteY37657"/>
              </a:cxn>
              <a:cxn ang="0">
                <a:pos x="connsiteX37658" y="connsiteY37658"/>
              </a:cxn>
              <a:cxn ang="0">
                <a:pos x="connsiteX37659" y="connsiteY37659"/>
              </a:cxn>
              <a:cxn ang="0">
                <a:pos x="connsiteX37660" y="connsiteY37660"/>
              </a:cxn>
              <a:cxn ang="0">
                <a:pos x="connsiteX37661" y="connsiteY37661"/>
              </a:cxn>
              <a:cxn ang="0">
                <a:pos x="connsiteX37662" y="connsiteY37662"/>
              </a:cxn>
              <a:cxn ang="0">
                <a:pos x="connsiteX37663" y="connsiteY37663"/>
              </a:cxn>
              <a:cxn ang="0">
                <a:pos x="connsiteX37664" y="connsiteY37664"/>
              </a:cxn>
              <a:cxn ang="0">
                <a:pos x="connsiteX37665" y="connsiteY37665"/>
              </a:cxn>
              <a:cxn ang="0">
                <a:pos x="connsiteX37666" y="connsiteY37666"/>
              </a:cxn>
              <a:cxn ang="0">
                <a:pos x="connsiteX37667" y="connsiteY37667"/>
              </a:cxn>
              <a:cxn ang="0">
                <a:pos x="connsiteX37668" y="connsiteY37668"/>
              </a:cxn>
              <a:cxn ang="0">
                <a:pos x="connsiteX37669" y="connsiteY37669"/>
              </a:cxn>
              <a:cxn ang="0">
                <a:pos x="connsiteX37670" y="connsiteY37670"/>
              </a:cxn>
              <a:cxn ang="0">
                <a:pos x="connsiteX37671" y="connsiteY37671"/>
              </a:cxn>
              <a:cxn ang="0">
                <a:pos x="connsiteX37672" y="connsiteY37672"/>
              </a:cxn>
              <a:cxn ang="0">
                <a:pos x="connsiteX37673" y="connsiteY37673"/>
              </a:cxn>
              <a:cxn ang="0">
                <a:pos x="connsiteX37674" y="connsiteY37674"/>
              </a:cxn>
              <a:cxn ang="0">
                <a:pos x="connsiteX37675" y="connsiteY37675"/>
              </a:cxn>
              <a:cxn ang="0">
                <a:pos x="connsiteX37676" y="connsiteY37676"/>
              </a:cxn>
              <a:cxn ang="0">
                <a:pos x="connsiteX37677" y="connsiteY37677"/>
              </a:cxn>
              <a:cxn ang="0">
                <a:pos x="connsiteX37678" y="connsiteY37678"/>
              </a:cxn>
              <a:cxn ang="0">
                <a:pos x="connsiteX37679" y="connsiteY37679"/>
              </a:cxn>
              <a:cxn ang="0">
                <a:pos x="connsiteX37680" y="connsiteY37680"/>
              </a:cxn>
              <a:cxn ang="0">
                <a:pos x="connsiteX37681" y="connsiteY37681"/>
              </a:cxn>
              <a:cxn ang="0">
                <a:pos x="connsiteX37682" y="connsiteY37682"/>
              </a:cxn>
              <a:cxn ang="0">
                <a:pos x="connsiteX37683" y="connsiteY37683"/>
              </a:cxn>
              <a:cxn ang="0">
                <a:pos x="connsiteX37684" y="connsiteY37684"/>
              </a:cxn>
              <a:cxn ang="0">
                <a:pos x="connsiteX37685" y="connsiteY37685"/>
              </a:cxn>
              <a:cxn ang="0">
                <a:pos x="connsiteX37686" y="connsiteY37686"/>
              </a:cxn>
              <a:cxn ang="0">
                <a:pos x="connsiteX37687" y="connsiteY37687"/>
              </a:cxn>
              <a:cxn ang="0">
                <a:pos x="connsiteX37688" y="connsiteY37688"/>
              </a:cxn>
              <a:cxn ang="0">
                <a:pos x="connsiteX37689" y="connsiteY37689"/>
              </a:cxn>
              <a:cxn ang="0">
                <a:pos x="connsiteX37690" y="connsiteY37690"/>
              </a:cxn>
              <a:cxn ang="0">
                <a:pos x="connsiteX37691" y="connsiteY37691"/>
              </a:cxn>
              <a:cxn ang="0">
                <a:pos x="connsiteX37692" y="connsiteY37692"/>
              </a:cxn>
              <a:cxn ang="0">
                <a:pos x="connsiteX37693" y="connsiteY37693"/>
              </a:cxn>
              <a:cxn ang="0">
                <a:pos x="connsiteX37694" y="connsiteY37694"/>
              </a:cxn>
              <a:cxn ang="0">
                <a:pos x="connsiteX37695" y="connsiteY37695"/>
              </a:cxn>
              <a:cxn ang="0">
                <a:pos x="connsiteX37696" y="connsiteY37696"/>
              </a:cxn>
              <a:cxn ang="0">
                <a:pos x="connsiteX37697" y="connsiteY37697"/>
              </a:cxn>
              <a:cxn ang="0">
                <a:pos x="connsiteX37698" y="connsiteY37698"/>
              </a:cxn>
              <a:cxn ang="0">
                <a:pos x="connsiteX37699" y="connsiteY37699"/>
              </a:cxn>
              <a:cxn ang="0">
                <a:pos x="connsiteX37700" y="connsiteY37700"/>
              </a:cxn>
              <a:cxn ang="0">
                <a:pos x="connsiteX37701" y="connsiteY37701"/>
              </a:cxn>
              <a:cxn ang="0">
                <a:pos x="connsiteX37702" y="connsiteY37702"/>
              </a:cxn>
              <a:cxn ang="0">
                <a:pos x="connsiteX37703" y="connsiteY37703"/>
              </a:cxn>
              <a:cxn ang="0">
                <a:pos x="connsiteX37704" y="connsiteY37704"/>
              </a:cxn>
              <a:cxn ang="0">
                <a:pos x="connsiteX37705" y="connsiteY37705"/>
              </a:cxn>
              <a:cxn ang="0">
                <a:pos x="connsiteX37706" y="connsiteY37706"/>
              </a:cxn>
              <a:cxn ang="0">
                <a:pos x="connsiteX37707" y="connsiteY37707"/>
              </a:cxn>
              <a:cxn ang="0">
                <a:pos x="connsiteX37708" y="connsiteY37708"/>
              </a:cxn>
              <a:cxn ang="0">
                <a:pos x="connsiteX37709" y="connsiteY37709"/>
              </a:cxn>
              <a:cxn ang="0">
                <a:pos x="connsiteX37710" y="connsiteY37710"/>
              </a:cxn>
              <a:cxn ang="0">
                <a:pos x="connsiteX37711" y="connsiteY37711"/>
              </a:cxn>
              <a:cxn ang="0">
                <a:pos x="connsiteX37712" y="connsiteY37712"/>
              </a:cxn>
              <a:cxn ang="0">
                <a:pos x="connsiteX37713" y="connsiteY37713"/>
              </a:cxn>
              <a:cxn ang="0">
                <a:pos x="connsiteX37714" y="connsiteY37714"/>
              </a:cxn>
              <a:cxn ang="0">
                <a:pos x="connsiteX37715" y="connsiteY37715"/>
              </a:cxn>
              <a:cxn ang="0">
                <a:pos x="connsiteX37716" y="connsiteY37716"/>
              </a:cxn>
              <a:cxn ang="0">
                <a:pos x="connsiteX37717" y="connsiteY37717"/>
              </a:cxn>
              <a:cxn ang="0">
                <a:pos x="connsiteX37718" y="connsiteY37718"/>
              </a:cxn>
              <a:cxn ang="0">
                <a:pos x="connsiteX37719" y="connsiteY37719"/>
              </a:cxn>
              <a:cxn ang="0">
                <a:pos x="connsiteX37720" y="connsiteY37720"/>
              </a:cxn>
              <a:cxn ang="0">
                <a:pos x="connsiteX37721" y="connsiteY37721"/>
              </a:cxn>
              <a:cxn ang="0">
                <a:pos x="connsiteX37722" y="connsiteY37722"/>
              </a:cxn>
              <a:cxn ang="0">
                <a:pos x="connsiteX37723" y="connsiteY37723"/>
              </a:cxn>
              <a:cxn ang="0">
                <a:pos x="connsiteX37724" y="connsiteY37724"/>
              </a:cxn>
              <a:cxn ang="0">
                <a:pos x="connsiteX37725" y="connsiteY37725"/>
              </a:cxn>
              <a:cxn ang="0">
                <a:pos x="connsiteX37726" y="connsiteY37726"/>
              </a:cxn>
              <a:cxn ang="0">
                <a:pos x="connsiteX37727" y="connsiteY37727"/>
              </a:cxn>
              <a:cxn ang="0">
                <a:pos x="connsiteX37728" y="connsiteY37728"/>
              </a:cxn>
              <a:cxn ang="0">
                <a:pos x="connsiteX37729" y="connsiteY37729"/>
              </a:cxn>
              <a:cxn ang="0">
                <a:pos x="connsiteX37730" y="connsiteY37730"/>
              </a:cxn>
              <a:cxn ang="0">
                <a:pos x="connsiteX37731" y="connsiteY37731"/>
              </a:cxn>
              <a:cxn ang="0">
                <a:pos x="connsiteX37732" y="connsiteY37732"/>
              </a:cxn>
              <a:cxn ang="0">
                <a:pos x="connsiteX37733" y="connsiteY37733"/>
              </a:cxn>
              <a:cxn ang="0">
                <a:pos x="connsiteX37734" y="connsiteY37734"/>
              </a:cxn>
              <a:cxn ang="0">
                <a:pos x="connsiteX37735" y="connsiteY37735"/>
              </a:cxn>
              <a:cxn ang="0">
                <a:pos x="connsiteX37736" y="connsiteY37736"/>
              </a:cxn>
              <a:cxn ang="0">
                <a:pos x="connsiteX37737" y="connsiteY37737"/>
              </a:cxn>
              <a:cxn ang="0">
                <a:pos x="connsiteX37738" y="connsiteY37738"/>
              </a:cxn>
              <a:cxn ang="0">
                <a:pos x="connsiteX37739" y="connsiteY37739"/>
              </a:cxn>
              <a:cxn ang="0">
                <a:pos x="connsiteX37740" y="connsiteY37740"/>
              </a:cxn>
              <a:cxn ang="0">
                <a:pos x="connsiteX37741" y="connsiteY37741"/>
              </a:cxn>
              <a:cxn ang="0">
                <a:pos x="connsiteX37742" y="connsiteY37742"/>
              </a:cxn>
              <a:cxn ang="0">
                <a:pos x="connsiteX37743" y="connsiteY37743"/>
              </a:cxn>
              <a:cxn ang="0">
                <a:pos x="connsiteX37744" y="connsiteY37744"/>
              </a:cxn>
              <a:cxn ang="0">
                <a:pos x="connsiteX37745" y="connsiteY37745"/>
              </a:cxn>
              <a:cxn ang="0">
                <a:pos x="connsiteX37746" y="connsiteY37746"/>
              </a:cxn>
              <a:cxn ang="0">
                <a:pos x="connsiteX37747" y="connsiteY37747"/>
              </a:cxn>
              <a:cxn ang="0">
                <a:pos x="connsiteX37748" y="connsiteY37748"/>
              </a:cxn>
              <a:cxn ang="0">
                <a:pos x="connsiteX37749" y="connsiteY37749"/>
              </a:cxn>
              <a:cxn ang="0">
                <a:pos x="connsiteX37750" y="connsiteY37750"/>
              </a:cxn>
              <a:cxn ang="0">
                <a:pos x="connsiteX37751" y="connsiteY37751"/>
              </a:cxn>
              <a:cxn ang="0">
                <a:pos x="connsiteX37752" y="connsiteY37752"/>
              </a:cxn>
              <a:cxn ang="0">
                <a:pos x="connsiteX37753" y="connsiteY37753"/>
              </a:cxn>
              <a:cxn ang="0">
                <a:pos x="connsiteX37754" y="connsiteY37754"/>
              </a:cxn>
              <a:cxn ang="0">
                <a:pos x="connsiteX37755" y="connsiteY37755"/>
              </a:cxn>
              <a:cxn ang="0">
                <a:pos x="connsiteX37756" y="connsiteY37756"/>
              </a:cxn>
              <a:cxn ang="0">
                <a:pos x="connsiteX37757" y="connsiteY37757"/>
              </a:cxn>
              <a:cxn ang="0">
                <a:pos x="connsiteX37758" y="connsiteY37758"/>
              </a:cxn>
              <a:cxn ang="0">
                <a:pos x="connsiteX37759" y="connsiteY37759"/>
              </a:cxn>
              <a:cxn ang="0">
                <a:pos x="connsiteX37760" y="connsiteY37760"/>
              </a:cxn>
              <a:cxn ang="0">
                <a:pos x="connsiteX37761" y="connsiteY37761"/>
              </a:cxn>
              <a:cxn ang="0">
                <a:pos x="connsiteX37762" y="connsiteY37762"/>
              </a:cxn>
              <a:cxn ang="0">
                <a:pos x="connsiteX37763" y="connsiteY37763"/>
              </a:cxn>
              <a:cxn ang="0">
                <a:pos x="connsiteX37764" y="connsiteY37764"/>
              </a:cxn>
              <a:cxn ang="0">
                <a:pos x="connsiteX37765" y="connsiteY37765"/>
              </a:cxn>
              <a:cxn ang="0">
                <a:pos x="connsiteX37766" y="connsiteY37766"/>
              </a:cxn>
              <a:cxn ang="0">
                <a:pos x="connsiteX37767" y="connsiteY37767"/>
              </a:cxn>
              <a:cxn ang="0">
                <a:pos x="connsiteX37768" y="connsiteY37768"/>
              </a:cxn>
              <a:cxn ang="0">
                <a:pos x="connsiteX37769" y="connsiteY37769"/>
              </a:cxn>
              <a:cxn ang="0">
                <a:pos x="connsiteX37770" y="connsiteY37770"/>
              </a:cxn>
              <a:cxn ang="0">
                <a:pos x="connsiteX37771" y="connsiteY37771"/>
              </a:cxn>
              <a:cxn ang="0">
                <a:pos x="connsiteX37772" y="connsiteY37772"/>
              </a:cxn>
              <a:cxn ang="0">
                <a:pos x="connsiteX37773" y="connsiteY37773"/>
              </a:cxn>
              <a:cxn ang="0">
                <a:pos x="connsiteX37774" y="connsiteY37774"/>
              </a:cxn>
              <a:cxn ang="0">
                <a:pos x="connsiteX37775" y="connsiteY37775"/>
              </a:cxn>
              <a:cxn ang="0">
                <a:pos x="connsiteX37776" y="connsiteY37776"/>
              </a:cxn>
              <a:cxn ang="0">
                <a:pos x="connsiteX37777" y="connsiteY37777"/>
              </a:cxn>
              <a:cxn ang="0">
                <a:pos x="connsiteX37778" y="connsiteY37778"/>
              </a:cxn>
              <a:cxn ang="0">
                <a:pos x="connsiteX37779" y="connsiteY37779"/>
              </a:cxn>
              <a:cxn ang="0">
                <a:pos x="connsiteX37780" y="connsiteY37780"/>
              </a:cxn>
              <a:cxn ang="0">
                <a:pos x="connsiteX37781" y="connsiteY37781"/>
              </a:cxn>
              <a:cxn ang="0">
                <a:pos x="connsiteX37782" y="connsiteY37782"/>
              </a:cxn>
              <a:cxn ang="0">
                <a:pos x="connsiteX37783" y="connsiteY37783"/>
              </a:cxn>
              <a:cxn ang="0">
                <a:pos x="connsiteX37784" y="connsiteY37784"/>
              </a:cxn>
              <a:cxn ang="0">
                <a:pos x="connsiteX37785" y="connsiteY37785"/>
              </a:cxn>
              <a:cxn ang="0">
                <a:pos x="connsiteX37786" y="connsiteY37786"/>
              </a:cxn>
              <a:cxn ang="0">
                <a:pos x="connsiteX37787" y="connsiteY37787"/>
              </a:cxn>
              <a:cxn ang="0">
                <a:pos x="connsiteX37788" y="connsiteY37788"/>
              </a:cxn>
              <a:cxn ang="0">
                <a:pos x="connsiteX37789" y="connsiteY37789"/>
              </a:cxn>
              <a:cxn ang="0">
                <a:pos x="connsiteX37790" y="connsiteY37790"/>
              </a:cxn>
              <a:cxn ang="0">
                <a:pos x="connsiteX37791" y="connsiteY37791"/>
              </a:cxn>
              <a:cxn ang="0">
                <a:pos x="connsiteX37792" y="connsiteY37792"/>
              </a:cxn>
              <a:cxn ang="0">
                <a:pos x="connsiteX37793" y="connsiteY37793"/>
              </a:cxn>
              <a:cxn ang="0">
                <a:pos x="connsiteX37794" y="connsiteY37794"/>
              </a:cxn>
              <a:cxn ang="0">
                <a:pos x="connsiteX37795" y="connsiteY37795"/>
              </a:cxn>
              <a:cxn ang="0">
                <a:pos x="connsiteX37796" y="connsiteY37796"/>
              </a:cxn>
              <a:cxn ang="0">
                <a:pos x="connsiteX37797" y="connsiteY37797"/>
              </a:cxn>
              <a:cxn ang="0">
                <a:pos x="connsiteX37798" y="connsiteY37798"/>
              </a:cxn>
              <a:cxn ang="0">
                <a:pos x="connsiteX37799" y="connsiteY37799"/>
              </a:cxn>
              <a:cxn ang="0">
                <a:pos x="connsiteX37800" y="connsiteY37800"/>
              </a:cxn>
              <a:cxn ang="0">
                <a:pos x="connsiteX37801" y="connsiteY37801"/>
              </a:cxn>
              <a:cxn ang="0">
                <a:pos x="connsiteX37802" y="connsiteY37802"/>
              </a:cxn>
              <a:cxn ang="0">
                <a:pos x="connsiteX37803" y="connsiteY37803"/>
              </a:cxn>
              <a:cxn ang="0">
                <a:pos x="connsiteX37804" y="connsiteY37804"/>
              </a:cxn>
              <a:cxn ang="0">
                <a:pos x="connsiteX37805" y="connsiteY37805"/>
              </a:cxn>
              <a:cxn ang="0">
                <a:pos x="connsiteX37806" y="connsiteY37806"/>
              </a:cxn>
              <a:cxn ang="0">
                <a:pos x="connsiteX37807" y="connsiteY37807"/>
              </a:cxn>
              <a:cxn ang="0">
                <a:pos x="connsiteX37808" y="connsiteY37808"/>
              </a:cxn>
              <a:cxn ang="0">
                <a:pos x="connsiteX37809" y="connsiteY37809"/>
              </a:cxn>
              <a:cxn ang="0">
                <a:pos x="connsiteX37810" y="connsiteY37810"/>
              </a:cxn>
              <a:cxn ang="0">
                <a:pos x="connsiteX37811" y="connsiteY37811"/>
              </a:cxn>
              <a:cxn ang="0">
                <a:pos x="connsiteX37812" y="connsiteY37812"/>
              </a:cxn>
              <a:cxn ang="0">
                <a:pos x="connsiteX37813" y="connsiteY37813"/>
              </a:cxn>
              <a:cxn ang="0">
                <a:pos x="connsiteX37814" y="connsiteY37814"/>
              </a:cxn>
              <a:cxn ang="0">
                <a:pos x="connsiteX37815" y="connsiteY37815"/>
              </a:cxn>
              <a:cxn ang="0">
                <a:pos x="connsiteX37816" y="connsiteY37816"/>
              </a:cxn>
              <a:cxn ang="0">
                <a:pos x="connsiteX37817" y="connsiteY37817"/>
              </a:cxn>
              <a:cxn ang="0">
                <a:pos x="connsiteX37818" y="connsiteY37818"/>
              </a:cxn>
              <a:cxn ang="0">
                <a:pos x="connsiteX37819" y="connsiteY37819"/>
              </a:cxn>
              <a:cxn ang="0">
                <a:pos x="connsiteX37820" y="connsiteY37820"/>
              </a:cxn>
              <a:cxn ang="0">
                <a:pos x="connsiteX37821" y="connsiteY37821"/>
              </a:cxn>
              <a:cxn ang="0">
                <a:pos x="connsiteX37822" y="connsiteY37822"/>
              </a:cxn>
              <a:cxn ang="0">
                <a:pos x="connsiteX37823" y="connsiteY37823"/>
              </a:cxn>
              <a:cxn ang="0">
                <a:pos x="connsiteX37824" y="connsiteY37824"/>
              </a:cxn>
              <a:cxn ang="0">
                <a:pos x="connsiteX37825" y="connsiteY37825"/>
              </a:cxn>
              <a:cxn ang="0">
                <a:pos x="connsiteX37826" y="connsiteY37826"/>
              </a:cxn>
              <a:cxn ang="0">
                <a:pos x="connsiteX37827" y="connsiteY37827"/>
              </a:cxn>
              <a:cxn ang="0">
                <a:pos x="connsiteX37828" y="connsiteY37828"/>
              </a:cxn>
              <a:cxn ang="0">
                <a:pos x="connsiteX37829" y="connsiteY37829"/>
              </a:cxn>
              <a:cxn ang="0">
                <a:pos x="connsiteX37830" y="connsiteY37830"/>
              </a:cxn>
              <a:cxn ang="0">
                <a:pos x="connsiteX37831" y="connsiteY37831"/>
              </a:cxn>
              <a:cxn ang="0">
                <a:pos x="connsiteX37832" y="connsiteY37832"/>
              </a:cxn>
              <a:cxn ang="0">
                <a:pos x="connsiteX37833" y="connsiteY37833"/>
              </a:cxn>
              <a:cxn ang="0">
                <a:pos x="connsiteX37834" y="connsiteY37834"/>
              </a:cxn>
              <a:cxn ang="0">
                <a:pos x="connsiteX37835" y="connsiteY37835"/>
              </a:cxn>
              <a:cxn ang="0">
                <a:pos x="connsiteX37836" y="connsiteY37836"/>
              </a:cxn>
              <a:cxn ang="0">
                <a:pos x="connsiteX37837" y="connsiteY37837"/>
              </a:cxn>
              <a:cxn ang="0">
                <a:pos x="connsiteX37838" y="connsiteY37838"/>
              </a:cxn>
              <a:cxn ang="0">
                <a:pos x="connsiteX37839" y="connsiteY37839"/>
              </a:cxn>
              <a:cxn ang="0">
                <a:pos x="connsiteX37840" y="connsiteY37840"/>
              </a:cxn>
              <a:cxn ang="0">
                <a:pos x="connsiteX37841" y="connsiteY37841"/>
              </a:cxn>
              <a:cxn ang="0">
                <a:pos x="connsiteX37842" y="connsiteY37842"/>
              </a:cxn>
              <a:cxn ang="0">
                <a:pos x="connsiteX37843" y="connsiteY37843"/>
              </a:cxn>
              <a:cxn ang="0">
                <a:pos x="connsiteX37844" y="connsiteY37844"/>
              </a:cxn>
              <a:cxn ang="0">
                <a:pos x="connsiteX37845" y="connsiteY37845"/>
              </a:cxn>
              <a:cxn ang="0">
                <a:pos x="connsiteX37846" y="connsiteY37846"/>
              </a:cxn>
              <a:cxn ang="0">
                <a:pos x="connsiteX37847" y="connsiteY37847"/>
              </a:cxn>
              <a:cxn ang="0">
                <a:pos x="connsiteX37848" y="connsiteY37848"/>
              </a:cxn>
              <a:cxn ang="0">
                <a:pos x="connsiteX37849" y="connsiteY37849"/>
              </a:cxn>
              <a:cxn ang="0">
                <a:pos x="connsiteX37850" y="connsiteY37850"/>
              </a:cxn>
              <a:cxn ang="0">
                <a:pos x="connsiteX37851" y="connsiteY37851"/>
              </a:cxn>
              <a:cxn ang="0">
                <a:pos x="connsiteX37852" y="connsiteY37852"/>
              </a:cxn>
              <a:cxn ang="0">
                <a:pos x="connsiteX37853" y="connsiteY37853"/>
              </a:cxn>
              <a:cxn ang="0">
                <a:pos x="connsiteX37854" y="connsiteY37854"/>
              </a:cxn>
              <a:cxn ang="0">
                <a:pos x="connsiteX37855" y="connsiteY37855"/>
              </a:cxn>
              <a:cxn ang="0">
                <a:pos x="connsiteX37856" y="connsiteY37856"/>
              </a:cxn>
              <a:cxn ang="0">
                <a:pos x="connsiteX37857" y="connsiteY37857"/>
              </a:cxn>
              <a:cxn ang="0">
                <a:pos x="connsiteX37858" y="connsiteY37858"/>
              </a:cxn>
              <a:cxn ang="0">
                <a:pos x="connsiteX37859" y="connsiteY37859"/>
              </a:cxn>
              <a:cxn ang="0">
                <a:pos x="connsiteX37860" y="connsiteY37860"/>
              </a:cxn>
              <a:cxn ang="0">
                <a:pos x="connsiteX37861" y="connsiteY37861"/>
              </a:cxn>
              <a:cxn ang="0">
                <a:pos x="connsiteX37862" y="connsiteY37862"/>
              </a:cxn>
              <a:cxn ang="0">
                <a:pos x="connsiteX37863" y="connsiteY37863"/>
              </a:cxn>
              <a:cxn ang="0">
                <a:pos x="connsiteX37864" y="connsiteY37864"/>
              </a:cxn>
              <a:cxn ang="0">
                <a:pos x="connsiteX37865" y="connsiteY37865"/>
              </a:cxn>
              <a:cxn ang="0">
                <a:pos x="connsiteX37866" y="connsiteY37866"/>
              </a:cxn>
              <a:cxn ang="0">
                <a:pos x="connsiteX37867" y="connsiteY37867"/>
              </a:cxn>
              <a:cxn ang="0">
                <a:pos x="connsiteX37868" y="connsiteY37868"/>
              </a:cxn>
              <a:cxn ang="0">
                <a:pos x="connsiteX37869" y="connsiteY37869"/>
              </a:cxn>
              <a:cxn ang="0">
                <a:pos x="connsiteX37870" y="connsiteY37870"/>
              </a:cxn>
              <a:cxn ang="0">
                <a:pos x="connsiteX37871" y="connsiteY37871"/>
              </a:cxn>
              <a:cxn ang="0">
                <a:pos x="connsiteX37872" y="connsiteY37872"/>
              </a:cxn>
              <a:cxn ang="0">
                <a:pos x="connsiteX37873" y="connsiteY37873"/>
              </a:cxn>
              <a:cxn ang="0">
                <a:pos x="connsiteX37874" y="connsiteY37874"/>
              </a:cxn>
              <a:cxn ang="0">
                <a:pos x="connsiteX37875" y="connsiteY37875"/>
              </a:cxn>
              <a:cxn ang="0">
                <a:pos x="connsiteX37876" y="connsiteY37876"/>
              </a:cxn>
              <a:cxn ang="0">
                <a:pos x="connsiteX37877" y="connsiteY37877"/>
              </a:cxn>
              <a:cxn ang="0">
                <a:pos x="connsiteX37878" y="connsiteY37878"/>
              </a:cxn>
              <a:cxn ang="0">
                <a:pos x="connsiteX37879" y="connsiteY37879"/>
              </a:cxn>
              <a:cxn ang="0">
                <a:pos x="connsiteX37880" y="connsiteY37880"/>
              </a:cxn>
              <a:cxn ang="0">
                <a:pos x="connsiteX37881" y="connsiteY37881"/>
              </a:cxn>
              <a:cxn ang="0">
                <a:pos x="connsiteX37882" y="connsiteY37882"/>
              </a:cxn>
              <a:cxn ang="0">
                <a:pos x="connsiteX37883" y="connsiteY37883"/>
              </a:cxn>
              <a:cxn ang="0">
                <a:pos x="connsiteX37884" y="connsiteY37884"/>
              </a:cxn>
              <a:cxn ang="0">
                <a:pos x="connsiteX37885" y="connsiteY37885"/>
              </a:cxn>
              <a:cxn ang="0">
                <a:pos x="connsiteX37886" y="connsiteY37886"/>
              </a:cxn>
              <a:cxn ang="0">
                <a:pos x="connsiteX37887" y="connsiteY37887"/>
              </a:cxn>
              <a:cxn ang="0">
                <a:pos x="connsiteX37888" y="connsiteY37888"/>
              </a:cxn>
              <a:cxn ang="0">
                <a:pos x="connsiteX37889" y="connsiteY37889"/>
              </a:cxn>
              <a:cxn ang="0">
                <a:pos x="connsiteX37890" y="connsiteY37890"/>
              </a:cxn>
              <a:cxn ang="0">
                <a:pos x="connsiteX37891" y="connsiteY37891"/>
              </a:cxn>
              <a:cxn ang="0">
                <a:pos x="connsiteX37892" y="connsiteY37892"/>
              </a:cxn>
              <a:cxn ang="0">
                <a:pos x="connsiteX37893" y="connsiteY37893"/>
              </a:cxn>
              <a:cxn ang="0">
                <a:pos x="connsiteX37894" y="connsiteY37894"/>
              </a:cxn>
              <a:cxn ang="0">
                <a:pos x="connsiteX37895" y="connsiteY37895"/>
              </a:cxn>
              <a:cxn ang="0">
                <a:pos x="connsiteX37896" y="connsiteY37896"/>
              </a:cxn>
              <a:cxn ang="0">
                <a:pos x="connsiteX37897" y="connsiteY37897"/>
              </a:cxn>
              <a:cxn ang="0">
                <a:pos x="connsiteX37898" y="connsiteY37898"/>
              </a:cxn>
              <a:cxn ang="0">
                <a:pos x="connsiteX37899" y="connsiteY37899"/>
              </a:cxn>
              <a:cxn ang="0">
                <a:pos x="connsiteX37900" y="connsiteY37900"/>
              </a:cxn>
              <a:cxn ang="0">
                <a:pos x="connsiteX37901" y="connsiteY37901"/>
              </a:cxn>
              <a:cxn ang="0">
                <a:pos x="connsiteX37902" y="connsiteY37902"/>
              </a:cxn>
              <a:cxn ang="0">
                <a:pos x="connsiteX37903" y="connsiteY37903"/>
              </a:cxn>
              <a:cxn ang="0">
                <a:pos x="connsiteX37904" y="connsiteY37904"/>
              </a:cxn>
              <a:cxn ang="0">
                <a:pos x="connsiteX37905" y="connsiteY37905"/>
              </a:cxn>
              <a:cxn ang="0">
                <a:pos x="connsiteX37906" y="connsiteY37906"/>
              </a:cxn>
              <a:cxn ang="0">
                <a:pos x="connsiteX37907" y="connsiteY37907"/>
              </a:cxn>
              <a:cxn ang="0">
                <a:pos x="connsiteX37908" y="connsiteY37908"/>
              </a:cxn>
              <a:cxn ang="0">
                <a:pos x="connsiteX37909" y="connsiteY37909"/>
              </a:cxn>
              <a:cxn ang="0">
                <a:pos x="connsiteX37910" y="connsiteY37910"/>
              </a:cxn>
              <a:cxn ang="0">
                <a:pos x="connsiteX37911" y="connsiteY37911"/>
              </a:cxn>
              <a:cxn ang="0">
                <a:pos x="connsiteX37912" y="connsiteY37912"/>
              </a:cxn>
              <a:cxn ang="0">
                <a:pos x="connsiteX37913" y="connsiteY37913"/>
              </a:cxn>
              <a:cxn ang="0">
                <a:pos x="connsiteX37914" y="connsiteY37914"/>
              </a:cxn>
              <a:cxn ang="0">
                <a:pos x="connsiteX37915" y="connsiteY37915"/>
              </a:cxn>
              <a:cxn ang="0">
                <a:pos x="connsiteX37916" y="connsiteY37916"/>
              </a:cxn>
              <a:cxn ang="0">
                <a:pos x="connsiteX37917" y="connsiteY37917"/>
              </a:cxn>
              <a:cxn ang="0">
                <a:pos x="connsiteX37918" y="connsiteY37918"/>
              </a:cxn>
              <a:cxn ang="0">
                <a:pos x="connsiteX37919" y="connsiteY37919"/>
              </a:cxn>
              <a:cxn ang="0">
                <a:pos x="connsiteX37920" y="connsiteY37920"/>
              </a:cxn>
              <a:cxn ang="0">
                <a:pos x="connsiteX37921" y="connsiteY37921"/>
              </a:cxn>
              <a:cxn ang="0">
                <a:pos x="connsiteX37922" y="connsiteY37922"/>
              </a:cxn>
              <a:cxn ang="0">
                <a:pos x="connsiteX37923" y="connsiteY37923"/>
              </a:cxn>
              <a:cxn ang="0">
                <a:pos x="connsiteX37924" y="connsiteY37924"/>
              </a:cxn>
              <a:cxn ang="0">
                <a:pos x="connsiteX37925" y="connsiteY37925"/>
              </a:cxn>
              <a:cxn ang="0">
                <a:pos x="connsiteX37926" y="connsiteY37926"/>
              </a:cxn>
              <a:cxn ang="0">
                <a:pos x="connsiteX37927" y="connsiteY37927"/>
              </a:cxn>
              <a:cxn ang="0">
                <a:pos x="connsiteX37928" y="connsiteY37928"/>
              </a:cxn>
              <a:cxn ang="0">
                <a:pos x="connsiteX37929" y="connsiteY37929"/>
              </a:cxn>
              <a:cxn ang="0">
                <a:pos x="connsiteX37930" y="connsiteY37930"/>
              </a:cxn>
              <a:cxn ang="0">
                <a:pos x="connsiteX37931" y="connsiteY37931"/>
              </a:cxn>
              <a:cxn ang="0">
                <a:pos x="connsiteX37932" y="connsiteY37932"/>
              </a:cxn>
              <a:cxn ang="0">
                <a:pos x="connsiteX37933" y="connsiteY37933"/>
              </a:cxn>
              <a:cxn ang="0">
                <a:pos x="connsiteX37934" y="connsiteY37934"/>
              </a:cxn>
              <a:cxn ang="0">
                <a:pos x="connsiteX37935" y="connsiteY37935"/>
              </a:cxn>
              <a:cxn ang="0">
                <a:pos x="connsiteX37936" y="connsiteY37936"/>
              </a:cxn>
              <a:cxn ang="0">
                <a:pos x="connsiteX37937" y="connsiteY37937"/>
              </a:cxn>
              <a:cxn ang="0">
                <a:pos x="connsiteX37938" y="connsiteY37938"/>
              </a:cxn>
              <a:cxn ang="0">
                <a:pos x="connsiteX37939" y="connsiteY37939"/>
              </a:cxn>
              <a:cxn ang="0">
                <a:pos x="connsiteX37940" y="connsiteY37940"/>
              </a:cxn>
              <a:cxn ang="0">
                <a:pos x="connsiteX37941" y="connsiteY37941"/>
              </a:cxn>
              <a:cxn ang="0">
                <a:pos x="connsiteX37942" y="connsiteY37942"/>
              </a:cxn>
              <a:cxn ang="0">
                <a:pos x="connsiteX37943" y="connsiteY37943"/>
              </a:cxn>
              <a:cxn ang="0">
                <a:pos x="connsiteX37944" y="connsiteY37944"/>
              </a:cxn>
              <a:cxn ang="0">
                <a:pos x="connsiteX37945" y="connsiteY37945"/>
              </a:cxn>
              <a:cxn ang="0">
                <a:pos x="connsiteX37946" y="connsiteY37946"/>
              </a:cxn>
              <a:cxn ang="0">
                <a:pos x="connsiteX37947" y="connsiteY37947"/>
              </a:cxn>
              <a:cxn ang="0">
                <a:pos x="connsiteX37948" y="connsiteY37948"/>
              </a:cxn>
              <a:cxn ang="0">
                <a:pos x="connsiteX37949" y="connsiteY37949"/>
              </a:cxn>
              <a:cxn ang="0">
                <a:pos x="connsiteX37950" y="connsiteY37950"/>
              </a:cxn>
              <a:cxn ang="0">
                <a:pos x="connsiteX37951" y="connsiteY37951"/>
              </a:cxn>
              <a:cxn ang="0">
                <a:pos x="connsiteX37952" y="connsiteY37952"/>
              </a:cxn>
              <a:cxn ang="0">
                <a:pos x="connsiteX37953" y="connsiteY37953"/>
              </a:cxn>
              <a:cxn ang="0">
                <a:pos x="connsiteX37954" y="connsiteY37954"/>
              </a:cxn>
              <a:cxn ang="0">
                <a:pos x="connsiteX37955" y="connsiteY37955"/>
              </a:cxn>
              <a:cxn ang="0">
                <a:pos x="connsiteX37956" y="connsiteY37956"/>
              </a:cxn>
              <a:cxn ang="0">
                <a:pos x="connsiteX37957" y="connsiteY37957"/>
              </a:cxn>
              <a:cxn ang="0">
                <a:pos x="connsiteX37958" y="connsiteY37958"/>
              </a:cxn>
              <a:cxn ang="0">
                <a:pos x="connsiteX37959" y="connsiteY37959"/>
              </a:cxn>
              <a:cxn ang="0">
                <a:pos x="connsiteX37960" y="connsiteY37960"/>
              </a:cxn>
              <a:cxn ang="0">
                <a:pos x="connsiteX37961" y="connsiteY37961"/>
              </a:cxn>
              <a:cxn ang="0">
                <a:pos x="connsiteX37962" y="connsiteY37962"/>
              </a:cxn>
              <a:cxn ang="0">
                <a:pos x="connsiteX37963" y="connsiteY37963"/>
              </a:cxn>
              <a:cxn ang="0">
                <a:pos x="connsiteX37964" y="connsiteY37964"/>
              </a:cxn>
              <a:cxn ang="0">
                <a:pos x="connsiteX37965" y="connsiteY37965"/>
              </a:cxn>
              <a:cxn ang="0">
                <a:pos x="connsiteX37966" y="connsiteY37966"/>
              </a:cxn>
              <a:cxn ang="0">
                <a:pos x="connsiteX37967" y="connsiteY37967"/>
              </a:cxn>
              <a:cxn ang="0">
                <a:pos x="connsiteX37968" y="connsiteY37968"/>
              </a:cxn>
              <a:cxn ang="0">
                <a:pos x="connsiteX37969" y="connsiteY37969"/>
              </a:cxn>
              <a:cxn ang="0">
                <a:pos x="connsiteX37970" y="connsiteY37970"/>
              </a:cxn>
              <a:cxn ang="0">
                <a:pos x="connsiteX37971" y="connsiteY37971"/>
              </a:cxn>
              <a:cxn ang="0">
                <a:pos x="connsiteX37972" y="connsiteY37972"/>
              </a:cxn>
              <a:cxn ang="0">
                <a:pos x="connsiteX37973" y="connsiteY37973"/>
              </a:cxn>
              <a:cxn ang="0">
                <a:pos x="connsiteX37974" y="connsiteY37974"/>
              </a:cxn>
              <a:cxn ang="0">
                <a:pos x="connsiteX37975" y="connsiteY37975"/>
              </a:cxn>
              <a:cxn ang="0">
                <a:pos x="connsiteX37976" y="connsiteY37976"/>
              </a:cxn>
              <a:cxn ang="0">
                <a:pos x="connsiteX37977" y="connsiteY37977"/>
              </a:cxn>
              <a:cxn ang="0">
                <a:pos x="connsiteX37978" y="connsiteY37978"/>
              </a:cxn>
              <a:cxn ang="0">
                <a:pos x="connsiteX37979" y="connsiteY37979"/>
              </a:cxn>
              <a:cxn ang="0">
                <a:pos x="connsiteX37980" y="connsiteY37980"/>
              </a:cxn>
              <a:cxn ang="0">
                <a:pos x="connsiteX37981" y="connsiteY37981"/>
              </a:cxn>
              <a:cxn ang="0">
                <a:pos x="connsiteX37982" y="connsiteY37982"/>
              </a:cxn>
              <a:cxn ang="0">
                <a:pos x="connsiteX37983" y="connsiteY37983"/>
              </a:cxn>
              <a:cxn ang="0">
                <a:pos x="connsiteX37984" y="connsiteY37984"/>
              </a:cxn>
              <a:cxn ang="0">
                <a:pos x="connsiteX37985" y="connsiteY37985"/>
              </a:cxn>
              <a:cxn ang="0">
                <a:pos x="connsiteX37986" y="connsiteY37986"/>
              </a:cxn>
              <a:cxn ang="0">
                <a:pos x="connsiteX37987" y="connsiteY37987"/>
              </a:cxn>
              <a:cxn ang="0">
                <a:pos x="connsiteX37988" y="connsiteY37988"/>
              </a:cxn>
              <a:cxn ang="0">
                <a:pos x="connsiteX37989" y="connsiteY37989"/>
              </a:cxn>
              <a:cxn ang="0">
                <a:pos x="connsiteX37990" y="connsiteY37990"/>
              </a:cxn>
              <a:cxn ang="0">
                <a:pos x="connsiteX37991" y="connsiteY37991"/>
              </a:cxn>
              <a:cxn ang="0">
                <a:pos x="connsiteX37992" y="connsiteY37992"/>
              </a:cxn>
              <a:cxn ang="0">
                <a:pos x="connsiteX37993" y="connsiteY37993"/>
              </a:cxn>
              <a:cxn ang="0">
                <a:pos x="connsiteX37994" y="connsiteY37994"/>
              </a:cxn>
              <a:cxn ang="0">
                <a:pos x="connsiteX37995" y="connsiteY37995"/>
              </a:cxn>
              <a:cxn ang="0">
                <a:pos x="connsiteX37996" y="connsiteY37996"/>
              </a:cxn>
              <a:cxn ang="0">
                <a:pos x="connsiteX37997" y="connsiteY37997"/>
              </a:cxn>
              <a:cxn ang="0">
                <a:pos x="connsiteX37998" y="connsiteY37998"/>
              </a:cxn>
              <a:cxn ang="0">
                <a:pos x="connsiteX37999" y="connsiteY37999"/>
              </a:cxn>
              <a:cxn ang="0">
                <a:pos x="connsiteX38000" y="connsiteY38000"/>
              </a:cxn>
              <a:cxn ang="0">
                <a:pos x="connsiteX38001" y="connsiteY38001"/>
              </a:cxn>
              <a:cxn ang="0">
                <a:pos x="connsiteX38002" y="connsiteY38002"/>
              </a:cxn>
              <a:cxn ang="0">
                <a:pos x="connsiteX38003" y="connsiteY38003"/>
              </a:cxn>
              <a:cxn ang="0">
                <a:pos x="connsiteX38004" y="connsiteY38004"/>
              </a:cxn>
              <a:cxn ang="0">
                <a:pos x="connsiteX38005" y="connsiteY38005"/>
              </a:cxn>
              <a:cxn ang="0">
                <a:pos x="connsiteX38006" y="connsiteY38006"/>
              </a:cxn>
              <a:cxn ang="0">
                <a:pos x="connsiteX38007" y="connsiteY38007"/>
              </a:cxn>
              <a:cxn ang="0">
                <a:pos x="connsiteX38008" y="connsiteY38008"/>
              </a:cxn>
              <a:cxn ang="0">
                <a:pos x="connsiteX38009" y="connsiteY38009"/>
              </a:cxn>
              <a:cxn ang="0">
                <a:pos x="connsiteX38010" y="connsiteY38010"/>
              </a:cxn>
              <a:cxn ang="0">
                <a:pos x="connsiteX38011" y="connsiteY38011"/>
              </a:cxn>
              <a:cxn ang="0">
                <a:pos x="connsiteX38012" y="connsiteY38012"/>
              </a:cxn>
              <a:cxn ang="0">
                <a:pos x="connsiteX38013" y="connsiteY38013"/>
              </a:cxn>
              <a:cxn ang="0">
                <a:pos x="connsiteX38014" y="connsiteY38014"/>
              </a:cxn>
              <a:cxn ang="0">
                <a:pos x="connsiteX38015" y="connsiteY38015"/>
              </a:cxn>
              <a:cxn ang="0">
                <a:pos x="connsiteX38016" y="connsiteY38016"/>
              </a:cxn>
              <a:cxn ang="0">
                <a:pos x="connsiteX38017" y="connsiteY38017"/>
              </a:cxn>
              <a:cxn ang="0">
                <a:pos x="connsiteX38018" y="connsiteY38018"/>
              </a:cxn>
              <a:cxn ang="0">
                <a:pos x="connsiteX38019" y="connsiteY38019"/>
              </a:cxn>
              <a:cxn ang="0">
                <a:pos x="connsiteX38020" y="connsiteY38020"/>
              </a:cxn>
              <a:cxn ang="0">
                <a:pos x="connsiteX38021" y="connsiteY38021"/>
              </a:cxn>
              <a:cxn ang="0">
                <a:pos x="connsiteX38022" y="connsiteY38022"/>
              </a:cxn>
              <a:cxn ang="0">
                <a:pos x="connsiteX38023" y="connsiteY38023"/>
              </a:cxn>
              <a:cxn ang="0">
                <a:pos x="connsiteX38024" y="connsiteY38024"/>
              </a:cxn>
              <a:cxn ang="0">
                <a:pos x="connsiteX38025" y="connsiteY38025"/>
              </a:cxn>
              <a:cxn ang="0">
                <a:pos x="connsiteX38026" y="connsiteY38026"/>
              </a:cxn>
              <a:cxn ang="0">
                <a:pos x="connsiteX38027" y="connsiteY38027"/>
              </a:cxn>
              <a:cxn ang="0">
                <a:pos x="connsiteX38028" y="connsiteY38028"/>
              </a:cxn>
              <a:cxn ang="0">
                <a:pos x="connsiteX38029" y="connsiteY38029"/>
              </a:cxn>
              <a:cxn ang="0">
                <a:pos x="connsiteX38030" y="connsiteY38030"/>
              </a:cxn>
              <a:cxn ang="0">
                <a:pos x="connsiteX38031" y="connsiteY38031"/>
              </a:cxn>
              <a:cxn ang="0">
                <a:pos x="connsiteX38032" y="connsiteY38032"/>
              </a:cxn>
              <a:cxn ang="0">
                <a:pos x="connsiteX38033" y="connsiteY38033"/>
              </a:cxn>
              <a:cxn ang="0">
                <a:pos x="connsiteX38034" y="connsiteY38034"/>
              </a:cxn>
              <a:cxn ang="0">
                <a:pos x="connsiteX38035" y="connsiteY38035"/>
              </a:cxn>
              <a:cxn ang="0">
                <a:pos x="connsiteX38036" y="connsiteY38036"/>
              </a:cxn>
              <a:cxn ang="0">
                <a:pos x="connsiteX38037" y="connsiteY38037"/>
              </a:cxn>
              <a:cxn ang="0">
                <a:pos x="connsiteX38038" y="connsiteY38038"/>
              </a:cxn>
              <a:cxn ang="0">
                <a:pos x="connsiteX38039" y="connsiteY38039"/>
              </a:cxn>
              <a:cxn ang="0">
                <a:pos x="connsiteX38040" y="connsiteY38040"/>
              </a:cxn>
              <a:cxn ang="0">
                <a:pos x="connsiteX38041" y="connsiteY38041"/>
              </a:cxn>
              <a:cxn ang="0">
                <a:pos x="connsiteX38042" y="connsiteY38042"/>
              </a:cxn>
              <a:cxn ang="0">
                <a:pos x="connsiteX38043" y="connsiteY38043"/>
              </a:cxn>
              <a:cxn ang="0">
                <a:pos x="connsiteX38044" y="connsiteY38044"/>
              </a:cxn>
              <a:cxn ang="0">
                <a:pos x="connsiteX38045" y="connsiteY38045"/>
              </a:cxn>
              <a:cxn ang="0">
                <a:pos x="connsiteX38046" y="connsiteY38046"/>
              </a:cxn>
              <a:cxn ang="0">
                <a:pos x="connsiteX38047" y="connsiteY38047"/>
              </a:cxn>
              <a:cxn ang="0">
                <a:pos x="connsiteX38048" y="connsiteY38048"/>
              </a:cxn>
              <a:cxn ang="0">
                <a:pos x="connsiteX38049" y="connsiteY38049"/>
              </a:cxn>
              <a:cxn ang="0">
                <a:pos x="connsiteX38050" y="connsiteY38050"/>
              </a:cxn>
              <a:cxn ang="0">
                <a:pos x="connsiteX38051" y="connsiteY38051"/>
              </a:cxn>
              <a:cxn ang="0">
                <a:pos x="connsiteX38052" y="connsiteY38052"/>
              </a:cxn>
              <a:cxn ang="0">
                <a:pos x="connsiteX38053" y="connsiteY38053"/>
              </a:cxn>
              <a:cxn ang="0">
                <a:pos x="connsiteX38054" y="connsiteY38054"/>
              </a:cxn>
              <a:cxn ang="0">
                <a:pos x="connsiteX38055" y="connsiteY38055"/>
              </a:cxn>
              <a:cxn ang="0">
                <a:pos x="connsiteX38056" y="connsiteY38056"/>
              </a:cxn>
              <a:cxn ang="0">
                <a:pos x="connsiteX38057" y="connsiteY38057"/>
              </a:cxn>
              <a:cxn ang="0">
                <a:pos x="connsiteX38058" y="connsiteY38058"/>
              </a:cxn>
              <a:cxn ang="0">
                <a:pos x="connsiteX38059" y="connsiteY38059"/>
              </a:cxn>
              <a:cxn ang="0">
                <a:pos x="connsiteX38060" y="connsiteY38060"/>
              </a:cxn>
              <a:cxn ang="0">
                <a:pos x="connsiteX38061" y="connsiteY38061"/>
              </a:cxn>
              <a:cxn ang="0">
                <a:pos x="connsiteX38062" y="connsiteY38062"/>
              </a:cxn>
              <a:cxn ang="0">
                <a:pos x="connsiteX38063" y="connsiteY38063"/>
              </a:cxn>
              <a:cxn ang="0">
                <a:pos x="connsiteX38064" y="connsiteY38064"/>
              </a:cxn>
              <a:cxn ang="0">
                <a:pos x="connsiteX38065" y="connsiteY38065"/>
              </a:cxn>
              <a:cxn ang="0">
                <a:pos x="connsiteX38066" y="connsiteY38066"/>
              </a:cxn>
              <a:cxn ang="0">
                <a:pos x="connsiteX38067" y="connsiteY38067"/>
              </a:cxn>
              <a:cxn ang="0">
                <a:pos x="connsiteX38068" y="connsiteY38068"/>
              </a:cxn>
              <a:cxn ang="0">
                <a:pos x="connsiteX38069" y="connsiteY38069"/>
              </a:cxn>
              <a:cxn ang="0">
                <a:pos x="connsiteX38070" y="connsiteY38070"/>
              </a:cxn>
              <a:cxn ang="0">
                <a:pos x="connsiteX38071" y="connsiteY38071"/>
              </a:cxn>
              <a:cxn ang="0">
                <a:pos x="connsiteX38072" y="connsiteY38072"/>
              </a:cxn>
              <a:cxn ang="0">
                <a:pos x="connsiteX38073" y="connsiteY38073"/>
              </a:cxn>
              <a:cxn ang="0">
                <a:pos x="connsiteX38074" y="connsiteY38074"/>
              </a:cxn>
              <a:cxn ang="0">
                <a:pos x="connsiteX38075" y="connsiteY38075"/>
              </a:cxn>
              <a:cxn ang="0">
                <a:pos x="connsiteX38076" y="connsiteY38076"/>
              </a:cxn>
              <a:cxn ang="0">
                <a:pos x="connsiteX38077" y="connsiteY38077"/>
              </a:cxn>
              <a:cxn ang="0">
                <a:pos x="connsiteX38078" y="connsiteY38078"/>
              </a:cxn>
              <a:cxn ang="0">
                <a:pos x="connsiteX38079" y="connsiteY38079"/>
              </a:cxn>
              <a:cxn ang="0">
                <a:pos x="connsiteX38080" y="connsiteY38080"/>
              </a:cxn>
              <a:cxn ang="0">
                <a:pos x="connsiteX38081" y="connsiteY38081"/>
              </a:cxn>
              <a:cxn ang="0">
                <a:pos x="connsiteX38082" y="connsiteY38082"/>
              </a:cxn>
              <a:cxn ang="0">
                <a:pos x="connsiteX38083" y="connsiteY38083"/>
              </a:cxn>
              <a:cxn ang="0">
                <a:pos x="connsiteX38084" y="connsiteY38084"/>
              </a:cxn>
              <a:cxn ang="0">
                <a:pos x="connsiteX38085" y="connsiteY38085"/>
              </a:cxn>
              <a:cxn ang="0">
                <a:pos x="connsiteX38086" y="connsiteY38086"/>
              </a:cxn>
              <a:cxn ang="0">
                <a:pos x="connsiteX38087" y="connsiteY38087"/>
              </a:cxn>
              <a:cxn ang="0">
                <a:pos x="connsiteX38088" y="connsiteY38088"/>
              </a:cxn>
              <a:cxn ang="0">
                <a:pos x="connsiteX38089" y="connsiteY38089"/>
              </a:cxn>
              <a:cxn ang="0">
                <a:pos x="connsiteX38090" y="connsiteY38090"/>
              </a:cxn>
              <a:cxn ang="0">
                <a:pos x="connsiteX38091" y="connsiteY38091"/>
              </a:cxn>
              <a:cxn ang="0">
                <a:pos x="connsiteX38092" y="connsiteY38092"/>
              </a:cxn>
              <a:cxn ang="0">
                <a:pos x="connsiteX38093" y="connsiteY38093"/>
              </a:cxn>
              <a:cxn ang="0">
                <a:pos x="connsiteX38094" y="connsiteY38094"/>
              </a:cxn>
              <a:cxn ang="0">
                <a:pos x="connsiteX38095" y="connsiteY38095"/>
              </a:cxn>
              <a:cxn ang="0">
                <a:pos x="connsiteX38096" y="connsiteY38096"/>
              </a:cxn>
              <a:cxn ang="0">
                <a:pos x="connsiteX38097" y="connsiteY38097"/>
              </a:cxn>
              <a:cxn ang="0">
                <a:pos x="connsiteX38098" y="connsiteY38098"/>
              </a:cxn>
              <a:cxn ang="0">
                <a:pos x="connsiteX38099" y="connsiteY38099"/>
              </a:cxn>
              <a:cxn ang="0">
                <a:pos x="connsiteX38100" y="connsiteY38100"/>
              </a:cxn>
              <a:cxn ang="0">
                <a:pos x="connsiteX38101" y="connsiteY38101"/>
              </a:cxn>
              <a:cxn ang="0">
                <a:pos x="connsiteX38102" y="connsiteY38102"/>
              </a:cxn>
              <a:cxn ang="0">
                <a:pos x="connsiteX38103" y="connsiteY38103"/>
              </a:cxn>
              <a:cxn ang="0">
                <a:pos x="connsiteX38104" y="connsiteY38104"/>
              </a:cxn>
              <a:cxn ang="0">
                <a:pos x="connsiteX38105" y="connsiteY38105"/>
              </a:cxn>
              <a:cxn ang="0">
                <a:pos x="connsiteX38106" y="connsiteY38106"/>
              </a:cxn>
              <a:cxn ang="0">
                <a:pos x="connsiteX38107" y="connsiteY38107"/>
              </a:cxn>
              <a:cxn ang="0">
                <a:pos x="connsiteX38108" y="connsiteY38108"/>
              </a:cxn>
              <a:cxn ang="0">
                <a:pos x="connsiteX38109" y="connsiteY38109"/>
              </a:cxn>
              <a:cxn ang="0">
                <a:pos x="connsiteX38110" y="connsiteY38110"/>
              </a:cxn>
              <a:cxn ang="0">
                <a:pos x="connsiteX38111" y="connsiteY38111"/>
              </a:cxn>
              <a:cxn ang="0">
                <a:pos x="connsiteX38112" y="connsiteY38112"/>
              </a:cxn>
              <a:cxn ang="0">
                <a:pos x="connsiteX38113" y="connsiteY38113"/>
              </a:cxn>
              <a:cxn ang="0">
                <a:pos x="connsiteX38114" y="connsiteY38114"/>
              </a:cxn>
              <a:cxn ang="0">
                <a:pos x="connsiteX38115" y="connsiteY38115"/>
              </a:cxn>
              <a:cxn ang="0">
                <a:pos x="connsiteX38116" y="connsiteY38116"/>
              </a:cxn>
              <a:cxn ang="0">
                <a:pos x="connsiteX38117" y="connsiteY38117"/>
              </a:cxn>
              <a:cxn ang="0">
                <a:pos x="connsiteX38118" y="connsiteY38118"/>
              </a:cxn>
              <a:cxn ang="0">
                <a:pos x="connsiteX38119" y="connsiteY38119"/>
              </a:cxn>
              <a:cxn ang="0">
                <a:pos x="connsiteX38120" y="connsiteY38120"/>
              </a:cxn>
              <a:cxn ang="0">
                <a:pos x="connsiteX38121" y="connsiteY38121"/>
              </a:cxn>
              <a:cxn ang="0">
                <a:pos x="connsiteX38122" y="connsiteY38122"/>
              </a:cxn>
              <a:cxn ang="0">
                <a:pos x="connsiteX38123" y="connsiteY38123"/>
              </a:cxn>
              <a:cxn ang="0">
                <a:pos x="connsiteX38124" y="connsiteY38124"/>
              </a:cxn>
              <a:cxn ang="0">
                <a:pos x="connsiteX38125" y="connsiteY38125"/>
              </a:cxn>
              <a:cxn ang="0">
                <a:pos x="connsiteX38126" y="connsiteY38126"/>
              </a:cxn>
              <a:cxn ang="0">
                <a:pos x="connsiteX38127" y="connsiteY38127"/>
              </a:cxn>
              <a:cxn ang="0">
                <a:pos x="connsiteX38128" y="connsiteY38128"/>
              </a:cxn>
              <a:cxn ang="0">
                <a:pos x="connsiteX38129" y="connsiteY38129"/>
              </a:cxn>
              <a:cxn ang="0">
                <a:pos x="connsiteX38130" y="connsiteY38130"/>
              </a:cxn>
              <a:cxn ang="0">
                <a:pos x="connsiteX38131" y="connsiteY38131"/>
              </a:cxn>
              <a:cxn ang="0">
                <a:pos x="connsiteX38132" y="connsiteY38132"/>
              </a:cxn>
              <a:cxn ang="0">
                <a:pos x="connsiteX38133" y="connsiteY38133"/>
              </a:cxn>
              <a:cxn ang="0">
                <a:pos x="connsiteX38134" y="connsiteY38134"/>
              </a:cxn>
              <a:cxn ang="0">
                <a:pos x="connsiteX38135" y="connsiteY38135"/>
              </a:cxn>
              <a:cxn ang="0">
                <a:pos x="connsiteX38136" y="connsiteY38136"/>
              </a:cxn>
              <a:cxn ang="0">
                <a:pos x="connsiteX38137" y="connsiteY38137"/>
              </a:cxn>
              <a:cxn ang="0">
                <a:pos x="connsiteX38138" y="connsiteY38138"/>
              </a:cxn>
              <a:cxn ang="0">
                <a:pos x="connsiteX38139" y="connsiteY38139"/>
              </a:cxn>
              <a:cxn ang="0">
                <a:pos x="connsiteX38140" y="connsiteY38140"/>
              </a:cxn>
              <a:cxn ang="0">
                <a:pos x="connsiteX38141" y="connsiteY38141"/>
              </a:cxn>
              <a:cxn ang="0">
                <a:pos x="connsiteX38142" y="connsiteY38142"/>
              </a:cxn>
              <a:cxn ang="0">
                <a:pos x="connsiteX38143" y="connsiteY38143"/>
              </a:cxn>
              <a:cxn ang="0">
                <a:pos x="connsiteX38144" y="connsiteY38144"/>
              </a:cxn>
              <a:cxn ang="0">
                <a:pos x="connsiteX38145" y="connsiteY38145"/>
              </a:cxn>
              <a:cxn ang="0">
                <a:pos x="connsiteX38146" y="connsiteY38146"/>
              </a:cxn>
              <a:cxn ang="0">
                <a:pos x="connsiteX38147" y="connsiteY38147"/>
              </a:cxn>
              <a:cxn ang="0">
                <a:pos x="connsiteX38148" y="connsiteY38148"/>
              </a:cxn>
              <a:cxn ang="0">
                <a:pos x="connsiteX38149" y="connsiteY38149"/>
              </a:cxn>
              <a:cxn ang="0">
                <a:pos x="connsiteX38150" y="connsiteY38150"/>
              </a:cxn>
              <a:cxn ang="0">
                <a:pos x="connsiteX38151" y="connsiteY38151"/>
              </a:cxn>
              <a:cxn ang="0">
                <a:pos x="connsiteX38152" y="connsiteY38152"/>
              </a:cxn>
              <a:cxn ang="0">
                <a:pos x="connsiteX38153" y="connsiteY38153"/>
              </a:cxn>
              <a:cxn ang="0">
                <a:pos x="connsiteX38154" y="connsiteY38154"/>
              </a:cxn>
              <a:cxn ang="0">
                <a:pos x="connsiteX38155" y="connsiteY38155"/>
              </a:cxn>
              <a:cxn ang="0">
                <a:pos x="connsiteX38156" y="connsiteY38156"/>
              </a:cxn>
              <a:cxn ang="0">
                <a:pos x="connsiteX38157" y="connsiteY38157"/>
              </a:cxn>
              <a:cxn ang="0">
                <a:pos x="connsiteX38158" y="connsiteY38158"/>
              </a:cxn>
              <a:cxn ang="0">
                <a:pos x="connsiteX38159" y="connsiteY38159"/>
              </a:cxn>
              <a:cxn ang="0">
                <a:pos x="connsiteX38160" y="connsiteY38160"/>
              </a:cxn>
              <a:cxn ang="0">
                <a:pos x="connsiteX38161" y="connsiteY38161"/>
              </a:cxn>
              <a:cxn ang="0">
                <a:pos x="connsiteX38162" y="connsiteY38162"/>
              </a:cxn>
              <a:cxn ang="0">
                <a:pos x="connsiteX38163" y="connsiteY38163"/>
              </a:cxn>
              <a:cxn ang="0">
                <a:pos x="connsiteX38164" y="connsiteY38164"/>
              </a:cxn>
              <a:cxn ang="0">
                <a:pos x="connsiteX38165" y="connsiteY38165"/>
              </a:cxn>
              <a:cxn ang="0">
                <a:pos x="connsiteX38166" y="connsiteY38166"/>
              </a:cxn>
              <a:cxn ang="0">
                <a:pos x="connsiteX38167" y="connsiteY38167"/>
              </a:cxn>
              <a:cxn ang="0">
                <a:pos x="connsiteX38168" y="connsiteY38168"/>
              </a:cxn>
              <a:cxn ang="0">
                <a:pos x="connsiteX38169" y="connsiteY38169"/>
              </a:cxn>
              <a:cxn ang="0">
                <a:pos x="connsiteX38170" y="connsiteY38170"/>
              </a:cxn>
              <a:cxn ang="0">
                <a:pos x="connsiteX38171" y="connsiteY38171"/>
              </a:cxn>
              <a:cxn ang="0">
                <a:pos x="connsiteX38172" y="connsiteY38172"/>
              </a:cxn>
              <a:cxn ang="0">
                <a:pos x="connsiteX38173" y="connsiteY38173"/>
              </a:cxn>
              <a:cxn ang="0">
                <a:pos x="connsiteX38174" y="connsiteY38174"/>
              </a:cxn>
              <a:cxn ang="0">
                <a:pos x="connsiteX38175" y="connsiteY38175"/>
              </a:cxn>
              <a:cxn ang="0">
                <a:pos x="connsiteX38176" y="connsiteY38176"/>
              </a:cxn>
              <a:cxn ang="0">
                <a:pos x="connsiteX38177" y="connsiteY38177"/>
              </a:cxn>
              <a:cxn ang="0">
                <a:pos x="connsiteX38178" y="connsiteY38178"/>
              </a:cxn>
              <a:cxn ang="0">
                <a:pos x="connsiteX38179" y="connsiteY38179"/>
              </a:cxn>
              <a:cxn ang="0">
                <a:pos x="connsiteX38180" y="connsiteY38180"/>
              </a:cxn>
              <a:cxn ang="0">
                <a:pos x="connsiteX38181" y="connsiteY38181"/>
              </a:cxn>
              <a:cxn ang="0">
                <a:pos x="connsiteX38182" y="connsiteY38182"/>
              </a:cxn>
              <a:cxn ang="0">
                <a:pos x="connsiteX38183" y="connsiteY38183"/>
              </a:cxn>
              <a:cxn ang="0">
                <a:pos x="connsiteX38184" y="connsiteY38184"/>
              </a:cxn>
              <a:cxn ang="0">
                <a:pos x="connsiteX38185" y="connsiteY38185"/>
              </a:cxn>
              <a:cxn ang="0">
                <a:pos x="connsiteX38186" y="connsiteY38186"/>
              </a:cxn>
              <a:cxn ang="0">
                <a:pos x="connsiteX38187" y="connsiteY38187"/>
              </a:cxn>
              <a:cxn ang="0">
                <a:pos x="connsiteX38188" y="connsiteY38188"/>
              </a:cxn>
              <a:cxn ang="0">
                <a:pos x="connsiteX38189" y="connsiteY38189"/>
              </a:cxn>
              <a:cxn ang="0">
                <a:pos x="connsiteX38190" y="connsiteY38190"/>
              </a:cxn>
              <a:cxn ang="0">
                <a:pos x="connsiteX38191" y="connsiteY38191"/>
              </a:cxn>
              <a:cxn ang="0">
                <a:pos x="connsiteX38192" y="connsiteY38192"/>
              </a:cxn>
              <a:cxn ang="0">
                <a:pos x="connsiteX38193" y="connsiteY38193"/>
              </a:cxn>
              <a:cxn ang="0">
                <a:pos x="connsiteX38194" y="connsiteY38194"/>
              </a:cxn>
              <a:cxn ang="0">
                <a:pos x="connsiteX38195" y="connsiteY38195"/>
              </a:cxn>
              <a:cxn ang="0">
                <a:pos x="connsiteX38196" y="connsiteY38196"/>
              </a:cxn>
              <a:cxn ang="0">
                <a:pos x="connsiteX38197" y="connsiteY38197"/>
              </a:cxn>
              <a:cxn ang="0">
                <a:pos x="connsiteX38198" y="connsiteY38198"/>
              </a:cxn>
              <a:cxn ang="0">
                <a:pos x="connsiteX38199" y="connsiteY38199"/>
              </a:cxn>
              <a:cxn ang="0">
                <a:pos x="connsiteX38200" y="connsiteY38200"/>
              </a:cxn>
              <a:cxn ang="0">
                <a:pos x="connsiteX38201" y="connsiteY38201"/>
              </a:cxn>
              <a:cxn ang="0">
                <a:pos x="connsiteX38202" y="connsiteY38202"/>
              </a:cxn>
              <a:cxn ang="0">
                <a:pos x="connsiteX38203" y="connsiteY38203"/>
              </a:cxn>
              <a:cxn ang="0">
                <a:pos x="connsiteX38204" y="connsiteY38204"/>
              </a:cxn>
              <a:cxn ang="0">
                <a:pos x="connsiteX38205" y="connsiteY38205"/>
              </a:cxn>
              <a:cxn ang="0">
                <a:pos x="connsiteX38206" y="connsiteY38206"/>
              </a:cxn>
              <a:cxn ang="0">
                <a:pos x="connsiteX38207" y="connsiteY38207"/>
              </a:cxn>
              <a:cxn ang="0">
                <a:pos x="connsiteX38208" y="connsiteY38208"/>
              </a:cxn>
              <a:cxn ang="0">
                <a:pos x="connsiteX38209" y="connsiteY38209"/>
              </a:cxn>
              <a:cxn ang="0">
                <a:pos x="connsiteX38210" y="connsiteY38210"/>
              </a:cxn>
              <a:cxn ang="0">
                <a:pos x="connsiteX38211" y="connsiteY38211"/>
              </a:cxn>
              <a:cxn ang="0">
                <a:pos x="connsiteX38212" y="connsiteY38212"/>
              </a:cxn>
              <a:cxn ang="0">
                <a:pos x="connsiteX38213" y="connsiteY38213"/>
              </a:cxn>
              <a:cxn ang="0">
                <a:pos x="connsiteX38214" y="connsiteY38214"/>
              </a:cxn>
              <a:cxn ang="0">
                <a:pos x="connsiteX38215" y="connsiteY38215"/>
              </a:cxn>
              <a:cxn ang="0">
                <a:pos x="connsiteX38216" y="connsiteY38216"/>
              </a:cxn>
              <a:cxn ang="0">
                <a:pos x="connsiteX38217" y="connsiteY38217"/>
              </a:cxn>
              <a:cxn ang="0">
                <a:pos x="connsiteX38218" y="connsiteY38218"/>
              </a:cxn>
              <a:cxn ang="0">
                <a:pos x="connsiteX38219" y="connsiteY38219"/>
              </a:cxn>
              <a:cxn ang="0">
                <a:pos x="connsiteX38220" y="connsiteY38220"/>
              </a:cxn>
              <a:cxn ang="0">
                <a:pos x="connsiteX38221" y="connsiteY38221"/>
              </a:cxn>
              <a:cxn ang="0">
                <a:pos x="connsiteX38222" y="connsiteY38222"/>
              </a:cxn>
              <a:cxn ang="0">
                <a:pos x="connsiteX38223" y="connsiteY38223"/>
              </a:cxn>
              <a:cxn ang="0">
                <a:pos x="connsiteX38224" y="connsiteY38224"/>
              </a:cxn>
              <a:cxn ang="0">
                <a:pos x="connsiteX38225" y="connsiteY38225"/>
              </a:cxn>
              <a:cxn ang="0">
                <a:pos x="connsiteX38226" y="connsiteY38226"/>
              </a:cxn>
              <a:cxn ang="0">
                <a:pos x="connsiteX38227" y="connsiteY38227"/>
              </a:cxn>
              <a:cxn ang="0">
                <a:pos x="connsiteX38228" y="connsiteY38228"/>
              </a:cxn>
              <a:cxn ang="0">
                <a:pos x="connsiteX38229" y="connsiteY38229"/>
              </a:cxn>
              <a:cxn ang="0">
                <a:pos x="connsiteX38230" y="connsiteY38230"/>
              </a:cxn>
              <a:cxn ang="0">
                <a:pos x="connsiteX38231" y="connsiteY38231"/>
              </a:cxn>
              <a:cxn ang="0">
                <a:pos x="connsiteX38232" y="connsiteY38232"/>
              </a:cxn>
              <a:cxn ang="0">
                <a:pos x="connsiteX38233" y="connsiteY38233"/>
              </a:cxn>
              <a:cxn ang="0">
                <a:pos x="connsiteX38234" y="connsiteY38234"/>
              </a:cxn>
              <a:cxn ang="0">
                <a:pos x="connsiteX38235" y="connsiteY38235"/>
              </a:cxn>
              <a:cxn ang="0">
                <a:pos x="connsiteX38236" y="connsiteY38236"/>
              </a:cxn>
              <a:cxn ang="0">
                <a:pos x="connsiteX38237" y="connsiteY38237"/>
              </a:cxn>
              <a:cxn ang="0">
                <a:pos x="connsiteX38238" y="connsiteY38238"/>
              </a:cxn>
              <a:cxn ang="0">
                <a:pos x="connsiteX38239" y="connsiteY38239"/>
              </a:cxn>
              <a:cxn ang="0">
                <a:pos x="connsiteX38240" y="connsiteY38240"/>
              </a:cxn>
              <a:cxn ang="0">
                <a:pos x="connsiteX38241" y="connsiteY38241"/>
              </a:cxn>
              <a:cxn ang="0">
                <a:pos x="connsiteX38242" y="connsiteY38242"/>
              </a:cxn>
              <a:cxn ang="0">
                <a:pos x="connsiteX38243" y="connsiteY38243"/>
              </a:cxn>
              <a:cxn ang="0">
                <a:pos x="connsiteX38244" y="connsiteY38244"/>
              </a:cxn>
              <a:cxn ang="0">
                <a:pos x="connsiteX38245" y="connsiteY38245"/>
              </a:cxn>
              <a:cxn ang="0">
                <a:pos x="connsiteX38246" y="connsiteY38246"/>
              </a:cxn>
              <a:cxn ang="0">
                <a:pos x="connsiteX38247" y="connsiteY38247"/>
              </a:cxn>
              <a:cxn ang="0">
                <a:pos x="connsiteX38248" y="connsiteY38248"/>
              </a:cxn>
              <a:cxn ang="0">
                <a:pos x="connsiteX38249" y="connsiteY38249"/>
              </a:cxn>
              <a:cxn ang="0">
                <a:pos x="connsiteX38250" y="connsiteY38250"/>
              </a:cxn>
              <a:cxn ang="0">
                <a:pos x="connsiteX38251" y="connsiteY38251"/>
              </a:cxn>
              <a:cxn ang="0">
                <a:pos x="connsiteX38252" y="connsiteY38252"/>
              </a:cxn>
              <a:cxn ang="0">
                <a:pos x="connsiteX38253" y="connsiteY38253"/>
              </a:cxn>
              <a:cxn ang="0">
                <a:pos x="connsiteX38254" y="connsiteY38254"/>
              </a:cxn>
              <a:cxn ang="0">
                <a:pos x="connsiteX38255" y="connsiteY38255"/>
              </a:cxn>
              <a:cxn ang="0">
                <a:pos x="connsiteX38256" y="connsiteY38256"/>
              </a:cxn>
              <a:cxn ang="0">
                <a:pos x="connsiteX38257" y="connsiteY38257"/>
              </a:cxn>
              <a:cxn ang="0">
                <a:pos x="connsiteX38258" y="connsiteY38258"/>
              </a:cxn>
              <a:cxn ang="0">
                <a:pos x="connsiteX38259" y="connsiteY38259"/>
              </a:cxn>
              <a:cxn ang="0">
                <a:pos x="connsiteX38260" y="connsiteY38260"/>
              </a:cxn>
              <a:cxn ang="0">
                <a:pos x="connsiteX38261" y="connsiteY38261"/>
              </a:cxn>
              <a:cxn ang="0">
                <a:pos x="connsiteX38262" y="connsiteY38262"/>
              </a:cxn>
              <a:cxn ang="0">
                <a:pos x="connsiteX38263" y="connsiteY38263"/>
              </a:cxn>
              <a:cxn ang="0">
                <a:pos x="connsiteX38264" y="connsiteY38264"/>
              </a:cxn>
              <a:cxn ang="0">
                <a:pos x="connsiteX38265" y="connsiteY38265"/>
              </a:cxn>
              <a:cxn ang="0">
                <a:pos x="connsiteX38266" y="connsiteY38266"/>
              </a:cxn>
              <a:cxn ang="0">
                <a:pos x="connsiteX38267" y="connsiteY38267"/>
              </a:cxn>
              <a:cxn ang="0">
                <a:pos x="connsiteX38268" y="connsiteY38268"/>
              </a:cxn>
              <a:cxn ang="0">
                <a:pos x="connsiteX38269" y="connsiteY38269"/>
              </a:cxn>
              <a:cxn ang="0">
                <a:pos x="connsiteX38270" y="connsiteY38270"/>
              </a:cxn>
              <a:cxn ang="0">
                <a:pos x="connsiteX38271" y="connsiteY38271"/>
              </a:cxn>
              <a:cxn ang="0">
                <a:pos x="connsiteX38272" y="connsiteY38272"/>
              </a:cxn>
              <a:cxn ang="0">
                <a:pos x="connsiteX38273" y="connsiteY38273"/>
              </a:cxn>
              <a:cxn ang="0">
                <a:pos x="connsiteX38274" y="connsiteY38274"/>
              </a:cxn>
              <a:cxn ang="0">
                <a:pos x="connsiteX38275" y="connsiteY38275"/>
              </a:cxn>
              <a:cxn ang="0">
                <a:pos x="connsiteX38276" y="connsiteY38276"/>
              </a:cxn>
              <a:cxn ang="0">
                <a:pos x="connsiteX38277" y="connsiteY38277"/>
              </a:cxn>
              <a:cxn ang="0">
                <a:pos x="connsiteX38278" y="connsiteY38278"/>
              </a:cxn>
              <a:cxn ang="0">
                <a:pos x="connsiteX38279" y="connsiteY38279"/>
              </a:cxn>
              <a:cxn ang="0">
                <a:pos x="connsiteX38280" y="connsiteY38280"/>
              </a:cxn>
              <a:cxn ang="0">
                <a:pos x="connsiteX38281" y="connsiteY38281"/>
              </a:cxn>
              <a:cxn ang="0">
                <a:pos x="connsiteX38282" y="connsiteY38282"/>
              </a:cxn>
              <a:cxn ang="0">
                <a:pos x="connsiteX38283" y="connsiteY38283"/>
              </a:cxn>
              <a:cxn ang="0">
                <a:pos x="connsiteX38284" y="connsiteY38284"/>
              </a:cxn>
              <a:cxn ang="0">
                <a:pos x="connsiteX38285" y="connsiteY38285"/>
              </a:cxn>
              <a:cxn ang="0">
                <a:pos x="connsiteX38286" y="connsiteY38286"/>
              </a:cxn>
              <a:cxn ang="0">
                <a:pos x="connsiteX38287" y="connsiteY38287"/>
              </a:cxn>
              <a:cxn ang="0">
                <a:pos x="connsiteX38288" y="connsiteY38288"/>
              </a:cxn>
              <a:cxn ang="0">
                <a:pos x="connsiteX38289" y="connsiteY38289"/>
              </a:cxn>
              <a:cxn ang="0">
                <a:pos x="connsiteX38290" y="connsiteY38290"/>
              </a:cxn>
              <a:cxn ang="0">
                <a:pos x="connsiteX38291" y="connsiteY38291"/>
              </a:cxn>
              <a:cxn ang="0">
                <a:pos x="connsiteX38292" y="connsiteY38292"/>
              </a:cxn>
              <a:cxn ang="0">
                <a:pos x="connsiteX38293" y="connsiteY38293"/>
              </a:cxn>
              <a:cxn ang="0">
                <a:pos x="connsiteX38294" y="connsiteY38294"/>
              </a:cxn>
              <a:cxn ang="0">
                <a:pos x="connsiteX38295" y="connsiteY38295"/>
              </a:cxn>
              <a:cxn ang="0">
                <a:pos x="connsiteX38296" y="connsiteY38296"/>
              </a:cxn>
              <a:cxn ang="0">
                <a:pos x="connsiteX38297" y="connsiteY38297"/>
              </a:cxn>
              <a:cxn ang="0">
                <a:pos x="connsiteX38298" y="connsiteY38298"/>
              </a:cxn>
              <a:cxn ang="0">
                <a:pos x="connsiteX38299" y="connsiteY38299"/>
              </a:cxn>
              <a:cxn ang="0">
                <a:pos x="connsiteX38300" y="connsiteY38300"/>
              </a:cxn>
              <a:cxn ang="0">
                <a:pos x="connsiteX38301" y="connsiteY38301"/>
              </a:cxn>
              <a:cxn ang="0">
                <a:pos x="connsiteX38302" y="connsiteY38302"/>
              </a:cxn>
              <a:cxn ang="0">
                <a:pos x="connsiteX38303" y="connsiteY38303"/>
              </a:cxn>
              <a:cxn ang="0">
                <a:pos x="connsiteX38304" y="connsiteY38304"/>
              </a:cxn>
              <a:cxn ang="0">
                <a:pos x="connsiteX38305" y="connsiteY38305"/>
              </a:cxn>
              <a:cxn ang="0">
                <a:pos x="connsiteX38306" y="connsiteY38306"/>
              </a:cxn>
              <a:cxn ang="0">
                <a:pos x="connsiteX38307" y="connsiteY38307"/>
              </a:cxn>
              <a:cxn ang="0">
                <a:pos x="connsiteX38308" y="connsiteY38308"/>
              </a:cxn>
              <a:cxn ang="0">
                <a:pos x="connsiteX38309" y="connsiteY38309"/>
              </a:cxn>
              <a:cxn ang="0">
                <a:pos x="connsiteX38310" y="connsiteY38310"/>
              </a:cxn>
              <a:cxn ang="0">
                <a:pos x="connsiteX38311" y="connsiteY38311"/>
              </a:cxn>
              <a:cxn ang="0">
                <a:pos x="connsiteX38312" y="connsiteY38312"/>
              </a:cxn>
              <a:cxn ang="0">
                <a:pos x="connsiteX38313" y="connsiteY38313"/>
              </a:cxn>
              <a:cxn ang="0">
                <a:pos x="connsiteX38314" y="connsiteY38314"/>
              </a:cxn>
              <a:cxn ang="0">
                <a:pos x="connsiteX38315" y="connsiteY38315"/>
              </a:cxn>
              <a:cxn ang="0">
                <a:pos x="connsiteX38316" y="connsiteY38316"/>
              </a:cxn>
              <a:cxn ang="0">
                <a:pos x="connsiteX38317" y="connsiteY38317"/>
              </a:cxn>
              <a:cxn ang="0">
                <a:pos x="connsiteX38318" y="connsiteY38318"/>
              </a:cxn>
              <a:cxn ang="0">
                <a:pos x="connsiteX38319" y="connsiteY38319"/>
              </a:cxn>
              <a:cxn ang="0">
                <a:pos x="connsiteX38320" y="connsiteY38320"/>
              </a:cxn>
              <a:cxn ang="0">
                <a:pos x="connsiteX38321" y="connsiteY38321"/>
              </a:cxn>
              <a:cxn ang="0">
                <a:pos x="connsiteX38322" y="connsiteY38322"/>
              </a:cxn>
              <a:cxn ang="0">
                <a:pos x="connsiteX38323" y="connsiteY38323"/>
              </a:cxn>
              <a:cxn ang="0">
                <a:pos x="connsiteX38324" y="connsiteY38324"/>
              </a:cxn>
              <a:cxn ang="0">
                <a:pos x="connsiteX38325" y="connsiteY38325"/>
              </a:cxn>
              <a:cxn ang="0">
                <a:pos x="connsiteX38326" y="connsiteY38326"/>
              </a:cxn>
              <a:cxn ang="0">
                <a:pos x="connsiteX38327" y="connsiteY38327"/>
              </a:cxn>
              <a:cxn ang="0">
                <a:pos x="connsiteX38328" y="connsiteY38328"/>
              </a:cxn>
              <a:cxn ang="0">
                <a:pos x="connsiteX38329" y="connsiteY38329"/>
              </a:cxn>
              <a:cxn ang="0">
                <a:pos x="connsiteX38330" y="connsiteY38330"/>
              </a:cxn>
              <a:cxn ang="0">
                <a:pos x="connsiteX38331" y="connsiteY38331"/>
              </a:cxn>
              <a:cxn ang="0">
                <a:pos x="connsiteX38332" y="connsiteY38332"/>
              </a:cxn>
              <a:cxn ang="0">
                <a:pos x="connsiteX38333" y="connsiteY38333"/>
              </a:cxn>
              <a:cxn ang="0">
                <a:pos x="connsiteX38334" y="connsiteY38334"/>
              </a:cxn>
              <a:cxn ang="0">
                <a:pos x="connsiteX38335" y="connsiteY38335"/>
              </a:cxn>
              <a:cxn ang="0">
                <a:pos x="connsiteX38336" y="connsiteY38336"/>
              </a:cxn>
              <a:cxn ang="0">
                <a:pos x="connsiteX38337" y="connsiteY38337"/>
              </a:cxn>
              <a:cxn ang="0">
                <a:pos x="connsiteX38338" y="connsiteY38338"/>
              </a:cxn>
              <a:cxn ang="0">
                <a:pos x="connsiteX38339" y="connsiteY38339"/>
              </a:cxn>
              <a:cxn ang="0">
                <a:pos x="connsiteX38340" y="connsiteY38340"/>
              </a:cxn>
              <a:cxn ang="0">
                <a:pos x="connsiteX38341" y="connsiteY38341"/>
              </a:cxn>
              <a:cxn ang="0">
                <a:pos x="connsiteX38342" y="connsiteY38342"/>
              </a:cxn>
              <a:cxn ang="0">
                <a:pos x="connsiteX38343" y="connsiteY38343"/>
              </a:cxn>
              <a:cxn ang="0">
                <a:pos x="connsiteX38344" y="connsiteY38344"/>
              </a:cxn>
              <a:cxn ang="0">
                <a:pos x="connsiteX38345" y="connsiteY38345"/>
              </a:cxn>
              <a:cxn ang="0">
                <a:pos x="connsiteX38346" y="connsiteY38346"/>
              </a:cxn>
              <a:cxn ang="0">
                <a:pos x="connsiteX38347" y="connsiteY38347"/>
              </a:cxn>
              <a:cxn ang="0">
                <a:pos x="connsiteX38348" y="connsiteY38348"/>
              </a:cxn>
              <a:cxn ang="0">
                <a:pos x="connsiteX38349" y="connsiteY38349"/>
              </a:cxn>
              <a:cxn ang="0">
                <a:pos x="connsiteX38350" y="connsiteY38350"/>
              </a:cxn>
              <a:cxn ang="0">
                <a:pos x="connsiteX38351" y="connsiteY38351"/>
              </a:cxn>
              <a:cxn ang="0">
                <a:pos x="connsiteX38352" y="connsiteY38352"/>
              </a:cxn>
              <a:cxn ang="0">
                <a:pos x="connsiteX38353" y="connsiteY38353"/>
              </a:cxn>
              <a:cxn ang="0">
                <a:pos x="connsiteX38354" y="connsiteY38354"/>
              </a:cxn>
              <a:cxn ang="0">
                <a:pos x="connsiteX38355" y="connsiteY38355"/>
              </a:cxn>
              <a:cxn ang="0">
                <a:pos x="connsiteX38356" y="connsiteY38356"/>
              </a:cxn>
              <a:cxn ang="0">
                <a:pos x="connsiteX38357" y="connsiteY38357"/>
              </a:cxn>
              <a:cxn ang="0">
                <a:pos x="connsiteX38358" y="connsiteY38358"/>
              </a:cxn>
              <a:cxn ang="0">
                <a:pos x="connsiteX38359" y="connsiteY38359"/>
              </a:cxn>
              <a:cxn ang="0">
                <a:pos x="connsiteX38360" y="connsiteY38360"/>
              </a:cxn>
              <a:cxn ang="0">
                <a:pos x="connsiteX38361" y="connsiteY38361"/>
              </a:cxn>
              <a:cxn ang="0">
                <a:pos x="connsiteX38362" y="connsiteY38362"/>
              </a:cxn>
              <a:cxn ang="0">
                <a:pos x="connsiteX38363" y="connsiteY38363"/>
              </a:cxn>
              <a:cxn ang="0">
                <a:pos x="connsiteX38364" y="connsiteY38364"/>
              </a:cxn>
              <a:cxn ang="0">
                <a:pos x="connsiteX38365" y="connsiteY38365"/>
              </a:cxn>
              <a:cxn ang="0">
                <a:pos x="connsiteX38366" y="connsiteY38366"/>
              </a:cxn>
              <a:cxn ang="0">
                <a:pos x="connsiteX38367" y="connsiteY38367"/>
              </a:cxn>
              <a:cxn ang="0">
                <a:pos x="connsiteX38368" y="connsiteY38368"/>
              </a:cxn>
              <a:cxn ang="0">
                <a:pos x="connsiteX38369" y="connsiteY38369"/>
              </a:cxn>
              <a:cxn ang="0">
                <a:pos x="connsiteX38370" y="connsiteY38370"/>
              </a:cxn>
              <a:cxn ang="0">
                <a:pos x="connsiteX38371" y="connsiteY38371"/>
              </a:cxn>
              <a:cxn ang="0">
                <a:pos x="connsiteX38372" y="connsiteY38372"/>
              </a:cxn>
              <a:cxn ang="0">
                <a:pos x="connsiteX38373" y="connsiteY38373"/>
              </a:cxn>
              <a:cxn ang="0">
                <a:pos x="connsiteX38374" y="connsiteY38374"/>
              </a:cxn>
              <a:cxn ang="0">
                <a:pos x="connsiteX38375" y="connsiteY38375"/>
              </a:cxn>
              <a:cxn ang="0">
                <a:pos x="connsiteX38376" y="connsiteY38376"/>
              </a:cxn>
              <a:cxn ang="0">
                <a:pos x="connsiteX38377" y="connsiteY38377"/>
              </a:cxn>
              <a:cxn ang="0">
                <a:pos x="connsiteX38378" y="connsiteY38378"/>
              </a:cxn>
              <a:cxn ang="0">
                <a:pos x="connsiteX38379" y="connsiteY38379"/>
              </a:cxn>
              <a:cxn ang="0">
                <a:pos x="connsiteX38380" y="connsiteY38380"/>
              </a:cxn>
              <a:cxn ang="0">
                <a:pos x="connsiteX38381" y="connsiteY38381"/>
              </a:cxn>
              <a:cxn ang="0">
                <a:pos x="connsiteX38382" y="connsiteY38382"/>
              </a:cxn>
              <a:cxn ang="0">
                <a:pos x="connsiteX38383" y="connsiteY38383"/>
              </a:cxn>
              <a:cxn ang="0">
                <a:pos x="connsiteX38384" y="connsiteY38384"/>
              </a:cxn>
              <a:cxn ang="0">
                <a:pos x="connsiteX38385" y="connsiteY38385"/>
              </a:cxn>
              <a:cxn ang="0">
                <a:pos x="connsiteX38386" y="connsiteY38386"/>
              </a:cxn>
              <a:cxn ang="0">
                <a:pos x="connsiteX38387" y="connsiteY38387"/>
              </a:cxn>
              <a:cxn ang="0">
                <a:pos x="connsiteX38388" y="connsiteY38388"/>
              </a:cxn>
              <a:cxn ang="0">
                <a:pos x="connsiteX38389" y="connsiteY38389"/>
              </a:cxn>
              <a:cxn ang="0">
                <a:pos x="connsiteX38390" y="connsiteY38390"/>
              </a:cxn>
              <a:cxn ang="0">
                <a:pos x="connsiteX38391" y="connsiteY38391"/>
              </a:cxn>
              <a:cxn ang="0">
                <a:pos x="connsiteX38392" y="connsiteY38392"/>
              </a:cxn>
              <a:cxn ang="0">
                <a:pos x="connsiteX38393" y="connsiteY38393"/>
              </a:cxn>
              <a:cxn ang="0">
                <a:pos x="connsiteX38394" y="connsiteY38394"/>
              </a:cxn>
              <a:cxn ang="0">
                <a:pos x="connsiteX38395" y="connsiteY38395"/>
              </a:cxn>
              <a:cxn ang="0">
                <a:pos x="connsiteX38396" y="connsiteY38396"/>
              </a:cxn>
              <a:cxn ang="0">
                <a:pos x="connsiteX38397" y="connsiteY38397"/>
              </a:cxn>
              <a:cxn ang="0">
                <a:pos x="connsiteX38398" y="connsiteY38398"/>
              </a:cxn>
              <a:cxn ang="0">
                <a:pos x="connsiteX38399" y="connsiteY38399"/>
              </a:cxn>
              <a:cxn ang="0">
                <a:pos x="connsiteX38400" y="connsiteY38400"/>
              </a:cxn>
              <a:cxn ang="0">
                <a:pos x="connsiteX38401" y="connsiteY38401"/>
              </a:cxn>
              <a:cxn ang="0">
                <a:pos x="connsiteX38402" y="connsiteY38402"/>
              </a:cxn>
              <a:cxn ang="0">
                <a:pos x="connsiteX38403" y="connsiteY38403"/>
              </a:cxn>
              <a:cxn ang="0">
                <a:pos x="connsiteX38404" y="connsiteY38404"/>
              </a:cxn>
              <a:cxn ang="0">
                <a:pos x="connsiteX38405" y="connsiteY38405"/>
              </a:cxn>
              <a:cxn ang="0">
                <a:pos x="connsiteX38406" y="connsiteY38406"/>
              </a:cxn>
              <a:cxn ang="0">
                <a:pos x="connsiteX38407" y="connsiteY38407"/>
              </a:cxn>
              <a:cxn ang="0">
                <a:pos x="connsiteX38408" y="connsiteY38408"/>
              </a:cxn>
              <a:cxn ang="0">
                <a:pos x="connsiteX38409" y="connsiteY38409"/>
              </a:cxn>
              <a:cxn ang="0">
                <a:pos x="connsiteX38410" y="connsiteY38410"/>
              </a:cxn>
              <a:cxn ang="0">
                <a:pos x="connsiteX38411" y="connsiteY38411"/>
              </a:cxn>
              <a:cxn ang="0">
                <a:pos x="connsiteX38412" y="connsiteY38412"/>
              </a:cxn>
              <a:cxn ang="0">
                <a:pos x="connsiteX38413" y="connsiteY38413"/>
              </a:cxn>
              <a:cxn ang="0">
                <a:pos x="connsiteX38414" y="connsiteY38414"/>
              </a:cxn>
              <a:cxn ang="0">
                <a:pos x="connsiteX38415" y="connsiteY38415"/>
              </a:cxn>
              <a:cxn ang="0">
                <a:pos x="connsiteX38416" y="connsiteY38416"/>
              </a:cxn>
              <a:cxn ang="0">
                <a:pos x="connsiteX38417" y="connsiteY38417"/>
              </a:cxn>
              <a:cxn ang="0">
                <a:pos x="connsiteX38418" y="connsiteY38418"/>
              </a:cxn>
              <a:cxn ang="0">
                <a:pos x="connsiteX38419" y="connsiteY38419"/>
              </a:cxn>
              <a:cxn ang="0">
                <a:pos x="connsiteX38420" y="connsiteY38420"/>
              </a:cxn>
              <a:cxn ang="0">
                <a:pos x="connsiteX38421" y="connsiteY38421"/>
              </a:cxn>
              <a:cxn ang="0">
                <a:pos x="connsiteX38422" y="connsiteY38422"/>
              </a:cxn>
              <a:cxn ang="0">
                <a:pos x="connsiteX38423" y="connsiteY38423"/>
              </a:cxn>
              <a:cxn ang="0">
                <a:pos x="connsiteX38424" y="connsiteY38424"/>
              </a:cxn>
              <a:cxn ang="0">
                <a:pos x="connsiteX38425" y="connsiteY38425"/>
              </a:cxn>
              <a:cxn ang="0">
                <a:pos x="connsiteX38426" y="connsiteY38426"/>
              </a:cxn>
              <a:cxn ang="0">
                <a:pos x="connsiteX38427" y="connsiteY38427"/>
              </a:cxn>
              <a:cxn ang="0">
                <a:pos x="connsiteX38428" y="connsiteY38428"/>
              </a:cxn>
              <a:cxn ang="0">
                <a:pos x="connsiteX38429" y="connsiteY38429"/>
              </a:cxn>
              <a:cxn ang="0">
                <a:pos x="connsiteX38430" y="connsiteY38430"/>
              </a:cxn>
              <a:cxn ang="0">
                <a:pos x="connsiteX38431" y="connsiteY38431"/>
              </a:cxn>
              <a:cxn ang="0">
                <a:pos x="connsiteX38432" y="connsiteY38432"/>
              </a:cxn>
              <a:cxn ang="0">
                <a:pos x="connsiteX38433" y="connsiteY38433"/>
              </a:cxn>
              <a:cxn ang="0">
                <a:pos x="connsiteX38434" y="connsiteY38434"/>
              </a:cxn>
              <a:cxn ang="0">
                <a:pos x="connsiteX38435" y="connsiteY38435"/>
              </a:cxn>
              <a:cxn ang="0">
                <a:pos x="connsiteX38436" y="connsiteY38436"/>
              </a:cxn>
              <a:cxn ang="0">
                <a:pos x="connsiteX38437" y="connsiteY38437"/>
              </a:cxn>
              <a:cxn ang="0">
                <a:pos x="connsiteX38438" y="connsiteY38438"/>
              </a:cxn>
              <a:cxn ang="0">
                <a:pos x="connsiteX38439" y="connsiteY38439"/>
              </a:cxn>
              <a:cxn ang="0">
                <a:pos x="connsiteX38440" y="connsiteY38440"/>
              </a:cxn>
              <a:cxn ang="0">
                <a:pos x="connsiteX38441" y="connsiteY38441"/>
              </a:cxn>
              <a:cxn ang="0">
                <a:pos x="connsiteX38442" y="connsiteY38442"/>
              </a:cxn>
              <a:cxn ang="0">
                <a:pos x="connsiteX38443" y="connsiteY38443"/>
              </a:cxn>
              <a:cxn ang="0">
                <a:pos x="connsiteX38444" y="connsiteY38444"/>
              </a:cxn>
              <a:cxn ang="0">
                <a:pos x="connsiteX38445" y="connsiteY38445"/>
              </a:cxn>
              <a:cxn ang="0">
                <a:pos x="connsiteX38446" y="connsiteY38446"/>
              </a:cxn>
              <a:cxn ang="0">
                <a:pos x="connsiteX38447" y="connsiteY38447"/>
              </a:cxn>
              <a:cxn ang="0">
                <a:pos x="connsiteX38448" y="connsiteY38448"/>
              </a:cxn>
              <a:cxn ang="0">
                <a:pos x="connsiteX38449" y="connsiteY38449"/>
              </a:cxn>
              <a:cxn ang="0">
                <a:pos x="connsiteX38450" y="connsiteY38450"/>
              </a:cxn>
              <a:cxn ang="0">
                <a:pos x="connsiteX38451" y="connsiteY38451"/>
              </a:cxn>
              <a:cxn ang="0">
                <a:pos x="connsiteX38452" y="connsiteY38452"/>
              </a:cxn>
              <a:cxn ang="0">
                <a:pos x="connsiteX38453" y="connsiteY38453"/>
              </a:cxn>
              <a:cxn ang="0">
                <a:pos x="connsiteX38454" y="connsiteY38454"/>
              </a:cxn>
              <a:cxn ang="0">
                <a:pos x="connsiteX38455" y="connsiteY38455"/>
              </a:cxn>
              <a:cxn ang="0">
                <a:pos x="connsiteX38456" y="connsiteY38456"/>
              </a:cxn>
              <a:cxn ang="0">
                <a:pos x="connsiteX38457" y="connsiteY38457"/>
              </a:cxn>
              <a:cxn ang="0">
                <a:pos x="connsiteX38458" y="connsiteY38458"/>
              </a:cxn>
              <a:cxn ang="0">
                <a:pos x="connsiteX38459" y="connsiteY38459"/>
              </a:cxn>
              <a:cxn ang="0">
                <a:pos x="connsiteX38460" y="connsiteY38460"/>
              </a:cxn>
              <a:cxn ang="0">
                <a:pos x="connsiteX38461" y="connsiteY38461"/>
              </a:cxn>
              <a:cxn ang="0">
                <a:pos x="connsiteX38462" y="connsiteY38462"/>
              </a:cxn>
              <a:cxn ang="0">
                <a:pos x="connsiteX38463" y="connsiteY38463"/>
              </a:cxn>
              <a:cxn ang="0">
                <a:pos x="connsiteX38464" y="connsiteY38464"/>
              </a:cxn>
              <a:cxn ang="0">
                <a:pos x="connsiteX38465" y="connsiteY38465"/>
              </a:cxn>
              <a:cxn ang="0">
                <a:pos x="connsiteX38466" y="connsiteY38466"/>
              </a:cxn>
              <a:cxn ang="0">
                <a:pos x="connsiteX38467" y="connsiteY38467"/>
              </a:cxn>
              <a:cxn ang="0">
                <a:pos x="connsiteX38468" y="connsiteY38468"/>
              </a:cxn>
              <a:cxn ang="0">
                <a:pos x="connsiteX38469" y="connsiteY38469"/>
              </a:cxn>
              <a:cxn ang="0">
                <a:pos x="connsiteX38470" y="connsiteY38470"/>
              </a:cxn>
              <a:cxn ang="0">
                <a:pos x="connsiteX38471" y="connsiteY38471"/>
              </a:cxn>
              <a:cxn ang="0">
                <a:pos x="connsiteX38472" y="connsiteY38472"/>
              </a:cxn>
              <a:cxn ang="0">
                <a:pos x="connsiteX38473" y="connsiteY38473"/>
              </a:cxn>
              <a:cxn ang="0">
                <a:pos x="connsiteX38474" y="connsiteY38474"/>
              </a:cxn>
              <a:cxn ang="0">
                <a:pos x="connsiteX38475" y="connsiteY38475"/>
              </a:cxn>
              <a:cxn ang="0">
                <a:pos x="connsiteX38476" y="connsiteY38476"/>
              </a:cxn>
              <a:cxn ang="0">
                <a:pos x="connsiteX38477" y="connsiteY38477"/>
              </a:cxn>
              <a:cxn ang="0">
                <a:pos x="connsiteX38478" y="connsiteY38478"/>
              </a:cxn>
              <a:cxn ang="0">
                <a:pos x="connsiteX38479" y="connsiteY38479"/>
              </a:cxn>
              <a:cxn ang="0">
                <a:pos x="connsiteX38480" y="connsiteY38480"/>
              </a:cxn>
              <a:cxn ang="0">
                <a:pos x="connsiteX38481" y="connsiteY38481"/>
              </a:cxn>
              <a:cxn ang="0">
                <a:pos x="connsiteX38482" y="connsiteY38482"/>
              </a:cxn>
              <a:cxn ang="0">
                <a:pos x="connsiteX38483" y="connsiteY38483"/>
              </a:cxn>
              <a:cxn ang="0">
                <a:pos x="connsiteX38484" y="connsiteY38484"/>
              </a:cxn>
              <a:cxn ang="0">
                <a:pos x="connsiteX38485" y="connsiteY38485"/>
              </a:cxn>
              <a:cxn ang="0">
                <a:pos x="connsiteX38486" y="connsiteY38486"/>
              </a:cxn>
              <a:cxn ang="0">
                <a:pos x="connsiteX38487" y="connsiteY38487"/>
              </a:cxn>
              <a:cxn ang="0">
                <a:pos x="connsiteX38488" y="connsiteY38488"/>
              </a:cxn>
              <a:cxn ang="0">
                <a:pos x="connsiteX38489" y="connsiteY38489"/>
              </a:cxn>
              <a:cxn ang="0">
                <a:pos x="connsiteX38490" y="connsiteY38490"/>
              </a:cxn>
              <a:cxn ang="0">
                <a:pos x="connsiteX38491" y="connsiteY38491"/>
              </a:cxn>
              <a:cxn ang="0">
                <a:pos x="connsiteX38492" y="connsiteY38492"/>
              </a:cxn>
              <a:cxn ang="0">
                <a:pos x="connsiteX38493" y="connsiteY38493"/>
              </a:cxn>
              <a:cxn ang="0">
                <a:pos x="connsiteX38494" y="connsiteY38494"/>
              </a:cxn>
              <a:cxn ang="0">
                <a:pos x="connsiteX38495" y="connsiteY38495"/>
              </a:cxn>
              <a:cxn ang="0">
                <a:pos x="connsiteX38496" y="connsiteY38496"/>
              </a:cxn>
              <a:cxn ang="0">
                <a:pos x="connsiteX38497" y="connsiteY38497"/>
              </a:cxn>
              <a:cxn ang="0">
                <a:pos x="connsiteX38498" y="connsiteY38498"/>
              </a:cxn>
              <a:cxn ang="0">
                <a:pos x="connsiteX38499" y="connsiteY38499"/>
              </a:cxn>
              <a:cxn ang="0">
                <a:pos x="connsiteX38500" y="connsiteY38500"/>
              </a:cxn>
              <a:cxn ang="0">
                <a:pos x="connsiteX38501" y="connsiteY38501"/>
              </a:cxn>
              <a:cxn ang="0">
                <a:pos x="connsiteX38502" y="connsiteY38502"/>
              </a:cxn>
              <a:cxn ang="0">
                <a:pos x="connsiteX38503" y="connsiteY38503"/>
              </a:cxn>
              <a:cxn ang="0">
                <a:pos x="connsiteX38504" y="connsiteY38504"/>
              </a:cxn>
              <a:cxn ang="0">
                <a:pos x="connsiteX38505" y="connsiteY38505"/>
              </a:cxn>
              <a:cxn ang="0">
                <a:pos x="connsiteX38506" y="connsiteY38506"/>
              </a:cxn>
              <a:cxn ang="0">
                <a:pos x="connsiteX38507" y="connsiteY38507"/>
              </a:cxn>
              <a:cxn ang="0">
                <a:pos x="connsiteX38508" y="connsiteY38508"/>
              </a:cxn>
              <a:cxn ang="0">
                <a:pos x="connsiteX38509" y="connsiteY38509"/>
              </a:cxn>
              <a:cxn ang="0">
                <a:pos x="connsiteX38510" y="connsiteY38510"/>
              </a:cxn>
              <a:cxn ang="0">
                <a:pos x="connsiteX38511" y="connsiteY38511"/>
              </a:cxn>
              <a:cxn ang="0">
                <a:pos x="connsiteX38512" y="connsiteY38512"/>
              </a:cxn>
              <a:cxn ang="0">
                <a:pos x="connsiteX38513" y="connsiteY38513"/>
              </a:cxn>
              <a:cxn ang="0">
                <a:pos x="connsiteX38514" y="connsiteY38514"/>
              </a:cxn>
              <a:cxn ang="0">
                <a:pos x="connsiteX38515" y="connsiteY38515"/>
              </a:cxn>
              <a:cxn ang="0">
                <a:pos x="connsiteX38516" y="connsiteY38516"/>
              </a:cxn>
              <a:cxn ang="0">
                <a:pos x="connsiteX38517" y="connsiteY38517"/>
              </a:cxn>
              <a:cxn ang="0">
                <a:pos x="connsiteX38518" y="connsiteY38518"/>
              </a:cxn>
              <a:cxn ang="0">
                <a:pos x="connsiteX38519" y="connsiteY38519"/>
              </a:cxn>
              <a:cxn ang="0">
                <a:pos x="connsiteX38520" y="connsiteY38520"/>
              </a:cxn>
              <a:cxn ang="0">
                <a:pos x="connsiteX38521" y="connsiteY38521"/>
              </a:cxn>
              <a:cxn ang="0">
                <a:pos x="connsiteX38522" y="connsiteY38522"/>
              </a:cxn>
              <a:cxn ang="0">
                <a:pos x="connsiteX38523" y="connsiteY38523"/>
              </a:cxn>
              <a:cxn ang="0">
                <a:pos x="connsiteX38524" y="connsiteY38524"/>
              </a:cxn>
              <a:cxn ang="0">
                <a:pos x="connsiteX38525" y="connsiteY38525"/>
              </a:cxn>
              <a:cxn ang="0">
                <a:pos x="connsiteX38526" y="connsiteY38526"/>
              </a:cxn>
              <a:cxn ang="0">
                <a:pos x="connsiteX38527" y="connsiteY38527"/>
              </a:cxn>
              <a:cxn ang="0">
                <a:pos x="connsiteX38528" y="connsiteY38528"/>
              </a:cxn>
              <a:cxn ang="0">
                <a:pos x="connsiteX38529" y="connsiteY38529"/>
              </a:cxn>
              <a:cxn ang="0">
                <a:pos x="connsiteX38530" y="connsiteY38530"/>
              </a:cxn>
              <a:cxn ang="0">
                <a:pos x="connsiteX38531" y="connsiteY38531"/>
              </a:cxn>
              <a:cxn ang="0">
                <a:pos x="connsiteX38532" y="connsiteY38532"/>
              </a:cxn>
              <a:cxn ang="0">
                <a:pos x="connsiteX38533" y="connsiteY38533"/>
              </a:cxn>
              <a:cxn ang="0">
                <a:pos x="connsiteX38534" y="connsiteY38534"/>
              </a:cxn>
              <a:cxn ang="0">
                <a:pos x="connsiteX38535" y="connsiteY38535"/>
              </a:cxn>
              <a:cxn ang="0">
                <a:pos x="connsiteX38536" y="connsiteY38536"/>
              </a:cxn>
              <a:cxn ang="0">
                <a:pos x="connsiteX38537" y="connsiteY38537"/>
              </a:cxn>
              <a:cxn ang="0">
                <a:pos x="connsiteX38538" y="connsiteY38538"/>
              </a:cxn>
              <a:cxn ang="0">
                <a:pos x="connsiteX38539" y="connsiteY38539"/>
              </a:cxn>
              <a:cxn ang="0">
                <a:pos x="connsiteX38540" y="connsiteY38540"/>
              </a:cxn>
              <a:cxn ang="0">
                <a:pos x="connsiteX38541" y="connsiteY38541"/>
              </a:cxn>
              <a:cxn ang="0">
                <a:pos x="connsiteX38542" y="connsiteY38542"/>
              </a:cxn>
              <a:cxn ang="0">
                <a:pos x="connsiteX38543" y="connsiteY38543"/>
              </a:cxn>
              <a:cxn ang="0">
                <a:pos x="connsiteX38544" y="connsiteY38544"/>
              </a:cxn>
              <a:cxn ang="0">
                <a:pos x="connsiteX38545" y="connsiteY38545"/>
              </a:cxn>
              <a:cxn ang="0">
                <a:pos x="connsiteX38546" y="connsiteY38546"/>
              </a:cxn>
              <a:cxn ang="0">
                <a:pos x="connsiteX38547" y="connsiteY38547"/>
              </a:cxn>
              <a:cxn ang="0">
                <a:pos x="connsiteX38548" y="connsiteY38548"/>
              </a:cxn>
              <a:cxn ang="0">
                <a:pos x="connsiteX38549" y="connsiteY38549"/>
              </a:cxn>
              <a:cxn ang="0">
                <a:pos x="connsiteX38550" y="connsiteY38550"/>
              </a:cxn>
              <a:cxn ang="0">
                <a:pos x="connsiteX38551" y="connsiteY38551"/>
              </a:cxn>
              <a:cxn ang="0">
                <a:pos x="connsiteX38552" y="connsiteY38552"/>
              </a:cxn>
              <a:cxn ang="0">
                <a:pos x="connsiteX38553" y="connsiteY38553"/>
              </a:cxn>
              <a:cxn ang="0">
                <a:pos x="connsiteX38554" y="connsiteY38554"/>
              </a:cxn>
              <a:cxn ang="0">
                <a:pos x="connsiteX38555" y="connsiteY38555"/>
              </a:cxn>
              <a:cxn ang="0">
                <a:pos x="connsiteX38556" y="connsiteY38556"/>
              </a:cxn>
              <a:cxn ang="0">
                <a:pos x="connsiteX38557" y="connsiteY38557"/>
              </a:cxn>
              <a:cxn ang="0">
                <a:pos x="connsiteX38558" y="connsiteY38558"/>
              </a:cxn>
              <a:cxn ang="0">
                <a:pos x="connsiteX38559" y="connsiteY38559"/>
              </a:cxn>
              <a:cxn ang="0">
                <a:pos x="connsiteX38560" y="connsiteY38560"/>
              </a:cxn>
              <a:cxn ang="0">
                <a:pos x="connsiteX38561" y="connsiteY38561"/>
              </a:cxn>
              <a:cxn ang="0">
                <a:pos x="connsiteX38562" y="connsiteY38562"/>
              </a:cxn>
              <a:cxn ang="0">
                <a:pos x="connsiteX38563" y="connsiteY38563"/>
              </a:cxn>
              <a:cxn ang="0">
                <a:pos x="connsiteX38564" y="connsiteY38564"/>
              </a:cxn>
              <a:cxn ang="0">
                <a:pos x="connsiteX38565" y="connsiteY38565"/>
              </a:cxn>
              <a:cxn ang="0">
                <a:pos x="connsiteX38566" y="connsiteY38566"/>
              </a:cxn>
              <a:cxn ang="0">
                <a:pos x="connsiteX38567" y="connsiteY38567"/>
              </a:cxn>
              <a:cxn ang="0">
                <a:pos x="connsiteX38568" y="connsiteY38568"/>
              </a:cxn>
              <a:cxn ang="0">
                <a:pos x="connsiteX38569" y="connsiteY38569"/>
              </a:cxn>
              <a:cxn ang="0">
                <a:pos x="connsiteX38570" y="connsiteY38570"/>
              </a:cxn>
              <a:cxn ang="0">
                <a:pos x="connsiteX38571" y="connsiteY38571"/>
              </a:cxn>
              <a:cxn ang="0">
                <a:pos x="connsiteX38572" y="connsiteY38572"/>
              </a:cxn>
              <a:cxn ang="0">
                <a:pos x="connsiteX38573" y="connsiteY38573"/>
              </a:cxn>
              <a:cxn ang="0">
                <a:pos x="connsiteX38574" y="connsiteY38574"/>
              </a:cxn>
              <a:cxn ang="0">
                <a:pos x="connsiteX38575" y="connsiteY38575"/>
              </a:cxn>
              <a:cxn ang="0">
                <a:pos x="connsiteX38576" y="connsiteY38576"/>
              </a:cxn>
              <a:cxn ang="0">
                <a:pos x="connsiteX38577" y="connsiteY38577"/>
              </a:cxn>
              <a:cxn ang="0">
                <a:pos x="connsiteX38578" y="connsiteY38578"/>
              </a:cxn>
              <a:cxn ang="0">
                <a:pos x="connsiteX38579" y="connsiteY38579"/>
              </a:cxn>
              <a:cxn ang="0">
                <a:pos x="connsiteX38580" y="connsiteY38580"/>
              </a:cxn>
              <a:cxn ang="0">
                <a:pos x="connsiteX38581" y="connsiteY38581"/>
              </a:cxn>
              <a:cxn ang="0">
                <a:pos x="connsiteX38582" y="connsiteY38582"/>
              </a:cxn>
              <a:cxn ang="0">
                <a:pos x="connsiteX38583" y="connsiteY38583"/>
              </a:cxn>
              <a:cxn ang="0">
                <a:pos x="connsiteX38584" y="connsiteY38584"/>
              </a:cxn>
              <a:cxn ang="0">
                <a:pos x="connsiteX38585" y="connsiteY38585"/>
              </a:cxn>
              <a:cxn ang="0">
                <a:pos x="connsiteX38586" y="connsiteY38586"/>
              </a:cxn>
              <a:cxn ang="0">
                <a:pos x="connsiteX38587" y="connsiteY38587"/>
              </a:cxn>
              <a:cxn ang="0">
                <a:pos x="connsiteX38588" y="connsiteY38588"/>
              </a:cxn>
              <a:cxn ang="0">
                <a:pos x="connsiteX38589" y="connsiteY38589"/>
              </a:cxn>
              <a:cxn ang="0">
                <a:pos x="connsiteX38590" y="connsiteY38590"/>
              </a:cxn>
              <a:cxn ang="0">
                <a:pos x="connsiteX38591" y="connsiteY38591"/>
              </a:cxn>
              <a:cxn ang="0">
                <a:pos x="connsiteX38592" y="connsiteY38592"/>
              </a:cxn>
              <a:cxn ang="0">
                <a:pos x="connsiteX38593" y="connsiteY38593"/>
              </a:cxn>
              <a:cxn ang="0">
                <a:pos x="connsiteX38594" y="connsiteY38594"/>
              </a:cxn>
              <a:cxn ang="0">
                <a:pos x="connsiteX38595" y="connsiteY38595"/>
              </a:cxn>
              <a:cxn ang="0">
                <a:pos x="connsiteX38596" y="connsiteY38596"/>
              </a:cxn>
              <a:cxn ang="0">
                <a:pos x="connsiteX38597" y="connsiteY38597"/>
              </a:cxn>
              <a:cxn ang="0">
                <a:pos x="connsiteX38598" y="connsiteY38598"/>
              </a:cxn>
              <a:cxn ang="0">
                <a:pos x="connsiteX38599" y="connsiteY38599"/>
              </a:cxn>
              <a:cxn ang="0">
                <a:pos x="connsiteX38600" y="connsiteY38600"/>
              </a:cxn>
              <a:cxn ang="0">
                <a:pos x="connsiteX38601" y="connsiteY38601"/>
              </a:cxn>
              <a:cxn ang="0">
                <a:pos x="connsiteX38602" y="connsiteY38602"/>
              </a:cxn>
              <a:cxn ang="0">
                <a:pos x="connsiteX38603" y="connsiteY38603"/>
              </a:cxn>
              <a:cxn ang="0">
                <a:pos x="connsiteX38604" y="connsiteY38604"/>
              </a:cxn>
              <a:cxn ang="0">
                <a:pos x="connsiteX38605" y="connsiteY38605"/>
              </a:cxn>
              <a:cxn ang="0">
                <a:pos x="connsiteX38606" y="connsiteY38606"/>
              </a:cxn>
              <a:cxn ang="0">
                <a:pos x="connsiteX38607" y="connsiteY38607"/>
              </a:cxn>
              <a:cxn ang="0">
                <a:pos x="connsiteX38608" y="connsiteY38608"/>
              </a:cxn>
              <a:cxn ang="0">
                <a:pos x="connsiteX38609" y="connsiteY38609"/>
              </a:cxn>
              <a:cxn ang="0">
                <a:pos x="connsiteX38610" y="connsiteY38610"/>
              </a:cxn>
              <a:cxn ang="0">
                <a:pos x="connsiteX38611" y="connsiteY38611"/>
              </a:cxn>
              <a:cxn ang="0">
                <a:pos x="connsiteX38612" y="connsiteY38612"/>
              </a:cxn>
              <a:cxn ang="0">
                <a:pos x="connsiteX38613" y="connsiteY38613"/>
              </a:cxn>
              <a:cxn ang="0">
                <a:pos x="connsiteX38614" y="connsiteY38614"/>
              </a:cxn>
              <a:cxn ang="0">
                <a:pos x="connsiteX38615" y="connsiteY38615"/>
              </a:cxn>
              <a:cxn ang="0">
                <a:pos x="connsiteX38616" y="connsiteY38616"/>
              </a:cxn>
              <a:cxn ang="0">
                <a:pos x="connsiteX38617" y="connsiteY38617"/>
              </a:cxn>
              <a:cxn ang="0">
                <a:pos x="connsiteX38618" y="connsiteY38618"/>
              </a:cxn>
              <a:cxn ang="0">
                <a:pos x="connsiteX38619" y="connsiteY38619"/>
              </a:cxn>
              <a:cxn ang="0">
                <a:pos x="connsiteX38620" y="connsiteY38620"/>
              </a:cxn>
              <a:cxn ang="0">
                <a:pos x="connsiteX38621" y="connsiteY38621"/>
              </a:cxn>
              <a:cxn ang="0">
                <a:pos x="connsiteX38622" y="connsiteY38622"/>
              </a:cxn>
              <a:cxn ang="0">
                <a:pos x="connsiteX38623" y="connsiteY38623"/>
              </a:cxn>
              <a:cxn ang="0">
                <a:pos x="connsiteX38624" y="connsiteY38624"/>
              </a:cxn>
              <a:cxn ang="0">
                <a:pos x="connsiteX38625" y="connsiteY38625"/>
              </a:cxn>
              <a:cxn ang="0">
                <a:pos x="connsiteX38626" y="connsiteY38626"/>
              </a:cxn>
              <a:cxn ang="0">
                <a:pos x="connsiteX38627" y="connsiteY38627"/>
              </a:cxn>
              <a:cxn ang="0">
                <a:pos x="connsiteX38628" y="connsiteY38628"/>
              </a:cxn>
              <a:cxn ang="0">
                <a:pos x="connsiteX38629" y="connsiteY38629"/>
              </a:cxn>
              <a:cxn ang="0">
                <a:pos x="connsiteX38630" y="connsiteY38630"/>
              </a:cxn>
              <a:cxn ang="0">
                <a:pos x="connsiteX38631" y="connsiteY38631"/>
              </a:cxn>
              <a:cxn ang="0">
                <a:pos x="connsiteX38632" y="connsiteY38632"/>
              </a:cxn>
              <a:cxn ang="0">
                <a:pos x="connsiteX38633" y="connsiteY38633"/>
              </a:cxn>
              <a:cxn ang="0">
                <a:pos x="connsiteX38634" y="connsiteY38634"/>
              </a:cxn>
              <a:cxn ang="0">
                <a:pos x="connsiteX38635" y="connsiteY38635"/>
              </a:cxn>
              <a:cxn ang="0">
                <a:pos x="connsiteX38636" y="connsiteY38636"/>
              </a:cxn>
              <a:cxn ang="0">
                <a:pos x="connsiteX38637" y="connsiteY38637"/>
              </a:cxn>
              <a:cxn ang="0">
                <a:pos x="connsiteX38638" y="connsiteY38638"/>
              </a:cxn>
              <a:cxn ang="0">
                <a:pos x="connsiteX38639" y="connsiteY38639"/>
              </a:cxn>
              <a:cxn ang="0">
                <a:pos x="connsiteX38640" y="connsiteY38640"/>
              </a:cxn>
              <a:cxn ang="0">
                <a:pos x="connsiteX38641" y="connsiteY38641"/>
              </a:cxn>
              <a:cxn ang="0">
                <a:pos x="connsiteX38642" y="connsiteY38642"/>
              </a:cxn>
              <a:cxn ang="0">
                <a:pos x="connsiteX38643" y="connsiteY38643"/>
              </a:cxn>
              <a:cxn ang="0">
                <a:pos x="connsiteX38644" y="connsiteY38644"/>
              </a:cxn>
              <a:cxn ang="0">
                <a:pos x="connsiteX38645" y="connsiteY38645"/>
              </a:cxn>
              <a:cxn ang="0">
                <a:pos x="connsiteX38646" y="connsiteY38646"/>
              </a:cxn>
              <a:cxn ang="0">
                <a:pos x="connsiteX38647" y="connsiteY38647"/>
              </a:cxn>
              <a:cxn ang="0">
                <a:pos x="connsiteX38648" y="connsiteY38648"/>
              </a:cxn>
              <a:cxn ang="0">
                <a:pos x="connsiteX38649" y="connsiteY38649"/>
              </a:cxn>
              <a:cxn ang="0">
                <a:pos x="connsiteX38650" y="connsiteY38650"/>
              </a:cxn>
              <a:cxn ang="0">
                <a:pos x="connsiteX38651" y="connsiteY38651"/>
              </a:cxn>
              <a:cxn ang="0">
                <a:pos x="connsiteX38652" y="connsiteY38652"/>
              </a:cxn>
              <a:cxn ang="0">
                <a:pos x="connsiteX38653" y="connsiteY38653"/>
              </a:cxn>
              <a:cxn ang="0">
                <a:pos x="connsiteX38654" y="connsiteY38654"/>
              </a:cxn>
              <a:cxn ang="0">
                <a:pos x="connsiteX38655" y="connsiteY38655"/>
              </a:cxn>
              <a:cxn ang="0">
                <a:pos x="connsiteX38656" y="connsiteY38656"/>
              </a:cxn>
              <a:cxn ang="0">
                <a:pos x="connsiteX38657" y="connsiteY38657"/>
              </a:cxn>
              <a:cxn ang="0">
                <a:pos x="connsiteX38658" y="connsiteY38658"/>
              </a:cxn>
              <a:cxn ang="0">
                <a:pos x="connsiteX38659" y="connsiteY38659"/>
              </a:cxn>
              <a:cxn ang="0">
                <a:pos x="connsiteX38660" y="connsiteY38660"/>
              </a:cxn>
              <a:cxn ang="0">
                <a:pos x="connsiteX38661" y="connsiteY38661"/>
              </a:cxn>
              <a:cxn ang="0">
                <a:pos x="connsiteX38662" y="connsiteY38662"/>
              </a:cxn>
              <a:cxn ang="0">
                <a:pos x="connsiteX38663" y="connsiteY38663"/>
              </a:cxn>
              <a:cxn ang="0">
                <a:pos x="connsiteX38664" y="connsiteY38664"/>
              </a:cxn>
              <a:cxn ang="0">
                <a:pos x="connsiteX38665" y="connsiteY38665"/>
              </a:cxn>
              <a:cxn ang="0">
                <a:pos x="connsiteX38666" y="connsiteY38666"/>
              </a:cxn>
              <a:cxn ang="0">
                <a:pos x="connsiteX38667" y="connsiteY38667"/>
              </a:cxn>
              <a:cxn ang="0">
                <a:pos x="connsiteX38668" y="connsiteY38668"/>
              </a:cxn>
              <a:cxn ang="0">
                <a:pos x="connsiteX38669" y="connsiteY38669"/>
              </a:cxn>
              <a:cxn ang="0">
                <a:pos x="connsiteX38670" y="connsiteY38670"/>
              </a:cxn>
              <a:cxn ang="0">
                <a:pos x="connsiteX38671" y="connsiteY38671"/>
              </a:cxn>
              <a:cxn ang="0">
                <a:pos x="connsiteX38672" y="connsiteY38672"/>
              </a:cxn>
              <a:cxn ang="0">
                <a:pos x="connsiteX38673" y="connsiteY38673"/>
              </a:cxn>
              <a:cxn ang="0">
                <a:pos x="connsiteX38674" y="connsiteY38674"/>
              </a:cxn>
              <a:cxn ang="0">
                <a:pos x="connsiteX38675" y="connsiteY38675"/>
              </a:cxn>
              <a:cxn ang="0">
                <a:pos x="connsiteX38676" y="connsiteY38676"/>
              </a:cxn>
              <a:cxn ang="0">
                <a:pos x="connsiteX38677" y="connsiteY38677"/>
              </a:cxn>
              <a:cxn ang="0">
                <a:pos x="connsiteX38678" y="connsiteY38678"/>
              </a:cxn>
              <a:cxn ang="0">
                <a:pos x="connsiteX38679" y="connsiteY38679"/>
              </a:cxn>
              <a:cxn ang="0">
                <a:pos x="connsiteX38680" y="connsiteY38680"/>
              </a:cxn>
              <a:cxn ang="0">
                <a:pos x="connsiteX38681" y="connsiteY38681"/>
              </a:cxn>
              <a:cxn ang="0">
                <a:pos x="connsiteX38682" y="connsiteY38682"/>
              </a:cxn>
              <a:cxn ang="0">
                <a:pos x="connsiteX38683" y="connsiteY38683"/>
              </a:cxn>
              <a:cxn ang="0">
                <a:pos x="connsiteX38684" y="connsiteY38684"/>
              </a:cxn>
              <a:cxn ang="0">
                <a:pos x="connsiteX38685" y="connsiteY38685"/>
              </a:cxn>
              <a:cxn ang="0">
                <a:pos x="connsiteX38686" y="connsiteY38686"/>
              </a:cxn>
              <a:cxn ang="0">
                <a:pos x="connsiteX38687" y="connsiteY38687"/>
              </a:cxn>
              <a:cxn ang="0">
                <a:pos x="connsiteX38688" y="connsiteY38688"/>
              </a:cxn>
              <a:cxn ang="0">
                <a:pos x="connsiteX38689" y="connsiteY38689"/>
              </a:cxn>
              <a:cxn ang="0">
                <a:pos x="connsiteX38690" y="connsiteY38690"/>
              </a:cxn>
              <a:cxn ang="0">
                <a:pos x="connsiteX38691" y="connsiteY38691"/>
              </a:cxn>
              <a:cxn ang="0">
                <a:pos x="connsiteX38692" y="connsiteY38692"/>
              </a:cxn>
              <a:cxn ang="0">
                <a:pos x="connsiteX38693" y="connsiteY38693"/>
              </a:cxn>
              <a:cxn ang="0">
                <a:pos x="connsiteX38694" y="connsiteY38694"/>
              </a:cxn>
              <a:cxn ang="0">
                <a:pos x="connsiteX38695" y="connsiteY38695"/>
              </a:cxn>
              <a:cxn ang="0">
                <a:pos x="connsiteX38696" y="connsiteY38696"/>
              </a:cxn>
              <a:cxn ang="0">
                <a:pos x="connsiteX38697" y="connsiteY38697"/>
              </a:cxn>
              <a:cxn ang="0">
                <a:pos x="connsiteX38698" y="connsiteY38698"/>
              </a:cxn>
              <a:cxn ang="0">
                <a:pos x="connsiteX38699" y="connsiteY38699"/>
              </a:cxn>
              <a:cxn ang="0">
                <a:pos x="connsiteX38700" y="connsiteY38700"/>
              </a:cxn>
              <a:cxn ang="0">
                <a:pos x="connsiteX38701" y="connsiteY38701"/>
              </a:cxn>
              <a:cxn ang="0">
                <a:pos x="connsiteX38702" y="connsiteY38702"/>
              </a:cxn>
              <a:cxn ang="0">
                <a:pos x="connsiteX38703" y="connsiteY38703"/>
              </a:cxn>
              <a:cxn ang="0">
                <a:pos x="connsiteX38704" y="connsiteY38704"/>
              </a:cxn>
              <a:cxn ang="0">
                <a:pos x="connsiteX38705" y="connsiteY38705"/>
              </a:cxn>
              <a:cxn ang="0">
                <a:pos x="connsiteX38706" y="connsiteY38706"/>
              </a:cxn>
              <a:cxn ang="0">
                <a:pos x="connsiteX38707" y="connsiteY38707"/>
              </a:cxn>
              <a:cxn ang="0">
                <a:pos x="connsiteX38708" y="connsiteY38708"/>
              </a:cxn>
              <a:cxn ang="0">
                <a:pos x="connsiteX38709" y="connsiteY38709"/>
              </a:cxn>
              <a:cxn ang="0">
                <a:pos x="connsiteX38710" y="connsiteY38710"/>
              </a:cxn>
              <a:cxn ang="0">
                <a:pos x="connsiteX38711" y="connsiteY38711"/>
              </a:cxn>
              <a:cxn ang="0">
                <a:pos x="connsiteX38712" y="connsiteY38712"/>
              </a:cxn>
              <a:cxn ang="0">
                <a:pos x="connsiteX38713" y="connsiteY38713"/>
              </a:cxn>
              <a:cxn ang="0">
                <a:pos x="connsiteX38714" y="connsiteY38714"/>
              </a:cxn>
              <a:cxn ang="0">
                <a:pos x="connsiteX38715" y="connsiteY38715"/>
              </a:cxn>
              <a:cxn ang="0">
                <a:pos x="connsiteX38716" y="connsiteY38716"/>
              </a:cxn>
              <a:cxn ang="0">
                <a:pos x="connsiteX38717" y="connsiteY38717"/>
              </a:cxn>
              <a:cxn ang="0">
                <a:pos x="connsiteX38718" y="connsiteY38718"/>
              </a:cxn>
              <a:cxn ang="0">
                <a:pos x="connsiteX38719" y="connsiteY38719"/>
              </a:cxn>
              <a:cxn ang="0">
                <a:pos x="connsiteX38720" y="connsiteY38720"/>
              </a:cxn>
              <a:cxn ang="0">
                <a:pos x="connsiteX38721" y="connsiteY38721"/>
              </a:cxn>
              <a:cxn ang="0">
                <a:pos x="connsiteX38722" y="connsiteY38722"/>
              </a:cxn>
              <a:cxn ang="0">
                <a:pos x="connsiteX38723" y="connsiteY38723"/>
              </a:cxn>
              <a:cxn ang="0">
                <a:pos x="connsiteX38724" y="connsiteY38724"/>
              </a:cxn>
              <a:cxn ang="0">
                <a:pos x="connsiteX38725" y="connsiteY38725"/>
              </a:cxn>
              <a:cxn ang="0">
                <a:pos x="connsiteX38726" y="connsiteY38726"/>
              </a:cxn>
              <a:cxn ang="0">
                <a:pos x="connsiteX38727" y="connsiteY38727"/>
              </a:cxn>
              <a:cxn ang="0">
                <a:pos x="connsiteX38728" y="connsiteY38728"/>
              </a:cxn>
              <a:cxn ang="0">
                <a:pos x="connsiteX38729" y="connsiteY38729"/>
              </a:cxn>
              <a:cxn ang="0">
                <a:pos x="connsiteX38730" y="connsiteY38730"/>
              </a:cxn>
              <a:cxn ang="0">
                <a:pos x="connsiteX38731" y="connsiteY38731"/>
              </a:cxn>
              <a:cxn ang="0">
                <a:pos x="connsiteX38732" y="connsiteY38732"/>
              </a:cxn>
              <a:cxn ang="0">
                <a:pos x="connsiteX38733" y="connsiteY38733"/>
              </a:cxn>
              <a:cxn ang="0">
                <a:pos x="connsiteX38734" y="connsiteY38734"/>
              </a:cxn>
              <a:cxn ang="0">
                <a:pos x="connsiteX38735" y="connsiteY38735"/>
              </a:cxn>
              <a:cxn ang="0">
                <a:pos x="connsiteX38736" y="connsiteY38736"/>
              </a:cxn>
              <a:cxn ang="0">
                <a:pos x="connsiteX38737" y="connsiteY38737"/>
              </a:cxn>
              <a:cxn ang="0">
                <a:pos x="connsiteX38738" y="connsiteY38738"/>
              </a:cxn>
              <a:cxn ang="0">
                <a:pos x="connsiteX38739" y="connsiteY38739"/>
              </a:cxn>
              <a:cxn ang="0">
                <a:pos x="connsiteX38740" y="connsiteY38740"/>
              </a:cxn>
              <a:cxn ang="0">
                <a:pos x="connsiteX38741" y="connsiteY38741"/>
              </a:cxn>
              <a:cxn ang="0">
                <a:pos x="connsiteX38742" y="connsiteY38742"/>
              </a:cxn>
              <a:cxn ang="0">
                <a:pos x="connsiteX38743" y="connsiteY38743"/>
              </a:cxn>
              <a:cxn ang="0">
                <a:pos x="connsiteX38744" y="connsiteY38744"/>
              </a:cxn>
              <a:cxn ang="0">
                <a:pos x="connsiteX38745" y="connsiteY38745"/>
              </a:cxn>
              <a:cxn ang="0">
                <a:pos x="connsiteX38746" y="connsiteY38746"/>
              </a:cxn>
              <a:cxn ang="0">
                <a:pos x="connsiteX38747" y="connsiteY38747"/>
              </a:cxn>
              <a:cxn ang="0">
                <a:pos x="connsiteX38748" y="connsiteY38748"/>
              </a:cxn>
              <a:cxn ang="0">
                <a:pos x="connsiteX38749" y="connsiteY38749"/>
              </a:cxn>
              <a:cxn ang="0">
                <a:pos x="connsiteX38750" y="connsiteY38750"/>
              </a:cxn>
              <a:cxn ang="0">
                <a:pos x="connsiteX38751" y="connsiteY38751"/>
              </a:cxn>
              <a:cxn ang="0">
                <a:pos x="connsiteX38752" y="connsiteY38752"/>
              </a:cxn>
              <a:cxn ang="0">
                <a:pos x="connsiteX38753" y="connsiteY38753"/>
              </a:cxn>
              <a:cxn ang="0">
                <a:pos x="connsiteX38754" y="connsiteY38754"/>
              </a:cxn>
              <a:cxn ang="0">
                <a:pos x="connsiteX38755" y="connsiteY38755"/>
              </a:cxn>
              <a:cxn ang="0">
                <a:pos x="connsiteX38756" y="connsiteY38756"/>
              </a:cxn>
              <a:cxn ang="0">
                <a:pos x="connsiteX38757" y="connsiteY38757"/>
              </a:cxn>
              <a:cxn ang="0">
                <a:pos x="connsiteX38758" y="connsiteY38758"/>
              </a:cxn>
              <a:cxn ang="0">
                <a:pos x="connsiteX38759" y="connsiteY38759"/>
              </a:cxn>
              <a:cxn ang="0">
                <a:pos x="connsiteX38760" y="connsiteY38760"/>
              </a:cxn>
              <a:cxn ang="0">
                <a:pos x="connsiteX38761" y="connsiteY38761"/>
              </a:cxn>
              <a:cxn ang="0">
                <a:pos x="connsiteX38762" y="connsiteY38762"/>
              </a:cxn>
              <a:cxn ang="0">
                <a:pos x="connsiteX38763" y="connsiteY38763"/>
              </a:cxn>
              <a:cxn ang="0">
                <a:pos x="connsiteX38764" y="connsiteY38764"/>
              </a:cxn>
              <a:cxn ang="0">
                <a:pos x="connsiteX38765" y="connsiteY38765"/>
              </a:cxn>
              <a:cxn ang="0">
                <a:pos x="connsiteX38766" y="connsiteY38766"/>
              </a:cxn>
              <a:cxn ang="0">
                <a:pos x="connsiteX38767" y="connsiteY38767"/>
              </a:cxn>
              <a:cxn ang="0">
                <a:pos x="connsiteX38768" y="connsiteY38768"/>
              </a:cxn>
              <a:cxn ang="0">
                <a:pos x="connsiteX38769" y="connsiteY38769"/>
              </a:cxn>
              <a:cxn ang="0">
                <a:pos x="connsiteX38770" y="connsiteY38770"/>
              </a:cxn>
              <a:cxn ang="0">
                <a:pos x="connsiteX38771" y="connsiteY38771"/>
              </a:cxn>
              <a:cxn ang="0">
                <a:pos x="connsiteX38772" y="connsiteY38772"/>
              </a:cxn>
              <a:cxn ang="0">
                <a:pos x="connsiteX38773" y="connsiteY38773"/>
              </a:cxn>
              <a:cxn ang="0">
                <a:pos x="connsiteX38774" y="connsiteY38774"/>
              </a:cxn>
              <a:cxn ang="0">
                <a:pos x="connsiteX38775" y="connsiteY38775"/>
              </a:cxn>
              <a:cxn ang="0">
                <a:pos x="connsiteX38776" y="connsiteY38776"/>
              </a:cxn>
              <a:cxn ang="0">
                <a:pos x="connsiteX38777" y="connsiteY38777"/>
              </a:cxn>
              <a:cxn ang="0">
                <a:pos x="connsiteX38778" y="connsiteY38778"/>
              </a:cxn>
              <a:cxn ang="0">
                <a:pos x="connsiteX38779" y="connsiteY38779"/>
              </a:cxn>
              <a:cxn ang="0">
                <a:pos x="connsiteX38780" y="connsiteY38780"/>
              </a:cxn>
              <a:cxn ang="0">
                <a:pos x="connsiteX38781" y="connsiteY38781"/>
              </a:cxn>
              <a:cxn ang="0">
                <a:pos x="connsiteX38782" y="connsiteY38782"/>
              </a:cxn>
              <a:cxn ang="0">
                <a:pos x="connsiteX38783" y="connsiteY38783"/>
              </a:cxn>
              <a:cxn ang="0">
                <a:pos x="connsiteX38784" y="connsiteY38784"/>
              </a:cxn>
              <a:cxn ang="0">
                <a:pos x="connsiteX38785" y="connsiteY38785"/>
              </a:cxn>
              <a:cxn ang="0">
                <a:pos x="connsiteX38786" y="connsiteY38786"/>
              </a:cxn>
              <a:cxn ang="0">
                <a:pos x="connsiteX38787" y="connsiteY38787"/>
              </a:cxn>
              <a:cxn ang="0">
                <a:pos x="connsiteX38788" y="connsiteY38788"/>
              </a:cxn>
              <a:cxn ang="0">
                <a:pos x="connsiteX38789" y="connsiteY38789"/>
              </a:cxn>
              <a:cxn ang="0">
                <a:pos x="connsiteX38790" y="connsiteY38790"/>
              </a:cxn>
              <a:cxn ang="0">
                <a:pos x="connsiteX38791" y="connsiteY38791"/>
              </a:cxn>
              <a:cxn ang="0">
                <a:pos x="connsiteX38792" y="connsiteY38792"/>
              </a:cxn>
              <a:cxn ang="0">
                <a:pos x="connsiteX38793" y="connsiteY38793"/>
              </a:cxn>
              <a:cxn ang="0">
                <a:pos x="connsiteX38794" y="connsiteY38794"/>
              </a:cxn>
              <a:cxn ang="0">
                <a:pos x="connsiteX38795" y="connsiteY38795"/>
              </a:cxn>
              <a:cxn ang="0">
                <a:pos x="connsiteX38796" y="connsiteY38796"/>
              </a:cxn>
              <a:cxn ang="0">
                <a:pos x="connsiteX38797" y="connsiteY38797"/>
              </a:cxn>
              <a:cxn ang="0">
                <a:pos x="connsiteX38798" y="connsiteY38798"/>
              </a:cxn>
              <a:cxn ang="0">
                <a:pos x="connsiteX38799" y="connsiteY38799"/>
              </a:cxn>
              <a:cxn ang="0">
                <a:pos x="connsiteX38800" y="connsiteY38800"/>
              </a:cxn>
              <a:cxn ang="0">
                <a:pos x="connsiteX38801" y="connsiteY38801"/>
              </a:cxn>
              <a:cxn ang="0">
                <a:pos x="connsiteX38802" y="connsiteY38802"/>
              </a:cxn>
              <a:cxn ang="0">
                <a:pos x="connsiteX38803" y="connsiteY38803"/>
              </a:cxn>
              <a:cxn ang="0">
                <a:pos x="connsiteX38804" y="connsiteY38804"/>
              </a:cxn>
              <a:cxn ang="0">
                <a:pos x="connsiteX38805" y="connsiteY38805"/>
              </a:cxn>
              <a:cxn ang="0">
                <a:pos x="connsiteX38806" y="connsiteY38806"/>
              </a:cxn>
              <a:cxn ang="0">
                <a:pos x="connsiteX38807" y="connsiteY38807"/>
              </a:cxn>
              <a:cxn ang="0">
                <a:pos x="connsiteX38808" y="connsiteY38808"/>
              </a:cxn>
              <a:cxn ang="0">
                <a:pos x="connsiteX38809" y="connsiteY38809"/>
              </a:cxn>
              <a:cxn ang="0">
                <a:pos x="connsiteX38810" y="connsiteY38810"/>
              </a:cxn>
              <a:cxn ang="0">
                <a:pos x="connsiteX38811" y="connsiteY38811"/>
              </a:cxn>
              <a:cxn ang="0">
                <a:pos x="connsiteX38812" y="connsiteY38812"/>
              </a:cxn>
              <a:cxn ang="0">
                <a:pos x="connsiteX38813" y="connsiteY38813"/>
              </a:cxn>
              <a:cxn ang="0">
                <a:pos x="connsiteX38814" y="connsiteY38814"/>
              </a:cxn>
              <a:cxn ang="0">
                <a:pos x="connsiteX38815" y="connsiteY38815"/>
              </a:cxn>
              <a:cxn ang="0">
                <a:pos x="connsiteX38816" y="connsiteY38816"/>
              </a:cxn>
              <a:cxn ang="0">
                <a:pos x="connsiteX38817" y="connsiteY38817"/>
              </a:cxn>
              <a:cxn ang="0">
                <a:pos x="connsiteX38818" y="connsiteY38818"/>
              </a:cxn>
              <a:cxn ang="0">
                <a:pos x="connsiteX38819" y="connsiteY38819"/>
              </a:cxn>
              <a:cxn ang="0">
                <a:pos x="connsiteX38820" y="connsiteY38820"/>
              </a:cxn>
              <a:cxn ang="0">
                <a:pos x="connsiteX38821" y="connsiteY38821"/>
              </a:cxn>
              <a:cxn ang="0">
                <a:pos x="connsiteX38822" y="connsiteY38822"/>
              </a:cxn>
              <a:cxn ang="0">
                <a:pos x="connsiteX38823" y="connsiteY38823"/>
              </a:cxn>
              <a:cxn ang="0">
                <a:pos x="connsiteX38824" y="connsiteY38824"/>
              </a:cxn>
              <a:cxn ang="0">
                <a:pos x="connsiteX38825" y="connsiteY38825"/>
              </a:cxn>
              <a:cxn ang="0">
                <a:pos x="connsiteX38826" y="connsiteY38826"/>
              </a:cxn>
              <a:cxn ang="0">
                <a:pos x="connsiteX38827" y="connsiteY38827"/>
              </a:cxn>
              <a:cxn ang="0">
                <a:pos x="connsiteX38828" y="connsiteY38828"/>
              </a:cxn>
              <a:cxn ang="0">
                <a:pos x="connsiteX38829" y="connsiteY38829"/>
              </a:cxn>
              <a:cxn ang="0">
                <a:pos x="connsiteX38830" y="connsiteY38830"/>
              </a:cxn>
              <a:cxn ang="0">
                <a:pos x="connsiteX38831" y="connsiteY38831"/>
              </a:cxn>
              <a:cxn ang="0">
                <a:pos x="connsiteX38832" y="connsiteY38832"/>
              </a:cxn>
              <a:cxn ang="0">
                <a:pos x="connsiteX38833" y="connsiteY38833"/>
              </a:cxn>
              <a:cxn ang="0">
                <a:pos x="connsiteX38834" y="connsiteY38834"/>
              </a:cxn>
              <a:cxn ang="0">
                <a:pos x="connsiteX38835" y="connsiteY38835"/>
              </a:cxn>
              <a:cxn ang="0">
                <a:pos x="connsiteX38836" y="connsiteY38836"/>
              </a:cxn>
              <a:cxn ang="0">
                <a:pos x="connsiteX38837" y="connsiteY38837"/>
              </a:cxn>
              <a:cxn ang="0">
                <a:pos x="connsiteX38838" y="connsiteY38838"/>
              </a:cxn>
              <a:cxn ang="0">
                <a:pos x="connsiteX38839" y="connsiteY38839"/>
              </a:cxn>
              <a:cxn ang="0">
                <a:pos x="connsiteX38840" y="connsiteY38840"/>
              </a:cxn>
              <a:cxn ang="0">
                <a:pos x="connsiteX38841" y="connsiteY38841"/>
              </a:cxn>
              <a:cxn ang="0">
                <a:pos x="connsiteX38842" y="connsiteY38842"/>
              </a:cxn>
              <a:cxn ang="0">
                <a:pos x="connsiteX38843" y="connsiteY38843"/>
              </a:cxn>
              <a:cxn ang="0">
                <a:pos x="connsiteX38844" y="connsiteY38844"/>
              </a:cxn>
              <a:cxn ang="0">
                <a:pos x="connsiteX38845" y="connsiteY38845"/>
              </a:cxn>
              <a:cxn ang="0">
                <a:pos x="connsiteX38846" y="connsiteY38846"/>
              </a:cxn>
              <a:cxn ang="0">
                <a:pos x="connsiteX38847" y="connsiteY38847"/>
              </a:cxn>
              <a:cxn ang="0">
                <a:pos x="connsiteX38848" y="connsiteY38848"/>
              </a:cxn>
              <a:cxn ang="0">
                <a:pos x="connsiteX38849" y="connsiteY38849"/>
              </a:cxn>
              <a:cxn ang="0">
                <a:pos x="connsiteX38850" y="connsiteY38850"/>
              </a:cxn>
              <a:cxn ang="0">
                <a:pos x="connsiteX38851" y="connsiteY38851"/>
              </a:cxn>
              <a:cxn ang="0">
                <a:pos x="connsiteX38852" y="connsiteY38852"/>
              </a:cxn>
              <a:cxn ang="0">
                <a:pos x="connsiteX38853" y="connsiteY38853"/>
              </a:cxn>
              <a:cxn ang="0">
                <a:pos x="connsiteX38854" y="connsiteY38854"/>
              </a:cxn>
              <a:cxn ang="0">
                <a:pos x="connsiteX38855" y="connsiteY38855"/>
              </a:cxn>
              <a:cxn ang="0">
                <a:pos x="connsiteX38856" y="connsiteY38856"/>
              </a:cxn>
              <a:cxn ang="0">
                <a:pos x="connsiteX38857" y="connsiteY38857"/>
              </a:cxn>
              <a:cxn ang="0">
                <a:pos x="connsiteX38858" y="connsiteY38858"/>
              </a:cxn>
              <a:cxn ang="0">
                <a:pos x="connsiteX38859" y="connsiteY38859"/>
              </a:cxn>
              <a:cxn ang="0">
                <a:pos x="connsiteX38860" y="connsiteY38860"/>
              </a:cxn>
              <a:cxn ang="0">
                <a:pos x="connsiteX38861" y="connsiteY38861"/>
              </a:cxn>
              <a:cxn ang="0">
                <a:pos x="connsiteX38862" y="connsiteY38862"/>
              </a:cxn>
              <a:cxn ang="0">
                <a:pos x="connsiteX38863" y="connsiteY38863"/>
              </a:cxn>
              <a:cxn ang="0">
                <a:pos x="connsiteX38864" y="connsiteY38864"/>
              </a:cxn>
              <a:cxn ang="0">
                <a:pos x="connsiteX38865" y="connsiteY38865"/>
              </a:cxn>
              <a:cxn ang="0">
                <a:pos x="connsiteX38866" y="connsiteY38866"/>
              </a:cxn>
              <a:cxn ang="0">
                <a:pos x="connsiteX38867" y="connsiteY38867"/>
              </a:cxn>
              <a:cxn ang="0">
                <a:pos x="connsiteX38868" y="connsiteY38868"/>
              </a:cxn>
              <a:cxn ang="0">
                <a:pos x="connsiteX38869" y="connsiteY38869"/>
              </a:cxn>
              <a:cxn ang="0">
                <a:pos x="connsiteX38870" y="connsiteY38870"/>
              </a:cxn>
              <a:cxn ang="0">
                <a:pos x="connsiteX38871" y="connsiteY38871"/>
              </a:cxn>
              <a:cxn ang="0">
                <a:pos x="connsiteX38872" y="connsiteY38872"/>
              </a:cxn>
              <a:cxn ang="0">
                <a:pos x="connsiteX38873" y="connsiteY38873"/>
              </a:cxn>
              <a:cxn ang="0">
                <a:pos x="connsiteX38874" y="connsiteY38874"/>
              </a:cxn>
              <a:cxn ang="0">
                <a:pos x="connsiteX38875" y="connsiteY38875"/>
              </a:cxn>
              <a:cxn ang="0">
                <a:pos x="connsiteX38876" y="connsiteY38876"/>
              </a:cxn>
              <a:cxn ang="0">
                <a:pos x="connsiteX38877" y="connsiteY38877"/>
              </a:cxn>
              <a:cxn ang="0">
                <a:pos x="connsiteX38878" y="connsiteY38878"/>
              </a:cxn>
              <a:cxn ang="0">
                <a:pos x="connsiteX38879" y="connsiteY38879"/>
              </a:cxn>
              <a:cxn ang="0">
                <a:pos x="connsiteX38880" y="connsiteY38880"/>
              </a:cxn>
              <a:cxn ang="0">
                <a:pos x="connsiteX38881" y="connsiteY38881"/>
              </a:cxn>
              <a:cxn ang="0">
                <a:pos x="connsiteX38882" y="connsiteY38882"/>
              </a:cxn>
              <a:cxn ang="0">
                <a:pos x="connsiteX38883" y="connsiteY38883"/>
              </a:cxn>
              <a:cxn ang="0">
                <a:pos x="connsiteX38884" y="connsiteY38884"/>
              </a:cxn>
              <a:cxn ang="0">
                <a:pos x="connsiteX38885" y="connsiteY38885"/>
              </a:cxn>
              <a:cxn ang="0">
                <a:pos x="connsiteX38886" y="connsiteY38886"/>
              </a:cxn>
              <a:cxn ang="0">
                <a:pos x="connsiteX38887" y="connsiteY38887"/>
              </a:cxn>
              <a:cxn ang="0">
                <a:pos x="connsiteX38888" y="connsiteY38888"/>
              </a:cxn>
              <a:cxn ang="0">
                <a:pos x="connsiteX38889" y="connsiteY38889"/>
              </a:cxn>
              <a:cxn ang="0">
                <a:pos x="connsiteX38890" y="connsiteY38890"/>
              </a:cxn>
              <a:cxn ang="0">
                <a:pos x="connsiteX38891" y="connsiteY38891"/>
              </a:cxn>
              <a:cxn ang="0">
                <a:pos x="connsiteX38892" y="connsiteY38892"/>
              </a:cxn>
              <a:cxn ang="0">
                <a:pos x="connsiteX38893" y="connsiteY38893"/>
              </a:cxn>
              <a:cxn ang="0">
                <a:pos x="connsiteX38894" y="connsiteY38894"/>
              </a:cxn>
              <a:cxn ang="0">
                <a:pos x="connsiteX38895" y="connsiteY38895"/>
              </a:cxn>
              <a:cxn ang="0">
                <a:pos x="connsiteX38896" y="connsiteY38896"/>
              </a:cxn>
              <a:cxn ang="0">
                <a:pos x="connsiteX38897" y="connsiteY38897"/>
              </a:cxn>
              <a:cxn ang="0">
                <a:pos x="connsiteX38898" y="connsiteY38898"/>
              </a:cxn>
              <a:cxn ang="0">
                <a:pos x="connsiteX38899" y="connsiteY38899"/>
              </a:cxn>
              <a:cxn ang="0">
                <a:pos x="connsiteX38900" y="connsiteY38900"/>
              </a:cxn>
              <a:cxn ang="0">
                <a:pos x="connsiteX38901" y="connsiteY38901"/>
              </a:cxn>
              <a:cxn ang="0">
                <a:pos x="connsiteX38902" y="connsiteY38902"/>
              </a:cxn>
              <a:cxn ang="0">
                <a:pos x="connsiteX38903" y="connsiteY38903"/>
              </a:cxn>
              <a:cxn ang="0">
                <a:pos x="connsiteX38904" y="connsiteY38904"/>
              </a:cxn>
              <a:cxn ang="0">
                <a:pos x="connsiteX38905" y="connsiteY38905"/>
              </a:cxn>
              <a:cxn ang="0">
                <a:pos x="connsiteX38906" y="connsiteY38906"/>
              </a:cxn>
              <a:cxn ang="0">
                <a:pos x="connsiteX38907" y="connsiteY38907"/>
              </a:cxn>
              <a:cxn ang="0">
                <a:pos x="connsiteX38908" y="connsiteY38908"/>
              </a:cxn>
              <a:cxn ang="0">
                <a:pos x="connsiteX38909" y="connsiteY38909"/>
              </a:cxn>
              <a:cxn ang="0">
                <a:pos x="connsiteX38910" y="connsiteY38910"/>
              </a:cxn>
              <a:cxn ang="0">
                <a:pos x="connsiteX38911" y="connsiteY38911"/>
              </a:cxn>
              <a:cxn ang="0">
                <a:pos x="connsiteX38912" y="connsiteY38912"/>
              </a:cxn>
              <a:cxn ang="0">
                <a:pos x="connsiteX38913" y="connsiteY38913"/>
              </a:cxn>
              <a:cxn ang="0">
                <a:pos x="connsiteX38914" y="connsiteY38914"/>
              </a:cxn>
              <a:cxn ang="0">
                <a:pos x="connsiteX38915" y="connsiteY38915"/>
              </a:cxn>
              <a:cxn ang="0">
                <a:pos x="connsiteX38916" y="connsiteY38916"/>
              </a:cxn>
              <a:cxn ang="0">
                <a:pos x="connsiteX38917" y="connsiteY38917"/>
              </a:cxn>
              <a:cxn ang="0">
                <a:pos x="connsiteX38918" y="connsiteY38918"/>
              </a:cxn>
              <a:cxn ang="0">
                <a:pos x="connsiteX38919" y="connsiteY38919"/>
              </a:cxn>
              <a:cxn ang="0">
                <a:pos x="connsiteX38920" y="connsiteY38920"/>
              </a:cxn>
              <a:cxn ang="0">
                <a:pos x="connsiteX38921" y="connsiteY38921"/>
              </a:cxn>
              <a:cxn ang="0">
                <a:pos x="connsiteX38922" y="connsiteY38922"/>
              </a:cxn>
              <a:cxn ang="0">
                <a:pos x="connsiteX38923" y="connsiteY38923"/>
              </a:cxn>
              <a:cxn ang="0">
                <a:pos x="connsiteX38924" y="connsiteY38924"/>
              </a:cxn>
              <a:cxn ang="0">
                <a:pos x="connsiteX38925" y="connsiteY38925"/>
              </a:cxn>
              <a:cxn ang="0">
                <a:pos x="connsiteX38926" y="connsiteY38926"/>
              </a:cxn>
              <a:cxn ang="0">
                <a:pos x="connsiteX38927" y="connsiteY38927"/>
              </a:cxn>
              <a:cxn ang="0">
                <a:pos x="connsiteX38928" y="connsiteY38928"/>
              </a:cxn>
              <a:cxn ang="0">
                <a:pos x="connsiteX38929" y="connsiteY38929"/>
              </a:cxn>
              <a:cxn ang="0">
                <a:pos x="connsiteX38930" y="connsiteY38930"/>
              </a:cxn>
              <a:cxn ang="0">
                <a:pos x="connsiteX38931" y="connsiteY38931"/>
              </a:cxn>
              <a:cxn ang="0">
                <a:pos x="connsiteX38932" y="connsiteY38932"/>
              </a:cxn>
              <a:cxn ang="0">
                <a:pos x="connsiteX38933" y="connsiteY38933"/>
              </a:cxn>
              <a:cxn ang="0">
                <a:pos x="connsiteX38934" y="connsiteY38934"/>
              </a:cxn>
              <a:cxn ang="0">
                <a:pos x="connsiteX38935" y="connsiteY38935"/>
              </a:cxn>
              <a:cxn ang="0">
                <a:pos x="connsiteX38936" y="connsiteY38936"/>
              </a:cxn>
              <a:cxn ang="0">
                <a:pos x="connsiteX38937" y="connsiteY38937"/>
              </a:cxn>
              <a:cxn ang="0">
                <a:pos x="connsiteX38938" y="connsiteY38938"/>
              </a:cxn>
              <a:cxn ang="0">
                <a:pos x="connsiteX38939" y="connsiteY38939"/>
              </a:cxn>
              <a:cxn ang="0">
                <a:pos x="connsiteX38940" y="connsiteY38940"/>
              </a:cxn>
              <a:cxn ang="0">
                <a:pos x="connsiteX38941" y="connsiteY38941"/>
              </a:cxn>
              <a:cxn ang="0">
                <a:pos x="connsiteX38942" y="connsiteY38942"/>
              </a:cxn>
              <a:cxn ang="0">
                <a:pos x="connsiteX38943" y="connsiteY38943"/>
              </a:cxn>
              <a:cxn ang="0">
                <a:pos x="connsiteX38944" y="connsiteY38944"/>
              </a:cxn>
              <a:cxn ang="0">
                <a:pos x="connsiteX38945" y="connsiteY38945"/>
              </a:cxn>
              <a:cxn ang="0">
                <a:pos x="connsiteX38946" y="connsiteY38946"/>
              </a:cxn>
              <a:cxn ang="0">
                <a:pos x="connsiteX38947" y="connsiteY38947"/>
              </a:cxn>
              <a:cxn ang="0">
                <a:pos x="connsiteX38948" y="connsiteY38948"/>
              </a:cxn>
              <a:cxn ang="0">
                <a:pos x="connsiteX38949" y="connsiteY38949"/>
              </a:cxn>
              <a:cxn ang="0">
                <a:pos x="connsiteX38950" y="connsiteY38950"/>
              </a:cxn>
              <a:cxn ang="0">
                <a:pos x="connsiteX38951" y="connsiteY38951"/>
              </a:cxn>
              <a:cxn ang="0">
                <a:pos x="connsiteX38952" y="connsiteY38952"/>
              </a:cxn>
              <a:cxn ang="0">
                <a:pos x="connsiteX38953" y="connsiteY38953"/>
              </a:cxn>
              <a:cxn ang="0">
                <a:pos x="connsiteX38954" y="connsiteY38954"/>
              </a:cxn>
              <a:cxn ang="0">
                <a:pos x="connsiteX38955" y="connsiteY38955"/>
              </a:cxn>
              <a:cxn ang="0">
                <a:pos x="connsiteX38956" y="connsiteY38956"/>
              </a:cxn>
              <a:cxn ang="0">
                <a:pos x="connsiteX38957" y="connsiteY38957"/>
              </a:cxn>
              <a:cxn ang="0">
                <a:pos x="connsiteX38958" y="connsiteY38958"/>
              </a:cxn>
              <a:cxn ang="0">
                <a:pos x="connsiteX38959" y="connsiteY38959"/>
              </a:cxn>
              <a:cxn ang="0">
                <a:pos x="connsiteX38960" y="connsiteY38960"/>
              </a:cxn>
              <a:cxn ang="0">
                <a:pos x="connsiteX38961" y="connsiteY38961"/>
              </a:cxn>
              <a:cxn ang="0">
                <a:pos x="connsiteX38962" y="connsiteY38962"/>
              </a:cxn>
              <a:cxn ang="0">
                <a:pos x="connsiteX38963" y="connsiteY38963"/>
              </a:cxn>
              <a:cxn ang="0">
                <a:pos x="connsiteX38964" y="connsiteY38964"/>
              </a:cxn>
              <a:cxn ang="0">
                <a:pos x="connsiteX38965" y="connsiteY38965"/>
              </a:cxn>
              <a:cxn ang="0">
                <a:pos x="connsiteX38966" y="connsiteY38966"/>
              </a:cxn>
              <a:cxn ang="0">
                <a:pos x="connsiteX38967" y="connsiteY38967"/>
              </a:cxn>
              <a:cxn ang="0">
                <a:pos x="connsiteX38968" y="connsiteY38968"/>
              </a:cxn>
              <a:cxn ang="0">
                <a:pos x="connsiteX38969" y="connsiteY38969"/>
              </a:cxn>
              <a:cxn ang="0">
                <a:pos x="connsiteX38970" y="connsiteY38970"/>
              </a:cxn>
              <a:cxn ang="0">
                <a:pos x="connsiteX38971" y="connsiteY38971"/>
              </a:cxn>
              <a:cxn ang="0">
                <a:pos x="connsiteX38972" y="connsiteY38972"/>
              </a:cxn>
              <a:cxn ang="0">
                <a:pos x="connsiteX38973" y="connsiteY38973"/>
              </a:cxn>
              <a:cxn ang="0">
                <a:pos x="connsiteX38974" y="connsiteY38974"/>
              </a:cxn>
              <a:cxn ang="0">
                <a:pos x="connsiteX38975" y="connsiteY38975"/>
              </a:cxn>
              <a:cxn ang="0">
                <a:pos x="connsiteX38976" y="connsiteY38976"/>
              </a:cxn>
              <a:cxn ang="0">
                <a:pos x="connsiteX38977" y="connsiteY38977"/>
              </a:cxn>
              <a:cxn ang="0">
                <a:pos x="connsiteX38978" y="connsiteY38978"/>
              </a:cxn>
              <a:cxn ang="0">
                <a:pos x="connsiteX38979" y="connsiteY38979"/>
              </a:cxn>
              <a:cxn ang="0">
                <a:pos x="connsiteX38980" y="connsiteY38980"/>
              </a:cxn>
              <a:cxn ang="0">
                <a:pos x="connsiteX38981" y="connsiteY38981"/>
              </a:cxn>
              <a:cxn ang="0">
                <a:pos x="connsiteX38982" y="connsiteY38982"/>
              </a:cxn>
              <a:cxn ang="0">
                <a:pos x="connsiteX38983" y="connsiteY38983"/>
              </a:cxn>
              <a:cxn ang="0">
                <a:pos x="connsiteX38984" y="connsiteY38984"/>
              </a:cxn>
              <a:cxn ang="0">
                <a:pos x="connsiteX38985" y="connsiteY38985"/>
              </a:cxn>
              <a:cxn ang="0">
                <a:pos x="connsiteX38986" y="connsiteY38986"/>
              </a:cxn>
              <a:cxn ang="0">
                <a:pos x="connsiteX38987" y="connsiteY38987"/>
              </a:cxn>
              <a:cxn ang="0">
                <a:pos x="connsiteX38988" y="connsiteY38988"/>
              </a:cxn>
              <a:cxn ang="0">
                <a:pos x="connsiteX38989" y="connsiteY38989"/>
              </a:cxn>
              <a:cxn ang="0">
                <a:pos x="connsiteX38990" y="connsiteY38990"/>
              </a:cxn>
              <a:cxn ang="0">
                <a:pos x="connsiteX38991" y="connsiteY38991"/>
              </a:cxn>
              <a:cxn ang="0">
                <a:pos x="connsiteX38992" y="connsiteY38992"/>
              </a:cxn>
              <a:cxn ang="0">
                <a:pos x="connsiteX38993" y="connsiteY38993"/>
              </a:cxn>
              <a:cxn ang="0">
                <a:pos x="connsiteX38994" y="connsiteY38994"/>
              </a:cxn>
              <a:cxn ang="0">
                <a:pos x="connsiteX38995" y="connsiteY38995"/>
              </a:cxn>
              <a:cxn ang="0">
                <a:pos x="connsiteX38996" y="connsiteY38996"/>
              </a:cxn>
              <a:cxn ang="0">
                <a:pos x="connsiteX38997" y="connsiteY38997"/>
              </a:cxn>
              <a:cxn ang="0">
                <a:pos x="connsiteX38998" y="connsiteY38998"/>
              </a:cxn>
              <a:cxn ang="0">
                <a:pos x="connsiteX38999" y="connsiteY38999"/>
              </a:cxn>
              <a:cxn ang="0">
                <a:pos x="connsiteX39000" y="connsiteY39000"/>
              </a:cxn>
              <a:cxn ang="0">
                <a:pos x="connsiteX39001" y="connsiteY39001"/>
              </a:cxn>
              <a:cxn ang="0">
                <a:pos x="connsiteX39002" y="connsiteY39002"/>
              </a:cxn>
              <a:cxn ang="0">
                <a:pos x="connsiteX39003" y="connsiteY39003"/>
              </a:cxn>
              <a:cxn ang="0">
                <a:pos x="connsiteX39004" y="connsiteY39004"/>
              </a:cxn>
              <a:cxn ang="0">
                <a:pos x="connsiteX39005" y="connsiteY39005"/>
              </a:cxn>
              <a:cxn ang="0">
                <a:pos x="connsiteX39006" y="connsiteY39006"/>
              </a:cxn>
              <a:cxn ang="0">
                <a:pos x="connsiteX39007" y="connsiteY39007"/>
              </a:cxn>
              <a:cxn ang="0">
                <a:pos x="connsiteX39008" y="connsiteY39008"/>
              </a:cxn>
              <a:cxn ang="0">
                <a:pos x="connsiteX39009" y="connsiteY39009"/>
              </a:cxn>
              <a:cxn ang="0">
                <a:pos x="connsiteX39010" y="connsiteY39010"/>
              </a:cxn>
              <a:cxn ang="0">
                <a:pos x="connsiteX39011" y="connsiteY39011"/>
              </a:cxn>
              <a:cxn ang="0">
                <a:pos x="connsiteX39012" y="connsiteY39012"/>
              </a:cxn>
              <a:cxn ang="0">
                <a:pos x="connsiteX39013" y="connsiteY39013"/>
              </a:cxn>
              <a:cxn ang="0">
                <a:pos x="connsiteX39014" y="connsiteY39014"/>
              </a:cxn>
              <a:cxn ang="0">
                <a:pos x="connsiteX39015" y="connsiteY39015"/>
              </a:cxn>
              <a:cxn ang="0">
                <a:pos x="connsiteX39016" y="connsiteY39016"/>
              </a:cxn>
              <a:cxn ang="0">
                <a:pos x="connsiteX39017" y="connsiteY39017"/>
              </a:cxn>
              <a:cxn ang="0">
                <a:pos x="connsiteX39018" y="connsiteY39018"/>
              </a:cxn>
              <a:cxn ang="0">
                <a:pos x="connsiteX39019" y="connsiteY39019"/>
              </a:cxn>
              <a:cxn ang="0">
                <a:pos x="connsiteX39020" y="connsiteY39020"/>
              </a:cxn>
              <a:cxn ang="0">
                <a:pos x="connsiteX39021" y="connsiteY39021"/>
              </a:cxn>
              <a:cxn ang="0">
                <a:pos x="connsiteX39022" y="connsiteY39022"/>
              </a:cxn>
              <a:cxn ang="0">
                <a:pos x="connsiteX39023" y="connsiteY39023"/>
              </a:cxn>
              <a:cxn ang="0">
                <a:pos x="connsiteX39024" y="connsiteY39024"/>
              </a:cxn>
              <a:cxn ang="0">
                <a:pos x="connsiteX39025" y="connsiteY39025"/>
              </a:cxn>
              <a:cxn ang="0">
                <a:pos x="connsiteX39026" y="connsiteY39026"/>
              </a:cxn>
              <a:cxn ang="0">
                <a:pos x="connsiteX39027" y="connsiteY39027"/>
              </a:cxn>
              <a:cxn ang="0">
                <a:pos x="connsiteX39028" y="connsiteY39028"/>
              </a:cxn>
              <a:cxn ang="0">
                <a:pos x="connsiteX39029" y="connsiteY39029"/>
              </a:cxn>
              <a:cxn ang="0">
                <a:pos x="connsiteX39030" y="connsiteY39030"/>
              </a:cxn>
              <a:cxn ang="0">
                <a:pos x="connsiteX39031" y="connsiteY39031"/>
              </a:cxn>
              <a:cxn ang="0">
                <a:pos x="connsiteX39032" y="connsiteY39032"/>
              </a:cxn>
              <a:cxn ang="0">
                <a:pos x="connsiteX39033" y="connsiteY39033"/>
              </a:cxn>
              <a:cxn ang="0">
                <a:pos x="connsiteX39034" y="connsiteY39034"/>
              </a:cxn>
              <a:cxn ang="0">
                <a:pos x="connsiteX39035" y="connsiteY39035"/>
              </a:cxn>
              <a:cxn ang="0">
                <a:pos x="connsiteX39036" y="connsiteY39036"/>
              </a:cxn>
              <a:cxn ang="0">
                <a:pos x="connsiteX39037" y="connsiteY39037"/>
              </a:cxn>
              <a:cxn ang="0">
                <a:pos x="connsiteX39038" y="connsiteY39038"/>
              </a:cxn>
              <a:cxn ang="0">
                <a:pos x="connsiteX39039" y="connsiteY39039"/>
              </a:cxn>
              <a:cxn ang="0">
                <a:pos x="connsiteX39040" y="connsiteY39040"/>
              </a:cxn>
              <a:cxn ang="0">
                <a:pos x="connsiteX39041" y="connsiteY39041"/>
              </a:cxn>
              <a:cxn ang="0">
                <a:pos x="connsiteX39042" y="connsiteY39042"/>
              </a:cxn>
              <a:cxn ang="0">
                <a:pos x="connsiteX39043" y="connsiteY39043"/>
              </a:cxn>
              <a:cxn ang="0">
                <a:pos x="connsiteX39044" y="connsiteY39044"/>
              </a:cxn>
              <a:cxn ang="0">
                <a:pos x="connsiteX39045" y="connsiteY39045"/>
              </a:cxn>
              <a:cxn ang="0">
                <a:pos x="connsiteX39046" y="connsiteY39046"/>
              </a:cxn>
              <a:cxn ang="0">
                <a:pos x="connsiteX39047" y="connsiteY39047"/>
              </a:cxn>
              <a:cxn ang="0">
                <a:pos x="connsiteX39048" y="connsiteY39048"/>
              </a:cxn>
              <a:cxn ang="0">
                <a:pos x="connsiteX39049" y="connsiteY39049"/>
              </a:cxn>
              <a:cxn ang="0">
                <a:pos x="connsiteX39050" y="connsiteY39050"/>
              </a:cxn>
              <a:cxn ang="0">
                <a:pos x="connsiteX39051" y="connsiteY39051"/>
              </a:cxn>
              <a:cxn ang="0">
                <a:pos x="connsiteX39052" y="connsiteY39052"/>
              </a:cxn>
              <a:cxn ang="0">
                <a:pos x="connsiteX39053" y="connsiteY39053"/>
              </a:cxn>
              <a:cxn ang="0">
                <a:pos x="connsiteX39054" y="connsiteY39054"/>
              </a:cxn>
              <a:cxn ang="0">
                <a:pos x="connsiteX39055" y="connsiteY39055"/>
              </a:cxn>
              <a:cxn ang="0">
                <a:pos x="connsiteX39056" y="connsiteY39056"/>
              </a:cxn>
              <a:cxn ang="0">
                <a:pos x="connsiteX39057" y="connsiteY39057"/>
              </a:cxn>
              <a:cxn ang="0">
                <a:pos x="connsiteX39058" y="connsiteY39058"/>
              </a:cxn>
              <a:cxn ang="0">
                <a:pos x="connsiteX39059" y="connsiteY39059"/>
              </a:cxn>
              <a:cxn ang="0">
                <a:pos x="connsiteX39060" y="connsiteY39060"/>
              </a:cxn>
              <a:cxn ang="0">
                <a:pos x="connsiteX39061" y="connsiteY39061"/>
              </a:cxn>
              <a:cxn ang="0">
                <a:pos x="connsiteX39062" y="connsiteY39062"/>
              </a:cxn>
              <a:cxn ang="0">
                <a:pos x="connsiteX39063" y="connsiteY39063"/>
              </a:cxn>
              <a:cxn ang="0">
                <a:pos x="connsiteX39064" y="connsiteY39064"/>
              </a:cxn>
              <a:cxn ang="0">
                <a:pos x="connsiteX39065" y="connsiteY39065"/>
              </a:cxn>
              <a:cxn ang="0">
                <a:pos x="connsiteX39066" y="connsiteY39066"/>
              </a:cxn>
              <a:cxn ang="0">
                <a:pos x="connsiteX39067" y="connsiteY39067"/>
              </a:cxn>
              <a:cxn ang="0">
                <a:pos x="connsiteX39068" y="connsiteY39068"/>
              </a:cxn>
              <a:cxn ang="0">
                <a:pos x="connsiteX39069" y="connsiteY39069"/>
              </a:cxn>
              <a:cxn ang="0">
                <a:pos x="connsiteX39070" y="connsiteY39070"/>
              </a:cxn>
              <a:cxn ang="0">
                <a:pos x="connsiteX39071" y="connsiteY39071"/>
              </a:cxn>
              <a:cxn ang="0">
                <a:pos x="connsiteX39072" y="connsiteY39072"/>
              </a:cxn>
              <a:cxn ang="0">
                <a:pos x="connsiteX39073" y="connsiteY39073"/>
              </a:cxn>
              <a:cxn ang="0">
                <a:pos x="connsiteX39074" y="connsiteY39074"/>
              </a:cxn>
              <a:cxn ang="0">
                <a:pos x="connsiteX39075" y="connsiteY39075"/>
              </a:cxn>
              <a:cxn ang="0">
                <a:pos x="connsiteX39076" y="connsiteY39076"/>
              </a:cxn>
              <a:cxn ang="0">
                <a:pos x="connsiteX39077" y="connsiteY39077"/>
              </a:cxn>
              <a:cxn ang="0">
                <a:pos x="connsiteX39078" y="connsiteY39078"/>
              </a:cxn>
              <a:cxn ang="0">
                <a:pos x="connsiteX39079" y="connsiteY39079"/>
              </a:cxn>
              <a:cxn ang="0">
                <a:pos x="connsiteX39080" y="connsiteY39080"/>
              </a:cxn>
              <a:cxn ang="0">
                <a:pos x="connsiteX39081" y="connsiteY39081"/>
              </a:cxn>
              <a:cxn ang="0">
                <a:pos x="connsiteX39082" y="connsiteY39082"/>
              </a:cxn>
              <a:cxn ang="0">
                <a:pos x="connsiteX39083" y="connsiteY39083"/>
              </a:cxn>
              <a:cxn ang="0">
                <a:pos x="connsiteX39084" y="connsiteY39084"/>
              </a:cxn>
              <a:cxn ang="0">
                <a:pos x="connsiteX39085" y="connsiteY39085"/>
              </a:cxn>
              <a:cxn ang="0">
                <a:pos x="connsiteX39086" y="connsiteY39086"/>
              </a:cxn>
              <a:cxn ang="0">
                <a:pos x="connsiteX39087" y="connsiteY39087"/>
              </a:cxn>
              <a:cxn ang="0">
                <a:pos x="connsiteX39088" y="connsiteY39088"/>
              </a:cxn>
              <a:cxn ang="0">
                <a:pos x="connsiteX39089" y="connsiteY39089"/>
              </a:cxn>
              <a:cxn ang="0">
                <a:pos x="connsiteX39090" y="connsiteY39090"/>
              </a:cxn>
              <a:cxn ang="0">
                <a:pos x="connsiteX39091" y="connsiteY39091"/>
              </a:cxn>
              <a:cxn ang="0">
                <a:pos x="connsiteX39092" y="connsiteY39092"/>
              </a:cxn>
              <a:cxn ang="0">
                <a:pos x="connsiteX39093" y="connsiteY39093"/>
              </a:cxn>
              <a:cxn ang="0">
                <a:pos x="connsiteX39094" y="connsiteY39094"/>
              </a:cxn>
              <a:cxn ang="0">
                <a:pos x="connsiteX39095" y="connsiteY39095"/>
              </a:cxn>
              <a:cxn ang="0">
                <a:pos x="connsiteX39096" y="connsiteY39096"/>
              </a:cxn>
              <a:cxn ang="0">
                <a:pos x="connsiteX39097" y="connsiteY39097"/>
              </a:cxn>
              <a:cxn ang="0">
                <a:pos x="connsiteX39098" y="connsiteY39098"/>
              </a:cxn>
              <a:cxn ang="0">
                <a:pos x="connsiteX39099" y="connsiteY39099"/>
              </a:cxn>
              <a:cxn ang="0">
                <a:pos x="connsiteX39100" y="connsiteY39100"/>
              </a:cxn>
              <a:cxn ang="0">
                <a:pos x="connsiteX39101" y="connsiteY39101"/>
              </a:cxn>
              <a:cxn ang="0">
                <a:pos x="connsiteX39102" y="connsiteY39102"/>
              </a:cxn>
              <a:cxn ang="0">
                <a:pos x="connsiteX39103" y="connsiteY39103"/>
              </a:cxn>
              <a:cxn ang="0">
                <a:pos x="connsiteX39104" y="connsiteY39104"/>
              </a:cxn>
              <a:cxn ang="0">
                <a:pos x="connsiteX39105" y="connsiteY39105"/>
              </a:cxn>
              <a:cxn ang="0">
                <a:pos x="connsiteX39106" y="connsiteY39106"/>
              </a:cxn>
              <a:cxn ang="0">
                <a:pos x="connsiteX39107" y="connsiteY39107"/>
              </a:cxn>
              <a:cxn ang="0">
                <a:pos x="connsiteX39108" y="connsiteY39108"/>
              </a:cxn>
              <a:cxn ang="0">
                <a:pos x="connsiteX39109" y="connsiteY39109"/>
              </a:cxn>
              <a:cxn ang="0">
                <a:pos x="connsiteX39110" y="connsiteY39110"/>
              </a:cxn>
              <a:cxn ang="0">
                <a:pos x="connsiteX39111" y="connsiteY39111"/>
              </a:cxn>
              <a:cxn ang="0">
                <a:pos x="connsiteX39112" y="connsiteY39112"/>
              </a:cxn>
              <a:cxn ang="0">
                <a:pos x="connsiteX39113" y="connsiteY39113"/>
              </a:cxn>
              <a:cxn ang="0">
                <a:pos x="connsiteX39114" y="connsiteY39114"/>
              </a:cxn>
              <a:cxn ang="0">
                <a:pos x="connsiteX39115" y="connsiteY39115"/>
              </a:cxn>
              <a:cxn ang="0">
                <a:pos x="connsiteX39116" y="connsiteY39116"/>
              </a:cxn>
              <a:cxn ang="0">
                <a:pos x="connsiteX39117" y="connsiteY39117"/>
              </a:cxn>
              <a:cxn ang="0">
                <a:pos x="connsiteX39118" y="connsiteY39118"/>
              </a:cxn>
              <a:cxn ang="0">
                <a:pos x="connsiteX39119" y="connsiteY39119"/>
              </a:cxn>
              <a:cxn ang="0">
                <a:pos x="connsiteX39120" y="connsiteY39120"/>
              </a:cxn>
              <a:cxn ang="0">
                <a:pos x="connsiteX39121" y="connsiteY39121"/>
              </a:cxn>
              <a:cxn ang="0">
                <a:pos x="connsiteX39122" y="connsiteY39122"/>
              </a:cxn>
              <a:cxn ang="0">
                <a:pos x="connsiteX39123" y="connsiteY39123"/>
              </a:cxn>
              <a:cxn ang="0">
                <a:pos x="connsiteX39124" y="connsiteY39124"/>
              </a:cxn>
              <a:cxn ang="0">
                <a:pos x="connsiteX39125" y="connsiteY39125"/>
              </a:cxn>
              <a:cxn ang="0">
                <a:pos x="connsiteX39126" y="connsiteY39126"/>
              </a:cxn>
              <a:cxn ang="0">
                <a:pos x="connsiteX39127" y="connsiteY39127"/>
              </a:cxn>
              <a:cxn ang="0">
                <a:pos x="connsiteX39128" y="connsiteY39128"/>
              </a:cxn>
              <a:cxn ang="0">
                <a:pos x="connsiteX39129" y="connsiteY39129"/>
              </a:cxn>
              <a:cxn ang="0">
                <a:pos x="connsiteX39130" y="connsiteY39130"/>
              </a:cxn>
              <a:cxn ang="0">
                <a:pos x="connsiteX39131" y="connsiteY39131"/>
              </a:cxn>
              <a:cxn ang="0">
                <a:pos x="connsiteX39132" y="connsiteY39132"/>
              </a:cxn>
              <a:cxn ang="0">
                <a:pos x="connsiteX39133" y="connsiteY39133"/>
              </a:cxn>
              <a:cxn ang="0">
                <a:pos x="connsiteX39134" y="connsiteY39134"/>
              </a:cxn>
              <a:cxn ang="0">
                <a:pos x="connsiteX39135" y="connsiteY39135"/>
              </a:cxn>
              <a:cxn ang="0">
                <a:pos x="connsiteX39136" y="connsiteY39136"/>
              </a:cxn>
              <a:cxn ang="0">
                <a:pos x="connsiteX39137" y="connsiteY39137"/>
              </a:cxn>
              <a:cxn ang="0">
                <a:pos x="connsiteX39138" y="connsiteY39138"/>
              </a:cxn>
              <a:cxn ang="0">
                <a:pos x="connsiteX39139" y="connsiteY39139"/>
              </a:cxn>
              <a:cxn ang="0">
                <a:pos x="connsiteX39140" y="connsiteY39140"/>
              </a:cxn>
              <a:cxn ang="0">
                <a:pos x="connsiteX39141" y="connsiteY39141"/>
              </a:cxn>
              <a:cxn ang="0">
                <a:pos x="connsiteX39142" y="connsiteY39142"/>
              </a:cxn>
              <a:cxn ang="0">
                <a:pos x="connsiteX39143" y="connsiteY39143"/>
              </a:cxn>
              <a:cxn ang="0">
                <a:pos x="connsiteX39144" y="connsiteY39144"/>
              </a:cxn>
              <a:cxn ang="0">
                <a:pos x="connsiteX39145" y="connsiteY39145"/>
              </a:cxn>
              <a:cxn ang="0">
                <a:pos x="connsiteX39146" y="connsiteY39146"/>
              </a:cxn>
              <a:cxn ang="0">
                <a:pos x="connsiteX39147" y="connsiteY39147"/>
              </a:cxn>
              <a:cxn ang="0">
                <a:pos x="connsiteX39148" y="connsiteY39148"/>
              </a:cxn>
              <a:cxn ang="0">
                <a:pos x="connsiteX39149" y="connsiteY39149"/>
              </a:cxn>
              <a:cxn ang="0">
                <a:pos x="connsiteX39150" y="connsiteY39150"/>
              </a:cxn>
              <a:cxn ang="0">
                <a:pos x="connsiteX39151" y="connsiteY39151"/>
              </a:cxn>
              <a:cxn ang="0">
                <a:pos x="connsiteX39152" y="connsiteY39152"/>
              </a:cxn>
              <a:cxn ang="0">
                <a:pos x="connsiteX39153" y="connsiteY39153"/>
              </a:cxn>
              <a:cxn ang="0">
                <a:pos x="connsiteX39154" y="connsiteY39154"/>
              </a:cxn>
              <a:cxn ang="0">
                <a:pos x="connsiteX39155" y="connsiteY39155"/>
              </a:cxn>
              <a:cxn ang="0">
                <a:pos x="connsiteX39156" y="connsiteY39156"/>
              </a:cxn>
              <a:cxn ang="0">
                <a:pos x="connsiteX39157" y="connsiteY39157"/>
              </a:cxn>
              <a:cxn ang="0">
                <a:pos x="connsiteX39158" y="connsiteY39158"/>
              </a:cxn>
              <a:cxn ang="0">
                <a:pos x="connsiteX39159" y="connsiteY39159"/>
              </a:cxn>
              <a:cxn ang="0">
                <a:pos x="connsiteX39160" y="connsiteY39160"/>
              </a:cxn>
              <a:cxn ang="0">
                <a:pos x="connsiteX39161" y="connsiteY39161"/>
              </a:cxn>
              <a:cxn ang="0">
                <a:pos x="connsiteX39162" y="connsiteY39162"/>
              </a:cxn>
              <a:cxn ang="0">
                <a:pos x="connsiteX39163" y="connsiteY39163"/>
              </a:cxn>
              <a:cxn ang="0">
                <a:pos x="connsiteX39164" y="connsiteY39164"/>
              </a:cxn>
              <a:cxn ang="0">
                <a:pos x="connsiteX39165" y="connsiteY39165"/>
              </a:cxn>
              <a:cxn ang="0">
                <a:pos x="connsiteX39166" y="connsiteY39166"/>
              </a:cxn>
              <a:cxn ang="0">
                <a:pos x="connsiteX39167" y="connsiteY39167"/>
              </a:cxn>
              <a:cxn ang="0">
                <a:pos x="connsiteX39168" y="connsiteY39168"/>
              </a:cxn>
              <a:cxn ang="0">
                <a:pos x="connsiteX39169" y="connsiteY39169"/>
              </a:cxn>
              <a:cxn ang="0">
                <a:pos x="connsiteX39170" y="connsiteY39170"/>
              </a:cxn>
              <a:cxn ang="0">
                <a:pos x="connsiteX39171" y="connsiteY39171"/>
              </a:cxn>
              <a:cxn ang="0">
                <a:pos x="connsiteX39172" y="connsiteY39172"/>
              </a:cxn>
              <a:cxn ang="0">
                <a:pos x="connsiteX39173" y="connsiteY39173"/>
              </a:cxn>
              <a:cxn ang="0">
                <a:pos x="connsiteX39174" y="connsiteY39174"/>
              </a:cxn>
              <a:cxn ang="0">
                <a:pos x="connsiteX39175" y="connsiteY39175"/>
              </a:cxn>
              <a:cxn ang="0">
                <a:pos x="connsiteX39176" y="connsiteY39176"/>
              </a:cxn>
              <a:cxn ang="0">
                <a:pos x="connsiteX39177" y="connsiteY39177"/>
              </a:cxn>
              <a:cxn ang="0">
                <a:pos x="connsiteX39178" y="connsiteY39178"/>
              </a:cxn>
              <a:cxn ang="0">
                <a:pos x="connsiteX39179" y="connsiteY39179"/>
              </a:cxn>
              <a:cxn ang="0">
                <a:pos x="connsiteX39180" y="connsiteY39180"/>
              </a:cxn>
              <a:cxn ang="0">
                <a:pos x="connsiteX39181" y="connsiteY39181"/>
              </a:cxn>
              <a:cxn ang="0">
                <a:pos x="connsiteX39182" y="connsiteY39182"/>
              </a:cxn>
              <a:cxn ang="0">
                <a:pos x="connsiteX39183" y="connsiteY39183"/>
              </a:cxn>
              <a:cxn ang="0">
                <a:pos x="connsiteX39184" y="connsiteY39184"/>
              </a:cxn>
              <a:cxn ang="0">
                <a:pos x="connsiteX39185" y="connsiteY39185"/>
              </a:cxn>
              <a:cxn ang="0">
                <a:pos x="connsiteX39186" y="connsiteY39186"/>
              </a:cxn>
              <a:cxn ang="0">
                <a:pos x="connsiteX39187" y="connsiteY39187"/>
              </a:cxn>
              <a:cxn ang="0">
                <a:pos x="connsiteX39188" y="connsiteY39188"/>
              </a:cxn>
              <a:cxn ang="0">
                <a:pos x="connsiteX39189" y="connsiteY39189"/>
              </a:cxn>
              <a:cxn ang="0">
                <a:pos x="connsiteX39190" y="connsiteY39190"/>
              </a:cxn>
              <a:cxn ang="0">
                <a:pos x="connsiteX39191" y="connsiteY39191"/>
              </a:cxn>
              <a:cxn ang="0">
                <a:pos x="connsiteX39192" y="connsiteY39192"/>
              </a:cxn>
              <a:cxn ang="0">
                <a:pos x="connsiteX39193" y="connsiteY39193"/>
              </a:cxn>
              <a:cxn ang="0">
                <a:pos x="connsiteX39194" y="connsiteY39194"/>
              </a:cxn>
              <a:cxn ang="0">
                <a:pos x="connsiteX39195" y="connsiteY39195"/>
              </a:cxn>
              <a:cxn ang="0">
                <a:pos x="connsiteX39196" y="connsiteY39196"/>
              </a:cxn>
              <a:cxn ang="0">
                <a:pos x="connsiteX39197" y="connsiteY39197"/>
              </a:cxn>
              <a:cxn ang="0">
                <a:pos x="connsiteX39198" y="connsiteY39198"/>
              </a:cxn>
              <a:cxn ang="0">
                <a:pos x="connsiteX39199" y="connsiteY39199"/>
              </a:cxn>
              <a:cxn ang="0">
                <a:pos x="connsiteX39200" y="connsiteY39200"/>
              </a:cxn>
              <a:cxn ang="0">
                <a:pos x="connsiteX39201" y="connsiteY39201"/>
              </a:cxn>
              <a:cxn ang="0">
                <a:pos x="connsiteX39202" y="connsiteY39202"/>
              </a:cxn>
              <a:cxn ang="0">
                <a:pos x="connsiteX39203" y="connsiteY39203"/>
              </a:cxn>
              <a:cxn ang="0">
                <a:pos x="connsiteX39204" y="connsiteY39204"/>
              </a:cxn>
              <a:cxn ang="0">
                <a:pos x="connsiteX39205" y="connsiteY39205"/>
              </a:cxn>
              <a:cxn ang="0">
                <a:pos x="connsiteX39206" y="connsiteY39206"/>
              </a:cxn>
              <a:cxn ang="0">
                <a:pos x="connsiteX39207" y="connsiteY39207"/>
              </a:cxn>
              <a:cxn ang="0">
                <a:pos x="connsiteX39208" y="connsiteY39208"/>
              </a:cxn>
              <a:cxn ang="0">
                <a:pos x="connsiteX39209" y="connsiteY39209"/>
              </a:cxn>
              <a:cxn ang="0">
                <a:pos x="connsiteX39210" y="connsiteY39210"/>
              </a:cxn>
              <a:cxn ang="0">
                <a:pos x="connsiteX39211" y="connsiteY39211"/>
              </a:cxn>
              <a:cxn ang="0">
                <a:pos x="connsiteX39212" y="connsiteY39212"/>
              </a:cxn>
              <a:cxn ang="0">
                <a:pos x="connsiteX39213" y="connsiteY39213"/>
              </a:cxn>
              <a:cxn ang="0">
                <a:pos x="connsiteX39214" y="connsiteY39214"/>
              </a:cxn>
              <a:cxn ang="0">
                <a:pos x="connsiteX39215" y="connsiteY39215"/>
              </a:cxn>
              <a:cxn ang="0">
                <a:pos x="connsiteX39216" y="connsiteY39216"/>
              </a:cxn>
              <a:cxn ang="0">
                <a:pos x="connsiteX39217" y="connsiteY39217"/>
              </a:cxn>
              <a:cxn ang="0">
                <a:pos x="connsiteX39218" y="connsiteY39218"/>
              </a:cxn>
              <a:cxn ang="0">
                <a:pos x="connsiteX39219" y="connsiteY39219"/>
              </a:cxn>
              <a:cxn ang="0">
                <a:pos x="connsiteX39220" y="connsiteY39220"/>
              </a:cxn>
              <a:cxn ang="0">
                <a:pos x="connsiteX39221" y="connsiteY39221"/>
              </a:cxn>
              <a:cxn ang="0">
                <a:pos x="connsiteX39222" y="connsiteY39222"/>
              </a:cxn>
              <a:cxn ang="0">
                <a:pos x="connsiteX39223" y="connsiteY39223"/>
              </a:cxn>
              <a:cxn ang="0">
                <a:pos x="connsiteX39224" y="connsiteY39224"/>
              </a:cxn>
              <a:cxn ang="0">
                <a:pos x="connsiteX39225" y="connsiteY39225"/>
              </a:cxn>
              <a:cxn ang="0">
                <a:pos x="connsiteX39226" y="connsiteY39226"/>
              </a:cxn>
              <a:cxn ang="0">
                <a:pos x="connsiteX39227" y="connsiteY39227"/>
              </a:cxn>
              <a:cxn ang="0">
                <a:pos x="connsiteX39228" y="connsiteY39228"/>
              </a:cxn>
              <a:cxn ang="0">
                <a:pos x="connsiteX39229" y="connsiteY39229"/>
              </a:cxn>
              <a:cxn ang="0">
                <a:pos x="connsiteX39230" y="connsiteY39230"/>
              </a:cxn>
              <a:cxn ang="0">
                <a:pos x="connsiteX39231" y="connsiteY39231"/>
              </a:cxn>
              <a:cxn ang="0">
                <a:pos x="connsiteX39232" y="connsiteY39232"/>
              </a:cxn>
              <a:cxn ang="0">
                <a:pos x="connsiteX39233" y="connsiteY39233"/>
              </a:cxn>
              <a:cxn ang="0">
                <a:pos x="connsiteX39234" y="connsiteY39234"/>
              </a:cxn>
              <a:cxn ang="0">
                <a:pos x="connsiteX39235" y="connsiteY39235"/>
              </a:cxn>
              <a:cxn ang="0">
                <a:pos x="connsiteX39236" y="connsiteY39236"/>
              </a:cxn>
              <a:cxn ang="0">
                <a:pos x="connsiteX39237" y="connsiteY39237"/>
              </a:cxn>
              <a:cxn ang="0">
                <a:pos x="connsiteX39238" y="connsiteY39238"/>
              </a:cxn>
              <a:cxn ang="0">
                <a:pos x="connsiteX39239" y="connsiteY39239"/>
              </a:cxn>
              <a:cxn ang="0">
                <a:pos x="connsiteX39240" y="connsiteY39240"/>
              </a:cxn>
              <a:cxn ang="0">
                <a:pos x="connsiteX39241" y="connsiteY39241"/>
              </a:cxn>
              <a:cxn ang="0">
                <a:pos x="connsiteX39242" y="connsiteY39242"/>
              </a:cxn>
              <a:cxn ang="0">
                <a:pos x="connsiteX39243" y="connsiteY39243"/>
              </a:cxn>
              <a:cxn ang="0">
                <a:pos x="connsiteX39244" y="connsiteY39244"/>
              </a:cxn>
              <a:cxn ang="0">
                <a:pos x="connsiteX39245" y="connsiteY39245"/>
              </a:cxn>
              <a:cxn ang="0">
                <a:pos x="connsiteX39246" y="connsiteY39246"/>
              </a:cxn>
              <a:cxn ang="0">
                <a:pos x="connsiteX39247" y="connsiteY39247"/>
              </a:cxn>
              <a:cxn ang="0">
                <a:pos x="connsiteX39248" y="connsiteY39248"/>
              </a:cxn>
              <a:cxn ang="0">
                <a:pos x="connsiteX39249" y="connsiteY39249"/>
              </a:cxn>
              <a:cxn ang="0">
                <a:pos x="connsiteX39250" y="connsiteY39250"/>
              </a:cxn>
              <a:cxn ang="0">
                <a:pos x="connsiteX39251" y="connsiteY39251"/>
              </a:cxn>
              <a:cxn ang="0">
                <a:pos x="connsiteX39252" y="connsiteY39252"/>
              </a:cxn>
              <a:cxn ang="0">
                <a:pos x="connsiteX39253" y="connsiteY39253"/>
              </a:cxn>
              <a:cxn ang="0">
                <a:pos x="connsiteX39254" y="connsiteY39254"/>
              </a:cxn>
              <a:cxn ang="0">
                <a:pos x="connsiteX39255" y="connsiteY39255"/>
              </a:cxn>
              <a:cxn ang="0">
                <a:pos x="connsiteX39256" y="connsiteY39256"/>
              </a:cxn>
              <a:cxn ang="0">
                <a:pos x="connsiteX39257" y="connsiteY39257"/>
              </a:cxn>
              <a:cxn ang="0">
                <a:pos x="connsiteX39258" y="connsiteY39258"/>
              </a:cxn>
              <a:cxn ang="0">
                <a:pos x="connsiteX39259" y="connsiteY39259"/>
              </a:cxn>
              <a:cxn ang="0">
                <a:pos x="connsiteX39260" y="connsiteY39260"/>
              </a:cxn>
              <a:cxn ang="0">
                <a:pos x="connsiteX39261" y="connsiteY39261"/>
              </a:cxn>
              <a:cxn ang="0">
                <a:pos x="connsiteX39262" y="connsiteY39262"/>
              </a:cxn>
              <a:cxn ang="0">
                <a:pos x="connsiteX39263" y="connsiteY39263"/>
              </a:cxn>
              <a:cxn ang="0">
                <a:pos x="connsiteX39264" y="connsiteY39264"/>
              </a:cxn>
              <a:cxn ang="0">
                <a:pos x="connsiteX39265" y="connsiteY39265"/>
              </a:cxn>
              <a:cxn ang="0">
                <a:pos x="connsiteX39266" y="connsiteY39266"/>
              </a:cxn>
              <a:cxn ang="0">
                <a:pos x="connsiteX39267" y="connsiteY39267"/>
              </a:cxn>
              <a:cxn ang="0">
                <a:pos x="connsiteX39268" y="connsiteY39268"/>
              </a:cxn>
              <a:cxn ang="0">
                <a:pos x="connsiteX39269" y="connsiteY39269"/>
              </a:cxn>
              <a:cxn ang="0">
                <a:pos x="connsiteX39270" y="connsiteY39270"/>
              </a:cxn>
              <a:cxn ang="0">
                <a:pos x="connsiteX39271" y="connsiteY39271"/>
              </a:cxn>
              <a:cxn ang="0">
                <a:pos x="connsiteX39272" y="connsiteY39272"/>
              </a:cxn>
              <a:cxn ang="0">
                <a:pos x="connsiteX39273" y="connsiteY39273"/>
              </a:cxn>
              <a:cxn ang="0">
                <a:pos x="connsiteX39274" y="connsiteY39274"/>
              </a:cxn>
              <a:cxn ang="0">
                <a:pos x="connsiteX39275" y="connsiteY39275"/>
              </a:cxn>
              <a:cxn ang="0">
                <a:pos x="connsiteX39276" y="connsiteY39276"/>
              </a:cxn>
              <a:cxn ang="0">
                <a:pos x="connsiteX39277" y="connsiteY39277"/>
              </a:cxn>
              <a:cxn ang="0">
                <a:pos x="connsiteX39278" y="connsiteY39278"/>
              </a:cxn>
              <a:cxn ang="0">
                <a:pos x="connsiteX39279" y="connsiteY39279"/>
              </a:cxn>
              <a:cxn ang="0">
                <a:pos x="connsiteX39280" y="connsiteY39280"/>
              </a:cxn>
              <a:cxn ang="0">
                <a:pos x="connsiteX39281" y="connsiteY39281"/>
              </a:cxn>
              <a:cxn ang="0">
                <a:pos x="connsiteX39282" y="connsiteY39282"/>
              </a:cxn>
              <a:cxn ang="0">
                <a:pos x="connsiteX39283" y="connsiteY39283"/>
              </a:cxn>
              <a:cxn ang="0">
                <a:pos x="connsiteX39284" y="connsiteY39284"/>
              </a:cxn>
              <a:cxn ang="0">
                <a:pos x="connsiteX39285" y="connsiteY39285"/>
              </a:cxn>
              <a:cxn ang="0">
                <a:pos x="connsiteX39286" y="connsiteY39286"/>
              </a:cxn>
              <a:cxn ang="0">
                <a:pos x="connsiteX39287" y="connsiteY39287"/>
              </a:cxn>
              <a:cxn ang="0">
                <a:pos x="connsiteX39288" y="connsiteY39288"/>
              </a:cxn>
              <a:cxn ang="0">
                <a:pos x="connsiteX39289" y="connsiteY39289"/>
              </a:cxn>
              <a:cxn ang="0">
                <a:pos x="connsiteX39290" y="connsiteY39290"/>
              </a:cxn>
              <a:cxn ang="0">
                <a:pos x="connsiteX39291" y="connsiteY39291"/>
              </a:cxn>
              <a:cxn ang="0">
                <a:pos x="connsiteX39292" y="connsiteY39292"/>
              </a:cxn>
              <a:cxn ang="0">
                <a:pos x="connsiteX39293" y="connsiteY39293"/>
              </a:cxn>
              <a:cxn ang="0">
                <a:pos x="connsiteX39294" y="connsiteY39294"/>
              </a:cxn>
              <a:cxn ang="0">
                <a:pos x="connsiteX39295" y="connsiteY39295"/>
              </a:cxn>
              <a:cxn ang="0">
                <a:pos x="connsiteX39296" y="connsiteY39296"/>
              </a:cxn>
              <a:cxn ang="0">
                <a:pos x="connsiteX39297" y="connsiteY39297"/>
              </a:cxn>
              <a:cxn ang="0">
                <a:pos x="connsiteX39298" y="connsiteY39298"/>
              </a:cxn>
              <a:cxn ang="0">
                <a:pos x="connsiteX39299" y="connsiteY39299"/>
              </a:cxn>
              <a:cxn ang="0">
                <a:pos x="connsiteX39300" y="connsiteY39300"/>
              </a:cxn>
              <a:cxn ang="0">
                <a:pos x="connsiteX39301" y="connsiteY39301"/>
              </a:cxn>
              <a:cxn ang="0">
                <a:pos x="connsiteX39302" y="connsiteY39302"/>
              </a:cxn>
              <a:cxn ang="0">
                <a:pos x="connsiteX39303" y="connsiteY39303"/>
              </a:cxn>
              <a:cxn ang="0">
                <a:pos x="connsiteX39304" y="connsiteY39304"/>
              </a:cxn>
              <a:cxn ang="0">
                <a:pos x="connsiteX39305" y="connsiteY39305"/>
              </a:cxn>
              <a:cxn ang="0">
                <a:pos x="connsiteX39306" y="connsiteY39306"/>
              </a:cxn>
              <a:cxn ang="0">
                <a:pos x="connsiteX39307" y="connsiteY39307"/>
              </a:cxn>
              <a:cxn ang="0">
                <a:pos x="connsiteX39308" y="connsiteY39308"/>
              </a:cxn>
              <a:cxn ang="0">
                <a:pos x="connsiteX39309" y="connsiteY39309"/>
              </a:cxn>
              <a:cxn ang="0">
                <a:pos x="connsiteX39310" y="connsiteY39310"/>
              </a:cxn>
              <a:cxn ang="0">
                <a:pos x="connsiteX39311" y="connsiteY39311"/>
              </a:cxn>
              <a:cxn ang="0">
                <a:pos x="connsiteX39312" y="connsiteY39312"/>
              </a:cxn>
              <a:cxn ang="0">
                <a:pos x="connsiteX39313" y="connsiteY39313"/>
              </a:cxn>
              <a:cxn ang="0">
                <a:pos x="connsiteX39314" y="connsiteY39314"/>
              </a:cxn>
              <a:cxn ang="0">
                <a:pos x="connsiteX39315" y="connsiteY39315"/>
              </a:cxn>
              <a:cxn ang="0">
                <a:pos x="connsiteX39316" y="connsiteY39316"/>
              </a:cxn>
              <a:cxn ang="0">
                <a:pos x="connsiteX39317" y="connsiteY39317"/>
              </a:cxn>
              <a:cxn ang="0">
                <a:pos x="connsiteX39318" y="connsiteY39318"/>
              </a:cxn>
              <a:cxn ang="0">
                <a:pos x="connsiteX39319" y="connsiteY39319"/>
              </a:cxn>
              <a:cxn ang="0">
                <a:pos x="connsiteX39320" y="connsiteY39320"/>
              </a:cxn>
              <a:cxn ang="0">
                <a:pos x="connsiteX39321" y="connsiteY39321"/>
              </a:cxn>
              <a:cxn ang="0">
                <a:pos x="connsiteX39322" y="connsiteY39322"/>
              </a:cxn>
              <a:cxn ang="0">
                <a:pos x="connsiteX39323" y="connsiteY39323"/>
              </a:cxn>
              <a:cxn ang="0">
                <a:pos x="connsiteX39324" y="connsiteY39324"/>
              </a:cxn>
              <a:cxn ang="0">
                <a:pos x="connsiteX39325" y="connsiteY39325"/>
              </a:cxn>
              <a:cxn ang="0">
                <a:pos x="connsiteX39326" y="connsiteY39326"/>
              </a:cxn>
              <a:cxn ang="0">
                <a:pos x="connsiteX39327" y="connsiteY39327"/>
              </a:cxn>
              <a:cxn ang="0">
                <a:pos x="connsiteX39328" y="connsiteY39328"/>
              </a:cxn>
              <a:cxn ang="0">
                <a:pos x="connsiteX39329" y="connsiteY39329"/>
              </a:cxn>
              <a:cxn ang="0">
                <a:pos x="connsiteX39330" y="connsiteY39330"/>
              </a:cxn>
              <a:cxn ang="0">
                <a:pos x="connsiteX39331" y="connsiteY39331"/>
              </a:cxn>
              <a:cxn ang="0">
                <a:pos x="connsiteX39332" y="connsiteY39332"/>
              </a:cxn>
              <a:cxn ang="0">
                <a:pos x="connsiteX39333" y="connsiteY39333"/>
              </a:cxn>
              <a:cxn ang="0">
                <a:pos x="connsiteX39334" y="connsiteY39334"/>
              </a:cxn>
              <a:cxn ang="0">
                <a:pos x="connsiteX39335" y="connsiteY39335"/>
              </a:cxn>
              <a:cxn ang="0">
                <a:pos x="connsiteX39336" y="connsiteY39336"/>
              </a:cxn>
              <a:cxn ang="0">
                <a:pos x="connsiteX39337" y="connsiteY39337"/>
              </a:cxn>
              <a:cxn ang="0">
                <a:pos x="connsiteX39338" y="connsiteY39338"/>
              </a:cxn>
              <a:cxn ang="0">
                <a:pos x="connsiteX39339" y="connsiteY39339"/>
              </a:cxn>
              <a:cxn ang="0">
                <a:pos x="connsiteX39340" y="connsiteY39340"/>
              </a:cxn>
              <a:cxn ang="0">
                <a:pos x="connsiteX39341" y="connsiteY39341"/>
              </a:cxn>
              <a:cxn ang="0">
                <a:pos x="connsiteX39342" y="connsiteY39342"/>
              </a:cxn>
              <a:cxn ang="0">
                <a:pos x="connsiteX39343" y="connsiteY39343"/>
              </a:cxn>
              <a:cxn ang="0">
                <a:pos x="connsiteX39344" y="connsiteY39344"/>
              </a:cxn>
              <a:cxn ang="0">
                <a:pos x="connsiteX39345" y="connsiteY39345"/>
              </a:cxn>
              <a:cxn ang="0">
                <a:pos x="connsiteX39346" y="connsiteY39346"/>
              </a:cxn>
              <a:cxn ang="0">
                <a:pos x="connsiteX39347" y="connsiteY39347"/>
              </a:cxn>
              <a:cxn ang="0">
                <a:pos x="connsiteX39348" y="connsiteY39348"/>
              </a:cxn>
              <a:cxn ang="0">
                <a:pos x="connsiteX39349" y="connsiteY39349"/>
              </a:cxn>
              <a:cxn ang="0">
                <a:pos x="connsiteX39350" y="connsiteY39350"/>
              </a:cxn>
              <a:cxn ang="0">
                <a:pos x="connsiteX39351" y="connsiteY39351"/>
              </a:cxn>
              <a:cxn ang="0">
                <a:pos x="connsiteX39352" y="connsiteY39352"/>
              </a:cxn>
              <a:cxn ang="0">
                <a:pos x="connsiteX39353" y="connsiteY39353"/>
              </a:cxn>
              <a:cxn ang="0">
                <a:pos x="connsiteX39354" y="connsiteY39354"/>
              </a:cxn>
              <a:cxn ang="0">
                <a:pos x="connsiteX39355" y="connsiteY39355"/>
              </a:cxn>
              <a:cxn ang="0">
                <a:pos x="connsiteX39356" y="connsiteY39356"/>
              </a:cxn>
              <a:cxn ang="0">
                <a:pos x="connsiteX39357" y="connsiteY39357"/>
              </a:cxn>
              <a:cxn ang="0">
                <a:pos x="connsiteX39358" y="connsiteY39358"/>
              </a:cxn>
              <a:cxn ang="0">
                <a:pos x="connsiteX39359" y="connsiteY39359"/>
              </a:cxn>
              <a:cxn ang="0">
                <a:pos x="connsiteX39360" y="connsiteY39360"/>
              </a:cxn>
              <a:cxn ang="0">
                <a:pos x="connsiteX39361" y="connsiteY39361"/>
              </a:cxn>
              <a:cxn ang="0">
                <a:pos x="connsiteX39362" y="connsiteY39362"/>
              </a:cxn>
              <a:cxn ang="0">
                <a:pos x="connsiteX39363" y="connsiteY39363"/>
              </a:cxn>
              <a:cxn ang="0">
                <a:pos x="connsiteX39364" y="connsiteY39364"/>
              </a:cxn>
              <a:cxn ang="0">
                <a:pos x="connsiteX39365" y="connsiteY39365"/>
              </a:cxn>
              <a:cxn ang="0">
                <a:pos x="connsiteX39366" y="connsiteY39366"/>
              </a:cxn>
              <a:cxn ang="0">
                <a:pos x="connsiteX39367" y="connsiteY39367"/>
              </a:cxn>
              <a:cxn ang="0">
                <a:pos x="connsiteX39368" y="connsiteY39368"/>
              </a:cxn>
              <a:cxn ang="0">
                <a:pos x="connsiteX39369" y="connsiteY39369"/>
              </a:cxn>
              <a:cxn ang="0">
                <a:pos x="connsiteX39370" y="connsiteY39370"/>
              </a:cxn>
              <a:cxn ang="0">
                <a:pos x="connsiteX39371" y="connsiteY39371"/>
              </a:cxn>
              <a:cxn ang="0">
                <a:pos x="connsiteX39372" y="connsiteY39372"/>
              </a:cxn>
              <a:cxn ang="0">
                <a:pos x="connsiteX39373" y="connsiteY39373"/>
              </a:cxn>
              <a:cxn ang="0">
                <a:pos x="connsiteX39374" y="connsiteY39374"/>
              </a:cxn>
              <a:cxn ang="0">
                <a:pos x="connsiteX39375" y="connsiteY39375"/>
              </a:cxn>
              <a:cxn ang="0">
                <a:pos x="connsiteX39376" y="connsiteY39376"/>
              </a:cxn>
              <a:cxn ang="0">
                <a:pos x="connsiteX39377" y="connsiteY39377"/>
              </a:cxn>
              <a:cxn ang="0">
                <a:pos x="connsiteX39378" y="connsiteY39378"/>
              </a:cxn>
              <a:cxn ang="0">
                <a:pos x="connsiteX39379" y="connsiteY39379"/>
              </a:cxn>
              <a:cxn ang="0">
                <a:pos x="connsiteX39380" y="connsiteY39380"/>
              </a:cxn>
              <a:cxn ang="0">
                <a:pos x="connsiteX39381" y="connsiteY39381"/>
              </a:cxn>
              <a:cxn ang="0">
                <a:pos x="connsiteX39382" y="connsiteY39382"/>
              </a:cxn>
              <a:cxn ang="0">
                <a:pos x="connsiteX39383" y="connsiteY39383"/>
              </a:cxn>
              <a:cxn ang="0">
                <a:pos x="connsiteX39384" y="connsiteY39384"/>
              </a:cxn>
              <a:cxn ang="0">
                <a:pos x="connsiteX39385" y="connsiteY39385"/>
              </a:cxn>
              <a:cxn ang="0">
                <a:pos x="connsiteX39386" y="connsiteY39386"/>
              </a:cxn>
              <a:cxn ang="0">
                <a:pos x="connsiteX39387" y="connsiteY39387"/>
              </a:cxn>
              <a:cxn ang="0">
                <a:pos x="connsiteX39388" y="connsiteY39388"/>
              </a:cxn>
              <a:cxn ang="0">
                <a:pos x="connsiteX39389" y="connsiteY39389"/>
              </a:cxn>
              <a:cxn ang="0">
                <a:pos x="connsiteX39390" y="connsiteY39390"/>
              </a:cxn>
              <a:cxn ang="0">
                <a:pos x="connsiteX39391" y="connsiteY39391"/>
              </a:cxn>
              <a:cxn ang="0">
                <a:pos x="connsiteX39392" y="connsiteY39392"/>
              </a:cxn>
              <a:cxn ang="0">
                <a:pos x="connsiteX39393" y="connsiteY39393"/>
              </a:cxn>
              <a:cxn ang="0">
                <a:pos x="connsiteX39394" y="connsiteY39394"/>
              </a:cxn>
              <a:cxn ang="0">
                <a:pos x="connsiteX39395" y="connsiteY39395"/>
              </a:cxn>
              <a:cxn ang="0">
                <a:pos x="connsiteX39396" y="connsiteY39396"/>
              </a:cxn>
              <a:cxn ang="0">
                <a:pos x="connsiteX39397" y="connsiteY39397"/>
              </a:cxn>
              <a:cxn ang="0">
                <a:pos x="connsiteX39398" y="connsiteY39398"/>
              </a:cxn>
              <a:cxn ang="0">
                <a:pos x="connsiteX39399" y="connsiteY39399"/>
              </a:cxn>
              <a:cxn ang="0">
                <a:pos x="connsiteX39400" y="connsiteY39400"/>
              </a:cxn>
              <a:cxn ang="0">
                <a:pos x="connsiteX39401" y="connsiteY39401"/>
              </a:cxn>
              <a:cxn ang="0">
                <a:pos x="connsiteX39402" y="connsiteY39402"/>
              </a:cxn>
              <a:cxn ang="0">
                <a:pos x="connsiteX39403" y="connsiteY39403"/>
              </a:cxn>
              <a:cxn ang="0">
                <a:pos x="connsiteX39404" y="connsiteY39404"/>
              </a:cxn>
              <a:cxn ang="0">
                <a:pos x="connsiteX39405" y="connsiteY39405"/>
              </a:cxn>
              <a:cxn ang="0">
                <a:pos x="connsiteX39406" y="connsiteY39406"/>
              </a:cxn>
              <a:cxn ang="0">
                <a:pos x="connsiteX39407" y="connsiteY39407"/>
              </a:cxn>
              <a:cxn ang="0">
                <a:pos x="connsiteX39408" y="connsiteY39408"/>
              </a:cxn>
              <a:cxn ang="0">
                <a:pos x="connsiteX39409" y="connsiteY39409"/>
              </a:cxn>
              <a:cxn ang="0">
                <a:pos x="connsiteX39410" y="connsiteY39410"/>
              </a:cxn>
              <a:cxn ang="0">
                <a:pos x="connsiteX39411" y="connsiteY39411"/>
              </a:cxn>
              <a:cxn ang="0">
                <a:pos x="connsiteX39412" y="connsiteY39412"/>
              </a:cxn>
              <a:cxn ang="0">
                <a:pos x="connsiteX39413" y="connsiteY39413"/>
              </a:cxn>
              <a:cxn ang="0">
                <a:pos x="connsiteX39414" y="connsiteY39414"/>
              </a:cxn>
              <a:cxn ang="0">
                <a:pos x="connsiteX39415" y="connsiteY39415"/>
              </a:cxn>
              <a:cxn ang="0">
                <a:pos x="connsiteX39416" y="connsiteY39416"/>
              </a:cxn>
              <a:cxn ang="0">
                <a:pos x="connsiteX39417" y="connsiteY39417"/>
              </a:cxn>
              <a:cxn ang="0">
                <a:pos x="connsiteX39418" y="connsiteY39418"/>
              </a:cxn>
              <a:cxn ang="0">
                <a:pos x="connsiteX39419" y="connsiteY39419"/>
              </a:cxn>
              <a:cxn ang="0">
                <a:pos x="connsiteX39420" y="connsiteY39420"/>
              </a:cxn>
              <a:cxn ang="0">
                <a:pos x="connsiteX39421" y="connsiteY39421"/>
              </a:cxn>
              <a:cxn ang="0">
                <a:pos x="connsiteX39422" y="connsiteY39422"/>
              </a:cxn>
              <a:cxn ang="0">
                <a:pos x="connsiteX39423" y="connsiteY39423"/>
              </a:cxn>
              <a:cxn ang="0">
                <a:pos x="connsiteX39424" y="connsiteY39424"/>
              </a:cxn>
              <a:cxn ang="0">
                <a:pos x="connsiteX39425" y="connsiteY39425"/>
              </a:cxn>
              <a:cxn ang="0">
                <a:pos x="connsiteX39426" y="connsiteY39426"/>
              </a:cxn>
              <a:cxn ang="0">
                <a:pos x="connsiteX39427" y="connsiteY39427"/>
              </a:cxn>
              <a:cxn ang="0">
                <a:pos x="connsiteX39428" y="connsiteY39428"/>
              </a:cxn>
              <a:cxn ang="0">
                <a:pos x="connsiteX39429" y="connsiteY39429"/>
              </a:cxn>
              <a:cxn ang="0">
                <a:pos x="connsiteX39430" y="connsiteY39430"/>
              </a:cxn>
              <a:cxn ang="0">
                <a:pos x="connsiteX39431" y="connsiteY39431"/>
              </a:cxn>
              <a:cxn ang="0">
                <a:pos x="connsiteX39432" y="connsiteY39432"/>
              </a:cxn>
              <a:cxn ang="0">
                <a:pos x="connsiteX39433" y="connsiteY39433"/>
              </a:cxn>
              <a:cxn ang="0">
                <a:pos x="connsiteX39434" y="connsiteY39434"/>
              </a:cxn>
              <a:cxn ang="0">
                <a:pos x="connsiteX39435" y="connsiteY39435"/>
              </a:cxn>
              <a:cxn ang="0">
                <a:pos x="connsiteX39436" y="connsiteY39436"/>
              </a:cxn>
              <a:cxn ang="0">
                <a:pos x="connsiteX39437" y="connsiteY39437"/>
              </a:cxn>
              <a:cxn ang="0">
                <a:pos x="connsiteX39438" y="connsiteY39438"/>
              </a:cxn>
              <a:cxn ang="0">
                <a:pos x="connsiteX39439" y="connsiteY39439"/>
              </a:cxn>
              <a:cxn ang="0">
                <a:pos x="connsiteX39440" y="connsiteY39440"/>
              </a:cxn>
              <a:cxn ang="0">
                <a:pos x="connsiteX39441" y="connsiteY39441"/>
              </a:cxn>
              <a:cxn ang="0">
                <a:pos x="connsiteX39442" y="connsiteY39442"/>
              </a:cxn>
              <a:cxn ang="0">
                <a:pos x="connsiteX39443" y="connsiteY39443"/>
              </a:cxn>
              <a:cxn ang="0">
                <a:pos x="connsiteX39444" y="connsiteY39444"/>
              </a:cxn>
              <a:cxn ang="0">
                <a:pos x="connsiteX39445" y="connsiteY39445"/>
              </a:cxn>
              <a:cxn ang="0">
                <a:pos x="connsiteX39446" y="connsiteY39446"/>
              </a:cxn>
              <a:cxn ang="0">
                <a:pos x="connsiteX39447" y="connsiteY39447"/>
              </a:cxn>
              <a:cxn ang="0">
                <a:pos x="connsiteX39448" y="connsiteY39448"/>
              </a:cxn>
              <a:cxn ang="0">
                <a:pos x="connsiteX39449" y="connsiteY39449"/>
              </a:cxn>
              <a:cxn ang="0">
                <a:pos x="connsiteX39450" y="connsiteY39450"/>
              </a:cxn>
              <a:cxn ang="0">
                <a:pos x="connsiteX39451" y="connsiteY39451"/>
              </a:cxn>
              <a:cxn ang="0">
                <a:pos x="connsiteX39452" y="connsiteY39452"/>
              </a:cxn>
              <a:cxn ang="0">
                <a:pos x="connsiteX39453" y="connsiteY39453"/>
              </a:cxn>
              <a:cxn ang="0">
                <a:pos x="connsiteX39454" y="connsiteY39454"/>
              </a:cxn>
              <a:cxn ang="0">
                <a:pos x="connsiteX39455" y="connsiteY39455"/>
              </a:cxn>
              <a:cxn ang="0">
                <a:pos x="connsiteX39456" y="connsiteY39456"/>
              </a:cxn>
              <a:cxn ang="0">
                <a:pos x="connsiteX39457" y="connsiteY39457"/>
              </a:cxn>
              <a:cxn ang="0">
                <a:pos x="connsiteX39458" y="connsiteY39458"/>
              </a:cxn>
              <a:cxn ang="0">
                <a:pos x="connsiteX39459" y="connsiteY39459"/>
              </a:cxn>
              <a:cxn ang="0">
                <a:pos x="connsiteX39460" y="connsiteY39460"/>
              </a:cxn>
              <a:cxn ang="0">
                <a:pos x="connsiteX39461" y="connsiteY39461"/>
              </a:cxn>
              <a:cxn ang="0">
                <a:pos x="connsiteX39462" y="connsiteY39462"/>
              </a:cxn>
              <a:cxn ang="0">
                <a:pos x="connsiteX39463" y="connsiteY39463"/>
              </a:cxn>
              <a:cxn ang="0">
                <a:pos x="connsiteX39464" y="connsiteY39464"/>
              </a:cxn>
              <a:cxn ang="0">
                <a:pos x="connsiteX39465" y="connsiteY39465"/>
              </a:cxn>
              <a:cxn ang="0">
                <a:pos x="connsiteX39466" y="connsiteY39466"/>
              </a:cxn>
              <a:cxn ang="0">
                <a:pos x="connsiteX39467" y="connsiteY39467"/>
              </a:cxn>
              <a:cxn ang="0">
                <a:pos x="connsiteX39468" y="connsiteY39468"/>
              </a:cxn>
              <a:cxn ang="0">
                <a:pos x="connsiteX39469" y="connsiteY39469"/>
              </a:cxn>
              <a:cxn ang="0">
                <a:pos x="connsiteX39470" y="connsiteY39470"/>
              </a:cxn>
              <a:cxn ang="0">
                <a:pos x="connsiteX39471" y="connsiteY39471"/>
              </a:cxn>
              <a:cxn ang="0">
                <a:pos x="connsiteX39472" y="connsiteY39472"/>
              </a:cxn>
              <a:cxn ang="0">
                <a:pos x="connsiteX39473" y="connsiteY39473"/>
              </a:cxn>
              <a:cxn ang="0">
                <a:pos x="connsiteX39474" y="connsiteY39474"/>
              </a:cxn>
              <a:cxn ang="0">
                <a:pos x="connsiteX39475" y="connsiteY39475"/>
              </a:cxn>
              <a:cxn ang="0">
                <a:pos x="connsiteX39476" y="connsiteY39476"/>
              </a:cxn>
              <a:cxn ang="0">
                <a:pos x="connsiteX39477" y="connsiteY39477"/>
              </a:cxn>
              <a:cxn ang="0">
                <a:pos x="connsiteX39478" y="connsiteY39478"/>
              </a:cxn>
              <a:cxn ang="0">
                <a:pos x="connsiteX39479" y="connsiteY39479"/>
              </a:cxn>
              <a:cxn ang="0">
                <a:pos x="connsiteX39480" y="connsiteY39480"/>
              </a:cxn>
              <a:cxn ang="0">
                <a:pos x="connsiteX39481" y="connsiteY39481"/>
              </a:cxn>
              <a:cxn ang="0">
                <a:pos x="connsiteX39482" y="connsiteY39482"/>
              </a:cxn>
              <a:cxn ang="0">
                <a:pos x="connsiteX39483" y="connsiteY39483"/>
              </a:cxn>
              <a:cxn ang="0">
                <a:pos x="connsiteX39484" y="connsiteY39484"/>
              </a:cxn>
              <a:cxn ang="0">
                <a:pos x="connsiteX39485" y="connsiteY39485"/>
              </a:cxn>
              <a:cxn ang="0">
                <a:pos x="connsiteX39486" y="connsiteY39486"/>
              </a:cxn>
              <a:cxn ang="0">
                <a:pos x="connsiteX39487" y="connsiteY39487"/>
              </a:cxn>
              <a:cxn ang="0">
                <a:pos x="connsiteX39488" y="connsiteY39488"/>
              </a:cxn>
              <a:cxn ang="0">
                <a:pos x="connsiteX39489" y="connsiteY39489"/>
              </a:cxn>
              <a:cxn ang="0">
                <a:pos x="connsiteX39490" y="connsiteY39490"/>
              </a:cxn>
              <a:cxn ang="0">
                <a:pos x="connsiteX39491" y="connsiteY39491"/>
              </a:cxn>
              <a:cxn ang="0">
                <a:pos x="connsiteX39492" y="connsiteY39492"/>
              </a:cxn>
              <a:cxn ang="0">
                <a:pos x="connsiteX39493" y="connsiteY39493"/>
              </a:cxn>
              <a:cxn ang="0">
                <a:pos x="connsiteX39494" y="connsiteY39494"/>
              </a:cxn>
              <a:cxn ang="0">
                <a:pos x="connsiteX39495" y="connsiteY39495"/>
              </a:cxn>
              <a:cxn ang="0">
                <a:pos x="connsiteX39496" y="connsiteY39496"/>
              </a:cxn>
              <a:cxn ang="0">
                <a:pos x="connsiteX39497" y="connsiteY39497"/>
              </a:cxn>
              <a:cxn ang="0">
                <a:pos x="connsiteX39498" y="connsiteY39498"/>
              </a:cxn>
              <a:cxn ang="0">
                <a:pos x="connsiteX39499" y="connsiteY39499"/>
              </a:cxn>
              <a:cxn ang="0">
                <a:pos x="connsiteX39500" y="connsiteY39500"/>
              </a:cxn>
              <a:cxn ang="0">
                <a:pos x="connsiteX39501" y="connsiteY39501"/>
              </a:cxn>
              <a:cxn ang="0">
                <a:pos x="connsiteX39502" y="connsiteY39502"/>
              </a:cxn>
              <a:cxn ang="0">
                <a:pos x="connsiteX39503" y="connsiteY39503"/>
              </a:cxn>
              <a:cxn ang="0">
                <a:pos x="connsiteX39504" y="connsiteY39504"/>
              </a:cxn>
              <a:cxn ang="0">
                <a:pos x="connsiteX39505" y="connsiteY39505"/>
              </a:cxn>
              <a:cxn ang="0">
                <a:pos x="connsiteX39506" y="connsiteY39506"/>
              </a:cxn>
              <a:cxn ang="0">
                <a:pos x="connsiteX39507" y="connsiteY39507"/>
              </a:cxn>
              <a:cxn ang="0">
                <a:pos x="connsiteX39508" y="connsiteY39508"/>
              </a:cxn>
              <a:cxn ang="0">
                <a:pos x="connsiteX39509" y="connsiteY39509"/>
              </a:cxn>
              <a:cxn ang="0">
                <a:pos x="connsiteX39510" y="connsiteY39510"/>
              </a:cxn>
              <a:cxn ang="0">
                <a:pos x="connsiteX39511" y="connsiteY39511"/>
              </a:cxn>
              <a:cxn ang="0">
                <a:pos x="connsiteX39512" y="connsiteY39512"/>
              </a:cxn>
              <a:cxn ang="0">
                <a:pos x="connsiteX39513" y="connsiteY39513"/>
              </a:cxn>
              <a:cxn ang="0">
                <a:pos x="connsiteX39514" y="connsiteY39514"/>
              </a:cxn>
              <a:cxn ang="0">
                <a:pos x="connsiteX39515" y="connsiteY39515"/>
              </a:cxn>
              <a:cxn ang="0">
                <a:pos x="connsiteX39516" y="connsiteY39516"/>
              </a:cxn>
              <a:cxn ang="0">
                <a:pos x="connsiteX39517" y="connsiteY39517"/>
              </a:cxn>
              <a:cxn ang="0">
                <a:pos x="connsiteX39518" y="connsiteY39518"/>
              </a:cxn>
              <a:cxn ang="0">
                <a:pos x="connsiteX39519" y="connsiteY39519"/>
              </a:cxn>
              <a:cxn ang="0">
                <a:pos x="connsiteX39520" y="connsiteY39520"/>
              </a:cxn>
              <a:cxn ang="0">
                <a:pos x="connsiteX39521" y="connsiteY39521"/>
              </a:cxn>
              <a:cxn ang="0">
                <a:pos x="connsiteX39522" y="connsiteY39522"/>
              </a:cxn>
              <a:cxn ang="0">
                <a:pos x="connsiteX39523" y="connsiteY39523"/>
              </a:cxn>
              <a:cxn ang="0">
                <a:pos x="connsiteX39524" y="connsiteY39524"/>
              </a:cxn>
              <a:cxn ang="0">
                <a:pos x="connsiteX39525" y="connsiteY39525"/>
              </a:cxn>
              <a:cxn ang="0">
                <a:pos x="connsiteX39526" y="connsiteY39526"/>
              </a:cxn>
              <a:cxn ang="0">
                <a:pos x="connsiteX39527" y="connsiteY39527"/>
              </a:cxn>
              <a:cxn ang="0">
                <a:pos x="connsiteX39528" y="connsiteY39528"/>
              </a:cxn>
              <a:cxn ang="0">
                <a:pos x="connsiteX39529" y="connsiteY39529"/>
              </a:cxn>
              <a:cxn ang="0">
                <a:pos x="connsiteX39530" y="connsiteY39530"/>
              </a:cxn>
              <a:cxn ang="0">
                <a:pos x="connsiteX39531" y="connsiteY39531"/>
              </a:cxn>
              <a:cxn ang="0">
                <a:pos x="connsiteX39532" y="connsiteY39532"/>
              </a:cxn>
              <a:cxn ang="0">
                <a:pos x="connsiteX39533" y="connsiteY39533"/>
              </a:cxn>
              <a:cxn ang="0">
                <a:pos x="connsiteX39534" y="connsiteY39534"/>
              </a:cxn>
              <a:cxn ang="0">
                <a:pos x="connsiteX39535" y="connsiteY39535"/>
              </a:cxn>
              <a:cxn ang="0">
                <a:pos x="connsiteX39536" y="connsiteY39536"/>
              </a:cxn>
              <a:cxn ang="0">
                <a:pos x="connsiteX39537" y="connsiteY39537"/>
              </a:cxn>
              <a:cxn ang="0">
                <a:pos x="connsiteX39538" y="connsiteY39538"/>
              </a:cxn>
              <a:cxn ang="0">
                <a:pos x="connsiteX39539" y="connsiteY39539"/>
              </a:cxn>
              <a:cxn ang="0">
                <a:pos x="connsiteX39540" y="connsiteY39540"/>
              </a:cxn>
              <a:cxn ang="0">
                <a:pos x="connsiteX39541" y="connsiteY39541"/>
              </a:cxn>
              <a:cxn ang="0">
                <a:pos x="connsiteX39542" y="connsiteY39542"/>
              </a:cxn>
              <a:cxn ang="0">
                <a:pos x="connsiteX39543" y="connsiteY39543"/>
              </a:cxn>
              <a:cxn ang="0">
                <a:pos x="connsiteX39544" y="connsiteY39544"/>
              </a:cxn>
              <a:cxn ang="0">
                <a:pos x="connsiteX39545" y="connsiteY39545"/>
              </a:cxn>
              <a:cxn ang="0">
                <a:pos x="connsiteX39546" y="connsiteY39546"/>
              </a:cxn>
              <a:cxn ang="0">
                <a:pos x="connsiteX39547" y="connsiteY39547"/>
              </a:cxn>
              <a:cxn ang="0">
                <a:pos x="connsiteX39548" y="connsiteY39548"/>
              </a:cxn>
              <a:cxn ang="0">
                <a:pos x="connsiteX39549" y="connsiteY39549"/>
              </a:cxn>
              <a:cxn ang="0">
                <a:pos x="connsiteX39550" y="connsiteY39550"/>
              </a:cxn>
              <a:cxn ang="0">
                <a:pos x="connsiteX39551" y="connsiteY39551"/>
              </a:cxn>
              <a:cxn ang="0">
                <a:pos x="connsiteX39552" y="connsiteY39552"/>
              </a:cxn>
              <a:cxn ang="0">
                <a:pos x="connsiteX39553" y="connsiteY39553"/>
              </a:cxn>
              <a:cxn ang="0">
                <a:pos x="connsiteX39554" y="connsiteY39554"/>
              </a:cxn>
              <a:cxn ang="0">
                <a:pos x="connsiteX39555" y="connsiteY39555"/>
              </a:cxn>
              <a:cxn ang="0">
                <a:pos x="connsiteX39556" y="connsiteY39556"/>
              </a:cxn>
              <a:cxn ang="0">
                <a:pos x="connsiteX39557" y="connsiteY39557"/>
              </a:cxn>
              <a:cxn ang="0">
                <a:pos x="connsiteX39558" y="connsiteY39558"/>
              </a:cxn>
              <a:cxn ang="0">
                <a:pos x="connsiteX39559" y="connsiteY39559"/>
              </a:cxn>
              <a:cxn ang="0">
                <a:pos x="connsiteX39560" y="connsiteY39560"/>
              </a:cxn>
              <a:cxn ang="0">
                <a:pos x="connsiteX39561" y="connsiteY39561"/>
              </a:cxn>
              <a:cxn ang="0">
                <a:pos x="connsiteX39562" y="connsiteY39562"/>
              </a:cxn>
              <a:cxn ang="0">
                <a:pos x="connsiteX39563" y="connsiteY39563"/>
              </a:cxn>
              <a:cxn ang="0">
                <a:pos x="connsiteX39564" y="connsiteY39564"/>
              </a:cxn>
              <a:cxn ang="0">
                <a:pos x="connsiteX39565" y="connsiteY39565"/>
              </a:cxn>
              <a:cxn ang="0">
                <a:pos x="connsiteX39566" y="connsiteY39566"/>
              </a:cxn>
              <a:cxn ang="0">
                <a:pos x="connsiteX39567" y="connsiteY39567"/>
              </a:cxn>
              <a:cxn ang="0">
                <a:pos x="connsiteX39568" y="connsiteY39568"/>
              </a:cxn>
              <a:cxn ang="0">
                <a:pos x="connsiteX39569" y="connsiteY39569"/>
              </a:cxn>
              <a:cxn ang="0">
                <a:pos x="connsiteX39570" y="connsiteY39570"/>
              </a:cxn>
              <a:cxn ang="0">
                <a:pos x="connsiteX39571" y="connsiteY39571"/>
              </a:cxn>
              <a:cxn ang="0">
                <a:pos x="connsiteX39572" y="connsiteY39572"/>
              </a:cxn>
              <a:cxn ang="0">
                <a:pos x="connsiteX39573" y="connsiteY39573"/>
              </a:cxn>
              <a:cxn ang="0">
                <a:pos x="connsiteX39574" y="connsiteY39574"/>
              </a:cxn>
              <a:cxn ang="0">
                <a:pos x="connsiteX39575" y="connsiteY39575"/>
              </a:cxn>
              <a:cxn ang="0">
                <a:pos x="connsiteX39576" y="connsiteY39576"/>
              </a:cxn>
              <a:cxn ang="0">
                <a:pos x="connsiteX39577" y="connsiteY39577"/>
              </a:cxn>
              <a:cxn ang="0">
                <a:pos x="connsiteX39578" y="connsiteY39578"/>
              </a:cxn>
              <a:cxn ang="0">
                <a:pos x="connsiteX39579" y="connsiteY39579"/>
              </a:cxn>
              <a:cxn ang="0">
                <a:pos x="connsiteX39580" y="connsiteY39580"/>
              </a:cxn>
              <a:cxn ang="0">
                <a:pos x="connsiteX39581" y="connsiteY39581"/>
              </a:cxn>
              <a:cxn ang="0">
                <a:pos x="connsiteX39582" y="connsiteY39582"/>
              </a:cxn>
              <a:cxn ang="0">
                <a:pos x="connsiteX39583" y="connsiteY39583"/>
              </a:cxn>
              <a:cxn ang="0">
                <a:pos x="connsiteX39584" y="connsiteY39584"/>
              </a:cxn>
              <a:cxn ang="0">
                <a:pos x="connsiteX39585" y="connsiteY39585"/>
              </a:cxn>
              <a:cxn ang="0">
                <a:pos x="connsiteX39586" y="connsiteY39586"/>
              </a:cxn>
              <a:cxn ang="0">
                <a:pos x="connsiteX39587" y="connsiteY39587"/>
              </a:cxn>
              <a:cxn ang="0">
                <a:pos x="connsiteX39588" y="connsiteY39588"/>
              </a:cxn>
              <a:cxn ang="0">
                <a:pos x="connsiteX39589" y="connsiteY39589"/>
              </a:cxn>
              <a:cxn ang="0">
                <a:pos x="connsiteX39590" y="connsiteY39590"/>
              </a:cxn>
              <a:cxn ang="0">
                <a:pos x="connsiteX39591" y="connsiteY39591"/>
              </a:cxn>
              <a:cxn ang="0">
                <a:pos x="connsiteX39592" y="connsiteY39592"/>
              </a:cxn>
              <a:cxn ang="0">
                <a:pos x="connsiteX39593" y="connsiteY39593"/>
              </a:cxn>
              <a:cxn ang="0">
                <a:pos x="connsiteX39594" y="connsiteY39594"/>
              </a:cxn>
              <a:cxn ang="0">
                <a:pos x="connsiteX39595" y="connsiteY39595"/>
              </a:cxn>
              <a:cxn ang="0">
                <a:pos x="connsiteX39596" y="connsiteY39596"/>
              </a:cxn>
              <a:cxn ang="0">
                <a:pos x="connsiteX39597" y="connsiteY39597"/>
              </a:cxn>
              <a:cxn ang="0">
                <a:pos x="connsiteX39598" y="connsiteY39598"/>
              </a:cxn>
              <a:cxn ang="0">
                <a:pos x="connsiteX39599" y="connsiteY39599"/>
              </a:cxn>
              <a:cxn ang="0">
                <a:pos x="connsiteX39600" y="connsiteY39600"/>
              </a:cxn>
              <a:cxn ang="0">
                <a:pos x="connsiteX39601" y="connsiteY39601"/>
              </a:cxn>
              <a:cxn ang="0">
                <a:pos x="connsiteX39602" y="connsiteY39602"/>
              </a:cxn>
              <a:cxn ang="0">
                <a:pos x="connsiteX39603" y="connsiteY39603"/>
              </a:cxn>
              <a:cxn ang="0">
                <a:pos x="connsiteX39604" y="connsiteY39604"/>
              </a:cxn>
              <a:cxn ang="0">
                <a:pos x="connsiteX39605" y="connsiteY39605"/>
              </a:cxn>
              <a:cxn ang="0">
                <a:pos x="connsiteX39606" y="connsiteY39606"/>
              </a:cxn>
              <a:cxn ang="0">
                <a:pos x="connsiteX39607" y="connsiteY39607"/>
              </a:cxn>
              <a:cxn ang="0">
                <a:pos x="connsiteX39608" y="connsiteY39608"/>
              </a:cxn>
              <a:cxn ang="0">
                <a:pos x="connsiteX39609" y="connsiteY39609"/>
              </a:cxn>
              <a:cxn ang="0">
                <a:pos x="connsiteX39610" y="connsiteY39610"/>
              </a:cxn>
              <a:cxn ang="0">
                <a:pos x="connsiteX39611" y="connsiteY39611"/>
              </a:cxn>
              <a:cxn ang="0">
                <a:pos x="connsiteX39612" y="connsiteY39612"/>
              </a:cxn>
              <a:cxn ang="0">
                <a:pos x="connsiteX39613" y="connsiteY39613"/>
              </a:cxn>
              <a:cxn ang="0">
                <a:pos x="connsiteX39614" y="connsiteY39614"/>
              </a:cxn>
              <a:cxn ang="0">
                <a:pos x="connsiteX39615" y="connsiteY39615"/>
              </a:cxn>
              <a:cxn ang="0">
                <a:pos x="connsiteX39616" y="connsiteY39616"/>
              </a:cxn>
              <a:cxn ang="0">
                <a:pos x="connsiteX39617" y="connsiteY39617"/>
              </a:cxn>
              <a:cxn ang="0">
                <a:pos x="connsiteX39618" y="connsiteY39618"/>
              </a:cxn>
              <a:cxn ang="0">
                <a:pos x="connsiteX39619" y="connsiteY39619"/>
              </a:cxn>
              <a:cxn ang="0">
                <a:pos x="connsiteX39620" y="connsiteY39620"/>
              </a:cxn>
              <a:cxn ang="0">
                <a:pos x="connsiteX39621" y="connsiteY39621"/>
              </a:cxn>
              <a:cxn ang="0">
                <a:pos x="connsiteX39622" y="connsiteY39622"/>
              </a:cxn>
              <a:cxn ang="0">
                <a:pos x="connsiteX39623" y="connsiteY39623"/>
              </a:cxn>
              <a:cxn ang="0">
                <a:pos x="connsiteX39624" y="connsiteY39624"/>
              </a:cxn>
              <a:cxn ang="0">
                <a:pos x="connsiteX39625" y="connsiteY39625"/>
              </a:cxn>
              <a:cxn ang="0">
                <a:pos x="connsiteX39626" y="connsiteY39626"/>
              </a:cxn>
              <a:cxn ang="0">
                <a:pos x="connsiteX39627" y="connsiteY39627"/>
              </a:cxn>
              <a:cxn ang="0">
                <a:pos x="connsiteX39628" y="connsiteY39628"/>
              </a:cxn>
              <a:cxn ang="0">
                <a:pos x="connsiteX39629" y="connsiteY39629"/>
              </a:cxn>
              <a:cxn ang="0">
                <a:pos x="connsiteX39630" y="connsiteY39630"/>
              </a:cxn>
              <a:cxn ang="0">
                <a:pos x="connsiteX39631" y="connsiteY39631"/>
              </a:cxn>
              <a:cxn ang="0">
                <a:pos x="connsiteX39632" y="connsiteY39632"/>
              </a:cxn>
              <a:cxn ang="0">
                <a:pos x="connsiteX39633" y="connsiteY39633"/>
              </a:cxn>
              <a:cxn ang="0">
                <a:pos x="connsiteX39634" y="connsiteY39634"/>
              </a:cxn>
              <a:cxn ang="0">
                <a:pos x="connsiteX39635" y="connsiteY39635"/>
              </a:cxn>
              <a:cxn ang="0">
                <a:pos x="connsiteX39636" y="connsiteY39636"/>
              </a:cxn>
              <a:cxn ang="0">
                <a:pos x="connsiteX39637" y="connsiteY39637"/>
              </a:cxn>
              <a:cxn ang="0">
                <a:pos x="connsiteX39638" y="connsiteY39638"/>
              </a:cxn>
              <a:cxn ang="0">
                <a:pos x="connsiteX39639" y="connsiteY39639"/>
              </a:cxn>
              <a:cxn ang="0">
                <a:pos x="connsiteX39640" y="connsiteY39640"/>
              </a:cxn>
              <a:cxn ang="0">
                <a:pos x="connsiteX39641" y="connsiteY39641"/>
              </a:cxn>
              <a:cxn ang="0">
                <a:pos x="connsiteX39642" y="connsiteY39642"/>
              </a:cxn>
              <a:cxn ang="0">
                <a:pos x="connsiteX39643" y="connsiteY39643"/>
              </a:cxn>
              <a:cxn ang="0">
                <a:pos x="connsiteX39644" y="connsiteY39644"/>
              </a:cxn>
              <a:cxn ang="0">
                <a:pos x="connsiteX39645" y="connsiteY39645"/>
              </a:cxn>
              <a:cxn ang="0">
                <a:pos x="connsiteX39646" y="connsiteY39646"/>
              </a:cxn>
              <a:cxn ang="0">
                <a:pos x="connsiteX39647" y="connsiteY39647"/>
              </a:cxn>
              <a:cxn ang="0">
                <a:pos x="connsiteX39648" y="connsiteY39648"/>
              </a:cxn>
              <a:cxn ang="0">
                <a:pos x="connsiteX39649" y="connsiteY39649"/>
              </a:cxn>
              <a:cxn ang="0">
                <a:pos x="connsiteX39650" y="connsiteY39650"/>
              </a:cxn>
              <a:cxn ang="0">
                <a:pos x="connsiteX39651" y="connsiteY39651"/>
              </a:cxn>
              <a:cxn ang="0">
                <a:pos x="connsiteX39652" y="connsiteY39652"/>
              </a:cxn>
              <a:cxn ang="0">
                <a:pos x="connsiteX39653" y="connsiteY39653"/>
              </a:cxn>
              <a:cxn ang="0">
                <a:pos x="connsiteX39654" y="connsiteY39654"/>
              </a:cxn>
              <a:cxn ang="0">
                <a:pos x="connsiteX39655" y="connsiteY39655"/>
              </a:cxn>
              <a:cxn ang="0">
                <a:pos x="connsiteX39656" y="connsiteY39656"/>
              </a:cxn>
              <a:cxn ang="0">
                <a:pos x="connsiteX39657" y="connsiteY39657"/>
              </a:cxn>
              <a:cxn ang="0">
                <a:pos x="connsiteX39658" y="connsiteY39658"/>
              </a:cxn>
              <a:cxn ang="0">
                <a:pos x="connsiteX39659" y="connsiteY39659"/>
              </a:cxn>
              <a:cxn ang="0">
                <a:pos x="connsiteX39660" y="connsiteY39660"/>
              </a:cxn>
              <a:cxn ang="0">
                <a:pos x="connsiteX39661" y="connsiteY39661"/>
              </a:cxn>
              <a:cxn ang="0">
                <a:pos x="connsiteX39662" y="connsiteY39662"/>
              </a:cxn>
              <a:cxn ang="0">
                <a:pos x="connsiteX39663" y="connsiteY39663"/>
              </a:cxn>
              <a:cxn ang="0">
                <a:pos x="connsiteX39664" y="connsiteY39664"/>
              </a:cxn>
              <a:cxn ang="0">
                <a:pos x="connsiteX39665" y="connsiteY39665"/>
              </a:cxn>
              <a:cxn ang="0">
                <a:pos x="connsiteX39666" y="connsiteY39666"/>
              </a:cxn>
              <a:cxn ang="0">
                <a:pos x="connsiteX39667" y="connsiteY39667"/>
              </a:cxn>
              <a:cxn ang="0">
                <a:pos x="connsiteX39668" y="connsiteY39668"/>
              </a:cxn>
              <a:cxn ang="0">
                <a:pos x="connsiteX39669" y="connsiteY39669"/>
              </a:cxn>
              <a:cxn ang="0">
                <a:pos x="connsiteX39670" y="connsiteY39670"/>
              </a:cxn>
              <a:cxn ang="0">
                <a:pos x="connsiteX39671" y="connsiteY39671"/>
              </a:cxn>
              <a:cxn ang="0">
                <a:pos x="connsiteX39672" y="connsiteY39672"/>
              </a:cxn>
              <a:cxn ang="0">
                <a:pos x="connsiteX39673" y="connsiteY39673"/>
              </a:cxn>
              <a:cxn ang="0">
                <a:pos x="connsiteX39674" y="connsiteY39674"/>
              </a:cxn>
              <a:cxn ang="0">
                <a:pos x="connsiteX39675" y="connsiteY39675"/>
              </a:cxn>
              <a:cxn ang="0">
                <a:pos x="connsiteX39676" y="connsiteY39676"/>
              </a:cxn>
              <a:cxn ang="0">
                <a:pos x="connsiteX39677" y="connsiteY39677"/>
              </a:cxn>
              <a:cxn ang="0">
                <a:pos x="connsiteX39678" y="connsiteY39678"/>
              </a:cxn>
              <a:cxn ang="0">
                <a:pos x="connsiteX39679" y="connsiteY39679"/>
              </a:cxn>
              <a:cxn ang="0">
                <a:pos x="connsiteX39680" y="connsiteY39680"/>
              </a:cxn>
              <a:cxn ang="0">
                <a:pos x="connsiteX39681" y="connsiteY39681"/>
              </a:cxn>
              <a:cxn ang="0">
                <a:pos x="connsiteX39682" y="connsiteY39682"/>
              </a:cxn>
              <a:cxn ang="0">
                <a:pos x="connsiteX39683" y="connsiteY39683"/>
              </a:cxn>
              <a:cxn ang="0">
                <a:pos x="connsiteX39684" y="connsiteY39684"/>
              </a:cxn>
              <a:cxn ang="0">
                <a:pos x="connsiteX39685" y="connsiteY39685"/>
              </a:cxn>
              <a:cxn ang="0">
                <a:pos x="connsiteX39686" y="connsiteY39686"/>
              </a:cxn>
              <a:cxn ang="0">
                <a:pos x="connsiteX39687" y="connsiteY39687"/>
              </a:cxn>
              <a:cxn ang="0">
                <a:pos x="connsiteX39688" y="connsiteY39688"/>
              </a:cxn>
              <a:cxn ang="0">
                <a:pos x="connsiteX39689" y="connsiteY39689"/>
              </a:cxn>
              <a:cxn ang="0">
                <a:pos x="connsiteX39690" y="connsiteY39690"/>
              </a:cxn>
              <a:cxn ang="0">
                <a:pos x="connsiteX39691" y="connsiteY39691"/>
              </a:cxn>
              <a:cxn ang="0">
                <a:pos x="connsiteX39692" y="connsiteY39692"/>
              </a:cxn>
              <a:cxn ang="0">
                <a:pos x="connsiteX39693" y="connsiteY39693"/>
              </a:cxn>
              <a:cxn ang="0">
                <a:pos x="connsiteX39694" y="connsiteY39694"/>
              </a:cxn>
              <a:cxn ang="0">
                <a:pos x="connsiteX39695" y="connsiteY39695"/>
              </a:cxn>
              <a:cxn ang="0">
                <a:pos x="connsiteX39696" y="connsiteY39696"/>
              </a:cxn>
              <a:cxn ang="0">
                <a:pos x="connsiteX39697" y="connsiteY39697"/>
              </a:cxn>
              <a:cxn ang="0">
                <a:pos x="connsiteX39698" y="connsiteY39698"/>
              </a:cxn>
              <a:cxn ang="0">
                <a:pos x="connsiteX39699" y="connsiteY39699"/>
              </a:cxn>
              <a:cxn ang="0">
                <a:pos x="connsiteX39700" y="connsiteY39700"/>
              </a:cxn>
              <a:cxn ang="0">
                <a:pos x="connsiteX39701" y="connsiteY39701"/>
              </a:cxn>
              <a:cxn ang="0">
                <a:pos x="connsiteX39702" y="connsiteY39702"/>
              </a:cxn>
              <a:cxn ang="0">
                <a:pos x="connsiteX39703" y="connsiteY39703"/>
              </a:cxn>
              <a:cxn ang="0">
                <a:pos x="connsiteX39704" y="connsiteY39704"/>
              </a:cxn>
              <a:cxn ang="0">
                <a:pos x="connsiteX39705" y="connsiteY39705"/>
              </a:cxn>
              <a:cxn ang="0">
                <a:pos x="connsiteX39706" y="connsiteY39706"/>
              </a:cxn>
              <a:cxn ang="0">
                <a:pos x="connsiteX39707" y="connsiteY39707"/>
              </a:cxn>
              <a:cxn ang="0">
                <a:pos x="connsiteX39708" y="connsiteY39708"/>
              </a:cxn>
              <a:cxn ang="0">
                <a:pos x="connsiteX39709" y="connsiteY39709"/>
              </a:cxn>
              <a:cxn ang="0">
                <a:pos x="connsiteX39710" y="connsiteY39710"/>
              </a:cxn>
              <a:cxn ang="0">
                <a:pos x="connsiteX39711" y="connsiteY39711"/>
              </a:cxn>
              <a:cxn ang="0">
                <a:pos x="connsiteX39712" y="connsiteY39712"/>
              </a:cxn>
              <a:cxn ang="0">
                <a:pos x="connsiteX39713" y="connsiteY39713"/>
              </a:cxn>
              <a:cxn ang="0">
                <a:pos x="connsiteX39714" y="connsiteY39714"/>
              </a:cxn>
              <a:cxn ang="0">
                <a:pos x="connsiteX39715" y="connsiteY39715"/>
              </a:cxn>
              <a:cxn ang="0">
                <a:pos x="connsiteX39716" y="connsiteY39716"/>
              </a:cxn>
              <a:cxn ang="0">
                <a:pos x="connsiteX39717" y="connsiteY39717"/>
              </a:cxn>
              <a:cxn ang="0">
                <a:pos x="connsiteX39718" y="connsiteY39718"/>
              </a:cxn>
              <a:cxn ang="0">
                <a:pos x="connsiteX39719" y="connsiteY39719"/>
              </a:cxn>
              <a:cxn ang="0">
                <a:pos x="connsiteX39720" y="connsiteY39720"/>
              </a:cxn>
              <a:cxn ang="0">
                <a:pos x="connsiteX39721" y="connsiteY39721"/>
              </a:cxn>
              <a:cxn ang="0">
                <a:pos x="connsiteX39722" y="connsiteY39722"/>
              </a:cxn>
              <a:cxn ang="0">
                <a:pos x="connsiteX39723" y="connsiteY39723"/>
              </a:cxn>
              <a:cxn ang="0">
                <a:pos x="connsiteX39724" y="connsiteY39724"/>
              </a:cxn>
              <a:cxn ang="0">
                <a:pos x="connsiteX39725" y="connsiteY39725"/>
              </a:cxn>
              <a:cxn ang="0">
                <a:pos x="connsiteX39726" y="connsiteY39726"/>
              </a:cxn>
              <a:cxn ang="0">
                <a:pos x="connsiteX39727" y="connsiteY39727"/>
              </a:cxn>
              <a:cxn ang="0">
                <a:pos x="connsiteX39728" y="connsiteY39728"/>
              </a:cxn>
              <a:cxn ang="0">
                <a:pos x="connsiteX39729" y="connsiteY39729"/>
              </a:cxn>
              <a:cxn ang="0">
                <a:pos x="connsiteX39730" y="connsiteY39730"/>
              </a:cxn>
              <a:cxn ang="0">
                <a:pos x="connsiteX39731" y="connsiteY39731"/>
              </a:cxn>
              <a:cxn ang="0">
                <a:pos x="connsiteX39732" y="connsiteY39732"/>
              </a:cxn>
              <a:cxn ang="0">
                <a:pos x="connsiteX39733" y="connsiteY39733"/>
              </a:cxn>
              <a:cxn ang="0">
                <a:pos x="connsiteX39734" y="connsiteY39734"/>
              </a:cxn>
              <a:cxn ang="0">
                <a:pos x="connsiteX39735" y="connsiteY39735"/>
              </a:cxn>
              <a:cxn ang="0">
                <a:pos x="connsiteX39736" y="connsiteY39736"/>
              </a:cxn>
              <a:cxn ang="0">
                <a:pos x="connsiteX39737" y="connsiteY39737"/>
              </a:cxn>
              <a:cxn ang="0">
                <a:pos x="connsiteX39738" y="connsiteY39738"/>
              </a:cxn>
              <a:cxn ang="0">
                <a:pos x="connsiteX39739" y="connsiteY39739"/>
              </a:cxn>
              <a:cxn ang="0">
                <a:pos x="connsiteX39740" y="connsiteY39740"/>
              </a:cxn>
              <a:cxn ang="0">
                <a:pos x="connsiteX39741" y="connsiteY39741"/>
              </a:cxn>
              <a:cxn ang="0">
                <a:pos x="connsiteX39742" y="connsiteY39742"/>
              </a:cxn>
              <a:cxn ang="0">
                <a:pos x="connsiteX39743" y="connsiteY39743"/>
              </a:cxn>
              <a:cxn ang="0">
                <a:pos x="connsiteX39744" y="connsiteY39744"/>
              </a:cxn>
              <a:cxn ang="0">
                <a:pos x="connsiteX39745" y="connsiteY39745"/>
              </a:cxn>
              <a:cxn ang="0">
                <a:pos x="connsiteX39746" y="connsiteY39746"/>
              </a:cxn>
              <a:cxn ang="0">
                <a:pos x="connsiteX39747" y="connsiteY39747"/>
              </a:cxn>
              <a:cxn ang="0">
                <a:pos x="connsiteX39748" y="connsiteY39748"/>
              </a:cxn>
              <a:cxn ang="0">
                <a:pos x="connsiteX39749" y="connsiteY39749"/>
              </a:cxn>
              <a:cxn ang="0">
                <a:pos x="connsiteX39750" y="connsiteY39750"/>
              </a:cxn>
              <a:cxn ang="0">
                <a:pos x="connsiteX39751" y="connsiteY39751"/>
              </a:cxn>
              <a:cxn ang="0">
                <a:pos x="connsiteX39752" y="connsiteY39752"/>
              </a:cxn>
              <a:cxn ang="0">
                <a:pos x="connsiteX39753" y="connsiteY39753"/>
              </a:cxn>
              <a:cxn ang="0">
                <a:pos x="connsiteX39754" y="connsiteY39754"/>
              </a:cxn>
              <a:cxn ang="0">
                <a:pos x="connsiteX39755" y="connsiteY39755"/>
              </a:cxn>
              <a:cxn ang="0">
                <a:pos x="connsiteX39756" y="connsiteY39756"/>
              </a:cxn>
              <a:cxn ang="0">
                <a:pos x="connsiteX39757" y="connsiteY39757"/>
              </a:cxn>
              <a:cxn ang="0">
                <a:pos x="connsiteX39758" y="connsiteY39758"/>
              </a:cxn>
              <a:cxn ang="0">
                <a:pos x="connsiteX39759" y="connsiteY39759"/>
              </a:cxn>
              <a:cxn ang="0">
                <a:pos x="connsiteX39760" y="connsiteY39760"/>
              </a:cxn>
              <a:cxn ang="0">
                <a:pos x="connsiteX39761" y="connsiteY39761"/>
              </a:cxn>
              <a:cxn ang="0">
                <a:pos x="connsiteX39762" y="connsiteY39762"/>
              </a:cxn>
              <a:cxn ang="0">
                <a:pos x="connsiteX39763" y="connsiteY39763"/>
              </a:cxn>
              <a:cxn ang="0">
                <a:pos x="connsiteX39764" y="connsiteY39764"/>
              </a:cxn>
              <a:cxn ang="0">
                <a:pos x="connsiteX39765" y="connsiteY39765"/>
              </a:cxn>
              <a:cxn ang="0">
                <a:pos x="connsiteX39766" y="connsiteY39766"/>
              </a:cxn>
              <a:cxn ang="0">
                <a:pos x="connsiteX39767" y="connsiteY39767"/>
              </a:cxn>
              <a:cxn ang="0">
                <a:pos x="connsiteX39768" y="connsiteY39768"/>
              </a:cxn>
              <a:cxn ang="0">
                <a:pos x="connsiteX39769" y="connsiteY39769"/>
              </a:cxn>
              <a:cxn ang="0">
                <a:pos x="connsiteX39770" y="connsiteY39770"/>
              </a:cxn>
              <a:cxn ang="0">
                <a:pos x="connsiteX39771" y="connsiteY39771"/>
              </a:cxn>
              <a:cxn ang="0">
                <a:pos x="connsiteX39772" y="connsiteY39772"/>
              </a:cxn>
              <a:cxn ang="0">
                <a:pos x="connsiteX39773" y="connsiteY39773"/>
              </a:cxn>
              <a:cxn ang="0">
                <a:pos x="connsiteX39774" y="connsiteY39774"/>
              </a:cxn>
              <a:cxn ang="0">
                <a:pos x="connsiteX39775" y="connsiteY39775"/>
              </a:cxn>
              <a:cxn ang="0">
                <a:pos x="connsiteX39776" y="connsiteY39776"/>
              </a:cxn>
              <a:cxn ang="0">
                <a:pos x="connsiteX39777" y="connsiteY39777"/>
              </a:cxn>
              <a:cxn ang="0">
                <a:pos x="connsiteX39778" y="connsiteY39778"/>
              </a:cxn>
              <a:cxn ang="0">
                <a:pos x="connsiteX39779" y="connsiteY39779"/>
              </a:cxn>
              <a:cxn ang="0">
                <a:pos x="connsiteX39780" y="connsiteY39780"/>
              </a:cxn>
              <a:cxn ang="0">
                <a:pos x="connsiteX39781" y="connsiteY39781"/>
              </a:cxn>
              <a:cxn ang="0">
                <a:pos x="connsiteX39782" y="connsiteY39782"/>
              </a:cxn>
              <a:cxn ang="0">
                <a:pos x="connsiteX39783" y="connsiteY39783"/>
              </a:cxn>
              <a:cxn ang="0">
                <a:pos x="connsiteX39784" y="connsiteY39784"/>
              </a:cxn>
              <a:cxn ang="0">
                <a:pos x="connsiteX39785" y="connsiteY39785"/>
              </a:cxn>
              <a:cxn ang="0">
                <a:pos x="connsiteX39786" y="connsiteY39786"/>
              </a:cxn>
              <a:cxn ang="0">
                <a:pos x="connsiteX39787" y="connsiteY39787"/>
              </a:cxn>
              <a:cxn ang="0">
                <a:pos x="connsiteX39788" y="connsiteY39788"/>
              </a:cxn>
              <a:cxn ang="0">
                <a:pos x="connsiteX39789" y="connsiteY39789"/>
              </a:cxn>
              <a:cxn ang="0">
                <a:pos x="connsiteX39790" y="connsiteY39790"/>
              </a:cxn>
              <a:cxn ang="0">
                <a:pos x="connsiteX39791" y="connsiteY39791"/>
              </a:cxn>
              <a:cxn ang="0">
                <a:pos x="connsiteX39792" y="connsiteY39792"/>
              </a:cxn>
              <a:cxn ang="0">
                <a:pos x="connsiteX39793" y="connsiteY39793"/>
              </a:cxn>
              <a:cxn ang="0">
                <a:pos x="connsiteX39794" y="connsiteY39794"/>
              </a:cxn>
              <a:cxn ang="0">
                <a:pos x="connsiteX39795" y="connsiteY39795"/>
              </a:cxn>
              <a:cxn ang="0">
                <a:pos x="connsiteX39796" y="connsiteY39796"/>
              </a:cxn>
              <a:cxn ang="0">
                <a:pos x="connsiteX39797" y="connsiteY39797"/>
              </a:cxn>
              <a:cxn ang="0">
                <a:pos x="connsiteX39798" y="connsiteY39798"/>
              </a:cxn>
              <a:cxn ang="0">
                <a:pos x="connsiteX39799" y="connsiteY39799"/>
              </a:cxn>
              <a:cxn ang="0">
                <a:pos x="connsiteX39800" y="connsiteY39800"/>
              </a:cxn>
              <a:cxn ang="0">
                <a:pos x="connsiteX39801" y="connsiteY39801"/>
              </a:cxn>
              <a:cxn ang="0">
                <a:pos x="connsiteX39802" y="connsiteY39802"/>
              </a:cxn>
              <a:cxn ang="0">
                <a:pos x="connsiteX39803" y="connsiteY39803"/>
              </a:cxn>
              <a:cxn ang="0">
                <a:pos x="connsiteX39804" y="connsiteY39804"/>
              </a:cxn>
              <a:cxn ang="0">
                <a:pos x="connsiteX39805" y="connsiteY39805"/>
              </a:cxn>
              <a:cxn ang="0">
                <a:pos x="connsiteX39806" y="connsiteY39806"/>
              </a:cxn>
              <a:cxn ang="0">
                <a:pos x="connsiteX39807" y="connsiteY39807"/>
              </a:cxn>
              <a:cxn ang="0">
                <a:pos x="connsiteX39808" y="connsiteY39808"/>
              </a:cxn>
              <a:cxn ang="0">
                <a:pos x="connsiteX39809" y="connsiteY39809"/>
              </a:cxn>
              <a:cxn ang="0">
                <a:pos x="connsiteX39810" y="connsiteY39810"/>
              </a:cxn>
              <a:cxn ang="0">
                <a:pos x="connsiteX39811" y="connsiteY39811"/>
              </a:cxn>
              <a:cxn ang="0">
                <a:pos x="connsiteX39812" y="connsiteY39812"/>
              </a:cxn>
              <a:cxn ang="0">
                <a:pos x="connsiteX39813" y="connsiteY39813"/>
              </a:cxn>
              <a:cxn ang="0">
                <a:pos x="connsiteX39814" y="connsiteY39814"/>
              </a:cxn>
              <a:cxn ang="0">
                <a:pos x="connsiteX39815" y="connsiteY39815"/>
              </a:cxn>
              <a:cxn ang="0">
                <a:pos x="connsiteX39816" y="connsiteY39816"/>
              </a:cxn>
              <a:cxn ang="0">
                <a:pos x="connsiteX39817" y="connsiteY39817"/>
              </a:cxn>
              <a:cxn ang="0">
                <a:pos x="connsiteX39818" y="connsiteY39818"/>
              </a:cxn>
              <a:cxn ang="0">
                <a:pos x="connsiteX39819" y="connsiteY39819"/>
              </a:cxn>
              <a:cxn ang="0">
                <a:pos x="connsiteX39820" y="connsiteY39820"/>
              </a:cxn>
              <a:cxn ang="0">
                <a:pos x="connsiteX39821" y="connsiteY39821"/>
              </a:cxn>
              <a:cxn ang="0">
                <a:pos x="connsiteX39822" y="connsiteY39822"/>
              </a:cxn>
              <a:cxn ang="0">
                <a:pos x="connsiteX39823" y="connsiteY39823"/>
              </a:cxn>
              <a:cxn ang="0">
                <a:pos x="connsiteX39824" y="connsiteY39824"/>
              </a:cxn>
              <a:cxn ang="0">
                <a:pos x="connsiteX39825" y="connsiteY39825"/>
              </a:cxn>
              <a:cxn ang="0">
                <a:pos x="connsiteX39826" y="connsiteY39826"/>
              </a:cxn>
              <a:cxn ang="0">
                <a:pos x="connsiteX39827" y="connsiteY39827"/>
              </a:cxn>
              <a:cxn ang="0">
                <a:pos x="connsiteX39828" y="connsiteY39828"/>
              </a:cxn>
              <a:cxn ang="0">
                <a:pos x="connsiteX39829" y="connsiteY39829"/>
              </a:cxn>
              <a:cxn ang="0">
                <a:pos x="connsiteX39830" y="connsiteY39830"/>
              </a:cxn>
              <a:cxn ang="0">
                <a:pos x="connsiteX39831" y="connsiteY39831"/>
              </a:cxn>
              <a:cxn ang="0">
                <a:pos x="connsiteX39832" y="connsiteY39832"/>
              </a:cxn>
              <a:cxn ang="0">
                <a:pos x="connsiteX39833" y="connsiteY39833"/>
              </a:cxn>
              <a:cxn ang="0">
                <a:pos x="connsiteX39834" y="connsiteY39834"/>
              </a:cxn>
              <a:cxn ang="0">
                <a:pos x="connsiteX39835" y="connsiteY39835"/>
              </a:cxn>
              <a:cxn ang="0">
                <a:pos x="connsiteX39836" y="connsiteY39836"/>
              </a:cxn>
              <a:cxn ang="0">
                <a:pos x="connsiteX39837" y="connsiteY39837"/>
              </a:cxn>
              <a:cxn ang="0">
                <a:pos x="connsiteX39838" y="connsiteY39838"/>
              </a:cxn>
              <a:cxn ang="0">
                <a:pos x="connsiteX39839" y="connsiteY39839"/>
              </a:cxn>
              <a:cxn ang="0">
                <a:pos x="connsiteX39840" y="connsiteY39840"/>
              </a:cxn>
              <a:cxn ang="0">
                <a:pos x="connsiteX39841" y="connsiteY39841"/>
              </a:cxn>
              <a:cxn ang="0">
                <a:pos x="connsiteX39842" y="connsiteY39842"/>
              </a:cxn>
              <a:cxn ang="0">
                <a:pos x="connsiteX39843" y="connsiteY39843"/>
              </a:cxn>
              <a:cxn ang="0">
                <a:pos x="connsiteX39844" y="connsiteY39844"/>
              </a:cxn>
              <a:cxn ang="0">
                <a:pos x="connsiteX39845" y="connsiteY39845"/>
              </a:cxn>
              <a:cxn ang="0">
                <a:pos x="connsiteX39846" y="connsiteY39846"/>
              </a:cxn>
              <a:cxn ang="0">
                <a:pos x="connsiteX39847" y="connsiteY39847"/>
              </a:cxn>
              <a:cxn ang="0">
                <a:pos x="connsiteX39848" y="connsiteY39848"/>
              </a:cxn>
              <a:cxn ang="0">
                <a:pos x="connsiteX39849" y="connsiteY39849"/>
              </a:cxn>
              <a:cxn ang="0">
                <a:pos x="connsiteX39850" y="connsiteY39850"/>
              </a:cxn>
              <a:cxn ang="0">
                <a:pos x="connsiteX39851" y="connsiteY39851"/>
              </a:cxn>
              <a:cxn ang="0">
                <a:pos x="connsiteX39852" y="connsiteY39852"/>
              </a:cxn>
              <a:cxn ang="0">
                <a:pos x="connsiteX39853" y="connsiteY39853"/>
              </a:cxn>
              <a:cxn ang="0">
                <a:pos x="connsiteX39854" y="connsiteY39854"/>
              </a:cxn>
              <a:cxn ang="0">
                <a:pos x="connsiteX39855" y="connsiteY39855"/>
              </a:cxn>
              <a:cxn ang="0">
                <a:pos x="connsiteX39856" y="connsiteY39856"/>
              </a:cxn>
              <a:cxn ang="0">
                <a:pos x="connsiteX39857" y="connsiteY39857"/>
              </a:cxn>
              <a:cxn ang="0">
                <a:pos x="connsiteX39858" y="connsiteY39858"/>
              </a:cxn>
              <a:cxn ang="0">
                <a:pos x="connsiteX39859" y="connsiteY39859"/>
              </a:cxn>
              <a:cxn ang="0">
                <a:pos x="connsiteX39860" y="connsiteY39860"/>
              </a:cxn>
              <a:cxn ang="0">
                <a:pos x="connsiteX39861" y="connsiteY39861"/>
              </a:cxn>
              <a:cxn ang="0">
                <a:pos x="connsiteX39862" y="connsiteY39862"/>
              </a:cxn>
              <a:cxn ang="0">
                <a:pos x="connsiteX39863" y="connsiteY39863"/>
              </a:cxn>
              <a:cxn ang="0">
                <a:pos x="connsiteX39864" y="connsiteY39864"/>
              </a:cxn>
              <a:cxn ang="0">
                <a:pos x="connsiteX39865" y="connsiteY39865"/>
              </a:cxn>
              <a:cxn ang="0">
                <a:pos x="connsiteX39866" y="connsiteY39866"/>
              </a:cxn>
              <a:cxn ang="0">
                <a:pos x="connsiteX39867" y="connsiteY39867"/>
              </a:cxn>
              <a:cxn ang="0">
                <a:pos x="connsiteX39868" y="connsiteY39868"/>
              </a:cxn>
              <a:cxn ang="0">
                <a:pos x="connsiteX39869" y="connsiteY39869"/>
              </a:cxn>
              <a:cxn ang="0">
                <a:pos x="connsiteX39870" y="connsiteY39870"/>
              </a:cxn>
              <a:cxn ang="0">
                <a:pos x="connsiteX39871" y="connsiteY39871"/>
              </a:cxn>
              <a:cxn ang="0">
                <a:pos x="connsiteX39872" y="connsiteY39872"/>
              </a:cxn>
              <a:cxn ang="0">
                <a:pos x="connsiteX39873" y="connsiteY39873"/>
              </a:cxn>
              <a:cxn ang="0">
                <a:pos x="connsiteX39874" y="connsiteY39874"/>
              </a:cxn>
              <a:cxn ang="0">
                <a:pos x="connsiteX39875" y="connsiteY39875"/>
              </a:cxn>
              <a:cxn ang="0">
                <a:pos x="connsiteX39876" y="connsiteY39876"/>
              </a:cxn>
              <a:cxn ang="0">
                <a:pos x="connsiteX39877" y="connsiteY39877"/>
              </a:cxn>
              <a:cxn ang="0">
                <a:pos x="connsiteX39878" y="connsiteY39878"/>
              </a:cxn>
              <a:cxn ang="0">
                <a:pos x="connsiteX39879" y="connsiteY39879"/>
              </a:cxn>
              <a:cxn ang="0">
                <a:pos x="connsiteX39880" y="connsiteY39880"/>
              </a:cxn>
              <a:cxn ang="0">
                <a:pos x="connsiteX39881" y="connsiteY39881"/>
              </a:cxn>
              <a:cxn ang="0">
                <a:pos x="connsiteX39882" y="connsiteY39882"/>
              </a:cxn>
              <a:cxn ang="0">
                <a:pos x="connsiteX39883" y="connsiteY39883"/>
              </a:cxn>
              <a:cxn ang="0">
                <a:pos x="connsiteX39884" y="connsiteY39884"/>
              </a:cxn>
              <a:cxn ang="0">
                <a:pos x="connsiteX39885" y="connsiteY39885"/>
              </a:cxn>
              <a:cxn ang="0">
                <a:pos x="connsiteX39886" y="connsiteY39886"/>
              </a:cxn>
              <a:cxn ang="0">
                <a:pos x="connsiteX39887" y="connsiteY39887"/>
              </a:cxn>
              <a:cxn ang="0">
                <a:pos x="connsiteX39888" y="connsiteY39888"/>
              </a:cxn>
              <a:cxn ang="0">
                <a:pos x="connsiteX39889" y="connsiteY39889"/>
              </a:cxn>
              <a:cxn ang="0">
                <a:pos x="connsiteX39890" y="connsiteY39890"/>
              </a:cxn>
              <a:cxn ang="0">
                <a:pos x="connsiteX39891" y="connsiteY39891"/>
              </a:cxn>
              <a:cxn ang="0">
                <a:pos x="connsiteX39892" y="connsiteY39892"/>
              </a:cxn>
              <a:cxn ang="0">
                <a:pos x="connsiteX39893" y="connsiteY39893"/>
              </a:cxn>
              <a:cxn ang="0">
                <a:pos x="connsiteX39894" y="connsiteY39894"/>
              </a:cxn>
              <a:cxn ang="0">
                <a:pos x="connsiteX39895" y="connsiteY39895"/>
              </a:cxn>
              <a:cxn ang="0">
                <a:pos x="connsiteX39896" y="connsiteY39896"/>
              </a:cxn>
              <a:cxn ang="0">
                <a:pos x="connsiteX39897" y="connsiteY39897"/>
              </a:cxn>
              <a:cxn ang="0">
                <a:pos x="connsiteX39898" y="connsiteY39898"/>
              </a:cxn>
              <a:cxn ang="0">
                <a:pos x="connsiteX39899" y="connsiteY39899"/>
              </a:cxn>
              <a:cxn ang="0">
                <a:pos x="connsiteX39900" y="connsiteY39900"/>
              </a:cxn>
              <a:cxn ang="0">
                <a:pos x="connsiteX39901" y="connsiteY39901"/>
              </a:cxn>
              <a:cxn ang="0">
                <a:pos x="connsiteX39902" y="connsiteY39902"/>
              </a:cxn>
              <a:cxn ang="0">
                <a:pos x="connsiteX39903" y="connsiteY39903"/>
              </a:cxn>
              <a:cxn ang="0">
                <a:pos x="connsiteX39904" y="connsiteY39904"/>
              </a:cxn>
              <a:cxn ang="0">
                <a:pos x="connsiteX39905" y="connsiteY39905"/>
              </a:cxn>
              <a:cxn ang="0">
                <a:pos x="connsiteX39906" y="connsiteY39906"/>
              </a:cxn>
              <a:cxn ang="0">
                <a:pos x="connsiteX39907" y="connsiteY39907"/>
              </a:cxn>
              <a:cxn ang="0">
                <a:pos x="connsiteX39908" y="connsiteY39908"/>
              </a:cxn>
              <a:cxn ang="0">
                <a:pos x="connsiteX39909" y="connsiteY39909"/>
              </a:cxn>
              <a:cxn ang="0">
                <a:pos x="connsiteX39910" y="connsiteY39910"/>
              </a:cxn>
              <a:cxn ang="0">
                <a:pos x="connsiteX39911" y="connsiteY39911"/>
              </a:cxn>
              <a:cxn ang="0">
                <a:pos x="connsiteX39912" y="connsiteY39912"/>
              </a:cxn>
              <a:cxn ang="0">
                <a:pos x="connsiteX39913" y="connsiteY39913"/>
              </a:cxn>
              <a:cxn ang="0">
                <a:pos x="connsiteX39914" y="connsiteY39914"/>
              </a:cxn>
              <a:cxn ang="0">
                <a:pos x="connsiteX39915" y="connsiteY39915"/>
              </a:cxn>
              <a:cxn ang="0">
                <a:pos x="connsiteX39916" y="connsiteY39916"/>
              </a:cxn>
              <a:cxn ang="0">
                <a:pos x="connsiteX39917" y="connsiteY39917"/>
              </a:cxn>
              <a:cxn ang="0">
                <a:pos x="connsiteX39918" y="connsiteY39918"/>
              </a:cxn>
              <a:cxn ang="0">
                <a:pos x="connsiteX39919" y="connsiteY39919"/>
              </a:cxn>
              <a:cxn ang="0">
                <a:pos x="connsiteX39920" y="connsiteY39920"/>
              </a:cxn>
              <a:cxn ang="0">
                <a:pos x="connsiteX39921" y="connsiteY39921"/>
              </a:cxn>
              <a:cxn ang="0">
                <a:pos x="connsiteX39922" y="connsiteY39922"/>
              </a:cxn>
              <a:cxn ang="0">
                <a:pos x="connsiteX39923" y="connsiteY39923"/>
              </a:cxn>
              <a:cxn ang="0">
                <a:pos x="connsiteX39924" y="connsiteY39924"/>
              </a:cxn>
              <a:cxn ang="0">
                <a:pos x="connsiteX39925" y="connsiteY39925"/>
              </a:cxn>
              <a:cxn ang="0">
                <a:pos x="connsiteX39926" y="connsiteY39926"/>
              </a:cxn>
              <a:cxn ang="0">
                <a:pos x="connsiteX39927" y="connsiteY39927"/>
              </a:cxn>
              <a:cxn ang="0">
                <a:pos x="connsiteX39928" y="connsiteY39928"/>
              </a:cxn>
              <a:cxn ang="0">
                <a:pos x="connsiteX39929" y="connsiteY39929"/>
              </a:cxn>
              <a:cxn ang="0">
                <a:pos x="connsiteX39930" y="connsiteY39930"/>
              </a:cxn>
              <a:cxn ang="0">
                <a:pos x="connsiteX39931" y="connsiteY39931"/>
              </a:cxn>
              <a:cxn ang="0">
                <a:pos x="connsiteX39932" y="connsiteY39932"/>
              </a:cxn>
              <a:cxn ang="0">
                <a:pos x="connsiteX39933" y="connsiteY39933"/>
              </a:cxn>
              <a:cxn ang="0">
                <a:pos x="connsiteX39934" y="connsiteY39934"/>
              </a:cxn>
              <a:cxn ang="0">
                <a:pos x="connsiteX39935" y="connsiteY39935"/>
              </a:cxn>
              <a:cxn ang="0">
                <a:pos x="connsiteX39936" y="connsiteY39936"/>
              </a:cxn>
              <a:cxn ang="0">
                <a:pos x="connsiteX39937" y="connsiteY39937"/>
              </a:cxn>
              <a:cxn ang="0">
                <a:pos x="connsiteX39938" y="connsiteY39938"/>
              </a:cxn>
              <a:cxn ang="0">
                <a:pos x="connsiteX39939" y="connsiteY39939"/>
              </a:cxn>
              <a:cxn ang="0">
                <a:pos x="connsiteX39940" y="connsiteY39940"/>
              </a:cxn>
              <a:cxn ang="0">
                <a:pos x="connsiteX39941" y="connsiteY39941"/>
              </a:cxn>
              <a:cxn ang="0">
                <a:pos x="connsiteX39942" y="connsiteY39942"/>
              </a:cxn>
              <a:cxn ang="0">
                <a:pos x="connsiteX39943" y="connsiteY39943"/>
              </a:cxn>
              <a:cxn ang="0">
                <a:pos x="connsiteX39944" y="connsiteY39944"/>
              </a:cxn>
              <a:cxn ang="0">
                <a:pos x="connsiteX39945" y="connsiteY39945"/>
              </a:cxn>
              <a:cxn ang="0">
                <a:pos x="connsiteX39946" y="connsiteY39946"/>
              </a:cxn>
              <a:cxn ang="0">
                <a:pos x="connsiteX39947" y="connsiteY39947"/>
              </a:cxn>
              <a:cxn ang="0">
                <a:pos x="connsiteX39948" y="connsiteY39948"/>
              </a:cxn>
              <a:cxn ang="0">
                <a:pos x="connsiteX39949" y="connsiteY39949"/>
              </a:cxn>
              <a:cxn ang="0">
                <a:pos x="connsiteX39950" y="connsiteY39950"/>
              </a:cxn>
              <a:cxn ang="0">
                <a:pos x="connsiteX39951" y="connsiteY39951"/>
              </a:cxn>
              <a:cxn ang="0">
                <a:pos x="connsiteX39952" y="connsiteY39952"/>
              </a:cxn>
              <a:cxn ang="0">
                <a:pos x="connsiteX39953" y="connsiteY39953"/>
              </a:cxn>
              <a:cxn ang="0">
                <a:pos x="connsiteX39954" y="connsiteY39954"/>
              </a:cxn>
              <a:cxn ang="0">
                <a:pos x="connsiteX39955" y="connsiteY39955"/>
              </a:cxn>
              <a:cxn ang="0">
                <a:pos x="connsiteX39956" y="connsiteY39956"/>
              </a:cxn>
              <a:cxn ang="0">
                <a:pos x="connsiteX39957" y="connsiteY39957"/>
              </a:cxn>
              <a:cxn ang="0">
                <a:pos x="connsiteX39958" y="connsiteY39958"/>
              </a:cxn>
              <a:cxn ang="0">
                <a:pos x="connsiteX39959" y="connsiteY39959"/>
              </a:cxn>
              <a:cxn ang="0">
                <a:pos x="connsiteX39960" y="connsiteY39960"/>
              </a:cxn>
              <a:cxn ang="0">
                <a:pos x="connsiteX39961" y="connsiteY39961"/>
              </a:cxn>
              <a:cxn ang="0">
                <a:pos x="connsiteX39962" y="connsiteY39962"/>
              </a:cxn>
              <a:cxn ang="0">
                <a:pos x="connsiteX39963" y="connsiteY39963"/>
              </a:cxn>
              <a:cxn ang="0">
                <a:pos x="connsiteX39964" y="connsiteY39964"/>
              </a:cxn>
              <a:cxn ang="0">
                <a:pos x="connsiteX39965" y="connsiteY39965"/>
              </a:cxn>
              <a:cxn ang="0">
                <a:pos x="connsiteX39966" y="connsiteY39966"/>
              </a:cxn>
              <a:cxn ang="0">
                <a:pos x="connsiteX39967" y="connsiteY39967"/>
              </a:cxn>
              <a:cxn ang="0">
                <a:pos x="connsiteX39968" y="connsiteY39968"/>
              </a:cxn>
              <a:cxn ang="0">
                <a:pos x="connsiteX39969" y="connsiteY39969"/>
              </a:cxn>
              <a:cxn ang="0">
                <a:pos x="connsiteX39970" y="connsiteY39970"/>
              </a:cxn>
              <a:cxn ang="0">
                <a:pos x="connsiteX39971" y="connsiteY39971"/>
              </a:cxn>
              <a:cxn ang="0">
                <a:pos x="connsiteX39972" y="connsiteY39972"/>
              </a:cxn>
              <a:cxn ang="0">
                <a:pos x="connsiteX39973" y="connsiteY39973"/>
              </a:cxn>
              <a:cxn ang="0">
                <a:pos x="connsiteX39974" y="connsiteY39974"/>
              </a:cxn>
              <a:cxn ang="0">
                <a:pos x="connsiteX39975" y="connsiteY39975"/>
              </a:cxn>
              <a:cxn ang="0">
                <a:pos x="connsiteX39976" y="connsiteY39976"/>
              </a:cxn>
              <a:cxn ang="0">
                <a:pos x="connsiteX39977" y="connsiteY39977"/>
              </a:cxn>
              <a:cxn ang="0">
                <a:pos x="connsiteX39978" y="connsiteY39978"/>
              </a:cxn>
              <a:cxn ang="0">
                <a:pos x="connsiteX39979" y="connsiteY39979"/>
              </a:cxn>
              <a:cxn ang="0">
                <a:pos x="connsiteX39980" y="connsiteY39980"/>
              </a:cxn>
              <a:cxn ang="0">
                <a:pos x="connsiteX39981" y="connsiteY39981"/>
              </a:cxn>
              <a:cxn ang="0">
                <a:pos x="connsiteX39982" y="connsiteY39982"/>
              </a:cxn>
              <a:cxn ang="0">
                <a:pos x="connsiteX39983" y="connsiteY39983"/>
              </a:cxn>
              <a:cxn ang="0">
                <a:pos x="connsiteX39984" y="connsiteY39984"/>
              </a:cxn>
              <a:cxn ang="0">
                <a:pos x="connsiteX39985" y="connsiteY39985"/>
              </a:cxn>
              <a:cxn ang="0">
                <a:pos x="connsiteX39986" y="connsiteY39986"/>
              </a:cxn>
              <a:cxn ang="0">
                <a:pos x="connsiteX39987" y="connsiteY39987"/>
              </a:cxn>
              <a:cxn ang="0">
                <a:pos x="connsiteX39988" y="connsiteY39988"/>
              </a:cxn>
              <a:cxn ang="0">
                <a:pos x="connsiteX39989" y="connsiteY39989"/>
              </a:cxn>
              <a:cxn ang="0">
                <a:pos x="connsiteX39990" y="connsiteY39990"/>
              </a:cxn>
              <a:cxn ang="0">
                <a:pos x="connsiteX39991" y="connsiteY39991"/>
              </a:cxn>
              <a:cxn ang="0">
                <a:pos x="connsiteX39992" y="connsiteY39992"/>
              </a:cxn>
              <a:cxn ang="0">
                <a:pos x="connsiteX39993" y="connsiteY39993"/>
              </a:cxn>
              <a:cxn ang="0">
                <a:pos x="connsiteX39994" y="connsiteY39994"/>
              </a:cxn>
              <a:cxn ang="0">
                <a:pos x="connsiteX39995" y="connsiteY39995"/>
              </a:cxn>
              <a:cxn ang="0">
                <a:pos x="connsiteX39996" y="connsiteY39996"/>
              </a:cxn>
              <a:cxn ang="0">
                <a:pos x="connsiteX39997" y="connsiteY39997"/>
              </a:cxn>
              <a:cxn ang="0">
                <a:pos x="connsiteX39998" y="connsiteY39998"/>
              </a:cxn>
              <a:cxn ang="0">
                <a:pos x="connsiteX39999" y="connsiteY39999"/>
              </a:cxn>
              <a:cxn ang="0">
                <a:pos x="connsiteX40000" y="connsiteY40000"/>
              </a:cxn>
              <a:cxn ang="0">
                <a:pos x="connsiteX40001" y="connsiteY40001"/>
              </a:cxn>
              <a:cxn ang="0">
                <a:pos x="connsiteX40002" y="connsiteY40002"/>
              </a:cxn>
              <a:cxn ang="0">
                <a:pos x="connsiteX40003" y="connsiteY40003"/>
              </a:cxn>
              <a:cxn ang="0">
                <a:pos x="connsiteX40004" y="connsiteY40004"/>
              </a:cxn>
              <a:cxn ang="0">
                <a:pos x="connsiteX40005" y="connsiteY40005"/>
              </a:cxn>
              <a:cxn ang="0">
                <a:pos x="connsiteX40006" y="connsiteY40006"/>
              </a:cxn>
              <a:cxn ang="0">
                <a:pos x="connsiteX40007" y="connsiteY40007"/>
              </a:cxn>
              <a:cxn ang="0">
                <a:pos x="connsiteX40008" y="connsiteY40008"/>
              </a:cxn>
              <a:cxn ang="0">
                <a:pos x="connsiteX40009" y="connsiteY40009"/>
              </a:cxn>
              <a:cxn ang="0">
                <a:pos x="connsiteX40010" y="connsiteY40010"/>
              </a:cxn>
              <a:cxn ang="0">
                <a:pos x="connsiteX40011" y="connsiteY40011"/>
              </a:cxn>
              <a:cxn ang="0">
                <a:pos x="connsiteX40012" y="connsiteY40012"/>
              </a:cxn>
              <a:cxn ang="0">
                <a:pos x="connsiteX40013" y="connsiteY40013"/>
              </a:cxn>
              <a:cxn ang="0">
                <a:pos x="connsiteX40014" y="connsiteY40014"/>
              </a:cxn>
              <a:cxn ang="0">
                <a:pos x="connsiteX40015" y="connsiteY40015"/>
              </a:cxn>
              <a:cxn ang="0">
                <a:pos x="connsiteX40016" y="connsiteY40016"/>
              </a:cxn>
              <a:cxn ang="0">
                <a:pos x="connsiteX40017" y="connsiteY40017"/>
              </a:cxn>
              <a:cxn ang="0">
                <a:pos x="connsiteX40018" y="connsiteY40018"/>
              </a:cxn>
              <a:cxn ang="0">
                <a:pos x="connsiteX40019" y="connsiteY40019"/>
              </a:cxn>
              <a:cxn ang="0">
                <a:pos x="connsiteX40020" y="connsiteY40020"/>
              </a:cxn>
              <a:cxn ang="0">
                <a:pos x="connsiteX40021" y="connsiteY40021"/>
              </a:cxn>
              <a:cxn ang="0">
                <a:pos x="connsiteX40022" y="connsiteY40022"/>
              </a:cxn>
              <a:cxn ang="0">
                <a:pos x="connsiteX40023" y="connsiteY40023"/>
              </a:cxn>
              <a:cxn ang="0">
                <a:pos x="connsiteX40024" y="connsiteY40024"/>
              </a:cxn>
              <a:cxn ang="0">
                <a:pos x="connsiteX40025" y="connsiteY40025"/>
              </a:cxn>
              <a:cxn ang="0">
                <a:pos x="connsiteX40026" y="connsiteY40026"/>
              </a:cxn>
              <a:cxn ang="0">
                <a:pos x="connsiteX40027" y="connsiteY40027"/>
              </a:cxn>
              <a:cxn ang="0">
                <a:pos x="connsiteX40028" y="connsiteY40028"/>
              </a:cxn>
              <a:cxn ang="0">
                <a:pos x="connsiteX40029" y="connsiteY40029"/>
              </a:cxn>
              <a:cxn ang="0">
                <a:pos x="connsiteX40030" y="connsiteY40030"/>
              </a:cxn>
              <a:cxn ang="0">
                <a:pos x="connsiteX40031" y="connsiteY40031"/>
              </a:cxn>
              <a:cxn ang="0">
                <a:pos x="connsiteX40032" y="connsiteY40032"/>
              </a:cxn>
              <a:cxn ang="0">
                <a:pos x="connsiteX40033" y="connsiteY40033"/>
              </a:cxn>
              <a:cxn ang="0">
                <a:pos x="connsiteX40034" y="connsiteY40034"/>
              </a:cxn>
              <a:cxn ang="0">
                <a:pos x="connsiteX40035" y="connsiteY40035"/>
              </a:cxn>
              <a:cxn ang="0">
                <a:pos x="connsiteX40036" y="connsiteY40036"/>
              </a:cxn>
              <a:cxn ang="0">
                <a:pos x="connsiteX40037" y="connsiteY40037"/>
              </a:cxn>
              <a:cxn ang="0">
                <a:pos x="connsiteX40038" y="connsiteY40038"/>
              </a:cxn>
              <a:cxn ang="0">
                <a:pos x="connsiteX40039" y="connsiteY40039"/>
              </a:cxn>
              <a:cxn ang="0">
                <a:pos x="connsiteX40040" y="connsiteY40040"/>
              </a:cxn>
              <a:cxn ang="0">
                <a:pos x="connsiteX40041" y="connsiteY40041"/>
              </a:cxn>
              <a:cxn ang="0">
                <a:pos x="connsiteX40042" y="connsiteY40042"/>
              </a:cxn>
              <a:cxn ang="0">
                <a:pos x="connsiteX40043" y="connsiteY40043"/>
              </a:cxn>
              <a:cxn ang="0">
                <a:pos x="connsiteX40044" y="connsiteY40044"/>
              </a:cxn>
              <a:cxn ang="0">
                <a:pos x="connsiteX40045" y="connsiteY40045"/>
              </a:cxn>
              <a:cxn ang="0">
                <a:pos x="connsiteX40046" y="connsiteY40046"/>
              </a:cxn>
              <a:cxn ang="0">
                <a:pos x="connsiteX40047" y="connsiteY40047"/>
              </a:cxn>
              <a:cxn ang="0">
                <a:pos x="connsiteX40048" y="connsiteY40048"/>
              </a:cxn>
              <a:cxn ang="0">
                <a:pos x="connsiteX40049" y="connsiteY40049"/>
              </a:cxn>
              <a:cxn ang="0">
                <a:pos x="connsiteX40050" y="connsiteY40050"/>
              </a:cxn>
              <a:cxn ang="0">
                <a:pos x="connsiteX40051" y="connsiteY40051"/>
              </a:cxn>
              <a:cxn ang="0">
                <a:pos x="connsiteX40052" y="connsiteY40052"/>
              </a:cxn>
              <a:cxn ang="0">
                <a:pos x="connsiteX40053" y="connsiteY40053"/>
              </a:cxn>
              <a:cxn ang="0">
                <a:pos x="connsiteX40054" y="connsiteY40054"/>
              </a:cxn>
              <a:cxn ang="0">
                <a:pos x="connsiteX40055" y="connsiteY40055"/>
              </a:cxn>
              <a:cxn ang="0">
                <a:pos x="connsiteX40056" y="connsiteY40056"/>
              </a:cxn>
              <a:cxn ang="0">
                <a:pos x="connsiteX40057" y="connsiteY40057"/>
              </a:cxn>
              <a:cxn ang="0">
                <a:pos x="connsiteX40058" y="connsiteY40058"/>
              </a:cxn>
              <a:cxn ang="0">
                <a:pos x="connsiteX40059" y="connsiteY40059"/>
              </a:cxn>
              <a:cxn ang="0">
                <a:pos x="connsiteX40060" y="connsiteY40060"/>
              </a:cxn>
              <a:cxn ang="0">
                <a:pos x="connsiteX40061" y="connsiteY40061"/>
              </a:cxn>
              <a:cxn ang="0">
                <a:pos x="connsiteX40062" y="connsiteY40062"/>
              </a:cxn>
              <a:cxn ang="0">
                <a:pos x="connsiteX40063" y="connsiteY40063"/>
              </a:cxn>
              <a:cxn ang="0">
                <a:pos x="connsiteX40064" y="connsiteY40064"/>
              </a:cxn>
              <a:cxn ang="0">
                <a:pos x="connsiteX40065" y="connsiteY40065"/>
              </a:cxn>
              <a:cxn ang="0">
                <a:pos x="connsiteX40066" y="connsiteY40066"/>
              </a:cxn>
              <a:cxn ang="0">
                <a:pos x="connsiteX40067" y="connsiteY40067"/>
              </a:cxn>
              <a:cxn ang="0">
                <a:pos x="connsiteX40068" y="connsiteY40068"/>
              </a:cxn>
              <a:cxn ang="0">
                <a:pos x="connsiteX40069" y="connsiteY40069"/>
              </a:cxn>
              <a:cxn ang="0">
                <a:pos x="connsiteX40070" y="connsiteY40070"/>
              </a:cxn>
              <a:cxn ang="0">
                <a:pos x="connsiteX40071" y="connsiteY40071"/>
              </a:cxn>
              <a:cxn ang="0">
                <a:pos x="connsiteX40072" y="connsiteY40072"/>
              </a:cxn>
              <a:cxn ang="0">
                <a:pos x="connsiteX40073" y="connsiteY40073"/>
              </a:cxn>
              <a:cxn ang="0">
                <a:pos x="connsiteX40074" y="connsiteY40074"/>
              </a:cxn>
              <a:cxn ang="0">
                <a:pos x="connsiteX40075" y="connsiteY40075"/>
              </a:cxn>
              <a:cxn ang="0">
                <a:pos x="connsiteX40076" y="connsiteY40076"/>
              </a:cxn>
              <a:cxn ang="0">
                <a:pos x="connsiteX40077" y="connsiteY40077"/>
              </a:cxn>
              <a:cxn ang="0">
                <a:pos x="connsiteX40078" y="connsiteY40078"/>
              </a:cxn>
              <a:cxn ang="0">
                <a:pos x="connsiteX40079" y="connsiteY40079"/>
              </a:cxn>
              <a:cxn ang="0">
                <a:pos x="connsiteX40080" y="connsiteY40080"/>
              </a:cxn>
              <a:cxn ang="0">
                <a:pos x="connsiteX40081" y="connsiteY40081"/>
              </a:cxn>
              <a:cxn ang="0">
                <a:pos x="connsiteX40082" y="connsiteY40082"/>
              </a:cxn>
              <a:cxn ang="0">
                <a:pos x="connsiteX40083" y="connsiteY40083"/>
              </a:cxn>
              <a:cxn ang="0">
                <a:pos x="connsiteX40084" y="connsiteY40084"/>
              </a:cxn>
              <a:cxn ang="0">
                <a:pos x="connsiteX40085" y="connsiteY40085"/>
              </a:cxn>
              <a:cxn ang="0">
                <a:pos x="connsiteX40086" y="connsiteY40086"/>
              </a:cxn>
              <a:cxn ang="0">
                <a:pos x="connsiteX40087" y="connsiteY40087"/>
              </a:cxn>
              <a:cxn ang="0">
                <a:pos x="connsiteX40088" y="connsiteY40088"/>
              </a:cxn>
              <a:cxn ang="0">
                <a:pos x="connsiteX40089" y="connsiteY40089"/>
              </a:cxn>
              <a:cxn ang="0">
                <a:pos x="connsiteX40090" y="connsiteY40090"/>
              </a:cxn>
              <a:cxn ang="0">
                <a:pos x="connsiteX40091" y="connsiteY40091"/>
              </a:cxn>
              <a:cxn ang="0">
                <a:pos x="connsiteX40092" y="connsiteY40092"/>
              </a:cxn>
              <a:cxn ang="0">
                <a:pos x="connsiteX40093" y="connsiteY40093"/>
              </a:cxn>
              <a:cxn ang="0">
                <a:pos x="connsiteX40094" y="connsiteY40094"/>
              </a:cxn>
              <a:cxn ang="0">
                <a:pos x="connsiteX40095" y="connsiteY40095"/>
              </a:cxn>
              <a:cxn ang="0">
                <a:pos x="connsiteX40096" y="connsiteY40096"/>
              </a:cxn>
              <a:cxn ang="0">
                <a:pos x="connsiteX40097" y="connsiteY40097"/>
              </a:cxn>
              <a:cxn ang="0">
                <a:pos x="connsiteX40098" y="connsiteY40098"/>
              </a:cxn>
              <a:cxn ang="0">
                <a:pos x="connsiteX40099" y="connsiteY40099"/>
              </a:cxn>
              <a:cxn ang="0">
                <a:pos x="connsiteX40100" y="connsiteY40100"/>
              </a:cxn>
              <a:cxn ang="0">
                <a:pos x="connsiteX40101" y="connsiteY40101"/>
              </a:cxn>
              <a:cxn ang="0">
                <a:pos x="connsiteX40102" y="connsiteY40102"/>
              </a:cxn>
              <a:cxn ang="0">
                <a:pos x="connsiteX40103" y="connsiteY40103"/>
              </a:cxn>
              <a:cxn ang="0">
                <a:pos x="connsiteX40104" y="connsiteY40104"/>
              </a:cxn>
              <a:cxn ang="0">
                <a:pos x="connsiteX40105" y="connsiteY40105"/>
              </a:cxn>
              <a:cxn ang="0">
                <a:pos x="connsiteX40106" y="connsiteY40106"/>
              </a:cxn>
              <a:cxn ang="0">
                <a:pos x="connsiteX40107" y="connsiteY40107"/>
              </a:cxn>
              <a:cxn ang="0">
                <a:pos x="connsiteX40108" y="connsiteY40108"/>
              </a:cxn>
              <a:cxn ang="0">
                <a:pos x="connsiteX40109" y="connsiteY40109"/>
              </a:cxn>
              <a:cxn ang="0">
                <a:pos x="connsiteX40110" y="connsiteY40110"/>
              </a:cxn>
              <a:cxn ang="0">
                <a:pos x="connsiteX40111" y="connsiteY40111"/>
              </a:cxn>
              <a:cxn ang="0">
                <a:pos x="connsiteX40112" y="connsiteY40112"/>
              </a:cxn>
              <a:cxn ang="0">
                <a:pos x="connsiteX40113" y="connsiteY40113"/>
              </a:cxn>
              <a:cxn ang="0">
                <a:pos x="connsiteX40114" y="connsiteY40114"/>
              </a:cxn>
              <a:cxn ang="0">
                <a:pos x="connsiteX40115" y="connsiteY40115"/>
              </a:cxn>
              <a:cxn ang="0">
                <a:pos x="connsiteX40116" y="connsiteY40116"/>
              </a:cxn>
              <a:cxn ang="0">
                <a:pos x="connsiteX40117" y="connsiteY40117"/>
              </a:cxn>
              <a:cxn ang="0">
                <a:pos x="connsiteX40118" y="connsiteY40118"/>
              </a:cxn>
              <a:cxn ang="0">
                <a:pos x="connsiteX40119" y="connsiteY40119"/>
              </a:cxn>
              <a:cxn ang="0">
                <a:pos x="connsiteX40120" y="connsiteY40120"/>
              </a:cxn>
              <a:cxn ang="0">
                <a:pos x="connsiteX40121" y="connsiteY40121"/>
              </a:cxn>
              <a:cxn ang="0">
                <a:pos x="connsiteX40122" y="connsiteY40122"/>
              </a:cxn>
              <a:cxn ang="0">
                <a:pos x="connsiteX40123" y="connsiteY40123"/>
              </a:cxn>
              <a:cxn ang="0">
                <a:pos x="connsiteX40124" y="connsiteY40124"/>
              </a:cxn>
              <a:cxn ang="0">
                <a:pos x="connsiteX40125" y="connsiteY40125"/>
              </a:cxn>
              <a:cxn ang="0">
                <a:pos x="connsiteX40126" y="connsiteY40126"/>
              </a:cxn>
              <a:cxn ang="0">
                <a:pos x="connsiteX40127" y="connsiteY40127"/>
              </a:cxn>
              <a:cxn ang="0">
                <a:pos x="connsiteX40128" y="connsiteY40128"/>
              </a:cxn>
              <a:cxn ang="0">
                <a:pos x="connsiteX40129" y="connsiteY40129"/>
              </a:cxn>
              <a:cxn ang="0">
                <a:pos x="connsiteX40130" y="connsiteY40130"/>
              </a:cxn>
              <a:cxn ang="0">
                <a:pos x="connsiteX40131" y="connsiteY40131"/>
              </a:cxn>
              <a:cxn ang="0">
                <a:pos x="connsiteX40132" y="connsiteY40132"/>
              </a:cxn>
              <a:cxn ang="0">
                <a:pos x="connsiteX40133" y="connsiteY40133"/>
              </a:cxn>
              <a:cxn ang="0">
                <a:pos x="connsiteX40134" y="connsiteY40134"/>
              </a:cxn>
              <a:cxn ang="0">
                <a:pos x="connsiteX40135" y="connsiteY40135"/>
              </a:cxn>
              <a:cxn ang="0">
                <a:pos x="connsiteX40136" y="connsiteY40136"/>
              </a:cxn>
              <a:cxn ang="0">
                <a:pos x="connsiteX40137" y="connsiteY40137"/>
              </a:cxn>
              <a:cxn ang="0">
                <a:pos x="connsiteX40138" y="connsiteY40138"/>
              </a:cxn>
              <a:cxn ang="0">
                <a:pos x="connsiteX40139" y="connsiteY40139"/>
              </a:cxn>
              <a:cxn ang="0">
                <a:pos x="connsiteX40140" y="connsiteY40140"/>
              </a:cxn>
              <a:cxn ang="0">
                <a:pos x="connsiteX40141" y="connsiteY40141"/>
              </a:cxn>
              <a:cxn ang="0">
                <a:pos x="connsiteX40142" y="connsiteY40142"/>
              </a:cxn>
              <a:cxn ang="0">
                <a:pos x="connsiteX40143" y="connsiteY40143"/>
              </a:cxn>
              <a:cxn ang="0">
                <a:pos x="connsiteX40144" y="connsiteY40144"/>
              </a:cxn>
              <a:cxn ang="0">
                <a:pos x="connsiteX40145" y="connsiteY40145"/>
              </a:cxn>
              <a:cxn ang="0">
                <a:pos x="connsiteX40146" y="connsiteY40146"/>
              </a:cxn>
              <a:cxn ang="0">
                <a:pos x="connsiteX40147" y="connsiteY40147"/>
              </a:cxn>
              <a:cxn ang="0">
                <a:pos x="connsiteX40148" y="connsiteY40148"/>
              </a:cxn>
              <a:cxn ang="0">
                <a:pos x="connsiteX40149" y="connsiteY40149"/>
              </a:cxn>
              <a:cxn ang="0">
                <a:pos x="connsiteX40150" y="connsiteY40150"/>
              </a:cxn>
              <a:cxn ang="0">
                <a:pos x="connsiteX40151" y="connsiteY40151"/>
              </a:cxn>
              <a:cxn ang="0">
                <a:pos x="connsiteX40152" y="connsiteY40152"/>
              </a:cxn>
              <a:cxn ang="0">
                <a:pos x="connsiteX40153" y="connsiteY40153"/>
              </a:cxn>
              <a:cxn ang="0">
                <a:pos x="connsiteX40154" y="connsiteY40154"/>
              </a:cxn>
              <a:cxn ang="0">
                <a:pos x="connsiteX40155" y="connsiteY40155"/>
              </a:cxn>
              <a:cxn ang="0">
                <a:pos x="connsiteX40156" y="connsiteY40156"/>
              </a:cxn>
              <a:cxn ang="0">
                <a:pos x="connsiteX40157" y="connsiteY40157"/>
              </a:cxn>
              <a:cxn ang="0">
                <a:pos x="connsiteX40158" y="connsiteY40158"/>
              </a:cxn>
              <a:cxn ang="0">
                <a:pos x="connsiteX40159" y="connsiteY40159"/>
              </a:cxn>
              <a:cxn ang="0">
                <a:pos x="connsiteX40160" y="connsiteY40160"/>
              </a:cxn>
              <a:cxn ang="0">
                <a:pos x="connsiteX40161" y="connsiteY40161"/>
              </a:cxn>
              <a:cxn ang="0">
                <a:pos x="connsiteX40162" y="connsiteY40162"/>
              </a:cxn>
              <a:cxn ang="0">
                <a:pos x="connsiteX40163" y="connsiteY40163"/>
              </a:cxn>
              <a:cxn ang="0">
                <a:pos x="connsiteX40164" y="connsiteY40164"/>
              </a:cxn>
              <a:cxn ang="0">
                <a:pos x="connsiteX40165" y="connsiteY40165"/>
              </a:cxn>
              <a:cxn ang="0">
                <a:pos x="connsiteX40166" y="connsiteY40166"/>
              </a:cxn>
              <a:cxn ang="0">
                <a:pos x="connsiteX40167" y="connsiteY40167"/>
              </a:cxn>
              <a:cxn ang="0">
                <a:pos x="connsiteX40168" y="connsiteY40168"/>
              </a:cxn>
              <a:cxn ang="0">
                <a:pos x="connsiteX40169" y="connsiteY40169"/>
              </a:cxn>
              <a:cxn ang="0">
                <a:pos x="connsiteX40170" y="connsiteY40170"/>
              </a:cxn>
              <a:cxn ang="0">
                <a:pos x="connsiteX40171" y="connsiteY40171"/>
              </a:cxn>
              <a:cxn ang="0">
                <a:pos x="connsiteX40172" y="connsiteY40172"/>
              </a:cxn>
              <a:cxn ang="0">
                <a:pos x="connsiteX40173" y="connsiteY40173"/>
              </a:cxn>
              <a:cxn ang="0">
                <a:pos x="connsiteX40174" y="connsiteY40174"/>
              </a:cxn>
              <a:cxn ang="0">
                <a:pos x="connsiteX40175" y="connsiteY40175"/>
              </a:cxn>
              <a:cxn ang="0">
                <a:pos x="connsiteX40176" y="connsiteY40176"/>
              </a:cxn>
              <a:cxn ang="0">
                <a:pos x="connsiteX40177" y="connsiteY40177"/>
              </a:cxn>
              <a:cxn ang="0">
                <a:pos x="connsiteX40178" y="connsiteY40178"/>
              </a:cxn>
              <a:cxn ang="0">
                <a:pos x="connsiteX40179" y="connsiteY40179"/>
              </a:cxn>
              <a:cxn ang="0">
                <a:pos x="connsiteX40180" y="connsiteY40180"/>
              </a:cxn>
              <a:cxn ang="0">
                <a:pos x="connsiteX40181" y="connsiteY40181"/>
              </a:cxn>
              <a:cxn ang="0">
                <a:pos x="connsiteX40182" y="connsiteY40182"/>
              </a:cxn>
              <a:cxn ang="0">
                <a:pos x="connsiteX40183" y="connsiteY40183"/>
              </a:cxn>
              <a:cxn ang="0">
                <a:pos x="connsiteX40184" y="connsiteY40184"/>
              </a:cxn>
              <a:cxn ang="0">
                <a:pos x="connsiteX40185" y="connsiteY40185"/>
              </a:cxn>
              <a:cxn ang="0">
                <a:pos x="connsiteX40186" y="connsiteY40186"/>
              </a:cxn>
              <a:cxn ang="0">
                <a:pos x="connsiteX40187" y="connsiteY40187"/>
              </a:cxn>
              <a:cxn ang="0">
                <a:pos x="connsiteX40188" y="connsiteY40188"/>
              </a:cxn>
              <a:cxn ang="0">
                <a:pos x="connsiteX40189" y="connsiteY40189"/>
              </a:cxn>
              <a:cxn ang="0">
                <a:pos x="connsiteX40190" y="connsiteY40190"/>
              </a:cxn>
              <a:cxn ang="0">
                <a:pos x="connsiteX40191" y="connsiteY40191"/>
              </a:cxn>
              <a:cxn ang="0">
                <a:pos x="connsiteX40192" y="connsiteY40192"/>
              </a:cxn>
              <a:cxn ang="0">
                <a:pos x="connsiteX40193" y="connsiteY40193"/>
              </a:cxn>
              <a:cxn ang="0">
                <a:pos x="connsiteX40194" y="connsiteY40194"/>
              </a:cxn>
              <a:cxn ang="0">
                <a:pos x="connsiteX40195" y="connsiteY40195"/>
              </a:cxn>
              <a:cxn ang="0">
                <a:pos x="connsiteX40196" y="connsiteY40196"/>
              </a:cxn>
              <a:cxn ang="0">
                <a:pos x="connsiteX40197" y="connsiteY40197"/>
              </a:cxn>
              <a:cxn ang="0">
                <a:pos x="connsiteX40198" y="connsiteY40198"/>
              </a:cxn>
              <a:cxn ang="0">
                <a:pos x="connsiteX40199" y="connsiteY40199"/>
              </a:cxn>
              <a:cxn ang="0">
                <a:pos x="connsiteX40200" y="connsiteY40200"/>
              </a:cxn>
              <a:cxn ang="0">
                <a:pos x="connsiteX40201" y="connsiteY40201"/>
              </a:cxn>
              <a:cxn ang="0">
                <a:pos x="connsiteX40202" y="connsiteY40202"/>
              </a:cxn>
              <a:cxn ang="0">
                <a:pos x="connsiteX40203" y="connsiteY40203"/>
              </a:cxn>
              <a:cxn ang="0">
                <a:pos x="connsiteX40204" y="connsiteY40204"/>
              </a:cxn>
              <a:cxn ang="0">
                <a:pos x="connsiteX40205" y="connsiteY40205"/>
              </a:cxn>
              <a:cxn ang="0">
                <a:pos x="connsiteX40206" y="connsiteY40206"/>
              </a:cxn>
              <a:cxn ang="0">
                <a:pos x="connsiteX40207" y="connsiteY40207"/>
              </a:cxn>
              <a:cxn ang="0">
                <a:pos x="connsiteX40208" y="connsiteY40208"/>
              </a:cxn>
              <a:cxn ang="0">
                <a:pos x="connsiteX40209" y="connsiteY40209"/>
              </a:cxn>
              <a:cxn ang="0">
                <a:pos x="connsiteX40210" y="connsiteY40210"/>
              </a:cxn>
              <a:cxn ang="0">
                <a:pos x="connsiteX40211" y="connsiteY40211"/>
              </a:cxn>
              <a:cxn ang="0">
                <a:pos x="connsiteX40212" y="connsiteY40212"/>
              </a:cxn>
              <a:cxn ang="0">
                <a:pos x="connsiteX40213" y="connsiteY40213"/>
              </a:cxn>
              <a:cxn ang="0">
                <a:pos x="connsiteX40214" y="connsiteY40214"/>
              </a:cxn>
              <a:cxn ang="0">
                <a:pos x="connsiteX40215" y="connsiteY40215"/>
              </a:cxn>
              <a:cxn ang="0">
                <a:pos x="connsiteX40216" y="connsiteY40216"/>
              </a:cxn>
              <a:cxn ang="0">
                <a:pos x="connsiteX40217" y="connsiteY40217"/>
              </a:cxn>
              <a:cxn ang="0">
                <a:pos x="connsiteX40218" y="connsiteY40218"/>
              </a:cxn>
              <a:cxn ang="0">
                <a:pos x="connsiteX40219" y="connsiteY40219"/>
              </a:cxn>
              <a:cxn ang="0">
                <a:pos x="connsiteX40220" y="connsiteY40220"/>
              </a:cxn>
              <a:cxn ang="0">
                <a:pos x="connsiteX40221" y="connsiteY40221"/>
              </a:cxn>
              <a:cxn ang="0">
                <a:pos x="connsiteX40222" y="connsiteY40222"/>
              </a:cxn>
              <a:cxn ang="0">
                <a:pos x="connsiteX40223" y="connsiteY40223"/>
              </a:cxn>
              <a:cxn ang="0">
                <a:pos x="connsiteX40224" y="connsiteY40224"/>
              </a:cxn>
              <a:cxn ang="0">
                <a:pos x="connsiteX40225" y="connsiteY40225"/>
              </a:cxn>
              <a:cxn ang="0">
                <a:pos x="connsiteX40226" y="connsiteY40226"/>
              </a:cxn>
              <a:cxn ang="0">
                <a:pos x="connsiteX40227" y="connsiteY40227"/>
              </a:cxn>
              <a:cxn ang="0">
                <a:pos x="connsiteX40228" y="connsiteY40228"/>
              </a:cxn>
              <a:cxn ang="0">
                <a:pos x="connsiteX40229" y="connsiteY40229"/>
              </a:cxn>
              <a:cxn ang="0">
                <a:pos x="connsiteX40230" y="connsiteY40230"/>
              </a:cxn>
              <a:cxn ang="0">
                <a:pos x="connsiteX40231" y="connsiteY40231"/>
              </a:cxn>
              <a:cxn ang="0">
                <a:pos x="connsiteX40232" y="connsiteY40232"/>
              </a:cxn>
              <a:cxn ang="0">
                <a:pos x="connsiteX40233" y="connsiteY40233"/>
              </a:cxn>
              <a:cxn ang="0">
                <a:pos x="connsiteX40234" y="connsiteY40234"/>
              </a:cxn>
              <a:cxn ang="0">
                <a:pos x="connsiteX40235" y="connsiteY40235"/>
              </a:cxn>
              <a:cxn ang="0">
                <a:pos x="connsiteX40236" y="connsiteY40236"/>
              </a:cxn>
              <a:cxn ang="0">
                <a:pos x="connsiteX40237" y="connsiteY40237"/>
              </a:cxn>
              <a:cxn ang="0">
                <a:pos x="connsiteX40238" y="connsiteY40238"/>
              </a:cxn>
              <a:cxn ang="0">
                <a:pos x="connsiteX40239" y="connsiteY40239"/>
              </a:cxn>
              <a:cxn ang="0">
                <a:pos x="connsiteX40240" y="connsiteY40240"/>
              </a:cxn>
              <a:cxn ang="0">
                <a:pos x="connsiteX40241" y="connsiteY40241"/>
              </a:cxn>
              <a:cxn ang="0">
                <a:pos x="connsiteX40242" y="connsiteY40242"/>
              </a:cxn>
              <a:cxn ang="0">
                <a:pos x="connsiteX40243" y="connsiteY40243"/>
              </a:cxn>
              <a:cxn ang="0">
                <a:pos x="connsiteX40244" y="connsiteY40244"/>
              </a:cxn>
              <a:cxn ang="0">
                <a:pos x="connsiteX40245" y="connsiteY40245"/>
              </a:cxn>
              <a:cxn ang="0">
                <a:pos x="connsiteX40246" y="connsiteY40246"/>
              </a:cxn>
              <a:cxn ang="0">
                <a:pos x="connsiteX40247" y="connsiteY40247"/>
              </a:cxn>
              <a:cxn ang="0">
                <a:pos x="connsiteX40248" y="connsiteY40248"/>
              </a:cxn>
              <a:cxn ang="0">
                <a:pos x="connsiteX40249" y="connsiteY40249"/>
              </a:cxn>
              <a:cxn ang="0">
                <a:pos x="connsiteX40250" y="connsiteY40250"/>
              </a:cxn>
              <a:cxn ang="0">
                <a:pos x="connsiteX40251" y="connsiteY40251"/>
              </a:cxn>
              <a:cxn ang="0">
                <a:pos x="connsiteX40252" y="connsiteY40252"/>
              </a:cxn>
              <a:cxn ang="0">
                <a:pos x="connsiteX40253" y="connsiteY40253"/>
              </a:cxn>
              <a:cxn ang="0">
                <a:pos x="connsiteX40254" y="connsiteY40254"/>
              </a:cxn>
              <a:cxn ang="0">
                <a:pos x="connsiteX40255" y="connsiteY40255"/>
              </a:cxn>
              <a:cxn ang="0">
                <a:pos x="connsiteX40256" y="connsiteY40256"/>
              </a:cxn>
              <a:cxn ang="0">
                <a:pos x="connsiteX40257" y="connsiteY40257"/>
              </a:cxn>
              <a:cxn ang="0">
                <a:pos x="connsiteX40258" y="connsiteY40258"/>
              </a:cxn>
              <a:cxn ang="0">
                <a:pos x="connsiteX40259" y="connsiteY40259"/>
              </a:cxn>
              <a:cxn ang="0">
                <a:pos x="connsiteX40260" y="connsiteY40260"/>
              </a:cxn>
              <a:cxn ang="0">
                <a:pos x="connsiteX40261" y="connsiteY40261"/>
              </a:cxn>
              <a:cxn ang="0">
                <a:pos x="connsiteX40262" y="connsiteY40262"/>
              </a:cxn>
              <a:cxn ang="0">
                <a:pos x="connsiteX40263" y="connsiteY40263"/>
              </a:cxn>
              <a:cxn ang="0">
                <a:pos x="connsiteX40264" y="connsiteY40264"/>
              </a:cxn>
              <a:cxn ang="0">
                <a:pos x="connsiteX40265" y="connsiteY40265"/>
              </a:cxn>
              <a:cxn ang="0">
                <a:pos x="connsiteX40266" y="connsiteY40266"/>
              </a:cxn>
              <a:cxn ang="0">
                <a:pos x="connsiteX40267" y="connsiteY40267"/>
              </a:cxn>
              <a:cxn ang="0">
                <a:pos x="connsiteX40268" y="connsiteY40268"/>
              </a:cxn>
              <a:cxn ang="0">
                <a:pos x="connsiteX40269" y="connsiteY40269"/>
              </a:cxn>
              <a:cxn ang="0">
                <a:pos x="connsiteX40270" y="connsiteY40270"/>
              </a:cxn>
              <a:cxn ang="0">
                <a:pos x="connsiteX40271" y="connsiteY40271"/>
              </a:cxn>
              <a:cxn ang="0">
                <a:pos x="connsiteX40272" y="connsiteY40272"/>
              </a:cxn>
              <a:cxn ang="0">
                <a:pos x="connsiteX40273" y="connsiteY40273"/>
              </a:cxn>
              <a:cxn ang="0">
                <a:pos x="connsiteX40274" y="connsiteY40274"/>
              </a:cxn>
              <a:cxn ang="0">
                <a:pos x="connsiteX40275" y="connsiteY40275"/>
              </a:cxn>
              <a:cxn ang="0">
                <a:pos x="connsiteX40276" y="connsiteY40276"/>
              </a:cxn>
              <a:cxn ang="0">
                <a:pos x="connsiteX40277" y="connsiteY40277"/>
              </a:cxn>
              <a:cxn ang="0">
                <a:pos x="connsiteX40278" y="connsiteY40278"/>
              </a:cxn>
              <a:cxn ang="0">
                <a:pos x="connsiteX40279" y="connsiteY40279"/>
              </a:cxn>
              <a:cxn ang="0">
                <a:pos x="connsiteX40280" y="connsiteY40280"/>
              </a:cxn>
              <a:cxn ang="0">
                <a:pos x="connsiteX40281" y="connsiteY40281"/>
              </a:cxn>
              <a:cxn ang="0">
                <a:pos x="connsiteX40282" y="connsiteY40282"/>
              </a:cxn>
              <a:cxn ang="0">
                <a:pos x="connsiteX40283" y="connsiteY40283"/>
              </a:cxn>
              <a:cxn ang="0">
                <a:pos x="connsiteX40284" y="connsiteY40284"/>
              </a:cxn>
              <a:cxn ang="0">
                <a:pos x="connsiteX40285" y="connsiteY40285"/>
              </a:cxn>
              <a:cxn ang="0">
                <a:pos x="connsiteX40286" y="connsiteY40286"/>
              </a:cxn>
              <a:cxn ang="0">
                <a:pos x="connsiteX40287" y="connsiteY40287"/>
              </a:cxn>
              <a:cxn ang="0">
                <a:pos x="connsiteX40288" y="connsiteY40288"/>
              </a:cxn>
              <a:cxn ang="0">
                <a:pos x="connsiteX40289" y="connsiteY40289"/>
              </a:cxn>
              <a:cxn ang="0">
                <a:pos x="connsiteX40290" y="connsiteY40290"/>
              </a:cxn>
              <a:cxn ang="0">
                <a:pos x="connsiteX40291" y="connsiteY40291"/>
              </a:cxn>
              <a:cxn ang="0">
                <a:pos x="connsiteX40292" y="connsiteY40292"/>
              </a:cxn>
              <a:cxn ang="0">
                <a:pos x="connsiteX40293" y="connsiteY40293"/>
              </a:cxn>
              <a:cxn ang="0">
                <a:pos x="connsiteX40294" y="connsiteY40294"/>
              </a:cxn>
              <a:cxn ang="0">
                <a:pos x="connsiteX40295" y="connsiteY40295"/>
              </a:cxn>
              <a:cxn ang="0">
                <a:pos x="connsiteX40296" y="connsiteY40296"/>
              </a:cxn>
              <a:cxn ang="0">
                <a:pos x="connsiteX40297" y="connsiteY40297"/>
              </a:cxn>
              <a:cxn ang="0">
                <a:pos x="connsiteX40298" y="connsiteY40298"/>
              </a:cxn>
              <a:cxn ang="0">
                <a:pos x="connsiteX40299" y="connsiteY40299"/>
              </a:cxn>
              <a:cxn ang="0">
                <a:pos x="connsiteX40300" y="connsiteY40300"/>
              </a:cxn>
              <a:cxn ang="0">
                <a:pos x="connsiteX40301" y="connsiteY40301"/>
              </a:cxn>
              <a:cxn ang="0">
                <a:pos x="connsiteX40302" y="connsiteY40302"/>
              </a:cxn>
              <a:cxn ang="0">
                <a:pos x="connsiteX40303" y="connsiteY40303"/>
              </a:cxn>
              <a:cxn ang="0">
                <a:pos x="connsiteX40304" y="connsiteY40304"/>
              </a:cxn>
              <a:cxn ang="0">
                <a:pos x="connsiteX40305" y="connsiteY40305"/>
              </a:cxn>
              <a:cxn ang="0">
                <a:pos x="connsiteX40306" y="connsiteY40306"/>
              </a:cxn>
              <a:cxn ang="0">
                <a:pos x="connsiteX40307" y="connsiteY40307"/>
              </a:cxn>
              <a:cxn ang="0">
                <a:pos x="connsiteX40308" y="connsiteY40308"/>
              </a:cxn>
              <a:cxn ang="0">
                <a:pos x="connsiteX40309" y="connsiteY40309"/>
              </a:cxn>
              <a:cxn ang="0">
                <a:pos x="connsiteX40310" y="connsiteY40310"/>
              </a:cxn>
              <a:cxn ang="0">
                <a:pos x="connsiteX40311" y="connsiteY40311"/>
              </a:cxn>
              <a:cxn ang="0">
                <a:pos x="connsiteX40312" y="connsiteY40312"/>
              </a:cxn>
              <a:cxn ang="0">
                <a:pos x="connsiteX40313" y="connsiteY40313"/>
              </a:cxn>
              <a:cxn ang="0">
                <a:pos x="connsiteX40314" y="connsiteY40314"/>
              </a:cxn>
              <a:cxn ang="0">
                <a:pos x="connsiteX40315" y="connsiteY40315"/>
              </a:cxn>
              <a:cxn ang="0">
                <a:pos x="connsiteX40316" y="connsiteY40316"/>
              </a:cxn>
              <a:cxn ang="0">
                <a:pos x="connsiteX40317" y="connsiteY40317"/>
              </a:cxn>
              <a:cxn ang="0">
                <a:pos x="connsiteX40318" y="connsiteY40318"/>
              </a:cxn>
              <a:cxn ang="0">
                <a:pos x="connsiteX40319" y="connsiteY40319"/>
              </a:cxn>
              <a:cxn ang="0">
                <a:pos x="connsiteX40320" y="connsiteY40320"/>
              </a:cxn>
              <a:cxn ang="0">
                <a:pos x="connsiteX40321" y="connsiteY40321"/>
              </a:cxn>
              <a:cxn ang="0">
                <a:pos x="connsiteX40322" y="connsiteY40322"/>
              </a:cxn>
              <a:cxn ang="0">
                <a:pos x="connsiteX40323" y="connsiteY40323"/>
              </a:cxn>
              <a:cxn ang="0">
                <a:pos x="connsiteX40324" y="connsiteY40324"/>
              </a:cxn>
              <a:cxn ang="0">
                <a:pos x="connsiteX40325" y="connsiteY40325"/>
              </a:cxn>
              <a:cxn ang="0">
                <a:pos x="connsiteX40326" y="connsiteY40326"/>
              </a:cxn>
              <a:cxn ang="0">
                <a:pos x="connsiteX40327" y="connsiteY40327"/>
              </a:cxn>
              <a:cxn ang="0">
                <a:pos x="connsiteX40328" y="connsiteY40328"/>
              </a:cxn>
              <a:cxn ang="0">
                <a:pos x="connsiteX40329" y="connsiteY40329"/>
              </a:cxn>
              <a:cxn ang="0">
                <a:pos x="connsiteX40330" y="connsiteY40330"/>
              </a:cxn>
              <a:cxn ang="0">
                <a:pos x="connsiteX40331" y="connsiteY40331"/>
              </a:cxn>
              <a:cxn ang="0">
                <a:pos x="connsiteX40332" y="connsiteY40332"/>
              </a:cxn>
              <a:cxn ang="0">
                <a:pos x="connsiteX40333" y="connsiteY40333"/>
              </a:cxn>
              <a:cxn ang="0">
                <a:pos x="connsiteX40334" y="connsiteY40334"/>
              </a:cxn>
              <a:cxn ang="0">
                <a:pos x="connsiteX40335" y="connsiteY40335"/>
              </a:cxn>
              <a:cxn ang="0">
                <a:pos x="connsiteX40336" y="connsiteY40336"/>
              </a:cxn>
              <a:cxn ang="0">
                <a:pos x="connsiteX40337" y="connsiteY40337"/>
              </a:cxn>
              <a:cxn ang="0">
                <a:pos x="connsiteX40338" y="connsiteY40338"/>
              </a:cxn>
              <a:cxn ang="0">
                <a:pos x="connsiteX40339" y="connsiteY40339"/>
              </a:cxn>
              <a:cxn ang="0">
                <a:pos x="connsiteX40340" y="connsiteY40340"/>
              </a:cxn>
              <a:cxn ang="0">
                <a:pos x="connsiteX40341" y="connsiteY40341"/>
              </a:cxn>
              <a:cxn ang="0">
                <a:pos x="connsiteX40342" y="connsiteY40342"/>
              </a:cxn>
              <a:cxn ang="0">
                <a:pos x="connsiteX40343" y="connsiteY40343"/>
              </a:cxn>
              <a:cxn ang="0">
                <a:pos x="connsiteX40344" y="connsiteY40344"/>
              </a:cxn>
              <a:cxn ang="0">
                <a:pos x="connsiteX40345" y="connsiteY40345"/>
              </a:cxn>
              <a:cxn ang="0">
                <a:pos x="connsiteX40346" y="connsiteY40346"/>
              </a:cxn>
              <a:cxn ang="0">
                <a:pos x="connsiteX40347" y="connsiteY40347"/>
              </a:cxn>
              <a:cxn ang="0">
                <a:pos x="connsiteX40348" y="connsiteY40348"/>
              </a:cxn>
              <a:cxn ang="0">
                <a:pos x="connsiteX40349" y="connsiteY40349"/>
              </a:cxn>
              <a:cxn ang="0">
                <a:pos x="connsiteX40350" y="connsiteY40350"/>
              </a:cxn>
              <a:cxn ang="0">
                <a:pos x="connsiteX40351" y="connsiteY40351"/>
              </a:cxn>
              <a:cxn ang="0">
                <a:pos x="connsiteX40352" y="connsiteY40352"/>
              </a:cxn>
              <a:cxn ang="0">
                <a:pos x="connsiteX40353" y="connsiteY40353"/>
              </a:cxn>
              <a:cxn ang="0">
                <a:pos x="connsiteX40354" y="connsiteY40354"/>
              </a:cxn>
              <a:cxn ang="0">
                <a:pos x="connsiteX40355" y="connsiteY40355"/>
              </a:cxn>
              <a:cxn ang="0">
                <a:pos x="connsiteX40356" y="connsiteY40356"/>
              </a:cxn>
              <a:cxn ang="0">
                <a:pos x="connsiteX40357" y="connsiteY40357"/>
              </a:cxn>
              <a:cxn ang="0">
                <a:pos x="connsiteX40358" y="connsiteY40358"/>
              </a:cxn>
              <a:cxn ang="0">
                <a:pos x="connsiteX40359" y="connsiteY40359"/>
              </a:cxn>
              <a:cxn ang="0">
                <a:pos x="connsiteX40360" y="connsiteY40360"/>
              </a:cxn>
              <a:cxn ang="0">
                <a:pos x="connsiteX40361" y="connsiteY40361"/>
              </a:cxn>
              <a:cxn ang="0">
                <a:pos x="connsiteX40362" y="connsiteY40362"/>
              </a:cxn>
              <a:cxn ang="0">
                <a:pos x="connsiteX40363" y="connsiteY40363"/>
              </a:cxn>
              <a:cxn ang="0">
                <a:pos x="connsiteX40364" y="connsiteY40364"/>
              </a:cxn>
              <a:cxn ang="0">
                <a:pos x="connsiteX40365" y="connsiteY40365"/>
              </a:cxn>
              <a:cxn ang="0">
                <a:pos x="connsiteX40366" y="connsiteY40366"/>
              </a:cxn>
              <a:cxn ang="0">
                <a:pos x="connsiteX40367" y="connsiteY40367"/>
              </a:cxn>
              <a:cxn ang="0">
                <a:pos x="connsiteX40368" y="connsiteY40368"/>
              </a:cxn>
              <a:cxn ang="0">
                <a:pos x="connsiteX40369" y="connsiteY40369"/>
              </a:cxn>
              <a:cxn ang="0">
                <a:pos x="connsiteX40370" y="connsiteY40370"/>
              </a:cxn>
              <a:cxn ang="0">
                <a:pos x="connsiteX40371" y="connsiteY40371"/>
              </a:cxn>
              <a:cxn ang="0">
                <a:pos x="connsiteX40372" y="connsiteY40372"/>
              </a:cxn>
              <a:cxn ang="0">
                <a:pos x="connsiteX40373" y="connsiteY40373"/>
              </a:cxn>
              <a:cxn ang="0">
                <a:pos x="connsiteX40374" y="connsiteY40374"/>
              </a:cxn>
              <a:cxn ang="0">
                <a:pos x="connsiteX40375" y="connsiteY40375"/>
              </a:cxn>
              <a:cxn ang="0">
                <a:pos x="connsiteX40376" y="connsiteY40376"/>
              </a:cxn>
              <a:cxn ang="0">
                <a:pos x="connsiteX40377" y="connsiteY40377"/>
              </a:cxn>
              <a:cxn ang="0">
                <a:pos x="connsiteX40378" y="connsiteY40378"/>
              </a:cxn>
              <a:cxn ang="0">
                <a:pos x="connsiteX40379" y="connsiteY40379"/>
              </a:cxn>
              <a:cxn ang="0">
                <a:pos x="connsiteX40380" y="connsiteY40380"/>
              </a:cxn>
              <a:cxn ang="0">
                <a:pos x="connsiteX40381" y="connsiteY40381"/>
              </a:cxn>
              <a:cxn ang="0">
                <a:pos x="connsiteX40382" y="connsiteY40382"/>
              </a:cxn>
              <a:cxn ang="0">
                <a:pos x="connsiteX40383" y="connsiteY40383"/>
              </a:cxn>
              <a:cxn ang="0">
                <a:pos x="connsiteX40384" y="connsiteY40384"/>
              </a:cxn>
              <a:cxn ang="0">
                <a:pos x="connsiteX40385" y="connsiteY40385"/>
              </a:cxn>
              <a:cxn ang="0">
                <a:pos x="connsiteX40386" y="connsiteY40386"/>
              </a:cxn>
              <a:cxn ang="0">
                <a:pos x="connsiteX40387" y="connsiteY40387"/>
              </a:cxn>
              <a:cxn ang="0">
                <a:pos x="connsiteX40388" y="connsiteY40388"/>
              </a:cxn>
              <a:cxn ang="0">
                <a:pos x="connsiteX40389" y="connsiteY40389"/>
              </a:cxn>
              <a:cxn ang="0">
                <a:pos x="connsiteX40390" y="connsiteY40390"/>
              </a:cxn>
              <a:cxn ang="0">
                <a:pos x="connsiteX40391" y="connsiteY40391"/>
              </a:cxn>
              <a:cxn ang="0">
                <a:pos x="connsiteX40392" y="connsiteY40392"/>
              </a:cxn>
              <a:cxn ang="0">
                <a:pos x="connsiteX40393" y="connsiteY40393"/>
              </a:cxn>
              <a:cxn ang="0">
                <a:pos x="connsiteX40394" y="connsiteY40394"/>
              </a:cxn>
              <a:cxn ang="0">
                <a:pos x="connsiteX40395" y="connsiteY40395"/>
              </a:cxn>
              <a:cxn ang="0">
                <a:pos x="connsiteX40396" y="connsiteY40396"/>
              </a:cxn>
              <a:cxn ang="0">
                <a:pos x="connsiteX40397" y="connsiteY40397"/>
              </a:cxn>
              <a:cxn ang="0">
                <a:pos x="connsiteX40398" y="connsiteY40398"/>
              </a:cxn>
              <a:cxn ang="0">
                <a:pos x="connsiteX40399" y="connsiteY40399"/>
              </a:cxn>
              <a:cxn ang="0">
                <a:pos x="connsiteX40400" y="connsiteY40400"/>
              </a:cxn>
              <a:cxn ang="0">
                <a:pos x="connsiteX40401" y="connsiteY40401"/>
              </a:cxn>
              <a:cxn ang="0">
                <a:pos x="connsiteX40402" y="connsiteY40402"/>
              </a:cxn>
              <a:cxn ang="0">
                <a:pos x="connsiteX40403" y="connsiteY40403"/>
              </a:cxn>
              <a:cxn ang="0">
                <a:pos x="connsiteX40404" y="connsiteY40404"/>
              </a:cxn>
              <a:cxn ang="0">
                <a:pos x="connsiteX40405" y="connsiteY40405"/>
              </a:cxn>
              <a:cxn ang="0">
                <a:pos x="connsiteX40406" y="connsiteY40406"/>
              </a:cxn>
              <a:cxn ang="0">
                <a:pos x="connsiteX40407" y="connsiteY40407"/>
              </a:cxn>
              <a:cxn ang="0">
                <a:pos x="connsiteX40408" y="connsiteY40408"/>
              </a:cxn>
              <a:cxn ang="0">
                <a:pos x="connsiteX40409" y="connsiteY40409"/>
              </a:cxn>
              <a:cxn ang="0">
                <a:pos x="connsiteX40410" y="connsiteY40410"/>
              </a:cxn>
              <a:cxn ang="0">
                <a:pos x="connsiteX40411" y="connsiteY40411"/>
              </a:cxn>
              <a:cxn ang="0">
                <a:pos x="connsiteX40412" y="connsiteY40412"/>
              </a:cxn>
              <a:cxn ang="0">
                <a:pos x="connsiteX40413" y="connsiteY40413"/>
              </a:cxn>
              <a:cxn ang="0">
                <a:pos x="connsiteX40414" y="connsiteY40414"/>
              </a:cxn>
              <a:cxn ang="0">
                <a:pos x="connsiteX40415" y="connsiteY40415"/>
              </a:cxn>
              <a:cxn ang="0">
                <a:pos x="connsiteX40416" y="connsiteY40416"/>
              </a:cxn>
              <a:cxn ang="0">
                <a:pos x="connsiteX40417" y="connsiteY40417"/>
              </a:cxn>
              <a:cxn ang="0">
                <a:pos x="connsiteX40418" y="connsiteY40418"/>
              </a:cxn>
              <a:cxn ang="0">
                <a:pos x="connsiteX40419" y="connsiteY40419"/>
              </a:cxn>
              <a:cxn ang="0">
                <a:pos x="connsiteX40420" y="connsiteY40420"/>
              </a:cxn>
              <a:cxn ang="0">
                <a:pos x="connsiteX40421" y="connsiteY40421"/>
              </a:cxn>
              <a:cxn ang="0">
                <a:pos x="connsiteX40422" y="connsiteY40422"/>
              </a:cxn>
              <a:cxn ang="0">
                <a:pos x="connsiteX40423" y="connsiteY40423"/>
              </a:cxn>
              <a:cxn ang="0">
                <a:pos x="connsiteX40424" y="connsiteY40424"/>
              </a:cxn>
              <a:cxn ang="0">
                <a:pos x="connsiteX40425" y="connsiteY40425"/>
              </a:cxn>
              <a:cxn ang="0">
                <a:pos x="connsiteX40426" y="connsiteY40426"/>
              </a:cxn>
              <a:cxn ang="0">
                <a:pos x="connsiteX40427" y="connsiteY40427"/>
              </a:cxn>
              <a:cxn ang="0">
                <a:pos x="connsiteX40428" y="connsiteY40428"/>
              </a:cxn>
              <a:cxn ang="0">
                <a:pos x="connsiteX40429" y="connsiteY40429"/>
              </a:cxn>
              <a:cxn ang="0">
                <a:pos x="connsiteX40430" y="connsiteY40430"/>
              </a:cxn>
              <a:cxn ang="0">
                <a:pos x="connsiteX40431" y="connsiteY40431"/>
              </a:cxn>
              <a:cxn ang="0">
                <a:pos x="connsiteX40432" y="connsiteY40432"/>
              </a:cxn>
              <a:cxn ang="0">
                <a:pos x="connsiteX40433" y="connsiteY40433"/>
              </a:cxn>
              <a:cxn ang="0">
                <a:pos x="connsiteX40434" y="connsiteY40434"/>
              </a:cxn>
              <a:cxn ang="0">
                <a:pos x="connsiteX40435" y="connsiteY40435"/>
              </a:cxn>
              <a:cxn ang="0">
                <a:pos x="connsiteX40436" y="connsiteY40436"/>
              </a:cxn>
              <a:cxn ang="0">
                <a:pos x="connsiteX40437" y="connsiteY40437"/>
              </a:cxn>
              <a:cxn ang="0">
                <a:pos x="connsiteX40438" y="connsiteY40438"/>
              </a:cxn>
              <a:cxn ang="0">
                <a:pos x="connsiteX40439" y="connsiteY40439"/>
              </a:cxn>
              <a:cxn ang="0">
                <a:pos x="connsiteX40440" y="connsiteY40440"/>
              </a:cxn>
              <a:cxn ang="0">
                <a:pos x="connsiteX40441" y="connsiteY40441"/>
              </a:cxn>
              <a:cxn ang="0">
                <a:pos x="connsiteX40442" y="connsiteY40442"/>
              </a:cxn>
              <a:cxn ang="0">
                <a:pos x="connsiteX40443" y="connsiteY40443"/>
              </a:cxn>
              <a:cxn ang="0">
                <a:pos x="connsiteX40444" y="connsiteY40444"/>
              </a:cxn>
              <a:cxn ang="0">
                <a:pos x="connsiteX40445" y="connsiteY40445"/>
              </a:cxn>
              <a:cxn ang="0">
                <a:pos x="connsiteX40446" y="connsiteY40446"/>
              </a:cxn>
              <a:cxn ang="0">
                <a:pos x="connsiteX40447" y="connsiteY40447"/>
              </a:cxn>
              <a:cxn ang="0">
                <a:pos x="connsiteX40448" y="connsiteY40448"/>
              </a:cxn>
              <a:cxn ang="0">
                <a:pos x="connsiteX40449" y="connsiteY40449"/>
              </a:cxn>
              <a:cxn ang="0">
                <a:pos x="connsiteX40450" y="connsiteY40450"/>
              </a:cxn>
              <a:cxn ang="0">
                <a:pos x="connsiteX40451" y="connsiteY40451"/>
              </a:cxn>
              <a:cxn ang="0">
                <a:pos x="connsiteX40452" y="connsiteY40452"/>
              </a:cxn>
              <a:cxn ang="0">
                <a:pos x="connsiteX40453" y="connsiteY40453"/>
              </a:cxn>
              <a:cxn ang="0">
                <a:pos x="connsiteX40454" y="connsiteY40454"/>
              </a:cxn>
              <a:cxn ang="0">
                <a:pos x="connsiteX40455" y="connsiteY40455"/>
              </a:cxn>
              <a:cxn ang="0">
                <a:pos x="connsiteX40456" y="connsiteY40456"/>
              </a:cxn>
              <a:cxn ang="0">
                <a:pos x="connsiteX40457" y="connsiteY40457"/>
              </a:cxn>
              <a:cxn ang="0">
                <a:pos x="connsiteX40458" y="connsiteY40458"/>
              </a:cxn>
              <a:cxn ang="0">
                <a:pos x="connsiteX40459" y="connsiteY40459"/>
              </a:cxn>
              <a:cxn ang="0">
                <a:pos x="connsiteX40460" y="connsiteY40460"/>
              </a:cxn>
              <a:cxn ang="0">
                <a:pos x="connsiteX40461" y="connsiteY40461"/>
              </a:cxn>
              <a:cxn ang="0">
                <a:pos x="connsiteX40462" y="connsiteY40462"/>
              </a:cxn>
              <a:cxn ang="0">
                <a:pos x="connsiteX40463" y="connsiteY40463"/>
              </a:cxn>
              <a:cxn ang="0">
                <a:pos x="connsiteX40464" y="connsiteY40464"/>
              </a:cxn>
              <a:cxn ang="0">
                <a:pos x="connsiteX40465" y="connsiteY40465"/>
              </a:cxn>
              <a:cxn ang="0">
                <a:pos x="connsiteX40466" y="connsiteY40466"/>
              </a:cxn>
              <a:cxn ang="0">
                <a:pos x="connsiteX40467" y="connsiteY40467"/>
              </a:cxn>
              <a:cxn ang="0">
                <a:pos x="connsiteX40468" y="connsiteY40468"/>
              </a:cxn>
              <a:cxn ang="0">
                <a:pos x="connsiteX40469" y="connsiteY40469"/>
              </a:cxn>
              <a:cxn ang="0">
                <a:pos x="connsiteX40470" y="connsiteY40470"/>
              </a:cxn>
              <a:cxn ang="0">
                <a:pos x="connsiteX40471" y="connsiteY40471"/>
              </a:cxn>
              <a:cxn ang="0">
                <a:pos x="connsiteX40472" y="connsiteY40472"/>
              </a:cxn>
              <a:cxn ang="0">
                <a:pos x="connsiteX40473" y="connsiteY40473"/>
              </a:cxn>
              <a:cxn ang="0">
                <a:pos x="connsiteX40474" y="connsiteY40474"/>
              </a:cxn>
              <a:cxn ang="0">
                <a:pos x="connsiteX40475" y="connsiteY40475"/>
              </a:cxn>
              <a:cxn ang="0">
                <a:pos x="connsiteX40476" y="connsiteY40476"/>
              </a:cxn>
              <a:cxn ang="0">
                <a:pos x="connsiteX40477" y="connsiteY40477"/>
              </a:cxn>
              <a:cxn ang="0">
                <a:pos x="connsiteX40478" y="connsiteY40478"/>
              </a:cxn>
              <a:cxn ang="0">
                <a:pos x="connsiteX40479" y="connsiteY40479"/>
              </a:cxn>
              <a:cxn ang="0">
                <a:pos x="connsiteX40480" y="connsiteY40480"/>
              </a:cxn>
              <a:cxn ang="0">
                <a:pos x="connsiteX40481" y="connsiteY40481"/>
              </a:cxn>
              <a:cxn ang="0">
                <a:pos x="connsiteX40482" y="connsiteY40482"/>
              </a:cxn>
              <a:cxn ang="0">
                <a:pos x="connsiteX40483" y="connsiteY40483"/>
              </a:cxn>
              <a:cxn ang="0">
                <a:pos x="connsiteX40484" y="connsiteY40484"/>
              </a:cxn>
              <a:cxn ang="0">
                <a:pos x="connsiteX40485" y="connsiteY40485"/>
              </a:cxn>
              <a:cxn ang="0">
                <a:pos x="connsiteX40486" y="connsiteY40486"/>
              </a:cxn>
              <a:cxn ang="0">
                <a:pos x="connsiteX40487" y="connsiteY40487"/>
              </a:cxn>
              <a:cxn ang="0">
                <a:pos x="connsiteX40488" y="connsiteY40488"/>
              </a:cxn>
              <a:cxn ang="0">
                <a:pos x="connsiteX40489" y="connsiteY40489"/>
              </a:cxn>
              <a:cxn ang="0">
                <a:pos x="connsiteX40490" y="connsiteY40490"/>
              </a:cxn>
              <a:cxn ang="0">
                <a:pos x="connsiteX40491" y="connsiteY40491"/>
              </a:cxn>
              <a:cxn ang="0">
                <a:pos x="connsiteX40492" y="connsiteY40492"/>
              </a:cxn>
              <a:cxn ang="0">
                <a:pos x="connsiteX40493" y="connsiteY40493"/>
              </a:cxn>
              <a:cxn ang="0">
                <a:pos x="connsiteX40494" y="connsiteY40494"/>
              </a:cxn>
              <a:cxn ang="0">
                <a:pos x="connsiteX40495" y="connsiteY40495"/>
              </a:cxn>
              <a:cxn ang="0">
                <a:pos x="connsiteX40496" y="connsiteY40496"/>
              </a:cxn>
              <a:cxn ang="0">
                <a:pos x="connsiteX40497" y="connsiteY40497"/>
              </a:cxn>
              <a:cxn ang="0">
                <a:pos x="connsiteX40498" y="connsiteY40498"/>
              </a:cxn>
              <a:cxn ang="0">
                <a:pos x="connsiteX40499" y="connsiteY40499"/>
              </a:cxn>
              <a:cxn ang="0">
                <a:pos x="connsiteX40500" y="connsiteY40500"/>
              </a:cxn>
              <a:cxn ang="0">
                <a:pos x="connsiteX40501" y="connsiteY40501"/>
              </a:cxn>
              <a:cxn ang="0">
                <a:pos x="connsiteX40502" y="connsiteY40502"/>
              </a:cxn>
              <a:cxn ang="0">
                <a:pos x="connsiteX40503" y="connsiteY40503"/>
              </a:cxn>
              <a:cxn ang="0">
                <a:pos x="connsiteX40504" y="connsiteY40504"/>
              </a:cxn>
              <a:cxn ang="0">
                <a:pos x="connsiteX40505" y="connsiteY40505"/>
              </a:cxn>
              <a:cxn ang="0">
                <a:pos x="connsiteX40506" y="connsiteY40506"/>
              </a:cxn>
              <a:cxn ang="0">
                <a:pos x="connsiteX40507" y="connsiteY40507"/>
              </a:cxn>
              <a:cxn ang="0">
                <a:pos x="connsiteX40508" y="connsiteY40508"/>
              </a:cxn>
              <a:cxn ang="0">
                <a:pos x="connsiteX40509" y="connsiteY40509"/>
              </a:cxn>
              <a:cxn ang="0">
                <a:pos x="connsiteX40510" y="connsiteY40510"/>
              </a:cxn>
              <a:cxn ang="0">
                <a:pos x="connsiteX40511" y="connsiteY40511"/>
              </a:cxn>
              <a:cxn ang="0">
                <a:pos x="connsiteX40512" y="connsiteY40512"/>
              </a:cxn>
              <a:cxn ang="0">
                <a:pos x="connsiteX40513" y="connsiteY40513"/>
              </a:cxn>
              <a:cxn ang="0">
                <a:pos x="connsiteX40514" y="connsiteY40514"/>
              </a:cxn>
              <a:cxn ang="0">
                <a:pos x="connsiteX40515" y="connsiteY40515"/>
              </a:cxn>
              <a:cxn ang="0">
                <a:pos x="connsiteX40516" y="connsiteY40516"/>
              </a:cxn>
              <a:cxn ang="0">
                <a:pos x="connsiteX40517" y="connsiteY40517"/>
              </a:cxn>
              <a:cxn ang="0">
                <a:pos x="connsiteX40518" y="connsiteY40518"/>
              </a:cxn>
              <a:cxn ang="0">
                <a:pos x="connsiteX40519" y="connsiteY40519"/>
              </a:cxn>
              <a:cxn ang="0">
                <a:pos x="connsiteX40520" y="connsiteY40520"/>
              </a:cxn>
              <a:cxn ang="0">
                <a:pos x="connsiteX40521" y="connsiteY40521"/>
              </a:cxn>
              <a:cxn ang="0">
                <a:pos x="connsiteX40522" y="connsiteY40522"/>
              </a:cxn>
              <a:cxn ang="0">
                <a:pos x="connsiteX40523" y="connsiteY40523"/>
              </a:cxn>
              <a:cxn ang="0">
                <a:pos x="connsiteX40524" y="connsiteY40524"/>
              </a:cxn>
              <a:cxn ang="0">
                <a:pos x="connsiteX40525" y="connsiteY40525"/>
              </a:cxn>
              <a:cxn ang="0">
                <a:pos x="connsiteX40526" y="connsiteY40526"/>
              </a:cxn>
              <a:cxn ang="0">
                <a:pos x="connsiteX40527" y="connsiteY40527"/>
              </a:cxn>
              <a:cxn ang="0">
                <a:pos x="connsiteX40528" y="connsiteY40528"/>
              </a:cxn>
              <a:cxn ang="0">
                <a:pos x="connsiteX40529" y="connsiteY40529"/>
              </a:cxn>
              <a:cxn ang="0">
                <a:pos x="connsiteX40530" y="connsiteY40530"/>
              </a:cxn>
              <a:cxn ang="0">
                <a:pos x="connsiteX40531" y="connsiteY40531"/>
              </a:cxn>
              <a:cxn ang="0">
                <a:pos x="connsiteX40532" y="connsiteY40532"/>
              </a:cxn>
              <a:cxn ang="0">
                <a:pos x="connsiteX40533" y="connsiteY40533"/>
              </a:cxn>
              <a:cxn ang="0">
                <a:pos x="connsiteX40534" y="connsiteY40534"/>
              </a:cxn>
              <a:cxn ang="0">
                <a:pos x="connsiteX40535" y="connsiteY40535"/>
              </a:cxn>
              <a:cxn ang="0">
                <a:pos x="connsiteX40536" y="connsiteY40536"/>
              </a:cxn>
              <a:cxn ang="0">
                <a:pos x="connsiteX40537" y="connsiteY40537"/>
              </a:cxn>
              <a:cxn ang="0">
                <a:pos x="connsiteX40538" y="connsiteY40538"/>
              </a:cxn>
              <a:cxn ang="0">
                <a:pos x="connsiteX40539" y="connsiteY40539"/>
              </a:cxn>
              <a:cxn ang="0">
                <a:pos x="connsiteX40540" y="connsiteY40540"/>
              </a:cxn>
              <a:cxn ang="0">
                <a:pos x="connsiteX40541" y="connsiteY40541"/>
              </a:cxn>
              <a:cxn ang="0">
                <a:pos x="connsiteX40542" y="connsiteY40542"/>
              </a:cxn>
              <a:cxn ang="0">
                <a:pos x="connsiteX40543" y="connsiteY40543"/>
              </a:cxn>
              <a:cxn ang="0">
                <a:pos x="connsiteX40544" y="connsiteY40544"/>
              </a:cxn>
              <a:cxn ang="0">
                <a:pos x="connsiteX40545" y="connsiteY40545"/>
              </a:cxn>
              <a:cxn ang="0">
                <a:pos x="connsiteX40546" y="connsiteY40546"/>
              </a:cxn>
              <a:cxn ang="0">
                <a:pos x="connsiteX40547" y="connsiteY40547"/>
              </a:cxn>
              <a:cxn ang="0">
                <a:pos x="connsiteX40548" y="connsiteY40548"/>
              </a:cxn>
              <a:cxn ang="0">
                <a:pos x="connsiteX40549" y="connsiteY40549"/>
              </a:cxn>
              <a:cxn ang="0">
                <a:pos x="connsiteX40550" y="connsiteY40550"/>
              </a:cxn>
              <a:cxn ang="0">
                <a:pos x="connsiteX40551" y="connsiteY40551"/>
              </a:cxn>
              <a:cxn ang="0">
                <a:pos x="connsiteX40552" y="connsiteY40552"/>
              </a:cxn>
              <a:cxn ang="0">
                <a:pos x="connsiteX40553" y="connsiteY40553"/>
              </a:cxn>
              <a:cxn ang="0">
                <a:pos x="connsiteX40554" y="connsiteY40554"/>
              </a:cxn>
              <a:cxn ang="0">
                <a:pos x="connsiteX40555" y="connsiteY40555"/>
              </a:cxn>
              <a:cxn ang="0">
                <a:pos x="connsiteX40556" y="connsiteY40556"/>
              </a:cxn>
              <a:cxn ang="0">
                <a:pos x="connsiteX40557" y="connsiteY40557"/>
              </a:cxn>
              <a:cxn ang="0">
                <a:pos x="connsiteX40558" y="connsiteY40558"/>
              </a:cxn>
              <a:cxn ang="0">
                <a:pos x="connsiteX40559" y="connsiteY40559"/>
              </a:cxn>
              <a:cxn ang="0">
                <a:pos x="connsiteX40560" y="connsiteY40560"/>
              </a:cxn>
              <a:cxn ang="0">
                <a:pos x="connsiteX40561" y="connsiteY40561"/>
              </a:cxn>
              <a:cxn ang="0">
                <a:pos x="connsiteX40562" y="connsiteY40562"/>
              </a:cxn>
              <a:cxn ang="0">
                <a:pos x="connsiteX40563" y="connsiteY40563"/>
              </a:cxn>
              <a:cxn ang="0">
                <a:pos x="connsiteX40564" y="connsiteY40564"/>
              </a:cxn>
              <a:cxn ang="0">
                <a:pos x="connsiteX40565" y="connsiteY40565"/>
              </a:cxn>
              <a:cxn ang="0">
                <a:pos x="connsiteX40566" y="connsiteY40566"/>
              </a:cxn>
              <a:cxn ang="0">
                <a:pos x="connsiteX40567" y="connsiteY40567"/>
              </a:cxn>
              <a:cxn ang="0">
                <a:pos x="connsiteX40568" y="connsiteY40568"/>
              </a:cxn>
              <a:cxn ang="0">
                <a:pos x="connsiteX40569" y="connsiteY40569"/>
              </a:cxn>
              <a:cxn ang="0">
                <a:pos x="connsiteX40570" y="connsiteY40570"/>
              </a:cxn>
              <a:cxn ang="0">
                <a:pos x="connsiteX40571" y="connsiteY40571"/>
              </a:cxn>
              <a:cxn ang="0">
                <a:pos x="connsiteX40572" y="connsiteY40572"/>
              </a:cxn>
              <a:cxn ang="0">
                <a:pos x="connsiteX40573" y="connsiteY40573"/>
              </a:cxn>
              <a:cxn ang="0">
                <a:pos x="connsiteX40574" y="connsiteY40574"/>
              </a:cxn>
              <a:cxn ang="0">
                <a:pos x="connsiteX40575" y="connsiteY40575"/>
              </a:cxn>
              <a:cxn ang="0">
                <a:pos x="connsiteX40576" y="connsiteY40576"/>
              </a:cxn>
              <a:cxn ang="0">
                <a:pos x="connsiteX40577" y="connsiteY40577"/>
              </a:cxn>
              <a:cxn ang="0">
                <a:pos x="connsiteX40578" y="connsiteY40578"/>
              </a:cxn>
              <a:cxn ang="0">
                <a:pos x="connsiteX40579" y="connsiteY40579"/>
              </a:cxn>
              <a:cxn ang="0">
                <a:pos x="connsiteX40580" y="connsiteY40580"/>
              </a:cxn>
              <a:cxn ang="0">
                <a:pos x="connsiteX40581" y="connsiteY40581"/>
              </a:cxn>
              <a:cxn ang="0">
                <a:pos x="connsiteX40582" y="connsiteY40582"/>
              </a:cxn>
              <a:cxn ang="0">
                <a:pos x="connsiteX40583" y="connsiteY40583"/>
              </a:cxn>
              <a:cxn ang="0">
                <a:pos x="connsiteX40584" y="connsiteY40584"/>
              </a:cxn>
              <a:cxn ang="0">
                <a:pos x="connsiteX40585" y="connsiteY40585"/>
              </a:cxn>
              <a:cxn ang="0">
                <a:pos x="connsiteX40586" y="connsiteY40586"/>
              </a:cxn>
              <a:cxn ang="0">
                <a:pos x="connsiteX40587" y="connsiteY40587"/>
              </a:cxn>
              <a:cxn ang="0">
                <a:pos x="connsiteX40588" y="connsiteY40588"/>
              </a:cxn>
              <a:cxn ang="0">
                <a:pos x="connsiteX40589" y="connsiteY40589"/>
              </a:cxn>
              <a:cxn ang="0">
                <a:pos x="connsiteX40590" y="connsiteY40590"/>
              </a:cxn>
              <a:cxn ang="0">
                <a:pos x="connsiteX40591" y="connsiteY40591"/>
              </a:cxn>
              <a:cxn ang="0">
                <a:pos x="connsiteX40592" y="connsiteY40592"/>
              </a:cxn>
              <a:cxn ang="0">
                <a:pos x="connsiteX40593" y="connsiteY40593"/>
              </a:cxn>
              <a:cxn ang="0">
                <a:pos x="connsiteX40594" y="connsiteY40594"/>
              </a:cxn>
              <a:cxn ang="0">
                <a:pos x="connsiteX40595" y="connsiteY40595"/>
              </a:cxn>
              <a:cxn ang="0">
                <a:pos x="connsiteX40596" y="connsiteY40596"/>
              </a:cxn>
              <a:cxn ang="0">
                <a:pos x="connsiteX40597" y="connsiteY40597"/>
              </a:cxn>
              <a:cxn ang="0">
                <a:pos x="connsiteX40598" y="connsiteY40598"/>
              </a:cxn>
              <a:cxn ang="0">
                <a:pos x="connsiteX40599" y="connsiteY40599"/>
              </a:cxn>
              <a:cxn ang="0">
                <a:pos x="connsiteX40600" y="connsiteY40600"/>
              </a:cxn>
              <a:cxn ang="0">
                <a:pos x="connsiteX40601" y="connsiteY40601"/>
              </a:cxn>
              <a:cxn ang="0">
                <a:pos x="connsiteX40602" y="connsiteY40602"/>
              </a:cxn>
              <a:cxn ang="0">
                <a:pos x="connsiteX40603" y="connsiteY40603"/>
              </a:cxn>
              <a:cxn ang="0">
                <a:pos x="connsiteX40604" y="connsiteY40604"/>
              </a:cxn>
              <a:cxn ang="0">
                <a:pos x="connsiteX40605" y="connsiteY40605"/>
              </a:cxn>
              <a:cxn ang="0">
                <a:pos x="connsiteX40606" y="connsiteY40606"/>
              </a:cxn>
              <a:cxn ang="0">
                <a:pos x="connsiteX40607" y="connsiteY40607"/>
              </a:cxn>
              <a:cxn ang="0">
                <a:pos x="connsiteX40608" y="connsiteY40608"/>
              </a:cxn>
              <a:cxn ang="0">
                <a:pos x="connsiteX40609" y="connsiteY40609"/>
              </a:cxn>
              <a:cxn ang="0">
                <a:pos x="connsiteX40610" y="connsiteY40610"/>
              </a:cxn>
              <a:cxn ang="0">
                <a:pos x="connsiteX40611" y="connsiteY40611"/>
              </a:cxn>
              <a:cxn ang="0">
                <a:pos x="connsiteX40612" y="connsiteY40612"/>
              </a:cxn>
              <a:cxn ang="0">
                <a:pos x="connsiteX40613" y="connsiteY40613"/>
              </a:cxn>
              <a:cxn ang="0">
                <a:pos x="connsiteX40614" y="connsiteY40614"/>
              </a:cxn>
              <a:cxn ang="0">
                <a:pos x="connsiteX40615" y="connsiteY40615"/>
              </a:cxn>
              <a:cxn ang="0">
                <a:pos x="connsiteX40616" y="connsiteY40616"/>
              </a:cxn>
              <a:cxn ang="0">
                <a:pos x="connsiteX40617" y="connsiteY40617"/>
              </a:cxn>
              <a:cxn ang="0">
                <a:pos x="connsiteX40618" y="connsiteY40618"/>
              </a:cxn>
              <a:cxn ang="0">
                <a:pos x="connsiteX40619" y="connsiteY40619"/>
              </a:cxn>
              <a:cxn ang="0">
                <a:pos x="connsiteX40620" y="connsiteY40620"/>
              </a:cxn>
              <a:cxn ang="0">
                <a:pos x="connsiteX40621" y="connsiteY40621"/>
              </a:cxn>
              <a:cxn ang="0">
                <a:pos x="connsiteX40622" y="connsiteY40622"/>
              </a:cxn>
              <a:cxn ang="0">
                <a:pos x="connsiteX40623" y="connsiteY40623"/>
              </a:cxn>
              <a:cxn ang="0">
                <a:pos x="connsiteX40624" y="connsiteY40624"/>
              </a:cxn>
              <a:cxn ang="0">
                <a:pos x="connsiteX40625" y="connsiteY40625"/>
              </a:cxn>
              <a:cxn ang="0">
                <a:pos x="connsiteX40626" y="connsiteY40626"/>
              </a:cxn>
              <a:cxn ang="0">
                <a:pos x="connsiteX40627" y="connsiteY40627"/>
              </a:cxn>
              <a:cxn ang="0">
                <a:pos x="connsiteX40628" y="connsiteY40628"/>
              </a:cxn>
              <a:cxn ang="0">
                <a:pos x="connsiteX40629" y="connsiteY40629"/>
              </a:cxn>
              <a:cxn ang="0">
                <a:pos x="connsiteX40630" y="connsiteY40630"/>
              </a:cxn>
              <a:cxn ang="0">
                <a:pos x="connsiteX40631" y="connsiteY40631"/>
              </a:cxn>
              <a:cxn ang="0">
                <a:pos x="connsiteX40632" y="connsiteY40632"/>
              </a:cxn>
              <a:cxn ang="0">
                <a:pos x="connsiteX40633" y="connsiteY40633"/>
              </a:cxn>
              <a:cxn ang="0">
                <a:pos x="connsiteX40634" y="connsiteY40634"/>
              </a:cxn>
              <a:cxn ang="0">
                <a:pos x="connsiteX40635" y="connsiteY40635"/>
              </a:cxn>
              <a:cxn ang="0">
                <a:pos x="connsiteX40636" y="connsiteY40636"/>
              </a:cxn>
              <a:cxn ang="0">
                <a:pos x="connsiteX40637" y="connsiteY40637"/>
              </a:cxn>
              <a:cxn ang="0">
                <a:pos x="connsiteX40638" y="connsiteY40638"/>
              </a:cxn>
              <a:cxn ang="0">
                <a:pos x="connsiteX40639" y="connsiteY40639"/>
              </a:cxn>
              <a:cxn ang="0">
                <a:pos x="connsiteX40640" y="connsiteY40640"/>
              </a:cxn>
              <a:cxn ang="0">
                <a:pos x="connsiteX40641" y="connsiteY40641"/>
              </a:cxn>
              <a:cxn ang="0">
                <a:pos x="connsiteX40642" y="connsiteY40642"/>
              </a:cxn>
              <a:cxn ang="0">
                <a:pos x="connsiteX40643" y="connsiteY40643"/>
              </a:cxn>
              <a:cxn ang="0">
                <a:pos x="connsiteX40644" y="connsiteY40644"/>
              </a:cxn>
              <a:cxn ang="0">
                <a:pos x="connsiteX40645" y="connsiteY40645"/>
              </a:cxn>
              <a:cxn ang="0">
                <a:pos x="connsiteX40646" y="connsiteY40646"/>
              </a:cxn>
              <a:cxn ang="0">
                <a:pos x="connsiteX40647" y="connsiteY40647"/>
              </a:cxn>
              <a:cxn ang="0">
                <a:pos x="connsiteX40648" y="connsiteY40648"/>
              </a:cxn>
              <a:cxn ang="0">
                <a:pos x="connsiteX40649" y="connsiteY40649"/>
              </a:cxn>
              <a:cxn ang="0">
                <a:pos x="connsiteX40650" y="connsiteY40650"/>
              </a:cxn>
              <a:cxn ang="0">
                <a:pos x="connsiteX40651" y="connsiteY40651"/>
              </a:cxn>
              <a:cxn ang="0">
                <a:pos x="connsiteX40652" y="connsiteY40652"/>
              </a:cxn>
              <a:cxn ang="0">
                <a:pos x="connsiteX40653" y="connsiteY40653"/>
              </a:cxn>
              <a:cxn ang="0">
                <a:pos x="connsiteX40654" y="connsiteY40654"/>
              </a:cxn>
              <a:cxn ang="0">
                <a:pos x="connsiteX40655" y="connsiteY40655"/>
              </a:cxn>
              <a:cxn ang="0">
                <a:pos x="connsiteX40656" y="connsiteY40656"/>
              </a:cxn>
              <a:cxn ang="0">
                <a:pos x="connsiteX40657" y="connsiteY40657"/>
              </a:cxn>
              <a:cxn ang="0">
                <a:pos x="connsiteX40658" y="connsiteY40658"/>
              </a:cxn>
              <a:cxn ang="0">
                <a:pos x="connsiteX40659" y="connsiteY40659"/>
              </a:cxn>
              <a:cxn ang="0">
                <a:pos x="connsiteX40660" y="connsiteY40660"/>
              </a:cxn>
              <a:cxn ang="0">
                <a:pos x="connsiteX40661" y="connsiteY40661"/>
              </a:cxn>
              <a:cxn ang="0">
                <a:pos x="connsiteX40662" y="connsiteY40662"/>
              </a:cxn>
              <a:cxn ang="0">
                <a:pos x="connsiteX40663" y="connsiteY40663"/>
              </a:cxn>
              <a:cxn ang="0">
                <a:pos x="connsiteX40664" y="connsiteY40664"/>
              </a:cxn>
              <a:cxn ang="0">
                <a:pos x="connsiteX40665" y="connsiteY40665"/>
              </a:cxn>
              <a:cxn ang="0">
                <a:pos x="connsiteX40666" y="connsiteY40666"/>
              </a:cxn>
              <a:cxn ang="0">
                <a:pos x="connsiteX40667" y="connsiteY40667"/>
              </a:cxn>
              <a:cxn ang="0">
                <a:pos x="connsiteX40668" y="connsiteY40668"/>
              </a:cxn>
              <a:cxn ang="0">
                <a:pos x="connsiteX40669" y="connsiteY40669"/>
              </a:cxn>
              <a:cxn ang="0">
                <a:pos x="connsiteX40670" y="connsiteY40670"/>
              </a:cxn>
              <a:cxn ang="0">
                <a:pos x="connsiteX40671" y="connsiteY40671"/>
              </a:cxn>
              <a:cxn ang="0">
                <a:pos x="connsiteX40672" y="connsiteY40672"/>
              </a:cxn>
              <a:cxn ang="0">
                <a:pos x="connsiteX40673" y="connsiteY40673"/>
              </a:cxn>
              <a:cxn ang="0">
                <a:pos x="connsiteX40674" y="connsiteY40674"/>
              </a:cxn>
              <a:cxn ang="0">
                <a:pos x="connsiteX40675" y="connsiteY40675"/>
              </a:cxn>
              <a:cxn ang="0">
                <a:pos x="connsiteX40676" y="connsiteY40676"/>
              </a:cxn>
              <a:cxn ang="0">
                <a:pos x="connsiteX40677" y="connsiteY40677"/>
              </a:cxn>
              <a:cxn ang="0">
                <a:pos x="connsiteX40678" y="connsiteY40678"/>
              </a:cxn>
              <a:cxn ang="0">
                <a:pos x="connsiteX40679" y="connsiteY40679"/>
              </a:cxn>
              <a:cxn ang="0">
                <a:pos x="connsiteX40680" y="connsiteY40680"/>
              </a:cxn>
              <a:cxn ang="0">
                <a:pos x="connsiteX40681" y="connsiteY40681"/>
              </a:cxn>
              <a:cxn ang="0">
                <a:pos x="connsiteX40682" y="connsiteY40682"/>
              </a:cxn>
              <a:cxn ang="0">
                <a:pos x="connsiteX40683" y="connsiteY40683"/>
              </a:cxn>
              <a:cxn ang="0">
                <a:pos x="connsiteX40684" y="connsiteY40684"/>
              </a:cxn>
              <a:cxn ang="0">
                <a:pos x="connsiteX40685" y="connsiteY40685"/>
              </a:cxn>
              <a:cxn ang="0">
                <a:pos x="connsiteX40686" y="connsiteY40686"/>
              </a:cxn>
              <a:cxn ang="0">
                <a:pos x="connsiteX40687" y="connsiteY40687"/>
              </a:cxn>
              <a:cxn ang="0">
                <a:pos x="connsiteX40688" y="connsiteY40688"/>
              </a:cxn>
              <a:cxn ang="0">
                <a:pos x="connsiteX40689" y="connsiteY40689"/>
              </a:cxn>
              <a:cxn ang="0">
                <a:pos x="connsiteX40690" y="connsiteY40690"/>
              </a:cxn>
              <a:cxn ang="0">
                <a:pos x="connsiteX40691" y="connsiteY40691"/>
              </a:cxn>
              <a:cxn ang="0">
                <a:pos x="connsiteX40692" y="connsiteY40692"/>
              </a:cxn>
              <a:cxn ang="0">
                <a:pos x="connsiteX40693" y="connsiteY40693"/>
              </a:cxn>
              <a:cxn ang="0">
                <a:pos x="connsiteX40694" y="connsiteY40694"/>
              </a:cxn>
              <a:cxn ang="0">
                <a:pos x="connsiteX40695" y="connsiteY40695"/>
              </a:cxn>
              <a:cxn ang="0">
                <a:pos x="connsiteX40696" y="connsiteY40696"/>
              </a:cxn>
              <a:cxn ang="0">
                <a:pos x="connsiteX40697" y="connsiteY40697"/>
              </a:cxn>
              <a:cxn ang="0">
                <a:pos x="connsiteX40698" y="connsiteY40698"/>
              </a:cxn>
              <a:cxn ang="0">
                <a:pos x="connsiteX40699" y="connsiteY40699"/>
              </a:cxn>
              <a:cxn ang="0">
                <a:pos x="connsiteX40700" y="connsiteY40700"/>
              </a:cxn>
              <a:cxn ang="0">
                <a:pos x="connsiteX40701" y="connsiteY40701"/>
              </a:cxn>
              <a:cxn ang="0">
                <a:pos x="connsiteX40702" y="connsiteY40702"/>
              </a:cxn>
              <a:cxn ang="0">
                <a:pos x="connsiteX40703" y="connsiteY40703"/>
              </a:cxn>
              <a:cxn ang="0">
                <a:pos x="connsiteX40704" y="connsiteY40704"/>
              </a:cxn>
              <a:cxn ang="0">
                <a:pos x="connsiteX40705" y="connsiteY40705"/>
              </a:cxn>
              <a:cxn ang="0">
                <a:pos x="connsiteX40706" y="connsiteY40706"/>
              </a:cxn>
              <a:cxn ang="0">
                <a:pos x="connsiteX40707" y="connsiteY40707"/>
              </a:cxn>
              <a:cxn ang="0">
                <a:pos x="connsiteX40708" y="connsiteY40708"/>
              </a:cxn>
              <a:cxn ang="0">
                <a:pos x="connsiteX40709" y="connsiteY40709"/>
              </a:cxn>
              <a:cxn ang="0">
                <a:pos x="connsiteX40710" y="connsiteY40710"/>
              </a:cxn>
              <a:cxn ang="0">
                <a:pos x="connsiteX40711" y="connsiteY40711"/>
              </a:cxn>
              <a:cxn ang="0">
                <a:pos x="connsiteX40712" y="connsiteY40712"/>
              </a:cxn>
              <a:cxn ang="0">
                <a:pos x="connsiteX40713" y="connsiteY40713"/>
              </a:cxn>
              <a:cxn ang="0">
                <a:pos x="connsiteX40714" y="connsiteY40714"/>
              </a:cxn>
              <a:cxn ang="0">
                <a:pos x="connsiteX40715" y="connsiteY40715"/>
              </a:cxn>
              <a:cxn ang="0">
                <a:pos x="connsiteX40716" y="connsiteY40716"/>
              </a:cxn>
              <a:cxn ang="0">
                <a:pos x="connsiteX40717" y="connsiteY40717"/>
              </a:cxn>
              <a:cxn ang="0">
                <a:pos x="connsiteX40718" y="connsiteY40718"/>
              </a:cxn>
              <a:cxn ang="0">
                <a:pos x="connsiteX40719" y="connsiteY40719"/>
              </a:cxn>
              <a:cxn ang="0">
                <a:pos x="connsiteX40720" y="connsiteY40720"/>
              </a:cxn>
              <a:cxn ang="0">
                <a:pos x="connsiteX40721" y="connsiteY40721"/>
              </a:cxn>
              <a:cxn ang="0">
                <a:pos x="connsiteX40722" y="connsiteY40722"/>
              </a:cxn>
              <a:cxn ang="0">
                <a:pos x="connsiteX40723" y="connsiteY40723"/>
              </a:cxn>
              <a:cxn ang="0">
                <a:pos x="connsiteX40724" y="connsiteY40724"/>
              </a:cxn>
              <a:cxn ang="0">
                <a:pos x="connsiteX40725" y="connsiteY40725"/>
              </a:cxn>
              <a:cxn ang="0">
                <a:pos x="connsiteX40726" y="connsiteY40726"/>
              </a:cxn>
              <a:cxn ang="0">
                <a:pos x="connsiteX40727" y="connsiteY40727"/>
              </a:cxn>
              <a:cxn ang="0">
                <a:pos x="connsiteX40728" y="connsiteY40728"/>
              </a:cxn>
              <a:cxn ang="0">
                <a:pos x="connsiteX40729" y="connsiteY40729"/>
              </a:cxn>
              <a:cxn ang="0">
                <a:pos x="connsiteX40730" y="connsiteY40730"/>
              </a:cxn>
              <a:cxn ang="0">
                <a:pos x="connsiteX40731" y="connsiteY40731"/>
              </a:cxn>
              <a:cxn ang="0">
                <a:pos x="connsiteX40732" y="connsiteY40732"/>
              </a:cxn>
              <a:cxn ang="0">
                <a:pos x="connsiteX40733" y="connsiteY40733"/>
              </a:cxn>
              <a:cxn ang="0">
                <a:pos x="connsiteX40734" y="connsiteY40734"/>
              </a:cxn>
              <a:cxn ang="0">
                <a:pos x="connsiteX40735" y="connsiteY40735"/>
              </a:cxn>
              <a:cxn ang="0">
                <a:pos x="connsiteX40736" y="connsiteY40736"/>
              </a:cxn>
              <a:cxn ang="0">
                <a:pos x="connsiteX40737" y="connsiteY40737"/>
              </a:cxn>
              <a:cxn ang="0">
                <a:pos x="connsiteX40738" y="connsiteY40738"/>
              </a:cxn>
              <a:cxn ang="0">
                <a:pos x="connsiteX40739" y="connsiteY40739"/>
              </a:cxn>
              <a:cxn ang="0">
                <a:pos x="connsiteX40740" y="connsiteY40740"/>
              </a:cxn>
              <a:cxn ang="0">
                <a:pos x="connsiteX40741" y="connsiteY40741"/>
              </a:cxn>
              <a:cxn ang="0">
                <a:pos x="connsiteX40742" y="connsiteY40742"/>
              </a:cxn>
              <a:cxn ang="0">
                <a:pos x="connsiteX40743" y="connsiteY40743"/>
              </a:cxn>
              <a:cxn ang="0">
                <a:pos x="connsiteX40744" y="connsiteY40744"/>
              </a:cxn>
              <a:cxn ang="0">
                <a:pos x="connsiteX40745" y="connsiteY40745"/>
              </a:cxn>
              <a:cxn ang="0">
                <a:pos x="connsiteX40746" y="connsiteY40746"/>
              </a:cxn>
              <a:cxn ang="0">
                <a:pos x="connsiteX40747" y="connsiteY40747"/>
              </a:cxn>
              <a:cxn ang="0">
                <a:pos x="connsiteX40748" y="connsiteY40748"/>
              </a:cxn>
              <a:cxn ang="0">
                <a:pos x="connsiteX40749" y="connsiteY40749"/>
              </a:cxn>
              <a:cxn ang="0">
                <a:pos x="connsiteX40750" y="connsiteY40750"/>
              </a:cxn>
              <a:cxn ang="0">
                <a:pos x="connsiteX40751" y="connsiteY40751"/>
              </a:cxn>
              <a:cxn ang="0">
                <a:pos x="connsiteX40752" y="connsiteY40752"/>
              </a:cxn>
              <a:cxn ang="0">
                <a:pos x="connsiteX40753" y="connsiteY40753"/>
              </a:cxn>
              <a:cxn ang="0">
                <a:pos x="connsiteX40754" y="connsiteY40754"/>
              </a:cxn>
              <a:cxn ang="0">
                <a:pos x="connsiteX40755" y="connsiteY40755"/>
              </a:cxn>
              <a:cxn ang="0">
                <a:pos x="connsiteX40756" y="connsiteY40756"/>
              </a:cxn>
              <a:cxn ang="0">
                <a:pos x="connsiteX40757" y="connsiteY40757"/>
              </a:cxn>
              <a:cxn ang="0">
                <a:pos x="connsiteX40758" y="connsiteY40758"/>
              </a:cxn>
              <a:cxn ang="0">
                <a:pos x="connsiteX40759" y="connsiteY40759"/>
              </a:cxn>
              <a:cxn ang="0">
                <a:pos x="connsiteX40760" y="connsiteY40760"/>
              </a:cxn>
              <a:cxn ang="0">
                <a:pos x="connsiteX40761" y="connsiteY40761"/>
              </a:cxn>
              <a:cxn ang="0">
                <a:pos x="connsiteX40762" y="connsiteY40762"/>
              </a:cxn>
              <a:cxn ang="0">
                <a:pos x="connsiteX40763" y="connsiteY40763"/>
              </a:cxn>
              <a:cxn ang="0">
                <a:pos x="connsiteX40764" y="connsiteY40764"/>
              </a:cxn>
              <a:cxn ang="0">
                <a:pos x="connsiteX40765" y="connsiteY40765"/>
              </a:cxn>
              <a:cxn ang="0">
                <a:pos x="connsiteX40766" y="connsiteY40766"/>
              </a:cxn>
              <a:cxn ang="0">
                <a:pos x="connsiteX40767" y="connsiteY40767"/>
              </a:cxn>
              <a:cxn ang="0">
                <a:pos x="connsiteX40768" y="connsiteY40768"/>
              </a:cxn>
              <a:cxn ang="0">
                <a:pos x="connsiteX40769" y="connsiteY40769"/>
              </a:cxn>
              <a:cxn ang="0">
                <a:pos x="connsiteX40770" y="connsiteY40770"/>
              </a:cxn>
              <a:cxn ang="0">
                <a:pos x="connsiteX40771" y="connsiteY40771"/>
              </a:cxn>
              <a:cxn ang="0">
                <a:pos x="connsiteX40772" y="connsiteY40772"/>
              </a:cxn>
              <a:cxn ang="0">
                <a:pos x="connsiteX40773" y="connsiteY40773"/>
              </a:cxn>
              <a:cxn ang="0">
                <a:pos x="connsiteX40774" y="connsiteY40774"/>
              </a:cxn>
              <a:cxn ang="0">
                <a:pos x="connsiteX40775" y="connsiteY40775"/>
              </a:cxn>
              <a:cxn ang="0">
                <a:pos x="connsiteX40776" y="connsiteY40776"/>
              </a:cxn>
              <a:cxn ang="0">
                <a:pos x="connsiteX40777" y="connsiteY40777"/>
              </a:cxn>
              <a:cxn ang="0">
                <a:pos x="connsiteX40778" y="connsiteY40778"/>
              </a:cxn>
              <a:cxn ang="0">
                <a:pos x="connsiteX40779" y="connsiteY40779"/>
              </a:cxn>
              <a:cxn ang="0">
                <a:pos x="connsiteX40780" y="connsiteY40780"/>
              </a:cxn>
              <a:cxn ang="0">
                <a:pos x="connsiteX40781" y="connsiteY40781"/>
              </a:cxn>
              <a:cxn ang="0">
                <a:pos x="connsiteX40782" y="connsiteY40782"/>
              </a:cxn>
              <a:cxn ang="0">
                <a:pos x="connsiteX40783" y="connsiteY40783"/>
              </a:cxn>
              <a:cxn ang="0">
                <a:pos x="connsiteX40784" y="connsiteY40784"/>
              </a:cxn>
              <a:cxn ang="0">
                <a:pos x="connsiteX40785" y="connsiteY40785"/>
              </a:cxn>
              <a:cxn ang="0">
                <a:pos x="connsiteX40786" y="connsiteY40786"/>
              </a:cxn>
              <a:cxn ang="0">
                <a:pos x="connsiteX40787" y="connsiteY40787"/>
              </a:cxn>
              <a:cxn ang="0">
                <a:pos x="connsiteX40788" y="connsiteY40788"/>
              </a:cxn>
              <a:cxn ang="0">
                <a:pos x="connsiteX40789" y="connsiteY40789"/>
              </a:cxn>
              <a:cxn ang="0">
                <a:pos x="connsiteX40790" y="connsiteY40790"/>
              </a:cxn>
              <a:cxn ang="0">
                <a:pos x="connsiteX40791" y="connsiteY40791"/>
              </a:cxn>
              <a:cxn ang="0">
                <a:pos x="connsiteX40792" y="connsiteY40792"/>
              </a:cxn>
              <a:cxn ang="0">
                <a:pos x="connsiteX40793" y="connsiteY40793"/>
              </a:cxn>
              <a:cxn ang="0">
                <a:pos x="connsiteX40794" y="connsiteY40794"/>
              </a:cxn>
              <a:cxn ang="0">
                <a:pos x="connsiteX40795" y="connsiteY40795"/>
              </a:cxn>
              <a:cxn ang="0">
                <a:pos x="connsiteX40796" y="connsiteY40796"/>
              </a:cxn>
              <a:cxn ang="0">
                <a:pos x="connsiteX40797" y="connsiteY40797"/>
              </a:cxn>
              <a:cxn ang="0">
                <a:pos x="connsiteX40798" y="connsiteY40798"/>
              </a:cxn>
              <a:cxn ang="0">
                <a:pos x="connsiteX40799" y="connsiteY40799"/>
              </a:cxn>
              <a:cxn ang="0">
                <a:pos x="connsiteX40800" y="connsiteY40800"/>
              </a:cxn>
              <a:cxn ang="0">
                <a:pos x="connsiteX40801" y="connsiteY40801"/>
              </a:cxn>
              <a:cxn ang="0">
                <a:pos x="connsiteX40802" y="connsiteY40802"/>
              </a:cxn>
              <a:cxn ang="0">
                <a:pos x="connsiteX40803" y="connsiteY40803"/>
              </a:cxn>
              <a:cxn ang="0">
                <a:pos x="connsiteX40804" y="connsiteY40804"/>
              </a:cxn>
              <a:cxn ang="0">
                <a:pos x="connsiteX40805" y="connsiteY40805"/>
              </a:cxn>
              <a:cxn ang="0">
                <a:pos x="connsiteX40806" y="connsiteY40806"/>
              </a:cxn>
              <a:cxn ang="0">
                <a:pos x="connsiteX40807" y="connsiteY40807"/>
              </a:cxn>
              <a:cxn ang="0">
                <a:pos x="connsiteX40808" y="connsiteY40808"/>
              </a:cxn>
              <a:cxn ang="0">
                <a:pos x="connsiteX40809" y="connsiteY40809"/>
              </a:cxn>
              <a:cxn ang="0">
                <a:pos x="connsiteX40810" y="connsiteY40810"/>
              </a:cxn>
              <a:cxn ang="0">
                <a:pos x="connsiteX40811" y="connsiteY40811"/>
              </a:cxn>
              <a:cxn ang="0">
                <a:pos x="connsiteX40812" y="connsiteY40812"/>
              </a:cxn>
              <a:cxn ang="0">
                <a:pos x="connsiteX40813" y="connsiteY40813"/>
              </a:cxn>
              <a:cxn ang="0">
                <a:pos x="connsiteX40814" y="connsiteY40814"/>
              </a:cxn>
              <a:cxn ang="0">
                <a:pos x="connsiteX40815" y="connsiteY40815"/>
              </a:cxn>
              <a:cxn ang="0">
                <a:pos x="connsiteX40816" y="connsiteY40816"/>
              </a:cxn>
              <a:cxn ang="0">
                <a:pos x="connsiteX40817" y="connsiteY40817"/>
              </a:cxn>
              <a:cxn ang="0">
                <a:pos x="connsiteX40818" y="connsiteY40818"/>
              </a:cxn>
              <a:cxn ang="0">
                <a:pos x="connsiteX40819" y="connsiteY40819"/>
              </a:cxn>
              <a:cxn ang="0">
                <a:pos x="connsiteX40820" y="connsiteY40820"/>
              </a:cxn>
              <a:cxn ang="0">
                <a:pos x="connsiteX40821" y="connsiteY40821"/>
              </a:cxn>
              <a:cxn ang="0">
                <a:pos x="connsiteX40822" y="connsiteY40822"/>
              </a:cxn>
              <a:cxn ang="0">
                <a:pos x="connsiteX40823" y="connsiteY40823"/>
              </a:cxn>
              <a:cxn ang="0">
                <a:pos x="connsiteX40824" y="connsiteY40824"/>
              </a:cxn>
              <a:cxn ang="0">
                <a:pos x="connsiteX40825" y="connsiteY40825"/>
              </a:cxn>
              <a:cxn ang="0">
                <a:pos x="connsiteX40826" y="connsiteY40826"/>
              </a:cxn>
              <a:cxn ang="0">
                <a:pos x="connsiteX40827" y="connsiteY40827"/>
              </a:cxn>
              <a:cxn ang="0">
                <a:pos x="connsiteX40828" y="connsiteY40828"/>
              </a:cxn>
              <a:cxn ang="0">
                <a:pos x="connsiteX40829" y="connsiteY40829"/>
              </a:cxn>
              <a:cxn ang="0">
                <a:pos x="connsiteX40830" y="connsiteY40830"/>
              </a:cxn>
              <a:cxn ang="0">
                <a:pos x="connsiteX40831" y="connsiteY40831"/>
              </a:cxn>
              <a:cxn ang="0">
                <a:pos x="connsiteX40832" y="connsiteY40832"/>
              </a:cxn>
              <a:cxn ang="0">
                <a:pos x="connsiteX40833" y="connsiteY40833"/>
              </a:cxn>
              <a:cxn ang="0">
                <a:pos x="connsiteX40834" y="connsiteY40834"/>
              </a:cxn>
              <a:cxn ang="0">
                <a:pos x="connsiteX40835" y="connsiteY40835"/>
              </a:cxn>
              <a:cxn ang="0">
                <a:pos x="connsiteX40836" y="connsiteY40836"/>
              </a:cxn>
              <a:cxn ang="0">
                <a:pos x="connsiteX40837" y="connsiteY40837"/>
              </a:cxn>
              <a:cxn ang="0">
                <a:pos x="connsiteX40838" y="connsiteY40838"/>
              </a:cxn>
              <a:cxn ang="0">
                <a:pos x="connsiteX40839" y="connsiteY40839"/>
              </a:cxn>
              <a:cxn ang="0">
                <a:pos x="connsiteX40840" y="connsiteY40840"/>
              </a:cxn>
              <a:cxn ang="0">
                <a:pos x="connsiteX40841" y="connsiteY40841"/>
              </a:cxn>
              <a:cxn ang="0">
                <a:pos x="connsiteX40842" y="connsiteY40842"/>
              </a:cxn>
              <a:cxn ang="0">
                <a:pos x="connsiteX40843" y="connsiteY40843"/>
              </a:cxn>
              <a:cxn ang="0">
                <a:pos x="connsiteX40844" y="connsiteY40844"/>
              </a:cxn>
              <a:cxn ang="0">
                <a:pos x="connsiteX40845" y="connsiteY40845"/>
              </a:cxn>
              <a:cxn ang="0">
                <a:pos x="connsiteX40846" y="connsiteY40846"/>
              </a:cxn>
              <a:cxn ang="0">
                <a:pos x="connsiteX40847" y="connsiteY40847"/>
              </a:cxn>
              <a:cxn ang="0">
                <a:pos x="connsiteX40848" y="connsiteY40848"/>
              </a:cxn>
              <a:cxn ang="0">
                <a:pos x="connsiteX40849" y="connsiteY40849"/>
              </a:cxn>
              <a:cxn ang="0">
                <a:pos x="connsiteX40850" y="connsiteY40850"/>
              </a:cxn>
              <a:cxn ang="0">
                <a:pos x="connsiteX40851" y="connsiteY40851"/>
              </a:cxn>
              <a:cxn ang="0">
                <a:pos x="connsiteX40852" y="connsiteY40852"/>
              </a:cxn>
              <a:cxn ang="0">
                <a:pos x="connsiteX40853" y="connsiteY40853"/>
              </a:cxn>
              <a:cxn ang="0">
                <a:pos x="connsiteX40854" y="connsiteY40854"/>
              </a:cxn>
              <a:cxn ang="0">
                <a:pos x="connsiteX40855" y="connsiteY40855"/>
              </a:cxn>
              <a:cxn ang="0">
                <a:pos x="connsiteX40856" y="connsiteY40856"/>
              </a:cxn>
              <a:cxn ang="0">
                <a:pos x="connsiteX40857" y="connsiteY40857"/>
              </a:cxn>
              <a:cxn ang="0">
                <a:pos x="connsiteX40858" y="connsiteY40858"/>
              </a:cxn>
              <a:cxn ang="0">
                <a:pos x="connsiteX40859" y="connsiteY40859"/>
              </a:cxn>
              <a:cxn ang="0">
                <a:pos x="connsiteX40860" y="connsiteY40860"/>
              </a:cxn>
              <a:cxn ang="0">
                <a:pos x="connsiteX40861" y="connsiteY40861"/>
              </a:cxn>
              <a:cxn ang="0">
                <a:pos x="connsiteX40862" y="connsiteY40862"/>
              </a:cxn>
              <a:cxn ang="0">
                <a:pos x="connsiteX40863" y="connsiteY40863"/>
              </a:cxn>
              <a:cxn ang="0">
                <a:pos x="connsiteX40864" y="connsiteY40864"/>
              </a:cxn>
              <a:cxn ang="0">
                <a:pos x="connsiteX40865" y="connsiteY40865"/>
              </a:cxn>
              <a:cxn ang="0">
                <a:pos x="connsiteX40866" y="connsiteY40866"/>
              </a:cxn>
              <a:cxn ang="0">
                <a:pos x="connsiteX40867" y="connsiteY40867"/>
              </a:cxn>
              <a:cxn ang="0">
                <a:pos x="connsiteX40868" y="connsiteY40868"/>
              </a:cxn>
              <a:cxn ang="0">
                <a:pos x="connsiteX40869" y="connsiteY40869"/>
              </a:cxn>
              <a:cxn ang="0">
                <a:pos x="connsiteX40870" y="connsiteY40870"/>
              </a:cxn>
              <a:cxn ang="0">
                <a:pos x="connsiteX40871" y="connsiteY40871"/>
              </a:cxn>
              <a:cxn ang="0">
                <a:pos x="connsiteX40872" y="connsiteY40872"/>
              </a:cxn>
              <a:cxn ang="0">
                <a:pos x="connsiteX40873" y="connsiteY40873"/>
              </a:cxn>
              <a:cxn ang="0">
                <a:pos x="connsiteX40874" y="connsiteY40874"/>
              </a:cxn>
              <a:cxn ang="0">
                <a:pos x="connsiteX40875" y="connsiteY40875"/>
              </a:cxn>
              <a:cxn ang="0">
                <a:pos x="connsiteX40876" y="connsiteY40876"/>
              </a:cxn>
              <a:cxn ang="0">
                <a:pos x="connsiteX40877" y="connsiteY40877"/>
              </a:cxn>
              <a:cxn ang="0">
                <a:pos x="connsiteX40878" y="connsiteY40878"/>
              </a:cxn>
              <a:cxn ang="0">
                <a:pos x="connsiteX40879" y="connsiteY40879"/>
              </a:cxn>
              <a:cxn ang="0">
                <a:pos x="connsiteX40880" y="connsiteY40880"/>
              </a:cxn>
              <a:cxn ang="0">
                <a:pos x="connsiteX40881" y="connsiteY40881"/>
              </a:cxn>
              <a:cxn ang="0">
                <a:pos x="connsiteX40882" y="connsiteY40882"/>
              </a:cxn>
              <a:cxn ang="0">
                <a:pos x="connsiteX40883" y="connsiteY40883"/>
              </a:cxn>
              <a:cxn ang="0">
                <a:pos x="connsiteX40884" y="connsiteY40884"/>
              </a:cxn>
              <a:cxn ang="0">
                <a:pos x="connsiteX40885" y="connsiteY40885"/>
              </a:cxn>
              <a:cxn ang="0">
                <a:pos x="connsiteX40886" y="connsiteY40886"/>
              </a:cxn>
              <a:cxn ang="0">
                <a:pos x="connsiteX40887" y="connsiteY40887"/>
              </a:cxn>
              <a:cxn ang="0">
                <a:pos x="connsiteX40888" y="connsiteY40888"/>
              </a:cxn>
              <a:cxn ang="0">
                <a:pos x="connsiteX40889" y="connsiteY40889"/>
              </a:cxn>
              <a:cxn ang="0">
                <a:pos x="connsiteX40890" y="connsiteY40890"/>
              </a:cxn>
              <a:cxn ang="0">
                <a:pos x="connsiteX40891" y="connsiteY40891"/>
              </a:cxn>
              <a:cxn ang="0">
                <a:pos x="connsiteX40892" y="connsiteY40892"/>
              </a:cxn>
              <a:cxn ang="0">
                <a:pos x="connsiteX40893" y="connsiteY40893"/>
              </a:cxn>
              <a:cxn ang="0">
                <a:pos x="connsiteX40894" y="connsiteY40894"/>
              </a:cxn>
              <a:cxn ang="0">
                <a:pos x="connsiteX40895" y="connsiteY40895"/>
              </a:cxn>
              <a:cxn ang="0">
                <a:pos x="connsiteX40896" y="connsiteY40896"/>
              </a:cxn>
              <a:cxn ang="0">
                <a:pos x="connsiteX40897" y="connsiteY40897"/>
              </a:cxn>
              <a:cxn ang="0">
                <a:pos x="connsiteX40898" y="connsiteY40898"/>
              </a:cxn>
              <a:cxn ang="0">
                <a:pos x="connsiteX40899" y="connsiteY40899"/>
              </a:cxn>
              <a:cxn ang="0">
                <a:pos x="connsiteX40900" y="connsiteY40900"/>
              </a:cxn>
              <a:cxn ang="0">
                <a:pos x="connsiteX40901" y="connsiteY40901"/>
              </a:cxn>
              <a:cxn ang="0">
                <a:pos x="connsiteX40902" y="connsiteY40902"/>
              </a:cxn>
              <a:cxn ang="0">
                <a:pos x="connsiteX40903" y="connsiteY40903"/>
              </a:cxn>
              <a:cxn ang="0">
                <a:pos x="connsiteX40904" y="connsiteY40904"/>
              </a:cxn>
              <a:cxn ang="0">
                <a:pos x="connsiteX40905" y="connsiteY40905"/>
              </a:cxn>
              <a:cxn ang="0">
                <a:pos x="connsiteX40906" y="connsiteY40906"/>
              </a:cxn>
              <a:cxn ang="0">
                <a:pos x="connsiteX40907" y="connsiteY40907"/>
              </a:cxn>
              <a:cxn ang="0">
                <a:pos x="connsiteX40908" y="connsiteY40908"/>
              </a:cxn>
              <a:cxn ang="0">
                <a:pos x="connsiteX40909" y="connsiteY40909"/>
              </a:cxn>
              <a:cxn ang="0">
                <a:pos x="connsiteX40910" y="connsiteY40910"/>
              </a:cxn>
              <a:cxn ang="0">
                <a:pos x="connsiteX40911" y="connsiteY40911"/>
              </a:cxn>
              <a:cxn ang="0">
                <a:pos x="connsiteX40912" y="connsiteY40912"/>
              </a:cxn>
              <a:cxn ang="0">
                <a:pos x="connsiteX40913" y="connsiteY40913"/>
              </a:cxn>
              <a:cxn ang="0">
                <a:pos x="connsiteX40914" y="connsiteY40914"/>
              </a:cxn>
              <a:cxn ang="0">
                <a:pos x="connsiteX40915" y="connsiteY40915"/>
              </a:cxn>
              <a:cxn ang="0">
                <a:pos x="connsiteX40916" y="connsiteY40916"/>
              </a:cxn>
              <a:cxn ang="0">
                <a:pos x="connsiteX40917" y="connsiteY40917"/>
              </a:cxn>
              <a:cxn ang="0">
                <a:pos x="connsiteX40918" y="connsiteY40918"/>
              </a:cxn>
              <a:cxn ang="0">
                <a:pos x="connsiteX40919" y="connsiteY40919"/>
              </a:cxn>
              <a:cxn ang="0">
                <a:pos x="connsiteX40920" y="connsiteY40920"/>
              </a:cxn>
              <a:cxn ang="0">
                <a:pos x="connsiteX40921" y="connsiteY40921"/>
              </a:cxn>
              <a:cxn ang="0">
                <a:pos x="connsiteX40922" y="connsiteY40922"/>
              </a:cxn>
              <a:cxn ang="0">
                <a:pos x="connsiteX40923" y="connsiteY40923"/>
              </a:cxn>
              <a:cxn ang="0">
                <a:pos x="connsiteX40924" y="connsiteY40924"/>
              </a:cxn>
              <a:cxn ang="0">
                <a:pos x="connsiteX40925" y="connsiteY40925"/>
              </a:cxn>
              <a:cxn ang="0">
                <a:pos x="connsiteX40926" y="connsiteY40926"/>
              </a:cxn>
              <a:cxn ang="0">
                <a:pos x="connsiteX40927" y="connsiteY40927"/>
              </a:cxn>
              <a:cxn ang="0">
                <a:pos x="connsiteX40928" y="connsiteY40928"/>
              </a:cxn>
              <a:cxn ang="0">
                <a:pos x="connsiteX40929" y="connsiteY40929"/>
              </a:cxn>
              <a:cxn ang="0">
                <a:pos x="connsiteX40930" y="connsiteY40930"/>
              </a:cxn>
              <a:cxn ang="0">
                <a:pos x="connsiteX40931" y="connsiteY40931"/>
              </a:cxn>
              <a:cxn ang="0">
                <a:pos x="connsiteX40932" y="connsiteY40932"/>
              </a:cxn>
              <a:cxn ang="0">
                <a:pos x="connsiteX40933" y="connsiteY40933"/>
              </a:cxn>
              <a:cxn ang="0">
                <a:pos x="connsiteX40934" y="connsiteY40934"/>
              </a:cxn>
              <a:cxn ang="0">
                <a:pos x="connsiteX40935" y="connsiteY40935"/>
              </a:cxn>
              <a:cxn ang="0">
                <a:pos x="connsiteX40936" y="connsiteY40936"/>
              </a:cxn>
              <a:cxn ang="0">
                <a:pos x="connsiteX40937" y="connsiteY40937"/>
              </a:cxn>
              <a:cxn ang="0">
                <a:pos x="connsiteX40938" y="connsiteY40938"/>
              </a:cxn>
              <a:cxn ang="0">
                <a:pos x="connsiteX40939" y="connsiteY40939"/>
              </a:cxn>
              <a:cxn ang="0">
                <a:pos x="connsiteX40940" y="connsiteY40940"/>
              </a:cxn>
              <a:cxn ang="0">
                <a:pos x="connsiteX40941" y="connsiteY40941"/>
              </a:cxn>
              <a:cxn ang="0">
                <a:pos x="connsiteX40942" y="connsiteY40942"/>
              </a:cxn>
              <a:cxn ang="0">
                <a:pos x="connsiteX40943" y="connsiteY40943"/>
              </a:cxn>
              <a:cxn ang="0">
                <a:pos x="connsiteX40944" y="connsiteY40944"/>
              </a:cxn>
              <a:cxn ang="0">
                <a:pos x="connsiteX40945" y="connsiteY40945"/>
              </a:cxn>
              <a:cxn ang="0">
                <a:pos x="connsiteX40946" y="connsiteY40946"/>
              </a:cxn>
              <a:cxn ang="0">
                <a:pos x="connsiteX40947" y="connsiteY40947"/>
              </a:cxn>
              <a:cxn ang="0">
                <a:pos x="connsiteX40948" y="connsiteY40948"/>
              </a:cxn>
              <a:cxn ang="0">
                <a:pos x="connsiteX40949" y="connsiteY40949"/>
              </a:cxn>
              <a:cxn ang="0">
                <a:pos x="connsiteX40950" y="connsiteY40950"/>
              </a:cxn>
              <a:cxn ang="0">
                <a:pos x="connsiteX40951" y="connsiteY40951"/>
              </a:cxn>
              <a:cxn ang="0">
                <a:pos x="connsiteX40952" y="connsiteY40952"/>
              </a:cxn>
              <a:cxn ang="0">
                <a:pos x="connsiteX40953" y="connsiteY40953"/>
              </a:cxn>
              <a:cxn ang="0">
                <a:pos x="connsiteX40954" y="connsiteY40954"/>
              </a:cxn>
              <a:cxn ang="0">
                <a:pos x="connsiteX40955" y="connsiteY40955"/>
              </a:cxn>
              <a:cxn ang="0">
                <a:pos x="connsiteX40956" y="connsiteY40956"/>
              </a:cxn>
              <a:cxn ang="0">
                <a:pos x="connsiteX40957" y="connsiteY40957"/>
              </a:cxn>
              <a:cxn ang="0">
                <a:pos x="connsiteX40958" y="connsiteY40958"/>
              </a:cxn>
              <a:cxn ang="0">
                <a:pos x="connsiteX40959" y="connsiteY40959"/>
              </a:cxn>
              <a:cxn ang="0">
                <a:pos x="connsiteX40960" y="connsiteY40960"/>
              </a:cxn>
              <a:cxn ang="0">
                <a:pos x="connsiteX40961" y="connsiteY40961"/>
              </a:cxn>
              <a:cxn ang="0">
                <a:pos x="connsiteX40962" y="connsiteY40962"/>
              </a:cxn>
              <a:cxn ang="0">
                <a:pos x="connsiteX40963" y="connsiteY40963"/>
              </a:cxn>
              <a:cxn ang="0">
                <a:pos x="connsiteX40964" y="connsiteY40964"/>
              </a:cxn>
              <a:cxn ang="0">
                <a:pos x="connsiteX40965" y="connsiteY40965"/>
              </a:cxn>
              <a:cxn ang="0">
                <a:pos x="connsiteX40966" y="connsiteY40966"/>
              </a:cxn>
              <a:cxn ang="0">
                <a:pos x="connsiteX40967" y="connsiteY40967"/>
              </a:cxn>
              <a:cxn ang="0">
                <a:pos x="connsiteX40968" y="connsiteY40968"/>
              </a:cxn>
              <a:cxn ang="0">
                <a:pos x="connsiteX40969" y="connsiteY40969"/>
              </a:cxn>
              <a:cxn ang="0">
                <a:pos x="connsiteX40970" y="connsiteY40970"/>
              </a:cxn>
              <a:cxn ang="0">
                <a:pos x="connsiteX40971" y="connsiteY40971"/>
              </a:cxn>
              <a:cxn ang="0">
                <a:pos x="connsiteX40972" y="connsiteY40972"/>
              </a:cxn>
              <a:cxn ang="0">
                <a:pos x="connsiteX40973" y="connsiteY40973"/>
              </a:cxn>
              <a:cxn ang="0">
                <a:pos x="connsiteX40974" y="connsiteY40974"/>
              </a:cxn>
              <a:cxn ang="0">
                <a:pos x="connsiteX40975" y="connsiteY40975"/>
              </a:cxn>
              <a:cxn ang="0">
                <a:pos x="connsiteX40976" y="connsiteY40976"/>
              </a:cxn>
              <a:cxn ang="0">
                <a:pos x="connsiteX40977" y="connsiteY40977"/>
              </a:cxn>
              <a:cxn ang="0">
                <a:pos x="connsiteX40978" y="connsiteY40978"/>
              </a:cxn>
              <a:cxn ang="0">
                <a:pos x="connsiteX40979" y="connsiteY40979"/>
              </a:cxn>
              <a:cxn ang="0">
                <a:pos x="connsiteX40980" y="connsiteY40980"/>
              </a:cxn>
              <a:cxn ang="0">
                <a:pos x="connsiteX40981" y="connsiteY40981"/>
              </a:cxn>
              <a:cxn ang="0">
                <a:pos x="connsiteX40982" y="connsiteY40982"/>
              </a:cxn>
              <a:cxn ang="0">
                <a:pos x="connsiteX40983" y="connsiteY40983"/>
              </a:cxn>
              <a:cxn ang="0">
                <a:pos x="connsiteX40984" y="connsiteY40984"/>
              </a:cxn>
              <a:cxn ang="0">
                <a:pos x="connsiteX40985" y="connsiteY40985"/>
              </a:cxn>
              <a:cxn ang="0">
                <a:pos x="connsiteX40986" y="connsiteY40986"/>
              </a:cxn>
              <a:cxn ang="0">
                <a:pos x="connsiteX40987" y="connsiteY40987"/>
              </a:cxn>
              <a:cxn ang="0">
                <a:pos x="connsiteX40988" y="connsiteY40988"/>
              </a:cxn>
              <a:cxn ang="0">
                <a:pos x="connsiteX40989" y="connsiteY40989"/>
              </a:cxn>
              <a:cxn ang="0">
                <a:pos x="connsiteX40990" y="connsiteY40990"/>
              </a:cxn>
              <a:cxn ang="0">
                <a:pos x="connsiteX40991" y="connsiteY40991"/>
              </a:cxn>
              <a:cxn ang="0">
                <a:pos x="connsiteX40992" y="connsiteY40992"/>
              </a:cxn>
              <a:cxn ang="0">
                <a:pos x="connsiteX40993" y="connsiteY40993"/>
              </a:cxn>
              <a:cxn ang="0">
                <a:pos x="connsiteX40994" y="connsiteY40994"/>
              </a:cxn>
              <a:cxn ang="0">
                <a:pos x="connsiteX40995" y="connsiteY40995"/>
              </a:cxn>
              <a:cxn ang="0">
                <a:pos x="connsiteX40996" y="connsiteY40996"/>
              </a:cxn>
              <a:cxn ang="0">
                <a:pos x="connsiteX40997" y="connsiteY40997"/>
              </a:cxn>
              <a:cxn ang="0">
                <a:pos x="connsiteX40998" y="connsiteY40998"/>
              </a:cxn>
              <a:cxn ang="0">
                <a:pos x="connsiteX40999" y="connsiteY40999"/>
              </a:cxn>
              <a:cxn ang="0">
                <a:pos x="connsiteX41000" y="connsiteY41000"/>
              </a:cxn>
              <a:cxn ang="0">
                <a:pos x="connsiteX41001" y="connsiteY41001"/>
              </a:cxn>
              <a:cxn ang="0">
                <a:pos x="connsiteX41002" y="connsiteY41002"/>
              </a:cxn>
              <a:cxn ang="0">
                <a:pos x="connsiteX41003" y="connsiteY41003"/>
              </a:cxn>
              <a:cxn ang="0">
                <a:pos x="connsiteX41004" y="connsiteY41004"/>
              </a:cxn>
              <a:cxn ang="0">
                <a:pos x="connsiteX41005" y="connsiteY41005"/>
              </a:cxn>
              <a:cxn ang="0">
                <a:pos x="connsiteX41006" y="connsiteY41006"/>
              </a:cxn>
              <a:cxn ang="0">
                <a:pos x="connsiteX41007" y="connsiteY41007"/>
              </a:cxn>
              <a:cxn ang="0">
                <a:pos x="connsiteX41008" y="connsiteY41008"/>
              </a:cxn>
              <a:cxn ang="0">
                <a:pos x="connsiteX41009" y="connsiteY41009"/>
              </a:cxn>
              <a:cxn ang="0">
                <a:pos x="connsiteX41010" y="connsiteY41010"/>
              </a:cxn>
              <a:cxn ang="0">
                <a:pos x="connsiteX41011" y="connsiteY41011"/>
              </a:cxn>
              <a:cxn ang="0">
                <a:pos x="connsiteX41012" y="connsiteY41012"/>
              </a:cxn>
              <a:cxn ang="0">
                <a:pos x="connsiteX41013" y="connsiteY41013"/>
              </a:cxn>
              <a:cxn ang="0">
                <a:pos x="connsiteX41014" y="connsiteY41014"/>
              </a:cxn>
              <a:cxn ang="0">
                <a:pos x="connsiteX41015" y="connsiteY41015"/>
              </a:cxn>
              <a:cxn ang="0">
                <a:pos x="connsiteX41016" y="connsiteY41016"/>
              </a:cxn>
              <a:cxn ang="0">
                <a:pos x="connsiteX41017" y="connsiteY41017"/>
              </a:cxn>
              <a:cxn ang="0">
                <a:pos x="connsiteX41018" y="connsiteY41018"/>
              </a:cxn>
              <a:cxn ang="0">
                <a:pos x="connsiteX41019" y="connsiteY41019"/>
              </a:cxn>
              <a:cxn ang="0">
                <a:pos x="connsiteX41020" y="connsiteY41020"/>
              </a:cxn>
              <a:cxn ang="0">
                <a:pos x="connsiteX41021" y="connsiteY41021"/>
              </a:cxn>
              <a:cxn ang="0">
                <a:pos x="connsiteX41022" y="connsiteY41022"/>
              </a:cxn>
              <a:cxn ang="0">
                <a:pos x="connsiteX41023" y="connsiteY41023"/>
              </a:cxn>
              <a:cxn ang="0">
                <a:pos x="connsiteX41024" y="connsiteY41024"/>
              </a:cxn>
              <a:cxn ang="0">
                <a:pos x="connsiteX41025" y="connsiteY41025"/>
              </a:cxn>
              <a:cxn ang="0">
                <a:pos x="connsiteX41026" y="connsiteY41026"/>
              </a:cxn>
              <a:cxn ang="0">
                <a:pos x="connsiteX41027" y="connsiteY41027"/>
              </a:cxn>
              <a:cxn ang="0">
                <a:pos x="connsiteX41028" y="connsiteY41028"/>
              </a:cxn>
              <a:cxn ang="0">
                <a:pos x="connsiteX41029" y="connsiteY41029"/>
              </a:cxn>
              <a:cxn ang="0">
                <a:pos x="connsiteX41030" y="connsiteY41030"/>
              </a:cxn>
              <a:cxn ang="0">
                <a:pos x="connsiteX41031" y="connsiteY41031"/>
              </a:cxn>
              <a:cxn ang="0">
                <a:pos x="connsiteX41032" y="connsiteY41032"/>
              </a:cxn>
              <a:cxn ang="0">
                <a:pos x="connsiteX41033" y="connsiteY41033"/>
              </a:cxn>
              <a:cxn ang="0">
                <a:pos x="connsiteX41034" y="connsiteY41034"/>
              </a:cxn>
              <a:cxn ang="0">
                <a:pos x="connsiteX41035" y="connsiteY41035"/>
              </a:cxn>
              <a:cxn ang="0">
                <a:pos x="connsiteX41036" y="connsiteY41036"/>
              </a:cxn>
              <a:cxn ang="0">
                <a:pos x="connsiteX41037" y="connsiteY41037"/>
              </a:cxn>
              <a:cxn ang="0">
                <a:pos x="connsiteX41038" y="connsiteY41038"/>
              </a:cxn>
              <a:cxn ang="0">
                <a:pos x="connsiteX41039" y="connsiteY41039"/>
              </a:cxn>
              <a:cxn ang="0">
                <a:pos x="connsiteX41040" y="connsiteY41040"/>
              </a:cxn>
              <a:cxn ang="0">
                <a:pos x="connsiteX41041" y="connsiteY41041"/>
              </a:cxn>
              <a:cxn ang="0">
                <a:pos x="connsiteX41042" y="connsiteY41042"/>
              </a:cxn>
              <a:cxn ang="0">
                <a:pos x="connsiteX41043" y="connsiteY41043"/>
              </a:cxn>
              <a:cxn ang="0">
                <a:pos x="connsiteX41044" y="connsiteY41044"/>
              </a:cxn>
              <a:cxn ang="0">
                <a:pos x="connsiteX41045" y="connsiteY41045"/>
              </a:cxn>
              <a:cxn ang="0">
                <a:pos x="connsiteX41046" y="connsiteY41046"/>
              </a:cxn>
              <a:cxn ang="0">
                <a:pos x="connsiteX41047" y="connsiteY41047"/>
              </a:cxn>
              <a:cxn ang="0">
                <a:pos x="connsiteX41048" y="connsiteY41048"/>
              </a:cxn>
              <a:cxn ang="0">
                <a:pos x="connsiteX41049" y="connsiteY41049"/>
              </a:cxn>
              <a:cxn ang="0">
                <a:pos x="connsiteX41050" y="connsiteY41050"/>
              </a:cxn>
              <a:cxn ang="0">
                <a:pos x="connsiteX41051" y="connsiteY41051"/>
              </a:cxn>
              <a:cxn ang="0">
                <a:pos x="connsiteX41052" y="connsiteY41052"/>
              </a:cxn>
              <a:cxn ang="0">
                <a:pos x="connsiteX41053" y="connsiteY41053"/>
              </a:cxn>
              <a:cxn ang="0">
                <a:pos x="connsiteX41054" y="connsiteY41054"/>
              </a:cxn>
              <a:cxn ang="0">
                <a:pos x="connsiteX41055" y="connsiteY41055"/>
              </a:cxn>
              <a:cxn ang="0">
                <a:pos x="connsiteX41056" y="connsiteY41056"/>
              </a:cxn>
              <a:cxn ang="0">
                <a:pos x="connsiteX41057" y="connsiteY41057"/>
              </a:cxn>
              <a:cxn ang="0">
                <a:pos x="connsiteX41058" y="connsiteY41058"/>
              </a:cxn>
              <a:cxn ang="0">
                <a:pos x="connsiteX41059" y="connsiteY41059"/>
              </a:cxn>
              <a:cxn ang="0">
                <a:pos x="connsiteX41060" y="connsiteY41060"/>
              </a:cxn>
              <a:cxn ang="0">
                <a:pos x="connsiteX41061" y="connsiteY41061"/>
              </a:cxn>
              <a:cxn ang="0">
                <a:pos x="connsiteX41062" y="connsiteY41062"/>
              </a:cxn>
              <a:cxn ang="0">
                <a:pos x="connsiteX41063" y="connsiteY41063"/>
              </a:cxn>
              <a:cxn ang="0">
                <a:pos x="connsiteX41064" y="connsiteY41064"/>
              </a:cxn>
              <a:cxn ang="0">
                <a:pos x="connsiteX41065" y="connsiteY41065"/>
              </a:cxn>
              <a:cxn ang="0">
                <a:pos x="connsiteX41066" y="connsiteY41066"/>
              </a:cxn>
              <a:cxn ang="0">
                <a:pos x="connsiteX41067" y="connsiteY41067"/>
              </a:cxn>
              <a:cxn ang="0">
                <a:pos x="connsiteX41068" y="connsiteY41068"/>
              </a:cxn>
              <a:cxn ang="0">
                <a:pos x="connsiteX41069" y="connsiteY41069"/>
              </a:cxn>
              <a:cxn ang="0">
                <a:pos x="connsiteX41070" y="connsiteY41070"/>
              </a:cxn>
              <a:cxn ang="0">
                <a:pos x="connsiteX41071" y="connsiteY41071"/>
              </a:cxn>
              <a:cxn ang="0">
                <a:pos x="connsiteX41072" y="connsiteY41072"/>
              </a:cxn>
              <a:cxn ang="0">
                <a:pos x="connsiteX41073" y="connsiteY41073"/>
              </a:cxn>
              <a:cxn ang="0">
                <a:pos x="connsiteX41074" y="connsiteY41074"/>
              </a:cxn>
              <a:cxn ang="0">
                <a:pos x="connsiteX41075" y="connsiteY41075"/>
              </a:cxn>
              <a:cxn ang="0">
                <a:pos x="connsiteX41076" y="connsiteY41076"/>
              </a:cxn>
              <a:cxn ang="0">
                <a:pos x="connsiteX41077" y="connsiteY41077"/>
              </a:cxn>
              <a:cxn ang="0">
                <a:pos x="connsiteX41078" y="connsiteY41078"/>
              </a:cxn>
              <a:cxn ang="0">
                <a:pos x="connsiteX41079" y="connsiteY41079"/>
              </a:cxn>
              <a:cxn ang="0">
                <a:pos x="connsiteX41080" y="connsiteY41080"/>
              </a:cxn>
              <a:cxn ang="0">
                <a:pos x="connsiteX41081" y="connsiteY41081"/>
              </a:cxn>
              <a:cxn ang="0">
                <a:pos x="connsiteX41082" y="connsiteY41082"/>
              </a:cxn>
              <a:cxn ang="0">
                <a:pos x="connsiteX41083" y="connsiteY41083"/>
              </a:cxn>
              <a:cxn ang="0">
                <a:pos x="connsiteX41084" y="connsiteY41084"/>
              </a:cxn>
              <a:cxn ang="0">
                <a:pos x="connsiteX41085" y="connsiteY41085"/>
              </a:cxn>
              <a:cxn ang="0">
                <a:pos x="connsiteX41086" y="connsiteY41086"/>
              </a:cxn>
              <a:cxn ang="0">
                <a:pos x="connsiteX41087" y="connsiteY41087"/>
              </a:cxn>
              <a:cxn ang="0">
                <a:pos x="connsiteX41088" y="connsiteY41088"/>
              </a:cxn>
              <a:cxn ang="0">
                <a:pos x="connsiteX41089" y="connsiteY41089"/>
              </a:cxn>
              <a:cxn ang="0">
                <a:pos x="connsiteX41090" y="connsiteY41090"/>
              </a:cxn>
              <a:cxn ang="0">
                <a:pos x="connsiteX41091" y="connsiteY41091"/>
              </a:cxn>
              <a:cxn ang="0">
                <a:pos x="connsiteX41092" y="connsiteY41092"/>
              </a:cxn>
              <a:cxn ang="0">
                <a:pos x="connsiteX41093" y="connsiteY41093"/>
              </a:cxn>
              <a:cxn ang="0">
                <a:pos x="connsiteX41094" y="connsiteY41094"/>
              </a:cxn>
              <a:cxn ang="0">
                <a:pos x="connsiteX41095" y="connsiteY41095"/>
              </a:cxn>
              <a:cxn ang="0">
                <a:pos x="connsiteX41096" y="connsiteY41096"/>
              </a:cxn>
              <a:cxn ang="0">
                <a:pos x="connsiteX41097" y="connsiteY41097"/>
              </a:cxn>
              <a:cxn ang="0">
                <a:pos x="connsiteX41098" y="connsiteY41098"/>
              </a:cxn>
              <a:cxn ang="0">
                <a:pos x="connsiteX41099" y="connsiteY41099"/>
              </a:cxn>
              <a:cxn ang="0">
                <a:pos x="connsiteX41100" y="connsiteY41100"/>
              </a:cxn>
              <a:cxn ang="0">
                <a:pos x="connsiteX41101" y="connsiteY41101"/>
              </a:cxn>
              <a:cxn ang="0">
                <a:pos x="connsiteX41102" y="connsiteY41102"/>
              </a:cxn>
              <a:cxn ang="0">
                <a:pos x="connsiteX41103" y="connsiteY41103"/>
              </a:cxn>
              <a:cxn ang="0">
                <a:pos x="connsiteX41104" y="connsiteY41104"/>
              </a:cxn>
              <a:cxn ang="0">
                <a:pos x="connsiteX41105" y="connsiteY41105"/>
              </a:cxn>
              <a:cxn ang="0">
                <a:pos x="connsiteX41106" y="connsiteY41106"/>
              </a:cxn>
              <a:cxn ang="0">
                <a:pos x="connsiteX41107" y="connsiteY41107"/>
              </a:cxn>
              <a:cxn ang="0">
                <a:pos x="connsiteX41108" y="connsiteY41108"/>
              </a:cxn>
              <a:cxn ang="0">
                <a:pos x="connsiteX41109" y="connsiteY41109"/>
              </a:cxn>
              <a:cxn ang="0">
                <a:pos x="connsiteX41110" y="connsiteY41110"/>
              </a:cxn>
              <a:cxn ang="0">
                <a:pos x="connsiteX41111" y="connsiteY41111"/>
              </a:cxn>
              <a:cxn ang="0">
                <a:pos x="connsiteX41112" y="connsiteY41112"/>
              </a:cxn>
              <a:cxn ang="0">
                <a:pos x="connsiteX41113" y="connsiteY41113"/>
              </a:cxn>
              <a:cxn ang="0">
                <a:pos x="connsiteX41114" y="connsiteY41114"/>
              </a:cxn>
              <a:cxn ang="0">
                <a:pos x="connsiteX41115" y="connsiteY41115"/>
              </a:cxn>
              <a:cxn ang="0">
                <a:pos x="connsiteX41116" y="connsiteY41116"/>
              </a:cxn>
              <a:cxn ang="0">
                <a:pos x="connsiteX41117" y="connsiteY41117"/>
              </a:cxn>
              <a:cxn ang="0">
                <a:pos x="connsiteX41118" y="connsiteY41118"/>
              </a:cxn>
              <a:cxn ang="0">
                <a:pos x="connsiteX41119" y="connsiteY41119"/>
              </a:cxn>
              <a:cxn ang="0">
                <a:pos x="connsiteX41120" y="connsiteY41120"/>
              </a:cxn>
              <a:cxn ang="0">
                <a:pos x="connsiteX41121" y="connsiteY41121"/>
              </a:cxn>
              <a:cxn ang="0">
                <a:pos x="connsiteX41122" y="connsiteY41122"/>
              </a:cxn>
              <a:cxn ang="0">
                <a:pos x="connsiteX41123" y="connsiteY41123"/>
              </a:cxn>
              <a:cxn ang="0">
                <a:pos x="connsiteX41124" y="connsiteY41124"/>
              </a:cxn>
              <a:cxn ang="0">
                <a:pos x="connsiteX41125" y="connsiteY41125"/>
              </a:cxn>
              <a:cxn ang="0">
                <a:pos x="connsiteX41126" y="connsiteY41126"/>
              </a:cxn>
              <a:cxn ang="0">
                <a:pos x="connsiteX41127" y="connsiteY41127"/>
              </a:cxn>
              <a:cxn ang="0">
                <a:pos x="connsiteX41128" y="connsiteY41128"/>
              </a:cxn>
              <a:cxn ang="0">
                <a:pos x="connsiteX41129" y="connsiteY41129"/>
              </a:cxn>
              <a:cxn ang="0">
                <a:pos x="connsiteX41130" y="connsiteY41130"/>
              </a:cxn>
              <a:cxn ang="0">
                <a:pos x="connsiteX41131" y="connsiteY41131"/>
              </a:cxn>
              <a:cxn ang="0">
                <a:pos x="connsiteX41132" y="connsiteY41132"/>
              </a:cxn>
              <a:cxn ang="0">
                <a:pos x="connsiteX41133" y="connsiteY41133"/>
              </a:cxn>
              <a:cxn ang="0">
                <a:pos x="connsiteX41134" y="connsiteY41134"/>
              </a:cxn>
              <a:cxn ang="0">
                <a:pos x="connsiteX41135" y="connsiteY41135"/>
              </a:cxn>
              <a:cxn ang="0">
                <a:pos x="connsiteX41136" y="connsiteY41136"/>
              </a:cxn>
              <a:cxn ang="0">
                <a:pos x="connsiteX41137" y="connsiteY41137"/>
              </a:cxn>
              <a:cxn ang="0">
                <a:pos x="connsiteX41138" y="connsiteY41138"/>
              </a:cxn>
              <a:cxn ang="0">
                <a:pos x="connsiteX41139" y="connsiteY41139"/>
              </a:cxn>
              <a:cxn ang="0">
                <a:pos x="connsiteX41140" y="connsiteY41140"/>
              </a:cxn>
              <a:cxn ang="0">
                <a:pos x="connsiteX41141" y="connsiteY41141"/>
              </a:cxn>
              <a:cxn ang="0">
                <a:pos x="connsiteX41142" y="connsiteY41142"/>
              </a:cxn>
              <a:cxn ang="0">
                <a:pos x="connsiteX41143" y="connsiteY41143"/>
              </a:cxn>
              <a:cxn ang="0">
                <a:pos x="connsiteX41144" y="connsiteY41144"/>
              </a:cxn>
              <a:cxn ang="0">
                <a:pos x="connsiteX41145" y="connsiteY41145"/>
              </a:cxn>
              <a:cxn ang="0">
                <a:pos x="connsiteX41146" y="connsiteY41146"/>
              </a:cxn>
              <a:cxn ang="0">
                <a:pos x="connsiteX41147" y="connsiteY41147"/>
              </a:cxn>
              <a:cxn ang="0">
                <a:pos x="connsiteX41148" y="connsiteY41148"/>
              </a:cxn>
              <a:cxn ang="0">
                <a:pos x="connsiteX41149" y="connsiteY41149"/>
              </a:cxn>
              <a:cxn ang="0">
                <a:pos x="connsiteX41150" y="connsiteY41150"/>
              </a:cxn>
              <a:cxn ang="0">
                <a:pos x="connsiteX41151" y="connsiteY41151"/>
              </a:cxn>
              <a:cxn ang="0">
                <a:pos x="connsiteX41152" y="connsiteY41152"/>
              </a:cxn>
              <a:cxn ang="0">
                <a:pos x="connsiteX41153" y="connsiteY41153"/>
              </a:cxn>
              <a:cxn ang="0">
                <a:pos x="connsiteX41154" y="connsiteY41154"/>
              </a:cxn>
              <a:cxn ang="0">
                <a:pos x="connsiteX41155" y="connsiteY41155"/>
              </a:cxn>
              <a:cxn ang="0">
                <a:pos x="connsiteX41156" y="connsiteY41156"/>
              </a:cxn>
              <a:cxn ang="0">
                <a:pos x="connsiteX41157" y="connsiteY41157"/>
              </a:cxn>
              <a:cxn ang="0">
                <a:pos x="connsiteX41158" y="connsiteY41158"/>
              </a:cxn>
              <a:cxn ang="0">
                <a:pos x="connsiteX41159" y="connsiteY41159"/>
              </a:cxn>
              <a:cxn ang="0">
                <a:pos x="connsiteX41160" y="connsiteY41160"/>
              </a:cxn>
              <a:cxn ang="0">
                <a:pos x="connsiteX41161" y="connsiteY41161"/>
              </a:cxn>
              <a:cxn ang="0">
                <a:pos x="connsiteX41162" y="connsiteY41162"/>
              </a:cxn>
              <a:cxn ang="0">
                <a:pos x="connsiteX41163" y="connsiteY41163"/>
              </a:cxn>
              <a:cxn ang="0">
                <a:pos x="connsiteX41164" y="connsiteY41164"/>
              </a:cxn>
              <a:cxn ang="0">
                <a:pos x="connsiteX41165" y="connsiteY41165"/>
              </a:cxn>
              <a:cxn ang="0">
                <a:pos x="connsiteX41166" y="connsiteY41166"/>
              </a:cxn>
              <a:cxn ang="0">
                <a:pos x="connsiteX41167" y="connsiteY41167"/>
              </a:cxn>
              <a:cxn ang="0">
                <a:pos x="connsiteX41168" y="connsiteY41168"/>
              </a:cxn>
              <a:cxn ang="0">
                <a:pos x="connsiteX41169" y="connsiteY41169"/>
              </a:cxn>
              <a:cxn ang="0">
                <a:pos x="connsiteX41170" y="connsiteY41170"/>
              </a:cxn>
              <a:cxn ang="0">
                <a:pos x="connsiteX41171" y="connsiteY41171"/>
              </a:cxn>
              <a:cxn ang="0">
                <a:pos x="connsiteX41172" y="connsiteY41172"/>
              </a:cxn>
              <a:cxn ang="0">
                <a:pos x="connsiteX41173" y="connsiteY41173"/>
              </a:cxn>
              <a:cxn ang="0">
                <a:pos x="connsiteX41174" y="connsiteY41174"/>
              </a:cxn>
              <a:cxn ang="0">
                <a:pos x="connsiteX41175" y="connsiteY41175"/>
              </a:cxn>
              <a:cxn ang="0">
                <a:pos x="connsiteX41176" y="connsiteY41176"/>
              </a:cxn>
              <a:cxn ang="0">
                <a:pos x="connsiteX41177" y="connsiteY41177"/>
              </a:cxn>
              <a:cxn ang="0">
                <a:pos x="connsiteX41178" y="connsiteY41178"/>
              </a:cxn>
              <a:cxn ang="0">
                <a:pos x="connsiteX41179" y="connsiteY41179"/>
              </a:cxn>
              <a:cxn ang="0">
                <a:pos x="connsiteX41180" y="connsiteY41180"/>
              </a:cxn>
              <a:cxn ang="0">
                <a:pos x="connsiteX41181" y="connsiteY41181"/>
              </a:cxn>
              <a:cxn ang="0">
                <a:pos x="connsiteX41182" y="connsiteY41182"/>
              </a:cxn>
              <a:cxn ang="0">
                <a:pos x="connsiteX41183" y="connsiteY41183"/>
              </a:cxn>
              <a:cxn ang="0">
                <a:pos x="connsiteX41184" y="connsiteY41184"/>
              </a:cxn>
              <a:cxn ang="0">
                <a:pos x="connsiteX41185" y="connsiteY41185"/>
              </a:cxn>
              <a:cxn ang="0">
                <a:pos x="connsiteX41186" y="connsiteY41186"/>
              </a:cxn>
              <a:cxn ang="0">
                <a:pos x="connsiteX41187" y="connsiteY41187"/>
              </a:cxn>
              <a:cxn ang="0">
                <a:pos x="connsiteX41188" y="connsiteY41188"/>
              </a:cxn>
              <a:cxn ang="0">
                <a:pos x="connsiteX41189" y="connsiteY41189"/>
              </a:cxn>
              <a:cxn ang="0">
                <a:pos x="connsiteX41190" y="connsiteY41190"/>
              </a:cxn>
              <a:cxn ang="0">
                <a:pos x="connsiteX41191" y="connsiteY41191"/>
              </a:cxn>
              <a:cxn ang="0">
                <a:pos x="connsiteX41192" y="connsiteY41192"/>
              </a:cxn>
              <a:cxn ang="0">
                <a:pos x="connsiteX41193" y="connsiteY41193"/>
              </a:cxn>
              <a:cxn ang="0">
                <a:pos x="connsiteX41194" y="connsiteY41194"/>
              </a:cxn>
              <a:cxn ang="0">
                <a:pos x="connsiteX41195" y="connsiteY41195"/>
              </a:cxn>
              <a:cxn ang="0">
                <a:pos x="connsiteX41196" y="connsiteY41196"/>
              </a:cxn>
              <a:cxn ang="0">
                <a:pos x="connsiteX41197" y="connsiteY41197"/>
              </a:cxn>
              <a:cxn ang="0">
                <a:pos x="connsiteX41198" y="connsiteY41198"/>
              </a:cxn>
              <a:cxn ang="0">
                <a:pos x="connsiteX41199" y="connsiteY41199"/>
              </a:cxn>
              <a:cxn ang="0">
                <a:pos x="connsiteX41200" y="connsiteY41200"/>
              </a:cxn>
              <a:cxn ang="0">
                <a:pos x="connsiteX41201" y="connsiteY41201"/>
              </a:cxn>
              <a:cxn ang="0">
                <a:pos x="connsiteX41202" y="connsiteY41202"/>
              </a:cxn>
              <a:cxn ang="0">
                <a:pos x="connsiteX41203" y="connsiteY41203"/>
              </a:cxn>
              <a:cxn ang="0">
                <a:pos x="connsiteX41204" y="connsiteY41204"/>
              </a:cxn>
              <a:cxn ang="0">
                <a:pos x="connsiteX41205" y="connsiteY41205"/>
              </a:cxn>
              <a:cxn ang="0">
                <a:pos x="connsiteX41206" y="connsiteY41206"/>
              </a:cxn>
              <a:cxn ang="0">
                <a:pos x="connsiteX41207" y="connsiteY41207"/>
              </a:cxn>
              <a:cxn ang="0">
                <a:pos x="connsiteX41208" y="connsiteY41208"/>
              </a:cxn>
              <a:cxn ang="0">
                <a:pos x="connsiteX41209" y="connsiteY41209"/>
              </a:cxn>
              <a:cxn ang="0">
                <a:pos x="connsiteX41210" y="connsiteY41210"/>
              </a:cxn>
              <a:cxn ang="0">
                <a:pos x="connsiteX41211" y="connsiteY41211"/>
              </a:cxn>
              <a:cxn ang="0">
                <a:pos x="connsiteX41212" y="connsiteY41212"/>
              </a:cxn>
              <a:cxn ang="0">
                <a:pos x="connsiteX41213" y="connsiteY41213"/>
              </a:cxn>
              <a:cxn ang="0">
                <a:pos x="connsiteX41214" y="connsiteY41214"/>
              </a:cxn>
              <a:cxn ang="0">
                <a:pos x="connsiteX41215" y="connsiteY41215"/>
              </a:cxn>
              <a:cxn ang="0">
                <a:pos x="connsiteX41216" y="connsiteY41216"/>
              </a:cxn>
              <a:cxn ang="0">
                <a:pos x="connsiteX41217" y="connsiteY41217"/>
              </a:cxn>
              <a:cxn ang="0">
                <a:pos x="connsiteX41218" y="connsiteY41218"/>
              </a:cxn>
              <a:cxn ang="0">
                <a:pos x="connsiteX41219" y="connsiteY41219"/>
              </a:cxn>
              <a:cxn ang="0">
                <a:pos x="connsiteX41220" y="connsiteY41220"/>
              </a:cxn>
              <a:cxn ang="0">
                <a:pos x="connsiteX41221" y="connsiteY41221"/>
              </a:cxn>
              <a:cxn ang="0">
                <a:pos x="connsiteX41222" y="connsiteY41222"/>
              </a:cxn>
              <a:cxn ang="0">
                <a:pos x="connsiteX41223" y="connsiteY41223"/>
              </a:cxn>
              <a:cxn ang="0">
                <a:pos x="connsiteX41224" y="connsiteY41224"/>
              </a:cxn>
              <a:cxn ang="0">
                <a:pos x="connsiteX41225" y="connsiteY41225"/>
              </a:cxn>
              <a:cxn ang="0">
                <a:pos x="connsiteX41226" y="connsiteY41226"/>
              </a:cxn>
              <a:cxn ang="0">
                <a:pos x="connsiteX41227" y="connsiteY41227"/>
              </a:cxn>
              <a:cxn ang="0">
                <a:pos x="connsiteX41228" y="connsiteY41228"/>
              </a:cxn>
              <a:cxn ang="0">
                <a:pos x="connsiteX41229" y="connsiteY41229"/>
              </a:cxn>
              <a:cxn ang="0">
                <a:pos x="connsiteX41230" y="connsiteY41230"/>
              </a:cxn>
              <a:cxn ang="0">
                <a:pos x="connsiteX41231" y="connsiteY41231"/>
              </a:cxn>
              <a:cxn ang="0">
                <a:pos x="connsiteX41232" y="connsiteY41232"/>
              </a:cxn>
              <a:cxn ang="0">
                <a:pos x="connsiteX41233" y="connsiteY41233"/>
              </a:cxn>
              <a:cxn ang="0">
                <a:pos x="connsiteX41234" y="connsiteY41234"/>
              </a:cxn>
              <a:cxn ang="0">
                <a:pos x="connsiteX41235" y="connsiteY41235"/>
              </a:cxn>
              <a:cxn ang="0">
                <a:pos x="connsiteX41236" y="connsiteY41236"/>
              </a:cxn>
              <a:cxn ang="0">
                <a:pos x="connsiteX41237" y="connsiteY41237"/>
              </a:cxn>
              <a:cxn ang="0">
                <a:pos x="connsiteX41238" y="connsiteY41238"/>
              </a:cxn>
              <a:cxn ang="0">
                <a:pos x="connsiteX41239" y="connsiteY41239"/>
              </a:cxn>
              <a:cxn ang="0">
                <a:pos x="connsiteX41240" y="connsiteY41240"/>
              </a:cxn>
              <a:cxn ang="0">
                <a:pos x="connsiteX41241" y="connsiteY41241"/>
              </a:cxn>
              <a:cxn ang="0">
                <a:pos x="connsiteX41242" y="connsiteY41242"/>
              </a:cxn>
              <a:cxn ang="0">
                <a:pos x="connsiteX41243" y="connsiteY41243"/>
              </a:cxn>
              <a:cxn ang="0">
                <a:pos x="connsiteX41244" y="connsiteY41244"/>
              </a:cxn>
              <a:cxn ang="0">
                <a:pos x="connsiteX41245" y="connsiteY41245"/>
              </a:cxn>
              <a:cxn ang="0">
                <a:pos x="connsiteX41246" y="connsiteY41246"/>
              </a:cxn>
              <a:cxn ang="0">
                <a:pos x="connsiteX41247" y="connsiteY41247"/>
              </a:cxn>
              <a:cxn ang="0">
                <a:pos x="connsiteX41248" y="connsiteY41248"/>
              </a:cxn>
              <a:cxn ang="0">
                <a:pos x="connsiteX41249" y="connsiteY41249"/>
              </a:cxn>
              <a:cxn ang="0">
                <a:pos x="connsiteX41250" y="connsiteY41250"/>
              </a:cxn>
              <a:cxn ang="0">
                <a:pos x="connsiteX41251" y="connsiteY41251"/>
              </a:cxn>
              <a:cxn ang="0">
                <a:pos x="connsiteX41252" y="connsiteY41252"/>
              </a:cxn>
              <a:cxn ang="0">
                <a:pos x="connsiteX41253" y="connsiteY41253"/>
              </a:cxn>
              <a:cxn ang="0">
                <a:pos x="connsiteX41254" y="connsiteY41254"/>
              </a:cxn>
              <a:cxn ang="0">
                <a:pos x="connsiteX41255" y="connsiteY41255"/>
              </a:cxn>
              <a:cxn ang="0">
                <a:pos x="connsiteX41256" y="connsiteY41256"/>
              </a:cxn>
              <a:cxn ang="0">
                <a:pos x="connsiteX41257" y="connsiteY41257"/>
              </a:cxn>
              <a:cxn ang="0">
                <a:pos x="connsiteX41258" y="connsiteY41258"/>
              </a:cxn>
              <a:cxn ang="0">
                <a:pos x="connsiteX41259" y="connsiteY41259"/>
              </a:cxn>
              <a:cxn ang="0">
                <a:pos x="connsiteX41260" y="connsiteY41260"/>
              </a:cxn>
              <a:cxn ang="0">
                <a:pos x="connsiteX41261" y="connsiteY41261"/>
              </a:cxn>
              <a:cxn ang="0">
                <a:pos x="connsiteX41262" y="connsiteY41262"/>
              </a:cxn>
              <a:cxn ang="0">
                <a:pos x="connsiteX41263" y="connsiteY41263"/>
              </a:cxn>
              <a:cxn ang="0">
                <a:pos x="connsiteX41264" y="connsiteY41264"/>
              </a:cxn>
              <a:cxn ang="0">
                <a:pos x="connsiteX41265" y="connsiteY41265"/>
              </a:cxn>
              <a:cxn ang="0">
                <a:pos x="connsiteX41266" y="connsiteY41266"/>
              </a:cxn>
              <a:cxn ang="0">
                <a:pos x="connsiteX41267" y="connsiteY41267"/>
              </a:cxn>
              <a:cxn ang="0">
                <a:pos x="connsiteX41268" y="connsiteY41268"/>
              </a:cxn>
              <a:cxn ang="0">
                <a:pos x="connsiteX41269" y="connsiteY41269"/>
              </a:cxn>
              <a:cxn ang="0">
                <a:pos x="connsiteX41270" y="connsiteY41270"/>
              </a:cxn>
              <a:cxn ang="0">
                <a:pos x="connsiteX41271" y="connsiteY41271"/>
              </a:cxn>
              <a:cxn ang="0">
                <a:pos x="connsiteX41272" y="connsiteY41272"/>
              </a:cxn>
              <a:cxn ang="0">
                <a:pos x="connsiteX41273" y="connsiteY41273"/>
              </a:cxn>
              <a:cxn ang="0">
                <a:pos x="connsiteX41274" y="connsiteY41274"/>
              </a:cxn>
              <a:cxn ang="0">
                <a:pos x="connsiteX41275" y="connsiteY41275"/>
              </a:cxn>
              <a:cxn ang="0">
                <a:pos x="connsiteX41276" y="connsiteY41276"/>
              </a:cxn>
              <a:cxn ang="0">
                <a:pos x="connsiteX41277" y="connsiteY41277"/>
              </a:cxn>
              <a:cxn ang="0">
                <a:pos x="connsiteX41278" y="connsiteY41278"/>
              </a:cxn>
              <a:cxn ang="0">
                <a:pos x="connsiteX41279" y="connsiteY41279"/>
              </a:cxn>
              <a:cxn ang="0">
                <a:pos x="connsiteX41280" y="connsiteY41280"/>
              </a:cxn>
              <a:cxn ang="0">
                <a:pos x="connsiteX41281" y="connsiteY41281"/>
              </a:cxn>
              <a:cxn ang="0">
                <a:pos x="connsiteX41282" y="connsiteY41282"/>
              </a:cxn>
              <a:cxn ang="0">
                <a:pos x="connsiteX41283" y="connsiteY41283"/>
              </a:cxn>
              <a:cxn ang="0">
                <a:pos x="connsiteX41284" y="connsiteY41284"/>
              </a:cxn>
              <a:cxn ang="0">
                <a:pos x="connsiteX41285" y="connsiteY41285"/>
              </a:cxn>
              <a:cxn ang="0">
                <a:pos x="connsiteX41286" y="connsiteY41286"/>
              </a:cxn>
              <a:cxn ang="0">
                <a:pos x="connsiteX41287" y="connsiteY41287"/>
              </a:cxn>
              <a:cxn ang="0">
                <a:pos x="connsiteX41288" y="connsiteY41288"/>
              </a:cxn>
              <a:cxn ang="0">
                <a:pos x="connsiteX41289" y="connsiteY41289"/>
              </a:cxn>
              <a:cxn ang="0">
                <a:pos x="connsiteX41290" y="connsiteY41290"/>
              </a:cxn>
              <a:cxn ang="0">
                <a:pos x="connsiteX41291" y="connsiteY41291"/>
              </a:cxn>
              <a:cxn ang="0">
                <a:pos x="connsiteX41292" y="connsiteY41292"/>
              </a:cxn>
              <a:cxn ang="0">
                <a:pos x="connsiteX41293" y="connsiteY41293"/>
              </a:cxn>
              <a:cxn ang="0">
                <a:pos x="connsiteX41294" y="connsiteY41294"/>
              </a:cxn>
              <a:cxn ang="0">
                <a:pos x="connsiteX41295" y="connsiteY41295"/>
              </a:cxn>
              <a:cxn ang="0">
                <a:pos x="connsiteX41296" y="connsiteY41296"/>
              </a:cxn>
              <a:cxn ang="0">
                <a:pos x="connsiteX41297" y="connsiteY41297"/>
              </a:cxn>
              <a:cxn ang="0">
                <a:pos x="connsiteX41298" y="connsiteY41298"/>
              </a:cxn>
              <a:cxn ang="0">
                <a:pos x="connsiteX41299" y="connsiteY41299"/>
              </a:cxn>
              <a:cxn ang="0">
                <a:pos x="connsiteX41300" y="connsiteY41300"/>
              </a:cxn>
              <a:cxn ang="0">
                <a:pos x="connsiteX41301" y="connsiteY41301"/>
              </a:cxn>
              <a:cxn ang="0">
                <a:pos x="connsiteX41302" y="connsiteY41302"/>
              </a:cxn>
              <a:cxn ang="0">
                <a:pos x="connsiteX41303" y="connsiteY41303"/>
              </a:cxn>
              <a:cxn ang="0">
                <a:pos x="connsiteX41304" y="connsiteY41304"/>
              </a:cxn>
              <a:cxn ang="0">
                <a:pos x="connsiteX41305" y="connsiteY41305"/>
              </a:cxn>
              <a:cxn ang="0">
                <a:pos x="connsiteX41306" y="connsiteY41306"/>
              </a:cxn>
              <a:cxn ang="0">
                <a:pos x="connsiteX41307" y="connsiteY41307"/>
              </a:cxn>
              <a:cxn ang="0">
                <a:pos x="connsiteX41308" y="connsiteY41308"/>
              </a:cxn>
              <a:cxn ang="0">
                <a:pos x="connsiteX41309" y="connsiteY41309"/>
              </a:cxn>
              <a:cxn ang="0">
                <a:pos x="connsiteX41310" y="connsiteY41310"/>
              </a:cxn>
              <a:cxn ang="0">
                <a:pos x="connsiteX41311" y="connsiteY41311"/>
              </a:cxn>
              <a:cxn ang="0">
                <a:pos x="connsiteX41312" y="connsiteY41312"/>
              </a:cxn>
              <a:cxn ang="0">
                <a:pos x="connsiteX41313" y="connsiteY41313"/>
              </a:cxn>
              <a:cxn ang="0">
                <a:pos x="connsiteX41314" y="connsiteY41314"/>
              </a:cxn>
              <a:cxn ang="0">
                <a:pos x="connsiteX41315" y="connsiteY41315"/>
              </a:cxn>
              <a:cxn ang="0">
                <a:pos x="connsiteX41316" y="connsiteY41316"/>
              </a:cxn>
              <a:cxn ang="0">
                <a:pos x="connsiteX41317" y="connsiteY41317"/>
              </a:cxn>
              <a:cxn ang="0">
                <a:pos x="connsiteX41318" y="connsiteY41318"/>
              </a:cxn>
              <a:cxn ang="0">
                <a:pos x="connsiteX41319" y="connsiteY41319"/>
              </a:cxn>
              <a:cxn ang="0">
                <a:pos x="connsiteX41320" y="connsiteY41320"/>
              </a:cxn>
              <a:cxn ang="0">
                <a:pos x="connsiteX41321" y="connsiteY41321"/>
              </a:cxn>
              <a:cxn ang="0">
                <a:pos x="connsiteX41322" y="connsiteY41322"/>
              </a:cxn>
              <a:cxn ang="0">
                <a:pos x="connsiteX41323" y="connsiteY41323"/>
              </a:cxn>
              <a:cxn ang="0">
                <a:pos x="connsiteX41324" y="connsiteY41324"/>
              </a:cxn>
              <a:cxn ang="0">
                <a:pos x="connsiteX41325" y="connsiteY41325"/>
              </a:cxn>
              <a:cxn ang="0">
                <a:pos x="connsiteX41326" y="connsiteY41326"/>
              </a:cxn>
              <a:cxn ang="0">
                <a:pos x="connsiteX41327" y="connsiteY41327"/>
              </a:cxn>
              <a:cxn ang="0">
                <a:pos x="connsiteX41328" y="connsiteY41328"/>
              </a:cxn>
              <a:cxn ang="0">
                <a:pos x="connsiteX41329" y="connsiteY41329"/>
              </a:cxn>
              <a:cxn ang="0">
                <a:pos x="connsiteX41330" y="connsiteY41330"/>
              </a:cxn>
              <a:cxn ang="0">
                <a:pos x="connsiteX41331" y="connsiteY41331"/>
              </a:cxn>
              <a:cxn ang="0">
                <a:pos x="connsiteX41332" y="connsiteY41332"/>
              </a:cxn>
              <a:cxn ang="0">
                <a:pos x="connsiteX41333" y="connsiteY41333"/>
              </a:cxn>
              <a:cxn ang="0">
                <a:pos x="connsiteX41334" y="connsiteY41334"/>
              </a:cxn>
              <a:cxn ang="0">
                <a:pos x="connsiteX41335" y="connsiteY41335"/>
              </a:cxn>
              <a:cxn ang="0">
                <a:pos x="connsiteX41336" y="connsiteY41336"/>
              </a:cxn>
              <a:cxn ang="0">
                <a:pos x="connsiteX41337" y="connsiteY41337"/>
              </a:cxn>
              <a:cxn ang="0">
                <a:pos x="connsiteX41338" y="connsiteY41338"/>
              </a:cxn>
              <a:cxn ang="0">
                <a:pos x="connsiteX41339" y="connsiteY41339"/>
              </a:cxn>
              <a:cxn ang="0">
                <a:pos x="connsiteX41340" y="connsiteY41340"/>
              </a:cxn>
              <a:cxn ang="0">
                <a:pos x="connsiteX41341" y="connsiteY41341"/>
              </a:cxn>
              <a:cxn ang="0">
                <a:pos x="connsiteX41342" y="connsiteY41342"/>
              </a:cxn>
              <a:cxn ang="0">
                <a:pos x="connsiteX41343" y="connsiteY41343"/>
              </a:cxn>
              <a:cxn ang="0">
                <a:pos x="connsiteX41344" y="connsiteY41344"/>
              </a:cxn>
              <a:cxn ang="0">
                <a:pos x="connsiteX41345" y="connsiteY41345"/>
              </a:cxn>
              <a:cxn ang="0">
                <a:pos x="connsiteX41346" y="connsiteY41346"/>
              </a:cxn>
              <a:cxn ang="0">
                <a:pos x="connsiteX41347" y="connsiteY41347"/>
              </a:cxn>
              <a:cxn ang="0">
                <a:pos x="connsiteX41348" y="connsiteY41348"/>
              </a:cxn>
              <a:cxn ang="0">
                <a:pos x="connsiteX41349" y="connsiteY41349"/>
              </a:cxn>
              <a:cxn ang="0">
                <a:pos x="connsiteX41350" y="connsiteY41350"/>
              </a:cxn>
              <a:cxn ang="0">
                <a:pos x="connsiteX41351" y="connsiteY41351"/>
              </a:cxn>
              <a:cxn ang="0">
                <a:pos x="connsiteX41352" y="connsiteY41352"/>
              </a:cxn>
              <a:cxn ang="0">
                <a:pos x="connsiteX41353" y="connsiteY41353"/>
              </a:cxn>
              <a:cxn ang="0">
                <a:pos x="connsiteX41354" y="connsiteY41354"/>
              </a:cxn>
              <a:cxn ang="0">
                <a:pos x="connsiteX41355" y="connsiteY41355"/>
              </a:cxn>
              <a:cxn ang="0">
                <a:pos x="connsiteX41356" y="connsiteY41356"/>
              </a:cxn>
              <a:cxn ang="0">
                <a:pos x="connsiteX41357" y="connsiteY41357"/>
              </a:cxn>
              <a:cxn ang="0">
                <a:pos x="connsiteX41358" y="connsiteY41358"/>
              </a:cxn>
              <a:cxn ang="0">
                <a:pos x="connsiteX41359" y="connsiteY41359"/>
              </a:cxn>
              <a:cxn ang="0">
                <a:pos x="connsiteX41360" y="connsiteY41360"/>
              </a:cxn>
              <a:cxn ang="0">
                <a:pos x="connsiteX41361" y="connsiteY41361"/>
              </a:cxn>
              <a:cxn ang="0">
                <a:pos x="connsiteX41362" y="connsiteY41362"/>
              </a:cxn>
              <a:cxn ang="0">
                <a:pos x="connsiteX41363" y="connsiteY41363"/>
              </a:cxn>
              <a:cxn ang="0">
                <a:pos x="connsiteX41364" y="connsiteY41364"/>
              </a:cxn>
              <a:cxn ang="0">
                <a:pos x="connsiteX41365" y="connsiteY41365"/>
              </a:cxn>
              <a:cxn ang="0">
                <a:pos x="connsiteX41366" y="connsiteY41366"/>
              </a:cxn>
              <a:cxn ang="0">
                <a:pos x="connsiteX41367" y="connsiteY41367"/>
              </a:cxn>
              <a:cxn ang="0">
                <a:pos x="connsiteX41368" y="connsiteY41368"/>
              </a:cxn>
              <a:cxn ang="0">
                <a:pos x="connsiteX41369" y="connsiteY41369"/>
              </a:cxn>
              <a:cxn ang="0">
                <a:pos x="connsiteX41370" y="connsiteY41370"/>
              </a:cxn>
              <a:cxn ang="0">
                <a:pos x="connsiteX41371" y="connsiteY41371"/>
              </a:cxn>
              <a:cxn ang="0">
                <a:pos x="connsiteX41372" y="connsiteY41372"/>
              </a:cxn>
              <a:cxn ang="0">
                <a:pos x="connsiteX41373" y="connsiteY41373"/>
              </a:cxn>
              <a:cxn ang="0">
                <a:pos x="connsiteX41374" y="connsiteY41374"/>
              </a:cxn>
              <a:cxn ang="0">
                <a:pos x="connsiteX41375" y="connsiteY41375"/>
              </a:cxn>
              <a:cxn ang="0">
                <a:pos x="connsiteX41376" y="connsiteY41376"/>
              </a:cxn>
              <a:cxn ang="0">
                <a:pos x="connsiteX41377" y="connsiteY41377"/>
              </a:cxn>
              <a:cxn ang="0">
                <a:pos x="connsiteX41378" y="connsiteY41378"/>
              </a:cxn>
              <a:cxn ang="0">
                <a:pos x="connsiteX41379" y="connsiteY41379"/>
              </a:cxn>
              <a:cxn ang="0">
                <a:pos x="connsiteX41380" y="connsiteY41380"/>
              </a:cxn>
              <a:cxn ang="0">
                <a:pos x="connsiteX41381" y="connsiteY41381"/>
              </a:cxn>
              <a:cxn ang="0">
                <a:pos x="connsiteX41382" y="connsiteY41382"/>
              </a:cxn>
              <a:cxn ang="0">
                <a:pos x="connsiteX41383" y="connsiteY41383"/>
              </a:cxn>
              <a:cxn ang="0">
                <a:pos x="connsiteX41384" y="connsiteY41384"/>
              </a:cxn>
              <a:cxn ang="0">
                <a:pos x="connsiteX41385" y="connsiteY41385"/>
              </a:cxn>
              <a:cxn ang="0">
                <a:pos x="connsiteX41386" y="connsiteY41386"/>
              </a:cxn>
              <a:cxn ang="0">
                <a:pos x="connsiteX41387" y="connsiteY41387"/>
              </a:cxn>
              <a:cxn ang="0">
                <a:pos x="connsiteX41388" y="connsiteY41388"/>
              </a:cxn>
              <a:cxn ang="0">
                <a:pos x="connsiteX41389" y="connsiteY41389"/>
              </a:cxn>
              <a:cxn ang="0">
                <a:pos x="connsiteX41390" y="connsiteY41390"/>
              </a:cxn>
              <a:cxn ang="0">
                <a:pos x="connsiteX41391" y="connsiteY41391"/>
              </a:cxn>
              <a:cxn ang="0">
                <a:pos x="connsiteX41392" y="connsiteY41392"/>
              </a:cxn>
              <a:cxn ang="0">
                <a:pos x="connsiteX41393" y="connsiteY41393"/>
              </a:cxn>
              <a:cxn ang="0">
                <a:pos x="connsiteX41394" y="connsiteY41394"/>
              </a:cxn>
              <a:cxn ang="0">
                <a:pos x="connsiteX41395" y="connsiteY41395"/>
              </a:cxn>
              <a:cxn ang="0">
                <a:pos x="connsiteX41396" y="connsiteY41396"/>
              </a:cxn>
              <a:cxn ang="0">
                <a:pos x="connsiteX41397" y="connsiteY41397"/>
              </a:cxn>
              <a:cxn ang="0">
                <a:pos x="connsiteX41398" y="connsiteY41398"/>
              </a:cxn>
              <a:cxn ang="0">
                <a:pos x="connsiteX41399" y="connsiteY41399"/>
              </a:cxn>
              <a:cxn ang="0">
                <a:pos x="connsiteX41400" y="connsiteY41400"/>
              </a:cxn>
              <a:cxn ang="0">
                <a:pos x="connsiteX41401" y="connsiteY41401"/>
              </a:cxn>
              <a:cxn ang="0">
                <a:pos x="connsiteX41402" y="connsiteY41402"/>
              </a:cxn>
              <a:cxn ang="0">
                <a:pos x="connsiteX41403" y="connsiteY41403"/>
              </a:cxn>
              <a:cxn ang="0">
                <a:pos x="connsiteX41404" y="connsiteY41404"/>
              </a:cxn>
              <a:cxn ang="0">
                <a:pos x="connsiteX41405" y="connsiteY41405"/>
              </a:cxn>
              <a:cxn ang="0">
                <a:pos x="connsiteX41406" y="connsiteY41406"/>
              </a:cxn>
              <a:cxn ang="0">
                <a:pos x="connsiteX41407" y="connsiteY41407"/>
              </a:cxn>
              <a:cxn ang="0">
                <a:pos x="connsiteX41408" y="connsiteY41408"/>
              </a:cxn>
              <a:cxn ang="0">
                <a:pos x="connsiteX41409" y="connsiteY41409"/>
              </a:cxn>
              <a:cxn ang="0">
                <a:pos x="connsiteX41410" y="connsiteY41410"/>
              </a:cxn>
              <a:cxn ang="0">
                <a:pos x="connsiteX41411" y="connsiteY41411"/>
              </a:cxn>
              <a:cxn ang="0">
                <a:pos x="connsiteX41412" y="connsiteY41412"/>
              </a:cxn>
              <a:cxn ang="0">
                <a:pos x="connsiteX41413" y="connsiteY41413"/>
              </a:cxn>
              <a:cxn ang="0">
                <a:pos x="connsiteX41414" y="connsiteY41414"/>
              </a:cxn>
              <a:cxn ang="0">
                <a:pos x="connsiteX41415" y="connsiteY41415"/>
              </a:cxn>
              <a:cxn ang="0">
                <a:pos x="connsiteX41416" y="connsiteY41416"/>
              </a:cxn>
              <a:cxn ang="0">
                <a:pos x="connsiteX41417" y="connsiteY41417"/>
              </a:cxn>
              <a:cxn ang="0">
                <a:pos x="connsiteX41418" y="connsiteY41418"/>
              </a:cxn>
              <a:cxn ang="0">
                <a:pos x="connsiteX41419" y="connsiteY41419"/>
              </a:cxn>
              <a:cxn ang="0">
                <a:pos x="connsiteX41420" y="connsiteY41420"/>
              </a:cxn>
              <a:cxn ang="0">
                <a:pos x="connsiteX41421" y="connsiteY41421"/>
              </a:cxn>
              <a:cxn ang="0">
                <a:pos x="connsiteX41422" y="connsiteY41422"/>
              </a:cxn>
              <a:cxn ang="0">
                <a:pos x="connsiteX41423" y="connsiteY41423"/>
              </a:cxn>
              <a:cxn ang="0">
                <a:pos x="connsiteX41424" y="connsiteY41424"/>
              </a:cxn>
              <a:cxn ang="0">
                <a:pos x="connsiteX41425" y="connsiteY41425"/>
              </a:cxn>
              <a:cxn ang="0">
                <a:pos x="connsiteX41426" y="connsiteY41426"/>
              </a:cxn>
              <a:cxn ang="0">
                <a:pos x="connsiteX41427" y="connsiteY41427"/>
              </a:cxn>
              <a:cxn ang="0">
                <a:pos x="connsiteX41428" y="connsiteY41428"/>
              </a:cxn>
              <a:cxn ang="0">
                <a:pos x="connsiteX41429" y="connsiteY41429"/>
              </a:cxn>
              <a:cxn ang="0">
                <a:pos x="connsiteX41430" y="connsiteY41430"/>
              </a:cxn>
              <a:cxn ang="0">
                <a:pos x="connsiteX41431" y="connsiteY41431"/>
              </a:cxn>
              <a:cxn ang="0">
                <a:pos x="connsiteX41432" y="connsiteY41432"/>
              </a:cxn>
              <a:cxn ang="0">
                <a:pos x="connsiteX41433" y="connsiteY41433"/>
              </a:cxn>
              <a:cxn ang="0">
                <a:pos x="connsiteX41434" y="connsiteY41434"/>
              </a:cxn>
              <a:cxn ang="0">
                <a:pos x="connsiteX41435" y="connsiteY41435"/>
              </a:cxn>
              <a:cxn ang="0">
                <a:pos x="connsiteX41436" y="connsiteY41436"/>
              </a:cxn>
              <a:cxn ang="0">
                <a:pos x="connsiteX41437" y="connsiteY41437"/>
              </a:cxn>
              <a:cxn ang="0">
                <a:pos x="connsiteX41438" y="connsiteY41438"/>
              </a:cxn>
              <a:cxn ang="0">
                <a:pos x="connsiteX41439" y="connsiteY41439"/>
              </a:cxn>
              <a:cxn ang="0">
                <a:pos x="connsiteX41440" y="connsiteY41440"/>
              </a:cxn>
              <a:cxn ang="0">
                <a:pos x="connsiteX41441" y="connsiteY41441"/>
              </a:cxn>
              <a:cxn ang="0">
                <a:pos x="connsiteX41442" y="connsiteY41442"/>
              </a:cxn>
              <a:cxn ang="0">
                <a:pos x="connsiteX41443" y="connsiteY41443"/>
              </a:cxn>
              <a:cxn ang="0">
                <a:pos x="connsiteX41444" y="connsiteY41444"/>
              </a:cxn>
              <a:cxn ang="0">
                <a:pos x="connsiteX41445" y="connsiteY41445"/>
              </a:cxn>
              <a:cxn ang="0">
                <a:pos x="connsiteX41446" y="connsiteY41446"/>
              </a:cxn>
              <a:cxn ang="0">
                <a:pos x="connsiteX41447" y="connsiteY41447"/>
              </a:cxn>
              <a:cxn ang="0">
                <a:pos x="connsiteX41448" y="connsiteY41448"/>
              </a:cxn>
              <a:cxn ang="0">
                <a:pos x="connsiteX41449" y="connsiteY41449"/>
              </a:cxn>
              <a:cxn ang="0">
                <a:pos x="connsiteX41450" y="connsiteY41450"/>
              </a:cxn>
              <a:cxn ang="0">
                <a:pos x="connsiteX41451" y="connsiteY41451"/>
              </a:cxn>
              <a:cxn ang="0">
                <a:pos x="connsiteX41452" y="connsiteY41452"/>
              </a:cxn>
              <a:cxn ang="0">
                <a:pos x="connsiteX41453" y="connsiteY41453"/>
              </a:cxn>
              <a:cxn ang="0">
                <a:pos x="connsiteX41454" y="connsiteY41454"/>
              </a:cxn>
              <a:cxn ang="0">
                <a:pos x="connsiteX41455" y="connsiteY41455"/>
              </a:cxn>
              <a:cxn ang="0">
                <a:pos x="connsiteX41456" y="connsiteY41456"/>
              </a:cxn>
              <a:cxn ang="0">
                <a:pos x="connsiteX41457" y="connsiteY41457"/>
              </a:cxn>
              <a:cxn ang="0">
                <a:pos x="connsiteX41458" y="connsiteY41458"/>
              </a:cxn>
              <a:cxn ang="0">
                <a:pos x="connsiteX41459" y="connsiteY41459"/>
              </a:cxn>
              <a:cxn ang="0">
                <a:pos x="connsiteX41460" y="connsiteY41460"/>
              </a:cxn>
              <a:cxn ang="0">
                <a:pos x="connsiteX41461" y="connsiteY41461"/>
              </a:cxn>
              <a:cxn ang="0">
                <a:pos x="connsiteX41462" y="connsiteY41462"/>
              </a:cxn>
              <a:cxn ang="0">
                <a:pos x="connsiteX41463" y="connsiteY41463"/>
              </a:cxn>
              <a:cxn ang="0">
                <a:pos x="connsiteX41464" y="connsiteY41464"/>
              </a:cxn>
              <a:cxn ang="0">
                <a:pos x="connsiteX41465" y="connsiteY41465"/>
              </a:cxn>
              <a:cxn ang="0">
                <a:pos x="connsiteX41466" y="connsiteY41466"/>
              </a:cxn>
              <a:cxn ang="0">
                <a:pos x="connsiteX41467" y="connsiteY41467"/>
              </a:cxn>
              <a:cxn ang="0">
                <a:pos x="connsiteX41468" y="connsiteY41468"/>
              </a:cxn>
              <a:cxn ang="0">
                <a:pos x="connsiteX41469" y="connsiteY41469"/>
              </a:cxn>
              <a:cxn ang="0">
                <a:pos x="connsiteX41470" y="connsiteY41470"/>
              </a:cxn>
              <a:cxn ang="0">
                <a:pos x="connsiteX41471" y="connsiteY41471"/>
              </a:cxn>
              <a:cxn ang="0">
                <a:pos x="connsiteX41472" y="connsiteY41472"/>
              </a:cxn>
              <a:cxn ang="0">
                <a:pos x="connsiteX41473" y="connsiteY41473"/>
              </a:cxn>
              <a:cxn ang="0">
                <a:pos x="connsiteX41474" y="connsiteY41474"/>
              </a:cxn>
              <a:cxn ang="0">
                <a:pos x="connsiteX41475" y="connsiteY41475"/>
              </a:cxn>
              <a:cxn ang="0">
                <a:pos x="connsiteX41476" y="connsiteY41476"/>
              </a:cxn>
              <a:cxn ang="0">
                <a:pos x="connsiteX41477" y="connsiteY41477"/>
              </a:cxn>
              <a:cxn ang="0">
                <a:pos x="connsiteX41478" y="connsiteY41478"/>
              </a:cxn>
              <a:cxn ang="0">
                <a:pos x="connsiteX41479" y="connsiteY41479"/>
              </a:cxn>
              <a:cxn ang="0">
                <a:pos x="connsiteX41480" y="connsiteY41480"/>
              </a:cxn>
              <a:cxn ang="0">
                <a:pos x="connsiteX41481" y="connsiteY41481"/>
              </a:cxn>
              <a:cxn ang="0">
                <a:pos x="connsiteX41482" y="connsiteY41482"/>
              </a:cxn>
              <a:cxn ang="0">
                <a:pos x="connsiteX41483" y="connsiteY41483"/>
              </a:cxn>
              <a:cxn ang="0">
                <a:pos x="connsiteX41484" y="connsiteY41484"/>
              </a:cxn>
              <a:cxn ang="0">
                <a:pos x="connsiteX41485" y="connsiteY41485"/>
              </a:cxn>
              <a:cxn ang="0">
                <a:pos x="connsiteX41486" y="connsiteY41486"/>
              </a:cxn>
              <a:cxn ang="0">
                <a:pos x="connsiteX41487" y="connsiteY41487"/>
              </a:cxn>
              <a:cxn ang="0">
                <a:pos x="connsiteX41488" y="connsiteY41488"/>
              </a:cxn>
              <a:cxn ang="0">
                <a:pos x="connsiteX41489" y="connsiteY41489"/>
              </a:cxn>
              <a:cxn ang="0">
                <a:pos x="connsiteX41490" y="connsiteY41490"/>
              </a:cxn>
              <a:cxn ang="0">
                <a:pos x="connsiteX41491" y="connsiteY41491"/>
              </a:cxn>
              <a:cxn ang="0">
                <a:pos x="connsiteX41492" y="connsiteY41492"/>
              </a:cxn>
              <a:cxn ang="0">
                <a:pos x="connsiteX41493" y="connsiteY41493"/>
              </a:cxn>
              <a:cxn ang="0">
                <a:pos x="connsiteX41494" y="connsiteY41494"/>
              </a:cxn>
              <a:cxn ang="0">
                <a:pos x="connsiteX41495" y="connsiteY41495"/>
              </a:cxn>
              <a:cxn ang="0">
                <a:pos x="connsiteX41496" y="connsiteY41496"/>
              </a:cxn>
              <a:cxn ang="0">
                <a:pos x="connsiteX41497" y="connsiteY41497"/>
              </a:cxn>
              <a:cxn ang="0">
                <a:pos x="connsiteX41498" y="connsiteY41498"/>
              </a:cxn>
              <a:cxn ang="0">
                <a:pos x="connsiteX41499" y="connsiteY41499"/>
              </a:cxn>
              <a:cxn ang="0">
                <a:pos x="connsiteX41500" y="connsiteY41500"/>
              </a:cxn>
              <a:cxn ang="0">
                <a:pos x="connsiteX41501" y="connsiteY41501"/>
              </a:cxn>
              <a:cxn ang="0">
                <a:pos x="connsiteX41502" y="connsiteY41502"/>
              </a:cxn>
              <a:cxn ang="0">
                <a:pos x="connsiteX41503" y="connsiteY41503"/>
              </a:cxn>
              <a:cxn ang="0">
                <a:pos x="connsiteX41504" y="connsiteY41504"/>
              </a:cxn>
              <a:cxn ang="0">
                <a:pos x="connsiteX41505" y="connsiteY41505"/>
              </a:cxn>
              <a:cxn ang="0">
                <a:pos x="connsiteX41506" y="connsiteY41506"/>
              </a:cxn>
              <a:cxn ang="0">
                <a:pos x="connsiteX41507" y="connsiteY41507"/>
              </a:cxn>
              <a:cxn ang="0">
                <a:pos x="connsiteX41508" y="connsiteY41508"/>
              </a:cxn>
              <a:cxn ang="0">
                <a:pos x="connsiteX41509" y="connsiteY41509"/>
              </a:cxn>
              <a:cxn ang="0">
                <a:pos x="connsiteX41510" y="connsiteY41510"/>
              </a:cxn>
              <a:cxn ang="0">
                <a:pos x="connsiteX41511" y="connsiteY41511"/>
              </a:cxn>
              <a:cxn ang="0">
                <a:pos x="connsiteX41512" y="connsiteY41512"/>
              </a:cxn>
              <a:cxn ang="0">
                <a:pos x="connsiteX41513" y="connsiteY41513"/>
              </a:cxn>
              <a:cxn ang="0">
                <a:pos x="connsiteX41514" y="connsiteY41514"/>
              </a:cxn>
              <a:cxn ang="0">
                <a:pos x="connsiteX41515" y="connsiteY41515"/>
              </a:cxn>
              <a:cxn ang="0">
                <a:pos x="connsiteX41516" y="connsiteY41516"/>
              </a:cxn>
              <a:cxn ang="0">
                <a:pos x="connsiteX41517" y="connsiteY41517"/>
              </a:cxn>
              <a:cxn ang="0">
                <a:pos x="connsiteX41518" y="connsiteY41518"/>
              </a:cxn>
              <a:cxn ang="0">
                <a:pos x="connsiteX41519" y="connsiteY41519"/>
              </a:cxn>
              <a:cxn ang="0">
                <a:pos x="connsiteX41520" y="connsiteY41520"/>
              </a:cxn>
              <a:cxn ang="0">
                <a:pos x="connsiteX41521" y="connsiteY41521"/>
              </a:cxn>
              <a:cxn ang="0">
                <a:pos x="connsiteX41522" y="connsiteY41522"/>
              </a:cxn>
              <a:cxn ang="0">
                <a:pos x="connsiteX41523" y="connsiteY41523"/>
              </a:cxn>
              <a:cxn ang="0">
                <a:pos x="connsiteX41524" y="connsiteY41524"/>
              </a:cxn>
              <a:cxn ang="0">
                <a:pos x="connsiteX41525" y="connsiteY41525"/>
              </a:cxn>
              <a:cxn ang="0">
                <a:pos x="connsiteX41526" y="connsiteY41526"/>
              </a:cxn>
              <a:cxn ang="0">
                <a:pos x="connsiteX41527" y="connsiteY41527"/>
              </a:cxn>
              <a:cxn ang="0">
                <a:pos x="connsiteX41528" y="connsiteY41528"/>
              </a:cxn>
              <a:cxn ang="0">
                <a:pos x="connsiteX41529" y="connsiteY41529"/>
              </a:cxn>
              <a:cxn ang="0">
                <a:pos x="connsiteX41530" y="connsiteY41530"/>
              </a:cxn>
              <a:cxn ang="0">
                <a:pos x="connsiteX41531" y="connsiteY41531"/>
              </a:cxn>
              <a:cxn ang="0">
                <a:pos x="connsiteX41532" y="connsiteY41532"/>
              </a:cxn>
              <a:cxn ang="0">
                <a:pos x="connsiteX41533" y="connsiteY41533"/>
              </a:cxn>
              <a:cxn ang="0">
                <a:pos x="connsiteX41534" y="connsiteY41534"/>
              </a:cxn>
              <a:cxn ang="0">
                <a:pos x="connsiteX41535" y="connsiteY41535"/>
              </a:cxn>
              <a:cxn ang="0">
                <a:pos x="connsiteX41536" y="connsiteY41536"/>
              </a:cxn>
              <a:cxn ang="0">
                <a:pos x="connsiteX41537" y="connsiteY41537"/>
              </a:cxn>
              <a:cxn ang="0">
                <a:pos x="connsiteX41538" y="connsiteY41538"/>
              </a:cxn>
              <a:cxn ang="0">
                <a:pos x="connsiteX41539" y="connsiteY41539"/>
              </a:cxn>
              <a:cxn ang="0">
                <a:pos x="connsiteX41540" y="connsiteY41540"/>
              </a:cxn>
              <a:cxn ang="0">
                <a:pos x="connsiteX41541" y="connsiteY41541"/>
              </a:cxn>
              <a:cxn ang="0">
                <a:pos x="connsiteX41542" y="connsiteY41542"/>
              </a:cxn>
              <a:cxn ang="0">
                <a:pos x="connsiteX41543" y="connsiteY41543"/>
              </a:cxn>
              <a:cxn ang="0">
                <a:pos x="connsiteX41544" y="connsiteY41544"/>
              </a:cxn>
              <a:cxn ang="0">
                <a:pos x="connsiteX41545" y="connsiteY41545"/>
              </a:cxn>
              <a:cxn ang="0">
                <a:pos x="connsiteX41546" y="connsiteY41546"/>
              </a:cxn>
              <a:cxn ang="0">
                <a:pos x="connsiteX41547" y="connsiteY41547"/>
              </a:cxn>
              <a:cxn ang="0">
                <a:pos x="connsiteX41548" y="connsiteY41548"/>
              </a:cxn>
              <a:cxn ang="0">
                <a:pos x="connsiteX41549" y="connsiteY41549"/>
              </a:cxn>
              <a:cxn ang="0">
                <a:pos x="connsiteX41550" y="connsiteY41550"/>
              </a:cxn>
              <a:cxn ang="0">
                <a:pos x="connsiteX41551" y="connsiteY41551"/>
              </a:cxn>
              <a:cxn ang="0">
                <a:pos x="connsiteX41552" y="connsiteY41552"/>
              </a:cxn>
              <a:cxn ang="0">
                <a:pos x="connsiteX41553" y="connsiteY41553"/>
              </a:cxn>
              <a:cxn ang="0">
                <a:pos x="connsiteX41554" y="connsiteY41554"/>
              </a:cxn>
              <a:cxn ang="0">
                <a:pos x="connsiteX41555" y="connsiteY41555"/>
              </a:cxn>
              <a:cxn ang="0">
                <a:pos x="connsiteX41556" y="connsiteY41556"/>
              </a:cxn>
              <a:cxn ang="0">
                <a:pos x="connsiteX41557" y="connsiteY41557"/>
              </a:cxn>
              <a:cxn ang="0">
                <a:pos x="connsiteX41558" y="connsiteY41558"/>
              </a:cxn>
              <a:cxn ang="0">
                <a:pos x="connsiteX41559" y="connsiteY41559"/>
              </a:cxn>
              <a:cxn ang="0">
                <a:pos x="connsiteX41560" y="connsiteY41560"/>
              </a:cxn>
              <a:cxn ang="0">
                <a:pos x="connsiteX41561" y="connsiteY41561"/>
              </a:cxn>
              <a:cxn ang="0">
                <a:pos x="connsiteX41562" y="connsiteY41562"/>
              </a:cxn>
              <a:cxn ang="0">
                <a:pos x="connsiteX41563" y="connsiteY41563"/>
              </a:cxn>
              <a:cxn ang="0">
                <a:pos x="connsiteX41564" y="connsiteY41564"/>
              </a:cxn>
              <a:cxn ang="0">
                <a:pos x="connsiteX41565" y="connsiteY41565"/>
              </a:cxn>
              <a:cxn ang="0">
                <a:pos x="connsiteX41566" y="connsiteY41566"/>
              </a:cxn>
              <a:cxn ang="0">
                <a:pos x="connsiteX41567" y="connsiteY41567"/>
              </a:cxn>
              <a:cxn ang="0">
                <a:pos x="connsiteX41568" y="connsiteY41568"/>
              </a:cxn>
              <a:cxn ang="0">
                <a:pos x="connsiteX41569" y="connsiteY41569"/>
              </a:cxn>
              <a:cxn ang="0">
                <a:pos x="connsiteX41570" y="connsiteY41570"/>
              </a:cxn>
              <a:cxn ang="0">
                <a:pos x="connsiteX41571" y="connsiteY41571"/>
              </a:cxn>
              <a:cxn ang="0">
                <a:pos x="connsiteX41572" y="connsiteY41572"/>
              </a:cxn>
              <a:cxn ang="0">
                <a:pos x="connsiteX41573" y="connsiteY41573"/>
              </a:cxn>
              <a:cxn ang="0">
                <a:pos x="connsiteX41574" y="connsiteY41574"/>
              </a:cxn>
              <a:cxn ang="0">
                <a:pos x="connsiteX41575" y="connsiteY41575"/>
              </a:cxn>
              <a:cxn ang="0">
                <a:pos x="connsiteX41576" y="connsiteY41576"/>
              </a:cxn>
              <a:cxn ang="0">
                <a:pos x="connsiteX41577" y="connsiteY41577"/>
              </a:cxn>
              <a:cxn ang="0">
                <a:pos x="connsiteX41578" y="connsiteY41578"/>
              </a:cxn>
              <a:cxn ang="0">
                <a:pos x="connsiteX41579" y="connsiteY41579"/>
              </a:cxn>
              <a:cxn ang="0">
                <a:pos x="connsiteX41580" y="connsiteY41580"/>
              </a:cxn>
              <a:cxn ang="0">
                <a:pos x="connsiteX41581" y="connsiteY41581"/>
              </a:cxn>
              <a:cxn ang="0">
                <a:pos x="connsiteX41582" y="connsiteY41582"/>
              </a:cxn>
              <a:cxn ang="0">
                <a:pos x="connsiteX41583" y="connsiteY41583"/>
              </a:cxn>
              <a:cxn ang="0">
                <a:pos x="connsiteX41584" y="connsiteY41584"/>
              </a:cxn>
              <a:cxn ang="0">
                <a:pos x="connsiteX41585" y="connsiteY41585"/>
              </a:cxn>
              <a:cxn ang="0">
                <a:pos x="connsiteX41586" y="connsiteY41586"/>
              </a:cxn>
              <a:cxn ang="0">
                <a:pos x="connsiteX41587" y="connsiteY41587"/>
              </a:cxn>
              <a:cxn ang="0">
                <a:pos x="connsiteX41588" y="connsiteY41588"/>
              </a:cxn>
              <a:cxn ang="0">
                <a:pos x="connsiteX41589" y="connsiteY41589"/>
              </a:cxn>
              <a:cxn ang="0">
                <a:pos x="connsiteX41590" y="connsiteY41590"/>
              </a:cxn>
              <a:cxn ang="0">
                <a:pos x="connsiteX41591" y="connsiteY41591"/>
              </a:cxn>
              <a:cxn ang="0">
                <a:pos x="connsiteX41592" y="connsiteY41592"/>
              </a:cxn>
              <a:cxn ang="0">
                <a:pos x="connsiteX41593" y="connsiteY41593"/>
              </a:cxn>
              <a:cxn ang="0">
                <a:pos x="connsiteX41594" y="connsiteY41594"/>
              </a:cxn>
              <a:cxn ang="0">
                <a:pos x="connsiteX41595" y="connsiteY41595"/>
              </a:cxn>
              <a:cxn ang="0">
                <a:pos x="connsiteX41596" y="connsiteY41596"/>
              </a:cxn>
              <a:cxn ang="0">
                <a:pos x="connsiteX41597" y="connsiteY41597"/>
              </a:cxn>
              <a:cxn ang="0">
                <a:pos x="connsiteX41598" y="connsiteY41598"/>
              </a:cxn>
              <a:cxn ang="0">
                <a:pos x="connsiteX41599" y="connsiteY41599"/>
              </a:cxn>
              <a:cxn ang="0">
                <a:pos x="connsiteX41600" y="connsiteY41600"/>
              </a:cxn>
              <a:cxn ang="0">
                <a:pos x="connsiteX41601" y="connsiteY41601"/>
              </a:cxn>
              <a:cxn ang="0">
                <a:pos x="connsiteX41602" y="connsiteY41602"/>
              </a:cxn>
              <a:cxn ang="0">
                <a:pos x="connsiteX41603" y="connsiteY41603"/>
              </a:cxn>
              <a:cxn ang="0">
                <a:pos x="connsiteX41604" y="connsiteY41604"/>
              </a:cxn>
              <a:cxn ang="0">
                <a:pos x="connsiteX41605" y="connsiteY41605"/>
              </a:cxn>
              <a:cxn ang="0">
                <a:pos x="connsiteX41606" y="connsiteY41606"/>
              </a:cxn>
              <a:cxn ang="0">
                <a:pos x="connsiteX41607" y="connsiteY41607"/>
              </a:cxn>
              <a:cxn ang="0">
                <a:pos x="connsiteX41608" y="connsiteY41608"/>
              </a:cxn>
              <a:cxn ang="0">
                <a:pos x="connsiteX41609" y="connsiteY41609"/>
              </a:cxn>
              <a:cxn ang="0">
                <a:pos x="connsiteX41610" y="connsiteY41610"/>
              </a:cxn>
              <a:cxn ang="0">
                <a:pos x="connsiteX41611" y="connsiteY41611"/>
              </a:cxn>
              <a:cxn ang="0">
                <a:pos x="connsiteX41612" y="connsiteY41612"/>
              </a:cxn>
              <a:cxn ang="0">
                <a:pos x="connsiteX41613" y="connsiteY41613"/>
              </a:cxn>
              <a:cxn ang="0">
                <a:pos x="connsiteX41614" y="connsiteY41614"/>
              </a:cxn>
              <a:cxn ang="0">
                <a:pos x="connsiteX41615" y="connsiteY41615"/>
              </a:cxn>
              <a:cxn ang="0">
                <a:pos x="connsiteX41616" y="connsiteY41616"/>
              </a:cxn>
              <a:cxn ang="0">
                <a:pos x="connsiteX41617" y="connsiteY41617"/>
              </a:cxn>
              <a:cxn ang="0">
                <a:pos x="connsiteX41618" y="connsiteY41618"/>
              </a:cxn>
              <a:cxn ang="0">
                <a:pos x="connsiteX41619" y="connsiteY41619"/>
              </a:cxn>
              <a:cxn ang="0">
                <a:pos x="connsiteX41620" y="connsiteY41620"/>
              </a:cxn>
              <a:cxn ang="0">
                <a:pos x="connsiteX41621" y="connsiteY41621"/>
              </a:cxn>
              <a:cxn ang="0">
                <a:pos x="connsiteX41622" y="connsiteY41622"/>
              </a:cxn>
              <a:cxn ang="0">
                <a:pos x="connsiteX41623" y="connsiteY41623"/>
              </a:cxn>
              <a:cxn ang="0">
                <a:pos x="connsiteX41624" y="connsiteY41624"/>
              </a:cxn>
              <a:cxn ang="0">
                <a:pos x="connsiteX41625" y="connsiteY41625"/>
              </a:cxn>
              <a:cxn ang="0">
                <a:pos x="connsiteX41626" y="connsiteY41626"/>
              </a:cxn>
              <a:cxn ang="0">
                <a:pos x="connsiteX41627" y="connsiteY41627"/>
              </a:cxn>
              <a:cxn ang="0">
                <a:pos x="connsiteX41628" y="connsiteY41628"/>
              </a:cxn>
              <a:cxn ang="0">
                <a:pos x="connsiteX41629" y="connsiteY41629"/>
              </a:cxn>
              <a:cxn ang="0">
                <a:pos x="connsiteX41630" y="connsiteY41630"/>
              </a:cxn>
              <a:cxn ang="0">
                <a:pos x="connsiteX41631" y="connsiteY41631"/>
              </a:cxn>
              <a:cxn ang="0">
                <a:pos x="connsiteX41632" y="connsiteY41632"/>
              </a:cxn>
              <a:cxn ang="0">
                <a:pos x="connsiteX41633" y="connsiteY41633"/>
              </a:cxn>
              <a:cxn ang="0">
                <a:pos x="connsiteX41634" y="connsiteY41634"/>
              </a:cxn>
              <a:cxn ang="0">
                <a:pos x="connsiteX41635" y="connsiteY41635"/>
              </a:cxn>
              <a:cxn ang="0">
                <a:pos x="connsiteX41636" y="connsiteY41636"/>
              </a:cxn>
              <a:cxn ang="0">
                <a:pos x="connsiteX41637" y="connsiteY41637"/>
              </a:cxn>
              <a:cxn ang="0">
                <a:pos x="connsiteX41638" y="connsiteY41638"/>
              </a:cxn>
              <a:cxn ang="0">
                <a:pos x="connsiteX41639" y="connsiteY41639"/>
              </a:cxn>
              <a:cxn ang="0">
                <a:pos x="connsiteX41640" y="connsiteY41640"/>
              </a:cxn>
              <a:cxn ang="0">
                <a:pos x="connsiteX41641" y="connsiteY41641"/>
              </a:cxn>
              <a:cxn ang="0">
                <a:pos x="connsiteX41642" y="connsiteY41642"/>
              </a:cxn>
              <a:cxn ang="0">
                <a:pos x="connsiteX41643" y="connsiteY41643"/>
              </a:cxn>
              <a:cxn ang="0">
                <a:pos x="connsiteX41644" y="connsiteY41644"/>
              </a:cxn>
              <a:cxn ang="0">
                <a:pos x="connsiteX41645" y="connsiteY41645"/>
              </a:cxn>
              <a:cxn ang="0">
                <a:pos x="connsiteX41646" y="connsiteY41646"/>
              </a:cxn>
              <a:cxn ang="0">
                <a:pos x="connsiteX41647" y="connsiteY41647"/>
              </a:cxn>
              <a:cxn ang="0">
                <a:pos x="connsiteX41648" y="connsiteY41648"/>
              </a:cxn>
              <a:cxn ang="0">
                <a:pos x="connsiteX41649" y="connsiteY41649"/>
              </a:cxn>
              <a:cxn ang="0">
                <a:pos x="connsiteX41650" y="connsiteY41650"/>
              </a:cxn>
              <a:cxn ang="0">
                <a:pos x="connsiteX41651" y="connsiteY41651"/>
              </a:cxn>
              <a:cxn ang="0">
                <a:pos x="connsiteX41652" y="connsiteY41652"/>
              </a:cxn>
              <a:cxn ang="0">
                <a:pos x="connsiteX41653" y="connsiteY41653"/>
              </a:cxn>
              <a:cxn ang="0">
                <a:pos x="connsiteX41654" y="connsiteY41654"/>
              </a:cxn>
              <a:cxn ang="0">
                <a:pos x="connsiteX41655" y="connsiteY41655"/>
              </a:cxn>
              <a:cxn ang="0">
                <a:pos x="connsiteX41656" y="connsiteY41656"/>
              </a:cxn>
              <a:cxn ang="0">
                <a:pos x="connsiteX41657" y="connsiteY41657"/>
              </a:cxn>
              <a:cxn ang="0">
                <a:pos x="connsiteX41658" y="connsiteY41658"/>
              </a:cxn>
              <a:cxn ang="0">
                <a:pos x="connsiteX41659" y="connsiteY41659"/>
              </a:cxn>
              <a:cxn ang="0">
                <a:pos x="connsiteX41660" y="connsiteY41660"/>
              </a:cxn>
              <a:cxn ang="0">
                <a:pos x="connsiteX41661" y="connsiteY41661"/>
              </a:cxn>
              <a:cxn ang="0">
                <a:pos x="connsiteX41662" y="connsiteY41662"/>
              </a:cxn>
              <a:cxn ang="0">
                <a:pos x="connsiteX41663" y="connsiteY41663"/>
              </a:cxn>
              <a:cxn ang="0">
                <a:pos x="connsiteX41664" y="connsiteY41664"/>
              </a:cxn>
              <a:cxn ang="0">
                <a:pos x="connsiteX41665" y="connsiteY41665"/>
              </a:cxn>
              <a:cxn ang="0">
                <a:pos x="connsiteX41666" y="connsiteY41666"/>
              </a:cxn>
              <a:cxn ang="0">
                <a:pos x="connsiteX41667" y="connsiteY41667"/>
              </a:cxn>
              <a:cxn ang="0">
                <a:pos x="connsiteX41668" y="connsiteY41668"/>
              </a:cxn>
              <a:cxn ang="0">
                <a:pos x="connsiteX41669" y="connsiteY41669"/>
              </a:cxn>
              <a:cxn ang="0">
                <a:pos x="connsiteX41670" y="connsiteY41670"/>
              </a:cxn>
              <a:cxn ang="0">
                <a:pos x="connsiteX41671" y="connsiteY41671"/>
              </a:cxn>
              <a:cxn ang="0">
                <a:pos x="connsiteX41672" y="connsiteY41672"/>
              </a:cxn>
              <a:cxn ang="0">
                <a:pos x="connsiteX41673" y="connsiteY41673"/>
              </a:cxn>
              <a:cxn ang="0">
                <a:pos x="connsiteX41674" y="connsiteY41674"/>
              </a:cxn>
              <a:cxn ang="0">
                <a:pos x="connsiteX41675" y="connsiteY41675"/>
              </a:cxn>
              <a:cxn ang="0">
                <a:pos x="connsiteX41676" y="connsiteY41676"/>
              </a:cxn>
              <a:cxn ang="0">
                <a:pos x="connsiteX41677" y="connsiteY41677"/>
              </a:cxn>
              <a:cxn ang="0">
                <a:pos x="connsiteX41678" y="connsiteY41678"/>
              </a:cxn>
              <a:cxn ang="0">
                <a:pos x="connsiteX41679" y="connsiteY41679"/>
              </a:cxn>
              <a:cxn ang="0">
                <a:pos x="connsiteX41680" y="connsiteY41680"/>
              </a:cxn>
              <a:cxn ang="0">
                <a:pos x="connsiteX41681" y="connsiteY41681"/>
              </a:cxn>
              <a:cxn ang="0">
                <a:pos x="connsiteX41682" y="connsiteY41682"/>
              </a:cxn>
              <a:cxn ang="0">
                <a:pos x="connsiteX41683" y="connsiteY41683"/>
              </a:cxn>
              <a:cxn ang="0">
                <a:pos x="connsiteX41684" y="connsiteY41684"/>
              </a:cxn>
              <a:cxn ang="0">
                <a:pos x="connsiteX41685" y="connsiteY41685"/>
              </a:cxn>
              <a:cxn ang="0">
                <a:pos x="connsiteX41686" y="connsiteY41686"/>
              </a:cxn>
              <a:cxn ang="0">
                <a:pos x="connsiteX41687" y="connsiteY41687"/>
              </a:cxn>
              <a:cxn ang="0">
                <a:pos x="connsiteX41688" y="connsiteY41688"/>
              </a:cxn>
              <a:cxn ang="0">
                <a:pos x="connsiteX41689" y="connsiteY41689"/>
              </a:cxn>
              <a:cxn ang="0">
                <a:pos x="connsiteX41690" y="connsiteY41690"/>
              </a:cxn>
              <a:cxn ang="0">
                <a:pos x="connsiteX41691" y="connsiteY41691"/>
              </a:cxn>
              <a:cxn ang="0">
                <a:pos x="connsiteX41692" y="connsiteY41692"/>
              </a:cxn>
              <a:cxn ang="0">
                <a:pos x="connsiteX41693" y="connsiteY41693"/>
              </a:cxn>
              <a:cxn ang="0">
                <a:pos x="connsiteX41694" y="connsiteY41694"/>
              </a:cxn>
              <a:cxn ang="0">
                <a:pos x="connsiteX41695" y="connsiteY41695"/>
              </a:cxn>
              <a:cxn ang="0">
                <a:pos x="connsiteX41696" y="connsiteY41696"/>
              </a:cxn>
              <a:cxn ang="0">
                <a:pos x="connsiteX41697" y="connsiteY41697"/>
              </a:cxn>
              <a:cxn ang="0">
                <a:pos x="connsiteX41698" y="connsiteY41698"/>
              </a:cxn>
              <a:cxn ang="0">
                <a:pos x="connsiteX41699" y="connsiteY41699"/>
              </a:cxn>
              <a:cxn ang="0">
                <a:pos x="connsiteX41700" y="connsiteY41700"/>
              </a:cxn>
              <a:cxn ang="0">
                <a:pos x="connsiteX41701" y="connsiteY41701"/>
              </a:cxn>
              <a:cxn ang="0">
                <a:pos x="connsiteX41702" y="connsiteY41702"/>
              </a:cxn>
              <a:cxn ang="0">
                <a:pos x="connsiteX41703" y="connsiteY41703"/>
              </a:cxn>
              <a:cxn ang="0">
                <a:pos x="connsiteX41704" y="connsiteY41704"/>
              </a:cxn>
              <a:cxn ang="0">
                <a:pos x="connsiteX41705" y="connsiteY41705"/>
              </a:cxn>
              <a:cxn ang="0">
                <a:pos x="connsiteX41706" y="connsiteY41706"/>
              </a:cxn>
              <a:cxn ang="0">
                <a:pos x="connsiteX41707" y="connsiteY41707"/>
              </a:cxn>
              <a:cxn ang="0">
                <a:pos x="connsiteX41708" y="connsiteY41708"/>
              </a:cxn>
              <a:cxn ang="0">
                <a:pos x="connsiteX41709" y="connsiteY41709"/>
              </a:cxn>
              <a:cxn ang="0">
                <a:pos x="connsiteX41710" y="connsiteY41710"/>
              </a:cxn>
              <a:cxn ang="0">
                <a:pos x="connsiteX41711" y="connsiteY41711"/>
              </a:cxn>
              <a:cxn ang="0">
                <a:pos x="connsiteX41712" y="connsiteY41712"/>
              </a:cxn>
              <a:cxn ang="0">
                <a:pos x="connsiteX41713" y="connsiteY41713"/>
              </a:cxn>
              <a:cxn ang="0">
                <a:pos x="connsiteX41714" y="connsiteY41714"/>
              </a:cxn>
              <a:cxn ang="0">
                <a:pos x="connsiteX41715" y="connsiteY41715"/>
              </a:cxn>
              <a:cxn ang="0">
                <a:pos x="connsiteX41716" y="connsiteY41716"/>
              </a:cxn>
              <a:cxn ang="0">
                <a:pos x="connsiteX41717" y="connsiteY41717"/>
              </a:cxn>
              <a:cxn ang="0">
                <a:pos x="connsiteX41718" y="connsiteY41718"/>
              </a:cxn>
              <a:cxn ang="0">
                <a:pos x="connsiteX41719" y="connsiteY41719"/>
              </a:cxn>
              <a:cxn ang="0">
                <a:pos x="connsiteX41720" y="connsiteY41720"/>
              </a:cxn>
              <a:cxn ang="0">
                <a:pos x="connsiteX41721" y="connsiteY41721"/>
              </a:cxn>
              <a:cxn ang="0">
                <a:pos x="connsiteX41722" y="connsiteY41722"/>
              </a:cxn>
              <a:cxn ang="0">
                <a:pos x="connsiteX41723" y="connsiteY41723"/>
              </a:cxn>
              <a:cxn ang="0">
                <a:pos x="connsiteX41724" y="connsiteY41724"/>
              </a:cxn>
              <a:cxn ang="0">
                <a:pos x="connsiteX41725" y="connsiteY41725"/>
              </a:cxn>
              <a:cxn ang="0">
                <a:pos x="connsiteX41726" y="connsiteY41726"/>
              </a:cxn>
              <a:cxn ang="0">
                <a:pos x="connsiteX41727" y="connsiteY41727"/>
              </a:cxn>
              <a:cxn ang="0">
                <a:pos x="connsiteX41728" y="connsiteY41728"/>
              </a:cxn>
              <a:cxn ang="0">
                <a:pos x="connsiteX41729" y="connsiteY41729"/>
              </a:cxn>
              <a:cxn ang="0">
                <a:pos x="connsiteX41730" y="connsiteY41730"/>
              </a:cxn>
              <a:cxn ang="0">
                <a:pos x="connsiteX41731" y="connsiteY41731"/>
              </a:cxn>
              <a:cxn ang="0">
                <a:pos x="connsiteX41732" y="connsiteY41732"/>
              </a:cxn>
              <a:cxn ang="0">
                <a:pos x="connsiteX41733" y="connsiteY41733"/>
              </a:cxn>
              <a:cxn ang="0">
                <a:pos x="connsiteX41734" y="connsiteY41734"/>
              </a:cxn>
              <a:cxn ang="0">
                <a:pos x="connsiteX41735" y="connsiteY41735"/>
              </a:cxn>
              <a:cxn ang="0">
                <a:pos x="connsiteX41736" y="connsiteY41736"/>
              </a:cxn>
              <a:cxn ang="0">
                <a:pos x="connsiteX41737" y="connsiteY41737"/>
              </a:cxn>
              <a:cxn ang="0">
                <a:pos x="connsiteX41738" y="connsiteY41738"/>
              </a:cxn>
              <a:cxn ang="0">
                <a:pos x="connsiteX41739" y="connsiteY41739"/>
              </a:cxn>
              <a:cxn ang="0">
                <a:pos x="connsiteX41740" y="connsiteY41740"/>
              </a:cxn>
              <a:cxn ang="0">
                <a:pos x="connsiteX41741" y="connsiteY41741"/>
              </a:cxn>
              <a:cxn ang="0">
                <a:pos x="connsiteX41742" y="connsiteY41742"/>
              </a:cxn>
              <a:cxn ang="0">
                <a:pos x="connsiteX41743" y="connsiteY41743"/>
              </a:cxn>
              <a:cxn ang="0">
                <a:pos x="connsiteX41744" y="connsiteY41744"/>
              </a:cxn>
              <a:cxn ang="0">
                <a:pos x="connsiteX41745" y="connsiteY41745"/>
              </a:cxn>
              <a:cxn ang="0">
                <a:pos x="connsiteX41746" y="connsiteY41746"/>
              </a:cxn>
              <a:cxn ang="0">
                <a:pos x="connsiteX41747" y="connsiteY41747"/>
              </a:cxn>
              <a:cxn ang="0">
                <a:pos x="connsiteX41748" y="connsiteY41748"/>
              </a:cxn>
              <a:cxn ang="0">
                <a:pos x="connsiteX41749" y="connsiteY41749"/>
              </a:cxn>
              <a:cxn ang="0">
                <a:pos x="connsiteX41750" y="connsiteY41750"/>
              </a:cxn>
              <a:cxn ang="0">
                <a:pos x="connsiteX41751" y="connsiteY41751"/>
              </a:cxn>
              <a:cxn ang="0">
                <a:pos x="connsiteX41752" y="connsiteY41752"/>
              </a:cxn>
              <a:cxn ang="0">
                <a:pos x="connsiteX41753" y="connsiteY41753"/>
              </a:cxn>
              <a:cxn ang="0">
                <a:pos x="connsiteX41754" y="connsiteY41754"/>
              </a:cxn>
              <a:cxn ang="0">
                <a:pos x="connsiteX41755" y="connsiteY41755"/>
              </a:cxn>
              <a:cxn ang="0">
                <a:pos x="connsiteX41756" y="connsiteY41756"/>
              </a:cxn>
              <a:cxn ang="0">
                <a:pos x="connsiteX41757" y="connsiteY41757"/>
              </a:cxn>
              <a:cxn ang="0">
                <a:pos x="connsiteX41758" y="connsiteY41758"/>
              </a:cxn>
              <a:cxn ang="0">
                <a:pos x="connsiteX41759" y="connsiteY41759"/>
              </a:cxn>
              <a:cxn ang="0">
                <a:pos x="connsiteX41760" y="connsiteY41760"/>
              </a:cxn>
              <a:cxn ang="0">
                <a:pos x="connsiteX41761" y="connsiteY41761"/>
              </a:cxn>
              <a:cxn ang="0">
                <a:pos x="connsiteX41762" y="connsiteY41762"/>
              </a:cxn>
              <a:cxn ang="0">
                <a:pos x="connsiteX41763" y="connsiteY41763"/>
              </a:cxn>
              <a:cxn ang="0">
                <a:pos x="connsiteX41764" y="connsiteY41764"/>
              </a:cxn>
              <a:cxn ang="0">
                <a:pos x="connsiteX41765" y="connsiteY41765"/>
              </a:cxn>
              <a:cxn ang="0">
                <a:pos x="connsiteX41766" y="connsiteY41766"/>
              </a:cxn>
              <a:cxn ang="0">
                <a:pos x="connsiteX41767" y="connsiteY41767"/>
              </a:cxn>
              <a:cxn ang="0">
                <a:pos x="connsiteX41768" y="connsiteY41768"/>
              </a:cxn>
              <a:cxn ang="0">
                <a:pos x="connsiteX41769" y="connsiteY41769"/>
              </a:cxn>
              <a:cxn ang="0">
                <a:pos x="connsiteX41770" y="connsiteY41770"/>
              </a:cxn>
              <a:cxn ang="0">
                <a:pos x="connsiteX41771" y="connsiteY41771"/>
              </a:cxn>
              <a:cxn ang="0">
                <a:pos x="connsiteX41772" y="connsiteY41772"/>
              </a:cxn>
              <a:cxn ang="0">
                <a:pos x="connsiteX41773" y="connsiteY41773"/>
              </a:cxn>
              <a:cxn ang="0">
                <a:pos x="connsiteX41774" y="connsiteY41774"/>
              </a:cxn>
              <a:cxn ang="0">
                <a:pos x="connsiteX41775" y="connsiteY41775"/>
              </a:cxn>
              <a:cxn ang="0">
                <a:pos x="connsiteX41776" y="connsiteY41776"/>
              </a:cxn>
              <a:cxn ang="0">
                <a:pos x="connsiteX41777" y="connsiteY41777"/>
              </a:cxn>
              <a:cxn ang="0">
                <a:pos x="connsiteX41778" y="connsiteY41778"/>
              </a:cxn>
              <a:cxn ang="0">
                <a:pos x="connsiteX41779" y="connsiteY41779"/>
              </a:cxn>
              <a:cxn ang="0">
                <a:pos x="connsiteX41780" y="connsiteY41780"/>
              </a:cxn>
              <a:cxn ang="0">
                <a:pos x="connsiteX41781" y="connsiteY41781"/>
              </a:cxn>
              <a:cxn ang="0">
                <a:pos x="connsiteX41782" y="connsiteY41782"/>
              </a:cxn>
              <a:cxn ang="0">
                <a:pos x="connsiteX41783" y="connsiteY41783"/>
              </a:cxn>
              <a:cxn ang="0">
                <a:pos x="connsiteX41784" y="connsiteY41784"/>
              </a:cxn>
              <a:cxn ang="0">
                <a:pos x="connsiteX41785" y="connsiteY41785"/>
              </a:cxn>
              <a:cxn ang="0">
                <a:pos x="connsiteX41786" y="connsiteY41786"/>
              </a:cxn>
              <a:cxn ang="0">
                <a:pos x="connsiteX41787" y="connsiteY41787"/>
              </a:cxn>
              <a:cxn ang="0">
                <a:pos x="connsiteX41788" y="connsiteY41788"/>
              </a:cxn>
              <a:cxn ang="0">
                <a:pos x="connsiteX41789" y="connsiteY41789"/>
              </a:cxn>
              <a:cxn ang="0">
                <a:pos x="connsiteX41790" y="connsiteY41790"/>
              </a:cxn>
              <a:cxn ang="0">
                <a:pos x="connsiteX41791" y="connsiteY41791"/>
              </a:cxn>
              <a:cxn ang="0">
                <a:pos x="connsiteX41792" y="connsiteY41792"/>
              </a:cxn>
              <a:cxn ang="0">
                <a:pos x="connsiteX41793" y="connsiteY41793"/>
              </a:cxn>
              <a:cxn ang="0">
                <a:pos x="connsiteX41794" y="connsiteY41794"/>
              </a:cxn>
              <a:cxn ang="0">
                <a:pos x="connsiteX41795" y="connsiteY41795"/>
              </a:cxn>
              <a:cxn ang="0">
                <a:pos x="connsiteX41796" y="connsiteY41796"/>
              </a:cxn>
              <a:cxn ang="0">
                <a:pos x="connsiteX41797" y="connsiteY41797"/>
              </a:cxn>
              <a:cxn ang="0">
                <a:pos x="connsiteX41798" y="connsiteY41798"/>
              </a:cxn>
              <a:cxn ang="0">
                <a:pos x="connsiteX41799" y="connsiteY41799"/>
              </a:cxn>
              <a:cxn ang="0">
                <a:pos x="connsiteX41800" y="connsiteY41800"/>
              </a:cxn>
              <a:cxn ang="0">
                <a:pos x="connsiteX41801" y="connsiteY41801"/>
              </a:cxn>
              <a:cxn ang="0">
                <a:pos x="connsiteX41802" y="connsiteY41802"/>
              </a:cxn>
              <a:cxn ang="0">
                <a:pos x="connsiteX41803" y="connsiteY41803"/>
              </a:cxn>
              <a:cxn ang="0">
                <a:pos x="connsiteX41804" y="connsiteY41804"/>
              </a:cxn>
              <a:cxn ang="0">
                <a:pos x="connsiteX41805" y="connsiteY41805"/>
              </a:cxn>
              <a:cxn ang="0">
                <a:pos x="connsiteX41806" y="connsiteY41806"/>
              </a:cxn>
              <a:cxn ang="0">
                <a:pos x="connsiteX41807" y="connsiteY41807"/>
              </a:cxn>
              <a:cxn ang="0">
                <a:pos x="connsiteX41808" y="connsiteY41808"/>
              </a:cxn>
              <a:cxn ang="0">
                <a:pos x="connsiteX41809" y="connsiteY41809"/>
              </a:cxn>
              <a:cxn ang="0">
                <a:pos x="connsiteX41810" y="connsiteY41810"/>
              </a:cxn>
              <a:cxn ang="0">
                <a:pos x="connsiteX41811" y="connsiteY41811"/>
              </a:cxn>
              <a:cxn ang="0">
                <a:pos x="connsiteX41812" y="connsiteY41812"/>
              </a:cxn>
              <a:cxn ang="0">
                <a:pos x="connsiteX41813" y="connsiteY41813"/>
              </a:cxn>
              <a:cxn ang="0">
                <a:pos x="connsiteX41814" y="connsiteY41814"/>
              </a:cxn>
              <a:cxn ang="0">
                <a:pos x="connsiteX41815" y="connsiteY41815"/>
              </a:cxn>
              <a:cxn ang="0">
                <a:pos x="connsiteX41816" y="connsiteY41816"/>
              </a:cxn>
              <a:cxn ang="0">
                <a:pos x="connsiteX41817" y="connsiteY41817"/>
              </a:cxn>
              <a:cxn ang="0">
                <a:pos x="connsiteX41818" y="connsiteY41818"/>
              </a:cxn>
              <a:cxn ang="0">
                <a:pos x="connsiteX41819" y="connsiteY41819"/>
              </a:cxn>
              <a:cxn ang="0">
                <a:pos x="connsiteX41820" y="connsiteY41820"/>
              </a:cxn>
              <a:cxn ang="0">
                <a:pos x="connsiteX41821" y="connsiteY41821"/>
              </a:cxn>
              <a:cxn ang="0">
                <a:pos x="connsiteX41822" y="connsiteY41822"/>
              </a:cxn>
              <a:cxn ang="0">
                <a:pos x="connsiteX41823" y="connsiteY41823"/>
              </a:cxn>
              <a:cxn ang="0">
                <a:pos x="connsiteX41824" y="connsiteY41824"/>
              </a:cxn>
              <a:cxn ang="0">
                <a:pos x="connsiteX41825" y="connsiteY41825"/>
              </a:cxn>
              <a:cxn ang="0">
                <a:pos x="connsiteX41826" y="connsiteY41826"/>
              </a:cxn>
              <a:cxn ang="0">
                <a:pos x="connsiteX41827" y="connsiteY41827"/>
              </a:cxn>
              <a:cxn ang="0">
                <a:pos x="connsiteX41828" y="connsiteY41828"/>
              </a:cxn>
              <a:cxn ang="0">
                <a:pos x="connsiteX41829" y="connsiteY41829"/>
              </a:cxn>
              <a:cxn ang="0">
                <a:pos x="connsiteX41830" y="connsiteY41830"/>
              </a:cxn>
              <a:cxn ang="0">
                <a:pos x="connsiteX41831" y="connsiteY41831"/>
              </a:cxn>
              <a:cxn ang="0">
                <a:pos x="connsiteX41832" y="connsiteY41832"/>
              </a:cxn>
              <a:cxn ang="0">
                <a:pos x="connsiteX41833" y="connsiteY41833"/>
              </a:cxn>
              <a:cxn ang="0">
                <a:pos x="connsiteX41834" y="connsiteY41834"/>
              </a:cxn>
              <a:cxn ang="0">
                <a:pos x="connsiteX41835" y="connsiteY41835"/>
              </a:cxn>
              <a:cxn ang="0">
                <a:pos x="connsiteX41836" y="connsiteY41836"/>
              </a:cxn>
              <a:cxn ang="0">
                <a:pos x="connsiteX41837" y="connsiteY41837"/>
              </a:cxn>
              <a:cxn ang="0">
                <a:pos x="connsiteX41838" y="connsiteY41838"/>
              </a:cxn>
              <a:cxn ang="0">
                <a:pos x="connsiteX41839" y="connsiteY41839"/>
              </a:cxn>
              <a:cxn ang="0">
                <a:pos x="connsiteX41840" y="connsiteY41840"/>
              </a:cxn>
              <a:cxn ang="0">
                <a:pos x="connsiteX41841" y="connsiteY41841"/>
              </a:cxn>
              <a:cxn ang="0">
                <a:pos x="connsiteX41842" y="connsiteY41842"/>
              </a:cxn>
              <a:cxn ang="0">
                <a:pos x="connsiteX41843" y="connsiteY41843"/>
              </a:cxn>
              <a:cxn ang="0">
                <a:pos x="connsiteX41844" y="connsiteY41844"/>
              </a:cxn>
              <a:cxn ang="0">
                <a:pos x="connsiteX41845" y="connsiteY41845"/>
              </a:cxn>
              <a:cxn ang="0">
                <a:pos x="connsiteX41846" y="connsiteY41846"/>
              </a:cxn>
              <a:cxn ang="0">
                <a:pos x="connsiteX41847" y="connsiteY41847"/>
              </a:cxn>
              <a:cxn ang="0">
                <a:pos x="connsiteX41848" y="connsiteY41848"/>
              </a:cxn>
              <a:cxn ang="0">
                <a:pos x="connsiteX41849" y="connsiteY41849"/>
              </a:cxn>
              <a:cxn ang="0">
                <a:pos x="connsiteX41850" y="connsiteY41850"/>
              </a:cxn>
              <a:cxn ang="0">
                <a:pos x="connsiteX41851" y="connsiteY41851"/>
              </a:cxn>
              <a:cxn ang="0">
                <a:pos x="connsiteX41852" y="connsiteY41852"/>
              </a:cxn>
              <a:cxn ang="0">
                <a:pos x="connsiteX41853" y="connsiteY41853"/>
              </a:cxn>
              <a:cxn ang="0">
                <a:pos x="connsiteX41854" y="connsiteY41854"/>
              </a:cxn>
              <a:cxn ang="0">
                <a:pos x="connsiteX41855" y="connsiteY41855"/>
              </a:cxn>
              <a:cxn ang="0">
                <a:pos x="connsiteX41856" y="connsiteY41856"/>
              </a:cxn>
              <a:cxn ang="0">
                <a:pos x="connsiteX41857" y="connsiteY41857"/>
              </a:cxn>
              <a:cxn ang="0">
                <a:pos x="connsiteX41858" y="connsiteY41858"/>
              </a:cxn>
              <a:cxn ang="0">
                <a:pos x="connsiteX41859" y="connsiteY41859"/>
              </a:cxn>
              <a:cxn ang="0">
                <a:pos x="connsiteX41860" y="connsiteY41860"/>
              </a:cxn>
              <a:cxn ang="0">
                <a:pos x="connsiteX41861" y="connsiteY41861"/>
              </a:cxn>
              <a:cxn ang="0">
                <a:pos x="connsiteX41862" y="connsiteY41862"/>
              </a:cxn>
              <a:cxn ang="0">
                <a:pos x="connsiteX41863" y="connsiteY41863"/>
              </a:cxn>
              <a:cxn ang="0">
                <a:pos x="connsiteX41864" y="connsiteY41864"/>
              </a:cxn>
              <a:cxn ang="0">
                <a:pos x="connsiteX41865" y="connsiteY41865"/>
              </a:cxn>
              <a:cxn ang="0">
                <a:pos x="connsiteX41866" y="connsiteY41866"/>
              </a:cxn>
              <a:cxn ang="0">
                <a:pos x="connsiteX41867" y="connsiteY41867"/>
              </a:cxn>
              <a:cxn ang="0">
                <a:pos x="connsiteX41868" y="connsiteY41868"/>
              </a:cxn>
              <a:cxn ang="0">
                <a:pos x="connsiteX41869" y="connsiteY41869"/>
              </a:cxn>
              <a:cxn ang="0">
                <a:pos x="connsiteX41870" y="connsiteY41870"/>
              </a:cxn>
              <a:cxn ang="0">
                <a:pos x="connsiteX41871" y="connsiteY41871"/>
              </a:cxn>
              <a:cxn ang="0">
                <a:pos x="connsiteX41872" y="connsiteY41872"/>
              </a:cxn>
              <a:cxn ang="0">
                <a:pos x="connsiteX41873" y="connsiteY41873"/>
              </a:cxn>
              <a:cxn ang="0">
                <a:pos x="connsiteX41874" y="connsiteY41874"/>
              </a:cxn>
              <a:cxn ang="0">
                <a:pos x="connsiteX41875" y="connsiteY41875"/>
              </a:cxn>
              <a:cxn ang="0">
                <a:pos x="connsiteX41876" y="connsiteY41876"/>
              </a:cxn>
              <a:cxn ang="0">
                <a:pos x="connsiteX41877" y="connsiteY41877"/>
              </a:cxn>
              <a:cxn ang="0">
                <a:pos x="connsiteX41878" y="connsiteY41878"/>
              </a:cxn>
              <a:cxn ang="0">
                <a:pos x="connsiteX41879" y="connsiteY41879"/>
              </a:cxn>
              <a:cxn ang="0">
                <a:pos x="connsiteX41880" y="connsiteY41880"/>
              </a:cxn>
              <a:cxn ang="0">
                <a:pos x="connsiteX41881" y="connsiteY41881"/>
              </a:cxn>
              <a:cxn ang="0">
                <a:pos x="connsiteX41882" y="connsiteY41882"/>
              </a:cxn>
              <a:cxn ang="0">
                <a:pos x="connsiteX41883" y="connsiteY41883"/>
              </a:cxn>
              <a:cxn ang="0">
                <a:pos x="connsiteX41884" y="connsiteY41884"/>
              </a:cxn>
              <a:cxn ang="0">
                <a:pos x="connsiteX41885" y="connsiteY41885"/>
              </a:cxn>
              <a:cxn ang="0">
                <a:pos x="connsiteX41886" y="connsiteY41886"/>
              </a:cxn>
              <a:cxn ang="0">
                <a:pos x="connsiteX41887" y="connsiteY41887"/>
              </a:cxn>
              <a:cxn ang="0">
                <a:pos x="connsiteX41888" y="connsiteY41888"/>
              </a:cxn>
              <a:cxn ang="0">
                <a:pos x="connsiteX41889" y="connsiteY41889"/>
              </a:cxn>
              <a:cxn ang="0">
                <a:pos x="connsiteX41890" y="connsiteY41890"/>
              </a:cxn>
              <a:cxn ang="0">
                <a:pos x="connsiteX41891" y="connsiteY41891"/>
              </a:cxn>
              <a:cxn ang="0">
                <a:pos x="connsiteX41892" y="connsiteY41892"/>
              </a:cxn>
              <a:cxn ang="0">
                <a:pos x="connsiteX41893" y="connsiteY41893"/>
              </a:cxn>
              <a:cxn ang="0">
                <a:pos x="connsiteX41894" y="connsiteY41894"/>
              </a:cxn>
              <a:cxn ang="0">
                <a:pos x="connsiteX41895" y="connsiteY41895"/>
              </a:cxn>
              <a:cxn ang="0">
                <a:pos x="connsiteX41896" y="connsiteY41896"/>
              </a:cxn>
              <a:cxn ang="0">
                <a:pos x="connsiteX41897" y="connsiteY41897"/>
              </a:cxn>
              <a:cxn ang="0">
                <a:pos x="connsiteX41898" y="connsiteY41898"/>
              </a:cxn>
              <a:cxn ang="0">
                <a:pos x="connsiteX41899" y="connsiteY41899"/>
              </a:cxn>
              <a:cxn ang="0">
                <a:pos x="connsiteX41900" y="connsiteY41900"/>
              </a:cxn>
              <a:cxn ang="0">
                <a:pos x="connsiteX41901" y="connsiteY41901"/>
              </a:cxn>
              <a:cxn ang="0">
                <a:pos x="connsiteX41902" y="connsiteY41902"/>
              </a:cxn>
              <a:cxn ang="0">
                <a:pos x="connsiteX41903" y="connsiteY41903"/>
              </a:cxn>
              <a:cxn ang="0">
                <a:pos x="connsiteX41904" y="connsiteY41904"/>
              </a:cxn>
              <a:cxn ang="0">
                <a:pos x="connsiteX41905" y="connsiteY41905"/>
              </a:cxn>
              <a:cxn ang="0">
                <a:pos x="connsiteX41906" y="connsiteY41906"/>
              </a:cxn>
              <a:cxn ang="0">
                <a:pos x="connsiteX41907" y="connsiteY41907"/>
              </a:cxn>
              <a:cxn ang="0">
                <a:pos x="connsiteX41908" y="connsiteY41908"/>
              </a:cxn>
              <a:cxn ang="0">
                <a:pos x="connsiteX41909" y="connsiteY41909"/>
              </a:cxn>
              <a:cxn ang="0">
                <a:pos x="connsiteX41910" y="connsiteY41910"/>
              </a:cxn>
              <a:cxn ang="0">
                <a:pos x="connsiteX41911" y="connsiteY41911"/>
              </a:cxn>
              <a:cxn ang="0">
                <a:pos x="connsiteX41912" y="connsiteY41912"/>
              </a:cxn>
              <a:cxn ang="0">
                <a:pos x="connsiteX41913" y="connsiteY41913"/>
              </a:cxn>
              <a:cxn ang="0">
                <a:pos x="connsiteX41914" y="connsiteY41914"/>
              </a:cxn>
              <a:cxn ang="0">
                <a:pos x="connsiteX41915" y="connsiteY41915"/>
              </a:cxn>
              <a:cxn ang="0">
                <a:pos x="connsiteX41916" y="connsiteY41916"/>
              </a:cxn>
              <a:cxn ang="0">
                <a:pos x="connsiteX41917" y="connsiteY41917"/>
              </a:cxn>
              <a:cxn ang="0">
                <a:pos x="connsiteX41918" y="connsiteY41918"/>
              </a:cxn>
              <a:cxn ang="0">
                <a:pos x="connsiteX41919" y="connsiteY41919"/>
              </a:cxn>
              <a:cxn ang="0">
                <a:pos x="connsiteX41920" y="connsiteY41920"/>
              </a:cxn>
              <a:cxn ang="0">
                <a:pos x="connsiteX41921" y="connsiteY41921"/>
              </a:cxn>
              <a:cxn ang="0">
                <a:pos x="connsiteX41922" y="connsiteY41922"/>
              </a:cxn>
              <a:cxn ang="0">
                <a:pos x="connsiteX41923" y="connsiteY41923"/>
              </a:cxn>
              <a:cxn ang="0">
                <a:pos x="connsiteX41924" y="connsiteY41924"/>
              </a:cxn>
              <a:cxn ang="0">
                <a:pos x="connsiteX41925" y="connsiteY41925"/>
              </a:cxn>
              <a:cxn ang="0">
                <a:pos x="connsiteX41926" y="connsiteY41926"/>
              </a:cxn>
              <a:cxn ang="0">
                <a:pos x="connsiteX41927" y="connsiteY41927"/>
              </a:cxn>
              <a:cxn ang="0">
                <a:pos x="connsiteX41928" y="connsiteY41928"/>
              </a:cxn>
              <a:cxn ang="0">
                <a:pos x="connsiteX41929" y="connsiteY41929"/>
              </a:cxn>
              <a:cxn ang="0">
                <a:pos x="connsiteX41930" y="connsiteY41930"/>
              </a:cxn>
              <a:cxn ang="0">
                <a:pos x="connsiteX41931" y="connsiteY41931"/>
              </a:cxn>
              <a:cxn ang="0">
                <a:pos x="connsiteX41932" y="connsiteY41932"/>
              </a:cxn>
              <a:cxn ang="0">
                <a:pos x="connsiteX41933" y="connsiteY41933"/>
              </a:cxn>
              <a:cxn ang="0">
                <a:pos x="connsiteX41934" y="connsiteY41934"/>
              </a:cxn>
              <a:cxn ang="0">
                <a:pos x="connsiteX41935" y="connsiteY41935"/>
              </a:cxn>
              <a:cxn ang="0">
                <a:pos x="connsiteX41936" y="connsiteY41936"/>
              </a:cxn>
              <a:cxn ang="0">
                <a:pos x="connsiteX41937" y="connsiteY41937"/>
              </a:cxn>
              <a:cxn ang="0">
                <a:pos x="connsiteX41938" y="connsiteY41938"/>
              </a:cxn>
              <a:cxn ang="0">
                <a:pos x="connsiteX41939" y="connsiteY41939"/>
              </a:cxn>
              <a:cxn ang="0">
                <a:pos x="connsiteX41940" y="connsiteY41940"/>
              </a:cxn>
              <a:cxn ang="0">
                <a:pos x="connsiteX41941" y="connsiteY41941"/>
              </a:cxn>
              <a:cxn ang="0">
                <a:pos x="connsiteX41942" y="connsiteY41942"/>
              </a:cxn>
              <a:cxn ang="0">
                <a:pos x="connsiteX41943" y="connsiteY41943"/>
              </a:cxn>
              <a:cxn ang="0">
                <a:pos x="connsiteX41944" y="connsiteY41944"/>
              </a:cxn>
              <a:cxn ang="0">
                <a:pos x="connsiteX41945" y="connsiteY41945"/>
              </a:cxn>
              <a:cxn ang="0">
                <a:pos x="connsiteX41946" y="connsiteY41946"/>
              </a:cxn>
              <a:cxn ang="0">
                <a:pos x="connsiteX41947" y="connsiteY41947"/>
              </a:cxn>
              <a:cxn ang="0">
                <a:pos x="connsiteX41948" y="connsiteY41948"/>
              </a:cxn>
              <a:cxn ang="0">
                <a:pos x="connsiteX41949" y="connsiteY41949"/>
              </a:cxn>
              <a:cxn ang="0">
                <a:pos x="connsiteX41950" y="connsiteY41950"/>
              </a:cxn>
              <a:cxn ang="0">
                <a:pos x="connsiteX41951" y="connsiteY41951"/>
              </a:cxn>
              <a:cxn ang="0">
                <a:pos x="connsiteX41952" y="connsiteY41952"/>
              </a:cxn>
              <a:cxn ang="0">
                <a:pos x="connsiteX41953" y="connsiteY41953"/>
              </a:cxn>
              <a:cxn ang="0">
                <a:pos x="connsiteX41954" y="connsiteY41954"/>
              </a:cxn>
              <a:cxn ang="0">
                <a:pos x="connsiteX41955" y="connsiteY41955"/>
              </a:cxn>
              <a:cxn ang="0">
                <a:pos x="connsiteX41956" y="connsiteY41956"/>
              </a:cxn>
              <a:cxn ang="0">
                <a:pos x="connsiteX41957" y="connsiteY41957"/>
              </a:cxn>
              <a:cxn ang="0">
                <a:pos x="connsiteX41958" y="connsiteY41958"/>
              </a:cxn>
              <a:cxn ang="0">
                <a:pos x="connsiteX41959" y="connsiteY41959"/>
              </a:cxn>
              <a:cxn ang="0">
                <a:pos x="connsiteX41960" y="connsiteY41960"/>
              </a:cxn>
              <a:cxn ang="0">
                <a:pos x="connsiteX41961" y="connsiteY41961"/>
              </a:cxn>
              <a:cxn ang="0">
                <a:pos x="connsiteX41962" y="connsiteY41962"/>
              </a:cxn>
              <a:cxn ang="0">
                <a:pos x="connsiteX41963" y="connsiteY41963"/>
              </a:cxn>
              <a:cxn ang="0">
                <a:pos x="connsiteX41964" y="connsiteY41964"/>
              </a:cxn>
              <a:cxn ang="0">
                <a:pos x="connsiteX41965" y="connsiteY41965"/>
              </a:cxn>
              <a:cxn ang="0">
                <a:pos x="connsiteX41966" y="connsiteY41966"/>
              </a:cxn>
              <a:cxn ang="0">
                <a:pos x="connsiteX41967" y="connsiteY41967"/>
              </a:cxn>
              <a:cxn ang="0">
                <a:pos x="connsiteX41968" y="connsiteY41968"/>
              </a:cxn>
              <a:cxn ang="0">
                <a:pos x="connsiteX41969" y="connsiteY41969"/>
              </a:cxn>
              <a:cxn ang="0">
                <a:pos x="connsiteX41970" y="connsiteY41970"/>
              </a:cxn>
              <a:cxn ang="0">
                <a:pos x="connsiteX41971" y="connsiteY41971"/>
              </a:cxn>
              <a:cxn ang="0">
                <a:pos x="connsiteX41972" y="connsiteY41972"/>
              </a:cxn>
              <a:cxn ang="0">
                <a:pos x="connsiteX41973" y="connsiteY41973"/>
              </a:cxn>
              <a:cxn ang="0">
                <a:pos x="connsiteX41974" y="connsiteY41974"/>
              </a:cxn>
              <a:cxn ang="0">
                <a:pos x="connsiteX41975" y="connsiteY41975"/>
              </a:cxn>
              <a:cxn ang="0">
                <a:pos x="connsiteX41976" y="connsiteY41976"/>
              </a:cxn>
              <a:cxn ang="0">
                <a:pos x="connsiteX41977" y="connsiteY41977"/>
              </a:cxn>
              <a:cxn ang="0">
                <a:pos x="connsiteX41978" y="connsiteY41978"/>
              </a:cxn>
              <a:cxn ang="0">
                <a:pos x="connsiteX41979" y="connsiteY41979"/>
              </a:cxn>
              <a:cxn ang="0">
                <a:pos x="connsiteX41980" y="connsiteY41980"/>
              </a:cxn>
              <a:cxn ang="0">
                <a:pos x="connsiteX41981" y="connsiteY41981"/>
              </a:cxn>
              <a:cxn ang="0">
                <a:pos x="connsiteX41982" y="connsiteY41982"/>
              </a:cxn>
              <a:cxn ang="0">
                <a:pos x="connsiteX41983" y="connsiteY41983"/>
              </a:cxn>
              <a:cxn ang="0">
                <a:pos x="connsiteX41984" y="connsiteY41984"/>
              </a:cxn>
              <a:cxn ang="0">
                <a:pos x="connsiteX41985" y="connsiteY41985"/>
              </a:cxn>
              <a:cxn ang="0">
                <a:pos x="connsiteX41986" y="connsiteY41986"/>
              </a:cxn>
              <a:cxn ang="0">
                <a:pos x="connsiteX41987" y="connsiteY41987"/>
              </a:cxn>
              <a:cxn ang="0">
                <a:pos x="connsiteX41988" y="connsiteY41988"/>
              </a:cxn>
              <a:cxn ang="0">
                <a:pos x="connsiteX41989" y="connsiteY41989"/>
              </a:cxn>
              <a:cxn ang="0">
                <a:pos x="connsiteX41990" y="connsiteY41990"/>
              </a:cxn>
              <a:cxn ang="0">
                <a:pos x="connsiteX41991" y="connsiteY41991"/>
              </a:cxn>
              <a:cxn ang="0">
                <a:pos x="connsiteX41992" y="connsiteY41992"/>
              </a:cxn>
              <a:cxn ang="0">
                <a:pos x="connsiteX41993" y="connsiteY41993"/>
              </a:cxn>
              <a:cxn ang="0">
                <a:pos x="connsiteX41994" y="connsiteY41994"/>
              </a:cxn>
              <a:cxn ang="0">
                <a:pos x="connsiteX41995" y="connsiteY41995"/>
              </a:cxn>
              <a:cxn ang="0">
                <a:pos x="connsiteX41996" y="connsiteY41996"/>
              </a:cxn>
              <a:cxn ang="0">
                <a:pos x="connsiteX41997" y="connsiteY41997"/>
              </a:cxn>
              <a:cxn ang="0">
                <a:pos x="connsiteX41998" y="connsiteY41998"/>
              </a:cxn>
              <a:cxn ang="0">
                <a:pos x="connsiteX41999" y="connsiteY41999"/>
              </a:cxn>
              <a:cxn ang="0">
                <a:pos x="connsiteX42000" y="connsiteY42000"/>
              </a:cxn>
              <a:cxn ang="0">
                <a:pos x="connsiteX42001" y="connsiteY42001"/>
              </a:cxn>
              <a:cxn ang="0">
                <a:pos x="connsiteX42002" y="connsiteY42002"/>
              </a:cxn>
              <a:cxn ang="0">
                <a:pos x="connsiteX42003" y="connsiteY42003"/>
              </a:cxn>
              <a:cxn ang="0">
                <a:pos x="connsiteX42004" y="connsiteY42004"/>
              </a:cxn>
              <a:cxn ang="0">
                <a:pos x="connsiteX42005" y="connsiteY42005"/>
              </a:cxn>
              <a:cxn ang="0">
                <a:pos x="connsiteX42006" y="connsiteY42006"/>
              </a:cxn>
              <a:cxn ang="0">
                <a:pos x="connsiteX42007" y="connsiteY42007"/>
              </a:cxn>
              <a:cxn ang="0">
                <a:pos x="connsiteX42008" y="connsiteY42008"/>
              </a:cxn>
              <a:cxn ang="0">
                <a:pos x="connsiteX42009" y="connsiteY42009"/>
              </a:cxn>
              <a:cxn ang="0">
                <a:pos x="connsiteX42010" y="connsiteY42010"/>
              </a:cxn>
              <a:cxn ang="0">
                <a:pos x="connsiteX42011" y="connsiteY42011"/>
              </a:cxn>
              <a:cxn ang="0">
                <a:pos x="connsiteX42012" y="connsiteY42012"/>
              </a:cxn>
              <a:cxn ang="0">
                <a:pos x="connsiteX42013" y="connsiteY42013"/>
              </a:cxn>
              <a:cxn ang="0">
                <a:pos x="connsiteX42014" y="connsiteY42014"/>
              </a:cxn>
              <a:cxn ang="0">
                <a:pos x="connsiteX42015" y="connsiteY42015"/>
              </a:cxn>
              <a:cxn ang="0">
                <a:pos x="connsiteX42016" y="connsiteY42016"/>
              </a:cxn>
              <a:cxn ang="0">
                <a:pos x="connsiteX42017" y="connsiteY42017"/>
              </a:cxn>
              <a:cxn ang="0">
                <a:pos x="connsiteX42018" y="connsiteY42018"/>
              </a:cxn>
              <a:cxn ang="0">
                <a:pos x="connsiteX42019" y="connsiteY42019"/>
              </a:cxn>
              <a:cxn ang="0">
                <a:pos x="connsiteX42020" y="connsiteY42020"/>
              </a:cxn>
              <a:cxn ang="0">
                <a:pos x="connsiteX42021" y="connsiteY42021"/>
              </a:cxn>
              <a:cxn ang="0">
                <a:pos x="connsiteX42022" y="connsiteY42022"/>
              </a:cxn>
              <a:cxn ang="0">
                <a:pos x="connsiteX42023" y="connsiteY42023"/>
              </a:cxn>
              <a:cxn ang="0">
                <a:pos x="connsiteX42024" y="connsiteY42024"/>
              </a:cxn>
              <a:cxn ang="0">
                <a:pos x="connsiteX42025" y="connsiteY42025"/>
              </a:cxn>
              <a:cxn ang="0">
                <a:pos x="connsiteX42026" y="connsiteY42026"/>
              </a:cxn>
              <a:cxn ang="0">
                <a:pos x="connsiteX42027" y="connsiteY42027"/>
              </a:cxn>
              <a:cxn ang="0">
                <a:pos x="connsiteX42028" y="connsiteY42028"/>
              </a:cxn>
              <a:cxn ang="0">
                <a:pos x="connsiteX42029" y="connsiteY42029"/>
              </a:cxn>
              <a:cxn ang="0">
                <a:pos x="connsiteX42030" y="connsiteY42030"/>
              </a:cxn>
              <a:cxn ang="0">
                <a:pos x="connsiteX42031" y="connsiteY42031"/>
              </a:cxn>
              <a:cxn ang="0">
                <a:pos x="connsiteX42032" y="connsiteY42032"/>
              </a:cxn>
              <a:cxn ang="0">
                <a:pos x="connsiteX42033" y="connsiteY42033"/>
              </a:cxn>
              <a:cxn ang="0">
                <a:pos x="connsiteX42034" y="connsiteY42034"/>
              </a:cxn>
              <a:cxn ang="0">
                <a:pos x="connsiteX42035" y="connsiteY42035"/>
              </a:cxn>
              <a:cxn ang="0">
                <a:pos x="connsiteX42036" y="connsiteY42036"/>
              </a:cxn>
              <a:cxn ang="0">
                <a:pos x="connsiteX42037" y="connsiteY42037"/>
              </a:cxn>
              <a:cxn ang="0">
                <a:pos x="connsiteX42038" y="connsiteY42038"/>
              </a:cxn>
              <a:cxn ang="0">
                <a:pos x="connsiteX42039" y="connsiteY42039"/>
              </a:cxn>
              <a:cxn ang="0">
                <a:pos x="connsiteX42040" y="connsiteY42040"/>
              </a:cxn>
              <a:cxn ang="0">
                <a:pos x="connsiteX42041" y="connsiteY42041"/>
              </a:cxn>
              <a:cxn ang="0">
                <a:pos x="connsiteX42042" y="connsiteY42042"/>
              </a:cxn>
              <a:cxn ang="0">
                <a:pos x="connsiteX42043" y="connsiteY42043"/>
              </a:cxn>
              <a:cxn ang="0">
                <a:pos x="connsiteX42044" y="connsiteY42044"/>
              </a:cxn>
              <a:cxn ang="0">
                <a:pos x="connsiteX42045" y="connsiteY42045"/>
              </a:cxn>
              <a:cxn ang="0">
                <a:pos x="connsiteX42046" y="connsiteY42046"/>
              </a:cxn>
              <a:cxn ang="0">
                <a:pos x="connsiteX42047" y="connsiteY42047"/>
              </a:cxn>
              <a:cxn ang="0">
                <a:pos x="connsiteX42048" y="connsiteY42048"/>
              </a:cxn>
              <a:cxn ang="0">
                <a:pos x="connsiteX42049" y="connsiteY42049"/>
              </a:cxn>
              <a:cxn ang="0">
                <a:pos x="connsiteX42050" y="connsiteY42050"/>
              </a:cxn>
              <a:cxn ang="0">
                <a:pos x="connsiteX42051" y="connsiteY42051"/>
              </a:cxn>
              <a:cxn ang="0">
                <a:pos x="connsiteX42052" y="connsiteY42052"/>
              </a:cxn>
              <a:cxn ang="0">
                <a:pos x="connsiteX42053" y="connsiteY42053"/>
              </a:cxn>
              <a:cxn ang="0">
                <a:pos x="connsiteX42054" y="connsiteY42054"/>
              </a:cxn>
              <a:cxn ang="0">
                <a:pos x="connsiteX42055" y="connsiteY42055"/>
              </a:cxn>
              <a:cxn ang="0">
                <a:pos x="connsiteX42056" y="connsiteY42056"/>
              </a:cxn>
              <a:cxn ang="0">
                <a:pos x="connsiteX42057" y="connsiteY42057"/>
              </a:cxn>
              <a:cxn ang="0">
                <a:pos x="connsiteX42058" y="connsiteY42058"/>
              </a:cxn>
              <a:cxn ang="0">
                <a:pos x="connsiteX42059" y="connsiteY42059"/>
              </a:cxn>
              <a:cxn ang="0">
                <a:pos x="connsiteX42060" y="connsiteY42060"/>
              </a:cxn>
              <a:cxn ang="0">
                <a:pos x="connsiteX42061" y="connsiteY42061"/>
              </a:cxn>
              <a:cxn ang="0">
                <a:pos x="connsiteX42062" y="connsiteY42062"/>
              </a:cxn>
              <a:cxn ang="0">
                <a:pos x="connsiteX42063" y="connsiteY42063"/>
              </a:cxn>
              <a:cxn ang="0">
                <a:pos x="connsiteX42064" y="connsiteY42064"/>
              </a:cxn>
              <a:cxn ang="0">
                <a:pos x="connsiteX42065" y="connsiteY42065"/>
              </a:cxn>
              <a:cxn ang="0">
                <a:pos x="connsiteX42066" y="connsiteY42066"/>
              </a:cxn>
              <a:cxn ang="0">
                <a:pos x="connsiteX42067" y="connsiteY42067"/>
              </a:cxn>
              <a:cxn ang="0">
                <a:pos x="connsiteX42068" y="connsiteY42068"/>
              </a:cxn>
              <a:cxn ang="0">
                <a:pos x="connsiteX42069" y="connsiteY42069"/>
              </a:cxn>
              <a:cxn ang="0">
                <a:pos x="connsiteX42070" y="connsiteY42070"/>
              </a:cxn>
              <a:cxn ang="0">
                <a:pos x="connsiteX42071" y="connsiteY42071"/>
              </a:cxn>
              <a:cxn ang="0">
                <a:pos x="connsiteX42072" y="connsiteY42072"/>
              </a:cxn>
              <a:cxn ang="0">
                <a:pos x="connsiteX42073" y="connsiteY42073"/>
              </a:cxn>
              <a:cxn ang="0">
                <a:pos x="connsiteX42074" y="connsiteY42074"/>
              </a:cxn>
              <a:cxn ang="0">
                <a:pos x="connsiteX42075" y="connsiteY42075"/>
              </a:cxn>
              <a:cxn ang="0">
                <a:pos x="connsiteX42076" y="connsiteY42076"/>
              </a:cxn>
              <a:cxn ang="0">
                <a:pos x="connsiteX42077" y="connsiteY42077"/>
              </a:cxn>
              <a:cxn ang="0">
                <a:pos x="connsiteX42078" y="connsiteY42078"/>
              </a:cxn>
              <a:cxn ang="0">
                <a:pos x="connsiteX42079" y="connsiteY42079"/>
              </a:cxn>
              <a:cxn ang="0">
                <a:pos x="connsiteX42080" y="connsiteY42080"/>
              </a:cxn>
              <a:cxn ang="0">
                <a:pos x="connsiteX42081" y="connsiteY42081"/>
              </a:cxn>
              <a:cxn ang="0">
                <a:pos x="connsiteX42082" y="connsiteY42082"/>
              </a:cxn>
              <a:cxn ang="0">
                <a:pos x="connsiteX42083" y="connsiteY42083"/>
              </a:cxn>
              <a:cxn ang="0">
                <a:pos x="connsiteX42084" y="connsiteY42084"/>
              </a:cxn>
              <a:cxn ang="0">
                <a:pos x="connsiteX42085" y="connsiteY42085"/>
              </a:cxn>
              <a:cxn ang="0">
                <a:pos x="connsiteX42086" y="connsiteY42086"/>
              </a:cxn>
              <a:cxn ang="0">
                <a:pos x="connsiteX42087" y="connsiteY42087"/>
              </a:cxn>
              <a:cxn ang="0">
                <a:pos x="connsiteX42088" y="connsiteY42088"/>
              </a:cxn>
              <a:cxn ang="0">
                <a:pos x="connsiteX42089" y="connsiteY42089"/>
              </a:cxn>
              <a:cxn ang="0">
                <a:pos x="connsiteX42090" y="connsiteY42090"/>
              </a:cxn>
              <a:cxn ang="0">
                <a:pos x="connsiteX42091" y="connsiteY42091"/>
              </a:cxn>
              <a:cxn ang="0">
                <a:pos x="connsiteX42092" y="connsiteY42092"/>
              </a:cxn>
              <a:cxn ang="0">
                <a:pos x="connsiteX42093" y="connsiteY42093"/>
              </a:cxn>
              <a:cxn ang="0">
                <a:pos x="connsiteX42094" y="connsiteY42094"/>
              </a:cxn>
              <a:cxn ang="0">
                <a:pos x="connsiteX42095" y="connsiteY42095"/>
              </a:cxn>
              <a:cxn ang="0">
                <a:pos x="connsiteX42096" y="connsiteY42096"/>
              </a:cxn>
              <a:cxn ang="0">
                <a:pos x="connsiteX42097" y="connsiteY42097"/>
              </a:cxn>
              <a:cxn ang="0">
                <a:pos x="connsiteX42098" y="connsiteY42098"/>
              </a:cxn>
              <a:cxn ang="0">
                <a:pos x="connsiteX42099" y="connsiteY42099"/>
              </a:cxn>
              <a:cxn ang="0">
                <a:pos x="connsiteX42100" y="connsiteY42100"/>
              </a:cxn>
              <a:cxn ang="0">
                <a:pos x="connsiteX42101" y="connsiteY42101"/>
              </a:cxn>
              <a:cxn ang="0">
                <a:pos x="connsiteX42102" y="connsiteY42102"/>
              </a:cxn>
              <a:cxn ang="0">
                <a:pos x="connsiteX42103" y="connsiteY42103"/>
              </a:cxn>
              <a:cxn ang="0">
                <a:pos x="connsiteX42104" y="connsiteY42104"/>
              </a:cxn>
              <a:cxn ang="0">
                <a:pos x="connsiteX42105" y="connsiteY42105"/>
              </a:cxn>
              <a:cxn ang="0">
                <a:pos x="connsiteX42106" y="connsiteY42106"/>
              </a:cxn>
              <a:cxn ang="0">
                <a:pos x="connsiteX42107" y="connsiteY42107"/>
              </a:cxn>
              <a:cxn ang="0">
                <a:pos x="connsiteX42108" y="connsiteY42108"/>
              </a:cxn>
              <a:cxn ang="0">
                <a:pos x="connsiteX42109" y="connsiteY42109"/>
              </a:cxn>
              <a:cxn ang="0">
                <a:pos x="connsiteX42110" y="connsiteY42110"/>
              </a:cxn>
              <a:cxn ang="0">
                <a:pos x="connsiteX42111" y="connsiteY42111"/>
              </a:cxn>
              <a:cxn ang="0">
                <a:pos x="connsiteX42112" y="connsiteY42112"/>
              </a:cxn>
              <a:cxn ang="0">
                <a:pos x="connsiteX42113" y="connsiteY42113"/>
              </a:cxn>
              <a:cxn ang="0">
                <a:pos x="connsiteX42114" y="connsiteY42114"/>
              </a:cxn>
              <a:cxn ang="0">
                <a:pos x="connsiteX42115" y="connsiteY42115"/>
              </a:cxn>
              <a:cxn ang="0">
                <a:pos x="connsiteX42116" y="connsiteY42116"/>
              </a:cxn>
              <a:cxn ang="0">
                <a:pos x="connsiteX42117" y="connsiteY42117"/>
              </a:cxn>
              <a:cxn ang="0">
                <a:pos x="connsiteX42118" y="connsiteY42118"/>
              </a:cxn>
              <a:cxn ang="0">
                <a:pos x="connsiteX42119" y="connsiteY42119"/>
              </a:cxn>
              <a:cxn ang="0">
                <a:pos x="connsiteX42120" y="connsiteY42120"/>
              </a:cxn>
              <a:cxn ang="0">
                <a:pos x="connsiteX42121" y="connsiteY42121"/>
              </a:cxn>
              <a:cxn ang="0">
                <a:pos x="connsiteX42122" y="connsiteY42122"/>
              </a:cxn>
              <a:cxn ang="0">
                <a:pos x="connsiteX42123" y="connsiteY42123"/>
              </a:cxn>
              <a:cxn ang="0">
                <a:pos x="connsiteX42124" y="connsiteY42124"/>
              </a:cxn>
              <a:cxn ang="0">
                <a:pos x="connsiteX42125" y="connsiteY42125"/>
              </a:cxn>
              <a:cxn ang="0">
                <a:pos x="connsiteX42126" y="connsiteY42126"/>
              </a:cxn>
              <a:cxn ang="0">
                <a:pos x="connsiteX42127" y="connsiteY42127"/>
              </a:cxn>
              <a:cxn ang="0">
                <a:pos x="connsiteX42128" y="connsiteY42128"/>
              </a:cxn>
              <a:cxn ang="0">
                <a:pos x="connsiteX42129" y="connsiteY42129"/>
              </a:cxn>
              <a:cxn ang="0">
                <a:pos x="connsiteX42130" y="connsiteY42130"/>
              </a:cxn>
              <a:cxn ang="0">
                <a:pos x="connsiteX42131" y="connsiteY42131"/>
              </a:cxn>
              <a:cxn ang="0">
                <a:pos x="connsiteX42132" y="connsiteY42132"/>
              </a:cxn>
              <a:cxn ang="0">
                <a:pos x="connsiteX42133" y="connsiteY42133"/>
              </a:cxn>
              <a:cxn ang="0">
                <a:pos x="connsiteX42134" y="connsiteY42134"/>
              </a:cxn>
              <a:cxn ang="0">
                <a:pos x="connsiteX42135" y="connsiteY42135"/>
              </a:cxn>
              <a:cxn ang="0">
                <a:pos x="connsiteX42136" y="connsiteY42136"/>
              </a:cxn>
              <a:cxn ang="0">
                <a:pos x="connsiteX42137" y="connsiteY42137"/>
              </a:cxn>
              <a:cxn ang="0">
                <a:pos x="connsiteX42138" y="connsiteY42138"/>
              </a:cxn>
              <a:cxn ang="0">
                <a:pos x="connsiteX42139" y="connsiteY42139"/>
              </a:cxn>
              <a:cxn ang="0">
                <a:pos x="connsiteX42140" y="connsiteY42140"/>
              </a:cxn>
              <a:cxn ang="0">
                <a:pos x="connsiteX42141" y="connsiteY42141"/>
              </a:cxn>
              <a:cxn ang="0">
                <a:pos x="connsiteX42142" y="connsiteY42142"/>
              </a:cxn>
              <a:cxn ang="0">
                <a:pos x="connsiteX42143" y="connsiteY42143"/>
              </a:cxn>
              <a:cxn ang="0">
                <a:pos x="connsiteX42144" y="connsiteY42144"/>
              </a:cxn>
              <a:cxn ang="0">
                <a:pos x="connsiteX42145" y="connsiteY42145"/>
              </a:cxn>
              <a:cxn ang="0">
                <a:pos x="connsiteX42146" y="connsiteY42146"/>
              </a:cxn>
              <a:cxn ang="0">
                <a:pos x="connsiteX42147" y="connsiteY42147"/>
              </a:cxn>
              <a:cxn ang="0">
                <a:pos x="connsiteX42148" y="connsiteY42148"/>
              </a:cxn>
              <a:cxn ang="0">
                <a:pos x="connsiteX42149" y="connsiteY42149"/>
              </a:cxn>
              <a:cxn ang="0">
                <a:pos x="connsiteX42150" y="connsiteY42150"/>
              </a:cxn>
              <a:cxn ang="0">
                <a:pos x="connsiteX42151" y="connsiteY42151"/>
              </a:cxn>
              <a:cxn ang="0">
                <a:pos x="connsiteX42152" y="connsiteY42152"/>
              </a:cxn>
              <a:cxn ang="0">
                <a:pos x="connsiteX42153" y="connsiteY42153"/>
              </a:cxn>
              <a:cxn ang="0">
                <a:pos x="connsiteX42154" y="connsiteY42154"/>
              </a:cxn>
              <a:cxn ang="0">
                <a:pos x="connsiteX42155" y="connsiteY42155"/>
              </a:cxn>
              <a:cxn ang="0">
                <a:pos x="connsiteX42156" y="connsiteY42156"/>
              </a:cxn>
              <a:cxn ang="0">
                <a:pos x="connsiteX42157" y="connsiteY42157"/>
              </a:cxn>
              <a:cxn ang="0">
                <a:pos x="connsiteX42158" y="connsiteY42158"/>
              </a:cxn>
              <a:cxn ang="0">
                <a:pos x="connsiteX42159" y="connsiteY42159"/>
              </a:cxn>
              <a:cxn ang="0">
                <a:pos x="connsiteX42160" y="connsiteY42160"/>
              </a:cxn>
              <a:cxn ang="0">
                <a:pos x="connsiteX42161" y="connsiteY42161"/>
              </a:cxn>
              <a:cxn ang="0">
                <a:pos x="connsiteX42162" y="connsiteY42162"/>
              </a:cxn>
              <a:cxn ang="0">
                <a:pos x="connsiteX42163" y="connsiteY42163"/>
              </a:cxn>
              <a:cxn ang="0">
                <a:pos x="connsiteX42164" y="connsiteY42164"/>
              </a:cxn>
              <a:cxn ang="0">
                <a:pos x="connsiteX42165" y="connsiteY42165"/>
              </a:cxn>
              <a:cxn ang="0">
                <a:pos x="connsiteX42166" y="connsiteY42166"/>
              </a:cxn>
              <a:cxn ang="0">
                <a:pos x="connsiteX42167" y="connsiteY42167"/>
              </a:cxn>
              <a:cxn ang="0">
                <a:pos x="connsiteX42168" y="connsiteY42168"/>
              </a:cxn>
              <a:cxn ang="0">
                <a:pos x="connsiteX42169" y="connsiteY42169"/>
              </a:cxn>
              <a:cxn ang="0">
                <a:pos x="connsiteX42170" y="connsiteY42170"/>
              </a:cxn>
              <a:cxn ang="0">
                <a:pos x="connsiteX42171" y="connsiteY42171"/>
              </a:cxn>
              <a:cxn ang="0">
                <a:pos x="connsiteX42172" y="connsiteY42172"/>
              </a:cxn>
              <a:cxn ang="0">
                <a:pos x="connsiteX42173" y="connsiteY42173"/>
              </a:cxn>
              <a:cxn ang="0">
                <a:pos x="connsiteX42174" y="connsiteY42174"/>
              </a:cxn>
              <a:cxn ang="0">
                <a:pos x="connsiteX42175" y="connsiteY42175"/>
              </a:cxn>
              <a:cxn ang="0">
                <a:pos x="connsiteX42176" y="connsiteY42176"/>
              </a:cxn>
              <a:cxn ang="0">
                <a:pos x="connsiteX42177" y="connsiteY42177"/>
              </a:cxn>
              <a:cxn ang="0">
                <a:pos x="connsiteX42178" y="connsiteY42178"/>
              </a:cxn>
              <a:cxn ang="0">
                <a:pos x="connsiteX42179" y="connsiteY42179"/>
              </a:cxn>
              <a:cxn ang="0">
                <a:pos x="connsiteX42180" y="connsiteY42180"/>
              </a:cxn>
              <a:cxn ang="0">
                <a:pos x="connsiteX42181" y="connsiteY42181"/>
              </a:cxn>
              <a:cxn ang="0">
                <a:pos x="connsiteX42182" y="connsiteY42182"/>
              </a:cxn>
              <a:cxn ang="0">
                <a:pos x="connsiteX42183" y="connsiteY42183"/>
              </a:cxn>
              <a:cxn ang="0">
                <a:pos x="connsiteX42184" y="connsiteY42184"/>
              </a:cxn>
              <a:cxn ang="0">
                <a:pos x="connsiteX42185" y="connsiteY42185"/>
              </a:cxn>
              <a:cxn ang="0">
                <a:pos x="connsiteX42186" y="connsiteY42186"/>
              </a:cxn>
              <a:cxn ang="0">
                <a:pos x="connsiteX42187" y="connsiteY42187"/>
              </a:cxn>
              <a:cxn ang="0">
                <a:pos x="connsiteX42188" y="connsiteY42188"/>
              </a:cxn>
              <a:cxn ang="0">
                <a:pos x="connsiteX42189" y="connsiteY42189"/>
              </a:cxn>
              <a:cxn ang="0">
                <a:pos x="connsiteX42190" y="connsiteY42190"/>
              </a:cxn>
              <a:cxn ang="0">
                <a:pos x="connsiteX42191" y="connsiteY42191"/>
              </a:cxn>
              <a:cxn ang="0">
                <a:pos x="connsiteX42192" y="connsiteY42192"/>
              </a:cxn>
              <a:cxn ang="0">
                <a:pos x="connsiteX42193" y="connsiteY42193"/>
              </a:cxn>
              <a:cxn ang="0">
                <a:pos x="connsiteX42194" y="connsiteY42194"/>
              </a:cxn>
              <a:cxn ang="0">
                <a:pos x="connsiteX42195" y="connsiteY42195"/>
              </a:cxn>
              <a:cxn ang="0">
                <a:pos x="connsiteX42196" y="connsiteY42196"/>
              </a:cxn>
              <a:cxn ang="0">
                <a:pos x="connsiteX42197" y="connsiteY42197"/>
              </a:cxn>
              <a:cxn ang="0">
                <a:pos x="connsiteX42198" y="connsiteY42198"/>
              </a:cxn>
              <a:cxn ang="0">
                <a:pos x="connsiteX42199" y="connsiteY42199"/>
              </a:cxn>
              <a:cxn ang="0">
                <a:pos x="connsiteX42200" y="connsiteY42200"/>
              </a:cxn>
              <a:cxn ang="0">
                <a:pos x="connsiteX42201" y="connsiteY42201"/>
              </a:cxn>
              <a:cxn ang="0">
                <a:pos x="connsiteX42202" y="connsiteY42202"/>
              </a:cxn>
              <a:cxn ang="0">
                <a:pos x="connsiteX42203" y="connsiteY42203"/>
              </a:cxn>
              <a:cxn ang="0">
                <a:pos x="connsiteX42204" y="connsiteY42204"/>
              </a:cxn>
              <a:cxn ang="0">
                <a:pos x="connsiteX42205" y="connsiteY42205"/>
              </a:cxn>
              <a:cxn ang="0">
                <a:pos x="connsiteX42206" y="connsiteY42206"/>
              </a:cxn>
              <a:cxn ang="0">
                <a:pos x="connsiteX42207" y="connsiteY42207"/>
              </a:cxn>
              <a:cxn ang="0">
                <a:pos x="connsiteX42208" y="connsiteY42208"/>
              </a:cxn>
              <a:cxn ang="0">
                <a:pos x="connsiteX42209" y="connsiteY42209"/>
              </a:cxn>
              <a:cxn ang="0">
                <a:pos x="connsiteX42210" y="connsiteY42210"/>
              </a:cxn>
              <a:cxn ang="0">
                <a:pos x="connsiteX42211" y="connsiteY42211"/>
              </a:cxn>
              <a:cxn ang="0">
                <a:pos x="connsiteX42212" y="connsiteY42212"/>
              </a:cxn>
              <a:cxn ang="0">
                <a:pos x="connsiteX42213" y="connsiteY42213"/>
              </a:cxn>
              <a:cxn ang="0">
                <a:pos x="connsiteX42214" y="connsiteY42214"/>
              </a:cxn>
              <a:cxn ang="0">
                <a:pos x="connsiteX42215" y="connsiteY42215"/>
              </a:cxn>
              <a:cxn ang="0">
                <a:pos x="connsiteX42216" y="connsiteY42216"/>
              </a:cxn>
              <a:cxn ang="0">
                <a:pos x="connsiteX42217" y="connsiteY42217"/>
              </a:cxn>
              <a:cxn ang="0">
                <a:pos x="connsiteX42218" y="connsiteY42218"/>
              </a:cxn>
              <a:cxn ang="0">
                <a:pos x="connsiteX42219" y="connsiteY42219"/>
              </a:cxn>
              <a:cxn ang="0">
                <a:pos x="connsiteX42220" y="connsiteY42220"/>
              </a:cxn>
              <a:cxn ang="0">
                <a:pos x="connsiteX42221" y="connsiteY42221"/>
              </a:cxn>
              <a:cxn ang="0">
                <a:pos x="connsiteX42222" y="connsiteY42222"/>
              </a:cxn>
              <a:cxn ang="0">
                <a:pos x="connsiteX42223" y="connsiteY42223"/>
              </a:cxn>
              <a:cxn ang="0">
                <a:pos x="connsiteX42224" y="connsiteY42224"/>
              </a:cxn>
              <a:cxn ang="0">
                <a:pos x="connsiteX42225" y="connsiteY42225"/>
              </a:cxn>
              <a:cxn ang="0">
                <a:pos x="connsiteX42226" y="connsiteY42226"/>
              </a:cxn>
              <a:cxn ang="0">
                <a:pos x="connsiteX42227" y="connsiteY42227"/>
              </a:cxn>
              <a:cxn ang="0">
                <a:pos x="connsiteX42228" y="connsiteY42228"/>
              </a:cxn>
              <a:cxn ang="0">
                <a:pos x="connsiteX42229" y="connsiteY42229"/>
              </a:cxn>
              <a:cxn ang="0">
                <a:pos x="connsiteX42230" y="connsiteY42230"/>
              </a:cxn>
              <a:cxn ang="0">
                <a:pos x="connsiteX42231" y="connsiteY42231"/>
              </a:cxn>
              <a:cxn ang="0">
                <a:pos x="connsiteX42232" y="connsiteY42232"/>
              </a:cxn>
              <a:cxn ang="0">
                <a:pos x="connsiteX42233" y="connsiteY42233"/>
              </a:cxn>
              <a:cxn ang="0">
                <a:pos x="connsiteX42234" y="connsiteY42234"/>
              </a:cxn>
              <a:cxn ang="0">
                <a:pos x="connsiteX42235" y="connsiteY42235"/>
              </a:cxn>
              <a:cxn ang="0">
                <a:pos x="connsiteX42236" y="connsiteY42236"/>
              </a:cxn>
              <a:cxn ang="0">
                <a:pos x="connsiteX42237" y="connsiteY42237"/>
              </a:cxn>
              <a:cxn ang="0">
                <a:pos x="connsiteX42238" y="connsiteY42238"/>
              </a:cxn>
              <a:cxn ang="0">
                <a:pos x="connsiteX42239" y="connsiteY42239"/>
              </a:cxn>
              <a:cxn ang="0">
                <a:pos x="connsiteX42240" y="connsiteY42240"/>
              </a:cxn>
              <a:cxn ang="0">
                <a:pos x="connsiteX42241" y="connsiteY42241"/>
              </a:cxn>
              <a:cxn ang="0">
                <a:pos x="connsiteX42242" y="connsiteY42242"/>
              </a:cxn>
              <a:cxn ang="0">
                <a:pos x="connsiteX42243" y="connsiteY42243"/>
              </a:cxn>
              <a:cxn ang="0">
                <a:pos x="connsiteX42244" y="connsiteY42244"/>
              </a:cxn>
              <a:cxn ang="0">
                <a:pos x="connsiteX42245" y="connsiteY42245"/>
              </a:cxn>
              <a:cxn ang="0">
                <a:pos x="connsiteX42246" y="connsiteY42246"/>
              </a:cxn>
              <a:cxn ang="0">
                <a:pos x="connsiteX42247" y="connsiteY42247"/>
              </a:cxn>
              <a:cxn ang="0">
                <a:pos x="connsiteX42248" y="connsiteY42248"/>
              </a:cxn>
              <a:cxn ang="0">
                <a:pos x="connsiteX42249" y="connsiteY42249"/>
              </a:cxn>
              <a:cxn ang="0">
                <a:pos x="connsiteX42250" y="connsiteY42250"/>
              </a:cxn>
              <a:cxn ang="0">
                <a:pos x="connsiteX42251" y="connsiteY42251"/>
              </a:cxn>
              <a:cxn ang="0">
                <a:pos x="connsiteX42252" y="connsiteY42252"/>
              </a:cxn>
              <a:cxn ang="0">
                <a:pos x="connsiteX42253" y="connsiteY42253"/>
              </a:cxn>
              <a:cxn ang="0">
                <a:pos x="connsiteX42254" y="connsiteY42254"/>
              </a:cxn>
              <a:cxn ang="0">
                <a:pos x="connsiteX42255" y="connsiteY42255"/>
              </a:cxn>
              <a:cxn ang="0">
                <a:pos x="connsiteX42256" y="connsiteY42256"/>
              </a:cxn>
              <a:cxn ang="0">
                <a:pos x="connsiteX42257" y="connsiteY42257"/>
              </a:cxn>
              <a:cxn ang="0">
                <a:pos x="connsiteX42258" y="connsiteY42258"/>
              </a:cxn>
              <a:cxn ang="0">
                <a:pos x="connsiteX42259" y="connsiteY42259"/>
              </a:cxn>
              <a:cxn ang="0">
                <a:pos x="connsiteX42260" y="connsiteY42260"/>
              </a:cxn>
              <a:cxn ang="0">
                <a:pos x="connsiteX42261" y="connsiteY42261"/>
              </a:cxn>
              <a:cxn ang="0">
                <a:pos x="connsiteX42262" y="connsiteY42262"/>
              </a:cxn>
              <a:cxn ang="0">
                <a:pos x="connsiteX42263" y="connsiteY42263"/>
              </a:cxn>
              <a:cxn ang="0">
                <a:pos x="connsiteX42264" y="connsiteY42264"/>
              </a:cxn>
              <a:cxn ang="0">
                <a:pos x="connsiteX42265" y="connsiteY42265"/>
              </a:cxn>
              <a:cxn ang="0">
                <a:pos x="connsiteX42266" y="connsiteY42266"/>
              </a:cxn>
              <a:cxn ang="0">
                <a:pos x="connsiteX42267" y="connsiteY42267"/>
              </a:cxn>
              <a:cxn ang="0">
                <a:pos x="connsiteX42268" y="connsiteY42268"/>
              </a:cxn>
              <a:cxn ang="0">
                <a:pos x="connsiteX42269" y="connsiteY42269"/>
              </a:cxn>
              <a:cxn ang="0">
                <a:pos x="connsiteX42270" y="connsiteY42270"/>
              </a:cxn>
              <a:cxn ang="0">
                <a:pos x="connsiteX42271" y="connsiteY42271"/>
              </a:cxn>
              <a:cxn ang="0">
                <a:pos x="connsiteX42272" y="connsiteY42272"/>
              </a:cxn>
              <a:cxn ang="0">
                <a:pos x="connsiteX42273" y="connsiteY42273"/>
              </a:cxn>
              <a:cxn ang="0">
                <a:pos x="connsiteX42274" y="connsiteY42274"/>
              </a:cxn>
              <a:cxn ang="0">
                <a:pos x="connsiteX42275" y="connsiteY42275"/>
              </a:cxn>
              <a:cxn ang="0">
                <a:pos x="connsiteX42276" y="connsiteY42276"/>
              </a:cxn>
              <a:cxn ang="0">
                <a:pos x="connsiteX42277" y="connsiteY42277"/>
              </a:cxn>
              <a:cxn ang="0">
                <a:pos x="connsiteX42278" y="connsiteY42278"/>
              </a:cxn>
              <a:cxn ang="0">
                <a:pos x="connsiteX42279" y="connsiteY42279"/>
              </a:cxn>
              <a:cxn ang="0">
                <a:pos x="connsiteX42280" y="connsiteY42280"/>
              </a:cxn>
              <a:cxn ang="0">
                <a:pos x="connsiteX42281" y="connsiteY42281"/>
              </a:cxn>
              <a:cxn ang="0">
                <a:pos x="connsiteX42282" y="connsiteY42282"/>
              </a:cxn>
              <a:cxn ang="0">
                <a:pos x="connsiteX42283" y="connsiteY42283"/>
              </a:cxn>
              <a:cxn ang="0">
                <a:pos x="connsiteX42284" y="connsiteY42284"/>
              </a:cxn>
              <a:cxn ang="0">
                <a:pos x="connsiteX42285" y="connsiteY42285"/>
              </a:cxn>
              <a:cxn ang="0">
                <a:pos x="connsiteX42286" y="connsiteY42286"/>
              </a:cxn>
              <a:cxn ang="0">
                <a:pos x="connsiteX42287" y="connsiteY42287"/>
              </a:cxn>
              <a:cxn ang="0">
                <a:pos x="connsiteX42288" y="connsiteY42288"/>
              </a:cxn>
              <a:cxn ang="0">
                <a:pos x="connsiteX42289" y="connsiteY42289"/>
              </a:cxn>
              <a:cxn ang="0">
                <a:pos x="connsiteX42290" y="connsiteY42290"/>
              </a:cxn>
              <a:cxn ang="0">
                <a:pos x="connsiteX42291" y="connsiteY42291"/>
              </a:cxn>
              <a:cxn ang="0">
                <a:pos x="connsiteX42292" y="connsiteY42292"/>
              </a:cxn>
              <a:cxn ang="0">
                <a:pos x="connsiteX42293" y="connsiteY42293"/>
              </a:cxn>
              <a:cxn ang="0">
                <a:pos x="connsiteX42294" y="connsiteY42294"/>
              </a:cxn>
              <a:cxn ang="0">
                <a:pos x="connsiteX42295" y="connsiteY42295"/>
              </a:cxn>
              <a:cxn ang="0">
                <a:pos x="connsiteX42296" y="connsiteY42296"/>
              </a:cxn>
              <a:cxn ang="0">
                <a:pos x="connsiteX42297" y="connsiteY42297"/>
              </a:cxn>
              <a:cxn ang="0">
                <a:pos x="connsiteX42298" y="connsiteY42298"/>
              </a:cxn>
              <a:cxn ang="0">
                <a:pos x="connsiteX42299" y="connsiteY42299"/>
              </a:cxn>
              <a:cxn ang="0">
                <a:pos x="connsiteX42300" y="connsiteY42300"/>
              </a:cxn>
              <a:cxn ang="0">
                <a:pos x="connsiteX42301" y="connsiteY42301"/>
              </a:cxn>
              <a:cxn ang="0">
                <a:pos x="connsiteX42302" y="connsiteY42302"/>
              </a:cxn>
              <a:cxn ang="0">
                <a:pos x="connsiteX42303" y="connsiteY42303"/>
              </a:cxn>
              <a:cxn ang="0">
                <a:pos x="connsiteX42304" y="connsiteY42304"/>
              </a:cxn>
              <a:cxn ang="0">
                <a:pos x="connsiteX42305" y="connsiteY42305"/>
              </a:cxn>
              <a:cxn ang="0">
                <a:pos x="connsiteX42306" y="connsiteY42306"/>
              </a:cxn>
              <a:cxn ang="0">
                <a:pos x="connsiteX42307" y="connsiteY42307"/>
              </a:cxn>
              <a:cxn ang="0">
                <a:pos x="connsiteX42308" y="connsiteY42308"/>
              </a:cxn>
              <a:cxn ang="0">
                <a:pos x="connsiteX42309" y="connsiteY42309"/>
              </a:cxn>
              <a:cxn ang="0">
                <a:pos x="connsiteX42310" y="connsiteY42310"/>
              </a:cxn>
              <a:cxn ang="0">
                <a:pos x="connsiteX42311" y="connsiteY42311"/>
              </a:cxn>
              <a:cxn ang="0">
                <a:pos x="connsiteX42312" y="connsiteY42312"/>
              </a:cxn>
              <a:cxn ang="0">
                <a:pos x="connsiteX42313" y="connsiteY42313"/>
              </a:cxn>
              <a:cxn ang="0">
                <a:pos x="connsiteX42314" y="connsiteY42314"/>
              </a:cxn>
              <a:cxn ang="0">
                <a:pos x="connsiteX42315" y="connsiteY42315"/>
              </a:cxn>
              <a:cxn ang="0">
                <a:pos x="connsiteX42316" y="connsiteY42316"/>
              </a:cxn>
              <a:cxn ang="0">
                <a:pos x="connsiteX42317" y="connsiteY42317"/>
              </a:cxn>
              <a:cxn ang="0">
                <a:pos x="connsiteX42318" y="connsiteY42318"/>
              </a:cxn>
              <a:cxn ang="0">
                <a:pos x="connsiteX42319" y="connsiteY42319"/>
              </a:cxn>
              <a:cxn ang="0">
                <a:pos x="connsiteX42320" y="connsiteY42320"/>
              </a:cxn>
              <a:cxn ang="0">
                <a:pos x="connsiteX42321" y="connsiteY42321"/>
              </a:cxn>
              <a:cxn ang="0">
                <a:pos x="connsiteX42322" y="connsiteY42322"/>
              </a:cxn>
              <a:cxn ang="0">
                <a:pos x="connsiteX42323" y="connsiteY42323"/>
              </a:cxn>
              <a:cxn ang="0">
                <a:pos x="connsiteX42324" y="connsiteY42324"/>
              </a:cxn>
              <a:cxn ang="0">
                <a:pos x="connsiteX42325" y="connsiteY42325"/>
              </a:cxn>
              <a:cxn ang="0">
                <a:pos x="connsiteX42326" y="connsiteY42326"/>
              </a:cxn>
              <a:cxn ang="0">
                <a:pos x="connsiteX42327" y="connsiteY42327"/>
              </a:cxn>
              <a:cxn ang="0">
                <a:pos x="connsiteX42328" y="connsiteY42328"/>
              </a:cxn>
              <a:cxn ang="0">
                <a:pos x="connsiteX42329" y="connsiteY42329"/>
              </a:cxn>
              <a:cxn ang="0">
                <a:pos x="connsiteX42330" y="connsiteY42330"/>
              </a:cxn>
              <a:cxn ang="0">
                <a:pos x="connsiteX42331" y="connsiteY42331"/>
              </a:cxn>
              <a:cxn ang="0">
                <a:pos x="connsiteX42332" y="connsiteY42332"/>
              </a:cxn>
              <a:cxn ang="0">
                <a:pos x="connsiteX42333" y="connsiteY42333"/>
              </a:cxn>
              <a:cxn ang="0">
                <a:pos x="connsiteX42334" y="connsiteY42334"/>
              </a:cxn>
              <a:cxn ang="0">
                <a:pos x="connsiteX42335" y="connsiteY42335"/>
              </a:cxn>
              <a:cxn ang="0">
                <a:pos x="connsiteX42336" y="connsiteY42336"/>
              </a:cxn>
              <a:cxn ang="0">
                <a:pos x="connsiteX42337" y="connsiteY42337"/>
              </a:cxn>
              <a:cxn ang="0">
                <a:pos x="connsiteX42338" y="connsiteY42338"/>
              </a:cxn>
              <a:cxn ang="0">
                <a:pos x="connsiteX42339" y="connsiteY42339"/>
              </a:cxn>
              <a:cxn ang="0">
                <a:pos x="connsiteX42340" y="connsiteY42340"/>
              </a:cxn>
              <a:cxn ang="0">
                <a:pos x="connsiteX42341" y="connsiteY42341"/>
              </a:cxn>
              <a:cxn ang="0">
                <a:pos x="connsiteX42342" y="connsiteY42342"/>
              </a:cxn>
              <a:cxn ang="0">
                <a:pos x="connsiteX42343" y="connsiteY42343"/>
              </a:cxn>
              <a:cxn ang="0">
                <a:pos x="connsiteX42344" y="connsiteY42344"/>
              </a:cxn>
              <a:cxn ang="0">
                <a:pos x="connsiteX42345" y="connsiteY42345"/>
              </a:cxn>
              <a:cxn ang="0">
                <a:pos x="connsiteX42346" y="connsiteY42346"/>
              </a:cxn>
              <a:cxn ang="0">
                <a:pos x="connsiteX42347" y="connsiteY42347"/>
              </a:cxn>
              <a:cxn ang="0">
                <a:pos x="connsiteX42348" y="connsiteY42348"/>
              </a:cxn>
              <a:cxn ang="0">
                <a:pos x="connsiteX42349" y="connsiteY42349"/>
              </a:cxn>
              <a:cxn ang="0">
                <a:pos x="connsiteX42350" y="connsiteY42350"/>
              </a:cxn>
              <a:cxn ang="0">
                <a:pos x="connsiteX42351" y="connsiteY42351"/>
              </a:cxn>
              <a:cxn ang="0">
                <a:pos x="connsiteX42352" y="connsiteY42352"/>
              </a:cxn>
              <a:cxn ang="0">
                <a:pos x="connsiteX42353" y="connsiteY42353"/>
              </a:cxn>
              <a:cxn ang="0">
                <a:pos x="connsiteX42354" y="connsiteY42354"/>
              </a:cxn>
              <a:cxn ang="0">
                <a:pos x="connsiteX42355" y="connsiteY42355"/>
              </a:cxn>
              <a:cxn ang="0">
                <a:pos x="connsiteX42356" y="connsiteY42356"/>
              </a:cxn>
              <a:cxn ang="0">
                <a:pos x="connsiteX42357" y="connsiteY42357"/>
              </a:cxn>
              <a:cxn ang="0">
                <a:pos x="connsiteX42358" y="connsiteY42358"/>
              </a:cxn>
              <a:cxn ang="0">
                <a:pos x="connsiteX42359" y="connsiteY42359"/>
              </a:cxn>
              <a:cxn ang="0">
                <a:pos x="connsiteX42360" y="connsiteY42360"/>
              </a:cxn>
              <a:cxn ang="0">
                <a:pos x="connsiteX42361" y="connsiteY42361"/>
              </a:cxn>
              <a:cxn ang="0">
                <a:pos x="connsiteX42362" y="connsiteY42362"/>
              </a:cxn>
              <a:cxn ang="0">
                <a:pos x="connsiteX42363" y="connsiteY42363"/>
              </a:cxn>
              <a:cxn ang="0">
                <a:pos x="connsiteX42364" y="connsiteY42364"/>
              </a:cxn>
              <a:cxn ang="0">
                <a:pos x="connsiteX42365" y="connsiteY42365"/>
              </a:cxn>
              <a:cxn ang="0">
                <a:pos x="connsiteX42366" y="connsiteY42366"/>
              </a:cxn>
              <a:cxn ang="0">
                <a:pos x="connsiteX42367" y="connsiteY42367"/>
              </a:cxn>
              <a:cxn ang="0">
                <a:pos x="connsiteX42368" y="connsiteY42368"/>
              </a:cxn>
              <a:cxn ang="0">
                <a:pos x="connsiteX42369" y="connsiteY42369"/>
              </a:cxn>
              <a:cxn ang="0">
                <a:pos x="connsiteX42370" y="connsiteY42370"/>
              </a:cxn>
              <a:cxn ang="0">
                <a:pos x="connsiteX42371" y="connsiteY42371"/>
              </a:cxn>
              <a:cxn ang="0">
                <a:pos x="connsiteX42372" y="connsiteY42372"/>
              </a:cxn>
              <a:cxn ang="0">
                <a:pos x="connsiteX42373" y="connsiteY42373"/>
              </a:cxn>
              <a:cxn ang="0">
                <a:pos x="connsiteX42374" y="connsiteY42374"/>
              </a:cxn>
              <a:cxn ang="0">
                <a:pos x="connsiteX42375" y="connsiteY42375"/>
              </a:cxn>
              <a:cxn ang="0">
                <a:pos x="connsiteX42376" y="connsiteY42376"/>
              </a:cxn>
              <a:cxn ang="0">
                <a:pos x="connsiteX42377" y="connsiteY42377"/>
              </a:cxn>
              <a:cxn ang="0">
                <a:pos x="connsiteX42378" y="connsiteY42378"/>
              </a:cxn>
              <a:cxn ang="0">
                <a:pos x="connsiteX42379" y="connsiteY42379"/>
              </a:cxn>
              <a:cxn ang="0">
                <a:pos x="connsiteX42380" y="connsiteY42380"/>
              </a:cxn>
              <a:cxn ang="0">
                <a:pos x="connsiteX42381" y="connsiteY42381"/>
              </a:cxn>
              <a:cxn ang="0">
                <a:pos x="connsiteX42382" y="connsiteY42382"/>
              </a:cxn>
              <a:cxn ang="0">
                <a:pos x="connsiteX42383" y="connsiteY42383"/>
              </a:cxn>
              <a:cxn ang="0">
                <a:pos x="connsiteX42384" y="connsiteY42384"/>
              </a:cxn>
              <a:cxn ang="0">
                <a:pos x="connsiteX42385" y="connsiteY42385"/>
              </a:cxn>
              <a:cxn ang="0">
                <a:pos x="connsiteX42386" y="connsiteY42386"/>
              </a:cxn>
              <a:cxn ang="0">
                <a:pos x="connsiteX42387" y="connsiteY42387"/>
              </a:cxn>
              <a:cxn ang="0">
                <a:pos x="connsiteX42388" y="connsiteY42388"/>
              </a:cxn>
              <a:cxn ang="0">
                <a:pos x="connsiteX42389" y="connsiteY42389"/>
              </a:cxn>
              <a:cxn ang="0">
                <a:pos x="connsiteX42390" y="connsiteY42390"/>
              </a:cxn>
              <a:cxn ang="0">
                <a:pos x="connsiteX42391" y="connsiteY42391"/>
              </a:cxn>
              <a:cxn ang="0">
                <a:pos x="connsiteX42392" y="connsiteY42392"/>
              </a:cxn>
              <a:cxn ang="0">
                <a:pos x="connsiteX42393" y="connsiteY42393"/>
              </a:cxn>
              <a:cxn ang="0">
                <a:pos x="connsiteX42394" y="connsiteY42394"/>
              </a:cxn>
              <a:cxn ang="0">
                <a:pos x="connsiteX42395" y="connsiteY42395"/>
              </a:cxn>
              <a:cxn ang="0">
                <a:pos x="connsiteX42396" y="connsiteY42396"/>
              </a:cxn>
              <a:cxn ang="0">
                <a:pos x="connsiteX42397" y="connsiteY42397"/>
              </a:cxn>
              <a:cxn ang="0">
                <a:pos x="connsiteX42398" y="connsiteY42398"/>
              </a:cxn>
              <a:cxn ang="0">
                <a:pos x="connsiteX42399" y="connsiteY42399"/>
              </a:cxn>
              <a:cxn ang="0">
                <a:pos x="connsiteX42400" y="connsiteY42400"/>
              </a:cxn>
              <a:cxn ang="0">
                <a:pos x="connsiteX42401" y="connsiteY42401"/>
              </a:cxn>
              <a:cxn ang="0">
                <a:pos x="connsiteX42402" y="connsiteY42402"/>
              </a:cxn>
              <a:cxn ang="0">
                <a:pos x="connsiteX42403" y="connsiteY42403"/>
              </a:cxn>
              <a:cxn ang="0">
                <a:pos x="connsiteX42404" y="connsiteY42404"/>
              </a:cxn>
              <a:cxn ang="0">
                <a:pos x="connsiteX42405" y="connsiteY42405"/>
              </a:cxn>
              <a:cxn ang="0">
                <a:pos x="connsiteX42406" y="connsiteY42406"/>
              </a:cxn>
              <a:cxn ang="0">
                <a:pos x="connsiteX42407" y="connsiteY42407"/>
              </a:cxn>
              <a:cxn ang="0">
                <a:pos x="connsiteX42408" y="connsiteY42408"/>
              </a:cxn>
              <a:cxn ang="0">
                <a:pos x="connsiteX42409" y="connsiteY42409"/>
              </a:cxn>
              <a:cxn ang="0">
                <a:pos x="connsiteX42410" y="connsiteY42410"/>
              </a:cxn>
              <a:cxn ang="0">
                <a:pos x="connsiteX42411" y="connsiteY42411"/>
              </a:cxn>
              <a:cxn ang="0">
                <a:pos x="connsiteX42412" y="connsiteY42412"/>
              </a:cxn>
              <a:cxn ang="0">
                <a:pos x="connsiteX42413" y="connsiteY42413"/>
              </a:cxn>
              <a:cxn ang="0">
                <a:pos x="connsiteX42414" y="connsiteY42414"/>
              </a:cxn>
              <a:cxn ang="0">
                <a:pos x="connsiteX42415" y="connsiteY42415"/>
              </a:cxn>
              <a:cxn ang="0">
                <a:pos x="connsiteX42416" y="connsiteY42416"/>
              </a:cxn>
              <a:cxn ang="0">
                <a:pos x="connsiteX42417" y="connsiteY42417"/>
              </a:cxn>
              <a:cxn ang="0">
                <a:pos x="connsiteX42418" y="connsiteY42418"/>
              </a:cxn>
              <a:cxn ang="0">
                <a:pos x="connsiteX42419" y="connsiteY42419"/>
              </a:cxn>
              <a:cxn ang="0">
                <a:pos x="connsiteX42420" y="connsiteY42420"/>
              </a:cxn>
              <a:cxn ang="0">
                <a:pos x="connsiteX42421" y="connsiteY42421"/>
              </a:cxn>
              <a:cxn ang="0">
                <a:pos x="connsiteX42422" y="connsiteY42422"/>
              </a:cxn>
              <a:cxn ang="0">
                <a:pos x="connsiteX42423" y="connsiteY42423"/>
              </a:cxn>
              <a:cxn ang="0">
                <a:pos x="connsiteX42424" y="connsiteY42424"/>
              </a:cxn>
              <a:cxn ang="0">
                <a:pos x="connsiteX42425" y="connsiteY42425"/>
              </a:cxn>
              <a:cxn ang="0">
                <a:pos x="connsiteX42426" y="connsiteY42426"/>
              </a:cxn>
              <a:cxn ang="0">
                <a:pos x="connsiteX42427" y="connsiteY42427"/>
              </a:cxn>
              <a:cxn ang="0">
                <a:pos x="connsiteX42428" y="connsiteY42428"/>
              </a:cxn>
              <a:cxn ang="0">
                <a:pos x="connsiteX42429" y="connsiteY42429"/>
              </a:cxn>
              <a:cxn ang="0">
                <a:pos x="connsiteX42430" y="connsiteY42430"/>
              </a:cxn>
              <a:cxn ang="0">
                <a:pos x="connsiteX42431" y="connsiteY42431"/>
              </a:cxn>
              <a:cxn ang="0">
                <a:pos x="connsiteX42432" y="connsiteY42432"/>
              </a:cxn>
              <a:cxn ang="0">
                <a:pos x="connsiteX42433" y="connsiteY42433"/>
              </a:cxn>
              <a:cxn ang="0">
                <a:pos x="connsiteX42434" y="connsiteY42434"/>
              </a:cxn>
              <a:cxn ang="0">
                <a:pos x="connsiteX42435" y="connsiteY42435"/>
              </a:cxn>
              <a:cxn ang="0">
                <a:pos x="connsiteX42436" y="connsiteY42436"/>
              </a:cxn>
              <a:cxn ang="0">
                <a:pos x="connsiteX42437" y="connsiteY42437"/>
              </a:cxn>
              <a:cxn ang="0">
                <a:pos x="connsiteX42438" y="connsiteY42438"/>
              </a:cxn>
              <a:cxn ang="0">
                <a:pos x="connsiteX42439" y="connsiteY42439"/>
              </a:cxn>
              <a:cxn ang="0">
                <a:pos x="connsiteX42440" y="connsiteY42440"/>
              </a:cxn>
              <a:cxn ang="0">
                <a:pos x="connsiteX42441" y="connsiteY42441"/>
              </a:cxn>
              <a:cxn ang="0">
                <a:pos x="connsiteX42442" y="connsiteY42442"/>
              </a:cxn>
              <a:cxn ang="0">
                <a:pos x="connsiteX42443" y="connsiteY42443"/>
              </a:cxn>
              <a:cxn ang="0">
                <a:pos x="connsiteX42444" y="connsiteY42444"/>
              </a:cxn>
              <a:cxn ang="0">
                <a:pos x="connsiteX42445" y="connsiteY42445"/>
              </a:cxn>
              <a:cxn ang="0">
                <a:pos x="connsiteX42446" y="connsiteY42446"/>
              </a:cxn>
              <a:cxn ang="0">
                <a:pos x="connsiteX42447" y="connsiteY42447"/>
              </a:cxn>
              <a:cxn ang="0">
                <a:pos x="connsiteX42448" y="connsiteY42448"/>
              </a:cxn>
              <a:cxn ang="0">
                <a:pos x="connsiteX42449" y="connsiteY42449"/>
              </a:cxn>
              <a:cxn ang="0">
                <a:pos x="connsiteX42450" y="connsiteY42450"/>
              </a:cxn>
              <a:cxn ang="0">
                <a:pos x="connsiteX42451" y="connsiteY42451"/>
              </a:cxn>
              <a:cxn ang="0">
                <a:pos x="connsiteX42452" y="connsiteY42452"/>
              </a:cxn>
              <a:cxn ang="0">
                <a:pos x="connsiteX42453" y="connsiteY42453"/>
              </a:cxn>
              <a:cxn ang="0">
                <a:pos x="connsiteX42454" y="connsiteY42454"/>
              </a:cxn>
              <a:cxn ang="0">
                <a:pos x="connsiteX42455" y="connsiteY42455"/>
              </a:cxn>
              <a:cxn ang="0">
                <a:pos x="connsiteX42456" y="connsiteY42456"/>
              </a:cxn>
              <a:cxn ang="0">
                <a:pos x="connsiteX42457" y="connsiteY42457"/>
              </a:cxn>
              <a:cxn ang="0">
                <a:pos x="connsiteX42458" y="connsiteY42458"/>
              </a:cxn>
              <a:cxn ang="0">
                <a:pos x="connsiteX42459" y="connsiteY42459"/>
              </a:cxn>
              <a:cxn ang="0">
                <a:pos x="connsiteX42460" y="connsiteY42460"/>
              </a:cxn>
              <a:cxn ang="0">
                <a:pos x="connsiteX42461" y="connsiteY42461"/>
              </a:cxn>
              <a:cxn ang="0">
                <a:pos x="connsiteX42462" y="connsiteY42462"/>
              </a:cxn>
              <a:cxn ang="0">
                <a:pos x="connsiteX42463" y="connsiteY42463"/>
              </a:cxn>
              <a:cxn ang="0">
                <a:pos x="connsiteX42464" y="connsiteY42464"/>
              </a:cxn>
              <a:cxn ang="0">
                <a:pos x="connsiteX42465" y="connsiteY42465"/>
              </a:cxn>
              <a:cxn ang="0">
                <a:pos x="connsiteX42466" y="connsiteY42466"/>
              </a:cxn>
              <a:cxn ang="0">
                <a:pos x="connsiteX42467" y="connsiteY42467"/>
              </a:cxn>
              <a:cxn ang="0">
                <a:pos x="connsiteX42468" y="connsiteY42468"/>
              </a:cxn>
              <a:cxn ang="0">
                <a:pos x="connsiteX42469" y="connsiteY42469"/>
              </a:cxn>
              <a:cxn ang="0">
                <a:pos x="connsiteX42470" y="connsiteY42470"/>
              </a:cxn>
              <a:cxn ang="0">
                <a:pos x="connsiteX42471" y="connsiteY42471"/>
              </a:cxn>
              <a:cxn ang="0">
                <a:pos x="connsiteX42472" y="connsiteY42472"/>
              </a:cxn>
              <a:cxn ang="0">
                <a:pos x="connsiteX42473" y="connsiteY42473"/>
              </a:cxn>
              <a:cxn ang="0">
                <a:pos x="connsiteX42474" y="connsiteY42474"/>
              </a:cxn>
              <a:cxn ang="0">
                <a:pos x="connsiteX42475" y="connsiteY42475"/>
              </a:cxn>
              <a:cxn ang="0">
                <a:pos x="connsiteX42476" y="connsiteY42476"/>
              </a:cxn>
              <a:cxn ang="0">
                <a:pos x="connsiteX42477" y="connsiteY42477"/>
              </a:cxn>
              <a:cxn ang="0">
                <a:pos x="connsiteX42478" y="connsiteY42478"/>
              </a:cxn>
              <a:cxn ang="0">
                <a:pos x="connsiteX42479" y="connsiteY42479"/>
              </a:cxn>
              <a:cxn ang="0">
                <a:pos x="connsiteX42480" y="connsiteY42480"/>
              </a:cxn>
              <a:cxn ang="0">
                <a:pos x="connsiteX42481" y="connsiteY42481"/>
              </a:cxn>
              <a:cxn ang="0">
                <a:pos x="connsiteX42482" y="connsiteY42482"/>
              </a:cxn>
              <a:cxn ang="0">
                <a:pos x="connsiteX42483" y="connsiteY42483"/>
              </a:cxn>
              <a:cxn ang="0">
                <a:pos x="connsiteX42484" y="connsiteY42484"/>
              </a:cxn>
              <a:cxn ang="0">
                <a:pos x="connsiteX42485" y="connsiteY42485"/>
              </a:cxn>
              <a:cxn ang="0">
                <a:pos x="connsiteX42486" y="connsiteY42486"/>
              </a:cxn>
              <a:cxn ang="0">
                <a:pos x="connsiteX42487" y="connsiteY42487"/>
              </a:cxn>
              <a:cxn ang="0">
                <a:pos x="connsiteX42488" y="connsiteY42488"/>
              </a:cxn>
              <a:cxn ang="0">
                <a:pos x="connsiteX42489" y="connsiteY42489"/>
              </a:cxn>
              <a:cxn ang="0">
                <a:pos x="connsiteX42490" y="connsiteY42490"/>
              </a:cxn>
              <a:cxn ang="0">
                <a:pos x="connsiteX42491" y="connsiteY42491"/>
              </a:cxn>
              <a:cxn ang="0">
                <a:pos x="connsiteX42492" y="connsiteY42492"/>
              </a:cxn>
              <a:cxn ang="0">
                <a:pos x="connsiteX42493" y="connsiteY42493"/>
              </a:cxn>
              <a:cxn ang="0">
                <a:pos x="connsiteX42494" y="connsiteY42494"/>
              </a:cxn>
              <a:cxn ang="0">
                <a:pos x="connsiteX42495" y="connsiteY42495"/>
              </a:cxn>
              <a:cxn ang="0">
                <a:pos x="connsiteX42496" y="connsiteY42496"/>
              </a:cxn>
              <a:cxn ang="0">
                <a:pos x="connsiteX42497" y="connsiteY42497"/>
              </a:cxn>
              <a:cxn ang="0">
                <a:pos x="connsiteX42498" y="connsiteY42498"/>
              </a:cxn>
              <a:cxn ang="0">
                <a:pos x="connsiteX42499" y="connsiteY42499"/>
              </a:cxn>
              <a:cxn ang="0">
                <a:pos x="connsiteX42500" y="connsiteY42500"/>
              </a:cxn>
              <a:cxn ang="0">
                <a:pos x="connsiteX42501" y="connsiteY42501"/>
              </a:cxn>
              <a:cxn ang="0">
                <a:pos x="connsiteX42502" y="connsiteY42502"/>
              </a:cxn>
              <a:cxn ang="0">
                <a:pos x="connsiteX42503" y="connsiteY42503"/>
              </a:cxn>
              <a:cxn ang="0">
                <a:pos x="connsiteX42504" y="connsiteY42504"/>
              </a:cxn>
              <a:cxn ang="0">
                <a:pos x="connsiteX42505" y="connsiteY42505"/>
              </a:cxn>
              <a:cxn ang="0">
                <a:pos x="connsiteX42506" y="connsiteY42506"/>
              </a:cxn>
              <a:cxn ang="0">
                <a:pos x="connsiteX42507" y="connsiteY42507"/>
              </a:cxn>
              <a:cxn ang="0">
                <a:pos x="connsiteX42508" y="connsiteY42508"/>
              </a:cxn>
              <a:cxn ang="0">
                <a:pos x="connsiteX42509" y="connsiteY42509"/>
              </a:cxn>
              <a:cxn ang="0">
                <a:pos x="connsiteX42510" y="connsiteY42510"/>
              </a:cxn>
              <a:cxn ang="0">
                <a:pos x="connsiteX42511" y="connsiteY42511"/>
              </a:cxn>
              <a:cxn ang="0">
                <a:pos x="connsiteX42512" y="connsiteY42512"/>
              </a:cxn>
              <a:cxn ang="0">
                <a:pos x="connsiteX42513" y="connsiteY42513"/>
              </a:cxn>
              <a:cxn ang="0">
                <a:pos x="connsiteX42514" y="connsiteY42514"/>
              </a:cxn>
              <a:cxn ang="0">
                <a:pos x="connsiteX42515" y="connsiteY42515"/>
              </a:cxn>
              <a:cxn ang="0">
                <a:pos x="connsiteX42516" y="connsiteY42516"/>
              </a:cxn>
              <a:cxn ang="0">
                <a:pos x="connsiteX42517" y="connsiteY42517"/>
              </a:cxn>
              <a:cxn ang="0">
                <a:pos x="connsiteX42518" y="connsiteY42518"/>
              </a:cxn>
              <a:cxn ang="0">
                <a:pos x="connsiteX42519" y="connsiteY42519"/>
              </a:cxn>
              <a:cxn ang="0">
                <a:pos x="connsiteX42520" y="connsiteY42520"/>
              </a:cxn>
              <a:cxn ang="0">
                <a:pos x="connsiteX42521" y="connsiteY42521"/>
              </a:cxn>
              <a:cxn ang="0">
                <a:pos x="connsiteX42522" y="connsiteY42522"/>
              </a:cxn>
              <a:cxn ang="0">
                <a:pos x="connsiteX42523" y="connsiteY42523"/>
              </a:cxn>
              <a:cxn ang="0">
                <a:pos x="connsiteX42524" y="connsiteY42524"/>
              </a:cxn>
              <a:cxn ang="0">
                <a:pos x="connsiteX42525" y="connsiteY42525"/>
              </a:cxn>
              <a:cxn ang="0">
                <a:pos x="connsiteX42526" y="connsiteY42526"/>
              </a:cxn>
              <a:cxn ang="0">
                <a:pos x="connsiteX42527" y="connsiteY42527"/>
              </a:cxn>
              <a:cxn ang="0">
                <a:pos x="connsiteX42528" y="connsiteY42528"/>
              </a:cxn>
              <a:cxn ang="0">
                <a:pos x="connsiteX42529" y="connsiteY42529"/>
              </a:cxn>
              <a:cxn ang="0">
                <a:pos x="connsiteX42530" y="connsiteY42530"/>
              </a:cxn>
              <a:cxn ang="0">
                <a:pos x="connsiteX42531" y="connsiteY42531"/>
              </a:cxn>
              <a:cxn ang="0">
                <a:pos x="connsiteX42532" y="connsiteY42532"/>
              </a:cxn>
              <a:cxn ang="0">
                <a:pos x="connsiteX42533" y="connsiteY42533"/>
              </a:cxn>
              <a:cxn ang="0">
                <a:pos x="connsiteX42534" y="connsiteY42534"/>
              </a:cxn>
              <a:cxn ang="0">
                <a:pos x="connsiteX42535" y="connsiteY42535"/>
              </a:cxn>
              <a:cxn ang="0">
                <a:pos x="connsiteX42536" y="connsiteY42536"/>
              </a:cxn>
              <a:cxn ang="0">
                <a:pos x="connsiteX42537" y="connsiteY42537"/>
              </a:cxn>
              <a:cxn ang="0">
                <a:pos x="connsiteX42538" y="connsiteY42538"/>
              </a:cxn>
              <a:cxn ang="0">
                <a:pos x="connsiteX42539" y="connsiteY42539"/>
              </a:cxn>
              <a:cxn ang="0">
                <a:pos x="connsiteX42540" y="connsiteY42540"/>
              </a:cxn>
              <a:cxn ang="0">
                <a:pos x="connsiteX42541" y="connsiteY42541"/>
              </a:cxn>
              <a:cxn ang="0">
                <a:pos x="connsiteX42542" y="connsiteY42542"/>
              </a:cxn>
              <a:cxn ang="0">
                <a:pos x="connsiteX42543" y="connsiteY42543"/>
              </a:cxn>
              <a:cxn ang="0">
                <a:pos x="connsiteX42544" y="connsiteY42544"/>
              </a:cxn>
              <a:cxn ang="0">
                <a:pos x="connsiteX42545" y="connsiteY42545"/>
              </a:cxn>
              <a:cxn ang="0">
                <a:pos x="connsiteX42546" y="connsiteY42546"/>
              </a:cxn>
              <a:cxn ang="0">
                <a:pos x="connsiteX42547" y="connsiteY42547"/>
              </a:cxn>
              <a:cxn ang="0">
                <a:pos x="connsiteX42548" y="connsiteY42548"/>
              </a:cxn>
              <a:cxn ang="0">
                <a:pos x="connsiteX42549" y="connsiteY42549"/>
              </a:cxn>
              <a:cxn ang="0">
                <a:pos x="connsiteX42550" y="connsiteY42550"/>
              </a:cxn>
              <a:cxn ang="0">
                <a:pos x="connsiteX42551" y="connsiteY42551"/>
              </a:cxn>
              <a:cxn ang="0">
                <a:pos x="connsiteX42552" y="connsiteY42552"/>
              </a:cxn>
              <a:cxn ang="0">
                <a:pos x="connsiteX42553" y="connsiteY42553"/>
              </a:cxn>
              <a:cxn ang="0">
                <a:pos x="connsiteX42554" y="connsiteY42554"/>
              </a:cxn>
              <a:cxn ang="0">
                <a:pos x="connsiteX42555" y="connsiteY42555"/>
              </a:cxn>
              <a:cxn ang="0">
                <a:pos x="connsiteX42556" y="connsiteY42556"/>
              </a:cxn>
              <a:cxn ang="0">
                <a:pos x="connsiteX42557" y="connsiteY42557"/>
              </a:cxn>
              <a:cxn ang="0">
                <a:pos x="connsiteX42558" y="connsiteY42558"/>
              </a:cxn>
              <a:cxn ang="0">
                <a:pos x="connsiteX42559" y="connsiteY42559"/>
              </a:cxn>
              <a:cxn ang="0">
                <a:pos x="connsiteX42560" y="connsiteY42560"/>
              </a:cxn>
              <a:cxn ang="0">
                <a:pos x="connsiteX42561" y="connsiteY42561"/>
              </a:cxn>
              <a:cxn ang="0">
                <a:pos x="connsiteX42562" y="connsiteY42562"/>
              </a:cxn>
              <a:cxn ang="0">
                <a:pos x="connsiteX42563" y="connsiteY42563"/>
              </a:cxn>
              <a:cxn ang="0">
                <a:pos x="connsiteX42564" y="connsiteY42564"/>
              </a:cxn>
              <a:cxn ang="0">
                <a:pos x="connsiteX42565" y="connsiteY42565"/>
              </a:cxn>
              <a:cxn ang="0">
                <a:pos x="connsiteX42566" y="connsiteY42566"/>
              </a:cxn>
              <a:cxn ang="0">
                <a:pos x="connsiteX42567" y="connsiteY42567"/>
              </a:cxn>
              <a:cxn ang="0">
                <a:pos x="connsiteX42568" y="connsiteY42568"/>
              </a:cxn>
              <a:cxn ang="0">
                <a:pos x="connsiteX42569" y="connsiteY42569"/>
              </a:cxn>
              <a:cxn ang="0">
                <a:pos x="connsiteX42570" y="connsiteY42570"/>
              </a:cxn>
              <a:cxn ang="0">
                <a:pos x="connsiteX42571" y="connsiteY42571"/>
              </a:cxn>
              <a:cxn ang="0">
                <a:pos x="connsiteX42572" y="connsiteY42572"/>
              </a:cxn>
              <a:cxn ang="0">
                <a:pos x="connsiteX42573" y="connsiteY42573"/>
              </a:cxn>
              <a:cxn ang="0">
                <a:pos x="connsiteX42574" y="connsiteY42574"/>
              </a:cxn>
              <a:cxn ang="0">
                <a:pos x="connsiteX42575" y="connsiteY42575"/>
              </a:cxn>
              <a:cxn ang="0">
                <a:pos x="connsiteX42576" y="connsiteY42576"/>
              </a:cxn>
              <a:cxn ang="0">
                <a:pos x="connsiteX42577" y="connsiteY42577"/>
              </a:cxn>
              <a:cxn ang="0">
                <a:pos x="connsiteX42578" y="connsiteY42578"/>
              </a:cxn>
              <a:cxn ang="0">
                <a:pos x="connsiteX42579" y="connsiteY42579"/>
              </a:cxn>
              <a:cxn ang="0">
                <a:pos x="connsiteX42580" y="connsiteY42580"/>
              </a:cxn>
              <a:cxn ang="0">
                <a:pos x="connsiteX42581" y="connsiteY42581"/>
              </a:cxn>
              <a:cxn ang="0">
                <a:pos x="connsiteX42582" y="connsiteY42582"/>
              </a:cxn>
              <a:cxn ang="0">
                <a:pos x="connsiteX42583" y="connsiteY42583"/>
              </a:cxn>
              <a:cxn ang="0">
                <a:pos x="connsiteX42584" y="connsiteY42584"/>
              </a:cxn>
              <a:cxn ang="0">
                <a:pos x="connsiteX42585" y="connsiteY42585"/>
              </a:cxn>
              <a:cxn ang="0">
                <a:pos x="connsiteX42586" y="connsiteY42586"/>
              </a:cxn>
              <a:cxn ang="0">
                <a:pos x="connsiteX42587" y="connsiteY42587"/>
              </a:cxn>
              <a:cxn ang="0">
                <a:pos x="connsiteX42588" y="connsiteY42588"/>
              </a:cxn>
              <a:cxn ang="0">
                <a:pos x="connsiteX42589" y="connsiteY42589"/>
              </a:cxn>
              <a:cxn ang="0">
                <a:pos x="connsiteX42590" y="connsiteY42590"/>
              </a:cxn>
              <a:cxn ang="0">
                <a:pos x="connsiteX42591" y="connsiteY42591"/>
              </a:cxn>
              <a:cxn ang="0">
                <a:pos x="connsiteX42592" y="connsiteY42592"/>
              </a:cxn>
              <a:cxn ang="0">
                <a:pos x="connsiteX42593" y="connsiteY42593"/>
              </a:cxn>
              <a:cxn ang="0">
                <a:pos x="connsiteX42594" y="connsiteY42594"/>
              </a:cxn>
              <a:cxn ang="0">
                <a:pos x="connsiteX42595" y="connsiteY42595"/>
              </a:cxn>
              <a:cxn ang="0">
                <a:pos x="connsiteX42596" y="connsiteY42596"/>
              </a:cxn>
              <a:cxn ang="0">
                <a:pos x="connsiteX42597" y="connsiteY42597"/>
              </a:cxn>
              <a:cxn ang="0">
                <a:pos x="connsiteX42598" y="connsiteY42598"/>
              </a:cxn>
              <a:cxn ang="0">
                <a:pos x="connsiteX42599" y="connsiteY42599"/>
              </a:cxn>
              <a:cxn ang="0">
                <a:pos x="connsiteX42600" y="connsiteY42600"/>
              </a:cxn>
              <a:cxn ang="0">
                <a:pos x="connsiteX42601" y="connsiteY42601"/>
              </a:cxn>
              <a:cxn ang="0">
                <a:pos x="connsiteX42602" y="connsiteY42602"/>
              </a:cxn>
              <a:cxn ang="0">
                <a:pos x="connsiteX42603" y="connsiteY42603"/>
              </a:cxn>
              <a:cxn ang="0">
                <a:pos x="connsiteX42604" y="connsiteY42604"/>
              </a:cxn>
              <a:cxn ang="0">
                <a:pos x="connsiteX42605" y="connsiteY42605"/>
              </a:cxn>
              <a:cxn ang="0">
                <a:pos x="connsiteX42606" y="connsiteY42606"/>
              </a:cxn>
              <a:cxn ang="0">
                <a:pos x="connsiteX42607" y="connsiteY42607"/>
              </a:cxn>
              <a:cxn ang="0">
                <a:pos x="connsiteX42608" y="connsiteY42608"/>
              </a:cxn>
              <a:cxn ang="0">
                <a:pos x="connsiteX42609" y="connsiteY42609"/>
              </a:cxn>
              <a:cxn ang="0">
                <a:pos x="connsiteX42610" y="connsiteY42610"/>
              </a:cxn>
              <a:cxn ang="0">
                <a:pos x="connsiteX42611" y="connsiteY42611"/>
              </a:cxn>
              <a:cxn ang="0">
                <a:pos x="connsiteX42612" y="connsiteY42612"/>
              </a:cxn>
              <a:cxn ang="0">
                <a:pos x="connsiteX42613" y="connsiteY42613"/>
              </a:cxn>
              <a:cxn ang="0">
                <a:pos x="connsiteX42614" y="connsiteY42614"/>
              </a:cxn>
              <a:cxn ang="0">
                <a:pos x="connsiteX42615" y="connsiteY42615"/>
              </a:cxn>
              <a:cxn ang="0">
                <a:pos x="connsiteX42616" y="connsiteY42616"/>
              </a:cxn>
              <a:cxn ang="0">
                <a:pos x="connsiteX42617" y="connsiteY42617"/>
              </a:cxn>
              <a:cxn ang="0">
                <a:pos x="connsiteX42618" y="connsiteY42618"/>
              </a:cxn>
              <a:cxn ang="0">
                <a:pos x="connsiteX42619" y="connsiteY42619"/>
              </a:cxn>
              <a:cxn ang="0">
                <a:pos x="connsiteX42620" y="connsiteY42620"/>
              </a:cxn>
              <a:cxn ang="0">
                <a:pos x="connsiteX42621" y="connsiteY42621"/>
              </a:cxn>
              <a:cxn ang="0">
                <a:pos x="connsiteX42622" y="connsiteY42622"/>
              </a:cxn>
              <a:cxn ang="0">
                <a:pos x="connsiteX42623" y="connsiteY42623"/>
              </a:cxn>
              <a:cxn ang="0">
                <a:pos x="connsiteX42624" y="connsiteY42624"/>
              </a:cxn>
              <a:cxn ang="0">
                <a:pos x="connsiteX42625" y="connsiteY42625"/>
              </a:cxn>
              <a:cxn ang="0">
                <a:pos x="connsiteX42626" y="connsiteY42626"/>
              </a:cxn>
              <a:cxn ang="0">
                <a:pos x="connsiteX42627" y="connsiteY42627"/>
              </a:cxn>
              <a:cxn ang="0">
                <a:pos x="connsiteX42628" y="connsiteY42628"/>
              </a:cxn>
              <a:cxn ang="0">
                <a:pos x="connsiteX42629" y="connsiteY42629"/>
              </a:cxn>
              <a:cxn ang="0">
                <a:pos x="connsiteX42630" y="connsiteY42630"/>
              </a:cxn>
              <a:cxn ang="0">
                <a:pos x="connsiteX42631" y="connsiteY42631"/>
              </a:cxn>
              <a:cxn ang="0">
                <a:pos x="connsiteX42632" y="connsiteY42632"/>
              </a:cxn>
              <a:cxn ang="0">
                <a:pos x="connsiteX42633" y="connsiteY42633"/>
              </a:cxn>
              <a:cxn ang="0">
                <a:pos x="connsiteX42634" y="connsiteY42634"/>
              </a:cxn>
              <a:cxn ang="0">
                <a:pos x="connsiteX42635" y="connsiteY42635"/>
              </a:cxn>
              <a:cxn ang="0">
                <a:pos x="connsiteX42636" y="connsiteY42636"/>
              </a:cxn>
              <a:cxn ang="0">
                <a:pos x="connsiteX42637" y="connsiteY42637"/>
              </a:cxn>
              <a:cxn ang="0">
                <a:pos x="connsiteX42638" y="connsiteY42638"/>
              </a:cxn>
              <a:cxn ang="0">
                <a:pos x="connsiteX42639" y="connsiteY42639"/>
              </a:cxn>
              <a:cxn ang="0">
                <a:pos x="connsiteX42640" y="connsiteY42640"/>
              </a:cxn>
              <a:cxn ang="0">
                <a:pos x="connsiteX42641" y="connsiteY42641"/>
              </a:cxn>
              <a:cxn ang="0">
                <a:pos x="connsiteX42642" y="connsiteY42642"/>
              </a:cxn>
              <a:cxn ang="0">
                <a:pos x="connsiteX42643" y="connsiteY42643"/>
              </a:cxn>
              <a:cxn ang="0">
                <a:pos x="connsiteX42644" y="connsiteY42644"/>
              </a:cxn>
              <a:cxn ang="0">
                <a:pos x="connsiteX42645" y="connsiteY42645"/>
              </a:cxn>
              <a:cxn ang="0">
                <a:pos x="connsiteX42646" y="connsiteY42646"/>
              </a:cxn>
              <a:cxn ang="0">
                <a:pos x="connsiteX42647" y="connsiteY42647"/>
              </a:cxn>
              <a:cxn ang="0">
                <a:pos x="connsiteX42648" y="connsiteY42648"/>
              </a:cxn>
              <a:cxn ang="0">
                <a:pos x="connsiteX42649" y="connsiteY42649"/>
              </a:cxn>
              <a:cxn ang="0">
                <a:pos x="connsiteX42650" y="connsiteY42650"/>
              </a:cxn>
              <a:cxn ang="0">
                <a:pos x="connsiteX42651" y="connsiteY42651"/>
              </a:cxn>
              <a:cxn ang="0">
                <a:pos x="connsiteX42652" y="connsiteY42652"/>
              </a:cxn>
              <a:cxn ang="0">
                <a:pos x="connsiteX42653" y="connsiteY42653"/>
              </a:cxn>
              <a:cxn ang="0">
                <a:pos x="connsiteX42654" y="connsiteY42654"/>
              </a:cxn>
              <a:cxn ang="0">
                <a:pos x="connsiteX42655" y="connsiteY42655"/>
              </a:cxn>
              <a:cxn ang="0">
                <a:pos x="connsiteX42656" y="connsiteY42656"/>
              </a:cxn>
              <a:cxn ang="0">
                <a:pos x="connsiteX42657" y="connsiteY42657"/>
              </a:cxn>
              <a:cxn ang="0">
                <a:pos x="connsiteX42658" y="connsiteY42658"/>
              </a:cxn>
              <a:cxn ang="0">
                <a:pos x="connsiteX42659" y="connsiteY42659"/>
              </a:cxn>
              <a:cxn ang="0">
                <a:pos x="connsiteX42660" y="connsiteY42660"/>
              </a:cxn>
              <a:cxn ang="0">
                <a:pos x="connsiteX42661" y="connsiteY42661"/>
              </a:cxn>
              <a:cxn ang="0">
                <a:pos x="connsiteX42662" y="connsiteY42662"/>
              </a:cxn>
              <a:cxn ang="0">
                <a:pos x="connsiteX42663" y="connsiteY42663"/>
              </a:cxn>
              <a:cxn ang="0">
                <a:pos x="connsiteX42664" y="connsiteY42664"/>
              </a:cxn>
              <a:cxn ang="0">
                <a:pos x="connsiteX42665" y="connsiteY42665"/>
              </a:cxn>
              <a:cxn ang="0">
                <a:pos x="connsiteX42666" y="connsiteY42666"/>
              </a:cxn>
              <a:cxn ang="0">
                <a:pos x="connsiteX42667" y="connsiteY42667"/>
              </a:cxn>
              <a:cxn ang="0">
                <a:pos x="connsiteX42668" y="connsiteY42668"/>
              </a:cxn>
              <a:cxn ang="0">
                <a:pos x="connsiteX42669" y="connsiteY42669"/>
              </a:cxn>
              <a:cxn ang="0">
                <a:pos x="connsiteX42670" y="connsiteY42670"/>
              </a:cxn>
              <a:cxn ang="0">
                <a:pos x="connsiteX42671" y="connsiteY42671"/>
              </a:cxn>
              <a:cxn ang="0">
                <a:pos x="connsiteX42672" y="connsiteY42672"/>
              </a:cxn>
              <a:cxn ang="0">
                <a:pos x="connsiteX42673" y="connsiteY42673"/>
              </a:cxn>
              <a:cxn ang="0">
                <a:pos x="connsiteX42674" y="connsiteY42674"/>
              </a:cxn>
              <a:cxn ang="0">
                <a:pos x="connsiteX42675" y="connsiteY42675"/>
              </a:cxn>
              <a:cxn ang="0">
                <a:pos x="connsiteX42676" y="connsiteY42676"/>
              </a:cxn>
              <a:cxn ang="0">
                <a:pos x="connsiteX42677" y="connsiteY42677"/>
              </a:cxn>
              <a:cxn ang="0">
                <a:pos x="connsiteX42678" y="connsiteY42678"/>
              </a:cxn>
              <a:cxn ang="0">
                <a:pos x="connsiteX42679" y="connsiteY42679"/>
              </a:cxn>
              <a:cxn ang="0">
                <a:pos x="connsiteX42680" y="connsiteY42680"/>
              </a:cxn>
              <a:cxn ang="0">
                <a:pos x="connsiteX42681" y="connsiteY42681"/>
              </a:cxn>
              <a:cxn ang="0">
                <a:pos x="connsiteX42682" y="connsiteY42682"/>
              </a:cxn>
              <a:cxn ang="0">
                <a:pos x="connsiteX42683" y="connsiteY42683"/>
              </a:cxn>
              <a:cxn ang="0">
                <a:pos x="connsiteX42684" y="connsiteY42684"/>
              </a:cxn>
              <a:cxn ang="0">
                <a:pos x="connsiteX42685" y="connsiteY42685"/>
              </a:cxn>
              <a:cxn ang="0">
                <a:pos x="connsiteX42686" y="connsiteY42686"/>
              </a:cxn>
              <a:cxn ang="0">
                <a:pos x="connsiteX42687" y="connsiteY42687"/>
              </a:cxn>
              <a:cxn ang="0">
                <a:pos x="connsiteX42688" y="connsiteY42688"/>
              </a:cxn>
              <a:cxn ang="0">
                <a:pos x="connsiteX42689" y="connsiteY42689"/>
              </a:cxn>
              <a:cxn ang="0">
                <a:pos x="connsiteX42690" y="connsiteY42690"/>
              </a:cxn>
              <a:cxn ang="0">
                <a:pos x="connsiteX42691" y="connsiteY42691"/>
              </a:cxn>
              <a:cxn ang="0">
                <a:pos x="connsiteX42692" y="connsiteY42692"/>
              </a:cxn>
              <a:cxn ang="0">
                <a:pos x="connsiteX42693" y="connsiteY42693"/>
              </a:cxn>
              <a:cxn ang="0">
                <a:pos x="connsiteX42694" y="connsiteY42694"/>
              </a:cxn>
              <a:cxn ang="0">
                <a:pos x="connsiteX42695" y="connsiteY42695"/>
              </a:cxn>
              <a:cxn ang="0">
                <a:pos x="connsiteX42696" y="connsiteY42696"/>
              </a:cxn>
              <a:cxn ang="0">
                <a:pos x="connsiteX42697" y="connsiteY42697"/>
              </a:cxn>
              <a:cxn ang="0">
                <a:pos x="connsiteX42698" y="connsiteY42698"/>
              </a:cxn>
              <a:cxn ang="0">
                <a:pos x="connsiteX42699" y="connsiteY42699"/>
              </a:cxn>
              <a:cxn ang="0">
                <a:pos x="connsiteX42700" y="connsiteY42700"/>
              </a:cxn>
              <a:cxn ang="0">
                <a:pos x="connsiteX42701" y="connsiteY42701"/>
              </a:cxn>
              <a:cxn ang="0">
                <a:pos x="connsiteX42702" y="connsiteY42702"/>
              </a:cxn>
              <a:cxn ang="0">
                <a:pos x="connsiteX42703" y="connsiteY42703"/>
              </a:cxn>
              <a:cxn ang="0">
                <a:pos x="connsiteX42704" y="connsiteY42704"/>
              </a:cxn>
              <a:cxn ang="0">
                <a:pos x="connsiteX42705" y="connsiteY42705"/>
              </a:cxn>
              <a:cxn ang="0">
                <a:pos x="connsiteX42706" y="connsiteY42706"/>
              </a:cxn>
              <a:cxn ang="0">
                <a:pos x="connsiteX42707" y="connsiteY42707"/>
              </a:cxn>
              <a:cxn ang="0">
                <a:pos x="connsiteX42708" y="connsiteY42708"/>
              </a:cxn>
              <a:cxn ang="0">
                <a:pos x="connsiteX42709" y="connsiteY42709"/>
              </a:cxn>
              <a:cxn ang="0">
                <a:pos x="connsiteX42710" y="connsiteY42710"/>
              </a:cxn>
              <a:cxn ang="0">
                <a:pos x="connsiteX42711" y="connsiteY42711"/>
              </a:cxn>
              <a:cxn ang="0">
                <a:pos x="connsiteX42712" y="connsiteY42712"/>
              </a:cxn>
              <a:cxn ang="0">
                <a:pos x="connsiteX42713" y="connsiteY42713"/>
              </a:cxn>
              <a:cxn ang="0">
                <a:pos x="connsiteX42714" y="connsiteY42714"/>
              </a:cxn>
              <a:cxn ang="0">
                <a:pos x="connsiteX42715" y="connsiteY42715"/>
              </a:cxn>
              <a:cxn ang="0">
                <a:pos x="connsiteX42716" y="connsiteY42716"/>
              </a:cxn>
              <a:cxn ang="0">
                <a:pos x="connsiteX42717" y="connsiteY42717"/>
              </a:cxn>
              <a:cxn ang="0">
                <a:pos x="connsiteX42718" y="connsiteY42718"/>
              </a:cxn>
              <a:cxn ang="0">
                <a:pos x="connsiteX42719" y="connsiteY42719"/>
              </a:cxn>
              <a:cxn ang="0">
                <a:pos x="connsiteX42720" y="connsiteY42720"/>
              </a:cxn>
              <a:cxn ang="0">
                <a:pos x="connsiteX42721" y="connsiteY42721"/>
              </a:cxn>
              <a:cxn ang="0">
                <a:pos x="connsiteX42722" y="connsiteY42722"/>
              </a:cxn>
              <a:cxn ang="0">
                <a:pos x="connsiteX42723" y="connsiteY42723"/>
              </a:cxn>
              <a:cxn ang="0">
                <a:pos x="connsiteX42724" y="connsiteY42724"/>
              </a:cxn>
              <a:cxn ang="0">
                <a:pos x="connsiteX42725" y="connsiteY42725"/>
              </a:cxn>
              <a:cxn ang="0">
                <a:pos x="connsiteX42726" y="connsiteY42726"/>
              </a:cxn>
              <a:cxn ang="0">
                <a:pos x="connsiteX42727" y="connsiteY42727"/>
              </a:cxn>
              <a:cxn ang="0">
                <a:pos x="connsiteX42728" y="connsiteY42728"/>
              </a:cxn>
              <a:cxn ang="0">
                <a:pos x="connsiteX42729" y="connsiteY42729"/>
              </a:cxn>
              <a:cxn ang="0">
                <a:pos x="connsiteX42730" y="connsiteY42730"/>
              </a:cxn>
              <a:cxn ang="0">
                <a:pos x="connsiteX42731" y="connsiteY42731"/>
              </a:cxn>
              <a:cxn ang="0">
                <a:pos x="connsiteX42732" y="connsiteY42732"/>
              </a:cxn>
              <a:cxn ang="0">
                <a:pos x="connsiteX42733" y="connsiteY42733"/>
              </a:cxn>
              <a:cxn ang="0">
                <a:pos x="connsiteX42734" y="connsiteY42734"/>
              </a:cxn>
              <a:cxn ang="0">
                <a:pos x="connsiteX42735" y="connsiteY42735"/>
              </a:cxn>
              <a:cxn ang="0">
                <a:pos x="connsiteX42736" y="connsiteY42736"/>
              </a:cxn>
              <a:cxn ang="0">
                <a:pos x="connsiteX42737" y="connsiteY42737"/>
              </a:cxn>
              <a:cxn ang="0">
                <a:pos x="connsiteX42738" y="connsiteY42738"/>
              </a:cxn>
              <a:cxn ang="0">
                <a:pos x="connsiteX42739" y="connsiteY42739"/>
              </a:cxn>
              <a:cxn ang="0">
                <a:pos x="connsiteX42740" y="connsiteY42740"/>
              </a:cxn>
              <a:cxn ang="0">
                <a:pos x="connsiteX42741" y="connsiteY42741"/>
              </a:cxn>
              <a:cxn ang="0">
                <a:pos x="connsiteX42742" y="connsiteY42742"/>
              </a:cxn>
              <a:cxn ang="0">
                <a:pos x="connsiteX42743" y="connsiteY42743"/>
              </a:cxn>
              <a:cxn ang="0">
                <a:pos x="connsiteX42744" y="connsiteY42744"/>
              </a:cxn>
              <a:cxn ang="0">
                <a:pos x="connsiteX42745" y="connsiteY42745"/>
              </a:cxn>
              <a:cxn ang="0">
                <a:pos x="connsiteX42746" y="connsiteY42746"/>
              </a:cxn>
              <a:cxn ang="0">
                <a:pos x="connsiteX42747" y="connsiteY42747"/>
              </a:cxn>
              <a:cxn ang="0">
                <a:pos x="connsiteX42748" y="connsiteY42748"/>
              </a:cxn>
              <a:cxn ang="0">
                <a:pos x="connsiteX42749" y="connsiteY42749"/>
              </a:cxn>
              <a:cxn ang="0">
                <a:pos x="connsiteX42750" y="connsiteY42750"/>
              </a:cxn>
              <a:cxn ang="0">
                <a:pos x="connsiteX42751" y="connsiteY42751"/>
              </a:cxn>
              <a:cxn ang="0">
                <a:pos x="connsiteX42752" y="connsiteY42752"/>
              </a:cxn>
              <a:cxn ang="0">
                <a:pos x="connsiteX42753" y="connsiteY42753"/>
              </a:cxn>
              <a:cxn ang="0">
                <a:pos x="connsiteX42754" y="connsiteY42754"/>
              </a:cxn>
              <a:cxn ang="0">
                <a:pos x="connsiteX42755" y="connsiteY42755"/>
              </a:cxn>
              <a:cxn ang="0">
                <a:pos x="connsiteX42756" y="connsiteY42756"/>
              </a:cxn>
              <a:cxn ang="0">
                <a:pos x="connsiteX42757" y="connsiteY42757"/>
              </a:cxn>
              <a:cxn ang="0">
                <a:pos x="connsiteX42758" y="connsiteY42758"/>
              </a:cxn>
              <a:cxn ang="0">
                <a:pos x="connsiteX42759" y="connsiteY42759"/>
              </a:cxn>
              <a:cxn ang="0">
                <a:pos x="connsiteX42760" y="connsiteY42760"/>
              </a:cxn>
              <a:cxn ang="0">
                <a:pos x="connsiteX42761" y="connsiteY42761"/>
              </a:cxn>
              <a:cxn ang="0">
                <a:pos x="connsiteX42762" y="connsiteY42762"/>
              </a:cxn>
              <a:cxn ang="0">
                <a:pos x="connsiteX42763" y="connsiteY42763"/>
              </a:cxn>
              <a:cxn ang="0">
                <a:pos x="connsiteX42764" y="connsiteY42764"/>
              </a:cxn>
              <a:cxn ang="0">
                <a:pos x="connsiteX42765" y="connsiteY42765"/>
              </a:cxn>
              <a:cxn ang="0">
                <a:pos x="connsiteX42766" y="connsiteY42766"/>
              </a:cxn>
              <a:cxn ang="0">
                <a:pos x="connsiteX42767" y="connsiteY42767"/>
              </a:cxn>
              <a:cxn ang="0">
                <a:pos x="connsiteX42768" y="connsiteY42768"/>
              </a:cxn>
              <a:cxn ang="0">
                <a:pos x="connsiteX42769" y="connsiteY42769"/>
              </a:cxn>
              <a:cxn ang="0">
                <a:pos x="connsiteX42770" y="connsiteY42770"/>
              </a:cxn>
              <a:cxn ang="0">
                <a:pos x="connsiteX42771" y="connsiteY42771"/>
              </a:cxn>
              <a:cxn ang="0">
                <a:pos x="connsiteX42772" y="connsiteY42772"/>
              </a:cxn>
              <a:cxn ang="0">
                <a:pos x="connsiteX42773" y="connsiteY42773"/>
              </a:cxn>
              <a:cxn ang="0">
                <a:pos x="connsiteX42774" y="connsiteY42774"/>
              </a:cxn>
              <a:cxn ang="0">
                <a:pos x="connsiteX42775" y="connsiteY42775"/>
              </a:cxn>
              <a:cxn ang="0">
                <a:pos x="connsiteX42776" y="connsiteY42776"/>
              </a:cxn>
              <a:cxn ang="0">
                <a:pos x="connsiteX42777" y="connsiteY42777"/>
              </a:cxn>
              <a:cxn ang="0">
                <a:pos x="connsiteX42778" y="connsiteY42778"/>
              </a:cxn>
              <a:cxn ang="0">
                <a:pos x="connsiteX42779" y="connsiteY42779"/>
              </a:cxn>
              <a:cxn ang="0">
                <a:pos x="connsiteX42780" y="connsiteY42780"/>
              </a:cxn>
              <a:cxn ang="0">
                <a:pos x="connsiteX42781" y="connsiteY42781"/>
              </a:cxn>
              <a:cxn ang="0">
                <a:pos x="connsiteX42782" y="connsiteY42782"/>
              </a:cxn>
              <a:cxn ang="0">
                <a:pos x="connsiteX42783" y="connsiteY42783"/>
              </a:cxn>
              <a:cxn ang="0">
                <a:pos x="connsiteX42784" y="connsiteY42784"/>
              </a:cxn>
              <a:cxn ang="0">
                <a:pos x="connsiteX42785" y="connsiteY42785"/>
              </a:cxn>
              <a:cxn ang="0">
                <a:pos x="connsiteX42786" y="connsiteY42786"/>
              </a:cxn>
              <a:cxn ang="0">
                <a:pos x="connsiteX42787" y="connsiteY42787"/>
              </a:cxn>
              <a:cxn ang="0">
                <a:pos x="connsiteX42788" y="connsiteY42788"/>
              </a:cxn>
              <a:cxn ang="0">
                <a:pos x="connsiteX42789" y="connsiteY42789"/>
              </a:cxn>
              <a:cxn ang="0">
                <a:pos x="connsiteX42790" y="connsiteY42790"/>
              </a:cxn>
              <a:cxn ang="0">
                <a:pos x="connsiteX42791" y="connsiteY42791"/>
              </a:cxn>
              <a:cxn ang="0">
                <a:pos x="connsiteX42792" y="connsiteY42792"/>
              </a:cxn>
              <a:cxn ang="0">
                <a:pos x="connsiteX42793" y="connsiteY42793"/>
              </a:cxn>
              <a:cxn ang="0">
                <a:pos x="connsiteX42794" y="connsiteY42794"/>
              </a:cxn>
              <a:cxn ang="0">
                <a:pos x="connsiteX42795" y="connsiteY42795"/>
              </a:cxn>
              <a:cxn ang="0">
                <a:pos x="connsiteX42796" y="connsiteY42796"/>
              </a:cxn>
              <a:cxn ang="0">
                <a:pos x="connsiteX42797" y="connsiteY42797"/>
              </a:cxn>
              <a:cxn ang="0">
                <a:pos x="connsiteX42798" y="connsiteY42798"/>
              </a:cxn>
              <a:cxn ang="0">
                <a:pos x="connsiteX42799" y="connsiteY42799"/>
              </a:cxn>
              <a:cxn ang="0">
                <a:pos x="connsiteX42800" y="connsiteY42800"/>
              </a:cxn>
              <a:cxn ang="0">
                <a:pos x="connsiteX42801" y="connsiteY42801"/>
              </a:cxn>
              <a:cxn ang="0">
                <a:pos x="connsiteX42802" y="connsiteY42802"/>
              </a:cxn>
              <a:cxn ang="0">
                <a:pos x="connsiteX42803" y="connsiteY42803"/>
              </a:cxn>
              <a:cxn ang="0">
                <a:pos x="connsiteX42804" y="connsiteY42804"/>
              </a:cxn>
              <a:cxn ang="0">
                <a:pos x="connsiteX42805" y="connsiteY42805"/>
              </a:cxn>
              <a:cxn ang="0">
                <a:pos x="connsiteX42806" y="connsiteY42806"/>
              </a:cxn>
              <a:cxn ang="0">
                <a:pos x="connsiteX42807" y="connsiteY42807"/>
              </a:cxn>
              <a:cxn ang="0">
                <a:pos x="connsiteX42808" y="connsiteY42808"/>
              </a:cxn>
              <a:cxn ang="0">
                <a:pos x="connsiteX42809" y="connsiteY42809"/>
              </a:cxn>
              <a:cxn ang="0">
                <a:pos x="connsiteX42810" y="connsiteY42810"/>
              </a:cxn>
              <a:cxn ang="0">
                <a:pos x="connsiteX42811" y="connsiteY42811"/>
              </a:cxn>
              <a:cxn ang="0">
                <a:pos x="connsiteX42812" y="connsiteY42812"/>
              </a:cxn>
              <a:cxn ang="0">
                <a:pos x="connsiteX42813" y="connsiteY42813"/>
              </a:cxn>
              <a:cxn ang="0">
                <a:pos x="connsiteX42814" y="connsiteY42814"/>
              </a:cxn>
              <a:cxn ang="0">
                <a:pos x="connsiteX42815" y="connsiteY42815"/>
              </a:cxn>
              <a:cxn ang="0">
                <a:pos x="connsiteX42816" y="connsiteY42816"/>
              </a:cxn>
              <a:cxn ang="0">
                <a:pos x="connsiteX42817" y="connsiteY42817"/>
              </a:cxn>
              <a:cxn ang="0">
                <a:pos x="connsiteX42818" y="connsiteY42818"/>
              </a:cxn>
              <a:cxn ang="0">
                <a:pos x="connsiteX42819" y="connsiteY42819"/>
              </a:cxn>
              <a:cxn ang="0">
                <a:pos x="connsiteX42820" y="connsiteY42820"/>
              </a:cxn>
              <a:cxn ang="0">
                <a:pos x="connsiteX42821" y="connsiteY42821"/>
              </a:cxn>
              <a:cxn ang="0">
                <a:pos x="connsiteX42822" y="connsiteY42822"/>
              </a:cxn>
              <a:cxn ang="0">
                <a:pos x="connsiteX42823" y="connsiteY42823"/>
              </a:cxn>
              <a:cxn ang="0">
                <a:pos x="connsiteX42824" y="connsiteY42824"/>
              </a:cxn>
              <a:cxn ang="0">
                <a:pos x="connsiteX42825" y="connsiteY42825"/>
              </a:cxn>
              <a:cxn ang="0">
                <a:pos x="connsiteX42826" y="connsiteY42826"/>
              </a:cxn>
              <a:cxn ang="0">
                <a:pos x="connsiteX42827" y="connsiteY42827"/>
              </a:cxn>
              <a:cxn ang="0">
                <a:pos x="connsiteX42828" y="connsiteY42828"/>
              </a:cxn>
              <a:cxn ang="0">
                <a:pos x="connsiteX42829" y="connsiteY42829"/>
              </a:cxn>
              <a:cxn ang="0">
                <a:pos x="connsiteX42830" y="connsiteY42830"/>
              </a:cxn>
              <a:cxn ang="0">
                <a:pos x="connsiteX42831" y="connsiteY42831"/>
              </a:cxn>
              <a:cxn ang="0">
                <a:pos x="connsiteX42832" y="connsiteY42832"/>
              </a:cxn>
              <a:cxn ang="0">
                <a:pos x="connsiteX42833" y="connsiteY42833"/>
              </a:cxn>
              <a:cxn ang="0">
                <a:pos x="connsiteX42834" y="connsiteY42834"/>
              </a:cxn>
              <a:cxn ang="0">
                <a:pos x="connsiteX42835" y="connsiteY42835"/>
              </a:cxn>
              <a:cxn ang="0">
                <a:pos x="connsiteX42836" y="connsiteY42836"/>
              </a:cxn>
              <a:cxn ang="0">
                <a:pos x="connsiteX42837" y="connsiteY42837"/>
              </a:cxn>
              <a:cxn ang="0">
                <a:pos x="connsiteX42838" y="connsiteY42838"/>
              </a:cxn>
              <a:cxn ang="0">
                <a:pos x="connsiteX42839" y="connsiteY42839"/>
              </a:cxn>
              <a:cxn ang="0">
                <a:pos x="connsiteX42840" y="connsiteY42840"/>
              </a:cxn>
              <a:cxn ang="0">
                <a:pos x="connsiteX42841" y="connsiteY42841"/>
              </a:cxn>
              <a:cxn ang="0">
                <a:pos x="connsiteX42842" y="connsiteY42842"/>
              </a:cxn>
              <a:cxn ang="0">
                <a:pos x="connsiteX42843" y="connsiteY42843"/>
              </a:cxn>
              <a:cxn ang="0">
                <a:pos x="connsiteX42844" y="connsiteY42844"/>
              </a:cxn>
              <a:cxn ang="0">
                <a:pos x="connsiteX42845" y="connsiteY42845"/>
              </a:cxn>
              <a:cxn ang="0">
                <a:pos x="connsiteX42846" y="connsiteY42846"/>
              </a:cxn>
              <a:cxn ang="0">
                <a:pos x="connsiteX42847" y="connsiteY42847"/>
              </a:cxn>
              <a:cxn ang="0">
                <a:pos x="connsiteX42848" y="connsiteY42848"/>
              </a:cxn>
              <a:cxn ang="0">
                <a:pos x="connsiteX42849" y="connsiteY42849"/>
              </a:cxn>
              <a:cxn ang="0">
                <a:pos x="connsiteX42850" y="connsiteY42850"/>
              </a:cxn>
              <a:cxn ang="0">
                <a:pos x="connsiteX42851" y="connsiteY42851"/>
              </a:cxn>
              <a:cxn ang="0">
                <a:pos x="connsiteX42852" y="connsiteY42852"/>
              </a:cxn>
              <a:cxn ang="0">
                <a:pos x="connsiteX42853" y="connsiteY42853"/>
              </a:cxn>
              <a:cxn ang="0">
                <a:pos x="connsiteX42854" y="connsiteY42854"/>
              </a:cxn>
              <a:cxn ang="0">
                <a:pos x="connsiteX42855" y="connsiteY42855"/>
              </a:cxn>
              <a:cxn ang="0">
                <a:pos x="connsiteX42856" y="connsiteY42856"/>
              </a:cxn>
              <a:cxn ang="0">
                <a:pos x="connsiteX42857" y="connsiteY42857"/>
              </a:cxn>
              <a:cxn ang="0">
                <a:pos x="connsiteX42858" y="connsiteY42858"/>
              </a:cxn>
              <a:cxn ang="0">
                <a:pos x="connsiteX42859" y="connsiteY42859"/>
              </a:cxn>
              <a:cxn ang="0">
                <a:pos x="connsiteX42860" y="connsiteY42860"/>
              </a:cxn>
              <a:cxn ang="0">
                <a:pos x="connsiteX42861" y="connsiteY42861"/>
              </a:cxn>
              <a:cxn ang="0">
                <a:pos x="connsiteX42862" y="connsiteY42862"/>
              </a:cxn>
              <a:cxn ang="0">
                <a:pos x="connsiteX42863" y="connsiteY42863"/>
              </a:cxn>
              <a:cxn ang="0">
                <a:pos x="connsiteX42864" y="connsiteY42864"/>
              </a:cxn>
              <a:cxn ang="0">
                <a:pos x="connsiteX42865" y="connsiteY42865"/>
              </a:cxn>
              <a:cxn ang="0">
                <a:pos x="connsiteX42866" y="connsiteY42866"/>
              </a:cxn>
              <a:cxn ang="0">
                <a:pos x="connsiteX42867" y="connsiteY42867"/>
              </a:cxn>
              <a:cxn ang="0">
                <a:pos x="connsiteX42868" y="connsiteY42868"/>
              </a:cxn>
              <a:cxn ang="0">
                <a:pos x="connsiteX42869" y="connsiteY42869"/>
              </a:cxn>
              <a:cxn ang="0">
                <a:pos x="connsiteX42870" y="connsiteY42870"/>
              </a:cxn>
              <a:cxn ang="0">
                <a:pos x="connsiteX42871" y="connsiteY42871"/>
              </a:cxn>
              <a:cxn ang="0">
                <a:pos x="connsiteX42872" y="connsiteY42872"/>
              </a:cxn>
              <a:cxn ang="0">
                <a:pos x="connsiteX42873" y="connsiteY42873"/>
              </a:cxn>
              <a:cxn ang="0">
                <a:pos x="connsiteX42874" y="connsiteY42874"/>
              </a:cxn>
              <a:cxn ang="0">
                <a:pos x="connsiteX42875" y="connsiteY42875"/>
              </a:cxn>
              <a:cxn ang="0">
                <a:pos x="connsiteX42876" y="connsiteY42876"/>
              </a:cxn>
              <a:cxn ang="0">
                <a:pos x="connsiteX42877" y="connsiteY42877"/>
              </a:cxn>
              <a:cxn ang="0">
                <a:pos x="connsiteX42878" y="connsiteY42878"/>
              </a:cxn>
              <a:cxn ang="0">
                <a:pos x="connsiteX42879" y="connsiteY42879"/>
              </a:cxn>
              <a:cxn ang="0">
                <a:pos x="connsiteX42880" y="connsiteY42880"/>
              </a:cxn>
              <a:cxn ang="0">
                <a:pos x="connsiteX42881" y="connsiteY42881"/>
              </a:cxn>
              <a:cxn ang="0">
                <a:pos x="connsiteX42882" y="connsiteY42882"/>
              </a:cxn>
              <a:cxn ang="0">
                <a:pos x="connsiteX42883" y="connsiteY42883"/>
              </a:cxn>
              <a:cxn ang="0">
                <a:pos x="connsiteX42884" y="connsiteY42884"/>
              </a:cxn>
              <a:cxn ang="0">
                <a:pos x="connsiteX42885" y="connsiteY42885"/>
              </a:cxn>
              <a:cxn ang="0">
                <a:pos x="connsiteX42886" y="connsiteY42886"/>
              </a:cxn>
              <a:cxn ang="0">
                <a:pos x="connsiteX42887" y="connsiteY42887"/>
              </a:cxn>
              <a:cxn ang="0">
                <a:pos x="connsiteX42888" y="connsiteY42888"/>
              </a:cxn>
              <a:cxn ang="0">
                <a:pos x="connsiteX42889" y="connsiteY42889"/>
              </a:cxn>
              <a:cxn ang="0">
                <a:pos x="connsiteX42890" y="connsiteY42890"/>
              </a:cxn>
              <a:cxn ang="0">
                <a:pos x="connsiteX42891" y="connsiteY42891"/>
              </a:cxn>
              <a:cxn ang="0">
                <a:pos x="connsiteX42892" y="connsiteY42892"/>
              </a:cxn>
              <a:cxn ang="0">
                <a:pos x="connsiteX42893" y="connsiteY42893"/>
              </a:cxn>
              <a:cxn ang="0">
                <a:pos x="connsiteX42894" y="connsiteY42894"/>
              </a:cxn>
              <a:cxn ang="0">
                <a:pos x="connsiteX42895" y="connsiteY42895"/>
              </a:cxn>
              <a:cxn ang="0">
                <a:pos x="connsiteX42896" y="connsiteY42896"/>
              </a:cxn>
              <a:cxn ang="0">
                <a:pos x="connsiteX42897" y="connsiteY42897"/>
              </a:cxn>
              <a:cxn ang="0">
                <a:pos x="connsiteX42898" y="connsiteY42898"/>
              </a:cxn>
              <a:cxn ang="0">
                <a:pos x="connsiteX42899" y="connsiteY42899"/>
              </a:cxn>
              <a:cxn ang="0">
                <a:pos x="connsiteX42900" y="connsiteY42900"/>
              </a:cxn>
              <a:cxn ang="0">
                <a:pos x="connsiteX42901" y="connsiteY42901"/>
              </a:cxn>
              <a:cxn ang="0">
                <a:pos x="connsiteX42902" y="connsiteY42902"/>
              </a:cxn>
              <a:cxn ang="0">
                <a:pos x="connsiteX42903" y="connsiteY42903"/>
              </a:cxn>
              <a:cxn ang="0">
                <a:pos x="connsiteX42904" y="connsiteY42904"/>
              </a:cxn>
              <a:cxn ang="0">
                <a:pos x="connsiteX42905" y="connsiteY42905"/>
              </a:cxn>
              <a:cxn ang="0">
                <a:pos x="connsiteX42906" y="connsiteY42906"/>
              </a:cxn>
              <a:cxn ang="0">
                <a:pos x="connsiteX42907" y="connsiteY42907"/>
              </a:cxn>
              <a:cxn ang="0">
                <a:pos x="connsiteX42908" y="connsiteY42908"/>
              </a:cxn>
              <a:cxn ang="0">
                <a:pos x="connsiteX42909" y="connsiteY42909"/>
              </a:cxn>
              <a:cxn ang="0">
                <a:pos x="connsiteX42910" y="connsiteY42910"/>
              </a:cxn>
              <a:cxn ang="0">
                <a:pos x="connsiteX42911" y="connsiteY42911"/>
              </a:cxn>
              <a:cxn ang="0">
                <a:pos x="connsiteX42912" y="connsiteY42912"/>
              </a:cxn>
              <a:cxn ang="0">
                <a:pos x="connsiteX42913" y="connsiteY42913"/>
              </a:cxn>
              <a:cxn ang="0">
                <a:pos x="connsiteX42914" y="connsiteY42914"/>
              </a:cxn>
              <a:cxn ang="0">
                <a:pos x="connsiteX42915" y="connsiteY42915"/>
              </a:cxn>
              <a:cxn ang="0">
                <a:pos x="connsiteX42916" y="connsiteY42916"/>
              </a:cxn>
              <a:cxn ang="0">
                <a:pos x="connsiteX42917" y="connsiteY42917"/>
              </a:cxn>
              <a:cxn ang="0">
                <a:pos x="connsiteX42918" y="connsiteY42918"/>
              </a:cxn>
              <a:cxn ang="0">
                <a:pos x="connsiteX42919" y="connsiteY42919"/>
              </a:cxn>
              <a:cxn ang="0">
                <a:pos x="connsiteX42920" y="connsiteY42920"/>
              </a:cxn>
              <a:cxn ang="0">
                <a:pos x="connsiteX42921" y="connsiteY42921"/>
              </a:cxn>
              <a:cxn ang="0">
                <a:pos x="connsiteX42922" y="connsiteY42922"/>
              </a:cxn>
              <a:cxn ang="0">
                <a:pos x="connsiteX42923" y="connsiteY42923"/>
              </a:cxn>
              <a:cxn ang="0">
                <a:pos x="connsiteX42924" y="connsiteY42924"/>
              </a:cxn>
              <a:cxn ang="0">
                <a:pos x="connsiteX42925" y="connsiteY42925"/>
              </a:cxn>
              <a:cxn ang="0">
                <a:pos x="connsiteX42926" y="connsiteY42926"/>
              </a:cxn>
              <a:cxn ang="0">
                <a:pos x="connsiteX42927" y="connsiteY42927"/>
              </a:cxn>
              <a:cxn ang="0">
                <a:pos x="connsiteX42928" y="connsiteY42928"/>
              </a:cxn>
              <a:cxn ang="0">
                <a:pos x="connsiteX42929" y="connsiteY42929"/>
              </a:cxn>
              <a:cxn ang="0">
                <a:pos x="connsiteX42930" y="connsiteY42930"/>
              </a:cxn>
              <a:cxn ang="0">
                <a:pos x="connsiteX42931" y="connsiteY42931"/>
              </a:cxn>
              <a:cxn ang="0">
                <a:pos x="connsiteX42932" y="connsiteY42932"/>
              </a:cxn>
              <a:cxn ang="0">
                <a:pos x="connsiteX42933" y="connsiteY42933"/>
              </a:cxn>
              <a:cxn ang="0">
                <a:pos x="connsiteX42934" y="connsiteY42934"/>
              </a:cxn>
              <a:cxn ang="0">
                <a:pos x="connsiteX42935" y="connsiteY42935"/>
              </a:cxn>
              <a:cxn ang="0">
                <a:pos x="connsiteX42936" y="connsiteY42936"/>
              </a:cxn>
              <a:cxn ang="0">
                <a:pos x="connsiteX42937" y="connsiteY42937"/>
              </a:cxn>
              <a:cxn ang="0">
                <a:pos x="connsiteX42938" y="connsiteY42938"/>
              </a:cxn>
              <a:cxn ang="0">
                <a:pos x="connsiteX42939" y="connsiteY42939"/>
              </a:cxn>
              <a:cxn ang="0">
                <a:pos x="connsiteX42940" y="connsiteY42940"/>
              </a:cxn>
              <a:cxn ang="0">
                <a:pos x="connsiteX42941" y="connsiteY42941"/>
              </a:cxn>
              <a:cxn ang="0">
                <a:pos x="connsiteX42942" y="connsiteY42942"/>
              </a:cxn>
              <a:cxn ang="0">
                <a:pos x="connsiteX42943" y="connsiteY42943"/>
              </a:cxn>
              <a:cxn ang="0">
                <a:pos x="connsiteX42944" y="connsiteY42944"/>
              </a:cxn>
              <a:cxn ang="0">
                <a:pos x="connsiteX42945" y="connsiteY42945"/>
              </a:cxn>
              <a:cxn ang="0">
                <a:pos x="connsiteX42946" y="connsiteY42946"/>
              </a:cxn>
              <a:cxn ang="0">
                <a:pos x="connsiteX42947" y="connsiteY42947"/>
              </a:cxn>
              <a:cxn ang="0">
                <a:pos x="connsiteX42948" y="connsiteY42948"/>
              </a:cxn>
              <a:cxn ang="0">
                <a:pos x="connsiteX42949" y="connsiteY42949"/>
              </a:cxn>
              <a:cxn ang="0">
                <a:pos x="connsiteX42950" y="connsiteY42950"/>
              </a:cxn>
              <a:cxn ang="0">
                <a:pos x="connsiteX42951" y="connsiteY42951"/>
              </a:cxn>
              <a:cxn ang="0">
                <a:pos x="connsiteX42952" y="connsiteY42952"/>
              </a:cxn>
              <a:cxn ang="0">
                <a:pos x="connsiteX42953" y="connsiteY42953"/>
              </a:cxn>
              <a:cxn ang="0">
                <a:pos x="connsiteX42954" y="connsiteY42954"/>
              </a:cxn>
              <a:cxn ang="0">
                <a:pos x="connsiteX42955" y="connsiteY42955"/>
              </a:cxn>
              <a:cxn ang="0">
                <a:pos x="connsiteX42956" y="connsiteY42956"/>
              </a:cxn>
              <a:cxn ang="0">
                <a:pos x="connsiteX42957" y="connsiteY42957"/>
              </a:cxn>
              <a:cxn ang="0">
                <a:pos x="connsiteX42958" y="connsiteY42958"/>
              </a:cxn>
              <a:cxn ang="0">
                <a:pos x="connsiteX42959" y="connsiteY42959"/>
              </a:cxn>
              <a:cxn ang="0">
                <a:pos x="connsiteX42960" y="connsiteY42960"/>
              </a:cxn>
              <a:cxn ang="0">
                <a:pos x="connsiteX42961" y="connsiteY42961"/>
              </a:cxn>
              <a:cxn ang="0">
                <a:pos x="connsiteX42962" y="connsiteY42962"/>
              </a:cxn>
              <a:cxn ang="0">
                <a:pos x="connsiteX42963" y="connsiteY42963"/>
              </a:cxn>
              <a:cxn ang="0">
                <a:pos x="connsiteX42964" y="connsiteY42964"/>
              </a:cxn>
              <a:cxn ang="0">
                <a:pos x="connsiteX42965" y="connsiteY42965"/>
              </a:cxn>
              <a:cxn ang="0">
                <a:pos x="connsiteX42966" y="connsiteY42966"/>
              </a:cxn>
              <a:cxn ang="0">
                <a:pos x="connsiteX42967" y="connsiteY42967"/>
              </a:cxn>
              <a:cxn ang="0">
                <a:pos x="connsiteX42968" y="connsiteY42968"/>
              </a:cxn>
              <a:cxn ang="0">
                <a:pos x="connsiteX42969" y="connsiteY42969"/>
              </a:cxn>
              <a:cxn ang="0">
                <a:pos x="connsiteX42970" y="connsiteY42970"/>
              </a:cxn>
              <a:cxn ang="0">
                <a:pos x="connsiteX42971" y="connsiteY42971"/>
              </a:cxn>
              <a:cxn ang="0">
                <a:pos x="connsiteX42972" y="connsiteY42972"/>
              </a:cxn>
              <a:cxn ang="0">
                <a:pos x="connsiteX42973" y="connsiteY42973"/>
              </a:cxn>
              <a:cxn ang="0">
                <a:pos x="connsiteX42974" y="connsiteY42974"/>
              </a:cxn>
              <a:cxn ang="0">
                <a:pos x="connsiteX42975" y="connsiteY42975"/>
              </a:cxn>
              <a:cxn ang="0">
                <a:pos x="connsiteX42976" y="connsiteY42976"/>
              </a:cxn>
              <a:cxn ang="0">
                <a:pos x="connsiteX42977" y="connsiteY42977"/>
              </a:cxn>
              <a:cxn ang="0">
                <a:pos x="connsiteX42978" y="connsiteY42978"/>
              </a:cxn>
              <a:cxn ang="0">
                <a:pos x="connsiteX42979" y="connsiteY42979"/>
              </a:cxn>
              <a:cxn ang="0">
                <a:pos x="connsiteX42980" y="connsiteY42980"/>
              </a:cxn>
              <a:cxn ang="0">
                <a:pos x="connsiteX42981" y="connsiteY42981"/>
              </a:cxn>
              <a:cxn ang="0">
                <a:pos x="connsiteX42982" y="connsiteY42982"/>
              </a:cxn>
              <a:cxn ang="0">
                <a:pos x="connsiteX42983" y="connsiteY42983"/>
              </a:cxn>
              <a:cxn ang="0">
                <a:pos x="connsiteX42984" y="connsiteY42984"/>
              </a:cxn>
              <a:cxn ang="0">
                <a:pos x="connsiteX42985" y="connsiteY42985"/>
              </a:cxn>
              <a:cxn ang="0">
                <a:pos x="connsiteX42986" y="connsiteY42986"/>
              </a:cxn>
              <a:cxn ang="0">
                <a:pos x="connsiteX42987" y="connsiteY42987"/>
              </a:cxn>
              <a:cxn ang="0">
                <a:pos x="connsiteX42988" y="connsiteY42988"/>
              </a:cxn>
              <a:cxn ang="0">
                <a:pos x="connsiteX42989" y="connsiteY42989"/>
              </a:cxn>
              <a:cxn ang="0">
                <a:pos x="connsiteX42990" y="connsiteY42990"/>
              </a:cxn>
              <a:cxn ang="0">
                <a:pos x="connsiteX42991" y="connsiteY42991"/>
              </a:cxn>
              <a:cxn ang="0">
                <a:pos x="connsiteX42992" y="connsiteY42992"/>
              </a:cxn>
              <a:cxn ang="0">
                <a:pos x="connsiteX42993" y="connsiteY42993"/>
              </a:cxn>
              <a:cxn ang="0">
                <a:pos x="connsiteX42994" y="connsiteY42994"/>
              </a:cxn>
              <a:cxn ang="0">
                <a:pos x="connsiteX42995" y="connsiteY42995"/>
              </a:cxn>
              <a:cxn ang="0">
                <a:pos x="connsiteX42996" y="connsiteY42996"/>
              </a:cxn>
              <a:cxn ang="0">
                <a:pos x="connsiteX42997" y="connsiteY42997"/>
              </a:cxn>
              <a:cxn ang="0">
                <a:pos x="connsiteX42998" y="connsiteY42998"/>
              </a:cxn>
              <a:cxn ang="0">
                <a:pos x="connsiteX42999" y="connsiteY42999"/>
              </a:cxn>
              <a:cxn ang="0">
                <a:pos x="connsiteX43000" y="connsiteY43000"/>
              </a:cxn>
              <a:cxn ang="0">
                <a:pos x="connsiteX43001" y="connsiteY43001"/>
              </a:cxn>
              <a:cxn ang="0">
                <a:pos x="connsiteX43002" y="connsiteY43002"/>
              </a:cxn>
              <a:cxn ang="0">
                <a:pos x="connsiteX43003" y="connsiteY43003"/>
              </a:cxn>
              <a:cxn ang="0">
                <a:pos x="connsiteX43004" y="connsiteY43004"/>
              </a:cxn>
              <a:cxn ang="0">
                <a:pos x="connsiteX43005" y="connsiteY43005"/>
              </a:cxn>
              <a:cxn ang="0">
                <a:pos x="connsiteX43006" y="connsiteY43006"/>
              </a:cxn>
              <a:cxn ang="0">
                <a:pos x="connsiteX43007" y="connsiteY43007"/>
              </a:cxn>
              <a:cxn ang="0">
                <a:pos x="connsiteX43008" y="connsiteY43008"/>
              </a:cxn>
              <a:cxn ang="0">
                <a:pos x="connsiteX43009" y="connsiteY43009"/>
              </a:cxn>
              <a:cxn ang="0">
                <a:pos x="connsiteX43010" y="connsiteY43010"/>
              </a:cxn>
              <a:cxn ang="0">
                <a:pos x="connsiteX43011" y="connsiteY43011"/>
              </a:cxn>
              <a:cxn ang="0">
                <a:pos x="connsiteX43012" y="connsiteY43012"/>
              </a:cxn>
              <a:cxn ang="0">
                <a:pos x="connsiteX43013" y="connsiteY43013"/>
              </a:cxn>
              <a:cxn ang="0">
                <a:pos x="connsiteX43014" y="connsiteY43014"/>
              </a:cxn>
              <a:cxn ang="0">
                <a:pos x="connsiteX43015" y="connsiteY43015"/>
              </a:cxn>
              <a:cxn ang="0">
                <a:pos x="connsiteX43016" y="connsiteY43016"/>
              </a:cxn>
              <a:cxn ang="0">
                <a:pos x="connsiteX43017" y="connsiteY43017"/>
              </a:cxn>
              <a:cxn ang="0">
                <a:pos x="connsiteX43018" y="connsiteY43018"/>
              </a:cxn>
              <a:cxn ang="0">
                <a:pos x="connsiteX43019" y="connsiteY43019"/>
              </a:cxn>
              <a:cxn ang="0">
                <a:pos x="connsiteX43020" y="connsiteY43020"/>
              </a:cxn>
              <a:cxn ang="0">
                <a:pos x="connsiteX43021" y="connsiteY43021"/>
              </a:cxn>
              <a:cxn ang="0">
                <a:pos x="connsiteX43022" y="connsiteY43022"/>
              </a:cxn>
              <a:cxn ang="0">
                <a:pos x="connsiteX43023" y="connsiteY43023"/>
              </a:cxn>
              <a:cxn ang="0">
                <a:pos x="connsiteX43024" y="connsiteY43024"/>
              </a:cxn>
              <a:cxn ang="0">
                <a:pos x="connsiteX43025" y="connsiteY43025"/>
              </a:cxn>
              <a:cxn ang="0">
                <a:pos x="connsiteX43026" y="connsiteY43026"/>
              </a:cxn>
              <a:cxn ang="0">
                <a:pos x="connsiteX43027" y="connsiteY43027"/>
              </a:cxn>
              <a:cxn ang="0">
                <a:pos x="connsiteX43028" y="connsiteY43028"/>
              </a:cxn>
              <a:cxn ang="0">
                <a:pos x="connsiteX43029" y="connsiteY43029"/>
              </a:cxn>
              <a:cxn ang="0">
                <a:pos x="connsiteX43030" y="connsiteY43030"/>
              </a:cxn>
              <a:cxn ang="0">
                <a:pos x="connsiteX43031" y="connsiteY43031"/>
              </a:cxn>
              <a:cxn ang="0">
                <a:pos x="connsiteX43032" y="connsiteY43032"/>
              </a:cxn>
              <a:cxn ang="0">
                <a:pos x="connsiteX43033" y="connsiteY43033"/>
              </a:cxn>
              <a:cxn ang="0">
                <a:pos x="connsiteX43034" y="connsiteY43034"/>
              </a:cxn>
              <a:cxn ang="0">
                <a:pos x="connsiteX43035" y="connsiteY43035"/>
              </a:cxn>
              <a:cxn ang="0">
                <a:pos x="connsiteX43036" y="connsiteY43036"/>
              </a:cxn>
              <a:cxn ang="0">
                <a:pos x="connsiteX43037" y="connsiteY43037"/>
              </a:cxn>
              <a:cxn ang="0">
                <a:pos x="connsiteX43038" y="connsiteY43038"/>
              </a:cxn>
              <a:cxn ang="0">
                <a:pos x="connsiteX43039" y="connsiteY43039"/>
              </a:cxn>
              <a:cxn ang="0">
                <a:pos x="connsiteX43040" y="connsiteY43040"/>
              </a:cxn>
              <a:cxn ang="0">
                <a:pos x="connsiteX43041" y="connsiteY43041"/>
              </a:cxn>
              <a:cxn ang="0">
                <a:pos x="connsiteX43042" y="connsiteY43042"/>
              </a:cxn>
              <a:cxn ang="0">
                <a:pos x="connsiteX43043" y="connsiteY43043"/>
              </a:cxn>
              <a:cxn ang="0">
                <a:pos x="connsiteX43044" y="connsiteY43044"/>
              </a:cxn>
              <a:cxn ang="0">
                <a:pos x="connsiteX43045" y="connsiteY43045"/>
              </a:cxn>
              <a:cxn ang="0">
                <a:pos x="connsiteX43046" y="connsiteY43046"/>
              </a:cxn>
              <a:cxn ang="0">
                <a:pos x="connsiteX43047" y="connsiteY43047"/>
              </a:cxn>
              <a:cxn ang="0">
                <a:pos x="connsiteX43048" y="connsiteY43048"/>
              </a:cxn>
              <a:cxn ang="0">
                <a:pos x="connsiteX43049" y="connsiteY43049"/>
              </a:cxn>
              <a:cxn ang="0">
                <a:pos x="connsiteX43050" y="connsiteY43050"/>
              </a:cxn>
              <a:cxn ang="0">
                <a:pos x="connsiteX43051" y="connsiteY43051"/>
              </a:cxn>
              <a:cxn ang="0">
                <a:pos x="connsiteX43052" y="connsiteY43052"/>
              </a:cxn>
              <a:cxn ang="0">
                <a:pos x="connsiteX43053" y="connsiteY43053"/>
              </a:cxn>
              <a:cxn ang="0">
                <a:pos x="connsiteX43054" y="connsiteY43054"/>
              </a:cxn>
              <a:cxn ang="0">
                <a:pos x="connsiteX43055" y="connsiteY43055"/>
              </a:cxn>
              <a:cxn ang="0">
                <a:pos x="connsiteX43056" y="connsiteY43056"/>
              </a:cxn>
              <a:cxn ang="0">
                <a:pos x="connsiteX43057" y="connsiteY43057"/>
              </a:cxn>
              <a:cxn ang="0">
                <a:pos x="connsiteX43058" y="connsiteY43058"/>
              </a:cxn>
              <a:cxn ang="0">
                <a:pos x="connsiteX43059" y="connsiteY43059"/>
              </a:cxn>
              <a:cxn ang="0">
                <a:pos x="connsiteX43060" y="connsiteY43060"/>
              </a:cxn>
              <a:cxn ang="0">
                <a:pos x="connsiteX43061" y="connsiteY43061"/>
              </a:cxn>
              <a:cxn ang="0">
                <a:pos x="connsiteX43062" y="connsiteY43062"/>
              </a:cxn>
              <a:cxn ang="0">
                <a:pos x="connsiteX43063" y="connsiteY43063"/>
              </a:cxn>
              <a:cxn ang="0">
                <a:pos x="connsiteX43064" y="connsiteY43064"/>
              </a:cxn>
              <a:cxn ang="0">
                <a:pos x="connsiteX43065" y="connsiteY43065"/>
              </a:cxn>
              <a:cxn ang="0">
                <a:pos x="connsiteX43066" y="connsiteY43066"/>
              </a:cxn>
              <a:cxn ang="0">
                <a:pos x="connsiteX43067" y="connsiteY43067"/>
              </a:cxn>
              <a:cxn ang="0">
                <a:pos x="connsiteX43068" y="connsiteY43068"/>
              </a:cxn>
              <a:cxn ang="0">
                <a:pos x="connsiteX43069" y="connsiteY43069"/>
              </a:cxn>
              <a:cxn ang="0">
                <a:pos x="connsiteX43070" y="connsiteY43070"/>
              </a:cxn>
              <a:cxn ang="0">
                <a:pos x="connsiteX43071" y="connsiteY43071"/>
              </a:cxn>
              <a:cxn ang="0">
                <a:pos x="connsiteX43072" y="connsiteY43072"/>
              </a:cxn>
              <a:cxn ang="0">
                <a:pos x="connsiteX43073" y="connsiteY43073"/>
              </a:cxn>
              <a:cxn ang="0">
                <a:pos x="connsiteX43074" y="connsiteY43074"/>
              </a:cxn>
              <a:cxn ang="0">
                <a:pos x="connsiteX43075" y="connsiteY43075"/>
              </a:cxn>
              <a:cxn ang="0">
                <a:pos x="connsiteX43076" y="connsiteY43076"/>
              </a:cxn>
              <a:cxn ang="0">
                <a:pos x="connsiteX43077" y="connsiteY43077"/>
              </a:cxn>
              <a:cxn ang="0">
                <a:pos x="connsiteX43078" y="connsiteY43078"/>
              </a:cxn>
              <a:cxn ang="0">
                <a:pos x="connsiteX43079" y="connsiteY43079"/>
              </a:cxn>
              <a:cxn ang="0">
                <a:pos x="connsiteX43080" y="connsiteY43080"/>
              </a:cxn>
              <a:cxn ang="0">
                <a:pos x="connsiteX43081" y="connsiteY43081"/>
              </a:cxn>
              <a:cxn ang="0">
                <a:pos x="connsiteX43082" y="connsiteY43082"/>
              </a:cxn>
              <a:cxn ang="0">
                <a:pos x="connsiteX43083" y="connsiteY43083"/>
              </a:cxn>
              <a:cxn ang="0">
                <a:pos x="connsiteX43084" y="connsiteY43084"/>
              </a:cxn>
              <a:cxn ang="0">
                <a:pos x="connsiteX43085" y="connsiteY43085"/>
              </a:cxn>
              <a:cxn ang="0">
                <a:pos x="connsiteX43086" y="connsiteY43086"/>
              </a:cxn>
              <a:cxn ang="0">
                <a:pos x="connsiteX43087" y="connsiteY43087"/>
              </a:cxn>
              <a:cxn ang="0">
                <a:pos x="connsiteX43088" y="connsiteY43088"/>
              </a:cxn>
              <a:cxn ang="0">
                <a:pos x="connsiteX43089" y="connsiteY43089"/>
              </a:cxn>
              <a:cxn ang="0">
                <a:pos x="connsiteX43090" y="connsiteY43090"/>
              </a:cxn>
              <a:cxn ang="0">
                <a:pos x="connsiteX43091" y="connsiteY43091"/>
              </a:cxn>
              <a:cxn ang="0">
                <a:pos x="connsiteX43092" y="connsiteY43092"/>
              </a:cxn>
              <a:cxn ang="0">
                <a:pos x="connsiteX43093" y="connsiteY43093"/>
              </a:cxn>
              <a:cxn ang="0">
                <a:pos x="connsiteX43094" y="connsiteY43094"/>
              </a:cxn>
              <a:cxn ang="0">
                <a:pos x="connsiteX43095" y="connsiteY43095"/>
              </a:cxn>
              <a:cxn ang="0">
                <a:pos x="connsiteX43096" y="connsiteY43096"/>
              </a:cxn>
              <a:cxn ang="0">
                <a:pos x="connsiteX43097" y="connsiteY43097"/>
              </a:cxn>
              <a:cxn ang="0">
                <a:pos x="connsiteX43098" y="connsiteY43098"/>
              </a:cxn>
              <a:cxn ang="0">
                <a:pos x="connsiteX43099" y="connsiteY43099"/>
              </a:cxn>
              <a:cxn ang="0">
                <a:pos x="connsiteX43100" y="connsiteY43100"/>
              </a:cxn>
              <a:cxn ang="0">
                <a:pos x="connsiteX43101" y="connsiteY43101"/>
              </a:cxn>
              <a:cxn ang="0">
                <a:pos x="connsiteX43102" y="connsiteY43102"/>
              </a:cxn>
              <a:cxn ang="0">
                <a:pos x="connsiteX43103" y="connsiteY43103"/>
              </a:cxn>
              <a:cxn ang="0">
                <a:pos x="connsiteX43104" y="connsiteY43104"/>
              </a:cxn>
              <a:cxn ang="0">
                <a:pos x="connsiteX43105" y="connsiteY43105"/>
              </a:cxn>
              <a:cxn ang="0">
                <a:pos x="connsiteX43106" y="connsiteY43106"/>
              </a:cxn>
              <a:cxn ang="0">
                <a:pos x="connsiteX43107" y="connsiteY43107"/>
              </a:cxn>
              <a:cxn ang="0">
                <a:pos x="connsiteX43108" y="connsiteY43108"/>
              </a:cxn>
              <a:cxn ang="0">
                <a:pos x="connsiteX43109" y="connsiteY43109"/>
              </a:cxn>
              <a:cxn ang="0">
                <a:pos x="connsiteX43110" y="connsiteY43110"/>
              </a:cxn>
              <a:cxn ang="0">
                <a:pos x="connsiteX43111" y="connsiteY43111"/>
              </a:cxn>
              <a:cxn ang="0">
                <a:pos x="connsiteX43112" y="connsiteY43112"/>
              </a:cxn>
              <a:cxn ang="0">
                <a:pos x="connsiteX43113" y="connsiteY43113"/>
              </a:cxn>
              <a:cxn ang="0">
                <a:pos x="connsiteX43114" y="connsiteY43114"/>
              </a:cxn>
              <a:cxn ang="0">
                <a:pos x="connsiteX43115" y="connsiteY43115"/>
              </a:cxn>
              <a:cxn ang="0">
                <a:pos x="connsiteX43116" y="connsiteY43116"/>
              </a:cxn>
              <a:cxn ang="0">
                <a:pos x="connsiteX43117" y="connsiteY43117"/>
              </a:cxn>
              <a:cxn ang="0">
                <a:pos x="connsiteX43118" y="connsiteY43118"/>
              </a:cxn>
              <a:cxn ang="0">
                <a:pos x="connsiteX43119" y="connsiteY43119"/>
              </a:cxn>
              <a:cxn ang="0">
                <a:pos x="connsiteX43120" y="connsiteY43120"/>
              </a:cxn>
              <a:cxn ang="0">
                <a:pos x="connsiteX43121" y="connsiteY43121"/>
              </a:cxn>
              <a:cxn ang="0">
                <a:pos x="connsiteX43122" y="connsiteY43122"/>
              </a:cxn>
              <a:cxn ang="0">
                <a:pos x="connsiteX43123" y="connsiteY43123"/>
              </a:cxn>
              <a:cxn ang="0">
                <a:pos x="connsiteX43124" y="connsiteY43124"/>
              </a:cxn>
              <a:cxn ang="0">
                <a:pos x="connsiteX43125" y="connsiteY43125"/>
              </a:cxn>
              <a:cxn ang="0">
                <a:pos x="connsiteX43126" y="connsiteY43126"/>
              </a:cxn>
              <a:cxn ang="0">
                <a:pos x="connsiteX43127" y="connsiteY43127"/>
              </a:cxn>
              <a:cxn ang="0">
                <a:pos x="connsiteX43128" y="connsiteY43128"/>
              </a:cxn>
              <a:cxn ang="0">
                <a:pos x="connsiteX43129" y="connsiteY43129"/>
              </a:cxn>
              <a:cxn ang="0">
                <a:pos x="connsiteX43130" y="connsiteY43130"/>
              </a:cxn>
              <a:cxn ang="0">
                <a:pos x="connsiteX43131" y="connsiteY43131"/>
              </a:cxn>
              <a:cxn ang="0">
                <a:pos x="connsiteX43132" y="connsiteY43132"/>
              </a:cxn>
              <a:cxn ang="0">
                <a:pos x="connsiteX43133" y="connsiteY43133"/>
              </a:cxn>
              <a:cxn ang="0">
                <a:pos x="connsiteX43134" y="connsiteY43134"/>
              </a:cxn>
              <a:cxn ang="0">
                <a:pos x="connsiteX43135" y="connsiteY43135"/>
              </a:cxn>
              <a:cxn ang="0">
                <a:pos x="connsiteX43136" y="connsiteY43136"/>
              </a:cxn>
              <a:cxn ang="0">
                <a:pos x="connsiteX43137" y="connsiteY43137"/>
              </a:cxn>
              <a:cxn ang="0">
                <a:pos x="connsiteX43138" y="connsiteY43138"/>
              </a:cxn>
              <a:cxn ang="0">
                <a:pos x="connsiteX43139" y="connsiteY43139"/>
              </a:cxn>
              <a:cxn ang="0">
                <a:pos x="connsiteX43140" y="connsiteY43140"/>
              </a:cxn>
              <a:cxn ang="0">
                <a:pos x="connsiteX43141" y="connsiteY43141"/>
              </a:cxn>
              <a:cxn ang="0">
                <a:pos x="connsiteX43142" y="connsiteY43142"/>
              </a:cxn>
              <a:cxn ang="0">
                <a:pos x="connsiteX43143" y="connsiteY43143"/>
              </a:cxn>
              <a:cxn ang="0">
                <a:pos x="connsiteX43144" y="connsiteY43144"/>
              </a:cxn>
              <a:cxn ang="0">
                <a:pos x="connsiteX43145" y="connsiteY43145"/>
              </a:cxn>
              <a:cxn ang="0">
                <a:pos x="connsiteX43146" y="connsiteY43146"/>
              </a:cxn>
              <a:cxn ang="0">
                <a:pos x="connsiteX43147" y="connsiteY43147"/>
              </a:cxn>
              <a:cxn ang="0">
                <a:pos x="connsiteX43148" y="connsiteY43148"/>
              </a:cxn>
              <a:cxn ang="0">
                <a:pos x="connsiteX43149" y="connsiteY43149"/>
              </a:cxn>
              <a:cxn ang="0">
                <a:pos x="connsiteX43150" y="connsiteY43150"/>
              </a:cxn>
              <a:cxn ang="0">
                <a:pos x="connsiteX43151" y="connsiteY43151"/>
              </a:cxn>
              <a:cxn ang="0">
                <a:pos x="connsiteX43152" y="connsiteY43152"/>
              </a:cxn>
              <a:cxn ang="0">
                <a:pos x="connsiteX43153" y="connsiteY43153"/>
              </a:cxn>
              <a:cxn ang="0">
                <a:pos x="connsiteX43154" y="connsiteY43154"/>
              </a:cxn>
              <a:cxn ang="0">
                <a:pos x="connsiteX43155" y="connsiteY43155"/>
              </a:cxn>
              <a:cxn ang="0">
                <a:pos x="connsiteX43156" y="connsiteY43156"/>
              </a:cxn>
              <a:cxn ang="0">
                <a:pos x="connsiteX43157" y="connsiteY43157"/>
              </a:cxn>
              <a:cxn ang="0">
                <a:pos x="connsiteX43158" y="connsiteY43158"/>
              </a:cxn>
              <a:cxn ang="0">
                <a:pos x="connsiteX43159" y="connsiteY43159"/>
              </a:cxn>
              <a:cxn ang="0">
                <a:pos x="connsiteX43160" y="connsiteY43160"/>
              </a:cxn>
              <a:cxn ang="0">
                <a:pos x="connsiteX43161" y="connsiteY43161"/>
              </a:cxn>
              <a:cxn ang="0">
                <a:pos x="connsiteX43162" y="connsiteY43162"/>
              </a:cxn>
              <a:cxn ang="0">
                <a:pos x="connsiteX43163" y="connsiteY43163"/>
              </a:cxn>
              <a:cxn ang="0">
                <a:pos x="connsiteX43164" y="connsiteY43164"/>
              </a:cxn>
              <a:cxn ang="0">
                <a:pos x="connsiteX43165" y="connsiteY43165"/>
              </a:cxn>
              <a:cxn ang="0">
                <a:pos x="connsiteX43166" y="connsiteY43166"/>
              </a:cxn>
              <a:cxn ang="0">
                <a:pos x="connsiteX43167" y="connsiteY43167"/>
              </a:cxn>
              <a:cxn ang="0">
                <a:pos x="connsiteX43168" y="connsiteY43168"/>
              </a:cxn>
              <a:cxn ang="0">
                <a:pos x="connsiteX43169" y="connsiteY43169"/>
              </a:cxn>
              <a:cxn ang="0">
                <a:pos x="connsiteX43170" y="connsiteY43170"/>
              </a:cxn>
              <a:cxn ang="0">
                <a:pos x="connsiteX43171" y="connsiteY43171"/>
              </a:cxn>
              <a:cxn ang="0">
                <a:pos x="connsiteX43172" y="connsiteY43172"/>
              </a:cxn>
              <a:cxn ang="0">
                <a:pos x="connsiteX43173" y="connsiteY43173"/>
              </a:cxn>
              <a:cxn ang="0">
                <a:pos x="connsiteX43174" y="connsiteY43174"/>
              </a:cxn>
              <a:cxn ang="0">
                <a:pos x="connsiteX43175" y="connsiteY43175"/>
              </a:cxn>
              <a:cxn ang="0">
                <a:pos x="connsiteX43176" y="connsiteY43176"/>
              </a:cxn>
              <a:cxn ang="0">
                <a:pos x="connsiteX43177" y="connsiteY43177"/>
              </a:cxn>
              <a:cxn ang="0">
                <a:pos x="connsiteX43178" y="connsiteY43178"/>
              </a:cxn>
              <a:cxn ang="0">
                <a:pos x="connsiteX43179" y="connsiteY43179"/>
              </a:cxn>
              <a:cxn ang="0">
                <a:pos x="connsiteX43180" y="connsiteY43180"/>
              </a:cxn>
              <a:cxn ang="0">
                <a:pos x="connsiteX43181" y="connsiteY43181"/>
              </a:cxn>
              <a:cxn ang="0">
                <a:pos x="connsiteX43182" y="connsiteY43182"/>
              </a:cxn>
              <a:cxn ang="0">
                <a:pos x="connsiteX43183" y="connsiteY43183"/>
              </a:cxn>
              <a:cxn ang="0">
                <a:pos x="connsiteX43184" y="connsiteY43184"/>
              </a:cxn>
              <a:cxn ang="0">
                <a:pos x="connsiteX43185" y="connsiteY43185"/>
              </a:cxn>
              <a:cxn ang="0">
                <a:pos x="connsiteX43186" y="connsiteY43186"/>
              </a:cxn>
              <a:cxn ang="0">
                <a:pos x="connsiteX43187" y="connsiteY43187"/>
              </a:cxn>
              <a:cxn ang="0">
                <a:pos x="connsiteX43188" y="connsiteY43188"/>
              </a:cxn>
              <a:cxn ang="0">
                <a:pos x="connsiteX43189" y="connsiteY43189"/>
              </a:cxn>
              <a:cxn ang="0">
                <a:pos x="connsiteX43190" y="connsiteY43190"/>
              </a:cxn>
              <a:cxn ang="0">
                <a:pos x="connsiteX43191" y="connsiteY43191"/>
              </a:cxn>
              <a:cxn ang="0">
                <a:pos x="connsiteX43192" y="connsiteY43192"/>
              </a:cxn>
              <a:cxn ang="0">
                <a:pos x="connsiteX43193" y="connsiteY43193"/>
              </a:cxn>
              <a:cxn ang="0">
                <a:pos x="connsiteX43194" y="connsiteY43194"/>
              </a:cxn>
              <a:cxn ang="0">
                <a:pos x="connsiteX43195" y="connsiteY43195"/>
              </a:cxn>
              <a:cxn ang="0">
                <a:pos x="connsiteX43196" y="connsiteY43196"/>
              </a:cxn>
              <a:cxn ang="0">
                <a:pos x="connsiteX43197" y="connsiteY43197"/>
              </a:cxn>
              <a:cxn ang="0">
                <a:pos x="connsiteX43198" y="connsiteY43198"/>
              </a:cxn>
              <a:cxn ang="0">
                <a:pos x="connsiteX43199" y="connsiteY43199"/>
              </a:cxn>
              <a:cxn ang="0">
                <a:pos x="connsiteX43200" y="connsiteY43200"/>
              </a:cxn>
              <a:cxn ang="0">
                <a:pos x="connsiteX43201" y="connsiteY43201"/>
              </a:cxn>
              <a:cxn ang="0">
                <a:pos x="connsiteX43202" y="connsiteY43202"/>
              </a:cxn>
              <a:cxn ang="0">
                <a:pos x="connsiteX43203" y="connsiteY43203"/>
              </a:cxn>
              <a:cxn ang="0">
                <a:pos x="connsiteX43204" y="connsiteY43204"/>
              </a:cxn>
              <a:cxn ang="0">
                <a:pos x="connsiteX43205" y="connsiteY43205"/>
              </a:cxn>
              <a:cxn ang="0">
                <a:pos x="connsiteX43206" y="connsiteY43206"/>
              </a:cxn>
              <a:cxn ang="0">
                <a:pos x="connsiteX43207" y="connsiteY43207"/>
              </a:cxn>
              <a:cxn ang="0">
                <a:pos x="connsiteX43208" y="connsiteY43208"/>
              </a:cxn>
              <a:cxn ang="0">
                <a:pos x="connsiteX43209" y="connsiteY43209"/>
              </a:cxn>
              <a:cxn ang="0">
                <a:pos x="connsiteX43210" y="connsiteY43210"/>
              </a:cxn>
              <a:cxn ang="0">
                <a:pos x="connsiteX43211" y="connsiteY43211"/>
              </a:cxn>
              <a:cxn ang="0">
                <a:pos x="connsiteX43212" y="connsiteY43212"/>
              </a:cxn>
              <a:cxn ang="0">
                <a:pos x="connsiteX43213" y="connsiteY43213"/>
              </a:cxn>
              <a:cxn ang="0">
                <a:pos x="connsiteX43214" y="connsiteY43214"/>
              </a:cxn>
              <a:cxn ang="0">
                <a:pos x="connsiteX43215" y="connsiteY43215"/>
              </a:cxn>
              <a:cxn ang="0">
                <a:pos x="connsiteX43216" y="connsiteY43216"/>
              </a:cxn>
              <a:cxn ang="0">
                <a:pos x="connsiteX43217" y="connsiteY43217"/>
              </a:cxn>
              <a:cxn ang="0">
                <a:pos x="connsiteX43218" y="connsiteY43218"/>
              </a:cxn>
              <a:cxn ang="0">
                <a:pos x="connsiteX43219" y="connsiteY43219"/>
              </a:cxn>
              <a:cxn ang="0">
                <a:pos x="connsiteX43220" y="connsiteY43220"/>
              </a:cxn>
              <a:cxn ang="0">
                <a:pos x="connsiteX43221" y="connsiteY43221"/>
              </a:cxn>
              <a:cxn ang="0">
                <a:pos x="connsiteX43222" y="connsiteY43222"/>
              </a:cxn>
              <a:cxn ang="0">
                <a:pos x="connsiteX43223" y="connsiteY43223"/>
              </a:cxn>
              <a:cxn ang="0">
                <a:pos x="connsiteX43224" y="connsiteY43224"/>
              </a:cxn>
              <a:cxn ang="0">
                <a:pos x="connsiteX43225" y="connsiteY43225"/>
              </a:cxn>
              <a:cxn ang="0">
                <a:pos x="connsiteX43226" y="connsiteY43226"/>
              </a:cxn>
              <a:cxn ang="0">
                <a:pos x="connsiteX43227" y="connsiteY43227"/>
              </a:cxn>
              <a:cxn ang="0">
                <a:pos x="connsiteX43228" y="connsiteY43228"/>
              </a:cxn>
              <a:cxn ang="0">
                <a:pos x="connsiteX43229" y="connsiteY43229"/>
              </a:cxn>
              <a:cxn ang="0">
                <a:pos x="connsiteX43230" y="connsiteY43230"/>
              </a:cxn>
              <a:cxn ang="0">
                <a:pos x="connsiteX43231" y="connsiteY43231"/>
              </a:cxn>
              <a:cxn ang="0">
                <a:pos x="connsiteX43232" y="connsiteY43232"/>
              </a:cxn>
              <a:cxn ang="0">
                <a:pos x="connsiteX43233" y="connsiteY43233"/>
              </a:cxn>
              <a:cxn ang="0">
                <a:pos x="connsiteX43234" y="connsiteY43234"/>
              </a:cxn>
              <a:cxn ang="0">
                <a:pos x="connsiteX43235" y="connsiteY43235"/>
              </a:cxn>
              <a:cxn ang="0">
                <a:pos x="connsiteX43236" y="connsiteY43236"/>
              </a:cxn>
              <a:cxn ang="0">
                <a:pos x="connsiteX43237" y="connsiteY43237"/>
              </a:cxn>
              <a:cxn ang="0">
                <a:pos x="connsiteX43238" y="connsiteY43238"/>
              </a:cxn>
              <a:cxn ang="0">
                <a:pos x="connsiteX43239" y="connsiteY43239"/>
              </a:cxn>
              <a:cxn ang="0">
                <a:pos x="connsiteX43240" y="connsiteY43240"/>
              </a:cxn>
              <a:cxn ang="0">
                <a:pos x="connsiteX43241" y="connsiteY43241"/>
              </a:cxn>
              <a:cxn ang="0">
                <a:pos x="connsiteX43242" y="connsiteY43242"/>
              </a:cxn>
              <a:cxn ang="0">
                <a:pos x="connsiteX43243" y="connsiteY43243"/>
              </a:cxn>
              <a:cxn ang="0">
                <a:pos x="connsiteX43244" y="connsiteY43244"/>
              </a:cxn>
              <a:cxn ang="0">
                <a:pos x="connsiteX43245" y="connsiteY43245"/>
              </a:cxn>
              <a:cxn ang="0">
                <a:pos x="connsiteX43246" y="connsiteY43246"/>
              </a:cxn>
              <a:cxn ang="0">
                <a:pos x="connsiteX43247" y="connsiteY43247"/>
              </a:cxn>
              <a:cxn ang="0">
                <a:pos x="connsiteX43248" y="connsiteY43248"/>
              </a:cxn>
              <a:cxn ang="0">
                <a:pos x="connsiteX43249" y="connsiteY43249"/>
              </a:cxn>
              <a:cxn ang="0">
                <a:pos x="connsiteX43250" y="connsiteY43250"/>
              </a:cxn>
              <a:cxn ang="0">
                <a:pos x="connsiteX43251" y="connsiteY43251"/>
              </a:cxn>
              <a:cxn ang="0">
                <a:pos x="connsiteX43252" y="connsiteY43252"/>
              </a:cxn>
              <a:cxn ang="0">
                <a:pos x="connsiteX43253" y="connsiteY43253"/>
              </a:cxn>
              <a:cxn ang="0">
                <a:pos x="connsiteX43254" y="connsiteY43254"/>
              </a:cxn>
              <a:cxn ang="0">
                <a:pos x="connsiteX43255" y="connsiteY43255"/>
              </a:cxn>
              <a:cxn ang="0">
                <a:pos x="connsiteX43256" y="connsiteY43256"/>
              </a:cxn>
              <a:cxn ang="0">
                <a:pos x="connsiteX43257" y="connsiteY43257"/>
              </a:cxn>
              <a:cxn ang="0">
                <a:pos x="connsiteX43258" y="connsiteY43258"/>
              </a:cxn>
              <a:cxn ang="0">
                <a:pos x="connsiteX43259" y="connsiteY43259"/>
              </a:cxn>
              <a:cxn ang="0">
                <a:pos x="connsiteX43260" y="connsiteY43260"/>
              </a:cxn>
              <a:cxn ang="0">
                <a:pos x="connsiteX43261" y="connsiteY43261"/>
              </a:cxn>
              <a:cxn ang="0">
                <a:pos x="connsiteX43262" y="connsiteY43262"/>
              </a:cxn>
              <a:cxn ang="0">
                <a:pos x="connsiteX43263" y="connsiteY43263"/>
              </a:cxn>
              <a:cxn ang="0">
                <a:pos x="connsiteX43264" y="connsiteY43264"/>
              </a:cxn>
              <a:cxn ang="0">
                <a:pos x="connsiteX43265" y="connsiteY43265"/>
              </a:cxn>
              <a:cxn ang="0">
                <a:pos x="connsiteX43266" y="connsiteY43266"/>
              </a:cxn>
              <a:cxn ang="0">
                <a:pos x="connsiteX43267" y="connsiteY43267"/>
              </a:cxn>
              <a:cxn ang="0">
                <a:pos x="connsiteX43268" y="connsiteY43268"/>
              </a:cxn>
              <a:cxn ang="0">
                <a:pos x="connsiteX43269" y="connsiteY43269"/>
              </a:cxn>
              <a:cxn ang="0">
                <a:pos x="connsiteX43270" y="connsiteY43270"/>
              </a:cxn>
              <a:cxn ang="0">
                <a:pos x="connsiteX43271" y="connsiteY43271"/>
              </a:cxn>
              <a:cxn ang="0">
                <a:pos x="connsiteX43272" y="connsiteY43272"/>
              </a:cxn>
              <a:cxn ang="0">
                <a:pos x="connsiteX43273" y="connsiteY43273"/>
              </a:cxn>
              <a:cxn ang="0">
                <a:pos x="connsiteX43274" y="connsiteY43274"/>
              </a:cxn>
              <a:cxn ang="0">
                <a:pos x="connsiteX43275" y="connsiteY43275"/>
              </a:cxn>
              <a:cxn ang="0">
                <a:pos x="connsiteX43276" y="connsiteY43276"/>
              </a:cxn>
              <a:cxn ang="0">
                <a:pos x="connsiteX43277" y="connsiteY43277"/>
              </a:cxn>
              <a:cxn ang="0">
                <a:pos x="connsiteX43278" y="connsiteY43278"/>
              </a:cxn>
              <a:cxn ang="0">
                <a:pos x="connsiteX43279" y="connsiteY43279"/>
              </a:cxn>
              <a:cxn ang="0">
                <a:pos x="connsiteX43280" y="connsiteY43280"/>
              </a:cxn>
              <a:cxn ang="0">
                <a:pos x="connsiteX43281" y="connsiteY43281"/>
              </a:cxn>
              <a:cxn ang="0">
                <a:pos x="connsiteX43282" y="connsiteY43282"/>
              </a:cxn>
              <a:cxn ang="0">
                <a:pos x="connsiteX43283" y="connsiteY43283"/>
              </a:cxn>
              <a:cxn ang="0">
                <a:pos x="connsiteX43284" y="connsiteY43284"/>
              </a:cxn>
              <a:cxn ang="0">
                <a:pos x="connsiteX43285" y="connsiteY43285"/>
              </a:cxn>
              <a:cxn ang="0">
                <a:pos x="connsiteX43286" y="connsiteY43286"/>
              </a:cxn>
              <a:cxn ang="0">
                <a:pos x="connsiteX43287" y="connsiteY43287"/>
              </a:cxn>
              <a:cxn ang="0">
                <a:pos x="connsiteX43288" y="connsiteY43288"/>
              </a:cxn>
              <a:cxn ang="0">
                <a:pos x="connsiteX43289" y="connsiteY43289"/>
              </a:cxn>
              <a:cxn ang="0">
                <a:pos x="connsiteX43290" y="connsiteY43290"/>
              </a:cxn>
              <a:cxn ang="0">
                <a:pos x="connsiteX43291" y="connsiteY43291"/>
              </a:cxn>
              <a:cxn ang="0">
                <a:pos x="connsiteX43292" y="connsiteY43292"/>
              </a:cxn>
              <a:cxn ang="0">
                <a:pos x="connsiteX43293" y="connsiteY43293"/>
              </a:cxn>
              <a:cxn ang="0">
                <a:pos x="connsiteX43294" y="connsiteY43294"/>
              </a:cxn>
              <a:cxn ang="0">
                <a:pos x="connsiteX43295" y="connsiteY43295"/>
              </a:cxn>
              <a:cxn ang="0">
                <a:pos x="connsiteX43296" y="connsiteY43296"/>
              </a:cxn>
              <a:cxn ang="0">
                <a:pos x="connsiteX43297" y="connsiteY43297"/>
              </a:cxn>
              <a:cxn ang="0">
                <a:pos x="connsiteX43298" y="connsiteY43298"/>
              </a:cxn>
              <a:cxn ang="0">
                <a:pos x="connsiteX43299" y="connsiteY43299"/>
              </a:cxn>
              <a:cxn ang="0">
                <a:pos x="connsiteX43300" y="connsiteY43300"/>
              </a:cxn>
              <a:cxn ang="0">
                <a:pos x="connsiteX43301" y="connsiteY43301"/>
              </a:cxn>
              <a:cxn ang="0">
                <a:pos x="connsiteX43302" y="connsiteY43302"/>
              </a:cxn>
              <a:cxn ang="0">
                <a:pos x="connsiteX43303" y="connsiteY43303"/>
              </a:cxn>
              <a:cxn ang="0">
                <a:pos x="connsiteX43304" y="connsiteY43304"/>
              </a:cxn>
              <a:cxn ang="0">
                <a:pos x="connsiteX43305" y="connsiteY43305"/>
              </a:cxn>
              <a:cxn ang="0">
                <a:pos x="connsiteX43306" y="connsiteY43306"/>
              </a:cxn>
              <a:cxn ang="0">
                <a:pos x="connsiteX43307" y="connsiteY43307"/>
              </a:cxn>
              <a:cxn ang="0">
                <a:pos x="connsiteX43308" y="connsiteY43308"/>
              </a:cxn>
              <a:cxn ang="0">
                <a:pos x="connsiteX43309" y="connsiteY43309"/>
              </a:cxn>
              <a:cxn ang="0">
                <a:pos x="connsiteX43310" y="connsiteY43310"/>
              </a:cxn>
              <a:cxn ang="0">
                <a:pos x="connsiteX43311" y="connsiteY43311"/>
              </a:cxn>
              <a:cxn ang="0">
                <a:pos x="connsiteX43312" y="connsiteY43312"/>
              </a:cxn>
              <a:cxn ang="0">
                <a:pos x="connsiteX43313" y="connsiteY43313"/>
              </a:cxn>
              <a:cxn ang="0">
                <a:pos x="connsiteX43314" y="connsiteY43314"/>
              </a:cxn>
              <a:cxn ang="0">
                <a:pos x="connsiteX43315" y="connsiteY43315"/>
              </a:cxn>
              <a:cxn ang="0">
                <a:pos x="connsiteX43316" y="connsiteY43316"/>
              </a:cxn>
              <a:cxn ang="0">
                <a:pos x="connsiteX43317" y="connsiteY43317"/>
              </a:cxn>
              <a:cxn ang="0">
                <a:pos x="connsiteX43318" y="connsiteY43318"/>
              </a:cxn>
              <a:cxn ang="0">
                <a:pos x="connsiteX43319" y="connsiteY43319"/>
              </a:cxn>
              <a:cxn ang="0">
                <a:pos x="connsiteX43320" y="connsiteY43320"/>
              </a:cxn>
              <a:cxn ang="0">
                <a:pos x="connsiteX43321" y="connsiteY43321"/>
              </a:cxn>
              <a:cxn ang="0">
                <a:pos x="connsiteX43322" y="connsiteY43322"/>
              </a:cxn>
              <a:cxn ang="0">
                <a:pos x="connsiteX43323" y="connsiteY43323"/>
              </a:cxn>
              <a:cxn ang="0">
                <a:pos x="connsiteX43324" y="connsiteY43324"/>
              </a:cxn>
              <a:cxn ang="0">
                <a:pos x="connsiteX43325" y="connsiteY43325"/>
              </a:cxn>
              <a:cxn ang="0">
                <a:pos x="connsiteX43326" y="connsiteY43326"/>
              </a:cxn>
              <a:cxn ang="0">
                <a:pos x="connsiteX43327" y="connsiteY43327"/>
              </a:cxn>
              <a:cxn ang="0">
                <a:pos x="connsiteX43328" y="connsiteY43328"/>
              </a:cxn>
              <a:cxn ang="0">
                <a:pos x="connsiteX43329" y="connsiteY43329"/>
              </a:cxn>
              <a:cxn ang="0">
                <a:pos x="connsiteX43330" y="connsiteY43330"/>
              </a:cxn>
              <a:cxn ang="0">
                <a:pos x="connsiteX43331" y="connsiteY43331"/>
              </a:cxn>
              <a:cxn ang="0">
                <a:pos x="connsiteX43332" y="connsiteY43332"/>
              </a:cxn>
              <a:cxn ang="0">
                <a:pos x="connsiteX43333" y="connsiteY43333"/>
              </a:cxn>
              <a:cxn ang="0">
                <a:pos x="connsiteX43334" y="connsiteY43334"/>
              </a:cxn>
              <a:cxn ang="0">
                <a:pos x="connsiteX43335" y="connsiteY43335"/>
              </a:cxn>
              <a:cxn ang="0">
                <a:pos x="connsiteX43336" y="connsiteY43336"/>
              </a:cxn>
              <a:cxn ang="0">
                <a:pos x="connsiteX43337" y="connsiteY43337"/>
              </a:cxn>
              <a:cxn ang="0">
                <a:pos x="connsiteX43338" y="connsiteY43338"/>
              </a:cxn>
              <a:cxn ang="0">
                <a:pos x="connsiteX43339" y="connsiteY43339"/>
              </a:cxn>
              <a:cxn ang="0">
                <a:pos x="connsiteX43340" y="connsiteY43340"/>
              </a:cxn>
              <a:cxn ang="0">
                <a:pos x="connsiteX43341" y="connsiteY43341"/>
              </a:cxn>
              <a:cxn ang="0">
                <a:pos x="connsiteX43342" y="connsiteY43342"/>
              </a:cxn>
              <a:cxn ang="0">
                <a:pos x="connsiteX43343" y="connsiteY43343"/>
              </a:cxn>
              <a:cxn ang="0">
                <a:pos x="connsiteX43344" y="connsiteY43344"/>
              </a:cxn>
              <a:cxn ang="0">
                <a:pos x="connsiteX43345" y="connsiteY43345"/>
              </a:cxn>
              <a:cxn ang="0">
                <a:pos x="connsiteX43346" y="connsiteY43346"/>
              </a:cxn>
              <a:cxn ang="0">
                <a:pos x="connsiteX43347" y="connsiteY43347"/>
              </a:cxn>
              <a:cxn ang="0">
                <a:pos x="connsiteX43348" y="connsiteY43348"/>
              </a:cxn>
              <a:cxn ang="0">
                <a:pos x="connsiteX43349" y="connsiteY43349"/>
              </a:cxn>
              <a:cxn ang="0">
                <a:pos x="connsiteX43350" y="connsiteY43350"/>
              </a:cxn>
              <a:cxn ang="0">
                <a:pos x="connsiteX43351" y="connsiteY43351"/>
              </a:cxn>
              <a:cxn ang="0">
                <a:pos x="connsiteX43352" y="connsiteY43352"/>
              </a:cxn>
              <a:cxn ang="0">
                <a:pos x="connsiteX43353" y="connsiteY43353"/>
              </a:cxn>
              <a:cxn ang="0">
                <a:pos x="connsiteX43354" y="connsiteY43354"/>
              </a:cxn>
              <a:cxn ang="0">
                <a:pos x="connsiteX43355" y="connsiteY43355"/>
              </a:cxn>
              <a:cxn ang="0">
                <a:pos x="connsiteX43356" y="connsiteY43356"/>
              </a:cxn>
              <a:cxn ang="0">
                <a:pos x="connsiteX43357" y="connsiteY43357"/>
              </a:cxn>
              <a:cxn ang="0">
                <a:pos x="connsiteX43358" y="connsiteY43358"/>
              </a:cxn>
              <a:cxn ang="0">
                <a:pos x="connsiteX43359" y="connsiteY43359"/>
              </a:cxn>
              <a:cxn ang="0">
                <a:pos x="connsiteX43360" y="connsiteY43360"/>
              </a:cxn>
              <a:cxn ang="0">
                <a:pos x="connsiteX43361" y="connsiteY43361"/>
              </a:cxn>
              <a:cxn ang="0">
                <a:pos x="connsiteX43362" y="connsiteY43362"/>
              </a:cxn>
              <a:cxn ang="0">
                <a:pos x="connsiteX43363" y="connsiteY43363"/>
              </a:cxn>
              <a:cxn ang="0">
                <a:pos x="connsiteX43364" y="connsiteY43364"/>
              </a:cxn>
              <a:cxn ang="0">
                <a:pos x="connsiteX43365" y="connsiteY43365"/>
              </a:cxn>
              <a:cxn ang="0">
                <a:pos x="connsiteX43366" y="connsiteY43366"/>
              </a:cxn>
              <a:cxn ang="0">
                <a:pos x="connsiteX43367" y="connsiteY43367"/>
              </a:cxn>
              <a:cxn ang="0">
                <a:pos x="connsiteX43368" y="connsiteY43368"/>
              </a:cxn>
              <a:cxn ang="0">
                <a:pos x="connsiteX43369" y="connsiteY43369"/>
              </a:cxn>
              <a:cxn ang="0">
                <a:pos x="connsiteX43370" y="connsiteY43370"/>
              </a:cxn>
              <a:cxn ang="0">
                <a:pos x="connsiteX43371" y="connsiteY43371"/>
              </a:cxn>
              <a:cxn ang="0">
                <a:pos x="connsiteX43372" y="connsiteY43372"/>
              </a:cxn>
              <a:cxn ang="0">
                <a:pos x="connsiteX43373" y="connsiteY43373"/>
              </a:cxn>
              <a:cxn ang="0">
                <a:pos x="connsiteX43374" y="connsiteY43374"/>
              </a:cxn>
              <a:cxn ang="0">
                <a:pos x="connsiteX43375" y="connsiteY43375"/>
              </a:cxn>
              <a:cxn ang="0">
                <a:pos x="connsiteX43376" y="connsiteY43376"/>
              </a:cxn>
              <a:cxn ang="0">
                <a:pos x="connsiteX43377" y="connsiteY43377"/>
              </a:cxn>
              <a:cxn ang="0">
                <a:pos x="connsiteX43378" y="connsiteY43378"/>
              </a:cxn>
              <a:cxn ang="0">
                <a:pos x="connsiteX43379" y="connsiteY43379"/>
              </a:cxn>
              <a:cxn ang="0">
                <a:pos x="connsiteX43380" y="connsiteY43380"/>
              </a:cxn>
              <a:cxn ang="0">
                <a:pos x="connsiteX43381" y="connsiteY43381"/>
              </a:cxn>
              <a:cxn ang="0">
                <a:pos x="connsiteX43382" y="connsiteY43382"/>
              </a:cxn>
              <a:cxn ang="0">
                <a:pos x="connsiteX43383" y="connsiteY43383"/>
              </a:cxn>
              <a:cxn ang="0">
                <a:pos x="connsiteX43384" y="connsiteY43384"/>
              </a:cxn>
              <a:cxn ang="0">
                <a:pos x="connsiteX43385" y="connsiteY43385"/>
              </a:cxn>
              <a:cxn ang="0">
                <a:pos x="connsiteX43386" y="connsiteY43386"/>
              </a:cxn>
              <a:cxn ang="0">
                <a:pos x="connsiteX43387" y="connsiteY43387"/>
              </a:cxn>
              <a:cxn ang="0">
                <a:pos x="connsiteX43388" y="connsiteY43388"/>
              </a:cxn>
              <a:cxn ang="0">
                <a:pos x="connsiteX43389" y="connsiteY43389"/>
              </a:cxn>
              <a:cxn ang="0">
                <a:pos x="connsiteX43390" y="connsiteY43390"/>
              </a:cxn>
              <a:cxn ang="0">
                <a:pos x="connsiteX43391" y="connsiteY43391"/>
              </a:cxn>
              <a:cxn ang="0">
                <a:pos x="connsiteX43392" y="connsiteY43392"/>
              </a:cxn>
              <a:cxn ang="0">
                <a:pos x="connsiteX43393" y="connsiteY43393"/>
              </a:cxn>
              <a:cxn ang="0">
                <a:pos x="connsiteX43394" y="connsiteY43394"/>
              </a:cxn>
              <a:cxn ang="0">
                <a:pos x="connsiteX43395" y="connsiteY43395"/>
              </a:cxn>
              <a:cxn ang="0">
                <a:pos x="connsiteX43396" y="connsiteY43396"/>
              </a:cxn>
              <a:cxn ang="0">
                <a:pos x="connsiteX43397" y="connsiteY43397"/>
              </a:cxn>
              <a:cxn ang="0">
                <a:pos x="connsiteX43398" y="connsiteY43398"/>
              </a:cxn>
              <a:cxn ang="0">
                <a:pos x="connsiteX43399" y="connsiteY43399"/>
              </a:cxn>
              <a:cxn ang="0">
                <a:pos x="connsiteX43400" y="connsiteY43400"/>
              </a:cxn>
              <a:cxn ang="0">
                <a:pos x="connsiteX43401" y="connsiteY43401"/>
              </a:cxn>
              <a:cxn ang="0">
                <a:pos x="connsiteX43402" y="connsiteY43402"/>
              </a:cxn>
              <a:cxn ang="0">
                <a:pos x="connsiteX43403" y="connsiteY43403"/>
              </a:cxn>
              <a:cxn ang="0">
                <a:pos x="connsiteX43404" y="connsiteY43404"/>
              </a:cxn>
              <a:cxn ang="0">
                <a:pos x="connsiteX43405" y="connsiteY43405"/>
              </a:cxn>
              <a:cxn ang="0">
                <a:pos x="connsiteX43406" y="connsiteY43406"/>
              </a:cxn>
              <a:cxn ang="0">
                <a:pos x="connsiteX43407" y="connsiteY43407"/>
              </a:cxn>
              <a:cxn ang="0">
                <a:pos x="connsiteX43408" y="connsiteY43408"/>
              </a:cxn>
              <a:cxn ang="0">
                <a:pos x="connsiteX43409" y="connsiteY43409"/>
              </a:cxn>
              <a:cxn ang="0">
                <a:pos x="connsiteX43410" y="connsiteY43410"/>
              </a:cxn>
              <a:cxn ang="0">
                <a:pos x="connsiteX43411" y="connsiteY43411"/>
              </a:cxn>
              <a:cxn ang="0">
                <a:pos x="connsiteX43412" y="connsiteY43412"/>
              </a:cxn>
              <a:cxn ang="0">
                <a:pos x="connsiteX43413" y="connsiteY43413"/>
              </a:cxn>
              <a:cxn ang="0">
                <a:pos x="connsiteX43414" y="connsiteY43414"/>
              </a:cxn>
              <a:cxn ang="0">
                <a:pos x="connsiteX43415" y="connsiteY43415"/>
              </a:cxn>
              <a:cxn ang="0">
                <a:pos x="connsiteX43416" y="connsiteY43416"/>
              </a:cxn>
              <a:cxn ang="0">
                <a:pos x="connsiteX43417" y="connsiteY43417"/>
              </a:cxn>
              <a:cxn ang="0">
                <a:pos x="connsiteX43418" y="connsiteY43418"/>
              </a:cxn>
              <a:cxn ang="0">
                <a:pos x="connsiteX43419" y="connsiteY43419"/>
              </a:cxn>
              <a:cxn ang="0">
                <a:pos x="connsiteX43420" y="connsiteY43420"/>
              </a:cxn>
              <a:cxn ang="0">
                <a:pos x="connsiteX43421" y="connsiteY43421"/>
              </a:cxn>
              <a:cxn ang="0">
                <a:pos x="connsiteX43422" y="connsiteY43422"/>
              </a:cxn>
              <a:cxn ang="0">
                <a:pos x="connsiteX43423" y="connsiteY43423"/>
              </a:cxn>
              <a:cxn ang="0">
                <a:pos x="connsiteX43424" y="connsiteY43424"/>
              </a:cxn>
              <a:cxn ang="0">
                <a:pos x="connsiteX43425" y="connsiteY43425"/>
              </a:cxn>
              <a:cxn ang="0">
                <a:pos x="connsiteX43426" y="connsiteY43426"/>
              </a:cxn>
              <a:cxn ang="0">
                <a:pos x="connsiteX43427" y="connsiteY43427"/>
              </a:cxn>
              <a:cxn ang="0">
                <a:pos x="connsiteX43428" y="connsiteY43428"/>
              </a:cxn>
              <a:cxn ang="0">
                <a:pos x="connsiteX43429" y="connsiteY43429"/>
              </a:cxn>
              <a:cxn ang="0">
                <a:pos x="connsiteX43430" y="connsiteY43430"/>
              </a:cxn>
              <a:cxn ang="0">
                <a:pos x="connsiteX43431" y="connsiteY43431"/>
              </a:cxn>
              <a:cxn ang="0">
                <a:pos x="connsiteX43432" y="connsiteY43432"/>
              </a:cxn>
              <a:cxn ang="0">
                <a:pos x="connsiteX43433" y="connsiteY43433"/>
              </a:cxn>
              <a:cxn ang="0">
                <a:pos x="connsiteX43434" y="connsiteY43434"/>
              </a:cxn>
              <a:cxn ang="0">
                <a:pos x="connsiteX43435" y="connsiteY43435"/>
              </a:cxn>
              <a:cxn ang="0">
                <a:pos x="connsiteX43436" y="connsiteY43436"/>
              </a:cxn>
              <a:cxn ang="0">
                <a:pos x="connsiteX43437" y="connsiteY43437"/>
              </a:cxn>
              <a:cxn ang="0">
                <a:pos x="connsiteX43438" y="connsiteY43438"/>
              </a:cxn>
              <a:cxn ang="0">
                <a:pos x="connsiteX43439" y="connsiteY43439"/>
              </a:cxn>
              <a:cxn ang="0">
                <a:pos x="connsiteX43440" y="connsiteY43440"/>
              </a:cxn>
              <a:cxn ang="0">
                <a:pos x="connsiteX43441" y="connsiteY43441"/>
              </a:cxn>
              <a:cxn ang="0">
                <a:pos x="connsiteX43442" y="connsiteY43442"/>
              </a:cxn>
              <a:cxn ang="0">
                <a:pos x="connsiteX43443" y="connsiteY43443"/>
              </a:cxn>
              <a:cxn ang="0">
                <a:pos x="connsiteX43444" y="connsiteY43444"/>
              </a:cxn>
              <a:cxn ang="0">
                <a:pos x="connsiteX43445" y="connsiteY43445"/>
              </a:cxn>
              <a:cxn ang="0">
                <a:pos x="connsiteX43446" y="connsiteY43446"/>
              </a:cxn>
              <a:cxn ang="0">
                <a:pos x="connsiteX43447" y="connsiteY43447"/>
              </a:cxn>
              <a:cxn ang="0">
                <a:pos x="connsiteX43448" y="connsiteY43448"/>
              </a:cxn>
              <a:cxn ang="0">
                <a:pos x="connsiteX43449" y="connsiteY43449"/>
              </a:cxn>
              <a:cxn ang="0">
                <a:pos x="connsiteX43450" y="connsiteY43450"/>
              </a:cxn>
              <a:cxn ang="0">
                <a:pos x="connsiteX43451" y="connsiteY43451"/>
              </a:cxn>
              <a:cxn ang="0">
                <a:pos x="connsiteX43452" y="connsiteY43452"/>
              </a:cxn>
              <a:cxn ang="0">
                <a:pos x="connsiteX43453" y="connsiteY43453"/>
              </a:cxn>
              <a:cxn ang="0">
                <a:pos x="connsiteX43454" y="connsiteY43454"/>
              </a:cxn>
              <a:cxn ang="0">
                <a:pos x="connsiteX43455" y="connsiteY43455"/>
              </a:cxn>
              <a:cxn ang="0">
                <a:pos x="connsiteX43456" y="connsiteY43456"/>
              </a:cxn>
              <a:cxn ang="0">
                <a:pos x="connsiteX43457" y="connsiteY43457"/>
              </a:cxn>
              <a:cxn ang="0">
                <a:pos x="connsiteX43458" y="connsiteY43458"/>
              </a:cxn>
              <a:cxn ang="0">
                <a:pos x="connsiteX43459" y="connsiteY43459"/>
              </a:cxn>
              <a:cxn ang="0">
                <a:pos x="connsiteX43460" y="connsiteY43460"/>
              </a:cxn>
              <a:cxn ang="0">
                <a:pos x="connsiteX43461" y="connsiteY43461"/>
              </a:cxn>
              <a:cxn ang="0">
                <a:pos x="connsiteX43462" y="connsiteY43462"/>
              </a:cxn>
              <a:cxn ang="0">
                <a:pos x="connsiteX43463" y="connsiteY43463"/>
              </a:cxn>
              <a:cxn ang="0">
                <a:pos x="connsiteX43464" y="connsiteY43464"/>
              </a:cxn>
              <a:cxn ang="0">
                <a:pos x="connsiteX43465" y="connsiteY43465"/>
              </a:cxn>
              <a:cxn ang="0">
                <a:pos x="connsiteX43466" y="connsiteY43466"/>
              </a:cxn>
              <a:cxn ang="0">
                <a:pos x="connsiteX43467" y="connsiteY43467"/>
              </a:cxn>
              <a:cxn ang="0">
                <a:pos x="connsiteX43468" y="connsiteY43468"/>
              </a:cxn>
              <a:cxn ang="0">
                <a:pos x="connsiteX43469" y="connsiteY43469"/>
              </a:cxn>
              <a:cxn ang="0">
                <a:pos x="connsiteX43470" y="connsiteY43470"/>
              </a:cxn>
              <a:cxn ang="0">
                <a:pos x="connsiteX43471" y="connsiteY43471"/>
              </a:cxn>
              <a:cxn ang="0">
                <a:pos x="connsiteX43472" y="connsiteY43472"/>
              </a:cxn>
              <a:cxn ang="0">
                <a:pos x="connsiteX43473" y="connsiteY43473"/>
              </a:cxn>
              <a:cxn ang="0">
                <a:pos x="connsiteX43474" y="connsiteY43474"/>
              </a:cxn>
              <a:cxn ang="0">
                <a:pos x="connsiteX43475" y="connsiteY43475"/>
              </a:cxn>
              <a:cxn ang="0">
                <a:pos x="connsiteX43476" y="connsiteY43476"/>
              </a:cxn>
              <a:cxn ang="0">
                <a:pos x="connsiteX43477" y="connsiteY43477"/>
              </a:cxn>
              <a:cxn ang="0">
                <a:pos x="connsiteX43478" y="connsiteY43478"/>
              </a:cxn>
              <a:cxn ang="0">
                <a:pos x="connsiteX43479" y="connsiteY43479"/>
              </a:cxn>
              <a:cxn ang="0">
                <a:pos x="connsiteX43480" y="connsiteY43480"/>
              </a:cxn>
              <a:cxn ang="0">
                <a:pos x="connsiteX43481" y="connsiteY43481"/>
              </a:cxn>
              <a:cxn ang="0">
                <a:pos x="connsiteX43482" y="connsiteY43482"/>
              </a:cxn>
              <a:cxn ang="0">
                <a:pos x="connsiteX43483" y="connsiteY43483"/>
              </a:cxn>
              <a:cxn ang="0">
                <a:pos x="connsiteX43484" y="connsiteY43484"/>
              </a:cxn>
              <a:cxn ang="0">
                <a:pos x="connsiteX43485" y="connsiteY43485"/>
              </a:cxn>
              <a:cxn ang="0">
                <a:pos x="connsiteX43486" y="connsiteY43486"/>
              </a:cxn>
              <a:cxn ang="0">
                <a:pos x="connsiteX43487" y="connsiteY43487"/>
              </a:cxn>
              <a:cxn ang="0">
                <a:pos x="connsiteX43488" y="connsiteY43488"/>
              </a:cxn>
              <a:cxn ang="0">
                <a:pos x="connsiteX43489" y="connsiteY43489"/>
              </a:cxn>
              <a:cxn ang="0">
                <a:pos x="connsiteX43490" y="connsiteY43490"/>
              </a:cxn>
              <a:cxn ang="0">
                <a:pos x="connsiteX43491" y="connsiteY43491"/>
              </a:cxn>
              <a:cxn ang="0">
                <a:pos x="connsiteX43492" y="connsiteY43492"/>
              </a:cxn>
              <a:cxn ang="0">
                <a:pos x="connsiteX43493" y="connsiteY43493"/>
              </a:cxn>
              <a:cxn ang="0">
                <a:pos x="connsiteX43494" y="connsiteY43494"/>
              </a:cxn>
              <a:cxn ang="0">
                <a:pos x="connsiteX43495" y="connsiteY43495"/>
              </a:cxn>
              <a:cxn ang="0">
                <a:pos x="connsiteX43496" y="connsiteY43496"/>
              </a:cxn>
              <a:cxn ang="0">
                <a:pos x="connsiteX43497" y="connsiteY43497"/>
              </a:cxn>
              <a:cxn ang="0">
                <a:pos x="connsiteX43498" y="connsiteY43498"/>
              </a:cxn>
              <a:cxn ang="0">
                <a:pos x="connsiteX43499" y="connsiteY43499"/>
              </a:cxn>
              <a:cxn ang="0">
                <a:pos x="connsiteX43500" y="connsiteY43500"/>
              </a:cxn>
              <a:cxn ang="0">
                <a:pos x="connsiteX43501" y="connsiteY43501"/>
              </a:cxn>
              <a:cxn ang="0">
                <a:pos x="connsiteX43502" y="connsiteY43502"/>
              </a:cxn>
              <a:cxn ang="0">
                <a:pos x="connsiteX43503" y="connsiteY43503"/>
              </a:cxn>
              <a:cxn ang="0">
                <a:pos x="connsiteX43504" y="connsiteY43504"/>
              </a:cxn>
              <a:cxn ang="0">
                <a:pos x="connsiteX43505" y="connsiteY43505"/>
              </a:cxn>
              <a:cxn ang="0">
                <a:pos x="connsiteX43506" y="connsiteY43506"/>
              </a:cxn>
              <a:cxn ang="0">
                <a:pos x="connsiteX43507" y="connsiteY43507"/>
              </a:cxn>
              <a:cxn ang="0">
                <a:pos x="connsiteX43508" y="connsiteY43508"/>
              </a:cxn>
              <a:cxn ang="0">
                <a:pos x="connsiteX43509" y="connsiteY43509"/>
              </a:cxn>
              <a:cxn ang="0">
                <a:pos x="connsiteX43510" y="connsiteY43510"/>
              </a:cxn>
              <a:cxn ang="0">
                <a:pos x="connsiteX43511" y="connsiteY43511"/>
              </a:cxn>
              <a:cxn ang="0">
                <a:pos x="connsiteX43512" y="connsiteY43512"/>
              </a:cxn>
              <a:cxn ang="0">
                <a:pos x="connsiteX43513" y="connsiteY43513"/>
              </a:cxn>
              <a:cxn ang="0">
                <a:pos x="connsiteX43514" y="connsiteY43514"/>
              </a:cxn>
              <a:cxn ang="0">
                <a:pos x="connsiteX43515" y="connsiteY43515"/>
              </a:cxn>
              <a:cxn ang="0">
                <a:pos x="connsiteX43516" y="connsiteY43516"/>
              </a:cxn>
              <a:cxn ang="0">
                <a:pos x="connsiteX43517" y="connsiteY43517"/>
              </a:cxn>
              <a:cxn ang="0">
                <a:pos x="connsiteX43518" y="connsiteY43518"/>
              </a:cxn>
              <a:cxn ang="0">
                <a:pos x="connsiteX43519" y="connsiteY43519"/>
              </a:cxn>
              <a:cxn ang="0">
                <a:pos x="connsiteX43520" y="connsiteY43520"/>
              </a:cxn>
              <a:cxn ang="0">
                <a:pos x="connsiteX43521" y="connsiteY43521"/>
              </a:cxn>
              <a:cxn ang="0">
                <a:pos x="connsiteX43522" y="connsiteY43522"/>
              </a:cxn>
              <a:cxn ang="0">
                <a:pos x="connsiteX43523" y="connsiteY43523"/>
              </a:cxn>
              <a:cxn ang="0">
                <a:pos x="connsiteX43524" y="connsiteY43524"/>
              </a:cxn>
              <a:cxn ang="0">
                <a:pos x="connsiteX43525" y="connsiteY43525"/>
              </a:cxn>
              <a:cxn ang="0">
                <a:pos x="connsiteX43526" y="connsiteY43526"/>
              </a:cxn>
              <a:cxn ang="0">
                <a:pos x="connsiteX43527" y="connsiteY43527"/>
              </a:cxn>
              <a:cxn ang="0">
                <a:pos x="connsiteX43528" y="connsiteY43528"/>
              </a:cxn>
              <a:cxn ang="0">
                <a:pos x="connsiteX43529" y="connsiteY43529"/>
              </a:cxn>
              <a:cxn ang="0">
                <a:pos x="connsiteX43530" y="connsiteY43530"/>
              </a:cxn>
              <a:cxn ang="0">
                <a:pos x="connsiteX43531" y="connsiteY43531"/>
              </a:cxn>
              <a:cxn ang="0">
                <a:pos x="connsiteX43532" y="connsiteY43532"/>
              </a:cxn>
              <a:cxn ang="0">
                <a:pos x="connsiteX43533" y="connsiteY43533"/>
              </a:cxn>
              <a:cxn ang="0">
                <a:pos x="connsiteX43534" y="connsiteY43534"/>
              </a:cxn>
              <a:cxn ang="0">
                <a:pos x="connsiteX43535" y="connsiteY43535"/>
              </a:cxn>
              <a:cxn ang="0">
                <a:pos x="connsiteX43536" y="connsiteY43536"/>
              </a:cxn>
              <a:cxn ang="0">
                <a:pos x="connsiteX43537" y="connsiteY43537"/>
              </a:cxn>
              <a:cxn ang="0">
                <a:pos x="connsiteX43538" y="connsiteY43538"/>
              </a:cxn>
              <a:cxn ang="0">
                <a:pos x="connsiteX43539" y="connsiteY43539"/>
              </a:cxn>
              <a:cxn ang="0">
                <a:pos x="connsiteX43540" y="connsiteY43540"/>
              </a:cxn>
              <a:cxn ang="0">
                <a:pos x="connsiteX43541" y="connsiteY43541"/>
              </a:cxn>
              <a:cxn ang="0">
                <a:pos x="connsiteX43542" y="connsiteY43542"/>
              </a:cxn>
              <a:cxn ang="0">
                <a:pos x="connsiteX43543" y="connsiteY43543"/>
              </a:cxn>
              <a:cxn ang="0">
                <a:pos x="connsiteX43544" y="connsiteY43544"/>
              </a:cxn>
              <a:cxn ang="0">
                <a:pos x="connsiteX43545" y="connsiteY43545"/>
              </a:cxn>
              <a:cxn ang="0">
                <a:pos x="connsiteX43546" y="connsiteY43546"/>
              </a:cxn>
              <a:cxn ang="0">
                <a:pos x="connsiteX43547" y="connsiteY43547"/>
              </a:cxn>
              <a:cxn ang="0">
                <a:pos x="connsiteX43548" y="connsiteY43548"/>
              </a:cxn>
              <a:cxn ang="0">
                <a:pos x="connsiteX43549" y="connsiteY43549"/>
              </a:cxn>
              <a:cxn ang="0">
                <a:pos x="connsiteX43550" y="connsiteY43550"/>
              </a:cxn>
              <a:cxn ang="0">
                <a:pos x="connsiteX43551" y="connsiteY43551"/>
              </a:cxn>
              <a:cxn ang="0">
                <a:pos x="connsiteX43552" y="connsiteY43552"/>
              </a:cxn>
              <a:cxn ang="0">
                <a:pos x="connsiteX43553" y="connsiteY43553"/>
              </a:cxn>
              <a:cxn ang="0">
                <a:pos x="connsiteX43554" y="connsiteY43554"/>
              </a:cxn>
              <a:cxn ang="0">
                <a:pos x="connsiteX43555" y="connsiteY43555"/>
              </a:cxn>
              <a:cxn ang="0">
                <a:pos x="connsiteX43556" y="connsiteY43556"/>
              </a:cxn>
              <a:cxn ang="0">
                <a:pos x="connsiteX43557" y="connsiteY43557"/>
              </a:cxn>
              <a:cxn ang="0">
                <a:pos x="connsiteX43558" y="connsiteY43558"/>
              </a:cxn>
              <a:cxn ang="0">
                <a:pos x="connsiteX43559" y="connsiteY43559"/>
              </a:cxn>
              <a:cxn ang="0">
                <a:pos x="connsiteX43560" y="connsiteY43560"/>
              </a:cxn>
              <a:cxn ang="0">
                <a:pos x="connsiteX43561" y="connsiteY43561"/>
              </a:cxn>
              <a:cxn ang="0">
                <a:pos x="connsiteX43562" y="connsiteY43562"/>
              </a:cxn>
              <a:cxn ang="0">
                <a:pos x="connsiteX43563" y="connsiteY43563"/>
              </a:cxn>
              <a:cxn ang="0">
                <a:pos x="connsiteX43564" y="connsiteY43564"/>
              </a:cxn>
              <a:cxn ang="0">
                <a:pos x="connsiteX43565" y="connsiteY43565"/>
              </a:cxn>
              <a:cxn ang="0">
                <a:pos x="connsiteX43566" y="connsiteY43566"/>
              </a:cxn>
              <a:cxn ang="0">
                <a:pos x="connsiteX43567" y="connsiteY43567"/>
              </a:cxn>
              <a:cxn ang="0">
                <a:pos x="connsiteX43568" y="connsiteY43568"/>
              </a:cxn>
              <a:cxn ang="0">
                <a:pos x="connsiteX43569" y="connsiteY43569"/>
              </a:cxn>
              <a:cxn ang="0">
                <a:pos x="connsiteX43570" y="connsiteY43570"/>
              </a:cxn>
              <a:cxn ang="0">
                <a:pos x="connsiteX43571" y="connsiteY43571"/>
              </a:cxn>
              <a:cxn ang="0">
                <a:pos x="connsiteX43572" y="connsiteY43572"/>
              </a:cxn>
              <a:cxn ang="0">
                <a:pos x="connsiteX43573" y="connsiteY43573"/>
              </a:cxn>
              <a:cxn ang="0">
                <a:pos x="connsiteX43574" y="connsiteY43574"/>
              </a:cxn>
              <a:cxn ang="0">
                <a:pos x="connsiteX43575" y="connsiteY43575"/>
              </a:cxn>
              <a:cxn ang="0">
                <a:pos x="connsiteX43576" y="connsiteY43576"/>
              </a:cxn>
              <a:cxn ang="0">
                <a:pos x="connsiteX43577" y="connsiteY43577"/>
              </a:cxn>
              <a:cxn ang="0">
                <a:pos x="connsiteX43578" y="connsiteY43578"/>
              </a:cxn>
              <a:cxn ang="0">
                <a:pos x="connsiteX43579" y="connsiteY43579"/>
              </a:cxn>
              <a:cxn ang="0">
                <a:pos x="connsiteX43580" y="connsiteY43580"/>
              </a:cxn>
              <a:cxn ang="0">
                <a:pos x="connsiteX43581" y="connsiteY43581"/>
              </a:cxn>
              <a:cxn ang="0">
                <a:pos x="connsiteX43582" y="connsiteY43582"/>
              </a:cxn>
              <a:cxn ang="0">
                <a:pos x="connsiteX43583" y="connsiteY43583"/>
              </a:cxn>
              <a:cxn ang="0">
                <a:pos x="connsiteX43584" y="connsiteY43584"/>
              </a:cxn>
              <a:cxn ang="0">
                <a:pos x="connsiteX43585" y="connsiteY43585"/>
              </a:cxn>
              <a:cxn ang="0">
                <a:pos x="connsiteX43586" y="connsiteY43586"/>
              </a:cxn>
              <a:cxn ang="0">
                <a:pos x="connsiteX43587" y="connsiteY43587"/>
              </a:cxn>
              <a:cxn ang="0">
                <a:pos x="connsiteX43588" y="connsiteY43588"/>
              </a:cxn>
              <a:cxn ang="0">
                <a:pos x="connsiteX43589" y="connsiteY43589"/>
              </a:cxn>
              <a:cxn ang="0">
                <a:pos x="connsiteX43590" y="connsiteY43590"/>
              </a:cxn>
              <a:cxn ang="0">
                <a:pos x="connsiteX43591" y="connsiteY43591"/>
              </a:cxn>
              <a:cxn ang="0">
                <a:pos x="connsiteX43592" y="connsiteY43592"/>
              </a:cxn>
              <a:cxn ang="0">
                <a:pos x="connsiteX43593" y="connsiteY43593"/>
              </a:cxn>
              <a:cxn ang="0">
                <a:pos x="connsiteX43594" y="connsiteY43594"/>
              </a:cxn>
              <a:cxn ang="0">
                <a:pos x="connsiteX43595" y="connsiteY43595"/>
              </a:cxn>
              <a:cxn ang="0">
                <a:pos x="connsiteX43596" y="connsiteY43596"/>
              </a:cxn>
              <a:cxn ang="0">
                <a:pos x="connsiteX43597" y="connsiteY43597"/>
              </a:cxn>
              <a:cxn ang="0">
                <a:pos x="connsiteX43598" y="connsiteY43598"/>
              </a:cxn>
              <a:cxn ang="0">
                <a:pos x="connsiteX43599" y="connsiteY43599"/>
              </a:cxn>
              <a:cxn ang="0">
                <a:pos x="connsiteX43600" y="connsiteY43600"/>
              </a:cxn>
              <a:cxn ang="0">
                <a:pos x="connsiteX43601" y="connsiteY43601"/>
              </a:cxn>
              <a:cxn ang="0">
                <a:pos x="connsiteX43602" y="connsiteY43602"/>
              </a:cxn>
              <a:cxn ang="0">
                <a:pos x="connsiteX43603" y="connsiteY43603"/>
              </a:cxn>
              <a:cxn ang="0">
                <a:pos x="connsiteX43604" y="connsiteY43604"/>
              </a:cxn>
              <a:cxn ang="0">
                <a:pos x="connsiteX43605" y="connsiteY43605"/>
              </a:cxn>
              <a:cxn ang="0">
                <a:pos x="connsiteX43606" y="connsiteY43606"/>
              </a:cxn>
              <a:cxn ang="0">
                <a:pos x="connsiteX43607" y="connsiteY43607"/>
              </a:cxn>
              <a:cxn ang="0">
                <a:pos x="connsiteX43608" y="connsiteY43608"/>
              </a:cxn>
              <a:cxn ang="0">
                <a:pos x="connsiteX43609" y="connsiteY43609"/>
              </a:cxn>
              <a:cxn ang="0">
                <a:pos x="connsiteX43610" y="connsiteY43610"/>
              </a:cxn>
              <a:cxn ang="0">
                <a:pos x="connsiteX43611" y="connsiteY43611"/>
              </a:cxn>
              <a:cxn ang="0">
                <a:pos x="connsiteX43612" y="connsiteY43612"/>
              </a:cxn>
              <a:cxn ang="0">
                <a:pos x="connsiteX43613" y="connsiteY43613"/>
              </a:cxn>
              <a:cxn ang="0">
                <a:pos x="connsiteX43614" y="connsiteY43614"/>
              </a:cxn>
              <a:cxn ang="0">
                <a:pos x="connsiteX43615" y="connsiteY43615"/>
              </a:cxn>
              <a:cxn ang="0">
                <a:pos x="connsiteX43616" y="connsiteY43616"/>
              </a:cxn>
              <a:cxn ang="0">
                <a:pos x="connsiteX43617" y="connsiteY43617"/>
              </a:cxn>
              <a:cxn ang="0">
                <a:pos x="connsiteX43618" y="connsiteY43618"/>
              </a:cxn>
              <a:cxn ang="0">
                <a:pos x="connsiteX43619" y="connsiteY43619"/>
              </a:cxn>
              <a:cxn ang="0">
                <a:pos x="connsiteX43620" y="connsiteY43620"/>
              </a:cxn>
              <a:cxn ang="0">
                <a:pos x="connsiteX43621" y="connsiteY43621"/>
              </a:cxn>
              <a:cxn ang="0">
                <a:pos x="connsiteX43622" y="connsiteY43622"/>
              </a:cxn>
              <a:cxn ang="0">
                <a:pos x="connsiteX43623" y="connsiteY43623"/>
              </a:cxn>
              <a:cxn ang="0">
                <a:pos x="connsiteX43624" y="connsiteY43624"/>
              </a:cxn>
              <a:cxn ang="0">
                <a:pos x="connsiteX43625" y="connsiteY43625"/>
              </a:cxn>
              <a:cxn ang="0">
                <a:pos x="connsiteX43626" y="connsiteY43626"/>
              </a:cxn>
              <a:cxn ang="0">
                <a:pos x="connsiteX43627" y="connsiteY43627"/>
              </a:cxn>
              <a:cxn ang="0">
                <a:pos x="connsiteX43628" y="connsiteY43628"/>
              </a:cxn>
              <a:cxn ang="0">
                <a:pos x="connsiteX43629" y="connsiteY43629"/>
              </a:cxn>
              <a:cxn ang="0">
                <a:pos x="connsiteX43630" y="connsiteY43630"/>
              </a:cxn>
              <a:cxn ang="0">
                <a:pos x="connsiteX43631" y="connsiteY43631"/>
              </a:cxn>
              <a:cxn ang="0">
                <a:pos x="connsiteX43632" y="connsiteY43632"/>
              </a:cxn>
              <a:cxn ang="0">
                <a:pos x="connsiteX43633" y="connsiteY43633"/>
              </a:cxn>
              <a:cxn ang="0">
                <a:pos x="connsiteX43634" y="connsiteY43634"/>
              </a:cxn>
              <a:cxn ang="0">
                <a:pos x="connsiteX43635" y="connsiteY43635"/>
              </a:cxn>
              <a:cxn ang="0">
                <a:pos x="connsiteX43636" y="connsiteY43636"/>
              </a:cxn>
              <a:cxn ang="0">
                <a:pos x="connsiteX43637" y="connsiteY43637"/>
              </a:cxn>
              <a:cxn ang="0">
                <a:pos x="connsiteX43638" y="connsiteY43638"/>
              </a:cxn>
              <a:cxn ang="0">
                <a:pos x="connsiteX43639" y="connsiteY43639"/>
              </a:cxn>
              <a:cxn ang="0">
                <a:pos x="connsiteX43640" y="connsiteY43640"/>
              </a:cxn>
              <a:cxn ang="0">
                <a:pos x="connsiteX43641" y="connsiteY43641"/>
              </a:cxn>
              <a:cxn ang="0">
                <a:pos x="connsiteX43642" y="connsiteY43642"/>
              </a:cxn>
              <a:cxn ang="0">
                <a:pos x="connsiteX43643" y="connsiteY43643"/>
              </a:cxn>
              <a:cxn ang="0">
                <a:pos x="connsiteX43644" y="connsiteY43644"/>
              </a:cxn>
              <a:cxn ang="0">
                <a:pos x="connsiteX43645" y="connsiteY43645"/>
              </a:cxn>
              <a:cxn ang="0">
                <a:pos x="connsiteX43646" y="connsiteY43646"/>
              </a:cxn>
              <a:cxn ang="0">
                <a:pos x="connsiteX43647" y="connsiteY43647"/>
              </a:cxn>
              <a:cxn ang="0">
                <a:pos x="connsiteX43648" y="connsiteY43648"/>
              </a:cxn>
              <a:cxn ang="0">
                <a:pos x="connsiteX43649" y="connsiteY43649"/>
              </a:cxn>
              <a:cxn ang="0">
                <a:pos x="connsiteX43650" y="connsiteY43650"/>
              </a:cxn>
              <a:cxn ang="0">
                <a:pos x="connsiteX43651" y="connsiteY43651"/>
              </a:cxn>
              <a:cxn ang="0">
                <a:pos x="connsiteX43652" y="connsiteY43652"/>
              </a:cxn>
              <a:cxn ang="0">
                <a:pos x="connsiteX43653" y="connsiteY43653"/>
              </a:cxn>
              <a:cxn ang="0">
                <a:pos x="connsiteX43654" y="connsiteY43654"/>
              </a:cxn>
              <a:cxn ang="0">
                <a:pos x="connsiteX43655" y="connsiteY43655"/>
              </a:cxn>
              <a:cxn ang="0">
                <a:pos x="connsiteX43656" y="connsiteY43656"/>
              </a:cxn>
              <a:cxn ang="0">
                <a:pos x="connsiteX43657" y="connsiteY43657"/>
              </a:cxn>
              <a:cxn ang="0">
                <a:pos x="connsiteX43658" y="connsiteY43658"/>
              </a:cxn>
              <a:cxn ang="0">
                <a:pos x="connsiteX43659" y="connsiteY43659"/>
              </a:cxn>
              <a:cxn ang="0">
                <a:pos x="connsiteX43660" y="connsiteY43660"/>
              </a:cxn>
              <a:cxn ang="0">
                <a:pos x="connsiteX43661" y="connsiteY43661"/>
              </a:cxn>
              <a:cxn ang="0">
                <a:pos x="connsiteX43662" y="connsiteY43662"/>
              </a:cxn>
              <a:cxn ang="0">
                <a:pos x="connsiteX43663" y="connsiteY43663"/>
              </a:cxn>
              <a:cxn ang="0">
                <a:pos x="connsiteX43664" y="connsiteY43664"/>
              </a:cxn>
              <a:cxn ang="0">
                <a:pos x="connsiteX43665" y="connsiteY43665"/>
              </a:cxn>
              <a:cxn ang="0">
                <a:pos x="connsiteX43666" y="connsiteY43666"/>
              </a:cxn>
              <a:cxn ang="0">
                <a:pos x="connsiteX43667" y="connsiteY43667"/>
              </a:cxn>
              <a:cxn ang="0">
                <a:pos x="connsiteX43668" y="connsiteY43668"/>
              </a:cxn>
              <a:cxn ang="0">
                <a:pos x="connsiteX43669" y="connsiteY43669"/>
              </a:cxn>
              <a:cxn ang="0">
                <a:pos x="connsiteX43670" y="connsiteY43670"/>
              </a:cxn>
              <a:cxn ang="0">
                <a:pos x="connsiteX43671" y="connsiteY43671"/>
              </a:cxn>
              <a:cxn ang="0">
                <a:pos x="connsiteX43672" y="connsiteY43672"/>
              </a:cxn>
              <a:cxn ang="0">
                <a:pos x="connsiteX43673" y="connsiteY43673"/>
              </a:cxn>
              <a:cxn ang="0">
                <a:pos x="connsiteX43674" y="connsiteY43674"/>
              </a:cxn>
              <a:cxn ang="0">
                <a:pos x="connsiteX43675" y="connsiteY43675"/>
              </a:cxn>
              <a:cxn ang="0">
                <a:pos x="connsiteX43676" y="connsiteY43676"/>
              </a:cxn>
              <a:cxn ang="0">
                <a:pos x="connsiteX43677" y="connsiteY43677"/>
              </a:cxn>
              <a:cxn ang="0">
                <a:pos x="connsiteX43678" y="connsiteY43678"/>
              </a:cxn>
              <a:cxn ang="0">
                <a:pos x="connsiteX43679" y="connsiteY43679"/>
              </a:cxn>
              <a:cxn ang="0">
                <a:pos x="connsiteX43680" y="connsiteY43680"/>
              </a:cxn>
              <a:cxn ang="0">
                <a:pos x="connsiteX43681" y="connsiteY43681"/>
              </a:cxn>
              <a:cxn ang="0">
                <a:pos x="connsiteX43682" y="connsiteY43682"/>
              </a:cxn>
              <a:cxn ang="0">
                <a:pos x="connsiteX43683" y="connsiteY43683"/>
              </a:cxn>
              <a:cxn ang="0">
                <a:pos x="connsiteX43684" y="connsiteY43684"/>
              </a:cxn>
              <a:cxn ang="0">
                <a:pos x="connsiteX43685" y="connsiteY43685"/>
              </a:cxn>
              <a:cxn ang="0">
                <a:pos x="connsiteX43686" y="connsiteY43686"/>
              </a:cxn>
              <a:cxn ang="0">
                <a:pos x="connsiteX43687" y="connsiteY43687"/>
              </a:cxn>
              <a:cxn ang="0">
                <a:pos x="connsiteX43688" y="connsiteY43688"/>
              </a:cxn>
              <a:cxn ang="0">
                <a:pos x="connsiteX43689" y="connsiteY43689"/>
              </a:cxn>
              <a:cxn ang="0">
                <a:pos x="connsiteX43690" y="connsiteY43690"/>
              </a:cxn>
              <a:cxn ang="0">
                <a:pos x="connsiteX43691" y="connsiteY43691"/>
              </a:cxn>
              <a:cxn ang="0">
                <a:pos x="connsiteX43692" y="connsiteY43692"/>
              </a:cxn>
              <a:cxn ang="0">
                <a:pos x="connsiteX43693" y="connsiteY43693"/>
              </a:cxn>
              <a:cxn ang="0">
                <a:pos x="connsiteX43694" y="connsiteY43694"/>
              </a:cxn>
              <a:cxn ang="0">
                <a:pos x="connsiteX43695" y="connsiteY43695"/>
              </a:cxn>
              <a:cxn ang="0">
                <a:pos x="connsiteX43696" y="connsiteY43696"/>
              </a:cxn>
              <a:cxn ang="0">
                <a:pos x="connsiteX43697" y="connsiteY43697"/>
              </a:cxn>
              <a:cxn ang="0">
                <a:pos x="connsiteX43698" y="connsiteY43698"/>
              </a:cxn>
              <a:cxn ang="0">
                <a:pos x="connsiteX43699" y="connsiteY43699"/>
              </a:cxn>
              <a:cxn ang="0">
                <a:pos x="connsiteX43700" y="connsiteY43700"/>
              </a:cxn>
              <a:cxn ang="0">
                <a:pos x="connsiteX43701" y="connsiteY43701"/>
              </a:cxn>
              <a:cxn ang="0">
                <a:pos x="connsiteX43702" y="connsiteY43702"/>
              </a:cxn>
              <a:cxn ang="0">
                <a:pos x="connsiteX43703" y="connsiteY43703"/>
              </a:cxn>
              <a:cxn ang="0">
                <a:pos x="connsiteX43704" y="connsiteY43704"/>
              </a:cxn>
              <a:cxn ang="0">
                <a:pos x="connsiteX43705" y="connsiteY43705"/>
              </a:cxn>
              <a:cxn ang="0">
                <a:pos x="connsiteX43706" y="connsiteY43706"/>
              </a:cxn>
              <a:cxn ang="0">
                <a:pos x="connsiteX43707" y="connsiteY43707"/>
              </a:cxn>
              <a:cxn ang="0">
                <a:pos x="connsiteX43708" y="connsiteY43708"/>
              </a:cxn>
              <a:cxn ang="0">
                <a:pos x="connsiteX43709" y="connsiteY43709"/>
              </a:cxn>
              <a:cxn ang="0">
                <a:pos x="connsiteX43710" y="connsiteY43710"/>
              </a:cxn>
              <a:cxn ang="0">
                <a:pos x="connsiteX43711" y="connsiteY43711"/>
              </a:cxn>
              <a:cxn ang="0">
                <a:pos x="connsiteX43712" y="connsiteY43712"/>
              </a:cxn>
              <a:cxn ang="0">
                <a:pos x="connsiteX43713" y="connsiteY43713"/>
              </a:cxn>
              <a:cxn ang="0">
                <a:pos x="connsiteX43714" y="connsiteY43714"/>
              </a:cxn>
              <a:cxn ang="0">
                <a:pos x="connsiteX43715" y="connsiteY43715"/>
              </a:cxn>
              <a:cxn ang="0">
                <a:pos x="connsiteX43716" y="connsiteY43716"/>
              </a:cxn>
              <a:cxn ang="0">
                <a:pos x="connsiteX43717" y="connsiteY43717"/>
              </a:cxn>
              <a:cxn ang="0">
                <a:pos x="connsiteX43718" y="connsiteY43718"/>
              </a:cxn>
              <a:cxn ang="0">
                <a:pos x="connsiteX43719" y="connsiteY43719"/>
              </a:cxn>
              <a:cxn ang="0">
                <a:pos x="connsiteX43720" y="connsiteY43720"/>
              </a:cxn>
              <a:cxn ang="0">
                <a:pos x="connsiteX43721" y="connsiteY43721"/>
              </a:cxn>
              <a:cxn ang="0">
                <a:pos x="connsiteX43722" y="connsiteY43722"/>
              </a:cxn>
              <a:cxn ang="0">
                <a:pos x="connsiteX43723" y="connsiteY43723"/>
              </a:cxn>
              <a:cxn ang="0">
                <a:pos x="connsiteX43724" y="connsiteY43724"/>
              </a:cxn>
              <a:cxn ang="0">
                <a:pos x="connsiteX43725" y="connsiteY43725"/>
              </a:cxn>
              <a:cxn ang="0">
                <a:pos x="connsiteX43726" y="connsiteY43726"/>
              </a:cxn>
              <a:cxn ang="0">
                <a:pos x="connsiteX43727" y="connsiteY43727"/>
              </a:cxn>
              <a:cxn ang="0">
                <a:pos x="connsiteX43728" y="connsiteY43728"/>
              </a:cxn>
              <a:cxn ang="0">
                <a:pos x="connsiteX43729" y="connsiteY43729"/>
              </a:cxn>
              <a:cxn ang="0">
                <a:pos x="connsiteX43730" y="connsiteY43730"/>
              </a:cxn>
              <a:cxn ang="0">
                <a:pos x="connsiteX43731" y="connsiteY43731"/>
              </a:cxn>
              <a:cxn ang="0">
                <a:pos x="connsiteX43732" y="connsiteY43732"/>
              </a:cxn>
              <a:cxn ang="0">
                <a:pos x="connsiteX43733" y="connsiteY43733"/>
              </a:cxn>
              <a:cxn ang="0">
                <a:pos x="connsiteX43734" y="connsiteY43734"/>
              </a:cxn>
              <a:cxn ang="0">
                <a:pos x="connsiteX43735" y="connsiteY43735"/>
              </a:cxn>
              <a:cxn ang="0">
                <a:pos x="connsiteX43736" y="connsiteY43736"/>
              </a:cxn>
              <a:cxn ang="0">
                <a:pos x="connsiteX43737" y="connsiteY43737"/>
              </a:cxn>
              <a:cxn ang="0">
                <a:pos x="connsiteX43738" y="connsiteY43738"/>
              </a:cxn>
              <a:cxn ang="0">
                <a:pos x="connsiteX43739" y="connsiteY43739"/>
              </a:cxn>
              <a:cxn ang="0">
                <a:pos x="connsiteX43740" y="connsiteY43740"/>
              </a:cxn>
              <a:cxn ang="0">
                <a:pos x="connsiteX43741" y="connsiteY43741"/>
              </a:cxn>
              <a:cxn ang="0">
                <a:pos x="connsiteX43742" y="connsiteY43742"/>
              </a:cxn>
              <a:cxn ang="0">
                <a:pos x="connsiteX43743" y="connsiteY43743"/>
              </a:cxn>
              <a:cxn ang="0">
                <a:pos x="connsiteX43744" y="connsiteY43744"/>
              </a:cxn>
              <a:cxn ang="0">
                <a:pos x="connsiteX43745" y="connsiteY43745"/>
              </a:cxn>
              <a:cxn ang="0">
                <a:pos x="connsiteX43746" y="connsiteY43746"/>
              </a:cxn>
              <a:cxn ang="0">
                <a:pos x="connsiteX43747" y="connsiteY43747"/>
              </a:cxn>
              <a:cxn ang="0">
                <a:pos x="connsiteX43748" y="connsiteY43748"/>
              </a:cxn>
              <a:cxn ang="0">
                <a:pos x="connsiteX43749" y="connsiteY43749"/>
              </a:cxn>
              <a:cxn ang="0">
                <a:pos x="connsiteX43750" y="connsiteY43750"/>
              </a:cxn>
              <a:cxn ang="0">
                <a:pos x="connsiteX43751" y="connsiteY43751"/>
              </a:cxn>
              <a:cxn ang="0">
                <a:pos x="connsiteX43752" y="connsiteY43752"/>
              </a:cxn>
              <a:cxn ang="0">
                <a:pos x="connsiteX43753" y="connsiteY43753"/>
              </a:cxn>
              <a:cxn ang="0">
                <a:pos x="connsiteX43754" y="connsiteY43754"/>
              </a:cxn>
              <a:cxn ang="0">
                <a:pos x="connsiteX43755" y="connsiteY43755"/>
              </a:cxn>
              <a:cxn ang="0">
                <a:pos x="connsiteX43756" y="connsiteY43756"/>
              </a:cxn>
              <a:cxn ang="0">
                <a:pos x="connsiteX43757" y="connsiteY43757"/>
              </a:cxn>
              <a:cxn ang="0">
                <a:pos x="connsiteX43758" y="connsiteY43758"/>
              </a:cxn>
              <a:cxn ang="0">
                <a:pos x="connsiteX43759" y="connsiteY43759"/>
              </a:cxn>
              <a:cxn ang="0">
                <a:pos x="connsiteX43760" y="connsiteY43760"/>
              </a:cxn>
              <a:cxn ang="0">
                <a:pos x="connsiteX43761" y="connsiteY43761"/>
              </a:cxn>
              <a:cxn ang="0">
                <a:pos x="connsiteX43762" y="connsiteY43762"/>
              </a:cxn>
              <a:cxn ang="0">
                <a:pos x="connsiteX43763" y="connsiteY43763"/>
              </a:cxn>
              <a:cxn ang="0">
                <a:pos x="connsiteX43764" y="connsiteY43764"/>
              </a:cxn>
              <a:cxn ang="0">
                <a:pos x="connsiteX43765" y="connsiteY43765"/>
              </a:cxn>
              <a:cxn ang="0">
                <a:pos x="connsiteX43766" y="connsiteY43766"/>
              </a:cxn>
              <a:cxn ang="0">
                <a:pos x="connsiteX43767" y="connsiteY43767"/>
              </a:cxn>
              <a:cxn ang="0">
                <a:pos x="connsiteX43768" y="connsiteY43768"/>
              </a:cxn>
              <a:cxn ang="0">
                <a:pos x="connsiteX43769" y="connsiteY43769"/>
              </a:cxn>
              <a:cxn ang="0">
                <a:pos x="connsiteX43770" y="connsiteY43770"/>
              </a:cxn>
              <a:cxn ang="0">
                <a:pos x="connsiteX43771" y="connsiteY43771"/>
              </a:cxn>
              <a:cxn ang="0">
                <a:pos x="connsiteX43772" y="connsiteY43772"/>
              </a:cxn>
              <a:cxn ang="0">
                <a:pos x="connsiteX43773" y="connsiteY43773"/>
              </a:cxn>
              <a:cxn ang="0">
                <a:pos x="connsiteX43774" y="connsiteY43774"/>
              </a:cxn>
              <a:cxn ang="0">
                <a:pos x="connsiteX43775" y="connsiteY43775"/>
              </a:cxn>
              <a:cxn ang="0">
                <a:pos x="connsiteX43776" y="connsiteY43776"/>
              </a:cxn>
              <a:cxn ang="0">
                <a:pos x="connsiteX43777" y="connsiteY43777"/>
              </a:cxn>
              <a:cxn ang="0">
                <a:pos x="connsiteX43778" y="connsiteY43778"/>
              </a:cxn>
              <a:cxn ang="0">
                <a:pos x="connsiteX43779" y="connsiteY43779"/>
              </a:cxn>
              <a:cxn ang="0">
                <a:pos x="connsiteX43780" y="connsiteY43780"/>
              </a:cxn>
              <a:cxn ang="0">
                <a:pos x="connsiteX43781" y="connsiteY43781"/>
              </a:cxn>
              <a:cxn ang="0">
                <a:pos x="connsiteX43782" y="connsiteY43782"/>
              </a:cxn>
              <a:cxn ang="0">
                <a:pos x="connsiteX43783" y="connsiteY43783"/>
              </a:cxn>
              <a:cxn ang="0">
                <a:pos x="connsiteX43784" y="connsiteY43784"/>
              </a:cxn>
              <a:cxn ang="0">
                <a:pos x="connsiteX43785" y="connsiteY43785"/>
              </a:cxn>
              <a:cxn ang="0">
                <a:pos x="connsiteX43786" y="connsiteY43786"/>
              </a:cxn>
              <a:cxn ang="0">
                <a:pos x="connsiteX43787" y="connsiteY43787"/>
              </a:cxn>
              <a:cxn ang="0">
                <a:pos x="connsiteX43788" y="connsiteY43788"/>
              </a:cxn>
              <a:cxn ang="0">
                <a:pos x="connsiteX43789" y="connsiteY43789"/>
              </a:cxn>
              <a:cxn ang="0">
                <a:pos x="connsiteX43790" y="connsiteY43790"/>
              </a:cxn>
              <a:cxn ang="0">
                <a:pos x="connsiteX43791" y="connsiteY43791"/>
              </a:cxn>
              <a:cxn ang="0">
                <a:pos x="connsiteX43792" y="connsiteY43792"/>
              </a:cxn>
              <a:cxn ang="0">
                <a:pos x="connsiteX43793" y="connsiteY43793"/>
              </a:cxn>
              <a:cxn ang="0">
                <a:pos x="connsiteX43794" y="connsiteY43794"/>
              </a:cxn>
              <a:cxn ang="0">
                <a:pos x="connsiteX43795" y="connsiteY43795"/>
              </a:cxn>
              <a:cxn ang="0">
                <a:pos x="connsiteX43796" y="connsiteY43796"/>
              </a:cxn>
              <a:cxn ang="0">
                <a:pos x="connsiteX43797" y="connsiteY43797"/>
              </a:cxn>
              <a:cxn ang="0">
                <a:pos x="connsiteX43798" y="connsiteY43798"/>
              </a:cxn>
              <a:cxn ang="0">
                <a:pos x="connsiteX43799" y="connsiteY43799"/>
              </a:cxn>
              <a:cxn ang="0">
                <a:pos x="connsiteX43800" y="connsiteY43800"/>
              </a:cxn>
              <a:cxn ang="0">
                <a:pos x="connsiteX43801" y="connsiteY43801"/>
              </a:cxn>
              <a:cxn ang="0">
                <a:pos x="connsiteX43802" y="connsiteY43802"/>
              </a:cxn>
              <a:cxn ang="0">
                <a:pos x="connsiteX43803" y="connsiteY43803"/>
              </a:cxn>
              <a:cxn ang="0">
                <a:pos x="connsiteX43804" y="connsiteY43804"/>
              </a:cxn>
              <a:cxn ang="0">
                <a:pos x="connsiteX43805" y="connsiteY43805"/>
              </a:cxn>
              <a:cxn ang="0">
                <a:pos x="connsiteX43806" y="connsiteY43806"/>
              </a:cxn>
              <a:cxn ang="0">
                <a:pos x="connsiteX43807" y="connsiteY43807"/>
              </a:cxn>
              <a:cxn ang="0">
                <a:pos x="connsiteX43808" y="connsiteY43808"/>
              </a:cxn>
              <a:cxn ang="0">
                <a:pos x="connsiteX43809" y="connsiteY43809"/>
              </a:cxn>
              <a:cxn ang="0">
                <a:pos x="connsiteX43810" y="connsiteY43810"/>
              </a:cxn>
              <a:cxn ang="0">
                <a:pos x="connsiteX43811" y="connsiteY43811"/>
              </a:cxn>
              <a:cxn ang="0">
                <a:pos x="connsiteX43812" y="connsiteY43812"/>
              </a:cxn>
              <a:cxn ang="0">
                <a:pos x="connsiteX43813" y="connsiteY43813"/>
              </a:cxn>
              <a:cxn ang="0">
                <a:pos x="connsiteX43814" y="connsiteY43814"/>
              </a:cxn>
              <a:cxn ang="0">
                <a:pos x="connsiteX43815" y="connsiteY43815"/>
              </a:cxn>
              <a:cxn ang="0">
                <a:pos x="connsiteX43816" y="connsiteY43816"/>
              </a:cxn>
              <a:cxn ang="0">
                <a:pos x="connsiteX43817" y="connsiteY43817"/>
              </a:cxn>
              <a:cxn ang="0">
                <a:pos x="connsiteX43818" y="connsiteY43818"/>
              </a:cxn>
              <a:cxn ang="0">
                <a:pos x="connsiteX43819" y="connsiteY43819"/>
              </a:cxn>
              <a:cxn ang="0">
                <a:pos x="connsiteX43820" y="connsiteY43820"/>
              </a:cxn>
              <a:cxn ang="0">
                <a:pos x="connsiteX43821" y="connsiteY43821"/>
              </a:cxn>
              <a:cxn ang="0">
                <a:pos x="connsiteX43822" y="connsiteY43822"/>
              </a:cxn>
              <a:cxn ang="0">
                <a:pos x="connsiteX43823" y="connsiteY43823"/>
              </a:cxn>
              <a:cxn ang="0">
                <a:pos x="connsiteX43824" y="connsiteY43824"/>
              </a:cxn>
              <a:cxn ang="0">
                <a:pos x="connsiteX43825" y="connsiteY43825"/>
              </a:cxn>
              <a:cxn ang="0">
                <a:pos x="connsiteX43826" y="connsiteY43826"/>
              </a:cxn>
              <a:cxn ang="0">
                <a:pos x="connsiteX43827" y="connsiteY43827"/>
              </a:cxn>
              <a:cxn ang="0">
                <a:pos x="connsiteX43828" y="connsiteY43828"/>
              </a:cxn>
              <a:cxn ang="0">
                <a:pos x="connsiteX43829" y="connsiteY43829"/>
              </a:cxn>
              <a:cxn ang="0">
                <a:pos x="connsiteX43830" y="connsiteY43830"/>
              </a:cxn>
              <a:cxn ang="0">
                <a:pos x="connsiteX43831" y="connsiteY43831"/>
              </a:cxn>
              <a:cxn ang="0">
                <a:pos x="connsiteX43832" y="connsiteY43832"/>
              </a:cxn>
              <a:cxn ang="0">
                <a:pos x="connsiteX43833" y="connsiteY43833"/>
              </a:cxn>
              <a:cxn ang="0">
                <a:pos x="connsiteX43834" y="connsiteY43834"/>
              </a:cxn>
              <a:cxn ang="0">
                <a:pos x="connsiteX43835" y="connsiteY43835"/>
              </a:cxn>
              <a:cxn ang="0">
                <a:pos x="connsiteX43836" y="connsiteY43836"/>
              </a:cxn>
              <a:cxn ang="0">
                <a:pos x="connsiteX43837" y="connsiteY43837"/>
              </a:cxn>
              <a:cxn ang="0">
                <a:pos x="connsiteX43838" y="connsiteY43838"/>
              </a:cxn>
              <a:cxn ang="0">
                <a:pos x="connsiteX43839" y="connsiteY43839"/>
              </a:cxn>
              <a:cxn ang="0">
                <a:pos x="connsiteX43840" y="connsiteY43840"/>
              </a:cxn>
              <a:cxn ang="0">
                <a:pos x="connsiteX43841" y="connsiteY43841"/>
              </a:cxn>
              <a:cxn ang="0">
                <a:pos x="connsiteX43842" y="connsiteY43842"/>
              </a:cxn>
              <a:cxn ang="0">
                <a:pos x="connsiteX43843" y="connsiteY43843"/>
              </a:cxn>
              <a:cxn ang="0">
                <a:pos x="connsiteX43844" y="connsiteY43844"/>
              </a:cxn>
              <a:cxn ang="0">
                <a:pos x="connsiteX43845" y="connsiteY43845"/>
              </a:cxn>
              <a:cxn ang="0">
                <a:pos x="connsiteX43846" y="connsiteY43846"/>
              </a:cxn>
              <a:cxn ang="0">
                <a:pos x="connsiteX43847" y="connsiteY43847"/>
              </a:cxn>
              <a:cxn ang="0">
                <a:pos x="connsiteX43848" y="connsiteY43848"/>
              </a:cxn>
              <a:cxn ang="0">
                <a:pos x="connsiteX43849" y="connsiteY43849"/>
              </a:cxn>
              <a:cxn ang="0">
                <a:pos x="connsiteX43850" y="connsiteY43850"/>
              </a:cxn>
              <a:cxn ang="0">
                <a:pos x="connsiteX43851" y="connsiteY43851"/>
              </a:cxn>
              <a:cxn ang="0">
                <a:pos x="connsiteX43852" y="connsiteY43852"/>
              </a:cxn>
              <a:cxn ang="0">
                <a:pos x="connsiteX43853" y="connsiteY43853"/>
              </a:cxn>
              <a:cxn ang="0">
                <a:pos x="connsiteX43854" y="connsiteY43854"/>
              </a:cxn>
              <a:cxn ang="0">
                <a:pos x="connsiteX43855" y="connsiteY43855"/>
              </a:cxn>
              <a:cxn ang="0">
                <a:pos x="connsiteX43856" y="connsiteY43856"/>
              </a:cxn>
              <a:cxn ang="0">
                <a:pos x="connsiteX43857" y="connsiteY43857"/>
              </a:cxn>
              <a:cxn ang="0">
                <a:pos x="connsiteX43858" y="connsiteY43858"/>
              </a:cxn>
              <a:cxn ang="0">
                <a:pos x="connsiteX43859" y="connsiteY43859"/>
              </a:cxn>
              <a:cxn ang="0">
                <a:pos x="connsiteX43860" y="connsiteY43860"/>
              </a:cxn>
              <a:cxn ang="0">
                <a:pos x="connsiteX43861" y="connsiteY43861"/>
              </a:cxn>
              <a:cxn ang="0">
                <a:pos x="connsiteX43862" y="connsiteY43862"/>
              </a:cxn>
              <a:cxn ang="0">
                <a:pos x="connsiteX43863" y="connsiteY43863"/>
              </a:cxn>
              <a:cxn ang="0">
                <a:pos x="connsiteX43864" y="connsiteY43864"/>
              </a:cxn>
              <a:cxn ang="0">
                <a:pos x="connsiteX43865" y="connsiteY43865"/>
              </a:cxn>
              <a:cxn ang="0">
                <a:pos x="connsiteX43866" y="connsiteY43866"/>
              </a:cxn>
              <a:cxn ang="0">
                <a:pos x="connsiteX43867" y="connsiteY43867"/>
              </a:cxn>
              <a:cxn ang="0">
                <a:pos x="connsiteX43868" y="connsiteY43868"/>
              </a:cxn>
              <a:cxn ang="0">
                <a:pos x="connsiteX43869" y="connsiteY43869"/>
              </a:cxn>
              <a:cxn ang="0">
                <a:pos x="connsiteX43870" y="connsiteY43870"/>
              </a:cxn>
              <a:cxn ang="0">
                <a:pos x="connsiteX43871" y="connsiteY43871"/>
              </a:cxn>
              <a:cxn ang="0">
                <a:pos x="connsiteX43872" y="connsiteY43872"/>
              </a:cxn>
              <a:cxn ang="0">
                <a:pos x="connsiteX43873" y="connsiteY43873"/>
              </a:cxn>
              <a:cxn ang="0">
                <a:pos x="connsiteX43874" y="connsiteY43874"/>
              </a:cxn>
              <a:cxn ang="0">
                <a:pos x="connsiteX43875" y="connsiteY43875"/>
              </a:cxn>
              <a:cxn ang="0">
                <a:pos x="connsiteX43876" y="connsiteY43876"/>
              </a:cxn>
              <a:cxn ang="0">
                <a:pos x="connsiteX43877" y="connsiteY43877"/>
              </a:cxn>
              <a:cxn ang="0">
                <a:pos x="connsiteX43878" y="connsiteY43878"/>
              </a:cxn>
              <a:cxn ang="0">
                <a:pos x="connsiteX43879" y="connsiteY43879"/>
              </a:cxn>
              <a:cxn ang="0">
                <a:pos x="connsiteX43880" y="connsiteY43880"/>
              </a:cxn>
              <a:cxn ang="0">
                <a:pos x="connsiteX43881" y="connsiteY43881"/>
              </a:cxn>
              <a:cxn ang="0">
                <a:pos x="connsiteX43882" y="connsiteY43882"/>
              </a:cxn>
              <a:cxn ang="0">
                <a:pos x="connsiteX43883" y="connsiteY43883"/>
              </a:cxn>
              <a:cxn ang="0">
                <a:pos x="connsiteX43884" y="connsiteY43884"/>
              </a:cxn>
              <a:cxn ang="0">
                <a:pos x="connsiteX43885" y="connsiteY43885"/>
              </a:cxn>
              <a:cxn ang="0">
                <a:pos x="connsiteX43886" y="connsiteY43886"/>
              </a:cxn>
              <a:cxn ang="0">
                <a:pos x="connsiteX43887" y="connsiteY43887"/>
              </a:cxn>
              <a:cxn ang="0">
                <a:pos x="connsiteX43888" y="connsiteY43888"/>
              </a:cxn>
              <a:cxn ang="0">
                <a:pos x="connsiteX43889" y="connsiteY43889"/>
              </a:cxn>
              <a:cxn ang="0">
                <a:pos x="connsiteX43890" y="connsiteY43890"/>
              </a:cxn>
              <a:cxn ang="0">
                <a:pos x="connsiteX43891" y="connsiteY43891"/>
              </a:cxn>
              <a:cxn ang="0">
                <a:pos x="connsiteX43892" y="connsiteY43892"/>
              </a:cxn>
              <a:cxn ang="0">
                <a:pos x="connsiteX43893" y="connsiteY43893"/>
              </a:cxn>
              <a:cxn ang="0">
                <a:pos x="connsiteX43894" y="connsiteY43894"/>
              </a:cxn>
              <a:cxn ang="0">
                <a:pos x="connsiteX43895" y="connsiteY43895"/>
              </a:cxn>
              <a:cxn ang="0">
                <a:pos x="connsiteX43896" y="connsiteY43896"/>
              </a:cxn>
              <a:cxn ang="0">
                <a:pos x="connsiteX43897" y="connsiteY43897"/>
              </a:cxn>
              <a:cxn ang="0">
                <a:pos x="connsiteX43898" y="connsiteY43898"/>
              </a:cxn>
              <a:cxn ang="0">
                <a:pos x="connsiteX43899" y="connsiteY43899"/>
              </a:cxn>
              <a:cxn ang="0">
                <a:pos x="connsiteX43900" y="connsiteY43900"/>
              </a:cxn>
              <a:cxn ang="0">
                <a:pos x="connsiteX43901" y="connsiteY43901"/>
              </a:cxn>
              <a:cxn ang="0">
                <a:pos x="connsiteX43902" y="connsiteY43902"/>
              </a:cxn>
              <a:cxn ang="0">
                <a:pos x="connsiteX43903" y="connsiteY43903"/>
              </a:cxn>
              <a:cxn ang="0">
                <a:pos x="connsiteX43904" y="connsiteY43904"/>
              </a:cxn>
              <a:cxn ang="0">
                <a:pos x="connsiteX43905" y="connsiteY43905"/>
              </a:cxn>
              <a:cxn ang="0">
                <a:pos x="connsiteX43906" y="connsiteY43906"/>
              </a:cxn>
              <a:cxn ang="0">
                <a:pos x="connsiteX43907" y="connsiteY43907"/>
              </a:cxn>
              <a:cxn ang="0">
                <a:pos x="connsiteX43908" y="connsiteY43908"/>
              </a:cxn>
              <a:cxn ang="0">
                <a:pos x="connsiteX43909" y="connsiteY43909"/>
              </a:cxn>
              <a:cxn ang="0">
                <a:pos x="connsiteX43910" y="connsiteY43910"/>
              </a:cxn>
              <a:cxn ang="0">
                <a:pos x="connsiteX43911" y="connsiteY43911"/>
              </a:cxn>
              <a:cxn ang="0">
                <a:pos x="connsiteX43912" y="connsiteY43912"/>
              </a:cxn>
              <a:cxn ang="0">
                <a:pos x="connsiteX43913" y="connsiteY43913"/>
              </a:cxn>
              <a:cxn ang="0">
                <a:pos x="connsiteX43914" y="connsiteY43914"/>
              </a:cxn>
              <a:cxn ang="0">
                <a:pos x="connsiteX43915" y="connsiteY43915"/>
              </a:cxn>
              <a:cxn ang="0">
                <a:pos x="connsiteX43916" y="connsiteY43916"/>
              </a:cxn>
              <a:cxn ang="0">
                <a:pos x="connsiteX43917" y="connsiteY43917"/>
              </a:cxn>
              <a:cxn ang="0">
                <a:pos x="connsiteX43918" y="connsiteY43918"/>
              </a:cxn>
              <a:cxn ang="0">
                <a:pos x="connsiteX43919" y="connsiteY43919"/>
              </a:cxn>
              <a:cxn ang="0">
                <a:pos x="connsiteX43920" y="connsiteY43920"/>
              </a:cxn>
              <a:cxn ang="0">
                <a:pos x="connsiteX43921" y="connsiteY43921"/>
              </a:cxn>
              <a:cxn ang="0">
                <a:pos x="connsiteX43922" y="connsiteY43922"/>
              </a:cxn>
              <a:cxn ang="0">
                <a:pos x="connsiteX43923" y="connsiteY43923"/>
              </a:cxn>
              <a:cxn ang="0">
                <a:pos x="connsiteX43924" y="connsiteY43924"/>
              </a:cxn>
              <a:cxn ang="0">
                <a:pos x="connsiteX43925" y="connsiteY43925"/>
              </a:cxn>
              <a:cxn ang="0">
                <a:pos x="connsiteX43926" y="connsiteY43926"/>
              </a:cxn>
              <a:cxn ang="0">
                <a:pos x="connsiteX43927" y="connsiteY43927"/>
              </a:cxn>
              <a:cxn ang="0">
                <a:pos x="connsiteX43928" y="connsiteY43928"/>
              </a:cxn>
              <a:cxn ang="0">
                <a:pos x="connsiteX43929" y="connsiteY43929"/>
              </a:cxn>
              <a:cxn ang="0">
                <a:pos x="connsiteX43930" y="connsiteY43930"/>
              </a:cxn>
              <a:cxn ang="0">
                <a:pos x="connsiteX43931" y="connsiteY43931"/>
              </a:cxn>
              <a:cxn ang="0">
                <a:pos x="connsiteX43932" y="connsiteY43932"/>
              </a:cxn>
              <a:cxn ang="0">
                <a:pos x="connsiteX43933" y="connsiteY43933"/>
              </a:cxn>
              <a:cxn ang="0">
                <a:pos x="connsiteX43934" y="connsiteY43934"/>
              </a:cxn>
              <a:cxn ang="0">
                <a:pos x="connsiteX43935" y="connsiteY43935"/>
              </a:cxn>
              <a:cxn ang="0">
                <a:pos x="connsiteX43936" y="connsiteY43936"/>
              </a:cxn>
              <a:cxn ang="0">
                <a:pos x="connsiteX43937" y="connsiteY43937"/>
              </a:cxn>
              <a:cxn ang="0">
                <a:pos x="connsiteX43938" y="connsiteY43938"/>
              </a:cxn>
              <a:cxn ang="0">
                <a:pos x="connsiteX43939" y="connsiteY43939"/>
              </a:cxn>
              <a:cxn ang="0">
                <a:pos x="connsiteX43940" y="connsiteY43940"/>
              </a:cxn>
              <a:cxn ang="0">
                <a:pos x="connsiteX43941" y="connsiteY43941"/>
              </a:cxn>
              <a:cxn ang="0">
                <a:pos x="connsiteX43942" y="connsiteY43942"/>
              </a:cxn>
              <a:cxn ang="0">
                <a:pos x="connsiteX43943" y="connsiteY43943"/>
              </a:cxn>
              <a:cxn ang="0">
                <a:pos x="connsiteX43944" y="connsiteY43944"/>
              </a:cxn>
              <a:cxn ang="0">
                <a:pos x="connsiteX43945" y="connsiteY43945"/>
              </a:cxn>
              <a:cxn ang="0">
                <a:pos x="connsiteX43946" y="connsiteY43946"/>
              </a:cxn>
              <a:cxn ang="0">
                <a:pos x="connsiteX43947" y="connsiteY43947"/>
              </a:cxn>
              <a:cxn ang="0">
                <a:pos x="connsiteX43948" y="connsiteY43948"/>
              </a:cxn>
              <a:cxn ang="0">
                <a:pos x="connsiteX43949" y="connsiteY43949"/>
              </a:cxn>
              <a:cxn ang="0">
                <a:pos x="connsiteX43950" y="connsiteY43950"/>
              </a:cxn>
              <a:cxn ang="0">
                <a:pos x="connsiteX43951" y="connsiteY43951"/>
              </a:cxn>
              <a:cxn ang="0">
                <a:pos x="connsiteX43952" y="connsiteY43952"/>
              </a:cxn>
              <a:cxn ang="0">
                <a:pos x="connsiteX43953" y="connsiteY43953"/>
              </a:cxn>
              <a:cxn ang="0">
                <a:pos x="connsiteX43954" y="connsiteY43954"/>
              </a:cxn>
              <a:cxn ang="0">
                <a:pos x="connsiteX43955" y="connsiteY43955"/>
              </a:cxn>
              <a:cxn ang="0">
                <a:pos x="connsiteX43956" y="connsiteY43956"/>
              </a:cxn>
              <a:cxn ang="0">
                <a:pos x="connsiteX43957" y="connsiteY43957"/>
              </a:cxn>
              <a:cxn ang="0">
                <a:pos x="connsiteX43958" y="connsiteY43958"/>
              </a:cxn>
              <a:cxn ang="0">
                <a:pos x="connsiteX43959" y="connsiteY43959"/>
              </a:cxn>
              <a:cxn ang="0">
                <a:pos x="connsiteX43960" y="connsiteY43960"/>
              </a:cxn>
              <a:cxn ang="0">
                <a:pos x="connsiteX43961" y="connsiteY43961"/>
              </a:cxn>
              <a:cxn ang="0">
                <a:pos x="connsiteX43962" y="connsiteY43962"/>
              </a:cxn>
              <a:cxn ang="0">
                <a:pos x="connsiteX43963" y="connsiteY43963"/>
              </a:cxn>
              <a:cxn ang="0">
                <a:pos x="connsiteX43964" y="connsiteY43964"/>
              </a:cxn>
              <a:cxn ang="0">
                <a:pos x="connsiteX43965" y="connsiteY43965"/>
              </a:cxn>
              <a:cxn ang="0">
                <a:pos x="connsiteX43966" y="connsiteY43966"/>
              </a:cxn>
              <a:cxn ang="0">
                <a:pos x="connsiteX43967" y="connsiteY43967"/>
              </a:cxn>
              <a:cxn ang="0">
                <a:pos x="connsiteX43968" y="connsiteY43968"/>
              </a:cxn>
              <a:cxn ang="0">
                <a:pos x="connsiteX43969" y="connsiteY43969"/>
              </a:cxn>
              <a:cxn ang="0">
                <a:pos x="connsiteX43970" y="connsiteY43970"/>
              </a:cxn>
              <a:cxn ang="0">
                <a:pos x="connsiteX43971" y="connsiteY43971"/>
              </a:cxn>
              <a:cxn ang="0">
                <a:pos x="connsiteX43972" y="connsiteY43972"/>
              </a:cxn>
              <a:cxn ang="0">
                <a:pos x="connsiteX43973" y="connsiteY43973"/>
              </a:cxn>
              <a:cxn ang="0">
                <a:pos x="connsiteX43974" y="connsiteY43974"/>
              </a:cxn>
              <a:cxn ang="0">
                <a:pos x="connsiteX43975" y="connsiteY43975"/>
              </a:cxn>
              <a:cxn ang="0">
                <a:pos x="connsiteX43976" y="connsiteY43976"/>
              </a:cxn>
              <a:cxn ang="0">
                <a:pos x="connsiteX43977" y="connsiteY43977"/>
              </a:cxn>
              <a:cxn ang="0">
                <a:pos x="connsiteX43978" y="connsiteY43978"/>
              </a:cxn>
              <a:cxn ang="0">
                <a:pos x="connsiteX43979" y="connsiteY43979"/>
              </a:cxn>
              <a:cxn ang="0">
                <a:pos x="connsiteX43980" y="connsiteY43980"/>
              </a:cxn>
              <a:cxn ang="0">
                <a:pos x="connsiteX43981" y="connsiteY43981"/>
              </a:cxn>
              <a:cxn ang="0">
                <a:pos x="connsiteX43982" y="connsiteY43982"/>
              </a:cxn>
              <a:cxn ang="0">
                <a:pos x="connsiteX43983" y="connsiteY43983"/>
              </a:cxn>
              <a:cxn ang="0">
                <a:pos x="connsiteX43984" y="connsiteY43984"/>
              </a:cxn>
              <a:cxn ang="0">
                <a:pos x="connsiteX43985" y="connsiteY43985"/>
              </a:cxn>
              <a:cxn ang="0">
                <a:pos x="connsiteX43986" y="connsiteY43986"/>
              </a:cxn>
              <a:cxn ang="0">
                <a:pos x="connsiteX43987" y="connsiteY43987"/>
              </a:cxn>
              <a:cxn ang="0">
                <a:pos x="connsiteX43988" y="connsiteY43988"/>
              </a:cxn>
              <a:cxn ang="0">
                <a:pos x="connsiteX43989" y="connsiteY43989"/>
              </a:cxn>
              <a:cxn ang="0">
                <a:pos x="connsiteX43990" y="connsiteY43990"/>
              </a:cxn>
              <a:cxn ang="0">
                <a:pos x="connsiteX43991" y="connsiteY43991"/>
              </a:cxn>
              <a:cxn ang="0">
                <a:pos x="connsiteX43992" y="connsiteY43992"/>
              </a:cxn>
              <a:cxn ang="0">
                <a:pos x="connsiteX43993" y="connsiteY43993"/>
              </a:cxn>
              <a:cxn ang="0">
                <a:pos x="connsiteX43994" y="connsiteY43994"/>
              </a:cxn>
              <a:cxn ang="0">
                <a:pos x="connsiteX43995" y="connsiteY43995"/>
              </a:cxn>
              <a:cxn ang="0">
                <a:pos x="connsiteX43996" y="connsiteY43996"/>
              </a:cxn>
              <a:cxn ang="0">
                <a:pos x="connsiteX43997" y="connsiteY43997"/>
              </a:cxn>
              <a:cxn ang="0">
                <a:pos x="connsiteX43998" y="connsiteY43998"/>
              </a:cxn>
              <a:cxn ang="0">
                <a:pos x="connsiteX43999" y="connsiteY43999"/>
              </a:cxn>
              <a:cxn ang="0">
                <a:pos x="connsiteX44000" y="connsiteY44000"/>
              </a:cxn>
              <a:cxn ang="0">
                <a:pos x="connsiteX44001" y="connsiteY44001"/>
              </a:cxn>
              <a:cxn ang="0">
                <a:pos x="connsiteX44002" y="connsiteY44002"/>
              </a:cxn>
              <a:cxn ang="0">
                <a:pos x="connsiteX44003" y="connsiteY44003"/>
              </a:cxn>
              <a:cxn ang="0">
                <a:pos x="connsiteX44004" y="connsiteY44004"/>
              </a:cxn>
              <a:cxn ang="0">
                <a:pos x="connsiteX44005" y="connsiteY44005"/>
              </a:cxn>
              <a:cxn ang="0">
                <a:pos x="connsiteX44006" y="connsiteY44006"/>
              </a:cxn>
              <a:cxn ang="0">
                <a:pos x="connsiteX44007" y="connsiteY44007"/>
              </a:cxn>
              <a:cxn ang="0">
                <a:pos x="connsiteX44008" y="connsiteY44008"/>
              </a:cxn>
              <a:cxn ang="0">
                <a:pos x="connsiteX44009" y="connsiteY44009"/>
              </a:cxn>
              <a:cxn ang="0">
                <a:pos x="connsiteX44010" y="connsiteY44010"/>
              </a:cxn>
              <a:cxn ang="0">
                <a:pos x="connsiteX44011" y="connsiteY44011"/>
              </a:cxn>
              <a:cxn ang="0">
                <a:pos x="connsiteX44012" y="connsiteY44012"/>
              </a:cxn>
              <a:cxn ang="0">
                <a:pos x="connsiteX44013" y="connsiteY44013"/>
              </a:cxn>
              <a:cxn ang="0">
                <a:pos x="connsiteX44014" y="connsiteY44014"/>
              </a:cxn>
              <a:cxn ang="0">
                <a:pos x="connsiteX44015" y="connsiteY44015"/>
              </a:cxn>
              <a:cxn ang="0">
                <a:pos x="connsiteX44016" y="connsiteY44016"/>
              </a:cxn>
              <a:cxn ang="0">
                <a:pos x="connsiteX44017" y="connsiteY44017"/>
              </a:cxn>
              <a:cxn ang="0">
                <a:pos x="connsiteX44018" y="connsiteY44018"/>
              </a:cxn>
              <a:cxn ang="0">
                <a:pos x="connsiteX44019" y="connsiteY44019"/>
              </a:cxn>
              <a:cxn ang="0">
                <a:pos x="connsiteX44020" y="connsiteY44020"/>
              </a:cxn>
              <a:cxn ang="0">
                <a:pos x="connsiteX44021" y="connsiteY44021"/>
              </a:cxn>
              <a:cxn ang="0">
                <a:pos x="connsiteX44022" y="connsiteY44022"/>
              </a:cxn>
              <a:cxn ang="0">
                <a:pos x="connsiteX44023" y="connsiteY44023"/>
              </a:cxn>
              <a:cxn ang="0">
                <a:pos x="connsiteX44024" y="connsiteY44024"/>
              </a:cxn>
              <a:cxn ang="0">
                <a:pos x="connsiteX44025" y="connsiteY44025"/>
              </a:cxn>
              <a:cxn ang="0">
                <a:pos x="connsiteX44026" y="connsiteY44026"/>
              </a:cxn>
              <a:cxn ang="0">
                <a:pos x="connsiteX44027" y="connsiteY44027"/>
              </a:cxn>
              <a:cxn ang="0">
                <a:pos x="connsiteX44028" y="connsiteY44028"/>
              </a:cxn>
              <a:cxn ang="0">
                <a:pos x="connsiteX44029" y="connsiteY44029"/>
              </a:cxn>
              <a:cxn ang="0">
                <a:pos x="connsiteX44030" y="connsiteY44030"/>
              </a:cxn>
              <a:cxn ang="0">
                <a:pos x="connsiteX44031" y="connsiteY44031"/>
              </a:cxn>
              <a:cxn ang="0">
                <a:pos x="connsiteX44032" y="connsiteY44032"/>
              </a:cxn>
              <a:cxn ang="0">
                <a:pos x="connsiteX44033" y="connsiteY44033"/>
              </a:cxn>
              <a:cxn ang="0">
                <a:pos x="connsiteX44034" y="connsiteY44034"/>
              </a:cxn>
              <a:cxn ang="0">
                <a:pos x="connsiteX44035" y="connsiteY44035"/>
              </a:cxn>
              <a:cxn ang="0">
                <a:pos x="connsiteX44036" y="connsiteY44036"/>
              </a:cxn>
              <a:cxn ang="0">
                <a:pos x="connsiteX44037" y="connsiteY44037"/>
              </a:cxn>
              <a:cxn ang="0">
                <a:pos x="connsiteX44038" y="connsiteY44038"/>
              </a:cxn>
              <a:cxn ang="0">
                <a:pos x="connsiteX44039" y="connsiteY44039"/>
              </a:cxn>
              <a:cxn ang="0">
                <a:pos x="connsiteX44040" y="connsiteY44040"/>
              </a:cxn>
              <a:cxn ang="0">
                <a:pos x="connsiteX44041" y="connsiteY44041"/>
              </a:cxn>
              <a:cxn ang="0">
                <a:pos x="connsiteX44042" y="connsiteY44042"/>
              </a:cxn>
              <a:cxn ang="0">
                <a:pos x="connsiteX44043" y="connsiteY44043"/>
              </a:cxn>
              <a:cxn ang="0">
                <a:pos x="connsiteX44044" y="connsiteY44044"/>
              </a:cxn>
              <a:cxn ang="0">
                <a:pos x="connsiteX44045" y="connsiteY44045"/>
              </a:cxn>
              <a:cxn ang="0">
                <a:pos x="connsiteX44046" y="connsiteY44046"/>
              </a:cxn>
              <a:cxn ang="0">
                <a:pos x="connsiteX44047" y="connsiteY44047"/>
              </a:cxn>
              <a:cxn ang="0">
                <a:pos x="connsiteX44048" y="connsiteY44048"/>
              </a:cxn>
              <a:cxn ang="0">
                <a:pos x="connsiteX44049" y="connsiteY44049"/>
              </a:cxn>
              <a:cxn ang="0">
                <a:pos x="connsiteX44050" y="connsiteY44050"/>
              </a:cxn>
              <a:cxn ang="0">
                <a:pos x="connsiteX44051" y="connsiteY44051"/>
              </a:cxn>
              <a:cxn ang="0">
                <a:pos x="connsiteX44052" y="connsiteY44052"/>
              </a:cxn>
              <a:cxn ang="0">
                <a:pos x="connsiteX44053" y="connsiteY44053"/>
              </a:cxn>
              <a:cxn ang="0">
                <a:pos x="connsiteX44054" y="connsiteY44054"/>
              </a:cxn>
              <a:cxn ang="0">
                <a:pos x="connsiteX44055" y="connsiteY44055"/>
              </a:cxn>
              <a:cxn ang="0">
                <a:pos x="connsiteX44056" y="connsiteY44056"/>
              </a:cxn>
              <a:cxn ang="0">
                <a:pos x="connsiteX44057" y="connsiteY44057"/>
              </a:cxn>
              <a:cxn ang="0">
                <a:pos x="connsiteX44058" y="connsiteY44058"/>
              </a:cxn>
              <a:cxn ang="0">
                <a:pos x="connsiteX44059" y="connsiteY44059"/>
              </a:cxn>
              <a:cxn ang="0">
                <a:pos x="connsiteX44060" y="connsiteY44060"/>
              </a:cxn>
              <a:cxn ang="0">
                <a:pos x="connsiteX44061" y="connsiteY44061"/>
              </a:cxn>
              <a:cxn ang="0">
                <a:pos x="connsiteX44062" y="connsiteY44062"/>
              </a:cxn>
              <a:cxn ang="0">
                <a:pos x="connsiteX44063" y="connsiteY44063"/>
              </a:cxn>
              <a:cxn ang="0">
                <a:pos x="connsiteX44064" y="connsiteY44064"/>
              </a:cxn>
              <a:cxn ang="0">
                <a:pos x="connsiteX44065" y="connsiteY44065"/>
              </a:cxn>
              <a:cxn ang="0">
                <a:pos x="connsiteX44066" y="connsiteY44066"/>
              </a:cxn>
              <a:cxn ang="0">
                <a:pos x="connsiteX44067" y="connsiteY44067"/>
              </a:cxn>
              <a:cxn ang="0">
                <a:pos x="connsiteX44068" y="connsiteY44068"/>
              </a:cxn>
              <a:cxn ang="0">
                <a:pos x="connsiteX44069" y="connsiteY44069"/>
              </a:cxn>
              <a:cxn ang="0">
                <a:pos x="connsiteX44070" y="connsiteY44070"/>
              </a:cxn>
              <a:cxn ang="0">
                <a:pos x="connsiteX44071" y="connsiteY44071"/>
              </a:cxn>
              <a:cxn ang="0">
                <a:pos x="connsiteX44072" y="connsiteY44072"/>
              </a:cxn>
              <a:cxn ang="0">
                <a:pos x="connsiteX44073" y="connsiteY44073"/>
              </a:cxn>
              <a:cxn ang="0">
                <a:pos x="connsiteX44074" y="connsiteY44074"/>
              </a:cxn>
              <a:cxn ang="0">
                <a:pos x="connsiteX44075" y="connsiteY44075"/>
              </a:cxn>
              <a:cxn ang="0">
                <a:pos x="connsiteX44076" y="connsiteY44076"/>
              </a:cxn>
              <a:cxn ang="0">
                <a:pos x="connsiteX44077" y="connsiteY44077"/>
              </a:cxn>
              <a:cxn ang="0">
                <a:pos x="connsiteX44078" y="connsiteY44078"/>
              </a:cxn>
              <a:cxn ang="0">
                <a:pos x="connsiteX44079" y="connsiteY44079"/>
              </a:cxn>
              <a:cxn ang="0">
                <a:pos x="connsiteX44080" y="connsiteY44080"/>
              </a:cxn>
              <a:cxn ang="0">
                <a:pos x="connsiteX44081" y="connsiteY44081"/>
              </a:cxn>
              <a:cxn ang="0">
                <a:pos x="connsiteX44082" y="connsiteY44082"/>
              </a:cxn>
              <a:cxn ang="0">
                <a:pos x="connsiteX44083" y="connsiteY44083"/>
              </a:cxn>
              <a:cxn ang="0">
                <a:pos x="connsiteX44084" y="connsiteY44084"/>
              </a:cxn>
              <a:cxn ang="0">
                <a:pos x="connsiteX44085" y="connsiteY44085"/>
              </a:cxn>
              <a:cxn ang="0">
                <a:pos x="connsiteX44086" y="connsiteY44086"/>
              </a:cxn>
              <a:cxn ang="0">
                <a:pos x="connsiteX44087" y="connsiteY44087"/>
              </a:cxn>
              <a:cxn ang="0">
                <a:pos x="connsiteX44088" y="connsiteY44088"/>
              </a:cxn>
              <a:cxn ang="0">
                <a:pos x="connsiteX44089" y="connsiteY44089"/>
              </a:cxn>
              <a:cxn ang="0">
                <a:pos x="connsiteX44090" y="connsiteY44090"/>
              </a:cxn>
              <a:cxn ang="0">
                <a:pos x="connsiteX44091" y="connsiteY44091"/>
              </a:cxn>
              <a:cxn ang="0">
                <a:pos x="connsiteX44092" y="connsiteY44092"/>
              </a:cxn>
              <a:cxn ang="0">
                <a:pos x="connsiteX44093" y="connsiteY44093"/>
              </a:cxn>
              <a:cxn ang="0">
                <a:pos x="connsiteX44094" y="connsiteY44094"/>
              </a:cxn>
              <a:cxn ang="0">
                <a:pos x="connsiteX44095" y="connsiteY44095"/>
              </a:cxn>
              <a:cxn ang="0">
                <a:pos x="connsiteX44096" y="connsiteY44096"/>
              </a:cxn>
              <a:cxn ang="0">
                <a:pos x="connsiteX44097" y="connsiteY44097"/>
              </a:cxn>
              <a:cxn ang="0">
                <a:pos x="connsiteX44098" y="connsiteY44098"/>
              </a:cxn>
              <a:cxn ang="0">
                <a:pos x="connsiteX44099" y="connsiteY44099"/>
              </a:cxn>
              <a:cxn ang="0">
                <a:pos x="connsiteX44100" y="connsiteY44100"/>
              </a:cxn>
              <a:cxn ang="0">
                <a:pos x="connsiteX44101" y="connsiteY44101"/>
              </a:cxn>
              <a:cxn ang="0">
                <a:pos x="connsiteX44102" y="connsiteY44102"/>
              </a:cxn>
              <a:cxn ang="0">
                <a:pos x="connsiteX44103" y="connsiteY44103"/>
              </a:cxn>
              <a:cxn ang="0">
                <a:pos x="connsiteX44104" y="connsiteY44104"/>
              </a:cxn>
              <a:cxn ang="0">
                <a:pos x="connsiteX44105" y="connsiteY44105"/>
              </a:cxn>
              <a:cxn ang="0">
                <a:pos x="connsiteX44106" y="connsiteY44106"/>
              </a:cxn>
              <a:cxn ang="0">
                <a:pos x="connsiteX44107" y="connsiteY44107"/>
              </a:cxn>
              <a:cxn ang="0">
                <a:pos x="connsiteX44108" y="connsiteY44108"/>
              </a:cxn>
              <a:cxn ang="0">
                <a:pos x="connsiteX44109" y="connsiteY44109"/>
              </a:cxn>
              <a:cxn ang="0">
                <a:pos x="connsiteX44110" y="connsiteY44110"/>
              </a:cxn>
              <a:cxn ang="0">
                <a:pos x="connsiteX44111" y="connsiteY44111"/>
              </a:cxn>
              <a:cxn ang="0">
                <a:pos x="connsiteX44112" y="connsiteY44112"/>
              </a:cxn>
              <a:cxn ang="0">
                <a:pos x="connsiteX44113" y="connsiteY44113"/>
              </a:cxn>
              <a:cxn ang="0">
                <a:pos x="connsiteX44114" y="connsiteY44114"/>
              </a:cxn>
              <a:cxn ang="0">
                <a:pos x="connsiteX44115" y="connsiteY44115"/>
              </a:cxn>
              <a:cxn ang="0">
                <a:pos x="connsiteX44116" y="connsiteY44116"/>
              </a:cxn>
              <a:cxn ang="0">
                <a:pos x="connsiteX44117" y="connsiteY44117"/>
              </a:cxn>
              <a:cxn ang="0">
                <a:pos x="connsiteX44118" y="connsiteY44118"/>
              </a:cxn>
              <a:cxn ang="0">
                <a:pos x="connsiteX44119" y="connsiteY44119"/>
              </a:cxn>
              <a:cxn ang="0">
                <a:pos x="connsiteX44120" y="connsiteY44120"/>
              </a:cxn>
              <a:cxn ang="0">
                <a:pos x="connsiteX44121" y="connsiteY44121"/>
              </a:cxn>
              <a:cxn ang="0">
                <a:pos x="connsiteX44122" y="connsiteY44122"/>
              </a:cxn>
              <a:cxn ang="0">
                <a:pos x="connsiteX44123" y="connsiteY44123"/>
              </a:cxn>
              <a:cxn ang="0">
                <a:pos x="connsiteX44124" y="connsiteY44124"/>
              </a:cxn>
              <a:cxn ang="0">
                <a:pos x="connsiteX44125" y="connsiteY44125"/>
              </a:cxn>
              <a:cxn ang="0">
                <a:pos x="connsiteX44126" y="connsiteY44126"/>
              </a:cxn>
              <a:cxn ang="0">
                <a:pos x="connsiteX44127" y="connsiteY44127"/>
              </a:cxn>
              <a:cxn ang="0">
                <a:pos x="connsiteX44128" y="connsiteY44128"/>
              </a:cxn>
              <a:cxn ang="0">
                <a:pos x="connsiteX44129" y="connsiteY44129"/>
              </a:cxn>
              <a:cxn ang="0">
                <a:pos x="connsiteX44130" y="connsiteY44130"/>
              </a:cxn>
              <a:cxn ang="0">
                <a:pos x="connsiteX44131" y="connsiteY44131"/>
              </a:cxn>
              <a:cxn ang="0">
                <a:pos x="connsiteX44132" y="connsiteY44132"/>
              </a:cxn>
              <a:cxn ang="0">
                <a:pos x="connsiteX44133" y="connsiteY44133"/>
              </a:cxn>
              <a:cxn ang="0">
                <a:pos x="connsiteX44134" y="connsiteY44134"/>
              </a:cxn>
              <a:cxn ang="0">
                <a:pos x="connsiteX44135" y="connsiteY44135"/>
              </a:cxn>
              <a:cxn ang="0">
                <a:pos x="connsiteX44136" y="connsiteY44136"/>
              </a:cxn>
              <a:cxn ang="0">
                <a:pos x="connsiteX44137" y="connsiteY44137"/>
              </a:cxn>
              <a:cxn ang="0">
                <a:pos x="connsiteX44138" y="connsiteY44138"/>
              </a:cxn>
              <a:cxn ang="0">
                <a:pos x="connsiteX44139" y="connsiteY44139"/>
              </a:cxn>
              <a:cxn ang="0">
                <a:pos x="connsiteX44140" y="connsiteY44140"/>
              </a:cxn>
              <a:cxn ang="0">
                <a:pos x="connsiteX44141" y="connsiteY44141"/>
              </a:cxn>
              <a:cxn ang="0">
                <a:pos x="connsiteX44142" y="connsiteY44142"/>
              </a:cxn>
              <a:cxn ang="0">
                <a:pos x="connsiteX44143" y="connsiteY44143"/>
              </a:cxn>
              <a:cxn ang="0">
                <a:pos x="connsiteX44144" y="connsiteY44144"/>
              </a:cxn>
              <a:cxn ang="0">
                <a:pos x="connsiteX44145" y="connsiteY44145"/>
              </a:cxn>
              <a:cxn ang="0">
                <a:pos x="connsiteX44146" y="connsiteY44146"/>
              </a:cxn>
              <a:cxn ang="0">
                <a:pos x="connsiteX44147" y="connsiteY44147"/>
              </a:cxn>
              <a:cxn ang="0">
                <a:pos x="connsiteX44148" y="connsiteY44148"/>
              </a:cxn>
              <a:cxn ang="0">
                <a:pos x="connsiteX44149" y="connsiteY44149"/>
              </a:cxn>
              <a:cxn ang="0">
                <a:pos x="connsiteX44150" y="connsiteY44150"/>
              </a:cxn>
              <a:cxn ang="0">
                <a:pos x="connsiteX44151" y="connsiteY44151"/>
              </a:cxn>
              <a:cxn ang="0">
                <a:pos x="connsiteX44152" y="connsiteY44152"/>
              </a:cxn>
              <a:cxn ang="0">
                <a:pos x="connsiteX44153" y="connsiteY44153"/>
              </a:cxn>
              <a:cxn ang="0">
                <a:pos x="connsiteX44154" y="connsiteY44154"/>
              </a:cxn>
              <a:cxn ang="0">
                <a:pos x="connsiteX44155" y="connsiteY44155"/>
              </a:cxn>
              <a:cxn ang="0">
                <a:pos x="connsiteX44156" y="connsiteY44156"/>
              </a:cxn>
              <a:cxn ang="0">
                <a:pos x="connsiteX44157" y="connsiteY44157"/>
              </a:cxn>
              <a:cxn ang="0">
                <a:pos x="connsiteX44158" y="connsiteY44158"/>
              </a:cxn>
              <a:cxn ang="0">
                <a:pos x="connsiteX44159" y="connsiteY44159"/>
              </a:cxn>
              <a:cxn ang="0">
                <a:pos x="connsiteX44160" y="connsiteY44160"/>
              </a:cxn>
              <a:cxn ang="0">
                <a:pos x="connsiteX44161" y="connsiteY44161"/>
              </a:cxn>
              <a:cxn ang="0">
                <a:pos x="connsiteX44162" y="connsiteY44162"/>
              </a:cxn>
              <a:cxn ang="0">
                <a:pos x="connsiteX44163" y="connsiteY44163"/>
              </a:cxn>
              <a:cxn ang="0">
                <a:pos x="connsiteX44164" y="connsiteY44164"/>
              </a:cxn>
              <a:cxn ang="0">
                <a:pos x="connsiteX44165" y="connsiteY44165"/>
              </a:cxn>
              <a:cxn ang="0">
                <a:pos x="connsiteX44166" y="connsiteY44166"/>
              </a:cxn>
              <a:cxn ang="0">
                <a:pos x="connsiteX44167" y="connsiteY44167"/>
              </a:cxn>
              <a:cxn ang="0">
                <a:pos x="connsiteX44168" y="connsiteY44168"/>
              </a:cxn>
              <a:cxn ang="0">
                <a:pos x="connsiteX44169" y="connsiteY44169"/>
              </a:cxn>
              <a:cxn ang="0">
                <a:pos x="connsiteX44170" y="connsiteY44170"/>
              </a:cxn>
              <a:cxn ang="0">
                <a:pos x="connsiteX44171" y="connsiteY44171"/>
              </a:cxn>
              <a:cxn ang="0">
                <a:pos x="connsiteX44172" y="connsiteY44172"/>
              </a:cxn>
              <a:cxn ang="0">
                <a:pos x="connsiteX44173" y="connsiteY44173"/>
              </a:cxn>
              <a:cxn ang="0">
                <a:pos x="connsiteX44174" y="connsiteY44174"/>
              </a:cxn>
              <a:cxn ang="0">
                <a:pos x="connsiteX44175" y="connsiteY44175"/>
              </a:cxn>
              <a:cxn ang="0">
                <a:pos x="connsiteX44176" y="connsiteY44176"/>
              </a:cxn>
              <a:cxn ang="0">
                <a:pos x="connsiteX44177" y="connsiteY44177"/>
              </a:cxn>
              <a:cxn ang="0">
                <a:pos x="connsiteX44178" y="connsiteY44178"/>
              </a:cxn>
              <a:cxn ang="0">
                <a:pos x="connsiteX44179" y="connsiteY44179"/>
              </a:cxn>
              <a:cxn ang="0">
                <a:pos x="connsiteX44180" y="connsiteY44180"/>
              </a:cxn>
              <a:cxn ang="0">
                <a:pos x="connsiteX44181" y="connsiteY44181"/>
              </a:cxn>
              <a:cxn ang="0">
                <a:pos x="connsiteX44182" y="connsiteY44182"/>
              </a:cxn>
              <a:cxn ang="0">
                <a:pos x="connsiteX44183" y="connsiteY44183"/>
              </a:cxn>
              <a:cxn ang="0">
                <a:pos x="connsiteX44184" y="connsiteY44184"/>
              </a:cxn>
              <a:cxn ang="0">
                <a:pos x="connsiteX44185" y="connsiteY44185"/>
              </a:cxn>
              <a:cxn ang="0">
                <a:pos x="connsiteX44186" y="connsiteY44186"/>
              </a:cxn>
              <a:cxn ang="0">
                <a:pos x="connsiteX44187" y="connsiteY44187"/>
              </a:cxn>
              <a:cxn ang="0">
                <a:pos x="connsiteX44188" y="connsiteY44188"/>
              </a:cxn>
              <a:cxn ang="0">
                <a:pos x="connsiteX44189" y="connsiteY44189"/>
              </a:cxn>
              <a:cxn ang="0">
                <a:pos x="connsiteX44190" y="connsiteY44190"/>
              </a:cxn>
              <a:cxn ang="0">
                <a:pos x="connsiteX44191" y="connsiteY44191"/>
              </a:cxn>
              <a:cxn ang="0">
                <a:pos x="connsiteX44192" y="connsiteY44192"/>
              </a:cxn>
              <a:cxn ang="0">
                <a:pos x="connsiteX44193" y="connsiteY44193"/>
              </a:cxn>
              <a:cxn ang="0">
                <a:pos x="connsiteX44194" y="connsiteY44194"/>
              </a:cxn>
              <a:cxn ang="0">
                <a:pos x="connsiteX44195" y="connsiteY44195"/>
              </a:cxn>
              <a:cxn ang="0">
                <a:pos x="connsiteX44196" y="connsiteY44196"/>
              </a:cxn>
              <a:cxn ang="0">
                <a:pos x="connsiteX44197" y="connsiteY44197"/>
              </a:cxn>
              <a:cxn ang="0">
                <a:pos x="connsiteX44198" y="connsiteY44198"/>
              </a:cxn>
              <a:cxn ang="0">
                <a:pos x="connsiteX44199" y="connsiteY44199"/>
              </a:cxn>
              <a:cxn ang="0">
                <a:pos x="connsiteX44200" y="connsiteY44200"/>
              </a:cxn>
              <a:cxn ang="0">
                <a:pos x="connsiteX44201" y="connsiteY44201"/>
              </a:cxn>
              <a:cxn ang="0">
                <a:pos x="connsiteX44202" y="connsiteY44202"/>
              </a:cxn>
              <a:cxn ang="0">
                <a:pos x="connsiteX44203" y="connsiteY44203"/>
              </a:cxn>
              <a:cxn ang="0">
                <a:pos x="connsiteX44204" y="connsiteY44204"/>
              </a:cxn>
              <a:cxn ang="0">
                <a:pos x="connsiteX44205" y="connsiteY44205"/>
              </a:cxn>
              <a:cxn ang="0">
                <a:pos x="connsiteX44206" y="connsiteY44206"/>
              </a:cxn>
              <a:cxn ang="0">
                <a:pos x="connsiteX44207" y="connsiteY44207"/>
              </a:cxn>
              <a:cxn ang="0">
                <a:pos x="connsiteX44208" y="connsiteY44208"/>
              </a:cxn>
              <a:cxn ang="0">
                <a:pos x="connsiteX44209" y="connsiteY44209"/>
              </a:cxn>
              <a:cxn ang="0">
                <a:pos x="connsiteX44210" y="connsiteY44210"/>
              </a:cxn>
              <a:cxn ang="0">
                <a:pos x="connsiteX44211" y="connsiteY44211"/>
              </a:cxn>
              <a:cxn ang="0">
                <a:pos x="connsiteX44212" y="connsiteY44212"/>
              </a:cxn>
              <a:cxn ang="0">
                <a:pos x="connsiteX44213" y="connsiteY44213"/>
              </a:cxn>
              <a:cxn ang="0">
                <a:pos x="connsiteX44214" y="connsiteY44214"/>
              </a:cxn>
              <a:cxn ang="0">
                <a:pos x="connsiteX44215" y="connsiteY44215"/>
              </a:cxn>
              <a:cxn ang="0">
                <a:pos x="connsiteX44216" y="connsiteY44216"/>
              </a:cxn>
              <a:cxn ang="0">
                <a:pos x="connsiteX44217" y="connsiteY44217"/>
              </a:cxn>
              <a:cxn ang="0">
                <a:pos x="connsiteX44218" y="connsiteY44218"/>
              </a:cxn>
              <a:cxn ang="0">
                <a:pos x="connsiteX44219" y="connsiteY44219"/>
              </a:cxn>
              <a:cxn ang="0">
                <a:pos x="connsiteX44220" y="connsiteY44220"/>
              </a:cxn>
              <a:cxn ang="0">
                <a:pos x="connsiteX44221" y="connsiteY44221"/>
              </a:cxn>
              <a:cxn ang="0">
                <a:pos x="connsiteX44222" y="connsiteY44222"/>
              </a:cxn>
              <a:cxn ang="0">
                <a:pos x="connsiteX44223" y="connsiteY44223"/>
              </a:cxn>
              <a:cxn ang="0">
                <a:pos x="connsiteX44224" y="connsiteY44224"/>
              </a:cxn>
              <a:cxn ang="0">
                <a:pos x="connsiteX44225" y="connsiteY44225"/>
              </a:cxn>
              <a:cxn ang="0">
                <a:pos x="connsiteX44226" y="connsiteY44226"/>
              </a:cxn>
              <a:cxn ang="0">
                <a:pos x="connsiteX44227" y="connsiteY44227"/>
              </a:cxn>
              <a:cxn ang="0">
                <a:pos x="connsiteX44228" y="connsiteY44228"/>
              </a:cxn>
              <a:cxn ang="0">
                <a:pos x="connsiteX44229" y="connsiteY44229"/>
              </a:cxn>
              <a:cxn ang="0">
                <a:pos x="connsiteX44230" y="connsiteY44230"/>
              </a:cxn>
              <a:cxn ang="0">
                <a:pos x="connsiteX44231" y="connsiteY44231"/>
              </a:cxn>
              <a:cxn ang="0">
                <a:pos x="connsiteX44232" y="connsiteY44232"/>
              </a:cxn>
              <a:cxn ang="0">
                <a:pos x="connsiteX44233" y="connsiteY44233"/>
              </a:cxn>
              <a:cxn ang="0">
                <a:pos x="connsiteX44234" y="connsiteY44234"/>
              </a:cxn>
              <a:cxn ang="0">
                <a:pos x="connsiteX44235" y="connsiteY44235"/>
              </a:cxn>
              <a:cxn ang="0">
                <a:pos x="connsiteX44236" y="connsiteY44236"/>
              </a:cxn>
              <a:cxn ang="0">
                <a:pos x="connsiteX44237" y="connsiteY44237"/>
              </a:cxn>
              <a:cxn ang="0">
                <a:pos x="connsiteX44238" y="connsiteY44238"/>
              </a:cxn>
              <a:cxn ang="0">
                <a:pos x="connsiteX44239" y="connsiteY44239"/>
              </a:cxn>
              <a:cxn ang="0">
                <a:pos x="connsiteX44240" y="connsiteY44240"/>
              </a:cxn>
              <a:cxn ang="0">
                <a:pos x="connsiteX44241" y="connsiteY44241"/>
              </a:cxn>
              <a:cxn ang="0">
                <a:pos x="connsiteX44242" y="connsiteY44242"/>
              </a:cxn>
              <a:cxn ang="0">
                <a:pos x="connsiteX44243" y="connsiteY44243"/>
              </a:cxn>
              <a:cxn ang="0">
                <a:pos x="connsiteX44244" y="connsiteY44244"/>
              </a:cxn>
              <a:cxn ang="0">
                <a:pos x="connsiteX44245" y="connsiteY44245"/>
              </a:cxn>
              <a:cxn ang="0">
                <a:pos x="connsiteX44246" y="connsiteY44246"/>
              </a:cxn>
              <a:cxn ang="0">
                <a:pos x="connsiteX44247" y="connsiteY44247"/>
              </a:cxn>
              <a:cxn ang="0">
                <a:pos x="connsiteX44248" y="connsiteY44248"/>
              </a:cxn>
              <a:cxn ang="0">
                <a:pos x="connsiteX44249" y="connsiteY44249"/>
              </a:cxn>
              <a:cxn ang="0">
                <a:pos x="connsiteX44250" y="connsiteY44250"/>
              </a:cxn>
              <a:cxn ang="0">
                <a:pos x="connsiteX44251" y="connsiteY44251"/>
              </a:cxn>
              <a:cxn ang="0">
                <a:pos x="connsiteX44252" y="connsiteY44252"/>
              </a:cxn>
              <a:cxn ang="0">
                <a:pos x="connsiteX44253" y="connsiteY44253"/>
              </a:cxn>
              <a:cxn ang="0">
                <a:pos x="connsiteX44254" y="connsiteY44254"/>
              </a:cxn>
              <a:cxn ang="0">
                <a:pos x="connsiteX44255" y="connsiteY44255"/>
              </a:cxn>
              <a:cxn ang="0">
                <a:pos x="connsiteX44256" y="connsiteY44256"/>
              </a:cxn>
              <a:cxn ang="0">
                <a:pos x="connsiteX44257" y="connsiteY44257"/>
              </a:cxn>
              <a:cxn ang="0">
                <a:pos x="connsiteX44258" y="connsiteY44258"/>
              </a:cxn>
              <a:cxn ang="0">
                <a:pos x="connsiteX44259" y="connsiteY44259"/>
              </a:cxn>
              <a:cxn ang="0">
                <a:pos x="connsiteX44260" y="connsiteY44260"/>
              </a:cxn>
              <a:cxn ang="0">
                <a:pos x="connsiteX44261" y="connsiteY44261"/>
              </a:cxn>
              <a:cxn ang="0">
                <a:pos x="connsiteX44262" y="connsiteY44262"/>
              </a:cxn>
              <a:cxn ang="0">
                <a:pos x="connsiteX44263" y="connsiteY44263"/>
              </a:cxn>
              <a:cxn ang="0">
                <a:pos x="connsiteX44264" y="connsiteY44264"/>
              </a:cxn>
              <a:cxn ang="0">
                <a:pos x="connsiteX44265" y="connsiteY44265"/>
              </a:cxn>
              <a:cxn ang="0">
                <a:pos x="connsiteX44266" y="connsiteY44266"/>
              </a:cxn>
              <a:cxn ang="0">
                <a:pos x="connsiteX44267" y="connsiteY44267"/>
              </a:cxn>
              <a:cxn ang="0">
                <a:pos x="connsiteX44268" y="connsiteY44268"/>
              </a:cxn>
              <a:cxn ang="0">
                <a:pos x="connsiteX44269" y="connsiteY44269"/>
              </a:cxn>
              <a:cxn ang="0">
                <a:pos x="connsiteX44270" y="connsiteY44270"/>
              </a:cxn>
              <a:cxn ang="0">
                <a:pos x="connsiteX44271" y="connsiteY44271"/>
              </a:cxn>
              <a:cxn ang="0">
                <a:pos x="connsiteX44272" y="connsiteY44272"/>
              </a:cxn>
              <a:cxn ang="0">
                <a:pos x="connsiteX44273" y="connsiteY44273"/>
              </a:cxn>
              <a:cxn ang="0">
                <a:pos x="connsiteX44274" y="connsiteY44274"/>
              </a:cxn>
              <a:cxn ang="0">
                <a:pos x="connsiteX44275" y="connsiteY44275"/>
              </a:cxn>
              <a:cxn ang="0">
                <a:pos x="connsiteX44276" y="connsiteY44276"/>
              </a:cxn>
              <a:cxn ang="0">
                <a:pos x="connsiteX44277" y="connsiteY44277"/>
              </a:cxn>
              <a:cxn ang="0">
                <a:pos x="connsiteX44278" y="connsiteY44278"/>
              </a:cxn>
              <a:cxn ang="0">
                <a:pos x="connsiteX44279" y="connsiteY44279"/>
              </a:cxn>
              <a:cxn ang="0">
                <a:pos x="connsiteX44280" y="connsiteY44280"/>
              </a:cxn>
              <a:cxn ang="0">
                <a:pos x="connsiteX44281" y="connsiteY44281"/>
              </a:cxn>
              <a:cxn ang="0">
                <a:pos x="connsiteX44282" y="connsiteY44282"/>
              </a:cxn>
              <a:cxn ang="0">
                <a:pos x="connsiteX44283" y="connsiteY44283"/>
              </a:cxn>
              <a:cxn ang="0">
                <a:pos x="connsiteX44284" y="connsiteY44284"/>
              </a:cxn>
              <a:cxn ang="0">
                <a:pos x="connsiteX44285" y="connsiteY44285"/>
              </a:cxn>
              <a:cxn ang="0">
                <a:pos x="connsiteX44286" y="connsiteY44286"/>
              </a:cxn>
              <a:cxn ang="0">
                <a:pos x="connsiteX44287" y="connsiteY44287"/>
              </a:cxn>
              <a:cxn ang="0">
                <a:pos x="connsiteX44288" y="connsiteY44288"/>
              </a:cxn>
              <a:cxn ang="0">
                <a:pos x="connsiteX44289" y="connsiteY44289"/>
              </a:cxn>
              <a:cxn ang="0">
                <a:pos x="connsiteX44290" y="connsiteY44290"/>
              </a:cxn>
              <a:cxn ang="0">
                <a:pos x="connsiteX44291" y="connsiteY44291"/>
              </a:cxn>
              <a:cxn ang="0">
                <a:pos x="connsiteX44292" y="connsiteY44292"/>
              </a:cxn>
              <a:cxn ang="0">
                <a:pos x="connsiteX44293" y="connsiteY44293"/>
              </a:cxn>
              <a:cxn ang="0">
                <a:pos x="connsiteX44294" y="connsiteY44294"/>
              </a:cxn>
              <a:cxn ang="0">
                <a:pos x="connsiteX44295" y="connsiteY44295"/>
              </a:cxn>
              <a:cxn ang="0">
                <a:pos x="connsiteX44296" y="connsiteY44296"/>
              </a:cxn>
              <a:cxn ang="0">
                <a:pos x="connsiteX44297" y="connsiteY44297"/>
              </a:cxn>
              <a:cxn ang="0">
                <a:pos x="connsiteX44298" y="connsiteY44298"/>
              </a:cxn>
              <a:cxn ang="0">
                <a:pos x="connsiteX44299" y="connsiteY44299"/>
              </a:cxn>
              <a:cxn ang="0">
                <a:pos x="connsiteX44300" y="connsiteY44300"/>
              </a:cxn>
              <a:cxn ang="0">
                <a:pos x="connsiteX44301" y="connsiteY44301"/>
              </a:cxn>
              <a:cxn ang="0">
                <a:pos x="connsiteX44302" y="connsiteY44302"/>
              </a:cxn>
              <a:cxn ang="0">
                <a:pos x="connsiteX44303" y="connsiteY44303"/>
              </a:cxn>
              <a:cxn ang="0">
                <a:pos x="connsiteX44304" y="connsiteY44304"/>
              </a:cxn>
              <a:cxn ang="0">
                <a:pos x="connsiteX44305" y="connsiteY44305"/>
              </a:cxn>
              <a:cxn ang="0">
                <a:pos x="connsiteX44306" y="connsiteY44306"/>
              </a:cxn>
              <a:cxn ang="0">
                <a:pos x="connsiteX44307" y="connsiteY44307"/>
              </a:cxn>
              <a:cxn ang="0">
                <a:pos x="connsiteX44308" y="connsiteY44308"/>
              </a:cxn>
              <a:cxn ang="0">
                <a:pos x="connsiteX44309" y="connsiteY44309"/>
              </a:cxn>
              <a:cxn ang="0">
                <a:pos x="connsiteX44310" y="connsiteY44310"/>
              </a:cxn>
              <a:cxn ang="0">
                <a:pos x="connsiteX44311" y="connsiteY44311"/>
              </a:cxn>
              <a:cxn ang="0">
                <a:pos x="connsiteX44312" y="connsiteY44312"/>
              </a:cxn>
              <a:cxn ang="0">
                <a:pos x="connsiteX44313" y="connsiteY44313"/>
              </a:cxn>
              <a:cxn ang="0">
                <a:pos x="connsiteX44314" y="connsiteY44314"/>
              </a:cxn>
              <a:cxn ang="0">
                <a:pos x="connsiteX44315" y="connsiteY44315"/>
              </a:cxn>
              <a:cxn ang="0">
                <a:pos x="connsiteX44316" y="connsiteY44316"/>
              </a:cxn>
              <a:cxn ang="0">
                <a:pos x="connsiteX44317" y="connsiteY44317"/>
              </a:cxn>
              <a:cxn ang="0">
                <a:pos x="connsiteX44318" y="connsiteY44318"/>
              </a:cxn>
              <a:cxn ang="0">
                <a:pos x="connsiteX44319" y="connsiteY44319"/>
              </a:cxn>
              <a:cxn ang="0">
                <a:pos x="connsiteX44320" y="connsiteY44320"/>
              </a:cxn>
              <a:cxn ang="0">
                <a:pos x="connsiteX44321" y="connsiteY44321"/>
              </a:cxn>
              <a:cxn ang="0">
                <a:pos x="connsiteX44322" y="connsiteY44322"/>
              </a:cxn>
              <a:cxn ang="0">
                <a:pos x="connsiteX44323" y="connsiteY44323"/>
              </a:cxn>
              <a:cxn ang="0">
                <a:pos x="connsiteX44324" y="connsiteY44324"/>
              </a:cxn>
              <a:cxn ang="0">
                <a:pos x="connsiteX44325" y="connsiteY44325"/>
              </a:cxn>
              <a:cxn ang="0">
                <a:pos x="connsiteX44326" y="connsiteY44326"/>
              </a:cxn>
              <a:cxn ang="0">
                <a:pos x="connsiteX44327" y="connsiteY44327"/>
              </a:cxn>
              <a:cxn ang="0">
                <a:pos x="connsiteX44328" y="connsiteY44328"/>
              </a:cxn>
              <a:cxn ang="0">
                <a:pos x="connsiteX44329" y="connsiteY44329"/>
              </a:cxn>
              <a:cxn ang="0">
                <a:pos x="connsiteX44330" y="connsiteY44330"/>
              </a:cxn>
              <a:cxn ang="0">
                <a:pos x="connsiteX44331" y="connsiteY44331"/>
              </a:cxn>
              <a:cxn ang="0">
                <a:pos x="connsiteX44332" y="connsiteY44332"/>
              </a:cxn>
              <a:cxn ang="0">
                <a:pos x="connsiteX44333" y="connsiteY44333"/>
              </a:cxn>
              <a:cxn ang="0">
                <a:pos x="connsiteX44334" y="connsiteY44334"/>
              </a:cxn>
              <a:cxn ang="0">
                <a:pos x="connsiteX44335" y="connsiteY44335"/>
              </a:cxn>
              <a:cxn ang="0">
                <a:pos x="connsiteX44336" y="connsiteY44336"/>
              </a:cxn>
              <a:cxn ang="0">
                <a:pos x="connsiteX44337" y="connsiteY44337"/>
              </a:cxn>
              <a:cxn ang="0">
                <a:pos x="connsiteX44338" y="connsiteY44338"/>
              </a:cxn>
              <a:cxn ang="0">
                <a:pos x="connsiteX44339" y="connsiteY44339"/>
              </a:cxn>
              <a:cxn ang="0">
                <a:pos x="connsiteX44340" y="connsiteY44340"/>
              </a:cxn>
              <a:cxn ang="0">
                <a:pos x="connsiteX44341" y="connsiteY44341"/>
              </a:cxn>
              <a:cxn ang="0">
                <a:pos x="connsiteX44342" y="connsiteY44342"/>
              </a:cxn>
              <a:cxn ang="0">
                <a:pos x="connsiteX44343" y="connsiteY44343"/>
              </a:cxn>
              <a:cxn ang="0">
                <a:pos x="connsiteX44344" y="connsiteY44344"/>
              </a:cxn>
              <a:cxn ang="0">
                <a:pos x="connsiteX44345" y="connsiteY44345"/>
              </a:cxn>
              <a:cxn ang="0">
                <a:pos x="connsiteX44346" y="connsiteY44346"/>
              </a:cxn>
              <a:cxn ang="0">
                <a:pos x="connsiteX44347" y="connsiteY44347"/>
              </a:cxn>
              <a:cxn ang="0">
                <a:pos x="connsiteX44348" y="connsiteY44348"/>
              </a:cxn>
              <a:cxn ang="0">
                <a:pos x="connsiteX44349" y="connsiteY44349"/>
              </a:cxn>
              <a:cxn ang="0">
                <a:pos x="connsiteX44350" y="connsiteY44350"/>
              </a:cxn>
              <a:cxn ang="0">
                <a:pos x="connsiteX44351" y="connsiteY44351"/>
              </a:cxn>
              <a:cxn ang="0">
                <a:pos x="connsiteX44352" y="connsiteY44352"/>
              </a:cxn>
              <a:cxn ang="0">
                <a:pos x="connsiteX44353" y="connsiteY44353"/>
              </a:cxn>
              <a:cxn ang="0">
                <a:pos x="connsiteX44354" y="connsiteY44354"/>
              </a:cxn>
              <a:cxn ang="0">
                <a:pos x="connsiteX44355" y="connsiteY44355"/>
              </a:cxn>
              <a:cxn ang="0">
                <a:pos x="connsiteX44356" y="connsiteY44356"/>
              </a:cxn>
              <a:cxn ang="0">
                <a:pos x="connsiteX44357" y="connsiteY44357"/>
              </a:cxn>
              <a:cxn ang="0">
                <a:pos x="connsiteX44358" y="connsiteY44358"/>
              </a:cxn>
              <a:cxn ang="0">
                <a:pos x="connsiteX44359" y="connsiteY44359"/>
              </a:cxn>
              <a:cxn ang="0">
                <a:pos x="connsiteX44360" y="connsiteY44360"/>
              </a:cxn>
              <a:cxn ang="0">
                <a:pos x="connsiteX44361" y="connsiteY44361"/>
              </a:cxn>
              <a:cxn ang="0">
                <a:pos x="connsiteX44362" y="connsiteY44362"/>
              </a:cxn>
              <a:cxn ang="0">
                <a:pos x="connsiteX44363" y="connsiteY44363"/>
              </a:cxn>
              <a:cxn ang="0">
                <a:pos x="connsiteX44364" y="connsiteY44364"/>
              </a:cxn>
              <a:cxn ang="0">
                <a:pos x="connsiteX44365" y="connsiteY44365"/>
              </a:cxn>
              <a:cxn ang="0">
                <a:pos x="connsiteX44366" y="connsiteY44366"/>
              </a:cxn>
              <a:cxn ang="0">
                <a:pos x="connsiteX44367" y="connsiteY44367"/>
              </a:cxn>
              <a:cxn ang="0">
                <a:pos x="connsiteX44368" y="connsiteY44368"/>
              </a:cxn>
              <a:cxn ang="0">
                <a:pos x="connsiteX44369" y="connsiteY44369"/>
              </a:cxn>
              <a:cxn ang="0">
                <a:pos x="connsiteX44370" y="connsiteY44370"/>
              </a:cxn>
              <a:cxn ang="0">
                <a:pos x="connsiteX44371" y="connsiteY44371"/>
              </a:cxn>
              <a:cxn ang="0">
                <a:pos x="connsiteX44372" y="connsiteY44372"/>
              </a:cxn>
              <a:cxn ang="0">
                <a:pos x="connsiteX44373" y="connsiteY44373"/>
              </a:cxn>
              <a:cxn ang="0">
                <a:pos x="connsiteX44374" y="connsiteY44374"/>
              </a:cxn>
              <a:cxn ang="0">
                <a:pos x="connsiteX44375" y="connsiteY44375"/>
              </a:cxn>
              <a:cxn ang="0">
                <a:pos x="connsiteX44376" y="connsiteY44376"/>
              </a:cxn>
              <a:cxn ang="0">
                <a:pos x="connsiteX44377" y="connsiteY44377"/>
              </a:cxn>
              <a:cxn ang="0">
                <a:pos x="connsiteX44378" y="connsiteY44378"/>
              </a:cxn>
              <a:cxn ang="0">
                <a:pos x="connsiteX44379" y="connsiteY44379"/>
              </a:cxn>
              <a:cxn ang="0">
                <a:pos x="connsiteX44380" y="connsiteY44380"/>
              </a:cxn>
              <a:cxn ang="0">
                <a:pos x="connsiteX44381" y="connsiteY44381"/>
              </a:cxn>
              <a:cxn ang="0">
                <a:pos x="connsiteX44382" y="connsiteY44382"/>
              </a:cxn>
              <a:cxn ang="0">
                <a:pos x="connsiteX44383" y="connsiteY44383"/>
              </a:cxn>
              <a:cxn ang="0">
                <a:pos x="connsiteX44384" y="connsiteY44384"/>
              </a:cxn>
              <a:cxn ang="0">
                <a:pos x="connsiteX44385" y="connsiteY44385"/>
              </a:cxn>
              <a:cxn ang="0">
                <a:pos x="connsiteX44386" y="connsiteY44386"/>
              </a:cxn>
              <a:cxn ang="0">
                <a:pos x="connsiteX44387" y="connsiteY44387"/>
              </a:cxn>
              <a:cxn ang="0">
                <a:pos x="connsiteX44388" y="connsiteY44388"/>
              </a:cxn>
              <a:cxn ang="0">
                <a:pos x="connsiteX44389" y="connsiteY44389"/>
              </a:cxn>
              <a:cxn ang="0">
                <a:pos x="connsiteX44390" y="connsiteY44390"/>
              </a:cxn>
              <a:cxn ang="0">
                <a:pos x="connsiteX44391" y="connsiteY44391"/>
              </a:cxn>
              <a:cxn ang="0">
                <a:pos x="connsiteX44392" y="connsiteY44392"/>
              </a:cxn>
              <a:cxn ang="0">
                <a:pos x="connsiteX44393" y="connsiteY44393"/>
              </a:cxn>
              <a:cxn ang="0">
                <a:pos x="connsiteX44394" y="connsiteY44394"/>
              </a:cxn>
              <a:cxn ang="0">
                <a:pos x="connsiteX44395" y="connsiteY44395"/>
              </a:cxn>
              <a:cxn ang="0">
                <a:pos x="connsiteX44396" y="connsiteY44396"/>
              </a:cxn>
              <a:cxn ang="0">
                <a:pos x="connsiteX44397" y="connsiteY44397"/>
              </a:cxn>
              <a:cxn ang="0">
                <a:pos x="connsiteX44398" y="connsiteY44398"/>
              </a:cxn>
              <a:cxn ang="0">
                <a:pos x="connsiteX44399" y="connsiteY44399"/>
              </a:cxn>
              <a:cxn ang="0">
                <a:pos x="connsiteX44400" y="connsiteY44400"/>
              </a:cxn>
              <a:cxn ang="0">
                <a:pos x="connsiteX44401" y="connsiteY44401"/>
              </a:cxn>
              <a:cxn ang="0">
                <a:pos x="connsiteX44402" y="connsiteY44402"/>
              </a:cxn>
              <a:cxn ang="0">
                <a:pos x="connsiteX44403" y="connsiteY44403"/>
              </a:cxn>
              <a:cxn ang="0">
                <a:pos x="connsiteX44404" y="connsiteY44404"/>
              </a:cxn>
              <a:cxn ang="0">
                <a:pos x="connsiteX44405" y="connsiteY44405"/>
              </a:cxn>
              <a:cxn ang="0">
                <a:pos x="connsiteX44406" y="connsiteY44406"/>
              </a:cxn>
              <a:cxn ang="0">
                <a:pos x="connsiteX44407" y="connsiteY44407"/>
              </a:cxn>
              <a:cxn ang="0">
                <a:pos x="connsiteX44408" y="connsiteY44408"/>
              </a:cxn>
              <a:cxn ang="0">
                <a:pos x="connsiteX44409" y="connsiteY44409"/>
              </a:cxn>
              <a:cxn ang="0">
                <a:pos x="connsiteX44410" y="connsiteY44410"/>
              </a:cxn>
              <a:cxn ang="0">
                <a:pos x="connsiteX44411" y="connsiteY44411"/>
              </a:cxn>
              <a:cxn ang="0">
                <a:pos x="connsiteX44412" y="connsiteY44412"/>
              </a:cxn>
              <a:cxn ang="0">
                <a:pos x="connsiteX44413" y="connsiteY44413"/>
              </a:cxn>
              <a:cxn ang="0">
                <a:pos x="connsiteX44414" y="connsiteY44414"/>
              </a:cxn>
              <a:cxn ang="0">
                <a:pos x="connsiteX44415" y="connsiteY44415"/>
              </a:cxn>
              <a:cxn ang="0">
                <a:pos x="connsiteX44416" y="connsiteY44416"/>
              </a:cxn>
              <a:cxn ang="0">
                <a:pos x="connsiteX44417" y="connsiteY44417"/>
              </a:cxn>
              <a:cxn ang="0">
                <a:pos x="connsiteX44418" y="connsiteY44418"/>
              </a:cxn>
              <a:cxn ang="0">
                <a:pos x="connsiteX44419" y="connsiteY44419"/>
              </a:cxn>
              <a:cxn ang="0">
                <a:pos x="connsiteX44420" y="connsiteY44420"/>
              </a:cxn>
              <a:cxn ang="0">
                <a:pos x="connsiteX44421" y="connsiteY44421"/>
              </a:cxn>
              <a:cxn ang="0">
                <a:pos x="connsiteX44422" y="connsiteY44422"/>
              </a:cxn>
              <a:cxn ang="0">
                <a:pos x="connsiteX44423" y="connsiteY44423"/>
              </a:cxn>
              <a:cxn ang="0">
                <a:pos x="connsiteX44424" y="connsiteY44424"/>
              </a:cxn>
              <a:cxn ang="0">
                <a:pos x="connsiteX44425" y="connsiteY44425"/>
              </a:cxn>
              <a:cxn ang="0">
                <a:pos x="connsiteX44426" y="connsiteY44426"/>
              </a:cxn>
              <a:cxn ang="0">
                <a:pos x="connsiteX44427" y="connsiteY44427"/>
              </a:cxn>
              <a:cxn ang="0">
                <a:pos x="connsiteX44428" y="connsiteY44428"/>
              </a:cxn>
              <a:cxn ang="0">
                <a:pos x="connsiteX44429" y="connsiteY44429"/>
              </a:cxn>
              <a:cxn ang="0">
                <a:pos x="connsiteX44430" y="connsiteY44430"/>
              </a:cxn>
              <a:cxn ang="0">
                <a:pos x="connsiteX44431" y="connsiteY44431"/>
              </a:cxn>
              <a:cxn ang="0">
                <a:pos x="connsiteX44432" y="connsiteY44432"/>
              </a:cxn>
              <a:cxn ang="0">
                <a:pos x="connsiteX44433" y="connsiteY44433"/>
              </a:cxn>
              <a:cxn ang="0">
                <a:pos x="connsiteX44434" y="connsiteY44434"/>
              </a:cxn>
              <a:cxn ang="0">
                <a:pos x="connsiteX44435" y="connsiteY44435"/>
              </a:cxn>
              <a:cxn ang="0">
                <a:pos x="connsiteX44436" y="connsiteY44436"/>
              </a:cxn>
              <a:cxn ang="0">
                <a:pos x="connsiteX44437" y="connsiteY44437"/>
              </a:cxn>
              <a:cxn ang="0">
                <a:pos x="connsiteX44438" y="connsiteY44438"/>
              </a:cxn>
              <a:cxn ang="0">
                <a:pos x="connsiteX44439" y="connsiteY44439"/>
              </a:cxn>
              <a:cxn ang="0">
                <a:pos x="connsiteX44440" y="connsiteY44440"/>
              </a:cxn>
              <a:cxn ang="0">
                <a:pos x="connsiteX44441" y="connsiteY44441"/>
              </a:cxn>
              <a:cxn ang="0">
                <a:pos x="connsiteX44442" y="connsiteY44442"/>
              </a:cxn>
              <a:cxn ang="0">
                <a:pos x="connsiteX44443" y="connsiteY44443"/>
              </a:cxn>
              <a:cxn ang="0">
                <a:pos x="connsiteX44444" y="connsiteY44444"/>
              </a:cxn>
              <a:cxn ang="0">
                <a:pos x="connsiteX44445" y="connsiteY44445"/>
              </a:cxn>
              <a:cxn ang="0">
                <a:pos x="connsiteX44446" y="connsiteY44446"/>
              </a:cxn>
              <a:cxn ang="0">
                <a:pos x="connsiteX44447" y="connsiteY44447"/>
              </a:cxn>
              <a:cxn ang="0">
                <a:pos x="connsiteX44448" y="connsiteY44448"/>
              </a:cxn>
              <a:cxn ang="0">
                <a:pos x="connsiteX44449" y="connsiteY44449"/>
              </a:cxn>
              <a:cxn ang="0">
                <a:pos x="connsiteX44450" y="connsiteY44450"/>
              </a:cxn>
              <a:cxn ang="0">
                <a:pos x="connsiteX44451" y="connsiteY44451"/>
              </a:cxn>
              <a:cxn ang="0">
                <a:pos x="connsiteX44452" y="connsiteY44452"/>
              </a:cxn>
              <a:cxn ang="0">
                <a:pos x="connsiteX44453" y="connsiteY44453"/>
              </a:cxn>
              <a:cxn ang="0">
                <a:pos x="connsiteX44454" y="connsiteY44454"/>
              </a:cxn>
              <a:cxn ang="0">
                <a:pos x="connsiteX44455" y="connsiteY44455"/>
              </a:cxn>
              <a:cxn ang="0">
                <a:pos x="connsiteX44456" y="connsiteY44456"/>
              </a:cxn>
              <a:cxn ang="0">
                <a:pos x="connsiteX44457" y="connsiteY44457"/>
              </a:cxn>
              <a:cxn ang="0">
                <a:pos x="connsiteX44458" y="connsiteY44458"/>
              </a:cxn>
              <a:cxn ang="0">
                <a:pos x="connsiteX44459" y="connsiteY44459"/>
              </a:cxn>
              <a:cxn ang="0">
                <a:pos x="connsiteX44460" y="connsiteY44460"/>
              </a:cxn>
              <a:cxn ang="0">
                <a:pos x="connsiteX44461" y="connsiteY44461"/>
              </a:cxn>
              <a:cxn ang="0">
                <a:pos x="connsiteX44462" y="connsiteY44462"/>
              </a:cxn>
              <a:cxn ang="0">
                <a:pos x="connsiteX44463" y="connsiteY44463"/>
              </a:cxn>
              <a:cxn ang="0">
                <a:pos x="connsiteX44464" y="connsiteY44464"/>
              </a:cxn>
              <a:cxn ang="0">
                <a:pos x="connsiteX44465" y="connsiteY44465"/>
              </a:cxn>
              <a:cxn ang="0">
                <a:pos x="connsiteX44466" y="connsiteY44466"/>
              </a:cxn>
              <a:cxn ang="0">
                <a:pos x="connsiteX44467" y="connsiteY44467"/>
              </a:cxn>
              <a:cxn ang="0">
                <a:pos x="connsiteX44468" y="connsiteY44468"/>
              </a:cxn>
              <a:cxn ang="0">
                <a:pos x="connsiteX44469" y="connsiteY44469"/>
              </a:cxn>
              <a:cxn ang="0">
                <a:pos x="connsiteX44470" y="connsiteY44470"/>
              </a:cxn>
              <a:cxn ang="0">
                <a:pos x="connsiteX44471" y="connsiteY44471"/>
              </a:cxn>
              <a:cxn ang="0">
                <a:pos x="connsiteX44472" y="connsiteY44472"/>
              </a:cxn>
              <a:cxn ang="0">
                <a:pos x="connsiteX44473" y="connsiteY44473"/>
              </a:cxn>
              <a:cxn ang="0">
                <a:pos x="connsiteX44474" y="connsiteY44474"/>
              </a:cxn>
              <a:cxn ang="0">
                <a:pos x="connsiteX44475" y="connsiteY44475"/>
              </a:cxn>
              <a:cxn ang="0">
                <a:pos x="connsiteX44476" y="connsiteY44476"/>
              </a:cxn>
              <a:cxn ang="0">
                <a:pos x="connsiteX44477" y="connsiteY44477"/>
              </a:cxn>
              <a:cxn ang="0">
                <a:pos x="connsiteX44478" y="connsiteY44478"/>
              </a:cxn>
              <a:cxn ang="0">
                <a:pos x="connsiteX44479" y="connsiteY44479"/>
              </a:cxn>
              <a:cxn ang="0">
                <a:pos x="connsiteX44480" y="connsiteY44480"/>
              </a:cxn>
              <a:cxn ang="0">
                <a:pos x="connsiteX44481" y="connsiteY44481"/>
              </a:cxn>
              <a:cxn ang="0">
                <a:pos x="connsiteX44482" y="connsiteY44482"/>
              </a:cxn>
              <a:cxn ang="0">
                <a:pos x="connsiteX44483" y="connsiteY44483"/>
              </a:cxn>
              <a:cxn ang="0">
                <a:pos x="connsiteX44484" y="connsiteY44484"/>
              </a:cxn>
              <a:cxn ang="0">
                <a:pos x="connsiteX44485" y="connsiteY44485"/>
              </a:cxn>
              <a:cxn ang="0">
                <a:pos x="connsiteX44486" y="connsiteY44486"/>
              </a:cxn>
              <a:cxn ang="0">
                <a:pos x="connsiteX44487" y="connsiteY44487"/>
              </a:cxn>
              <a:cxn ang="0">
                <a:pos x="connsiteX44488" y="connsiteY44488"/>
              </a:cxn>
              <a:cxn ang="0">
                <a:pos x="connsiteX44489" y="connsiteY44489"/>
              </a:cxn>
              <a:cxn ang="0">
                <a:pos x="connsiteX44490" y="connsiteY44490"/>
              </a:cxn>
              <a:cxn ang="0">
                <a:pos x="connsiteX44491" y="connsiteY44491"/>
              </a:cxn>
              <a:cxn ang="0">
                <a:pos x="connsiteX44492" y="connsiteY44492"/>
              </a:cxn>
              <a:cxn ang="0">
                <a:pos x="connsiteX44493" y="connsiteY44493"/>
              </a:cxn>
              <a:cxn ang="0">
                <a:pos x="connsiteX44494" y="connsiteY44494"/>
              </a:cxn>
              <a:cxn ang="0">
                <a:pos x="connsiteX44495" y="connsiteY44495"/>
              </a:cxn>
              <a:cxn ang="0">
                <a:pos x="connsiteX44496" y="connsiteY44496"/>
              </a:cxn>
              <a:cxn ang="0">
                <a:pos x="connsiteX44497" y="connsiteY44497"/>
              </a:cxn>
              <a:cxn ang="0">
                <a:pos x="connsiteX44498" y="connsiteY44498"/>
              </a:cxn>
              <a:cxn ang="0">
                <a:pos x="connsiteX44499" y="connsiteY44499"/>
              </a:cxn>
              <a:cxn ang="0">
                <a:pos x="connsiteX44500" y="connsiteY44500"/>
              </a:cxn>
              <a:cxn ang="0">
                <a:pos x="connsiteX44501" y="connsiteY44501"/>
              </a:cxn>
              <a:cxn ang="0">
                <a:pos x="connsiteX44502" y="connsiteY44502"/>
              </a:cxn>
              <a:cxn ang="0">
                <a:pos x="connsiteX44503" y="connsiteY44503"/>
              </a:cxn>
              <a:cxn ang="0">
                <a:pos x="connsiteX44504" y="connsiteY44504"/>
              </a:cxn>
              <a:cxn ang="0">
                <a:pos x="connsiteX44505" y="connsiteY44505"/>
              </a:cxn>
              <a:cxn ang="0">
                <a:pos x="connsiteX44506" y="connsiteY44506"/>
              </a:cxn>
              <a:cxn ang="0">
                <a:pos x="connsiteX44507" y="connsiteY44507"/>
              </a:cxn>
              <a:cxn ang="0">
                <a:pos x="connsiteX44508" y="connsiteY44508"/>
              </a:cxn>
              <a:cxn ang="0">
                <a:pos x="connsiteX44509" y="connsiteY44509"/>
              </a:cxn>
              <a:cxn ang="0">
                <a:pos x="connsiteX44510" y="connsiteY44510"/>
              </a:cxn>
              <a:cxn ang="0">
                <a:pos x="connsiteX44511" y="connsiteY44511"/>
              </a:cxn>
              <a:cxn ang="0">
                <a:pos x="connsiteX44512" y="connsiteY44512"/>
              </a:cxn>
              <a:cxn ang="0">
                <a:pos x="connsiteX44513" y="connsiteY44513"/>
              </a:cxn>
              <a:cxn ang="0">
                <a:pos x="connsiteX44514" y="connsiteY44514"/>
              </a:cxn>
              <a:cxn ang="0">
                <a:pos x="connsiteX44515" y="connsiteY44515"/>
              </a:cxn>
              <a:cxn ang="0">
                <a:pos x="connsiteX44516" y="connsiteY44516"/>
              </a:cxn>
              <a:cxn ang="0">
                <a:pos x="connsiteX44517" y="connsiteY44517"/>
              </a:cxn>
              <a:cxn ang="0">
                <a:pos x="connsiteX44518" y="connsiteY44518"/>
              </a:cxn>
              <a:cxn ang="0">
                <a:pos x="connsiteX44519" y="connsiteY44519"/>
              </a:cxn>
              <a:cxn ang="0">
                <a:pos x="connsiteX44520" y="connsiteY44520"/>
              </a:cxn>
              <a:cxn ang="0">
                <a:pos x="connsiteX44521" y="connsiteY44521"/>
              </a:cxn>
              <a:cxn ang="0">
                <a:pos x="connsiteX44522" y="connsiteY44522"/>
              </a:cxn>
              <a:cxn ang="0">
                <a:pos x="connsiteX44523" y="connsiteY44523"/>
              </a:cxn>
              <a:cxn ang="0">
                <a:pos x="connsiteX44524" y="connsiteY44524"/>
              </a:cxn>
              <a:cxn ang="0">
                <a:pos x="connsiteX44525" y="connsiteY44525"/>
              </a:cxn>
              <a:cxn ang="0">
                <a:pos x="connsiteX44526" y="connsiteY44526"/>
              </a:cxn>
              <a:cxn ang="0">
                <a:pos x="connsiteX44527" y="connsiteY44527"/>
              </a:cxn>
              <a:cxn ang="0">
                <a:pos x="connsiteX44528" y="connsiteY44528"/>
              </a:cxn>
              <a:cxn ang="0">
                <a:pos x="connsiteX44529" y="connsiteY44529"/>
              </a:cxn>
              <a:cxn ang="0">
                <a:pos x="connsiteX44530" y="connsiteY44530"/>
              </a:cxn>
              <a:cxn ang="0">
                <a:pos x="connsiteX44531" y="connsiteY44531"/>
              </a:cxn>
              <a:cxn ang="0">
                <a:pos x="connsiteX44532" y="connsiteY44532"/>
              </a:cxn>
              <a:cxn ang="0">
                <a:pos x="connsiteX44533" y="connsiteY44533"/>
              </a:cxn>
              <a:cxn ang="0">
                <a:pos x="connsiteX44534" y="connsiteY44534"/>
              </a:cxn>
              <a:cxn ang="0">
                <a:pos x="connsiteX44535" y="connsiteY44535"/>
              </a:cxn>
              <a:cxn ang="0">
                <a:pos x="connsiteX44536" y="connsiteY44536"/>
              </a:cxn>
              <a:cxn ang="0">
                <a:pos x="connsiteX44537" y="connsiteY44537"/>
              </a:cxn>
              <a:cxn ang="0">
                <a:pos x="connsiteX44538" y="connsiteY44538"/>
              </a:cxn>
              <a:cxn ang="0">
                <a:pos x="connsiteX44539" y="connsiteY44539"/>
              </a:cxn>
              <a:cxn ang="0">
                <a:pos x="connsiteX44540" y="connsiteY44540"/>
              </a:cxn>
              <a:cxn ang="0">
                <a:pos x="connsiteX44541" y="connsiteY44541"/>
              </a:cxn>
              <a:cxn ang="0">
                <a:pos x="connsiteX44542" y="connsiteY44542"/>
              </a:cxn>
              <a:cxn ang="0">
                <a:pos x="connsiteX44543" y="connsiteY44543"/>
              </a:cxn>
              <a:cxn ang="0">
                <a:pos x="connsiteX44544" y="connsiteY44544"/>
              </a:cxn>
              <a:cxn ang="0">
                <a:pos x="connsiteX44545" y="connsiteY44545"/>
              </a:cxn>
              <a:cxn ang="0">
                <a:pos x="connsiteX44546" y="connsiteY44546"/>
              </a:cxn>
              <a:cxn ang="0">
                <a:pos x="connsiteX44547" y="connsiteY44547"/>
              </a:cxn>
              <a:cxn ang="0">
                <a:pos x="connsiteX44548" y="connsiteY44548"/>
              </a:cxn>
              <a:cxn ang="0">
                <a:pos x="connsiteX44549" y="connsiteY44549"/>
              </a:cxn>
              <a:cxn ang="0">
                <a:pos x="connsiteX44550" y="connsiteY44550"/>
              </a:cxn>
              <a:cxn ang="0">
                <a:pos x="connsiteX44551" y="connsiteY44551"/>
              </a:cxn>
              <a:cxn ang="0">
                <a:pos x="connsiteX44552" y="connsiteY44552"/>
              </a:cxn>
              <a:cxn ang="0">
                <a:pos x="connsiteX44553" y="connsiteY44553"/>
              </a:cxn>
              <a:cxn ang="0">
                <a:pos x="connsiteX44554" y="connsiteY44554"/>
              </a:cxn>
              <a:cxn ang="0">
                <a:pos x="connsiteX44555" y="connsiteY44555"/>
              </a:cxn>
              <a:cxn ang="0">
                <a:pos x="connsiteX44556" y="connsiteY44556"/>
              </a:cxn>
              <a:cxn ang="0">
                <a:pos x="connsiteX44557" y="connsiteY44557"/>
              </a:cxn>
              <a:cxn ang="0">
                <a:pos x="connsiteX44558" y="connsiteY44558"/>
              </a:cxn>
              <a:cxn ang="0">
                <a:pos x="connsiteX44559" y="connsiteY44559"/>
              </a:cxn>
              <a:cxn ang="0">
                <a:pos x="connsiteX44560" y="connsiteY44560"/>
              </a:cxn>
              <a:cxn ang="0">
                <a:pos x="connsiteX44561" y="connsiteY44561"/>
              </a:cxn>
              <a:cxn ang="0">
                <a:pos x="connsiteX44562" y="connsiteY44562"/>
              </a:cxn>
              <a:cxn ang="0">
                <a:pos x="connsiteX44563" y="connsiteY44563"/>
              </a:cxn>
              <a:cxn ang="0">
                <a:pos x="connsiteX44564" y="connsiteY44564"/>
              </a:cxn>
              <a:cxn ang="0">
                <a:pos x="connsiteX44565" y="connsiteY44565"/>
              </a:cxn>
              <a:cxn ang="0">
                <a:pos x="connsiteX44566" y="connsiteY44566"/>
              </a:cxn>
              <a:cxn ang="0">
                <a:pos x="connsiteX44567" y="connsiteY44567"/>
              </a:cxn>
              <a:cxn ang="0">
                <a:pos x="connsiteX44568" y="connsiteY44568"/>
              </a:cxn>
              <a:cxn ang="0">
                <a:pos x="connsiteX44569" y="connsiteY44569"/>
              </a:cxn>
              <a:cxn ang="0">
                <a:pos x="connsiteX44570" y="connsiteY44570"/>
              </a:cxn>
              <a:cxn ang="0">
                <a:pos x="connsiteX44571" y="connsiteY44571"/>
              </a:cxn>
              <a:cxn ang="0">
                <a:pos x="connsiteX44572" y="connsiteY44572"/>
              </a:cxn>
              <a:cxn ang="0">
                <a:pos x="connsiteX44573" y="connsiteY44573"/>
              </a:cxn>
              <a:cxn ang="0">
                <a:pos x="connsiteX44574" y="connsiteY44574"/>
              </a:cxn>
              <a:cxn ang="0">
                <a:pos x="connsiteX44575" y="connsiteY44575"/>
              </a:cxn>
              <a:cxn ang="0">
                <a:pos x="connsiteX44576" y="connsiteY44576"/>
              </a:cxn>
              <a:cxn ang="0">
                <a:pos x="connsiteX44577" y="connsiteY44577"/>
              </a:cxn>
              <a:cxn ang="0">
                <a:pos x="connsiteX44578" y="connsiteY44578"/>
              </a:cxn>
              <a:cxn ang="0">
                <a:pos x="connsiteX44579" y="connsiteY44579"/>
              </a:cxn>
              <a:cxn ang="0">
                <a:pos x="connsiteX44580" y="connsiteY44580"/>
              </a:cxn>
              <a:cxn ang="0">
                <a:pos x="connsiteX44581" y="connsiteY44581"/>
              </a:cxn>
              <a:cxn ang="0">
                <a:pos x="connsiteX44582" y="connsiteY44582"/>
              </a:cxn>
              <a:cxn ang="0">
                <a:pos x="connsiteX44583" y="connsiteY44583"/>
              </a:cxn>
              <a:cxn ang="0">
                <a:pos x="connsiteX44584" y="connsiteY44584"/>
              </a:cxn>
              <a:cxn ang="0">
                <a:pos x="connsiteX44585" y="connsiteY44585"/>
              </a:cxn>
              <a:cxn ang="0">
                <a:pos x="connsiteX44586" y="connsiteY44586"/>
              </a:cxn>
              <a:cxn ang="0">
                <a:pos x="connsiteX44587" y="connsiteY44587"/>
              </a:cxn>
              <a:cxn ang="0">
                <a:pos x="connsiteX44588" y="connsiteY44588"/>
              </a:cxn>
              <a:cxn ang="0">
                <a:pos x="connsiteX44589" y="connsiteY44589"/>
              </a:cxn>
              <a:cxn ang="0">
                <a:pos x="connsiteX44590" y="connsiteY44590"/>
              </a:cxn>
              <a:cxn ang="0">
                <a:pos x="connsiteX44591" y="connsiteY44591"/>
              </a:cxn>
              <a:cxn ang="0">
                <a:pos x="connsiteX44592" y="connsiteY44592"/>
              </a:cxn>
              <a:cxn ang="0">
                <a:pos x="connsiteX44593" y="connsiteY44593"/>
              </a:cxn>
              <a:cxn ang="0">
                <a:pos x="connsiteX44594" y="connsiteY44594"/>
              </a:cxn>
              <a:cxn ang="0">
                <a:pos x="connsiteX44595" y="connsiteY44595"/>
              </a:cxn>
              <a:cxn ang="0">
                <a:pos x="connsiteX44596" y="connsiteY44596"/>
              </a:cxn>
              <a:cxn ang="0">
                <a:pos x="connsiteX44597" y="connsiteY44597"/>
              </a:cxn>
              <a:cxn ang="0">
                <a:pos x="connsiteX44598" y="connsiteY44598"/>
              </a:cxn>
              <a:cxn ang="0">
                <a:pos x="connsiteX44599" y="connsiteY44599"/>
              </a:cxn>
              <a:cxn ang="0">
                <a:pos x="connsiteX44600" y="connsiteY44600"/>
              </a:cxn>
              <a:cxn ang="0">
                <a:pos x="connsiteX44601" y="connsiteY44601"/>
              </a:cxn>
              <a:cxn ang="0">
                <a:pos x="connsiteX44602" y="connsiteY44602"/>
              </a:cxn>
              <a:cxn ang="0">
                <a:pos x="connsiteX44603" y="connsiteY44603"/>
              </a:cxn>
              <a:cxn ang="0">
                <a:pos x="connsiteX44604" y="connsiteY44604"/>
              </a:cxn>
              <a:cxn ang="0">
                <a:pos x="connsiteX44605" y="connsiteY44605"/>
              </a:cxn>
              <a:cxn ang="0">
                <a:pos x="connsiteX44606" y="connsiteY44606"/>
              </a:cxn>
              <a:cxn ang="0">
                <a:pos x="connsiteX44607" y="connsiteY44607"/>
              </a:cxn>
              <a:cxn ang="0">
                <a:pos x="connsiteX44608" y="connsiteY44608"/>
              </a:cxn>
              <a:cxn ang="0">
                <a:pos x="connsiteX44609" y="connsiteY44609"/>
              </a:cxn>
              <a:cxn ang="0">
                <a:pos x="connsiteX44610" y="connsiteY44610"/>
              </a:cxn>
              <a:cxn ang="0">
                <a:pos x="connsiteX44611" y="connsiteY44611"/>
              </a:cxn>
              <a:cxn ang="0">
                <a:pos x="connsiteX44612" y="connsiteY44612"/>
              </a:cxn>
              <a:cxn ang="0">
                <a:pos x="connsiteX44613" y="connsiteY44613"/>
              </a:cxn>
              <a:cxn ang="0">
                <a:pos x="connsiteX44614" y="connsiteY44614"/>
              </a:cxn>
              <a:cxn ang="0">
                <a:pos x="connsiteX44615" y="connsiteY44615"/>
              </a:cxn>
              <a:cxn ang="0">
                <a:pos x="connsiteX44616" y="connsiteY44616"/>
              </a:cxn>
              <a:cxn ang="0">
                <a:pos x="connsiteX44617" y="connsiteY44617"/>
              </a:cxn>
              <a:cxn ang="0">
                <a:pos x="connsiteX44618" y="connsiteY44618"/>
              </a:cxn>
              <a:cxn ang="0">
                <a:pos x="connsiteX44619" y="connsiteY44619"/>
              </a:cxn>
              <a:cxn ang="0">
                <a:pos x="connsiteX44620" y="connsiteY44620"/>
              </a:cxn>
              <a:cxn ang="0">
                <a:pos x="connsiteX44621" y="connsiteY44621"/>
              </a:cxn>
              <a:cxn ang="0">
                <a:pos x="connsiteX44622" y="connsiteY44622"/>
              </a:cxn>
              <a:cxn ang="0">
                <a:pos x="connsiteX44623" y="connsiteY44623"/>
              </a:cxn>
              <a:cxn ang="0">
                <a:pos x="connsiteX44624" y="connsiteY44624"/>
              </a:cxn>
              <a:cxn ang="0">
                <a:pos x="connsiteX44625" y="connsiteY44625"/>
              </a:cxn>
              <a:cxn ang="0">
                <a:pos x="connsiteX44626" y="connsiteY44626"/>
              </a:cxn>
              <a:cxn ang="0">
                <a:pos x="connsiteX44627" y="connsiteY44627"/>
              </a:cxn>
              <a:cxn ang="0">
                <a:pos x="connsiteX44628" y="connsiteY44628"/>
              </a:cxn>
              <a:cxn ang="0">
                <a:pos x="connsiteX44629" y="connsiteY44629"/>
              </a:cxn>
              <a:cxn ang="0">
                <a:pos x="connsiteX44630" y="connsiteY44630"/>
              </a:cxn>
              <a:cxn ang="0">
                <a:pos x="connsiteX44631" y="connsiteY44631"/>
              </a:cxn>
              <a:cxn ang="0">
                <a:pos x="connsiteX44632" y="connsiteY44632"/>
              </a:cxn>
              <a:cxn ang="0">
                <a:pos x="connsiteX44633" y="connsiteY44633"/>
              </a:cxn>
              <a:cxn ang="0">
                <a:pos x="connsiteX44634" y="connsiteY44634"/>
              </a:cxn>
              <a:cxn ang="0">
                <a:pos x="connsiteX44635" y="connsiteY44635"/>
              </a:cxn>
              <a:cxn ang="0">
                <a:pos x="connsiteX44636" y="connsiteY44636"/>
              </a:cxn>
              <a:cxn ang="0">
                <a:pos x="connsiteX44637" y="connsiteY44637"/>
              </a:cxn>
              <a:cxn ang="0">
                <a:pos x="connsiteX44638" y="connsiteY44638"/>
              </a:cxn>
              <a:cxn ang="0">
                <a:pos x="connsiteX44639" y="connsiteY44639"/>
              </a:cxn>
              <a:cxn ang="0">
                <a:pos x="connsiteX44640" y="connsiteY44640"/>
              </a:cxn>
              <a:cxn ang="0">
                <a:pos x="connsiteX44641" y="connsiteY44641"/>
              </a:cxn>
              <a:cxn ang="0">
                <a:pos x="connsiteX44642" y="connsiteY44642"/>
              </a:cxn>
              <a:cxn ang="0">
                <a:pos x="connsiteX44643" y="connsiteY44643"/>
              </a:cxn>
              <a:cxn ang="0">
                <a:pos x="connsiteX44644" y="connsiteY44644"/>
              </a:cxn>
              <a:cxn ang="0">
                <a:pos x="connsiteX44645" y="connsiteY44645"/>
              </a:cxn>
              <a:cxn ang="0">
                <a:pos x="connsiteX44646" y="connsiteY44646"/>
              </a:cxn>
              <a:cxn ang="0">
                <a:pos x="connsiteX44647" y="connsiteY44647"/>
              </a:cxn>
              <a:cxn ang="0">
                <a:pos x="connsiteX44648" y="connsiteY44648"/>
              </a:cxn>
              <a:cxn ang="0">
                <a:pos x="connsiteX44649" y="connsiteY44649"/>
              </a:cxn>
              <a:cxn ang="0">
                <a:pos x="connsiteX44650" y="connsiteY44650"/>
              </a:cxn>
              <a:cxn ang="0">
                <a:pos x="connsiteX44651" y="connsiteY44651"/>
              </a:cxn>
              <a:cxn ang="0">
                <a:pos x="connsiteX44652" y="connsiteY44652"/>
              </a:cxn>
              <a:cxn ang="0">
                <a:pos x="connsiteX44653" y="connsiteY44653"/>
              </a:cxn>
              <a:cxn ang="0">
                <a:pos x="connsiteX44654" y="connsiteY44654"/>
              </a:cxn>
              <a:cxn ang="0">
                <a:pos x="connsiteX44655" y="connsiteY44655"/>
              </a:cxn>
              <a:cxn ang="0">
                <a:pos x="connsiteX44656" y="connsiteY44656"/>
              </a:cxn>
              <a:cxn ang="0">
                <a:pos x="connsiteX44657" y="connsiteY44657"/>
              </a:cxn>
              <a:cxn ang="0">
                <a:pos x="connsiteX44658" y="connsiteY44658"/>
              </a:cxn>
              <a:cxn ang="0">
                <a:pos x="connsiteX44659" y="connsiteY44659"/>
              </a:cxn>
              <a:cxn ang="0">
                <a:pos x="connsiteX44660" y="connsiteY44660"/>
              </a:cxn>
              <a:cxn ang="0">
                <a:pos x="connsiteX44661" y="connsiteY44661"/>
              </a:cxn>
              <a:cxn ang="0">
                <a:pos x="connsiteX44662" y="connsiteY44662"/>
              </a:cxn>
              <a:cxn ang="0">
                <a:pos x="connsiteX44663" y="connsiteY44663"/>
              </a:cxn>
              <a:cxn ang="0">
                <a:pos x="connsiteX44664" y="connsiteY44664"/>
              </a:cxn>
              <a:cxn ang="0">
                <a:pos x="connsiteX44665" y="connsiteY44665"/>
              </a:cxn>
              <a:cxn ang="0">
                <a:pos x="connsiteX44666" y="connsiteY44666"/>
              </a:cxn>
              <a:cxn ang="0">
                <a:pos x="connsiteX44667" y="connsiteY44667"/>
              </a:cxn>
              <a:cxn ang="0">
                <a:pos x="connsiteX44668" y="connsiteY44668"/>
              </a:cxn>
              <a:cxn ang="0">
                <a:pos x="connsiteX44669" y="connsiteY44669"/>
              </a:cxn>
              <a:cxn ang="0">
                <a:pos x="connsiteX44670" y="connsiteY44670"/>
              </a:cxn>
              <a:cxn ang="0">
                <a:pos x="connsiteX44671" y="connsiteY44671"/>
              </a:cxn>
              <a:cxn ang="0">
                <a:pos x="connsiteX44672" y="connsiteY44672"/>
              </a:cxn>
              <a:cxn ang="0">
                <a:pos x="connsiteX44673" y="connsiteY44673"/>
              </a:cxn>
              <a:cxn ang="0">
                <a:pos x="connsiteX44674" y="connsiteY44674"/>
              </a:cxn>
              <a:cxn ang="0">
                <a:pos x="connsiteX44675" y="connsiteY44675"/>
              </a:cxn>
              <a:cxn ang="0">
                <a:pos x="connsiteX44676" y="connsiteY44676"/>
              </a:cxn>
              <a:cxn ang="0">
                <a:pos x="connsiteX44677" y="connsiteY44677"/>
              </a:cxn>
              <a:cxn ang="0">
                <a:pos x="connsiteX44678" y="connsiteY44678"/>
              </a:cxn>
              <a:cxn ang="0">
                <a:pos x="connsiteX44679" y="connsiteY44679"/>
              </a:cxn>
              <a:cxn ang="0">
                <a:pos x="connsiteX44680" y="connsiteY44680"/>
              </a:cxn>
              <a:cxn ang="0">
                <a:pos x="connsiteX44681" y="connsiteY44681"/>
              </a:cxn>
              <a:cxn ang="0">
                <a:pos x="connsiteX44682" y="connsiteY44682"/>
              </a:cxn>
              <a:cxn ang="0">
                <a:pos x="connsiteX44683" y="connsiteY44683"/>
              </a:cxn>
              <a:cxn ang="0">
                <a:pos x="connsiteX44684" y="connsiteY44684"/>
              </a:cxn>
              <a:cxn ang="0">
                <a:pos x="connsiteX44685" y="connsiteY44685"/>
              </a:cxn>
              <a:cxn ang="0">
                <a:pos x="connsiteX44686" y="connsiteY44686"/>
              </a:cxn>
              <a:cxn ang="0">
                <a:pos x="connsiteX44687" y="connsiteY44687"/>
              </a:cxn>
              <a:cxn ang="0">
                <a:pos x="connsiteX44688" y="connsiteY44688"/>
              </a:cxn>
              <a:cxn ang="0">
                <a:pos x="connsiteX44689" y="connsiteY44689"/>
              </a:cxn>
              <a:cxn ang="0">
                <a:pos x="connsiteX44690" y="connsiteY44690"/>
              </a:cxn>
              <a:cxn ang="0">
                <a:pos x="connsiteX44691" y="connsiteY44691"/>
              </a:cxn>
              <a:cxn ang="0">
                <a:pos x="connsiteX44692" y="connsiteY44692"/>
              </a:cxn>
              <a:cxn ang="0">
                <a:pos x="connsiteX44693" y="connsiteY44693"/>
              </a:cxn>
              <a:cxn ang="0">
                <a:pos x="connsiteX44694" y="connsiteY44694"/>
              </a:cxn>
              <a:cxn ang="0">
                <a:pos x="connsiteX44695" y="connsiteY44695"/>
              </a:cxn>
              <a:cxn ang="0">
                <a:pos x="connsiteX44696" y="connsiteY44696"/>
              </a:cxn>
              <a:cxn ang="0">
                <a:pos x="connsiteX44697" y="connsiteY44697"/>
              </a:cxn>
              <a:cxn ang="0">
                <a:pos x="connsiteX44698" y="connsiteY44698"/>
              </a:cxn>
              <a:cxn ang="0">
                <a:pos x="connsiteX44699" y="connsiteY44699"/>
              </a:cxn>
              <a:cxn ang="0">
                <a:pos x="connsiteX44700" y="connsiteY44700"/>
              </a:cxn>
              <a:cxn ang="0">
                <a:pos x="connsiteX44701" y="connsiteY44701"/>
              </a:cxn>
              <a:cxn ang="0">
                <a:pos x="connsiteX44702" y="connsiteY44702"/>
              </a:cxn>
              <a:cxn ang="0">
                <a:pos x="connsiteX44703" y="connsiteY44703"/>
              </a:cxn>
              <a:cxn ang="0">
                <a:pos x="connsiteX44704" y="connsiteY44704"/>
              </a:cxn>
              <a:cxn ang="0">
                <a:pos x="connsiteX44705" y="connsiteY44705"/>
              </a:cxn>
              <a:cxn ang="0">
                <a:pos x="connsiteX44706" y="connsiteY44706"/>
              </a:cxn>
              <a:cxn ang="0">
                <a:pos x="connsiteX44707" y="connsiteY44707"/>
              </a:cxn>
              <a:cxn ang="0">
                <a:pos x="connsiteX44708" y="connsiteY44708"/>
              </a:cxn>
              <a:cxn ang="0">
                <a:pos x="connsiteX44709" y="connsiteY44709"/>
              </a:cxn>
              <a:cxn ang="0">
                <a:pos x="connsiteX44710" y="connsiteY44710"/>
              </a:cxn>
              <a:cxn ang="0">
                <a:pos x="connsiteX44711" y="connsiteY44711"/>
              </a:cxn>
              <a:cxn ang="0">
                <a:pos x="connsiteX44712" y="connsiteY44712"/>
              </a:cxn>
              <a:cxn ang="0">
                <a:pos x="connsiteX44713" y="connsiteY44713"/>
              </a:cxn>
              <a:cxn ang="0">
                <a:pos x="connsiteX44714" y="connsiteY44714"/>
              </a:cxn>
              <a:cxn ang="0">
                <a:pos x="connsiteX44715" y="connsiteY44715"/>
              </a:cxn>
              <a:cxn ang="0">
                <a:pos x="connsiteX44716" y="connsiteY44716"/>
              </a:cxn>
              <a:cxn ang="0">
                <a:pos x="connsiteX44717" y="connsiteY44717"/>
              </a:cxn>
              <a:cxn ang="0">
                <a:pos x="connsiteX44718" y="connsiteY44718"/>
              </a:cxn>
              <a:cxn ang="0">
                <a:pos x="connsiteX44719" y="connsiteY44719"/>
              </a:cxn>
              <a:cxn ang="0">
                <a:pos x="connsiteX44720" y="connsiteY44720"/>
              </a:cxn>
              <a:cxn ang="0">
                <a:pos x="connsiteX44721" y="connsiteY44721"/>
              </a:cxn>
              <a:cxn ang="0">
                <a:pos x="connsiteX44722" y="connsiteY44722"/>
              </a:cxn>
              <a:cxn ang="0">
                <a:pos x="connsiteX44723" y="connsiteY44723"/>
              </a:cxn>
              <a:cxn ang="0">
                <a:pos x="connsiteX44724" y="connsiteY44724"/>
              </a:cxn>
              <a:cxn ang="0">
                <a:pos x="connsiteX44725" y="connsiteY44725"/>
              </a:cxn>
              <a:cxn ang="0">
                <a:pos x="connsiteX44726" y="connsiteY44726"/>
              </a:cxn>
              <a:cxn ang="0">
                <a:pos x="connsiteX44727" y="connsiteY44727"/>
              </a:cxn>
              <a:cxn ang="0">
                <a:pos x="connsiteX44728" y="connsiteY44728"/>
              </a:cxn>
              <a:cxn ang="0">
                <a:pos x="connsiteX44729" y="connsiteY44729"/>
              </a:cxn>
              <a:cxn ang="0">
                <a:pos x="connsiteX44730" y="connsiteY44730"/>
              </a:cxn>
              <a:cxn ang="0">
                <a:pos x="connsiteX44731" y="connsiteY44731"/>
              </a:cxn>
              <a:cxn ang="0">
                <a:pos x="connsiteX44732" y="connsiteY44732"/>
              </a:cxn>
              <a:cxn ang="0">
                <a:pos x="connsiteX44733" y="connsiteY44733"/>
              </a:cxn>
              <a:cxn ang="0">
                <a:pos x="connsiteX44734" y="connsiteY44734"/>
              </a:cxn>
              <a:cxn ang="0">
                <a:pos x="connsiteX44735" y="connsiteY44735"/>
              </a:cxn>
              <a:cxn ang="0">
                <a:pos x="connsiteX44736" y="connsiteY44736"/>
              </a:cxn>
              <a:cxn ang="0">
                <a:pos x="connsiteX44737" y="connsiteY44737"/>
              </a:cxn>
              <a:cxn ang="0">
                <a:pos x="connsiteX44738" y="connsiteY44738"/>
              </a:cxn>
              <a:cxn ang="0">
                <a:pos x="connsiteX44739" y="connsiteY44739"/>
              </a:cxn>
              <a:cxn ang="0">
                <a:pos x="connsiteX44740" y="connsiteY44740"/>
              </a:cxn>
              <a:cxn ang="0">
                <a:pos x="connsiteX44741" y="connsiteY44741"/>
              </a:cxn>
              <a:cxn ang="0">
                <a:pos x="connsiteX44742" y="connsiteY44742"/>
              </a:cxn>
              <a:cxn ang="0">
                <a:pos x="connsiteX44743" y="connsiteY44743"/>
              </a:cxn>
              <a:cxn ang="0">
                <a:pos x="connsiteX44744" y="connsiteY44744"/>
              </a:cxn>
              <a:cxn ang="0">
                <a:pos x="connsiteX44745" y="connsiteY44745"/>
              </a:cxn>
              <a:cxn ang="0">
                <a:pos x="connsiteX44746" y="connsiteY44746"/>
              </a:cxn>
              <a:cxn ang="0">
                <a:pos x="connsiteX44747" y="connsiteY44747"/>
              </a:cxn>
              <a:cxn ang="0">
                <a:pos x="connsiteX44748" y="connsiteY44748"/>
              </a:cxn>
              <a:cxn ang="0">
                <a:pos x="connsiteX44749" y="connsiteY44749"/>
              </a:cxn>
              <a:cxn ang="0">
                <a:pos x="connsiteX44750" y="connsiteY44750"/>
              </a:cxn>
              <a:cxn ang="0">
                <a:pos x="connsiteX44751" y="connsiteY44751"/>
              </a:cxn>
              <a:cxn ang="0">
                <a:pos x="connsiteX44752" y="connsiteY44752"/>
              </a:cxn>
              <a:cxn ang="0">
                <a:pos x="connsiteX44753" y="connsiteY44753"/>
              </a:cxn>
              <a:cxn ang="0">
                <a:pos x="connsiteX44754" y="connsiteY44754"/>
              </a:cxn>
              <a:cxn ang="0">
                <a:pos x="connsiteX44755" y="connsiteY44755"/>
              </a:cxn>
              <a:cxn ang="0">
                <a:pos x="connsiteX44756" y="connsiteY44756"/>
              </a:cxn>
              <a:cxn ang="0">
                <a:pos x="connsiteX44757" y="connsiteY44757"/>
              </a:cxn>
              <a:cxn ang="0">
                <a:pos x="connsiteX44758" y="connsiteY44758"/>
              </a:cxn>
              <a:cxn ang="0">
                <a:pos x="connsiteX44759" y="connsiteY44759"/>
              </a:cxn>
              <a:cxn ang="0">
                <a:pos x="connsiteX44760" y="connsiteY44760"/>
              </a:cxn>
              <a:cxn ang="0">
                <a:pos x="connsiteX44761" y="connsiteY44761"/>
              </a:cxn>
              <a:cxn ang="0">
                <a:pos x="connsiteX44762" y="connsiteY44762"/>
              </a:cxn>
              <a:cxn ang="0">
                <a:pos x="connsiteX44763" y="connsiteY44763"/>
              </a:cxn>
              <a:cxn ang="0">
                <a:pos x="connsiteX44764" y="connsiteY44764"/>
              </a:cxn>
              <a:cxn ang="0">
                <a:pos x="connsiteX44765" y="connsiteY44765"/>
              </a:cxn>
              <a:cxn ang="0">
                <a:pos x="connsiteX44766" y="connsiteY44766"/>
              </a:cxn>
              <a:cxn ang="0">
                <a:pos x="connsiteX44767" y="connsiteY44767"/>
              </a:cxn>
              <a:cxn ang="0">
                <a:pos x="connsiteX44768" y="connsiteY44768"/>
              </a:cxn>
              <a:cxn ang="0">
                <a:pos x="connsiteX44769" y="connsiteY44769"/>
              </a:cxn>
              <a:cxn ang="0">
                <a:pos x="connsiteX44770" y="connsiteY44770"/>
              </a:cxn>
              <a:cxn ang="0">
                <a:pos x="connsiteX44771" y="connsiteY44771"/>
              </a:cxn>
              <a:cxn ang="0">
                <a:pos x="connsiteX44772" y="connsiteY44772"/>
              </a:cxn>
              <a:cxn ang="0">
                <a:pos x="connsiteX44773" y="connsiteY44773"/>
              </a:cxn>
              <a:cxn ang="0">
                <a:pos x="connsiteX44774" y="connsiteY44774"/>
              </a:cxn>
              <a:cxn ang="0">
                <a:pos x="connsiteX44775" y="connsiteY44775"/>
              </a:cxn>
              <a:cxn ang="0">
                <a:pos x="connsiteX44776" y="connsiteY44776"/>
              </a:cxn>
              <a:cxn ang="0">
                <a:pos x="connsiteX44777" y="connsiteY44777"/>
              </a:cxn>
              <a:cxn ang="0">
                <a:pos x="connsiteX44778" y="connsiteY44778"/>
              </a:cxn>
              <a:cxn ang="0">
                <a:pos x="connsiteX44779" y="connsiteY44779"/>
              </a:cxn>
              <a:cxn ang="0">
                <a:pos x="connsiteX44780" y="connsiteY44780"/>
              </a:cxn>
              <a:cxn ang="0">
                <a:pos x="connsiteX44781" y="connsiteY44781"/>
              </a:cxn>
              <a:cxn ang="0">
                <a:pos x="connsiteX44782" y="connsiteY44782"/>
              </a:cxn>
              <a:cxn ang="0">
                <a:pos x="connsiteX44783" y="connsiteY44783"/>
              </a:cxn>
              <a:cxn ang="0">
                <a:pos x="connsiteX44784" y="connsiteY44784"/>
              </a:cxn>
              <a:cxn ang="0">
                <a:pos x="connsiteX44785" y="connsiteY44785"/>
              </a:cxn>
              <a:cxn ang="0">
                <a:pos x="connsiteX44786" y="connsiteY44786"/>
              </a:cxn>
              <a:cxn ang="0">
                <a:pos x="connsiteX44787" y="connsiteY44787"/>
              </a:cxn>
              <a:cxn ang="0">
                <a:pos x="connsiteX44788" y="connsiteY44788"/>
              </a:cxn>
              <a:cxn ang="0">
                <a:pos x="connsiteX44789" y="connsiteY44789"/>
              </a:cxn>
              <a:cxn ang="0">
                <a:pos x="connsiteX44790" y="connsiteY44790"/>
              </a:cxn>
              <a:cxn ang="0">
                <a:pos x="connsiteX44791" y="connsiteY44791"/>
              </a:cxn>
              <a:cxn ang="0">
                <a:pos x="connsiteX44792" y="connsiteY44792"/>
              </a:cxn>
              <a:cxn ang="0">
                <a:pos x="connsiteX44793" y="connsiteY44793"/>
              </a:cxn>
              <a:cxn ang="0">
                <a:pos x="connsiteX44794" y="connsiteY44794"/>
              </a:cxn>
              <a:cxn ang="0">
                <a:pos x="connsiteX44795" y="connsiteY44795"/>
              </a:cxn>
              <a:cxn ang="0">
                <a:pos x="connsiteX44796" y="connsiteY44796"/>
              </a:cxn>
              <a:cxn ang="0">
                <a:pos x="connsiteX44797" y="connsiteY44797"/>
              </a:cxn>
              <a:cxn ang="0">
                <a:pos x="connsiteX44798" y="connsiteY44798"/>
              </a:cxn>
              <a:cxn ang="0">
                <a:pos x="connsiteX44799" y="connsiteY44799"/>
              </a:cxn>
              <a:cxn ang="0">
                <a:pos x="connsiteX44800" y="connsiteY44800"/>
              </a:cxn>
              <a:cxn ang="0">
                <a:pos x="connsiteX44801" y="connsiteY44801"/>
              </a:cxn>
              <a:cxn ang="0">
                <a:pos x="connsiteX44802" y="connsiteY44802"/>
              </a:cxn>
              <a:cxn ang="0">
                <a:pos x="connsiteX44803" y="connsiteY44803"/>
              </a:cxn>
              <a:cxn ang="0">
                <a:pos x="connsiteX44804" y="connsiteY44804"/>
              </a:cxn>
              <a:cxn ang="0">
                <a:pos x="connsiteX44805" y="connsiteY44805"/>
              </a:cxn>
              <a:cxn ang="0">
                <a:pos x="connsiteX44806" y="connsiteY44806"/>
              </a:cxn>
              <a:cxn ang="0">
                <a:pos x="connsiteX44807" y="connsiteY44807"/>
              </a:cxn>
              <a:cxn ang="0">
                <a:pos x="connsiteX44808" y="connsiteY44808"/>
              </a:cxn>
              <a:cxn ang="0">
                <a:pos x="connsiteX44809" y="connsiteY44809"/>
              </a:cxn>
              <a:cxn ang="0">
                <a:pos x="connsiteX44810" y="connsiteY44810"/>
              </a:cxn>
              <a:cxn ang="0">
                <a:pos x="connsiteX44811" y="connsiteY44811"/>
              </a:cxn>
              <a:cxn ang="0">
                <a:pos x="connsiteX44812" y="connsiteY44812"/>
              </a:cxn>
              <a:cxn ang="0">
                <a:pos x="connsiteX44813" y="connsiteY44813"/>
              </a:cxn>
              <a:cxn ang="0">
                <a:pos x="connsiteX44814" y="connsiteY44814"/>
              </a:cxn>
              <a:cxn ang="0">
                <a:pos x="connsiteX44815" y="connsiteY44815"/>
              </a:cxn>
              <a:cxn ang="0">
                <a:pos x="connsiteX44816" y="connsiteY44816"/>
              </a:cxn>
              <a:cxn ang="0">
                <a:pos x="connsiteX44817" y="connsiteY44817"/>
              </a:cxn>
              <a:cxn ang="0">
                <a:pos x="connsiteX44818" y="connsiteY44818"/>
              </a:cxn>
              <a:cxn ang="0">
                <a:pos x="connsiteX44819" y="connsiteY44819"/>
              </a:cxn>
              <a:cxn ang="0">
                <a:pos x="connsiteX44820" y="connsiteY44820"/>
              </a:cxn>
              <a:cxn ang="0">
                <a:pos x="connsiteX44821" y="connsiteY44821"/>
              </a:cxn>
              <a:cxn ang="0">
                <a:pos x="connsiteX44822" y="connsiteY44822"/>
              </a:cxn>
              <a:cxn ang="0">
                <a:pos x="connsiteX44823" y="connsiteY44823"/>
              </a:cxn>
              <a:cxn ang="0">
                <a:pos x="connsiteX44824" y="connsiteY44824"/>
              </a:cxn>
              <a:cxn ang="0">
                <a:pos x="connsiteX44825" y="connsiteY44825"/>
              </a:cxn>
              <a:cxn ang="0">
                <a:pos x="connsiteX44826" y="connsiteY44826"/>
              </a:cxn>
              <a:cxn ang="0">
                <a:pos x="connsiteX44827" y="connsiteY44827"/>
              </a:cxn>
              <a:cxn ang="0">
                <a:pos x="connsiteX44828" y="connsiteY44828"/>
              </a:cxn>
              <a:cxn ang="0">
                <a:pos x="connsiteX44829" y="connsiteY44829"/>
              </a:cxn>
              <a:cxn ang="0">
                <a:pos x="connsiteX44830" y="connsiteY44830"/>
              </a:cxn>
              <a:cxn ang="0">
                <a:pos x="connsiteX44831" y="connsiteY44831"/>
              </a:cxn>
              <a:cxn ang="0">
                <a:pos x="connsiteX44832" y="connsiteY44832"/>
              </a:cxn>
              <a:cxn ang="0">
                <a:pos x="connsiteX44833" y="connsiteY44833"/>
              </a:cxn>
              <a:cxn ang="0">
                <a:pos x="connsiteX44834" y="connsiteY44834"/>
              </a:cxn>
              <a:cxn ang="0">
                <a:pos x="connsiteX44835" y="connsiteY44835"/>
              </a:cxn>
              <a:cxn ang="0">
                <a:pos x="connsiteX44836" y="connsiteY44836"/>
              </a:cxn>
              <a:cxn ang="0">
                <a:pos x="connsiteX44837" y="connsiteY44837"/>
              </a:cxn>
              <a:cxn ang="0">
                <a:pos x="connsiteX44838" y="connsiteY44838"/>
              </a:cxn>
              <a:cxn ang="0">
                <a:pos x="connsiteX44839" y="connsiteY44839"/>
              </a:cxn>
              <a:cxn ang="0">
                <a:pos x="connsiteX44840" y="connsiteY44840"/>
              </a:cxn>
              <a:cxn ang="0">
                <a:pos x="connsiteX44841" y="connsiteY44841"/>
              </a:cxn>
              <a:cxn ang="0">
                <a:pos x="connsiteX44842" y="connsiteY44842"/>
              </a:cxn>
              <a:cxn ang="0">
                <a:pos x="connsiteX44843" y="connsiteY44843"/>
              </a:cxn>
              <a:cxn ang="0">
                <a:pos x="connsiteX44844" y="connsiteY44844"/>
              </a:cxn>
              <a:cxn ang="0">
                <a:pos x="connsiteX44845" y="connsiteY44845"/>
              </a:cxn>
              <a:cxn ang="0">
                <a:pos x="connsiteX44846" y="connsiteY44846"/>
              </a:cxn>
              <a:cxn ang="0">
                <a:pos x="connsiteX44847" y="connsiteY44847"/>
              </a:cxn>
              <a:cxn ang="0">
                <a:pos x="connsiteX44848" y="connsiteY44848"/>
              </a:cxn>
              <a:cxn ang="0">
                <a:pos x="connsiteX44849" y="connsiteY44849"/>
              </a:cxn>
              <a:cxn ang="0">
                <a:pos x="connsiteX44850" y="connsiteY44850"/>
              </a:cxn>
              <a:cxn ang="0">
                <a:pos x="connsiteX44851" y="connsiteY44851"/>
              </a:cxn>
              <a:cxn ang="0">
                <a:pos x="connsiteX44852" y="connsiteY44852"/>
              </a:cxn>
              <a:cxn ang="0">
                <a:pos x="connsiteX44853" y="connsiteY44853"/>
              </a:cxn>
              <a:cxn ang="0">
                <a:pos x="connsiteX44854" y="connsiteY44854"/>
              </a:cxn>
              <a:cxn ang="0">
                <a:pos x="connsiteX44855" y="connsiteY44855"/>
              </a:cxn>
              <a:cxn ang="0">
                <a:pos x="connsiteX44856" y="connsiteY44856"/>
              </a:cxn>
              <a:cxn ang="0">
                <a:pos x="connsiteX44857" y="connsiteY44857"/>
              </a:cxn>
              <a:cxn ang="0">
                <a:pos x="connsiteX44858" y="connsiteY44858"/>
              </a:cxn>
              <a:cxn ang="0">
                <a:pos x="connsiteX44859" y="connsiteY44859"/>
              </a:cxn>
              <a:cxn ang="0">
                <a:pos x="connsiteX44860" y="connsiteY44860"/>
              </a:cxn>
              <a:cxn ang="0">
                <a:pos x="connsiteX44861" y="connsiteY44861"/>
              </a:cxn>
              <a:cxn ang="0">
                <a:pos x="connsiteX44862" y="connsiteY44862"/>
              </a:cxn>
              <a:cxn ang="0">
                <a:pos x="connsiteX44863" y="connsiteY44863"/>
              </a:cxn>
              <a:cxn ang="0">
                <a:pos x="connsiteX44864" y="connsiteY44864"/>
              </a:cxn>
              <a:cxn ang="0">
                <a:pos x="connsiteX44865" y="connsiteY44865"/>
              </a:cxn>
              <a:cxn ang="0">
                <a:pos x="connsiteX44866" y="connsiteY44866"/>
              </a:cxn>
              <a:cxn ang="0">
                <a:pos x="connsiteX44867" y="connsiteY44867"/>
              </a:cxn>
              <a:cxn ang="0">
                <a:pos x="connsiteX44868" y="connsiteY44868"/>
              </a:cxn>
              <a:cxn ang="0">
                <a:pos x="connsiteX44869" y="connsiteY44869"/>
              </a:cxn>
              <a:cxn ang="0">
                <a:pos x="connsiteX44870" y="connsiteY44870"/>
              </a:cxn>
              <a:cxn ang="0">
                <a:pos x="connsiteX44871" y="connsiteY44871"/>
              </a:cxn>
              <a:cxn ang="0">
                <a:pos x="connsiteX44872" y="connsiteY44872"/>
              </a:cxn>
              <a:cxn ang="0">
                <a:pos x="connsiteX44873" y="connsiteY44873"/>
              </a:cxn>
              <a:cxn ang="0">
                <a:pos x="connsiteX44874" y="connsiteY44874"/>
              </a:cxn>
              <a:cxn ang="0">
                <a:pos x="connsiteX44875" y="connsiteY44875"/>
              </a:cxn>
              <a:cxn ang="0">
                <a:pos x="connsiteX44876" y="connsiteY44876"/>
              </a:cxn>
              <a:cxn ang="0">
                <a:pos x="connsiteX44877" y="connsiteY44877"/>
              </a:cxn>
              <a:cxn ang="0">
                <a:pos x="connsiteX44878" y="connsiteY44878"/>
              </a:cxn>
              <a:cxn ang="0">
                <a:pos x="connsiteX44879" y="connsiteY44879"/>
              </a:cxn>
              <a:cxn ang="0">
                <a:pos x="connsiteX44880" y="connsiteY44880"/>
              </a:cxn>
              <a:cxn ang="0">
                <a:pos x="connsiteX44881" y="connsiteY44881"/>
              </a:cxn>
              <a:cxn ang="0">
                <a:pos x="connsiteX44882" y="connsiteY44882"/>
              </a:cxn>
              <a:cxn ang="0">
                <a:pos x="connsiteX44883" y="connsiteY44883"/>
              </a:cxn>
              <a:cxn ang="0">
                <a:pos x="connsiteX44884" y="connsiteY44884"/>
              </a:cxn>
              <a:cxn ang="0">
                <a:pos x="connsiteX44885" y="connsiteY44885"/>
              </a:cxn>
              <a:cxn ang="0">
                <a:pos x="connsiteX44886" y="connsiteY44886"/>
              </a:cxn>
              <a:cxn ang="0">
                <a:pos x="connsiteX44887" y="connsiteY44887"/>
              </a:cxn>
              <a:cxn ang="0">
                <a:pos x="connsiteX44888" y="connsiteY44888"/>
              </a:cxn>
              <a:cxn ang="0">
                <a:pos x="connsiteX44889" y="connsiteY44889"/>
              </a:cxn>
              <a:cxn ang="0">
                <a:pos x="connsiteX44890" y="connsiteY44890"/>
              </a:cxn>
              <a:cxn ang="0">
                <a:pos x="connsiteX44891" y="connsiteY44891"/>
              </a:cxn>
              <a:cxn ang="0">
                <a:pos x="connsiteX44892" y="connsiteY44892"/>
              </a:cxn>
              <a:cxn ang="0">
                <a:pos x="connsiteX44893" y="connsiteY44893"/>
              </a:cxn>
              <a:cxn ang="0">
                <a:pos x="connsiteX44894" y="connsiteY44894"/>
              </a:cxn>
              <a:cxn ang="0">
                <a:pos x="connsiteX44895" y="connsiteY44895"/>
              </a:cxn>
              <a:cxn ang="0">
                <a:pos x="connsiteX44896" y="connsiteY44896"/>
              </a:cxn>
              <a:cxn ang="0">
                <a:pos x="connsiteX44897" y="connsiteY44897"/>
              </a:cxn>
              <a:cxn ang="0">
                <a:pos x="connsiteX44898" y="connsiteY44898"/>
              </a:cxn>
              <a:cxn ang="0">
                <a:pos x="connsiteX44899" y="connsiteY44899"/>
              </a:cxn>
              <a:cxn ang="0">
                <a:pos x="connsiteX44900" y="connsiteY44900"/>
              </a:cxn>
              <a:cxn ang="0">
                <a:pos x="connsiteX44901" y="connsiteY44901"/>
              </a:cxn>
              <a:cxn ang="0">
                <a:pos x="connsiteX44902" y="connsiteY44902"/>
              </a:cxn>
              <a:cxn ang="0">
                <a:pos x="connsiteX44903" y="connsiteY44903"/>
              </a:cxn>
              <a:cxn ang="0">
                <a:pos x="connsiteX44904" y="connsiteY44904"/>
              </a:cxn>
              <a:cxn ang="0">
                <a:pos x="connsiteX44905" y="connsiteY44905"/>
              </a:cxn>
              <a:cxn ang="0">
                <a:pos x="connsiteX44906" y="connsiteY44906"/>
              </a:cxn>
              <a:cxn ang="0">
                <a:pos x="connsiteX44907" y="connsiteY44907"/>
              </a:cxn>
              <a:cxn ang="0">
                <a:pos x="connsiteX44908" y="connsiteY44908"/>
              </a:cxn>
              <a:cxn ang="0">
                <a:pos x="connsiteX44909" y="connsiteY44909"/>
              </a:cxn>
              <a:cxn ang="0">
                <a:pos x="connsiteX44910" y="connsiteY44910"/>
              </a:cxn>
              <a:cxn ang="0">
                <a:pos x="connsiteX44911" y="connsiteY44911"/>
              </a:cxn>
              <a:cxn ang="0">
                <a:pos x="connsiteX44912" y="connsiteY44912"/>
              </a:cxn>
              <a:cxn ang="0">
                <a:pos x="connsiteX44913" y="connsiteY44913"/>
              </a:cxn>
              <a:cxn ang="0">
                <a:pos x="connsiteX44914" y="connsiteY44914"/>
              </a:cxn>
              <a:cxn ang="0">
                <a:pos x="connsiteX44915" y="connsiteY44915"/>
              </a:cxn>
              <a:cxn ang="0">
                <a:pos x="connsiteX44916" y="connsiteY44916"/>
              </a:cxn>
              <a:cxn ang="0">
                <a:pos x="connsiteX44917" y="connsiteY44917"/>
              </a:cxn>
              <a:cxn ang="0">
                <a:pos x="connsiteX44918" y="connsiteY44918"/>
              </a:cxn>
              <a:cxn ang="0">
                <a:pos x="connsiteX44919" y="connsiteY44919"/>
              </a:cxn>
              <a:cxn ang="0">
                <a:pos x="connsiteX44920" y="connsiteY44920"/>
              </a:cxn>
              <a:cxn ang="0">
                <a:pos x="connsiteX44921" y="connsiteY44921"/>
              </a:cxn>
              <a:cxn ang="0">
                <a:pos x="connsiteX44922" y="connsiteY44922"/>
              </a:cxn>
              <a:cxn ang="0">
                <a:pos x="connsiteX44923" y="connsiteY44923"/>
              </a:cxn>
              <a:cxn ang="0">
                <a:pos x="connsiteX44924" y="connsiteY44924"/>
              </a:cxn>
              <a:cxn ang="0">
                <a:pos x="connsiteX44925" y="connsiteY44925"/>
              </a:cxn>
              <a:cxn ang="0">
                <a:pos x="connsiteX44926" y="connsiteY44926"/>
              </a:cxn>
              <a:cxn ang="0">
                <a:pos x="connsiteX44927" y="connsiteY44927"/>
              </a:cxn>
              <a:cxn ang="0">
                <a:pos x="connsiteX44928" y="connsiteY44928"/>
              </a:cxn>
              <a:cxn ang="0">
                <a:pos x="connsiteX44929" y="connsiteY44929"/>
              </a:cxn>
              <a:cxn ang="0">
                <a:pos x="connsiteX44930" y="connsiteY44930"/>
              </a:cxn>
              <a:cxn ang="0">
                <a:pos x="connsiteX44931" y="connsiteY44931"/>
              </a:cxn>
              <a:cxn ang="0">
                <a:pos x="connsiteX44932" y="connsiteY44932"/>
              </a:cxn>
              <a:cxn ang="0">
                <a:pos x="connsiteX44933" y="connsiteY44933"/>
              </a:cxn>
              <a:cxn ang="0">
                <a:pos x="connsiteX44934" y="connsiteY44934"/>
              </a:cxn>
              <a:cxn ang="0">
                <a:pos x="connsiteX44935" y="connsiteY44935"/>
              </a:cxn>
              <a:cxn ang="0">
                <a:pos x="connsiteX44936" y="connsiteY44936"/>
              </a:cxn>
              <a:cxn ang="0">
                <a:pos x="connsiteX44937" y="connsiteY44937"/>
              </a:cxn>
              <a:cxn ang="0">
                <a:pos x="connsiteX44938" y="connsiteY44938"/>
              </a:cxn>
              <a:cxn ang="0">
                <a:pos x="connsiteX44939" y="connsiteY44939"/>
              </a:cxn>
              <a:cxn ang="0">
                <a:pos x="connsiteX44940" y="connsiteY44940"/>
              </a:cxn>
              <a:cxn ang="0">
                <a:pos x="connsiteX44941" y="connsiteY44941"/>
              </a:cxn>
              <a:cxn ang="0">
                <a:pos x="connsiteX44942" y="connsiteY44942"/>
              </a:cxn>
              <a:cxn ang="0">
                <a:pos x="connsiteX44943" y="connsiteY44943"/>
              </a:cxn>
              <a:cxn ang="0">
                <a:pos x="connsiteX44944" y="connsiteY44944"/>
              </a:cxn>
              <a:cxn ang="0">
                <a:pos x="connsiteX44945" y="connsiteY44945"/>
              </a:cxn>
              <a:cxn ang="0">
                <a:pos x="connsiteX44946" y="connsiteY44946"/>
              </a:cxn>
              <a:cxn ang="0">
                <a:pos x="connsiteX44947" y="connsiteY44947"/>
              </a:cxn>
              <a:cxn ang="0">
                <a:pos x="connsiteX44948" y="connsiteY44948"/>
              </a:cxn>
              <a:cxn ang="0">
                <a:pos x="connsiteX44949" y="connsiteY44949"/>
              </a:cxn>
              <a:cxn ang="0">
                <a:pos x="connsiteX44950" y="connsiteY44950"/>
              </a:cxn>
              <a:cxn ang="0">
                <a:pos x="connsiteX44951" y="connsiteY44951"/>
              </a:cxn>
              <a:cxn ang="0">
                <a:pos x="connsiteX44952" y="connsiteY44952"/>
              </a:cxn>
              <a:cxn ang="0">
                <a:pos x="connsiteX44953" y="connsiteY44953"/>
              </a:cxn>
              <a:cxn ang="0">
                <a:pos x="connsiteX44954" y="connsiteY44954"/>
              </a:cxn>
              <a:cxn ang="0">
                <a:pos x="connsiteX44955" y="connsiteY44955"/>
              </a:cxn>
              <a:cxn ang="0">
                <a:pos x="connsiteX44956" y="connsiteY44956"/>
              </a:cxn>
              <a:cxn ang="0">
                <a:pos x="connsiteX44957" y="connsiteY44957"/>
              </a:cxn>
              <a:cxn ang="0">
                <a:pos x="connsiteX44958" y="connsiteY44958"/>
              </a:cxn>
              <a:cxn ang="0">
                <a:pos x="connsiteX44959" y="connsiteY44959"/>
              </a:cxn>
              <a:cxn ang="0">
                <a:pos x="connsiteX44960" y="connsiteY44960"/>
              </a:cxn>
              <a:cxn ang="0">
                <a:pos x="connsiteX44961" y="connsiteY44961"/>
              </a:cxn>
              <a:cxn ang="0">
                <a:pos x="connsiteX44962" y="connsiteY44962"/>
              </a:cxn>
              <a:cxn ang="0">
                <a:pos x="connsiteX44963" y="connsiteY44963"/>
              </a:cxn>
              <a:cxn ang="0">
                <a:pos x="connsiteX44964" y="connsiteY44964"/>
              </a:cxn>
              <a:cxn ang="0">
                <a:pos x="connsiteX44965" y="connsiteY44965"/>
              </a:cxn>
              <a:cxn ang="0">
                <a:pos x="connsiteX44966" y="connsiteY44966"/>
              </a:cxn>
              <a:cxn ang="0">
                <a:pos x="connsiteX44967" y="connsiteY44967"/>
              </a:cxn>
              <a:cxn ang="0">
                <a:pos x="connsiteX44968" y="connsiteY44968"/>
              </a:cxn>
              <a:cxn ang="0">
                <a:pos x="connsiteX44969" y="connsiteY44969"/>
              </a:cxn>
              <a:cxn ang="0">
                <a:pos x="connsiteX44970" y="connsiteY44970"/>
              </a:cxn>
              <a:cxn ang="0">
                <a:pos x="connsiteX44971" y="connsiteY44971"/>
              </a:cxn>
              <a:cxn ang="0">
                <a:pos x="connsiteX44972" y="connsiteY44972"/>
              </a:cxn>
              <a:cxn ang="0">
                <a:pos x="connsiteX44973" y="connsiteY44973"/>
              </a:cxn>
              <a:cxn ang="0">
                <a:pos x="connsiteX44974" y="connsiteY44974"/>
              </a:cxn>
              <a:cxn ang="0">
                <a:pos x="connsiteX44975" y="connsiteY44975"/>
              </a:cxn>
              <a:cxn ang="0">
                <a:pos x="connsiteX44976" y="connsiteY44976"/>
              </a:cxn>
              <a:cxn ang="0">
                <a:pos x="connsiteX44977" y="connsiteY44977"/>
              </a:cxn>
              <a:cxn ang="0">
                <a:pos x="connsiteX44978" y="connsiteY44978"/>
              </a:cxn>
              <a:cxn ang="0">
                <a:pos x="connsiteX44979" y="connsiteY44979"/>
              </a:cxn>
              <a:cxn ang="0">
                <a:pos x="connsiteX44980" y="connsiteY44980"/>
              </a:cxn>
              <a:cxn ang="0">
                <a:pos x="connsiteX44981" y="connsiteY44981"/>
              </a:cxn>
              <a:cxn ang="0">
                <a:pos x="connsiteX44982" y="connsiteY44982"/>
              </a:cxn>
              <a:cxn ang="0">
                <a:pos x="connsiteX44983" y="connsiteY44983"/>
              </a:cxn>
              <a:cxn ang="0">
                <a:pos x="connsiteX44984" y="connsiteY44984"/>
              </a:cxn>
              <a:cxn ang="0">
                <a:pos x="connsiteX44985" y="connsiteY44985"/>
              </a:cxn>
              <a:cxn ang="0">
                <a:pos x="connsiteX44986" y="connsiteY44986"/>
              </a:cxn>
              <a:cxn ang="0">
                <a:pos x="connsiteX44987" y="connsiteY44987"/>
              </a:cxn>
              <a:cxn ang="0">
                <a:pos x="connsiteX44988" y="connsiteY44988"/>
              </a:cxn>
              <a:cxn ang="0">
                <a:pos x="connsiteX44989" y="connsiteY44989"/>
              </a:cxn>
              <a:cxn ang="0">
                <a:pos x="connsiteX44990" y="connsiteY44990"/>
              </a:cxn>
              <a:cxn ang="0">
                <a:pos x="connsiteX44991" y="connsiteY44991"/>
              </a:cxn>
              <a:cxn ang="0">
                <a:pos x="connsiteX44992" y="connsiteY44992"/>
              </a:cxn>
              <a:cxn ang="0">
                <a:pos x="connsiteX44993" y="connsiteY44993"/>
              </a:cxn>
              <a:cxn ang="0">
                <a:pos x="connsiteX44994" y="connsiteY44994"/>
              </a:cxn>
              <a:cxn ang="0">
                <a:pos x="connsiteX44995" y="connsiteY44995"/>
              </a:cxn>
              <a:cxn ang="0">
                <a:pos x="connsiteX44996" y="connsiteY44996"/>
              </a:cxn>
              <a:cxn ang="0">
                <a:pos x="connsiteX44997" y="connsiteY44997"/>
              </a:cxn>
              <a:cxn ang="0">
                <a:pos x="connsiteX44998" y="connsiteY44998"/>
              </a:cxn>
              <a:cxn ang="0">
                <a:pos x="connsiteX44999" y="connsiteY44999"/>
              </a:cxn>
              <a:cxn ang="0">
                <a:pos x="connsiteX45000" y="connsiteY45000"/>
              </a:cxn>
              <a:cxn ang="0">
                <a:pos x="connsiteX45001" y="connsiteY45001"/>
              </a:cxn>
              <a:cxn ang="0">
                <a:pos x="connsiteX45002" y="connsiteY45002"/>
              </a:cxn>
              <a:cxn ang="0">
                <a:pos x="connsiteX45003" y="connsiteY45003"/>
              </a:cxn>
              <a:cxn ang="0">
                <a:pos x="connsiteX45004" y="connsiteY45004"/>
              </a:cxn>
              <a:cxn ang="0">
                <a:pos x="connsiteX45005" y="connsiteY45005"/>
              </a:cxn>
              <a:cxn ang="0">
                <a:pos x="connsiteX45006" y="connsiteY45006"/>
              </a:cxn>
              <a:cxn ang="0">
                <a:pos x="connsiteX45007" y="connsiteY45007"/>
              </a:cxn>
              <a:cxn ang="0">
                <a:pos x="connsiteX45008" y="connsiteY45008"/>
              </a:cxn>
              <a:cxn ang="0">
                <a:pos x="connsiteX45009" y="connsiteY45009"/>
              </a:cxn>
              <a:cxn ang="0">
                <a:pos x="connsiteX45010" y="connsiteY45010"/>
              </a:cxn>
              <a:cxn ang="0">
                <a:pos x="connsiteX45011" y="connsiteY45011"/>
              </a:cxn>
              <a:cxn ang="0">
                <a:pos x="connsiteX45012" y="connsiteY45012"/>
              </a:cxn>
              <a:cxn ang="0">
                <a:pos x="connsiteX45013" y="connsiteY45013"/>
              </a:cxn>
              <a:cxn ang="0">
                <a:pos x="connsiteX45014" y="connsiteY45014"/>
              </a:cxn>
              <a:cxn ang="0">
                <a:pos x="connsiteX45015" y="connsiteY45015"/>
              </a:cxn>
              <a:cxn ang="0">
                <a:pos x="connsiteX45016" y="connsiteY45016"/>
              </a:cxn>
              <a:cxn ang="0">
                <a:pos x="connsiteX45017" y="connsiteY45017"/>
              </a:cxn>
              <a:cxn ang="0">
                <a:pos x="connsiteX45018" y="connsiteY45018"/>
              </a:cxn>
              <a:cxn ang="0">
                <a:pos x="connsiteX45019" y="connsiteY45019"/>
              </a:cxn>
              <a:cxn ang="0">
                <a:pos x="connsiteX45020" y="connsiteY45020"/>
              </a:cxn>
              <a:cxn ang="0">
                <a:pos x="connsiteX45021" y="connsiteY45021"/>
              </a:cxn>
              <a:cxn ang="0">
                <a:pos x="connsiteX45022" y="connsiteY45022"/>
              </a:cxn>
              <a:cxn ang="0">
                <a:pos x="connsiteX45023" y="connsiteY45023"/>
              </a:cxn>
              <a:cxn ang="0">
                <a:pos x="connsiteX45024" y="connsiteY45024"/>
              </a:cxn>
              <a:cxn ang="0">
                <a:pos x="connsiteX45025" y="connsiteY45025"/>
              </a:cxn>
              <a:cxn ang="0">
                <a:pos x="connsiteX45026" y="connsiteY45026"/>
              </a:cxn>
              <a:cxn ang="0">
                <a:pos x="connsiteX45027" y="connsiteY45027"/>
              </a:cxn>
              <a:cxn ang="0">
                <a:pos x="connsiteX45028" y="connsiteY45028"/>
              </a:cxn>
              <a:cxn ang="0">
                <a:pos x="connsiteX45029" y="connsiteY45029"/>
              </a:cxn>
              <a:cxn ang="0">
                <a:pos x="connsiteX45030" y="connsiteY45030"/>
              </a:cxn>
              <a:cxn ang="0">
                <a:pos x="connsiteX45031" y="connsiteY45031"/>
              </a:cxn>
              <a:cxn ang="0">
                <a:pos x="connsiteX45032" y="connsiteY45032"/>
              </a:cxn>
              <a:cxn ang="0">
                <a:pos x="connsiteX45033" y="connsiteY45033"/>
              </a:cxn>
              <a:cxn ang="0">
                <a:pos x="connsiteX45034" y="connsiteY45034"/>
              </a:cxn>
              <a:cxn ang="0">
                <a:pos x="connsiteX45035" y="connsiteY45035"/>
              </a:cxn>
              <a:cxn ang="0">
                <a:pos x="connsiteX45036" y="connsiteY45036"/>
              </a:cxn>
              <a:cxn ang="0">
                <a:pos x="connsiteX45037" y="connsiteY45037"/>
              </a:cxn>
              <a:cxn ang="0">
                <a:pos x="connsiteX45038" y="connsiteY45038"/>
              </a:cxn>
              <a:cxn ang="0">
                <a:pos x="connsiteX45039" y="connsiteY45039"/>
              </a:cxn>
              <a:cxn ang="0">
                <a:pos x="connsiteX45040" y="connsiteY45040"/>
              </a:cxn>
              <a:cxn ang="0">
                <a:pos x="connsiteX45041" y="connsiteY45041"/>
              </a:cxn>
              <a:cxn ang="0">
                <a:pos x="connsiteX45042" y="connsiteY45042"/>
              </a:cxn>
              <a:cxn ang="0">
                <a:pos x="connsiteX45043" y="connsiteY45043"/>
              </a:cxn>
              <a:cxn ang="0">
                <a:pos x="connsiteX45044" y="connsiteY45044"/>
              </a:cxn>
              <a:cxn ang="0">
                <a:pos x="connsiteX45045" y="connsiteY45045"/>
              </a:cxn>
              <a:cxn ang="0">
                <a:pos x="connsiteX45046" y="connsiteY45046"/>
              </a:cxn>
              <a:cxn ang="0">
                <a:pos x="connsiteX45047" y="connsiteY45047"/>
              </a:cxn>
              <a:cxn ang="0">
                <a:pos x="connsiteX45048" y="connsiteY45048"/>
              </a:cxn>
              <a:cxn ang="0">
                <a:pos x="connsiteX45049" y="connsiteY45049"/>
              </a:cxn>
              <a:cxn ang="0">
                <a:pos x="connsiteX45050" y="connsiteY45050"/>
              </a:cxn>
              <a:cxn ang="0">
                <a:pos x="connsiteX45051" y="connsiteY45051"/>
              </a:cxn>
              <a:cxn ang="0">
                <a:pos x="connsiteX45052" y="connsiteY45052"/>
              </a:cxn>
              <a:cxn ang="0">
                <a:pos x="connsiteX45053" y="connsiteY45053"/>
              </a:cxn>
              <a:cxn ang="0">
                <a:pos x="connsiteX45054" y="connsiteY45054"/>
              </a:cxn>
              <a:cxn ang="0">
                <a:pos x="connsiteX45055" y="connsiteY45055"/>
              </a:cxn>
              <a:cxn ang="0">
                <a:pos x="connsiteX45056" y="connsiteY45056"/>
              </a:cxn>
              <a:cxn ang="0">
                <a:pos x="connsiteX45057" y="connsiteY45057"/>
              </a:cxn>
              <a:cxn ang="0">
                <a:pos x="connsiteX45058" y="connsiteY45058"/>
              </a:cxn>
              <a:cxn ang="0">
                <a:pos x="connsiteX45059" y="connsiteY45059"/>
              </a:cxn>
              <a:cxn ang="0">
                <a:pos x="connsiteX45060" y="connsiteY45060"/>
              </a:cxn>
              <a:cxn ang="0">
                <a:pos x="connsiteX45061" y="connsiteY45061"/>
              </a:cxn>
              <a:cxn ang="0">
                <a:pos x="connsiteX45062" y="connsiteY45062"/>
              </a:cxn>
              <a:cxn ang="0">
                <a:pos x="connsiteX45063" y="connsiteY45063"/>
              </a:cxn>
              <a:cxn ang="0">
                <a:pos x="connsiteX45064" y="connsiteY45064"/>
              </a:cxn>
              <a:cxn ang="0">
                <a:pos x="connsiteX45065" y="connsiteY45065"/>
              </a:cxn>
              <a:cxn ang="0">
                <a:pos x="connsiteX45066" y="connsiteY45066"/>
              </a:cxn>
              <a:cxn ang="0">
                <a:pos x="connsiteX45067" y="connsiteY45067"/>
              </a:cxn>
              <a:cxn ang="0">
                <a:pos x="connsiteX45068" y="connsiteY45068"/>
              </a:cxn>
              <a:cxn ang="0">
                <a:pos x="connsiteX45069" y="connsiteY45069"/>
              </a:cxn>
              <a:cxn ang="0">
                <a:pos x="connsiteX45070" y="connsiteY45070"/>
              </a:cxn>
              <a:cxn ang="0">
                <a:pos x="connsiteX45071" y="connsiteY45071"/>
              </a:cxn>
              <a:cxn ang="0">
                <a:pos x="connsiteX45072" y="connsiteY45072"/>
              </a:cxn>
              <a:cxn ang="0">
                <a:pos x="connsiteX45073" y="connsiteY45073"/>
              </a:cxn>
              <a:cxn ang="0">
                <a:pos x="connsiteX45074" y="connsiteY45074"/>
              </a:cxn>
              <a:cxn ang="0">
                <a:pos x="connsiteX45075" y="connsiteY45075"/>
              </a:cxn>
              <a:cxn ang="0">
                <a:pos x="connsiteX45076" y="connsiteY45076"/>
              </a:cxn>
              <a:cxn ang="0">
                <a:pos x="connsiteX45077" y="connsiteY45077"/>
              </a:cxn>
              <a:cxn ang="0">
                <a:pos x="connsiteX45078" y="connsiteY45078"/>
              </a:cxn>
              <a:cxn ang="0">
                <a:pos x="connsiteX45079" y="connsiteY45079"/>
              </a:cxn>
              <a:cxn ang="0">
                <a:pos x="connsiteX45080" y="connsiteY45080"/>
              </a:cxn>
              <a:cxn ang="0">
                <a:pos x="connsiteX45081" y="connsiteY45081"/>
              </a:cxn>
              <a:cxn ang="0">
                <a:pos x="connsiteX45082" y="connsiteY45082"/>
              </a:cxn>
              <a:cxn ang="0">
                <a:pos x="connsiteX45083" y="connsiteY45083"/>
              </a:cxn>
              <a:cxn ang="0">
                <a:pos x="connsiteX45084" y="connsiteY45084"/>
              </a:cxn>
              <a:cxn ang="0">
                <a:pos x="connsiteX45085" y="connsiteY45085"/>
              </a:cxn>
              <a:cxn ang="0">
                <a:pos x="connsiteX45086" y="connsiteY45086"/>
              </a:cxn>
              <a:cxn ang="0">
                <a:pos x="connsiteX45087" y="connsiteY45087"/>
              </a:cxn>
              <a:cxn ang="0">
                <a:pos x="connsiteX45088" y="connsiteY45088"/>
              </a:cxn>
              <a:cxn ang="0">
                <a:pos x="connsiteX45089" y="connsiteY45089"/>
              </a:cxn>
              <a:cxn ang="0">
                <a:pos x="connsiteX45090" y="connsiteY45090"/>
              </a:cxn>
              <a:cxn ang="0">
                <a:pos x="connsiteX45091" y="connsiteY45091"/>
              </a:cxn>
              <a:cxn ang="0">
                <a:pos x="connsiteX45092" y="connsiteY45092"/>
              </a:cxn>
              <a:cxn ang="0">
                <a:pos x="connsiteX45093" y="connsiteY45093"/>
              </a:cxn>
              <a:cxn ang="0">
                <a:pos x="connsiteX45094" y="connsiteY45094"/>
              </a:cxn>
              <a:cxn ang="0">
                <a:pos x="connsiteX45095" y="connsiteY45095"/>
              </a:cxn>
              <a:cxn ang="0">
                <a:pos x="connsiteX45096" y="connsiteY45096"/>
              </a:cxn>
              <a:cxn ang="0">
                <a:pos x="connsiteX45097" y="connsiteY45097"/>
              </a:cxn>
              <a:cxn ang="0">
                <a:pos x="connsiteX45098" y="connsiteY45098"/>
              </a:cxn>
              <a:cxn ang="0">
                <a:pos x="connsiteX45099" y="connsiteY45099"/>
              </a:cxn>
              <a:cxn ang="0">
                <a:pos x="connsiteX45100" y="connsiteY45100"/>
              </a:cxn>
              <a:cxn ang="0">
                <a:pos x="connsiteX45101" y="connsiteY45101"/>
              </a:cxn>
              <a:cxn ang="0">
                <a:pos x="connsiteX45102" y="connsiteY45102"/>
              </a:cxn>
              <a:cxn ang="0">
                <a:pos x="connsiteX45103" y="connsiteY45103"/>
              </a:cxn>
              <a:cxn ang="0">
                <a:pos x="connsiteX45104" y="connsiteY45104"/>
              </a:cxn>
              <a:cxn ang="0">
                <a:pos x="connsiteX45105" y="connsiteY45105"/>
              </a:cxn>
              <a:cxn ang="0">
                <a:pos x="connsiteX45106" y="connsiteY45106"/>
              </a:cxn>
              <a:cxn ang="0">
                <a:pos x="connsiteX45107" y="connsiteY45107"/>
              </a:cxn>
              <a:cxn ang="0">
                <a:pos x="connsiteX45108" y="connsiteY45108"/>
              </a:cxn>
              <a:cxn ang="0">
                <a:pos x="connsiteX45109" y="connsiteY45109"/>
              </a:cxn>
              <a:cxn ang="0">
                <a:pos x="connsiteX45110" y="connsiteY45110"/>
              </a:cxn>
              <a:cxn ang="0">
                <a:pos x="connsiteX45111" y="connsiteY45111"/>
              </a:cxn>
              <a:cxn ang="0">
                <a:pos x="connsiteX45112" y="connsiteY45112"/>
              </a:cxn>
              <a:cxn ang="0">
                <a:pos x="connsiteX45113" y="connsiteY45113"/>
              </a:cxn>
              <a:cxn ang="0">
                <a:pos x="connsiteX45114" y="connsiteY45114"/>
              </a:cxn>
              <a:cxn ang="0">
                <a:pos x="connsiteX45115" y="connsiteY45115"/>
              </a:cxn>
              <a:cxn ang="0">
                <a:pos x="connsiteX45116" y="connsiteY45116"/>
              </a:cxn>
              <a:cxn ang="0">
                <a:pos x="connsiteX45117" y="connsiteY45117"/>
              </a:cxn>
              <a:cxn ang="0">
                <a:pos x="connsiteX45118" y="connsiteY45118"/>
              </a:cxn>
              <a:cxn ang="0">
                <a:pos x="connsiteX45119" y="connsiteY45119"/>
              </a:cxn>
              <a:cxn ang="0">
                <a:pos x="connsiteX45120" y="connsiteY45120"/>
              </a:cxn>
              <a:cxn ang="0">
                <a:pos x="connsiteX45121" y="connsiteY45121"/>
              </a:cxn>
              <a:cxn ang="0">
                <a:pos x="connsiteX45122" y="connsiteY45122"/>
              </a:cxn>
              <a:cxn ang="0">
                <a:pos x="connsiteX45123" y="connsiteY45123"/>
              </a:cxn>
              <a:cxn ang="0">
                <a:pos x="connsiteX45124" y="connsiteY45124"/>
              </a:cxn>
              <a:cxn ang="0">
                <a:pos x="connsiteX45125" y="connsiteY45125"/>
              </a:cxn>
              <a:cxn ang="0">
                <a:pos x="connsiteX45126" y="connsiteY45126"/>
              </a:cxn>
              <a:cxn ang="0">
                <a:pos x="connsiteX45127" y="connsiteY45127"/>
              </a:cxn>
              <a:cxn ang="0">
                <a:pos x="connsiteX45128" y="connsiteY45128"/>
              </a:cxn>
              <a:cxn ang="0">
                <a:pos x="connsiteX45129" y="connsiteY45129"/>
              </a:cxn>
              <a:cxn ang="0">
                <a:pos x="connsiteX45130" y="connsiteY45130"/>
              </a:cxn>
              <a:cxn ang="0">
                <a:pos x="connsiteX45131" y="connsiteY45131"/>
              </a:cxn>
              <a:cxn ang="0">
                <a:pos x="connsiteX45132" y="connsiteY45132"/>
              </a:cxn>
              <a:cxn ang="0">
                <a:pos x="connsiteX45133" y="connsiteY45133"/>
              </a:cxn>
              <a:cxn ang="0">
                <a:pos x="connsiteX45134" y="connsiteY45134"/>
              </a:cxn>
              <a:cxn ang="0">
                <a:pos x="connsiteX45135" y="connsiteY45135"/>
              </a:cxn>
              <a:cxn ang="0">
                <a:pos x="connsiteX45136" y="connsiteY45136"/>
              </a:cxn>
              <a:cxn ang="0">
                <a:pos x="connsiteX45137" y="connsiteY45137"/>
              </a:cxn>
              <a:cxn ang="0">
                <a:pos x="connsiteX45138" y="connsiteY45138"/>
              </a:cxn>
              <a:cxn ang="0">
                <a:pos x="connsiteX45139" y="connsiteY45139"/>
              </a:cxn>
              <a:cxn ang="0">
                <a:pos x="connsiteX45140" y="connsiteY45140"/>
              </a:cxn>
              <a:cxn ang="0">
                <a:pos x="connsiteX45141" y="connsiteY45141"/>
              </a:cxn>
              <a:cxn ang="0">
                <a:pos x="connsiteX45142" y="connsiteY45142"/>
              </a:cxn>
              <a:cxn ang="0">
                <a:pos x="connsiteX45143" y="connsiteY45143"/>
              </a:cxn>
              <a:cxn ang="0">
                <a:pos x="connsiteX45144" y="connsiteY45144"/>
              </a:cxn>
              <a:cxn ang="0">
                <a:pos x="connsiteX45145" y="connsiteY45145"/>
              </a:cxn>
              <a:cxn ang="0">
                <a:pos x="connsiteX45146" y="connsiteY45146"/>
              </a:cxn>
              <a:cxn ang="0">
                <a:pos x="connsiteX45147" y="connsiteY45147"/>
              </a:cxn>
              <a:cxn ang="0">
                <a:pos x="connsiteX45148" y="connsiteY45148"/>
              </a:cxn>
              <a:cxn ang="0">
                <a:pos x="connsiteX45149" y="connsiteY45149"/>
              </a:cxn>
              <a:cxn ang="0">
                <a:pos x="connsiteX45150" y="connsiteY45150"/>
              </a:cxn>
              <a:cxn ang="0">
                <a:pos x="connsiteX45151" y="connsiteY45151"/>
              </a:cxn>
              <a:cxn ang="0">
                <a:pos x="connsiteX45152" y="connsiteY45152"/>
              </a:cxn>
              <a:cxn ang="0">
                <a:pos x="connsiteX45153" y="connsiteY45153"/>
              </a:cxn>
              <a:cxn ang="0">
                <a:pos x="connsiteX45154" y="connsiteY45154"/>
              </a:cxn>
              <a:cxn ang="0">
                <a:pos x="connsiteX45155" y="connsiteY45155"/>
              </a:cxn>
              <a:cxn ang="0">
                <a:pos x="connsiteX45156" y="connsiteY45156"/>
              </a:cxn>
              <a:cxn ang="0">
                <a:pos x="connsiteX45157" y="connsiteY45157"/>
              </a:cxn>
              <a:cxn ang="0">
                <a:pos x="connsiteX45158" y="connsiteY45158"/>
              </a:cxn>
              <a:cxn ang="0">
                <a:pos x="connsiteX45159" y="connsiteY45159"/>
              </a:cxn>
              <a:cxn ang="0">
                <a:pos x="connsiteX45160" y="connsiteY45160"/>
              </a:cxn>
              <a:cxn ang="0">
                <a:pos x="connsiteX45161" y="connsiteY45161"/>
              </a:cxn>
              <a:cxn ang="0">
                <a:pos x="connsiteX45162" y="connsiteY45162"/>
              </a:cxn>
              <a:cxn ang="0">
                <a:pos x="connsiteX45163" y="connsiteY45163"/>
              </a:cxn>
              <a:cxn ang="0">
                <a:pos x="connsiteX45164" y="connsiteY45164"/>
              </a:cxn>
              <a:cxn ang="0">
                <a:pos x="connsiteX45165" y="connsiteY45165"/>
              </a:cxn>
              <a:cxn ang="0">
                <a:pos x="connsiteX45166" y="connsiteY45166"/>
              </a:cxn>
              <a:cxn ang="0">
                <a:pos x="connsiteX45167" y="connsiteY45167"/>
              </a:cxn>
              <a:cxn ang="0">
                <a:pos x="connsiteX45168" y="connsiteY45168"/>
              </a:cxn>
              <a:cxn ang="0">
                <a:pos x="connsiteX45169" y="connsiteY45169"/>
              </a:cxn>
              <a:cxn ang="0">
                <a:pos x="connsiteX45170" y="connsiteY45170"/>
              </a:cxn>
              <a:cxn ang="0">
                <a:pos x="connsiteX45171" y="connsiteY45171"/>
              </a:cxn>
              <a:cxn ang="0">
                <a:pos x="connsiteX45172" y="connsiteY45172"/>
              </a:cxn>
              <a:cxn ang="0">
                <a:pos x="connsiteX45173" y="connsiteY45173"/>
              </a:cxn>
              <a:cxn ang="0">
                <a:pos x="connsiteX45174" y="connsiteY45174"/>
              </a:cxn>
              <a:cxn ang="0">
                <a:pos x="connsiteX45175" y="connsiteY45175"/>
              </a:cxn>
              <a:cxn ang="0">
                <a:pos x="connsiteX45176" y="connsiteY45176"/>
              </a:cxn>
              <a:cxn ang="0">
                <a:pos x="connsiteX45177" y="connsiteY45177"/>
              </a:cxn>
              <a:cxn ang="0">
                <a:pos x="connsiteX45178" y="connsiteY45178"/>
              </a:cxn>
              <a:cxn ang="0">
                <a:pos x="connsiteX45179" y="connsiteY45179"/>
              </a:cxn>
              <a:cxn ang="0">
                <a:pos x="connsiteX45180" y="connsiteY45180"/>
              </a:cxn>
              <a:cxn ang="0">
                <a:pos x="connsiteX45181" y="connsiteY45181"/>
              </a:cxn>
              <a:cxn ang="0">
                <a:pos x="connsiteX45182" y="connsiteY45182"/>
              </a:cxn>
              <a:cxn ang="0">
                <a:pos x="connsiteX45183" y="connsiteY45183"/>
              </a:cxn>
              <a:cxn ang="0">
                <a:pos x="connsiteX45184" y="connsiteY45184"/>
              </a:cxn>
              <a:cxn ang="0">
                <a:pos x="connsiteX45185" y="connsiteY45185"/>
              </a:cxn>
              <a:cxn ang="0">
                <a:pos x="connsiteX45186" y="connsiteY45186"/>
              </a:cxn>
              <a:cxn ang="0">
                <a:pos x="connsiteX45187" y="connsiteY45187"/>
              </a:cxn>
              <a:cxn ang="0">
                <a:pos x="connsiteX45188" y="connsiteY45188"/>
              </a:cxn>
              <a:cxn ang="0">
                <a:pos x="connsiteX45189" y="connsiteY45189"/>
              </a:cxn>
              <a:cxn ang="0">
                <a:pos x="connsiteX45190" y="connsiteY45190"/>
              </a:cxn>
              <a:cxn ang="0">
                <a:pos x="connsiteX45191" y="connsiteY45191"/>
              </a:cxn>
              <a:cxn ang="0">
                <a:pos x="connsiteX45192" y="connsiteY45192"/>
              </a:cxn>
              <a:cxn ang="0">
                <a:pos x="connsiteX45193" y="connsiteY45193"/>
              </a:cxn>
              <a:cxn ang="0">
                <a:pos x="connsiteX45194" y="connsiteY45194"/>
              </a:cxn>
              <a:cxn ang="0">
                <a:pos x="connsiteX45195" y="connsiteY45195"/>
              </a:cxn>
              <a:cxn ang="0">
                <a:pos x="connsiteX45196" y="connsiteY45196"/>
              </a:cxn>
              <a:cxn ang="0">
                <a:pos x="connsiteX45197" y="connsiteY45197"/>
              </a:cxn>
              <a:cxn ang="0">
                <a:pos x="connsiteX45198" y="connsiteY45198"/>
              </a:cxn>
              <a:cxn ang="0">
                <a:pos x="connsiteX45199" y="connsiteY45199"/>
              </a:cxn>
              <a:cxn ang="0">
                <a:pos x="connsiteX45200" y="connsiteY45200"/>
              </a:cxn>
              <a:cxn ang="0">
                <a:pos x="connsiteX45201" y="connsiteY45201"/>
              </a:cxn>
              <a:cxn ang="0">
                <a:pos x="connsiteX45202" y="connsiteY45202"/>
              </a:cxn>
              <a:cxn ang="0">
                <a:pos x="connsiteX45203" y="connsiteY45203"/>
              </a:cxn>
              <a:cxn ang="0">
                <a:pos x="connsiteX45204" y="connsiteY45204"/>
              </a:cxn>
              <a:cxn ang="0">
                <a:pos x="connsiteX45205" y="connsiteY45205"/>
              </a:cxn>
              <a:cxn ang="0">
                <a:pos x="connsiteX45206" y="connsiteY45206"/>
              </a:cxn>
              <a:cxn ang="0">
                <a:pos x="connsiteX45207" y="connsiteY45207"/>
              </a:cxn>
              <a:cxn ang="0">
                <a:pos x="connsiteX45208" y="connsiteY45208"/>
              </a:cxn>
              <a:cxn ang="0">
                <a:pos x="connsiteX45209" y="connsiteY45209"/>
              </a:cxn>
              <a:cxn ang="0">
                <a:pos x="connsiteX45210" y="connsiteY45210"/>
              </a:cxn>
              <a:cxn ang="0">
                <a:pos x="connsiteX45211" y="connsiteY45211"/>
              </a:cxn>
              <a:cxn ang="0">
                <a:pos x="connsiteX45212" y="connsiteY45212"/>
              </a:cxn>
              <a:cxn ang="0">
                <a:pos x="connsiteX45213" y="connsiteY45213"/>
              </a:cxn>
              <a:cxn ang="0">
                <a:pos x="connsiteX45214" y="connsiteY45214"/>
              </a:cxn>
              <a:cxn ang="0">
                <a:pos x="connsiteX45215" y="connsiteY45215"/>
              </a:cxn>
              <a:cxn ang="0">
                <a:pos x="connsiteX45216" y="connsiteY45216"/>
              </a:cxn>
              <a:cxn ang="0">
                <a:pos x="connsiteX45217" y="connsiteY45217"/>
              </a:cxn>
              <a:cxn ang="0">
                <a:pos x="connsiteX45218" y="connsiteY45218"/>
              </a:cxn>
              <a:cxn ang="0">
                <a:pos x="connsiteX45219" y="connsiteY45219"/>
              </a:cxn>
              <a:cxn ang="0">
                <a:pos x="connsiteX45220" y="connsiteY45220"/>
              </a:cxn>
              <a:cxn ang="0">
                <a:pos x="connsiteX45221" y="connsiteY45221"/>
              </a:cxn>
              <a:cxn ang="0">
                <a:pos x="connsiteX45222" y="connsiteY45222"/>
              </a:cxn>
              <a:cxn ang="0">
                <a:pos x="connsiteX45223" y="connsiteY45223"/>
              </a:cxn>
              <a:cxn ang="0">
                <a:pos x="connsiteX45224" y="connsiteY45224"/>
              </a:cxn>
              <a:cxn ang="0">
                <a:pos x="connsiteX45225" y="connsiteY45225"/>
              </a:cxn>
              <a:cxn ang="0">
                <a:pos x="connsiteX45226" y="connsiteY45226"/>
              </a:cxn>
              <a:cxn ang="0">
                <a:pos x="connsiteX45227" y="connsiteY45227"/>
              </a:cxn>
              <a:cxn ang="0">
                <a:pos x="connsiteX45228" y="connsiteY45228"/>
              </a:cxn>
              <a:cxn ang="0">
                <a:pos x="connsiteX45229" y="connsiteY45229"/>
              </a:cxn>
              <a:cxn ang="0">
                <a:pos x="connsiteX45230" y="connsiteY45230"/>
              </a:cxn>
              <a:cxn ang="0">
                <a:pos x="connsiteX45231" y="connsiteY45231"/>
              </a:cxn>
              <a:cxn ang="0">
                <a:pos x="connsiteX45232" y="connsiteY45232"/>
              </a:cxn>
              <a:cxn ang="0">
                <a:pos x="connsiteX45233" y="connsiteY45233"/>
              </a:cxn>
              <a:cxn ang="0">
                <a:pos x="connsiteX45234" y="connsiteY45234"/>
              </a:cxn>
              <a:cxn ang="0">
                <a:pos x="connsiteX45235" y="connsiteY45235"/>
              </a:cxn>
              <a:cxn ang="0">
                <a:pos x="connsiteX45236" y="connsiteY45236"/>
              </a:cxn>
              <a:cxn ang="0">
                <a:pos x="connsiteX45237" y="connsiteY45237"/>
              </a:cxn>
              <a:cxn ang="0">
                <a:pos x="connsiteX45238" y="connsiteY45238"/>
              </a:cxn>
              <a:cxn ang="0">
                <a:pos x="connsiteX45239" y="connsiteY45239"/>
              </a:cxn>
              <a:cxn ang="0">
                <a:pos x="connsiteX45240" y="connsiteY45240"/>
              </a:cxn>
              <a:cxn ang="0">
                <a:pos x="connsiteX45241" y="connsiteY45241"/>
              </a:cxn>
              <a:cxn ang="0">
                <a:pos x="connsiteX45242" y="connsiteY45242"/>
              </a:cxn>
              <a:cxn ang="0">
                <a:pos x="connsiteX45243" y="connsiteY45243"/>
              </a:cxn>
              <a:cxn ang="0">
                <a:pos x="connsiteX45244" y="connsiteY45244"/>
              </a:cxn>
              <a:cxn ang="0">
                <a:pos x="connsiteX45245" y="connsiteY45245"/>
              </a:cxn>
              <a:cxn ang="0">
                <a:pos x="connsiteX45246" y="connsiteY45246"/>
              </a:cxn>
              <a:cxn ang="0">
                <a:pos x="connsiteX45247" y="connsiteY45247"/>
              </a:cxn>
              <a:cxn ang="0">
                <a:pos x="connsiteX45248" y="connsiteY45248"/>
              </a:cxn>
              <a:cxn ang="0">
                <a:pos x="connsiteX45249" y="connsiteY45249"/>
              </a:cxn>
              <a:cxn ang="0">
                <a:pos x="connsiteX45250" y="connsiteY45250"/>
              </a:cxn>
              <a:cxn ang="0">
                <a:pos x="connsiteX45251" y="connsiteY45251"/>
              </a:cxn>
              <a:cxn ang="0">
                <a:pos x="connsiteX45252" y="connsiteY45252"/>
              </a:cxn>
              <a:cxn ang="0">
                <a:pos x="connsiteX45253" y="connsiteY45253"/>
              </a:cxn>
              <a:cxn ang="0">
                <a:pos x="connsiteX45254" y="connsiteY45254"/>
              </a:cxn>
              <a:cxn ang="0">
                <a:pos x="connsiteX45255" y="connsiteY45255"/>
              </a:cxn>
              <a:cxn ang="0">
                <a:pos x="connsiteX45256" y="connsiteY45256"/>
              </a:cxn>
              <a:cxn ang="0">
                <a:pos x="connsiteX45257" y="connsiteY45257"/>
              </a:cxn>
              <a:cxn ang="0">
                <a:pos x="connsiteX45258" y="connsiteY45258"/>
              </a:cxn>
              <a:cxn ang="0">
                <a:pos x="connsiteX45259" y="connsiteY45259"/>
              </a:cxn>
              <a:cxn ang="0">
                <a:pos x="connsiteX45260" y="connsiteY45260"/>
              </a:cxn>
              <a:cxn ang="0">
                <a:pos x="connsiteX45261" y="connsiteY45261"/>
              </a:cxn>
              <a:cxn ang="0">
                <a:pos x="connsiteX45262" y="connsiteY45262"/>
              </a:cxn>
              <a:cxn ang="0">
                <a:pos x="connsiteX45263" y="connsiteY45263"/>
              </a:cxn>
              <a:cxn ang="0">
                <a:pos x="connsiteX45264" y="connsiteY45264"/>
              </a:cxn>
              <a:cxn ang="0">
                <a:pos x="connsiteX45265" y="connsiteY45265"/>
              </a:cxn>
              <a:cxn ang="0">
                <a:pos x="connsiteX45266" y="connsiteY45266"/>
              </a:cxn>
              <a:cxn ang="0">
                <a:pos x="connsiteX45267" y="connsiteY45267"/>
              </a:cxn>
              <a:cxn ang="0">
                <a:pos x="connsiteX45268" y="connsiteY45268"/>
              </a:cxn>
              <a:cxn ang="0">
                <a:pos x="connsiteX45269" y="connsiteY45269"/>
              </a:cxn>
              <a:cxn ang="0">
                <a:pos x="connsiteX45270" y="connsiteY45270"/>
              </a:cxn>
              <a:cxn ang="0">
                <a:pos x="connsiteX45271" y="connsiteY45271"/>
              </a:cxn>
              <a:cxn ang="0">
                <a:pos x="connsiteX45272" y="connsiteY45272"/>
              </a:cxn>
              <a:cxn ang="0">
                <a:pos x="connsiteX45273" y="connsiteY45273"/>
              </a:cxn>
              <a:cxn ang="0">
                <a:pos x="connsiteX45274" y="connsiteY45274"/>
              </a:cxn>
              <a:cxn ang="0">
                <a:pos x="connsiteX45275" y="connsiteY45275"/>
              </a:cxn>
              <a:cxn ang="0">
                <a:pos x="connsiteX45276" y="connsiteY45276"/>
              </a:cxn>
              <a:cxn ang="0">
                <a:pos x="connsiteX45277" y="connsiteY45277"/>
              </a:cxn>
              <a:cxn ang="0">
                <a:pos x="connsiteX45278" y="connsiteY45278"/>
              </a:cxn>
              <a:cxn ang="0">
                <a:pos x="connsiteX45279" y="connsiteY45279"/>
              </a:cxn>
              <a:cxn ang="0">
                <a:pos x="connsiteX45280" y="connsiteY45280"/>
              </a:cxn>
              <a:cxn ang="0">
                <a:pos x="connsiteX45281" y="connsiteY45281"/>
              </a:cxn>
              <a:cxn ang="0">
                <a:pos x="connsiteX45282" y="connsiteY45282"/>
              </a:cxn>
              <a:cxn ang="0">
                <a:pos x="connsiteX45283" y="connsiteY45283"/>
              </a:cxn>
              <a:cxn ang="0">
                <a:pos x="connsiteX45284" y="connsiteY45284"/>
              </a:cxn>
              <a:cxn ang="0">
                <a:pos x="connsiteX45285" y="connsiteY45285"/>
              </a:cxn>
              <a:cxn ang="0">
                <a:pos x="connsiteX45286" y="connsiteY45286"/>
              </a:cxn>
              <a:cxn ang="0">
                <a:pos x="connsiteX45287" y="connsiteY45287"/>
              </a:cxn>
              <a:cxn ang="0">
                <a:pos x="connsiteX45288" y="connsiteY45288"/>
              </a:cxn>
              <a:cxn ang="0">
                <a:pos x="connsiteX45289" y="connsiteY45289"/>
              </a:cxn>
              <a:cxn ang="0">
                <a:pos x="connsiteX45290" y="connsiteY45290"/>
              </a:cxn>
              <a:cxn ang="0">
                <a:pos x="connsiteX45291" y="connsiteY45291"/>
              </a:cxn>
              <a:cxn ang="0">
                <a:pos x="connsiteX45292" y="connsiteY45292"/>
              </a:cxn>
              <a:cxn ang="0">
                <a:pos x="connsiteX45293" y="connsiteY45293"/>
              </a:cxn>
              <a:cxn ang="0">
                <a:pos x="connsiteX45294" y="connsiteY45294"/>
              </a:cxn>
              <a:cxn ang="0">
                <a:pos x="connsiteX45295" y="connsiteY45295"/>
              </a:cxn>
              <a:cxn ang="0">
                <a:pos x="connsiteX45296" y="connsiteY45296"/>
              </a:cxn>
              <a:cxn ang="0">
                <a:pos x="connsiteX45297" y="connsiteY45297"/>
              </a:cxn>
              <a:cxn ang="0">
                <a:pos x="connsiteX45298" y="connsiteY45298"/>
              </a:cxn>
              <a:cxn ang="0">
                <a:pos x="connsiteX45299" y="connsiteY45299"/>
              </a:cxn>
              <a:cxn ang="0">
                <a:pos x="connsiteX45300" y="connsiteY45300"/>
              </a:cxn>
              <a:cxn ang="0">
                <a:pos x="connsiteX45301" y="connsiteY45301"/>
              </a:cxn>
              <a:cxn ang="0">
                <a:pos x="connsiteX45302" y="connsiteY45302"/>
              </a:cxn>
              <a:cxn ang="0">
                <a:pos x="connsiteX45303" y="connsiteY45303"/>
              </a:cxn>
              <a:cxn ang="0">
                <a:pos x="connsiteX45304" y="connsiteY45304"/>
              </a:cxn>
              <a:cxn ang="0">
                <a:pos x="connsiteX45305" y="connsiteY45305"/>
              </a:cxn>
              <a:cxn ang="0">
                <a:pos x="connsiteX45306" y="connsiteY45306"/>
              </a:cxn>
              <a:cxn ang="0">
                <a:pos x="connsiteX45307" y="connsiteY45307"/>
              </a:cxn>
              <a:cxn ang="0">
                <a:pos x="connsiteX45308" y="connsiteY45308"/>
              </a:cxn>
              <a:cxn ang="0">
                <a:pos x="connsiteX45309" y="connsiteY45309"/>
              </a:cxn>
              <a:cxn ang="0">
                <a:pos x="connsiteX45310" y="connsiteY45310"/>
              </a:cxn>
              <a:cxn ang="0">
                <a:pos x="connsiteX45311" y="connsiteY45311"/>
              </a:cxn>
              <a:cxn ang="0">
                <a:pos x="connsiteX45312" y="connsiteY45312"/>
              </a:cxn>
              <a:cxn ang="0">
                <a:pos x="connsiteX45313" y="connsiteY45313"/>
              </a:cxn>
              <a:cxn ang="0">
                <a:pos x="connsiteX45314" y="connsiteY45314"/>
              </a:cxn>
              <a:cxn ang="0">
                <a:pos x="connsiteX45315" y="connsiteY45315"/>
              </a:cxn>
              <a:cxn ang="0">
                <a:pos x="connsiteX45316" y="connsiteY45316"/>
              </a:cxn>
              <a:cxn ang="0">
                <a:pos x="connsiteX45317" y="connsiteY45317"/>
              </a:cxn>
              <a:cxn ang="0">
                <a:pos x="connsiteX45318" y="connsiteY45318"/>
              </a:cxn>
              <a:cxn ang="0">
                <a:pos x="connsiteX45319" y="connsiteY45319"/>
              </a:cxn>
              <a:cxn ang="0">
                <a:pos x="connsiteX45320" y="connsiteY45320"/>
              </a:cxn>
              <a:cxn ang="0">
                <a:pos x="connsiteX45321" y="connsiteY45321"/>
              </a:cxn>
              <a:cxn ang="0">
                <a:pos x="connsiteX45322" y="connsiteY45322"/>
              </a:cxn>
              <a:cxn ang="0">
                <a:pos x="connsiteX45323" y="connsiteY45323"/>
              </a:cxn>
              <a:cxn ang="0">
                <a:pos x="connsiteX45324" y="connsiteY45324"/>
              </a:cxn>
              <a:cxn ang="0">
                <a:pos x="connsiteX45325" y="connsiteY45325"/>
              </a:cxn>
              <a:cxn ang="0">
                <a:pos x="connsiteX45326" y="connsiteY45326"/>
              </a:cxn>
              <a:cxn ang="0">
                <a:pos x="connsiteX45327" y="connsiteY45327"/>
              </a:cxn>
              <a:cxn ang="0">
                <a:pos x="connsiteX45328" y="connsiteY45328"/>
              </a:cxn>
              <a:cxn ang="0">
                <a:pos x="connsiteX45329" y="connsiteY45329"/>
              </a:cxn>
              <a:cxn ang="0">
                <a:pos x="connsiteX45330" y="connsiteY45330"/>
              </a:cxn>
              <a:cxn ang="0">
                <a:pos x="connsiteX45331" y="connsiteY45331"/>
              </a:cxn>
              <a:cxn ang="0">
                <a:pos x="connsiteX45332" y="connsiteY45332"/>
              </a:cxn>
              <a:cxn ang="0">
                <a:pos x="connsiteX45333" y="connsiteY45333"/>
              </a:cxn>
              <a:cxn ang="0">
                <a:pos x="connsiteX45334" y="connsiteY45334"/>
              </a:cxn>
              <a:cxn ang="0">
                <a:pos x="connsiteX45335" y="connsiteY45335"/>
              </a:cxn>
              <a:cxn ang="0">
                <a:pos x="connsiteX45336" y="connsiteY45336"/>
              </a:cxn>
              <a:cxn ang="0">
                <a:pos x="connsiteX45337" y="connsiteY45337"/>
              </a:cxn>
              <a:cxn ang="0">
                <a:pos x="connsiteX45338" y="connsiteY45338"/>
              </a:cxn>
              <a:cxn ang="0">
                <a:pos x="connsiteX45339" y="connsiteY45339"/>
              </a:cxn>
              <a:cxn ang="0">
                <a:pos x="connsiteX45340" y="connsiteY45340"/>
              </a:cxn>
              <a:cxn ang="0">
                <a:pos x="connsiteX45341" y="connsiteY45341"/>
              </a:cxn>
              <a:cxn ang="0">
                <a:pos x="connsiteX45342" y="connsiteY45342"/>
              </a:cxn>
              <a:cxn ang="0">
                <a:pos x="connsiteX45343" y="connsiteY45343"/>
              </a:cxn>
              <a:cxn ang="0">
                <a:pos x="connsiteX45344" y="connsiteY45344"/>
              </a:cxn>
              <a:cxn ang="0">
                <a:pos x="connsiteX45345" y="connsiteY45345"/>
              </a:cxn>
              <a:cxn ang="0">
                <a:pos x="connsiteX45346" y="connsiteY45346"/>
              </a:cxn>
              <a:cxn ang="0">
                <a:pos x="connsiteX45347" y="connsiteY45347"/>
              </a:cxn>
              <a:cxn ang="0">
                <a:pos x="connsiteX45348" y="connsiteY45348"/>
              </a:cxn>
              <a:cxn ang="0">
                <a:pos x="connsiteX45349" y="connsiteY45349"/>
              </a:cxn>
              <a:cxn ang="0">
                <a:pos x="connsiteX45350" y="connsiteY45350"/>
              </a:cxn>
              <a:cxn ang="0">
                <a:pos x="connsiteX45351" y="connsiteY45351"/>
              </a:cxn>
              <a:cxn ang="0">
                <a:pos x="connsiteX45352" y="connsiteY45352"/>
              </a:cxn>
              <a:cxn ang="0">
                <a:pos x="connsiteX45353" y="connsiteY45353"/>
              </a:cxn>
              <a:cxn ang="0">
                <a:pos x="connsiteX45354" y="connsiteY45354"/>
              </a:cxn>
              <a:cxn ang="0">
                <a:pos x="connsiteX45355" y="connsiteY45355"/>
              </a:cxn>
              <a:cxn ang="0">
                <a:pos x="connsiteX45356" y="connsiteY45356"/>
              </a:cxn>
              <a:cxn ang="0">
                <a:pos x="connsiteX45357" y="connsiteY45357"/>
              </a:cxn>
              <a:cxn ang="0">
                <a:pos x="connsiteX45358" y="connsiteY45358"/>
              </a:cxn>
              <a:cxn ang="0">
                <a:pos x="connsiteX45359" y="connsiteY45359"/>
              </a:cxn>
              <a:cxn ang="0">
                <a:pos x="connsiteX45360" y="connsiteY45360"/>
              </a:cxn>
              <a:cxn ang="0">
                <a:pos x="connsiteX45361" y="connsiteY45361"/>
              </a:cxn>
              <a:cxn ang="0">
                <a:pos x="connsiteX45362" y="connsiteY45362"/>
              </a:cxn>
              <a:cxn ang="0">
                <a:pos x="connsiteX45363" y="connsiteY45363"/>
              </a:cxn>
              <a:cxn ang="0">
                <a:pos x="connsiteX45364" y="connsiteY45364"/>
              </a:cxn>
              <a:cxn ang="0">
                <a:pos x="connsiteX45365" y="connsiteY45365"/>
              </a:cxn>
              <a:cxn ang="0">
                <a:pos x="connsiteX45366" y="connsiteY45366"/>
              </a:cxn>
              <a:cxn ang="0">
                <a:pos x="connsiteX45367" y="connsiteY45367"/>
              </a:cxn>
              <a:cxn ang="0">
                <a:pos x="connsiteX45368" y="connsiteY45368"/>
              </a:cxn>
              <a:cxn ang="0">
                <a:pos x="connsiteX45369" y="connsiteY45369"/>
              </a:cxn>
              <a:cxn ang="0">
                <a:pos x="connsiteX45370" y="connsiteY45370"/>
              </a:cxn>
              <a:cxn ang="0">
                <a:pos x="connsiteX45371" y="connsiteY45371"/>
              </a:cxn>
              <a:cxn ang="0">
                <a:pos x="connsiteX45372" y="connsiteY45372"/>
              </a:cxn>
              <a:cxn ang="0">
                <a:pos x="connsiteX45373" y="connsiteY45373"/>
              </a:cxn>
              <a:cxn ang="0">
                <a:pos x="connsiteX45374" y="connsiteY45374"/>
              </a:cxn>
              <a:cxn ang="0">
                <a:pos x="connsiteX45375" y="connsiteY45375"/>
              </a:cxn>
              <a:cxn ang="0">
                <a:pos x="connsiteX45376" y="connsiteY45376"/>
              </a:cxn>
              <a:cxn ang="0">
                <a:pos x="connsiteX45377" y="connsiteY45377"/>
              </a:cxn>
              <a:cxn ang="0">
                <a:pos x="connsiteX45378" y="connsiteY45378"/>
              </a:cxn>
              <a:cxn ang="0">
                <a:pos x="connsiteX45379" y="connsiteY45379"/>
              </a:cxn>
              <a:cxn ang="0">
                <a:pos x="connsiteX45380" y="connsiteY45380"/>
              </a:cxn>
              <a:cxn ang="0">
                <a:pos x="connsiteX45381" y="connsiteY45381"/>
              </a:cxn>
              <a:cxn ang="0">
                <a:pos x="connsiteX45382" y="connsiteY45382"/>
              </a:cxn>
              <a:cxn ang="0">
                <a:pos x="connsiteX45383" y="connsiteY45383"/>
              </a:cxn>
              <a:cxn ang="0">
                <a:pos x="connsiteX45384" y="connsiteY45384"/>
              </a:cxn>
              <a:cxn ang="0">
                <a:pos x="connsiteX45385" y="connsiteY45385"/>
              </a:cxn>
              <a:cxn ang="0">
                <a:pos x="connsiteX45386" y="connsiteY45386"/>
              </a:cxn>
              <a:cxn ang="0">
                <a:pos x="connsiteX45387" y="connsiteY45387"/>
              </a:cxn>
              <a:cxn ang="0">
                <a:pos x="connsiteX45388" y="connsiteY45388"/>
              </a:cxn>
              <a:cxn ang="0">
                <a:pos x="connsiteX45389" y="connsiteY45389"/>
              </a:cxn>
              <a:cxn ang="0">
                <a:pos x="connsiteX45390" y="connsiteY45390"/>
              </a:cxn>
              <a:cxn ang="0">
                <a:pos x="connsiteX45391" y="connsiteY45391"/>
              </a:cxn>
              <a:cxn ang="0">
                <a:pos x="connsiteX45392" y="connsiteY45392"/>
              </a:cxn>
              <a:cxn ang="0">
                <a:pos x="connsiteX45393" y="connsiteY45393"/>
              </a:cxn>
              <a:cxn ang="0">
                <a:pos x="connsiteX45394" y="connsiteY45394"/>
              </a:cxn>
              <a:cxn ang="0">
                <a:pos x="connsiteX45395" y="connsiteY45395"/>
              </a:cxn>
              <a:cxn ang="0">
                <a:pos x="connsiteX45396" y="connsiteY45396"/>
              </a:cxn>
              <a:cxn ang="0">
                <a:pos x="connsiteX45397" y="connsiteY45397"/>
              </a:cxn>
              <a:cxn ang="0">
                <a:pos x="connsiteX45398" y="connsiteY45398"/>
              </a:cxn>
              <a:cxn ang="0">
                <a:pos x="connsiteX45399" y="connsiteY45399"/>
              </a:cxn>
              <a:cxn ang="0">
                <a:pos x="connsiteX45400" y="connsiteY45400"/>
              </a:cxn>
              <a:cxn ang="0">
                <a:pos x="connsiteX45401" y="connsiteY45401"/>
              </a:cxn>
              <a:cxn ang="0">
                <a:pos x="connsiteX45402" y="connsiteY45402"/>
              </a:cxn>
              <a:cxn ang="0">
                <a:pos x="connsiteX45403" y="connsiteY45403"/>
              </a:cxn>
              <a:cxn ang="0">
                <a:pos x="connsiteX45404" y="connsiteY45404"/>
              </a:cxn>
              <a:cxn ang="0">
                <a:pos x="connsiteX45405" y="connsiteY45405"/>
              </a:cxn>
              <a:cxn ang="0">
                <a:pos x="connsiteX45406" y="connsiteY45406"/>
              </a:cxn>
              <a:cxn ang="0">
                <a:pos x="connsiteX45407" y="connsiteY45407"/>
              </a:cxn>
              <a:cxn ang="0">
                <a:pos x="connsiteX45408" y="connsiteY45408"/>
              </a:cxn>
              <a:cxn ang="0">
                <a:pos x="connsiteX45409" y="connsiteY45409"/>
              </a:cxn>
              <a:cxn ang="0">
                <a:pos x="connsiteX45410" y="connsiteY45410"/>
              </a:cxn>
              <a:cxn ang="0">
                <a:pos x="connsiteX45411" y="connsiteY45411"/>
              </a:cxn>
              <a:cxn ang="0">
                <a:pos x="connsiteX45412" y="connsiteY45412"/>
              </a:cxn>
              <a:cxn ang="0">
                <a:pos x="connsiteX45413" y="connsiteY45413"/>
              </a:cxn>
              <a:cxn ang="0">
                <a:pos x="connsiteX45414" y="connsiteY45414"/>
              </a:cxn>
              <a:cxn ang="0">
                <a:pos x="connsiteX45415" y="connsiteY45415"/>
              </a:cxn>
              <a:cxn ang="0">
                <a:pos x="connsiteX45416" y="connsiteY45416"/>
              </a:cxn>
              <a:cxn ang="0">
                <a:pos x="connsiteX45417" y="connsiteY45417"/>
              </a:cxn>
              <a:cxn ang="0">
                <a:pos x="connsiteX45418" y="connsiteY45418"/>
              </a:cxn>
              <a:cxn ang="0">
                <a:pos x="connsiteX45419" y="connsiteY45419"/>
              </a:cxn>
              <a:cxn ang="0">
                <a:pos x="connsiteX45420" y="connsiteY45420"/>
              </a:cxn>
              <a:cxn ang="0">
                <a:pos x="connsiteX45421" y="connsiteY45421"/>
              </a:cxn>
              <a:cxn ang="0">
                <a:pos x="connsiteX45422" y="connsiteY45422"/>
              </a:cxn>
              <a:cxn ang="0">
                <a:pos x="connsiteX45423" y="connsiteY45423"/>
              </a:cxn>
              <a:cxn ang="0">
                <a:pos x="connsiteX45424" y="connsiteY45424"/>
              </a:cxn>
              <a:cxn ang="0">
                <a:pos x="connsiteX45425" y="connsiteY45425"/>
              </a:cxn>
              <a:cxn ang="0">
                <a:pos x="connsiteX45426" y="connsiteY45426"/>
              </a:cxn>
              <a:cxn ang="0">
                <a:pos x="connsiteX45427" y="connsiteY45427"/>
              </a:cxn>
              <a:cxn ang="0">
                <a:pos x="connsiteX45428" y="connsiteY45428"/>
              </a:cxn>
              <a:cxn ang="0">
                <a:pos x="connsiteX45429" y="connsiteY45429"/>
              </a:cxn>
              <a:cxn ang="0">
                <a:pos x="connsiteX45430" y="connsiteY45430"/>
              </a:cxn>
              <a:cxn ang="0">
                <a:pos x="connsiteX45431" y="connsiteY45431"/>
              </a:cxn>
              <a:cxn ang="0">
                <a:pos x="connsiteX45432" y="connsiteY45432"/>
              </a:cxn>
              <a:cxn ang="0">
                <a:pos x="connsiteX45433" y="connsiteY45433"/>
              </a:cxn>
              <a:cxn ang="0">
                <a:pos x="connsiteX45434" y="connsiteY45434"/>
              </a:cxn>
              <a:cxn ang="0">
                <a:pos x="connsiteX45435" y="connsiteY45435"/>
              </a:cxn>
              <a:cxn ang="0">
                <a:pos x="connsiteX45436" y="connsiteY45436"/>
              </a:cxn>
              <a:cxn ang="0">
                <a:pos x="connsiteX45437" y="connsiteY45437"/>
              </a:cxn>
              <a:cxn ang="0">
                <a:pos x="connsiteX45438" y="connsiteY45438"/>
              </a:cxn>
              <a:cxn ang="0">
                <a:pos x="connsiteX45439" y="connsiteY45439"/>
              </a:cxn>
              <a:cxn ang="0">
                <a:pos x="connsiteX45440" y="connsiteY45440"/>
              </a:cxn>
              <a:cxn ang="0">
                <a:pos x="connsiteX45441" y="connsiteY45441"/>
              </a:cxn>
              <a:cxn ang="0">
                <a:pos x="connsiteX45442" y="connsiteY45442"/>
              </a:cxn>
              <a:cxn ang="0">
                <a:pos x="connsiteX45443" y="connsiteY45443"/>
              </a:cxn>
              <a:cxn ang="0">
                <a:pos x="connsiteX45444" y="connsiteY45444"/>
              </a:cxn>
              <a:cxn ang="0">
                <a:pos x="connsiteX45445" y="connsiteY45445"/>
              </a:cxn>
              <a:cxn ang="0">
                <a:pos x="connsiteX45446" y="connsiteY45446"/>
              </a:cxn>
              <a:cxn ang="0">
                <a:pos x="connsiteX45447" y="connsiteY45447"/>
              </a:cxn>
              <a:cxn ang="0">
                <a:pos x="connsiteX45448" y="connsiteY45448"/>
              </a:cxn>
              <a:cxn ang="0">
                <a:pos x="connsiteX45449" y="connsiteY45449"/>
              </a:cxn>
              <a:cxn ang="0">
                <a:pos x="connsiteX45450" y="connsiteY45450"/>
              </a:cxn>
              <a:cxn ang="0">
                <a:pos x="connsiteX45451" y="connsiteY45451"/>
              </a:cxn>
              <a:cxn ang="0">
                <a:pos x="connsiteX45452" y="connsiteY45452"/>
              </a:cxn>
              <a:cxn ang="0">
                <a:pos x="connsiteX45453" y="connsiteY45453"/>
              </a:cxn>
              <a:cxn ang="0">
                <a:pos x="connsiteX45454" y="connsiteY45454"/>
              </a:cxn>
              <a:cxn ang="0">
                <a:pos x="connsiteX45455" y="connsiteY45455"/>
              </a:cxn>
              <a:cxn ang="0">
                <a:pos x="connsiteX45456" y="connsiteY45456"/>
              </a:cxn>
              <a:cxn ang="0">
                <a:pos x="connsiteX45457" y="connsiteY45457"/>
              </a:cxn>
              <a:cxn ang="0">
                <a:pos x="connsiteX45458" y="connsiteY45458"/>
              </a:cxn>
              <a:cxn ang="0">
                <a:pos x="connsiteX45459" y="connsiteY45459"/>
              </a:cxn>
              <a:cxn ang="0">
                <a:pos x="connsiteX45460" y="connsiteY45460"/>
              </a:cxn>
              <a:cxn ang="0">
                <a:pos x="connsiteX45461" y="connsiteY45461"/>
              </a:cxn>
              <a:cxn ang="0">
                <a:pos x="connsiteX45462" y="connsiteY45462"/>
              </a:cxn>
              <a:cxn ang="0">
                <a:pos x="connsiteX45463" y="connsiteY45463"/>
              </a:cxn>
              <a:cxn ang="0">
                <a:pos x="connsiteX45464" y="connsiteY45464"/>
              </a:cxn>
              <a:cxn ang="0">
                <a:pos x="connsiteX45465" y="connsiteY45465"/>
              </a:cxn>
              <a:cxn ang="0">
                <a:pos x="connsiteX45466" y="connsiteY45466"/>
              </a:cxn>
              <a:cxn ang="0">
                <a:pos x="connsiteX45467" y="connsiteY45467"/>
              </a:cxn>
              <a:cxn ang="0">
                <a:pos x="connsiteX45468" y="connsiteY45468"/>
              </a:cxn>
              <a:cxn ang="0">
                <a:pos x="connsiteX45469" y="connsiteY45469"/>
              </a:cxn>
              <a:cxn ang="0">
                <a:pos x="connsiteX45470" y="connsiteY45470"/>
              </a:cxn>
              <a:cxn ang="0">
                <a:pos x="connsiteX45471" y="connsiteY45471"/>
              </a:cxn>
              <a:cxn ang="0">
                <a:pos x="connsiteX45472" y="connsiteY45472"/>
              </a:cxn>
              <a:cxn ang="0">
                <a:pos x="connsiteX45473" y="connsiteY45473"/>
              </a:cxn>
              <a:cxn ang="0">
                <a:pos x="connsiteX45474" y="connsiteY45474"/>
              </a:cxn>
              <a:cxn ang="0">
                <a:pos x="connsiteX45475" y="connsiteY45475"/>
              </a:cxn>
              <a:cxn ang="0">
                <a:pos x="connsiteX45476" y="connsiteY45476"/>
              </a:cxn>
              <a:cxn ang="0">
                <a:pos x="connsiteX45477" y="connsiteY45477"/>
              </a:cxn>
              <a:cxn ang="0">
                <a:pos x="connsiteX45478" y="connsiteY45478"/>
              </a:cxn>
              <a:cxn ang="0">
                <a:pos x="connsiteX45479" y="connsiteY45479"/>
              </a:cxn>
              <a:cxn ang="0">
                <a:pos x="connsiteX45480" y="connsiteY45480"/>
              </a:cxn>
              <a:cxn ang="0">
                <a:pos x="connsiteX45481" y="connsiteY45481"/>
              </a:cxn>
              <a:cxn ang="0">
                <a:pos x="connsiteX45482" y="connsiteY45482"/>
              </a:cxn>
              <a:cxn ang="0">
                <a:pos x="connsiteX45483" y="connsiteY45483"/>
              </a:cxn>
              <a:cxn ang="0">
                <a:pos x="connsiteX45484" y="connsiteY45484"/>
              </a:cxn>
              <a:cxn ang="0">
                <a:pos x="connsiteX45485" y="connsiteY45485"/>
              </a:cxn>
              <a:cxn ang="0">
                <a:pos x="connsiteX45486" y="connsiteY45486"/>
              </a:cxn>
              <a:cxn ang="0">
                <a:pos x="connsiteX45487" y="connsiteY45487"/>
              </a:cxn>
              <a:cxn ang="0">
                <a:pos x="connsiteX45488" y="connsiteY45488"/>
              </a:cxn>
              <a:cxn ang="0">
                <a:pos x="connsiteX45489" y="connsiteY45489"/>
              </a:cxn>
              <a:cxn ang="0">
                <a:pos x="connsiteX45490" y="connsiteY45490"/>
              </a:cxn>
              <a:cxn ang="0">
                <a:pos x="connsiteX45491" y="connsiteY45491"/>
              </a:cxn>
              <a:cxn ang="0">
                <a:pos x="connsiteX45492" y="connsiteY45492"/>
              </a:cxn>
              <a:cxn ang="0">
                <a:pos x="connsiteX45493" y="connsiteY45493"/>
              </a:cxn>
              <a:cxn ang="0">
                <a:pos x="connsiteX45494" y="connsiteY45494"/>
              </a:cxn>
              <a:cxn ang="0">
                <a:pos x="connsiteX45495" y="connsiteY45495"/>
              </a:cxn>
              <a:cxn ang="0">
                <a:pos x="connsiteX45496" y="connsiteY45496"/>
              </a:cxn>
              <a:cxn ang="0">
                <a:pos x="connsiteX45497" y="connsiteY45497"/>
              </a:cxn>
              <a:cxn ang="0">
                <a:pos x="connsiteX45498" y="connsiteY45498"/>
              </a:cxn>
              <a:cxn ang="0">
                <a:pos x="connsiteX45499" y="connsiteY45499"/>
              </a:cxn>
              <a:cxn ang="0">
                <a:pos x="connsiteX45500" y="connsiteY45500"/>
              </a:cxn>
              <a:cxn ang="0">
                <a:pos x="connsiteX45501" y="connsiteY45501"/>
              </a:cxn>
              <a:cxn ang="0">
                <a:pos x="connsiteX45502" y="connsiteY45502"/>
              </a:cxn>
              <a:cxn ang="0">
                <a:pos x="connsiteX45503" y="connsiteY45503"/>
              </a:cxn>
              <a:cxn ang="0">
                <a:pos x="connsiteX45504" y="connsiteY45504"/>
              </a:cxn>
              <a:cxn ang="0">
                <a:pos x="connsiteX45505" y="connsiteY45505"/>
              </a:cxn>
              <a:cxn ang="0">
                <a:pos x="connsiteX45506" y="connsiteY45506"/>
              </a:cxn>
              <a:cxn ang="0">
                <a:pos x="connsiteX45507" y="connsiteY45507"/>
              </a:cxn>
              <a:cxn ang="0">
                <a:pos x="connsiteX45508" y="connsiteY45508"/>
              </a:cxn>
              <a:cxn ang="0">
                <a:pos x="connsiteX45509" y="connsiteY45509"/>
              </a:cxn>
              <a:cxn ang="0">
                <a:pos x="connsiteX45510" y="connsiteY45510"/>
              </a:cxn>
              <a:cxn ang="0">
                <a:pos x="connsiteX45511" y="connsiteY45511"/>
              </a:cxn>
              <a:cxn ang="0">
                <a:pos x="connsiteX45512" y="connsiteY45512"/>
              </a:cxn>
              <a:cxn ang="0">
                <a:pos x="connsiteX45513" y="connsiteY45513"/>
              </a:cxn>
              <a:cxn ang="0">
                <a:pos x="connsiteX45514" y="connsiteY45514"/>
              </a:cxn>
              <a:cxn ang="0">
                <a:pos x="connsiteX45515" y="connsiteY45515"/>
              </a:cxn>
              <a:cxn ang="0">
                <a:pos x="connsiteX45516" y="connsiteY45516"/>
              </a:cxn>
              <a:cxn ang="0">
                <a:pos x="connsiteX45517" y="connsiteY45517"/>
              </a:cxn>
              <a:cxn ang="0">
                <a:pos x="connsiteX45518" y="connsiteY45518"/>
              </a:cxn>
              <a:cxn ang="0">
                <a:pos x="connsiteX45519" y="connsiteY45519"/>
              </a:cxn>
              <a:cxn ang="0">
                <a:pos x="connsiteX45520" y="connsiteY45520"/>
              </a:cxn>
              <a:cxn ang="0">
                <a:pos x="connsiteX45521" y="connsiteY45521"/>
              </a:cxn>
              <a:cxn ang="0">
                <a:pos x="connsiteX45522" y="connsiteY45522"/>
              </a:cxn>
              <a:cxn ang="0">
                <a:pos x="connsiteX45523" y="connsiteY45523"/>
              </a:cxn>
              <a:cxn ang="0">
                <a:pos x="connsiteX45524" y="connsiteY45524"/>
              </a:cxn>
              <a:cxn ang="0">
                <a:pos x="connsiteX45525" y="connsiteY45525"/>
              </a:cxn>
              <a:cxn ang="0">
                <a:pos x="connsiteX45526" y="connsiteY45526"/>
              </a:cxn>
              <a:cxn ang="0">
                <a:pos x="connsiteX45527" y="connsiteY45527"/>
              </a:cxn>
              <a:cxn ang="0">
                <a:pos x="connsiteX45528" y="connsiteY45528"/>
              </a:cxn>
              <a:cxn ang="0">
                <a:pos x="connsiteX45529" y="connsiteY45529"/>
              </a:cxn>
              <a:cxn ang="0">
                <a:pos x="connsiteX45530" y="connsiteY45530"/>
              </a:cxn>
              <a:cxn ang="0">
                <a:pos x="connsiteX45531" y="connsiteY45531"/>
              </a:cxn>
              <a:cxn ang="0">
                <a:pos x="connsiteX45532" y="connsiteY45532"/>
              </a:cxn>
              <a:cxn ang="0">
                <a:pos x="connsiteX45533" y="connsiteY45533"/>
              </a:cxn>
              <a:cxn ang="0">
                <a:pos x="connsiteX45534" y="connsiteY45534"/>
              </a:cxn>
              <a:cxn ang="0">
                <a:pos x="connsiteX45535" y="connsiteY45535"/>
              </a:cxn>
              <a:cxn ang="0">
                <a:pos x="connsiteX45536" y="connsiteY45536"/>
              </a:cxn>
              <a:cxn ang="0">
                <a:pos x="connsiteX45537" y="connsiteY45537"/>
              </a:cxn>
              <a:cxn ang="0">
                <a:pos x="connsiteX45538" y="connsiteY45538"/>
              </a:cxn>
              <a:cxn ang="0">
                <a:pos x="connsiteX45539" y="connsiteY45539"/>
              </a:cxn>
              <a:cxn ang="0">
                <a:pos x="connsiteX45540" y="connsiteY45540"/>
              </a:cxn>
              <a:cxn ang="0">
                <a:pos x="connsiteX45541" y="connsiteY45541"/>
              </a:cxn>
              <a:cxn ang="0">
                <a:pos x="connsiteX45542" y="connsiteY45542"/>
              </a:cxn>
              <a:cxn ang="0">
                <a:pos x="connsiteX45543" y="connsiteY45543"/>
              </a:cxn>
              <a:cxn ang="0">
                <a:pos x="connsiteX45544" y="connsiteY45544"/>
              </a:cxn>
              <a:cxn ang="0">
                <a:pos x="connsiteX45545" y="connsiteY45545"/>
              </a:cxn>
              <a:cxn ang="0">
                <a:pos x="connsiteX45546" y="connsiteY45546"/>
              </a:cxn>
              <a:cxn ang="0">
                <a:pos x="connsiteX45547" y="connsiteY45547"/>
              </a:cxn>
              <a:cxn ang="0">
                <a:pos x="connsiteX45548" y="connsiteY45548"/>
              </a:cxn>
              <a:cxn ang="0">
                <a:pos x="connsiteX45549" y="connsiteY45549"/>
              </a:cxn>
              <a:cxn ang="0">
                <a:pos x="connsiteX45550" y="connsiteY45550"/>
              </a:cxn>
              <a:cxn ang="0">
                <a:pos x="connsiteX45551" y="connsiteY45551"/>
              </a:cxn>
              <a:cxn ang="0">
                <a:pos x="connsiteX45552" y="connsiteY45552"/>
              </a:cxn>
              <a:cxn ang="0">
                <a:pos x="connsiteX45553" y="connsiteY45553"/>
              </a:cxn>
              <a:cxn ang="0">
                <a:pos x="connsiteX45554" y="connsiteY45554"/>
              </a:cxn>
              <a:cxn ang="0">
                <a:pos x="connsiteX45555" y="connsiteY45555"/>
              </a:cxn>
              <a:cxn ang="0">
                <a:pos x="connsiteX45556" y="connsiteY45556"/>
              </a:cxn>
              <a:cxn ang="0">
                <a:pos x="connsiteX45557" y="connsiteY45557"/>
              </a:cxn>
              <a:cxn ang="0">
                <a:pos x="connsiteX45558" y="connsiteY45558"/>
              </a:cxn>
              <a:cxn ang="0">
                <a:pos x="connsiteX45559" y="connsiteY45559"/>
              </a:cxn>
              <a:cxn ang="0">
                <a:pos x="connsiteX45560" y="connsiteY45560"/>
              </a:cxn>
              <a:cxn ang="0">
                <a:pos x="connsiteX45561" y="connsiteY45561"/>
              </a:cxn>
              <a:cxn ang="0">
                <a:pos x="connsiteX45562" y="connsiteY45562"/>
              </a:cxn>
              <a:cxn ang="0">
                <a:pos x="connsiteX45563" y="connsiteY45563"/>
              </a:cxn>
              <a:cxn ang="0">
                <a:pos x="connsiteX45564" y="connsiteY45564"/>
              </a:cxn>
              <a:cxn ang="0">
                <a:pos x="connsiteX45565" y="connsiteY45565"/>
              </a:cxn>
              <a:cxn ang="0">
                <a:pos x="connsiteX45566" y="connsiteY45566"/>
              </a:cxn>
              <a:cxn ang="0">
                <a:pos x="connsiteX45567" y="connsiteY45567"/>
              </a:cxn>
              <a:cxn ang="0">
                <a:pos x="connsiteX45568" y="connsiteY45568"/>
              </a:cxn>
              <a:cxn ang="0">
                <a:pos x="connsiteX45569" y="connsiteY45569"/>
              </a:cxn>
              <a:cxn ang="0">
                <a:pos x="connsiteX45570" y="connsiteY45570"/>
              </a:cxn>
              <a:cxn ang="0">
                <a:pos x="connsiteX45571" y="connsiteY45571"/>
              </a:cxn>
              <a:cxn ang="0">
                <a:pos x="connsiteX45572" y="connsiteY45572"/>
              </a:cxn>
              <a:cxn ang="0">
                <a:pos x="connsiteX45573" y="connsiteY45573"/>
              </a:cxn>
              <a:cxn ang="0">
                <a:pos x="connsiteX45574" y="connsiteY45574"/>
              </a:cxn>
              <a:cxn ang="0">
                <a:pos x="connsiteX45575" y="connsiteY45575"/>
              </a:cxn>
              <a:cxn ang="0">
                <a:pos x="connsiteX45576" y="connsiteY45576"/>
              </a:cxn>
              <a:cxn ang="0">
                <a:pos x="connsiteX45577" y="connsiteY45577"/>
              </a:cxn>
              <a:cxn ang="0">
                <a:pos x="connsiteX45578" y="connsiteY45578"/>
              </a:cxn>
              <a:cxn ang="0">
                <a:pos x="connsiteX45579" y="connsiteY45579"/>
              </a:cxn>
              <a:cxn ang="0">
                <a:pos x="connsiteX45580" y="connsiteY45580"/>
              </a:cxn>
              <a:cxn ang="0">
                <a:pos x="connsiteX45581" y="connsiteY45581"/>
              </a:cxn>
              <a:cxn ang="0">
                <a:pos x="connsiteX45582" y="connsiteY45582"/>
              </a:cxn>
              <a:cxn ang="0">
                <a:pos x="connsiteX45583" y="connsiteY45583"/>
              </a:cxn>
              <a:cxn ang="0">
                <a:pos x="connsiteX45584" y="connsiteY45584"/>
              </a:cxn>
              <a:cxn ang="0">
                <a:pos x="connsiteX45585" y="connsiteY45585"/>
              </a:cxn>
              <a:cxn ang="0">
                <a:pos x="connsiteX45586" y="connsiteY45586"/>
              </a:cxn>
              <a:cxn ang="0">
                <a:pos x="connsiteX45587" y="connsiteY45587"/>
              </a:cxn>
              <a:cxn ang="0">
                <a:pos x="connsiteX45588" y="connsiteY45588"/>
              </a:cxn>
              <a:cxn ang="0">
                <a:pos x="connsiteX45589" y="connsiteY45589"/>
              </a:cxn>
              <a:cxn ang="0">
                <a:pos x="connsiteX45590" y="connsiteY45590"/>
              </a:cxn>
              <a:cxn ang="0">
                <a:pos x="connsiteX45591" y="connsiteY45591"/>
              </a:cxn>
              <a:cxn ang="0">
                <a:pos x="connsiteX45592" y="connsiteY45592"/>
              </a:cxn>
              <a:cxn ang="0">
                <a:pos x="connsiteX45593" y="connsiteY45593"/>
              </a:cxn>
              <a:cxn ang="0">
                <a:pos x="connsiteX45594" y="connsiteY45594"/>
              </a:cxn>
              <a:cxn ang="0">
                <a:pos x="connsiteX45595" y="connsiteY45595"/>
              </a:cxn>
              <a:cxn ang="0">
                <a:pos x="connsiteX45596" y="connsiteY45596"/>
              </a:cxn>
              <a:cxn ang="0">
                <a:pos x="connsiteX45597" y="connsiteY45597"/>
              </a:cxn>
              <a:cxn ang="0">
                <a:pos x="connsiteX45598" y="connsiteY45598"/>
              </a:cxn>
              <a:cxn ang="0">
                <a:pos x="connsiteX45599" y="connsiteY45599"/>
              </a:cxn>
              <a:cxn ang="0">
                <a:pos x="connsiteX45600" y="connsiteY45600"/>
              </a:cxn>
              <a:cxn ang="0">
                <a:pos x="connsiteX45601" y="connsiteY45601"/>
              </a:cxn>
              <a:cxn ang="0">
                <a:pos x="connsiteX45602" y="connsiteY45602"/>
              </a:cxn>
              <a:cxn ang="0">
                <a:pos x="connsiteX45603" y="connsiteY45603"/>
              </a:cxn>
              <a:cxn ang="0">
                <a:pos x="connsiteX45604" y="connsiteY45604"/>
              </a:cxn>
              <a:cxn ang="0">
                <a:pos x="connsiteX45605" y="connsiteY45605"/>
              </a:cxn>
              <a:cxn ang="0">
                <a:pos x="connsiteX45606" y="connsiteY45606"/>
              </a:cxn>
              <a:cxn ang="0">
                <a:pos x="connsiteX45607" y="connsiteY45607"/>
              </a:cxn>
              <a:cxn ang="0">
                <a:pos x="connsiteX45608" y="connsiteY45608"/>
              </a:cxn>
              <a:cxn ang="0">
                <a:pos x="connsiteX45609" y="connsiteY45609"/>
              </a:cxn>
              <a:cxn ang="0">
                <a:pos x="connsiteX45610" y="connsiteY45610"/>
              </a:cxn>
              <a:cxn ang="0">
                <a:pos x="connsiteX45611" y="connsiteY45611"/>
              </a:cxn>
              <a:cxn ang="0">
                <a:pos x="connsiteX45612" y="connsiteY45612"/>
              </a:cxn>
              <a:cxn ang="0">
                <a:pos x="connsiteX45613" y="connsiteY45613"/>
              </a:cxn>
              <a:cxn ang="0">
                <a:pos x="connsiteX45614" y="connsiteY45614"/>
              </a:cxn>
              <a:cxn ang="0">
                <a:pos x="connsiteX45615" y="connsiteY45615"/>
              </a:cxn>
              <a:cxn ang="0">
                <a:pos x="connsiteX45616" y="connsiteY45616"/>
              </a:cxn>
              <a:cxn ang="0">
                <a:pos x="connsiteX45617" y="connsiteY45617"/>
              </a:cxn>
              <a:cxn ang="0">
                <a:pos x="connsiteX45618" y="connsiteY45618"/>
              </a:cxn>
              <a:cxn ang="0">
                <a:pos x="connsiteX45619" y="connsiteY45619"/>
              </a:cxn>
              <a:cxn ang="0">
                <a:pos x="connsiteX45620" y="connsiteY45620"/>
              </a:cxn>
              <a:cxn ang="0">
                <a:pos x="connsiteX45621" y="connsiteY45621"/>
              </a:cxn>
              <a:cxn ang="0">
                <a:pos x="connsiteX45622" y="connsiteY45622"/>
              </a:cxn>
              <a:cxn ang="0">
                <a:pos x="connsiteX45623" y="connsiteY45623"/>
              </a:cxn>
              <a:cxn ang="0">
                <a:pos x="connsiteX45624" y="connsiteY45624"/>
              </a:cxn>
              <a:cxn ang="0">
                <a:pos x="connsiteX45625" y="connsiteY45625"/>
              </a:cxn>
              <a:cxn ang="0">
                <a:pos x="connsiteX45626" y="connsiteY45626"/>
              </a:cxn>
              <a:cxn ang="0">
                <a:pos x="connsiteX45627" y="connsiteY45627"/>
              </a:cxn>
              <a:cxn ang="0">
                <a:pos x="connsiteX45628" y="connsiteY45628"/>
              </a:cxn>
              <a:cxn ang="0">
                <a:pos x="connsiteX45629" y="connsiteY45629"/>
              </a:cxn>
              <a:cxn ang="0">
                <a:pos x="connsiteX45630" y="connsiteY45630"/>
              </a:cxn>
              <a:cxn ang="0">
                <a:pos x="connsiteX45631" y="connsiteY45631"/>
              </a:cxn>
              <a:cxn ang="0">
                <a:pos x="connsiteX45632" y="connsiteY45632"/>
              </a:cxn>
              <a:cxn ang="0">
                <a:pos x="connsiteX45633" y="connsiteY45633"/>
              </a:cxn>
              <a:cxn ang="0">
                <a:pos x="connsiteX45634" y="connsiteY45634"/>
              </a:cxn>
              <a:cxn ang="0">
                <a:pos x="connsiteX45635" y="connsiteY45635"/>
              </a:cxn>
              <a:cxn ang="0">
                <a:pos x="connsiteX45636" y="connsiteY45636"/>
              </a:cxn>
              <a:cxn ang="0">
                <a:pos x="connsiteX45637" y="connsiteY45637"/>
              </a:cxn>
              <a:cxn ang="0">
                <a:pos x="connsiteX45638" y="connsiteY45638"/>
              </a:cxn>
              <a:cxn ang="0">
                <a:pos x="connsiteX45639" y="connsiteY45639"/>
              </a:cxn>
              <a:cxn ang="0">
                <a:pos x="connsiteX45640" y="connsiteY45640"/>
              </a:cxn>
              <a:cxn ang="0">
                <a:pos x="connsiteX45641" y="connsiteY45641"/>
              </a:cxn>
              <a:cxn ang="0">
                <a:pos x="connsiteX45642" y="connsiteY45642"/>
              </a:cxn>
              <a:cxn ang="0">
                <a:pos x="connsiteX45643" y="connsiteY45643"/>
              </a:cxn>
              <a:cxn ang="0">
                <a:pos x="connsiteX45644" y="connsiteY45644"/>
              </a:cxn>
              <a:cxn ang="0">
                <a:pos x="connsiteX45645" y="connsiteY45645"/>
              </a:cxn>
              <a:cxn ang="0">
                <a:pos x="connsiteX45646" y="connsiteY45646"/>
              </a:cxn>
              <a:cxn ang="0">
                <a:pos x="connsiteX45647" y="connsiteY45647"/>
              </a:cxn>
              <a:cxn ang="0">
                <a:pos x="connsiteX45648" y="connsiteY45648"/>
              </a:cxn>
              <a:cxn ang="0">
                <a:pos x="connsiteX45649" y="connsiteY45649"/>
              </a:cxn>
              <a:cxn ang="0">
                <a:pos x="connsiteX45650" y="connsiteY45650"/>
              </a:cxn>
              <a:cxn ang="0">
                <a:pos x="connsiteX45651" y="connsiteY45651"/>
              </a:cxn>
              <a:cxn ang="0">
                <a:pos x="connsiteX45652" y="connsiteY45652"/>
              </a:cxn>
              <a:cxn ang="0">
                <a:pos x="connsiteX45653" y="connsiteY45653"/>
              </a:cxn>
              <a:cxn ang="0">
                <a:pos x="connsiteX45654" y="connsiteY45654"/>
              </a:cxn>
              <a:cxn ang="0">
                <a:pos x="connsiteX45655" y="connsiteY45655"/>
              </a:cxn>
              <a:cxn ang="0">
                <a:pos x="connsiteX45656" y="connsiteY45656"/>
              </a:cxn>
              <a:cxn ang="0">
                <a:pos x="connsiteX45657" y="connsiteY45657"/>
              </a:cxn>
              <a:cxn ang="0">
                <a:pos x="connsiteX45658" y="connsiteY45658"/>
              </a:cxn>
              <a:cxn ang="0">
                <a:pos x="connsiteX45659" y="connsiteY45659"/>
              </a:cxn>
              <a:cxn ang="0">
                <a:pos x="connsiteX45660" y="connsiteY45660"/>
              </a:cxn>
              <a:cxn ang="0">
                <a:pos x="connsiteX45661" y="connsiteY45661"/>
              </a:cxn>
              <a:cxn ang="0">
                <a:pos x="connsiteX45662" y="connsiteY45662"/>
              </a:cxn>
              <a:cxn ang="0">
                <a:pos x="connsiteX45663" y="connsiteY45663"/>
              </a:cxn>
              <a:cxn ang="0">
                <a:pos x="connsiteX45664" y="connsiteY45664"/>
              </a:cxn>
              <a:cxn ang="0">
                <a:pos x="connsiteX45665" y="connsiteY45665"/>
              </a:cxn>
              <a:cxn ang="0">
                <a:pos x="connsiteX45666" y="connsiteY45666"/>
              </a:cxn>
              <a:cxn ang="0">
                <a:pos x="connsiteX45667" y="connsiteY45667"/>
              </a:cxn>
              <a:cxn ang="0">
                <a:pos x="connsiteX45668" y="connsiteY45668"/>
              </a:cxn>
              <a:cxn ang="0">
                <a:pos x="connsiteX45669" y="connsiteY45669"/>
              </a:cxn>
              <a:cxn ang="0">
                <a:pos x="connsiteX45670" y="connsiteY45670"/>
              </a:cxn>
              <a:cxn ang="0">
                <a:pos x="connsiteX45671" y="connsiteY45671"/>
              </a:cxn>
              <a:cxn ang="0">
                <a:pos x="connsiteX45672" y="connsiteY45672"/>
              </a:cxn>
              <a:cxn ang="0">
                <a:pos x="connsiteX45673" y="connsiteY45673"/>
              </a:cxn>
              <a:cxn ang="0">
                <a:pos x="connsiteX45674" y="connsiteY45674"/>
              </a:cxn>
              <a:cxn ang="0">
                <a:pos x="connsiteX45675" y="connsiteY45675"/>
              </a:cxn>
              <a:cxn ang="0">
                <a:pos x="connsiteX45676" y="connsiteY45676"/>
              </a:cxn>
              <a:cxn ang="0">
                <a:pos x="connsiteX45677" y="connsiteY45677"/>
              </a:cxn>
              <a:cxn ang="0">
                <a:pos x="connsiteX45678" y="connsiteY45678"/>
              </a:cxn>
              <a:cxn ang="0">
                <a:pos x="connsiteX45679" y="connsiteY45679"/>
              </a:cxn>
              <a:cxn ang="0">
                <a:pos x="connsiteX45680" y="connsiteY45680"/>
              </a:cxn>
              <a:cxn ang="0">
                <a:pos x="connsiteX45681" y="connsiteY45681"/>
              </a:cxn>
              <a:cxn ang="0">
                <a:pos x="connsiteX45682" y="connsiteY45682"/>
              </a:cxn>
              <a:cxn ang="0">
                <a:pos x="connsiteX45683" y="connsiteY45683"/>
              </a:cxn>
              <a:cxn ang="0">
                <a:pos x="connsiteX45684" y="connsiteY45684"/>
              </a:cxn>
              <a:cxn ang="0">
                <a:pos x="connsiteX45685" y="connsiteY45685"/>
              </a:cxn>
              <a:cxn ang="0">
                <a:pos x="connsiteX45686" y="connsiteY45686"/>
              </a:cxn>
              <a:cxn ang="0">
                <a:pos x="connsiteX45687" y="connsiteY45687"/>
              </a:cxn>
              <a:cxn ang="0">
                <a:pos x="connsiteX45688" y="connsiteY45688"/>
              </a:cxn>
              <a:cxn ang="0">
                <a:pos x="connsiteX45689" y="connsiteY45689"/>
              </a:cxn>
              <a:cxn ang="0">
                <a:pos x="connsiteX45690" y="connsiteY45690"/>
              </a:cxn>
              <a:cxn ang="0">
                <a:pos x="connsiteX45691" y="connsiteY45691"/>
              </a:cxn>
              <a:cxn ang="0">
                <a:pos x="connsiteX45692" y="connsiteY45692"/>
              </a:cxn>
              <a:cxn ang="0">
                <a:pos x="connsiteX45693" y="connsiteY45693"/>
              </a:cxn>
              <a:cxn ang="0">
                <a:pos x="connsiteX45694" y="connsiteY45694"/>
              </a:cxn>
              <a:cxn ang="0">
                <a:pos x="connsiteX45695" y="connsiteY45695"/>
              </a:cxn>
              <a:cxn ang="0">
                <a:pos x="connsiteX45696" y="connsiteY45696"/>
              </a:cxn>
              <a:cxn ang="0">
                <a:pos x="connsiteX45697" y="connsiteY45697"/>
              </a:cxn>
              <a:cxn ang="0">
                <a:pos x="connsiteX45698" y="connsiteY45698"/>
              </a:cxn>
              <a:cxn ang="0">
                <a:pos x="connsiteX45699" y="connsiteY45699"/>
              </a:cxn>
              <a:cxn ang="0">
                <a:pos x="connsiteX45700" y="connsiteY45700"/>
              </a:cxn>
              <a:cxn ang="0">
                <a:pos x="connsiteX45701" y="connsiteY45701"/>
              </a:cxn>
              <a:cxn ang="0">
                <a:pos x="connsiteX45702" y="connsiteY45702"/>
              </a:cxn>
              <a:cxn ang="0">
                <a:pos x="connsiteX45703" y="connsiteY45703"/>
              </a:cxn>
              <a:cxn ang="0">
                <a:pos x="connsiteX45704" y="connsiteY45704"/>
              </a:cxn>
              <a:cxn ang="0">
                <a:pos x="connsiteX45705" y="connsiteY45705"/>
              </a:cxn>
              <a:cxn ang="0">
                <a:pos x="connsiteX45706" y="connsiteY45706"/>
              </a:cxn>
              <a:cxn ang="0">
                <a:pos x="connsiteX45707" y="connsiteY45707"/>
              </a:cxn>
              <a:cxn ang="0">
                <a:pos x="connsiteX45708" y="connsiteY45708"/>
              </a:cxn>
              <a:cxn ang="0">
                <a:pos x="connsiteX45709" y="connsiteY45709"/>
              </a:cxn>
              <a:cxn ang="0">
                <a:pos x="connsiteX45710" y="connsiteY45710"/>
              </a:cxn>
              <a:cxn ang="0">
                <a:pos x="connsiteX45711" y="connsiteY45711"/>
              </a:cxn>
              <a:cxn ang="0">
                <a:pos x="connsiteX45712" y="connsiteY45712"/>
              </a:cxn>
              <a:cxn ang="0">
                <a:pos x="connsiteX45713" y="connsiteY45713"/>
              </a:cxn>
              <a:cxn ang="0">
                <a:pos x="connsiteX45714" y="connsiteY45714"/>
              </a:cxn>
              <a:cxn ang="0">
                <a:pos x="connsiteX45715" y="connsiteY45715"/>
              </a:cxn>
              <a:cxn ang="0">
                <a:pos x="connsiteX45716" y="connsiteY45716"/>
              </a:cxn>
              <a:cxn ang="0">
                <a:pos x="connsiteX45717" y="connsiteY45717"/>
              </a:cxn>
              <a:cxn ang="0">
                <a:pos x="connsiteX45718" y="connsiteY45718"/>
              </a:cxn>
              <a:cxn ang="0">
                <a:pos x="connsiteX45719" y="connsiteY45719"/>
              </a:cxn>
              <a:cxn ang="0">
                <a:pos x="connsiteX45720" y="connsiteY45720"/>
              </a:cxn>
              <a:cxn ang="0">
                <a:pos x="connsiteX45721" y="connsiteY45721"/>
              </a:cxn>
              <a:cxn ang="0">
                <a:pos x="connsiteX45722" y="connsiteY45722"/>
              </a:cxn>
              <a:cxn ang="0">
                <a:pos x="connsiteX45723" y="connsiteY45723"/>
              </a:cxn>
              <a:cxn ang="0">
                <a:pos x="connsiteX45724" y="connsiteY45724"/>
              </a:cxn>
              <a:cxn ang="0">
                <a:pos x="connsiteX45725" y="connsiteY45725"/>
              </a:cxn>
              <a:cxn ang="0">
                <a:pos x="connsiteX45726" y="connsiteY45726"/>
              </a:cxn>
              <a:cxn ang="0">
                <a:pos x="connsiteX45727" y="connsiteY45727"/>
              </a:cxn>
              <a:cxn ang="0">
                <a:pos x="connsiteX45728" y="connsiteY45728"/>
              </a:cxn>
              <a:cxn ang="0">
                <a:pos x="connsiteX45729" y="connsiteY45729"/>
              </a:cxn>
              <a:cxn ang="0">
                <a:pos x="connsiteX45730" y="connsiteY45730"/>
              </a:cxn>
              <a:cxn ang="0">
                <a:pos x="connsiteX45731" y="connsiteY45731"/>
              </a:cxn>
              <a:cxn ang="0">
                <a:pos x="connsiteX45732" y="connsiteY45732"/>
              </a:cxn>
              <a:cxn ang="0">
                <a:pos x="connsiteX45733" y="connsiteY45733"/>
              </a:cxn>
              <a:cxn ang="0">
                <a:pos x="connsiteX45734" y="connsiteY45734"/>
              </a:cxn>
              <a:cxn ang="0">
                <a:pos x="connsiteX45735" y="connsiteY45735"/>
              </a:cxn>
              <a:cxn ang="0">
                <a:pos x="connsiteX45736" y="connsiteY45736"/>
              </a:cxn>
              <a:cxn ang="0">
                <a:pos x="connsiteX45737" y="connsiteY45737"/>
              </a:cxn>
              <a:cxn ang="0">
                <a:pos x="connsiteX45738" y="connsiteY45738"/>
              </a:cxn>
              <a:cxn ang="0">
                <a:pos x="connsiteX45739" y="connsiteY45739"/>
              </a:cxn>
              <a:cxn ang="0">
                <a:pos x="connsiteX45740" y="connsiteY45740"/>
              </a:cxn>
              <a:cxn ang="0">
                <a:pos x="connsiteX45741" y="connsiteY45741"/>
              </a:cxn>
              <a:cxn ang="0">
                <a:pos x="connsiteX45742" y="connsiteY45742"/>
              </a:cxn>
              <a:cxn ang="0">
                <a:pos x="connsiteX45743" y="connsiteY45743"/>
              </a:cxn>
              <a:cxn ang="0">
                <a:pos x="connsiteX45744" y="connsiteY45744"/>
              </a:cxn>
              <a:cxn ang="0">
                <a:pos x="connsiteX45745" y="connsiteY45745"/>
              </a:cxn>
              <a:cxn ang="0">
                <a:pos x="connsiteX45746" y="connsiteY45746"/>
              </a:cxn>
              <a:cxn ang="0">
                <a:pos x="connsiteX45747" y="connsiteY45747"/>
              </a:cxn>
              <a:cxn ang="0">
                <a:pos x="connsiteX45748" y="connsiteY45748"/>
              </a:cxn>
              <a:cxn ang="0">
                <a:pos x="connsiteX45749" y="connsiteY45749"/>
              </a:cxn>
              <a:cxn ang="0">
                <a:pos x="connsiteX45750" y="connsiteY45750"/>
              </a:cxn>
              <a:cxn ang="0">
                <a:pos x="connsiteX45751" y="connsiteY45751"/>
              </a:cxn>
              <a:cxn ang="0">
                <a:pos x="connsiteX45752" y="connsiteY45752"/>
              </a:cxn>
              <a:cxn ang="0">
                <a:pos x="connsiteX45753" y="connsiteY45753"/>
              </a:cxn>
              <a:cxn ang="0">
                <a:pos x="connsiteX45754" y="connsiteY45754"/>
              </a:cxn>
              <a:cxn ang="0">
                <a:pos x="connsiteX45755" y="connsiteY45755"/>
              </a:cxn>
              <a:cxn ang="0">
                <a:pos x="connsiteX45756" y="connsiteY45756"/>
              </a:cxn>
              <a:cxn ang="0">
                <a:pos x="connsiteX45757" y="connsiteY45757"/>
              </a:cxn>
              <a:cxn ang="0">
                <a:pos x="connsiteX45758" y="connsiteY45758"/>
              </a:cxn>
              <a:cxn ang="0">
                <a:pos x="connsiteX45759" y="connsiteY45759"/>
              </a:cxn>
              <a:cxn ang="0">
                <a:pos x="connsiteX45760" y="connsiteY45760"/>
              </a:cxn>
              <a:cxn ang="0">
                <a:pos x="connsiteX45761" y="connsiteY45761"/>
              </a:cxn>
              <a:cxn ang="0">
                <a:pos x="connsiteX45762" y="connsiteY45762"/>
              </a:cxn>
              <a:cxn ang="0">
                <a:pos x="connsiteX45763" y="connsiteY45763"/>
              </a:cxn>
              <a:cxn ang="0">
                <a:pos x="connsiteX45764" y="connsiteY45764"/>
              </a:cxn>
              <a:cxn ang="0">
                <a:pos x="connsiteX45765" y="connsiteY45765"/>
              </a:cxn>
              <a:cxn ang="0">
                <a:pos x="connsiteX45766" y="connsiteY45766"/>
              </a:cxn>
              <a:cxn ang="0">
                <a:pos x="connsiteX45767" y="connsiteY45767"/>
              </a:cxn>
              <a:cxn ang="0">
                <a:pos x="connsiteX45768" y="connsiteY45768"/>
              </a:cxn>
              <a:cxn ang="0">
                <a:pos x="connsiteX45769" y="connsiteY45769"/>
              </a:cxn>
              <a:cxn ang="0">
                <a:pos x="connsiteX45770" y="connsiteY45770"/>
              </a:cxn>
              <a:cxn ang="0">
                <a:pos x="connsiteX45771" y="connsiteY45771"/>
              </a:cxn>
              <a:cxn ang="0">
                <a:pos x="connsiteX45772" y="connsiteY45772"/>
              </a:cxn>
              <a:cxn ang="0">
                <a:pos x="connsiteX45773" y="connsiteY45773"/>
              </a:cxn>
              <a:cxn ang="0">
                <a:pos x="connsiteX45774" y="connsiteY45774"/>
              </a:cxn>
              <a:cxn ang="0">
                <a:pos x="connsiteX45775" y="connsiteY45775"/>
              </a:cxn>
              <a:cxn ang="0">
                <a:pos x="connsiteX45776" y="connsiteY45776"/>
              </a:cxn>
              <a:cxn ang="0">
                <a:pos x="connsiteX45777" y="connsiteY45777"/>
              </a:cxn>
              <a:cxn ang="0">
                <a:pos x="connsiteX45778" y="connsiteY45778"/>
              </a:cxn>
              <a:cxn ang="0">
                <a:pos x="connsiteX45779" y="connsiteY45779"/>
              </a:cxn>
              <a:cxn ang="0">
                <a:pos x="connsiteX45780" y="connsiteY45780"/>
              </a:cxn>
              <a:cxn ang="0">
                <a:pos x="connsiteX45781" y="connsiteY45781"/>
              </a:cxn>
              <a:cxn ang="0">
                <a:pos x="connsiteX45782" y="connsiteY45782"/>
              </a:cxn>
              <a:cxn ang="0">
                <a:pos x="connsiteX45783" y="connsiteY45783"/>
              </a:cxn>
              <a:cxn ang="0">
                <a:pos x="connsiteX45784" y="connsiteY45784"/>
              </a:cxn>
              <a:cxn ang="0">
                <a:pos x="connsiteX45785" y="connsiteY45785"/>
              </a:cxn>
              <a:cxn ang="0">
                <a:pos x="connsiteX45786" y="connsiteY45786"/>
              </a:cxn>
              <a:cxn ang="0">
                <a:pos x="connsiteX45787" y="connsiteY45787"/>
              </a:cxn>
              <a:cxn ang="0">
                <a:pos x="connsiteX45788" y="connsiteY45788"/>
              </a:cxn>
              <a:cxn ang="0">
                <a:pos x="connsiteX45789" y="connsiteY45789"/>
              </a:cxn>
              <a:cxn ang="0">
                <a:pos x="connsiteX45790" y="connsiteY45790"/>
              </a:cxn>
              <a:cxn ang="0">
                <a:pos x="connsiteX45791" y="connsiteY45791"/>
              </a:cxn>
              <a:cxn ang="0">
                <a:pos x="connsiteX45792" y="connsiteY45792"/>
              </a:cxn>
              <a:cxn ang="0">
                <a:pos x="connsiteX45793" y="connsiteY45793"/>
              </a:cxn>
              <a:cxn ang="0">
                <a:pos x="connsiteX45794" y="connsiteY45794"/>
              </a:cxn>
              <a:cxn ang="0">
                <a:pos x="connsiteX45795" y="connsiteY45795"/>
              </a:cxn>
              <a:cxn ang="0">
                <a:pos x="connsiteX45796" y="connsiteY45796"/>
              </a:cxn>
              <a:cxn ang="0">
                <a:pos x="connsiteX45797" y="connsiteY45797"/>
              </a:cxn>
              <a:cxn ang="0">
                <a:pos x="connsiteX45798" y="connsiteY45798"/>
              </a:cxn>
              <a:cxn ang="0">
                <a:pos x="connsiteX45799" y="connsiteY45799"/>
              </a:cxn>
              <a:cxn ang="0">
                <a:pos x="connsiteX45800" y="connsiteY45800"/>
              </a:cxn>
              <a:cxn ang="0">
                <a:pos x="connsiteX45801" y="connsiteY45801"/>
              </a:cxn>
              <a:cxn ang="0">
                <a:pos x="connsiteX45802" y="connsiteY45802"/>
              </a:cxn>
              <a:cxn ang="0">
                <a:pos x="connsiteX45803" y="connsiteY45803"/>
              </a:cxn>
              <a:cxn ang="0">
                <a:pos x="connsiteX45804" y="connsiteY45804"/>
              </a:cxn>
              <a:cxn ang="0">
                <a:pos x="connsiteX45805" y="connsiteY45805"/>
              </a:cxn>
              <a:cxn ang="0">
                <a:pos x="connsiteX45806" y="connsiteY45806"/>
              </a:cxn>
              <a:cxn ang="0">
                <a:pos x="connsiteX45807" y="connsiteY45807"/>
              </a:cxn>
              <a:cxn ang="0">
                <a:pos x="connsiteX45808" y="connsiteY45808"/>
              </a:cxn>
              <a:cxn ang="0">
                <a:pos x="connsiteX45809" y="connsiteY45809"/>
              </a:cxn>
              <a:cxn ang="0">
                <a:pos x="connsiteX45810" y="connsiteY45810"/>
              </a:cxn>
              <a:cxn ang="0">
                <a:pos x="connsiteX45811" y="connsiteY45811"/>
              </a:cxn>
              <a:cxn ang="0">
                <a:pos x="connsiteX45812" y="connsiteY45812"/>
              </a:cxn>
              <a:cxn ang="0">
                <a:pos x="connsiteX45813" y="connsiteY45813"/>
              </a:cxn>
              <a:cxn ang="0">
                <a:pos x="connsiteX45814" y="connsiteY45814"/>
              </a:cxn>
              <a:cxn ang="0">
                <a:pos x="connsiteX45815" y="connsiteY45815"/>
              </a:cxn>
              <a:cxn ang="0">
                <a:pos x="connsiteX45816" y="connsiteY45816"/>
              </a:cxn>
              <a:cxn ang="0">
                <a:pos x="connsiteX45817" y="connsiteY45817"/>
              </a:cxn>
              <a:cxn ang="0">
                <a:pos x="connsiteX45818" y="connsiteY45818"/>
              </a:cxn>
              <a:cxn ang="0">
                <a:pos x="connsiteX45819" y="connsiteY45819"/>
              </a:cxn>
              <a:cxn ang="0">
                <a:pos x="connsiteX45820" y="connsiteY45820"/>
              </a:cxn>
              <a:cxn ang="0">
                <a:pos x="connsiteX45821" y="connsiteY45821"/>
              </a:cxn>
              <a:cxn ang="0">
                <a:pos x="connsiteX45822" y="connsiteY45822"/>
              </a:cxn>
              <a:cxn ang="0">
                <a:pos x="connsiteX45823" y="connsiteY45823"/>
              </a:cxn>
              <a:cxn ang="0">
                <a:pos x="connsiteX45824" y="connsiteY45824"/>
              </a:cxn>
              <a:cxn ang="0">
                <a:pos x="connsiteX45825" y="connsiteY45825"/>
              </a:cxn>
              <a:cxn ang="0">
                <a:pos x="connsiteX45826" y="connsiteY45826"/>
              </a:cxn>
              <a:cxn ang="0">
                <a:pos x="connsiteX45827" y="connsiteY45827"/>
              </a:cxn>
              <a:cxn ang="0">
                <a:pos x="connsiteX45828" y="connsiteY45828"/>
              </a:cxn>
              <a:cxn ang="0">
                <a:pos x="connsiteX45829" y="connsiteY45829"/>
              </a:cxn>
              <a:cxn ang="0">
                <a:pos x="connsiteX45830" y="connsiteY45830"/>
              </a:cxn>
              <a:cxn ang="0">
                <a:pos x="connsiteX45831" y="connsiteY45831"/>
              </a:cxn>
              <a:cxn ang="0">
                <a:pos x="connsiteX45832" y="connsiteY45832"/>
              </a:cxn>
              <a:cxn ang="0">
                <a:pos x="connsiteX45833" y="connsiteY45833"/>
              </a:cxn>
              <a:cxn ang="0">
                <a:pos x="connsiteX45834" y="connsiteY45834"/>
              </a:cxn>
              <a:cxn ang="0">
                <a:pos x="connsiteX45835" y="connsiteY45835"/>
              </a:cxn>
              <a:cxn ang="0">
                <a:pos x="connsiteX45836" y="connsiteY45836"/>
              </a:cxn>
              <a:cxn ang="0">
                <a:pos x="connsiteX45837" y="connsiteY45837"/>
              </a:cxn>
              <a:cxn ang="0">
                <a:pos x="connsiteX45838" y="connsiteY45838"/>
              </a:cxn>
              <a:cxn ang="0">
                <a:pos x="connsiteX45839" y="connsiteY45839"/>
              </a:cxn>
              <a:cxn ang="0">
                <a:pos x="connsiteX45840" y="connsiteY45840"/>
              </a:cxn>
              <a:cxn ang="0">
                <a:pos x="connsiteX45841" y="connsiteY45841"/>
              </a:cxn>
              <a:cxn ang="0">
                <a:pos x="connsiteX45842" y="connsiteY45842"/>
              </a:cxn>
              <a:cxn ang="0">
                <a:pos x="connsiteX45843" y="connsiteY45843"/>
              </a:cxn>
              <a:cxn ang="0">
                <a:pos x="connsiteX45844" y="connsiteY45844"/>
              </a:cxn>
              <a:cxn ang="0">
                <a:pos x="connsiteX45845" y="connsiteY45845"/>
              </a:cxn>
              <a:cxn ang="0">
                <a:pos x="connsiteX45846" y="connsiteY45846"/>
              </a:cxn>
              <a:cxn ang="0">
                <a:pos x="connsiteX45847" y="connsiteY45847"/>
              </a:cxn>
              <a:cxn ang="0">
                <a:pos x="connsiteX45848" y="connsiteY45848"/>
              </a:cxn>
              <a:cxn ang="0">
                <a:pos x="connsiteX45849" y="connsiteY45849"/>
              </a:cxn>
              <a:cxn ang="0">
                <a:pos x="connsiteX45850" y="connsiteY45850"/>
              </a:cxn>
              <a:cxn ang="0">
                <a:pos x="connsiteX45851" y="connsiteY45851"/>
              </a:cxn>
              <a:cxn ang="0">
                <a:pos x="connsiteX45852" y="connsiteY45852"/>
              </a:cxn>
              <a:cxn ang="0">
                <a:pos x="connsiteX45853" y="connsiteY45853"/>
              </a:cxn>
              <a:cxn ang="0">
                <a:pos x="connsiteX45854" y="connsiteY45854"/>
              </a:cxn>
              <a:cxn ang="0">
                <a:pos x="connsiteX45855" y="connsiteY45855"/>
              </a:cxn>
              <a:cxn ang="0">
                <a:pos x="connsiteX45856" y="connsiteY45856"/>
              </a:cxn>
              <a:cxn ang="0">
                <a:pos x="connsiteX45857" y="connsiteY45857"/>
              </a:cxn>
              <a:cxn ang="0">
                <a:pos x="connsiteX45858" y="connsiteY45858"/>
              </a:cxn>
              <a:cxn ang="0">
                <a:pos x="connsiteX45859" y="connsiteY45859"/>
              </a:cxn>
              <a:cxn ang="0">
                <a:pos x="connsiteX45860" y="connsiteY45860"/>
              </a:cxn>
              <a:cxn ang="0">
                <a:pos x="connsiteX45861" y="connsiteY45861"/>
              </a:cxn>
              <a:cxn ang="0">
                <a:pos x="connsiteX45862" y="connsiteY45862"/>
              </a:cxn>
              <a:cxn ang="0">
                <a:pos x="connsiteX45863" y="connsiteY45863"/>
              </a:cxn>
              <a:cxn ang="0">
                <a:pos x="connsiteX45864" y="connsiteY45864"/>
              </a:cxn>
              <a:cxn ang="0">
                <a:pos x="connsiteX45865" y="connsiteY45865"/>
              </a:cxn>
              <a:cxn ang="0">
                <a:pos x="connsiteX45866" y="connsiteY45866"/>
              </a:cxn>
              <a:cxn ang="0">
                <a:pos x="connsiteX45867" y="connsiteY45867"/>
              </a:cxn>
              <a:cxn ang="0">
                <a:pos x="connsiteX45868" y="connsiteY45868"/>
              </a:cxn>
              <a:cxn ang="0">
                <a:pos x="connsiteX45869" y="connsiteY45869"/>
              </a:cxn>
              <a:cxn ang="0">
                <a:pos x="connsiteX45870" y="connsiteY45870"/>
              </a:cxn>
              <a:cxn ang="0">
                <a:pos x="connsiteX45871" y="connsiteY45871"/>
              </a:cxn>
              <a:cxn ang="0">
                <a:pos x="connsiteX45872" y="connsiteY45872"/>
              </a:cxn>
              <a:cxn ang="0">
                <a:pos x="connsiteX45873" y="connsiteY45873"/>
              </a:cxn>
              <a:cxn ang="0">
                <a:pos x="connsiteX45874" y="connsiteY45874"/>
              </a:cxn>
              <a:cxn ang="0">
                <a:pos x="connsiteX45875" y="connsiteY45875"/>
              </a:cxn>
              <a:cxn ang="0">
                <a:pos x="connsiteX45876" y="connsiteY45876"/>
              </a:cxn>
              <a:cxn ang="0">
                <a:pos x="connsiteX45877" y="connsiteY45877"/>
              </a:cxn>
              <a:cxn ang="0">
                <a:pos x="connsiteX45878" y="connsiteY45878"/>
              </a:cxn>
              <a:cxn ang="0">
                <a:pos x="connsiteX45879" y="connsiteY45879"/>
              </a:cxn>
              <a:cxn ang="0">
                <a:pos x="connsiteX45880" y="connsiteY45880"/>
              </a:cxn>
              <a:cxn ang="0">
                <a:pos x="connsiteX45881" y="connsiteY45881"/>
              </a:cxn>
              <a:cxn ang="0">
                <a:pos x="connsiteX45882" y="connsiteY45882"/>
              </a:cxn>
              <a:cxn ang="0">
                <a:pos x="connsiteX45883" y="connsiteY45883"/>
              </a:cxn>
              <a:cxn ang="0">
                <a:pos x="connsiteX45884" y="connsiteY45884"/>
              </a:cxn>
              <a:cxn ang="0">
                <a:pos x="connsiteX45885" y="connsiteY45885"/>
              </a:cxn>
              <a:cxn ang="0">
                <a:pos x="connsiteX45886" y="connsiteY45886"/>
              </a:cxn>
              <a:cxn ang="0">
                <a:pos x="connsiteX45887" y="connsiteY45887"/>
              </a:cxn>
              <a:cxn ang="0">
                <a:pos x="connsiteX45888" y="connsiteY45888"/>
              </a:cxn>
              <a:cxn ang="0">
                <a:pos x="connsiteX45889" y="connsiteY45889"/>
              </a:cxn>
              <a:cxn ang="0">
                <a:pos x="connsiteX45890" y="connsiteY45890"/>
              </a:cxn>
              <a:cxn ang="0">
                <a:pos x="connsiteX45891" y="connsiteY45891"/>
              </a:cxn>
              <a:cxn ang="0">
                <a:pos x="connsiteX45892" y="connsiteY45892"/>
              </a:cxn>
              <a:cxn ang="0">
                <a:pos x="connsiteX45893" y="connsiteY45893"/>
              </a:cxn>
              <a:cxn ang="0">
                <a:pos x="connsiteX45894" y="connsiteY45894"/>
              </a:cxn>
              <a:cxn ang="0">
                <a:pos x="connsiteX45895" y="connsiteY45895"/>
              </a:cxn>
              <a:cxn ang="0">
                <a:pos x="connsiteX45896" y="connsiteY45896"/>
              </a:cxn>
              <a:cxn ang="0">
                <a:pos x="connsiteX45897" y="connsiteY45897"/>
              </a:cxn>
              <a:cxn ang="0">
                <a:pos x="connsiteX45898" y="connsiteY45898"/>
              </a:cxn>
              <a:cxn ang="0">
                <a:pos x="connsiteX45899" y="connsiteY45899"/>
              </a:cxn>
              <a:cxn ang="0">
                <a:pos x="connsiteX45900" y="connsiteY45900"/>
              </a:cxn>
              <a:cxn ang="0">
                <a:pos x="connsiteX45901" y="connsiteY45901"/>
              </a:cxn>
              <a:cxn ang="0">
                <a:pos x="connsiteX45902" y="connsiteY45902"/>
              </a:cxn>
              <a:cxn ang="0">
                <a:pos x="connsiteX45903" y="connsiteY45903"/>
              </a:cxn>
              <a:cxn ang="0">
                <a:pos x="connsiteX45904" y="connsiteY45904"/>
              </a:cxn>
              <a:cxn ang="0">
                <a:pos x="connsiteX45905" y="connsiteY45905"/>
              </a:cxn>
              <a:cxn ang="0">
                <a:pos x="connsiteX45906" y="connsiteY45906"/>
              </a:cxn>
              <a:cxn ang="0">
                <a:pos x="connsiteX45907" y="connsiteY45907"/>
              </a:cxn>
              <a:cxn ang="0">
                <a:pos x="connsiteX45908" y="connsiteY45908"/>
              </a:cxn>
              <a:cxn ang="0">
                <a:pos x="connsiteX45909" y="connsiteY45909"/>
              </a:cxn>
              <a:cxn ang="0">
                <a:pos x="connsiteX45910" y="connsiteY45910"/>
              </a:cxn>
              <a:cxn ang="0">
                <a:pos x="connsiteX45911" y="connsiteY45911"/>
              </a:cxn>
              <a:cxn ang="0">
                <a:pos x="connsiteX45912" y="connsiteY45912"/>
              </a:cxn>
              <a:cxn ang="0">
                <a:pos x="connsiteX45913" y="connsiteY45913"/>
              </a:cxn>
              <a:cxn ang="0">
                <a:pos x="connsiteX45914" y="connsiteY45914"/>
              </a:cxn>
              <a:cxn ang="0">
                <a:pos x="connsiteX45915" y="connsiteY45915"/>
              </a:cxn>
              <a:cxn ang="0">
                <a:pos x="connsiteX45916" y="connsiteY45916"/>
              </a:cxn>
              <a:cxn ang="0">
                <a:pos x="connsiteX45917" y="connsiteY45917"/>
              </a:cxn>
              <a:cxn ang="0">
                <a:pos x="connsiteX45918" y="connsiteY45918"/>
              </a:cxn>
              <a:cxn ang="0">
                <a:pos x="connsiteX45919" y="connsiteY45919"/>
              </a:cxn>
              <a:cxn ang="0">
                <a:pos x="connsiteX45920" y="connsiteY45920"/>
              </a:cxn>
              <a:cxn ang="0">
                <a:pos x="connsiteX45921" y="connsiteY45921"/>
              </a:cxn>
              <a:cxn ang="0">
                <a:pos x="connsiteX45922" y="connsiteY45922"/>
              </a:cxn>
              <a:cxn ang="0">
                <a:pos x="connsiteX45923" y="connsiteY45923"/>
              </a:cxn>
              <a:cxn ang="0">
                <a:pos x="connsiteX45924" y="connsiteY45924"/>
              </a:cxn>
              <a:cxn ang="0">
                <a:pos x="connsiteX45925" y="connsiteY45925"/>
              </a:cxn>
              <a:cxn ang="0">
                <a:pos x="connsiteX45926" y="connsiteY45926"/>
              </a:cxn>
              <a:cxn ang="0">
                <a:pos x="connsiteX45927" y="connsiteY45927"/>
              </a:cxn>
              <a:cxn ang="0">
                <a:pos x="connsiteX45928" y="connsiteY45928"/>
              </a:cxn>
              <a:cxn ang="0">
                <a:pos x="connsiteX45929" y="connsiteY45929"/>
              </a:cxn>
              <a:cxn ang="0">
                <a:pos x="connsiteX45930" y="connsiteY45930"/>
              </a:cxn>
              <a:cxn ang="0">
                <a:pos x="connsiteX45931" y="connsiteY45931"/>
              </a:cxn>
              <a:cxn ang="0">
                <a:pos x="connsiteX45932" y="connsiteY45932"/>
              </a:cxn>
              <a:cxn ang="0">
                <a:pos x="connsiteX45933" y="connsiteY45933"/>
              </a:cxn>
              <a:cxn ang="0">
                <a:pos x="connsiteX45934" y="connsiteY45934"/>
              </a:cxn>
              <a:cxn ang="0">
                <a:pos x="connsiteX45935" y="connsiteY45935"/>
              </a:cxn>
              <a:cxn ang="0">
                <a:pos x="connsiteX45936" y="connsiteY45936"/>
              </a:cxn>
              <a:cxn ang="0">
                <a:pos x="connsiteX45937" y="connsiteY45937"/>
              </a:cxn>
              <a:cxn ang="0">
                <a:pos x="connsiteX45938" y="connsiteY45938"/>
              </a:cxn>
              <a:cxn ang="0">
                <a:pos x="connsiteX45939" y="connsiteY45939"/>
              </a:cxn>
              <a:cxn ang="0">
                <a:pos x="connsiteX45940" y="connsiteY45940"/>
              </a:cxn>
              <a:cxn ang="0">
                <a:pos x="connsiteX45941" y="connsiteY45941"/>
              </a:cxn>
              <a:cxn ang="0">
                <a:pos x="connsiteX45942" y="connsiteY45942"/>
              </a:cxn>
              <a:cxn ang="0">
                <a:pos x="connsiteX45943" y="connsiteY45943"/>
              </a:cxn>
              <a:cxn ang="0">
                <a:pos x="connsiteX45944" y="connsiteY45944"/>
              </a:cxn>
              <a:cxn ang="0">
                <a:pos x="connsiteX45945" y="connsiteY45945"/>
              </a:cxn>
              <a:cxn ang="0">
                <a:pos x="connsiteX45946" y="connsiteY45946"/>
              </a:cxn>
              <a:cxn ang="0">
                <a:pos x="connsiteX45947" y="connsiteY45947"/>
              </a:cxn>
              <a:cxn ang="0">
                <a:pos x="connsiteX45948" y="connsiteY45948"/>
              </a:cxn>
              <a:cxn ang="0">
                <a:pos x="connsiteX45949" y="connsiteY45949"/>
              </a:cxn>
              <a:cxn ang="0">
                <a:pos x="connsiteX45950" y="connsiteY45950"/>
              </a:cxn>
              <a:cxn ang="0">
                <a:pos x="connsiteX45951" y="connsiteY45951"/>
              </a:cxn>
              <a:cxn ang="0">
                <a:pos x="connsiteX45952" y="connsiteY45952"/>
              </a:cxn>
              <a:cxn ang="0">
                <a:pos x="connsiteX45953" y="connsiteY45953"/>
              </a:cxn>
              <a:cxn ang="0">
                <a:pos x="connsiteX45954" y="connsiteY45954"/>
              </a:cxn>
              <a:cxn ang="0">
                <a:pos x="connsiteX45955" y="connsiteY45955"/>
              </a:cxn>
              <a:cxn ang="0">
                <a:pos x="connsiteX45956" y="connsiteY45956"/>
              </a:cxn>
              <a:cxn ang="0">
                <a:pos x="connsiteX45957" y="connsiteY45957"/>
              </a:cxn>
              <a:cxn ang="0">
                <a:pos x="connsiteX45958" y="connsiteY45958"/>
              </a:cxn>
              <a:cxn ang="0">
                <a:pos x="connsiteX45959" y="connsiteY45959"/>
              </a:cxn>
              <a:cxn ang="0">
                <a:pos x="connsiteX45960" y="connsiteY45960"/>
              </a:cxn>
              <a:cxn ang="0">
                <a:pos x="connsiteX45961" y="connsiteY45961"/>
              </a:cxn>
              <a:cxn ang="0">
                <a:pos x="connsiteX45962" y="connsiteY45962"/>
              </a:cxn>
              <a:cxn ang="0">
                <a:pos x="connsiteX45963" y="connsiteY45963"/>
              </a:cxn>
              <a:cxn ang="0">
                <a:pos x="connsiteX45964" y="connsiteY45964"/>
              </a:cxn>
              <a:cxn ang="0">
                <a:pos x="connsiteX45965" y="connsiteY45965"/>
              </a:cxn>
              <a:cxn ang="0">
                <a:pos x="connsiteX45966" y="connsiteY45966"/>
              </a:cxn>
              <a:cxn ang="0">
                <a:pos x="connsiteX45967" y="connsiteY45967"/>
              </a:cxn>
              <a:cxn ang="0">
                <a:pos x="connsiteX45968" y="connsiteY45968"/>
              </a:cxn>
              <a:cxn ang="0">
                <a:pos x="connsiteX45969" y="connsiteY45969"/>
              </a:cxn>
              <a:cxn ang="0">
                <a:pos x="connsiteX45970" y="connsiteY45970"/>
              </a:cxn>
              <a:cxn ang="0">
                <a:pos x="connsiteX45971" y="connsiteY45971"/>
              </a:cxn>
              <a:cxn ang="0">
                <a:pos x="connsiteX45972" y="connsiteY45972"/>
              </a:cxn>
              <a:cxn ang="0">
                <a:pos x="connsiteX45973" y="connsiteY45973"/>
              </a:cxn>
              <a:cxn ang="0">
                <a:pos x="connsiteX45974" y="connsiteY45974"/>
              </a:cxn>
              <a:cxn ang="0">
                <a:pos x="connsiteX45975" y="connsiteY45975"/>
              </a:cxn>
              <a:cxn ang="0">
                <a:pos x="connsiteX45976" y="connsiteY45976"/>
              </a:cxn>
              <a:cxn ang="0">
                <a:pos x="connsiteX45977" y="connsiteY45977"/>
              </a:cxn>
              <a:cxn ang="0">
                <a:pos x="connsiteX45978" y="connsiteY45978"/>
              </a:cxn>
              <a:cxn ang="0">
                <a:pos x="connsiteX45979" y="connsiteY45979"/>
              </a:cxn>
              <a:cxn ang="0">
                <a:pos x="connsiteX45980" y="connsiteY45980"/>
              </a:cxn>
              <a:cxn ang="0">
                <a:pos x="connsiteX45981" y="connsiteY45981"/>
              </a:cxn>
              <a:cxn ang="0">
                <a:pos x="connsiteX45982" y="connsiteY45982"/>
              </a:cxn>
              <a:cxn ang="0">
                <a:pos x="connsiteX45983" y="connsiteY45983"/>
              </a:cxn>
              <a:cxn ang="0">
                <a:pos x="connsiteX45984" y="connsiteY45984"/>
              </a:cxn>
              <a:cxn ang="0">
                <a:pos x="connsiteX45985" y="connsiteY45985"/>
              </a:cxn>
              <a:cxn ang="0">
                <a:pos x="connsiteX45986" y="connsiteY45986"/>
              </a:cxn>
              <a:cxn ang="0">
                <a:pos x="connsiteX45987" y="connsiteY45987"/>
              </a:cxn>
              <a:cxn ang="0">
                <a:pos x="connsiteX45988" y="connsiteY45988"/>
              </a:cxn>
              <a:cxn ang="0">
                <a:pos x="connsiteX45989" y="connsiteY45989"/>
              </a:cxn>
              <a:cxn ang="0">
                <a:pos x="connsiteX45990" y="connsiteY45990"/>
              </a:cxn>
              <a:cxn ang="0">
                <a:pos x="connsiteX45991" y="connsiteY45991"/>
              </a:cxn>
              <a:cxn ang="0">
                <a:pos x="connsiteX45992" y="connsiteY45992"/>
              </a:cxn>
              <a:cxn ang="0">
                <a:pos x="connsiteX45993" y="connsiteY45993"/>
              </a:cxn>
              <a:cxn ang="0">
                <a:pos x="connsiteX45994" y="connsiteY45994"/>
              </a:cxn>
              <a:cxn ang="0">
                <a:pos x="connsiteX45995" y="connsiteY45995"/>
              </a:cxn>
              <a:cxn ang="0">
                <a:pos x="connsiteX45996" y="connsiteY45996"/>
              </a:cxn>
              <a:cxn ang="0">
                <a:pos x="connsiteX45997" y="connsiteY45997"/>
              </a:cxn>
              <a:cxn ang="0">
                <a:pos x="connsiteX45998" y="connsiteY45998"/>
              </a:cxn>
              <a:cxn ang="0">
                <a:pos x="connsiteX45999" y="connsiteY45999"/>
              </a:cxn>
              <a:cxn ang="0">
                <a:pos x="connsiteX46000" y="connsiteY46000"/>
              </a:cxn>
              <a:cxn ang="0">
                <a:pos x="connsiteX46001" y="connsiteY46001"/>
              </a:cxn>
              <a:cxn ang="0">
                <a:pos x="connsiteX46002" y="connsiteY46002"/>
              </a:cxn>
              <a:cxn ang="0">
                <a:pos x="connsiteX46003" y="connsiteY46003"/>
              </a:cxn>
              <a:cxn ang="0">
                <a:pos x="connsiteX46004" y="connsiteY46004"/>
              </a:cxn>
              <a:cxn ang="0">
                <a:pos x="connsiteX46005" y="connsiteY46005"/>
              </a:cxn>
              <a:cxn ang="0">
                <a:pos x="connsiteX46006" y="connsiteY46006"/>
              </a:cxn>
              <a:cxn ang="0">
                <a:pos x="connsiteX46007" y="connsiteY46007"/>
              </a:cxn>
              <a:cxn ang="0">
                <a:pos x="connsiteX46008" y="connsiteY46008"/>
              </a:cxn>
              <a:cxn ang="0">
                <a:pos x="connsiteX46009" y="connsiteY46009"/>
              </a:cxn>
              <a:cxn ang="0">
                <a:pos x="connsiteX46010" y="connsiteY46010"/>
              </a:cxn>
              <a:cxn ang="0">
                <a:pos x="connsiteX46011" y="connsiteY46011"/>
              </a:cxn>
              <a:cxn ang="0">
                <a:pos x="connsiteX46012" y="connsiteY46012"/>
              </a:cxn>
              <a:cxn ang="0">
                <a:pos x="connsiteX46013" y="connsiteY46013"/>
              </a:cxn>
              <a:cxn ang="0">
                <a:pos x="connsiteX46014" y="connsiteY46014"/>
              </a:cxn>
              <a:cxn ang="0">
                <a:pos x="connsiteX46015" y="connsiteY46015"/>
              </a:cxn>
              <a:cxn ang="0">
                <a:pos x="connsiteX46016" y="connsiteY46016"/>
              </a:cxn>
              <a:cxn ang="0">
                <a:pos x="connsiteX46017" y="connsiteY46017"/>
              </a:cxn>
              <a:cxn ang="0">
                <a:pos x="connsiteX46018" y="connsiteY46018"/>
              </a:cxn>
              <a:cxn ang="0">
                <a:pos x="connsiteX46019" y="connsiteY46019"/>
              </a:cxn>
              <a:cxn ang="0">
                <a:pos x="connsiteX46020" y="connsiteY46020"/>
              </a:cxn>
              <a:cxn ang="0">
                <a:pos x="connsiteX46021" y="connsiteY46021"/>
              </a:cxn>
              <a:cxn ang="0">
                <a:pos x="connsiteX46022" y="connsiteY46022"/>
              </a:cxn>
              <a:cxn ang="0">
                <a:pos x="connsiteX46023" y="connsiteY46023"/>
              </a:cxn>
              <a:cxn ang="0">
                <a:pos x="connsiteX46024" y="connsiteY46024"/>
              </a:cxn>
              <a:cxn ang="0">
                <a:pos x="connsiteX46025" y="connsiteY46025"/>
              </a:cxn>
              <a:cxn ang="0">
                <a:pos x="connsiteX46026" y="connsiteY46026"/>
              </a:cxn>
              <a:cxn ang="0">
                <a:pos x="connsiteX46027" y="connsiteY46027"/>
              </a:cxn>
              <a:cxn ang="0">
                <a:pos x="connsiteX46028" y="connsiteY46028"/>
              </a:cxn>
              <a:cxn ang="0">
                <a:pos x="connsiteX46029" y="connsiteY46029"/>
              </a:cxn>
              <a:cxn ang="0">
                <a:pos x="connsiteX46030" y="connsiteY46030"/>
              </a:cxn>
              <a:cxn ang="0">
                <a:pos x="connsiteX46031" y="connsiteY46031"/>
              </a:cxn>
              <a:cxn ang="0">
                <a:pos x="connsiteX46032" y="connsiteY46032"/>
              </a:cxn>
              <a:cxn ang="0">
                <a:pos x="connsiteX46033" y="connsiteY46033"/>
              </a:cxn>
              <a:cxn ang="0">
                <a:pos x="connsiteX46034" y="connsiteY46034"/>
              </a:cxn>
              <a:cxn ang="0">
                <a:pos x="connsiteX46035" y="connsiteY46035"/>
              </a:cxn>
              <a:cxn ang="0">
                <a:pos x="connsiteX46036" y="connsiteY46036"/>
              </a:cxn>
              <a:cxn ang="0">
                <a:pos x="connsiteX46037" y="connsiteY46037"/>
              </a:cxn>
              <a:cxn ang="0">
                <a:pos x="connsiteX46038" y="connsiteY46038"/>
              </a:cxn>
              <a:cxn ang="0">
                <a:pos x="connsiteX46039" y="connsiteY46039"/>
              </a:cxn>
              <a:cxn ang="0">
                <a:pos x="connsiteX46040" y="connsiteY46040"/>
              </a:cxn>
              <a:cxn ang="0">
                <a:pos x="connsiteX46041" y="connsiteY46041"/>
              </a:cxn>
              <a:cxn ang="0">
                <a:pos x="connsiteX46042" y="connsiteY46042"/>
              </a:cxn>
              <a:cxn ang="0">
                <a:pos x="connsiteX46043" y="connsiteY46043"/>
              </a:cxn>
              <a:cxn ang="0">
                <a:pos x="connsiteX46044" y="connsiteY46044"/>
              </a:cxn>
              <a:cxn ang="0">
                <a:pos x="connsiteX46045" y="connsiteY46045"/>
              </a:cxn>
              <a:cxn ang="0">
                <a:pos x="connsiteX46046" y="connsiteY46046"/>
              </a:cxn>
              <a:cxn ang="0">
                <a:pos x="connsiteX46047" y="connsiteY46047"/>
              </a:cxn>
              <a:cxn ang="0">
                <a:pos x="connsiteX46048" y="connsiteY46048"/>
              </a:cxn>
              <a:cxn ang="0">
                <a:pos x="connsiteX46049" y="connsiteY46049"/>
              </a:cxn>
              <a:cxn ang="0">
                <a:pos x="connsiteX46050" y="connsiteY46050"/>
              </a:cxn>
              <a:cxn ang="0">
                <a:pos x="connsiteX46051" y="connsiteY46051"/>
              </a:cxn>
              <a:cxn ang="0">
                <a:pos x="connsiteX46052" y="connsiteY46052"/>
              </a:cxn>
              <a:cxn ang="0">
                <a:pos x="connsiteX46053" y="connsiteY46053"/>
              </a:cxn>
              <a:cxn ang="0">
                <a:pos x="connsiteX46054" y="connsiteY46054"/>
              </a:cxn>
              <a:cxn ang="0">
                <a:pos x="connsiteX46055" y="connsiteY46055"/>
              </a:cxn>
              <a:cxn ang="0">
                <a:pos x="connsiteX46056" y="connsiteY46056"/>
              </a:cxn>
              <a:cxn ang="0">
                <a:pos x="connsiteX46057" y="connsiteY46057"/>
              </a:cxn>
              <a:cxn ang="0">
                <a:pos x="connsiteX46058" y="connsiteY46058"/>
              </a:cxn>
              <a:cxn ang="0">
                <a:pos x="connsiteX46059" y="connsiteY46059"/>
              </a:cxn>
              <a:cxn ang="0">
                <a:pos x="connsiteX46060" y="connsiteY46060"/>
              </a:cxn>
              <a:cxn ang="0">
                <a:pos x="connsiteX46061" y="connsiteY46061"/>
              </a:cxn>
              <a:cxn ang="0">
                <a:pos x="connsiteX46062" y="connsiteY46062"/>
              </a:cxn>
              <a:cxn ang="0">
                <a:pos x="connsiteX46063" y="connsiteY46063"/>
              </a:cxn>
              <a:cxn ang="0">
                <a:pos x="connsiteX46064" y="connsiteY46064"/>
              </a:cxn>
              <a:cxn ang="0">
                <a:pos x="connsiteX46065" y="connsiteY46065"/>
              </a:cxn>
              <a:cxn ang="0">
                <a:pos x="connsiteX46066" y="connsiteY46066"/>
              </a:cxn>
              <a:cxn ang="0">
                <a:pos x="connsiteX46067" y="connsiteY46067"/>
              </a:cxn>
              <a:cxn ang="0">
                <a:pos x="connsiteX46068" y="connsiteY46068"/>
              </a:cxn>
              <a:cxn ang="0">
                <a:pos x="connsiteX46069" y="connsiteY46069"/>
              </a:cxn>
              <a:cxn ang="0">
                <a:pos x="connsiteX46070" y="connsiteY46070"/>
              </a:cxn>
              <a:cxn ang="0">
                <a:pos x="connsiteX46071" y="connsiteY46071"/>
              </a:cxn>
              <a:cxn ang="0">
                <a:pos x="connsiteX46072" y="connsiteY46072"/>
              </a:cxn>
              <a:cxn ang="0">
                <a:pos x="connsiteX46073" y="connsiteY46073"/>
              </a:cxn>
              <a:cxn ang="0">
                <a:pos x="connsiteX46074" y="connsiteY46074"/>
              </a:cxn>
              <a:cxn ang="0">
                <a:pos x="connsiteX46075" y="connsiteY46075"/>
              </a:cxn>
              <a:cxn ang="0">
                <a:pos x="connsiteX46076" y="connsiteY46076"/>
              </a:cxn>
              <a:cxn ang="0">
                <a:pos x="connsiteX46077" y="connsiteY46077"/>
              </a:cxn>
              <a:cxn ang="0">
                <a:pos x="connsiteX46078" y="connsiteY46078"/>
              </a:cxn>
              <a:cxn ang="0">
                <a:pos x="connsiteX46079" y="connsiteY46079"/>
              </a:cxn>
              <a:cxn ang="0">
                <a:pos x="connsiteX46080" y="connsiteY46080"/>
              </a:cxn>
              <a:cxn ang="0">
                <a:pos x="connsiteX46081" y="connsiteY46081"/>
              </a:cxn>
              <a:cxn ang="0">
                <a:pos x="connsiteX46082" y="connsiteY46082"/>
              </a:cxn>
              <a:cxn ang="0">
                <a:pos x="connsiteX46083" y="connsiteY46083"/>
              </a:cxn>
              <a:cxn ang="0">
                <a:pos x="connsiteX46084" y="connsiteY46084"/>
              </a:cxn>
              <a:cxn ang="0">
                <a:pos x="connsiteX46085" y="connsiteY46085"/>
              </a:cxn>
              <a:cxn ang="0">
                <a:pos x="connsiteX46086" y="connsiteY46086"/>
              </a:cxn>
              <a:cxn ang="0">
                <a:pos x="connsiteX46087" y="connsiteY46087"/>
              </a:cxn>
              <a:cxn ang="0">
                <a:pos x="connsiteX46088" y="connsiteY46088"/>
              </a:cxn>
              <a:cxn ang="0">
                <a:pos x="connsiteX46089" y="connsiteY46089"/>
              </a:cxn>
              <a:cxn ang="0">
                <a:pos x="connsiteX46090" y="connsiteY46090"/>
              </a:cxn>
              <a:cxn ang="0">
                <a:pos x="connsiteX46091" y="connsiteY46091"/>
              </a:cxn>
              <a:cxn ang="0">
                <a:pos x="connsiteX46092" y="connsiteY46092"/>
              </a:cxn>
              <a:cxn ang="0">
                <a:pos x="connsiteX46093" y="connsiteY46093"/>
              </a:cxn>
              <a:cxn ang="0">
                <a:pos x="connsiteX46094" y="connsiteY46094"/>
              </a:cxn>
              <a:cxn ang="0">
                <a:pos x="connsiteX46095" y="connsiteY46095"/>
              </a:cxn>
              <a:cxn ang="0">
                <a:pos x="connsiteX46096" y="connsiteY46096"/>
              </a:cxn>
              <a:cxn ang="0">
                <a:pos x="connsiteX46097" y="connsiteY46097"/>
              </a:cxn>
              <a:cxn ang="0">
                <a:pos x="connsiteX46098" y="connsiteY46098"/>
              </a:cxn>
              <a:cxn ang="0">
                <a:pos x="connsiteX46099" y="connsiteY46099"/>
              </a:cxn>
              <a:cxn ang="0">
                <a:pos x="connsiteX46100" y="connsiteY46100"/>
              </a:cxn>
              <a:cxn ang="0">
                <a:pos x="connsiteX46101" y="connsiteY46101"/>
              </a:cxn>
              <a:cxn ang="0">
                <a:pos x="connsiteX46102" y="connsiteY46102"/>
              </a:cxn>
              <a:cxn ang="0">
                <a:pos x="connsiteX46103" y="connsiteY46103"/>
              </a:cxn>
              <a:cxn ang="0">
                <a:pos x="connsiteX46104" y="connsiteY46104"/>
              </a:cxn>
              <a:cxn ang="0">
                <a:pos x="connsiteX46105" y="connsiteY46105"/>
              </a:cxn>
              <a:cxn ang="0">
                <a:pos x="connsiteX46106" y="connsiteY46106"/>
              </a:cxn>
              <a:cxn ang="0">
                <a:pos x="connsiteX46107" y="connsiteY46107"/>
              </a:cxn>
              <a:cxn ang="0">
                <a:pos x="connsiteX46108" y="connsiteY46108"/>
              </a:cxn>
              <a:cxn ang="0">
                <a:pos x="connsiteX46109" y="connsiteY46109"/>
              </a:cxn>
              <a:cxn ang="0">
                <a:pos x="connsiteX46110" y="connsiteY46110"/>
              </a:cxn>
              <a:cxn ang="0">
                <a:pos x="connsiteX46111" y="connsiteY46111"/>
              </a:cxn>
              <a:cxn ang="0">
                <a:pos x="connsiteX46112" y="connsiteY46112"/>
              </a:cxn>
              <a:cxn ang="0">
                <a:pos x="connsiteX46113" y="connsiteY46113"/>
              </a:cxn>
              <a:cxn ang="0">
                <a:pos x="connsiteX46114" y="connsiteY46114"/>
              </a:cxn>
              <a:cxn ang="0">
                <a:pos x="connsiteX46115" y="connsiteY46115"/>
              </a:cxn>
              <a:cxn ang="0">
                <a:pos x="connsiteX46116" y="connsiteY46116"/>
              </a:cxn>
              <a:cxn ang="0">
                <a:pos x="connsiteX46117" y="connsiteY46117"/>
              </a:cxn>
              <a:cxn ang="0">
                <a:pos x="connsiteX46118" y="connsiteY46118"/>
              </a:cxn>
              <a:cxn ang="0">
                <a:pos x="connsiteX46119" y="connsiteY46119"/>
              </a:cxn>
              <a:cxn ang="0">
                <a:pos x="connsiteX46120" y="connsiteY46120"/>
              </a:cxn>
              <a:cxn ang="0">
                <a:pos x="connsiteX46121" y="connsiteY46121"/>
              </a:cxn>
              <a:cxn ang="0">
                <a:pos x="connsiteX46122" y="connsiteY46122"/>
              </a:cxn>
              <a:cxn ang="0">
                <a:pos x="connsiteX46123" y="connsiteY46123"/>
              </a:cxn>
              <a:cxn ang="0">
                <a:pos x="connsiteX46124" y="connsiteY46124"/>
              </a:cxn>
              <a:cxn ang="0">
                <a:pos x="connsiteX46125" y="connsiteY46125"/>
              </a:cxn>
              <a:cxn ang="0">
                <a:pos x="connsiteX46126" y="connsiteY46126"/>
              </a:cxn>
              <a:cxn ang="0">
                <a:pos x="connsiteX46127" y="connsiteY46127"/>
              </a:cxn>
              <a:cxn ang="0">
                <a:pos x="connsiteX46128" y="connsiteY46128"/>
              </a:cxn>
              <a:cxn ang="0">
                <a:pos x="connsiteX46129" y="connsiteY46129"/>
              </a:cxn>
              <a:cxn ang="0">
                <a:pos x="connsiteX46130" y="connsiteY46130"/>
              </a:cxn>
              <a:cxn ang="0">
                <a:pos x="connsiteX46131" y="connsiteY46131"/>
              </a:cxn>
              <a:cxn ang="0">
                <a:pos x="connsiteX46132" y="connsiteY46132"/>
              </a:cxn>
              <a:cxn ang="0">
                <a:pos x="connsiteX46133" y="connsiteY46133"/>
              </a:cxn>
              <a:cxn ang="0">
                <a:pos x="connsiteX46134" y="connsiteY46134"/>
              </a:cxn>
              <a:cxn ang="0">
                <a:pos x="connsiteX46135" y="connsiteY46135"/>
              </a:cxn>
              <a:cxn ang="0">
                <a:pos x="connsiteX46136" y="connsiteY46136"/>
              </a:cxn>
              <a:cxn ang="0">
                <a:pos x="connsiteX46137" y="connsiteY46137"/>
              </a:cxn>
              <a:cxn ang="0">
                <a:pos x="connsiteX46138" y="connsiteY46138"/>
              </a:cxn>
              <a:cxn ang="0">
                <a:pos x="connsiteX46139" y="connsiteY46139"/>
              </a:cxn>
              <a:cxn ang="0">
                <a:pos x="connsiteX46140" y="connsiteY46140"/>
              </a:cxn>
              <a:cxn ang="0">
                <a:pos x="connsiteX46141" y="connsiteY46141"/>
              </a:cxn>
              <a:cxn ang="0">
                <a:pos x="connsiteX46142" y="connsiteY46142"/>
              </a:cxn>
              <a:cxn ang="0">
                <a:pos x="connsiteX46143" y="connsiteY46143"/>
              </a:cxn>
              <a:cxn ang="0">
                <a:pos x="connsiteX46144" y="connsiteY46144"/>
              </a:cxn>
              <a:cxn ang="0">
                <a:pos x="connsiteX46145" y="connsiteY46145"/>
              </a:cxn>
              <a:cxn ang="0">
                <a:pos x="connsiteX46146" y="connsiteY46146"/>
              </a:cxn>
              <a:cxn ang="0">
                <a:pos x="connsiteX46147" y="connsiteY46147"/>
              </a:cxn>
              <a:cxn ang="0">
                <a:pos x="connsiteX46148" y="connsiteY46148"/>
              </a:cxn>
              <a:cxn ang="0">
                <a:pos x="connsiteX46149" y="connsiteY46149"/>
              </a:cxn>
              <a:cxn ang="0">
                <a:pos x="connsiteX46150" y="connsiteY46150"/>
              </a:cxn>
              <a:cxn ang="0">
                <a:pos x="connsiteX46151" y="connsiteY46151"/>
              </a:cxn>
              <a:cxn ang="0">
                <a:pos x="connsiteX46152" y="connsiteY46152"/>
              </a:cxn>
              <a:cxn ang="0">
                <a:pos x="connsiteX46153" y="connsiteY46153"/>
              </a:cxn>
              <a:cxn ang="0">
                <a:pos x="connsiteX46154" y="connsiteY46154"/>
              </a:cxn>
              <a:cxn ang="0">
                <a:pos x="connsiteX46155" y="connsiteY46155"/>
              </a:cxn>
              <a:cxn ang="0">
                <a:pos x="connsiteX46156" y="connsiteY46156"/>
              </a:cxn>
              <a:cxn ang="0">
                <a:pos x="connsiteX46157" y="connsiteY46157"/>
              </a:cxn>
              <a:cxn ang="0">
                <a:pos x="connsiteX46158" y="connsiteY46158"/>
              </a:cxn>
              <a:cxn ang="0">
                <a:pos x="connsiteX46159" y="connsiteY46159"/>
              </a:cxn>
              <a:cxn ang="0">
                <a:pos x="connsiteX46160" y="connsiteY46160"/>
              </a:cxn>
              <a:cxn ang="0">
                <a:pos x="connsiteX46161" y="connsiteY46161"/>
              </a:cxn>
              <a:cxn ang="0">
                <a:pos x="connsiteX46162" y="connsiteY46162"/>
              </a:cxn>
              <a:cxn ang="0">
                <a:pos x="connsiteX46163" y="connsiteY46163"/>
              </a:cxn>
              <a:cxn ang="0">
                <a:pos x="connsiteX46164" y="connsiteY46164"/>
              </a:cxn>
              <a:cxn ang="0">
                <a:pos x="connsiteX46165" y="connsiteY46165"/>
              </a:cxn>
              <a:cxn ang="0">
                <a:pos x="connsiteX46166" y="connsiteY46166"/>
              </a:cxn>
              <a:cxn ang="0">
                <a:pos x="connsiteX46167" y="connsiteY46167"/>
              </a:cxn>
              <a:cxn ang="0">
                <a:pos x="connsiteX46168" y="connsiteY46168"/>
              </a:cxn>
              <a:cxn ang="0">
                <a:pos x="connsiteX46169" y="connsiteY46169"/>
              </a:cxn>
              <a:cxn ang="0">
                <a:pos x="connsiteX46170" y="connsiteY46170"/>
              </a:cxn>
              <a:cxn ang="0">
                <a:pos x="connsiteX46171" y="connsiteY46171"/>
              </a:cxn>
              <a:cxn ang="0">
                <a:pos x="connsiteX46172" y="connsiteY46172"/>
              </a:cxn>
              <a:cxn ang="0">
                <a:pos x="connsiteX46173" y="connsiteY46173"/>
              </a:cxn>
              <a:cxn ang="0">
                <a:pos x="connsiteX46174" y="connsiteY46174"/>
              </a:cxn>
              <a:cxn ang="0">
                <a:pos x="connsiteX46175" y="connsiteY46175"/>
              </a:cxn>
              <a:cxn ang="0">
                <a:pos x="connsiteX46176" y="connsiteY46176"/>
              </a:cxn>
              <a:cxn ang="0">
                <a:pos x="connsiteX46177" y="connsiteY46177"/>
              </a:cxn>
              <a:cxn ang="0">
                <a:pos x="connsiteX46178" y="connsiteY46178"/>
              </a:cxn>
              <a:cxn ang="0">
                <a:pos x="connsiteX46179" y="connsiteY46179"/>
              </a:cxn>
              <a:cxn ang="0">
                <a:pos x="connsiteX46180" y="connsiteY46180"/>
              </a:cxn>
              <a:cxn ang="0">
                <a:pos x="connsiteX46181" y="connsiteY46181"/>
              </a:cxn>
              <a:cxn ang="0">
                <a:pos x="connsiteX46182" y="connsiteY46182"/>
              </a:cxn>
              <a:cxn ang="0">
                <a:pos x="connsiteX46183" y="connsiteY46183"/>
              </a:cxn>
              <a:cxn ang="0">
                <a:pos x="connsiteX46184" y="connsiteY46184"/>
              </a:cxn>
              <a:cxn ang="0">
                <a:pos x="connsiteX46185" y="connsiteY46185"/>
              </a:cxn>
              <a:cxn ang="0">
                <a:pos x="connsiteX46186" y="connsiteY46186"/>
              </a:cxn>
              <a:cxn ang="0">
                <a:pos x="connsiteX46187" y="connsiteY46187"/>
              </a:cxn>
              <a:cxn ang="0">
                <a:pos x="connsiteX46188" y="connsiteY46188"/>
              </a:cxn>
              <a:cxn ang="0">
                <a:pos x="connsiteX46189" y="connsiteY46189"/>
              </a:cxn>
              <a:cxn ang="0">
                <a:pos x="connsiteX46190" y="connsiteY46190"/>
              </a:cxn>
              <a:cxn ang="0">
                <a:pos x="connsiteX46191" y="connsiteY46191"/>
              </a:cxn>
              <a:cxn ang="0">
                <a:pos x="connsiteX46192" y="connsiteY46192"/>
              </a:cxn>
              <a:cxn ang="0">
                <a:pos x="connsiteX46193" y="connsiteY46193"/>
              </a:cxn>
              <a:cxn ang="0">
                <a:pos x="connsiteX46194" y="connsiteY46194"/>
              </a:cxn>
              <a:cxn ang="0">
                <a:pos x="connsiteX46195" y="connsiteY46195"/>
              </a:cxn>
              <a:cxn ang="0">
                <a:pos x="connsiteX46196" y="connsiteY46196"/>
              </a:cxn>
              <a:cxn ang="0">
                <a:pos x="connsiteX46197" y="connsiteY46197"/>
              </a:cxn>
              <a:cxn ang="0">
                <a:pos x="connsiteX46198" y="connsiteY46198"/>
              </a:cxn>
              <a:cxn ang="0">
                <a:pos x="connsiteX46199" y="connsiteY46199"/>
              </a:cxn>
              <a:cxn ang="0">
                <a:pos x="connsiteX46200" y="connsiteY46200"/>
              </a:cxn>
              <a:cxn ang="0">
                <a:pos x="connsiteX46201" y="connsiteY46201"/>
              </a:cxn>
              <a:cxn ang="0">
                <a:pos x="connsiteX46202" y="connsiteY46202"/>
              </a:cxn>
              <a:cxn ang="0">
                <a:pos x="connsiteX46203" y="connsiteY46203"/>
              </a:cxn>
              <a:cxn ang="0">
                <a:pos x="connsiteX46204" y="connsiteY46204"/>
              </a:cxn>
              <a:cxn ang="0">
                <a:pos x="connsiteX46205" y="connsiteY46205"/>
              </a:cxn>
              <a:cxn ang="0">
                <a:pos x="connsiteX46206" y="connsiteY46206"/>
              </a:cxn>
              <a:cxn ang="0">
                <a:pos x="connsiteX46207" y="connsiteY46207"/>
              </a:cxn>
              <a:cxn ang="0">
                <a:pos x="connsiteX46208" y="connsiteY46208"/>
              </a:cxn>
              <a:cxn ang="0">
                <a:pos x="connsiteX46209" y="connsiteY46209"/>
              </a:cxn>
              <a:cxn ang="0">
                <a:pos x="connsiteX46210" y="connsiteY46210"/>
              </a:cxn>
              <a:cxn ang="0">
                <a:pos x="connsiteX46211" y="connsiteY46211"/>
              </a:cxn>
              <a:cxn ang="0">
                <a:pos x="connsiteX46212" y="connsiteY46212"/>
              </a:cxn>
              <a:cxn ang="0">
                <a:pos x="connsiteX46213" y="connsiteY46213"/>
              </a:cxn>
              <a:cxn ang="0">
                <a:pos x="connsiteX46214" y="connsiteY46214"/>
              </a:cxn>
              <a:cxn ang="0">
                <a:pos x="connsiteX46215" y="connsiteY46215"/>
              </a:cxn>
              <a:cxn ang="0">
                <a:pos x="connsiteX46216" y="connsiteY46216"/>
              </a:cxn>
              <a:cxn ang="0">
                <a:pos x="connsiteX46217" y="connsiteY46217"/>
              </a:cxn>
              <a:cxn ang="0">
                <a:pos x="connsiteX46218" y="connsiteY46218"/>
              </a:cxn>
              <a:cxn ang="0">
                <a:pos x="connsiteX46219" y="connsiteY46219"/>
              </a:cxn>
              <a:cxn ang="0">
                <a:pos x="connsiteX46220" y="connsiteY46220"/>
              </a:cxn>
              <a:cxn ang="0">
                <a:pos x="connsiteX46221" y="connsiteY46221"/>
              </a:cxn>
              <a:cxn ang="0">
                <a:pos x="connsiteX46222" y="connsiteY46222"/>
              </a:cxn>
              <a:cxn ang="0">
                <a:pos x="connsiteX46223" y="connsiteY46223"/>
              </a:cxn>
              <a:cxn ang="0">
                <a:pos x="connsiteX46224" y="connsiteY46224"/>
              </a:cxn>
              <a:cxn ang="0">
                <a:pos x="connsiteX46225" y="connsiteY46225"/>
              </a:cxn>
              <a:cxn ang="0">
                <a:pos x="connsiteX46226" y="connsiteY46226"/>
              </a:cxn>
              <a:cxn ang="0">
                <a:pos x="connsiteX46227" y="connsiteY46227"/>
              </a:cxn>
              <a:cxn ang="0">
                <a:pos x="connsiteX46228" y="connsiteY46228"/>
              </a:cxn>
              <a:cxn ang="0">
                <a:pos x="connsiteX46229" y="connsiteY46229"/>
              </a:cxn>
              <a:cxn ang="0">
                <a:pos x="connsiteX46230" y="connsiteY46230"/>
              </a:cxn>
              <a:cxn ang="0">
                <a:pos x="connsiteX46231" y="connsiteY46231"/>
              </a:cxn>
              <a:cxn ang="0">
                <a:pos x="connsiteX46232" y="connsiteY46232"/>
              </a:cxn>
              <a:cxn ang="0">
                <a:pos x="connsiteX46233" y="connsiteY46233"/>
              </a:cxn>
              <a:cxn ang="0">
                <a:pos x="connsiteX46234" y="connsiteY46234"/>
              </a:cxn>
              <a:cxn ang="0">
                <a:pos x="connsiteX46235" y="connsiteY46235"/>
              </a:cxn>
              <a:cxn ang="0">
                <a:pos x="connsiteX46236" y="connsiteY46236"/>
              </a:cxn>
              <a:cxn ang="0">
                <a:pos x="connsiteX46237" y="connsiteY46237"/>
              </a:cxn>
              <a:cxn ang="0">
                <a:pos x="connsiteX46238" y="connsiteY46238"/>
              </a:cxn>
              <a:cxn ang="0">
                <a:pos x="connsiteX46239" y="connsiteY46239"/>
              </a:cxn>
              <a:cxn ang="0">
                <a:pos x="connsiteX46240" y="connsiteY46240"/>
              </a:cxn>
              <a:cxn ang="0">
                <a:pos x="connsiteX46241" y="connsiteY46241"/>
              </a:cxn>
              <a:cxn ang="0">
                <a:pos x="connsiteX46242" y="connsiteY46242"/>
              </a:cxn>
              <a:cxn ang="0">
                <a:pos x="connsiteX46243" y="connsiteY46243"/>
              </a:cxn>
              <a:cxn ang="0">
                <a:pos x="connsiteX46244" y="connsiteY46244"/>
              </a:cxn>
              <a:cxn ang="0">
                <a:pos x="connsiteX46245" y="connsiteY46245"/>
              </a:cxn>
              <a:cxn ang="0">
                <a:pos x="connsiteX46246" y="connsiteY46246"/>
              </a:cxn>
              <a:cxn ang="0">
                <a:pos x="connsiteX46247" y="connsiteY46247"/>
              </a:cxn>
              <a:cxn ang="0">
                <a:pos x="connsiteX46248" y="connsiteY46248"/>
              </a:cxn>
              <a:cxn ang="0">
                <a:pos x="connsiteX46249" y="connsiteY46249"/>
              </a:cxn>
              <a:cxn ang="0">
                <a:pos x="connsiteX46250" y="connsiteY46250"/>
              </a:cxn>
              <a:cxn ang="0">
                <a:pos x="connsiteX46251" y="connsiteY46251"/>
              </a:cxn>
              <a:cxn ang="0">
                <a:pos x="connsiteX46252" y="connsiteY46252"/>
              </a:cxn>
              <a:cxn ang="0">
                <a:pos x="connsiteX46253" y="connsiteY46253"/>
              </a:cxn>
              <a:cxn ang="0">
                <a:pos x="connsiteX46254" y="connsiteY46254"/>
              </a:cxn>
              <a:cxn ang="0">
                <a:pos x="connsiteX46255" y="connsiteY46255"/>
              </a:cxn>
              <a:cxn ang="0">
                <a:pos x="connsiteX46256" y="connsiteY46256"/>
              </a:cxn>
              <a:cxn ang="0">
                <a:pos x="connsiteX46257" y="connsiteY46257"/>
              </a:cxn>
              <a:cxn ang="0">
                <a:pos x="connsiteX46258" y="connsiteY46258"/>
              </a:cxn>
              <a:cxn ang="0">
                <a:pos x="connsiteX46259" y="connsiteY46259"/>
              </a:cxn>
              <a:cxn ang="0">
                <a:pos x="connsiteX46260" y="connsiteY46260"/>
              </a:cxn>
              <a:cxn ang="0">
                <a:pos x="connsiteX46261" y="connsiteY46261"/>
              </a:cxn>
              <a:cxn ang="0">
                <a:pos x="connsiteX46262" y="connsiteY46262"/>
              </a:cxn>
              <a:cxn ang="0">
                <a:pos x="connsiteX46263" y="connsiteY46263"/>
              </a:cxn>
              <a:cxn ang="0">
                <a:pos x="connsiteX46264" y="connsiteY46264"/>
              </a:cxn>
              <a:cxn ang="0">
                <a:pos x="connsiteX46265" y="connsiteY46265"/>
              </a:cxn>
              <a:cxn ang="0">
                <a:pos x="connsiteX46266" y="connsiteY46266"/>
              </a:cxn>
              <a:cxn ang="0">
                <a:pos x="connsiteX46267" y="connsiteY46267"/>
              </a:cxn>
              <a:cxn ang="0">
                <a:pos x="connsiteX46268" y="connsiteY46268"/>
              </a:cxn>
              <a:cxn ang="0">
                <a:pos x="connsiteX46269" y="connsiteY46269"/>
              </a:cxn>
              <a:cxn ang="0">
                <a:pos x="connsiteX46270" y="connsiteY46270"/>
              </a:cxn>
              <a:cxn ang="0">
                <a:pos x="connsiteX46271" y="connsiteY46271"/>
              </a:cxn>
              <a:cxn ang="0">
                <a:pos x="connsiteX46272" y="connsiteY46272"/>
              </a:cxn>
              <a:cxn ang="0">
                <a:pos x="connsiteX46273" y="connsiteY46273"/>
              </a:cxn>
              <a:cxn ang="0">
                <a:pos x="connsiteX46274" y="connsiteY46274"/>
              </a:cxn>
              <a:cxn ang="0">
                <a:pos x="connsiteX46275" y="connsiteY46275"/>
              </a:cxn>
              <a:cxn ang="0">
                <a:pos x="connsiteX46276" y="connsiteY46276"/>
              </a:cxn>
              <a:cxn ang="0">
                <a:pos x="connsiteX46277" y="connsiteY46277"/>
              </a:cxn>
              <a:cxn ang="0">
                <a:pos x="connsiteX46278" y="connsiteY46278"/>
              </a:cxn>
              <a:cxn ang="0">
                <a:pos x="connsiteX46279" y="connsiteY46279"/>
              </a:cxn>
              <a:cxn ang="0">
                <a:pos x="connsiteX46280" y="connsiteY46280"/>
              </a:cxn>
              <a:cxn ang="0">
                <a:pos x="connsiteX46281" y="connsiteY46281"/>
              </a:cxn>
              <a:cxn ang="0">
                <a:pos x="connsiteX46282" y="connsiteY46282"/>
              </a:cxn>
              <a:cxn ang="0">
                <a:pos x="connsiteX46283" y="connsiteY46283"/>
              </a:cxn>
              <a:cxn ang="0">
                <a:pos x="connsiteX46284" y="connsiteY46284"/>
              </a:cxn>
              <a:cxn ang="0">
                <a:pos x="connsiteX46285" y="connsiteY46285"/>
              </a:cxn>
              <a:cxn ang="0">
                <a:pos x="connsiteX46286" y="connsiteY46286"/>
              </a:cxn>
              <a:cxn ang="0">
                <a:pos x="connsiteX46287" y="connsiteY46287"/>
              </a:cxn>
              <a:cxn ang="0">
                <a:pos x="connsiteX46288" y="connsiteY46288"/>
              </a:cxn>
              <a:cxn ang="0">
                <a:pos x="connsiteX46289" y="connsiteY46289"/>
              </a:cxn>
              <a:cxn ang="0">
                <a:pos x="connsiteX46290" y="connsiteY46290"/>
              </a:cxn>
              <a:cxn ang="0">
                <a:pos x="connsiteX46291" y="connsiteY46291"/>
              </a:cxn>
              <a:cxn ang="0">
                <a:pos x="connsiteX46292" y="connsiteY46292"/>
              </a:cxn>
              <a:cxn ang="0">
                <a:pos x="connsiteX46293" y="connsiteY46293"/>
              </a:cxn>
              <a:cxn ang="0">
                <a:pos x="connsiteX46294" y="connsiteY46294"/>
              </a:cxn>
              <a:cxn ang="0">
                <a:pos x="connsiteX46295" y="connsiteY46295"/>
              </a:cxn>
              <a:cxn ang="0">
                <a:pos x="connsiteX46296" y="connsiteY46296"/>
              </a:cxn>
              <a:cxn ang="0">
                <a:pos x="connsiteX46297" y="connsiteY46297"/>
              </a:cxn>
              <a:cxn ang="0">
                <a:pos x="connsiteX46298" y="connsiteY46298"/>
              </a:cxn>
              <a:cxn ang="0">
                <a:pos x="connsiteX46299" y="connsiteY46299"/>
              </a:cxn>
              <a:cxn ang="0">
                <a:pos x="connsiteX46300" y="connsiteY46300"/>
              </a:cxn>
              <a:cxn ang="0">
                <a:pos x="connsiteX46301" y="connsiteY46301"/>
              </a:cxn>
              <a:cxn ang="0">
                <a:pos x="connsiteX46302" y="connsiteY46302"/>
              </a:cxn>
              <a:cxn ang="0">
                <a:pos x="connsiteX46303" y="connsiteY46303"/>
              </a:cxn>
              <a:cxn ang="0">
                <a:pos x="connsiteX46304" y="connsiteY46304"/>
              </a:cxn>
              <a:cxn ang="0">
                <a:pos x="connsiteX46305" y="connsiteY46305"/>
              </a:cxn>
              <a:cxn ang="0">
                <a:pos x="connsiteX46306" y="connsiteY46306"/>
              </a:cxn>
              <a:cxn ang="0">
                <a:pos x="connsiteX46307" y="connsiteY46307"/>
              </a:cxn>
              <a:cxn ang="0">
                <a:pos x="connsiteX46308" y="connsiteY46308"/>
              </a:cxn>
              <a:cxn ang="0">
                <a:pos x="connsiteX46309" y="connsiteY46309"/>
              </a:cxn>
              <a:cxn ang="0">
                <a:pos x="connsiteX46310" y="connsiteY46310"/>
              </a:cxn>
              <a:cxn ang="0">
                <a:pos x="connsiteX46311" y="connsiteY46311"/>
              </a:cxn>
              <a:cxn ang="0">
                <a:pos x="connsiteX46312" y="connsiteY46312"/>
              </a:cxn>
              <a:cxn ang="0">
                <a:pos x="connsiteX46313" y="connsiteY46313"/>
              </a:cxn>
              <a:cxn ang="0">
                <a:pos x="connsiteX46314" y="connsiteY46314"/>
              </a:cxn>
              <a:cxn ang="0">
                <a:pos x="connsiteX46315" y="connsiteY46315"/>
              </a:cxn>
              <a:cxn ang="0">
                <a:pos x="connsiteX46316" y="connsiteY46316"/>
              </a:cxn>
              <a:cxn ang="0">
                <a:pos x="connsiteX46317" y="connsiteY46317"/>
              </a:cxn>
              <a:cxn ang="0">
                <a:pos x="connsiteX46318" y="connsiteY46318"/>
              </a:cxn>
              <a:cxn ang="0">
                <a:pos x="connsiteX46319" y="connsiteY46319"/>
              </a:cxn>
              <a:cxn ang="0">
                <a:pos x="connsiteX46320" y="connsiteY46320"/>
              </a:cxn>
              <a:cxn ang="0">
                <a:pos x="connsiteX46321" y="connsiteY46321"/>
              </a:cxn>
              <a:cxn ang="0">
                <a:pos x="connsiteX46322" y="connsiteY46322"/>
              </a:cxn>
              <a:cxn ang="0">
                <a:pos x="connsiteX46323" y="connsiteY46323"/>
              </a:cxn>
              <a:cxn ang="0">
                <a:pos x="connsiteX46324" y="connsiteY46324"/>
              </a:cxn>
              <a:cxn ang="0">
                <a:pos x="connsiteX46325" y="connsiteY46325"/>
              </a:cxn>
              <a:cxn ang="0">
                <a:pos x="connsiteX46326" y="connsiteY46326"/>
              </a:cxn>
              <a:cxn ang="0">
                <a:pos x="connsiteX46327" y="connsiteY46327"/>
              </a:cxn>
              <a:cxn ang="0">
                <a:pos x="connsiteX46328" y="connsiteY46328"/>
              </a:cxn>
              <a:cxn ang="0">
                <a:pos x="connsiteX46329" y="connsiteY46329"/>
              </a:cxn>
              <a:cxn ang="0">
                <a:pos x="connsiteX46330" y="connsiteY46330"/>
              </a:cxn>
              <a:cxn ang="0">
                <a:pos x="connsiteX46331" y="connsiteY46331"/>
              </a:cxn>
              <a:cxn ang="0">
                <a:pos x="connsiteX46332" y="connsiteY46332"/>
              </a:cxn>
              <a:cxn ang="0">
                <a:pos x="connsiteX46333" y="connsiteY46333"/>
              </a:cxn>
              <a:cxn ang="0">
                <a:pos x="connsiteX46334" y="connsiteY46334"/>
              </a:cxn>
              <a:cxn ang="0">
                <a:pos x="connsiteX46335" y="connsiteY46335"/>
              </a:cxn>
              <a:cxn ang="0">
                <a:pos x="connsiteX46336" y="connsiteY46336"/>
              </a:cxn>
              <a:cxn ang="0">
                <a:pos x="connsiteX46337" y="connsiteY46337"/>
              </a:cxn>
              <a:cxn ang="0">
                <a:pos x="connsiteX46338" y="connsiteY46338"/>
              </a:cxn>
              <a:cxn ang="0">
                <a:pos x="connsiteX46339" y="connsiteY46339"/>
              </a:cxn>
              <a:cxn ang="0">
                <a:pos x="connsiteX46340" y="connsiteY46340"/>
              </a:cxn>
              <a:cxn ang="0">
                <a:pos x="connsiteX46341" y="connsiteY46341"/>
              </a:cxn>
              <a:cxn ang="0">
                <a:pos x="connsiteX46342" y="connsiteY46342"/>
              </a:cxn>
              <a:cxn ang="0">
                <a:pos x="connsiteX46343" y="connsiteY46343"/>
              </a:cxn>
              <a:cxn ang="0">
                <a:pos x="connsiteX46344" y="connsiteY46344"/>
              </a:cxn>
              <a:cxn ang="0">
                <a:pos x="connsiteX46345" y="connsiteY46345"/>
              </a:cxn>
              <a:cxn ang="0">
                <a:pos x="connsiteX46346" y="connsiteY46346"/>
              </a:cxn>
              <a:cxn ang="0">
                <a:pos x="connsiteX46347" y="connsiteY46347"/>
              </a:cxn>
              <a:cxn ang="0">
                <a:pos x="connsiteX46348" y="connsiteY46348"/>
              </a:cxn>
              <a:cxn ang="0">
                <a:pos x="connsiteX46349" y="connsiteY46349"/>
              </a:cxn>
              <a:cxn ang="0">
                <a:pos x="connsiteX46350" y="connsiteY46350"/>
              </a:cxn>
              <a:cxn ang="0">
                <a:pos x="connsiteX46351" y="connsiteY46351"/>
              </a:cxn>
              <a:cxn ang="0">
                <a:pos x="connsiteX46352" y="connsiteY46352"/>
              </a:cxn>
              <a:cxn ang="0">
                <a:pos x="connsiteX46353" y="connsiteY46353"/>
              </a:cxn>
              <a:cxn ang="0">
                <a:pos x="connsiteX46354" y="connsiteY46354"/>
              </a:cxn>
              <a:cxn ang="0">
                <a:pos x="connsiteX46355" y="connsiteY46355"/>
              </a:cxn>
              <a:cxn ang="0">
                <a:pos x="connsiteX46356" y="connsiteY46356"/>
              </a:cxn>
              <a:cxn ang="0">
                <a:pos x="connsiteX46357" y="connsiteY46357"/>
              </a:cxn>
              <a:cxn ang="0">
                <a:pos x="connsiteX46358" y="connsiteY46358"/>
              </a:cxn>
              <a:cxn ang="0">
                <a:pos x="connsiteX46359" y="connsiteY46359"/>
              </a:cxn>
              <a:cxn ang="0">
                <a:pos x="connsiteX46360" y="connsiteY46360"/>
              </a:cxn>
              <a:cxn ang="0">
                <a:pos x="connsiteX46361" y="connsiteY46361"/>
              </a:cxn>
              <a:cxn ang="0">
                <a:pos x="connsiteX46362" y="connsiteY46362"/>
              </a:cxn>
              <a:cxn ang="0">
                <a:pos x="connsiteX46363" y="connsiteY46363"/>
              </a:cxn>
              <a:cxn ang="0">
                <a:pos x="connsiteX46364" y="connsiteY46364"/>
              </a:cxn>
              <a:cxn ang="0">
                <a:pos x="connsiteX46365" y="connsiteY46365"/>
              </a:cxn>
              <a:cxn ang="0">
                <a:pos x="connsiteX46366" y="connsiteY46366"/>
              </a:cxn>
              <a:cxn ang="0">
                <a:pos x="connsiteX46367" y="connsiteY46367"/>
              </a:cxn>
              <a:cxn ang="0">
                <a:pos x="connsiteX46368" y="connsiteY46368"/>
              </a:cxn>
              <a:cxn ang="0">
                <a:pos x="connsiteX46369" y="connsiteY46369"/>
              </a:cxn>
              <a:cxn ang="0">
                <a:pos x="connsiteX46370" y="connsiteY46370"/>
              </a:cxn>
              <a:cxn ang="0">
                <a:pos x="connsiteX46371" y="connsiteY46371"/>
              </a:cxn>
              <a:cxn ang="0">
                <a:pos x="connsiteX46372" y="connsiteY46372"/>
              </a:cxn>
              <a:cxn ang="0">
                <a:pos x="connsiteX46373" y="connsiteY46373"/>
              </a:cxn>
              <a:cxn ang="0">
                <a:pos x="connsiteX46374" y="connsiteY46374"/>
              </a:cxn>
              <a:cxn ang="0">
                <a:pos x="connsiteX46375" y="connsiteY46375"/>
              </a:cxn>
              <a:cxn ang="0">
                <a:pos x="connsiteX46376" y="connsiteY46376"/>
              </a:cxn>
              <a:cxn ang="0">
                <a:pos x="connsiteX46377" y="connsiteY46377"/>
              </a:cxn>
              <a:cxn ang="0">
                <a:pos x="connsiteX46378" y="connsiteY46378"/>
              </a:cxn>
              <a:cxn ang="0">
                <a:pos x="connsiteX46379" y="connsiteY46379"/>
              </a:cxn>
              <a:cxn ang="0">
                <a:pos x="connsiteX46380" y="connsiteY46380"/>
              </a:cxn>
              <a:cxn ang="0">
                <a:pos x="connsiteX46381" y="connsiteY46381"/>
              </a:cxn>
              <a:cxn ang="0">
                <a:pos x="connsiteX46382" y="connsiteY46382"/>
              </a:cxn>
              <a:cxn ang="0">
                <a:pos x="connsiteX46383" y="connsiteY46383"/>
              </a:cxn>
              <a:cxn ang="0">
                <a:pos x="connsiteX46384" y="connsiteY46384"/>
              </a:cxn>
              <a:cxn ang="0">
                <a:pos x="connsiteX46385" y="connsiteY46385"/>
              </a:cxn>
              <a:cxn ang="0">
                <a:pos x="connsiteX46386" y="connsiteY46386"/>
              </a:cxn>
              <a:cxn ang="0">
                <a:pos x="connsiteX46387" y="connsiteY46387"/>
              </a:cxn>
              <a:cxn ang="0">
                <a:pos x="connsiteX46388" y="connsiteY46388"/>
              </a:cxn>
              <a:cxn ang="0">
                <a:pos x="connsiteX46389" y="connsiteY46389"/>
              </a:cxn>
              <a:cxn ang="0">
                <a:pos x="connsiteX46390" y="connsiteY46390"/>
              </a:cxn>
              <a:cxn ang="0">
                <a:pos x="connsiteX46391" y="connsiteY46391"/>
              </a:cxn>
              <a:cxn ang="0">
                <a:pos x="connsiteX46392" y="connsiteY46392"/>
              </a:cxn>
              <a:cxn ang="0">
                <a:pos x="connsiteX46393" y="connsiteY46393"/>
              </a:cxn>
              <a:cxn ang="0">
                <a:pos x="connsiteX46394" y="connsiteY46394"/>
              </a:cxn>
              <a:cxn ang="0">
                <a:pos x="connsiteX46395" y="connsiteY46395"/>
              </a:cxn>
              <a:cxn ang="0">
                <a:pos x="connsiteX46396" y="connsiteY46396"/>
              </a:cxn>
              <a:cxn ang="0">
                <a:pos x="connsiteX46397" y="connsiteY46397"/>
              </a:cxn>
              <a:cxn ang="0">
                <a:pos x="connsiteX46398" y="connsiteY46398"/>
              </a:cxn>
              <a:cxn ang="0">
                <a:pos x="connsiteX46399" y="connsiteY46399"/>
              </a:cxn>
              <a:cxn ang="0">
                <a:pos x="connsiteX46400" y="connsiteY46400"/>
              </a:cxn>
              <a:cxn ang="0">
                <a:pos x="connsiteX46401" y="connsiteY46401"/>
              </a:cxn>
              <a:cxn ang="0">
                <a:pos x="connsiteX46402" y="connsiteY46402"/>
              </a:cxn>
              <a:cxn ang="0">
                <a:pos x="connsiteX46403" y="connsiteY46403"/>
              </a:cxn>
              <a:cxn ang="0">
                <a:pos x="connsiteX46404" y="connsiteY46404"/>
              </a:cxn>
              <a:cxn ang="0">
                <a:pos x="connsiteX46405" y="connsiteY46405"/>
              </a:cxn>
              <a:cxn ang="0">
                <a:pos x="connsiteX46406" y="connsiteY46406"/>
              </a:cxn>
              <a:cxn ang="0">
                <a:pos x="connsiteX46407" y="connsiteY46407"/>
              </a:cxn>
              <a:cxn ang="0">
                <a:pos x="connsiteX46408" y="connsiteY46408"/>
              </a:cxn>
              <a:cxn ang="0">
                <a:pos x="connsiteX46409" y="connsiteY46409"/>
              </a:cxn>
              <a:cxn ang="0">
                <a:pos x="connsiteX46410" y="connsiteY46410"/>
              </a:cxn>
              <a:cxn ang="0">
                <a:pos x="connsiteX46411" y="connsiteY46411"/>
              </a:cxn>
              <a:cxn ang="0">
                <a:pos x="connsiteX46412" y="connsiteY46412"/>
              </a:cxn>
              <a:cxn ang="0">
                <a:pos x="connsiteX46413" y="connsiteY46413"/>
              </a:cxn>
              <a:cxn ang="0">
                <a:pos x="connsiteX46414" y="connsiteY46414"/>
              </a:cxn>
              <a:cxn ang="0">
                <a:pos x="connsiteX46415" y="connsiteY46415"/>
              </a:cxn>
              <a:cxn ang="0">
                <a:pos x="connsiteX46416" y="connsiteY46416"/>
              </a:cxn>
              <a:cxn ang="0">
                <a:pos x="connsiteX46417" y="connsiteY46417"/>
              </a:cxn>
              <a:cxn ang="0">
                <a:pos x="connsiteX46418" y="connsiteY46418"/>
              </a:cxn>
              <a:cxn ang="0">
                <a:pos x="connsiteX46419" y="connsiteY46419"/>
              </a:cxn>
              <a:cxn ang="0">
                <a:pos x="connsiteX46420" y="connsiteY46420"/>
              </a:cxn>
              <a:cxn ang="0">
                <a:pos x="connsiteX46421" y="connsiteY46421"/>
              </a:cxn>
              <a:cxn ang="0">
                <a:pos x="connsiteX46422" y="connsiteY46422"/>
              </a:cxn>
              <a:cxn ang="0">
                <a:pos x="connsiteX46423" y="connsiteY46423"/>
              </a:cxn>
              <a:cxn ang="0">
                <a:pos x="connsiteX46424" y="connsiteY46424"/>
              </a:cxn>
              <a:cxn ang="0">
                <a:pos x="connsiteX46425" y="connsiteY46425"/>
              </a:cxn>
              <a:cxn ang="0">
                <a:pos x="connsiteX46426" y="connsiteY46426"/>
              </a:cxn>
              <a:cxn ang="0">
                <a:pos x="connsiteX46427" y="connsiteY46427"/>
              </a:cxn>
              <a:cxn ang="0">
                <a:pos x="connsiteX46428" y="connsiteY46428"/>
              </a:cxn>
              <a:cxn ang="0">
                <a:pos x="connsiteX46429" y="connsiteY46429"/>
              </a:cxn>
              <a:cxn ang="0">
                <a:pos x="connsiteX46430" y="connsiteY46430"/>
              </a:cxn>
              <a:cxn ang="0">
                <a:pos x="connsiteX46431" y="connsiteY46431"/>
              </a:cxn>
              <a:cxn ang="0">
                <a:pos x="connsiteX46432" y="connsiteY46432"/>
              </a:cxn>
              <a:cxn ang="0">
                <a:pos x="connsiteX46433" y="connsiteY46433"/>
              </a:cxn>
              <a:cxn ang="0">
                <a:pos x="connsiteX46434" y="connsiteY46434"/>
              </a:cxn>
              <a:cxn ang="0">
                <a:pos x="connsiteX46435" y="connsiteY46435"/>
              </a:cxn>
              <a:cxn ang="0">
                <a:pos x="connsiteX46436" y="connsiteY46436"/>
              </a:cxn>
              <a:cxn ang="0">
                <a:pos x="connsiteX46437" y="connsiteY46437"/>
              </a:cxn>
              <a:cxn ang="0">
                <a:pos x="connsiteX46438" y="connsiteY46438"/>
              </a:cxn>
              <a:cxn ang="0">
                <a:pos x="connsiteX46439" y="connsiteY46439"/>
              </a:cxn>
              <a:cxn ang="0">
                <a:pos x="connsiteX46440" y="connsiteY46440"/>
              </a:cxn>
              <a:cxn ang="0">
                <a:pos x="connsiteX46441" y="connsiteY46441"/>
              </a:cxn>
              <a:cxn ang="0">
                <a:pos x="connsiteX46442" y="connsiteY46442"/>
              </a:cxn>
              <a:cxn ang="0">
                <a:pos x="connsiteX46443" y="connsiteY46443"/>
              </a:cxn>
              <a:cxn ang="0">
                <a:pos x="connsiteX46444" y="connsiteY46444"/>
              </a:cxn>
              <a:cxn ang="0">
                <a:pos x="connsiteX46445" y="connsiteY46445"/>
              </a:cxn>
              <a:cxn ang="0">
                <a:pos x="connsiteX46446" y="connsiteY46446"/>
              </a:cxn>
              <a:cxn ang="0">
                <a:pos x="connsiteX46447" y="connsiteY46447"/>
              </a:cxn>
              <a:cxn ang="0">
                <a:pos x="connsiteX46448" y="connsiteY46448"/>
              </a:cxn>
              <a:cxn ang="0">
                <a:pos x="connsiteX46449" y="connsiteY46449"/>
              </a:cxn>
              <a:cxn ang="0">
                <a:pos x="connsiteX46450" y="connsiteY46450"/>
              </a:cxn>
              <a:cxn ang="0">
                <a:pos x="connsiteX46451" y="connsiteY46451"/>
              </a:cxn>
              <a:cxn ang="0">
                <a:pos x="connsiteX46452" y="connsiteY46452"/>
              </a:cxn>
              <a:cxn ang="0">
                <a:pos x="connsiteX46453" y="connsiteY46453"/>
              </a:cxn>
              <a:cxn ang="0">
                <a:pos x="connsiteX46454" y="connsiteY46454"/>
              </a:cxn>
              <a:cxn ang="0">
                <a:pos x="connsiteX46455" y="connsiteY46455"/>
              </a:cxn>
              <a:cxn ang="0">
                <a:pos x="connsiteX46456" y="connsiteY46456"/>
              </a:cxn>
              <a:cxn ang="0">
                <a:pos x="connsiteX46457" y="connsiteY46457"/>
              </a:cxn>
              <a:cxn ang="0">
                <a:pos x="connsiteX46458" y="connsiteY46458"/>
              </a:cxn>
              <a:cxn ang="0">
                <a:pos x="connsiteX46459" y="connsiteY46459"/>
              </a:cxn>
              <a:cxn ang="0">
                <a:pos x="connsiteX46460" y="connsiteY46460"/>
              </a:cxn>
              <a:cxn ang="0">
                <a:pos x="connsiteX46461" y="connsiteY46461"/>
              </a:cxn>
              <a:cxn ang="0">
                <a:pos x="connsiteX46462" y="connsiteY46462"/>
              </a:cxn>
              <a:cxn ang="0">
                <a:pos x="connsiteX46463" y="connsiteY46463"/>
              </a:cxn>
              <a:cxn ang="0">
                <a:pos x="connsiteX46464" y="connsiteY46464"/>
              </a:cxn>
              <a:cxn ang="0">
                <a:pos x="connsiteX46465" y="connsiteY46465"/>
              </a:cxn>
              <a:cxn ang="0">
                <a:pos x="connsiteX46466" y="connsiteY46466"/>
              </a:cxn>
              <a:cxn ang="0">
                <a:pos x="connsiteX46467" y="connsiteY46467"/>
              </a:cxn>
              <a:cxn ang="0">
                <a:pos x="connsiteX46468" y="connsiteY46468"/>
              </a:cxn>
              <a:cxn ang="0">
                <a:pos x="connsiteX46469" y="connsiteY46469"/>
              </a:cxn>
              <a:cxn ang="0">
                <a:pos x="connsiteX46470" y="connsiteY46470"/>
              </a:cxn>
              <a:cxn ang="0">
                <a:pos x="connsiteX46471" y="connsiteY46471"/>
              </a:cxn>
              <a:cxn ang="0">
                <a:pos x="connsiteX46472" y="connsiteY46472"/>
              </a:cxn>
              <a:cxn ang="0">
                <a:pos x="connsiteX46473" y="connsiteY46473"/>
              </a:cxn>
              <a:cxn ang="0">
                <a:pos x="connsiteX46474" y="connsiteY46474"/>
              </a:cxn>
              <a:cxn ang="0">
                <a:pos x="connsiteX46475" y="connsiteY46475"/>
              </a:cxn>
              <a:cxn ang="0">
                <a:pos x="connsiteX46476" y="connsiteY46476"/>
              </a:cxn>
              <a:cxn ang="0">
                <a:pos x="connsiteX46477" y="connsiteY46477"/>
              </a:cxn>
              <a:cxn ang="0">
                <a:pos x="connsiteX46478" y="connsiteY46478"/>
              </a:cxn>
              <a:cxn ang="0">
                <a:pos x="connsiteX46479" y="connsiteY46479"/>
              </a:cxn>
              <a:cxn ang="0">
                <a:pos x="connsiteX46480" y="connsiteY46480"/>
              </a:cxn>
              <a:cxn ang="0">
                <a:pos x="connsiteX46481" y="connsiteY46481"/>
              </a:cxn>
              <a:cxn ang="0">
                <a:pos x="connsiteX46482" y="connsiteY46482"/>
              </a:cxn>
              <a:cxn ang="0">
                <a:pos x="connsiteX46483" y="connsiteY46483"/>
              </a:cxn>
              <a:cxn ang="0">
                <a:pos x="connsiteX46484" y="connsiteY46484"/>
              </a:cxn>
              <a:cxn ang="0">
                <a:pos x="connsiteX46485" y="connsiteY46485"/>
              </a:cxn>
              <a:cxn ang="0">
                <a:pos x="connsiteX46486" y="connsiteY46486"/>
              </a:cxn>
              <a:cxn ang="0">
                <a:pos x="connsiteX46487" y="connsiteY46487"/>
              </a:cxn>
              <a:cxn ang="0">
                <a:pos x="connsiteX46488" y="connsiteY46488"/>
              </a:cxn>
              <a:cxn ang="0">
                <a:pos x="connsiteX46489" y="connsiteY46489"/>
              </a:cxn>
              <a:cxn ang="0">
                <a:pos x="connsiteX46490" y="connsiteY46490"/>
              </a:cxn>
              <a:cxn ang="0">
                <a:pos x="connsiteX46491" y="connsiteY46491"/>
              </a:cxn>
              <a:cxn ang="0">
                <a:pos x="connsiteX46492" y="connsiteY46492"/>
              </a:cxn>
              <a:cxn ang="0">
                <a:pos x="connsiteX46493" y="connsiteY46493"/>
              </a:cxn>
              <a:cxn ang="0">
                <a:pos x="connsiteX46494" y="connsiteY46494"/>
              </a:cxn>
              <a:cxn ang="0">
                <a:pos x="connsiteX46495" y="connsiteY46495"/>
              </a:cxn>
              <a:cxn ang="0">
                <a:pos x="connsiteX46496" y="connsiteY46496"/>
              </a:cxn>
              <a:cxn ang="0">
                <a:pos x="connsiteX46497" y="connsiteY46497"/>
              </a:cxn>
              <a:cxn ang="0">
                <a:pos x="connsiteX46498" y="connsiteY46498"/>
              </a:cxn>
              <a:cxn ang="0">
                <a:pos x="connsiteX46499" y="connsiteY46499"/>
              </a:cxn>
              <a:cxn ang="0">
                <a:pos x="connsiteX46500" y="connsiteY46500"/>
              </a:cxn>
              <a:cxn ang="0">
                <a:pos x="connsiteX46501" y="connsiteY46501"/>
              </a:cxn>
              <a:cxn ang="0">
                <a:pos x="connsiteX46502" y="connsiteY46502"/>
              </a:cxn>
              <a:cxn ang="0">
                <a:pos x="connsiteX46503" y="connsiteY46503"/>
              </a:cxn>
              <a:cxn ang="0">
                <a:pos x="connsiteX46504" y="connsiteY46504"/>
              </a:cxn>
              <a:cxn ang="0">
                <a:pos x="connsiteX46505" y="connsiteY46505"/>
              </a:cxn>
              <a:cxn ang="0">
                <a:pos x="connsiteX46506" y="connsiteY46506"/>
              </a:cxn>
              <a:cxn ang="0">
                <a:pos x="connsiteX46507" y="connsiteY46507"/>
              </a:cxn>
              <a:cxn ang="0">
                <a:pos x="connsiteX46508" y="connsiteY46508"/>
              </a:cxn>
              <a:cxn ang="0">
                <a:pos x="connsiteX46509" y="connsiteY46509"/>
              </a:cxn>
              <a:cxn ang="0">
                <a:pos x="connsiteX46510" y="connsiteY46510"/>
              </a:cxn>
              <a:cxn ang="0">
                <a:pos x="connsiteX46511" y="connsiteY46511"/>
              </a:cxn>
              <a:cxn ang="0">
                <a:pos x="connsiteX46512" y="connsiteY46512"/>
              </a:cxn>
              <a:cxn ang="0">
                <a:pos x="connsiteX46513" y="connsiteY46513"/>
              </a:cxn>
              <a:cxn ang="0">
                <a:pos x="connsiteX46514" y="connsiteY46514"/>
              </a:cxn>
              <a:cxn ang="0">
                <a:pos x="connsiteX46515" y="connsiteY46515"/>
              </a:cxn>
              <a:cxn ang="0">
                <a:pos x="connsiteX46516" y="connsiteY46516"/>
              </a:cxn>
              <a:cxn ang="0">
                <a:pos x="connsiteX46517" y="connsiteY46517"/>
              </a:cxn>
              <a:cxn ang="0">
                <a:pos x="connsiteX46518" y="connsiteY46518"/>
              </a:cxn>
              <a:cxn ang="0">
                <a:pos x="connsiteX46519" y="connsiteY46519"/>
              </a:cxn>
              <a:cxn ang="0">
                <a:pos x="connsiteX46520" y="connsiteY46520"/>
              </a:cxn>
              <a:cxn ang="0">
                <a:pos x="connsiteX46521" y="connsiteY46521"/>
              </a:cxn>
              <a:cxn ang="0">
                <a:pos x="connsiteX46522" y="connsiteY46522"/>
              </a:cxn>
              <a:cxn ang="0">
                <a:pos x="connsiteX46523" y="connsiteY46523"/>
              </a:cxn>
              <a:cxn ang="0">
                <a:pos x="connsiteX46524" y="connsiteY46524"/>
              </a:cxn>
              <a:cxn ang="0">
                <a:pos x="connsiteX46525" y="connsiteY46525"/>
              </a:cxn>
              <a:cxn ang="0">
                <a:pos x="connsiteX46526" y="connsiteY46526"/>
              </a:cxn>
              <a:cxn ang="0">
                <a:pos x="connsiteX46527" y="connsiteY46527"/>
              </a:cxn>
              <a:cxn ang="0">
                <a:pos x="connsiteX46528" y="connsiteY46528"/>
              </a:cxn>
              <a:cxn ang="0">
                <a:pos x="connsiteX46529" y="connsiteY46529"/>
              </a:cxn>
              <a:cxn ang="0">
                <a:pos x="connsiteX46530" y="connsiteY46530"/>
              </a:cxn>
              <a:cxn ang="0">
                <a:pos x="connsiteX46531" y="connsiteY46531"/>
              </a:cxn>
              <a:cxn ang="0">
                <a:pos x="connsiteX46532" y="connsiteY46532"/>
              </a:cxn>
              <a:cxn ang="0">
                <a:pos x="connsiteX46533" y="connsiteY46533"/>
              </a:cxn>
              <a:cxn ang="0">
                <a:pos x="connsiteX46534" y="connsiteY46534"/>
              </a:cxn>
              <a:cxn ang="0">
                <a:pos x="connsiteX46535" y="connsiteY46535"/>
              </a:cxn>
              <a:cxn ang="0">
                <a:pos x="connsiteX46536" y="connsiteY46536"/>
              </a:cxn>
              <a:cxn ang="0">
                <a:pos x="connsiteX46537" y="connsiteY46537"/>
              </a:cxn>
              <a:cxn ang="0">
                <a:pos x="connsiteX46538" y="connsiteY46538"/>
              </a:cxn>
              <a:cxn ang="0">
                <a:pos x="connsiteX46539" y="connsiteY46539"/>
              </a:cxn>
              <a:cxn ang="0">
                <a:pos x="connsiteX46540" y="connsiteY46540"/>
              </a:cxn>
              <a:cxn ang="0">
                <a:pos x="connsiteX46541" y="connsiteY46541"/>
              </a:cxn>
              <a:cxn ang="0">
                <a:pos x="connsiteX46542" y="connsiteY46542"/>
              </a:cxn>
              <a:cxn ang="0">
                <a:pos x="connsiteX46543" y="connsiteY46543"/>
              </a:cxn>
              <a:cxn ang="0">
                <a:pos x="connsiteX46544" y="connsiteY46544"/>
              </a:cxn>
              <a:cxn ang="0">
                <a:pos x="connsiteX46545" y="connsiteY46545"/>
              </a:cxn>
              <a:cxn ang="0">
                <a:pos x="connsiteX46546" y="connsiteY46546"/>
              </a:cxn>
              <a:cxn ang="0">
                <a:pos x="connsiteX46547" y="connsiteY46547"/>
              </a:cxn>
              <a:cxn ang="0">
                <a:pos x="connsiteX46548" y="connsiteY46548"/>
              </a:cxn>
              <a:cxn ang="0">
                <a:pos x="connsiteX46549" y="connsiteY46549"/>
              </a:cxn>
              <a:cxn ang="0">
                <a:pos x="connsiteX46550" y="connsiteY46550"/>
              </a:cxn>
              <a:cxn ang="0">
                <a:pos x="connsiteX46551" y="connsiteY46551"/>
              </a:cxn>
              <a:cxn ang="0">
                <a:pos x="connsiteX46552" y="connsiteY46552"/>
              </a:cxn>
              <a:cxn ang="0">
                <a:pos x="connsiteX46553" y="connsiteY46553"/>
              </a:cxn>
              <a:cxn ang="0">
                <a:pos x="connsiteX46554" y="connsiteY46554"/>
              </a:cxn>
              <a:cxn ang="0">
                <a:pos x="connsiteX46555" y="connsiteY46555"/>
              </a:cxn>
              <a:cxn ang="0">
                <a:pos x="connsiteX46556" y="connsiteY46556"/>
              </a:cxn>
              <a:cxn ang="0">
                <a:pos x="connsiteX46557" y="connsiteY46557"/>
              </a:cxn>
              <a:cxn ang="0">
                <a:pos x="connsiteX46558" y="connsiteY46558"/>
              </a:cxn>
              <a:cxn ang="0">
                <a:pos x="connsiteX46559" y="connsiteY46559"/>
              </a:cxn>
              <a:cxn ang="0">
                <a:pos x="connsiteX46560" y="connsiteY46560"/>
              </a:cxn>
              <a:cxn ang="0">
                <a:pos x="connsiteX46561" y="connsiteY46561"/>
              </a:cxn>
              <a:cxn ang="0">
                <a:pos x="connsiteX46562" y="connsiteY46562"/>
              </a:cxn>
              <a:cxn ang="0">
                <a:pos x="connsiteX46563" y="connsiteY46563"/>
              </a:cxn>
              <a:cxn ang="0">
                <a:pos x="connsiteX46564" y="connsiteY46564"/>
              </a:cxn>
              <a:cxn ang="0">
                <a:pos x="connsiteX46565" y="connsiteY46565"/>
              </a:cxn>
              <a:cxn ang="0">
                <a:pos x="connsiteX46566" y="connsiteY46566"/>
              </a:cxn>
              <a:cxn ang="0">
                <a:pos x="connsiteX46567" y="connsiteY46567"/>
              </a:cxn>
              <a:cxn ang="0">
                <a:pos x="connsiteX46568" y="connsiteY46568"/>
              </a:cxn>
              <a:cxn ang="0">
                <a:pos x="connsiteX46569" y="connsiteY46569"/>
              </a:cxn>
              <a:cxn ang="0">
                <a:pos x="connsiteX46570" y="connsiteY46570"/>
              </a:cxn>
              <a:cxn ang="0">
                <a:pos x="connsiteX46571" y="connsiteY46571"/>
              </a:cxn>
              <a:cxn ang="0">
                <a:pos x="connsiteX46572" y="connsiteY46572"/>
              </a:cxn>
              <a:cxn ang="0">
                <a:pos x="connsiteX46573" y="connsiteY46573"/>
              </a:cxn>
              <a:cxn ang="0">
                <a:pos x="connsiteX46574" y="connsiteY46574"/>
              </a:cxn>
              <a:cxn ang="0">
                <a:pos x="connsiteX46575" y="connsiteY46575"/>
              </a:cxn>
              <a:cxn ang="0">
                <a:pos x="connsiteX46576" y="connsiteY46576"/>
              </a:cxn>
              <a:cxn ang="0">
                <a:pos x="connsiteX46577" y="connsiteY46577"/>
              </a:cxn>
              <a:cxn ang="0">
                <a:pos x="connsiteX46578" y="connsiteY46578"/>
              </a:cxn>
              <a:cxn ang="0">
                <a:pos x="connsiteX46579" y="connsiteY46579"/>
              </a:cxn>
              <a:cxn ang="0">
                <a:pos x="connsiteX46580" y="connsiteY46580"/>
              </a:cxn>
              <a:cxn ang="0">
                <a:pos x="connsiteX46581" y="connsiteY46581"/>
              </a:cxn>
              <a:cxn ang="0">
                <a:pos x="connsiteX46582" y="connsiteY46582"/>
              </a:cxn>
              <a:cxn ang="0">
                <a:pos x="connsiteX46583" y="connsiteY46583"/>
              </a:cxn>
              <a:cxn ang="0">
                <a:pos x="connsiteX46584" y="connsiteY46584"/>
              </a:cxn>
              <a:cxn ang="0">
                <a:pos x="connsiteX46585" y="connsiteY46585"/>
              </a:cxn>
              <a:cxn ang="0">
                <a:pos x="connsiteX46586" y="connsiteY46586"/>
              </a:cxn>
              <a:cxn ang="0">
                <a:pos x="connsiteX46587" y="connsiteY46587"/>
              </a:cxn>
              <a:cxn ang="0">
                <a:pos x="connsiteX46588" y="connsiteY46588"/>
              </a:cxn>
              <a:cxn ang="0">
                <a:pos x="connsiteX46589" y="connsiteY46589"/>
              </a:cxn>
              <a:cxn ang="0">
                <a:pos x="connsiteX46590" y="connsiteY46590"/>
              </a:cxn>
              <a:cxn ang="0">
                <a:pos x="connsiteX46591" y="connsiteY46591"/>
              </a:cxn>
              <a:cxn ang="0">
                <a:pos x="connsiteX46592" y="connsiteY46592"/>
              </a:cxn>
              <a:cxn ang="0">
                <a:pos x="connsiteX46593" y="connsiteY46593"/>
              </a:cxn>
              <a:cxn ang="0">
                <a:pos x="connsiteX46594" y="connsiteY46594"/>
              </a:cxn>
              <a:cxn ang="0">
                <a:pos x="connsiteX46595" y="connsiteY46595"/>
              </a:cxn>
              <a:cxn ang="0">
                <a:pos x="connsiteX46596" y="connsiteY46596"/>
              </a:cxn>
              <a:cxn ang="0">
                <a:pos x="connsiteX46597" y="connsiteY46597"/>
              </a:cxn>
              <a:cxn ang="0">
                <a:pos x="connsiteX46598" y="connsiteY46598"/>
              </a:cxn>
              <a:cxn ang="0">
                <a:pos x="connsiteX46599" y="connsiteY46599"/>
              </a:cxn>
              <a:cxn ang="0">
                <a:pos x="connsiteX46600" y="connsiteY46600"/>
              </a:cxn>
              <a:cxn ang="0">
                <a:pos x="connsiteX46601" y="connsiteY46601"/>
              </a:cxn>
              <a:cxn ang="0">
                <a:pos x="connsiteX46602" y="connsiteY46602"/>
              </a:cxn>
              <a:cxn ang="0">
                <a:pos x="connsiteX46603" y="connsiteY46603"/>
              </a:cxn>
              <a:cxn ang="0">
                <a:pos x="connsiteX46604" y="connsiteY46604"/>
              </a:cxn>
              <a:cxn ang="0">
                <a:pos x="connsiteX46605" y="connsiteY46605"/>
              </a:cxn>
              <a:cxn ang="0">
                <a:pos x="connsiteX46606" y="connsiteY46606"/>
              </a:cxn>
              <a:cxn ang="0">
                <a:pos x="connsiteX46607" y="connsiteY46607"/>
              </a:cxn>
              <a:cxn ang="0">
                <a:pos x="connsiteX46608" y="connsiteY46608"/>
              </a:cxn>
              <a:cxn ang="0">
                <a:pos x="connsiteX46609" y="connsiteY46609"/>
              </a:cxn>
              <a:cxn ang="0">
                <a:pos x="connsiteX46610" y="connsiteY46610"/>
              </a:cxn>
              <a:cxn ang="0">
                <a:pos x="connsiteX46611" y="connsiteY46611"/>
              </a:cxn>
              <a:cxn ang="0">
                <a:pos x="connsiteX46612" y="connsiteY46612"/>
              </a:cxn>
              <a:cxn ang="0">
                <a:pos x="connsiteX46613" y="connsiteY46613"/>
              </a:cxn>
              <a:cxn ang="0">
                <a:pos x="connsiteX46614" y="connsiteY46614"/>
              </a:cxn>
              <a:cxn ang="0">
                <a:pos x="connsiteX46615" y="connsiteY46615"/>
              </a:cxn>
              <a:cxn ang="0">
                <a:pos x="connsiteX46616" y="connsiteY46616"/>
              </a:cxn>
              <a:cxn ang="0">
                <a:pos x="connsiteX46617" y="connsiteY46617"/>
              </a:cxn>
              <a:cxn ang="0">
                <a:pos x="connsiteX46618" y="connsiteY46618"/>
              </a:cxn>
              <a:cxn ang="0">
                <a:pos x="connsiteX46619" y="connsiteY46619"/>
              </a:cxn>
              <a:cxn ang="0">
                <a:pos x="connsiteX46620" y="connsiteY46620"/>
              </a:cxn>
              <a:cxn ang="0">
                <a:pos x="connsiteX46621" y="connsiteY46621"/>
              </a:cxn>
              <a:cxn ang="0">
                <a:pos x="connsiteX46622" y="connsiteY46622"/>
              </a:cxn>
              <a:cxn ang="0">
                <a:pos x="connsiteX46623" y="connsiteY46623"/>
              </a:cxn>
              <a:cxn ang="0">
                <a:pos x="connsiteX46624" y="connsiteY46624"/>
              </a:cxn>
              <a:cxn ang="0">
                <a:pos x="connsiteX46625" y="connsiteY46625"/>
              </a:cxn>
              <a:cxn ang="0">
                <a:pos x="connsiteX46626" y="connsiteY46626"/>
              </a:cxn>
              <a:cxn ang="0">
                <a:pos x="connsiteX46627" y="connsiteY46627"/>
              </a:cxn>
              <a:cxn ang="0">
                <a:pos x="connsiteX46628" y="connsiteY46628"/>
              </a:cxn>
              <a:cxn ang="0">
                <a:pos x="connsiteX46629" y="connsiteY46629"/>
              </a:cxn>
              <a:cxn ang="0">
                <a:pos x="connsiteX46630" y="connsiteY46630"/>
              </a:cxn>
              <a:cxn ang="0">
                <a:pos x="connsiteX46631" y="connsiteY46631"/>
              </a:cxn>
              <a:cxn ang="0">
                <a:pos x="connsiteX46632" y="connsiteY46632"/>
              </a:cxn>
              <a:cxn ang="0">
                <a:pos x="connsiteX46633" y="connsiteY46633"/>
              </a:cxn>
              <a:cxn ang="0">
                <a:pos x="connsiteX46634" y="connsiteY46634"/>
              </a:cxn>
              <a:cxn ang="0">
                <a:pos x="connsiteX46635" y="connsiteY46635"/>
              </a:cxn>
              <a:cxn ang="0">
                <a:pos x="connsiteX46636" y="connsiteY46636"/>
              </a:cxn>
              <a:cxn ang="0">
                <a:pos x="connsiteX46637" y="connsiteY46637"/>
              </a:cxn>
              <a:cxn ang="0">
                <a:pos x="connsiteX46638" y="connsiteY46638"/>
              </a:cxn>
              <a:cxn ang="0">
                <a:pos x="connsiteX46639" y="connsiteY46639"/>
              </a:cxn>
              <a:cxn ang="0">
                <a:pos x="connsiteX46640" y="connsiteY46640"/>
              </a:cxn>
              <a:cxn ang="0">
                <a:pos x="connsiteX46641" y="connsiteY46641"/>
              </a:cxn>
              <a:cxn ang="0">
                <a:pos x="connsiteX46642" y="connsiteY46642"/>
              </a:cxn>
              <a:cxn ang="0">
                <a:pos x="connsiteX46643" y="connsiteY46643"/>
              </a:cxn>
              <a:cxn ang="0">
                <a:pos x="connsiteX46644" y="connsiteY46644"/>
              </a:cxn>
              <a:cxn ang="0">
                <a:pos x="connsiteX46645" y="connsiteY46645"/>
              </a:cxn>
              <a:cxn ang="0">
                <a:pos x="connsiteX46646" y="connsiteY46646"/>
              </a:cxn>
              <a:cxn ang="0">
                <a:pos x="connsiteX46647" y="connsiteY46647"/>
              </a:cxn>
              <a:cxn ang="0">
                <a:pos x="connsiteX46648" y="connsiteY46648"/>
              </a:cxn>
              <a:cxn ang="0">
                <a:pos x="connsiteX46649" y="connsiteY46649"/>
              </a:cxn>
              <a:cxn ang="0">
                <a:pos x="connsiteX46650" y="connsiteY46650"/>
              </a:cxn>
              <a:cxn ang="0">
                <a:pos x="connsiteX46651" y="connsiteY46651"/>
              </a:cxn>
              <a:cxn ang="0">
                <a:pos x="connsiteX46652" y="connsiteY46652"/>
              </a:cxn>
              <a:cxn ang="0">
                <a:pos x="connsiteX46653" y="connsiteY46653"/>
              </a:cxn>
              <a:cxn ang="0">
                <a:pos x="connsiteX46654" y="connsiteY46654"/>
              </a:cxn>
              <a:cxn ang="0">
                <a:pos x="connsiteX46655" y="connsiteY46655"/>
              </a:cxn>
              <a:cxn ang="0">
                <a:pos x="connsiteX46656" y="connsiteY46656"/>
              </a:cxn>
              <a:cxn ang="0">
                <a:pos x="connsiteX46657" y="connsiteY46657"/>
              </a:cxn>
              <a:cxn ang="0">
                <a:pos x="connsiteX46658" y="connsiteY46658"/>
              </a:cxn>
              <a:cxn ang="0">
                <a:pos x="connsiteX46659" y="connsiteY46659"/>
              </a:cxn>
              <a:cxn ang="0">
                <a:pos x="connsiteX46660" y="connsiteY46660"/>
              </a:cxn>
              <a:cxn ang="0">
                <a:pos x="connsiteX46661" y="connsiteY46661"/>
              </a:cxn>
              <a:cxn ang="0">
                <a:pos x="connsiteX46662" y="connsiteY46662"/>
              </a:cxn>
              <a:cxn ang="0">
                <a:pos x="connsiteX46663" y="connsiteY46663"/>
              </a:cxn>
              <a:cxn ang="0">
                <a:pos x="connsiteX46664" y="connsiteY46664"/>
              </a:cxn>
              <a:cxn ang="0">
                <a:pos x="connsiteX46665" y="connsiteY46665"/>
              </a:cxn>
              <a:cxn ang="0">
                <a:pos x="connsiteX46666" y="connsiteY46666"/>
              </a:cxn>
              <a:cxn ang="0">
                <a:pos x="connsiteX46667" y="connsiteY46667"/>
              </a:cxn>
              <a:cxn ang="0">
                <a:pos x="connsiteX46668" y="connsiteY46668"/>
              </a:cxn>
              <a:cxn ang="0">
                <a:pos x="connsiteX46669" y="connsiteY46669"/>
              </a:cxn>
              <a:cxn ang="0">
                <a:pos x="connsiteX46670" y="connsiteY46670"/>
              </a:cxn>
              <a:cxn ang="0">
                <a:pos x="connsiteX46671" y="connsiteY46671"/>
              </a:cxn>
              <a:cxn ang="0">
                <a:pos x="connsiteX46672" y="connsiteY46672"/>
              </a:cxn>
              <a:cxn ang="0">
                <a:pos x="connsiteX46673" y="connsiteY46673"/>
              </a:cxn>
              <a:cxn ang="0">
                <a:pos x="connsiteX46674" y="connsiteY46674"/>
              </a:cxn>
              <a:cxn ang="0">
                <a:pos x="connsiteX46675" y="connsiteY46675"/>
              </a:cxn>
              <a:cxn ang="0">
                <a:pos x="connsiteX46676" y="connsiteY46676"/>
              </a:cxn>
              <a:cxn ang="0">
                <a:pos x="connsiteX46677" y="connsiteY46677"/>
              </a:cxn>
              <a:cxn ang="0">
                <a:pos x="connsiteX46678" y="connsiteY46678"/>
              </a:cxn>
              <a:cxn ang="0">
                <a:pos x="connsiteX46679" y="connsiteY46679"/>
              </a:cxn>
              <a:cxn ang="0">
                <a:pos x="connsiteX46680" y="connsiteY46680"/>
              </a:cxn>
              <a:cxn ang="0">
                <a:pos x="connsiteX46681" y="connsiteY46681"/>
              </a:cxn>
              <a:cxn ang="0">
                <a:pos x="connsiteX46682" y="connsiteY46682"/>
              </a:cxn>
              <a:cxn ang="0">
                <a:pos x="connsiteX46683" y="connsiteY46683"/>
              </a:cxn>
              <a:cxn ang="0">
                <a:pos x="connsiteX46684" y="connsiteY46684"/>
              </a:cxn>
              <a:cxn ang="0">
                <a:pos x="connsiteX46685" y="connsiteY46685"/>
              </a:cxn>
              <a:cxn ang="0">
                <a:pos x="connsiteX46686" y="connsiteY46686"/>
              </a:cxn>
              <a:cxn ang="0">
                <a:pos x="connsiteX46687" y="connsiteY46687"/>
              </a:cxn>
              <a:cxn ang="0">
                <a:pos x="connsiteX46688" y="connsiteY46688"/>
              </a:cxn>
              <a:cxn ang="0">
                <a:pos x="connsiteX46689" y="connsiteY46689"/>
              </a:cxn>
              <a:cxn ang="0">
                <a:pos x="connsiteX46690" y="connsiteY46690"/>
              </a:cxn>
              <a:cxn ang="0">
                <a:pos x="connsiteX46691" y="connsiteY46691"/>
              </a:cxn>
              <a:cxn ang="0">
                <a:pos x="connsiteX46692" y="connsiteY46692"/>
              </a:cxn>
              <a:cxn ang="0">
                <a:pos x="connsiteX46693" y="connsiteY46693"/>
              </a:cxn>
              <a:cxn ang="0">
                <a:pos x="connsiteX46694" y="connsiteY46694"/>
              </a:cxn>
              <a:cxn ang="0">
                <a:pos x="connsiteX46695" y="connsiteY46695"/>
              </a:cxn>
              <a:cxn ang="0">
                <a:pos x="connsiteX46696" y="connsiteY46696"/>
              </a:cxn>
              <a:cxn ang="0">
                <a:pos x="connsiteX46697" y="connsiteY46697"/>
              </a:cxn>
              <a:cxn ang="0">
                <a:pos x="connsiteX46698" y="connsiteY46698"/>
              </a:cxn>
              <a:cxn ang="0">
                <a:pos x="connsiteX46699" y="connsiteY46699"/>
              </a:cxn>
              <a:cxn ang="0">
                <a:pos x="connsiteX46700" y="connsiteY46700"/>
              </a:cxn>
              <a:cxn ang="0">
                <a:pos x="connsiteX46701" y="connsiteY46701"/>
              </a:cxn>
              <a:cxn ang="0">
                <a:pos x="connsiteX46702" y="connsiteY46702"/>
              </a:cxn>
              <a:cxn ang="0">
                <a:pos x="connsiteX46703" y="connsiteY46703"/>
              </a:cxn>
              <a:cxn ang="0">
                <a:pos x="connsiteX46704" y="connsiteY46704"/>
              </a:cxn>
              <a:cxn ang="0">
                <a:pos x="connsiteX46705" y="connsiteY46705"/>
              </a:cxn>
              <a:cxn ang="0">
                <a:pos x="connsiteX46706" y="connsiteY46706"/>
              </a:cxn>
              <a:cxn ang="0">
                <a:pos x="connsiteX46707" y="connsiteY46707"/>
              </a:cxn>
              <a:cxn ang="0">
                <a:pos x="connsiteX46708" y="connsiteY46708"/>
              </a:cxn>
              <a:cxn ang="0">
                <a:pos x="connsiteX46709" y="connsiteY46709"/>
              </a:cxn>
              <a:cxn ang="0">
                <a:pos x="connsiteX46710" y="connsiteY46710"/>
              </a:cxn>
              <a:cxn ang="0">
                <a:pos x="connsiteX46711" y="connsiteY46711"/>
              </a:cxn>
              <a:cxn ang="0">
                <a:pos x="connsiteX46712" y="connsiteY46712"/>
              </a:cxn>
              <a:cxn ang="0">
                <a:pos x="connsiteX46713" y="connsiteY46713"/>
              </a:cxn>
              <a:cxn ang="0">
                <a:pos x="connsiteX46714" y="connsiteY46714"/>
              </a:cxn>
              <a:cxn ang="0">
                <a:pos x="connsiteX46715" y="connsiteY46715"/>
              </a:cxn>
              <a:cxn ang="0">
                <a:pos x="connsiteX46716" y="connsiteY46716"/>
              </a:cxn>
              <a:cxn ang="0">
                <a:pos x="connsiteX46717" y="connsiteY46717"/>
              </a:cxn>
              <a:cxn ang="0">
                <a:pos x="connsiteX46718" y="connsiteY46718"/>
              </a:cxn>
              <a:cxn ang="0">
                <a:pos x="connsiteX46719" y="connsiteY46719"/>
              </a:cxn>
              <a:cxn ang="0">
                <a:pos x="connsiteX46720" y="connsiteY46720"/>
              </a:cxn>
              <a:cxn ang="0">
                <a:pos x="connsiteX46721" y="connsiteY46721"/>
              </a:cxn>
              <a:cxn ang="0">
                <a:pos x="connsiteX46722" y="connsiteY46722"/>
              </a:cxn>
              <a:cxn ang="0">
                <a:pos x="connsiteX46723" y="connsiteY46723"/>
              </a:cxn>
              <a:cxn ang="0">
                <a:pos x="connsiteX46724" y="connsiteY46724"/>
              </a:cxn>
              <a:cxn ang="0">
                <a:pos x="connsiteX46725" y="connsiteY46725"/>
              </a:cxn>
              <a:cxn ang="0">
                <a:pos x="connsiteX46726" y="connsiteY46726"/>
              </a:cxn>
              <a:cxn ang="0">
                <a:pos x="connsiteX46727" y="connsiteY46727"/>
              </a:cxn>
              <a:cxn ang="0">
                <a:pos x="connsiteX46728" y="connsiteY46728"/>
              </a:cxn>
              <a:cxn ang="0">
                <a:pos x="connsiteX46729" y="connsiteY46729"/>
              </a:cxn>
              <a:cxn ang="0">
                <a:pos x="connsiteX46730" y="connsiteY46730"/>
              </a:cxn>
              <a:cxn ang="0">
                <a:pos x="connsiteX46731" y="connsiteY46731"/>
              </a:cxn>
              <a:cxn ang="0">
                <a:pos x="connsiteX46732" y="connsiteY46732"/>
              </a:cxn>
              <a:cxn ang="0">
                <a:pos x="connsiteX46733" y="connsiteY46733"/>
              </a:cxn>
              <a:cxn ang="0">
                <a:pos x="connsiteX46734" y="connsiteY46734"/>
              </a:cxn>
              <a:cxn ang="0">
                <a:pos x="connsiteX46735" y="connsiteY46735"/>
              </a:cxn>
              <a:cxn ang="0">
                <a:pos x="connsiteX46736" y="connsiteY46736"/>
              </a:cxn>
              <a:cxn ang="0">
                <a:pos x="connsiteX46737" y="connsiteY46737"/>
              </a:cxn>
              <a:cxn ang="0">
                <a:pos x="connsiteX46738" y="connsiteY46738"/>
              </a:cxn>
              <a:cxn ang="0">
                <a:pos x="connsiteX46739" y="connsiteY46739"/>
              </a:cxn>
              <a:cxn ang="0">
                <a:pos x="connsiteX46740" y="connsiteY46740"/>
              </a:cxn>
              <a:cxn ang="0">
                <a:pos x="connsiteX46741" y="connsiteY46741"/>
              </a:cxn>
              <a:cxn ang="0">
                <a:pos x="connsiteX46742" y="connsiteY46742"/>
              </a:cxn>
              <a:cxn ang="0">
                <a:pos x="connsiteX46743" y="connsiteY46743"/>
              </a:cxn>
              <a:cxn ang="0">
                <a:pos x="connsiteX46744" y="connsiteY46744"/>
              </a:cxn>
              <a:cxn ang="0">
                <a:pos x="connsiteX46745" y="connsiteY46745"/>
              </a:cxn>
              <a:cxn ang="0">
                <a:pos x="connsiteX46746" y="connsiteY46746"/>
              </a:cxn>
              <a:cxn ang="0">
                <a:pos x="connsiteX46747" y="connsiteY46747"/>
              </a:cxn>
              <a:cxn ang="0">
                <a:pos x="connsiteX46748" y="connsiteY46748"/>
              </a:cxn>
              <a:cxn ang="0">
                <a:pos x="connsiteX46749" y="connsiteY46749"/>
              </a:cxn>
              <a:cxn ang="0">
                <a:pos x="connsiteX46750" y="connsiteY46750"/>
              </a:cxn>
              <a:cxn ang="0">
                <a:pos x="connsiteX46751" y="connsiteY46751"/>
              </a:cxn>
              <a:cxn ang="0">
                <a:pos x="connsiteX46752" y="connsiteY46752"/>
              </a:cxn>
              <a:cxn ang="0">
                <a:pos x="connsiteX46753" y="connsiteY46753"/>
              </a:cxn>
              <a:cxn ang="0">
                <a:pos x="connsiteX46754" y="connsiteY46754"/>
              </a:cxn>
              <a:cxn ang="0">
                <a:pos x="connsiteX46755" y="connsiteY46755"/>
              </a:cxn>
              <a:cxn ang="0">
                <a:pos x="connsiteX46756" y="connsiteY46756"/>
              </a:cxn>
              <a:cxn ang="0">
                <a:pos x="connsiteX46757" y="connsiteY46757"/>
              </a:cxn>
              <a:cxn ang="0">
                <a:pos x="connsiteX46758" y="connsiteY46758"/>
              </a:cxn>
              <a:cxn ang="0">
                <a:pos x="connsiteX46759" y="connsiteY46759"/>
              </a:cxn>
              <a:cxn ang="0">
                <a:pos x="connsiteX46760" y="connsiteY46760"/>
              </a:cxn>
              <a:cxn ang="0">
                <a:pos x="connsiteX46761" y="connsiteY46761"/>
              </a:cxn>
              <a:cxn ang="0">
                <a:pos x="connsiteX46762" y="connsiteY46762"/>
              </a:cxn>
              <a:cxn ang="0">
                <a:pos x="connsiteX46763" y="connsiteY46763"/>
              </a:cxn>
              <a:cxn ang="0">
                <a:pos x="connsiteX46764" y="connsiteY46764"/>
              </a:cxn>
              <a:cxn ang="0">
                <a:pos x="connsiteX46765" y="connsiteY46765"/>
              </a:cxn>
              <a:cxn ang="0">
                <a:pos x="connsiteX46766" y="connsiteY46766"/>
              </a:cxn>
              <a:cxn ang="0">
                <a:pos x="connsiteX46767" y="connsiteY46767"/>
              </a:cxn>
              <a:cxn ang="0">
                <a:pos x="connsiteX46768" y="connsiteY46768"/>
              </a:cxn>
              <a:cxn ang="0">
                <a:pos x="connsiteX46769" y="connsiteY46769"/>
              </a:cxn>
              <a:cxn ang="0">
                <a:pos x="connsiteX46770" y="connsiteY46770"/>
              </a:cxn>
              <a:cxn ang="0">
                <a:pos x="connsiteX46771" y="connsiteY46771"/>
              </a:cxn>
              <a:cxn ang="0">
                <a:pos x="connsiteX46772" y="connsiteY46772"/>
              </a:cxn>
              <a:cxn ang="0">
                <a:pos x="connsiteX46773" y="connsiteY46773"/>
              </a:cxn>
              <a:cxn ang="0">
                <a:pos x="connsiteX46774" y="connsiteY46774"/>
              </a:cxn>
              <a:cxn ang="0">
                <a:pos x="connsiteX46775" y="connsiteY46775"/>
              </a:cxn>
              <a:cxn ang="0">
                <a:pos x="connsiteX46776" y="connsiteY46776"/>
              </a:cxn>
              <a:cxn ang="0">
                <a:pos x="connsiteX46777" y="connsiteY46777"/>
              </a:cxn>
              <a:cxn ang="0">
                <a:pos x="connsiteX46778" y="connsiteY46778"/>
              </a:cxn>
              <a:cxn ang="0">
                <a:pos x="connsiteX46779" y="connsiteY46779"/>
              </a:cxn>
              <a:cxn ang="0">
                <a:pos x="connsiteX46780" y="connsiteY46780"/>
              </a:cxn>
              <a:cxn ang="0">
                <a:pos x="connsiteX46781" y="connsiteY46781"/>
              </a:cxn>
              <a:cxn ang="0">
                <a:pos x="connsiteX46782" y="connsiteY46782"/>
              </a:cxn>
              <a:cxn ang="0">
                <a:pos x="connsiteX46783" y="connsiteY46783"/>
              </a:cxn>
              <a:cxn ang="0">
                <a:pos x="connsiteX46784" y="connsiteY46784"/>
              </a:cxn>
              <a:cxn ang="0">
                <a:pos x="connsiteX46785" y="connsiteY46785"/>
              </a:cxn>
              <a:cxn ang="0">
                <a:pos x="connsiteX46786" y="connsiteY46786"/>
              </a:cxn>
              <a:cxn ang="0">
                <a:pos x="connsiteX46787" y="connsiteY46787"/>
              </a:cxn>
              <a:cxn ang="0">
                <a:pos x="connsiteX46788" y="connsiteY46788"/>
              </a:cxn>
              <a:cxn ang="0">
                <a:pos x="connsiteX46789" y="connsiteY46789"/>
              </a:cxn>
              <a:cxn ang="0">
                <a:pos x="connsiteX46790" y="connsiteY46790"/>
              </a:cxn>
              <a:cxn ang="0">
                <a:pos x="connsiteX46791" y="connsiteY46791"/>
              </a:cxn>
              <a:cxn ang="0">
                <a:pos x="connsiteX46792" y="connsiteY46792"/>
              </a:cxn>
              <a:cxn ang="0">
                <a:pos x="connsiteX46793" y="connsiteY46793"/>
              </a:cxn>
              <a:cxn ang="0">
                <a:pos x="connsiteX46794" y="connsiteY46794"/>
              </a:cxn>
              <a:cxn ang="0">
                <a:pos x="connsiteX46795" y="connsiteY46795"/>
              </a:cxn>
              <a:cxn ang="0">
                <a:pos x="connsiteX46796" y="connsiteY46796"/>
              </a:cxn>
              <a:cxn ang="0">
                <a:pos x="connsiteX46797" y="connsiteY46797"/>
              </a:cxn>
              <a:cxn ang="0">
                <a:pos x="connsiteX46798" y="connsiteY46798"/>
              </a:cxn>
              <a:cxn ang="0">
                <a:pos x="connsiteX46799" y="connsiteY46799"/>
              </a:cxn>
              <a:cxn ang="0">
                <a:pos x="connsiteX46800" y="connsiteY46800"/>
              </a:cxn>
              <a:cxn ang="0">
                <a:pos x="connsiteX46801" y="connsiteY46801"/>
              </a:cxn>
              <a:cxn ang="0">
                <a:pos x="connsiteX46802" y="connsiteY46802"/>
              </a:cxn>
              <a:cxn ang="0">
                <a:pos x="connsiteX46803" y="connsiteY46803"/>
              </a:cxn>
              <a:cxn ang="0">
                <a:pos x="connsiteX46804" y="connsiteY46804"/>
              </a:cxn>
              <a:cxn ang="0">
                <a:pos x="connsiteX46805" y="connsiteY46805"/>
              </a:cxn>
              <a:cxn ang="0">
                <a:pos x="connsiteX46806" y="connsiteY46806"/>
              </a:cxn>
              <a:cxn ang="0">
                <a:pos x="connsiteX46807" y="connsiteY46807"/>
              </a:cxn>
              <a:cxn ang="0">
                <a:pos x="connsiteX46808" y="connsiteY46808"/>
              </a:cxn>
              <a:cxn ang="0">
                <a:pos x="connsiteX46809" y="connsiteY46809"/>
              </a:cxn>
              <a:cxn ang="0">
                <a:pos x="connsiteX46810" y="connsiteY46810"/>
              </a:cxn>
              <a:cxn ang="0">
                <a:pos x="connsiteX46811" y="connsiteY46811"/>
              </a:cxn>
              <a:cxn ang="0">
                <a:pos x="connsiteX46812" y="connsiteY46812"/>
              </a:cxn>
              <a:cxn ang="0">
                <a:pos x="connsiteX46813" y="connsiteY46813"/>
              </a:cxn>
              <a:cxn ang="0">
                <a:pos x="connsiteX46814" y="connsiteY46814"/>
              </a:cxn>
              <a:cxn ang="0">
                <a:pos x="connsiteX46815" y="connsiteY46815"/>
              </a:cxn>
              <a:cxn ang="0">
                <a:pos x="connsiteX46816" y="connsiteY46816"/>
              </a:cxn>
              <a:cxn ang="0">
                <a:pos x="connsiteX46817" y="connsiteY46817"/>
              </a:cxn>
              <a:cxn ang="0">
                <a:pos x="connsiteX46818" y="connsiteY46818"/>
              </a:cxn>
              <a:cxn ang="0">
                <a:pos x="connsiteX46819" y="connsiteY46819"/>
              </a:cxn>
              <a:cxn ang="0">
                <a:pos x="connsiteX46820" y="connsiteY46820"/>
              </a:cxn>
              <a:cxn ang="0">
                <a:pos x="connsiteX46821" y="connsiteY46821"/>
              </a:cxn>
              <a:cxn ang="0">
                <a:pos x="connsiteX46822" y="connsiteY46822"/>
              </a:cxn>
              <a:cxn ang="0">
                <a:pos x="connsiteX46823" y="connsiteY46823"/>
              </a:cxn>
              <a:cxn ang="0">
                <a:pos x="connsiteX46824" y="connsiteY46824"/>
              </a:cxn>
              <a:cxn ang="0">
                <a:pos x="connsiteX46825" y="connsiteY46825"/>
              </a:cxn>
              <a:cxn ang="0">
                <a:pos x="connsiteX46826" y="connsiteY46826"/>
              </a:cxn>
              <a:cxn ang="0">
                <a:pos x="connsiteX46827" y="connsiteY46827"/>
              </a:cxn>
              <a:cxn ang="0">
                <a:pos x="connsiteX46828" y="connsiteY46828"/>
              </a:cxn>
              <a:cxn ang="0">
                <a:pos x="connsiteX46829" y="connsiteY46829"/>
              </a:cxn>
              <a:cxn ang="0">
                <a:pos x="connsiteX46830" y="connsiteY46830"/>
              </a:cxn>
              <a:cxn ang="0">
                <a:pos x="connsiteX46831" y="connsiteY46831"/>
              </a:cxn>
              <a:cxn ang="0">
                <a:pos x="connsiteX46832" y="connsiteY46832"/>
              </a:cxn>
              <a:cxn ang="0">
                <a:pos x="connsiteX46833" y="connsiteY46833"/>
              </a:cxn>
              <a:cxn ang="0">
                <a:pos x="connsiteX46834" y="connsiteY46834"/>
              </a:cxn>
              <a:cxn ang="0">
                <a:pos x="connsiteX46835" y="connsiteY46835"/>
              </a:cxn>
              <a:cxn ang="0">
                <a:pos x="connsiteX46836" y="connsiteY46836"/>
              </a:cxn>
              <a:cxn ang="0">
                <a:pos x="connsiteX46837" y="connsiteY46837"/>
              </a:cxn>
              <a:cxn ang="0">
                <a:pos x="connsiteX46838" y="connsiteY46838"/>
              </a:cxn>
              <a:cxn ang="0">
                <a:pos x="connsiteX46839" y="connsiteY46839"/>
              </a:cxn>
              <a:cxn ang="0">
                <a:pos x="connsiteX46840" y="connsiteY46840"/>
              </a:cxn>
              <a:cxn ang="0">
                <a:pos x="connsiteX46841" y="connsiteY46841"/>
              </a:cxn>
              <a:cxn ang="0">
                <a:pos x="connsiteX46842" y="connsiteY46842"/>
              </a:cxn>
              <a:cxn ang="0">
                <a:pos x="connsiteX46843" y="connsiteY46843"/>
              </a:cxn>
              <a:cxn ang="0">
                <a:pos x="connsiteX46844" y="connsiteY46844"/>
              </a:cxn>
              <a:cxn ang="0">
                <a:pos x="connsiteX46845" y="connsiteY46845"/>
              </a:cxn>
              <a:cxn ang="0">
                <a:pos x="connsiteX46846" y="connsiteY46846"/>
              </a:cxn>
              <a:cxn ang="0">
                <a:pos x="connsiteX46847" y="connsiteY46847"/>
              </a:cxn>
              <a:cxn ang="0">
                <a:pos x="connsiteX46848" y="connsiteY46848"/>
              </a:cxn>
              <a:cxn ang="0">
                <a:pos x="connsiteX46849" y="connsiteY46849"/>
              </a:cxn>
              <a:cxn ang="0">
                <a:pos x="connsiteX46850" y="connsiteY46850"/>
              </a:cxn>
              <a:cxn ang="0">
                <a:pos x="connsiteX46851" y="connsiteY46851"/>
              </a:cxn>
              <a:cxn ang="0">
                <a:pos x="connsiteX46852" y="connsiteY46852"/>
              </a:cxn>
              <a:cxn ang="0">
                <a:pos x="connsiteX46853" y="connsiteY46853"/>
              </a:cxn>
              <a:cxn ang="0">
                <a:pos x="connsiteX46854" y="connsiteY46854"/>
              </a:cxn>
              <a:cxn ang="0">
                <a:pos x="connsiteX46855" y="connsiteY46855"/>
              </a:cxn>
              <a:cxn ang="0">
                <a:pos x="connsiteX46856" y="connsiteY46856"/>
              </a:cxn>
              <a:cxn ang="0">
                <a:pos x="connsiteX46857" y="connsiteY46857"/>
              </a:cxn>
              <a:cxn ang="0">
                <a:pos x="connsiteX46858" y="connsiteY46858"/>
              </a:cxn>
              <a:cxn ang="0">
                <a:pos x="connsiteX46859" y="connsiteY46859"/>
              </a:cxn>
              <a:cxn ang="0">
                <a:pos x="connsiteX46860" y="connsiteY46860"/>
              </a:cxn>
              <a:cxn ang="0">
                <a:pos x="connsiteX46861" y="connsiteY46861"/>
              </a:cxn>
              <a:cxn ang="0">
                <a:pos x="connsiteX46862" y="connsiteY46862"/>
              </a:cxn>
              <a:cxn ang="0">
                <a:pos x="connsiteX46863" y="connsiteY46863"/>
              </a:cxn>
              <a:cxn ang="0">
                <a:pos x="connsiteX46864" y="connsiteY46864"/>
              </a:cxn>
              <a:cxn ang="0">
                <a:pos x="connsiteX46865" y="connsiteY46865"/>
              </a:cxn>
              <a:cxn ang="0">
                <a:pos x="connsiteX46866" y="connsiteY46866"/>
              </a:cxn>
              <a:cxn ang="0">
                <a:pos x="connsiteX46867" y="connsiteY46867"/>
              </a:cxn>
              <a:cxn ang="0">
                <a:pos x="connsiteX46868" y="connsiteY46868"/>
              </a:cxn>
              <a:cxn ang="0">
                <a:pos x="connsiteX46869" y="connsiteY46869"/>
              </a:cxn>
              <a:cxn ang="0">
                <a:pos x="connsiteX46870" y="connsiteY46870"/>
              </a:cxn>
              <a:cxn ang="0">
                <a:pos x="connsiteX46871" y="connsiteY46871"/>
              </a:cxn>
              <a:cxn ang="0">
                <a:pos x="connsiteX46872" y="connsiteY46872"/>
              </a:cxn>
              <a:cxn ang="0">
                <a:pos x="connsiteX46873" y="connsiteY46873"/>
              </a:cxn>
              <a:cxn ang="0">
                <a:pos x="connsiteX46874" y="connsiteY46874"/>
              </a:cxn>
              <a:cxn ang="0">
                <a:pos x="connsiteX46875" y="connsiteY46875"/>
              </a:cxn>
              <a:cxn ang="0">
                <a:pos x="connsiteX46876" y="connsiteY46876"/>
              </a:cxn>
              <a:cxn ang="0">
                <a:pos x="connsiteX46877" y="connsiteY46877"/>
              </a:cxn>
              <a:cxn ang="0">
                <a:pos x="connsiteX46878" y="connsiteY46878"/>
              </a:cxn>
              <a:cxn ang="0">
                <a:pos x="connsiteX46879" y="connsiteY46879"/>
              </a:cxn>
              <a:cxn ang="0">
                <a:pos x="connsiteX46880" y="connsiteY46880"/>
              </a:cxn>
              <a:cxn ang="0">
                <a:pos x="connsiteX46881" y="connsiteY46881"/>
              </a:cxn>
              <a:cxn ang="0">
                <a:pos x="connsiteX46882" y="connsiteY46882"/>
              </a:cxn>
              <a:cxn ang="0">
                <a:pos x="connsiteX46883" y="connsiteY46883"/>
              </a:cxn>
              <a:cxn ang="0">
                <a:pos x="connsiteX46884" y="connsiteY46884"/>
              </a:cxn>
              <a:cxn ang="0">
                <a:pos x="connsiteX46885" y="connsiteY46885"/>
              </a:cxn>
              <a:cxn ang="0">
                <a:pos x="connsiteX46886" y="connsiteY46886"/>
              </a:cxn>
              <a:cxn ang="0">
                <a:pos x="connsiteX46887" y="connsiteY46887"/>
              </a:cxn>
              <a:cxn ang="0">
                <a:pos x="connsiteX46888" y="connsiteY46888"/>
              </a:cxn>
              <a:cxn ang="0">
                <a:pos x="connsiteX46889" y="connsiteY46889"/>
              </a:cxn>
              <a:cxn ang="0">
                <a:pos x="connsiteX46890" y="connsiteY46890"/>
              </a:cxn>
              <a:cxn ang="0">
                <a:pos x="connsiteX46891" y="connsiteY46891"/>
              </a:cxn>
              <a:cxn ang="0">
                <a:pos x="connsiteX46892" y="connsiteY46892"/>
              </a:cxn>
              <a:cxn ang="0">
                <a:pos x="connsiteX46893" y="connsiteY46893"/>
              </a:cxn>
              <a:cxn ang="0">
                <a:pos x="connsiteX46894" y="connsiteY46894"/>
              </a:cxn>
              <a:cxn ang="0">
                <a:pos x="connsiteX46895" y="connsiteY46895"/>
              </a:cxn>
              <a:cxn ang="0">
                <a:pos x="connsiteX46896" y="connsiteY46896"/>
              </a:cxn>
              <a:cxn ang="0">
                <a:pos x="connsiteX46897" y="connsiteY46897"/>
              </a:cxn>
              <a:cxn ang="0">
                <a:pos x="connsiteX46898" y="connsiteY46898"/>
              </a:cxn>
              <a:cxn ang="0">
                <a:pos x="connsiteX46899" y="connsiteY46899"/>
              </a:cxn>
              <a:cxn ang="0">
                <a:pos x="connsiteX46900" y="connsiteY46900"/>
              </a:cxn>
              <a:cxn ang="0">
                <a:pos x="connsiteX46901" y="connsiteY46901"/>
              </a:cxn>
              <a:cxn ang="0">
                <a:pos x="connsiteX46902" y="connsiteY46902"/>
              </a:cxn>
              <a:cxn ang="0">
                <a:pos x="connsiteX46903" y="connsiteY46903"/>
              </a:cxn>
              <a:cxn ang="0">
                <a:pos x="connsiteX46904" y="connsiteY46904"/>
              </a:cxn>
              <a:cxn ang="0">
                <a:pos x="connsiteX46905" y="connsiteY46905"/>
              </a:cxn>
            </a:cxnLst>
            <a:rect l="l" t="t" r="r" b="b"/>
            <a:pathLst>
              <a:path w="3114960" h="5143785">
                <a:moveTo>
                  <a:pt x="620554" y="4555617"/>
                </a:moveTo>
                <a:lnTo>
                  <a:pt x="602456" y="4555617"/>
                </a:lnTo>
                <a:lnTo>
                  <a:pt x="571310" y="4531710"/>
                </a:lnTo>
                <a:lnTo>
                  <a:pt x="453009" y="4531710"/>
                </a:lnTo>
                <a:lnTo>
                  <a:pt x="415576" y="4563713"/>
                </a:lnTo>
                <a:lnTo>
                  <a:pt x="357473" y="4563428"/>
                </a:lnTo>
                <a:lnTo>
                  <a:pt x="332804" y="4541806"/>
                </a:lnTo>
                <a:lnTo>
                  <a:pt x="277654" y="4541806"/>
                </a:lnTo>
                <a:cubicBezTo>
                  <a:pt x="277654" y="4541806"/>
                  <a:pt x="256699" y="4520565"/>
                  <a:pt x="256699" y="4520565"/>
                </a:cubicBezTo>
                <a:lnTo>
                  <a:pt x="189548" y="4520565"/>
                </a:lnTo>
                <a:cubicBezTo>
                  <a:pt x="189262" y="4519994"/>
                  <a:pt x="188976" y="4519518"/>
                  <a:pt x="188500" y="4519041"/>
                </a:cubicBezTo>
                <a:lnTo>
                  <a:pt x="182880" y="4513421"/>
                </a:lnTo>
                <a:cubicBezTo>
                  <a:pt x="180785" y="4511326"/>
                  <a:pt x="177165" y="4511326"/>
                  <a:pt x="175070" y="4513421"/>
                </a:cubicBezTo>
                <a:lnTo>
                  <a:pt x="169450" y="4519041"/>
                </a:lnTo>
                <a:cubicBezTo>
                  <a:pt x="168402" y="4520089"/>
                  <a:pt x="167831" y="4521422"/>
                  <a:pt x="167831" y="4522946"/>
                </a:cubicBezTo>
                <a:cubicBezTo>
                  <a:pt x="167831" y="4524470"/>
                  <a:pt x="168402" y="4525804"/>
                  <a:pt x="169450" y="4526852"/>
                </a:cubicBezTo>
                <a:lnTo>
                  <a:pt x="175070" y="4532471"/>
                </a:lnTo>
                <a:cubicBezTo>
                  <a:pt x="176117" y="4533519"/>
                  <a:pt x="177546" y="4534091"/>
                  <a:pt x="178975" y="4534091"/>
                </a:cubicBezTo>
                <a:cubicBezTo>
                  <a:pt x="180404" y="4534091"/>
                  <a:pt x="181832" y="4533519"/>
                  <a:pt x="182880" y="4532471"/>
                </a:cubicBezTo>
                <a:lnTo>
                  <a:pt x="188500" y="4526852"/>
                </a:lnTo>
                <a:cubicBezTo>
                  <a:pt x="188500" y="4526852"/>
                  <a:pt x="189262" y="4525899"/>
                  <a:pt x="189548" y="4525328"/>
                </a:cubicBezTo>
                <a:lnTo>
                  <a:pt x="254699" y="4525328"/>
                </a:lnTo>
                <a:lnTo>
                  <a:pt x="272701" y="4543520"/>
                </a:lnTo>
                <a:lnTo>
                  <a:pt x="262985" y="4553522"/>
                </a:lnTo>
                <a:lnTo>
                  <a:pt x="211550" y="4553522"/>
                </a:lnTo>
                <a:cubicBezTo>
                  <a:pt x="211169" y="4551998"/>
                  <a:pt x="210598" y="4550474"/>
                  <a:pt x="209455" y="4549331"/>
                </a:cubicBezTo>
                <a:cubicBezTo>
                  <a:pt x="207836" y="4547712"/>
                  <a:pt x="205645" y="4546759"/>
                  <a:pt x="203359" y="4546759"/>
                </a:cubicBezTo>
                <a:lnTo>
                  <a:pt x="203359" y="4546759"/>
                </a:lnTo>
                <a:cubicBezTo>
                  <a:pt x="201073" y="4546759"/>
                  <a:pt x="198977" y="4547616"/>
                  <a:pt x="197263" y="4549236"/>
                </a:cubicBezTo>
                <a:cubicBezTo>
                  <a:pt x="195644" y="4550855"/>
                  <a:pt x="194691" y="4553045"/>
                  <a:pt x="194691" y="4555331"/>
                </a:cubicBezTo>
                <a:cubicBezTo>
                  <a:pt x="194691" y="4560094"/>
                  <a:pt x="198501" y="4563999"/>
                  <a:pt x="203264" y="4564095"/>
                </a:cubicBezTo>
                <a:lnTo>
                  <a:pt x="203264" y="4564095"/>
                </a:lnTo>
                <a:cubicBezTo>
                  <a:pt x="206978" y="4564095"/>
                  <a:pt x="210122" y="4561713"/>
                  <a:pt x="211360" y="4558379"/>
                </a:cubicBezTo>
                <a:lnTo>
                  <a:pt x="265081" y="4558379"/>
                </a:lnTo>
                <a:cubicBezTo>
                  <a:pt x="265081" y="4558379"/>
                  <a:pt x="276511" y="4546473"/>
                  <a:pt x="276511" y="4546473"/>
                </a:cubicBezTo>
                <a:lnTo>
                  <a:pt x="330994" y="4546473"/>
                </a:lnTo>
                <a:cubicBezTo>
                  <a:pt x="330994" y="4546473"/>
                  <a:pt x="355664" y="4568190"/>
                  <a:pt x="355664" y="4568190"/>
                </a:cubicBezTo>
                <a:lnTo>
                  <a:pt x="416433" y="4568476"/>
                </a:lnTo>
                <a:lnTo>
                  <a:pt x="417290" y="4568476"/>
                </a:lnTo>
                <a:lnTo>
                  <a:pt x="454724" y="4536472"/>
                </a:lnTo>
                <a:lnTo>
                  <a:pt x="569595" y="4536472"/>
                </a:lnTo>
                <a:lnTo>
                  <a:pt x="600742" y="4560380"/>
                </a:lnTo>
                <a:lnTo>
                  <a:pt x="620459" y="4560380"/>
                </a:lnTo>
                <a:cubicBezTo>
                  <a:pt x="620935" y="4562380"/>
                  <a:pt x="621792" y="4564285"/>
                  <a:pt x="623411" y="4565809"/>
                </a:cubicBezTo>
                <a:cubicBezTo>
                  <a:pt x="625412" y="4567619"/>
                  <a:pt x="627888" y="4568571"/>
                  <a:pt x="630555" y="4568571"/>
                </a:cubicBezTo>
                <a:cubicBezTo>
                  <a:pt x="630746" y="4568571"/>
                  <a:pt x="630936" y="4568571"/>
                  <a:pt x="631127" y="4568571"/>
                </a:cubicBezTo>
                <a:cubicBezTo>
                  <a:pt x="633984" y="4568476"/>
                  <a:pt x="636556" y="4567238"/>
                  <a:pt x="638461" y="4565047"/>
                </a:cubicBezTo>
                <a:cubicBezTo>
                  <a:pt x="640366" y="4562952"/>
                  <a:pt x="641318" y="4560189"/>
                  <a:pt x="641223" y="4557332"/>
                </a:cubicBezTo>
                <a:cubicBezTo>
                  <a:pt x="641128" y="4554474"/>
                  <a:pt x="639890" y="4551903"/>
                  <a:pt x="637699" y="4549997"/>
                </a:cubicBezTo>
                <a:cubicBezTo>
                  <a:pt x="635603" y="4548093"/>
                  <a:pt x="632936" y="4547045"/>
                  <a:pt x="629984" y="4547235"/>
                </a:cubicBezTo>
                <a:cubicBezTo>
                  <a:pt x="627126" y="4547330"/>
                  <a:pt x="624554" y="4548569"/>
                  <a:pt x="622649" y="4550760"/>
                </a:cubicBezTo>
                <a:cubicBezTo>
                  <a:pt x="621316" y="4552188"/>
                  <a:pt x="620649" y="4553903"/>
                  <a:pt x="620268" y="4555617"/>
                </a:cubicBezTo>
                <a:close/>
                <a:moveTo>
                  <a:pt x="185166" y="4523518"/>
                </a:moveTo>
                <a:lnTo>
                  <a:pt x="179546" y="4529138"/>
                </a:lnTo>
                <a:cubicBezTo>
                  <a:pt x="179546" y="4529138"/>
                  <a:pt x="178784" y="4529423"/>
                  <a:pt x="178499" y="4529138"/>
                </a:cubicBezTo>
                <a:lnTo>
                  <a:pt x="172879" y="4523518"/>
                </a:lnTo>
                <a:lnTo>
                  <a:pt x="172879" y="4522470"/>
                </a:lnTo>
                <a:lnTo>
                  <a:pt x="179070" y="4516565"/>
                </a:lnTo>
                <a:cubicBezTo>
                  <a:pt x="179070" y="4516565"/>
                  <a:pt x="179451" y="4516565"/>
                  <a:pt x="179546" y="4516755"/>
                </a:cubicBezTo>
                <a:lnTo>
                  <a:pt x="185261" y="4522470"/>
                </a:lnTo>
                <a:lnTo>
                  <a:pt x="185261" y="4523518"/>
                </a:lnTo>
                <a:close/>
                <a:moveTo>
                  <a:pt x="203359" y="4559427"/>
                </a:moveTo>
                <a:lnTo>
                  <a:pt x="203359" y="4559427"/>
                </a:lnTo>
                <a:cubicBezTo>
                  <a:pt x="201168" y="4559427"/>
                  <a:pt x="199454" y="4557618"/>
                  <a:pt x="199454" y="4555522"/>
                </a:cubicBezTo>
                <a:cubicBezTo>
                  <a:pt x="199454" y="4554474"/>
                  <a:pt x="199835" y="4553522"/>
                  <a:pt x="200597" y="4552760"/>
                </a:cubicBezTo>
                <a:cubicBezTo>
                  <a:pt x="201358" y="4551998"/>
                  <a:pt x="202311" y="4551617"/>
                  <a:pt x="203359" y="4551617"/>
                </a:cubicBezTo>
                <a:cubicBezTo>
                  <a:pt x="204502" y="4551617"/>
                  <a:pt x="205359" y="4551998"/>
                  <a:pt x="206121" y="4552760"/>
                </a:cubicBezTo>
                <a:cubicBezTo>
                  <a:pt x="206883" y="4553522"/>
                  <a:pt x="207264" y="4554474"/>
                  <a:pt x="207264" y="4555522"/>
                </a:cubicBezTo>
                <a:cubicBezTo>
                  <a:pt x="207264" y="4557618"/>
                  <a:pt x="205454" y="4559427"/>
                  <a:pt x="203359" y="4559427"/>
                </a:cubicBezTo>
                <a:close/>
                <a:moveTo>
                  <a:pt x="626364" y="4553903"/>
                </a:moveTo>
                <a:cubicBezTo>
                  <a:pt x="627412" y="4552760"/>
                  <a:pt x="628841" y="4552093"/>
                  <a:pt x="630460" y="4551998"/>
                </a:cubicBezTo>
                <a:cubicBezTo>
                  <a:pt x="630555" y="4551998"/>
                  <a:pt x="630650" y="4551998"/>
                  <a:pt x="630746" y="4551998"/>
                </a:cubicBezTo>
                <a:cubicBezTo>
                  <a:pt x="632174" y="4551998"/>
                  <a:pt x="633603" y="4552569"/>
                  <a:pt x="634651" y="4553522"/>
                </a:cubicBezTo>
                <a:cubicBezTo>
                  <a:pt x="635794" y="4554570"/>
                  <a:pt x="636461" y="4555998"/>
                  <a:pt x="636556" y="4557618"/>
                </a:cubicBezTo>
                <a:cubicBezTo>
                  <a:pt x="636556" y="4559237"/>
                  <a:pt x="636079" y="4560665"/>
                  <a:pt x="635032" y="4561904"/>
                </a:cubicBezTo>
                <a:cubicBezTo>
                  <a:pt x="633984" y="4563047"/>
                  <a:pt x="632555" y="4563713"/>
                  <a:pt x="630936" y="4563809"/>
                </a:cubicBezTo>
                <a:cubicBezTo>
                  <a:pt x="629317" y="4563904"/>
                  <a:pt x="627888" y="4563332"/>
                  <a:pt x="626650" y="4562285"/>
                </a:cubicBezTo>
                <a:lnTo>
                  <a:pt x="626650" y="4562285"/>
                </a:lnTo>
                <a:cubicBezTo>
                  <a:pt x="625507" y="4561237"/>
                  <a:pt x="624840" y="4559808"/>
                  <a:pt x="624745" y="4558189"/>
                </a:cubicBezTo>
                <a:cubicBezTo>
                  <a:pt x="624745" y="4556665"/>
                  <a:pt x="625221" y="4555141"/>
                  <a:pt x="626269" y="4553903"/>
                </a:cubicBezTo>
                <a:close/>
                <a:moveTo>
                  <a:pt x="2530412" y="216884"/>
                </a:moveTo>
                <a:cubicBezTo>
                  <a:pt x="2530412" y="214694"/>
                  <a:pt x="2529650" y="212693"/>
                  <a:pt x="2528126" y="211074"/>
                </a:cubicBezTo>
                <a:cubicBezTo>
                  <a:pt x="2526602" y="209550"/>
                  <a:pt x="2524601" y="208598"/>
                  <a:pt x="2522411" y="208598"/>
                </a:cubicBezTo>
                <a:cubicBezTo>
                  <a:pt x="2518791" y="208598"/>
                  <a:pt x="2515743" y="210979"/>
                  <a:pt x="2514695" y="214217"/>
                </a:cubicBezTo>
                <a:lnTo>
                  <a:pt x="2463546" y="214217"/>
                </a:lnTo>
                <a:cubicBezTo>
                  <a:pt x="2463546" y="214217"/>
                  <a:pt x="2452973" y="224600"/>
                  <a:pt x="2452973" y="224600"/>
                </a:cubicBezTo>
                <a:lnTo>
                  <a:pt x="2452592" y="269843"/>
                </a:lnTo>
                <a:lnTo>
                  <a:pt x="2445068" y="277940"/>
                </a:lnTo>
                <a:cubicBezTo>
                  <a:pt x="2442686" y="276416"/>
                  <a:pt x="2439829" y="275749"/>
                  <a:pt x="2436876" y="276416"/>
                </a:cubicBezTo>
                <a:cubicBezTo>
                  <a:pt x="2434114" y="277082"/>
                  <a:pt x="2431828" y="278797"/>
                  <a:pt x="2430399" y="281178"/>
                </a:cubicBezTo>
                <a:cubicBezTo>
                  <a:pt x="2428970" y="283559"/>
                  <a:pt x="2428494" y="286417"/>
                  <a:pt x="2429161" y="289084"/>
                </a:cubicBezTo>
                <a:cubicBezTo>
                  <a:pt x="2429828" y="291846"/>
                  <a:pt x="2431542" y="294132"/>
                  <a:pt x="2433923" y="295561"/>
                </a:cubicBezTo>
                <a:cubicBezTo>
                  <a:pt x="2435543" y="296609"/>
                  <a:pt x="2437448" y="297085"/>
                  <a:pt x="2439353" y="297085"/>
                </a:cubicBezTo>
                <a:cubicBezTo>
                  <a:pt x="2440210" y="297085"/>
                  <a:pt x="2440972" y="296990"/>
                  <a:pt x="2441829" y="296799"/>
                </a:cubicBezTo>
                <a:cubicBezTo>
                  <a:pt x="2447449" y="295466"/>
                  <a:pt x="2450878" y="289751"/>
                  <a:pt x="2449544" y="284131"/>
                </a:cubicBezTo>
                <a:cubicBezTo>
                  <a:pt x="2449259" y="283083"/>
                  <a:pt x="2448782" y="282321"/>
                  <a:pt x="2448306" y="281464"/>
                </a:cubicBezTo>
                <a:lnTo>
                  <a:pt x="2457355" y="271653"/>
                </a:lnTo>
                <a:lnTo>
                  <a:pt x="2457736" y="226600"/>
                </a:lnTo>
                <a:lnTo>
                  <a:pt x="2465451" y="219075"/>
                </a:lnTo>
                <a:lnTo>
                  <a:pt x="2514600" y="219075"/>
                </a:lnTo>
                <a:cubicBezTo>
                  <a:pt x="2514981" y="220218"/>
                  <a:pt x="2515553" y="221361"/>
                  <a:pt x="2516410" y="222314"/>
                </a:cubicBezTo>
                <a:cubicBezTo>
                  <a:pt x="2517934" y="223838"/>
                  <a:pt x="2519934" y="224790"/>
                  <a:pt x="2522125" y="224790"/>
                </a:cubicBezTo>
                <a:lnTo>
                  <a:pt x="2522315" y="224790"/>
                </a:lnTo>
                <a:cubicBezTo>
                  <a:pt x="2524411" y="224790"/>
                  <a:pt x="2526411" y="224028"/>
                  <a:pt x="2527935" y="222504"/>
                </a:cubicBezTo>
                <a:cubicBezTo>
                  <a:pt x="2529459" y="220980"/>
                  <a:pt x="2530412" y="218980"/>
                  <a:pt x="2530412" y="216789"/>
                </a:cubicBezTo>
                <a:close/>
                <a:moveTo>
                  <a:pt x="2444305" y="289655"/>
                </a:moveTo>
                <a:cubicBezTo>
                  <a:pt x="2443544" y="290989"/>
                  <a:pt x="2442210" y="291846"/>
                  <a:pt x="2440781" y="292227"/>
                </a:cubicBezTo>
                <a:cubicBezTo>
                  <a:pt x="2437733" y="292989"/>
                  <a:pt x="2434590" y="291084"/>
                  <a:pt x="2433923" y="288036"/>
                </a:cubicBezTo>
                <a:cubicBezTo>
                  <a:pt x="2433542" y="286512"/>
                  <a:pt x="2433828" y="284988"/>
                  <a:pt x="2434590" y="283750"/>
                </a:cubicBezTo>
                <a:cubicBezTo>
                  <a:pt x="2435352" y="282416"/>
                  <a:pt x="2436686" y="281559"/>
                  <a:pt x="2438114" y="281178"/>
                </a:cubicBezTo>
                <a:cubicBezTo>
                  <a:pt x="2438591" y="281083"/>
                  <a:pt x="2438972" y="280988"/>
                  <a:pt x="2439448" y="280988"/>
                </a:cubicBezTo>
                <a:cubicBezTo>
                  <a:pt x="2440496" y="280988"/>
                  <a:pt x="2441543" y="281273"/>
                  <a:pt x="2442401" y="281845"/>
                </a:cubicBezTo>
                <a:cubicBezTo>
                  <a:pt x="2443734" y="282607"/>
                  <a:pt x="2444592" y="283940"/>
                  <a:pt x="2444972" y="285369"/>
                </a:cubicBezTo>
                <a:cubicBezTo>
                  <a:pt x="2445353" y="286893"/>
                  <a:pt x="2445068" y="288417"/>
                  <a:pt x="2444305" y="289655"/>
                </a:cubicBezTo>
                <a:close/>
                <a:moveTo>
                  <a:pt x="2524601" y="219170"/>
                </a:moveTo>
                <a:cubicBezTo>
                  <a:pt x="2523935" y="219837"/>
                  <a:pt x="2523077" y="220123"/>
                  <a:pt x="2522220" y="220123"/>
                </a:cubicBezTo>
                <a:cubicBezTo>
                  <a:pt x="2521363" y="220123"/>
                  <a:pt x="2520505" y="219742"/>
                  <a:pt x="2519839" y="219075"/>
                </a:cubicBezTo>
                <a:cubicBezTo>
                  <a:pt x="2519172" y="218408"/>
                  <a:pt x="2518886" y="217551"/>
                  <a:pt x="2518886" y="216694"/>
                </a:cubicBezTo>
                <a:cubicBezTo>
                  <a:pt x="2518886" y="215837"/>
                  <a:pt x="2519267" y="214979"/>
                  <a:pt x="2519934" y="214313"/>
                </a:cubicBezTo>
                <a:cubicBezTo>
                  <a:pt x="2520601" y="213741"/>
                  <a:pt x="2521363" y="213360"/>
                  <a:pt x="2522220" y="213360"/>
                </a:cubicBezTo>
                <a:lnTo>
                  <a:pt x="2522220" y="213360"/>
                </a:lnTo>
                <a:cubicBezTo>
                  <a:pt x="2524030" y="213360"/>
                  <a:pt x="2525554" y="214979"/>
                  <a:pt x="2525554" y="216789"/>
                </a:cubicBezTo>
                <a:cubicBezTo>
                  <a:pt x="2525554" y="217646"/>
                  <a:pt x="2525173" y="218504"/>
                  <a:pt x="2524506" y="219170"/>
                </a:cubicBezTo>
                <a:close/>
                <a:moveTo>
                  <a:pt x="1123760" y="372904"/>
                </a:moveTo>
                <a:cubicBezTo>
                  <a:pt x="1130332" y="372142"/>
                  <a:pt x="1136237" y="376809"/>
                  <a:pt x="1137095" y="383381"/>
                </a:cubicBezTo>
                <a:cubicBezTo>
                  <a:pt x="1137857" y="389954"/>
                  <a:pt x="1133189" y="395859"/>
                  <a:pt x="1126617" y="396716"/>
                </a:cubicBezTo>
                <a:cubicBezTo>
                  <a:pt x="1120045" y="397478"/>
                  <a:pt x="1114139" y="392811"/>
                  <a:pt x="1113282" y="386239"/>
                </a:cubicBezTo>
                <a:cubicBezTo>
                  <a:pt x="1112520" y="379667"/>
                  <a:pt x="1117187" y="373761"/>
                  <a:pt x="1123760" y="372904"/>
                </a:cubicBezTo>
                <a:close/>
                <a:moveTo>
                  <a:pt x="618458" y="4396359"/>
                </a:moveTo>
                <a:lnTo>
                  <a:pt x="613696" y="4391025"/>
                </a:lnTo>
                <a:lnTo>
                  <a:pt x="620459" y="4385120"/>
                </a:lnTo>
                <a:lnTo>
                  <a:pt x="625221" y="4390454"/>
                </a:lnTo>
                <a:lnTo>
                  <a:pt x="618458" y="4396359"/>
                </a:lnTo>
                <a:close/>
                <a:moveTo>
                  <a:pt x="631889" y="1254157"/>
                </a:moveTo>
                <a:cubicBezTo>
                  <a:pt x="633413" y="1254824"/>
                  <a:pt x="635032" y="1255109"/>
                  <a:pt x="636651" y="1255109"/>
                </a:cubicBezTo>
                <a:cubicBezTo>
                  <a:pt x="638270" y="1255109"/>
                  <a:pt x="639890" y="1254824"/>
                  <a:pt x="641414" y="1254157"/>
                </a:cubicBezTo>
                <a:cubicBezTo>
                  <a:pt x="644462" y="1252919"/>
                  <a:pt x="646843" y="1250537"/>
                  <a:pt x="648176" y="1247394"/>
                </a:cubicBezTo>
                <a:cubicBezTo>
                  <a:pt x="649510" y="1244251"/>
                  <a:pt x="649415" y="1240917"/>
                  <a:pt x="648176" y="1237869"/>
                </a:cubicBezTo>
                <a:cubicBezTo>
                  <a:pt x="646938" y="1234821"/>
                  <a:pt x="644557" y="1232440"/>
                  <a:pt x="641414" y="1231202"/>
                </a:cubicBezTo>
                <a:cubicBezTo>
                  <a:pt x="638366" y="1229963"/>
                  <a:pt x="634937" y="1229963"/>
                  <a:pt x="631889" y="1231202"/>
                </a:cubicBezTo>
                <a:cubicBezTo>
                  <a:pt x="628841" y="1232440"/>
                  <a:pt x="626459" y="1234821"/>
                  <a:pt x="625126" y="1237964"/>
                </a:cubicBezTo>
                <a:cubicBezTo>
                  <a:pt x="624840" y="1238726"/>
                  <a:pt x="624840" y="1239488"/>
                  <a:pt x="624650" y="1240250"/>
                </a:cubicBezTo>
                <a:lnTo>
                  <a:pt x="528447" y="1240250"/>
                </a:lnTo>
                <a:cubicBezTo>
                  <a:pt x="528447" y="1240250"/>
                  <a:pt x="512826" y="1226058"/>
                  <a:pt x="512826" y="1226058"/>
                </a:cubicBezTo>
                <a:lnTo>
                  <a:pt x="433102" y="1226058"/>
                </a:lnTo>
                <a:cubicBezTo>
                  <a:pt x="433102" y="1226058"/>
                  <a:pt x="409194" y="1243394"/>
                  <a:pt x="409194" y="1243394"/>
                </a:cubicBezTo>
                <a:cubicBezTo>
                  <a:pt x="408432" y="1243013"/>
                  <a:pt x="407480" y="1242822"/>
                  <a:pt x="406527" y="1242822"/>
                </a:cubicBezTo>
                <a:lnTo>
                  <a:pt x="393859" y="1242822"/>
                </a:lnTo>
                <a:cubicBezTo>
                  <a:pt x="390144" y="1242822"/>
                  <a:pt x="387001" y="1245870"/>
                  <a:pt x="387001" y="1249680"/>
                </a:cubicBezTo>
                <a:lnTo>
                  <a:pt x="387001" y="1262348"/>
                </a:lnTo>
                <a:cubicBezTo>
                  <a:pt x="387001" y="1263206"/>
                  <a:pt x="387191" y="1263968"/>
                  <a:pt x="387477" y="1264730"/>
                </a:cubicBezTo>
                <a:lnTo>
                  <a:pt x="340709" y="1304353"/>
                </a:lnTo>
                <a:lnTo>
                  <a:pt x="326517" y="1304353"/>
                </a:lnTo>
                <a:cubicBezTo>
                  <a:pt x="325946" y="1304353"/>
                  <a:pt x="325374" y="1304639"/>
                  <a:pt x="324993" y="1304925"/>
                </a:cubicBezTo>
                <a:lnTo>
                  <a:pt x="303467" y="1323403"/>
                </a:lnTo>
                <a:cubicBezTo>
                  <a:pt x="302990" y="1323880"/>
                  <a:pt x="302609" y="1324547"/>
                  <a:pt x="302609" y="1325213"/>
                </a:cubicBezTo>
                <a:lnTo>
                  <a:pt x="302228" y="1418082"/>
                </a:lnTo>
                <a:lnTo>
                  <a:pt x="285941" y="1434656"/>
                </a:lnTo>
                <a:lnTo>
                  <a:pt x="225838" y="1434656"/>
                </a:lnTo>
                <a:cubicBezTo>
                  <a:pt x="225362" y="1432751"/>
                  <a:pt x="224600" y="1430941"/>
                  <a:pt x="223171" y="1429417"/>
                </a:cubicBezTo>
                <a:cubicBezTo>
                  <a:pt x="219647" y="1425893"/>
                  <a:pt x="213932" y="1425607"/>
                  <a:pt x="209741" y="1428178"/>
                </a:cubicBezTo>
                <a:lnTo>
                  <a:pt x="209741" y="1428178"/>
                </a:lnTo>
                <a:cubicBezTo>
                  <a:pt x="209741" y="1428178"/>
                  <a:pt x="154591" y="1428178"/>
                  <a:pt x="154591" y="1428178"/>
                </a:cubicBezTo>
                <a:lnTo>
                  <a:pt x="142589" y="1436846"/>
                </a:lnTo>
                <a:lnTo>
                  <a:pt x="0" y="1437227"/>
                </a:lnTo>
                <a:lnTo>
                  <a:pt x="0" y="1441990"/>
                </a:lnTo>
                <a:lnTo>
                  <a:pt x="143351" y="1441609"/>
                </a:lnTo>
                <a:lnTo>
                  <a:pt x="144113" y="1441609"/>
                </a:lnTo>
                <a:lnTo>
                  <a:pt x="156115" y="1432941"/>
                </a:lnTo>
                <a:lnTo>
                  <a:pt x="205454" y="1432941"/>
                </a:lnTo>
                <a:cubicBezTo>
                  <a:pt x="203835" y="1436846"/>
                  <a:pt x="204692" y="1441514"/>
                  <a:pt x="207836" y="1444657"/>
                </a:cubicBezTo>
                <a:cubicBezTo>
                  <a:pt x="209931" y="1446752"/>
                  <a:pt x="212693" y="1447800"/>
                  <a:pt x="215456" y="1447800"/>
                </a:cubicBezTo>
                <a:cubicBezTo>
                  <a:pt x="218218" y="1447800"/>
                  <a:pt x="220980" y="1446752"/>
                  <a:pt x="223076" y="1444657"/>
                </a:cubicBezTo>
                <a:cubicBezTo>
                  <a:pt x="224600" y="1443133"/>
                  <a:pt x="225362" y="1441323"/>
                  <a:pt x="225743" y="1439418"/>
                </a:cubicBezTo>
                <a:lnTo>
                  <a:pt x="286798" y="1439418"/>
                </a:lnTo>
                <a:cubicBezTo>
                  <a:pt x="287465" y="1439418"/>
                  <a:pt x="288036" y="1439132"/>
                  <a:pt x="288512" y="1438751"/>
                </a:cubicBezTo>
                <a:lnTo>
                  <a:pt x="306229" y="1420749"/>
                </a:lnTo>
                <a:cubicBezTo>
                  <a:pt x="306229" y="1420749"/>
                  <a:pt x="306896" y="1419701"/>
                  <a:pt x="306896" y="1419130"/>
                </a:cubicBezTo>
                <a:lnTo>
                  <a:pt x="307277" y="1326356"/>
                </a:lnTo>
                <a:lnTo>
                  <a:pt x="327279" y="1309116"/>
                </a:lnTo>
                <a:lnTo>
                  <a:pt x="341471" y="1309116"/>
                </a:lnTo>
                <a:cubicBezTo>
                  <a:pt x="342043" y="1309116"/>
                  <a:pt x="342614" y="1308830"/>
                  <a:pt x="342995" y="1308545"/>
                </a:cubicBezTo>
                <a:lnTo>
                  <a:pt x="390525" y="1268349"/>
                </a:lnTo>
                <a:cubicBezTo>
                  <a:pt x="391478" y="1268825"/>
                  <a:pt x="392525" y="1269206"/>
                  <a:pt x="393668" y="1269206"/>
                </a:cubicBezTo>
                <a:lnTo>
                  <a:pt x="406337" y="1269206"/>
                </a:lnTo>
                <a:cubicBezTo>
                  <a:pt x="410051" y="1269206"/>
                  <a:pt x="413195" y="1266158"/>
                  <a:pt x="413195" y="1262348"/>
                </a:cubicBezTo>
                <a:lnTo>
                  <a:pt x="413195" y="1249680"/>
                </a:lnTo>
                <a:cubicBezTo>
                  <a:pt x="413195" y="1248632"/>
                  <a:pt x="412909" y="1247680"/>
                  <a:pt x="412433" y="1246727"/>
                </a:cubicBezTo>
                <a:lnTo>
                  <a:pt x="434435" y="1230725"/>
                </a:lnTo>
                <a:lnTo>
                  <a:pt x="510731" y="1230725"/>
                </a:lnTo>
                <a:cubicBezTo>
                  <a:pt x="510731" y="1230725"/>
                  <a:pt x="526352" y="1245013"/>
                  <a:pt x="526352" y="1245013"/>
                </a:cubicBezTo>
                <a:lnTo>
                  <a:pt x="624364" y="1245013"/>
                </a:lnTo>
                <a:cubicBezTo>
                  <a:pt x="625126" y="1248918"/>
                  <a:pt x="627602" y="1252442"/>
                  <a:pt x="631603" y="1254062"/>
                </a:cubicBezTo>
                <a:close/>
                <a:moveTo>
                  <a:pt x="629602" y="1239774"/>
                </a:moveTo>
                <a:cubicBezTo>
                  <a:pt x="630365" y="1237869"/>
                  <a:pt x="631889" y="1236440"/>
                  <a:pt x="633698" y="1235678"/>
                </a:cubicBezTo>
                <a:cubicBezTo>
                  <a:pt x="634651" y="1235297"/>
                  <a:pt x="635603" y="1235107"/>
                  <a:pt x="636651" y="1235107"/>
                </a:cubicBezTo>
                <a:cubicBezTo>
                  <a:pt x="637699" y="1235107"/>
                  <a:pt x="638651" y="1235297"/>
                  <a:pt x="639604" y="1235678"/>
                </a:cubicBezTo>
                <a:lnTo>
                  <a:pt x="639604" y="1235678"/>
                </a:lnTo>
                <a:cubicBezTo>
                  <a:pt x="641509" y="1236440"/>
                  <a:pt x="642938" y="1237964"/>
                  <a:pt x="643795" y="1239774"/>
                </a:cubicBezTo>
                <a:cubicBezTo>
                  <a:pt x="644557" y="1241679"/>
                  <a:pt x="644557" y="1243775"/>
                  <a:pt x="643795" y="1245680"/>
                </a:cubicBezTo>
                <a:cubicBezTo>
                  <a:pt x="643033" y="1247585"/>
                  <a:pt x="641509" y="1249013"/>
                  <a:pt x="639604" y="1249775"/>
                </a:cubicBezTo>
                <a:cubicBezTo>
                  <a:pt x="637699" y="1250537"/>
                  <a:pt x="635603" y="1250537"/>
                  <a:pt x="633794" y="1249775"/>
                </a:cubicBezTo>
                <a:cubicBezTo>
                  <a:pt x="629888" y="1248156"/>
                  <a:pt x="628079" y="1243679"/>
                  <a:pt x="629602" y="1239774"/>
                </a:cubicBezTo>
                <a:close/>
                <a:moveTo>
                  <a:pt x="219932" y="1441323"/>
                </a:moveTo>
                <a:cubicBezTo>
                  <a:pt x="217551" y="1443704"/>
                  <a:pt x="213741" y="1443704"/>
                  <a:pt x="211455" y="1441323"/>
                </a:cubicBezTo>
                <a:cubicBezTo>
                  <a:pt x="209074" y="1438942"/>
                  <a:pt x="209074" y="1435132"/>
                  <a:pt x="211455" y="1432846"/>
                </a:cubicBezTo>
                <a:cubicBezTo>
                  <a:pt x="212598" y="1431703"/>
                  <a:pt x="214122" y="1431131"/>
                  <a:pt x="215741" y="1431131"/>
                </a:cubicBezTo>
                <a:cubicBezTo>
                  <a:pt x="217361" y="1431131"/>
                  <a:pt x="218885" y="1431798"/>
                  <a:pt x="220028" y="1432846"/>
                </a:cubicBezTo>
                <a:cubicBezTo>
                  <a:pt x="222409" y="1435227"/>
                  <a:pt x="222409" y="1439037"/>
                  <a:pt x="220028" y="1441323"/>
                </a:cubicBezTo>
                <a:close/>
                <a:moveTo>
                  <a:pt x="408718" y="1262348"/>
                </a:moveTo>
                <a:cubicBezTo>
                  <a:pt x="408718" y="1263491"/>
                  <a:pt x="407765" y="1264444"/>
                  <a:pt x="406622" y="1264444"/>
                </a:cubicBezTo>
                <a:lnTo>
                  <a:pt x="393954" y="1264444"/>
                </a:lnTo>
                <a:cubicBezTo>
                  <a:pt x="392811" y="1264444"/>
                  <a:pt x="391859" y="1263491"/>
                  <a:pt x="391859" y="1262348"/>
                </a:cubicBezTo>
                <a:lnTo>
                  <a:pt x="391859" y="1249680"/>
                </a:lnTo>
                <a:cubicBezTo>
                  <a:pt x="391859" y="1248537"/>
                  <a:pt x="392811" y="1247585"/>
                  <a:pt x="393954" y="1247585"/>
                </a:cubicBezTo>
                <a:lnTo>
                  <a:pt x="406622" y="1247585"/>
                </a:lnTo>
                <a:cubicBezTo>
                  <a:pt x="407765" y="1247585"/>
                  <a:pt x="408718" y="1248537"/>
                  <a:pt x="408718" y="1249680"/>
                </a:cubicBezTo>
                <a:lnTo>
                  <a:pt x="408718" y="1262348"/>
                </a:lnTo>
                <a:close/>
                <a:moveTo>
                  <a:pt x="2322195" y="281940"/>
                </a:moveTo>
                <a:lnTo>
                  <a:pt x="2279904" y="281940"/>
                </a:lnTo>
                <a:cubicBezTo>
                  <a:pt x="2279047" y="278987"/>
                  <a:pt x="2276856" y="276511"/>
                  <a:pt x="2273618" y="275749"/>
                </a:cubicBezTo>
                <a:cubicBezTo>
                  <a:pt x="2268855" y="274606"/>
                  <a:pt x="2264188" y="277559"/>
                  <a:pt x="2263045" y="282226"/>
                </a:cubicBezTo>
                <a:cubicBezTo>
                  <a:pt x="2261902" y="286988"/>
                  <a:pt x="2264855" y="291656"/>
                  <a:pt x="2269522" y="292799"/>
                </a:cubicBezTo>
                <a:cubicBezTo>
                  <a:pt x="2274094" y="293942"/>
                  <a:pt x="2278666" y="291179"/>
                  <a:pt x="2279999" y="286607"/>
                </a:cubicBezTo>
                <a:lnTo>
                  <a:pt x="2320481" y="286607"/>
                </a:lnTo>
                <a:lnTo>
                  <a:pt x="2350103" y="311944"/>
                </a:lnTo>
                <a:lnTo>
                  <a:pt x="2320481" y="340138"/>
                </a:lnTo>
                <a:lnTo>
                  <a:pt x="2286286" y="340138"/>
                </a:lnTo>
                <a:cubicBezTo>
                  <a:pt x="2286000" y="338519"/>
                  <a:pt x="2285524" y="336899"/>
                  <a:pt x="2284571" y="335375"/>
                </a:cubicBezTo>
                <a:cubicBezTo>
                  <a:pt x="2282857" y="332518"/>
                  <a:pt x="2280095" y="330518"/>
                  <a:pt x="2276761" y="329660"/>
                </a:cubicBezTo>
                <a:cubicBezTo>
                  <a:pt x="2273522" y="328898"/>
                  <a:pt x="2270093" y="329375"/>
                  <a:pt x="2267236" y="331184"/>
                </a:cubicBezTo>
                <a:cubicBezTo>
                  <a:pt x="2264378" y="332899"/>
                  <a:pt x="2262378" y="335661"/>
                  <a:pt x="2261616" y="338995"/>
                </a:cubicBezTo>
                <a:cubicBezTo>
                  <a:pt x="2260854" y="342233"/>
                  <a:pt x="2261330" y="345662"/>
                  <a:pt x="2263140" y="348520"/>
                </a:cubicBezTo>
                <a:cubicBezTo>
                  <a:pt x="2264855" y="351377"/>
                  <a:pt x="2267617" y="353378"/>
                  <a:pt x="2270951" y="354235"/>
                </a:cubicBezTo>
                <a:cubicBezTo>
                  <a:pt x="2271903" y="354425"/>
                  <a:pt x="2272951" y="354616"/>
                  <a:pt x="2273903" y="354616"/>
                </a:cubicBezTo>
                <a:cubicBezTo>
                  <a:pt x="2276189" y="354616"/>
                  <a:pt x="2278475" y="353949"/>
                  <a:pt x="2280476" y="352806"/>
                </a:cubicBezTo>
                <a:cubicBezTo>
                  <a:pt x="2283333" y="351092"/>
                  <a:pt x="2285333" y="348329"/>
                  <a:pt x="2286095" y="344996"/>
                </a:cubicBezTo>
                <a:cubicBezTo>
                  <a:pt x="2286095" y="344996"/>
                  <a:pt x="2286095" y="344996"/>
                  <a:pt x="2286095" y="344996"/>
                </a:cubicBezTo>
                <a:lnTo>
                  <a:pt x="2322386" y="344996"/>
                </a:lnTo>
                <a:lnTo>
                  <a:pt x="2354390" y="314420"/>
                </a:lnTo>
                <a:lnTo>
                  <a:pt x="2525459" y="314420"/>
                </a:lnTo>
                <a:cubicBezTo>
                  <a:pt x="2525459" y="314420"/>
                  <a:pt x="2525459" y="314897"/>
                  <a:pt x="2525459" y="315182"/>
                </a:cubicBezTo>
                <a:cubicBezTo>
                  <a:pt x="2526316" y="318992"/>
                  <a:pt x="2528507" y="322231"/>
                  <a:pt x="2531840" y="324326"/>
                </a:cubicBezTo>
                <a:cubicBezTo>
                  <a:pt x="2534222" y="325850"/>
                  <a:pt x="2536888" y="326612"/>
                  <a:pt x="2539651" y="326612"/>
                </a:cubicBezTo>
                <a:cubicBezTo>
                  <a:pt x="2540699" y="326612"/>
                  <a:pt x="2541746" y="326517"/>
                  <a:pt x="2542794" y="326231"/>
                </a:cubicBezTo>
                <a:cubicBezTo>
                  <a:pt x="2546604" y="325374"/>
                  <a:pt x="2549843" y="323183"/>
                  <a:pt x="2551938" y="319850"/>
                </a:cubicBezTo>
                <a:cubicBezTo>
                  <a:pt x="2554034" y="316611"/>
                  <a:pt x="2554700" y="312801"/>
                  <a:pt x="2553938" y="308991"/>
                </a:cubicBezTo>
                <a:lnTo>
                  <a:pt x="2574131" y="291275"/>
                </a:lnTo>
                <a:lnTo>
                  <a:pt x="2944844" y="291275"/>
                </a:lnTo>
                <a:cubicBezTo>
                  <a:pt x="2944844" y="293275"/>
                  <a:pt x="2945225" y="295275"/>
                  <a:pt x="2946273" y="297085"/>
                </a:cubicBezTo>
                <a:cubicBezTo>
                  <a:pt x="2947892" y="299847"/>
                  <a:pt x="2950464" y="301847"/>
                  <a:pt x="2953607" y="302705"/>
                </a:cubicBezTo>
                <a:cubicBezTo>
                  <a:pt x="2954655" y="302990"/>
                  <a:pt x="2955703" y="303086"/>
                  <a:pt x="2956751" y="303086"/>
                </a:cubicBezTo>
                <a:cubicBezTo>
                  <a:pt x="2958846" y="303086"/>
                  <a:pt x="2960942" y="302514"/>
                  <a:pt x="2962751" y="301466"/>
                </a:cubicBezTo>
                <a:cubicBezTo>
                  <a:pt x="2965513" y="299847"/>
                  <a:pt x="2967514" y="297275"/>
                  <a:pt x="2968371" y="294132"/>
                </a:cubicBezTo>
                <a:cubicBezTo>
                  <a:pt x="2968371" y="293846"/>
                  <a:pt x="2968371" y="293656"/>
                  <a:pt x="2968371" y="293370"/>
                </a:cubicBezTo>
                <a:lnTo>
                  <a:pt x="3114580" y="292513"/>
                </a:lnTo>
                <a:lnTo>
                  <a:pt x="3114580" y="287750"/>
                </a:lnTo>
                <a:lnTo>
                  <a:pt x="2968276" y="288608"/>
                </a:lnTo>
                <a:cubicBezTo>
                  <a:pt x="2967990" y="287369"/>
                  <a:pt x="2967704" y="286131"/>
                  <a:pt x="2967038" y="284988"/>
                </a:cubicBezTo>
                <a:cubicBezTo>
                  <a:pt x="2965418" y="282226"/>
                  <a:pt x="2962847" y="280226"/>
                  <a:pt x="2959703" y="279368"/>
                </a:cubicBezTo>
                <a:cubicBezTo>
                  <a:pt x="2956560" y="278511"/>
                  <a:pt x="2953322" y="278987"/>
                  <a:pt x="2950559" y="280607"/>
                </a:cubicBezTo>
                <a:cubicBezTo>
                  <a:pt x="2947797" y="282226"/>
                  <a:pt x="2945797" y="284798"/>
                  <a:pt x="2944940" y="287941"/>
                </a:cubicBezTo>
                <a:cubicBezTo>
                  <a:pt x="2944940" y="288227"/>
                  <a:pt x="2944940" y="288512"/>
                  <a:pt x="2944940" y="288798"/>
                </a:cubicBezTo>
                <a:lnTo>
                  <a:pt x="2573179" y="288798"/>
                </a:lnTo>
                <a:cubicBezTo>
                  <a:pt x="2573179" y="288798"/>
                  <a:pt x="2552891" y="306610"/>
                  <a:pt x="2552891" y="306610"/>
                </a:cubicBezTo>
                <a:cubicBezTo>
                  <a:pt x="2551748" y="303848"/>
                  <a:pt x="2550033" y="301371"/>
                  <a:pt x="2547557" y="299752"/>
                </a:cubicBezTo>
                <a:cubicBezTo>
                  <a:pt x="2544318" y="297656"/>
                  <a:pt x="2540413" y="296990"/>
                  <a:pt x="2536603" y="297752"/>
                </a:cubicBezTo>
                <a:cubicBezTo>
                  <a:pt x="2530602" y="299085"/>
                  <a:pt x="2526411" y="303848"/>
                  <a:pt x="2525459" y="309563"/>
                </a:cubicBezTo>
                <a:lnTo>
                  <a:pt x="2354675" y="309563"/>
                </a:lnTo>
                <a:lnTo>
                  <a:pt x="2322195" y="281845"/>
                </a:lnTo>
                <a:close/>
                <a:moveTo>
                  <a:pt x="2281428" y="343948"/>
                </a:moveTo>
                <a:cubicBezTo>
                  <a:pt x="2280952" y="345948"/>
                  <a:pt x="2279714" y="347663"/>
                  <a:pt x="2277904" y="348806"/>
                </a:cubicBezTo>
                <a:cubicBezTo>
                  <a:pt x="2276094" y="349853"/>
                  <a:pt x="2273999" y="350234"/>
                  <a:pt x="2271998" y="349758"/>
                </a:cubicBezTo>
                <a:cubicBezTo>
                  <a:pt x="2267807" y="348710"/>
                  <a:pt x="2265236" y="344519"/>
                  <a:pt x="2266283" y="340328"/>
                </a:cubicBezTo>
                <a:cubicBezTo>
                  <a:pt x="2266760" y="338328"/>
                  <a:pt x="2267998" y="336614"/>
                  <a:pt x="2269808" y="335471"/>
                </a:cubicBezTo>
                <a:cubicBezTo>
                  <a:pt x="2271046" y="334709"/>
                  <a:pt x="2272475" y="334328"/>
                  <a:pt x="2273903" y="334328"/>
                </a:cubicBezTo>
                <a:cubicBezTo>
                  <a:pt x="2274475" y="334328"/>
                  <a:pt x="2275142" y="334328"/>
                  <a:pt x="2275713" y="334518"/>
                </a:cubicBezTo>
                <a:cubicBezTo>
                  <a:pt x="2277713" y="334994"/>
                  <a:pt x="2279428" y="336233"/>
                  <a:pt x="2280571" y="338042"/>
                </a:cubicBezTo>
                <a:cubicBezTo>
                  <a:pt x="2281619" y="339852"/>
                  <a:pt x="2282000" y="341948"/>
                  <a:pt x="2281523" y="343948"/>
                </a:cubicBezTo>
                <a:close/>
                <a:moveTo>
                  <a:pt x="2953131" y="284893"/>
                </a:moveTo>
                <a:cubicBezTo>
                  <a:pt x="2954846" y="283940"/>
                  <a:pt x="2956751" y="283655"/>
                  <a:pt x="2958751" y="284131"/>
                </a:cubicBezTo>
                <a:cubicBezTo>
                  <a:pt x="2960656" y="284607"/>
                  <a:pt x="2962180" y="285845"/>
                  <a:pt x="2963228" y="287560"/>
                </a:cubicBezTo>
                <a:cubicBezTo>
                  <a:pt x="2964180" y="289274"/>
                  <a:pt x="2964466" y="291275"/>
                  <a:pt x="2963990" y="293084"/>
                </a:cubicBezTo>
                <a:cubicBezTo>
                  <a:pt x="2963513" y="294989"/>
                  <a:pt x="2962275" y="296513"/>
                  <a:pt x="2960561" y="297561"/>
                </a:cubicBezTo>
                <a:cubicBezTo>
                  <a:pt x="2958846" y="298514"/>
                  <a:pt x="2956846" y="298799"/>
                  <a:pt x="2955036" y="298323"/>
                </a:cubicBezTo>
                <a:cubicBezTo>
                  <a:pt x="2953131" y="297847"/>
                  <a:pt x="2951607" y="296609"/>
                  <a:pt x="2950559" y="294894"/>
                </a:cubicBezTo>
                <a:cubicBezTo>
                  <a:pt x="2948559" y="291370"/>
                  <a:pt x="2949702" y="286893"/>
                  <a:pt x="2953226" y="284893"/>
                </a:cubicBezTo>
                <a:close/>
                <a:moveTo>
                  <a:pt x="2537651" y="302609"/>
                </a:moveTo>
                <a:cubicBezTo>
                  <a:pt x="2538317" y="302419"/>
                  <a:pt x="2539079" y="302419"/>
                  <a:pt x="2539746" y="302419"/>
                </a:cubicBezTo>
                <a:cubicBezTo>
                  <a:pt x="2541556" y="302419"/>
                  <a:pt x="2543366" y="302990"/>
                  <a:pt x="2544985" y="303943"/>
                </a:cubicBezTo>
                <a:cubicBezTo>
                  <a:pt x="2547176" y="305372"/>
                  <a:pt x="2548700" y="307562"/>
                  <a:pt x="2549271" y="310039"/>
                </a:cubicBezTo>
                <a:cubicBezTo>
                  <a:pt x="2549843" y="312611"/>
                  <a:pt x="2549271" y="315182"/>
                  <a:pt x="2547938" y="317373"/>
                </a:cubicBezTo>
                <a:cubicBezTo>
                  <a:pt x="2546509" y="319564"/>
                  <a:pt x="2544318" y="321088"/>
                  <a:pt x="2541842" y="321659"/>
                </a:cubicBezTo>
                <a:cubicBezTo>
                  <a:pt x="2539270" y="322231"/>
                  <a:pt x="2536698" y="321659"/>
                  <a:pt x="2534507" y="320326"/>
                </a:cubicBezTo>
                <a:cubicBezTo>
                  <a:pt x="2532317" y="318897"/>
                  <a:pt x="2530793" y="316706"/>
                  <a:pt x="2530221" y="314230"/>
                </a:cubicBezTo>
                <a:cubicBezTo>
                  <a:pt x="2529078" y="308991"/>
                  <a:pt x="2532412" y="303752"/>
                  <a:pt x="2537651" y="302609"/>
                </a:cubicBezTo>
                <a:close/>
                <a:moveTo>
                  <a:pt x="2201418" y="4360450"/>
                </a:moveTo>
                <a:cubicBezTo>
                  <a:pt x="2201894" y="4359783"/>
                  <a:pt x="2201990" y="4358926"/>
                  <a:pt x="2201609" y="4358164"/>
                </a:cubicBezTo>
                <a:lnTo>
                  <a:pt x="2186464" y="4323112"/>
                </a:lnTo>
                <a:cubicBezTo>
                  <a:pt x="2189321" y="4321207"/>
                  <a:pt x="2190941" y="4317683"/>
                  <a:pt x="2190274" y="4314159"/>
                </a:cubicBezTo>
                <a:cubicBezTo>
                  <a:pt x="2189321" y="4309396"/>
                  <a:pt x="2184749" y="4306348"/>
                  <a:pt x="2179987" y="4307301"/>
                </a:cubicBezTo>
                <a:cubicBezTo>
                  <a:pt x="2175224" y="4308253"/>
                  <a:pt x="2172176" y="4312825"/>
                  <a:pt x="2173129" y="4317587"/>
                </a:cubicBezTo>
                <a:cubicBezTo>
                  <a:pt x="2173986" y="4321683"/>
                  <a:pt x="2177606" y="4324445"/>
                  <a:pt x="2181701" y="4324445"/>
                </a:cubicBezTo>
                <a:lnTo>
                  <a:pt x="2195608" y="4356735"/>
                </a:lnTo>
                <a:lnTo>
                  <a:pt x="2178272" y="4356735"/>
                </a:lnTo>
                <a:cubicBezTo>
                  <a:pt x="2177606" y="4356735"/>
                  <a:pt x="2177034" y="4357021"/>
                  <a:pt x="2176558" y="4357497"/>
                </a:cubicBezTo>
                <a:cubicBezTo>
                  <a:pt x="2176082" y="4357973"/>
                  <a:pt x="2175796" y="4358545"/>
                  <a:pt x="2175891" y="4359212"/>
                </a:cubicBezTo>
                <a:lnTo>
                  <a:pt x="2175891" y="4397788"/>
                </a:lnTo>
                <a:cubicBezTo>
                  <a:pt x="2175986" y="4399598"/>
                  <a:pt x="2175320" y="4401312"/>
                  <a:pt x="2173986" y="4402646"/>
                </a:cubicBezTo>
                <a:cubicBezTo>
                  <a:pt x="2172653" y="4403884"/>
                  <a:pt x="2170748" y="4404455"/>
                  <a:pt x="2169128" y="4404551"/>
                </a:cubicBezTo>
                <a:cubicBezTo>
                  <a:pt x="2165414" y="4404551"/>
                  <a:pt x="2162461" y="4401503"/>
                  <a:pt x="2162461" y="4397788"/>
                </a:cubicBezTo>
                <a:lnTo>
                  <a:pt x="2162461" y="4358259"/>
                </a:lnTo>
                <a:cubicBezTo>
                  <a:pt x="2162556" y="4355306"/>
                  <a:pt x="2161413" y="4352639"/>
                  <a:pt x="2159413" y="4350544"/>
                </a:cubicBezTo>
                <a:cubicBezTo>
                  <a:pt x="2157317" y="4348448"/>
                  <a:pt x="2154650" y="4347401"/>
                  <a:pt x="2151698" y="4347401"/>
                </a:cubicBezTo>
                <a:lnTo>
                  <a:pt x="2150936" y="4347401"/>
                </a:lnTo>
                <a:cubicBezTo>
                  <a:pt x="2145030" y="4347401"/>
                  <a:pt x="2140172" y="4352259"/>
                  <a:pt x="2140077" y="4358164"/>
                </a:cubicBezTo>
                <a:lnTo>
                  <a:pt x="2139791" y="4400455"/>
                </a:lnTo>
                <a:cubicBezTo>
                  <a:pt x="2139791" y="4402836"/>
                  <a:pt x="2137791" y="4404837"/>
                  <a:pt x="2135410" y="4404837"/>
                </a:cubicBezTo>
                <a:lnTo>
                  <a:pt x="2135410" y="4404837"/>
                </a:lnTo>
                <a:cubicBezTo>
                  <a:pt x="2134267" y="4404837"/>
                  <a:pt x="2133124" y="4404360"/>
                  <a:pt x="2132267" y="4403503"/>
                </a:cubicBezTo>
                <a:cubicBezTo>
                  <a:pt x="2131409" y="4402646"/>
                  <a:pt x="2130933" y="4401598"/>
                  <a:pt x="2130933" y="4400360"/>
                </a:cubicBezTo>
                <a:lnTo>
                  <a:pt x="2130933" y="4358354"/>
                </a:lnTo>
                <a:cubicBezTo>
                  <a:pt x="2130933" y="4355402"/>
                  <a:pt x="2129790" y="4352639"/>
                  <a:pt x="2127695" y="4350544"/>
                </a:cubicBezTo>
                <a:cubicBezTo>
                  <a:pt x="2125599" y="4348448"/>
                  <a:pt x="2122837" y="4347305"/>
                  <a:pt x="2119884" y="4347305"/>
                </a:cubicBezTo>
                <a:cubicBezTo>
                  <a:pt x="2113883" y="4347305"/>
                  <a:pt x="2108930" y="4352259"/>
                  <a:pt x="2108930" y="4358259"/>
                </a:cubicBezTo>
                <a:lnTo>
                  <a:pt x="2108930" y="4414171"/>
                </a:lnTo>
                <a:lnTo>
                  <a:pt x="2100453" y="4414171"/>
                </a:lnTo>
                <a:cubicBezTo>
                  <a:pt x="2098262" y="4414171"/>
                  <a:pt x="2096357" y="4414838"/>
                  <a:pt x="2094833" y="4416267"/>
                </a:cubicBezTo>
                <a:cubicBezTo>
                  <a:pt x="2093309" y="4417695"/>
                  <a:pt x="2092452" y="4419695"/>
                  <a:pt x="2092452" y="4421791"/>
                </a:cubicBezTo>
                <a:lnTo>
                  <a:pt x="2092452" y="4426172"/>
                </a:lnTo>
                <a:cubicBezTo>
                  <a:pt x="2092357" y="4430459"/>
                  <a:pt x="2095881" y="4434078"/>
                  <a:pt x="2100167" y="4434078"/>
                </a:cubicBezTo>
                <a:lnTo>
                  <a:pt x="2123694" y="4434364"/>
                </a:lnTo>
                <a:lnTo>
                  <a:pt x="2123694" y="4434364"/>
                </a:lnTo>
                <a:cubicBezTo>
                  <a:pt x="2127980" y="4434364"/>
                  <a:pt x="2131505" y="4430935"/>
                  <a:pt x="2131505" y="4426554"/>
                </a:cubicBezTo>
                <a:lnTo>
                  <a:pt x="2131505" y="4422172"/>
                </a:lnTo>
                <a:cubicBezTo>
                  <a:pt x="2131505" y="4420077"/>
                  <a:pt x="2130743" y="4418076"/>
                  <a:pt x="2129314" y="4416552"/>
                </a:cubicBezTo>
                <a:cubicBezTo>
                  <a:pt x="2127885" y="4415028"/>
                  <a:pt x="2125885" y="4414171"/>
                  <a:pt x="2123789" y="4414171"/>
                </a:cubicBezTo>
                <a:lnTo>
                  <a:pt x="2113598" y="4414171"/>
                </a:lnTo>
                <a:lnTo>
                  <a:pt x="2113598" y="4358069"/>
                </a:lnTo>
                <a:cubicBezTo>
                  <a:pt x="2113598" y="4354735"/>
                  <a:pt x="2116360" y="4351973"/>
                  <a:pt x="2119694" y="4351973"/>
                </a:cubicBezTo>
                <a:cubicBezTo>
                  <a:pt x="2121218" y="4351782"/>
                  <a:pt x="2122837" y="4352639"/>
                  <a:pt x="2123980" y="4353782"/>
                </a:cubicBezTo>
                <a:cubicBezTo>
                  <a:pt x="2125123" y="4354926"/>
                  <a:pt x="2125790" y="4356449"/>
                  <a:pt x="2125790" y="4358069"/>
                </a:cubicBezTo>
                <a:lnTo>
                  <a:pt x="2125790" y="4400074"/>
                </a:lnTo>
                <a:cubicBezTo>
                  <a:pt x="2125790" y="4402551"/>
                  <a:pt x="2126742" y="4404932"/>
                  <a:pt x="2128552" y="4406646"/>
                </a:cubicBezTo>
                <a:cubicBezTo>
                  <a:pt x="2130266" y="4408361"/>
                  <a:pt x="2132648" y="4409409"/>
                  <a:pt x="2135124" y="4409409"/>
                </a:cubicBezTo>
                <a:lnTo>
                  <a:pt x="2135124" y="4409409"/>
                </a:lnTo>
                <a:cubicBezTo>
                  <a:pt x="2140172" y="4409409"/>
                  <a:pt x="2144363" y="4405218"/>
                  <a:pt x="2144363" y="4400169"/>
                </a:cubicBezTo>
                <a:lnTo>
                  <a:pt x="2144649" y="4357878"/>
                </a:lnTo>
                <a:cubicBezTo>
                  <a:pt x="2144649" y="4354640"/>
                  <a:pt x="2147316" y="4351973"/>
                  <a:pt x="2150650" y="4351973"/>
                </a:cubicBezTo>
                <a:lnTo>
                  <a:pt x="2151412" y="4351973"/>
                </a:lnTo>
                <a:cubicBezTo>
                  <a:pt x="2153031" y="4351973"/>
                  <a:pt x="2154460" y="4352639"/>
                  <a:pt x="2155603" y="4353687"/>
                </a:cubicBezTo>
                <a:cubicBezTo>
                  <a:pt x="2156746" y="4354830"/>
                  <a:pt x="2157317" y="4356354"/>
                  <a:pt x="2157317" y="4357973"/>
                </a:cubicBezTo>
                <a:lnTo>
                  <a:pt x="2157317" y="4397502"/>
                </a:lnTo>
                <a:cubicBezTo>
                  <a:pt x="2157222" y="4403884"/>
                  <a:pt x="2162366" y="4409123"/>
                  <a:pt x="2168747" y="4409218"/>
                </a:cubicBezTo>
                <a:cubicBezTo>
                  <a:pt x="2172081" y="4409218"/>
                  <a:pt x="2174843" y="4408075"/>
                  <a:pt x="2177034" y="4405884"/>
                </a:cubicBezTo>
                <a:cubicBezTo>
                  <a:pt x="2179225" y="4403694"/>
                  <a:pt x="2180463" y="4400741"/>
                  <a:pt x="2180558" y="4397597"/>
                </a:cubicBezTo>
                <a:lnTo>
                  <a:pt x="2180558" y="4361498"/>
                </a:lnTo>
                <a:cubicBezTo>
                  <a:pt x="2180558" y="4361498"/>
                  <a:pt x="2199132" y="4361498"/>
                  <a:pt x="2199132" y="4361498"/>
                </a:cubicBezTo>
                <a:cubicBezTo>
                  <a:pt x="2199989" y="4361498"/>
                  <a:pt x="2200751" y="4361117"/>
                  <a:pt x="2201132" y="4360355"/>
                </a:cubicBezTo>
                <a:close/>
                <a:moveTo>
                  <a:pt x="2103501" y="4429316"/>
                </a:moveTo>
                <a:lnTo>
                  <a:pt x="2100263" y="4429316"/>
                </a:lnTo>
                <a:cubicBezTo>
                  <a:pt x="2099501" y="4429316"/>
                  <a:pt x="2098739" y="4428935"/>
                  <a:pt x="2098167" y="4428363"/>
                </a:cubicBezTo>
                <a:cubicBezTo>
                  <a:pt x="2097596" y="4427792"/>
                  <a:pt x="2097310" y="4427030"/>
                  <a:pt x="2097310" y="4426268"/>
                </a:cubicBezTo>
                <a:lnTo>
                  <a:pt x="2097310" y="4421886"/>
                </a:lnTo>
                <a:cubicBezTo>
                  <a:pt x="2097310" y="4421124"/>
                  <a:pt x="2097691" y="4420362"/>
                  <a:pt x="2098262" y="4419791"/>
                </a:cubicBezTo>
                <a:cubicBezTo>
                  <a:pt x="2098834" y="4419219"/>
                  <a:pt x="2099596" y="4418934"/>
                  <a:pt x="2100358" y="4418934"/>
                </a:cubicBezTo>
                <a:lnTo>
                  <a:pt x="2103596" y="4418934"/>
                </a:lnTo>
                <a:cubicBezTo>
                  <a:pt x="2103596" y="4418934"/>
                  <a:pt x="2103501" y="4429316"/>
                  <a:pt x="2103501" y="4429316"/>
                </a:cubicBezTo>
                <a:close/>
                <a:moveTo>
                  <a:pt x="2119217" y="4419124"/>
                </a:moveTo>
                <a:lnTo>
                  <a:pt x="2123789" y="4419124"/>
                </a:lnTo>
                <a:cubicBezTo>
                  <a:pt x="2124551" y="4419124"/>
                  <a:pt x="2125313" y="4419505"/>
                  <a:pt x="2125885" y="4420077"/>
                </a:cubicBezTo>
                <a:cubicBezTo>
                  <a:pt x="2126456" y="4420648"/>
                  <a:pt x="2126742" y="4421410"/>
                  <a:pt x="2126742" y="4422172"/>
                </a:cubicBezTo>
                <a:lnTo>
                  <a:pt x="2126742" y="4426554"/>
                </a:lnTo>
                <a:cubicBezTo>
                  <a:pt x="2126742" y="4428173"/>
                  <a:pt x="2125313" y="4429506"/>
                  <a:pt x="2123694" y="4429506"/>
                </a:cubicBezTo>
                <a:lnTo>
                  <a:pt x="2119027" y="4429506"/>
                </a:lnTo>
                <a:cubicBezTo>
                  <a:pt x="2119027" y="4429506"/>
                  <a:pt x="2119122" y="4419124"/>
                  <a:pt x="2119122" y="4419124"/>
                </a:cubicBezTo>
                <a:close/>
                <a:moveTo>
                  <a:pt x="557594" y="2261616"/>
                </a:moveTo>
                <a:lnTo>
                  <a:pt x="554165" y="2258282"/>
                </a:lnTo>
                <a:lnTo>
                  <a:pt x="560356" y="2251901"/>
                </a:lnTo>
                <a:lnTo>
                  <a:pt x="563785" y="2255234"/>
                </a:lnTo>
                <a:lnTo>
                  <a:pt x="557594" y="2261616"/>
                </a:lnTo>
                <a:close/>
                <a:moveTo>
                  <a:pt x="2721102" y="4750689"/>
                </a:moveTo>
                <a:lnTo>
                  <a:pt x="2730437" y="4761834"/>
                </a:lnTo>
                <a:lnTo>
                  <a:pt x="2730437" y="4806696"/>
                </a:lnTo>
                <a:cubicBezTo>
                  <a:pt x="2724341" y="4807839"/>
                  <a:pt x="2719769" y="4813078"/>
                  <a:pt x="2719769" y="4819460"/>
                </a:cubicBezTo>
                <a:cubicBezTo>
                  <a:pt x="2719769" y="4826699"/>
                  <a:pt x="2725579" y="4832509"/>
                  <a:pt x="2732818" y="4832509"/>
                </a:cubicBezTo>
                <a:cubicBezTo>
                  <a:pt x="2740057" y="4832509"/>
                  <a:pt x="2745867" y="4826699"/>
                  <a:pt x="2745867" y="4819460"/>
                </a:cubicBezTo>
                <a:cubicBezTo>
                  <a:pt x="2745867" y="4813078"/>
                  <a:pt x="2741295" y="4807839"/>
                  <a:pt x="2735199" y="4806696"/>
                </a:cubicBezTo>
                <a:lnTo>
                  <a:pt x="2735199" y="4760119"/>
                </a:lnTo>
                <a:lnTo>
                  <a:pt x="2723388" y="4745927"/>
                </a:lnTo>
                <a:lnTo>
                  <a:pt x="2485549" y="4746308"/>
                </a:lnTo>
                <a:lnTo>
                  <a:pt x="2464594" y="4722114"/>
                </a:lnTo>
                <a:lnTo>
                  <a:pt x="2464594" y="4554284"/>
                </a:lnTo>
                <a:lnTo>
                  <a:pt x="2481929" y="4533710"/>
                </a:lnTo>
                <a:lnTo>
                  <a:pt x="2481739" y="4426554"/>
                </a:lnTo>
                <a:cubicBezTo>
                  <a:pt x="2485549" y="4425887"/>
                  <a:pt x="2488978" y="4423601"/>
                  <a:pt x="2490788" y="4419886"/>
                </a:cubicBezTo>
                <a:cubicBezTo>
                  <a:pt x="2493931" y="4413695"/>
                  <a:pt x="2491359" y="4406075"/>
                  <a:pt x="2485168" y="4402931"/>
                </a:cubicBezTo>
                <a:cubicBezTo>
                  <a:pt x="2478977" y="4399788"/>
                  <a:pt x="2471357" y="4402360"/>
                  <a:pt x="2468213" y="4408551"/>
                </a:cubicBezTo>
                <a:cubicBezTo>
                  <a:pt x="2465070" y="4414743"/>
                  <a:pt x="2467642" y="4422362"/>
                  <a:pt x="2473833" y="4425506"/>
                </a:cubicBezTo>
                <a:cubicBezTo>
                  <a:pt x="2474881" y="4425982"/>
                  <a:pt x="2475929" y="4426363"/>
                  <a:pt x="2476976" y="4426554"/>
                </a:cubicBezTo>
                <a:lnTo>
                  <a:pt x="2477167" y="4531995"/>
                </a:lnTo>
                <a:lnTo>
                  <a:pt x="2459831" y="4552474"/>
                </a:lnTo>
                <a:lnTo>
                  <a:pt x="2459831" y="4723924"/>
                </a:lnTo>
                <a:lnTo>
                  <a:pt x="2483453" y="4751070"/>
                </a:lnTo>
                <a:lnTo>
                  <a:pt x="2721293" y="4750689"/>
                </a:lnTo>
                <a:close/>
                <a:moveTo>
                  <a:pt x="2475834" y="4421315"/>
                </a:moveTo>
                <a:cubicBezTo>
                  <a:pt x="2473928" y="4420362"/>
                  <a:pt x="2472595" y="4418743"/>
                  <a:pt x="2471928" y="4416743"/>
                </a:cubicBezTo>
                <a:cubicBezTo>
                  <a:pt x="2471261" y="4414743"/>
                  <a:pt x="2471452" y="4412647"/>
                  <a:pt x="2472309" y="4410742"/>
                </a:cubicBezTo>
                <a:cubicBezTo>
                  <a:pt x="2473643" y="4407980"/>
                  <a:pt x="2476500" y="4406361"/>
                  <a:pt x="2479358" y="4406361"/>
                </a:cubicBezTo>
                <a:cubicBezTo>
                  <a:pt x="2480501" y="4406361"/>
                  <a:pt x="2481739" y="4406646"/>
                  <a:pt x="2482882" y="4407218"/>
                </a:cubicBezTo>
                <a:cubicBezTo>
                  <a:pt x="2484787" y="4408170"/>
                  <a:pt x="2486120" y="4409789"/>
                  <a:pt x="2486787" y="4411790"/>
                </a:cubicBezTo>
                <a:cubicBezTo>
                  <a:pt x="2487454" y="4413790"/>
                  <a:pt x="2487263" y="4415886"/>
                  <a:pt x="2486406" y="4417790"/>
                </a:cubicBezTo>
                <a:cubicBezTo>
                  <a:pt x="2485454" y="4419695"/>
                  <a:pt x="2483834" y="4421029"/>
                  <a:pt x="2481834" y="4421696"/>
                </a:cubicBezTo>
                <a:cubicBezTo>
                  <a:pt x="2479834" y="4422362"/>
                  <a:pt x="2477738" y="4422172"/>
                  <a:pt x="2475834" y="4421315"/>
                </a:cubicBezTo>
                <a:close/>
                <a:moveTo>
                  <a:pt x="2997327" y="224504"/>
                </a:moveTo>
                <a:lnTo>
                  <a:pt x="3009234" y="224504"/>
                </a:lnTo>
                <a:cubicBezTo>
                  <a:pt x="3011615" y="224504"/>
                  <a:pt x="3013520" y="222599"/>
                  <a:pt x="3013520" y="220218"/>
                </a:cubicBezTo>
                <a:lnTo>
                  <a:pt x="3013520" y="216503"/>
                </a:lnTo>
                <a:lnTo>
                  <a:pt x="3114675" y="216503"/>
                </a:lnTo>
                <a:lnTo>
                  <a:pt x="3114675" y="211741"/>
                </a:lnTo>
                <a:lnTo>
                  <a:pt x="3013520" y="211741"/>
                </a:lnTo>
                <a:lnTo>
                  <a:pt x="3013520" y="208217"/>
                </a:lnTo>
                <a:cubicBezTo>
                  <a:pt x="3013520" y="205835"/>
                  <a:pt x="3011615" y="203930"/>
                  <a:pt x="3009234" y="203930"/>
                </a:cubicBezTo>
                <a:lnTo>
                  <a:pt x="2997327" y="203930"/>
                </a:lnTo>
                <a:cubicBezTo>
                  <a:pt x="2994946" y="203930"/>
                  <a:pt x="2993041" y="205835"/>
                  <a:pt x="2993041" y="208217"/>
                </a:cubicBezTo>
                <a:lnTo>
                  <a:pt x="2993041" y="212979"/>
                </a:lnTo>
                <a:lnTo>
                  <a:pt x="2977992" y="212979"/>
                </a:lnTo>
                <a:lnTo>
                  <a:pt x="2979134" y="0"/>
                </a:lnTo>
                <a:lnTo>
                  <a:pt x="2974372" y="0"/>
                </a:lnTo>
                <a:lnTo>
                  <a:pt x="2973229" y="215360"/>
                </a:lnTo>
                <a:cubicBezTo>
                  <a:pt x="2973229" y="216027"/>
                  <a:pt x="2973515" y="216599"/>
                  <a:pt x="2973896" y="217075"/>
                </a:cubicBezTo>
                <a:cubicBezTo>
                  <a:pt x="2974372" y="217551"/>
                  <a:pt x="2974943" y="217742"/>
                  <a:pt x="2975610" y="217742"/>
                </a:cubicBezTo>
                <a:lnTo>
                  <a:pt x="2993041" y="217742"/>
                </a:lnTo>
                <a:lnTo>
                  <a:pt x="2993041" y="220123"/>
                </a:lnTo>
                <a:cubicBezTo>
                  <a:pt x="2993041" y="222504"/>
                  <a:pt x="2994946" y="224409"/>
                  <a:pt x="2997327" y="224409"/>
                </a:cubicBezTo>
                <a:close/>
                <a:moveTo>
                  <a:pt x="2997803" y="208788"/>
                </a:moveTo>
                <a:lnTo>
                  <a:pt x="3008757" y="208788"/>
                </a:lnTo>
                <a:lnTo>
                  <a:pt x="3008757" y="219742"/>
                </a:lnTo>
                <a:lnTo>
                  <a:pt x="2997803" y="219742"/>
                </a:lnTo>
                <a:lnTo>
                  <a:pt x="2997803" y="208788"/>
                </a:lnTo>
                <a:close/>
                <a:moveTo>
                  <a:pt x="1250823" y="1286732"/>
                </a:moveTo>
                <a:cubicBezTo>
                  <a:pt x="1250823" y="1280160"/>
                  <a:pt x="1256157" y="1274826"/>
                  <a:pt x="1262729" y="1274826"/>
                </a:cubicBezTo>
                <a:cubicBezTo>
                  <a:pt x="1269302" y="1274826"/>
                  <a:pt x="1274636" y="1280160"/>
                  <a:pt x="1274636" y="1286732"/>
                </a:cubicBezTo>
                <a:cubicBezTo>
                  <a:pt x="1274636" y="1293305"/>
                  <a:pt x="1269302" y="1298639"/>
                  <a:pt x="1262729" y="1298639"/>
                </a:cubicBezTo>
                <a:cubicBezTo>
                  <a:pt x="1256157" y="1298639"/>
                  <a:pt x="1250823" y="1293305"/>
                  <a:pt x="1250823" y="1286732"/>
                </a:cubicBezTo>
                <a:close/>
                <a:moveTo>
                  <a:pt x="3028093" y="185452"/>
                </a:moveTo>
                <a:cubicBezTo>
                  <a:pt x="3027236" y="188024"/>
                  <a:pt x="3027331" y="190881"/>
                  <a:pt x="3028760" y="193453"/>
                </a:cubicBezTo>
                <a:cubicBezTo>
                  <a:pt x="3030093" y="195739"/>
                  <a:pt x="3032188" y="197358"/>
                  <a:pt x="3034665" y="198025"/>
                </a:cubicBezTo>
                <a:cubicBezTo>
                  <a:pt x="3035522" y="198215"/>
                  <a:pt x="3036380" y="198406"/>
                  <a:pt x="3037237" y="198406"/>
                </a:cubicBezTo>
                <a:cubicBezTo>
                  <a:pt x="3038951" y="198406"/>
                  <a:pt x="3040571" y="197930"/>
                  <a:pt x="3042095" y="197072"/>
                </a:cubicBezTo>
                <a:cubicBezTo>
                  <a:pt x="3044380" y="195739"/>
                  <a:pt x="3045905" y="193643"/>
                  <a:pt x="3046667" y="191167"/>
                </a:cubicBezTo>
                <a:cubicBezTo>
                  <a:pt x="3047334" y="188690"/>
                  <a:pt x="3046952" y="186023"/>
                  <a:pt x="3045714" y="183833"/>
                </a:cubicBezTo>
                <a:cubicBezTo>
                  <a:pt x="3044380" y="181547"/>
                  <a:pt x="3042285" y="180023"/>
                  <a:pt x="3039809" y="179261"/>
                </a:cubicBezTo>
                <a:cubicBezTo>
                  <a:pt x="3037332" y="178594"/>
                  <a:pt x="3034665" y="178975"/>
                  <a:pt x="3032474" y="180213"/>
                </a:cubicBezTo>
                <a:cubicBezTo>
                  <a:pt x="3031903" y="180594"/>
                  <a:pt x="3031427" y="181070"/>
                  <a:pt x="3030950" y="181547"/>
                </a:cubicBezTo>
                <a:lnTo>
                  <a:pt x="3021902" y="173450"/>
                </a:lnTo>
                <a:lnTo>
                  <a:pt x="3021902" y="95"/>
                </a:lnTo>
                <a:lnTo>
                  <a:pt x="3017139" y="95"/>
                </a:lnTo>
                <a:lnTo>
                  <a:pt x="3017139" y="175546"/>
                </a:lnTo>
                <a:lnTo>
                  <a:pt x="3028188" y="185452"/>
                </a:lnTo>
                <a:close/>
                <a:moveTo>
                  <a:pt x="3034665" y="184214"/>
                </a:moveTo>
                <a:cubicBezTo>
                  <a:pt x="3035427" y="183737"/>
                  <a:pt x="3036284" y="183547"/>
                  <a:pt x="3037142" y="183547"/>
                </a:cubicBezTo>
                <a:cubicBezTo>
                  <a:pt x="3037618" y="183547"/>
                  <a:pt x="3037999" y="183547"/>
                  <a:pt x="3038475" y="183737"/>
                </a:cubicBezTo>
                <a:cubicBezTo>
                  <a:pt x="3039713" y="184118"/>
                  <a:pt x="3040856" y="184880"/>
                  <a:pt x="3041523" y="186023"/>
                </a:cubicBezTo>
                <a:cubicBezTo>
                  <a:pt x="3042190" y="187166"/>
                  <a:pt x="3042380" y="188500"/>
                  <a:pt x="3041999" y="189738"/>
                </a:cubicBezTo>
                <a:cubicBezTo>
                  <a:pt x="3041618" y="190976"/>
                  <a:pt x="3040856" y="192119"/>
                  <a:pt x="3039713" y="192786"/>
                </a:cubicBezTo>
                <a:cubicBezTo>
                  <a:pt x="3038570" y="193453"/>
                  <a:pt x="3037237" y="193643"/>
                  <a:pt x="3035999" y="193262"/>
                </a:cubicBezTo>
                <a:cubicBezTo>
                  <a:pt x="3034760" y="192881"/>
                  <a:pt x="3033617" y="192119"/>
                  <a:pt x="3032951" y="190976"/>
                </a:cubicBezTo>
                <a:cubicBezTo>
                  <a:pt x="3031617" y="188595"/>
                  <a:pt x="3032379" y="185547"/>
                  <a:pt x="3034760" y="184214"/>
                </a:cubicBezTo>
                <a:close/>
                <a:moveTo>
                  <a:pt x="3070670" y="184880"/>
                </a:moveTo>
                <a:cubicBezTo>
                  <a:pt x="3070670" y="184880"/>
                  <a:pt x="3070193" y="185642"/>
                  <a:pt x="3070098" y="186023"/>
                </a:cubicBezTo>
                <a:cubicBezTo>
                  <a:pt x="3069431" y="188500"/>
                  <a:pt x="3069812" y="191167"/>
                  <a:pt x="3071051" y="193358"/>
                </a:cubicBezTo>
                <a:cubicBezTo>
                  <a:pt x="3072384" y="195644"/>
                  <a:pt x="3074480" y="197168"/>
                  <a:pt x="3076956" y="197930"/>
                </a:cubicBezTo>
                <a:cubicBezTo>
                  <a:pt x="3077813" y="198120"/>
                  <a:pt x="3078671" y="198311"/>
                  <a:pt x="3079528" y="198311"/>
                </a:cubicBezTo>
                <a:cubicBezTo>
                  <a:pt x="3081242" y="198311"/>
                  <a:pt x="3082862" y="197834"/>
                  <a:pt x="3084386" y="196977"/>
                </a:cubicBezTo>
                <a:cubicBezTo>
                  <a:pt x="3086672" y="195644"/>
                  <a:pt x="3088291" y="193548"/>
                  <a:pt x="3088958" y="191072"/>
                </a:cubicBezTo>
                <a:cubicBezTo>
                  <a:pt x="3089624" y="188595"/>
                  <a:pt x="3089243" y="185928"/>
                  <a:pt x="3088005" y="183737"/>
                </a:cubicBezTo>
                <a:cubicBezTo>
                  <a:pt x="3086672" y="181451"/>
                  <a:pt x="3084576" y="179832"/>
                  <a:pt x="3082100" y="179165"/>
                </a:cubicBezTo>
                <a:cubicBezTo>
                  <a:pt x="3079528" y="178499"/>
                  <a:pt x="3076956" y="178880"/>
                  <a:pt x="3074765" y="180118"/>
                </a:cubicBezTo>
                <a:cubicBezTo>
                  <a:pt x="3074384" y="180404"/>
                  <a:pt x="3074099" y="180785"/>
                  <a:pt x="3073718" y="181070"/>
                </a:cubicBezTo>
                <a:lnTo>
                  <a:pt x="3064383" y="173165"/>
                </a:lnTo>
                <a:lnTo>
                  <a:pt x="3064383" y="95"/>
                </a:lnTo>
                <a:lnTo>
                  <a:pt x="3059621" y="95"/>
                </a:lnTo>
                <a:lnTo>
                  <a:pt x="3059621" y="175355"/>
                </a:lnTo>
                <a:lnTo>
                  <a:pt x="3070765" y="184785"/>
                </a:lnTo>
                <a:close/>
                <a:moveTo>
                  <a:pt x="3074670" y="187262"/>
                </a:moveTo>
                <a:cubicBezTo>
                  <a:pt x="3075051" y="186023"/>
                  <a:pt x="3075813" y="184880"/>
                  <a:pt x="3076956" y="184214"/>
                </a:cubicBezTo>
                <a:cubicBezTo>
                  <a:pt x="3077718" y="183737"/>
                  <a:pt x="3078575" y="183547"/>
                  <a:pt x="3079433" y="183547"/>
                </a:cubicBezTo>
                <a:cubicBezTo>
                  <a:pt x="3079909" y="183547"/>
                  <a:pt x="3080290" y="183547"/>
                  <a:pt x="3080766" y="183737"/>
                </a:cubicBezTo>
                <a:cubicBezTo>
                  <a:pt x="3082004" y="184118"/>
                  <a:pt x="3083147" y="184880"/>
                  <a:pt x="3083814" y="186023"/>
                </a:cubicBezTo>
                <a:cubicBezTo>
                  <a:pt x="3084481" y="187166"/>
                  <a:pt x="3084671" y="188500"/>
                  <a:pt x="3084290" y="189738"/>
                </a:cubicBezTo>
                <a:cubicBezTo>
                  <a:pt x="3083909" y="190976"/>
                  <a:pt x="3083147" y="192119"/>
                  <a:pt x="3082004" y="192786"/>
                </a:cubicBezTo>
                <a:cubicBezTo>
                  <a:pt x="3080861" y="193453"/>
                  <a:pt x="3079528" y="193643"/>
                  <a:pt x="3078194" y="193262"/>
                </a:cubicBezTo>
                <a:cubicBezTo>
                  <a:pt x="3076956" y="192881"/>
                  <a:pt x="3075813" y="192119"/>
                  <a:pt x="3075146" y="190976"/>
                </a:cubicBezTo>
                <a:cubicBezTo>
                  <a:pt x="3074480" y="189833"/>
                  <a:pt x="3074289" y="188500"/>
                  <a:pt x="3074670" y="187262"/>
                </a:cubicBezTo>
                <a:close/>
                <a:moveTo>
                  <a:pt x="663131" y="4737354"/>
                </a:moveTo>
                <a:cubicBezTo>
                  <a:pt x="665131" y="4739164"/>
                  <a:pt x="667607" y="4740117"/>
                  <a:pt x="670274" y="4740117"/>
                </a:cubicBezTo>
                <a:cubicBezTo>
                  <a:pt x="670465" y="4740117"/>
                  <a:pt x="670655" y="4740117"/>
                  <a:pt x="670751" y="4740117"/>
                </a:cubicBezTo>
                <a:cubicBezTo>
                  <a:pt x="673608" y="4740021"/>
                  <a:pt x="676180" y="4738783"/>
                  <a:pt x="678180" y="4736592"/>
                </a:cubicBezTo>
                <a:cubicBezTo>
                  <a:pt x="682085" y="4732211"/>
                  <a:pt x="681800" y="4725448"/>
                  <a:pt x="677418" y="4721543"/>
                </a:cubicBezTo>
                <a:cubicBezTo>
                  <a:pt x="673037" y="4717637"/>
                  <a:pt x="666274" y="4717923"/>
                  <a:pt x="662369" y="4722305"/>
                </a:cubicBezTo>
                <a:cubicBezTo>
                  <a:pt x="661130" y="4723638"/>
                  <a:pt x="660464" y="4725257"/>
                  <a:pt x="660083" y="4726877"/>
                </a:cubicBezTo>
                <a:lnTo>
                  <a:pt x="605314" y="4726877"/>
                </a:lnTo>
                <a:lnTo>
                  <a:pt x="571310" y="4701254"/>
                </a:lnTo>
                <a:lnTo>
                  <a:pt x="455390" y="4701254"/>
                </a:lnTo>
                <a:cubicBezTo>
                  <a:pt x="455390" y="4701254"/>
                  <a:pt x="415100" y="4733639"/>
                  <a:pt x="415100" y="4733639"/>
                </a:cubicBezTo>
                <a:lnTo>
                  <a:pt x="275749" y="4734211"/>
                </a:lnTo>
                <a:lnTo>
                  <a:pt x="237077" y="4704969"/>
                </a:lnTo>
                <a:lnTo>
                  <a:pt x="192215" y="4704969"/>
                </a:lnTo>
                <a:cubicBezTo>
                  <a:pt x="192215" y="4704969"/>
                  <a:pt x="176689" y="4690015"/>
                  <a:pt x="176689" y="4690015"/>
                </a:cubicBezTo>
                <a:lnTo>
                  <a:pt x="131636" y="4690015"/>
                </a:lnTo>
                <a:cubicBezTo>
                  <a:pt x="130492" y="4686205"/>
                  <a:pt x="127064" y="4683443"/>
                  <a:pt x="122873" y="4683633"/>
                </a:cubicBezTo>
                <a:cubicBezTo>
                  <a:pt x="118015" y="4683919"/>
                  <a:pt x="114300" y="4688015"/>
                  <a:pt x="114491" y="4692872"/>
                </a:cubicBezTo>
                <a:cubicBezTo>
                  <a:pt x="114681" y="4697730"/>
                  <a:pt x="118872" y="4701445"/>
                  <a:pt x="123730" y="4701254"/>
                </a:cubicBezTo>
                <a:cubicBezTo>
                  <a:pt x="127540" y="4701064"/>
                  <a:pt x="130683" y="4698397"/>
                  <a:pt x="131636" y="4694873"/>
                </a:cubicBezTo>
                <a:lnTo>
                  <a:pt x="174784" y="4694873"/>
                </a:lnTo>
                <a:lnTo>
                  <a:pt x="188214" y="4707731"/>
                </a:lnTo>
                <a:lnTo>
                  <a:pt x="152495" y="4738116"/>
                </a:lnTo>
                <a:lnTo>
                  <a:pt x="137446" y="4738116"/>
                </a:lnTo>
                <a:cubicBezTo>
                  <a:pt x="137446" y="4732496"/>
                  <a:pt x="133541" y="4727448"/>
                  <a:pt x="127826" y="4726115"/>
                </a:cubicBezTo>
                <a:cubicBezTo>
                  <a:pt x="121063" y="4724495"/>
                  <a:pt x="114300" y="4728687"/>
                  <a:pt x="112681" y="4735354"/>
                </a:cubicBezTo>
                <a:cubicBezTo>
                  <a:pt x="111062" y="4742117"/>
                  <a:pt x="115253" y="4748879"/>
                  <a:pt x="121920" y="4750499"/>
                </a:cubicBezTo>
                <a:cubicBezTo>
                  <a:pt x="122873" y="4750689"/>
                  <a:pt x="123920" y="4750880"/>
                  <a:pt x="124873" y="4750880"/>
                </a:cubicBezTo>
                <a:cubicBezTo>
                  <a:pt x="127159" y="4750880"/>
                  <a:pt x="129445" y="4750213"/>
                  <a:pt x="131445" y="4749070"/>
                </a:cubicBezTo>
                <a:cubicBezTo>
                  <a:pt x="133826" y="4747641"/>
                  <a:pt x="135350" y="4745451"/>
                  <a:pt x="136398" y="4742879"/>
                </a:cubicBezTo>
                <a:lnTo>
                  <a:pt x="154305" y="4742879"/>
                </a:lnTo>
                <a:lnTo>
                  <a:pt x="193358" y="4709732"/>
                </a:lnTo>
                <a:lnTo>
                  <a:pt x="235553" y="4709732"/>
                </a:lnTo>
                <a:cubicBezTo>
                  <a:pt x="235553" y="4709732"/>
                  <a:pt x="274225" y="4739069"/>
                  <a:pt x="274225" y="4739069"/>
                </a:cubicBezTo>
                <a:lnTo>
                  <a:pt x="415957" y="4738497"/>
                </a:lnTo>
                <a:lnTo>
                  <a:pt x="416814" y="4738497"/>
                </a:lnTo>
                <a:lnTo>
                  <a:pt x="457105" y="4706112"/>
                </a:lnTo>
                <a:lnTo>
                  <a:pt x="569786" y="4706112"/>
                </a:lnTo>
                <a:cubicBezTo>
                  <a:pt x="569786" y="4706112"/>
                  <a:pt x="603790" y="4731735"/>
                  <a:pt x="603790" y="4731735"/>
                </a:cubicBezTo>
                <a:lnTo>
                  <a:pt x="660083" y="4731735"/>
                </a:lnTo>
                <a:cubicBezTo>
                  <a:pt x="660559" y="4733830"/>
                  <a:pt x="661416" y="4735926"/>
                  <a:pt x="663131" y="4737449"/>
                </a:cubicBezTo>
                <a:close/>
                <a:moveTo>
                  <a:pt x="665893" y="4725543"/>
                </a:moveTo>
                <a:cubicBezTo>
                  <a:pt x="667036" y="4724305"/>
                  <a:pt x="668655" y="4723638"/>
                  <a:pt x="670274" y="4723638"/>
                </a:cubicBezTo>
                <a:cubicBezTo>
                  <a:pt x="671703" y="4723638"/>
                  <a:pt x="673132" y="4724114"/>
                  <a:pt x="674275" y="4725162"/>
                </a:cubicBezTo>
                <a:cubicBezTo>
                  <a:pt x="676656" y="4727353"/>
                  <a:pt x="676847" y="4731068"/>
                  <a:pt x="674656" y="4733544"/>
                </a:cubicBezTo>
                <a:cubicBezTo>
                  <a:pt x="673608" y="4734687"/>
                  <a:pt x="672179" y="4735354"/>
                  <a:pt x="670560" y="4735449"/>
                </a:cubicBezTo>
                <a:cubicBezTo>
                  <a:pt x="669036" y="4735449"/>
                  <a:pt x="667512" y="4734973"/>
                  <a:pt x="666274" y="4733925"/>
                </a:cubicBezTo>
                <a:lnTo>
                  <a:pt x="666274" y="4733925"/>
                </a:lnTo>
                <a:cubicBezTo>
                  <a:pt x="665131" y="4732878"/>
                  <a:pt x="664464" y="4731449"/>
                  <a:pt x="664369" y="4729829"/>
                </a:cubicBezTo>
                <a:cubicBezTo>
                  <a:pt x="664369" y="4728210"/>
                  <a:pt x="664845" y="4726781"/>
                  <a:pt x="665893" y="4725543"/>
                </a:cubicBezTo>
                <a:close/>
                <a:moveTo>
                  <a:pt x="132493" y="4740117"/>
                </a:moveTo>
                <a:cubicBezTo>
                  <a:pt x="132017" y="4742117"/>
                  <a:pt x="130778" y="4743831"/>
                  <a:pt x="128969" y="4744974"/>
                </a:cubicBezTo>
                <a:cubicBezTo>
                  <a:pt x="127159" y="4746022"/>
                  <a:pt x="125063" y="4746403"/>
                  <a:pt x="123063" y="4745927"/>
                </a:cubicBezTo>
                <a:cubicBezTo>
                  <a:pt x="118872" y="4744879"/>
                  <a:pt x="116300" y="4740688"/>
                  <a:pt x="117253" y="4736497"/>
                </a:cubicBezTo>
                <a:cubicBezTo>
                  <a:pt x="118110" y="4732878"/>
                  <a:pt x="121348" y="4730496"/>
                  <a:pt x="124873" y="4730496"/>
                </a:cubicBezTo>
                <a:cubicBezTo>
                  <a:pt x="125444" y="4730496"/>
                  <a:pt x="126111" y="4730496"/>
                  <a:pt x="126683" y="4730687"/>
                </a:cubicBezTo>
                <a:cubicBezTo>
                  <a:pt x="130873" y="4731735"/>
                  <a:pt x="133445" y="4735926"/>
                  <a:pt x="132398" y="4740117"/>
                </a:cubicBezTo>
                <a:close/>
                <a:moveTo>
                  <a:pt x="2516124" y="262414"/>
                </a:moveTo>
                <a:cubicBezTo>
                  <a:pt x="2516981" y="263843"/>
                  <a:pt x="2518410" y="264890"/>
                  <a:pt x="2520220" y="264986"/>
                </a:cubicBezTo>
                <a:cubicBezTo>
                  <a:pt x="2522982" y="264986"/>
                  <a:pt x="2525268" y="262890"/>
                  <a:pt x="2525363" y="260223"/>
                </a:cubicBezTo>
                <a:cubicBezTo>
                  <a:pt x="2525363" y="257461"/>
                  <a:pt x="2523268" y="255175"/>
                  <a:pt x="2520601" y="255080"/>
                </a:cubicBezTo>
                <a:cubicBezTo>
                  <a:pt x="2518696" y="255080"/>
                  <a:pt x="2517077" y="256127"/>
                  <a:pt x="2516219" y="257651"/>
                </a:cubicBezTo>
                <a:lnTo>
                  <a:pt x="2486025" y="257651"/>
                </a:lnTo>
                <a:lnTo>
                  <a:pt x="2475738" y="275844"/>
                </a:lnTo>
                <a:cubicBezTo>
                  <a:pt x="2475738" y="275844"/>
                  <a:pt x="2474976" y="275844"/>
                  <a:pt x="2474500" y="275844"/>
                </a:cubicBezTo>
                <a:cubicBezTo>
                  <a:pt x="2468880" y="277178"/>
                  <a:pt x="2465451" y="282893"/>
                  <a:pt x="2466785" y="288512"/>
                </a:cubicBezTo>
                <a:cubicBezTo>
                  <a:pt x="2467928" y="293275"/>
                  <a:pt x="2472214" y="296513"/>
                  <a:pt x="2476976" y="296513"/>
                </a:cubicBezTo>
                <a:cubicBezTo>
                  <a:pt x="2477834" y="296513"/>
                  <a:pt x="2478596" y="296418"/>
                  <a:pt x="2479453" y="296228"/>
                </a:cubicBezTo>
                <a:cubicBezTo>
                  <a:pt x="2482215" y="295561"/>
                  <a:pt x="2484501" y="293846"/>
                  <a:pt x="2485930" y="291465"/>
                </a:cubicBezTo>
                <a:cubicBezTo>
                  <a:pt x="2487359" y="289084"/>
                  <a:pt x="2487835" y="286226"/>
                  <a:pt x="2487168" y="283559"/>
                </a:cubicBezTo>
                <a:cubicBezTo>
                  <a:pt x="2486501" y="280797"/>
                  <a:pt x="2484882" y="278511"/>
                  <a:pt x="2482405" y="277082"/>
                </a:cubicBezTo>
                <a:cubicBezTo>
                  <a:pt x="2481929" y="276797"/>
                  <a:pt x="2481263" y="276701"/>
                  <a:pt x="2480786" y="276511"/>
                </a:cubicBezTo>
                <a:lnTo>
                  <a:pt x="2488787" y="262414"/>
                </a:lnTo>
                <a:lnTo>
                  <a:pt x="2516219" y="262414"/>
                </a:lnTo>
                <a:close/>
                <a:moveTo>
                  <a:pt x="2482501" y="284702"/>
                </a:moveTo>
                <a:cubicBezTo>
                  <a:pt x="2482882" y="286226"/>
                  <a:pt x="2482596" y="287750"/>
                  <a:pt x="2481834" y="288989"/>
                </a:cubicBezTo>
                <a:cubicBezTo>
                  <a:pt x="2481072" y="290322"/>
                  <a:pt x="2479738" y="291179"/>
                  <a:pt x="2478310" y="291560"/>
                </a:cubicBezTo>
                <a:cubicBezTo>
                  <a:pt x="2475262" y="292322"/>
                  <a:pt x="2472119" y="290417"/>
                  <a:pt x="2471452" y="287369"/>
                </a:cubicBezTo>
                <a:cubicBezTo>
                  <a:pt x="2470690" y="284321"/>
                  <a:pt x="2472595" y="281178"/>
                  <a:pt x="2475643" y="280511"/>
                </a:cubicBezTo>
                <a:cubicBezTo>
                  <a:pt x="2477167" y="280130"/>
                  <a:pt x="2478691" y="280416"/>
                  <a:pt x="2479929" y="281178"/>
                </a:cubicBezTo>
                <a:cubicBezTo>
                  <a:pt x="2481263" y="281940"/>
                  <a:pt x="2482120" y="283274"/>
                  <a:pt x="2482501" y="284702"/>
                </a:cubicBezTo>
                <a:close/>
                <a:moveTo>
                  <a:pt x="2544794" y="260128"/>
                </a:moveTo>
                <a:cubicBezTo>
                  <a:pt x="2544794" y="263271"/>
                  <a:pt x="2542127" y="265843"/>
                  <a:pt x="2538889" y="265748"/>
                </a:cubicBezTo>
                <a:cubicBezTo>
                  <a:pt x="2535746" y="265748"/>
                  <a:pt x="2533174" y="263081"/>
                  <a:pt x="2533269" y="259842"/>
                </a:cubicBezTo>
                <a:cubicBezTo>
                  <a:pt x="2533269" y="256699"/>
                  <a:pt x="2535936" y="254127"/>
                  <a:pt x="2539175" y="254222"/>
                </a:cubicBezTo>
                <a:cubicBezTo>
                  <a:pt x="2542318" y="254222"/>
                  <a:pt x="2544890" y="256889"/>
                  <a:pt x="2544794" y="260128"/>
                </a:cubicBezTo>
                <a:close/>
                <a:moveTo>
                  <a:pt x="540830" y="2281619"/>
                </a:moveTo>
                <a:lnTo>
                  <a:pt x="545592" y="2281619"/>
                </a:lnTo>
                <a:cubicBezTo>
                  <a:pt x="545592" y="2281619"/>
                  <a:pt x="545497" y="2290572"/>
                  <a:pt x="545497" y="2290572"/>
                </a:cubicBezTo>
                <a:lnTo>
                  <a:pt x="540734" y="2290572"/>
                </a:lnTo>
                <a:cubicBezTo>
                  <a:pt x="540734" y="2290572"/>
                  <a:pt x="540830" y="2281619"/>
                  <a:pt x="540830" y="2281619"/>
                </a:cubicBezTo>
                <a:close/>
                <a:moveTo>
                  <a:pt x="595979" y="3960400"/>
                </a:moveTo>
                <a:lnTo>
                  <a:pt x="595789" y="3960590"/>
                </a:lnTo>
                <a:cubicBezTo>
                  <a:pt x="595789" y="3960590"/>
                  <a:pt x="595979" y="3959924"/>
                  <a:pt x="595979" y="3959447"/>
                </a:cubicBezTo>
                <a:lnTo>
                  <a:pt x="595979" y="3946779"/>
                </a:lnTo>
                <a:cubicBezTo>
                  <a:pt x="595979" y="3944303"/>
                  <a:pt x="593979" y="3942302"/>
                  <a:pt x="591503" y="3942302"/>
                </a:cubicBezTo>
                <a:lnTo>
                  <a:pt x="578834" y="3942302"/>
                </a:lnTo>
                <a:cubicBezTo>
                  <a:pt x="576358" y="3942302"/>
                  <a:pt x="574358" y="3944303"/>
                  <a:pt x="574358" y="3946779"/>
                </a:cubicBezTo>
                <a:lnTo>
                  <a:pt x="574358" y="3959447"/>
                </a:lnTo>
                <a:cubicBezTo>
                  <a:pt x="574358" y="3961924"/>
                  <a:pt x="576358" y="3963924"/>
                  <a:pt x="578834" y="3963924"/>
                </a:cubicBezTo>
                <a:lnTo>
                  <a:pt x="591503" y="3963924"/>
                </a:lnTo>
                <a:cubicBezTo>
                  <a:pt x="591503" y="3963924"/>
                  <a:pt x="592169" y="3963829"/>
                  <a:pt x="592550" y="3963734"/>
                </a:cubicBezTo>
                <a:lnTo>
                  <a:pt x="772192" y="4171569"/>
                </a:lnTo>
                <a:lnTo>
                  <a:pt x="772192" y="4231196"/>
                </a:lnTo>
                <a:lnTo>
                  <a:pt x="768382" y="4231196"/>
                </a:lnTo>
                <a:cubicBezTo>
                  <a:pt x="762952" y="4231196"/>
                  <a:pt x="758571" y="4235577"/>
                  <a:pt x="758571" y="4241006"/>
                </a:cubicBezTo>
                <a:lnTo>
                  <a:pt x="758571" y="4279678"/>
                </a:lnTo>
                <a:cubicBezTo>
                  <a:pt x="758571" y="4285107"/>
                  <a:pt x="762952" y="4289489"/>
                  <a:pt x="768382" y="4289489"/>
                </a:cubicBezTo>
                <a:lnTo>
                  <a:pt x="780764" y="4289489"/>
                </a:lnTo>
                <a:cubicBezTo>
                  <a:pt x="786194" y="4289489"/>
                  <a:pt x="790575" y="4285107"/>
                  <a:pt x="790575" y="4279678"/>
                </a:cubicBezTo>
                <a:lnTo>
                  <a:pt x="790575" y="4241006"/>
                </a:lnTo>
                <a:cubicBezTo>
                  <a:pt x="790575" y="4235577"/>
                  <a:pt x="786194" y="4231196"/>
                  <a:pt x="780764" y="4231196"/>
                </a:cubicBezTo>
                <a:lnTo>
                  <a:pt x="776954" y="4231196"/>
                </a:lnTo>
                <a:lnTo>
                  <a:pt x="776954" y="4169759"/>
                </a:lnTo>
                <a:lnTo>
                  <a:pt x="595979" y="3960400"/>
                </a:lnTo>
                <a:close/>
                <a:moveTo>
                  <a:pt x="785813" y="4279773"/>
                </a:moveTo>
                <a:cubicBezTo>
                  <a:pt x="785813" y="4282536"/>
                  <a:pt x="783527" y="4284821"/>
                  <a:pt x="780764" y="4284821"/>
                </a:cubicBezTo>
                <a:lnTo>
                  <a:pt x="768382" y="4284821"/>
                </a:lnTo>
                <a:cubicBezTo>
                  <a:pt x="765620" y="4284821"/>
                  <a:pt x="763334" y="4282536"/>
                  <a:pt x="763334" y="4279773"/>
                </a:cubicBezTo>
                <a:lnTo>
                  <a:pt x="763334" y="4278440"/>
                </a:lnTo>
                <a:lnTo>
                  <a:pt x="785717" y="4278440"/>
                </a:lnTo>
                <a:lnTo>
                  <a:pt x="785717" y="4279773"/>
                </a:lnTo>
                <a:close/>
                <a:moveTo>
                  <a:pt x="785813" y="4272534"/>
                </a:moveTo>
                <a:lnTo>
                  <a:pt x="763429" y="4272534"/>
                </a:lnTo>
                <a:lnTo>
                  <a:pt x="763429" y="4254056"/>
                </a:lnTo>
                <a:lnTo>
                  <a:pt x="785813" y="4254056"/>
                </a:lnTo>
                <a:lnTo>
                  <a:pt x="785813" y="4272534"/>
                </a:lnTo>
                <a:close/>
                <a:moveTo>
                  <a:pt x="785813" y="4251103"/>
                </a:moveTo>
                <a:lnTo>
                  <a:pt x="763429" y="4251103"/>
                </a:lnTo>
                <a:lnTo>
                  <a:pt x="763429" y="4245864"/>
                </a:lnTo>
                <a:lnTo>
                  <a:pt x="785813" y="4245864"/>
                </a:lnTo>
                <a:lnTo>
                  <a:pt x="785813" y="4251103"/>
                </a:lnTo>
                <a:close/>
                <a:moveTo>
                  <a:pt x="780764" y="4236054"/>
                </a:moveTo>
                <a:cubicBezTo>
                  <a:pt x="783527" y="4236054"/>
                  <a:pt x="785813" y="4238339"/>
                  <a:pt x="785813" y="4241102"/>
                </a:cubicBezTo>
                <a:lnTo>
                  <a:pt x="785813" y="4241292"/>
                </a:lnTo>
                <a:lnTo>
                  <a:pt x="763429" y="4241292"/>
                </a:lnTo>
                <a:lnTo>
                  <a:pt x="763429" y="4241102"/>
                </a:lnTo>
                <a:cubicBezTo>
                  <a:pt x="763429" y="4238339"/>
                  <a:pt x="765715" y="4236054"/>
                  <a:pt x="768477" y="4236054"/>
                </a:cubicBezTo>
                <a:lnTo>
                  <a:pt x="780860" y="4236054"/>
                </a:lnTo>
                <a:close/>
                <a:moveTo>
                  <a:pt x="2548509" y="180023"/>
                </a:moveTo>
                <a:cubicBezTo>
                  <a:pt x="2545366" y="180023"/>
                  <a:pt x="2542794" y="177356"/>
                  <a:pt x="2542889" y="174117"/>
                </a:cubicBezTo>
                <a:cubicBezTo>
                  <a:pt x="2542889" y="170974"/>
                  <a:pt x="2545556" y="168402"/>
                  <a:pt x="2548795" y="168497"/>
                </a:cubicBezTo>
                <a:cubicBezTo>
                  <a:pt x="2552034" y="168593"/>
                  <a:pt x="2554510" y="171164"/>
                  <a:pt x="2554415" y="174403"/>
                </a:cubicBezTo>
                <a:cubicBezTo>
                  <a:pt x="2554415" y="177546"/>
                  <a:pt x="2551748" y="180118"/>
                  <a:pt x="2548509" y="180023"/>
                </a:cubicBezTo>
                <a:close/>
                <a:moveTo>
                  <a:pt x="2552414" y="216884"/>
                </a:moveTo>
                <a:cubicBezTo>
                  <a:pt x="2552414" y="211931"/>
                  <a:pt x="2548509" y="207931"/>
                  <a:pt x="2543651" y="207836"/>
                </a:cubicBezTo>
                <a:lnTo>
                  <a:pt x="2543556" y="207836"/>
                </a:lnTo>
                <a:cubicBezTo>
                  <a:pt x="2538698" y="207836"/>
                  <a:pt x="2534698" y="211741"/>
                  <a:pt x="2534603" y="216694"/>
                </a:cubicBezTo>
                <a:cubicBezTo>
                  <a:pt x="2534603" y="221647"/>
                  <a:pt x="2538508" y="225647"/>
                  <a:pt x="2543366" y="225743"/>
                </a:cubicBezTo>
                <a:lnTo>
                  <a:pt x="2543461" y="225743"/>
                </a:lnTo>
                <a:cubicBezTo>
                  <a:pt x="2548319" y="225743"/>
                  <a:pt x="2552319" y="221837"/>
                  <a:pt x="2552414" y="216884"/>
                </a:cubicBezTo>
                <a:close/>
                <a:moveTo>
                  <a:pt x="2543461" y="220885"/>
                </a:moveTo>
                <a:lnTo>
                  <a:pt x="2543461" y="220885"/>
                </a:lnTo>
                <a:cubicBezTo>
                  <a:pt x="2541175" y="220885"/>
                  <a:pt x="2539365" y="218980"/>
                  <a:pt x="2539365" y="216694"/>
                </a:cubicBezTo>
                <a:cubicBezTo>
                  <a:pt x="2539365" y="214408"/>
                  <a:pt x="2541270" y="212598"/>
                  <a:pt x="2543556" y="212598"/>
                </a:cubicBezTo>
                <a:lnTo>
                  <a:pt x="2543556" y="212598"/>
                </a:lnTo>
                <a:cubicBezTo>
                  <a:pt x="2544699" y="212598"/>
                  <a:pt x="2545747" y="213074"/>
                  <a:pt x="2546509" y="213836"/>
                </a:cubicBezTo>
                <a:cubicBezTo>
                  <a:pt x="2547271" y="214598"/>
                  <a:pt x="2547747" y="215646"/>
                  <a:pt x="2547652" y="216789"/>
                </a:cubicBezTo>
                <a:cubicBezTo>
                  <a:pt x="2547652" y="219075"/>
                  <a:pt x="2545747" y="220885"/>
                  <a:pt x="2543461" y="220885"/>
                </a:cubicBezTo>
                <a:close/>
                <a:moveTo>
                  <a:pt x="2543556" y="140399"/>
                </a:moveTo>
                <a:cubicBezTo>
                  <a:pt x="2545937" y="140399"/>
                  <a:pt x="2548128" y="139541"/>
                  <a:pt x="2549747" y="137827"/>
                </a:cubicBezTo>
                <a:cubicBezTo>
                  <a:pt x="2551462" y="136208"/>
                  <a:pt x="2552414" y="133922"/>
                  <a:pt x="2552414" y="131540"/>
                </a:cubicBezTo>
                <a:cubicBezTo>
                  <a:pt x="2552414" y="129159"/>
                  <a:pt x="2551557" y="126873"/>
                  <a:pt x="2549843" y="125159"/>
                </a:cubicBezTo>
                <a:cubicBezTo>
                  <a:pt x="2548223" y="123444"/>
                  <a:pt x="2545937" y="122492"/>
                  <a:pt x="2543556" y="122492"/>
                </a:cubicBezTo>
                <a:cubicBezTo>
                  <a:pt x="2541461" y="122492"/>
                  <a:pt x="2538889" y="123349"/>
                  <a:pt x="2537174" y="125063"/>
                </a:cubicBezTo>
                <a:cubicBezTo>
                  <a:pt x="2535460" y="126683"/>
                  <a:pt x="2534507" y="128969"/>
                  <a:pt x="2534507" y="131350"/>
                </a:cubicBezTo>
                <a:cubicBezTo>
                  <a:pt x="2534507" y="133731"/>
                  <a:pt x="2535365" y="136017"/>
                  <a:pt x="2537079" y="137732"/>
                </a:cubicBezTo>
                <a:cubicBezTo>
                  <a:pt x="2538698" y="139446"/>
                  <a:pt x="2540984" y="140399"/>
                  <a:pt x="2543366" y="140399"/>
                </a:cubicBezTo>
                <a:lnTo>
                  <a:pt x="2543461" y="140399"/>
                </a:lnTo>
                <a:close/>
                <a:moveTo>
                  <a:pt x="2539365" y="131350"/>
                </a:moveTo>
                <a:cubicBezTo>
                  <a:pt x="2539365" y="130207"/>
                  <a:pt x="2539842" y="129159"/>
                  <a:pt x="2540603" y="128397"/>
                </a:cubicBezTo>
                <a:cubicBezTo>
                  <a:pt x="2541365" y="127635"/>
                  <a:pt x="2542413" y="127254"/>
                  <a:pt x="2543556" y="127254"/>
                </a:cubicBezTo>
                <a:lnTo>
                  <a:pt x="2543556" y="127254"/>
                </a:lnTo>
                <a:cubicBezTo>
                  <a:pt x="2544699" y="127254"/>
                  <a:pt x="2545747" y="127730"/>
                  <a:pt x="2546509" y="128492"/>
                </a:cubicBezTo>
                <a:cubicBezTo>
                  <a:pt x="2547271" y="129254"/>
                  <a:pt x="2547747" y="130302"/>
                  <a:pt x="2547652" y="131445"/>
                </a:cubicBezTo>
                <a:cubicBezTo>
                  <a:pt x="2547652" y="132588"/>
                  <a:pt x="2547176" y="133636"/>
                  <a:pt x="2546413" y="134398"/>
                </a:cubicBezTo>
                <a:cubicBezTo>
                  <a:pt x="2545652" y="135160"/>
                  <a:pt x="2544604" y="135541"/>
                  <a:pt x="2543461" y="135541"/>
                </a:cubicBezTo>
                <a:lnTo>
                  <a:pt x="2543461" y="135541"/>
                </a:lnTo>
                <a:cubicBezTo>
                  <a:pt x="2542318" y="135541"/>
                  <a:pt x="2541270" y="135065"/>
                  <a:pt x="2540508" y="134303"/>
                </a:cubicBezTo>
                <a:cubicBezTo>
                  <a:pt x="2539746" y="133541"/>
                  <a:pt x="2539270" y="132493"/>
                  <a:pt x="2539365" y="131350"/>
                </a:cubicBezTo>
                <a:close/>
                <a:moveTo>
                  <a:pt x="2449068" y="4533614"/>
                </a:moveTo>
                <a:cubicBezTo>
                  <a:pt x="2452211" y="4527423"/>
                  <a:pt x="2449640" y="4519803"/>
                  <a:pt x="2443448" y="4516660"/>
                </a:cubicBezTo>
                <a:cubicBezTo>
                  <a:pt x="2437257" y="4513517"/>
                  <a:pt x="2429637" y="4516088"/>
                  <a:pt x="2426494" y="4522280"/>
                </a:cubicBezTo>
                <a:cubicBezTo>
                  <a:pt x="2423351" y="4528471"/>
                  <a:pt x="2425922" y="4536091"/>
                  <a:pt x="2432114" y="4539234"/>
                </a:cubicBezTo>
                <a:lnTo>
                  <a:pt x="2432114" y="4539234"/>
                </a:lnTo>
                <a:cubicBezTo>
                  <a:pt x="2432876" y="4539615"/>
                  <a:pt x="2433733" y="4539901"/>
                  <a:pt x="2434590" y="4540092"/>
                </a:cubicBezTo>
                <a:lnTo>
                  <a:pt x="2434590" y="4553331"/>
                </a:lnTo>
                <a:lnTo>
                  <a:pt x="2420398" y="4569810"/>
                </a:lnTo>
                <a:lnTo>
                  <a:pt x="2381631" y="4569429"/>
                </a:lnTo>
                <a:lnTo>
                  <a:pt x="2367534" y="4554379"/>
                </a:lnTo>
                <a:lnTo>
                  <a:pt x="2367820" y="4449032"/>
                </a:lnTo>
                <a:lnTo>
                  <a:pt x="2322481" y="4400264"/>
                </a:lnTo>
                <a:lnTo>
                  <a:pt x="2305241" y="4400455"/>
                </a:lnTo>
                <a:lnTo>
                  <a:pt x="2305241" y="4397502"/>
                </a:lnTo>
                <a:cubicBezTo>
                  <a:pt x="2305241" y="4394169"/>
                  <a:pt x="2302478" y="4391406"/>
                  <a:pt x="2299145" y="4391406"/>
                </a:cubicBezTo>
                <a:lnTo>
                  <a:pt x="2288762" y="4391406"/>
                </a:lnTo>
                <a:cubicBezTo>
                  <a:pt x="2285429" y="4391406"/>
                  <a:pt x="2282666" y="4394169"/>
                  <a:pt x="2282666" y="4397502"/>
                </a:cubicBezTo>
                <a:lnTo>
                  <a:pt x="2282666" y="4407885"/>
                </a:lnTo>
                <a:cubicBezTo>
                  <a:pt x="2282666" y="4411218"/>
                  <a:pt x="2285429" y="4413980"/>
                  <a:pt x="2288762" y="4413980"/>
                </a:cubicBezTo>
                <a:lnTo>
                  <a:pt x="2299145" y="4413980"/>
                </a:lnTo>
                <a:cubicBezTo>
                  <a:pt x="2302478" y="4413980"/>
                  <a:pt x="2305241" y="4411218"/>
                  <a:pt x="2305241" y="4407885"/>
                </a:cubicBezTo>
                <a:lnTo>
                  <a:pt x="2305241" y="4405218"/>
                </a:lnTo>
                <a:lnTo>
                  <a:pt x="2320481" y="4405218"/>
                </a:lnTo>
                <a:cubicBezTo>
                  <a:pt x="2320481" y="4405218"/>
                  <a:pt x="2363153" y="4450937"/>
                  <a:pt x="2363153" y="4450937"/>
                </a:cubicBezTo>
                <a:lnTo>
                  <a:pt x="2362867" y="4556284"/>
                </a:lnTo>
                <a:lnTo>
                  <a:pt x="2379631" y="4574191"/>
                </a:lnTo>
                <a:lnTo>
                  <a:pt x="2422589" y="4574572"/>
                </a:lnTo>
                <a:lnTo>
                  <a:pt x="2439353" y="4555046"/>
                </a:lnTo>
                <a:lnTo>
                  <a:pt x="2439353" y="4540282"/>
                </a:lnTo>
                <a:cubicBezTo>
                  <a:pt x="2443353" y="4539711"/>
                  <a:pt x="2447068" y="4537424"/>
                  <a:pt x="2449068" y="4533519"/>
                </a:cubicBezTo>
                <a:close/>
                <a:moveTo>
                  <a:pt x="2300478" y="4408075"/>
                </a:moveTo>
                <a:cubicBezTo>
                  <a:pt x="2300478" y="4408837"/>
                  <a:pt x="2299907" y="4409409"/>
                  <a:pt x="2299145" y="4409409"/>
                </a:cubicBezTo>
                <a:lnTo>
                  <a:pt x="2288762" y="4409409"/>
                </a:lnTo>
                <a:cubicBezTo>
                  <a:pt x="2288000" y="4409409"/>
                  <a:pt x="2287429" y="4408837"/>
                  <a:pt x="2287429" y="4408075"/>
                </a:cubicBezTo>
                <a:lnTo>
                  <a:pt x="2287429" y="4397693"/>
                </a:lnTo>
                <a:cubicBezTo>
                  <a:pt x="2287429" y="4396931"/>
                  <a:pt x="2288000" y="4396359"/>
                  <a:pt x="2288762" y="4396359"/>
                </a:cubicBezTo>
                <a:lnTo>
                  <a:pt x="2299145" y="4396359"/>
                </a:lnTo>
                <a:cubicBezTo>
                  <a:pt x="2299907" y="4396359"/>
                  <a:pt x="2300478" y="4396931"/>
                  <a:pt x="2300478" y="4397693"/>
                </a:cubicBezTo>
                <a:lnTo>
                  <a:pt x="2300478" y="4408075"/>
                </a:lnTo>
                <a:close/>
                <a:moveTo>
                  <a:pt x="2444782" y="4531519"/>
                </a:moveTo>
                <a:cubicBezTo>
                  <a:pt x="2443829" y="4533424"/>
                  <a:pt x="2442210" y="4534757"/>
                  <a:pt x="2440210" y="4535424"/>
                </a:cubicBezTo>
                <a:cubicBezTo>
                  <a:pt x="2438210" y="4536091"/>
                  <a:pt x="2436114" y="4535901"/>
                  <a:pt x="2434209" y="4535043"/>
                </a:cubicBezTo>
                <a:cubicBezTo>
                  <a:pt x="2430304" y="4533138"/>
                  <a:pt x="2428780" y="4528376"/>
                  <a:pt x="2430685" y="4524470"/>
                </a:cubicBezTo>
                <a:cubicBezTo>
                  <a:pt x="2432590" y="4520565"/>
                  <a:pt x="2437352" y="4519041"/>
                  <a:pt x="2441258" y="4520946"/>
                </a:cubicBezTo>
                <a:cubicBezTo>
                  <a:pt x="2443163" y="4521899"/>
                  <a:pt x="2444496" y="4523518"/>
                  <a:pt x="2445163" y="4525518"/>
                </a:cubicBezTo>
                <a:cubicBezTo>
                  <a:pt x="2445830" y="4527519"/>
                  <a:pt x="2445639" y="4529614"/>
                  <a:pt x="2444782" y="4531519"/>
                </a:cubicBezTo>
                <a:close/>
                <a:moveTo>
                  <a:pt x="2752820" y="124111"/>
                </a:moveTo>
                <a:lnTo>
                  <a:pt x="2752820" y="138779"/>
                </a:lnTo>
                <a:cubicBezTo>
                  <a:pt x="2752820" y="140875"/>
                  <a:pt x="2751106" y="142589"/>
                  <a:pt x="2749010" y="142589"/>
                </a:cubicBezTo>
                <a:lnTo>
                  <a:pt x="2734342" y="142589"/>
                </a:lnTo>
                <a:cubicBezTo>
                  <a:pt x="2732246" y="142589"/>
                  <a:pt x="2730532" y="140875"/>
                  <a:pt x="2730532" y="138779"/>
                </a:cubicBezTo>
                <a:lnTo>
                  <a:pt x="2730532" y="124111"/>
                </a:lnTo>
                <a:cubicBezTo>
                  <a:pt x="2730532" y="122015"/>
                  <a:pt x="2732246" y="120301"/>
                  <a:pt x="2734342" y="120301"/>
                </a:cubicBezTo>
                <a:lnTo>
                  <a:pt x="2749010" y="120301"/>
                </a:lnTo>
                <a:cubicBezTo>
                  <a:pt x="2751106" y="120301"/>
                  <a:pt x="2752820" y="122015"/>
                  <a:pt x="2752820" y="124111"/>
                </a:cubicBezTo>
                <a:close/>
                <a:moveTo>
                  <a:pt x="767525" y="4349972"/>
                </a:moveTo>
                <a:lnTo>
                  <a:pt x="774668" y="4349972"/>
                </a:lnTo>
                <a:lnTo>
                  <a:pt x="774668" y="4356354"/>
                </a:lnTo>
                <a:lnTo>
                  <a:pt x="769906" y="4360545"/>
                </a:lnTo>
                <a:lnTo>
                  <a:pt x="765239" y="4355211"/>
                </a:lnTo>
                <a:lnTo>
                  <a:pt x="767620" y="4353116"/>
                </a:lnTo>
                <a:lnTo>
                  <a:pt x="767620" y="4349972"/>
                </a:lnTo>
                <a:close/>
                <a:moveTo>
                  <a:pt x="2819781" y="109061"/>
                </a:moveTo>
                <a:lnTo>
                  <a:pt x="2798921" y="127921"/>
                </a:lnTo>
                <a:lnTo>
                  <a:pt x="2757011" y="127921"/>
                </a:lnTo>
                <a:lnTo>
                  <a:pt x="2757011" y="119158"/>
                </a:lnTo>
                <a:cubicBezTo>
                  <a:pt x="2757011" y="117443"/>
                  <a:pt x="2755583" y="116015"/>
                  <a:pt x="2753868" y="116015"/>
                </a:cubicBezTo>
                <a:lnTo>
                  <a:pt x="2729484" y="116015"/>
                </a:lnTo>
                <a:cubicBezTo>
                  <a:pt x="2727770" y="116015"/>
                  <a:pt x="2726341" y="117443"/>
                  <a:pt x="2726341" y="119158"/>
                </a:cubicBezTo>
                <a:lnTo>
                  <a:pt x="2726341" y="129445"/>
                </a:lnTo>
                <a:lnTo>
                  <a:pt x="2627852" y="129445"/>
                </a:lnTo>
                <a:cubicBezTo>
                  <a:pt x="2626900" y="124206"/>
                  <a:pt x="2622423" y="120110"/>
                  <a:pt x="2616899" y="120110"/>
                </a:cubicBezTo>
                <a:cubicBezTo>
                  <a:pt x="2610612" y="120110"/>
                  <a:pt x="2605564" y="125159"/>
                  <a:pt x="2605564" y="131445"/>
                </a:cubicBezTo>
                <a:cubicBezTo>
                  <a:pt x="2605564" y="137732"/>
                  <a:pt x="2610612" y="142780"/>
                  <a:pt x="2616899" y="142780"/>
                </a:cubicBezTo>
                <a:cubicBezTo>
                  <a:pt x="2622137" y="142780"/>
                  <a:pt x="2626424" y="139065"/>
                  <a:pt x="2627662" y="134207"/>
                </a:cubicBezTo>
                <a:lnTo>
                  <a:pt x="2726246" y="134207"/>
                </a:lnTo>
                <a:lnTo>
                  <a:pt x="2726246" y="143637"/>
                </a:lnTo>
                <a:cubicBezTo>
                  <a:pt x="2726246" y="145352"/>
                  <a:pt x="2727674" y="146780"/>
                  <a:pt x="2729389" y="146780"/>
                </a:cubicBezTo>
                <a:lnTo>
                  <a:pt x="2753773" y="146780"/>
                </a:lnTo>
                <a:cubicBezTo>
                  <a:pt x="2755487" y="146780"/>
                  <a:pt x="2756916" y="145352"/>
                  <a:pt x="2756916" y="143637"/>
                </a:cubicBezTo>
                <a:lnTo>
                  <a:pt x="2756916" y="132779"/>
                </a:lnTo>
                <a:lnTo>
                  <a:pt x="2800731" y="132779"/>
                </a:lnTo>
                <a:lnTo>
                  <a:pt x="2824544" y="111252"/>
                </a:lnTo>
                <a:lnTo>
                  <a:pt x="2824067" y="191"/>
                </a:lnTo>
                <a:lnTo>
                  <a:pt x="2819305" y="191"/>
                </a:lnTo>
                <a:lnTo>
                  <a:pt x="2819781" y="109157"/>
                </a:lnTo>
                <a:close/>
                <a:moveTo>
                  <a:pt x="2616803" y="138017"/>
                </a:moveTo>
                <a:cubicBezTo>
                  <a:pt x="2613184" y="138017"/>
                  <a:pt x="2610231" y="135065"/>
                  <a:pt x="2610231" y="131445"/>
                </a:cubicBezTo>
                <a:cubicBezTo>
                  <a:pt x="2610231" y="127826"/>
                  <a:pt x="2613184" y="124873"/>
                  <a:pt x="2616803" y="124873"/>
                </a:cubicBezTo>
                <a:cubicBezTo>
                  <a:pt x="2620423" y="124873"/>
                  <a:pt x="2623376" y="127826"/>
                  <a:pt x="2623376" y="131445"/>
                </a:cubicBezTo>
                <a:cubicBezTo>
                  <a:pt x="2623376" y="135065"/>
                  <a:pt x="2620423" y="138017"/>
                  <a:pt x="2616803" y="138017"/>
                </a:cubicBezTo>
                <a:close/>
                <a:moveTo>
                  <a:pt x="2754630" y="143637"/>
                </a:moveTo>
                <a:cubicBezTo>
                  <a:pt x="2754630" y="143637"/>
                  <a:pt x="2754249" y="144399"/>
                  <a:pt x="2753868" y="144399"/>
                </a:cubicBezTo>
                <a:lnTo>
                  <a:pt x="2729484" y="144399"/>
                </a:lnTo>
                <a:cubicBezTo>
                  <a:pt x="2729484" y="144399"/>
                  <a:pt x="2728722" y="144018"/>
                  <a:pt x="2728722" y="143637"/>
                </a:cubicBezTo>
                <a:lnTo>
                  <a:pt x="2728722" y="119253"/>
                </a:lnTo>
                <a:cubicBezTo>
                  <a:pt x="2728722" y="119253"/>
                  <a:pt x="2729103" y="118491"/>
                  <a:pt x="2729484" y="118491"/>
                </a:cubicBezTo>
                <a:lnTo>
                  <a:pt x="2753868" y="118491"/>
                </a:lnTo>
                <a:cubicBezTo>
                  <a:pt x="2753868" y="118491"/>
                  <a:pt x="2754630" y="118872"/>
                  <a:pt x="2754630" y="119253"/>
                </a:cubicBezTo>
                <a:lnTo>
                  <a:pt x="2754630" y="143637"/>
                </a:lnTo>
                <a:close/>
                <a:moveTo>
                  <a:pt x="2552700" y="259937"/>
                </a:moveTo>
                <a:cubicBezTo>
                  <a:pt x="2552700" y="256318"/>
                  <a:pt x="2555748" y="253460"/>
                  <a:pt x="2559368" y="253460"/>
                </a:cubicBezTo>
                <a:cubicBezTo>
                  <a:pt x="2562987" y="253460"/>
                  <a:pt x="2565845" y="256508"/>
                  <a:pt x="2565845" y="260128"/>
                </a:cubicBezTo>
                <a:cubicBezTo>
                  <a:pt x="2565845" y="263747"/>
                  <a:pt x="2562797" y="266605"/>
                  <a:pt x="2559177" y="266605"/>
                </a:cubicBezTo>
                <a:cubicBezTo>
                  <a:pt x="2555558" y="266605"/>
                  <a:pt x="2552700" y="263557"/>
                  <a:pt x="2552700" y="259937"/>
                </a:cubicBezTo>
                <a:close/>
                <a:moveTo>
                  <a:pt x="774668" y="4342353"/>
                </a:moveTo>
                <a:lnTo>
                  <a:pt x="767525" y="4342353"/>
                </a:lnTo>
                <a:lnTo>
                  <a:pt x="767525" y="4334732"/>
                </a:lnTo>
                <a:lnTo>
                  <a:pt x="774668" y="4334732"/>
                </a:lnTo>
                <a:lnTo>
                  <a:pt x="774668" y="4342353"/>
                </a:lnTo>
                <a:close/>
                <a:moveTo>
                  <a:pt x="2601373" y="131445"/>
                </a:moveTo>
                <a:cubicBezTo>
                  <a:pt x="2601373" y="125635"/>
                  <a:pt x="2596705" y="120872"/>
                  <a:pt x="2590895" y="120872"/>
                </a:cubicBezTo>
                <a:lnTo>
                  <a:pt x="2590895" y="120872"/>
                </a:lnTo>
                <a:cubicBezTo>
                  <a:pt x="2588133" y="120872"/>
                  <a:pt x="2585466" y="121920"/>
                  <a:pt x="2583466" y="123920"/>
                </a:cubicBezTo>
                <a:cubicBezTo>
                  <a:pt x="2581466" y="125921"/>
                  <a:pt x="2580323" y="128588"/>
                  <a:pt x="2580323" y="131350"/>
                </a:cubicBezTo>
                <a:cubicBezTo>
                  <a:pt x="2580323" y="137160"/>
                  <a:pt x="2584990" y="141923"/>
                  <a:pt x="2590800" y="141923"/>
                </a:cubicBezTo>
                <a:lnTo>
                  <a:pt x="2590800" y="141923"/>
                </a:lnTo>
                <a:cubicBezTo>
                  <a:pt x="2596610" y="141923"/>
                  <a:pt x="2601278" y="137255"/>
                  <a:pt x="2601373" y="131445"/>
                </a:cubicBezTo>
                <a:close/>
                <a:moveTo>
                  <a:pt x="2590800" y="137160"/>
                </a:moveTo>
                <a:lnTo>
                  <a:pt x="2590800" y="137160"/>
                </a:lnTo>
                <a:cubicBezTo>
                  <a:pt x="2587657" y="137160"/>
                  <a:pt x="2585085" y="134588"/>
                  <a:pt x="2585085" y="131350"/>
                </a:cubicBezTo>
                <a:cubicBezTo>
                  <a:pt x="2585085" y="129826"/>
                  <a:pt x="2585657" y="128397"/>
                  <a:pt x="2586800" y="127254"/>
                </a:cubicBezTo>
                <a:cubicBezTo>
                  <a:pt x="2587847" y="126206"/>
                  <a:pt x="2589371" y="125540"/>
                  <a:pt x="2590895" y="125540"/>
                </a:cubicBezTo>
                <a:lnTo>
                  <a:pt x="2590895" y="125540"/>
                </a:lnTo>
                <a:cubicBezTo>
                  <a:pt x="2594038" y="125540"/>
                  <a:pt x="2596610" y="128111"/>
                  <a:pt x="2596610" y="131350"/>
                </a:cubicBezTo>
                <a:cubicBezTo>
                  <a:pt x="2596610" y="134493"/>
                  <a:pt x="2594038" y="137065"/>
                  <a:pt x="2590800" y="137065"/>
                </a:cubicBezTo>
                <a:close/>
                <a:moveTo>
                  <a:pt x="938403" y="3934682"/>
                </a:moveTo>
                <a:cubicBezTo>
                  <a:pt x="934402" y="3935825"/>
                  <a:pt x="931736" y="3939064"/>
                  <a:pt x="930878" y="3942874"/>
                </a:cubicBezTo>
                <a:lnTo>
                  <a:pt x="902589" y="3942874"/>
                </a:lnTo>
                <a:lnTo>
                  <a:pt x="874204" y="3915728"/>
                </a:lnTo>
                <a:lnTo>
                  <a:pt x="711518" y="3915728"/>
                </a:lnTo>
                <a:lnTo>
                  <a:pt x="688181" y="3902202"/>
                </a:lnTo>
                <a:lnTo>
                  <a:pt x="598837" y="3902202"/>
                </a:lnTo>
                <a:lnTo>
                  <a:pt x="598837" y="3898297"/>
                </a:lnTo>
                <a:cubicBezTo>
                  <a:pt x="598837" y="3895820"/>
                  <a:pt x="596837" y="3893820"/>
                  <a:pt x="594360" y="3893820"/>
                </a:cubicBezTo>
                <a:lnTo>
                  <a:pt x="581692" y="3893820"/>
                </a:lnTo>
                <a:cubicBezTo>
                  <a:pt x="579215" y="3893820"/>
                  <a:pt x="577215" y="3895820"/>
                  <a:pt x="577215" y="3898297"/>
                </a:cubicBezTo>
                <a:lnTo>
                  <a:pt x="577215" y="3910965"/>
                </a:lnTo>
                <a:cubicBezTo>
                  <a:pt x="577215" y="3913442"/>
                  <a:pt x="579215" y="3915442"/>
                  <a:pt x="581692" y="3915442"/>
                </a:cubicBezTo>
                <a:lnTo>
                  <a:pt x="594360" y="3915442"/>
                </a:lnTo>
                <a:cubicBezTo>
                  <a:pt x="596837" y="3915442"/>
                  <a:pt x="598837" y="3913442"/>
                  <a:pt x="598837" y="3910965"/>
                </a:cubicBezTo>
                <a:lnTo>
                  <a:pt x="598837" y="3906965"/>
                </a:lnTo>
                <a:lnTo>
                  <a:pt x="686943" y="3906965"/>
                </a:lnTo>
                <a:lnTo>
                  <a:pt x="710279" y="3920490"/>
                </a:lnTo>
                <a:lnTo>
                  <a:pt x="872300" y="3920490"/>
                </a:lnTo>
                <a:lnTo>
                  <a:pt x="900684" y="3947636"/>
                </a:lnTo>
                <a:lnTo>
                  <a:pt x="930783" y="3947636"/>
                </a:lnTo>
                <a:cubicBezTo>
                  <a:pt x="930783" y="3947636"/>
                  <a:pt x="930783" y="3948017"/>
                  <a:pt x="930783" y="3948303"/>
                </a:cubicBezTo>
                <a:cubicBezTo>
                  <a:pt x="932117" y="3953066"/>
                  <a:pt x="936593" y="3956209"/>
                  <a:pt x="941356" y="3956209"/>
                </a:cubicBezTo>
                <a:cubicBezTo>
                  <a:pt x="942308" y="3956209"/>
                  <a:pt x="943356" y="3956113"/>
                  <a:pt x="944404" y="3955828"/>
                </a:cubicBezTo>
                <a:cubicBezTo>
                  <a:pt x="947261" y="3955066"/>
                  <a:pt x="949547" y="3953161"/>
                  <a:pt x="950976" y="3950589"/>
                </a:cubicBezTo>
                <a:cubicBezTo>
                  <a:pt x="952405" y="3948017"/>
                  <a:pt x="952691" y="3945065"/>
                  <a:pt x="951929" y="3942302"/>
                </a:cubicBezTo>
                <a:lnTo>
                  <a:pt x="951929" y="3942302"/>
                </a:lnTo>
                <a:cubicBezTo>
                  <a:pt x="950309" y="3936492"/>
                  <a:pt x="944213" y="3933159"/>
                  <a:pt x="938403" y="3934778"/>
                </a:cubicBezTo>
                <a:close/>
                <a:moveTo>
                  <a:pt x="946785" y="3948208"/>
                </a:moveTo>
                <a:cubicBezTo>
                  <a:pt x="946023" y="3949637"/>
                  <a:pt x="944690" y="3950684"/>
                  <a:pt x="943070" y="3951161"/>
                </a:cubicBezTo>
                <a:cubicBezTo>
                  <a:pt x="939737" y="3952113"/>
                  <a:pt x="936403" y="3950208"/>
                  <a:pt x="935450" y="3946874"/>
                </a:cubicBezTo>
                <a:cubicBezTo>
                  <a:pt x="934498" y="3943636"/>
                  <a:pt x="936403" y="3940112"/>
                  <a:pt x="939737" y="3939254"/>
                </a:cubicBezTo>
                <a:cubicBezTo>
                  <a:pt x="940308" y="3939064"/>
                  <a:pt x="940879" y="3938969"/>
                  <a:pt x="941451" y="3938969"/>
                </a:cubicBezTo>
                <a:cubicBezTo>
                  <a:pt x="944118" y="3938969"/>
                  <a:pt x="946595" y="3940778"/>
                  <a:pt x="947452" y="3943445"/>
                </a:cubicBezTo>
                <a:cubicBezTo>
                  <a:pt x="947928" y="3945065"/>
                  <a:pt x="947738" y="3946684"/>
                  <a:pt x="946880" y="3948113"/>
                </a:cubicBezTo>
                <a:close/>
                <a:moveTo>
                  <a:pt x="2588895" y="166973"/>
                </a:moveTo>
                <a:cubicBezTo>
                  <a:pt x="2592991" y="166973"/>
                  <a:pt x="2596229" y="170307"/>
                  <a:pt x="2596229" y="174403"/>
                </a:cubicBezTo>
                <a:cubicBezTo>
                  <a:pt x="2596229" y="178499"/>
                  <a:pt x="2592896" y="181737"/>
                  <a:pt x="2588800" y="181737"/>
                </a:cubicBezTo>
                <a:cubicBezTo>
                  <a:pt x="2584704" y="181737"/>
                  <a:pt x="2581466" y="178403"/>
                  <a:pt x="2581466" y="174308"/>
                </a:cubicBezTo>
                <a:cubicBezTo>
                  <a:pt x="2581466" y="170212"/>
                  <a:pt x="2584799" y="166973"/>
                  <a:pt x="2588895" y="166973"/>
                </a:cubicBezTo>
                <a:close/>
                <a:moveTo>
                  <a:pt x="2590800" y="227267"/>
                </a:moveTo>
                <a:cubicBezTo>
                  <a:pt x="2596610" y="227267"/>
                  <a:pt x="2601278" y="222599"/>
                  <a:pt x="2601373" y="216789"/>
                </a:cubicBezTo>
                <a:cubicBezTo>
                  <a:pt x="2601373" y="210979"/>
                  <a:pt x="2596705" y="206216"/>
                  <a:pt x="2590895" y="206216"/>
                </a:cubicBezTo>
                <a:lnTo>
                  <a:pt x="2590895" y="206216"/>
                </a:lnTo>
                <a:cubicBezTo>
                  <a:pt x="2588133" y="206216"/>
                  <a:pt x="2585466" y="207264"/>
                  <a:pt x="2583466" y="209264"/>
                </a:cubicBezTo>
                <a:cubicBezTo>
                  <a:pt x="2581466" y="211265"/>
                  <a:pt x="2580323" y="213932"/>
                  <a:pt x="2580323" y="216694"/>
                </a:cubicBezTo>
                <a:cubicBezTo>
                  <a:pt x="2580323" y="222504"/>
                  <a:pt x="2584990" y="227267"/>
                  <a:pt x="2590800" y="227267"/>
                </a:cubicBezTo>
                <a:lnTo>
                  <a:pt x="2590800" y="227267"/>
                </a:lnTo>
                <a:close/>
                <a:moveTo>
                  <a:pt x="2584990" y="216694"/>
                </a:moveTo>
                <a:cubicBezTo>
                  <a:pt x="2584990" y="213551"/>
                  <a:pt x="2587562" y="210979"/>
                  <a:pt x="2590800" y="210979"/>
                </a:cubicBezTo>
                <a:lnTo>
                  <a:pt x="2590800" y="210979"/>
                </a:lnTo>
                <a:cubicBezTo>
                  <a:pt x="2593943" y="210979"/>
                  <a:pt x="2596515" y="213551"/>
                  <a:pt x="2596515" y="216789"/>
                </a:cubicBezTo>
                <a:cubicBezTo>
                  <a:pt x="2596515" y="219932"/>
                  <a:pt x="2593943" y="222504"/>
                  <a:pt x="2590705" y="222504"/>
                </a:cubicBezTo>
                <a:lnTo>
                  <a:pt x="2590705" y="222504"/>
                </a:lnTo>
                <a:cubicBezTo>
                  <a:pt x="2587562" y="222504"/>
                  <a:pt x="2584990" y="219932"/>
                  <a:pt x="2584990" y="216694"/>
                </a:cubicBezTo>
                <a:close/>
                <a:moveTo>
                  <a:pt x="2603183" y="174308"/>
                </a:moveTo>
                <a:cubicBezTo>
                  <a:pt x="2603183" y="169831"/>
                  <a:pt x="2606897" y="166211"/>
                  <a:pt x="2611374" y="166211"/>
                </a:cubicBezTo>
                <a:cubicBezTo>
                  <a:pt x="2615851" y="166211"/>
                  <a:pt x="2619470" y="169926"/>
                  <a:pt x="2619470" y="174403"/>
                </a:cubicBezTo>
                <a:cubicBezTo>
                  <a:pt x="2619470" y="178880"/>
                  <a:pt x="2615755" y="182499"/>
                  <a:pt x="2611279" y="182499"/>
                </a:cubicBezTo>
                <a:cubicBezTo>
                  <a:pt x="2606802" y="182499"/>
                  <a:pt x="2603183" y="178784"/>
                  <a:pt x="2603183" y="174308"/>
                </a:cubicBezTo>
                <a:close/>
                <a:moveTo>
                  <a:pt x="482537" y="2594229"/>
                </a:moveTo>
                <a:cubicBezTo>
                  <a:pt x="484061" y="2594896"/>
                  <a:pt x="485680" y="2595182"/>
                  <a:pt x="487299" y="2595182"/>
                </a:cubicBezTo>
                <a:cubicBezTo>
                  <a:pt x="488918" y="2595182"/>
                  <a:pt x="490633" y="2594801"/>
                  <a:pt x="492252" y="2594229"/>
                </a:cubicBezTo>
                <a:cubicBezTo>
                  <a:pt x="495395" y="2592896"/>
                  <a:pt x="497777" y="2590419"/>
                  <a:pt x="499110" y="2587276"/>
                </a:cubicBezTo>
                <a:cubicBezTo>
                  <a:pt x="500444" y="2584133"/>
                  <a:pt x="500348" y="2580704"/>
                  <a:pt x="499110" y="2577560"/>
                </a:cubicBezTo>
                <a:cubicBezTo>
                  <a:pt x="498920" y="2577084"/>
                  <a:pt x="498539" y="2576798"/>
                  <a:pt x="498348" y="2576322"/>
                </a:cubicBezTo>
                <a:lnTo>
                  <a:pt x="556355" y="2519839"/>
                </a:lnTo>
                <a:lnTo>
                  <a:pt x="557403" y="2393252"/>
                </a:lnTo>
                <a:lnTo>
                  <a:pt x="504444" y="2336006"/>
                </a:lnTo>
                <a:cubicBezTo>
                  <a:pt x="504825" y="2335340"/>
                  <a:pt x="505301" y="2334673"/>
                  <a:pt x="505587" y="2333816"/>
                </a:cubicBezTo>
                <a:cubicBezTo>
                  <a:pt x="507968" y="2327243"/>
                  <a:pt x="504444" y="2319909"/>
                  <a:pt x="497872" y="2317528"/>
                </a:cubicBezTo>
                <a:lnTo>
                  <a:pt x="497872" y="2317528"/>
                </a:lnTo>
                <a:cubicBezTo>
                  <a:pt x="491300" y="2315147"/>
                  <a:pt x="483965" y="2318671"/>
                  <a:pt x="481584" y="2325243"/>
                </a:cubicBezTo>
                <a:cubicBezTo>
                  <a:pt x="479203" y="2331815"/>
                  <a:pt x="482727" y="2339150"/>
                  <a:pt x="489299" y="2341531"/>
                </a:cubicBezTo>
                <a:cubicBezTo>
                  <a:pt x="490728" y="2342007"/>
                  <a:pt x="492157" y="2342293"/>
                  <a:pt x="493586" y="2342293"/>
                </a:cubicBezTo>
                <a:cubicBezTo>
                  <a:pt x="496443" y="2342293"/>
                  <a:pt x="499110" y="2341340"/>
                  <a:pt x="501301" y="2339626"/>
                </a:cubicBezTo>
                <a:lnTo>
                  <a:pt x="552545" y="2395157"/>
                </a:lnTo>
                <a:lnTo>
                  <a:pt x="551593" y="2517838"/>
                </a:lnTo>
                <a:lnTo>
                  <a:pt x="495205" y="2572703"/>
                </a:lnTo>
                <a:cubicBezTo>
                  <a:pt x="494252" y="2571941"/>
                  <a:pt x="493300" y="2571179"/>
                  <a:pt x="492157" y="2570702"/>
                </a:cubicBezTo>
                <a:cubicBezTo>
                  <a:pt x="485680" y="2568035"/>
                  <a:pt x="478250" y="2571179"/>
                  <a:pt x="475583" y="2577655"/>
                </a:cubicBezTo>
                <a:lnTo>
                  <a:pt x="475583" y="2577655"/>
                </a:lnTo>
                <a:cubicBezTo>
                  <a:pt x="474345" y="2580799"/>
                  <a:pt x="474345" y="2584228"/>
                  <a:pt x="475583" y="2587371"/>
                </a:cubicBezTo>
                <a:cubicBezTo>
                  <a:pt x="475869" y="2588038"/>
                  <a:pt x="476345" y="2588514"/>
                  <a:pt x="476726" y="2589086"/>
                </a:cubicBezTo>
                <a:lnTo>
                  <a:pt x="429387" y="2633758"/>
                </a:lnTo>
                <a:lnTo>
                  <a:pt x="429578" y="2664524"/>
                </a:lnTo>
                <a:lnTo>
                  <a:pt x="424053" y="2664524"/>
                </a:lnTo>
                <a:cubicBezTo>
                  <a:pt x="421577" y="2664333"/>
                  <a:pt x="419481" y="2666334"/>
                  <a:pt x="419386" y="2668810"/>
                </a:cubicBezTo>
                <a:lnTo>
                  <a:pt x="419100" y="2683574"/>
                </a:lnTo>
                <a:cubicBezTo>
                  <a:pt x="419100" y="2686050"/>
                  <a:pt x="421005" y="2688146"/>
                  <a:pt x="423577" y="2688241"/>
                </a:cubicBezTo>
                <a:lnTo>
                  <a:pt x="438340" y="2688527"/>
                </a:lnTo>
                <a:cubicBezTo>
                  <a:pt x="439198" y="2688527"/>
                  <a:pt x="439960" y="2688241"/>
                  <a:pt x="440627" y="2687860"/>
                </a:cubicBezTo>
                <a:lnTo>
                  <a:pt x="498348" y="2748248"/>
                </a:lnTo>
                <a:lnTo>
                  <a:pt x="498729" y="2748629"/>
                </a:lnTo>
                <a:lnTo>
                  <a:pt x="529876" y="2748629"/>
                </a:lnTo>
                <a:cubicBezTo>
                  <a:pt x="529876" y="2748629"/>
                  <a:pt x="585216" y="2806351"/>
                  <a:pt x="585216" y="2806351"/>
                </a:cubicBezTo>
                <a:lnTo>
                  <a:pt x="582168" y="2830449"/>
                </a:lnTo>
                <a:cubicBezTo>
                  <a:pt x="582168" y="2830449"/>
                  <a:pt x="581406" y="2831021"/>
                  <a:pt x="581120" y="2831306"/>
                </a:cubicBezTo>
                <a:lnTo>
                  <a:pt x="578739" y="2833592"/>
                </a:lnTo>
                <a:cubicBezTo>
                  <a:pt x="576929" y="2835402"/>
                  <a:pt x="575786" y="2837784"/>
                  <a:pt x="575786" y="2840355"/>
                </a:cubicBezTo>
                <a:cubicBezTo>
                  <a:pt x="575786" y="2842927"/>
                  <a:pt x="576644" y="2845403"/>
                  <a:pt x="578453" y="2847213"/>
                </a:cubicBezTo>
                <a:lnTo>
                  <a:pt x="593789" y="2863215"/>
                </a:lnTo>
                <a:cubicBezTo>
                  <a:pt x="595598" y="2865025"/>
                  <a:pt x="597980" y="2866073"/>
                  <a:pt x="600551" y="2866168"/>
                </a:cubicBezTo>
                <a:lnTo>
                  <a:pt x="600742" y="2866168"/>
                </a:lnTo>
                <a:cubicBezTo>
                  <a:pt x="603218" y="2866168"/>
                  <a:pt x="605600" y="2865215"/>
                  <a:pt x="607409" y="2863501"/>
                </a:cubicBezTo>
                <a:lnTo>
                  <a:pt x="609124" y="2861882"/>
                </a:lnTo>
                <a:lnTo>
                  <a:pt x="729710" y="2863310"/>
                </a:lnTo>
                <a:lnTo>
                  <a:pt x="730758" y="2863310"/>
                </a:lnTo>
                <a:cubicBezTo>
                  <a:pt x="730758" y="2863310"/>
                  <a:pt x="781526" y="2809304"/>
                  <a:pt x="781526" y="2809304"/>
                </a:cubicBezTo>
                <a:lnTo>
                  <a:pt x="837152" y="2809018"/>
                </a:lnTo>
                <a:lnTo>
                  <a:pt x="837152" y="2819781"/>
                </a:lnTo>
                <a:cubicBezTo>
                  <a:pt x="837152" y="2823305"/>
                  <a:pt x="840010" y="2826068"/>
                  <a:pt x="843534" y="2826068"/>
                </a:cubicBezTo>
                <a:lnTo>
                  <a:pt x="963930" y="2826068"/>
                </a:lnTo>
                <a:cubicBezTo>
                  <a:pt x="966883" y="2826068"/>
                  <a:pt x="969169" y="2824067"/>
                  <a:pt x="969931" y="2821305"/>
                </a:cubicBezTo>
                <a:lnTo>
                  <a:pt x="1115949" y="2821496"/>
                </a:lnTo>
                <a:lnTo>
                  <a:pt x="1239965" y="2721959"/>
                </a:lnTo>
                <a:lnTo>
                  <a:pt x="1267301" y="2722150"/>
                </a:lnTo>
                <a:lnTo>
                  <a:pt x="1373791" y="2635377"/>
                </a:lnTo>
                <a:lnTo>
                  <a:pt x="1393698" y="2635377"/>
                </a:lnTo>
                <a:lnTo>
                  <a:pt x="1393698" y="2638711"/>
                </a:lnTo>
                <a:cubicBezTo>
                  <a:pt x="1393698" y="2641949"/>
                  <a:pt x="1396270" y="2644521"/>
                  <a:pt x="1399508" y="2644521"/>
                </a:cubicBezTo>
                <a:lnTo>
                  <a:pt x="1413129" y="2644521"/>
                </a:lnTo>
                <a:cubicBezTo>
                  <a:pt x="1416368" y="2644521"/>
                  <a:pt x="1418939" y="2641949"/>
                  <a:pt x="1418939" y="2638711"/>
                </a:cubicBezTo>
                <a:lnTo>
                  <a:pt x="1418939" y="2625090"/>
                </a:lnTo>
                <a:cubicBezTo>
                  <a:pt x="1418939" y="2621852"/>
                  <a:pt x="1416368" y="2619280"/>
                  <a:pt x="1413129" y="2619280"/>
                </a:cubicBezTo>
                <a:lnTo>
                  <a:pt x="1399508" y="2619280"/>
                </a:lnTo>
                <a:cubicBezTo>
                  <a:pt x="1396270" y="2619280"/>
                  <a:pt x="1393698" y="2621852"/>
                  <a:pt x="1393698" y="2625090"/>
                </a:cubicBezTo>
                <a:lnTo>
                  <a:pt x="1393698" y="2630615"/>
                </a:lnTo>
                <a:lnTo>
                  <a:pt x="1372076" y="2630615"/>
                </a:lnTo>
                <a:lnTo>
                  <a:pt x="1265587" y="2717387"/>
                </a:lnTo>
                <a:lnTo>
                  <a:pt x="1238250" y="2717197"/>
                </a:lnTo>
                <a:lnTo>
                  <a:pt x="1114235" y="2816733"/>
                </a:lnTo>
                <a:lnTo>
                  <a:pt x="970217" y="2816543"/>
                </a:lnTo>
                <a:lnTo>
                  <a:pt x="970217" y="2798064"/>
                </a:lnTo>
                <a:lnTo>
                  <a:pt x="1076135" y="2797778"/>
                </a:lnTo>
                <a:lnTo>
                  <a:pt x="1076992" y="2797778"/>
                </a:lnTo>
                <a:lnTo>
                  <a:pt x="1228535" y="2677001"/>
                </a:lnTo>
                <a:lnTo>
                  <a:pt x="1255871" y="2677192"/>
                </a:lnTo>
                <a:lnTo>
                  <a:pt x="1353693" y="2595563"/>
                </a:lnTo>
                <a:lnTo>
                  <a:pt x="1365409" y="2595563"/>
                </a:lnTo>
                <a:cubicBezTo>
                  <a:pt x="1366266" y="2600420"/>
                  <a:pt x="1369505" y="2604802"/>
                  <a:pt x="1374457" y="2606707"/>
                </a:cubicBezTo>
                <a:cubicBezTo>
                  <a:pt x="1376172" y="2607374"/>
                  <a:pt x="1377982" y="2607659"/>
                  <a:pt x="1379696" y="2607659"/>
                </a:cubicBezTo>
                <a:cubicBezTo>
                  <a:pt x="1385507" y="2607659"/>
                  <a:pt x="1391031" y="2604135"/>
                  <a:pt x="1393317" y="2598420"/>
                </a:cubicBezTo>
                <a:cubicBezTo>
                  <a:pt x="1394746" y="2594801"/>
                  <a:pt x="1394651" y="2590895"/>
                  <a:pt x="1393031" y="2587276"/>
                </a:cubicBezTo>
                <a:cubicBezTo>
                  <a:pt x="1391507" y="2583752"/>
                  <a:pt x="1388650" y="2580989"/>
                  <a:pt x="1385030" y="2579561"/>
                </a:cubicBezTo>
                <a:cubicBezTo>
                  <a:pt x="1377601" y="2576608"/>
                  <a:pt x="1369124" y="2580323"/>
                  <a:pt x="1366171" y="2587847"/>
                </a:cubicBezTo>
                <a:cubicBezTo>
                  <a:pt x="1365790" y="2588800"/>
                  <a:pt x="1365504" y="2589752"/>
                  <a:pt x="1365409" y="2590705"/>
                </a:cubicBezTo>
                <a:lnTo>
                  <a:pt x="1351978" y="2590705"/>
                </a:lnTo>
                <a:lnTo>
                  <a:pt x="1254157" y="2672334"/>
                </a:lnTo>
                <a:lnTo>
                  <a:pt x="1226915" y="2672334"/>
                </a:lnTo>
                <a:cubicBezTo>
                  <a:pt x="1226915" y="2672334"/>
                  <a:pt x="1075373" y="2793016"/>
                  <a:pt x="1075373" y="2793016"/>
                </a:cubicBezTo>
                <a:lnTo>
                  <a:pt x="968883" y="2793302"/>
                </a:lnTo>
                <a:cubicBezTo>
                  <a:pt x="967740" y="2791778"/>
                  <a:pt x="966026" y="2790825"/>
                  <a:pt x="963930" y="2790825"/>
                </a:cubicBezTo>
                <a:lnTo>
                  <a:pt x="843534" y="2790825"/>
                </a:lnTo>
                <a:cubicBezTo>
                  <a:pt x="840010" y="2790825"/>
                  <a:pt x="837152" y="2793683"/>
                  <a:pt x="837152" y="2797207"/>
                </a:cubicBezTo>
                <a:lnTo>
                  <a:pt x="837152" y="2806542"/>
                </a:lnTo>
                <a:lnTo>
                  <a:pt x="837152" y="2804255"/>
                </a:lnTo>
                <a:cubicBezTo>
                  <a:pt x="837152" y="2804255"/>
                  <a:pt x="779526" y="2804541"/>
                  <a:pt x="779526" y="2804541"/>
                </a:cubicBezTo>
                <a:lnTo>
                  <a:pt x="728758" y="2858548"/>
                </a:lnTo>
                <a:lnTo>
                  <a:pt x="612172" y="2857214"/>
                </a:lnTo>
                <a:cubicBezTo>
                  <a:pt x="612458" y="2856357"/>
                  <a:pt x="612743" y="2855500"/>
                  <a:pt x="612743" y="2854547"/>
                </a:cubicBezTo>
                <a:cubicBezTo>
                  <a:pt x="612743" y="2851976"/>
                  <a:pt x="611886" y="2849499"/>
                  <a:pt x="610076" y="2847689"/>
                </a:cubicBezTo>
                <a:lnTo>
                  <a:pt x="594741" y="2831687"/>
                </a:lnTo>
                <a:cubicBezTo>
                  <a:pt x="592931" y="2829782"/>
                  <a:pt x="590550" y="2828735"/>
                  <a:pt x="587978" y="2828735"/>
                </a:cubicBezTo>
                <a:cubicBezTo>
                  <a:pt x="586931" y="2828639"/>
                  <a:pt x="585788" y="2828735"/>
                  <a:pt x="584740" y="2829211"/>
                </a:cubicBezTo>
                <a:lnTo>
                  <a:pt x="587693" y="2805684"/>
                </a:lnTo>
                <a:lnTo>
                  <a:pt x="531209" y="2746629"/>
                </a:lnTo>
                <a:lnTo>
                  <a:pt x="530828" y="2746248"/>
                </a:lnTo>
                <a:lnTo>
                  <a:pt x="499682" y="2746248"/>
                </a:lnTo>
                <a:cubicBezTo>
                  <a:pt x="499682" y="2746248"/>
                  <a:pt x="442341" y="2686336"/>
                  <a:pt x="442341" y="2686336"/>
                </a:cubicBezTo>
                <a:cubicBezTo>
                  <a:pt x="442722" y="2685669"/>
                  <a:pt x="443008" y="2685002"/>
                  <a:pt x="443008" y="2684145"/>
                </a:cubicBezTo>
                <a:lnTo>
                  <a:pt x="443294" y="2669381"/>
                </a:lnTo>
                <a:cubicBezTo>
                  <a:pt x="443294" y="2666905"/>
                  <a:pt x="441389" y="2664809"/>
                  <a:pt x="438817" y="2664714"/>
                </a:cubicBezTo>
                <a:lnTo>
                  <a:pt x="434245" y="2664714"/>
                </a:lnTo>
                <a:cubicBezTo>
                  <a:pt x="434245" y="2664714"/>
                  <a:pt x="434054" y="2635758"/>
                  <a:pt x="434054" y="2635758"/>
                </a:cubicBezTo>
                <a:lnTo>
                  <a:pt x="479870" y="2592515"/>
                </a:lnTo>
                <a:cubicBezTo>
                  <a:pt x="480632" y="2593086"/>
                  <a:pt x="481394" y="2593753"/>
                  <a:pt x="482346" y="2594134"/>
                </a:cubicBezTo>
                <a:close/>
                <a:moveTo>
                  <a:pt x="501015" y="2332196"/>
                </a:moveTo>
                <a:cubicBezTo>
                  <a:pt x="499491" y="2336292"/>
                  <a:pt x="495014" y="2338483"/>
                  <a:pt x="490823" y="2337054"/>
                </a:cubicBezTo>
                <a:cubicBezTo>
                  <a:pt x="486728" y="2335625"/>
                  <a:pt x="484537" y="2331053"/>
                  <a:pt x="485965" y="2326862"/>
                </a:cubicBezTo>
                <a:cubicBezTo>
                  <a:pt x="487109" y="2323624"/>
                  <a:pt x="490252" y="2321528"/>
                  <a:pt x="493490" y="2321528"/>
                </a:cubicBezTo>
                <a:cubicBezTo>
                  <a:pt x="494348" y="2321528"/>
                  <a:pt x="495300" y="2321719"/>
                  <a:pt x="496157" y="2322005"/>
                </a:cubicBezTo>
                <a:cubicBezTo>
                  <a:pt x="500253" y="2323433"/>
                  <a:pt x="502444" y="2328005"/>
                  <a:pt x="501015" y="2332196"/>
                </a:cubicBezTo>
                <a:close/>
                <a:moveTo>
                  <a:pt x="1398270" y="2625185"/>
                </a:moveTo>
                <a:cubicBezTo>
                  <a:pt x="1398270" y="2624614"/>
                  <a:pt x="1398746" y="2624138"/>
                  <a:pt x="1399318" y="2624138"/>
                </a:cubicBezTo>
                <a:lnTo>
                  <a:pt x="1412939" y="2624138"/>
                </a:lnTo>
                <a:cubicBezTo>
                  <a:pt x="1413510" y="2624138"/>
                  <a:pt x="1413986" y="2624614"/>
                  <a:pt x="1413986" y="2625185"/>
                </a:cubicBezTo>
                <a:lnTo>
                  <a:pt x="1413986" y="2638806"/>
                </a:lnTo>
                <a:cubicBezTo>
                  <a:pt x="1413986" y="2639378"/>
                  <a:pt x="1413510" y="2639854"/>
                  <a:pt x="1412939" y="2639854"/>
                </a:cubicBezTo>
                <a:lnTo>
                  <a:pt x="1399318" y="2639854"/>
                </a:lnTo>
                <a:cubicBezTo>
                  <a:pt x="1398746" y="2639854"/>
                  <a:pt x="1398270" y="2639378"/>
                  <a:pt x="1398270" y="2638806"/>
                </a:cubicBezTo>
                <a:lnTo>
                  <a:pt x="1398270" y="2625185"/>
                </a:lnTo>
                <a:close/>
                <a:moveTo>
                  <a:pt x="1370362" y="2589752"/>
                </a:moveTo>
                <a:cubicBezTo>
                  <a:pt x="1371886" y="2585847"/>
                  <a:pt x="1375601" y="2583561"/>
                  <a:pt x="1379506" y="2583561"/>
                </a:cubicBezTo>
                <a:cubicBezTo>
                  <a:pt x="1380649" y="2583561"/>
                  <a:pt x="1381887" y="2583752"/>
                  <a:pt x="1383030" y="2584228"/>
                </a:cubicBezTo>
                <a:cubicBezTo>
                  <a:pt x="1385507" y="2585180"/>
                  <a:pt x="1387412" y="2586990"/>
                  <a:pt x="1388459" y="2589371"/>
                </a:cubicBezTo>
                <a:cubicBezTo>
                  <a:pt x="1389507" y="2591753"/>
                  <a:pt x="1389602" y="2594420"/>
                  <a:pt x="1388650" y="2596896"/>
                </a:cubicBezTo>
                <a:cubicBezTo>
                  <a:pt x="1386650" y="2601944"/>
                  <a:pt x="1381030" y="2604421"/>
                  <a:pt x="1375982" y="2602421"/>
                </a:cubicBezTo>
                <a:cubicBezTo>
                  <a:pt x="1370933" y="2600420"/>
                  <a:pt x="1368457" y="2594801"/>
                  <a:pt x="1370362" y="2589752"/>
                </a:cubicBezTo>
                <a:close/>
                <a:moveTo>
                  <a:pt x="933260" y="2793492"/>
                </a:moveTo>
                <a:lnTo>
                  <a:pt x="939737" y="2793492"/>
                </a:lnTo>
                <a:lnTo>
                  <a:pt x="939737" y="2823686"/>
                </a:lnTo>
                <a:lnTo>
                  <a:pt x="933260" y="2823686"/>
                </a:lnTo>
                <a:lnTo>
                  <a:pt x="933260" y="2793492"/>
                </a:lnTo>
                <a:close/>
                <a:moveTo>
                  <a:pt x="900303" y="2793492"/>
                </a:moveTo>
                <a:lnTo>
                  <a:pt x="906780" y="2793492"/>
                </a:lnTo>
                <a:lnTo>
                  <a:pt x="906780" y="2823686"/>
                </a:lnTo>
                <a:lnTo>
                  <a:pt x="900303" y="2823686"/>
                </a:lnTo>
                <a:lnTo>
                  <a:pt x="900303" y="2793492"/>
                </a:lnTo>
                <a:close/>
                <a:moveTo>
                  <a:pt x="870680" y="2793492"/>
                </a:moveTo>
                <a:lnTo>
                  <a:pt x="877157" y="2793492"/>
                </a:lnTo>
                <a:lnTo>
                  <a:pt x="877157" y="2823686"/>
                </a:lnTo>
                <a:lnTo>
                  <a:pt x="870680" y="2823686"/>
                </a:lnTo>
                <a:lnTo>
                  <a:pt x="870680" y="2793492"/>
                </a:lnTo>
                <a:close/>
                <a:moveTo>
                  <a:pt x="606457" y="2851023"/>
                </a:moveTo>
                <a:cubicBezTo>
                  <a:pt x="607314" y="2851976"/>
                  <a:pt x="607790" y="2853214"/>
                  <a:pt x="607790" y="2854452"/>
                </a:cubicBezTo>
                <a:cubicBezTo>
                  <a:pt x="607790" y="2855786"/>
                  <a:pt x="607219" y="2856929"/>
                  <a:pt x="606266" y="2857881"/>
                </a:cubicBezTo>
                <a:lnTo>
                  <a:pt x="603885" y="2860167"/>
                </a:lnTo>
                <a:cubicBezTo>
                  <a:pt x="602933" y="2861024"/>
                  <a:pt x="601694" y="2861501"/>
                  <a:pt x="600456" y="2861501"/>
                </a:cubicBezTo>
                <a:cubicBezTo>
                  <a:pt x="599123" y="2861501"/>
                  <a:pt x="597980" y="2860929"/>
                  <a:pt x="597027" y="2859977"/>
                </a:cubicBezTo>
                <a:lnTo>
                  <a:pt x="596551" y="2859500"/>
                </a:lnTo>
                <a:lnTo>
                  <a:pt x="605981" y="2850547"/>
                </a:lnTo>
                <a:lnTo>
                  <a:pt x="606457" y="2851023"/>
                </a:lnTo>
                <a:close/>
                <a:moveTo>
                  <a:pt x="602552" y="2846927"/>
                </a:moveTo>
                <a:lnTo>
                  <a:pt x="593122" y="2855881"/>
                </a:lnTo>
                <a:lnTo>
                  <a:pt x="584835" y="2847213"/>
                </a:lnTo>
                <a:lnTo>
                  <a:pt x="594265" y="2838260"/>
                </a:lnTo>
                <a:lnTo>
                  <a:pt x="602552" y="2846927"/>
                </a:lnTo>
                <a:close/>
                <a:moveTo>
                  <a:pt x="587693" y="2833497"/>
                </a:moveTo>
                <a:lnTo>
                  <a:pt x="587788" y="2833497"/>
                </a:lnTo>
                <a:cubicBezTo>
                  <a:pt x="588740" y="2833497"/>
                  <a:pt x="589598" y="2833878"/>
                  <a:pt x="590360" y="2834450"/>
                </a:cubicBezTo>
                <a:lnTo>
                  <a:pt x="581216" y="2843117"/>
                </a:lnTo>
                <a:cubicBezTo>
                  <a:pt x="580739" y="2842355"/>
                  <a:pt x="580454" y="2841498"/>
                  <a:pt x="580454" y="2840546"/>
                </a:cubicBezTo>
                <a:cubicBezTo>
                  <a:pt x="580454" y="2839212"/>
                  <a:pt x="581025" y="2838069"/>
                  <a:pt x="581978" y="2837117"/>
                </a:cubicBezTo>
                <a:lnTo>
                  <a:pt x="584359" y="2834830"/>
                </a:lnTo>
                <a:cubicBezTo>
                  <a:pt x="585311" y="2833973"/>
                  <a:pt x="586454" y="2833497"/>
                  <a:pt x="587693" y="2833497"/>
                </a:cubicBezTo>
                <a:close/>
                <a:moveTo>
                  <a:pt x="479965" y="2579370"/>
                </a:moveTo>
                <a:cubicBezTo>
                  <a:pt x="481584" y="2575274"/>
                  <a:pt x="486251" y="2573369"/>
                  <a:pt x="490347" y="2574988"/>
                </a:cubicBezTo>
                <a:cubicBezTo>
                  <a:pt x="492347" y="2575751"/>
                  <a:pt x="493871" y="2577275"/>
                  <a:pt x="494633" y="2579275"/>
                </a:cubicBezTo>
                <a:cubicBezTo>
                  <a:pt x="495490" y="2581275"/>
                  <a:pt x="495490" y="2583371"/>
                  <a:pt x="494633" y="2585371"/>
                </a:cubicBezTo>
                <a:cubicBezTo>
                  <a:pt x="493871" y="2587371"/>
                  <a:pt x="492347" y="2588895"/>
                  <a:pt x="490347" y="2589752"/>
                </a:cubicBezTo>
                <a:cubicBezTo>
                  <a:pt x="488347" y="2590610"/>
                  <a:pt x="486251" y="2590610"/>
                  <a:pt x="484251" y="2589752"/>
                </a:cubicBezTo>
                <a:cubicBezTo>
                  <a:pt x="482251" y="2588990"/>
                  <a:pt x="480727" y="2587467"/>
                  <a:pt x="479965" y="2585466"/>
                </a:cubicBezTo>
                <a:cubicBezTo>
                  <a:pt x="479108" y="2583466"/>
                  <a:pt x="479108" y="2581370"/>
                  <a:pt x="479965" y="2579370"/>
                </a:cubicBezTo>
                <a:close/>
                <a:moveTo>
                  <a:pt x="2463927" y="4364451"/>
                </a:moveTo>
                <a:lnTo>
                  <a:pt x="2463927" y="4374833"/>
                </a:lnTo>
                <a:cubicBezTo>
                  <a:pt x="2463927" y="4378167"/>
                  <a:pt x="2466689" y="4380929"/>
                  <a:pt x="2470023" y="4380929"/>
                </a:cubicBezTo>
                <a:lnTo>
                  <a:pt x="2480405" y="4380929"/>
                </a:lnTo>
                <a:cubicBezTo>
                  <a:pt x="2483739" y="4380929"/>
                  <a:pt x="2486501" y="4378167"/>
                  <a:pt x="2486501" y="4374833"/>
                </a:cubicBezTo>
                <a:lnTo>
                  <a:pt x="2486501" y="4364451"/>
                </a:lnTo>
                <a:cubicBezTo>
                  <a:pt x="2486501" y="4361117"/>
                  <a:pt x="2483739" y="4358354"/>
                  <a:pt x="2480405" y="4358354"/>
                </a:cubicBezTo>
                <a:lnTo>
                  <a:pt x="2470023" y="4358354"/>
                </a:lnTo>
                <a:cubicBezTo>
                  <a:pt x="2469166" y="4358354"/>
                  <a:pt x="2468309" y="4358545"/>
                  <a:pt x="2467547" y="4358926"/>
                </a:cubicBezTo>
                <a:lnTo>
                  <a:pt x="2390299" y="4284155"/>
                </a:lnTo>
                <a:lnTo>
                  <a:pt x="2342007" y="4284155"/>
                </a:lnTo>
                <a:cubicBezTo>
                  <a:pt x="2340864" y="4279106"/>
                  <a:pt x="2336578" y="4275296"/>
                  <a:pt x="2331244" y="4275296"/>
                </a:cubicBezTo>
                <a:cubicBezTo>
                  <a:pt x="2325053" y="4275296"/>
                  <a:pt x="2320004" y="4280345"/>
                  <a:pt x="2320004" y="4286536"/>
                </a:cubicBezTo>
                <a:cubicBezTo>
                  <a:pt x="2320004" y="4292727"/>
                  <a:pt x="2325053" y="4297776"/>
                  <a:pt x="2331244" y="4297776"/>
                </a:cubicBezTo>
                <a:cubicBezTo>
                  <a:pt x="2336578" y="4297776"/>
                  <a:pt x="2340864" y="4293965"/>
                  <a:pt x="2342007" y="4288917"/>
                </a:cubicBezTo>
                <a:lnTo>
                  <a:pt x="2388394" y="4288917"/>
                </a:lnTo>
                <a:cubicBezTo>
                  <a:pt x="2388394" y="4288917"/>
                  <a:pt x="2464403" y="4362450"/>
                  <a:pt x="2464403" y="4362450"/>
                </a:cubicBezTo>
                <a:cubicBezTo>
                  <a:pt x="2464213" y="4363117"/>
                  <a:pt x="2464022" y="4363688"/>
                  <a:pt x="2464022" y="4364451"/>
                </a:cubicBezTo>
                <a:close/>
                <a:moveTo>
                  <a:pt x="2468690" y="4364451"/>
                </a:moveTo>
                <a:cubicBezTo>
                  <a:pt x="2468690" y="4363688"/>
                  <a:pt x="2469261" y="4363117"/>
                  <a:pt x="2470023" y="4363117"/>
                </a:cubicBezTo>
                <a:lnTo>
                  <a:pt x="2480405" y="4363117"/>
                </a:lnTo>
                <a:cubicBezTo>
                  <a:pt x="2481167" y="4363117"/>
                  <a:pt x="2481739" y="4363688"/>
                  <a:pt x="2481739" y="4364451"/>
                </a:cubicBezTo>
                <a:lnTo>
                  <a:pt x="2481739" y="4374833"/>
                </a:lnTo>
                <a:cubicBezTo>
                  <a:pt x="2481739" y="4375595"/>
                  <a:pt x="2481167" y="4376166"/>
                  <a:pt x="2480405" y="4376166"/>
                </a:cubicBezTo>
                <a:lnTo>
                  <a:pt x="2470023" y="4376166"/>
                </a:lnTo>
                <a:cubicBezTo>
                  <a:pt x="2469261" y="4376166"/>
                  <a:pt x="2468690" y="4375595"/>
                  <a:pt x="2468690" y="4374833"/>
                </a:cubicBezTo>
                <a:lnTo>
                  <a:pt x="2468690" y="4364451"/>
                </a:lnTo>
                <a:close/>
                <a:moveTo>
                  <a:pt x="2331149" y="4293013"/>
                </a:moveTo>
                <a:cubicBezTo>
                  <a:pt x="2327529" y="4293013"/>
                  <a:pt x="2324672" y="4290060"/>
                  <a:pt x="2324672" y="4286536"/>
                </a:cubicBezTo>
                <a:cubicBezTo>
                  <a:pt x="2324672" y="4283012"/>
                  <a:pt x="2327624" y="4280059"/>
                  <a:pt x="2331149" y="4280059"/>
                </a:cubicBezTo>
                <a:cubicBezTo>
                  <a:pt x="2334673" y="4280059"/>
                  <a:pt x="2337626" y="4283012"/>
                  <a:pt x="2337626" y="4286536"/>
                </a:cubicBezTo>
                <a:cubicBezTo>
                  <a:pt x="2337626" y="4290060"/>
                  <a:pt x="2334673" y="4293013"/>
                  <a:pt x="2331149" y="4293013"/>
                </a:cubicBezTo>
                <a:close/>
                <a:moveTo>
                  <a:pt x="2596420" y="260033"/>
                </a:moveTo>
                <a:cubicBezTo>
                  <a:pt x="2596420" y="255556"/>
                  <a:pt x="2600135" y="251936"/>
                  <a:pt x="2604611" y="251936"/>
                </a:cubicBezTo>
                <a:cubicBezTo>
                  <a:pt x="2609088" y="251936"/>
                  <a:pt x="2612708" y="255651"/>
                  <a:pt x="2612708" y="260128"/>
                </a:cubicBezTo>
                <a:cubicBezTo>
                  <a:pt x="2612708" y="264605"/>
                  <a:pt x="2608993" y="268224"/>
                  <a:pt x="2604516" y="268224"/>
                </a:cubicBezTo>
                <a:cubicBezTo>
                  <a:pt x="2600039" y="268224"/>
                  <a:pt x="2596420" y="264509"/>
                  <a:pt x="2596420" y="260033"/>
                </a:cubicBezTo>
                <a:close/>
                <a:moveTo>
                  <a:pt x="551498" y="2268093"/>
                </a:moveTo>
                <a:lnTo>
                  <a:pt x="545306" y="2274475"/>
                </a:lnTo>
                <a:lnTo>
                  <a:pt x="541877" y="2271141"/>
                </a:lnTo>
                <a:lnTo>
                  <a:pt x="548069" y="2264759"/>
                </a:lnTo>
                <a:lnTo>
                  <a:pt x="551498" y="2268093"/>
                </a:lnTo>
                <a:close/>
                <a:moveTo>
                  <a:pt x="2566321" y="226505"/>
                </a:moveTo>
                <a:cubicBezTo>
                  <a:pt x="2568893" y="226505"/>
                  <a:pt x="2571274" y="225552"/>
                  <a:pt x="2573179" y="223742"/>
                </a:cubicBezTo>
                <a:cubicBezTo>
                  <a:pt x="2574988" y="221933"/>
                  <a:pt x="2576036" y="219456"/>
                  <a:pt x="2576132" y="216884"/>
                </a:cubicBezTo>
                <a:cubicBezTo>
                  <a:pt x="2576132" y="214313"/>
                  <a:pt x="2575179" y="211836"/>
                  <a:pt x="2573369" y="209931"/>
                </a:cubicBezTo>
                <a:cubicBezTo>
                  <a:pt x="2571560" y="208121"/>
                  <a:pt x="2569083" y="207074"/>
                  <a:pt x="2566511" y="206978"/>
                </a:cubicBezTo>
                <a:lnTo>
                  <a:pt x="2566511" y="206978"/>
                </a:lnTo>
                <a:cubicBezTo>
                  <a:pt x="2561177" y="206978"/>
                  <a:pt x="2556796" y="211265"/>
                  <a:pt x="2556796" y="216599"/>
                </a:cubicBezTo>
                <a:cubicBezTo>
                  <a:pt x="2556796" y="219170"/>
                  <a:pt x="2557748" y="221647"/>
                  <a:pt x="2559558" y="223552"/>
                </a:cubicBezTo>
                <a:cubicBezTo>
                  <a:pt x="2561368" y="225362"/>
                  <a:pt x="2563844" y="226409"/>
                  <a:pt x="2566416" y="226505"/>
                </a:cubicBezTo>
                <a:lnTo>
                  <a:pt x="2566416" y="226505"/>
                </a:lnTo>
                <a:close/>
                <a:moveTo>
                  <a:pt x="2561368" y="216694"/>
                </a:moveTo>
                <a:cubicBezTo>
                  <a:pt x="2561368" y="213932"/>
                  <a:pt x="2563654" y="211741"/>
                  <a:pt x="2566321" y="211741"/>
                </a:cubicBezTo>
                <a:cubicBezTo>
                  <a:pt x="2567369" y="211741"/>
                  <a:pt x="2568893" y="212312"/>
                  <a:pt x="2569845" y="213265"/>
                </a:cubicBezTo>
                <a:cubicBezTo>
                  <a:pt x="2570798" y="214217"/>
                  <a:pt x="2571274" y="215456"/>
                  <a:pt x="2571274" y="216789"/>
                </a:cubicBezTo>
                <a:cubicBezTo>
                  <a:pt x="2571274" y="218123"/>
                  <a:pt x="2570702" y="219361"/>
                  <a:pt x="2569750" y="220313"/>
                </a:cubicBezTo>
                <a:cubicBezTo>
                  <a:pt x="2568797" y="221266"/>
                  <a:pt x="2567559" y="221742"/>
                  <a:pt x="2566226" y="221742"/>
                </a:cubicBezTo>
                <a:lnTo>
                  <a:pt x="2566226" y="221742"/>
                </a:lnTo>
                <a:cubicBezTo>
                  <a:pt x="2564892" y="221742"/>
                  <a:pt x="2563654" y="221170"/>
                  <a:pt x="2562701" y="220218"/>
                </a:cubicBezTo>
                <a:cubicBezTo>
                  <a:pt x="2561749" y="219266"/>
                  <a:pt x="2561273" y="218027"/>
                  <a:pt x="2561273" y="216694"/>
                </a:cubicBezTo>
                <a:close/>
                <a:moveTo>
                  <a:pt x="2574417" y="174403"/>
                </a:moveTo>
                <a:cubicBezTo>
                  <a:pt x="2574417" y="178022"/>
                  <a:pt x="2571369" y="180880"/>
                  <a:pt x="2567750" y="180880"/>
                </a:cubicBezTo>
                <a:cubicBezTo>
                  <a:pt x="2564130" y="180880"/>
                  <a:pt x="2561273" y="177832"/>
                  <a:pt x="2561273" y="174212"/>
                </a:cubicBezTo>
                <a:cubicBezTo>
                  <a:pt x="2561273" y="170593"/>
                  <a:pt x="2564321" y="167735"/>
                  <a:pt x="2567940" y="167735"/>
                </a:cubicBezTo>
                <a:cubicBezTo>
                  <a:pt x="2571560" y="167735"/>
                  <a:pt x="2574417" y="170783"/>
                  <a:pt x="2574417" y="174403"/>
                </a:cubicBezTo>
                <a:close/>
                <a:moveTo>
                  <a:pt x="2573750" y="259937"/>
                </a:moveTo>
                <a:cubicBezTo>
                  <a:pt x="2573750" y="255842"/>
                  <a:pt x="2577084" y="252603"/>
                  <a:pt x="2581180" y="252603"/>
                </a:cubicBezTo>
                <a:cubicBezTo>
                  <a:pt x="2585276" y="252603"/>
                  <a:pt x="2588514" y="255937"/>
                  <a:pt x="2588514" y="260033"/>
                </a:cubicBezTo>
                <a:cubicBezTo>
                  <a:pt x="2588514" y="264128"/>
                  <a:pt x="2585180" y="267367"/>
                  <a:pt x="2581085" y="267367"/>
                </a:cubicBezTo>
                <a:cubicBezTo>
                  <a:pt x="2576989" y="267367"/>
                  <a:pt x="2573750" y="264033"/>
                  <a:pt x="2573750" y="259937"/>
                </a:cubicBezTo>
                <a:close/>
                <a:moveTo>
                  <a:pt x="2566416" y="121730"/>
                </a:moveTo>
                <a:lnTo>
                  <a:pt x="2566416" y="121730"/>
                </a:lnTo>
                <a:cubicBezTo>
                  <a:pt x="2561082" y="121730"/>
                  <a:pt x="2556701" y="126016"/>
                  <a:pt x="2556701" y="131350"/>
                </a:cubicBezTo>
                <a:cubicBezTo>
                  <a:pt x="2556701" y="133922"/>
                  <a:pt x="2557653" y="136398"/>
                  <a:pt x="2559463" y="138208"/>
                </a:cubicBezTo>
                <a:cubicBezTo>
                  <a:pt x="2561273" y="140018"/>
                  <a:pt x="2563749" y="141065"/>
                  <a:pt x="2566321" y="141161"/>
                </a:cubicBezTo>
                <a:lnTo>
                  <a:pt x="2566321" y="141161"/>
                </a:lnTo>
                <a:cubicBezTo>
                  <a:pt x="2568893" y="141161"/>
                  <a:pt x="2571274" y="140208"/>
                  <a:pt x="2573179" y="138398"/>
                </a:cubicBezTo>
                <a:cubicBezTo>
                  <a:pt x="2574988" y="136589"/>
                  <a:pt x="2576036" y="134112"/>
                  <a:pt x="2576132" y="131540"/>
                </a:cubicBezTo>
                <a:cubicBezTo>
                  <a:pt x="2576132" y="126206"/>
                  <a:pt x="2571845" y="121730"/>
                  <a:pt x="2566511" y="121730"/>
                </a:cubicBezTo>
                <a:close/>
                <a:moveTo>
                  <a:pt x="2569845" y="134969"/>
                </a:moveTo>
                <a:cubicBezTo>
                  <a:pt x="2568893" y="135922"/>
                  <a:pt x="2567654" y="136112"/>
                  <a:pt x="2566321" y="136398"/>
                </a:cubicBezTo>
                <a:cubicBezTo>
                  <a:pt x="2564987" y="136398"/>
                  <a:pt x="2563749" y="135827"/>
                  <a:pt x="2562797" y="134874"/>
                </a:cubicBezTo>
                <a:cubicBezTo>
                  <a:pt x="2561844" y="133922"/>
                  <a:pt x="2561368" y="132683"/>
                  <a:pt x="2561368" y="131350"/>
                </a:cubicBezTo>
                <a:cubicBezTo>
                  <a:pt x="2561368" y="128588"/>
                  <a:pt x="2563654" y="126397"/>
                  <a:pt x="2566321" y="126397"/>
                </a:cubicBezTo>
                <a:cubicBezTo>
                  <a:pt x="2567369" y="126397"/>
                  <a:pt x="2568893" y="126968"/>
                  <a:pt x="2569845" y="127921"/>
                </a:cubicBezTo>
                <a:cubicBezTo>
                  <a:pt x="2570798" y="128873"/>
                  <a:pt x="2571274" y="130112"/>
                  <a:pt x="2571274" y="131445"/>
                </a:cubicBezTo>
                <a:cubicBezTo>
                  <a:pt x="2571274" y="132779"/>
                  <a:pt x="2570702" y="134017"/>
                  <a:pt x="2569750" y="134969"/>
                </a:cubicBezTo>
                <a:close/>
                <a:moveTo>
                  <a:pt x="2927223" y="4176713"/>
                </a:moveTo>
                <a:lnTo>
                  <a:pt x="2927223" y="4089368"/>
                </a:lnTo>
                <a:cubicBezTo>
                  <a:pt x="2927223" y="4088511"/>
                  <a:pt x="2926937" y="4087654"/>
                  <a:pt x="2926366" y="4087082"/>
                </a:cubicBezTo>
                <a:lnTo>
                  <a:pt x="2901029" y="4057460"/>
                </a:lnTo>
                <a:cubicBezTo>
                  <a:pt x="2908268" y="4046125"/>
                  <a:pt x="2905601" y="4030885"/>
                  <a:pt x="2894648" y="4022788"/>
                </a:cubicBezTo>
                <a:cubicBezTo>
                  <a:pt x="2890171" y="4019455"/>
                  <a:pt x="2884837" y="4017740"/>
                  <a:pt x="2879408" y="4017740"/>
                </a:cubicBezTo>
                <a:cubicBezTo>
                  <a:pt x="2878074" y="4017740"/>
                  <a:pt x="2876741" y="4017836"/>
                  <a:pt x="2875407" y="4018026"/>
                </a:cubicBezTo>
                <a:cubicBezTo>
                  <a:pt x="2868549" y="4019074"/>
                  <a:pt x="2862548" y="4022693"/>
                  <a:pt x="2858453" y="4028313"/>
                </a:cubicBezTo>
                <a:cubicBezTo>
                  <a:pt x="2849975" y="4039838"/>
                  <a:pt x="2852547" y="4056031"/>
                  <a:pt x="2863977" y="4064413"/>
                </a:cubicBezTo>
                <a:cubicBezTo>
                  <a:pt x="2873978" y="4071747"/>
                  <a:pt x="2887409" y="4070795"/>
                  <a:pt x="2896362" y="4062984"/>
                </a:cubicBezTo>
                <a:lnTo>
                  <a:pt x="2919984" y="4090702"/>
                </a:lnTo>
                <a:lnTo>
                  <a:pt x="2919984" y="4176713"/>
                </a:lnTo>
                <a:lnTo>
                  <a:pt x="2927128" y="4176713"/>
                </a:lnTo>
                <a:close/>
                <a:moveTo>
                  <a:pt x="2896362" y="4056126"/>
                </a:moveTo>
                <a:cubicBezTo>
                  <a:pt x="2889504" y="4065461"/>
                  <a:pt x="2876264" y="4067556"/>
                  <a:pt x="2866835" y="4060698"/>
                </a:cubicBezTo>
                <a:cubicBezTo>
                  <a:pt x="2862263" y="4057364"/>
                  <a:pt x="2859310" y="4052507"/>
                  <a:pt x="2858453" y="4046887"/>
                </a:cubicBezTo>
                <a:cubicBezTo>
                  <a:pt x="2857595" y="4041362"/>
                  <a:pt x="2858929" y="4035743"/>
                  <a:pt x="2862263" y="4031171"/>
                </a:cubicBezTo>
                <a:cubicBezTo>
                  <a:pt x="2865596" y="4026599"/>
                  <a:pt x="2870454" y="4023646"/>
                  <a:pt x="2876074" y="4022788"/>
                </a:cubicBezTo>
                <a:cubicBezTo>
                  <a:pt x="2881598" y="4021931"/>
                  <a:pt x="2887218" y="4023265"/>
                  <a:pt x="2891790" y="4026599"/>
                </a:cubicBezTo>
                <a:cubicBezTo>
                  <a:pt x="2896362" y="4029932"/>
                  <a:pt x="2899315" y="4034790"/>
                  <a:pt x="2900172" y="4040410"/>
                </a:cubicBezTo>
                <a:cubicBezTo>
                  <a:pt x="2901029" y="4045934"/>
                  <a:pt x="2899696" y="4051554"/>
                  <a:pt x="2896362" y="4056126"/>
                </a:cubicBezTo>
                <a:close/>
                <a:moveTo>
                  <a:pt x="1128713" y="474059"/>
                </a:moveTo>
                <a:lnTo>
                  <a:pt x="1121569" y="474059"/>
                </a:lnTo>
                <a:lnTo>
                  <a:pt x="1121569" y="465582"/>
                </a:lnTo>
                <a:lnTo>
                  <a:pt x="1128713" y="465582"/>
                </a:lnTo>
                <a:lnTo>
                  <a:pt x="1128713" y="474059"/>
                </a:lnTo>
                <a:close/>
                <a:moveTo>
                  <a:pt x="2255615" y="4247484"/>
                </a:moveTo>
                <a:lnTo>
                  <a:pt x="2255615" y="4158996"/>
                </a:lnTo>
                <a:lnTo>
                  <a:pt x="2224850" y="4132231"/>
                </a:lnTo>
                <a:cubicBezTo>
                  <a:pt x="2223707" y="4132898"/>
                  <a:pt x="2222468" y="4133279"/>
                  <a:pt x="2221135" y="4133469"/>
                </a:cubicBezTo>
                <a:cubicBezTo>
                  <a:pt x="2215706" y="4134136"/>
                  <a:pt x="2210753" y="4130230"/>
                  <a:pt x="2210086" y="4124801"/>
                </a:cubicBezTo>
                <a:cubicBezTo>
                  <a:pt x="2209419" y="4119372"/>
                  <a:pt x="2213324" y="4114419"/>
                  <a:pt x="2218754" y="4113752"/>
                </a:cubicBezTo>
                <a:cubicBezTo>
                  <a:pt x="2224183" y="4113086"/>
                  <a:pt x="2229136" y="4116991"/>
                  <a:pt x="2229803" y="4122420"/>
                </a:cubicBezTo>
                <a:cubicBezTo>
                  <a:pt x="2230088" y="4124706"/>
                  <a:pt x="2229422" y="4126897"/>
                  <a:pt x="2228279" y="4128707"/>
                </a:cubicBezTo>
                <a:lnTo>
                  <a:pt x="2260473" y="4156424"/>
                </a:lnTo>
                <a:lnTo>
                  <a:pt x="2260473" y="4247388"/>
                </a:lnTo>
                <a:cubicBezTo>
                  <a:pt x="2265331" y="4248531"/>
                  <a:pt x="2268950" y="4252627"/>
                  <a:pt x="2268950" y="4257866"/>
                </a:cubicBezTo>
                <a:cubicBezTo>
                  <a:pt x="2268950" y="4263867"/>
                  <a:pt x="2264093" y="4268820"/>
                  <a:pt x="2257997" y="4268820"/>
                </a:cubicBezTo>
                <a:cubicBezTo>
                  <a:pt x="2251901" y="4268820"/>
                  <a:pt x="2247043" y="4263962"/>
                  <a:pt x="2247043" y="4257866"/>
                </a:cubicBezTo>
                <a:cubicBezTo>
                  <a:pt x="2247043" y="4252722"/>
                  <a:pt x="2250662" y="4248531"/>
                  <a:pt x="2255520" y="4247388"/>
                </a:cubicBezTo>
                <a:close/>
                <a:moveTo>
                  <a:pt x="125730" y="3720465"/>
                </a:moveTo>
                <a:cubicBezTo>
                  <a:pt x="125730" y="3716560"/>
                  <a:pt x="128873" y="3713417"/>
                  <a:pt x="132779" y="3713417"/>
                </a:cubicBezTo>
                <a:cubicBezTo>
                  <a:pt x="136684" y="3713417"/>
                  <a:pt x="139827" y="3716560"/>
                  <a:pt x="139827" y="3720465"/>
                </a:cubicBezTo>
                <a:cubicBezTo>
                  <a:pt x="139827" y="3724370"/>
                  <a:pt x="136684" y="3727513"/>
                  <a:pt x="132779" y="3727513"/>
                </a:cubicBezTo>
                <a:cubicBezTo>
                  <a:pt x="128873" y="3727513"/>
                  <a:pt x="125730" y="3724370"/>
                  <a:pt x="125730" y="3720465"/>
                </a:cubicBezTo>
                <a:close/>
                <a:moveTo>
                  <a:pt x="2384870" y="4518565"/>
                </a:moveTo>
                <a:cubicBezTo>
                  <a:pt x="2381726" y="4524756"/>
                  <a:pt x="2384298" y="4532376"/>
                  <a:pt x="2390489" y="4535520"/>
                </a:cubicBezTo>
                <a:cubicBezTo>
                  <a:pt x="2392299" y="4536377"/>
                  <a:pt x="2394204" y="4536853"/>
                  <a:pt x="2396109" y="4536853"/>
                </a:cubicBezTo>
                <a:cubicBezTo>
                  <a:pt x="2400776" y="4536853"/>
                  <a:pt x="2405253" y="4534281"/>
                  <a:pt x="2407444" y="4529900"/>
                </a:cubicBezTo>
                <a:cubicBezTo>
                  <a:pt x="2408968" y="4526852"/>
                  <a:pt x="2409158" y="4523423"/>
                  <a:pt x="2408111" y="4520279"/>
                </a:cubicBezTo>
                <a:cubicBezTo>
                  <a:pt x="2407063" y="4517136"/>
                  <a:pt x="2404777" y="4514469"/>
                  <a:pt x="2401729" y="4513040"/>
                </a:cubicBezTo>
                <a:cubicBezTo>
                  <a:pt x="2400681" y="4512564"/>
                  <a:pt x="2399538" y="4512374"/>
                  <a:pt x="2398490" y="4512183"/>
                </a:cubicBezTo>
                <a:lnTo>
                  <a:pt x="2398490" y="4418648"/>
                </a:lnTo>
                <a:lnTo>
                  <a:pt x="2331149" y="4353687"/>
                </a:lnTo>
                <a:lnTo>
                  <a:pt x="2302288" y="4353973"/>
                </a:lnTo>
                <a:cubicBezTo>
                  <a:pt x="2301240" y="4348829"/>
                  <a:pt x="2296954" y="4344829"/>
                  <a:pt x="2291525" y="4344829"/>
                </a:cubicBezTo>
                <a:cubicBezTo>
                  <a:pt x="2285333" y="4344829"/>
                  <a:pt x="2280285" y="4349877"/>
                  <a:pt x="2280285" y="4356069"/>
                </a:cubicBezTo>
                <a:cubicBezTo>
                  <a:pt x="2280285" y="4362260"/>
                  <a:pt x="2285333" y="4367308"/>
                  <a:pt x="2291525" y="4367308"/>
                </a:cubicBezTo>
                <a:cubicBezTo>
                  <a:pt x="2296763" y="4367308"/>
                  <a:pt x="2301050" y="4363593"/>
                  <a:pt x="2302193" y="4358736"/>
                </a:cubicBezTo>
                <a:lnTo>
                  <a:pt x="2329244" y="4358545"/>
                </a:lnTo>
                <a:lnTo>
                  <a:pt x="2393728" y="4420743"/>
                </a:lnTo>
                <a:lnTo>
                  <a:pt x="2393728" y="4512183"/>
                </a:lnTo>
                <a:cubicBezTo>
                  <a:pt x="2390013" y="4512945"/>
                  <a:pt x="2386584" y="4515136"/>
                  <a:pt x="2384774" y="4518755"/>
                </a:cubicBezTo>
                <a:close/>
                <a:moveTo>
                  <a:pt x="2291525" y="4362450"/>
                </a:moveTo>
                <a:cubicBezTo>
                  <a:pt x="2287905" y="4362450"/>
                  <a:pt x="2285048" y="4359497"/>
                  <a:pt x="2285048" y="4355973"/>
                </a:cubicBezTo>
                <a:cubicBezTo>
                  <a:pt x="2285048" y="4352449"/>
                  <a:pt x="2288000" y="4349496"/>
                  <a:pt x="2291525" y="4349496"/>
                </a:cubicBezTo>
                <a:cubicBezTo>
                  <a:pt x="2295049" y="4349496"/>
                  <a:pt x="2298002" y="4352449"/>
                  <a:pt x="2298002" y="4355973"/>
                </a:cubicBezTo>
                <a:cubicBezTo>
                  <a:pt x="2298002" y="4359497"/>
                  <a:pt x="2295049" y="4362450"/>
                  <a:pt x="2291525" y="4362450"/>
                </a:cubicBezTo>
                <a:close/>
                <a:moveTo>
                  <a:pt x="2396109" y="4516374"/>
                </a:moveTo>
                <a:cubicBezTo>
                  <a:pt x="2397347" y="4516374"/>
                  <a:pt x="2398490" y="4516660"/>
                  <a:pt x="2399633" y="4517231"/>
                </a:cubicBezTo>
                <a:cubicBezTo>
                  <a:pt x="2401538" y="4518184"/>
                  <a:pt x="2402872" y="4519803"/>
                  <a:pt x="2403539" y="4521804"/>
                </a:cubicBezTo>
                <a:cubicBezTo>
                  <a:pt x="2404205" y="4523804"/>
                  <a:pt x="2404015" y="4525899"/>
                  <a:pt x="2403158" y="4527804"/>
                </a:cubicBezTo>
                <a:cubicBezTo>
                  <a:pt x="2402205" y="4529709"/>
                  <a:pt x="2400586" y="4531043"/>
                  <a:pt x="2398586" y="4531710"/>
                </a:cubicBezTo>
                <a:cubicBezTo>
                  <a:pt x="2396585" y="4532376"/>
                  <a:pt x="2394490" y="4532186"/>
                  <a:pt x="2392585" y="4531329"/>
                </a:cubicBezTo>
                <a:cubicBezTo>
                  <a:pt x="2390680" y="4530376"/>
                  <a:pt x="2389346" y="4528757"/>
                  <a:pt x="2388680" y="4526756"/>
                </a:cubicBezTo>
                <a:cubicBezTo>
                  <a:pt x="2388013" y="4524756"/>
                  <a:pt x="2388203" y="4522661"/>
                  <a:pt x="2389061" y="4520756"/>
                </a:cubicBezTo>
                <a:cubicBezTo>
                  <a:pt x="2390013" y="4518851"/>
                  <a:pt x="2391632" y="4517517"/>
                  <a:pt x="2393633" y="4516851"/>
                </a:cubicBezTo>
                <a:cubicBezTo>
                  <a:pt x="2394490" y="4516565"/>
                  <a:pt x="2395252" y="4516470"/>
                  <a:pt x="2396109" y="4516470"/>
                </a:cubicBezTo>
                <a:close/>
                <a:moveTo>
                  <a:pt x="517017" y="1057466"/>
                </a:moveTo>
                <a:lnTo>
                  <a:pt x="529685" y="1057466"/>
                </a:lnTo>
                <a:cubicBezTo>
                  <a:pt x="532162" y="1057466"/>
                  <a:pt x="534162" y="1055465"/>
                  <a:pt x="534162" y="1052989"/>
                </a:cubicBezTo>
                <a:lnTo>
                  <a:pt x="534162" y="1040321"/>
                </a:lnTo>
                <a:cubicBezTo>
                  <a:pt x="534162" y="1037844"/>
                  <a:pt x="532162" y="1035844"/>
                  <a:pt x="529685" y="1035844"/>
                </a:cubicBezTo>
                <a:lnTo>
                  <a:pt x="517017" y="1035844"/>
                </a:lnTo>
                <a:cubicBezTo>
                  <a:pt x="514540" y="1035844"/>
                  <a:pt x="512540" y="1037844"/>
                  <a:pt x="512540" y="1040321"/>
                </a:cubicBezTo>
                <a:lnTo>
                  <a:pt x="512540" y="1046131"/>
                </a:lnTo>
                <a:lnTo>
                  <a:pt x="512540" y="1044226"/>
                </a:lnTo>
                <a:cubicBezTo>
                  <a:pt x="512540" y="1044226"/>
                  <a:pt x="489109" y="1044226"/>
                  <a:pt x="489109" y="1044226"/>
                </a:cubicBezTo>
                <a:lnTo>
                  <a:pt x="439388" y="1089660"/>
                </a:lnTo>
                <a:lnTo>
                  <a:pt x="270510" y="1089660"/>
                </a:lnTo>
                <a:cubicBezTo>
                  <a:pt x="270129" y="1087850"/>
                  <a:pt x="269462" y="1086041"/>
                  <a:pt x="268319" y="1084517"/>
                </a:cubicBezTo>
                <a:cubicBezTo>
                  <a:pt x="266319" y="1081850"/>
                  <a:pt x="263366" y="1080040"/>
                  <a:pt x="259937" y="1079564"/>
                </a:cubicBezTo>
                <a:cubicBezTo>
                  <a:pt x="252984" y="1078611"/>
                  <a:pt x="246602" y="1083374"/>
                  <a:pt x="245555" y="1090327"/>
                </a:cubicBezTo>
                <a:cubicBezTo>
                  <a:pt x="245078" y="1093661"/>
                  <a:pt x="245936" y="1096994"/>
                  <a:pt x="247936" y="1099757"/>
                </a:cubicBezTo>
                <a:cubicBezTo>
                  <a:pt x="249936" y="1102424"/>
                  <a:pt x="252889" y="1104233"/>
                  <a:pt x="256318" y="1104710"/>
                </a:cubicBezTo>
                <a:cubicBezTo>
                  <a:pt x="256889" y="1104710"/>
                  <a:pt x="257556" y="1104805"/>
                  <a:pt x="258128" y="1104805"/>
                </a:cubicBezTo>
                <a:cubicBezTo>
                  <a:pt x="260890" y="1104805"/>
                  <a:pt x="263462" y="1103948"/>
                  <a:pt x="265652" y="1102233"/>
                </a:cubicBezTo>
                <a:cubicBezTo>
                  <a:pt x="268224" y="1100328"/>
                  <a:pt x="269748" y="1097566"/>
                  <a:pt x="270415" y="1094518"/>
                </a:cubicBezTo>
                <a:lnTo>
                  <a:pt x="441103" y="1094518"/>
                </a:lnTo>
                <a:cubicBezTo>
                  <a:pt x="441103" y="1094518"/>
                  <a:pt x="490823" y="1048988"/>
                  <a:pt x="490823" y="1048988"/>
                </a:cubicBezTo>
                <a:lnTo>
                  <a:pt x="512445" y="1048988"/>
                </a:lnTo>
                <a:cubicBezTo>
                  <a:pt x="512445" y="1048988"/>
                  <a:pt x="512445" y="1052894"/>
                  <a:pt x="512445" y="1052894"/>
                </a:cubicBezTo>
                <a:cubicBezTo>
                  <a:pt x="512445" y="1055370"/>
                  <a:pt x="514445" y="1057370"/>
                  <a:pt x="516922" y="1057370"/>
                </a:cubicBezTo>
                <a:close/>
                <a:moveTo>
                  <a:pt x="262890" y="1098614"/>
                </a:moveTo>
                <a:cubicBezTo>
                  <a:pt x="261176" y="1099852"/>
                  <a:pt x="259080" y="1100423"/>
                  <a:pt x="257080" y="1100138"/>
                </a:cubicBezTo>
                <a:cubicBezTo>
                  <a:pt x="254984" y="1099852"/>
                  <a:pt x="253175" y="1098709"/>
                  <a:pt x="251841" y="1097090"/>
                </a:cubicBezTo>
                <a:cubicBezTo>
                  <a:pt x="250603" y="1095375"/>
                  <a:pt x="250031" y="1093280"/>
                  <a:pt x="250317" y="1091279"/>
                </a:cubicBezTo>
                <a:cubicBezTo>
                  <a:pt x="250603" y="1089184"/>
                  <a:pt x="251746" y="1087374"/>
                  <a:pt x="253365" y="1086041"/>
                </a:cubicBezTo>
                <a:cubicBezTo>
                  <a:pt x="254699" y="1084993"/>
                  <a:pt x="256413" y="1084421"/>
                  <a:pt x="258128" y="1084421"/>
                </a:cubicBezTo>
                <a:cubicBezTo>
                  <a:pt x="258508" y="1084421"/>
                  <a:pt x="258890" y="1084421"/>
                  <a:pt x="259270" y="1084421"/>
                </a:cubicBezTo>
                <a:cubicBezTo>
                  <a:pt x="261366" y="1084707"/>
                  <a:pt x="263176" y="1085850"/>
                  <a:pt x="264509" y="1087469"/>
                </a:cubicBezTo>
                <a:cubicBezTo>
                  <a:pt x="265748" y="1089184"/>
                  <a:pt x="266319" y="1091279"/>
                  <a:pt x="266033" y="1093280"/>
                </a:cubicBezTo>
                <a:cubicBezTo>
                  <a:pt x="265748" y="1095375"/>
                  <a:pt x="264605" y="1097185"/>
                  <a:pt x="262985" y="1098518"/>
                </a:cubicBezTo>
                <a:close/>
                <a:moveTo>
                  <a:pt x="1128713" y="490919"/>
                </a:moveTo>
                <a:lnTo>
                  <a:pt x="1121569" y="490919"/>
                </a:lnTo>
                <a:lnTo>
                  <a:pt x="1121569" y="482441"/>
                </a:lnTo>
                <a:lnTo>
                  <a:pt x="1128713" y="482441"/>
                </a:lnTo>
                <a:lnTo>
                  <a:pt x="1128713" y="490919"/>
                </a:lnTo>
                <a:close/>
                <a:moveTo>
                  <a:pt x="1128713" y="457200"/>
                </a:moveTo>
                <a:lnTo>
                  <a:pt x="1121569" y="457200"/>
                </a:lnTo>
                <a:lnTo>
                  <a:pt x="1121569" y="448723"/>
                </a:lnTo>
                <a:lnTo>
                  <a:pt x="1128713" y="448723"/>
                </a:lnTo>
                <a:lnTo>
                  <a:pt x="1128713" y="457200"/>
                </a:lnTo>
                <a:close/>
                <a:moveTo>
                  <a:pt x="576167" y="2242376"/>
                </a:moveTo>
                <a:lnTo>
                  <a:pt x="569976" y="2248757"/>
                </a:lnTo>
                <a:lnTo>
                  <a:pt x="566547" y="2245424"/>
                </a:lnTo>
                <a:lnTo>
                  <a:pt x="572738" y="2239042"/>
                </a:lnTo>
                <a:lnTo>
                  <a:pt x="576167" y="2242376"/>
                </a:lnTo>
                <a:close/>
                <a:moveTo>
                  <a:pt x="2743105" y="4699826"/>
                </a:moveTo>
                <a:lnTo>
                  <a:pt x="2631186" y="4699826"/>
                </a:lnTo>
                <a:lnTo>
                  <a:pt x="2612708" y="4714970"/>
                </a:lnTo>
                <a:lnTo>
                  <a:pt x="2544604" y="4714970"/>
                </a:lnTo>
                <a:lnTo>
                  <a:pt x="2516886" y="4688205"/>
                </a:lnTo>
                <a:lnTo>
                  <a:pt x="2516886" y="4459891"/>
                </a:lnTo>
                <a:lnTo>
                  <a:pt x="2521077" y="4459891"/>
                </a:lnTo>
                <a:cubicBezTo>
                  <a:pt x="2526221" y="4459891"/>
                  <a:pt x="2530412" y="4455700"/>
                  <a:pt x="2530412" y="4450556"/>
                </a:cubicBezTo>
                <a:lnTo>
                  <a:pt x="2530412" y="4437412"/>
                </a:lnTo>
                <a:cubicBezTo>
                  <a:pt x="2530412" y="4432269"/>
                  <a:pt x="2526221" y="4428078"/>
                  <a:pt x="2521077" y="4428078"/>
                </a:cubicBezTo>
                <a:lnTo>
                  <a:pt x="2516886" y="4428078"/>
                </a:lnTo>
                <a:lnTo>
                  <a:pt x="2516886" y="4346258"/>
                </a:lnTo>
                <a:lnTo>
                  <a:pt x="2378774" y="4214146"/>
                </a:lnTo>
                <a:lnTo>
                  <a:pt x="2333149" y="4214527"/>
                </a:lnTo>
                <a:cubicBezTo>
                  <a:pt x="2332196" y="4209288"/>
                  <a:pt x="2327815" y="4205288"/>
                  <a:pt x="2322290" y="4205288"/>
                </a:cubicBezTo>
                <a:cubicBezTo>
                  <a:pt x="2316099" y="4205288"/>
                  <a:pt x="2311051" y="4210336"/>
                  <a:pt x="2311051" y="4216527"/>
                </a:cubicBezTo>
                <a:cubicBezTo>
                  <a:pt x="2311051" y="4222719"/>
                  <a:pt x="2316099" y="4227767"/>
                  <a:pt x="2322290" y="4227767"/>
                </a:cubicBezTo>
                <a:cubicBezTo>
                  <a:pt x="2327529" y="4227767"/>
                  <a:pt x="2331720" y="4224147"/>
                  <a:pt x="2332958" y="4219289"/>
                </a:cubicBezTo>
                <a:lnTo>
                  <a:pt x="2376869" y="4218909"/>
                </a:lnTo>
                <a:lnTo>
                  <a:pt x="2512124" y="4348258"/>
                </a:lnTo>
                <a:lnTo>
                  <a:pt x="2512124" y="4427982"/>
                </a:lnTo>
                <a:lnTo>
                  <a:pt x="2507933" y="4427982"/>
                </a:lnTo>
                <a:cubicBezTo>
                  <a:pt x="2502789" y="4427982"/>
                  <a:pt x="2498598" y="4432173"/>
                  <a:pt x="2498598" y="4437317"/>
                </a:cubicBezTo>
                <a:lnTo>
                  <a:pt x="2498598" y="4450461"/>
                </a:lnTo>
                <a:cubicBezTo>
                  <a:pt x="2498598" y="4455605"/>
                  <a:pt x="2502789" y="4459796"/>
                  <a:pt x="2507933" y="4459796"/>
                </a:cubicBezTo>
                <a:lnTo>
                  <a:pt x="2512124" y="4459796"/>
                </a:lnTo>
                <a:lnTo>
                  <a:pt x="2512124" y="4690110"/>
                </a:lnTo>
                <a:lnTo>
                  <a:pt x="2542699" y="4719638"/>
                </a:lnTo>
                <a:lnTo>
                  <a:pt x="2614517" y="4719638"/>
                </a:lnTo>
                <a:lnTo>
                  <a:pt x="2632996" y="4704493"/>
                </a:lnTo>
                <a:lnTo>
                  <a:pt x="2743200" y="4704493"/>
                </a:lnTo>
                <a:cubicBezTo>
                  <a:pt x="2744343" y="4710589"/>
                  <a:pt x="2749582" y="4715161"/>
                  <a:pt x="2755963" y="4715161"/>
                </a:cubicBezTo>
                <a:cubicBezTo>
                  <a:pt x="2763203" y="4715161"/>
                  <a:pt x="2769013" y="4709351"/>
                  <a:pt x="2769013" y="4702112"/>
                </a:cubicBezTo>
                <a:cubicBezTo>
                  <a:pt x="2769013" y="4694873"/>
                  <a:pt x="2763203" y="4689062"/>
                  <a:pt x="2755963" y="4689062"/>
                </a:cubicBezTo>
                <a:cubicBezTo>
                  <a:pt x="2749582" y="4689062"/>
                  <a:pt x="2744343" y="4693635"/>
                  <a:pt x="2743200" y="4699730"/>
                </a:cubicBezTo>
                <a:close/>
                <a:moveTo>
                  <a:pt x="2322290" y="4223004"/>
                </a:moveTo>
                <a:cubicBezTo>
                  <a:pt x="2318671" y="4223004"/>
                  <a:pt x="2315813" y="4220052"/>
                  <a:pt x="2315813" y="4216527"/>
                </a:cubicBezTo>
                <a:cubicBezTo>
                  <a:pt x="2315813" y="4213003"/>
                  <a:pt x="2318766" y="4210050"/>
                  <a:pt x="2322290" y="4210050"/>
                </a:cubicBezTo>
                <a:cubicBezTo>
                  <a:pt x="2325815" y="4210050"/>
                  <a:pt x="2328767" y="4213003"/>
                  <a:pt x="2328767" y="4216527"/>
                </a:cubicBezTo>
                <a:cubicBezTo>
                  <a:pt x="2328767" y="4220052"/>
                  <a:pt x="2325815" y="4223004"/>
                  <a:pt x="2322290" y="4223004"/>
                </a:cubicBezTo>
                <a:close/>
                <a:moveTo>
                  <a:pt x="2507933" y="4455033"/>
                </a:moveTo>
                <a:cubicBezTo>
                  <a:pt x="2505361" y="4455033"/>
                  <a:pt x="2503361" y="4452938"/>
                  <a:pt x="2503361" y="4450461"/>
                </a:cubicBezTo>
                <a:lnTo>
                  <a:pt x="2503361" y="4437317"/>
                </a:lnTo>
                <a:cubicBezTo>
                  <a:pt x="2503361" y="4434745"/>
                  <a:pt x="2505456" y="4432745"/>
                  <a:pt x="2507933" y="4432745"/>
                </a:cubicBezTo>
                <a:lnTo>
                  <a:pt x="2521077" y="4432745"/>
                </a:lnTo>
                <a:cubicBezTo>
                  <a:pt x="2523649" y="4432745"/>
                  <a:pt x="2525649" y="4434840"/>
                  <a:pt x="2525649" y="4437317"/>
                </a:cubicBezTo>
                <a:lnTo>
                  <a:pt x="2525649" y="4450461"/>
                </a:lnTo>
                <a:cubicBezTo>
                  <a:pt x="2525649" y="4453033"/>
                  <a:pt x="2523554" y="4455033"/>
                  <a:pt x="2521077" y="4455033"/>
                </a:cubicBezTo>
                <a:lnTo>
                  <a:pt x="2507933" y="4455033"/>
                </a:lnTo>
                <a:close/>
                <a:moveTo>
                  <a:pt x="71342" y="3780187"/>
                </a:moveTo>
                <a:lnTo>
                  <a:pt x="90392" y="3780187"/>
                </a:lnTo>
                <a:cubicBezTo>
                  <a:pt x="90392" y="3780187"/>
                  <a:pt x="90392" y="3784949"/>
                  <a:pt x="90392" y="3784949"/>
                </a:cubicBezTo>
                <a:lnTo>
                  <a:pt x="71342" y="3784949"/>
                </a:lnTo>
                <a:cubicBezTo>
                  <a:pt x="71342" y="3784949"/>
                  <a:pt x="71342" y="3780187"/>
                  <a:pt x="71342" y="3780187"/>
                </a:cubicBezTo>
                <a:close/>
                <a:moveTo>
                  <a:pt x="118682" y="3718084"/>
                </a:moveTo>
                <a:lnTo>
                  <a:pt x="109442" y="3718084"/>
                </a:lnTo>
                <a:lnTo>
                  <a:pt x="109442" y="3722846"/>
                </a:lnTo>
                <a:lnTo>
                  <a:pt x="118682" y="3722846"/>
                </a:lnTo>
                <a:cubicBezTo>
                  <a:pt x="119348" y="3726561"/>
                  <a:pt x="121253" y="3729800"/>
                  <a:pt x="124301" y="3731990"/>
                </a:cubicBezTo>
                <a:cubicBezTo>
                  <a:pt x="130683" y="3736658"/>
                  <a:pt x="139637" y="3735324"/>
                  <a:pt x="144304" y="3728942"/>
                </a:cubicBezTo>
                <a:cubicBezTo>
                  <a:pt x="146209" y="3726371"/>
                  <a:pt x="147066" y="3723418"/>
                  <a:pt x="147066" y="3720465"/>
                </a:cubicBezTo>
                <a:cubicBezTo>
                  <a:pt x="147066" y="3716084"/>
                  <a:pt x="145066" y="3711702"/>
                  <a:pt x="141256" y="3708845"/>
                </a:cubicBezTo>
                <a:cubicBezTo>
                  <a:pt x="134874" y="3704177"/>
                  <a:pt x="125921" y="3705511"/>
                  <a:pt x="121253" y="3711893"/>
                </a:cubicBezTo>
                <a:cubicBezTo>
                  <a:pt x="119920" y="3713702"/>
                  <a:pt x="119063" y="3715798"/>
                  <a:pt x="118777" y="3717988"/>
                </a:cubicBezTo>
                <a:close/>
                <a:moveTo>
                  <a:pt x="123349" y="3713512"/>
                </a:moveTo>
                <a:cubicBezTo>
                  <a:pt x="127159" y="3708273"/>
                  <a:pt x="134493" y="3707225"/>
                  <a:pt x="139732" y="3711035"/>
                </a:cubicBezTo>
                <a:cubicBezTo>
                  <a:pt x="144875" y="3714845"/>
                  <a:pt x="146018" y="3722180"/>
                  <a:pt x="142208" y="3727418"/>
                </a:cubicBezTo>
                <a:cubicBezTo>
                  <a:pt x="140399" y="3729895"/>
                  <a:pt x="137636" y="3731609"/>
                  <a:pt x="134588" y="3732086"/>
                </a:cubicBezTo>
                <a:cubicBezTo>
                  <a:pt x="131540" y="3732562"/>
                  <a:pt x="128397" y="3731800"/>
                  <a:pt x="125921" y="3729990"/>
                </a:cubicBezTo>
                <a:cubicBezTo>
                  <a:pt x="123444" y="3728180"/>
                  <a:pt x="121730" y="3725418"/>
                  <a:pt x="121253" y="3722370"/>
                </a:cubicBezTo>
                <a:cubicBezTo>
                  <a:pt x="121253" y="3721799"/>
                  <a:pt x="121158" y="3721132"/>
                  <a:pt x="121158" y="3720560"/>
                </a:cubicBezTo>
                <a:cubicBezTo>
                  <a:pt x="121158" y="3718084"/>
                  <a:pt x="121920" y="3715703"/>
                  <a:pt x="123444" y="3713702"/>
                </a:cubicBezTo>
                <a:close/>
                <a:moveTo>
                  <a:pt x="2438686" y="4397693"/>
                </a:moveTo>
                <a:lnTo>
                  <a:pt x="2357819" y="4319112"/>
                </a:lnTo>
                <a:cubicBezTo>
                  <a:pt x="2357819" y="4319112"/>
                  <a:pt x="2356771" y="4318445"/>
                  <a:pt x="2356199" y="4318445"/>
                </a:cubicBezTo>
                <a:lnTo>
                  <a:pt x="2296478" y="4318445"/>
                </a:lnTo>
                <a:lnTo>
                  <a:pt x="2296478" y="4294918"/>
                </a:lnTo>
                <a:cubicBezTo>
                  <a:pt x="2300192" y="4293870"/>
                  <a:pt x="2302955" y="4290632"/>
                  <a:pt x="2302955" y="4286536"/>
                </a:cubicBezTo>
                <a:cubicBezTo>
                  <a:pt x="2302955" y="4281678"/>
                  <a:pt x="2298954" y="4277678"/>
                  <a:pt x="2294096" y="4277678"/>
                </a:cubicBezTo>
                <a:cubicBezTo>
                  <a:pt x="2289239" y="4277678"/>
                  <a:pt x="2285238" y="4281678"/>
                  <a:pt x="2285238" y="4286536"/>
                </a:cubicBezTo>
                <a:cubicBezTo>
                  <a:pt x="2285238" y="4290632"/>
                  <a:pt x="2288000" y="4293870"/>
                  <a:pt x="2291715" y="4294918"/>
                </a:cubicBezTo>
                <a:lnTo>
                  <a:pt x="2291715" y="4320826"/>
                </a:lnTo>
                <a:cubicBezTo>
                  <a:pt x="2291715" y="4322160"/>
                  <a:pt x="2292763" y="4323207"/>
                  <a:pt x="2294096" y="4323207"/>
                </a:cubicBezTo>
                <a:lnTo>
                  <a:pt x="2355247" y="4323207"/>
                </a:lnTo>
                <a:lnTo>
                  <a:pt x="2434685" y="4400455"/>
                </a:lnTo>
                <a:lnTo>
                  <a:pt x="2434685" y="4472750"/>
                </a:lnTo>
                <a:lnTo>
                  <a:pt x="2432590" y="4472750"/>
                </a:lnTo>
                <a:cubicBezTo>
                  <a:pt x="2429256" y="4472750"/>
                  <a:pt x="2426494" y="4475512"/>
                  <a:pt x="2426494" y="4478846"/>
                </a:cubicBezTo>
                <a:lnTo>
                  <a:pt x="2426494" y="4489228"/>
                </a:lnTo>
                <a:cubicBezTo>
                  <a:pt x="2426494" y="4492562"/>
                  <a:pt x="2429256" y="4495324"/>
                  <a:pt x="2432590" y="4495324"/>
                </a:cubicBezTo>
                <a:lnTo>
                  <a:pt x="2442972" y="4495324"/>
                </a:lnTo>
                <a:cubicBezTo>
                  <a:pt x="2446306" y="4495324"/>
                  <a:pt x="2449068" y="4492562"/>
                  <a:pt x="2449068" y="4489228"/>
                </a:cubicBezTo>
                <a:lnTo>
                  <a:pt x="2449068" y="4478846"/>
                </a:lnTo>
                <a:cubicBezTo>
                  <a:pt x="2449068" y="4475512"/>
                  <a:pt x="2446306" y="4472750"/>
                  <a:pt x="2442972" y="4472750"/>
                </a:cubicBezTo>
                <a:lnTo>
                  <a:pt x="2439353" y="4472750"/>
                </a:lnTo>
                <a:lnTo>
                  <a:pt x="2439353" y="4399407"/>
                </a:lnTo>
                <a:cubicBezTo>
                  <a:pt x="2439353" y="4398740"/>
                  <a:pt x="2439067" y="4398169"/>
                  <a:pt x="2438591" y="4397693"/>
                </a:cubicBezTo>
                <a:close/>
                <a:moveTo>
                  <a:pt x="2442972" y="4477512"/>
                </a:moveTo>
                <a:cubicBezTo>
                  <a:pt x="2443734" y="4477512"/>
                  <a:pt x="2444305" y="4478084"/>
                  <a:pt x="2444305" y="4478846"/>
                </a:cubicBezTo>
                <a:lnTo>
                  <a:pt x="2444305" y="4489228"/>
                </a:lnTo>
                <a:cubicBezTo>
                  <a:pt x="2444305" y="4489990"/>
                  <a:pt x="2443734" y="4490562"/>
                  <a:pt x="2442972" y="4490562"/>
                </a:cubicBezTo>
                <a:lnTo>
                  <a:pt x="2432590" y="4490562"/>
                </a:lnTo>
                <a:cubicBezTo>
                  <a:pt x="2431828" y="4490562"/>
                  <a:pt x="2431256" y="4489990"/>
                  <a:pt x="2431256" y="4489228"/>
                </a:cubicBezTo>
                <a:lnTo>
                  <a:pt x="2431256" y="4478846"/>
                </a:lnTo>
                <a:cubicBezTo>
                  <a:pt x="2431256" y="4478084"/>
                  <a:pt x="2431828" y="4477512"/>
                  <a:pt x="2432590" y="4477512"/>
                </a:cubicBezTo>
                <a:lnTo>
                  <a:pt x="2442972" y="4477512"/>
                </a:lnTo>
                <a:close/>
                <a:moveTo>
                  <a:pt x="1128713" y="524732"/>
                </a:moveTo>
                <a:lnTo>
                  <a:pt x="1121569" y="524732"/>
                </a:lnTo>
                <a:lnTo>
                  <a:pt x="1121569" y="516255"/>
                </a:lnTo>
                <a:lnTo>
                  <a:pt x="1128713" y="516255"/>
                </a:lnTo>
                <a:lnTo>
                  <a:pt x="1128713" y="524732"/>
                </a:lnTo>
                <a:close/>
                <a:moveTo>
                  <a:pt x="2206371" y="4175284"/>
                </a:moveTo>
                <a:cubicBezTo>
                  <a:pt x="2201609" y="4175284"/>
                  <a:pt x="2197703" y="4171379"/>
                  <a:pt x="2197703" y="4166616"/>
                </a:cubicBezTo>
                <a:cubicBezTo>
                  <a:pt x="2197703" y="4161854"/>
                  <a:pt x="2201609" y="4157948"/>
                  <a:pt x="2206371" y="4157948"/>
                </a:cubicBezTo>
                <a:cubicBezTo>
                  <a:pt x="2211134" y="4157948"/>
                  <a:pt x="2215039" y="4161854"/>
                  <a:pt x="2215039" y="4166616"/>
                </a:cubicBezTo>
                <a:cubicBezTo>
                  <a:pt x="2215039" y="4171379"/>
                  <a:pt x="2211134" y="4175284"/>
                  <a:pt x="2206371" y="4175284"/>
                </a:cubicBezTo>
                <a:close/>
                <a:moveTo>
                  <a:pt x="1142524" y="293275"/>
                </a:moveTo>
                <a:lnTo>
                  <a:pt x="1149668" y="293275"/>
                </a:lnTo>
                <a:lnTo>
                  <a:pt x="1149668" y="303848"/>
                </a:lnTo>
                <a:lnTo>
                  <a:pt x="1148334" y="305562"/>
                </a:lnTo>
                <a:lnTo>
                  <a:pt x="1144715" y="302609"/>
                </a:lnTo>
                <a:lnTo>
                  <a:pt x="1142619" y="302609"/>
                </a:lnTo>
                <a:lnTo>
                  <a:pt x="1142619" y="293275"/>
                </a:lnTo>
                <a:close/>
                <a:moveTo>
                  <a:pt x="1142524" y="272796"/>
                </a:moveTo>
                <a:lnTo>
                  <a:pt x="1149668" y="272796"/>
                </a:lnTo>
                <a:lnTo>
                  <a:pt x="1149668" y="283083"/>
                </a:lnTo>
                <a:lnTo>
                  <a:pt x="1142524" y="283083"/>
                </a:lnTo>
                <a:lnTo>
                  <a:pt x="1142524" y="272796"/>
                </a:lnTo>
                <a:close/>
                <a:moveTo>
                  <a:pt x="2210753" y="4257104"/>
                </a:moveTo>
                <a:cubicBezTo>
                  <a:pt x="2211324" y="4260056"/>
                  <a:pt x="2213039" y="4262533"/>
                  <a:pt x="2215515" y="4264152"/>
                </a:cubicBezTo>
                <a:cubicBezTo>
                  <a:pt x="2217325" y="4265390"/>
                  <a:pt x="2219516" y="4266057"/>
                  <a:pt x="2221706" y="4266057"/>
                </a:cubicBezTo>
                <a:cubicBezTo>
                  <a:pt x="2222468" y="4266057"/>
                  <a:pt x="2223230" y="4266057"/>
                  <a:pt x="2223992" y="4265867"/>
                </a:cubicBezTo>
                <a:cubicBezTo>
                  <a:pt x="2226945" y="4265295"/>
                  <a:pt x="2229422" y="4263581"/>
                  <a:pt x="2231041" y="4261104"/>
                </a:cubicBezTo>
                <a:cubicBezTo>
                  <a:pt x="2232660" y="4258628"/>
                  <a:pt x="2233232" y="4255675"/>
                  <a:pt x="2232660" y="4252722"/>
                </a:cubicBezTo>
                <a:cubicBezTo>
                  <a:pt x="2232089" y="4249770"/>
                  <a:pt x="2230374" y="4247293"/>
                  <a:pt x="2227898" y="4245674"/>
                </a:cubicBezTo>
                <a:cubicBezTo>
                  <a:pt x="2226659" y="4244817"/>
                  <a:pt x="2225231" y="4244340"/>
                  <a:pt x="2223802" y="4244054"/>
                </a:cubicBezTo>
                <a:lnTo>
                  <a:pt x="2223802" y="4218528"/>
                </a:lnTo>
                <a:lnTo>
                  <a:pt x="2207038" y="4196811"/>
                </a:lnTo>
                <a:lnTo>
                  <a:pt x="2207038" y="4185190"/>
                </a:lnTo>
                <a:cubicBezTo>
                  <a:pt x="2207705" y="4185190"/>
                  <a:pt x="2208467" y="4185190"/>
                  <a:pt x="2209133" y="4184999"/>
                </a:cubicBezTo>
                <a:cubicBezTo>
                  <a:pt x="2213991" y="4184237"/>
                  <a:pt x="2218277" y="4181666"/>
                  <a:pt x="2221230" y="4177665"/>
                </a:cubicBezTo>
                <a:cubicBezTo>
                  <a:pt x="2227231" y="4169474"/>
                  <a:pt x="2225516" y="4157853"/>
                  <a:pt x="2217230" y="4151757"/>
                </a:cubicBezTo>
                <a:cubicBezTo>
                  <a:pt x="2209038" y="4145756"/>
                  <a:pt x="2197418" y="4147471"/>
                  <a:pt x="2191322" y="4155758"/>
                </a:cubicBezTo>
                <a:cubicBezTo>
                  <a:pt x="2185321" y="4163949"/>
                  <a:pt x="2187035" y="4175570"/>
                  <a:pt x="2195322" y="4181666"/>
                </a:cubicBezTo>
                <a:cubicBezTo>
                  <a:pt x="2197418" y="4183190"/>
                  <a:pt x="2199704" y="4184047"/>
                  <a:pt x="2202085" y="4184618"/>
                </a:cubicBezTo>
                <a:lnTo>
                  <a:pt x="2202085" y="4198430"/>
                </a:lnTo>
                <a:lnTo>
                  <a:pt x="2218849" y="4220147"/>
                </a:lnTo>
                <a:lnTo>
                  <a:pt x="2218849" y="4244245"/>
                </a:lnTo>
                <a:cubicBezTo>
                  <a:pt x="2213134" y="4245769"/>
                  <a:pt x="2209514" y="4251389"/>
                  <a:pt x="2210657" y="4257199"/>
                </a:cubicBezTo>
                <a:close/>
                <a:moveTo>
                  <a:pt x="2198275" y="4177570"/>
                </a:moveTo>
                <a:cubicBezTo>
                  <a:pt x="2192179" y="4173093"/>
                  <a:pt x="2190941" y="4164616"/>
                  <a:pt x="2195322" y="4158520"/>
                </a:cubicBezTo>
                <a:cubicBezTo>
                  <a:pt x="2197989" y="4154900"/>
                  <a:pt x="2202085" y="4152995"/>
                  <a:pt x="2206276" y="4152995"/>
                </a:cubicBezTo>
                <a:cubicBezTo>
                  <a:pt x="2209038" y="4152995"/>
                  <a:pt x="2211896" y="4153853"/>
                  <a:pt x="2214277" y="4155662"/>
                </a:cubicBezTo>
                <a:cubicBezTo>
                  <a:pt x="2217230" y="4157853"/>
                  <a:pt x="2219135" y="4160996"/>
                  <a:pt x="2219706" y="4164616"/>
                </a:cubicBezTo>
                <a:cubicBezTo>
                  <a:pt x="2220278" y="4168235"/>
                  <a:pt x="2219420" y="4171760"/>
                  <a:pt x="2217230" y="4174712"/>
                </a:cubicBezTo>
                <a:cubicBezTo>
                  <a:pt x="2215039" y="4177665"/>
                  <a:pt x="2211896" y="4179570"/>
                  <a:pt x="2208276" y="4180142"/>
                </a:cubicBezTo>
                <a:cubicBezTo>
                  <a:pt x="2204657" y="4180713"/>
                  <a:pt x="2201037" y="4179761"/>
                  <a:pt x="2198180" y="4177665"/>
                </a:cubicBezTo>
                <a:close/>
                <a:moveTo>
                  <a:pt x="2220468" y="4248722"/>
                </a:moveTo>
                <a:cubicBezTo>
                  <a:pt x="2222087" y="4248341"/>
                  <a:pt x="2223802" y="4248722"/>
                  <a:pt x="2225231" y="4249674"/>
                </a:cubicBezTo>
                <a:cubicBezTo>
                  <a:pt x="2226659" y="4250627"/>
                  <a:pt x="2227612" y="4252055"/>
                  <a:pt x="2227898" y="4253675"/>
                </a:cubicBezTo>
                <a:cubicBezTo>
                  <a:pt x="2228279" y="4255294"/>
                  <a:pt x="2227898" y="4257009"/>
                  <a:pt x="2226945" y="4258437"/>
                </a:cubicBezTo>
                <a:cubicBezTo>
                  <a:pt x="2225993" y="4259866"/>
                  <a:pt x="2224564" y="4260819"/>
                  <a:pt x="2222945" y="4261104"/>
                </a:cubicBezTo>
                <a:cubicBezTo>
                  <a:pt x="2221325" y="4261485"/>
                  <a:pt x="2219611" y="4261104"/>
                  <a:pt x="2218182" y="4260152"/>
                </a:cubicBezTo>
                <a:cubicBezTo>
                  <a:pt x="2216753" y="4259199"/>
                  <a:pt x="2215801" y="4257770"/>
                  <a:pt x="2215515" y="4256151"/>
                </a:cubicBezTo>
                <a:cubicBezTo>
                  <a:pt x="2214848" y="4252722"/>
                  <a:pt x="2217039" y="4249484"/>
                  <a:pt x="2220373" y="4248722"/>
                </a:cubicBezTo>
                <a:close/>
                <a:moveTo>
                  <a:pt x="1142524" y="252317"/>
                </a:moveTo>
                <a:lnTo>
                  <a:pt x="1149668" y="252317"/>
                </a:lnTo>
                <a:lnTo>
                  <a:pt x="1149668" y="262604"/>
                </a:lnTo>
                <a:lnTo>
                  <a:pt x="1142524" y="262604"/>
                </a:lnTo>
                <a:lnTo>
                  <a:pt x="1142524" y="252317"/>
                </a:lnTo>
                <a:close/>
                <a:moveTo>
                  <a:pt x="9525" y="3661029"/>
                </a:moveTo>
                <a:lnTo>
                  <a:pt x="95" y="3661029"/>
                </a:lnTo>
                <a:cubicBezTo>
                  <a:pt x="95" y="3661029"/>
                  <a:pt x="95" y="3656267"/>
                  <a:pt x="95" y="3656267"/>
                </a:cubicBezTo>
                <a:lnTo>
                  <a:pt x="9525" y="3656267"/>
                </a:lnTo>
                <a:cubicBezTo>
                  <a:pt x="9525" y="3656267"/>
                  <a:pt x="9525" y="3661029"/>
                  <a:pt x="9525" y="3661029"/>
                </a:cubicBezTo>
                <a:close/>
                <a:moveTo>
                  <a:pt x="125730" y="3658457"/>
                </a:moveTo>
                <a:cubicBezTo>
                  <a:pt x="125730" y="3654552"/>
                  <a:pt x="128873" y="3651409"/>
                  <a:pt x="132779" y="3651409"/>
                </a:cubicBezTo>
                <a:cubicBezTo>
                  <a:pt x="136684" y="3651409"/>
                  <a:pt x="139827" y="3654552"/>
                  <a:pt x="139827" y="3658457"/>
                </a:cubicBezTo>
                <a:cubicBezTo>
                  <a:pt x="139827" y="3662363"/>
                  <a:pt x="136684" y="3665506"/>
                  <a:pt x="132779" y="3665506"/>
                </a:cubicBezTo>
                <a:cubicBezTo>
                  <a:pt x="128873" y="3665506"/>
                  <a:pt x="125730" y="3662363"/>
                  <a:pt x="125730" y="3658457"/>
                </a:cubicBezTo>
                <a:close/>
                <a:moveTo>
                  <a:pt x="1128713" y="507873"/>
                </a:moveTo>
                <a:lnTo>
                  <a:pt x="1121569" y="507873"/>
                </a:lnTo>
                <a:lnTo>
                  <a:pt x="1121569" y="499396"/>
                </a:lnTo>
                <a:lnTo>
                  <a:pt x="1128713" y="499396"/>
                </a:lnTo>
                <a:lnTo>
                  <a:pt x="1128713" y="507873"/>
                </a:lnTo>
                <a:close/>
                <a:moveTo>
                  <a:pt x="118682" y="3660838"/>
                </a:moveTo>
                <a:cubicBezTo>
                  <a:pt x="119348" y="3664553"/>
                  <a:pt x="121253" y="3667792"/>
                  <a:pt x="124301" y="3669983"/>
                </a:cubicBezTo>
                <a:cubicBezTo>
                  <a:pt x="130683" y="3674650"/>
                  <a:pt x="139637" y="3673317"/>
                  <a:pt x="144304" y="3666935"/>
                </a:cubicBezTo>
                <a:cubicBezTo>
                  <a:pt x="146209" y="3664363"/>
                  <a:pt x="147066" y="3661410"/>
                  <a:pt x="147066" y="3658457"/>
                </a:cubicBezTo>
                <a:cubicBezTo>
                  <a:pt x="147066" y="3654076"/>
                  <a:pt x="145066" y="3649694"/>
                  <a:pt x="141256" y="3646837"/>
                </a:cubicBezTo>
                <a:cubicBezTo>
                  <a:pt x="134874" y="3642170"/>
                  <a:pt x="125921" y="3643503"/>
                  <a:pt x="121253" y="3649885"/>
                </a:cubicBezTo>
                <a:cubicBezTo>
                  <a:pt x="119920" y="3651695"/>
                  <a:pt x="119063" y="3653790"/>
                  <a:pt x="118777" y="3655981"/>
                </a:cubicBezTo>
                <a:lnTo>
                  <a:pt x="109538" y="3655981"/>
                </a:lnTo>
                <a:cubicBezTo>
                  <a:pt x="109538" y="3655981"/>
                  <a:pt x="109538" y="3660743"/>
                  <a:pt x="109538" y="3660743"/>
                </a:cubicBezTo>
                <a:lnTo>
                  <a:pt x="118777" y="3660743"/>
                </a:lnTo>
                <a:close/>
                <a:moveTo>
                  <a:pt x="123349" y="3651504"/>
                </a:moveTo>
                <a:cubicBezTo>
                  <a:pt x="127159" y="3646265"/>
                  <a:pt x="134493" y="3645218"/>
                  <a:pt x="139732" y="3649028"/>
                </a:cubicBezTo>
                <a:cubicBezTo>
                  <a:pt x="144875" y="3652838"/>
                  <a:pt x="146018" y="3660172"/>
                  <a:pt x="142208" y="3665411"/>
                </a:cubicBezTo>
                <a:cubicBezTo>
                  <a:pt x="140399" y="3667887"/>
                  <a:pt x="137636" y="3669602"/>
                  <a:pt x="134588" y="3670078"/>
                </a:cubicBezTo>
                <a:cubicBezTo>
                  <a:pt x="131540" y="3670554"/>
                  <a:pt x="128397" y="3669792"/>
                  <a:pt x="125921" y="3667982"/>
                </a:cubicBezTo>
                <a:cubicBezTo>
                  <a:pt x="123444" y="3666173"/>
                  <a:pt x="121730" y="3663410"/>
                  <a:pt x="121253" y="3660362"/>
                </a:cubicBezTo>
                <a:cubicBezTo>
                  <a:pt x="121253" y="3659791"/>
                  <a:pt x="121158" y="3659124"/>
                  <a:pt x="121158" y="3658553"/>
                </a:cubicBezTo>
                <a:cubicBezTo>
                  <a:pt x="121158" y="3656076"/>
                  <a:pt x="121920" y="3653695"/>
                  <a:pt x="123444" y="3651695"/>
                </a:cubicBezTo>
                <a:close/>
                <a:moveTo>
                  <a:pt x="1121569" y="533114"/>
                </a:moveTo>
                <a:lnTo>
                  <a:pt x="1128713" y="533114"/>
                </a:lnTo>
                <a:lnTo>
                  <a:pt x="1128713" y="537877"/>
                </a:lnTo>
                <a:lnTo>
                  <a:pt x="1121569" y="537877"/>
                </a:lnTo>
                <a:lnTo>
                  <a:pt x="1121569" y="533114"/>
                </a:lnTo>
                <a:close/>
                <a:moveTo>
                  <a:pt x="33242" y="3780187"/>
                </a:moveTo>
                <a:lnTo>
                  <a:pt x="52292" y="3780187"/>
                </a:lnTo>
                <a:cubicBezTo>
                  <a:pt x="52292" y="3780187"/>
                  <a:pt x="52292" y="3784949"/>
                  <a:pt x="52292" y="3784949"/>
                </a:cubicBezTo>
                <a:lnTo>
                  <a:pt x="33242" y="3784949"/>
                </a:lnTo>
                <a:cubicBezTo>
                  <a:pt x="33242" y="3784949"/>
                  <a:pt x="33242" y="3780187"/>
                  <a:pt x="33242" y="3780187"/>
                </a:cubicBezTo>
                <a:close/>
                <a:moveTo>
                  <a:pt x="1136333" y="309182"/>
                </a:moveTo>
                <a:lnTo>
                  <a:pt x="1141952" y="313658"/>
                </a:lnTo>
                <a:lnTo>
                  <a:pt x="1135571" y="321659"/>
                </a:lnTo>
                <a:lnTo>
                  <a:pt x="1129951" y="317183"/>
                </a:lnTo>
                <a:lnTo>
                  <a:pt x="1136333" y="309182"/>
                </a:lnTo>
                <a:close/>
                <a:moveTo>
                  <a:pt x="2891980" y="4043648"/>
                </a:moveTo>
                <a:cubicBezTo>
                  <a:pt x="2891980" y="4050602"/>
                  <a:pt x="2886361" y="4056317"/>
                  <a:pt x="2879312" y="4056317"/>
                </a:cubicBezTo>
                <a:cubicBezTo>
                  <a:pt x="2872264" y="4056317"/>
                  <a:pt x="2866644" y="4050697"/>
                  <a:pt x="2866644" y="4043648"/>
                </a:cubicBezTo>
                <a:cubicBezTo>
                  <a:pt x="2866644" y="4036600"/>
                  <a:pt x="2872264" y="4030980"/>
                  <a:pt x="2879312" y="4030980"/>
                </a:cubicBezTo>
                <a:cubicBezTo>
                  <a:pt x="2886361" y="4030980"/>
                  <a:pt x="2891980" y="4036600"/>
                  <a:pt x="2891980" y="4043648"/>
                </a:cubicBezTo>
                <a:close/>
                <a:moveTo>
                  <a:pt x="3022759" y="4299490"/>
                </a:moveTo>
                <a:lnTo>
                  <a:pt x="3062954" y="4339114"/>
                </a:lnTo>
                <a:cubicBezTo>
                  <a:pt x="3062002" y="4340924"/>
                  <a:pt x="3061430" y="4342829"/>
                  <a:pt x="3061430" y="4344924"/>
                </a:cubicBezTo>
                <a:cubicBezTo>
                  <a:pt x="3061430" y="4352163"/>
                  <a:pt x="3067336" y="4357973"/>
                  <a:pt x="3074480" y="4357973"/>
                </a:cubicBezTo>
                <a:cubicBezTo>
                  <a:pt x="3081623" y="4357973"/>
                  <a:pt x="3087529" y="4352068"/>
                  <a:pt x="3087529" y="4344924"/>
                </a:cubicBezTo>
                <a:cubicBezTo>
                  <a:pt x="3087529" y="4337780"/>
                  <a:pt x="3081623" y="4331875"/>
                  <a:pt x="3074480" y="4331875"/>
                </a:cubicBezTo>
                <a:cubicBezTo>
                  <a:pt x="3072098" y="4331875"/>
                  <a:pt x="3069908" y="4332732"/>
                  <a:pt x="3067907" y="4333970"/>
                </a:cubicBezTo>
                <a:lnTo>
                  <a:pt x="3026759" y="4293394"/>
                </a:lnTo>
                <a:cubicBezTo>
                  <a:pt x="3026093" y="4292727"/>
                  <a:pt x="3025235" y="4292346"/>
                  <a:pt x="3024283" y="4292346"/>
                </a:cubicBezTo>
                <a:lnTo>
                  <a:pt x="2986183" y="4292346"/>
                </a:lnTo>
                <a:lnTo>
                  <a:pt x="2986183" y="4252818"/>
                </a:lnTo>
                <a:lnTo>
                  <a:pt x="2989612" y="4252818"/>
                </a:lnTo>
                <a:cubicBezTo>
                  <a:pt x="2995898" y="4252818"/>
                  <a:pt x="3001137" y="4247674"/>
                  <a:pt x="3001137" y="4241292"/>
                </a:cubicBezTo>
                <a:lnTo>
                  <a:pt x="3001137" y="4189952"/>
                </a:lnTo>
                <a:cubicBezTo>
                  <a:pt x="3001137" y="4183666"/>
                  <a:pt x="2995994" y="4178427"/>
                  <a:pt x="2989612" y="4178427"/>
                </a:cubicBezTo>
                <a:lnTo>
                  <a:pt x="2975610" y="4178427"/>
                </a:lnTo>
                <a:cubicBezTo>
                  <a:pt x="2969324" y="4178427"/>
                  <a:pt x="2964085" y="4183571"/>
                  <a:pt x="2964085" y="4189952"/>
                </a:cubicBezTo>
                <a:lnTo>
                  <a:pt x="2964085" y="4241292"/>
                </a:lnTo>
                <a:cubicBezTo>
                  <a:pt x="2964085" y="4247579"/>
                  <a:pt x="2969228" y="4252818"/>
                  <a:pt x="2975610" y="4252818"/>
                </a:cubicBezTo>
                <a:lnTo>
                  <a:pt x="2979039" y="4252818"/>
                </a:lnTo>
                <a:lnTo>
                  <a:pt x="2979039" y="4331494"/>
                </a:lnTo>
                <a:cubicBezTo>
                  <a:pt x="2973705" y="4333113"/>
                  <a:pt x="2969800" y="4337780"/>
                  <a:pt x="2969800" y="4343591"/>
                </a:cubicBezTo>
                <a:cubicBezTo>
                  <a:pt x="2969800" y="4350639"/>
                  <a:pt x="2975515" y="4356354"/>
                  <a:pt x="2982563" y="4356354"/>
                </a:cubicBezTo>
                <a:cubicBezTo>
                  <a:pt x="2989612" y="4356354"/>
                  <a:pt x="2995327" y="4350639"/>
                  <a:pt x="2995327" y="4343591"/>
                </a:cubicBezTo>
                <a:cubicBezTo>
                  <a:pt x="2995327" y="4337780"/>
                  <a:pt x="2991422" y="4333113"/>
                  <a:pt x="2986088" y="4331494"/>
                </a:cubicBezTo>
                <a:lnTo>
                  <a:pt x="2986088" y="4299490"/>
                </a:lnTo>
                <a:lnTo>
                  <a:pt x="3022759" y="4299490"/>
                </a:lnTo>
                <a:close/>
                <a:moveTo>
                  <a:pt x="3068574" y="4339019"/>
                </a:moveTo>
                <a:cubicBezTo>
                  <a:pt x="3070193" y="4337495"/>
                  <a:pt x="3072194" y="4336637"/>
                  <a:pt x="3074480" y="4336637"/>
                </a:cubicBezTo>
                <a:cubicBezTo>
                  <a:pt x="3079052" y="4336637"/>
                  <a:pt x="3082767" y="4340352"/>
                  <a:pt x="3082767" y="4344924"/>
                </a:cubicBezTo>
                <a:cubicBezTo>
                  <a:pt x="3082767" y="4349496"/>
                  <a:pt x="3079052" y="4353211"/>
                  <a:pt x="3074480" y="4353211"/>
                </a:cubicBezTo>
                <a:cubicBezTo>
                  <a:pt x="3069908" y="4353211"/>
                  <a:pt x="3066193" y="4349496"/>
                  <a:pt x="3066193" y="4344924"/>
                </a:cubicBezTo>
                <a:cubicBezTo>
                  <a:pt x="3066193" y="4342734"/>
                  <a:pt x="3067050" y="4340638"/>
                  <a:pt x="3068574" y="4339019"/>
                </a:cubicBezTo>
                <a:close/>
                <a:moveTo>
                  <a:pt x="2971229" y="4190048"/>
                </a:moveTo>
                <a:cubicBezTo>
                  <a:pt x="2971229" y="4187667"/>
                  <a:pt x="2973134" y="4185666"/>
                  <a:pt x="2975610" y="4185666"/>
                </a:cubicBezTo>
                <a:lnTo>
                  <a:pt x="2989612" y="4185666"/>
                </a:lnTo>
                <a:cubicBezTo>
                  <a:pt x="2991993" y="4185666"/>
                  <a:pt x="2993993" y="4187571"/>
                  <a:pt x="2993993" y="4190048"/>
                </a:cubicBezTo>
                <a:lnTo>
                  <a:pt x="2993993" y="4201763"/>
                </a:lnTo>
                <a:lnTo>
                  <a:pt x="2971324" y="4201763"/>
                </a:lnTo>
                <a:lnTo>
                  <a:pt x="2971324" y="4190048"/>
                </a:lnTo>
                <a:close/>
                <a:moveTo>
                  <a:pt x="2990564" y="4343591"/>
                </a:moveTo>
                <a:cubicBezTo>
                  <a:pt x="2990564" y="4348068"/>
                  <a:pt x="2986945" y="4351592"/>
                  <a:pt x="2982563" y="4351592"/>
                </a:cubicBezTo>
                <a:cubicBezTo>
                  <a:pt x="2978182" y="4351592"/>
                  <a:pt x="2974562" y="4347972"/>
                  <a:pt x="2974562" y="4343591"/>
                </a:cubicBezTo>
                <a:cubicBezTo>
                  <a:pt x="2974562" y="4339209"/>
                  <a:pt x="2978182" y="4335590"/>
                  <a:pt x="2982563" y="4335590"/>
                </a:cubicBezTo>
                <a:cubicBezTo>
                  <a:pt x="2986945" y="4335590"/>
                  <a:pt x="2990564" y="4339209"/>
                  <a:pt x="2990564" y="4343591"/>
                </a:cubicBezTo>
                <a:close/>
                <a:moveTo>
                  <a:pt x="2978944" y="4245674"/>
                </a:moveTo>
                <a:lnTo>
                  <a:pt x="2975515" y="4245674"/>
                </a:lnTo>
                <a:cubicBezTo>
                  <a:pt x="2973134" y="4245674"/>
                  <a:pt x="2971134" y="4243769"/>
                  <a:pt x="2971134" y="4241292"/>
                </a:cubicBezTo>
                <a:lnTo>
                  <a:pt x="2971134" y="4232339"/>
                </a:lnTo>
                <a:lnTo>
                  <a:pt x="2993803" y="4232339"/>
                </a:lnTo>
                <a:lnTo>
                  <a:pt x="2993803" y="4241292"/>
                </a:lnTo>
                <a:cubicBezTo>
                  <a:pt x="2993803" y="4243673"/>
                  <a:pt x="2991898" y="4245674"/>
                  <a:pt x="2989421" y="4245674"/>
                </a:cubicBezTo>
                <a:lnTo>
                  <a:pt x="2978849" y="4245674"/>
                </a:lnTo>
                <a:close/>
                <a:moveTo>
                  <a:pt x="654463" y="1209008"/>
                </a:moveTo>
                <a:cubicBezTo>
                  <a:pt x="655987" y="1209675"/>
                  <a:pt x="657606" y="1209961"/>
                  <a:pt x="659225" y="1209961"/>
                </a:cubicBezTo>
                <a:cubicBezTo>
                  <a:pt x="660845" y="1209961"/>
                  <a:pt x="662464" y="1209675"/>
                  <a:pt x="663988" y="1209008"/>
                </a:cubicBezTo>
                <a:cubicBezTo>
                  <a:pt x="667036" y="1207770"/>
                  <a:pt x="669417" y="1205389"/>
                  <a:pt x="670751" y="1202246"/>
                </a:cubicBezTo>
                <a:cubicBezTo>
                  <a:pt x="671989" y="1199198"/>
                  <a:pt x="671989" y="1195769"/>
                  <a:pt x="670751" y="1192721"/>
                </a:cubicBezTo>
                <a:cubicBezTo>
                  <a:pt x="669512" y="1189673"/>
                  <a:pt x="667131" y="1187291"/>
                  <a:pt x="663988" y="1185958"/>
                </a:cubicBezTo>
                <a:cubicBezTo>
                  <a:pt x="660940" y="1184720"/>
                  <a:pt x="657511" y="1184720"/>
                  <a:pt x="654463" y="1185958"/>
                </a:cubicBezTo>
                <a:cubicBezTo>
                  <a:pt x="652748" y="1186625"/>
                  <a:pt x="651320" y="1187768"/>
                  <a:pt x="650177" y="1189006"/>
                </a:cubicBezTo>
                <a:cubicBezTo>
                  <a:pt x="649415" y="1183767"/>
                  <a:pt x="648367" y="1181100"/>
                  <a:pt x="645795" y="1181100"/>
                </a:cubicBezTo>
                <a:cubicBezTo>
                  <a:pt x="642271" y="1181100"/>
                  <a:pt x="641699" y="1185863"/>
                  <a:pt x="640652" y="1195388"/>
                </a:cubicBezTo>
                <a:cubicBezTo>
                  <a:pt x="640556" y="1196531"/>
                  <a:pt x="640366" y="1197864"/>
                  <a:pt x="640175" y="1199198"/>
                </a:cubicBezTo>
                <a:cubicBezTo>
                  <a:pt x="639985" y="1197864"/>
                  <a:pt x="639890" y="1196531"/>
                  <a:pt x="639699" y="1195388"/>
                </a:cubicBezTo>
                <a:cubicBezTo>
                  <a:pt x="638556" y="1185863"/>
                  <a:pt x="637985" y="1181100"/>
                  <a:pt x="634460" y="1181100"/>
                </a:cubicBezTo>
                <a:lnTo>
                  <a:pt x="634460" y="1181100"/>
                </a:lnTo>
                <a:cubicBezTo>
                  <a:pt x="630936" y="1181100"/>
                  <a:pt x="630365" y="1185863"/>
                  <a:pt x="629317" y="1195388"/>
                </a:cubicBezTo>
                <a:cubicBezTo>
                  <a:pt x="629222" y="1196531"/>
                  <a:pt x="629031" y="1197864"/>
                  <a:pt x="628841" y="1199102"/>
                </a:cubicBezTo>
                <a:cubicBezTo>
                  <a:pt x="628650" y="1197769"/>
                  <a:pt x="628555" y="1196531"/>
                  <a:pt x="628364" y="1195388"/>
                </a:cubicBezTo>
                <a:cubicBezTo>
                  <a:pt x="627221" y="1185863"/>
                  <a:pt x="626650" y="1181100"/>
                  <a:pt x="623221" y="1181100"/>
                </a:cubicBezTo>
                <a:cubicBezTo>
                  <a:pt x="619697" y="1181291"/>
                  <a:pt x="619125" y="1185863"/>
                  <a:pt x="618077" y="1195388"/>
                </a:cubicBezTo>
                <a:cubicBezTo>
                  <a:pt x="617982" y="1196531"/>
                  <a:pt x="617792" y="1197769"/>
                  <a:pt x="617601" y="1199102"/>
                </a:cubicBezTo>
                <a:cubicBezTo>
                  <a:pt x="617411" y="1197864"/>
                  <a:pt x="617315" y="1196531"/>
                  <a:pt x="617125" y="1195388"/>
                </a:cubicBezTo>
                <a:cubicBezTo>
                  <a:pt x="615982" y="1185863"/>
                  <a:pt x="615506" y="1181100"/>
                  <a:pt x="611981" y="1181100"/>
                </a:cubicBezTo>
                <a:lnTo>
                  <a:pt x="611981" y="1181100"/>
                </a:lnTo>
                <a:cubicBezTo>
                  <a:pt x="608457" y="1181100"/>
                  <a:pt x="607886" y="1185863"/>
                  <a:pt x="606838" y="1195388"/>
                </a:cubicBezTo>
                <a:cubicBezTo>
                  <a:pt x="606743" y="1196531"/>
                  <a:pt x="606552" y="1197769"/>
                  <a:pt x="606362" y="1199102"/>
                </a:cubicBezTo>
                <a:cubicBezTo>
                  <a:pt x="606171" y="1197769"/>
                  <a:pt x="606076" y="1196531"/>
                  <a:pt x="605885" y="1195388"/>
                </a:cubicBezTo>
                <a:cubicBezTo>
                  <a:pt x="604742" y="1185863"/>
                  <a:pt x="604171" y="1181100"/>
                  <a:pt x="600742" y="1181100"/>
                </a:cubicBezTo>
                <a:lnTo>
                  <a:pt x="600742" y="1181100"/>
                </a:lnTo>
                <a:cubicBezTo>
                  <a:pt x="597218" y="1181100"/>
                  <a:pt x="596646" y="1185863"/>
                  <a:pt x="595598" y="1195388"/>
                </a:cubicBezTo>
                <a:cubicBezTo>
                  <a:pt x="595503" y="1196531"/>
                  <a:pt x="595313" y="1197769"/>
                  <a:pt x="595122" y="1199102"/>
                </a:cubicBezTo>
                <a:cubicBezTo>
                  <a:pt x="594932" y="1197769"/>
                  <a:pt x="594836" y="1196531"/>
                  <a:pt x="594646" y="1195388"/>
                </a:cubicBezTo>
                <a:cubicBezTo>
                  <a:pt x="593503" y="1185863"/>
                  <a:pt x="592931" y="1181100"/>
                  <a:pt x="589407" y="1181100"/>
                </a:cubicBezTo>
                <a:lnTo>
                  <a:pt x="589407" y="1181100"/>
                </a:lnTo>
                <a:cubicBezTo>
                  <a:pt x="585883" y="1181100"/>
                  <a:pt x="585311" y="1185863"/>
                  <a:pt x="584264" y="1195388"/>
                </a:cubicBezTo>
                <a:cubicBezTo>
                  <a:pt x="584168" y="1196531"/>
                  <a:pt x="583978" y="1197769"/>
                  <a:pt x="583883" y="1199007"/>
                </a:cubicBezTo>
                <a:cubicBezTo>
                  <a:pt x="583692" y="1197769"/>
                  <a:pt x="583597" y="1196435"/>
                  <a:pt x="583406" y="1195388"/>
                </a:cubicBezTo>
                <a:cubicBezTo>
                  <a:pt x="582263" y="1185863"/>
                  <a:pt x="581692" y="1181100"/>
                  <a:pt x="578263" y="1181100"/>
                </a:cubicBezTo>
                <a:lnTo>
                  <a:pt x="578263" y="1181100"/>
                </a:lnTo>
                <a:cubicBezTo>
                  <a:pt x="574739" y="1181100"/>
                  <a:pt x="574167" y="1185863"/>
                  <a:pt x="573119" y="1195388"/>
                </a:cubicBezTo>
                <a:cubicBezTo>
                  <a:pt x="573024" y="1196531"/>
                  <a:pt x="572834" y="1197769"/>
                  <a:pt x="572738" y="1199102"/>
                </a:cubicBezTo>
                <a:cubicBezTo>
                  <a:pt x="572548" y="1197864"/>
                  <a:pt x="572453" y="1196531"/>
                  <a:pt x="572262" y="1195388"/>
                </a:cubicBezTo>
                <a:cubicBezTo>
                  <a:pt x="571119" y="1185863"/>
                  <a:pt x="570548" y="1181100"/>
                  <a:pt x="567119" y="1181100"/>
                </a:cubicBezTo>
                <a:lnTo>
                  <a:pt x="567119" y="1181100"/>
                </a:lnTo>
                <a:cubicBezTo>
                  <a:pt x="563594" y="1181100"/>
                  <a:pt x="563023" y="1185863"/>
                  <a:pt x="561975" y="1195388"/>
                </a:cubicBezTo>
                <a:cubicBezTo>
                  <a:pt x="561880" y="1196435"/>
                  <a:pt x="561689" y="1197769"/>
                  <a:pt x="561594" y="1199007"/>
                </a:cubicBezTo>
                <a:cubicBezTo>
                  <a:pt x="561404" y="1197769"/>
                  <a:pt x="561308" y="1196531"/>
                  <a:pt x="561118" y="1195388"/>
                </a:cubicBezTo>
                <a:cubicBezTo>
                  <a:pt x="559975" y="1185863"/>
                  <a:pt x="559499" y="1181100"/>
                  <a:pt x="555974" y="1181100"/>
                </a:cubicBezTo>
                <a:lnTo>
                  <a:pt x="555974" y="1181100"/>
                </a:lnTo>
                <a:cubicBezTo>
                  <a:pt x="552450" y="1181100"/>
                  <a:pt x="551879" y="1185863"/>
                  <a:pt x="550831" y="1195388"/>
                </a:cubicBezTo>
                <a:cubicBezTo>
                  <a:pt x="550736" y="1196435"/>
                  <a:pt x="550545" y="1197674"/>
                  <a:pt x="550450" y="1198912"/>
                </a:cubicBezTo>
                <a:cubicBezTo>
                  <a:pt x="550259" y="1197674"/>
                  <a:pt x="550164" y="1196435"/>
                  <a:pt x="550069" y="1195388"/>
                </a:cubicBezTo>
                <a:cubicBezTo>
                  <a:pt x="548926" y="1185863"/>
                  <a:pt x="548450" y="1181100"/>
                  <a:pt x="544925" y="1181100"/>
                </a:cubicBezTo>
                <a:lnTo>
                  <a:pt x="544925" y="1181100"/>
                </a:lnTo>
                <a:cubicBezTo>
                  <a:pt x="541401" y="1181100"/>
                  <a:pt x="540830" y="1185863"/>
                  <a:pt x="539782" y="1195388"/>
                </a:cubicBezTo>
                <a:cubicBezTo>
                  <a:pt x="539687" y="1196435"/>
                  <a:pt x="539496" y="1197674"/>
                  <a:pt x="539401" y="1198912"/>
                </a:cubicBezTo>
                <a:cubicBezTo>
                  <a:pt x="539210" y="1197674"/>
                  <a:pt x="539115" y="1196435"/>
                  <a:pt x="539020" y="1195388"/>
                </a:cubicBezTo>
                <a:cubicBezTo>
                  <a:pt x="537877" y="1185863"/>
                  <a:pt x="537401" y="1181100"/>
                  <a:pt x="533876" y="1181100"/>
                </a:cubicBezTo>
                <a:lnTo>
                  <a:pt x="533876" y="1181100"/>
                </a:lnTo>
                <a:cubicBezTo>
                  <a:pt x="530352" y="1181100"/>
                  <a:pt x="529781" y="1185863"/>
                  <a:pt x="528733" y="1195388"/>
                </a:cubicBezTo>
                <a:cubicBezTo>
                  <a:pt x="528638" y="1196531"/>
                  <a:pt x="528447" y="1197769"/>
                  <a:pt x="528352" y="1199007"/>
                </a:cubicBezTo>
                <a:cubicBezTo>
                  <a:pt x="528161" y="1197769"/>
                  <a:pt x="528066" y="1196435"/>
                  <a:pt x="527876" y="1195388"/>
                </a:cubicBezTo>
                <a:cubicBezTo>
                  <a:pt x="526733" y="1185863"/>
                  <a:pt x="526256" y="1181100"/>
                  <a:pt x="522732" y="1181100"/>
                </a:cubicBezTo>
                <a:lnTo>
                  <a:pt x="522732" y="1181100"/>
                </a:lnTo>
                <a:cubicBezTo>
                  <a:pt x="519208" y="1181100"/>
                  <a:pt x="518636" y="1185863"/>
                  <a:pt x="517589" y="1195388"/>
                </a:cubicBezTo>
                <a:cubicBezTo>
                  <a:pt x="517493" y="1196531"/>
                  <a:pt x="517303" y="1197769"/>
                  <a:pt x="517208" y="1199007"/>
                </a:cubicBezTo>
                <a:cubicBezTo>
                  <a:pt x="517017" y="1197769"/>
                  <a:pt x="516922" y="1196435"/>
                  <a:pt x="516731" y="1195388"/>
                </a:cubicBezTo>
                <a:cubicBezTo>
                  <a:pt x="515588" y="1185863"/>
                  <a:pt x="515112" y="1181100"/>
                  <a:pt x="511588" y="1181100"/>
                </a:cubicBezTo>
                <a:lnTo>
                  <a:pt x="511588" y="1181100"/>
                </a:lnTo>
                <a:cubicBezTo>
                  <a:pt x="508064" y="1181100"/>
                  <a:pt x="507492" y="1185863"/>
                  <a:pt x="506444" y="1195388"/>
                </a:cubicBezTo>
                <a:cubicBezTo>
                  <a:pt x="506349" y="1196435"/>
                  <a:pt x="506159" y="1197769"/>
                  <a:pt x="506063" y="1199007"/>
                </a:cubicBezTo>
                <a:cubicBezTo>
                  <a:pt x="505873" y="1197769"/>
                  <a:pt x="505778" y="1196531"/>
                  <a:pt x="505587" y="1195388"/>
                </a:cubicBezTo>
                <a:cubicBezTo>
                  <a:pt x="504444" y="1185863"/>
                  <a:pt x="503968" y="1181100"/>
                  <a:pt x="500444" y="1181100"/>
                </a:cubicBezTo>
                <a:cubicBezTo>
                  <a:pt x="496919" y="1180910"/>
                  <a:pt x="496348" y="1185863"/>
                  <a:pt x="495300" y="1195388"/>
                </a:cubicBezTo>
                <a:cubicBezTo>
                  <a:pt x="495205" y="1196531"/>
                  <a:pt x="495014" y="1197769"/>
                  <a:pt x="494919" y="1199007"/>
                </a:cubicBezTo>
                <a:cubicBezTo>
                  <a:pt x="494729" y="1197769"/>
                  <a:pt x="494633" y="1196531"/>
                  <a:pt x="494443" y="1195388"/>
                </a:cubicBezTo>
                <a:cubicBezTo>
                  <a:pt x="493300" y="1185863"/>
                  <a:pt x="492824" y="1181100"/>
                  <a:pt x="489299" y="1181100"/>
                </a:cubicBezTo>
                <a:lnTo>
                  <a:pt x="489299" y="1181100"/>
                </a:lnTo>
                <a:cubicBezTo>
                  <a:pt x="485775" y="1181100"/>
                  <a:pt x="485204" y="1185863"/>
                  <a:pt x="484156" y="1195388"/>
                </a:cubicBezTo>
                <a:cubicBezTo>
                  <a:pt x="484061" y="1196531"/>
                  <a:pt x="483870" y="1197769"/>
                  <a:pt x="483775" y="1199007"/>
                </a:cubicBezTo>
                <a:cubicBezTo>
                  <a:pt x="483584" y="1197769"/>
                  <a:pt x="483489" y="1196435"/>
                  <a:pt x="483299" y="1195388"/>
                </a:cubicBezTo>
                <a:cubicBezTo>
                  <a:pt x="482156" y="1185863"/>
                  <a:pt x="481679" y="1181100"/>
                  <a:pt x="478155" y="1181100"/>
                </a:cubicBezTo>
                <a:lnTo>
                  <a:pt x="478155" y="1181100"/>
                </a:lnTo>
                <a:cubicBezTo>
                  <a:pt x="474631" y="1181100"/>
                  <a:pt x="474059" y="1185863"/>
                  <a:pt x="473012" y="1195388"/>
                </a:cubicBezTo>
                <a:cubicBezTo>
                  <a:pt x="472916" y="1196435"/>
                  <a:pt x="472726" y="1197769"/>
                  <a:pt x="472631" y="1199007"/>
                </a:cubicBezTo>
                <a:cubicBezTo>
                  <a:pt x="472535" y="1197959"/>
                  <a:pt x="472345" y="1197007"/>
                  <a:pt x="472250" y="1196150"/>
                </a:cubicBezTo>
                <a:lnTo>
                  <a:pt x="472250" y="1188911"/>
                </a:lnTo>
                <a:cubicBezTo>
                  <a:pt x="472250" y="1185196"/>
                  <a:pt x="469297" y="1182243"/>
                  <a:pt x="465582" y="1182243"/>
                </a:cubicBezTo>
                <a:lnTo>
                  <a:pt x="439484" y="1182243"/>
                </a:lnTo>
                <a:cubicBezTo>
                  <a:pt x="438436" y="1182243"/>
                  <a:pt x="437388" y="1182529"/>
                  <a:pt x="436531" y="1183005"/>
                </a:cubicBezTo>
                <a:lnTo>
                  <a:pt x="417100" y="1169289"/>
                </a:lnTo>
                <a:lnTo>
                  <a:pt x="303848" y="1169289"/>
                </a:lnTo>
                <a:cubicBezTo>
                  <a:pt x="302895" y="1164146"/>
                  <a:pt x="298704" y="1159955"/>
                  <a:pt x="293275" y="1159097"/>
                </a:cubicBezTo>
                <a:cubicBezTo>
                  <a:pt x="289941" y="1158621"/>
                  <a:pt x="286607" y="1159478"/>
                  <a:pt x="283845" y="1161479"/>
                </a:cubicBezTo>
                <a:cubicBezTo>
                  <a:pt x="281178" y="1163479"/>
                  <a:pt x="279368" y="1166432"/>
                  <a:pt x="278892" y="1169861"/>
                </a:cubicBezTo>
                <a:cubicBezTo>
                  <a:pt x="278416" y="1173194"/>
                  <a:pt x="279273" y="1176528"/>
                  <a:pt x="281273" y="1179290"/>
                </a:cubicBezTo>
                <a:cubicBezTo>
                  <a:pt x="283274" y="1181957"/>
                  <a:pt x="286226" y="1183767"/>
                  <a:pt x="289655" y="1184243"/>
                </a:cubicBezTo>
                <a:cubicBezTo>
                  <a:pt x="290227" y="1184243"/>
                  <a:pt x="290894" y="1184339"/>
                  <a:pt x="291465" y="1184339"/>
                </a:cubicBezTo>
                <a:cubicBezTo>
                  <a:pt x="294227" y="1184339"/>
                  <a:pt x="296799" y="1183481"/>
                  <a:pt x="298990" y="1181767"/>
                </a:cubicBezTo>
                <a:cubicBezTo>
                  <a:pt x="301562" y="1179862"/>
                  <a:pt x="303086" y="1177100"/>
                  <a:pt x="303752" y="1174052"/>
                </a:cubicBezTo>
                <a:lnTo>
                  <a:pt x="415576" y="1174052"/>
                </a:lnTo>
                <a:lnTo>
                  <a:pt x="433292" y="1186529"/>
                </a:lnTo>
                <a:cubicBezTo>
                  <a:pt x="433007" y="1187291"/>
                  <a:pt x="432816" y="1188053"/>
                  <a:pt x="432816" y="1188911"/>
                </a:cubicBezTo>
                <a:lnTo>
                  <a:pt x="432816" y="1197293"/>
                </a:lnTo>
                <a:cubicBezTo>
                  <a:pt x="432816" y="1198150"/>
                  <a:pt x="433007" y="1199007"/>
                  <a:pt x="433292" y="1199769"/>
                </a:cubicBezTo>
                <a:lnTo>
                  <a:pt x="415576" y="1212914"/>
                </a:lnTo>
                <a:lnTo>
                  <a:pt x="375285" y="1212914"/>
                </a:lnTo>
                <a:lnTo>
                  <a:pt x="264605" y="1302734"/>
                </a:lnTo>
                <a:lnTo>
                  <a:pt x="264605" y="1357217"/>
                </a:lnTo>
                <a:cubicBezTo>
                  <a:pt x="262700" y="1357598"/>
                  <a:pt x="260795" y="1358360"/>
                  <a:pt x="259366" y="1359789"/>
                </a:cubicBezTo>
                <a:cubicBezTo>
                  <a:pt x="255175" y="1363980"/>
                  <a:pt x="255175" y="1370838"/>
                  <a:pt x="259366" y="1375029"/>
                </a:cubicBezTo>
                <a:cubicBezTo>
                  <a:pt x="261366" y="1377029"/>
                  <a:pt x="264128" y="1378172"/>
                  <a:pt x="266986" y="1378172"/>
                </a:cubicBezTo>
                <a:cubicBezTo>
                  <a:pt x="269843" y="1378172"/>
                  <a:pt x="272606" y="1377029"/>
                  <a:pt x="274606" y="1375029"/>
                </a:cubicBezTo>
                <a:cubicBezTo>
                  <a:pt x="276606" y="1373029"/>
                  <a:pt x="277749" y="1370267"/>
                  <a:pt x="277749" y="1367409"/>
                </a:cubicBezTo>
                <a:cubicBezTo>
                  <a:pt x="277749" y="1364552"/>
                  <a:pt x="276606" y="1361789"/>
                  <a:pt x="274606" y="1359789"/>
                </a:cubicBezTo>
                <a:cubicBezTo>
                  <a:pt x="273177" y="1358360"/>
                  <a:pt x="271272" y="1357598"/>
                  <a:pt x="269367" y="1357217"/>
                </a:cubicBezTo>
                <a:lnTo>
                  <a:pt x="269367" y="1305020"/>
                </a:lnTo>
                <a:lnTo>
                  <a:pt x="377000" y="1217676"/>
                </a:lnTo>
                <a:lnTo>
                  <a:pt x="417100" y="1217676"/>
                </a:lnTo>
                <a:lnTo>
                  <a:pt x="436531" y="1203198"/>
                </a:lnTo>
                <a:cubicBezTo>
                  <a:pt x="437388" y="1203674"/>
                  <a:pt x="438340" y="1203960"/>
                  <a:pt x="439484" y="1203960"/>
                </a:cubicBezTo>
                <a:lnTo>
                  <a:pt x="465582" y="1203960"/>
                </a:lnTo>
                <a:cubicBezTo>
                  <a:pt x="466630" y="1203960"/>
                  <a:pt x="467582" y="1203674"/>
                  <a:pt x="468439" y="1203293"/>
                </a:cubicBezTo>
                <a:cubicBezTo>
                  <a:pt x="469202" y="1208056"/>
                  <a:pt x="470249" y="1210342"/>
                  <a:pt x="472631" y="1210342"/>
                </a:cubicBezTo>
                <a:cubicBezTo>
                  <a:pt x="476155" y="1210342"/>
                  <a:pt x="476726" y="1205579"/>
                  <a:pt x="477774" y="1196054"/>
                </a:cubicBezTo>
                <a:cubicBezTo>
                  <a:pt x="477869" y="1195007"/>
                  <a:pt x="478060" y="1193673"/>
                  <a:pt x="478155" y="1192435"/>
                </a:cubicBezTo>
                <a:cubicBezTo>
                  <a:pt x="478346" y="1193673"/>
                  <a:pt x="478441" y="1195007"/>
                  <a:pt x="478631" y="1196054"/>
                </a:cubicBezTo>
                <a:cubicBezTo>
                  <a:pt x="479774" y="1205579"/>
                  <a:pt x="480251" y="1210342"/>
                  <a:pt x="483775" y="1210342"/>
                </a:cubicBezTo>
                <a:lnTo>
                  <a:pt x="483775" y="1210342"/>
                </a:lnTo>
                <a:cubicBezTo>
                  <a:pt x="487299" y="1210342"/>
                  <a:pt x="487871" y="1205579"/>
                  <a:pt x="488918" y="1196054"/>
                </a:cubicBezTo>
                <a:cubicBezTo>
                  <a:pt x="489014" y="1194911"/>
                  <a:pt x="489204" y="1193673"/>
                  <a:pt x="489299" y="1192435"/>
                </a:cubicBezTo>
                <a:cubicBezTo>
                  <a:pt x="489490" y="1193673"/>
                  <a:pt x="489585" y="1195007"/>
                  <a:pt x="489776" y="1196054"/>
                </a:cubicBezTo>
                <a:cubicBezTo>
                  <a:pt x="490919" y="1205579"/>
                  <a:pt x="491395" y="1210342"/>
                  <a:pt x="494919" y="1210342"/>
                </a:cubicBezTo>
                <a:lnTo>
                  <a:pt x="494919" y="1210342"/>
                </a:lnTo>
                <a:cubicBezTo>
                  <a:pt x="498443" y="1210342"/>
                  <a:pt x="499015" y="1205579"/>
                  <a:pt x="500063" y="1196054"/>
                </a:cubicBezTo>
                <a:cubicBezTo>
                  <a:pt x="500158" y="1195007"/>
                  <a:pt x="500348" y="1193673"/>
                  <a:pt x="500444" y="1192435"/>
                </a:cubicBezTo>
                <a:cubicBezTo>
                  <a:pt x="500634" y="1193673"/>
                  <a:pt x="500729" y="1194911"/>
                  <a:pt x="500920" y="1196054"/>
                </a:cubicBezTo>
                <a:cubicBezTo>
                  <a:pt x="502063" y="1205579"/>
                  <a:pt x="502539" y="1210342"/>
                  <a:pt x="506063" y="1210342"/>
                </a:cubicBezTo>
                <a:lnTo>
                  <a:pt x="506063" y="1210342"/>
                </a:lnTo>
                <a:cubicBezTo>
                  <a:pt x="509588" y="1210342"/>
                  <a:pt x="510159" y="1205579"/>
                  <a:pt x="511207" y="1196054"/>
                </a:cubicBezTo>
                <a:cubicBezTo>
                  <a:pt x="511302" y="1195007"/>
                  <a:pt x="511493" y="1193673"/>
                  <a:pt x="511588" y="1192435"/>
                </a:cubicBezTo>
                <a:cubicBezTo>
                  <a:pt x="511778" y="1193673"/>
                  <a:pt x="511874" y="1194911"/>
                  <a:pt x="512064" y="1196054"/>
                </a:cubicBezTo>
                <a:cubicBezTo>
                  <a:pt x="513207" y="1205579"/>
                  <a:pt x="513779" y="1210342"/>
                  <a:pt x="517208" y="1210342"/>
                </a:cubicBezTo>
                <a:lnTo>
                  <a:pt x="517208" y="1210342"/>
                </a:lnTo>
                <a:cubicBezTo>
                  <a:pt x="520732" y="1210342"/>
                  <a:pt x="521303" y="1205579"/>
                  <a:pt x="522351" y="1196054"/>
                </a:cubicBezTo>
                <a:cubicBezTo>
                  <a:pt x="522446" y="1194911"/>
                  <a:pt x="522637" y="1193673"/>
                  <a:pt x="522732" y="1192435"/>
                </a:cubicBezTo>
                <a:cubicBezTo>
                  <a:pt x="522923" y="1193673"/>
                  <a:pt x="523018" y="1195007"/>
                  <a:pt x="523208" y="1196054"/>
                </a:cubicBezTo>
                <a:cubicBezTo>
                  <a:pt x="524351" y="1205579"/>
                  <a:pt x="524828" y="1210342"/>
                  <a:pt x="528352" y="1210342"/>
                </a:cubicBezTo>
                <a:lnTo>
                  <a:pt x="528352" y="1210342"/>
                </a:lnTo>
                <a:cubicBezTo>
                  <a:pt x="531876" y="1210342"/>
                  <a:pt x="532448" y="1205579"/>
                  <a:pt x="533495" y="1196054"/>
                </a:cubicBezTo>
                <a:cubicBezTo>
                  <a:pt x="533591" y="1195007"/>
                  <a:pt x="533781" y="1193768"/>
                  <a:pt x="533876" y="1192435"/>
                </a:cubicBezTo>
                <a:cubicBezTo>
                  <a:pt x="534067" y="1193673"/>
                  <a:pt x="534162" y="1194911"/>
                  <a:pt x="534257" y="1196054"/>
                </a:cubicBezTo>
                <a:cubicBezTo>
                  <a:pt x="535400" y="1205579"/>
                  <a:pt x="535877" y="1210342"/>
                  <a:pt x="539401" y="1210342"/>
                </a:cubicBezTo>
                <a:lnTo>
                  <a:pt x="539401" y="1210342"/>
                </a:lnTo>
                <a:cubicBezTo>
                  <a:pt x="542925" y="1210342"/>
                  <a:pt x="543401" y="1205579"/>
                  <a:pt x="544544" y="1196054"/>
                </a:cubicBezTo>
                <a:cubicBezTo>
                  <a:pt x="544640" y="1195007"/>
                  <a:pt x="544830" y="1193768"/>
                  <a:pt x="544925" y="1192530"/>
                </a:cubicBezTo>
                <a:cubicBezTo>
                  <a:pt x="545116" y="1193768"/>
                  <a:pt x="545211" y="1195007"/>
                  <a:pt x="545306" y="1196054"/>
                </a:cubicBezTo>
                <a:cubicBezTo>
                  <a:pt x="546449" y="1205579"/>
                  <a:pt x="546926" y="1210342"/>
                  <a:pt x="550450" y="1210342"/>
                </a:cubicBezTo>
                <a:lnTo>
                  <a:pt x="550450" y="1210342"/>
                </a:lnTo>
                <a:cubicBezTo>
                  <a:pt x="553974" y="1210342"/>
                  <a:pt x="554546" y="1205579"/>
                  <a:pt x="555593" y="1196054"/>
                </a:cubicBezTo>
                <a:cubicBezTo>
                  <a:pt x="555689" y="1195007"/>
                  <a:pt x="555879" y="1193768"/>
                  <a:pt x="555974" y="1192530"/>
                </a:cubicBezTo>
                <a:cubicBezTo>
                  <a:pt x="556165" y="1193768"/>
                  <a:pt x="556260" y="1195007"/>
                  <a:pt x="556355" y="1196054"/>
                </a:cubicBezTo>
                <a:cubicBezTo>
                  <a:pt x="557498" y="1205579"/>
                  <a:pt x="557975" y="1210342"/>
                  <a:pt x="561499" y="1210342"/>
                </a:cubicBezTo>
                <a:lnTo>
                  <a:pt x="561499" y="1210342"/>
                </a:lnTo>
                <a:cubicBezTo>
                  <a:pt x="565023" y="1210342"/>
                  <a:pt x="565595" y="1205579"/>
                  <a:pt x="566642" y="1196054"/>
                </a:cubicBezTo>
                <a:cubicBezTo>
                  <a:pt x="566738" y="1194911"/>
                  <a:pt x="566928" y="1193673"/>
                  <a:pt x="567119" y="1192340"/>
                </a:cubicBezTo>
                <a:cubicBezTo>
                  <a:pt x="567309" y="1193578"/>
                  <a:pt x="567404" y="1194911"/>
                  <a:pt x="567595" y="1196054"/>
                </a:cubicBezTo>
                <a:cubicBezTo>
                  <a:pt x="568738" y="1205579"/>
                  <a:pt x="569309" y="1210342"/>
                  <a:pt x="572738" y="1210342"/>
                </a:cubicBezTo>
                <a:lnTo>
                  <a:pt x="572738" y="1210342"/>
                </a:lnTo>
                <a:cubicBezTo>
                  <a:pt x="576263" y="1210342"/>
                  <a:pt x="576834" y="1205579"/>
                  <a:pt x="577882" y="1196054"/>
                </a:cubicBezTo>
                <a:cubicBezTo>
                  <a:pt x="577977" y="1194911"/>
                  <a:pt x="578168" y="1193673"/>
                  <a:pt x="578263" y="1192435"/>
                </a:cubicBezTo>
                <a:cubicBezTo>
                  <a:pt x="578453" y="1193673"/>
                  <a:pt x="578549" y="1195007"/>
                  <a:pt x="578739" y="1196054"/>
                </a:cubicBezTo>
                <a:cubicBezTo>
                  <a:pt x="579882" y="1205579"/>
                  <a:pt x="580454" y="1210342"/>
                  <a:pt x="583883" y="1210342"/>
                </a:cubicBezTo>
                <a:lnTo>
                  <a:pt x="583883" y="1210342"/>
                </a:lnTo>
                <a:cubicBezTo>
                  <a:pt x="587407" y="1210342"/>
                  <a:pt x="587978" y="1205579"/>
                  <a:pt x="589026" y="1196054"/>
                </a:cubicBezTo>
                <a:cubicBezTo>
                  <a:pt x="589121" y="1194911"/>
                  <a:pt x="589312" y="1193673"/>
                  <a:pt x="589502" y="1192340"/>
                </a:cubicBezTo>
                <a:cubicBezTo>
                  <a:pt x="589693" y="1193673"/>
                  <a:pt x="589788" y="1194911"/>
                  <a:pt x="589979" y="1196054"/>
                </a:cubicBezTo>
                <a:cubicBezTo>
                  <a:pt x="591122" y="1205579"/>
                  <a:pt x="591693" y="1210342"/>
                  <a:pt x="595217" y="1210342"/>
                </a:cubicBezTo>
                <a:lnTo>
                  <a:pt x="595217" y="1210342"/>
                </a:lnTo>
                <a:cubicBezTo>
                  <a:pt x="598742" y="1210342"/>
                  <a:pt x="599313" y="1205579"/>
                  <a:pt x="600361" y="1196054"/>
                </a:cubicBezTo>
                <a:cubicBezTo>
                  <a:pt x="600456" y="1194911"/>
                  <a:pt x="600647" y="1193673"/>
                  <a:pt x="600837" y="1192340"/>
                </a:cubicBezTo>
                <a:cubicBezTo>
                  <a:pt x="601028" y="1193673"/>
                  <a:pt x="601123" y="1194911"/>
                  <a:pt x="601313" y="1196054"/>
                </a:cubicBezTo>
                <a:cubicBezTo>
                  <a:pt x="602456" y="1205579"/>
                  <a:pt x="603028" y="1210342"/>
                  <a:pt x="606457" y="1210342"/>
                </a:cubicBezTo>
                <a:lnTo>
                  <a:pt x="606457" y="1210342"/>
                </a:lnTo>
                <a:cubicBezTo>
                  <a:pt x="609981" y="1210342"/>
                  <a:pt x="610552" y="1205579"/>
                  <a:pt x="611600" y="1196054"/>
                </a:cubicBezTo>
                <a:cubicBezTo>
                  <a:pt x="611696" y="1194911"/>
                  <a:pt x="611886" y="1193673"/>
                  <a:pt x="612077" y="1192340"/>
                </a:cubicBezTo>
                <a:cubicBezTo>
                  <a:pt x="612267" y="1193673"/>
                  <a:pt x="612362" y="1194911"/>
                  <a:pt x="612553" y="1196054"/>
                </a:cubicBezTo>
                <a:cubicBezTo>
                  <a:pt x="613696" y="1205579"/>
                  <a:pt x="614172" y="1210342"/>
                  <a:pt x="617696" y="1210342"/>
                </a:cubicBezTo>
                <a:lnTo>
                  <a:pt x="617696" y="1210342"/>
                </a:lnTo>
                <a:cubicBezTo>
                  <a:pt x="621221" y="1210342"/>
                  <a:pt x="621792" y="1205579"/>
                  <a:pt x="622840" y="1196054"/>
                </a:cubicBezTo>
                <a:cubicBezTo>
                  <a:pt x="622935" y="1194911"/>
                  <a:pt x="623126" y="1193673"/>
                  <a:pt x="623316" y="1192340"/>
                </a:cubicBezTo>
                <a:cubicBezTo>
                  <a:pt x="623507" y="1193673"/>
                  <a:pt x="623602" y="1194911"/>
                  <a:pt x="623792" y="1196054"/>
                </a:cubicBezTo>
                <a:cubicBezTo>
                  <a:pt x="624935" y="1205579"/>
                  <a:pt x="625507" y="1210342"/>
                  <a:pt x="629031" y="1210342"/>
                </a:cubicBezTo>
                <a:lnTo>
                  <a:pt x="629031" y="1210342"/>
                </a:lnTo>
                <a:cubicBezTo>
                  <a:pt x="632555" y="1210342"/>
                  <a:pt x="633127" y="1205579"/>
                  <a:pt x="634175" y="1196054"/>
                </a:cubicBezTo>
                <a:cubicBezTo>
                  <a:pt x="634270" y="1194911"/>
                  <a:pt x="634460" y="1193578"/>
                  <a:pt x="634651" y="1192244"/>
                </a:cubicBezTo>
                <a:cubicBezTo>
                  <a:pt x="634841" y="1193578"/>
                  <a:pt x="634937" y="1194911"/>
                  <a:pt x="635127" y="1196054"/>
                </a:cubicBezTo>
                <a:cubicBezTo>
                  <a:pt x="636270" y="1205579"/>
                  <a:pt x="636842" y="1210342"/>
                  <a:pt x="640366" y="1210342"/>
                </a:cubicBezTo>
                <a:lnTo>
                  <a:pt x="640366" y="1210342"/>
                </a:lnTo>
                <a:cubicBezTo>
                  <a:pt x="643890" y="1210342"/>
                  <a:pt x="644462" y="1205579"/>
                  <a:pt x="645509" y="1196054"/>
                </a:cubicBezTo>
                <a:cubicBezTo>
                  <a:pt x="645604" y="1194911"/>
                  <a:pt x="645795" y="1193483"/>
                  <a:pt x="645986" y="1192149"/>
                </a:cubicBezTo>
                <a:cubicBezTo>
                  <a:pt x="646176" y="1193483"/>
                  <a:pt x="646367" y="1194816"/>
                  <a:pt x="646462" y="1196054"/>
                </a:cubicBezTo>
                <a:lnTo>
                  <a:pt x="646462" y="1197102"/>
                </a:lnTo>
                <a:cubicBezTo>
                  <a:pt x="646462" y="1197102"/>
                  <a:pt x="647129" y="1197102"/>
                  <a:pt x="647129" y="1197102"/>
                </a:cubicBezTo>
                <a:cubicBezTo>
                  <a:pt x="647129" y="1198817"/>
                  <a:pt x="647319" y="1200626"/>
                  <a:pt x="647986" y="1202341"/>
                </a:cubicBezTo>
                <a:cubicBezTo>
                  <a:pt x="649224" y="1205389"/>
                  <a:pt x="651605" y="1207770"/>
                  <a:pt x="654749" y="1209008"/>
                </a:cubicBezTo>
                <a:close/>
                <a:moveTo>
                  <a:pt x="652177" y="1194626"/>
                </a:moveTo>
                <a:cubicBezTo>
                  <a:pt x="652939" y="1192721"/>
                  <a:pt x="654463" y="1191292"/>
                  <a:pt x="656273" y="1190530"/>
                </a:cubicBezTo>
                <a:cubicBezTo>
                  <a:pt x="657225" y="1190149"/>
                  <a:pt x="658177" y="1189958"/>
                  <a:pt x="659225" y="1189958"/>
                </a:cubicBezTo>
                <a:cubicBezTo>
                  <a:pt x="660273" y="1189958"/>
                  <a:pt x="661226" y="1190149"/>
                  <a:pt x="662178" y="1190530"/>
                </a:cubicBezTo>
                <a:cubicBezTo>
                  <a:pt x="666083" y="1192149"/>
                  <a:pt x="667988" y="1196626"/>
                  <a:pt x="666369" y="1200531"/>
                </a:cubicBezTo>
                <a:cubicBezTo>
                  <a:pt x="665607" y="1202436"/>
                  <a:pt x="664083" y="1203865"/>
                  <a:pt x="662273" y="1204722"/>
                </a:cubicBezTo>
                <a:cubicBezTo>
                  <a:pt x="660368" y="1205484"/>
                  <a:pt x="658273" y="1205484"/>
                  <a:pt x="656368" y="1204722"/>
                </a:cubicBezTo>
                <a:cubicBezTo>
                  <a:pt x="654463" y="1203960"/>
                  <a:pt x="653034" y="1202436"/>
                  <a:pt x="652272" y="1200626"/>
                </a:cubicBezTo>
                <a:cubicBezTo>
                  <a:pt x="651510" y="1198721"/>
                  <a:pt x="651510" y="1196626"/>
                  <a:pt x="652272" y="1194721"/>
                </a:cubicBezTo>
                <a:close/>
                <a:moveTo>
                  <a:pt x="295751" y="1178338"/>
                </a:moveTo>
                <a:cubicBezTo>
                  <a:pt x="294037" y="1179576"/>
                  <a:pt x="291941" y="1180148"/>
                  <a:pt x="289941" y="1179862"/>
                </a:cubicBezTo>
                <a:cubicBezTo>
                  <a:pt x="287846" y="1179576"/>
                  <a:pt x="286036" y="1178433"/>
                  <a:pt x="284702" y="1176814"/>
                </a:cubicBezTo>
                <a:cubicBezTo>
                  <a:pt x="283464" y="1175099"/>
                  <a:pt x="282893" y="1173004"/>
                  <a:pt x="283178" y="1171004"/>
                </a:cubicBezTo>
                <a:cubicBezTo>
                  <a:pt x="283464" y="1168908"/>
                  <a:pt x="284607" y="1167098"/>
                  <a:pt x="286226" y="1165765"/>
                </a:cubicBezTo>
                <a:cubicBezTo>
                  <a:pt x="287560" y="1164717"/>
                  <a:pt x="289274" y="1164146"/>
                  <a:pt x="290989" y="1164146"/>
                </a:cubicBezTo>
                <a:cubicBezTo>
                  <a:pt x="291370" y="1164146"/>
                  <a:pt x="291751" y="1164146"/>
                  <a:pt x="292132" y="1164146"/>
                </a:cubicBezTo>
                <a:cubicBezTo>
                  <a:pt x="296418" y="1164717"/>
                  <a:pt x="299466" y="1168813"/>
                  <a:pt x="298799" y="1173099"/>
                </a:cubicBezTo>
                <a:cubicBezTo>
                  <a:pt x="298514" y="1175195"/>
                  <a:pt x="297371" y="1177004"/>
                  <a:pt x="295751" y="1178338"/>
                </a:cubicBezTo>
                <a:close/>
                <a:moveTo>
                  <a:pt x="270796" y="1363599"/>
                </a:moveTo>
                <a:cubicBezTo>
                  <a:pt x="271939" y="1364742"/>
                  <a:pt x="272510" y="1366266"/>
                  <a:pt x="272510" y="1367885"/>
                </a:cubicBezTo>
                <a:cubicBezTo>
                  <a:pt x="272510" y="1369505"/>
                  <a:pt x="271844" y="1371028"/>
                  <a:pt x="270796" y="1372172"/>
                </a:cubicBezTo>
                <a:cubicBezTo>
                  <a:pt x="268510" y="1374457"/>
                  <a:pt x="264605" y="1374457"/>
                  <a:pt x="262319" y="1372172"/>
                </a:cubicBezTo>
                <a:cubicBezTo>
                  <a:pt x="259937" y="1369790"/>
                  <a:pt x="259937" y="1365980"/>
                  <a:pt x="262319" y="1363694"/>
                </a:cubicBezTo>
                <a:cubicBezTo>
                  <a:pt x="263462" y="1362551"/>
                  <a:pt x="264986" y="1361885"/>
                  <a:pt x="266605" y="1361885"/>
                </a:cubicBezTo>
                <a:cubicBezTo>
                  <a:pt x="268224" y="1361885"/>
                  <a:pt x="269748" y="1362551"/>
                  <a:pt x="270891" y="1363694"/>
                </a:cubicBezTo>
                <a:close/>
                <a:moveTo>
                  <a:pt x="467106" y="1197674"/>
                </a:moveTo>
                <a:cubicBezTo>
                  <a:pt x="467106" y="1198721"/>
                  <a:pt x="466249" y="1199579"/>
                  <a:pt x="465201" y="1199579"/>
                </a:cubicBezTo>
                <a:lnTo>
                  <a:pt x="439103" y="1199579"/>
                </a:lnTo>
                <a:cubicBezTo>
                  <a:pt x="438055" y="1199579"/>
                  <a:pt x="437198" y="1198721"/>
                  <a:pt x="437198" y="1197674"/>
                </a:cubicBezTo>
                <a:lnTo>
                  <a:pt x="437198" y="1189292"/>
                </a:lnTo>
                <a:cubicBezTo>
                  <a:pt x="437198" y="1188244"/>
                  <a:pt x="438055" y="1187387"/>
                  <a:pt x="439103" y="1187387"/>
                </a:cubicBezTo>
                <a:lnTo>
                  <a:pt x="465201" y="1187387"/>
                </a:lnTo>
                <a:cubicBezTo>
                  <a:pt x="466249" y="1187387"/>
                  <a:pt x="467106" y="1188244"/>
                  <a:pt x="467106" y="1189292"/>
                </a:cubicBezTo>
                <a:lnTo>
                  <a:pt x="467106" y="1197674"/>
                </a:lnTo>
                <a:close/>
                <a:moveTo>
                  <a:pt x="72581" y="3846862"/>
                </a:moveTo>
                <a:lnTo>
                  <a:pt x="72581" y="3842099"/>
                </a:lnTo>
                <a:lnTo>
                  <a:pt x="91059" y="3842099"/>
                </a:lnTo>
                <a:lnTo>
                  <a:pt x="91059" y="3846862"/>
                </a:lnTo>
                <a:lnTo>
                  <a:pt x="72581" y="3846862"/>
                </a:lnTo>
                <a:close/>
                <a:moveTo>
                  <a:pt x="774668" y="4327112"/>
                </a:moveTo>
                <a:lnTo>
                  <a:pt x="767525" y="4327112"/>
                </a:lnTo>
                <a:lnTo>
                  <a:pt x="767525" y="4319493"/>
                </a:lnTo>
                <a:lnTo>
                  <a:pt x="774668" y="4319493"/>
                </a:lnTo>
                <a:lnTo>
                  <a:pt x="774668" y="4327112"/>
                </a:lnTo>
                <a:close/>
                <a:moveTo>
                  <a:pt x="100298" y="3875532"/>
                </a:moveTo>
                <a:cubicBezTo>
                  <a:pt x="100298" y="3871627"/>
                  <a:pt x="103442" y="3868484"/>
                  <a:pt x="107347" y="3868484"/>
                </a:cubicBezTo>
                <a:cubicBezTo>
                  <a:pt x="111252" y="3868484"/>
                  <a:pt x="114395" y="3871627"/>
                  <a:pt x="114395" y="3875532"/>
                </a:cubicBezTo>
                <a:cubicBezTo>
                  <a:pt x="114395" y="3879437"/>
                  <a:pt x="111252" y="3882580"/>
                  <a:pt x="107347" y="3882580"/>
                </a:cubicBezTo>
                <a:cubicBezTo>
                  <a:pt x="103442" y="3882580"/>
                  <a:pt x="100298" y="3879437"/>
                  <a:pt x="100298" y="3875532"/>
                </a:cubicBezTo>
                <a:close/>
                <a:moveTo>
                  <a:pt x="35719" y="3846862"/>
                </a:moveTo>
                <a:lnTo>
                  <a:pt x="35719" y="3842099"/>
                </a:lnTo>
                <a:lnTo>
                  <a:pt x="54197" y="3842099"/>
                </a:lnTo>
                <a:lnTo>
                  <a:pt x="54197" y="3846862"/>
                </a:lnTo>
                <a:lnTo>
                  <a:pt x="35719" y="3846862"/>
                </a:lnTo>
                <a:close/>
                <a:moveTo>
                  <a:pt x="17240" y="3846862"/>
                </a:moveTo>
                <a:lnTo>
                  <a:pt x="95" y="3846862"/>
                </a:lnTo>
                <a:cubicBezTo>
                  <a:pt x="95" y="3846862"/>
                  <a:pt x="95" y="3842099"/>
                  <a:pt x="95" y="3842099"/>
                </a:cubicBezTo>
                <a:lnTo>
                  <a:pt x="17240" y="3842099"/>
                </a:lnTo>
                <a:cubicBezTo>
                  <a:pt x="17240" y="3842099"/>
                  <a:pt x="17240" y="3846862"/>
                  <a:pt x="17240" y="3846862"/>
                </a:cubicBezTo>
                <a:close/>
                <a:moveTo>
                  <a:pt x="24289" y="4929950"/>
                </a:moveTo>
                <a:lnTo>
                  <a:pt x="95" y="4929950"/>
                </a:lnTo>
                <a:lnTo>
                  <a:pt x="95" y="4864704"/>
                </a:lnTo>
                <a:lnTo>
                  <a:pt x="24289" y="4864704"/>
                </a:lnTo>
                <a:cubicBezTo>
                  <a:pt x="28956" y="4864704"/>
                  <a:pt x="32766" y="4868513"/>
                  <a:pt x="32766" y="4873181"/>
                </a:cubicBezTo>
                <a:lnTo>
                  <a:pt x="32766" y="4921377"/>
                </a:lnTo>
                <a:cubicBezTo>
                  <a:pt x="32766" y="4926044"/>
                  <a:pt x="28956" y="4929854"/>
                  <a:pt x="24289" y="4929854"/>
                </a:cubicBezTo>
                <a:close/>
                <a:moveTo>
                  <a:pt x="3105436" y="55340"/>
                </a:moveTo>
                <a:cubicBezTo>
                  <a:pt x="3105436" y="49625"/>
                  <a:pt x="3100769" y="44958"/>
                  <a:pt x="3095054" y="44958"/>
                </a:cubicBezTo>
                <a:cubicBezTo>
                  <a:pt x="3089338" y="44958"/>
                  <a:pt x="3084671" y="49625"/>
                  <a:pt x="3084671" y="55340"/>
                </a:cubicBezTo>
                <a:cubicBezTo>
                  <a:pt x="3084671" y="60198"/>
                  <a:pt x="3088100" y="64199"/>
                  <a:pt x="3092672" y="65246"/>
                </a:cubicBezTo>
                <a:lnTo>
                  <a:pt x="3092672" y="159639"/>
                </a:lnTo>
                <a:lnTo>
                  <a:pt x="3113818" y="176879"/>
                </a:lnTo>
                <a:lnTo>
                  <a:pt x="3114770" y="176879"/>
                </a:lnTo>
                <a:lnTo>
                  <a:pt x="3114770" y="171450"/>
                </a:lnTo>
                <a:lnTo>
                  <a:pt x="3097435" y="157353"/>
                </a:lnTo>
                <a:lnTo>
                  <a:pt x="3097435" y="65246"/>
                </a:lnTo>
                <a:cubicBezTo>
                  <a:pt x="3102007" y="64103"/>
                  <a:pt x="3105436" y="60198"/>
                  <a:pt x="3105436" y="55340"/>
                </a:cubicBezTo>
                <a:close/>
                <a:moveTo>
                  <a:pt x="3095054" y="60960"/>
                </a:moveTo>
                <a:cubicBezTo>
                  <a:pt x="3091910" y="60960"/>
                  <a:pt x="3089434" y="58388"/>
                  <a:pt x="3089434" y="55340"/>
                </a:cubicBezTo>
                <a:cubicBezTo>
                  <a:pt x="3089434" y="52292"/>
                  <a:pt x="3092005" y="49721"/>
                  <a:pt x="3095054" y="49721"/>
                </a:cubicBezTo>
                <a:cubicBezTo>
                  <a:pt x="3098102" y="49721"/>
                  <a:pt x="3100673" y="52292"/>
                  <a:pt x="3100673" y="55340"/>
                </a:cubicBezTo>
                <a:cubicBezTo>
                  <a:pt x="3100673" y="58388"/>
                  <a:pt x="3098102" y="60960"/>
                  <a:pt x="3095054" y="60960"/>
                </a:cubicBezTo>
                <a:close/>
                <a:moveTo>
                  <a:pt x="3114770" y="4699540"/>
                </a:moveTo>
                <a:lnTo>
                  <a:pt x="3114770" y="4693063"/>
                </a:lnTo>
                <a:lnTo>
                  <a:pt x="3061811" y="4643723"/>
                </a:lnTo>
                <a:lnTo>
                  <a:pt x="3063050" y="4397693"/>
                </a:lnTo>
                <a:cubicBezTo>
                  <a:pt x="3064193" y="4397407"/>
                  <a:pt x="3065431" y="4397121"/>
                  <a:pt x="3066479" y="4396454"/>
                </a:cubicBezTo>
                <a:cubicBezTo>
                  <a:pt x="3069146" y="4394930"/>
                  <a:pt x="3071146" y="4392359"/>
                  <a:pt x="3071908" y="4389311"/>
                </a:cubicBezTo>
                <a:cubicBezTo>
                  <a:pt x="3072670" y="4386263"/>
                  <a:pt x="3072289" y="4383120"/>
                  <a:pt x="3070765" y="4380453"/>
                </a:cubicBezTo>
                <a:cubicBezTo>
                  <a:pt x="3069241" y="4377786"/>
                  <a:pt x="3066669" y="4375785"/>
                  <a:pt x="3063717" y="4375023"/>
                </a:cubicBezTo>
                <a:cubicBezTo>
                  <a:pt x="3060668" y="4374166"/>
                  <a:pt x="3057525" y="4374642"/>
                  <a:pt x="3054858" y="4376166"/>
                </a:cubicBezTo>
                <a:cubicBezTo>
                  <a:pt x="3049334" y="4379405"/>
                  <a:pt x="3047334" y="4386548"/>
                  <a:pt x="3050572" y="4392073"/>
                </a:cubicBezTo>
                <a:cubicBezTo>
                  <a:pt x="3052286" y="4395026"/>
                  <a:pt x="3055144" y="4396931"/>
                  <a:pt x="3058287" y="4397597"/>
                </a:cubicBezTo>
                <a:lnTo>
                  <a:pt x="3057049" y="4645724"/>
                </a:lnTo>
                <a:lnTo>
                  <a:pt x="3114770" y="4699445"/>
                </a:lnTo>
                <a:close/>
                <a:moveTo>
                  <a:pt x="3054668" y="4389787"/>
                </a:moveTo>
                <a:cubicBezTo>
                  <a:pt x="3052763" y="4386453"/>
                  <a:pt x="3053905" y="4382262"/>
                  <a:pt x="3057239" y="4380357"/>
                </a:cubicBezTo>
                <a:cubicBezTo>
                  <a:pt x="3058859" y="4379405"/>
                  <a:pt x="3060668" y="4379119"/>
                  <a:pt x="3062478" y="4379690"/>
                </a:cubicBezTo>
                <a:cubicBezTo>
                  <a:pt x="3064288" y="4380167"/>
                  <a:pt x="3065717" y="4381310"/>
                  <a:pt x="3066669" y="4382929"/>
                </a:cubicBezTo>
                <a:cubicBezTo>
                  <a:pt x="3067622" y="4384548"/>
                  <a:pt x="3067812" y="4386358"/>
                  <a:pt x="3067336" y="4388168"/>
                </a:cubicBezTo>
                <a:cubicBezTo>
                  <a:pt x="3066860" y="4389978"/>
                  <a:pt x="3065717" y="4391406"/>
                  <a:pt x="3064097" y="4392359"/>
                </a:cubicBezTo>
                <a:cubicBezTo>
                  <a:pt x="3060763" y="4394264"/>
                  <a:pt x="3056573" y="4393121"/>
                  <a:pt x="3054668" y="4389787"/>
                </a:cubicBezTo>
                <a:close/>
                <a:moveTo>
                  <a:pt x="2603945" y="4563999"/>
                </a:moveTo>
                <a:cubicBezTo>
                  <a:pt x="2610803" y="4563999"/>
                  <a:pt x="2616422" y="4558951"/>
                  <a:pt x="2617375" y="4552284"/>
                </a:cubicBezTo>
                <a:lnTo>
                  <a:pt x="2665667" y="4552284"/>
                </a:lnTo>
                <a:lnTo>
                  <a:pt x="2684717" y="4531710"/>
                </a:lnTo>
                <a:lnTo>
                  <a:pt x="2768060" y="4531710"/>
                </a:lnTo>
                <a:lnTo>
                  <a:pt x="2787968" y="4550855"/>
                </a:lnTo>
                <a:lnTo>
                  <a:pt x="2787968" y="4736783"/>
                </a:lnTo>
                <a:lnTo>
                  <a:pt x="2774918" y="4759547"/>
                </a:lnTo>
                <a:lnTo>
                  <a:pt x="2774918" y="4845463"/>
                </a:lnTo>
                <a:lnTo>
                  <a:pt x="2763584" y="4857369"/>
                </a:lnTo>
                <a:cubicBezTo>
                  <a:pt x="2762060" y="4856417"/>
                  <a:pt x="2760250" y="4855655"/>
                  <a:pt x="2758345" y="4855655"/>
                </a:cubicBezTo>
                <a:cubicBezTo>
                  <a:pt x="2752725" y="4855655"/>
                  <a:pt x="2748058" y="4860227"/>
                  <a:pt x="2748058" y="4865942"/>
                </a:cubicBezTo>
                <a:cubicBezTo>
                  <a:pt x="2748058" y="4871657"/>
                  <a:pt x="2752630" y="4876229"/>
                  <a:pt x="2758345" y="4876229"/>
                </a:cubicBezTo>
                <a:cubicBezTo>
                  <a:pt x="2764060" y="4876229"/>
                  <a:pt x="2768632" y="4871657"/>
                  <a:pt x="2768632" y="4865942"/>
                </a:cubicBezTo>
                <a:cubicBezTo>
                  <a:pt x="2768632" y="4864037"/>
                  <a:pt x="2767965" y="4862322"/>
                  <a:pt x="2767013" y="4860798"/>
                </a:cubicBezTo>
                <a:lnTo>
                  <a:pt x="2779776" y="4847368"/>
                </a:lnTo>
                <a:lnTo>
                  <a:pt x="2779776" y="4760786"/>
                </a:lnTo>
                <a:lnTo>
                  <a:pt x="2792825" y="4738021"/>
                </a:lnTo>
                <a:lnTo>
                  <a:pt x="2792825" y="4548854"/>
                </a:lnTo>
                <a:lnTo>
                  <a:pt x="2770061" y="4526947"/>
                </a:lnTo>
                <a:lnTo>
                  <a:pt x="2682717" y="4526947"/>
                </a:lnTo>
                <a:lnTo>
                  <a:pt x="2663667" y="4547521"/>
                </a:lnTo>
                <a:lnTo>
                  <a:pt x="2617375" y="4547521"/>
                </a:lnTo>
                <a:cubicBezTo>
                  <a:pt x="2616042" y="4541425"/>
                  <a:pt x="2610612" y="4536853"/>
                  <a:pt x="2604135" y="4536853"/>
                </a:cubicBezTo>
                <a:cubicBezTo>
                  <a:pt x="2596610" y="4536853"/>
                  <a:pt x="2590514" y="4542949"/>
                  <a:pt x="2590514" y="4550474"/>
                </a:cubicBezTo>
                <a:cubicBezTo>
                  <a:pt x="2590514" y="4557998"/>
                  <a:pt x="2596610" y="4564095"/>
                  <a:pt x="2604135" y="4564095"/>
                </a:cubicBezTo>
                <a:close/>
                <a:moveTo>
                  <a:pt x="2758250" y="4871466"/>
                </a:moveTo>
                <a:cubicBezTo>
                  <a:pt x="2755202" y="4871466"/>
                  <a:pt x="2752725" y="4868990"/>
                  <a:pt x="2752725" y="4865942"/>
                </a:cubicBezTo>
                <a:cubicBezTo>
                  <a:pt x="2752725" y="4862894"/>
                  <a:pt x="2755202" y="4860417"/>
                  <a:pt x="2758250" y="4860417"/>
                </a:cubicBezTo>
                <a:cubicBezTo>
                  <a:pt x="2761298" y="4860417"/>
                  <a:pt x="2763774" y="4862894"/>
                  <a:pt x="2763774" y="4865942"/>
                </a:cubicBezTo>
                <a:cubicBezTo>
                  <a:pt x="2763774" y="4868990"/>
                  <a:pt x="2761298" y="4871466"/>
                  <a:pt x="2758250" y="4871466"/>
                </a:cubicBezTo>
                <a:close/>
                <a:moveTo>
                  <a:pt x="1121664" y="368046"/>
                </a:moveTo>
                <a:lnTo>
                  <a:pt x="1128808" y="368046"/>
                </a:lnTo>
                <a:cubicBezTo>
                  <a:pt x="1128808" y="368046"/>
                  <a:pt x="1128808" y="372809"/>
                  <a:pt x="1128808" y="372809"/>
                </a:cubicBezTo>
                <a:lnTo>
                  <a:pt x="1121664" y="372809"/>
                </a:lnTo>
                <a:cubicBezTo>
                  <a:pt x="1121664" y="372809"/>
                  <a:pt x="1121664" y="368046"/>
                  <a:pt x="1121664" y="368046"/>
                </a:cubicBezTo>
                <a:close/>
                <a:moveTo>
                  <a:pt x="93155" y="3877913"/>
                </a:moveTo>
                <a:cubicBezTo>
                  <a:pt x="93821" y="3881628"/>
                  <a:pt x="95726" y="3884867"/>
                  <a:pt x="98774" y="3887057"/>
                </a:cubicBezTo>
                <a:cubicBezTo>
                  <a:pt x="105156" y="3891725"/>
                  <a:pt x="114110" y="3890391"/>
                  <a:pt x="118777" y="3884009"/>
                </a:cubicBezTo>
                <a:cubicBezTo>
                  <a:pt x="120682" y="3881438"/>
                  <a:pt x="121539" y="3878485"/>
                  <a:pt x="121539" y="3875532"/>
                </a:cubicBezTo>
                <a:cubicBezTo>
                  <a:pt x="121539" y="3871151"/>
                  <a:pt x="119539" y="3866769"/>
                  <a:pt x="115729" y="3863912"/>
                </a:cubicBezTo>
                <a:cubicBezTo>
                  <a:pt x="109347" y="3859244"/>
                  <a:pt x="100394" y="3860578"/>
                  <a:pt x="95726" y="3866960"/>
                </a:cubicBezTo>
                <a:cubicBezTo>
                  <a:pt x="94393" y="3868769"/>
                  <a:pt x="93536" y="3870865"/>
                  <a:pt x="93250" y="3873055"/>
                </a:cubicBezTo>
                <a:lnTo>
                  <a:pt x="95" y="3873055"/>
                </a:lnTo>
                <a:lnTo>
                  <a:pt x="95" y="3877818"/>
                </a:lnTo>
                <a:lnTo>
                  <a:pt x="93155" y="3877818"/>
                </a:lnTo>
                <a:close/>
                <a:moveTo>
                  <a:pt x="97822" y="3868579"/>
                </a:moveTo>
                <a:cubicBezTo>
                  <a:pt x="101632" y="3863340"/>
                  <a:pt x="108966" y="3862292"/>
                  <a:pt x="114205" y="3866102"/>
                </a:cubicBezTo>
                <a:cubicBezTo>
                  <a:pt x="119348" y="3869912"/>
                  <a:pt x="120491" y="3877247"/>
                  <a:pt x="116681" y="3882485"/>
                </a:cubicBezTo>
                <a:cubicBezTo>
                  <a:pt x="114872" y="3884962"/>
                  <a:pt x="112109" y="3886676"/>
                  <a:pt x="109061" y="3887153"/>
                </a:cubicBezTo>
                <a:cubicBezTo>
                  <a:pt x="106013" y="3887629"/>
                  <a:pt x="102870" y="3886867"/>
                  <a:pt x="100394" y="3885057"/>
                </a:cubicBezTo>
                <a:cubicBezTo>
                  <a:pt x="97917" y="3883247"/>
                  <a:pt x="96203" y="3880485"/>
                  <a:pt x="95726" y="3877437"/>
                </a:cubicBezTo>
                <a:cubicBezTo>
                  <a:pt x="95726" y="3876866"/>
                  <a:pt x="95631" y="3876199"/>
                  <a:pt x="95631" y="3875627"/>
                </a:cubicBezTo>
                <a:cubicBezTo>
                  <a:pt x="95631" y="3873151"/>
                  <a:pt x="96393" y="3870770"/>
                  <a:pt x="97917" y="3868769"/>
                </a:cubicBezTo>
                <a:close/>
                <a:moveTo>
                  <a:pt x="95" y="3718084"/>
                </a:moveTo>
                <a:lnTo>
                  <a:pt x="17526" y="3718084"/>
                </a:lnTo>
                <a:lnTo>
                  <a:pt x="17526" y="3722846"/>
                </a:lnTo>
                <a:lnTo>
                  <a:pt x="95" y="3722846"/>
                </a:lnTo>
                <a:lnTo>
                  <a:pt x="95" y="3718084"/>
                </a:lnTo>
                <a:close/>
                <a:moveTo>
                  <a:pt x="2868454" y="4254151"/>
                </a:moveTo>
                <a:lnTo>
                  <a:pt x="2868835" y="4131374"/>
                </a:lnTo>
                <a:cubicBezTo>
                  <a:pt x="2870645" y="4130993"/>
                  <a:pt x="2872264" y="4130421"/>
                  <a:pt x="2873788" y="4129278"/>
                </a:cubicBezTo>
                <a:cubicBezTo>
                  <a:pt x="2876264" y="4127373"/>
                  <a:pt x="2877884" y="4124516"/>
                  <a:pt x="2878265" y="4121372"/>
                </a:cubicBezTo>
                <a:cubicBezTo>
                  <a:pt x="2878646" y="4118229"/>
                  <a:pt x="2877788" y="4115181"/>
                  <a:pt x="2875788" y="4112609"/>
                </a:cubicBezTo>
                <a:cubicBezTo>
                  <a:pt x="2871788" y="4107466"/>
                  <a:pt x="2864263" y="4106609"/>
                  <a:pt x="2859119" y="4110609"/>
                </a:cubicBezTo>
                <a:cubicBezTo>
                  <a:pt x="2853976" y="4114610"/>
                  <a:pt x="2853119" y="4122134"/>
                  <a:pt x="2857119" y="4127278"/>
                </a:cubicBezTo>
                <a:cubicBezTo>
                  <a:pt x="2858834" y="4129469"/>
                  <a:pt x="2861310" y="4130897"/>
                  <a:pt x="2864072" y="4131374"/>
                </a:cubicBezTo>
                <a:lnTo>
                  <a:pt x="2863692" y="4252151"/>
                </a:lnTo>
                <a:lnTo>
                  <a:pt x="2757392" y="4351496"/>
                </a:lnTo>
                <a:cubicBezTo>
                  <a:pt x="2757392" y="4351496"/>
                  <a:pt x="2756726" y="4350735"/>
                  <a:pt x="2756249" y="4350544"/>
                </a:cubicBezTo>
                <a:cubicBezTo>
                  <a:pt x="2753678" y="4349115"/>
                  <a:pt x="2750725" y="4348829"/>
                  <a:pt x="2747963" y="4349592"/>
                </a:cubicBezTo>
                <a:cubicBezTo>
                  <a:pt x="2745105" y="4350354"/>
                  <a:pt x="2742819" y="4352259"/>
                  <a:pt x="2741390" y="4354830"/>
                </a:cubicBezTo>
                <a:cubicBezTo>
                  <a:pt x="2740533" y="4356354"/>
                  <a:pt x="2740247" y="4358164"/>
                  <a:pt x="2740152" y="4359879"/>
                </a:cubicBezTo>
                <a:lnTo>
                  <a:pt x="2679763" y="4359879"/>
                </a:lnTo>
                <a:lnTo>
                  <a:pt x="2670334" y="4354830"/>
                </a:lnTo>
                <a:lnTo>
                  <a:pt x="2590514" y="4354545"/>
                </a:lnTo>
                <a:cubicBezTo>
                  <a:pt x="2590991" y="4348925"/>
                  <a:pt x="2589562" y="4343305"/>
                  <a:pt x="2586419" y="4338543"/>
                </a:cubicBezTo>
                <a:lnTo>
                  <a:pt x="2624995" y="4338543"/>
                </a:lnTo>
                <a:lnTo>
                  <a:pt x="2634996" y="4333209"/>
                </a:lnTo>
                <a:lnTo>
                  <a:pt x="2707672" y="4333209"/>
                </a:lnTo>
                <a:lnTo>
                  <a:pt x="2707672" y="4334637"/>
                </a:lnTo>
                <a:cubicBezTo>
                  <a:pt x="2707672" y="4336637"/>
                  <a:pt x="2709291" y="4338257"/>
                  <a:pt x="2711292" y="4338257"/>
                </a:cubicBezTo>
                <a:lnTo>
                  <a:pt x="2731580" y="4338257"/>
                </a:lnTo>
                <a:cubicBezTo>
                  <a:pt x="2733580" y="4338257"/>
                  <a:pt x="2735199" y="4336637"/>
                  <a:pt x="2735199" y="4334637"/>
                </a:cubicBezTo>
                <a:lnTo>
                  <a:pt x="2735199" y="4327017"/>
                </a:lnTo>
                <a:cubicBezTo>
                  <a:pt x="2735199" y="4327017"/>
                  <a:pt x="2735199" y="4326731"/>
                  <a:pt x="2735199" y="4326541"/>
                </a:cubicBezTo>
                <a:lnTo>
                  <a:pt x="2826734" y="4241292"/>
                </a:lnTo>
                <a:lnTo>
                  <a:pt x="2827496" y="4240626"/>
                </a:lnTo>
                <a:lnTo>
                  <a:pt x="2827687" y="4080796"/>
                </a:lnTo>
                <a:lnTo>
                  <a:pt x="2830163" y="4080796"/>
                </a:lnTo>
                <a:cubicBezTo>
                  <a:pt x="2832259" y="4080796"/>
                  <a:pt x="2834069" y="4079081"/>
                  <a:pt x="2834069" y="4076891"/>
                </a:cubicBezTo>
                <a:lnTo>
                  <a:pt x="2834069" y="4066985"/>
                </a:lnTo>
                <a:cubicBezTo>
                  <a:pt x="2834069" y="4064889"/>
                  <a:pt x="2832354" y="4063079"/>
                  <a:pt x="2830163" y="4063079"/>
                </a:cubicBezTo>
                <a:lnTo>
                  <a:pt x="2820257" y="4063079"/>
                </a:lnTo>
                <a:cubicBezTo>
                  <a:pt x="2818162" y="4063079"/>
                  <a:pt x="2816352" y="4064794"/>
                  <a:pt x="2816352" y="4066985"/>
                </a:cubicBezTo>
                <a:lnTo>
                  <a:pt x="2816352" y="4076891"/>
                </a:lnTo>
                <a:cubicBezTo>
                  <a:pt x="2816352" y="4078986"/>
                  <a:pt x="2818067" y="4080796"/>
                  <a:pt x="2820257" y="4080796"/>
                </a:cubicBezTo>
                <a:lnTo>
                  <a:pt x="2822924" y="4080796"/>
                </a:lnTo>
                <a:lnTo>
                  <a:pt x="2822734" y="4238625"/>
                </a:lnTo>
                <a:lnTo>
                  <a:pt x="2731675" y="4323493"/>
                </a:lnTo>
                <a:lnTo>
                  <a:pt x="2711387" y="4323493"/>
                </a:lnTo>
                <a:cubicBezTo>
                  <a:pt x="2709386" y="4323493"/>
                  <a:pt x="2707767" y="4325112"/>
                  <a:pt x="2707767" y="4327112"/>
                </a:cubicBezTo>
                <a:lnTo>
                  <a:pt x="2707767" y="4328541"/>
                </a:lnTo>
                <a:lnTo>
                  <a:pt x="2678811" y="4328541"/>
                </a:lnTo>
                <a:lnTo>
                  <a:pt x="2697194" y="4311492"/>
                </a:lnTo>
                <a:cubicBezTo>
                  <a:pt x="2698813" y="4312539"/>
                  <a:pt x="2700528" y="4313301"/>
                  <a:pt x="2702528" y="4313396"/>
                </a:cubicBezTo>
                <a:cubicBezTo>
                  <a:pt x="2702719" y="4313396"/>
                  <a:pt x="2702909" y="4313396"/>
                  <a:pt x="2703100" y="4313396"/>
                </a:cubicBezTo>
                <a:cubicBezTo>
                  <a:pt x="2705767" y="4313396"/>
                  <a:pt x="2708338" y="4312444"/>
                  <a:pt x="2710434" y="4310634"/>
                </a:cubicBezTo>
                <a:cubicBezTo>
                  <a:pt x="2712625" y="4308729"/>
                  <a:pt x="2713863" y="4305967"/>
                  <a:pt x="2714054" y="4303110"/>
                </a:cubicBezTo>
                <a:cubicBezTo>
                  <a:pt x="2714054" y="4301490"/>
                  <a:pt x="2713863" y="4299966"/>
                  <a:pt x="2713292" y="4298537"/>
                </a:cubicBezTo>
                <a:lnTo>
                  <a:pt x="2786729" y="4231577"/>
                </a:lnTo>
                <a:lnTo>
                  <a:pt x="2786539" y="4138613"/>
                </a:lnTo>
                <a:cubicBezTo>
                  <a:pt x="2790635" y="4137374"/>
                  <a:pt x="2793587" y="4133660"/>
                  <a:pt x="2793397" y="4129278"/>
                </a:cubicBezTo>
                <a:cubicBezTo>
                  <a:pt x="2793111" y="4124039"/>
                  <a:pt x="2788730" y="4120039"/>
                  <a:pt x="2783491" y="4120229"/>
                </a:cubicBezTo>
                <a:cubicBezTo>
                  <a:pt x="2778252" y="4120515"/>
                  <a:pt x="2774252" y="4124897"/>
                  <a:pt x="2774442" y="4130135"/>
                </a:cubicBezTo>
                <a:cubicBezTo>
                  <a:pt x="2774633" y="4134422"/>
                  <a:pt x="2777776" y="4137755"/>
                  <a:pt x="2781776" y="4138708"/>
                </a:cubicBezTo>
                <a:lnTo>
                  <a:pt x="2781967" y="4229386"/>
                </a:lnTo>
                <a:lnTo>
                  <a:pt x="2710529" y="4294442"/>
                </a:lnTo>
                <a:cubicBezTo>
                  <a:pt x="2708624" y="4292727"/>
                  <a:pt x="2706338" y="4291489"/>
                  <a:pt x="2703767" y="4291394"/>
                </a:cubicBezTo>
                <a:cubicBezTo>
                  <a:pt x="2700909" y="4291298"/>
                  <a:pt x="2698052" y="4292251"/>
                  <a:pt x="2695861" y="4294156"/>
                </a:cubicBezTo>
                <a:cubicBezTo>
                  <a:pt x="2691860" y="4297680"/>
                  <a:pt x="2691384" y="4303395"/>
                  <a:pt x="2693956" y="4307872"/>
                </a:cubicBezTo>
                <a:lnTo>
                  <a:pt x="2671858" y="4328351"/>
                </a:lnTo>
                <a:lnTo>
                  <a:pt x="2634520" y="4328351"/>
                </a:lnTo>
                <a:lnTo>
                  <a:pt x="2623947" y="4333685"/>
                </a:lnTo>
                <a:lnTo>
                  <a:pt x="2582513" y="4333685"/>
                </a:lnTo>
                <a:cubicBezTo>
                  <a:pt x="2581751" y="4333018"/>
                  <a:pt x="2581085" y="4332256"/>
                  <a:pt x="2580227" y="4331589"/>
                </a:cubicBezTo>
                <a:cubicBezTo>
                  <a:pt x="2575751" y="4328255"/>
                  <a:pt x="2570417" y="4326541"/>
                  <a:pt x="2564987" y="4326541"/>
                </a:cubicBezTo>
                <a:cubicBezTo>
                  <a:pt x="2563654" y="4326541"/>
                  <a:pt x="2562320" y="4326636"/>
                  <a:pt x="2560987" y="4326827"/>
                </a:cubicBezTo>
                <a:cubicBezTo>
                  <a:pt x="2554129" y="4327874"/>
                  <a:pt x="2548128" y="4331494"/>
                  <a:pt x="2544032" y="4337114"/>
                </a:cubicBezTo>
                <a:cubicBezTo>
                  <a:pt x="2539937" y="4342638"/>
                  <a:pt x="2538317" y="4349496"/>
                  <a:pt x="2539270" y="4356354"/>
                </a:cubicBezTo>
                <a:cubicBezTo>
                  <a:pt x="2540318" y="4363212"/>
                  <a:pt x="2543937" y="4369213"/>
                  <a:pt x="2549557" y="4373309"/>
                </a:cubicBezTo>
                <a:cubicBezTo>
                  <a:pt x="2561082" y="4381786"/>
                  <a:pt x="2577275" y="4379214"/>
                  <a:pt x="2585657" y="4367784"/>
                </a:cubicBezTo>
                <a:cubicBezTo>
                  <a:pt x="2587562" y="4365117"/>
                  <a:pt x="2588895" y="4362260"/>
                  <a:pt x="2589657" y="4359307"/>
                </a:cubicBezTo>
                <a:lnTo>
                  <a:pt x="2668524" y="4359307"/>
                </a:lnTo>
                <a:lnTo>
                  <a:pt x="2677954" y="4364355"/>
                </a:lnTo>
                <a:lnTo>
                  <a:pt x="2741105" y="4364641"/>
                </a:lnTo>
                <a:cubicBezTo>
                  <a:pt x="2742914" y="4368546"/>
                  <a:pt x="2746724" y="4371118"/>
                  <a:pt x="2750915" y="4371118"/>
                </a:cubicBezTo>
                <a:cubicBezTo>
                  <a:pt x="2751868" y="4371118"/>
                  <a:pt x="2752916" y="4371023"/>
                  <a:pt x="2753963" y="4370737"/>
                </a:cubicBezTo>
                <a:cubicBezTo>
                  <a:pt x="2759774" y="4369118"/>
                  <a:pt x="2763107" y="4363022"/>
                  <a:pt x="2761488" y="4357212"/>
                </a:cubicBezTo>
                <a:cubicBezTo>
                  <a:pt x="2761298" y="4356449"/>
                  <a:pt x="2760821" y="4355878"/>
                  <a:pt x="2760536" y="4355211"/>
                </a:cubicBezTo>
                <a:lnTo>
                  <a:pt x="2867787" y="4255008"/>
                </a:lnTo>
                <a:lnTo>
                  <a:pt x="2868549" y="4254342"/>
                </a:lnTo>
                <a:close/>
                <a:moveTo>
                  <a:pt x="2698909" y="4297585"/>
                </a:moveTo>
                <a:cubicBezTo>
                  <a:pt x="2700052" y="4296537"/>
                  <a:pt x="2701480" y="4295966"/>
                  <a:pt x="2703005" y="4295966"/>
                </a:cubicBezTo>
                <a:cubicBezTo>
                  <a:pt x="2703100" y="4295966"/>
                  <a:pt x="2703195" y="4295966"/>
                  <a:pt x="2703386" y="4295966"/>
                </a:cubicBezTo>
                <a:cubicBezTo>
                  <a:pt x="2705005" y="4295966"/>
                  <a:pt x="2706529" y="4296823"/>
                  <a:pt x="2707672" y="4298061"/>
                </a:cubicBezTo>
                <a:cubicBezTo>
                  <a:pt x="2708815" y="4299299"/>
                  <a:pt x="2709291" y="4300823"/>
                  <a:pt x="2709291" y="4302538"/>
                </a:cubicBezTo>
                <a:cubicBezTo>
                  <a:pt x="2709291" y="4304157"/>
                  <a:pt x="2708434" y="4305681"/>
                  <a:pt x="2707291" y="4306824"/>
                </a:cubicBezTo>
                <a:lnTo>
                  <a:pt x="2707291" y="4306824"/>
                </a:lnTo>
                <a:cubicBezTo>
                  <a:pt x="2706053" y="4307967"/>
                  <a:pt x="2704434" y="4308634"/>
                  <a:pt x="2702814" y="4308444"/>
                </a:cubicBezTo>
                <a:cubicBezTo>
                  <a:pt x="2701195" y="4308444"/>
                  <a:pt x="2699671" y="4307586"/>
                  <a:pt x="2698528" y="4306443"/>
                </a:cubicBezTo>
                <a:cubicBezTo>
                  <a:pt x="2696242" y="4303871"/>
                  <a:pt x="2696432" y="4299966"/>
                  <a:pt x="2699004" y="4297680"/>
                </a:cubicBezTo>
                <a:close/>
                <a:moveTo>
                  <a:pt x="2581847" y="4364831"/>
                </a:moveTo>
                <a:cubicBezTo>
                  <a:pt x="2574988" y="4374166"/>
                  <a:pt x="2561749" y="4376262"/>
                  <a:pt x="2552319" y="4369404"/>
                </a:cubicBezTo>
                <a:cubicBezTo>
                  <a:pt x="2542985" y="4362545"/>
                  <a:pt x="2540889" y="4349306"/>
                  <a:pt x="2547842" y="4339971"/>
                </a:cubicBezTo>
                <a:cubicBezTo>
                  <a:pt x="2551176" y="4335399"/>
                  <a:pt x="2556034" y="4332446"/>
                  <a:pt x="2561654" y="4331589"/>
                </a:cubicBezTo>
                <a:cubicBezTo>
                  <a:pt x="2567178" y="4330732"/>
                  <a:pt x="2572798" y="4332065"/>
                  <a:pt x="2577370" y="4335399"/>
                </a:cubicBezTo>
                <a:cubicBezTo>
                  <a:pt x="2581942" y="4338733"/>
                  <a:pt x="2584895" y="4343591"/>
                  <a:pt x="2585752" y="4349211"/>
                </a:cubicBezTo>
                <a:cubicBezTo>
                  <a:pt x="2586609" y="4354735"/>
                  <a:pt x="2585276" y="4360355"/>
                  <a:pt x="2581942" y="4364831"/>
                </a:cubicBezTo>
                <a:close/>
                <a:moveTo>
                  <a:pt x="2752725" y="4365974"/>
                </a:moveTo>
                <a:cubicBezTo>
                  <a:pt x="2749487" y="4366927"/>
                  <a:pt x="2746058" y="4365022"/>
                  <a:pt x="2745105" y="4361688"/>
                </a:cubicBezTo>
                <a:cubicBezTo>
                  <a:pt x="2744153" y="4358450"/>
                  <a:pt x="2746058" y="4354926"/>
                  <a:pt x="2749392" y="4354068"/>
                </a:cubicBezTo>
                <a:cubicBezTo>
                  <a:pt x="2749963" y="4353878"/>
                  <a:pt x="2750534" y="4353782"/>
                  <a:pt x="2751106" y="4353782"/>
                </a:cubicBezTo>
                <a:cubicBezTo>
                  <a:pt x="2752154" y="4353782"/>
                  <a:pt x="2753201" y="4354068"/>
                  <a:pt x="2754059" y="4354545"/>
                </a:cubicBezTo>
                <a:cubicBezTo>
                  <a:pt x="2755487" y="4355306"/>
                  <a:pt x="2756535" y="4356640"/>
                  <a:pt x="2757011" y="4358259"/>
                </a:cubicBezTo>
                <a:cubicBezTo>
                  <a:pt x="2757964" y="4361498"/>
                  <a:pt x="2756059" y="4365022"/>
                  <a:pt x="2752725" y="4365879"/>
                </a:cubicBezTo>
                <a:close/>
                <a:moveTo>
                  <a:pt x="2860929" y="4124230"/>
                </a:moveTo>
                <a:cubicBezTo>
                  <a:pt x="2858548" y="4121182"/>
                  <a:pt x="2859024" y="4116705"/>
                  <a:pt x="2862167" y="4114324"/>
                </a:cubicBezTo>
                <a:cubicBezTo>
                  <a:pt x="2863501" y="4113276"/>
                  <a:pt x="2865025" y="4112800"/>
                  <a:pt x="2866549" y="4112800"/>
                </a:cubicBezTo>
                <a:cubicBezTo>
                  <a:pt x="2868644" y="4112800"/>
                  <a:pt x="2870740" y="4113752"/>
                  <a:pt x="2872169" y="4115562"/>
                </a:cubicBezTo>
                <a:cubicBezTo>
                  <a:pt x="2873312" y="4117086"/>
                  <a:pt x="2873883" y="4118896"/>
                  <a:pt x="2873597" y="4120801"/>
                </a:cubicBezTo>
                <a:cubicBezTo>
                  <a:pt x="2873407" y="4122706"/>
                  <a:pt x="2872454" y="4124325"/>
                  <a:pt x="2870930" y="4125563"/>
                </a:cubicBezTo>
                <a:cubicBezTo>
                  <a:pt x="2869406" y="4126706"/>
                  <a:pt x="2867597" y="4127278"/>
                  <a:pt x="2865692" y="4126992"/>
                </a:cubicBezTo>
                <a:cubicBezTo>
                  <a:pt x="2863787" y="4126802"/>
                  <a:pt x="2862167" y="4125849"/>
                  <a:pt x="2860929" y="4124325"/>
                </a:cubicBezTo>
                <a:close/>
                <a:moveTo>
                  <a:pt x="14192" y="3785045"/>
                </a:moveTo>
                <a:lnTo>
                  <a:pt x="95" y="3785045"/>
                </a:lnTo>
                <a:cubicBezTo>
                  <a:pt x="95" y="3785045"/>
                  <a:pt x="95" y="3780282"/>
                  <a:pt x="95" y="3780282"/>
                </a:cubicBezTo>
                <a:lnTo>
                  <a:pt x="14192" y="3780282"/>
                </a:lnTo>
                <a:cubicBezTo>
                  <a:pt x="14192" y="3780282"/>
                  <a:pt x="14192" y="3785045"/>
                  <a:pt x="14192" y="3785045"/>
                </a:cubicBezTo>
                <a:close/>
                <a:moveTo>
                  <a:pt x="100298" y="3813524"/>
                </a:moveTo>
                <a:cubicBezTo>
                  <a:pt x="100298" y="3809619"/>
                  <a:pt x="103442" y="3806476"/>
                  <a:pt x="107347" y="3806476"/>
                </a:cubicBezTo>
                <a:cubicBezTo>
                  <a:pt x="111252" y="3806476"/>
                  <a:pt x="114395" y="3809619"/>
                  <a:pt x="114395" y="3813524"/>
                </a:cubicBezTo>
                <a:cubicBezTo>
                  <a:pt x="114395" y="3817430"/>
                  <a:pt x="111252" y="3820573"/>
                  <a:pt x="107347" y="3820573"/>
                </a:cubicBezTo>
                <a:cubicBezTo>
                  <a:pt x="103442" y="3820573"/>
                  <a:pt x="100298" y="3817430"/>
                  <a:pt x="100298" y="3813524"/>
                </a:cubicBezTo>
                <a:close/>
                <a:moveTo>
                  <a:pt x="2767108" y="4506087"/>
                </a:moveTo>
                <a:cubicBezTo>
                  <a:pt x="2767108" y="4511231"/>
                  <a:pt x="2771299" y="4515422"/>
                  <a:pt x="2776442" y="4515422"/>
                </a:cubicBezTo>
                <a:lnTo>
                  <a:pt x="2784538" y="4515422"/>
                </a:lnTo>
                <a:cubicBezTo>
                  <a:pt x="2789682" y="4515422"/>
                  <a:pt x="2793873" y="4511231"/>
                  <a:pt x="2793873" y="4506087"/>
                </a:cubicBezTo>
                <a:lnTo>
                  <a:pt x="2793873" y="4497991"/>
                </a:lnTo>
                <a:cubicBezTo>
                  <a:pt x="2793873" y="4492847"/>
                  <a:pt x="2789682" y="4488656"/>
                  <a:pt x="2784538" y="4488656"/>
                </a:cubicBezTo>
                <a:lnTo>
                  <a:pt x="2776442" y="4488656"/>
                </a:lnTo>
                <a:cubicBezTo>
                  <a:pt x="2774823" y="4488656"/>
                  <a:pt x="2773394" y="4489133"/>
                  <a:pt x="2772061" y="4489895"/>
                </a:cubicBezTo>
                <a:lnTo>
                  <a:pt x="2761107" y="4479036"/>
                </a:lnTo>
                <a:lnTo>
                  <a:pt x="2629376" y="4478751"/>
                </a:lnTo>
                <a:lnTo>
                  <a:pt x="2628424" y="4478751"/>
                </a:lnTo>
                <a:lnTo>
                  <a:pt x="2610231" y="4496753"/>
                </a:lnTo>
                <a:cubicBezTo>
                  <a:pt x="2607945" y="4495038"/>
                  <a:pt x="2605183" y="4493990"/>
                  <a:pt x="2602135" y="4493990"/>
                </a:cubicBezTo>
                <a:cubicBezTo>
                  <a:pt x="2594610" y="4493990"/>
                  <a:pt x="2588514" y="4500087"/>
                  <a:pt x="2588514" y="4507611"/>
                </a:cubicBezTo>
                <a:cubicBezTo>
                  <a:pt x="2588514" y="4515136"/>
                  <a:pt x="2594610" y="4521232"/>
                  <a:pt x="2602135" y="4521232"/>
                </a:cubicBezTo>
                <a:cubicBezTo>
                  <a:pt x="2609660" y="4521232"/>
                  <a:pt x="2615755" y="4515136"/>
                  <a:pt x="2615755" y="4507611"/>
                </a:cubicBezTo>
                <a:cubicBezTo>
                  <a:pt x="2615755" y="4504849"/>
                  <a:pt x="2614898" y="4502372"/>
                  <a:pt x="2613565" y="4500182"/>
                </a:cubicBezTo>
                <a:lnTo>
                  <a:pt x="2630424" y="4483418"/>
                </a:lnTo>
                <a:lnTo>
                  <a:pt x="2759297" y="4483704"/>
                </a:lnTo>
                <a:lnTo>
                  <a:pt x="2768822" y="4493038"/>
                </a:lnTo>
                <a:cubicBezTo>
                  <a:pt x="2767965" y="4494467"/>
                  <a:pt x="2767298" y="4496086"/>
                  <a:pt x="2767298" y="4497801"/>
                </a:cubicBezTo>
                <a:lnTo>
                  <a:pt x="2767298" y="4505897"/>
                </a:lnTo>
                <a:close/>
                <a:moveTo>
                  <a:pt x="2771870" y="4497991"/>
                </a:moveTo>
                <a:cubicBezTo>
                  <a:pt x="2771870" y="4495419"/>
                  <a:pt x="2773966" y="4493419"/>
                  <a:pt x="2776442" y="4493419"/>
                </a:cubicBezTo>
                <a:lnTo>
                  <a:pt x="2784538" y="4493419"/>
                </a:lnTo>
                <a:cubicBezTo>
                  <a:pt x="2787110" y="4493419"/>
                  <a:pt x="2789111" y="4495514"/>
                  <a:pt x="2789111" y="4497991"/>
                </a:cubicBezTo>
                <a:lnTo>
                  <a:pt x="2789111" y="4506087"/>
                </a:lnTo>
                <a:cubicBezTo>
                  <a:pt x="2789111" y="4508659"/>
                  <a:pt x="2787015" y="4510659"/>
                  <a:pt x="2784538" y="4510659"/>
                </a:cubicBezTo>
                <a:lnTo>
                  <a:pt x="2776442" y="4510659"/>
                </a:lnTo>
                <a:cubicBezTo>
                  <a:pt x="2773871" y="4510659"/>
                  <a:pt x="2771870" y="4508564"/>
                  <a:pt x="2771870" y="4506087"/>
                </a:cubicBezTo>
                <a:lnTo>
                  <a:pt x="2771870" y="4497991"/>
                </a:lnTo>
                <a:close/>
                <a:moveTo>
                  <a:pt x="2577465" y="4352354"/>
                </a:moveTo>
                <a:cubicBezTo>
                  <a:pt x="2577465" y="4359307"/>
                  <a:pt x="2571845" y="4365022"/>
                  <a:pt x="2564797" y="4365022"/>
                </a:cubicBezTo>
                <a:cubicBezTo>
                  <a:pt x="2557748" y="4365022"/>
                  <a:pt x="2552129" y="4359402"/>
                  <a:pt x="2552129" y="4352354"/>
                </a:cubicBezTo>
                <a:cubicBezTo>
                  <a:pt x="2552129" y="4345305"/>
                  <a:pt x="2557748" y="4339686"/>
                  <a:pt x="2564797" y="4339686"/>
                </a:cubicBezTo>
                <a:cubicBezTo>
                  <a:pt x="2571845" y="4339686"/>
                  <a:pt x="2577465" y="4345305"/>
                  <a:pt x="2577465" y="4352354"/>
                </a:cubicBezTo>
                <a:close/>
                <a:moveTo>
                  <a:pt x="653129" y="2762631"/>
                </a:moveTo>
                <a:lnTo>
                  <a:pt x="623983" y="2734437"/>
                </a:lnTo>
                <a:lnTo>
                  <a:pt x="623983" y="2694146"/>
                </a:lnTo>
                <a:cubicBezTo>
                  <a:pt x="623983" y="2694146"/>
                  <a:pt x="633317" y="2683669"/>
                  <a:pt x="633317" y="2683669"/>
                </a:cubicBezTo>
                <a:cubicBezTo>
                  <a:pt x="633984" y="2684145"/>
                  <a:pt x="634746" y="2684526"/>
                  <a:pt x="635508" y="2684812"/>
                </a:cubicBezTo>
                <a:cubicBezTo>
                  <a:pt x="637032" y="2685479"/>
                  <a:pt x="638747" y="2685764"/>
                  <a:pt x="640271" y="2685764"/>
                </a:cubicBezTo>
                <a:cubicBezTo>
                  <a:pt x="645319" y="2685764"/>
                  <a:pt x="650081" y="2682812"/>
                  <a:pt x="652082" y="2677859"/>
                </a:cubicBezTo>
                <a:cubicBezTo>
                  <a:pt x="654749" y="2671382"/>
                  <a:pt x="651605" y="2663952"/>
                  <a:pt x="645128" y="2661285"/>
                </a:cubicBezTo>
                <a:cubicBezTo>
                  <a:pt x="641985" y="2660047"/>
                  <a:pt x="638556" y="2660047"/>
                  <a:pt x="635413" y="2661285"/>
                </a:cubicBezTo>
                <a:cubicBezTo>
                  <a:pt x="632270" y="2662619"/>
                  <a:pt x="629888" y="2665095"/>
                  <a:pt x="628555" y="2668238"/>
                </a:cubicBezTo>
                <a:cubicBezTo>
                  <a:pt x="626840" y="2672429"/>
                  <a:pt x="627507" y="2676906"/>
                  <a:pt x="629984" y="2680335"/>
                </a:cubicBezTo>
                <a:lnTo>
                  <a:pt x="619316" y="2692242"/>
                </a:lnTo>
                <a:lnTo>
                  <a:pt x="619316" y="2736437"/>
                </a:lnTo>
                <a:cubicBezTo>
                  <a:pt x="619316" y="2736437"/>
                  <a:pt x="649700" y="2765774"/>
                  <a:pt x="649700" y="2765774"/>
                </a:cubicBezTo>
                <a:lnTo>
                  <a:pt x="649700" y="2765774"/>
                </a:lnTo>
                <a:cubicBezTo>
                  <a:pt x="645890" y="2769489"/>
                  <a:pt x="645700" y="2775585"/>
                  <a:pt x="649415" y="2779395"/>
                </a:cubicBezTo>
                <a:lnTo>
                  <a:pt x="664750" y="2795397"/>
                </a:lnTo>
                <a:cubicBezTo>
                  <a:pt x="666560" y="2797302"/>
                  <a:pt x="668941" y="2798350"/>
                  <a:pt x="671513" y="2798350"/>
                </a:cubicBezTo>
                <a:cubicBezTo>
                  <a:pt x="671513" y="2798350"/>
                  <a:pt x="671703" y="2798350"/>
                  <a:pt x="671703" y="2798350"/>
                </a:cubicBezTo>
                <a:cubicBezTo>
                  <a:pt x="674179" y="2798350"/>
                  <a:pt x="676561" y="2797397"/>
                  <a:pt x="678371" y="2795683"/>
                </a:cubicBezTo>
                <a:lnTo>
                  <a:pt x="680752" y="2793397"/>
                </a:lnTo>
                <a:cubicBezTo>
                  <a:pt x="684562" y="2789777"/>
                  <a:pt x="684752" y="2783586"/>
                  <a:pt x="681038" y="2779776"/>
                </a:cubicBezTo>
                <a:lnTo>
                  <a:pt x="665702" y="2763774"/>
                </a:lnTo>
                <a:cubicBezTo>
                  <a:pt x="663893" y="2761869"/>
                  <a:pt x="661511" y="2760821"/>
                  <a:pt x="658940" y="2760821"/>
                </a:cubicBezTo>
                <a:cubicBezTo>
                  <a:pt x="656939" y="2760631"/>
                  <a:pt x="654939" y="2761298"/>
                  <a:pt x="653320" y="2762536"/>
                </a:cubicBezTo>
                <a:close/>
                <a:moveTo>
                  <a:pt x="632936" y="2670048"/>
                </a:moveTo>
                <a:cubicBezTo>
                  <a:pt x="634556" y="2665952"/>
                  <a:pt x="639223" y="2664047"/>
                  <a:pt x="643319" y="2665667"/>
                </a:cubicBezTo>
                <a:cubicBezTo>
                  <a:pt x="647414" y="2667286"/>
                  <a:pt x="649319" y="2671953"/>
                  <a:pt x="647700" y="2676049"/>
                </a:cubicBezTo>
                <a:cubicBezTo>
                  <a:pt x="646081" y="2680145"/>
                  <a:pt x="641414" y="2682050"/>
                  <a:pt x="637318" y="2680430"/>
                </a:cubicBezTo>
                <a:cubicBezTo>
                  <a:pt x="633222" y="2678811"/>
                  <a:pt x="631317" y="2674144"/>
                  <a:pt x="632936" y="2670048"/>
                </a:cubicBezTo>
                <a:close/>
                <a:moveTo>
                  <a:pt x="677323" y="2783205"/>
                </a:moveTo>
                <a:cubicBezTo>
                  <a:pt x="679133" y="2785110"/>
                  <a:pt x="679133" y="2788253"/>
                  <a:pt x="677132" y="2790063"/>
                </a:cubicBezTo>
                <a:lnTo>
                  <a:pt x="674751" y="2792349"/>
                </a:lnTo>
                <a:cubicBezTo>
                  <a:pt x="673799" y="2793206"/>
                  <a:pt x="672846" y="2793873"/>
                  <a:pt x="671322" y="2793683"/>
                </a:cubicBezTo>
                <a:cubicBezTo>
                  <a:pt x="669989" y="2793683"/>
                  <a:pt x="668846" y="2793111"/>
                  <a:pt x="667893" y="2792159"/>
                </a:cubicBezTo>
                <a:lnTo>
                  <a:pt x="667417" y="2791682"/>
                </a:lnTo>
                <a:lnTo>
                  <a:pt x="676847" y="2782729"/>
                </a:lnTo>
                <a:lnTo>
                  <a:pt x="677323" y="2783205"/>
                </a:lnTo>
                <a:close/>
                <a:moveTo>
                  <a:pt x="673513" y="2779109"/>
                </a:moveTo>
                <a:lnTo>
                  <a:pt x="664083" y="2788063"/>
                </a:lnTo>
                <a:lnTo>
                  <a:pt x="655796" y="2779395"/>
                </a:lnTo>
                <a:lnTo>
                  <a:pt x="665226" y="2770442"/>
                </a:lnTo>
                <a:lnTo>
                  <a:pt x="673513" y="2779109"/>
                </a:lnTo>
                <a:close/>
                <a:moveTo>
                  <a:pt x="652082" y="2775299"/>
                </a:moveTo>
                <a:cubicBezTo>
                  <a:pt x="650939" y="2773394"/>
                  <a:pt x="651129" y="2770918"/>
                  <a:pt x="652748" y="2769299"/>
                </a:cubicBezTo>
                <a:lnTo>
                  <a:pt x="655129" y="2767013"/>
                </a:lnTo>
                <a:cubicBezTo>
                  <a:pt x="656082" y="2766155"/>
                  <a:pt x="657225" y="2765679"/>
                  <a:pt x="658463" y="2765679"/>
                </a:cubicBezTo>
                <a:lnTo>
                  <a:pt x="658559" y="2765679"/>
                </a:lnTo>
                <a:cubicBezTo>
                  <a:pt x="659511" y="2765679"/>
                  <a:pt x="660368" y="2766060"/>
                  <a:pt x="661130" y="2766632"/>
                </a:cubicBezTo>
                <a:lnTo>
                  <a:pt x="651986" y="2775299"/>
                </a:lnTo>
                <a:close/>
                <a:moveTo>
                  <a:pt x="98774" y="3825050"/>
                </a:moveTo>
                <a:cubicBezTo>
                  <a:pt x="105156" y="3829717"/>
                  <a:pt x="114110" y="3828384"/>
                  <a:pt x="118777" y="3822002"/>
                </a:cubicBezTo>
                <a:cubicBezTo>
                  <a:pt x="120682" y="3819430"/>
                  <a:pt x="121539" y="3816477"/>
                  <a:pt x="121539" y="3813524"/>
                </a:cubicBezTo>
                <a:cubicBezTo>
                  <a:pt x="121539" y="3809143"/>
                  <a:pt x="119539" y="3804761"/>
                  <a:pt x="115729" y="3801904"/>
                </a:cubicBezTo>
                <a:cubicBezTo>
                  <a:pt x="109347" y="3797237"/>
                  <a:pt x="100394" y="3798570"/>
                  <a:pt x="95726" y="3804952"/>
                </a:cubicBezTo>
                <a:cubicBezTo>
                  <a:pt x="94393" y="3806762"/>
                  <a:pt x="93536" y="3808857"/>
                  <a:pt x="93250" y="3811048"/>
                </a:cubicBezTo>
                <a:lnTo>
                  <a:pt x="95" y="3811048"/>
                </a:lnTo>
                <a:lnTo>
                  <a:pt x="95" y="3815810"/>
                </a:lnTo>
                <a:lnTo>
                  <a:pt x="93155" y="3815810"/>
                </a:lnTo>
                <a:cubicBezTo>
                  <a:pt x="93821" y="3819525"/>
                  <a:pt x="95726" y="3822763"/>
                  <a:pt x="98774" y="3824954"/>
                </a:cubicBezTo>
                <a:close/>
                <a:moveTo>
                  <a:pt x="97822" y="3806571"/>
                </a:moveTo>
                <a:cubicBezTo>
                  <a:pt x="101632" y="3801332"/>
                  <a:pt x="108966" y="3800285"/>
                  <a:pt x="114205" y="3804095"/>
                </a:cubicBezTo>
                <a:cubicBezTo>
                  <a:pt x="119348" y="3807905"/>
                  <a:pt x="120491" y="3815239"/>
                  <a:pt x="116681" y="3820478"/>
                </a:cubicBezTo>
                <a:cubicBezTo>
                  <a:pt x="114872" y="3822954"/>
                  <a:pt x="112109" y="3824669"/>
                  <a:pt x="109061" y="3825145"/>
                </a:cubicBezTo>
                <a:cubicBezTo>
                  <a:pt x="106013" y="3825621"/>
                  <a:pt x="102870" y="3824859"/>
                  <a:pt x="100394" y="3823049"/>
                </a:cubicBezTo>
                <a:cubicBezTo>
                  <a:pt x="97917" y="3821240"/>
                  <a:pt x="96203" y="3818477"/>
                  <a:pt x="95726" y="3815429"/>
                </a:cubicBezTo>
                <a:cubicBezTo>
                  <a:pt x="95726" y="3814858"/>
                  <a:pt x="95631" y="3814191"/>
                  <a:pt x="95631" y="3813620"/>
                </a:cubicBezTo>
                <a:cubicBezTo>
                  <a:pt x="95631" y="3811143"/>
                  <a:pt x="96393" y="3808762"/>
                  <a:pt x="97917" y="3806762"/>
                </a:cubicBezTo>
                <a:close/>
                <a:moveTo>
                  <a:pt x="1121759" y="347567"/>
                </a:moveTo>
                <a:lnTo>
                  <a:pt x="1128903" y="347567"/>
                </a:lnTo>
                <a:cubicBezTo>
                  <a:pt x="1128903" y="347567"/>
                  <a:pt x="1128903" y="357854"/>
                  <a:pt x="1128903" y="357854"/>
                </a:cubicBezTo>
                <a:lnTo>
                  <a:pt x="1121759" y="357854"/>
                </a:lnTo>
                <a:cubicBezTo>
                  <a:pt x="1121759" y="357854"/>
                  <a:pt x="1121759" y="347567"/>
                  <a:pt x="1121759" y="347567"/>
                </a:cubicBezTo>
                <a:close/>
                <a:moveTo>
                  <a:pt x="1128903" y="328517"/>
                </a:moveTo>
                <a:lnTo>
                  <a:pt x="1128903" y="329470"/>
                </a:lnTo>
                <a:cubicBezTo>
                  <a:pt x="1128903" y="329470"/>
                  <a:pt x="1128998" y="329565"/>
                  <a:pt x="1128998" y="329565"/>
                </a:cubicBezTo>
                <a:lnTo>
                  <a:pt x="1128998" y="329756"/>
                </a:lnTo>
                <a:cubicBezTo>
                  <a:pt x="1128998" y="329756"/>
                  <a:pt x="1128808" y="337280"/>
                  <a:pt x="1128808" y="337280"/>
                </a:cubicBezTo>
                <a:lnTo>
                  <a:pt x="1121664" y="337280"/>
                </a:lnTo>
                <a:cubicBezTo>
                  <a:pt x="1121664" y="337280"/>
                  <a:pt x="1121664" y="327184"/>
                  <a:pt x="1121664" y="327184"/>
                </a:cubicBezTo>
                <a:lnTo>
                  <a:pt x="1123379" y="325088"/>
                </a:lnTo>
                <a:lnTo>
                  <a:pt x="1127570" y="328422"/>
                </a:lnTo>
                <a:lnTo>
                  <a:pt x="1128808" y="328422"/>
                </a:lnTo>
                <a:close/>
                <a:moveTo>
                  <a:pt x="1128713" y="437388"/>
                </a:moveTo>
                <a:cubicBezTo>
                  <a:pt x="1134428" y="435769"/>
                  <a:pt x="1138619" y="430625"/>
                  <a:pt x="1138619" y="424434"/>
                </a:cubicBezTo>
                <a:cubicBezTo>
                  <a:pt x="1138619" y="417005"/>
                  <a:pt x="1132618" y="411004"/>
                  <a:pt x="1125188" y="411004"/>
                </a:cubicBezTo>
                <a:cubicBezTo>
                  <a:pt x="1117759" y="411004"/>
                  <a:pt x="1111758" y="417005"/>
                  <a:pt x="1111758" y="424434"/>
                </a:cubicBezTo>
                <a:cubicBezTo>
                  <a:pt x="1111758" y="430625"/>
                  <a:pt x="1115949" y="435769"/>
                  <a:pt x="1121664" y="437388"/>
                </a:cubicBezTo>
                <a:lnTo>
                  <a:pt x="1121664" y="440341"/>
                </a:lnTo>
                <a:lnTo>
                  <a:pt x="1128808" y="440341"/>
                </a:lnTo>
                <a:lnTo>
                  <a:pt x="1128808" y="437388"/>
                </a:lnTo>
                <a:close/>
                <a:moveTo>
                  <a:pt x="1116521" y="424529"/>
                </a:moveTo>
                <a:cubicBezTo>
                  <a:pt x="1116521" y="419767"/>
                  <a:pt x="1120426" y="415862"/>
                  <a:pt x="1125188" y="415862"/>
                </a:cubicBezTo>
                <a:cubicBezTo>
                  <a:pt x="1129951" y="415862"/>
                  <a:pt x="1133856" y="419767"/>
                  <a:pt x="1133856" y="424529"/>
                </a:cubicBezTo>
                <a:cubicBezTo>
                  <a:pt x="1133856" y="429292"/>
                  <a:pt x="1129951" y="433197"/>
                  <a:pt x="1125188" y="433197"/>
                </a:cubicBezTo>
                <a:cubicBezTo>
                  <a:pt x="1120426" y="433197"/>
                  <a:pt x="1116521" y="429292"/>
                  <a:pt x="1116521" y="424529"/>
                </a:cubicBezTo>
                <a:close/>
                <a:moveTo>
                  <a:pt x="520065" y="2032921"/>
                </a:moveTo>
                <a:lnTo>
                  <a:pt x="527209" y="2032921"/>
                </a:lnTo>
                <a:lnTo>
                  <a:pt x="527209" y="2041398"/>
                </a:lnTo>
                <a:lnTo>
                  <a:pt x="520065" y="2041398"/>
                </a:lnTo>
                <a:lnTo>
                  <a:pt x="520065" y="2032921"/>
                </a:lnTo>
                <a:close/>
                <a:moveTo>
                  <a:pt x="1852994" y="2392109"/>
                </a:moveTo>
                <a:lnTo>
                  <a:pt x="1839563" y="2378678"/>
                </a:lnTo>
                <a:lnTo>
                  <a:pt x="1842897" y="2375345"/>
                </a:lnTo>
                <a:lnTo>
                  <a:pt x="1856327" y="2388775"/>
                </a:lnTo>
                <a:lnTo>
                  <a:pt x="1852994" y="2392109"/>
                </a:lnTo>
                <a:close/>
                <a:moveTo>
                  <a:pt x="1272921" y="545878"/>
                </a:moveTo>
                <a:lnTo>
                  <a:pt x="1272921" y="650177"/>
                </a:lnTo>
                <a:lnTo>
                  <a:pt x="1262444" y="658177"/>
                </a:lnTo>
                <a:lnTo>
                  <a:pt x="1262444" y="723614"/>
                </a:lnTo>
                <a:lnTo>
                  <a:pt x="1261777" y="723614"/>
                </a:lnTo>
                <a:cubicBezTo>
                  <a:pt x="1260253" y="723614"/>
                  <a:pt x="1259110" y="724852"/>
                  <a:pt x="1259110" y="726281"/>
                </a:cubicBezTo>
                <a:lnTo>
                  <a:pt x="1259110" y="739235"/>
                </a:lnTo>
                <a:cubicBezTo>
                  <a:pt x="1259110" y="740759"/>
                  <a:pt x="1260348" y="741902"/>
                  <a:pt x="1261777" y="741902"/>
                </a:cubicBezTo>
                <a:lnTo>
                  <a:pt x="1267778" y="741902"/>
                </a:lnTo>
                <a:cubicBezTo>
                  <a:pt x="1269302" y="741902"/>
                  <a:pt x="1270445" y="740664"/>
                  <a:pt x="1270445" y="739235"/>
                </a:cubicBezTo>
                <a:lnTo>
                  <a:pt x="1270445" y="726281"/>
                </a:lnTo>
                <a:cubicBezTo>
                  <a:pt x="1270445" y="724757"/>
                  <a:pt x="1269206" y="723614"/>
                  <a:pt x="1267778" y="723614"/>
                </a:cubicBezTo>
                <a:lnTo>
                  <a:pt x="1267111" y="723614"/>
                </a:lnTo>
                <a:lnTo>
                  <a:pt x="1267111" y="660559"/>
                </a:lnTo>
                <a:cubicBezTo>
                  <a:pt x="1267111" y="660559"/>
                  <a:pt x="1277779" y="652558"/>
                  <a:pt x="1277779" y="652558"/>
                </a:cubicBezTo>
                <a:lnTo>
                  <a:pt x="1277779" y="548164"/>
                </a:lnTo>
                <a:lnTo>
                  <a:pt x="1286923" y="540639"/>
                </a:lnTo>
                <a:lnTo>
                  <a:pt x="1286923" y="456438"/>
                </a:lnTo>
                <a:lnTo>
                  <a:pt x="1291781" y="456438"/>
                </a:lnTo>
                <a:cubicBezTo>
                  <a:pt x="1295495" y="456438"/>
                  <a:pt x="1298639" y="453390"/>
                  <a:pt x="1298639" y="449580"/>
                </a:cubicBezTo>
                <a:lnTo>
                  <a:pt x="1298639" y="435102"/>
                </a:lnTo>
                <a:cubicBezTo>
                  <a:pt x="1298639" y="431387"/>
                  <a:pt x="1295591" y="428244"/>
                  <a:pt x="1291781" y="428244"/>
                </a:cubicBezTo>
                <a:lnTo>
                  <a:pt x="1277303" y="428244"/>
                </a:lnTo>
                <a:cubicBezTo>
                  <a:pt x="1273588" y="428244"/>
                  <a:pt x="1270445" y="431292"/>
                  <a:pt x="1270445" y="435102"/>
                </a:cubicBezTo>
                <a:lnTo>
                  <a:pt x="1270445" y="449580"/>
                </a:lnTo>
                <a:cubicBezTo>
                  <a:pt x="1270445" y="453295"/>
                  <a:pt x="1273493" y="456438"/>
                  <a:pt x="1277303" y="456438"/>
                </a:cubicBezTo>
                <a:lnTo>
                  <a:pt x="1282160" y="456438"/>
                </a:lnTo>
                <a:lnTo>
                  <a:pt x="1282160" y="538448"/>
                </a:lnTo>
                <a:lnTo>
                  <a:pt x="1273016" y="545973"/>
                </a:lnTo>
                <a:close/>
                <a:moveTo>
                  <a:pt x="1277303" y="451676"/>
                </a:moveTo>
                <a:cubicBezTo>
                  <a:pt x="1276160" y="451676"/>
                  <a:pt x="1275207" y="450723"/>
                  <a:pt x="1275207" y="449580"/>
                </a:cubicBezTo>
                <a:lnTo>
                  <a:pt x="1275207" y="435102"/>
                </a:lnTo>
                <a:cubicBezTo>
                  <a:pt x="1275207" y="433959"/>
                  <a:pt x="1276160" y="433007"/>
                  <a:pt x="1277303" y="433007"/>
                </a:cubicBezTo>
                <a:lnTo>
                  <a:pt x="1291781" y="433007"/>
                </a:lnTo>
                <a:cubicBezTo>
                  <a:pt x="1292924" y="433007"/>
                  <a:pt x="1293876" y="433959"/>
                  <a:pt x="1293876" y="435102"/>
                </a:cubicBezTo>
                <a:lnTo>
                  <a:pt x="1293876" y="449580"/>
                </a:lnTo>
                <a:cubicBezTo>
                  <a:pt x="1293876" y="450723"/>
                  <a:pt x="1292924" y="451676"/>
                  <a:pt x="1291781" y="451676"/>
                </a:cubicBezTo>
                <a:lnTo>
                  <a:pt x="1277303" y="451676"/>
                </a:lnTo>
                <a:close/>
                <a:moveTo>
                  <a:pt x="1475994" y="218218"/>
                </a:moveTo>
                <a:cubicBezTo>
                  <a:pt x="1475994" y="214503"/>
                  <a:pt x="1472946" y="211360"/>
                  <a:pt x="1469136" y="211360"/>
                </a:cubicBezTo>
                <a:lnTo>
                  <a:pt x="1454753" y="211360"/>
                </a:lnTo>
                <a:cubicBezTo>
                  <a:pt x="1451039" y="211360"/>
                  <a:pt x="1447895" y="214408"/>
                  <a:pt x="1447895" y="218218"/>
                </a:cubicBezTo>
                <a:lnTo>
                  <a:pt x="1447895" y="232601"/>
                </a:lnTo>
                <a:cubicBezTo>
                  <a:pt x="1447895" y="236315"/>
                  <a:pt x="1450943" y="239458"/>
                  <a:pt x="1454753" y="239458"/>
                </a:cubicBezTo>
                <a:lnTo>
                  <a:pt x="1469136" y="239458"/>
                </a:lnTo>
                <a:cubicBezTo>
                  <a:pt x="1470089" y="239458"/>
                  <a:pt x="1471041" y="239268"/>
                  <a:pt x="1471803" y="238887"/>
                </a:cubicBezTo>
                <a:lnTo>
                  <a:pt x="1509713" y="275463"/>
                </a:lnTo>
                <a:lnTo>
                  <a:pt x="1509713" y="333851"/>
                </a:lnTo>
                <a:lnTo>
                  <a:pt x="1527143" y="354139"/>
                </a:lnTo>
                <a:cubicBezTo>
                  <a:pt x="1525810" y="355854"/>
                  <a:pt x="1524953" y="357759"/>
                  <a:pt x="1524762" y="359950"/>
                </a:cubicBezTo>
                <a:cubicBezTo>
                  <a:pt x="1524476" y="365855"/>
                  <a:pt x="1529048" y="370904"/>
                  <a:pt x="1534954" y="371189"/>
                </a:cubicBezTo>
                <a:cubicBezTo>
                  <a:pt x="1535144" y="371189"/>
                  <a:pt x="1535335" y="371189"/>
                  <a:pt x="1535525" y="371189"/>
                </a:cubicBezTo>
                <a:cubicBezTo>
                  <a:pt x="1536859" y="371189"/>
                  <a:pt x="1538192" y="370904"/>
                  <a:pt x="1539335" y="370427"/>
                </a:cubicBezTo>
                <a:lnTo>
                  <a:pt x="1556480" y="391001"/>
                </a:lnTo>
                <a:lnTo>
                  <a:pt x="1558195" y="463010"/>
                </a:lnTo>
                <a:lnTo>
                  <a:pt x="1548289" y="481298"/>
                </a:lnTo>
                <a:lnTo>
                  <a:pt x="1547908" y="526542"/>
                </a:lnTo>
                <a:lnTo>
                  <a:pt x="1542478" y="526542"/>
                </a:lnTo>
                <a:cubicBezTo>
                  <a:pt x="1538954" y="526542"/>
                  <a:pt x="1536192" y="529400"/>
                  <a:pt x="1536192" y="532829"/>
                </a:cubicBezTo>
                <a:lnTo>
                  <a:pt x="1536192" y="548259"/>
                </a:lnTo>
                <a:cubicBezTo>
                  <a:pt x="1536192" y="551783"/>
                  <a:pt x="1539050" y="554546"/>
                  <a:pt x="1542478" y="554546"/>
                </a:cubicBezTo>
                <a:lnTo>
                  <a:pt x="1547813" y="554546"/>
                </a:lnTo>
                <a:lnTo>
                  <a:pt x="1547813" y="646081"/>
                </a:lnTo>
                <a:lnTo>
                  <a:pt x="1515999" y="673227"/>
                </a:lnTo>
                <a:lnTo>
                  <a:pt x="1515999" y="757428"/>
                </a:lnTo>
                <a:lnTo>
                  <a:pt x="1498473" y="773716"/>
                </a:lnTo>
                <a:lnTo>
                  <a:pt x="1498473" y="830390"/>
                </a:lnTo>
                <a:cubicBezTo>
                  <a:pt x="1495330" y="830961"/>
                  <a:pt x="1492472" y="832676"/>
                  <a:pt x="1490567" y="835247"/>
                </a:cubicBezTo>
                <a:cubicBezTo>
                  <a:pt x="1486376" y="840867"/>
                  <a:pt x="1487615" y="848868"/>
                  <a:pt x="1493330" y="853059"/>
                </a:cubicBezTo>
                <a:cubicBezTo>
                  <a:pt x="1495044" y="854297"/>
                  <a:pt x="1496854" y="854869"/>
                  <a:pt x="1498759" y="855250"/>
                </a:cubicBezTo>
                <a:lnTo>
                  <a:pt x="1556766" y="916781"/>
                </a:lnTo>
                <a:lnTo>
                  <a:pt x="1554004" y="916781"/>
                </a:lnTo>
                <a:cubicBezTo>
                  <a:pt x="1551527" y="916781"/>
                  <a:pt x="1549527" y="918782"/>
                  <a:pt x="1549527" y="921258"/>
                </a:cubicBezTo>
                <a:lnTo>
                  <a:pt x="1549527" y="935641"/>
                </a:lnTo>
                <a:cubicBezTo>
                  <a:pt x="1549527" y="938117"/>
                  <a:pt x="1551527" y="940118"/>
                  <a:pt x="1554004" y="940118"/>
                </a:cubicBezTo>
                <a:lnTo>
                  <a:pt x="1568387" y="940118"/>
                </a:lnTo>
                <a:cubicBezTo>
                  <a:pt x="1570863" y="940118"/>
                  <a:pt x="1572863" y="938117"/>
                  <a:pt x="1572863" y="935641"/>
                </a:cubicBezTo>
                <a:lnTo>
                  <a:pt x="1572863" y="921258"/>
                </a:lnTo>
                <a:cubicBezTo>
                  <a:pt x="1572863" y="918782"/>
                  <a:pt x="1570863" y="916781"/>
                  <a:pt x="1568387" y="916781"/>
                </a:cubicBezTo>
                <a:lnTo>
                  <a:pt x="1562481" y="916781"/>
                </a:lnTo>
                <a:lnTo>
                  <a:pt x="1562481" y="858107"/>
                </a:lnTo>
                <a:cubicBezTo>
                  <a:pt x="1562481" y="858107"/>
                  <a:pt x="1563053" y="858107"/>
                  <a:pt x="1563338" y="858107"/>
                </a:cubicBezTo>
                <a:cubicBezTo>
                  <a:pt x="1567244" y="857536"/>
                  <a:pt x="1570577" y="855440"/>
                  <a:pt x="1572959" y="852297"/>
                </a:cubicBezTo>
                <a:cubicBezTo>
                  <a:pt x="1577721" y="845820"/>
                  <a:pt x="1576292" y="836581"/>
                  <a:pt x="1569815" y="831818"/>
                </a:cubicBezTo>
                <a:cubicBezTo>
                  <a:pt x="1568196" y="830675"/>
                  <a:pt x="1566482" y="829913"/>
                  <a:pt x="1564672" y="829437"/>
                </a:cubicBezTo>
                <a:lnTo>
                  <a:pt x="1564672" y="826961"/>
                </a:lnTo>
                <a:lnTo>
                  <a:pt x="1557528" y="826961"/>
                </a:lnTo>
                <a:lnTo>
                  <a:pt x="1557528" y="829532"/>
                </a:lnTo>
                <a:cubicBezTo>
                  <a:pt x="1554385" y="830294"/>
                  <a:pt x="1551337" y="832104"/>
                  <a:pt x="1549241" y="834962"/>
                </a:cubicBezTo>
                <a:lnTo>
                  <a:pt x="1549241" y="834962"/>
                </a:lnTo>
                <a:cubicBezTo>
                  <a:pt x="1546955" y="838105"/>
                  <a:pt x="1546003" y="842010"/>
                  <a:pt x="1546574" y="845820"/>
                </a:cubicBezTo>
                <a:cubicBezTo>
                  <a:pt x="1547146" y="849725"/>
                  <a:pt x="1549241" y="853059"/>
                  <a:pt x="1552385" y="855440"/>
                </a:cubicBezTo>
                <a:cubicBezTo>
                  <a:pt x="1554575" y="857060"/>
                  <a:pt x="1557052" y="857822"/>
                  <a:pt x="1559719" y="858107"/>
                </a:cubicBezTo>
                <a:lnTo>
                  <a:pt x="1559719" y="916686"/>
                </a:lnTo>
                <a:lnTo>
                  <a:pt x="1501997" y="855440"/>
                </a:lnTo>
                <a:cubicBezTo>
                  <a:pt x="1505426" y="855059"/>
                  <a:pt x="1508760" y="853440"/>
                  <a:pt x="1510951" y="850392"/>
                </a:cubicBezTo>
                <a:lnTo>
                  <a:pt x="1510951" y="850392"/>
                </a:lnTo>
                <a:cubicBezTo>
                  <a:pt x="1512951" y="847630"/>
                  <a:pt x="1513808" y="844296"/>
                  <a:pt x="1513237" y="840962"/>
                </a:cubicBezTo>
                <a:cubicBezTo>
                  <a:pt x="1512761" y="837629"/>
                  <a:pt x="1510951" y="834676"/>
                  <a:pt x="1508189" y="832676"/>
                </a:cubicBezTo>
                <a:cubicBezTo>
                  <a:pt x="1506665" y="831533"/>
                  <a:pt x="1504855" y="830961"/>
                  <a:pt x="1503045" y="830580"/>
                </a:cubicBezTo>
                <a:lnTo>
                  <a:pt x="1503045" y="776002"/>
                </a:lnTo>
                <a:lnTo>
                  <a:pt x="1520571" y="759714"/>
                </a:lnTo>
                <a:lnTo>
                  <a:pt x="1520571" y="675704"/>
                </a:lnTo>
                <a:lnTo>
                  <a:pt x="1552385" y="648557"/>
                </a:lnTo>
                <a:lnTo>
                  <a:pt x="1552385" y="554831"/>
                </a:lnTo>
                <a:lnTo>
                  <a:pt x="1557719" y="554831"/>
                </a:lnTo>
                <a:cubicBezTo>
                  <a:pt x="1561243" y="554831"/>
                  <a:pt x="1564005" y="551974"/>
                  <a:pt x="1564005" y="548545"/>
                </a:cubicBezTo>
                <a:lnTo>
                  <a:pt x="1564005" y="533114"/>
                </a:lnTo>
                <a:cubicBezTo>
                  <a:pt x="1564005" y="529590"/>
                  <a:pt x="1561148" y="526828"/>
                  <a:pt x="1557719" y="526828"/>
                </a:cubicBezTo>
                <a:lnTo>
                  <a:pt x="1552480" y="526828"/>
                </a:lnTo>
                <a:lnTo>
                  <a:pt x="1552480" y="483299"/>
                </a:lnTo>
                <a:cubicBezTo>
                  <a:pt x="1552480" y="483299"/>
                  <a:pt x="1562767" y="464439"/>
                  <a:pt x="1562767" y="464439"/>
                </a:cubicBezTo>
                <a:lnTo>
                  <a:pt x="1561052" y="389573"/>
                </a:lnTo>
                <a:lnTo>
                  <a:pt x="1543050" y="368046"/>
                </a:lnTo>
                <a:cubicBezTo>
                  <a:pt x="1544669" y="366236"/>
                  <a:pt x="1545812" y="363950"/>
                  <a:pt x="1546003" y="361379"/>
                </a:cubicBezTo>
                <a:lnTo>
                  <a:pt x="1546003" y="361379"/>
                </a:lnTo>
                <a:cubicBezTo>
                  <a:pt x="1546289" y="355473"/>
                  <a:pt x="1541717" y="350425"/>
                  <a:pt x="1535906" y="350139"/>
                </a:cubicBezTo>
                <a:cubicBezTo>
                  <a:pt x="1534097" y="350139"/>
                  <a:pt x="1532287" y="350615"/>
                  <a:pt x="1530668" y="351377"/>
                </a:cubicBezTo>
                <a:lnTo>
                  <a:pt x="1514285" y="332423"/>
                </a:lnTo>
                <a:lnTo>
                  <a:pt x="1514285" y="273749"/>
                </a:lnTo>
                <a:lnTo>
                  <a:pt x="1474946" y="235839"/>
                </a:lnTo>
                <a:cubicBezTo>
                  <a:pt x="1475327" y="234982"/>
                  <a:pt x="1475613" y="234029"/>
                  <a:pt x="1475613" y="232982"/>
                </a:cubicBezTo>
                <a:lnTo>
                  <a:pt x="1475613" y="218599"/>
                </a:lnTo>
                <a:close/>
                <a:moveTo>
                  <a:pt x="1471232" y="232601"/>
                </a:moveTo>
                <a:cubicBezTo>
                  <a:pt x="1471232" y="233744"/>
                  <a:pt x="1470279" y="234696"/>
                  <a:pt x="1469136" y="234696"/>
                </a:cubicBezTo>
                <a:lnTo>
                  <a:pt x="1454753" y="234696"/>
                </a:lnTo>
                <a:cubicBezTo>
                  <a:pt x="1453610" y="234696"/>
                  <a:pt x="1452658" y="233744"/>
                  <a:pt x="1452658" y="232601"/>
                </a:cubicBezTo>
                <a:lnTo>
                  <a:pt x="1452658" y="218218"/>
                </a:lnTo>
                <a:cubicBezTo>
                  <a:pt x="1452658" y="217075"/>
                  <a:pt x="1453610" y="216122"/>
                  <a:pt x="1454753" y="216122"/>
                </a:cubicBezTo>
                <a:lnTo>
                  <a:pt x="1469136" y="216122"/>
                </a:lnTo>
                <a:cubicBezTo>
                  <a:pt x="1470279" y="216122"/>
                  <a:pt x="1471232" y="217075"/>
                  <a:pt x="1471232" y="218218"/>
                </a:cubicBezTo>
                <a:lnTo>
                  <a:pt x="1471232" y="232601"/>
                </a:lnTo>
                <a:close/>
                <a:moveTo>
                  <a:pt x="1554385" y="853059"/>
                </a:moveTo>
                <a:cubicBezTo>
                  <a:pt x="1551813" y="851154"/>
                  <a:pt x="1550099" y="848392"/>
                  <a:pt x="1549622" y="845249"/>
                </a:cubicBezTo>
                <a:cubicBezTo>
                  <a:pt x="1549146" y="842105"/>
                  <a:pt x="1549908" y="838962"/>
                  <a:pt x="1551813" y="836390"/>
                </a:cubicBezTo>
                <a:cubicBezTo>
                  <a:pt x="1555718" y="831056"/>
                  <a:pt x="1563243" y="829913"/>
                  <a:pt x="1568577" y="833819"/>
                </a:cubicBezTo>
                <a:cubicBezTo>
                  <a:pt x="1571149" y="835724"/>
                  <a:pt x="1572863" y="838486"/>
                  <a:pt x="1573340" y="841629"/>
                </a:cubicBezTo>
                <a:cubicBezTo>
                  <a:pt x="1573816" y="844772"/>
                  <a:pt x="1573054" y="847916"/>
                  <a:pt x="1571149" y="850487"/>
                </a:cubicBezTo>
                <a:cubicBezTo>
                  <a:pt x="1569244" y="853059"/>
                  <a:pt x="1566482" y="854774"/>
                  <a:pt x="1563338" y="855250"/>
                </a:cubicBezTo>
                <a:cubicBezTo>
                  <a:pt x="1560195" y="855726"/>
                  <a:pt x="1557052" y="854964"/>
                  <a:pt x="1554480" y="853059"/>
                </a:cubicBezTo>
                <a:close/>
                <a:moveTo>
                  <a:pt x="1507141" y="834295"/>
                </a:moveTo>
                <a:cubicBezTo>
                  <a:pt x="1509332" y="835914"/>
                  <a:pt x="1510856" y="838391"/>
                  <a:pt x="1511237" y="841058"/>
                </a:cubicBezTo>
                <a:cubicBezTo>
                  <a:pt x="1511618" y="843820"/>
                  <a:pt x="1510951" y="846582"/>
                  <a:pt x="1509332" y="848773"/>
                </a:cubicBezTo>
                <a:cubicBezTo>
                  <a:pt x="1505903" y="853440"/>
                  <a:pt x="1499426" y="854393"/>
                  <a:pt x="1494853" y="850964"/>
                </a:cubicBezTo>
                <a:cubicBezTo>
                  <a:pt x="1492663" y="849344"/>
                  <a:pt x="1491139" y="846868"/>
                  <a:pt x="1490758" y="844201"/>
                </a:cubicBezTo>
                <a:cubicBezTo>
                  <a:pt x="1490377" y="841439"/>
                  <a:pt x="1491044" y="838676"/>
                  <a:pt x="1492663" y="836486"/>
                </a:cubicBezTo>
                <a:cubicBezTo>
                  <a:pt x="1494282" y="834295"/>
                  <a:pt x="1496759" y="832771"/>
                  <a:pt x="1499426" y="832390"/>
                </a:cubicBezTo>
                <a:cubicBezTo>
                  <a:pt x="1502188" y="832009"/>
                  <a:pt x="1504950" y="832676"/>
                  <a:pt x="1507141" y="834295"/>
                </a:cubicBezTo>
                <a:close/>
                <a:moveTo>
                  <a:pt x="1558100" y="531209"/>
                </a:moveTo>
                <a:cubicBezTo>
                  <a:pt x="1558957" y="531209"/>
                  <a:pt x="1559624" y="531876"/>
                  <a:pt x="1559624" y="532733"/>
                </a:cubicBezTo>
                <a:lnTo>
                  <a:pt x="1559624" y="548164"/>
                </a:lnTo>
                <a:cubicBezTo>
                  <a:pt x="1559624" y="549021"/>
                  <a:pt x="1558957" y="549688"/>
                  <a:pt x="1558100" y="549688"/>
                </a:cubicBezTo>
                <a:lnTo>
                  <a:pt x="1542669" y="549688"/>
                </a:lnTo>
                <a:cubicBezTo>
                  <a:pt x="1541812" y="549688"/>
                  <a:pt x="1541145" y="549021"/>
                  <a:pt x="1541145" y="548164"/>
                </a:cubicBezTo>
                <a:lnTo>
                  <a:pt x="1541145" y="532733"/>
                </a:lnTo>
                <a:cubicBezTo>
                  <a:pt x="1541145" y="531876"/>
                  <a:pt x="1541812" y="531209"/>
                  <a:pt x="1542669" y="531209"/>
                </a:cubicBezTo>
                <a:lnTo>
                  <a:pt x="1558100" y="531209"/>
                </a:lnTo>
                <a:close/>
                <a:moveTo>
                  <a:pt x="1531620" y="355949"/>
                </a:moveTo>
                <a:cubicBezTo>
                  <a:pt x="1532763" y="354997"/>
                  <a:pt x="1534097" y="354425"/>
                  <a:pt x="1535621" y="354425"/>
                </a:cubicBezTo>
                <a:cubicBezTo>
                  <a:pt x="1535716" y="354425"/>
                  <a:pt x="1535811" y="354425"/>
                  <a:pt x="1535906" y="354425"/>
                </a:cubicBezTo>
                <a:cubicBezTo>
                  <a:pt x="1539145" y="354616"/>
                  <a:pt x="1541717" y="357378"/>
                  <a:pt x="1541526" y="360712"/>
                </a:cubicBezTo>
                <a:cubicBezTo>
                  <a:pt x="1541336" y="363950"/>
                  <a:pt x="1538573" y="366522"/>
                  <a:pt x="1535240" y="366332"/>
                </a:cubicBezTo>
                <a:cubicBezTo>
                  <a:pt x="1532001" y="366141"/>
                  <a:pt x="1529429" y="363379"/>
                  <a:pt x="1529620" y="360045"/>
                </a:cubicBezTo>
                <a:cubicBezTo>
                  <a:pt x="1529620" y="358426"/>
                  <a:pt x="1530382" y="356997"/>
                  <a:pt x="1531620" y="355949"/>
                </a:cubicBezTo>
                <a:close/>
                <a:moveTo>
                  <a:pt x="1325785" y="4515803"/>
                </a:moveTo>
                <a:cubicBezTo>
                  <a:pt x="1331976" y="4518374"/>
                  <a:pt x="1339120" y="4515517"/>
                  <a:pt x="1341692" y="4509326"/>
                </a:cubicBezTo>
                <a:cubicBezTo>
                  <a:pt x="1344263" y="4503135"/>
                  <a:pt x="1341406" y="4495991"/>
                  <a:pt x="1335215" y="4493419"/>
                </a:cubicBezTo>
                <a:cubicBezTo>
                  <a:pt x="1334167" y="4492943"/>
                  <a:pt x="1333024" y="4492943"/>
                  <a:pt x="1331976" y="4492752"/>
                </a:cubicBezTo>
                <a:lnTo>
                  <a:pt x="1331976" y="4391978"/>
                </a:lnTo>
                <a:lnTo>
                  <a:pt x="1354169" y="4372832"/>
                </a:lnTo>
                <a:lnTo>
                  <a:pt x="1353503" y="4209479"/>
                </a:lnTo>
                <a:cubicBezTo>
                  <a:pt x="1356551" y="4208431"/>
                  <a:pt x="1359313" y="4206526"/>
                  <a:pt x="1361218" y="4203669"/>
                </a:cubicBezTo>
                <a:cubicBezTo>
                  <a:pt x="1365599" y="4196906"/>
                  <a:pt x="1363599" y="4187952"/>
                  <a:pt x="1356836" y="4183571"/>
                </a:cubicBezTo>
                <a:cubicBezTo>
                  <a:pt x="1350074" y="4179189"/>
                  <a:pt x="1341120" y="4181189"/>
                  <a:pt x="1336739" y="4187952"/>
                </a:cubicBezTo>
                <a:cubicBezTo>
                  <a:pt x="1332357" y="4194715"/>
                  <a:pt x="1334357" y="4203669"/>
                  <a:pt x="1341120" y="4208050"/>
                </a:cubicBezTo>
                <a:lnTo>
                  <a:pt x="1341120" y="4208050"/>
                </a:lnTo>
                <a:cubicBezTo>
                  <a:pt x="1343501" y="4209574"/>
                  <a:pt x="1346168" y="4210336"/>
                  <a:pt x="1348740" y="4210336"/>
                </a:cubicBezTo>
                <a:lnTo>
                  <a:pt x="1349407" y="4370737"/>
                </a:lnTo>
                <a:lnTo>
                  <a:pt x="1327214" y="4389882"/>
                </a:lnTo>
                <a:lnTo>
                  <a:pt x="1327214" y="4493229"/>
                </a:lnTo>
                <a:cubicBezTo>
                  <a:pt x="1323785" y="4494181"/>
                  <a:pt x="1320737" y="4496467"/>
                  <a:pt x="1319308" y="4500087"/>
                </a:cubicBezTo>
                <a:cubicBezTo>
                  <a:pt x="1316736" y="4506278"/>
                  <a:pt x="1319594" y="4513421"/>
                  <a:pt x="1325785" y="4515993"/>
                </a:cubicBezTo>
                <a:close/>
                <a:moveTo>
                  <a:pt x="1343692" y="4203954"/>
                </a:moveTo>
                <a:cubicBezTo>
                  <a:pt x="1339120" y="4201002"/>
                  <a:pt x="1337882" y="4195001"/>
                  <a:pt x="1340739" y="4190429"/>
                </a:cubicBezTo>
                <a:cubicBezTo>
                  <a:pt x="1343692" y="4185857"/>
                  <a:pt x="1349693" y="4184618"/>
                  <a:pt x="1354265" y="4187476"/>
                </a:cubicBezTo>
                <a:cubicBezTo>
                  <a:pt x="1358837" y="4190429"/>
                  <a:pt x="1360075" y="4196429"/>
                  <a:pt x="1357217" y="4201002"/>
                </a:cubicBezTo>
                <a:cubicBezTo>
                  <a:pt x="1354265" y="4205573"/>
                  <a:pt x="1348264" y="4206812"/>
                  <a:pt x="1343692" y="4203954"/>
                </a:cubicBezTo>
                <a:close/>
                <a:moveTo>
                  <a:pt x="527209" y="2007680"/>
                </a:moveTo>
                <a:lnTo>
                  <a:pt x="520065" y="2007680"/>
                </a:lnTo>
                <a:lnTo>
                  <a:pt x="520065" y="1999202"/>
                </a:lnTo>
                <a:lnTo>
                  <a:pt x="527209" y="1999202"/>
                </a:lnTo>
                <a:lnTo>
                  <a:pt x="527209" y="2007680"/>
                </a:lnTo>
                <a:close/>
                <a:moveTo>
                  <a:pt x="1802511" y="2334863"/>
                </a:moveTo>
                <a:lnTo>
                  <a:pt x="1799177" y="2338197"/>
                </a:lnTo>
                <a:lnTo>
                  <a:pt x="1785747" y="2324767"/>
                </a:lnTo>
                <a:lnTo>
                  <a:pt x="1789081" y="2321433"/>
                </a:lnTo>
                <a:lnTo>
                  <a:pt x="1802511" y="2334863"/>
                </a:lnTo>
                <a:close/>
                <a:moveTo>
                  <a:pt x="1538097" y="191453"/>
                </a:moveTo>
                <a:lnTo>
                  <a:pt x="1573149" y="227076"/>
                </a:lnTo>
                <a:cubicBezTo>
                  <a:pt x="1573149" y="227076"/>
                  <a:pt x="1574197" y="227743"/>
                  <a:pt x="1574864" y="227743"/>
                </a:cubicBezTo>
                <a:cubicBezTo>
                  <a:pt x="1574864" y="227743"/>
                  <a:pt x="1574959" y="227743"/>
                  <a:pt x="1575054" y="227743"/>
                </a:cubicBezTo>
                <a:cubicBezTo>
                  <a:pt x="1575721" y="227743"/>
                  <a:pt x="1576388" y="227267"/>
                  <a:pt x="1576769" y="226695"/>
                </a:cubicBezTo>
                <a:lnTo>
                  <a:pt x="1591532" y="205454"/>
                </a:lnTo>
                <a:cubicBezTo>
                  <a:pt x="1591532" y="205454"/>
                  <a:pt x="1591913" y="204597"/>
                  <a:pt x="1591913" y="204121"/>
                </a:cubicBezTo>
                <a:lnTo>
                  <a:pt x="1591913" y="147161"/>
                </a:lnTo>
                <a:cubicBezTo>
                  <a:pt x="1597247" y="146018"/>
                  <a:pt x="1601343" y="141446"/>
                  <a:pt x="1601343" y="135827"/>
                </a:cubicBezTo>
                <a:cubicBezTo>
                  <a:pt x="1601343" y="129254"/>
                  <a:pt x="1596009" y="124016"/>
                  <a:pt x="1589532" y="124016"/>
                </a:cubicBezTo>
                <a:cubicBezTo>
                  <a:pt x="1583055" y="124016"/>
                  <a:pt x="1577721" y="129350"/>
                  <a:pt x="1577721" y="135827"/>
                </a:cubicBezTo>
                <a:cubicBezTo>
                  <a:pt x="1577721" y="141542"/>
                  <a:pt x="1581817" y="146018"/>
                  <a:pt x="1587151" y="147161"/>
                </a:cubicBezTo>
                <a:lnTo>
                  <a:pt x="1587151" y="203359"/>
                </a:lnTo>
                <a:lnTo>
                  <a:pt x="1574387" y="221647"/>
                </a:lnTo>
                <a:lnTo>
                  <a:pt x="1542098" y="188786"/>
                </a:lnTo>
                <a:lnTo>
                  <a:pt x="1542098" y="159449"/>
                </a:lnTo>
                <a:cubicBezTo>
                  <a:pt x="1546193" y="158496"/>
                  <a:pt x="1549241" y="154972"/>
                  <a:pt x="1549241" y="150590"/>
                </a:cubicBezTo>
                <a:cubicBezTo>
                  <a:pt x="1549241" y="145447"/>
                  <a:pt x="1545050" y="141256"/>
                  <a:pt x="1539907" y="141256"/>
                </a:cubicBezTo>
                <a:cubicBezTo>
                  <a:pt x="1534763" y="141256"/>
                  <a:pt x="1530572" y="145447"/>
                  <a:pt x="1530572" y="150590"/>
                </a:cubicBezTo>
                <a:cubicBezTo>
                  <a:pt x="1530572" y="154781"/>
                  <a:pt x="1533430" y="158210"/>
                  <a:pt x="1537240" y="159353"/>
                </a:cubicBezTo>
                <a:lnTo>
                  <a:pt x="1537240" y="189738"/>
                </a:lnTo>
                <a:cubicBezTo>
                  <a:pt x="1537240" y="190405"/>
                  <a:pt x="1537526" y="190976"/>
                  <a:pt x="1537907" y="191453"/>
                </a:cubicBezTo>
                <a:close/>
                <a:moveTo>
                  <a:pt x="1582579" y="135827"/>
                </a:moveTo>
                <a:cubicBezTo>
                  <a:pt x="1582579" y="131921"/>
                  <a:pt x="1585722" y="128778"/>
                  <a:pt x="1589627" y="128778"/>
                </a:cubicBezTo>
                <a:cubicBezTo>
                  <a:pt x="1593532" y="128778"/>
                  <a:pt x="1596676" y="131921"/>
                  <a:pt x="1596676" y="135827"/>
                </a:cubicBezTo>
                <a:cubicBezTo>
                  <a:pt x="1596676" y="139732"/>
                  <a:pt x="1593532" y="142875"/>
                  <a:pt x="1589627" y="142875"/>
                </a:cubicBezTo>
                <a:cubicBezTo>
                  <a:pt x="1585722" y="142875"/>
                  <a:pt x="1582579" y="139732"/>
                  <a:pt x="1582579" y="135827"/>
                </a:cubicBezTo>
                <a:close/>
                <a:moveTo>
                  <a:pt x="1920431" y="4386072"/>
                </a:moveTo>
                <a:cubicBezTo>
                  <a:pt x="1913573" y="4386072"/>
                  <a:pt x="1907953" y="4391025"/>
                  <a:pt x="1906810" y="4397502"/>
                </a:cubicBezTo>
                <a:lnTo>
                  <a:pt x="1900238" y="4397502"/>
                </a:lnTo>
                <a:lnTo>
                  <a:pt x="1861661" y="4444079"/>
                </a:lnTo>
                <a:lnTo>
                  <a:pt x="1855756" y="4444079"/>
                </a:lnTo>
                <a:cubicBezTo>
                  <a:pt x="1854613" y="4438269"/>
                  <a:pt x="1849660" y="4433697"/>
                  <a:pt x="1843373" y="4433697"/>
                </a:cubicBezTo>
                <a:cubicBezTo>
                  <a:pt x="1836325" y="4433697"/>
                  <a:pt x="1830515" y="4439412"/>
                  <a:pt x="1830515" y="4446556"/>
                </a:cubicBezTo>
                <a:cubicBezTo>
                  <a:pt x="1830515" y="4453700"/>
                  <a:pt x="1836230" y="4459415"/>
                  <a:pt x="1843373" y="4459415"/>
                </a:cubicBezTo>
                <a:cubicBezTo>
                  <a:pt x="1849565" y="4459415"/>
                  <a:pt x="1854613" y="4454843"/>
                  <a:pt x="1855756" y="4448937"/>
                </a:cubicBezTo>
                <a:lnTo>
                  <a:pt x="1863947" y="4448937"/>
                </a:lnTo>
                <a:cubicBezTo>
                  <a:pt x="1863947" y="4448937"/>
                  <a:pt x="1902524" y="4402265"/>
                  <a:pt x="1902524" y="4402265"/>
                </a:cubicBezTo>
                <a:lnTo>
                  <a:pt x="1906905" y="4402265"/>
                </a:lnTo>
                <a:cubicBezTo>
                  <a:pt x="1908048" y="4408742"/>
                  <a:pt x="1913668" y="4413695"/>
                  <a:pt x="1920526" y="4413695"/>
                </a:cubicBezTo>
                <a:cubicBezTo>
                  <a:pt x="1928146" y="4413695"/>
                  <a:pt x="1934337" y="4407504"/>
                  <a:pt x="1934337" y="4399884"/>
                </a:cubicBezTo>
                <a:cubicBezTo>
                  <a:pt x="1934337" y="4392263"/>
                  <a:pt x="1928146" y="4386072"/>
                  <a:pt x="1920526" y="4386072"/>
                </a:cubicBezTo>
                <a:close/>
                <a:moveTo>
                  <a:pt x="1843373" y="4454652"/>
                </a:moveTo>
                <a:cubicBezTo>
                  <a:pt x="1838897" y="4454652"/>
                  <a:pt x="1835277" y="4451033"/>
                  <a:pt x="1835277" y="4446556"/>
                </a:cubicBezTo>
                <a:cubicBezTo>
                  <a:pt x="1835277" y="4442079"/>
                  <a:pt x="1838897" y="4438460"/>
                  <a:pt x="1843373" y="4438460"/>
                </a:cubicBezTo>
                <a:cubicBezTo>
                  <a:pt x="1847850" y="4438460"/>
                  <a:pt x="1851470" y="4442079"/>
                  <a:pt x="1851470" y="4446556"/>
                </a:cubicBezTo>
                <a:cubicBezTo>
                  <a:pt x="1851470" y="4451033"/>
                  <a:pt x="1847850" y="4454652"/>
                  <a:pt x="1843373" y="4454652"/>
                </a:cubicBezTo>
                <a:close/>
                <a:moveTo>
                  <a:pt x="95" y="1297019"/>
                </a:moveTo>
                <a:lnTo>
                  <a:pt x="31433" y="1324642"/>
                </a:lnTo>
                <a:cubicBezTo>
                  <a:pt x="29528" y="1327309"/>
                  <a:pt x="28289" y="1330547"/>
                  <a:pt x="28289" y="1334072"/>
                </a:cubicBezTo>
                <a:cubicBezTo>
                  <a:pt x="28289" y="1343025"/>
                  <a:pt x="35528" y="1350264"/>
                  <a:pt x="44482" y="1350264"/>
                </a:cubicBezTo>
                <a:cubicBezTo>
                  <a:pt x="53435" y="1350264"/>
                  <a:pt x="60674" y="1343025"/>
                  <a:pt x="60674" y="1334072"/>
                </a:cubicBezTo>
                <a:cubicBezTo>
                  <a:pt x="60674" y="1325118"/>
                  <a:pt x="53435" y="1317879"/>
                  <a:pt x="44482" y="1317879"/>
                </a:cubicBezTo>
                <a:cubicBezTo>
                  <a:pt x="41720" y="1317879"/>
                  <a:pt x="39148" y="1318641"/>
                  <a:pt x="36862" y="1319879"/>
                </a:cubicBezTo>
                <a:lnTo>
                  <a:pt x="95" y="1287494"/>
                </a:lnTo>
                <a:lnTo>
                  <a:pt x="95" y="1297019"/>
                </a:lnTo>
                <a:close/>
                <a:moveTo>
                  <a:pt x="44482" y="1325023"/>
                </a:moveTo>
                <a:cubicBezTo>
                  <a:pt x="49435" y="1325023"/>
                  <a:pt x="53531" y="1329119"/>
                  <a:pt x="53531" y="1334072"/>
                </a:cubicBezTo>
                <a:cubicBezTo>
                  <a:pt x="53531" y="1339025"/>
                  <a:pt x="49435" y="1343120"/>
                  <a:pt x="44482" y="1343120"/>
                </a:cubicBezTo>
                <a:cubicBezTo>
                  <a:pt x="39529" y="1343120"/>
                  <a:pt x="35433" y="1339025"/>
                  <a:pt x="35433" y="1334072"/>
                </a:cubicBezTo>
                <a:cubicBezTo>
                  <a:pt x="35433" y="1329119"/>
                  <a:pt x="39529" y="1325023"/>
                  <a:pt x="44482" y="1325023"/>
                </a:cubicBezTo>
                <a:close/>
                <a:moveTo>
                  <a:pt x="2007584" y="4336923"/>
                </a:moveTo>
                <a:lnTo>
                  <a:pt x="2045970" y="4385596"/>
                </a:lnTo>
                <a:lnTo>
                  <a:pt x="2045970" y="4385596"/>
                </a:lnTo>
                <a:cubicBezTo>
                  <a:pt x="2045970" y="4385596"/>
                  <a:pt x="2045970" y="4401122"/>
                  <a:pt x="2045970" y="4401122"/>
                </a:cubicBezTo>
                <a:cubicBezTo>
                  <a:pt x="2045970" y="4403694"/>
                  <a:pt x="2047494" y="4405884"/>
                  <a:pt x="2049780" y="4406837"/>
                </a:cubicBezTo>
                <a:lnTo>
                  <a:pt x="2049780" y="4434745"/>
                </a:lnTo>
                <a:lnTo>
                  <a:pt x="2065973" y="4456557"/>
                </a:lnTo>
                <a:lnTo>
                  <a:pt x="2143601" y="4456557"/>
                </a:lnTo>
                <a:lnTo>
                  <a:pt x="2158746" y="4440936"/>
                </a:lnTo>
                <a:lnTo>
                  <a:pt x="2198942" y="4441222"/>
                </a:lnTo>
                <a:cubicBezTo>
                  <a:pt x="2198942" y="4441222"/>
                  <a:pt x="2198942" y="4442079"/>
                  <a:pt x="2199227" y="4442460"/>
                </a:cubicBezTo>
                <a:cubicBezTo>
                  <a:pt x="2201323" y="4447509"/>
                  <a:pt x="2207038" y="4449890"/>
                  <a:pt x="2211991" y="4447794"/>
                </a:cubicBezTo>
                <a:cubicBezTo>
                  <a:pt x="2217039" y="4445699"/>
                  <a:pt x="2219420" y="4439984"/>
                  <a:pt x="2217325" y="4435031"/>
                </a:cubicBezTo>
                <a:cubicBezTo>
                  <a:pt x="2216753" y="4433697"/>
                  <a:pt x="2215896" y="4432554"/>
                  <a:pt x="2214944" y="4431602"/>
                </a:cubicBezTo>
                <a:lnTo>
                  <a:pt x="2230088" y="4414457"/>
                </a:lnTo>
                <a:cubicBezTo>
                  <a:pt x="2230088" y="4414457"/>
                  <a:pt x="2230660" y="4413409"/>
                  <a:pt x="2230660" y="4412837"/>
                </a:cubicBezTo>
                <a:lnTo>
                  <a:pt x="2230374" y="4349592"/>
                </a:lnTo>
                <a:cubicBezTo>
                  <a:pt x="2230374" y="4349592"/>
                  <a:pt x="2230374" y="4348925"/>
                  <a:pt x="2230184" y="4348544"/>
                </a:cubicBezTo>
                <a:lnTo>
                  <a:pt x="2219135" y="4324255"/>
                </a:lnTo>
                <a:cubicBezTo>
                  <a:pt x="2219992" y="4323588"/>
                  <a:pt x="2220849" y="4322826"/>
                  <a:pt x="2221516" y="4321874"/>
                </a:cubicBezTo>
                <a:cubicBezTo>
                  <a:pt x="2223135" y="4319397"/>
                  <a:pt x="2223707" y="4316445"/>
                  <a:pt x="2223135" y="4313492"/>
                </a:cubicBezTo>
                <a:cubicBezTo>
                  <a:pt x="2222564" y="4310539"/>
                  <a:pt x="2220849" y="4308062"/>
                  <a:pt x="2218373" y="4306443"/>
                </a:cubicBezTo>
                <a:cubicBezTo>
                  <a:pt x="2215896" y="4304824"/>
                  <a:pt x="2212943" y="4304253"/>
                  <a:pt x="2209991" y="4304824"/>
                </a:cubicBezTo>
                <a:cubicBezTo>
                  <a:pt x="2203990" y="4306062"/>
                  <a:pt x="2200085" y="4311968"/>
                  <a:pt x="2201228" y="4317969"/>
                </a:cubicBezTo>
                <a:cubicBezTo>
                  <a:pt x="2202275" y="4323303"/>
                  <a:pt x="2206943" y="4326922"/>
                  <a:pt x="2212181" y="4326922"/>
                </a:cubicBezTo>
                <a:cubicBezTo>
                  <a:pt x="2212943" y="4326922"/>
                  <a:pt x="2213610" y="4326922"/>
                  <a:pt x="2214372" y="4326731"/>
                </a:cubicBezTo>
                <a:cubicBezTo>
                  <a:pt x="2214467" y="4326731"/>
                  <a:pt x="2214563" y="4326636"/>
                  <a:pt x="2214753" y="4326541"/>
                </a:cubicBezTo>
                <a:lnTo>
                  <a:pt x="2225421" y="4350068"/>
                </a:lnTo>
                <a:lnTo>
                  <a:pt x="2225612" y="4411885"/>
                </a:lnTo>
                <a:lnTo>
                  <a:pt x="2210181" y="4429316"/>
                </a:lnTo>
                <a:cubicBezTo>
                  <a:pt x="2208276" y="4428839"/>
                  <a:pt x="2206276" y="4428839"/>
                  <a:pt x="2204276" y="4429602"/>
                </a:cubicBezTo>
                <a:cubicBezTo>
                  <a:pt x="2201323" y="4430840"/>
                  <a:pt x="2199418" y="4433316"/>
                  <a:pt x="2198656" y="4436269"/>
                </a:cubicBezTo>
                <a:lnTo>
                  <a:pt x="2156365" y="4435983"/>
                </a:lnTo>
                <a:lnTo>
                  <a:pt x="2141220" y="4451604"/>
                </a:lnTo>
                <a:lnTo>
                  <a:pt x="2068163" y="4451604"/>
                </a:lnTo>
                <a:lnTo>
                  <a:pt x="2054447" y="4433030"/>
                </a:lnTo>
                <a:lnTo>
                  <a:pt x="2054447" y="4406742"/>
                </a:lnTo>
                <a:cubicBezTo>
                  <a:pt x="2056638" y="4405789"/>
                  <a:pt x="2058257" y="4403598"/>
                  <a:pt x="2058257" y="4401027"/>
                </a:cubicBezTo>
                <a:lnTo>
                  <a:pt x="2058257" y="4381500"/>
                </a:lnTo>
                <a:cubicBezTo>
                  <a:pt x="2058257" y="4378071"/>
                  <a:pt x="2055495" y="4375214"/>
                  <a:pt x="2051971" y="4375214"/>
                </a:cubicBezTo>
                <a:cubicBezTo>
                  <a:pt x="2049590" y="4375214"/>
                  <a:pt x="2047589" y="4376643"/>
                  <a:pt x="2046542" y="4378643"/>
                </a:cubicBezTo>
                <a:lnTo>
                  <a:pt x="2009680" y="4331970"/>
                </a:lnTo>
                <a:lnTo>
                  <a:pt x="1934051" y="4331970"/>
                </a:lnTo>
                <a:lnTo>
                  <a:pt x="1890046" y="4368737"/>
                </a:lnTo>
                <a:cubicBezTo>
                  <a:pt x="1888427" y="4367784"/>
                  <a:pt x="1886712" y="4367118"/>
                  <a:pt x="1884712" y="4367118"/>
                </a:cubicBezTo>
                <a:cubicBezTo>
                  <a:pt x="1878711" y="4367118"/>
                  <a:pt x="1873758" y="4371975"/>
                  <a:pt x="1873758" y="4378071"/>
                </a:cubicBezTo>
                <a:cubicBezTo>
                  <a:pt x="1873758" y="4384167"/>
                  <a:pt x="1878616" y="4389025"/>
                  <a:pt x="1884712" y="4389025"/>
                </a:cubicBezTo>
                <a:cubicBezTo>
                  <a:pt x="1890808" y="4389025"/>
                  <a:pt x="1895666" y="4384167"/>
                  <a:pt x="1895666" y="4378071"/>
                </a:cubicBezTo>
                <a:cubicBezTo>
                  <a:pt x="1895666" y="4375785"/>
                  <a:pt x="1894808" y="4373785"/>
                  <a:pt x="1893665" y="4372070"/>
                </a:cubicBezTo>
                <a:lnTo>
                  <a:pt x="1936052" y="4336828"/>
                </a:lnTo>
                <a:lnTo>
                  <a:pt x="2007299" y="4336828"/>
                </a:lnTo>
                <a:close/>
                <a:moveTo>
                  <a:pt x="2217611" y="4319302"/>
                </a:moveTo>
                <a:cubicBezTo>
                  <a:pt x="2216658" y="4320731"/>
                  <a:pt x="2215229" y="4321683"/>
                  <a:pt x="2213610" y="4321969"/>
                </a:cubicBezTo>
                <a:cubicBezTo>
                  <a:pt x="2210276" y="4322636"/>
                  <a:pt x="2206943" y="4320445"/>
                  <a:pt x="2206181" y="4317111"/>
                </a:cubicBezTo>
                <a:cubicBezTo>
                  <a:pt x="2205514" y="4313682"/>
                  <a:pt x="2207705" y="4310444"/>
                  <a:pt x="2211134" y="4309682"/>
                </a:cubicBezTo>
                <a:cubicBezTo>
                  <a:pt x="2212753" y="4309301"/>
                  <a:pt x="2214467" y="4309682"/>
                  <a:pt x="2215896" y="4310634"/>
                </a:cubicBezTo>
                <a:cubicBezTo>
                  <a:pt x="2217325" y="4311587"/>
                  <a:pt x="2218277" y="4313015"/>
                  <a:pt x="2218563" y="4314635"/>
                </a:cubicBezTo>
                <a:cubicBezTo>
                  <a:pt x="2218944" y="4316254"/>
                  <a:pt x="2218563" y="4317969"/>
                  <a:pt x="2217611" y="4319397"/>
                </a:cubicBezTo>
                <a:close/>
                <a:moveTo>
                  <a:pt x="1536192" y="302609"/>
                </a:moveTo>
                <a:cubicBezTo>
                  <a:pt x="1530096" y="302324"/>
                  <a:pt x="1524857" y="306991"/>
                  <a:pt x="1524572" y="313087"/>
                </a:cubicBezTo>
                <a:cubicBezTo>
                  <a:pt x="1524286" y="319183"/>
                  <a:pt x="1528953" y="324422"/>
                  <a:pt x="1535049" y="324707"/>
                </a:cubicBezTo>
                <a:cubicBezTo>
                  <a:pt x="1537145" y="324803"/>
                  <a:pt x="1539050" y="324136"/>
                  <a:pt x="1540764" y="323279"/>
                </a:cubicBezTo>
                <a:lnTo>
                  <a:pt x="1589437" y="382429"/>
                </a:lnTo>
                <a:lnTo>
                  <a:pt x="1589151" y="481394"/>
                </a:lnTo>
                <a:lnTo>
                  <a:pt x="1584293" y="481394"/>
                </a:lnTo>
                <a:cubicBezTo>
                  <a:pt x="1580578" y="481394"/>
                  <a:pt x="1577435" y="484442"/>
                  <a:pt x="1577435" y="488252"/>
                </a:cubicBezTo>
                <a:lnTo>
                  <a:pt x="1577435" y="502634"/>
                </a:lnTo>
                <a:cubicBezTo>
                  <a:pt x="1577435" y="506349"/>
                  <a:pt x="1580483" y="509492"/>
                  <a:pt x="1584293" y="509492"/>
                </a:cubicBezTo>
                <a:lnTo>
                  <a:pt x="1598676" y="509492"/>
                </a:lnTo>
                <a:cubicBezTo>
                  <a:pt x="1602391" y="509492"/>
                  <a:pt x="1605534" y="506444"/>
                  <a:pt x="1605534" y="502634"/>
                </a:cubicBezTo>
                <a:lnTo>
                  <a:pt x="1605534" y="488252"/>
                </a:lnTo>
                <a:cubicBezTo>
                  <a:pt x="1605534" y="484537"/>
                  <a:pt x="1602486" y="481394"/>
                  <a:pt x="1598676" y="481394"/>
                </a:cubicBezTo>
                <a:lnTo>
                  <a:pt x="1593818" y="481394"/>
                </a:lnTo>
                <a:lnTo>
                  <a:pt x="1594104" y="380714"/>
                </a:lnTo>
                <a:lnTo>
                  <a:pt x="1544288" y="320135"/>
                </a:lnTo>
                <a:cubicBezTo>
                  <a:pt x="1545527" y="318421"/>
                  <a:pt x="1546479" y="316516"/>
                  <a:pt x="1546574" y="314230"/>
                </a:cubicBezTo>
                <a:cubicBezTo>
                  <a:pt x="1546860" y="308134"/>
                  <a:pt x="1542193" y="302895"/>
                  <a:pt x="1536097" y="302609"/>
                </a:cubicBezTo>
                <a:close/>
                <a:moveTo>
                  <a:pt x="1598771" y="486156"/>
                </a:moveTo>
                <a:cubicBezTo>
                  <a:pt x="1599914" y="486156"/>
                  <a:pt x="1600867" y="487109"/>
                  <a:pt x="1600867" y="488252"/>
                </a:cubicBezTo>
                <a:lnTo>
                  <a:pt x="1600867" y="502634"/>
                </a:lnTo>
                <a:cubicBezTo>
                  <a:pt x="1600867" y="503777"/>
                  <a:pt x="1599914" y="504730"/>
                  <a:pt x="1598771" y="504730"/>
                </a:cubicBezTo>
                <a:lnTo>
                  <a:pt x="1584389" y="504730"/>
                </a:lnTo>
                <a:cubicBezTo>
                  <a:pt x="1583246" y="504730"/>
                  <a:pt x="1582293" y="503777"/>
                  <a:pt x="1582293" y="502634"/>
                </a:cubicBezTo>
                <a:lnTo>
                  <a:pt x="1582293" y="488252"/>
                </a:lnTo>
                <a:cubicBezTo>
                  <a:pt x="1582293" y="487109"/>
                  <a:pt x="1583246" y="486156"/>
                  <a:pt x="1584389" y="486156"/>
                </a:cubicBezTo>
                <a:lnTo>
                  <a:pt x="1598771" y="486156"/>
                </a:lnTo>
                <a:close/>
                <a:moveTo>
                  <a:pt x="520065" y="2016062"/>
                </a:moveTo>
                <a:lnTo>
                  <a:pt x="527209" y="2016062"/>
                </a:lnTo>
                <a:lnTo>
                  <a:pt x="527209" y="2024539"/>
                </a:lnTo>
                <a:lnTo>
                  <a:pt x="520065" y="2024539"/>
                </a:lnTo>
                <a:lnTo>
                  <a:pt x="520065" y="2016062"/>
                </a:lnTo>
                <a:close/>
                <a:moveTo>
                  <a:pt x="1826038" y="2365153"/>
                </a:moveTo>
                <a:lnTo>
                  <a:pt x="1812607" y="2351723"/>
                </a:lnTo>
                <a:lnTo>
                  <a:pt x="1815941" y="2348389"/>
                </a:lnTo>
                <a:lnTo>
                  <a:pt x="1829467" y="2361819"/>
                </a:lnTo>
                <a:lnTo>
                  <a:pt x="1826133" y="2365153"/>
                </a:lnTo>
                <a:close/>
                <a:moveTo>
                  <a:pt x="1207389" y="4287203"/>
                </a:moveTo>
                <a:cubicBezTo>
                  <a:pt x="1205484" y="4289012"/>
                  <a:pt x="1204436" y="4291298"/>
                  <a:pt x="1203960" y="4293680"/>
                </a:cubicBezTo>
                <a:lnTo>
                  <a:pt x="1127284" y="4293394"/>
                </a:lnTo>
                <a:lnTo>
                  <a:pt x="1108139" y="4271201"/>
                </a:lnTo>
                <a:lnTo>
                  <a:pt x="985361" y="4271201"/>
                </a:lnTo>
                <a:lnTo>
                  <a:pt x="976598" y="4261866"/>
                </a:lnTo>
                <a:lnTo>
                  <a:pt x="976598" y="4224814"/>
                </a:lnTo>
                <a:cubicBezTo>
                  <a:pt x="976598" y="4224814"/>
                  <a:pt x="976979" y="4224814"/>
                  <a:pt x="977265" y="4224814"/>
                </a:cubicBezTo>
                <a:cubicBezTo>
                  <a:pt x="980123" y="4224052"/>
                  <a:pt x="982409" y="4222147"/>
                  <a:pt x="983837" y="4219575"/>
                </a:cubicBezTo>
                <a:cubicBezTo>
                  <a:pt x="985266" y="4217004"/>
                  <a:pt x="985552" y="4214051"/>
                  <a:pt x="984790" y="4211288"/>
                </a:cubicBezTo>
                <a:cubicBezTo>
                  <a:pt x="983647" y="4207193"/>
                  <a:pt x="980218" y="4204430"/>
                  <a:pt x="976313" y="4203669"/>
                </a:cubicBezTo>
                <a:lnTo>
                  <a:pt x="976694" y="4136422"/>
                </a:lnTo>
                <a:lnTo>
                  <a:pt x="917067" y="4069366"/>
                </a:lnTo>
                <a:lnTo>
                  <a:pt x="916781" y="3989832"/>
                </a:lnTo>
                <a:lnTo>
                  <a:pt x="921068" y="3989832"/>
                </a:lnTo>
                <a:cubicBezTo>
                  <a:pt x="924116" y="3989832"/>
                  <a:pt x="926592" y="3987355"/>
                  <a:pt x="926592" y="3984308"/>
                </a:cubicBezTo>
                <a:lnTo>
                  <a:pt x="926592" y="3970877"/>
                </a:lnTo>
                <a:cubicBezTo>
                  <a:pt x="926592" y="3967829"/>
                  <a:pt x="924116" y="3965353"/>
                  <a:pt x="921068" y="3965353"/>
                </a:cubicBezTo>
                <a:lnTo>
                  <a:pt x="907637" y="3965353"/>
                </a:lnTo>
                <a:cubicBezTo>
                  <a:pt x="904589" y="3965353"/>
                  <a:pt x="902113" y="3967829"/>
                  <a:pt x="902113" y="3970877"/>
                </a:cubicBezTo>
                <a:lnTo>
                  <a:pt x="902113" y="3976211"/>
                </a:lnTo>
                <a:lnTo>
                  <a:pt x="880682" y="3976211"/>
                </a:lnTo>
                <a:lnTo>
                  <a:pt x="852297" y="3949065"/>
                </a:lnTo>
                <a:lnTo>
                  <a:pt x="708089" y="3949065"/>
                </a:lnTo>
                <a:lnTo>
                  <a:pt x="688658" y="3938492"/>
                </a:lnTo>
                <a:lnTo>
                  <a:pt x="641509" y="3938207"/>
                </a:lnTo>
                <a:cubicBezTo>
                  <a:pt x="641509" y="3936968"/>
                  <a:pt x="641414" y="3935730"/>
                  <a:pt x="641033" y="3934492"/>
                </a:cubicBezTo>
                <a:cubicBezTo>
                  <a:pt x="639890" y="3931253"/>
                  <a:pt x="637604" y="3928777"/>
                  <a:pt x="634556" y="3927253"/>
                </a:cubicBezTo>
                <a:cubicBezTo>
                  <a:pt x="631508" y="3925824"/>
                  <a:pt x="628079" y="3925634"/>
                  <a:pt x="624935" y="3926681"/>
                </a:cubicBezTo>
                <a:cubicBezTo>
                  <a:pt x="618363" y="3928967"/>
                  <a:pt x="614839" y="3936206"/>
                  <a:pt x="617220" y="3942779"/>
                </a:cubicBezTo>
                <a:cubicBezTo>
                  <a:pt x="619030" y="3948017"/>
                  <a:pt x="623983" y="3951256"/>
                  <a:pt x="629126" y="3951256"/>
                </a:cubicBezTo>
                <a:cubicBezTo>
                  <a:pt x="630460" y="3951256"/>
                  <a:pt x="631889" y="3951065"/>
                  <a:pt x="633317" y="3950589"/>
                </a:cubicBezTo>
                <a:cubicBezTo>
                  <a:pt x="636461" y="3949446"/>
                  <a:pt x="639032" y="3947160"/>
                  <a:pt x="640556" y="3944112"/>
                </a:cubicBezTo>
                <a:cubicBezTo>
                  <a:pt x="640747" y="3943731"/>
                  <a:pt x="640747" y="3943255"/>
                  <a:pt x="640842" y="3942874"/>
                </a:cubicBezTo>
                <a:lnTo>
                  <a:pt x="686943" y="3942874"/>
                </a:lnTo>
                <a:lnTo>
                  <a:pt x="706374" y="3953447"/>
                </a:lnTo>
                <a:lnTo>
                  <a:pt x="850392" y="3953732"/>
                </a:lnTo>
                <a:lnTo>
                  <a:pt x="878777" y="3980879"/>
                </a:lnTo>
                <a:lnTo>
                  <a:pt x="902113" y="3980879"/>
                </a:lnTo>
                <a:lnTo>
                  <a:pt x="902113" y="3984212"/>
                </a:lnTo>
                <a:cubicBezTo>
                  <a:pt x="902113" y="3987260"/>
                  <a:pt x="904589" y="3989737"/>
                  <a:pt x="907637" y="3989737"/>
                </a:cubicBezTo>
                <a:lnTo>
                  <a:pt x="911924" y="3989737"/>
                </a:lnTo>
                <a:lnTo>
                  <a:pt x="912209" y="4071080"/>
                </a:lnTo>
                <a:lnTo>
                  <a:pt x="971836" y="4138136"/>
                </a:lnTo>
                <a:lnTo>
                  <a:pt x="971455" y="4203669"/>
                </a:lnTo>
                <a:cubicBezTo>
                  <a:pt x="971455" y="4203669"/>
                  <a:pt x="971264" y="4203669"/>
                  <a:pt x="971169" y="4203669"/>
                </a:cubicBezTo>
                <a:cubicBezTo>
                  <a:pt x="965359" y="4205288"/>
                  <a:pt x="962025" y="4211384"/>
                  <a:pt x="963644" y="4217194"/>
                </a:cubicBezTo>
                <a:cubicBezTo>
                  <a:pt x="964406" y="4220052"/>
                  <a:pt x="966311" y="4222337"/>
                  <a:pt x="968883" y="4223766"/>
                </a:cubicBezTo>
                <a:cubicBezTo>
                  <a:pt x="969836" y="4224243"/>
                  <a:pt x="970788" y="4224623"/>
                  <a:pt x="971836" y="4224814"/>
                </a:cubicBezTo>
                <a:lnTo>
                  <a:pt x="971836" y="4263676"/>
                </a:lnTo>
                <a:lnTo>
                  <a:pt x="983361" y="4275963"/>
                </a:lnTo>
                <a:lnTo>
                  <a:pt x="1106043" y="4275963"/>
                </a:lnTo>
                <a:lnTo>
                  <a:pt x="1125188" y="4298156"/>
                </a:lnTo>
                <a:lnTo>
                  <a:pt x="1204055" y="4298442"/>
                </a:lnTo>
                <a:cubicBezTo>
                  <a:pt x="1204436" y="4300538"/>
                  <a:pt x="1205294" y="4302633"/>
                  <a:pt x="1206913" y="4304348"/>
                </a:cubicBezTo>
                <a:cubicBezTo>
                  <a:pt x="1211485" y="4309301"/>
                  <a:pt x="1219200" y="4309491"/>
                  <a:pt x="1224153" y="4304919"/>
                </a:cubicBezTo>
                <a:cubicBezTo>
                  <a:pt x="1229106" y="4300347"/>
                  <a:pt x="1229297" y="4292632"/>
                  <a:pt x="1224725" y="4287679"/>
                </a:cubicBezTo>
                <a:cubicBezTo>
                  <a:pt x="1220153" y="4282726"/>
                  <a:pt x="1212437" y="4282536"/>
                  <a:pt x="1207484" y="4287107"/>
                </a:cubicBezTo>
                <a:close/>
                <a:moveTo>
                  <a:pt x="636175" y="3941826"/>
                </a:moveTo>
                <a:cubicBezTo>
                  <a:pt x="635222" y="3943731"/>
                  <a:pt x="633698" y="3945160"/>
                  <a:pt x="631698" y="3945827"/>
                </a:cubicBezTo>
                <a:cubicBezTo>
                  <a:pt x="627602" y="3947351"/>
                  <a:pt x="623126" y="3945065"/>
                  <a:pt x="621697" y="3940969"/>
                </a:cubicBezTo>
                <a:cubicBezTo>
                  <a:pt x="620268" y="3936873"/>
                  <a:pt x="622459" y="3932396"/>
                  <a:pt x="626554" y="3930968"/>
                </a:cubicBezTo>
                <a:cubicBezTo>
                  <a:pt x="627412" y="3930682"/>
                  <a:pt x="628269" y="3930492"/>
                  <a:pt x="629126" y="3930492"/>
                </a:cubicBezTo>
                <a:cubicBezTo>
                  <a:pt x="632365" y="3930492"/>
                  <a:pt x="635413" y="3932492"/>
                  <a:pt x="636556" y="3935730"/>
                </a:cubicBezTo>
                <a:cubicBezTo>
                  <a:pt x="637223" y="3937730"/>
                  <a:pt x="637127" y="3939826"/>
                  <a:pt x="636175" y="3941731"/>
                </a:cubicBezTo>
                <a:close/>
                <a:moveTo>
                  <a:pt x="907542" y="3984784"/>
                </a:moveTo>
                <a:cubicBezTo>
                  <a:pt x="907542" y="3984784"/>
                  <a:pt x="906780" y="3984403"/>
                  <a:pt x="906780" y="3984022"/>
                </a:cubicBezTo>
                <a:lnTo>
                  <a:pt x="906780" y="3970592"/>
                </a:lnTo>
                <a:cubicBezTo>
                  <a:pt x="906780" y="3970592"/>
                  <a:pt x="907161" y="3969830"/>
                  <a:pt x="907542" y="3969830"/>
                </a:cubicBezTo>
                <a:lnTo>
                  <a:pt x="920972" y="3969830"/>
                </a:lnTo>
                <a:cubicBezTo>
                  <a:pt x="920972" y="3969830"/>
                  <a:pt x="921734" y="3970211"/>
                  <a:pt x="921734" y="3970592"/>
                </a:cubicBezTo>
                <a:lnTo>
                  <a:pt x="921734" y="3984022"/>
                </a:lnTo>
                <a:cubicBezTo>
                  <a:pt x="921734" y="3984022"/>
                  <a:pt x="921353" y="3984784"/>
                  <a:pt x="920972" y="3984784"/>
                </a:cubicBezTo>
                <a:lnTo>
                  <a:pt x="907542" y="3984784"/>
                </a:lnTo>
                <a:close/>
                <a:moveTo>
                  <a:pt x="971169" y="4219575"/>
                </a:moveTo>
                <a:cubicBezTo>
                  <a:pt x="969740" y="4218813"/>
                  <a:pt x="968693" y="4217480"/>
                  <a:pt x="968216" y="4215861"/>
                </a:cubicBezTo>
                <a:cubicBezTo>
                  <a:pt x="967264" y="4212622"/>
                  <a:pt x="969169" y="4209098"/>
                  <a:pt x="972502" y="4208240"/>
                </a:cubicBezTo>
                <a:cubicBezTo>
                  <a:pt x="973074" y="4208050"/>
                  <a:pt x="973646" y="4207955"/>
                  <a:pt x="974217" y="4207955"/>
                </a:cubicBezTo>
                <a:cubicBezTo>
                  <a:pt x="976884" y="4207955"/>
                  <a:pt x="979361" y="4209764"/>
                  <a:pt x="980123" y="4212431"/>
                </a:cubicBezTo>
                <a:cubicBezTo>
                  <a:pt x="980599" y="4214051"/>
                  <a:pt x="980408" y="4215670"/>
                  <a:pt x="979551" y="4217099"/>
                </a:cubicBezTo>
                <a:cubicBezTo>
                  <a:pt x="978789" y="4218528"/>
                  <a:pt x="977456" y="4219575"/>
                  <a:pt x="975836" y="4220052"/>
                </a:cubicBezTo>
                <a:cubicBezTo>
                  <a:pt x="974217" y="4220528"/>
                  <a:pt x="972598" y="4220337"/>
                  <a:pt x="971169" y="4219480"/>
                </a:cubicBezTo>
                <a:close/>
                <a:moveTo>
                  <a:pt x="520065" y="2049780"/>
                </a:moveTo>
                <a:lnTo>
                  <a:pt x="527209" y="2049780"/>
                </a:lnTo>
                <a:lnTo>
                  <a:pt x="527209" y="2058257"/>
                </a:lnTo>
                <a:lnTo>
                  <a:pt x="520065" y="2058257"/>
                </a:lnTo>
                <a:lnTo>
                  <a:pt x="520065" y="2049780"/>
                </a:lnTo>
                <a:close/>
                <a:moveTo>
                  <a:pt x="1721549" y="2314575"/>
                </a:moveTo>
                <a:lnTo>
                  <a:pt x="1666685" y="2260664"/>
                </a:lnTo>
                <a:cubicBezTo>
                  <a:pt x="1666685" y="2260664"/>
                  <a:pt x="1666875" y="2260187"/>
                  <a:pt x="1666875" y="2259902"/>
                </a:cubicBezTo>
                <a:lnTo>
                  <a:pt x="1666875" y="2246948"/>
                </a:lnTo>
                <a:cubicBezTo>
                  <a:pt x="1666875" y="2244185"/>
                  <a:pt x="1664589" y="2241899"/>
                  <a:pt x="1661827" y="2241899"/>
                </a:cubicBezTo>
                <a:lnTo>
                  <a:pt x="1648873" y="2241899"/>
                </a:lnTo>
                <a:cubicBezTo>
                  <a:pt x="1646111" y="2241899"/>
                  <a:pt x="1643825" y="2244185"/>
                  <a:pt x="1643825" y="2246948"/>
                </a:cubicBezTo>
                <a:lnTo>
                  <a:pt x="1643825" y="2259902"/>
                </a:lnTo>
                <a:cubicBezTo>
                  <a:pt x="1643825" y="2262664"/>
                  <a:pt x="1646111" y="2264950"/>
                  <a:pt x="1648873" y="2264950"/>
                </a:cubicBezTo>
                <a:lnTo>
                  <a:pt x="1661827" y="2264950"/>
                </a:lnTo>
                <a:cubicBezTo>
                  <a:pt x="1662589" y="2264950"/>
                  <a:pt x="1663256" y="2264759"/>
                  <a:pt x="1663922" y="2264474"/>
                </a:cubicBezTo>
                <a:lnTo>
                  <a:pt x="1719739" y="2319338"/>
                </a:lnTo>
                <a:lnTo>
                  <a:pt x="1726406" y="2319338"/>
                </a:lnTo>
                <a:cubicBezTo>
                  <a:pt x="1726406" y="2319338"/>
                  <a:pt x="1760601" y="2355152"/>
                  <a:pt x="1760601" y="2355152"/>
                </a:cubicBezTo>
                <a:lnTo>
                  <a:pt x="1761268" y="2362010"/>
                </a:lnTo>
                <a:lnTo>
                  <a:pt x="1819466" y="2419826"/>
                </a:lnTo>
                <a:cubicBezTo>
                  <a:pt x="1819466" y="2419826"/>
                  <a:pt x="1819275" y="2420398"/>
                  <a:pt x="1819275" y="2420684"/>
                </a:cubicBezTo>
                <a:lnTo>
                  <a:pt x="1819275" y="2433638"/>
                </a:lnTo>
                <a:cubicBezTo>
                  <a:pt x="1819275" y="2436400"/>
                  <a:pt x="1821561" y="2438686"/>
                  <a:pt x="1824323" y="2438686"/>
                </a:cubicBezTo>
                <a:lnTo>
                  <a:pt x="1837277" y="2438686"/>
                </a:lnTo>
                <a:cubicBezTo>
                  <a:pt x="1840040" y="2438686"/>
                  <a:pt x="1842326" y="2436400"/>
                  <a:pt x="1842326" y="2433638"/>
                </a:cubicBezTo>
                <a:lnTo>
                  <a:pt x="1842326" y="2420684"/>
                </a:lnTo>
                <a:cubicBezTo>
                  <a:pt x="1842326" y="2417921"/>
                  <a:pt x="1840040" y="2415635"/>
                  <a:pt x="1837277" y="2415635"/>
                </a:cubicBezTo>
                <a:lnTo>
                  <a:pt x="1824323" y="2415635"/>
                </a:lnTo>
                <a:cubicBezTo>
                  <a:pt x="1823657" y="2415635"/>
                  <a:pt x="1822990" y="2415731"/>
                  <a:pt x="1822323" y="2416016"/>
                </a:cubicBezTo>
                <a:lnTo>
                  <a:pt x="1765745" y="2359819"/>
                </a:lnTo>
                <a:lnTo>
                  <a:pt x="1765078" y="2352961"/>
                </a:lnTo>
                <a:lnTo>
                  <a:pt x="1728311" y="2314385"/>
                </a:lnTo>
                <a:lnTo>
                  <a:pt x="1721549" y="2314385"/>
                </a:lnTo>
                <a:close/>
                <a:moveTo>
                  <a:pt x="1662017" y="2259997"/>
                </a:moveTo>
                <a:cubicBezTo>
                  <a:pt x="1662017" y="2259997"/>
                  <a:pt x="1661827" y="2260283"/>
                  <a:pt x="1661732" y="2260283"/>
                </a:cubicBezTo>
                <a:lnTo>
                  <a:pt x="1648492" y="2259997"/>
                </a:lnTo>
                <a:lnTo>
                  <a:pt x="1648778" y="2246757"/>
                </a:lnTo>
                <a:lnTo>
                  <a:pt x="1662017" y="2247043"/>
                </a:lnTo>
                <a:lnTo>
                  <a:pt x="1662017" y="2259997"/>
                </a:lnTo>
                <a:close/>
                <a:moveTo>
                  <a:pt x="1824323" y="2420493"/>
                </a:moveTo>
                <a:lnTo>
                  <a:pt x="1837563" y="2420779"/>
                </a:lnTo>
                <a:lnTo>
                  <a:pt x="1837563" y="2433733"/>
                </a:lnTo>
                <a:cubicBezTo>
                  <a:pt x="1837563" y="2433733"/>
                  <a:pt x="1837373" y="2434019"/>
                  <a:pt x="1837277" y="2434019"/>
                </a:cubicBezTo>
                <a:lnTo>
                  <a:pt x="1824038" y="2433733"/>
                </a:lnTo>
                <a:lnTo>
                  <a:pt x="1824323" y="2420493"/>
                </a:lnTo>
                <a:close/>
                <a:moveTo>
                  <a:pt x="2305145" y="4746117"/>
                </a:moveTo>
                <a:lnTo>
                  <a:pt x="2264283" y="4746117"/>
                </a:lnTo>
                <a:cubicBezTo>
                  <a:pt x="2263616" y="4743164"/>
                  <a:pt x="2261807" y="4740688"/>
                  <a:pt x="2259044" y="4739259"/>
                </a:cubicBezTo>
                <a:cubicBezTo>
                  <a:pt x="2253996" y="4736783"/>
                  <a:pt x="2247805" y="4738783"/>
                  <a:pt x="2245328" y="4743831"/>
                </a:cubicBezTo>
                <a:cubicBezTo>
                  <a:pt x="2242852" y="4748879"/>
                  <a:pt x="2244852" y="4755071"/>
                  <a:pt x="2249900" y="4757547"/>
                </a:cubicBezTo>
                <a:cubicBezTo>
                  <a:pt x="2254949" y="4760024"/>
                  <a:pt x="2261140" y="4758023"/>
                  <a:pt x="2263616" y="4752975"/>
                </a:cubicBezTo>
                <a:cubicBezTo>
                  <a:pt x="2263997" y="4752213"/>
                  <a:pt x="2263997" y="4751451"/>
                  <a:pt x="2264188" y="4750689"/>
                </a:cubicBezTo>
                <a:lnTo>
                  <a:pt x="2310575" y="4750689"/>
                </a:lnTo>
                <a:cubicBezTo>
                  <a:pt x="2310575" y="4750689"/>
                  <a:pt x="2310575" y="4750785"/>
                  <a:pt x="2310575" y="4750785"/>
                </a:cubicBezTo>
                <a:cubicBezTo>
                  <a:pt x="2311527" y="4750785"/>
                  <a:pt x="2312384" y="4750213"/>
                  <a:pt x="2312765" y="4749356"/>
                </a:cubicBezTo>
                <a:cubicBezTo>
                  <a:pt x="2313146" y="4748498"/>
                  <a:pt x="2312956" y="4747451"/>
                  <a:pt x="2312289" y="4746784"/>
                </a:cubicBezTo>
                <a:lnTo>
                  <a:pt x="2245424" y="4675346"/>
                </a:lnTo>
                <a:lnTo>
                  <a:pt x="2245995" y="4588479"/>
                </a:lnTo>
                <a:lnTo>
                  <a:pt x="2264950" y="4571238"/>
                </a:lnTo>
                <a:lnTo>
                  <a:pt x="2282571" y="4571238"/>
                </a:lnTo>
                <a:lnTo>
                  <a:pt x="2282571" y="4574096"/>
                </a:lnTo>
                <a:cubicBezTo>
                  <a:pt x="2282571" y="4577429"/>
                  <a:pt x="2285333" y="4580192"/>
                  <a:pt x="2288667" y="4580192"/>
                </a:cubicBezTo>
                <a:lnTo>
                  <a:pt x="2299049" y="4580192"/>
                </a:lnTo>
                <a:cubicBezTo>
                  <a:pt x="2302383" y="4580192"/>
                  <a:pt x="2305145" y="4577429"/>
                  <a:pt x="2305145" y="4574096"/>
                </a:cubicBezTo>
                <a:lnTo>
                  <a:pt x="2305145" y="4563713"/>
                </a:lnTo>
                <a:cubicBezTo>
                  <a:pt x="2305145" y="4560380"/>
                  <a:pt x="2302383" y="4557618"/>
                  <a:pt x="2299049" y="4557618"/>
                </a:cubicBezTo>
                <a:lnTo>
                  <a:pt x="2288667" y="4557618"/>
                </a:lnTo>
                <a:cubicBezTo>
                  <a:pt x="2285333" y="4557618"/>
                  <a:pt x="2282571" y="4560380"/>
                  <a:pt x="2282571" y="4563713"/>
                </a:cubicBezTo>
                <a:lnTo>
                  <a:pt x="2282571" y="4566571"/>
                </a:lnTo>
                <a:lnTo>
                  <a:pt x="2263997" y="4566571"/>
                </a:lnTo>
                <a:cubicBezTo>
                  <a:pt x="2263426" y="4566571"/>
                  <a:pt x="2262854" y="4566762"/>
                  <a:pt x="2262378" y="4567238"/>
                </a:cubicBezTo>
                <a:lnTo>
                  <a:pt x="2241995" y="4585812"/>
                </a:lnTo>
                <a:cubicBezTo>
                  <a:pt x="2241518" y="4586288"/>
                  <a:pt x="2241233" y="4586859"/>
                  <a:pt x="2241233" y="4587526"/>
                </a:cubicBezTo>
                <a:lnTo>
                  <a:pt x="2240661" y="4676394"/>
                </a:lnTo>
                <a:cubicBezTo>
                  <a:pt x="2240661" y="4676966"/>
                  <a:pt x="2240852" y="4677632"/>
                  <a:pt x="2241328" y="4678013"/>
                </a:cubicBezTo>
                <a:lnTo>
                  <a:pt x="2305050" y="4746117"/>
                </a:lnTo>
                <a:close/>
                <a:moveTo>
                  <a:pt x="2287524" y="4563809"/>
                </a:moveTo>
                <a:cubicBezTo>
                  <a:pt x="2287524" y="4563047"/>
                  <a:pt x="2288096" y="4562475"/>
                  <a:pt x="2288858" y="4562475"/>
                </a:cubicBezTo>
                <a:lnTo>
                  <a:pt x="2299240" y="4562475"/>
                </a:lnTo>
                <a:cubicBezTo>
                  <a:pt x="2300002" y="4562475"/>
                  <a:pt x="2300573" y="4563047"/>
                  <a:pt x="2300573" y="4563809"/>
                </a:cubicBezTo>
                <a:lnTo>
                  <a:pt x="2300573" y="4574191"/>
                </a:lnTo>
                <a:cubicBezTo>
                  <a:pt x="2300573" y="4574953"/>
                  <a:pt x="2300002" y="4575524"/>
                  <a:pt x="2299240" y="4575524"/>
                </a:cubicBezTo>
                <a:lnTo>
                  <a:pt x="2288858" y="4575524"/>
                </a:lnTo>
                <a:cubicBezTo>
                  <a:pt x="2288096" y="4575524"/>
                  <a:pt x="2287524" y="4574953"/>
                  <a:pt x="2287524" y="4574191"/>
                </a:cubicBezTo>
                <a:lnTo>
                  <a:pt x="2287524" y="4563809"/>
                </a:lnTo>
                <a:close/>
                <a:moveTo>
                  <a:pt x="1724501" y="2250567"/>
                </a:moveTo>
                <a:cubicBezTo>
                  <a:pt x="1722025" y="2250567"/>
                  <a:pt x="1719834" y="2251520"/>
                  <a:pt x="1717929" y="2252758"/>
                </a:cubicBezTo>
                <a:lnTo>
                  <a:pt x="1653254" y="2186559"/>
                </a:lnTo>
                <a:lnTo>
                  <a:pt x="1610678" y="2186845"/>
                </a:lnTo>
                <a:lnTo>
                  <a:pt x="1610678" y="2270093"/>
                </a:lnTo>
                <a:cubicBezTo>
                  <a:pt x="1605248" y="2271236"/>
                  <a:pt x="1601153" y="2275808"/>
                  <a:pt x="1601153" y="2281523"/>
                </a:cubicBezTo>
                <a:cubicBezTo>
                  <a:pt x="1601153" y="2288096"/>
                  <a:pt x="1606487" y="2293430"/>
                  <a:pt x="1613059" y="2293430"/>
                </a:cubicBezTo>
                <a:cubicBezTo>
                  <a:pt x="1619631" y="2293430"/>
                  <a:pt x="1624965" y="2288096"/>
                  <a:pt x="1624965" y="2281523"/>
                </a:cubicBezTo>
                <a:cubicBezTo>
                  <a:pt x="1624965" y="2275808"/>
                  <a:pt x="1620774" y="2271236"/>
                  <a:pt x="1615440" y="2270093"/>
                </a:cubicBezTo>
                <a:lnTo>
                  <a:pt x="1615440" y="2191512"/>
                </a:lnTo>
                <a:lnTo>
                  <a:pt x="1651254" y="2191226"/>
                </a:lnTo>
                <a:lnTo>
                  <a:pt x="1714595" y="2256092"/>
                </a:lnTo>
                <a:cubicBezTo>
                  <a:pt x="1713452" y="2257901"/>
                  <a:pt x="1712500" y="2259997"/>
                  <a:pt x="1712500" y="2262378"/>
                </a:cubicBezTo>
                <a:cubicBezTo>
                  <a:pt x="1712500" y="2268950"/>
                  <a:pt x="1717834" y="2274284"/>
                  <a:pt x="1724406" y="2274284"/>
                </a:cubicBezTo>
                <a:cubicBezTo>
                  <a:pt x="1727454" y="2274284"/>
                  <a:pt x="1730121" y="2273046"/>
                  <a:pt x="1732217" y="2271236"/>
                </a:cubicBezTo>
                <a:lnTo>
                  <a:pt x="1745171" y="2284190"/>
                </a:lnTo>
                <a:lnTo>
                  <a:pt x="1748504" y="2280857"/>
                </a:lnTo>
                <a:lnTo>
                  <a:pt x="1735169" y="2267522"/>
                </a:lnTo>
                <a:cubicBezTo>
                  <a:pt x="1735931" y="2265998"/>
                  <a:pt x="1736407" y="2264283"/>
                  <a:pt x="1736407" y="2262473"/>
                </a:cubicBezTo>
                <a:cubicBezTo>
                  <a:pt x="1736407" y="2255901"/>
                  <a:pt x="1731074" y="2250567"/>
                  <a:pt x="1724501" y="2250567"/>
                </a:cubicBezTo>
                <a:close/>
                <a:moveTo>
                  <a:pt x="1620203" y="2281619"/>
                </a:moveTo>
                <a:cubicBezTo>
                  <a:pt x="1620203" y="2285619"/>
                  <a:pt x="1616964" y="2288762"/>
                  <a:pt x="1613059" y="2288762"/>
                </a:cubicBezTo>
                <a:cubicBezTo>
                  <a:pt x="1609153" y="2288762"/>
                  <a:pt x="1605915" y="2285524"/>
                  <a:pt x="1605915" y="2281619"/>
                </a:cubicBezTo>
                <a:cubicBezTo>
                  <a:pt x="1605915" y="2277713"/>
                  <a:pt x="1609153" y="2274475"/>
                  <a:pt x="1613059" y="2274475"/>
                </a:cubicBezTo>
                <a:cubicBezTo>
                  <a:pt x="1616964" y="2274475"/>
                  <a:pt x="1620203" y="2277713"/>
                  <a:pt x="1620203" y="2281619"/>
                </a:cubicBezTo>
                <a:close/>
                <a:moveTo>
                  <a:pt x="1724501" y="2269712"/>
                </a:moveTo>
                <a:cubicBezTo>
                  <a:pt x="1720501" y="2269712"/>
                  <a:pt x="1717357" y="2266474"/>
                  <a:pt x="1717357" y="2262569"/>
                </a:cubicBezTo>
                <a:cubicBezTo>
                  <a:pt x="1717357" y="2258663"/>
                  <a:pt x="1720596" y="2255425"/>
                  <a:pt x="1724501" y="2255425"/>
                </a:cubicBezTo>
                <a:cubicBezTo>
                  <a:pt x="1728407" y="2255425"/>
                  <a:pt x="1731645" y="2258663"/>
                  <a:pt x="1731645" y="2262569"/>
                </a:cubicBezTo>
                <a:cubicBezTo>
                  <a:pt x="1731645" y="2266474"/>
                  <a:pt x="1728407" y="2269712"/>
                  <a:pt x="1724501" y="2269712"/>
                </a:cubicBezTo>
                <a:close/>
                <a:moveTo>
                  <a:pt x="520065" y="2066735"/>
                </a:moveTo>
                <a:lnTo>
                  <a:pt x="527209" y="2066735"/>
                </a:lnTo>
                <a:lnTo>
                  <a:pt x="527209" y="2075212"/>
                </a:lnTo>
                <a:lnTo>
                  <a:pt x="520065" y="2075212"/>
                </a:lnTo>
                <a:lnTo>
                  <a:pt x="520065" y="2066735"/>
                </a:lnTo>
                <a:close/>
                <a:moveTo>
                  <a:pt x="1700784" y="460439"/>
                </a:moveTo>
                <a:lnTo>
                  <a:pt x="1698498" y="460439"/>
                </a:lnTo>
                <a:cubicBezTo>
                  <a:pt x="1694783" y="460439"/>
                  <a:pt x="1691640" y="463487"/>
                  <a:pt x="1691640" y="467297"/>
                </a:cubicBezTo>
                <a:lnTo>
                  <a:pt x="1691640" y="476060"/>
                </a:lnTo>
                <a:cubicBezTo>
                  <a:pt x="1691640" y="479774"/>
                  <a:pt x="1694688" y="482918"/>
                  <a:pt x="1698498" y="482918"/>
                </a:cubicBezTo>
                <a:lnTo>
                  <a:pt x="1707261" y="482918"/>
                </a:lnTo>
                <a:cubicBezTo>
                  <a:pt x="1710976" y="482918"/>
                  <a:pt x="1714119" y="479870"/>
                  <a:pt x="1714119" y="476060"/>
                </a:cubicBezTo>
                <a:lnTo>
                  <a:pt x="1714119" y="467297"/>
                </a:lnTo>
                <a:cubicBezTo>
                  <a:pt x="1714119" y="463582"/>
                  <a:pt x="1711071" y="460439"/>
                  <a:pt x="1707261" y="460439"/>
                </a:cubicBezTo>
                <a:lnTo>
                  <a:pt x="1705547" y="460439"/>
                </a:lnTo>
                <a:lnTo>
                  <a:pt x="1705070" y="414623"/>
                </a:lnTo>
                <a:lnTo>
                  <a:pt x="1728978" y="384524"/>
                </a:lnTo>
                <a:lnTo>
                  <a:pt x="1728502" y="258794"/>
                </a:lnTo>
                <a:cubicBezTo>
                  <a:pt x="1733645" y="257842"/>
                  <a:pt x="1737646" y="253556"/>
                  <a:pt x="1737646" y="248126"/>
                </a:cubicBezTo>
                <a:cubicBezTo>
                  <a:pt x="1737646" y="242030"/>
                  <a:pt x="1732693" y="237077"/>
                  <a:pt x="1726597" y="237077"/>
                </a:cubicBezTo>
                <a:cubicBezTo>
                  <a:pt x="1720501" y="237077"/>
                  <a:pt x="1715548" y="242030"/>
                  <a:pt x="1715548" y="248126"/>
                </a:cubicBezTo>
                <a:cubicBezTo>
                  <a:pt x="1715548" y="253270"/>
                  <a:pt x="1719072" y="257366"/>
                  <a:pt x="1723739" y="258604"/>
                </a:cubicBezTo>
                <a:lnTo>
                  <a:pt x="1724216" y="382810"/>
                </a:lnTo>
                <a:lnTo>
                  <a:pt x="1700308" y="413004"/>
                </a:lnTo>
                <a:lnTo>
                  <a:pt x="1700784" y="460439"/>
                </a:lnTo>
                <a:close/>
                <a:moveTo>
                  <a:pt x="1707261" y="465201"/>
                </a:moveTo>
                <a:cubicBezTo>
                  <a:pt x="1708404" y="465201"/>
                  <a:pt x="1709357" y="466154"/>
                  <a:pt x="1709357" y="467297"/>
                </a:cubicBezTo>
                <a:lnTo>
                  <a:pt x="1709357" y="476060"/>
                </a:lnTo>
                <a:cubicBezTo>
                  <a:pt x="1709357" y="477203"/>
                  <a:pt x="1708404" y="478155"/>
                  <a:pt x="1707261" y="478155"/>
                </a:cubicBezTo>
                <a:lnTo>
                  <a:pt x="1698498" y="478155"/>
                </a:lnTo>
                <a:cubicBezTo>
                  <a:pt x="1697355" y="478155"/>
                  <a:pt x="1696403" y="477203"/>
                  <a:pt x="1696403" y="476060"/>
                </a:cubicBezTo>
                <a:lnTo>
                  <a:pt x="1696403" y="467297"/>
                </a:lnTo>
                <a:cubicBezTo>
                  <a:pt x="1696403" y="466154"/>
                  <a:pt x="1697355" y="465201"/>
                  <a:pt x="1698498" y="465201"/>
                </a:cubicBezTo>
                <a:lnTo>
                  <a:pt x="1707261" y="465201"/>
                </a:lnTo>
                <a:close/>
                <a:moveTo>
                  <a:pt x="1651826" y="268700"/>
                </a:moveTo>
                <a:lnTo>
                  <a:pt x="1651826" y="352615"/>
                </a:lnTo>
                <a:lnTo>
                  <a:pt x="1650492" y="352615"/>
                </a:lnTo>
                <a:cubicBezTo>
                  <a:pt x="1647635" y="352615"/>
                  <a:pt x="1645349" y="354902"/>
                  <a:pt x="1645349" y="357759"/>
                </a:cubicBezTo>
                <a:lnTo>
                  <a:pt x="1645349" y="378143"/>
                </a:lnTo>
                <a:cubicBezTo>
                  <a:pt x="1645349" y="381000"/>
                  <a:pt x="1647635" y="383286"/>
                  <a:pt x="1650492" y="383286"/>
                </a:cubicBezTo>
                <a:lnTo>
                  <a:pt x="1656969" y="383286"/>
                </a:lnTo>
                <a:cubicBezTo>
                  <a:pt x="1659827" y="383286"/>
                  <a:pt x="1662113" y="381000"/>
                  <a:pt x="1662113" y="378143"/>
                </a:cubicBezTo>
                <a:lnTo>
                  <a:pt x="1662113" y="357759"/>
                </a:lnTo>
                <a:cubicBezTo>
                  <a:pt x="1662113" y="354902"/>
                  <a:pt x="1659827" y="352615"/>
                  <a:pt x="1656969" y="352615"/>
                </a:cubicBezTo>
                <a:lnTo>
                  <a:pt x="1656493" y="352615"/>
                </a:lnTo>
                <a:lnTo>
                  <a:pt x="1656493" y="270605"/>
                </a:lnTo>
                <a:lnTo>
                  <a:pt x="1667447" y="259270"/>
                </a:lnTo>
                <a:lnTo>
                  <a:pt x="1667447" y="136303"/>
                </a:lnTo>
                <a:cubicBezTo>
                  <a:pt x="1672304" y="135160"/>
                  <a:pt x="1676114" y="130969"/>
                  <a:pt x="1676114" y="125730"/>
                </a:cubicBezTo>
                <a:cubicBezTo>
                  <a:pt x="1676114" y="119634"/>
                  <a:pt x="1671161" y="114681"/>
                  <a:pt x="1665065" y="114681"/>
                </a:cubicBezTo>
                <a:cubicBezTo>
                  <a:pt x="1658969" y="114681"/>
                  <a:pt x="1654016" y="119634"/>
                  <a:pt x="1654016" y="125730"/>
                </a:cubicBezTo>
                <a:cubicBezTo>
                  <a:pt x="1654016" y="130969"/>
                  <a:pt x="1657731" y="135160"/>
                  <a:pt x="1662684" y="136303"/>
                </a:cubicBezTo>
                <a:lnTo>
                  <a:pt x="1662684" y="257270"/>
                </a:lnTo>
                <a:lnTo>
                  <a:pt x="1651730" y="268605"/>
                </a:lnTo>
                <a:close/>
                <a:moveTo>
                  <a:pt x="1659731" y="378143"/>
                </a:moveTo>
                <a:cubicBezTo>
                  <a:pt x="1659731" y="379571"/>
                  <a:pt x="1658493" y="380810"/>
                  <a:pt x="1657064" y="380810"/>
                </a:cubicBezTo>
                <a:lnTo>
                  <a:pt x="1650587" y="380810"/>
                </a:lnTo>
                <a:cubicBezTo>
                  <a:pt x="1649159" y="380810"/>
                  <a:pt x="1647920" y="379571"/>
                  <a:pt x="1647920" y="378143"/>
                </a:cubicBezTo>
                <a:lnTo>
                  <a:pt x="1647920" y="378143"/>
                </a:lnTo>
                <a:cubicBezTo>
                  <a:pt x="1647920" y="378143"/>
                  <a:pt x="1659731" y="378047"/>
                  <a:pt x="1659731" y="378047"/>
                </a:cubicBezTo>
                <a:lnTo>
                  <a:pt x="1659731" y="378047"/>
                </a:lnTo>
                <a:close/>
                <a:moveTo>
                  <a:pt x="1659731" y="375666"/>
                </a:moveTo>
                <a:lnTo>
                  <a:pt x="1647920" y="375666"/>
                </a:lnTo>
                <a:lnTo>
                  <a:pt x="1647920" y="372904"/>
                </a:lnTo>
                <a:lnTo>
                  <a:pt x="1659731" y="372904"/>
                </a:lnTo>
                <a:lnTo>
                  <a:pt x="1659731" y="375666"/>
                </a:lnTo>
                <a:close/>
                <a:moveTo>
                  <a:pt x="1659731" y="371285"/>
                </a:moveTo>
                <a:lnTo>
                  <a:pt x="1647920" y="371285"/>
                </a:lnTo>
                <a:lnTo>
                  <a:pt x="1647920" y="361569"/>
                </a:lnTo>
                <a:lnTo>
                  <a:pt x="1659731" y="361569"/>
                </a:lnTo>
                <a:lnTo>
                  <a:pt x="1659731" y="371285"/>
                </a:lnTo>
                <a:close/>
                <a:moveTo>
                  <a:pt x="1657064" y="355092"/>
                </a:moveTo>
                <a:cubicBezTo>
                  <a:pt x="1658493" y="355092"/>
                  <a:pt x="1659731" y="356330"/>
                  <a:pt x="1659731" y="357759"/>
                </a:cubicBezTo>
                <a:lnTo>
                  <a:pt x="1659731" y="358426"/>
                </a:lnTo>
                <a:lnTo>
                  <a:pt x="1647920" y="358426"/>
                </a:lnTo>
                <a:lnTo>
                  <a:pt x="1647920" y="357759"/>
                </a:lnTo>
                <a:cubicBezTo>
                  <a:pt x="1647920" y="356330"/>
                  <a:pt x="1649063" y="355092"/>
                  <a:pt x="1650587" y="355092"/>
                </a:cubicBezTo>
                <a:lnTo>
                  <a:pt x="1657064" y="355092"/>
                </a:lnTo>
                <a:close/>
                <a:moveTo>
                  <a:pt x="1204817" y="4248341"/>
                </a:moveTo>
                <a:cubicBezTo>
                  <a:pt x="1202531" y="4250531"/>
                  <a:pt x="1201293" y="4253389"/>
                  <a:pt x="1201103" y="4256342"/>
                </a:cubicBezTo>
                <a:lnTo>
                  <a:pt x="1154525" y="4256342"/>
                </a:lnTo>
                <a:lnTo>
                  <a:pt x="1135380" y="4234148"/>
                </a:lnTo>
                <a:lnTo>
                  <a:pt x="1031653" y="4234148"/>
                </a:lnTo>
                <a:lnTo>
                  <a:pt x="1022890" y="4224814"/>
                </a:lnTo>
                <a:lnTo>
                  <a:pt x="1022890" y="4186714"/>
                </a:lnTo>
                <a:cubicBezTo>
                  <a:pt x="1022890" y="4186714"/>
                  <a:pt x="1023271" y="4186714"/>
                  <a:pt x="1023557" y="4186714"/>
                </a:cubicBezTo>
                <a:cubicBezTo>
                  <a:pt x="1026319" y="4185952"/>
                  <a:pt x="1028700" y="4184047"/>
                  <a:pt x="1030129" y="4181475"/>
                </a:cubicBezTo>
                <a:cubicBezTo>
                  <a:pt x="1031558" y="4178903"/>
                  <a:pt x="1031843" y="4175951"/>
                  <a:pt x="1031081" y="4173188"/>
                </a:cubicBezTo>
                <a:cubicBezTo>
                  <a:pt x="1029938" y="4169188"/>
                  <a:pt x="1026700" y="4166521"/>
                  <a:pt x="1022890" y="4165663"/>
                </a:cubicBezTo>
                <a:lnTo>
                  <a:pt x="1022890" y="4129659"/>
                </a:lnTo>
                <a:lnTo>
                  <a:pt x="968216" y="4067366"/>
                </a:lnTo>
                <a:lnTo>
                  <a:pt x="968026" y="4041743"/>
                </a:lnTo>
                <a:lnTo>
                  <a:pt x="972312" y="4041743"/>
                </a:lnTo>
                <a:cubicBezTo>
                  <a:pt x="975360" y="4041743"/>
                  <a:pt x="977837" y="4039267"/>
                  <a:pt x="977837" y="4036219"/>
                </a:cubicBezTo>
                <a:lnTo>
                  <a:pt x="977837" y="4022788"/>
                </a:lnTo>
                <a:cubicBezTo>
                  <a:pt x="977837" y="4019741"/>
                  <a:pt x="975360" y="4017264"/>
                  <a:pt x="972312" y="4017264"/>
                </a:cubicBezTo>
                <a:lnTo>
                  <a:pt x="968026" y="4017264"/>
                </a:lnTo>
                <a:lnTo>
                  <a:pt x="968026" y="3979259"/>
                </a:lnTo>
                <a:lnTo>
                  <a:pt x="999458" y="3943922"/>
                </a:lnTo>
                <a:lnTo>
                  <a:pt x="999458" y="3921824"/>
                </a:lnTo>
                <a:cubicBezTo>
                  <a:pt x="1001840" y="3920871"/>
                  <a:pt x="1003840" y="3919347"/>
                  <a:pt x="1005078" y="3917061"/>
                </a:cubicBezTo>
                <a:cubicBezTo>
                  <a:pt x="1006507" y="3914489"/>
                  <a:pt x="1006793" y="3911537"/>
                  <a:pt x="1006031" y="3908774"/>
                </a:cubicBezTo>
                <a:cubicBezTo>
                  <a:pt x="1004411" y="3902964"/>
                  <a:pt x="998315" y="3899630"/>
                  <a:pt x="992505" y="3901250"/>
                </a:cubicBezTo>
                <a:cubicBezTo>
                  <a:pt x="988504" y="3902393"/>
                  <a:pt x="985838" y="3905631"/>
                  <a:pt x="984980" y="3909441"/>
                </a:cubicBezTo>
                <a:lnTo>
                  <a:pt x="928211" y="3909441"/>
                </a:lnTo>
                <a:lnTo>
                  <a:pt x="903637" y="3884581"/>
                </a:lnTo>
                <a:lnTo>
                  <a:pt x="741998" y="3884581"/>
                </a:lnTo>
                <a:lnTo>
                  <a:pt x="717137" y="3868484"/>
                </a:lnTo>
                <a:lnTo>
                  <a:pt x="663607" y="3868484"/>
                </a:lnTo>
                <a:cubicBezTo>
                  <a:pt x="663512" y="3867912"/>
                  <a:pt x="663607" y="3867245"/>
                  <a:pt x="663321" y="3866674"/>
                </a:cubicBezTo>
                <a:cubicBezTo>
                  <a:pt x="662178" y="3863530"/>
                  <a:pt x="659892" y="3860959"/>
                  <a:pt x="656844" y="3859435"/>
                </a:cubicBezTo>
                <a:cubicBezTo>
                  <a:pt x="653796" y="3858006"/>
                  <a:pt x="650367" y="3857816"/>
                  <a:pt x="647224" y="3858863"/>
                </a:cubicBezTo>
                <a:cubicBezTo>
                  <a:pt x="644081" y="3860006"/>
                  <a:pt x="641509" y="3862292"/>
                  <a:pt x="639985" y="3865340"/>
                </a:cubicBezTo>
                <a:cubicBezTo>
                  <a:pt x="638556" y="3868388"/>
                  <a:pt x="638366" y="3871817"/>
                  <a:pt x="639413" y="3874961"/>
                </a:cubicBezTo>
                <a:cubicBezTo>
                  <a:pt x="640556" y="3878104"/>
                  <a:pt x="642842" y="3880676"/>
                  <a:pt x="645890" y="3882200"/>
                </a:cubicBezTo>
                <a:cubicBezTo>
                  <a:pt x="647605" y="3883057"/>
                  <a:pt x="649510" y="3883438"/>
                  <a:pt x="651415" y="3883438"/>
                </a:cubicBezTo>
                <a:cubicBezTo>
                  <a:pt x="652844" y="3883438"/>
                  <a:pt x="654272" y="3883152"/>
                  <a:pt x="655606" y="3882676"/>
                </a:cubicBezTo>
                <a:cubicBezTo>
                  <a:pt x="658749" y="3881533"/>
                  <a:pt x="661321" y="3879247"/>
                  <a:pt x="662845" y="3876199"/>
                </a:cubicBezTo>
                <a:cubicBezTo>
                  <a:pt x="663321" y="3875246"/>
                  <a:pt x="663416" y="3874103"/>
                  <a:pt x="663607" y="3873055"/>
                </a:cubicBezTo>
                <a:lnTo>
                  <a:pt x="715709" y="3873055"/>
                </a:lnTo>
                <a:lnTo>
                  <a:pt x="740569" y="3889153"/>
                </a:lnTo>
                <a:lnTo>
                  <a:pt x="901637" y="3889153"/>
                </a:lnTo>
                <a:lnTo>
                  <a:pt x="926211" y="3914013"/>
                </a:lnTo>
                <a:lnTo>
                  <a:pt x="984885" y="3914013"/>
                </a:lnTo>
                <a:cubicBezTo>
                  <a:pt x="984885" y="3914013"/>
                  <a:pt x="984885" y="3914394"/>
                  <a:pt x="984885" y="3914680"/>
                </a:cubicBezTo>
                <a:cubicBezTo>
                  <a:pt x="986219" y="3919157"/>
                  <a:pt x="990124" y="3922109"/>
                  <a:pt x="994601" y="3922490"/>
                </a:cubicBezTo>
                <a:lnTo>
                  <a:pt x="994601" y="3942017"/>
                </a:lnTo>
                <a:lnTo>
                  <a:pt x="963168" y="3977354"/>
                </a:lnTo>
                <a:lnTo>
                  <a:pt x="963168" y="4017169"/>
                </a:lnTo>
                <a:lnTo>
                  <a:pt x="958882" y="4017169"/>
                </a:lnTo>
                <a:cubicBezTo>
                  <a:pt x="955834" y="4017169"/>
                  <a:pt x="953357" y="4019645"/>
                  <a:pt x="953357" y="4022693"/>
                </a:cubicBezTo>
                <a:lnTo>
                  <a:pt x="953357" y="4036124"/>
                </a:lnTo>
                <a:cubicBezTo>
                  <a:pt x="953357" y="4039172"/>
                  <a:pt x="955834" y="4041648"/>
                  <a:pt x="958882" y="4041648"/>
                </a:cubicBezTo>
                <a:lnTo>
                  <a:pt x="963263" y="4041648"/>
                </a:lnTo>
                <a:lnTo>
                  <a:pt x="963549" y="4069080"/>
                </a:lnTo>
                <a:lnTo>
                  <a:pt x="1018223" y="4131374"/>
                </a:lnTo>
                <a:lnTo>
                  <a:pt x="1018223" y="4165473"/>
                </a:lnTo>
                <a:cubicBezTo>
                  <a:pt x="1018223" y="4165473"/>
                  <a:pt x="1017842" y="4165473"/>
                  <a:pt x="1017556" y="4165473"/>
                </a:cubicBezTo>
                <a:cubicBezTo>
                  <a:pt x="1011746" y="4167092"/>
                  <a:pt x="1008412" y="4173188"/>
                  <a:pt x="1010031" y="4178999"/>
                </a:cubicBezTo>
                <a:cubicBezTo>
                  <a:pt x="1010793" y="4181856"/>
                  <a:pt x="1012698" y="4184142"/>
                  <a:pt x="1015270" y="4185571"/>
                </a:cubicBezTo>
                <a:cubicBezTo>
                  <a:pt x="1016222" y="4186047"/>
                  <a:pt x="1017175" y="4186428"/>
                  <a:pt x="1018223" y="4186619"/>
                </a:cubicBezTo>
                <a:lnTo>
                  <a:pt x="1018223" y="4226529"/>
                </a:lnTo>
                <a:lnTo>
                  <a:pt x="1029748" y="4238816"/>
                </a:lnTo>
                <a:lnTo>
                  <a:pt x="1133380" y="4238816"/>
                </a:lnTo>
                <a:lnTo>
                  <a:pt x="1152525" y="4261009"/>
                </a:lnTo>
                <a:lnTo>
                  <a:pt x="1201865" y="4261009"/>
                </a:lnTo>
                <a:cubicBezTo>
                  <a:pt x="1202436" y="4262628"/>
                  <a:pt x="1203198" y="4264152"/>
                  <a:pt x="1204436" y="4265486"/>
                </a:cubicBezTo>
                <a:cubicBezTo>
                  <a:pt x="1209008" y="4270439"/>
                  <a:pt x="1216724" y="4270629"/>
                  <a:pt x="1221677" y="4266057"/>
                </a:cubicBezTo>
                <a:cubicBezTo>
                  <a:pt x="1226630" y="4261485"/>
                  <a:pt x="1226820" y="4253770"/>
                  <a:pt x="1222248" y="4248817"/>
                </a:cubicBezTo>
                <a:cubicBezTo>
                  <a:pt x="1217676" y="4243864"/>
                  <a:pt x="1209961" y="4243673"/>
                  <a:pt x="1205008" y="4248245"/>
                </a:cubicBezTo>
                <a:close/>
                <a:moveTo>
                  <a:pt x="653891" y="3878199"/>
                </a:moveTo>
                <a:cubicBezTo>
                  <a:pt x="649796" y="3879628"/>
                  <a:pt x="645319" y="3877437"/>
                  <a:pt x="643890" y="3873342"/>
                </a:cubicBezTo>
                <a:cubicBezTo>
                  <a:pt x="642461" y="3869246"/>
                  <a:pt x="644652" y="3864769"/>
                  <a:pt x="648748" y="3863340"/>
                </a:cubicBezTo>
                <a:cubicBezTo>
                  <a:pt x="649605" y="3863054"/>
                  <a:pt x="650462" y="3862864"/>
                  <a:pt x="651320" y="3862864"/>
                </a:cubicBezTo>
                <a:cubicBezTo>
                  <a:pt x="654558" y="3862864"/>
                  <a:pt x="657606" y="3864864"/>
                  <a:pt x="658749" y="3868103"/>
                </a:cubicBezTo>
                <a:cubicBezTo>
                  <a:pt x="660178" y="3872198"/>
                  <a:pt x="657987" y="3876675"/>
                  <a:pt x="653891" y="3878104"/>
                </a:cubicBezTo>
                <a:close/>
                <a:moveTo>
                  <a:pt x="989457" y="3913346"/>
                </a:moveTo>
                <a:cubicBezTo>
                  <a:pt x="988504" y="3910108"/>
                  <a:pt x="990410" y="3906584"/>
                  <a:pt x="993743" y="3905726"/>
                </a:cubicBezTo>
                <a:cubicBezTo>
                  <a:pt x="994315" y="3905536"/>
                  <a:pt x="994886" y="3905441"/>
                  <a:pt x="995458" y="3905441"/>
                </a:cubicBezTo>
                <a:cubicBezTo>
                  <a:pt x="998125" y="3905441"/>
                  <a:pt x="1000601" y="3907250"/>
                  <a:pt x="1001363" y="3909917"/>
                </a:cubicBezTo>
                <a:cubicBezTo>
                  <a:pt x="1001840" y="3911537"/>
                  <a:pt x="1001649" y="3913156"/>
                  <a:pt x="1000792" y="3914585"/>
                </a:cubicBezTo>
                <a:cubicBezTo>
                  <a:pt x="1000030" y="3916013"/>
                  <a:pt x="998696" y="3917061"/>
                  <a:pt x="997077" y="3917537"/>
                </a:cubicBezTo>
                <a:cubicBezTo>
                  <a:pt x="993743" y="3918490"/>
                  <a:pt x="990410" y="3916585"/>
                  <a:pt x="989457" y="3913251"/>
                </a:cubicBezTo>
                <a:close/>
                <a:moveTo>
                  <a:pt x="958787" y="4036886"/>
                </a:moveTo>
                <a:cubicBezTo>
                  <a:pt x="958787" y="4036886"/>
                  <a:pt x="958025" y="4036505"/>
                  <a:pt x="958025" y="4036124"/>
                </a:cubicBezTo>
                <a:lnTo>
                  <a:pt x="958025" y="4022693"/>
                </a:lnTo>
                <a:cubicBezTo>
                  <a:pt x="958025" y="4022693"/>
                  <a:pt x="958406" y="4021931"/>
                  <a:pt x="958787" y="4021931"/>
                </a:cubicBezTo>
                <a:lnTo>
                  <a:pt x="972217" y="4021931"/>
                </a:lnTo>
                <a:cubicBezTo>
                  <a:pt x="972217" y="4021931"/>
                  <a:pt x="972979" y="4022312"/>
                  <a:pt x="972979" y="4022693"/>
                </a:cubicBezTo>
                <a:lnTo>
                  <a:pt x="972979" y="4036124"/>
                </a:lnTo>
                <a:cubicBezTo>
                  <a:pt x="972979" y="4036124"/>
                  <a:pt x="972598" y="4036886"/>
                  <a:pt x="972217" y="4036886"/>
                </a:cubicBezTo>
                <a:lnTo>
                  <a:pt x="958787" y="4036886"/>
                </a:lnTo>
                <a:close/>
                <a:moveTo>
                  <a:pt x="1017461" y="4181475"/>
                </a:moveTo>
                <a:cubicBezTo>
                  <a:pt x="1016032" y="4180713"/>
                  <a:pt x="1014984" y="4179380"/>
                  <a:pt x="1014508" y="4177760"/>
                </a:cubicBezTo>
                <a:cubicBezTo>
                  <a:pt x="1013555" y="4174522"/>
                  <a:pt x="1015460" y="4170998"/>
                  <a:pt x="1018794" y="4170140"/>
                </a:cubicBezTo>
                <a:cubicBezTo>
                  <a:pt x="1022128" y="4169188"/>
                  <a:pt x="1025557" y="4171093"/>
                  <a:pt x="1026414" y="4174427"/>
                </a:cubicBezTo>
                <a:cubicBezTo>
                  <a:pt x="1027367" y="4177665"/>
                  <a:pt x="1025462" y="4181189"/>
                  <a:pt x="1022128" y="4182047"/>
                </a:cubicBezTo>
                <a:cubicBezTo>
                  <a:pt x="1020509" y="4182523"/>
                  <a:pt x="1018889" y="4182332"/>
                  <a:pt x="1017461" y="4181475"/>
                </a:cubicBezTo>
                <a:close/>
                <a:moveTo>
                  <a:pt x="1290352" y="439103"/>
                </a:moveTo>
                <a:lnTo>
                  <a:pt x="1290352" y="445865"/>
                </a:lnTo>
                <a:cubicBezTo>
                  <a:pt x="1290352" y="447199"/>
                  <a:pt x="1289209" y="448342"/>
                  <a:pt x="1287875" y="448342"/>
                </a:cubicBezTo>
                <a:lnTo>
                  <a:pt x="1281113" y="448342"/>
                </a:lnTo>
                <a:cubicBezTo>
                  <a:pt x="1279779" y="448342"/>
                  <a:pt x="1278636" y="447199"/>
                  <a:pt x="1278636" y="445865"/>
                </a:cubicBezTo>
                <a:lnTo>
                  <a:pt x="1278636" y="439103"/>
                </a:lnTo>
                <a:cubicBezTo>
                  <a:pt x="1278636" y="437769"/>
                  <a:pt x="1279779" y="436626"/>
                  <a:pt x="1281113" y="436626"/>
                </a:cubicBezTo>
                <a:lnTo>
                  <a:pt x="1287875" y="436626"/>
                </a:lnTo>
                <a:cubicBezTo>
                  <a:pt x="1289209" y="436626"/>
                  <a:pt x="1290352" y="437769"/>
                  <a:pt x="1290352" y="439103"/>
                </a:cubicBezTo>
                <a:close/>
                <a:moveTo>
                  <a:pt x="1663732" y="404432"/>
                </a:moveTo>
                <a:lnTo>
                  <a:pt x="1663732" y="475393"/>
                </a:lnTo>
                <a:lnTo>
                  <a:pt x="1660874" y="475393"/>
                </a:lnTo>
                <a:cubicBezTo>
                  <a:pt x="1657160" y="475393"/>
                  <a:pt x="1654016" y="478441"/>
                  <a:pt x="1654016" y="482251"/>
                </a:cubicBezTo>
                <a:lnTo>
                  <a:pt x="1654016" y="491014"/>
                </a:lnTo>
                <a:cubicBezTo>
                  <a:pt x="1654016" y="494729"/>
                  <a:pt x="1657064" y="497872"/>
                  <a:pt x="1660874" y="497872"/>
                </a:cubicBezTo>
                <a:lnTo>
                  <a:pt x="1669637" y="497872"/>
                </a:lnTo>
                <a:cubicBezTo>
                  <a:pt x="1673352" y="497872"/>
                  <a:pt x="1676495" y="494824"/>
                  <a:pt x="1676495" y="491014"/>
                </a:cubicBezTo>
                <a:lnTo>
                  <a:pt x="1676495" y="482251"/>
                </a:lnTo>
                <a:cubicBezTo>
                  <a:pt x="1676495" y="478536"/>
                  <a:pt x="1673447" y="475393"/>
                  <a:pt x="1669637" y="475393"/>
                </a:cubicBezTo>
                <a:lnTo>
                  <a:pt x="1668590" y="475393"/>
                </a:lnTo>
                <a:lnTo>
                  <a:pt x="1668590" y="406051"/>
                </a:lnTo>
                <a:lnTo>
                  <a:pt x="1701165" y="365284"/>
                </a:lnTo>
                <a:lnTo>
                  <a:pt x="1701165" y="180023"/>
                </a:lnTo>
                <a:cubicBezTo>
                  <a:pt x="1706118" y="178880"/>
                  <a:pt x="1709833" y="174689"/>
                  <a:pt x="1709833" y="169450"/>
                </a:cubicBezTo>
                <a:cubicBezTo>
                  <a:pt x="1709833" y="163354"/>
                  <a:pt x="1704880" y="158401"/>
                  <a:pt x="1698784" y="158401"/>
                </a:cubicBezTo>
                <a:cubicBezTo>
                  <a:pt x="1692688" y="158401"/>
                  <a:pt x="1687735" y="163354"/>
                  <a:pt x="1687735" y="169450"/>
                </a:cubicBezTo>
                <a:cubicBezTo>
                  <a:pt x="1687735" y="174689"/>
                  <a:pt x="1691545" y="178975"/>
                  <a:pt x="1696403" y="180023"/>
                </a:cubicBezTo>
                <a:lnTo>
                  <a:pt x="1696403" y="363664"/>
                </a:lnTo>
                <a:lnTo>
                  <a:pt x="1663827" y="404432"/>
                </a:lnTo>
                <a:close/>
                <a:moveTo>
                  <a:pt x="1669542" y="480251"/>
                </a:moveTo>
                <a:cubicBezTo>
                  <a:pt x="1670685" y="480251"/>
                  <a:pt x="1671638" y="481203"/>
                  <a:pt x="1671638" y="482346"/>
                </a:cubicBezTo>
                <a:lnTo>
                  <a:pt x="1671638" y="491109"/>
                </a:lnTo>
                <a:cubicBezTo>
                  <a:pt x="1671638" y="492252"/>
                  <a:pt x="1670685" y="493205"/>
                  <a:pt x="1669542" y="493205"/>
                </a:cubicBezTo>
                <a:lnTo>
                  <a:pt x="1660779" y="493205"/>
                </a:lnTo>
                <a:cubicBezTo>
                  <a:pt x="1659636" y="493205"/>
                  <a:pt x="1658684" y="492252"/>
                  <a:pt x="1658684" y="491109"/>
                </a:cubicBezTo>
                <a:lnTo>
                  <a:pt x="1658684" y="482346"/>
                </a:lnTo>
                <a:cubicBezTo>
                  <a:pt x="1658684" y="481203"/>
                  <a:pt x="1659636" y="480251"/>
                  <a:pt x="1660779" y="480251"/>
                </a:cubicBezTo>
                <a:lnTo>
                  <a:pt x="1669542" y="480251"/>
                </a:lnTo>
                <a:close/>
                <a:moveTo>
                  <a:pt x="1219772" y="401193"/>
                </a:moveTo>
                <a:lnTo>
                  <a:pt x="1219772" y="415671"/>
                </a:lnTo>
                <a:cubicBezTo>
                  <a:pt x="1219772" y="419386"/>
                  <a:pt x="1222820" y="422529"/>
                  <a:pt x="1226630" y="422529"/>
                </a:cubicBezTo>
                <a:lnTo>
                  <a:pt x="1231487" y="422529"/>
                </a:lnTo>
                <a:lnTo>
                  <a:pt x="1231487" y="506730"/>
                </a:lnTo>
                <a:lnTo>
                  <a:pt x="1241965" y="514731"/>
                </a:lnTo>
                <a:lnTo>
                  <a:pt x="1241965" y="577787"/>
                </a:lnTo>
                <a:cubicBezTo>
                  <a:pt x="1241965" y="577787"/>
                  <a:pt x="1241393" y="577787"/>
                  <a:pt x="1241393" y="577787"/>
                </a:cubicBezTo>
                <a:cubicBezTo>
                  <a:pt x="1239869" y="577787"/>
                  <a:pt x="1238726" y="579025"/>
                  <a:pt x="1238726" y="580454"/>
                </a:cubicBezTo>
                <a:lnTo>
                  <a:pt x="1238726" y="593408"/>
                </a:lnTo>
                <a:cubicBezTo>
                  <a:pt x="1238726" y="594932"/>
                  <a:pt x="1239965" y="596075"/>
                  <a:pt x="1241393" y="596075"/>
                </a:cubicBezTo>
                <a:lnTo>
                  <a:pt x="1247394" y="596075"/>
                </a:lnTo>
                <a:cubicBezTo>
                  <a:pt x="1248918" y="596075"/>
                  <a:pt x="1250061" y="594836"/>
                  <a:pt x="1250061" y="593408"/>
                </a:cubicBezTo>
                <a:lnTo>
                  <a:pt x="1250061" y="580454"/>
                </a:lnTo>
                <a:cubicBezTo>
                  <a:pt x="1250061" y="578930"/>
                  <a:pt x="1248823" y="577787"/>
                  <a:pt x="1247394" y="577787"/>
                </a:cubicBezTo>
                <a:lnTo>
                  <a:pt x="1246823" y="577787"/>
                </a:lnTo>
                <a:lnTo>
                  <a:pt x="1246823" y="512350"/>
                </a:lnTo>
                <a:cubicBezTo>
                  <a:pt x="1246823" y="512350"/>
                  <a:pt x="1236155" y="504349"/>
                  <a:pt x="1236155" y="504349"/>
                </a:cubicBezTo>
                <a:lnTo>
                  <a:pt x="1236155" y="422434"/>
                </a:lnTo>
                <a:lnTo>
                  <a:pt x="1241012" y="422434"/>
                </a:lnTo>
                <a:cubicBezTo>
                  <a:pt x="1244727" y="422434"/>
                  <a:pt x="1247870" y="419386"/>
                  <a:pt x="1247870" y="415576"/>
                </a:cubicBezTo>
                <a:lnTo>
                  <a:pt x="1247870" y="401193"/>
                </a:lnTo>
                <a:cubicBezTo>
                  <a:pt x="1247870" y="397478"/>
                  <a:pt x="1244822" y="394335"/>
                  <a:pt x="1241012" y="394335"/>
                </a:cubicBezTo>
                <a:lnTo>
                  <a:pt x="1226630" y="394335"/>
                </a:lnTo>
                <a:cubicBezTo>
                  <a:pt x="1222915" y="394335"/>
                  <a:pt x="1219772" y="397383"/>
                  <a:pt x="1219772" y="401193"/>
                </a:cubicBezTo>
                <a:close/>
                <a:moveTo>
                  <a:pt x="1243013" y="401193"/>
                </a:moveTo>
                <a:lnTo>
                  <a:pt x="1243013" y="415576"/>
                </a:lnTo>
                <a:cubicBezTo>
                  <a:pt x="1243013" y="416719"/>
                  <a:pt x="1242060" y="417671"/>
                  <a:pt x="1240917" y="417671"/>
                </a:cubicBezTo>
                <a:lnTo>
                  <a:pt x="1226534" y="417671"/>
                </a:lnTo>
                <a:cubicBezTo>
                  <a:pt x="1225391" y="417671"/>
                  <a:pt x="1224439" y="416719"/>
                  <a:pt x="1224439" y="415576"/>
                </a:cubicBezTo>
                <a:lnTo>
                  <a:pt x="1224439" y="401098"/>
                </a:lnTo>
                <a:cubicBezTo>
                  <a:pt x="1224439" y="399955"/>
                  <a:pt x="1225391" y="399002"/>
                  <a:pt x="1226534" y="399002"/>
                </a:cubicBezTo>
                <a:lnTo>
                  <a:pt x="1240917" y="399002"/>
                </a:lnTo>
                <a:cubicBezTo>
                  <a:pt x="1242060" y="399002"/>
                  <a:pt x="1243013" y="399955"/>
                  <a:pt x="1243013" y="401098"/>
                </a:cubicBezTo>
                <a:close/>
                <a:moveTo>
                  <a:pt x="1772222" y="2311241"/>
                </a:moveTo>
                <a:lnTo>
                  <a:pt x="1758696" y="2297811"/>
                </a:lnTo>
                <a:lnTo>
                  <a:pt x="1762030" y="2294477"/>
                </a:lnTo>
                <a:lnTo>
                  <a:pt x="1775555" y="2307908"/>
                </a:lnTo>
                <a:lnTo>
                  <a:pt x="1772222" y="2311241"/>
                </a:lnTo>
                <a:close/>
                <a:moveTo>
                  <a:pt x="1920526" y="4519613"/>
                </a:moveTo>
                <a:cubicBezTo>
                  <a:pt x="1916906" y="4519613"/>
                  <a:pt x="1913858" y="4522089"/>
                  <a:pt x="1912811" y="4525423"/>
                </a:cubicBezTo>
                <a:lnTo>
                  <a:pt x="1857947" y="4525423"/>
                </a:lnTo>
                <a:lnTo>
                  <a:pt x="1835753" y="4544949"/>
                </a:lnTo>
                <a:lnTo>
                  <a:pt x="1739646" y="4544949"/>
                </a:lnTo>
                <a:cubicBezTo>
                  <a:pt x="1739646" y="4544949"/>
                  <a:pt x="1739741" y="4544282"/>
                  <a:pt x="1739741" y="4543902"/>
                </a:cubicBezTo>
                <a:cubicBezTo>
                  <a:pt x="1739741" y="4534662"/>
                  <a:pt x="1732217" y="4527137"/>
                  <a:pt x="1722977" y="4527137"/>
                </a:cubicBezTo>
                <a:cubicBezTo>
                  <a:pt x="1720120" y="4527137"/>
                  <a:pt x="1717548" y="4527899"/>
                  <a:pt x="1715262" y="4529138"/>
                </a:cubicBezTo>
                <a:lnTo>
                  <a:pt x="1691450" y="4501229"/>
                </a:lnTo>
                <a:lnTo>
                  <a:pt x="1691450" y="4415219"/>
                </a:lnTo>
                <a:lnTo>
                  <a:pt x="1684306" y="4415219"/>
                </a:lnTo>
                <a:lnTo>
                  <a:pt x="1684306" y="4502563"/>
                </a:lnTo>
                <a:cubicBezTo>
                  <a:pt x="1684306" y="4503420"/>
                  <a:pt x="1684592" y="4504278"/>
                  <a:pt x="1685163" y="4504849"/>
                </a:cubicBezTo>
                <a:lnTo>
                  <a:pt x="1709833" y="4533710"/>
                </a:lnTo>
                <a:cubicBezTo>
                  <a:pt x="1707642" y="4536567"/>
                  <a:pt x="1706309" y="4540092"/>
                  <a:pt x="1706309" y="4543902"/>
                </a:cubicBezTo>
                <a:cubicBezTo>
                  <a:pt x="1706309" y="4553141"/>
                  <a:pt x="1713833" y="4560665"/>
                  <a:pt x="1723073" y="4560665"/>
                </a:cubicBezTo>
                <a:cubicBezTo>
                  <a:pt x="1730312" y="4560665"/>
                  <a:pt x="1736407" y="4556094"/>
                  <a:pt x="1738789" y="4549712"/>
                </a:cubicBezTo>
                <a:lnTo>
                  <a:pt x="1837753" y="4549712"/>
                </a:lnTo>
                <a:lnTo>
                  <a:pt x="1859947" y="4530186"/>
                </a:lnTo>
                <a:lnTo>
                  <a:pt x="1913001" y="4530186"/>
                </a:lnTo>
                <a:cubicBezTo>
                  <a:pt x="1914049" y="4533519"/>
                  <a:pt x="1917002" y="4535901"/>
                  <a:pt x="1920621" y="4535996"/>
                </a:cubicBezTo>
                <a:cubicBezTo>
                  <a:pt x="1925098" y="4535996"/>
                  <a:pt x="1928813" y="4532376"/>
                  <a:pt x="1928813" y="4527899"/>
                </a:cubicBezTo>
                <a:cubicBezTo>
                  <a:pt x="1928813" y="4523423"/>
                  <a:pt x="1925193" y="4519708"/>
                  <a:pt x="1920716" y="4519708"/>
                </a:cubicBezTo>
                <a:close/>
                <a:moveTo>
                  <a:pt x="1722882" y="4554760"/>
                </a:moveTo>
                <a:cubicBezTo>
                  <a:pt x="1716881" y="4554760"/>
                  <a:pt x="1711928" y="4549807"/>
                  <a:pt x="1711928" y="4543806"/>
                </a:cubicBezTo>
                <a:cubicBezTo>
                  <a:pt x="1711928" y="4537805"/>
                  <a:pt x="1716881" y="4532853"/>
                  <a:pt x="1722882" y="4532853"/>
                </a:cubicBezTo>
                <a:cubicBezTo>
                  <a:pt x="1728883" y="4532853"/>
                  <a:pt x="1733836" y="4537805"/>
                  <a:pt x="1733836" y="4543806"/>
                </a:cubicBezTo>
                <a:cubicBezTo>
                  <a:pt x="1733836" y="4549807"/>
                  <a:pt x="1728883" y="4554760"/>
                  <a:pt x="1722882" y="4554760"/>
                </a:cubicBezTo>
                <a:close/>
                <a:moveTo>
                  <a:pt x="1414653" y="222028"/>
                </a:moveTo>
                <a:lnTo>
                  <a:pt x="1414653" y="228791"/>
                </a:lnTo>
                <a:cubicBezTo>
                  <a:pt x="1414653" y="230124"/>
                  <a:pt x="1413510" y="231267"/>
                  <a:pt x="1412177" y="231267"/>
                </a:cubicBezTo>
                <a:lnTo>
                  <a:pt x="1405414" y="231267"/>
                </a:lnTo>
                <a:cubicBezTo>
                  <a:pt x="1404080" y="231267"/>
                  <a:pt x="1402937" y="230124"/>
                  <a:pt x="1402937" y="228791"/>
                </a:cubicBezTo>
                <a:lnTo>
                  <a:pt x="1402937" y="222028"/>
                </a:lnTo>
                <a:cubicBezTo>
                  <a:pt x="1402937" y="220694"/>
                  <a:pt x="1404080" y="219551"/>
                  <a:pt x="1405414" y="219551"/>
                </a:cubicBezTo>
                <a:lnTo>
                  <a:pt x="1412177" y="219551"/>
                </a:lnTo>
                <a:cubicBezTo>
                  <a:pt x="1413510" y="219551"/>
                  <a:pt x="1414653" y="220694"/>
                  <a:pt x="1414653" y="222028"/>
                </a:cubicBezTo>
                <a:close/>
                <a:moveTo>
                  <a:pt x="1361503" y="222028"/>
                </a:moveTo>
                <a:lnTo>
                  <a:pt x="1361503" y="228791"/>
                </a:lnTo>
                <a:cubicBezTo>
                  <a:pt x="1361503" y="230124"/>
                  <a:pt x="1360361" y="231267"/>
                  <a:pt x="1359027" y="231267"/>
                </a:cubicBezTo>
                <a:lnTo>
                  <a:pt x="1352264" y="231267"/>
                </a:lnTo>
                <a:cubicBezTo>
                  <a:pt x="1350931" y="231267"/>
                  <a:pt x="1349788" y="230124"/>
                  <a:pt x="1349788" y="228791"/>
                </a:cubicBezTo>
                <a:lnTo>
                  <a:pt x="1349788" y="222028"/>
                </a:lnTo>
                <a:cubicBezTo>
                  <a:pt x="1349788" y="220694"/>
                  <a:pt x="1350931" y="219551"/>
                  <a:pt x="1352264" y="219551"/>
                </a:cubicBezTo>
                <a:lnTo>
                  <a:pt x="1359027" y="219551"/>
                </a:lnTo>
                <a:cubicBezTo>
                  <a:pt x="1360361" y="219551"/>
                  <a:pt x="1361503" y="220694"/>
                  <a:pt x="1361503" y="222028"/>
                </a:cubicBezTo>
                <a:close/>
                <a:moveTo>
                  <a:pt x="2653951" y="63341"/>
                </a:moveTo>
                <a:lnTo>
                  <a:pt x="2554891" y="63341"/>
                </a:lnTo>
                <a:cubicBezTo>
                  <a:pt x="2549557" y="63341"/>
                  <a:pt x="2545271" y="67628"/>
                  <a:pt x="2545271" y="72962"/>
                </a:cubicBezTo>
                <a:lnTo>
                  <a:pt x="2545271" y="77629"/>
                </a:lnTo>
                <a:lnTo>
                  <a:pt x="2515172" y="77629"/>
                </a:lnTo>
                <a:cubicBezTo>
                  <a:pt x="2515172" y="77629"/>
                  <a:pt x="2504599" y="68009"/>
                  <a:pt x="2504599" y="68009"/>
                </a:cubicBezTo>
                <a:lnTo>
                  <a:pt x="2478977" y="68009"/>
                </a:lnTo>
                <a:cubicBezTo>
                  <a:pt x="2478024" y="64389"/>
                  <a:pt x="2475262" y="61246"/>
                  <a:pt x="2471357" y="60293"/>
                </a:cubicBezTo>
                <a:cubicBezTo>
                  <a:pt x="2465737" y="58960"/>
                  <a:pt x="2460022" y="62389"/>
                  <a:pt x="2458688" y="68009"/>
                </a:cubicBezTo>
                <a:cubicBezTo>
                  <a:pt x="2458022" y="70771"/>
                  <a:pt x="2458498" y="73533"/>
                  <a:pt x="2459927" y="75914"/>
                </a:cubicBezTo>
                <a:cubicBezTo>
                  <a:pt x="2461355" y="78296"/>
                  <a:pt x="2463737" y="80010"/>
                  <a:pt x="2466404" y="80677"/>
                </a:cubicBezTo>
                <a:cubicBezTo>
                  <a:pt x="2466404" y="80677"/>
                  <a:pt x="2466499" y="80677"/>
                  <a:pt x="2466594" y="80677"/>
                </a:cubicBezTo>
                <a:cubicBezTo>
                  <a:pt x="2466594" y="88392"/>
                  <a:pt x="2466594" y="107823"/>
                  <a:pt x="2466499" y="121444"/>
                </a:cubicBezTo>
                <a:lnTo>
                  <a:pt x="2466499" y="122492"/>
                </a:lnTo>
                <a:cubicBezTo>
                  <a:pt x="2466499" y="122492"/>
                  <a:pt x="2478977" y="134588"/>
                  <a:pt x="2478977" y="134588"/>
                </a:cubicBezTo>
                <a:lnTo>
                  <a:pt x="2514791" y="134588"/>
                </a:lnTo>
                <a:cubicBezTo>
                  <a:pt x="2515172" y="135446"/>
                  <a:pt x="2515648" y="136303"/>
                  <a:pt x="2516410" y="137065"/>
                </a:cubicBezTo>
                <a:cubicBezTo>
                  <a:pt x="2517934" y="138589"/>
                  <a:pt x="2519934" y="139541"/>
                  <a:pt x="2522125" y="139541"/>
                </a:cubicBezTo>
                <a:lnTo>
                  <a:pt x="2522315" y="139541"/>
                </a:lnTo>
                <a:cubicBezTo>
                  <a:pt x="2524411" y="139541"/>
                  <a:pt x="2526411" y="138779"/>
                  <a:pt x="2527935" y="137255"/>
                </a:cubicBezTo>
                <a:cubicBezTo>
                  <a:pt x="2529459" y="135731"/>
                  <a:pt x="2530412" y="133731"/>
                  <a:pt x="2530412" y="131540"/>
                </a:cubicBezTo>
                <a:cubicBezTo>
                  <a:pt x="2530412" y="129350"/>
                  <a:pt x="2529650" y="127349"/>
                  <a:pt x="2528126" y="125730"/>
                </a:cubicBezTo>
                <a:cubicBezTo>
                  <a:pt x="2526602" y="124206"/>
                  <a:pt x="2524601" y="123254"/>
                  <a:pt x="2522411" y="123254"/>
                </a:cubicBezTo>
                <a:cubicBezTo>
                  <a:pt x="2520220" y="123254"/>
                  <a:pt x="2518220" y="124016"/>
                  <a:pt x="2516600" y="125540"/>
                </a:cubicBezTo>
                <a:cubicBezTo>
                  <a:pt x="2515362" y="126683"/>
                  <a:pt x="2514695" y="128207"/>
                  <a:pt x="2514410" y="129826"/>
                </a:cubicBezTo>
                <a:lnTo>
                  <a:pt x="2480882" y="129826"/>
                </a:lnTo>
                <a:lnTo>
                  <a:pt x="2471261" y="120491"/>
                </a:lnTo>
                <a:cubicBezTo>
                  <a:pt x="2471357" y="105347"/>
                  <a:pt x="2471452" y="88297"/>
                  <a:pt x="2471261" y="80677"/>
                </a:cubicBezTo>
                <a:cubicBezTo>
                  <a:pt x="2472309" y="80391"/>
                  <a:pt x="2473357" y="80010"/>
                  <a:pt x="2474214" y="79439"/>
                </a:cubicBezTo>
                <a:cubicBezTo>
                  <a:pt x="2476595" y="78010"/>
                  <a:pt x="2478310" y="75629"/>
                  <a:pt x="2478977" y="72962"/>
                </a:cubicBezTo>
                <a:cubicBezTo>
                  <a:pt x="2478977" y="72962"/>
                  <a:pt x="2478977" y="72866"/>
                  <a:pt x="2478977" y="72771"/>
                </a:cubicBezTo>
                <a:lnTo>
                  <a:pt x="2502599" y="72771"/>
                </a:lnTo>
                <a:lnTo>
                  <a:pt x="2513171" y="82391"/>
                </a:lnTo>
                <a:lnTo>
                  <a:pt x="2545175" y="82391"/>
                </a:lnTo>
                <a:cubicBezTo>
                  <a:pt x="2545175" y="82391"/>
                  <a:pt x="2545175" y="87059"/>
                  <a:pt x="2545175" y="87059"/>
                </a:cubicBezTo>
                <a:cubicBezTo>
                  <a:pt x="2545175" y="92392"/>
                  <a:pt x="2549462" y="96679"/>
                  <a:pt x="2554796" y="96679"/>
                </a:cubicBezTo>
                <a:lnTo>
                  <a:pt x="2653855" y="96679"/>
                </a:lnTo>
                <a:cubicBezTo>
                  <a:pt x="2659190" y="96679"/>
                  <a:pt x="2663476" y="92392"/>
                  <a:pt x="2663476" y="87059"/>
                </a:cubicBezTo>
                <a:lnTo>
                  <a:pt x="2663476" y="82391"/>
                </a:lnTo>
                <a:lnTo>
                  <a:pt x="2756726" y="82391"/>
                </a:lnTo>
                <a:lnTo>
                  <a:pt x="2781491" y="58198"/>
                </a:lnTo>
                <a:lnTo>
                  <a:pt x="2781491" y="95"/>
                </a:lnTo>
                <a:lnTo>
                  <a:pt x="2776728" y="95"/>
                </a:lnTo>
                <a:lnTo>
                  <a:pt x="2776728" y="56198"/>
                </a:lnTo>
                <a:lnTo>
                  <a:pt x="2754821" y="77629"/>
                </a:lnTo>
                <a:lnTo>
                  <a:pt x="2663571" y="77629"/>
                </a:lnTo>
                <a:lnTo>
                  <a:pt x="2663571" y="72962"/>
                </a:lnTo>
                <a:cubicBezTo>
                  <a:pt x="2663571" y="67628"/>
                  <a:pt x="2659285" y="63341"/>
                  <a:pt x="2653951" y="63341"/>
                </a:cubicBezTo>
                <a:close/>
                <a:moveTo>
                  <a:pt x="2522220" y="128016"/>
                </a:moveTo>
                <a:lnTo>
                  <a:pt x="2522220" y="128016"/>
                </a:lnTo>
                <a:cubicBezTo>
                  <a:pt x="2523077" y="128016"/>
                  <a:pt x="2523935" y="128397"/>
                  <a:pt x="2524601" y="129064"/>
                </a:cubicBezTo>
                <a:cubicBezTo>
                  <a:pt x="2525268" y="129731"/>
                  <a:pt x="2525554" y="130588"/>
                  <a:pt x="2525554" y="131445"/>
                </a:cubicBezTo>
                <a:cubicBezTo>
                  <a:pt x="2525554" y="133255"/>
                  <a:pt x="2523839" y="134874"/>
                  <a:pt x="2522125" y="134779"/>
                </a:cubicBezTo>
                <a:cubicBezTo>
                  <a:pt x="2521268" y="134779"/>
                  <a:pt x="2520410" y="134398"/>
                  <a:pt x="2519744" y="133731"/>
                </a:cubicBezTo>
                <a:cubicBezTo>
                  <a:pt x="2519077" y="133064"/>
                  <a:pt x="2518791" y="132207"/>
                  <a:pt x="2518791" y="131350"/>
                </a:cubicBezTo>
                <a:cubicBezTo>
                  <a:pt x="2518791" y="129540"/>
                  <a:pt x="2520315" y="128016"/>
                  <a:pt x="2522125" y="128016"/>
                </a:cubicBezTo>
                <a:close/>
                <a:moveTo>
                  <a:pt x="2474500" y="71914"/>
                </a:moveTo>
                <a:cubicBezTo>
                  <a:pt x="2474119" y="73438"/>
                  <a:pt x="2473262" y="74676"/>
                  <a:pt x="2471928" y="75438"/>
                </a:cubicBezTo>
                <a:cubicBezTo>
                  <a:pt x="2470595" y="76200"/>
                  <a:pt x="2469071" y="76486"/>
                  <a:pt x="2467642" y="76105"/>
                </a:cubicBezTo>
                <a:cubicBezTo>
                  <a:pt x="2466118" y="75724"/>
                  <a:pt x="2464880" y="74867"/>
                  <a:pt x="2464118" y="73533"/>
                </a:cubicBezTo>
                <a:cubicBezTo>
                  <a:pt x="2463355" y="72200"/>
                  <a:pt x="2463070" y="70676"/>
                  <a:pt x="2463451" y="69247"/>
                </a:cubicBezTo>
                <a:cubicBezTo>
                  <a:pt x="2464118" y="66675"/>
                  <a:pt x="2466404" y="64865"/>
                  <a:pt x="2468975" y="64865"/>
                </a:cubicBezTo>
                <a:cubicBezTo>
                  <a:pt x="2469452" y="64865"/>
                  <a:pt x="2469833" y="64865"/>
                  <a:pt x="2470309" y="65056"/>
                </a:cubicBezTo>
                <a:cubicBezTo>
                  <a:pt x="2471833" y="65437"/>
                  <a:pt x="2473071" y="66294"/>
                  <a:pt x="2473833" y="67628"/>
                </a:cubicBezTo>
                <a:cubicBezTo>
                  <a:pt x="2474595" y="68961"/>
                  <a:pt x="2474881" y="70485"/>
                  <a:pt x="2474500" y="71914"/>
                </a:cubicBezTo>
                <a:close/>
                <a:moveTo>
                  <a:pt x="2658809" y="87154"/>
                </a:moveTo>
                <a:cubicBezTo>
                  <a:pt x="2658809" y="89821"/>
                  <a:pt x="2656618" y="92012"/>
                  <a:pt x="2653951" y="92012"/>
                </a:cubicBezTo>
                <a:lnTo>
                  <a:pt x="2554891" y="92012"/>
                </a:lnTo>
                <a:cubicBezTo>
                  <a:pt x="2552224" y="92012"/>
                  <a:pt x="2550033" y="89821"/>
                  <a:pt x="2550033" y="87154"/>
                </a:cubicBezTo>
                <a:lnTo>
                  <a:pt x="2550033" y="72962"/>
                </a:lnTo>
                <a:cubicBezTo>
                  <a:pt x="2550033" y="70295"/>
                  <a:pt x="2552224" y="68104"/>
                  <a:pt x="2554891" y="68104"/>
                </a:cubicBezTo>
                <a:lnTo>
                  <a:pt x="2653951" y="68104"/>
                </a:lnTo>
                <a:cubicBezTo>
                  <a:pt x="2656618" y="68104"/>
                  <a:pt x="2658809" y="70295"/>
                  <a:pt x="2658809" y="72962"/>
                </a:cubicBezTo>
                <a:lnTo>
                  <a:pt x="2658809" y="87154"/>
                </a:lnTo>
                <a:close/>
                <a:moveTo>
                  <a:pt x="1286542" y="254889"/>
                </a:moveTo>
                <a:cubicBezTo>
                  <a:pt x="1280541" y="254889"/>
                  <a:pt x="1275588" y="259747"/>
                  <a:pt x="1275588" y="265843"/>
                </a:cubicBezTo>
                <a:cubicBezTo>
                  <a:pt x="1275588" y="271939"/>
                  <a:pt x="1280446" y="276797"/>
                  <a:pt x="1286542" y="276797"/>
                </a:cubicBezTo>
                <a:cubicBezTo>
                  <a:pt x="1288542" y="276797"/>
                  <a:pt x="1290257" y="276130"/>
                  <a:pt x="1291781" y="275273"/>
                </a:cubicBezTo>
                <a:lnTo>
                  <a:pt x="1291590" y="275463"/>
                </a:lnTo>
                <a:lnTo>
                  <a:pt x="1332738" y="313754"/>
                </a:lnTo>
                <a:lnTo>
                  <a:pt x="1332357" y="355378"/>
                </a:lnTo>
                <a:lnTo>
                  <a:pt x="1351883" y="379476"/>
                </a:lnTo>
                <a:cubicBezTo>
                  <a:pt x="1349788" y="382238"/>
                  <a:pt x="1349026" y="385953"/>
                  <a:pt x="1350455" y="389382"/>
                </a:cubicBezTo>
                <a:cubicBezTo>
                  <a:pt x="1351407" y="391763"/>
                  <a:pt x="1353312" y="393573"/>
                  <a:pt x="1355598" y="394716"/>
                </a:cubicBezTo>
                <a:cubicBezTo>
                  <a:pt x="1354836" y="395002"/>
                  <a:pt x="1354360" y="395478"/>
                  <a:pt x="1354360" y="396145"/>
                </a:cubicBezTo>
                <a:cubicBezTo>
                  <a:pt x="1354360" y="397574"/>
                  <a:pt x="1355979" y="397955"/>
                  <a:pt x="1358932" y="398336"/>
                </a:cubicBezTo>
                <a:cubicBezTo>
                  <a:pt x="1355979" y="398717"/>
                  <a:pt x="1354360" y="399002"/>
                  <a:pt x="1354360" y="400526"/>
                </a:cubicBezTo>
                <a:cubicBezTo>
                  <a:pt x="1354360" y="402050"/>
                  <a:pt x="1355884" y="402241"/>
                  <a:pt x="1358741" y="402622"/>
                </a:cubicBezTo>
                <a:cubicBezTo>
                  <a:pt x="1355884" y="403003"/>
                  <a:pt x="1354360" y="403289"/>
                  <a:pt x="1354360" y="404717"/>
                </a:cubicBezTo>
                <a:cubicBezTo>
                  <a:pt x="1354360" y="406146"/>
                  <a:pt x="1355884" y="406432"/>
                  <a:pt x="1358837" y="406813"/>
                </a:cubicBezTo>
                <a:cubicBezTo>
                  <a:pt x="1355979" y="407194"/>
                  <a:pt x="1354360" y="407480"/>
                  <a:pt x="1354360" y="408908"/>
                </a:cubicBezTo>
                <a:cubicBezTo>
                  <a:pt x="1354360" y="410337"/>
                  <a:pt x="1355884" y="410623"/>
                  <a:pt x="1358741" y="411004"/>
                </a:cubicBezTo>
                <a:cubicBezTo>
                  <a:pt x="1355884" y="411385"/>
                  <a:pt x="1354360" y="411671"/>
                  <a:pt x="1354360" y="413099"/>
                </a:cubicBezTo>
                <a:cubicBezTo>
                  <a:pt x="1354360" y="414528"/>
                  <a:pt x="1355884" y="414814"/>
                  <a:pt x="1358741" y="415195"/>
                </a:cubicBezTo>
                <a:cubicBezTo>
                  <a:pt x="1355884" y="415576"/>
                  <a:pt x="1354360" y="415862"/>
                  <a:pt x="1354360" y="417290"/>
                </a:cubicBezTo>
                <a:cubicBezTo>
                  <a:pt x="1354360" y="418719"/>
                  <a:pt x="1355884" y="419005"/>
                  <a:pt x="1358646" y="419386"/>
                </a:cubicBezTo>
                <a:cubicBezTo>
                  <a:pt x="1355789" y="419767"/>
                  <a:pt x="1354360" y="420053"/>
                  <a:pt x="1354360" y="421481"/>
                </a:cubicBezTo>
                <a:cubicBezTo>
                  <a:pt x="1354360" y="422910"/>
                  <a:pt x="1355693" y="423196"/>
                  <a:pt x="1358456" y="423577"/>
                </a:cubicBezTo>
                <a:cubicBezTo>
                  <a:pt x="1355693" y="423958"/>
                  <a:pt x="1354360" y="424244"/>
                  <a:pt x="1354360" y="425672"/>
                </a:cubicBezTo>
                <a:cubicBezTo>
                  <a:pt x="1354360" y="427101"/>
                  <a:pt x="1355693" y="427387"/>
                  <a:pt x="1358456" y="427673"/>
                </a:cubicBezTo>
                <a:cubicBezTo>
                  <a:pt x="1355789" y="428054"/>
                  <a:pt x="1354360" y="428339"/>
                  <a:pt x="1354360" y="429673"/>
                </a:cubicBezTo>
                <a:cubicBezTo>
                  <a:pt x="1354360" y="431006"/>
                  <a:pt x="1355693" y="431387"/>
                  <a:pt x="1358456" y="431673"/>
                </a:cubicBezTo>
                <a:cubicBezTo>
                  <a:pt x="1355693" y="432054"/>
                  <a:pt x="1354360" y="432340"/>
                  <a:pt x="1354360" y="433769"/>
                </a:cubicBezTo>
                <a:cubicBezTo>
                  <a:pt x="1354360" y="435197"/>
                  <a:pt x="1355789" y="435483"/>
                  <a:pt x="1358551" y="435864"/>
                </a:cubicBezTo>
                <a:cubicBezTo>
                  <a:pt x="1355789" y="436245"/>
                  <a:pt x="1354360" y="436531"/>
                  <a:pt x="1354360" y="437960"/>
                </a:cubicBezTo>
                <a:cubicBezTo>
                  <a:pt x="1354360" y="439388"/>
                  <a:pt x="1355789" y="439674"/>
                  <a:pt x="1358646" y="440055"/>
                </a:cubicBezTo>
                <a:cubicBezTo>
                  <a:pt x="1355884" y="440436"/>
                  <a:pt x="1354360" y="440722"/>
                  <a:pt x="1354360" y="442151"/>
                </a:cubicBezTo>
                <a:cubicBezTo>
                  <a:pt x="1354360" y="443579"/>
                  <a:pt x="1355789" y="443865"/>
                  <a:pt x="1358646" y="444246"/>
                </a:cubicBezTo>
                <a:cubicBezTo>
                  <a:pt x="1355789" y="444627"/>
                  <a:pt x="1354360" y="444913"/>
                  <a:pt x="1354360" y="446342"/>
                </a:cubicBezTo>
                <a:cubicBezTo>
                  <a:pt x="1354360" y="447770"/>
                  <a:pt x="1355789" y="448056"/>
                  <a:pt x="1358551" y="448437"/>
                </a:cubicBezTo>
                <a:cubicBezTo>
                  <a:pt x="1355789" y="448818"/>
                  <a:pt x="1354360" y="449104"/>
                  <a:pt x="1354360" y="450533"/>
                </a:cubicBezTo>
                <a:cubicBezTo>
                  <a:pt x="1354360" y="451961"/>
                  <a:pt x="1355789" y="452247"/>
                  <a:pt x="1358551" y="452628"/>
                </a:cubicBezTo>
                <a:cubicBezTo>
                  <a:pt x="1355789" y="453009"/>
                  <a:pt x="1354360" y="453295"/>
                  <a:pt x="1354360" y="454724"/>
                </a:cubicBezTo>
                <a:cubicBezTo>
                  <a:pt x="1354360" y="456152"/>
                  <a:pt x="1355693" y="456438"/>
                  <a:pt x="1358456" y="456819"/>
                </a:cubicBezTo>
                <a:cubicBezTo>
                  <a:pt x="1355693" y="457200"/>
                  <a:pt x="1354360" y="457486"/>
                  <a:pt x="1354360" y="458914"/>
                </a:cubicBezTo>
                <a:cubicBezTo>
                  <a:pt x="1354360" y="460343"/>
                  <a:pt x="1355693" y="460629"/>
                  <a:pt x="1358456" y="461010"/>
                </a:cubicBezTo>
                <a:cubicBezTo>
                  <a:pt x="1355693" y="461391"/>
                  <a:pt x="1354360" y="461677"/>
                  <a:pt x="1354360" y="463106"/>
                </a:cubicBezTo>
                <a:cubicBezTo>
                  <a:pt x="1354360" y="464534"/>
                  <a:pt x="1355693" y="464820"/>
                  <a:pt x="1358456" y="465201"/>
                </a:cubicBezTo>
                <a:cubicBezTo>
                  <a:pt x="1355693" y="465582"/>
                  <a:pt x="1354360" y="465868"/>
                  <a:pt x="1354360" y="467297"/>
                </a:cubicBezTo>
                <a:cubicBezTo>
                  <a:pt x="1354360" y="468725"/>
                  <a:pt x="1355789" y="469011"/>
                  <a:pt x="1358551" y="469392"/>
                </a:cubicBezTo>
                <a:cubicBezTo>
                  <a:pt x="1355789" y="469773"/>
                  <a:pt x="1354360" y="470059"/>
                  <a:pt x="1354360" y="471488"/>
                </a:cubicBezTo>
                <a:cubicBezTo>
                  <a:pt x="1354360" y="472916"/>
                  <a:pt x="1355789" y="473202"/>
                  <a:pt x="1358551" y="473583"/>
                </a:cubicBezTo>
                <a:cubicBezTo>
                  <a:pt x="1355789" y="473964"/>
                  <a:pt x="1354360" y="474250"/>
                  <a:pt x="1354360" y="475679"/>
                </a:cubicBezTo>
                <a:cubicBezTo>
                  <a:pt x="1354360" y="477107"/>
                  <a:pt x="1355789" y="477393"/>
                  <a:pt x="1358551" y="477774"/>
                </a:cubicBezTo>
                <a:cubicBezTo>
                  <a:pt x="1355693" y="478155"/>
                  <a:pt x="1354360" y="478441"/>
                  <a:pt x="1354360" y="479870"/>
                </a:cubicBezTo>
                <a:cubicBezTo>
                  <a:pt x="1354360" y="481298"/>
                  <a:pt x="1355789" y="481584"/>
                  <a:pt x="1358551" y="481965"/>
                </a:cubicBezTo>
                <a:cubicBezTo>
                  <a:pt x="1355789" y="482346"/>
                  <a:pt x="1354360" y="482632"/>
                  <a:pt x="1354360" y="484061"/>
                </a:cubicBezTo>
                <a:cubicBezTo>
                  <a:pt x="1354360" y="485489"/>
                  <a:pt x="1355693" y="485775"/>
                  <a:pt x="1358456" y="486156"/>
                </a:cubicBezTo>
                <a:cubicBezTo>
                  <a:pt x="1355693" y="486537"/>
                  <a:pt x="1354360" y="486823"/>
                  <a:pt x="1354360" y="488156"/>
                </a:cubicBezTo>
                <a:cubicBezTo>
                  <a:pt x="1354360" y="489490"/>
                  <a:pt x="1355693" y="489871"/>
                  <a:pt x="1358360" y="490157"/>
                </a:cubicBezTo>
                <a:cubicBezTo>
                  <a:pt x="1355693" y="490538"/>
                  <a:pt x="1354360" y="490823"/>
                  <a:pt x="1354360" y="492157"/>
                </a:cubicBezTo>
                <a:cubicBezTo>
                  <a:pt x="1354360" y="493490"/>
                  <a:pt x="1355693" y="493871"/>
                  <a:pt x="1358360" y="494157"/>
                </a:cubicBezTo>
                <a:cubicBezTo>
                  <a:pt x="1355693" y="494538"/>
                  <a:pt x="1354360" y="494824"/>
                  <a:pt x="1354360" y="496157"/>
                </a:cubicBezTo>
                <a:cubicBezTo>
                  <a:pt x="1354360" y="497491"/>
                  <a:pt x="1355693" y="497872"/>
                  <a:pt x="1358265" y="498158"/>
                </a:cubicBezTo>
                <a:cubicBezTo>
                  <a:pt x="1355598" y="498539"/>
                  <a:pt x="1354360" y="498824"/>
                  <a:pt x="1354360" y="500158"/>
                </a:cubicBezTo>
                <a:cubicBezTo>
                  <a:pt x="1354360" y="501491"/>
                  <a:pt x="1355693" y="501872"/>
                  <a:pt x="1358265" y="502158"/>
                </a:cubicBezTo>
                <a:cubicBezTo>
                  <a:pt x="1355693" y="502444"/>
                  <a:pt x="1354360" y="502825"/>
                  <a:pt x="1354360" y="504158"/>
                </a:cubicBezTo>
                <a:cubicBezTo>
                  <a:pt x="1354360" y="505492"/>
                  <a:pt x="1355693" y="505873"/>
                  <a:pt x="1358265" y="506159"/>
                </a:cubicBezTo>
                <a:cubicBezTo>
                  <a:pt x="1355693" y="506444"/>
                  <a:pt x="1354360" y="506825"/>
                  <a:pt x="1354360" y="508159"/>
                </a:cubicBezTo>
                <a:cubicBezTo>
                  <a:pt x="1354360" y="509492"/>
                  <a:pt x="1355693" y="509873"/>
                  <a:pt x="1358170" y="510159"/>
                </a:cubicBezTo>
                <a:cubicBezTo>
                  <a:pt x="1355598" y="510445"/>
                  <a:pt x="1354360" y="510826"/>
                  <a:pt x="1354360" y="512159"/>
                </a:cubicBezTo>
                <a:cubicBezTo>
                  <a:pt x="1354360" y="513493"/>
                  <a:pt x="1355598" y="513779"/>
                  <a:pt x="1358170" y="514160"/>
                </a:cubicBezTo>
                <a:cubicBezTo>
                  <a:pt x="1355598" y="514445"/>
                  <a:pt x="1354360" y="514826"/>
                  <a:pt x="1354360" y="516160"/>
                </a:cubicBezTo>
                <a:cubicBezTo>
                  <a:pt x="1354360" y="517493"/>
                  <a:pt x="1355598" y="517779"/>
                  <a:pt x="1358170" y="518160"/>
                </a:cubicBezTo>
                <a:cubicBezTo>
                  <a:pt x="1355598" y="518446"/>
                  <a:pt x="1354360" y="518827"/>
                  <a:pt x="1354360" y="520160"/>
                </a:cubicBezTo>
                <a:cubicBezTo>
                  <a:pt x="1354360" y="521494"/>
                  <a:pt x="1355598" y="521780"/>
                  <a:pt x="1358170" y="522161"/>
                </a:cubicBezTo>
                <a:cubicBezTo>
                  <a:pt x="1355598" y="522446"/>
                  <a:pt x="1354360" y="522827"/>
                  <a:pt x="1354360" y="524161"/>
                </a:cubicBezTo>
                <a:cubicBezTo>
                  <a:pt x="1354360" y="525494"/>
                  <a:pt x="1355598" y="525780"/>
                  <a:pt x="1358170" y="526161"/>
                </a:cubicBezTo>
                <a:cubicBezTo>
                  <a:pt x="1355598" y="526447"/>
                  <a:pt x="1354360" y="526828"/>
                  <a:pt x="1354360" y="528161"/>
                </a:cubicBezTo>
                <a:cubicBezTo>
                  <a:pt x="1354360" y="529495"/>
                  <a:pt x="1355598" y="529781"/>
                  <a:pt x="1358170" y="530162"/>
                </a:cubicBezTo>
                <a:cubicBezTo>
                  <a:pt x="1355598" y="530447"/>
                  <a:pt x="1354360" y="530828"/>
                  <a:pt x="1354360" y="532162"/>
                </a:cubicBezTo>
                <a:cubicBezTo>
                  <a:pt x="1354360" y="533495"/>
                  <a:pt x="1355598" y="533781"/>
                  <a:pt x="1358170" y="534162"/>
                </a:cubicBezTo>
                <a:cubicBezTo>
                  <a:pt x="1355598" y="534448"/>
                  <a:pt x="1354360" y="534829"/>
                  <a:pt x="1354360" y="536162"/>
                </a:cubicBezTo>
                <a:cubicBezTo>
                  <a:pt x="1354360" y="537496"/>
                  <a:pt x="1355693" y="537782"/>
                  <a:pt x="1358075" y="538163"/>
                </a:cubicBezTo>
                <a:cubicBezTo>
                  <a:pt x="1357408" y="538258"/>
                  <a:pt x="1356646" y="538258"/>
                  <a:pt x="1355979" y="538544"/>
                </a:cubicBezTo>
                <a:cubicBezTo>
                  <a:pt x="1355884" y="538544"/>
                  <a:pt x="1355789" y="538734"/>
                  <a:pt x="1355598" y="538734"/>
                </a:cubicBezTo>
                <a:cubicBezTo>
                  <a:pt x="1355407" y="538734"/>
                  <a:pt x="1355217" y="539020"/>
                  <a:pt x="1355027" y="539115"/>
                </a:cubicBezTo>
                <a:cubicBezTo>
                  <a:pt x="1350455" y="541592"/>
                  <a:pt x="1348264" y="547021"/>
                  <a:pt x="1350264" y="551974"/>
                </a:cubicBezTo>
                <a:cubicBezTo>
                  <a:pt x="1351312" y="554546"/>
                  <a:pt x="1353312" y="556451"/>
                  <a:pt x="1355789" y="557594"/>
                </a:cubicBezTo>
                <a:cubicBezTo>
                  <a:pt x="1356265" y="557784"/>
                  <a:pt x="1356836" y="557784"/>
                  <a:pt x="1357408" y="557879"/>
                </a:cubicBezTo>
                <a:lnTo>
                  <a:pt x="1357408" y="600551"/>
                </a:lnTo>
                <a:lnTo>
                  <a:pt x="1329595" y="620459"/>
                </a:lnTo>
                <a:lnTo>
                  <a:pt x="1329595" y="703802"/>
                </a:lnTo>
                <a:lnTo>
                  <a:pt x="1386554" y="755523"/>
                </a:lnTo>
                <a:cubicBezTo>
                  <a:pt x="1386554" y="755523"/>
                  <a:pt x="1386269" y="755523"/>
                  <a:pt x="1386078" y="755523"/>
                </a:cubicBezTo>
                <a:cubicBezTo>
                  <a:pt x="1382744" y="755999"/>
                  <a:pt x="1379792" y="757809"/>
                  <a:pt x="1377791" y="760571"/>
                </a:cubicBezTo>
                <a:cubicBezTo>
                  <a:pt x="1373600" y="766191"/>
                  <a:pt x="1374839" y="774192"/>
                  <a:pt x="1380553" y="778383"/>
                </a:cubicBezTo>
                <a:cubicBezTo>
                  <a:pt x="1382268" y="779621"/>
                  <a:pt x="1384173" y="780193"/>
                  <a:pt x="1386078" y="780574"/>
                </a:cubicBezTo>
                <a:lnTo>
                  <a:pt x="1386078" y="796195"/>
                </a:lnTo>
                <a:lnTo>
                  <a:pt x="1333976" y="811244"/>
                </a:lnTo>
                <a:lnTo>
                  <a:pt x="1333976" y="827913"/>
                </a:lnTo>
                <a:cubicBezTo>
                  <a:pt x="1327690" y="829056"/>
                  <a:pt x="1322927" y="834485"/>
                  <a:pt x="1322927" y="841153"/>
                </a:cubicBezTo>
                <a:cubicBezTo>
                  <a:pt x="1322927" y="848487"/>
                  <a:pt x="1328833" y="854488"/>
                  <a:pt x="1336167" y="854583"/>
                </a:cubicBezTo>
                <a:lnTo>
                  <a:pt x="1440085" y="967645"/>
                </a:lnTo>
                <a:lnTo>
                  <a:pt x="1440656" y="1108424"/>
                </a:lnTo>
                <a:lnTo>
                  <a:pt x="1466088" y="1130332"/>
                </a:lnTo>
                <a:lnTo>
                  <a:pt x="1572578" y="1130332"/>
                </a:lnTo>
                <a:lnTo>
                  <a:pt x="1572578" y="1135761"/>
                </a:lnTo>
                <a:cubicBezTo>
                  <a:pt x="1572578" y="1137476"/>
                  <a:pt x="1574006" y="1138904"/>
                  <a:pt x="1575721" y="1138904"/>
                </a:cubicBezTo>
                <a:lnTo>
                  <a:pt x="1591342" y="1138904"/>
                </a:lnTo>
                <a:cubicBezTo>
                  <a:pt x="1593056" y="1138904"/>
                  <a:pt x="1594485" y="1137476"/>
                  <a:pt x="1594485" y="1135761"/>
                </a:cubicBezTo>
                <a:lnTo>
                  <a:pt x="1594485" y="1120140"/>
                </a:lnTo>
                <a:cubicBezTo>
                  <a:pt x="1594485" y="1118426"/>
                  <a:pt x="1593056" y="1116997"/>
                  <a:pt x="1591342" y="1116997"/>
                </a:cubicBezTo>
                <a:lnTo>
                  <a:pt x="1575721" y="1116997"/>
                </a:lnTo>
                <a:cubicBezTo>
                  <a:pt x="1574006" y="1116997"/>
                  <a:pt x="1572578" y="1118426"/>
                  <a:pt x="1572578" y="1120140"/>
                </a:cubicBezTo>
                <a:lnTo>
                  <a:pt x="1572578" y="1125569"/>
                </a:lnTo>
                <a:lnTo>
                  <a:pt x="1467898" y="1125569"/>
                </a:lnTo>
                <a:lnTo>
                  <a:pt x="1445419" y="1106234"/>
                </a:lnTo>
                <a:lnTo>
                  <a:pt x="1444847" y="965740"/>
                </a:lnTo>
                <a:lnTo>
                  <a:pt x="1341692" y="853535"/>
                </a:lnTo>
                <a:cubicBezTo>
                  <a:pt x="1346549" y="851440"/>
                  <a:pt x="1349883" y="846677"/>
                  <a:pt x="1349883" y="841153"/>
                </a:cubicBezTo>
                <a:cubicBezTo>
                  <a:pt x="1349883" y="834581"/>
                  <a:pt x="1345121" y="829056"/>
                  <a:pt x="1338834" y="827913"/>
                </a:cubicBezTo>
                <a:lnTo>
                  <a:pt x="1338834" y="814769"/>
                </a:lnTo>
                <a:lnTo>
                  <a:pt x="1386173" y="801148"/>
                </a:lnTo>
                <a:lnTo>
                  <a:pt x="1386173" y="830199"/>
                </a:lnTo>
                <a:lnTo>
                  <a:pt x="1387602" y="830199"/>
                </a:lnTo>
                <a:cubicBezTo>
                  <a:pt x="1381982" y="830675"/>
                  <a:pt x="1377506" y="835343"/>
                  <a:pt x="1377506" y="841058"/>
                </a:cubicBezTo>
                <a:cubicBezTo>
                  <a:pt x="1377506" y="846773"/>
                  <a:pt x="1381982" y="851440"/>
                  <a:pt x="1387697" y="851916"/>
                </a:cubicBezTo>
                <a:lnTo>
                  <a:pt x="1481233" y="952024"/>
                </a:lnTo>
                <a:lnTo>
                  <a:pt x="1481042" y="1080326"/>
                </a:lnTo>
                <a:lnTo>
                  <a:pt x="1499045" y="1094232"/>
                </a:lnTo>
                <a:lnTo>
                  <a:pt x="1558862" y="1094232"/>
                </a:lnTo>
                <a:lnTo>
                  <a:pt x="1558862" y="1102995"/>
                </a:lnTo>
                <a:cubicBezTo>
                  <a:pt x="1558862" y="1104329"/>
                  <a:pt x="1559909" y="1105376"/>
                  <a:pt x="1561243" y="1105376"/>
                </a:cubicBezTo>
                <a:lnTo>
                  <a:pt x="1571720" y="1105376"/>
                </a:lnTo>
                <a:cubicBezTo>
                  <a:pt x="1573054" y="1105376"/>
                  <a:pt x="1574102" y="1104329"/>
                  <a:pt x="1574102" y="1102995"/>
                </a:cubicBezTo>
                <a:lnTo>
                  <a:pt x="1574102" y="1080802"/>
                </a:lnTo>
                <a:cubicBezTo>
                  <a:pt x="1574102" y="1079468"/>
                  <a:pt x="1573054" y="1078421"/>
                  <a:pt x="1571720" y="1078421"/>
                </a:cubicBezTo>
                <a:lnTo>
                  <a:pt x="1561243" y="1078421"/>
                </a:lnTo>
                <a:cubicBezTo>
                  <a:pt x="1559909" y="1078421"/>
                  <a:pt x="1558862" y="1079468"/>
                  <a:pt x="1558862" y="1080802"/>
                </a:cubicBezTo>
                <a:lnTo>
                  <a:pt x="1558862" y="1089470"/>
                </a:lnTo>
                <a:lnTo>
                  <a:pt x="1500664" y="1089470"/>
                </a:lnTo>
                <a:lnTo>
                  <a:pt x="1485805" y="1078040"/>
                </a:lnTo>
                <a:lnTo>
                  <a:pt x="1485995" y="950214"/>
                </a:lnTo>
                <a:lnTo>
                  <a:pt x="1393317" y="851059"/>
                </a:lnTo>
                <a:cubicBezTo>
                  <a:pt x="1397032" y="849249"/>
                  <a:pt x="1399699" y="845534"/>
                  <a:pt x="1399699" y="841153"/>
                </a:cubicBezTo>
                <a:cubicBezTo>
                  <a:pt x="1399699" y="835343"/>
                  <a:pt x="1395222" y="830771"/>
                  <a:pt x="1389602" y="830294"/>
                </a:cubicBezTo>
                <a:lnTo>
                  <a:pt x="1391031" y="830294"/>
                </a:lnTo>
                <a:lnTo>
                  <a:pt x="1391031" y="801434"/>
                </a:lnTo>
                <a:lnTo>
                  <a:pt x="1437608" y="814864"/>
                </a:lnTo>
                <a:lnTo>
                  <a:pt x="1437608" y="828104"/>
                </a:lnTo>
                <a:cubicBezTo>
                  <a:pt x="1431703" y="829532"/>
                  <a:pt x="1427226" y="834771"/>
                  <a:pt x="1427226" y="841153"/>
                </a:cubicBezTo>
                <a:cubicBezTo>
                  <a:pt x="1427226" y="848582"/>
                  <a:pt x="1433227" y="854583"/>
                  <a:pt x="1440656" y="854583"/>
                </a:cubicBezTo>
                <a:cubicBezTo>
                  <a:pt x="1442942" y="854583"/>
                  <a:pt x="1445133" y="853916"/>
                  <a:pt x="1447038" y="852869"/>
                </a:cubicBezTo>
                <a:lnTo>
                  <a:pt x="1518190" y="928592"/>
                </a:lnTo>
                <a:lnTo>
                  <a:pt x="1518857" y="1047655"/>
                </a:lnTo>
                <a:lnTo>
                  <a:pt x="1540193" y="1064895"/>
                </a:lnTo>
                <a:lnTo>
                  <a:pt x="1600962" y="1064895"/>
                </a:lnTo>
                <a:lnTo>
                  <a:pt x="1600962" y="1073658"/>
                </a:lnTo>
                <a:lnTo>
                  <a:pt x="1611440" y="1073658"/>
                </a:lnTo>
                <a:lnTo>
                  <a:pt x="1611440" y="1051465"/>
                </a:lnTo>
                <a:lnTo>
                  <a:pt x="1600962" y="1051465"/>
                </a:lnTo>
                <a:lnTo>
                  <a:pt x="1600962" y="1060228"/>
                </a:lnTo>
                <a:lnTo>
                  <a:pt x="1541907" y="1060228"/>
                </a:lnTo>
                <a:lnTo>
                  <a:pt x="1523619" y="1045464"/>
                </a:lnTo>
                <a:lnTo>
                  <a:pt x="1522952" y="926783"/>
                </a:lnTo>
                <a:lnTo>
                  <a:pt x="1450753" y="850011"/>
                </a:lnTo>
                <a:cubicBezTo>
                  <a:pt x="1452848" y="847630"/>
                  <a:pt x="1454087" y="844582"/>
                  <a:pt x="1454087" y="841248"/>
                </a:cubicBezTo>
                <a:cubicBezTo>
                  <a:pt x="1454087" y="834390"/>
                  <a:pt x="1448943" y="828770"/>
                  <a:pt x="1442276" y="827913"/>
                </a:cubicBezTo>
                <a:lnTo>
                  <a:pt x="1442276" y="811340"/>
                </a:lnTo>
                <a:lnTo>
                  <a:pt x="1390936" y="796576"/>
                </a:lnTo>
                <a:lnTo>
                  <a:pt x="1390936" y="780574"/>
                </a:lnTo>
                <a:cubicBezTo>
                  <a:pt x="1393793" y="779907"/>
                  <a:pt x="1396556" y="778383"/>
                  <a:pt x="1398461" y="775811"/>
                </a:cubicBezTo>
                <a:lnTo>
                  <a:pt x="1398461" y="775811"/>
                </a:lnTo>
                <a:cubicBezTo>
                  <a:pt x="1400461" y="773049"/>
                  <a:pt x="1401318" y="769715"/>
                  <a:pt x="1400747" y="766382"/>
                </a:cubicBezTo>
                <a:cubicBezTo>
                  <a:pt x="1400270" y="763048"/>
                  <a:pt x="1398461" y="760095"/>
                  <a:pt x="1395698" y="758095"/>
                </a:cubicBezTo>
                <a:cubicBezTo>
                  <a:pt x="1393889" y="756761"/>
                  <a:pt x="1391793" y="756095"/>
                  <a:pt x="1389602" y="755809"/>
                </a:cubicBezTo>
                <a:lnTo>
                  <a:pt x="1447324" y="703993"/>
                </a:lnTo>
                <a:lnTo>
                  <a:pt x="1447324" y="623126"/>
                </a:lnTo>
                <a:lnTo>
                  <a:pt x="1475137" y="603218"/>
                </a:lnTo>
                <a:lnTo>
                  <a:pt x="1475137" y="557975"/>
                </a:lnTo>
                <a:cubicBezTo>
                  <a:pt x="1475137" y="557975"/>
                  <a:pt x="1475708" y="557975"/>
                  <a:pt x="1476089" y="557784"/>
                </a:cubicBezTo>
                <a:cubicBezTo>
                  <a:pt x="1478661" y="556736"/>
                  <a:pt x="1480566" y="554736"/>
                  <a:pt x="1481709" y="552260"/>
                </a:cubicBezTo>
                <a:cubicBezTo>
                  <a:pt x="1482757" y="549688"/>
                  <a:pt x="1482757" y="546926"/>
                  <a:pt x="1481709" y="544354"/>
                </a:cubicBezTo>
                <a:cubicBezTo>
                  <a:pt x="1480852" y="542163"/>
                  <a:pt x="1479232" y="540544"/>
                  <a:pt x="1477232" y="539496"/>
                </a:cubicBezTo>
                <a:cubicBezTo>
                  <a:pt x="1477518" y="539210"/>
                  <a:pt x="1477804" y="538925"/>
                  <a:pt x="1477804" y="538448"/>
                </a:cubicBezTo>
                <a:cubicBezTo>
                  <a:pt x="1477804" y="537115"/>
                  <a:pt x="1476470" y="536734"/>
                  <a:pt x="1473899" y="536448"/>
                </a:cubicBezTo>
                <a:cubicBezTo>
                  <a:pt x="1476470" y="536162"/>
                  <a:pt x="1477804" y="535781"/>
                  <a:pt x="1477804" y="534448"/>
                </a:cubicBezTo>
                <a:cubicBezTo>
                  <a:pt x="1477804" y="533114"/>
                  <a:pt x="1476566" y="532829"/>
                  <a:pt x="1473994" y="532448"/>
                </a:cubicBezTo>
                <a:cubicBezTo>
                  <a:pt x="1476566" y="532162"/>
                  <a:pt x="1477804" y="531781"/>
                  <a:pt x="1477804" y="530447"/>
                </a:cubicBezTo>
                <a:cubicBezTo>
                  <a:pt x="1477804" y="529114"/>
                  <a:pt x="1476566" y="528828"/>
                  <a:pt x="1473994" y="528447"/>
                </a:cubicBezTo>
                <a:cubicBezTo>
                  <a:pt x="1476566" y="528161"/>
                  <a:pt x="1477804" y="527780"/>
                  <a:pt x="1477804" y="526447"/>
                </a:cubicBezTo>
                <a:cubicBezTo>
                  <a:pt x="1477804" y="525113"/>
                  <a:pt x="1476566" y="524828"/>
                  <a:pt x="1473994" y="524447"/>
                </a:cubicBezTo>
                <a:cubicBezTo>
                  <a:pt x="1476566" y="524161"/>
                  <a:pt x="1477804" y="523780"/>
                  <a:pt x="1477804" y="522446"/>
                </a:cubicBezTo>
                <a:cubicBezTo>
                  <a:pt x="1477804" y="521113"/>
                  <a:pt x="1476566" y="520827"/>
                  <a:pt x="1473994" y="520446"/>
                </a:cubicBezTo>
                <a:cubicBezTo>
                  <a:pt x="1476566" y="520160"/>
                  <a:pt x="1477804" y="519779"/>
                  <a:pt x="1477804" y="518446"/>
                </a:cubicBezTo>
                <a:cubicBezTo>
                  <a:pt x="1477804" y="517112"/>
                  <a:pt x="1476566" y="516827"/>
                  <a:pt x="1473994" y="516446"/>
                </a:cubicBezTo>
                <a:cubicBezTo>
                  <a:pt x="1476566" y="516160"/>
                  <a:pt x="1477804" y="515779"/>
                  <a:pt x="1477804" y="514445"/>
                </a:cubicBezTo>
                <a:cubicBezTo>
                  <a:pt x="1477804" y="513112"/>
                  <a:pt x="1476470" y="512731"/>
                  <a:pt x="1473994" y="512445"/>
                </a:cubicBezTo>
                <a:cubicBezTo>
                  <a:pt x="1476566" y="512159"/>
                  <a:pt x="1477804" y="511778"/>
                  <a:pt x="1477804" y="510445"/>
                </a:cubicBezTo>
                <a:cubicBezTo>
                  <a:pt x="1477804" y="509111"/>
                  <a:pt x="1476470" y="508730"/>
                  <a:pt x="1473899" y="508445"/>
                </a:cubicBezTo>
                <a:cubicBezTo>
                  <a:pt x="1476470" y="508159"/>
                  <a:pt x="1477804" y="507778"/>
                  <a:pt x="1477804" y="506444"/>
                </a:cubicBezTo>
                <a:cubicBezTo>
                  <a:pt x="1477804" y="505111"/>
                  <a:pt x="1476470" y="504730"/>
                  <a:pt x="1473899" y="504444"/>
                </a:cubicBezTo>
                <a:cubicBezTo>
                  <a:pt x="1476470" y="504158"/>
                  <a:pt x="1477804" y="503777"/>
                  <a:pt x="1477804" y="502444"/>
                </a:cubicBezTo>
                <a:cubicBezTo>
                  <a:pt x="1477804" y="501110"/>
                  <a:pt x="1476470" y="500729"/>
                  <a:pt x="1473899" y="500444"/>
                </a:cubicBezTo>
                <a:cubicBezTo>
                  <a:pt x="1476470" y="500158"/>
                  <a:pt x="1477804" y="499777"/>
                  <a:pt x="1477804" y="498443"/>
                </a:cubicBezTo>
                <a:cubicBezTo>
                  <a:pt x="1477804" y="497110"/>
                  <a:pt x="1476470" y="496729"/>
                  <a:pt x="1473803" y="496443"/>
                </a:cubicBezTo>
                <a:cubicBezTo>
                  <a:pt x="1476470" y="496062"/>
                  <a:pt x="1477804" y="495776"/>
                  <a:pt x="1477804" y="494443"/>
                </a:cubicBezTo>
                <a:cubicBezTo>
                  <a:pt x="1477804" y="493109"/>
                  <a:pt x="1476470" y="492728"/>
                  <a:pt x="1473803" y="492443"/>
                </a:cubicBezTo>
                <a:cubicBezTo>
                  <a:pt x="1476470" y="492062"/>
                  <a:pt x="1477804" y="491776"/>
                  <a:pt x="1477804" y="490442"/>
                </a:cubicBezTo>
                <a:cubicBezTo>
                  <a:pt x="1477804" y="489109"/>
                  <a:pt x="1476470" y="488728"/>
                  <a:pt x="1473708" y="488442"/>
                </a:cubicBezTo>
                <a:cubicBezTo>
                  <a:pt x="1476375" y="488061"/>
                  <a:pt x="1477804" y="487775"/>
                  <a:pt x="1477804" y="486442"/>
                </a:cubicBezTo>
                <a:cubicBezTo>
                  <a:pt x="1477804" y="485108"/>
                  <a:pt x="1476375" y="484727"/>
                  <a:pt x="1473708" y="484346"/>
                </a:cubicBezTo>
                <a:cubicBezTo>
                  <a:pt x="1476470" y="483965"/>
                  <a:pt x="1477804" y="483680"/>
                  <a:pt x="1477804" y="482251"/>
                </a:cubicBezTo>
                <a:cubicBezTo>
                  <a:pt x="1477804" y="480822"/>
                  <a:pt x="1476375" y="480536"/>
                  <a:pt x="1473613" y="480155"/>
                </a:cubicBezTo>
                <a:cubicBezTo>
                  <a:pt x="1476375" y="479774"/>
                  <a:pt x="1477804" y="479489"/>
                  <a:pt x="1477804" y="478060"/>
                </a:cubicBezTo>
                <a:cubicBezTo>
                  <a:pt x="1477804" y="476631"/>
                  <a:pt x="1476375" y="476345"/>
                  <a:pt x="1473613" y="475964"/>
                </a:cubicBezTo>
                <a:cubicBezTo>
                  <a:pt x="1476470" y="475583"/>
                  <a:pt x="1477804" y="475298"/>
                  <a:pt x="1477804" y="473869"/>
                </a:cubicBezTo>
                <a:cubicBezTo>
                  <a:pt x="1477804" y="472440"/>
                  <a:pt x="1476375" y="472154"/>
                  <a:pt x="1473613" y="471773"/>
                </a:cubicBezTo>
                <a:cubicBezTo>
                  <a:pt x="1476375" y="471392"/>
                  <a:pt x="1477804" y="471107"/>
                  <a:pt x="1477804" y="469678"/>
                </a:cubicBezTo>
                <a:cubicBezTo>
                  <a:pt x="1477804" y="468249"/>
                  <a:pt x="1476375" y="467963"/>
                  <a:pt x="1473708" y="467582"/>
                </a:cubicBezTo>
                <a:cubicBezTo>
                  <a:pt x="1476470" y="467201"/>
                  <a:pt x="1477804" y="466915"/>
                  <a:pt x="1477804" y="465487"/>
                </a:cubicBezTo>
                <a:cubicBezTo>
                  <a:pt x="1477804" y="464058"/>
                  <a:pt x="1476470" y="463772"/>
                  <a:pt x="1473708" y="463391"/>
                </a:cubicBezTo>
                <a:cubicBezTo>
                  <a:pt x="1476470" y="463010"/>
                  <a:pt x="1477804" y="462725"/>
                  <a:pt x="1477804" y="461296"/>
                </a:cubicBezTo>
                <a:cubicBezTo>
                  <a:pt x="1477804" y="459867"/>
                  <a:pt x="1476470" y="459581"/>
                  <a:pt x="1473708" y="459200"/>
                </a:cubicBezTo>
                <a:cubicBezTo>
                  <a:pt x="1476470" y="458819"/>
                  <a:pt x="1477804" y="458534"/>
                  <a:pt x="1477804" y="457105"/>
                </a:cubicBezTo>
                <a:cubicBezTo>
                  <a:pt x="1477804" y="455676"/>
                  <a:pt x="1476375" y="455390"/>
                  <a:pt x="1473708" y="455009"/>
                </a:cubicBezTo>
                <a:cubicBezTo>
                  <a:pt x="1476470" y="454628"/>
                  <a:pt x="1477804" y="454343"/>
                  <a:pt x="1477804" y="452914"/>
                </a:cubicBezTo>
                <a:cubicBezTo>
                  <a:pt x="1477804" y="451485"/>
                  <a:pt x="1476375" y="451199"/>
                  <a:pt x="1473613" y="450818"/>
                </a:cubicBezTo>
                <a:cubicBezTo>
                  <a:pt x="1476375" y="450437"/>
                  <a:pt x="1477804" y="450152"/>
                  <a:pt x="1477804" y="448723"/>
                </a:cubicBezTo>
                <a:cubicBezTo>
                  <a:pt x="1477804" y="447294"/>
                  <a:pt x="1476375" y="447008"/>
                  <a:pt x="1473613" y="446627"/>
                </a:cubicBezTo>
                <a:cubicBezTo>
                  <a:pt x="1476375" y="446246"/>
                  <a:pt x="1477804" y="445961"/>
                  <a:pt x="1477804" y="444532"/>
                </a:cubicBezTo>
                <a:cubicBezTo>
                  <a:pt x="1477804" y="443103"/>
                  <a:pt x="1476280" y="442817"/>
                  <a:pt x="1473518" y="442436"/>
                </a:cubicBezTo>
                <a:cubicBezTo>
                  <a:pt x="1476280" y="442055"/>
                  <a:pt x="1477804" y="441770"/>
                  <a:pt x="1477804" y="440341"/>
                </a:cubicBezTo>
                <a:cubicBezTo>
                  <a:pt x="1477804" y="438912"/>
                  <a:pt x="1476280" y="438626"/>
                  <a:pt x="1473518" y="438245"/>
                </a:cubicBezTo>
                <a:cubicBezTo>
                  <a:pt x="1476375" y="437864"/>
                  <a:pt x="1477804" y="437579"/>
                  <a:pt x="1477804" y="436150"/>
                </a:cubicBezTo>
                <a:cubicBezTo>
                  <a:pt x="1477804" y="434721"/>
                  <a:pt x="1476470" y="434435"/>
                  <a:pt x="1473708" y="434054"/>
                </a:cubicBezTo>
                <a:cubicBezTo>
                  <a:pt x="1476470" y="433673"/>
                  <a:pt x="1477804" y="433388"/>
                  <a:pt x="1477804" y="431959"/>
                </a:cubicBezTo>
                <a:cubicBezTo>
                  <a:pt x="1477804" y="430530"/>
                  <a:pt x="1476470" y="430244"/>
                  <a:pt x="1473708" y="429959"/>
                </a:cubicBezTo>
                <a:cubicBezTo>
                  <a:pt x="1476375" y="429578"/>
                  <a:pt x="1477804" y="429292"/>
                  <a:pt x="1477804" y="427958"/>
                </a:cubicBezTo>
                <a:cubicBezTo>
                  <a:pt x="1477804" y="426625"/>
                  <a:pt x="1476470" y="426244"/>
                  <a:pt x="1473708" y="425958"/>
                </a:cubicBezTo>
                <a:cubicBezTo>
                  <a:pt x="1476470" y="425577"/>
                  <a:pt x="1477804" y="425291"/>
                  <a:pt x="1477804" y="423863"/>
                </a:cubicBezTo>
                <a:cubicBezTo>
                  <a:pt x="1477804" y="422434"/>
                  <a:pt x="1476375" y="422148"/>
                  <a:pt x="1473613" y="421767"/>
                </a:cubicBezTo>
                <a:cubicBezTo>
                  <a:pt x="1476375" y="421386"/>
                  <a:pt x="1477804" y="421100"/>
                  <a:pt x="1477804" y="419672"/>
                </a:cubicBezTo>
                <a:cubicBezTo>
                  <a:pt x="1477804" y="418243"/>
                  <a:pt x="1476280" y="417957"/>
                  <a:pt x="1473422" y="417576"/>
                </a:cubicBezTo>
                <a:cubicBezTo>
                  <a:pt x="1476280" y="417195"/>
                  <a:pt x="1477804" y="416909"/>
                  <a:pt x="1477804" y="415481"/>
                </a:cubicBezTo>
                <a:cubicBezTo>
                  <a:pt x="1477804" y="414052"/>
                  <a:pt x="1476280" y="413766"/>
                  <a:pt x="1473422" y="413385"/>
                </a:cubicBezTo>
                <a:cubicBezTo>
                  <a:pt x="1476280" y="413004"/>
                  <a:pt x="1477804" y="412718"/>
                  <a:pt x="1477804" y="411289"/>
                </a:cubicBezTo>
                <a:cubicBezTo>
                  <a:pt x="1477804" y="409861"/>
                  <a:pt x="1476280" y="409575"/>
                  <a:pt x="1473422" y="409194"/>
                </a:cubicBezTo>
                <a:cubicBezTo>
                  <a:pt x="1476280" y="408813"/>
                  <a:pt x="1477804" y="408527"/>
                  <a:pt x="1477804" y="407099"/>
                </a:cubicBezTo>
                <a:cubicBezTo>
                  <a:pt x="1477804" y="405670"/>
                  <a:pt x="1476280" y="405289"/>
                  <a:pt x="1473422" y="405003"/>
                </a:cubicBezTo>
                <a:cubicBezTo>
                  <a:pt x="1476280" y="404622"/>
                  <a:pt x="1477804" y="404336"/>
                  <a:pt x="1477804" y="402908"/>
                </a:cubicBezTo>
                <a:cubicBezTo>
                  <a:pt x="1477804" y="401479"/>
                  <a:pt x="1476185" y="401098"/>
                  <a:pt x="1473327" y="400812"/>
                </a:cubicBezTo>
                <a:cubicBezTo>
                  <a:pt x="1476280" y="400431"/>
                  <a:pt x="1477804" y="400145"/>
                  <a:pt x="1477804" y="398621"/>
                </a:cubicBezTo>
                <a:cubicBezTo>
                  <a:pt x="1477804" y="397097"/>
                  <a:pt x="1476185" y="396812"/>
                  <a:pt x="1473137" y="396431"/>
                </a:cubicBezTo>
                <a:cubicBezTo>
                  <a:pt x="1476185" y="396050"/>
                  <a:pt x="1477804" y="395764"/>
                  <a:pt x="1477804" y="394240"/>
                </a:cubicBezTo>
                <a:lnTo>
                  <a:pt x="1477613" y="394240"/>
                </a:lnTo>
                <a:cubicBezTo>
                  <a:pt x="1481709" y="391573"/>
                  <a:pt x="1483614" y="386525"/>
                  <a:pt x="1481709" y="381857"/>
                </a:cubicBezTo>
                <a:cubicBezTo>
                  <a:pt x="1480661" y="379286"/>
                  <a:pt x="1478756" y="377285"/>
                  <a:pt x="1476185" y="376238"/>
                </a:cubicBezTo>
                <a:cubicBezTo>
                  <a:pt x="1473613" y="375190"/>
                  <a:pt x="1470851" y="375190"/>
                  <a:pt x="1468279" y="376238"/>
                </a:cubicBezTo>
                <a:cubicBezTo>
                  <a:pt x="1467707" y="376428"/>
                  <a:pt x="1467326" y="376904"/>
                  <a:pt x="1466850" y="377190"/>
                </a:cubicBezTo>
                <a:lnTo>
                  <a:pt x="1422749" y="325564"/>
                </a:lnTo>
                <a:lnTo>
                  <a:pt x="1422940" y="288893"/>
                </a:lnTo>
                <a:lnTo>
                  <a:pt x="1369028" y="235744"/>
                </a:lnTo>
                <a:cubicBezTo>
                  <a:pt x="1369409" y="234887"/>
                  <a:pt x="1369695" y="233934"/>
                  <a:pt x="1369695" y="232982"/>
                </a:cubicBezTo>
                <a:lnTo>
                  <a:pt x="1369695" y="218599"/>
                </a:lnTo>
                <a:cubicBezTo>
                  <a:pt x="1369695" y="214884"/>
                  <a:pt x="1366647" y="211741"/>
                  <a:pt x="1362837" y="211741"/>
                </a:cubicBezTo>
                <a:lnTo>
                  <a:pt x="1348454" y="211741"/>
                </a:lnTo>
                <a:cubicBezTo>
                  <a:pt x="1344740" y="211741"/>
                  <a:pt x="1341596" y="214789"/>
                  <a:pt x="1341596" y="218599"/>
                </a:cubicBezTo>
                <a:lnTo>
                  <a:pt x="1341596" y="232982"/>
                </a:lnTo>
                <a:cubicBezTo>
                  <a:pt x="1341596" y="236696"/>
                  <a:pt x="1344644" y="239840"/>
                  <a:pt x="1348454" y="239840"/>
                </a:cubicBezTo>
                <a:lnTo>
                  <a:pt x="1362837" y="239840"/>
                </a:lnTo>
                <a:cubicBezTo>
                  <a:pt x="1363885" y="239840"/>
                  <a:pt x="1364837" y="239554"/>
                  <a:pt x="1365695" y="239173"/>
                </a:cubicBezTo>
                <a:lnTo>
                  <a:pt x="1418177" y="290989"/>
                </a:lnTo>
                <a:lnTo>
                  <a:pt x="1417987" y="327470"/>
                </a:lnTo>
                <a:lnTo>
                  <a:pt x="1463516" y="380714"/>
                </a:lnTo>
                <a:cubicBezTo>
                  <a:pt x="1463516" y="380714"/>
                  <a:pt x="1462945" y="381476"/>
                  <a:pt x="1462754" y="381857"/>
                </a:cubicBezTo>
                <a:cubicBezTo>
                  <a:pt x="1461707" y="384429"/>
                  <a:pt x="1461707" y="387191"/>
                  <a:pt x="1462754" y="389763"/>
                </a:cubicBezTo>
                <a:cubicBezTo>
                  <a:pt x="1463707" y="392144"/>
                  <a:pt x="1465612" y="393954"/>
                  <a:pt x="1467898" y="395097"/>
                </a:cubicBezTo>
                <a:cubicBezTo>
                  <a:pt x="1467136" y="395383"/>
                  <a:pt x="1466660" y="395859"/>
                  <a:pt x="1466660" y="396526"/>
                </a:cubicBezTo>
                <a:cubicBezTo>
                  <a:pt x="1466660" y="397955"/>
                  <a:pt x="1468279" y="398336"/>
                  <a:pt x="1471232" y="398717"/>
                </a:cubicBezTo>
                <a:cubicBezTo>
                  <a:pt x="1468279" y="399098"/>
                  <a:pt x="1466660" y="399383"/>
                  <a:pt x="1466660" y="400907"/>
                </a:cubicBezTo>
                <a:cubicBezTo>
                  <a:pt x="1466660" y="402431"/>
                  <a:pt x="1468184" y="402622"/>
                  <a:pt x="1471041" y="403003"/>
                </a:cubicBezTo>
                <a:cubicBezTo>
                  <a:pt x="1468184" y="403384"/>
                  <a:pt x="1466660" y="403670"/>
                  <a:pt x="1466660" y="405098"/>
                </a:cubicBezTo>
                <a:cubicBezTo>
                  <a:pt x="1466660" y="406527"/>
                  <a:pt x="1468279" y="406813"/>
                  <a:pt x="1471136" y="407194"/>
                </a:cubicBezTo>
                <a:cubicBezTo>
                  <a:pt x="1468279" y="407575"/>
                  <a:pt x="1466660" y="407861"/>
                  <a:pt x="1466660" y="409289"/>
                </a:cubicBezTo>
                <a:cubicBezTo>
                  <a:pt x="1466660" y="410718"/>
                  <a:pt x="1468184" y="411004"/>
                  <a:pt x="1471041" y="411385"/>
                </a:cubicBezTo>
                <a:cubicBezTo>
                  <a:pt x="1468184" y="411766"/>
                  <a:pt x="1466660" y="412052"/>
                  <a:pt x="1466660" y="413480"/>
                </a:cubicBezTo>
                <a:cubicBezTo>
                  <a:pt x="1466660" y="414909"/>
                  <a:pt x="1468184" y="415195"/>
                  <a:pt x="1471041" y="415576"/>
                </a:cubicBezTo>
                <a:cubicBezTo>
                  <a:pt x="1468184" y="415957"/>
                  <a:pt x="1466660" y="416243"/>
                  <a:pt x="1466660" y="417671"/>
                </a:cubicBezTo>
                <a:cubicBezTo>
                  <a:pt x="1466660" y="419100"/>
                  <a:pt x="1468184" y="419386"/>
                  <a:pt x="1470946" y="419767"/>
                </a:cubicBezTo>
                <a:cubicBezTo>
                  <a:pt x="1468088" y="420148"/>
                  <a:pt x="1466660" y="420434"/>
                  <a:pt x="1466660" y="421862"/>
                </a:cubicBezTo>
                <a:cubicBezTo>
                  <a:pt x="1466660" y="423291"/>
                  <a:pt x="1468088" y="423577"/>
                  <a:pt x="1470755" y="423958"/>
                </a:cubicBezTo>
                <a:cubicBezTo>
                  <a:pt x="1467993" y="424339"/>
                  <a:pt x="1466660" y="424625"/>
                  <a:pt x="1466660" y="426053"/>
                </a:cubicBezTo>
                <a:cubicBezTo>
                  <a:pt x="1466660" y="427482"/>
                  <a:pt x="1467993" y="427768"/>
                  <a:pt x="1470755" y="428054"/>
                </a:cubicBezTo>
                <a:cubicBezTo>
                  <a:pt x="1468088" y="428435"/>
                  <a:pt x="1466660" y="428720"/>
                  <a:pt x="1466660" y="430054"/>
                </a:cubicBezTo>
                <a:cubicBezTo>
                  <a:pt x="1466660" y="431387"/>
                  <a:pt x="1467993" y="431768"/>
                  <a:pt x="1470755" y="432054"/>
                </a:cubicBezTo>
                <a:cubicBezTo>
                  <a:pt x="1467993" y="432435"/>
                  <a:pt x="1466660" y="432721"/>
                  <a:pt x="1466660" y="434150"/>
                </a:cubicBezTo>
                <a:cubicBezTo>
                  <a:pt x="1466660" y="435578"/>
                  <a:pt x="1468088" y="435864"/>
                  <a:pt x="1470851" y="436245"/>
                </a:cubicBezTo>
                <a:cubicBezTo>
                  <a:pt x="1468088" y="436626"/>
                  <a:pt x="1466660" y="436912"/>
                  <a:pt x="1466660" y="438340"/>
                </a:cubicBezTo>
                <a:cubicBezTo>
                  <a:pt x="1466660" y="439769"/>
                  <a:pt x="1468088" y="440055"/>
                  <a:pt x="1470946" y="440436"/>
                </a:cubicBezTo>
                <a:cubicBezTo>
                  <a:pt x="1468184" y="440817"/>
                  <a:pt x="1466660" y="441103"/>
                  <a:pt x="1466660" y="442532"/>
                </a:cubicBezTo>
                <a:cubicBezTo>
                  <a:pt x="1466660" y="443960"/>
                  <a:pt x="1468088" y="444246"/>
                  <a:pt x="1470946" y="444627"/>
                </a:cubicBezTo>
                <a:cubicBezTo>
                  <a:pt x="1468088" y="445008"/>
                  <a:pt x="1466660" y="445294"/>
                  <a:pt x="1466660" y="446723"/>
                </a:cubicBezTo>
                <a:cubicBezTo>
                  <a:pt x="1466660" y="448151"/>
                  <a:pt x="1468088" y="448437"/>
                  <a:pt x="1470851" y="448818"/>
                </a:cubicBezTo>
                <a:cubicBezTo>
                  <a:pt x="1468088" y="449199"/>
                  <a:pt x="1466660" y="449485"/>
                  <a:pt x="1466660" y="450914"/>
                </a:cubicBezTo>
                <a:cubicBezTo>
                  <a:pt x="1466660" y="452342"/>
                  <a:pt x="1468088" y="452628"/>
                  <a:pt x="1470851" y="453009"/>
                </a:cubicBezTo>
                <a:cubicBezTo>
                  <a:pt x="1468088" y="453390"/>
                  <a:pt x="1466660" y="453676"/>
                  <a:pt x="1466660" y="455105"/>
                </a:cubicBezTo>
                <a:cubicBezTo>
                  <a:pt x="1466660" y="456533"/>
                  <a:pt x="1467993" y="456819"/>
                  <a:pt x="1470755" y="457200"/>
                </a:cubicBezTo>
                <a:cubicBezTo>
                  <a:pt x="1467993" y="457581"/>
                  <a:pt x="1466660" y="457867"/>
                  <a:pt x="1466660" y="459296"/>
                </a:cubicBezTo>
                <a:cubicBezTo>
                  <a:pt x="1466660" y="460724"/>
                  <a:pt x="1467993" y="461010"/>
                  <a:pt x="1470755" y="461391"/>
                </a:cubicBezTo>
                <a:cubicBezTo>
                  <a:pt x="1467993" y="461772"/>
                  <a:pt x="1466660" y="462058"/>
                  <a:pt x="1466660" y="463487"/>
                </a:cubicBezTo>
                <a:cubicBezTo>
                  <a:pt x="1466660" y="464915"/>
                  <a:pt x="1468088" y="465201"/>
                  <a:pt x="1470755" y="465582"/>
                </a:cubicBezTo>
                <a:cubicBezTo>
                  <a:pt x="1467993" y="465963"/>
                  <a:pt x="1466660" y="466249"/>
                  <a:pt x="1466660" y="467678"/>
                </a:cubicBezTo>
                <a:cubicBezTo>
                  <a:pt x="1466660" y="469106"/>
                  <a:pt x="1468088" y="469392"/>
                  <a:pt x="1470851" y="469773"/>
                </a:cubicBezTo>
                <a:cubicBezTo>
                  <a:pt x="1468088" y="470154"/>
                  <a:pt x="1466660" y="470440"/>
                  <a:pt x="1466660" y="471869"/>
                </a:cubicBezTo>
                <a:cubicBezTo>
                  <a:pt x="1466660" y="473297"/>
                  <a:pt x="1468088" y="473583"/>
                  <a:pt x="1470851" y="473964"/>
                </a:cubicBezTo>
                <a:cubicBezTo>
                  <a:pt x="1468088" y="474345"/>
                  <a:pt x="1466660" y="474631"/>
                  <a:pt x="1466660" y="476060"/>
                </a:cubicBezTo>
                <a:cubicBezTo>
                  <a:pt x="1466660" y="477488"/>
                  <a:pt x="1468088" y="477774"/>
                  <a:pt x="1470851" y="478155"/>
                </a:cubicBezTo>
                <a:cubicBezTo>
                  <a:pt x="1467993" y="478536"/>
                  <a:pt x="1466660" y="478822"/>
                  <a:pt x="1466660" y="480251"/>
                </a:cubicBezTo>
                <a:cubicBezTo>
                  <a:pt x="1466660" y="481679"/>
                  <a:pt x="1468088" y="481965"/>
                  <a:pt x="1470851" y="482346"/>
                </a:cubicBezTo>
                <a:cubicBezTo>
                  <a:pt x="1468088" y="482727"/>
                  <a:pt x="1466660" y="483013"/>
                  <a:pt x="1466660" y="484442"/>
                </a:cubicBezTo>
                <a:cubicBezTo>
                  <a:pt x="1466660" y="485870"/>
                  <a:pt x="1467993" y="486156"/>
                  <a:pt x="1470755" y="486537"/>
                </a:cubicBezTo>
                <a:cubicBezTo>
                  <a:pt x="1467993" y="486918"/>
                  <a:pt x="1466660" y="487204"/>
                  <a:pt x="1466660" y="488537"/>
                </a:cubicBezTo>
                <a:cubicBezTo>
                  <a:pt x="1466660" y="489871"/>
                  <a:pt x="1467993" y="490252"/>
                  <a:pt x="1470660" y="490538"/>
                </a:cubicBezTo>
                <a:cubicBezTo>
                  <a:pt x="1467993" y="490919"/>
                  <a:pt x="1466660" y="491204"/>
                  <a:pt x="1466660" y="492538"/>
                </a:cubicBezTo>
                <a:cubicBezTo>
                  <a:pt x="1466660" y="493871"/>
                  <a:pt x="1467993" y="494252"/>
                  <a:pt x="1470660" y="494538"/>
                </a:cubicBezTo>
                <a:cubicBezTo>
                  <a:pt x="1467993" y="494919"/>
                  <a:pt x="1466660" y="495205"/>
                  <a:pt x="1466660" y="496538"/>
                </a:cubicBezTo>
                <a:cubicBezTo>
                  <a:pt x="1466660" y="497872"/>
                  <a:pt x="1467993" y="498253"/>
                  <a:pt x="1470565" y="498539"/>
                </a:cubicBezTo>
                <a:cubicBezTo>
                  <a:pt x="1467898" y="498920"/>
                  <a:pt x="1466660" y="499205"/>
                  <a:pt x="1466660" y="500539"/>
                </a:cubicBezTo>
                <a:cubicBezTo>
                  <a:pt x="1466660" y="501872"/>
                  <a:pt x="1467993" y="502253"/>
                  <a:pt x="1470565" y="502539"/>
                </a:cubicBezTo>
                <a:cubicBezTo>
                  <a:pt x="1467993" y="502825"/>
                  <a:pt x="1466660" y="503206"/>
                  <a:pt x="1466660" y="504539"/>
                </a:cubicBezTo>
                <a:cubicBezTo>
                  <a:pt x="1466660" y="505873"/>
                  <a:pt x="1467993" y="506254"/>
                  <a:pt x="1470565" y="506539"/>
                </a:cubicBezTo>
                <a:cubicBezTo>
                  <a:pt x="1467993" y="506825"/>
                  <a:pt x="1466660" y="507206"/>
                  <a:pt x="1466660" y="508540"/>
                </a:cubicBezTo>
                <a:cubicBezTo>
                  <a:pt x="1466660" y="509873"/>
                  <a:pt x="1467993" y="510254"/>
                  <a:pt x="1470470" y="510540"/>
                </a:cubicBezTo>
                <a:cubicBezTo>
                  <a:pt x="1467898" y="510826"/>
                  <a:pt x="1466660" y="511207"/>
                  <a:pt x="1466660" y="512540"/>
                </a:cubicBezTo>
                <a:cubicBezTo>
                  <a:pt x="1466660" y="513874"/>
                  <a:pt x="1467898" y="514160"/>
                  <a:pt x="1470470" y="514540"/>
                </a:cubicBezTo>
                <a:cubicBezTo>
                  <a:pt x="1467898" y="514826"/>
                  <a:pt x="1466660" y="515207"/>
                  <a:pt x="1466660" y="516541"/>
                </a:cubicBezTo>
                <a:cubicBezTo>
                  <a:pt x="1466660" y="517874"/>
                  <a:pt x="1467898" y="518160"/>
                  <a:pt x="1470470" y="518541"/>
                </a:cubicBezTo>
                <a:cubicBezTo>
                  <a:pt x="1467898" y="518827"/>
                  <a:pt x="1466660" y="519208"/>
                  <a:pt x="1466660" y="520541"/>
                </a:cubicBezTo>
                <a:cubicBezTo>
                  <a:pt x="1466660" y="521875"/>
                  <a:pt x="1467898" y="522161"/>
                  <a:pt x="1470470" y="522542"/>
                </a:cubicBezTo>
                <a:cubicBezTo>
                  <a:pt x="1467898" y="522827"/>
                  <a:pt x="1466660" y="523208"/>
                  <a:pt x="1466660" y="524542"/>
                </a:cubicBezTo>
                <a:cubicBezTo>
                  <a:pt x="1466660" y="525875"/>
                  <a:pt x="1467898" y="526161"/>
                  <a:pt x="1470470" y="526542"/>
                </a:cubicBezTo>
                <a:cubicBezTo>
                  <a:pt x="1467898" y="526828"/>
                  <a:pt x="1466660" y="527209"/>
                  <a:pt x="1466660" y="528542"/>
                </a:cubicBezTo>
                <a:cubicBezTo>
                  <a:pt x="1466660" y="529876"/>
                  <a:pt x="1467898" y="530162"/>
                  <a:pt x="1470470" y="530543"/>
                </a:cubicBezTo>
                <a:cubicBezTo>
                  <a:pt x="1467898" y="530828"/>
                  <a:pt x="1466660" y="531209"/>
                  <a:pt x="1466660" y="532543"/>
                </a:cubicBezTo>
                <a:cubicBezTo>
                  <a:pt x="1466660" y="533876"/>
                  <a:pt x="1467898" y="534162"/>
                  <a:pt x="1470470" y="534543"/>
                </a:cubicBezTo>
                <a:cubicBezTo>
                  <a:pt x="1467898" y="534829"/>
                  <a:pt x="1466660" y="535210"/>
                  <a:pt x="1466660" y="536543"/>
                </a:cubicBezTo>
                <a:cubicBezTo>
                  <a:pt x="1466660" y="537877"/>
                  <a:pt x="1467993" y="538163"/>
                  <a:pt x="1470374" y="538544"/>
                </a:cubicBezTo>
                <a:cubicBezTo>
                  <a:pt x="1469707" y="538639"/>
                  <a:pt x="1468946" y="538639"/>
                  <a:pt x="1468279" y="538925"/>
                </a:cubicBezTo>
                <a:cubicBezTo>
                  <a:pt x="1468184" y="538925"/>
                  <a:pt x="1468088" y="539115"/>
                  <a:pt x="1467898" y="539115"/>
                </a:cubicBezTo>
                <a:cubicBezTo>
                  <a:pt x="1467707" y="539115"/>
                  <a:pt x="1467517" y="539306"/>
                  <a:pt x="1467422" y="539496"/>
                </a:cubicBezTo>
                <a:cubicBezTo>
                  <a:pt x="1465326" y="540639"/>
                  <a:pt x="1463612" y="542258"/>
                  <a:pt x="1462659" y="544449"/>
                </a:cubicBezTo>
                <a:cubicBezTo>
                  <a:pt x="1461611" y="547021"/>
                  <a:pt x="1461611" y="549783"/>
                  <a:pt x="1462659" y="552355"/>
                </a:cubicBezTo>
                <a:cubicBezTo>
                  <a:pt x="1463993" y="555689"/>
                  <a:pt x="1467041" y="557879"/>
                  <a:pt x="1470374" y="558451"/>
                </a:cubicBezTo>
                <a:lnTo>
                  <a:pt x="1470374" y="600932"/>
                </a:lnTo>
                <a:lnTo>
                  <a:pt x="1442561" y="620840"/>
                </a:lnTo>
                <a:lnTo>
                  <a:pt x="1442561" y="702088"/>
                </a:lnTo>
                <a:lnTo>
                  <a:pt x="1390650" y="748760"/>
                </a:lnTo>
                <a:lnTo>
                  <a:pt x="1390650" y="623316"/>
                </a:lnTo>
                <a:lnTo>
                  <a:pt x="1418463" y="603409"/>
                </a:lnTo>
                <a:lnTo>
                  <a:pt x="1418463" y="558260"/>
                </a:lnTo>
                <a:cubicBezTo>
                  <a:pt x="1418939" y="558165"/>
                  <a:pt x="1419511" y="558165"/>
                  <a:pt x="1419987" y="557975"/>
                </a:cubicBezTo>
                <a:cubicBezTo>
                  <a:pt x="1422559" y="556927"/>
                  <a:pt x="1424559" y="554927"/>
                  <a:pt x="1425607" y="552450"/>
                </a:cubicBezTo>
                <a:cubicBezTo>
                  <a:pt x="1426655" y="549878"/>
                  <a:pt x="1426655" y="547116"/>
                  <a:pt x="1425607" y="544544"/>
                </a:cubicBezTo>
                <a:cubicBezTo>
                  <a:pt x="1424750" y="542354"/>
                  <a:pt x="1423130" y="540734"/>
                  <a:pt x="1421130" y="539687"/>
                </a:cubicBezTo>
                <a:cubicBezTo>
                  <a:pt x="1421416" y="539401"/>
                  <a:pt x="1421702" y="539115"/>
                  <a:pt x="1421702" y="538639"/>
                </a:cubicBezTo>
                <a:cubicBezTo>
                  <a:pt x="1421702" y="537305"/>
                  <a:pt x="1420368" y="536924"/>
                  <a:pt x="1417796" y="536639"/>
                </a:cubicBezTo>
                <a:cubicBezTo>
                  <a:pt x="1420368" y="536353"/>
                  <a:pt x="1421702" y="535972"/>
                  <a:pt x="1421702" y="534638"/>
                </a:cubicBezTo>
                <a:cubicBezTo>
                  <a:pt x="1421702" y="533305"/>
                  <a:pt x="1420463" y="533019"/>
                  <a:pt x="1417892" y="532638"/>
                </a:cubicBezTo>
                <a:cubicBezTo>
                  <a:pt x="1420463" y="532352"/>
                  <a:pt x="1421702" y="531971"/>
                  <a:pt x="1421702" y="530638"/>
                </a:cubicBezTo>
                <a:cubicBezTo>
                  <a:pt x="1421702" y="529304"/>
                  <a:pt x="1420463" y="529019"/>
                  <a:pt x="1417892" y="528638"/>
                </a:cubicBezTo>
                <a:cubicBezTo>
                  <a:pt x="1420463" y="528352"/>
                  <a:pt x="1421702" y="527971"/>
                  <a:pt x="1421702" y="526637"/>
                </a:cubicBezTo>
                <a:cubicBezTo>
                  <a:pt x="1421702" y="525304"/>
                  <a:pt x="1420463" y="525018"/>
                  <a:pt x="1417892" y="524637"/>
                </a:cubicBezTo>
                <a:cubicBezTo>
                  <a:pt x="1420463" y="524351"/>
                  <a:pt x="1421702" y="523970"/>
                  <a:pt x="1421702" y="522637"/>
                </a:cubicBezTo>
                <a:cubicBezTo>
                  <a:pt x="1421702" y="521303"/>
                  <a:pt x="1420463" y="521018"/>
                  <a:pt x="1417892" y="520637"/>
                </a:cubicBezTo>
                <a:cubicBezTo>
                  <a:pt x="1420463" y="520351"/>
                  <a:pt x="1421702" y="519970"/>
                  <a:pt x="1421702" y="518636"/>
                </a:cubicBezTo>
                <a:cubicBezTo>
                  <a:pt x="1421702" y="517303"/>
                  <a:pt x="1420463" y="517017"/>
                  <a:pt x="1417892" y="516636"/>
                </a:cubicBezTo>
                <a:cubicBezTo>
                  <a:pt x="1420463" y="516350"/>
                  <a:pt x="1421702" y="515969"/>
                  <a:pt x="1421702" y="514636"/>
                </a:cubicBezTo>
                <a:cubicBezTo>
                  <a:pt x="1421702" y="513302"/>
                  <a:pt x="1420368" y="512921"/>
                  <a:pt x="1417892" y="512636"/>
                </a:cubicBezTo>
                <a:cubicBezTo>
                  <a:pt x="1420463" y="512350"/>
                  <a:pt x="1421702" y="511969"/>
                  <a:pt x="1421702" y="510635"/>
                </a:cubicBezTo>
                <a:cubicBezTo>
                  <a:pt x="1421702" y="509302"/>
                  <a:pt x="1420368" y="508921"/>
                  <a:pt x="1417796" y="508635"/>
                </a:cubicBezTo>
                <a:cubicBezTo>
                  <a:pt x="1420368" y="508349"/>
                  <a:pt x="1421702" y="507968"/>
                  <a:pt x="1421702" y="506635"/>
                </a:cubicBezTo>
                <a:cubicBezTo>
                  <a:pt x="1421702" y="505301"/>
                  <a:pt x="1420368" y="504920"/>
                  <a:pt x="1417796" y="504635"/>
                </a:cubicBezTo>
                <a:cubicBezTo>
                  <a:pt x="1420368" y="504349"/>
                  <a:pt x="1421702" y="503968"/>
                  <a:pt x="1421702" y="502634"/>
                </a:cubicBezTo>
                <a:cubicBezTo>
                  <a:pt x="1421702" y="501301"/>
                  <a:pt x="1420368" y="500920"/>
                  <a:pt x="1417796" y="500634"/>
                </a:cubicBezTo>
                <a:cubicBezTo>
                  <a:pt x="1420368" y="500348"/>
                  <a:pt x="1421702" y="499967"/>
                  <a:pt x="1421702" y="498634"/>
                </a:cubicBezTo>
                <a:cubicBezTo>
                  <a:pt x="1421702" y="497300"/>
                  <a:pt x="1420368" y="496919"/>
                  <a:pt x="1417701" y="496634"/>
                </a:cubicBezTo>
                <a:cubicBezTo>
                  <a:pt x="1420368" y="496253"/>
                  <a:pt x="1421702" y="495967"/>
                  <a:pt x="1421702" y="494633"/>
                </a:cubicBezTo>
                <a:cubicBezTo>
                  <a:pt x="1421702" y="493300"/>
                  <a:pt x="1420368" y="492919"/>
                  <a:pt x="1417701" y="492633"/>
                </a:cubicBezTo>
                <a:cubicBezTo>
                  <a:pt x="1420368" y="492252"/>
                  <a:pt x="1421702" y="491966"/>
                  <a:pt x="1421702" y="490633"/>
                </a:cubicBezTo>
                <a:cubicBezTo>
                  <a:pt x="1421702" y="489299"/>
                  <a:pt x="1420368" y="488918"/>
                  <a:pt x="1417606" y="488633"/>
                </a:cubicBezTo>
                <a:cubicBezTo>
                  <a:pt x="1420273" y="488252"/>
                  <a:pt x="1421702" y="487966"/>
                  <a:pt x="1421702" y="486632"/>
                </a:cubicBezTo>
                <a:cubicBezTo>
                  <a:pt x="1421702" y="485299"/>
                  <a:pt x="1420273" y="484918"/>
                  <a:pt x="1417606" y="484537"/>
                </a:cubicBezTo>
                <a:cubicBezTo>
                  <a:pt x="1420368" y="484156"/>
                  <a:pt x="1421702" y="483870"/>
                  <a:pt x="1421702" y="482441"/>
                </a:cubicBezTo>
                <a:cubicBezTo>
                  <a:pt x="1421702" y="481013"/>
                  <a:pt x="1420273" y="480727"/>
                  <a:pt x="1417511" y="480346"/>
                </a:cubicBezTo>
                <a:cubicBezTo>
                  <a:pt x="1420273" y="479965"/>
                  <a:pt x="1421702" y="479679"/>
                  <a:pt x="1421702" y="478250"/>
                </a:cubicBezTo>
                <a:cubicBezTo>
                  <a:pt x="1421702" y="476822"/>
                  <a:pt x="1420273" y="476536"/>
                  <a:pt x="1417511" y="476155"/>
                </a:cubicBezTo>
                <a:cubicBezTo>
                  <a:pt x="1420368" y="475774"/>
                  <a:pt x="1421702" y="475488"/>
                  <a:pt x="1421702" y="474059"/>
                </a:cubicBezTo>
                <a:cubicBezTo>
                  <a:pt x="1421702" y="472631"/>
                  <a:pt x="1420273" y="472345"/>
                  <a:pt x="1417511" y="471964"/>
                </a:cubicBezTo>
                <a:cubicBezTo>
                  <a:pt x="1420273" y="471583"/>
                  <a:pt x="1421702" y="471297"/>
                  <a:pt x="1421702" y="469868"/>
                </a:cubicBezTo>
                <a:cubicBezTo>
                  <a:pt x="1421702" y="468439"/>
                  <a:pt x="1420273" y="468154"/>
                  <a:pt x="1417606" y="467773"/>
                </a:cubicBezTo>
                <a:cubicBezTo>
                  <a:pt x="1420368" y="467392"/>
                  <a:pt x="1421702" y="467106"/>
                  <a:pt x="1421702" y="465677"/>
                </a:cubicBezTo>
                <a:cubicBezTo>
                  <a:pt x="1421702" y="464249"/>
                  <a:pt x="1420368" y="463963"/>
                  <a:pt x="1417606" y="463582"/>
                </a:cubicBezTo>
                <a:cubicBezTo>
                  <a:pt x="1420368" y="463201"/>
                  <a:pt x="1421702" y="462915"/>
                  <a:pt x="1421702" y="461486"/>
                </a:cubicBezTo>
                <a:cubicBezTo>
                  <a:pt x="1421702" y="460058"/>
                  <a:pt x="1420368" y="459772"/>
                  <a:pt x="1417606" y="459391"/>
                </a:cubicBezTo>
                <a:cubicBezTo>
                  <a:pt x="1420368" y="459010"/>
                  <a:pt x="1421702" y="458724"/>
                  <a:pt x="1421702" y="457295"/>
                </a:cubicBezTo>
                <a:cubicBezTo>
                  <a:pt x="1421702" y="455867"/>
                  <a:pt x="1420273" y="455581"/>
                  <a:pt x="1417606" y="455200"/>
                </a:cubicBezTo>
                <a:cubicBezTo>
                  <a:pt x="1420368" y="454819"/>
                  <a:pt x="1421702" y="454533"/>
                  <a:pt x="1421702" y="453104"/>
                </a:cubicBezTo>
                <a:cubicBezTo>
                  <a:pt x="1421702" y="451676"/>
                  <a:pt x="1420273" y="451390"/>
                  <a:pt x="1417511" y="451009"/>
                </a:cubicBezTo>
                <a:cubicBezTo>
                  <a:pt x="1420273" y="450628"/>
                  <a:pt x="1421702" y="450342"/>
                  <a:pt x="1421702" y="448913"/>
                </a:cubicBezTo>
                <a:cubicBezTo>
                  <a:pt x="1421702" y="447485"/>
                  <a:pt x="1420273" y="447199"/>
                  <a:pt x="1417511" y="446818"/>
                </a:cubicBezTo>
                <a:cubicBezTo>
                  <a:pt x="1420368" y="446437"/>
                  <a:pt x="1421702" y="446151"/>
                  <a:pt x="1421702" y="444722"/>
                </a:cubicBezTo>
                <a:cubicBezTo>
                  <a:pt x="1421702" y="443294"/>
                  <a:pt x="1420178" y="443008"/>
                  <a:pt x="1417415" y="442627"/>
                </a:cubicBezTo>
                <a:cubicBezTo>
                  <a:pt x="1420178" y="442246"/>
                  <a:pt x="1421702" y="441960"/>
                  <a:pt x="1421702" y="440531"/>
                </a:cubicBezTo>
                <a:cubicBezTo>
                  <a:pt x="1421702" y="439103"/>
                  <a:pt x="1420178" y="438817"/>
                  <a:pt x="1417415" y="438436"/>
                </a:cubicBezTo>
                <a:cubicBezTo>
                  <a:pt x="1420273" y="438055"/>
                  <a:pt x="1421702" y="437769"/>
                  <a:pt x="1421702" y="436340"/>
                </a:cubicBezTo>
                <a:cubicBezTo>
                  <a:pt x="1421702" y="434912"/>
                  <a:pt x="1420368" y="434626"/>
                  <a:pt x="1417606" y="434245"/>
                </a:cubicBezTo>
                <a:cubicBezTo>
                  <a:pt x="1420368" y="433864"/>
                  <a:pt x="1421702" y="433578"/>
                  <a:pt x="1421702" y="432149"/>
                </a:cubicBezTo>
                <a:cubicBezTo>
                  <a:pt x="1421702" y="430721"/>
                  <a:pt x="1420368" y="430435"/>
                  <a:pt x="1417606" y="430149"/>
                </a:cubicBezTo>
                <a:cubicBezTo>
                  <a:pt x="1420273" y="429768"/>
                  <a:pt x="1421702" y="429482"/>
                  <a:pt x="1421702" y="428149"/>
                </a:cubicBezTo>
                <a:cubicBezTo>
                  <a:pt x="1421702" y="426815"/>
                  <a:pt x="1420368" y="426434"/>
                  <a:pt x="1417606" y="426149"/>
                </a:cubicBezTo>
                <a:cubicBezTo>
                  <a:pt x="1420368" y="425768"/>
                  <a:pt x="1421702" y="425482"/>
                  <a:pt x="1421702" y="424053"/>
                </a:cubicBezTo>
                <a:cubicBezTo>
                  <a:pt x="1421702" y="422624"/>
                  <a:pt x="1420273" y="422339"/>
                  <a:pt x="1417511" y="421958"/>
                </a:cubicBezTo>
                <a:cubicBezTo>
                  <a:pt x="1420273" y="421577"/>
                  <a:pt x="1421702" y="421291"/>
                  <a:pt x="1421702" y="419862"/>
                </a:cubicBezTo>
                <a:cubicBezTo>
                  <a:pt x="1421702" y="418433"/>
                  <a:pt x="1420178" y="418148"/>
                  <a:pt x="1417320" y="417767"/>
                </a:cubicBezTo>
                <a:cubicBezTo>
                  <a:pt x="1420178" y="417386"/>
                  <a:pt x="1421702" y="417100"/>
                  <a:pt x="1421702" y="415671"/>
                </a:cubicBezTo>
                <a:cubicBezTo>
                  <a:pt x="1421702" y="414242"/>
                  <a:pt x="1420178" y="413957"/>
                  <a:pt x="1417320" y="413576"/>
                </a:cubicBezTo>
                <a:cubicBezTo>
                  <a:pt x="1420178" y="413195"/>
                  <a:pt x="1421702" y="412909"/>
                  <a:pt x="1421702" y="411480"/>
                </a:cubicBezTo>
                <a:cubicBezTo>
                  <a:pt x="1421702" y="410051"/>
                  <a:pt x="1420178" y="409765"/>
                  <a:pt x="1417320" y="409385"/>
                </a:cubicBezTo>
                <a:cubicBezTo>
                  <a:pt x="1420178" y="409004"/>
                  <a:pt x="1421702" y="408718"/>
                  <a:pt x="1421702" y="407289"/>
                </a:cubicBezTo>
                <a:cubicBezTo>
                  <a:pt x="1421702" y="405860"/>
                  <a:pt x="1420178" y="405479"/>
                  <a:pt x="1417320" y="405194"/>
                </a:cubicBezTo>
                <a:cubicBezTo>
                  <a:pt x="1420178" y="404813"/>
                  <a:pt x="1421702" y="404527"/>
                  <a:pt x="1421702" y="403098"/>
                </a:cubicBezTo>
                <a:cubicBezTo>
                  <a:pt x="1421702" y="401669"/>
                  <a:pt x="1420082" y="401288"/>
                  <a:pt x="1417225" y="401003"/>
                </a:cubicBezTo>
                <a:cubicBezTo>
                  <a:pt x="1420178" y="400622"/>
                  <a:pt x="1421702" y="400336"/>
                  <a:pt x="1421702" y="398812"/>
                </a:cubicBezTo>
                <a:cubicBezTo>
                  <a:pt x="1421702" y="397288"/>
                  <a:pt x="1420082" y="397002"/>
                  <a:pt x="1417034" y="396621"/>
                </a:cubicBezTo>
                <a:cubicBezTo>
                  <a:pt x="1420082" y="396240"/>
                  <a:pt x="1421702" y="395954"/>
                  <a:pt x="1421702" y="394430"/>
                </a:cubicBezTo>
                <a:lnTo>
                  <a:pt x="1421606" y="394430"/>
                </a:lnTo>
                <a:cubicBezTo>
                  <a:pt x="1423321" y="393287"/>
                  <a:pt x="1424845" y="391859"/>
                  <a:pt x="1425607" y="389954"/>
                </a:cubicBezTo>
                <a:cubicBezTo>
                  <a:pt x="1426655" y="387382"/>
                  <a:pt x="1426655" y="384620"/>
                  <a:pt x="1425607" y="382048"/>
                </a:cubicBezTo>
                <a:cubicBezTo>
                  <a:pt x="1423797" y="377571"/>
                  <a:pt x="1419130" y="375285"/>
                  <a:pt x="1414463" y="375952"/>
                </a:cubicBezTo>
                <a:lnTo>
                  <a:pt x="1374839" y="328232"/>
                </a:lnTo>
                <a:lnTo>
                  <a:pt x="1375029" y="292037"/>
                </a:lnTo>
                <a:lnTo>
                  <a:pt x="1317593" y="235268"/>
                </a:lnTo>
                <a:cubicBezTo>
                  <a:pt x="1317784" y="234601"/>
                  <a:pt x="1318070" y="233839"/>
                  <a:pt x="1318070" y="233172"/>
                </a:cubicBezTo>
                <a:lnTo>
                  <a:pt x="1318070" y="218789"/>
                </a:lnTo>
                <a:cubicBezTo>
                  <a:pt x="1318070" y="215075"/>
                  <a:pt x="1315022" y="211931"/>
                  <a:pt x="1311212" y="211931"/>
                </a:cubicBezTo>
                <a:lnTo>
                  <a:pt x="1296734" y="211931"/>
                </a:lnTo>
                <a:cubicBezTo>
                  <a:pt x="1293019" y="211931"/>
                  <a:pt x="1289876" y="214979"/>
                  <a:pt x="1289876" y="218789"/>
                </a:cubicBezTo>
                <a:lnTo>
                  <a:pt x="1289876" y="233172"/>
                </a:lnTo>
                <a:cubicBezTo>
                  <a:pt x="1289876" y="236887"/>
                  <a:pt x="1292924" y="240030"/>
                  <a:pt x="1296734" y="240030"/>
                </a:cubicBezTo>
                <a:lnTo>
                  <a:pt x="1311212" y="240030"/>
                </a:lnTo>
                <a:cubicBezTo>
                  <a:pt x="1312450" y="240030"/>
                  <a:pt x="1313498" y="239649"/>
                  <a:pt x="1314545" y="239078"/>
                </a:cubicBezTo>
                <a:lnTo>
                  <a:pt x="1370267" y="294132"/>
                </a:lnTo>
                <a:lnTo>
                  <a:pt x="1370076" y="330041"/>
                </a:lnTo>
                <a:lnTo>
                  <a:pt x="1409891" y="378047"/>
                </a:lnTo>
                <a:cubicBezTo>
                  <a:pt x="1408462" y="379095"/>
                  <a:pt x="1407319" y="380429"/>
                  <a:pt x="1406557" y="382048"/>
                </a:cubicBezTo>
                <a:cubicBezTo>
                  <a:pt x="1405509" y="384620"/>
                  <a:pt x="1405509" y="387382"/>
                  <a:pt x="1406557" y="389954"/>
                </a:cubicBezTo>
                <a:cubicBezTo>
                  <a:pt x="1407509" y="392335"/>
                  <a:pt x="1409414" y="394145"/>
                  <a:pt x="1411700" y="395288"/>
                </a:cubicBezTo>
                <a:cubicBezTo>
                  <a:pt x="1410938" y="395573"/>
                  <a:pt x="1410557" y="396050"/>
                  <a:pt x="1410557" y="396716"/>
                </a:cubicBezTo>
                <a:cubicBezTo>
                  <a:pt x="1410557" y="398145"/>
                  <a:pt x="1412177" y="398526"/>
                  <a:pt x="1415129" y="398907"/>
                </a:cubicBezTo>
                <a:cubicBezTo>
                  <a:pt x="1412177" y="399288"/>
                  <a:pt x="1410557" y="399574"/>
                  <a:pt x="1410557" y="401098"/>
                </a:cubicBezTo>
                <a:cubicBezTo>
                  <a:pt x="1410557" y="402622"/>
                  <a:pt x="1412081" y="402812"/>
                  <a:pt x="1414939" y="403193"/>
                </a:cubicBezTo>
                <a:cubicBezTo>
                  <a:pt x="1412081" y="403574"/>
                  <a:pt x="1410557" y="403860"/>
                  <a:pt x="1410557" y="405289"/>
                </a:cubicBezTo>
                <a:cubicBezTo>
                  <a:pt x="1410557" y="406718"/>
                  <a:pt x="1412177" y="407003"/>
                  <a:pt x="1415034" y="407384"/>
                </a:cubicBezTo>
                <a:cubicBezTo>
                  <a:pt x="1412177" y="407765"/>
                  <a:pt x="1410557" y="408051"/>
                  <a:pt x="1410557" y="409480"/>
                </a:cubicBezTo>
                <a:cubicBezTo>
                  <a:pt x="1410557" y="410909"/>
                  <a:pt x="1412081" y="411194"/>
                  <a:pt x="1414939" y="411575"/>
                </a:cubicBezTo>
                <a:cubicBezTo>
                  <a:pt x="1412081" y="411956"/>
                  <a:pt x="1410557" y="412242"/>
                  <a:pt x="1410557" y="413671"/>
                </a:cubicBezTo>
                <a:cubicBezTo>
                  <a:pt x="1410557" y="415100"/>
                  <a:pt x="1412081" y="415385"/>
                  <a:pt x="1414939" y="415766"/>
                </a:cubicBezTo>
                <a:cubicBezTo>
                  <a:pt x="1412081" y="416147"/>
                  <a:pt x="1410557" y="416433"/>
                  <a:pt x="1410557" y="417862"/>
                </a:cubicBezTo>
                <a:cubicBezTo>
                  <a:pt x="1410557" y="419290"/>
                  <a:pt x="1412081" y="419576"/>
                  <a:pt x="1414844" y="419957"/>
                </a:cubicBezTo>
                <a:cubicBezTo>
                  <a:pt x="1411986" y="420338"/>
                  <a:pt x="1410557" y="420624"/>
                  <a:pt x="1410557" y="422053"/>
                </a:cubicBezTo>
                <a:cubicBezTo>
                  <a:pt x="1410557" y="423482"/>
                  <a:pt x="1411891" y="423767"/>
                  <a:pt x="1414653" y="424148"/>
                </a:cubicBezTo>
                <a:cubicBezTo>
                  <a:pt x="1411891" y="424529"/>
                  <a:pt x="1410557" y="424815"/>
                  <a:pt x="1410557" y="426244"/>
                </a:cubicBezTo>
                <a:cubicBezTo>
                  <a:pt x="1410557" y="427673"/>
                  <a:pt x="1411891" y="427958"/>
                  <a:pt x="1414653" y="428244"/>
                </a:cubicBezTo>
                <a:cubicBezTo>
                  <a:pt x="1411986" y="428625"/>
                  <a:pt x="1410557" y="428911"/>
                  <a:pt x="1410557" y="430244"/>
                </a:cubicBezTo>
                <a:cubicBezTo>
                  <a:pt x="1410557" y="431578"/>
                  <a:pt x="1411891" y="431959"/>
                  <a:pt x="1414653" y="432245"/>
                </a:cubicBezTo>
                <a:cubicBezTo>
                  <a:pt x="1411891" y="432626"/>
                  <a:pt x="1410557" y="432911"/>
                  <a:pt x="1410557" y="434340"/>
                </a:cubicBezTo>
                <a:cubicBezTo>
                  <a:pt x="1410557" y="435769"/>
                  <a:pt x="1411986" y="436055"/>
                  <a:pt x="1414748" y="436436"/>
                </a:cubicBezTo>
                <a:cubicBezTo>
                  <a:pt x="1411986" y="436817"/>
                  <a:pt x="1410557" y="437102"/>
                  <a:pt x="1410557" y="438531"/>
                </a:cubicBezTo>
                <a:cubicBezTo>
                  <a:pt x="1410557" y="439960"/>
                  <a:pt x="1411986" y="440246"/>
                  <a:pt x="1414844" y="440627"/>
                </a:cubicBezTo>
                <a:cubicBezTo>
                  <a:pt x="1412081" y="441008"/>
                  <a:pt x="1410557" y="441293"/>
                  <a:pt x="1410557" y="442722"/>
                </a:cubicBezTo>
                <a:cubicBezTo>
                  <a:pt x="1410557" y="444151"/>
                  <a:pt x="1411986" y="444437"/>
                  <a:pt x="1414844" y="444818"/>
                </a:cubicBezTo>
                <a:cubicBezTo>
                  <a:pt x="1411986" y="445199"/>
                  <a:pt x="1410557" y="445484"/>
                  <a:pt x="1410557" y="446913"/>
                </a:cubicBezTo>
                <a:cubicBezTo>
                  <a:pt x="1410557" y="448342"/>
                  <a:pt x="1411986" y="448628"/>
                  <a:pt x="1414748" y="449009"/>
                </a:cubicBezTo>
                <a:cubicBezTo>
                  <a:pt x="1411986" y="449389"/>
                  <a:pt x="1410557" y="449675"/>
                  <a:pt x="1410557" y="451104"/>
                </a:cubicBezTo>
                <a:cubicBezTo>
                  <a:pt x="1410557" y="452533"/>
                  <a:pt x="1411986" y="452819"/>
                  <a:pt x="1414748" y="453200"/>
                </a:cubicBezTo>
                <a:cubicBezTo>
                  <a:pt x="1411986" y="453581"/>
                  <a:pt x="1410557" y="453866"/>
                  <a:pt x="1410557" y="455295"/>
                </a:cubicBezTo>
                <a:cubicBezTo>
                  <a:pt x="1410557" y="456724"/>
                  <a:pt x="1411891" y="457010"/>
                  <a:pt x="1414653" y="457390"/>
                </a:cubicBezTo>
                <a:cubicBezTo>
                  <a:pt x="1411891" y="457772"/>
                  <a:pt x="1410557" y="458057"/>
                  <a:pt x="1410557" y="459486"/>
                </a:cubicBezTo>
                <a:cubicBezTo>
                  <a:pt x="1410557" y="460915"/>
                  <a:pt x="1411891" y="461201"/>
                  <a:pt x="1414653" y="461582"/>
                </a:cubicBezTo>
                <a:cubicBezTo>
                  <a:pt x="1411891" y="461963"/>
                  <a:pt x="1410557" y="462248"/>
                  <a:pt x="1410557" y="463677"/>
                </a:cubicBezTo>
                <a:cubicBezTo>
                  <a:pt x="1410557" y="465106"/>
                  <a:pt x="1411891" y="465392"/>
                  <a:pt x="1414653" y="465773"/>
                </a:cubicBezTo>
                <a:cubicBezTo>
                  <a:pt x="1411891" y="466154"/>
                  <a:pt x="1410557" y="466439"/>
                  <a:pt x="1410557" y="467868"/>
                </a:cubicBezTo>
                <a:cubicBezTo>
                  <a:pt x="1410557" y="469297"/>
                  <a:pt x="1411986" y="469583"/>
                  <a:pt x="1414748" y="469964"/>
                </a:cubicBezTo>
                <a:cubicBezTo>
                  <a:pt x="1411986" y="470345"/>
                  <a:pt x="1410557" y="470630"/>
                  <a:pt x="1410557" y="472059"/>
                </a:cubicBezTo>
                <a:cubicBezTo>
                  <a:pt x="1410557" y="473488"/>
                  <a:pt x="1411986" y="473774"/>
                  <a:pt x="1414748" y="474155"/>
                </a:cubicBezTo>
                <a:cubicBezTo>
                  <a:pt x="1411986" y="474536"/>
                  <a:pt x="1410557" y="474821"/>
                  <a:pt x="1410557" y="476250"/>
                </a:cubicBezTo>
                <a:cubicBezTo>
                  <a:pt x="1410557" y="477679"/>
                  <a:pt x="1411986" y="477964"/>
                  <a:pt x="1414748" y="478346"/>
                </a:cubicBezTo>
                <a:cubicBezTo>
                  <a:pt x="1411891" y="478727"/>
                  <a:pt x="1410557" y="479012"/>
                  <a:pt x="1410557" y="480441"/>
                </a:cubicBezTo>
                <a:cubicBezTo>
                  <a:pt x="1410557" y="481870"/>
                  <a:pt x="1411986" y="482156"/>
                  <a:pt x="1414748" y="482537"/>
                </a:cubicBezTo>
                <a:cubicBezTo>
                  <a:pt x="1411986" y="482918"/>
                  <a:pt x="1410557" y="483203"/>
                  <a:pt x="1410557" y="484632"/>
                </a:cubicBezTo>
                <a:cubicBezTo>
                  <a:pt x="1410557" y="486061"/>
                  <a:pt x="1411891" y="486347"/>
                  <a:pt x="1414653" y="486728"/>
                </a:cubicBezTo>
                <a:cubicBezTo>
                  <a:pt x="1411891" y="487109"/>
                  <a:pt x="1410557" y="487394"/>
                  <a:pt x="1410557" y="488728"/>
                </a:cubicBezTo>
                <a:cubicBezTo>
                  <a:pt x="1410557" y="490061"/>
                  <a:pt x="1411891" y="490442"/>
                  <a:pt x="1414558" y="490728"/>
                </a:cubicBezTo>
                <a:cubicBezTo>
                  <a:pt x="1411891" y="491109"/>
                  <a:pt x="1410557" y="491395"/>
                  <a:pt x="1410557" y="492728"/>
                </a:cubicBezTo>
                <a:cubicBezTo>
                  <a:pt x="1410557" y="494062"/>
                  <a:pt x="1411891" y="494443"/>
                  <a:pt x="1414558" y="494729"/>
                </a:cubicBezTo>
                <a:cubicBezTo>
                  <a:pt x="1411891" y="495110"/>
                  <a:pt x="1410557" y="495395"/>
                  <a:pt x="1410557" y="496729"/>
                </a:cubicBezTo>
                <a:cubicBezTo>
                  <a:pt x="1410557" y="498062"/>
                  <a:pt x="1411891" y="498443"/>
                  <a:pt x="1414463" y="498729"/>
                </a:cubicBezTo>
                <a:cubicBezTo>
                  <a:pt x="1411796" y="499110"/>
                  <a:pt x="1410557" y="499396"/>
                  <a:pt x="1410557" y="500729"/>
                </a:cubicBezTo>
                <a:cubicBezTo>
                  <a:pt x="1410557" y="502063"/>
                  <a:pt x="1411891" y="502444"/>
                  <a:pt x="1414463" y="502730"/>
                </a:cubicBezTo>
                <a:cubicBezTo>
                  <a:pt x="1411891" y="503015"/>
                  <a:pt x="1410557" y="503396"/>
                  <a:pt x="1410557" y="504730"/>
                </a:cubicBezTo>
                <a:cubicBezTo>
                  <a:pt x="1410557" y="506063"/>
                  <a:pt x="1411891" y="506444"/>
                  <a:pt x="1414463" y="506730"/>
                </a:cubicBezTo>
                <a:cubicBezTo>
                  <a:pt x="1411891" y="507016"/>
                  <a:pt x="1410557" y="507397"/>
                  <a:pt x="1410557" y="508730"/>
                </a:cubicBezTo>
                <a:cubicBezTo>
                  <a:pt x="1410557" y="510064"/>
                  <a:pt x="1411891" y="510445"/>
                  <a:pt x="1414367" y="510731"/>
                </a:cubicBezTo>
                <a:cubicBezTo>
                  <a:pt x="1411796" y="511016"/>
                  <a:pt x="1410557" y="511397"/>
                  <a:pt x="1410557" y="512731"/>
                </a:cubicBezTo>
                <a:cubicBezTo>
                  <a:pt x="1410557" y="514064"/>
                  <a:pt x="1411796" y="514350"/>
                  <a:pt x="1414367" y="514731"/>
                </a:cubicBezTo>
                <a:cubicBezTo>
                  <a:pt x="1411796" y="515017"/>
                  <a:pt x="1410557" y="515398"/>
                  <a:pt x="1410557" y="516731"/>
                </a:cubicBezTo>
                <a:cubicBezTo>
                  <a:pt x="1410557" y="518065"/>
                  <a:pt x="1411796" y="518351"/>
                  <a:pt x="1414367" y="518732"/>
                </a:cubicBezTo>
                <a:cubicBezTo>
                  <a:pt x="1411796" y="519017"/>
                  <a:pt x="1410557" y="519398"/>
                  <a:pt x="1410557" y="520732"/>
                </a:cubicBezTo>
                <a:cubicBezTo>
                  <a:pt x="1410557" y="522065"/>
                  <a:pt x="1411796" y="522351"/>
                  <a:pt x="1414367" y="522732"/>
                </a:cubicBezTo>
                <a:cubicBezTo>
                  <a:pt x="1411796" y="523018"/>
                  <a:pt x="1410557" y="523399"/>
                  <a:pt x="1410557" y="524732"/>
                </a:cubicBezTo>
                <a:cubicBezTo>
                  <a:pt x="1410557" y="526066"/>
                  <a:pt x="1411796" y="526352"/>
                  <a:pt x="1414367" y="526733"/>
                </a:cubicBezTo>
                <a:cubicBezTo>
                  <a:pt x="1411796" y="527018"/>
                  <a:pt x="1410557" y="527399"/>
                  <a:pt x="1410557" y="528733"/>
                </a:cubicBezTo>
                <a:cubicBezTo>
                  <a:pt x="1410557" y="530066"/>
                  <a:pt x="1411796" y="530352"/>
                  <a:pt x="1414367" y="530733"/>
                </a:cubicBezTo>
                <a:cubicBezTo>
                  <a:pt x="1411796" y="531019"/>
                  <a:pt x="1410557" y="531400"/>
                  <a:pt x="1410557" y="532733"/>
                </a:cubicBezTo>
                <a:cubicBezTo>
                  <a:pt x="1410557" y="534067"/>
                  <a:pt x="1411796" y="534353"/>
                  <a:pt x="1414367" y="534734"/>
                </a:cubicBezTo>
                <a:cubicBezTo>
                  <a:pt x="1411796" y="535019"/>
                  <a:pt x="1410557" y="535400"/>
                  <a:pt x="1410557" y="536734"/>
                </a:cubicBezTo>
                <a:cubicBezTo>
                  <a:pt x="1410557" y="538067"/>
                  <a:pt x="1411891" y="538353"/>
                  <a:pt x="1414272" y="538734"/>
                </a:cubicBezTo>
                <a:cubicBezTo>
                  <a:pt x="1413605" y="538829"/>
                  <a:pt x="1412843" y="538829"/>
                  <a:pt x="1412177" y="539115"/>
                </a:cubicBezTo>
                <a:cubicBezTo>
                  <a:pt x="1412081" y="539115"/>
                  <a:pt x="1411986" y="539306"/>
                  <a:pt x="1411796" y="539306"/>
                </a:cubicBezTo>
                <a:cubicBezTo>
                  <a:pt x="1411605" y="539306"/>
                  <a:pt x="1411415" y="539496"/>
                  <a:pt x="1411319" y="539687"/>
                </a:cubicBezTo>
                <a:cubicBezTo>
                  <a:pt x="1409224" y="540830"/>
                  <a:pt x="1407509" y="542449"/>
                  <a:pt x="1406557" y="544640"/>
                </a:cubicBezTo>
                <a:cubicBezTo>
                  <a:pt x="1405509" y="547211"/>
                  <a:pt x="1405509" y="549974"/>
                  <a:pt x="1406557" y="552545"/>
                </a:cubicBezTo>
                <a:cubicBezTo>
                  <a:pt x="1407890" y="555689"/>
                  <a:pt x="1410557" y="557784"/>
                  <a:pt x="1413701" y="558546"/>
                </a:cubicBezTo>
                <a:lnTo>
                  <a:pt x="1413701" y="601123"/>
                </a:lnTo>
                <a:lnTo>
                  <a:pt x="1385888" y="621030"/>
                </a:lnTo>
                <a:lnTo>
                  <a:pt x="1385888" y="748856"/>
                </a:lnTo>
                <a:lnTo>
                  <a:pt x="1334548" y="702278"/>
                </a:lnTo>
                <a:lnTo>
                  <a:pt x="1334548" y="623507"/>
                </a:lnTo>
                <a:lnTo>
                  <a:pt x="1362361" y="603599"/>
                </a:lnTo>
                <a:lnTo>
                  <a:pt x="1362361" y="558451"/>
                </a:lnTo>
                <a:cubicBezTo>
                  <a:pt x="1362837" y="558356"/>
                  <a:pt x="1363409" y="558356"/>
                  <a:pt x="1363885" y="558165"/>
                </a:cubicBezTo>
                <a:cubicBezTo>
                  <a:pt x="1366457" y="557117"/>
                  <a:pt x="1368457" y="555117"/>
                  <a:pt x="1369505" y="552641"/>
                </a:cubicBezTo>
                <a:cubicBezTo>
                  <a:pt x="1370552" y="550069"/>
                  <a:pt x="1370552" y="547307"/>
                  <a:pt x="1369505" y="544735"/>
                </a:cubicBezTo>
                <a:cubicBezTo>
                  <a:pt x="1368647" y="542544"/>
                  <a:pt x="1367028" y="540925"/>
                  <a:pt x="1365028" y="539877"/>
                </a:cubicBezTo>
                <a:cubicBezTo>
                  <a:pt x="1365314" y="539591"/>
                  <a:pt x="1365599" y="539306"/>
                  <a:pt x="1365599" y="538829"/>
                </a:cubicBezTo>
                <a:cubicBezTo>
                  <a:pt x="1365599" y="537496"/>
                  <a:pt x="1364266" y="537115"/>
                  <a:pt x="1361694" y="536829"/>
                </a:cubicBezTo>
                <a:cubicBezTo>
                  <a:pt x="1364266" y="536543"/>
                  <a:pt x="1365599" y="536162"/>
                  <a:pt x="1365599" y="534829"/>
                </a:cubicBezTo>
                <a:cubicBezTo>
                  <a:pt x="1365599" y="533495"/>
                  <a:pt x="1364361" y="533210"/>
                  <a:pt x="1361789" y="532829"/>
                </a:cubicBezTo>
                <a:cubicBezTo>
                  <a:pt x="1364361" y="532543"/>
                  <a:pt x="1365599" y="532162"/>
                  <a:pt x="1365599" y="530828"/>
                </a:cubicBezTo>
                <a:cubicBezTo>
                  <a:pt x="1365599" y="529495"/>
                  <a:pt x="1364361" y="529209"/>
                  <a:pt x="1361789" y="528828"/>
                </a:cubicBezTo>
                <a:cubicBezTo>
                  <a:pt x="1364361" y="528542"/>
                  <a:pt x="1365599" y="528161"/>
                  <a:pt x="1365599" y="526828"/>
                </a:cubicBezTo>
                <a:cubicBezTo>
                  <a:pt x="1365599" y="525494"/>
                  <a:pt x="1364361" y="525209"/>
                  <a:pt x="1361789" y="524828"/>
                </a:cubicBezTo>
                <a:cubicBezTo>
                  <a:pt x="1364361" y="524542"/>
                  <a:pt x="1365599" y="524161"/>
                  <a:pt x="1365599" y="522827"/>
                </a:cubicBezTo>
                <a:cubicBezTo>
                  <a:pt x="1365599" y="521494"/>
                  <a:pt x="1364361" y="521208"/>
                  <a:pt x="1361789" y="520827"/>
                </a:cubicBezTo>
                <a:cubicBezTo>
                  <a:pt x="1364361" y="520541"/>
                  <a:pt x="1365599" y="520160"/>
                  <a:pt x="1365599" y="518827"/>
                </a:cubicBezTo>
                <a:cubicBezTo>
                  <a:pt x="1365599" y="517493"/>
                  <a:pt x="1364361" y="517208"/>
                  <a:pt x="1361789" y="516827"/>
                </a:cubicBezTo>
                <a:cubicBezTo>
                  <a:pt x="1364361" y="516541"/>
                  <a:pt x="1365599" y="516160"/>
                  <a:pt x="1365599" y="514826"/>
                </a:cubicBezTo>
                <a:cubicBezTo>
                  <a:pt x="1365599" y="513493"/>
                  <a:pt x="1364266" y="513112"/>
                  <a:pt x="1361789" y="512826"/>
                </a:cubicBezTo>
                <a:cubicBezTo>
                  <a:pt x="1364361" y="512540"/>
                  <a:pt x="1365599" y="512159"/>
                  <a:pt x="1365599" y="510826"/>
                </a:cubicBezTo>
                <a:cubicBezTo>
                  <a:pt x="1365599" y="509492"/>
                  <a:pt x="1364266" y="509111"/>
                  <a:pt x="1361694" y="508826"/>
                </a:cubicBezTo>
                <a:cubicBezTo>
                  <a:pt x="1364266" y="508540"/>
                  <a:pt x="1365599" y="508159"/>
                  <a:pt x="1365599" y="506825"/>
                </a:cubicBezTo>
                <a:cubicBezTo>
                  <a:pt x="1365599" y="505492"/>
                  <a:pt x="1364266" y="505111"/>
                  <a:pt x="1361694" y="504825"/>
                </a:cubicBezTo>
                <a:cubicBezTo>
                  <a:pt x="1364266" y="504539"/>
                  <a:pt x="1365599" y="504158"/>
                  <a:pt x="1365599" y="502825"/>
                </a:cubicBezTo>
                <a:cubicBezTo>
                  <a:pt x="1365599" y="501491"/>
                  <a:pt x="1364266" y="501110"/>
                  <a:pt x="1361694" y="500825"/>
                </a:cubicBezTo>
                <a:cubicBezTo>
                  <a:pt x="1364266" y="500539"/>
                  <a:pt x="1365599" y="500158"/>
                  <a:pt x="1365599" y="498824"/>
                </a:cubicBezTo>
                <a:cubicBezTo>
                  <a:pt x="1365599" y="497491"/>
                  <a:pt x="1364266" y="497110"/>
                  <a:pt x="1361599" y="496824"/>
                </a:cubicBezTo>
                <a:cubicBezTo>
                  <a:pt x="1364266" y="496443"/>
                  <a:pt x="1365599" y="496157"/>
                  <a:pt x="1365599" y="494824"/>
                </a:cubicBezTo>
                <a:cubicBezTo>
                  <a:pt x="1365599" y="493490"/>
                  <a:pt x="1364266" y="493109"/>
                  <a:pt x="1361599" y="492824"/>
                </a:cubicBezTo>
                <a:cubicBezTo>
                  <a:pt x="1364266" y="492443"/>
                  <a:pt x="1365599" y="492157"/>
                  <a:pt x="1365599" y="490823"/>
                </a:cubicBezTo>
                <a:cubicBezTo>
                  <a:pt x="1365599" y="489490"/>
                  <a:pt x="1364266" y="489109"/>
                  <a:pt x="1361503" y="488823"/>
                </a:cubicBezTo>
                <a:cubicBezTo>
                  <a:pt x="1364171" y="488442"/>
                  <a:pt x="1365599" y="488156"/>
                  <a:pt x="1365599" y="486823"/>
                </a:cubicBezTo>
                <a:cubicBezTo>
                  <a:pt x="1365599" y="485489"/>
                  <a:pt x="1364266" y="485108"/>
                  <a:pt x="1361503" y="484727"/>
                </a:cubicBezTo>
                <a:cubicBezTo>
                  <a:pt x="1364266" y="484346"/>
                  <a:pt x="1365599" y="484061"/>
                  <a:pt x="1365599" y="482632"/>
                </a:cubicBezTo>
                <a:cubicBezTo>
                  <a:pt x="1365599" y="481203"/>
                  <a:pt x="1364171" y="480917"/>
                  <a:pt x="1361408" y="480536"/>
                </a:cubicBezTo>
                <a:cubicBezTo>
                  <a:pt x="1364171" y="480155"/>
                  <a:pt x="1365599" y="479870"/>
                  <a:pt x="1365599" y="478441"/>
                </a:cubicBezTo>
                <a:cubicBezTo>
                  <a:pt x="1365599" y="477012"/>
                  <a:pt x="1364171" y="476726"/>
                  <a:pt x="1361408" y="476345"/>
                </a:cubicBezTo>
                <a:cubicBezTo>
                  <a:pt x="1364266" y="475964"/>
                  <a:pt x="1365599" y="475679"/>
                  <a:pt x="1365599" y="474250"/>
                </a:cubicBezTo>
                <a:cubicBezTo>
                  <a:pt x="1365599" y="472821"/>
                  <a:pt x="1364171" y="472535"/>
                  <a:pt x="1361408" y="472154"/>
                </a:cubicBezTo>
                <a:cubicBezTo>
                  <a:pt x="1364171" y="471773"/>
                  <a:pt x="1365599" y="471488"/>
                  <a:pt x="1365599" y="470059"/>
                </a:cubicBezTo>
                <a:cubicBezTo>
                  <a:pt x="1365599" y="468630"/>
                  <a:pt x="1364266" y="468344"/>
                  <a:pt x="1361503" y="467963"/>
                </a:cubicBezTo>
                <a:cubicBezTo>
                  <a:pt x="1364266" y="467582"/>
                  <a:pt x="1365599" y="467297"/>
                  <a:pt x="1365599" y="465868"/>
                </a:cubicBezTo>
                <a:cubicBezTo>
                  <a:pt x="1365599" y="464439"/>
                  <a:pt x="1364266" y="464153"/>
                  <a:pt x="1361503" y="463772"/>
                </a:cubicBezTo>
                <a:cubicBezTo>
                  <a:pt x="1364266" y="463391"/>
                  <a:pt x="1365599" y="463106"/>
                  <a:pt x="1365599" y="461677"/>
                </a:cubicBezTo>
                <a:cubicBezTo>
                  <a:pt x="1365599" y="460248"/>
                  <a:pt x="1364266" y="459962"/>
                  <a:pt x="1361503" y="459581"/>
                </a:cubicBezTo>
                <a:cubicBezTo>
                  <a:pt x="1364266" y="459200"/>
                  <a:pt x="1365599" y="458914"/>
                  <a:pt x="1365599" y="457486"/>
                </a:cubicBezTo>
                <a:cubicBezTo>
                  <a:pt x="1365599" y="456057"/>
                  <a:pt x="1364266" y="455771"/>
                  <a:pt x="1361503" y="455390"/>
                </a:cubicBezTo>
                <a:cubicBezTo>
                  <a:pt x="1364266" y="455009"/>
                  <a:pt x="1365599" y="454724"/>
                  <a:pt x="1365599" y="453295"/>
                </a:cubicBezTo>
                <a:cubicBezTo>
                  <a:pt x="1365599" y="451866"/>
                  <a:pt x="1364171" y="451580"/>
                  <a:pt x="1361408" y="451199"/>
                </a:cubicBezTo>
                <a:cubicBezTo>
                  <a:pt x="1364171" y="450818"/>
                  <a:pt x="1365599" y="450533"/>
                  <a:pt x="1365599" y="449104"/>
                </a:cubicBezTo>
                <a:cubicBezTo>
                  <a:pt x="1365599" y="447675"/>
                  <a:pt x="1364171" y="447389"/>
                  <a:pt x="1361408" y="447008"/>
                </a:cubicBezTo>
                <a:cubicBezTo>
                  <a:pt x="1364171" y="446627"/>
                  <a:pt x="1365599" y="446342"/>
                  <a:pt x="1365599" y="444913"/>
                </a:cubicBezTo>
                <a:cubicBezTo>
                  <a:pt x="1365599" y="443484"/>
                  <a:pt x="1364075" y="443198"/>
                  <a:pt x="1361313" y="442817"/>
                </a:cubicBezTo>
                <a:cubicBezTo>
                  <a:pt x="1364075" y="442436"/>
                  <a:pt x="1365599" y="442151"/>
                  <a:pt x="1365599" y="440722"/>
                </a:cubicBezTo>
                <a:cubicBezTo>
                  <a:pt x="1365599" y="439293"/>
                  <a:pt x="1364075" y="439007"/>
                  <a:pt x="1361313" y="438626"/>
                </a:cubicBezTo>
                <a:cubicBezTo>
                  <a:pt x="1364171" y="438245"/>
                  <a:pt x="1365599" y="437960"/>
                  <a:pt x="1365599" y="436531"/>
                </a:cubicBezTo>
                <a:cubicBezTo>
                  <a:pt x="1365599" y="435102"/>
                  <a:pt x="1364266" y="434816"/>
                  <a:pt x="1361503" y="434435"/>
                </a:cubicBezTo>
                <a:cubicBezTo>
                  <a:pt x="1364266" y="434054"/>
                  <a:pt x="1365599" y="433769"/>
                  <a:pt x="1365599" y="432340"/>
                </a:cubicBezTo>
                <a:cubicBezTo>
                  <a:pt x="1365599" y="430911"/>
                  <a:pt x="1364266" y="430625"/>
                  <a:pt x="1361503" y="430339"/>
                </a:cubicBezTo>
                <a:cubicBezTo>
                  <a:pt x="1364171" y="429959"/>
                  <a:pt x="1365599" y="429673"/>
                  <a:pt x="1365599" y="428339"/>
                </a:cubicBezTo>
                <a:cubicBezTo>
                  <a:pt x="1365599" y="427006"/>
                  <a:pt x="1364266" y="426625"/>
                  <a:pt x="1361503" y="426339"/>
                </a:cubicBezTo>
                <a:cubicBezTo>
                  <a:pt x="1364266" y="425958"/>
                  <a:pt x="1365599" y="425672"/>
                  <a:pt x="1365599" y="424244"/>
                </a:cubicBezTo>
                <a:cubicBezTo>
                  <a:pt x="1365599" y="422815"/>
                  <a:pt x="1364171" y="422529"/>
                  <a:pt x="1361408" y="422148"/>
                </a:cubicBezTo>
                <a:cubicBezTo>
                  <a:pt x="1364171" y="421767"/>
                  <a:pt x="1365599" y="421481"/>
                  <a:pt x="1365599" y="420053"/>
                </a:cubicBezTo>
                <a:cubicBezTo>
                  <a:pt x="1365599" y="418624"/>
                  <a:pt x="1364075" y="418338"/>
                  <a:pt x="1361218" y="417957"/>
                </a:cubicBezTo>
                <a:cubicBezTo>
                  <a:pt x="1364075" y="417576"/>
                  <a:pt x="1365599" y="417290"/>
                  <a:pt x="1365599" y="415862"/>
                </a:cubicBezTo>
                <a:cubicBezTo>
                  <a:pt x="1365599" y="414433"/>
                  <a:pt x="1364075" y="414147"/>
                  <a:pt x="1361218" y="413766"/>
                </a:cubicBezTo>
                <a:cubicBezTo>
                  <a:pt x="1364075" y="413385"/>
                  <a:pt x="1365599" y="413099"/>
                  <a:pt x="1365599" y="411671"/>
                </a:cubicBezTo>
                <a:cubicBezTo>
                  <a:pt x="1365599" y="410242"/>
                  <a:pt x="1364075" y="409956"/>
                  <a:pt x="1361218" y="409575"/>
                </a:cubicBezTo>
                <a:cubicBezTo>
                  <a:pt x="1364075" y="409194"/>
                  <a:pt x="1365599" y="408908"/>
                  <a:pt x="1365599" y="407480"/>
                </a:cubicBezTo>
                <a:cubicBezTo>
                  <a:pt x="1365599" y="406051"/>
                  <a:pt x="1364075" y="405670"/>
                  <a:pt x="1361218" y="405384"/>
                </a:cubicBezTo>
                <a:cubicBezTo>
                  <a:pt x="1364075" y="405003"/>
                  <a:pt x="1365599" y="404717"/>
                  <a:pt x="1365599" y="403289"/>
                </a:cubicBezTo>
                <a:cubicBezTo>
                  <a:pt x="1365599" y="401860"/>
                  <a:pt x="1363980" y="401479"/>
                  <a:pt x="1361123" y="401193"/>
                </a:cubicBezTo>
                <a:cubicBezTo>
                  <a:pt x="1364075" y="400812"/>
                  <a:pt x="1365599" y="400526"/>
                  <a:pt x="1365599" y="399002"/>
                </a:cubicBezTo>
                <a:cubicBezTo>
                  <a:pt x="1365599" y="397478"/>
                  <a:pt x="1363980" y="397193"/>
                  <a:pt x="1360932" y="396812"/>
                </a:cubicBezTo>
                <a:cubicBezTo>
                  <a:pt x="1363980" y="396431"/>
                  <a:pt x="1365599" y="396145"/>
                  <a:pt x="1365599" y="394621"/>
                </a:cubicBezTo>
                <a:lnTo>
                  <a:pt x="1365504" y="394621"/>
                </a:lnTo>
                <a:cubicBezTo>
                  <a:pt x="1367219" y="393478"/>
                  <a:pt x="1368743" y="392049"/>
                  <a:pt x="1369505" y="390144"/>
                </a:cubicBezTo>
                <a:cubicBezTo>
                  <a:pt x="1370552" y="387572"/>
                  <a:pt x="1370552" y="384810"/>
                  <a:pt x="1369505" y="382238"/>
                </a:cubicBezTo>
                <a:cubicBezTo>
                  <a:pt x="1367409" y="377000"/>
                  <a:pt x="1361408" y="374523"/>
                  <a:pt x="1356074" y="376619"/>
                </a:cubicBezTo>
                <a:cubicBezTo>
                  <a:pt x="1355884" y="376619"/>
                  <a:pt x="1355693" y="376904"/>
                  <a:pt x="1355503" y="377000"/>
                </a:cubicBezTo>
                <a:lnTo>
                  <a:pt x="1337120" y="354330"/>
                </a:lnTo>
                <a:lnTo>
                  <a:pt x="1337501" y="312230"/>
                </a:lnTo>
                <a:lnTo>
                  <a:pt x="1295114" y="272796"/>
                </a:lnTo>
                <a:cubicBezTo>
                  <a:pt x="1296448" y="270986"/>
                  <a:pt x="1297400" y="268891"/>
                  <a:pt x="1297400" y="266414"/>
                </a:cubicBezTo>
                <a:cubicBezTo>
                  <a:pt x="1297400" y="260414"/>
                  <a:pt x="1292543" y="255461"/>
                  <a:pt x="1286447" y="255461"/>
                </a:cubicBezTo>
                <a:close/>
                <a:moveTo>
                  <a:pt x="1286542" y="271939"/>
                </a:moveTo>
                <a:cubicBezTo>
                  <a:pt x="1283113" y="271939"/>
                  <a:pt x="1280351" y="269177"/>
                  <a:pt x="1280351" y="265748"/>
                </a:cubicBezTo>
                <a:cubicBezTo>
                  <a:pt x="1280351" y="262319"/>
                  <a:pt x="1283113" y="259556"/>
                  <a:pt x="1286542" y="259556"/>
                </a:cubicBezTo>
                <a:cubicBezTo>
                  <a:pt x="1289971" y="259556"/>
                  <a:pt x="1292733" y="262319"/>
                  <a:pt x="1292733" y="265748"/>
                </a:cubicBezTo>
                <a:cubicBezTo>
                  <a:pt x="1292733" y="269177"/>
                  <a:pt x="1289971" y="271939"/>
                  <a:pt x="1286542" y="271939"/>
                </a:cubicBezTo>
                <a:close/>
                <a:moveTo>
                  <a:pt x="1345311" y="840391"/>
                </a:moveTo>
                <a:cubicBezTo>
                  <a:pt x="1345311" y="845153"/>
                  <a:pt x="1341406" y="849059"/>
                  <a:pt x="1336643" y="849059"/>
                </a:cubicBezTo>
                <a:cubicBezTo>
                  <a:pt x="1331881" y="849059"/>
                  <a:pt x="1327976" y="845153"/>
                  <a:pt x="1327976" y="840391"/>
                </a:cubicBezTo>
                <a:cubicBezTo>
                  <a:pt x="1327976" y="835628"/>
                  <a:pt x="1331881" y="831723"/>
                  <a:pt x="1336643" y="831723"/>
                </a:cubicBezTo>
                <a:cubicBezTo>
                  <a:pt x="1341406" y="831723"/>
                  <a:pt x="1345311" y="835628"/>
                  <a:pt x="1345311" y="840391"/>
                </a:cubicBezTo>
                <a:close/>
                <a:moveTo>
                  <a:pt x="1563815" y="1082421"/>
                </a:moveTo>
                <a:lnTo>
                  <a:pt x="1569530" y="1082421"/>
                </a:lnTo>
                <a:lnTo>
                  <a:pt x="1569530" y="1099852"/>
                </a:lnTo>
                <a:lnTo>
                  <a:pt x="1563815" y="1099852"/>
                </a:lnTo>
                <a:lnTo>
                  <a:pt x="1563815" y="1082421"/>
                </a:lnTo>
                <a:close/>
                <a:moveTo>
                  <a:pt x="1449419" y="840391"/>
                </a:moveTo>
                <a:cubicBezTo>
                  <a:pt x="1449419" y="845153"/>
                  <a:pt x="1445514" y="849059"/>
                  <a:pt x="1440752" y="849059"/>
                </a:cubicBezTo>
                <a:cubicBezTo>
                  <a:pt x="1435989" y="849059"/>
                  <a:pt x="1432084" y="845153"/>
                  <a:pt x="1432084" y="840391"/>
                </a:cubicBezTo>
                <a:cubicBezTo>
                  <a:pt x="1432084" y="835628"/>
                  <a:pt x="1435989" y="831723"/>
                  <a:pt x="1440752" y="831723"/>
                </a:cubicBezTo>
                <a:cubicBezTo>
                  <a:pt x="1445514" y="831723"/>
                  <a:pt x="1449419" y="835628"/>
                  <a:pt x="1449419" y="840391"/>
                </a:cubicBezTo>
                <a:close/>
                <a:moveTo>
                  <a:pt x="1364932" y="232601"/>
                </a:moveTo>
                <a:cubicBezTo>
                  <a:pt x="1364932" y="233744"/>
                  <a:pt x="1363980" y="234696"/>
                  <a:pt x="1362837" y="234696"/>
                </a:cubicBezTo>
                <a:lnTo>
                  <a:pt x="1348454" y="234696"/>
                </a:lnTo>
                <a:cubicBezTo>
                  <a:pt x="1347311" y="234696"/>
                  <a:pt x="1346359" y="233744"/>
                  <a:pt x="1346359" y="232601"/>
                </a:cubicBezTo>
                <a:lnTo>
                  <a:pt x="1346359" y="218218"/>
                </a:lnTo>
                <a:cubicBezTo>
                  <a:pt x="1346359" y="217075"/>
                  <a:pt x="1347311" y="216122"/>
                  <a:pt x="1348454" y="216122"/>
                </a:cubicBezTo>
                <a:lnTo>
                  <a:pt x="1362837" y="216122"/>
                </a:lnTo>
                <a:cubicBezTo>
                  <a:pt x="1363980" y="216122"/>
                  <a:pt x="1364932" y="217075"/>
                  <a:pt x="1364932" y="218218"/>
                </a:cubicBezTo>
                <a:lnTo>
                  <a:pt x="1364932" y="232601"/>
                </a:lnTo>
                <a:close/>
                <a:moveTo>
                  <a:pt x="1464850" y="388430"/>
                </a:moveTo>
                <a:cubicBezTo>
                  <a:pt x="1463231" y="384429"/>
                  <a:pt x="1465136" y="379762"/>
                  <a:pt x="1469136" y="378143"/>
                </a:cubicBezTo>
                <a:cubicBezTo>
                  <a:pt x="1470089" y="377762"/>
                  <a:pt x="1471136" y="377571"/>
                  <a:pt x="1472089" y="377571"/>
                </a:cubicBezTo>
                <a:cubicBezTo>
                  <a:pt x="1473041" y="377571"/>
                  <a:pt x="1474184" y="377762"/>
                  <a:pt x="1475137" y="378238"/>
                </a:cubicBezTo>
                <a:cubicBezTo>
                  <a:pt x="1477042" y="379095"/>
                  <a:pt x="1478566" y="380619"/>
                  <a:pt x="1479423" y="382524"/>
                </a:cubicBezTo>
                <a:cubicBezTo>
                  <a:pt x="1481042" y="386525"/>
                  <a:pt x="1479137" y="391192"/>
                  <a:pt x="1475137" y="392811"/>
                </a:cubicBezTo>
                <a:cubicBezTo>
                  <a:pt x="1471136" y="394430"/>
                  <a:pt x="1466469" y="392525"/>
                  <a:pt x="1464850" y="388525"/>
                </a:cubicBezTo>
                <a:close/>
                <a:moveTo>
                  <a:pt x="1464850" y="550355"/>
                </a:moveTo>
                <a:cubicBezTo>
                  <a:pt x="1463231" y="546449"/>
                  <a:pt x="1465040" y="541973"/>
                  <a:pt x="1468946" y="540258"/>
                </a:cubicBezTo>
                <a:cubicBezTo>
                  <a:pt x="1469612" y="540068"/>
                  <a:pt x="1471232" y="539877"/>
                  <a:pt x="1472279" y="539782"/>
                </a:cubicBezTo>
                <a:cubicBezTo>
                  <a:pt x="1472565" y="539782"/>
                  <a:pt x="1472756" y="539782"/>
                  <a:pt x="1472946" y="539782"/>
                </a:cubicBezTo>
                <a:cubicBezTo>
                  <a:pt x="1473708" y="539782"/>
                  <a:pt x="1474470" y="539972"/>
                  <a:pt x="1475232" y="540258"/>
                </a:cubicBezTo>
                <a:cubicBezTo>
                  <a:pt x="1477137" y="541115"/>
                  <a:pt x="1478661" y="542639"/>
                  <a:pt x="1479518" y="544544"/>
                </a:cubicBezTo>
                <a:cubicBezTo>
                  <a:pt x="1481138" y="548545"/>
                  <a:pt x="1479232" y="553212"/>
                  <a:pt x="1475232" y="554831"/>
                </a:cubicBezTo>
                <a:cubicBezTo>
                  <a:pt x="1471232" y="556451"/>
                  <a:pt x="1466564" y="554546"/>
                  <a:pt x="1464945" y="550545"/>
                </a:cubicBezTo>
                <a:close/>
                <a:moveTo>
                  <a:pt x="1313307" y="232601"/>
                </a:moveTo>
                <a:cubicBezTo>
                  <a:pt x="1313307" y="233744"/>
                  <a:pt x="1312355" y="234696"/>
                  <a:pt x="1311212" y="234696"/>
                </a:cubicBezTo>
                <a:lnTo>
                  <a:pt x="1296734" y="234696"/>
                </a:lnTo>
                <a:cubicBezTo>
                  <a:pt x="1295591" y="234696"/>
                  <a:pt x="1294638" y="233744"/>
                  <a:pt x="1294638" y="232601"/>
                </a:cubicBezTo>
                <a:lnTo>
                  <a:pt x="1294638" y="218218"/>
                </a:lnTo>
                <a:cubicBezTo>
                  <a:pt x="1294638" y="217075"/>
                  <a:pt x="1295591" y="216122"/>
                  <a:pt x="1296734" y="216122"/>
                </a:cubicBezTo>
                <a:lnTo>
                  <a:pt x="1311212" y="216122"/>
                </a:lnTo>
                <a:cubicBezTo>
                  <a:pt x="1312355" y="216122"/>
                  <a:pt x="1313307" y="217075"/>
                  <a:pt x="1313307" y="218218"/>
                </a:cubicBezTo>
                <a:lnTo>
                  <a:pt x="1313307" y="232601"/>
                </a:lnTo>
                <a:close/>
                <a:moveTo>
                  <a:pt x="1408748" y="388430"/>
                </a:moveTo>
                <a:cubicBezTo>
                  <a:pt x="1407128" y="384429"/>
                  <a:pt x="1409033" y="379762"/>
                  <a:pt x="1413034" y="378143"/>
                </a:cubicBezTo>
                <a:cubicBezTo>
                  <a:pt x="1413986" y="377762"/>
                  <a:pt x="1415034" y="377571"/>
                  <a:pt x="1415987" y="377571"/>
                </a:cubicBezTo>
                <a:cubicBezTo>
                  <a:pt x="1419130" y="377571"/>
                  <a:pt x="1422082" y="379381"/>
                  <a:pt x="1423321" y="382524"/>
                </a:cubicBezTo>
                <a:cubicBezTo>
                  <a:pt x="1424940" y="386525"/>
                  <a:pt x="1423035" y="391192"/>
                  <a:pt x="1419035" y="392811"/>
                </a:cubicBezTo>
                <a:cubicBezTo>
                  <a:pt x="1415034" y="394430"/>
                  <a:pt x="1410367" y="392525"/>
                  <a:pt x="1408748" y="388525"/>
                </a:cubicBezTo>
                <a:close/>
                <a:moveTo>
                  <a:pt x="1408748" y="550355"/>
                </a:moveTo>
                <a:cubicBezTo>
                  <a:pt x="1407128" y="546449"/>
                  <a:pt x="1409033" y="541973"/>
                  <a:pt x="1412843" y="540258"/>
                </a:cubicBezTo>
                <a:cubicBezTo>
                  <a:pt x="1413510" y="540068"/>
                  <a:pt x="1415129" y="539877"/>
                  <a:pt x="1416177" y="539782"/>
                </a:cubicBezTo>
                <a:cubicBezTo>
                  <a:pt x="1416463" y="539782"/>
                  <a:pt x="1416653" y="539782"/>
                  <a:pt x="1416844" y="539782"/>
                </a:cubicBezTo>
                <a:cubicBezTo>
                  <a:pt x="1419606" y="540068"/>
                  <a:pt x="1422178" y="541782"/>
                  <a:pt x="1423321" y="544544"/>
                </a:cubicBezTo>
                <a:cubicBezTo>
                  <a:pt x="1424083" y="546449"/>
                  <a:pt x="1424083" y="548640"/>
                  <a:pt x="1423321" y="550545"/>
                </a:cubicBezTo>
                <a:cubicBezTo>
                  <a:pt x="1422464" y="552450"/>
                  <a:pt x="1420940" y="553974"/>
                  <a:pt x="1419035" y="554831"/>
                </a:cubicBezTo>
                <a:cubicBezTo>
                  <a:pt x="1415034" y="556451"/>
                  <a:pt x="1410367" y="554546"/>
                  <a:pt x="1408748" y="550545"/>
                </a:cubicBezTo>
                <a:close/>
                <a:moveTo>
                  <a:pt x="1394460" y="759047"/>
                </a:moveTo>
                <a:cubicBezTo>
                  <a:pt x="1396651" y="760667"/>
                  <a:pt x="1398175" y="763143"/>
                  <a:pt x="1398556" y="765810"/>
                </a:cubicBezTo>
                <a:cubicBezTo>
                  <a:pt x="1398937" y="768572"/>
                  <a:pt x="1398270" y="771239"/>
                  <a:pt x="1396651" y="773525"/>
                </a:cubicBezTo>
                <a:cubicBezTo>
                  <a:pt x="1393222" y="778193"/>
                  <a:pt x="1386745" y="779145"/>
                  <a:pt x="1382173" y="775716"/>
                </a:cubicBezTo>
                <a:cubicBezTo>
                  <a:pt x="1379982" y="774097"/>
                  <a:pt x="1378458" y="771620"/>
                  <a:pt x="1378077" y="768953"/>
                </a:cubicBezTo>
                <a:cubicBezTo>
                  <a:pt x="1377696" y="766191"/>
                  <a:pt x="1378363" y="763429"/>
                  <a:pt x="1379982" y="761238"/>
                </a:cubicBezTo>
                <a:cubicBezTo>
                  <a:pt x="1381601" y="759047"/>
                  <a:pt x="1384078" y="757523"/>
                  <a:pt x="1386745" y="757142"/>
                </a:cubicBezTo>
                <a:cubicBezTo>
                  <a:pt x="1389507" y="756761"/>
                  <a:pt x="1392269" y="757428"/>
                  <a:pt x="1394460" y="759047"/>
                </a:cubicBezTo>
                <a:close/>
                <a:moveTo>
                  <a:pt x="1360932" y="539591"/>
                </a:moveTo>
                <a:cubicBezTo>
                  <a:pt x="1363694" y="539972"/>
                  <a:pt x="1366171" y="541592"/>
                  <a:pt x="1367314" y="544354"/>
                </a:cubicBezTo>
                <a:cubicBezTo>
                  <a:pt x="1368076" y="546259"/>
                  <a:pt x="1368076" y="548450"/>
                  <a:pt x="1367314" y="550355"/>
                </a:cubicBezTo>
                <a:cubicBezTo>
                  <a:pt x="1366457" y="552260"/>
                  <a:pt x="1364932" y="553784"/>
                  <a:pt x="1363028" y="554641"/>
                </a:cubicBezTo>
                <a:cubicBezTo>
                  <a:pt x="1361123" y="555403"/>
                  <a:pt x="1358932" y="555403"/>
                  <a:pt x="1357027" y="554641"/>
                </a:cubicBezTo>
                <a:cubicBezTo>
                  <a:pt x="1355122" y="553784"/>
                  <a:pt x="1353598" y="552260"/>
                  <a:pt x="1352741" y="550355"/>
                </a:cubicBezTo>
                <a:cubicBezTo>
                  <a:pt x="1351121" y="546449"/>
                  <a:pt x="1352931" y="541973"/>
                  <a:pt x="1356836" y="540258"/>
                </a:cubicBezTo>
                <a:cubicBezTo>
                  <a:pt x="1357503" y="540068"/>
                  <a:pt x="1359122" y="539877"/>
                  <a:pt x="1360170" y="539782"/>
                </a:cubicBezTo>
                <a:cubicBezTo>
                  <a:pt x="1360456" y="539782"/>
                  <a:pt x="1360742" y="539782"/>
                  <a:pt x="1360932" y="539687"/>
                </a:cubicBezTo>
                <a:close/>
                <a:moveTo>
                  <a:pt x="1357027" y="378143"/>
                </a:moveTo>
                <a:cubicBezTo>
                  <a:pt x="1357979" y="377762"/>
                  <a:pt x="1359027" y="377571"/>
                  <a:pt x="1359980" y="377571"/>
                </a:cubicBezTo>
                <a:cubicBezTo>
                  <a:pt x="1363123" y="377571"/>
                  <a:pt x="1366076" y="379381"/>
                  <a:pt x="1367314" y="382524"/>
                </a:cubicBezTo>
                <a:cubicBezTo>
                  <a:pt x="1368933" y="386525"/>
                  <a:pt x="1367028" y="391192"/>
                  <a:pt x="1363028" y="392811"/>
                </a:cubicBezTo>
                <a:cubicBezTo>
                  <a:pt x="1361123" y="393573"/>
                  <a:pt x="1358932" y="393573"/>
                  <a:pt x="1357027" y="392811"/>
                </a:cubicBezTo>
                <a:cubicBezTo>
                  <a:pt x="1355122" y="391954"/>
                  <a:pt x="1353598" y="390430"/>
                  <a:pt x="1352741" y="388525"/>
                </a:cubicBezTo>
                <a:cubicBezTo>
                  <a:pt x="1351121" y="384524"/>
                  <a:pt x="1353026" y="379857"/>
                  <a:pt x="1357027" y="378238"/>
                </a:cubicBezTo>
                <a:close/>
                <a:moveTo>
                  <a:pt x="1927765" y="4551712"/>
                </a:moveTo>
                <a:cubicBezTo>
                  <a:pt x="1927765" y="4555808"/>
                  <a:pt x="1924431" y="4559046"/>
                  <a:pt x="1920335" y="4559046"/>
                </a:cubicBezTo>
                <a:cubicBezTo>
                  <a:pt x="1916240" y="4559046"/>
                  <a:pt x="1913001" y="4555712"/>
                  <a:pt x="1913001" y="4551617"/>
                </a:cubicBezTo>
                <a:cubicBezTo>
                  <a:pt x="1913001" y="4547521"/>
                  <a:pt x="1916335" y="4544282"/>
                  <a:pt x="1920431" y="4544282"/>
                </a:cubicBezTo>
                <a:cubicBezTo>
                  <a:pt x="1924526" y="4544282"/>
                  <a:pt x="1927765" y="4547616"/>
                  <a:pt x="1927765" y="4551712"/>
                </a:cubicBezTo>
                <a:close/>
                <a:moveTo>
                  <a:pt x="439293" y="1659731"/>
                </a:moveTo>
                <a:cubicBezTo>
                  <a:pt x="444151" y="1658588"/>
                  <a:pt x="447865" y="1654493"/>
                  <a:pt x="447865" y="1649349"/>
                </a:cubicBezTo>
                <a:cubicBezTo>
                  <a:pt x="447865" y="1643348"/>
                  <a:pt x="443008" y="1638395"/>
                  <a:pt x="437007" y="1638395"/>
                </a:cubicBezTo>
                <a:cubicBezTo>
                  <a:pt x="431006" y="1638395"/>
                  <a:pt x="426149" y="1643253"/>
                  <a:pt x="426149" y="1649349"/>
                </a:cubicBezTo>
                <a:cubicBezTo>
                  <a:pt x="426149" y="1654493"/>
                  <a:pt x="429863" y="1658684"/>
                  <a:pt x="434626" y="1659731"/>
                </a:cubicBezTo>
                <a:lnTo>
                  <a:pt x="434626" y="1705070"/>
                </a:lnTo>
                <a:cubicBezTo>
                  <a:pt x="434626" y="1705070"/>
                  <a:pt x="342329" y="1800035"/>
                  <a:pt x="342329" y="1800035"/>
                </a:cubicBezTo>
                <a:lnTo>
                  <a:pt x="254984" y="1800035"/>
                </a:lnTo>
                <a:lnTo>
                  <a:pt x="237935" y="1783080"/>
                </a:lnTo>
                <a:lnTo>
                  <a:pt x="97536" y="1783080"/>
                </a:lnTo>
                <a:lnTo>
                  <a:pt x="75629" y="1803654"/>
                </a:lnTo>
                <a:cubicBezTo>
                  <a:pt x="73724" y="1802130"/>
                  <a:pt x="71342" y="1801082"/>
                  <a:pt x="68771" y="1801082"/>
                </a:cubicBezTo>
                <a:cubicBezTo>
                  <a:pt x="62389" y="1801082"/>
                  <a:pt x="57245" y="1806226"/>
                  <a:pt x="57245" y="1812607"/>
                </a:cubicBezTo>
                <a:cubicBezTo>
                  <a:pt x="57245" y="1818989"/>
                  <a:pt x="62389" y="1824133"/>
                  <a:pt x="68771" y="1824133"/>
                </a:cubicBezTo>
                <a:cubicBezTo>
                  <a:pt x="75152" y="1824133"/>
                  <a:pt x="80296" y="1818989"/>
                  <a:pt x="80296" y="1812607"/>
                </a:cubicBezTo>
                <a:cubicBezTo>
                  <a:pt x="80296" y="1810607"/>
                  <a:pt x="79629" y="1808893"/>
                  <a:pt x="78772" y="1807274"/>
                </a:cubicBezTo>
                <a:lnTo>
                  <a:pt x="99441" y="1787843"/>
                </a:lnTo>
                <a:lnTo>
                  <a:pt x="236030" y="1787843"/>
                </a:lnTo>
                <a:lnTo>
                  <a:pt x="253079" y="1804797"/>
                </a:lnTo>
                <a:lnTo>
                  <a:pt x="344424" y="1804797"/>
                </a:lnTo>
                <a:lnTo>
                  <a:pt x="439293" y="1706975"/>
                </a:lnTo>
                <a:lnTo>
                  <a:pt x="439293" y="1659731"/>
                </a:lnTo>
                <a:close/>
                <a:moveTo>
                  <a:pt x="68771" y="1819370"/>
                </a:moveTo>
                <a:cubicBezTo>
                  <a:pt x="65056" y="1819370"/>
                  <a:pt x="62008" y="1816322"/>
                  <a:pt x="62008" y="1812607"/>
                </a:cubicBezTo>
                <a:cubicBezTo>
                  <a:pt x="62008" y="1808893"/>
                  <a:pt x="65056" y="1805845"/>
                  <a:pt x="68771" y="1805845"/>
                </a:cubicBezTo>
                <a:cubicBezTo>
                  <a:pt x="72485" y="1805845"/>
                  <a:pt x="75533" y="1808893"/>
                  <a:pt x="75533" y="1812607"/>
                </a:cubicBezTo>
                <a:cubicBezTo>
                  <a:pt x="75533" y="1816322"/>
                  <a:pt x="72485" y="1819370"/>
                  <a:pt x="68771" y="1819370"/>
                </a:cubicBezTo>
                <a:close/>
                <a:moveTo>
                  <a:pt x="430816" y="1649349"/>
                </a:moveTo>
                <a:cubicBezTo>
                  <a:pt x="430816" y="1645920"/>
                  <a:pt x="433578" y="1643158"/>
                  <a:pt x="436912" y="1643158"/>
                </a:cubicBezTo>
                <a:cubicBezTo>
                  <a:pt x="440246" y="1643158"/>
                  <a:pt x="443008" y="1645920"/>
                  <a:pt x="443008" y="1649349"/>
                </a:cubicBezTo>
                <a:cubicBezTo>
                  <a:pt x="443008" y="1652778"/>
                  <a:pt x="440246" y="1655445"/>
                  <a:pt x="436912" y="1655445"/>
                </a:cubicBezTo>
                <a:cubicBezTo>
                  <a:pt x="433578" y="1655445"/>
                  <a:pt x="430816" y="1652683"/>
                  <a:pt x="430816" y="1649349"/>
                </a:cubicBezTo>
                <a:close/>
                <a:moveTo>
                  <a:pt x="1309878" y="222028"/>
                </a:moveTo>
                <a:lnTo>
                  <a:pt x="1309878" y="228791"/>
                </a:lnTo>
                <a:cubicBezTo>
                  <a:pt x="1309878" y="230124"/>
                  <a:pt x="1308735" y="231267"/>
                  <a:pt x="1307402" y="231267"/>
                </a:cubicBezTo>
                <a:lnTo>
                  <a:pt x="1300639" y="231267"/>
                </a:lnTo>
                <a:cubicBezTo>
                  <a:pt x="1299305" y="231267"/>
                  <a:pt x="1298162" y="230124"/>
                  <a:pt x="1298162" y="228791"/>
                </a:cubicBezTo>
                <a:lnTo>
                  <a:pt x="1298162" y="222028"/>
                </a:lnTo>
                <a:cubicBezTo>
                  <a:pt x="1298162" y="220694"/>
                  <a:pt x="1299305" y="219551"/>
                  <a:pt x="1300639" y="219551"/>
                </a:cubicBezTo>
                <a:lnTo>
                  <a:pt x="1307402" y="219551"/>
                </a:lnTo>
                <a:cubicBezTo>
                  <a:pt x="1308735" y="219551"/>
                  <a:pt x="1309878" y="220694"/>
                  <a:pt x="1309878" y="222028"/>
                </a:cubicBezTo>
                <a:close/>
                <a:moveTo>
                  <a:pt x="1929384" y="4502277"/>
                </a:moveTo>
                <a:cubicBezTo>
                  <a:pt x="1929384" y="4507230"/>
                  <a:pt x="1925384" y="4511231"/>
                  <a:pt x="1920431" y="4511231"/>
                </a:cubicBezTo>
                <a:cubicBezTo>
                  <a:pt x="1915478" y="4511231"/>
                  <a:pt x="1911477" y="4507230"/>
                  <a:pt x="1911477" y="4502277"/>
                </a:cubicBezTo>
                <a:cubicBezTo>
                  <a:pt x="1911477" y="4497324"/>
                  <a:pt x="1915478" y="4493324"/>
                  <a:pt x="1920431" y="4493324"/>
                </a:cubicBezTo>
                <a:cubicBezTo>
                  <a:pt x="1925384" y="4493324"/>
                  <a:pt x="1929384" y="4497324"/>
                  <a:pt x="1929384" y="4502277"/>
                </a:cubicBezTo>
                <a:close/>
                <a:moveTo>
                  <a:pt x="1933861" y="4435507"/>
                </a:moveTo>
                <a:cubicBezTo>
                  <a:pt x="1933861" y="4428173"/>
                  <a:pt x="1927860" y="4422172"/>
                  <a:pt x="1920526" y="4422172"/>
                </a:cubicBezTo>
                <a:cubicBezTo>
                  <a:pt x="1913192" y="4422172"/>
                  <a:pt x="1907191" y="4428173"/>
                  <a:pt x="1907191" y="4435507"/>
                </a:cubicBezTo>
                <a:cubicBezTo>
                  <a:pt x="1907191" y="4442841"/>
                  <a:pt x="1913192" y="4448842"/>
                  <a:pt x="1920526" y="4448842"/>
                </a:cubicBezTo>
                <a:cubicBezTo>
                  <a:pt x="1927860" y="4448842"/>
                  <a:pt x="1933861" y="4442841"/>
                  <a:pt x="1933861" y="4435507"/>
                </a:cubicBezTo>
                <a:close/>
                <a:moveTo>
                  <a:pt x="1911953" y="4435507"/>
                </a:moveTo>
                <a:cubicBezTo>
                  <a:pt x="1911953" y="4430840"/>
                  <a:pt x="1915763" y="4427030"/>
                  <a:pt x="1920431" y="4427030"/>
                </a:cubicBezTo>
                <a:cubicBezTo>
                  <a:pt x="1925098" y="4427030"/>
                  <a:pt x="1928908" y="4430840"/>
                  <a:pt x="1928908" y="4435507"/>
                </a:cubicBezTo>
                <a:cubicBezTo>
                  <a:pt x="1928908" y="4440174"/>
                  <a:pt x="1925098" y="4443984"/>
                  <a:pt x="1920431" y="4443984"/>
                </a:cubicBezTo>
                <a:cubicBezTo>
                  <a:pt x="1915763" y="4443984"/>
                  <a:pt x="1911953" y="4440174"/>
                  <a:pt x="1911953" y="4435507"/>
                </a:cubicBezTo>
                <a:close/>
                <a:moveTo>
                  <a:pt x="1934242" y="4471130"/>
                </a:moveTo>
                <a:cubicBezTo>
                  <a:pt x="1934242" y="4463511"/>
                  <a:pt x="1928051" y="4457319"/>
                  <a:pt x="1920431" y="4457319"/>
                </a:cubicBezTo>
                <a:cubicBezTo>
                  <a:pt x="1913668" y="4457319"/>
                  <a:pt x="1908048" y="4462177"/>
                  <a:pt x="1906905" y="4468559"/>
                </a:cubicBezTo>
                <a:lnTo>
                  <a:pt x="1894808" y="4468559"/>
                </a:lnTo>
                <a:lnTo>
                  <a:pt x="1872901" y="4494181"/>
                </a:lnTo>
                <a:lnTo>
                  <a:pt x="1854994" y="4494467"/>
                </a:lnTo>
                <a:cubicBezTo>
                  <a:pt x="1853851" y="4488942"/>
                  <a:pt x="1849184" y="4484751"/>
                  <a:pt x="1843278" y="4484751"/>
                </a:cubicBezTo>
                <a:cubicBezTo>
                  <a:pt x="1836611" y="4484751"/>
                  <a:pt x="1831086" y="4490180"/>
                  <a:pt x="1831086" y="4496943"/>
                </a:cubicBezTo>
                <a:cubicBezTo>
                  <a:pt x="1831086" y="4503706"/>
                  <a:pt x="1836515" y="4509135"/>
                  <a:pt x="1843278" y="4509135"/>
                </a:cubicBezTo>
                <a:cubicBezTo>
                  <a:pt x="1849184" y="4509135"/>
                  <a:pt x="1853851" y="4504849"/>
                  <a:pt x="1854994" y="4499324"/>
                </a:cubicBezTo>
                <a:lnTo>
                  <a:pt x="1875092" y="4499039"/>
                </a:lnTo>
                <a:lnTo>
                  <a:pt x="1896999" y="4473512"/>
                </a:lnTo>
                <a:lnTo>
                  <a:pt x="1906810" y="4473512"/>
                </a:lnTo>
                <a:cubicBezTo>
                  <a:pt x="1907857" y="4480084"/>
                  <a:pt x="1913573" y="4485132"/>
                  <a:pt x="1920431" y="4485132"/>
                </a:cubicBezTo>
                <a:cubicBezTo>
                  <a:pt x="1928051" y="4485132"/>
                  <a:pt x="1934242" y="4478941"/>
                  <a:pt x="1934242" y="4471321"/>
                </a:cubicBezTo>
                <a:close/>
                <a:moveTo>
                  <a:pt x="1843373" y="4504182"/>
                </a:moveTo>
                <a:cubicBezTo>
                  <a:pt x="1839278" y="4504182"/>
                  <a:pt x="1835944" y="4500848"/>
                  <a:pt x="1835944" y="4496753"/>
                </a:cubicBezTo>
                <a:cubicBezTo>
                  <a:pt x="1835944" y="4492657"/>
                  <a:pt x="1839278" y="4489323"/>
                  <a:pt x="1843373" y="4489323"/>
                </a:cubicBezTo>
                <a:cubicBezTo>
                  <a:pt x="1847469" y="4489323"/>
                  <a:pt x="1850803" y="4492657"/>
                  <a:pt x="1850803" y="4496753"/>
                </a:cubicBezTo>
                <a:cubicBezTo>
                  <a:pt x="1850803" y="4500848"/>
                  <a:pt x="1847469" y="4504182"/>
                  <a:pt x="1843373" y="4504182"/>
                </a:cubicBezTo>
                <a:close/>
                <a:moveTo>
                  <a:pt x="502825" y="2633472"/>
                </a:moveTo>
                <a:cubicBezTo>
                  <a:pt x="503777" y="2634425"/>
                  <a:pt x="505111" y="2634996"/>
                  <a:pt x="506444" y="2634996"/>
                </a:cubicBezTo>
                <a:cubicBezTo>
                  <a:pt x="507778" y="2634996"/>
                  <a:pt x="509016" y="2634520"/>
                  <a:pt x="510064" y="2633472"/>
                </a:cubicBezTo>
                <a:lnTo>
                  <a:pt x="519208" y="2624328"/>
                </a:lnTo>
                <a:cubicBezTo>
                  <a:pt x="521208" y="2622328"/>
                  <a:pt x="521208" y="2619089"/>
                  <a:pt x="519208" y="2617184"/>
                </a:cubicBezTo>
                <a:lnTo>
                  <a:pt x="516446" y="2614422"/>
                </a:lnTo>
                <a:lnTo>
                  <a:pt x="600170" y="2528030"/>
                </a:lnTo>
                <a:cubicBezTo>
                  <a:pt x="601885" y="2529078"/>
                  <a:pt x="603790" y="2529935"/>
                  <a:pt x="605981" y="2529935"/>
                </a:cubicBezTo>
                <a:cubicBezTo>
                  <a:pt x="612077" y="2529935"/>
                  <a:pt x="617029" y="2524982"/>
                  <a:pt x="617029" y="2518886"/>
                </a:cubicBezTo>
                <a:cubicBezTo>
                  <a:pt x="617029" y="2512790"/>
                  <a:pt x="612077" y="2507837"/>
                  <a:pt x="605981" y="2507837"/>
                </a:cubicBezTo>
                <a:cubicBezTo>
                  <a:pt x="599885" y="2507837"/>
                  <a:pt x="594932" y="2512790"/>
                  <a:pt x="594932" y="2518886"/>
                </a:cubicBezTo>
                <a:cubicBezTo>
                  <a:pt x="594932" y="2521077"/>
                  <a:pt x="595694" y="2522982"/>
                  <a:pt x="596837" y="2524697"/>
                </a:cubicBezTo>
                <a:lnTo>
                  <a:pt x="513112" y="2611088"/>
                </a:lnTo>
                <a:lnTo>
                  <a:pt x="510159" y="2608136"/>
                </a:lnTo>
                <a:lnTo>
                  <a:pt x="510159" y="2608136"/>
                </a:lnTo>
                <a:cubicBezTo>
                  <a:pt x="508159" y="2606135"/>
                  <a:pt x="504920" y="2606135"/>
                  <a:pt x="503015" y="2608136"/>
                </a:cubicBezTo>
                <a:lnTo>
                  <a:pt x="493871" y="2617280"/>
                </a:lnTo>
                <a:cubicBezTo>
                  <a:pt x="492919" y="2618232"/>
                  <a:pt x="492347" y="2619470"/>
                  <a:pt x="492347" y="2620899"/>
                </a:cubicBezTo>
                <a:cubicBezTo>
                  <a:pt x="492347" y="2622328"/>
                  <a:pt x="492919" y="2623566"/>
                  <a:pt x="493871" y="2624519"/>
                </a:cubicBezTo>
                <a:lnTo>
                  <a:pt x="503015" y="2633663"/>
                </a:lnTo>
                <a:close/>
                <a:moveTo>
                  <a:pt x="506159" y="2611469"/>
                </a:moveTo>
                <a:cubicBezTo>
                  <a:pt x="506159" y="2611469"/>
                  <a:pt x="506254" y="2611469"/>
                  <a:pt x="506349" y="2611469"/>
                </a:cubicBezTo>
                <a:cubicBezTo>
                  <a:pt x="506444" y="2611469"/>
                  <a:pt x="506539" y="2611469"/>
                  <a:pt x="506539" y="2611469"/>
                </a:cubicBezTo>
                <a:lnTo>
                  <a:pt x="515684" y="2621090"/>
                </a:lnTo>
                <a:lnTo>
                  <a:pt x="506063" y="2630234"/>
                </a:lnTo>
                <a:lnTo>
                  <a:pt x="496919" y="2620613"/>
                </a:lnTo>
                <a:lnTo>
                  <a:pt x="506063" y="2611469"/>
                </a:lnTo>
                <a:close/>
                <a:moveTo>
                  <a:pt x="1544574" y="543878"/>
                </a:moveTo>
                <a:lnTo>
                  <a:pt x="1544574" y="537115"/>
                </a:lnTo>
                <a:cubicBezTo>
                  <a:pt x="1544574" y="535781"/>
                  <a:pt x="1545717" y="534638"/>
                  <a:pt x="1547051" y="534638"/>
                </a:cubicBezTo>
                <a:lnTo>
                  <a:pt x="1553813" y="534638"/>
                </a:lnTo>
                <a:cubicBezTo>
                  <a:pt x="1555147" y="534638"/>
                  <a:pt x="1556290" y="535781"/>
                  <a:pt x="1556290" y="537115"/>
                </a:cubicBezTo>
                <a:lnTo>
                  <a:pt x="1556290" y="543878"/>
                </a:lnTo>
                <a:cubicBezTo>
                  <a:pt x="1556290" y="545211"/>
                  <a:pt x="1555147" y="546354"/>
                  <a:pt x="1553813" y="546354"/>
                </a:cubicBezTo>
                <a:lnTo>
                  <a:pt x="1547051" y="546354"/>
                </a:lnTo>
                <a:cubicBezTo>
                  <a:pt x="1545717" y="546354"/>
                  <a:pt x="1544574" y="545211"/>
                  <a:pt x="1544574" y="543878"/>
                </a:cubicBezTo>
                <a:close/>
                <a:moveTo>
                  <a:pt x="1501045" y="836390"/>
                </a:moveTo>
                <a:cubicBezTo>
                  <a:pt x="1504474" y="836390"/>
                  <a:pt x="1507236" y="839152"/>
                  <a:pt x="1507236" y="842582"/>
                </a:cubicBezTo>
                <a:cubicBezTo>
                  <a:pt x="1507236" y="846011"/>
                  <a:pt x="1504474" y="848773"/>
                  <a:pt x="1501045" y="848773"/>
                </a:cubicBezTo>
                <a:cubicBezTo>
                  <a:pt x="1497616" y="848773"/>
                  <a:pt x="1494853" y="846011"/>
                  <a:pt x="1494853" y="842582"/>
                </a:cubicBezTo>
                <a:cubicBezTo>
                  <a:pt x="1494853" y="839152"/>
                  <a:pt x="1497616" y="836390"/>
                  <a:pt x="1501045" y="836390"/>
                </a:cubicBezTo>
                <a:close/>
                <a:moveTo>
                  <a:pt x="1558004" y="4611910"/>
                </a:moveTo>
                <a:lnTo>
                  <a:pt x="1567053" y="4611910"/>
                </a:lnTo>
                <a:cubicBezTo>
                  <a:pt x="1570958" y="4611910"/>
                  <a:pt x="1574102" y="4608767"/>
                  <a:pt x="1574102" y="4604862"/>
                </a:cubicBezTo>
                <a:lnTo>
                  <a:pt x="1574102" y="4595813"/>
                </a:lnTo>
                <a:cubicBezTo>
                  <a:pt x="1574102" y="4591907"/>
                  <a:pt x="1570958" y="4588764"/>
                  <a:pt x="1567053" y="4588764"/>
                </a:cubicBezTo>
                <a:lnTo>
                  <a:pt x="1558004" y="4588764"/>
                </a:lnTo>
                <a:cubicBezTo>
                  <a:pt x="1554099" y="4588764"/>
                  <a:pt x="1550956" y="4591907"/>
                  <a:pt x="1550956" y="4595813"/>
                </a:cubicBezTo>
                <a:lnTo>
                  <a:pt x="1550956" y="4604862"/>
                </a:lnTo>
                <a:cubicBezTo>
                  <a:pt x="1550956" y="4608767"/>
                  <a:pt x="1554099" y="4611910"/>
                  <a:pt x="1558004" y="4611910"/>
                </a:cubicBezTo>
                <a:close/>
                <a:moveTo>
                  <a:pt x="1555814" y="4595908"/>
                </a:moveTo>
                <a:cubicBezTo>
                  <a:pt x="1555814" y="4594670"/>
                  <a:pt x="1556861" y="4593622"/>
                  <a:pt x="1558100" y="4593622"/>
                </a:cubicBezTo>
                <a:lnTo>
                  <a:pt x="1567148" y="4593622"/>
                </a:lnTo>
                <a:cubicBezTo>
                  <a:pt x="1568387" y="4593622"/>
                  <a:pt x="1569434" y="4594670"/>
                  <a:pt x="1569434" y="4595908"/>
                </a:cubicBezTo>
                <a:lnTo>
                  <a:pt x="1569434" y="4604957"/>
                </a:lnTo>
                <a:cubicBezTo>
                  <a:pt x="1569434" y="4606195"/>
                  <a:pt x="1568387" y="4607243"/>
                  <a:pt x="1567148" y="4607243"/>
                </a:cubicBezTo>
                <a:lnTo>
                  <a:pt x="1558100" y="4607243"/>
                </a:lnTo>
                <a:cubicBezTo>
                  <a:pt x="1556861" y="4607243"/>
                  <a:pt x="1555814" y="4606195"/>
                  <a:pt x="1555814" y="4604957"/>
                </a:cubicBezTo>
                <a:lnTo>
                  <a:pt x="1555814" y="4595908"/>
                </a:lnTo>
                <a:close/>
                <a:moveTo>
                  <a:pt x="1925384" y="4613910"/>
                </a:moveTo>
                <a:cubicBezTo>
                  <a:pt x="1925384" y="4616672"/>
                  <a:pt x="1923002" y="4618768"/>
                  <a:pt x="1920240" y="4618673"/>
                </a:cubicBezTo>
                <a:cubicBezTo>
                  <a:pt x="1917478" y="4618673"/>
                  <a:pt x="1915382" y="4616292"/>
                  <a:pt x="1915478" y="4613529"/>
                </a:cubicBezTo>
                <a:cubicBezTo>
                  <a:pt x="1915478" y="4610767"/>
                  <a:pt x="1917859" y="4608671"/>
                  <a:pt x="1920621" y="4608767"/>
                </a:cubicBezTo>
                <a:cubicBezTo>
                  <a:pt x="1923383" y="4608767"/>
                  <a:pt x="1925479" y="4611148"/>
                  <a:pt x="1925384" y="4613910"/>
                </a:cubicBezTo>
                <a:close/>
                <a:moveTo>
                  <a:pt x="488347" y="2151888"/>
                </a:moveTo>
                <a:lnTo>
                  <a:pt x="495205" y="2144840"/>
                </a:lnTo>
                <a:lnTo>
                  <a:pt x="498634" y="2148173"/>
                </a:lnTo>
                <a:lnTo>
                  <a:pt x="491776" y="2155222"/>
                </a:lnTo>
                <a:lnTo>
                  <a:pt x="488347" y="2151888"/>
                </a:lnTo>
                <a:close/>
                <a:moveTo>
                  <a:pt x="1243298" y="4546092"/>
                </a:moveTo>
                <a:cubicBezTo>
                  <a:pt x="1233202" y="4546092"/>
                  <a:pt x="1224915" y="4554284"/>
                  <a:pt x="1224915" y="4564476"/>
                </a:cubicBezTo>
                <a:cubicBezTo>
                  <a:pt x="1224915" y="4574667"/>
                  <a:pt x="1233107" y="4582859"/>
                  <a:pt x="1243298" y="4582859"/>
                </a:cubicBezTo>
                <a:cubicBezTo>
                  <a:pt x="1252157" y="4582859"/>
                  <a:pt x="1259586" y="4576477"/>
                  <a:pt x="1261301" y="4568095"/>
                </a:cubicBezTo>
                <a:lnTo>
                  <a:pt x="1358170" y="4569143"/>
                </a:lnTo>
                <a:cubicBezTo>
                  <a:pt x="1359122" y="4569143"/>
                  <a:pt x="1360075" y="4568762"/>
                  <a:pt x="1360742" y="4568000"/>
                </a:cubicBezTo>
                <a:lnTo>
                  <a:pt x="1404557" y="4521613"/>
                </a:lnTo>
                <a:cubicBezTo>
                  <a:pt x="1405223" y="4520946"/>
                  <a:pt x="1405509" y="4520089"/>
                  <a:pt x="1405509" y="4519137"/>
                </a:cubicBezTo>
                <a:lnTo>
                  <a:pt x="1405509" y="4414933"/>
                </a:lnTo>
                <a:lnTo>
                  <a:pt x="1408938" y="4414933"/>
                </a:lnTo>
                <a:cubicBezTo>
                  <a:pt x="1415225" y="4414933"/>
                  <a:pt x="1420463" y="4409789"/>
                  <a:pt x="1420463" y="4403408"/>
                </a:cubicBezTo>
                <a:lnTo>
                  <a:pt x="1420463" y="4352068"/>
                </a:lnTo>
                <a:cubicBezTo>
                  <a:pt x="1420463" y="4345781"/>
                  <a:pt x="1415320" y="4340543"/>
                  <a:pt x="1408938" y="4340543"/>
                </a:cubicBezTo>
                <a:lnTo>
                  <a:pt x="1405509" y="4340543"/>
                </a:lnTo>
                <a:lnTo>
                  <a:pt x="1405509" y="4259676"/>
                </a:lnTo>
                <a:lnTo>
                  <a:pt x="1410938" y="4259676"/>
                </a:lnTo>
                <a:cubicBezTo>
                  <a:pt x="1412272" y="4259676"/>
                  <a:pt x="1413320" y="4258628"/>
                  <a:pt x="1413320" y="4257294"/>
                </a:cubicBezTo>
                <a:lnTo>
                  <a:pt x="1413320" y="4239292"/>
                </a:lnTo>
                <a:cubicBezTo>
                  <a:pt x="1413320" y="4237959"/>
                  <a:pt x="1412272" y="4236911"/>
                  <a:pt x="1410938" y="4236911"/>
                </a:cubicBezTo>
                <a:lnTo>
                  <a:pt x="1404271" y="4236911"/>
                </a:lnTo>
                <a:lnTo>
                  <a:pt x="1404080" y="4195572"/>
                </a:lnTo>
                <a:lnTo>
                  <a:pt x="1376744" y="4163568"/>
                </a:lnTo>
                <a:cubicBezTo>
                  <a:pt x="1379411" y="4160234"/>
                  <a:pt x="1379696" y="4155472"/>
                  <a:pt x="1376934" y="4151948"/>
                </a:cubicBezTo>
                <a:cubicBezTo>
                  <a:pt x="1373696" y="4147852"/>
                  <a:pt x="1367790" y="4147090"/>
                  <a:pt x="1363694" y="4150328"/>
                </a:cubicBezTo>
                <a:cubicBezTo>
                  <a:pt x="1359599" y="4153567"/>
                  <a:pt x="1358837" y="4159472"/>
                  <a:pt x="1362075" y="4163568"/>
                </a:cubicBezTo>
                <a:cubicBezTo>
                  <a:pt x="1364742" y="4166902"/>
                  <a:pt x="1369124" y="4167854"/>
                  <a:pt x="1372934" y="4166426"/>
                </a:cubicBezTo>
                <a:lnTo>
                  <a:pt x="1399318" y="4197287"/>
                </a:lnTo>
                <a:lnTo>
                  <a:pt x="1399508" y="4236815"/>
                </a:lnTo>
                <a:lnTo>
                  <a:pt x="1392936" y="4236815"/>
                </a:lnTo>
                <a:cubicBezTo>
                  <a:pt x="1391603" y="4236815"/>
                  <a:pt x="1390555" y="4237863"/>
                  <a:pt x="1390555" y="4239197"/>
                </a:cubicBezTo>
                <a:lnTo>
                  <a:pt x="1390555" y="4257199"/>
                </a:lnTo>
                <a:cubicBezTo>
                  <a:pt x="1390555" y="4258532"/>
                  <a:pt x="1391603" y="4259580"/>
                  <a:pt x="1392936" y="4259580"/>
                </a:cubicBezTo>
                <a:lnTo>
                  <a:pt x="1398365" y="4259580"/>
                </a:lnTo>
                <a:lnTo>
                  <a:pt x="1398365" y="4340447"/>
                </a:lnTo>
                <a:lnTo>
                  <a:pt x="1394936" y="4340447"/>
                </a:lnTo>
                <a:cubicBezTo>
                  <a:pt x="1388650" y="4340447"/>
                  <a:pt x="1383411" y="4345591"/>
                  <a:pt x="1383411" y="4351973"/>
                </a:cubicBezTo>
                <a:lnTo>
                  <a:pt x="1383411" y="4403312"/>
                </a:lnTo>
                <a:cubicBezTo>
                  <a:pt x="1383411" y="4409599"/>
                  <a:pt x="1388555" y="4414838"/>
                  <a:pt x="1394936" y="4414838"/>
                </a:cubicBezTo>
                <a:lnTo>
                  <a:pt x="1398365" y="4414838"/>
                </a:lnTo>
                <a:lnTo>
                  <a:pt x="1398365" y="4517612"/>
                </a:lnTo>
                <a:lnTo>
                  <a:pt x="1356551" y="4561809"/>
                </a:lnTo>
                <a:lnTo>
                  <a:pt x="1261205" y="4560856"/>
                </a:lnTo>
                <a:cubicBezTo>
                  <a:pt x="1259586" y="4552379"/>
                  <a:pt x="1252157" y="4545997"/>
                  <a:pt x="1243203" y="4545997"/>
                </a:cubicBezTo>
                <a:close/>
                <a:moveTo>
                  <a:pt x="1255205" y="4565142"/>
                </a:moveTo>
                <a:cubicBezTo>
                  <a:pt x="1254824" y="4571429"/>
                  <a:pt x="1249680" y="4576477"/>
                  <a:pt x="1243394" y="4576477"/>
                </a:cubicBezTo>
                <a:cubicBezTo>
                  <a:pt x="1237107" y="4576477"/>
                  <a:pt x="1231392" y="4571143"/>
                  <a:pt x="1231392" y="4564476"/>
                </a:cubicBezTo>
                <a:cubicBezTo>
                  <a:pt x="1231392" y="4557808"/>
                  <a:pt x="1236726" y="4552474"/>
                  <a:pt x="1243394" y="4552474"/>
                </a:cubicBezTo>
                <a:cubicBezTo>
                  <a:pt x="1250061" y="4552474"/>
                  <a:pt x="1254824" y="4557522"/>
                  <a:pt x="1255205" y="4563809"/>
                </a:cubicBezTo>
                <a:lnTo>
                  <a:pt x="1255205" y="4565142"/>
                </a:lnTo>
                <a:close/>
                <a:moveTo>
                  <a:pt x="1395413" y="4255104"/>
                </a:moveTo>
                <a:lnTo>
                  <a:pt x="1395413" y="4241864"/>
                </a:lnTo>
                <a:lnTo>
                  <a:pt x="1408652" y="4241864"/>
                </a:lnTo>
                <a:lnTo>
                  <a:pt x="1408652" y="4255104"/>
                </a:lnTo>
                <a:lnTo>
                  <a:pt x="1395413" y="4255104"/>
                </a:lnTo>
                <a:close/>
                <a:moveTo>
                  <a:pt x="1390745" y="4352163"/>
                </a:moveTo>
                <a:cubicBezTo>
                  <a:pt x="1390745" y="4349782"/>
                  <a:pt x="1392650" y="4347782"/>
                  <a:pt x="1395127" y="4347782"/>
                </a:cubicBezTo>
                <a:lnTo>
                  <a:pt x="1409128" y="4347782"/>
                </a:lnTo>
                <a:cubicBezTo>
                  <a:pt x="1411510" y="4347782"/>
                  <a:pt x="1413510" y="4349687"/>
                  <a:pt x="1413510" y="4352163"/>
                </a:cubicBezTo>
                <a:lnTo>
                  <a:pt x="1413510" y="4361117"/>
                </a:lnTo>
                <a:lnTo>
                  <a:pt x="1390841" y="4361117"/>
                </a:lnTo>
                <a:lnTo>
                  <a:pt x="1390841" y="4352163"/>
                </a:lnTo>
                <a:close/>
                <a:moveTo>
                  <a:pt x="1395127" y="4407789"/>
                </a:moveTo>
                <a:cubicBezTo>
                  <a:pt x="1392746" y="4407789"/>
                  <a:pt x="1390745" y="4405884"/>
                  <a:pt x="1390745" y="4403408"/>
                </a:cubicBezTo>
                <a:lnTo>
                  <a:pt x="1390745" y="4391692"/>
                </a:lnTo>
                <a:lnTo>
                  <a:pt x="1413415" y="4391692"/>
                </a:lnTo>
                <a:lnTo>
                  <a:pt x="1413415" y="4403408"/>
                </a:lnTo>
                <a:cubicBezTo>
                  <a:pt x="1413415" y="4405789"/>
                  <a:pt x="1411510" y="4407789"/>
                  <a:pt x="1409033" y="4407789"/>
                </a:cubicBezTo>
                <a:lnTo>
                  <a:pt x="1395032" y="4407789"/>
                </a:lnTo>
                <a:close/>
                <a:moveTo>
                  <a:pt x="1927003" y="4574096"/>
                </a:moveTo>
                <a:cubicBezTo>
                  <a:pt x="1927003" y="4577715"/>
                  <a:pt x="1923955" y="4580573"/>
                  <a:pt x="1920335" y="4580573"/>
                </a:cubicBezTo>
                <a:cubicBezTo>
                  <a:pt x="1916716" y="4580573"/>
                  <a:pt x="1913858" y="4577525"/>
                  <a:pt x="1913858" y="4573905"/>
                </a:cubicBezTo>
                <a:cubicBezTo>
                  <a:pt x="1913858" y="4570286"/>
                  <a:pt x="1916906" y="4567428"/>
                  <a:pt x="1920526" y="4567428"/>
                </a:cubicBezTo>
                <a:cubicBezTo>
                  <a:pt x="1924145" y="4567428"/>
                  <a:pt x="1927003" y="4570476"/>
                  <a:pt x="1927003" y="4574096"/>
                </a:cubicBezTo>
                <a:close/>
                <a:moveTo>
                  <a:pt x="1920526" y="4588955"/>
                </a:moveTo>
                <a:cubicBezTo>
                  <a:pt x="1918145" y="4588955"/>
                  <a:pt x="1916049" y="4590288"/>
                  <a:pt x="1915192" y="4592384"/>
                </a:cubicBezTo>
                <a:lnTo>
                  <a:pt x="1810893" y="4592384"/>
                </a:lnTo>
                <a:cubicBezTo>
                  <a:pt x="1810893" y="4592384"/>
                  <a:pt x="1784699" y="4570476"/>
                  <a:pt x="1784699" y="4570476"/>
                </a:cubicBezTo>
                <a:lnTo>
                  <a:pt x="1691069" y="4570476"/>
                </a:lnTo>
                <a:cubicBezTo>
                  <a:pt x="1690402" y="4561809"/>
                  <a:pt x="1683258" y="4554855"/>
                  <a:pt x="1674400" y="4554855"/>
                </a:cubicBezTo>
                <a:cubicBezTo>
                  <a:pt x="1672400" y="4554855"/>
                  <a:pt x="1670495" y="4555236"/>
                  <a:pt x="1668685" y="4555903"/>
                </a:cubicBezTo>
                <a:lnTo>
                  <a:pt x="1642301" y="4523423"/>
                </a:lnTo>
                <a:lnTo>
                  <a:pt x="1642301" y="4415123"/>
                </a:lnTo>
                <a:lnTo>
                  <a:pt x="1635157" y="4415123"/>
                </a:lnTo>
                <a:lnTo>
                  <a:pt x="1635157" y="4524661"/>
                </a:lnTo>
                <a:cubicBezTo>
                  <a:pt x="1635157" y="4525518"/>
                  <a:pt x="1635443" y="4526280"/>
                  <a:pt x="1635919" y="4526947"/>
                </a:cubicBezTo>
                <a:lnTo>
                  <a:pt x="1662494" y="4559713"/>
                </a:lnTo>
                <a:cubicBezTo>
                  <a:pt x="1659446" y="4562761"/>
                  <a:pt x="1657541" y="4566952"/>
                  <a:pt x="1657541" y="4571619"/>
                </a:cubicBezTo>
                <a:cubicBezTo>
                  <a:pt x="1657541" y="4580859"/>
                  <a:pt x="1665065" y="4588383"/>
                  <a:pt x="1674305" y="4588383"/>
                </a:cubicBezTo>
                <a:cubicBezTo>
                  <a:pt x="1682306" y="4588383"/>
                  <a:pt x="1689068" y="4582763"/>
                  <a:pt x="1690688" y="4575144"/>
                </a:cubicBezTo>
                <a:lnTo>
                  <a:pt x="1782890" y="4575144"/>
                </a:lnTo>
                <a:lnTo>
                  <a:pt x="1809083" y="4597051"/>
                </a:lnTo>
                <a:lnTo>
                  <a:pt x="1915192" y="4597051"/>
                </a:lnTo>
                <a:cubicBezTo>
                  <a:pt x="1916049" y="4599051"/>
                  <a:pt x="1917954" y="4600385"/>
                  <a:pt x="1920240" y="4600480"/>
                </a:cubicBezTo>
                <a:cubicBezTo>
                  <a:pt x="1923383" y="4600480"/>
                  <a:pt x="1926050" y="4598004"/>
                  <a:pt x="1926146" y="4594860"/>
                </a:cubicBezTo>
                <a:cubicBezTo>
                  <a:pt x="1926146" y="4591717"/>
                  <a:pt x="1923669" y="4589050"/>
                  <a:pt x="1920526" y="4588955"/>
                </a:cubicBezTo>
                <a:close/>
                <a:moveTo>
                  <a:pt x="1674400" y="4582478"/>
                </a:moveTo>
                <a:cubicBezTo>
                  <a:pt x="1668399" y="4582478"/>
                  <a:pt x="1663446" y="4577525"/>
                  <a:pt x="1663446" y="4571524"/>
                </a:cubicBezTo>
                <a:cubicBezTo>
                  <a:pt x="1663446" y="4565523"/>
                  <a:pt x="1668399" y="4560570"/>
                  <a:pt x="1674400" y="4560570"/>
                </a:cubicBezTo>
                <a:cubicBezTo>
                  <a:pt x="1680401" y="4560570"/>
                  <a:pt x="1685353" y="4565523"/>
                  <a:pt x="1685353" y="4571524"/>
                </a:cubicBezTo>
                <a:cubicBezTo>
                  <a:pt x="1685353" y="4577525"/>
                  <a:pt x="1680401" y="4582478"/>
                  <a:pt x="1674400" y="4582478"/>
                </a:cubicBezTo>
                <a:close/>
                <a:moveTo>
                  <a:pt x="1422845" y="218218"/>
                </a:moveTo>
                <a:cubicBezTo>
                  <a:pt x="1422845" y="214503"/>
                  <a:pt x="1419797" y="211360"/>
                  <a:pt x="1415987" y="211360"/>
                </a:cubicBezTo>
                <a:lnTo>
                  <a:pt x="1401604" y="211360"/>
                </a:lnTo>
                <a:cubicBezTo>
                  <a:pt x="1397889" y="211360"/>
                  <a:pt x="1394746" y="214408"/>
                  <a:pt x="1394746" y="218218"/>
                </a:cubicBezTo>
                <a:lnTo>
                  <a:pt x="1394746" y="232601"/>
                </a:lnTo>
                <a:cubicBezTo>
                  <a:pt x="1394746" y="236315"/>
                  <a:pt x="1397794" y="239458"/>
                  <a:pt x="1401604" y="239458"/>
                </a:cubicBezTo>
                <a:lnTo>
                  <a:pt x="1415987" y="239458"/>
                </a:lnTo>
                <a:cubicBezTo>
                  <a:pt x="1417130" y="239458"/>
                  <a:pt x="1418177" y="239078"/>
                  <a:pt x="1419130" y="238601"/>
                </a:cubicBezTo>
                <a:lnTo>
                  <a:pt x="1465326" y="284036"/>
                </a:lnTo>
                <a:lnTo>
                  <a:pt x="1465326" y="330137"/>
                </a:lnTo>
                <a:lnTo>
                  <a:pt x="1471994" y="339566"/>
                </a:lnTo>
                <a:cubicBezTo>
                  <a:pt x="1471422" y="340519"/>
                  <a:pt x="1471041" y="341567"/>
                  <a:pt x="1471041" y="342805"/>
                </a:cubicBezTo>
                <a:lnTo>
                  <a:pt x="1471041" y="351568"/>
                </a:lnTo>
                <a:cubicBezTo>
                  <a:pt x="1471041" y="355283"/>
                  <a:pt x="1474089" y="358426"/>
                  <a:pt x="1477899" y="358426"/>
                </a:cubicBezTo>
                <a:lnTo>
                  <a:pt x="1486662" y="358426"/>
                </a:lnTo>
                <a:cubicBezTo>
                  <a:pt x="1487805" y="358426"/>
                  <a:pt x="1488853" y="358045"/>
                  <a:pt x="1489805" y="357569"/>
                </a:cubicBezTo>
                <a:lnTo>
                  <a:pt x="1517523" y="390239"/>
                </a:lnTo>
                <a:lnTo>
                  <a:pt x="1517523" y="506444"/>
                </a:lnTo>
                <a:cubicBezTo>
                  <a:pt x="1517523" y="506444"/>
                  <a:pt x="1507712" y="524828"/>
                  <a:pt x="1507712" y="524828"/>
                </a:cubicBezTo>
                <a:lnTo>
                  <a:pt x="1507331" y="573215"/>
                </a:lnTo>
                <a:lnTo>
                  <a:pt x="1508474" y="573215"/>
                </a:lnTo>
                <a:cubicBezTo>
                  <a:pt x="1508474" y="573215"/>
                  <a:pt x="1502474" y="573215"/>
                  <a:pt x="1502474" y="573215"/>
                </a:cubicBezTo>
                <a:cubicBezTo>
                  <a:pt x="1499997" y="573215"/>
                  <a:pt x="1497997" y="575215"/>
                  <a:pt x="1497997" y="577691"/>
                </a:cubicBezTo>
                <a:lnTo>
                  <a:pt x="1497997" y="592074"/>
                </a:lnTo>
                <a:cubicBezTo>
                  <a:pt x="1497997" y="594551"/>
                  <a:pt x="1499997" y="596551"/>
                  <a:pt x="1502474" y="596551"/>
                </a:cubicBezTo>
                <a:lnTo>
                  <a:pt x="1516856" y="596551"/>
                </a:lnTo>
                <a:cubicBezTo>
                  <a:pt x="1519333" y="596551"/>
                  <a:pt x="1521333" y="594551"/>
                  <a:pt x="1521333" y="592074"/>
                </a:cubicBezTo>
                <a:lnTo>
                  <a:pt x="1521333" y="577691"/>
                </a:lnTo>
                <a:cubicBezTo>
                  <a:pt x="1521333" y="575215"/>
                  <a:pt x="1519333" y="573215"/>
                  <a:pt x="1516856" y="573215"/>
                </a:cubicBezTo>
                <a:lnTo>
                  <a:pt x="1511999" y="573215"/>
                </a:lnTo>
                <a:lnTo>
                  <a:pt x="1511999" y="526542"/>
                </a:lnTo>
                <a:cubicBezTo>
                  <a:pt x="1511999" y="526542"/>
                  <a:pt x="1522000" y="508159"/>
                  <a:pt x="1522000" y="508159"/>
                </a:cubicBezTo>
                <a:lnTo>
                  <a:pt x="1522190" y="388430"/>
                </a:lnTo>
                <a:lnTo>
                  <a:pt x="1492949" y="353854"/>
                </a:lnTo>
                <a:cubicBezTo>
                  <a:pt x="1493234" y="353092"/>
                  <a:pt x="1493425" y="352330"/>
                  <a:pt x="1493425" y="351568"/>
                </a:cubicBezTo>
                <a:lnTo>
                  <a:pt x="1493425" y="342805"/>
                </a:lnTo>
                <a:cubicBezTo>
                  <a:pt x="1493425" y="339090"/>
                  <a:pt x="1490377" y="335947"/>
                  <a:pt x="1486567" y="335947"/>
                </a:cubicBezTo>
                <a:lnTo>
                  <a:pt x="1477804" y="335947"/>
                </a:lnTo>
                <a:cubicBezTo>
                  <a:pt x="1476947" y="335947"/>
                  <a:pt x="1476185" y="336137"/>
                  <a:pt x="1475518" y="336423"/>
                </a:cubicBezTo>
                <a:lnTo>
                  <a:pt x="1469993" y="328613"/>
                </a:lnTo>
                <a:lnTo>
                  <a:pt x="1469993" y="282035"/>
                </a:lnTo>
                <a:lnTo>
                  <a:pt x="1422178" y="235077"/>
                </a:lnTo>
                <a:cubicBezTo>
                  <a:pt x="1422464" y="234315"/>
                  <a:pt x="1422654" y="233553"/>
                  <a:pt x="1422654" y="232696"/>
                </a:cubicBezTo>
                <a:lnTo>
                  <a:pt x="1422654" y="218313"/>
                </a:lnTo>
                <a:close/>
                <a:moveTo>
                  <a:pt x="1418082" y="232601"/>
                </a:moveTo>
                <a:cubicBezTo>
                  <a:pt x="1418082" y="233744"/>
                  <a:pt x="1417130" y="234696"/>
                  <a:pt x="1415987" y="234696"/>
                </a:cubicBezTo>
                <a:lnTo>
                  <a:pt x="1401604" y="234696"/>
                </a:lnTo>
                <a:cubicBezTo>
                  <a:pt x="1400461" y="234696"/>
                  <a:pt x="1399508" y="233744"/>
                  <a:pt x="1399508" y="232601"/>
                </a:cubicBezTo>
                <a:lnTo>
                  <a:pt x="1399508" y="218218"/>
                </a:lnTo>
                <a:cubicBezTo>
                  <a:pt x="1399508" y="217075"/>
                  <a:pt x="1400461" y="216122"/>
                  <a:pt x="1401604" y="216122"/>
                </a:cubicBezTo>
                <a:lnTo>
                  <a:pt x="1415987" y="216122"/>
                </a:lnTo>
                <a:cubicBezTo>
                  <a:pt x="1417130" y="216122"/>
                  <a:pt x="1418082" y="217075"/>
                  <a:pt x="1418082" y="218218"/>
                </a:cubicBezTo>
                <a:lnTo>
                  <a:pt x="1418082" y="232601"/>
                </a:lnTo>
                <a:close/>
                <a:moveTo>
                  <a:pt x="1475994" y="342710"/>
                </a:moveTo>
                <a:cubicBezTo>
                  <a:pt x="1475994" y="341567"/>
                  <a:pt x="1476947" y="340614"/>
                  <a:pt x="1478090" y="340614"/>
                </a:cubicBezTo>
                <a:lnTo>
                  <a:pt x="1486853" y="340614"/>
                </a:lnTo>
                <a:cubicBezTo>
                  <a:pt x="1487996" y="340614"/>
                  <a:pt x="1488948" y="341567"/>
                  <a:pt x="1488948" y="342710"/>
                </a:cubicBezTo>
                <a:lnTo>
                  <a:pt x="1488948" y="351473"/>
                </a:lnTo>
                <a:cubicBezTo>
                  <a:pt x="1488948" y="352615"/>
                  <a:pt x="1487996" y="353568"/>
                  <a:pt x="1486853" y="353568"/>
                </a:cubicBezTo>
                <a:lnTo>
                  <a:pt x="1478090" y="353568"/>
                </a:lnTo>
                <a:cubicBezTo>
                  <a:pt x="1476947" y="353568"/>
                  <a:pt x="1475994" y="352615"/>
                  <a:pt x="1475994" y="351473"/>
                </a:cubicBezTo>
                <a:lnTo>
                  <a:pt x="1475994" y="342710"/>
                </a:lnTo>
                <a:close/>
                <a:moveTo>
                  <a:pt x="1561433" y="850583"/>
                </a:moveTo>
                <a:cubicBezTo>
                  <a:pt x="1557433" y="850583"/>
                  <a:pt x="1554290" y="847344"/>
                  <a:pt x="1554290" y="843439"/>
                </a:cubicBezTo>
                <a:cubicBezTo>
                  <a:pt x="1554290" y="839534"/>
                  <a:pt x="1557528" y="836295"/>
                  <a:pt x="1561433" y="836295"/>
                </a:cubicBezTo>
                <a:cubicBezTo>
                  <a:pt x="1565339" y="836295"/>
                  <a:pt x="1568577" y="839534"/>
                  <a:pt x="1568577" y="843439"/>
                </a:cubicBezTo>
                <a:cubicBezTo>
                  <a:pt x="1568577" y="847344"/>
                  <a:pt x="1565339" y="850583"/>
                  <a:pt x="1561433" y="850583"/>
                </a:cubicBezTo>
                <a:close/>
                <a:moveTo>
                  <a:pt x="1467803" y="222028"/>
                </a:moveTo>
                <a:lnTo>
                  <a:pt x="1467803" y="228791"/>
                </a:lnTo>
                <a:cubicBezTo>
                  <a:pt x="1467803" y="230124"/>
                  <a:pt x="1466660" y="231267"/>
                  <a:pt x="1465326" y="231267"/>
                </a:cubicBezTo>
                <a:lnTo>
                  <a:pt x="1458563" y="231267"/>
                </a:lnTo>
                <a:cubicBezTo>
                  <a:pt x="1457230" y="231267"/>
                  <a:pt x="1456087" y="230124"/>
                  <a:pt x="1456087" y="228791"/>
                </a:cubicBezTo>
                <a:lnTo>
                  <a:pt x="1456087" y="222028"/>
                </a:lnTo>
                <a:cubicBezTo>
                  <a:pt x="1456087" y="220694"/>
                  <a:pt x="1457230" y="219551"/>
                  <a:pt x="1458563" y="219551"/>
                </a:cubicBezTo>
                <a:lnTo>
                  <a:pt x="1465326" y="219551"/>
                </a:lnTo>
                <a:cubicBezTo>
                  <a:pt x="1466660" y="219551"/>
                  <a:pt x="1467803" y="220694"/>
                  <a:pt x="1467803" y="222028"/>
                </a:cubicBezTo>
                <a:close/>
                <a:moveTo>
                  <a:pt x="1527143" y="2404301"/>
                </a:moveTo>
                <a:lnTo>
                  <a:pt x="1400842" y="2404301"/>
                </a:lnTo>
                <a:cubicBezTo>
                  <a:pt x="1400080" y="2401729"/>
                  <a:pt x="1398651" y="2399348"/>
                  <a:pt x="1396651" y="2397443"/>
                </a:cubicBezTo>
                <a:cubicBezTo>
                  <a:pt x="1393603" y="2394585"/>
                  <a:pt x="1389602" y="2393061"/>
                  <a:pt x="1385411" y="2393252"/>
                </a:cubicBezTo>
                <a:cubicBezTo>
                  <a:pt x="1381220" y="2393442"/>
                  <a:pt x="1377315" y="2395157"/>
                  <a:pt x="1374457" y="2398205"/>
                </a:cubicBezTo>
                <a:cubicBezTo>
                  <a:pt x="1371600" y="2401253"/>
                  <a:pt x="1370076" y="2405253"/>
                  <a:pt x="1370267" y="2409444"/>
                </a:cubicBezTo>
                <a:cubicBezTo>
                  <a:pt x="1370552" y="2417445"/>
                  <a:pt x="1376839" y="2423732"/>
                  <a:pt x="1384554" y="2424398"/>
                </a:cubicBezTo>
                <a:lnTo>
                  <a:pt x="1383602" y="2537460"/>
                </a:lnTo>
                <a:lnTo>
                  <a:pt x="1438847" y="2602230"/>
                </a:lnTo>
                <a:lnTo>
                  <a:pt x="1438656" y="2682145"/>
                </a:lnTo>
                <a:lnTo>
                  <a:pt x="1390174" y="2735485"/>
                </a:lnTo>
                <a:lnTo>
                  <a:pt x="1359980" y="2735675"/>
                </a:lnTo>
                <a:cubicBezTo>
                  <a:pt x="1359980" y="2735675"/>
                  <a:pt x="1359599" y="2734723"/>
                  <a:pt x="1359313" y="2734342"/>
                </a:cubicBezTo>
                <a:cubicBezTo>
                  <a:pt x="1357694" y="2732342"/>
                  <a:pt x="1355312" y="2731008"/>
                  <a:pt x="1352741" y="2730722"/>
                </a:cubicBezTo>
                <a:cubicBezTo>
                  <a:pt x="1350169" y="2730437"/>
                  <a:pt x="1347597" y="2731199"/>
                  <a:pt x="1345597" y="2732818"/>
                </a:cubicBezTo>
                <a:cubicBezTo>
                  <a:pt x="1343597" y="2734437"/>
                  <a:pt x="1342263" y="2736818"/>
                  <a:pt x="1341977" y="2739390"/>
                </a:cubicBezTo>
                <a:cubicBezTo>
                  <a:pt x="1341406" y="2744724"/>
                  <a:pt x="1345311" y="2749582"/>
                  <a:pt x="1350645" y="2750153"/>
                </a:cubicBezTo>
                <a:cubicBezTo>
                  <a:pt x="1351026" y="2750153"/>
                  <a:pt x="1351312" y="2750153"/>
                  <a:pt x="1351693" y="2750153"/>
                </a:cubicBezTo>
                <a:cubicBezTo>
                  <a:pt x="1356646" y="2750153"/>
                  <a:pt x="1360837" y="2746438"/>
                  <a:pt x="1361408" y="2741390"/>
                </a:cubicBezTo>
                <a:cubicBezTo>
                  <a:pt x="1361408" y="2741009"/>
                  <a:pt x="1361408" y="2740724"/>
                  <a:pt x="1361408" y="2740343"/>
                </a:cubicBezTo>
                <a:lnTo>
                  <a:pt x="1392460" y="2740057"/>
                </a:lnTo>
                <a:lnTo>
                  <a:pt x="1443609" y="2683764"/>
                </a:lnTo>
                <a:lnTo>
                  <a:pt x="1443800" y="2600230"/>
                </a:lnTo>
                <a:lnTo>
                  <a:pt x="1388555" y="2535460"/>
                </a:lnTo>
                <a:lnTo>
                  <a:pt x="1389507" y="2423827"/>
                </a:lnTo>
                <a:cubicBezTo>
                  <a:pt x="1396460" y="2422303"/>
                  <a:pt x="1401699" y="2416016"/>
                  <a:pt x="1401699" y="2408682"/>
                </a:cubicBezTo>
                <a:lnTo>
                  <a:pt x="1529525" y="2408682"/>
                </a:lnTo>
                <a:lnTo>
                  <a:pt x="1548670" y="2386489"/>
                </a:lnTo>
                <a:lnTo>
                  <a:pt x="1646396" y="2386489"/>
                </a:lnTo>
                <a:lnTo>
                  <a:pt x="1646396" y="2390775"/>
                </a:lnTo>
                <a:cubicBezTo>
                  <a:pt x="1646396" y="2395538"/>
                  <a:pt x="1650302" y="2399443"/>
                  <a:pt x="1655064" y="2399443"/>
                </a:cubicBezTo>
                <a:lnTo>
                  <a:pt x="1668304" y="2399443"/>
                </a:lnTo>
                <a:cubicBezTo>
                  <a:pt x="1673066" y="2399443"/>
                  <a:pt x="1676972" y="2395538"/>
                  <a:pt x="1676972" y="2390775"/>
                </a:cubicBezTo>
                <a:lnTo>
                  <a:pt x="1676972" y="2377535"/>
                </a:lnTo>
                <a:cubicBezTo>
                  <a:pt x="1676972" y="2372773"/>
                  <a:pt x="1673066" y="2368868"/>
                  <a:pt x="1668304" y="2368868"/>
                </a:cubicBezTo>
                <a:lnTo>
                  <a:pt x="1655064" y="2368868"/>
                </a:lnTo>
                <a:cubicBezTo>
                  <a:pt x="1650302" y="2368868"/>
                  <a:pt x="1646396" y="2372773"/>
                  <a:pt x="1646396" y="2377535"/>
                </a:cubicBezTo>
                <a:lnTo>
                  <a:pt x="1646396" y="2381822"/>
                </a:lnTo>
                <a:lnTo>
                  <a:pt x="1546479" y="2381822"/>
                </a:lnTo>
                <a:lnTo>
                  <a:pt x="1527334" y="2404015"/>
                </a:lnTo>
                <a:close/>
                <a:moveTo>
                  <a:pt x="1351121" y="2745677"/>
                </a:moveTo>
                <a:cubicBezTo>
                  <a:pt x="1348359" y="2745391"/>
                  <a:pt x="1346359" y="2742914"/>
                  <a:pt x="1346645" y="2740152"/>
                </a:cubicBezTo>
                <a:cubicBezTo>
                  <a:pt x="1346835" y="2738819"/>
                  <a:pt x="1347407" y="2737676"/>
                  <a:pt x="1348454" y="2736818"/>
                </a:cubicBezTo>
                <a:cubicBezTo>
                  <a:pt x="1349312" y="2736056"/>
                  <a:pt x="1350455" y="2735675"/>
                  <a:pt x="1351598" y="2735675"/>
                </a:cubicBezTo>
                <a:cubicBezTo>
                  <a:pt x="1351788" y="2735675"/>
                  <a:pt x="1351978" y="2735675"/>
                  <a:pt x="1352169" y="2735675"/>
                </a:cubicBezTo>
                <a:cubicBezTo>
                  <a:pt x="1353503" y="2735771"/>
                  <a:pt x="1354741" y="2736437"/>
                  <a:pt x="1355503" y="2737485"/>
                </a:cubicBezTo>
                <a:cubicBezTo>
                  <a:pt x="1356360" y="2738533"/>
                  <a:pt x="1356741" y="2739867"/>
                  <a:pt x="1356551" y="2741200"/>
                </a:cubicBezTo>
                <a:cubicBezTo>
                  <a:pt x="1356265" y="2743962"/>
                  <a:pt x="1353884" y="2745962"/>
                  <a:pt x="1351026" y="2745677"/>
                </a:cubicBezTo>
                <a:close/>
                <a:moveTo>
                  <a:pt x="1386269" y="2419826"/>
                </a:moveTo>
                <a:cubicBezTo>
                  <a:pt x="1383221" y="2419922"/>
                  <a:pt x="1380553" y="2418874"/>
                  <a:pt x="1378458" y="2416874"/>
                </a:cubicBezTo>
                <a:cubicBezTo>
                  <a:pt x="1376363" y="2414873"/>
                  <a:pt x="1375124" y="2412206"/>
                  <a:pt x="1375029" y="2409254"/>
                </a:cubicBezTo>
                <a:cubicBezTo>
                  <a:pt x="1374934" y="2406301"/>
                  <a:pt x="1375982" y="2403539"/>
                  <a:pt x="1377982" y="2401443"/>
                </a:cubicBezTo>
                <a:cubicBezTo>
                  <a:pt x="1379982" y="2399348"/>
                  <a:pt x="1382649" y="2398109"/>
                  <a:pt x="1385602" y="2398014"/>
                </a:cubicBezTo>
                <a:cubicBezTo>
                  <a:pt x="1385697" y="2398014"/>
                  <a:pt x="1385888" y="2398014"/>
                  <a:pt x="1385983" y="2398014"/>
                </a:cubicBezTo>
                <a:cubicBezTo>
                  <a:pt x="1388745" y="2398014"/>
                  <a:pt x="1391412" y="2399062"/>
                  <a:pt x="1393412" y="2400967"/>
                </a:cubicBezTo>
                <a:cubicBezTo>
                  <a:pt x="1395508" y="2402967"/>
                  <a:pt x="1396746" y="2405634"/>
                  <a:pt x="1396841" y="2408587"/>
                </a:cubicBezTo>
                <a:cubicBezTo>
                  <a:pt x="1397032" y="2414588"/>
                  <a:pt x="1392365" y="2419636"/>
                  <a:pt x="1386364" y="2419826"/>
                </a:cubicBezTo>
                <a:close/>
                <a:moveTo>
                  <a:pt x="1650968" y="2377821"/>
                </a:moveTo>
                <a:cubicBezTo>
                  <a:pt x="1650968" y="2375726"/>
                  <a:pt x="1652683" y="2373916"/>
                  <a:pt x="1654874" y="2373916"/>
                </a:cubicBezTo>
                <a:lnTo>
                  <a:pt x="1668113" y="2373916"/>
                </a:lnTo>
                <a:cubicBezTo>
                  <a:pt x="1670209" y="2373916"/>
                  <a:pt x="1672019" y="2375630"/>
                  <a:pt x="1672019" y="2377821"/>
                </a:cubicBezTo>
                <a:lnTo>
                  <a:pt x="1672019" y="2391061"/>
                </a:lnTo>
                <a:cubicBezTo>
                  <a:pt x="1672019" y="2393156"/>
                  <a:pt x="1670304" y="2394966"/>
                  <a:pt x="1668113" y="2394966"/>
                </a:cubicBezTo>
                <a:lnTo>
                  <a:pt x="1654874" y="2394966"/>
                </a:lnTo>
                <a:cubicBezTo>
                  <a:pt x="1652778" y="2394966"/>
                  <a:pt x="1650968" y="2393252"/>
                  <a:pt x="1650968" y="2391061"/>
                </a:cubicBezTo>
                <a:lnTo>
                  <a:pt x="1650968" y="2377821"/>
                </a:lnTo>
                <a:close/>
                <a:moveTo>
                  <a:pt x="1388269" y="761238"/>
                </a:moveTo>
                <a:cubicBezTo>
                  <a:pt x="1391698" y="761238"/>
                  <a:pt x="1394460" y="764000"/>
                  <a:pt x="1394460" y="767429"/>
                </a:cubicBezTo>
                <a:cubicBezTo>
                  <a:pt x="1394460" y="770858"/>
                  <a:pt x="1391698" y="773621"/>
                  <a:pt x="1388269" y="773621"/>
                </a:cubicBezTo>
                <a:cubicBezTo>
                  <a:pt x="1384840" y="773621"/>
                  <a:pt x="1382078" y="770858"/>
                  <a:pt x="1382078" y="767429"/>
                </a:cubicBezTo>
                <a:cubicBezTo>
                  <a:pt x="1382078" y="764000"/>
                  <a:pt x="1384840" y="761238"/>
                  <a:pt x="1388269" y="761238"/>
                </a:cubicBezTo>
                <a:close/>
                <a:moveTo>
                  <a:pt x="2367629" y="4702397"/>
                </a:moveTo>
                <a:lnTo>
                  <a:pt x="2367629" y="4692015"/>
                </a:lnTo>
                <a:cubicBezTo>
                  <a:pt x="2367629" y="4689920"/>
                  <a:pt x="2365915" y="4688301"/>
                  <a:pt x="2363915" y="4688301"/>
                </a:cubicBezTo>
                <a:lnTo>
                  <a:pt x="2361057" y="4688301"/>
                </a:lnTo>
                <a:lnTo>
                  <a:pt x="2361057" y="4665060"/>
                </a:lnTo>
                <a:lnTo>
                  <a:pt x="2331339" y="4632198"/>
                </a:lnTo>
                <a:cubicBezTo>
                  <a:pt x="2332006" y="4631436"/>
                  <a:pt x="2332768" y="4630674"/>
                  <a:pt x="2333244" y="4629722"/>
                </a:cubicBezTo>
                <a:cubicBezTo>
                  <a:pt x="2334768" y="4626674"/>
                  <a:pt x="2334959" y="4623245"/>
                  <a:pt x="2333911" y="4620102"/>
                </a:cubicBezTo>
                <a:cubicBezTo>
                  <a:pt x="2332863" y="4616863"/>
                  <a:pt x="2330577" y="4614291"/>
                  <a:pt x="2327529" y="4612862"/>
                </a:cubicBezTo>
                <a:cubicBezTo>
                  <a:pt x="2324481" y="4611338"/>
                  <a:pt x="2321052" y="4611148"/>
                  <a:pt x="2317909" y="4612196"/>
                </a:cubicBezTo>
                <a:cubicBezTo>
                  <a:pt x="2314670" y="4613244"/>
                  <a:pt x="2312099" y="4615529"/>
                  <a:pt x="2310575" y="4618578"/>
                </a:cubicBezTo>
                <a:cubicBezTo>
                  <a:pt x="2309051" y="4621626"/>
                  <a:pt x="2308860" y="4625054"/>
                  <a:pt x="2309908" y="4628198"/>
                </a:cubicBezTo>
                <a:cubicBezTo>
                  <a:pt x="2310956" y="4631341"/>
                  <a:pt x="2313242" y="4634008"/>
                  <a:pt x="2316290" y="4635437"/>
                </a:cubicBezTo>
                <a:cubicBezTo>
                  <a:pt x="2318099" y="4636294"/>
                  <a:pt x="2320004" y="4636770"/>
                  <a:pt x="2321909" y="4636770"/>
                </a:cubicBezTo>
                <a:cubicBezTo>
                  <a:pt x="2323243" y="4636770"/>
                  <a:pt x="2324576" y="4636580"/>
                  <a:pt x="2325910" y="4636104"/>
                </a:cubicBezTo>
                <a:cubicBezTo>
                  <a:pt x="2326481" y="4635913"/>
                  <a:pt x="2326958" y="4635437"/>
                  <a:pt x="2327529" y="4635151"/>
                </a:cubicBezTo>
                <a:lnTo>
                  <a:pt x="2356295" y="4666869"/>
                </a:lnTo>
                <a:lnTo>
                  <a:pt x="2356295" y="4688205"/>
                </a:lnTo>
                <a:lnTo>
                  <a:pt x="2353437" y="4688205"/>
                </a:lnTo>
                <a:cubicBezTo>
                  <a:pt x="2351342" y="4688205"/>
                  <a:pt x="2349722" y="4689920"/>
                  <a:pt x="2349722" y="4691920"/>
                </a:cubicBezTo>
                <a:lnTo>
                  <a:pt x="2349722" y="4702302"/>
                </a:lnTo>
                <a:cubicBezTo>
                  <a:pt x="2349722" y="4704398"/>
                  <a:pt x="2351437" y="4706017"/>
                  <a:pt x="2353437" y="4706017"/>
                </a:cubicBezTo>
                <a:lnTo>
                  <a:pt x="2363819" y="4706017"/>
                </a:lnTo>
                <a:cubicBezTo>
                  <a:pt x="2365915" y="4706017"/>
                  <a:pt x="2367534" y="4704303"/>
                  <a:pt x="2367534" y="4702302"/>
                </a:cubicBezTo>
                <a:close/>
                <a:moveTo>
                  <a:pt x="2328958" y="4627531"/>
                </a:moveTo>
                <a:cubicBezTo>
                  <a:pt x="2328005" y="4629436"/>
                  <a:pt x="2326386" y="4630770"/>
                  <a:pt x="2324386" y="4631436"/>
                </a:cubicBezTo>
                <a:cubicBezTo>
                  <a:pt x="2322386" y="4632103"/>
                  <a:pt x="2320290" y="4631912"/>
                  <a:pt x="2318385" y="4631055"/>
                </a:cubicBezTo>
                <a:cubicBezTo>
                  <a:pt x="2316480" y="4630103"/>
                  <a:pt x="2315147" y="4628484"/>
                  <a:pt x="2314480" y="4626483"/>
                </a:cubicBezTo>
                <a:cubicBezTo>
                  <a:pt x="2313813" y="4624483"/>
                  <a:pt x="2314004" y="4622387"/>
                  <a:pt x="2314861" y="4620482"/>
                </a:cubicBezTo>
                <a:cubicBezTo>
                  <a:pt x="2315813" y="4618578"/>
                  <a:pt x="2317433" y="4617244"/>
                  <a:pt x="2319433" y="4616577"/>
                </a:cubicBezTo>
                <a:cubicBezTo>
                  <a:pt x="2320290" y="4616292"/>
                  <a:pt x="2321052" y="4616196"/>
                  <a:pt x="2321909" y="4616196"/>
                </a:cubicBezTo>
                <a:cubicBezTo>
                  <a:pt x="2323148" y="4616196"/>
                  <a:pt x="2324291" y="4616482"/>
                  <a:pt x="2325434" y="4617054"/>
                </a:cubicBezTo>
                <a:cubicBezTo>
                  <a:pt x="2327339" y="4618006"/>
                  <a:pt x="2328672" y="4619625"/>
                  <a:pt x="2329339" y="4621626"/>
                </a:cubicBezTo>
                <a:cubicBezTo>
                  <a:pt x="2330006" y="4623626"/>
                  <a:pt x="2329815" y="4625721"/>
                  <a:pt x="2328958" y="4627626"/>
                </a:cubicBezTo>
                <a:close/>
                <a:moveTo>
                  <a:pt x="663607" y="4311777"/>
                </a:moveTo>
                <a:lnTo>
                  <a:pt x="656463" y="4311777"/>
                </a:lnTo>
                <a:lnTo>
                  <a:pt x="656463" y="4304157"/>
                </a:lnTo>
                <a:lnTo>
                  <a:pt x="663607" y="4304157"/>
                </a:lnTo>
                <a:lnTo>
                  <a:pt x="663607" y="4311777"/>
                </a:lnTo>
                <a:close/>
                <a:moveTo>
                  <a:pt x="2121218" y="88011"/>
                </a:moveTo>
                <a:cubicBezTo>
                  <a:pt x="2121218" y="84106"/>
                  <a:pt x="2118074" y="80963"/>
                  <a:pt x="2114169" y="80963"/>
                </a:cubicBezTo>
                <a:cubicBezTo>
                  <a:pt x="2110264" y="80963"/>
                  <a:pt x="2107121" y="84106"/>
                  <a:pt x="2107121" y="88011"/>
                </a:cubicBezTo>
                <a:cubicBezTo>
                  <a:pt x="2107121" y="91059"/>
                  <a:pt x="2109121" y="93631"/>
                  <a:pt x="2111788" y="94583"/>
                </a:cubicBezTo>
                <a:lnTo>
                  <a:pt x="2111788" y="112205"/>
                </a:lnTo>
                <a:cubicBezTo>
                  <a:pt x="2111788" y="113348"/>
                  <a:pt x="2112645" y="114395"/>
                  <a:pt x="2113788" y="114586"/>
                </a:cubicBezTo>
                <a:lnTo>
                  <a:pt x="2142173" y="138494"/>
                </a:lnTo>
                <a:lnTo>
                  <a:pt x="2141982" y="222790"/>
                </a:lnTo>
                <a:lnTo>
                  <a:pt x="2116265" y="254032"/>
                </a:lnTo>
                <a:cubicBezTo>
                  <a:pt x="2116265" y="254032"/>
                  <a:pt x="2115693" y="254984"/>
                  <a:pt x="2115693" y="255556"/>
                </a:cubicBezTo>
                <a:lnTo>
                  <a:pt x="2115693" y="352044"/>
                </a:lnTo>
                <a:cubicBezTo>
                  <a:pt x="2115693" y="352615"/>
                  <a:pt x="2115788" y="353092"/>
                  <a:pt x="2116169" y="353473"/>
                </a:cubicBezTo>
                <a:lnTo>
                  <a:pt x="2147316" y="394049"/>
                </a:lnTo>
                <a:lnTo>
                  <a:pt x="2147316" y="459962"/>
                </a:lnTo>
                <a:lnTo>
                  <a:pt x="2143411" y="459962"/>
                </a:lnTo>
                <a:cubicBezTo>
                  <a:pt x="2140458" y="459962"/>
                  <a:pt x="2138077" y="462344"/>
                  <a:pt x="2138077" y="465296"/>
                </a:cubicBezTo>
                <a:lnTo>
                  <a:pt x="2138077" y="477964"/>
                </a:lnTo>
                <a:cubicBezTo>
                  <a:pt x="2138077" y="480917"/>
                  <a:pt x="2140458" y="483299"/>
                  <a:pt x="2143411" y="483299"/>
                </a:cubicBezTo>
                <a:lnTo>
                  <a:pt x="2156079" y="483299"/>
                </a:lnTo>
                <a:cubicBezTo>
                  <a:pt x="2159032" y="483299"/>
                  <a:pt x="2161413" y="480917"/>
                  <a:pt x="2161413" y="477964"/>
                </a:cubicBezTo>
                <a:lnTo>
                  <a:pt x="2161413" y="465296"/>
                </a:lnTo>
                <a:cubicBezTo>
                  <a:pt x="2161413" y="462344"/>
                  <a:pt x="2159032" y="459962"/>
                  <a:pt x="2156079" y="459962"/>
                </a:cubicBezTo>
                <a:lnTo>
                  <a:pt x="2152174" y="459962"/>
                </a:lnTo>
                <a:lnTo>
                  <a:pt x="2152174" y="393192"/>
                </a:lnTo>
                <a:cubicBezTo>
                  <a:pt x="2152174" y="392621"/>
                  <a:pt x="2151983" y="392144"/>
                  <a:pt x="2151698" y="391763"/>
                </a:cubicBezTo>
                <a:lnTo>
                  <a:pt x="2120551" y="351187"/>
                </a:lnTo>
                <a:lnTo>
                  <a:pt x="2120551" y="256318"/>
                </a:lnTo>
                <a:cubicBezTo>
                  <a:pt x="2120551" y="256318"/>
                  <a:pt x="2146268" y="225076"/>
                  <a:pt x="2146268" y="225076"/>
                </a:cubicBezTo>
                <a:cubicBezTo>
                  <a:pt x="2146649" y="224695"/>
                  <a:pt x="2146840" y="224123"/>
                  <a:pt x="2146840" y="223552"/>
                </a:cubicBezTo>
                <a:lnTo>
                  <a:pt x="2147030" y="138208"/>
                </a:lnTo>
                <a:lnTo>
                  <a:pt x="2167128" y="118301"/>
                </a:lnTo>
                <a:lnTo>
                  <a:pt x="2167128" y="69914"/>
                </a:lnTo>
                <a:cubicBezTo>
                  <a:pt x="2167700" y="69628"/>
                  <a:pt x="2168176" y="69342"/>
                  <a:pt x="2168652" y="68961"/>
                </a:cubicBezTo>
                <a:lnTo>
                  <a:pt x="2174367" y="63246"/>
                </a:lnTo>
                <a:cubicBezTo>
                  <a:pt x="2176558" y="61055"/>
                  <a:pt x="2176558" y="57626"/>
                  <a:pt x="2174367" y="55436"/>
                </a:cubicBezTo>
                <a:lnTo>
                  <a:pt x="2168652" y="49721"/>
                </a:lnTo>
                <a:cubicBezTo>
                  <a:pt x="2166461" y="47530"/>
                  <a:pt x="2163032" y="47530"/>
                  <a:pt x="2160842" y="49721"/>
                </a:cubicBezTo>
                <a:lnTo>
                  <a:pt x="2155127" y="55436"/>
                </a:lnTo>
                <a:cubicBezTo>
                  <a:pt x="2152936" y="57626"/>
                  <a:pt x="2152936" y="61055"/>
                  <a:pt x="2155127" y="63246"/>
                </a:cubicBezTo>
                <a:lnTo>
                  <a:pt x="2160842" y="68961"/>
                </a:lnTo>
                <a:cubicBezTo>
                  <a:pt x="2160842" y="68961"/>
                  <a:pt x="2161794" y="69723"/>
                  <a:pt x="2162366" y="70009"/>
                </a:cubicBezTo>
                <a:lnTo>
                  <a:pt x="2162366" y="116396"/>
                </a:lnTo>
                <a:lnTo>
                  <a:pt x="2144554" y="134112"/>
                </a:lnTo>
                <a:lnTo>
                  <a:pt x="2116646" y="110585"/>
                </a:lnTo>
                <a:lnTo>
                  <a:pt x="2116646" y="94488"/>
                </a:lnTo>
                <a:cubicBezTo>
                  <a:pt x="2119408" y="93536"/>
                  <a:pt x="2121313" y="90964"/>
                  <a:pt x="2121313" y="87916"/>
                </a:cubicBezTo>
                <a:close/>
                <a:moveTo>
                  <a:pt x="2155984" y="464725"/>
                </a:moveTo>
                <a:cubicBezTo>
                  <a:pt x="2155984" y="464725"/>
                  <a:pt x="2156555" y="465011"/>
                  <a:pt x="2156555" y="465296"/>
                </a:cubicBezTo>
                <a:lnTo>
                  <a:pt x="2156555" y="477964"/>
                </a:lnTo>
                <a:cubicBezTo>
                  <a:pt x="2156555" y="477964"/>
                  <a:pt x="2156270" y="478536"/>
                  <a:pt x="2155984" y="478536"/>
                </a:cubicBezTo>
                <a:lnTo>
                  <a:pt x="2143316" y="478536"/>
                </a:lnTo>
                <a:cubicBezTo>
                  <a:pt x="2143316" y="478536"/>
                  <a:pt x="2142744" y="478250"/>
                  <a:pt x="2142744" y="477964"/>
                </a:cubicBezTo>
                <a:lnTo>
                  <a:pt x="2142744" y="465296"/>
                </a:lnTo>
                <a:cubicBezTo>
                  <a:pt x="2142744" y="465296"/>
                  <a:pt x="2143030" y="464725"/>
                  <a:pt x="2143316" y="464725"/>
                </a:cubicBezTo>
                <a:lnTo>
                  <a:pt x="2155984" y="464725"/>
                </a:lnTo>
                <a:close/>
                <a:moveTo>
                  <a:pt x="2158365" y="60008"/>
                </a:moveTo>
                <a:cubicBezTo>
                  <a:pt x="2158365" y="60008"/>
                  <a:pt x="2158079" y="59246"/>
                  <a:pt x="2158365" y="58960"/>
                </a:cubicBezTo>
                <a:lnTo>
                  <a:pt x="2164080" y="53245"/>
                </a:lnTo>
                <a:cubicBezTo>
                  <a:pt x="2164080" y="53245"/>
                  <a:pt x="2164461" y="53054"/>
                  <a:pt x="2164652" y="53054"/>
                </a:cubicBezTo>
                <a:cubicBezTo>
                  <a:pt x="2164842" y="53054"/>
                  <a:pt x="2165033" y="53054"/>
                  <a:pt x="2165128" y="53245"/>
                </a:cubicBezTo>
                <a:lnTo>
                  <a:pt x="2170843" y="58960"/>
                </a:lnTo>
                <a:cubicBezTo>
                  <a:pt x="2170843" y="58960"/>
                  <a:pt x="2171129" y="59722"/>
                  <a:pt x="2170843" y="60008"/>
                </a:cubicBezTo>
                <a:lnTo>
                  <a:pt x="2165128" y="65723"/>
                </a:lnTo>
                <a:cubicBezTo>
                  <a:pt x="2165128" y="65723"/>
                  <a:pt x="2164366" y="66008"/>
                  <a:pt x="2164080" y="65723"/>
                </a:cubicBezTo>
                <a:lnTo>
                  <a:pt x="2158365" y="60008"/>
                </a:lnTo>
                <a:close/>
                <a:moveTo>
                  <a:pt x="200882" y="1117187"/>
                </a:moveTo>
                <a:cubicBezTo>
                  <a:pt x="196501" y="1117187"/>
                  <a:pt x="192977" y="1120235"/>
                  <a:pt x="191929" y="1124236"/>
                </a:cubicBezTo>
                <a:lnTo>
                  <a:pt x="71628" y="1124236"/>
                </a:lnTo>
                <a:lnTo>
                  <a:pt x="25813" y="1169861"/>
                </a:lnTo>
                <a:lnTo>
                  <a:pt x="25813" y="1267111"/>
                </a:lnTo>
                <a:cubicBezTo>
                  <a:pt x="21812" y="1268159"/>
                  <a:pt x="18764" y="1271683"/>
                  <a:pt x="18764" y="1276064"/>
                </a:cubicBezTo>
                <a:cubicBezTo>
                  <a:pt x="18764" y="1281303"/>
                  <a:pt x="22955" y="1285494"/>
                  <a:pt x="28194" y="1285494"/>
                </a:cubicBezTo>
                <a:cubicBezTo>
                  <a:pt x="33433" y="1285494"/>
                  <a:pt x="37624" y="1281303"/>
                  <a:pt x="37624" y="1276064"/>
                </a:cubicBezTo>
                <a:cubicBezTo>
                  <a:pt x="37624" y="1271683"/>
                  <a:pt x="34576" y="1268159"/>
                  <a:pt x="30575" y="1267111"/>
                </a:cubicBezTo>
                <a:lnTo>
                  <a:pt x="30575" y="1171861"/>
                </a:lnTo>
                <a:lnTo>
                  <a:pt x="73628" y="1128998"/>
                </a:lnTo>
                <a:lnTo>
                  <a:pt x="191929" y="1128998"/>
                </a:lnTo>
                <a:cubicBezTo>
                  <a:pt x="192977" y="1132999"/>
                  <a:pt x="196501" y="1136047"/>
                  <a:pt x="200882" y="1136047"/>
                </a:cubicBezTo>
                <a:cubicBezTo>
                  <a:pt x="206121" y="1136047"/>
                  <a:pt x="210312" y="1131856"/>
                  <a:pt x="210312" y="1126617"/>
                </a:cubicBezTo>
                <a:cubicBezTo>
                  <a:pt x="210312" y="1121378"/>
                  <a:pt x="206121" y="1117187"/>
                  <a:pt x="200882" y="1117187"/>
                </a:cubicBezTo>
                <a:close/>
                <a:moveTo>
                  <a:pt x="32861" y="1276160"/>
                </a:moveTo>
                <a:cubicBezTo>
                  <a:pt x="32861" y="1278731"/>
                  <a:pt x="30766" y="1280827"/>
                  <a:pt x="28194" y="1280827"/>
                </a:cubicBezTo>
                <a:cubicBezTo>
                  <a:pt x="25622" y="1280827"/>
                  <a:pt x="23527" y="1278731"/>
                  <a:pt x="23527" y="1276160"/>
                </a:cubicBezTo>
                <a:cubicBezTo>
                  <a:pt x="23527" y="1273588"/>
                  <a:pt x="25622" y="1271492"/>
                  <a:pt x="28194" y="1271492"/>
                </a:cubicBezTo>
                <a:cubicBezTo>
                  <a:pt x="30766" y="1271492"/>
                  <a:pt x="32861" y="1273588"/>
                  <a:pt x="32861" y="1276160"/>
                </a:cubicBezTo>
                <a:close/>
                <a:moveTo>
                  <a:pt x="200882" y="1131380"/>
                </a:moveTo>
                <a:cubicBezTo>
                  <a:pt x="198311" y="1131380"/>
                  <a:pt x="196215" y="1129284"/>
                  <a:pt x="196215" y="1126712"/>
                </a:cubicBezTo>
                <a:cubicBezTo>
                  <a:pt x="196215" y="1124141"/>
                  <a:pt x="198311" y="1122045"/>
                  <a:pt x="200882" y="1122045"/>
                </a:cubicBezTo>
                <a:cubicBezTo>
                  <a:pt x="203454" y="1122045"/>
                  <a:pt x="205550" y="1124141"/>
                  <a:pt x="205550" y="1126712"/>
                </a:cubicBezTo>
                <a:cubicBezTo>
                  <a:pt x="205550" y="1129284"/>
                  <a:pt x="203454" y="1131380"/>
                  <a:pt x="200882" y="1131380"/>
                </a:cubicBezTo>
                <a:close/>
                <a:moveTo>
                  <a:pt x="663607" y="4296442"/>
                </a:moveTo>
                <a:lnTo>
                  <a:pt x="656463" y="4296442"/>
                </a:lnTo>
                <a:lnTo>
                  <a:pt x="656463" y="4291679"/>
                </a:lnTo>
                <a:lnTo>
                  <a:pt x="663607" y="4291679"/>
                </a:lnTo>
                <a:lnTo>
                  <a:pt x="663607" y="4296442"/>
                </a:lnTo>
                <a:close/>
                <a:moveTo>
                  <a:pt x="663607" y="4327112"/>
                </a:moveTo>
                <a:lnTo>
                  <a:pt x="656463" y="4327112"/>
                </a:lnTo>
                <a:lnTo>
                  <a:pt x="656463" y="4319493"/>
                </a:lnTo>
                <a:lnTo>
                  <a:pt x="663607" y="4319493"/>
                </a:lnTo>
                <a:lnTo>
                  <a:pt x="663607" y="4327112"/>
                </a:lnTo>
                <a:close/>
                <a:moveTo>
                  <a:pt x="523589" y="1961483"/>
                </a:moveTo>
                <a:cubicBezTo>
                  <a:pt x="516160" y="1961483"/>
                  <a:pt x="510159" y="1967484"/>
                  <a:pt x="510159" y="1974914"/>
                </a:cubicBezTo>
                <a:cubicBezTo>
                  <a:pt x="510159" y="1981105"/>
                  <a:pt x="514350" y="1986248"/>
                  <a:pt x="520065" y="1987868"/>
                </a:cubicBezTo>
                <a:lnTo>
                  <a:pt x="520065" y="1990820"/>
                </a:lnTo>
                <a:lnTo>
                  <a:pt x="527209" y="1990820"/>
                </a:lnTo>
                <a:lnTo>
                  <a:pt x="527209" y="1987868"/>
                </a:lnTo>
                <a:cubicBezTo>
                  <a:pt x="532924" y="1986248"/>
                  <a:pt x="537115" y="1981105"/>
                  <a:pt x="537115" y="1974914"/>
                </a:cubicBezTo>
                <a:cubicBezTo>
                  <a:pt x="537115" y="1967484"/>
                  <a:pt x="531114" y="1961483"/>
                  <a:pt x="523685" y="1961483"/>
                </a:cubicBezTo>
                <a:close/>
                <a:moveTo>
                  <a:pt x="523589" y="1983677"/>
                </a:moveTo>
                <a:cubicBezTo>
                  <a:pt x="518827" y="1983677"/>
                  <a:pt x="514922" y="1979771"/>
                  <a:pt x="514922" y="1975009"/>
                </a:cubicBezTo>
                <a:cubicBezTo>
                  <a:pt x="514922" y="1970246"/>
                  <a:pt x="518827" y="1966341"/>
                  <a:pt x="523589" y="1966341"/>
                </a:cubicBezTo>
                <a:cubicBezTo>
                  <a:pt x="528352" y="1966341"/>
                  <a:pt x="532257" y="1970246"/>
                  <a:pt x="532257" y="1975009"/>
                </a:cubicBezTo>
                <a:cubicBezTo>
                  <a:pt x="532257" y="1979771"/>
                  <a:pt x="528352" y="1983677"/>
                  <a:pt x="523589" y="1983677"/>
                </a:cubicBezTo>
                <a:close/>
                <a:moveTo>
                  <a:pt x="2248281" y="4798124"/>
                </a:moveTo>
                <a:cubicBezTo>
                  <a:pt x="2250091" y="4798981"/>
                  <a:pt x="2251996" y="4799457"/>
                  <a:pt x="2253901" y="4799457"/>
                </a:cubicBezTo>
                <a:cubicBezTo>
                  <a:pt x="2258568" y="4799457"/>
                  <a:pt x="2263045" y="4796886"/>
                  <a:pt x="2265236" y="4792504"/>
                </a:cubicBezTo>
                <a:cubicBezTo>
                  <a:pt x="2265712" y="4791456"/>
                  <a:pt x="2265902" y="4790313"/>
                  <a:pt x="2266093" y="4789265"/>
                </a:cubicBezTo>
                <a:lnTo>
                  <a:pt x="2335530" y="4789265"/>
                </a:lnTo>
                <a:lnTo>
                  <a:pt x="2353818" y="4769454"/>
                </a:lnTo>
                <a:lnTo>
                  <a:pt x="2353818" y="4734592"/>
                </a:lnTo>
                <a:lnTo>
                  <a:pt x="2287619" y="4663821"/>
                </a:lnTo>
                <a:lnTo>
                  <a:pt x="2288000" y="4620768"/>
                </a:lnTo>
                <a:cubicBezTo>
                  <a:pt x="2292287" y="4620482"/>
                  <a:pt x="2296287" y="4618006"/>
                  <a:pt x="2298383" y="4613910"/>
                </a:cubicBezTo>
                <a:cubicBezTo>
                  <a:pt x="2301526" y="4607719"/>
                  <a:pt x="2298954" y="4600099"/>
                  <a:pt x="2292763" y="4596956"/>
                </a:cubicBezTo>
                <a:cubicBezTo>
                  <a:pt x="2286572" y="4593812"/>
                  <a:pt x="2278952" y="4596384"/>
                  <a:pt x="2275808" y="4602576"/>
                </a:cubicBezTo>
                <a:cubicBezTo>
                  <a:pt x="2272665" y="4608767"/>
                  <a:pt x="2275237" y="4616387"/>
                  <a:pt x="2281428" y="4619530"/>
                </a:cubicBezTo>
                <a:lnTo>
                  <a:pt x="2281428" y="4619530"/>
                </a:lnTo>
                <a:cubicBezTo>
                  <a:pt x="2282000" y="4619816"/>
                  <a:pt x="2282666" y="4620006"/>
                  <a:pt x="2283238" y="4620197"/>
                </a:cubicBezTo>
                <a:lnTo>
                  <a:pt x="2282762" y="4665631"/>
                </a:lnTo>
                <a:lnTo>
                  <a:pt x="2349056" y="4736402"/>
                </a:lnTo>
                <a:lnTo>
                  <a:pt x="2349056" y="4767548"/>
                </a:lnTo>
                <a:lnTo>
                  <a:pt x="2333435" y="4784503"/>
                </a:lnTo>
                <a:lnTo>
                  <a:pt x="2266093" y="4784503"/>
                </a:lnTo>
                <a:cubicBezTo>
                  <a:pt x="2265998" y="4783931"/>
                  <a:pt x="2266093" y="4783455"/>
                  <a:pt x="2265902" y="4782884"/>
                </a:cubicBezTo>
                <a:cubicBezTo>
                  <a:pt x="2264855" y="4779740"/>
                  <a:pt x="2262569" y="4777073"/>
                  <a:pt x="2259521" y="4775645"/>
                </a:cubicBezTo>
                <a:cubicBezTo>
                  <a:pt x="2253329" y="4772502"/>
                  <a:pt x="2245709" y="4775073"/>
                  <a:pt x="2242566" y="4781264"/>
                </a:cubicBezTo>
                <a:cubicBezTo>
                  <a:pt x="2241042" y="4784312"/>
                  <a:pt x="2240852" y="4787742"/>
                  <a:pt x="2241899" y="4790885"/>
                </a:cubicBezTo>
                <a:cubicBezTo>
                  <a:pt x="2242947" y="4794028"/>
                  <a:pt x="2245233" y="4796695"/>
                  <a:pt x="2248281" y="4798124"/>
                </a:cubicBezTo>
                <a:close/>
                <a:moveTo>
                  <a:pt x="2283524" y="4615339"/>
                </a:moveTo>
                <a:cubicBezTo>
                  <a:pt x="2279618" y="4613434"/>
                  <a:pt x="2278094" y="4608671"/>
                  <a:pt x="2279999" y="4604766"/>
                </a:cubicBezTo>
                <a:cubicBezTo>
                  <a:pt x="2280952" y="4602861"/>
                  <a:pt x="2282571" y="4601528"/>
                  <a:pt x="2284571" y="4600861"/>
                </a:cubicBezTo>
                <a:cubicBezTo>
                  <a:pt x="2286572" y="4600194"/>
                  <a:pt x="2288667" y="4600385"/>
                  <a:pt x="2290572" y="4601242"/>
                </a:cubicBezTo>
                <a:cubicBezTo>
                  <a:pt x="2292477" y="4602195"/>
                  <a:pt x="2293811" y="4603814"/>
                  <a:pt x="2294477" y="4605814"/>
                </a:cubicBezTo>
                <a:cubicBezTo>
                  <a:pt x="2295144" y="4607814"/>
                  <a:pt x="2294954" y="4609910"/>
                  <a:pt x="2294096" y="4611815"/>
                </a:cubicBezTo>
                <a:cubicBezTo>
                  <a:pt x="2292191" y="4615720"/>
                  <a:pt x="2287429" y="4617244"/>
                  <a:pt x="2283524" y="4615339"/>
                </a:cubicBezTo>
                <a:close/>
                <a:moveTo>
                  <a:pt x="2246852" y="4783265"/>
                </a:moveTo>
                <a:cubicBezTo>
                  <a:pt x="2247805" y="4781360"/>
                  <a:pt x="2249424" y="4780026"/>
                  <a:pt x="2251424" y="4779360"/>
                </a:cubicBezTo>
                <a:cubicBezTo>
                  <a:pt x="2252282" y="4779074"/>
                  <a:pt x="2253044" y="4778979"/>
                  <a:pt x="2253901" y="4778979"/>
                </a:cubicBezTo>
                <a:cubicBezTo>
                  <a:pt x="2255139" y="4778979"/>
                  <a:pt x="2256282" y="4779264"/>
                  <a:pt x="2257425" y="4779836"/>
                </a:cubicBezTo>
                <a:cubicBezTo>
                  <a:pt x="2259330" y="4780788"/>
                  <a:pt x="2260664" y="4782407"/>
                  <a:pt x="2261330" y="4784408"/>
                </a:cubicBezTo>
                <a:cubicBezTo>
                  <a:pt x="2261997" y="4786408"/>
                  <a:pt x="2261807" y="4788504"/>
                  <a:pt x="2260949" y="4790409"/>
                </a:cubicBezTo>
                <a:cubicBezTo>
                  <a:pt x="2259997" y="4792313"/>
                  <a:pt x="2258378" y="4793647"/>
                  <a:pt x="2256377" y="4794314"/>
                </a:cubicBezTo>
                <a:cubicBezTo>
                  <a:pt x="2254377" y="4794980"/>
                  <a:pt x="2252282" y="4794790"/>
                  <a:pt x="2250377" y="4793933"/>
                </a:cubicBezTo>
                <a:cubicBezTo>
                  <a:pt x="2248472" y="4792980"/>
                  <a:pt x="2247138" y="4791361"/>
                  <a:pt x="2246471" y="4789361"/>
                </a:cubicBezTo>
                <a:cubicBezTo>
                  <a:pt x="2245805" y="4787361"/>
                  <a:pt x="2245995" y="4785265"/>
                  <a:pt x="2246852" y="4783360"/>
                </a:cubicBezTo>
                <a:close/>
                <a:moveTo>
                  <a:pt x="656463" y="4349972"/>
                </a:moveTo>
                <a:lnTo>
                  <a:pt x="663607" y="4349972"/>
                </a:lnTo>
                <a:lnTo>
                  <a:pt x="663607" y="4356354"/>
                </a:lnTo>
                <a:lnTo>
                  <a:pt x="658844" y="4360545"/>
                </a:lnTo>
                <a:lnTo>
                  <a:pt x="654082" y="4355211"/>
                </a:lnTo>
                <a:lnTo>
                  <a:pt x="656463" y="4353116"/>
                </a:lnTo>
                <a:lnTo>
                  <a:pt x="656463" y="4349972"/>
                </a:lnTo>
                <a:close/>
                <a:moveTo>
                  <a:pt x="645319" y="4372547"/>
                </a:moveTo>
                <a:lnTo>
                  <a:pt x="640556" y="4367213"/>
                </a:lnTo>
                <a:lnTo>
                  <a:pt x="647319" y="4361307"/>
                </a:lnTo>
                <a:lnTo>
                  <a:pt x="652082" y="4366641"/>
                </a:lnTo>
                <a:lnTo>
                  <a:pt x="645319" y="4372547"/>
                </a:lnTo>
                <a:close/>
                <a:moveTo>
                  <a:pt x="780860" y="4414647"/>
                </a:moveTo>
                <a:cubicBezTo>
                  <a:pt x="780860" y="4410932"/>
                  <a:pt x="783812" y="4407980"/>
                  <a:pt x="787527" y="4407980"/>
                </a:cubicBezTo>
                <a:cubicBezTo>
                  <a:pt x="791242" y="4407980"/>
                  <a:pt x="794195" y="4410932"/>
                  <a:pt x="794195" y="4414647"/>
                </a:cubicBezTo>
                <a:cubicBezTo>
                  <a:pt x="794195" y="4418362"/>
                  <a:pt x="791242" y="4421315"/>
                  <a:pt x="787527" y="4421315"/>
                </a:cubicBezTo>
                <a:cubicBezTo>
                  <a:pt x="783812" y="4421315"/>
                  <a:pt x="780860" y="4418362"/>
                  <a:pt x="780860" y="4414647"/>
                </a:cubicBezTo>
                <a:close/>
                <a:moveTo>
                  <a:pt x="2059972" y="246793"/>
                </a:moveTo>
                <a:lnTo>
                  <a:pt x="2058734" y="358426"/>
                </a:lnTo>
                <a:lnTo>
                  <a:pt x="2093595" y="405670"/>
                </a:lnTo>
                <a:lnTo>
                  <a:pt x="2094167" y="504920"/>
                </a:lnTo>
                <a:lnTo>
                  <a:pt x="2090261" y="504920"/>
                </a:lnTo>
                <a:cubicBezTo>
                  <a:pt x="2087309" y="504920"/>
                  <a:pt x="2084927" y="507302"/>
                  <a:pt x="2084927" y="510254"/>
                </a:cubicBezTo>
                <a:lnTo>
                  <a:pt x="2084927" y="522923"/>
                </a:lnTo>
                <a:cubicBezTo>
                  <a:pt x="2084927" y="525875"/>
                  <a:pt x="2087309" y="528257"/>
                  <a:pt x="2090261" y="528257"/>
                </a:cubicBezTo>
                <a:lnTo>
                  <a:pt x="2102930" y="528257"/>
                </a:lnTo>
                <a:cubicBezTo>
                  <a:pt x="2105882" y="528257"/>
                  <a:pt x="2108264" y="525875"/>
                  <a:pt x="2108264" y="522923"/>
                </a:cubicBezTo>
                <a:lnTo>
                  <a:pt x="2108264" y="510254"/>
                </a:lnTo>
                <a:cubicBezTo>
                  <a:pt x="2108264" y="507302"/>
                  <a:pt x="2105882" y="504920"/>
                  <a:pt x="2102930" y="504920"/>
                </a:cubicBezTo>
                <a:lnTo>
                  <a:pt x="2098929" y="504920"/>
                </a:lnTo>
                <a:lnTo>
                  <a:pt x="2098358" y="404051"/>
                </a:lnTo>
                <a:lnTo>
                  <a:pt x="2063496" y="356807"/>
                </a:lnTo>
                <a:lnTo>
                  <a:pt x="2064639" y="248698"/>
                </a:lnTo>
                <a:lnTo>
                  <a:pt x="2096262" y="215360"/>
                </a:lnTo>
                <a:lnTo>
                  <a:pt x="2096262" y="124206"/>
                </a:lnTo>
                <a:lnTo>
                  <a:pt x="2078927" y="105156"/>
                </a:lnTo>
                <a:lnTo>
                  <a:pt x="2078927" y="71152"/>
                </a:lnTo>
                <a:cubicBezTo>
                  <a:pt x="2080927" y="70771"/>
                  <a:pt x="2082832" y="69914"/>
                  <a:pt x="2084356" y="68485"/>
                </a:cubicBezTo>
                <a:cubicBezTo>
                  <a:pt x="2086451" y="66485"/>
                  <a:pt x="2087594" y="63722"/>
                  <a:pt x="2087594" y="60865"/>
                </a:cubicBezTo>
                <a:cubicBezTo>
                  <a:pt x="2087594" y="58007"/>
                  <a:pt x="2086547" y="55245"/>
                  <a:pt x="2084451" y="53150"/>
                </a:cubicBezTo>
                <a:cubicBezTo>
                  <a:pt x="2082451" y="51054"/>
                  <a:pt x="2079689" y="49911"/>
                  <a:pt x="2076831" y="49911"/>
                </a:cubicBezTo>
                <a:cubicBezTo>
                  <a:pt x="2074069" y="49816"/>
                  <a:pt x="2071211" y="50959"/>
                  <a:pt x="2069116" y="53054"/>
                </a:cubicBezTo>
                <a:cubicBezTo>
                  <a:pt x="2067020" y="55055"/>
                  <a:pt x="2065877" y="57817"/>
                  <a:pt x="2065877" y="60674"/>
                </a:cubicBezTo>
                <a:cubicBezTo>
                  <a:pt x="2065877" y="63532"/>
                  <a:pt x="2066925" y="66294"/>
                  <a:pt x="2069021" y="68390"/>
                </a:cubicBezTo>
                <a:cubicBezTo>
                  <a:pt x="2070449" y="69818"/>
                  <a:pt x="2072259" y="70580"/>
                  <a:pt x="2074069" y="71152"/>
                </a:cubicBezTo>
                <a:lnTo>
                  <a:pt x="2074069" y="107061"/>
                </a:lnTo>
                <a:lnTo>
                  <a:pt x="2091404" y="126111"/>
                </a:lnTo>
                <a:lnTo>
                  <a:pt x="2091404" y="213551"/>
                </a:lnTo>
                <a:lnTo>
                  <a:pt x="2059781" y="246793"/>
                </a:lnTo>
                <a:close/>
                <a:moveTo>
                  <a:pt x="2102930" y="509683"/>
                </a:moveTo>
                <a:cubicBezTo>
                  <a:pt x="2102930" y="509683"/>
                  <a:pt x="2103501" y="509969"/>
                  <a:pt x="2103501" y="510254"/>
                </a:cubicBezTo>
                <a:lnTo>
                  <a:pt x="2103501" y="522923"/>
                </a:lnTo>
                <a:cubicBezTo>
                  <a:pt x="2103501" y="522923"/>
                  <a:pt x="2103215" y="523494"/>
                  <a:pt x="2102930" y="523494"/>
                </a:cubicBezTo>
                <a:lnTo>
                  <a:pt x="2090261" y="523494"/>
                </a:lnTo>
                <a:cubicBezTo>
                  <a:pt x="2090261" y="523494"/>
                  <a:pt x="2089690" y="523208"/>
                  <a:pt x="2089690" y="522923"/>
                </a:cubicBezTo>
                <a:lnTo>
                  <a:pt x="2089690" y="510254"/>
                </a:lnTo>
                <a:cubicBezTo>
                  <a:pt x="2089690" y="510254"/>
                  <a:pt x="2089976" y="509683"/>
                  <a:pt x="2090261" y="509683"/>
                </a:cubicBezTo>
                <a:lnTo>
                  <a:pt x="2102930" y="509683"/>
                </a:lnTo>
                <a:close/>
                <a:moveTo>
                  <a:pt x="2076926" y="66866"/>
                </a:moveTo>
                <a:cubicBezTo>
                  <a:pt x="2075307" y="66866"/>
                  <a:pt x="2073783" y="66199"/>
                  <a:pt x="2072640" y="65056"/>
                </a:cubicBezTo>
                <a:cubicBezTo>
                  <a:pt x="2071497" y="63913"/>
                  <a:pt x="2070926" y="62389"/>
                  <a:pt x="2070926" y="60770"/>
                </a:cubicBezTo>
                <a:cubicBezTo>
                  <a:pt x="2070926" y="59150"/>
                  <a:pt x="2071592" y="57626"/>
                  <a:pt x="2072735" y="56483"/>
                </a:cubicBezTo>
                <a:cubicBezTo>
                  <a:pt x="2073878" y="55340"/>
                  <a:pt x="2075402" y="54769"/>
                  <a:pt x="2076926" y="54769"/>
                </a:cubicBezTo>
                <a:lnTo>
                  <a:pt x="2076926" y="54769"/>
                </a:lnTo>
                <a:cubicBezTo>
                  <a:pt x="2078546" y="54769"/>
                  <a:pt x="2080070" y="55436"/>
                  <a:pt x="2081213" y="56579"/>
                </a:cubicBezTo>
                <a:cubicBezTo>
                  <a:pt x="2082356" y="57722"/>
                  <a:pt x="2082927" y="59246"/>
                  <a:pt x="2082927" y="60865"/>
                </a:cubicBezTo>
                <a:cubicBezTo>
                  <a:pt x="2082927" y="62484"/>
                  <a:pt x="2082260" y="64008"/>
                  <a:pt x="2081117" y="65151"/>
                </a:cubicBezTo>
                <a:cubicBezTo>
                  <a:pt x="2079974" y="66294"/>
                  <a:pt x="2078450" y="66866"/>
                  <a:pt x="2076926" y="66866"/>
                </a:cubicBezTo>
                <a:lnTo>
                  <a:pt x="2076926" y="66866"/>
                </a:lnTo>
                <a:close/>
                <a:moveTo>
                  <a:pt x="728091" y="4387692"/>
                </a:moveTo>
                <a:lnTo>
                  <a:pt x="734282" y="4382262"/>
                </a:lnTo>
                <a:lnTo>
                  <a:pt x="738950" y="4387596"/>
                </a:lnTo>
                <a:lnTo>
                  <a:pt x="732758" y="4393026"/>
                </a:lnTo>
                <a:lnTo>
                  <a:pt x="728091" y="4387692"/>
                </a:lnTo>
                <a:close/>
                <a:moveTo>
                  <a:pt x="2642997" y="78391"/>
                </a:moveTo>
                <a:lnTo>
                  <a:pt x="2642997" y="81725"/>
                </a:lnTo>
                <a:cubicBezTo>
                  <a:pt x="2642997" y="85725"/>
                  <a:pt x="2639759" y="88964"/>
                  <a:pt x="2635758" y="88964"/>
                </a:cubicBezTo>
                <a:lnTo>
                  <a:pt x="2572988" y="88964"/>
                </a:lnTo>
                <a:cubicBezTo>
                  <a:pt x="2568988" y="88964"/>
                  <a:pt x="2565749" y="85725"/>
                  <a:pt x="2565749" y="81725"/>
                </a:cubicBezTo>
                <a:lnTo>
                  <a:pt x="2565749" y="78391"/>
                </a:lnTo>
                <a:cubicBezTo>
                  <a:pt x="2565749" y="74390"/>
                  <a:pt x="2568988" y="71152"/>
                  <a:pt x="2572988" y="71152"/>
                </a:cubicBezTo>
                <a:lnTo>
                  <a:pt x="2635758" y="71152"/>
                </a:lnTo>
                <a:cubicBezTo>
                  <a:pt x="2639759" y="71152"/>
                  <a:pt x="2642997" y="74390"/>
                  <a:pt x="2642997" y="78391"/>
                </a:cubicBezTo>
                <a:close/>
                <a:moveTo>
                  <a:pt x="774668" y="4296442"/>
                </a:moveTo>
                <a:lnTo>
                  <a:pt x="767525" y="4296442"/>
                </a:lnTo>
                <a:lnTo>
                  <a:pt x="767525" y="4291679"/>
                </a:lnTo>
                <a:lnTo>
                  <a:pt x="774668" y="4291679"/>
                </a:lnTo>
                <a:lnTo>
                  <a:pt x="774668" y="4296442"/>
                </a:lnTo>
                <a:close/>
                <a:moveTo>
                  <a:pt x="555117" y="2318766"/>
                </a:moveTo>
                <a:cubicBezTo>
                  <a:pt x="557498" y="2312194"/>
                  <a:pt x="553974" y="2304860"/>
                  <a:pt x="547402" y="2302478"/>
                </a:cubicBezTo>
                <a:cubicBezTo>
                  <a:pt x="546735" y="2302288"/>
                  <a:pt x="546068" y="2302288"/>
                  <a:pt x="545402" y="2302193"/>
                </a:cubicBezTo>
                <a:lnTo>
                  <a:pt x="545402" y="2299430"/>
                </a:lnTo>
                <a:cubicBezTo>
                  <a:pt x="545402" y="2299430"/>
                  <a:pt x="540639" y="2299430"/>
                  <a:pt x="540639" y="2299430"/>
                </a:cubicBezTo>
                <a:lnTo>
                  <a:pt x="540639" y="2302288"/>
                </a:lnTo>
                <a:cubicBezTo>
                  <a:pt x="539591" y="2302478"/>
                  <a:pt x="538639" y="2302574"/>
                  <a:pt x="537686" y="2303050"/>
                </a:cubicBezTo>
                <a:cubicBezTo>
                  <a:pt x="534638" y="2304479"/>
                  <a:pt x="532257" y="2307050"/>
                  <a:pt x="531209" y="2310289"/>
                </a:cubicBezTo>
                <a:cubicBezTo>
                  <a:pt x="530066" y="2313527"/>
                  <a:pt x="530257" y="2316956"/>
                  <a:pt x="531686" y="2320004"/>
                </a:cubicBezTo>
                <a:cubicBezTo>
                  <a:pt x="533114" y="2323052"/>
                  <a:pt x="535686" y="2325434"/>
                  <a:pt x="538925" y="2326481"/>
                </a:cubicBezTo>
                <a:cubicBezTo>
                  <a:pt x="540353" y="2326958"/>
                  <a:pt x="541782" y="2327243"/>
                  <a:pt x="543211" y="2327243"/>
                </a:cubicBezTo>
                <a:cubicBezTo>
                  <a:pt x="545116" y="2327243"/>
                  <a:pt x="546926" y="2326862"/>
                  <a:pt x="548640" y="2326005"/>
                </a:cubicBezTo>
                <a:cubicBezTo>
                  <a:pt x="548735" y="2326005"/>
                  <a:pt x="548831" y="2325815"/>
                  <a:pt x="548926" y="2325815"/>
                </a:cubicBezTo>
                <a:lnTo>
                  <a:pt x="608076" y="2391442"/>
                </a:lnTo>
                <a:lnTo>
                  <a:pt x="608076" y="2422589"/>
                </a:lnTo>
                <a:cubicBezTo>
                  <a:pt x="604647" y="2423255"/>
                  <a:pt x="601885" y="2426113"/>
                  <a:pt x="601885" y="2429828"/>
                </a:cubicBezTo>
                <a:lnTo>
                  <a:pt x="601885" y="2477643"/>
                </a:lnTo>
                <a:cubicBezTo>
                  <a:pt x="601885" y="2481834"/>
                  <a:pt x="605219" y="2485168"/>
                  <a:pt x="609410" y="2485168"/>
                </a:cubicBezTo>
                <a:lnTo>
                  <a:pt x="611600" y="2485168"/>
                </a:lnTo>
                <a:cubicBezTo>
                  <a:pt x="615791" y="2485168"/>
                  <a:pt x="619125" y="2481834"/>
                  <a:pt x="619125" y="2477643"/>
                </a:cubicBezTo>
                <a:lnTo>
                  <a:pt x="619125" y="2429828"/>
                </a:lnTo>
                <a:cubicBezTo>
                  <a:pt x="619125" y="2426113"/>
                  <a:pt x="616363" y="2423160"/>
                  <a:pt x="612839" y="2422589"/>
                </a:cubicBezTo>
                <a:lnTo>
                  <a:pt x="612839" y="2389632"/>
                </a:lnTo>
                <a:cubicBezTo>
                  <a:pt x="612839" y="2389632"/>
                  <a:pt x="552641" y="2322957"/>
                  <a:pt x="552641" y="2322957"/>
                </a:cubicBezTo>
                <a:cubicBezTo>
                  <a:pt x="553688" y="2321719"/>
                  <a:pt x="554546" y="2320385"/>
                  <a:pt x="555117" y="2318861"/>
                </a:cubicBezTo>
                <a:close/>
                <a:moveTo>
                  <a:pt x="550640" y="2317242"/>
                </a:moveTo>
                <a:cubicBezTo>
                  <a:pt x="549974" y="2319242"/>
                  <a:pt x="548450" y="2320862"/>
                  <a:pt x="546545" y="2321719"/>
                </a:cubicBezTo>
                <a:cubicBezTo>
                  <a:pt x="544640" y="2322671"/>
                  <a:pt x="542449" y="2322767"/>
                  <a:pt x="540449" y="2322005"/>
                </a:cubicBezTo>
                <a:cubicBezTo>
                  <a:pt x="538448" y="2321338"/>
                  <a:pt x="536829" y="2319814"/>
                  <a:pt x="535972" y="2317909"/>
                </a:cubicBezTo>
                <a:cubicBezTo>
                  <a:pt x="535019" y="2316004"/>
                  <a:pt x="534924" y="2313813"/>
                  <a:pt x="535686" y="2311813"/>
                </a:cubicBezTo>
                <a:cubicBezTo>
                  <a:pt x="536353" y="2309813"/>
                  <a:pt x="537877" y="2308193"/>
                  <a:pt x="539782" y="2307241"/>
                </a:cubicBezTo>
                <a:cubicBezTo>
                  <a:pt x="540830" y="2306765"/>
                  <a:pt x="542068" y="2306479"/>
                  <a:pt x="543211" y="2306479"/>
                </a:cubicBezTo>
                <a:cubicBezTo>
                  <a:pt x="544068" y="2306479"/>
                  <a:pt x="545021" y="2306669"/>
                  <a:pt x="545878" y="2306955"/>
                </a:cubicBezTo>
                <a:cubicBezTo>
                  <a:pt x="549974" y="2308384"/>
                  <a:pt x="552164" y="2312956"/>
                  <a:pt x="550736" y="2317147"/>
                </a:cubicBezTo>
                <a:close/>
                <a:moveTo>
                  <a:pt x="616744" y="2477643"/>
                </a:moveTo>
                <a:cubicBezTo>
                  <a:pt x="616744" y="2480501"/>
                  <a:pt x="614458" y="2482787"/>
                  <a:pt x="611600" y="2482787"/>
                </a:cubicBezTo>
                <a:lnTo>
                  <a:pt x="609410" y="2482787"/>
                </a:lnTo>
                <a:cubicBezTo>
                  <a:pt x="606552" y="2482787"/>
                  <a:pt x="604266" y="2480501"/>
                  <a:pt x="604266" y="2477643"/>
                </a:cubicBezTo>
                <a:lnTo>
                  <a:pt x="604266" y="2474881"/>
                </a:lnTo>
                <a:lnTo>
                  <a:pt x="616744" y="2474881"/>
                </a:lnTo>
                <a:lnTo>
                  <a:pt x="616744" y="2477643"/>
                </a:lnTo>
                <a:close/>
                <a:moveTo>
                  <a:pt x="616744" y="2472500"/>
                </a:moveTo>
                <a:lnTo>
                  <a:pt x="604266" y="2472500"/>
                </a:lnTo>
                <a:lnTo>
                  <a:pt x="604266" y="2471833"/>
                </a:lnTo>
                <a:lnTo>
                  <a:pt x="616744" y="2471833"/>
                </a:lnTo>
                <a:lnTo>
                  <a:pt x="616744" y="2472500"/>
                </a:lnTo>
                <a:close/>
                <a:moveTo>
                  <a:pt x="616744" y="2469452"/>
                </a:moveTo>
                <a:lnTo>
                  <a:pt x="604266" y="2469452"/>
                </a:lnTo>
                <a:lnTo>
                  <a:pt x="604266" y="2462594"/>
                </a:lnTo>
                <a:lnTo>
                  <a:pt x="616744" y="2462594"/>
                </a:lnTo>
                <a:lnTo>
                  <a:pt x="616744" y="2469452"/>
                </a:lnTo>
                <a:close/>
                <a:moveTo>
                  <a:pt x="616744" y="2459546"/>
                </a:moveTo>
                <a:lnTo>
                  <a:pt x="604266" y="2459546"/>
                </a:lnTo>
                <a:lnTo>
                  <a:pt x="604266" y="2450497"/>
                </a:lnTo>
                <a:lnTo>
                  <a:pt x="616744" y="2450497"/>
                </a:lnTo>
                <a:lnTo>
                  <a:pt x="616744" y="2459546"/>
                </a:lnTo>
                <a:close/>
                <a:moveTo>
                  <a:pt x="616744" y="2448020"/>
                </a:moveTo>
                <a:lnTo>
                  <a:pt x="604266" y="2448020"/>
                </a:lnTo>
                <a:lnTo>
                  <a:pt x="604266" y="2447354"/>
                </a:lnTo>
                <a:lnTo>
                  <a:pt x="616744" y="2447354"/>
                </a:lnTo>
                <a:lnTo>
                  <a:pt x="616744" y="2448020"/>
                </a:lnTo>
                <a:close/>
                <a:moveTo>
                  <a:pt x="616744" y="2445068"/>
                </a:moveTo>
                <a:lnTo>
                  <a:pt x="604266" y="2445068"/>
                </a:lnTo>
                <a:lnTo>
                  <a:pt x="604266" y="2436209"/>
                </a:lnTo>
                <a:lnTo>
                  <a:pt x="616744" y="2436209"/>
                </a:lnTo>
                <a:lnTo>
                  <a:pt x="616744" y="2445068"/>
                </a:lnTo>
                <a:close/>
                <a:moveTo>
                  <a:pt x="611600" y="2424684"/>
                </a:moveTo>
                <a:cubicBezTo>
                  <a:pt x="614458" y="2424684"/>
                  <a:pt x="616744" y="2426970"/>
                  <a:pt x="616744" y="2429828"/>
                </a:cubicBezTo>
                <a:lnTo>
                  <a:pt x="616744" y="2433257"/>
                </a:lnTo>
                <a:lnTo>
                  <a:pt x="604266" y="2433257"/>
                </a:lnTo>
                <a:lnTo>
                  <a:pt x="604266" y="2429828"/>
                </a:lnTo>
                <a:cubicBezTo>
                  <a:pt x="604266" y="2426970"/>
                  <a:pt x="606552" y="2424684"/>
                  <a:pt x="609410" y="2424684"/>
                </a:cubicBezTo>
                <a:lnTo>
                  <a:pt x="611600" y="2424684"/>
                </a:lnTo>
                <a:close/>
                <a:moveTo>
                  <a:pt x="759047" y="4360640"/>
                </a:moveTo>
                <a:lnTo>
                  <a:pt x="763715" y="4365974"/>
                </a:lnTo>
                <a:lnTo>
                  <a:pt x="757523" y="4371404"/>
                </a:lnTo>
                <a:lnTo>
                  <a:pt x="752856" y="4366070"/>
                </a:lnTo>
                <a:lnTo>
                  <a:pt x="759047" y="4360640"/>
                </a:lnTo>
                <a:close/>
                <a:moveTo>
                  <a:pt x="774668" y="4311777"/>
                </a:moveTo>
                <a:lnTo>
                  <a:pt x="767525" y="4311777"/>
                </a:lnTo>
                <a:lnTo>
                  <a:pt x="767525" y="4304157"/>
                </a:lnTo>
                <a:lnTo>
                  <a:pt x="774668" y="4304157"/>
                </a:lnTo>
                <a:lnTo>
                  <a:pt x="774668" y="4311777"/>
                </a:lnTo>
                <a:close/>
                <a:moveTo>
                  <a:pt x="740474" y="4376928"/>
                </a:moveTo>
                <a:lnTo>
                  <a:pt x="746665" y="4371499"/>
                </a:lnTo>
                <a:lnTo>
                  <a:pt x="751332" y="4376833"/>
                </a:lnTo>
                <a:lnTo>
                  <a:pt x="745141" y="4382262"/>
                </a:lnTo>
                <a:lnTo>
                  <a:pt x="740474" y="4376928"/>
                </a:lnTo>
                <a:close/>
                <a:moveTo>
                  <a:pt x="2423541" y="213074"/>
                </a:moveTo>
                <a:cubicBezTo>
                  <a:pt x="2417921" y="214408"/>
                  <a:pt x="2414492" y="220123"/>
                  <a:pt x="2415826" y="225743"/>
                </a:cubicBezTo>
                <a:cubicBezTo>
                  <a:pt x="2416493" y="228505"/>
                  <a:pt x="2418207" y="230791"/>
                  <a:pt x="2420588" y="232220"/>
                </a:cubicBezTo>
                <a:cubicBezTo>
                  <a:pt x="2422208" y="233267"/>
                  <a:pt x="2424113" y="233744"/>
                  <a:pt x="2426018" y="233744"/>
                </a:cubicBezTo>
                <a:cubicBezTo>
                  <a:pt x="2426875" y="233744"/>
                  <a:pt x="2427637" y="233648"/>
                  <a:pt x="2428494" y="233458"/>
                </a:cubicBezTo>
                <a:cubicBezTo>
                  <a:pt x="2431256" y="232791"/>
                  <a:pt x="2433542" y="231172"/>
                  <a:pt x="2434971" y="228695"/>
                </a:cubicBezTo>
                <a:cubicBezTo>
                  <a:pt x="2436400" y="226314"/>
                  <a:pt x="2436876" y="223457"/>
                  <a:pt x="2436209" y="220790"/>
                </a:cubicBezTo>
                <a:cubicBezTo>
                  <a:pt x="2435257" y="216884"/>
                  <a:pt x="2432209" y="214122"/>
                  <a:pt x="2428494" y="213265"/>
                </a:cubicBezTo>
                <a:cubicBezTo>
                  <a:pt x="2428494" y="208407"/>
                  <a:pt x="2428494" y="199930"/>
                  <a:pt x="2428399" y="192310"/>
                </a:cubicBezTo>
                <a:lnTo>
                  <a:pt x="2443925" y="176594"/>
                </a:lnTo>
                <a:lnTo>
                  <a:pt x="2526411" y="176594"/>
                </a:lnTo>
                <a:lnTo>
                  <a:pt x="2526411" y="176213"/>
                </a:lnTo>
                <a:cubicBezTo>
                  <a:pt x="2527173" y="177832"/>
                  <a:pt x="2528792" y="179070"/>
                  <a:pt x="2530697" y="179165"/>
                </a:cubicBezTo>
                <a:cubicBezTo>
                  <a:pt x="2533460" y="179165"/>
                  <a:pt x="2535746" y="177070"/>
                  <a:pt x="2535841" y="174403"/>
                </a:cubicBezTo>
                <a:cubicBezTo>
                  <a:pt x="2535841" y="171641"/>
                  <a:pt x="2533745" y="169355"/>
                  <a:pt x="2531078" y="169259"/>
                </a:cubicBezTo>
                <a:cubicBezTo>
                  <a:pt x="2529078" y="169259"/>
                  <a:pt x="2527268" y="170402"/>
                  <a:pt x="2526506" y="172117"/>
                </a:cubicBezTo>
                <a:lnTo>
                  <a:pt x="2526506" y="171831"/>
                </a:lnTo>
                <a:lnTo>
                  <a:pt x="2442020" y="171831"/>
                </a:lnTo>
                <a:lnTo>
                  <a:pt x="2423636" y="190310"/>
                </a:lnTo>
                <a:lnTo>
                  <a:pt x="2423636" y="191262"/>
                </a:lnTo>
                <a:cubicBezTo>
                  <a:pt x="2423732" y="197930"/>
                  <a:pt x="2423827" y="207836"/>
                  <a:pt x="2423732" y="212979"/>
                </a:cubicBezTo>
                <a:cubicBezTo>
                  <a:pt x="2423732" y="212979"/>
                  <a:pt x="2423636" y="212979"/>
                  <a:pt x="2423541" y="212979"/>
                </a:cubicBezTo>
                <a:close/>
                <a:moveTo>
                  <a:pt x="2424684" y="217742"/>
                </a:moveTo>
                <a:cubicBezTo>
                  <a:pt x="2427732" y="217075"/>
                  <a:pt x="2430875" y="218885"/>
                  <a:pt x="2431542" y="221933"/>
                </a:cubicBezTo>
                <a:cubicBezTo>
                  <a:pt x="2431923" y="223457"/>
                  <a:pt x="2431637" y="224981"/>
                  <a:pt x="2430875" y="226219"/>
                </a:cubicBezTo>
                <a:cubicBezTo>
                  <a:pt x="2430113" y="227552"/>
                  <a:pt x="2428780" y="228410"/>
                  <a:pt x="2427351" y="228791"/>
                </a:cubicBezTo>
                <a:cubicBezTo>
                  <a:pt x="2425827" y="229172"/>
                  <a:pt x="2424303" y="228886"/>
                  <a:pt x="2423065" y="228124"/>
                </a:cubicBezTo>
                <a:cubicBezTo>
                  <a:pt x="2421731" y="227362"/>
                  <a:pt x="2420874" y="226028"/>
                  <a:pt x="2420493" y="224600"/>
                </a:cubicBezTo>
                <a:cubicBezTo>
                  <a:pt x="2419731" y="221552"/>
                  <a:pt x="2421636" y="218408"/>
                  <a:pt x="2424684" y="217742"/>
                </a:cubicBezTo>
                <a:close/>
                <a:moveTo>
                  <a:pt x="663607" y="4342353"/>
                </a:moveTo>
                <a:lnTo>
                  <a:pt x="656463" y="4342353"/>
                </a:lnTo>
                <a:lnTo>
                  <a:pt x="656463" y="4334732"/>
                </a:lnTo>
                <a:lnTo>
                  <a:pt x="663607" y="4334732"/>
                </a:lnTo>
                <a:lnTo>
                  <a:pt x="663607" y="4342353"/>
                </a:lnTo>
                <a:close/>
                <a:moveTo>
                  <a:pt x="2019586" y="104489"/>
                </a:moveTo>
                <a:cubicBezTo>
                  <a:pt x="2021205" y="97727"/>
                  <a:pt x="2017014" y="90964"/>
                  <a:pt x="2010347" y="89345"/>
                </a:cubicBezTo>
                <a:cubicBezTo>
                  <a:pt x="2003584" y="87725"/>
                  <a:pt x="1996821" y="91916"/>
                  <a:pt x="1995202" y="98584"/>
                </a:cubicBezTo>
                <a:cubicBezTo>
                  <a:pt x="1993678" y="104775"/>
                  <a:pt x="1997107" y="110966"/>
                  <a:pt x="2002822" y="113157"/>
                </a:cubicBezTo>
                <a:lnTo>
                  <a:pt x="2002822" y="150019"/>
                </a:lnTo>
                <a:lnTo>
                  <a:pt x="2033397" y="182404"/>
                </a:lnTo>
                <a:lnTo>
                  <a:pt x="2033207" y="213932"/>
                </a:lnTo>
                <a:lnTo>
                  <a:pt x="2001012" y="249555"/>
                </a:lnTo>
                <a:lnTo>
                  <a:pt x="2001012" y="369761"/>
                </a:lnTo>
                <a:lnTo>
                  <a:pt x="2039588" y="415862"/>
                </a:lnTo>
                <a:lnTo>
                  <a:pt x="2039588" y="542449"/>
                </a:lnTo>
                <a:lnTo>
                  <a:pt x="2035683" y="542449"/>
                </a:lnTo>
                <a:cubicBezTo>
                  <a:pt x="2032730" y="542449"/>
                  <a:pt x="2030349" y="544830"/>
                  <a:pt x="2030349" y="547783"/>
                </a:cubicBezTo>
                <a:lnTo>
                  <a:pt x="2030349" y="560451"/>
                </a:lnTo>
                <a:cubicBezTo>
                  <a:pt x="2030349" y="563404"/>
                  <a:pt x="2032730" y="565785"/>
                  <a:pt x="2035683" y="565785"/>
                </a:cubicBezTo>
                <a:lnTo>
                  <a:pt x="2048351" y="565785"/>
                </a:lnTo>
                <a:cubicBezTo>
                  <a:pt x="2051304" y="565785"/>
                  <a:pt x="2053685" y="563404"/>
                  <a:pt x="2053685" y="560451"/>
                </a:cubicBezTo>
                <a:lnTo>
                  <a:pt x="2053685" y="547783"/>
                </a:lnTo>
                <a:cubicBezTo>
                  <a:pt x="2053685" y="544830"/>
                  <a:pt x="2051304" y="542449"/>
                  <a:pt x="2048351" y="542449"/>
                </a:cubicBezTo>
                <a:lnTo>
                  <a:pt x="2044446" y="542449"/>
                </a:lnTo>
                <a:lnTo>
                  <a:pt x="2044446" y="414052"/>
                </a:lnTo>
                <a:lnTo>
                  <a:pt x="2005870" y="367951"/>
                </a:lnTo>
                <a:lnTo>
                  <a:pt x="2005870" y="251365"/>
                </a:lnTo>
                <a:lnTo>
                  <a:pt x="2038064" y="215837"/>
                </a:lnTo>
                <a:lnTo>
                  <a:pt x="2038255" y="182499"/>
                </a:lnTo>
                <a:lnTo>
                  <a:pt x="2053781" y="166307"/>
                </a:lnTo>
                <a:lnTo>
                  <a:pt x="2053781" y="145256"/>
                </a:lnTo>
                <a:cubicBezTo>
                  <a:pt x="2057591" y="144113"/>
                  <a:pt x="2060353" y="140684"/>
                  <a:pt x="2060162" y="136493"/>
                </a:cubicBezTo>
                <a:cubicBezTo>
                  <a:pt x="2059877" y="131636"/>
                  <a:pt x="2055781" y="127921"/>
                  <a:pt x="2050923" y="128111"/>
                </a:cubicBezTo>
                <a:cubicBezTo>
                  <a:pt x="2046065" y="128397"/>
                  <a:pt x="2042351" y="132493"/>
                  <a:pt x="2042541" y="137351"/>
                </a:cubicBezTo>
                <a:cubicBezTo>
                  <a:pt x="2042732" y="141161"/>
                  <a:pt x="2045399" y="144304"/>
                  <a:pt x="2048923" y="145256"/>
                </a:cubicBezTo>
                <a:lnTo>
                  <a:pt x="2048923" y="164306"/>
                </a:lnTo>
                <a:lnTo>
                  <a:pt x="2035778" y="178022"/>
                </a:lnTo>
                <a:lnTo>
                  <a:pt x="2007584" y="148114"/>
                </a:lnTo>
                <a:lnTo>
                  <a:pt x="2007584" y="114014"/>
                </a:lnTo>
                <a:cubicBezTo>
                  <a:pt x="2013204" y="114014"/>
                  <a:pt x="2018252" y="110109"/>
                  <a:pt x="2019586" y="104394"/>
                </a:cubicBezTo>
                <a:close/>
                <a:moveTo>
                  <a:pt x="2048256" y="547116"/>
                </a:moveTo>
                <a:cubicBezTo>
                  <a:pt x="2048256" y="547116"/>
                  <a:pt x="2048828" y="547402"/>
                  <a:pt x="2048828" y="547688"/>
                </a:cubicBezTo>
                <a:lnTo>
                  <a:pt x="2048828" y="560356"/>
                </a:lnTo>
                <a:cubicBezTo>
                  <a:pt x="2048828" y="560356"/>
                  <a:pt x="2048542" y="560927"/>
                  <a:pt x="2048256" y="560927"/>
                </a:cubicBezTo>
                <a:lnTo>
                  <a:pt x="2035588" y="560927"/>
                </a:lnTo>
                <a:cubicBezTo>
                  <a:pt x="2035588" y="560927"/>
                  <a:pt x="2035016" y="560642"/>
                  <a:pt x="2035016" y="560356"/>
                </a:cubicBezTo>
                <a:lnTo>
                  <a:pt x="2035016" y="547688"/>
                </a:lnTo>
                <a:cubicBezTo>
                  <a:pt x="2035016" y="547688"/>
                  <a:pt x="2035302" y="547116"/>
                  <a:pt x="2035588" y="547116"/>
                </a:cubicBezTo>
                <a:lnTo>
                  <a:pt x="2048256" y="547116"/>
                </a:lnTo>
                <a:close/>
                <a:moveTo>
                  <a:pt x="2005489" y="109061"/>
                </a:moveTo>
                <a:cubicBezTo>
                  <a:pt x="2001298" y="108014"/>
                  <a:pt x="1998726" y="103823"/>
                  <a:pt x="1999774" y="99632"/>
                </a:cubicBezTo>
                <a:cubicBezTo>
                  <a:pt x="2000822" y="95441"/>
                  <a:pt x="2005013" y="92869"/>
                  <a:pt x="2009203" y="93917"/>
                </a:cubicBezTo>
                <a:cubicBezTo>
                  <a:pt x="2013395" y="94964"/>
                  <a:pt x="2015966" y="99155"/>
                  <a:pt x="2014919" y="103346"/>
                </a:cubicBezTo>
                <a:cubicBezTo>
                  <a:pt x="2013871" y="107537"/>
                  <a:pt x="2009680" y="110109"/>
                  <a:pt x="2005489" y="109061"/>
                </a:cubicBezTo>
                <a:close/>
                <a:moveTo>
                  <a:pt x="2207609" y="32766"/>
                </a:moveTo>
                <a:cubicBezTo>
                  <a:pt x="2205609" y="30671"/>
                  <a:pt x="2202847" y="29528"/>
                  <a:pt x="2199989" y="29528"/>
                </a:cubicBezTo>
                <a:cubicBezTo>
                  <a:pt x="2197132" y="29337"/>
                  <a:pt x="2194370" y="30575"/>
                  <a:pt x="2192274" y="32576"/>
                </a:cubicBezTo>
                <a:cubicBezTo>
                  <a:pt x="2190179" y="34576"/>
                  <a:pt x="2189036" y="37338"/>
                  <a:pt x="2189036" y="40196"/>
                </a:cubicBezTo>
                <a:cubicBezTo>
                  <a:pt x="2189036" y="46196"/>
                  <a:pt x="2193798" y="51054"/>
                  <a:pt x="2199704" y="51149"/>
                </a:cubicBezTo>
                <a:lnTo>
                  <a:pt x="2199799" y="51149"/>
                </a:lnTo>
                <a:cubicBezTo>
                  <a:pt x="2202466" y="51149"/>
                  <a:pt x="2204942" y="50102"/>
                  <a:pt x="2206943" y="48292"/>
                </a:cubicBezTo>
                <a:lnTo>
                  <a:pt x="2339721" y="172403"/>
                </a:lnTo>
                <a:lnTo>
                  <a:pt x="2386775" y="172403"/>
                </a:lnTo>
                <a:cubicBezTo>
                  <a:pt x="2386775" y="172403"/>
                  <a:pt x="2386775" y="172783"/>
                  <a:pt x="2386775" y="172974"/>
                </a:cubicBezTo>
                <a:cubicBezTo>
                  <a:pt x="2387537" y="176213"/>
                  <a:pt x="2389537" y="178975"/>
                  <a:pt x="2392490" y="180785"/>
                </a:cubicBezTo>
                <a:cubicBezTo>
                  <a:pt x="2394490" y="182023"/>
                  <a:pt x="2396776" y="182594"/>
                  <a:pt x="2399062" y="182594"/>
                </a:cubicBezTo>
                <a:cubicBezTo>
                  <a:pt x="2400014" y="182594"/>
                  <a:pt x="2401062" y="182499"/>
                  <a:pt x="2402015" y="182213"/>
                </a:cubicBezTo>
                <a:cubicBezTo>
                  <a:pt x="2405253" y="181451"/>
                  <a:pt x="2408015" y="179451"/>
                  <a:pt x="2409825" y="176594"/>
                </a:cubicBezTo>
                <a:cubicBezTo>
                  <a:pt x="2411540" y="173736"/>
                  <a:pt x="2412111" y="170307"/>
                  <a:pt x="2411349" y="167069"/>
                </a:cubicBezTo>
                <a:cubicBezTo>
                  <a:pt x="2410587" y="163830"/>
                  <a:pt x="2408587" y="161068"/>
                  <a:pt x="2405634" y="159258"/>
                </a:cubicBezTo>
                <a:cubicBezTo>
                  <a:pt x="2402777" y="157544"/>
                  <a:pt x="2399348" y="156972"/>
                  <a:pt x="2396109" y="157734"/>
                </a:cubicBezTo>
                <a:cubicBezTo>
                  <a:pt x="2392871" y="158496"/>
                  <a:pt x="2390108" y="160496"/>
                  <a:pt x="2388299" y="163354"/>
                </a:cubicBezTo>
                <a:cubicBezTo>
                  <a:pt x="2387537" y="164687"/>
                  <a:pt x="2387060" y="166116"/>
                  <a:pt x="2386775" y="167545"/>
                </a:cubicBezTo>
                <a:lnTo>
                  <a:pt x="2341626" y="167545"/>
                </a:lnTo>
                <a:lnTo>
                  <a:pt x="2209800" y="44291"/>
                </a:lnTo>
                <a:cubicBezTo>
                  <a:pt x="2210276" y="43053"/>
                  <a:pt x="2210657" y="41720"/>
                  <a:pt x="2210657" y="40291"/>
                </a:cubicBezTo>
                <a:cubicBezTo>
                  <a:pt x="2210657" y="37433"/>
                  <a:pt x="2209610" y="34671"/>
                  <a:pt x="2207609" y="32576"/>
                </a:cubicBezTo>
                <a:close/>
                <a:moveTo>
                  <a:pt x="2204180" y="44672"/>
                </a:moveTo>
                <a:cubicBezTo>
                  <a:pt x="2203037" y="45815"/>
                  <a:pt x="2201513" y="46387"/>
                  <a:pt x="2199989" y="46387"/>
                </a:cubicBezTo>
                <a:lnTo>
                  <a:pt x="2199989" y="46387"/>
                </a:lnTo>
                <a:cubicBezTo>
                  <a:pt x="2196656" y="46387"/>
                  <a:pt x="2193989" y="43625"/>
                  <a:pt x="2193989" y="40291"/>
                </a:cubicBezTo>
                <a:cubicBezTo>
                  <a:pt x="2193989" y="36957"/>
                  <a:pt x="2196751" y="34290"/>
                  <a:pt x="2200085" y="34290"/>
                </a:cubicBezTo>
                <a:lnTo>
                  <a:pt x="2200085" y="34290"/>
                </a:lnTo>
                <a:cubicBezTo>
                  <a:pt x="2201704" y="34290"/>
                  <a:pt x="2203228" y="34957"/>
                  <a:pt x="2204371" y="36100"/>
                </a:cubicBezTo>
                <a:cubicBezTo>
                  <a:pt x="2205514" y="37243"/>
                  <a:pt x="2206085" y="38767"/>
                  <a:pt x="2206085" y="40386"/>
                </a:cubicBezTo>
                <a:cubicBezTo>
                  <a:pt x="2206085" y="42005"/>
                  <a:pt x="2205419" y="43529"/>
                  <a:pt x="2204276" y="44672"/>
                </a:cubicBezTo>
                <a:close/>
                <a:moveTo>
                  <a:pt x="2392490" y="165926"/>
                </a:moveTo>
                <a:cubicBezTo>
                  <a:pt x="2393537" y="164116"/>
                  <a:pt x="2395252" y="162878"/>
                  <a:pt x="2397347" y="162401"/>
                </a:cubicBezTo>
                <a:cubicBezTo>
                  <a:pt x="2397919" y="162211"/>
                  <a:pt x="2398586" y="162211"/>
                  <a:pt x="2399157" y="162211"/>
                </a:cubicBezTo>
                <a:cubicBezTo>
                  <a:pt x="2402681" y="162211"/>
                  <a:pt x="2405920" y="164592"/>
                  <a:pt x="2406777" y="168212"/>
                </a:cubicBezTo>
                <a:cubicBezTo>
                  <a:pt x="2407253" y="170212"/>
                  <a:pt x="2406968" y="172307"/>
                  <a:pt x="2405825" y="174117"/>
                </a:cubicBezTo>
                <a:cubicBezTo>
                  <a:pt x="2404777" y="175927"/>
                  <a:pt x="2403062" y="177165"/>
                  <a:pt x="2400967" y="177641"/>
                </a:cubicBezTo>
                <a:cubicBezTo>
                  <a:pt x="2398967" y="178118"/>
                  <a:pt x="2396871" y="177832"/>
                  <a:pt x="2395061" y="176689"/>
                </a:cubicBezTo>
                <a:cubicBezTo>
                  <a:pt x="2393252" y="175641"/>
                  <a:pt x="2392013" y="173927"/>
                  <a:pt x="2391537" y="171831"/>
                </a:cubicBezTo>
                <a:cubicBezTo>
                  <a:pt x="2391061" y="169831"/>
                  <a:pt x="2391347" y="167735"/>
                  <a:pt x="2392490" y="165926"/>
                </a:cubicBezTo>
                <a:close/>
                <a:moveTo>
                  <a:pt x="1142524" y="231743"/>
                </a:moveTo>
                <a:lnTo>
                  <a:pt x="1149668" y="231743"/>
                </a:lnTo>
                <a:lnTo>
                  <a:pt x="1149668" y="242030"/>
                </a:lnTo>
                <a:lnTo>
                  <a:pt x="1142524" y="242030"/>
                </a:lnTo>
                <a:lnTo>
                  <a:pt x="1142524" y="231743"/>
                </a:lnTo>
                <a:close/>
                <a:moveTo>
                  <a:pt x="1906810" y="675704"/>
                </a:moveTo>
                <a:cubicBezTo>
                  <a:pt x="1906810" y="669703"/>
                  <a:pt x="1901857" y="664750"/>
                  <a:pt x="1895856" y="664750"/>
                </a:cubicBezTo>
                <a:cubicBezTo>
                  <a:pt x="1889855" y="664750"/>
                  <a:pt x="1884902" y="669703"/>
                  <a:pt x="1884902" y="675704"/>
                </a:cubicBezTo>
                <a:cubicBezTo>
                  <a:pt x="1884902" y="680942"/>
                  <a:pt x="1888617" y="685038"/>
                  <a:pt x="1893475" y="686181"/>
                </a:cubicBezTo>
                <a:lnTo>
                  <a:pt x="1893475" y="746379"/>
                </a:lnTo>
                <a:lnTo>
                  <a:pt x="1910239" y="763334"/>
                </a:lnTo>
                <a:lnTo>
                  <a:pt x="1944243" y="763334"/>
                </a:lnTo>
                <a:cubicBezTo>
                  <a:pt x="1944243" y="763334"/>
                  <a:pt x="1969484" y="785527"/>
                  <a:pt x="1969484" y="785527"/>
                </a:cubicBezTo>
                <a:lnTo>
                  <a:pt x="1969484" y="933260"/>
                </a:lnTo>
                <a:lnTo>
                  <a:pt x="1950244" y="952310"/>
                </a:lnTo>
                <a:lnTo>
                  <a:pt x="1950244" y="1086898"/>
                </a:lnTo>
                <a:lnTo>
                  <a:pt x="1932051" y="1105186"/>
                </a:lnTo>
                <a:cubicBezTo>
                  <a:pt x="1927955" y="1102614"/>
                  <a:pt x="1922717" y="1102138"/>
                  <a:pt x="1918049" y="1104329"/>
                </a:cubicBezTo>
                <a:cubicBezTo>
                  <a:pt x="1913573" y="1106424"/>
                  <a:pt x="1910810" y="1110520"/>
                  <a:pt x="1910048" y="1115092"/>
                </a:cubicBezTo>
                <a:lnTo>
                  <a:pt x="1799082" y="1115092"/>
                </a:lnTo>
                <a:cubicBezTo>
                  <a:pt x="1799082" y="1115092"/>
                  <a:pt x="1776508" y="1094232"/>
                  <a:pt x="1776508" y="1094232"/>
                </a:cubicBezTo>
                <a:lnTo>
                  <a:pt x="1635538" y="1094042"/>
                </a:lnTo>
                <a:cubicBezTo>
                  <a:pt x="1635347" y="1092803"/>
                  <a:pt x="1634966" y="1091470"/>
                  <a:pt x="1634300" y="1090136"/>
                </a:cubicBezTo>
                <a:cubicBezTo>
                  <a:pt x="1630871" y="1082897"/>
                  <a:pt x="1622107" y="1079849"/>
                  <a:pt x="1614869" y="1083278"/>
                </a:cubicBezTo>
                <a:cubicBezTo>
                  <a:pt x="1607630" y="1086707"/>
                  <a:pt x="1604582" y="1095470"/>
                  <a:pt x="1608011" y="1102709"/>
                </a:cubicBezTo>
                <a:cubicBezTo>
                  <a:pt x="1609725" y="1106234"/>
                  <a:pt x="1612678" y="1108901"/>
                  <a:pt x="1616297" y="1110139"/>
                </a:cubicBezTo>
                <a:cubicBezTo>
                  <a:pt x="1617917" y="1110710"/>
                  <a:pt x="1619536" y="1110996"/>
                  <a:pt x="1621155" y="1110996"/>
                </a:cubicBezTo>
                <a:cubicBezTo>
                  <a:pt x="1623346" y="1110996"/>
                  <a:pt x="1625441" y="1110520"/>
                  <a:pt x="1627442" y="1109567"/>
                </a:cubicBezTo>
                <a:cubicBezTo>
                  <a:pt x="1629251" y="1108710"/>
                  <a:pt x="1632014" y="1106424"/>
                  <a:pt x="1633823" y="1103376"/>
                </a:cubicBezTo>
                <a:cubicBezTo>
                  <a:pt x="1634490" y="1102138"/>
                  <a:pt x="1635157" y="1100614"/>
                  <a:pt x="1635443" y="1098899"/>
                </a:cubicBezTo>
                <a:lnTo>
                  <a:pt x="1774698" y="1099090"/>
                </a:lnTo>
                <a:lnTo>
                  <a:pt x="1797272" y="1120045"/>
                </a:lnTo>
                <a:lnTo>
                  <a:pt x="1910144" y="1120045"/>
                </a:lnTo>
                <a:cubicBezTo>
                  <a:pt x="1910334" y="1121283"/>
                  <a:pt x="1910715" y="1122617"/>
                  <a:pt x="1911287" y="1123855"/>
                </a:cubicBezTo>
                <a:cubicBezTo>
                  <a:pt x="1913763" y="1129094"/>
                  <a:pt x="1919002" y="1132142"/>
                  <a:pt x="1924431" y="1132142"/>
                </a:cubicBezTo>
                <a:cubicBezTo>
                  <a:pt x="1926527" y="1132142"/>
                  <a:pt x="1928717" y="1131665"/>
                  <a:pt x="1930718" y="1130713"/>
                </a:cubicBezTo>
                <a:cubicBezTo>
                  <a:pt x="1934242" y="1128998"/>
                  <a:pt x="1936909" y="1126046"/>
                  <a:pt x="1938147" y="1122426"/>
                </a:cubicBezTo>
                <a:cubicBezTo>
                  <a:pt x="1939481" y="1118807"/>
                  <a:pt x="1939195" y="1114806"/>
                  <a:pt x="1937576" y="1111282"/>
                </a:cubicBezTo>
                <a:cubicBezTo>
                  <a:pt x="1937099" y="1110234"/>
                  <a:pt x="1936432" y="1109282"/>
                  <a:pt x="1935766" y="1108424"/>
                </a:cubicBezTo>
                <a:lnTo>
                  <a:pt x="1955197" y="1088993"/>
                </a:lnTo>
                <a:lnTo>
                  <a:pt x="1955197" y="954405"/>
                </a:lnTo>
                <a:lnTo>
                  <a:pt x="1974437" y="935355"/>
                </a:lnTo>
                <a:lnTo>
                  <a:pt x="1974437" y="783527"/>
                </a:lnTo>
                <a:lnTo>
                  <a:pt x="1946243" y="758762"/>
                </a:lnTo>
                <a:lnTo>
                  <a:pt x="1912430" y="758762"/>
                </a:lnTo>
                <a:cubicBezTo>
                  <a:pt x="1912430" y="758762"/>
                  <a:pt x="1898428" y="744569"/>
                  <a:pt x="1898428" y="744569"/>
                </a:cubicBezTo>
                <a:lnTo>
                  <a:pt x="1898428" y="686372"/>
                </a:lnTo>
                <a:cubicBezTo>
                  <a:pt x="1903286" y="685229"/>
                  <a:pt x="1907000" y="681133"/>
                  <a:pt x="1907000" y="675894"/>
                </a:cubicBezTo>
                <a:close/>
                <a:moveTo>
                  <a:pt x="1629632" y="1100900"/>
                </a:moveTo>
                <a:cubicBezTo>
                  <a:pt x="1628203" y="1103281"/>
                  <a:pt x="1626108" y="1104900"/>
                  <a:pt x="1625346" y="1105281"/>
                </a:cubicBezTo>
                <a:cubicBezTo>
                  <a:pt x="1622965" y="1106424"/>
                  <a:pt x="1620298" y="1106519"/>
                  <a:pt x="1617821" y="1105662"/>
                </a:cubicBezTo>
                <a:cubicBezTo>
                  <a:pt x="1615345" y="1104805"/>
                  <a:pt x="1613345" y="1102995"/>
                  <a:pt x="1612202" y="1100709"/>
                </a:cubicBezTo>
                <a:cubicBezTo>
                  <a:pt x="1609820" y="1095851"/>
                  <a:pt x="1611916" y="1089946"/>
                  <a:pt x="1616774" y="1087660"/>
                </a:cubicBezTo>
                <a:cubicBezTo>
                  <a:pt x="1618107" y="1086993"/>
                  <a:pt x="1619536" y="1086707"/>
                  <a:pt x="1620965" y="1086707"/>
                </a:cubicBezTo>
                <a:cubicBezTo>
                  <a:pt x="1624584" y="1086707"/>
                  <a:pt x="1628108" y="1088708"/>
                  <a:pt x="1629823" y="1092232"/>
                </a:cubicBezTo>
                <a:cubicBezTo>
                  <a:pt x="1631252" y="1095185"/>
                  <a:pt x="1631156" y="1098137"/>
                  <a:pt x="1629537" y="1100900"/>
                </a:cubicBezTo>
                <a:close/>
                <a:moveTo>
                  <a:pt x="1933575" y="1120616"/>
                </a:moveTo>
                <a:cubicBezTo>
                  <a:pt x="1932718" y="1123093"/>
                  <a:pt x="1930908" y="1125093"/>
                  <a:pt x="1928622" y="1126141"/>
                </a:cubicBezTo>
                <a:cubicBezTo>
                  <a:pt x="1923764" y="1128522"/>
                  <a:pt x="1917859" y="1126427"/>
                  <a:pt x="1915573" y="1121569"/>
                </a:cubicBezTo>
                <a:cubicBezTo>
                  <a:pt x="1913287" y="1116711"/>
                  <a:pt x="1915287" y="1110806"/>
                  <a:pt x="1920145" y="1108520"/>
                </a:cubicBezTo>
                <a:cubicBezTo>
                  <a:pt x="1921478" y="1107853"/>
                  <a:pt x="1922907" y="1107567"/>
                  <a:pt x="1924336" y="1107567"/>
                </a:cubicBezTo>
                <a:cubicBezTo>
                  <a:pt x="1925384" y="1107567"/>
                  <a:pt x="1926527" y="1107758"/>
                  <a:pt x="1927574" y="1108139"/>
                </a:cubicBezTo>
                <a:cubicBezTo>
                  <a:pt x="1930051" y="1108996"/>
                  <a:pt x="1932051" y="1110806"/>
                  <a:pt x="1933099" y="1113092"/>
                </a:cubicBezTo>
                <a:cubicBezTo>
                  <a:pt x="1934242" y="1115473"/>
                  <a:pt x="1934337" y="1118140"/>
                  <a:pt x="1933480" y="1120616"/>
                </a:cubicBezTo>
                <a:close/>
                <a:moveTo>
                  <a:pt x="1895856" y="681895"/>
                </a:moveTo>
                <a:cubicBezTo>
                  <a:pt x="1892427" y="681895"/>
                  <a:pt x="1889665" y="679133"/>
                  <a:pt x="1889665" y="675704"/>
                </a:cubicBezTo>
                <a:cubicBezTo>
                  <a:pt x="1889665" y="672275"/>
                  <a:pt x="1892427" y="669512"/>
                  <a:pt x="1895856" y="669512"/>
                </a:cubicBezTo>
                <a:cubicBezTo>
                  <a:pt x="1899285" y="669512"/>
                  <a:pt x="1902047" y="672275"/>
                  <a:pt x="1902047" y="675704"/>
                </a:cubicBezTo>
                <a:cubicBezTo>
                  <a:pt x="1902047" y="679133"/>
                  <a:pt x="1899285" y="681895"/>
                  <a:pt x="1895856" y="681895"/>
                </a:cubicBezTo>
                <a:close/>
                <a:moveTo>
                  <a:pt x="1239488" y="277940"/>
                </a:moveTo>
                <a:lnTo>
                  <a:pt x="1239488" y="340709"/>
                </a:lnTo>
                <a:cubicBezTo>
                  <a:pt x="1234535" y="341852"/>
                  <a:pt x="1230725" y="346043"/>
                  <a:pt x="1230725" y="351282"/>
                </a:cubicBezTo>
                <a:cubicBezTo>
                  <a:pt x="1230725" y="357378"/>
                  <a:pt x="1235678" y="362331"/>
                  <a:pt x="1241870" y="362331"/>
                </a:cubicBezTo>
                <a:cubicBezTo>
                  <a:pt x="1248061" y="362331"/>
                  <a:pt x="1252919" y="357378"/>
                  <a:pt x="1252919" y="351282"/>
                </a:cubicBezTo>
                <a:cubicBezTo>
                  <a:pt x="1252919" y="346043"/>
                  <a:pt x="1249109" y="341757"/>
                  <a:pt x="1244251" y="340709"/>
                </a:cubicBezTo>
                <a:lnTo>
                  <a:pt x="1244251" y="280226"/>
                </a:lnTo>
                <a:lnTo>
                  <a:pt x="1254728" y="272225"/>
                </a:lnTo>
                <a:lnTo>
                  <a:pt x="1254728" y="206788"/>
                </a:lnTo>
                <a:lnTo>
                  <a:pt x="1255395" y="206788"/>
                </a:lnTo>
                <a:cubicBezTo>
                  <a:pt x="1256919" y="206788"/>
                  <a:pt x="1258062" y="205550"/>
                  <a:pt x="1258062" y="204121"/>
                </a:cubicBezTo>
                <a:lnTo>
                  <a:pt x="1258062" y="191167"/>
                </a:lnTo>
                <a:cubicBezTo>
                  <a:pt x="1258062" y="189643"/>
                  <a:pt x="1256824" y="188500"/>
                  <a:pt x="1255395" y="188500"/>
                </a:cubicBezTo>
                <a:lnTo>
                  <a:pt x="1249394" y="188500"/>
                </a:lnTo>
                <a:cubicBezTo>
                  <a:pt x="1247870" y="188500"/>
                  <a:pt x="1246727" y="189738"/>
                  <a:pt x="1246727" y="191167"/>
                </a:cubicBezTo>
                <a:lnTo>
                  <a:pt x="1246727" y="204121"/>
                </a:lnTo>
                <a:cubicBezTo>
                  <a:pt x="1246727" y="205645"/>
                  <a:pt x="1247966" y="206788"/>
                  <a:pt x="1249394" y="206788"/>
                </a:cubicBezTo>
                <a:lnTo>
                  <a:pt x="1250061" y="206788"/>
                </a:lnTo>
                <a:lnTo>
                  <a:pt x="1250061" y="269843"/>
                </a:lnTo>
                <a:cubicBezTo>
                  <a:pt x="1250061" y="269843"/>
                  <a:pt x="1239393" y="277844"/>
                  <a:pt x="1239393" y="277844"/>
                </a:cubicBezTo>
                <a:close/>
                <a:moveTo>
                  <a:pt x="1248251" y="351377"/>
                </a:moveTo>
                <a:cubicBezTo>
                  <a:pt x="1248251" y="354902"/>
                  <a:pt x="1245394" y="357664"/>
                  <a:pt x="1241965" y="357664"/>
                </a:cubicBezTo>
                <a:cubicBezTo>
                  <a:pt x="1238536" y="357664"/>
                  <a:pt x="1235583" y="354806"/>
                  <a:pt x="1235583" y="351377"/>
                </a:cubicBezTo>
                <a:cubicBezTo>
                  <a:pt x="1235583" y="347948"/>
                  <a:pt x="1238441" y="344996"/>
                  <a:pt x="1241965" y="344996"/>
                </a:cubicBezTo>
                <a:cubicBezTo>
                  <a:pt x="1245489" y="344996"/>
                  <a:pt x="1248251" y="347853"/>
                  <a:pt x="1248251" y="351377"/>
                </a:cubicBezTo>
                <a:close/>
                <a:moveTo>
                  <a:pt x="1227963" y="411766"/>
                </a:moveTo>
                <a:lnTo>
                  <a:pt x="1227963" y="405003"/>
                </a:lnTo>
                <a:cubicBezTo>
                  <a:pt x="1227963" y="403670"/>
                  <a:pt x="1229106" y="402527"/>
                  <a:pt x="1230440" y="402527"/>
                </a:cubicBezTo>
                <a:lnTo>
                  <a:pt x="1237202" y="402527"/>
                </a:lnTo>
                <a:cubicBezTo>
                  <a:pt x="1238536" y="402527"/>
                  <a:pt x="1239679" y="403670"/>
                  <a:pt x="1239679" y="405003"/>
                </a:cubicBezTo>
                <a:lnTo>
                  <a:pt x="1239679" y="411766"/>
                </a:lnTo>
                <a:cubicBezTo>
                  <a:pt x="1239679" y="413099"/>
                  <a:pt x="1238536" y="414242"/>
                  <a:pt x="1237202" y="414242"/>
                </a:cubicBezTo>
                <a:lnTo>
                  <a:pt x="1230440" y="414242"/>
                </a:lnTo>
                <a:cubicBezTo>
                  <a:pt x="1229106" y="414242"/>
                  <a:pt x="1227963" y="413099"/>
                  <a:pt x="1227963" y="411766"/>
                </a:cubicBezTo>
                <a:close/>
                <a:moveTo>
                  <a:pt x="519208" y="2120265"/>
                </a:moveTo>
                <a:lnTo>
                  <a:pt x="522637" y="2123599"/>
                </a:lnTo>
                <a:lnTo>
                  <a:pt x="519303" y="2127028"/>
                </a:lnTo>
                <a:lnTo>
                  <a:pt x="515874" y="2123694"/>
                </a:lnTo>
                <a:lnTo>
                  <a:pt x="519208" y="2120265"/>
                </a:lnTo>
                <a:close/>
                <a:moveTo>
                  <a:pt x="1559528" y="2308479"/>
                </a:moveTo>
                <a:lnTo>
                  <a:pt x="1559528" y="2318195"/>
                </a:lnTo>
                <a:cubicBezTo>
                  <a:pt x="1559528" y="2319719"/>
                  <a:pt x="1558290" y="2320862"/>
                  <a:pt x="1556861" y="2320862"/>
                </a:cubicBezTo>
                <a:lnTo>
                  <a:pt x="1547146" y="2320862"/>
                </a:lnTo>
                <a:cubicBezTo>
                  <a:pt x="1545622" y="2320862"/>
                  <a:pt x="1544479" y="2319623"/>
                  <a:pt x="1544479" y="2318195"/>
                </a:cubicBezTo>
                <a:lnTo>
                  <a:pt x="1544479" y="2308479"/>
                </a:lnTo>
                <a:cubicBezTo>
                  <a:pt x="1544479" y="2306955"/>
                  <a:pt x="1545717" y="2305812"/>
                  <a:pt x="1547146" y="2305812"/>
                </a:cubicBezTo>
                <a:lnTo>
                  <a:pt x="1556861" y="2305812"/>
                </a:lnTo>
                <a:cubicBezTo>
                  <a:pt x="1558385" y="2305812"/>
                  <a:pt x="1559528" y="2307050"/>
                  <a:pt x="1559528" y="2308479"/>
                </a:cubicBezTo>
                <a:close/>
                <a:moveTo>
                  <a:pt x="1833753" y="418814"/>
                </a:moveTo>
                <a:lnTo>
                  <a:pt x="1835658" y="420338"/>
                </a:lnTo>
                <a:lnTo>
                  <a:pt x="1832039" y="420338"/>
                </a:lnTo>
                <a:lnTo>
                  <a:pt x="1832039" y="425101"/>
                </a:lnTo>
                <a:lnTo>
                  <a:pt x="1839182" y="425101"/>
                </a:lnTo>
                <a:lnTo>
                  <a:pt x="1839182" y="420338"/>
                </a:lnTo>
                <a:lnTo>
                  <a:pt x="1838706" y="420338"/>
                </a:lnTo>
                <a:lnTo>
                  <a:pt x="1883283" y="364617"/>
                </a:lnTo>
                <a:lnTo>
                  <a:pt x="1883283" y="308324"/>
                </a:lnTo>
                <a:cubicBezTo>
                  <a:pt x="1889570" y="307181"/>
                  <a:pt x="1894332" y="301752"/>
                  <a:pt x="1894332" y="295085"/>
                </a:cubicBezTo>
                <a:cubicBezTo>
                  <a:pt x="1894332" y="287655"/>
                  <a:pt x="1888331" y="281654"/>
                  <a:pt x="1880902" y="281654"/>
                </a:cubicBezTo>
                <a:cubicBezTo>
                  <a:pt x="1873472" y="281654"/>
                  <a:pt x="1867472" y="287655"/>
                  <a:pt x="1867472" y="295085"/>
                </a:cubicBezTo>
                <a:cubicBezTo>
                  <a:pt x="1867472" y="301657"/>
                  <a:pt x="1872234" y="307181"/>
                  <a:pt x="1878521" y="308324"/>
                </a:cubicBezTo>
                <a:lnTo>
                  <a:pt x="1878521" y="362903"/>
                </a:lnTo>
                <a:lnTo>
                  <a:pt x="1833848" y="418814"/>
                </a:lnTo>
                <a:close/>
                <a:moveTo>
                  <a:pt x="1872139" y="295085"/>
                </a:moveTo>
                <a:cubicBezTo>
                  <a:pt x="1872139" y="290322"/>
                  <a:pt x="1876044" y="286417"/>
                  <a:pt x="1880807" y="286417"/>
                </a:cubicBezTo>
                <a:cubicBezTo>
                  <a:pt x="1885569" y="286417"/>
                  <a:pt x="1889474" y="290322"/>
                  <a:pt x="1889474" y="295085"/>
                </a:cubicBezTo>
                <a:cubicBezTo>
                  <a:pt x="1889474" y="299847"/>
                  <a:pt x="1885569" y="303752"/>
                  <a:pt x="1880807" y="303752"/>
                </a:cubicBezTo>
                <a:cubicBezTo>
                  <a:pt x="1876044" y="303752"/>
                  <a:pt x="1872139" y="299847"/>
                  <a:pt x="1872139" y="295085"/>
                </a:cubicBezTo>
                <a:close/>
                <a:moveTo>
                  <a:pt x="727043" y="3971925"/>
                </a:moveTo>
                <a:cubicBezTo>
                  <a:pt x="727043" y="3969449"/>
                  <a:pt x="725043" y="3967448"/>
                  <a:pt x="722567" y="3967448"/>
                </a:cubicBezTo>
                <a:lnTo>
                  <a:pt x="709898" y="3967448"/>
                </a:lnTo>
                <a:cubicBezTo>
                  <a:pt x="707422" y="3967448"/>
                  <a:pt x="705422" y="3969449"/>
                  <a:pt x="705422" y="3971925"/>
                </a:cubicBezTo>
                <a:lnTo>
                  <a:pt x="705422" y="3984593"/>
                </a:lnTo>
                <a:cubicBezTo>
                  <a:pt x="705422" y="3987070"/>
                  <a:pt x="707422" y="3989070"/>
                  <a:pt x="709898" y="3989070"/>
                </a:cubicBezTo>
                <a:lnTo>
                  <a:pt x="722567" y="3989070"/>
                </a:lnTo>
                <a:cubicBezTo>
                  <a:pt x="723138" y="3989070"/>
                  <a:pt x="723614" y="3988975"/>
                  <a:pt x="724091" y="3988784"/>
                </a:cubicBezTo>
                <a:lnTo>
                  <a:pt x="874300" y="4162806"/>
                </a:lnTo>
                <a:lnTo>
                  <a:pt x="874300" y="4230720"/>
                </a:lnTo>
                <a:lnTo>
                  <a:pt x="871633" y="4230720"/>
                </a:lnTo>
                <a:cubicBezTo>
                  <a:pt x="865632" y="4230720"/>
                  <a:pt x="860679" y="4235101"/>
                  <a:pt x="860679" y="4240435"/>
                </a:cubicBezTo>
                <a:lnTo>
                  <a:pt x="860679" y="4279297"/>
                </a:lnTo>
                <a:cubicBezTo>
                  <a:pt x="860679" y="4284631"/>
                  <a:pt x="865632" y="4289012"/>
                  <a:pt x="871633" y="4289012"/>
                </a:cubicBezTo>
                <a:lnTo>
                  <a:pt x="874300" y="4289012"/>
                </a:lnTo>
                <a:lnTo>
                  <a:pt x="874300" y="4342448"/>
                </a:lnTo>
                <a:lnTo>
                  <a:pt x="890016" y="4358736"/>
                </a:lnTo>
                <a:lnTo>
                  <a:pt x="1063466" y="4358736"/>
                </a:lnTo>
                <a:lnTo>
                  <a:pt x="1082612" y="4380929"/>
                </a:lnTo>
                <a:lnTo>
                  <a:pt x="1193578" y="4380929"/>
                </a:lnTo>
                <a:cubicBezTo>
                  <a:pt x="1194340" y="4384739"/>
                  <a:pt x="1196721" y="4388168"/>
                  <a:pt x="1200531" y="4389787"/>
                </a:cubicBezTo>
                <a:cubicBezTo>
                  <a:pt x="1206722" y="4392359"/>
                  <a:pt x="1213866" y="4389501"/>
                  <a:pt x="1216438" y="4383310"/>
                </a:cubicBezTo>
                <a:cubicBezTo>
                  <a:pt x="1219010" y="4377119"/>
                  <a:pt x="1216152" y="4369975"/>
                  <a:pt x="1209961" y="4367403"/>
                </a:cubicBezTo>
                <a:cubicBezTo>
                  <a:pt x="1203770" y="4364831"/>
                  <a:pt x="1196626" y="4367689"/>
                  <a:pt x="1194054" y="4373880"/>
                </a:cubicBezTo>
                <a:cubicBezTo>
                  <a:pt x="1193768" y="4374642"/>
                  <a:pt x="1193768" y="4375404"/>
                  <a:pt x="1193578" y="4376166"/>
                </a:cubicBezTo>
                <a:lnTo>
                  <a:pt x="1084802" y="4376166"/>
                </a:lnTo>
                <a:lnTo>
                  <a:pt x="1065657" y="4353973"/>
                </a:lnTo>
                <a:lnTo>
                  <a:pt x="892016" y="4353973"/>
                </a:lnTo>
                <a:lnTo>
                  <a:pt x="879062" y="4340543"/>
                </a:lnTo>
                <a:lnTo>
                  <a:pt x="879062" y="4289108"/>
                </a:lnTo>
                <a:lnTo>
                  <a:pt x="881729" y="4289108"/>
                </a:lnTo>
                <a:cubicBezTo>
                  <a:pt x="887730" y="4289108"/>
                  <a:pt x="892683" y="4284726"/>
                  <a:pt x="892683" y="4279392"/>
                </a:cubicBezTo>
                <a:lnTo>
                  <a:pt x="892683" y="4240530"/>
                </a:lnTo>
                <a:cubicBezTo>
                  <a:pt x="892683" y="4235196"/>
                  <a:pt x="887730" y="4230815"/>
                  <a:pt x="881729" y="4230815"/>
                </a:cubicBezTo>
                <a:lnTo>
                  <a:pt x="879062" y="4230815"/>
                </a:lnTo>
                <a:lnTo>
                  <a:pt x="879062" y="4161187"/>
                </a:lnTo>
                <a:lnTo>
                  <a:pt x="726948" y="3984974"/>
                </a:lnTo>
                <a:cubicBezTo>
                  <a:pt x="726948" y="3984974"/>
                  <a:pt x="726948" y="3984879"/>
                  <a:pt x="726948" y="3984784"/>
                </a:cubicBezTo>
                <a:lnTo>
                  <a:pt x="726948" y="3972116"/>
                </a:lnTo>
                <a:close/>
                <a:moveTo>
                  <a:pt x="887635" y="4279297"/>
                </a:moveTo>
                <a:cubicBezTo>
                  <a:pt x="887635" y="4282154"/>
                  <a:pt x="884968" y="4284536"/>
                  <a:pt x="881729" y="4284536"/>
                </a:cubicBezTo>
                <a:lnTo>
                  <a:pt x="871633" y="4284536"/>
                </a:lnTo>
                <a:cubicBezTo>
                  <a:pt x="868394" y="4284536"/>
                  <a:pt x="865727" y="4282154"/>
                  <a:pt x="865727" y="4279297"/>
                </a:cubicBezTo>
                <a:lnTo>
                  <a:pt x="865727" y="4271010"/>
                </a:lnTo>
                <a:lnTo>
                  <a:pt x="887540" y="4271010"/>
                </a:lnTo>
                <a:lnTo>
                  <a:pt x="887540" y="4279297"/>
                </a:lnTo>
                <a:close/>
                <a:moveTo>
                  <a:pt x="881825" y="4235196"/>
                </a:moveTo>
                <a:cubicBezTo>
                  <a:pt x="885063" y="4235196"/>
                  <a:pt x="887730" y="4237578"/>
                  <a:pt x="887730" y="4240435"/>
                </a:cubicBezTo>
                <a:lnTo>
                  <a:pt x="887730" y="4246531"/>
                </a:lnTo>
                <a:lnTo>
                  <a:pt x="865918" y="4246531"/>
                </a:lnTo>
                <a:lnTo>
                  <a:pt x="865918" y="4240435"/>
                </a:lnTo>
                <a:cubicBezTo>
                  <a:pt x="865918" y="4237578"/>
                  <a:pt x="868585" y="4235196"/>
                  <a:pt x="871823" y="4235196"/>
                </a:cubicBezTo>
                <a:lnTo>
                  <a:pt x="881920" y="4235196"/>
                </a:lnTo>
                <a:close/>
                <a:moveTo>
                  <a:pt x="1858804" y="16859"/>
                </a:moveTo>
                <a:cubicBezTo>
                  <a:pt x="1858804" y="10287"/>
                  <a:pt x="1853470" y="5048"/>
                  <a:pt x="1846993" y="5048"/>
                </a:cubicBezTo>
                <a:cubicBezTo>
                  <a:pt x="1840516" y="5048"/>
                  <a:pt x="1835182" y="10382"/>
                  <a:pt x="1835182" y="16859"/>
                </a:cubicBezTo>
                <a:cubicBezTo>
                  <a:pt x="1835182" y="22574"/>
                  <a:pt x="1839278" y="27051"/>
                  <a:pt x="1844612" y="28194"/>
                </a:cubicBezTo>
                <a:lnTo>
                  <a:pt x="1844612" y="148685"/>
                </a:lnTo>
                <a:lnTo>
                  <a:pt x="1855565" y="160020"/>
                </a:lnTo>
                <a:lnTo>
                  <a:pt x="1855565" y="242030"/>
                </a:lnTo>
                <a:lnTo>
                  <a:pt x="1855089" y="242030"/>
                </a:lnTo>
                <a:cubicBezTo>
                  <a:pt x="1852232" y="242030"/>
                  <a:pt x="1849946" y="244316"/>
                  <a:pt x="1849946" y="247174"/>
                </a:cubicBezTo>
                <a:lnTo>
                  <a:pt x="1849946" y="267557"/>
                </a:lnTo>
                <a:cubicBezTo>
                  <a:pt x="1849946" y="270415"/>
                  <a:pt x="1852232" y="272701"/>
                  <a:pt x="1855089" y="272701"/>
                </a:cubicBezTo>
                <a:lnTo>
                  <a:pt x="1861566" y="272701"/>
                </a:lnTo>
                <a:cubicBezTo>
                  <a:pt x="1864424" y="272701"/>
                  <a:pt x="1866710" y="270415"/>
                  <a:pt x="1866710" y="267557"/>
                </a:cubicBezTo>
                <a:lnTo>
                  <a:pt x="1866710" y="247174"/>
                </a:lnTo>
                <a:cubicBezTo>
                  <a:pt x="1866710" y="244316"/>
                  <a:pt x="1864424" y="242030"/>
                  <a:pt x="1861566" y="242030"/>
                </a:cubicBezTo>
                <a:lnTo>
                  <a:pt x="1860232" y="242030"/>
                </a:lnTo>
                <a:lnTo>
                  <a:pt x="1860232" y="158115"/>
                </a:lnTo>
                <a:lnTo>
                  <a:pt x="1849279" y="146780"/>
                </a:lnTo>
                <a:lnTo>
                  <a:pt x="1849279" y="28194"/>
                </a:lnTo>
                <a:cubicBezTo>
                  <a:pt x="1854613" y="27051"/>
                  <a:pt x="1858709" y="22479"/>
                  <a:pt x="1858709" y="16859"/>
                </a:cubicBezTo>
                <a:close/>
                <a:moveTo>
                  <a:pt x="1864328" y="267557"/>
                </a:moveTo>
                <a:cubicBezTo>
                  <a:pt x="1864328" y="268986"/>
                  <a:pt x="1863185" y="270224"/>
                  <a:pt x="1861661" y="270224"/>
                </a:cubicBezTo>
                <a:lnTo>
                  <a:pt x="1855184" y="270224"/>
                </a:lnTo>
                <a:cubicBezTo>
                  <a:pt x="1853756" y="270224"/>
                  <a:pt x="1852517" y="268986"/>
                  <a:pt x="1852517" y="267557"/>
                </a:cubicBezTo>
                <a:lnTo>
                  <a:pt x="1852517" y="267557"/>
                </a:lnTo>
                <a:cubicBezTo>
                  <a:pt x="1852517" y="267557"/>
                  <a:pt x="1864328" y="267462"/>
                  <a:pt x="1864328" y="267462"/>
                </a:cubicBezTo>
                <a:lnTo>
                  <a:pt x="1864328" y="267462"/>
                </a:lnTo>
                <a:close/>
                <a:moveTo>
                  <a:pt x="1864328" y="264986"/>
                </a:moveTo>
                <a:lnTo>
                  <a:pt x="1852517" y="264986"/>
                </a:lnTo>
                <a:lnTo>
                  <a:pt x="1852517" y="262223"/>
                </a:lnTo>
                <a:lnTo>
                  <a:pt x="1864328" y="262223"/>
                </a:lnTo>
                <a:lnTo>
                  <a:pt x="1864328" y="264986"/>
                </a:lnTo>
                <a:close/>
                <a:moveTo>
                  <a:pt x="1864328" y="260699"/>
                </a:moveTo>
                <a:lnTo>
                  <a:pt x="1852517" y="260699"/>
                </a:lnTo>
                <a:lnTo>
                  <a:pt x="1852517" y="250984"/>
                </a:lnTo>
                <a:lnTo>
                  <a:pt x="1864328" y="250984"/>
                </a:lnTo>
                <a:lnTo>
                  <a:pt x="1864328" y="260699"/>
                </a:lnTo>
                <a:close/>
                <a:moveTo>
                  <a:pt x="1861661" y="244507"/>
                </a:moveTo>
                <a:cubicBezTo>
                  <a:pt x="1863090" y="244507"/>
                  <a:pt x="1864328" y="245745"/>
                  <a:pt x="1864328" y="247174"/>
                </a:cubicBezTo>
                <a:lnTo>
                  <a:pt x="1864328" y="247841"/>
                </a:lnTo>
                <a:lnTo>
                  <a:pt x="1852517" y="247841"/>
                </a:lnTo>
                <a:lnTo>
                  <a:pt x="1852517" y="247174"/>
                </a:lnTo>
                <a:cubicBezTo>
                  <a:pt x="1852517" y="245745"/>
                  <a:pt x="1853756" y="244507"/>
                  <a:pt x="1855184" y="244507"/>
                </a:cubicBezTo>
                <a:lnTo>
                  <a:pt x="1861661" y="244507"/>
                </a:lnTo>
                <a:close/>
                <a:moveTo>
                  <a:pt x="1846993" y="23908"/>
                </a:moveTo>
                <a:cubicBezTo>
                  <a:pt x="1843088" y="23908"/>
                  <a:pt x="1839944" y="20765"/>
                  <a:pt x="1839944" y="16859"/>
                </a:cubicBezTo>
                <a:cubicBezTo>
                  <a:pt x="1839944" y="12954"/>
                  <a:pt x="1843088" y="9811"/>
                  <a:pt x="1846993" y="9811"/>
                </a:cubicBezTo>
                <a:cubicBezTo>
                  <a:pt x="1850898" y="9811"/>
                  <a:pt x="1854041" y="12954"/>
                  <a:pt x="1854041" y="16859"/>
                </a:cubicBezTo>
                <a:cubicBezTo>
                  <a:pt x="1854041" y="20765"/>
                  <a:pt x="1850898" y="23908"/>
                  <a:pt x="1846993" y="23908"/>
                </a:cubicBezTo>
                <a:close/>
                <a:moveTo>
                  <a:pt x="1756124" y="344519"/>
                </a:moveTo>
                <a:cubicBezTo>
                  <a:pt x="1748695" y="344519"/>
                  <a:pt x="1742694" y="350520"/>
                  <a:pt x="1742694" y="357950"/>
                </a:cubicBezTo>
                <a:cubicBezTo>
                  <a:pt x="1742694" y="365379"/>
                  <a:pt x="1748695" y="371380"/>
                  <a:pt x="1756124" y="371380"/>
                </a:cubicBezTo>
                <a:cubicBezTo>
                  <a:pt x="1757648" y="371380"/>
                  <a:pt x="1759077" y="371094"/>
                  <a:pt x="1760411" y="370618"/>
                </a:cubicBezTo>
                <a:lnTo>
                  <a:pt x="1775174" y="387668"/>
                </a:lnTo>
                <a:lnTo>
                  <a:pt x="1775174" y="480536"/>
                </a:lnTo>
                <a:cubicBezTo>
                  <a:pt x="1773079" y="481203"/>
                  <a:pt x="1771555" y="483108"/>
                  <a:pt x="1771555" y="485394"/>
                </a:cubicBezTo>
                <a:lnTo>
                  <a:pt x="1771555" y="491871"/>
                </a:lnTo>
                <a:cubicBezTo>
                  <a:pt x="1771555" y="494729"/>
                  <a:pt x="1773841" y="497014"/>
                  <a:pt x="1776698" y="497014"/>
                </a:cubicBezTo>
                <a:lnTo>
                  <a:pt x="1797082" y="497014"/>
                </a:lnTo>
                <a:cubicBezTo>
                  <a:pt x="1799939" y="497014"/>
                  <a:pt x="1802225" y="494729"/>
                  <a:pt x="1802225" y="491871"/>
                </a:cubicBezTo>
                <a:lnTo>
                  <a:pt x="1802225" y="485394"/>
                </a:lnTo>
                <a:cubicBezTo>
                  <a:pt x="1802225" y="482822"/>
                  <a:pt x="1800225" y="480727"/>
                  <a:pt x="1797749" y="480346"/>
                </a:cubicBezTo>
                <a:lnTo>
                  <a:pt x="1797749" y="386334"/>
                </a:lnTo>
                <a:lnTo>
                  <a:pt x="1828705" y="346043"/>
                </a:lnTo>
                <a:cubicBezTo>
                  <a:pt x="1830705" y="347186"/>
                  <a:pt x="1832991" y="347948"/>
                  <a:pt x="1835468" y="347948"/>
                </a:cubicBezTo>
                <a:cubicBezTo>
                  <a:pt x="1842897" y="347948"/>
                  <a:pt x="1848898" y="341948"/>
                  <a:pt x="1848898" y="334518"/>
                </a:cubicBezTo>
                <a:cubicBezTo>
                  <a:pt x="1848898" y="327089"/>
                  <a:pt x="1842897" y="321088"/>
                  <a:pt x="1835468" y="321088"/>
                </a:cubicBezTo>
                <a:cubicBezTo>
                  <a:pt x="1828038" y="321088"/>
                  <a:pt x="1822037" y="327089"/>
                  <a:pt x="1822037" y="334518"/>
                </a:cubicBezTo>
                <a:cubicBezTo>
                  <a:pt x="1822037" y="337757"/>
                  <a:pt x="1823180" y="340614"/>
                  <a:pt x="1825085" y="342995"/>
                </a:cubicBezTo>
                <a:lnTo>
                  <a:pt x="1792986" y="384715"/>
                </a:lnTo>
                <a:lnTo>
                  <a:pt x="1792986" y="480251"/>
                </a:lnTo>
                <a:lnTo>
                  <a:pt x="1784604" y="480251"/>
                </a:lnTo>
                <a:lnTo>
                  <a:pt x="1784604" y="384143"/>
                </a:lnTo>
                <a:lnTo>
                  <a:pt x="1767650" y="364522"/>
                </a:lnTo>
                <a:cubicBezTo>
                  <a:pt x="1768793" y="362522"/>
                  <a:pt x="1769459" y="360331"/>
                  <a:pt x="1769459" y="357854"/>
                </a:cubicBezTo>
                <a:cubicBezTo>
                  <a:pt x="1769459" y="350425"/>
                  <a:pt x="1763459" y="344424"/>
                  <a:pt x="1756029" y="344424"/>
                </a:cubicBezTo>
                <a:close/>
                <a:moveTo>
                  <a:pt x="1756124" y="366713"/>
                </a:moveTo>
                <a:cubicBezTo>
                  <a:pt x="1751362" y="366713"/>
                  <a:pt x="1747457" y="362807"/>
                  <a:pt x="1747457" y="358045"/>
                </a:cubicBezTo>
                <a:cubicBezTo>
                  <a:pt x="1747457" y="353282"/>
                  <a:pt x="1751362" y="349377"/>
                  <a:pt x="1756124" y="349377"/>
                </a:cubicBezTo>
                <a:cubicBezTo>
                  <a:pt x="1760887" y="349377"/>
                  <a:pt x="1764792" y="353282"/>
                  <a:pt x="1764792" y="358045"/>
                </a:cubicBezTo>
                <a:cubicBezTo>
                  <a:pt x="1764792" y="362807"/>
                  <a:pt x="1760887" y="366713"/>
                  <a:pt x="1756124" y="366713"/>
                </a:cubicBezTo>
                <a:close/>
                <a:moveTo>
                  <a:pt x="1835658" y="325946"/>
                </a:moveTo>
                <a:cubicBezTo>
                  <a:pt x="1840421" y="325946"/>
                  <a:pt x="1844326" y="329851"/>
                  <a:pt x="1844326" y="334613"/>
                </a:cubicBezTo>
                <a:cubicBezTo>
                  <a:pt x="1844326" y="339376"/>
                  <a:pt x="1840421" y="343281"/>
                  <a:pt x="1835658" y="343281"/>
                </a:cubicBezTo>
                <a:cubicBezTo>
                  <a:pt x="1830896" y="343281"/>
                  <a:pt x="1826990" y="339376"/>
                  <a:pt x="1826990" y="334613"/>
                </a:cubicBezTo>
                <a:cubicBezTo>
                  <a:pt x="1826990" y="329851"/>
                  <a:pt x="1830896" y="325946"/>
                  <a:pt x="1835658" y="325946"/>
                </a:cubicBezTo>
                <a:close/>
                <a:moveTo>
                  <a:pt x="1796510" y="482822"/>
                </a:moveTo>
                <a:lnTo>
                  <a:pt x="1797177" y="482822"/>
                </a:lnTo>
                <a:cubicBezTo>
                  <a:pt x="1798606" y="482822"/>
                  <a:pt x="1799844" y="483965"/>
                  <a:pt x="1799844" y="485489"/>
                </a:cubicBezTo>
                <a:lnTo>
                  <a:pt x="1799844" y="491966"/>
                </a:lnTo>
                <a:cubicBezTo>
                  <a:pt x="1799844" y="493395"/>
                  <a:pt x="1798606" y="494633"/>
                  <a:pt x="1797177" y="494633"/>
                </a:cubicBezTo>
                <a:lnTo>
                  <a:pt x="1796510" y="494633"/>
                </a:lnTo>
                <a:lnTo>
                  <a:pt x="1796510" y="482822"/>
                </a:lnTo>
                <a:close/>
                <a:moveTo>
                  <a:pt x="1783652" y="482822"/>
                </a:moveTo>
                <a:lnTo>
                  <a:pt x="1793367" y="482822"/>
                </a:lnTo>
                <a:lnTo>
                  <a:pt x="1793367" y="494633"/>
                </a:lnTo>
                <a:lnTo>
                  <a:pt x="1783652" y="494633"/>
                </a:lnTo>
                <a:lnTo>
                  <a:pt x="1783652" y="482822"/>
                </a:lnTo>
                <a:close/>
                <a:moveTo>
                  <a:pt x="1779365" y="482822"/>
                </a:moveTo>
                <a:lnTo>
                  <a:pt x="1782128" y="482822"/>
                </a:lnTo>
                <a:lnTo>
                  <a:pt x="1782128" y="494633"/>
                </a:lnTo>
                <a:lnTo>
                  <a:pt x="1779365" y="494633"/>
                </a:lnTo>
                <a:lnTo>
                  <a:pt x="1779365" y="482822"/>
                </a:lnTo>
                <a:close/>
                <a:moveTo>
                  <a:pt x="1776984" y="482822"/>
                </a:moveTo>
                <a:lnTo>
                  <a:pt x="1776984" y="494633"/>
                </a:lnTo>
                <a:lnTo>
                  <a:pt x="1776889" y="494633"/>
                </a:lnTo>
                <a:cubicBezTo>
                  <a:pt x="1775460" y="494633"/>
                  <a:pt x="1774222" y="493395"/>
                  <a:pt x="1774222" y="491966"/>
                </a:cubicBezTo>
                <a:lnTo>
                  <a:pt x="1774222" y="485489"/>
                </a:lnTo>
                <a:cubicBezTo>
                  <a:pt x="1774222" y="484061"/>
                  <a:pt x="1775460" y="482822"/>
                  <a:pt x="1776889" y="482822"/>
                </a:cubicBezTo>
                <a:lnTo>
                  <a:pt x="1776984" y="482822"/>
                </a:lnTo>
                <a:close/>
                <a:moveTo>
                  <a:pt x="520065" y="2083594"/>
                </a:moveTo>
                <a:lnTo>
                  <a:pt x="527209" y="2083594"/>
                </a:lnTo>
                <a:lnTo>
                  <a:pt x="527209" y="2088356"/>
                </a:lnTo>
                <a:lnTo>
                  <a:pt x="520065" y="2088356"/>
                </a:lnTo>
                <a:lnTo>
                  <a:pt x="520065" y="2083594"/>
                </a:lnTo>
                <a:close/>
                <a:moveTo>
                  <a:pt x="1561148" y="2300288"/>
                </a:moveTo>
                <a:lnTo>
                  <a:pt x="1542764" y="2300288"/>
                </a:lnTo>
                <a:cubicBezTo>
                  <a:pt x="1540574" y="2300288"/>
                  <a:pt x="1538859" y="2302002"/>
                  <a:pt x="1538859" y="2304193"/>
                </a:cubicBezTo>
                <a:lnTo>
                  <a:pt x="1538859" y="2322576"/>
                </a:lnTo>
                <a:cubicBezTo>
                  <a:pt x="1538859" y="2324767"/>
                  <a:pt x="1540574" y="2326481"/>
                  <a:pt x="1542764" y="2326481"/>
                </a:cubicBezTo>
                <a:lnTo>
                  <a:pt x="1561148" y="2326481"/>
                </a:lnTo>
                <a:cubicBezTo>
                  <a:pt x="1563338" y="2326481"/>
                  <a:pt x="1565053" y="2324767"/>
                  <a:pt x="1565053" y="2322576"/>
                </a:cubicBezTo>
                <a:lnTo>
                  <a:pt x="1565053" y="2316004"/>
                </a:lnTo>
                <a:lnTo>
                  <a:pt x="1647158" y="2315718"/>
                </a:lnTo>
                <a:lnTo>
                  <a:pt x="1800511" y="2471261"/>
                </a:lnTo>
                <a:lnTo>
                  <a:pt x="1801178" y="2471928"/>
                </a:lnTo>
                <a:lnTo>
                  <a:pt x="1819370" y="2471928"/>
                </a:lnTo>
                <a:cubicBezTo>
                  <a:pt x="1820894" y="2476786"/>
                  <a:pt x="1825276" y="2480501"/>
                  <a:pt x="1830610" y="2480501"/>
                </a:cubicBezTo>
                <a:cubicBezTo>
                  <a:pt x="1837182" y="2480501"/>
                  <a:pt x="1842516" y="2475167"/>
                  <a:pt x="1842516" y="2468594"/>
                </a:cubicBezTo>
                <a:cubicBezTo>
                  <a:pt x="1842516" y="2462022"/>
                  <a:pt x="1837182" y="2456688"/>
                  <a:pt x="1830610" y="2456688"/>
                </a:cubicBezTo>
                <a:cubicBezTo>
                  <a:pt x="1824514" y="2456688"/>
                  <a:pt x="1819656" y="2461355"/>
                  <a:pt x="1818894" y="2467261"/>
                </a:cubicBezTo>
                <a:lnTo>
                  <a:pt x="1803082" y="2467261"/>
                </a:lnTo>
                <a:lnTo>
                  <a:pt x="1648968" y="2311051"/>
                </a:lnTo>
                <a:lnTo>
                  <a:pt x="1564862" y="2311337"/>
                </a:lnTo>
                <a:lnTo>
                  <a:pt x="1564862" y="2304288"/>
                </a:lnTo>
                <a:cubicBezTo>
                  <a:pt x="1564862" y="2302097"/>
                  <a:pt x="1563148" y="2300383"/>
                  <a:pt x="1560957" y="2300383"/>
                </a:cubicBezTo>
                <a:close/>
                <a:moveTo>
                  <a:pt x="1562672" y="2322576"/>
                </a:moveTo>
                <a:cubicBezTo>
                  <a:pt x="1562672" y="2323433"/>
                  <a:pt x="1562005" y="2324100"/>
                  <a:pt x="1561148" y="2324100"/>
                </a:cubicBezTo>
                <a:lnTo>
                  <a:pt x="1542764" y="2324100"/>
                </a:lnTo>
                <a:cubicBezTo>
                  <a:pt x="1541907" y="2324100"/>
                  <a:pt x="1541240" y="2323433"/>
                  <a:pt x="1541240" y="2322576"/>
                </a:cubicBezTo>
                <a:lnTo>
                  <a:pt x="1541240" y="2304193"/>
                </a:lnTo>
                <a:cubicBezTo>
                  <a:pt x="1541240" y="2303336"/>
                  <a:pt x="1541907" y="2302669"/>
                  <a:pt x="1542764" y="2302669"/>
                </a:cubicBezTo>
                <a:lnTo>
                  <a:pt x="1561148" y="2302669"/>
                </a:lnTo>
                <a:cubicBezTo>
                  <a:pt x="1562005" y="2302669"/>
                  <a:pt x="1562672" y="2303336"/>
                  <a:pt x="1562672" y="2304193"/>
                </a:cubicBezTo>
                <a:lnTo>
                  <a:pt x="1562672" y="2322576"/>
                </a:lnTo>
                <a:close/>
                <a:moveTo>
                  <a:pt x="1830800" y="2461355"/>
                </a:moveTo>
                <a:cubicBezTo>
                  <a:pt x="1834801" y="2461355"/>
                  <a:pt x="1837944" y="2464594"/>
                  <a:pt x="1837944" y="2468499"/>
                </a:cubicBezTo>
                <a:cubicBezTo>
                  <a:pt x="1837944" y="2472404"/>
                  <a:pt x="1834706" y="2475643"/>
                  <a:pt x="1830800" y="2475643"/>
                </a:cubicBezTo>
                <a:cubicBezTo>
                  <a:pt x="1826895" y="2475643"/>
                  <a:pt x="1823657" y="2472404"/>
                  <a:pt x="1823657" y="2468499"/>
                </a:cubicBezTo>
                <a:cubicBezTo>
                  <a:pt x="1823657" y="2464594"/>
                  <a:pt x="1826895" y="2461355"/>
                  <a:pt x="1830800" y="2461355"/>
                </a:cubicBezTo>
                <a:close/>
                <a:moveTo>
                  <a:pt x="511874" y="2097500"/>
                </a:moveTo>
                <a:lnTo>
                  <a:pt x="521589" y="2089023"/>
                </a:lnTo>
                <a:cubicBezTo>
                  <a:pt x="522732" y="2088071"/>
                  <a:pt x="524447" y="2088166"/>
                  <a:pt x="525399" y="2089309"/>
                </a:cubicBezTo>
                <a:lnTo>
                  <a:pt x="533876" y="2099024"/>
                </a:lnTo>
                <a:cubicBezTo>
                  <a:pt x="534829" y="2100167"/>
                  <a:pt x="534734" y="2101882"/>
                  <a:pt x="533591" y="2102834"/>
                </a:cubicBezTo>
                <a:lnTo>
                  <a:pt x="523875" y="2111312"/>
                </a:lnTo>
                <a:cubicBezTo>
                  <a:pt x="522732" y="2112264"/>
                  <a:pt x="521018" y="2112169"/>
                  <a:pt x="520065" y="2111026"/>
                </a:cubicBezTo>
                <a:lnTo>
                  <a:pt x="511588" y="2101310"/>
                </a:lnTo>
                <a:cubicBezTo>
                  <a:pt x="510635" y="2100167"/>
                  <a:pt x="510731" y="2098453"/>
                  <a:pt x="511874" y="2097500"/>
                </a:cubicBezTo>
                <a:close/>
                <a:moveTo>
                  <a:pt x="1221677" y="4321112"/>
                </a:moveTo>
                <a:cubicBezTo>
                  <a:pt x="1217771" y="4320921"/>
                  <a:pt x="1214057" y="4322350"/>
                  <a:pt x="1211199" y="4325017"/>
                </a:cubicBezTo>
                <a:cubicBezTo>
                  <a:pt x="1208818" y="4327208"/>
                  <a:pt x="1207389" y="4330161"/>
                  <a:pt x="1206818" y="4333304"/>
                </a:cubicBezTo>
                <a:lnTo>
                  <a:pt x="1103852" y="4333304"/>
                </a:lnTo>
                <a:lnTo>
                  <a:pt x="1084707" y="4311111"/>
                </a:lnTo>
                <a:lnTo>
                  <a:pt x="933355" y="4311111"/>
                </a:lnTo>
                <a:lnTo>
                  <a:pt x="924592" y="4301776"/>
                </a:lnTo>
                <a:lnTo>
                  <a:pt x="924592" y="4254246"/>
                </a:lnTo>
                <a:cubicBezTo>
                  <a:pt x="924592" y="4254246"/>
                  <a:pt x="924973" y="4254246"/>
                  <a:pt x="925259" y="4254246"/>
                </a:cubicBezTo>
                <a:cubicBezTo>
                  <a:pt x="931069" y="4252627"/>
                  <a:pt x="934402" y="4246531"/>
                  <a:pt x="932783" y="4240721"/>
                </a:cubicBezTo>
                <a:cubicBezTo>
                  <a:pt x="931640" y="4236625"/>
                  <a:pt x="928211" y="4233863"/>
                  <a:pt x="924211" y="4233101"/>
                </a:cubicBezTo>
                <a:lnTo>
                  <a:pt x="924592" y="4147661"/>
                </a:lnTo>
                <a:lnTo>
                  <a:pt x="865823" y="4077462"/>
                </a:lnTo>
                <a:lnTo>
                  <a:pt x="865632" y="4043077"/>
                </a:lnTo>
                <a:lnTo>
                  <a:pt x="869918" y="4043077"/>
                </a:lnTo>
                <a:cubicBezTo>
                  <a:pt x="872966" y="4043077"/>
                  <a:pt x="875443" y="4040600"/>
                  <a:pt x="875443" y="4037552"/>
                </a:cubicBezTo>
                <a:lnTo>
                  <a:pt x="875443" y="4024122"/>
                </a:lnTo>
                <a:cubicBezTo>
                  <a:pt x="875443" y="4021074"/>
                  <a:pt x="872966" y="4018598"/>
                  <a:pt x="869918" y="4018598"/>
                </a:cubicBezTo>
                <a:lnTo>
                  <a:pt x="856488" y="4018598"/>
                </a:lnTo>
                <a:cubicBezTo>
                  <a:pt x="853440" y="4018598"/>
                  <a:pt x="850964" y="4021074"/>
                  <a:pt x="850964" y="4024122"/>
                </a:cubicBezTo>
                <a:lnTo>
                  <a:pt x="850964" y="4028789"/>
                </a:lnTo>
                <a:lnTo>
                  <a:pt x="833628" y="4028789"/>
                </a:lnTo>
                <a:lnTo>
                  <a:pt x="792099" y="3984117"/>
                </a:lnTo>
                <a:cubicBezTo>
                  <a:pt x="792480" y="3983641"/>
                  <a:pt x="792956" y="3983260"/>
                  <a:pt x="793337" y="3982688"/>
                </a:cubicBezTo>
                <a:cubicBezTo>
                  <a:pt x="794766" y="3980117"/>
                  <a:pt x="795052" y="3977164"/>
                  <a:pt x="794290" y="3974402"/>
                </a:cubicBezTo>
                <a:cubicBezTo>
                  <a:pt x="793528" y="3971544"/>
                  <a:pt x="791623" y="3969258"/>
                  <a:pt x="789051" y="3967829"/>
                </a:cubicBezTo>
                <a:cubicBezTo>
                  <a:pt x="786479" y="3966401"/>
                  <a:pt x="783527" y="3966115"/>
                  <a:pt x="780764" y="3966877"/>
                </a:cubicBezTo>
                <a:cubicBezTo>
                  <a:pt x="774954" y="3968496"/>
                  <a:pt x="771620" y="3974592"/>
                  <a:pt x="773240" y="3980402"/>
                </a:cubicBezTo>
                <a:cubicBezTo>
                  <a:pt x="774573" y="3985165"/>
                  <a:pt x="779050" y="3988308"/>
                  <a:pt x="783812" y="3988308"/>
                </a:cubicBezTo>
                <a:cubicBezTo>
                  <a:pt x="784765" y="3988308"/>
                  <a:pt x="785813" y="3988213"/>
                  <a:pt x="786860" y="3987927"/>
                </a:cubicBezTo>
                <a:cubicBezTo>
                  <a:pt x="787432" y="3987737"/>
                  <a:pt x="787908" y="3987355"/>
                  <a:pt x="788479" y="3987070"/>
                </a:cubicBezTo>
                <a:lnTo>
                  <a:pt x="831723" y="4033552"/>
                </a:lnTo>
                <a:lnTo>
                  <a:pt x="851154" y="4033552"/>
                </a:lnTo>
                <a:lnTo>
                  <a:pt x="851154" y="4037552"/>
                </a:lnTo>
                <a:cubicBezTo>
                  <a:pt x="851154" y="4040600"/>
                  <a:pt x="853631" y="4043077"/>
                  <a:pt x="856679" y="4043077"/>
                </a:cubicBezTo>
                <a:lnTo>
                  <a:pt x="861060" y="4043077"/>
                </a:lnTo>
                <a:lnTo>
                  <a:pt x="861251" y="4079177"/>
                </a:lnTo>
                <a:lnTo>
                  <a:pt x="920020" y="4149280"/>
                </a:lnTo>
                <a:lnTo>
                  <a:pt x="919639" y="4233101"/>
                </a:lnTo>
                <a:cubicBezTo>
                  <a:pt x="919639" y="4233101"/>
                  <a:pt x="919448" y="4233101"/>
                  <a:pt x="919353" y="4233101"/>
                </a:cubicBezTo>
                <a:cubicBezTo>
                  <a:pt x="913543" y="4234720"/>
                  <a:pt x="910209" y="4240816"/>
                  <a:pt x="911828" y="4246626"/>
                </a:cubicBezTo>
                <a:cubicBezTo>
                  <a:pt x="912971" y="4250627"/>
                  <a:pt x="916210" y="4253294"/>
                  <a:pt x="920020" y="4254151"/>
                </a:cubicBezTo>
                <a:lnTo>
                  <a:pt x="920020" y="4303586"/>
                </a:lnTo>
                <a:lnTo>
                  <a:pt x="931545" y="4315873"/>
                </a:lnTo>
                <a:lnTo>
                  <a:pt x="1082802" y="4315873"/>
                </a:lnTo>
                <a:lnTo>
                  <a:pt x="1101947" y="4338066"/>
                </a:lnTo>
                <a:lnTo>
                  <a:pt x="1207103" y="4338066"/>
                </a:lnTo>
                <a:cubicBezTo>
                  <a:pt x="1207580" y="4340829"/>
                  <a:pt x="1208818" y="4343495"/>
                  <a:pt x="1210818" y="4345591"/>
                </a:cubicBezTo>
                <a:cubicBezTo>
                  <a:pt x="1213676" y="4348639"/>
                  <a:pt x="1217581" y="4350258"/>
                  <a:pt x="1221486" y="4350258"/>
                </a:cubicBezTo>
                <a:cubicBezTo>
                  <a:pt x="1225010" y="4350258"/>
                  <a:pt x="1228630" y="4348925"/>
                  <a:pt x="1231392" y="4346353"/>
                </a:cubicBezTo>
                <a:cubicBezTo>
                  <a:pt x="1234250" y="4343686"/>
                  <a:pt x="1235869" y="4340067"/>
                  <a:pt x="1236059" y="4336256"/>
                </a:cubicBezTo>
                <a:cubicBezTo>
                  <a:pt x="1236155" y="4332351"/>
                  <a:pt x="1234821" y="4328637"/>
                  <a:pt x="1232154" y="4325779"/>
                </a:cubicBezTo>
                <a:cubicBezTo>
                  <a:pt x="1229487" y="4322921"/>
                  <a:pt x="1225868" y="4321302"/>
                  <a:pt x="1222057" y="4321207"/>
                </a:cubicBezTo>
                <a:close/>
                <a:moveTo>
                  <a:pt x="789146" y="3980307"/>
                </a:moveTo>
                <a:cubicBezTo>
                  <a:pt x="788384" y="3981736"/>
                  <a:pt x="787051" y="3982784"/>
                  <a:pt x="785432" y="3983260"/>
                </a:cubicBezTo>
                <a:cubicBezTo>
                  <a:pt x="782098" y="3984212"/>
                  <a:pt x="778669" y="3982307"/>
                  <a:pt x="777812" y="3978974"/>
                </a:cubicBezTo>
                <a:cubicBezTo>
                  <a:pt x="776859" y="3975735"/>
                  <a:pt x="778764" y="3972211"/>
                  <a:pt x="782098" y="3971354"/>
                </a:cubicBezTo>
                <a:cubicBezTo>
                  <a:pt x="782669" y="3971163"/>
                  <a:pt x="783241" y="3971068"/>
                  <a:pt x="783812" y="3971068"/>
                </a:cubicBezTo>
                <a:cubicBezTo>
                  <a:pt x="784860" y="3971068"/>
                  <a:pt x="785908" y="3971354"/>
                  <a:pt x="786765" y="3971830"/>
                </a:cubicBezTo>
                <a:cubicBezTo>
                  <a:pt x="788194" y="3972592"/>
                  <a:pt x="789242" y="3973925"/>
                  <a:pt x="789718" y="3975545"/>
                </a:cubicBezTo>
                <a:lnTo>
                  <a:pt x="789718" y="3975545"/>
                </a:lnTo>
                <a:cubicBezTo>
                  <a:pt x="790194" y="3977164"/>
                  <a:pt x="790004" y="3978783"/>
                  <a:pt x="789146" y="3980212"/>
                </a:cubicBezTo>
                <a:close/>
                <a:moveTo>
                  <a:pt x="856488" y="4038219"/>
                </a:moveTo>
                <a:cubicBezTo>
                  <a:pt x="856488" y="4038219"/>
                  <a:pt x="855726" y="4037838"/>
                  <a:pt x="855726" y="4037457"/>
                </a:cubicBezTo>
                <a:lnTo>
                  <a:pt x="855726" y="4024027"/>
                </a:lnTo>
                <a:cubicBezTo>
                  <a:pt x="855726" y="4024027"/>
                  <a:pt x="856107" y="4023265"/>
                  <a:pt x="856488" y="4023265"/>
                </a:cubicBezTo>
                <a:lnTo>
                  <a:pt x="869918" y="4023265"/>
                </a:lnTo>
                <a:cubicBezTo>
                  <a:pt x="869918" y="4023265"/>
                  <a:pt x="870680" y="4023646"/>
                  <a:pt x="870680" y="4024027"/>
                </a:cubicBezTo>
                <a:lnTo>
                  <a:pt x="870680" y="4037457"/>
                </a:lnTo>
                <a:cubicBezTo>
                  <a:pt x="870680" y="4037457"/>
                  <a:pt x="870299" y="4038219"/>
                  <a:pt x="869918" y="4038219"/>
                </a:cubicBezTo>
                <a:lnTo>
                  <a:pt x="856488" y="4038219"/>
                </a:lnTo>
                <a:close/>
                <a:moveTo>
                  <a:pt x="916210" y="4245293"/>
                </a:moveTo>
                <a:cubicBezTo>
                  <a:pt x="915734" y="4243673"/>
                  <a:pt x="915924" y="4242054"/>
                  <a:pt x="916781" y="4240626"/>
                </a:cubicBezTo>
                <a:cubicBezTo>
                  <a:pt x="917543" y="4239197"/>
                  <a:pt x="918877" y="4238149"/>
                  <a:pt x="920496" y="4237673"/>
                </a:cubicBezTo>
                <a:cubicBezTo>
                  <a:pt x="923830" y="4236815"/>
                  <a:pt x="927259" y="4238625"/>
                  <a:pt x="928116" y="4241959"/>
                </a:cubicBezTo>
                <a:cubicBezTo>
                  <a:pt x="929069" y="4245197"/>
                  <a:pt x="927164" y="4248722"/>
                  <a:pt x="923830" y="4249579"/>
                </a:cubicBezTo>
                <a:cubicBezTo>
                  <a:pt x="920496" y="4250531"/>
                  <a:pt x="917067" y="4248627"/>
                  <a:pt x="916210" y="4245293"/>
                </a:cubicBezTo>
                <a:close/>
                <a:moveTo>
                  <a:pt x="1227868" y="4342829"/>
                </a:moveTo>
                <a:cubicBezTo>
                  <a:pt x="1223963" y="4346544"/>
                  <a:pt x="1217676" y="4346258"/>
                  <a:pt x="1214057" y="4342353"/>
                </a:cubicBezTo>
                <a:cubicBezTo>
                  <a:pt x="1212247" y="4340447"/>
                  <a:pt x="1211390" y="4337971"/>
                  <a:pt x="1211485" y="4335304"/>
                </a:cubicBezTo>
                <a:cubicBezTo>
                  <a:pt x="1211485" y="4332732"/>
                  <a:pt x="1212723" y="4330256"/>
                  <a:pt x="1214628" y="4328446"/>
                </a:cubicBezTo>
                <a:cubicBezTo>
                  <a:pt x="1216438" y="4326731"/>
                  <a:pt x="1218819" y="4325779"/>
                  <a:pt x="1221296" y="4325779"/>
                </a:cubicBezTo>
                <a:lnTo>
                  <a:pt x="1221677" y="4325779"/>
                </a:lnTo>
                <a:cubicBezTo>
                  <a:pt x="1224248" y="4325779"/>
                  <a:pt x="1226725" y="4327017"/>
                  <a:pt x="1228535" y="4328922"/>
                </a:cubicBezTo>
                <a:cubicBezTo>
                  <a:pt x="1230344" y="4330827"/>
                  <a:pt x="1231297" y="4333304"/>
                  <a:pt x="1231202" y="4335971"/>
                </a:cubicBezTo>
                <a:cubicBezTo>
                  <a:pt x="1231202" y="4338543"/>
                  <a:pt x="1229963" y="4341019"/>
                  <a:pt x="1228058" y="4342829"/>
                </a:cubicBezTo>
                <a:close/>
                <a:moveTo>
                  <a:pt x="509016" y="2130743"/>
                </a:moveTo>
                <a:lnTo>
                  <a:pt x="512445" y="2134076"/>
                </a:lnTo>
                <a:lnTo>
                  <a:pt x="505587" y="2141125"/>
                </a:lnTo>
                <a:lnTo>
                  <a:pt x="502158" y="2137791"/>
                </a:lnTo>
                <a:lnTo>
                  <a:pt x="509016" y="2130743"/>
                </a:lnTo>
                <a:close/>
                <a:moveTo>
                  <a:pt x="1952149" y="342138"/>
                </a:moveTo>
                <a:cubicBezTo>
                  <a:pt x="1946053" y="343472"/>
                  <a:pt x="1941481" y="348806"/>
                  <a:pt x="1941481" y="355283"/>
                </a:cubicBezTo>
                <a:cubicBezTo>
                  <a:pt x="1941481" y="362712"/>
                  <a:pt x="1947482" y="368713"/>
                  <a:pt x="1954911" y="368713"/>
                </a:cubicBezTo>
                <a:cubicBezTo>
                  <a:pt x="1962341" y="368713"/>
                  <a:pt x="1968341" y="362712"/>
                  <a:pt x="1968341" y="355283"/>
                </a:cubicBezTo>
                <a:cubicBezTo>
                  <a:pt x="1968341" y="348520"/>
                  <a:pt x="1963293" y="342995"/>
                  <a:pt x="1956816" y="342043"/>
                </a:cubicBezTo>
                <a:lnTo>
                  <a:pt x="1957102" y="296990"/>
                </a:lnTo>
                <a:lnTo>
                  <a:pt x="1980914" y="263176"/>
                </a:lnTo>
                <a:lnTo>
                  <a:pt x="1980914" y="160592"/>
                </a:lnTo>
                <a:cubicBezTo>
                  <a:pt x="1980914" y="160592"/>
                  <a:pt x="1950149" y="129635"/>
                  <a:pt x="1950149" y="129635"/>
                </a:cubicBezTo>
                <a:cubicBezTo>
                  <a:pt x="1950149" y="129350"/>
                  <a:pt x="1950339" y="129064"/>
                  <a:pt x="1950339" y="128683"/>
                </a:cubicBezTo>
                <a:lnTo>
                  <a:pt x="1950339" y="116967"/>
                </a:lnTo>
                <a:cubicBezTo>
                  <a:pt x="1950339" y="114491"/>
                  <a:pt x="1948339" y="112490"/>
                  <a:pt x="1945862" y="112490"/>
                </a:cubicBezTo>
                <a:lnTo>
                  <a:pt x="1934147" y="112490"/>
                </a:lnTo>
                <a:cubicBezTo>
                  <a:pt x="1931670" y="112490"/>
                  <a:pt x="1929670" y="114491"/>
                  <a:pt x="1929670" y="116967"/>
                </a:cubicBezTo>
                <a:lnTo>
                  <a:pt x="1929670" y="128683"/>
                </a:lnTo>
                <a:cubicBezTo>
                  <a:pt x="1929670" y="131159"/>
                  <a:pt x="1931670" y="133160"/>
                  <a:pt x="1934147" y="133160"/>
                </a:cubicBezTo>
                <a:lnTo>
                  <a:pt x="1945862" y="133160"/>
                </a:lnTo>
                <a:cubicBezTo>
                  <a:pt x="1945862" y="133160"/>
                  <a:pt x="1946434" y="133064"/>
                  <a:pt x="1946720" y="132969"/>
                </a:cubicBezTo>
                <a:lnTo>
                  <a:pt x="1976057" y="162497"/>
                </a:lnTo>
                <a:lnTo>
                  <a:pt x="1976057" y="261652"/>
                </a:lnTo>
                <a:cubicBezTo>
                  <a:pt x="1976057" y="261652"/>
                  <a:pt x="1952339" y="295370"/>
                  <a:pt x="1952339" y="295370"/>
                </a:cubicBezTo>
                <a:lnTo>
                  <a:pt x="1952053" y="342043"/>
                </a:lnTo>
                <a:close/>
                <a:moveTo>
                  <a:pt x="1963674" y="355283"/>
                </a:moveTo>
                <a:cubicBezTo>
                  <a:pt x="1963674" y="360045"/>
                  <a:pt x="1959769" y="363950"/>
                  <a:pt x="1955006" y="363950"/>
                </a:cubicBezTo>
                <a:cubicBezTo>
                  <a:pt x="1950244" y="363950"/>
                  <a:pt x="1946339" y="360045"/>
                  <a:pt x="1946339" y="355283"/>
                </a:cubicBezTo>
                <a:cubicBezTo>
                  <a:pt x="1946339" y="350520"/>
                  <a:pt x="1950244" y="346615"/>
                  <a:pt x="1955006" y="346615"/>
                </a:cubicBezTo>
                <a:cubicBezTo>
                  <a:pt x="1959769" y="346615"/>
                  <a:pt x="1963674" y="350520"/>
                  <a:pt x="1963674" y="355283"/>
                </a:cubicBezTo>
                <a:close/>
                <a:moveTo>
                  <a:pt x="1025366" y="2527840"/>
                </a:moveTo>
                <a:cubicBezTo>
                  <a:pt x="1024033" y="2524601"/>
                  <a:pt x="1021556" y="2522125"/>
                  <a:pt x="1018318" y="2520887"/>
                </a:cubicBezTo>
                <a:cubicBezTo>
                  <a:pt x="1015079" y="2519553"/>
                  <a:pt x="1011555" y="2519553"/>
                  <a:pt x="1008412" y="2520887"/>
                </a:cubicBezTo>
                <a:cubicBezTo>
                  <a:pt x="1001840" y="2523649"/>
                  <a:pt x="998696" y="2531269"/>
                  <a:pt x="1001459" y="2537841"/>
                </a:cubicBezTo>
                <a:cubicBezTo>
                  <a:pt x="1003554" y="2542794"/>
                  <a:pt x="1008412" y="2545747"/>
                  <a:pt x="1013460" y="2545747"/>
                </a:cubicBezTo>
                <a:cubicBezTo>
                  <a:pt x="1015175" y="2545747"/>
                  <a:pt x="1016794" y="2545461"/>
                  <a:pt x="1018508" y="2544699"/>
                </a:cubicBezTo>
                <a:cubicBezTo>
                  <a:pt x="1019080" y="2544509"/>
                  <a:pt x="1019461" y="2544032"/>
                  <a:pt x="1019937" y="2543747"/>
                </a:cubicBezTo>
                <a:lnTo>
                  <a:pt x="1069181" y="2603183"/>
                </a:lnTo>
                <a:lnTo>
                  <a:pt x="1069181" y="2690908"/>
                </a:lnTo>
                <a:cubicBezTo>
                  <a:pt x="1069181" y="2692242"/>
                  <a:pt x="1070229" y="2693289"/>
                  <a:pt x="1071563" y="2693289"/>
                </a:cubicBezTo>
                <a:lnTo>
                  <a:pt x="1086993" y="2693575"/>
                </a:lnTo>
                <a:lnTo>
                  <a:pt x="1086993" y="2693575"/>
                </a:lnTo>
                <a:cubicBezTo>
                  <a:pt x="1087565" y="2693575"/>
                  <a:pt x="1088041" y="2693384"/>
                  <a:pt x="1088422" y="2693099"/>
                </a:cubicBezTo>
                <a:lnTo>
                  <a:pt x="1115568" y="2672048"/>
                </a:lnTo>
                <a:cubicBezTo>
                  <a:pt x="1116140" y="2671572"/>
                  <a:pt x="1116521" y="2670905"/>
                  <a:pt x="1116521" y="2670143"/>
                </a:cubicBezTo>
                <a:lnTo>
                  <a:pt x="1116521" y="2659761"/>
                </a:lnTo>
                <a:lnTo>
                  <a:pt x="1209008" y="2586704"/>
                </a:lnTo>
                <a:lnTo>
                  <a:pt x="1235012" y="2587847"/>
                </a:lnTo>
                <a:cubicBezTo>
                  <a:pt x="1235583" y="2587847"/>
                  <a:pt x="1236155" y="2587657"/>
                  <a:pt x="1236631" y="2587276"/>
                </a:cubicBezTo>
                <a:lnTo>
                  <a:pt x="1334072" y="2505075"/>
                </a:lnTo>
                <a:cubicBezTo>
                  <a:pt x="1336834" y="2507742"/>
                  <a:pt x="1340453" y="2509171"/>
                  <a:pt x="1344073" y="2509171"/>
                </a:cubicBezTo>
                <a:cubicBezTo>
                  <a:pt x="1347026" y="2509171"/>
                  <a:pt x="1350074" y="2508218"/>
                  <a:pt x="1352645" y="2506409"/>
                </a:cubicBezTo>
                <a:cubicBezTo>
                  <a:pt x="1355789" y="2504123"/>
                  <a:pt x="1357884" y="2500694"/>
                  <a:pt x="1358456" y="2496884"/>
                </a:cubicBezTo>
                <a:cubicBezTo>
                  <a:pt x="1359027" y="2493074"/>
                  <a:pt x="1358075" y="2489168"/>
                  <a:pt x="1355789" y="2486025"/>
                </a:cubicBezTo>
                <a:cubicBezTo>
                  <a:pt x="1351026" y="2479548"/>
                  <a:pt x="1341977" y="2478119"/>
                  <a:pt x="1335500" y="2482882"/>
                </a:cubicBezTo>
                <a:cubicBezTo>
                  <a:pt x="1332357" y="2485168"/>
                  <a:pt x="1330262" y="2488597"/>
                  <a:pt x="1329690" y="2492407"/>
                </a:cubicBezTo>
                <a:cubicBezTo>
                  <a:pt x="1329214" y="2495455"/>
                  <a:pt x="1329690" y="2498503"/>
                  <a:pt x="1331119" y="2501265"/>
                </a:cubicBezTo>
                <a:lnTo>
                  <a:pt x="1234154" y="2582990"/>
                </a:lnTo>
                <a:lnTo>
                  <a:pt x="1208246" y="2581847"/>
                </a:lnTo>
                <a:cubicBezTo>
                  <a:pt x="1207580" y="2581847"/>
                  <a:pt x="1207103" y="2582037"/>
                  <a:pt x="1206627" y="2582323"/>
                </a:cubicBezTo>
                <a:lnTo>
                  <a:pt x="1112520" y="2656618"/>
                </a:lnTo>
                <a:cubicBezTo>
                  <a:pt x="1111949" y="2657094"/>
                  <a:pt x="1111568" y="2657761"/>
                  <a:pt x="1111568" y="2658523"/>
                </a:cubicBezTo>
                <a:lnTo>
                  <a:pt x="1111568" y="2668810"/>
                </a:lnTo>
                <a:lnTo>
                  <a:pt x="1086041" y="2688622"/>
                </a:lnTo>
                <a:lnTo>
                  <a:pt x="1073753" y="2688431"/>
                </a:lnTo>
                <a:lnTo>
                  <a:pt x="1073753" y="2602135"/>
                </a:lnTo>
                <a:cubicBezTo>
                  <a:pt x="1073753" y="2601563"/>
                  <a:pt x="1073563" y="2601087"/>
                  <a:pt x="1073182" y="2600611"/>
                </a:cubicBezTo>
                <a:lnTo>
                  <a:pt x="1023366" y="2540413"/>
                </a:lnTo>
                <a:cubicBezTo>
                  <a:pt x="1024128" y="2539460"/>
                  <a:pt x="1024890" y="2538603"/>
                  <a:pt x="1025271" y="2537460"/>
                </a:cubicBezTo>
                <a:cubicBezTo>
                  <a:pt x="1026604" y="2534222"/>
                  <a:pt x="1026604" y="2530697"/>
                  <a:pt x="1025271" y="2527554"/>
                </a:cubicBezTo>
                <a:close/>
                <a:moveTo>
                  <a:pt x="1021080" y="2535936"/>
                </a:moveTo>
                <a:cubicBezTo>
                  <a:pt x="1020223" y="2537936"/>
                  <a:pt x="1018699" y="2539555"/>
                  <a:pt x="1016699" y="2540413"/>
                </a:cubicBezTo>
                <a:cubicBezTo>
                  <a:pt x="1012508" y="2542127"/>
                  <a:pt x="1007650" y="2540222"/>
                  <a:pt x="1005935" y="2536031"/>
                </a:cubicBezTo>
                <a:cubicBezTo>
                  <a:pt x="1004221" y="2531840"/>
                  <a:pt x="1006126" y="2526983"/>
                  <a:pt x="1010317" y="2525268"/>
                </a:cubicBezTo>
                <a:cubicBezTo>
                  <a:pt x="1011365" y="2524887"/>
                  <a:pt x="1012412" y="2524601"/>
                  <a:pt x="1013460" y="2524601"/>
                </a:cubicBezTo>
                <a:cubicBezTo>
                  <a:pt x="1014508" y="2524601"/>
                  <a:pt x="1015556" y="2524792"/>
                  <a:pt x="1016603" y="2525173"/>
                </a:cubicBezTo>
                <a:cubicBezTo>
                  <a:pt x="1018604" y="2526030"/>
                  <a:pt x="1020223" y="2527554"/>
                  <a:pt x="1021080" y="2529554"/>
                </a:cubicBezTo>
                <a:cubicBezTo>
                  <a:pt x="1021937" y="2531555"/>
                  <a:pt x="1021937" y="2533841"/>
                  <a:pt x="1021080" y="2535841"/>
                </a:cubicBezTo>
                <a:close/>
                <a:moveTo>
                  <a:pt x="1338358" y="2486978"/>
                </a:moveTo>
                <a:cubicBezTo>
                  <a:pt x="1340072" y="2485739"/>
                  <a:pt x="1342073" y="2485073"/>
                  <a:pt x="1344073" y="2485073"/>
                </a:cubicBezTo>
                <a:cubicBezTo>
                  <a:pt x="1347121" y="2485073"/>
                  <a:pt x="1350074" y="2486501"/>
                  <a:pt x="1351978" y="2489073"/>
                </a:cubicBezTo>
                <a:cubicBezTo>
                  <a:pt x="1353503" y="2491169"/>
                  <a:pt x="1354169" y="2493740"/>
                  <a:pt x="1353788" y="2496312"/>
                </a:cubicBezTo>
                <a:cubicBezTo>
                  <a:pt x="1353407" y="2498884"/>
                  <a:pt x="1351978" y="2501170"/>
                  <a:pt x="1349883" y="2502694"/>
                </a:cubicBezTo>
                <a:cubicBezTo>
                  <a:pt x="1345502" y="2505837"/>
                  <a:pt x="1339406" y="2504885"/>
                  <a:pt x="1336167" y="2500598"/>
                </a:cubicBezTo>
                <a:cubicBezTo>
                  <a:pt x="1334643" y="2498503"/>
                  <a:pt x="1333976" y="2495931"/>
                  <a:pt x="1334357" y="2493359"/>
                </a:cubicBezTo>
                <a:cubicBezTo>
                  <a:pt x="1334738" y="2490788"/>
                  <a:pt x="1336167" y="2488502"/>
                  <a:pt x="1338263" y="2486978"/>
                </a:cubicBezTo>
                <a:close/>
                <a:moveTo>
                  <a:pt x="774668" y="4428268"/>
                </a:moveTo>
                <a:cubicBezTo>
                  <a:pt x="778193" y="4431506"/>
                  <a:pt x="782669" y="4433412"/>
                  <a:pt x="787432" y="4433412"/>
                </a:cubicBezTo>
                <a:lnTo>
                  <a:pt x="787432" y="4433412"/>
                </a:lnTo>
                <a:cubicBezTo>
                  <a:pt x="792385" y="4433412"/>
                  <a:pt x="797052" y="4431506"/>
                  <a:pt x="800672" y="4427982"/>
                </a:cubicBezTo>
                <a:cubicBezTo>
                  <a:pt x="804196" y="4424458"/>
                  <a:pt x="806196" y="4419695"/>
                  <a:pt x="806196" y="4414743"/>
                </a:cubicBezTo>
                <a:cubicBezTo>
                  <a:pt x="806196" y="4404360"/>
                  <a:pt x="797814" y="4395978"/>
                  <a:pt x="787527" y="4395883"/>
                </a:cubicBezTo>
                <a:lnTo>
                  <a:pt x="787527" y="4395883"/>
                </a:lnTo>
                <a:cubicBezTo>
                  <a:pt x="782574" y="4395883"/>
                  <a:pt x="777812" y="4397788"/>
                  <a:pt x="774287" y="4401312"/>
                </a:cubicBezTo>
                <a:cubicBezTo>
                  <a:pt x="770763" y="4404837"/>
                  <a:pt x="768763" y="4409599"/>
                  <a:pt x="768763" y="4414552"/>
                </a:cubicBezTo>
                <a:cubicBezTo>
                  <a:pt x="768763" y="4418171"/>
                  <a:pt x="769811" y="4421601"/>
                  <a:pt x="771620" y="4424553"/>
                </a:cubicBezTo>
                <a:lnTo>
                  <a:pt x="744284" y="4451604"/>
                </a:lnTo>
                <a:lnTo>
                  <a:pt x="647891" y="4451604"/>
                </a:lnTo>
                <a:lnTo>
                  <a:pt x="647891" y="4423124"/>
                </a:lnTo>
                <a:lnTo>
                  <a:pt x="721900" y="4356449"/>
                </a:lnTo>
                <a:lnTo>
                  <a:pt x="721900" y="4339019"/>
                </a:lnTo>
                <a:lnTo>
                  <a:pt x="725900" y="4339019"/>
                </a:lnTo>
                <a:cubicBezTo>
                  <a:pt x="729615" y="4339019"/>
                  <a:pt x="732758" y="4335971"/>
                  <a:pt x="732758" y="4332256"/>
                </a:cubicBezTo>
                <a:lnTo>
                  <a:pt x="732758" y="4319588"/>
                </a:lnTo>
                <a:cubicBezTo>
                  <a:pt x="732758" y="4315873"/>
                  <a:pt x="729710" y="4312730"/>
                  <a:pt x="725900" y="4312730"/>
                </a:cubicBezTo>
                <a:lnTo>
                  <a:pt x="721900" y="4312730"/>
                </a:lnTo>
                <a:lnTo>
                  <a:pt x="721900" y="4169759"/>
                </a:lnTo>
                <a:lnTo>
                  <a:pt x="540734" y="3960876"/>
                </a:lnTo>
                <a:cubicBezTo>
                  <a:pt x="543878" y="3958209"/>
                  <a:pt x="545211" y="3953828"/>
                  <a:pt x="543782" y="3949732"/>
                </a:cubicBezTo>
                <a:cubicBezTo>
                  <a:pt x="541877" y="3944398"/>
                  <a:pt x="536067" y="3941540"/>
                  <a:pt x="530733" y="3943445"/>
                </a:cubicBezTo>
                <a:cubicBezTo>
                  <a:pt x="525399" y="3945350"/>
                  <a:pt x="522542" y="3951161"/>
                  <a:pt x="524447" y="3956495"/>
                </a:cubicBezTo>
                <a:cubicBezTo>
                  <a:pt x="526352" y="3961829"/>
                  <a:pt x="532162" y="3964686"/>
                  <a:pt x="537496" y="3962781"/>
                </a:cubicBezTo>
                <a:cubicBezTo>
                  <a:pt x="537496" y="3962781"/>
                  <a:pt x="537496" y="3962781"/>
                  <a:pt x="537591" y="3962781"/>
                </a:cubicBezTo>
                <a:lnTo>
                  <a:pt x="536734" y="3963543"/>
                </a:lnTo>
                <a:lnTo>
                  <a:pt x="717137" y="4171569"/>
                </a:lnTo>
                <a:lnTo>
                  <a:pt x="717137" y="4312730"/>
                </a:lnTo>
                <a:lnTo>
                  <a:pt x="713137" y="4312730"/>
                </a:lnTo>
                <a:cubicBezTo>
                  <a:pt x="709422" y="4312730"/>
                  <a:pt x="706279" y="4315778"/>
                  <a:pt x="706279" y="4319588"/>
                </a:cubicBezTo>
                <a:lnTo>
                  <a:pt x="706279" y="4332256"/>
                </a:lnTo>
                <a:cubicBezTo>
                  <a:pt x="706279" y="4335971"/>
                  <a:pt x="709327" y="4339019"/>
                  <a:pt x="713137" y="4339019"/>
                </a:cubicBezTo>
                <a:lnTo>
                  <a:pt x="717137" y="4339019"/>
                </a:lnTo>
                <a:lnTo>
                  <a:pt x="717137" y="4354354"/>
                </a:lnTo>
                <a:lnTo>
                  <a:pt x="643128" y="4421029"/>
                </a:lnTo>
                <a:lnTo>
                  <a:pt x="643128" y="4456462"/>
                </a:lnTo>
                <a:lnTo>
                  <a:pt x="746284" y="4456462"/>
                </a:lnTo>
                <a:lnTo>
                  <a:pt x="774668" y="4428268"/>
                </a:lnTo>
                <a:close/>
                <a:moveTo>
                  <a:pt x="787527" y="4405408"/>
                </a:moveTo>
                <a:lnTo>
                  <a:pt x="787527" y="4405408"/>
                </a:lnTo>
                <a:cubicBezTo>
                  <a:pt x="792671" y="4405408"/>
                  <a:pt x="796766" y="4409599"/>
                  <a:pt x="796766" y="4414647"/>
                </a:cubicBezTo>
                <a:cubicBezTo>
                  <a:pt x="796766" y="4417124"/>
                  <a:pt x="795814" y="4419410"/>
                  <a:pt x="794004" y="4421220"/>
                </a:cubicBezTo>
                <a:cubicBezTo>
                  <a:pt x="792290" y="4422934"/>
                  <a:pt x="790004" y="4423887"/>
                  <a:pt x="787527" y="4423887"/>
                </a:cubicBezTo>
                <a:lnTo>
                  <a:pt x="787527" y="4423887"/>
                </a:lnTo>
                <a:cubicBezTo>
                  <a:pt x="785051" y="4423887"/>
                  <a:pt x="782765" y="4422934"/>
                  <a:pt x="781050" y="4421124"/>
                </a:cubicBezTo>
                <a:cubicBezTo>
                  <a:pt x="779336" y="4419410"/>
                  <a:pt x="778383" y="4417029"/>
                  <a:pt x="778383" y="4414552"/>
                </a:cubicBezTo>
                <a:cubicBezTo>
                  <a:pt x="778383" y="4409504"/>
                  <a:pt x="782574" y="4405313"/>
                  <a:pt x="787622" y="4405313"/>
                </a:cubicBezTo>
                <a:close/>
                <a:moveTo>
                  <a:pt x="713232" y="4334256"/>
                </a:moveTo>
                <a:cubicBezTo>
                  <a:pt x="712089" y="4334256"/>
                  <a:pt x="711137" y="4333304"/>
                  <a:pt x="711137" y="4332256"/>
                </a:cubicBezTo>
                <a:lnTo>
                  <a:pt x="711137" y="4319588"/>
                </a:lnTo>
                <a:cubicBezTo>
                  <a:pt x="711137" y="4318445"/>
                  <a:pt x="712089" y="4317492"/>
                  <a:pt x="713232" y="4317492"/>
                </a:cubicBezTo>
                <a:lnTo>
                  <a:pt x="725900" y="4317492"/>
                </a:lnTo>
                <a:cubicBezTo>
                  <a:pt x="727043" y="4317492"/>
                  <a:pt x="727996" y="4318445"/>
                  <a:pt x="727996" y="4319588"/>
                </a:cubicBezTo>
                <a:lnTo>
                  <a:pt x="727996" y="4332256"/>
                </a:lnTo>
                <a:cubicBezTo>
                  <a:pt x="727996" y="4333399"/>
                  <a:pt x="727043" y="4334256"/>
                  <a:pt x="725900" y="4334256"/>
                </a:cubicBezTo>
                <a:lnTo>
                  <a:pt x="713232" y="4334256"/>
                </a:lnTo>
                <a:close/>
                <a:moveTo>
                  <a:pt x="703421" y="4409409"/>
                </a:moveTo>
                <a:lnTo>
                  <a:pt x="709613" y="4403979"/>
                </a:lnTo>
                <a:lnTo>
                  <a:pt x="714280" y="4409313"/>
                </a:lnTo>
                <a:lnTo>
                  <a:pt x="708089" y="4414743"/>
                </a:lnTo>
                <a:lnTo>
                  <a:pt x="703421" y="4409409"/>
                </a:lnTo>
                <a:close/>
                <a:moveTo>
                  <a:pt x="1921002" y="511969"/>
                </a:moveTo>
                <a:lnTo>
                  <a:pt x="1925765" y="511969"/>
                </a:lnTo>
                <a:cubicBezTo>
                  <a:pt x="1925765" y="511969"/>
                  <a:pt x="1925574" y="461391"/>
                  <a:pt x="1925574" y="461391"/>
                </a:cubicBezTo>
                <a:lnTo>
                  <a:pt x="1968818" y="408337"/>
                </a:lnTo>
                <a:cubicBezTo>
                  <a:pt x="1970818" y="409480"/>
                  <a:pt x="1973009" y="410147"/>
                  <a:pt x="1975390" y="410147"/>
                </a:cubicBezTo>
                <a:cubicBezTo>
                  <a:pt x="1982819" y="410147"/>
                  <a:pt x="1988820" y="404146"/>
                  <a:pt x="1988820" y="396716"/>
                </a:cubicBezTo>
                <a:cubicBezTo>
                  <a:pt x="1988820" y="389287"/>
                  <a:pt x="1982819" y="383286"/>
                  <a:pt x="1975390" y="383286"/>
                </a:cubicBezTo>
                <a:cubicBezTo>
                  <a:pt x="1967960" y="383286"/>
                  <a:pt x="1961960" y="389287"/>
                  <a:pt x="1961960" y="396716"/>
                </a:cubicBezTo>
                <a:cubicBezTo>
                  <a:pt x="1961960" y="400050"/>
                  <a:pt x="1963198" y="403003"/>
                  <a:pt x="1965198" y="405384"/>
                </a:cubicBezTo>
                <a:lnTo>
                  <a:pt x="1920812" y="459772"/>
                </a:lnTo>
                <a:lnTo>
                  <a:pt x="1921002" y="511969"/>
                </a:lnTo>
                <a:close/>
                <a:moveTo>
                  <a:pt x="1975485" y="388049"/>
                </a:moveTo>
                <a:cubicBezTo>
                  <a:pt x="1980248" y="388049"/>
                  <a:pt x="1984153" y="391954"/>
                  <a:pt x="1984153" y="396716"/>
                </a:cubicBezTo>
                <a:cubicBezTo>
                  <a:pt x="1984153" y="401479"/>
                  <a:pt x="1980248" y="405384"/>
                  <a:pt x="1975485" y="405384"/>
                </a:cubicBezTo>
                <a:cubicBezTo>
                  <a:pt x="1970723" y="405384"/>
                  <a:pt x="1966817" y="401479"/>
                  <a:pt x="1966817" y="396716"/>
                </a:cubicBezTo>
                <a:cubicBezTo>
                  <a:pt x="1966817" y="391954"/>
                  <a:pt x="1970723" y="388049"/>
                  <a:pt x="1975485" y="388049"/>
                </a:cubicBezTo>
                <a:close/>
                <a:moveTo>
                  <a:pt x="721900" y="4393121"/>
                </a:moveTo>
                <a:lnTo>
                  <a:pt x="726567" y="4398455"/>
                </a:lnTo>
                <a:lnTo>
                  <a:pt x="720376" y="4403884"/>
                </a:lnTo>
                <a:lnTo>
                  <a:pt x="715709" y="4398550"/>
                </a:lnTo>
                <a:lnTo>
                  <a:pt x="721900" y="4393121"/>
                </a:lnTo>
                <a:close/>
                <a:moveTo>
                  <a:pt x="1884712" y="475869"/>
                </a:moveTo>
                <a:cubicBezTo>
                  <a:pt x="1886903" y="473678"/>
                  <a:pt x="1886903" y="470249"/>
                  <a:pt x="1884712" y="468059"/>
                </a:cubicBezTo>
                <a:lnTo>
                  <a:pt x="1878997" y="462344"/>
                </a:lnTo>
                <a:cubicBezTo>
                  <a:pt x="1876901" y="460248"/>
                  <a:pt x="1873377" y="460153"/>
                  <a:pt x="1871186" y="462344"/>
                </a:cubicBezTo>
                <a:lnTo>
                  <a:pt x="1865471" y="468059"/>
                </a:lnTo>
                <a:cubicBezTo>
                  <a:pt x="1863281" y="470249"/>
                  <a:pt x="1863281" y="473678"/>
                  <a:pt x="1865471" y="475869"/>
                </a:cubicBezTo>
                <a:lnTo>
                  <a:pt x="1871186" y="481584"/>
                </a:lnTo>
                <a:cubicBezTo>
                  <a:pt x="1871186" y="481584"/>
                  <a:pt x="1872139" y="482346"/>
                  <a:pt x="1872710" y="482632"/>
                </a:cubicBezTo>
                <a:lnTo>
                  <a:pt x="1872710" y="598837"/>
                </a:lnTo>
                <a:cubicBezTo>
                  <a:pt x="1872710" y="598837"/>
                  <a:pt x="1887760" y="616458"/>
                  <a:pt x="1887760" y="616458"/>
                </a:cubicBezTo>
                <a:lnTo>
                  <a:pt x="1887760" y="633127"/>
                </a:lnTo>
                <a:cubicBezTo>
                  <a:pt x="1887188" y="633413"/>
                  <a:pt x="1886712" y="633698"/>
                  <a:pt x="1886236" y="634079"/>
                </a:cubicBezTo>
                <a:lnTo>
                  <a:pt x="1880521" y="639699"/>
                </a:lnTo>
                <a:cubicBezTo>
                  <a:pt x="1878330" y="641890"/>
                  <a:pt x="1878330" y="645319"/>
                  <a:pt x="1880521" y="647510"/>
                </a:cubicBezTo>
                <a:lnTo>
                  <a:pt x="1886141" y="653129"/>
                </a:lnTo>
                <a:cubicBezTo>
                  <a:pt x="1887188" y="654177"/>
                  <a:pt x="1888522" y="654749"/>
                  <a:pt x="1890046" y="654749"/>
                </a:cubicBezTo>
                <a:cubicBezTo>
                  <a:pt x="1891570" y="654749"/>
                  <a:pt x="1892903" y="654177"/>
                  <a:pt x="1893951" y="653129"/>
                </a:cubicBezTo>
                <a:lnTo>
                  <a:pt x="1899666" y="647510"/>
                </a:lnTo>
                <a:cubicBezTo>
                  <a:pt x="1901857" y="645319"/>
                  <a:pt x="1901857" y="641890"/>
                  <a:pt x="1899666" y="639699"/>
                </a:cubicBezTo>
                <a:lnTo>
                  <a:pt x="1894046" y="634079"/>
                </a:lnTo>
                <a:cubicBezTo>
                  <a:pt x="1894046" y="634079"/>
                  <a:pt x="1893094" y="633317"/>
                  <a:pt x="1892522" y="633127"/>
                </a:cubicBezTo>
                <a:lnTo>
                  <a:pt x="1892522" y="614648"/>
                </a:lnTo>
                <a:lnTo>
                  <a:pt x="1877568" y="597027"/>
                </a:lnTo>
                <a:lnTo>
                  <a:pt x="1877568" y="482537"/>
                </a:lnTo>
                <a:cubicBezTo>
                  <a:pt x="1877568" y="482537"/>
                  <a:pt x="1878521" y="481965"/>
                  <a:pt x="1878997" y="481489"/>
                </a:cubicBezTo>
                <a:lnTo>
                  <a:pt x="1884712" y="475774"/>
                </a:lnTo>
                <a:close/>
                <a:moveTo>
                  <a:pt x="1890713" y="637413"/>
                </a:moveTo>
                <a:lnTo>
                  <a:pt x="1896428" y="643033"/>
                </a:lnTo>
                <a:cubicBezTo>
                  <a:pt x="1896428" y="643033"/>
                  <a:pt x="1896713" y="643795"/>
                  <a:pt x="1896428" y="644081"/>
                </a:cubicBezTo>
                <a:lnTo>
                  <a:pt x="1890713" y="649700"/>
                </a:lnTo>
                <a:lnTo>
                  <a:pt x="1889665" y="649700"/>
                </a:lnTo>
                <a:lnTo>
                  <a:pt x="1883950" y="644081"/>
                </a:lnTo>
                <a:cubicBezTo>
                  <a:pt x="1883950" y="644081"/>
                  <a:pt x="1883664" y="643319"/>
                  <a:pt x="1883950" y="643033"/>
                </a:cubicBezTo>
                <a:lnTo>
                  <a:pt x="1889665" y="637413"/>
                </a:lnTo>
                <a:lnTo>
                  <a:pt x="1890713" y="637413"/>
                </a:lnTo>
                <a:close/>
                <a:moveTo>
                  <a:pt x="1875663" y="478155"/>
                </a:moveTo>
                <a:cubicBezTo>
                  <a:pt x="1875663" y="478155"/>
                  <a:pt x="1874901" y="478441"/>
                  <a:pt x="1874615" y="478155"/>
                </a:cubicBezTo>
                <a:lnTo>
                  <a:pt x="1868900" y="472440"/>
                </a:lnTo>
                <a:cubicBezTo>
                  <a:pt x="1868900" y="472440"/>
                  <a:pt x="1868615" y="471678"/>
                  <a:pt x="1868900" y="471392"/>
                </a:cubicBezTo>
                <a:lnTo>
                  <a:pt x="1874615" y="465677"/>
                </a:lnTo>
                <a:cubicBezTo>
                  <a:pt x="1874615" y="465677"/>
                  <a:pt x="1874996" y="465487"/>
                  <a:pt x="1875092" y="465487"/>
                </a:cubicBezTo>
                <a:cubicBezTo>
                  <a:pt x="1875187" y="465487"/>
                  <a:pt x="1875473" y="465487"/>
                  <a:pt x="1875663" y="465677"/>
                </a:cubicBezTo>
                <a:lnTo>
                  <a:pt x="1881378" y="471392"/>
                </a:lnTo>
                <a:cubicBezTo>
                  <a:pt x="1881378" y="471392"/>
                  <a:pt x="1881664" y="472154"/>
                  <a:pt x="1881378" y="472440"/>
                </a:cubicBezTo>
                <a:lnTo>
                  <a:pt x="1875663" y="478155"/>
                </a:lnTo>
                <a:close/>
                <a:moveTo>
                  <a:pt x="1025462" y="508730"/>
                </a:moveTo>
                <a:lnTo>
                  <a:pt x="997458" y="508730"/>
                </a:lnTo>
                <a:cubicBezTo>
                  <a:pt x="996410" y="504444"/>
                  <a:pt x="992696" y="501206"/>
                  <a:pt x="988124" y="501206"/>
                </a:cubicBezTo>
                <a:cubicBezTo>
                  <a:pt x="982694" y="501206"/>
                  <a:pt x="978313" y="505587"/>
                  <a:pt x="978313" y="511016"/>
                </a:cubicBezTo>
                <a:cubicBezTo>
                  <a:pt x="978313" y="516446"/>
                  <a:pt x="982694" y="520732"/>
                  <a:pt x="988124" y="520732"/>
                </a:cubicBezTo>
                <a:cubicBezTo>
                  <a:pt x="992600" y="520732"/>
                  <a:pt x="996315" y="517589"/>
                  <a:pt x="997363" y="513398"/>
                </a:cubicBezTo>
                <a:lnTo>
                  <a:pt x="1023557" y="513398"/>
                </a:lnTo>
                <a:cubicBezTo>
                  <a:pt x="1023557" y="513398"/>
                  <a:pt x="1079468" y="564928"/>
                  <a:pt x="1079468" y="564928"/>
                </a:cubicBezTo>
                <a:lnTo>
                  <a:pt x="1185196" y="565309"/>
                </a:lnTo>
                <a:lnTo>
                  <a:pt x="1234916" y="624935"/>
                </a:lnTo>
                <a:lnTo>
                  <a:pt x="1235774" y="754094"/>
                </a:lnTo>
                <a:lnTo>
                  <a:pt x="1227296" y="754094"/>
                </a:lnTo>
                <a:cubicBezTo>
                  <a:pt x="1225201" y="754094"/>
                  <a:pt x="1223486" y="755809"/>
                  <a:pt x="1223486" y="757904"/>
                </a:cubicBezTo>
                <a:lnTo>
                  <a:pt x="1223486" y="766858"/>
                </a:lnTo>
                <a:cubicBezTo>
                  <a:pt x="1223486" y="768953"/>
                  <a:pt x="1225201" y="770668"/>
                  <a:pt x="1227296" y="770668"/>
                </a:cubicBezTo>
                <a:lnTo>
                  <a:pt x="1236155" y="770668"/>
                </a:lnTo>
                <a:lnTo>
                  <a:pt x="1236155" y="791718"/>
                </a:lnTo>
                <a:lnTo>
                  <a:pt x="1227296" y="791718"/>
                </a:lnTo>
                <a:cubicBezTo>
                  <a:pt x="1225201" y="791718"/>
                  <a:pt x="1223486" y="793433"/>
                  <a:pt x="1223486" y="795528"/>
                </a:cubicBezTo>
                <a:lnTo>
                  <a:pt x="1223486" y="804482"/>
                </a:lnTo>
                <a:cubicBezTo>
                  <a:pt x="1223486" y="806577"/>
                  <a:pt x="1225201" y="808292"/>
                  <a:pt x="1227296" y="808292"/>
                </a:cubicBezTo>
                <a:lnTo>
                  <a:pt x="1236155" y="808292"/>
                </a:lnTo>
                <a:lnTo>
                  <a:pt x="1236155" y="829342"/>
                </a:lnTo>
                <a:lnTo>
                  <a:pt x="1227296" y="829342"/>
                </a:lnTo>
                <a:cubicBezTo>
                  <a:pt x="1225201" y="829342"/>
                  <a:pt x="1223486" y="831056"/>
                  <a:pt x="1223486" y="833152"/>
                </a:cubicBezTo>
                <a:lnTo>
                  <a:pt x="1223486" y="842105"/>
                </a:lnTo>
                <a:cubicBezTo>
                  <a:pt x="1223486" y="844201"/>
                  <a:pt x="1225201" y="845915"/>
                  <a:pt x="1227296" y="845915"/>
                </a:cubicBezTo>
                <a:lnTo>
                  <a:pt x="1236536" y="845915"/>
                </a:lnTo>
                <a:lnTo>
                  <a:pt x="1236536" y="866966"/>
                </a:lnTo>
                <a:lnTo>
                  <a:pt x="1227296" y="866966"/>
                </a:lnTo>
                <a:cubicBezTo>
                  <a:pt x="1225201" y="866966"/>
                  <a:pt x="1223486" y="868680"/>
                  <a:pt x="1223486" y="870776"/>
                </a:cubicBezTo>
                <a:lnTo>
                  <a:pt x="1223486" y="879729"/>
                </a:lnTo>
                <a:cubicBezTo>
                  <a:pt x="1223486" y="881825"/>
                  <a:pt x="1225201" y="883539"/>
                  <a:pt x="1227296" y="883539"/>
                </a:cubicBezTo>
                <a:lnTo>
                  <a:pt x="1236726" y="883539"/>
                </a:lnTo>
                <a:lnTo>
                  <a:pt x="1347788" y="1008793"/>
                </a:lnTo>
                <a:lnTo>
                  <a:pt x="1348073" y="1161764"/>
                </a:lnTo>
                <a:lnTo>
                  <a:pt x="1357122" y="1169956"/>
                </a:lnTo>
                <a:cubicBezTo>
                  <a:pt x="1355693" y="1171480"/>
                  <a:pt x="1354836" y="1173480"/>
                  <a:pt x="1354360" y="1175576"/>
                </a:cubicBezTo>
                <a:lnTo>
                  <a:pt x="1339025" y="1175576"/>
                </a:lnTo>
                <a:cubicBezTo>
                  <a:pt x="1338453" y="1175576"/>
                  <a:pt x="1337882" y="1175766"/>
                  <a:pt x="1337501" y="1176147"/>
                </a:cubicBezTo>
                <a:lnTo>
                  <a:pt x="1251776" y="1251395"/>
                </a:lnTo>
                <a:cubicBezTo>
                  <a:pt x="1251204" y="1251966"/>
                  <a:pt x="1250918" y="1252728"/>
                  <a:pt x="1251014" y="1253490"/>
                </a:cubicBezTo>
                <a:lnTo>
                  <a:pt x="1251014" y="1264920"/>
                </a:lnTo>
                <a:cubicBezTo>
                  <a:pt x="1247966" y="1266635"/>
                  <a:pt x="1245299" y="1268921"/>
                  <a:pt x="1243203" y="1271778"/>
                </a:cubicBezTo>
                <a:cubicBezTo>
                  <a:pt x="1235202" y="1282637"/>
                  <a:pt x="1237583" y="1297972"/>
                  <a:pt x="1248442" y="1305878"/>
                </a:cubicBezTo>
                <a:cubicBezTo>
                  <a:pt x="1252157" y="1308640"/>
                  <a:pt x="1256348" y="1310069"/>
                  <a:pt x="1260634" y="1310450"/>
                </a:cubicBezTo>
                <a:lnTo>
                  <a:pt x="1260348" y="1367600"/>
                </a:lnTo>
                <a:lnTo>
                  <a:pt x="1225772" y="1399603"/>
                </a:lnTo>
                <a:lnTo>
                  <a:pt x="1022033" y="1398461"/>
                </a:lnTo>
                <a:cubicBezTo>
                  <a:pt x="1020699" y="1394365"/>
                  <a:pt x="1017079" y="1391412"/>
                  <a:pt x="1012508" y="1391412"/>
                </a:cubicBezTo>
                <a:cubicBezTo>
                  <a:pt x="1006888" y="1391412"/>
                  <a:pt x="1002411" y="1395984"/>
                  <a:pt x="1002411" y="1401509"/>
                </a:cubicBezTo>
                <a:cubicBezTo>
                  <a:pt x="1002411" y="1407033"/>
                  <a:pt x="1006983" y="1411605"/>
                  <a:pt x="1012508" y="1411605"/>
                </a:cubicBezTo>
                <a:cubicBezTo>
                  <a:pt x="1017461" y="1411605"/>
                  <a:pt x="1021461" y="1407986"/>
                  <a:pt x="1022318" y="1403223"/>
                </a:cubicBezTo>
                <a:lnTo>
                  <a:pt x="1227582" y="1404366"/>
                </a:lnTo>
                <a:lnTo>
                  <a:pt x="1264825" y="1369886"/>
                </a:lnTo>
                <a:lnTo>
                  <a:pt x="1264825" y="1369886"/>
                </a:lnTo>
                <a:cubicBezTo>
                  <a:pt x="1264825" y="1369886"/>
                  <a:pt x="1265111" y="1310354"/>
                  <a:pt x="1265111" y="1310354"/>
                </a:cubicBezTo>
                <a:cubicBezTo>
                  <a:pt x="1271873" y="1309688"/>
                  <a:pt x="1278255" y="1306449"/>
                  <a:pt x="1282541" y="1300639"/>
                </a:cubicBezTo>
                <a:cubicBezTo>
                  <a:pt x="1286447" y="1295400"/>
                  <a:pt x="1287971" y="1288923"/>
                  <a:pt x="1287018" y="1282446"/>
                </a:cubicBezTo>
                <a:cubicBezTo>
                  <a:pt x="1286066" y="1275969"/>
                  <a:pt x="1282541" y="1270349"/>
                  <a:pt x="1277303" y="1266444"/>
                </a:cubicBezTo>
                <a:cubicBezTo>
                  <a:pt x="1272064" y="1262539"/>
                  <a:pt x="1265587" y="1261015"/>
                  <a:pt x="1259110" y="1261967"/>
                </a:cubicBezTo>
                <a:cubicBezTo>
                  <a:pt x="1257967" y="1262158"/>
                  <a:pt x="1256824" y="1262539"/>
                  <a:pt x="1255681" y="1262825"/>
                </a:cubicBezTo>
                <a:lnTo>
                  <a:pt x="1255681" y="1254062"/>
                </a:lnTo>
                <a:lnTo>
                  <a:pt x="1339882" y="1180148"/>
                </a:lnTo>
                <a:lnTo>
                  <a:pt x="1354265" y="1180148"/>
                </a:lnTo>
                <a:cubicBezTo>
                  <a:pt x="1355407" y="1185577"/>
                  <a:pt x="1359980" y="1189673"/>
                  <a:pt x="1365695" y="1189673"/>
                </a:cubicBezTo>
                <a:cubicBezTo>
                  <a:pt x="1372267" y="1189673"/>
                  <a:pt x="1377601" y="1184339"/>
                  <a:pt x="1377601" y="1177766"/>
                </a:cubicBezTo>
                <a:cubicBezTo>
                  <a:pt x="1377601" y="1171194"/>
                  <a:pt x="1372267" y="1165860"/>
                  <a:pt x="1365695" y="1165860"/>
                </a:cubicBezTo>
                <a:cubicBezTo>
                  <a:pt x="1363980" y="1165860"/>
                  <a:pt x="1362361" y="1166241"/>
                  <a:pt x="1360932" y="1166908"/>
                </a:cubicBezTo>
                <a:lnTo>
                  <a:pt x="1352741" y="1159478"/>
                </a:lnTo>
                <a:lnTo>
                  <a:pt x="1352455" y="1006793"/>
                </a:lnTo>
                <a:lnTo>
                  <a:pt x="1243013" y="883444"/>
                </a:lnTo>
                <a:lnTo>
                  <a:pt x="1247299" y="883444"/>
                </a:lnTo>
                <a:cubicBezTo>
                  <a:pt x="1249394" y="883444"/>
                  <a:pt x="1251109" y="881729"/>
                  <a:pt x="1251109" y="879634"/>
                </a:cubicBezTo>
                <a:lnTo>
                  <a:pt x="1251109" y="870680"/>
                </a:lnTo>
                <a:cubicBezTo>
                  <a:pt x="1251109" y="868585"/>
                  <a:pt x="1249394" y="866870"/>
                  <a:pt x="1247299" y="866870"/>
                </a:cubicBezTo>
                <a:lnTo>
                  <a:pt x="1238822" y="866870"/>
                </a:lnTo>
                <a:lnTo>
                  <a:pt x="1238822" y="845820"/>
                </a:lnTo>
                <a:lnTo>
                  <a:pt x="1247299" y="845820"/>
                </a:lnTo>
                <a:cubicBezTo>
                  <a:pt x="1249394" y="845820"/>
                  <a:pt x="1251109" y="844106"/>
                  <a:pt x="1251109" y="842010"/>
                </a:cubicBezTo>
                <a:lnTo>
                  <a:pt x="1251109" y="833057"/>
                </a:lnTo>
                <a:cubicBezTo>
                  <a:pt x="1251109" y="830961"/>
                  <a:pt x="1249394" y="829247"/>
                  <a:pt x="1247299" y="829247"/>
                </a:cubicBezTo>
                <a:lnTo>
                  <a:pt x="1238441" y="829247"/>
                </a:lnTo>
                <a:lnTo>
                  <a:pt x="1238441" y="808196"/>
                </a:lnTo>
                <a:lnTo>
                  <a:pt x="1247299" y="808196"/>
                </a:lnTo>
                <a:cubicBezTo>
                  <a:pt x="1249394" y="808196"/>
                  <a:pt x="1251109" y="806482"/>
                  <a:pt x="1251109" y="804386"/>
                </a:cubicBezTo>
                <a:lnTo>
                  <a:pt x="1251109" y="795433"/>
                </a:lnTo>
                <a:cubicBezTo>
                  <a:pt x="1251109" y="793337"/>
                  <a:pt x="1249394" y="791623"/>
                  <a:pt x="1247299" y="791623"/>
                </a:cubicBezTo>
                <a:lnTo>
                  <a:pt x="1238441" y="791623"/>
                </a:lnTo>
                <a:lnTo>
                  <a:pt x="1238441" y="770573"/>
                </a:lnTo>
                <a:lnTo>
                  <a:pt x="1247299" y="770573"/>
                </a:lnTo>
                <a:cubicBezTo>
                  <a:pt x="1249394" y="770573"/>
                  <a:pt x="1251109" y="768858"/>
                  <a:pt x="1251109" y="766763"/>
                </a:cubicBezTo>
                <a:lnTo>
                  <a:pt x="1251109" y="757809"/>
                </a:lnTo>
                <a:cubicBezTo>
                  <a:pt x="1251109" y="755714"/>
                  <a:pt x="1249394" y="753999"/>
                  <a:pt x="1247299" y="753999"/>
                </a:cubicBezTo>
                <a:lnTo>
                  <a:pt x="1240441" y="753999"/>
                </a:lnTo>
                <a:lnTo>
                  <a:pt x="1239584" y="623126"/>
                </a:lnTo>
                <a:lnTo>
                  <a:pt x="1187387" y="560451"/>
                </a:lnTo>
                <a:lnTo>
                  <a:pt x="1081278" y="560070"/>
                </a:lnTo>
                <a:lnTo>
                  <a:pt x="1025271" y="508540"/>
                </a:lnTo>
                <a:close/>
                <a:moveTo>
                  <a:pt x="988124" y="516064"/>
                </a:moveTo>
                <a:cubicBezTo>
                  <a:pt x="985361" y="516064"/>
                  <a:pt x="983075" y="513779"/>
                  <a:pt x="983075" y="511112"/>
                </a:cubicBezTo>
                <a:cubicBezTo>
                  <a:pt x="983075" y="508445"/>
                  <a:pt x="985361" y="506063"/>
                  <a:pt x="988124" y="506063"/>
                </a:cubicBezTo>
                <a:cubicBezTo>
                  <a:pt x="990886" y="506063"/>
                  <a:pt x="993172" y="508349"/>
                  <a:pt x="993172" y="511112"/>
                </a:cubicBezTo>
                <a:cubicBezTo>
                  <a:pt x="993172" y="513874"/>
                  <a:pt x="990886" y="516064"/>
                  <a:pt x="988124" y="516064"/>
                </a:cubicBezTo>
                <a:close/>
                <a:moveTo>
                  <a:pt x="1259777" y="1267016"/>
                </a:moveTo>
                <a:cubicBezTo>
                  <a:pt x="1260824" y="1266825"/>
                  <a:pt x="1261872" y="1266825"/>
                  <a:pt x="1262825" y="1266825"/>
                </a:cubicBezTo>
                <a:cubicBezTo>
                  <a:pt x="1267016" y="1266825"/>
                  <a:pt x="1271111" y="1268159"/>
                  <a:pt x="1274540" y="1270730"/>
                </a:cubicBezTo>
                <a:cubicBezTo>
                  <a:pt x="1278827" y="1273874"/>
                  <a:pt x="1281684" y="1278541"/>
                  <a:pt x="1282446" y="1283780"/>
                </a:cubicBezTo>
                <a:cubicBezTo>
                  <a:pt x="1283208" y="1289018"/>
                  <a:pt x="1281970" y="1294257"/>
                  <a:pt x="1278827" y="1298639"/>
                </a:cubicBezTo>
                <a:cubicBezTo>
                  <a:pt x="1275683" y="1302925"/>
                  <a:pt x="1271016" y="1305782"/>
                  <a:pt x="1265777" y="1306544"/>
                </a:cubicBezTo>
                <a:cubicBezTo>
                  <a:pt x="1260539" y="1307306"/>
                  <a:pt x="1255300" y="1306068"/>
                  <a:pt x="1250918" y="1302925"/>
                </a:cubicBezTo>
                <a:cubicBezTo>
                  <a:pt x="1246632" y="1299782"/>
                  <a:pt x="1243870" y="1295114"/>
                  <a:pt x="1243013" y="1289876"/>
                </a:cubicBezTo>
                <a:cubicBezTo>
                  <a:pt x="1242251" y="1284637"/>
                  <a:pt x="1243489" y="1279398"/>
                  <a:pt x="1246632" y="1275017"/>
                </a:cubicBezTo>
                <a:cubicBezTo>
                  <a:pt x="1249775" y="1270730"/>
                  <a:pt x="1254443" y="1267873"/>
                  <a:pt x="1259681" y="1267111"/>
                </a:cubicBezTo>
                <a:close/>
                <a:moveTo>
                  <a:pt x="1365790" y="1171289"/>
                </a:moveTo>
                <a:cubicBezTo>
                  <a:pt x="1369695" y="1171289"/>
                  <a:pt x="1372934" y="1174528"/>
                  <a:pt x="1372934" y="1178433"/>
                </a:cubicBezTo>
                <a:cubicBezTo>
                  <a:pt x="1372934" y="1182338"/>
                  <a:pt x="1369695" y="1185577"/>
                  <a:pt x="1365790" y="1185577"/>
                </a:cubicBezTo>
                <a:cubicBezTo>
                  <a:pt x="1361885" y="1185577"/>
                  <a:pt x="1358646" y="1182338"/>
                  <a:pt x="1358646" y="1178433"/>
                </a:cubicBezTo>
                <a:cubicBezTo>
                  <a:pt x="1358646" y="1174528"/>
                  <a:pt x="1361885" y="1171289"/>
                  <a:pt x="1365790" y="1171289"/>
                </a:cubicBezTo>
                <a:close/>
                <a:moveTo>
                  <a:pt x="1234250" y="802291"/>
                </a:moveTo>
                <a:lnTo>
                  <a:pt x="1236155" y="803720"/>
                </a:lnTo>
                <a:lnTo>
                  <a:pt x="1228249" y="803720"/>
                </a:lnTo>
                <a:lnTo>
                  <a:pt x="1228249" y="796576"/>
                </a:lnTo>
                <a:lnTo>
                  <a:pt x="1236155" y="796576"/>
                </a:lnTo>
                <a:lnTo>
                  <a:pt x="1237869" y="797909"/>
                </a:lnTo>
                <a:lnTo>
                  <a:pt x="1234345" y="800291"/>
                </a:lnTo>
                <a:cubicBezTo>
                  <a:pt x="1234345" y="800291"/>
                  <a:pt x="1233869" y="800862"/>
                  <a:pt x="1233869" y="801243"/>
                </a:cubicBezTo>
                <a:cubicBezTo>
                  <a:pt x="1233869" y="801624"/>
                  <a:pt x="1234059" y="802005"/>
                  <a:pt x="1234345" y="802196"/>
                </a:cubicBezTo>
                <a:close/>
                <a:moveTo>
                  <a:pt x="1234250" y="840010"/>
                </a:moveTo>
                <a:lnTo>
                  <a:pt x="1236155" y="841439"/>
                </a:lnTo>
                <a:lnTo>
                  <a:pt x="1228249" y="841439"/>
                </a:lnTo>
                <a:lnTo>
                  <a:pt x="1228249" y="834295"/>
                </a:lnTo>
                <a:lnTo>
                  <a:pt x="1236155" y="834295"/>
                </a:lnTo>
                <a:lnTo>
                  <a:pt x="1237869" y="835628"/>
                </a:lnTo>
                <a:lnTo>
                  <a:pt x="1234345" y="838010"/>
                </a:lnTo>
                <a:cubicBezTo>
                  <a:pt x="1234345" y="838010"/>
                  <a:pt x="1233869" y="838581"/>
                  <a:pt x="1233869" y="838962"/>
                </a:cubicBezTo>
                <a:cubicBezTo>
                  <a:pt x="1233869" y="839343"/>
                  <a:pt x="1234059" y="839724"/>
                  <a:pt x="1234345" y="839915"/>
                </a:cubicBezTo>
                <a:close/>
                <a:moveTo>
                  <a:pt x="1234250" y="877729"/>
                </a:moveTo>
                <a:lnTo>
                  <a:pt x="1236155" y="879158"/>
                </a:lnTo>
                <a:lnTo>
                  <a:pt x="1228249" y="879158"/>
                </a:lnTo>
                <a:lnTo>
                  <a:pt x="1228249" y="872014"/>
                </a:lnTo>
                <a:lnTo>
                  <a:pt x="1236155" y="872014"/>
                </a:lnTo>
                <a:lnTo>
                  <a:pt x="1237869" y="873347"/>
                </a:lnTo>
                <a:lnTo>
                  <a:pt x="1234345" y="875729"/>
                </a:lnTo>
                <a:cubicBezTo>
                  <a:pt x="1234345" y="875729"/>
                  <a:pt x="1233869" y="876300"/>
                  <a:pt x="1233869" y="876681"/>
                </a:cubicBezTo>
                <a:cubicBezTo>
                  <a:pt x="1233869" y="877062"/>
                  <a:pt x="1234059" y="877443"/>
                  <a:pt x="1234345" y="877634"/>
                </a:cubicBezTo>
                <a:close/>
                <a:moveTo>
                  <a:pt x="1240631" y="872585"/>
                </a:moveTo>
                <a:lnTo>
                  <a:pt x="1240060" y="872109"/>
                </a:lnTo>
                <a:lnTo>
                  <a:pt x="1246537" y="872109"/>
                </a:lnTo>
                <a:lnTo>
                  <a:pt x="1246537" y="879253"/>
                </a:lnTo>
                <a:lnTo>
                  <a:pt x="1240155" y="879253"/>
                </a:lnTo>
                <a:lnTo>
                  <a:pt x="1237202" y="876872"/>
                </a:lnTo>
                <a:lnTo>
                  <a:pt x="1240727" y="874490"/>
                </a:lnTo>
                <a:cubicBezTo>
                  <a:pt x="1240727" y="874490"/>
                  <a:pt x="1241203" y="873919"/>
                  <a:pt x="1241203" y="873538"/>
                </a:cubicBezTo>
                <a:cubicBezTo>
                  <a:pt x="1241203" y="873157"/>
                  <a:pt x="1241012" y="872776"/>
                  <a:pt x="1240727" y="872585"/>
                </a:cubicBezTo>
                <a:close/>
                <a:moveTo>
                  <a:pt x="1240631" y="834866"/>
                </a:moveTo>
                <a:lnTo>
                  <a:pt x="1239965" y="834390"/>
                </a:lnTo>
                <a:lnTo>
                  <a:pt x="1246442" y="834390"/>
                </a:lnTo>
                <a:lnTo>
                  <a:pt x="1246442" y="841534"/>
                </a:lnTo>
                <a:lnTo>
                  <a:pt x="1240060" y="841534"/>
                </a:lnTo>
                <a:lnTo>
                  <a:pt x="1237107" y="839152"/>
                </a:lnTo>
                <a:lnTo>
                  <a:pt x="1240631" y="836771"/>
                </a:lnTo>
                <a:cubicBezTo>
                  <a:pt x="1240631" y="836771"/>
                  <a:pt x="1241107" y="836200"/>
                  <a:pt x="1241107" y="835819"/>
                </a:cubicBezTo>
                <a:cubicBezTo>
                  <a:pt x="1241107" y="835438"/>
                  <a:pt x="1240917" y="835057"/>
                  <a:pt x="1240631" y="834866"/>
                </a:cubicBezTo>
                <a:close/>
                <a:moveTo>
                  <a:pt x="1240631" y="797147"/>
                </a:moveTo>
                <a:lnTo>
                  <a:pt x="1239965" y="796671"/>
                </a:lnTo>
                <a:lnTo>
                  <a:pt x="1246442" y="796671"/>
                </a:lnTo>
                <a:lnTo>
                  <a:pt x="1246442" y="803815"/>
                </a:lnTo>
                <a:lnTo>
                  <a:pt x="1239965" y="803815"/>
                </a:lnTo>
                <a:lnTo>
                  <a:pt x="1237012" y="801529"/>
                </a:lnTo>
                <a:lnTo>
                  <a:pt x="1240536" y="799148"/>
                </a:lnTo>
                <a:cubicBezTo>
                  <a:pt x="1240536" y="799148"/>
                  <a:pt x="1241012" y="798576"/>
                  <a:pt x="1241012" y="798195"/>
                </a:cubicBezTo>
                <a:cubicBezTo>
                  <a:pt x="1241012" y="797814"/>
                  <a:pt x="1240822" y="797433"/>
                  <a:pt x="1240536" y="797243"/>
                </a:cubicBezTo>
                <a:close/>
                <a:moveTo>
                  <a:pt x="1246442" y="758952"/>
                </a:moveTo>
                <a:lnTo>
                  <a:pt x="1246442" y="766096"/>
                </a:lnTo>
                <a:lnTo>
                  <a:pt x="1239584" y="766096"/>
                </a:lnTo>
                <a:lnTo>
                  <a:pt x="1236631" y="763810"/>
                </a:lnTo>
                <a:lnTo>
                  <a:pt x="1240155" y="761429"/>
                </a:lnTo>
                <a:cubicBezTo>
                  <a:pt x="1240155" y="761429"/>
                  <a:pt x="1240631" y="760857"/>
                  <a:pt x="1240631" y="760476"/>
                </a:cubicBezTo>
                <a:cubicBezTo>
                  <a:pt x="1240631" y="760095"/>
                  <a:pt x="1240441" y="759714"/>
                  <a:pt x="1240155" y="759524"/>
                </a:cubicBezTo>
                <a:lnTo>
                  <a:pt x="1239488" y="759047"/>
                </a:lnTo>
                <a:lnTo>
                  <a:pt x="1246346" y="759047"/>
                </a:lnTo>
                <a:close/>
                <a:moveTo>
                  <a:pt x="1233964" y="762667"/>
                </a:moveTo>
                <a:cubicBezTo>
                  <a:pt x="1233964" y="762667"/>
                  <a:pt x="1233488" y="763238"/>
                  <a:pt x="1233488" y="763619"/>
                </a:cubicBezTo>
                <a:cubicBezTo>
                  <a:pt x="1233488" y="764000"/>
                  <a:pt x="1233678" y="764381"/>
                  <a:pt x="1233964" y="764572"/>
                </a:cubicBezTo>
                <a:lnTo>
                  <a:pt x="1235869" y="766001"/>
                </a:lnTo>
                <a:lnTo>
                  <a:pt x="1228344" y="766001"/>
                </a:lnTo>
                <a:lnTo>
                  <a:pt x="1228344" y="758857"/>
                </a:lnTo>
                <a:lnTo>
                  <a:pt x="1235869" y="758857"/>
                </a:lnTo>
                <a:lnTo>
                  <a:pt x="1237583" y="760190"/>
                </a:lnTo>
                <a:lnTo>
                  <a:pt x="1234059" y="762572"/>
                </a:lnTo>
                <a:close/>
                <a:moveTo>
                  <a:pt x="1072706" y="2755392"/>
                </a:moveTo>
                <a:lnTo>
                  <a:pt x="1133570" y="2705386"/>
                </a:lnTo>
                <a:lnTo>
                  <a:pt x="1133380" y="2698147"/>
                </a:lnTo>
                <a:lnTo>
                  <a:pt x="1213771" y="2638044"/>
                </a:lnTo>
                <a:lnTo>
                  <a:pt x="1236917" y="2638044"/>
                </a:lnTo>
                <a:cubicBezTo>
                  <a:pt x="1236917" y="2638044"/>
                  <a:pt x="1343787" y="2548414"/>
                  <a:pt x="1343787" y="2548414"/>
                </a:cubicBezTo>
                <a:cubicBezTo>
                  <a:pt x="1344835" y="2549271"/>
                  <a:pt x="1346073" y="2549843"/>
                  <a:pt x="1347502" y="2549843"/>
                </a:cubicBezTo>
                <a:lnTo>
                  <a:pt x="1361123" y="2549843"/>
                </a:lnTo>
                <a:cubicBezTo>
                  <a:pt x="1364361" y="2549843"/>
                  <a:pt x="1366933" y="2547271"/>
                  <a:pt x="1366933" y="2544032"/>
                </a:cubicBezTo>
                <a:lnTo>
                  <a:pt x="1366933" y="2530412"/>
                </a:lnTo>
                <a:cubicBezTo>
                  <a:pt x="1366933" y="2527173"/>
                  <a:pt x="1364361" y="2524601"/>
                  <a:pt x="1361123" y="2524601"/>
                </a:cubicBezTo>
                <a:lnTo>
                  <a:pt x="1347502" y="2524601"/>
                </a:lnTo>
                <a:cubicBezTo>
                  <a:pt x="1344263" y="2524601"/>
                  <a:pt x="1341692" y="2527173"/>
                  <a:pt x="1341692" y="2530412"/>
                </a:cubicBezTo>
                <a:lnTo>
                  <a:pt x="1341692" y="2543937"/>
                </a:lnTo>
                <a:lnTo>
                  <a:pt x="1235107" y="2633472"/>
                </a:lnTo>
                <a:lnTo>
                  <a:pt x="1212152" y="2633472"/>
                </a:lnTo>
                <a:cubicBezTo>
                  <a:pt x="1212152" y="2633472"/>
                  <a:pt x="1128522" y="2695861"/>
                  <a:pt x="1128522" y="2695861"/>
                </a:cubicBezTo>
                <a:lnTo>
                  <a:pt x="1128713" y="2703195"/>
                </a:lnTo>
                <a:lnTo>
                  <a:pt x="1070991" y="2750630"/>
                </a:lnTo>
                <a:lnTo>
                  <a:pt x="1036701" y="2750630"/>
                </a:lnTo>
                <a:lnTo>
                  <a:pt x="1037273" y="2630996"/>
                </a:lnTo>
                <a:lnTo>
                  <a:pt x="994315" y="2579465"/>
                </a:lnTo>
                <a:lnTo>
                  <a:pt x="997458" y="2576322"/>
                </a:lnTo>
                <a:cubicBezTo>
                  <a:pt x="998506" y="2575274"/>
                  <a:pt x="998506" y="2573560"/>
                  <a:pt x="997458" y="2572512"/>
                </a:cubicBezTo>
                <a:lnTo>
                  <a:pt x="988314" y="2563368"/>
                </a:lnTo>
                <a:cubicBezTo>
                  <a:pt x="987266" y="2562320"/>
                  <a:pt x="985552" y="2562320"/>
                  <a:pt x="984504" y="2563368"/>
                </a:cubicBezTo>
                <a:lnTo>
                  <a:pt x="975360" y="2572512"/>
                </a:lnTo>
                <a:cubicBezTo>
                  <a:pt x="974312" y="2573560"/>
                  <a:pt x="974312" y="2575274"/>
                  <a:pt x="975360" y="2576322"/>
                </a:cubicBezTo>
                <a:lnTo>
                  <a:pt x="984504" y="2585466"/>
                </a:lnTo>
                <a:cubicBezTo>
                  <a:pt x="985552" y="2586514"/>
                  <a:pt x="987266" y="2586514"/>
                  <a:pt x="988314" y="2585466"/>
                </a:cubicBezTo>
                <a:lnTo>
                  <a:pt x="990886" y="2582894"/>
                </a:lnTo>
                <a:lnTo>
                  <a:pt x="1032510" y="2632805"/>
                </a:lnTo>
                <a:lnTo>
                  <a:pt x="1031939" y="2755487"/>
                </a:lnTo>
                <a:lnTo>
                  <a:pt x="1072801" y="2755487"/>
                </a:lnTo>
                <a:close/>
                <a:moveTo>
                  <a:pt x="1346454" y="2530412"/>
                </a:moveTo>
                <a:cubicBezTo>
                  <a:pt x="1346454" y="2529840"/>
                  <a:pt x="1346930" y="2529364"/>
                  <a:pt x="1347502" y="2529364"/>
                </a:cubicBezTo>
                <a:lnTo>
                  <a:pt x="1361123" y="2529364"/>
                </a:lnTo>
                <a:cubicBezTo>
                  <a:pt x="1361694" y="2529364"/>
                  <a:pt x="1362170" y="2529840"/>
                  <a:pt x="1362170" y="2530412"/>
                </a:cubicBezTo>
                <a:lnTo>
                  <a:pt x="1362170" y="2544032"/>
                </a:lnTo>
                <a:cubicBezTo>
                  <a:pt x="1362170" y="2544604"/>
                  <a:pt x="1361694" y="2545080"/>
                  <a:pt x="1361123" y="2545080"/>
                </a:cubicBezTo>
                <a:lnTo>
                  <a:pt x="1347502" y="2545080"/>
                </a:lnTo>
                <a:cubicBezTo>
                  <a:pt x="1346930" y="2545080"/>
                  <a:pt x="1346454" y="2544604"/>
                  <a:pt x="1346454" y="2544032"/>
                </a:cubicBezTo>
                <a:lnTo>
                  <a:pt x="1346454" y="2530412"/>
                </a:lnTo>
                <a:close/>
                <a:moveTo>
                  <a:pt x="157925" y="1072420"/>
                </a:moveTo>
                <a:cubicBezTo>
                  <a:pt x="155448" y="1072039"/>
                  <a:pt x="152972" y="1072706"/>
                  <a:pt x="150876" y="1074230"/>
                </a:cubicBezTo>
                <a:cubicBezTo>
                  <a:pt x="149162" y="1075468"/>
                  <a:pt x="148114" y="1077373"/>
                  <a:pt x="147542" y="1079373"/>
                </a:cubicBezTo>
                <a:lnTo>
                  <a:pt x="65532" y="1079373"/>
                </a:lnTo>
                <a:lnTo>
                  <a:pt x="20479" y="1123569"/>
                </a:lnTo>
                <a:cubicBezTo>
                  <a:pt x="19050" y="1122712"/>
                  <a:pt x="17526" y="1122045"/>
                  <a:pt x="15716" y="1122045"/>
                </a:cubicBezTo>
                <a:cubicBezTo>
                  <a:pt x="10478" y="1122045"/>
                  <a:pt x="6287" y="1126236"/>
                  <a:pt x="6287" y="1131475"/>
                </a:cubicBezTo>
                <a:cubicBezTo>
                  <a:pt x="6287" y="1136714"/>
                  <a:pt x="10478" y="1140905"/>
                  <a:pt x="15716" y="1140905"/>
                </a:cubicBezTo>
                <a:cubicBezTo>
                  <a:pt x="20955" y="1140905"/>
                  <a:pt x="25146" y="1136714"/>
                  <a:pt x="25146" y="1131475"/>
                </a:cubicBezTo>
                <a:cubicBezTo>
                  <a:pt x="25146" y="1129760"/>
                  <a:pt x="24575" y="1128332"/>
                  <a:pt x="23813" y="1126903"/>
                </a:cubicBezTo>
                <a:lnTo>
                  <a:pt x="67437" y="1084040"/>
                </a:lnTo>
                <a:lnTo>
                  <a:pt x="147352" y="1084040"/>
                </a:lnTo>
                <a:cubicBezTo>
                  <a:pt x="147638" y="1085183"/>
                  <a:pt x="148209" y="1086326"/>
                  <a:pt x="148876" y="1087279"/>
                </a:cubicBezTo>
                <a:cubicBezTo>
                  <a:pt x="150400" y="1089279"/>
                  <a:pt x="152591" y="1090613"/>
                  <a:pt x="155067" y="1090994"/>
                </a:cubicBezTo>
                <a:cubicBezTo>
                  <a:pt x="155543" y="1090994"/>
                  <a:pt x="156020" y="1091089"/>
                  <a:pt x="156401" y="1091089"/>
                </a:cubicBezTo>
                <a:cubicBezTo>
                  <a:pt x="158401" y="1091089"/>
                  <a:pt x="160401" y="1090422"/>
                  <a:pt x="162020" y="1089184"/>
                </a:cubicBezTo>
                <a:cubicBezTo>
                  <a:pt x="164020" y="1087660"/>
                  <a:pt x="165354" y="1085469"/>
                  <a:pt x="165735" y="1082993"/>
                </a:cubicBezTo>
                <a:cubicBezTo>
                  <a:pt x="166116" y="1080516"/>
                  <a:pt x="165449" y="1078040"/>
                  <a:pt x="163925" y="1075944"/>
                </a:cubicBezTo>
                <a:cubicBezTo>
                  <a:pt x="162401" y="1073944"/>
                  <a:pt x="160211" y="1072610"/>
                  <a:pt x="157734" y="1072229"/>
                </a:cubicBezTo>
                <a:close/>
                <a:moveTo>
                  <a:pt x="15716" y="1136237"/>
                </a:moveTo>
                <a:cubicBezTo>
                  <a:pt x="13145" y="1136237"/>
                  <a:pt x="11049" y="1134142"/>
                  <a:pt x="11049" y="1131570"/>
                </a:cubicBezTo>
                <a:cubicBezTo>
                  <a:pt x="11049" y="1128998"/>
                  <a:pt x="13145" y="1126903"/>
                  <a:pt x="15716" y="1126903"/>
                </a:cubicBezTo>
                <a:cubicBezTo>
                  <a:pt x="18288" y="1126903"/>
                  <a:pt x="20384" y="1128998"/>
                  <a:pt x="20384" y="1131570"/>
                </a:cubicBezTo>
                <a:cubicBezTo>
                  <a:pt x="20384" y="1134142"/>
                  <a:pt x="18288" y="1136237"/>
                  <a:pt x="15716" y="1136237"/>
                </a:cubicBezTo>
                <a:close/>
                <a:moveTo>
                  <a:pt x="159353" y="1085564"/>
                </a:moveTo>
                <a:cubicBezTo>
                  <a:pt x="157258" y="1087088"/>
                  <a:pt x="154400" y="1086707"/>
                  <a:pt x="152781" y="1084612"/>
                </a:cubicBezTo>
                <a:cubicBezTo>
                  <a:pt x="151257" y="1082516"/>
                  <a:pt x="151638" y="1079564"/>
                  <a:pt x="153733" y="1078040"/>
                </a:cubicBezTo>
                <a:cubicBezTo>
                  <a:pt x="154591" y="1077373"/>
                  <a:pt x="155543" y="1077087"/>
                  <a:pt x="156496" y="1077087"/>
                </a:cubicBezTo>
                <a:cubicBezTo>
                  <a:pt x="157925" y="1077087"/>
                  <a:pt x="159353" y="1077754"/>
                  <a:pt x="160211" y="1078992"/>
                </a:cubicBezTo>
                <a:cubicBezTo>
                  <a:pt x="161735" y="1081088"/>
                  <a:pt x="161354" y="1084040"/>
                  <a:pt x="159258" y="1085564"/>
                </a:cubicBezTo>
                <a:close/>
                <a:moveTo>
                  <a:pt x="697230" y="4414838"/>
                </a:moveTo>
                <a:lnTo>
                  <a:pt x="694563" y="4417219"/>
                </a:lnTo>
                <a:cubicBezTo>
                  <a:pt x="693229" y="4416552"/>
                  <a:pt x="691801" y="4416171"/>
                  <a:pt x="690277" y="4416171"/>
                </a:cubicBezTo>
                <a:cubicBezTo>
                  <a:pt x="684848" y="4416171"/>
                  <a:pt x="680466" y="4420553"/>
                  <a:pt x="680466" y="4425982"/>
                </a:cubicBezTo>
                <a:cubicBezTo>
                  <a:pt x="680466" y="4431411"/>
                  <a:pt x="684848" y="4435793"/>
                  <a:pt x="690277" y="4435793"/>
                </a:cubicBezTo>
                <a:cubicBezTo>
                  <a:pt x="695706" y="4435793"/>
                  <a:pt x="700088" y="4431411"/>
                  <a:pt x="700088" y="4425982"/>
                </a:cubicBezTo>
                <a:cubicBezTo>
                  <a:pt x="700088" y="4424744"/>
                  <a:pt x="699802" y="4423696"/>
                  <a:pt x="699421" y="4422553"/>
                </a:cubicBezTo>
                <a:lnTo>
                  <a:pt x="701993" y="4420267"/>
                </a:lnTo>
                <a:lnTo>
                  <a:pt x="697230" y="4414933"/>
                </a:lnTo>
                <a:close/>
                <a:moveTo>
                  <a:pt x="690277" y="4430840"/>
                </a:moveTo>
                <a:cubicBezTo>
                  <a:pt x="687515" y="4430840"/>
                  <a:pt x="685229" y="4428554"/>
                  <a:pt x="685229" y="4425792"/>
                </a:cubicBezTo>
                <a:cubicBezTo>
                  <a:pt x="685229" y="4423029"/>
                  <a:pt x="687515" y="4420743"/>
                  <a:pt x="690277" y="4420743"/>
                </a:cubicBezTo>
                <a:cubicBezTo>
                  <a:pt x="693039" y="4420743"/>
                  <a:pt x="695325" y="4423029"/>
                  <a:pt x="695325" y="4425792"/>
                </a:cubicBezTo>
                <a:cubicBezTo>
                  <a:pt x="695325" y="4428554"/>
                  <a:pt x="693039" y="4430840"/>
                  <a:pt x="690277" y="4430840"/>
                </a:cubicBezTo>
                <a:close/>
                <a:moveTo>
                  <a:pt x="2188559" y="144304"/>
                </a:moveTo>
                <a:cubicBezTo>
                  <a:pt x="2188559" y="142018"/>
                  <a:pt x="2187702" y="139827"/>
                  <a:pt x="2186083" y="138113"/>
                </a:cubicBezTo>
                <a:cubicBezTo>
                  <a:pt x="2184464" y="136493"/>
                  <a:pt x="2182273" y="135541"/>
                  <a:pt x="2179987" y="135541"/>
                </a:cubicBezTo>
                <a:lnTo>
                  <a:pt x="2179987" y="135541"/>
                </a:lnTo>
                <a:cubicBezTo>
                  <a:pt x="2175224" y="135541"/>
                  <a:pt x="2171414" y="139351"/>
                  <a:pt x="2171319" y="144113"/>
                </a:cubicBezTo>
                <a:cubicBezTo>
                  <a:pt x="2171319" y="148019"/>
                  <a:pt x="2173891" y="151257"/>
                  <a:pt x="2177510" y="152305"/>
                </a:cubicBezTo>
                <a:lnTo>
                  <a:pt x="2177510" y="167545"/>
                </a:lnTo>
                <a:cubicBezTo>
                  <a:pt x="2177510" y="167545"/>
                  <a:pt x="2189417" y="178975"/>
                  <a:pt x="2189417" y="178975"/>
                </a:cubicBezTo>
                <a:lnTo>
                  <a:pt x="2189417" y="238220"/>
                </a:lnTo>
                <a:lnTo>
                  <a:pt x="2170748" y="262509"/>
                </a:lnTo>
                <a:lnTo>
                  <a:pt x="2171033" y="355473"/>
                </a:lnTo>
                <a:lnTo>
                  <a:pt x="2200085" y="393573"/>
                </a:lnTo>
                <a:lnTo>
                  <a:pt x="2200085" y="416624"/>
                </a:lnTo>
                <a:lnTo>
                  <a:pt x="2196179" y="416624"/>
                </a:lnTo>
                <a:cubicBezTo>
                  <a:pt x="2193227" y="416624"/>
                  <a:pt x="2190845" y="419005"/>
                  <a:pt x="2190845" y="421958"/>
                </a:cubicBezTo>
                <a:lnTo>
                  <a:pt x="2190845" y="434626"/>
                </a:lnTo>
                <a:cubicBezTo>
                  <a:pt x="2190845" y="437579"/>
                  <a:pt x="2193227" y="439960"/>
                  <a:pt x="2196179" y="439960"/>
                </a:cubicBezTo>
                <a:lnTo>
                  <a:pt x="2208848" y="439960"/>
                </a:lnTo>
                <a:cubicBezTo>
                  <a:pt x="2211800" y="439960"/>
                  <a:pt x="2214182" y="437579"/>
                  <a:pt x="2214182" y="434626"/>
                </a:cubicBezTo>
                <a:lnTo>
                  <a:pt x="2214182" y="421958"/>
                </a:lnTo>
                <a:cubicBezTo>
                  <a:pt x="2214182" y="419005"/>
                  <a:pt x="2211800" y="416624"/>
                  <a:pt x="2208848" y="416624"/>
                </a:cubicBezTo>
                <a:lnTo>
                  <a:pt x="2204942" y="416624"/>
                </a:lnTo>
                <a:lnTo>
                  <a:pt x="2204942" y="391954"/>
                </a:lnTo>
                <a:lnTo>
                  <a:pt x="2175891" y="353854"/>
                </a:lnTo>
                <a:lnTo>
                  <a:pt x="2175605" y="264128"/>
                </a:lnTo>
                <a:lnTo>
                  <a:pt x="2194274" y="239840"/>
                </a:lnTo>
                <a:lnTo>
                  <a:pt x="2194274" y="181166"/>
                </a:lnTo>
                <a:lnTo>
                  <a:pt x="2214944" y="160687"/>
                </a:lnTo>
                <a:lnTo>
                  <a:pt x="2214944" y="112586"/>
                </a:lnTo>
                <a:cubicBezTo>
                  <a:pt x="2215515" y="112300"/>
                  <a:pt x="2215991" y="112014"/>
                  <a:pt x="2216468" y="111633"/>
                </a:cubicBezTo>
                <a:lnTo>
                  <a:pt x="2222183" y="105918"/>
                </a:lnTo>
                <a:cubicBezTo>
                  <a:pt x="2224373" y="103727"/>
                  <a:pt x="2224373" y="100298"/>
                  <a:pt x="2222183" y="98108"/>
                </a:cubicBezTo>
                <a:lnTo>
                  <a:pt x="2216468" y="92392"/>
                </a:lnTo>
                <a:cubicBezTo>
                  <a:pt x="2214372" y="90202"/>
                  <a:pt x="2210848" y="90202"/>
                  <a:pt x="2208657" y="92392"/>
                </a:cubicBezTo>
                <a:lnTo>
                  <a:pt x="2202942" y="98108"/>
                </a:lnTo>
                <a:cubicBezTo>
                  <a:pt x="2200751" y="100298"/>
                  <a:pt x="2200751" y="103727"/>
                  <a:pt x="2202942" y="105918"/>
                </a:cubicBezTo>
                <a:lnTo>
                  <a:pt x="2208657" y="111633"/>
                </a:lnTo>
                <a:cubicBezTo>
                  <a:pt x="2208657" y="111633"/>
                  <a:pt x="2209610" y="112395"/>
                  <a:pt x="2210181" y="112681"/>
                </a:cubicBezTo>
                <a:lnTo>
                  <a:pt x="2210181" y="158782"/>
                </a:lnTo>
                <a:lnTo>
                  <a:pt x="2192941" y="175832"/>
                </a:lnTo>
                <a:lnTo>
                  <a:pt x="2182368" y="165640"/>
                </a:lnTo>
                <a:lnTo>
                  <a:pt x="2182368" y="152495"/>
                </a:lnTo>
                <a:cubicBezTo>
                  <a:pt x="2183702" y="152114"/>
                  <a:pt x="2185035" y="151543"/>
                  <a:pt x="2186083" y="150495"/>
                </a:cubicBezTo>
                <a:cubicBezTo>
                  <a:pt x="2187702" y="148876"/>
                  <a:pt x="2188655" y="146685"/>
                  <a:pt x="2188655" y="144399"/>
                </a:cubicBezTo>
                <a:close/>
                <a:moveTo>
                  <a:pt x="2208657" y="421481"/>
                </a:moveTo>
                <a:cubicBezTo>
                  <a:pt x="2208657" y="421481"/>
                  <a:pt x="2209229" y="421767"/>
                  <a:pt x="2209229" y="422053"/>
                </a:cubicBezTo>
                <a:lnTo>
                  <a:pt x="2209229" y="434721"/>
                </a:lnTo>
                <a:cubicBezTo>
                  <a:pt x="2209229" y="434721"/>
                  <a:pt x="2208943" y="435293"/>
                  <a:pt x="2208657" y="435293"/>
                </a:cubicBezTo>
                <a:lnTo>
                  <a:pt x="2195989" y="435293"/>
                </a:lnTo>
                <a:cubicBezTo>
                  <a:pt x="2195989" y="435293"/>
                  <a:pt x="2195417" y="435007"/>
                  <a:pt x="2195417" y="434721"/>
                </a:cubicBezTo>
                <a:lnTo>
                  <a:pt x="2195417" y="422053"/>
                </a:lnTo>
                <a:cubicBezTo>
                  <a:pt x="2195417" y="422053"/>
                  <a:pt x="2195703" y="421481"/>
                  <a:pt x="2195989" y="421481"/>
                </a:cubicBezTo>
                <a:lnTo>
                  <a:pt x="2208657" y="421481"/>
                </a:lnTo>
                <a:close/>
                <a:moveTo>
                  <a:pt x="2206181" y="102489"/>
                </a:moveTo>
                <a:cubicBezTo>
                  <a:pt x="2206181" y="102489"/>
                  <a:pt x="2205895" y="101727"/>
                  <a:pt x="2206181" y="101441"/>
                </a:cubicBezTo>
                <a:lnTo>
                  <a:pt x="2211896" y="95726"/>
                </a:lnTo>
                <a:cubicBezTo>
                  <a:pt x="2211896" y="95726"/>
                  <a:pt x="2212277" y="95536"/>
                  <a:pt x="2212372" y="95536"/>
                </a:cubicBezTo>
                <a:cubicBezTo>
                  <a:pt x="2212467" y="95536"/>
                  <a:pt x="2212753" y="95536"/>
                  <a:pt x="2212943" y="95726"/>
                </a:cubicBezTo>
                <a:lnTo>
                  <a:pt x="2218658" y="101441"/>
                </a:lnTo>
                <a:cubicBezTo>
                  <a:pt x="2218658" y="101441"/>
                  <a:pt x="2218944" y="102203"/>
                  <a:pt x="2218658" y="102489"/>
                </a:cubicBezTo>
                <a:lnTo>
                  <a:pt x="2212943" y="108204"/>
                </a:lnTo>
                <a:cubicBezTo>
                  <a:pt x="2212943" y="108204"/>
                  <a:pt x="2212181" y="108490"/>
                  <a:pt x="2211896" y="108204"/>
                </a:cubicBezTo>
                <a:lnTo>
                  <a:pt x="2206181" y="102489"/>
                </a:lnTo>
                <a:close/>
                <a:moveTo>
                  <a:pt x="2182559" y="146971"/>
                </a:moveTo>
                <a:cubicBezTo>
                  <a:pt x="2181797" y="147733"/>
                  <a:pt x="2180844" y="148114"/>
                  <a:pt x="2179796" y="148114"/>
                </a:cubicBezTo>
                <a:cubicBezTo>
                  <a:pt x="2178653" y="148114"/>
                  <a:pt x="2177796" y="147733"/>
                  <a:pt x="2177034" y="146971"/>
                </a:cubicBezTo>
                <a:cubicBezTo>
                  <a:pt x="2176272" y="146209"/>
                  <a:pt x="2175891" y="145256"/>
                  <a:pt x="2175891" y="144209"/>
                </a:cubicBezTo>
                <a:cubicBezTo>
                  <a:pt x="2175891" y="142113"/>
                  <a:pt x="2177701" y="140303"/>
                  <a:pt x="2179796" y="140303"/>
                </a:cubicBezTo>
                <a:lnTo>
                  <a:pt x="2179796" y="140303"/>
                </a:lnTo>
                <a:cubicBezTo>
                  <a:pt x="2180844" y="140303"/>
                  <a:pt x="2181797" y="140684"/>
                  <a:pt x="2182559" y="141446"/>
                </a:cubicBezTo>
                <a:cubicBezTo>
                  <a:pt x="2183321" y="142208"/>
                  <a:pt x="2183702" y="143161"/>
                  <a:pt x="2183702" y="144209"/>
                </a:cubicBezTo>
                <a:cubicBezTo>
                  <a:pt x="2183702" y="145256"/>
                  <a:pt x="2183321" y="146209"/>
                  <a:pt x="2182559" y="146971"/>
                </a:cubicBezTo>
                <a:close/>
                <a:moveTo>
                  <a:pt x="393478" y="2151412"/>
                </a:moveTo>
                <a:lnTo>
                  <a:pt x="400717" y="2144363"/>
                </a:lnTo>
                <a:lnTo>
                  <a:pt x="404051" y="2147792"/>
                </a:lnTo>
                <a:lnTo>
                  <a:pt x="396812" y="2154841"/>
                </a:lnTo>
                <a:lnTo>
                  <a:pt x="393478" y="2151412"/>
                </a:lnTo>
                <a:close/>
                <a:moveTo>
                  <a:pt x="415385" y="2130171"/>
                </a:moveTo>
                <a:lnTo>
                  <a:pt x="418719" y="2133600"/>
                </a:lnTo>
                <a:lnTo>
                  <a:pt x="411480" y="2140649"/>
                </a:lnTo>
                <a:lnTo>
                  <a:pt x="408146" y="2137220"/>
                </a:lnTo>
                <a:lnTo>
                  <a:pt x="415385" y="2130171"/>
                </a:lnTo>
                <a:close/>
                <a:moveTo>
                  <a:pt x="1597343" y="532352"/>
                </a:moveTo>
                <a:lnTo>
                  <a:pt x="1597343" y="539115"/>
                </a:lnTo>
                <a:cubicBezTo>
                  <a:pt x="1597343" y="540449"/>
                  <a:pt x="1596200" y="541592"/>
                  <a:pt x="1594866" y="541592"/>
                </a:cubicBezTo>
                <a:lnTo>
                  <a:pt x="1588103" y="541592"/>
                </a:lnTo>
                <a:cubicBezTo>
                  <a:pt x="1586770" y="541592"/>
                  <a:pt x="1585627" y="540449"/>
                  <a:pt x="1585627" y="539115"/>
                </a:cubicBezTo>
                <a:lnTo>
                  <a:pt x="1585627" y="532352"/>
                </a:lnTo>
                <a:cubicBezTo>
                  <a:pt x="1585627" y="531019"/>
                  <a:pt x="1586770" y="529876"/>
                  <a:pt x="1588103" y="529876"/>
                </a:cubicBezTo>
                <a:lnTo>
                  <a:pt x="1594866" y="529876"/>
                </a:lnTo>
                <a:cubicBezTo>
                  <a:pt x="1596200" y="529876"/>
                  <a:pt x="1597343" y="531019"/>
                  <a:pt x="1597343" y="532352"/>
                </a:cubicBezTo>
                <a:close/>
                <a:moveTo>
                  <a:pt x="1559052" y="939832"/>
                </a:moveTo>
                <a:lnTo>
                  <a:pt x="1559052" y="1017651"/>
                </a:lnTo>
                <a:lnTo>
                  <a:pt x="1583531" y="1038035"/>
                </a:lnTo>
                <a:lnTo>
                  <a:pt x="1638014" y="1038035"/>
                </a:lnTo>
                <a:lnTo>
                  <a:pt x="1643825" y="1043369"/>
                </a:lnTo>
                <a:cubicBezTo>
                  <a:pt x="1643825" y="1043369"/>
                  <a:pt x="1643634" y="1044035"/>
                  <a:pt x="1643634" y="1044416"/>
                </a:cubicBezTo>
                <a:lnTo>
                  <a:pt x="1643634" y="1060037"/>
                </a:lnTo>
                <a:cubicBezTo>
                  <a:pt x="1643634" y="1063085"/>
                  <a:pt x="1646111" y="1065562"/>
                  <a:pt x="1649159" y="1065562"/>
                </a:cubicBezTo>
                <a:lnTo>
                  <a:pt x="1664780" y="1065562"/>
                </a:lnTo>
                <a:cubicBezTo>
                  <a:pt x="1667828" y="1065562"/>
                  <a:pt x="1670304" y="1063085"/>
                  <a:pt x="1670304" y="1060037"/>
                </a:cubicBezTo>
                <a:lnTo>
                  <a:pt x="1670304" y="1054037"/>
                </a:lnTo>
                <a:lnTo>
                  <a:pt x="1776127" y="1054037"/>
                </a:lnTo>
                <a:lnTo>
                  <a:pt x="1800511" y="1077659"/>
                </a:lnTo>
                <a:lnTo>
                  <a:pt x="1897380" y="1077087"/>
                </a:lnTo>
                <a:lnTo>
                  <a:pt x="1919573" y="1053941"/>
                </a:lnTo>
                <a:lnTo>
                  <a:pt x="1919573" y="972122"/>
                </a:lnTo>
                <a:cubicBezTo>
                  <a:pt x="1919573" y="972122"/>
                  <a:pt x="1897190" y="947642"/>
                  <a:pt x="1897190" y="947642"/>
                </a:cubicBezTo>
                <a:cubicBezTo>
                  <a:pt x="1899761" y="943451"/>
                  <a:pt x="1899476" y="937927"/>
                  <a:pt x="1895761" y="934212"/>
                </a:cubicBezTo>
                <a:cubicBezTo>
                  <a:pt x="1891475" y="929926"/>
                  <a:pt x="1884521" y="929926"/>
                  <a:pt x="1880235" y="934212"/>
                </a:cubicBezTo>
                <a:cubicBezTo>
                  <a:pt x="1875949" y="938498"/>
                  <a:pt x="1875949" y="945452"/>
                  <a:pt x="1880235" y="949738"/>
                </a:cubicBezTo>
                <a:cubicBezTo>
                  <a:pt x="1882331" y="951833"/>
                  <a:pt x="1885188" y="952976"/>
                  <a:pt x="1887950" y="952976"/>
                </a:cubicBezTo>
                <a:cubicBezTo>
                  <a:pt x="1890046" y="952976"/>
                  <a:pt x="1891951" y="952214"/>
                  <a:pt x="1893761" y="951071"/>
                </a:cubicBezTo>
                <a:lnTo>
                  <a:pt x="1914620" y="973931"/>
                </a:lnTo>
                <a:lnTo>
                  <a:pt x="1914620" y="1052036"/>
                </a:lnTo>
                <a:cubicBezTo>
                  <a:pt x="1914620" y="1052036"/>
                  <a:pt x="1895285" y="1072420"/>
                  <a:pt x="1895285" y="1072420"/>
                </a:cubicBezTo>
                <a:lnTo>
                  <a:pt x="1802321" y="1072896"/>
                </a:lnTo>
                <a:lnTo>
                  <a:pt x="1777937" y="1049274"/>
                </a:lnTo>
                <a:lnTo>
                  <a:pt x="1670209" y="1049274"/>
                </a:lnTo>
                <a:lnTo>
                  <a:pt x="1670209" y="1044512"/>
                </a:lnTo>
                <a:cubicBezTo>
                  <a:pt x="1670209" y="1041464"/>
                  <a:pt x="1667732" y="1038987"/>
                  <a:pt x="1664684" y="1038987"/>
                </a:cubicBezTo>
                <a:lnTo>
                  <a:pt x="1649063" y="1038987"/>
                </a:lnTo>
                <a:cubicBezTo>
                  <a:pt x="1648206" y="1038987"/>
                  <a:pt x="1647349" y="1039273"/>
                  <a:pt x="1646587" y="1039654"/>
                </a:cubicBezTo>
                <a:lnTo>
                  <a:pt x="1639729" y="1033367"/>
                </a:lnTo>
                <a:lnTo>
                  <a:pt x="1585151" y="1033367"/>
                </a:lnTo>
                <a:lnTo>
                  <a:pt x="1563719" y="1015556"/>
                </a:lnTo>
                <a:lnTo>
                  <a:pt x="1563719" y="939927"/>
                </a:lnTo>
                <a:lnTo>
                  <a:pt x="1558957" y="939927"/>
                </a:lnTo>
                <a:close/>
                <a:moveTo>
                  <a:pt x="1892427" y="946404"/>
                </a:moveTo>
                <a:cubicBezTo>
                  <a:pt x="1890046" y="948785"/>
                  <a:pt x="1886045" y="948785"/>
                  <a:pt x="1883664" y="946404"/>
                </a:cubicBezTo>
                <a:cubicBezTo>
                  <a:pt x="1881283" y="944023"/>
                  <a:pt x="1881283" y="940022"/>
                  <a:pt x="1883664" y="937641"/>
                </a:cubicBezTo>
                <a:cubicBezTo>
                  <a:pt x="1884902" y="936403"/>
                  <a:pt x="1886426" y="935831"/>
                  <a:pt x="1888046" y="935831"/>
                </a:cubicBezTo>
                <a:cubicBezTo>
                  <a:pt x="1889665" y="935831"/>
                  <a:pt x="1891189" y="936403"/>
                  <a:pt x="1892427" y="937641"/>
                </a:cubicBezTo>
                <a:cubicBezTo>
                  <a:pt x="1894808" y="940022"/>
                  <a:pt x="1894808" y="944023"/>
                  <a:pt x="1892427" y="946404"/>
                </a:cubicBezTo>
                <a:close/>
                <a:moveTo>
                  <a:pt x="1648397" y="1044416"/>
                </a:moveTo>
                <a:cubicBezTo>
                  <a:pt x="1648397" y="1044416"/>
                  <a:pt x="1648682" y="1043654"/>
                  <a:pt x="1649159" y="1043654"/>
                </a:cubicBezTo>
                <a:lnTo>
                  <a:pt x="1664780" y="1043654"/>
                </a:lnTo>
                <a:cubicBezTo>
                  <a:pt x="1664780" y="1043654"/>
                  <a:pt x="1665542" y="1044035"/>
                  <a:pt x="1665542" y="1044416"/>
                </a:cubicBezTo>
                <a:lnTo>
                  <a:pt x="1665542" y="1060037"/>
                </a:lnTo>
                <a:cubicBezTo>
                  <a:pt x="1665542" y="1060037"/>
                  <a:pt x="1665256" y="1060799"/>
                  <a:pt x="1664780" y="1060799"/>
                </a:cubicBezTo>
                <a:lnTo>
                  <a:pt x="1649159" y="1060799"/>
                </a:lnTo>
                <a:cubicBezTo>
                  <a:pt x="1649159" y="1060799"/>
                  <a:pt x="1648397" y="1060514"/>
                  <a:pt x="1648397" y="1060037"/>
                </a:cubicBezTo>
                <a:lnTo>
                  <a:pt x="1648397" y="1044416"/>
                </a:lnTo>
                <a:close/>
                <a:moveTo>
                  <a:pt x="1919859" y="619792"/>
                </a:moveTo>
                <a:cubicBezTo>
                  <a:pt x="1914144" y="621411"/>
                  <a:pt x="1909953" y="626554"/>
                  <a:pt x="1909953" y="632746"/>
                </a:cubicBezTo>
                <a:cubicBezTo>
                  <a:pt x="1909953" y="640175"/>
                  <a:pt x="1915954" y="646176"/>
                  <a:pt x="1923383" y="646176"/>
                </a:cubicBezTo>
                <a:cubicBezTo>
                  <a:pt x="1930813" y="646176"/>
                  <a:pt x="1936814" y="640175"/>
                  <a:pt x="1936814" y="632746"/>
                </a:cubicBezTo>
                <a:cubicBezTo>
                  <a:pt x="1936814" y="626554"/>
                  <a:pt x="1932623" y="621411"/>
                  <a:pt x="1926907" y="619792"/>
                </a:cubicBezTo>
                <a:lnTo>
                  <a:pt x="1926907" y="616839"/>
                </a:lnTo>
                <a:lnTo>
                  <a:pt x="1919764" y="616839"/>
                </a:lnTo>
                <a:lnTo>
                  <a:pt x="1919764" y="619792"/>
                </a:lnTo>
                <a:close/>
                <a:moveTo>
                  <a:pt x="1932146" y="632651"/>
                </a:moveTo>
                <a:cubicBezTo>
                  <a:pt x="1932146" y="637413"/>
                  <a:pt x="1928241" y="641318"/>
                  <a:pt x="1923478" y="641318"/>
                </a:cubicBezTo>
                <a:cubicBezTo>
                  <a:pt x="1918716" y="641318"/>
                  <a:pt x="1914811" y="637413"/>
                  <a:pt x="1914811" y="632651"/>
                </a:cubicBezTo>
                <a:cubicBezTo>
                  <a:pt x="1914811" y="627888"/>
                  <a:pt x="1918716" y="623983"/>
                  <a:pt x="1923478" y="623983"/>
                </a:cubicBezTo>
                <a:cubicBezTo>
                  <a:pt x="1928241" y="623983"/>
                  <a:pt x="1932146" y="627888"/>
                  <a:pt x="1932146" y="632651"/>
                </a:cubicBezTo>
                <a:close/>
                <a:moveTo>
                  <a:pt x="335661" y="1984534"/>
                </a:moveTo>
                <a:lnTo>
                  <a:pt x="335661" y="1987487"/>
                </a:lnTo>
                <a:lnTo>
                  <a:pt x="342805" y="1987487"/>
                </a:lnTo>
                <a:lnTo>
                  <a:pt x="342805" y="1984534"/>
                </a:lnTo>
                <a:cubicBezTo>
                  <a:pt x="348520" y="1982915"/>
                  <a:pt x="352711" y="1977771"/>
                  <a:pt x="352711" y="1971580"/>
                </a:cubicBezTo>
                <a:cubicBezTo>
                  <a:pt x="352711" y="1964150"/>
                  <a:pt x="346710" y="1958150"/>
                  <a:pt x="339281" y="1958150"/>
                </a:cubicBezTo>
                <a:cubicBezTo>
                  <a:pt x="331851" y="1958150"/>
                  <a:pt x="325850" y="1964150"/>
                  <a:pt x="325850" y="1971580"/>
                </a:cubicBezTo>
                <a:cubicBezTo>
                  <a:pt x="325850" y="1977771"/>
                  <a:pt x="330041" y="1982915"/>
                  <a:pt x="335756" y="1984534"/>
                </a:cubicBezTo>
                <a:close/>
                <a:moveTo>
                  <a:pt x="339185" y="1962912"/>
                </a:moveTo>
                <a:cubicBezTo>
                  <a:pt x="343948" y="1962912"/>
                  <a:pt x="347853" y="1966817"/>
                  <a:pt x="347853" y="1971580"/>
                </a:cubicBezTo>
                <a:cubicBezTo>
                  <a:pt x="347853" y="1976342"/>
                  <a:pt x="343948" y="1980248"/>
                  <a:pt x="339185" y="1980248"/>
                </a:cubicBezTo>
                <a:cubicBezTo>
                  <a:pt x="334423" y="1980248"/>
                  <a:pt x="330518" y="1976342"/>
                  <a:pt x="330518" y="1971580"/>
                </a:cubicBezTo>
                <a:cubicBezTo>
                  <a:pt x="330518" y="1966817"/>
                  <a:pt x="334423" y="1962912"/>
                  <a:pt x="339185" y="1962912"/>
                </a:cubicBezTo>
                <a:close/>
                <a:moveTo>
                  <a:pt x="556736" y="744093"/>
                </a:moveTo>
                <a:lnTo>
                  <a:pt x="545497" y="734568"/>
                </a:lnTo>
                <a:lnTo>
                  <a:pt x="391382" y="734187"/>
                </a:lnTo>
                <a:lnTo>
                  <a:pt x="390715" y="734187"/>
                </a:lnTo>
                <a:lnTo>
                  <a:pt x="377381" y="742379"/>
                </a:lnTo>
                <a:cubicBezTo>
                  <a:pt x="375666" y="741045"/>
                  <a:pt x="373666" y="740093"/>
                  <a:pt x="371380" y="740093"/>
                </a:cubicBezTo>
                <a:cubicBezTo>
                  <a:pt x="366808" y="740093"/>
                  <a:pt x="363188" y="743236"/>
                  <a:pt x="362140" y="747522"/>
                </a:cubicBezTo>
                <a:lnTo>
                  <a:pt x="257080" y="747522"/>
                </a:lnTo>
                <a:lnTo>
                  <a:pt x="230219" y="765715"/>
                </a:lnTo>
                <a:lnTo>
                  <a:pt x="95" y="765715"/>
                </a:lnTo>
                <a:lnTo>
                  <a:pt x="95" y="770477"/>
                </a:lnTo>
                <a:lnTo>
                  <a:pt x="231743" y="770477"/>
                </a:lnTo>
                <a:lnTo>
                  <a:pt x="258604" y="752285"/>
                </a:lnTo>
                <a:lnTo>
                  <a:pt x="362140" y="752285"/>
                </a:lnTo>
                <a:cubicBezTo>
                  <a:pt x="363188" y="756476"/>
                  <a:pt x="366903" y="759619"/>
                  <a:pt x="371380" y="759619"/>
                </a:cubicBezTo>
                <a:cubicBezTo>
                  <a:pt x="376809" y="759619"/>
                  <a:pt x="381190" y="755237"/>
                  <a:pt x="381190" y="749903"/>
                </a:cubicBezTo>
                <a:cubicBezTo>
                  <a:pt x="381190" y="748570"/>
                  <a:pt x="380905" y="747236"/>
                  <a:pt x="380429" y="746093"/>
                </a:cubicBezTo>
                <a:lnTo>
                  <a:pt x="392049" y="738950"/>
                </a:lnTo>
                <a:lnTo>
                  <a:pt x="543687" y="739331"/>
                </a:lnTo>
                <a:lnTo>
                  <a:pt x="554927" y="748856"/>
                </a:lnTo>
                <a:lnTo>
                  <a:pt x="626554" y="748379"/>
                </a:lnTo>
                <a:lnTo>
                  <a:pt x="671513" y="709232"/>
                </a:lnTo>
                <a:cubicBezTo>
                  <a:pt x="673037" y="710184"/>
                  <a:pt x="674656" y="710851"/>
                  <a:pt x="676561" y="710851"/>
                </a:cubicBezTo>
                <a:cubicBezTo>
                  <a:pt x="681990" y="710851"/>
                  <a:pt x="686372" y="706469"/>
                  <a:pt x="686372" y="701135"/>
                </a:cubicBezTo>
                <a:cubicBezTo>
                  <a:pt x="686372" y="695801"/>
                  <a:pt x="681990" y="691325"/>
                  <a:pt x="676561" y="691325"/>
                </a:cubicBezTo>
                <a:cubicBezTo>
                  <a:pt x="671132" y="691325"/>
                  <a:pt x="666845" y="695706"/>
                  <a:pt x="666845" y="701135"/>
                </a:cubicBezTo>
                <a:cubicBezTo>
                  <a:pt x="666845" y="702945"/>
                  <a:pt x="667417" y="704469"/>
                  <a:pt x="668274" y="705898"/>
                </a:cubicBezTo>
                <a:lnTo>
                  <a:pt x="624840" y="743712"/>
                </a:lnTo>
                <a:lnTo>
                  <a:pt x="556736" y="744093"/>
                </a:lnTo>
                <a:close/>
                <a:moveTo>
                  <a:pt x="371475" y="754952"/>
                </a:moveTo>
                <a:cubicBezTo>
                  <a:pt x="368713" y="754952"/>
                  <a:pt x="366427" y="752666"/>
                  <a:pt x="366427" y="749999"/>
                </a:cubicBezTo>
                <a:cubicBezTo>
                  <a:pt x="366427" y="747332"/>
                  <a:pt x="368713" y="744950"/>
                  <a:pt x="371475" y="744950"/>
                </a:cubicBezTo>
                <a:cubicBezTo>
                  <a:pt x="374237" y="744950"/>
                  <a:pt x="376523" y="747236"/>
                  <a:pt x="376523" y="749999"/>
                </a:cubicBezTo>
                <a:cubicBezTo>
                  <a:pt x="376523" y="752761"/>
                  <a:pt x="374237" y="754952"/>
                  <a:pt x="371475" y="754952"/>
                </a:cubicBezTo>
                <a:close/>
                <a:moveTo>
                  <a:pt x="676656" y="696182"/>
                </a:moveTo>
                <a:cubicBezTo>
                  <a:pt x="679418" y="696182"/>
                  <a:pt x="681704" y="698468"/>
                  <a:pt x="681704" y="701231"/>
                </a:cubicBezTo>
                <a:cubicBezTo>
                  <a:pt x="681704" y="703993"/>
                  <a:pt x="679418" y="706184"/>
                  <a:pt x="676656" y="706184"/>
                </a:cubicBezTo>
                <a:cubicBezTo>
                  <a:pt x="673894" y="706184"/>
                  <a:pt x="671703" y="703898"/>
                  <a:pt x="671703" y="701231"/>
                </a:cubicBezTo>
                <a:cubicBezTo>
                  <a:pt x="671703" y="698564"/>
                  <a:pt x="673989" y="696182"/>
                  <a:pt x="676656" y="696182"/>
                </a:cubicBezTo>
                <a:close/>
                <a:moveTo>
                  <a:pt x="1565053" y="784479"/>
                </a:moveTo>
                <a:lnTo>
                  <a:pt x="1557909" y="784479"/>
                </a:lnTo>
                <a:lnTo>
                  <a:pt x="1557909" y="776002"/>
                </a:lnTo>
                <a:lnTo>
                  <a:pt x="1565053" y="776002"/>
                </a:lnTo>
                <a:lnTo>
                  <a:pt x="1565053" y="784479"/>
                </a:lnTo>
                <a:close/>
                <a:moveTo>
                  <a:pt x="1565053" y="801338"/>
                </a:moveTo>
                <a:lnTo>
                  <a:pt x="1557909" y="801338"/>
                </a:lnTo>
                <a:lnTo>
                  <a:pt x="1557909" y="792861"/>
                </a:lnTo>
                <a:lnTo>
                  <a:pt x="1565053" y="792861"/>
                </a:lnTo>
                <a:lnTo>
                  <a:pt x="1565053" y="801338"/>
                </a:lnTo>
                <a:close/>
                <a:moveTo>
                  <a:pt x="1565053" y="767620"/>
                </a:moveTo>
                <a:lnTo>
                  <a:pt x="1557909" y="767620"/>
                </a:lnTo>
                <a:lnTo>
                  <a:pt x="1557909" y="759143"/>
                </a:lnTo>
                <a:lnTo>
                  <a:pt x="1565053" y="759143"/>
                </a:lnTo>
                <a:lnTo>
                  <a:pt x="1565053" y="767620"/>
                </a:lnTo>
                <a:close/>
                <a:moveTo>
                  <a:pt x="1565053" y="750761"/>
                </a:moveTo>
                <a:lnTo>
                  <a:pt x="1557909" y="750761"/>
                </a:lnTo>
                <a:lnTo>
                  <a:pt x="1557909" y="742283"/>
                </a:lnTo>
                <a:lnTo>
                  <a:pt x="1565053" y="742283"/>
                </a:lnTo>
                <a:lnTo>
                  <a:pt x="1565053" y="750761"/>
                </a:lnTo>
                <a:close/>
                <a:moveTo>
                  <a:pt x="1166813" y="1118235"/>
                </a:moveTo>
                <a:lnTo>
                  <a:pt x="1166813" y="1106996"/>
                </a:lnTo>
                <a:cubicBezTo>
                  <a:pt x="1166813" y="1105091"/>
                  <a:pt x="1168337" y="1103567"/>
                  <a:pt x="1170242" y="1103567"/>
                </a:cubicBezTo>
                <a:lnTo>
                  <a:pt x="1181481" y="1103567"/>
                </a:lnTo>
                <a:cubicBezTo>
                  <a:pt x="1183386" y="1103567"/>
                  <a:pt x="1184910" y="1105091"/>
                  <a:pt x="1184910" y="1106996"/>
                </a:cubicBezTo>
                <a:lnTo>
                  <a:pt x="1184910" y="1118235"/>
                </a:lnTo>
                <a:cubicBezTo>
                  <a:pt x="1184910" y="1120140"/>
                  <a:pt x="1183386" y="1121664"/>
                  <a:pt x="1181481" y="1121664"/>
                </a:cubicBezTo>
                <a:lnTo>
                  <a:pt x="1170242" y="1121664"/>
                </a:lnTo>
                <a:cubicBezTo>
                  <a:pt x="1168337" y="1121664"/>
                  <a:pt x="1166813" y="1120140"/>
                  <a:pt x="1166813" y="1118235"/>
                </a:cubicBezTo>
                <a:close/>
                <a:moveTo>
                  <a:pt x="1557909" y="809816"/>
                </a:moveTo>
                <a:lnTo>
                  <a:pt x="1565053" y="809816"/>
                </a:lnTo>
                <a:lnTo>
                  <a:pt x="1565053" y="818293"/>
                </a:lnTo>
                <a:lnTo>
                  <a:pt x="1557909" y="818293"/>
                </a:lnTo>
                <a:lnTo>
                  <a:pt x="1557909" y="809816"/>
                </a:lnTo>
                <a:close/>
                <a:moveTo>
                  <a:pt x="1032891" y="1307782"/>
                </a:moveTo>
                <a:cubicBezTo>
                  <a:pt x="1039463" y="1307782"/>
                  <a:pt x="1044797" y="1313117"/>
                  <a:pt x="1044797" y="1319689"/>
                </a:cubicBezTo>
                <a:cubicBezTo>
                  <a:pt x="1044797" y="1326261"/>
                  <a:pt x="1039463" y="1331595"/>
                  <a:pt x="1032891" y="1331595"/>
                </a:cubicBezTo>
                <a:cubicBezTo>
                  <a:pt x="1026319" y="1331595"/>
                  <a:pt x="1020985" y="1326261"/>
                  <a:pt x="1020985" y="1319689"/>
                </a:cubicBezTo>
                <a:cubicBezTo>
                  <a:pt x="1020985" y="1313117"/>
                  <a:pt x="1026319" y="1307782"/>
                  <a:pt x="1032891" y="1307782"/>
                </a:cubicBezTo>
                <a:close/>
                <a:moveTo>
                  <a:pt x="1594199" y="657797"/>
                </a:moveTo>
                <a:lnTo>
                  <a:pt x="1594199" y="549783"/>
                </a:lnTo>
                <a:lnTo>
                  <a:pt x="1598676" y="549783"/>
                </a:lnTo>
                <a:cubicBezTo>
                  <a:pt x="1602391" y="549783"/>
                  <a:pt x="1605534" y="546735"/>
                  <a:pt x="1605534" y="542925"/>
                </a:cubicBezTo>
                <a:lnTo>
                  <a:pt x="1605534" y="528542"/>
                </a:lnTo>
                <a:cubicBezTo>
                  <a:pt x="1605534" y="524828"/>
                  <a:pt x="1602486" y="521684"/>
                  <a:pt x="1598676" y="521684"/>
                </a:cubicBezTo>
                <a:lnTo>
                  <a:pt x="1584293" y="521684"/>
                </a:lnTo>
                <a:cubicBezTo>
                  <a:pt x="1580578" y="521684"/>
                  <a:pt x="1577435" y="524732"/>
                  <a:pt x="1577435" y="528542"/>
                </a:cubicBezTo>
                <a:lnTo>
                  <a:pt x="1577435" y="542925"/>
                </a:lnTo>
                <a:cubicBezTo>
                  <a:pt x="1577435" y="546640"/>
                  <a:pt x="1580483" y="549783"/>
                  <a:pt x="1584293" y="549783"/>
                </a:cubicBezTo>
                <a:lnTo>
                  <a:pt x="1589437" y="549783"/>
                </a:lnTo>
                <a:lnTo>
                  <a:pt x="1589437" y="655701"/>
                </a:lnTo>
                <a:lnTo>
                  <a:pt x="1559052" y="683228"/>
                </a:lnTo>
                <a:lnTo>
                  <a:pt x="1559052" y="704850"/>
                </a:lnTo>
                <a:cubicBezTo>
                  <a:pt x="1552766" y="705993"/>
                  <a:pt x="1548003" y="711422"/>
                  <a:pt x="1548003" y="718090"/>
                </a:cubicBezTo>
                <a:cubicBezTo>
                  <a:pt x="1548003" y="724281"/>
                  <a:pt x="1552194" y="729425"/>
                  <a:pt x="1557909" y="731044"/>
                </a:cubicBezTo>
                <a:lnTo>
                  <a:pt x="1557909" y="733997"/>
                </a:lnTo>
                <a:lnTo>
                  <a:pt x="1565053" y="733997"/>
                </a:lnTo>
                <a:lnTo>
                  <a:pt x="1565053" y="731044"/>
                </a:lnTo>
                <a:cubicBezTo>
                  <a:pt x="1570768" y="729425"/>
                  <a:pt x="1574959" y="724281"/>
                  <a:pt x="1574959" y="718090"/>
                </a:cubicBezTo>
                <a:cubicBezTo>
                  <a:pt x="1574959" y="711518"/>
                  <a:pt x="1570196" y="705993"/>
                  <a:pt x="1563910" y="704850"/>
                </a:cubicBezTo>
                <a:lnTo>
                  <a:pt x="1563910" y="685324"/>
                </a:lnTo>
                <a:cubicBezTo>
                  <a:pt x="1563910" y="685324"/>
                  <a:pt x="1594295" y="657797"/>
                  <a:pt x="1594295" y="657797"/>
                </a:cubicBezTo>
                <a:close/>
                <a:moveTo>
                  <a:pt x="1584293" y="545021"/>
                </a:moveTo>
                <a:cubicBezTo>
                  <a:pt x="1583150" y="545021"/>
                  <a:pt x="1582198" y="544068"/>
                  <a:pt x="1582198" y="542925"/>
                </a:cubicBezTo>
                <a:lnTo>
                  <a:pt x="1582198" y="528542"/>
                </a:lnTo>
                <a:cubicBezTo>
                  <a:pt x="1582198" y="527399"/>
                  <a:pt x="1583150" y="526447"/>
                  <a:pt x="1584293" y="526447"/>
                </a:cubicBezTo>
                <a:lnTo>
                  <a:pt x="1598676" y="526447"/>
                </a:lnTo>
                <a:cubicBezTo>
                  <a:pt x="1599819" y="526447"/>
                  <a:pt x="1600772" y="527399"/>
                  <a:pt x="1600772" y="528542"/>
                </a:cubicBezTo>
                <a:lnTo>
                  <a:pt x="1600772" y="542925"/>
                </a:lnTo>
                <a:cubicBezTo>
                  <a:pt x="1600772" y="544068"/>
                  <a:pt x="1599819" y="545021"/>
                  <a:pt x="1598676" y="545021"/>
                </a:cubicBezTo>
                <a:lnTo>
                  <a:pt x="1584293" y="545021"/>
                </a:lnTo>
                <a:close/>
                <a:moveTo>
                  <a:pt x="1570196" y="718090"/>
                </a:moveTo>
                <a:cubicBezTo>
                  <a:pt x="1570196" y="722852"/>
                  <a:pt x="1566291" y="726758"/>
                  <a:pt x="1561528" y="726758"/>
                </a:cubicBezTo>
                <a:cubicBezTo>
                  <a:pt x="1556766" y="726758"/>
                  <a:pt x="1552861" y="722852"/>
                  <a:pt x="1552861" y="718090"/>
                </a:cubicBezTo>
                <a:cubicBezTo>
                  <a:pt x="1552861" y="713327"/>
                  <a:pt x="1556766" y="709422"/>
                  <a:pt x="1561528" y="709422"/>
                </a:cubicBezTo>
                <a:cubicBezTo>
                  <a:pt x="1566291" y="709422"/>
                  <a:pt x="1570196" y="713327"/>
                  <a:pt x="1570196" y="718090"/>
                </a:cubicBezTo>
                <a:close/>
                <a:moveTo>
                  <a:pt x="335661" y="2029682"/>
                </a:moveTo>
                <a:lnTo>
                  <a:pt x="342805" y="2029682"/>
                </a:lnTo>
                <a:lnTo>
                  <a:pt x="342805" y="2038160"/>
                </a:lnTo>
                <a:lnTo>
                  <a:pt x="335661" y="2038160"/>
                </a:lnTo>
                <a:lnTo>
                  <a:pt x="335661" y="2029682"/>
                </a:lnTo>
                <a:close/>
                <a:moveTo>
                  <a:pt x="342805" y="2004346"/>
                </a:moveTo>
                <a:lnTo>
                  <a:pt x="335661" y="2004346"/>
                </a:lnTo>
                <a:lnTo>
                  <a:pt x="335661" y="1995869"/>
                </a:lnTo>
                <a:lnTo>
                  <a:pt x="342805" y="1995869"/>
                </a:lnTo>
                <a:lnTo>
                  <a:pt x="342805" y="2004346"/>
                </a:lnTo>
                <a:close/>
                <a:moveTo>
                  <a:pt x="3114485" y="4803077"/>
                </a:moveTo>
                <a:cubicBezTo>
                  <a:pt x="3114485" y="4802505"/>
                  <a:pt x="3114675" y="4802029"/>
                  <a:pt x="3114770" y="4801457"/>
                </a:cubicBezTo>
                <a:lnTo>
                  <a:pt x="3114770" y="4804887"/>
                </a:lnTo>
                <a:cubicBezTo>
                  <a:pt x="3114675" y="4804315"/>
                  <a:pt x="3114485" y="4803744"/>
                  <a:pt x="3114485" y="4803077"/>
                </a:cubicBezTo>
                <a:close/>
                <a:moveTo>
                  <a:pt x="1406938" y="2808542"/>
                </a:moveTo>
                <a:cubicBezTo>
                  <a:pt x="1407890" y="2812352"/>
                  <a:pt x="1411129" y="2815400"/>
                  <a:pt x="1415320" y="2815876"/>
                </a:cubicBezTo>
                <a:cubicBezTo>
                  <a:pt x="1415701" y="2815876"/>
                  <a:pt x="1415987" y="2815876"/>
                  <a:pt x="1416368" y="2815876"/>
                </a:cubicBezTo>
                <a:cubicBezTo>
                  <a:pt x="1421321" y="2815876"/>
                  <a:pt x="1425512" y="2812161"/>
                  <a:pt x="1426083" y="2807113"/>
                </a:cubicBezTo>
                <a:cubicBezTo>
                  <a:pt x="1426369" y="2804541"/>
                  <a:pt x="1425607" y="2801969"/>
                  <a:pt x="1423988" y="2799969"/>
                </a:cubicBezTo>
                <a:cubicBezTo>
                  <a:pt x="1422368" y="2797969"/>
                  <a:pt x="1419987" y="2796635"/>
                  <a:pt x="1417415" y="2796350"/>
                </a:cubicBezTo>
                <a:cubicBezTo>
                  <a:pt x="1414844" y="2796064"/>
                  <a:pt x="1412272" y="2796826"/>
                  <a:pt x="1410272" y="2798445"/>
                </a:cubicBezTo>
                <a:cubicBezTo>
                  <a:pt x="1408652" y="2799779"/>
                  <a:pt x="1407605" y="2801684"/>
                  <a:pt x="1407128" y="2803684"/>
                </a:cubicBezTo>
                <a:lnTo>
                  <a:pt x="1325118" y="2803684"/>
                </a:lnTo>
                <a:lnTo>
                  <a:pt x="1255586" y="2858167"/>
                </a:lnTo>
                <a:cubicBezTo>
                  <a:pt x="1254062" y="2857214"/>
                  <a:pt x="1252347" y="2856452"/>
                  <a:pt x="1250442" y="2856452"/>
                </a:cubicBezTo>
                <a:cubicBezTo>
                  <a:pt x="1245108" y="2856452"/>
                  <a:pt x="1240727" y="2860834"/>
                  <a:pt x="1240727" y="2866263"/>
                </a:cubicBezTo>
                <a:cubicBezTo>
                  <a:pt x="1240727" y="2871692"/>
                  <a:pt x="1245108" y="2875979"/>
                  <a:pt x="1250442" y="2875979"/>
                </a:cubicBezTo>
                <a:cubicBezTo>
                  <a:pt x="1255776" y="2875979"/>
                  <a:pt x="1260253" y="2871597"/>
                  <a:pt x="1260253" y="2866263"/>
                </a:cubicBezTo>
                <a:cubicBezTo>
                  <a:pt x="1260253" y="2864549"/>
                  <a:pt x="1259681" y="2863025"/>
                  <a:pt x="1258919" y="2861691"/>
                </a:cubicBezTo>
                <a:lnTo>
                  <a:pt x="1326832" y="2808542"/>
                </a:lnTo>
                <a:lnTo>
                  <a:pt x="1407033" y="2808542"/>
                </a:lnTo>
                <a:close/>
                <a:moveTo>
                  <a:pt x="1413129" y="2802255"/>
                </a:moveTo>
                <a:cubicBezTo>
                  <a:pt x="1413986" y="2801493"/>
                  <a:pt x="1415129" y="2801112"/>
                  <a:pt x="1416272" y="2801112"/>
                </a:cubicBezTo>
                <a:cubicBezTo>
                  <a:pt x="1416463" y="2801112"/>
                  <a:pt x="1416653" y="2801112"/>
                  <a:pt x="1416844" y="2801112"/>
                </a:cubicBezTo>
                <a:cubicBezTo>
                  <a:pt x="1418177" y="2801207"/>
                  <a:pt x="1419416" y="2801874"/>
                  <a:pt x="1420178" y="2802922"/>
                </a:cubicBezTo>
                <a:cubicBezTo>
                  <a:pt x="1421035" y="2803970"/>
                  <a:pt x="1421416" y="2805303"/>
                  <a:pt x="1421225" y="2806637"/>
                </a:cubicBezTo>
                <a:cubicBezTo>
                  <a:pt x="1420940" y="2809399"/>
                  <a:pt x="1418463" y="2811304"/>
                  <a:pt x="1415701" y="2811113"/>
                </a:cubicBezTo>
                <a:cubicBezTo>
                  <a:pt x="1412939" y="2810828"/>
                  <a:pt x="1410938" y="2808351"/>
                  <a:pt x="1411224" y="2805589"/>
                </a:cubicBezTo>
                <a:cubicBezTo>
                  <a:pt x="1411415" y="2804255"/>
                  <a:pt x="1411986" y="2803112"/>
                  <a:pt x="1413034" y="2802255"/>
                </a:cubicBezTo>
                <a:close/>
                <a:moveTo>
                  <a:pt x="1250347" y="2871216"/>
                </a:moveTo>
                <a:cubicBezTo>
                  <a:pt x="1247585" y="2871216"/>
                  <a:pt x="1245394" y="2868930"/>
                  <a:pt x="1245394" y="2866263"/>
                </a:cubicBezTo>
                <a:cubicBezTo>
                  <a:pt x="1245394" y="2863596"/>
                  <a:pt x="1247680" y="2861215"/>
                  <a:pt x="1250347" y="2861215"/>
                </a:cubicBezTo>
                <a:cubicBezTo>
                  <a:pt x="1253014" y="2861215"/>
                  <a:pt x="1255395" y="2863501"/>
                  <a:pt x="1255395" y="2866263"/>
                </a:cubicBezTo>
                <a:cubicBezTo>
                  <a:pt x="1255395" y="2869025"/>
                  <a:pt x="1253109" y="2871216"/>
                  <a:pt x="1250347" y="2871216"/>
                </a:cubicBezTo>
                <a:close/>
                <a:moveTo>
                  <a:pt x="1990820" y="433292"/>
                </a:moveTo>
                <a:lnTo>
                  <a:pt x="1985105" y="439007"/>
                </a:lnTo>
                <a:cubicBezTo>
                  <a:pt x="1982915" y="441198"/>
                  <a:pt x="1982915" y="444627"/>
                  <a:pt x="1985105" y="446818"/>
                </a:cubicBezTo>
                <a:lnTo>
                  <a:pt x="1986344" y="448056"/>
                </a:lnTo>
                <a:lnTo>
                  <a:pt x="1954911" y="486537"/>
                </a:lnTo>
                <a:lnTo>
                  <a:pt x="1954911" y="543497"/>
                </a:lnTo>
                <a:cubicBezTo>
                  <a:pt x="1954340" y="543782"/>
                  <a:pt x="1953768" y="544068"/>
                  <a:pt x="1953292" y="544544"/>
                </a:cubicBezTo>
                <a:lnTo>
                  <a:pt x="1947577" y="550259"/>
                </a:lnTo>
                <a:cubicBezTo>
                  <a:pt x="1945481" y="552450"/>
                  <a:pt x="1945481" y="555879"/>
                  <a:pt x="1947577" y="558070"/>
                </a:cubicBezTo>
                <a:lnTo>
                  <a:pt x="1953197" y="563690"/>
                </a:lnTo>
                <a:cubicBezTo>
                  <a:pt x="1954244" y="564737"/>
                  <a:pt x="1955578" y="565309"/>
                  <a:pt x="1957102" y="565309"/>
                </a:cubicBezTo>
                <a:cubicBezTo>
                  <a:pt x="1958626" y="565309"/>
                  <a:pt x="1959959" y="564737"/>
                  <a:pt x="1961007" y="563690"/>
                </a:cubicBezTo>
                <a:lnTo>
                  <a:pt x="1966722" y="558070"/>
                </a:lnTo>
                <a:cubicBezTo>
                  <a:pt x="1968913" y="555879"/>
                  <a:pt x="1968913" y="552450"/>
                  <a:pt x="1966722" y="550259"/>
                </a:cubicBezTo>
                <a:lnTo>
                  <a:pt x="1961102" y="544640"/>
                </a:lnTo>
                <a:cubicBezTo>
                  <a:pt x="1961102" y="544640"/>
                  <a:pt x="1960245" y="543973"/>
                  <a:pt x="1959674" y="543687"/>
                </a:cubicBezTo>
                <a:lnTo>
                  <a:pt x="1959674" y="488252"/>
                </a:lnTo>
                <a:lnTo>
                  <a:pt x="1989773" y="451390"/>
                </a:lnTo>
                <a:lnTo>
                  <a:pt x="1990820" y="452438"/>
                </a:lnTo>
                <a:cubicBezTo>
                  <a:pt x="1991868" y="453485"/>
                  <a:pt x="1993297" y="454057"/>
                  <a:pt x="1994726" y="454057"/>
                </a:cubicBezTo>
                <a:cubicBezTo>
                  <a:pt x="1996154" y="454057"/>
                  <a:pt x="1997583" y="453485"/>
                  <a:pt x="1998631" y="452438"/>
                </a:cubicBezTo>
                <a:lnTo>
                  <a:pt x="2004346" y="446723"/>
                </a:lnTo>
                <a:cubicBezTo>
                  <a:pt x="2006537" y="444532"/>
                  <a:pt x="2006537" y="441103"/>
                  <a:pt x="2004346" y="438912"/>
                </a:cubicBezTo>
                <a:lnTo>
                  <a:pt x="1998631" y="433197"/>
                </a:lnTo>
                <a:cubicBezTo>
                  <a:pt x="1996440" y="431006"/>
                  <a:pt x="1993011" y="431006"/>
                  <a:pt x="1990820" y="433197"/>
                </a:cubicBezTo>
                <a:close/>
                <a:moveTo>
                  <a:pt x="1963388" y="553498"/>
                </a:moveTo>
                <a:cubicBezTo>
                  <a:pt x="1963388" y="553498"/>
                  <a:pt x="1963674" y="554260"/>
                  <a:pt x="1963388" y="554546"/>
                </a:cubicBezTo>
                <a:lnTo>
                  <a:pt x="1957673" y="560165"/>
                </a:lnTo>
                <a:lnTo>
                  <a:pt x="1956626" y="560165"/>
                </a:lnTo>
                <a:lnTo>
                  <a:pt x="1950911" y="554546"/>
                </a:lnTo>
                <a:cubicBezTo>
                  <a:pt x="1950911" y="554546"/>
                  <a:pt x="1950625" y="553784"/>
                  <a:pt x="1950911" y="553498"/>
                </a:cubicBezTo>
                <a:lnTo>
                  <a:pt x="1956626" y="547878"/>
                </a:lnTo>
                <a:lnTo>
                  <a:pt x="1957673" y="547878"/>
                </a:lnTo>
                <a:lnTo>
                  <a:pt x="1963293" y="553498"/>
                </a:lnTo>
                <a:close/>
                <a:moveTo>
                  <a:pt x="1995202" y="436626"/>
                </a:moveTo>
                <a:lnTo>
                  <a:pt x="2000917" y="442341"/>
                </a:lnTo>
                <a:cubicBezTo>
                  <a:pt x="2000917" y="442341"/>
                  <a:pt x="2001203" y="443103"/>
                  <a:pt x="2000917" y="443389"/>
                </a:cubicBezTo>
                <a:lnTo>
                  <a:pt x="1995202" y="449104"/>
                </a:lnTo>
                <a:cubicBezTo>
                  <a:pt x="1995202" y="449104"/>
                  <a:pt x="1994440" y="449389"/>
                  <a:pt x="1994154" y="449104"/>
                </a:cubicBezTo>
                <a:lnTo>
                  <a:pt x="1988439" y="443389"/>
                </a:lnTo>
                <a:cubicBezTo>
                  <a:pt x="1988439" y="443389"/>
                  <a:pt x="1988153" y="442627"/>
                  <a:pt x="1988439" y="442341"/>
                </a:cubicBezTo>
                <a:lnTo>
                  <a:pt x="1994154" y="436626"/>
                </a:lnTo>
                <a:cubicBezTo>
                  <a:pt x="1994154" y="436626"/>
                  <a:pt x="1994535" y="436436"/>
                  <a:pt x="1994726" y="436436"/>
                </a:cubicBezTo>
                <a:cubicBezTo>
                  <a:pt x="1994916" y="436436"/>
                  <a:pt x="1995107" y="436436"/>
                  <a:pt x="1995202" y="436626"/>
                </a:cubicBezTo>
                <a:close/>
                <a:moveTo>
                  <a:pt x="2980277" y="4178427"/>
                </a:moveTo>
                <a:lnTo>
                  <a:pt x="2987421" y="4178427"/>
                </a:lnTo>
                <a:lnTo>
                  <a:pt x="2987421" y="4068890"/>
                </a:lnTo>
                <a:cubicBezTo>
                  <a:pt x="2987421" y="4068032"/>
                  <a:pt x="2987135" y="4067270"/>
                  <a:pt x="2986659" y="4066604"/>
                </a:cubicBezTo>
                <a:lnTo>
                  <a:pt x="2898648" y="3969163"/>
                </a:lnTo>
                <a:cubicBezTo>
                  <a:pt x="2899124" y="3968592"/>
                  <a:pt x="2899696" y="3968115"/>
                  <a:pt x="2900172" y="3967544"/>
                </a:cubicBezTo>
                <a:lnTo>
                  <a:pt x="2900172" y="3967544"/>
                </a:lnTo>
                <a:cubicBezTo>
                  <a:pt x="2908554" y="3956018"/>
                  <a:pt x="2906078" y="3939826"/>
                  <a:pt x="2894648" y="3931444"/>
                </a:cubicBezTo>
                <a:cubicBezTo>
                  <a:pt x="2890171" y="3928110"/>
                  <a:pt x="2884837" y="3926396"/>
                  <a:pt x="2879408" y="3926396"/>
                </a:cubicBezTo>
                <a:cubicBezTo>
                  <a:pt x="2878074" y="3926396"/>
                  <a:pt x="2876741" y="3926491"/>
                  <a:pt x="2875407" y="3926681"/>
                </a:cubicBezTo>
                <a:cubicBezTo>
                  <a:pt x="2868549" y="3927729"/>
                  <a:pt x="2862548" y="3931349"/>
                  <a:pt x="2858453" y="3936968"/>
                </a:cubicBezTo>
                <a:cubicBezTo>
                  <a:pt x="2849975" y="3948494"/>
                  <a:pt x="2852547" y="3964686"/>
                  <a:pt x="2863977" y="3973068"/>
                </a:cubicBezTo>
                <a:cubicBezTo>
                  <a:pt x="2872835" y="3979545"/>
                  <a:pt x="2884551" y="3979545"/>
                  <a:pt x="2893219" y="3973830"/>
                </a:cubicBezTo>
                <a:lnTo>
                  <a:pt x="2980182" y="4070128"/>
                </a:lnTo>
                <a:lnTo>
                  <a:pt x="2980182" y="4178427"/>
                </a:lnTo>
                <a:close/>
                <a:moveTo>
                  <a:pt x="2866835" y="3969163"/>
                </a:moveTo>
                <a:cubicBezTo>
                  <a:pt x="2862263" y="3965829"/>
                  <a:pt x="2859310" y="3960971"/>
                  <a:pt x="2858453" y="3955352"/>
                </a:cubicBezTo>
                <a:cubicBezTo>
                  <a:pt x="2857595" y="3949827"/>
                  <a:pt x="2858929" y="3944207"/>
                  <a:pt x="2862263" y="3939635"/>
                </a:cubicBezTo>
                <a:cubicBezTo>
                  <a:pt x="2865596" y="3935063"/>
                  <a:pt x="2870454" y="3932111"/>
                  <a:pt x="2876074" y="3931253"/>
                </a:cubicBezTo>
                <a:cubicBezTo>
                  <a:pt x="2881598" y="3930396"/>
                  <a:pt x="2887218" y="3931730"/>
                  <a:pt x="2891790" y="3935063"/>
                </a:cubicBezTo>
                <a:cubicBezTo>
                  <a:pt x="2901125" y="3941921"/>
                  <a:pt x="2903220" y="3955161"/>
                  <a:pt x="2896362" y="3964591"/>
                </a:cubicBezTo>
                <a:cubicBezTo>
                  <a:pt x="2889504" y="3973925"/>
                  <a:pt x="2876264" y="3975926"/>
                  <a:pt x="2866835" y="3969068"/>
                </a:cubicBezTo>
                <a:close/>
                <a:moveTo>
                  <a:pt x="1189292" y="1307782"/>
                </a:moveTo>
                <a:cubicBezTo>
                  <a:pt x="1195864" y="1307782"/>
                  <a:pt x="1201198" y="1313117"/>
                  <a:pt x="1201198" y="1319689"/>
                </a:cubicBezTo>
                <a:cubicBezTo>
                  <a:pt x="1201198" y="1326261"/>
                  <a:pt x="1195864" y="1331595"/>
                  <a:pt x="1189292" y="1331595"/>
                </a:cubicBezTo>
                <a:cubicBezTo>
                  <a:pt x="1182719" y="1331595"/>
                  <a:pt x="1177385" y="1326261"/>
                  <a:pt x="1177385" y="1319689"/>
                </a:cubicBezTo>
                <a:cubicBezTo>
                  <a:pt x="1177385" y="1313117"/>
                  <a:pt x="1182719" y="1307782"/>
                  <a:pt x="1189292" y="1307782"/>
                </a:cubicBezTo>
                <a:close/>
                <a:moveTo>
                  <a:pt x="1919859" y="583121"/>
                </a:moveTo>
                <a:lnTo>
                  <a:pt x="1927003" y="583121"/>
                </a:lnTo>
                <a:lnTo>
                  <a:pt x="1927003" y="591598"/>
                </a:lnTo>
                <a:lnTo>
                  <a:pt x="1919859" y="591598"/>
                </a:lnTo>
                <a:lnTo>
                  <a:pt x="1919859" y="583121"/>
                </a:lnTo>
                <a:close/>
                <a:moveTo>
                  <a:pt x="1919859" y="519303"/>
                </a:moveTo>
                <a:lnTo>
                  <a:pt x="1927003" y="519303"/>
                </a:lnTo>
                <a:lnTo>
                  <a:pt x="1927003" y="524065"/>
                </a:lnTo>
                <a:lnTo>
                  <a:pt x="1919859" y="524065"/>
                </a:lnTo>
                <a:lnTo>
                  <a:pt x="1919859" y="519303"/>
                </a:lnTo>
                <a:close/>
                <a:moveTo>
                  <a:pt x="335661" y="2012728"/>
                </a:moveTo>
                <a:lnTo>
                  <a:pt x="342805" y="2012728"/>
                </a:lnTo>
                <a:lnTo>
                  <a:pt x="342805" y="2021205"/>
                </a:lnTo>
                <a:lnTo>
                  <a:pt x="335661" y="2021205"/>
                </a:lnTo>
                <a:lnTo>
                  <a:pt x="335661" y="2012728"/>
                </a:lnTo>
                <a:close/>
                <a:moveTo>
                  <a:pt x="1919859" y="599980"/>
                </a:moveTo>
                <a:lnTo>
                  <a:pt x="1927003" y="599980"/>
                </a:lnTo>
                <a:lnTo>
                  <a:pt x="1927003" y="608457"/>
                </a:lnTo>
                <a:lnTo>
                  <a:pt x="1919859" y="608457"/>
                </a:lnTo>
                <a:lnTo>
                  <a:pt x="1919859" y="599980"/>
                </a:lnTo>
                <a:close/>
                <a:moveTo>
                  <a:pt x="1919859" y="566261"/>
                </a:moveTo>
                <a:lnTo>
                  <a:pt x="1927003" y="566261"/>
                </a:lnTo>
                <a:lnTo>
                  <a:pt x="1927003" y="574739"/>
                </a:lnTo>
                <a:lnTo>
                  <a:pt x="1919859" y="574739"/>
                </a:lnTo>
                <a:lnTo>
                  <a:pt x="1919859" y="566261"/>
                </a:lnTo>
                <a:close/>
                <a:moveTo>
                  <a:pt x="1919859" y="549402"/>
                </a:moveTo>
                <a:lnTo>
                  <a:pt x="1927003" y="549402"/>
                </a:lnTo>
                <a:lnTo>
                  <a:pt x="1927003" y="557879"/>
                </a:lnTo>
                <a:lnTo>
                  <a:pt x="1919859" y="557879"/>
                </a:lnTo>
                <a:lnTo>
                  <a:pt x="1919859" y="549402"/>
                </a:lnTo>
                <a:close/>
                <a:moveTo>
                  <a:pt x="1919859" y="532543"/>
                </a:moveTo>
                <a:lnTo>
                  <a:pt x="1927003" y="532543"/>
                </a:lnTo>
                <a:lnTo>
                  <a:pt x="1927003" y="541020"/>
                </a:lnTo>
                <a:lnTo>
                  <a:pt x="1919859" y="541020"/>
                </a:lnTo>
                <a:lnTo>
                  <a:pt x="1919859" y="532543"/>
                </a:lnTo>
                <a:close/>
                <a:moveTo>
                  <a:pt x="118682" y="3842099"/>
                </a:moveTo>
                <a:lnTo>
                  <a:pt x="109442" y="3842099"/>
                </a:lnTo>
                <a:lnTo>
                  <a:pt x="109442" y="3846862"/>
                </a:lnTo>
                <a:lnTo>
                  <a:pt x="118682" y="3846862"/>
                </a:lnTo>
                <a:cubicBezTo>
                  <a:pt x="119348" y="3850577"/>
                  <a:pt x="121253" y="3853815"/>
                  <a:pt x="124301" y="3856006"/>
                </a:cubicBezTo>
                <a:cubicBezTo>
                  <a:pt x="130683" y="3860673"/>
                  <a:pt x="139637" y="3859340"/>
                  <a:pt x="144304" y="3852958"/>
                </a:cubicBezTo>
                <a:cubicBezTo>
                  <a:pt x="146209" y="3850386"/>
                  <a:pt x="147066" y="3847434"/>
                  <a:pt x="147066" y="3844480"/>
                </a:cubicBezTo>
                <a:cubicBezTo>
                  <a:pt x="147066" y="3842004"/>
                  <a:pt x="146399" y="3839623"/>
                  <a:pt x="145161" y="3837432"/>
                </a:cubicBezTo>
                <a:lnTo>
                  <a:pt x="145352" y="3837623"/>
                </a:lnTo>
                <a:lnTo>
                  <a:pt x="153067" y="3830098"/>
                </a:lnTo>
                <a:lnTo>
                  <a:pt x="357664" y="3830288"/>
                </a:lnTo>
                <a:lnTo>
                  <a:pt x="357664" y="3834289"/>
                </a:lnTo>
                <a:cubicBezTo>
                  <a:pt x="357664" y="3838004"/>
                  <a:pt x="360712" y="3841147"/>
                  <a:pt x="364522" y="3841147"/>
                </a:cubicBezTo>
                <a:lnTo>
                  <a:pt x="377190" y="3841147"/>
                </a:lnTo>
                <a:cubicBezTo>
                  <a:pt x="380905" y="3841147"/>
                  <a:pt x="384048" y="3838099"/>
                  <a:pt x="384048" y="3834289"/>
                </a:cubicBezTo>
                <a:lnTo>
                  <a:pt x="384048" y="3821621"/>
                </a:lnTo>
                <a:cubicBezTo>
                  <a:pt x="384048" y="3817906"/>
                  <a:pt x="381000" y="3814763"/>
                  <a:pt x="377190" y="3814763"/>
                </a:cubicBezTo>
                <a:lnTo>
                  <a:pt x="364522" y="3814763"/>
                </a:lnTo>
                <a:cubicBezTo>
                  <a:pt x="360807" y="3814763"/>
                  <a:pt x="357664" y="3817811"/>
                  <a:pt x="357664" y="3821621"/>
                </a:cubicBezTo>
                <a:lnTo>
                  <a:pt x="357664" y="3825526"/>
                </a:lnTo>
                <a:lnTo>
                  <a:pt x="151162" y="3825335"/>
                </a:lnTo>
                <a:lnTo>
                  <a:pt x="142399" y="3833908"/>
                </a:lnTo>
                <a:cubicBezTo>
                  <a:pt x="142399" y="3833908"/>
                  <a:pt x="141732" y="3833146"/>
                  <a:pt x="141256" y="3832860"/>
                </a:cubicBezTo>
                <a:cubicBezTo>
                  <a:pt x="134874" y="3828193"/>
                  <a:pt x="125921" y="3829526"/>
                  <a:pt x="121253" y="3835908"/>
                </a:cubicBezTo>
                <a:cubicBezTo>
                  <a:pt x="119920" y="3837718"/>
                  <a:pt x="119063" y="3839813"/>
                  <a:pt x="118777" y="3842004"/>
                </a:cubicBezTo>
                <a:close/>
                <a:moveTo>
                  <a:pt x="362426" y="3821621"/>
                </a:moveTo>
                <a:cubicBezTo>
                  <a:pt x="362426" y="3820478"/>
                  <a:pt x="363379" y="3819525"/>
                  <a:pt x="364522" y="3819525"/>
                </a:cubicBezTo>
                <a:lnTo>
                  <a:pt x="377190" y="3819525"/>
                </a:lnTo>
                <a:cubicBezTo>
                  <a:pt x="378333" y="3819525"/>
                  <a:pt x="379286" y="3820478"/>
                  <a:pt x="379286" y="3821621"/>
                </a:cubicBezTo>
                <a:lnTo>
                  <a:pt x="379286" y="3834289"/>
                </a:lnTo>
                <a:cubicBezTo>
                  <a:pt x="379286" y="3835432"/>
                  <a:pt x="378333" y="3836384"/>
                  <a:pt x="377190" y="3836384"/>
                </a:cubicBezTo>
                <a:lnTo>
                  <a:pt x="364522" y="3836384"/>
                </a:lnTo>
                <a:cubicBezTo>
                  <a:pt x="363379" y="3836384"/>
                  <a:pt x="362426" y="3835432"/>
                  <a:pt x="362426" y="3834289"/>
                </a:cubicBezTo>
                <a:lnTo>
                  <a:pt x="362426" y="3821621"/>
                </a:lnTo>
                <a:close/>
                <a:moveTo>
                  <a:pt x="123349" y="3837527"/>
                </a:moveTo>
                <a:cubicBezTo>
                  <a:pt x="127159" y="3832288"/>
                  <a:pt x="134493" y="3831241"/>
                  <a:pt x="139732" y="3835051"/>
                </a:cubicBezTo>
                <a:cubicBezTo>
                  <a:pt x="144875" y="3838861"/>
                  <a:pt x="146018" y="3846195"/>
                  <a:pt x="142208" y="3851434"/>
                </a:cubicBezTo>
                <a:cubicBezTo>
                  <a:pt x="140399" y="3853910"/>
                  <a:pt x="137636" y="3855625"/>
                  <a:pt x="134588" y="3856101"/>
                </a:cubicBezTo>
                <a:cubicBezTo>
                  <a:pt x="131540" y="3856577"/>
                  <a:pt x="128397" y="3855815"/>
                  <a:pt x="125921" y="3854005"/>
                </a:cubicBezTo>
                <a:cubicBezTo>
                  <a:pt x="123444" y="3852196"/>
                  <a:pt x="121730" y="3849434"/>
                  <a:pt x="121253" y="3846386"/>
                </a:cubicBezTo>
                <a:cubicBezTo>
                  <a:pt x="121253" y="3845814"/>
                  <a:pt x="121158" y="3845147"/>
                  <a:pt x="121158" y="3844576"/>
                </a:cubicBezTo>
                <a:cubicBezTo>
                  <a:pt x="121158" y="3842099"/>
                  <a:pt x="121920" y="3839718"/>
                  <a:pt x="123444" y="3837718"/>
                </a:cubicBezTo>
                <a:close/>
                <a:moveTo>
                  <a:pt x="1676114" y="831152"/>
                </a:moveTo>
                <a:lnTo>
                  <a:pt x="1784414" y="831152"/>
                </a:lnTo>
                <a:lnTo>
                  <a:pt x="1784414" y="835914"/>
                </a:lnTo>
                <a:lnTo>
                  <a:pt x="1676114" y="835914"/>
                </a:lnTo>
                <a:lnTo>
                  <a:pt x="1676114" y="831152"/>
                </a:lnTo>
                <a:close/>
                <a:moveTo>
                  <a:pt x="132779" y="3789521"/>
                </a:moveTo>
                <a:cubicBezTo>
                  <a:pt x="128873" y="3789521"/>
                  <a:pt x="125730" y="3786378"/>
                  <a:pt x="125730" y="3782473"/>
                </a:cubicBezTo>
                <a:cubicBezTo>
                  <a:pt x="125730" y="3778568"/>
                  <a:pt x="128873" y="3775424"/>
                  <a:pt x="132779" y="3775424"/>
                </a:cubicBezTo>
                <a:cubicBezTo>
                  <a:pt x="136684" y="3775424"/>
                  <a:pt x="139827" y="3778568"/>
                  <a:pt x="139827" y="3782473"/>
                </a:cubicBezTo>
                <a:cubicBezTo>
                  <a:pt x="139827" y="3786378"/>
                  <a:pt x="136684" y="3789521"/>
                  <a:pt x="132779" y="3789521"/>
                </a:cubicBezTo>
                <a:close/>
                <a:moveTo>
                  <a:pt x="2891980" y="3952209"/>
                </a:moveTo>
                <a:cubicBezTo>
                  <a:pt x="2891980" y="3959162"/>
                  <a:pt x="2886361" y="3964877"/>
                  <a:pt x="2879312" y="3964877"/>
                </a:cubicBezTo>
                <a:cubicBezTo>
                  <a:pt x="2872264" y="3964877"/>
                  <a:pt x="2866644" y="3959257"/>
                  <a:pt x="2866644" y="3952209"/>
                </a:cubicBezTo>
                <a:cubicBezTo>
                  <a:pt x="2866644" y="3945160"/>
                  <a:pt x="2872264" y="3939540"/>
                  <a:pt x="2879312" y="3939540"/>
                </a:cubicBezTo>
                <a:cubicBezTo>
                  <a:pt x="2886361" y="3939540"/>
                  <a:pt x="2891980" y="3945160"/>
                  <a:pt x="2891980" y="3952209"/>
                </a:cubicBezTo>
                <a:close/>
                <a:moveTo>
                  <a:pt x="1784604" y="792956"/>
                </a:moveTo>
                <a:lnTo>
                  <a:pt x="1675924" y="792956"/>
                </a:lnTo>
                <a:lnTo>
                  <a:pt x="1675924" y="788194"/>
                </a:lnTo>
                <a:lnTo>
                  <a:pt x="1784604" y="788194"/>
                </a:lnTo>
                <a:lnTo>
                  <a:pt x="1784604" y="792956"/>
                </a:lnTo>
                <a:close/>
                <a:moveTo>
                  <a:pt x="144304" y="3790950"/>
                </a:moveTo>
                <a:cubicBezTo>
                  <a:pt x="146209" y="3788378"/>
                  <a:pt x="147066" y="3785426"/>
                  <a:pt x="147066" y="3782473"/>
                </a:cubicBezTo>
                <a:cubicBezTo>
                  <a:pt x="147066" y="3778092"/>
                  <a:pt x="145066" y="3773710"/>
                  <a:pt x="141256" y="3770852"/>
                </a:cubicBezTo>
                <a:cubicBezTo>
                  <a:pt x="134874" y="3766185"/>
                  <a:pt x="125921" y="3767519"/>
                  <a:pt x="121253" y="3773900"/>
                </a:cubicBezTo>
                <a:cubicBezTo>
                  <a:pt x="119920" y="3775710"/>
                  <a:pt x="119063" y="3777805"/>
                  <a:pt x="118777" y="3779996"/>
                </a:cubicBezTo>
                <a:lnTo>
                  <a:pt x="109538" y="3779996"/>
                </a:lnTo>
                <a:lnTo>
                  <a:pt x="109538" y="3784759"/>
                </a:lnTo>
                <a:lnTo>
                  <a:pt x="118777" y="3784759"/>
                </a:lnTo>
                <a:cubicBezTo>
                  <a:pt x="119444" y="3788474"/>
                  <a:pt x="121348" y="3791712"/>
                  <a:pt x="124397" y="3793903"/>
                </a:cubicBezTo>
                <a:cubicBezTo>
                  <a:pt x="130778" y="3798570"/>
                  <a:pt x="139732" y="3797237"/>
                  <a:pt x="144399" y="3790855"/>
                </a:cubicBezTo>
                <a:close/>
                <a:moveTo>
                  <a:pt x="121158" y="3784283"/>
                </a:moveTo>
                <a:cubicBezTo>
                  <a:pt x="121158" y="3783711"/>
                  <a:pt x="121063" y="3783044"/>
                  <a:pt x="121063" y="3782473"/>
                </a:cubicBezTo>
                <a:cubicBezTo>
                  <a:pt x="121063" y="3779996"/>
                  <a:pt x="121825" y="3777615"/>
                  <a:pt x="123349" y="3775615"/>
                </a:cubicBezTo>
                <a:cubicBezTo>
                  <a:pt x="127159" y="3770376"/>
                  <a:pt x="134493" y="3769328"/>
                  <a:pt x="139732" y="3773138"/>
                </a:cubicBezTo>
                <a:cubicBezTo>
                  <a:pt x="144875" y="3776948"/>
                  <a:pt x="146018" y="3784283"/>
                  <a:pt x="142208" y="3789521"/>
                </a:cubicBezTo>
                <a:cubicBezTo>
                  <a:pt x="140399" y="3791998"/>
                  <a:pt x="137636" y="3793712"/>
                  <a:pt x="134588" y="3794188"/>
                </a:cubicBezTo>
                <a:cubicBezTo>
                  <a:pt x="131540" y="3794665"/>
                  <a:pt x="128397" y="3793903"/>
                  <a:pt x="125921" y="3792093"/>
                </a:cubicBezTo>
                <a:cubicBezTo>
                  <a:pt x="123444" y="3790284"/>
                  <a:pt x="121730" y="3787521"/>
                  <a:pt x="121253" y="3784473"/>
                </a:cubicBezTo>
                <a:close/>
                <a:moveTo>
                  <a:pt x="667988" y="4615815"/>
                </a:moveTo>
                <a:cubicBezTo>
                  <a:pt x="671036" y="4612386"/>
                  <a:pt x="670846" y="4607147"/>
                  <a:pt x="667417" y="4604099"/>
                </a:cubicBezTo>
                <a:cubicBezTo>
                  <a:pt x="663988" y="4601052"/>
                  <a:pt x="658749" y="4601242"/>
                  <a:pt x="655701" y="4604671"/>
                </a:cubicBezTo>
                <a:cubicBezTo>
                  <a:pt x="654749" y="4605719"/>
                  <a:pt x="654272" y="4606957"/>
                  <a:pt x="653891" y="4608195"/>
                </a:cubicBezTo>
                <a:lnTo>
                  <a:pt x="569690" y="4608195"/>
                </a:lnTo>
                <a:cubicBezTo>
                  <a:pt x="569690" y="4608195"/>
                  <a:pt x="545402" y="4586002"/>
                  <a:pt x="545402" y="4586002"/>
                </a:cubicBezTo>
                <a:cubicBezTo>
                  <a:pt x="544925" y="4585621"/>
                  <a:pt x="544354" y="4585335"/>
                  <a:pt x="543782" y="4585335"/>
                </a:cubicBezTo>
                <a:lnTo>
                  <a:pt x="455581" y="4585335"/>
                </a:lnTo>
                <a:cubicBezTo>
                  <a:pt x="455009" y="4585335"/>
                  <a:pt x="454533" y="4585526"/>
                  <a:pt x="454057" y="4585907"/>
                </a:cubicBezTo>
                <a:lnTo>
                  <a:pt x="416147" y="4616482"/>
                </a:lnTo>
                <a:lnTo>
                  <a:pt x="280321" y="4616006"/>
                </a:lnTo>
                <a:lnTo>
                  <a:pt x="252032" y="4592765"/>
                </a:lnTo>
                <a:cubicBezTo>
                  <a:pt x="252032" y="4592765"/>
                  <a:pt x="251079" y="4592193"/>
                  <a:pt x="250508" y="4592193"/>
                </a:cubicBezTo>
                <a:lnTo>
                  <a:pt x="154972" y="4592193"/>
                </a:lnTo>
                <a:cubicBezTo>
                  <a:pt x="154972" y="4592193"/>
                  <a:pt x="135065" y="4572095"/>
                  <a:pt x="135065" y="4572095"/>
                </a:cubicBezTo>
                <a:lnTo>
                  <a:pt x="105823" y="4571714"/>
                </a:lnTo>
                <a:cubicBezTo>
                  <a:pt x="105823" y="4571714"/>
                  <a:pt x="105442" y="4570953"/>
                  <a:pt x="105061" y="4570571"/>
                </a:cubicBezTo>
                <a:lnTo>
                  <a:pt x="99346" y="4564856"/>
                </a:lnTo>
                <a:cubicBezTo>
                  <a:pt x="97155" y="4562761"/>
                  <a:pt x="93726" y="4562761"/>
                  <a:pt x="91535" y="4564856"/>
                </a:cubicBezTo>
                <a:lnTo>
                  <a:pt x="85820" y="4570571"/>
                </a:lnTo>
                <a:cubicBezTo>
                  <a:pt x="83630" y="4572667"/>
                  <a:pt x="83630" y="4576191"/>
                  <a:pt x="85820" y="4578382"/>
                </a:cubicBezTo>
                <a:lnTo>
                  <a:pt x="91535" y="4584097"/>
                </a:lnTo>
                <a:cubicBezTo>
                  <a:pt x="92583" y="4585145"/>
                  <a:pt x="94012" y="4585716"/>
                  <a:pt x="95441" y="4585716"/>
                </a:cubicBezTo>
                <a:cubicBezTo>
                  <a:pt x="96869" y="4585716"/>
                  <a:pt x="98298" y="4585145"/>
                  <a:pt x="99346" y="4584097"/>
                </a:cubicBezTo>
                <a:lnTo>
                  <a:pt x="105061" y="4578382"/>
                </a:lnTo>
                <a:cubicBezTo>
                  <a:pt x="105632" y="4577811"/>
                  <a:pt x="106013" y="4577144"/>
                  <a:pt x="106299" y="4576477"/>
                </a:cubicBezTo>
                <a:lnTo>
                  <a:pt x="133064" y="4576858"/>
                </a:lnTo>
                <a:lnTo>
                  <a:pt x="150781" y="4594670"/>
                </a:lnTo>
                <a:lnTo>
                  <a:pt x="131826" y="4616958"/>
                </a:lnTo>
                <a:lnTo>
                  <a:pt x="115729" y="4616958"/>
                </a:lnTo>
                <a:cubicBezTo>
                  <a:pt x="114776" y="4614196"/>
                  <a:pt x="112205" y="4612291"/>
                  <a:pt x="109157" y="4612291"/>
                </a:cubicBezTo>
                <a:cubicBezTo>
                  <a:pt x="105251" y="4612291"/>
                  <a:pt x="102108" y="4615434"/>
                  <a:pt x="102108" y="4619339"/>
                </a:cubicBezTo>
                <a:cubicBezTo>
                  <a:pt x="102108" y="4623245"/>
                  <a:pt x="105251" y="4626388"/>
                  <a:pt x="109157" y="4626388"/>
                </a:cubicBezTo>
                <a:cubicBezTo>
                  <a:pt x="112205" y="4626388"/>
                  <a:pt x="114776" y="4624388"/>
                  <a:pt x="115729" y="4621721"/>
                </a:cubicBezTo>
                <a:lnTo>
                  <a:pt x="132969" y="4621721"/>
                </a:lnTo>
                <a:cubicBezTo>
                  <a:pt x="133636" y="4621721"/>
                  <a:pt x="134303" y="4621435"/>
                  <a:pt x="134779" y="4620863"/>
                </a:cubicBezTo>
                <a:lnTo>
                  <a:pt x="155162" y="4596956"/>
                </a:lnTo>
                <a:lnTo>
                  <a:pt x="249745" y="4596956"/>
                </a:lnTo>
                <a:cubicBezTo>
                  <a:pt x="249745" y="4596956"/>
                  <a:pt x="278035" y="4620292"/>
                  <a:pt x="278035" y="4620292"/>
                </a:cubicBezTo>
                <a:cubicBezTo>
                  <a:pt x="278416" y="4620673"/>
                  <a:pt x="278987" y="4620863"/>
                  <a:pt x="279559" y="4620863"/>
                </a:cubicBezTo>
                <a:lnTo>
                  <a:pt x="417100" y="4621340"/>
                </a:lnTo>
                <a:lnTo>
                  <a:pt x="417100" y="4621340"/>
                </a:lnTo>
                <a:cubicBezTo>
                  <a:pt x="417671" y="4621340"/>
                  <a:pt x="418148" y="4621149"/>
                  <a:pt x="418624" y="4620768"/>
                </a:cubicBezTo>
                <a:lnTo>
                  <a:pt x="456533" y="4590193"/>
                </a:lnTo>
                <a:lnTo>
                  <a:pt x="542925" y="4590193"/>
                </a:lnTo>
                <a:cubicBezTo>
                  <a:pt x="542925" y="4590193"/>
                  <a:pt x="567214" y="4612481"/>
                  <a:pt x="567214" y="4612481"/>
                </a:cubicBezTo>
                <a:cubicBezTo>
                  <a:pt x="567690" y="4612862"/>
                  <a:pt x="568262" y="4613148"/>
                  <a:pt x="568833" y="4613148"/>
                </a:cubicBezTo>
                <a:lnTo>
                  <a:pt x="654082" y="4613148"/>
                </a:lnTo>
                <a:cubicBezTo>
                  <a:pt x="654082" y="4613148"/>
                  <a:pt x="654082" y="4612862"/>
                  <a:pt x="654082" y="4612862"/>
                </a:cubicBezTo>
                <a:cubicBezTo>
                  <a:pt x="654558" y="4614196"/>
                  <a:pt x="655129" y="4615434"/>
                  <a:pt x="656273" y="4616482"/>
                </a:cubicBezTo>
                <a:cubicBezTo>
                  <a:pt x="659702" y="4619530"/>
                  <a:pt x="664940" y="4619339"/>
                  <a:pt x="667988" y="4615911"/>
                </a:cubicBezTo>
                <a:close/>
                <a:moveTo>
                  <a:pt x="102013" y="4574953"/>
                </a:moveTo>
                <a:lnTo>
                  <a:pt x="96298" y="4580668"/>
                </a:lnTo>
                <a:cubicBezTo>
                  <a:pt x="96298" y="4580668"/>
                  <a:pt x="95536" y="4580954"/>
                  <a:pt x="95250" y="4580668"/>
                </a:cubicBezTo>
                <a:lnTo>
                  <a:pt x="89535" y="4574953"/>
                </a:lnTo>
                <a:cubicBezTo>
                  <a:pt x="89535" y="4574953"/>
                  <a:pt x="89249" y="4574191"/>
                  <a:pt x="89535" y="4573905"/>
                </a:cubicBezTo>
                <a:lnTo>
                  <a:pt x="95250" y="4568190"/>
                </a:lnTo>
                <a:cubicBezTo>
                  <a:pt x="95250" y="4568190"/>
                  <a:pt x="95631" y="4568000"/>
                  <a:pt x="95726" y="4568000"/>
                </a:cubicBezTo>
                <a:cubicBezTo>
                  <a:pt x="95822" y="4568000"/>
                  <a:pt x="96107" y="4568000"/>
                  <a:pt x="96298" y="4568190"/>
                </a:cubicBezTo>
                <a:lnTo>
                  <a:pt x="102013" y="4573905"/>
                </a:lnTo>
                <a:cubicBezTo>
                  <a:pt x="102013" y="4573905"/>
                  <a:pt x="102298" y="4574667"/>
                  <a:pt x="102013" y="4574953"/>
                </a:cubicBezTo>
                <a:close/>
                <a:moveTo>
                  <a:pt x="48482" y="298990"/>
                </a:moveTo>
                <a:lnTo>
                  <a:pt x="95" y="298990"/>
                </a:lnTo>
                <a:lnTo>
                  <a:pt x="95" y="274987"/>
                </a:lnTo>
                <a:lnTo>
                  <a:pt x="48482" y="274987"/>
                </a:lnTo>
                <a:cubicBezTo>
                  <a:pt x="52007" y="274987"/>
                  <a:pt x="54864" y="277844"/>
                  <a:pt x="54864" y="281273"/>
                </a:cubicBezTo>
                <a:lnTo>
                  <a:pt x="54864" y="292608"/>
                </a:lnTo>
                <a:cubicBezTo>
                  <a:pt x="54864" y="296132"/>
                  <a:pt x="52007" y="298895"/>
                  <a:pt x="48482" y="298895"/>
                </a:cubicBezTo>
                <a:close/>
                <a:moveTo>
                  <a:pt x="1698689" y="574167"/>
                </a:moveTo>
                <a:lnTo>
                  <a:pt x="1735455" y="526066"/>
                </a:lnTo>
                <a:lnTo>
                  <a:pt x="1734884" y="526066"/>
                </a:lnTo>
                <a:lnTo>
                  <a:pt x="1734884" y="521303"/>
                </a:lnTo>
                <a:lnTo>
                  <a:pt x="1742027" y="521303"/>
                </a:lnTo>
                <a:lnTo>
                  <a:pt x="1742027" y="526066"/>
                </a:lnTo>
                <a:lnTo>
                  <a:pt x="1738408" y="526066"/>
                </a:lnTo>
                <a:lnTo>
                  <a:pt x="1740313" y="527495"/>
                </a:lnTo>
                <a:lnTo>
                  <a:pt x="1703451" y="575691"/>
                </a:lnTo>
                <a:lnTo>
                  <a:pt x="1703451" y="711232"/>
                </a:lnTo>
                <a:lnTo>
                  <a:pt x="1713643" y="725138"/>
                </a:lnTo>
                <a:lnTo>
                  <a:pt x="1725835" y="725424"/>
                </a:lnTo>
                <a:lnTo>
                  <a:pt x="1725835" y="721424"/>
                </a:lnTo>
                <a:cubicBezTo>
                  <a:pt x="1725835" y="719900"/>
                  <a:pt x="1727073" y="718757"/>
                  <a:pt x="1728502" y="718757"/>
                </a:cubicBezTo>
                <a:lnTo>
                  <a:pt x="1741456" y="718757"/>
                </a:lnTo>
                <a:cubicBezTo>
                  <a:pt x="1742980" y="718757"/>
                  <a:pt x="1744123" y="719995"/>
                  <a:pt x="1744123" y="721424"/>
                </a:cubicBezTo>
                <a:lnTo>
                  <a:pt x="1744123" y="734377"/>
                </a:lnTo>
                <a:cubicBezTo>
                  <a:pt x="1744123" y="735902"/>
                  <a:pt x="1742885" y="737045"/>
                  <a:pt x="1741456" y="737045"/>
                </a:cubicBezTo>
                <a:lnTo>
                  <a:pt x="1728502" y="737045"/>
                </a:lnTo>
                <a:cubicBezTo>
                  <a:pt x="1726978" y="737045"/>
                  <a:pt x="1725835" y="735806"/>
                  <a:pt x="1725835" y="734377"/>
                </a:cubicBezTo>
                <a:lnTo>
                  <a:pt x="1725835" y="730187"/>
                </a:lnTo>
                <a:lnTo>
                  <a:pt x="1711262" y="729901"/>
                </a:lnTo>
                <a:lnTo>
                  <a:pt x="1698689" y="712851"/>
                </a:lnTo>
                <a:lnTo>
                  <a:pt x="1698689" y="574072"/>
                </a:lnTo>
                <a:close/>
                <a:moveTo>
                  <a:pt x="125730" y="3844480"/>
                </a:moveTo>
                <a:cubicBezTo>
                  <a:pt x="125730" y="3840575"/>
                  <a:pt x="128873" y="3837432"/>
                  <a:pt x="132779" y="3837432"/>
                </a:cubicBezTo>
                <a:cubicBezTo>
                  <a:pt x="136684" y="3837432"/>
                  <a:pt x="139827" y="3840575"/>
                  <a:pt x="139827" y="3844480"/>
                </a:cubicBezTo>
                <a:cubicBezTo>
                  <a:pt x="139827" y="3848386"/>
                  <a:pt x="136684" y="3851529"/>
                  <a:pt x="132779" y="3851529"/>
                </a:cubicBezTo>
                <a:cubicBezTo>
                  <a:pt x="128873" y="3851529"/>
                  <a:pt x="125730" y="3848386"/>
                  <a:pt x="125730" y="3844480"/>
                </a:cubicBezTo>
                <a:close/>
                <a:moveTo>
                  <a:pt x="455009" y="4644676"/>
                </a:moveTo>
                <a:lnTo>
                  <a:pt x="455009" y="4644676"/>
                </a:lnTo>
                <a:cubicBezTo>
                  <a:pt x="454533" y="4644676"/>
                  <a:pt x="454057" y="4644867"/>
                  <a:pt x="453581" y="4645152"/>
                </a:cubicBezTo>
                <a:lnTo>
                  <a:pt x="411861" y="4675442"/>
                </a:lnTo>
                <a:lnTo>
                  <a:pt x="272891" y="4676109"/>
                </a:lnTo>
                <a:lnTo>
                  <a:pt x="237554" y="4647534"/>
                </a:lnTo>
                <a:cubicBezTo>
                  <a:pt x="237554" y="4647534"/>
                  <a:pt x="236601" y="4646962"/>
                  <a:pt x="236030" y="4646962"/>
                </a:cubicBezTo>
                <a:lnTo>
                  <a:pt x="236030" y="4646962"/>
                </a:lnTo>
                <a:lnTo>
                  <a:pt x="161639" y="4647438"/>
                </a:lnTo>
                <a:cubicBezTo>
                  <a:pt x="160973" y="4647438"/>
                  <a:pt x="160401" y="4647724"/>
                  <a:pt x="159925" y="4648200"/>
                </a:cubicBezTo>
                <a:lnTo>
                  <a:pt x="143828" y="4664774"/>
                </a:lnTo>
                <a:lnTo>
                  <a:pt x="128207" y="4664583"/>
                </a:lnTo>
                <a:cubicBezTo>
                  <a:pt x="127159" y="4659821"/>
                  <a:pt x="123063" y="4656106"/>
                  <a:pt x="117920" y="4656011"/>
                </a:cubicBezTo>
                <a:cubicBezTo>
                  <a:pt x="114872" y="4656106"/>
                  <a:pt x="112300" y="4657059"/>
                  <a:pt x="110204" y="4659059"/>
                </a:cubicBezTo>
                <a:cubicBezTo>
                  <a:pt x="108109" y="4661059"/>
                  <a:pt x="106966" y="4663821"/>
                  <a:pt x="106966" y="4666679"/>
                </a:cubicBezTo>
                <a:cubicBezTo>
                  <a:pt x="106966" y="4669536"/>
                  <a:pt x="108014" y="4672298"/>
                  <a:pt x="110014" y="4674394"/>
                </a:cubicBezTo>
                <a:cubicBezTo>
                  <a:pt x="112014" y="4676489"/>
                  <a:pt x="114776" y="4677632"/>
                  <a:pt x="117634" y="4677632"/>
                </a:cubicBezTo>
                <a:lnTo>
                  <a:pt x="117729" y="4677632"/>
                </a:lnTo>
                <a:cubicBezTo>
                  <a:pt x="120587" y="4677632"/>
                  <a:pt x="123254" y="4676489"/>
                  <a:pt x="125254" y="4674585"/>
                </a:cubicBezTo>
                <a:cubicBezTo>
                  <a:pt x="126683" y="4673156"/>
                  <a:pt x="127540" y="4671346"/>
                  <a:pt x="128016" y="4669346"/>
                </a:cubicBezTo>
                <a:lnTo>
                  <a:pt x="144685" y="4669631"/>
                </a:lnTo>
                <a:cubicBezTo>
                  <a:pt x="145352" y="4669536"/>
                  <a:pt x="146018" y="4669346"/>
                  <a:pt x="146399" y="4668870"/>
                </a:cubicBezTo>
                <a:lnTo>
                  <a:pt x="162497" y="4652296"/>
                </a:lnTo>
                <a:lnTo>
                  <a:pt x="235077" y="4651915"/>
                </a:lnTo>
                <a:lnTo>
                  <a:pt x="270415" y="4680490"/>
                </a:lnTo>
                <a:cubicBezTo>
                  <a:pt x="270415" y="4680490"/>
                  <a:pt x="271367" y="4681062"/>
                  <a:pt x="271939" y="4681062"/>
                </a:cubicBezTo>
                <a:lnTo>
                  <a:pt x="271939" y="4681062"/>
                </a:lnTo>
                <a:lnTo>
                  <a:pt x="412528" y="4680395"/>
                </a:lnTo>
                <a:cubicBezTo>
                  <a:pt x="413004" y="4680395"/>
                  <a:pt x="413480" y="4680204"/>
                  <a:pt x="413957" y="4679919"/>
                </a:cubicBezTo>
                <a:lnTo>
                  <a:pt x="455676" y="4649629"/>
                </a:lnTo>
                <a:lnTo>
                  <a:pt x="569595" y="4649820"/>
                </a:lnTo>
                <a:lnTo>
                  <a:pt x="606838" y="4678490"/>
                </a:lnTo>
                <a:cubicBezTo>
                  <a:pt x="606838" y="4678490"/>
                  <a:pt x="607790" y="4678966"/>
                  <a:pt x="608267" y="4678966"/>
                </a:cubicBezTo>
                <a:lnTo>
                  <a:pt x="650462" y="4678966"/>
                </a:lnTo>
                <a:cubicBezTo>
                  <a:pt x="650939" y="4680299"/>
                  <a:pt x="651510" y="4681443"/>
                  <a:pt x="652653" y="4682490"/>
                </a:cubicBezTo>
                <a:cubicBezTo>
                  <a:pt x="656082" y="4685538"/>
                  <a:pt x="661321" y="4685348"/>
                  <a:pt x="664369" y="4681919"/>
                </a:cubicBezTo>
                <a:cubicBezTo>
                  <a:pt x="667417" y="4678490"/>
                  <a:pt x="667226" y="4673251"/>
                  <a:pt x="663797" y="4670203"/>
                </a:cubicBezTo>
                <a:cubicBezTo>
                  <a:pt x="660368" y="4667155"/>
                  <a:pt x="655129" y="4667345"/>
                  <a:pt x="652082" y="4670774"/>
                </a:cubicBezTo>
                <a:cubicBezTo>
                  <a:pt x="651129" y="4671822"/>
                  <a:pt x="650653" y="4672965"/>
                  <a:pt x="650272" y="4674204"/>
                </a:cubicBezTo>
                <a:lnTo>
                  <a:pt x="609029" y="4674204"/>
                </a:lnTo>
                <a:lnTo>
                  <a:pt x="571786" y="4645533"/>
                </a:lnTo>
                <a:cubicBezTo>
                  <a:pt x="571786" y="4645533"/>
                  <a:pt x="570833" y="4645057"/>
                  <a:pt x="570357" y="4645057"/>
                </a:cubicBezTo>
                <a:lnTo>
                  <a:pt x="454914" y="4644867"/>
                </a:lnTo>
                <a:close/>
                <a:moveTo>
                  <a:pt x="117920" y="4672775"/>
                </a:moveTo>
                <a:lnTo>
                  <a:pt x="117920" y="4672775"/>
                </a:lnTo>
                <a:cubicBezTo>
                  <a:pt x="114586" y="4672775"/>
                  <a:pt x="111919" y="4670012"/>
                  <a:pt x="111919" y="4666679"/>
                </a:cubicBezTo>
                <a:cubicBezTo>
                  <a:pt x="111919" y="4665060"/>
                  <a:pt x="112586" y="4663536"/>
                  <a:pt x="113729" y="4662393"/>
                </a:cubicBezTo>
                <a:cubicBezTo>
                  <a:pt x="114872" y="4661249"/>
                  <a:pt x="116396" y="4660678"/>
                  <a:pt x="117920" y="4660678"/>
                </a:cubicBezTo>
                <a:lnTo>
                  <a:pt x="117920" y="4660678"/>
                </a:lnTo>
                <a:cubicBezTo>
                  <a:pt x="121253" y="4660678"/>
                  <a:pt x="123920" y="4663440"/>
                  <a:pt x="123920" y="4666774"/>
                </a:cubicBezTo>
                <a:cubicBezTo>
                  <a:pt x="123920" y="4670108"/>
                  <a:pt x="121158" y="4672775"/>
                  <a:pt x="117824" y="4672775"/>
                </a:cubicBezTo>
                <a:close/>
                <a:moveTo>
                  <a:pt x="1742027" y="445389"/>
                </a:moveTo>
                <a:lnTo>
                  <a:pt x="1734884" y="445389"/>
                </a:lnTo>
                <a:lnTo>
                  <a:pt x="1734884" y="436912"/>
                </a:lnTo>
                <a:lnTo>
                  <a:pt x="1742027" y="436912"/>
                </a:lnTo>
                <a:lnTo>
                  <a:pt x="1742027" y="445389"/>
                </a:lnTo>
                <a:close/>
                <a:moveTo>
                  <a:pt x="1734884" y="453866"/>
                </a:moveTo>
                <a:lnTo>
                  <a:pt x="1742027" y="453866"/>
                </a:lnTo>
                <a:lnTo>
                  <a:pt x="1742027" y="462344"/>
                </a:lnTo>
                <a:lnTo>
                  <a:pt x="1734884" y="462344"/>
                </a:lnTo>
                <a:lnTo>
                  <a:pt x="1734884" y="453866"/>
                </a:lnTo>
                <a:close/>
                <a:moveTo>
                  <a:pt x="87725" y="3918490"/>
                </a:moveTo>
                <a:cubicBezTo>
                  <a:pt x="88583" y="3920967"/>
                  <a:pt x="90392" y="3922967"/>
                  <a:pt x="92773" y="3924110"/>
                </a:cubicBezTo>
                <a:cubicBezTo>
                  <a:pt x="94107" y="3924776"/>
                  <a:pt x="95536" y="3925062"/>
                  <a:pt x="96965" y="3925062"/>
                </a:cubicBezTo>
                <a:cubicBezTo>
                  <a:pt x="98108" y="3925062"/>
                  <a:pt x="99251" y="3924872"/>
                  <a:pt x="100298" y="3924491"/>
                </a:cubicBezTo>
                <a:cubicBezTo>
                  <a:pt x="102775" y="3923634"/>
                  <a:pt x="104775" y="3921824"/>
                  <a:pt x="105918" y="3919347"/>
                </a:cubicBezTo>
                <a:cubicBezTo>
                  <a:pt x="107061" y="3916966"/>
                  <a:pt x="107156" y="3914299"/>
                  <a:pt x="106299" y="3911822"/>
                </a:cubicBezTo>
                <a:cubicBezTo>
                  <a:pt x="104489" y="3906679"/>
                  <a:pt x="98774" y="3904012"/>
                  <a:pt x="93631" y="3905822"/>
                </a:cubicBezTo>
                <a:cubicBezTo>
                  <a:pt x="91154" y="3906679"/>
                  <a:pt x="89154" y="3908488"/>
                  <a:pt x="88011" y="3910965"/>
                </a:cubicBezTo>
                <a:cubicBezTo>
                  <a:pt x="87725" y="3911537"/>
                  <a:pt x="87725" y="3912203"/>
                  <a:pt x="87535" y="3912775"/>
                </a:cubicBezTo>
                <a:lnTo>
                  <a:pt x="95" y="3912775"/>
                </a:lnTo>
                <a:lnTo>
                  <a:pt x="95" y="3917537"/>
                </a:lnTo>
                <a:lnTo>
                  <a:pt x="87630" y="3917537"/>
                </a:lnTo>
                <a:cubicBezTo>
                  <a:pt x="87630" y="3917537"/>
                  <a:pt x="87630" y="3918204"/>
                  <a:pt x="87821" y="3918490"/>
                </a:cubicBezTo>
                <a:close/>
                <a:moveTo>
                  <a:pt x="92392" y="3912965"/>
                </a:moveTo>
                <a:cubicBezTo>
                  <a:pt x="92964" y="3911727"/>
                  <a:pt x="94012" y="3910775"/>
                  <a:pt x="95345" y="3910298"/>
                </a:cubicBezTo>
                <a:cubicBezTo>
                  <a:pt x="95917" y="3910108"/>
                  <a:pt x="96488" y="3910013"/>
                  <a:pt x="97060" y="3910013"/>
                </a:cubicBezTo>
                <a:cubicBezTo>
                  <a:pt x="99155" y="3910013"/>
                  <a:pt x="101156" y="3911346"/>
                  <a:pt x="101917" y="3913442"/>
                </a:cubicBezTo>
                <a:cubicBezTo>
                  <a:pt x="102394" y="3914775"/>
                  <a:pt x="102298" y="3916109"/>
                  <a:pt x="101727" y="3917347"/>
                </a:cubicBezTo>
                <a:cubicBezTo>
                  <a:pt x="101156" y="3918585"/>
                  <a:pt x="100108" y="3919538"/>
                  <a:pt x="98774" y="3920014"/>
                </a:cubicBezTo>
                <a:cubicBezTo>
                  <a:pt x="97441" y="3920490"/>
                  <a:pt x="96107" y="3920395"/>
                  <a:pt x="94869" y="3919823"/>
                </a:cubicBezTo>
                <a:cubicBezTo>
                  <a:pt x="93631" y="3919252"/>
                  <a:pt x="92678" y="3918204"/>
                  <a:pt x="92202" y="3916871"/>
                </a:cubicBezTo>
                <a:cubicBezTo>
                  <a:pt x="91726" y="3915632"/>
                  <a:pt x="91821" y="3914204"/>
                  <a:pt x="92392" y="3912965"/>
                </a:cubicBezTo>
                <a:close/>
                <a:moveTo>
                  <a:pt x="398621" y="2480120"/>
                </a:moveTo>
                <a:lnTo>
                  <a:pt x="398621" y="2426684"/>
                </a:lnTo>
                <a:cubicBezTo>
                  <a:pt x="396526" y="2426113"/>
                  <a:pt x="394430" y="2424970"/>
                  <a:pt x="393097" y="2422970"/>
                </a:cubicBezTo>
                <a:cubicBezTo>
                  <a:pt x="391573" y="2420874"/>
                  <a:pt x="391001" y="2418302"/>
                  <a:pt x="391478" y="2415731"/>
                </a:cubicBezTo>
                <a:cubicBezTo>
                  <a:pt x="391954" y="2413159"/>
                  <a:pt x="393383" y="2410873"/>
                  <a:pt x="395573" y="2409444"/>
                </a:cubicBezTo>
                <a:cubicBezTo>
                  <a:pt x="397288" y="2408301"/>
                  <a:pt x="399193" y="2407825"/>
                  <a:pt x="401098" y="2407825"/>
                </a:cubicBezTo>
                <a:cubicBezTo>
                  <a:pt x="404146" y="2407825"/>
                  <a:pt x="407194" y="2409254"/>
                  <a:pt x="409099" y="2411921"/>
                </a:cubicBezTo>
                <a:cubicBezTo>
                  <a:pt x="410623" y="2414016"/>
                  <a:pt x="411194" y="2416588"/>
                  <a:pt x="410718" y="2419160"/>
                </a:cubicBezTo>
                <a:cubicBezTo>
                  <a:pt x="410242" y="2421731"/>
                  <a:pt x="408813" y="2424017"/>
                  <a:pt x="406622" y="2425446"/>
                </a:cubicBezTo>
                <a:cubicBezTo>
                  <a:pt x="405670" y="2426113"/>
                  <a:pt x="404622" y="2426494"/>
                  <a:pt x="403479" y="2426780"/>
                </a:cubicBezTo>
                <a:lnTo>
                  <a:pt x="403479" y="2478500"/>
                </a:lnTo>
                <a:cubicBezTo>
                  <a:pt x="403479" y="2478500"/>
                  <a:pt x="420148" y="2498598"/>
                  <a:pt x="420148" y="2498598"/>
                </a:cubicBezTo>
                <a:lnTo>
                  <a:pt x="482632" y="2498598"/>
                </a:lnTo>
                <a:cubicBezTo>
                  <a:pt x="482632" y="2498598"/>
                  <a:pt x="482632" y="2498408"/>
                  <a:pt x="482632" y="2498312"/>
                </a:cubicBezTo>
                <a:cubicBezTo>
                  <a:pt x="483108" y="2495741"/>
                  <a:pt x="484537" y="2493455"/>
                  <a:pt x="486728" y="2492026"/>
                </a:cubicBezTo>
                <a:cubicBezTo>
                  <a:pt x="488442" y="2490883"/>
                  <a:pt x="490347" y="2490407"/>
                  <a:pt x="492252" y="2490407"/>
                </a:cubicBezTo>
                <a:cubicBezTo>
                  <a:pt x="495300" y="2490407"/>
                  <a:pt x="498348" y="2491835"/>
                  <a:pt x="500253" y="2494502"/>
                </a:cubicBezTo>
                <a:cubicBezTo>
                  <a:pt x="501777" y="2496598"/>
                  <a:pt x="502349" y="2499170"/>
                  <a:pt x="501872" y="2501742"/>
                </a:cubicBezTo>
                <a:cubicBezTo>
                  <a:pt x="501396" y="2504313"/>
                  <a:pt x="499967" y="2506599"/>
                  <a:pt x="497777" y="2508028"/>
                </a:cubicBezTo>
                <a:cubicBezTo>
                  <a:pt x="493395" y="2510980"/>
                  <a:pt x="487299" y="2509933"/>
                  <a:pt x="484251" y="2505647"/>
                </a:cubicBezTo>
                <a:cubicBezTo>
                  <a:pt x="483775" y="2504980"/>
                  <a:pt x="483489" y="2504123"/>
                  <a:pt x="483203" y="2503361"/>
                </a:cubicBezTo>
                <a:lnTo>
                  <a:pt x="417862" y="2503361"/>
                </a:lnTo>
                <a:cubicBezTo>
                  <a:pt x="417862" y="2503361"/>
                  <a:pt x="398526" y="2480215"/>
                  <a:pt x="398526" y="2480215"/>
                </a:cubicBezTo>
                <a:close/>
                <a:moveTo>
                  <a:pt x="427863" y="2031302"/>
                </a:moveTo>
                <a:lnTo>
                  <a:pt x="435007" y="2031302"/>
                </a:lnTo>
                <a:lnTo>
                  <a:pt x="435007" y="2039779"/>
                </a:lnTo>
                <a:lnTo>
                  <a:pt x="427863" y="2039779"/>
                </a:lnTo>
                <a:lnTo>
                  <a:pt x="427863" y="2031302"/>
                </a:lnTo>
                <a:close/>
                <a:moveTo>
                  <a:pt x="1663922" y="948404"/>
                </a:moveTo>
                <a:lnTo>
                  <a:pt x="1623251" y="984599"/>
                </a:lnTo>
                <a:cubicBezTo>
                  <a:pt x="1621060" y="983075"/>
                  <a:pt x="1618488" y="982218"/>
                  <a:pt x="1615631" y="982218"/>
                </a:cubicBezTo>
                <a:cubicBezTo>
                  <a:pt x="1608201" y="982218"/>
                  <a:pt x="1602200" y="988219"/>
                  <a:pt x="1602200" y="995648"/>
                </a:cubicBezTo>
                <a:cubicBezTo>
                  <a:pt x="1602200" y="1003078"/>
                  <a:pt x="1608201" y="1009079"/>
                  <a:pt x="1615631" y="1009079"/>
                </a:cubicBezTo>
                <a:cubicBezTo>
                  <a:pt x="1623060" y="1009079"/>
                  <a:pt x="1629061" y="1003078"/>
                  <a:pt x="1629061" y="995648"/>
                </a:cubicBezTo>
                <a:cubicBezTo>
                  <a:pt x="1629061" y="992791"/>
                  <a:pt x="1628108" y="990124"/>
                  <a:pt x="1626584" y="987933"/>
                </a:cubicBezTo>
                <a:lnTo>
                  <a:pt x="1665732" y="953072"/>
                </a:lnTo>
                <a:lnTo>
                  <a:pt x="1686878" y="953072"/>
                </a:lnTo>
                <a:lnTo>
                  <a:pt x="1686878" y="958977"/>
                </a:lnTo>
                <a:lnTo>
                  <a:pt x="1711643" y="958977"/>
                </a:lnTo>
                <a:lnTo>
                  <a:pt x="1711643" y="934212"/>
                </a:lnTo>
                <a:lnTo>
                  <a:pt x="1686878" y="934212"/>
                </a:lnTo>
                <a:lnTo>
                  <a:pt x="1686878" y="940118"/>
                </a:lnTo>
                <a:lnTo>
                  <a:pt x="1665732" y="940118"/>
                </a:lnTo>
                <a:lnTo>
                  <a:pt x="1626394" y="905066"/>
                </a:lnTo>
                <a:cubicBezTo>
                  <a:pt x="1627632" y="903256"/>
                  <a:pt x="1628489" y="901256"/>
                  <a:pt x="1628489" y="898970"/>
                </a:cubicBezTo>
                <a:cubicBezTo>
                  <a:pt x="1628489" y="898112"/>
                  <a:pt x="1628203" y="897446"/>
                  <a:pt x="1628013" y="896684"/>
                </a:cubicBezTo>
                <a:lnTo>
                  <a:pt x="1659636" y="896684"/>
                </a:lnTo>
                <a:lnTo>
                  <a:pt x="1664875" y="903256"/>
                </a:lnTo>
                <a:lnTo>
                  <a:pt x="1669542" y="897541"/>
                </a:lnTo>
                <a:lnTo>
                  <a:pt x="1674209" y="903256"/>
                </a:lnTo>
                <a:lnTo>
                  <a:pt x="1678781" y="897541"/>
                </a:lnTo>
                <a:lnTo>
                  <a:pt x="1683353" y="903256"/>
                </a:lnTo>
                <a:lnTo>
                  <a:pt x="1687925" y="897541"/>
                </a:lnTo>
                <a:lnTo>
                  <a:pt x="1692497" y="903256"/>
                </a:lnTo>
                <a:lnTo>
                  <a:pt x="1697165" y="897541"/>
                </a:lnTo>
                <a:lnTo>
                  <a:pt x="1701832" y="903256"/>
                </a:lnTo>
                <a:lnTo>
                  <a:pt x="1706404" y="897541"/>
                </a:lnTo>
                <a:lnTo>
                  <a:pt x="1710976" y="903256"/>
                </a:lnTo>
                <a:lnTo>
                  <a:pt x="1715548" y="897541"/>
                </a:lnTo>
                <a:lnTo>
                  <a:pt x="1720120" y="903256"/>
                </a:lnTo>
                <a:lnTo>
                  <a:pt x="1724692" y="897541"/>
                </a:lnTo>
                <a:lnTo>
                  <a:pt x="1729264" y="903256"/>
                </a:lnTo>
                <a:lnTo>
                  <a:pt x="1733931" y="897541"/>
                </a:lnTo>
                <a:lnTo>
                  <a:pt x="1738598" y="903256"/>
                </a:lnTo>
                <a:lnTo>
                  <a:pt x="1743266" y="897541"/>
                </a:lnTo>
                <a:lnTo>
                  <a:pt x="1747933" y="903256"/>
                </a:lnTo>
                <a:lnTo>
                  <a:pt x="1752600" y="897541"/>
                </a:lnTo>
                <a:lnTo>
                  <a:pt x="1757267" y="903256"/>
                </a:lnTo>
                <a:lnTo>
                  <a:pt x="1761935" y="897541"/>
                </a:lnTo>
                <a:lnTo>
                  <a:pt x="1766602" y="903256"/>
                </a:lnTo>
                <a:lnTo>
                  <a:pt x="1771174" y="897541"/>
                </a:lnTo>
                <a:lnTo>
                  <a:pt x="1775841" y="903256"/>
                </a:lnTo>
                <a:lnTo>
                  <a:pt x="1780508" y="897541"/>
                </a:lnTo>
                <a:lnTo>
                  <a:pt x="1785176" y="903256"/>
                </a:lnTo>
                <a:lnTo>
                  <a:pt x="1789843" y="897541"/>
                </a:lnTo>
                <a:lnTo>
                  <a:pt x="1794510" y="903256"/>
                </a:lnTo>
                <a:lnTo>
                  <a:pt x="1799177" y="897541"/>
                </a:lnTo>
                <a:lnTo>
                  <a:pt x="1802035" y="901065"/>
                </a:lnTo>
                <a:lnTo>
                  <a:pt x="1805083" y="898589"/>
                </a:lnTo>
                <a:lnTo>
                  <a:pt x="1835849" y="898589"/>
                </a:lnTo>
                <a:cubicBezTo>
                  <a:pt x="1835849" y="898589"/>
                  <a:pt x="1835753" y="898970"/>
                  <a:pt x="1835753" y="899065"/>
                </a:cubicBezTo>
                <a:cubicBezTo>
                  <a:pt x="1835753" y="900398"/>
                  <a:pt x="1836039" y="901732"/>
                  <a:pt x="1836515" y="902970"/>
                </a:cubicBezTo>
                <a:lnTo>
                  <a:pt x="1794796" y="940118"/>
                </a:lnTo>
                <a:lnTo>
                  <a:pt x="1775270" y="940118"/>
                </a:lnTo>
                <a:lnTo>
                  <a:pt x="1775270" y="934402"/>
                </a:lnTo>
                <a:lnTo>
                  <a:pt x="1750505" y="934402"/>
                </a:lnTo>
                <a:lnTo>
                  <a:pt x="1750505" y="959168"/>
                </a:lnTo>
                <a:lnTo>
                  <a:pt x="1775270" y="959168"/>
                </a:lnTo>
                <a:lnTo>
                  <a:pt x="1775270" y="953167"/>
                </a:lnTo>
                <a:lnTo>
                  <a:pt x="1794796" y="953167"/>
                </a:lnTo>
                <a:lnTo>
                  <a:pt x="1833563" y="987647"/>
                </a:lnTo>
                <a:cubicBezTo>
                  <a:pt x="1832229" y="989743"/>
                  <a:pt x="1831372" y="992219"/>
                  <a:pt x="1831372" y="994982"/>
                </a:cubicBezTo>
                <a:cubicBezTo>
                  <a:pt x="1831372" y="1002411"/>
                  <a:pt x="1837373" y="1008412"/>
                  <a:pt x="1844802" y="1008412"/>
                </a:cubicBezTo>
                <a:cubicBezTo>
                  <a:pt x="1852232" y="1008412"/>
                  <a:pt x="1858232" y="1002411"/>
                  <a:pt x="1858232" y="994982"/>
                </a:cubicBezTo>
                <a:cubicBezTo>
                  <a:pt x="1858232" y="987552"/>
                  <a:pt x="1852232" y="981551"/>
                  <a:pt x="1844802" y="981551"/>
                </a:cubicBezTo>
                <a:cubicBezTo>
                  <a:pt x="1841754" y="981551"/>
                  <a:pt x="1839087" y="982599"/>
                  <a:pt x="1836801" y="984218"/>
                </a:cubicBezTo>
                <a:lnTo>
                  <a:pt x="1796606" y="948404"/>
                </a:lnTo>
                <a:lnTo>
                  <a:pt x="1775270" y="948404"/>
                </a:lnTo>
                <a:lnTo>
                  <a:pt x="1775270" y="944975"/>
                </a:lnTo>
                <a:lnTo>
                  <a:pt x="1796606" y="944975"/>
                </a:lnTo>
                <a:lnTo>
                  <a:pt x="1839087" y="907161"/>
                </a:lnTo>
                <a:cubicBezTo>
                  <a:pt x="1841087" y="909066"/>
                  <a:pt x="1843754" y="910304"/>
                  <a:pt x="1846802" y="910304"/>
                </a:cubicBezTo>
                <a:cubicBezTo>
                  <a:pt x="1852898" y="910304"/>
                  <a:pt x="1857851" y="905351"/>
                  <a:pt x="1857851" y="899255"/>
                </a:cubicBezTo>
                <a:cubicBezTo>
                  <a:pt x="1857851" y="893159"/>
                  <a:pt x="1852898" y="888206"/>
                  <a:pt x="1846802" y="888206"/>
                </a:cubicBezTo>
                <a:cubicBezTo>
                  <a:pt x="1841754" y="888206"/>
                  <a:pt x="1837563" y="891731"/>
                  <a:pt x="1836325" y="896398"/>
                </a:cubicBezTo>
                <a:lnTo>
                  <a:pt x="1804226" y="896398"/>
                </a:lnTo>
                <a:lnTo>
                  <a:pt x="1799177" y="890207"/>
                </a:lnTo>
                <a:lnTo>
                  <a:pt x="1794510" y="895922"/>
                </a:lnTo>
                <a:lnTo>
                  <a:pt x="1789843" y="890207"/>
                </a:lnTo>
                <a:lnTo>
                  <a:pt x="1785176" y="895922"/>
                </a:lnTo>
                <a:lnTo>
                  <a:pt x="1780508" y="890207"/>
                </a:lnTo>
                <a:lnTo>
                  <a:pt x="1775841" y="895922"/>
                </a:lnTo>
                <a:lnTo>
                  <a:pt x="1771174" y="890207"/>
                </a:lnTo>
                <a:lnTo>
                  <a:pt x="1766602" y="895922"/>
                </a:lnTo>
                <a:lnTo>
                  <a:pt x="1761935" y="890207"/>
                </a:lnTo>
                <a:lnTo>
                  <a:pt x="1757267" y="895922"/>
                </a:lnTo>
                <a:lnTo>
                  <a:pt x="1752600" y="890207"/>
                </a:lnTo>
                <a:lnTo>
                  <a:pt x="1747933" y="895922"/>
                </a:lnTo>
                <a:lnTo>
                  <a:pt x="1743266" y="890207"/>
                </a:lnTo>
                <a:lnTo>
                  <a:pt x="1738598" y="895922"/>
                </a:lnTo>
                <a:lnTo>
                  <a:pt x="1733931" y="890207"/>
                </a:lnTo>
                <a:lnTo>
                  <a:pt x="1729264" y="895922"/>
                </a:lnTo>
                <a:lnTo>
                  <a:pt x="1724692" y="890207"/>
                </a:lnTo>
                <a:lnTo>
                  <a:pt x="1720120" y="895922"/>
                </a:lnTo>
                <a:lnTo>
                  <a:pt x="1715548" y="890207"/>
                </a:lnTo>
                <a:lnTo>
                  <a:pt x="1710976" y="895922"/>
                </a:lnTo>
                <a:lnTo>
                  <a:pt x="1706404" y="890207"/>
                </a:lnTo>
                <a:lnTo>
                  <a:pt x="1701832" y="895922"/>
                </a:lnTo>
                <a:lnTo>
                  <a:pt x="1697165" y="890207"/>
                </a:lnTo>
                <a:lnTo>
                  <a:pt x="1692593" y="895922"/>
                </a:lnTo>
                <a:lnTo>
                  <a:pt x="1688021" y="890207"/>
                </a:lnTo>
                <a:lnTo>
                  <a:pt x="1683449" y="895922"/>
                </a:lnTo>
                <a:lnTo>
                  <a:pt x="1678877" y="890207"/>
                </a:lnTo>
                <a:lnTo>
                  <a:pt x="1674305" y="895922"/>
                </a:lnTo>
                <a:lnTo>
                  <a:pt x="1669637" y="890207"/>
                </a:lnTo>
                <a:lnTo>
                  <a:pt x="1664970" y="895922"/>
                </a:lnTo>
                <a:lnTo>
                  <a:pt x="1662208" y="892493"/>
                </a:lnTo>
                <a:lnTo>
                  <a:pt x="1659636" y="894588"/>
                </a:lnTo>
                <a:lnTo>
                  <a:pt x="1627442" y="894588"/>
                </a:lnTo>
                <a:cubicBezTo>
                  <a:pt x="1625632" y="890873"/>
                  <a:pt x="1621917" y="888206"/>
                  <a:pt x="1617440" y="888206"/>
                </a:cubicBezTo>
                <a:cubicBezTo>
                  <a:pt x="1611344" y="888206"/>
                  <a:pt x="1606391" y="893159"/>
                  <a:pt x="1606391" y="899255"/>
                </a:cubicBezTo>
                <a:cubicBezTo>
                  <a:pt x="1606391" y="905351"/>
                  <a:pt x="1611344" y="910304"/>
                  <a:pt x="1617440" y="910304"/>
                </a:cubicBezTo>
                <a:cubicBezTo>
                  <a:pt x="1619536" y="910304"/>
                  <a:pt x="1621346" y="909542"/>
                  <a:pt x="1622965" y="908590"/>
                </a:cubicBezTo>
                <a:lnTo>
                  <a:pt x="1664018" y="945166"/>
                </a:lnTo>
                <a:lnTo>
                  <a:pt x="1686973" y="945166"/>
                </a:lnTo>
                <a:lnTo>
                  <a:pt x="1686973" y="948595"/>
                </a:lnTo>
                <a:lnTo>
                  <a:pt x="1664018" y="948595"/>
                </a:lnTo>
                <a:close/>
                <a:moveTo>
                  <a:pt x="1615631" y="1004316"/>
                </a:moveTo>
                <a:cubicBezTo>
                  <a:pt x="1610868" y="1004316"/>
                  <a:pt x="1606963" y="1000411"/>
                  <a:pt x="1606963" y="995648"/>
                </a:cubicBezTo>
                <a:cubicBezTo>
                  <a:pt x="1606963" y="990886"/>
                  <a:pt x="1610868" y="986981"/>
                  <a:pt x="1615631" y="986981"/>
                </a:cubicBezTo>
                <a:cubicBezTo>
                  <a:pt x="1620393" y="986981"/>
                  <a:pt x="1624298" y="990886"/>
                  <a:pt x="1624298" y="995648"/>
                </a:cubicBezTo>
                <a:cubicBezTo>
                  <a:pt x="1624298" y="1000411"/>
                  <a:pt x="1620393" y="1004316"/>
                  <a:pt x="1615631" y="1004316"/>
                </a:cubicBezTo>
                <a:close/>
                <a:moveTo>
                  <a:pt x="1691735" y="939070"/>
                </a:moveTo>
                <a:lnTo>
                  <a:pt x="1706975" y="939070"/>
                </a:lnTo>
                <a:lnTo>
                  <a:pt x="1706975" y="954310"/>
                </a:lnTo>
                <a:lnTo>
                  <a:pt x="1691735" y="954310"/>
                </a:lnTo>
                <a:lnTo>
                  <a:pt x="1691735" y="939070"/>
                </a:lnTo>
                <a:close/>
                <a:moveTo>
                  <a:pt x="1770412" y="954215"/>
                </a:moveTo>
                <a:lnTo>
                  <a:pt x="1755172" y="954215"/>
                </a:lnTo>
                <a:lnTo>
                  <a:pt x="1755172" y="938975"/>
                </a:lnTo>
                <a:lnTo>
                  <a:pt x="1770412" y="938975"/>
                </a:lnTo>
                <a:lnTo>
                  <a:pt x="1770412" y="954215"/>
                </a:lnTo>
                <a:close/>
                <a:moveTo>
                  <a:pt x="1844707" y="986123"/>
                </a:moveTo>
                <a:cubicBezTo>
                  <a:pt x="1849469" y="986123"/>
                  <a:pt x="1853375" y="990029"/>
                  <a:pt x="1853375" y="994791"/>
                </a:cubicBezTo>
                <a:cubicBezTo>
                  <a:pt x="1853375" y="999554"/>
                  <a:pt x="1849469" y="1003459"/>
                  <a:pt x="1844707" y="1003459"/>
                </a:cubicBezTo>
                <a:cubicBezTo>
                  <a:pt x="1839944" y="1003459"/>
                  <a:pt x="1836039" y="999554"/>
                  <a:pt x="1836039" y="994791"/>
                </a:cubicBezTo>
                <a:cubicBezTo>
                  <a:pt x="1836039" y="990029"/>
                  <a:pt x="1839944" y="986123"/>
                  <a:pt x="1844707" y="986123"/>
                </a:cubicBezTo>
                <a:close/>
                <a:moveTo>
                  <a:pt x="1849374" y="717518"/>
                </a:moveTo>
                <a:lnTo>
                  <a:pt x="1853660" y="717518"/>
                </a:lnTo>
                <a:lnTo>
                  <a:pt x="1853375" y="636175"/>
                </a:lnTo>
                <a:lnTo>
                  <a:pt x="1833372" y="610648"/>
                </a:lnTo>
                <a:lnTo>
                  <a:pt x="1837087" y="607695"/>
                </a:lnTo>
                <a:lnTo>
                  <a:pt x="1858137" y="634556"/>
                </a:lnTo>
                <a:lnTo>
                  <a:pt x="1858423" y="717614"/>
                </a:lnTo>
                <a:lnTo>
                  <a:pt x="1862328" y="717614"/>
                </a:lnTo>
                <a:cubicBezTo>
                  <a:pt x="1863852" y="717614"/>
                  <a:pt x="1864995" y="718852"/>
                  <a:pt x="1864995" y="720281"/>
                </a:cubicBezTo>
                <a:lnTo>
                  <a:pt x="1864995" y="733235"/>
                </a:lnTo>
                <a:cubicBezTo>
                  <a:pt x="1864995" y="734759"/>
                  <a:pt x="1863757" y="735902"/>
                  <a:pt x="1862328" y="735902"/>
                </a:cubicBezTo>
                <a:lnTo>
                  <a:pt x="1849374" y="735902"/>
                </a:lnTo>
                <a:cubicBezTo>
                  <a:pt x="1847850" y="735902"/>
                  <a:pt x="1846707" y="734663"/>
                  <a:pt x="1846707" y="733235"/>
                </a:cubicBezTo>
                <a:lnTo>
                  <a:pt x="1846707" y="720281"/>
                </a:lnTo>
                <a:cubicBezTo>
                  <a:pt x="1846707" y="718757"/>
                  <a:pt x="1847945" y="717614"/>
                  <a:pt x="1849374" y="717614"/>
                </a:cubicBezTo>
                <a:close/>
                <a:moveTo>
                  <a:pt x="1743456" y="934307"/>
                </a:moveTo>
                <a:lnTo>
                  <a:pt x="1718691" y="934307"/>
                </a:lnTo>
                <a:lnTo>
                  <a:pt x="1718691" y="959072"/>
                </a:lnTo>
                <a:lnTo>
                  <a:pt x="1743456" y="959072"/>
                </a:lnTo>
                <a:lnTo>
                  <a:pt x="1743456" y="934307"/>
                </a:lnTo>
                <a:close/>
                <a:moveTo>
                  <a:pt x="1738694" y="954215"/>
                </a:moveTo>
                <a:lnTo>
                  <a:pt x="1723453" y="954215"/>
                </a:lnTo>
                <a:lnTo>
                  <a:pt x="1723453" y="938975"/>
                </a:lnTo>
                <a:lnTo>
                  <a:pt x="1738694" y="938975"/>
                </a:lnTo>
                <a:lnTo>
                  <a:pt x="1738694" y="954215"/>
                </a:lnTo>
                <a:close/>
                <a:moveTo>
                  <a:pt x="431387" y="1959864"/>
                </a:moveTo>
                <a:cubicBezTo>
                  <a:pt x="423958" y="1959864"/>
                  <a:pt x="417957" y="1965865"/>
                  <a:pt x="417957" y="1973294"/>
                </a:cubicBezTo>
                <a:cubicBezTo>
                  <a:pt x="417957" y="1979486"/>
                  <a:pt x="422148" y="1984629"/>
                  <a:pt x="427863" y="1986248"/>
                </a:cubicBezTo>
                <a:lnTo>
                  <a:pt x="427863" y="1989201"/>
                </a:lnTo>
                <a:lnTo>
                  <a:pt x="435007" y="1989201"/>
                </a:lnTo>
                <a:lnTo>
                  <a:pt x="435007" y="1986248"/>
                </a:lnTo>
                <a:cubicBezTo>
                  <a:pt x="440722" y="1984629"/>
                  <a:pt x="444913" y="1979486"/>
                  <a:pt x="444913" y="1973294"/>
                </a:cubicBezTo>
                <a:cubicBezTo>
                  <a:pt x="444913" y="1965865"/>
                  <a:pt x="438912" y="1959864"/>
                  <a:pt x="431483" y="1959864"/>
                </a:cubicBezTo>
                <a:close/>
                <a:moveTo>
                  <a:pt x="431387" y="1981962"/>
                </a:moveTo>
                <a:cubicBezTo>
                  <a:pt x="426625" y="1981962"/>
                  <a:pt x="422720" y="1978057"/>
                  <a:pt x="422720" y="1973294"/>
                </a:cubicBezTo>
                <a:cubicBezTo>
                  <a:pt x="422720" y="1968532"/>
                  <a:pt x="426625" y="1964627"/>
                  <a:pt x="431387" y="1964627"/>
                </a:cubicBezTo>
                <a:cubicBezTo>
                  <a:pt x="436150" y="1964627"/>
                  <a:pt x="440055" y="1968532"/>
                  <a:pt x="440055" y="1973294"/>
                </a:cubicBezTo>
                <a:cubicBezTo>
                  <a:pt x="440055" y="1978057"/>
                  <a:pt x="436150" y="1981962"/>
                  <a:pt x="431387" y="1981962"/>
                </a:cubicBezTo>
                <a:close/>
                <a:moveTo>
                  <a:pt x="427863" y="2065020"/>
                </a:moveTo>
                <a:lnTo>
                  <a:pt x="435007" y="2065020"/>
                </a:lnTo>
                <a:lnTo>
                  <a:pt x="435007" y="2073497"/>
                </a:lnTo>
                <a:lnTo>
                  <a:pt x="427863" y="2073497"/>
                </a:lnTo>
                <a:lnTo>
                  <a:pt x="427863" y="2065020"/>
                </a:lnTo>
                <a:close/>
                <a:moveTo>
                  <a:pt x="33433" y="350044"/>
                </a:moveTo>
                <a:lnTo>
                  <a:pt x="108109" y="350044"/>
                </a:lnTo>
                <a:lnTo>
                  <a:pt x="108109" y="352235"/>
                </a:lnTo>
                <a:cubicBezTo>
                  <a:pt x="108109" y="354330"/>
                  <a:pt x="109823" y="356045"/>
                  <a:pt x="111919" y="356045"/>
                </a:cubicBezTo>
                <a:lnTo>
                  <a:pt x="120777" y="356045"/>
                </a:lnTo>
                <a:lnTo>
                  <a:pt x="120777" y="377095"/>
                </a:lnTo>
                <a:lnTo>
                  <a:pt x="111919" y="377095"/>
                </a:lnTo>
                <a:cubicBezTo>
                  <a:pt x="109823" y="377095"/>
                  <a:pt x="108109" y="378809"/>
                  <a:pt x="108109" y="380905"/>
                </a:cubicBezTo>
                <a:lnTo>
                  <a:pt x="108109" y="383000"/>
                </a:lnTo>
                <a:lnTo>
                  <a:pt x="95" y="383000"/>
                </a:lnTo>
                <a:cubicBezTo>
                  <a:pt x="95" y="383000"/>
                  <a:pt x="95" y="387668"/>
                  <a:pt x="95" y="387668"/>
                </a:cubicBezTo>
                <a:lnTo>
                  <a:pt x="108109" y="387668"/>
                </a:lnTo>
                <a:lnTo>
                  <a:pt x="108109" y="389858"/>
                </a:lnTo>
                <a:cubicBezTo>
                  <a:pt x="108109" y="391954"/>
                  <a:pt x="109823" y="393668"/>
                  <a:pt x="111919" y="393668"/>
                </a:cubicBezTo>
                <a:lnTo>
                  <a:pt x="120777" y="393668"/>
                </a:lnTo>
                <a:lnTo>
                  <a:pt x="120777" y="414719"/>
                </a:lnTo>
                <a:lnTo>
                  <a:pt x="111919" y="414719"/>
                </a:lnTo>
                <a:cubicBezTo>
                  <a:pt x="109823" y="414719"/>
                  <a:pt x="108109" y="416433"/>
                  <a:pt x="108109" y="418529"/>
                </a:cubicBezTo>
                <a:lnTo>
                  <a:pt x="108109" y="419957"/>
                </a:lnTo>
                <a:lnTo>
                  <a:pt x="95" y="420243"/>
                </a:lnTo>
                <a:lnTo>
                  <a:pt x="95" y="425006"/>
                </a:lnTo>
                <a:lnTo>
                  <a:pt x="108109" y="424720"/>
                </a:lnTo>
                <a:lnTo>
                  <a:pt x="108109" y="427577"/>
                </a:lnTo>
                <a:cubicBezTo>
                  <a:pt x="108109" y="429673"/>
                  <a:pt x="109823" y="431387"/>
                  <a:pt x="111919" y="431387"/>
                </a:cubicBezTo>
                <a:lnTo>
                  <a:pt x="120777" y="431387"/>
                </a:lnTo>
                <a:lnTo>
                  <a:pt x="120777" y="452438"/>
                </a:lnTo>
                <a:lnTo>
                  <a:pt x="111919" y="452438"/>
                </a:lnTo>
                <a:cubicBezTo>
                  <a:pt x="109823" y="452438"/>
                  <a:pt x="108109" y="454152"/>
                  <a:pt x="108109" y="456248"/>
                </a:cubicBezTo>
                <a:lnTo>
                  <a:pt x="108109" y="458343"/>
                </a:lnTo>
                <a:lnTo>
                  <a:pt x="95" y="458343"/>
                </a:lnTo>
                <a:lnTo>
                  <a:pt x="95" y="463106"/>
                </a:lnTo>
                <a:lnTo>
                  <a:pt x="108109" y="463106"/>
                </a:lnTo>
                <a:lnTo>
                  <a:pt x="108109" y="465201"/>
                </a:lnTo>
                <a:cubicBezTo>
                  <a:pt x="108109" y="467297"/>
                  <a:pt x="109823" y="469011"/>
                  <a:pt x="111919" y="469011"/>
                </a:cubicBezTo>
                <a:lnTo>
                  <a:pt x="120396" y="469011"/>
                </a:lnTo>
                <a:lnTo>
                  <a:pt x="120396" y="490061"/>
                </a:lnTo>
                <a:lnTo>
                  <a:pt x="111919" y="490061"/>
                </a:lnTo>
                <a:cubicBezTo>
                  <a:pt x="109823" y="490061"/>
                  <a:pt x="108109" y="491776"/>
                  <a:pt x="108109" y="493871"/>
                </a:cubicBezTo>
                <a:lnTo>
                  <a:pt x="108109" y="495967"/>
                </a:lnTo>
                <a:lnTo>
                  <a:pt x="49435" y="495490"/>
                </a:lnTo>
                <a:lnTo>
                  <a:pt x="29909" y="478631"/>
                </a:lnTo>
                <a:lnTo>
                  <a:pt x="95" y="478631"/>
                </a:lnTo>
                <a:lnTo>
                  <a:pt x="95" y="483394"/>
                </a:lnTo>
                <a:lnTo>
                  <a:pt x="28099" y="483394"/>
                </a:lnTo>
                <a:cubicBezTo>
                  <a:pt x="28099" y="483394"/>
                  <a:pt x="47625" y="500253"/>
                  <a:pt x="47625" y="500253"/>
                </a:cubicBezTo>
                <a:lnTo>
                  <a:pt x="108014" y="500729"/>
                </a:lnTo>
                <a:lnTo>
                  <a:pt x="108014" y="502920"/>
                </a:lnTo>
                <a:cubicBezTo>
                  <a:pt x="108014" y="505015"/>
                  <a:pt x="109728" y="506730"/>
                  <a:pt x="111823" y="506730"/>
                </a:cubicBezTo>
                <a:lnTo>
                  <a:pt x="120682" y="506730"/>
                </a:lnTo>
                <a:lnTo>
                  <a:pt x="120682" y="527780"/>
                </a:lnTo>
                <a:lnTo>
                  <a:pt x="111823" y="527780"/>
                </a:lnTo>
                <a:cubicBezTo>
                  <a:pt x="109728" y="527780"/>
                  <a:pt x="108014" y="529495"/>
                  <a:pt x="108014" y="531590"/>
                </a:cubicBezTo>
                <a:lnTo>
                  <a:pt x="108014" y="532924"/>
                </a:lnTo>
                <a:lnTo>
                  <a:pt x="49340" y="532448"/>
                </a:lnTo>
                <a:lnTo>
                  <a:pt x="29813" y="515588"/>
                </a:lnTo>
                <a:lnTo>
                  <a:pt x="95" y="515588"/>
                </a:lnTo>
                <a:lnTo>
                  <a:pt x="95" y="520446"/>
                </a:lnTo>
                <a:lnTo>
                  <a:pt x="28099" y="520446"/>
                </a:lnTo>
                <a:cubicBezTo>
                  <a:pt x="28099" y="520446"/>
                  <a:pt x="47625" y="537210"/>
                  <a:pt x="47625" y="537210"/>
                </a:cubicBezTo>
                <a:lnTo>
                  <a:pt x="108014" y="537686"/>
                </a:lnTo>
                <a:lnTo>
                  <a:pt x="108014" y="540544"/>
                </a:lnTo>
                <a:cubicBezTo>
                  <a:pt x="108014" y="542639"/>
                  <a:pt x="109728" y="544354"/>
                  <a:pt x="111823" y="544354"/>
                </a:cubicBezTo>
                <a:lnTo>
                  <a:pt x="120682" y="544354"/>
                </a:lnTo>
                <a:lnTo>
                  <a:pt x="120682" y="565404"/>
                </a:lnTo>
                <a:lnTo>
                  <a:pt x="111823" y="565404"/>
                </a:lnTo>
                <a:cubicBezTo>
                  <a:pt x="109728" y="565404"/>
                  <a:pt x="108014" y="567119"/>
                  <a:pt x="108014" y="569214"/>
                </a:cubicBezTo>
                <a:lnTo>
                  <a:pt x="108014" y="571310"/>
                </a:lnTo>
                <a:lnTo>
                  <a:pt x="77819" y="571310"/>
                </a:lnTo>
                <a:lnTo>
                  <a:pt x="48578" y="587597"/>
                </a:lnTo>
                <a:lnTo>
                  <a:pt x="95" y="587597"/>
                </a:lnTo>
                <a:lnTo>
                  <a:pt x="95" y="592360"/>
                </a:lnTo>
                <a:lnTo>
                  <a:pt x="49816" y="592360"/>
                </a:lnTo>
                <a:lnTo>
                  <a:pt x="79058" y="576072"/>
                </a:lnTo>
                <a:lnTo>
                  <a:pt x="108014" y="576072"/>
                </a:lnTo>
                <a:lnTo>
                  <a:pt x="108014" y="578168"/>
                </a:lnTo>
                <a:cubicBezTo>
                  <a:pt x="108014" y="580263"/>
                  <a:pt x="109728" y="581978"/>
                  <a:pt x="111823" y="581978"/>
                </a:cubicBezTo>
                <a:lnTo>
                  <a:pt x="131921" y="581978"/>
                </a:lnTo>
                <a:cubicBezTo>
                  <a:pt x="134017" y="581978"/>
                  <a:pt x="135731" y="580263"/>
                  <a:pt x="135731" y="578168"/>
                </a:cubicBezTo>
                <a:lnTo>
                  <a:pt x="135731" y="569214"/>
                </a:lnTo>
                <a:cubicBezTo>
                  <a:pt x="135731" y="567119"/>
                  <a:pt x="134017" y="565404"/>
                  <a:pt x="131921" y="565404"/>
                </a:cubicBezTo>
                <a:lnTo>
                  <a:pt x="123063" y="565404"/>
                </a:lnTo>
                <a:lnTo>
                  <a:pt x="123063" y="544354"/>
                </a:lnTo>
                <a:lnTo>
                  <a:pt x="131921" y="544354"/>
                </a:lnTo>
                <a:cubicBezTo>
                  <a:pt x="134017" y="544354"/>
                  <a:pt x="135731" y="542639"/>
                  <a:pt x="135731" y="540544"/>
                </a:cubicBezTo>
                <a:lnTo>
                  <a:pt x="135731" y="531590"/>
                </a:lnTo>
                <a:cubicBezTo>
                  <a:pt x="135731" y="529495"/>
                  <a:pt x="134017" y="527780"/>
                  <a:pt x="131921" y="527780"/>
                </a:cubicBezTo>
                <a:lnTo>
                  <a:pt x="123063" y="527780"/>
                </a:lnTo>
                <a:lnTo>
                  <a:pt x="123063" y="506730"/>
                </a:lnTo>
                <a:lnTo>
                  <a:pt x="131921" y="506730"/>
                </a:lnTo>
                <a:cubicBezTo>
                  <a:pt x="134017" y="506730"/>
                  <a:pt x="135731" y="505015"/>
                  <a:pt x="135731" y="502920"/>
                </a:cubicBezTo>
                <a:lnTo>
                  <a:pt x="135731" y="493967"/>
                </a:lnTo>
                <a:cubicBezTo>
                  <a:pt x="135731" y="491871"/>
                  <a:pt x="134017" y="490157"/>
                  <a:pt x="131921" y="490157"/>
                </a:cubicBezTo>
                <a:lnTo>
                  <a:pt x="122682" y="490157"/>
                </a:lnTo>
                <a:lnTo>
                  <a:pt x="122682" y="469106"/>
                </a:lnTo>
                <a:lnTo>
                  <a:pt x="131921" y="469106"/>
                </a:lnTo>
                <a:cubicBezTo>
                  <a:pt x="134017" y="469106"/>
                  <a:pt x="135731" y="467392"/>
                  <a:pt x="135731" y="465296"/>
                </a:cubicBezTo>
                <a:lnTo>
                  <a:pt x="135731" y="456343"/>
                </a:lnTo>
                <a:cubicBezTo>
                  <a:pt x="135731" y="454247"/>
                  <a:pt x="134017" y="452533"/>
                  <a:pt x="131921" y="452533"/>
                </a:cubicBezTo>
                <a:lnTo>
                  <a:pt x="123063" y="452533"/>
                </a:lnTo>
                <a:lnTo>
                  <a:pt x="123063" y="431483"/>
                </a:lnTo>
                <a:lnTo>
                  <a:pt x="131921" y="431483"/>
                </a:lnTo>
                <a:cubicBezTo>
                  <a:pt x="134017" y="431483"/>
                  <a:pt x="135731" y="429768"/>
                  <a:pt x="135731" y="427673"/>
                </a:cubicBezTo>
                <a:lnTo>
                  <a:pt x="135731" y="418719"/>
                </a:lnTo>
                <a:cubicBezTo>
                  <a:pt x="135731" y="416624"/>
                  <a:pt x="134017" y="414909"/>
                  <a:pt x="131921" y="414909"/>
                </a:cubicBezTo>
                <a:lnTo>
                  <a:pt x="123063" y="414909"/>
                </a:lnTo>
                <a:lnTo>
                  <a:pt x="123063" y="393859"/>
                </a:lnTo>
                <a:lnTo>
                  <a:pt x="131921" y="393859"/>
                </a:lnTo>
                <a:cubicBezTo>
                  <a:pt x="134017" y="393859"/>
                  <a:pt x="135731" y="392144"/>
                  <a:pt x="135731" y="390049"/>
                </a:cubicBezTo>
                <a:lnTo>
                  <a:pt x="135731" y="381095"/>
                </a:lnTo>
                <a:cubicBezTo>
                  <a:pt x="135731" y="379000"/>
                  <a:pt x="134017" y="377285"/>
                  <a:pt x="131921" y="377285"/>
                </a:cubicBezTo>
                <a:lnTo>
                  <a:pt x="123063" y="377285"/>
                </a:lnTo>
                <a:lnTo>
                  <a:pt x="123063" y="356235"/>
                </a:lnTo>
                <a:lnTo>
                  <a:pt x="131921" y="356235"/>
                </a:lnTo>
                <a:cubicBezTo>
                  <a:pt x="134017" y="356235"/>
                  <a:pt x="135731" y="354521"/>
                  <a:pt x="135731" y="352425"/>
                </a:cubicBezTo>
                <a:lnTo>
                  <a:pt x="135731" y="343472"/>
                </a:lnTo>
                <a:cubicBezTo>
                  <a:pt x="135731" y="341376"/>
                  <a:pt x="134017" y="339662"/>
                  <a:pt x="131921" y="339662"/>
                </a:cubicBezTo>
                <a:lnTo>
                  <a:pt x="111823" y="339662"/>
                </a:lnTo>
                <a:cubicBezTo>
                  <a:pt x="109728" y="339662"/>
                  <a:pt x="108014" y="341376"/>
                  <a:pt x="108014" y="343472"/>
                </a:cubicBezTo>
                <a:lnTo>
                  <a:pt x="108014" y="345567"/>
                </a:lnTo>
                <a:lnTo>
                  <a:pt x="35243" y="345567"/>
                </a:lnTo>
                <a:cubicBezTo>
                  <a:pt x="35243" y="345567"/>
                  <a:pt x="19622" y="331280"/>
                  <a:pt x="19622" y="331280"/>
                </a:cubicBezTo>
                <a:lnTo>
                  <a:pt x="95" y="331280"/>
                </a:lnTo>
                <a:lnTo>
                  <a:pt x="95" y="336042"/>
                </a:lnTo>
                <a:lnTo>
                  <a:pt x="17812" y="336042"/>
                </a:lnTo>
                <a:cubicBezTo>
                  <a:pt x="17812" y="336042"/>
                  <a:pt x="33433" y="350234"/>
                  <a:pt x="33433" y="350234"/>
                </a:cubicBezTo>
                <a:close/>
                <a:moveTo>
                  <a:pt x="118682" y="388525"/>
                </a:moveTo>
                <a:lnTo>
                  <a:pt x="119348" y="389001"/>
                </a:lnTo>
                <a:lnTo>
                  <a:pt x="112871" y="389001"/>
                </a:lnTo>
                <a:lnTo>
                  <a:pt x="112871" y="381857"/>
                </a:lnTo>
                <a:lnTo>
                  <a:pt x="119348" y="381857"/>
                </a:lnTo>
                <a:lnTo>
                  <a:pt x="122301" y="384143"/>
                </a:lnTo>
                <a:lnTo>
                  <a:pt x="118777" y="386525"/>
                </a:lnTo>
                <a:cubicBezTo>
                  <a:pt x="118777" y="386525"/>
                  <a:pt x="118301" y="387096"/>
                  <a:pt x="118301" y="387477"/>
                </a:cubicBezTo>
                <a:cubicBezTo>
                  <a:pt x="118301" y="387858"/>
                  <a:pt x="118491" y="388239"/>
                  <a:pt x="118777" y="388430"/>
                </a:cubicBezTo>
                <a:close/>
                <a:moveTo>
                  <a:pt x="118682" y="426244"/>
                </a:moveTo>
                <a:lnTo>
                  <a:pt x="119253" y="426720"/>
                </a:lnTo>
                <a:lnTo>
                  <a:pt x="112776" y="426720"/>
                </a:lnTo>
                <a:lnTo>
                  <a:pt x="112776" y="419576"/>
                </a:lnTo>
                <a:lnTo>
                  <a:pt x="119253" y="419576"/>
                </a:lnTo>
                <a:lnTo>
                  <a:pt x="122206" y="421958"/>
                </a:lnTo>
                <a:lnTo>
                  <a:pt x="118682" y="424339"/>
                </a:lnTo>
                <a:cubicBezTo>
                  <a:pt x="118682" y="424339"/>
                  <a:pt x="118205" y="424910"/>
                  <a:pt x="118205" y="425291"/>
                </a:cubicBezTo>
                <a:cubicBezTo>
                  <a:pt x="118205" y="425672"/>
                  <a:pt x="118396" y="426053"/>
                  <a:pt x="118682" y="426244"/>
                </a:cubicBezTo>
                <a:close/>
                <a:moveTo>
                  <a:pt x="118682" y="464058"/>
                </a:moveTo>
                <a:lnTo>
                  <a:pt x="119348" y="464534"/>
                </a:lnTo>
                <a:lnTo>
                  <a:pt x="112871" y="464534"/>
                </a:lnTo>
                <a:lnTo>
                  <a:pt x="112871" y="457390"/>
                </a:lnTo>
                <a:lnTo>
                  <a:pt x="119348" y="457390"/>
                </a:lnTo>
                <a:lnTo>
                  <a:pt x="122301" y="459772"/>
                </a:lnTo>
                <a:lnTo>
                  <a:pt x="118777" y="462153"/>
                </a:lnTo>
                <a:cubicBezTo>
                  <a:pt x="118777" y="462153"/>
                  <a:pt x="118301" y="462725"/>
                  <a:pt x="118301" y="463106"/>
                </a:cubicBezTo>
                <a:cubicBezTo>
                  <a:pt x="118301" y="463487"/>
                  <a:pt x="118491" y="463868"/>
                  <a:pt x="118777" y="464058"/>
                </a:cubicBezTo>
                <a:close/>
                <a:moveTo>
                  <a:pt x="118682" y="501777"/>
                </a:moveTo>
                <a:lnTo>
                  <a:pt x="119348" y="502253"/>
                </a:lnTo>
                <a:lnTo>
                  <a:pt x="112871" y="502253"/>
                </a:lnTo>
                <a:lnTo>
                  <a:pt x="112871" y="495110"/>
                </a:lnTo>
                <a:lnTo>
                  <a:pt x="119348" y="495110"/>
                </a:lnTo>
                <a:lnTo>
                  <a:pt x="122301" y="497396"/>
                </a:lnTo>
                <a:lnTo>
                  <a:pt x="118777" y="499777"/>
                </a:lnTo>
                <a:cubicBezTo>
                  <a:pt x="118777" y="499777"/>
                  <a:pt x="118301" y="500348"/>
                  <a:pt x="118301" y="500729"/>
                </a:cubicBezTo>
                <a:cubicBezTo>
                  <a:pt x="118301" y="501110"/>
                  <a:pt x="118491" y="501491"/>
                  <a:pt x="118777" y="501682"/>
                </a:cubicBezTo>
                <a:close/>
                <a:moveTo>
                  <a:pt x="118682" y="539496"/>
                </a:moveTo>
                <a:lnTo>
                  <a:pt x="119253" y="539972"/>
                </a:lnTo>
                <a:lnTo>
                  <a:pt x="112776" y="539972"/>
                </a:lnTo>
                <a:lnTo>
                  <a:pt x="112776" y="532829"/>
                </a:lnTo>
                <a:lnTo>
                  <a:pt x="119253" y="532829"/>
                </a:lnTo>
                <a:lnTo>
                  <a:pt x="122206" y="535115"/>
                </a:lnTo>
                <a:lnTo>
                  <a:pt x="118682" y="537496"/>
                </a:lnTo>
                <a:cubicBezTo>
                  <a:pt x="118682" y="537496"/>
                  <a:pt x="118205" y="538067"/>
                  <a:pt x="118205" y="538448"/>
                </a:cubicBezTo>
                <a:cubicBezTo>
                  <a:pt x="118205" y="538829"/>
                  <a:pt x="118396" y="539210"/>
                  <a:pt x="118682" y="539401"/>
                </a:cubicBezTo>
                <a:close/>
                <a:moveTo>
                  <a:pt x="112871" y="577691"/>
                </a:moveTo>
                <a:lnTo>
                  <a:pt x="112871" y="570548"/>
                </a:lnTo>
                <a:lnTo>
                  <a:pt x="119729" y="570548"/>
                </a:lnTo>
                <a:lnTo>
                  <a:pt x="122682" y="572834"/>
                </a:lnTo>
                <a:lnTo>
                  <a:pt x="119158" y="575215"/>
                </a:lnTo>
                <a:cubicBezTo>
                  <a:pt x="119158" y="575215"/>
                  <a:pt x="118682" y="575786"/>
                  <a:pt x="118682" y="576167"/>
                </a:cubicBezTo>
                <a:cubicBezTo>
                  <a:pt x="118682" y="576548"/>
                  <a:pt x="118872" y="576929"/>
                  <a:pt x="119158" y="577120"/>
                </a:cubicBezTo>
                <a:lnTo>
                  <a:pt x="119825" y="577596"/>
                </a:lnTo>
                <a:lnTo>
                  <a:pt x="112967" y="577596"/>
                </a:lnTo>
                <a:close/>
                <a:moveTo>
                  <a:pt x="125444" y="571976"/>
                </a:moveTo>
                <a:lnTo>
                  <a:pt x="123539" y="570548"/>
                </a:lnTo>
                <a:lnTo>
                  <a:pt x="131064" y="570548"/>
                </a:lnTo>
                <a:lnTo>
                  <a:pt x="131064" y="577691"/>
                </a:lnTo>
                <a:lnTo>
                  <a:pt x="123539" y="577691"/>
                </a:lnTo>
                <a:lnTo>
                  <a:pt x="121825" y="576358"/>
                </a:lnTo>
                <a:lnTo>
                  <a:pt x="125349" y="573977"/>
                </a:lnTo>
                <a:cubicBezTo>
                  <a:pt x="125349" y="573977"/>
                  <a:pt x="125825" y="573405"/>
                  <a:pt x="125825" y="573024"/>
                </a:cubicBezTo>
                <a:cubicBezTo>
                  <a:pt x="125825" y="572643"/>
                  <a:pt x="125635" y="572262"/>
                  <a:pt x="125349" y="572072"/>
                </a:cubicBezTo>
                <a:close/>
                <a:moveTo>
                  <a:pt x="124968" y="534257"/>
                </a:moveTo>
                <a:lnTo>
                  <a:pt x="123063" y="532829"/>
                </a:lnTo>
                <a:lnTo>
                  <a:pt x="130969" y="532829"/>
                </a:lnTo>
                <a:lnTo>
                  <a:pt x="130969" y="539972"/>
                </a:lnTo>
                <a:lnTo>
                  <a:pt x="123063" y="539972"/>
                </a:lnTo>
                <a:lnTo>
                  <a:pt x="121348" y="538639"/>
                </a:lnTo>
                <a:lnTo>
                  <a:pt x="124873" y="536258"/>
                </a:lnTo>
                <a:cubicBezTo>
                  <a:pt x="124873" y="536258"/>
                  <a:pt x="125349" y="535686"/>
                  <a:pt x="125349" y="535305"/>
                </a:cubicBezTo>
                <a:cubicBezTo>
                  <a:pt x="125349" y="534924"/>
                  <a:pt x="125159" y="534543"/>
                  <a:pt x="124873" y="534353"/>
                </a:cubicBezTo>
                <a:close/>
                <a:moveTo>
                  <a:pt x="124968" y="496538"/>
                </a:moveTo>
                <a:lnTo>
                  <a:pt x="123063" y="495110"/>
                </a:lnTo>
                <a:lnTo>
                  <a:pt x="130969" y="495110"/>
                </a:lnTo>
                <a:lnTo>
                  <a:pt x="130969" y="502253"/>
                </a:lnTo>
                <a:lnTo>
                  <a:pt x="123063" y="502253"/>
                </a:lnTo>
                <a:lnTo>
                  <a:pt x="121348" y="500920"/>
                </a:lnTo>
                <a:lnTo>
                  <a:pt x="124873" y="498539"/>
                </a:lnTo>
                <a:cubicBezTo>
                  <a:pt x="124873" y="498539"/>
                  <a:pt x="125349" y="497967"/>
                  <a:pt x="125349" y="497586"/>
                </a:cubicBezTo>
                <a:cubicBezTo>
                  <a:pt x="125349" y="497205"/>
                  <a:pt x="125159" y="496824"/>
                  <a:pt x="124873" y="496634"/>
                </a:cubicBezTo>
                <a:close/>
                <a:moveTo>
                  <a:pt x="124968" y="458819"/>
                </a:moveTo>
                <a:lnTo>
                  <a:pt x="123063" y="457390"/>
                </a:lnTo>
                <a:lnTo>
                  <a:pt x="130969" y="457390"/>
                </a:lnTo>
                <a:lnTo>
                  <a:pt x="130969" y="464534"/>
                </a:lnTo>
                <a:lnTo>
                  <a:pt x="123063" y="464534"/>
                </a:lnTo>
                <a:lnTo>
                  <a:pt x="121348" y="463201"/>
                </a:lnTo>
                <a:lnTo>
                  <a:pt x="124873" y="460820"/>
                </a:lnTo>
                <a:cubicBezTo>
                  <a:pt x="124873" y="460820"/>
                  <a:pt x="125349" y="460248"/>
                  <a:pt x="125349" y="459867"/>
                </a:cubicBezTo>
                <a:cubicBezTo>
                  <a:pt x="125349" y="459486"/>
                  <a:pt x="125159" y="459105"/>
                  <a:pt x="124873" y="458914"/>
                </a:cubicBezTo>
                <a:close/>
                <a:moveTo>
                  <a:pt x="124968" y="421100"/>
                </a:moveTo>
                <a:lnTo>
                  <a:pt x="123063" y="419672"/>
                </a:lnTo>
                <a:lnTo>
                  <a:pt x="130969" y="419672"/>
                </a:lnTo>
                <a:lnTo>
                  <a:pt x="130969" y="426815"/>
                </a:lnTo>
                <a:lnTo>
                  <a:pt x="123063" y="426815"/>
                </a:lnTo>
                <a:lnTo>
                  <a:pt x="121348" y="425482"/>
                </a:lnTo>
                <a:lnTo>
                  <a:pt x="124873" y="423101"/>
                </a:lnTo>
                <a:cubicBezTo>
                  <a:pt x="124873" y="423101"/>
                  <a:pt x="125349" y="422529"/>
                  <a:pt x="125349" y="422148"/>
                </a:cubicBezTo>
                <a:cubicBezTo>
                  <a:pt x="125349" y="421767"/>
                  <a:pt x="125159" y="421386"/>
                  <a:pt x="124873" y="421196"/>
                </a:cubicBezTo>
                <a:close/>
                <a:moveTo>
                  <a:pt x="124968" y="383381"/>
                </a:moveTo>
                <a:lnTo>
                  <a:pt x="123063" y="381953"/>
                </a:lnTo>
                <a:lnTo>
                  <a:pt x="130969" y="381953"/>
                </a:lnTo>
                <a:lnTo>
                  <a:pt x="130969" y="389096"/>
                </a:lnTo>
                <a:lnTo>
                  <a:pt x="123063" y="389096"/>
                </a:lnTo>
                <a:lnTo>
                  <a:pt x="121348" y="387763"/>
                </a:lnTo>
                <a:lnTo>
                  <a:pt x="124873" y="385382"/>
                </a:lnTo>
                <a:cubicBezTo>
                  <a:pt x="124873" y="385382"/>
                  <a:pt x="125349" y="384810"/>
                  <a:pt x="125349" y="384429"/>
                </a:cubicBezTo>
                <a:cubicBezTo>
                  <a:pt x="125349" y="384048"/>
                  <a:pt x="125159" y="383667"/>
                  <a:pt x="124873" y="383477"/>
                </a:cubicBezTo>
                <a:close/>
                <a:moveTo>
                  <a:pt x="131064" y="344138"/>
                </a:moveTo>
                <a:lnTo>
                  <a:pt x="131064" y="351282"/>
                </a:lnTo>
                <a:lnTo>
                  <a:pt x="123158" y="351282"/>
                </a:lnTo>
                <a:lnTo>
                  <a:pt x="121444" y="349949"/>
                </a:lnTo>
                <a:lnTo>
                  <a:pt x="124968" y="347567"/>
                </a:lnTo>
                <a:cubicBezTo>
                  <a:pt x="124968" y="347567"/>
                  <a:pt x="125444" y="346996"/>
                  <a:pt x="125444" y="346615"/>
                </a:cubicBezTo>
                <a:cubicBezTo>
                  <a:pt x="125444" y="346234"/>
                  <a:pt x="125254" y="345853"/>
                  <a:pt x="124968" y="345662"/>
                </a:cubicBezTo>
                <a:lnTo>
                  <a:pt x="123063" y="344234"/>
                </a:lnTo>
                <a:lnTo>
                  <a:pt x="130969" y="344234"/>
                </a:lnTo>
                <a:close/>
                <a:moveTo>
                  <a:pt x="112871" y="344138"/>
                </a:moveTo>
                <a:lnTo>
                  <a:pt x="119348" y="344138"/>
                </a:lnTo>
                <a:lnTo>
                  <a:pt x="122301" y="346424"/>
                </a:lnTo>
                <a:lnTo>
                  <a:pt x="118777" y="348806"/>
                </a:lnTo>
                <a:cubicBezTo>
                  <a:pt x="118777" y="348806"/>
                  <a:pt x="118301" y="349377"/>
                  <a:pt x="118301" y="349758"/>
                </a:cubicBezTo>
                <a:cubicBezTo>
                  <a:pt x="118301" y="350139"/>
                  <a:pt x="118491" y="350520"/>
                  <a:pt x="118777" y="350711"/>
                </a:cubicBezTo>
                <a:lnTo>
                  <a:pt x="119348" y="351187"/>
                </a:lnTo>
                <a:lnTo>
                  <a:pt x="112871" y="351187"/>
                </a:lnTo>
                <a:lnTo>
                  <a:pt x="112871" y="344043"/>
                </a:lnTo>
                <a:close/>
                <a:moveTo>
                  <a:pt x="427863" y="2048161"/>
                </a:moveTo>
                <a:lnTo>
                  <a:pt x="435007" y="2048161"/>
                </a:lnTo>
                <a:lnTo>
                  <a:pt x="435007" y="2056638"/>
                </a:lnTo>
                <a:lnTo>
                  <a:pt x="427863" y="2056638"/>
                </a:lnTo>
                <a:lnTo>
                  <a:pt x="427863" y="2048161"/>
                </a:lnTo>
                <a:close/>
                <a:moveTo>
                  <a:pt x="1784604" y="927068"/>
                </a:moveTo>
                <a:lnTo>
                  <a:pt x="1675924" y="927068"/>
                </a:lnTo>
                <a:lnTo>
                  <a:pt x="1675924" y="922306"/>
                </a:lnTo>
                <a:lnTo>
                  <a:pt x="1784604" y="922306"/>
                </a:lnTo>
                <a:lnTo>
                  <a:pt x="1784604" y="927068"/>
                </a:lnTo>
                <a:close/>
                <a:moveTo>
                  <a:pt x="845249" y="2875407"/>
                </a:moveTo>
                <a:lnTo>
                  <a:pt x="961835" y="2875407"/>
                </a:lnTo>
                <a:cubicBezTo>
                  <a:pt x="964121" y="2875407"/>
                  <a:pt x="966121" y="2874455"/>
                  <a:pt x="967740" y="2873026"/>
                </a:cubicBezTo>
                <a:lnTo>
                  <a:pt x="1178814" y="2872645"/>
                </a:lnTo>
                <a:lnTo>
                  <a:pt x="1179671" y="2872645"/>
                </a:lnTo>
                <a:lnTo>
                  <a:pt x="1272635" y="2795302"/>
                </a:lnTo>
                <a:lnTo>
                  <a:pt x="1311402" y="2795302"/>
                </a:lnTo>
                <a:lnTo>
                  <a:pt x="1331405" y="2779681"/>
                </a:lnTo>
                <a:cubicBezTo>
                  <a:pt x="1332738" y="2780634"/>
                  <a:pt x="1334167" y="2781395"/>
                  <a:pt x="1335977" y="2781586"/>
                </a:cubicBezTo>
                <a:cubicBezTo>
                  <a:pt x="1336357" y="2781586"/>
                  <a:pt x="1336643" y="2781586"/>
                  <a:pt x="1337024" y="2781586"/>
                </a:cubicBezTo>
                <a:cubicBezTo>
                  <a:pt x="1341977" y="2781586"/>
                  <a:pt x="1346168" y="2777871"/>
                  <a:pt x="1346740" y="2772823"/>
                </a:cubicBezTo>
                <a:cubicBezTo>
                  <a:pt x="1347311" y="2767489"/>
                  <a:pt x="1343406" y="2762631"/>
                  <a:pt x="1338072" y="2762060"/>
                </a:cubicBezTo>
                <a:cubicBezTo>
                  <a:pt x="1332738" y="2761488"/>
                  <a:pt x="1327880" y="2765393"/>
                  <a:pt x="1327309" y="2770727"/>
                </a:cubicBezTo>
                <a:cubicBezTo>
                  <a:pt x="1327118" y="2772632"/>
                  <a:pt x="1327595" y="2774347"/>
                  <a:pt x="1328357" y="2775966"/>
                </a:cubicBezTo>
                <a:lnTo>
                  <a:pt x="1309783" y="2790444"/>
                </a:lnTo>
                <a:lnTo>
                  <a:pt x="1270921" y="2790444"/>
                </a:lnTo>
                <a:lnTo>
                  <a:pt x="1177957" y="2867787"/>
                </a:lnTo>
                <a:lnTo>
                  <a:pt x="970217" y="2868073"/>
                </a:lnTo>
                <a:cubicBezTo>
                  <a:pt x="970312" y="2867501"/>
                  <a:pt x="970502" y="2867025"/>
                  <a:pt x="970502" y="2866454"/>
                </a:cubicBezTo>
                <a:lnTo>
                  <a:pt x="970502" y="2847309"/>
                </a:lnTo>
                <a:cubicBezTo>
                  <a:pt x="970502" y="2847309"/>
                  <a:pt x="970502" y="2847023"/>
                  <a:pt x="970502" y="2846832"/>
                </a:cubicBezTo>
                <a:lnTo>
                  <a:pt x="1149001" y="2846165"/>
                </a:lnTo>
                <a:lnTo>
                  <a:pt x="1149858" y="2846165"/>
                </a:lnTo>
                <a:lnTo>
                  <a:pt x="1239869" y="2774347"/>
                </a:lnTo>
                <a:lnTo>
                  <a:pt x="1267206" y="2774537"/>
                </a:lnTo>
                <a:lnTo>
                  <a:pt x="1373696" y="2687765"/>
                </a:lnTo>
                <a:lnTo>
                  <a:pt x="1377887" y="2687765"/>
                </a:lnTo>
                <a:lnTo>
                  <a:pt x="1377887" y="2692242"/>
                </a:lnTo>
                <a:cubicBezTo>
                  <a:pt x="1377887" y="2695480"/>
                  <a:pt x="1380458" y="2698052"/>
                  <a:pt x="1383697" y="2698052"/>
                </a:cubicBezTo>
                <a:lnTo>
                  <a:pt x="1397318" y="2698052"/>
                </a:lnTo>
                <a:cubicBezTo>
                  <a:pt x="1400556" y="2698052"/>
                  <a:pt x="1403128" y="2695480"/>
                  <a:pt x="1403128" y="2692242"/>
                </a:cubicBezTo>
                <a:lnTo>
                  <a:pt x="1403128" y="2678621"/>
                </a:lnTo>
                <a:cubicBezTo>
                  <a:pt x="1403128" y="2675382"/>
                  <a:pt x="1400556" y="2672810"/>
                  <a:pt x="1397318" y="2672810"/>
                </a:cubicBezTo>
                <a:lnTo>
                  <a:pt x="1383697" y="2672810"/>
                </a:lnTo>
                <a:cubicBezTo>
                  <a:pt x="1380458" y="2672810"/>
                  <a:pt x="1377887" y="2675382"/>
                  <a:pt x="1377887" y="2678621"/>
                </a:cubicBezTo>
                <a:lnTo>
                  <a:pt x="1377887" y="2683097"/>
                </a:lnTo>
                <a:lnTo>
                  <a:pt x="1372076" y="2683097"/>
                </a:lnTo>
                <a:lnTo>
                  <a:pt x="1265587" y="2769870"/>
                </a:lnTo>
                <a:lnTo>
                  <a:pt x="1238345" y="2769680"/>
                </a:lnTo>
                <a:lnTo>
                  <a:pt x="1148334" y="2841498"/>
                </a:lnTo>
                <a:lnTo>
                  <a:pt x="968883" y="2842165"/>
                </a:lnTo>
                <a:cubicBezTo>
                  <a:pt x="967264" y="2840069"/>
                  <a:pt x="964883" y="2838641"/>
                  <a:pt x="962120" y="2838641"/>
                </a:cubicBezTo>
                <a:lnTo>
                  <a:pt x="845534" y="2838641"/>
                </a:lnTo>
                <a:cubicBezTo>
                  <a:pt x="840772" y="2838641"/>
                  <a:pt x="836771" y="2842546"/>
                  <a:pt x="836771" y="2847309"/>
                </a:cubicBezTo>
                <a:lnTo>
                  <a:pt x="836771" y="2855595"/>
                </a:lnTo>
                <a:lnTo>
                  <a:pt x="785622" y="2855119"/>
                </a:lnTo>
                <a:lnTo>
                  <a:pt x="753427" y="2888266"/>
                </a:lnTo>
                <a:lnTo>
                  <a:pt x="580073" y="2887885"/>
                </a:lnTo>
                <a:cubicBezTo>
                  <a:pt x="580358" y="2887028"/>
                  <a:pt x="580644" y="2886170"/>
                  <a:pt x="580644" y="2885218"/>
                </a:cubicBezTo>
                <a:cubicBezTo>
                  <a:pt x="580644" y="2882646"/>
                  <a:pt x="579787" y="2880170"/>
                  <a:pt x="577977" y="2878360"/>
                </a:cubicBezTo>
                <a:lnTo>
                  <a:pt x="562642" y="2862358"/>
                </a:lnTo>
                <a:cubicBezTo>
                  <a:pt x="559880" y="2859500"/>
                  <a:pt x="555879" y="2858738"/>
                  <a:pt x="552355" y="2859977"/>
                </a:cubicBezTo>
                <a:lnTo>
                  <a:pt x="555308" y="2836640"/>
                </a:lnTo>
                <a:lnTo>
                  <a:pt x="498824" y="2777585"/>
                </a:lnTo>
                <a:lnTo>
                  <a:pt x="498443" y="2777204"/>
                </a:lnTo>
                <a:lnTo>
                  <a:pt x="467297" y="2777204"/>
                </a:lnTo>
                <a:cubicBezTo>
                  <a:pt x="467297" y="2777204"/>
                  <a:pt x="409956" y="2717292"/>
                  <a:pt x="409956" y="2717292"/>
                </a:cubicBezTo>
                <a:cubicBezTo>
                  <a:pt x="410337" y="2716625"/>
                  <a:pt x="410623" y="2715959"/>
                  <a:pt x="410623" y="2715101"/>
                </a:cubicBezTo>
                <a:lnTo>
                  <a:pt x="410909" y="2700338"/>
                </a:lnTo>
                <a:cubicBezTo>
                  <a:pt x="410909" y="2697861"/>
                  <a:pt x="409004" y="2695766"/>
                  <a:pt x="406432" y="2695670"/>
                </a:cubicBezTo>
                <a:lnTo>
                  <a:pt x="401669" y="2695670"/>
                </a:lnTo>
                <a:cubicBezTo>
                  <a:pt x="401669" y="2695670"/>
                  <a:pt x="401860" y="2608136"/>
                  <a:pt x="401860" y="2608136"/>
                </a:cubicBezTo>
                <a:lnTo>
                  <a:pt x="468821" y="2545271"/>
                </a:lnTo>
                <a:cubicBezTo>
                  <a:pt x="470821" y="2546604"/>
                  <a:pt x="473202" y="2547652"/>
                  <a:pt x="475774" y="2547652"/>
                </a:cubicBezTo>
                <a:cubicBezTo>
                  <a:pt x="476060" y="2547652"/>
                  <a:pt x="476345" y="2547652"/>
                  <a:pt x="476726" y="2547652"/>
                </a:cubicBezTo>
                <a:cubicBezTo>
                  <a:pt x="480155" y="2547366"/>
                  <a:pt x="483203" y="2545842"/>
                  <a:pt x="485394" y="2543270"/>
                </a:cubicBezTo>
                <a:cubicBezTo>
                  <a:pt x="487585" y="2540699"/>
                  <a:pt x="488728" y="2537460"/>
                  <a:pt x="488442" y="2534031"/>
                </a:cubicBezTo>
                <a:cubicBezTo>
                  <a:pt x="488156" y="2530602"/>
                  <a:pt x="486632" y="2527554"/>
                  <a:pt x="484061" y="2525363"/>
                </a:cubicBezTo>
                <a:cubicBezTo>
                  <a:pt x="481489" y="2523173"/>
                  <a:pt x="478250" y="2522030"/>
                  <a:pt x="474821" y="2522315"/>
                </a:cubicBezTo>
                <a:cubicBezTo>
                  <a:pt x="471392" y="2522601"/>
                  <a:pt x="468344" y="2524125"/>
                  <a:pt x="466154" y="2526697"/>
                </a:cubicBezTo>
                <a:cubicBezTo>
                  <a:pt x="463963" y="2529269"/>
                  <a:pt x="462820" y="2532507"/>
                  <a:pt x="463106" y="2535936"/>
                </a:cubicBezTo>
                <a:lnTo>
                  <a:pt x="463106" y="2535936"/>
                </a:lnTo>
                <a:cubicBezTo>
                  <a:pt x="463296" y="2538222"/>
                  <a:pt x="464249" y="2540222"/>
                  <a:pt x="465392" y="2542032"/>
                </a:cubicBezTo>
                <a:lnTo>
                  <a:pt x="397097" y="2606135"/>
                </a:lnTo>
                <a:lnTo>
                  <a:pt x="396907" y="2695480"/>
                </a:lnTo>
                <a:lnTo>
                  <a:pt x="391573" y="2695480"/>
                </a:lnTo>
                <a:cubicBezTo>
                  <a:pt x="389096" y="2695289"/>
                  <a:pt x="387001" y="2697290"/>
                  <a:pt x="386906" y="2699766"/>
                </a:cubicBezTo>
                <a:lnTo>
                  <a:pt x="386620" y="2714530"/>
                </a:lnTo>
                <a:cubicBezTo>
                  <a:pt x="386620" y="2717006"/>
                  <a:pt x="388525" y="2719102"/>
                  <a:pt x="391097" y="2719197"/>
                </a:cubicBezTo>
                <a:lnTo>
                  <a:pt x="405860" y="2719483"/>
                </a:lnTo>
                <a:cubicBezTo>
                  <a:pt x="406718" y="2719483"/>
                  <a:pt x="407384" y="2719197"/>
                  <a:pt x="408146" y="2718911"/>
                </a:cubicBezTo>
                <a:lnTo>
                  <a:pt x="465868" y="2779300"/>
                </a:lnTo>
                <a:lnTo>
                  <a:pt x="466249" y="2779681"/>
                </a:lnTo>
                <a:lnTo>
                  <a:pt x="497396" y="2779681"/>
                </a:lnTo>
                <a:cubicBezTo>
                  <a:pt x="497396" y="2779681"/>
                  <a:pt x="552736" y="2837402"/>
                  <a:pt x="552736" y="2837402"/>
                </a:cubicBezTo>
                <a:lnTo>
                  <a:pt x="549688" y="2861596"/>
                </a:lnTo>
                <a:cubicBezTo>
                  <a:pt x="549688" y="2861596"/>
                  <a:pt x="549212" y="2861882"/>
                  <a:pt x="548926" y="2862072"/>
                </a:cubicBezTo>
                <a:lnTo>
                  <a:pt x="546545" y="2864358"/>
                </a:lnTo>
                <a:cubicBezTo>
                  <a:pt x="542735" y="2867978"/>
                  <a:pt x="542544" y="2874169"/>
                  <a:pt x="546259" y="2877979"/>
                </a:cubicBezTo>
                <a:lnTo>
                  <a:pt x="561594" y="2893981"/>
                </a:lnTo>
                <a:cubicBezTo>
                  <a:pt x="563499" y="2895981"/>
                  <a:pt x="565976" y="2896934"/>
                  <a:pt x="568547" y="2896934"/>
                </a:cubicBezTo>
                <a:cubicBezTo>
                  <a:pt x="570929" y="2896934"/>
                  <a:pt x="573310" y="2896076"/>
                  <a:pt x="575215" y="2894267"/>
                </a:cubicBezTo>
                <a:lnTo>
                  <a:pt x="576929" y="2892647"/>
                </a:lnTo>
                <a:lnTo>
                  <a:pt x="754380" y="2893124"/>
                </a:lnTo>
                <a:lnTo>
                  <a:pt x="755428" y="2893124"/>
                </a:lnTo>
                <a:lnTo>
                  <a:pt x="787622" y="2860072"/>
                </a:lnTo>
                <a:lnTo>
                  <a:pt x="836771" y="2860548"/>
                </a:lnTo>
                <a:lnTo>
                  <a:pt x="836771" y="2866644"/>
                </a:lnTo>
                <a:cubicBezTo>
                  <a:pt x="836771" y="2871407"/>
                  <a:pt x="840677" y="2875312"/>
                  <a:pt x="845534" y="2875312"/>
                </a:cubicBezTo>
                <a:close/>
                <a:moveTo>
                  <a:pt x="1333881" y="2768155"/>
                </a:moveTo>
                <a:cubicBezTo>
                  <a:pt x="1334929" y="2767298"/>
                  <a:pt x="1336167" y="2766822"/>
                  <a:pt x="1337596" y="2767108"/>
                </a:cubicBezTo>
                <a:cubicBezTo>
                  <a:pt x="1340358" y="2767394"/>
                  <a:pt x="1342358" y="2769870"/>
                  <a:pt x="1342073" y="2772632"/>
                </a:cubicBezTo>
                <a:cubicBezTo>
                  <a:pt x="1341787" y="2775395"/>
                  <a:pt x="1339406" y="2777395"/>
                  <a:pt x="1336548" y="2777109"/>
                </a:cubicBezTo>
                <a:cubicBezTo>
                  <a:pt x="1333786" y="2776823"/>
                  <a:pt x="1331786" y="2774347"/>
                  <a:pt x="1332071" y="2771585"/>
                </a:cubicBezTo>
                <a:cubicBezTo>
                  <a:pt x="1332262" y="2770251"/>
                  <a:pt x="1332833" y="2769108"/>
                  <a:pt x="1333881" y="2768251"/>
                </a:cubicBezTo>
                <a:close/>
                <a:moveTo>
                  <a:pt x="1382459" y="2678811"/>
                </a:moveTo>
                <a:cubicBezTo>
                  <a:pt x="1382459" y="2678240"/>
                  <a:pt x="1382935" y="2677763"/>
                  <a:pt x="1383506" y="2677763"/>
                </a:cubicBezTo>
                <a:lnTo>
                  <a:pt x="1397127" y="2677763"/>
                </a:lnTo>
                <a:cubicBezTo>
                  <a:pt x="1397699" y="2677763"/>
                  <a:pt x="1398175" y="2678240"/>
                  <a:pt x="1398175" y="2678811"/>
                </a:cubicBezTo>
                <a:lnTo>
                  <a:pt x="1398175" y="2692432"/>
                </a:lnTo>
                <a:cubicBezTo>
                  <a:pt x="1398175" y="2693003"/>
                  <a:pt x="1397699" y="2693480"/>
                  <a:pt x="1397127" y="2693480"/>
                </a:cubicBezTo>
                <a:lnTo>
                  <a:pt x="1383506" y="2693480"/>
                </a:lnTo>
                <a:cubicBezTo>
                  <a:pt x="1382935" y="2693480"/>
                  <a:pt x="1382459" y="2693003"/>
                  <a:pt x="1382459" y="2692432"/>
                </a:cubicBezTo>
                <a:lnTo>
                  <a:pt x="1382459" y="2678811"/>
                </a:lnTo>
                <a:close/>
                <a:moveTo>
                  <a:pt x="948404" y="2843594"/>
                </a:moveTo>
                <a:lnTo>
                  <a:pt x="961739" y="2843594"/>
                </a:lnTo>
                <a:cubicBezTo>
                  <a:pt x="963930" y="2843594"/>
                  <a:pt x="965740" y="2845403"/>
                  <a:pt x="965740" y="2847499"/>
                </a:cubicBezTo>
                <a:lnTo>
                  <a:pt x="965740" y="2866644"/>
                </a:lnTo>
                <a:cubicBezTo>
                  <a:pt x="965740" y="2868835"/>
                  <a:pt x="963930" y="2870549"/>
                  <a:pt x="961739" y="2870549"/>
                </a:cubicBezTo>
                <a:lnTo>
                  <a:pt x="948404" y="2870549"/>
                </a:lnTo>
                <a:lnTo>
                  <a:pt x="948404" y="2843498"/>
                </a:lnTo>
                <a:close/>
                <a:moveTo>
                  <a:pt x="941927" y="2843594"/>
                </a:moveTo>
                <a:lnTo>
                  <a:pt x="943642" y="2843594"/>
                </a:lnTo>
                <a:lnTo>
                  <a:pt x="943642" y="2870645"/>
                </a:lnTo>
                <a:lnTo>
                  <a:pt x="941927" y="2870645"/>
                </a:lnTo>
                <a:lnTo>
                  <a:pt x="941927" y="2843594"/>
                </a:lnTo>
                <a:close/>
                <a:moveTo>
                  <a:pt x="922306" y="2843594"/>
                </a:moveTo>
                <a:lnTo>
                  <a:pt x="937165" y="2843594"/>
                </a:lnTo>
                <a:lnTo>
                  <a:pt x="937165" y="2870645"/>
                </a:lnTo>
                <a:lnTo>
                  <a:pt x="922306" y="2870645"/>
                </a:lnTo>
                <a:lnTo>
                  <a:pt x="922306" y="2843594"/>
                </a:lnTo>
                <a:close/>
                <a:moveTo>
                  <a:pt x="896302" y="2843594"/>
                </a:moveTo>
                <a:lnTo>
                  <a:pt x="915829" y="2843594"/>
                </a:lnTo>
                <a:lnTo>
                  <a:pt x="915829" y="2870645"/>
                </a:lnTo>
                <a:lnTo>
                  <a:pt x="896302" y="2870645"/>
                </a:lnTo>
                <a:lnTo>
                  <a:pt x="896302" y="2843594"/>
                </a:lnTo>
                <a:close/>
                <a:moveTo>
                  <a:pt x="889826" y="2843594"/>
                </a:moveTo>
                <a:lnTo>
                  <a:pt x="891540" y="2843594"/>
                </a:lnTo>
                <a:lnTo>
                  <a:pt x="891540" y="2870645"/>
                </a:lnTo>
                <a:lnTo>
                  <a:pt x="889826" y="2870645"/>
                </a:lnTo>
                <a:lnTo>
                  <a:pt x="889826" y="2843594"/>
                </a:lnTo>
                <a:close/>
                <a:moveTo>
                  <a:pt x="865918" y="2843594"/>
                </a:moveTo>
                <a:lnTo>
                  <a:pt x="885063" y="2843594"/>
                </a:lnTo>
                <a:lnTo>
                  <a:pt x="885063" y="2870645"/>
                </a:lnTo>
                <a:lnTo>
                  <a:pt x="865918" y="2870645"/>
                </a:lnTo>
                <a:lnTo>
                  <a:pt x="865918" y="2843594"/>
                </a:lnTo>
                <a:close/>
                <a:moveTo>
                  <a:pt x="841248" y="2847594"/>
                </a:moveTo>
                <a:cubicBezTo>
                  <a:pt x="841248" y="2845403"/>
                  <a:pt x="843058" y="2843689"/>
                  <a:pt x="845249" y="2843689"/>
                </a:cubicBezTo>
                <a:lnTo>
                  <a:pt x="859727" y="2843689"/>
                </a:lnTo>
                <a:lnTo>
                  <a:pt x="859727" y="2870740"/>
                </a:lnTo>
                <a:lnTo>
                  <a:pt x="845249" y="2870740"/>
                </a:lnTo>
                <a:cubicBezTo>
                  <a:pt x="843058" y="2870740"/>
                  <a:pt x="841248" y="2868930"/>
                  <a:pt x="841248" y="2866835"/>
                </a:cubicBezTo>
                <a:lnTo>
                  <a:pt x="841248" y="2847689"/>
                </a:lnTo>
                <a:close/>
                <a:moveTo>
                  <a:pt x="469678" y="2529935"/>
                </a:moveTo>
                <a:cubicBezTo>
                  <a:pt x="471107" y="2528316"/>
                  <a:pt x="473012" y="2527363"/>
                  <a:pt x="475107" y="2527173"/>
                </a:cubicBezTo>
                <a:cubicBezTo>
                  <a:pt x="477203" y="2526983"/>
                  <a:pt x="479298" y="2527745"/>
                  <a:pt x="480917" y="2529078"/>
                </a:cubicBezTo>
                <a:cubicBezTo>
                  <a:pt x="482537" y="2530507"/>
                  <a:pt x="483489" y="2532412"/>
                  <a:pt x="483680" y="2534507"/>
                </a:cubicBezTo>
                <a:cubicBezTo>
                  <a:pt x="483870" y="2536603"/>
                  <a:pt x="483108" y="2538698"/>
                  <a:pt x="481775" y="2540318"/>
                </a:cubicBezTo>
                <a:cubicBezTo>
                  <a:pt x="480346" y="2541937"/>
                  <a:pt x="478441" y="2542889"/>
                  <a:pt x="476345" y="2543080"/>
                </a:cubicBezTo>
                <a:cubicBezTo>
                  <a:pt x="472059" y="2543366"/>
                  <a:pt x="468154" y="2540127"/>
                  <a:pt x="467868" y="2535746"/>
                </a:cubicBezTo>
                <a:cubicBezTo>
                  <a:pt x="467678" y="2533650"/>
                  <a:pt x="468439" y="2531555"/>
                  <a:pt x="469773" y="2529935"/>
                </a:cubicBezTo>
                <a:close/>
                <a:moveTo>
                  <a:pt x="549593" y="2867978"/>
                </a:moveTo>
                <a:lnTo>
                  <a:pt x="551974" y="2865692"/>
                </a:lnTo>
                <a:cubicBezTo>
                  <a:pt x="552926" y="2864834"/>
                  <a:pt x="554165" y="2864358"/>
                  <a:pt x="555308" y="2864358"/>
                </a:cubicBezTo>
                <a:cubicBezTo>
                  <a:pt x="556260" y="2864358"/>
                  <a:pt x="557117" y="2864739"/>
                  <a:pt x="557975" y="2865311"/>
                </a:cubicBezTo>
                <a:lnTo>
                  <a:pt x="548926" y="2873978"/>
                </a:lnTo>
                <a:cubicBezTo>
                  <a:pt x="547783" y="2872073"/>
                  <a:pt x="547973" y="2869597"/>
                  <a:pt x="549593" y="2867978"/>
                </a:cubicBezTo>
                <a:close/>
                <a:moveTo>
                  <a:pt x="560927" y="2886837"/>
                </a:moveTo>
                <a:lnTo>
                  <a:pt x="552641" y="2878169"/>
                </a:lnTo>
                <a:lnTo>
                  <a:pt x="562070" y="2869216"/>
                </a:lnTo>
                <a:lnTo>
                  <a:pt x="570357" y="2877884"/>
                </a:lnTo>
                <a:lnTo>
                  <a:pt x="560927" y="2886837"/>
                </a:lnTo>
                <a:close/>
                <a:moveTo>
                  <a:pt x="574072" y="2888742"/>
                </a:moveTo>
                <a:lnTo>
                  <a:pt x="571691" y="2891028"/>
                </a:lnTo>
                <a:cubicBezTo>
                  <a:pt x="569786" y="2892933"/>
                  <a:pt x="566642" y="2892838"/>
                  <a:pt x="564833" y="2890838"/>
                </a:cubicBezTo>
                <a:lnTo>
                  <a:pt x="564356" y="2890361"/>
                </a:lnTo>
                <a:lnTo>
                  <a:pt x="573786" y="2881408"/>
                </a:lnTo>
                <a:lnTo>
                  <a:pt x="574262" y="2881884"/>
                </a:lnTo>
                <a:cubicBezTo>
                  <a:pt x="575120" y="2882837"/>
                  <a:pt x="575596" y="2884075"/>
                  <a:pt x="575596" y="2885313"/>
                </a:cubicBezTo>
                <a:cubicBezTo>
                  <a:pt x="575596" y="2886647"/>
                  <a:pt x="575024" y="2887790"/>
                  <a:pt x="574072" y="2888742"/>
                </a:cubicBezTo>
                <a:close/>
                <a:moveTo>
                  <a:pt x="1687640" y="1022414"/>
                </a:moveTo>
                <a:cubicBezTo>
                  <a:pt x="1694212" y="1022414"/>
                  <a:pt x="1699736" y="1017651"/>
                  <a:pt x="1700879" y="1011365"/>
                </a:cubicBezTo>
                <a:lnTo>
                  <a:pt x="1789367" y="1011365"/>
                </a:lnTo>
                <a:cubicBezTo>
                  <a:pt x="1789367" y="1011365"/>
                  <a:pt x="1809369" y="1029557"/>
                  <a:pt x="1809369" y="1029557"/>
                </a:cubicBezTo>
                <a:lnTo>
                  <a:pt x="1858137" y="1029557"/>
                </a:lnTo>
                <a:cubicBezTo>
                  <a:pt x="1858709" y="1031939"/>
                  <a:pt x="1859852" y="1034129"/>
                  <a:pt x="1861947" y="1035558"/>
                </a:cubicBezTo>
                <a:cubicBezTo>
                  <a:pt x="1866519" y="1038892"/>
                  <a:pt x="1872901" y="1037939"/>
                  <a:pt x="1876235" y="1033367"/>
                </a:cubicBezTo>
                <a:lnTo>
                  <a:pt x="1876235" y="1033367"/>
                </a:lnTo>
                <a:cubicBezTo>
                  <a:pt x="1877854" y="1031177"/>
                  <a:pt x="1878521" y="1028414"/>
                  <a:pt x="1878140" y="1025747"/>
                </a:cubicBezTo>
                <a:cubicBezTo>
                  <a:pt x="1877759" y="1023080"/>
                  <a:pt x="1876235" y="1020699"/>
                  <a:pt x="1874044" y="1019080"/>
                </a:cubicBezTo>
                <a:cubicBezTo>
                  <a:pt x="1872234" y="1017746"/>
                  <a:pt x="1870139" y="1017079"/>
                  <a:pt x="1868043" y="1017079"/>
                </a:cubicBezTo>
                <a:cubicBezTo>
                  <a:pt x="1867472" y="1017079"/>
                  <a:pt x="1866995" y="1017079"/>
                  <a:pt x="1866424" y="1017175"/>
                </a:cubicBezTo>
                <a:cubicBezTo>
                  <a:pt x="1863757" y="1017556"/>
                  <a:pt x="1861376" y="1019080"/>
                  <a:pt x="1859756" y="1021271"/>
                </a:cubicBezTo>
                <a:cubicBezTo>
                  <a:pt x="1858899" y="1022414"/>
                  <a:pt x="1858328" y="1023652"/>
                  <a:pt x="1858042" y="1024985"/>
                </a:cubicBezTo>
                <a:lnTo>
                  <a:pt x="1811274" y="1024985"/>
                </a:lnTo>
                <a:cubicBezTo>
                  <a:pt x="1811274" y="1024985"/>
                  <a:pt x="1791272" y="1006602"/>
                  <a:pt x="1791272" y="1006602"/>
                </a:cubicBezTo>
                <a:lnTo>
                  <a:pt x="1700975" y="1006602"/>
                </a:lnTo>
                <a:cubicBezTo>
                  <a:pt x="1699832" y="1000411"/>
                  <a:pt x="1694402" y="995648"/>
                  <a:pt x="1687735" y="995648"/>
                </a:cubicBezTo>
                <a:cubicBezTo>
                  <a:pt x="1680305" y="995648"/>
                  <a:pt x="1674305" y="1001649"/>
                  <a:pt x="1674305" y="1009079"/>
                </a:cubicBezTo>
                <a:cubicBezTo>
                  <a:pt x="1674305" y="1016508"/>
                  <a:pt x="1680305" y="1022509"/>
                  <a:pt x="1687735" y="1022509"/>
                </a:cubicBezTo>
                <a:close/>
                <a:moveTo>
                  <a:pt x="1861185" y="1022223"/>
                </a:moveTo>
                <a:cubicBezTo>
                  <a:pt x="1862519" y="1020413"/>
                  <a:pt x="1864424" y="1019270"/>
                  <a:pt x="1866614" y="1018889"/>
                </a:cubicBezTo>
                <a:cubicBezTo>
                  <a:pt x="1868805" y="1018508"/>
                  <a:pt x="1870996" y="1019080"/>
                  <a:pt x="1872806" y="1020413"/>
                </a:cubicBezTo>
                <a:cubicBezTo>
                  <a:pt x="1874615" y="1021747"/>
                  <a:pt x="1875758" y="1023652"/>
                  <a:pt x="1876139" y="1025843"/>
                </a:cubicBezTo>
                <a:cubicBezTo>
                  <a:pt x="1876520" y="1028033"/>
                  <a:pt x="1875949" y="1030224"/>
                  <a:pt x="1874615" y="1032034"/>
                </a:cubicBezTo>
                <a:cubicBezTo>
                  <a:pt x="1871853" y="1035749"/>
                  <a:pt x="1866614" y="1036511"/>
                  <a:pt x="1862900" y="1033844"/>
                </a:cubicBezTo>
                <a:cubicBezTo>
                  <a:pt x="1861090" y="1032510"/>
                  <a:pt x="1859947" y="1030605"/>
                  <a:pt x="1859566" y="1028414"/>
                </a:cubicBezTo>
                <a:cubicBezTo>
                  <a:pt x="1859185" y="1026224"/>
                  <a:pt x="1859756" y="1024033"/>
                  <a:pt x="1861090" y="1022223"/>
                </a:cubicBezTo>
                <a:close/>
                <a:moveTo>
                  <a:pt x="1687640" y="1000220"/>
                </a:moveTo>
                <a:cubicBezTo>
                  <a:pt x="1692402" y="1000220"/>
                  <a:pt x="1696307" y="1004126"/>
                  <a:pt x="1696307" y="1008888"/>
                </a:cubicBezTo>
                <a:cubicBezTo>
                  <a:pt x="1696307" y="1013651"/>
                  <a:pt x="1692402" y="1017556"/>
                  <a:pt x="1687640" y="1017556"/>
                </a:cubicBezTo>
                <a:cubicBezTo>
                  <a:pt x="1682877" y="1017556"/>
                  <a:pt x="1678972" y="1013651"/>
                  <a:pt x="1678972" y="1008888"/>
                </a:cubicBezTo>
                <a:cubicBezTo>
                  <a:pt x="1678972" y="1004126"/>
                  <a:pt x="1682877" y="1000220"/>
                  <a:pt x="1687640" y="1000220"/>
                </a:cubicBezTo>
                <a:close/>
                <a:moveTo>
                  <a:pt x="435007" y="2005965"/>
                </a:moveTo>
                <a:lnTo>
                  <a:pt x="427863" y="2005965"/>
                </a:lnTo>
                <a:lnTo>
                  <a:pt x="427863" y="1997488"/>
                </a:lnTo>
                <a:lnTo>
                  <a:pt x="435007" y="1997488"/>
                </a:lnTo>
                <a:lnTo>
                  <a:pt x="435007" y="2005965"/>
                </a:lnTo>
                <a:close/>
                <a:moveTo>
                  <a:pt x="1862900" y="1027176"/>
                </a:moveTo>
                <a:cubicBezTo>
                  <a:pt x="1862900" y="1024414"/>
                  <a:pt x="1865186" y="1022128"/>
                  <a:pt x="1867948" y="1022128"/>
                </a:cubicBezTo>
                <a:cubicBezTo>
                  <a:pt x="1870710" y="1022128"/>
                  <a:pt x="1872996" y="1024414"/>
                  <a:pt x="1872996" y="1027176"/>
                </a:cubicBezTo>
                <a:cubicBezTo>
                  <a:pt x="1872996" y="1029938"/>
                  <a:pt x="1870710" y="1032224"/>
                  <a:pt x="1867948" y="1032224"/>
                </a:cubicBezTo>
                <a:cubicBezTo>
                  <a:pt x="1865186" y="1032224"/>
                  <a:pt x="1862900" y="1029938"/>
                  <a:pt x="1862900" y="1027176"/>
                </a:cubicBezTo>
                <a:close/>
                <a:moveTo>
                  <a:pt x="1676114" y="965264"/>
                </a:moveTo>
                <a:lnTo>
                  <a:pt x="1784414" y="965264"/>
                </a:lnTo>
                <a:lnTo>
                  <a:pt x="1784414" y="970026"/>
                </a:lnTo>
                <a:lnTo>
                  <a:pt x="1676114" y="970026"/>
                </a:lnTo>
                <a:lnTo>
                  <a:pt x="1676114" y="965264"/>
                </a:lnTo>
                <a:close/>
                <a:moveTo>
                  <a:pt x="1718691" y="824960"/>
                </a:moveTo>
                <a:lnTo>
                  <a:pt x="1743456" y="824960"/>
                </a:lnTo>
                <a:lnTo>
                  <a:pt x="1743456" y="800195"/>
                </a:lnTo>
                <a:lnTo>
                  <a:pt x="1718691" y="800195"/>
                </a:lnTo>
                <a:lnTo>
                  <a:pt x="1718691" y="824960"/>
                </a:lnTo>
                <a:close/>
                <a:moveTo>
                  <a:pt x="1723453" y="804958"/>
                </a:moveTo>
                <a:lnTo>
                  <a:pt x="1738694" y="804958"/>
                </a:lnTo>
                <a:lnTo>
                  <a:pt x="1738694" y="820198"/>
                </a:lnTo>
                <a:lnTo>
                  <a:pt x="1723453" y="820198"/>
                </a:lnTo>
                <a:lnTo>
                  <a:pt x="1723453" y="804958"/>
                </a:lnTo>
                <a:close/>
                <a:moveTo>
                  <a:pt x="1310640" y="392144"/>
                </a:moveTo>
                <a:lnTo>
                  <a:pt x="1317117" y="399098"/>
                </a:lnTo>
                <a:lnTo>
                  <a:pt x="1311878" y="403955"/>
                </a:lnTo>
                <a:lnTo>
                  <a:pt x="1305401" y="397002"/>
                </a:lnTo>
                <a:lnTo>
                  <a:pt x="1310640" y="392144"/>
                </a:lnTo>
                <a:close/>
                <a:moveTo>
                  <a:pt x="1276445" y="3941636"/>
                </a:moveTo>
                <a:cubicBezTo>
                  <a:pt x="1294543" y="3941636"/>
                  <a:pt x="1309307" y="3927920"/>
                  <a:pt x="1311212" y="3910298"/>
                </a:cubicBezTo>
                <a:lnTo>
                  <a:pt x="1318832" y="3910298"/>
                </a:lnTo>
                <a:cubicBezTo>
                  <a:pt x="1318832" y="3910298"/>
                  <a:pt x="1318832" y="3903155"/>
                  <a:pt x="1318832" y="3903155"/>
                </a:cubicBezTo>
                <a:lnTo>
                  <a:pt x="1311212" y="3903155"/>
                </a:lnTo>
                <a:cubicBezTo>
                  <a:pt x="1309402" y="3885629"/>
                  <a:pt x="1294733" y="3871722"/>
                  <a:pt x="1276636" y="3871627"/>
                </a:cubicBezTo>
                <a:cubicBezTo>
                  <a:pt x="1258538" y="3871627"/>
                  <a:pt x="1243679" y="3885438"/>
                  <a:pt x="1241870" y="3903059"/>
                </a:cubicBezTo>
                <a:lnTo>
                  <a:pt x="1233773" y="3903059"/>
                </a:lnTo>
                <a:lnTo>
                  <a:pt x="1233773" y="3910203"/>
                </a:lnTo>
                <a:lnTo>
                  <a:pt x="1241870" y="3910203"/>
                </a:lnTo>
                <a:cubicBezTo>
                  <a:pt x="1243679" y="3927729"/>
                  <a:pt x="1258348" y="3941540"/>
                  <a:pt x="1276350" y="3941636"/>
                </a:cubicBezTo>
                <a:close/>
                <a:moveTo>
                  <a:pt x="1276636" y="3878771"/>
                </a:moveTo>
                <a:cubicBezTo>
                  <a:pt x="1291971" y="3878771"/>
                  <a:pt x="1304449" y="3891344"/>
                  <a:pt x="1304353" y="3906679"/>
                </a:cubicBezTo>
                <a:cubicBezTo>
                  <a:pt x="1304353" y="3922014"/>
                  <a:pt x="1291781" y="3934492"/>
                  <a:pt x="1276445" y="3934397"/>
                </a:cubicBezTo>
                <a:cubicBezTo>
                  <a:pt x="1261110" y="3934301"/>
                  <a:pt x="1248632" y="3921824"/>
                  <a:pt x="1248728" y="3906488"/>
                </a:cubicBezTo>
                <a:cubicBezTo>
                  <a:pt x="1248728" y="3891153"/>
                  <a:pt x="1261301" y="3878675"/>
                  <a:pt x="1276636" y="3878675"/>
                </a:cubicBezTo>
                <a:close/>
                <a:moveTo>
                  <a:pt x="1316736" y="484061"/>
                </a:moveTo>
                <a:lnTo>
                  <a:pt x="1323880" y="484061"/>
                </a:lnTo>
                <a:cubicBezTo>
                  <a:pt x="1323880" y="484061"/>
                  <a:pt x="1323880" y="493586"/>
                  <a:pt x="1323880" y="493586"/>
                </a:cubicBezTo>
                <a:lnTo>
                  <a:pt x="1316736" y="493586"/>
                </a:lnTo>
                <a:cubicBezTo>
                  <a:pt x="1316736" y="493586"/>
                  <a:pt x="1316736" y="484061"/>
                  <a:pt x="1316736" y="484061"/>
                </a:cubicBezTo>
                <a:close/>
                <a:moveTo>
                  <a:pt x="2001393" y="570929"/>
                </a:moveTo>
                <a:lnTo>
                  <a:pt x="2001679" y="521875"/>
                </a:lnTo>
                <a:cubicBezTo>
                  <a:pt x="2006156" y="521113"/>
                  <a:pt x="2010156" y="518446"/>
                  <a:pt x="2012347" y="514160"/>
                </a:cubicBezTo>
                <a:cubicBezTo>
                  <a:pt x="2015871" y="507016"/>
                  <a:pt x="2012918" y="498253"/>
                  <a:pt x="2005775" y="494633"/>
                </a:cubicBezTo>
                <a:cubicBezTo>
                  <a:pt x="1998631" y="491109"/>
                  <a:pt x="1989868" y="494062"/>
                  <a:pt x="1986248" y="501206"/>
                </a:cubicBezTo>
                <a:cubicBezTo>
                  <a:pt x="1982724" y="508349"/>
                  <a:pt x="1985677" y="517112"/>
                  <a:pt x="1992821" y="520732"/>
                </a:cubicBezTo>
                <a:cubicBezTo>
                  <a:pt x="1994154" y="521399"/>
                  <a:pt x="1995488" y="521780"/>
                  <a:pt x="1996916" y="521970"/>
                </a:cubicBezTo>
                <a:lnTo>
                  <a:pt x="1996631" y="568833"/>
                </a:lnTo>
                <a:lnTo>
                  <a:pt x="1949577" y="608743"/>
                </a:lnTo>
                <a:lnTo>
                  <a:pt x="1949291" y="699992"/>
                </a:lnTo>
                <a:cubicBezTo>
                  <a:pt x="1949291" y="699992"/>
                  <a:pt x="1949006" y="699992"/>
                  <a:pt x="1948910" y="699992"/>
                </a:cubicBezTo>
                <a:cubicBezTo>
                  <a:pt x="1944529" y="700754"/>
                  <a:pt x="1940719" y="703136"/>
                  <a:pt x="1938147" y="706755"/>
                </a:cubicBezTo>
                <a:cubicBezTo>
                  <a:pt x="1935575" y="710375"/>
                  <a:pt x="1934528" y="714756"/>
                  <a:pt x="1935290" y="719138"/>
                </a:cubicBezTo>
                <a:cubicBezTo>
                  <a:pt x="1936623" y="727234"/>
                  <a:pt x="1943672" y="732949"/>
                  <a:pt x="1951577" y="732949"/>
                </a:cubicBezTo>
                <a:cubicBezTo>
                  <a:pt x="1952530" y="732949"/>
                  <a:pt x="1953387" y="732949"/>
                  <a:pt x="1954340" y="732758"/>
                </a:cubicBezTo>
                <a:cubicBezTo>
                  <a:pt x="1958721" y="731996"/>
                  <a:pt x="1962531" y="729615"/>
                  <a:pt x="1965103" y="725996"/>
                </a:cubicBezTo>
                <a:cubicBezTo>
                  <a:pt x="1967675" y="722376"/>
                  <a:pt x="1968722" y="717995"/>
                  <a:pt x="1967960" y="713613"/>
                </a:cubicBezTo>
                <a:cubicBezTo>
                  <a:pt x="1967198" y="709232"/>
                  <a:pt x="1964817" y="705422"/>
                  <a:pt x="1961198" y="702850"/>
                </a:cubicBezTo>
                <a:cubicBezTo>
                  <a:pt x="1959007" y="701326"/>
                  <a:pt x="1956530" y="700373"/>
                  <a:pt x="1953959" y="699992"/>
                </a:cubicBezTo>
                <a:lnTo>
                  <a:pt x="1954244" y="610934"/>
                </a:lnTo>
                <a:lnTo>
                  <a:pt x="2001298" y="571024"/>
                </a:lnTo>
                <a:close/>
                <a:moveTo>
                  <a:pt x="1995011" y="516350"/>
                </a:moveTo>
                <a:cubicBezTo>
                  <a:pt x="1990153" y="513969"/>
                  <a:pt x="1988153" y="508064"/>
                  <a:pt x="1990630" y="503206"/>
                </a:cubicBezTo>
                <a:cubicBezTo>
                  <a:pt x="1992344" y="499777"/>
                  <a:pt x="1995773" y="497777"/>
                  <a:pt x="1999393" y="497777"/>
                </a:cubicBezTo>
                <a:cubicBezTo>
                  <a:pt x="2000822" y="497777"/>
                  <a:pt x="2002346" y="498062"/>
                  <a:pt x="2003679" y="498824"/>
                </a:cubicBezTo>
                <a:cubicBezTo>
                  <a:pt x="2008537" y="501206"/>
                  <a:pt x="2010537" y="507111"/>
                  <a:pt x="2008061" y="511969"/>
                </a:cubicBezTo>
                <a:cubicBezTo>
                  <a:pt x="2005679" y="516827"/>
                  <a:pt x="1999774" y="518827"/>
                  <a:pt x="1994916" y="516350"/>
                </a:cubicBezTo>
                <a:close/>
                <a:moveTo>
                  <a:pt x="1958531" y="706660"/>
                </a:moveTo>
                <a:cubicBezTo>
                  <a:pt x="1961102" y="708470"/>
                  <a:pt x="1962817" y="711232"/>
                  <a:pt x="1963293" y="714280"/>
                </a:cubicBezTo>
                <a:cubicBezTo>
                  <a:pt x="1963769" y="717423"/>
                  <a:pt x="1963103" y="720471"/>
                  <a:pt x="1961293" y="723043"/>
                </a:cubicBezTo>
                <a:cubicBezTo>
                  <a:pt x="1959483" y="725615"/>
                  <a:pt x="1956721" y="727329"/>
                  <a:pt x="1953673" y="727805"/>
                </a:cubicBezTo>
                <a:cubicBezTo>
                  <a:pt x="1947196" y="728853"/>
                  <a:pt x="1941195" y="724567"/>
                  <a:pt x="1940147" y="718185"/>
                </a:cubicBezTo>
                <a:cubicBezTo>
                  <a:pt x="1939671" y="715042"/>
                  <a:pt x="1940338" y="711994"/>
                  <a:pt x="1942148" y="709422"/>
                </a:cubicBezTo>
                <a:cubicBezTo>
                  <a:pt x="1943957" y="706850"/>
                  <a:pt x="1946720" y="705136"/>
                  <a:pt x="1949768" y="704660"/>
                </a:cubicBezTo>
                <a:cubicBezTo>
                  <a:pt x="1950434" y="704564"/>
                  <a:pt x="1951101" y="704469"/>
                  <a:pt x="1951768" y="704469"/>
                </a:cubicBezTo>
                <a:cubicBezTo>
                  <a:pt x="1954149" y="704469"/>
                  <a:pt x="1956530" y="705231"/>
                  <a:pt x="1958531" y="706660"/>
                </a:cubicBezTo>
                <a:close/>
                <a:moveTo>
                  <a:pt x="1323975" y="474726"/>
                </a:moveTo>
                <a:lnTo>
                  <a:pt x="1316831" y="474726"/>
                </a:lnTo>
                <a:cubicBezTo>
                  <a:pt x="1316831" y="474726"/>
                  <a:pt x="1316831" y="465201"/>
                  <a:pt x="1316831" y="465201"/>
                </a:cubicBezTo>
                <a:lnTo>
                  <a:pt x="1323975" y="465201"/>
                </a:lnTo>
                <a:cubicBezTo>
                  <a:pt x="1323975" y="465201"/>
                  <a:pt x="1323975" y="474726"/>
                  <a:pt x="1323975" y="474726"/>
                </a:cubicBezTo>
                <a:close/>
                <a:moveTo>
                  <a:pt x="1941957" y="716280"/>
                </a:moveTo>
                <a:cubicBezTo>
                  <a:pt x="1941957" y="721709"/>
                  <a:pt x="1946339" y="726091"/>
                  <a:pt x="1951768" y="726091"/>
                </a:cubicBezTo>
                <a:cubicBezTo>
                  <a:pt x="1957197" y="726091"/>
                  <a:pt x="1961578" y="721709"/>
                  <a:pt x="1961578" y="716280"/>
                </a:cubicBezTo>
                <a:cubicBezTo>
                  <a:pt x="1961578" y="710851"/>
                  <a:pt x="1957197" y="706469"/>
                  <a:pt x="1951768" y="706469"/>
                </a:cubicBezTo>
                <a:cubicBezTo>
                  <a:pt x="1946339" y="706469"/>
                  <a:pt x="1941957" y="710851"/>
                  <a:pt x="1941957" y="716280"/>
                </a:cubicBezTo>
                <a:close/>
                <a:moveTo>
                  <a:pt x="1959102" y="716280"/>
                </a:moveTo>
                <a:cubicBezTo>
                  <a:pt x="1959102" y="720376"/>
                  <a:pt x="1955768" y="723710"/>
                  <a:pt x="1951673" y="723710"/>
                </a:cubicBezTo>
                <a:cubicBezTo>
                  <a:pt x="1947577" y="723710"/>
                  <a:pt x="1944243" y="720376"/>
                  <a:pt x="1944243" y="716280"/>
                </a:cubicBezTo>
                <a:cubicBezTo>
                  <a:pt x="1944243" y="712184"/>
                  <a:pt x="1947577" y="708851"/>
                  <a:pt x="1951673" y="708851"/>
                </a:cubicBezTo>
                <a:cubicBezTo>
                  <a:pt x="1955768" y="708851"/>
                  <a:pt x="1959102" y="712184"/>
                  <a:pt x="1959102" y="716280"/>
                </a:cubicBezTo>
                <a:close/>
                <a:moveTo>
                  <a:pt x="1710119" y="2112740"/>
                </a:moveTo>
                <a:lnTo>
                  <a:pt x="1697165" y="2112740"/>
                </a:lnTo>
                <a:cubicBezTo>
                  <a:pt x="1695641" y="2112740"/>
                  <a:pt x="1694498" y="2113979"/>
                  <a:pt x="1694498" y="2115407"/>
                </a:cubicBezTo>
                <a:lnTo>
                  <a:pt x="1694498" y="2120170"/>
                </a:lnTo>
                <a:lnTo>
                  <a:pt x="1629061" y="2119694"/>
                </a:lnTo>
                <a:lnTo>
                  <a:pt x="1601629" y="2093881"/>
                </a:lnTo>
                <a:lnTo>
                  <a:pt x="1532477" y="2093881"/>
                </a:lnTo>
                <a:cubicBezTo>
                  <a:pt x="1531811" y="2093119"/>
                  <a:pt x="1530858" y="2092643"/>
                  <a:pt x="1529715" y="2092643"/>
                </a:cubicBezTo>
                <a:cubicBezTo>
                  <a:pt x="1527715" y="2092643"/>
                  <a:pt x="1526096" y="2094262"/>
                  <a:pt x="1526096" y="2096262"/>
                </a:cubicBezTo>
                <a:cubicBezTo>
                  <a:pt x="1526096" y="2098262"/>
                  <a:pt x="1527715" y="2099882"/>
                  <a:pt x="1529715" y="2099882"/>
                </a:cubicBezTo>
                <a:cubicBezTo>
                  <a:pt x="1530858" y="2099882"/>
                  <a:pt x="1531811" y="2099405"/>
                  <a:pt x="1532477" y="2098643"/>
                </a:cubicBezTo>
                <a:lnTo>
                  <a:pt x="1599724" y="2098643"/>
                </a:lnTo>
                <a:lnTo>
                  <a:pt x="1627156" y="2124456"/>
                </a:lnTo>
                <a:lnTo>
                  <a:pt x="1694498" y="2124932"/>
                </a:lnTo>
                <a:lnTo>
                  <a:pt x="1694498" y="2128361"/>
                </a:lnTo>
                <a:cubicBezTo>
                  <a:pt x="1694498" y="2129885"/>
                  <a:pt x="1695736" y="2131028"/>
                  <a:pt x="1697165" y="2131028"/>
                </a:cubicBezTo>
                <a:lnTo>
                  <a:pt x="1709928" y="2131028"/>
                </a:lnTo>
                <a:lnTo>
                  <a:pt x="1781747" y="2201132"/>
                </a:lnTo>
                <a:lnTo>
                  <a:pt x="1781747" y="2210181"/>
                </a:lnTo>
                <a:cubicBezTo>
                  <a:pt x="1781747" y="2210181"/>
                  <a:pt x="1834134" y="2257997"/>
                  <a:pt x="1834134" y="2257997"/>
                </a:cubicBezTo>
                <a:lnTo>
                  <a:pt x="1843183" y="2258663"/>
                </a:lnTo>
                <a:lnTo>
                  <a:pt x="1927289" y="2341531"/>
                </a:lnTo>
                <a:lnTo>
                  <a:pt x="1927384" y="2341531"/>
                </a:lnTo>
                <a:cubicBezTo>
                  <a:pt x="1927384" y="2341531"/>
                  <a:pt x="1927384" y="2351913"/>
                  <a:pt x="1927384" y="2351913"/>
                </a:cubicBezTo>
                <a:cubicBezTo>
                  <a:pt x="1927384" y="2354675"/>
                  <a:pt x="1929670" y="2356961"/>
                  <a:pt x="1932432" y="2356961"/>
                </a:cubicBezTo>
                <a:lnTo>
                  <a:pt x="1945386" y="2356961"/>
                </a:lnTo>
                <a:cubicBezTo>
                  <a:pt x="1948148" y="2356961"/>
                  <a:pt x="1950434" y="2354675"/>
                  <a:pt x="1950434" y="2351913"/>
                </a:cubicBezTo>
                <a:lnTo>
                  <a:pt x="1950434" y="2338959"/>
                </a:lnTo>
                <a:cubicBezTo>
                  <a:pt x="1950434" y="2336197"/>
                  <a:pt x="1948148" y="2333911"/>
                  <a:pt x="1945386" y="2333911"/>
                </a:cubicBezTo>
                <a:lnTo>
                  <a:pt x="1932432" y="2333911"/>
                </a:lnTo>
                <a:cubicBezTo>
                  <a:pt x="1931670" y="2333911"/>
                  <a:pt x="1930908" y="2334101"/>
                  <a:pt x="1930241" y="2334482"/>
                </a:cubicBezTo>
                <a:lnTo>
                  <a:pt x="1846326" y="2251805"/>
                </a:lnTo>
                <a:lnTo>
                  <a:pt x="1837182" y="2251043"/>
                </a:lnTo>
                <a:lnTo>
                  <a:pt x="1788986" y="2206943"/>
                </a:lnTo>
                <a:lnTo>
                  <a:pt x="1788986" y="2198084"/>
                </a:lnTo>
                <a:cubicBezTo>
                  <a:pt x="1788986" y="2198084"/>
                  <a:pt x="1712881" y="2123885"/>
                  <a:pt x="1712881" y="2123885"/>
                </a:cubicBezTo>
                <a:lnTo>
                  <a:pt x="1712786" y="2123885"/>
                </a:lnTo>
                <a:cubicBezTo>
                  <a:pt x="1712786" y="2123885"/>
                  <a:pt x="1712786" y="2115407"/>
                  <a:pt x="1712786" y="2115407"/>
                </a:cubicBezTo>
                <a:cubicBezTo>
                  <a:pt x="1712786" y="2113883"/>
                  <a:pt x="1711547" y="2112740"/>
                  <a:pt x="1710119" y="2112740"/>
                </a:cubicBezTo>
                <a:close/>
                <a:moveTo>
                  <a:pt x="1932527" y="2338769"/>
                </a:moveTo>
                <a:lnTo>
                  <a:pt x="1945767" y="2339054"/>
                </a:lnTo>
                <a:lnTo>
                  <a:pt x="1945767" y="2352008"/>
                </a:lnTo>
                <a:cubicBezTo>
                  <a:pt x="1945767" y="2352008"/>
                  <a:pt x="1945577" y="2352294"/>
                  <a:pt x="1945481" y="2352294"/>
                </a:cubicBezTo>
                <a:lnTo>
                  <a:pt x="1932242" y="2352008"/>
                </a:lnTo>
                <a:lnTo>
                  <a:pt x="1932527" y="2338769"/>
                </a:lnTo>
                <a:close/>
                <a:moveTo>
                  <a:pt x="1258443" y="3906584"/>
                </a:moveTo>
                <a:cubicBezTo>
                  <a:pt x="1258443" y="3896582"/>
                  <a:pt x="1266635" y="3888486"/>
                  <a:pt x="1276636" y="3888581"/>
                </a:cubicBezTo>
                <a:cubicBezTo>
                  <a:pt x="1286637" y="3888581"/>
                  <a:pt x="1294733" y="3896773"/>
                  <a:pt x="1294638" y="3906774"/>
                </a:cubicBezTo>
                <a:cubicBezTo>
                  <a:pt x="1294638" y="3916775"/>
                  <a:pt x="1286447" y="3924872"/>
                  <a:pt x="1276445" y="3924776"/>
                </a:cubicBezTo>
                <a:cubicBezTo>
                  <a:pt x="1266444" y="3924776"/>
                  <a:pt x="1258348" y="3916585"/>
                  <a:pt x="1258443" y="3906584"/>
                </a:cubicBezTo>
                <a:close/>
                <a:moveTo>
                  <a:pt x="1394936" y="990981"/>
                </a:moveTo>
                <a:lnTo>
                  <a:pt x="1395222" y="1143953"/>
                </a:lnTo>
                <a:lnTo>
                  <a:pt x="1420654" y="1165860"/>
                </a:lnTo>
                <a:lnTo>
                  <a:pt x="1428941" y="1165860"/>
                </a:lnTo>
                <a:lnTo>
                  <a:pt x="1428941" y="1167956"/>
                </a:lnTo>
                <a:cubicBezTo>
                  <a:pt x="1428941" y="1170051"/>
                  <a:pt x="1430655" y="1171766"/>
                  <a:pt x="1432751" y="1171766"/>
                </a:cubicBezTo>
                <a:lnTo>
                  <a:pt x="1452848" y="1171766"/>
                </a:lnTo>
                <a:cubicBezTo>
                  <a:pt x="1454944" y="1171766"/>
                  <a:pt x="1456658" y="1170051"/>
                  <a:pt x="1456658" y="1167956"/>
                </a:cubicBezTo>
                <a:lnTo>
                  <a:pt x="1456658" y="1165860"/>
                </a:lnTo>
                <a:lnTo>
                  <a:pt x="1618869" y="1165860"/>
                </a:lnTo>
                <a:lnTo>
                  <a:pt x="1668399" y="1210532"/>
                </a:lnTo>
                <a:cubicBezTo>
                  <a:pt x="1665161" y="1214723"/>
                  <a:pt x="1664303" y="1220534"/>
                  <a:pt x="1666780" y="1225582"/>
                </a:cubicBezTo>
                <a:cubicBezTo>
                  <a:pt x="1668494" y="1229106"/>
                  <a:pt x="1671447" y="1231773"/>
                  <a:pt x="1675067" y="1233011"/>
                </a:cubicBezTo>
                <a:cubicBezTo>
                  <a:pt x="1676686" y="1233583"/>
                  <a:pt x="1678305" y="1233869"/>
                  <a:pt x="1679924" y="1233869"/>
                </a:cubicBezTo>
                <a:cubicBezTo>
                  <a:pt x="1682115" y="1233869"/>
                  <a:pt x="1684211" y="1233392"/>
                  <a:pt x="1686211" y="1232440"/>
                </a:cubicBezTo>
                <a:cubicBezTo>
                  <a:pt x="1689735" y="1230725"/>
                  <a:pt x="1692402" y="1227773"/>
                  <a:pt x="1693640" y="1224153"/>
                </a:cubicBezTo>
                <a:cubicBezTo>
                  <a:pt x="1694974" y="1220534"/>
                  <a:pt x="1694688" y="1216533"/>
                  <a:pt x="1693069" y="1213009"/>
                </a:cubicBezTo>
                <a:cubicBezTo>
                  <a:pt x="1691354" y="1209485"/>
                  <a:pt x="1688402" y="1206818"/>
                  <a:pt x="1684782" y="1205579"/>
                </a:cubicBezTo>
                <a:cubicBezTo>
                  <a:pt x="1681163" y="1204246"/>
                  <a:pt x="1677162" y="1204532"/>
                  <a:pt x="1673638" y="1206151"/>
                </a:cubicBezTo>
                <a:cubicBezTo>
                  <a:pt x="1672971" y="1206437"/>
                  <a:pt x="1672495" y="1206818"/>
                  <a:pt x="1671923" y="1207199"/>
                </a:cubicBezTo>
                <a:lnTo>
                  <a:pt x="1620679" y="1161098"/>
                </a:lnTo>
                <a:lnTo>
                  <a:pt x="1456563" y="1161098"/>
                </a:lnTo>
                <a:lnTo>
                  <a:pt x="1456563" y="1159002"/>
                </a:lnTo>
                <a:cubicBezTo>
                  <a:pt x="1456563" y="1156907"/>
                  <a:pt x="1454849" y="1155192"/>
                  <a:pt x="1452753" y="1155192"/>
                </a:cubicBezTo>
                <a:lnTo>
                  <a:pt x="1432655" y="1155192"/>
                </a:lnTo>
                <a:cubicBezTo>
                  <a:pt x="1430560" y="1155192"/>
                  <a:pt x="1428845" y="1156907"/>
                  <a:pt x="1428845" y="1159002"/>
                </a:cubicBezTo>
                <a:lnTo>
                  <a:pt x="1428845" y="1161098"/>
                </a:lnTo>
                <a:lnTo>
                  <a:pt x="1422368" y="1161098"/>
                </a:lnTo>
                <a:lnTo>
                  <a:pt x="1399889" y="1141762"/>
                </a:lnTo>
                <a:lnTo>
                  <a:pt x="1399603" y="989076"/>
                </a:lnTo>
                <a:lnTo>
                  <a:pt x="1286828" y="861822"/>
                </a:lnTo>
                <a:lnTo>
                  <a:pt x="1286828" y="854297"/>
                </a:lnTo>
                <a:lnTo>
                  <a:pt x="1291114" y="854297"/>
                </a:lnTo>
                <a:cubicBezTo>
                  <a:pt x="1294828" y="854297"/>
                  <a:pt x="1297972" y="851249"/>
                  <a:pt x="1297972" y="847439"/>
                </a:cubicBezTo>
                <a:lnTo>
                  <a:pt x="1297972" y="833057"/>
                </a:lnTo>
                <a:cubicBezTo>
                  <a:pt x="1297972" y="829342"/>
                  <a:pt x="1294924" y="826199"/>
                  <a:pt x="1291114" y="826199"/>
                </a:cubicBezTo>
                <a:lnTo>
                  <a:pt x="1286828" y="826199"/>
                </a:lnTo>
                <a:lnTo>
                  <a:pt x="1286828" y="767620"/>
                </a:lnTo>
                <a:lnTo>
                  <a:pt x="1304353" y="754571"/>
                </a:lnTo>
                <a:lnTo>
                  <a:pt x="1303115" y="598551"/>
                </a:lnTo>
                <a:lnTo>
                  <a:pt x="1322451" y="586073"/>
                </a:lnTo>
                <a:lnTo>
                  <a:pt x="1322451" y="531876"/>
                </a:lnTo>
                <a:cubicBezTo>
                  <a:pt x="1328642" y="530733"/>
                  <a:pt x="1333405" y="525304"/>
                  <a:pt x="1333405" y="518827"/>
                </a:cubicBezTo>
                <a:cubicBezTo>
                  <a:pt x="1333405" y="515207"/>
                  <a:pt x="1332071" y="511874"/>
                  <a:pt x="1329595" y="509302"/>
                </a:cubicBezTo>
                <a:cubicBezTo>
                  <a:pt x="1327976" y="507587"/>
                  <a:pt x="1325880" y="506635"/>
                  <a:pt x="1323689" y="505968"/>
                </a:cubicBezTo>
                <a:lnTo>
                  <a:pt x="1323689" y="502920"/>
                </a:lnTo>
                <a:cubicBezTo>
                  <a:pt x="1323689" y="502920"/>
                  <a:pt x="1316546" y="502920"/>
                  <a:pt x="1316546" y="502920"/>
                </a:cubicBezTo>
                <a:lnTo>
                  <a:pt x="1316546" y="505873"/>
                </a:lnTo>
                <a:cubicBezTo>
                  <a:pt x="1310831" y="507397"/>
                  <a:pt x="1306544" y="512540"/>
                  <a:pt x="1306544" y="518732"/>
                </a:cubicBezTo>
                <a:cubicBezTo>
                  <a:pt x="1306544" y="525399"/>
                  <a:pt x="1311307" y="531019"/>
                  <a:pt x="1317689" y="532067"/>
                </a:cubicBezTo>
                <a:lnTo>
                  <a:pt x="1317689" y="583692"/>
                </a:lnTo>
                <a:lnTo>
                  <a:pt x="1298353" y="596170"/>
                </a:lnTo>
                <a:lnTo>
                  <a:pt x="1299591" y="752380"/>
                </a:lnTo>
                <a:lnTo>
                  <a:pt x="1282065" y="765334"/>
                </a:lnTo>
                <a:lnTo>
                  <a:pt x="1282065" y="826294"/>
                </a:lnTo>
                <a:lnTo>
                  <a:pt x="1276636" y="826294"/>
                </a:lnTo>
                <a:cubicBezTo>
                  <a:pt x="1272921" y="826294"/>
                  <a:pt x="1269778" y="829342"/>
                  <a:pt x="1269778" y="833152"/>
                </a:cubicBezTo>
                <a:lnTo>
                  <a:pt x="1269778" y="847630"/>
                </a:lnTo>
                <a:cubicBezTo>
                  <a:pt x="1269778" y="851345"/>
                  <a:pt x="1272826" y="854488"/>
                  <a:pt x="1276636" y="854488"/>
                </a:cubicBezTo>
                <a:lnTo>
                  <a:pt x="1282065" y="854488"/>
                </a:lnTo>
                <a:lnTo>
                  <a:pt x="1282065" y="863822"/>
                </a:lnTo>
                <a:cubicBezTo>
                  <a:pt x="1282065" y="863822"/>
                  <a:pt x="1394841" y="991076"/>
                  <a:pt x="1394841" y="991076"/>
                </a:cubicBezTo>
                <a:close/>
                <a:moveTo>
                  <a:pt x="1675828" y="1210532"/>
                </a:moveTo>
                <a:cubicBezTo>
                  <a:pt x="1677162" y="1209866"/>
                  <a:pt x="1678591" y="1209580"/>
                  <a:pt x="1680020" y="1209580"/>
                </a:cubicBezTo>
                <a:cubicBezTo>
                  <a:pt x="1681067" y="1209580"/>
                  <a:pt x="1682210" y="1209770"/>
                  <a:pt x="1683258" y="1210151"/>
                </a:cubicBezTo>
                <a:cubicBezTo>
                  <a:pt x="1685735" y="1211009"/>
                  <a:pt x="1687735" y="1212818"/>
                  <a:pt x="1688782" y="1215104"/>
                </a:cubicBezTo>
                <a:cubicBezTo>
                  <a:pt x="1689926" y="1217486"/>
                  <a:pt x="1690021" y="1220153"/>
                  <a:pt x="1689164" y="1222629"/>
                </a:cubicBezTo>
                <a:cubicBezTo>
                  <a:pt x="1688306" y="1225106"/>
                  <a:pt x="1686497" y="1227106"/>
                  <a:pt x="1684211" y="1228153"/>
                </a:cubicBezTo>
                <a:cubicBezTo>
                  <a:pt x="1681829" y="1229297"/>
                  <a:pt x="1679162" y="1229392"/>
                  <a:pt x="1676686" y="1228535"/>
                </a:cubicBezTo>
                <a:cubicBezTo>
                  <a:pt x="1674209" y="1227677"/>
                  <a:pt x="1672209" y="1225868"/>
                  <a:pt x="1671066" y="1223582"/>
                </a:cubicBezTo>
                <a:cubicBezTo>
                  <a:pt x="1668780" y="1218724"/>
                  <a:pt x="1670780" y="1212818"/>
                  <a:pt x="1675638" y="1210532"/>
                </a:cubicBezTo>
                <a:close/>
                <a:moveTo>
                  <a:pt x="1451896" y="1159955"/>
                </a:moveTo>
                <a:lnTo>
                  <a:pt x="1451896" y="1167098"/>
                </a:lnTo>
                <a:lnTo>
                  <a:pt x="1445419" y="1167098"/>
                </a:lnTo>
                <a:lnTo>
                  <a:pt x="1442466" y="1164812"/>
                </a:lnTo>
                <a:lnTo>
                  <a:pt x="1445990" y="1162431"/>
                </a:lnTo>
                <a:cubicBezTo>
                  <a:pt x="1445990" y="1162431"/>
                  <a:pt x="1446467" y="1161860"/>
                  <a:pt x="1446467" y="1161479"/>
                </a:cubicBezTo>
                <a:cubicBezTo>
                  <a:pt x="1446467" y="1161098"/>
                  <a:pt x="1446276" y="1160717"/>
                  <a:pt x="1445990" y="1160526"/>
                </a:cubicBezTo>
                <a:lnTo>
                  <a:pt x="1445324" y="1160050"/>
                </a:lnTo>
                <a:lnTo>
                  <a:pt x="1451801" y="1160050"/>
                </a:lnTo>
                <a:close/>
                <a:moveTo>
                  <a:pt x="1433703" y="1159955"/>
                </a:moveTo>
                <a:lnTo>
                  <a:pt x="1441609" y="1159955"/>
                </a:lnTo>
                <a:lnTo>
                  <a:pt x="1443323" y="1161288"/>
                </a:lnTo>
                <a:lnTo>
                  <a:pt x="1439799" y="1163669"/>
                </a:lnTo>
                <a:cubicBezTo>
                  <a:pt x="1439799" y="1163669"/>
                  <a:pt x="1439323" y="1164241"/>
                  <a:pt x="1439323" y="1164622"/>
                </a:cubicBezTo>
                <a:cubicBezTo>
                  <a:pt x="1439323" y="1165003"/>
                  <a:pt x="1439513" y="1165384"/>
                  <a:pt x="1439799" y="1165574"/>
                </a:cubicBezTo>
                <a:lnTo>
                  <a:pt x="1441704" y="1167003"/>
                </a:lnTo>
                <a:lnTo>
                  <a:pt x="1433798" y="1167003"/>
                </a:lnTo>
                <a:lnTo>
                  <a:pt x="1433798" y="1159859"/>
                </a:lnTo>
                <a:close/>
                <a:moveTo>
                  <a:pt x="1311212" y="518827"/>
                </a:moveTo>
                <a:cubicBezTo>
                  <a:pt x="1311212" y="514064"/>
                  <a:pt x="1315117" y="510254"/>
                  <a:pt x="1319879" y="510254"/>
                </a:cubicBezTo>
                <a:lnTo>
                  <a:pt x="1319879" y="510254"/>
                </a:lnTo>
                <a:cubicBezTo>
                  <a:pt x="1322165" y="510254"/>
                  <a:pt x="1324356" y="511207"/>
                  <a:pt x="1325975" y="512826"/>
                </a:cubicBezTo>
                <a:cubicBezTo>
                  <a:pt x="1327595" y="514445"/>
                  <a:pt x="1328452" y="516636"/>
                  <a:pt x="1328452" y="519017"/>
                </a:cubicBezTo>
                <a:cubicBezTo>
                  <a:pt x="1328452" y="523780"/>
                  <a:pt x="1324547" y="527590"/>
                  <a:pt x="1319784" y="527590"/>
                </a:cubicBezTo>
                <a:lnTo>
                  <a:pt x="1319784" y="527590"/>
                </a:lnTo>
                <a:cubicBezTo>
                  <a:pt x="1315022" y="527590"/>
                  <a:pt x="1311116" y="523589"/>
                  <a:pt x="1311212" y="518827"/>
                </a:cubicBezTo>
                <a:close/>
                <a:moveTo>
                  <a:pt x="1276731" y="849630"/>
                </a:moveTo>
                <a:cubicBezTo>
                  <a:pt x="1275588" y="849630"/>
                  <a:pt x="1274636" y="848677"/>
                  <a:pt x="1274636" y="847535"/>
                </a:cubicBezTo>
                <a:lnTo>
                  <a:pt x="1274636" y="833057"/>
                </a:lnTo>
                <a:cubicBezTo>
                  <a:pt x="1274636" y="831914"/>
                  <a:pt x="1275588" y="830961"/>
                  <a:pt x="1276731" y="830961"/>
                </a:cubicBezTo>
                <a:lnTo>
                  <a:pt x="1291114" y="830961"/>
                </a:lnTo>
                <a:cubicBezTo>
                  <a:pt x="1292257" y="830961"/>
                  <a:pt x="1293209" y="831914"/>
                  <a:pt x="1293209" y="833057"/>
                </a:cubicBezTo>
                <a:lnTo>
                  <a:pt x="1293209" y="847439"/>
                </a:lnTo>
                <a:cubicBezTo>
                  <a:pt x="1293209" y="848582"/>
                  <a:pt x="1292257" y="849535"/>
                  <a:pt x="1291114" y="849535"/>
                </a:cubicBezTo>
                <a:lnTo>
                  <a:pt x="1276731" y="849535"/>
                </a:lnTo>
                <a:close/>
                <a:moveTo>
                  <a:pt x="1297781" y="378238"/>
                </a:moveTo>
                <a:lnTo>
                  <a:pt x="1304258" y="385191"/>
                </a:lnTo>
                <a:lnTo>
                  <a:pt x="1299020" y="390049"/>
                </a:lnTo>
                <a:lnTo>
                  <a:pt x="1292543" y="383096"/>
                </a:lnTo>
                <a:lnTo>
                  <a:pt x="1297781" y="378238"/>
                </a:lnTo>
                <a:close/>
                <a:moveTo>
                  <a:pt x="1324261" y="3910203"/>
                </a:moveTo>
                <a:lnTo>
                  <a:pt x="1321594" y="3910203"/>
                </a:lnTo>
                <a:cubicBezTo>
                  <a:pt x="1321594" y="3910203"/>
                  <a:pt x="1321594" y="3903059"/>
                  <a:pt x="1321594" y="3903059"/>
                </a:cubicBezTo>
                <a:lnTo>
                  <a:pt x="1324261" y="3903059"/>
                </a:lnTo>
                <a:cubicBezTo>
                  <a:pt x="1324261" y="3903059"/>
                  <a:pt x="1324261" y="3910203"/>
                  <a:pt x="1324261" y="3910203"/>
                </a:cubicBezTo>
                <a:close/>
                <a:moveTo>
                  <a:pt x="1324451" y="417957"/>
                </a:moveTo>
                <a:lnTo>
                  <a:pt x="1317307" y="417957"/>
                </a:lnTo>
                <a:cubicBezTo>
                  <a:pt x="1317307" y="417957"/>
                  <a:pt x="1317307" y="408623"/>
                  <a:pt x="1317307" y="408623"/>
                </a:cubicBezTo>
                <a:lnTo>
                  <a:pt x="1320737" y="408623"/>
                </a:lnTo>
                <a:cubicBezTo>
                  <a:pt x="1320737" y="408623"/>
                  <a:pt x="1323403" y="406146"/>
                  <a:pt x="1323403" y="406146"/>
                </a:cubicBezTo>
                <a:lnTo>
                  <a:pt x="1324356" y="407194"/>
                </a:lnTo>
                <a:lnTo>
                  <a:pt x="1324356" y="408718"/>
                </a:lnTo>
                <a:cubicBezTo>
                  <a:pt x="1324356" y="408718"/>
                  <a:pt x="1324356" y="418052"/>
                  <a:pt x="1324356" y="418052"/>
                </a:cubicBezTo>
                <a:close/>
                <a:moveTo>
                  <a:pt x="1317212" y="427292"/>
                </a:moveTo>
                <a:lnTo>
                  <a:pt x="1324356" y="427292"/>
                </a:lnTo>
                <a:cubicBezTo>
                  <a:pt x="1324356" y="427292"/>
                  <a:pt x="1324356" y="436817"/>
                  <a:pt x="1324356" y="436817"/>
                </a:cubicBezTo>
                <a:lnTo>
                  <a:pt x="1317212" y="436817"/>
                </a:lnTo>
                <a:cubicBezTo>
                  <a:pt x="1317212" y="436817"/>
                  <a:pt x="1317212" y="427292"/>
                  <a:pt x="1317212" y="427292"/>
                </a:cubicBezTo>
                <a:close/>
                <a:moveTo>
                  <a:pt x="1317022" y="446246"/>
                </a:moveTo>
                <a:lnTo>
                  <a:pt x="1324166" y="446246"/>
                </a:lnTo>
                <a:cubicBezTo>
                  <a:pt x="1324166" y="446246"/>
                  <a:pt x="1324166" y="455771"/>
                  <a:pt x="1324166" y="455771"/>
                </a:cubicBezTo>
                <a:lnTo>
                  <a:pt x="1317022" y="455771"/>
                </a:lnTo>
                <a:cubicBezTo>
                  <a:pt x="1317022" y="455771"/>
                  <a:pt x="1317022" y="446246"/>
                  <a:pt x="1317022" y="446246"/>
                </a:cubicBezTo>
                <a:close/>
                <a:moveTo>
                  <a:pt x="1167194" y="3787617"/>
                </a:moveTo>
                <a:cubicBezTo>
                  <a:pt x="1168146" y="3787617"/>
                  <a:pt x="1169194" y="3787521"/>
                  <a:pt x="1170242" y="3787235"/>
                </a:cubicBezTo>
                <a:cubicBezTo>
                  <a:pt x="1176052" y="3785616"/>
                  <a:pt x="1179386" y="3779520"/>
                  <a:pt x="1177766" y="3773710"/>
                </a:cubicBezTo>
                <a:cubicBezTo>
                  <a:pt x="1177576" y="3772853"/>
                  <a:pt x="1177004" y="3772186"/>
                  <a:pt x="1176623" y="3771519"/>
                </a:cubicBezTo>
                <a:lnTo>
                  <a:pt x="1199198" y="3752374"/>
                </a:lnTo>
                <a:lnTo>
                  <a:pt x="1265015" y="3752088"/>
                </a:lnTo>
                <a:lnTo>
                  <a:pt x="1265015" y="3754660"/>
                </a:lnTo>
                <a:cubicBezTo>
                  <a:pt x="1265015" y="3756755"/>
                  <a:pt x="1266730" y="3758565"/>
                  <a:pt x="1268921" y="3758565"/>
                </a:cubicBezTo>
                <a:lnTo>
                  <a:pt x="1278827" y="3758565"/>
                </a:lnTo>
                <a:cubicBezTo>
                  <a:pt x="1280922" y="3758565"/>
                  <a:pt x="1282732" y="3756851"/>
                  <a:pt x="1282732" y="3754660"/>
                </a:cubicBezTo>
                <a:lnTo>
                  <a:pt x="1282732" y="3744754"/>
                </a:lnTo>
                <a:cubicBezTo>
                  <a:pt x="1282732" y="3742659"/>
                  <a:pt x="1281017" y="3740849"/>
                  <a:pt x="1278827" y="3740849"/>
                </a:cubicBezTo>
                <a:lnTo>
                  <a:pt x="1268921" y="3740849"/>
                </a:lnTo>
                <a:cubicBezTo>
                  <a:pt x="1266825" y="3740849"/>
                  <a:pt x="1265015" y="3742563"/>
                  <a:pt x="1265015" y="3744754"/>
                </a:cubicBezTo>
                <a:lnTo>
                  <a:pt x="1265015" y="3747326"/>
                </a:lnTo>
                <a:lnTo>
                  <a:pt x="1198340" y="3747611"/>
                </a:lnTo>
                <a:lnTo>
                  <a:pt x="1197483" y="3747611"/>
                </a:lnTo>
                <a:lnTo>
                  <a:pt x="1173575" y="3767900"/>
                </a:lnTo>
                <a:cubicBezTo>
                  <a:pt x="1170908" y="3765995"/>
                  <a:pt x="1167670" y="3765233"/>
                  <a:pt x="1164336" y="3766185"/>
                </a:cubicBezTo>
                <a:cubicBezTo>
                  <a:pt x="1161479" y="3766947"/>
                  <a:pt x="1159193" y="3768852"/>
                  <a:pt x="1157764" y="3771424"/>
                </a:cubicBezTo>
                <a:cubicBezTo>
                  <a:pt x="1156335" y="3773996"/>
                  <a:pt x="1156049" y="3776948"/>
                  <a:pt x="1156811" y="3779806"/>
                </a:cubicBezTo>
                <a:cubicBezTo>
                  <a:pt x="1158145" y="3784568"/>
                  <a:pt x="1162622" y="3787712"/>
                  <a:pt x="1167384" y="3787712"/>
                </a:cubicBezTo>
                <a:close/>
                <a:moveTo>
                  <a:pt x="1161764" y="3773615"/>
                </a:moveTo>
                <a:cubicBezTo>
                  <a:pt x="1162526" y="3772186"/>
                  <a:pt x="1163860" y="3771138"/>
                  <a:pt x="1165479" y="3770662"/>
                </a:cubicBezTo>
                <a:cubicBezTo>
                  <a:pt x="1166051" y="3770471"/>
                  <a:pt x="1166622" y="3770376"/>
                  <a:pt x="1167194" y="3770376"/>
                </a:cubicBezTo>
                <a:cubicBezTo>
                  <a:pt x="1168241" y="3770376"/>
                  <a:pt x="1169289" y="3770662"/>
                  <a:pt x="1170146" y="3771138"/>
                </a:cubicBezTo>
                <a:cubicBezTo>
                  <a:pt x="1171575" y="3771900"/>
                  <a:pt x="1172623" y="3773234"/>
                  <a:pt x="1173099" y="3774853"/>
                </a:cubicBezTo>
                <a:cubicBezTo>
                  <a:pt x="1173575" y="3776472"/>
                  <a:pt x="1173385" y="3778092"/>
                  <a:pt x="1172528" y="3779520"/>
                </a:cubicBezTo>
                <a:cubicBezTo>
                  <a:pt x="1171766" y="3780949"/>
                  <a:pt x="1170432" y="3781997"/>
                  <a:pt x="1168813" y="3782473"/>
                </a:cubicBezTo>
                <a:cubicBezTo>
                  <a:pt x="1165574" y="3783425"/>
                  <a:pt x="1162145" y="3781520"/>
                  <a:pt x="1161193" y="3778187"/>
                </a:cubicBezTo>
                <a:cubicBezTo>
                  <a:pt x="1160717" y="3776567"/>
                  <a:pt x="1160907" y="3774948"/>
                  <a:pt x="1161764" y="3773519"/>
                </a:cubicBezTo>
                <a:close/>
                <a:moveTo>
                  <a:pt x="2538698" y="358521"/>
                </a:moveTo>
                <a:lnTo>
                  <a:pt x="2518029" y="358521"/>
                </a:lnTo>
                <a:cubicBezTo>
                  <a:pt x="2514410" y="358521"/>
                  <a:pt x="2511362" y="361474"/>
                  <a:pt x="2511362" y="365189"/>
                </a:cubicBezTo>
                <a:lnTo>
                  <a:pt x="2511362" y="385858"/>
                </a:lnTo>
                <a:cubicBezTo>
                  <a:pt x="2511362" y="389477"/>
                  <a:pt x="2514314" y="392525"/>
                  <a:pt x="2518029" y="392525"/>
                </a:cubicBezTo>
                <a:lnTo>
                  <a:pt x="2538698" y="392525"/>
                </a:lnTo>
                <a:cubicBezTo>
                  <a:pt x="2542318" y="392525"/>
                  <a:pt x="2545366" y="389573"/>
                  <a:pt x="2545366" y="385858"/>
                </a:cubicBezTo>
                <a:lnTo>
                  <a:pt x="2545366" y="365189"/>
                </a:lnTo>
                <a:cubicBezTo>
                  <a:pt x="2545366" y="361569"/>
                  <a:pt x="2542413" y="358521"/>
                  <a:pt x="2538698" y="358521"/>
                </a:cubicBezTo>
                <a:close/>
                <a:moveTo>
                  <a:pt x="2540603" y="385763"/>
                </a:moveTo>
                <a:cubicBezTo>
                  <a:pt x="2540603" y="386810"/>
                  <a:pt x="2539746" y="387668"/>
                  <a:pt x="2538698" y="387668"/>
                </a:cubicBezTo>
                <a:lnTo>
                  <a:pt x="2518029" y="387668"/>
                </a:lnTo>
                <a:cubicBezTo>
                  <a:pt x="2516981" y="387668"/>
                  <a:pt x="2516124" y="386810"/>
                  <a:pt x="2516124" y="385763"/>
                </a:cubicBezTo>
                <a:lnTo>
                  <a:pt x="2516124" y="365093"/>
                </a:lnTo>
                <a:cubicBezTo>
                  <a:pt x="2516124" y="364046"/>
                  <a:pt x="2516981" y="363188"/>
                  <a:pt x="2518029" y="363188"/>
                </a:cubicBezTo>
                <a:lnTo>
                  <a:pt x="2538698" y="363188"/>
                </a:lnTo>
                <a:cubicBezTo>
                  <a:pt x="2539746" y="363188"/>
                  <a:pt x="2540603" y="364046"/>
                  <a:pt x="2540603" y="365093"/>
                </a:cubicBezTo>
                <a:lnTo>
                  <a:pt x="2540603" y="385763"/>
                </a:lnTo>
                <a:close/>
                <a:moveTo>
                  <a:pt x="599027" y="3582924"/>
                </a:moveTo>
                <a:lnTo>
                  <a:pt x="619792" y="3582924"/>
                </a:lnTo>
                <a:cubicBezTo>
                  <a:pt x="619792" y="3582924"/>
                  <a:pt x="619792" y="3587592"/>
                  <a:pt x="619792" y="3587592"/>
                </a:cubicBezTo>
                <a:lnTo>
                  <a:pt x="599027" y="3587592"/>
                </a:lnTo>
                <a:cubicBezTo>
                  <a:pt x="599027" y="3587592"/>
                  <a:pt x="599027" y="3582924"/>
                  <a:pt x="599027" y="3582924"/>
                </a:cubicBezTo>
                <a:close/>
                <a:moveTo>
                  <a:pt x="557498" y="3583019"/>
                </a:moveTo>
                <a:lnTo>
                  <a:pt x="578263" y="3583019"/>
                </a:lnTo>
                <a:cubicBezTo>
                  <a:pt x="578263" y="3583019"/>
                  <a:pt x="578263" y="3587687"/>
                  <a:pt x="578263" y="3587687"/>
                </a:cubicBezTo>
                <a:lnTo>
                  <a:pt x="557498" y="3587687"/>
                </a:lnTo>
                <a:cubicBezTo>
                  <a:pt x="557498" y="3587687"/>
                  <a:pt x="557498" y="3583019"/>
                  <a:pt x="557498" y="3583019"/>
                </a:cubicBezTo>
                <a:close/>
                <a:moveTo>
                  <a:pt x="640461" y="3582734"/>
                </a:moveTo>
                <a:lnTo>
                  <a:pt x="661226" y="3582734"/>
                </a:lnTo>
                <a:cubicBezTo>
                  <a:pt x="661226" y="3582734"/>
                  <a:pt x="661226" y="3587401"/>
                  <a:pt x="661226" y="3587401"/>
                </a:cubicBezTo>
                <a:lnTo>
                  <a:pt x="640461" y="3587401"/>
                </a:lnTo>
                <a:cubicBezTo>
                  <a:pt x="640461" y="3587401"/>
                  <a:pt x="640461" y="3582734"/>
                  <a:pt x="640461" y="3582734"/>
                </a:cubicBezTo>
                <a:close/>
                <a:moveTo>
                  <a:pt x="703898" y="3575971"/>
                </a:moveTo>
                <a:cubicBezTo>
                  <a:pt x="708851" y="3577876"/>
                  <a:pt x="711327" y="3583496"/>
                  <a:pt x="709422" y="3588449"/>
                </a:cubicBezTo>
                <a:cubicBezTo>
                  <a:pt x="707517" y="3593402"/>
                  <a:pt x="701897" y="3595878"/>
                  <a:pt x="696944" y="3593973"/>
                </a:cubicBezTo>
                <a:cubicBezTo>
                  <a:pt x="693896" y="3592830"/>
                  <a:pt x="691991" y="3590259"/>
                  <a:pt x="691229" y="3587305"/>
                </a:cubicBezTo>
                <a:lnTo>
                  <a:pt x="681990" y="3587305"/>
                </a:lnTo>
                <a:cubicBezTo>
                  <a:pt x="681990" y="3587305"/>
                  <a:pt x="681990" y="3582543"/>
                  <a:pt x="681990" y="3582543"/>
                </a:cubicBezTo>
                <a:lnTo>
                  <a:pt x="691229" y="3582543"/>
                </a:lnTo>
                <a:cubicBezTo>
                  <a:pt x="691229" y="3582543"/>
                  <a:pt x="691229" y="3581781"/>
                  <a:pt x="691420" y="3581400"/>
                </a:cubicBezTo>
                <a:cubicBezTo>
                  <a:pt x="693325" y="3576447"/>
                  <a:pt x="698945" y="3573971"/>
                  <a:pt x="703898" y="3575876"/>
                </a:cubicBezTo>
                <a:close/>
                <a:moveTo>
                  <a:pt x="2553081" y="434816"/>
                </a:moveTo>
                <a:lnTo>
                  <a:pt x="2402967" y="437102"/>
                </a:lnTo>
                <a:lnTo>
                  <a:pt x="2378393" y="410909"/>
                </a:lnTo>
                <a:lnTo>
                  <a:pt x="2269427" y="410909"/>
                </a:lnTo>
                <a:lnTo>
                  <a:pt x="2022443" y="603980"/>
                </a:lnTo>
                <a:cubicBezTo>
                  <a:pt x="2018919" y="601409"/>
                  <a:pt x="2014442" y="599789"/>
                  <a:pt x="2009680" y="599980"/>
                </a:cubicBezTo>
                <a:cubicBezTo>
                  <a:pt x="1998440" y="600361"/>
                  <a:pt x="1989677" y="609791"/>
                  <a:pt x="1990058" y="621125"/>
                </a:cubicBezTo>
                <a:cubicBezTo>
                  <a:pt x="1990439" y="632365"/>
                  <a:pt x="1999869" y="641128"/>
                  <a:pt x="2011204" y="640747"/>
                </a:cubicBezTo>
                <a:cubicBezTo>
                  <a:pt x="2022443" y="640366"/>
                  <a:pt x="2031206" y="630936"/>
                  <a:pt x="2030825" y="619601"/>
                </a:cubicBezTo>
                <a:cubicBezTo>
                  <a:pt x="2030730" y="616553"/>
                  <a:pt x="2029873" y="613791"/>
                  <a:pt x="2028635" y="611219"/>
                </a:cubicBezTo>
                <a:lnTo>
                  <a:pt x="2272760" y="420434"/>
                </a:lnTo>
                <a:lnTo>
                  <a:pt x="2374202" y="420434"/>
                </a:lnTo>
                <a:lnTo>
                  <a:pt x="2398871" y="446627"/>
                </a:lnTo>
                <a:lnTo>
                  <a:pt x="2554415" y="444246"/>
                </a:lnTo>
                <a:lnTo>
                  <a:pt x="2581561" y="429673"/>
                </a:lnTo>
                <a:lnTo>
                  <a:pt x="2581561" y="392335"/>
                </a:lnTo>
                <a:lnTo>
                  <a:pt x="2556701" y="380905"/>
                </a:lnTo>
                <a:lnTo>
                  <a:pt x="2556701" y="367570"/>
                </a:lnTo>
                <a:lnTo>
                  <a:pt x="2556986" y="367856"/>
                </a:lnTo>
                <a:lnTo>
                  <a:pt x="2590800" y="330422"/>
                </a:lnTo>
                <a:lnTo>
                  <a:pt x="2889409" y="330422"/>
                </a:lnTo>
                <a:lnTo>
                  <a:pt x="2911221" y="368999"/>
                </a:lnTo>
                <a:lnTo>
                  <a:pt x="2952464" y="368999"/>
                </a:lnTo>
                <a:cubicBezTo>
                  <a:pt x="2954084" y="375380"/>
                  <a:pt x="2959799" y="380048"/>
                  <a:pt x="2966657" y="380048"/>
                </a:cubicBezTo>
                <a:cubicBezTo>
                  <a:pt x="2974753" y="380048"/>
                  <a:pt x="2981325" y="373475"/>
                  <a:pt x="2981325" y="365379"/>
                </a:cubicBezTo>
                <a:cubicBezTo>
                  <a:pt x="2981325" y="357283"/>
                  <a:pt x="2974753" y="350711"/>
                  <a:pt x="2966657" y="350711"/>
                </a:cubicBezTo>
                <a:cubicBezTo>
                  <a:pt x="2959799" y="350711"/>
                  <a:pt x="2954084" y="355473"/>
                  <a:pt x="2952464" y="361855"/>
                </a:cubicBezTo>
                <a:lnTo>
                  <a:pt x="2915412" y="361855"/>
                </a:lnTo>
                <a:lnTo>
                  <a:pt x="2893600" y="323279"/>
                </a:lnTo>
                <a:lnTo>
                  <a:pt x="2587657" y="323279"/>
                </a:lnTo>
                <a:lnTo>
                  <a:pt x="2556701" y="357473"/>
                </a:lnTo>
                <a:lnTo>
                  <a:pt x="2556701" y="354616"/>
                </a:lnTo>
                <a:cubicBezTo>
                  <a:pt x="2556701" y="350996"/>
                  <a:pt x="2553748" y="347948"/>
                  <a:pt x="2550033" y="347948"/>
                </a:cubicBezTo>
                <a:lnTo>
                  <a:pt x="2405920" y="347948"/>
                </a:lnTo>
                <a:cubicBezTo>
                  <a:pt x="2402300" y="347948"/>
                  <a:pt x="2399252" y="350901"/>
                  <a:pt x="2399252" y="354616"/>
                </a:cubicBezTo>
                <a:lnTo>
                  <a:pt x="2399252" y="375380"/>
                </a:lnTo>
                <a:lnTo>
                  <a:pt x="2399252" y="372999"/>
                </a:lnTo>
                <a:cubicBezTo>
                  <a:pt x="2399252" y="372999"/>
                  <a:pt x="2243519" y="374618"/>
                  <a:pt x="2243519" y="374618"/>
                </a:cubicBezTo>
                <a:lnTo>
                  <a:pt x="2223992" y="353473"/>
                </a:lnTo>
                <a:lnTo>
                  <a:pt x="2223992" y="280892"/>
                </a:lnTo>
                <a:cubicBezTo>
                  <a:pt x="2223992" y="280892"/>
                  <a:pt x="2247900" y="251651"/>
                  <a:pt x="2247900" y="251651"/>
                </a:cubicBezTo>
                <a:lnTo>
                  <a:pt x="2247900" y="156401"/>
                </a:lnTo>
                <a:cubicBezTo>
                  <a:pt x="2247900" y="156401"/>
                  <a:pt x="2248567" y="156210"/>
                  <a:pt x="2248948" y="156020"/>
                </a:cubicBezTo>
                <a:lnTo>
                  <a:pt x="2323433" y="225457"/>
                </a:lnTo>
                <a:lnTo>
                  <a:pt x="2375345" y="224981"/>
                </a:lnTo>
                <a:cubicBezTo>
                  <a:pt x="2375345" y="224981"/>
                  <a:pt x="2375345" y="225362"/>
                  <a:pt x="2375345" y="225552"/>
                </a:cubicBezTo>
                <a:cubicBezTo>
                  <a:pt x="2376107" y="228791"/>
                  <a:pt x="2378107" y="231553"/>
                  <a:pt x="2380964" y="233363"/>
                </a:cubicBezTo>
                <a:cubicBezTo>
                  <a:pt x="2382965" y="234601"/>
                  <a:pt x="2385251" y="235172"/>
                  <a:pt x="2387537" y="235172"/>
                </a:cubicBezTo>
                <a:cubicBezTo>
                  <a:pt x="2388489" y="235172"/>
                  <a:pt x="2389537" y="235077"/>
                  <a:pt x="2390489" y="234791"/>
                </a:cubicBezTo>
                <a:cubicBezTo>
                  <a:pt x="2393728" y="234029"/>
                  <a:pt x="2396490" y="232029"/>
                  <a:pt x="2398300" y="229076"/>
                </a:cubicBezTo>
                <a:cubicBezTo>
                  <a:pt x="2400014" y="226219"/>
                  <a:pt x="2400586" y="222885"/>
                  <a:pt x="2399824" y="219551"/>
                </a:cubicBezTo>
                <a:cubicBezTo>
                  <a:pt x="2399062" y="216313"/>
                  <a:pt x="2397062" y="213551"/>
                  <a:pt x="2394204" y="211741"/>
                </a:cubicBezTo>
                <a:cubicBezTo>
                  <a:pt x="2391347" y="210026"/>
                  <a:pt x="2387918" y="209455"/>
                  <a:pt x="2384679" y="210217"/>
                </a:cubicBezTo>
                <a:cubicBezTo>
                  <a:pt x="2381441" y="210979"/>
                  <a:pt x="2378678" y="212979"/>
                  <a:pt x="2376869" y="215932"/>
                </a:cubicBezTo>
                <a:cubicBezTo>
                  <a:pt x="2376107" y="217265"/>
                  <a:pt x="2375630" y="218694"/>
                  <a:pt x="2375345" y="220123"/>
                </a:cubicBezTo>
                <a:lnTo>
                  <a:pt x="2325338" y="220599"/>
                </a:lnTo>
                <a:lnTo>
                  <a:pt x="2252567" y="152781"/>
                </a:lnTo>
                <a:cubicBezTo>
                  <a:pt x="2253044" y="152019"/>
                  <a:pt x="2253520" y="151162"/>
                  <a:pt x="2253710" y="150209"/>
                </a:cubicBezTo>
                <a:cubicBezTo>
                  <a:pt x="2254853" y="145447"/>
                  <a:pt x="2251901" y="140780"/>
                  <a:pt x="2247233" y="139637"/>
                </a:cubicBezTo>
                <a:cubicBezTo>
                  <a:pt x="2242471" y="138494"/>
                  <a:pt x="2237804" y="141446"/>
                  <a:pt x="2236661" y="146114"/>
                </a:cubicBezTo>
                <a:cubicBezTo>
                  <a:pt x="2235518" y="150876"/>
                  <a:pt x="2238470" y="155543"/>
                  <a:pt x="2243138" y="156686"/>
                </a:cubicBezTo>
                <a:cubicBezTo>
                  <a:pt x="2243138" y="156686"/>
                  <a:pt x="2243138" y="156686"/>
                  <a:pt x="2243138" y="156686"/>
                </a:cubicBezTo>
                <a:lnTo>
                  <a:pt x="2243138" y="249936"/>
                </a:lnTo>
                <a:lnTo>
                  <a:pt x="2219325" y="279178"/>
                </a:lnTo>
                <a:lnTo>
                  <a:pt x="2219325" y="355378"/>
                </a:lnTo>
                <a:cubicBezTo>
                  <a:pt x="2219325" y="355378"/>
                  <a:pt x="2241423" y="379476"/>
                  <a:pt x="2241423" y="379476"/>
                </a:cubicBezTo>
                <a:lnTo>
                  <a:pt x="2399157" y="377857"/>
                </a:lnTo>
                <a:lnTo>
                  <a:pt x="2399157" y="396907"/>
                </a:lnTo>
                <a:cubicBezTo>
                  <a:pt x="2399157" y="400145"/>
                  <a:pt x="2401824" y="402812"/>
                  <a:pt x="2405063" y="402812"/>
                </a:cubicBezTo>
                <a:lnTo>
                  <a:pt x="2549938" y="402812"/>
                </a:lnTo>
                <a:cubicBezTo>
                  <a:pt x="2553557" y="402812"/>
                  <a:pt x="2556605" y="399860"/>
                  <a:pt x="2556605" y="396145"/>
                </a:cubicBezTo>
                <a:lnTo>
                  <a:pt x="2556605" y="391478"/>
                </a:lnTo>
                <a:lnTo>
                  <a:pt x="2571941" y="398526"/>
                </a:lnTo>
                <a:lnTo>
                  <a:pt x="2571941" y="424148"/>
                </a:lnTo>
                <a:lnTo>
                  <a:pt x="2552986" y="434816"/>
                </a:lnTo>
                <a:close/>
                <a:moveTo>
                  <a:pt x="2966657" y="357950"/>
                </a:moveTo>
                <a:cubicBezTo>
                  <a:pt x="2970848" y="357950"/>
                  <a:pt x="2974181" y="361283"/>
                  <a:pt x="2974181" y="365474"/>
                </a:cubicBezTo>
                <a:cubicBezTo>
                  <a:pt x="2974181" y="369665"/>
                  <a:pt x="2970848" y="372999"/>
                  <a:pt x="2966657" y="372999"/>
                </a:cubicBezTo>
                <a:cubicBezTo>
                  <a:pt x="2962466" y="372999"/>
                  <a:pt x="2959132" y="369665"/>
                  <a:pt x="2959132" y="365474"/>
                </a:cubicBezTo>
                <a:cubicBezTo>
                  <a:pt x="2959132" y="361283"/>
                  <a:pt x="2962466" y="357950"/>
                  <a:pt x="2966657" y="357950"/>
                </a:cubicBezTo>
                <a:close/>
                <a:moveTo>
                  <a:pt x="2381060" y="218504"/>
                </a:moveTo>
                <a:cubicBezTo>
                  <a:pt x="2382107" y="216694"/>
                  <a:pt x="2383822" y="215456"/>
                  <a:pt x="2385917" y="214979"/>
                </a:cubicBezTo>
                <a:cubicBezTo>
                  <a:pt x="2386489" y="214789"/>
                  <a:pt x="2387156" y="214789"/>
                  <a:pt x="2387727" y="214789"/>
                </a:cubicBezTo>
                <a:cubicBezTo>
                  <a:pt x="2389156" y="214789"/>
                  <a:pt x="2390585" y="215170"/>
                  <a:pt x="2391823" y="215932"/>
                </a:cubicBezTo>
                <a:cubicBezTo>
                  <a:pt x="2393633" y="216980"/>
                  <a:pt x="2394871" y="218789"/>
                  <a:pt x="2395347" y="220790"/>
                </a:cubicBezTo>
                <a:cubicBezTo>
                  <a:pt x="2395823" y="222790"/>
                  <a:pt x="2395538" y="224885"/>
                  <a:pt x="2394395" y="226695"/>
                </a:cubicBezTo>
                <a:cubicBezTo>
                  <a:pt x="2393347" y="228505"/>
                  <a:pt x="2391632" y="229743"/>
                  <a:pt x="2389537" y="230219"/>
                </a:cubicBezTo>
                <a:cubicBezTo>
                  <a:pt x="2387537" y="230695"/>
                  <a:pt x="2385441" y="230410"/>
                  <a:pt x="2383631" y="229267"/>
                </a:cubicBezTo>
                <a:cubicBezTo>
                  <a:pt x="2381822" y="228219"/>
                  <a:pt x="2380583" y="226505"/>
                  <a:pt x="2380107" y="224409"/>
                </a:cubicBezTo>
                <a:cubicBezTo>
                  <a:pt x="2379631" y="222409"/>
                  <a:pt x="2379917" y="220313"/>
                  <a:pt x="2381060" y="218504"/>
                </a:cubicBezTo>
                <a:close/>
                <a:moveTo>
                  <a:pt x="2448878" y="398050"/>
                </a:moveTo>
                <a:lnTo>
                  <a:pt x="2405253" y="398050"/>
                </a:lnTo>
                <a:cubicBezTo>
                  <a:pt x="2404586" y="398050"/>
                  <a:pt x="2404110" y="397478"/>
                  <a:pt x="2404110" y="396907"/>
                </a:cubicBezTo>
                <a:lnTo>
                  <a:pt x="2404110" y="354711"/>
                </a:lnTo>
                <a:cubicBezTo>
                  <a:pt x="2404110" y="353663"/>
                  <a:pt x="2404967" y="352806"/>
                  <a:pt x="2406015" y="352806"/>
                </a:cubicBezTo>
                <a:lnTo>
                  <a:pt x="2448973" y="352806"/>
                </a:lnTo>
                <a:lnTo>
                  <a:pt x="2448973" y="398050"/>
                </a:lnTo>
                <a:close/>
                <a:moveTo>
                  <a:pt x="2500694" y="398050"/>
                </a:moveTo>
                <a:lnTo>
                  <a:pt x="2453640" y="398050"/>
                </a:lnTo>
                <a:lnTo>
                  <a:pt x="2453640" y="352806"/>
                </a:lnTo>
                <a:lnTo>
                  <a:pt x="2500694" y="352806"/>
                </a:lnTo>
                <a:lnTo>
                  <a:pt x="2500694" y="398050"/>
                </a:lnTo>
                <a:close/>
                <a:moveTo>
                  <a:pt x="2551938" y="362807"/>
                </a:moveTo>
                <a:lnTo>
                  <a:pt x="2551652" y="363093"/>
                </a:lnTo>
                <a:lnTo>
                  <a:pt x="2551938" y="363379"/>
                </a:lnTo>
                <a:lnTo>
                  <a:pt x="2551938" y="387477"/>
                </a:lnTo>
                <a:lnTo>
                  <a:pt x="2551271" y="389001"/>
                </a:lnTo>
                <a:lnTo>
                  <a:pt x="2551938" y="389287"/>
                </a:lnTo>
                <a:lnTo>
                  <a:pt x="2551938" y="396145"/>
                </a:lnTo>
                <a:cubicBezTo>
                  <a:pt x="2551938" y="397193"/>
                  <a:pt x="2551081" y="398050"/>
                  <a:pt x="2550033" y="398050"/>
                </a:cubicBezTo>
                <a:lnTo>
                  <a:pt x="2505361" y="398050"/>
                </a:lnTo>
                <a:lnTo>
                  <a:pt x="2505361" y="352806"/>
                </a:lnTo>
                <a:lnTo>
                  <a:pt x="2550033" y="352806"/>
                </a:lnTo>
                <a:cubicBezTo>
                  <a:pt x="2551081" y="352806"/>
                  <a:pt x="2551938" y="353663"/>
                  <a:pt x="2551938" y="354711"/>
                </a:cubicBezTo>
                <a:lnTo>
                  <a:pt x="2551938" y="362807"/>
                </a:lnTo>
                <a:close/>
                <a:moveTo>
                  <a:pt x="306134" y="2236470"/>
                </a:moveTo>
                <a:lnTo>
                  <a:pt x="313373" y="2229422"/>
                </a:lnTo>
                <a:lnTo>
                  <a:pt x="316706" y="2232851"/>
                </a:lnTo>
                <a:lnTo>
                  <a:pt x="309467" y="2239899"/>
                </a:lnTo>
                <a:lnTo>
                  <a:pt x="306134" y="2236470"/>
                </a:lnTo>
                <a:close/>
                <a:moveTo>
                  <a:pt x="1218152" y="3925919"/>
                </a:moveTo>
                <a:lnTo>
                  <a:pt x="1225296" y="3925919"/>
                </a:lnTo>
                <a:lnTo>
                  <a:pt x="1225296" y="3935635"/>
                </a:lnTo>
                <a:lnTo>
                  <a:pt x="1218152" y="3935635"/>
                </a:lnTo>
                <a:lnTo>
                  <a:pt x="1218152" y="3925919"/>
                </a:lnTo>
                <a:close/>
                <a:moveTo>
                  <a:pt x="1225296" y="3916109"/>
                </a:moveTo>
                <a:lnTo>
                  <a:pt x="1218152" y="3916109"/>
                </a:lnTo>
                <a:lnTo>
                  <a:pt x="1218152" y="3906584"/>
                </a:lnTo>
                <a:cubicBezTo>
                  <a:pt x="1218152" y="3904584"/>
                  <a:pt x="1219772" y="3902964"/>
                  <a:pt x="1221772" y="3902964"/>
                </a:cubicBezTo>
                <a:lnTo>
                  <a:pt x="1231297" y="3902964"/>
                </a:lnTo>
                <a:lnTo>
                  <a:pt x="1231297" y="3910108"/>
                </a:lnTo>
                <a:lnTo>
                  <a:pt x="1225391" y="3910108"/>
                </a:lnTo>
                <a:lnTo>
                  <a:pt x="1225391" y="3916013"/>
                </a:lnTo>
                <a:close/>
                <a:moveTo>
                  <a:pt x="2415635" y="392430"/>
                </a:moveTo>
                <a:lnTo>
                  <a:pt x="2436305" y="392430"/>
                </a:lnTo>
                <a:cubicBezTo>
                  <a:pt x="2439924" y="392430"/>
                  <a:pt x="2442972" y="389477"/>
                  <a:pt x="2442972" y="385763"/>
                </a:cubicBezTo>
                <a:lnTo>
                  <a:pt x="2442972" y="365093"/>
                </a:lnTo>
                <a:cubicBezTo>
                  <a:pt x="2442972" y="361474"/>
                  <a:pt x="2440019" y="358426"/>
                  <a:pt x="2436305" y="358426"/>
                </a:cubicBezTo>
                <a:lnTo>
                  <a:pt x="2415635" y="358426"/>
                </a:lnTo>
                <a:cubicBezTo>
                  <a:pt x="2412016" y="358426"/>
                  <a:pt x="2408968" y="361379"/>
                  <a:pt x="2408968" y="365093"/>
                </a:cubicBezTo>
                <a:lnTo>
                  <a:pt x="2408968" y="385763"/>
                </a:lnTo>
                <a:cubicBezTo>
                  <a:pt x="2408968" y="389382"/>
                  <a:pt x="2411921" y="392430"/>
                  <a:pt x="2415635" y="392430"/>
                </a:cubicBezTo>
                <a:close/>
                <a:moveTo>
                  <a:pt x="2413826" y="365093"/>
                </a:moveTo>
                <a:cubicBezTo>
                  <a:pt x="2413826" y="364046"/>
                  <a:pt x="2414683" y="363188"/>
                  <a:pt x="2415731" y="363188"/>
                </a:cubicBezTo>
                <a:lnTo>
                  <a:pt x="2436400" y="363188"/>
                </a:lnTo>
                <a:cubicBezTo>
                  <a:pt x="2437448" y="363188"/>
                  <a:pt x="2438305" y="364046"/>
                  <a:pt x="2438305" y="365093"/>
                </a:cubicBezTo>
                <a:lnTo>
                  <a:pt x="2438305" y="385763"/>
                </a:lnTo>
                <a:cubicBezTo>
                  <a:pt x="2438305" y="386810"/>
                  <a:pt x="2437448" y="387668"/>
                  <a:pt x="2436400" y="387668"/>
                </a:cubicBezTo>
                <a:lnTo>
                  <a:pt x="2415731" y="387668"/>
                </a:lnTo>
                <a:cubicBezTo>
                  <a:pt x="2414683" y="387668"/>
                  <a:pt x="2413826" y="386810"/>
                  <a:pt x="2413826" y="385763"/>
                </a:cubicBezTo>
                <a:lnTo>
                  <a:pt x="2413826" y="365093"/>
                </a:lnTo>
                <a:close/>
                <a:moveTo>
                  <a:pt x="2466880" y="392430"/>
                </a:moveTo>
                <a:lnTo>
                  <a:pt x="2487549" y="392430"/>
                </a:lnTo>
                <a:cubicBezTo>
                  <a:pt x="2491169" y="392430"/>
                  <a:pt x="2494217" y="389477"/>
                  <a:pt x="2494217" y="385763"/>
                </a:cubicBezTo>
                <a:lnTo>
                  <a:pt x="2494217" y="365093"/>
                </a:lnTo>
                <a:cubicBezTo>
                  <a:pt x="2494217" y="361474"/>
                  <a:pt x="2491264" y="358426"/>
                  <a:pt x="2487549" y="358426"/>
                </a:cubicBezTo>
                <a:lnTo>
                  <a:pt x="2466880" y="358426"/>
                </a:lnTo>
                <a:cubicBezTo>
                  <a:pt x="2463260" y="358426"/>
                  <a:pt x="2460212" y="361379"/>
                  <a:pt x="2460212" y="365093"/>
                </a:cubicBezTo>
                <a:lnTo>
                  <a:pt x="2460212" y="385763"/>
                </a:lnTo>
                <a:cubicBezTo>
                  <a:pt x="2460212" y="389382"/>
                  <a:pt x="2463165" y="392430"/>
                  <a:pt x="2466880" y="392430"/>
                </a:cubicBezTo>
                <a:close/>
                <a:moveTo>
                  <a:pt x="2464975" y="365093"/>
                </a:moveTo>
                <a:cubicBezTo>
                  <a:pt x="2464975" y="364046"/>
                  <a:pt x="2465832" y="363188"/>
                  <a:pt x="2466880" y="363188"/>
                </a:cubicBezTo>
                <a:lnTo>
                  <a:pt x="2487549" y="363188"/>
                </a:lnTo>
                <a:cubicBezTo>
                  <a:pt x="2488597" y="363188"/>
                  <a:pt x="2489454" y="364046"/>
                  <a:pt x="2489454" y="365093"/>
                </a:cubicBezTo>
                <a:lnTo>
                  <a:pt x="2489454" y="385763"/>
                </a:lnTo>
                <a:cubicBezTo>
                  <a:pt x="2489454" y="386810"/>
                  <a:pt x="2488597" y="387668"/>
                  <a:pt x="2487549" y="387668"/>
                </a:cubicBezTo>
                <a:lnTo>
                  <a:pt x="2466880" y="387668"/>
                </a:lnTo>
                <a:cubicBezTo>
                  <a:pt x="2465832" y="387668"/>
                  <a:pt x="2464975" y="386810"/>
                  <a:pt x="2464975" y="385763"/>
                </a:cubicBezTo>
                <a:lnTo>
                  <a:pt x="2464975" y="365093"/>
                </a:lnTo>
                <a:close/>
                <a:moveTo>
                  <a:pt x="1332833" y="3897059"/>
                </a:moveTo>
                <a:lnTo>
                  <a:pt x="1339977" y="3897059"/>
                </a:lnTo>
                <a:lnTo>
                  <a:pt x="1339977" y="3906584"/>
                </a:lnTo>
                <a:cubicBezTo>
                  <a:pt x="1339977" y="3908584"/>
                  <a:pt x="1338358" y="3910108"/>
                  <a:pt x="1336453" y="3910203"/>
                </a:cubicBezTo>
                <a:lnTo>
                  <a:pt x="1326928" y="3910203"/>
                </a:lnTo>
                <a:cubicBezTo>
                  <a:pt x="1326928" y="3910203"/>
                  <a:pt x="1326928" y="3903059"/>
                  <a:pt x="1326928" y="3903059"/>
                </a:cubicBezTo>
                <a:lnTo>
                  <a:pt x="1332928" y="3903059"/>
                </a:lnTo>
                <a:lnTo>
                  <a:pt x="1332928" y="3897059"/>
                </a:lnTo>
                <a:close/>
                <a:moveTo>
                  <a:pt x="1232916" y="3903059"/>
                </a:moveTo>
                <a:lnTo>
                  <a:pt x="1232916" y="3910203"/>
                </a:lnTo>
                <a:lnTo>
                  <a:pt x="1232059" y="3903059"/>
                </a:lnTo>
                <a:lnTo>
                  <a:pt x="1232916" y="3903059"/>
                </a:lnTo>
                <a:close/>
                <a:moveTo>
                  <a:pt x="2372011" y="4263771"/>
                </a:moveTo>
                <a:cubicBezTo>
                  <a:pt x="2376869" y="4263771"/>
                  <a:pt x="2380869" y="4259771"/>
                  <a:pt x="2380869" y="4254913"/>
                </a:cubicBezTo>
                <a:cubicBezTo>
                  <a:pt x="2380869" y="4250055"/>
                  <a:pt x="2376869" y="4246055"/>
                  <a:pt x="2372011" y="4246055"/>
                </a:cubicBezTo>
                <a:cubicBezTo>
                  <a:pt x="2367915" y="4246055"/>
                  <a:pt x="2364677" y="4248817"/>
                  <a:pt x="2363629" y="4252532"/>
                </a:cubicBezTo>
                <a:lnTo>
                  <a:pt x="2308193" y="4252532"/>
                </a:lnTo>
                <a:lnTo>
                  <a:pt x="2289715" y="4226719"/>
                </a:lnTo>
                <a:lnTo>
                  <a:pt x="2289143" y="4162139"/>
                </a:lnTo>
                <a:lnTo>
                  <a:pt x="2309622" y="4142804"/>
                </a:lnTo>
                <a:cubicBezTo>
                  <a:pt x="2311337" y="4143947"/>
                  <a:pt x="2313337" y="4144804"/>
                  <a:pt x="2315623" y="4144804"/>
                </a:cubicBezTo>
                <a:cubicBezTo>
                  <a:pt x="2321814" y="4144804"/>
                  <a:pt x="2326862" y="4139755"/>
                  <a:pt x="2326862" y="4133564"/>
                </a:cubicBezTo>
                <a:cubicBezTo>
                  <a:pt x="2326862" y="4127373"/>
                  <a:pt x="2321814" y="4122325"/>
                  <a:pt x="2315623" y="4122325"/>
                </a:cubicBezTo>
                <a:cubicBezTo>
                  <a:pt x="2309432" y="4122325"/>
                  <a:pt x="2304383" y="4127373"/>
                  <a:pt x="2304383" y="4133564"/>
                </a:cubicBezTo>
                <a:cubicBezTo>
                  <a:pt x="2304383" y="4135755"/>
                  <a:pt x="2305145" y="4137755"/>
                  <a:pt x="2306288" y="4139470"/>
                </a:cubicBezTo>
                <a:lnTo>
                  <a:pt x="2284381" y="4160139"/>
                </a:lnTo>
                <a:lnTo>
                  <a:pt x="2284952" y="4228338"/>
                </a:lnTo>
                <a:lnTo>
                  <a:pt x="2305717" y="4257389"/>
                </a:lnTo>
                <a:lnTo>
                  <a:pt x="2363534" y="4257389"/>
                </a:lnTo>
                <a:cubicBezTo>
                  <a:pt x="2364581" y="4261104"/>
                  <a:pt x="2367915" y="4263867"/>
                  <a:pt x="2371916" y="4263867"/>
                </a:cubicBezTo>
                <a:close/>
                <a:moveTo>
                  <a:pt x="2315623" y="4126992"/>
                </a:moveTo>
                <a:cubicBezTo>
                  <a:pt x="2319242" y="4126992"/>
                  <a:pt x="2322100" y="4129945"/>
                  <a:pt x="2322100" y="4133469"/>
                </a:cubicBezTo>
                <a:cubicBezTo>
                  <a:pt x="2322100" y="4136993"/>
                  <a:pt x="2319147" y="4139946"/>
                  <a:pt x="2315623" y="4139946"/>
                </a:cubicBezTo>
                <a:cubicBezTo>
                  <a:pt x="2312099" y="4139946"/>
                  <a:pt x="2309146" y="4136993"/>
                  <a:pt x="2309146" y="4133469"/>
                </a:cubicBezTo>
                <a:cubicBezTo>
                  <a:pt x="2309146" y="4129945"/>
                  <a:pt x="2312099" y="4126992"/>
                  <a:pt x="2315623" y="4126992"/>
                </a:cubicBezTo>
                <a:close/>
                <a:moveTo>
                  <a:pt x="335661" y="2080260"/>
                </a:moveTo>
                <a:lnTo>
                  <a:pt x="342805" y="2080260"/>
                </a:lnTo>
                <a:lnTo>
                  <a:pt x="342805" y="2085023"/>
                </a:lnTo>
                <a:lnTo>
                  <a:pt x="335661" y="2085023"/>
                </a:lnTo>
                <a:lnTo>
                  <a:pt x="335661" y="2080260"/>
                </a:lnTo>
                <a:close/>
                <a:moveTo>
                  <a:pt x="1739551" y="2479072"/>
                </a:moveTo>
                <a:cubicBezTo>
                  <a:pt x="1744313" y="2479072"/>
                  <a:pt x="1748219" y="2475167"/>
                  <a:pt x="1748219" y="2470404"/>
                </a:cubicBezTo>
                <a:lnTo>
                  <a:pt x="1748219" y="2457164"/>
                </a:lnTo>
                <a:cubicBezTo>
                  <a:pt x="1748219" y="2452402"/>
                  <a:pt x="1744313" y="2448497"/>
                  <a:pt x="1739551" y="2448497"/>
                </a:cubicBezTo>
                <a:lnTo>
                  <a:pt x="1726311" y="2448497"/>
                </a:lnTo>
                <a:cubicBezTo>
                  <a:pt x="1721549" y="2448497"/>
                  <a:pt x="1717643" y="2452402"/>
                  <a:pt x="1717643" y="2457164"/>
                </a:cubicBezTo>
                <a:lnTo>
                  <a:pt x="1717643" y="2461451"/>
                </a:lnTo>
                <a:lnTo>
                  <a:pt x="1585722" y="2461451"/>
                </a:lnTo>
                <a:lnTo>
                  <a:pt x="1566577" y="2483644"/>
                </a:lnTo>
                <a:lnTo>
                  <a:pt x="1487900" y="2483644"/>
                </a:lnTo>
                <a:cubicBezTo>
                  <a:pt x="1487710" y="2482596"/>
                  <a:pt x="1487424" y="2481453"/>
                  <a:pt x="1487043" y="2480405"/>
                </a:cubicBezTo>
                <a:cubicBezTo>
                  <a:pt x="1483900" y="2472976"/>
                  <a:pt x="1475423" y="2469547"/>
                  <a:pt x="1467993" y="2472595"/>
                </a:cubicBezTo>
                <a:cubicBezTo>
                  <a:pt x="1460564" y="2475738"/>
                  <a:pt x="1457135" y="2484215"/>
                  <a:pt x="1460182" y="2491645"/>
                </a:cubicBezTo>
                <a:cubicBezTo>
                  <a:pt x="1462183" y="2496407"/>
                  <a:pt x="1466469" y="2499360"/>
                  <a:pt x="1471232" y="2500217"/>
                </a:cubicBezTo>
                <a:lnTo>
                  <a:pt x="1471232" y="2532602"/>
                </a:lnTo>
                <a:cubicBezTo>
                  <a:pt x="1471232" y="2532602"/>
                  <a:pt x="1511522" y="2576798"/>
                  <a:pt x="1511522" y="2576798"/>
                </a:cubicBezTo>
                <a:lnTo>
                  <a:pt x="1511522" y="2708243"/>
                </a:lnTo>
                <a:cubicBezTo>
                  <a:pt x="1511522" y="2708243"/>
                  <a:pt x="1458373" y="2772632"/>
                  <a:pt x="1458373" y="2772632"/>
                </a:cubicBezTo>
                <a:lnTo>
                  <a:pt x="1457801" y="2773299"/>
                </a:lnTo>
                <a:lnTo>
                  <a:pt x="1457801" y="2804636"/>
                </a:lnTo>
                <a:cubicBezTo>
                  <a:pt x="1453991" y="2805684"/>
                  <a:pt x="1451134" y="2808923"/>
                  <a:pt x="1450753" y="2812923"/>
                </a:cubicBezTo>
                <a:cubicBezTo>
                  <a:pt x="1450181" y="2818257"/>
                  <a:pt x="1454087" y="2823115"/>
                  <a:pt x="1459421" y="2823686"/>
                </a:cubicBezTo>
                <a:cubicBezTo>
                  <a:pt x="1459802" y="2823686"/>
                  <a:pt x="1460087" y="2823686"/>
                  <a:pt x="1460468" y="2823686"/>
                </a:cubicBezTo>
                <a:cubicBezTo>
                  <a:pt x="1462659" y="2823686"/>
                  <a:pt x="1464850" y="2822924"/>
                  <a:pt x="1466564" y="2821496"/>
                </a:cubicBezTo>
                <a:cubicBezTo>
                  <a:pt x="1468565" y="2819876"/>
                  <a:pt x="1469898" y="2817495"/>
                  <a:pt x="1470184" y="2814923"/>
                </a:cubicBezTo>
                <a:cubicBezTo>
                  <a:pt x="1470470" y="2812352"/>
                  <a:pt x="1469707" y="2809780"/>
                  <a:pt x="1468088" y="2807780"/>
                </a:cubicBezTo>
                <a:cubicBezTo>
                  <a:pt x="1466660" y="2806065"/>
                  <a:pt x="1464659" y="2805017"/>
                  <a:pt x="1462469" y="2804541"/>
                </a:cubicBezTo>
                <a:lnTo>
                  <a:pt x="1462469" y="2775013"/>
                </a:lnTo>
                <a:cubicBezTo>
                  <a:pt x="1462469" y="2775013"/>
                  <a:pt x="1516380" y="2709958"/>
                  <a:pt x="1516380" y="2709958"/>
                </a:cubicBezTo>
                <a:lnTo>
                  <a:pt x="1516380" y="2574893"/>
                </a:lnTo>
                <a:cubicBezTo>
                  <a:pt x="1516380" y="2574893"/>
                  <a:pt x="1475899" y="2530697"/>
                  <a:pt x="1475899" y="2530697"/>
                </a:cubicBezTo>
                <a:lnTo>
                  <a:pt x="1475899" y="2500313"/>
                </a:lnTo>
                <a:cubicBezTo>
                  <a:pt x="1477042" y="2500122"/>
                  <a:pt x="1478090" y="2499836"/>
                  <a:pt x="1479232" y="2499455"/>
                </a:cubicBezTo>
                <a:cubicBezTo>
                  <a:pt x="1483995" y="2497455"/>
                  <a:pt x="1487138" y="2493169"/>
                  <a:pt x="1487900" y="2488406"/>
                </a:cubicBezTo>
                <a:lnTo>
                  <a:pt x="1568768" y="2488406"/>
                </a:lnTo>
                <a:lnTo>
                  <a:pt x="1587913" y="2466213"/>
                </a:lnTo>
                <a:lnTo>
                  <a:pt x="1717739" y="2466213"/>
                </a:lnTo>
                <a:lnTo>
                  <a:pt x="1717739" y="2470499"/>
                </a:lnTo>
                <a:cubicBezTo>
                  <a:pt x="1717739" y="2475262"/>
                  <a:pt x="1721644" y="2479167"/>
                  <a:pt x="1726406" y="2479167"/>
                </a:cubicBezTo>
                <a:lnTo>
                  <a:pt x="1739646" y="2479167"/>
                </a:lnTo>
                <a:close/>
                <a:moveTo>
                  <a:pt x="1464278" y="2810732"/>
                </a:moveTo>
                <a:cubicBezTo>
                  <a:pt x="1465136" y="2811780"/>
                  <a:pt x="1465517" y="2813113"/>
                  <a:pt x="1465326" y="2814447"/>
                </a:cubicBezTo>
                <a:cubicBezTo>
                  <a:pt x="1465136" y="2815780"/>
                  <a:pt x="1464564" y="2816924"/>
                  <a:pt x="1463516" y="2817781"/>
                </a:cubicBezTo>
                <a:cubicBezTo>
                  <a:pt x="1462469" y="2818638"/>
                  <a:pt x="1461135" y="2819019"/>
                  <a:pt x="1459897" y="2818829"/>
                </a:cubicBezTo>
                <a:cubicBezTo>
                  <a:pt x="1457135" y="2818543"/>
                  <a:pt x="1455134" y="2816067"/>
                  <a:pt x="1455420" y="2813304"/>
                </a:cubicBezTo>
                <a:cubicBezTo>
                  <a:pt x="1455706" y="2810732"/>
                  <a:pt x="1457897" y="2808827"/>
                  <a:pt x="1460373" y="2808827"/>
                </a:cubicBezTo>
                <a:cubicBezTo>
                  <a:pt x="1460564" y="2808827"/>
                  <a:pt x="1460754" y="2808827"/>
                  <a:pt x="1460945" y="2808827"/>
                </a:cubicBezTo>
                <a:cubicBezTo>
                  <a:pt x="1462278" y="2808923"/>
                  <a:pt x="1463516" y="2809589"/>
                  <a:pt x="1464278" y="2810637"/>
                </a:cubicBezTo>
                <a:close/>
                <a:moveTo>
                  <a:pt x="1477232" y="2494979"/>
                </a:moveTo>
                <a:cubicBezTo>
                  <a:pt x="1472279" y="2497074"/>
                  <a:pt x="1466469" y="2494693"/>
                  <a:pt x="1464374" y="2489740"/>
                </a:cubicBezTo>
                <a:cubicBezTo>
                  <a:pt x="1462278" y="2484787"/>
                  <a:pt x="1464659" y="2478977"/>
                  <a:pt x="1469612" y="2476881"/>
                </a:cubicBezTo>
                <a:cubicBezTo>
                  <a:pt x="1470851" y="2476405"/>
                  <a:pt x="1472089" y="2476119"/>
                  <a:pt x="1473422" y="2476119"/>
                </a:cubicBezTo>
                <a:cubicBezTo>
                  <a:pt x="1477232" y="2476119"/>
                  <a:pt x="1480852" y="2478405"/>
                  <a:pt x="1482471" y="2482120"/>
                </a:cubicBezTo>
                <a:cubicBezTo>
                  <a:pt x="1484567" y="2487073"/>
                  <a:pt x="1482185" y="2492883"/>
                  <a:pt x="1477232" y="2494979"/>
                </a:cubicBezTo>
                <a:close/>
                <a:moveTo>
                  <a:pt x="1722406" y="2470404"/>
                </a:moveTo>
                <a:lnTo>
                  <a:pt x="1722406" y="2457164"/>
                </a:lnTo>
                <a:cubicBezTo>
                  <a:pt x="1722406" y="2455069"/>
                  <a:pt x="1724120" y="2453259"/>
                  <a:pt x="1726311" y="2453259"/>
                </a:cubicBezTo>
                <a:lnTo>
                  <a:pt x="1739551" y="2453259"/>
                </a:lnTo>
                <a:cubicBezTo>
                  <a:pt x="1741646" y="2453259"/>
                  <a:pt x="1743456" y="2454974"/>
                  <a:pt x="1743456" y="2457164"/>
                </a:cubicBezTo>
                <a:lnTo>
                  <a:pt x="1743456" y="2470404"/>
                </a:lnTo>
                <a:cubicBezTo>
                  <a:pt x="1743456" y="2472500"/>
                  <a:pt x="1741742" y="2474309"/>
                  <a:pt x="1739551" y="2474309"/>
                </a:cubicBezTo>
                <a:lnTo>
                  <a:pt x="1726311" y="2474309"/>
                </a:lnTo>
                <a:cubicBezTo>
                  <a:pt x="1724216" y="2474309"/>
                  <a:pt x="1722406" y="2472595"/>
                  <a:pt x="1722406" y="2470404"/>
                </a:cubicBezTo>
                <a:close/>
                <a:moveTo>
                  <a:pt x="2219801" y="4288251"/>
                </a:moveTo>
                <a:cubicBezTo>
                  <a:pt x="2218849" y="4283488"/>
                  <a:pt x="2221897" y="4278916"/>
                  <a:pt x="2226659" y="4277963"/>
                </a:cubicBezTo>
                <a:cubicBezTo>
                  <a:pt x="2231422" y="4277011"/>
                  <a:pt x="2235994" y="4280059"/>
                  <a:pt x="2236946" y="4284821"/>
                </a:cubicBezTo>
                <a:cubicBezTo>
                  <a:pt x="2237899" y="4289584"/>
                  <a:pt x="2234851" y="4294156"/>
                  <a:pt x="2230088" y="4295109"/>
                </a:cubicBezTo>
                <a:cubicBezTo>
                  <a:pt x="2225326" y="4296061"/>
                  <a:pt x="2220754" y="4293013"/>
                  <a:pt x="2219801" y="4288251"/>
                </a:cubicBezTo>
                <a:close/>
                <a:moveTo>
                  <a:pt x="2205609" y="4292632"/>
                </a:moveTo>
                <a:cubicBezTo>
                  <a:pt x="2207228" y="4290155"/>
                  <a:pt x="2207800" y="4287203"/>
                  <a:pt x="2207228" y="4284250"/>
                </a:cubicBezTo>
                <a:cubicBezTo>
                  <a:pt x="2206657" y="4281297"/>
                  <a:pt x="2204942" y="4278821"/>
                  <a:pt x="2202466" y="4277202"/>
                </a:cubicBezTo>
                <a:cubicBezTo>
                  <a:pt x="2199989" y="4275582"/>
                  <a:pt x="2197037" y="4275011"/>
                  <a:pt x="2194084" y="4275582"/>
                </a:cubicBezTo>
                <a:cubicBezTo>
                  <a:pt x="2188083" y="4276820"/>
                  <a:pt x="2184178" y="4282726"/>
                  <a:pt x="2185321" y="4288727"/>
                </a:cubicBezTo>
                <a:cubicBezTo>
                  <a:pt x="2185892" y="4291679"/>
                  <a:pt x="2187607" y="4294156"/>
                  <a:pt x="2190083" y="4295775"/>
                </a:cubicBezTo>
                <a:cubicBezTo>
                  <a:pt x="2191893" y="4297013"/>
                  <a:pt x="2194084" y="4297680"/>
                  <a:pt x="2196275" y="4297680"/>
                </a:cubicBezTo>
                <a:cubicBezTo>
                  <a:pt x="2197037" y="4297680"/>
                  <a:pt x="2197799" y="4297680"/>
                  <a:pt x="2198561" y="4297490"/>
                </a:cubicBezTo>
                <a:cubicBezTo>
                  <a:pt x="2201513" y="4296918"/>
                  <a:pt x="2203990" y="4295204"/>
                  <a:pt x="2205609" y="4292727"/>
                </a:cubicBezTo>
                <a:close/>
                <a:moveTo>
                  <a:pt x="2201609" y="4289965"/>
                </a:moveTo>
                <a:cubicBezTo>
                  <a:pt x="2200656" y="4291394"/>
                  <a:pt x="2199227" y="4292346"/>
                  <a:pt x="2197608" y="4292632"/>
                </a:cubicBezTo>
                <a:cubicBezTo>
                  <a:pt x="2195989" y="4292918"/>
                  <a:pt x="2194274" y="4292632"/>
                  <a:pt x="2192846" y="4291679"/>
                </a:cubicBezTo>
                <a:cubicBezTo>
                  <a:pt x="2191417" y="4290727"/>
                  <a:pt x="2190464" y="4289298"/>
                  <a:pt x="2190179" y="4287679"/>
                </a:cubicBezTo>
                <a:cubicBezTo>
                  <a:pt x="2189512" y="4284250"/>
                  <a:pt x="2191703" y="4280916"/>
                  <a:pt x="2195132" y="4280249"/>
                </a:cubicBezTo>
                <a:cubicBezTo>
                  <a:pt x="2195513" y="4280249"/>
                  <a:pt x="2195989" y="4280154"/>
                  <a:pt x="2196370" y="4280154"/>
                </a:cubicBezTo>
                <a:cubicBezTo>
                  <a:pt x="2197608" y="4280154"/>
                  <a:pt x="2198751" y="4280535"/>
                  <a:pt x="2199799" y="4281202"/>
                </a:cubicBezTo>
                <a:cubicBezTo>
                  <a:pt x="2201228" y="4282154"/>
                  <a:pt x="2202180" y="4283583"/>
                  <a:pt x="2202466" y="4285203"/>
                </a:cubicBezTo>
                <a:cubicBezTo>
                  <a:pt x="2202847" y="4286822"/>
                  <a:pt x="2202466" y="4288536"/>
                  <a:pt x="2201513" y="4289965"/>
                </a:cubicBezTo>
                <a:close/>
                <a:moveTo>
                  <a:pt x="328327" y="2094167"/>
                </a:moveTo>
                <a:lnTo>
                  <a:pt x="338042" y="2085689"/>
                </a:lnTo>
                <a:cubicBezTo>
                  <a:pt x="339185" y="2084737"/>
                  <a:pt x="340900" y="2084832"/>
                  <a:pt x="341852" y="2085975"/>
                </a:cubicBezTo>
                <a:lnTo>
                  <a:pt x="350330" y="2095691"/>
                </a:lnTo>
                <a:cubicBezTo>
                  <a:pt x="351282" y="2096834"/>
                  <a:pt x="351187" y="2098548"/>
                  <a:pt x="350044" y="2099501"/>
                </a:cubicBezTo>
                <a:lnTo>
                  <a:pt x="340328" y="2107978"/>
                </a:lnTo>
                <a:cubicBezTo>
                  <a:pt x="339185" y="2108930"/>
                  <a:pt x="337471" y="2108835"/>
                  <a:pt x="336518" y="2107692"/>
                </a:cubicBezTo>
                <a:lnTo>
                  <a:pt x="328041" y="2097977"/>
                </a:lnTo>
                <a:cubicBezTo>
                  <a:pt x="327089" y="2096834"/>
                  <a:pt x="327184" y="2095119"/>
                  <a:pt x="328327" y="2094167"/>
                </a:cubicBezTo>
                <a:close/>
                <a:moveTo>
                  <a:pt x="1656017" y="3846005"/>
                </a:moveTo>
                <a:cubicBezTo>
                  <a:pt x="1656017" y="3846005"/>
                  <a:pt x="1656398" y="3846005"/>
                  <a:pt x="1656588" y="3846005"/>
                </a:cubicBezTo>
                <a:cubicBezTo>
                  <a:pt x="1663827" y="3846005"/>
                  <a:pt x="1669923" y="3840290"/>
                  <a:pt x="1670209" y="3832955"/>
                </a:cubicBezTo>
                <a:cubicBezTo>
                  <a:pt x="1670399" y="3829336"/>
                  <a:pt x="1669066" y="3825812"/>
                  <a:pt x="1666589" y="3823145"/>
                </a:cubicBezTo>
                <a:cubicBezTo>
                  <a:pt x="1664113" y="3820478"/>
                  <a:pt x="1660779" y="3818859"/>
                  <a:pt x="1657064" y="3818763"/>
                </a:cubicBezTo>
                <a:cubicBezTo>
                  <a:pt x="1649635" y="3818382"/>
                  <a:pt x="1643158" y="3824288"/>
                  <a:pt x="1642777" y="3831812"/>
                </a:cubicBezTo>
                <a:cubicBezTo>
                  <a:pt x="1642682" y="3834384"/>
                  <a:pt x="1643348" y="3836765"/>
                  <a:pt x="1644396" y="3838861"/>
                </a:cubicBezTo>
                <a:lnTo>
                  <a:pt x="1577340" y="3898202"/>
                </a:lnTo>
                <a:lnTo>
                  <a:pt x="1576483" y="3898963"/>
                </a:lnTo>
                <a:lnTo>
                  <a:pt x="1577626" y="3960209"/>
                </a:lnTo>
                <a:lnTo>
                  <a:pt x="1484186" y="4068699"/>
                </a:lnTo>
                <a:lnTo>
                  <a:pt x="1484186" y="4078224"/>
                </a:lnTo>
                <a:cubicBezTo>
                  <a:pt x="1483328" y="4078415"/>
                  <a:pt x="1482471" y="4078415"/>
                  <a:pt x="1481709" y="4078796"/>
                </a:cubicBezTo>
                <a:cubicBezTo>
                  <a:pt x="1475803" y="4081463"/>
                  <a:pt x="1473137" y="4088511"/>
                  <a:pt x="1475803" y="4094417"/>
                </a:cubicBezTo>
                <a:cubicBezTo>
                  <a:pt x="1477804" y="4098798"/>
                  <a:pt x="1482090" y="4101370"/>
                  <a:pt x="1486662" y="4101370"/>
                </a:cubicBezTo>
                <a:cubicBezTo>
                  <a:pt x="1488281" y="4101370"/>
                  <a:pt x="1489901" y="4100989"/>
                  <a:pt x="1491520" y="4100322"/>
                </a:cubicBezTo>
                <a:cubicBezTo>
                  <a:pt x="1494377" y="4098988"/>
                  <a:pt x="1496568" y="4096703"/>
                  <a:pt x="1497711" y="4093750"/>
                </a:cubicBezTo>
                <a:cubicBezTo>
                  <a:pt x="1498854" y="4090797"/>
                  <a:pt x="1498759" y="4087559"/>
                  <a:pt x="1497425" y="4084701"/>
                </a:cubicBezTo>
                <a:cubicBezTo>
                  <a:pt x="1496092" y="4081844"/>
                  <a:pt x="1493806" y="4079558"/>
                  <a:pt x="1490853" y="4078510"/>
                </a:cubicBezTo>
                <a:cubicBezTo>
                  <a:pt x="1490282" y="4078319"/>
                  <a:pt x="1489615" y="4078319"/>
                  <a:pt x="1489043" y="4078224"/>
                </a:cubicBezTo>
                <a:lnTo>
                  <a:pt x="1489043" y="4070509"/>
                </a:lnTo>
                <a:lnTo>
                  <a:pt x="1581912" y="3962686"/>
                </a:lnTo>
                <a:lnTo>
                  <a:pt x="1582484" y="3962019"/>
                </a:lnTo>
                <a:lnTo>
                  <a:pt x="1581341" y="3901154"/>
                </a:lnTo>
                <a:lnTo>
                  <a:pt x="1647349" y="3842766"/>
                </a:lnTo>
                <a:cubicBezTo>
                  <a:pt x="1649635" y="3844767"/>
                  <a:pt x="1652492" y="3846100"/>
                  <a:pt x="1655731" y="3846290"/>
                </a:cubicBezTo>
                <a:close/>
                <a:moveTo>
                  <a:pt x="1656588" y="3823430"/>
                </a:moveTo>
                <a:cubicBezTo>
                  <a:pt x="1656588" y="3823430"/>
                  <a:pt x="1656874" y="3823430"/>
                  <a:pt x="1656969" y="3823430"/>
                </a:cubicBezTo>
                <a:cubicBezTo>
                  <a:pt x="1659350" y="3823526"/>
                  <a:pt x="1661541" y="3824573"/>
                  <a:pt x="1663160" y="3826288"/>
                </a:cubicBezTo>
                <a:cubicBezTo>
                  <a:pt x="1664780" y="3828002"/>
                  <a:pt x="1665637" y="3830288"/>
                  <a:pt x="1665446" y="3832670"/>
                </a:cubicBezTo>
                <a:cubicBezTo>
                  <a:pt x="1665256" y="3837527"/>
                  <a:pt x="1660970" y="3841528"/>
                  <a:pt x="1656207" y="3841147"/>
                </a:cubicBezTo>
                <a:cubicBezTo>
                  <a:pt x="1653921" y="3841052"/>
                  <a:pt x="1652016" y="3840004"/>
                  <a:pt x="1650492" y="3838575"/>
                </a:cubicBezTo>
                <a:lnTo>
                  <a:pt x="1649730" y="3837623"/>
                </a:lnTo>
                <a:cubicBezTo>
                  <a:pt x="1648492" y="3836003"/>
                  <a:pt x="1647635" y="3834003"/>
                  <a:pt x="1647730" y="3831812"/>
                </a:cubicBezTo>
                <a:cubicBezTo>
                  <a:pt x="1647920" y="3827050"/>
                  <a:pt x="1651921" y="3823335"/>
                  <a:pt x="1656588" y="3823335"/>
                </a:cubicBezTo>
                <a:close/>
                <a:moveTo>
                  <a:pt x="1489424" y="4082796"/>
                </a:moveTo>
                <a:cubicBezTo>
                  <a:pt x="1491234" y="4083463"/>
                  <a:pt x="1492568" y="4084796"/>
                  <a:pt x="1493425" y="4086511"/>
                </a:cubicBezTo>
                <a:cubicBezTo>
                  <a:pt x="1494187" y="4088225"/>
                  <a:pt x="1494282" y="4090130"/>
                  <a:pt x="1493615" y="4091940"/>
                </a:cubicBezTo>
                <a:cubicBezTo>
                  <a:pt x="1492949" y="4093750"/>
                  <a:pt x="1491615" y="4095084"/>
                  <a:pt x="1489901" y="4095941"/>
                </a:cubicBezTo>
                <a:cubicBezTo>
                  <a:pt x="1486376" y="4097560"/>
                  <a:pt x="1482185" y="4095941"/>
                  <a:pt x="1480566" y="4092417"/>
                </a:cubicBezTo>
                <a:cubicBezTo>
                  <a:pt x="1478947" y="4088892"/>
                  <a:pt x="1480566" y="4084701"/>
                  <a:pt x="1484090" y="4083082"/>
                </a:cubicBezTo>
                <a:cubicBezTo>
                  <a:pt x="1485805" y="4082320"/>
                  <a:pt x="1487710" y="4082225"/>
                  <a:pt x="1489520" y="4082892"/>
                </a:cubicBezTo>
                <a:close/>
                <a:moveTo>
                  <a:pt x="1869853" y="4136422"/>
                </a:moveTo>
                <a:cubicBezTo>
                  <a:pt x="1869853" y="4128802"/>
                  <a:pt x="1876044" y="4122611"/>
                  <a:pt x="1883664" y="4122611"/>
                </a:cubicBezTo>
                <a:cubicBezTo>
                  <a:pt x="1891284" y="4122611"/>
                  <a:pt x="1897475" y="4128802"/>
                  <a:pt x="1897475" y="4136422"/>
                </a:cubicBezTo>
                <a:cubicBezTo>
                  <a:pt x="1897475" y="4144042"/>
                  <a:pt x="1891284" y="4150233"/>
                  <a:pt x="1883664" y="4150233"/>
                </a:cubicBezTo>
                <a:cubicBezTo>
                  <a:pt x="1876044" y="4150233"/>
                  <a:pt x="1869853" y="4144042"/>
                  <a:pt x="1869853" y="4136422"/>
                </a:cubicBezTo>
                <a:close/>
                <a:moveTo>
                  <a:pt x="2272951" y="4116419"/>
                </a:moveTo>
                <a:cubicBezTo>
                  <a:pt x="2265998" y="4116419"/>
                  <a:pt x="2260283" y="4110800"/>
                  <a:pt x="2260283" y="4103751"/>
                </a:cubicBezTo>
                <a:cubicBezTo>
                  <a:pt x="2260283" y="4096703"/>
                  <a:pt x="2265902" y="4091083"/>
                  <a:pt x="2272951" y="4091083"/>
                </a:cubicBezTo>
                <a:cubicBezTo>
                  <a:pt x="2279999" y="4091083"/>
                  <a:pt x="2285619" y="4096703"/>
                  <a:pt x="2285619" y="4103751"/>
                </a:cubicBezTo>
                <a:cubicBezTo>
                  <a:pt x="2285619" y="4110800"/>
                  <a:pt x="2279999" y="4116419"/>
                  <a:pt x="2272951" y="4116419"/>
                </a:cubicBezTo>
                <a:close/>
                <a:moveTo>
                  <a:pt x="1303782" y="1045559"/>
                </a:moveTo>
                <a:cubicBezTo>
                  <a:pt x="1305878" y="1045559"/>
                  <a:pt x="1307592" y="1043845"/>
                  <a:pt x="1307592" y="1041749"/>
                </a:cubicBezTo>
                <a:lnTo>
                  <a:pt x="1307592" y="1032796"/>
                </a:lnTo>
                <a:cubicBezTo>
                  <a:pt x="1307592" y="1030700"/>
                  <a:pt x="1305878" y="1028986"/>
                  <a:pt x="1303782" y="1028986"/>
                </a:cubicBezTo>
                <a:lnTo>
                  <a:pt x="1293400" y="1028986"/>
                </a:lnTo>
                <a:cubicBezTo>
                  <a:pt x="1293400" y="1028986"/>
                  <a:pt x="1293400" y="1020127"/>
                  <a:pt x="1293400" y="1020127"/>
                </a:cubicBezTo>
                <a:lnTo>
                  <a:pt x="1183386" y="892874"/>
                </a:lnTo>
                <a:lnTo>
                  <a:pt x="1184053" y="811149"/>
                </a:lnTo>
                <a:lnTo>
                  <a:pt x="1129189" y="758762"/>
                </a:lnTo>
                <a:cubicBezTo>
                  <a:pt x="1129284" y="757714"/>
                  <a:pt x="1129475" y="756571"/>
                  <a:pt x="1129475" y="755523"/>
                </a:cubicBezTo>
                <a:cubicBezTo>
                  <a:pt x="1129475" y="736473"/>
                  <a:pt x="1113949" y="720852"/>
                  <a:pt x="1094804" y="720852"/>
                </a:cubicBezTo>
                <a:lnTo>
                  <a:pt x="935641" y="720852"/>
                </a:lnTo>
                <a:cubicBezTo>
                  <a:pt x="916972" y="720852"/>
                  <a:pt x="901827" y="735711"/>
                  <a:pt x="901160" y="754285"/>
                </a:cubicBezTo>
                <a:lnTo>
                  <a:pt x="880586" y="754285"/>
                </a:lnTo>
                <a:lnTo>
                  <a:pt x="880586" y="750475"/>
                </a:lnTo>
                <a:cubicBezTo>
                  <a:pt x="880586" y="746665"/>
                  <a:pt x="877443" y="743522"/>
                  <a:pt x="873633" y="743522"/>
                </a:cubicBezTo>
                <a:lnTo>
                  <a:pt x="852869" y="743522"/>
                </a:lnTo>
                <a:cubicBezTo>
                  <a:pt x="849059" y="743522"/>
                  <a:pt x="845915" y="746665"/>
                  <a:pt x="845915" y="750475"/>
                </a:cubicBezTo>
                <a:lnTo>
                  <a:pt x="845915" y="755333"/>
                </a:lnTo>
                <a:lnTo>
                  <a:pt x="821912" y="755047"/>
                </a:lnTo>
                <a:lnTo>
                  <a:pt x="779050" y="717137"/>
                </a:lnTo>
                <a:lnTo>
                  <a:pt x="718852" y="717137"/>
                </a:lnTo>
                <a:cubicBezTo>
                  <a:pt x="717804" y="712946"/>
                  <a:pt x="714089" y="709803"/>
                  <a:pt x="709613" y="709803"/>
                </a:cubicBezTo>
                <a:cubicBezTo>
                  <a:pt x="704183" y="709803"/>
                  <a:pt x="699802" y="714185"/>
                  <a:pt x="699802" y="719519"/>
                </a:cubicBezTo>
                <a:cubicBezTo>
                  <a:pt x="699802" y="724852"/>
                  <a:pt x="704183" y="729329"/>
                  <a:pt x="709613" y="729329"/>
                </a:cubicBezTo>
                <a:cubicBezTo>
                  <a:pt x="714185" y="729329"/>
                  <a:pt x="717804" y="726186"/>
                  <a:pt x="718852" y="721900"/>
                </a:cubicBezTo>
                <a:lnTo>
                  <a:pt x="777240" y="721900"/>
                </a:lnTo>
                <a:lnTo>
                  <a:pt x="820102" y="759809"/>
                </a:lnTo>
                <a:lnTo>
                  <a:pt x="845915" y="760095"/>
                </a:lnTo>
                <a:lnTo>
                  <a:pt x="845915" y="760476"/>
                </a:lnTo>
                <a:cubicBezTo>
                  <a:pt x="845915" y="764286"/>
                  <a:pt x="849059" y="767429"/>
                  <a:pt x="852869" y="767429"/>
                </a:cubicBezTo>
                <a:lnTo>
                  <a:pt x="873633" y="767429"/>
                </a:lnTo>
                <a:cubicBezTo>
                  <a:pt x="877443" y="767429"/>
                  <a:pt x="880586" y="764286"/>
                  <a:pt x="880586" y="760476"/>
                </a:cubicBezTo>
                <a:lnTo>
                  <a:pt x="880586" y="756666"/>
                </a:lnTo>
                <a:lnTo>
                  <a:pt x="901160" y="756666"/>
                </a:lnTo>
                <a:cubicBezTo>
                  <a:pt x="901827" y="775240"/>
                  <a:pt x="916972" y="790099"/>
                  <a:pt x="935641" y="790099"/>
                </a:cubicBezTo>
                <a:lnTo>
                  <a:pt x="943261" y="790099"/>
                </a:lnTo>
                <a:lnTo>
                  <a:pt x="943261" y="826389"/>
                </a:lnTo>
                <a:cubicBezTo>
                  <a:pt x="938594" y="826961"/>
                  <a:pt x="934879" y="830866"/>
                  <a:pt x="934879" y="835724"/>
                </a:cubicBezTo>
                <a:cubicBezTo>
                  <a:pt x="934879" y="840962"/>
                  <a:pt x="939165" y="845249"/>
                  <a:pt x="944404" y="845249"/>
                </a:cubicBezTo>
                <a:cubicBezTo>
                  <a:pt x="945071" y="845249"/>
                  <a:pt x="945642" y="844963"/>
                  <a:pt x="946214" y="844868"/>
                </a:cubicBezTo>
                <a:lnTo>
                  <a:pt x="968978" y="893064"/>
                </a:lnTo>
                <a:lnTo>
                  <a:pt x="969169" y="936308"/>
                </a:lnTo>
                <a:lnTo>
                  <a:pt x="1069943" y="1050322"/>
                </a:lnTo>
                <a:cubicBezTo>
                  <a:pt x="1068991" y="1052036"/>
                  <a:pt x="1068419" y="1053941"/>
                  <a:pt x="1068419" y="1056037"/>
                </a:cubicBezTo>
                <a:cubicBezTo>
                  <a:pt x="1068419" y="1062895"/>
                  <a:pt x="1074039" y="1068419"/>
                  <a:pt x="1080802" y="1068419"/>
                </a:cubicBezTo>
                <a:cubicBezTo>
                  <a:pt x="1087565" y="1068419"/>
                  <a:pt x="1093184" y="1062895"/>
                  <a:pt x="1093184" y="1056037"/>
                </a:cubicBezTo>
                <a:cubicBezTo>
                  <a:pt x="1093184" y="1049179"/>
                  <a:pt x="1087565" y="1043654"/>
                  <a:pt x="1080802" y="1043654"/>
                </a:cubicBezTo>
                <a:cubicBezTo>
                  <a:pt x="1077754" y="1043654"/>
                  <a:pt x="1075182" y="1044893"/>
                  <a:pt x="1072991" y="1046607"/>
                </a:cubicBezTo>
                <a:lnTo>
                  <a:pt x="973931" y="934593"/>
                </a:lnTo>
                <a:lnTo>
                  <a:pt x="973741" y="892588"/>
                </a:lnTo>
                <a:lnTo>
                  <a:pt x="950500" y="842867"/>
                </a:lnTo>
                <a:cubicBezTo>
                  <a:pt x="952500" y="841153"/>
                  <a:pt x="953929" y="838581"/>
                  <a:pt x="953929" y="835724"/>
                </a:cubicBezTo>
                <a:cubicBezTo>
                  <a:pt x="953929" y="830866"/>
                  <a:pt x="950214" y="827056"/>
                  <a:pt x="945547" y="826389"/>
                </a:cubicBezTo>
                <a:lnTo>
                  <a:pt x="945547" y="790099"/>
                </a:lnTo>
                <a:lnTo>
                  <a:pt x="989838" y="790099"/>
                </a:lnTo>
                <a:lnTo>
                  <a:pt x="989838" y="826389"/>
                </a:lnTo>
                <a:cubicBezTo>
                  <a:pt x="985171" y="826961"/>
                  <a:pt x="981456" y="830866"/>
                  <a:pt x="981456" y="835724"/>
                </a:cubicBezTo>
                <a:cubicBezTo>
                  <a:pt x="981456" y="840962"/>
                  <a:pt x="985742" y="845249"/>
                  <a:pt x="990981" y="845249"/>
                </a:cubicBezTo>
                <a:cubicBezTo>
                  <a:pt x="991934" y="845249"/>
                  <a:pt x="992696" y="844963"/>
                  <a:pt x="993553" y="844772"/>
                </a:cubicBezTo>
                <a:lnTo>
                  <a:pt x="1016032" y="888683"/>
                </a:lnTo>
                <a:lnTo>
                  <a:pt x="1015651" y="925640"/>
                </a:lnTo>
                <a:lnTo>
                  <a:pt x="1055942" y="970598"/>
                </a:lnTo>
                <a:cubicBezTo>
                  <a:pt x="1054322" y="972407"/>
                  <a:pt x="1053275" y="974789"/>
                  <a:pt x="1053275" y="977456"/>
                </a:cubicBezTo>
                <a:cubicBezTo>
                  <a:pt x="1053275" y="983171"/>
                  <a:pt x="1057942" y="987838"/>
                  <a:pt x="1063657" y="987838"/>
                </a:cubicBezTo>
                <a:cubicBezTo>
                  <a:pt x="1069372" y="987838"/>
                  <a:pt x="1074039" y="983171"/>
                  <a:pt x="1074039" y="977456"/>
                </a:cubicBezTo>
                <a:cubicBezTo>
                  <a:pt x="1074039" y="971741"/>
                  <a:pt x="1069372" y="967073"/>
                  <a:pt x="1063657" y="967073"/>
                </a:cubicBezTo>
                <a:cubicBezTo>
                  <a:pt x="1062323" y="967073"/>
                  <a:pt x="1060990" y="967359"/>
                  <a:pt x="1059752" y="967835"/>
                </a:cubicBezTo>
                <a:lnTo>
                  <a:pt x="1020318" y="923925"/>
                </a:lnTo>
                <a:lnTo>
                  <a:pt x="1020699" y="887635"/>
                </a:lnTo>
                <a:lnTo>
                  <a:pt x="997649" y="842582"/>
                </a:lnTo>
                <a:cubicBezTo>
                  <a:pt x="999363" y="840867"/>
                  <a:pt x="1000411" y="838486"/>
                  <a:pt x="1000411" y="835819"/>
                </a:cubicBezTo>
                <a:cubicBezTo>
                  <a:pt x="1000411" y="830961"/>
                  <a:pt x="996696" y="827151"/>
                  <a:pt x="992029" y="826484"/>
                </a:cubicBezTo>
                <a:lnTo>
                  <a:pt x="992029" y="790194"/>
                </a:lnTo>
                <a:lnTo>
                  <a:pt x="1036320" y="790194"/>
                </a:lnTo>
                <a:lnTo>
                  <a:pt x="1036320" y="826484"/>
                </a:lnTo>
                <a:cubicBezTo>
                  <a:pt x="1031653" y="827056"/>
                  <a:pt x="1027938" y="830961"/>
                  <a:pt x="1027938" y="835819"/>
                </a:cubicBezTo>
                <a:cubicBezTo>
                  <a:pt x="1027938" y="841058"/>
                  <a:pt x="1032224" y="845344"/>
                  <a:pt x="1037463" y="845344"/>
                </a:cubicBezTo>
                <a:cubicBezTo>
                  <a:pt x="1038035" y="845344"/>
                  <a:pt x="1038606" y="845153"/>
                  <a:pt x="1039177" y="844963"/>
                </a:cubicBezTo>
                <a:lnTo>
                  <a:pt x="1056513" y="883158"/>
                </a:lnTo>
                <a:lnTo>
                  <a:pt x="1056513" y="912590"/>
                </a:lnTo>
                <a:cubicBezTo>
                  <a:pt x="1056513" y="912590"/>
                  <a:pt x="1173004" y="1044226"/>
                  <a:pt x="1173004" y="1044226"/>
                </a:cubicBezTo>
                <a:lnTo>
                  <a:pt x="1173004" y="1096613"/>
                </a:lnTo>
                <a:cubicBezTo>
                  <a:pt x="1173004" y="1096613"/>
                  <a:pt x="1166146" y="1096613"/>
                  <a:pt x="1166146" y="1096613"/>
                </a:cubicBezTo>
                <a:cubicBezTo>
                  <a:pt x="1162431" y="1096613"/>
                  <a:pt x="1159288" y="1099661"/>
                  <a:pt x="1159288" y="1103471"/>
                </a:cubicBezTo>
                <a:lnTo>
                  <a:pt x="1159288" y="1122045"/>
                </a:lnTo>
                <a:cubicBezTo>
                  <a:pt x="1159288" y="1122998"/>
                  <a:pt x="1159478" y="1123855"/>
                  <a:pt x="1159859" y="1124712"/>
                </a:cubicBezTo>
                <a:lnTo>
                  <a:pt x="1136142" y="1144619"/>
                </a:lnTo>
                <a:lnTo>
                  <a:pt x="1130237" y="1137761"/>
                </a:lnTo>
                <a:cubicBezTo>
                  <a:pt x="1129570" y="1136999"/>
                  <a:pt x="1128617" y="1136523"/>
                  <a:pt x="1127665" y="1136428"/>
                </a:cubicBezTo>
                <a:cubicBezTo>
                  <a:pt x="1126522" y="1136333"/>
                  <a:pt x="1125665" y="1136714"/>
                  <a:pt x="1124903" y="1137380"/>
                </a:cubicBezTo>
                <a:lnTo>
                  <a:pt x="1118140" y="1143286"/>
                </a:lnTo>
                <a:lnTo>
                  <a:pt x="1118140" y="1143286"/>
                </a:lnTo>
                <a:cubicBezTo>
                  <a:pt x="1116521" y="1144715"/>
                  <a:pt x="1116425" y="1147096"/>
                  <a:pt x="1117759" y="1148715"/>
                </a:cubicBezTo>
                <a:lnTo>
                  <a:pt x="1123569" y="1155383"/>
                </a:lnTo>
                <a:lnTo>
                  <a:pt x="1107662" y="1169194"/>
                </a:lnTo>
                <a:lnTo>
                  <a:pt x="1101852" y="1162526"/>
                </a:lnTo>
                <a:cubicBezTo>
                  <a:pt x="1101185" y="1161764"/>
                  <a:pt x="1100233" y="1161288"/>
                  <a:pt x="1099185" y="1161193"/>
                </a:cubicBezTo>
                <a:cubicBezTo>
                  <a:pt x="1098137" y="1161098"/>
                  <a:pt x="1097185" y="1161479"/>
                  <a:pt x="1096423" y="1162145"/>
                </a:cubicBezTo>
                <a:lnTo>
                  <a:pt x="1089660" y="1168051"/>
                </a:lnTo>
                <a:cubicBezTo>
                  <a:pt x="1088041" y="1169384"/>
                  <a:pt x="1087850" y="1171861"/>
                  <a:pt x="1089279" y="1173480"/>
                </a:cubicBezTo>
                <a:lnTo>
                  <a:pt x="1095089" y="1180148"/>
                </a:lnTo>
                <a:lnTo>
                  <a:pt x="1079183" y="1193959"/>
                </a:lnTo>
                <a:lnTo>
                  <a:pt x="1073372" y="1187291"/>
                </a:lnTo>
                <a:cubicBezTo>
                  <a:pt x="1072706" y="1186529"/>
                  <a:pt x="1071753" y="1186053"/>
                  <a:pt x="1070801" y="1185958"/>
                </a:cubicBezTo>
                <a:cubicBezTo>
                  <a:pt x="1069753" y="1185863"/>
                  <a:pt x="1068800" y="1186244"/>
                  <a:pt x="1068038" y="1186910"/>
                </a:cubicBezTo>
                <a:lnTo>
                  <a:pt x="1061276" y="1192816"/>
                </a:lnTo>
                <a:lnTo>
                  <a:pt x="1061276" y="1192816"/>
                </a:lnTo>
                <a:cubicBezTo>
                  <a:pt x="1059656" y="1194245"/>
                  <a:pt x="1059466" y="1196626"/>
                  <a:pt x="1060895" y="1198245"/>
                </a:cubicBezTo>
                <a:lnTo>
                  <a:pt x="1066895" y="1205198"/>
                </a:lnTo>
                <a:lnTo>
                  <a:pt x="1050989" y="1219010"/>
                </a:lnTo>
                <a:lnTo>
                  <a:pt x="1044988" y="1212056"/>
                </a:lnTo>
                <a:cubicBezTo>
                  <a:pt x="1044321" y="1211294"/>
                  <a:pt x="1043369" y="1210818"/>
                  <a:pt x="1042416" y="1210723"/>
                </a:cubicBezTo>
                <a:cubicBezTo>
                  <a:pt x="1041368" y="1210628"/>
                  <a:pt x="1040416" y="1211009"/>
                  <a:pt x="1039654" y="1211675"/>
                </a:cubicBezTo>
                <a:lnTo>
                  <a:pt x="1032891" y="1217581"/>
                </a:lnTo>
                <a:lnTo>
                  <a:pt x="1032891" y="1217581"/>
                </a:lnTo>
                <a:cubicBezTo>
                  <a:pt x="1031272" y="1218914"/>
                  <a:pt x="1031177" y="1221391"/>
                  <a:pt x="1032510" y="1223010"/>
                </a:cubicBezTo>
                <a:lnTo>
                  <a:pt x="1037654" y="1228916"/>
                </a:lnTo>
                <a:lnTo>
                  <a:pt x="1030510" y="1234440"/>
                </a:lnTo>
                <a:lnTo>
                  <a:pt x="1030510" y="1295972"/>
                </a:lnTo>
                <a:cubicBezTo>
                  <a:pt x="1023842" y="1296638"/>
                  <a:pt x="1017461" y="1299877"/>
                  <a:pt x="1013174" y="1305687"/>
                </a:cubicBezTo>
                <a:cubicBezTo>
                  <a:pt x="1010507" y="1309307"/>
                  <a:pt x="1009079" y="1313402"/>
                  <a:pt x="1008602" y="1317784"/>
                </a:cubicBezTo>
                <a:lnTo>
                  <a:pt x="939927" y="1317784"/>
                </a:lnTo>
                <a:cubicBezTo>
                  <a:pt x="939927" y="1317784"/>
                  <a:pt x="916400" y="1341596"/>
                  <a:pt x="916400" y="1341596"/>
                </a:cubicBezTo>
                <a:lnTo>
                  <a:pt x="847344" y="1341215"/>
                </a:lnTo>
                <a:lnTo>
                  <a:pt x="742379" y="1421987"/>
                </a:lnTo>
                <a:cubicBezTo>
                  <a:pt x="738188" y="1418558"/>
                  <a:pt x="732092" y="1417796"/>
                  <a:pt x="727139" y="1420654"/>
                </a:cubicBezTo>
                <a:cubicBezTo>
                  <a:pt x="720757" y="1424369"/>
                  <a:pt x="718471" y="1432560"/>
                  <a:pt x="722186" y="1439037"/>
                </a:cubicBezTo>
                <a:cubicBezTo>
                  <a:pt x="722186" y="1439037"/>
                  <a:pt x="722281" y="1439132"/>
                  <a:pt x="722281" y="1439228"/>
                </a:cubicBezTo>
                <a:lnTo>
                  <a:pt x="702088" y="1457420"/>
                </a:lnTo>
                <a:lnTo>
                  <a:pt x="702088" y="1518285"/>
                </a:lnTo>
                <a:lnTo>
                  <a:pt x="688181" y="1533144"/>
                </a:lnTo>
                <a:lnTo>
                  <a:pt x="688181" y="1587818"/>
                </a:lnTo>
                <a:cubicBezTo>
                  <a:pt x="682466" y="1588961"/>
                  <a:pt x="678180" y="1593723"/>
                  <a:pt x="678180" y="1599724"/>
                </a:cubicBezTo>
                <a:cubicBezTo>
                  <a:pt x="678180" y="1606582"/>
                  <a:pt x="683800" y="1612106"/>
                  <a:pt x="690563" y="1612106"/>
                </a:cubicBezTo>
                <a:cubicBezTo>
                  <a:pt x="697325" y="1612106"/>
                  <a:pt x="702945" y="1606582"/>
                  <a:pt x="702945" y="1599724"/>
                </a:cubicBezTo>
                <a:cubicBezTo>
                  <a:pt x="702945" y="1593723"/>
                  <a:pt x="698564" y="1588961"/>
                  <a:pt x="692944" y="1587818"/>
                </a:cubicBezTo>
                <a:lnTo>
                  <a:pt x="692944" y="1535049"/>
                </a:lnTo>
                <a:lnTo>
                  <a:pt x="706850" y="1520190"/>
                </a:lnTo>
                <a:lnTo>
                  <a:pt x="706850" y="1459611"/>
                </a:lnTo>
                <a:lnTo>
                  <a:pt x="725424" y="1442942"/>
                </a:lnTo>
                <a:cubicBezTo>
                  <a:pt x="729615" y="1446276"/>
                  <a:pt x="735521" y="1446943"/>
                  <a:pt x="740474" y="1444085"/>
                </a:cubicBezTo>
                <a:cubicBezTo>
                  <a:pt x="746855" y="1440371"/>
                  <a:pt x="749141" y="1432179"/>
                  <a:pt x="745427" y="1425702"/>
                </a:cubicBezTo>
                <a:lnTo>
                  <a:pt x="848963" y="1346073"/>
                </a:lnTo>
                <a:lnTo>
                  <a:pt x="918401" y="1346454"/>
                </a:lnTo>
                <a:lnTo>
                  <a:pt x="942023" y="1322546"/>
                </a:lnTo>
                <a:lnTo>
                  <a:pt x="1008698" y="1322546"/>
                </a:lnTo>
                <a:cubicBezTo>
                  <a:pt x="1008698" y="1323118"/>
                  <a:pt x="1008698" y="1323499"/>
                  <a:pt x="1008698" y="1323975"/>
                </a:cubicBezTo>
                <a:cubicBezTo>
                  <a:pt x="1009650" y="1330452"/>
                  <a:pt x="1013174" y="1336072"/>
                  <a:pt x="1018413" y="1339977"/>
                </a:cubicBezTo>
                <a:cubicBezTo>
                  <a:pt x="1029272" y="1347978"/>
                  <a:pt x="1044607" y="1345597"/>
                  <a:pt x="1052513" y="1334738"/>
                </a:cubicBezTo>
                <a:cubicBezTo>
                  <a:pt x="1060514" y="1323880"/>
                  <a:pt x="1058132" y="1308545"/>
                  <a:pt x="1047274" y="1300639"/>
                </a:cubicBezTo>
                <a:cubicBezTo>
                  <a:pt x="1043654" y="1297972"/>
                  <a:pt x="1039463" y="1296543"/>
                  <a:pt x="1035272" y="1296067"/>
                </a:cubicBezTo>
                <a:lnTo>
                  <a:pt x="1035272" y="1237012"/>
                </a:lnTo>
                <a:lnTo>
                  <a:pt x="1040702" y="1232726"/>
                </a:lnTo>
                <a:lnTo>
                  <a:pt x="1045654" y="1238441"/>
                </a:lnTo>
                <a:cubicBezTo>
                  <a:pt x="1046321" y="1239203"/>
                  <a:pt x="1047274" y="1239679"/>
                  <a:pt x="1048322" y="1239774"/>
                </a:cubicBezTo>
                <a:cubicBezTo>
                  <a:pt x="1048322" y="1239774"/>
                  <a:pt x="1048512" y="1239774"/>
                  <a:pt x="1048607" y="1239774"/>
                </a:cubicBezTo>
                <a:cubicBezTo>
                  <a:pt x="1049560" y="1239774"/>
                  <a:pt x="1050417" y="1239488"/>
                  <a:pt x="1051084" y="1238822"/>
                </a:cubicBezTo>
                <a:lnTo>
                  <a:pt x="1057847" y="1232916"/>
                </a:lnTo>
                <a:cubicBezTo>
                  <a:pt x="1058609" y="1232249"/>
                  <a:pt x="1059085" y="1231297"/>
                  <a:pt x="1059180" y="1230249"/>
                </a:cubicBezTo>
                <a:cubicBezTo>
                  <a:pt x="1059180" y="1229201"/>
                  <a:pt x="1058894" y="1228249"/>
                  <a:pt x="1058228" y="1227487"/>
                </a:cubicBezTo>
                <a:lnTo>
                  <a:pt x="1052703" y="1221105"/>
                </a:lnTo>
                <a:lnTo>
                  <a:pt x="1068610" y="1207294"/>
                </a:lnTo>
                <a:lnTo>
                  <a:pt x="1074134" y="1213676"/>
                </a:lnTo>
                <a:cubicBezTo>
                  <a:pt x="1074801" y="1214438"/>
                  <a:pt x="1075754" y="1214914"/>
                  <a:pt x="1076801" y="1215009"/>
                </a:cubicBezTo>
                <a:cubicBezTo>
                  <a:pt x="1076801" y="1215009"/>
                  <a:pt x="1076992" y="1215009"/>
                  <a:pt x="1077087" y="1215009"/>
                </a:cubicBezTo>
                <a:cubicBezTo>
                  <a:pt x="1078040" y="1215009"/>
                  <a:pt x="1078897" y="1214723"/>
                  <a:pt x="1079564" y="1214057"/>
                </a:cubicBezTo>
                <a:lnTo>
                  <a:pt x="1086326" y="1208151"/>
                </a:lnTo>
                <a:cubicBezTo>
                  <a:pt x="1087088" y="1207484"/>
                  <a:pt x="1087565" y="1206532"/>
                  <a:pt x="1087660" y="1205579"/>
                </a:cubicBezTo>
                <a:cubicBezTo>
                  <a:pt x="1087660" y="1204532"/>
                  <a:pt x="1087374" y="1203579"/>
                  <a:pt x="1086707" y="1202817"/>
                </a:cubicBezTo>
                <a:lnTo>
                  <a:pt x="1080897" y="1196150"/>
                </a:lnTo>
                <a:lnTo>
                  <a:pt x="1096804" y="1182338"/>
                </a:lnTo>
                <a:lnTo>
                  <a:pt x="1102614" y="1189006"/>
                </a:lnTo>
                <a:cubicBezTo>
                  <a:pt x="1103376" y="1189863"/>
                  <a:pt x="1104424" y="1190339"/>
                  <a:pt x="1105472" y="1190339"/>
                </a:cubicBezTo>
                <a:cubicBezTo>
                  <a:pt x="1106329" y="1190339"/>
                  <a:pt x="1107281" y="1190054"/>
                  <a:pt x="1107948" y="1189387"/>
                </a:cubicBezTo>
                <a:lnTo>
                  <a:pt x="1114711" y="1183481"/>
                </a:lnTo>
                <a:cubicBezTo>
                  <a:pt x="1115473" y="1182815"/>
                  <a:pt x="1115949" y="1181862"/>
                  <a:pt x="1116044" y="1180910"/>
                </a:cubicBezTo>
                <a:cubicBezTo>
                  <a:pt x="1116044" y="1179862"/>
                  <a:pt x="1115759" y="1178909"/>
                  <a:pt x="1115092" y="1178147"/>
                </a:cubicBezTo>
                <a:lnTo>
                  <a:pt x="1109282" y="1171480"/>
                </a:lnTo>
                <a:lnTo>
                  <a:pt x="1125188" y="1157669"/>
                </a:lnTo>
                <a:lnTo>
                  <a:pt x="1130999" y="1164336"/>
                </a:lnTo>
                <a:cubicBezTo>
                  <a:pt x="1131665" y="1165098"/>
                  <a:pt x="1132618" y="1165574"/>
                  <a:pt x="1133666" y="1165670"/>
                </a:cubicBezTo>
                <a:cubicBezTo>
                  <a:pt x="1133666" y="1165670"/>
                  <a:pt x="1133856" y="1165670"/>
                  <a:pt x="1133951" y="1165670"/>
                </a:cubicBezTo>
                <a:cubicBezTo>
                  <a:pt x="1134904" y="1165670"/>
                  <a:pt x="1135761" y="1165384"/>
                  <a:pt x="1136428" y="1164717"/>
                </a:cubicBezTo>
                <a:lnTo>
                  <a:pt x="1143191" y="1158812"/>
                </a:lnTo>
                <a:cubicBezTo>
                  <a:pt x="1143953" y="1158145"/>
                  <a:pt x="1144429" y="1157192"/>
                  <a:pt x="1144524" y="1156145"/>
                </a:cubicBezTo>
                <a:cubicBezTo>
                  <a:pt x="1144524" y="1155097"/>
                  <a:pt x="1144238" y="1154144"/>
                  <a:pt x="1143572" y="1153382"/>
                </a:cubicBezTo>
                <a:lnTo>
                  <a:pt x="1139476" y="1148620"/>
                </a:lnTo>
                <a:lnTo>
                  <a:pt x="1163384" y="1128522"/>
                </a:lnTo>
                <a:cubicBezTo>
                  <a:pt x="1164336" y="1128998"/>
                  <a:pt x="1165289" y="1129284"/>
                  <a:pt x="1166336" y="1129284"/>
                </a:cubicBezTo>
                <a:lnTo>
                  <a:pt x="1184910" y="1129284"/>
                </a:lnTo>
                <a:cubicBezTo>
                  <a:pt x="1188625" y="1129284"/>
                  <a:pt x="1191768" y="1126236"/>
                  <a:pt x="1191768" y="1122426"/>
                </a:cubicBezTo>
                <a:lnTo>
                  <a:pt x="1191768" y="1103852"/>
                </a:lnTo>
                <a:cubicBezTo>
                  <a:pt x="1191768" y="1100138"/>
                  <a:pt x="1188720" y="1096994"/>
                  <a:pt x="1184910" y="1096994"/>
                </a:cubicBezTo>
                <a:lnTo>
                  <a:pt x="1177957" y="1096994"/>
                </a:lnTo>
                <a:lnTo>
                  <a:pt x="1177957" y="1042797"/>
                </a:lnTo>
                <a:cubicBezTo>
                  <a:pt x="1177957" y="1042797"/>
                  <a:pt x="1061276" y="911162"/>
                  <a:pt x="1061276" y="911162"/>
                </a:cubicBezTo>
                <a:lnTo>
                  <a:pt x="1061276" y="883634"/>
                </a:lnTo>
                <a:cubicBezTo>
                  <a:pt x="1061276" y="883634"/>
                  <a:pt x="1081373" y="847058"/>
                  <a:pt x="1081373" y="847058"/>
                </a:cubicBezTo>
                <a:cubicBezTo>
                  <a:pt x="1082326" y="847344"/>
                  <a:pt x="1083183" y="847630"/>
                  <a:pt x="1084231" y="847630"/>
                </a:cubicBezTo>
                <a:cubicBezTo>
                  <a:pt x="1089470" y="847630"/>
                  <a:pt x="1093756" y="843344"/>
                  <a:pt x="1093756" y="838105"/>
                </a:cubicBezTo>
                <a:cubicBezTo>
                  <a:pt x="1093756" y="833247"/>
                  <a:pt x="1090041" y="829437"/>
                  <a:pt x="1085374" y="828770"/>
                </a:cubicBezTo>
                <a:lnTo>
                  <a:pt x="1085374" y="790480"/>
                </a:lnTo>
                <a:lnTo>
                  <a:pt x="1094423" y="790480"/>
                </a:lnTo>
                <a:cubicBezTo>
                  <a:pt x="1110425" y="790480"/>
                  <a:pt x="1123760" y="779526"/>
                  <a:pt x="1127760" y="764762"/>
                </a:cubicBezTo>
                <a:lnTo>
                  <a:pt x="1178814" y="813435"/>
                </a:lnTo>
                <a:lnTo>
                  <a:pt x="1178147" y="894874"/>
                </a:lnTo>
                <a:lnTo>
                  <a:pt x="1288256" y="1022128"/>
                </a:lnTo>
                <a:lnTo>
                  <a:pt x="1288256" y="1029272"/>
                </a:lnTo>
                <a:cubicBezTo>
                  <a:pt x="1288256" y="1029272"/>
                  <a:pt x="1283303" y="1029272"/>
                  <a:pt x="1283303" y="1029272"/>
                </a:cubicBezTo>
                <a:cubicBezTo>
                  <a:pt x="1281208" y="1029272"/>
                  <a:pt x="1279493" y="1030986"/>
                  <a:pt x="1279493" y="1033082"/>
                </a:cubicBezTo>
                <a:lnTo>
                  <a:pt x="1279493" y="1042035"/>
                </a:lnTo>
                <a:cubicBezTo>
                  <a:pt x="1279493" y="1044131"/>
                  <a:pt x="1281208" y="1045845"/>
                  <a:pt x="1283303" y="1045845"/>
                </a:cubicBezTo>
                <a:lnTo>
                  <a:pt x="1292162" y="1045845"/>
                </a:lnTo>
                <a:cubicBezTo>
                  <a:pt x="1292162" y="1045845"/>
                  <a:pt x="1292162" y="1066895"/>
                  <a:pt x="1292162" y="1066895"/>
                </a:cubicBezTo>
                <a:lnTo>
                  <a:pt x="1283303" y="1066895"/>
                </a:lnTo>
                <a:cubicBezTo>
                  <a:pt x="1282256" y="1066705"/>
                  <a:pt x="1281303" y="1067276"/>
                  <a:pt x="1280636" y="1068038"/>
                </a:cubicBezTo>
                <a:cubicBezTo>
                  <a:pt x="1279874" y="1068800"/>
                  <a:pt x="1279493" y="1069753"/>
                  <a:pt x="1279493" y="1070801"/>
                </a:cubicBezTo>
                <a:lnTo>
                  <a:pt x="1279493" y="1079754"/>
                </a:lnTo>
                <a:cubicBezTo>
                  <a:pt x="1279493" y="1081850"/>
                  <a:pt x="1281208" y="1083564"/>
                  <a:pt x="1283303" y="1083564"/>
                </a:cubicBezTo>
                <a:lnTo>
                  <a:pt x="1292162" y="1083564"/>
                </a:lnTo>
                <a:cubicBezTo>
                  <a:pt x="1292162" y="1083564"/>
                  <a:pt x="1292162" y="1104614"/>
                  <a:pt x="1292162" y="1104614"/>
                </a:cubicBezTo>
                <a:lnTo>
                  <a:pt x="1283303" y="1104614"/>
                </a:lnTo>
                <a:cubicBezTo>
                  <a:pt x="1281208" y="1104614"/>
                  <a:pt x="1279493" y="1106329"/>
                  <a:pt x="1279493" y="1108424"/>
                </a:cubicBezTo>
                <a:lnTo>
                  <a:pt x="1279493" y="1117378"/>
                </a:lnTo>
                <a:cubicBezTo>
                  <a:pt x="1279493" y="1119473"/>
                  <a:pt x="1281208" y="1121188"/>
                  <a:pt x="1283303" y="1121188"/>
                </a:cubicBezTo>
                <a:lnTo>
                  <a:pt x="1292543" y="1121188"/>
                </a:lnTo>
                <a:cubicBezTo>
                  <a:pt x="1292543" y="1121188"/>
                  <a:pt x="1292543" y="1142238"/>
                  <a:pt x="1292543" y="1142238"/>
                </a:cubicBezTo>
                <a:lnTo>
                  <a:pt x="1283303" y="1142238"/>
                </a:lnTo>
                <a:cubicBezTo>
                  <a:pt x="1281208" y="1142238"/>
                  <a:pt x="1279493" y="1143953"/>
                  <a:pt x="1279493" y="1146048"/>
                </a:cubicBezTo>
                <a:lnTo>
                  <a:pt x="1279493" y="1155002"/>
                </a:lnTo>
                <a:cubicBezTo>
                  <a:pt x="1279493" y="1156049"/>
                  <a:pt x="1279874" y="1157002"/>
                  <a:pt x="1280636" y="1157764"/>
                </a:cubicBezTo>
                <a:cubicBezTo>
                  <a:pt x="1281398" y="1158526"/>
                  <a:pt x="1282351" y="1158907"/>
                  <a:pt x="1283399" y="1158907"/>
                </a:cubicBezTo>
                <a:lnTo>
                  <a:pt x="1291114" y="1158907"/>
                </a:lnTo>
                <a:lnTo>
                  <a:pt x="1291114" y="1171766"/>
                </a:lnTo>
                <a:lnTo>
                  <a:pt x="1274921" y="1171766"/>
                </a:lnTo>
                <a:cubicBezTo>
                  <a:pt x="1274350" y="1171766"/>
                  <a:pt x="1273778" y="1171956"/>
                  <a:pt x="1273397" y="1172337"/>
                </a:cubicBezTo>
                <a:lnTo>
                  <a:pt x="1187672" y="1246823"/>
                </a:lnTo>
                <a:cubicBezTo>
                  <a:pt x="1187196" y="1247299"/>
                  <a:pt x="1186815" y="1247966"/>
                  <a:pt x="1186815" y="1248632"/>
                </a:cubicBezTo>
                <a:lnTo>
                  <a:pt x="1186815" y="1295781"/>
                </a:lnTo>
                <a:cubicBezTo>
                  <a:pt x="1180148" y="1296448"/>
                  <a:pt x="1173766" y="1299686"/>
                  <a:pt x="1169480" y="1305497"/>
                </a:cubicBezTo>
                <a:cubicBezTo>
                  <a:pt x="1161479" y="1316355"/>
                  <a:pt x="1163860" y="1331690"/>
                  <a:pt x="1174718" y="1339596"/>
                </a:cubicBezTo>
                <a:cubicBezTo>
                  <a:pt x="1179957" y="1343501"/>
                  <a:pt x="1186434" y="1345025"/>
                  <a:pt x="1192911" y="1344073"/>
                </a:cubicBezTo>
                <a:cubicBezTo>
                  <a:pt x="1199388" y="1343120"/>
                  <a:pt x="1205008" y="1339596"/>
                  <a:pt x="1208913" y="1334357"/>
                </a:cubicBezTo>
                <a:cubicBezTo>
                  <a:pt x="1216914" y="1323499"/>
                  <a:pt x="1214533" y="1308164"/>
                  <a:pt x="1203674" y="1300258"/>
                </a:cubicBezTo>
                <a:cubicBezTo>
                  <a:pt x="1200055" y="1297591"/>
                  <a:pt x="1195864" y="1296162"/>
                  <a:pt x="1191673" y="1295686"/>
                </a:cubicBezTo>
                <a:lnTo>
                  <a:pt x="1191673" y="1249680"/>
                </a:lnTo>
                <a:lnTo>
                  <a:pt x="1275874" y="1176528"/>
                </a:lnTo>
                <a:lnTo>
                  <a:pt x="1293590" y="1176528"/>
                </a:lnTo>
                <a:cubicBezTo>
                  <a:pt x="1294924" y="1176528"/>
                  <a:pt x="1295972" y="1175480"/>
                  <a:pt x="1295972" y="1174147"/>
                </a:cubicBezTo>
                <a:lnTo>
                  <a:pt x="1295972" y="1158907"/>
                </a:lnTo>
                <a:lnTo>
                  <a:pt x="1303592" y="1158907"/>
                </a:lnTo>
                <a:cubicBezTo>
                  <a:pt x="1303592" y="1158907"/>
                  <a:pt x="1303592" y="1158907"/>
                  <a:pt x="1303592" y="1158907"/>
                </a:cubicBezTo>
                <a:cubicBezTo>
                  <a:pt x="1304639" y="1158907"/>
                  <a:pt x="1305592" y="1158526"/>
                  <a:pt x="1306259" y="1157764"/>
                </a:cubicBezTo>
                <a:cubicBezTo>
                  <a:pt x="1307021" y="1157002"/>
                  <a:pt x="1307402" y="1156049"/>
                  <a:pt x="1307402" y="1155002"/>
                </a:cubicBezTo>
                <a:lnTo>
                  <a:pt x="1307402" y="1146048"/>
                </a:lnTo>
                <a:cubicBezTo>
                  <a:pt x="1307402" y="1143953"/>
                  <a:pt x="1305687" y="1142238"/>
                  <a:pt x="1303592" y="1142238"/>
                </a:cubicBezTo>
                <a:lnTo>
                  <a:pt x="1295114" y="1142238"/>
                </a:lnTo>
                <a:cubicBezTo>
                  <a:pt x="1295114" y="1142238"/>
                  <a:pt x="1295114" y="1121188"/>
                  <a:pt x="1295114" y="1121188"/>
                </a:cubicBezTo>
                <a:lnTo>
                  <a:pt x="1303592" y="1121188"/>
                </a:lnTo>
                <a:cubicBezTo>
                  <a:pt x="1305687" y="1121188"/>
                  <a:pt x="1307402" y="1119473"/>
                  <a:pt x="1307402" y="1117378"/>
                </a:cubicBezTo>
                <a:lnTo>
                  <a:pt x="1307402" y="1108424"/>
                </a:lnTo>
                <a:cubicBezTo>
                  <a:pt x="1307402" y="1106329"/>
                  <a:pt x="1305687" y="1104614"/>
                  <a:pt x="1303592" y="1104614"/>
                </a:cubicBezTo>
                <a:lnTo>
                  <a:pt x="1294733" y="1104614"/>
                </a:lnTo>
                <a:cubicBezTo>
                  <a:pt x="1294733" y="1104614"/>
                  <a:pt x="1294733" y="1083564"/>
                  <a:pt x="1294733" y="1083564"/>
                </a:cubicBezTo>
                <a:lnTo>
                  <a:pt x="1303592" y="1083564"/>
                </a:lnTo>
                <a:cubicBezTo>
                  <a:pt x="1305687" y="1083564"/>
                  <a:pt x="1307402" y="1081850"/>
                  <a:pt x="1307402" y="1079754"/>
                </a:cubicBezTo>
                <a:lnTo>
                  <a:pt x="1307402" y="1070801"/>
                </a:lnTo>
                <a:cubicBezTo>
                  <a:pt x="1307402" y="1068705"/>
                  <a:pt x="1305687" y="1066991"/>
                  <a:pt x="1303592" y="1066991"/>
                </a:cubicBezTo>
                <a:lnTo>
                  <a:pt x="1294733" y="1066991"/>
                </a:lnTo>
                <a:cubicBezTo>
                  <a:pt x="1294733" y="1066991"/>
                  <a:pt x="1294733" y="1045940"/>
                  <a:pt x="1294733" y="1045940"/>
                </a:cubicBezTo>
                <a:lnTo>
                  <a:pt x="1303592" y="1045940"/>
                </a:lnTo>
                <a:close/>
                <a:moveTo>
                  <a:pt x="709517" y="724472"/>
                </a:moveTo>
                <a:cubicBezTo>
                  <a:pt x="706755" y="724472"/>
                  <a:pt x="704469" y="722186"/>
                  <a:pt x="704469" y="719423"/>
                </a:cubicBezTo>
                <a:cubicBezTo>
                  <a:pt x="704469" y="716661"/>
                  <a:pt x="706755" y="714470"/>
                  <a:pt x="709517" y="714470"/>
                </a:cubicBezTo>
                <a:cubicBezTo>
                  <a:pt x="712279" y="714470"/>
                  <a:pt x="714470" y="716756"/>
                  <a:pt x="714470" y="719423"/>
                </a:cubicBezTo>
                <a:cubicBezTo>
                  <a:pt x="714470" y="722090"/>
                  <a:pt x="712184" y="724472"/>
                  <a:pt x="709517" y="724472"/>
                </a:cubicBezTo>
                <a:close/>
                <a:moveTo>
                  <a:pt x="875824" y="760476"/>
                </a:moveTo>
                <a:cubicBezTo>
                  <a:pt x="875824" y="761714"/>
                  <a:pt x="874871" y="762667"/>
                  <a:pt x="873633" y="762667"/>
                </a:cubicBezTo>
                <a:lnTo>
                  <a:pt x="852869" y="762667"/>
                </a:lnTo>
                <a:cubicBezTo>
                  <a:pt x="851630" y="762667"/>
                  <a:pt x="850678" y="761714"/>
                  <a:pt x="850678" y="760476"/>
                </a:cubicBezTo>
                <a:lnTo>
                  <a:pt x="850678" y="750475"/>
                </a:lnTo>
                <a:cubicBezTo>
                  <a:pt x="850678" y="749237"/>
                  <a:pt x="851630" y="748284"/>
                  <a:pt x="852869" y="748284"/>
                </a:cubicBezTo>
                <a:lnTo>
                  <a:pt x="873633" y="748284"/>
                </a:lnTo>
                <a:cubicBezTo>
                  <a:pt x="874871" y="748284"/>
                  <a:pt x="875824" y="749237"/>
                  <a:pt x="875824" y="750475"/>
                </a:cubicBezTo>
                <a:lnTo>
                  <a:pt x="875824" y="760476"/>
                </a:lnTo>
                <a:close/>
                <a:moveTo>
                  <a:pt x="1080992" y="1048417"/>
                </a:moveTo>
                <a:cubicBezTo>
                  <a:pt x="1085183" y="1048417"/>
                  <a:pt x="1088612" y="1051846"/>
                  <a:pt x="1088612" y="1056037"/>
                </a:cubicBezTo>
                <a:cubicBezTo>
                  <a:pt x="1088612" y="1060228"/>
                  <a:pt x="1085183" y="1063657"/>
                  <a:pt x="1080992" y="1063657"/>
                </a:cubicBezTo>
                <a:cubicBezTo>
                  <a:pt x="1076801" y="1063657"/>
                  <a:pt x="1073372" y="1060228"/>
                  <a:pt x="1073372" y="1056037"/>
                </a:cubicBezTo>
                <a:cubicBezTo>
                  <a:pt x="1073372" y="1051846"/>
                  <a:pt x="1076801" y="1048417"/>
                  <a:pt x="1080992" y="1048417"/>
                </a:cubicBezTo>
                <a:close/>
                <a:moveTo>
                  <a:pt x="698278" y="1599152"/>
                </a:moveTo>
                <a:cubicBezTo>
                  <a:pt x="698278" y="1603343"/>
                  <a:pt x="694849" y="1606772"/>
                  <a:pt x="690658" y="1606772"/>
                </a:cubicBezTo>
                <a:cubicBezTo>
                  <a:pt x="686467" y="1606772"/>
                  <a:pt x="683038" y="1603343"/>
                  <a:pt x="683038" y="1599152"/>
                </a:cubicBezTo>
                <a:cubicBezTo>
                  <a:pt x="683038" y="1594961"/>
                  <a:pt x="686467" y="1591532"/>
                  <a:pt x="690658" y="1591532"/>
                </a:cubicBezTo>
                <a:cubicBezTo>
                  <a:pt x="694849" y="1591532"/>
                  <a:pt x="698278" y="1594961"/>
                  <a:pt x="698278" y="1599152"/>
                </a:cubicBezTo>
                <a:close/>
                <a:moveTo>
                  <a:pt x="1044702" y="1303687"/>
                </a:moveTo>
                <a:cubicBezTo>
                  <a:pt x="1053560" y="1310164"/>
                  <a:pt x="1055465" y="1322737"/>
                  <a:pt x="1048988" y="1331595"/>
                </a:cubicBezTo>
                <a:cubicBezTo>
                  <a:pt x="1045845" y="1335881"/>
                  <a:pt x="1041178" y="1338644"/>
                  <a:pt x="1035939" y="1339501"/>
                </a:cubicBezTo>
                <a:cubicBezTo>
                  <a:pt x="1030700" y="1340263"/>
                  <a:pt x="1025366" y="1339025"/>
                  <a:pt x="1021080" y="1335881"/>
                </a:cubicBezTo>
                <a:cubicBezTo>
                  <a:pt x="1016794" y="1332738"/>
                  <a:pt x="1013936" y="1328071"/>
                  <a:pt x="1013174" y="1322832"/>
                </a:cubicBezTo>
                <a:cubicBezTo>
                  <a:pt x="1012412" y="1317593"/>
                  <a:pt x="1013651" y="1312355"/>
                  <a:pt x="1016794" y="1307973"/>
                </a:cubicBezTo>
                <a:cubicBezTo>
                  <a:pt x="1019937" y="1303687"/>
                  <a:pt x="1024604" y="1300829"/>
                  <a:pt x="1029843" y="1300067"/>
                </a:cubicBezTo>
                <a:cubicBezTo>
                  <a:pt x="1035082" y="1299210"/>
                  <a:pt x="1040321" y="1300544"/>
                  <a:pt x="1044702" y="1303687"/>
                </a:cubicBezTo>
                <a:close/>
                <a:moveTo>
                  <a:pt x="1042226" y="1222915"/>
                </a:moveTo>
                <a:cubicBezTo>
                  <a:pt x="1042226" y="1222915"/>
                  <a:pt x="1041749" y="1223486"/>
                  <a:pt x="1041749" y="1223867"/>
                </a:cubicBezTo>
                <a:lnTo>
                  <a:pt x="1041749" y="1226249"/>
                </a:lnTo>
                <a:cubicBezTo>
                  <a:pt x="1041749" y="1226249"/>
                  <a:pt x="1036701" y="1220248"/>
                  <a:pt x="1036701" y="1220248"/>
                </a:cubicBezTo>
                <a:lnTo>
                  <a:pt x="1042130" y="1215581"/>
                </a:lnTo>
                <a:lnTo>
                  <a:pt x="1047274" y="1221581"/>
                </a:lnTo>
                <a:lnTo>
                  <a:pt x="1047274" y="1223772"/>
                </a:lnTo>
                <a:cubicBezTo>
                  <a:pt x="1047274" y="1223772"/>
                  <a:pt x="1043273" y="1222724"/>
                  <a:pt x="1043273" y="1222724"/>
                </a:cubicBezTo>
                <a:cubicBezTo>
                  <a:pt x="1042892" y="1222629"/>
                  <a:pt x="1042511" y="1222724"/>
                  <a:pt x="1042226" y="1222915"/>
                </a:cubicBezTo>
                <a:close/>
                <a:moveTo>
                  <a:pt x="1054037" y="1229392"/>
                </a:moveTo>
                <a:lnTo>
                  <a:pt x="1048607" y="1234059"/>
                </a:lnTo>
                <a:lnTo>
                  <a:pt x="1044416" y="1229201"/>
                </a:lnTo>
                <a:lnTo>
                  <a:pt x="1044226" y="1225391"/>
                </a:lnTo>
                <a:lnTo>
                  <a:pt x="1048322" y="1226439"/>
                </a:lnTo>
                <a:cubicBezTo>
                  <a:pt x="1048322" y="1226439"/>
                  <a:pt x="1049084" y="1226439"/>
                  <a:pt x="1049369" y="1226249"/>
                </a:cubicBezTo>
                <a:cubicBezTo>
                  <a:pt x="1049655" y="1225963"/>
                  <a:pt x="1049846" y="1225677"/>
                  <a:pt x="1049846" y="1225296"/>
                </a:cubicBezTo>
                <a:lnTo>
                  <a:pt x="1049846" y="1224534"/>
                </a:lnTo>
                <a:cubicBezTo>
                  <a:pt x="1049846" y="1224534"/>
                  <a:pt x="1054037" y="1229392"/>
                  <a:pt x="1054037" y="1229392"/>
                </a:cubicBezTo>
                <a:close/>
                <a:moveTo>
                  <a:pt x="1070705" y="1198150"/>
                </a:moveTo>
                <a:cubicBezTo>
                  <a:pt x="1070705" y="1198150"/>
                  <a:pt x="1070229" y="1198721"/>
                  <a:pt x="1070229" y="1199102"/>
                </a:cubicBezTo>
                <a:lnTo>
                  <a:pt x="1070229" y="1201484"/>
                </a:lnTo>
                <a:cubicBezTo>
                  <a:pt x="1070229" y="1201484"/>
                  <a:pt x="1065181" y="1195483"/>
                  <a:pt x="1065181" y="1195483"/>
                </a:cubicBezTo>
                <a:lnTo>
                  <a:pt x="1070610" y="1190816"/>
                </a:lnTo>
                <a:lnTo>
                  <a:pt x="1075754" y="1196816"/>
                </a:lnTo>
                <a:lnTo>
                  <a:pt x="1075754" y="1199007"/>
                </a:lnTo>
                <a:cubicBezTo>
                  <a:pt x="1075754" y="1199007"/>
                  <a:pt x="1071753" y="1197959"/>
                  <a:pt x="1071753" y="1197959"/>
                </a:cubicBezTo>
                <a:cubicBezTo>
                  <a:pt x="1071372" y="1197864"/>
                  <a:pt x="1070991" y="1197959"/>
                  <a:pt x="1070705" y="1198150"/>
                </a:cubicBezTo>
                <a:close/>
                <a:moveTo>
                  <a:pt x="1082612" y="1204627"/>
                </a:moveTo>
                <a:lnTo>
                  <a:pt x="1077182" y="1209294"/>
                </a:lnTo>
                <a:lnTo>
                  <a:pt x="1072991" y="1204436"/>
                </a:lnTo>
                <a:lnTo>
                  <a:pt x="1072801" y="1200626"/>
                </a:lnTo>
                <a:lnTo>
                  <a:pt x="1076897" y="1201674"/>
                </a:lnTo>
                <a:cubicBezTo>
                  <a:pt x="1076897" y="1201674"/>
                  <a:pt x="1077659" y="1201674"/>
                  <a:pt x="1077944" y="1201484"/>
                </a:cubicBezTo>
                <a:cubicBezTo>
                  <a:pt x="1078230" y="1201198"/>
                  <a:pt x="1078421" y="1200912"/>
                  <a:pt x="1078421" y="1200531"/>
                </a:cubicBezTo>
                <a:lnTo>
                  <a:pt x="1078421" y="1199769"/>
                </a:lnTo>
                <a:cubicBezTo>
                  <a:pt x="1078421" y="1199769"/>
                  <a:pt x="1082612" y="1204627"/>
                  <a:pt x="1082612" y="1204627"/>
                </a:cubicBezTo>
                <a:close/>
                <a:moveTo>
                  <a:pt x="1099280" y="1173480"/>
                </a:moveTo>
                <a:cubicBezTo>
                  <a:pt x="1099280" y="1173480"/>
                  <a:pt x="1098804" y="1174052"/>
                  <a:pt x="1098804" y="1174433"/>
                </a:cubicBezTo>
                <a:lnTo>
                  <a:pt x="1098804" y="1176814"/>
                </a:lnTo>
                <a:cubicBezTo>
                  <a:pt x="1098804" y="1176814"/>
                  <a:pt x="1093756" y="1170813"/>
                  <a:pt x="1093756" y="1170813"/>
                </a:cubicBezTo>
                <a:lnTo>
                  <a:pt x="1099185" y="1166146"/>
                </a:lnTo>
                <a:lnTo>
                  <a:pt x="1104329" y="1172147"/>
                </a:lnTo>
                <a:lnTo>
                  <a:pt x="1104329" y="1174337"/>
                </a:lnTo>
                <a:cubicBezTo>
                  <a:pt x="1104329" y="1174337"/>
                  <a:pt x="1100328" y="1173290"/>
                  <a:pt x="1100328" y="1173290"/>
                </a:cubicBezTo>
                <a:cubicBezTo>
                  <a:pt x="1099947" y="1173194"/>
                  <a:pt x="1099566" y="1173290"/>
                  <a:pt x="1099280" y="1173480"/>
                </a:cubicBezTo>
                <a:close/>
                <a:moveTo>
                  <a:pt x="1111091" y="1179957"/>
                </a:moveTo>
                <a:lnTo>
                  <a:pt x="1105662" y="1184624"/>
                </a:lnTo>
                <a:lnTo>
                  <a:pt x="1101471" y="1179767"/>
                </a:lnTo>
                <a:lnTo>
                  <a:pt x="1101281" y="1175957"/>
                </a:lnTo>
                <a:lnTo>
                  <a:pt x="1105376" y="1177004"/>
                </a:lnTo>
                <a:cubicBezTo>
                  <a:pt x="1105376" y="1177004"/>
                  <a:pt x="1106138" y="1177004"/>
                  <a:pt x="1106424" y="1176814"/>
                </a:cubicBezTo>
                <a:cubicBezTo>
                  <a:pt x="1106710" y="1176528"/>
                  <a:pt x="1106900" y="1176242"/>
                  <a:pt x="1106900" y="1175861"/>
                </a:cubicBezTo>
                <a:lnTo>
                  <a:pt x="1106900" y="1175099"/>
                </a:lnTo>
                <a:cubicBezTo>
                  <a:pt x="1106900" y="1175099"/>
                  <a:pt x="1111091" y="1179957"/>
                  <a:pt x="1111091" y="1179957"/>
                </a:cubicBezTo>
                <a:close/>
                <a:moveTo>
                  <a:pt x="1127474" y="1148429"/>
                </a:moveTo>
                <a:cubicBezTo>
                  <a:pt x="1127474" y="1148429"/>
                  <a:pt x="1126998" y="1149001"/>
                  <a:pt x="1126998" y="1149382"/>
                </a:cubicBezTo>
                <a:lnTo>
                  <a:pt x="1126998" y="1151763"/>
                </a:lnTo>
                <a:cubicBezTo>
                  <a:pt x="1126998" y="1151763"/>
                  <a:pt x="1122236" y="1146048"/>
                  <a:pt x="1122236" y="1146048"/>
                </a:cubicBezTo>
                <a:lnTo>
                  <a:pt x="1127665" y="1141381"/>
                </a:lnTo>
                <a:lnTo>
                  <a:pt x="1132618" y="1147096"/>
                </a:lnTo>
                <a:lnTo>
                  <a:pt x="1132618" y="1149287"/>
                </a:lnTo>
                <a:cubicBezTo>
                  <a:pt x="1132618" y="1149287"/>
                  <a:pt x="1128617" y="1148239"/>
                  <a:pt x="1128617" y="1148239"/>
                </a:cubicBezTo>
                <a:cubicBezTo>
                  <a:pt x="1128236" y="1148239"/>
                  <a:pt x="1127855" y="1148239"/>
                  <a:pt x="1127570" y="1148429"/>
                </a:cubicBezTo>
                <a:close/>
                <a:moveTo>
                  <a:pt x="1134237" y="1159955"/>
                </a:moveTo>
                <a:lnTo>
                  <a:pt x="1129760" y="1154811"/>
                </a:lnTo>
                <a:lnTo>
                  <a:pt x="1129570" y="1151001"/>
                </a:lnTo>
                <a:lnTo>
                  <a:pt x="1133666" y="1152049"/>
                </a:lnTo>
                <a:cubicBezTo>
                  <a:pt x="1133666" y="1152049"/>
                  <a:pt x="1134428" y="1152049"/>
                  <a:pt x="1134713" y="1151858"/>
                </a:cubicBezTo>
                <a:cubicBezTo>
                  <a:pt x="1134999" y="1151573"/>
                  <a:pt x="1135190" y="1151287"/>
                  <a:pt x="1135190" y="1150906"/>
                </a:cubicBezTo>
                <a:lnTo>
                  <a:pt x="1135190" y="1150144"/>
                </a:lnTo>
                <a:cubicBezTo>
                  <a:pt x="1135190" y="1150144"/>
                  <a:pt x="1139666" y="1155287"/>
                  <a:pt x="1139666" y="1155287"/>
                </a:cubicBezTo>
                <a:lnTo>
                  <a:pt x="1134237" y="1159955"/>
                </a:lnTo>
                <a:close/>
                <a:moveTo>
                  <a:pt x="1185196" y="1101281"/>
                </a:moveTo>
                <a:cubicBezTo>
                  <a:pt x="1186339" y="1101281"/>
                  <a:pt x="1187291" y="1102233"/>
                  <a:pt x="1187291" y="1103376"/>
                </a:cubicBezTo>
                <a:lnTo>
                  <a:pt x="1187291" y="1121950"/>
                </a:lnTo>
                <a:cubicBezTo>
                  <a:pt x="1187291" y="1123093"/>
                  <a:pt x="1186339" y="1124045"/>
                  <a:pt x="1185196" y="1124045"/>
                </a:cubicBezTo>
                <a:lnTo>
                  <a:pt x="1166622" y="1124045"/>
                </a:lnTo>
                <a:cubicBezTo>
                  <a:pt x="1165479" y="1124045"/>
                  <a:pt x="1164527" y="1123093"/>
                  <a:pt x="1164527" y="1121950"/>
                </a:cubicBezTo>
                <a:lnTo>
                  <a:pt x="1164527" y="1103376"/>
                </a:lnTo>
                <a:cubicBezTo>
                  <a:pt x="1164527" y="1102233"/>
                  <a:pt x="1165479" y="1101281"/>
                  <a:pt x="1166622" y="1101281"/>
                </a:cubicBezTo>
                <a:lnTo>
                  <a:pt x="1185196" y="1101281"/>
                </a:lnTo>
                <a:close/>
                <a:moveTo>
                  <a:pt x="951643" y="835724"/>
                </a:moveTo>
                <a:cubicBezTo>
                  <a:pt x="951643" y="839724"/>
                  <a:pt x="948404" y="842867"/>
                  <a:pt x="944499" y="842867"/>
                </a:cubicBezTo>
                <a:cubicBezTo>
                  <a:pt x="940594" y="842867"/>
                  <a:pt x="937355" y="839629"/>
                  <a:pt x="937355" y="835724"/>
                </a:cubicBezTo>
                <a:cubicBezTo>
                  <a:pt x="937355" y="831818"/>
                  <a:pt x="940594" y="828580"/>
                  <a:pt x="944499" y="828580"/>
                </a:cubicBezTo>
                <a:cubicBezTo>
                  <a:pt x="948404" y="828580"/>
                  <a:pt x="951643" y="831818"/>
                  <a:pt x="951643" y="835724"/>
                </a:cubicBezTo>
                <a:close/>
                <a:moveTo>
                  <a:pt x="932212" y="767810"/>
                </a:moveTo>
                <a:lnTo>
                  <a:pt x="932212" y="743236"/>
                </a:lnTo>
                <a:lnTo>
                  <a:pt x="956786" y="743236"/>
                </a:lnTo>
                <a:lnTo>
                  <a:pt x="956786" y="767810"/>
                </a:lnTo>
                <a:lnTo>
                  <a:pt x="932212" y="767810"/>
                </a:lnTo>
                <a:close/>
                <a:moveTo>
                  <a:pt x="998315" y="835724"/>
                </a:moveTo>
                <a:cubicBezTo>
                  <a:pt x="998315" y="839724"/>
                  <a:pt x="995077" y="842867"/>
                  <a:pt x="991172" y="842867"/>
                </a:cubicBezTo>
                <a:cubicBezTo>
                  <a:pt x="987266" y="842867"/>
                  <a:pt x="984028" y="839629"/>
                  <a:pt x="984028" y="835724"/>
                </a:cubicBezTo>
                <a:cubicBezTo>
                  <a:pt x="984028" y="831818"/>
                  <a:pt x="987266" y="828580"/>
                  <a:pt x="991172" y="828580"/>
                </a:cubicBezTo>
                <a:cubicBezTo>
                  <a:pt x="995077" y="828580"/>
                  <a:pt x="998315" y="831818"/>
                  <a:pt x="998315" y="835724"/>
                </a:cubicBezTo>
                <a:close/>
                <a:moveTo>
                  <a:pt x="978884" y="767810"/>
                </a:moveTo>
                <a:lnTo>
                  <a:pt x="978884" y="743236"/>
                </a:lnTo>
                <a:lnTo>
                  <a:pt x="1003459" y="743236"/>
                </a:lnTo>
                <a:lnTo>
                  <a:pt x="1003459" y="767810"/>
                </a:lnTo>
                <a:lnTo>
                  <a:pt x="978884" y="767810"/>
                </a:lnTo>
                <a:close/>
                <a:moveTo>
                  <a:pt x="1037844" y="842963"/>
                </a:moveTo>
                <a:cubicBezTo>
                  <a:pt x="1033844" y="842963"/>
                  <a:pt x="1030700" y="839724"/>
                  <a:pt x="1030700" y="835819"/>
                </a:cubicBezTo>
                <a:cubicBezTo>
                  <a:pt x="1030700" y="831914"/>
                  <a:pt x="1033939" y="828675"/>
                  <a:pt x="1037844" y="828675"/>
                </a:cubicBezTo>
                <a:cubicBezTo>
                  <a:pt x="1041749" y="828675"/>
                  <a:pt x="1044988" y="831914"/>
                  <a:pt x="1044988" y="835819"/>
                </a:cubicBezTo>
                <a:cubicBezTo>
                  <a:pt x="1044988" y="839724"/>
                  <a:pt x="1041749" y="842963"/>
                  <a:pt x="1037844" y="842963"/>
                </a:cubicBezTo>
                <a:close/>
                <a:moveTo>
                  <a:pt x="1059371" y="877538"/>
                </a:moveTo>
                <a:lnTo>
                  <a:pt x="1043845" y="843058"/>
                </a:lnTo>
                <a:cubicBezTo>
                  <a:pt x="1045940" y="841343"/>
                  <a:pt x="1047369" y="838772"/>
                  <a:pt x="1047369" y="835819"/>
                </a:cubicBezTo>
                <a:cubicBezTo>
                  <a:pt x="1047369" y="830961"/>
                  <a:pt x="1043654" y="827151"/>
                  <a:pt x="1038987" y="826484"/>
                </a:cubicBezTo>
                <a:lnTo>
                  <a:pt x="1038987" y="790194"/>
                </a:lnTo>
                <a:lnTo>
                  <a:pt x="1083278" y="790194"/>
                </a:lnTo>
                <a:lnTo>
                  <a:pt x="1083278" y="828485"/>
                </a:lnTo>
                <a:cubicBezTo>
                  <a:pt x="1078611" y="829056"/>
                  <a:pt x="1074896" y="832961"/>
                  <a:pt x="1074896" y="837819"/>
                </a:cubicBezTo>
                <a:cubicBezTo>
                  <a:pt x="1074896" y="840391"/>
                  <a:pt x="1075944" y="842582"/>
                  <a:pt x="1077563" y="844296"/>
                </a:cubicBezTo>
                <a:lnTo>
                  <a:pt x="1059275" y="877634"/>
                </a:lnTo>
                <a:close/>
                <a:moveTo>
                  <a:pt x="1025557" y="767810"/>
                </a:moveTo>
                <a:lnTo>
                  <a:pt x="1025557" y="743236"/>
                </a:lnTo>
                <a:lnTo>
                  <a:pt x="1050131" y="743236"/>
                </a:lnTo>
                <a:lnTo>
                  <a:pt x="1050131" y="767810"/>
                </a:lnTo>
                <a:lnTo>
                  <a:pt x="1025557" y="767810"/>
                </a:lnTo>
                <a:close/>
                <a:moveTo>
                  <a:pt x="1091756" y="837724"/>
                </a:moveTo>
                <a:cubicBezTo>
                  <a:pt x="1091756" y="841724"/>
                  <a:pt x="1088517" y="844868"/>
                  <a:pt x="1084612" y="844868"/>
                </a:cubicBezTo>
                <a:cubicBezTo>
                  <a:pt x="1080707" y="844868"/>
                  <a:pt x="1077468" y="841629"/>
                  <a:pt x="1077468" y="837724"/>
                </a:cubicBezTo>
                <a:cubicBezTo>
                  <a:pt x="1077468" y="833819"/>
                  <a:pt x="1080707" y="830580"/>
                  <a:pt x="1084612" y="830580"/>
                </a:cubicBezTo>
                <a:cubicBezTo>
                  <a:pt x="1088517" y="830580"/>
                  <a:pt x="1091756" y="833819"/>
                  <a:pt x="1091756" y="837724"/>
                </a:cubicBezTo>
                <a:close/>
                <a:moveTo>
                  <a:pt x="1072325" y="767810"/>
                </a:moveTo>
                <a:lnTo>
                  <a:pt x="1072325" y="743236"/>
                </a:lnTo>
                <a:lnTo>
                  <a:pt x="1096899" y="743236"/>
                </a:lnTo>
                <a:lnTo>
                  <a:pt x="1096899" y="767810"/>
                </a:lnTo>
                <a:lnTo>
                  <a:pt x="1072325" y="767810"/>
                </a:lnTo>
                <a:close/>
                <a:moveTo>
                  <a:pt x="1094804" y="785336"/>
                </a:moveTo>
                <a:lnTo>
                  <a:pt x="1085755" y="785336"/>
                </a:lnTo>
                <a:lnTo>
                  <a:pt x="1085755" y="772573"/>
                </a:lnTo>
                <a:lnTo>
                  <a:pt x="1099280" y="772573"/>
                </a:lnTo>
                <a:cubicBezTo>
                  <a:pt x="1100614" y="772573"/>
                  <a:pt x="1101662" y="771525"/>
                  <a:pt x="1101662" y="770192"/>
                </a:cubicBezTo>
                <a:lnTo>
                  <a:pt x="1101662" y="740854"/>
                </a:lnTo>
                <a:cubicBezTo>
                  <a:pt x="1101662" y="739521"/>
                  <a:pt x="1100614" y="738473"/>
                  <a:pt x="1099280" y="738473"/>
                </a:cubicBezTo>
                <a:lnTo>
                  <a:pt x="1069943" y="738473"/>
                </a:lnTo>
                <a:cubicBezTo>
                  <a:pt x="1068610" y="738473"/>
                  <a:pt x="1067562" y="739521"/>
                  <a:pt x="1067562" y="740854"/>
                </a:cubicBezTo>
                <a:lnTo>
                  <a:pt x="1067562" y="770192"/>
                </a:lnTo>
                <a:cubicBezTo>
                  <a:pt x="1067562" y="771525"/>
                  <a:pt x="1068610" y="772573"/>
                  <a:pt x="1069943" y="772573"/>
                </a:cubicBezTo>
                <a:lnTo>
                  <a:pt x="1083469" y="772573"/>
                </a:lnTo>
                <a:lnTo>
                  <a:pt x="1083469" y="785336"/>
                </a:lnTo>
                <a:lnTo>
                  <a:pt x="1039177" y="785336"/>
                </a:lnTo>
                <a:lnTo>
                  <a:pt x="1039177" y="772573"/>
                </a:lnTo>
                <a:lnTo>
                  <a:pt x="1052703" y="772573"/>
                </a:lnTo>
                <a:cubicBezTo>
                  <a:pt x="1054037" y="772573"/>
                  <a:pt x="1055084" y="771525"/>
                  <a:pt x="1055084" y="770192"/>
                </a:cubicBezTo>
                <a:lnTo>
                  <a:pt x="1055084" y="740854"/>
                </a:lnTo>
                <a:cubicBezTo>
                  <a:pt x="1055084" y="739521"/>
                  <a:pt x="1054037" y="738473"/>
                  <a:pt x="1052703" y="738473"/>
                </a:cubicBezTo>
                <a:lnTo>
                  <a:pt x="1023366" y="738473"/>
                </a:lnTo>
                <a:cubicBezTo>
                  <a:pt x="1022033" y="738473"/>
                  <a:pt x="1020985" y="739521"/>
                  <a:pt x="1020985" y="740854"/>
                </a:cubicBezTo>
                <a:lnTo>
                  <a:pt x="1020985" y="770192"/>
                </a:lnTo>
                <a:cubicBezTo>
                  <a:pt x="1020985" y="771525"/>
                  <a:pt x="1022033" y="772573"/>
                  <a:pt x="1023366" y="772573"/>
                </a:cubicBezTo>
                <a:lnTo>
                  <a:pt x="1036892" y="772573"/>
                </a:lnTo>
                <a:lnTo>
                  <a:pt x="1036892" y="785336"/>
                </a:lnTo>
                <a:lnTo>
                  <a:pt x="992600" y="785336"/>
                </a:lnTo>
                <a:lnTo>
                  <a:pt x="992600" y="772573"/>
                </a:lnTo>
                <a:lnTo>
                  <a:pt x="1006126" y="772573"/>
                </a:lnTo>
                <a:cubicBezTo>
                  <a:pt x="1007459" y="772573"/>
                  <a:pt x="1008507" y="771525"/>
                  <a:pt x="1008507" y="770192"/>
                </a:cubicBezTo>
                <a:lnTo>
                  <a:pt x="1008507" y="740854"/>
                </a:lnTo>
                <a:cubicBezTo>
                  <a:pt x="1008507" y="739521"/>
                  <a:pt x="1007459" y="738473"/>
                  <a:pt x="1006126" y="738473"/>
                </a:cubicBezTo>
                <a:lnTo>
                  <a:pt x="976789" y="738473"/>
                </a:lnTo>
                <a:cubicBezTo>
                  <a:pt x="975455" y="738473"/>
                  <a:pt x="974408" y="739521"/>
                  <a:pt x="974408" y="740854"/>
                </a:cubicBezTo>
                <a:lnTo>
                  <a:pt x="974408" y="770192"/>
                </a:lnTo>
                <a:cubicBezTo>
                  <a:pt x="974408" y="771525"/>
                  <a:pt x="975455" y="772573"/>
                  <a:pt x="976789" y="772573"/>
                </a:cubicBezTo>
                <a:lnTo>
                  <a:pt x="990314" y="772573"/>
                </a:lnTo>
                <a:lnTo>
                  <a:pt x="990314" y="785336"/>
                </a:lnTo>
                <a:lnTo>
                  <a:pt x="946023" y="785336"/>
                </a:lnTo>
                <a:lnTo>
                  <a:pt x="946023" y="772573"/>
                </a:lnTo>
                <a:lnTo>
                  <a:pt x="959549" y="772573"/>
                </a:lnTo>
                <a:cubicBezTo>
                  <a:pt x="960882" y="772573"/>
                  <a:pt x="961930" y="771525"/>
                  <a:pt x="961930" y="770192"/>
                </a:cubicBezTo>
                <a:lnTo>
                  <a:pt x="961930" y="740854"/>
                </a:lnTo>
                <a:cubicBezTo>
                  <a:pt x="961930" y="739521"/>
                  <a:pt x="960882" y="738473"/>
                  <a:pt x="959549" y="738473"/>
                </a:cubicBezTo>
                <a:lnTo>
                  <a:pt x="930212" y="738473"/>
                </a:lnTo>
                <a:cubicBezTo>
                  <a:pt x="928878" y="738473"/>
                  <a:pt x="927830" y="739521"/>
                  <a:pt x="927830" y="740854"/>
                </a:cubicBezTo>
                <a:lnTo>
                  <a:pt x="927830" y="770192"/>
                </a:lnTo>
                <a:cubicBezTo>
                  <a:pt x="927830" y="771525"/>
                  <a:pt x="928878" y="772573"/>
                  <a:pt x="930212" y="772573"/>
                </a:cubicBezTo>
                <a:lnTo>
                  <a:pt x="943737" y="772573"/>
                </a:lnTo>
                <a:lnTo>
                  <a:pt x="943737" y="785336"/>
                </a:lnTo>
                <a:lnTo>
                  <a:pt x="936117" y="785336"/>
                </a:lnTo>
                <a:cubicBezTo>
                  <a:pt x="919639" y="785336"/>
                  <a:pt x="906304" y="771906"/>
                  <a:pt x="906304" y="755428"/>
                </a:cubicBezTo>
                <a:cubicBezTo>
                  <a:pt x="906304" y="738950"/>
                  <a:pt x="919734" y="725519"/>
                  <a:pt x="936117" y="725519"/>
                </a:cubicBezTo>
                <a:lnTo>
                  <a:pt x="1095280" y="725519"/>
                </a:lnTo>
                <a:cubicBezTo>
                  <a:pt x="1111758" y="725519"/>
                  <a:pt x="1125188" y="738950"/>
                  <a:pt x="1125188" y="755428"/>
                </a:cubicBezTo>
                <a:cubicBezTo>
                  <a:pt x="1125188" y="771906"/>
                  <a:pt x="1111758" y="785336"/>
                  <a:pt x="1095280" y="785336"/>
                </a:cubicBezTo>
                <a:close/>
                <a:moveTo>
                  <a:pt x="1201103" y="1303687"/>
                </a:moveTo>
                <a:cubicBezTo>
                  <a:pt x="1205389" y="1306830"/>
                  <a:pt x="1208151" y="1311497"/>
                  <a:pt x="1209008" y="1316736"/>
                </a:cubicBezTo>
                <a:cubicBezTo>
                  <a:pt x="1209770" y="1321975"/>
                  <a:pt x="1208532" y="1327214"/>
                  <a:pt x="1205389" y="1331595"/>
                </a:cubicBezTo>
                <a:cubicBezTo>
                  <a:pt x="1202246" y="1335881"/>
                  <a:pt x="1197578" y="1338739"/>
                  <a:pt x="1192340" y="1339501"/>
                </a:cubicBezTo>
                <a:cubicBezTo>
                  <a:pt x="1191292" y="1339691"/>
                  <a:pt x="1190244" y="1339691"/>
                  <a:pt x="1189292" y="1339691"/>
                </a:cubicBezTo>
                <a:cubicBezTo>
                  <a:pt x="1185101" y="1339691"/>
                  <a:pt x="1181005" y="1338358"/>
                  <a:pt x="1177576" y="1335786"/>
                </a:cubicBezTo>
                <a:cubicBezTo>
                  <a:pt x="1168718" y="1329309"/>
                  <a:pt x="1166813" y="1316736"/>
                  <a:pt x="1173290" y="1307878"/>
                </a:cubicBezTo>
                <a:cubicBezTo>
                  <a:pt x="1179767" y="1299020"/>
                  <a:pt x="1192244" y="1297115"/>
                  <a:pt x="1201198" y="1303592"/>
                </a:cubicBezTo>
                <a:close/>
                <a:moveTo>
                  <a:pt x="1290257" y="1039273"/>
                </a:moveTo>
                <a:lnTo>
                  <a:pt x="1292162" y="1040702"/>
                </a:lnTo>
                <a:lnTo>
                  <a:pt x="1284637" y="1040702"/>
                </a:lnTo>
                <a:lnTo>
                  <a:pt x="1284637" y="1033558"/>
                </a:lnTo>
                <a:lnTo>
                  <a:pt x="1292162" y="1033558"/>
                </a:lnTo>
                <a:cubicBezTo>
                  <a:pt x="1292162" y="1033558"/>
                  <a:pt x="1293876" y="1034891"/>
                  <a:pt x="1293876" y="1034891"/>
                </a:cubicBezTo>
                <a:lnTo>
                  <a:pt x="1290352" y="1037273"/>
                </a:lnTo>
                <a:cubicBezTo>
                  <a:pt x="1290352" y="1037273"/>
                  <a:pt x="1289876" y="1037844"/>
                  <a:pt x="1289876" y="1038225"/>
                </a:cubicBezTo>
                <a:cubicBezTo>
                  <a:pt x="1289876" y="1038606"/>
                  <a:pt x="1290066" y="1038987"/>
                  <a:pt x="1290352" y="1039177"/>
                </a:cubicBezTo>
                <a:close/>
                <a:moveTo>
                  <a:pt x="1290638" y="1077087"/>
                </a:moveTo>
                <a:lnTo>
                  <a:pt x="1292543" y="1078516"/>
                </a:lnTo>
                <a:lnTo>
                  <a:pt x="1284637" y="1078516"/>
                </a:lnTo>
                <a:cubicBezTo>
                  <a:pt x="1284637" y="1078516"/>
                  <a:pt x="1284637" y="1071372"/>
                  <a:pt x="1284637" y="1071372"/>
                </a:cubicBezTo>
                <a:lnTo>
                  <a:pt x="1292543" y="1071372"/>
                </a:lnTo>
                <a:cubicBezTo>
                  <a:pt x="1292543" y="1071372"/>
                  <a:pt x="1294257" y="1072706"/>
                  <a:pt x="1294257" y="1072706"/>
                </a:cubicBezTo>
                <a:lnTo>
                  <a:pt x="1290733" y="1075087"/>
                </a:lnTo>
                <a:cubicBezTo>
                  <a:pt x="1290733" y="1075087"/>
                  <a:pt x="1290257" y="1075658"/>
                  <a:pt x="1290257" y="1076039"/>
                </a:cubicBezTo>
                <a:cubicBezTo>
                  <a:pt x="1290257" y="1076420"/>
                  <a:pt x="1290447" y="1076801"/>
                  <a:pt x="1290733" y="1076992"/>
                </a:cubicBezTo>
                <a:close/>
                <a:moveTo>
                  <a:pt x="1290638" y="1114806"/>
                </a:moveTo>
                <a:lnTo>
                  <a:pt x="1292543" y="1116235"/>
                </a:lnTo>
                <a:lnTo>
                  <a:pt x="1284637" y="1116235"/>
                </a:lnTo>
                <a:cubicBezTo>
                  <a:pt x="1284637" y="1116235"/>
                  <a:pt x="1284637" y="1109091"/>
                  <a:pt x="1284637" y="1109091"/>
                </a:cubicBezTo>
                <a:lnTo>
                  <a:pt x="1292543" y="1109091"/>
                </a:lnTo>
                <a:cubicBezTo>
                  <a:pt x="1292543" y="1109091"/>
                  <a:pt x="1294257" y="1110425"/>
                  <a:pt x="1294257" y="1110425"/>
                </a:cubicBezTo>
                <a:lnTo>
                  <a:pt x="1290733" y="1112806"/>
                </a:lnTo>
                <a:cubicBezTo>
                  <a:pt x="1290733" y="1112806"/>
                  <a:pt x="1290257" y="1113377"/>
                  <a:pt x="1290257" y="1113758"/>
                </a:cubicBezTo>
                <a:cubicBezTo>
                  <a:pt x="1290257" y="1114139"/>
                  <a:pt x="1290447" y="1114520"/>
                  <a:pt x="1290733" y="1114711"/>
                </a:cubicBezTo>
                <a:close/>
                <a:moveTo>
                  <a:pt x="1284542" y="1153954"/>
                </a:moveTo>
                <a:lnTo>
                  <a:pt x="1284542" y="1146810"/>
                </a:lnTo>
                <a:lnTo>
                  <a:pt x="1292447" y="1146810"/>
                </a:lnTo>
                <a:cubicBezTo>
                  <a:pt x="1292447" y="1146810"/>
                  <a:pt x="1294162" y="1148144"/>
                  <a:pt x="1294162" y="1148144"/>
                </a:cubicBezTo>
                <a:lnTo>
                  <a:pt x="1290638" y="1150525"/>
                </a:lnTo>
                <a:cubicBezTo>
                  <a:pt x="1290638" y="1150525"/>
                  <a:pt x="1290161" y="1151096"/>
                  <a:pt x="1290161" y="1151477"/>
                </a:cubicBezTo>
                <a:cubicBezTo>
                  <a:pt x="1290161" y="1151858"/>
                  <a:pt x="1290352" y="1152239"/>
                  <a:pt x="1290638" y="1152430"/>
                </a:cubicBezTo>
                <a:lnTo>
                  <a:pt x="1292543" y="1153859"/>
                </a:lnTo>
                <a:lnTo>
                  <a:pt x="1284637" y="1153859"/>
                </a:lnTo>
                <a:close/>
                <a:moveTo>
                  <a:pt x="1296924" y="1147286"/>
                </a:moveTo>
                <a:lnTo>
                  <a:pt x="1296353" y="1146810"/>
                </a:lnTo>
                <a:lnTo>
                  <a:pt x="1302830" y="1146810"/>
                </a:lnTo>
                <a:cubicBezTo>
                  <a:pt x="1302830" y="1146810"/>
                  <a:pt x="1302830" y="1153954"/>
                  <a:pt x="1302830" y="1153954"/>
                </a:cubicBezTo>
                <a:lnTo>
                  <a:pt x="1296353" y="1153954"/>
                </a:lnTo>
                <a:cubicBezTo>
                  <a:pt x="1296353" y="1153954"/>
                  <a:pt x="1293400" y="1151573"/>
                  <a:pt x="1293400" y="1151573"/>
                </a:cubicBezTo>
                <a:lnTo>
                  <a:pt x="1296924" y="1149191"/>
                </a:lnTo>
                <a:cubicBezTo>
                  <a:pt x="1296924" y="1149191"/>
                  <a:pt x="1297400" y="1148620"/>
                  <a:pt x="1297400" y="1148239"/>
                </a:cubicBezTo>
                <a:cubicBezTo>
                  <a:pt x="1297400" y="1147858"/>
                  <a:pt x="1297210" y="1147477"/>
                  <a:pt x="1296924" y="1147286"/>
                </a:cubicBezTo>
                <a:close/>
                <a:moveTo>
                  <a:pt x="1296924" y="1109567"/>
                </a:moveTo>
                <a:lnTo>
                  <a:pt x="1296353" y="1109091"/>
                </a:lnTo>
                <a:lnTo>
                  <a:pt x="1302830" y="1109091"/>
                </a:lnTo>
                <a:cubicBezTo>
                  <a:pt x="1302830" y="1109091"/>
                  <a:pt x="1302830" y="1116235"/>
                  <a:pt x="1302830" y="1116235"/>
                </a:cubicBezTo>
                <a:lnTo>
                  <a:pt x="1296448" y="1116235"/>
                </a:lnTo>
                <a:cubicBezTo>
                  <a:pt x="1296448" y="1116235"/>
                  <a:pt x="1293400" y="1113854"/>
                  <a:pt x="1293400" y="1113854"/>
                </a:cubicBezTo>
                <a:lnTo>
                  <a:pt x="1296924" y="1111472"/>
                </a:lnTo>
                <a:cubicBezTo>
                  <a:pt x="1296924" y="1111472"/>
                  <a:pt x="1297400" y="1110901"/>
                  <a:pt x="1297400" y="1110520"/>
                </a:cubicBezTo>
                <a:cubicBezTo>
                  <a:pt x="1297400" y="1110139"/>
                  <a:pt x="1297210" y="1109758"/>
                  <a:pt x="1296924" y="1109567"/>
                </a:cubicBezTo>
                <a:close/>
                <a:moveTo>
                  <a:pt x="1297019" y="1071848"/>
                </a:moveTo>
                <a:lnTo>
                  <a:pt x="1296448" y="1071372"/>
                </a:lnTo>
                <a:lnTo>
                  <a:pt x="1302925" y="1071372"/>
                </a:lnTo>
                <a:cubicBezTo>
                  <a:pt x="1302925" y="1071372"/>
                  <a:pt x="1302925" y="1078516"/>
                  <a:pt x="1302925" y="1078516"/>
                </a:cubicBezTo>
                <a:lnTo>
                  <a:pt x="1296448" y="1078516"/>
                </a:lnTo>
                <a:cubicBezTo>
                  <a:pt x="1296448" y="1078516"/>
                  <a:pt x="1293495" y="1076135"/>
                  <a:pt x="1293495" y="1076135"/>
                </a:cubicBezTo>
                <a:lnTo>
                  <a:pt x="1297019" y="1073753"/>
                </a:lnTo>
                <a:cubicBezTo>
                  <a:pt x="1297019" y="1073753"/>
                  <a:pt x="1297496" y="1073182"/>
                  <a:pt x="1297496" y="1072801"/>
                </a:cubicBezTo>
                <a:cubicBezTo>
                  <a:pt x="1297496" y="1072420"/>
                  <a:pt x="1297305" y="1072039"/>
                  <a:pt x="1297019" y="1071848"/>
                </a:cubicBezTo>
                <a:close/>
                <a:moveTo>
                  <a:pt x="1293019" y="1038416"/>
                </a:moveTo>
                <a:lnTo>
                  <a:pt x="1296543" y="1036034"/>
                </a:lnTo>
                <a:cubicBezTo>
                  <a:pt x="1296543" y="1036034"/>
                  <a:pt x="1297019" y="1035463"/>
                  <a:pt x="1297019" y="1035082"/>
                </a:cubicBezTo>
                <a:cubicBezTo>
                  <a:pt x="1297019" y="1034701"/>
                  <a:pt x="1296829" y="1034320"/>
                  <a:pt x="1296543" y="1034129"/>
                </a:cubicBezTo>
                <a:lnTo>
                  <a:pt x="1295972" y="1033653"/>
                </a:lnTo>
                <a:lnTo>
                  <a:pt x="1302830" y="1033653"/>
                </a:lnTo>
                <a:lnTo>
                  <a:pt x="1302830" y="1040797"/>
                </a:lnTo>
                <a:lnTo>
                  <a:pt x="1295972" y="1040797"/>
                </a:lnTo>
                <a:cubicBezTo>
                  <a:pt x="1295972" y="1040797"/>
                  <a:pt x="1293019" y="1038416"/>
                  <a:pt x="1293019" y="1038416"/>
                </a:cubicBezTo>
                <a:close/>
                <a:moveTo>
                  <a:pt x="335661" y="2046542"/>
                </a:moveTo>
                <a:lnTo>
                  <a:pt x="342805" y="2046542"/>
                </a:lnTo>
                <a:lnTo>
                  <a:pt x="342805" y="2055019"/>
                </a:lnTo>
                <a:lnTo>
                  <a:pt x="335661" y="2055019"/>
                </a:lnTo>
                <a:lnTo>
                  <a:pt x="335661" y="2046542"/>
                </a:lnTo>
                <a:close/>
                <a:moveTo>
                  <a:pt x="335661" y="2063401"/>
                </a:moveTo>
                <a:lnTo>
                  <a:pt x="342805" y="2063401"/>
                </a:lnTo>
                <a:lnTo>
                  <a:pt x="342805" y="2071878"/>
                </a:lnTo>
                <a:lnTo>
                  <a:pt x="335661" y="2071878"/>
                </a:lnTo>
                <a:lnTo>
                  <a:pt x="335661" y="2063401"/>
                </a:lnTo>
                <a:close/>
                <a:moveTo>
                  <a:pt x="2293811" y="4118991"/>
                </a:moveTo>
                <a:cubicBezTo>
                  <a:pt x="2297906" y="4113467"/>
                  <a:pt x="2299621" y="4106609"/>
                  <a:pt x="2298573" y="4099751"/>
                </a:cubicBezTo>
                <a:cubicBezTo>
                  <a:pt x="2297525" y="4092893"/>
                  <a:pt x="2293906" y="4086892"/>
                  <a:pt x="2288286" y="4082796"/>
                </a:cubicBezTo>
                <a:cubicBezTo>
                  <a:pt x="2283809" y="4079558"/>
                  <a:pt x="2278571" y="4077748"/>
                  <a:pt x="2273141" y="4077748"/>
                </a:cubicBezTo>
                <a:lnTo>
                  <a:pt x="2275523" y="4077748"/>
                </a:lnTo>
                <a:cubicBezTo>
                  <a:pt x="2275523" y="4077748"/>
                  <a:pt x="2276570" y="3899535"/>
                  <a:pt x="2276570" y="3899535"/>
                </a:cubicBezTo>
                <a:lnTo>
                  <a:pt x="2196656" y="3819144"/>
                </a:lnTo>
                <a:lnTo>
                  <a:pt x="2195989" y="3818477"/>
                </a:lnTo>
                <a:lnTo>
                  <a:pt x="2042827" y="3818668"/>
                </a:lnTo>
                <a:lnTo>
                  <a:pt x="2003298" y="3861816"/>
                </a:lnTo>
                <a:lnTo>
                  <a:pt x="2003298" y="3927253"/>
                </a:lnTo>
                <a:cubicBezTo>
                  <a:pt x="1996821" y="3928301"/>
                  <a:pt x="1991868" y="3934016"/>
                  <a:pt x="1991868" y="3940874"/>
                </a:cubicBezTo>
                <a:cubicBezTo>
                  <a:pt x="1991868" y="3948494"/>
                  <a:pt x="1998059" y="3954685"/>
                  <a:pt x="2005679" y="3954685"/>
                </a:cubicBezTo>
                <a:cubicBezTo>
                  <a:pt x="2013299" y="3954685"/>
                  <a:pt x="2019491" y="3948494"/>
                  <a:pt x="2019491" y="3940874"/>
                </a:cubicBezTo>
                <a:cubicBezTo>
                  <a:pt x="2019491" y="3934111"/>
                  <a:pt x="2014633" y="3928491"/>
                  <a:pt x="2008156" y="3927253"/>
                </a:cubicBezTo>
                <a:lnTo>
                  <a:pt x="2008156" y="3863626"/>
                </a:lnTo>
                <a:cubicBezTo>
                  <a:pt x="2008156" y="3863626"/>
                  <a:pt x="2044922" y="3823430"/>
                  <a:pt x="2044922" y="3823430"/>
                </a:cubicBezTo>
                <a:lnTo>
                  <a:pt x="2193989" y="3823240"/>
                </a:lnTo>
                <a:lnTo>
                  <a:pt x="2271808" y="3901535"/>
                </a:lnTo>
                <a:lnTo>
                  <a:pt x="2270760" y="4077748"/>
                </a:lnTo>
                <a:lnTo>
                  <a:pt x="2273141" y="4077748"/>
                </a:lnTo>
                <a:cubicBezTo>
                  <a:pt x="2271808" y="4077748"/>
                  <a:pt x="2270474" y="4077843"/>
                  <a:pt x="2269236" y="4078034"/>
                </a:cubicBezTo>
                <a:cubicBezTo>
                  <a:pt x="2262378" y="4079081"/>
                  <a:pt x="2256377" y="4082701"/>
                  <a:pt x="2252282" y="4088321"/>
                </a:cubicBezTo>
                <a:cubicBezTo>
                  <a:pt x="2248186" y="4093940"/>
                  <a:pt x="2246471" y="4100703"/>
                  <a:pt x="2247519" y="4107561"/>
                </a:cubicBezTo>
                <a:cubicBezTo>
                  <a:pt x="2248567" y="4114419"/>
                  <a:pt x="2252186" y="4120420"/>
                  <a:pt x="2257806" y="4124516"/>
                </a:cubicBezTo>
                <a:cubicBezTo>
                  <a:pt x="2269331" y="4132993"/>
                  <a:pt x="2285524" y="4130421"/>
                  <a:pt x="2293906" y="4118991"/>
                </a:cubicBezTo>
                <a:close/>
                <a:moveTo>
                  <a:pt x="2255996" y="4091273"/>
                </a:moveTo>
                <a:cubicBezTo>
                  <a:pt x="2259330" y="4086701"/>
                  <a:pt x="2264188" y="4083749"/>
                  <a:pt x="2269808" y="4082892"/>
                </a:cubicBezTo>
                <a:cubicBezTo>
                  <a:pt x="2275427" y="4082034"/>
                  <a:pt x="2280952" y="4083368"/>
                  <a:pt x="2285524" y="4086701"/>
                </a:cubicBezTo>
                <a:cubicBezTo>
                  <a:pt x="2290096" y="4090035"/>
                  <a:pt x="2293049" y="4094893"/>
                  <a:pt x="2293906" y="4100513"/>
                </a:cubicBezTo>
                <a:cubicBezTo>
                  <a:pt x="2294763" y="4106037"/>
                  <a:pt x="2293430" y="4111657"/>
                  <a:pt x="2290096" y="4116134"/>
                </a:cubicBezTo>
                <a:lnTo>
                  <a:pt x="2290096" y="4116134"/>
                </a:lnTo>
                <a:cubicBezTo>
                  <a:pt x="2286762" y="4120705"/>
                  <a:pt x="2281904" y="4123659"/>
                  <a:pt x="2276285" y="4124516"/>
                </a:cubicBezTo>
                <a:cubicBezTo>
                  <a:pt x="2275237" y="4124706"/>
                  <a:pt x="2274094" y="4124801"/>
                  <a:pt x="2273046" y="4124801"/>
                </a:cubicBezTo>
                <a:cubicBezTo>
                  <a:pt x="2268569" y="4124801"/>
                  <a:pt x="2264283" y="4123373"/>
                  <a:pt x="2260664" y="4120705"/>
                </a:cubicBezTo>
                <a:cubicBezTo>
                  <a:pt x="2251329" y="4113848"/>
                  <a:pt x="2249234" y="4100608"/>
                  <a:pt x="2256092" y="4091178"/>
                </a:cubicBezTo>
                <a:close/>
                <a:moveTo>
                  <a:pt x="386239" y="2158556"/>
                </a:moveTo>
                <a:lnTo>
                  <a:pt x="389573" y="2161985"/>
                </a:lnTo>
                <a:lnTo>
                  <a:pt x="382334" y="2169033"/>
                </a:lnTo>
                <a:lnTo>
                  <a:pt x="379000" y="2165604"/>
                </a:lnTo>
                <a:lnTo>
                  <a:pt x="386239" y="2158556"/>
                </a:lnTo>
                <a:close/>
                <a:moveTo>
                  <a:pt x="2260473" y="4297776"/>
                </a:moveTo>
                <a:cubicBezTo>
                  <a:pt x="2266664" y="4297776"/>
                  <a:pt x="2271713" y="4292727"/>
                  <a:pt x="2271713" y="4286536"/>
                </a:cubicBezTo>
                <a:cubicBezTo>
                  <a:pt x="2271713" y="4280345"/>
                  <a:pt x="2266664" y="4275296"/>
                  <a:pt x="2260473" y="4275296"/>
                </a:cubicBezTo>
                <a:cubicBezTo>
                  <a:pt x="2254282" y="4275296"/>
                  <a:pt x="2249234" y="4280345"/>
                  <a:pt x="2249234" y="4286536"/>
                </a:cubicBezTo>
                <a:cubicBezTo>
                  <a:pt x="2249234" y="4292727"/>
                  <a:pt x="2254282" y="4297776"/>
                  <a:pt x="2260473" y="4297776"/>
                </a:cubicBezTo>
                <a:close/>
                <a:moveTo>
                  <a:pt x="2260473" y="4280059"/>
                </a:moveTo>
                <a:cubicBezTo>
                  <a:pt x="2264093" y="4280059"/>
                  <a:pt x="2266950" y="4283012"/>
                  <a:pt x="2266950" y="4286536"/>
                </a:cubicBezTo>
                <a:cubicBezTo>
                  <a:pt x="2266950" y="4290060"/>
                  <a:pt x="2263997" y="4293013"/>
                  <a:pt x="2260473" y="4293013"/>
                </a:cubicBezTo>
                <a:cubicBezTo>
                  <a:pt x="2256949" y="4293013"/>
                  <a:pt x="2253996" y="4290060"/>
                  <a:pt x="2253996" y="4286536"/>
                </a:cubicBezTo>
                <a:cubicBezTo>
                  <a:pt x="2253996" y="4283012"/>
                  <a:pt x="2256949" y="4280059"/>
                  <a:pt x="2260473" y="4280059"/>
                </a:cubicBezTo>
                <a:close/>
                <a:moveTo>
                  <a:pt x="1316641" y="1305306"/>
                </a:moveTo>
                <a:cubicBezTo>
                  <a:pt x="1312736" y="1310545"/>
                  <a:pt x="1311212" y="1317022"/>
                  <a:pt x="1312164" y="1323499"/>
                </a:cubicBezTo>
                <a:cubicBezTo>
                  <a:pt x="1313117" y="1329976"/>
                  <a:pt x="1316641" y="1335596"/>
                  <a:pt x="1321880" y="1339501"/>
                </a:cubicBezTo>
                <a:cubicBezTo>
                  <a:pt x="1327118" y="1343406"/>
                  <a:pt x="1333595" y="1344930"/>
                  <a:pt x="1340072" y="1343978"/>
                </a:cubicBezTo>
                <a:cubicBezTo>
                  <a:pt x="1346549" y="1343025"/>
                  <a:pt x="1352169" y="1339501"/>
                  <a:pt x="1356074" y="1334262"/>
                </a:cubicBezTo>
                <a:cubicBezTo>
                  <a:pt x="1364075" y="1323403"/>
                  <a:pt x="1361694" y="1308068"/>
                  <a:pt x="1350836" y="1300067"/>
                </a:cubicBezTo>
                <a:cubicBezTo>
                  <a:pt x="1347121" y="1297305"/>
                  <a:pt x="1342930" y="1295876"/>
                  <a:pt x="1338644" y="1295495"/>
                </a:cubicBezTo>
                <a:lnTo>
                  <a:pt x="1338644" y="1262825"/>
                </a:lnTo>
                <a:cubicBezTo>
                  <a:pt x="1338644" y="1262825"/>
                  <a:pt x="1409033" y="1201007"/>
                  <a:pt x="1409033" y="1201007"/>
                </a:cubicBezTo>
                <a:lnTo>
                  <a:pt x="1473708" y="1201007"/>
                </a:lnTo>
                <a:lnTo>
                  <a:pt x="1473708" y="1203103"/>
                </a:lnTo>
                <a:cubicBezTo>
                  <a:pt x="1473708" y="1205198"/>
                  <a:pt x="1475423" y="1206913"/>
                  <a:pt x="1477518" y="1206913"/>
                </a:cubicBezTo>
                <a:lnTo>
                  <a:pt x="1497616" y="1206913"/>
                </a:lnTo>
                <a:cubicBezTo>
                  <a:pt x="1499711" y="1206913"/>
                  <a:pt x="1501426" y="1205198"/>
                  <a:pt x="1501426" y="1203103"/>
                </a:cubicBezTo>
                <a:lnTo>
                  <a:pt x="1501426" y="1201007"/>
                </a:lnTo>
                <a:lnTo>
                  <a:pt x="1601153" y="1201007"/>
                </a:lnTo>
                <a:lnTo>
                  <a:pt x="1670399" y="1267016"/>
                </a:lnTo>
                <a:lnTo>
                  <a:pt x="1719263" y="1267301"/>
                </a:lnTo>
                <a:cubicBezTo>
                  <a:pt x="1719358" y="1268063"/>
                  <a:pt x="1719548" y="1268825"/>
                  <a:pt x="1719834" y="1269587"/>
                </a:cubicBezTo>
                <a:cubicBezTo>
                  <a:pt x="1721072" y="1273302"/>
                  <a:pt x="1723644" y="1276255"/>
                  <a:pt x="1727168" y="1277969"/>
                </a:cubicBezTo>
                <a:cubicBezTo>
                  <a:pt x="1729264" y="1279017"/>
                  <a:pt x="1731455" y="1279493"/>
                  <a:pt x="1733550" y="1279493"/>
                </a:cubicBezTo>
                <a:cubicBezTo>
                  <a:pt x="1738884" y="1279493"/>
                  <a:pt x="1744123" y="1276541"/>
                  <a:pt x="1746599" y="1271397"/>
                </a:cubicBezTo>
                <a:cubicBezTo>
                  <a:pt x="1750124" y="1264253"/>
                  <a:pt x="1747171" y="1255490"/>
                  <a:pt x="1740027" y="1251871"/>
                </a:cubicBezTo>
                <a:cubicBezTo>
                  <a:pt x="1732883" y="1248347"/>
                  <a:pt x="1724120" y="1251299"/>
                  <a:pt x="1720501" y="1258443"/>
                </a:cubicBezTo>
                <a:cubicBezTo>
                  <a:pt x="1719834" y="1259777"/>
                  <a:pt x="1719453" y="1261110"/>
                  <a:pt x="1719263" y="1262539"/>
                </a:cubicBezTo>
                <a:lnTo>
                  <a:pt x="1672304" y="1262253"/>
                </a:lnTo>
                <a:lnTo>
                  <a:pt x="1603057" y="1196245"/>
                </a:lnTo>
                <a:lnTo>
                  <a:pt x="1501426" y="1196245"/>
                </a:lnTo>
                <a:lnTo>
                  <a:pt x="1501426" y="1194149"/>
                </a:lnTo>
                <a:cubicBezTo>
                  <a:pt x="1501426" y="1192054"/>
                  <a:pt x="1499711" y="1190339"/>
                  <a:pt x="1497616" y="1190339"/>
                </a:cubicBezTo>
                <a:lnTo>
                  <a:pt x="1477518" y="1190339"/>
                </a:lnTo>
                <a:cubicBezTo>
                  <a:pt x="1475423" y="1190339"/>
                  <a:pt x="1473708" y="1192054"/>
                  <a:pt x="1473708" y="1194149"/>
                </a:cubicBezTo>
                <a:lnTo>
                  <a:pt x="1473708" y="1196245"/>
                </a:lnTo>
                <a:lnTo>
                  <a:pt x="1407224" y="1196245"/>
                </a:lnTo>
                <a:lnTo>
                  <a:pt x="1334167" y="1260539"/>
                </a:lnTo>
                <a:lnTo>
                  <a:pt x="1334167" y="1260539"/>
                </a:lnTo>
                <a:cubicBezTo>
                  <a:pt x="1334167" y="1260539"/>
                  <a:pt x="1334072" y="1295591"/>
                  <a:pt x="1334072" y="1295591"/>
                </a:cubicBezTo>
                <a:cubicBezTo>
                  <a:pt x="1327309" y="1296257"/>
                  <a:pt x="1320927" y="1299401"/>
                  <a:pt x="1316641" y="1305306"/>
                </a:cubicBezTo>
                <a:close/>
                <a:moveTo>
                  <a:pt x="1724692" y="1260539"/>
                </a:moveTo>
                <a:cubicBezTo>
                  <a:pt x="1726406" y="1257110"/>
                  <a:pt x="1729835" y="1255109"/>
                  <a:pt x="1733455" y="1255109"/>
                </a:cubicBezTo>
                <a:cubicBezTo>
                  <a:pt x="1734884" y="1255109"/>
                  <a:pt x="1736407" y="1255395"/>
                  <a:pt x="1737741" y="1256157"/>
                </a:cubicBezTo>
                <a:cubicBezTo>
                  <a:pt x="1742599" y="1258538"/>
                  <a:pt x="1744599" y="1264444"/>
                  <a:pt x="1742123" y="1269302"/>
                </a:cubicBezTo>
                <a:cubicBezTo>
                  <a:pt x="1739741" y="1274159"/>
                  <a:pt x="1733836" y="1276160"/>
                  <a:pt x="1728978" y="1273683"/>
                </a:cubicBezTo>
                <a:cubicBezTo>
                  <a:pt x="1726597" y="1272540"/>
                  <a:pt x="1724882" y="1270540"/>
                  <a:pt x="1724025" y="1268063"/>
                </a:cubicBezTo>
                <a:cubicBezTo>
                  <a:pt x="1723168" y="1265587"/>
                  <a:pt x="1723358" y="1262920"/>
                  <a:pt x="1724501" y="1260634"/>
                </a:cubicBezTo>
                <a:close/>
                <a:moveTo>
                  <a:pt x="1496568" y="1195102"/>
                </a:moveTo>
                <a:lnTo>
                  <a:pt x="1496568" y="1202246"/>
                </a:lnTo>
                <a:lnTo>
                  <a:pt x="1490091" y="1202246"/>
                </a:lnTo>
                <a:lnTo>
                  <a:pt x="1487138" y="1199960"/>
                </a:lnTo>
                <a:lnTo>
                  <a:pt x="1490663" y="1197578"/>
                </a:lnTo>
                <a:cubicBezTo>
                  <a:pt x="1490663" y="1197578"/>
                  <a:pt x="1491139" y="1197007"/>
                  <a:pt x="1491139" y="1196626"/>
                </a:cubicBezTo>
                <a:cubicBezTo>
                  <a:pt x="1491139" y="1196245"/>
                  <a:pt x="1490948" y="1195864"/>
                  <a:pt x="1490663" y="1195673"/>
                </a:cubicBezTo>
                <a:lnTo>
                  <a:pt x="1489996" y="1195197"/>
                </a:lnTo>
                <a:lnTo>
                  <a:pt x="1496473" y="1195197"/>
                </a:lnTo>
                <a:close/>
                <a:moveTo>
                  <a:pt x="1478375" y="1195102"/>
                </a:moveTo>
                <a:lnTo>
                  <a:pt x="1486281" y="1195102"/>
                </a:lnTo>
                <a:lnTo>
                  <a:pt x="1487996" y="1196435"/>
                </a:lnTo>
                <a:lnTo>
                  <a:pt x="1484471" y="1198817"/>
                </a:lnTo>
                <a:cubicBezTo>
                  <a:pt x="1484471" y="1198817"/>
                  <a:pt x="1483995" y="1199388"/>
                  <a:pt x="1483995" y="1199769"/>
                </a:cubicBezTo>
                <a:cubicBezTo>
                  <a:pt x="1483995" y="1200150"/>
                  <a:pt x="1484186" y="1200531"/>
                  <a:pt x="1484471" y="1200722"/>
                </a:cubicBezTo>
                <a:lnTo>
                  <a:pt x="1486376" y="1202150"/>
                </a:lnTo>
                <a:lnTo>
                  <a:pt x="1478471" y="1202150"/>
                </a:lnTo>
                <a:lnTo>
                  <a:pt x="1478471" y="1195007"/>
                </a:lnTo>
                <a:close/>
                <a:moveTo>
                  <a:pt x="1348073" y="1303687"/>
                </a:moveTo>
                <a:cubicBezTo>
                  <a:pt x="1356932" y="1310164"/>
                  <a:pt x="1358837" y="1322642"/>
                  <a:pt x="1352360" y="1331500"/>
                </a:cubicBezTo>
                <a:cubicBezTo>
                  <a:pt x="1349216" y="1335786"/>
                  <a:pt x="1344549" y="1338644"/>
                  <a:pt x="1339310" y="1339406"/>
                </a:cubicBezTo>
                <a:cubicBezTo>
                  <a:pt x="1338263" y="1339596"/>
                  <a:pt x="1337215" y="1339596"/>
                  <a:pt x="1336262" y="1339596"/>
                </a:cubicBezTo>
                <a:cubicBezTo>
                  <a:pt x="1332071" y="1339596"/>
                  <a:pt x="1327976" y="1338263"/>
                  <a:pt x="1324547" y="1335691"/>
                </a:cubicBezTo>
                <a:cubicBezTo>
                  <a:pt x="1320260" y="1332548"/>
                  <a:pt x="1317403" y="1327880"/>
                  <a:pt x="1316641" y="1322642"/>
                </a:cubicBezTo>
                <a:cubicBezTo>
                  <a:pt x="1315879" y="1317403"/>
                  <a:pt x="1317117" y="1312164"/>
                  <a:pt x="1320260" y="1307782"/>
                </a:cubicBezTo>
                <a:cubicBezTo>
                  <a:pt x="1326737" y="1298924"/>
                  <a:pt x="1339310" y="1297019"/>
                  <a:pt x="1348073" y="1303496"/>
                </a:cubicBezTo>
                <a:close/>
                <a:moveTo>
                  <a:pt x="335280" y="2208181"/>
                </a:moveTo>
                <a:lnTo>
                  <a:pt x="342519" y="2201132"/>
                </a:lnTo>
                <a:lnTo>
                  <a:pt x="345853" y="2204561"/>
                </a:lnTo>
                <a:lnTo>
                  <a:pt x="338614" y="2211610"/>
                </a:lnTo>
                <a:lnTo>
                  <a:pt x="335280" y="2208181"/>
                </a:lnTo>
                <a:close/>
                <a:moveTo>
                  <a:pt x="1339977" y="3890010"/>
                </a:moveTo>
                <a:lnTo>
                  <a:pt x="1332833" y="3890010"/>
                </a:lnTo>
                <a:lnTo>
                  <a:pt x="1332833" y="3882962"/>
                </a:lnTo>
                <a:lnTo>
                  <a:pt x="1339977" y="3882962"/>
                </a:lnTo>
                <a:lnTo>
                  <a:pt x="1339977" y="3890010"/>
                </a:lnTo>
                <a:close/>
                <a:moveTo>
                  <a:pt x="1324356" y="1319784"/>
                </a:moveTo>
                <a:cubicBezTo>
                  <a:pt x="1324356" y="1313212"/>
                  <a:pt x="1329690" y="1307878"/>
                  <a:pt x="1336262" y="1307878"/>
                </a:cubicBezTo>
                <a:cubicBezTo>
                  <a:pt x="1342835" y="1307878"/>
                  <a:pt x="1348169" y="1313212"/>
                  <a:pt x="1348169" y="1319784"/>
                </a:cubicBezTo>
                <a:cubicBezTo>
                  <a:pt x="1348169" y="1326356"/>
                  <a:pt x="1342835" y="1331690"/>
                  <a:pt x="1336262" y="1331690"/>
                </a:cubicBezTo>
                <a:cubicBezTo>
                  <a:pt x="1329690" y="1331690"/>
                  <a:pt x="1324356" y="1326356"/>
                  <a:pt x="1324356" y="1319784"/>
                </a:cubicBezTo>
                <a:close/>
                <a:moveTo>
                  <a:pt x="320707" y="2222278"/>
                </a:moveTo>
                <a:lnTo>
                  <a:pt x="327946" y="2215229"/>
                </a:lnTo>
                <a:lnTo>
                  <a:pt x="331280" y="2218658"/>
                </a:lnTo>
                <a:lnTo>
                  <a:pt x="324040" y="2225707"/>
                </a:lnTo>
                <a:lnTo>
                  <a:pt x="320707" y="2222278"/>
                </a:lnTo>
                <a:close/>
                <a:moveTo>
                  <a:pt x="1836230" y="2520696"/>
                </a:moveTo>
                <a:lnTo>
                  <a:pt x="1882331" y="2466594"/>
                </a:lnTo>
                <a:lnTo>
                  <a:pt x="1882331" y="2426113"/>
                </a:lnTo>
                <a:cubicBezTo>
                  <a:pt x="1887760" y="2424970"/>
                  <a:pt x="1891856" y="2420398"/>
                  <a:pt x="1891856" y="2414683"/>
                </a:cubicBezTo>
                <a:cubicBezTo>
                  <a:pt x="1891856" y="2408111"/>
                  <a:pt x="1886522" y="2402777"/>
                  <a:pt x="1879949" y="2402777"/>
                </a:cubicBezTo>
                <a:cubicBezTo>
                  <a:pt x="1876806" y="2402777"/>
                  <a:pt x="1874044" y="2404015"/>
                  <a:pt x="1871948" y="2406015"/>
                </a:cubicBezTo>
                <a:lnTo>
                  <a:pt x="1872806" y="2405158"/>
                </a:lnTo>
                <a:lnTo>
                  <a:pt x="1869853" y="2402300"/>
                </a:lnTo>
                <a:lnTo>
                  <a:pt x="1866519" y="2405634"/>
                </a:lnTo>
                <a:lnTo>
                  <a:pt x="1869472" y="2408492"/>
                </a:lnTo>
                <a:lnTo>
                  <a:pt x="1871282" y="2406682"/>
                </a:lnTo>
                <a:cubicBezTo>
                  <a:pt x="1869281" y="2408777"/>
                  <a:pt x="1868043" y="2411635"/>
                  <a:pt x="1868043" y="2414683"/>
                </a:cubicBezTo>
                <a:cubicBezTo>
                  <a:pt x="1868043" y="2420398"/>
                  <a:pt x="1872234" y="2424970"/>
                  <a:pt x="1877568" y="2426113"/>
                </a:cubicBezTo>
                <a:lnTo>
                  <a:pt x="1877568" y="2464880"/>
                </a:lnTo>
                <a:lnTo>
                  <a:pt x="1834039" y="2515934"/>
                </a:lnTo>
                <a:lnTo>
                  <a:pt x="1803845" y="2515934"/>
                </a:lnTo>
                <a:lnTo>
                  <a:pt x="1803845" y="2495455"/>
                </a:lnTo>
                <a:cubicBezTo>
                  <a:pt x="1803845" y="2495455"/>
                  <a:pt x="1769078" y="2494979"/>
                  <a:pt x="1769078" y="2494979"/>
                </a:cubicBezTo>
                <a:cubicBezTo>
                  <a:pt x="1767840" y="2489740"/>
                  <a:pt x="1763268" y="2485835"/>
                  <a:pt x="1757648" y="2485835"/>
                </a:cubicBezTo>
                <a:cubicBezTo>
                  <a:pt x="1751076" y="2485835"/>
                  <a:pt x="1745742" y="2491169"/>
                  <a:pt x="1745742" y="2497741"/>
                </a:cubicBezTo>
                <a:cubicBezTo>
                  <a:pt x="1745742" y="2504313"/>
                  <a:pt x="1751076" y="2509647"/>
                  <a:pt x="1757648" y="2509647"/>
                </a:cubicBezTo>
                <a:cubicBezTo>
                  <a:pt x="1763554" y="2509647"/>
                  <a:pt x="1768221" y="2505266"/>
                  <a:pt x="1769174" y="2499646"/>
                </a:cubicBezTo>
                <a:lnTo>
                  <a:pt x="1799082" y="2500027"/>
                </a:lnTo>
                <a:lnTo>
                  <a:pt x="1799082" y="2520601"/>
                </a:lnTo>
                <a:cubicBezTo>
                  <a:pt x="1799082" y="2520601"/>
                  <a:pt x="1836230" y="2520601"/>
                  <a:pt x="1836230" y="2520601"/>
                </a:cubicBezTo>
                <a:close/>
                <a:moveTo>
                  <a:pt x="1872710" y="2414683"/>
                </a:moveTo>
                <a:cubicBezTo>
                  <a:pt x="1872710" y="2410682"/>
                  <a:pt x="1875949" y="2407539"/>
                  <a:pt x="1879854" y="2407539"/>
                </a:cubicBezTo>
                <a:cubicBezTo>
                  <a:pt x="1883759" y="2407539"/>
                  <a:pt x="1886998" y="2410778"/>
                  <a:pt x="1886998" y="2414683"/>
                </a:cubicBezTo>
                <a:cubicBezTo>
                  <a:pt x="1886998" y="2418588"/>
                  <a:pt x="1883759" y="2421827"/>
                  <a:pt x="1879854" y="2421827"/>
                </a:cubicBezTo>
                <a:cubicBezTo>
                  <a:pt x="1875949" y="2421827"/>
                  <a:pt x="1872710" y="2418588"/>
                  <a:pt x="1872710" y="2414683"/>
                </a:cubicBezTo>
                <a:close/>
                <a:moveTo>
                  <a:pt x="1757648" y="2504885"/>
                </a:moveTo>
                <a:cubicBezTo>
                  <a:pt x="1753648" y="2504885"/>
                  <a:pt x="1750505" y="2501646"/>
                  <a:pt x="1750505" y="2497741"/>
                </a:cubicBezTo>
                <a:cubicBezTo>
                  <a:pt x="1750505" y="2493836"/>
                  <a:pt x="1753743" y="2490597"/>
                  <a:pt x="1757648" y="2490597"/>
                </a:cubicBezTo>
                <a:cubicBezTo>
                  <a:pt x="1761553" y="2490597"/>
                  <a:pt x="1764792" y="2493836"/>
                  <a:pt x="1764792" y="2497741"/>
                </a:cubicBezTo>
                <a:cubicBezTo>
                  <a:pt x="1764792" y="2501646"/>
                  <a:pt x="1761553" y="2504885"/>
                  <a:pt x="1757648" y="2504885"/>
                </a:cubicBezTo>
                <a:close/>
                <a:moveTo>
                  <a:pt x="1356265" y="4100894"/>
                </a:moveTo>
                <a:cubicBezTo>
                  <a:pt x="1359122" y="4099560"/>
                  <a:pt x="1361313" y="4097274"/>
                  <a:pt x="1362456" y="4094321"/>
                </a:cubicBezTo>
                <a:cubicBezTo>
                  <a:pt x="1363599" y="4091369"/>
                  <a:pt x="1363504" y="4088130"/>
                  <a:pt x="1362170" y="4085273"/>
                </a:cubicBezTo>
                <a:cubicBezTo>
                  <a:pt x="1360837" y="4082415"/>
                  <a:pt x="1358551" y="4080224"/>
                  <a:pt x="1355598" y="4079081"/>
                </a:cubicBezTo>
                <a:cubicBezTo>
                  <a:pt x="1352645" y="4077938"/>
                  <a:pt x="1349407" y="4078034"/>
                  <a:pt x="1346549" y="4079367"/>
                </a:cubicBezTo>
                <a:cubicBezTo>
                  <a:pt x="1346168" y="4079558"/>
                  <a:pt x="1345978" y="4079843"/>
                  <a:pt x="1345692" y="4080034"/>
                </a:cubicBezTo>
                <a:lnTo>
                  <a:pt x="1311402" y="4042601"/>
                </a:lnTo>
                <a:lnTo>
                  <a:pt x="1227201" y="4042601"/>
                </a:lnTo>
                <a:lnTo>
                  <a:pt x="1227201" y="4040029"/>
                </a:lnTo>
                <a:cubicBezTo>
                  <a:pt x="1227201" y="4037934"/>
                  <a:pt x="1225487" y="4036124"/>
                  <a:pt x="1223296" y="4036124"/>
                </a:cubicBezTo>
                <a:lnTo>
                  <a:pt x="1213390" y="4036124"/>
                </a:lnTo>
                <a:cubicBezTo>
                  <a:pt x="1211294" y="4036124"/>
                  <a:pt x="1209485" y="4037838"/>
                  <a:pt x="1209485" y="4040029"/>
                </a:cubicBezTo>
                <a:lnTo>
                  <a:pt x="1209485" y="4049935"/>
                </a:lnTo>
                <a:cubicBezTo>
                  <a:pt x="1209485" y="4052030"/>
                  <a:pt x="1211199" y="4053840"/>
                  <a:pt x="1213390" y="4053840"/>
                </a:cubicBezTo>
                <a:lnTo>
                  <a:pt x="1223296" y="4053840"/>
                </a:lnTo>
                <a:cubicBezTo>
                  <a:pt x="1225391" y="4053840"/>
                  <a:pt x="1227201" y="4052126"/>
                  <a:pt x="1227201" y="4049935"/>
                </a:cubicBezTo>
                <a:lnTo>
                  <a:pt x="1227201" y="4047363"/>
                </a:lnTo>
                <a:lnTo>
                  <a:pt x="1309307" y="4047363"/>
                </a:lnTo>
                <a:lnTo>
                  <a:pt x="1342168" y="4083177"/>
                </a:lnTo>
                <a:cubicBezTo>
                  <a:pt x="1339691" y="4086511"/>
                  <a:pt x="1338929" y="4090988"/>
                  <a:pt x="1340739" y="4094988"/>
                </a:cubicBezTo>
                <a:cubicBezTo>
                  <a:pt x="1342073" y="4097846"/>
                  <a:pt x="1344359" y="4100036"/>
                  <a:pt x="1347311" y="4101179"/>
                </a:cubicBezTo>
                <a:cubicBezTo>
                  <a:pt x="1348645" y="4101655"/>
                  <a:pt x="1350074" y="4101942"/>
                  <a:pt x="1351502" y="4101942"/>
                </a:cubicBezTo>
                <a:cubicBezTo>
                  <a:pt x="1353122" y="4101942"/>
                  <a:pt x="1354836" y="4101560"/>
                  <a:pt x="1356360" y="4100894"/>
                </a:cubicBezTo>
                <a:close/>
                <a:moveTo>
                  <a:pt x="1344930" y="4092988"/>
                </a:moveTo>
                <a:cubicBezTo>
                  <a:pt x="1343311" y="4089463"/>
                  <a:pt x="1344930" y="4085273"/>
                  <a:pt x="1348454" y="4083653"/>
                </a:cubicBezTo>
                <a:cubicBezTo>
                  <a:pt x="1351978" y="4082034"/>
                  <a:pt x="1356170" y="4083653"/>
                  <a:pt x="1357789" y="4087178"/>
                </a:cubicBezTo>
                <a:cubicBezTo>
                  <a:pt x="1358551" y="4088892"/>
                  <a:pt x="1358646" y="4090797"/>
                  <a:pt x="1357979" y="4092607"/>
                </a:cubicBezTo>
                <a:cubicBezTo>
                  <a:pt x="1357313" y="4094417"/>
                  <a:pt x="1355979" y="4095750"/>
                  <a:pt x="1354265" y="4096512"/>
                </a:cubicBezTo>
                <a:cubicBezTo>
                  <a:pt x="1352550" y="4097274"/>
                  <a:pt x="1350645" y="4097369"/>
                  <a:pt x="1348835" y="4096703"/>
                </a:cubicBezTo>
                <a:cubicBezTo>
                  <a:pt x="1347026" y="4096036"/>
                  <a:pt x="1345692" y="4094702"/>
                  <a:pt x="1344930" y="4092988"/>
                </a:cubicBezTo>
                <a:close/>
                <a:moveTo>
                  <a:pt x="364427" y="2179796"/>
                </a:moveTo>
                <a:lnTo>
                  <a:pt x="371665" y="2172748"/>
                </a:lnTo>
                <a:lnTo>
                  <a:pt x="374999" y="2176177"/>
                </a:lnTo>
                <a:lnTo>
                  <a:pt x="367760" y="2183225"/>
                </a:lnTo>
                <a:lnTo>
                  <a:pt x="364427" y="2179796"/>
                </a:lnTo>
                <a:close/>
                <a:moveTo>
                  <a:pt x="1706023" y="2518124"/>
                </a:moveTo>
                <a:lnTo>
                  <a:pt x="1719263" y="2518124"/>
                </a:lnTo>
                <a:cubicBezTo>
                  <a:pt x="1722692" y="2518124"/>
                  <a:pt x="1725549" y="2515362"/>
                  <a:pt x="1725549" y="2511838"/>
                </a:cubicBezTo>
                <a:lnTo>
                  <a:pt x="1725549" y="2498598"/>
                </a:lnTo>
                <a:cubicBezTo>
                  <a:pt x="1725549" y="2495169"/>
                  <a:pt x="1722787" y="2492312"/>
                  <a:pt x="1719263" y="2492312"/>
                </a:cubicBezTo>
                <a:lnTo>
                  <a:pt x="1706023" y="2492312"/>
                </a:lnTo>
                <a:cubicBezTo>
                  <a:pt x="1702594" y="2492312"/>
                  <a:pt x="1699736" y="2495074"/>
                  <a:pt x="1699736" y="2498598"/>
                </a:cubicBezTo>
                <a:lnTo>
                  <a:pt x="1699736" y="2499646"/>
                </a:lnTo>
                <a:lnTo>
                  <a:pt x="1625441" y="2499455"/>
                </a:lnTo>
                <a:lnTo>
                  <a:pt x="1608106" y="2519553"/>
                </a:lnTo>
                <a:lnTo>
                  <a:pt x="1524667" y="2519934"/>
                </a:lnTo>
                <a:cubicBezTo>
                  <a:pt x="1524476" y="2518886"/>
                  <a:pt x="1524191" y="2517743"/>
                  <a:pt x="1523810" y="2516696"/>
                </a:cubicBezTo>
                <a:cubicBezTo>
                  <a:pt x="1520666" y="2509266"/>
                  <a:pt x="1512189" y="2505837"/>
                  <a:pt x="1504760" y="2508885"/>
                </a:cubicBezTo>
                <a:cubicBezTo>
                  <a:pt x="1497330" y="2512028"/>
                  <a:pt x="1493901" y="2520505"/>
                  <a:pt x="1496949" y="2527935"/>
                </a:cubicBezTo>
                <a:cubicBezTo>
                  <a:pt x="1499330" y="2533460"/>
                  <a:pt x="1504664" y="2536888"/>
                  <a:pt x="1510379" y="2536888"/>
                </a:cubicBezTo>
                <a:cubicBezTo>
                  <a:pt x="1512284" y="2536888"/>
                  <a:pt x="1514189" y="2536508"/>
                  <a:pt x="1515999" y="2535746"/>
                </a:cubicBezTo>
                <a:cubicBezTo>
                  <a:pt x="1517237" y="2535269"/>
                  <a:pt x="1518380" y="2534507"/>
                  <a:pt x="1519333" y="2533745"/>
                </a:cubicBezTo>
                <a:lnTo>
                  <a:pt x="1542002" y="2556510"/>
                </a:lnTo>
                <a:lnTo>
                  <a:pt x="1542002" y="2724245"/>
                </a:lnTo>
                <a:lnTo>
                  <a:pt x="1495235" y="2785872"/>
                </a:lnTo>
                <a:lnTo>
                  <a:pt x="1494758" y="2804827"/>
                </a:lnTo>
                <a:cubicBezTo>
                  <a:pt x="1490567" y="2805875"/>
                  <a:pt x="1487329" y="2809589"/>
                  <a:pt x="1487329" y="2814161"/>
                </a:cubicBezTo>
                <a:cubicBezTo>
                  <a:pt x="1487329" y="2819591"/>
                  <a:pt x="1491710" y="2823972"/>
                  <a:pt x="1497140" y="2823972"/>
                </a:cubicBezTo>
                <a:cubicBezTo>
                  <a:pt x="1502569" y="2823972"/>
                  <a:pt x="1506855" y="2819591"/>
                  <a:pt x="1506855" y="2814161"/>
                </a:cubicBezTo>
                <a:cubicBezTo>
                  <a:pt x="1506855" y="2809589"/>
                  <a:pt x="1503712" y="2805970"/>
                  <a:pt x="1499521" y="2804922"/>
                </a:cubicBezTo>
                <a:lnTo>
                  <a:pt x="1499902" y="2787682"/>
                </a:lnTo>
                <a:lnTo>
                  <a:pt x="1546670" y="2725960"/>
                </a:lnTo>
                <a:lnTo>
                  <a:pt x="1546670" y="2554700"/>
                </a:lnTo>
                <a:lnTo>
                  <a:pt x="1522476" y="2530412"/>
                </a:lnTo>
                <a:cubicBezTo>
                  <a:pt x="1523524" y="2528792"/>
                  <a:pt x="1524286" y="2526887"/>
                  <a:pt x="1524572" y="2524887"/>
                </a:cubicBezTo>
                <a:lnTo>
                  <a:pt x="1610201" y="2524506"/>
                </a:lnTo>
                <a:lnTo>
                  <a:pt x="1627442" y="2504409"/>
                </a:lnTo>
                <a:lnTo>
                  <a:pt x="1699546" y="2504599"/>
                </a:lnTo>
                <a:lnTo>
                  <a:pt x="1699546" y="2512124"/>
                </a:lnTo>
                <a:cubicBezTo>
                  <a:pt x="1699546" y="2515553"/>
                  <a:pt x="1702308" y="2518410"/>
                  <a:pt x="1705832" y="2518410"/>
                </a:cubicBezTo>
                <a:close/>
                <a:moveTo>
                  <a:pt x="1514285" y="2531269"/>
                </a:moveTo>
                <a:cubicBezTo>
                  <a:pt x="1509332" y="2533364"/>
                  <a:pt x="1503521" y="2530983"/>
                  <a:pt x="1501426" y="2526030"/>
                </a:cubicBezTo>
                <a:cubicBezTo>
                  <a:pt x="1499330" y="2521077"/>
                  <a:pt x="1501712" y="2515267"/>
                  <a:pt x="1506665" y="2513171"/>
                </a:cubicBezTo>
                <a:cubicBezTo>
                  <a:pt x="1507903" y="2512695"/>
                  <a:pt x="1509141" y="2512409"/>
                  <a:pt x="1510475" y="2512409"/>
                </a:cubicBezTo>
                <a:cubicBezTo>
                  <a:pt x="1514285" y="2512409"/>
                  <a:pt x="1517904" y="2514695"/>
                  <a:pt x="1519523" y="2518410"/>
                </a:cubicBezTo>
                <a:cubicBezTo>
                  <a:pt x="1521619" y="2523363"/>
                  <a:pt x="1519238" y="2529173"/>
                  <a:pt x="1514285" y="2531269"/>
                </a:cubicBezTo>
                <a:close/>
                <a:moveTo>
                  <a:pt x="1502188" y="2813876"/>
                </a:moveTo>
                <a:cubicBezTo>
                  <a:pt x="1502188" y="2816638"/>
                  <a:pt x="1499902" y="2818924"/>
                  <a:pt x="1497235" y="2818924"/>
                </a:cubicBezTo>
                <a:cubicBezTo>
                  <a:pt x="1494568" y="2818924"/>
                  <a:pt x="1492187" y="2816638"/>
                  <a:pt x="1492187" y="2813876"/>
                </a:cubicBezTo>
                <a:cubicBezTo>
                  <a:pt x="1492187" y="2811113"/>
                  <a:pt x="1494473" y="2808827"/>
                  <a:pt x="1497235" y="2808827"/>
                </a:cubicBezTo>
                <a:cubicBezTo>
                  <a:pt x="1499997" y="2808827"/>
                  <a:pt x="1502188" y="2811113"/>
                  <a:pt x="1502188" y="2813876"/>
                </a:cubicBezTo>
                <a:close/>
                <a:moveTo>
                  <a:pt x="1202817" y="1156049"/>
                </a:moveTo>
                <a:lnTo>
                  <a:pt x="1239584" y="1156049"/>
                </a:lnTo>
                <a:cubicBezTo>
                  <a:pt x="1240917" y="1156049"/>
                  <a:pt x="1241965" y="1155002"/>
                  <a:pt x="1241965" y="1153668"/>
                </a:cubicBezTo>
                <a:lnTo>
                  <a:pt x="1241965" y="1040225"/>
                </a:lnTo>
                <a:cubicBezTo>
                  <a:pt x="1241965" y="1039654"/>
                  <a:pt x="1241774" y="1039082"/>
                  <a:pt x="1241393" y="1038606"/>
                </a:cubicBezTo>
                <a:lnTo>
                  <a:pt x="1232630" y="1028795"/>
                </a:lnTo>
                <a:lnTo>
                  <a:pt x="1238345" y="1024128"/>
                </a:lnTo>
                <a:cubicBezTo>
                  <a:pt x="1239203" y="1023461"/>
                  <a:pt x="1239679" y="1022509"/>
                  <a:pt x="1239774" y="1021461"/>
                </a:cubicBezTo>
                <a:cubicBezTo>
                  <a:pt x="1239774" y="1020413"/>
                  <a:pt x="1239584" y="1019461"/>
                  <a:pt x="1238822" y="1018604"/>
                </a:cubicBezTo>
                <a:lnTo>
                  <a:pt x="1232821" y="1011746"/>
                </a:lnTo>
                <a:cubicBezTo>
                  <a:pt x="1231487" y="1010126"/>
                  <a:pt x="1229011" y="1009936"/>
                  <a:pt x="1227392" y="1011269"/>
                </a:cubicBezTo>
                <a:lnTo>
                  <a:pt x="1221486" y="1016032"/>
                </a:lnTo>
                <a:lnTo>
                  <a:pt x="1207484" y="999935"/>
                </a:lnTo>
                <a:lnTo>
                  <a:pt x="1213295" y="995267"/>
                </a:lnTo>
                <a:cubicBezTo>
                  <a:pt x="1214152" y="994601"/>
                  <a:pt x="1214628" y="993648"/>
                  <a:pt x="1214723" y="992600"/>
                </a:cubicBezTo>
                <a:cubicBezTo>
                  <a:pt x="1214723" y="991552"/>
                  <a:pt x="1214533" y="990600"/>
                  <a:pt x="1213771" y="989743"/>
                </a:cubicBezTo>
                <a:lnTo>
                  <a:pt x="1207770" y="982885"/>
                </a:lnTo>
                <a:cubicBezTo>
                  <a:pt x="1206437" y="981266"/>
                  <a:pt x="1203960" y="981075"/>
                  <a:pt x="1202341" y="982409"/>
                </a:cubicBezTo>
                <a:lnTo>
                  <a:pt x="1196150" y="987457"/>
                </a:lnTo>
                <a:lnTo>
                  <a:pt x="1182148" y="971360"/>
                </a:lnTo>
                <a:lnTo>
                  <a:pt x="1188244" y="966407"/>
                </a:lnTo>
                <a:cubicBezTo>
                  <a:pt x="1189006" y="965740"/>
                  <a:pt x="1189577" y="964787"/>
                  <a:pt x="1189673" y="963740"/>
                </a:cubicBezTo>
                <a:cubicBezTo>
                  <a:pt x="1189673" y="962692"/>
                  <a:pt x="1189482" y="961739"/>
                  <a:pt x="1188720" y="960882"/>
                </a:cubicBezTo>
                <a:lnTo>
                  <a:pt x="1182719" y="954024"/>
                </a:lnTo>
                <a:cubicBezTo>
                  <a:pt x="1181386" y="952500"/>
                  <a:pt x="1178909" y="952214"/>
                  <a:pt x="1177290" y="953548"/>
                </a:cubicBezTo>
                <a:lnTo>
                  <a:pt x="1171099" y="958596"/>
                </a:lnTo>
                <a:lnTo>
                  <a:pt x="1157097" y="942499"/>
                </a:lnTo>
                <a:lnTo>
                  <a:pt x="1163193" y="937546"/>
                </a:lnTo>
                <a:cubicBezTo>
                  <a:pt x="1164050" y="936879"/>
                  <a:pt x="1164527" y="935927"/>
                  <a:pt x="1164622" y="934879"/>
                </a:cubicBezTo>
                <a:cubicBezTo>
                  <a:pt x="1164622" y="933831"/>
                  <a:pt x="1164431" y="932879"/>
                  <a:pt x="1163669" y="932021"/>
                </a:cubicBezTo>
                <a:lnTo>
                  <a:pt x="1157669" y="925163"/>
                </a:lnTo>
                <a:cubicBezTo>
                  <a:pt x="1156335" y="923639"/>
                  <a:pt x="1153859" y="923354"/>
                  <a:pt x="1152239" y="924687"/>
                </a:cubicBezTo>
                <a:lnTo>
                  <a:pt x="1146715" y="929164"/>
                </a:lnTo>
                <a:lnTo>
                  <a:pt x="1137380" y="918115"/>
                </a:lnTo>
                <a:lnTo>
                  <a:pt x="1137380" y="836962"/>
                </a:lnTo>
                <a:cubicBezTo>
                  <a:pt x="1137380" y="836200"/>
                  <a:pt x="1136999" y="835533"/>
                  <a:pt x="1136428" y="835057"/>
                </a:cubicBezTo>
                <a:lnTo>
                  <a:pt x="1124045" y="825151"/>
                </a:lnTo>
                <a:cubicBezTo>
                  <a:pt x="1124617" y="824008"/>
                  <a:pt x="1124998" y="822865"/>
                  <a:pt x="1124998" y="821531"/>
                </a:cubicBezTo>
                <a:cubicBezTo>
                  <a:pt x="1124998" y="816864"/>
                  <a:pt x="1121283" y="813149"/>
                  <a:pt x="1116616" y="813149"/>
                </a:cubicBezTo>
                <a:cubicBezTo>
                  <a:pt x="1111949" y="813149"/>
                  <a:pt x="1108234" y="816864"/>
                  <a:pt x="1108234" y="821531"/>
                </a:cubicBezTo>
                <a:cubicBezTo>
                  <a:pt x="1108234" y="826199"/>
                  <a:pt x="1111949" y="829913"/>
                  <a:pt x="1116616" y="829913"/>
                </a:cubicBezTo>
                <a:cubicBezTo>
                  <a:pt x="1118140" y="829913"/>
                  <a:pt x="1119569" y="829342"/>
                  <a:pt x="1120807" y="828675"/>
                </a:cubicBezTo>
                <a:lnTo>
                  <a:pt x="1132618" y="838105"/>
                </a:lnTo>
                <a:lnTo>
                  <a:pt x="1132618" y="918972"/>
                </a:lnTo>
                <a:cubicBezTo>
                  <a:pt x="1132618" y="919544"/>
                  <a:pt x="1132904" y="920115"/>
                  <a:pt x="1133285" y="920496"/>
                </a:cubicBezTo>
                <a:lnTo>
                  <a:pt x="1143095" y="932117"/>
                </a:lnTo>
                <a:lnTo>
                  <a:pt x="1136333" y="937641"/>
                </a:lnTo>
                <a:cubicBezTo>
                  <a:pt x="1135475" y="938308"/>
                  <a:pt x="1134999" y="939260"/>
                  <a:pt x="1134904" y="940308"/>
                </a:cubicBezTo>
                <a:cubicBezTo>
                  <a:pt x="1134904" y="941356"/>
                  <a:pt x="1135094" y="942308"/>
                  <a:pt x="1135856" y="943166"/>
                </a:cubicBezTo>
                <a:lnTo>
                  <a:pt x="1141857" y="950024"/>
                </a:lnTo>
                <a:lnTo>
                  <a:pt x="1141857" y="950024"/>
                </a:lnTo>
                <a:cubicBezTo>
                  <a:pt x="1142619" y="950881"/>
                  <a:pt x="1143667" y="951357"/>
                  <a:pt x="1144810" y="951357"/>
                </a:cubicBezTo>
                <a:cubicBezTo>
                  <a:pt x="1145667" y="951357"/>
                  <a:pt x="1146524" y="951071"/>
                  <a:pt x="1147286" y="950500"/>
                </a:cubicBezTo>
                <a:lnTo>
                  <a:pt x="1153478" y="945452"/>
                </a:lnTo>
                <a:lnTo>
                  <a:pt x="1167479" y="961549"/>
                </a:lnTo>
                <a:lnTo>
                  <a:pt x="1161383" y="966502"/>
                </a:lnTo>
                <a:cubicBezTo>
                  <a:pt x="1160621" y="967169"/>
                  <a:pt x="1160050" y="968121"/>
                  <a:pt x="1159955" y="969169"/>
                </a:cubicBezTo>
                <a:cubicBezTo>
                  <a:pt x="1159955" y="970217"/>
                  <a:pt x="1160240" y="971169"/>
                  <a:pt x="1160907" y="971931"/>
                </a:cubicBezTo>
                <a:lnTo>
                  <a:pt x="1166908" y="978789"/>
                </a:lnTo>
                <a:cubicBezTo>
                  <a:pt x="1167670" y="979646"/>
                  <a:pt x="1168718" y="980123"/>
                  <a:pt x="1169861" y="980123"/>
                </a:cubicBezTo>
                <a:cubicBezTo>
                  <a:pt x="1170718" y="980123"/>
                  <a:pt x="1171575" y="979837"/>
                  <a:pt x="1172337" y="979265"/>
                </a:cubicBezTo>
                <a:lnTo>
                  <a:pt x="1178528" y="974217"/>
                </a:lnTo>
                <a:lnTo>
                  <a:pt x="1192530" y="990314"/>
                </a:lnTo>
                <a:lnTo>
                  <a:pt x="1186434" y="995267"/>
                </a:lnTo>
                <a:cubicBezTo>
                  <a:pt x="1185577" y="995934"/>
                  <a:pt x="1185101" y="996887"/>
                  <a:pt x="1185005" y="997934"/>
                </a:cubicBezTo>
                <a:cubicBezTo>
                  <a:pt x="1185005" y="998982"/>
                  <a:pt x="1185196" y="999935"/>
                  <a:pt x="1185958" y="1000792"/>
                </a:cubicBezTo>
                <a:lnTo>
                  <a:pt x="1191959" y="1007650"/>
                </a:lnTo>
                <a:cubicBezTo>
                  <a:pt x="1192721" y="1008507"/>
                  <a:pt x="1193768" y="1008983"/>
                  <a:pt x="1194911" y="1008983"/>
                </a:cubicBezTo>
                <a:cubicBezTo>
                  <a:pt x="1195769" y="1008983"/>
                  <a:pt x="1196626" y="1008698"/>
                  <a:pt x="1197388" y="1008126"/>
                </a:cubicBezTo>
                <a:lnTo>
                  <a:pt x="1203865" y="1002887"/>
                </a:lnTo>
                <a:lnTo>
                  <a:pt x="1217867" y="1018985"/>
                </a:lnTo>
                <a:lnTo>
                  <a:pt x="1211485" y="1024128"/>
                </a:lnTo>
                <a:cubicBezTo>
                  <a:pt x="1210628" y="1024795"/>
                  <a:pt x="1210151" y="1025747"/>
                  <a:pt x="1210056" y="1026795"/>
                </a:cubicBezTo>
                <a:cubicBezTo>
                  <a:pt x="1210056" y="1027843"/>
                  <a:pt x="1210247" y="1028795"/>
                  <a:pt x="1211009" y="1029652"/>
                </a:cubicBezTo>
                <a:lnTo>
                  <a:pt x="1217009" y="1036511"/>
                </a:lnTo>
                <a:lnTo>
                  <a:pt x="1217009" y="1036511"/>
                </a:lnTo>
                <a:cubicBezTo>
                  <a:pt x="1217771" y="1037368"/>
                  <a:pt x="1218819" y="1037844"/>
                  <a:pt x="1219962" y="1037844"/>
                </a:cubicBezTo>
                <a:cubicBezTo>
                  <a:pt x="1220819" y="1037844"/>
                  <a:pt x="1221677" y="1037558"/>
                  <a:pt x="1222439" y="1036987"/>
                </a:cubicBezTo>
                <a:lnTo>
                  <a:pt x="1229011" y="1031653"/>
                </a:lnTo>
                <a:lnTo>
                  <a:pt x="1237298" y="1040987"/>
                </a:lnTo>
                <a:lnTo>
                  <a:pt x="1237298" y="1151096"/>
                </a:lnTo>
                <a:lnTo>
                  <a:pt x="1202055" y="1151096"/>
                </a:lnTo>
                <a:cubicBezTo>
                  <a:pt x="1201484" y="1151096"/>
                  <a:pt x="1200912" y="1151287"/>
                  <a:pt x="1200531" y="1151668"/>
                </a:cubicBezTo>
                <a:lnTo>
                  <a:pt x="1113949" y="1227296"/>
                </a:lnTo>
                <a:cubicBezTo>
                  <a:pt x="1113473" y="1227773"/>
                  <a:pt x="1113092" y="1228439"/>
                  <a:pt x="1113092" y="1229106"/>
                </a:cubicBezTo>
                <a:lnTo>
                  <a:pt x="1113092" y="1262348"/>
                </a:lnTo>
                <a:cubicBezTo>
                  <a:pt x="1113092" y="1262348"/>
                  <a:pt x="1112615" y="1262348"/>
                  <a:pt x="1112330" y="1262348"/>
                </a:cubicBezTo>
                <a:cubicBezTo>
                  <a:pt x="1105853" y="1263301"/>
                  <a:pt x="1100233" y="1266825"/>
                  <a:pt x="1096328" y="1272064"/>
                </a:cubicBezTo>
                <a:cubicBezTo>
                  <a:pt x="1088327" y="1282922"/>
                  <a:pt x="1090708" y="1298257"/>
                  <a:pt x="1101566" y="1306163"/>
                </a:cubicBezTo>
                <a:cubicBezTo>
                  <a:pt x="1105281" y="1308926"/>
                  <a:pt x="1109472" y="1310354"/>
                  <a:pt x="1113758" y="1310735"/>
                </a:cubicBezTo>
                <a:lnTo>
                  <a:pt x="1113758" y="1342644"/>
                </a:lnTo>
                <a:cubicBezTo>
                  <a:pt x="1113758" y="1342644"/>
                  <a:pt x="1101852" y="1358075"/>
                  <a:pt x="1101852" y="1358075"/>
                </a:cubicBezTo>
                <a:lnTo>
                  <a:pt x="1009079" y="1358075"/>
                </a:lnTo>
                <a:lnTo>
                  <a:pt x="985552" y="1381982"/>
                </a:lnTo>
                <a:lnTo>
                  <a:pt x="869537" y="1381982"/>
                </a:lnTo>
                <a:lnTo>
                  <a:pt x="858488" y="1390936"/>
                </a:lnTo>
                <a:lnTo>
                  <a:pt x="854297" y="1386745"/>
                </a:lnTo>
                <a:cubicBezTo>
                  <a:pt x="852297" y="1384745"/>
                  <a:pt x="849059" y="1384745"/>
                  <a:pt x="847154" y="1386745"/>
                </a:cubicBezTo>
                <a:lnTo>
                  <a:pt x="835724" y="1398175"/>
                </a:lnTo>
                <a:cubicBezTo>
                  <a:pt x="834771" y="1399127"/>
                  <a:pt x="834200" y="1400461"/>
                  <a:pt x="834200" y="1401794"/>
                </a:cubicBezTo>
                <a:cubicBezTo>
                  <a:pt x="834200" y="1403128"/>
                  <a:pt x="834771" y="1404461"/>
                  <a:pt x="835724" y="1405414"/>
                </a:cubicBezTo>
                <a:lnTo>
                  <a:pt x="847154" y="1416844"/>
                </a:lnTo>
                <a:cubicBezTo>
                  <a:pt x="848106" y="1417796"/>
                  <a:pt x="849440" y="1418368"/>
                  <a:pt x="850773" y="1418368"/>
                </a:cubicBezTo>
                <a:cubicBezTo>
                  <a:pt x="852107" y="1418368"/>
                  <a:pt x="853345" y="1417892"/>
                  <a:pt x="854393" y="1416844"/>
                </a:cubicBezTo>
                <a:lnTo>
                  <a:pt x="865823" y="1405414"/>
                </a:lnTo>
                <a:cubicBezTo>
                  <a:pt x="866775" y="1404461"/>
                  <a:pt x="867347" y="1403223"/>
                  <a:pt x="867347" y="1401794"/>
                </a:cubicBezTo>
                <a:cubicBezTo>
                  <a:pt x="867347" y="1400461"/>
                  <a:pt x="866775" y="1399127"/>
                  <a:pt x="865823" y="1398175"/>
                </a:cubicBezTo>
                <a:lnTo>
                  <a:pt x="862013" y="1394365"/>
                </a:lnTo>
                <a:lnTo>
                  <a:pt x="871347" y="1386840"/>
                </a:lnTo>
                <a:lnTo>
                  <a:pt x="987647" y="1386840"/>
                </a:lnTo>
                <a:lnTo>
                  <a:pt x="1011174" y="1362932"/>
                </a:lnTo>
                <a:lnTo>
                  <a:pt x="1104329" y="1362932"/>
                </a:lnTo>
                <a:lnTo>
                  <a:pt x="1117854" y="1345311"/>
                </a:lnTo>
                <a:lnTo>
                  <a:pt x="1118330" y="1345311"/>
                </a:lnTo>
                <a:lnTo>
                  <a:pt x="1118330" y="1310640"/>
                </a:lnTo>
                <a:cubicBezTo>
                  <a:pt x="1125093" y="1309973"/>
                  <a:pt x="1131570" y="1306735"/>
                  <a:pt x="1135856" y="1300925"/>
                </a:cubicBezTo>
                <a:cubicBezTo>
                  <a:pt x="1139762" y="1295686"/>
                  <a:pt x="1141286" y="1289209"/>
                  <a:pt x="1140333" y="1282732"/>
                </a:cubicBezTo>
                <a:cubicBezTo>
                  <a:pt x="1139381" y="1276255"/>
                  <a:pt x="1135856" y="1270635"/>
                  <a:pt x="1130618" y="1266730"/>
                </a:cubicBezTo>
                <a:cubicBezTo>
                  <a:pt x="1126903" y="1263968"/>
                  <a:pt x="1122521" y="1262444"/>
                  <a:pt x="1117949" y="1262158"/>
                </a:cubicBezTo>
                <a:lnTo>
                  <a:pt x="1117949" y="1230154"/>
                </a:lnTo>
                <a:lnTo>
                  <a:pt x="1203103" y="1155764"/>
                </a:lnTo>
                <a:close/>
                <a:moveTo>
                  <a:pt x="1144810" y="946499"/>
                </a:moveTo>
                <a:lnTo>
                  <a:pt x="1140047" y="940975"/>
                </a:lnTo>
                <a:lnTo>
                  <a:pt x="1144524" y="937355"/>
                </a:lnTo>
                <a:lnTo>
                  <a:pt x="1146810" y="937355"/>
                </a:lnTo>
                <a:cubicBezTo>
                  <a:pt x="1146810" y="937355"/>
                  <a:pt x="1146048" y="939737"/>
                  <a:pt x="1146048" y="939737"/>
                </a:cubicBezTo>
                <a:cubicBezTo>
                  <a:pt x="1145858" y="940499"/>
                  <a:pt x="1146048" y="941261"/>
                  <a:pt x="1146429" y="941832"/>
                </a:cubicBezTo>
                <a:cubicBezTo>
                  <a:pt x="1146905" y="942404"/>
                  <a:pt x="1147572" y="942785"/>
                  <a:pt x="1148334" y="942785"/>
                </a:cubicBezTo>
                <a:lnTo>
                  <a:pt x="1149382" y="942785"/>
                </a:lnTo>
                <a:cubicBezTo>
                  <a:pt x="1149382" y="942785"/>
                  <a:pt x="1144905" y="946404"/>
                  <a:pt x="1144905" y="946404"/>
                </a:cubicBezTo>
                <a:close/>
                <a:moveTo>
                  <a:pt x="1151477" y="937927"/>
                </a:moveTo>
                <a:lnTo>
                  <a:pt x="1152239" y="935450"/>
                </a:lnTo>
                <a:cubicBezTo>
                  <a:pt x="1152430" y="934688"/>
                  <a:pt x="1152239" y="933926"/>
                  <a:pt x="1151858" y="933355"/>
                </a:cubicBezTo>
                <a:cubicBezTo>
                  <a:pt x="1151477" y="932879"/>
                  <a:pt x="1151001" y="932688"/>
                  <a:pt x="1150430" y="932593"/>
                </a:cubicBezTo>
                <a:lnTo>
                  <a:pt x="1154621" y="929164"/>
                </a:lnTo>
                <a:lnTo>
                  <a:pt x="1159383" y="934688"/>
                </a:lnTo>
                <a:lnTo>
                  <a:pt x="1155478" y="937832"/>
                </a:lnTo>
                <a:lnTo>
                  <a:pt x="1151573" y="938022"/>
                </a:lnTo>
                <a:close/>
                <a:moveTo>
                  <a:pt x="1169861" y="975265"/>
                </a:moveTo>
                <a:lnTo>
                  <a:pt x="1165098" y="969740"/>
                </a:lnTo>
                <a:lnTo>
                  <a:pt x="1169861" y="965835"/>
                </a:lnTo>
                <a:lnTo>
                  <a:pt x="1172147" y="965835"/>
                </a:lnTo>
                <a:cubicBezTo>
                  <a:pt x="1172147" y="965835"/>
                  <a:pt x="1171385" y="968216"/>
                  <a:pt x="1171385" y="968216"/>
                </a:cubicBezTo>
                <a:cubicBezTo>
                  <a:pt x="1171194" y="968978"/>
                  <a:pt x="1171385" y="969740"/>
                  <a:pt x="1171766" y="970312"/>
                </a:cubicBezTo>
                <a:cubicBezTo>
                  <a:pt x="1172242" y="970883"/>
                  <a:pt x="1172909" y="971264"/>
                  <a:pt x="1173671" y="971264"/>
                </a:cubicBezTo>
                <a:lnTo>
                  <a:pt x="1174718" y="971264"/>
                </a:lnTo>
                <a:cubicBezTo>
                  <a:pt x="1174718" y="971264"/>
                  <a:pt x="1169861" y="975170"/>
                  <a:pt x="1169861" y="975170"/>
                </a:cubicBezTo>
                <a:close/>
                <a:moveTo>
                  <a:pt x="1176814" y="966502"/>
                </a:moveTo>
                <a:lnTo>
                  <a:pt x="1177576" y="964025"/>
                </a:lnTo>
                <a:cubicBezTo>
                  <a:pt x="1177766" y="963263"/>
                  <a:pt x="1177576" y="962501"/>
                  <a:pt x="1177195" y="961930"/>
                </a:cubicBezTo>
                <a:cubicBezTo>
                  <a:pt x="1176814" y="961454"/>
                  <a:pt x="1176242" y="961358"/>
                  <a:pt x="1175671" y="961168"/>
                </a:cubicBezTo>
                <a:lnTo>
                  <a:pt x="1179671" y="957929"/>
                </a:lnTo>
                <a:lnTo>
                  <a:pt x="1184434" y="963454"/>
                </a:lnTo>
                <a:lnTo>
                  <a:pt x="1180814" y="966407"/>
                </a:lnTo>
                <a:lnTo>
                  <a:pt x="1176909" y="966597"/>
                </a:lnTo>
                <a:close/>
                <a:moveTo>
                  <a:pt x="1194816" y="1004126"/>
                </a:moveTo>
                <a:lnTo>
                  <a:pt x="1190054" y="998601"/>
                </a:lnTo>
                <a:lnTo>
                  <a:pt x="1194816" y="994696"/>
                </a:lnTo>
                <a:lnTo>
                  <a:pt x="1197102" y="994696"/>
                </a:lnTo>
                <a:cubicBezTo>
                  <a:pt x="1197102" y="994696"/>
                  <a:pt x="1196340" y="997077"/>
                  <a:pt x="1196340" y="997077"/>
                </a:cubicBezTo>
                <a:cubicBezTo>
                  <a:pt x="1196150" y="997839"/>
                  <a:pt x="1196340" y="998601"/>
                  <a:pt x="1196721" y="999173"/>
                </a:cubicBezTo>
                <a:cubicBezTo>
                  <a:pt x="1197197" y="999744"/>
                  <a:pt x="1197864" y="1000125"/>
                  <a:pt x="1198626" y="1000125"/>
                </a:cubicBezTo>
                <a:lnTo>
                  <a:pt x="1199579" y="1000125"/>
                </a:lnTo>
                <a:cubicBezTo>
                  <a:pt x="1199579" y="1000125"/>
                  <a:pt x="1194721" y="1004030"/>
                  <a:pt x="1194721" y="1004030"/>
                </a:cubicBezTo>
                <a:close/>
                <a:moveTo>
                  <a:pt x="1201865" y="995363"/>
                </a:moveTo>
                <a:lnTo>
                  <a:pt x="1202627" y="992886"/>
                </a:lnTo>
                <a:cubicBezTo>
                  <a:pt x="1202817" y="992124"/>
                  <a:pt x="1202627" y="991362"/>
                  <a:pt x="1202246" y="990791"/>
                </a:cubicBezTo>
                <a:cubicBezTo>
                  <a:pt x="1201865" y="990314"/>
                  <a:pt x="1201293" y="990219"/>
                  <a:pt x="1200722" y="990124"/>
                </a:cubicBezTo>
                <a:lnTo>
                  <a:pt x="1204627" y="986885"/>
                </a:lnTo>
                <a:lnTo>
                  <a:pt x="1209389" y="992410"/>
                </a:lnTo>
                <a:lnTo>
                  <a:pt x="1205770" y="995363"/>
                </a:lnTo>
                <a:lnTo>
                  <a:pt x="1201865" y="995553"/>
                </a:lnTo>
                <a:close/>
                <a:moveTo>
                  <a:pt x="1219867" y="1032986"/>
                </a:moveTo>
                <a:lnTo>
                  <a:pt x="1215104" y="1027462"/>
                </a:lnTo>
                <a:lnTo>
                  <a:pt x="1219867" y="1023557"/>
                </a:lnTo>
                <a:lnTo>
                  <a:pt x="1222153" y="1023557"/>
                </a:lnTo>
                <a:cubicBezTo>
                  <a:pt x="1222153" y="1023557"/>
                  <a:pt x="1221391" y="1025938"/>
                  <a:pt x="1221391" y="1025938"/>
                </a:cubicBezTo>
                <a:cubicBezTo>
                  <a:pt x="1221200" y="1026700"/>
                  <a:pt x="1221391" y="1027462"/>
                  <a:pt x="1221772" y="1028033"/>
                </a:cubicBezTo>
                <a:cubicBezTo>
                  <a:pt x="1222248" y="1028605"/>
                  <a:pt x="1222915" y="1028986"/>
                  <a:pt x="1223677" y="1028986"/>
                </a:cubicBezTo>
                <a:lnTo>
                  <a:pt x="1224629" y="1028986"/>
                </a:lnTo>
                <a:cubicBezTo>
                  <a:pt x="1224629" y="1028986"/>
                  <a:pt x="1219772" y="1032891"/>
                  <a:pt x="1219772" y="1032891"/>
                </a:cubicBezTo>
                <a:close/>
                <a:moveTo>
                  <a:pt x="1226915" y="1024128"/>
                </a:moveTo>
                <a:lnTo>
                  <a:pt x="1227677" y="1021652"/>
                </a:lnTo>
                <a:cubicBezTo>
                  <a:pt x="1227868" y="1020890"/>
                  <a:pt x="1227677" y="1020127"/>
                  <a:pt x="1227296" y="1019556"/>
                </a:cubicBezTo>
                <a:cubicBezTo>
                  <a:pt x="1226915" y="1019080"/>
                  <a:pt x="1226344" y="1018985"/>
                  <a:pt x="1225772" y="1018889"/>
                </a:cubicBezTo>
                <a:lnTo>
                  <a:pt x="1229678" y="1015651"/>
                </a:lnTo>
                <a:lnTo>
                  <a:pt x="1234440" y="1021175"/>
                </a:lnTo>
                <a:lnTo>
                  <a:pt x="1230821" y="1024128"/>
                </a:lnTo>
                <a:lnTo>
                  <a:pt x="1226915" y="1024319"/>
                </a:lnTo>
                <a:close/>
                <a:moveTo>
                  <a:pt x="862108" y="1402271"/>
                </a:moveTo>
                <a:lnTo>
                  <a:pt x="850202" y="1413701"/>
                </a:lnTo>
                <a:lnTo>
                  <a:pt x="838676" y="1402080"/>
                </a:lnTo>
                <a:cubicBezTo>
                  <a:pt x="838676" y="1402080"/>
                  <a:pt x="838676" y="1401890"/>
                  <a:pt x="838676" y="1401890"/>
                </a:cubicBezTo>
                <a:lnTo>
                  <a:pt x="850583" y="1390460"/>
                </a:lnTo>
                <a:lnTo>
                  <a:pt x="862013" y="1402366"/>
                </a:lnTo>
                <a:close/>
                <a:moveTo>
                  <a:pt x="1127665" y="1270635"/>
                </a:moveTo>
                <a:cubicBezTo>
                  <a:pt x="1131951" y="1273778"/>
                  <a:pt x="1134809" y="1278446"/>
                  <a:pt x="1135571" y="1283684"/>
                </a:cubicBezTo>
                <a:cubicBezTo>
                  <a:pt x="1136333" y="1288923"/>
                  <a:pt x="1135094" y="1294162"/>
                  <a:pt x="1131951" y="1298543"/>
                </a:cubicBezTo>
                <a:cubicBezTo>
                  <a:pt x="1128808" y="1302830"/>
                  <a:pt x="1124141" y="1305687"/>
                  <a:pt x="1118902" y="1306449"/>
                </a:cubicBezTo>
                <a:cubicBezTo>
                  <a:pt x="1113663" y="1307306"/>
                  <a:pt x="1108424" y="1305973"/>
                  <a:pt x="1104043" y="1302830"/>
                </a:cubicBezTo>
                <a:cubicBezTo>
                  <a:pt x="1099757" y="1299686"/>
                  <a:pt x="1096994" y="1295019"/>
                  <a:pt x="1096137" y="1289780"/>
                </a:cubicBezTo>
                <a:cubicBezTo>
                  <a:pt x="1095375" y="1284542"/>
                  <a:pt x="1096613" y="1279303"/>
                  <a:pt x="1099757" y="1274921"/>
                </a:cubicBezTo>
                <a:cubicBezTo>
                  <a:pt x="1102900" y="1270635"/>
                  <a:pt x="1107567" y="1267778"/>
                  <a:pt x="1112806" y="1267016"/>
                </a:cubicBezTo>
                <a:cubicBezTo>
                  <a:pt x="1113854" y="1266825"/>
                  <a:pt x="1114901" y="1266825"/>
                  <a:pt x="1115854" y="1266825"/>
                </a:cubicBezTo>
                <a:cubicBezTo>
                  <a:pt x="1120045" y="1266825"/>
                  <a:pt x="1124141" y="1268159"/>
                  <a:pt x="1127570" y="1270730"/>
                </a:cubicBezTo>
                <a:close/>
                <a:moveTo>
                  <a:pt x="1115854" y="1274731"/>
                </a:moveTo>
                <a:cubicBezTo>
                  <a:pt x="1122426" y="1274731"/>
                  <a:pt x="1127760" y="1280065"/>
                  <a:pt x="1127760" y="1286637"/>
                </a:cubicBezTo>
                <a:cubicBezTo>
                  <a:pt x="1127760" y="1293209"/>
                  <a:pt x="1122426" y="1298543"/>
                  <a:pt x="1115854" y="1298543"/>
                </a:cubicBezTo>
                <a:cubicBezTo>
                  <a:pt x="1109282" y="1298543"/>
                  <a:pt x="1103948" y="1293209"/>
                  <a:pt x="1103948" y="1286637"/>
                </a:cubicBezTo>
                <a:cubicBezTo>
                  <a:pt x="1103948" y="1280065"/>
                  <a:pt x="1109282" y="1274731"/>
                  <a:pt x="1115854" y="1274731"/>
                </a:cubicBezTo>
                <a:close/>
                <a:moveTo>
                  <a:pt x="1387602" y="4091083"/>
                </a:moveTo>
                <a:cubicBezTo>
                  <a:pt x="1388936" y="4091559"/>
                  <a:pt x="1390364" y="4091845"/>
                  <a:pt x="1391793" y="4091845"/>
                </a:cubicBezTo>
                <a:cubicBezTo>
                  <a:pt x="1393412" y="4091845"/>
                  <a:pt x="1395127" y="4091464"/>
                  <a:pt x="1396651" y="4090797"/>
                </a:cubicBezTo>
                <a:cubicBezTo>
                  <a:pt x="1396746" y="4090797"/>
                  <a:pt x="1396841" y="4090607"/>
                  <a:pt x="1396937" y="4090607"/>
                </a:cubicBezTo>
                <a:lnTo>
                  <a:pt x="1421606" y="4121849"/>
                </a:lnTo>
                <a:cubicBezTo>
                  <a:pt x="1422082" y="4122420"/>
                  <a:pt x="1422749" y="4122706"/>
                  <a:pt x="1423511" y="4122706"/>
                </a:cubicBezTo>
                <a:cubicBezTo>
                  <a:pt x="1423797" y="4122706"/>
                  <a:pt x="1423988" y="4122706"/>
                  <a:pt x="1424273" y="4122611"/>
                </a:cubicBezTo>
                <a:cubicBezTo>
                  <a:pt x="1425226" y="4122230"/>
                  <a:pt x="1425893" y="4121372"/>
                  <a:pt x="1425893" y="4120325"/>
                </a:cubicBezTo>
                <a:lnTo>
                  <a:pt x="1426274" y="4030599"/>
                </a:lnTo>
                <a:lnTo>
                  <a:pt x="1464850" y="3991832"/>
                </a:lnTo>
                <a:cubicBezTo>
                  <a:pt x="1464850" y="3991832"/>
                  <a:pt x="1465517" y="3990785"/>
                  <a:pt x="1465517" y="3990213"/>
                </a:cubicBezTo>
                <a:lnTo>
                  <a:pt x="1465707" y="3963829"/>
                </a:lnTo>
                <a:cubicBezTo>
                  <a:pt x="1469898" y="3962686"/>
                  <a:pt x="1473041" y="3958971"/>
                  <a:pt x="1472851" y="3954399"/>
                </a:cubicBezTo>
                <a:cubicBezTo>
                  <a:pt x="1472660" y="3950208"/>
                  <a:pt x="1469707" y="3946874"/>
                  <a:pt x="1465898" y="3945827"/>
                </a:cubicBezTo>
                <a:lnTo>
                  <a:pt x="1465898" y="3851910"/>
                </a:lnTo>
                <a:cubicBezTo>
                  <a:pt x="1465898" y="3851910"/>
                  <a:pt x="1533144" y="3790569"/>
                  <a:pt x="1533144" y="3790569"/>
                </a:cubicBezTo>
                <a:cubicBezTo>
                  <a:pt x="1534763" y="3791712"/>
                  <a:pt x="1536573" y="3792569"/>
                  <a:pt x="1538669" y="3792665"/>
                </a:cubicBezTo>
                <a:cubicBezTo>
                  <a:pt x="1538859" y="3792665"/>
                  <a:pt x="1539050" y="3792665"/>
                  <a:pt x="1539240" y="3792665"/>
                </a:cubicBezTo>
                <a:cubicBezTo>
                  <a:pt x="1541907" y="3792665"/>
                  <a:pt x="1544479" y="3791712"/>
                  <a:pt x="1546574" y="3789902"/>
                </a:cubicBezTo>
                <a:cubicBezTo>
                  <a:pt x="1548765" y="3787902"/>
                  <a:pt x="1550003" y="3785235"/>
                  <a:pt x="1550194" y="3782378"/>
                </a:cubicBezTo>
                <a:cubicBezTo>
                  <a:pt x="1550194" y="3780854"/>
                  <a:pt x="1550003" y="3779425"/>
                  <a:pt x="1549527" y="3777996"/>
                </a:cubicBezTo>
                <a:lnTo>
                  <a:pt x="1609535" y="3728942"/>
                </a:lnTo>
                <a:lnTo>
                  <a:pt x="1609344" y="3630644"/>
                </a:lnTo>
                <a:lnTo>
                  <a:pt x="1633633" y="3603974"/>
                </a:lnTo>
                <a:lnTo>
                  <a:pt x="1662875" y="3603974"/>
                </a:lnTo>
                <a:cubicBezTo>
                  <a:pt x="1664303" y="3609975"/>
                  <a:pt x="1669732" y="3614452"/>
                  <a:pt x="1676114" y="3614452"/>
                </a:cubicBezTo>
                <a:cubicBezTo>
                  <a:pt x="1682496" y="3614452"/>
                  <a:pt x="1688402" y="3609594"/>
                  <a:pt x="1689545" y="3603212"/>
                </a:cubicBezTo>
                <a:lnTo>
                  <a:pt x="1774793" y="3603212"/>
                </a:lnTo>
                <a:lnTo>
                  <a:pt x="1789557" y="3589877"/>
                </a:lnTo>
                <a:lnTo>
                  <a:pt x="1862900" y="3589877"/>
                </a:lnTo>
                <a:lnTo>
                  <a:pt x="1968437" y="3473005"/>
                </a:lnTo>
                <a:lnTo>
                  <a:pt x="1969008" y="3472339"/>
                </a:lnTo>
                <a:lnTo>
                  <a:pt x="1968627" y="3355562"/>
                </a:lnTo>
                <a:lnTo>
                  <a:pt x="1954340" y="3339465"/>
                </a:lnTo>
                <a:lnTo>
                  <a:pt x="1954340" y="3314034"/>
                </a:lnTo>
                <a:cubicBezTo>
                  <a:pt x="1954340" y="3314034"/>
                  <a:pt x="1962722" y="3314034"/>
                  <a:pt x="1962722" y="3314034"/>
                </a:cubicBezTo>
                <a:cubicBezTo>
                  <a:pt x="1966151" y="3314034"/>
                  <a:pt x="1968818" y="3311271"/>
                  <a:pt x="1968818" y="3307937"/>
                </a:cubicBezTo>
                <a:lnTo>
                  <a:pt x="1968818" y="3302318"/>
                </a:lnTo>
                <a:cubicBezTo>
                  <a:pt x="1968818" y="3298888"/>
                  <a:pt x="1966055" y="3296222"/>
                  <a:pt x="1962722" y="3296222"/>
                </a:cubicBezTo>
                <a:lnTo>
                  <a:pt x="1954911" y="3296222"/>
                </a:lnTo>
                <a:lnTo>
                  <a:pt x="1947291" y="3287173"/>
                </a:lnTo>
                <a:lnTo>
                  <a:pt x="1762030" y="3288030"/>
                </a:lnTo>
                <a:lnTo>
                  <a:pt x="1741075" y="3265551"/>
                </a:lnTo>
                <a:cubicBezTo>
                  <a:pt x="1741075" y="3265551"/>
                  <a:pt x="1741361" y="3264789"/>
                  <a:pt x="1741361" y="3264313"/>
                </a:cubicBezTo>
                <a:lnTo>
                  <a:pt x="1741361" y="3251835"/>
                </a:lnTo>
                <a:cubicBezTo>
                  <a:pt x="1741361" y="3248787"/>
                  <a:pt x="1738884" y="3246311"/>
                  <a:pt x="1735836" y="3246311"/>
                </a:cubicBezTo>
                <a:lnTo>
                  <a:pt x="1723358" y="3246311"/>
                </a:lnTo>
                <a:cubicBezTo>
                  <a:pt x="1720310" y="3246311"/>
                  <a:pt x="1717834" y="3248787"/>
                  <a:pt x="1717834" y="3251835"/>
                </a:cubicBezTo>
                <a:lnTo>
                  <a:pt x="1717834" y="3264313"/>
                </a:lnTo>
                <a:cubicBezTo>
                  <a:pt x="1717834" y="3267361"/>
                  <a:pt x="1720310" y="3269837"/>
                  <a:pt x="1723358" y="3269837"/>
                </a:cubicBezTo>
                <a:lnTo>
                  <a:pt x="1735836" y="3269837"/>
                </a:lnTo>
                <a:cubicBezTo>
                  <a:pt x="1736693" y="3269837"/>
                  <a:pt x="1737455" y="3269647"/>
                  <a:pt x="1738122" y="3269266"/>
                </a:cubicBezTo>
                <a:lnTo>
                  <a:pt x="1760030" y="3292697"/>
                </a:lnTo>
                <a:lnTo>
                  <a:pt x="1945100" y="3291935"/>
                </a:lnTo>
                <a:lnTo>
                  <a:pt x="1948720" y="3296222"/>
                </a:lnTo>
                <a:lnTo>
                  <a:pt x="1941100" y="3296222"/>
                </a:lnTo>
                <a:cubicBezTo>
                  <a:pt x="1937671" y="3296222"/>
                  <a:pt x="1935004" y="3298984"/>
                  <a:pt x="1935004" y="3302318"/>
                </a:cubicBezTo>
                <a:lnTo>
                  <a:pt x="1935004" y="3307937"/>
                </a:lnTo>
                <a:cubicBezTo>
                  <a:pt x="1935004" y="3311367"/>
                  <a:pt x="1937766" y="3314034"/>
                  <a:pt x="1941100" y="3314034"/>
                </a:cubicBezTo>
                <a:lnTo>
                  <a:pt x="1949577" y="3314034"/>
                </a:lnTo>
                <a:lnTo>
                  <a:pt x="1949577" y="3341275"/>
                </a:lnTo>
                <a:cubicBezTo>
                  <a:pt x="1949577" y="3341275"/>
                  <a:pt x="1963960" y="3357372"/>
                  <a:pt x="1963960" y="3357372"/>
                </a:cubicBezTo>
                <a:lnTo>
                  <a:pt x="1964341" y="3470529"/>
                </a:lnTo>
                <a:lnTo>
                  <a:pt x="1860804" y="3585210"/>
                </a:lnTo>
                <a:lnTo>
                  <a:pt x="1787747" y="3585210"/>
                </a:lnTo>
                <a:lnTo>
                  <a:pt x="1772984" y="3598545"/>
                </a:lnTo>
                <a:lnTo>
                  <a:pt x="1689545" y="3598545"/>
                </a:lnTo>
                <a:cubicBezTo>
                  <a:pt x="1688402" y="3592163"/>
                  <a:pt x="1682877" y="3587305"/>
                  <a:pt x="1676114" y="3587305"/>
                </a:cubicBezTo>
                <a:cubicBezTo>
                  <a:pt x="1669352" y="3587305"/>
                  <a:pt x="1663351" y="3592640"/>
                  <a:pt x="1662589" y="3599402"/>
                </a:cubicBezTo>
                <a:lnTo>
                  <a:pt x="1631537" y="3599402"/>
                </a:lnTo>
                <a:lnTo>
                  <a:pt x="1604582" y="3628930"/>
                </a:lnTo>
                <a:lnTo>
                  <a:pt x="1604772" y="3726847"/>
                </a:lnTo>
                <a:lnTo>
                  <a:pt x="1546860" y="3774186"/>
                </a:lnTo>
                <a:cubicBezTo>
                  <a:pt x="1544955" y="3772281"/>
                  <a:pt x="1542574" y="3771138"/>
                  <a:pt x="1539812" y="3770948"/>
                </a:cubicBezTo>
                <a:cubicBezTo>
                  <a:pt x="1536859" y="3770757"/>
                  <a:pt x="1534097" y="3771805"/>
                  <a:pt x="1531906" y="3773710"/>
                </a:cubicBezTo>
                <a:lnTo>
                  <a:pt x="1531906" y="3773710"/>
                </a:lnTo>
                <a:cubicBezTo>
                  <a:pt x="1528001" y="3777234"/>
                  <a:pt x="1527429" y="3782854"/>
                  <a:pt x="1529906" y="3787235"/>
                </a:cubicBezTo>
                <a:lnTo>
                  <a:pt x="1460945" y="3849910"/>
                </a:lnTo>
                <a:lnTo>
                  <a:pt x="1460945" y="3945922"/>
                </a:lnTo>
                <a:cubicBezTo>
                  <a:pt x="1456849" y="3946970"/>
                  <a:pt x="1453706" y="3950780"/>
                  <a:pt x="1453896" y="3955352"/>
                </a:cubicBezTo>
                <a:cubicBezTo>
                  <a:pt x="1454087" y="3959543"/>
                  <a:pt x="1457039" y="3962876"/>
                  <a:pt x="1460945" y="3963924"/>
                </a:cubicBezTo>
                <a:lnTo>
                  <a:pt x="1460754" y="3989261"/>
                </a:lnTo>
                <a:lnTo>
                  <a:pt x="1422178" y="4028027"/>
                </a:lnTo>
                <a:cubicBezTo>
                  <a:pt x="1422178" y="4028027"/>
                  <a:pt x="1421511" y="4029075"/>
                  <a:pt x="1421511" y="4029742"/>
                </a:cubicBezTo>
                <a:lnTo>
                  <a:pt x="1421130" y="4113562"/>
                </a:lnTo>
                <a:lnTo>
                  <a:pt x="1400651" y="4087749"/>
                </a:lnTo>
                <a:cubicBezTo>
                  <a:pt x="1403509" y="4084415"/>
                  <a:pt x="1404461" y="4079558"/>
                  <a:pt x="1402556" y="4075176"/>
                </a:cubicBezTo>
                <a:cubicBezTo>
                  <a:pt x="1399889" y="4069271"/>
                  <a:pt x="1392841" y="4066509"/>
                  <a:pt x="1386935" y="4069271"/>
                </a:cubicBezTo>
                <a:cubicBezTo>
                  <a:pt x="1381030" y="4071938"/>
                  <a:pt x="1378363" y="4078986"/>
                  <a:pt x="1381030" y="4084892"/>
                </a:cubicBezTo>
                <a:cubicBezTo>
                  <a:pt x="1382363" y="4087749"/>
                  <a:pt x="1384649" y="4089940"/>
                  <a:pt x="1387602" y="4091083"/>
                </a:cubicBezTo>
                <a:close/>
                <a:moveTo>
                  <a:pt x="1736789" y="3264122"/>
                </a:moveTo>
                <a:cubicBezTo>
                  <a:pt x="1736789" y="3264122"/>
                  <a:pt x="1736407" y="3264884"/>
                  <a:pt x="1736027" y="3264884"/>
                </a:cubicBezTo>
                <a:lnTo>
                  <a:pt x="1723549" y="3264884"/>
                </a:lnTo>
                <a:cubicBezTo>
                  <a:pt x="1723549" y="3264884"/>
                  <a:pt x="1722787" y="3264503"/>
                  <a:pt x="1722787" y="3264122"/>
                </a:cubicBezTo>
                <a:lnTo>
                  <a:pt x="1722787" y="3251645"/>
                </a:lnTo>
                <a:cubicBezTo>
                  <a:pt x="1722787" y="3251645"/>
                  <a:pt x="1723168" y="3250883"/>
                  <a:pt x="1723549" y="3250883"/>
                </a:cubicBezTo>
                <a:lnTo>
                  <a:pt x="1736027" y="3250883"/>
                </a:lnTo>
                <a:cubicBezTo>
                  <a:pt x="1736027" y="3250883"/>
                  <a:pt x="1736789" y="3251263"/>
                  <a:pt x="1736789" y="3251645"/>
                </a:cubicBezTo>
                <a:lnTo>
                  <a:pt x="1736789" y="3264122"/>
                </a:lnTo>
                <a:close/>
                <a:moveTo>
                  <a:pt x="1941290" y="3309176"/>
                </a:moveTo>
                <a:cubicBezTo>
                  <a:pt x="1940528" y="3309176"/>
                  <a:pt x="1939957" y="3308604"/>
                  <a:pt x="1939957" y="3307842"/>
                </a:cubicBezTo>
                <a:lnTo>
                  <a:pt x="1939957" y="3302222"/>
                </a:lnTo>
                <a:cubicBezTo>
                  <a:pt x="1939957" y="3301460"/>
                  <a:pt x="1940624" y="3300889"/>
                  <a:pt x="1941290" y="3300889"/>
                </a:cubicBezTo>
                <a:lnTo>
                  <a:pt x="1962912" y="3300889"/>
                </a:lnTo>
                <a:cubicBezTo>
                  <a:pt x="1963674" y="3300889"/>
                  <a:pt x="1964246" y="3301460"/>
                  <a:pt x="1964246" y="3302222"/>
                </a:cubicBezTo>
                <a:lnTo>
                  <a:pt x="1964246" y="3307842"/>
                </a:lnTo>
                <a:cubicBezTo>
                  <a:pt x="1964246" y="3308604"/>
                  <a:pt x="1963674" y="3309176"/>
                  <a:pt x="1962912" y="3309176"/>
                </a:cubicBezTo>
                <a:lnTo>
                  <a:pt x="1941290" y="3309176"/>
                </a:lnTo>
                <a:close/>
                <a:moveTo>
                  <a:pt x="1676210" y="3591878"/>
                </a:moveTo>
                <a:cubicBezTo>
                  <a:pt x="1681163" y="3591878"/>
                  <a:pt x="1685068" y="3595878"/>
                  <a:pt x="1685068" y="3600736"/>
                </a:cubicBezTo>
                <a:cubicBezTo>
                  <a:pt x="1685068" y="3605594"/>
                  <a:pt x="1681067" y="3609594"/>
                  <a:pt x="1676210" y="3609594"/>
                </a:cubicBezTo>
                <a:cubicBezTo>
                  <a:pt x="1671352" y="3609594"/>
                  <a:pt x="1667351" y="3605594"/>
                  <a:pt x="1667351" y="3600736"/>
                </a:cubicBezTo>
                <a:cubicBezTo>
                  <a:pt x="1667351" y="3595878"/>
                  <a:pt x="1671352" y="3591878"/>
                  <a:pt x="1676210" y="3591878"/>
                </a:cubicBezTo>
                <a:close/>
                <a:moveTo>
                  <a:pt x="1535144" y="3777234"/>
                </a:moveTo>
                <a:cubicBezTo>
                  <a:pt x="1536382" y="3776091"/>
                  <a:pt x="1538097" y="3775520"/>
                  <a:pt x="1539621" y="3775615"/>
                </a:cubicBezTo>
                <a:cubicBezTo>
                  <a:pt x="1541240" y="3775615"/>
                  <a:pt x="1542764" y="3776472"/>
                  <a:pt x="1543907" y="3777615"/>
                </a:cubicBezTo>
                <a:cubicBezTo>
                  <a:pt x="1545050" y="3778853"/>
                  <a:pt x="1545527" y="3780473"/>
                  <a:pt x="1545527" y="3782092"/>
                </a:cubicBezTo>
                <a:cubicBezTo>
                  <a:pt x="1545527" y="3783711"/>
                  <a:pt x="1544669" y="3785235"/>
                  <a:pt x="1543526" y="3786378"/>
                </a:cubicBezTo>
                <a:cubicBezTo>
                  <a:pt x="1542288" y="3787521"/>
                  <a:pt x="1540669" y="3787997"/>
                  <a:pt x="1539050" y="3787902"/>
                </a:cubicBezTo>
                <a:cubicBezTo>
                  <a:pt x="1537430" y="3787902"/>
                  <a:pt x="1535906" y="3787045"/>
                  <a:pt x="1534763" y="3785902"/>
                </a:cubicBezTo>
                <a:cubicBezTo>
                  <a:pt x="1532477" y="3783330"/>
                  <a:pt x="1532668" y="3779425"/>
                  <a:pt x="1535240" y="3777139"/>
                </a:cubicBezTo>
                <a:close/>
                <a:moveTo>
                  <a:pt x="1388840" y="4073557"/>
                </a:moveTo>
                <a:cubicBezTo>
                  <a:pt x="1389793" y="4073176"/>
                  <a:pt x="1390745" y="4072890"/>
                  <a:pt x="1391698" y="4072890"/>
                </a:cubicBezTo>
                <a:cubicBezTo>
                  <a:pt x="1394365" y="4072890"/>
                  <a:pt x="1396937" y="4074414"/>
                  <a:pt x="1398175" y="4077081"/>
                </a:cubicBezTo>
                <a:cubicBezTo>
                  <a:pt x="1399794" y="4080605"/>
                  <a:pt x="1398175" y="4084892"/>
                  <a:pt x="1394651" y="4086416"/>
                </a:cubicBezTo>
                <a:cubicBezTo>
                  <a:pt x="1391031" y="4088035"/>
                  <a:pt x="1386935" y="4086416"/>
                  <a:pt x="1385316" y="4082892"/>
                </a:cubicBezTo>
                <a:cubicBezTo>
                  <a:pt x="1383697" y="4079367"/>
                  <a:pt x="1385316" y="4075176"/>
                  <a:pt x="1388840" y="4073557"/>
                </a:cubicBezTo>
                <a:close/>
                <a:moveTo>
                  <a:pt x="1726882" y="1261396"/>
                </a:moveTo>
                <a:cubicBezTo>
                  <a:pt x="1728692" y="1257776"/>
                  <a:pt x="1733074" y="1256252"/>
                  <a:pt x="1736693" y="1258062"/>
                </a:cubicBezTo>
                <a:cubicBezTo>
                  <a:pt x="1740313" y="1259872"/>
                  <a:pt x="1741837" y="1264253"/>
                  <a:pt x="1740027" y="1267873"/>
                </a:cubicBezTo>
                <a:cubicBezTo>
                  <a:pt x="1738217" y="1271492"/>
                  <a:pt x="1733836" y="1273016"/>
                  <a:pt x="1730216" y="1271207"/>
                </a:cubicBezTo>
                <a:cubicBezTo>
                  <a:pt x="1726597" y="1269397"/>
                  <a:pt x="1725073" y="1265015"/>
                  <a:pt x="1726882" y="1261396"/>
                </a:cubicBezTo>
                <a:close/>
                <a:moveTo>
                  <a:pt x="349853" y="2193989"/>
                </a:moveTo>
                <a:lnTo>
                  <a:pt x="357092" y="2186940"/>
                </a:lnTo>
                <a:lnTo>
                  <a:pt x="360426" y="2190369"/>
                </a:lnTo>
                <a:lnTo>
                  <a:pt x="353187" y="2197418"/>
                </a:lnTo>
                <a:lnTo>
                  <a:pt x="349853" y="2193989"/>
                </a:lnTo>
                <a:close/>
                <a:moveTo>
                  <a:pt x="536448" y="991743"/>
                </a:moveTo>
                <a:cubicBezTo>
                  <a:pt x="536448" y="988028"/>
                  <a:pt x="533400" y="984885"/>
                  <a:pt x="529590" y="984885"/>
                </a:cubicBezTo>
                <a:lnTo>
                  <a:pt x="516922" y="984885"/>
                </a:lnTo>
                <a:cubicBezTo>
                  <a:pt x="513207" y="984885"/>
                  <a:pt x="510064" y="987933"/>
                  <a:pt x="510064" y="991743"/>
                </a:cubicBezTo>
                <a:lnTo>
                  <a:pt x="510064" y="997077"/>
                </a:lnTo>
                <a:lnTo>
                  <a:pt x="489014" y="997077"/>
                </a:lnTo>
                <a:cubicBezTo>
                  <a:pt x="489014" y="997077"/>
                  <a:pt x="433864" y="1047941"/>
                  <a:pt x="433864" y="1047941"/>
                </a:cubicBezTo>
                <a:lnTo>
                  <a:pt x="334994" y="1047941"/>
                </a:lnTo>
                <a:cubicBezTo>
                  <a:pt x="334994" y="1047941"/>
                  <a:pt x="314992" y="1028700"/>
                  <a:pt x="314992" y="1028700"/>
                </a:cubicBezTo>
                <a:lnTo>
                  <a:pt x="249174" y="1028700"/>
                </a:lnTo>
                <a:cubicBezTo>
                  <a:pt x="249174" y="1028700"/>
                  <a:pt x="215837" y="1056894"/>
                  <a:pt x="215837" y="1056894"/>
                </a:cubicBezTo>
                <a:cubicBezTo>
                  <a:pt x="214408" y="1056037"/>
                  <a:pt x="212789" y="1055370"/>
                  <a:pt x="210979" y="1055084"/>
                </a:cubicBezTo>
                <a:cubicBezTo>
                  <a:pt x="204026" y="1054132"/>
                  <a:pt x="197644" y="1058894"/>
                  <a:pt x="196691" y="1065848"/>
                </a:cubicBezTo>
                <a:cubicBezTo>
                  <a:pt x="195739" y="1072801"/>
                  <a:pt x="200501" y="1079183"/>
                  <a:pt x="207455" y="1080230"/>
                </a:cubicBezTo>
                <a:cubicBezTo>
                  <a:pt x="208026" y="1080230"/>
                  <a:pt x="208693" y="1080326"/>
                  <a:pt x="209264" y="1080326"/>
                </a:cubicBezTo>
                <a:cubicBezTo>
                  <a:pt x="215456" y="1080326"/>
                  <a:pt x="220885" y="1075754"/>
                  <a:pt x="221837" y="1069467"/>
                </a:cubicBezTo>
                <a:cubicBezTo>
                  <a:pt x="222314" y="1066038"/>
                  <a:pt x="221361" y="1062704"/>
                  <a:pt x="219456" y="1060133"/>
                </a:cubicBezTo>
                <a:lnTo>
                  <a:pt x="250984" y="1033463"/>
                </a:lnTo>
                <a:lnTo>
                  <a:pt x="313087" y="1033463"/>
                </a:lnTo>
                <a:cubicBezTo>
                  <a:pt x="313087" y="1033463"/>
                  <a:pt x="333089" y="1052703"/>
                  <a:pt x="333089" y="1052703"/>
                </a:cubicBezTo>
                <a:lnTo>
                  <a:pt x="435674" y="1052703"/>
                </a:lnTo>
                <a:cubicBezTo>
                  <a:pt x="435674" y="1052703"/>
                  <a:pt x="490823" y="1001840"/>
                  <a:pt x="490823" y="1001840"/>
                </a:cubicBezTo>
                <a:lnTo>
                  <a:pt x="510064" y="1001840"/>
                </a:lnTo>
                <a:cubicBezTo>
                  <a:pt x="510064" y="1001840"/>
                  <a:pt x="510064" y="1004316"/>
                  <a:pt x="510064" y="1004316"/>
                </a:cubicBezTo>
                <a:cubicBezTo>
                  <a:pt x="510064" y="1008031"/>
                  <a:pt x="513112" y="1011174"/>
                  <a:pt x="516922" y="1011174"/>
                </a:cubicBezTo>
                <a:lnTo>
                  <a:pt x="529590" y="1011174"/>
                </a:lnTo>
                <a:cubicBezTo>
                  <a:pt x="533305" y="1011174"/>
                  <a:pt x="536448" y="1008126"/>
                  <a:pt x="536448" y="1004316"/>
                </a:cubicBezTo>
                <a:lnTo>
                  <a:pt x="536448" y="991648"/>
                </a:lnTo>
                <a:close/>
                <a:moveTo>
                  <a:pt x="208217" y="1075468"/>
                </a:moveTo>
                <a:cubicBezTo>
                  <a:pt x="203930" y="1074896"/>
                  <a:pt x="200882" y="1070801"/>
                  <a:pt x="201549" y="1066514"/>
                </a:cubicBezTo>
                <a:cubicBezTo>
                  <a:pt x="202120" y="1062228"/>
                  <a:pt x="206216" y="1059180"/>
                  <a:pt x="210503" y="1059847"/>
                </a:cubicBezTo>
                <a:cubicBezTo>
                  <a:pt x="214789" y="1060418"/>
                  <a:pt x="217837" y="1064514"/>
                  <a:pt x="217170" y="1068800"/>
                </a:cubicBezTo>
                <a:cubicBezTo>
                  <a:pt x="216599" y="1073087"/>
                  <a:pt x="212598" y="1076135"/>
                  <a:pt x="208217" y="1075468"/>
                </a:cubicBezTo>
                <a:close/>
                <a:moveTo>
                  <a:pt x="531686" y="1004411"/>
                </a:moveTo>
                <a:cubicBezTo>
                  <a:pt x="531686" y="1005554"/>
                  <a:pt x="530733" y="1006507"/>
                  <a:pt x="529590" y="1006507"/>
                </a:cubicBezTo>
                <a:lnTo>
                  <a:pt x="516922" y="1006507"/>
                </a:lnTo>
                <a:cubicBezTo>
                  <a:pt x="515779" y="1006507"/>
                  <a:pt x="514826" y="1005554"/>
                  <a:pt x="514826" y="1004411"/>
                </a:cubicBezTo>
                <a:lnTo>
                  <a:pt x="514826" y="991743"/>
                </a:lnTo>
                <a:cubicBezTo>
                  <a:pt x="514826" y="990600"/>
                  <a:pt x="515779" y="989648"/>
                  <a:pt x="516922" y="989648"/>
                </a:cubicBezTo>
                <a:lnTo>
                  <a:pt x="529590" y="989648"/>
                </a:lnTo>
                <a:cubicBezTo>
                  <a:pt x="530733" y="989648"/>
                  <a:pt x="531686" y="990600"/>
                  <a:pt x="531686" y="991743"/>
                </a:cubicBezTo>
                <a:lnTo>
                  <a:pt x="531686" y="1004411"/>
                </a:lnTo>
                <a:close/>
                <a:moveTo>
                  <a:pt x="1758982" y="4393787"/>
                </a:moveTo>
                <a:cubicBezTo>
                  <a:pt x="1758982" y="4399979"/>
                  <a:pt x="1754029" y="4404932"/>
                  <a:pt x="1747838" y="4404932"/>
                </a:cubicBezTo>
                <a:cubicBezTo>
                  <a:pt x="1741646" y="4404932"/>
                  <a:pt x="1736693" y="4399979"/>
                  <a:pt x="1736693" y="4393787"/>
                </a:cubicBezTo>
                <a:cubicBezTo>
                  <a:pt x="1736693" y="4387596"/>
                  <a:pt x="1741646" y="4382643"/>
                  <a:pt x="1747838" y="4382643"/>
                </a:cubicBezTo>
                <a:cubicBezTo>
                  <a:pt x="1754029" y="4382643"/>
                  <a:pt x="1758982" y="4387596"/>
                  <a:pt x="1758982" y="4393787"/>
                </a:cubicBezTo>
                <a:close/>
                <a:moveTo>
                  <a:pt x="1759744" y="4343591"/>
                </a:moveTo>
                <a:cubicBezTo>
                  <a:pt x="1759744" y="4350068"/>
                  <a:pt x="1754505" y="4355402"/>
                  <a:pt x="1747933" y="4355402"/>
                </a:cubicBezTo>
                <a:cubicBezTo>
                  <a:pt x="1741361" y="4355402"/>
                  <a:pt x="1736122" y="4350163"/>
                  <a:pt x="1736122" y="4343591"/>
                </a:cubicBezTo>
                <a:cubicBezTo>
                  <a:pt x="1736122" y="4337019"/>
                  <a:pt x="1741361" y="4331780"/>
                  <a:pt x="1747933" y="4331780"/>
                </a:cubicBezTo>
                <a:cubicBezTo>
                  <a:pt x="1754505" y="4331780"/>
                  <a:pt x="1759744" y="4337019"/>
                  <a:pt x="1759744" y="4343591"/>
                </a:cubicBezTo>
                <a:close/>
                <a:moveTo>
                  <a:pt x="1757648" y="4494181"/>
                </a:moveTo>
                <a:cubicBezTo>
                  <a:pt x="1757648" y="4499610"/>
                  <a:pt x="1753267" y="4503992"/>
                  <a:pt x="1747838" y="4503992"/>
                </a:cubicBezTo>
                <a:cubicBezTo>
                  <a:pt x="1742408" y="4503992"/>
                  <a:pt x="1738027" y="4499610"/>
                  <a:pt x="1738027" y="4494181"/>
                </a:cubicBezTo>
                <a:cubicBezTo>
                  <a:pt x="1738027" y="4488752"/>
                  <a:pt x="1742408" y="4484370"/>
                  <a:pt x="1747838" y="4484370"/>
                </a:cubicBezTo>
                <a:cubicBezTo>
                  <a:pt x="1753267" y="4484370"/>
                  <a:pt x="1757648" y="4488752"/>
                  <a:pt x="1757648" y="4494181"/>
                </a:cubicBezTo>
                <a:close/>
                <a:moveTo>
                  <a:pt x="1804321" y="4496562"/>
                </a:moveTo>
                <a:cubicBezTo>
                  <a:pt x="1804321" y="4501992"/>
                  <a:pt x="1799939" y="4506373"/>
                  <a:pt x="1794510" y="4506373"/>
                </a:cubicBezTo>
                <a:cubicBezTo>
                  <a:pt x="1789081" y="4506373"/>
                  <a:pt x="1784699" y="4501992"/>
                  <a:pt x="1784699" y="4496562"/>
                </a:cubicBezTo>
                <a:cubicBezTo>
                  <a:pt x="1784699" y="4491133"/>
                  <a:pt x="1789081" y="4486752"/>
                  <a:pt x="1794510" y="4486752"/>
                </a:cubicBezTo>
                <a:cubicBezTo>
                  <a:pt x="1799939" y="4486752"/>
                  <a:pt x="1804321" y="4491133"/>
                  <a:pt x="1804321" y="4496562"/>
                </a:cubicBezTo>
                <a:close/>
                <a:moveTo>
                  <a:pt x="687038" y="2712815"/>
                </a:moveTo>
                <a:cubicBezTo>
                  <a:pt x="685705" y="2709672"/>
                  <a:pt x="683228" y="2707196"/>
                  <a:pt x="680085" y="2705957"/>
                </a:cubicBezTo>
                <a:cubicBezTo>
                  <a:pt x="676942" y="2704719"/>
                  <a:pt x="673513" y="2704719"/>
                  <a:pt x="670370" y="2705957"/>
                </a:cubicBezTo>
                <a:cubicBezTo>
                  <a:pt x="667226" y="2707291"/>
                  <a:pt x="664845" y="2709767"/>
                  <a:pt x="663512" y="2712911"/>
                </a:cubicBezTo>
                <a:cubicBezTo>
                  <a:pt x="662178" y="2716054"/>
                  <a:pt x="662273" y="2719483"/>
                  <a:pt x="663512" y="2722626"/>
                </a:cubicBezTo>
                <a:cubicBezTo>
                  <a:pt x="664845" y="2725769"/>
                  <a:pt x="667322" y="2728151"/>
                  <a:pt x="670465" y="2729484"/>
                </a:cubicBezTo>
                <a:cubicBezTo>
                  <a:pt x="671989" y="2730151"/>
                  <a:pt x="673608" y="2730437"/>
                  <a:pt x="675227" y="2730437"/>
                </a:cubicBezTo>
                <a:cubicBezTo>
                  <a:pt x="676847" y="2730437"/>
                  <a:pt x="678561" y="2730055"/>
                  <a:pt x="680180" y="2729484"/>
                </a:cubicBezTo>
                <a:cubicBezTo>
                  <a:pt x="681038" y="2729103"/>
                  <a:pt x="681609" y="2728532"/>
                  <a:pt x="682371" y="2728055"/>
                </a:cubicBezTo>
                <a:lnTo>
                  <a:pt x="716947" y="2759964"/>
                </a:lnTo>
                <a:cubicBezTo>
                  <a:pt x="716947" y="2759964"/>
                  <a:pt x="717995" y="2760631"/>
                  <a:pt x="718566" y="2760631"/>
                </a:cubicBezTo>
                <a:lnTo>
                  <a:pt x="718661" y="2760631"/>
                </a:lnTo>
                <a:cubicBezTo>
                  <a:pt x="719328" y="2760631"/>
                  <a:pt x="719900" y="2760345"/>
                  <a:pt x="720281" y="2759869"/>
                </a:cubicBezTo>
                <a:lnTo>
                  <a:pt x="763810" y="2711863"/>
                </a:lnTo>
                <a:lnTo>
                  <a:pt x="875729" y="2713768"/>
                </a:lnTo>
                <a:cubicBezTo>
                  <a:pt x="875729" y="2713768"/>
                  <a:pt x="875919" y="2714149"/>
                  <a:pt x="876110" y="2714339"/>
                </a:cubicBezTo>
                <a:lnTo>
                  <a:pt x="885254" y="2723484"/>
                </a:lnTo>
                <a:cubicBezTo>
                  <a:pt x="886206" y="2724436"/>
                  <a:pt x="887540" y="2725007"/>
                  <a:pt x="888873" y="2725007"/>
                </a:cubicBezTo>
                <a:cubicBezTo>
                  <a:pt x="890207" y="2725007"/>
                  <a:pt x="891445" y="2724531"/>
                  <a:pt x="892493" y="2723484"/>
                </a:cubicBezTo>
                <a:lnTo>
                  <a:pt x="901637" y="2714339"/>
                </a:lnTo>
                <a:cubicBezTo>
                  <a:pt x="903637" y="2712339"/>
                  <a:pt x="903637" y="2709101"/>
                  <a:pt x="901637" y="2707196"/>
                </a:cubicBezTo>
                <a:lnTo>
                  <a:pt x="892493" y="2698052"/>
                </a:lnTo>
                <a:lnTo>
                  <a:pt x="892493" y="2698052"/>
                </a:lnTo>
                <a:cubicBezTo>
                  <a:pt x="890492" y="2696051"/>
                  <a:pt x="887254" y="2696051"/>
                  <a:pt x="885349" y="2698052"/>
                </a:cubicBezTo>
                <a:lnTo>
                  <a:pt x="876205" y="2707196"/>
                </a:lnTo>
                <a:cubicBezTo>
                  <a:pt x="875633" y="2707767"/>
                  <a:pt x="875348" y="2708338"/>
                  <a:pt x="875062" y="2709005"/>
                </a:cubicBezTo>
                <a:lnTo>
                  <a:pt x="762857" y="2707100"/>
                </a:lnTo>
                <a:cubicBezTo>
                  <a:pt x="762191" y="2707100"/>
                  <a:pt x="761524" y="2707386"/>
                  <a:pt x="761048" y="2707862"/>
                </a:cubicBezTo>
                <a:lnTo>
                  <a:pt x="718471" y="2754916"/>
                </a:lnTo>
                <a:lnTo>
                  <a:pt x="685705" y="2724722"/>
                </a:lnTo>
                <a:cubicBezTo>
                  <a:pt x="686181" y="2724055"/>
                  <a:pt x="686752" y="2723484"/>
                  <a:pt x="687038" y="2722626"/>
                </a:cubicBezTo>
                <a:cubicBezTo>
                  <a:pt x="688372" y="2719483"/>
                  <a:pt x="688277" y="2716054"/>
                  <a:pt x="687038" y="2712911"/>
                </a:cubicBezTo>
                <a:close/>
                <a:moveTo>
                  <a:pt x="682752" y="2720721"/>
                </a:moveTo>
                <a:cubicBezTo>
                  <a:pt x="681990" y="2722721"/>
                  <a:pt x="680466" y="2724245"/>
                  <a:pt x="678466" y="2725103"/>
                </a:cubicBezTo>
                <a:cubicBezTo>
                  <a:pt x="676466" y="2725960"/>
                  <a:pt x="674370" y="2725960"/>
                  <a:pt x="672370" y="2725103"/>
                </a:cubicBezTo>
                <a:cubicBezTo>
                  <a:pt x="670370" y="2724341"/>
                  <a:pt x="668846" y="2722817"/>
                  <a:pt x="668084" y="2720817"/>
                </a:cubicBezTo>
                <a:cubicBezTo>
                  <a:pt x="667226" y="2718816"/>
                  <a:pt x="667226" y="2716721"/>
                  <a:pt x="668084" y="2714720"/>
                </a:cubicBezTo>
                <a:cubicBezTo>
                  <a:pt x="668846" y="2712720"/>
                  <a:pt x="670370" y="2711196"/>
                  <a:pt x="672370" y="2710339"/>
                </a:cubicBezTo>
                <a:cubicBezTo>
                  <a:pt x="673322" y="2709958"/>
                  <a:pt x="674370" y="2709672"/>
                  <a:pt x="675418" y="2709672"/>
                </a:cubicBezTo>
                <a:cubicBezTo>
                  <a:pt x="676466" y="2709672"/>
                  <a:pt x="677418" y="2709863"/>
                  <a:pt x="678466" y="2710244"/>
                </a:cubicBezTo>
                <a:cubicBezTo>
                  <a:pt x="680466" y="2711005"/>
                  <a:pt x="681990" y="2712530"/>
                  <a:pt x="682752" y="2714530"/>
                </a:cubicBezTo>
                <a:cubicBezTo>
                  <a:pt x="683609" y="2716530"/>
                  <a:pt x="683609" y="2718626"/>
                  <a:pt x="682752" y="2720626"/>
                </a:cubicBezTo>
                <a:close/>
                <a:moveTo>
                  <a:pt x="888683" y="2701290"/>
                </a:moveTo>
                <a:cubicBezTo>
                  <a:pt x="888683" y="2701290"/>
                  <a:pt x="888778" y="2701290"/>
                  <a:pt x="888873" y="2701290"/>
                </a:cubicBezTo>
                <a:cubicBezTo>
                  <a:pt x="888968" y="2701290"/>
                  <a:pt x="889064" y="2701290"/>
                  <a:pt x="889064" y="2701290"/>
                </a:cubicBezTo>
                <a:lnTo>
                  <a:pt x="898208" y="2710910"/>
                </a:lnTo>
                <a:lnTo>
                  <a:pt x="888587" y="2720054"/>
                </a:lnTo>
                <a:lnTo>
                  <a:pt x="879443" y="2710434"/>
                </a:lnTo>
                <a:lnTo>
                  <a:pt x="888587" y="2701290"/>
                </a:lnTo>
                <a:close/>
                <a:moveTo>
                  <a:pt x="1758315" y="4443984"/>
                </a:moveTo>
                <a:cubicBezTo>
                  <a:pt x="1758315" y="4449795"/>
                  <a:pt x="1753648" y="4454462"/>
                  <a:pt x="1747838" y="4454462"/>
                </a:cubicBezTo>
                <a:cubicBezTo>
                  <a:pt x="1742027" y="4454462"/>
                  <a:pt x="1737360" y="4449795"/>
                  <a:pt x="1737360" y="4443984"/>
                </a:cubicBezTo>
                <a:cubicBezTo>
                  <a:pt x="1737360" y="4438174"/>
                  <a:pt x="1742027" y="4433507"/>
                  <a:pt x="1747838" y="4433507"/>
                </a:cubicBezTo>
                <a:cubicBezTo>
                  <a:pt x="1753648" y="4433507"/>
                  <a:pt x="1758315" y="4438174"/>
                  <a:pt x="1758315" y="4443984"/>
                </a:cubicBezTo>
                <a:close/>
                <a:moveTo>
                  <a:pt x="1760411" y="4293394"/>
                </a:moveTo>
                <a:cubicBezTo>
                  <a:pt x="1760411" y="4300252"/>
                  <a:pt x="1754791" y="4305872"/>
                  <a:pt x="1747933" y="4305872"/>
                </a:cubicBezTo>
                <a:cubicBezTo>
                  <a:pt x="1741075" y="4305872"/>
                  <a:pt x="1735455" y="4300252"/>
                  <a:pt x="1735455" y="4293394"/>
                </a:cubicBezTo>
                <a:cubicBezTo>
                  <a:pt x="1735455" y="4286536"/>
                  <a:pt x="1741075" y="4280916"/>
                  <a:pt x="1747933" y="4280916"/>
                </a:cubicBezTo>
                <a:cubicBezTo>
                  <a:pt x="1754791" y="4280916"/>
                  <a:pt x="1760411" y="4286536"/>
                  <a:pt x="1760411" y="4293394"/>
                </a:cubicBezTo>
                <a:close/>
                <a:moveTo>
                  <a:pt x="1761744" y="4193000"/>
                </a:moveTo>
                <a:cubicBezTo>
                  <a:pt x="1761744" y="4200620"/>
                  <a:pt x="1755553" y="4206812"/>
                  <a:pt x="1747933" y="4206812"/>
                </a:cubicBezTo>
                <a:cubicBezTo>
                  <a:pt x="1740313" y="4206812"/>
                  <a:pt x="1734122" y="4200620"/>
                  <a:pt x="1734122" y="4193000"/>
                </a:cubicBezTo>
                <a:cubicBezTo>
                  <a:pt x="1734122" y="4185380"/>
                  <a:pt x="1740313" y="4179189"/>
                  <a:pt x="1747933" y="4179189"/>
                </a:cubicBezTo>
                <a:cubicBezTo>
                  <a:pt x="1755553" y="4179189"/>
                  <a:pt x="1761744" y="4185380"/>
                  <a:pt x="1761744" y="4193000"/>
                </a:cubicBezTo>
                <a:close/>
                <a:moveTo>
                  <a:pt x="1806988" y="4295775"/>
                </a:moveTo>
                <a:cubicBezTo>
                  <a:pt x="1806988" y="4302633"/>
                  <a:pt x="1801368" y="4308253"/>
                  <a:pt x="1794510" y="4308253"/>
                </a:cubicBezTo>
                <a:cubicBezTo>
                  <a:pt x="1787652" y="4308253"/>
                  <a:pt x="1782032" y="4302633"/>
                  <a:pt x="1782032" y="4295775"/>
                </a:cubicBezTo>
                <a:cubicBezTo>
                  <a:pt x="1782032" y="4288917"/>
                  <a:pt x="1787652" y="4283297"/>
                  <a:pt x="1794510" y="4283297"/>
                </a:cubicBezTo>
                <a:cubicBezTo>
                  <a:pt x="1801368" y="4283297"/>
                  <a:pt x="1806988" y="4288917"/>
                  <a:pt x="1806988" y="4295775"/>
                </a:cubicBezTo>
                <a:close/>
                <a:moveTo>
                  <a:pt x="1806321" y="4345972"/>
                </a:moveTo>
                <a:cubicBezTo>
                  <a:pt x="1806321" y="4352449"/>
                  <a:pt x="1801082" y="4357783"/>
                  <a:pt x="1794510" y="4357783"/>
                </a:cubicBezTo>
                <a:cubicBezTo>
                  <a:pt x="1787938" y="4357783"/>
                  <a:pt x="1782699" y="4352544"/>
                  <a:pt x="1782699" y="4345972"/>
                </a:cubicBezTo>
                <a:cubicBezTo>
                  <a:pt x="1782699" y="4339400"/>
                  <a:pt x="1787938" y="4334161"/>
                  <a:pt x="1794510" y="4334161"/>
                </a:cubicBezTo>
                <a:cubicBezTo>
                  <a:pt x="1801082" y="4334161"/>
                  <a:pt x="1806321" y="4339400"/>
                  <a:pt x="1806321" y="4345972"/>
                </a:cubicBezTo>
                <a:close/>
                <a:moveTo>
                  <a:pt x="1805654" y="4396169"/>
                </a:moveTo>
                <a:cubicBezTo>
                  <a:pt x="1805654" y="4402360"/>
                  <a:pt x="1800701" y="4407313"/>
                  <a:pt x="1794510" y="4407313"/>
                </a:cubicBezTo>
                <a:cubicBezTo>
                  <a:pt x="1788319" y="4407313"/>
                  <a:pt x="1783366" y="4402360"/>
                  <a:pt x="1783366" y="4396169"/>
                </a:cubicBezTo>
                <a:cubicBezTo>
                  <a:pt x="1783366" y="4389978"/>
                  <a:pt x="1788319" y="4385024"/>
                  <a:pt x="1794510" y="4385024"/>
                </a:cubicBezTo>
                <a:cubicBezTo>
                  <a:pt x="1800701" y="4385024"/>
                  <a:pt x="1805654" y="4389978"/>
                  <a:pt x="1805654" y="4396169"/>
                </a:cubicBezTo>
                <a:close/>
                <a:moveTo>
                  <a:pt x="1807655" y="4245579"/>
                </a:moveTo>
                <a:cubicBezTo>
                  <a:pt x="1807655" y="4252818"/>
                  <a:pt x="1801749" y="4258723"/>
                  <a:pt x="1794510" y="4258723"/>
                </a:cubicBezTo>
                <a:cubicBezTo>
                  <a:pt x="1787271" y="4258723"/>
                  <a:pt x="1781366" y="4252818"/>
                  <a:pt x="1781366" y="4245579"/>
                </a:cubicBezTo>
                <a:cubicBezTo>
                  <a:pt x="1781366" y="4238339"/>
                  <a:pt x="1787271" y="4232434"/>
                  <a:pt x="1794510" y="4232434"/>
                </a:cubicBezTo>
                <a:cubicBezTo>
                  <a:pt x="1801749" y="4232434"/>
                  <a:pt x="1807655" y="4238339"/>
                  <a:pt x="1807655" y="4245579"/>
                </a:cubicBezTo>
                <a:close/>
                <a:moveTo>
                  <a:pt x="245269" y="1937290"/>
                </a:moveTo>
                <a:lnTo>
                  <a:pt x="265652" y="1937290"/>
                </a:lnTo>
                <a:cubicBezTo>
                  <a:pt x="268510" y="1937290"/>
                  <a:pt x="270796" y="1935004"/>
                  <a:pt x="270796" y="1932146"/>
                </a:cubicBezTo>
                <a:lnTo>
                  <a:pt x="270796" y="1931289"/>
                </a:lnTo>
                <a:lnTo>
                  <a:pt x="355759" y="1931289"/>
                </a:lnTo>
                <a:lnTo>
                  <a:pt x="371856" y="1947482"/>
                </a:lnTo>
                <a:lnTo>
                  <a:pt x="444818" y="1947482"/>
                </a:lnTo>
                <a:lnTo>
                  <a:pt x="458153" y="1934432"/>
                </a:lnTo>
                <a:cubicBezTo>
                  <a:pt x="460439" y="1936147"/>
                  <a:pt x="463201" y="1937290"/>
                  <a:pt x="466344" y="1937290"/>
                </a:cubicBezTo>
                <a:cubicBezTo>
                  <a:pt x="473774" y="1937290"/>
                  <a:pt x="479774" y="1931289"/>
                  <a:pt x="479774" y="1923860"/>
                </a:cubicBezTo>
                <a:cubicBezTo>
                  <a:pt x="479774" y="1916430"/>
                  <a:pt x="473774" y="1910429"/>
                  <a:pt x="466344" y="1910429"/>
                </a:cubicBezTo>
                <a:cubicBezTo>
                  <a:pt x="458914" y="1910429"/>
                  <a:pt x="452914" y="1916430"/>
                  <a:pt x="452914" y="1923860"/>
                </a:cubicBezTo>
                <a:cubicBezTo>
                  <a:pt x="452914" y="1926527"/>
                  <a:pt x="453676" y="1928908"/>
                  <a:pt x="455009" y="1931003"/>
                </a:cubicBezTo>
                <a:lnTo>
                  <a:pt x="442913" y="1942814"/>
                </a:lnTo>
                <a:lnTo>
                  <a:pt x="373856" y="1942814"/>
                </a:lnTo>
                <a:lnTo>
                  <a:pt x="357759" y="1926622"/>
                </a:lnTo>
                <a:lnTo>
                  <a:pt x="270796" y="1926622"/>
                </a:lnTo>
                <a:lnTo>
                  <a:pt x="270796" y="1925765"/>
                </a:lnTo>
                <a:cubicBezTo>
                  <a:pt x="270796" y="1922907"/>
                  <a:pt x="268510" y="1920621"/>
                  <a:pt x="265652" y="1920621"/>
                </a:cubicBezTo>
                <a:lnTo>
                  <a:pt x="245269" y="1920621"/>
                </a:lnTo>
                <a:cubicBezTo>
                  <a:pt x="242411" y="1920621"/>
                  <a:pt x="240125" y="1922907"/>
                  <a:pt x="240125" y="1925765"/>
                </a:cubicBezTo>
                <a:lnTo>
                  <a:pt x="240125" y="1932242"/>
                </a:lnTo>
                <a:cubicBezTo>
                  <a:pt x="240125" y="1935099"/>
                  <a:pt x="242411" y="1937385"/>
                  <a:pt x="245269" y="1937385"/>
                </a:cubicBezTo>
                <a:close/>
                <a:moveTo>
                  <a:pt x="466344" y="1915001"/>
                </a:moveTo>
                <a:cubicBezTo>
                  <a:pt x="471107" y="1915001"/>
                  <a:pt x="475012" y="1918907"/>
                  <a:pt x="475012" y="1923669"/>
                </a:cubicBezTo>
                <a:cubicBezTo>
                  <a:pt x="475012" y="1928432"/>
                  <a:pt x="471107" y="1932337"/>
                  <a:pt x="466344" y="1932337"/>
                </a:cubicBezTo>
                <a:cubicBezTo>
                  <a:pt x="461582" y="1932337"/>
                  <a:pt x="457676" y="1928432"/>
                  <a:pt x="457676" y="1923669"/>
                </a:cubicBezTo>
                <a:cubicBezTo>
                  <a:pt x="457676" y="1918907"/>
                  <a:pt x="461582" y="1915001"/>
                  <a:pt x="466344" y="1915001"/>
                </a:cubicBezTo>
                <a:close/>
                <a:moveTo>
                  <a:pt x="264986" y="1922907"/>
                </a:moveTo>
                <a:lnTo>
                  <a:pt x="265652" y="1922907"/>
                </a:lnTo>
                <a:cubicBezTo>
                  <a:pt x="267081" y="1922907"/>
                  <a:pt x="268319" y="1924050"/>
                  <a:pt x="268319" y="1925574"/>
                </a:cubicBezTo>
                <a:lnTo>
                  <a:pt x="268319" y="1932051"/>
                </a:lnTo>
                <a:cubicBezTo>
                  <a:pt x="268319" y="1933480"/>
                  <a:pt x="267081" y="1934718"/>
                  <a:pt x="265652" y="1934718"/>
                </a:cubicBezTo>
                <a:lnTo>
                  <a:pt x="264986" y="1934718"/>
                </a:lnTo>
                <a:lnTo>
                  <a:pt x="264986" y="1922907"/>
                </a:lnTo>
                <a:close/>
                <a:moveTo>
                  <a:pt x="252127" y="1922907"/>
                </a:moveTo>
                <a:lnTo>
                  <a:pt x="261842" y="1922907"/>
                </a:lnTo>
                <a:lnTo>
                  <a:pt x="261842" y="1934718"/>
                </a:lnTo>
                <a:lnTo>
                  <a:pt x="252127" y="1934718"/>
                </a:lnTo>
                <a:lnTo>
                  <a:pt x="252127" y="1922907"/>
                </a:lnTo>
                <a:close/>
                <a:moveTo>
                  <a:pt x="247841" y="1922907"/>
                </a:moveTo>
                <a:lnTo>
                  <a:pt x="250603" y="1922907"/>
                </a:lnTo>
                <a:lnTo>
                  <a:pt x="250603" y="1934718"/>
                </a:lnTo>
                <a:lnTo>
                  <a:pt x="247841" y="1934718"/>
                </a:lnTo>
                <a:lnTo>
                  <a:pt x="247841" y="1922907"/>
                </a:lnTo>
                <a:close/>
                <a:moveTo>
                  <a:pt x="242602" y="1925574"/>
                </a:moveTo>
                <a:cubicBezTo>
                  <a:pt x="242602" y="1924145"/>
                  <a:pt x="243840" y="1922907"/>
                  <a:pt x="245269" y="1922907"/>
                </a:cubicBezTo>
                <a:lnTo>
                  <a:pt x="245364" y="1922907"/>
                </a:lnTo>
                <a:lnTo>
                  <a:pt x="245364" y="1934718"/>
                </a:lnTo>
                <a:lnTo>
                  <a:pt x="245269" y="1934718"/>
                </a:lnTo>
                <a:cubicBezTo>
                  <a:pt x="243840" y="1934718"/>
                  <a:pt x="242602" y="1933480"/>
                  <a:pt x="242602" y="1932051"/>
                </a:cubicBezTo>
                <a:lnTo>
                  <a:pt x="242602" y="1925574"/>
                </a:lnTo>
                <a:close/>
                <a:moveTo>
                  <a:pt x="1809464" y="4194048"/>
                </a:moveTo>
                <a:cubicBezTo>
                  <a:pt x="1809464" y="4202335"/>
                  <a:pt x="1802797" y="4209003"/>
                  <a:pt x="1794510" y="4209003"/>
                </a:cubicBezTo>
                <a:cubicBezTo>
                  <a:pt x="1786223" y="4209003"/>
                  <a:pt x="1779556" y="4202335"/>
                  <a:pt x="1779556" y="4194048"/>
                </a:cubicBezTo>
                <a:cubicBezTo>
                  <a:pt x="1779556" y="4185761"/>
                  <a:pt x="1786223" y="4179094"/>
                  <a:pt x="1794510" y="4179094"/>
                </a:cubicBezTo>
                <a:cubicBezTo>
                  <a:pt x="1802797" y="4179094"/>
                  <a:pt x="1809464" y="4185761"/>
                  <a:pt x="1809464" y="4194048"/>
                </a:cubicBezTo>
                <a:close/>
                <a:moveTo>
                  <a:pt x="1761077" y="4243197"/>
                </a:moveTo>
                <a:cubicBezTo>
                  <a:pt x="1761077" y="4250436"/>
                  <a:pt x="1755172" y="4256342"/>
                  <a:pt x="1747933" y="4256342"/>
                </a:cubicBezTo>
                <a:cubicBezTo>
                  <a:pt x="1740694" y="4256342"/>
                  <a:pt x="1734788" y="4250436"/>
                  <a:pt x="1734788" y="4243197"/>
                </a:cubicBezTo>
                <a:cubicBezTo>
                  <a:pt x="1734788" y="4235958"/>
                  <a:pt x="1740694" y="4230053"/>
                  <a:pt x="1747933" y="4230053"/>
                </a:cubicBezTo>
                <a:cubicBezTo>
                  <a:pt x="1755172" y="4230053"/>
                  <a:pt x="1761077" y="4235958"/>
                  <a:pt x="1761077" y="4243197"/>
                </a:cubicBezTo>
                <a:close/>
                <a:moveTo>
                  <a:pt x="1468850" y="4159663"/>
                </a:moveTo>
                <a:lnTo>
                  <a:pt x="1468850" y="4150138"/>
                </a:lnTo>
                <a:cubicBezTo>
                  <a:pt x="1468850" y="4147757"/>
                  <a:pt x="1470755" y="4145852"/>
                  <a:pt x="1473137" y="4145852"/>
                </a:cubicBezTo>
                <a:lnTo>
                  <a:pt x="1483424" y="4145852"/>
                </a:lnTo>
                <a:cubicBezTo>
                  <a:pt x="1485424" y="4145852"/>
                  <a:pt x="1486948" y="4147471"/>
                  <a:pt x="1486948" y="4149376"/>
                </a:cubicBezTo>
                <a:lnTo>
                  <a:pt x="1486948" y="4159663"/>
                </a:lnTo>
                <a:cubicBezTo>
                  <a:pt x="1486948" y="4162044"/>
                  <a:pt x="1485043" y="4163949"/>
                  <a:pt x="1482662" y="4163949"/>
                </a:cubicBezTo>
                <a:lnTo>
                  <a:pt x="1473137" y="4163949"/>
                </a:lnTo>
                <a:cubicBezTo>
                  <a:pt x="1470755" y="4163949"/>
                  <a:pt x="1468850" y="4162044"/>
                  <a:pt x="1468850" y="4159663"/>
                </a:cubicBezTo>
                <a:close/>
                <a:moveTo>
                  <a:pt x="1846707" y="770763"/>
                </a:moveTo>
                <a:cubicBezTo>
                  <a:pt x="1848136" y="770763"/>
                  <a:pt x="1849660" y="770192"/>
                  <a:pt x="1850707" y="769144"/>
                </a:cubicBezTo>
                <a:cubicBezTo>
                  <a:pt x="1852898" y="766953"/>
                  <a:pt x="1852898" y="763334"/>
                  <a:pt x="1850707" y="761048"/>
                </a:cubicBezTo>
                <a:cubicBezTo>
                  <a:pt x="1848517" y="758857"/>
                  <a:pt x="1844897" y="758857"/>
                  <a:pt x="1842611" y="761048"/>
                </a:cubicBezTo>
                <a:cubicBezTo>
                  <a:pt x="1840421" y="763238"/>
                  <a:pt x="1840421" y="766858"/>
                  <a:pt x="1842611" y="769144"/>
                </a:cubicBezTo>
                <a:cubicBezTo>
                  <a:pt x="1843754" y="770287"/>
                  <a:pt x="1845183" y="770763"/>
                  <a:pt x="1846612" y="770763"/>
                </a:cubicBezTo>
                <a:close/>
                <a:moveTo>
                  <a:pt x="1844326" y="762762"/>
                </a:moveTo>
                <a:cubicBezTo>
                  <a:pt x="1844993" y="762095"/>
                  <a:pt x="1845850" y="761810"/>
                  <a:pt x="1846707" y="761810"/>
                </a:cubicBezTo>
                <a:cubicBezTo>
                  <a:pt x="1847564" y="761810"/>
                  <a:pt x="1848422" y="762095"/>
                  <a:pt x="1849088" y="762762"/>
                </a:cubicBezTo>
                <a:cubicBezTo>
                  <a:pt x="1850422" y="764096"/>
                  <a:pt x="1850422" y="766191"/>
                  <a:pt x="1849088" y="767429"/>
                </a:cubicBezTo>
                <a:cubicBezTo>
                  <a:pt x="1847850" y="768763"/>
                  <a:pt x="1845755" y="768763"/>
                  <a:pt x="1844421" y="767429"/>
                </a:cubicBezTo>
                <a:cubicBezTo>
                  <a:pt x="1843088" y="766096"/>
                  <a:pt x="1843088" y="764000"/>
                  <a:pt x="1844421" y="762762"/>
                </a:cubicBezTo>
                <a:close/>
                <a:moveTo>
                  <a:pt x="1710595" y="3733800"/>
                </a:moveTo>
                <a:lnTo>
                  <a:pt x="1728121" y="3715703"/>
                </a:lnTo>
                <a:lnTo>
                  <a:pt x="1761649" y="3715703"/>
                </a:lnTo>
                <a:cubicBezTo>
                  <a:pt x="1761649" y="3716274"/>
                  <a:pt x="1761744" y="3716846"/>
                  <a:pt x="1761935" y="3717417"/>
                </a:cubicBezTo>
                <a:cubicBezTo>
                  <a:pt x="1762982" y="3721703"/>
                  <a:pt x="1765745" y="3725323"/>
                  <a:pt x="1769555" y="3727609"/>
                </a:cubicBezTo>
                <a:cubicBezTo>
                  <a:pt x="1772126" y="3729133"/>
                  <a:pt x="1775079" y="3729990"/>
                  <a:pt x="1778032" y="3729990"/>
                </a:cubicBezTo>
                <a:cubicBezTo>
                  <a:pt x="1779365" y="3729990"/>
                  <a:pt x="1780794" y="3729800"/>
                  <a:pt x="1782128" y="3729514"/>
                </a:cubicBezTo>
                <a:cubicBezTo>
                  <a:pt x="1790986" y="3727228"/>
                  <a:pt x="1796415" y="3718179"/>
                  <a:pt x="1794224" y="3709321"/>
                </a:cubicBezTo>
                <a:cubicBezTo>
                  <a:pt x="1792034" y="3700463"/>
                  <a:pt x="1782985" y="3695034"/>
                  <a:pt x="1774031" y="3697224"/>
                </a:cubicBezTo>
                <a:cubicBezTo>
                  <a:pt x="1767269" y="3698938"/>
                  <a:pt x="1762601" y="3704463"/>
                  <a:pt x="1761649" y="3710940"/>
                </a:cubicBezTo>
                <a:lnTo>
                  <a:pt x="1726216" y="3710940"/>
                </a:lnTo>
                <a:lnTo>
                  <a:pt x="1705928" y="3731800"/>
                </a:lnTo>
                <a:lnTo>
                  <a:pt x="1705928" y="3800475"/>
                </a:lnTo>
                <a:lnTo>
                  <a:pt x="1689068" y="3818382"/>
                </a:lnTo>
                <a:lnTo>
                  <a:pt x="1689259" y="3864293"/>
                </a:lnTo>
                <a:lnTo>
                  <a:pt x="1661351" y="3887819"/>
                </a:lnTo>
                <a:cubicBezTo>
                  <a:pt x="1660493" y="3887343"/>
                  <a:pt x="1659541" y="3886962"/>
                  <a:pt x="1658493" y="3886962"/>
                </a:cubicBezTo>
                <a:lnTo>
                  <a:pt x="1638205" y="3886962"/>
                </a:lnTo>
                <a:cubicBezTo>
                  <a:pt x="1634871" y="3886962"/>
                  <a:pt x="1632204" y="3889629"/>
                  <a:pt x="1632204" y="3892963"/>
                </a:cubicBezTo>
                <a:lnTo>
                  <a:pt x="1632204" y="3900583"/>
                </a:lnTo>
                <a:cubicBezTo>
                  <a:pt x="1632204" y="3901535"/>
                  <a:pt x="1632490" y="3902393"/>
                  <a:pt x="1632871" y="3903250"/>
                </a:cubicBezTo>
                <a:lnTo>
                  <a:pt x="1617440" y="3915728"/>
                </a:lnTo>
                <a:lnTo>
                  <a:pt x="1617440" y="3975640"/>
                </a:lnTo>
                <a:cubicBezTo>
                  <a:pt x="1617440" y="3975640"/>
                  <a:pt x="1525048" y="4082320"/>
                  <a:pt x="1525048" y="4082320"/>
                </a:cubicBezTo>
                <a:lnTo>
                  <a:pt x="1524476" y="4082987"/>
                </a:lnTo>
                <a:lnTo>
                  <a:pt x="1524476" y="4098893"/>
                </a:lnTo>
                <a:cubicBezTo>
                  <a:pt x="1524476" y="4098893"/>
                  <a:pt x="1492377" y="4137755"/>
                  <a:pt x="1492377" y="4137755"/>
                </a:cubicBezTo>
                <a:cubicBezTo>
                  <a:pt x="1491806" y="4137470"/>
                  <a:pt x="1491044" y="4137279"/>
                  <a:pt x="1490377" y="4137279"/>
                </a:cubicBezTo>
                <a:lnTo>
                  <a:pt x="1465993" y="4137279"/>
                </a:lnTo>
                <a:cubicBezTo>
                  <a:pt x="1465136" y="4137279"/>
                  <a:pt x="1464374" y="4137470"/>
                  <a:pt x="1463707" y="4137851"/>
                </a:cubicBezTo>
                <a:lnTo>
                  <a:pt x="1457230" y="4128707"/>
                </a:lnTo>
                <a:lnTo>
                  <a:pt x="1457516" y="4043172"/>
                </a:lnTo>
                <a:lnTo>
                  <a:pt x="1530477" y="3963257"/>
                </a:lnTo>
                <a:cubicBezTo>
                  <a:pt x="1530477" y="3963257"/>
                  <a:pt x="1531144" y="3963448"/>
                  <a:pt x="1531525" y="3963448"/>
                </a:cubicBezTo>
                <a:lnTo>
                  <a:pt x="1541431" y="3963448"/>
                </a:lnTo>
                <a:cubicBezTo>
                  <a:pt x="1543526" y="3963448"/>
                  <a:pt x="1545336" y="3961734"/>
                  <a:pt x="1545336" y="3959543"/>
                </a:cubicBezTo>
                <a:lnTo>
                  <a:pt x="1545336" y="3949637"/>
                </a:lnTo>
                <a:cubicBezTo>
                  <a:pt x="1545336" y="3947541"/>
                  <a:pt x="1543622" y="3945731"/>
                  <a:pt x="1541431" y="3945731"/>
                </a:cubicBezTo>
                <a:lnTo>
                  <a:pt x="1538859" y="3945731"/>
                </a:lnTo>
                <a:lnTo>
                  <a:pt x="1538859" y="3884867"/>
                </a:lnTo>
                <a:cubicBezTo>
                  <a:pt x="1538859" y="3884867"/>
                  <a:pt x="1580102" y="3847719"/>
                  <a:pt x="1580102" y="3847719"/>
                </a:cubicBezTo>
                <a:cubicBezTo>
                  <a:pt x="1581245" y="3848291"/>
                  <a:pt x="1582388" y="3848767"/>
                  <a:pt x="1583627" y="3848957"/>
                </a:cubicBezTo>
                <a:cubicBezTo>
                  <a:pt x="1584103" y="3848957"/>
                  <a:pt x="1584674" y="3849053"/>
                  <a:pt x="1585151" y="3849053"/>
                </a:cubicBezTo>
                <a:cubicBezTo>
                  <a:pt x="1587532" y="3849053"/>
                  <a:pt x="1589818" y="3848291"/>
                  <a:pt x="1591723" y="3846862"/>
                </a:cubicBezTo>
                <a:cubicBezTo>
                  <a:pt x="1595533" y="3844004"/>
                  <a:pt x="1596771" y="3839051"/>
                  <a:pt x="1595342" y="3834670"/>
                </a:cubicBezTo>
                <a:lnTo>
                  <a:pt x="1682496" y="3757803"/>
                </a:lnTo>
                <a:lnTo>
                  <a:pt x="1682306" y="3689033"/>
                </a:lnTo>
                <a:lnTo>
                  <a:pt x="1699832" y="3671126"/>
                </a:lnTo>
                <a:lnTo>
                  <a:pt x="1777365" y="3671126"/>
                </a:lnTo>
                <a:lnTo>
                  <a:pt x="1782509" y="3675698"/>
                </a:lnTo>
                <a:lnTo>
                  <a:pt x="1808702" y="3675698"/>
                </a:lnTo>
                <a:cubicBezTo>
                  <a:pt x="1809845" y="3682079"/>
                  <a:pt x="1815370" y="3686937"/>
                  <a:pt x="1822132" y="3686937"/>
                </a:cubicBezTo>
                <a:cubicBezTo>
                  <a:pt x="1828895" y="3686937"/>
                  <a:pt x="1834420" y="3682079"/>
                  <a:pt x="1835563" y="3675698"/>
                </a:cubicBezTo>
                <a:lnTo>
                  <a:pt x="1914620" y="3675698"/>
                </a:lnTo>
                <a:lnTo>
                  <a:pt x="1875187" y="3716560"/>
                </a:lnTo>
                <a:lnTo>
                  <a:pt x="1830229" y="3717227"/>
                </a:lnTo>
                <a:cubicBezTo>
                  <a:pt x="1829657" y="3717227"/>
                  <a:pt x="1829086" y="3717512"/>
                  <a:pt x="1828610" y="3717893"/>
                </a:cubicBezTo>
                <a:lnTo>
                  <a:pt x="1773650" y="3771043"/>
                </a:lnTo>
                <a:lnTo>
                  <a:pt x="1753267" y="3771043"/>
                </a:lnTo>
                <a:lnTo>
                  <a:pt x="1753267" y="3767138"/>
                </a:lnTo>
                <a:cubicBezTo>
                  <a:pt x="1753267" y="3765423"/>
                  <a:pt x="1751838" y="3763994"/>
                  <a:pt x="1750124" y="3763994"/>
                </a:cubicBezTo>
                <a:lnTo>
                  <a:pt x="1737646" y="3763994"/>
                </a:lnTo>
                <a:cubicBezTo>
                  <a:pt x="1735931" y="3763994"/>
                  <a:pt x="1734503" y="3765423"/>
                  <a:pt x="1734503" y="3767138"/>
                </a:cubicBezTo>
                <a:lnTo>
                  <a:pt x="1734503" y="3779615"/>
                </a:lnTo>
                <a:cubicBezTo>
                  <a:pt x="1734503" y="3781330"/>
                  <a:pt x="1735931" y="3782759"/>
                  <a:pt x="1737646" y="3782759"/>
                </a:cubicBezTo>
                <a:lnTo>
                  <a:pt x="1750124" y="3782759"/>
                </a:lnTo>
                <a:cubicBezTo>
                  <a:pt x="1751838" y="3782759"/>
                  <a:pt x="1753267" y="3781330"/>
                  <a:pt x="1753267" y="3779615"/>
                </a:cubicBezTo>
                <a:lnTo>
                  <a:pt x="1753267" y="3775710"/>
                </a:lnTo>
                <a:lnTo>
                  <a:pt x="1774698" y="3775710"/>
                </a:lnTo>
                <a:cubicBezTo>
                  <a:pt x="1775365" y="3775710"/>
                  <a:pt x="1775936" y="3775424"/>
                  <a:pt x="1776317" y="3775043"/>
                </a:cubicBezTo>
                <a:lnTo>
                  <a:pt x="1831277" y="3721894"/>
                </a:lnTo>
                <a:lnTo>
                  <a:pt x="1876235" y="3721227"/>
                </a:lnTo>
                <a:cubicBezTo>
                  <a:pt x="1876901" y="3721227"/>
                  <a:pt x="1877473" y="3720942"/>
                  <a:pt x="1877949" y="3720465"/>
                </a:cubicBezTo>
                <a:lnTo>
                  <a:pt x="1922050" y="3674840"/>
                </a:lnTo>
                <a:cubicBezTo>
                  <a:pt x="1922717" y="3674174"/>
                  <a:pt x="1922907" y="3673126"/>
                  <a:pt x="1922526" y="3672269"/>
                </a:cubicBezTo>
                <a:cubicBezTo>
                  <a:pt x="1922145" y="3671411"/>
                  <a:pt x="1921288" y="3670840"/>
                  <a:pt x="1920335" y="3670840"/>
                </a:cubicBezTo>
                <a:lnTo>
                  <a:pt x="1835658" y="3670840"/>
                </a:lnTo>
                <a:cubicBezTo>
                  <a:pt x="1834515" y="3664458"/>
                  <a:pt x="1828991" y="3659600"/>
                  <a:pt x="1822228" y="3659600"/>
                </a:cubicBezTo>
                <a:cubicBezTo>
                  <a:pt x="1815465" y="3659600"/>
                  <a:pt x="1809941" y="3664458"/>
                  <a:pt x="1808798" y="3670840"/>
                </a:cubicBezTo>
                <a:lnTo>
                  <a:pt x="1784414" y="3670840"/>
                </a:lnTo>
                <a:lnTo>
                  <a:pt x="1779270" y="3666268"/>
                </a:lnTo>
                <a:lnTo>
                  <a:pt x="1697927" y="3666268"/>
                </a:lnTo>
                <a:lnTo>
                  <a:pt x="1677638" y="3687032"/>
                </a:lnTo>
                <a:lnTo>
                  <a:pt x="1677829" y="3755612"/>
                </a:lnTo>
                <a:lnTo>
                  <a:pt x="1592866" y="3830479"/>
                </a:lnTo>
                <a:cubicBezTo>
                  <a:pt x="1589056" y="3826574"/>
                  <a:pt x="1582960" y="3825907"/>
                  <a:pt x="1578578" y="3829241"/>
                </a:cubicBezTo>
                <a:cubicBezTo>
                  <a:pt x="1576292" y="3831050"/>
                  <a:pt x="1574768" y="3833622"/>
                  <a:pt x="1574387" y="3836480"/>
                </a:cubicBezTo>
                <a:cubicBezTo>
                  <a:pt x="1574006" y="3839337"/>
                  <a:pt x="1574768" y="3842195"/>
                  <a:pt x="1576483" y="3844576"/>
                </a:cubicBezTo>
                <a:lnTo>
                  <a:pt x="1534097" y="3882580"/>
                </a:lnTo>
                <a:lnTo>
                  <a:pt x="1534097" y="3945541"/>
                </a:lnTo>
                <a:cubicBezTo>
                  <a:pt x="1534097" y="3945541"/>
                  <a:pt x="1531620" y="3945541"/>
                  <a:pt x="1531620" y="3945541"/>
                </a:cubicBezTo>
                <a:cubicBezTo>
                  <a:pt x="1529525" y="3945541"/>
                  <a:pt x="1527715" y="3947255"/>
                  <a:pt x="1527715" y="3949446"/>
                </a:cubicBezTo>
                <a:lnTo>
                  <a:pt x="1527715" y="3959067"/>
                </a:lnTo>
                <a:lnTo>
                  <a:pt x="1453420" y="4040410"/>
                </a:lnTo>
                <a:cubicBezTo>
                  <a:pt x="1453420" y="4040410"/>
                  <a:pt x="1452753" y="4041458"/>
                  <a:pt x="1452753" y="4042029"/>
                </a:cubicBezTo>
                <a:lnTo>
                  <a:pt x="1452467" y="4129278"/>
                </a:lnTo>
                <a:cubicBezTo>
                  <a:pt x="1452467" y="4129754"/>
                  <a:pt x="1452658" y="4130230"/>
                  <a:pt x="1452944" y="4130707"/>
                </a:cubicBezTo>
                <a:lnTo>
                  <a:pt x="1460849" y="4141851"/>
                </a:lnTo>
                <a:cubicBezTo>
                  <a:pt x="1460849" y="4141851"/>
                  <a:pt x="1460659" y="4142327"/>
                  <a:pt x="1460659" y="4142613"/>
                </a:cubicBezTo>
                <a:lnTo>
                  <a:pt x="1460659" y="4166521"/>
                </a:lnTo>
                <a:cubicBezTo>
                  <a:pt x="1460659" y="4169474"/>
                  <a:pt x="1463040" y="4171855"/>
                  <a:pt x="1465993" y="4171855"/>
                </a:cubicBezTo>
                <a:lnTo>
                  <a:pt x="1489901" y="4171855"/>
                </a:lnTo>
                <a:cubicBezTo>
                  <a:pt x="1492853" y="4171855"/>
                  <a:pt x="1495235" y="4169474"/>
                  <a:pt x="1495235" y="4166521"/>
                </a:cubicBezTo>
                <a:lnTo>
                  <a:pt x="1495235" y="4142137"/>
                </a:lnTo>
                <a:cubicBezTo>
                  <a:pt x="1495235" y="4142137"/>
                  <a:pt x="1495235" y="4141946"/>
                  <a:pt x="1495235" y="4141851"/>
                </a:cubicBezTo>
                <a:lnTo>
                  <a:pt x="1529334" y="4100608"/>
                </a:lnTo>
                <a:lnTo>
                  <a:pt x="1529334" y="4084796"/>
                </a:lnTo>
                <a:cubicBezTo>
                  <a:pt x="1529334" y="4084796"/>
                  <a:pt x="1621727" y="3978117"/>
                  <a:pt x="1621727" y="3978117"/>
                </a:cubicBezTo>
                <a:lnTo>
                  <a:pt x="1622298" y="3977450"/>
                </a:lnTo>
                <a:lnTo>
                  <a:pt x="1622298" y="3918013"/>
                </a:lnTo>
                <a:cubicBezTo>
                  <a:pt x="1622298" y="3918013"/>
                  <a:pt x="1636776" y="3906298"/>
                  <a:pt x="1636776" y="3906298"/>
                </a:cubicBezTo>
                <a:cubicBezTo>
                  <a:pt x="1637252" y="3906488"/>
                  <a:pt x="1637824" y="3906584"/>
                  <a:pt x="1638395" y="3906584"/>
                </a:cubicBezTo>
                <a:lnTo>
                  <a:pt x="1658684" y="3906584"/>
                </a:lnTo>
                <a:cubicBezTo>
                  <a:pt x="1662017" y="3906584"/>
                  <a:pt x="1664684" y="3903917"/>
                  <a:pt x="1664684" y="3900583"/>
                </a:cubicBezTo>
                <a:lnTo>
                  <a:pt x="1664684" y="3892963"/>
                </a:lnTo>
                <a:cubicBezTo>
                  <a:pt x="1664684" y="3892487"/>
                  <a:pt x="1664494" y="3892010"/>
                  <a:pt x="1664399" y="3891629"/>
                </a:cubicBezTo>
                <a:lnTo>
                  <a:pt x="1694212" y="3866484"/>
                </a:lnTo>
                <a:lnTo>
                  <a:pt x="1694021" y="3820287"/>
                </a:lnTo>
                <a:lnTo>
                  <a:pt x="1710881" y="3802380"/>
                </a:lnTo>
                <a:lnTo>
                  <a:pt x="1710881" y="3733800"/>
                </a:lnTo>
                <a:close/>
                <a:moveTo>
                  <a:pt x="1775174" y="3701892"/>
                </a:moveTo>
                <a:cubicBezTo>
                  <a:pt x="1776127" y="3701605"/>
                  <a:pt x="1777079" y="3701510"/>
                  <a:pt x="1778032" y="3701510"/>
                </a:cubicBezTo>
                <a:cubicBezTo>
                  <a:pt x="1783366" y="3701510"/>
                  <a:pt x="1788224" y="3705130"/>
                  <a:pt x="1789557" y="3710464"/>
                </a:cubicBezTo>
                <a:cubicBezTo>
                  <a:pt x="1791176" y="3716846"/>
                  <a:pt x="1787271" y="3723227"/>
                  <a:pt x="1780985" y="3724847"/>
                </a:cubicBezTo>
                <a:cubicBezTo>
                  <a:pt x="1777937" y="3725609"/>
                  <a:pt x="1774698" y="3725132"/>
                  <a:pt x="1772031" y="3723513"/>
                </a:cubicBezTo>
                <a:cubicBezTo>
                  <a:pt x="1769269" y="3721894"/>
                  <a:pt x="1767364" y="3719322"/>
                  <a:pt x="1766602" y="3716179"/>
                </a:cubicBezTo>
                <a:cubicBezTo>
                  <a:pt x="1764982" y="3709892"/>
                  <a:pt x="1768888" y="3703415"/>
                  <a:pt x="1775174" y="3701796"/>
                </a:cubicBezTo>
                <a:close/>
                <a:moveTo>
                  <a:pt x="1821942" y="3664744"/>
                </a:moveTo>
                <a:cubicBezTo>
                  <a:pt x="1826895" y="3664744"/>
                  <a:pt x="1830800" y="3668744"/>
                  <a:pt x="1830800" y="3673602"/>
                </a:cubicBezTo>
                <a:cubicBezTo>
                  <a:pt x="1830800" y="3678460"/>
                  <a:pt x="1826800" y="3682460"/>
                  <a:pt x="1821942" y="3682460"/>
                </a:cubicBezTo>
                <a:cubicBezTo>
                  <a:pt x="1817084" y="3682460"/>
                  <a:pt x="1813084" y="3678460"/>
                  <a:pt x="1813084" y="3673602"/>
                </a:cubicBezTo>
                <a:cubicBezTo>
                  <a:pt x="1813084" y="3668744"/>
                  <a:pt x="1817084" y="3664744"/>
                  <a:pt x="1821942" y="3664744"/>
                </a:cubicBezTo>
                <a:close/>
                <a:moveTo>
                  <a:pt x="1581245" y="3833527"/>
                </a:moveTo>
                <a:cubicBezTo>
                  <a:pt x="1582388" y="3832670"/>
                  <a:pt x="1583627" y="3832288"/>
                  <a:pt x="1584960" y="3832288"/>
                </a:cubicBezTo>
                <a:cubicBezTo>
                  <a:pt x="1586865" y="3832288"/>
                  <a:pt x="1588675" y="3833146"/>
                  <a:pt x="1589913" y="3834765"/>
                </a:cubicBezTo>
                <a:cubicBezTo>
                  <a:pt x="1592009" y="3837527"/>
                  <a:pt x="1591437" y="3841433"/>
                  <a:pt x="1588675" y="3843433"/>
                </a:cubicBezTo>
                <a:cubicBezTo>
                  <a:pt x="1587341" y="3844385"/>
                  <a:pt x="1585722" y="3844862"/>
                  <a:pt x="1584103" y="3844576"/>
                </a:cubicBezTo>
                <a:cubicBezTo>
                  <a:pt x="1582484" y="3844385"/>
                  <a:pt x="1581055" y="3843528"/>
                  <a:pt x="1580007" y="3842195"/>
                </a:cubicBezTo>
                <a:cubicBezTo>
                  <a:pt x="1579055" y="3840861"/>
                  <a:pt x="1578578" y="3839242"/>
                  <a:pt x="1578769" y="3837623"/>
                </a:cubicBezTo>
                <a:cubicBezTo>
                  <a:pt x="1578959" y="3836003"/>
                  <a:pt x="1579817" y="3834575"/>
                  <a:pt x="1581150" y="3833527"/>
                </a:cubicBezTo>
                <a:close/>
                <a:moveTo>
                  <a:pt x="1490282" y="4166807"/>
                </a:moveTo>
                <a:cubicBezTo>
                  <a:pt x="1490282" y="4166807"/>
                  <a:pt x="1490091" y="4167283"/>
                  <a:pt x="1489805" y="4167283"/>
                </a:cubicBezTo>
                <a:lnTo>
                  <a:pt x="1465898" y="4167283"/>
                </a:lnTo>
                <a:cubicBezTo>
                  <a:pt x="1465898" y="4167283"/>
                  <a:pt x="1465421" y="4167092"/>
                  <a:pt x="1465421" y="4166807"/>
                </a:cubicBezTo>
                <a:lnTo>
                  <a:pt x="1465421" y="4142899"/>
                </a:lnTo>
                <a:cubicBezTo>
                  <a:pt x="1465421" y="4142899"/>
                  <a:pt x="1465612" y="4142423"/>
                  <a:pt x="1465898" y="4142423"/>
                </a:cubicBezTo>
                <a:lnTo>
                  <a:pt x="1490282" y="4142423"/>
                </a:lnTo>
                <a:cubicBezTo>
                  <a:pt x="1490282" y="4142423"/>
                  <a:pt x="1490282" y="4166807"/>
                  <a:pt x="1490282" y="4166807"/>
                </a:cubicBezTo>
                <a:close/>
                <a:moveTo>
                  <a:pt x="1659731" y="3900773"/>
                </a:moveTo>
                <a:cubicBezTo>
                  <a:pt x="1659731" y="3901440"/>
                  <a:pt x="1659160" y="3902012"/>
                  <a:pt x="1658493" y="3902012"/>
                </a:cubicBezTo>
                <a:lnTo>
                  <a:pt x="1638205" y="3902012"/>
                </a:lnTo>
                <a:cubicBezTo>
                  <a:pt x="1637538" y="3902012"/>
                  <a:pt x="1636967" y="3901440"/>
                  <a:pt x="1636967" y="3900773"/>
                </a:cubicBezTo>
                <a:lnTo>
                  <a:pt x="1636967" y="3893153"/>
                </a:lnTo>
                <a:cubicBezTo>
                  <a:pt x="1636967" y="3892487"/>
                  <a:pt x="1637538" y="3891915"/>
                  <a:pt x="1638205" y="3891915"/>
                </a:cubicBezTo>
                <a:lnTo>
                  <a:pt x="1658493" y="3891915"/>
                </a:lnTo>
                <a:cubicBezTo>
                  <a:pt x="1659160" y="3891915"/>
                  <a:pt x="1659731" y="3892487"/>
                  <a:pt x="1659731" y="3893153"/>
                </a:cubicBezTo>
                <a:lnTo>
                  <a:pt x="1659731" y="3900773"/>
                </a:lnTo>
                <a:close/>
                <a:moveTo>
                  <a:pt x="1629347" y="539210"/>
                </a:moveTo>
                <a:lnTo>
                  <a:pt x="1636490" y="539210"/>
                </a:lnTo>
                <a:lnTo>
                  <a:pt x="1636490" y="543973"/>
                </a:lnTo>
                <a:lnTo>
                  <a:pt x="1629347" y="543973"/>
                </a:lnTo>
                <a:lnTo>
                  <a:pt x="1629347" y="539210"/>
                </a:lnTo>
                <a:close/>
                <a:moveTo>
                  <a:pt x="1632966" y="417100"/>
                </a:moveTo>
                <a:cubicBezTo>
                  <a:pt x="1625537" y="417100"/>
                  <a:pt x="1619536" y="423101"/>
                  <a:pt x="1619536" y="430530"/>
                </a:cubicBezTo>
                <a:cubicBezTo>
                  <a:pt x="1619536" y="436721"/>
                  <a:pt x="1623727" y="441865"/>
                  <a:pt x="1629442" y="443484"/>
                </a:cubicBezTo>
                <a:lnTo>
                  <a:pt x="1629442" y="446437"/>
                </a:lnTo>
                <a:lnTo>
                  <a:pt x="1636586" y="446437"/>
                </a:lnTo>
                <a:lnTo>
                  <a:pt x="1636586" y="443484"/>
                </a:lnTo>
                <a:cubicBezTo>
                  <a:pt x="1642301" y="441865"/>
                  <a:pt x="1646492" y="436721"/>
                  <a:pt x="1646492" y="430530"/>
                </a:cubicBezTo>
                <a:cubicBezTo>
                  <a:pt x="1646492" y="423101"/>
                  <a:pt x="1640491" y="417100"/>
                  <a:pt x="1633061" y="417100"/>
                </a:cubicBezTo>
                <a:close/>
                <a:moveTo>
                  <a:pt x="1632966" y="439293"/>
                </a:moveTo>
                <a:cubicBezTo>
                  <a:pt x="1628203" y="439293"/>
                  <a:pt x="1624298" y="435388"/>
                  <a:pt x="1624298" y="430625"/>
                </a:cubicBezTo>
                <a:cubicBezTo>
                  <a:pt x="1624298" y="425863"/>
                  <a:pt x="1628203" y="421958"/>
                  <a:pt x="1632966" y="421958"/>
                </a:cubicBezTo>
                <a:cubicBezTo>
                  <a:pt x="1637728" y="421958"/>
                  <a:pt x="1641634" y="425863"/>
                  <a:pt x="1641634" y="430625"/>
                </a:cubicBezTo>
                <a:cubicBezTo>
                  <a:pt x="1641634" y="435388"/>
                  <a:pt x="1637728" y="439293"/>
                  <a:pt x="1632966" y="439293"/>
                </a:cubicBezTo>
                <a:close/>
                <a:moveTo>
                  <a:pt x="1636490" y="530733"/>
                </a:moveTo>
                <a:lnTo>
                  <a:pt x="1629347" y="530733"/>
                </a:lnTo>
                <a:lnTo>
                  <a:pt x="1629347" y="522256"/>
                </a:lnTo>
                <a:lnTo>
                  <a:pt x="1636490" y="522256"/>
                </a:lnTo>
                <a:lnTo>
                  <a:pt x="1636490" y="530733"/>
                </a:lnTo>
                <a:close/>
                <a:moveTo>
                  <a:pt x="1636490" y="513874"/>
                </a:moveTo>
                <a:lnTo>
                  <a:pt x="1629347" y="513874"/>
                </a:lnTo>
                <a:lnTo>
                  <a:pt x="1629347" y="505397"/>
                </a:lnTo>
                <a:lnTo>
                  <a:pt x="1636490" y="505397"/>
                </a:lnTo>
                <a:lnTo>
                  <a:pt x="1636490" y="513874"/>
                </a:lnTo>
                <a:close/>
                <a:moveTo>
                  <a:pt x="1764221" y="4051173"/>
                </a:moveTo>
                <a:lnTo>
                  <a:pt x="1790510" y="4051173"/>
                </a:lnTo>
                <a:cubicBezTo>
                  <a:pt x="1791081" y="4052983"/>
                  <a:pt x="1792034" y="4054602"/>
                  <a:pt x="1793272" y="4056031"/>
                </a:cubicBezTo>
                <a:cubicBezTo>
                  <a:pt x="1795748" y="4058698"/>
                  <a:pt x="1799082" y="4060317"/>
                  <a:pt x="1802797" y="4060412"/>
                </a:cubicBezTo>
                <a:cubicBezTo>
                  <a:pt x="1802987" y="4060412"/>
                  <a:pt x="1803178" y="4060412"/>
                  <a:pt x="1803368" y="4060412"/>
                </a:cubicBezTo>
                <a:cubicBezTo>
                  <a:pt x="1810607" y="4060412"/>
                  <a:pt x="1816703" y="4054697"/>
                  <a:pt x="1816989" y="4047363"/>
                </a:cubicBezTo>
                <a:lnTo>
                  <a:pt x="1816989" y="4047363"/>
                </a:lnTo>
                <a:cubicBezTo>
                  <a:pt x="1817275" y="4039838"/>
                  <a:pt x="1811465" y="4033457"/>
                  <a:pt x="1803940" y="4033076"/>
                </a:cubicBezTo>
                <a:cubicBezTo>
                  <a:pt x="1801654" y="4032980"/>
                  <a:pt x="1799463" y="4033457"/>
                  <a:pt x="1797558" y="4034409"/>
                </a:cubicBezTo>
                <a:lnTo>
                  <a:pt x="1777556" y="4011359"/>
                </a:lnTo>
                <a:lnTo>
                  <a:pt x="1778127" y="3825907"/>
                </a:lnTo>
                <a:lnTo>
                  <a:pt x="1766411" y="3814382"/>
                </a:lnTo>
                <a:cubicBezTo>
                  <a:pt x="1766602" y="3813810"/>
                  <a:pt x="1766792" y="3813334"/>
                  <a:pt x="1766792" y="3812667"/>
                </a:cubicBezTo>
                <a:lnTo>
                  <a:pt x="1766792" y="3805047"/>
                </a:lnTo>
                <a:cubicBezTo>
                  <a:pt x="1766792" y="3801713"/>
                  <a:pt x="1764125" y="3799046"/>
                  <a:pt x="1760792" y="3799046"/>
                </a:cubicBezTo>
                <a:lnTo>
                  <a:pt x="1740503" y="3799046"/>
                </a:lnTo>
                <a:cubicBezTo>
                  <a:pt x="1737170" y="3799046"/>
                  <a:pt x="1734503" y="3801713"/>
                  <a:pt x="1734503" y="3805047"/>
                </a:cubicBezTo>
                <a:lnTo>
                  <a:pt x="1734503" y="3812667"/>
                </a:lnTo>
                <a:cubicBezTo>
                  <a:pt x="1734503" y="3813524"/>
                  <a:pt x="1734693" y="3814382"/>
                  <a:pt x="1735074" y="3815144"/>
                </a:cubicBezTo>
                <a:lnTo>
                  <a:pt x="1724120" y="3825907"/>
                </a:lnTo>
                <a:lnTo>
                  <a:pt x="1724120" y="3904964"/>
                </a:lnTo>
                <a:lnTo>
                  <a:pt x="1725168" y="3904964"/>
                </a:lnTo>
                <a:cubicBezTo>
                  <a:pt x="1719834" y="3905631"/>
                  <a:pt x="1715548" y="3909917"/>
                  <a:pt x="1715262" y="3915442"/>
                </a:cubicBezTo>
                <a:cubicBezTo>
                  <a:pt x="1714976" y="3921633"/>
                  <a:pt x="1719834" y="3926967"/>
                  <a:pt x="1726025" y="3927158"/>
                </a:cubicBezTo>
                <a:cubicBezTo>
                  <a:pt x="1732217" y="3927443"/>
                  <a:pt x="1737551" y="3922586"/>
                  <a:pt x="1737741" y="3916394"/>
                </a:cubicBezTo>
                <a:cubicBezTo>
                  <a:pt x="1738027" y="3910584"/>
                  <a:pt x="1733741" y="3905822"/>
                  <a:pt x="1728121" y="3904964"/>
                </a:cubicBezTo>
                <a:lnTo>
                  <a:pt x="1728788" y="3904964"/>
                </a:lnTo>
                <a:lnTo>
                  <a:pt x="1728788" y="3827907"/>
                </a:lnTo>
                <a:lnTo>
                  <a:pt x="1738598" y="3818287"/>
                </a:lnTo>
                <a:cubicBezTo>
                  <a:pt x="1739170" y="3818477"/>
                  <a:pt x="1739837" y="3818668"/>
                  <a:pt x="1740503" y="3818668"/>
                </a:cubicBezTo>
                <a:lnTo>
                  <a:pt x="1760792" y="3818668"/>
                </a:lnTo>
                <a:cubicBezTo>
                  <a:pt x="1761744" y="3818668"/>
                  <a:pt x="1762601" y="3818382"/>
                  <a:pt x="1763459" y="3818001"/>
                </a:cubicBezTo>
                <a:lnTo>
                  <a:pt x="1773460" y="3827812"/>
                </a:lnTo>
                <a:lnTo>
                  <a:pt x="1772888" y="4012121"/>
                </a:lnTo>
                <a:lnTo>
                  <a:pt x="1772888" y="4012978"/>
                </a:lnTo>
                <a:cubicBezTo>
                  <a:pt x="1772888" y="4012978"/>
                  <a:pt x="1793748" y="4036981"/>
                  <a:pt x="1793748" y="4036981"/>
                </a:cubicBezTo>
                <a:cubicBezTo>
                  <a:pt x="1791462" y="4039267"/>
                  <a:pt x="1789938" y="4042410"/>
                  <a:pt x="1789843" y="4045934"/>
                </a:cubicBezTo>
                <a:cubicBezTo>
                  <a:pt x="1789843" y="4045934"/>
                  <a:pt x="1789843" y="4046125"/>
                  <a:pt x="1789843" y="4046125"/>
                </a:cubicBezTo>
                <a:lnTo>
                  <a:pt x="1762030" y="4046125"/>
                </a:lnTo>
                <a:lnTo>
                  <a:pt x="1637728" y="4197954"/>
                </a:lnTo>
                <a:lnTo>
                  <a:pt x="1637728" y="4237292"/>
                </a:lnTo>
                <a:cubicBezTo>
                  <a:pt x="1631823" y="4238435"/>
                  <a:pt x="1627346" y="4243388"/>
                  <a:pt x="1627346" y="4249579"/>
                </a:cubicBezTo>
                <a:cubicBezTo>
                  <a:pt x="1627346" y="4255389"/>
                  <a:pt x="1631252" y="4260056"/>
                  <a:pt x="1636586" y="4261676"/>
                </a:cubicBezTo>
                <a:lnTo>
                  <a:pt x="1636586" y="4340352"/>
                </a:lnTo>
                <a:lnTo>
                  <a:pt x="1633157" y="4340352"/>
                </a:lnTo>
                <a:cubicBezTo>
                  <a:pt x="1626870" y="4340352"/>
                  <a:pt x="1621631" y="4345496"/>
                  <a:pt x="1621631" y="4351878"/>
                </a:cubicBezTo>
                <a:lnTo>
                  <a:pt x="1621631" y="4403217"/>
                </a:lnTo>
                <a:cubicBezTo>
                  <a:pt x="1621631" y="4409504"/>
                  <a:pt x="1626775" y="4414743"/>
                  <a:pt x="1633157" y="4414743"/>
                </a:cubicBezTo>
                <a:lnTo>
                  <a:pt x="1647158" y="4414743"/>
                </a:lnTo>
                <a:cubicBezTo>
                  <a:pt x="1653445" y="4414743"/>
                  <a:pt x="1658684" y="4409599"/>
                  <a:pt x="1658684" y="4403217"/>
                </a:cubicBezTo>
                <a:lnTo>
                  <a:pt x="1658684" y="4351878"/>
                </a:lnTo>
                <a:cubicBezTo>
                  <a:pt x="1658684" y="4345591"/>
                  <a:pt x="1653540" y="4340352"/>
                  <a:pt x="1647158" y="4340352"/>
                </a:cubicBezTo>
                <a:lnTo>
                  <a:pt x="1643729" y="4340352"/>
                </a:lnTo>
                <a:lnTo>
                  <a:pt x="1643729" y="4261676"/>
                </a:lnTo>
                <a:cubicBezTo>
                  <a:pt x="1649063" y="4260056"/>
                  <a:pt x="1652969" y="4255389"/>
                  <a:pt x="1652969" y="4249579"/>
                </a:cubicBezTo>
                <a:cubicBezTo>
                  <a:pt x="1652969" y="4243388"/>
                  <a:pt x="1648397" y="4238435"/>
                  <a:pt x="1642586" y="4237292"/>
                </a:cubicBezTo>
                <a:lnTo>
                  <a:pt x="1642586" y="4199573"/>
                </a:lnTo>
                <a:lnTo>
                  <a:pt x="1764411" y="4050792"/>
                </a:lnTo>
                <a:close/>
                <a:moveTo>
                  <a:pt x="1762030" y="3812762"/>
                </a:moveTo>
                <a:cubicBezTo>
                  <a:pt x="1762030" y="3813429"/>
                  <a:pt x="1761458" y="3814001"/>
                  <a:pt x="1760792" y="3814001"/>
                </a:cubicBezTo>
                <a:lnTo>
                  <a:pt x="1740503" y="3814001"/>
                </a:lnTo>
                <a:cubicBezTo>
                  <a:pt x="1739837" y="3814001"/>
                  <a:pt x="1739265" y="3813429"/>
                  <a:pt x="1739265" y="3812762"/>
                </a:cubicBezTo>
                <a:lnTo>
                  <a:pt x="1739265" y="3805142"/>
                </a:lnTo>
                <a:cubicBezTo>
                  <a:pt x="1739265" y="3804476"/>
                  <a:pt x="1739837" y="3803904"/>
                  <a:pt x="1740503" y="3803904"/>
                </a:cubicBezTo>
                <a:lnTo>
                  <a:pt x="1760792" y="3803904"/>
                </a:lnTo>
                <a:cubicBezTo>
                  <a:pt x="1761458" y="3803904"/>
                  <a:pt x="1762030" y="3804476"/>
                  <a:pt x="1762030" y="3805142"/>
                </a:cubicBezTo>
                <a:lnTo>
                  <a:pt x="1762030" y="3812762"/>
                </a:lnTo>
                <a:close/>
                <a:moveTo>
                  <a:pt x="1797177" y="4040505"/>
                </a:moveTo>
                <a:lnTo>
                  <a:pt x="1797558" y="4040219"/>
                </a:lnTo>
                <a:cubicBezTo>
                  <a:pt x="1799177" y="4038791"/>
                  <a:pt x="1801178" y="4037934"/>
                  <a:pt x="1803464" y="4037934"/>
                </a:cubicBezTo>
                <a:cubicBezTo>
                  <a:pt x="1803559" y="4037934"/>
                  <a:pt x="1803749" y="4037934"/>
                  <a:pt x="1803845" y="4037934"/>
                </a:cubicBezTo>
                <a:cubicBezTo>
                  <a:pt x="1808702" y="4038124"/>
                  <a:pt x="1812512" y="4042315"/>
                  <a:pt x="1812322" y="4047173"/>
                </a:cubicBezTo>
                <a:cubicBezTo>
                  <a:pt x="1812131" y="4052030"/>
                  <a:pt x="1807750" y="4055936"/>
                  <a:pt x="1803082" y="4055650"/>
                </a:cubicBezTo>
                <a:cubicBezTo>
                  <a:pt x="1800701" y="4055555"/>
                  <a:pt x="1798511" y="4054507"/>
                  <a:pt x="1796891" y="4052792"/>
                </a:cubicBezTo>
                <a:cubicBezTo>
                  <a:pt x="1795272" y="4051078"/>
                  <a:pt x="1794415" y="4048792"/>
                  <a:pt x="1794605" y="4046411"/>
                </a:cubicBezTo>
                <a:cubicBezTo>
                  <a:pt x="1794701" y="4044125"/>
                  <a:pt x="1795748" y="4042029"/>
                  <a:pt x="1797272" y="4040505"/>
                </a:cubicBezTo>
                <a:close/>
                <a:moveTo>
                  <a:pt x="1651349" y="4403503"/>
                </a:moveTo>
                <a:cubicBezTo>
                  <a:pt x="1651349" y="4405884"/>
                  <a:pt x="1649444" y="4407885"/>
                  <a:pt x="1646968" y="4407885"/>
                </a:cubicBezTo>
                <a:lnTo>
                  <a:pt x="1632966" y="4407885"/>
                </a:lnTo>
                <a:cubicBezTo>
                  <a:pt x="1630585" y="4407885"/>
                  <a:pt x="1628585" y="4405979"/>
                  <a:pt x="1628585" y="4403503"/>
                </a:cubicBezTo>
                <a:lnTo>
                  <a:pt x="1628585" y="4391787"/>
                </a:lnTo>
                <a:lnTo>
                  <a:pt x="1651254" y="4391787"/>
                </a:lnTo>
                <a:lnTo>
                  <a:pt x="1651254" y="4403503"/>
                </a:lnTo>
                <a:close/>
                <a:moveTo>
                  <a:pt x="1647063" y="4347877"/>
                </a:moveTo>
                <a:cubicBezTo>
                  <a:pt x="1649444" y="4347877"/>
                  <a:pt x="1651445" y="4349782"/>
                  <a:pt x="1651445" y="4352259"/>
                </a:cubicBezTo>
                <a:lnTo>
                  <a:pt x="1651445" y="4361212"/>
                </a:lnTo>
                <a:lnTo>
                  <a:pt x="1628775" y="4361212"/>
                </a:lnTo>
                <a:lnTo>
                  <a:pt x="1628775" y="4352259"/>
                </a:lnTo>
                <a:cubicBezTo>
                  <a:pt x="1628775" y="4349877"/>
                  <a:pt x="1630680" y="4347877"/>
                  <a:pt x="1633157" y="4347877"/>
                </a:cubicBezTo>
                <a:lnTo>
                  <a:pt x="1647158" y="4347877"/>
                </a:lnTo>
                <a:close/>
                <a:moveTo>
                  <a:pt x="1648111" y="4249960"/>
                </a:moveTo>
                <a:cubicBezTo>
                  <a:pt x="1648111" y="4254342"/>
                  <a:pt x="1644491" y="4257961"/>
                  <a:pt x="1640110" y="4257961"/>
                </a:cubicBezTo>
                <a:cubicBezTo>
                  <a:pt x="1635728" y="4257961"/>
                  <a:pt x="1632109" y="4254342"/>
                  <a:pt x="1632109" y="4249960"/>
                </a:cubicBezTo>
                <a:cubicBezTo>
                  <a:pt x="1632109" y="4245579"/>
                  <a:pt x="1635728" y="4241959"/>
                  <a:pt x="1640110" y="4241959"/>
                </a:cubicBezTo>
                <a:cubicBezTo>
                  <a:pt x="1644491" y="4241959"/>
                  <a:pt x="1648111" y="4245579"/>
                  <a:pt x="1648111" y="4249960"/>
                </a:cubicBezTo>
                <a:close/>
                <a:moveTo>
                  <a:pt x="1771745" y="3713321"/>
                </a:moveTo>
                <a:cubicBezTo>
                  <a:pt x="1771745" y="3709797"/>
                  <a:pt x="1774603" y="3707035"/>
                  <a:pt x="1778127" y="3707035"/>
                </a:cubicBezTo>
                <a:cubicBezTo>
                  <a:pt x="1781651" y="3707035"/>
                  <a:pt x="1784414" y="3709892"/>
                  <a:pt x="1784414" y="3713417"/>
                </a:cubicBezTo>
                <a:cubicBezTo>
                  <a:pt x="1784414" y="3716941"/>
                  <a:pt x="1781556" y="3719703"/>
                  <a:pt x="1778032" y="3719703"/>
                </a:cubicBezTo>
                <a:cubicBezTo>
                  <a:pt x="1774507" y="3719703"/>
                  <a:pt x="1771745" y="3716846"/>
                  <a:pt x="1771745" y="3713321"/>
                </a:cubicBezTo>
                <a:close/>
                <a:moveTo>
                  <a:pt x="1636490" y="497014"/>
                </a:moveTo>
                <a:lnTo>
                  <a:pt x="1629347" y="497014"/>
                </a:lnTo>
                <a:lnTo>
                  <a:pt x="1629347" y="488537"/>
                </a:lnTo>
                <a:lnTo>
                  <a:pt x="1636490" y="488537"/>
                </a:lnTo>
                <a:lnTo>
                  <a:pt x="1636490" y="497014"/>
                </a:lnTo>
                <a:close/>
                <a:moveTo>
                  <a:pt x="569405" y="2676144"/>
                </a:moveTo>
                <a:cubicBezTo>
                  <a:pt x="567500" y="2674239"/>
                  <a:pt x="564166" y="2674239"/>
                  <a:pt x="562166" y="2676144"/>
                </a:cubicBezTo>
                <a:lnTo>
                  <a:pt x="553022" y="2685288"/>
                </a:lnTo>
                <a:cubicBezTo>
                  <a:pt x="551021" y="2687288"/>
                  <a:pt x="551021" y="2690527"/>
                  <a:pt x="553022" y="2692432"/>
                </a:cubicBezTo>
                <a:lnTo>
                  <a:pt x="562166" y="2701576"/>
                </a:lnTo>
                <a:cubicBezTo>
                  <a:pt x="563118" y="2702528"/>
                  <a:pt x="564452" y="2703100"/>
                  <a:pt x="565785" y="2703100"/>
                </a:cubicBezTo>
                <a:cubicBezTo>
                  <a:pt x="567119" y="2703100"/>
                  <a:pt x="568452" y="2702528"/>
                  <a:pt x="569405" y="2701576"/>
                </a:cubicBezTo>
                <a:lnTo>
                  <a:pt x="578549" y="2692432"/>
                </a:lnTo>
                <a:cubicBezTo>
                  <a:pt x="580549" y="2690432"/>
                  <a:pt x="580549" y="2687193"/>
                  <a:pt x="578549" y="2685288"/>
                </a:cubicBezTo>
                <a:lnTo>
                  <a:pt x="575691" y="2682430"/>
                </a:lnTo>
                <a:lnTo>
                  <a:pt x="718757" y="2528030"/>
                </a:lnTo>
                <a:cubicBezTo>
                  <a:pt x="720471" y="2529078"/>
                  <a:pt x="722376" y="2529935"/>
                  <a:pt x="724567" y="2529935"/>
                </a:cubicBezTo>
                <a:cubicBezTo>
                  <a:pt x="730663" y="2529935"/>
                  <a:pt x="735616" y="2524982"/>
                  <a:pt x="735616" y="2518886"/>
                </a:cubicBezTo>
                <a:cubicBezTo>
                  <a:pt x="735616" y="2512790"/>
                  <a:pt x="730663" y="2507837"/>
                  <a:pt x="724567" y="2507837"/>
                </a:cubicBezTo>
                <a:cubicBezTo>
                  <a:pt x="718471" y="2507837"/>
                  <a:pt x="713518" y="2512790"/>
                  <a:pt x="713518" y="2518886"/>
                </a:cubicBezTo>
                <a:cubicBezTo>
                  <a:pt x="713518" y="2521077"/>
                  <a:pt x="714280" y="2522982"/>
                  <a:pt x="715423" y="2524792"/>
                </a:cubicBezTo>
                <a:lnTo>
                  <a:pt x="572453" y="2679097"/>
                </a:lnTo>
                <a:lnTo>
                  <a:pt x="569500" y="2676144"/>
                </a:lnTo>
                <a:close/>
                <a:moveTo>
                  <a:pt x="565499" y="2698147"/>
                </a:moveTo>
                <a:lnTo>
                  <a:pt x="556355" y="2688527"/>
                </a:lnTo>
                <a:lnTo>
                  <a:pt x="565690" y="2679287"/>
                </a:lnTo>
                <a:cubicBezTo>
                  <a:pt x="565690" y="2679287"/>
                  <a:pt x="565880" y="2679287"/>
                  <a:pt x="565880" y="2679383"/>
                </a:cubicBezTo>
                <a:lnTo>
                  <a:pt x="575024" y="2689003"/>
                </a:lnTo>
                <a:lnTo>
                  <a:pt x="565404" y="2698147"/>
                </a:lnTo>
                <a:close/>
                <a:moveTo>
                  <a:pt x="1636490" y="480155"/>
                </a:moveTo>
                <a:lnTo>
                  <a:pt x="1629347" y="480155"/>
                </a:lnTo>
                <a:lnTo>
                  <a:pt x="1629347" y="471678"/>
                </a:lnTo>
                <a:lnTo>
                  <a:pt x="1636490" y="471678"/>
                </a:lnTo>
                <a:lnTo>
                  <a:pt x="1636490" y="480155"/>
                </a:lnTo>
                <a:close/>
                <a:moveTo>
                  <a:pt x="1636490" y="463296"/>
                </a:moveTo>
                <a:lnTo>
                  <a:pt x="1629347" y="463296"/>
                </a:lnTo>
                <a:lnTo>
                  <a:pt x="1629347" y="454819"/>
                </a:lnTo>
                <a:lnTo>
                  <a:pt x="1636490" y="454819"/>
                </a:lnTo>
                <a:lnTo>
                  <a:pt x="1636490" y="463296"/>
                </a:lnTo>
                <a:close/>
                <a:moveTo>
                  <a:pt x="1812512" y="4136422"/>
                </a:moveTo>
                <a:cubicBezTo>
                  <a:pt x="1812512" y="4144042"/>
                  <a:pt x="1806321" y="4150233"/>
                  <a:pt x="1798701" y="4150233"/>
                </a:cubicBezTo>
                <a:cubicBezTo>
                  <a:pt x="1791081" y="4150233"/>
                  <a:pt x="1784890" y="4144042"/>
                  <a:pt x="1784890" y="4136422"/>
                </a:cubicBezTo>
                <a:cubicBezTo>
                  <a:pt x="1784890" y="4128802"/>
                  <a:pt x="1791081" y="4122611"/>
                  <a:pt x="1798701" y="4122611"/>
                </a:cubicBezTo>
                <a:cubicBezTo>
                  <a:pt x="1806321" y="4122611"/>
                  <a:pt x="1812512" y="4128802"/>
                  <a:pt x="1812512" y="4136422"/>
                </a:cubicBezTo>
                <a:close/>
                <a:moveTo>
                  <a:pt x="2098453" y="4341781"/>
                </a:moveTo>
                <a:lnTo>
                  <a:pt x="2100548" y="4341781"/>
                </a:lnTo>
                <a:cubicBezTo>
                  <a:pt x="2104739" y="4341781"/>
                  <a:pt x="2108168" y="4338352"/>
                  <a:pt x="2108168" y="4334161"/>
                </a:cubicBezTo>
                <a:lnTo>
                  <a:pt x="2108168" y="4312539"/>
                </a:lnTo>
                <a:cubicBezTo>
                  <a:pt x="2108168" y="4308348"/>
                  <a:pt x="2104739" y="4304919"/>
                  <a:pt x="2100548" y="4304919"/>
                </a:cubicBezTo>
                <a:lnTo>
                  <a:pt x="2098453" y="4304919"/>
                </a:lnTo>
                <a:cubicBezTo>
                  <a:pt x="2095214" y="4304919"/>
                  <a:pt x="2092547" y="4306920"/>
                  <a:pt x="2091404" y="4309682"/>
                </a:cubicBezTo>
                <a:lnTo>
                  <a:pt x="2030635" y="4234529"/>
                </a:lnTo>
                <a:lnTo>
                  <a:pt x="1938052" y="4235577"/>
                </a:lnTo>
                <a:lnTo>
                  <a:pt x="1908334" y="4262438"/>
                </a:lnTo>
                <a:lnTo>
                  <a:pt x="1908334" y="4227671"/>
                </a:lnTo>
                <a:lnTo>
                  <a:pt x="1908334" y="4227671"/>
                </a:lnTo>
                <a:cubicBezTo>
                  <a:pt x="1908334" y="4227671"/>
                  <a:pt x="1939957" y="4199096"/>
                  <a:pt x="1939957" y="4199096"/>
                </a:cubicBezTo>
                <a:lnTo>
                  <a:pt x="2039207" y="4199096"/>
                </a:lnTo>
                <a:cubicBezTo>
                  <a:pt x="2039207" y="4199096"/>
                  <a:pt x="2106740" y="4282536"/>
                  <a:pt x="2106740" y="4282536"/>
                </a:cubicBezTo>
                <a:cubicBezTo>
                  <a:pt x="2105597" y="4284250"/>
                  <a:pt x="2104644" y="4286060"/>
                  <a:pt x="2104454" y="4288155"/>
                </a:cubicBezTo>
                <a:cubicBezTo>
                  <a:pt x="2104073" y="4291394"/>
                  <a:pt x="2105025" y="4294632"/>
                  <a:pt x="2107121" y="4297204"/>
                </a:cubicBezTo>
                <a:cubicBezTo>
                  <a:pt x="2109216" y="4299776"/>
                  <a:pt x="2112074" y="4301395"/>
                  <a:pt x="2115312" y="4301681"/>
                </a:cubicBezTo>
                <a:cubicBezTo>
                  <a:pt x="2115788" y="4301681"/>
                  <a:pt x="2116169" y="4301681"/>
                  <a:pt x="2116646" y="4301681"/>
                </a:cubicBezTo>
                <a:cubicBezTo>
                  <a:pt x="2119408" y="4301681"/>
                  <a:pt x="2122075" y="4300728"/>
                  <a:pt x="2124266" y="4299014"/>
                </a:cubicBezTo>
                <a:cubicBezTo>
                  <a:pt x="2129504" y="4294823"/>
                  <a:pt x="2130362" y="4287012"/>
                  <a:pt x="2126171" y="4281773"/>
                </a:cubicBezTo>
                <a:cubicBezTo>
                  <a:pt x="2124075" y="4279202"/>
                  <a:pt x="2121218" y="4277582"/>
                  <a:pt x="2117979" y="4277297"/>
                </a:cubicBezTo>
                <a:cubicBezTo>
                  <a:pt x="2115217" y="4277011"/>
                  <a:pt x="2112645" y="4277773"/>
                  <a:pt x="2110359" y="4279202"/>
                </a:cubicBezTo>
                <a:lnTo>
                  <a:pt x="2041589" y="4194143"/>
                </a:lnTo>
                <a:lnTo>
                  <a:pt x="1938147" y="4194143"/>
                </a:lnTo>
                <a:cubicBezTo>
                  <a:pt x="1938147" y="4194143"/>
                  <a:pt x="1908334" y="4221004"/>
                  <a:pt x="1908334" y="4221004"/>
                </a:cubicBezTo>
                <a:lnTo>
                  <a:pt x="1908334" y="4190524"/>
                </a:lnTo>
                <a:lnTo>
                  <a:pt x="1908334" y="4190524"/>
                </a:lnTo>
                <a:cubicBezTo>
                  <a:pt x="1908334" y="4190524"/>
                  <a:pt x="1939957" y="4161949"/>
                  <a:pt x="1939957" y="4161949"/>
                </a:cubicBezTo>
                <a:lnTo>
                  <a:pt x="2056162" y="4161949"/>
                </a:lnTo>
                <a:lnTo>
                  <a:pt x="2128266" y="4251008"/>
                </a:lnTo>
                <a:lnTo>
                  <a:pt x="2128457" y="4250817"/>
                </a:lnTo>
                <a:lnTo>
                  <a:pt x="2128457" y="4262343"/>
                </a:lnTo>
                <a:cubicBezTo>
                  <a:pt x="2128457" y="4265771"/>
                  <a:pt x="2131219" y="4268629"/>
                  <a:pt x="2134743" y="4268629"/>
                </a:cubicBezTo>
                <a:lnTo>
                  <a:pt x="2134743" y="4268629"/>
                </a:lnTo>
                <a:cubicBezTo>
                  <a:pt x="2138172" y="4268629"/>
                  <a:pt x="2141030" y="4265867"/>
                  <a:pt x="2141030" y="4262343"/>
                </a:cubicBezTo>
                <a:lnTo>
                  <a:pt x="2141030" y="4242816"/>
                </a:lnTo>
                <a:cubicBezTo>
                  <a:pt x="2141030" y="4239387"/>
                  <a:pt x="2138267" y="4236530"/>
                  <a:pt x="2134743" y="4236530"/>
                </a:cubicBezTo>
                <a:cubicBezTo>
                  <a:pt x="2131219" y="4236530"/>
                  <a:pt x="2128457" y="4239292"/>
                  <a:pt x="2128457" y="4242816"/>
                </a:cubicBezTo>
                <a:lnTo>
                  <a:pt x="2128457" y="4243483"/>
                </a:lnTo>
                <a:lnTo>
                  <a:pt x="2058543" y="4156996"/>
                </a:lnTo>
                <a:lnTo>
                  <a:pt x="1938147" y="4156996"/>
                </a:lnTo>
                <a:lnTo>
                  <a:pt x="1908334" y="4183856"/>
                </a:lnTo>
                <a:lnTo>
                  <a:pt x="1908334" y="4182999"/>
                </a:lnTo>
                <a:cubicBezTo>
                  <a:pt x="1908334" y="4180713"/>
                  <a:pt x="1906524" y="4178903"/>
                  <a:pt x="1904238" y="4178903"/>
                </a:cubicBezTo>
                <a:lnTo>
                  <a:pt x="1875377" y="4178903"/>
                </a:lnTo>
                <a:cubicBezTo>
                  <a:pt x="1872901" y="4178903"/>
                  <a:pt x="1870805" y="4180904"/>
                  <a:pt x="1870805" y="4183475"/>
                </a:cubicBezTo>
                <a:lnTo>
                  <a:pt x="1870805" y="4282154"/>
                </a:lnTo>
                <a:cubicBezTo>
                  <a:pt x="1870805" y="4284631"/>
                  <a:pt x="1872806" y="4286727"/>
                  <a:pt x="1875377" y="4286727"/>
                </a:cubicBezTo>
                <a:lnTo>
                  <a:pt x="1903762" y="4286727"/>
                </a:lnTo>
                <a:cubicBezTo>
                  <a:pt x="1906238" y="4286727"/>
                  <a:pt x="1908334" y="4284726"/>
                  <a:pt x="1908334" y="4282154"/>
                </a:cubicBezTo>
                <a:lnTo>
                  <a:pt x="1908334" y="4268820"/>
                </a:lnTo>
                <a:lnTo>
                  <a:pt x="1908334" y="4268820"/>
                </a:lnTo>
                <a:cubicBezTo>
                  <a:pt x="1908334" y="4268820"/>
                  <a:pt x="1939957" y="4240245"/>
                  <a:pt x="1939957" y="4240245"/>
                </a:cubicBezTo>
                <a:lnTo>
                  <a:pt x="2028349" y="4239197"/>
                </a:lnTo>
                <a:lnTo>
                  <a:pt x="2090833" y="4316445"/>
                </a:lnTo>
                <a:lnTo>
                  <a:pt x="2090833" y="4333875"/>
                </a:lnTo>
                <a:cubicBezTo>
                  <a:pt x="2090833" y="4338066"/>
                  <a:pt x="2094262" y="4341495"/>
                  <a:pt x="2098453" y="4341495"/>
                </a:cubicBezTo>
                <a:close/>
                <a:moveTo>
                  <a:pt x="2095691" y="4312539"/>
                </a:moveTo>
                <a:cubicBezTo>
                  <a:pt x="2095691" y="4311015"/>
                  <a:pt x="2096929" y="4309777"/>
                  <a:pt x="2098453" y="4309777"/>
                </a:cubicBezTo>
                <a:lnTo>
                  <a:pt x="2100548" y="4309777"/>
                </a:lnTo>
                <a:cubicBezTo>
                  <a:pt x="2102072" y="4309777"/>
                  <a:pt x="2103311" y="4311015"/>
                  <a:pt x="2103311" y="4312539"/>
                </a:cubicBezTo>
                <a:lnTo>
                  <a:pt x="2103311" y="4334161"/>
                </a:lnTo>
                <a:cubicBezTo>
                  <a:pt x="2103311" y="4335685"/>
                  <a:pt x="2102072" y="4336923"/>
                  <a:pt x="2100548" y="4336923"/>
                </a:cubicBezTo>
                <a:lnTo>
                  <a:pt x="2098453" y="4336923"/>
                </a:lnTo>
                <a:cubicBezTo>
                  <a:pt x="2096929" y="4336923"/>
                  <a:pt x="2095691" y="4335685"/>
                  <a:pt x="2095691" y="4334161"/>
                </a:cubicBezTo>
                <a:lnTo>
                  <a:pt x="2095691" y="4312539"/>
                </a:lnTo>
                <a:close/>
                <a:moveTo>
                  <a:pt x="2111978" y="4283869"/>
                </a:moveTo>
                <a:cubicBezTo>
                  <a:pt x="2113312" y="4282821"/>
                  <a:pt x="2114931" y="4282250"/>
                  <a:pt x="2116550" y="4282250"/>
                </a:cubicBezTo>
                <a:cubicBezTo>
                  <a:pt x="2116836" y="4282250"/>
                  <a:pt x="2117122" y="4282250"/>
                  <a:pt x="2117312" y="4282250"/>
                </a:cubicBezTo>
                <a:cubicBezTo>
                  <a:pt x="2119313" y="4282440"/>
                  <a:pt x="2121027" y="4283393"/>
                  <a:pt x="2122265" y="4284917"/>
                </a:cubicBezTo>
                <a:cubicBezTo>
                  <a:pt x="2124837" y="4288060"/>
                  <a:pt x="2124266" y="4292727"/>
                  <a:pt x="2121122" y="4295299"/>
                </a:cubicBezTo>
                <a:cubicBezTo>
                  <a:pt x="2119598" y="4296537"/>
                  <a:pt x="2117693" y="4297109"/>
                  <a:pt x="2115693" y="4296918"/>
                </a:cubicBezTo>
                <a:cubicBezTo>
                  <a:pt x="2113693" y="4296728"/>
                  <a:pt x="2111978" y="4295775"/>
                  <a:pt x="2110740" y="4294251"/>
                </a:cubicBezTo>
                <a:lnTo>
                  <a:pt x="2110740" y="4294251"/>
                </a:lnTo>
                <a:cubicBezTo>
                  <a:pt x="2109502" y="4292727"/>
                  <a:pt x="2108930" y="4290822"/>
                  <a:pt x="2109121" y="4288822"/>
                </a:cubicBezTo>
                <a:cubicBezTo>
                  <a:pt x="2109311" y="4286822"/>
                  <a:pt x="2110264" y="4285107"/>
                  <a:pt x="2111788" y="4283869"/>
                </a:cubicBezTo>
                <a:close/>
                <a:moveTo>
                  <a:pt x="1905000" y="4265390"/>
                </a:moveTo>
                <a:lnTo>
                  <a:pt x="1905000" y="4265390"/>
                </a:lnTo>
                <a:cubicBezTo>
                  <a:pt x="1905000" y="4265390"/>
                  <a:pt x="1905000" y="4265390"/>
                  <a:pt x="1905000" y="4265390"/>
                </a:cubicBezTo>
                <a:lnTo>
                  <a:pt x="1905000" y="4282345"/>
                </a:lnTo>
                <a:cubicBezTo>
                  <a:pt x="1905000" y="4283012"/>
                  <a:pt x="1904428" y="4283583"/>
                  <a:pt x="1903762" y="4283583"/>
                </a:cubicBezTo>
                <a:lnTo>
                  <a:pt x="1875377" y="4283583"/>
                </a:lnTo>
                <a:cubicBezTo>
                  <a:pt x="1874711" y="4283583"/>
                  <a:pt x="1874139" y="4283012"/>
                  <a:pt x="1874139" y="4282345"/>
                </a:cubicBezTo>
                <a:lnTo>
                  <a:pt x="1874139" y="4251770"/>
                </a:lnTo>
                <a:lnTo>
                  <a:pt x="1905095" y="4251770"/>
                </a:lnTo>
                <a:lnTo>
                  <a:pt x="1905095" y="4265390"/>
                </a:lnTo>
                <a:close/>
                <a:moveTo>
                  <a:pt x="1905000" y="4224147"/>
                </a:moveTo>
                <a:lnTo>
                  <a:pt x="1905000" y="4224147"/>
                </a:lnTo>
                <a:cubicBezTo>
                  <a:pt x="1905000" y="4224147"/>
                  <a:pt x="1905000" y="4224147"/>
                  <a:pt x="1905000" y="4224147"/>
                </a:cubicBezTo>
                <a:lnTo>
                  <a:pt x="1905000" y="4248531"/>
                </a:lnTo>
                <a:lnTo>
                  <a:pt x="1874044" y="4248531"/>
                </a:lnTo>
                <a:lnTo>
                  <a:pt x="1874044" y="4216337"/>
                </a:lnTo>
                <a:lnTo>
                  <a:pt x="1905000" y="4216337"/>
                </a:lnTo>
                <a:lnTo>
                  <a:pt x="1905000" y="4224147"/>
                </a:lnTo>
                <a:close/>
                <a:moveTo>
                  <a:pt x="1905000" y="4187000"/>
                </a:moveTo>
                <a:lnTo>
                  <a:pt x="1905000" y="4187000"/>
                </a:lnTo>
                <a:cubicBezTo>
                  <a:pt x="1905000" y="4187000"/>
                  <a:pt x="1905000" y="4187000"/>
                  <a:pt x="1905000" y="4187000"/>
                </a:cubicBezTo>
                <a:lnTo>
                  <a:pt x="1905000" y="4213003"/>
                </a:lnTo>
                <a:lnTo>
                  <a:pt x="1874044" y="4213003"/>
                </a:lnTo>
                <a:lnTo>
                  <a:pt x="1874044" y="4183571"/>
                </a:lnTo>
                <a:cubicBezTo>
                  <a:pt x="1874044" y="4182904"/>
                  <a:pt x="1874615" y="4182332"/>
                  <a:pt x="1875282" y="4182332"/>
                </a:cubicBezTo>
                <a:lnTo>
                  <a:pt x="1904143" y="4182332"/>
                </a:lnTo>
                <a:cubicBezTo>
                  <a:pt x="1904143" y="4182332"/>
                  <a:pt x="1904905" y="4182713"/>
                  <a:pt x="1904905" y="4183094"/>
                </a:cubicBezTo>
                <a:lnTo>
                  <a:pt x="1904905" y="4186904"/>
                </a:lnTo>
                <a:close/>
                <a:moveTo>
                  <a:pt x="791623" y="2567559"/>
                </a:moveTo>
                <a:cubicBezTo>
                  <a:pt x="789623" y="2565559"/>
                  <a:pt x="786384" y="2565559"/>
                  <a:pt x="784479" y="2567559"/>
                </a:cubicBezTo>
                <a:lnTo>
                  <a:pt x="775335" y="2576703"/>
                </a:lnTo>
                <a:cubicBezTo>
                  <a:pt x="774383" y="2577655"/>
                  <a:pt x="773811" y="2578989"/>
                  <a:pt x="773811" y="2580323"/>
                </a:cubicBezTo>
                <a:cubicBezTo>
                  <a:pt x="773811" y="2581656"/>
                  <a:pt x="774383" y="2582990"/>
                  <a:pt x="775335" y="2583942"/>
                </a:cubicBezTo>
                <a:lnTo>
                  <a:pt x="784479" y="2593086"/>
                </a:lnTo>
                <a:cubicBezTo>
                  <a:pt x="785432" y="2594038"/>
                  <a:pt x="786765" y="2594610"/>
                  <a:pt x="788099" y="2594610"/>
                </a:cubicBezTo>
                <a:cubicBezTo>
                  <a:pt x="789432" y="2594610"/>
                  <a:pt x="790670" y="2594134"/>
                  <a:pt x="791718" y="2593086"/>
                </a:cubicBezTo>
                <a:lnTo>
                  <a:pt x="800862" y="2583942"/>
                </a:lnTo>
                <a:cubicBezTo>
                  <a:pt x="801815" y="2582990"/>
                  <a:pt x="802386" y="2581751"/>
                  <a:pt x="802386" y="2580323"/>
                </a:cubicBezTo>
                <a:cubicBezTo>
                  <a:pt x="802386" y="2578989"/>
                  <a:pt x="801815" y="2577655"/>
                  <a:pt x="800862" y="2576703"/>
                </a:cubicBezTo>
                <a:lnTo>
                  <a:pt x="798100" y="2573941"/>
                </a:lnTo>
                <a:lnTo>
                  <a:pt x="841820" y="2528030"/>
                </a:lnTo>
                <a:cubicBezTo>
                  <a:pt x="843534" y="2529078"/>
                  <a:pt x="845439" y="2529935"/>
                  <a:pt x="847630" y="2529935"/>
                </a:cubicBezTo>
                <a:cubicBezTo>
                  <a:pt x="853726" y="2529935"/>
                  <a:pt x="858679" y="2524982"/>
                  <a:pt x="858679" y="2518886"/>
                </a:cubicBezTo>
                <a:cubicBezTo>
                  <a:pt x="858679" y="2512790"/>
                  <a:pt x="853726" y="2507837"/>
                  <a:pt x="847630" y="2507837"/>
                </a:cubicBezTo>
                <a:cubicBezTo>
                  <a:pt x="841534" y="2507837"/>
                  <a:pt x="836581" y="2512790"/>
                  <a:pt x="836581" y="2518886"/>
                </a:cubicBezTo>
                <a:cubicBezTo>
                  <a:pt x="836581" y="2521077"/>
                  <a:pt x="837343" y="2522982"/>
                  <a:pt x="838486" y="2524697"/>
                </a:cubicBezTo>
                <a:lnTo>
                  <a:pt x="794766" y="2570607"/>
                </a:lnTo>
                <a:lnTo>
                  <a:pt x="791813" y="2567654"/>
                </a:lnTo>
                <a:close/>
                <a:moveTo>
                  <a:pt x="787813" y="2589657"/>
                </a:moveTo>
                <a:lnTo>
                  <a:pt x="778669" y="2580037"/>
                </a:lnTo>
                <a:lnTo>
                  <a:pt x="787813" y="2570893"/>
                </a:lnTo>
                <a:cubicBezTo>
                  <a:pt x="787813" y="2570893"/>
                  <a:pt x="787908" y="2570893"/>
                  <a:pt x="788003" y="2570893"/>
                </a:cubicBezTo>
                <a:cubicBezTo>
                  <a:pt x="788003" y="2570893"/>
                  <a:pt x="788194" y="2570893"/>
                  <a:pt x="788194" y="2570893"/>
                </a:cubicBezTo>
                <a:lnTo>
                  <a:pt x="797338" y="2580513"/>
                </a:lnTo>
                <a:lnTo>
                  <a:pt x="787718" y="2589657"/>
                </a:lnTo>
                <a:close/>
                <a:moveTo>
                  <a:pt x="529685" y="938689"/>
                </a:moveTo>
                <a:lnTo>
                  <a:pt x="517017" y="938689"/>
                </a:lnTo>
                <a:cubicBezTo>
                  <a:pt x="514540" y="938689"/>
                  <a:pt x="512540" y="940689"/>
                  <a:pt x="512540" y="943166"/>
                </a:cubicBezTo>
                <a:lnTo>
                  <a:pt x="512540" y="948976"/>
                </a:lnTo>
                <a:lnTo>
                  <a:pt x="512540" y="947071"/>
                </a:lnTo>
                <a:cubicBezTo>
                  <a:pt x="512540" y="947071"/>
                  <a:pt x="489014" y="947071"/>
                  <a:pt x="489014" y="947071"/>
                </a:cubicBezTo>
                <a:lnTo>
                  <a:pt x="428530" y="1004221"/>
                </a:lnTo>
                <a:lnTo>
                  <a:pt x="340900" y="1004221"/>
                </a:lnTo>
                <a:cubicBezTo>
                  <a:pt x="340900" y="1004221"/>
                  <a:pt x="317373" y="984790"/>
                  <a:pt x="317373" y="984790"/>
                </a:cubicBezTo>
                <a:lnTo>
                  <a:pt x="240030" y="984980"/>
                </a:lnTo>
                <a:lnTo>
                  <a:pt x="202406" y="1016318"/>
                </a:lnTo>
                <a:cubicBezTo>
                  <a:pt x="200501" y="1014603"/>
                  <a:pt x="198311" y="1013270"/>
                  <a:pt x="195739" y="1012889"/>
                </a:cubicBezTo>
                <a:cubicBezTo>
                  <a:pt x="192405" y="1012412"/>
                  <a:pt x="189071" y="1013270"/>
                  <a:pt x="186309" y="1015270"/>
                </a:cubicBezTo>
                <a:cubicBezTo>
                  <a:pt x="184118" y="1016889"/>
                  <a:pt x="182785" y="1019270"/>
                  <a:pt x="182023" y="1021842"/>
                </a:cubicBezTo>
                <a:lnTo>
                  <a:pt x="153638" y="1021842"/>
                </a:lnTo>
                <a:lnTo>
                  <a:pt x="115062" y="976122"/>
                </a:lnTo>
                <a:lnTo>
                  <a:pt x="95" y="976122"/>
                </a:lnTo>
                <a:lnTo>
                  <a:pt x="95" y="983266"/>
                </a:lnTo>
                <a:lnTo>
                  <a:pt x="111728" y="983266"/>
                </a:lnTo>
                <a:lnTo>
                  <a:pt x="150305" y="1028986"/>
                </a:lnTo>
                <a:lnTo>
                  <a:pt x="181832" y="1028986"/>
                </a:lnTo>
                <a:cubicBezTo>
                  <a:pt x="183166" y="1033558"/>
                  <a:pt x="187071" y="1037177"/>
                  <a:pt x="192119" y="1037939"/>
                </a:cubicBezTo>
                <a:cubicBezTo>
                  <a:pt x="192691" y="1037939"/>
                  <a:pt x="193358" y="1038035"/>
                  <a:pt x="193929" y="1038035"/>
                </a:cubicBezTo>
                <a:cubicBezTo>
                  <a:pt x="200120" y="1038035"/>
                  <a:pt x="205550" y="1033463"/>
                  <a:pt x="206502" y="1027176"/>
                </a:cubicBezTo>
                <a:cubicBezTo>
                  <a:pt x="206883" y="1024700"/>
                  <a:pt x="206216" y="1022318"/>
                  <a:pt x="205264" y="1020127"/>
                </a:cubicBezTo>
                <a:lnTo>
                  <a:pt x="241840" y="989648"/>
                </a:lnTo>
                <a:lnTo>
                  <a:pt x="315754" y="989457"/>
                </a:lnTo>
                <a:lnTo>
                  <a:pt x="339185" y="1008793"/>
                </a:lnTo>
                <a:lnTo>
                  <a:pt x="430435" y="1008793"/>
                </a:lnTo>
                <a:cubicBezTo>
                  <a:pt x="430435" y="1008793"/>
                  <a:pt x="490919" y="951833"/>
                  <a:pt x="490919" y="951833"/>
                </a:cubicBezTo>
                <a:lnTo>
                  <a:pt x="512540" y="951833"/>
                </a:lnTo>
                <a:cubicBezTo>
                  <a:pt x="512540" y="951833"/>
                  <a:pt x="512540" y="955739"/>
                  <a:pt x="512540" y="955739"/>
                </a:cubicBezTo>
                <a:cubicBezTo>
                  <a:pt x="512540" y="958215"/>
                  <a:pt x="514540" y="960215"/>
                  <a:pt x="517017" y="960215"/>
                </a:cubicBezTo>
                <a:lnTo>
                  <a:pt x="529685" y="960215"/>
                </a:lnTo>
                <a:cubicBezTo>
                  <a:pt x="532162" y="960215"/>
                  <a:pt x="534162" y="958215"/>
                  <a:pt x="534162" y="955739"/>
                </a:cubicBezTo>
                <a:lnTo>
                  <a:pt x="534162" y="943070"/>
                </a:lnTo>
                <a:cubicBezTo>
                  <a:pt x="534162" y="940594"/>
                  <a:pt x="532162" y="938594"/>
                  <a:pt x="529685" y="938594"/>
                </a:cubicBezTo>
                <a:close/>
                <a:moveTo>
                  <a:pt x="198692" y="1031748"/>
                </a:moveTo>
                <a:cubicBezTo>
                  <a:pt x="196977" y="1032986"/>
                  <a:pt x="194882" y="1033558"/>
                  <a:pt x="192881" y="1033272"/>
                </a:cubicBezTo>
                <a:cubicBezTo>
                  <a:pt x="188595" y="1032605"/>
                  <a:pt x="185547" y="1028605"/>
                  <a:pt x="186214" y="1024319"/>
                </a:cubicBezTo>
                <a:cubicBezTo>
                  <a:pt x="186500" y="1022223"/>
                  <a:pt x="187643" y="1020413"/>
                  <a:pt x="189262" y="1019080"/>
                </a:cubicBezTo>
                <a:cubicBezTo>
                  <a:pt x="190691" y="1018032"/>
                  <a:pt x="192310" y="1017461"/>
                  <a:pt x="194024" y="1017461"/>
                </a:cubicBezTo>
                <a:cubicBezTo>
                  <a:pt x="194405" y="1017461"/>
                  <a:pt x="194786" y="1017461"/>
                  <a:pt x="195167" y="1017461"/>
                </a:cubicBezTo>
                <a:cubicBezTo>
                  <a:pt x="197263" y="1017746"/>
                  <a:pt x="199073" y="1018889"/>
                  <a:pt x="200406" y="1020509"/>
                </a:cubicBezTo>
                <a:cubicBezTo>
                  <a:pt x="201644" y="1022223"/>
                  <a:pt x="202216" y="1024319"/>
                  <a:pt x="201930" y="1026319"/>
                </a:cubicBezTo>
                <a:cubicBezTo>
                  <a:pt x="201644" y="1028414"/>
                  <a:pt x="200501" y="1030224"/>
                  <a:pt x="198882" y="1031558"/>
                </a:cubicBezTo>
                <a:close/>
                <a:moveTo>
                  <a:pt x="2068354" y="4365594"/>
                </a:moveTo>
                <a:cubicBezTo>
                  <a:pt x="2070735" y="4368261"/>
                  <a:pt x="2074069" y="4369594"/>
                  <a:pt x="2077403" y="4369594"/>
                </a:cubicBezTo>
                <a:cubicBezTo>
                  <a:pt x="2080355" y="4369594"/>
                  <a:pt x="2083308" y="4368546"/>
                  <a:pt x="2085689" y="4366451"/>
                </a:cubicBezTo>
                <a:cubicBezTo>
                  <a:pt x="2088071" y="4364260"/>
                  <a:pt x="2089499" y="4361212"/>
                  <a:pt x="2089690" y="4357973"/>
                </a:cubicBezTo>
                <a:cubicBezTo>
                  <a:pt x="2089880" y="4354735"/>
                  <a:pt x="2088737" y="4351592"/>
                  <a:pt x="2086547" y="4349115"/>
                </a:cubicBezTo>
                <a:cubicBezTo>
                  <a:pt x="2084356" y="4346734"/>
                  <a:pt x="2081308" y="4345305"/>
                  <a:pt x="2078069" y="4345115"/>
                </a:cubicBezTo>
                <a:cubicBezTo>
                  <a:pt x="2075688" y="4345115"/>
                  <a:pt x="2073497" y="4345781"/>
                  <a:pt x="2071497" y="4346924"/>
                </a:cubicBezTo>
                <a:lnTo>
                  <a:pt x="2015681" y="4277868"/>
                </a:lnTo>
                <a:lnTo>
                  <a:pt x="1940433" y="4278726"/>
                </a:lnTo>
                <a:lnTo>
                  <a:pt x="1900523" y="4312920"/>
                </a:lnTo>
                <a:lnTo>
                  <a:pt x="1900523" y="4305681"/>
                </a:lnTo>
                <a:cubicBezTo>
                  <a:pt x="1900523" y="4301967"/>
                  <a:pt x="1897475" y="4299014"/>
                  <a:pt x="1893856" y="4299014"/>
                </a:cubicBezTo>
                <a:lnTo>
                  <a:pt x="1885378" y="4299014"/>
                </a:lnTo>
                <a:cubicBezTo>
                  <a:pt x="1881664" y="4299014"/>
                  <a:pt x="1878711" y="4302062"/>
                  <a:pt x="1878711" y="4305681"/>
                </a:cubicBezTo>
                <a:lnTo>
                  <a:pt x="1878711" y="4332161"/>
                </a:lnTo>
                <a:cubicBezTo>
                  <a:pt x="1878711" y="4335876"/>
                  <a:pt x="1881759" y="4338828"/>
                  <a:pt x="1885378" y="4338828"/>
                </a:cubicBezTo>
                <a:lnTo>
                  <a:pt x="1893856" y="4338828"/>
                </a:lnTo>
                <a:cubicBezTo>
                  <a:pt x="1897571" y="4338828"/>
                  <a:pt x="1900523" y="4335780"/>
                  <a:pt x="1900523" y="4332161"/>
                </a:cubicBezTo>
                <a:lnTo>
                  <a:pt x="1900523" y="4319302"/>
                </a:lnTo>
                <a:lnTo>
                  <a:pt x="1900523" y="4319302"/>
                </a:lnTo>
                <a:cubicBezTo>
                  <a:pt x="1900523" y="4319302"/>
                  <a:pt x="1942338" y="4283488"/>
                  <a:pt x="1942338" y="4283488"/>
                </a:cubicBezTo>
                <a:lnTo>
                  <a:pt x="2013299" y="4282631"/>
                </a:lnTo>
                <a:lnTo>
                  <a:pt x="2067782" y="4350068"/>
                </a:lnTo>
                <a:cubicBezTo>
                  <a:pt x="2064353" y="4354640"/>
                  <a:pt x="2064353" y="4361117"/>
                  <a:pt x="2068354" y="4365498"/>
                </a:cubicBezTo>
                <a:close/>
                <a:moveTo>
                  <a:pt x="2072450" y="4351878"/>
                </a:moveTo>
                <a:cubicBezTo>
                  <a:pt x="2073878" y="4350544"/>
                  <a:pt x="2075783" y="4349877"/>
                  <a:pt x="2077784" y="4349972"/>
                </a:cubicBezTo>
                <a:cubicBezTo>
                  <a:pt x="2079784" y="4349972"/>
                  <a:pt x="2081594" y="4350925"/>
                  <a:pt x="2082927" y="4352354"/>
                </a:cubicBezTo>
                <a:cubicBezTo>
                  <a:pt x="2085689" y="4355402"/>
                  <a:pt x="2085403" y="4360069"/>
                  <a:pt x="2082451" y="4362736"/>
                </a:cubicBezTo>
                <a:cubicBezTo>
                  <a:pt x="2079403" y="4365498"/>
                  <a:pt x="2074736" y="4365212"/>
                  <a:pt x="2072069" y="4362260"/>
                </a:cubicBezTo>
                <a:cubicBezTo>
                  <a:pt x="2069306" y="4359212"/>
                  <a:pt x="2069592" y="4354545"/>
                  <a:pt x="2072545" y="4351878"/>
                </a:cubicBezTo>
                <a:close/>
                <a:moveTo>
                  <a:pt x="1885283" y="4302347"/>
                </a:moveTo>
                <a:lnTo>
                  <a:pt x="1893761" y="4302347"/>
                </a:lnTo>
                <a:cubicBezTo>
                  <a:pt x="1894427" y="4302347"/>
                  <a:pt x="1895094" y="4302633"/>
                  <a:pt x="1895570" y="4302919"/>
                </a:cubicBezTo>
                <a:lnTo>
                  <a:pt x="1883378" y="4302919"/>
                </a:lnTo>
                <a:cubicBezTo>
                  <a:pt x="1883950" y="4302538"/>
                  <a:pt x="1884521" y="4302347"/>
                  <a:pt x="1885188" y="4302347"/>
                </a:cubicBezTo>
                <a:close/>
                <a:moveTo>
                  <a:pt x="1897190" y="4332256"/>
                </a:moveTo>
                <a:cubicBezTo>
                  <a:pt x="1897190" y="4334161"/>
                  <a:pt x="1895666" y="4335685"/>
                  <a:pt x="1893761" y="4335685"/>
                </a:cubicBezTo>
                <a:lnTo>
                  <a:pt x="1885283" y="4335685"/>
                </a:lnTo>
                <a:cubicBezTo>
                  <a:pt x="1883378" y="4335685"/>
                  <a:pt x="1881854" y="4334161"/>
                  <a:pt x="1881854" y="4332256"/>
                </a:cubicBezTo>
                <a:lnTo>
                  <a:pt x="1881854" y="4328351"/>
                </a:lnTo>
                <a:lnTo>
                  <a:pt x="1897190" y="4328351"/>
                </a:lnTo>
                <a:lnTo>
                  <a:pt x="1897190" y="4332256"/>
                </a:lnTo>
                <a:close/>
                <a:moveTo>
                  <a:pt x="1897190" y="4315778"/>
                </a:moveTo>
                <a:lnTo>
                  <a:pt x="1897190" y="4315778"/>
                </a:lnTo>
                <a:cubicBezTo>
                  <a:pt x="1897190" y="4315778"/>
                  <a:pt x="1897190" y="4315778"/>
                  <a:pt x="1897190" y="4315778"/>
                </a:cubicBezTo>
                <a:lnTo>
                  <a:pt x="1897190" y="4324255"/>
                </a:lnTo>
                <a:lnTo>
                  <a:pt x="1881854" y="4324255"/>
                </a:lnTo>
                <a:lnTo>
                  <a:pt x="1881854" y="4311587"/>
                </a:lnTo>
                <a:lnTo>
                  <a:pt x="1897190" y="4311587"/>
                </a:lnTo>
                <a:lnTo>
                  <a:pt x="1897190" y="4315682"/>
                </a:lnTo>
                <a:close/>
                <a:moveTo>
                  <a:pt x="1897190" y="4309682"/>
                </a:moveTo>
                <a:lnTo>
                  <a:pt x="1881854" y="4309682"/>
                </a:lnTo>
                <a:lnTo>
                  <a:pt x="1881854" y="4306157"/>
                </a:lnTo>
                <a:lnTo>
                  <a:pt x="1897190" y="4306157"/>
                </a:lnTo>
                <a:lnTo>
                  <a:pt x="1897190" y="4309682"/>
                </a:lnTo>
                <a:close/>
                <a:moveTo>
                  <a:pt x="1062895" y="470154"/>
                </a:moveTo>
                <a:cubicBezTo>
                  <a:pt x="1059275" y="467487"/>
                  <a:pt x="1054989" y="466154"/>
                  <a:pt x="1050798" y="466154"/>
                </a:cubicBezTo>
                <a:cubicBezTo>
                  <a:pt x="1044416" y="466154"/>
                  <a:pt x="1038225" y="469011"/>
                  <a:pt x="1034225" y="474536"/>
                </a:cubicBezTo>
                <a:cubicBezTo>
                  <a:pt x="1030986" y="478917"/>
                  <a:pt x="1029652" y="484346"/>
                  <a:pt x="1030510" y="489871"/>
                </a:cubicBezTo>
                <a:cubicBezTo>
                  <a:pt x="1031367" y="495300"/>
                  <a:pt x="1034225" y="500063"/>
                  <a:pt x="1038701" y="503301"/>
                </a:cubicBezTo>
                <a:cubicBezTo>
                  <a:pt x="1043178" y="506539"/>
                  <a:pt x="1048607" y="507873"/>
                  <a:pt x="1054037" y="507016"/>
                </a:cubicBezTo>
                <a:cubicBezTo>
                  <a:pt x="1059466" y="506159"/>
                  <a:pt x="1064228" y="503301"/>
                  <a:pt x="1067467" y="498824"/>
                </a:cubicBezTo>
                <a:cubicBezTo>
                  <a:pt x="1074134" y="489680"/>
                  <a:pt x="1072229" y="476822"/>
                  <a:pt x="1063085" y="470059"/>
                </a:cubicBezTo>
                <a:close/>
                <a:moveTo>
                  <a:pt x="1064324" y="496634"/>
                </a:moveTo>
                <a:cubicBezTo>
                  <a:pt x="1061657" y="500253"/>
                  <a:pt x="1057751" y="502634"/>
                  <a:pt x="1053370" y="503301"/>
                </a:cubicBezTo>
                <a:cubicBezTo>
                  <a:pt x="1048893" y="503968"/>
                  <a:pt x="1044512" y="502920"/>
                  <a:pt x="1040892" y="500253"/>
                </a:cubicBezTo>
                <a:cubicBezTo>
                  <a:pt x="1037273" y="497586"/>
                  <a:pt x="1034891" y="493681"/>
                  <a:pt x="1034225" y="489299"/>
                </a:cubicBezTo>
                <a:cubicBezTo>
                  <a:pt x="1033558" y="484918"/>
                  <a:pt x="1034606" y="480441"/>
                  <a:pt x="1037273" y="476822"/>
                </a:cubicBezTo>
                <a:cubicBezTo>
                  <a:pt x="1042797" y="469392"/>
                  <a:pt x="1053275" y="467773"/>
                  <a:pt x="1060704" y="473202"/>
                </a:cubicBezTo>
                <a:cubicBezTo>
                  <a:pt x="1068134" y="478727"/>
                  <a:pt x="1069753" y="489204"/>
                  <a:pt x="1064324" y="496634"/>
                </a:cubicBezTo>
                <a:close/>
                <a:moveTo>
                  <a:pt x="1288066" y="356521"/>
                </a:moveTo>
                <a:lnTo>
                  <a:pt x="1280922" y="356521"/>
                </a:lnTo>
                <a:lnTo>
                  <a:pt x="1280922" y="347091"/>
                </a:lnTo>
                <a:lnTo>
                  <a:pt x="1288066" y="347091"/>
                </a:lnTo>
                <a:lnTo>
                  <a:pt x="1288066" y="356521"/>
                </a:lnTo>
                <a:close/>
                <a:moveTo>
                  <a:pt x="1060799" y="486728"/>
                </a:moveTo>
                <a:cubicBezTo>
                  <a:pt x="1060799" y="492252"/>
                  <a:pt x="1056323" y="496824"/>
                  <a:pt x="1050703" y="496824"/>
                </a:cubicBezTo>
                <a:cubicBezTo>
                  <a:pt x="1045083" y="496824"/>
                  <a:pt x="1040606" y="492347"/>
                  <a:pt x="1040606" y="486728"/>
                </a:cubicBezTo>
                <a:cubicBezTo>
                  <a:pt x="1040606" y="481108"/>
                  <a:pt x="1045083" y="476631"/>
                  <a:pt x="1050703" y="476631"/>
                </a:cubicBezTo>
                <a:cubicBezTo>
                  <a:pt x="1056323" y="476631"/>
                  <a:pt x="1060799" y="481108"/>
                  <a:pt x="1060799" y="486728"/>
                </a:cubicBezTo>
                <a:close/>
                <a:moveTo>
                  <a:pt x="1896618" y="4185761"/>
                </a:moveTo>
                <a:lnTo>
                  <a:pt x="1882521" y="4185761"/>
                </a:lnTo>
                <a:cubicBezTo>
                  <a:pt x="1880045" y="4185761"/>
                  <a:pt x="1877949" y="4187762"/>
                  <a:pt x="1877949" y="4190334"/>
                </a:cubicBezTo>
                <a:lnTo>
                  <a:pt x="1877949" y="4204526"/>
                </a:lnTo>
                <a:cubicBezTo>
                  <a:pt x="1877949" y="4207002"/>
                  <a:pt x="1879949" y="4209098"/>
                  <a:pt x="1882521" y="4209098"/>
                </a:cubicBezTo>
                <a:lnTo>
                  <a:pt x="1896618" y="4209098"/>
                </a:lnTo>
                <a:cubicBezTo>
                  <a:pt x="1899095" y="4209098"/>
                  <a:pt x="1901190" y="4207097"/>
                  <a:pt x="1901190" y="4204526"/>
                </a:cubicBezTo>
                <a:lnTo>
                  <a:pt x="1901190" y="4190334"/>
                </a:lnTo>
                <a:cubicBezTo>
                  <a:pt x="1901190" y="4187857"/>
                  <a:pt x="1899190" y="4185761"/>
                  <a:pt x="1896618" y="4185761"/>
                </a:cubicBezTo>
                <a:close/>
                <a:moveTo>
                  <a:pt x="1897856" y="4204430"/>
                </a:moveTo>
                <a:cubicBezTo>
                  <a:pt x="1897856" y="4205097"/>
                  <a:pt x="1897285" y="4205669"/>
                  <a:pt x="1896618" y="4205669"/>
                </a:cubicBezTo>
                <a:lnTo>
                  <a:pt x="1882521" y="4205669"/>
                </a:lnTo>
                <a:cubicBezTo>
                  <a:pt x="1881854" y="4205669"/>
                  <a:pt x="1881283" y="4205097"/>
                  <a:pt x="1881283" y="4204430"/>
                </a:cubicBezTo>
                <a:lnTo>
                  <a:pt x="1881283" y="4190238"/>
                </a:lnTo>
                <a:cubicBezTo>
                  <a:pt x="1881283" y="4189571"/>
                  <a:pt x="1881854" y="4189000"/>
                  <a:pt x="1882521" y="4189000"/>
                </a:cubicBezTo>
                <a:lnTo>
                  <a:pt x="1896618" y="4189000"/>
                </a:lnTo>
                <a:cubicBezTo>
                  <a:pt x="1897285" y="4189000"/>
                  <a:pt x="1897856" y="4189571"/>
                  <a:pt x="1897856" y="4190238"/>
                </a:cubicBezTo>
                <a:lnTo>
                  <a:pt x="1897856" y="4204430"/>
                </a:lnTo>
                <a:close/>
                <a:moveTo>
                  <a:pt x="1882426" y="4279106"/>
                </a:moveTo>
                <a:lnTo>
                  <a:pt x="1896523" y="4279106"/>
                </a:lnTo>
                <a:cubicBezTo>
                  <a:pt x="1898999" y="4279106"/>
                  <a:pt x="1901095" y="4277106"/>
                  <a:pt x="1901095" y="4274535"/>
                </a:cubicBezTo>
                <a:lnTo>
                  <a:pt x="1901095" y="4260342"/>
                </a:lnTo>
                <a:cubicBezTo>
                  <a:pt x="1901095" y="4257866"/>
                  <a:pt x="1899095" y="4255770"/>
                  <a:pt x="1896523" y="4255770"/>
                </a:cubicBezTo>
                <a:lnTo>
                  <a:pt x="1882426" y="4255770"/>
                </a:lnTo>
                <a:cubicBezTo>
                  <a:pt x="1879949" y="4255770"/>
                  <a:pt x="1877854" y="4257770"/>
                  <a:pt x="1877854" y="4260342"/>
                </a:cubicBezTo>
                <a:lnTo>
                  <a:pt x="1877854" y="4274535"/>
                </a:lnTo>
                <a:cubicBezTo>
                  <a:pt x="1877854" y="4277011"/>
                  <a:pt x="1879854" y="4279106"/>
                  <a:pt x="1882426" y="4279106"/>
                </a:cubicBezTo>
                <a:close/>
                <a:moveTo>
                  <a:pt x="1881188" y="4260437"/>
                </a:moveTo>
                <a:cubicBezTo>
                  <a:pt x="1881188" y="4259771"/>
                  <a:pt x="1881759" y="4259199"/>
                  <a:pt x="1882426" y="4259199"/>
                </a:cubicBezTo>
                <a:lnTo>
                  <a:pt x="1896523" y="4259199"/>
                </a:lnTo>
                <a:cubicBezTo>
                  <a:pt x="1897190" y="4259199"/>
                  <a:pt x="1897761" y="4259771"/>
                  <a:pt x="1897761" y="4260437"/>
                </a:cubicBezTo>
                <a:lnTo>
                  <a:pt x="1897761" y="4274630"/>
                </a:lnTo>
                <a:cubicBezTo>
                  <a:pt x="1897761" y="4275296"/>
                  <a:pt x="1897190" y="4275868"/>
                  <a:pt x="1896523" y="4275868"/>
                </a:cubicBezTo>
                <a:lnTo>
                  <a:pt x="1882426" y="4275868"/>
                </a:lnTo>
                <a:cubicBezTo>
                  <a:pt x="1881759" y="4275868"/>
                  <a:pt x="1881188" y="4275296"/>
                  <a:pt x="1881188" y="4274630"/>
                </a:cubicBezTo>
                <a:lnTo>
                  <a:pt x="1881188" y="4260437"/>
                </a:lnTo>
                <a:close/>
                <a:moveTo>
                  <a:pt x="157163" y="597218"/>
                </a:moveTo>
                <a:cubicBezTo>
                  <a:pt x="155829" y="598075"/>
                  <a:pt x="154781" y="599218"/>
                  <a:pt x="154115" y="600647"/>
                </a:cubicBezTo>
                <a:cubicBezTo>
                  <a:pt x="153257" y="602647"/>
                  <a:pt x="153257" y="604838"/>
                  <a:pt x="154115" y="606838"/>
                </a:cubicBezTo>
                <a:cubicBezTo>
                  <a:pt x="155448" y="609981"/>
                  <a:pt x="158496" y="611886"/>
                  <a:pt x="161639" y="611886"/>
                </a:cubicBezTo>
                <a:cubicBezTo>
                  <a:pt x="162687" y="611886"/>
                  <a:pt x="163735" y="611696"/>
                  <a:pt x="164687" y="611315"/>
                </a:cubicBezTo>
                <a:cubicBezTo>
                  <a:pt x="168878" y="609600"/>
                  <a:pt x="170879" y="604838"/>
                  <a:pt x="169164" y="600742"/>
                </a:cubicBezTo>
                <a:cubicBezTo>
                  <a:pt x="168402" y="599027"/>
                  <a:pt x="167069" y="597694"/>
                  <a:pt x="165449" y="596741"/>
                </a:cubicBezTo>
                <a:cubicBezTo>
                  <a:pt x="165830" y="596456"/>
                  <a:pt x="166116" y="596170"/>
                  <a:pt x="166116" y="595598"/>
                </a:cubicBezTo>
                <a:cubicBezTo>
                  <a:pt x="166116" y="594646"/>
                  <a:pt x="165354" y="594170"/>
                  <a:pt x="164116" y="593979"/>
                </a:cubicBezTo>
                <a:cubicBezTo>
                  <a:pt x="165354" y="593693"/>
                  <a:pt x="166116" y="593312"/>
                  <a:pt x="166116" y="592360"/>
                </a:cubicBezTo>
                <a:cubicBezTo>
                  <a:pt x="166116" y="591407"/>
                  <a:pt x="165449" y="591026"/>
                  <a:pt x="164306" y="590741"/>
                </a:cubicBezTo>
                <a:cubicBezTo>
                  <a:pt x="165545" y="590455"/>
                  <a:pt x="166116" y="590074"/>
                  <a:pt x="166116" y="589121"/>
                </a:cubicBezTo>
                <a:cubicBezTo>
                  <a:pt x="166116" y="588169"/>
                  <a:pt x="165449" y="587788"/>
                  <a:pt x="164211" y="587502"/>
                </a:cubicBezTo>
                <a:cubicBezTo>
                  <a:pt x="165449" y="587216"/>
                  <a:pt x="166116" y="586835"/>
                  <a:pt x="166116" y="585883"/>
                </a:cubicBezTo>
                <a:cubicBezTo>
                  <a:pt x="166116" y="584930"/>
                  <a:pt x="165449" y="584549"/>
                  <a:pt x="164306" y="584264"/>
                </a:cubicBezTo>
                <a:cubicBezTo>
                  <a:pt x="165545" y="583978"/>
                  <a:pt x="166116" y="583597"/>
                  <a:pt x="166116" y="582644"/>
                </a:cubicBezTo>
                <a:cubicBezTo>
                  <a:pt x="166116" y="581692"/>
                  <a:pt x="165449" y="581311"/>
                  <a:pt x="164211" y="581025"/>
                </a:cubicBezTo>
                <a:cubicBezTo>
                  <a:pt x="165449" y="580739"/>
                  <a:pt x="166116" y="580358"/>
                  <a:pt x="166116" y="579406"/>
                </a:cubicBezTo>
                <a:cubicBezTo>
                  <a:pt x="166116" y="578453"/>
                  <a:pt x="165449" y="578072"/>
                  <a:pt x="164306" y="577787"/>
                </a:cubicBezTo>
                <a:cubicBezTo>
                  <a:pt x="165449" y="577501"/>
                  <a:pt x="166116" y="577120"/>
                  <a:pt x="166116" y="576167"/>
                </a:cubicBezTo>
                <a:cubicBezTo>
                  <a:pt x="166116" y="575215"/>
                  <a:pt x="165545" y="574834"/>
                  <a:pt x="164402" y="574548"/>
                </a:cubicBezTo>
                <a:cubicBezTo>
                  <a:pt x="165545" y="574262"/>
                  <a:pt x="166116" y="573881"/>
                  <a:pt x="166116" y="573024"/>
                </a:cubicBezTo>
                <a:cubicBezTo>
                  <a:pt x="166116" y="572167"/>
                  <a:pt x="165545" y="571691"/>
                  <a:pt x="164402" y="571500"/>
                </a:cubicBezTo>
                <a:cubicBezTo>
                  <a:pt x="165545" y="571214"/>
                  <a:pt x="166116" y="570833"/>
                  <a:pt x="166116" y="569976"/>
                </a:cubicBezTo>
                <a:cubicBezTo>
                  <a:pt x="166116" y="569119"/>
                  <a:pt x="165545" y="568643"/>
                  <a:pt x="164402" y="568452"/>
                </a:cubicBezTo>
                <a:cubicBezTo>
                  <a:pt x="165545" y="568166"/>
                  <a:pt x="166116" y="567785"/>
                  <a:pt x="166116" y="566928"/>
                </a:cubicBezTo>
                <a:cubicBezTo>
                  <a:pt x="166116" y="566071"/>
                  <a:pt x="165545" y="565595"/>
                  <a:pt x="164402" y="565309"/>
                </a:cubicBezTo>
                <a:cubicBezTo>
                  <a:pt x="165545" y="565023"/>
                  <a:pt x="166116" y="564642"/>
                  <a:pt x="166116" y="563690"/>
                </a:cubicBezTo>
                <a:cubicBezTo>
                  <a:pt x="166116" y="562737"/>
                  <a:pt x="165449" y="562356"/>
                  <a:pt x="164306" y="562070"/>
                </a:cubicBezTo>
                <a:cubicBezTo>
                  <a:pt x="165449" y="561785"/>
                  <a:pt x="166116" y="561404"/>
                  <a:pt x="166116" y="560451"/>
                </a:cubicBezTo>
                <a:cubicBezTo>
                  <a:pt x="166116" y="559499"/>
                  <a:pt x="165449" y="559118"/>
                  <a:pt x="164306" y="558832"/>
                </a:cubicBezTo>
                <a:cubicBezTo>
                  <a:pt x="165449" y="558546"/>
                  <a:pt x="166116" y="558165"/>
                  <a:pt x="166116" y="557213"/>
                </a:cubicBezTo>
                <a:cubicBezTo>
                  <a:pt x="166116" y="556260"/>
                  <a:pt x="165545" y="555879"/>
                  <a:pt x="164402" y="555593"/>
                </a:cubicBezTo>
                <a:cubicBezTo>
                  <a:pt x="165545" y="555308"/>
                  <a:pt x="166116" y="554927"/>
                  <a:pt x="166116" y="553974"/>
                </a:cubicBezTo>
                <a:cubicBezTo>
                  <a:pt x="166116" y="553022"/>
                  <a:pt x="165545" y="552641"/>
                  <a:pt x="164402" y="552355"/>
                </a:cubicBezTo>
                <a:cubicBezTo>
                  <a:pt x="165545" y="552069"/>
                  <a:pt x="166116" y="551688"/>
                  <a:pt x="166116" y="550736"/>
                </a:cubicBezTo>
                <a:cubicBezTo>
                  <a:pt x="166116" y="549783"/>
                  <a:pt x="165545" y="549402"/>
                  <a:pt x="164402" y="549212"/>
                </a:cubicBezTo>
                <a:cubicBezTo>
                  <a:pt x="165545" y="548926"/>
                  <a:pt x="166116" y="548545"/>
                  <a:pt x="166116" y="547592"/>
                </a:cubicBezTo>
                <a:cubicBezTo>
                  <a:pt x="166116" y="546640"/>
                  <a:pt x="165545" y="546259"/>
                  <a:pt x="164402" y="546068"/>
                </a:cubicBezTo>
                <a:cubicBezTo>
                  <a:pt x="165545" y="545783"/>
                  <a:pt x="166116" y="545402"/>
                  <a:pt x="166116" y="544544"/>
                </a:cubicBezTo>
                <a:cubicBezTo>
                  <a:pt x="166116" y="543687"/>
                  <a:pt x="165545" y="543211"/>
                  <a:pt x="164402" y="542925"/>
                </a:cubicBezTo>
                <a:cubicBezTo>
                  <a:pt x="165545" y="542639"/>
                  <a:pt x="166116" y="542258"/>
                  <a:pt x="166116" y="541306"/>
                </a:cubicBezTo>
                <a:cubicBezTo>
                  <a:pt x="166116" y="540353"/>
                  <a:pt x="165545" y="539972"/>
                  <a:pt x="164402" y="539687"/>
                </a:cubicBezTo>
                <a:cubicBezTo>
                  <a:pt x="165545" y="539401"/>
                  <a:pt x="166116" y="539020"/>
                  <a:pt x="166116" y="538067"/>
                </a:cubicBezTo>
                <a:cubicBezTo>
                  <a:pt x="166116" y="537115"/>
                  <a:pt x="165545" y="536734"/>
                  <a:pt x="164402" y="536448"/>
                </a:cubicBezTo>
                <a:cubicBezTo>
                  <a:pt x="165545" y="536162"/>
                  <a:pt x="166116" y="535781"/>
                  <a:pt x="166116" y="534829"/>
                </a:cubicBezTo>
                <a:cubicBezTo>
                  <a:pt x="166116" y="533876"/>
                  <a:pt x="165545" y="533495"/>
                  <a:pt x="164306" y="533210"/>
                </a:cubicBezTo>
                <a:cubicBezTo>
                  <a:pt x="165449" y="532924"/>
                  <a:pt x="166116" y="532543"/>
                  <a:pt x="166116" y="531590"/>
                </a:cubicBezTo>
                <a:cubicBezTo>
                  <a:pt x="166116" y="530638"/>
                  <a:pt x="165545" y="530257"/>
                  <a:pt x="164402" y="529971"/>
                </a:cubicBezTo>
                <a:cubicBezTo>
                  <a:pt x="165545" y="529685"/>
                  <a:pt x="166116" y="529304"/>
                  <a:pt x="166116" y="528352"/>
                </a:cubicBezTo>
                <a:cubicBezTo>
                  <a:pt x="166116" y="527399"/>
                  <a:pt x="165545" y="527018"/>
                  <a:pt x="164402" y="526828"/>
                </a:cubicBezTo>
                <a:cubicBezTo>
                  <a:pt x="165545" y="526542"/>
                  <a:pt x="166116" y="526161"/>
                  <a:pt x="166116" y="525304"/>
                </a:cubicBezTo>
                <a:cubicBezTo>
                  <a:pt x="166116" y="524447"/>
                  <a:pt x="165545" y="523970"/>
                  <a:pt x="164402" y="523780"/>
                </a:cubicBezTo>
                <a:cubicBezTo>
                  <a:pt x="165449" y="523494"/>
                  <a:pt x="166116" y="523113"/>
                  <a:pt x="166116" y="522256"/>
                </a:cubicBezTo>
                <a:cubicBezTo>
                  <a:pt x="166116" y="521399"/>
                  <a:pt x="165545" y="520922"/>
                  <a:pt x="164497" y="520732"/>
                </a:cubicBezTo>
                <a:cubicBezTo>
                  <a:pt x="165545" y="520446"/>
                  <a:pt x="166116" y="520065"/>
                  <a:pt x="166116" y="519208"/>
                </a:cubicBezTo>
                <a:cubicBezTo>
                  <a:pt x="166116" y="518351"/>
                  <a:pt x="165545" y="517970"/>
                  <a:pt x="164497" y="517684"/>
                </a:cubicBezTo>
                <a:cubicBezTo>
                  <a:pt x="165545" y="517398"/>
                  <a:pt x="166116" y="517017"/>
                  <a:pt x="166116" y="516160"/>
                </a:cubicBezTo>
                <a:cubicBezTo>
                  <a:pt x="166116" y="515303"/>
                  <a:pt x="165545" y="514922"/>
                  <a:pt x="164497" y="514636"/>
                </a:cubicBezTo>
                <a:cubicBezTo>
                  <a:pt x="165545" y="514350"/>
                  <a:pt x="166116" y="513969"/>
                  <a:pt x="166116" y="513112"/>
                </a:cubicBezTo>
                <a:cubicBezTo>
                  <a:pt x="166116" y="512255"/>
                  <a:pt x="165545" y="511874"/>
                  <a:pt x="164497" y="511588"/>
                </a:cubicBezTo>
                <a:cubicBezTo>
                  <a:pt x="165545" y="511302"/>
                  <a:pt x="166116" y="510921"/>
                  <a:pt x="166116" y="510064"/>
                </a:cubicBezTo>
                <a:cubicBezTo>
                  <a:pt x="166116" y="509207"/>
                  <a:pt x="165545" y="508826"/>
                  <a:pt x="164497" y="508540"/>
                </a:cubicBezTo>
                <a:cubicBezTo>
                  <a:pt x="165545" y="508254"/>
                  <a:pt x="166116" y="507873"/>
                  <a:pt x="166116" y="507016"/>
                </a:cubicBezTo>
                <a:cubicBezTo>
                  <a:pt x="166116" y="506159"/>
                  <a:pt x="165545" y="505778"/>
                  <a:pt x="164497" y="505492"/>
                </a:cubicBezTo>
                <a:cubicBezTo>
                  <a:pt x="165545" y="505206"/>
                  <a:pt x="166116" y="504825"/>
                  <a:pt x="166116" y="503968"/>
                </a:cubicBezTo>
                <a:cubicBezTo>
                  <a:pt x="166116" y="503111"/>
                  <a:pt x="165545" y="502730"/>
                  <a:pt x="164497" y="502444"/>
                </a:cubicBezTo>
                <a:cubicBezTo>
                  <a:pt x="165545" y="502158"/>
                  <a:pt x="166116" y="501777"/>
                  <a:pt x="166116" y="500920"/>
                </a:cubicBezTo>
                <a:cubicBezTo>
                  <a:pt x="166116" y="500063"/>
                  <a:pt x="165545" y="499682"/>
                  <a:pt x="164592" y="499396"/>
                </a:cubicBezTo>
                <a:cubicBezTo>
                  <a:pt x="165640" y="499110"/>
                  <a:pt x="166116" y="498729"/>
                  <a:pt x="166116" y="497872"/>
                </a:cubicBezTo>
                <a:cubicBezTo>
                  <a:pt x="166116" y="497014"/>
                  <a:pt x="165545" y="496634"/>
                  <a:pt x="164592" y="496348"/>
                </a:cubicBezTo>
                <a:cubicBezTo>
                  <a:pt x="165640" y="496062"/>
                  <a:pt x="166116" y="495681"/>
                  <a:pt x="166116" y="494824"/>
                </a:cubicBezTo>
                <a:cubicBezTo>
                  <a:pt x="166116" y="493967"/>
                  <a:pt x="165545" y="493586"/>
                  <a:pt x="164592" y="493300"/>
                </a:cubicBezTo>
                <a:cubicBezTo>
                  <a:pt x="165640" y="493014"/>
                  <a:pt x="166116" y="492633"/>
                  <a:pt x="166116" y="491776"/>
                </a:cubicBezTo>
                <a:cubicBezTo>
                  <a:pt x="166116" y="490919"/>
                  <a:pt x="165545" y="490538"/>
                  <a:pt x="164497" y="490252"/>
                </a:cubicBezTo>
                <a:cubicBezTo>
                  <a:pt x="165545" y="489966"/>
                  <a:pt x="166116" y="489585"/>
                  <a:pt x="166116" y="488728"/>
                </a:cubicBezTo>
                <a:cubicBezTo>
                  <a:pt x="166116" y="487871"/>
                  <a:pt x="165545" y="487489"/>
                  <a:pt x="164497" y="487204"/>
                </a:cubicBezTo>
                <a:cubicBezTo>
                  <a:pt x="164497" y="487204"/>
                  <a:pt x="164497" y="487204"/>
                  <a:pt x="164592" y="487204"/>
                </a:cubicBezTo>
                <a:cubicBezTo>
                  <a:pt x="164783" y="487204"/>
                  <a:pt x="164878" y="487013"/>
                  <a:pt x="164973" y="486918"/>
                </a:cubicBezTo>
                <a:cubicBezTo>
                  <a:pt x="165259" y="486823"/>
                  <a:pt x="165545" y="486632"/>
                  <a:pt x="165640" y="486442"/>
                </a:cubicBezTo>
                <a:cubicBezTo>
                  <a:pt x="168974" y="484346"/>
                  <a:pt x="170498" y="480251"/>
                  <a:pt x="168974" y="476536"/>
                </a:cubicBezTo>
                <a:cubicBezTo>
                  <a:pt x="167259" y="472345"/>
                  <a:pt x="162497" y="470345"/>
                  <a:pt x="158306" y="472059"/>
                </a:cubicBezTo>
                <a:cubicBezTo>
                  <a:pt x="154115" y="473774"/>
                  <a:pt x="152114" y="478536"/>
                  <a:pt x="153829" y="482727"/>
                </a:cubicBezTo>
                <a:cubicBezTo>
                  <a:pt x="154495" y="484346"/>
                  <a:pt x="155639" y="485680"/>
                  <a:pt x="157067" y="486537"/>
                </a:cubicBezTo>
                <a:cubicBezTo>
                  <a:pt x="156972" y="486728"/>
                  <a:pt x="156877" y="486918"/>
                  <a:pt x="156877" y="487204"/>
                </a:cubicBezTo>
                <a:cubicBezTo>
                  <a:pt x="156877" y="488061"/>
                  <a:pt x="157448" y="488442"/>
                  <a:pt x="158496" y="488728"/>
                </a:cubicBezTo>
                <a:cubicBezTo>
                  <a:pt x="157448" y="489014"/>
                  <a:pt x="156877" y="489395"/>
                  <a:pt x="156877" y="490252"/>
                </a:cubicBezTo>
                <a:cubicBezTo>
                  <a:pt x="156877" y="491109"/>
                  <a:pt x="157448" y="491490"/>
                  <a:pt x="158401" y="491776"/>
                </a:cubicBezTo>
                <a:cubicBezTo>
                  <a:pt x="157353" y="492062"/>
                  <a:pt x="156877" y="492443"/>
                  <a:pt x="156877" y="493300"/>
                </a:cubicBezTo>
                <a:cubicBezTo>
                  <a:pt x="156877" y="494157"/>
                  <a:pt x="157448" y="494538"/>
                  <a:pt x="158401" y="494824"/>
                </a:cubicBezTo>
                <a:cubicBezTo>
                  <a:pt x="157353" y="495110"/>
                  <a:pt x="156877" y="495490"/>
                  <a:pt x="156877" y="496348"/>
                </a:cubicBezTo>
                <a:cubicBezTo>
                  <a:pt x="156877" y="497205"/>
                  <a:pt x="157448" y="497586"/>
                  <a:pt x="158401" y="497872"/>
                </a:cubicBezTo>
                <a:cubicBezTo>
                  <a:pt x="157353" y="498158"/>
                  <a:pt x="156877" y="498539"/>
                  <a:pt x="156877" y="499396"/>
                </a:cubicBezTo>
                <a:cubicBezTo>
                  <a:pt x="156877" y="500253"/>
                  <a:pt x="157448" y="500634"/>
                  <a:pt x="158401" y="500920"/>
                </a:cubicBezTo>
                <a:cubicBezTo>
                  <a:pt x="157353" y="501206"/>
                  <a:pt x="156877" y="501587"/>
                  <a:pt x="156877" y="502444"/>
                </a:cubicBezTo>
                <a:cubicBezTo>
                  <a:pt x="156877" y="503301"/>
                  <a:pt x="157448" y="503682"/>
                  <a:pt x="158401" y="503968"/>
                </a:cubicBezTo>
                <a:cubicBezTo>
                  <a:pt x="157353" y="504254"/>
                  <a:pt x="156877" y="504635"/>
                  <a:pt x="156877" y="505492"/>
                </a:cubicBezTo>
                <a:cubicBezTo>
                  <a:pt x="156877" y="506349"/>
                  <a:pt x="157448" y="506730"/>
                  <a:pt x="158496" y="507016"/>
                </a:cubicBezTo>
                <a:cubicBezTo>
                  <a:pt x="157448" y="507302"/>
                  <a:pt x="156877" y="507683"/>
                  <a:pt x="156877" y="508540"/>
                </a:cubicBezTo>
                <a:cubicBezTo>
                  <a:pt x="156877" y="509397"/>
                  <a:pt x="157448" y="509778"/>
                  <a:pt x="158496" y="510064"/>
                </a:cubicBezTo>
                <a:cubicBezTo>
                  <a:pt x="157448" y="510350"/>
                  <a:pt x="156877" y="510731"/>
                  <a:pt x="156877" y="511588"/>
                </a:cubicBezTo>
                <a:cubicBezTo>
                  <a:pt x="156877" y="512445"/>
                  <a:pt x="157448" y="512826"/>
                  <a:pt x="158496" y="513112"/>
                </a:cubicBezTo>
                <a:cubicBezTo>
                  <a:pt x="157448" y="513398"/>
                  <a:pt x="156877" y="513779"/>
                  <a:pt x="156877" y="514636"/>
                </a:cubicBezTo>
                <a:cubicBezTo>
                  <a:pt x="156877" y="515493"/>
                  <a:pt x="157448" y="515874"/>
                  <a:pt x="158496" y="516160"/>
                </a:cubicBezTo>
                <a:cubicBezTo>
                  <a:pt x="157448" y="516446"/>
                  <a:pt x="156877" y="516827"/>
                  <a:pt x="156877" y="517684"/>
                </a:cubicBezTo>
                <a:cubicBezTo>
                  <a:pt x="156877" y="518541"/>
                  <a:pt x="157448" y="518922"/>
                  <a:pt x="158496" y="519208"/>
                </a:cubicBezTo>
                <a:cubicBezTo>
                  <a:pt x="157448" y="519494"/>
                  <a:pt x="156877" y="519875"/>
                  <a:pt x="156877" y="520732"/>
                </a:cubicBezTo>
                <a:cubicBezTo>
                  <a:pt x="156877" y="521589"/>
                  <a:pt x="157448" y="522065"/>
                  <a:pt x="158496" y="522256"/>
                </a:cubicBezTo>
                <a:cubicBezTo>
                  <a:pt x="157448" y="522542"/>
                  <a:pt x="156877" y="522923"/>
                  <a:pt x="156877" y="523780"/>
                </a:cubicBezTo>
                <a:cubicBezTo>
                  <a:pt x="156877" y="524637"/>
                  <a:pt x="157448" y="525113"/>
                  <a:pt x="158591" y="525304"/>
                </a:cubicBezTo>
                <a:cubicBezTo>
                  <a:pt x="157448" y="525590"/>
                  <a:pt x="156877" y="525971"/>
                  <a:pt x="156877" y="526828"/>
                </a:cubicBezTo>
                <a:cubicBezTo>
                  <a:pt x="156877" y="527685"/>
                  <a:pt x="157448" y="528161"/>
                  <a:pt x="158591" y="528352"/>
                </a:cubicBezTo>
                <a:cubicBezTo>
                  <a:pt x="157448" y="528638"/>
                  <a:pt x="156877" y="529019"/>
                  <a:pt x="156877" y="529971"/>
                </a:cubicBezTo>
                <a:cubicBezTo>
                  <a:pt x="156877" y="530924"/>
                  <a:pt x="157448" y="531305"/>
                  <a:pt x="158591" y="531590"/>
                </a:cubicBezTo>
                <a:cubicBezTo>
                  <a:pt x="157448" y="531876"/>
                  <a:pt x="156877" y="532257"/>
                  <a:pt x="156877" y="533210"/>
                </a:cubicBezTo>
                <a:cubicBezTo>
                  <a:pt x="156877" y="534162"/>
                  <a:pt x="157448" y="534543"/>
                  <a:pt x="158687" y="534829"/>
                </a:cubicBezTo>
                <a:cubicBezTo>
                  <a:pt x="157544" y="535115"/>
                  <a:pt x="156877" y="535496"/>
                  <a:pt x="156877" y="536448"/>
                </a:cubicBezTo>
                <a:cubicBezTo>
                  <a:pt x="156877" y="537401"/>
                  <a:pt x="157448" y="537782"/>
                  <a:pt x="158591" y="538067"/>
                </a:cubicBezTo>
                <a:cubicBezTo>
                  <a:pt x="157448" y="538353"/>
                  <a:pt x="156877" y="538734"/>
                  <a:pt x="156877" y="539687"/>
                </a:cubicBezTo>
                <a:cubicBezTo>
                  <a:pt x="156877" y="540639"/>
                  <a:pt x="157448" y="541020"/>
                  <a:pt x="158591" y="541306"/>
                </a:cubicBezTo>
                <a:cubicBezTo>
                  <a:pt x="157448" y="541592"/>
                  <a:pt x="156877" y="541973"/>
                  <a:pt x="156877" y="542925"/>
                </a:cubicBezTo>
                <a:cubicBezTo>
                  <a:pt x="156877" y="543878"/>
                  <a:pt x="157448" y="544259"/>
                  <a:pt x="158591" y="544544"/>
                </a:cubicBezTo>
                <a:cubicBezTo>
                  <a:pt x="157448" y="544830"/>
                  <a:pt x="156877" y="545211"/>
                  <a:pt x="156877" y="546068"/>
                </a:cubicBezTo>
                <a:cubicBezTo>
                  <a:pt x="156877" y="546926"/>
                  <a:pt x="157448" y="547402"/>
                  <a:pt x="158591" y="547592"/>
                </a:cubicBezTo>
                <a:cubicBezTo>
                  <a:pt x="157448" y="547878"/>
                  <a:pt x="156877" y="548259"/>
                  <a:pt x="156877" y="549212"/>
                </a:cubicBezTo>
                <a:cubicBezTo>
                  <a:pt x="156877" y="550164"/>
                  <a:pt x="157448" y="550545"/>
                  <a:pt x="158591" y="550736"/>
                </a:cubicBezTo>
                <a:cubicBezTo>
                  <a:pt x="157448" y="551021"/>
                  <a:pt x="156877" y="551402"/>
                  <a:pt x="156877" y="552355"/>
                </a:cubicBezTo>
                <a:cubicBezTo>
                  <a:pt x="156877" y="553307"/>
                  <a:pt x="157448" y="553688"/>
                  <a:pt x="158591" y="553974"/>
                </a:cubicBezTo>
                <a:cubicBezTo>
                  <a:pt x="157448" y="554260"/>
                  <a:pt x="156877" y="554641"/>
                  <a:pt x="156877" y="555593"/>
                </a:cubicBezTo>
                <a:cubicBezTo>
                  <a:pt x="156877" y="556546"/>
                  <a:pt x="157448" y="556927"/>
                  <a:pt x="158591" y="557213"/>
                </a:cubicBezTo>
                <a:cubicBezTo>
                  <a:pt x="157448" y="557498"/>
                  <a:pt x="156877" y="557879"/>
                  <a:pt x="156877" y="558832"/>
                </a:cubicBezTo>
                <a:cubicBezTo>
                  <a:pt x="156877" y="559784"/>
                  <a:pt x="157544" y="560165"/>
                  <a:pt x="158687" y="560451"/>
                </a:cubicBezTo>
                <a:cubicBezTo>
                  <a:pt x="157544" y="560737"/>
                  <a:pt x="156877" y="561118"/>
                  <a:pt x="156877" y="562070"/>
                </a:cubicBezTo>
                <a:cubicBezTo>
                  <a:pt x="156877" y="563023"/>
                  <a:pt x="157448" y="563404"/>
                  <a:pt x="158687" y="563690"/>
                </a:cubicBezTo>
                <a:cubicBezTo>
                  <a:pt x="157544" y="563975"/>
                  <a:pt x="156877" y="564356"/>
                  <a:pt x="156877" y="565309"/>
                </a:cubicBezTo>
                <a:cubicBezTo>
                  <a:pt x="156877" y="566261"/>
                  <a:pt x="157448" y="566642"/>
                  <a:pt x="158591" y="566928"/>
                </a:cubicBezTo>
                <a:cubicBezTo>
                  <a:pt x="157448" y="567214"/>
                  <a:pt x="156877" y="567595"/>
                  <a:pt x="156877" y="568452"/>
                </a:cubicBezTo>
                <a:cubicBezTo>
                  <a:pt x="156877" y="569309"/>
                  <a:pt x="157448" y="569786"/>
                  <a:pt x="158591" y="569976"/>
                </a:cubicBezTo>
                <a:cubicBezTo>
                  <a:pt x="157448" y="570262"/>
                  <a:pt x="156877" y="570643"/>
                  <a:pt x="156877" y="571500"/>
                </a:cubicBezTo>
                <a:cubicBezTo>
                  <a:pt x="156877" y="572357"/>
                  <a:pt x="157448" y="572834"/>
                  <a:pt x="158591" y="573024"/>
                </a:cubicBezTo>
                <a:cubicBezTo>
                  <a:pt x="157448" y="573310"/>
                  <a:pt x="156877" y="573691"/>
                  <a:pt x="156877" y="574548"/>
                </a:cubicBezTo>
                <a:cubicBezTo>
                  <a:pt x="156877" y="575405"/>
                  <a:pt x="157448" y="575882"/>
                  <a:pt x="158591" y="576167"/>
                </a:cubicBezTo>
                <a:cubicBezTo>
                  <a:pt x="157448" y="576453"/>
                  <a:pt x="156877" y="576834"/>
                  <a:pt x="156877" y="577787"/>
                </a:cubicBezTo>
                <a:cubicBezTo>
                  <a:pt x="156877" y="578739"/>
                  <a:pt x="157544" y="579120"/>
                  <a:pt x="158687" y="579406"/>
                </a:cubicBezTo>
                <a:cubicBezTo>
                  <a:pt x="157448" y="579692"/>
                  <a:pt x="156877" y="580073"/>
                  <a:pt x="156877" y="581025"/>
                </a:cubicBezTo>
                <a:cubicBezTo>
                  <a:pt x="156877" y="581978"/>
                  <a:pt x="157544" y="582359"/>
                  <a:pt x="158687" y="582644"/>
                </a:cubicBezTo>
                <a:cubicBezTo>
                  <a:pt x="157448" y="582930"/>
                  <a:pt x="156877" y="583311"/>
                  <a:pt x="156877" y="584264"/>
                </a:cubicBezTo>
                <a:cubicBezTo>
                  <a:pt x="156877" y="585216"/>
                  <a:pt x="157544" y="585597"/>
                  <a:pt x="158782" y="585883"/>
                </a:cubicBezTo>
                <a:cubicBezTo>
                  <a:pt x="157544" y="586169"/>
                  <a:pt x="156877" y="586550"/>
                  <a:pt x="156877" y="587502"/>
                </a:cubicBezTo>
                <a:cubicBezTo>
                  <a:pt x="156877" y="588455"/>
                  <a:pt x="157544" y="588836"/>
                  <a:pt x="158782" y="589121"/>
                </a:cubicBezTo>
                <a:cubicBezTo>
                  <a:pt x="157544" y="589407"/>
                  <a:pt x="156877" y="589788"/>
                  <a:pt x="156877" y="590741"/>
                </a:cubicBezTo>
                <a:cubicBezTo>
                  <a:pt x="156877" y="591693"/>
                  <a:pt x="157544" y="592074"/>
                  <a:pt x="158782" y="592360"/>
                </a:cubicBezTo>
                <a:cubicBezTo>
                  <a:pt x="157544" y="592646"/>
                  <a:pt x="156877" y="593027"/>
                  <a:pt x="156877" y="593979"/>
                </a:cubicBezTo>
                <a:cubicBezTo>
                  <a:pt x="156877" y="594932"/>
                  <a:pt x="157639" y="595408"/>
                  <a:pt x="158877" y="595598"/>
                </a:cubicBezTo>
                <a:cubicBezTo>
                  <a:pt x="157639" y="595884"/>
                  <a:pt x="156972" y="596265"/>
                  <a:pt x="156877" y="597122"/>
                </a:cubicBezTo>
                <a:close/>
                <a:moveTo>
                  <a:pt x="156305" y="482060"/>
                </a:moveTo>
                <a:cubicBezTo>
                  <a:pt x="155067" y="479108"/>
                  <a:pt x="156496" y="475774"/>
                  <a:pt x="159449" y="474536"/>
                </a:cubicBezTo>
                <a:cubicBezTo>
                  <a:pt x="160115" y="474250"/>
                  <a:pt x="160877" y="474059"/>
                  <a:pt x="161639" y="474059"/>
                </a:cubicBezTo>
                <a:cubicBezTo>
                  <a:pt x="163925" y="474059"/>
                  <a:pt x="166116" y="475393"/>
                  <a:pt x="166973" y="477679"/>
                </a:cubicBezTo>
                <a:cubicBezTo>
                  <a:pt x="168116" y="480536"/>
                  <a:pt x="166783" y="483775"/>
                  <a:pt x="164020" y="485013"/>
                </a:cubicBezTo>
                <a:cubicBezTo>
                  <a:pt x="163544" y="485204"/>
                  <a:pt x="162306" y="485299"/>
                  <a:pt x="161449" y="485394"/>
                </a:cubicBezTo>
                <a:cubicBezTo>
                  <a:pt x="161258" y="485394"/>
                  <a:pt x="161163" y="485394"/>
                  <a:pt x="160973" y="485394"/>
                </a:cubicBezTo>
                <a:cubicBezTo>
                  <a:pt x="158972" y="485204"/>
                  <a:pt x="157067" y="483965"/>
                  <a:pt x="156210" y="481965"/>
                </a:cubicBezTo>
                <a:close/>
                <a:moveTo>
                  <a:pt x="159449" y="598456"/>
                </a:moveTo>
                <a:cubicBezTo>
                  <a:pt x="160115" y="598170"/>
                  <a:pt x="160877" y="597980"/>
                  <a:pt x="161639" y="597980"/>
                </a:cubicBezTo>
                <a:cubicBezTo>
                  <a:pt x="162401" y="597980"/>
                  <a:pt x="163163" y="598170"/>
                  <a:pt x="163830" y="598456"/>
                </a:cubicBezTo>
                <a:cubicBezTo>
                  <a:pt x="165259" y="599027"/>
                  <a:pt x="166307" y="600170"/>
                  <a:pt x="166973" y="601599"/>
                </a:cubicBezTo>
                <a:cubicBezTo>
                  <a:pt x="167545" y="603028"/>
                  <a:pt x="167545" y="604552"/>
                  <a:pt x="166973" y="605981"/>
                </a:cubicBezTo>
                <a:cubicBezTo>
                  <a:pt x="166402" y="607409"/>
                  <a:pt x="165259" y="608457"/>
                  <a:pt x="163830" y="609124"/>
                </a:cubicBezTo>
                <a:cubicBezTo>
                  <a:pt x="160877" y="610362"/>
                  <a:pt x="157544" y="608933"/>
                  <a:pt x="156305" y="605981"/>
                </a:cubicBezTo>
                <a:cubicBezTo>
                  <a:pt x="155734" y="604552"/>
                  <a:pt x="155734" y="603028"/>
                  <a:pt x="156305" y="601599"/>
                </a:cubicBezTo>
                <a:cubicBezTo>
                  <a:pt x="156877" y="600170"/>
                  <a:pt x="158020" y="599123"/>
                  <a:pt x="159449" y="598456"/>
                </a:cubicBezTo>
                <a:close/>
                <a:moveTo>
                  <a:pt x="243078" y="597218"/>
                </a:moveTo>
                <a:cubicBezTo>
                  <a:pt x="241745" y="598075"/>
                  <a:pt x="240697" y="599218"/>
                  <a:pt x="240030" y="600647"/>
                </a:cubicBezTo>
                <a:cubicBezTo>
                  <a:pt x="239173" y="602647"/>
                  <a:pt x="239173" y="604838"/>
                  <a:pt x="240030" y="606838"/>
                </a:cubicBezTo>
                <a:cubicBezTo>
                  <a:pt x="240887" y="608838"/>
                  <a:pt x="242411" y="610457"/>
                  <a:pt x="244412" y="611219"/>
                </a:cubicBezTo>
                <a:cubicBezTo>
                  <a:pt x="245459" y="611600"/>
                  <a:pt x="246507" y="611886"/>
                  <a:pt x="247555" y="611886"/>
                </a:cubicBezTo>
                <a:cubicBezTo>
                  <a:pt x="248603" y="611886"/>
                  <a:pt x="249650" y="611696"/>
                  <a:pt x="250603" y="611315"/>
                </a:cubicBezTo>
                <a:cubicBezTo>
                  <a:pt x="252603" y="610457"/>
                  <a:pt x="254222" y="608933"/>
                  <a:pt x="254984" y="606933"/>
                </a:cubicBezTo>
                <a:cubicBezTo>
                  <a:pt x="255842" y="604933"/>
                  <a:pt x="255842" y="602742"/>
                  <a:pt x="254984" y="600742"/>
                </a:cubicBezTo>
                <a:cubicBezTo>
                  <a:pt x="254318" y="599027"/>
                  <a:pt x="252889" y="597694"/>
                  <a:pt x="251270" y="596741"/>
                </a:cubicBezTo>
                <a:cubicBezTo>
                  <a:pt x="251651" y="596456"/>
                  <a:pt x="251936" y="596170"/>
                  <a:pt x="251936" y="595598"/>
                </a:cubicBezTo>
                <a:cubicBezTo>
                  <a:pt x="251936" y="594646"/>
                  <a:pt x="251174" y="594170"/>
                  <a:pt x="249936" y="593979"/>
                </a:cubicBezTo>
                <a:cubicBezTo>
                  <a:pt x="251174" y="593693"/>
                  <a:pt x="251936" y="593312"/>
                  <a:pt x="251936" y="592360"/>
                </a:cubicBezTo>
                <a:cubicBezTo>
                  <a:pt x="251936" y="591407"/>
                  <a:pt x="251270" y="591026"/>
                  <a:pt x="250127" y="590741"/>
                </a:cubicBezTo>
                <a:cubicBezTo>
                  <a:pt x="251365" y="590455"/>
                  <a:pt x="251936" y="590074"/>
                  <a:pt x="251936" y="589121"/>
                </a:cubicBezTo>
                <a:cubicBezTo>
                  <a:pt x="251936" y="588169"/>
                  <a:pt x="251270" y="587788"/>
                  <a:pt x="250031" y="587502"/>
                </a:cubicBezTo>
                <a:cubicBezTo>
                  <a:pt x="251270" y="587216"/>
                  <a:pt x="251936" y="586835"/>
                  <a:pt x="251936" y="585883"/>
                </a:cubicBezTo>
                <a:cubicBezTo>
                  <a:pt x="251936" y="584930"/>
                  <a:pt x="251270" y="584549"/>
                  <a:pt x="250127" y="584264"/>
                </a:cubicBezTo>
                <a:cubicBezTo>
                  <a:pt x="251365" y="583978"/>
                  <a:pt x="251936" y="583597"/>
                  <a:pt x="251936" y="582644"/>
                </a:cubicBezTo>
                <a:cubicBezTo>
                  <a:pt x="251936" y="581692"/>
                  <a:pt x="251270" y="581311"/>
                  <a:pt x="250031" y="581025"/>
                </a:cubicBezTo>
                <a:cubicBezTo>
                  <a:pt x="251270" y="580739"/>
                  <a:pt x="251936" y="580358"/>
                  <a:pt x="251936" y="579406"/>
                </a:cubicBezTo>
                <a:cubicBezTo>
                  <a:pt x="251936" y="578453"/>
                  <a:pt x="251270" y="578072"/>
                  <a:pt x="250127" y="577787"/>
                </a:cubicBezTo>
                <a:cubicBezTo>
                  <a:pt x="251270" y="577501"/>
                  <a:pt x="251936" y="577120"/>
                  <a:pt x="251936" y="576167"/>
                </a:cubicBezTo>
                <a:cubicBezTo>
                  <a:pt x="251936" y="575215"/>
                  <a:pt x="251365" y="574834"/>
                  <a:pt x="250222" y="574548"/>
                </a:cubicBezTo>
                <a:cubicBezTo>
                  <a:pt x="251365" y="574262"/>
                  <a:pt x="251936" y="573881"/>
                  <a:pt x="251936" y="573024"/>
                </a:cubicBezTo>
                <a:cubicBezTo>
                  <a:pt x="251936" y="572167"/>
                  <a:pt x="251365" y="571691"/>
                  <a:pt x="250222" y="571500"/>
                </a:cubicBezTo>
                <a:cubicBezTo>
                  <a:pt x="251365" y="571214"/>
                  <a:pt x="251936" y="570833"/>
                  <a:pt x="251936" y="569976"/>
                </a:cubicBezTo>
                <a:cubicBezTo>
                  <a:pt x="251936" y="569119"/>
                  <a:pt x="251365" y="568643"/>
                  <a:pt x="250222" y="568452"/>
                </a:cubicBezTo>
                <a:cubicBezTo>
                  <a:pt x="251365" y="568166"/>
                  <a:pt x="251936" y="567785"/>
                  <a:pt x="251936" y="566928"/>
                </a:cubicBezTo>
                <a:cubicBezTo>
                  <a:pt x="251936" y="566071"/>
                  <a:pt x="251365" y="565595"/>
                  <a:pt x="250222" y="565309"/>
                </a:cubicBezTo>
                <a:cubicBezTo>
                  <a:pt x="251365" y="565023"/>
                  <a:pt x="251936" y="564642"/>
                  <a:pt x="251936" y="563690"/>
                </a:cubicBezTo>
                <a:cubicBezTo>
                  <a:pt x="251936" y="562737"/>
                  <a:pt x="251270" y="562356"/>
                  <a:pt x="250127" y="562070"/>
                </a:cubicBezTo>
                <a:cubicBezTo>
                  <a:pt x="251270" y="561785"/>
                  <a:pt x="251936" y="561404"/>
                  <a:pt x="251936" y="560451"/>
                </a:cubicBezTo>
                <a:cubicBezTo>
                  <a:pt x="251936" y="559499"/>
                  <a:pt x="251365" y="559118"/>
                  <a:pt x="250127" y="558832"/>
                </a:cubicBezTo>
                <a:cubicBezTo>
                  <a:pt x="251270" y="558546"/>
                  <a:pt x="251936" y="558165"/>
                  <a:pt x="251936" y="557213"/>
                </a:cubicBezTo>
                <a:cubicBezTo>
                  <a:pt x="251936" y="556260"/>
                  <a:pt x="251365" y="555879"/>
                  <a:pt x="250222" y="555593"/>
                </a:cubicBezTo>
                <a:cubicBezTo>
                  <a:pt x="251365" y="555308"/>
                  <a:pt x="251936" y="554927"/>
                  <a:pt x="251936" y="553974"/>
                </a:cubicBezTo>
                <a:cubicBezTo>
                  <a:pt x="251936" y="553022"/>
                  <a:pt x="251365" y="552641"/>
                  <a:pt x="250222" y="552355"/>
                </a:cubicBezTo>
                <a:cubicBezTo>
                  <a:pt x="251365" y="552069"/>
                  <a:pt x="251936" y="551688"/>
                  <a:pt x="251936" y="550736"/>
                </a:cubicBezTo>
                <a:cubicBezTo>
                  <a:pt x="251936" y="549783"/>
                  <a:pt x="251365" y="549402"/>
                  <a:pt x="250222" y="549212"/>
                </a:cubicBezTo>
                <a:cubicBezTo>
                  <a:pt x="251365" y="548926"/>
                  <a:pt x="251936" y="548545"/>
                  <a:pt x="251936" y="547592"/>
                </a:cubicBezTo>
                <a:cubicBezTo>
                  <a:pt x="251936" y="546640"/>
                  <a:pt x="251365" y="546259"/>
                  <a:pt x="250222" y="546068"/>
                </a:cubicBezTo>
                <a:cubicBezTo>
                  <a:pt x="251365" y="545783"/>
                  <a:pt x="251936" y="545402"/>
                  <a:pt x="251936" y="544544"/>
                </a:cubicBezTo>
                <a:cubicBezTo>
                  <a:pt x="251936" y="543687"/>
                  <a:pt x="251365" y="543211"/>
                  <a:pt x="250222" y="542925"/>
                </a:cubicBezTo>
                <a:cubicBezTo>
                  <a:pt x="251365" y="542639"/>
                  <a:pt x="251936" y="542258"/>
                  <a:pt x="251936" y="541306"/>
                </a:cubicBezTo>
                <a:cubicBezTo>
                  <a:pt x="251936" y="540353"/>
                  <a:pt x="251365" y="539972"/>
                  <a:pt x="250222" y="539687"/>
                </a:cubicBezTo>
                <a:cubicBezTo>
                  <a:pt x="251365" y="539401"/>
                  <a:pt x="251936" y="539020"/>
                  <a:pt x="251936" y="538067"/>
                </a:cubicBezTo>
                <a:cubicBezTo>
                  <a:pt x="251936" y="537115"/>
                  <a:pt x="251365" y="536734"/>
                  <a:pt x="250222" y="536448"/>
                </a:cubicBezTo>
                <a:cubicBezTo>
                  <a:pt x="251365" y="536162"/>
                  <a:pt x="251936" y="535781"/>
                  <a:pt x="251936" y="534829"/>
                </a:cubicBezTo>
                <a:cubicBezTo>
                  <a:pt x="251936" y="533876"/>
                  <a:pt x="251365" y="533495"/>
                  <a:pt x="250127" y="533210"/>
                </a:cubicBezTo>
                <a:cubicBezTo>
                  <a:pt x="251270" y="532924"/>
                  <a:pt x="251936" y="532543"/>
                  <a:pt x="251936" y="531590"/>
                </a:cubicBezTo>
                <a:cubicBezTo>
                  <a:pt x="251936" y="530638"/>
                  <a:pt x="251365" y="530257"/>
                  <a:pt x="250222" y="529971"/>
                </a:cubicBezTo>
                <a:cubicBezTo>
                  <a:pt x="251365" y="529685"/>
                  <a:pt x="251936" y="529304"/>
                  <a:pt x="251936" y="528352"/>
                </a:cubicBezTo>
                <a:cubicBezTo>
                  <a:pt x="251936" y="527399"/>
                  <a:pt x="251365" y="527018"/>
                  <a:pt x="250222" y="526828"/>
                </a:cubicBezTo>
                <a:cubicBezTo>
                  <a:pt x="251365" y="526542"/>
                  <a:pt x="251936" y="526161"/>
                  <a:pt x="251936" y="525304"/>
                </a:cubicBezTo>
                <a:cubicBezTo>
                  <a:pt x="251936" y="524447"/>
                  <a:pt x="251365" y="523970"/>
                  <a:pt x="250222" y="523780"/>
                </a:cubicBezTo>
                <a:cubicBezTo>
                  <a:pt x="251270" y="523494"/>
                  <a:pt x="251936" y="523113"/>
                  <a:pt x="251936" y="522256"/>
                </a:cubicBezTo>
                <a:cubicBezTo>
                  <a:pt x="251936" y="521399"/>
                  <a:pt x="251365" y="520922"/>
                  <a:pt x="250317" y="520732"/>
                </a:cubicBezTo>
                <a:cubicBezTo>
                  <a:pt x="251365" y="520446"/>
                  <a:pt x="251936" y="520065"/>
                  <a:pt x="251936" y="519208"/>
                </a:cubicBezTo>
                <a:cubicBezTo>
                  <a:pt x="251936" y="518351"/>
                  <a:pt x="251365" y="517970"/>
                  <a:pt x="250317" y="517684"/>
                </a:cubicBezTo>
                <a:cubicBezTo>
                  <a:pt x="251365" y="517398"/>
                  <a:pt x="251936" y="517017"/>
                  <a:pt x="251936" y="516160"/>
                </a:cubicBezTo>
                <a:cubicBezTo>
                  <a:pt x="251936" y="515303"/>
                  <a:pt x="251365" y="514922"/>
                  <a:pt x="250317" y="514636"/>
                </a:cubicBezTo>
                <a:cubicBezTo>
                  <a:pt x="251365" y="514350"/>
                  <a:pt x="251936" y="513969"/>
                  <a:pt x="251936" y="513112"/>
                </a:cubicBezTo>
                <a:cubicBezTo>
                  <a:pt x="251936" y="512255"/>
                  <a:pt x="251365" y="511874"/>
                  <a:pt x="250317" y="511588"/>
                </a:cubicBezTo>
                <a:cubicBezTo>
                  <a:pt x="251365" y="511302"/>
                  <a:pt x="251936" y="510921"/>
                  <a:pt x="251936" y="510064"/>
                </a:cubicBezTo>
                <a:cubicBezTo>
                  <a:pt x="251936" y="509207"/>
                  <a:pt x="251365" y="508826"/>
                  <a:pt x="250317" y="508540"/>
                </a:cubicBezTo>
                <a:cubicBezTo>
                  <a:pt x="251365" y="508254"/>
                  <a:pt x="251936" y="507873"/>
                  <a:pt x="251936" y="507016"/>
                </a:cubicBezTo>
                <a:cubicBezTo>
                  <a:pt x="251936" y="506159"/>
                  <a:pt x="251365" y="505778"/>
                  <a:pt x="250317" y="505492"/>
                </a:cubicBezTo>
                <a:cubicBezTo>
                  <a:pt x="251365" y="505206"/>
                  <a:pt x="251936" y="504825"/>
                  <a:pt x="251936" y="503968"/>
                </a:cubicBezTo>
                <a:cubicBezTo>
                  <a:pt x="251936" y="503111"/>
                  <a:pt x="251365" y="502730"/>
                  <a:pt x="250317" y="502444"/>
                </a:cubicBezTo>
                <a:cubicBezTo>
                  <a:pt x="251365" y="502158"/>
                  <a:pt x="251936" y="501777"/>
                  <a:pt x="251936" y="500920"/>
                </a:cubicBezTo>
                <a:cubicBezTo>
                  <a:pt x="251936" y="500063"/>
                  <a:pt x="251365" y="499682"/>
                  <a:pt x="250412" y="499396"/>
                </a:cubicBezTo>
                <a:cubicBezTo>
                  <a:pt x="251460" y="499110"/>
                  <a:pt x="251936" y="498729"/>
                  <a:pt x="251936" y="497872"/>
                </a:cubicBezTo>
                <a:cubicBezTo>
                  <a:pt x="251936" y="497014"/>
                  <a:pt x="251365" y="496634"/>
                  <a:pt x="250412" y="496348"/>
                </a:cubicBezTo>
                <a:cubicBezTo>
                  <a:pt x="251460" y="496062"/>
                  <a:pt x="251936" y="495681"/>
                  <a:pt x="251936" y="494824"/>
                </a:cubicBezTo>
                <a:cubicBezTo>
                  <a:pt x="251936" y="493967"/>
                  <a:pt x="251365" y="493586"/>
                  <a:pt x="250412" y="493300"/>
                </a:cubicBezTo>
                <a:cubicBezTo>
                  <a:pt x="251460" y="493014"/>
                  <a:pt x="251936" y="492633"/>
                  <a:pt x="251936" y="491776"/>
                </a:cubicBezTo>
                <a:cubicBezTo>
                  <a:pt x="251936" y="490919"/>
                  <a:pt x="251365" y="490538"/>
                  <a:pt x="250317" y="490252"/>
                </a:cubicBezTo>
                <a:cubicBezTo>
                  <a:pt x="251365" y="489966"/>
                  <a:pt x="251936" y="489585"/>
                  <a:pt x="251936" y="488728"/>
                </a:cubicBezTo>
                <a:cubicBezTo>
                  <a:pt x="251936" y="487871"/>
                  <a:pt x="251365" y="487489"/>
                  <a:pt x="250317" y="487204"/>
                </a:cubicBezTo>
                <a:cubicBezTo>
                  <a:pt x="250317" y="487204"/>
                  <a:pt x="250317" y="487204"/>
                  <a:pt x="250412" y="487204"/>
                </a:cubicBezTo>
                <a:cubicBezTo>
                  <a:pt x="250603" y="487204"/>
                  <a:pt x="250698" y="487013"/>
                  <a:pt x="250793" y="486918"/>
                </a:cubicBezTo>
                <a:cubicBezTo>
                  <a:pt x="251079" y="486823"/>
                  <a:pt x="251365" y="486632"/>
                  <a:pt x="251460" y="486442"/>
                </a:cubicBezTo>
                <a:cubicBezTo>
                  <a:pt x="254794" y="484346"/>
                  <a:pt x="256318" y="480251"/>
                  <a:pt x="254794" y="476536"/>
                </a:cubicBezTo>
                <a:cubicBezTo>
                  <a:pt x="253079" y="472345"/>
                  <a:pt x="248317" y="470345"/>
                  <a:pt x="244221" y="472059"/>
                </a:cubicBezTo>
                <a:cubicBezTo>
                  <a:pt x="240030" y="473774"/>
                  <a:pt x="238030" y="478536"/>
                  <a:pt x="239744" y="482727"/>
                </a:cubicBezTo>
                <a:cubicBezTo>
                  <a:pt x="240411" y="484346"/>
                  <a:pt x="241554" y="485489"/>
                  <a:pt x="242983" y="486442"/>
                </a:cubicBezTo>
                <a:cubicBezTo>
                  <a:pt x="242792" y="486632"/>
                  <a:pt x="242697" y="486918"/>
                  <a:pt x="242697" y="487204"/>
                </a:cubicBezTo>
                <a:cubicBezTo>
                  <a:pt x="242697" y="488061"/>
                  <a:pt x="243269" y="488442"/>
                  <a:pt x="244316" y="488728"/>
                </a:cubicBezTo>
                <a:cubicBezTo>
                  <a:pt x="243269" y="489014"/>
                  <a:pt x="242697" y="489395"/>
                  <a:pt x="242697" y="490252"/>
                </a:cubicBezTo>
                <a:cubicBezTo>
                  <a:pt x="242697" y="491109"/>
                  <a:pt x="243269" y="491490"/>
                  <a:pt x="244221" y="491776"/>
                </a:cubicBezTo>
                <a:cubicBezTo>
                  <a:pt x="243173" y="492062"/>
                  <a:pt x="242697" y="492443"/>
                  <a:pt x="242697" y="493300"/>
                </a:cubicBezTo>
                <a:cubicBezTo>
                  <a:pt x="242697" y="494157"/>
                  <a:pt x="243269" y="494538"/>
                  <a:pt x="244221" y="494824"/>
                </a:cubicBezTo>
                <a:cubicBezTo>
                  <a:pt x="243173" y="495110"/>
                  <a:pt x="242697" y="495490"/>
                  <a:pt x="242697" y="496348"/>
                </a:cubicBezTo>
                <a:cubicBezTo>
                  <a:pt x="242697" y="497205"/>
                  <a:pt x="243269" y="497586"/>
                  <a:pt x="244221" y="497872"/>
                </a:cubicBezTo>
                <a:cubicBezTo>
                  <a:pt x="243173" y="498158"/>
                  <a:pt x="242697" y="498539"/>
                  <a:pt x="242697" y="499396"/>
                </a:cubicBezTo>
                <a:cubicBezTo>
                  <a:pt x="242697" y="500253"/>
                  <a:pt x="243269" y="500634"/>
                  <a:pt x="244221" y="500920"/>
                </a:cubicBezTo>
                <a:cubicBezTo>
                  <a:pt x="243173" y="501206"/>
                  <a:pt x="242697" y="501587"/>
                  <a:pt x="242697" y="502444"/>
                </a:cubicBezTo>
                <a:cubicBezTo>
                  <a:pt x="242697" y="503301"/>
                  <a:pt x="243269" y="503682"/>
                  <a:pt x="244221" y="503968"/>
                </a:cubicBezTo>
                <a:cubicBezTo>
                  <a:pt x="243173" y="504254"/>
                  <a:pt x="242697" y="504635"/>
                  <a:pt x="242697" y="505492"/>
                </a:cubicBezTo>
                <a:cubicBezTo>
                  <a:pt x="242697" y="506349"/>
                  <a:pt x="243269" y="506730"/>
                  <a:pt x="244316" y="507016"/>
                </a:cubicBezTo>
                <a:cubicBezTo>
                  <a:pt x="243269" y="507302"/>
                  <a:pt x="242697" y="507683"/>
                  <a:pt x="242697" y="508540"/>
                </a:cubicBezTo>
                <a:cubicBezTo>
                  <a:pt x="242697" y="509397"/>
                  <a:pt x="243269" y="509778"/>
                  <a:pt x="244316" y="510064"/>
                </a:cubicBezTo>
                <a:cubicBezTo>
                  <a:pt x="243269" y="510350"/>
                  <a:pt x="242697" y="510731"/>
                  <a:pt x="242697" y="511588"/>
                </a:cubicBezTo>
                <a:cubicBezTo>
                  <a:pt x="242697" y="512445"/>
                  <a:pt x="243269" y="512826"/>
                  <a:pt x="244316" y="513112"/>
                </a:cubicBezTo>
                <a:cubicBezTo>
                  <a:pt x="243269" y="513398"/>
                  <a:pt x="242697" y="513779"/>
                  <a:pt x="242697" y="514636"/>
                </a:cubicBezTo>
                <a:cubicBezTo>
                  <a:pt x="242697" y="515493"/>
                  <a:pt x="243269" y="515874"/>
                  <a:pt x="244316" y="516160"/>
                </a:cubicBezTo>
                <a:cubicBezTo>
                  <a:pt x="243269" y="516446"/>
                  <a:pt x="242697" y="516827"/>
                  <a:pt x="242697" y="517684"/>
                </a:cubicBezTo>
                <a:cubicBezTo>
                  <a:pt x="242697" y="518541"/>
                  <a:pt x="243269" y="518922"/>
                  <a:pt x="244316" y="519208"/>
                </a:cubicBezTo>
                <a:cubicBezTo>
                  <a:pt x="243269" y="519494"/>
                  <a:pt x="242697" y="519875"/>
                  <a:pt x="242697" y="520732"/>
                </a:cubicBezTo>
                <a:cubicBezTo>
                  <a:pt x="242697" y="521589"/>
                  <a:pt x="243269" y="522065"/>
                  <a:pt x="244316" y="522256"/>
                </a:cubicBezTo>
                <a:cubicBezTo>
                  <a:pt x="243269" y="522542"/>
                  <a:pt x="242697" y="522923"/>
                  <a:pt x="242697" y="523780"/>
                </a:cubicBezTo>
                <a:cubicBezTo>
                  <a:pt x="242697" y="524637"/>
                  <a:pt x="243269" y="525113"/>
                  <a:pt x="244412" y="525304"/>
                </a:cubicBezTo>
                <a:cubicBezTo>
                  <a:pt x="243269" y="525590"/>
                  <a:pt x="242697" y="525971"/>
                  <a:pt x="242697" y="526828"/>
                </a:cubicBezTo>
                <a:cubicBezTo>
                  <a:pt x="242697" y="527685"/>
                  <a:pt x="243269" y="528161"/>
                  <a:pt x="244412" y="528352"/>
                </a:cubicBezTo>
                <a:cubicBezTo>
                  <a:pt x="243269" y="528638"/>
                  <a:pt x="242697" y="529019"/>
                  <a:pt x="242697" y="529971"/>
                </a:cubicBezTo>
                <a:cubicBezTo>
                  <a:pt x="242697" y="530924"/>
                  <a:pt x="243269" y="531305"/>
                  <a:pt x="244412" y="531590"/>
                </a:cubicBezTo>
                <a:cubicBezTo>
                  <a:pt x="243269" y="531876"/>
                  <a:pt x="242697" y="532257"/>
                  <a:pt x="242697" y="533210"/>
                </a:cubicBezTo>
                <a:cubicBezTo>
                  <a:pt x="242697" y="534162"/>
                  <a:pt x="243269" y="534543"/>
                  <a:pt x="244507" y="534829"/>
                </a:cubicBezTo>
                <a:cubicBezTo>
                  <a:pt x="243364" y="535115"/>
                  <a:pt x="242697" y="535496"/>
                  <a:pt x="242697" y="536448"/>
                </a:cubicBezTo>
                <a:cubicBezTo>
                  <a:pt x="242697" y="537401"/>
                  <a:pt x="243269" y="537782"/>
                  <a:pt x="244412" y="538067"/>
                </a:cubicBezTo>
                <a:cubicBezTo>
                  <a:pt x="243269" y="538353"/>
                  <a:pt x="242697" y="538734"/>
                  <a:pt x="242697" y="539687"/>
                </a:cubicBezTo>
                <a:cubicBezTo>
                  <a:pt x="242697" y="540639"/>
                  <a:pt x="243269" y="541020"/>
                  <a:pt x="244412" y="541306"/>
                </a:cubicBezTo>
                <a:cubicBezTo>
                  <a:pt x="243269" y="541592"/>
                  <a:pt x="242697" y="541973"/>
                  <a:pt x="242697" y="542925"/>
                </a:cubicBezTo>
                <a:cubicBezTo>
                  <a:pt x="242697" y="543878"/>
                  <a:pt x="243269" y="544259"/>
                  <a:pt x="244412" y="544544"/>
                </a:cubicBezTo>
                <a:cubicBezTo>
                  <a:pt x="243269" y="544830"/>
                  <a:pt x="242697" y="545211"/>
                  <a:pt x="242697" y="546068"/>
                </a:cubicBezTo>
                <a:cubicBezTo>
                  <a:pt x="242697" y="546926"/>
                  <a:pt x="243269" y="547402"/>
                  <a:pt x="244412" y="547592"/>
                </a:cubicBezTo>
                <a:cubicBezTo>
                  <a:pt x="243269" y="547878"/>
                  <a:pt x="242697" y="548259"/>
                  <a:pt x="242697" y="549212"/>
                </a:cubicBezTo>
                <a:cubicBezTo>
                  <a:pt x="242697" y="550164"/>
                  <a:pt x="243269" y="550545"/>
                  <a:pt x="244412" y="550736"/>
                </a:cubicBezTo>
                <a:cubicBezTo>
                  <a:pt x="243269" y="551021"/>
                  <a:pt x="242697" y="551402"/>
                  <a:pt x="242697" y="552355"/>
                </a:cubicBezTo>
                <a:cubicBezTo>
                  <a:pt x="242697" y="553307"/>
                  <a:pt x="243269" y="553688"/>
                  <a:pt x="244412" y="553974"/>
                </a:cubicBezTo>
                <a:cubicBezTo>
                  <a:pt x="243269" y="554260"/>
                  <a:pt x="242697" y="554641"/>
                  <a:pt x="242697" y="555593"/>
                </a:cubicBezTo>
                <a:cubicBezTo>
                  <a:pt x="242697" y="556546"/>
                  <a:pt x="243269" y="556927"/>
                  <a:pt x="244412" y="557213"/>
                </a:cubicBezTo>
                <a:cubicBezTo>
                  <a:pt x="243269" y="557498"/>
                  <a:pt x="242697" y="557879"/>
                  <a:pt x="242697" y="558832"/>
                </a:cubicBezTo>
                <a:cubicBezTo>
                  <a:pt x="242697" y="559784"/>
                  <a:pt x="243364" y="560165"/>
                  <a:pt x="244507" y="560451"/>
                </a:cubicBezTo>
                <a:cubicBezTo>
                  <a:pt x="243364" y="560737"/>
                  <a:pt x="242697" y="561118"/>
                  <a:pt x="242697" y="562070"/>
                </a:cubicBezTo>
                <a:cubicBezTo>
                  <a:pt x="242697" y="563023"/>
                  <a:pt x="243269" y="563404"/>
                  <a:pt x="244507" y="563690"/>
                </a:cubicBezTo>
                <a:cubicBezTo>
                  <a:pt x="243364" y="563975"/>
                  <a:pt x="242697" y="564356"/>
                  <a:pt x="242697" y="565309"/>
                </a:cubicBezTo>
                <a:cubicBezTo>
                  <a:pt x="242697" y="566261"/>
                  <a:pt x="243269" y="566642"/>
                  <a:pt x="244412" y="566928"/>
                </a:cubicBezTo>
                <a:cubicBezTo>
                  <a:pt x="243269" y="567214"/>
                  <a:pt x="242697" y="567595"/>
                  <a:pt x="242697" y="568452"/>
                </a:cubicBezTo>
                <a:cubicBezTo>
                  <a:pt x="242697" y="569309"/>
                  <a:pt x="243269" y="569786"/>
                  <a:pt x="244412" y="569976"/>
                </a:cubicBezTo>
                <a:cubicBezTo>
                  <a:pt x="243269" y="570262"/>
                  <a:pt x="242697" y="570643"/>
                  <a:pt x="242697" y="571500"/>
                </a:cubicBezTo>
                <a:cubicBezTo>
                  <a:pt x="242697" y="572357"/>
                  <a:pt x="243269" y="572834"/>
                  <a:pt x="244412" y="573024"/>
                </a:cubicBezTo>
                <a:cubicBezTo>
                  <a:pt x="243269" y="573310"/>
                  <a:pt x="242697" y="573691"/>
                  <a:pt x="242697" y="574548"/>
                </a:cubicBezTo>
                <a:cubicBezTo>
                  <a:pt x="242697" y="575405"/>
                  <a:pt x="243269" y="575882"/>
                  <a:pt x="244412" y="576167"/>
                </a:cubicBezTo>
                <a:cubicBezTo>
                  <a:pt x="243269" y="576453"/>
                  <a:pt x="242697" y="576834"/>
                  <a:pt x="242697" y="577787"/>
                </a:cubicBezTo>
                <a:cubicBezTo>
                  <a:pt x="242697" y="578739"/>
                  <a:pt x="243364" y="579120"/>
                  <a:pt x="244602" y="579406"/>
                </a:cubicBezTo>
                <a:cubicBezTo>
                  <a:pt x="243364" y="579692"/>
                  <a:pt x="242697" y="580073"/>
                  <a:pt x="242697" y="581025"/>
                </a:cubicBezTo>
                <a:cubicBezTo>
                  <a:pt x="242697" y="581978"/>
                  <a:pt x="243364" y="582359"/>
                  <a:pt x="244507" y="582644"/>
                </a:cubicBezTo>
                <a:cubicBezTo>
                  <a:pt x="243269" y="582930"/>
                  <a:pt x="242697" y="583311"/>
                  <a:pt x="242697" y="584264"/>
                </a:cubicBezTo>
                <a:cubicBezTo>
                  <a:pt x="242697" y="585216"/>
                  <a:pt x="243364" y="585597"/>
                  <a:pt x="244602" y="585883"/>
                </a:cubicBezTo>
                <a:cubicBezTo>
                  <a:pt x="243364" y="586169"/>
                  <a:pt x="242697" y="586550"/>
                  <a:pt x="242697" y="587502"/>
                </a:cubicBezTo>
                <a:cubicBezTo>
                  <a:pt x="242697" y="588455"/>
                  <a:pt x="243364" y="588836"/>
                  <a:pt x="244602" y="589121"/>
                </a:cubicBezTo>
                <a:cubicBezTo>
                  <a:pt x="243364" y="589407"/>
                  <a:pt x="242697" y="589788"/>
                  <a:pt x="242697" y="590741"/>
                </a:cubicBezTo>
                <a:cubicBezTo>
                  <a:pt x="242697" y="591693"/>
                  <a:pt x="243364" y="592074"/>
                  <a:pt x="244602" y="592360"/>
                </a:cubicBezTo>
                <a:cubicBezTo>
                  <a:pt x="243364" y="592646"/>
                  <a:pt x="242697" y="593027"/>
                  <a:pt x="242697" y="593979"/>
                </a:cubicBezTo>
                <a:cubicBezTo>
                  <a:pt x="242697" y="594932"/>
                  <a:pt x="243459" y="595408"/>
                  <a:pt x="244697" y="595598"/>
                </a:cubicBezTo>
                <a:cubicBezTo>
                  <a:pt x="243459" y="595884"/>
                  <a:pt x="242792" y="596265"/>
                  <a:pt x="242697" y="597122"/>
                </a:cubicBezTo>
                <a:close/>
                <a:moveTo>
                  <a:pt x="242221" y="482060"/>
                </a:moveTo>
                <a:cubicBezTo>
                  <a:pt x="240983" y="479108"/>
                  <a:pt x="242411" y="475774"/>
                  <a:pt x="245364" y="474536"/>
                </a:cubicBezTo>
                <a:cubicBezTo>
                  <a:pt x="246031" y="474250"/>
                  <a:pt x="246793" y="474059"/>
                  <a:pt x="247555" y="474059"/>
                </a:cubicBezTo>
                <a:cubicBezTo>
                  <a:pt x="248317" y="474059"/>
                  <a:pt x="249079" y="474250"/>
                  <a:pt x="249745" y="474536"/>
                </a:cubicBezTo>
                <a:cubicBezTo>
                  <a:pt x="251174" y="475107"/>
                  <a:pt x="252222" y="476250"/>
                  <a:pt x="252889" y="477679"/>
                </a:cubicBezTo>
                <a:cubicBezTo>
                  <a:pt x="254032" y="480536"/>
                  <a:pt x="252698" y="483775"/>
                  <a:pt x="249936" y="485013"/>
                </a:cubicBezTo>
                <a:cubicBezTo>
                  <a:pt x="249460" y="485204"/>
                  <a:pt x="248222" y="485299"/>
                  <a:pt x="247364" y="485394"/>
                </a:cubicBezTo>
                <a:cubicBezTo>
                  <a:pt x="247174" y="485394"/>
                  <a:pt x="247079" y="485394"/>
                  <a:pt x="246888" y="485394"/>
                </a:cubicBezTo>
                <a:cubicBezTo>
                  <a:pt x="246317" y="485394"/>
                  <a:pt x="245840" y="485299"/>
                  <a:pt x="245269" y="485108"/>
                </a:cubicBezTo>
                <a:cubicBezTo>
                  <a:pt x="243840" y="484537"/>
                  <a:pt x="242792" y="483394"/>
                  <a:pt x="242126" y="481965"/>
                </a:cubicBezTo>
                <a:close/>
                <a:moveTo>
                  <a:pt x="245364" y="598456"/>
                </a:moveTo>
                <a:cubicBezTo>
                  <a:pt x="246031" y="598170"/>
                  <a:pt x="246793" y="597980"/>
                  <a:pt x="247555" y="597980"/>
                </a:cubicBezTo>
                <a:cubicBezTo>
                  <a:pt x="248317" y="597980"/>
                  <a:pt x="249079" y="598170"/>
                  <a:pt x="249745" y="598456"/>
                </a:cubicBezTo>
                <a:cubicBezTo>
                  <a:pt x="251174" y="599027"/>
                  <a:pt x="252222" y="600170"/>
                  <a:pt x="252889" y="601599"/>
                </a:cubicBezTo>
                <a:cubicBezTo>
                  <a:pt x="253460" y="603028"/>
                  <a:pt x="253460" y="604552"/>
                  <a:pt x="252889" y="605981"/>
                </a:cubicBezTo>
                <a:cubicBezTo>
                  <a:pt x="252317" y="607409"/>
                  <a:pt x="251174" y="608457"/>
                  <a:pt x="249745" y="609124"/>
                </a:cubicBezTo>
                <a:cubicBezTo>
                  <a:pt x="248317" y="609695"/>
                  <a:pt x="246793" y="609695"/>
                  <a:pt x="245364" y="609124"/>
                </a:cubicBezTo>
                <a:cubicBezTo>
                  <a:pt x="243935" y="608552"/>
                  <a:pt x="242888" y="607409"/>
                  <a:pt x="242221" y="605981"/>
                </a:cubicBezTo>
                <a:cubicBezTo>
                  <a:pt x="241649" y="604552"/>
                  <a:pt x="241649" y="603028"/>
                  <a:pt x="242221" y="601599"/>
                </a:cubicBezTo>
                <a:cubicBezTo>
                  <a:pt x="242792" y="600170"/>
                  <a:pt x="243935" y="599123"/>
                  <a:pt x="245364" y="598456"/>
                </a:cubicBezTo>
                <a:close/>
                <a:moveTo>
                  <a:pt x="892207" y="2597849"/>
                </a:moveTo>
                <a:cubicBezTo>
                  <a:pt x="885730" y="2595182"/>
                  <a:pt x="878300" y="2598325"/>
                  <a:pt x="875633" y="2604802"/>
                </a:cubicBezTo>
                <a:cubicBezTo>
                  <a:pt x="874300" y="2607945"/>
                  <a:pt x="874395" y="2611374"/>
                  <a:pt x="875633" y="2614517"/>
                </a:cubicBezTo>
                <a:cubicBezTo>
                  <a:pt x="876967" y="2617661"/>
                  <a:pt x="879443" y="2620042"/>
                  <a:pt x="882587" y="2621375"/>
                </a:cubicBezTo>
                <a:cubicBezTo>
                  <a:pt x="884111" y="2622042"/>
                  <a:pt x="885730" y="2622328"/>
                  <a:pt x="887349" y="2622328"/>
                </a:cubicBezTo>
                <a:cubicBezTo>
                  <a:pt x="890207" y="2622328"/>
                  <a:pt x="892969" y="2621280"/>
                  <a:pt x="895160" y="2619470"/>
                </a:cubicBezTo>
                <a:lnTo>
                  <a:pt x="952500" y="2684907"/>
                </a:lnTo>
                <a:lnTo>
                  <a:pt x="952500" y="2692622"/>
                </a:lnTo>
                <a:cubicBezTo>
                  <a:pt x="951643" y="2692813"/>
                  <a:pt x="950786" y="2692813"/>
                  <a:pt x="949928" y="2693099"/>
                </a:cubicBezTo>
                <a:cubicBezTo>
                  <a:pt x="946785" y="2694432"/>
                  <a:pt x="944404" y="2696909"/>
                  <a:pt x="943070" y="2700052"/>
                </a:cubicBezTo>
                <a:cubicBezTo>
                  <a:pt x="940403" y="2706529"/>
                  <a:pt x="943547" y="2713959"/>
                  <a:pt x="950024" y="2716625"/>
                </a:cubicBezTo>
                <a:cubicBezTo>
                  <a:pt x="951548" y="2717292"/>
                  <a:pt x="953167" y="2717578"/>
                  <a:pt x="954786" y="2717578"/>
                </a:cubicBezTo>
                <a:cubicBezTo>
                  <a:pt x="956405" y="2717578"/>
                  <a:pt x="958120" y="2717197"/>
                  <a:pt x="959739" y="2716625"/>
                </a:cubicBezTo>
                <a:cubicBezTo>
                  <a:pt x="962882" y="2715292"/>
                  <a:pt x="965264" y="2712815"/>
                  <a:pt x="966597" y="2709672"/>
                </a:cubicBezTo>
                <a:cubicBezTo>
                  <a:pt x="967835" y="2706529"/>
                  <a:pt x="967835" y="2703100"/>
                  <a:pt x="966597" y="2699957"/>
                </a:cubicBezTo>
                <a:cubicBezTo>
                  <a:pt x="965264" y="2696813"/>
                  <a:pt x="962787" y="2694337"/>
                  <a:pt x="959644" y="2693099"/>
                </a:cubicBezTo>
                <a:cubicBezTo>
                  <a:pt x="958882" y="2692813"/>
                  <a:pt x="958025" y="2692813"/>
                  <a:pt x="957263" y="2692622"/>
                </a:cubicBezTo>
                <a:lnTo>
                  <a:pt x="957263" y="2683193"/>
                </a:lnTo>
                <a:lnTo>
                  <a:pt x="898303" y="2615851"/>
                </a:lnTo>
                <a:cubicBezTo>
                  <a:pt x="898303" y="2615851"/>
                  <a:pt x="898970" y="2614994"/>
                  <a:pt x="899160" y="2614422"/>
                </a:cubicBezTo>
                <a:cubicBezTo>
                  <a:pt x="901827" y="2607945"/>
                  <a:pt x="898684" y="2600516"/>
                  <a:pt x="892207" y="2597849"/>
                </a:cubicBezTo>
                <a:close/>
                <a:moveTo>
                  <a:pt x="894779" y="2612708"/>
                </a:moveTo>
                <a:cubicBezTo>
                  <a:pt x="893159" y="2616803"/>
                  <a:pt x="888397" y="2618709"/>
                  <a:pt x="884396" y="2617089"/>
                </a:cubicBezTo>
                <a:cubicBezTo>
                  <a:pt x="882396" y="2616327"/>
                  <a:pt x="880872" y="2614803"/>
                  <a:pt x="880110" y="2612803"/>
                </a:cubicBezTo>
                <a:cubicBezTo>
                  <a:pt x="879253" y="2610803"/>
                  <a:pt x="879253" y="2608707"/>
                  <a:pt x="880110" y="2606707"/>
                </a:cubicBezTo>
                <a:cubicBezTo>
                  <a:pt x="881348" y="2603659"/>
                  <a:pt x="884396" y="2601754"/>
                  <a:pt x="887444" y="2601754"/>
                </a:cubicBezTo>
                <a:cubicBezTo>
                  <a:pt x="888397" y="2601754"/>
                  <a:pt x="889445" y="2601944"/>
                  <a:pt x="890397" y="2602325"/>
                </a:cubicBezTo>
                <a:cubicBezTo>
                  <a:pt x="894493" y="2603945"/>
                  <a:pt x="896398" y="2608612"/>
                  <a:pt x="894779" y="2612708"/>
                </a:cubicBezTo>
                <a:close/>
                <a:moveTo>
                  <a:pt x="954977" y="2697004"/>
                </a:moveTo>
                <a:cubicBezTo>
                  <a:pt x="955929" y="2697004"/>
                  <a:pt x="956977" y="2697194"/>
                  <a:pt x="957929" y="2697575"/>
                </a:cubicBezTo>
                <a:cubicBezTo>
                  <a:pt x="959929" y="2698337"/>
                  <a:pt x="961454" y="2699861"/>
                  <a:pt x="962216" y="2701862"/>
                </a:cubicBezTo>
                <a:cubicBezTo>
                  <a:pt x="963073" y="2703862"/>
                  <a:pt x="963073" y="2705957"/>
                  <a:pt x="962216" y="2707958"/>
                </a:cubicBezTo>
                <a:cubicBezTo>
                  <a:pt x="961454" y="2709958"/>
                  <a:pt x="959929" y="2711482"/>
                  <a:pt x="957929" y="2712339"/>
                </a:cubicBezTo>
                <a:cubicBezTo>
                  <a:pt x="955929" y="2713196"/>
                  <a:pt x="953834" y="2713196"/>
                  <a:pt x="951833" y="2712339"/>
                </a:cubicBezTo>
                <a:cubicBezTo>
                  <a:pt x="947738" y="2710720"/>
                  <a:pt x="945833" y="2706053"/>
                  <a:pt x="947452" y="2701957"/>
                </a:cubicBezTo>
                <a:cubicBezTo>
                  <a:pt x="948214" y="2699957"/>
                  <a:pt x="949738" y="2698433"/>
                  <a:pt x="951738" y="2697671"/>
                </a:cubicBezTo>
                <a:cubicBezTo>
                  <a:pt x="952691" y="2697290"/>
                  <a:pt x="953643" y="2697099"/>
                  <a:pt x="954691" y="2697099"/>
                </a:cubicBezTo>
                <a:lnTo>
                  <a:pt x="954881" y="2697099"/>
                </a:lnTo>
                <a:close/>
                <a:moveTo>
                  <a:pt x="762000" y="561118"/>
                </a:moveTo>
                <a:cubicBezTo>
                  <a:pt x="760286" y="559594"/>
                  <a:pt x="758000" y="558546"/>
                  <a:pt x="755523" y="558546"/>
                </a:cubicBezTo>
                <a:cubicBezTo>
                  <a:pt x="750094" y="558546"/>
                  <a:pt x="745712" y="562928"/>
                  <a:pt x="745712" y="568357"/>
                </a:cubicBezTo>
                <a:cubicBezTo>
                  <a:pt x="745712" y="573786"/>
                  <a:pt x="750094" y="578072"/>
                  <a:pt x="755523" y="578072"/>
                </a:cubicBezTo>
                <a:cubicBezTo>
                  <a:pt x="760952" y="578072"/>
                  <a:pt x="765239" y="573691"/>
                  <a:pt x="765239" y="568357"/>
                </a:cubicBezTo>
                <a:cubicBezTo>
                  <a:pt x="765239" y="567214"/>
                  <a:pt x="764953" y="566166"/>
                  <a:pt x="764572" y="565118"/>
                </a:cubicBezTo>
                <a:lnTo>
                  <a:pt x="794290" y="540353"/>
                </a:lnTo>
                <a:lnTo>
                  <a:pt x="899255" y="541020"/>
                </a:lnTo>
                <a:lnTo>
                  <a:pt x="931259" y="512636"/>
                </a:lnTo>
                <a:cubicBezTo>
                  <a:pt x="932307" y="513017"/>
                  <a:pt x="933450" y="513302"/>
                  <a:pt x="934688" y="513302"/>
                </a:cubicBezTo>
                <a:cubicBezTo>
                  <a:pt x="940118" y="513302"/>
                  <a:pt x="944499" y="508921"/>
                  <a:pt x="944499" y="503492"/>
                </a:cubicBezTo>
                <a:cubicBezTo>
                  <a:pt x="944499" y="498062"/>
                  <a:pt x="940118" y="493681"/>
                  <a:pt x="934688" y="493681"/>
                </a:cubicBezTo>
                <a:cubicBezTo>
                  <a:pt x="929259" y="493681"/>
                  <a:pt x="924877" y="498062"/>
                  <a:pt x="924877" y="503492"/>
                </a:cubicBezTo>
                <a:cubicBezTo>
                  <a:pt x="924877" y="505873"/>
                  <a:pt x="925830" y="507968"/>
                  <a:pt x="927259" y="509683"/>
                </a:cubicBezTo>
                <a:lnTo>
                  <a:pt x="897446" y="536162"/>
                </a:lnTo>
                <a:lnTo>
                  <a:pt x="792575" y="535496"/>
                </a:lnTo>
                <a:lnTo>
                  <a:pt x="761905" y="561023"/>
                </a:lnTo>
                <a:close/>
                <a:moveTo>
                  <a:pt x="755618" y="573310"/>
                </a:moveTo>
                <a:cubicBezTo>
                  <a:pt x="752856" y="573310"/>
                  <a:pt x="750570" y="571024"/>
                  <a:pt x="750570" y="568357"/>
                </a:cubicBezTo>
                <a:cubicBezTo>
                  <a:pt x="750570" y="565690"/>
                  <a:pt x="752856" y="563309"/>
                  <a:pt x="755618" y="563309"/>
                </a:cubicBezTo>
                <a:cubicBezTo>
                  <a:pt x="758381" y="563309"/>
                  <a:pt x="760571" y="565595"/>
                  <a:pt x="760571" y="568357"/>
                </a:cubicBezTo>
                <a:cubicBezTo>
                  <a:pt x="760571" y="571119"/>
                  <a:pt x="758285" y="573310"/>
                  <a:pt x="755618" y="573310"/>
                </a:cubicBezTo>
                <a:close/>
                <a:moveTo>
                  <a:pt x="934879" y="498634"/>
                </a:moveTo>
                <a:cubicBezTo>
                  <a:pt x="937641" y="498634"/>
                  <a:pt x="939927" y="500920"/>
                  <a:pt x="939927" y="503682"/>
                </a:cubicBezTo>
                <a:cubicBezTo>
                  <a:pt x="939927" y="506444"/>
                  <a:pt x="937641" y="508730"/>
                  <a:pt x="934879" y="508730"/>
                </a:cubicBezTo>
                <a:cubicBezTo>
                  <a:pt x="932117" y="508730"/>
                  <a:pt x="929831" y="506444"/>
                  <a:pt x="929831" y="503682"/>
                </a:cubicBezTo>
                <a:cubicBezTo>
                  <a:pt x="929831" y="500920"/>
                  <a:pt x="932117" y="498634"/>
                  <a:pt x="934879" y="498634"/>
                </a:cubicBezTo>
                <a:close/>
                <a:moveTo>
                  <a:pt x="1882426" y="4244054"/>
                </a:moveTo>
                <a:lnTo>
                  <a:pt x="1896523" y="4244054"/>
                </a:lnTo>
                <a:cubicBezTo>
                  <a:pt x="1898999" y="4244054"/>
                  <a:pt x="1901095" y="4242054"/>
                  <a:pt x="1901095" y="4239482"/>
                </a:cubicBezTo>
                <a:lnTo>
                  <a:pt x="1901095" y="4225386"/>
                </a:lnTo>
                <a:cubicBezTo>
                  <a:pt x="1901095" y="4222909"/>
                  <a:pt x="1899095" y="4220813"/>
                  <a:pt x="1896523" y="4220813"/>
                </a:cubicBezTo>
                <a:lnTo>
                  <a:pt x="1882426" y="4220813"/>
                </a:lnTo>
                <a:cubicBezTo>
                  <a:pt x="1879949" y="4220813"/>
                  <a:pt x="1877854" y="4222814"/>
                  <a:pt x="1877854" y="4225386"/>
                </a:cubicBezTo>
                <a:lnTo>
                  <a:pt x="1877854" y="4239482"/>
                </a:lnTo>
                <a:cubicBezTo>
                  <a:pt x="1877854" y="4241959"/>
                  <a:pt x="1879854" y="4244054"/>
                  <a:pt x="1882426" y="4244054"/>
                </a:cubicBezTo>
                <a:close/>
                <a:moveTo>
                  <a:pt x="1881188" y="4225386"/>
                </a:moveTo>
                <a:cubicBezTo>
                  <a:pt x="1881188" y="4224719"/>
                  <a:pt x="1881759" y="4224147"/>
                  <a:pt x="1882426" y="4224147"/>
                </a:cubicBezTo>
                <a:lnTo>
                  <a:pt x="1896523" y="4224147"/>
                </a:lnTo>
                <a:cubicBezTo>
                  <a:pt x="1897190" y="4224147"/>
                  <a:pt x="1897761" y="4224719"/>
                  <a:pt x="1897761" y="4225386"/>
                </a:cubicBezTo>
                <a:lnTo>
                  <a:pt x="1897761" y="4239482"/>
                </a:lnTo>
                <a:cubicBezTo>
                  <a:pt x="1897761" y="4240149"/>
                  <a:pt x="1897190" y="4240721"/>
                  <a:pt x="1896523" y="4240721"/>
                </a:cubicBezTo>
                <a:lnTo>
                  <a:pt x="1882426" y="4240721"/>
                </a:lnTo>
                <a:cubicBezTo>
                  <a:pt x="1881759" y="4240721"/>
                  <a:pt x="1881188" y="4240149"/>
                  <a:pt x="1881188" y="4239482"/>
                </a:cubicBezTo>
                <a:lnTo>
                  <a:pt x="1881188" y="4225386"/>
                </a:lnTo>
                <a:close/>
                <a:moveTo>
                  <a:pt x="217932" y="1900047"/>
                </a:moveTo>
                <a:lnTo>
                  <a:pt x="363760" y="1900047"/>
                </a:lnTo>
                <a:lnTo>
                  <a:pt x="377095" y="1886998"/>
                </a:lnTo>
                <a:cubicBezTo>
                  <a:pt x="379381" y="1888712"/>
                  <a:pt x="382143" y="1889855"/>
                  <a:pt x="385286" y="1889855"/>
                </a:cubicBezTo>
                <a:cubicBezTo>
                  <a:pt x="392716" y="1889855"/>
                  <a:pt x="398717" y="1883855"/>
                  <a:pt x="398717" y="1876425"/>
                </a:cubicBezTo>
                <a:cubicBezTo>
                  <a:pt x="398717" y="1868996"/>
                  <a:pt x="392716" y="1862995"/>
                  <a:pt x="385286" y="1862995"/>
                </a:cubicBezTo>
                <a:cubicBezTo>
                  <a:pt x="377857" y="1862995"/>
                  <a:pt x="371856" y="1868996"/>
                  <a:pt x="371856" y="1876425"/>
                </a:cubicBezTo>
                <a:cubicBezTo>
                  <a:pt x="371856" y="1879092"/>
                  <a:pt x="372618" y="1881473"/>
                  <a:pt x="373952" y="1883569"/>
                </a:cubicBezTo>
                <a:lnTo>
                  <a:pt x="361855" y="1895380"/>
                </a:lnTo>
                <a:lnTo>
                  <a:pt x="216122" y="1895380"/>
                </a:lnTo>
                <a:lnTo>
                  <a:pt x="184976" y="1924336"/>
                </a:lnTo>
                <a:lnTo>
                  <a:pt x="95" y="1924336"/>
                </a:lnTo>
                <a:lnTo>
                  <a:pt x="95" y="1929098"/>
                </a:lnTo>
                <a:lnTo>
                  <a:pt x="186785" y="1929098"/>
                </a:lnTo>
                <a:lnTo>
                  <a:pt x="217932" y="1900142"/>
                </a:lnTo>
                <a:close/>
                <a:moveTo>
                  <a:pt x="385286" y="1867662"/>
                </a:moveTo>
                <a:cubicBezTo>
                  <a:pt x="390049" y="1867662"/>
                  <a:pt x="393954" y="1871567"/>
                  <a:pt x="393954" y="1876330"/>
                </a:cubicBezTo>
                <a:cubicBezTo>
                  <a:pt x="393954" y="1881092"/>
                  <a:pt x="390049" y="1884998"/>
                  <a:pt x="385286" y="1884998"/>
                </a:cubicBezTo>
                <a:cubicBezTo>
                  <a:pt x="380524" y="1884998"/>
                  <a:pt x="376619" y="1881092"/>
                  <a:pt x="376619" y="1876330"/>
                </a:cubicBezTo>
                <a:cubicBezTo>
                  <a:pt x="376619" y="1871567"/>
                  <a:pt x="380524" y="1867662"/>
                  <a:pt x="385286" y="1867662"/>
                </a:cubicBezTo>
                <a:close/>
                <a:moveTo>
                  <a:pt x="1610773" y="747141"/>
                </a:moveTo>
                <a:lnTo>
                  <a:pt x="1605915" y="747141"/>
                </a:lnTo>
                <a:cubicBezTo>
                  <a:pt x="1602200" y="747141"/>
                  <a:pt x="1599057" y="750189"/>
                  <a:pt x="1599057" y="753999"/>
                </a:cubicBezTo>
                <a:lnTo>
                  <a:pt x="1599057" y="768382"/>
                </a:lnTo>
                <a:cubicBezTo>
                  <a:pt x="1599057" y="772097"/>
                  <a:pt x="1602105" y="775240"/>
                  <a:pt x="1605915" y="775240"/>
                </a:cubicBezTo>
                <a:lnTo>
                  <a:pt x="1620298" y="775240"/>
                </a:lnTo>
                <a:cubicBezTo>
                  <a:pt x="1621536" y="775240"/>
                  <a:pt x="1622584" y="774859"/>
                  <a:pt x="1623632" y="774287"/>
                </a:cubicBezTo>
                <a:lnTo>
                  <a:pt x="1664208" y="810387"/>
                </a:lnTo>
                <a:lnTo>
                  <a:pt x="1686878" y="810387"/>
                </a:lnTo>
                <a:lnTo>
                  <a:pt x="1686878" y="813816"/>
                </a:lnTo>
                <a:lnTo>
                  <a:pt x="1664208" y="813816"/>
                </a:lnTo>
                <a:lnTo>
                  <a:pt x="1623822" y="849821"/>
                </a:lnTo>
                <a:cubicBezTo>
                  <a:pt x="1621536" y="848011"/>
                  <a:pt x="1618678" y="846963"/>
                  <a:pt x="1615631" y="846963"/>
                </a:cubicBezTo>
                <a:cubicBezTo>
                  <a:pt x="1608201" y="846963"/>
                  <a:pt x="1602200" y="852964"/>
                  <a:pt x="1602200" y="860393"/>
                </a:cubicBezTo>
                <a:cubicBezTo>
                  <a:pt x="1602200" y="867823"/>
                  <a:pt x="1608201" y="873824"/>
                  <a:pt x="1615631" y="873824"/>
                </a:cubicBezTo>
                <a:cubicBezTo>
                  <a:pt x="1623060" y="873824"/>
                  <a:pt x="1629061" y="867823"/>
                  <a:pt x="1629061" y="860489"/>
                </a:cubicBezTo>
                <a:lnTo>
                  <a:pt x="1658588" y="860489"/>
                </a:lnTo>
                <a:lnTo>
                  <a:pt x="1663922" y="867061"/>
                </a:lnTo>
                <a:lnTo>
                  <a:pt x="1668590" y="861346"/>
                </a:lnTo>
                <a:lnTo>
                  <a:pt x="1673257" y="867061"/>
                </a:lnTo>
                <a:lnTo>
                  <a:pt x="1677829" y="861346"/>
                </a:lnTo>
                <a:lnTo>
                  <a:pt x="1682401" y="867061"/>
                </a:lnTo>
                <a:lnTo>
                  <a:pt x="1686973" y="861346"/>
                </a:lnTo>
                <a:lnTo>
                  <a:pt x="1691545" y="867061"/>
                </a:lnTo>
                <a:lnTo>
                  <a:pt x="1696212" y="861346"/>
                </a:lnTo>
                <a:lnTo>
                  <a:pt x="1700879" y="867061"/>
                </a:lnTo>
                <a:lnTo>
                  <a:pt x="1705451" y="861346"/>
                </a:lnTo>
                <a:lnTo>
                  <a:pt x="1710023" y="867061"/>
                </a:lnTo>
                <a:lnTo>
                  <a:pt x="1714595" y="861346"/>
                </a:lnTo>
                <a:lnTo>
                  <a:pt x="1719167" y="867061"/>
                </a:lnTo>
                <a:lnTo>
                  <a:pt x="1723739" y="861346"/>
                </a:lnTo>
                <a:lnTo>
                  <a:pt x="1728311" y="867061"/>
                </a:lnTo>
                <a:lnTo>
                  <a:pt x="1732978" y="861346"/>
                </a:lnTo>
                <a:lnTo>
                  <a:pt x="1737646" y="867061"/>
                </a:lnTo>
                <a:lnTo>
                  <a:pt x="1742313" y="861346"/>
                </a:lnTo>
                <a:lnTo>
                  <a:pt x="1746980" y="867061"/>
                </a:lnTo>
                <a:lnTo>
                  <a:pt x="1751648" y="861346"/>
                </a:lnTo>
                <a:lnTo>
                  <a:pt x="1756315" y="867061"/>
                </a:lnTo>
                <a:lnTo>
                  <a:pt x="1760982" y="861346"/>
                </a:lnTo>
                <a:lnTo>
                  <a:pt x="1765649" y="867061"/>
                </a:lnTo>
                <a:lnTo>
                  <a:pt x="1770221" y="861346"/>
                </a:lnTo>
                <a:lnTo>
                  <a:pt x="1774889" y="867061"/>
                </a:lnTo>
                <a:lnTo>
                  <a:pt x="1779556" y="861346"/>
                </a:lnTo>
                <a:lnTo>
                  <a:pt x="1784223" y="867061"/>
                </a:lnTo>
                <a:lnTo>
                  <a:pt x="1788890" y="861346"/>
                </a:lnTo>
                <a:lnTo>
                  <a:pt x="1793557" y="867061"/>
                </a:lnTo>
                <a:lnTo>
                  <a:pt x="1798225" y="861346"/>
                </a:lnTo>
                <a:lnTo>
                  <a:pt x="1801082" y="864870"/>
                </a:lnTo>
                <a:lnTo>
                  <a:pt x="1802511" y="863727"/>
                </a:lnTo>
                <a:lnTo>
                  <a:pt x="1835182" y="863727"/>
                </a:lnTo>
                <a:lnTo>
                  <a:pt x="1835182" y="865442"/>
                </a:lnTo>
                <a:cubicBezTo>
                  <a:pt x="1835182" y="867918"/>
                  <a:pt x="1837182" y="869918"/>
                  <a:pt x="1839659" y="869918"/>
                </a:cubicBezTo>
                <a:lnTo>
                  <a:pt x="1854041" y="869918"/>
                </a:lnTo>
                <a:cubicBezTo>
                  <a:pt x="1856518" y="869918"/>
                  <a:pt x="1858518" y="867918"/>
                  <a:pt x="1858518" y="865442"/>
                </a:cubicBezTo>
                <a:lnTo>
                  <a:pt x="1858518" y="851059"/>
                </a:lnTo>
                <a:cubicBezTo>
                  <a:pt x="1858518" y="848582"/>
                  <a:pt x="1856518" y="846582"/>
                  <a:pt x="1854041" y="846582"/>
                </a:cubicBezTo>
                <a:lnTo>
                  <a:pt x="1839659" y="846582"/>
                </a:lnTo>
                <a:cubicBezTo>
                  <a:pt x="1838325" y="846582"/>
                  <a:pt x="1837087" y="847249"/>
                  <a:pt x="1836325" y="848201"/>
                </a:cubicBezTo>
                <a:lnTo>
                  <a:pt x="1797844" y="813911"/>
                </a:lnTo>
                <a:lnTo>
                  <a:pt x="1775365" y="813911"/>
                </a:lnTo>
                <a:lnTo>
                  <a:pt x="1775365" y="810482"/>
                </a:lnTo>
                <a:lnTo>
                  <a:pt x="1797844" y="810482"/>
                </a:lnTo>
                <a:lnTo>
                  <a:pt x="1837753" y="774954"/>
                </a:lnTo>
                <a:cubicBezTo>
                  <a:pt x="1840135" y="777240"/>
                  <a:pt x="1843373" y="778669"/>
                  <a:pt x="1846898" y="778669"/>
                </a:cubicBezTo>
                <a:cubicBezTo>
                  <a:pt x="1851279" y="778669"/>
                  <a:pt x="1855184" y="776478"/>
                  <a:pt x="1857661" y="773240"/>
                </a:cubicBezTo>
                <a:lnTo>
                  <a:pt x="1926050" y="829437"/>
                </a:lnTo>
                <a:lnTo>
                  <a:pt x="1926050" y="907733"/>
                </a:lnTo>
                <a:lnTo>
                  <a:pt x="1922621" y="907733"/>
                </a:lnTo>
                <a:cubicBezTo>
                  <a:pt x="1918907" y="907733"/>
                  <a:pt x="1915763" y="910781"/>
                  <a:pt x="1915763" y="914591"/>
                </a:cubicBezTo>
                <a:lnTo>
                  <a:pt x="1915763" y="926497"/>
                </a:lnTo>
                <a:cubicBezTo>
                  <a:pt x="1915763" y="930212"/>
                  <a:pt x="1918811" y="933355"/>
                  <a:pt x="1922621" y="933355"/>
                </a:cubicBezTo>
                <a:lnTo>
                  <a:pt x="1934528" y="933355"/>
                </a:lnTo>
                <a:cubicBezTo>
                  <a:pt x="1938242" y="933355"/>
                  <a:pt x="1941386" y="930307"/>
                  <a:pt x="1941386" y="926497"/>
                </a:cubicBezTo>
                <a:lnTo>
                  <a:pt x="1941386" y="914591"/>
                </a:lnTo>
                <a:cubicBezTo>
                  <a:pt x="1941386" y="910876"/>
                  <a:pt x="1938338" y="907733"/>
                  <a:pt x="1934528" y="907733"/>
                </a:cubicBezTo>
                <a:lnTo>
                  <a:pt x="1930813" y="907733"/>
                </a:lnTo>
                <a:lnTo>
                  <a:pt x="1930813" y="827151"/>
                </a:lnTo>
                <a:lnTo>
                  <a:pt x="1859852" y="768763"/>
                </a:lnTo>
                <a:cubicBezTo>
                  <a:pt x="1860137" y="767620"/>
                  <a:pt x="1860423" y="766382"/>
                  <a:pt x="1860423" y="765143"/>
                </a:cubicBezTo>
                <a:cubicBezTo>
                  <a:pt x="1860423" y="757714"/>
                  <a:pt x="1854422" y="751713"/>
                  <a:pt x="1846993" y="751713"/>
                </a:cubicBezTo>
                <a:cubicBezTo>
                  <a:pt x="1839563" y="751713"/>
                  <a:pt x="1833563" y="757714"/>
                  <a:pt x="1833563" y="765143"/>
                </a:cubicBezTo>
                <a:cubicBezTo>
                  <a:pt x="1833563" y="767239"/>
                  <a:pt x="1834134" y="769239"/>
                  <a:pt x="1834991" y="771049"/>
                </a:cubicBezTo>
                <a:lnTo>
                  <a:pt x="1796129" y="805625"/>
                </a:lnTo>
                <a:lnTo>
                  <a:pt x="1775460" y="805625"/>
                </a:lnTo>
                <a:lnTo>
                  <a:pt x="1775460" y="800195"/>
                </a:lnTo>
                <a:lnTo>
                  <a:pt x="1750695" y="800195"/>
                </a:lnTo>
                <a:lnTo>
                  <a:pt x="1750695" y="824960"/>
                </a:lnTo>
                <a:lnTo>
                  <a:pt x="1775460" y="824960"/>
                </a:lnTo>
                <a:lnTo>
                  <a:pt x="1775460" y="818579"/>
                </a:lnTo>
                <a:lnTo>
                  <a:pt x="1796129" y="818579"/>
                </a:lnTo>
                <a:lnTo>
                  <a:pt x="1835372" y="853535"/>
                </a:lnTo>
                <a:lnTo>
                  <a:pt x="1835372" y="861251"/>
                </a:lnTo>
                <a:lnTo>
                  <a:pt x="1804607" y="861251"/>
                </a:lnTo>
                <a:lnTo>
                  <a:pt x="1798511" y="853726"/>
                </a:lnTo>
                <a:lnTo>
                  <a:pt x="1793843" y="859441"/>
                </a:lnTo>
                <a:lnTo>
                  <a:pt x="1789176" y="853726"/>
                </a:lnTo>
                <a:lnTo>
                  <a:pt x="1784509" y="859441"/>
                </a:lnTo>
                <a:lnTo>
                  <a:pt x="1779842" y="853726"/>
                </a:lnTo>
                <a:lnTo>
                  <a:pt x="1775174" y="859441"/>
                </a:lnTo>
                <a:lnTo>
                  <a:pt x="1770507" y="853726"/>
                </a:lnTo>
                <a:lnTo>
                  <a:pt x="1765935" y="859441"/>
                </a:lnTo>
                <a:lnTo>
                  <a:pt x="1761268" y="853726"/>
                </a:lnTo>
                <a:lnTo>
                  <a:pt x="1756601" y="859441"/>
                </a:lnTo>
                <a:lnTo>
                  <a:pt x="1751933" y="853726"/>
                </a:lnTo>
                <a:lnTo>
                  <a:pt x="1747266" y="859441"/>
                </a:lnTo>
                <a:lnTo>
                  <a:pt x="1742599" y="853726"/>
                </a:lnTo>
                <a:lnTo>
                  <a:pt x="1737932" y="859441"/>
                </a:lnTo>
                <a:lnTo>
                  <a:pt x="1733264" y="853726"/>
                </a:lnTo>
                <a:lnTo>
                  <a:pt x="1728597" y="859441"/>
                </a:lnTo>
                <a:lnTo>
                  <a:pt x="1724025" y="853726"/>
                </a:lnTo>
                <a:lnTo>
                  <a:pt x="1719453" y="859441"/>
                </a:lnTo>
                <a:lnTo>
                  <a:pt x="1714881" y="853726"/>
                </a:lnTo>
                <a:lnTo>
                  <a:pt x="1710309" y="859441"/>
                </a:lnTo>
                <a:lnTo>
                  <a:pt x="1705737" y="853726"/>
                </a:lnTo>
                <a:lnTo>
                  <a:pt x="1701070" y="859441"/>
                </a:lnTo>
                <a:lnTo>
                  <a:pt x="1696403" y="853726"/>
                </a:lnTo>
                <a:lnTo>
                  <a:pt x="1691831" y="859441"/>
                </a:lnTo>
                <a:lnTo>
                  <a:pt x="1687259" y="853726"/>
                </a:lnTo>
                <a:lnTo>
                  <a:pt x="1682687" y="859441"/>
                </a:lnTo>
                <a:lnTo>
                  <a:pt x="1678115" y="853726"/>
                </a:lnTo>
                <a:lnTo>
                  <a:pt x="1673543" y="859441"/>
                </a:lnTo>
                <a:lnTo>
                  <a:pt x="1668875" y="853726"/>
                </a:lnTo>
                <a:lnTo>
                  <a:pt x="1664208" y="859441"/>
                </a:lnTo>
                <a:lnTo>
                  <a:pt x="1661446" y="856012"/>
                </a:lnTo>
                <a:lnTo>
                  <a:pt x="1658874" y="858107"/>
                </a:lnTo>
                <a:lnTo>
                  <a:pt x="1629156" y="858107"/>
                </a:lnTo>
                <a:cubicBezTo>
                  <a:pt x="1628870" y="856393"/>
                  <a:pt x="1628203" y="854774"/>
                  <a:pt x="1627346" y="853345"/>
                </a:cubicBezTo>
                <a:lnTo>
                  <a:pt x="1666399" y="818579"/>
                </a:lnTo>
                <a:lnTo>
                  <a:pt x="1687259" y="818579"/>
                </a:lnTo>
                <a:lnTo>
                  <a:pt x="1687259" y="824960"/>
                </a:lnTo>
                <a:lnTo>
                  <a:pt x="1712024" y="824960"/>
                </a:lnTo>
                <a:lnTo>
                  <a:pt x="1712024" y="800195"/>
                </a:lnTo>
                <a:lnTo>
                  <a:pt x="1687259" y="800195"/>
                </a:lnTo>
                <a:lnTo>
                  <a:pt x="1687259" y="805625"/>
                </a:lnTo>
                <a:lnTo>
                  <a:pt x="1666399" y="805625"/>
                </a:lnTo>
                <a:lnTo>
                  <a:pt x="1627061" y="770573"/>
                </a:lnTo>
                <a:cubicBezTo>
                  <a:pt x="1627251" y="769906"/>
                  <a:pt x="1627537" y="769144"/>
                  <a:pt x="1627537" y="768382"/>
                </a:cubicBezTo>
                <a:lnTo>
                  <a:pt x="1627537" y="753999"/>
                </a:lnTo>
                <a:cubicBezTo>
                  <a:pt x="1627537" y="750284"/>
                  <a:pt x="1624489" y="747141"/>
                  <a:pt x="1620679" y="747141"/>
                </a:cubicBezTo>
                <a:lnTo>
                  <a:pt x="1615821" y="747141"/>
                </a:lnTo>
                <a:lnTo>
                  <a:pt x="1616107" y="688658"/>
                </a:lnTo>
                <a:lnTo>
                  <a:pt x="1635919" y="667893"/>
                </a:lnTo>
                <a:lnTo>
                  <a:pt x="1635633" y="550069"/>
                </a:lnTo>
                <a:lnTo>
                  <a:pt x="1630871" y="550069"/>
                </a:lnTo>
                <a:cubicBezTo>
                  <a:pt x="1630871" y="550069"/>
                  <a:pt x="1631156" y="665988"/>
                  <a:pt x="1631156" y="665988"/>
                </a:cubicBezTo>
                <a:lnTo>
                  <a:pt x="1611440" y="686752"/>
                </a:lnTo>
                <a:lnTo>
                  <a:pt x="1611154" y="747141"/>
                </a:lnTo>
                <a:close/>
                <a:moveTo>
                  <a:pt x="1615631" y="869061"/>
                </a:moveTo>
                <a:cubicBezTo>
                  <a:pt x="1610868" y="869061"/>
                  <a:pt x="1606963" y="865156"/>
                  <a:pt x="1606963" y="860393"/>
                </a:cubicBezTo>
                <a:cubicBezTo>
                  <a:pt x="1606963" y="855631"/>
                  <a:pt x="1610868" y="851726"/>
                  <a:pt x="1615631" y="851726"/>
                </a:cubicBezTo>
                <a:cubicBezTo>
                  <a:pt x="1620393" y="851726"/>
                  <a:pt x="1624298" y="855631"/>
                  <a:pt x="1624298" y="860393"/>
                </a:cubicBezTo>
                <a:cubicBezTo>
                  <a:pt x="1624298" y="865156"/>
                  <a:pt x="1620393" y="869061"/>
                  <a:pt x="1615631" y="869061"/>
                </a:cubicBezTo>
                <a:close/>
                <a:moveTo>
                  <a:pt x="1934242" y="912304"/>
                </a:moveTo>
                <a:cubicBezTo>
                  <a:pt x="1935385" y="912304"/>
                  <a:pt x="1936337" y="913257"/>
                  <a:pt x="1936337" y="914400"/>
                </a:cubicBezTo>
                <a:lnTo>
                  <a:pt x="1936337" y="926306"/>
                </a:lnTo>
                <a:cubicBezTo>
                  <a:pt x="1936337" y="927449"/>
                  <a:pt x="1935385" y="928402"/>
                  <a:pt x="1934242" y="928402"/>
                </a:cubicBezTo>
                <a:lnTo>
                  <a:pt x="1922336" y="928402"/>
                </a:lnTo>
                <a:cubicBezTo>
                  <a:pt x="1921193" y="928402"/>
                  <a:pt x="1920240" y="927449"/>
                  <a:pt x="1920240" y="926306"/>
                </a:cubicBezTo>
                <a:lnTo>
                  <a:pt x="1920240" y="914400"/>
                </a:lnTo>
                <a:cubicBezTo>
                  <a:pt x="1920240" y="913257"/>
                  <a:pt x="1921193" y="912304"/>
                  <a:pt x="1922336" y="912304"/>
                </a:cubicBezTo>
                <a:lnTo>
                  <a:pt x="1934242" y="912304"/>
                </a:lnTo>
                <a:close/>
                <a:moveTo>
                  <a:pt x="1846707" y="756380"/>
                </a:moveTo>
                <a:cubicBezTo>
                  <a:pt x="1851470" y="756380"/>
                  <a:pt x="1855375" y="760286"/>
                  <a:pt x="1855375" y="765048"/>
                </a:cubicBezTo>
                <a:cubicBezTo>
                  <a:pt x="1855375" y="769811"/>
                  <a:pt x="1851470" y="773716"/>
                  <a:pt x="1846707" y="773716"/>
                </a:cubicBezTo>
                <a:cubicBezTo>
                  <a:pt x="1841945" y="773716"/>
                  <a:pt x="1838039" y="769811"/>
                  <a:pt x="1838039" y="765048"/>
                </a:cubicBezTo>
                <a:cubicBezTo>
                  <a:pt x="1838039" y="760286"/>
                  <a:pt x="1841945" y="756380"/>
                  <a:pt x="1846707" y="756380"/>
                </a:cubicBezTo>
                <a:close/>
                <a:moveTo>
                  <a:pt x="1770412" y="820198"/>
                </a:moveTo>
                <a:lnTo>
                  <a:pt x="1755172" y="820198"/>
                </a:lnTo>
                <a:lnTo>
                  <a:pt x="1755172" y="804958"/>
                </a:lnTo>
                <a:lnTo>
                  <a:pt x="1770412" y="804958"/>
                </a:lnTo>
                <a:lnTo>
                  <a:pt x="1770412" y="820198"/>
                </a:lnTo>
                <a:close/>
                <a:moveTo>
                  <a:pt x="1691735" y="804958"/>
                </a:moveTo>
                <a:lnTo>
                  <a:pt x="1706975" y="804958"/>
                </a:lnTo>
                <a:lnTo>
                  <a:pt x="1706975" y="820198"/>
                </a:lnTo>
                <a:lnTo>
                  <a:pt x="1691735" y="820198"/>
                </a:lnTo>
                <a:lnTo>
                  <a:pt x="1691735" y="804958"/>
                </a:lnTo>
                <a:close/>
                <a:moveTo>
                  <a:pt x="1620393" y="751904"/>
                </a:moveTo>
                <a:cubicBezTo>
                  <a:pt x="1621536" y="751904"/>
                  <a:pt x="1622489" y="752856"/>
                  <a:pt x="1622489" y="753999"/>
                </a:cubicBezTo>
                <a:lnTo>
                  <a:pt x="1622489" y="768382"/>
                </a:lnTo>
                <a:cubicBezTo>
                  <a:pt x="1622489" y="769525"/>
                  <a:pt x="1621536" y="770477"/>
                  <a:pt x="1620393" y="770477"/>
                </a:cubicBezTo>
                <a:lnTo>
                  <a:pt x="1606010" y="770477"/>
                </a:lnTo>
                <a:cubicBezTo>
                  <a:pt x="1604867" y="770477"/>
                  <a:pt x="1603915" y="769525"/>
                  <a:pt x="1603915" y="768382"/>
                </a:cubicBezTo>
                <a:lnTo>
                  <a:pt x="1603915" y="753999"/>
                </a:lnTo>
                <a:cubicBezTo>
                  <a:pt x="1603915" y="752856"/>
                  <a:pt x="1604867" y="751904"/>
                  <a:pt x="1606010" y="751904"/>
                </a:cubicBezTo>
                <a:lnTo>
                  <a:pt x="1620393" y="751904"/>
                </a:lnTo>
                <a:close/>
                <a:moveTo>
                  <a:pt x="1843373" y="4176713"/>
                </a:moveTo>
                <a:cubicBezTo>
                  <a:pt x="1833182" y="4176713"/>
                  <a:pt x="1824990" y="4184999"/>
                  <a:pt x="1824990" y="4195096"/>
                </a:cubicBezTo>
                <a:cubicBezTo>
                  <a:pt x="1824990" y="4205193"/>
                  <a:pt x="1833277" y="4213479"/>
                  <a:pt x="1843373" y="4213479"/>
                </a:cubicBezTo>
                <a:cubicBezTo>
                  <a:pt x="1853470" y="4213479"/>
                  <a:pt x="1861757" y="4205193"/>
                  <a:pt x="1861757" y="4195096"/>
                </a:cubicBezTo>
                <a:cubicBezTo>
                  <a:pt x="1861757" y="4184999"/>
                  <a:pt x="1853470" y="4176713"/>
                  <a:pt x="1843373" y="4176713"/>
                </a:cubicBezTo>
                <a:close/>
                <a:moveTo>
                  <a:pt x="1843373" y="4208812"/>
                </a:moveTo>
                <a:cubicBezTo>
                  <a:pt x="1835849" y="4208812"/>
                  <a:pt x="1829753" y="4202716"/>
                  <a:pt x="1829753" y="4195191"/>
                </a:cubicBezTo>
                <a:cubicBezTo>
                  <a:pt x="1829753" y="4187667"/>
                  <a:pt x="1835849" y="4181570"/>
                  <a:pt x="1843373" y="4181570"/>
                </a:cubicBezTo>
                <a:cubicBezTo>
                  <a:pt x="1850898" y="4181570"/>
                  <a:pt x="1856994" y="4187667"/>
                  <a:pt x="1856994" y="4195191"/>
                </a:cubicBezTo>
                <a:cubicBezTo>
                  <a:pt x="1856994" y="4202716"/>
                  <a:pt x="1850898" y="4208812"/>
                  <a:pt x="1843373" y="4208812"/>
                </a:cubicBezTo>
                <a:close/>
                <a:moveTo>
                  <a:pt x="1804988" y="4446365"/>
                </a:moveTo>
                <a:cubicBezTo>
                  <a:pt x="1804988" y="4452176"/>
                  <a:pt x="1800320" y="4456843"/>
                  <a:pt x="1794510" y="4456843"/>
                </a:cubicBezTo>
                <a:cubicBezTo>
                  <a:pt x="1788700" y="4456843"/>
                  <a:pt x="1784032" y="4452176"/>
                  <a:pt x="1784032" y="4446365"/>
                </a:cubicBezTo>
                <a:cubicBezTo>
                  <a:pt x="1784032" y="4440555"/>
                  <a:pt x="1788700" y="4435888"/>
                  <a:pt x="1794510" y="4435888"/>
                </a:cubicBezTo>
                <a:cubicBezTo>
                  <a:pt x="1800320" y="4435888"/>
                  <a:pt x="1804988" y="4440555"/>
                  <a:pt x="1804988" y="4446365"/>
                </a:cubicBezTo>
                <a:close/>
                <a:moveTo>
                  <a:pt x="1841182" y="4149757"/>
                </a:moveTo>
                <a:cubicBezTo>
                  <a:pt x="1848517" y="4149757"/>
                  <a:pt x="1854518" y="4143756"/>
                  <a:pt x="1854518" y="4136422"/>
                </a:cubicBezTo>
                <a:cubicBezTo>
                  <a:pt x="1854518" y="4129088"/>
                  <a:pt x="1848517" y="4123087"/>
                  <a:pt x="1841182" y="4123087"/>
                </a:cubicBezTo>
                <a:cubicBezTo>
                  <a:pt x="1833848" y="4123087"/>
                  <a:pt x="1827848" y="4129088"/>
                  <a:pt x="1827848" y="4136422"/>
                </a:cubicBezTo>
                <a:cubicBezTo>
                  <a:pt x="1827848" y="4143756"/>
                  <a:pt x="1833848" y="4149757"/>
                  <a:pt x="1841182" y="4149757"/>
                </a:cubicBezTo>
                <a:close/>
                <a:moveTo>
                  <a:pt x="1841182" y="4127849"/>
                </a:moveTo>
                <a:cubicBezTo>
                  <a:pt x="1845850" y="4127849"/>
                  <a:pt x="1849660" y="4131659"/>
                  <a:pt x="1849660" y="4136327"/>
                </a:cubicBezTo>
                <a:cubicBezTo>
                  <a:pt x="1849660" y="4140994"/>
                  <a:pt x="1845850" y="4144804"/>
                  <a:pt x="1841182" y="4144804"/>
                </a:cubicBezTo>
                <a:cubicBezTo>
                  <a:pt x="1836515" y="4144804"/>
                  <a:pt x="1832705" y="4140994"/>
                  <a:pt x="1832705" y="4136327"/>
                </a:cubicBezTo>
                <a:cubicBezTo>
                  <a:pt x="1832705" y="4131659"/>
                  <a:pt x="1836515" y="4127849"/>
                  <a:pt x="1841182" y="4127849"/>
                </a:cubicBezTo>
                <a:close/>
                <a:moveTo>
                  <a:pt x="1870329" y="4075176"/>
                </a:moveTo>
                <a:lnTo>
                  <a:pt x="1783366" y="4075176"/>
                </a:lnTo>
                <a:lnTo>
                  <a:pt x="1682972" y="4197287"/>
                </a:lnTo>
                <a:lnTo>
                  <a:pt x="1682972" y="4237006"/>
                </a:lnTo>
                <a:lnTo>
                  <a:pt x="1678781" y="4237006"/>
                </a:lnTo>
                <a:cubicBezTo>
                  <a:pt x="1677448" y="4237006"/>
                  <a:pt x="1676400" y="4238054"/>
                  <a:pt x="1676400" y="4239387"/>
                </a:cubicBezTo>
                <a:lnTo>
                  <a:pt x="1676400" y="4257389"/>
                </a:lnTo>
                <a:cubicBezTo>
                  <a:pt x="1676400" y="4258723"/>
                  <a:pt x="1677448" y="4259771"/>
                  <a:pt x="1678781" y="4259771"/>
                </a:cubicBezTo>
                <a:lnTo>
                  <a:pt x="1684211" y="4259771"/>
                </a:lnTo>
                <a:lnTo>
                  <a:pt x="1684211" y="4340638"/>
                </a:lnTo>
                <a:lnTo>
                  <a:pt x="1680782" y="4340638"/>
                </a:lnTo>
                <a:cubicBezTo>
                  <a:pt x="1674495" y="4340638"/>
                  <a:pt x="1669256" y="4345781"/>
                  <a:pt x="1669256" y="4352163"/>
                </a:cubicBezTo>
                <a:lnTo>
                  <a:pt x="1669256" y="4403503"/>
                </a:lnTo>
                <a:cubicBezTo>
                  <a:pt x="1669256" y="4409789"/>
                  <a:pt x="1674400" y="4415028"/>
                  <a:pt x="1680782" y="4415028"/>
                </a:cubicBezTo>
                <a:lnTo>
                  <a:pt x="1694783" y="4415028"/>
                </a:lnTo>
                <a:cubicBezTo>
                  <a:pt x="1701070" y="4415028"/>
                  <a:pt x="1706309" y="4409885"/>
                  <a:pt x="1706309" y="4403503"/>
                </a:cubicBezTo>
                <a:lnTo>
                  <a:pt x="1706309" y="4352163"/>
                </a:lnTo>
                <a:cubicBezTo>
                  <a:pt x="1706309" y="4345877"/>
                  <a:pt x="1701165" y="4340638"/>
                  <a:pt x="1694783" y="4340638"/>
                </a:cubicBezTo>
                <a:lnTo>
                  <a:pt x="1691354" y="4340638"/>
                </a:lnTo>
                <a:lnTo>
                  <a:pt x="1691354" y="4259771"/>
                </a:lnTo>
                <a:lnTo>
                  <a:pt x="1696784" y="4259771"/>
                </a:lnTo>
                <a:cubicBezTo>
                  <a:pt x="1698117" y="4259771"/>
                  <a:pt x="1699165" y="4258723"/>
                  <a:pt x="1699165" y="4257389"/>
                </a:cubicBezTo>
                <a:lnTo>
                  <a:pt x="1699165" y="4239387"/>
                </a:lnTo>
                <a:cubicBezTo>
                  <a:pt x="1699165" y="4238054"/>
                  <a:pt x="1698117" y="4237006"/>
                  <a:pt x="1696784" y="4237006"/>
                </a:cubicBezTo>
                <a:lnTo>
                  <a:pt x="1692593" y="4237006"/>
                </a:lnTo>
                <a:lnTo>
                  <a:pt x="1692593" y="4200620"/>
                </a:lnTo>
                <a:lnTo>
                  <a:pt x="1787938" y="4084606"/>
                </a:lnTo>
                <a:lnTo>
                  <a:pt x="1870424" y="4084606"/>
                </a:lnTo>
                <a:lnTo>
                  <a:pt x="1870424" y="4075081"/>
                </a:lnTo>
                <a:close/>
                <a:moveTo>
                  <a:pt x="1699070" y="4403503"/>
                </a:moveTo>
                <a:cubicBezTo>
                  <a:pt x="1699070" y="4405884"/>
                  <a:pt x="1697165" y="4407885"/>
                  <a:pt x="1694688" y="4407885"/>
                </a:cubicBezTo>
                <a:lnTo>
                  <a:pt x="1680686" y="4407885"/>
                </a:lnTo>
                <a:cubicBezTo>
                  <a:pt x="1678305" y="4407885"/>
                  <a:pt x="1676305" y="4405979"/>
                  <a:pt x="1676305" y="4403503"/>
                </a:cubicBezTo>
                <a:lnTo>
                  <a:pt x="1676305" y="4391787"/>
                </a:lnTo>
                <a:lnTo>
                  <a:pt x="1698974" y="4391787"/>
                </a:lnTo>
                <a:lnTo>
                  <a:pt x="1698974" y="4403503"/>
                </a:lnTo>
                <a:close/>
                <a:moveTo>
                  <a:pt x="1694688" y="4347877"/>
                </a:moveTo>
                <a:cubicBezTo>
                  <a:pt x="1697069" y="4347877"/>
                  <a:pt x="1699070" y="4349782"/>
                  <a:pt x="1699070" y="4352259"/>
                </a:cubicBezTo>
                <a:lnTo>
                  <a:pt x="1699070" y="4361212"/>
                </a:lnTo>
                <a:lnTo>
                  <a:pt x="1676400" y="4361212"/>
                </a:lnTo>
                <a:lnTo>
                  <a:pt x="1676400" y="4352259"/>
                </a:lnTo>
                <a:cubicBezTo>
                  <a:pt x="1676400" y="4349877"/>
                  <a:pt x="1678305" y="4347877"/>
                  <a:pt x="1680782" y="4347877"/>
                </a:cubicBezTo>
                <a:lnTo>
                  <a:pt x="1694783" y="4347877"/>
                </a:lnTo>
                <a:close/>
                <a:moveTo>
                  <a:pt x="1694402" y="4241864"/>
                </a:moveTo>
                <a:lnTo>
                  <a:pt x="1694402" y="4255104"/>
                </a:lnTo>
                <a:lnTo>
                  <a:pt x="1681163" y="4255104"/>
                </a:lnTo>
                <a:lnTo>
                  <a:pt x="1681163" y="4241864"/>
                </a:lnTo>
                <a:lnTo>
                  <a:pt x="1694402" y="4241864"/>
                </a:lnTo>
                <a:close/>
                <a:moveTo>
                  <a:pt x="1843373" y="4230243"/>
                </a:moveTo>
                <a:cubicBezTo>
                  <a:pt x="1834801" y="4230243"/>
                  <a:pt x="1827848" y="4237196"/>
                  <a:pt x="1827848" y="4245769"/>
                </a:cubicBezTo>
                <a:cubicBezTo>
                  <a:pt x="1827848" y="4254342"/>
                  <a:pt x="1834801" y="4261295"/>
                  <a:pt x="1843373" y="4261295"/>
                </a:cubicBezTo>
                <a:cubicBezTo>
                  <a:pt x="1851946" y="4261295"/>
                  <a:pt x="1858899" y="4254342"/>
                  <a:pt x="1858899" y="4245769"/>
                </a:cubicBezTo>
                <a:cubicBezTo>
                  <a:pt x="1858899" y="4237196"/>
                  <a:pt x="1851946" y="4230243"/>
                  <a:pt x="1843373" y="4230243"/>
                </a:cubicBezTo>
                <a:close/>
                <a:moveTo>
                  <a:pt x="1843373" y="4256532"/>
                </a:moveTo>
                <a:cubicBezTo>
                  <a:pt x="1837468" y="4256532"/>
                  <a:pt x="1832610" y="4251674"/>
                  <a:pt x="1832610" y="4245769"/>
                </a:cubicBezTo>
                <a:cubicBezTo>
                  <a:pt x="1832610" y="4239863"/>
                  <a:pt x="1837468" y="4235006"/>
                  <a:pt x="1843373" y="4235006"/>
                </a:cubicBezTo>
                <a:cubicBezTo>
                  <a:pt x="1849279" y="4235006"/>
                  <a:pt x="1854137" y="4239863"/>
                  <a:pt x="1854137" y="4245769"/>
                </a:cubicBezTo>
                <a:cubicBezTo>
                  <a:pt x="1854137" y="4251674"/>
                  <a:pt x="1849279" y="4256532"/>
                  <a:pt x="1843373" y="4256532"/>
                </a:cubicBezTo>
                <a:close/>
                <a:moveTo>
                  <a:pt x="699516" y="2672429"/>
                </a:moveTo>
                <a:cubicBezTo>
                  <a:pt x="699897" y="2673287"/>
                  <a:pt x="700754" y="2673858"/>
                  <a:pt x="701707" y="2673858"/>
                </a:cubicBezTo>
                <a:lnTo>
                  <a:pt x="863537" y="2674334"/>
                </a:lnTo>
                <a:lnTo>
                  <a:pt x="870204" y="2681288"/>
                </a:lnTo>
                <a:cubicBezTo>
                  <a:pt x="872014" y="2683097"/>
                  <a:pt x="874395" y="2684145"/>
                  <a:pt x="876967" y="2684240"/>
                </a:cubicBezTo>
                <a:lnTo>
                  <a:pt x="877157" y="2684240"/>
                </a:lnTo>
                <a:cubicBezTo>
                  <a:pt x="879634" y="2684240"/>
                  <a:pt x="882015" y="2683288"/>
                  <a:pt x="883825" y="2681573"/>
                </a:cubicBezTo>
                <a:lnTo>
                  <a:pt x="886206" y="2679287"/>
                </a:lnTo>
                <a:cubicBezTo>
                  <a:pt x="888016" y="2677478"/>
                  <a:pt x="889159" y="2675096"/>
                  <a:pt x="889159" y="2672525"/>
                </a:cubicBezTo>
                <a:cubicBezTo>
                  <a:pt x="889159" y="2669953"/>
                  <a:pt x="888302" y="2667476"/>
                  <a:pt x="886492" y="2665667"/>
                </a:cubicBezTo>
                <a:lnTo>
                  <a:pt x="871157" y="2649665"/>
                </a:lnTo>
                <a:cubicBezTo>
                  <a:pt x="867442" y="2645855"/>
                  <a:pt x="861441" y="2645664"/>
                  <a:pt x="857536" y="2649379"/>
                </a:cubicBezTo>
                <a:lnTo>
                  <a:pt x="855154" y="2651665"/>
                </a:lnTo>
                <a:cubicBezTo>
                  <a:pt x="853250" y="2653475"/>
                  <a:pt x="852202" y="2655856"/>
                  <a:pt x="852202" y="2658428"/>
                </a:cubicBezTo>
                <a:cubicBezTo>
                  <a:pt x="852202" y="2660999"/>
                  <a:pt x="853059" y="2663476"/>
                  <a:pt x="854869" y="2665286"/>
                </a:cubicBezTo>
                <a:lnTo>
                  <a:pt x="858965" y="2669572"/>
                </a:lnTo>
                <a:lnTo>
                  <a:pt x="707041" y="2669096"/>
                </a:lnTo>
                <a:lnTo>
                  <a:pt x="751142" y="2619851"/>
                </a:lnTo>
                <a:cubicBezTo>
                  <a:pt x="751999" y="2620518"/>
                  <a:pt x="752856" y="2620994"/>
                  <a:pt x="753904" y="2621471"/>
                </a:cubicBezTo>
                <a:cubicBezTo>
                  <a:pt x="755428" y="2622137"/>
                  <a:pt x="757047" y="2622423"/>
                  <a:pt x="758666" y="2622423"/>
                </a:cubicBezTo>
                <a:cubicBezTo>
                  <a:pt x="763715" y="2622423"/>
                  <a:pt x="768477" y="2619470"/>
                  <a:pt x="770477" y="2614517"/>
                </a:cubicBezTo>
                <a:cubicBezTo>
                  <a:pt x="773144" y="2608040"/>
                  <a:pt x="770001" y="2600611"/>
                  <a:pt x="763524" y="2597944"/>
                </a:cubicBezTo>
                <a:cubicBezTo>
                  <a:pt x="757047" y="2595277"/>
                  <a:pt x="749618" y="2598420"/>
                  <a:pt x="746951" y="2604897"/>
                </a:cubicBezTo>
                <a:cubicBezTo>
                  <a:pt x="745331" y="2608802"/>
                  <a:pt x="745903" y="2613088"/>
                  <a:pt x="747903" y="2616422"/>
                </a:cubicBezTo>
                <a:lnTo>
                  <a:pt x="699897" y="2669953"/>
                </a:lnTo>
                <a:cubicBezTo>
                  <a:pt x="699230" y="2670620"/>
                  <a:pt x="699135" y="2671667"/>
                  <a:pt x="699516" y="2672525"/>
                </a:cubicBezTo>
                <a:close/>
                <a:moveTo>
                  <a:pt x="882968" y="2669096"/>
                </a:moveTo>
                <a:cubicBezTo>
                  <a:pt x="883825" y="2670048"/>
                  <a:pt x="884301" y="2671286"/>
                  <a:pt x="884301" y="2672525"/>
                </a:cubicBezTo>
                <a:cubicBezTo>
                  <a:pt x="884301" y="2673858"/>
                  <a:pt x="883729" y="2675001"/>
                  <a:pt x="882777" y="2675954"/>
                </a:cubicBezTo>
                <a:lnTo>
                  <a:pt x="880396" y="2678240"/>
                </a:lnTo>
                <a:cubicBezTo>
                  <a:pt x="879443" y="2679097"/>
                  <a:pt x="878300" y="2679573"/>
                  <a:pt x="876967" y="2679573"/>
                </a:cubicBezTo>
                <a:cubicBezTo>
                  <a:pt x="875633" y="2679573"/>
                  <a:pt x="874490" y="2679002"/>
                  <a:pt x="873538" y="2678049"/>
                </a:cubicBezTo>
                <a:lnTo>
                  <a:pt x="873062" y="2677573"/>
                </a:lnTo>
                <a:lnTo>
                  <a:pt x="882491" y="2668619"/>
                </a:lnTo>
                <a:lnTo>
                  <a:pt x="882968" y="2669096"/>
                </a:lnTo>
                <a:close/>
                <a:moveTo>
                  <a:pt x="879062" y="2665000"/>
                </a:moveTo>
                <a:lnTo>
                  <a:pt x="869633" y="2673953"/>
                </a:lnTo>
                <a:lnTo>
                  <a:pt x="861346" y="2665286"/>
                </a:lnTo>
                <a:lnTo>
                  <a:pt x="870776" y="2656332"/>
                </a:lnTo>
                <a:lnTo>
                  <a:pt x="879062" y="2665000"/>
                </a:lnTo>
                <a:close/>
                <a:moveTo>
                  <a:pt x="857726" y="2661190"/>
                </a:moveTo>
                <a:cubicBezTo>
                  <a:pt x="857250" y="2660428"/>
                  <a:pt x="856964" y="2659571"/>
                  <a:pt x="856964" y="2658618"/>
                </a:cubicBezTo>
                <a:cubicBezTo>
                  <a:pt x="856964" y="2657285"/>
                  <a:pt x="857536" y="2656142"/>
                  <a:pt x="858488" y="2655189"/>
                </a:cubicBezTo>
                <a:lnTo>
                  <a:pt x="860870" y="2652903"/>
                </a:lnTo>
                <a:cubicBezTo>
                  <a:pt x="861822" y="2652046"/>
                  <a:pt x="863060" y="2651570"/>
                  <a:pt x="864203" y="2651570"/>
                </a:cubicBezTo>
                <a:cubicBezTo>
                  <a:pt x="865156" y="2651570"/>
                  <a:pt x="866013" y="2651951"/>
                  <a:pt x="866870" y="2652522"/>
                </a:cubicBezTo>
                <a:lnTo>
                  <a:pt x="857822" y="2661190"/>
                </a:lnTo>
                <a:close/>
                <a:moveTo>
                  <a:pt x="751332" y="2606612"/>
                </a:moveTo>
                <a:cubicBezTo>
                  <a:pt x="752951" y="2602516"/>
                  <a:pt x="757619" y="2600611"/>
                  <a:pt x="761714" y="2602230"/>
                </a:cubicBezTo>
                <a:cubicBezTo>
                  <a:pt x="765810" y="2603849"/>
                  <a:pt x="767715" y="2608517"/>
                  <a:pt x="766096" y="2612612"/>
                </a:cubicBezTo>
                <a:cubicBezTo>
                  <a:pt x="764477" y="2616708"/>
                  <a:pt x="759809" y="2618613"/>
                  <a:pt x="755714" y="2616994"/>
                </a:cubicBezTo>
                <a:cubicBezTo>
                  <a:pt x="751618" y="2615375"/>
                  <a:pt x="749713" y="2610707"/>
                  <a:pt x="751332" y="2606612"/>
                </a:cubicBezTo>
                <a:close/>
                <a:moveTo>
                  <a:pt x="1280922" y="334423"/>
                </a:moveTo>
                <a:lnTo>
                  <a:pt x="1280922" y="337566"/>
                </a:lnTo>
                <a:lnTo>
                  <a:pt x="1288066" y="337566"/>
                </a:lnTo>
                <a:lnTo>
                  <a:pt x="1288066" y="334423"/>
                </a:lnTo>
                <a:cubicBezTo>
                  <a:pt x="1292733" y="332899"/>
                  <a:pt x="1296257" y="328613"/>
                  <a:pt x="1296257" y="323374"/>
                </a:cubicBezTo>
                <a:cubicBezTo>
                  <a:pt x="1296257" y="316897"/>
                  <a:pt x="1291019" y="311658"/>
                  <a:pt x="1284542" y="311658"/>
                </a:cubicBezTo>
                <a:cubicBezTo>
                  <a:pt x="1278065" y="311658"/>
                  <a:pt x="1272826" y="316897"/>
                  <a:pt x="1272826" y="323374"/>
                </a:cubicBezTo>
                <a:cubicBezTo>
                  <a:pt x="1272826" y="328613"/>
                  <a:pt x="1276255" y="332899"/>
                  <a:pt x="1281017" y="334423"/>
                </a:cubicBezTo>
                <a:close/>
                <a:moveTo>
                  <a:pt x="1284446" y="316421"/>
                </a:moveTo>
                <a:cubicBezTo>
                  <a:pt x="1288256" y="316421"/>
                  <a:pt x="1291400" y="319564"/>
                  <a:pt x="1291400" y="323374"/>
                </a:cubicBezTo>
                <a:cubicBezTo>
                  <a:pt x="1291400" y="327184"/>
                  <a:pt x="1288256" y="330327"/>
                  <a:pt x="1284446" y="330327"/>
                </a:cubicBezTo>
                <a:cubicBezTo>
                  <a:pt x="1280636" y="330327"/>
                  <a:pt x="1277493" y="327184"/>
                  <a:pt x="1277493" y="323374"/>
                </a:cubicBezTo>
                <a:cubicBezTo>
                  <a:pt x="1277493" y="319564"/>
                  <a:pt x="1280636" y="316421"/>
                  <a:pt x="1284446" y="316421"/>
                </a:cubicBezTo>
                <a:close/>
                <a:moveTo>
                  <a:pt x="1843373" y="4382834"/>
                </a:moveTo>
                <a:cubicBezTo>
                  <a:pt x="1835944" y="4382834"/>
                  <a:pt x="1829848" y="4388930"/>
                  <a:pt x="1829848" y="4396359"/>
                </a:cubicBezTo>
                <a:cubicBezTo>
                  <a:pt x="1829848" y="4403789"/>
                  <a:pt x="1835944" y="4409885"/>
                  <a:pt x="1843373" y="4409885"/>
                </a:cubicBezTo>
                <a:cubicBezTo>
                  <a:pt x="1850803" y="4409885"/>
                  <a:pt x="1856899" y="4403789"/>
                  <a:pt x="1856899" y="4396359"/>
                </a:cubicBezTo>
                <a:cubicBezTo>
                  <a:pt x="1856899" y="4388930"/>
                  <a:pt x="1850803" y="4382834"/>
                  <a:pt x="1843373" y="4382834"/>
                </a:cubicBezTo>
                <a:close/>
                <a:moveTo>
                  <a:pt x="1843373" y="4405122"/>
                </a:moveTo>
                <a:cubicBezTo>
                  <a:pt x="1838516" y="4405122"/>
                  <a:pt x="1834610" y="4401217"/>
                  <a:pt x="1834610" y="4396359"/>
                </a:cubicBezTo>
                <a:cubicBezTo>
                  <a:pt x="1834610" y="4391502"/>
                  <a:pt x="1838516" y="4387596"/>
                  <a:pt x="1843373" y="4387596"/>
                </a:cubicBezTo>
                <a:cubicBezTo>
                  <a:pt x="1848231" y="4387596"/>
                  <a:pt x="1852136" y="4391502"/>
                  <a:pt x="1852136" y="4396359"/>
                </a:cubicBezTo>
                <a:cubicBezTo>
                  <a:pt x="1852136" y="4401217"/>
                  <a:pt x="1848231" y="4405122"/>
                  <a:pt x="1843373" y="4405122"/>
                </a:cubicBezTo>
                <a:close/>
                <a:moveTo>
                  <a:pt x="1477899" y="739616"/>
                </a:moveTo>
                <a:lnTo>
                  <a:pt x="1442657" y="769906"/>
                </a:lnTo>
                <a:cubicBezTo>
                  <a:pt x="1442657" y="769906"/>
                  <a:pt x="1442657" y="769906"/>
                  <a:pt x="1442657" y="769906"/>
                </a:cubicBezTo>
                <a:lnTo>
                  <a:pt x="1429703" y="769906"/>
                </a:lnTo>
                <a:cubicBezTo>
                  <a:pt x="1428178" y="769906"/>
                  <a:pt x="1427036" y="771144"/>
                  <a:pt x="1427036" y="772573"/>
                </a:cubicBezTo>
                <a:lnTo>
                  <a:pt x="1427036" y="785527"/>
                </a:lnTo>
                <a:cubicBezTo>
                  <a:pt x="1427036" y="787051"/>
                  <a:pt x="1428274" y="788194"/>
                  <a:pt x="1429703" y="788194"/>
                </a:cubicBezTo>
                <a:lnTo>
                  <a:pt x="1442657" y="788194"/>
                </a:lnTo>
                <a:cubicBezTo>
                  <a:pt x="1444181" y="788194"/>
                  <a:pt x="1445324" y="786956"/>
                  <a:pt x="1445324" y="785527"/>
                </a:cubicBezTo>
                <a:lnTo>
                  <a:pt x="1445324" y="773906"/>
                </a:lnTo>
                <a:lnTo>
                  <a:pt x="1482662" y="741807"/>
                </a:lnTo>
                <a:lnTo>
                  <a:pt x="1482662" y="647510"/>
                </a:lnTo>
                <a:lnTo>
                  <a:pt x="1502188" y="633603"/>
                </a:lnTo>
                <a:cubicBezTo>
                  <a:pt x="1504188" y="635508"/>
                  <a:pt x="1506855" y="636746"/>
                  <a:pt x="1509808" y="636746"/>
                </a:cubicBezTo>
                <a:cubicBezTo>
                  <a:pt x="1515809" y="636746"/>
                  <a:pt x="1520762" y="631793"/>
                  <a:pt x="1520762" y="625793"/>
                </a:cubicBezTo>
                <a:cubicBezTo>
                  <a:pt x="1520762" y="619792"/>
                  <a:pt x="1515809" y="614839"/>
                  <a:pt x="1509808" y="614839"/>
                </a:cubicBezTo>
                <a:cubicBezTo>
                  <a:pt x="1503807" y="614839"/>
                  <a:pt x="1498854" y="619792"/>
                  <a:pt x="1498854" y="625793"/>
                </a:cubicBezTo>
                <a:cubicBezTo>
                  <a:pt x="1498854" y="627126"/>
                  <a:pt x="1499140" y="628460"/>
                  <a:pt x="1499616" y="629602"/>
                </a:cubicBezTo>
                <a:lnTo>
                  <a:pt x="1477899" y="645033"/>
                </a:lnTo>
                <a:lnTo>
                  <a:pt x="1477899" y="739521"/>
                </a:lnTo>
                <a:close/>
                <a:moveTo>
                  <a:pt x="1509808" y="619601"/>
                </a:moveTo>
                <a:cubicBezTo>
                  <a:pt x="1513237" y="619601"/>
                  <a:pt x="1515999" y="622364"/>
                  <a:pt x="1515999" y="625793"/>
                </a:cubicBezTo>
                <a:cubicBezTo>
                  <a:pt x="1515999" y="629222"/>
                  <a:pt x="1513237" y="631984"/>
                  <a:pt x="1509808" y="631984"/>
                </a:cubicBezTo>
                <a:cubicBezTo>
                  <a:pt x="1506379" y="631984"/>
                  <a:pt x="1503617" y="629222"/>
                  <a:pt x="1503617" y="625793"/>
                </a:cubicBezTo>
                <a:cubicBezTo>
                  <a:pt x="1503617" y="622364"/>
                  <a:pt x="1506379" y="619601"/>
                  <a:pt x="1509808" y="619601"/>
                </a:cubicBezTo>
                <a:close/>
                <a:moveTo>
                  <a:pt x="1843373" y="4331970"/>
                </a:moveTo>
                <a:cubicBezTo>
                  <a:pt x="1835563" y="4331970"/>
                  <a:pt x="1829181" y="4338352"/>
                  <a:pt x="1829181" y="4346162"/>
                </a:cubicBezTo>
                <a:cubicBezTo>
                  <a:pt x="1829181" y="4353973"/>
                  <a:pt x="1835563" y="4360355"/>
                  <a:pt x="1843373" y="4360355"/>
                </a:cubicBezTo>
                <a:cubicBezTo>
                  <a:pt x="1851184" y="4360355"/>
                  <a:pt x="1857566" y="4353973"/>
                  <a:pt x="1857566" y="4346162"/>
                </a:cubicBezTo>
                <a:cubicBezTo>
                  <a:pt x="1857566" y="4338352"/>
                  <a:pt x="1851184" y="4331970"/>
                  <a:pt x="1843373" y="4331970"/>
                </a:cubicBezTo>
                <a:close/>
                <a:moveTo>
                  <a:pt x="1843373" y="4355592"/>
                </a:moveTo>
                <a:cubicBezTo>
                  <a:pt x="1838135" y="4355592"/>
                  <a:pt x="1833944" y="4351401"/>
                  <a:pt x="1833944" y="4346162"/>
                </a:cubicBezTo>
                <a:cubicBezTo>
                  <a:pt x="1833944" y="4340924"/>
                  <a:pt x="1838135" y="4336733"/>
                  <a:pt x="1843373" y="4336733"/>
                </a:cubicBezTo>
                <a:cubicBezTo>
                  <a:pt x="1848612" y="4336733"/>
                  <a:pt x="1852803" y="4340924"/>
                  <a:pt x="1852803" y="4346162"/>
                </a:cubicBezTo>
                <a:cubicBezTo>
                  <a:pt x="1852803" y="4351401"/>
                  <a:pt x="1848612" y="4355592"/>
                  <a:pt x="1843373" y="4355592"/>
                </a:cubicBezTo>
                <a:close/>
                <a:moveTo>
                  <a:pt x="1280922" y="365951"/>
                </a:moveTo>
                <a:lnTo>
                  <a:pt x="1288066" y="365951"/>
                </a:lnTo>
                <a:lnTo>
                  <a:pt x="1288066" y="367760"/>
                </a:lnTo>
                <a:lnTo>
                  <a:pt x="1291304" y="371285"/>
                </a:lnTo>
                <a:lnTo>
                  <a:pt x="1286066" y="376142"/>
                </a:lnTo>
                <a:lnTo>
                  <a:pt x="1280922" y="370523"/>
                </a:lnTo>
                <a:lnTo>
                  <a:pt x="1280922" y="365855"/>
                </a:lnTo>
                <a:close/>
                <a:moveTo>
                  <a:pt x="1843373" y="4281107"/>
                </a:moveTo>
                <a:cubicBezTo>
                  <a:pt x="1835182" y="4281107"/>
                  <a:pt x="1828514" y="4287774"/>
                  <a:pt x="1828514" y="4295966"/>
                </a:cubicBezTo>
                <a:cubicBezTo>
                  <a:pt x="1828514" y="4304157"/>
                  <a:pt x="1835182" y="4310825"/>
                  <a:pt x="1843373" y="4310825"/>
                </a:cubicBezTo>
                <a:cubicBezTo>
                  <a:pt x="1851565" y="4310825"/>
                  <a:pt x="1858232" y="4304157"/>
                  <a:pt x="1858232" y="4295966"/>
                </a:cubicBezTo>
                <a:cubicBezTo>
                  <a:pt x="1858232" y="4287774"/>
                  <a:pt x="1851565" y="4281107"/>
                  <a:pt x="1843373" y="4281107"/>
                </a:cubicBezTo>
                <a:close/>
                <a:moveTo>
                  <a:pt x="1843373" y="4306062"/>
                </a:moveTo>
                <a:cubicBezTo>
                  <a:pt x="1837849" y="4306062"/>
                  <a:pt x="1833277" y="4301490"/>
                  <a:pt x="1833277" y="4295966"/>
                </a:cubicBezTo>
                <a:cubicBezTo>
                  <a:pt x="1833277" y="4290441"/>
                  <a:pt x="1837849" y="4285869"/>
                  <a:pt x="1843373" y="4285869"/>
                </a:cubicBezTo>
                <a:cubicBezTo>
                  <a:pt x="1848898" y="4285869"/>
                  <a:pt x="1853470" y="4290441"/>
                  <a:pt x="1853470" y="4295966"/>
                </a:cubicBezTo>
                <a:cubicBezTo>
                  <a:pt x="1853470" y="4301490"/>
                  <a:pt x="1848898" y="4306062"/>
                  <a:pt x="1843373" y="4306062"/>
                </a:cubicBezTo>
                <a:close/>
                <a:moveTo>
                  <a:pt x="1808131" y="710756"/>
                </a:moveTo>
                <a:lnTo>
                  <a:pt x="1815275" y="710756"/>
                </a:lnTo>
                <a:cubicBezTo>
                  <a:pt x="1815275" y="710756"/>
                  <a:pt x="1815275" y="719042"/>
                  <a:pt x="1815275" y="719042"/>
                </a:cubicBezTo>
                <a:lnTo>
                  <a:pt x="1808131" y="719042"/>
                </a:lnTo>
                <a:cubicBezTo>
                  <a:pt x="1808131" y="719042"/>
                  <a:pt x="1808131" y="710756"/>
                  <a:pt x="1808131" y="710756"/>
                </a:cubicBezTo>
                <a:close/>
                <a:moveTo>
                  <a:pt x="553403" y="4313301"/>
                </a:moveTo>
                <a:lnTo>
                  <a:pt x="546259" y="4313301"/>
                </a:lnTo>
                <a:lnTo>
                  <a:pt x="546259" y="4305681"/>
                </a:lnTo>
                <a:lnTo>
                  <a:pt x="553403" y="4305681"/>
                </a:lnTo>
                <a:lnTo>
                  <a:pt x="553403" y="4313301"/>
                </a:lnTo>
                <a:close/>
                <a:moveTo>
                  <a:pt x="546259" y="4351592"/>
                </a:moveTo>
                <a:lnTo>
                  <a:pt x="553403" y="4351592"/>
                </a:lnTo>
                <a:lnTo>
                  <a:pt x="553403" y="4358069"/>
                </a:lnTo>
                <a:lnTo>
                  <a:pt x="548450" y="4362164"/>
                </a:lnTo>
                <a:lnTo>
                  <a:pt x="543878" y="4356640"/>
                </a:lnTo>
                <a:lnTo>
                  <a:pt x="546259" y="4354640"/>
                </a:lnTo>
                <a:lnTo>
                  <a:pt x="546259" y="4351592"/>
                </a:lnTo>
                <a:close/>
                <a:moveTo>
                  <a:pt x="1428178" y="3963734"/>
                </a:moveTo>
                <a:lnTo>
                  <a:pt x="1430750" y="3963734"/>
                </a:lnTo>
                <a:cubicBezTo>
                  <a:pt x="1432846" y="3963734"/>
                  <a:pt x="1434656" y="3962019"/>
                  <a:pt x="1434656" y="3959828"/>
                </a:cubicBezTo>
                <a:lnTo>
                  <a:pt x="1434656" y="3949922"/>
                </a:lnTo>
                <a:cubicBezTo>
                  <a:pt x="1434656" y="3947827"/>
                  <a:pt x="1432941" y="3946017"/>
                  <a:pt x="1430750" y="3946017"/>
                </a:cubicBezTo>
                <a:lnTo>
                  <a:pt x="1428178" y="3946017"/>
                </a:lnTo>
                <a:lnTo>
                  <a:pt x="1428369" y="3837337"/>
                </a:lnTo>
                <a:lnTo>
                  <a:pt x="1508570" y="3762756"/>
                </a:lnTo>
                <a:cubicBezTo>
                  <a:pt x="1509236" y="3763042"/>
                  <a:pt x="1509903" y="3763137"/>
                  <a:pt x="1510665" y="3763137"/>
                </a:cubicBezTo>
                <a:lnTo>
                  <a:pt x="1530953" y="3763137"/>
                </a:lnTo>
                <a:cubicBezTo>
                  <a:pt x="1534287" y="3763137"/>
                  <a:pt x="1536954" y="3760470"/>
                  <a:pt x="1536954" y="3757136"/>
                </a:cubicBezTo>
                <a:lnTo>
                  <a:pt x="1536954" y="3749517"/>
                </a:lnTo>
                <a:cubicBezTo>
                  <a:pt x="1536954" y="3749517"/>
                  <a:pt x="1536764" y="3748754"/>
                  <a:pt x="1536764" y="3748373"/>
                </a:cubicBezTo>
                <a:lnTo>
                  <a:pt x="1571053" y="3721418"/>
                </a:lnTo>
                <a:lnTo>
                  <a:pt x="1571053" y="3604641"/>
                </a:lnTo>
                <a:lnTo>
                  <a:pt x="1595342" y="3577971"/>
                </a:lnTo>
                <a:lnTo>
                  <a:pt x="1623155" y="3577971"/>
                </a:lnTo>
                <a:cubicBezTo>
                  <a:pt x="1624298" y="3584353"/>
                  <a:pt x="1629823" y="3589211"/>
                  <a:pt x="1636586" y="3589211"/>
                </a:cubicBezTo>
                <a:cubicBezTo>
                  <a:pt x="1644110" y="3589211"/>
                  <a:pt x="1650206" y="3583115"/>
                  <a:pt x="1650206" y="3575590"/>
                </a:cubicBezTo>
                <a:cubicBezTo>
                  <a:pt x="1650206" y="3568065"/>
                  <a:pt x="1644110" y="3561969"/>
                  <a:pt x="1636586" y="3561969"/>
                </a:cubicBezTo>
                <a:cubicBezTo>
                  <a:pt x="1629918" y="3561969"/>
                  <a:pt x="1624298" y="3566827"/>
                  <a:pt x="1623155" y="3573209"/>
                </a:cubicBezTo>
                <a:lnTo>
                  <a:pt x="1593247" y="3573209"/>
                </a:lnTo>
                <a:lnTo>
                  <a:pt x="1566291" y="3602736"/>
                </a:lnTo>
                <a:lnTo>
                  <a:pt x="1566291" y="3719036"/>
                </a:lnTo>
                <a:lnTo>
                  <a:pt x="1534001" y="3744373"/>
                </a:lnTo>
                <a:cubicBezTo>
                  <a:pt x="1533049" y="3743801"/>
                  <a:pt x="1532096" y="3743420"/>
                  <a:pt x="1530953" y="3743420"/>
                </a:cubicBezTo>
                <a:lnTo>
                  <a:pt x="1510665" y="3743420"/>
                </a:lnTo>
                <a:cubicBezTo>
                  <a:pt x="1507331" y="3743420"/>
                  <a:pt x="1504664" y="3746087"/>
                  <a:pt x="1504664" y="3749421"/>
                </a:cubicBezTo>
                <a:lnTo>
                  <a:pt x="1504664" y="3757041"/>
                </a:lnTo>
                <a:cubicBezTo>
                  <a:pt x="1504664" y="3757898"/>
                  <a:pt x="1504855" y="3758660"/>
                  <a:pt x="1505141" y="3759327"/>
                </a:cubicBezTo>
                <a:lnTo>
                  <a:pt x="1424464" y="3834384"/>
                </a:lnTo>
                <a:lnTo>
                  <a:pt x="1423702" y="3835051"/>
                </a:lnTo>
                <a:lnTo>
                  <a:pt x="1423511" y="3945827"/>
                </a:lnTo>
                <a:lnTo>
                  <a:pt x="1420940" y="3945827"/>
                </a:lnTo>
                <a:cubicBezTo>
                  <a:pt x="1418844" y="3945827"/>
                  <a:pt x="1417034" y="3947541"/>
                  <a:pt x="1417034" y="3949732"/>
                </a:cubicBezTo>
                <a:lnTo>
                  <a:pt x="1417034" y="3959638"/>
                </a:lnTo>
                <a:cubicBezTo>
                  <a:pt x="1417034" y="3961734"/>
                  <a:pt x="1418749" y="3963543"/>
                  <a:pt x="1420940" y="3963543"/>
                </a:cubicBezTo>
                <a:lnTo>
                  <a:pt x="1423511" y="3963543"/>
                </a:lnTo>
                <a:lnTo>
                  <a:pt x="1423511" y="3981450"/>
                </a:lnTo>
                <a:lnTo>
                  <a:pt x="1374172" y="4031361"/>
                </a:lnTo>
                <a:cubicBezTo>
                  <a:pt x="1373124" y="4030409"/>
                  <a:pt x="1371886" y="4029647"/>
                  <a:pt x="1370552" y="4029075"/>
                </a:cubicBezTo>
                <a:cubicBezTo>
                  <a:pt x="1367600" y="4027932"/>
                  <a:pt x="1364361" y="4028027"/>
                  <a:pt x="1361503" y="4029361"/>
                </a:cubicBezTo>
                <a:cubicBezTo>
                  <a:pt x="1358646" y="4030694"/>
                  <a:pt x="1356455" y="4032980"/>
                  <a:pt x="1355312" y="4035933"/>
                </a:cubicBezTo>
                <a:cubicBezTo>
                  <a:pt x="1354169" y="4038886"/>
                  <a:pt x="1354265" y="4042124"/>
                  <a:pt x="1355598" y="4044982"/>
                </a:cubicBezTo>
                <a:cubicBezTo>
                  <a:pt x="1356932" y="4047839"/>
                  <a:pt x="1359218" y="4050030"/>
                  <a:pt x="1362170" y="4051173"/>
                </a:cubicBezTo>
                <a:cubicBezTo>
                  <a:pt x="1363504" y="4051649"/>
                  <a:pt x="1364932" y="4051935"/>
                  <a:pt x="1366361" y="4051935"/>
                </a:cubicBezTo>
                <a:cubicBezTo>
                  <a:pt x="1367981" y="4051935"/>
                  <a:pt x="1369695" y="4051554"/>
                  <a:pt x="1371219" y="4050887"/>
                </a:cubicBezTo>
                <a:cubicBezTo>
                  <a:pt x="1374077" y="4049554"/>
                  <a:pt x="1376267" y="4047268"/>
                  <a:pt x="1377410" y="4044315"/>
                </a:cubicBezTo>
                <a:cubicBezTo>
                  <a:pt x="1378553" y="4041362"/>
                  <a:pt x="1378458" y="4038124"/>
                  <a:pt x="1377125" y="4035267"/>
                </a:cubicBezTo>
                <a:cubicBezTo>
                  <a:pt x="1377125" y="4035267"/>
                  <a:pt x="1377125" y="4035267"/>
                  <a:pt x="1377125" y="4035171"/>
                </a:cubicBezTo>
                <a:lnTo>
                  <a:pt x="1428274" y="3983355"/>
                </a:lnTo>
                <a:lnTo>
                  <a:pt x="1428274" y="3963448"/>
                </a:lnTo>
                <a:close/>
                <a:moveTo>
                  <a:pt x="1636490" y="3566732"/>
                </a:moveTo>
                <a:cubicBezTo>
                  <a:pt x="1641443" y="3566732"/>
                  <a:pt x="1645349" y="3570732"/>
                  <a:pt x="1645349" y="3575590"/>
                </a:cubicBezTo>
                <a:cubicBezTo>
                  <a:pt x="1645349" y="3580448"/>
                  <a:pt x="1641348" y="3584448"/>
                  <a:pt x="1636490" y="3584448"/>
                </a:cubicBezTo>
                <a:cubicBezTo>
                  <a:pt x="1631632" y="3584448"/>
                  <a:pt x="1627632" y="3580448"/>
                  <a:pt x="1627632" y="3575590"/>
                </a:cubicBezTo>
                <a:cubicBezTo>
                  <a:pt x="1627632" y="3570732"/>
                  <a:pt x="1631632" y="3566732"/>
                  <a:pt x="1636490" y="3566732"/>
                </a:cubicBezTo>
                <a:close/>
                <a:moveTo>
                  <a:pt x="1509427" y="3749517"/>
                </a:moveTo>
                <a:cubicBezTo>
                  <a:pt x="1509427" y="3748850"/>
                  <a:pt x="1509998" y="3748278"/>
                  <a:pt x="1510665" y="3748278"/>
                </a:cubicBezTo>
                <a:lnTo>
                  <a:pt x="1530953" y="3748278"/>
                </a:lnTo>
                <a:cubicBezTo>
                  <a:pt x="1531620" y="3748278"/>
                  <a:pt x="1532192" y="3748850"/>
                  <a:pt x="1532192" y="3749517"/>
                </a:cubicBezTo>
                <a:lnTo>
                  <a:pt x="1532192" y="3757136"/>
                </a:lnTo>
                <a:cubicBezTo>
                  <a:pt x="1532192" y="3757803"/>
                  <a:pt x="1531620" y="3758375"/>
                  <a:pt x="1530953" y="3758375"/>
                </a:cubicBezTo>
                <a:lnTo>
                  <a:pt x="1510665" y="3758375"/>
                </a:lnTo>
                <a:cubicBezTo>
                  <a:pt x="1509998" y="3758375"/>
                  <a:pt x="1509427" y="3757803"/>
                  <a:pt x="1509427" y="3757136"/>
                </a:cubicBezTo>
                <a:lnTo>
                  <a:pt x="1509427" y="3749517"/>
                </a:lnTo>
                <a:close/>
                <a:moveTo>
                  <a:pt x="1372934" y="4042982"/>
                </a:moveTo>
                <a:cubicBezTo>
                  <a:pt x="1372267" y="4044792"/>
                  <a:pt x="1370933" y="4046125"/>
                  <a:pt x="1369219" y="4046887"/>
                </a:cubicBezTo>
                <a:cubicBezTo>
                  <a:pt x="1367504" y="4047649"/>
                  <a:pt x="1365599" y="4047744"/>
                  <a:pt x="1363790" y="4047077"/>
                </a:cubicBezTo>
                <a:cubicBezTo>
                  <a:pt x="1361980" y="4046411"/>
                  <a:pt x="1360646" y="4045077"/>
                  <a:pt x="1359884" y="4043363"/>
                </a:cubicBezTo>
                <a:cubicBezTo>
                  <a:pt x="1359122" y="4041648"/>
                  <a:pt x="1359027" y="4039743"/>
                  <a:pt x="1359694" y="4037934"/>
                </a:cubicBezTo>
                <a:cubicBezTo>
                  <a:pt x="1360361" y="4036124"/>
                  <a:pt x="1361694" y="4034790"/>
                  <a:pt x="1363409" y="4033933"/>
                </a:cubicBezTo>
                <a:cubicBezTo>
                  <a:pt x="1364361" y="4033552"/>
                  <a:pt x="1365314" y="4033266"/>
                  <a:pt x="1366361" y="4033266"/>
                </a:cubicBezTo>
                <a:cubicBezTo>
                  <a:pt x="1367219" y="4033266"/>
                  <a:pt x="1368076" y="4033457"/>
                  <a:pt x="1368838" y="4033742"/>
                </a:cubicBezTo>
                <a:cubicBezTo>
                  <a:pt x="1370648" y="4034409"/>
                  <a:pt x="1371981" y="4035743"/>
                  <a:pt x="1372743" y="4037457"/>
                </a:cubicBezTo>
                <a:cubicBezTo>
                  <a:pt x="1373505" y="4039172"/>
                  <a:pt x="1373600" y="4041077"/>
                  <a:pt x="1372934" y="4042886"/>
                </a:cubicBezTo>
                <a:close/>
                <a:moveTo>
                  <a:pt x="2389918" y="291179"/>
                </a:moveTo>
                <a:cubicBezTo>
                  <a:pt x="2390585" y="293942"/>
                  <a:pt x="2392299" y="296228"/>
                  <a:pt x="2394680" y="297656"/>
                </a:cubicBezTo>
                <a:cubicBezTo>
                  <a:pt x="2396300" y="298704"/>
                  <a:pt x="2398205" y="299180"/>
                  <a:pt x="2400110" y="299180"/>
                </a:cubicBezTo>
                <a:cubicBezTo>
                  <a:pt x="2400967" y="299180"/>
                  <a:pt x="2401729" y="299085"/>
                  <a:pt x="2402586" y="298895"/>
                </a:cubicBezTo>
                <a:cubicBezTo>
                  <a:pt x="2408206" y="297561"/>
                  <a:pt x="2411635" y="291846"/>
                  <a:pt x="2410301" y="286226"/>
                </a:cubicBezTo>
                <a:cubicBezTo>
                  <a:pt x="2409635" y="283464"/>
                  <a:pt x="2408015" y="281178"/>
                  <a:pt x="2405539" y="279749"/>
                </a:cubicBezTo>
                <a:cubicBezTo>
                  <a:pt x="2403158" y="278321"/>
                  <a:pt x="2400395" y="277844"/>
                  <a:pt x="2397633" y="278511"/>
                </a:cubicBezTo>
                <a:cubicBezTo>
                  <a:pt x="2396490" y="278797"/>
                  <a:pt x="2395633" y="279368"/>
                  <a:pt x="2394680" y="279845"/>
                </a:cubicBezTo>
                <a:lnTo>
                  <a:pt x="2365153" y="252603"/>
                </a:lnTo>
                <a:lnTo>
                  <a:pt x="2292287" y="252603"/>
                </a:lnTo>
                <a:lnTo>
                  <a:pt x="2278952" y="241554"/>
                </a:lnTo>
                <a:cubicBezTo>
                  <a:pt x="2279428" y="240792"/>
                  <a:pt x="2279904" y="240030"/>
                  <a:pt x="2280095" y="239078"/>
                </a:cubicBezTo>
                <a:cubicBezTo>
                  <a:pt x="2281238" y="234315"/>
                  <a:pt x="2278380" y="229648"/>
                  <a:pt x="2273618" y="228505"/>
                </a:cubicBezTo>
                <a:cubicBezTo>
                  <a:pt x="2268855" y="227362"/>
                  <a:pt x="2264188" y="230219"/>
                  <a:pt x="2263045" y="234982"/>
                </a:cubicBezTo>
                <a:cubicBezTo>
                  <a:pt x="2261902" y="239744"/>
                  <a:pt x="2264855" y="244412"/>
                  <a:pt x="2269522" y="245555"/>
                </a:cubicBezTo>
                <a:cubicBezTo>
                  <a:pt x="2271617" y="246031"/>
                  <a:pt x="2273618" y="245650"/>
                  <a:pt x="2275427" y="244793"/>
                </a:cubicBezTo>
                <a:lnTo>
                  <a:pt x="2290667" y="257461"/>
                </a:lnTo>
                <a:lnTo>
                  <a:pt x="2363343" y="257461"/>
                </a:lnTo>
                <a:lnTo>
                  <a:pt x="2391251" y="283178"/>
                </a:lnTo>
                <a:cubicBezTo>
                  <a:pt x="2389823" y="285464"/>
                  <a:pt x="2389251" y="288322"/>
                  <a:pt x="2389918" y="291179"/>
                </a:cubicBezTo>
                <a:close/>
                <a:moveTo>
                  <a:pt x="2398776" y="283178"/>
                </a:moveTo>
                <a:cubicBezTo>
                  <a:pt x="2398776" y="283178"/>
                  <a:pt x="2399633" y="282988"/>
                  <a:pt x="2400110" y="282988"/>
                </a:cubicBezTo>
                <a:cubicBezTo>
                  <a:pt x="2401157" y="282988"/>
                  <a:pt x="2402205" y="283274"/>
                  <a:pt x="2403062" y="283845"/>
                </a:cubicBezTo>
                <a:cubicBezTo>
                  <a:pt x="2404396" y="284607"/>
                  <a:pt x="2405253" y="285941"/>
                  <a:pt x="2405634" y="287369"/>
                </a:cubicBezTo>
                <a:cubicBezTo>
                  <a:pt x="2406015" y="288893"/>
                  <a:pt x="2405729" y="290417"/>
                  <a:pt x="2404967" y="291656"/>
                </a:cubicBezTo>
                <a:cubicBezTo>
                  <a:pt x="2404205" y="292989"/>
                  <a:pt x="2402872" y="293846"/>
                  <a:pt x="2401443" y="294227"/>
                </a:cubicBezTo>
                <a:cubicBezTo>
                  <a:pt x="2399919" y="294608"/>
                  <a:pt x="2398395" y="294323"/>
                  <a:pt x="2397157" y="293561"/>
                </a:cubicBezTo>
                <a:cubicBezTo>
                  <a:pt x="2395823" y="292799"/>
                  <a:pt x="2394966" y="291465"/>
                  <a:pt x="2394585" y="290036"/>
                </a:cubicBezTo>
                <a:cubicBezTo>
                  <a:pt x="2393823" y="286988"/>
                  <a:pt x="2395728" y="283845"/>
                  <a:pt x="2398776" y="283178"/>
                </a:cubicBezTo>
                <a:close/>
                <a:moveTo>
                  <a:pt x="1663446" y="692849"/>
                </a:moveTo>
                <a:lnTo>
                  <a:pt x="1670590" y="692849"/>
                </a:lnTo>
                <a:lnTo>
                  <a:pt x="1670590" y="701326"/>
                </a:lnTo>
                <a:lnTo>
                  <a:pt x="1663446" y="701326"/>
                </a:lnTo>
                <a:lnTo>
                  <a:pt x="1663446" y="692849"/>
                </a:lnTo>
                <a:close/>
                <a:moveTo>
                  <a:pt x="537305" y="4362069"/>
                </a:moveTo>
                <a:lnTo>
                  <a:pt x="541877" y="4367594"/>
                </a:lnTo>
                <a:lnTo>
                  <a:pt x="535305" y="4373023"/>
                </a:lnTo>
                <a:lnTo>
                  <a:pt x="530733" y="4367498"/>
                </a:lnTo>
                <a:lnTo>
                  <a:pt x="537305" y="4362069"/>
                </a:lnTo>
                <a:close/>
                <a:moveTo>
                  <a:pt x="517493" y="4378452"/>
                </a:moveTo>
                <a:lnTo>
                  <a:pt x="524065" y="4373023"/>
                </a:lnTo>
                <a:lnTo>
                  <a:pt x="528638" y="4378547"/>
                </a:lnTo>
                <a:lnTo>
                  <a:pt x="522065" y="4383977"/>
                </a:lnTo>
                <a:lnTo>
                  <a:pt x="517493" y="4378452"/>
                </a:lnTo>
                <a:close/>
                <a:moveTo>
                  <a:pt x="1663446" y="729520"/>
                </a:moveTo>
                <a:cubicBezTo>
                  <a:pt x="1657731" y="731139"/>
                  <a:pt x="1653540" y="736283"/>
                  <a:pt x="1653540" y="742474"/>
                </a:cubicBezTo>
                <a:cubicBezTo>
                  <a:pt x="1653540" y="749903"/>
                  <a:pt x="1659541" y="755904"/>
                  <a:pt x="1666970" y="755904"/>
                </a:cubicBezTo>
                <a:cubicBezTo>
                  <a:pt x="1674400" y="755904"/>
                  <a:pt x="1680401" y="749903"/>
                  <a:pt x="1680401" y="742474"/>
                </a:cubicBezTo>
                <a:cubicBezTo>
                  <a:pt x="1680401" y="736283"/>
                  <a:pt x="1676210" y="731139"/>
                  <a:pt x="1670495" y="729520"/>
                </a:cubicBezTo>
                <a:lnTo>
                  <a:pt x="1670495" y="726567"/>
                </a:lnTo>
                <a:lnTo>
                  <a:pt x="1663351" y="726567"/>
                </a:lnTo>
                <a:lnTo>
                  <a:pt x="1663351" y="729520"/>
                </a:lnTo>
                <a:close/>
                <a:moveTo>
                  <a:pt x="1675733" y="742379"/>
                </a:moveTo>
                <a:cubicBezTo>
                  <a:pt x="1675733" y="747141"/>
                  <a:pt x="1671828" y="751046"/>
                  <a:pt x="1667066" y="751046"/>
                </a:cubicBezTo>
                <a:cubicBezTo>
                  <a:pt x="1662303" y="751046"/>
                  <a:pt x="1658398" y="747141"/>
                  <a:pt x="1658398" y="742379"/>
                </a:cubicBezTo>
                <a:cubicBezTo>
                  <a:pt x="1658398" y="737616"/>
                  <a:pt x="1662303" y="733711"/>
                  <a:pt x="1667066" y="733711"/>
                </a:cubicBezTo>
                <a:cubicBezTo>
                  <a:pt x="1671828" y="733711"/>
                  <a:pt x="1675733" y="737616"/>
                  <a:pt x="1675733" y="742379"/>
                </a:cubicBezTo>
                <a:close/>
                <a:moveTo>
                  <a:pt x="427863" y="2014442"/>
                </a:moveTo>
                <a:lnTo>
                  <a:pt x="435007" y="2014442"/>
                </a:lnTo>
                <a:lnTo>
                  <a:pt x="435007" y="2022920"/>
                </a:lnTo>
                <a:lnTo>
                  <a:pt x="427863" y="2022920"/>
                </a:lnTo>
                <a:lnTo>
                  <a:pt x="427863" y="2014442"/>
                </a:lnTo>
                <a:close/>
                <a:moveTo>
                  <a:pt x="553403" y="4343877"/>
                </a:moveTo>
                <a:lnTo>
                  <a:pt x="546259" y="4343877"/>
                </a:lnTo>
                <a:lnTo>
                  <a:pt x="546259" y="4336256"/>
                </a:lnTo>
                <a:lnTo>
                  <a:pt x="553403" y="4336256"/>
                </a:lnTo>
                <a:lnTo>
                  <a:pt x="553403" y="4343877"/>
                </a:lnTo>
                <a:close/>
                <a:moveTo>
                  <a:pt x="451866" y="2355247"/>
                </a:moveTo>
                <a:lnTo>
                  <a:pt x="447675" y="2355247"/>
                </a:lnTo>
                <a:cubicBezTo>
                  <a:pt x="446151" y="2355247"/>
                  <a:pt x="445008" y="2356485"/>
                  <a:pt x="445008" y="2357914"/>
                </a:cubicBezTo>
                <a:lnTo>
                  <a:pt x="445008" y="2370868"/>
                </a:lnTo>
                <a:cubicBezTo>
                  <a:pt x="445008" y="2372392"/>
                  <a:pt x="446246" y="2373535"/>
                  <a:pt x="447675" y="2373535"/>
                </a:cubicBezTo>
                <a:lnTo>
                  <a:pt x="460629" y="2373535"/>
                </a:lnTo>
                <a:cubicBezTo>
                  <a:pt x="462153" y="2373535"/>
                  <a:pt x="463296" y="2372297"/>
                  <a:pt x="463296" y="2370868"/>
                </a:cubicBezTo>
                <a:lnTo>
                  <a:pt x="463296" y="2357914"/>
                </a:lnTo>
                <a:cubicBezTo>
                  <a:pt x="463296" y="2356390"/>
                  <a:pt x="462058" y="2355247"/>
                  <a:pt x="460629" y="2355247"/>
                </a:cubicBezTo>
                <a:lnTo>
                  <a:pt x="456724" y="2355247"/>
                </a:lnTo>
                <a:lnTo>
                  <a:pt x="457010" y="2312575"/>
                </a:lnTo>
                <a:lnTo>
                  <a:pt x="578453" y="2185702"/>
                </a:lnTo>
                <a:cubicBezTo>
                  <a:pt x="580549" y="2187131"/>
                  <a:pt x="583121" y="2187893"/>
                  <a:pt x="585788" y="2187893"/>
                </a:cubicBezTo>
                <a:cubicBezTo>
                  <a:pt x="593217" y="2187893"/>
                  <a:pt x="599218" y="2181892"/>
                  <a:pt x="599218" y="2174462"/>
                </a:cubicBezTo>
                <a:cubicBezTo>
                  <a:pt x="599218" y="2167033"/>
                  <a:pt x="593217" y="2161032"/>
                  <a:pt x="585788" y="2161032"/>
                </a:cubicBezTo>
                <a:cubicBezTo>
                  <a:pt x="578358" y="2161032"/>
                  <a:pt x="572357" y="2167033"/>
                  <a:pt x="572357" y="2174462"/>
                </a:cubicBezTo>
                <a:cubicBezTo>
                  <a:pt x="572357" y="2177415"/>
                  <a:pt x="573405" y="2180177"/>
                  <a:pt x="575024" y="2182368"/>
                </a:cubicBezTo>
                <a:lnTo>
                  <a:pt x="452342" y="2310575"/>
                </a:lnTo>
                <a:lnTo>
                  <a:pt x="452057" y="2355152"/>
                </a:lnTo>
                <a:close/>
                <a:moveTo>
                  <a:pt x="585692" y="2165699"/>
                </a:moveTo>
                <a:cubicBezTo>
                  <a:pt x="590455" y="2165699"/>
                  <a:pt x="594360" y="2169605"/>
                  <a:pt x="594360" y="2174367"/>
                </a:cubicBezTo>
                <a:cubicBezTo>
                  <a:pt x="594360" y="2179130"/>
                  <a:pt x="590455" y="2183035"/>
                  <a:pt x="585692" y="2183035"/>
                </a:cubicBezTo>
                <a:cubicBezTo>
                  <a:pt x="580930" y="2183035"/>
                  <a:pt x="577025" y="2179130"/>
                  <a:pt x="577025" y="2174367"/>
                </a:cubicBezTo>
                <a:cubicBezTo>
                  <a:pt x="577025" y="2169605"/>
                  <a:pt x="580930" y="2165699"/>
                  <a:pt x="585692" y="2165699"/>
                </a:cubicBezTo>
                <a:close/>
                <a:moveTo>
                  <a:pt x="1663446" y="675989"/>
                </a:moveTo>
                <a:lnTo>
                  <a:pt x="1670590" y="675989"/>
                </a:lnTo>
                <a:lnTo>
                  <a:pt x="1670590" y="684467"/>
                </a:lnTo>
                <a:lnTo>
                  <a:pt x="1663446" y="684467"/>
                </a:lnTo>
                <a:lnTo>
                  <a:pt x="1663446" y="675989"/>
                </a:lnTo>
                <a:close/>
                <a:moveTo>
                  <a:pt x="1663446" y="709708"/>
                </a:moveTo>
                <a:lnTo>
                  <a:pt x="1670590" y="709708"/>
                </a:lnTo>
                <a:lnTo>
                  <a:pt x="1670590" y="718185"/>
                </a:lnTo>
                <a:lnTo>
                  <a:pt x="1663446" y="718185"/>
                </a:lnTo>
                <a:lnTo>
                  <a:pt x="1663446" y="709708"/>
                </a:lnTo>
                <a:close/>
                <a:moveTo>
                  <a:pt x="412433" y="4002786"/>
                </a:moveTo>
                <a:cubicBezTo>
                  <a:pt x="412814" y="4001929"/>
                  <a:pt x="413099" y="4000976"/>
                  <a:pt x="413099" y="3999929"/>
                </a:cubicBezTo>
                <a:lnTo>
                  <a:pt x="413099" y="3987260"/>
                </a:lnTo>
                <a:cubicBezTo>
                  <a:pt x="413099" y="3983546"/>
                  <a:pt x="410051" y="3980498"/>
                  <a:pt x="406241" y="3980498"/>
                </a:cubicBezTo>
                <a:lnTo>
                  <a:pt x="393573" y="3980498"/>
                </a:lnTo>
                <a:cubicBezTo>
                  <a:pt x="389858" y="3980498"/>
                  <a:pt x="386715" y="3983546"/>
                  <a:pt x="386715" y="3987260"/>
                </a:cubicBezTo>
                <a:lnTo>
                  <a:pt x="386715" y="3999929"/>
                </a:lnTo>
                <a:cubicBezTo>
                  <a:pt x="386715" y="4003643"/>
                  <a:pt x="389763" y="4006692"/>
                  <a:pt x="393573" y="4006692"/>
                </a:cubicBezTo>
                <a:lnTo>
                  <a:pt x="406241" y="4006692"/>
                </a:lnTo>
                <a:cubicBezTo>
                  <a:pt x="407194" y="4006692"/>
                  <a:pt x="408146" y="4006501"/>
                  <a:pt x="409004" y="4006120"/>
                </a:cubicBezTo>
                <a:lnTo>
                  <a:pt x="551974" y="4171664"/>
                </a:lnTo>
                <a:lnTo>
                  <a:pt x="551974" y="4230624"/>
                </a:lnTo>
                <a:lnTo>
                  <a:pt x="548164" y="4230624"/>
                </a:lnTo>
                <a:cubicBezTo>
                  <a:pt x="542735" y="4230624"/>
                  <a:pt x="538353" y="4235006"/>
                  <a:pt x="538353" y="4240435"/>
                </a:cubicBezTo>
                <a:lnTo>
                  <a:pt x="538353" y="4279106"/>
                </a:lnTo>
                <a:cubicBezTo>
                  <a:pt x="538353" y="4284536"/>
                  <a:pt x="542735" y="4288917"/>
                  <a:pt x="548164" y="4288917"/>
                </a:cubicBezTo>
                <a:lnTo>
                  <a:pt x="560546" y="4288917"/>
                </a:lnTo>
                <a:cubicBezTo>
                  <a:pt x="565976" y="4288917"/>
                  <a:pt x="570357" y="4284536"/>
                  <a:pt x="570357" y="4279106"/>
                </a:cubicBezTo>
                <a:lnTo>
                  <a:pt x="570357" y="4240435"/>
                </a:lnTo>
                <a:cubicBezTo>
                  <a:pt x="570357" y="4235006"/>
                  <a:pt x="565976" y="4230624"/>
                  <a:pt x="560546" y="4230624"/>
                </a:cubicBezTo>
                <a:lnTo>
                  <a:pt x="556832" y="4230624"/>
                </a:lnTo>
                <a:lnTo>
                  <a:pt x="556832" y="4169855"/>
                </a:lnTo>
                <a:lnTo>
                  <a:pt x="412528" y="4002786"/>
                </a:lnTo>
                <a:close/>
                <a:moveTo>
                  <a:pt x="408337" y="3999834"/>
                </a:moveTo>
                <a:cubicBezTo>
                  <a:pt x="408337" y="4000976"/>
                  <a:pt x="407384" y="4001834"/>
                  <a:pt x="406241" y="4001834"/>
                </a:cubicBezTo>
                <a:lnTo>
                  <a:pt x="393573" y="4001834"/>
                </a:lnTo>
                <a:cubicBezTo>
                  <a:pt x="392430" y="4001834"/>
                  <a:pt x="391478" y="4000881"/>
                  <a:pt x="391478" y="3999834"/>
                </a:cubicBezTo>
                <a:lnTo>
                  <a:pt x="391478" y="3987165"/>
                </a:lnTo>
                <a:cubicBezTo>
                  <a:pt x="391478" y="3986022"/>
                  <a:pt x="392430" y="3985165"/>
                  <a:pt x="393573" y="3985165"/>
                </a:cubicBezTo>
                <a:lnTo>
                  <a:pt x="406241" y="3985165"/>
                </a:lnTo>
                <a:cubicBezTo>
                  <a:pt x="407384" y="3985165"/>
                  <a:pt x="408337" y="3986117"/>
                  <a:pt x="408337" y="3987165"/>
                </a:cubicBezTo>
                <a:lnTo>
                  <a:pt x="408337" y="3999834"/>
                </a:lnTo>
                <a:close/>
                <a:moveTo>
                  <a:pt x="565499" y="4279011"/>
                </a:moveTo>
                <a:cubicBezTo>
                  <a:pt x="565499" y="4281773"/>
                  <a:pt x="563213" y="4284060"/>
                  <a:pt x="560451" y="4284060"/>
                </a:cubicBezTo>
                <a:lnTo>
                  <a:pt x="548069" y="4284060"/>
                </a:lnTo>
                <a:cubicBezTo>
                  <a:pt x="545306" y="4284060"/>
                  <a:pt x="543020" y="4281773"/>
                  <a:pt x="543020" y="4279011"/>
                </a:cubicBezTo>
                <a:lnTo>
                  <a:pt x="543020" y="4277678"/>
                </a:lnTo>
                <a:lnTo>
                  <a:pt x="565404" y="4277678"/>
                </a:lnTo>
                <a:lnTo>
                  <a:pt x="565404" y="4279011"/>
                </a:lnTo>
                <a:close/>
                <a:moveTo>
                  <a:pt x="565499" y="4271772"/>
                </a:moveTo>
                <a:lnTo>
                  <a:pt x="543116" y="4271772"/>
                </a:lnTo>
                <a:lnTo>
                  <a:pt x="543116" y="4253294"/>
                </a:lnTo>
                <a:lnTo>
                  <a:pt x="565499" y="4253294"/>
                </a:lnTo>
                <a:lnTo>
                  <a:pt x="565499" y="4271772"/>
                </a:lnTo>
                <a:close/>
                <a:moveTo>
                  <a:pt x="565499" y="4250436"/>
                </a:moveTo>
                <a:lnTo>
                  <a:pt x="543116" y="4250436"/>
                </a:lnTo>
                <a:lnTo>
                  <a:pt x="543116" y="4245197"/>
                </a:lnTo>
                <a:lnTo>
                  <a:pt x="565499" y="4245197"/>
                </a:lnTo>
                <a:lnTo>
                  <a:pt x="565499" y="4250436"/>
                </a:lnTo>
                <a:close/>
                <a:moveTo>
                  <a:pt x="560451" y="4235292"/>
                </a:moveTo>
                <a:cubicBezTo>
                  <a:pt x="563213" y="4235292"/>
                  <a:pt x="565499" y="4237578"/>
                  <a:pt x="565499" y="4240340"/>
                </a:cubicBezTo>
                <a:lnTo>
                  <a:pt x="565499" y="4240530"/>
                </a:lnTo>
                <a:lnTo>
                  <a:pt x="543116" y="4240530"/>
                </a:lnTo>
                <a:lnTo>
                  <a:pt x="543116" y="4240340"/>
                </a:lnTo>
                <a:cubicBezTo>
                  <a:pt x="543116" y="4237578"/>
                  <a:pt x="545402" y="4235292"/>
                  <a:pt x="548164" y="4235292"/>
                </a:cubicBezTo>
                <a:lnTo>
                  <a:pt x="560546" y="4235292"/>
                </a:lnTo>
                <a:close/>
                <a:moveTo>
                  <a:pt x="497681" y="4394740"/>
                </a:moveTo>
                <a:lnTo>
                  <a:pt x="502253" y="4400264"/>
                </a:lnTo>
                <a:lnTo>
                  <a:pt x="495681" y="4405694"/>
                </a:lnTo>
                <a:lnTo>
                  <a:pt x="491109" y="4400169"/>
                </a:lnTo>
                <a:lnTo>
                  <a:pt x="497681" y="4394740"/>
                </a:lnTo>
                <a:close/>
                <a:moveTo>
                  <a:pt x="449294" y="4443889"/>
                </a:moveTo>
                <a:lnTo>
                  <a:pt x="444722" y="4438364"/>
                </a:lnTo>
                <a:lnTo>
                  <a:pt x="441293" y="4441222"/>
                </a:lnTo>
                <a:cubicBezTo>
                  <a:pt x="436912" y="4437888"/>
                  <a:pt x="430721" y="4438269"/>
                  <a:pt x="426911" y="4442365"/>
                </a:cubicBezTo>
                <a:cubicBezTo>
                  <a:pt x="425006" y="4444461"/>
                  <a:pt x="424053" y="4447223"/>
                  <a:pt x="424148" y="4450080"/>
                </a:cubicBezTo>
                <a:cubicBezTo>
                  <a:pt x="424244" y="4452938"/>
                  <a:pt x="425482" y="4455510"/>
                  <a:pt x="427673" y="4457414"/>
                </a:cubicBezTo>
                <a:cubicBezTo>
                  <a:pt x="429673" y="4459224"/>
                  <a:pt x="432149" y="4460177"/>
                  <a:pt x="434816" y="4460177"/>
                </a:cubicBezTo>
                <a:cubicBezTo>
                  <a:pt x="435007" y="4460177"/>
                  <a:pt x="435197" y="4460177"/>
                  <a:pt x="435388" y="4460177"/>
                </a:cubicBezTo>
                <a:cubicBezTo>
                  <a:pt x="438245" y="4460081"/>
                  <a:pt x="440817" y="4458843"/>
                  <a:pt x="442722" y="4456653"/>
                </a:cubicBezTo>
                <a:cubicBezTo>
                  <a:pt x="444627" y="4454557"/>
                  <a:pt x="445580" y="4451795"/>
                  <a:pt x="445484" y="4448937"/>
                </a:cubicBezTo>
                <a:cubicBezTo>
                  <a:pt x="445484" y="4447794"/>
                  <a:pt x="445103" y="4446746"/>
                  <a:pt x="444627" y="4445699"/>
                </a:cubicBezTo>
                <a:lnTo>
                  <a:pt x="445580" y="4446842"/>
                </a:lnTo>
                <a:lnTo>
                  <a:pt x="449294" y="4443794"/>
                </a:lnTo>
                <a:close/>
                <a:moveTo>
                  <a:pt x="439198" y="4453509"/>
                </a:moveTo>
                <a:cubicBezTo>
                  <a:pt x="438150" y="4454652"/>
                  <a:pt x="436721" y="4455414"/>
                  <a:pt x="435102" y="4455414"/>
                </a:cubicBezTo>
                <a:cubicBezTo>
                  <a:pt x="433578" y="4455414"/>
                  <a:pt x="432054" y="4454938"/>
                  <a:pt x="430816" y="4453890"/>
                </a:cubicBezTo>
                <a:lnTo>
                  <a:pt x="430816" y="4453890"/>
                </a:lnTo>
                <a:cubicBezTo>
                  <a:pt x="429673" y="4452843"/>
                  <a:pt x="429006" y="4451414"/>
                  <a:pt x="428911" y="4449795"/>
                </a:cubicBezTo>
                <a:cubicBezTo>
                  <a:pt x="428911" y="4448175"/>
                  <a:pt x="429387" y="4446746"/>
                  <a:pt x="430435" y="4445508"/>
                </a:cubicBezTo>
                <a:cubicBezTo>
                  <a:pt x="431578" y="4444270"/>
                  <a:pt x="433197" y="4443603"/>
                  <a:pt x="434816" y="4443603"/>
                </a:cubicBezTo>
                <a:cubicBezTo>
                  <a:pt x="436245" y="4443603"/>
                  <a:pt x="437674" y="4444079"/>
                  <a:pt x="438817" y="4445127"/>
                </a:cubicBezTo>
                <a:cubicBezTo>
                  <a:pt x="439960" y="4446175"/>
                  <a:pt x="440627" y="4447604"/>
                  <a:pt x="440722" y="4449223"/>
                </a:cubicBezTo>
                <a:cubicBezTo>
                  <a:pt x="440722" y="4450842"/>
                  <a:pt x="440246" y="4452271"/>
                  <a:pt x="439198" y="4453509"/>
                </a:cubicBezTo>
                <a:close/>
                <a:moveTo>
                  <a:pt x="1703261" y="502539"/>
                </a:moveTo>
                <a:lnTo>
                  <a:pt x="1703261" y="515493"/>
                </a:lnTo>
                <a:cubicBezTo>
                  <a:pt x="1703261" y="517017"/>
                  <a:pt x="1702022" y="518160"/>
                  <a:pt x="1700594" y="518160"/>
                </a:cubicBezTo>
                <a:lnTo>
                  <a:pt x="1688782" y="518160"/>
                </a:lnTo>
                <a:lnTo>
                  <a:pt x="1669447" y="542925"/>
                </a:lnTo>
                <a:lnTo>
                  <a:pt x="1669447" y="623411"/>
                </a:lnTo>
                <a:lnTo>
                  <a:pt x="1664684" y="623411"/>
                </a:lnTo>
                <a:lnTo>
                  <a:pt x="1664684" y="541306"/>
                </a:lnTo>
                <a:lnTo>
                  <a:pt x="1684973" y="515303"/>
                </a:lnTo>
                <a:lnTo>
                  <a:pt x="1684973" y="502539"/>
                </a:lnTo>
                <a:cubicBezTo>
                  <a:pt x="1684973" y="501015"/>
                  <a:pt x="1686211" y="499872"/>
                  <a:pt x="1687640" y="499872"/>
                </a:cubicBezTo>
                <a:lnTo>
                  <a:pt x="1700594" y="499872"/>
                </a:lnTo>
                <a:cubicBezTo>
                  <a:pt x="1702118" y="499872"/>
                  <a:pt x="1703261" y="501110"/>
                  <a:pt x="1703261" y="502539"/>
                </a:cubicBezTo>
                <a:close/>
                <a:moveTo>
                  <a:pt x="1663446" y="629031"/>
                </a:moveTo>
                <a:lnTo>
                  <a:pt x="1670590" y="629031"/>
                </a:lnTo>
                <a:lnTo>
                  <a:pt x="1670590" y="633794"/>
                </a:lnTo>
                <a:lnTo>
                  <a:pt x="1663446" y="633794"/>
                </a:lnTo>
                <a:lnTo>
                  <a:pt x="1663446" y="629031"/>
                </a:lnTo>
                <a:close/>
                <a:moveTo>
                  <a:pt x="1734884" y="504444"/>
                </a:moveTo>
                <a:lnTo>
                  <a:pt x="1742027" y="504444"/>
                </a:lnTo>
                <a:lnTo>
                  <a:pt x="1742027" y="512921"/>
                </a:lnTo>
                <a:lnTo>
                  <a:pt x="1734884" y="512921"/>
                </a:lnTo>
                <a:lnTo>
                  <a:pt x="1734884" y="504444"/>
                </a:lnTo>
                <a:close/>
                <a:moveTo>
                  <a:pt x="1663446" y="659130"/>
                </a:moveTo>
                <a:lnTo>
                  <a:pt x="1670590" y="659130"/>
                </a:lnTo>
                <a:lnTo>
                  <a:pt x="1670590" y="667607"/>
                </a:lnTo>
                <a:lnTo>
                  <a:pt x="1663446" y="667607"/>
                </a:lnTo>
                <a:lnTo>
                  <a:pt x="1663446" y="659130"/>
                </a:lnTo>
                <a:close/>
                <a:moveTo>
                  <a:pt x="1734884" y="487585"/>
                </a:moveTo>
                <a:lnTo>
                  <a:pt x="1742027" y="487585"/>
                </a:lnTo>
                <a:lnTo>
                  <a:pt x="1742027" y="496062"/>
                </a:lnTo>
                <a:lnTo>
                  <a:pt x="1734884" y="496062"/>
                </a:lnTo>
                <a:lnTo>
                  <a:pt x="1734884" y="487585"/>
                </a:lnTo>
                <a:close/>
                <a:moveTo>
                  <a:pt x="133636" y="4421029"/>
                </a:moveTo>
                <a:cubicBezTo>
                  <a:pt x="139541" y="4421029"/>
                  <a:pt x="144399" y="4416171"/>
                  <a:pt x="144399" y="4410266"/>
                </a:cubicBezTo>
                <a:lnTo>
                  <a:pt x="144399" y="4365689"/>
                </a:lnTo>
                <a:lnTo>
                  <a:pt x="151162" y="4365689"/>
                </a:lnTo>
                <a:cubicBezTo>
                  <a:pt x="152495" y="4365689"/>
                  <a:pt x="153543" y="4364641"/>
                  <a:pt x="153543" y="4363307"/>
                </a:cubicBezTo>
                <a:lnTo>
                  <a:pt x="153543" y="4362260"/>
                </a:lnTo>
                <a:lnTo>
                  <a:pt x="208121" y="4361974"/>
                </a:lnTo>
                <a:lnTo>
                  <a:pt x="208979" y="4361974"/>
                </a:lnTo>
                <a:lnTo>
                  <a:pt x="353663" y="4237578"/>
                </a:lnTo>
                <a:cubicBezTo>
                  <a:pt x="354521" y="4238244"/>
                  <a:pt x="355283" y="4239102"/>
                  <a:pt x="356330" y="4239578"/>
                </a:cubicBezTo>
                <a:cubicBezTo>
                  <a:pt x="358045" y="4240435"/>
                  <a:pt x="359950" y="4240816"/>
                  <a:pt x="361760" y="4240816"/>
                </a:cubicBezTo>
                <a:cubicBezTo>
                  <a:pt x="363188" y="4240816"/>
                  <a:pt x="364617" y="4240530"/>
                  <a:pt x="365951" y="4240054"/>
                </a:cubicBezTo>
                <a:cubicBezTo>
                  <a:pt x="372523" y="4237768"/>
                  <a:pt x="376047" y="4230529"/>
                  <a:pt x="373666" y="4223957"/>
                </a:cubicBezTo>
                <a:cubicBezTo>
                  <a:pt x="371380" y="4217385"/>
                  <a:pt x="364141" y="4213955"/>
                  <a:pt x="357569" y="4216146"/>
                </a:cubicBezTo>
                <a:cubicBezTo>
                  <a:pt x="354425" y="4217289"/>
                  <a:pt x="351854" y="4219575"/>
                  <a:pt x="350330" y="4222623"/>
                </a:cubicBezTo>
                <a:cubicBezTo>
                  <a:pt x="348901" y="4225671"/>
                  <a:pt x="348710" y="4229100"/>
                  <a:pt x="349758" y="4232244"/>
                </a:cubicBezTo>
                <a:cubicBezTo>
                  <a:pt x="349949" y="4232815"/>
                  <a:pt x="350330" y="4233196"/>
                  <a:pt x="350615" y="4233768"/>
                </a:cubicBezTo>
                <a:lnTo>
                  <a:pt x="207169" y="4357116"/>
                </a:lnTo>
                <a:lnTo>
                  <a:pt x="153448" y="4357402"/>
                </a:lnTo>
                <a:lnTo>
                  <a:pt x="153448" y="4355211"/>
                </a:lnTo>
                <a:cubicBezTo>
                  <a:pt x="153448" y="4353878"/>
                  <a:pt x="152400" y="4352830"/>
                  <a:pt x="151067" y="4352830"/>
                </a:cubicBezTo>
                <a:lnTo>
                  <a:pt x="133826" y="4352830"/>
                </a:lnTo>
                <a:lnTo>
                  <a:pt x="111062" y="4330446"/>
                </a:lnTo>
                <a:lnTo>
                  <a:pt x="5429" y="4330732"/>
                </a:lnTo>
                <a:lnTo>
                  <a:pt x="4477" y="4330732"/>
                </a:lnTo>
                <a:lnTo>
                  <a:pt x="0" y="4335018"/>
                </a:lnTo>
                <a:lnTo>
                  <a:pt x="0" y="4341590"/>
                </a:lnTo>
                <a:lnTo>
                  <a:pt x="6382" y="4335495"/>
                </a:lnTo>
                <a:lnTo>
                  <a:pt x="109157" y="4335209"/>
                </a:lnTo>
                <a:lnTo>
                  <a:pt x="130492" y="4356259"/>
                </a:lnTo>
                <a:lnTo>
                  <a:pt x="130492" y="4363212"/>
                </a:lnTo>
                <a:cubicBezTo>
                  <a:pt x="130492" y="4364546"/>
                  <a:pt x="131540" y="4365594"/>
                  <a:pt x="132874" y="4365594"/>
                </a:cubicBezTo>
                <a:lnTo>
                  <a:pt x="139541" y="4365594"/>
                </a:lnTo>
                <a:lnTo>
                  <a:pt x="139541" y="4410170"/>
                </a:lnTo>
                <a:cubicBezTo>
                  <a:pt x="139541" y="4413504"/>
                  <a:pt x="136874" y="4416171"/>
                  <a:pt x="133541" y="4416171"/>
                </a:cubicBezTo>
                <a:cubicBezTo>
                  <a:pt x="130207" y="4416171"/>
                  <a:pt x="127540" y="4413504"/>
                  <a:pt x="127540" y="4410170"/>
                </a:cubicBezTo>
                <a:lnTo>
                  <a:pt x="127540" y="4372166"/>
                </a:lnTo>
                <a:cubicBezTo>
                  <a:pt x="127540" y="4366260"/>
                  <a:pt x="122682" y="4361403"/>
                  <a:pt x="116777" y="4361403"/>
                </a:cubicBezTo>
                <a:cubicBezTo>
                  <a:pt x="110871" y="4361403"/>
                  <a:pt x="106013" y="4366260"/>
                  <a:pt x="106013" y="4372166"/>
                </a:cubicBezTo>
                <a:lnTo>
                  <a:pt x="106013" y="4410170"/>
                </a:lnTo>
                <a:cubicBezTo>
                  <a:pt x="106013" y="4413504"/>
                  <a:pt x="103346" y="4416171"/>
                  <a:pt x="100013" y="4416171"/>
                </a:cubicBezTo>
                <a:cubicBezTo>
                  <a:pt x="96679" y="4416171"/>
                  <a:pt x="94012" y="4413504"/>
                  <a:pt x="94012" y="4410170"/>
                </a:cubicBezTo>
                <a:lnTo>
                  <a:pt x="94012" y="4372070"/>
                </a:lnTo>
                <a:cubicBezTo>
                  <a:pt x="94012" y="4366165"/>
                  <a:pt x="89154" y="4361307"/>
                  <a:pt x="83248" y="4361307"/>
                </a:cubicBezTo>
                <a:cubicBezTo>
                  <a:pt x="77343" y="4361307"/>
                  <a:pt x="72485" y="4366165"/>
                  <a:pt x="72485" y="4372070"/>
                </a:cubicBezTo>
                <a:lnTo>
                  <a:pt x="72485" y="4414552"/>
                </a:lnTo>
                <a:lnTo>
                  <a:pt x="65723" y="4414552"/>
                </a:lnTo>
                <a:cubicBezTo>
                  <a:pt x="64389" y="4414552"/>
                  <a:pt x="63341" y="4415600"/>
                  <a:pt x="63341" y="4416933"/>
                </a:cubicBezTo>
                <a:lnTo>
                  <a:pt x="63341" y="4424934"/>
                </a:lnTo>
                <a:cubicBezTo>
                  <a:pt x="63341" y="4426268"/>
                  <a:pt x="64389" y="4427315"/>
                  <a:pt x="65723" y="4427315"/>
                </a:cubicBezTo>
                <a:lnTo>
                  <a:pt x="74486" y="4427315"/>
                </a:lnTo>
                <a:lnTo>
                  <a:pt x="96965" y="4447699"/>
                </a:lnTo>
                <a:lnTo>
                  <a:pt x="147923" y="4447985"/>
                </a:lnTo>
                <a:lnTo>
                  <a:pt x="191833" y="4487513"/>
                </a:lnTo>
                <a:cubicBezTo>
                  <a:pt x="191548" y="4488371"/>
                  <a:pt x="191262" y="4489228"/>
                  <a:pt x="191262" y="4490085"/>
                </a:cubicBezTo>
                <a:cubicBezTo>
                  <a:pt x="191262" y="4494848"/>
                  <a:pt x="195072" y="4498753"/>
                  <a:pt x="199835" y="4498848"/>
                </a:cubicBezTo>
                <a:lnTo>
                  <a:pt x="199835" y="4498848"/>
                </a:lnTo>
                <a:cubicBezTo>
                  <a:pt x="204597" y="4498848"/>
                  <a:pt x="208502" y="4495038"/>
                  <a:pt x="208502" y="4490276"/>
                </a:cubicBezTo>
                <a:cubicBezTo>
                  <a:pt x="208502" y="4487990"/>
                  <a:pt x="207645" y="4485799"/>
                  <a:pt x="206026" y="4484085"/>
                </a:cubicBezTo>
                <a:cubicBezTo>
                  <a:pt x="204407" y="4482465"/>
                  <a:pt x="202216" y="4481513"/>
                  <a:pt x="199930" y="4481513"/>
                </a:cubicBezTo>
                <a:lnTo>
                  <a:pt x="199930" y="4481513"/>
                </a:lnTo>
                <a:cubicBezTo>
                  <a:pt x="197930" y="4481513"/>
                  <a:pt x="196120" y="4482275"/>
                  <a:pt x="194596" y="4483513"/>
                </a:cubicBezTo>
                <a:lnTo>
                  <a:pt x="149828" y="4443222"/>
                </a:lnTo>
                <a:lnTo>
                  <a:pt x="98870" y="4442937"/>
                </a:lnTo>
                <a:lnTo>
                  <a:pt x="81629" y="4427315"/>
                </a:lnTo>
                <a:lnTo>
                  <a:pt x="84011" y="4427315"/>
                </a:lnTo>
                <a:cubicBezTo>
                  <a:pt x="85344" y="4427315"/>
                  <a:pt x="86392" y="4426268"/>
                  <a:pt x="86392" y="4424934"/>
                </a:cubicBezTo>
                <a:lnTo>
                  <a:pt x="86392" y="4416933"/>
                </a:lnTo>
                <a:cubicBezTo>
                  <a:pt x="86392" y="4415600"/>
                  <a:pt x="85344" y="4414552"/>
                  <a:pt x="84011" y="4414552"/>
                </a:cubicBezTo>
                <a:lnTo>
                  <a:pt x="77248" y="4414552"/>
                </a:lnTo>
                <a:lnTo>
                  <a:pt x="77248" y="4372070"/>
                </a:lnTo>
                <a:cubicBezTo>
                  <a:pt x="77248" y="4368737"/>
                  <a:pt x="79915" y="4366070"/>
                  <a:pt x="83248" y="4366070"/>
                </a:cubicBezTo>
                <a:cubicBezTo>
                  <a:pt x="86582" y="4366070"/>
                  <a:pt x="89249" y="4368737"/>
                  <a:pt x="89249" y="4372070"/>
                </a:cubicBezTo>
                <a:lnTo>
                  <a:pt x="89249" y="4410170"/>
                </a:lnTo>
                <a:cubicBezTo>
                  <a:pt x="89249" y="4416076"/>
                  <a:pt x="94107" y="4420934"/>
                  <a:pt x="100013" y="4420934"/>
                </a:cubicBezTo>
                <a:cubicBezTo>
                  <a:pt x="105918" y="4420934"/>
                  <a:pt x="110776" y="4416076"/>
                  <a:pt x="110776" y="4410170"/>
                </a:cubicBezTo>
                <a:lnTo>
                  <a:pt x="110776" y="4372166"/>
                </a:lnTo>
                <a:cubicBezTo>
                  <a:pt x="110776" y="4368832"/>
                  <a:pt x="113443" y="4366165"/>
                  <a:pt x="116777" y="4366165"/>
                </a:cubicBezTo>
                <a:cubicBezTo>
                  <a:pt x="120110" y="4366165"/>
                  <a:pt x="122777" y="4368832"/>
                  <a:pt x="122777" y="4372166"/>
                </a:cubicBezTo>
                <a:lnTo>
                  <a:pt x="122777" y="4410170"/>
                </a:lnTo>
                <a:cubicBezTo>
                  <a:pt x="122777" y="4416076"/>
                  <a:pt x="127635" y="4420934"/>
                  <a:pt x="133541" y="4420934"/>
                </a:cubicBezTo>
                <a:close/>
                <a:moveTo>
                  <a:pt x="354711" y="4224719"/>
                </a:moveTo>
                <a:cubicBezTo>
                  <a:pt x="355664" y="4222814"/>
                  <a:pt x="357188" y="4221385"/>
                  <a:pt x="359188" y="4220718"/>
                </a:cubicBezTo>
                <a:cubicBezTo>
                  <a:pt x="360045" y="4220432"/>
                  <a:pt x="360902" y="4220242"/>
                  <a:pt x="361760" y="4220242"/>
                </a:cubicBezTo>
                <a:cubicBezTo>
                  <a:pt x="364998" y="4220242"/>
                  <a:pt x="368046" y="4222242"/>
                  <a:pt x="369189" y="4225481"/>
                </a:cubicBezTo>
                <a:cubicBezTo>
                  <a:pt x="370618" y="4229577"/>
                  <a:pt x="368427" y="4234053"/>
                  <a:pt x="364331" y="4235482"/>
                </a:cubicBezTo>
                <a:cubicBezTo>
                  <a:pt x="362331" y="4236244"/>
                  <a:pt x="360236" y="4236054"/>
                  <a:pt x="358331" y="4235196"/>
                </a:cubicBezTo>
                <a:cubicBezTo>
                  <a:pt x="356426" y="4234244"/>
                  <a:pt x="354997" y="4232720"/>
                  <a:pt x="354330" y="4230720"/>
                </a:cubicBezTo>
                <a:lnTo>
                  <a:pt x="354330" y="4230720"/>
                </a:lnTo>
                <a:cubicBezTo>
                  <a:pt x="353663" y="4228719"/>
                  <a:pt x="353759" y="4226624"/>
                  <a:pt x="354711" y="4224719"/>
                </a:cubicBezTo>
                <a:close/>
                <a:moveTo>
                  <a:pt x="135350" y="4360926"/>
                </a:moveTo>
                <a:lnTo>
                  <a:pt x="135350" y="4357688"/>
                </a:lnTo>
                <a:lnTo>
                  <a:pt x="148781" y="4357688"/>
                </a:lnTo>
                <a:lnTo>
                  <a:pt x="148781" y="4360926"/>
                </a:lnTo>
                <a:lnTo>
                  <a:pt x="135350" y="4360926"/>
                </a:lnTo>
                <a:close/>
                <a:moveTo>
                  <a:pt x="197168" y="4488085"/>
                </a:moveTo>
                <a:lnTo>
                  <a:pt x="197834" y="4487323"/>
                </a:lnTo>
                <a:cubicBezTo>
                  <a:pt x="198501" y="4486752"/>
                  <a:pt x="199358" y="4486370"/>
                  <a:pt x="200311" y="4486370"/>
                </a:cubicBezTo>
                <a:cubicBezTo>
                  <a:pt x="201358" y="4486370"/>
                  <a:pt x="202311" y="4486752"/>
                  <a:pt x="203073" y="4487513"/>
                </a:cubicBezTo>
                <a:cubicBezTo>
                  <a:pt x="203835" y="4488276"/>
                  <a:pt x="204216" y="4489228"/>
                  <a:pt x="204216" y="4490276"/>
                </a:cubicBezTo>
                <a:cubicBezTo>
                  <a:pt x="204216" y="4492371"/>
                  <a:pt x="202406" y="4494181"/>
                  <a:pt x="200311" y="4494181"/>
                </a:cubicBezTo>
                <a:lnTo>
                  <a:pt x="200311" y="4494181"/>
                </a:lnTo>
                <a:cubicBezTo>
                  <a:pt x="198120" y="4494181"/>
                  <a:pt x="196406" y="4492371"/>
                  <a:pt x="196406" y="4490276"/>
                </a:cubicBezTo>
                <a:cubicBezTo>
                  <a:pt x="196406" y="4489514"/>
                  <a:pt x="196691" y="4488752"/>
                  <a:pt x="197168" y="4488085"/>
                </a:cubicBezTo>
                <a:close/>
                <a:moveTo>
                  <a:pt x="81915" y="4419410"/>
                </a:moveTo>
                <a:lnTo>
                  <a:pt x="81915" y="4422648"/>
                </a:lnTo>
                <a:lnTo>
                  <a:pt x="68485" y="4422648"/>
                </a:lnTo>
                <a:lnTo>
                  <a:pt x="68485" y="4419410"/>
                </a:lnTo>
                <a:lnTo>
                  <a:pt x="81915" y="4419410"/>
                </a:lnTo>
                <a:close/>
                <a:moveTo>
                  <a:pt x="1793939" y="675037"/>
                </a:moveTo>
                <a:cubicBezTo>
                  <a:pt x="1793939" y="667607"/>
                  <a:pt x="1787938" y="661607"/>
                  <a:pt x="1780508" y="661607"/>
                </a:cubicBezTo>
                <a:cubicBezTo>
                  <a:pt x="1773079" y="661607"/>
                  <a:pt x="1767078" y="667607"/>
                  <a:pt x="1767078" y="675037"/>
                </a:cubicBezTo>
                <a:cubicBezTo>
                  <a:pt x="1767078" y="681609"/>
                  <a:pt x="1771841" y="687134"/>
                  <a:pt x="1778127" y="688277"/>
                </a:cubicBezTo>
                <a:lnTo>
                  <a:pt x="1778127" y="737711"/>
                </a:lnTo>
                <a:lnTo>
                  <a:pt x="1749171" y="761524"/>
                </a:lnTo>
                <a:lnTo>
                  <a:pt x="1706309" y="761524"/>
                </a:lnTo>
                <a:lnTo>
                  <a:pt x="1706309" y="757428"/>
                </a:lnTo>
                <a:cubicBezTo>
                  <a:pt x="1706309" y="755904"/>
                  <a:pt x="1705070" y="754761"/>
                  <a:pt x="1703642" y="754761"/>
                </a:cubicBezTo>
                <a:lnTo>
                  <a:pt x="1690688" y="754761"/>
                </a:lnTo>
                <a:cubicBezTo>
                  <a:pt x="1689164" y="754761"/>
                  <a:pt x="1688021" y="755999"/>
                  <a:pt x="1688021" y="757428"/>
                </a:cubicBezTo>
                <a:lnTo>
                  <a:pt x="1688021" y="770382"/>
                </a:lnTo>
                <a:cubicBezTo>
                  <a:pt x="1688021" y="771906"/>
                  <a:pt x="1689259" y="773049"/>
                  <a:pt x="1690688" y="773049"/>
                </a:cubicBezTo>
                <a:lnTo>
                  <a:pt x="1703642" y="773049"/>
                </a:lnTo>
                <a:cubicBezTo>
                  <a:pt x="1705166" y="773049"/>
                  <a:pt x="1706309" y="771811"/>
                  <a:pt x="1706309" y="770382"/>
                </a:cubicBezTo>
                <a:lnTo>
                  <a:pt x="1706309" y="766286"/>
                </a:lnTo>
                <a:lnTo>
                  <a:pt x="1750886" y="766286"/>
                </a:lnTo>
                <a:lnTo>
                  <a:pt x="1782890" y="739902"/>
                </a:lnTo>
                <a:lnTo>
                  <a:pt x="1782890" y="688277"/>
                </a:lnTo>
                <a:cubicBezTo>
                  <a:pt x="1789176" y="687134"/>
                  <a:pt x="1793939" y="681704"/>
                  <a:pt x="1793939" y="675037"/>
                </a:cubicBezTo>
                <a:close/>
                <a:moveTo>
                  <a:pt x="1780508" y="683704"/>
                </a:moveTo>
                <a:cubicBezTo>
                  <a:pt x="1775746" y="683704"/>
                  <a:pt x="1771841" y="679799"/>
                  <a:pt x="1771841" y="675037"/>
                </a:cubicBezTo>
                <a:cubicBezTo>
                  <a:pt x="1771841" y="670274"/>
                  <a:pt x="1775746" y="666369"/>
                  <a:pt x="1780508" y="666369"/>
                </a:cubicBezTo>
                <a:cubicBezTo>
                  <a:pt x="1785271" y="666369"/>
                  <a:pt x="1789176" y="670274"/>
                  <a:pt x="1789176" y="675037"/>
                </a:cubicBezTo>
                <a:cubicBezTo>
                  <a:pt x="1789176" y="679799"/>
                  <a:pt x="1785271" y="683704"/>
                  <a:pt x="1780508" y="683704"/>
                </a:cubicBezTo>
                <a:close/>
                <a:moveTo>
                  <a:pt x="1663446" y="642271"/>
                </a:moveTo>
                <a:lnTo>
                  <a:pt x="1670590" y="642271"/>
                </a:lnTo>
                <a:lnTo>
                  <a:pt x="1670590" y="650748"/>
                </a:lnTo>
                <a:lnTo>
                  <a:pt x="1663446" y="650748"/>
                </a:lnTo>
                <a:lnTo>
                  <a:pt x="1663446" y="642271"/>
                </a:lnTo>
                <a:close/>
                <a:moveTo>
                  <a:pt x="512445" y="4332256"/>
                </a:moveTo>
                <a:lnTo>
                  <a:pt x="512445" y="4319588"/>
                </a:lnTo>
                <a:cubicBezTo>
                  <a:pt x="512445" y="4315873"/>
                  <a:pt x="509397" y="4312730"/>
                  <a:pt x="505587" y="4312730"/>
                </a:cubicBezTo>
                <a:lnTo>
                  <a:pt x="501587" y="4312730"/>
                </a:lnTo>
                <a:lnTo>
                  <a:pt x="501587" y="4169855"/>
                </a:lnTo>
                <a:lnTo>
                  <a:pt x="357473" y="4002977"/>
                </a:lnTo>
                <a:cubicBezTo>
                  <a:pt x="358045" y="4002215"/>
                  <a:pt x="358807" y="4001548"/>
                  <a:pt x="359188" y="4000691"/>
                </a:cubicBezTo>
                <a:cubicBezTo>
                  <a:pt x="360617" y="3997643"/>
                  <a:pt x="360807" y="3994213"/>
                  <a:pt x="359759" y="3991070"/>
                </a:cubicBezTo>
                <a:cubicBezTo>
                  <a:pt x="358616" y="3987832"/>
                  <a:pt x="356330" y="3985355"/>
                  <a:pt x="353282" y="3983831"/>
                </a:cubicBezTo>
                <a:cubicBezTo>
                  <a:pt x="350234" y="3982403"/>
                  <a:pt x="346805" y="3982212"/>
                  <a:pt x="343662" y="3983260"/>
                </a:cubicBezTo>
                <a:cubicBezTo>
                  <a:pt x="337090" y="3985546"/>
                  <a:pt x="333565" y="3992785"/>
                  <a:pt x="335947" y="3999357"/>
                </a:cubicBezTo>
                <a:cubicBezTo>
                  <a:pt x="337757" y="4004596"/>
                  <a:pt x="342614" y="4007834"/>
                  <a:pt x="347853" y="4007834"/>
                </a:cubicBezTo>
                <a:cubicBezTo>
                  <a:pt x="349282" y="4007834"/>
                  <a:pt x="350615" y="4007644"/>
                  <a:pt x="352044" y="4007168"/>
                </a:cubicBezTo>
                <a:cubicBezTo>
                  <a:pt x="352711" y="4006882"/>
                  <a:pt x="353282" y="4006405"/>
                  <a:pt x="353854" y="4006120"/>
                </a:cubicBezTo>
                <a:lnTo>
                  <a:pt x="496919" y="4171664"/>
                </a:lnTo>
                <a:lnTo>
                  <a:pt x="496919" y="4312825"/>
                </a:lnTo>
                <a:lnTo>
                  <a:pt x="493014" y="4312825"/>
                </a:lnTo>
                <a:cubicBezTo>
                  <a:pt x="489299" y="4312825"/>
                  <a:pt x="486156" y="4315873"/>
                  <a:pt x="486156" y="4319683"/>
                </a:cubicBezTo>
                <a:lnTo>
                  <a:pt x="486156" y="4332351"/>
                </a:lnTo>
                <a:cubicBezTo>
                  <a:pt x="486156" y="4336066"/>
                  <a:pt x="489204" y="4339114"/>
                  <a:pt x="493014" y="4339114"/>
                </a:cubicBezTo>
                <a:lnTo>
                  <a:pt x="496919" y="4339114"/>
                </a:lnTo>
                <a:lnTo>
                  <a:pt x="496919" y="4352449"/>
                </a:lnTo>
                <a:lnTo>
                  <a:pt x="397193" y="4437793"/>
                </a:lnTo>
                <a:lnTo>
                  <a:pt x="269843" y="4438841"/>
                </a:lnTo>
                <a:lnTo>
                  <a:pt x="220790" y="4396836"/>
                </a:lnTo>
                <a:cubicBezTo>
                  <a:pt x="220790" y="4396836"/>
                  <a:pt x="221170" y="4396359"/>
                  <a:pt x="221266" y="4396073"/>
                </a:cubicBezTo>
                <a:cubicBezTo>
                  <a:pt x="222123" y="4393502"/>
                  <a:pt x="222028" y="4390835"/>
                  <a:pt x="220790" y="4388454"/>
                </a:cubicBezTo>
                <a:cubicBezTo>
                  <a:pt x="219647" y="4386072"/>
                  <a:pt x="217551" y="4384262"/>
                  <a:pt x="215075" y="4383310"/>
                </a:cubicBezTo>
                <a:cubicBezTo>
                  <a:pt x="212598" y="4382453"/>
                  <a:pt x="209836" y="4382548"/>
                  <a:pt x="207455" y="4383691"/>
                </a:cubicBezTo>
                <a:cubicBezTo>
                  <a:pt x="202502" y="4386072"/>
                  <a:pt x="200406" y="4392073"/>
                  <a:pt x="202787" y="4397121"/>
                </a:cubicBezTo>
                <a:cubicBezTo>
                  <a:pt x="203930" y="4399503"/>
                  <a:pt x="205931" y="4401312"/>
                  <a:pt x="208502" y="4402265"/>
                </a:cubicBezTo>
                <a:cubicBezTo>
                  <a:pt x="209550" y="4402646"/>
                  <a:pt x="210693" y="4402836"/>
                  <a:pt x="211836" y="4402836"/>
                </a:cubicBezTo>
                <a:cubicBezTo>
                  <a:pt x="213360" y="4402836"/>
                  <a:pt x="214789" y="4402455"/>
                  <a:pt x="216218" y="4401884"/>
                </a:cubicBezTo>
                <a:cubicBezTo>
                  <a:pt x="216884" y="4401598"/>
                  <a:pt x="217361" y="4401027"/>
                  <a:pt x="217837" y="4400645"/>
                </a:cubicBezTo>
                <a:lnTo>
                  <a:pt x="267462" y="4443222"/>
                </a:lnTo>
                <a:lnTo>
                  <a:pt x="268129" y="4443794"/>
                </a:lnTo>
                <a:lnTo>
                  <a:pt x="399002" y="4442651"/>
                </a:lnTo>
                <a:lnTo>
                  <a:pt x="500825" y="4355402"/>
                </a:lnTo>
                <a:lnTo>
                  <a:pt x="501682" y="4354735"/>
                </a:lnTo>
                <a:lnTo>
                  <a:pt x="501682" y="4339209"/>
                </a:lnTo>
                <a:lnTo>
                  <a:pt x="505682" y="4339209"/>
                </a:lnTo>
                <a:cubicBezTo>
                  <a:pt x="509397" y="4339209"/>
                  <a:pt x="512540" y="4336161"/>
                  <a:pt x="512540" y="4332446"/>
                </a:cubicBezTo>
                <a:close/>
                <a:moveTo>
                  <a:pt x="350520" y="4002596"/>
                </a:moveTo>
                <a:cubicBezTo>
                  <a:pt x="348520" y="4003262"/>
                  <a:pt x="346424" y="4003167"/>
                  <a:pt x="344519" y="4002215"/>
                </a:cubicBezTo>
                <a:cubicBezTo>
                  <a:pt x="342614" y="4001262"/>
                  <a:pt x="341186" y="3999738"/>
                  <a:pt x="340519" y="3997738"/>
                </a:cubicBezTo>
                <a:cubicBezTo>
                  <a:pt x="339090" y="3993642"/>
                  <a:pt x="341281" y="3989165"/>
                  <a:pt x="345377" y="3987737"/>
                </a:cubicBezTo>
                <a:cubicBezTo>
                  <a:pt x="346234" y="3987451"/>
                  <a:pt x="347091" y="3987260"/>
                  <a:pt x="347948" y="3987260"/>
                </a:cubicBezTo>
                <a:cubicBezTo>
                  <a:pt x="349091" y="3987260"/>
                  <a:pt x="350234" y="3987546"/>
                  <a:pt x="351377" y="3988022"/>
                </a:cubicBezTo>
                <a:cubicBezTo>
                  <a:pt x="353282" y="3988975"/>
                  <a:pt x="354711" y="3990499"/>
                  <a:pt x="355378" y="3992499"/>
                </a:cubicBezTo>
                <a:cubicBezTo>
                  <a:pt x="356807" y="3996595"/>
                  <a:pt x="354616" y="4001072"/>
                  <a:pt x="350520" y="4002500"/>
                </a:cubicBezTo>
                <a:close/>
                <a:moveTo>
                  <a:pt x="216789" y="4394454"/>
                </a:moveTo>
                <a:cubicBezTo>
                  <a:pt x="216313" y="4395788"/>
                  <a:pt x="215360" y="4396836"/>
                  <a:pt x="214122" y="4397407"/>
                </a:cubicBezTo>
                <a:cubicBezTo>
                  <a:pt x="212884" y="4397979"/>
                  <a:pt x="211455" y="4398074"/>
                  <a:pt x="210122" y="4397597"/>
                </a:cubicBezTo>
                <a:cubicBezTo>
                  <a:pt x="208788" y="4397121"/>
                  <a:pt x="207740" y="4396169"/>
                  <a:pt x="207169" y="4394930"/>
                </a:cubicBezTo>
                <a:cubicBezTo>
                  <a:pt x="205931" y="4392359"/>
                  <a:pt x="206978" y="4389120"/>
                  <a:pt x="209645" y="4387882"/>
                </a:cubicBezTo>
                <a:cubicBezTo>
                  <a:pt x="210407" y="4387501"/>
                  <a:pt x="211169" y="4387311"/>
                  <a:pt x="211931" y="4387311"/>
                </a:cubicBezTo>
                <a:cubicBezTo>
                  <a:pt x="212503" y="4387311"/>
                  <a:pt x="213074" y="4387406"/>
                  <a:pt x="213646" y="4387596"/>
                </a:cubicBezTo>
                <a:cubicBezTo>
                  <a:pt x="214979" y="4388072"/>
                  <a:pt x="216027" y="4389025"/>
                  <a:pt x="216694" y="4390263"/>
                </a:cubicBezTo>
                <a:cubicBezTo>
                  <a:pt x="217265" y="4391502"/>
                  <a:pt x="217361" y="4392930"/>
                  <a:pt x="216884" y="4394264"/>
                </a:cubicBezTo>
                <a:close/>
                <a:moveTo>
                  <a:pt x="492919" y="4334256"/>
                </a:moveTo>
                <a:cubicBezTo>
                  <a:pt x="491776" y="4334256"/>
                  <a:pt x="490823" y="4333304"/>
                  <a:pt x="490823" y="4332256"/>
                </a:cubicBezTo>
                <a:lnTo>
                  <a:pt x="490823" y="4319588"/>
                </a:lnTo>
                <a:cubicBezTo>
                  <a:pt x="490823" y="4318445"/>
                  <a:pt x="491776" y="4317492"/>
                  <a:pt x="492919" y="4317492"/>
                </a:cubicBezTo>
                <a:lnTo>
                  <a:pt x="505587" y="4317492"/>
                </a:lnTo>
                <a:cubicBezTo>
                  <a:pt x="506730" y="4317492"/>
                  <a:pt x="507683" y="4318445"/>
                  <a:pt x="507683" y="4319588"/>
                </a:cubicBezTo>
                <a:lnTo>
                  <a:pt x="507683" y="4332256"/>
                </a:lnTo>
                <a:cubicBezTo>
                  <a:pt x="507683" y="4333399"/>
                  <a:pt x="506730" y="4334256"/>
                  <a:pt x="505587" y="4334256"/>
                </a:cubicBezTo>
                <a:lnTo>
                  <a:pt x="492919" y="4334256"/>
                </a:lnTo>
                <a:close/>
                <a:moveTo>
                  <a:pt x="477774" y="4411123"/>
                </a:moveTo>
                <a:lnTo>
                  <a:pt x="484346" y="4405694"/>
                </a:lnTo>
                <a:lnTo>
                  <a:pt x="488918" y="4411218"/>
                </a:lnTo>
                <a:lnTo>
                  <a:pt x="482346" y="4416647"/>
                </a:lnTo>
                <a:lnTo>
                  <a:pt x="477774" y="4411123"/>
                </a:lnTo>
                <a:close/>
                <a:moveTo>
                  <a:pt x="451390" y="4432935"/>
                </a:moveTo>
                <a:lnTo>
                  <a:pt x="457962" y="4427506"/>
                </a:lnTo>
                <a:lnTo>
                  <a:pt x="462534" y="4433030"/>
                </a:lnTo>
                <a:lnTo>
                  <a:pt x="455962" y="4438460"/>
                </a:lnTo>
                <a:lnTo>
                  <a:pt x="451390" y="4432935"/>
                </a:lnTo>
                <a:close/>
                <a:moveTo>
                  <a:pt x="464630" y="4421981"/>
                </a:moveTo>
                <a:lnTo>
                  <a:pt x="471202" y="4416552"/>
                </a:lnTo>
                <a:lnTo>
                  <a:pt x="475774" y="4422077"/>
                </a:lnTo>
                <a:lnTo>
                  <a:pt x="469202" y="4427506"/>
                </a:lnTo>
                <a:lnTo>
                  <a:pt x="464630" y="4421981"/>
                </a:lnTo>
                <a:close/>
                <a:moveTo>
                  <a:pt x="553403" y="4298061"/>
                </a:moveTo>
                <a:lnTo>
                  <a:pt x="546259" y="4298061"/>
                </a:lnTo>
                <a:lnTo>
                  <a:pt x="546259" y="4293299"/>
                </a:lnTo>
                <a:lnTo>
                  <a:pt x="553403" y="4293299"/>
                </a:lnTo>
                <a:lnTo>
                  <a:pt x="553403" y="4298061"/>
                </a:lnTo>
                <a:close/>
                <a:moveTo>
                  <a:pt x="1832039" y="485489"/>
                </a:moveTo>
                <a:lnTo>
                  <a:pt x="1839182" y="485489"/>
                </a:lnTo>
                <a:lnTo>
                  <a:pt x="1839182" y="494157"/>
                </a:lnTo>
                <a:lnTo>
                  <a:pt x="1832039" y="494157"/>
                </a:lnTo>
                <a:lnTo>
                  <a:pt x="1832039" y="485489"/>
                </a:lnTo>
                <a:close/>
                <a:moveTo>
                  <a:pt x="1832039" y="502825"/>
                </a:moveTo>
                <a:lnTo>
                  <a:pt x="1839182" y="502825"/>
                </a:lnTo>
                <a:lnTo>
                  <a:pt x="1839182" y="511493"/>
                </a:lnTo>
                <a:lnTo>
                  <a:pt x="1832039" y="511493"/>
                </a:lnTo>
                <a:lnTo>
                  <a:pt x="1832039" y="502825"/>
                </a:lnTo>
                <a:close/>
                <a:moveTo>
                  <a:pt x="1832039" y="468249"/>
                </a:moveTo>
                <a:lnTo>
                  <a:pt x="1839182" y="468249"/>
                </a:lnTo>
                <a:lnTo>
                  <a:pt x="1839182" y="476917"/>
                </a:lnTo>
                <a:lnTo>
                  <a:pt x="1832039" y="476917"/>
                </a:lnTo>
                <a:lnTo>
                  <a:pt x="1832039" y="468249"/>
                </a:lnTo>
                <a:close/>
                <a:moveTo>
                  <a:pt x="1832039" y="451009"/>
                </a:moveTo>
                <a:lnTo>
                  <a:pt x="1839182" y="451009"/>
                </a:lnTo>
                <a:lnTo>
                  <a:pt x="1839182" y="459677"/>
                </a:lnTo>
                <a:lnTo>
                  <a:pt x="1832039" y="459677"/>
                </a:lnTo>
                <a:lnTo>
                  <a:pt x="1832039" y="451009"/>
                </a:lnTo>
                <a:close/>
                <a:moveTo>
                  <a:pt x="1826324" y="617696"/>
                </a:moveTo>
                <a:lnTo>
                  <a:pt x="1821656" y="624459"/>
                </a:lnTo>
                <a:lnTo>
                  <a:pt x="1815751" y="620363"/>
                </a:lnTo>
                <a:lnTo>
                  <a:pt x="1820418" y="613601"/>
                </a:lnTo>
                <a:lnTo>
                  <a:pt x="1826324" y="617696"/>
                </a:lnTo>
                <a:close/>
                <a:moveTo>
                  <a:pt x="521875" y="3823430"/>
                </a:moveTo>
                <a:cubicBezTo>
                  <a:pt x="521970" y="3824097"/>
                  <a:pt x="521875" y="3824859"/>
                  <a:pt x="522256" y="3825526"/>
                </a:cubicBezTo>
                <a:cubicBezTo>
                  <a:pt x="523399" y="3828669"/>
                  <a:pt x="525780" y="3831241"/>
                  <a:pt x="528828" y="3832574"/>
                </a:cubicBezTo>
                <a:cubicBezTo>
                  <a:pt x="530543" y="3833336"/>
                  <a:pt x="532257" y="3833717"/>
                  <a:pt x="534067" y="3833717"/>
                </a:cubicBezTo>
                <a:cubicBezTo>
                  <a:pt x="538829" y="3833717"/>
                  <a:pt x="543497" y="3830955"/>
                  <a:pt x="545592" y="3826288"/>
                </a:cubicBezTo>
                <a:cubicBezTo>
                  <a:pt x="547021" y="3823240"/>
                  <a:pt x="547116" y="3819811"/>
                  <a:pt x="545878" y="3816668"/>
                </a:cubicBezTo>
                <a:cubicBezTo>
                  <a:pt x="544735" y="3813524"/>
                  <a:pt x="542354" y="3810953"/>
                  <a:pt x="539306" y="3809619"/>
                </a:cubicBezTo>
                <a:cubicBezTo>
                  <a:pt x="532924" y="3806762"/>
                  <a:pt x="525494" y="3809619"/>
                  <a:pt x="522542" y="3815905"/>
                </a:cubicBezTo>
                <a:cubicBezTo>
                  <a:pt x="522161" y="3816858"/>
                  <a:pt x="522065" y="3817811"/>
                  <a:pt x="521875" y="3818763"/>
                </a:cubicBezTo>
                <a:lnTo>
                  <a:pt x="457581" y="3818763"/>
                </a:lnTo>
                <a:cubicBezTo>
                  <a:pt x="456438" y="3815905"/>
                  <a:pt x="453485" y="3813810"/>
                  <a:pt x="450056" y="3813810"/>
                </a:cubicBezTo>
                <a:lnTo>
                  <a:pt x="442532" y="3813810"/>
                </a:lnTo>
                <a:cubicBezTo>
                  <a:pt x="438055" y="3813810"/>
                  <a:pt x="434435" y="3817334"/>
                  <a:pt x="434435" y="3821525"/>
                </a:cubicBezTo>
                <a:lnTo>
                  <a:pt x="434435" y="3849243"/>
                </a:lnTo>
                <a:lnTo>
                  <a:pt x="391763" y="3849243"/>
                </a:lnTo>
                <a:cubicBezTo>
                  <a:pt x="385858" y="3849243"/>
                  <a:pt x="381000" y="3855053"/>
                  <a:pt x="381000" y="3862197"/>
                </a:cubicBezTo>
                <a:cubicBezTo>
                  <a:pt x="381000" y="3869341"/>
                  <a:pt x="385858" y="3875151"/>
                  <a:pt x="391763" y="3875151"/>
                </a:cubicBezTo>
                <a:lnTo>
                  <a:pt x="429863" y="3875151"/>
                </a:lnTo>
                <a:cubicBezTo>
                  <a:pt x="433102" y="3875151"/>
                  <a:pt x="435864" y="3878866"/>
                  <a:pt x="435864" y="3883343"/>
                </a:cubicBezTo>
                <a:cubicBezTo>
                  <a:pt x="435864" y="3887819"/>
                  <a:pt x="433102" y="3891534"/>
                  <a:pt x="429863" y="3891534"/>
                </a:cubicBezTo>
                <a:lnTo>
                  <a:pt x="337376" y="3891534"/>
                </a:lnTo>
                <a:cubicBezTo>
                  <a:pt x="337280" y="3890963"/>
                  <a:pt x="337376" y="3890296"/>
                  <a:pt x="337090" y="3889724"/>
                </a:cubicBezTo>
                <a:cubicBezTo>
                  <a:pt x="334804" y="3883152"/>
                  <a:pt x="327565" y="3879723"/>
                  <a:pt x="320993" y="3881914"/>
                </a:cubicBezTo>
                <a:cubicBezTo>
                  <a:pt x="314420" y="3884200"/>
                  <a:pt x="310896" y="3891439"/>
                  <a:pt x="313277" y="3898011"/>
                </a:cubicBezTo>
                <a:cubicBezTo>
                  <a:pt x="315087" y="3903250"/>
                  <a:pt x="320040" y="3906488"/>
                  <a:pt x="325184" y="3906488"/>
                </a:cubicBezTo>
                <a:cubicBezTo>
                  <a:pt x="326612" y="3906488"/>
                  <a:pt x="327946" y="3906298"/>
                  <a:pt x="329375" y="3905822"/>
                </a:cubicBezTo>
                <a:cubicBezTo>
                  <a:pt x="332518" y="3904679"/>
                  <a:pt x="335089" y="3902393"/>
                  <a:pt x="336614" y="3899345"/>
                </a:cubicBezTo>
                <a:cubicBezTo>
                  <a:pt x="337090" y="3898392"/>
                  <a:pt x="337185" y="3897249"/>
                  <a:pt x="337376" y="3896201"/>
                </a:cubicBezTo>
                <a:lnTo>
                  <a:pt x="429863" y="3896201"/>
                </a:lnTo>
                <a:cubicBezTo>
                  <a:pt x="435769" y="3896201"/>
                  <a:pt x="440627" y="3890391"/>
                  <a:pt x="440627" y="3883247"/>
                </a:cubicBezTo>
                <a:cubicBezTo>
                  <a:pt x="440627" y="3876104"/>
                  <a:pt x="435769" y="3870293"/>
                  <a:pt x="429863" y="3870293"/>
                </a:cubicBezTo>
                <a:lnTo>
                  <a:pt x="391763" y="3870293"/>
                </a:lnTo>
                <a:cubicBezTo>
                  <a:pt x="388430" y="3870293"/>
                  <a:pt x="385763" y="3866579"/>
                  <a:pt x="385763" y="3862102"/>
                </a:cubicBezTo>
                <a:cubicBezTo>
                  <a:pt x="385763" y="3857625"/>
                  <a:pt x="388525" y="3853910"/>
                  <a:pt x="391763" y="3853910"/>
                </a:cubicBezTo>
                <a:lnTo>
                  <a:pt x="434721" y="3853910"/>
                </a:lnTo>
                <a:cubicBezTo>
                  <a:pt x="435483" y="3857435"/>
                  <a:pt x="438626" y="3860197"/>
                  <a:pt x="442532" y="3860197"/>
                </a:cubicBezTo>
                <a:lnTo>
                  <a:pt x="450056" y="3860197"/>
                </a:lnTo>
                <a:cubicBezTo>
                  <a:pt x="453676" y="3860197"/>
                  <a:pt x="456629" y="3857911"/>
                  <a:pt x="457676" y="3854768"/>
                </a:cubicBezTo>
                <a:lnTo>
                  <a:pt x="464725" y="3854768"/>
                </a:lnTo>
                <a:lnTo>
                  <a:pt x="464725" y="3941731"/>
                </a:lnTo>
                <a:lnTo>
                  <a:pt x="446437" y="3957161"/>
                </a:lnTo>
                <a:lnTo>
                  <a:pt x="252413" y="3957161"/>
                </a:lnTo>
                <a:lnTo>
                  <a:pt x="175832" y="4026980"/>
                </a:lnTo>
                <a:cubicBezTo>
                  <a:pt x="174879" y="4026408"/>
                  <a:pt x="173736" y="4026027"/>
                  <a:pt x="172498" y="4026027"/>
                </a:cubicBezTo>
                <a:lnTo>
                  <a:pt x="159830" y="4026027"/>
                </a:lnTo>
                <a:cubicBezTo>
                  <a:pt x="156115" y="4026027"/>
                  <a:pt x="152972" y="4029075"/>
                  <a:pt x="152972" y="4032885"/>
                </a:cubicBezTo>
                <a:lnTo>
                  <a:pt x="152972" y="4045553"/>
                </a:lnTo>
                <a:cubicBezTo>
                  <a:pt x="152972" y="4049268"/>
                  <a:pt x="156020" y="4052316"/>
                  <a:pt x="159830" y="4052316"/>
                </a:cubicBezTo>
                <a:lnTo>
                  <a:pt x="172498" y="4052316"/>
                </a:lnTo>
                <a:cubicBezTo>
                  <a:pt x="176213" y="4052316"/>
                  <a:pt x="179356" y="4049268"/>
                  <a:pt x="179356" y="4045553"/>
                </a:cubicBezTo>
                <a:lnTo>
                  <a:pt x="179356" y="4032885"/>
                </a:lnTo>
                <a:cubicBezTo>
                  <a:pt x="179356" y="4032123"/>
                  <a:pt x="179165" y="4031361"/>
                  <a:pt x="178880" y="4030694"/>
                </a:cubicBezTo>
                <a:lnTo>
                  <a:pt x="254222" y="3962019"/>
                </a:lnTo>
                <a:lnTo>
                  <a:pt x="448151" y="3962019"/>
                </a:lnTo>
                <a:lnTo>
                  <a:pt x="469392" y="3944017"/>
                </a:lnTo>
                <a:lnTo>
                  <a:pt x="469392" y="3850100"/>
                </a:lnTo>
                <a:lnTo>
                  <a:pt x="458153" y="3850100"/>
                </a:lnTo>
                <a:lnTo>
                  <a:pt x="458153" y="3823430"/>
                </a:lnTo>
                <a:lnTo>
                  <a:pt x="521875" y="3823430"/>
                </a:lnTo>
                <a:close/>
                <a:moveTo>
                  <a:pt x="526923" y="3817715"/>
                </a:moveTo>
                <a:cubicBezTo>
                  <a:pt x="528257" y="3814858"/>
                  <a:pt x="531114" y="3813143"/>
                  <a:pt x="534067" y="3813143"/>
                </a:cubicBezTo>
                <a:cubicBezTo>
                  <a:pt x="535115" y="3813143"/>
                  <a:pt x="536258" y="3813334"/>
                  <a:pt x="537305" y="3813810"/>
                </a:cubicBezTo>
                <a:cubicBezTo>
                  <a:pt x="539210" y="3814667"/>
                  <a:pt x="540639" y="3816287"/>
                  <a:pt x="541401" y="3818192"/>
                </a:cubicBezTo>
                <a:cubicBezTo>
                  <a:pt x="542163" y="3820192"/>
                  <a:pt x="542068" y="3822287"/>
                  <a:pt x="541211" y="3824192"/>
                </a:cubicBezTo>
                <a:cubicBezTo>
                  <a:pt x="539401" y="3828098"/>
                  <a:pt x="534734" y="3829907"/>
                  <a:pt x="530733" y="3828098"/>
                </a:cubicBezTo>
                <a:cubicBezTo>
                  <a:pt x="528828" y="3827240"/>
                  <a:pt x="527399" y="3825621"/>
                  <a:pt x="526637" y="3823716"/>
                </a:cubicBezTo>
                <a:cubicBezTo>
                  <a:pt x="525875" y="3821716"/>
                  <a:pt x="525971" y="3819620"/>
                  <a:pt x="526828" y="3817715"/>
                </a:cubicBezTo>
                <a:close/>
                <a:moveTo>
                  <a:pt x="332232" y="3897249"/>
                </a:moveTo>
                <a:cubicBezTo>
                  <a:pt x="331280" y="3899154"/>
                  <a:pt x="329756" y="3900583"/>
                  <a:pt x="327755" y="3901250"/>
                </a:cubicBezTo>
                <a:cubicBezTo>
                  <a:pt x="323660" y="3902678"/>
                  <a:pt x="319183" y="3900488"/>
                  <a:pt x="317754" y="3896392"/>
                </a:cubicBezTo>
                <a:cubicBezTo>
                  <a:pt x="316325" y="3892296"/>
                  <a:pt x="318516" y="3887819"/>
                  <a:pt x="322612" y="3886391"/>
                </a:cubicBezTo>
                <a:cubicBezTo>
                  <a:pt x="323469" y="3886105"/>
                  <a:pt x="324326" y="3885914"/>
                  <a:pt x="325184" y="3885914"/>
                </a:cubicBezTo>
                <a:cubicBezTo>
                  <a:pt x="326327" y="3885914"/>
                  <a:pt x="327470" y="3886200"/>
                  <a:pt x="328613" y="3886676"/>
                </a:cubicBezTo>
                <a:cubicBezTo>
                  <a:pt x="330518" y="3887629"/>
                  <a:pt x="331946" y="3889153"/>
                  <a:pt x="332613" y="3891153"/>
                </a:cubicBezTo>
                <a:cubicBezTo>
                  <a:pt x="333280" y="3893153"/>
                  <a:pt x="333185" y="3895249"/>
                  <a:pt x="332232" y="3897154"/>
                </a:cubicBezTo>
                <a:close/>
                <a:moveTo>
                  <a:pt x="454438" y="3852482"/>
                </a:moveTo>
                <a:cubicBezTo>
                  <a:pt x="454438" y="3854768"/>
                  <a:pt x="452438" y="3856673"/>
                  <a:pt x="450056" y="3856673"/>
                </a:cubicBezTo>
                <a:lnTo>
                  <a:pt x="442532" y="3856673"/>
                </a:lnTo>
                <a:cubicBezTo>
                  <a:pt x="440150" y="3856673"/>
                  <a:pt x="438150" y="3854768"/>
                  <a:pt x="438150" y="3852482"/>
                </a:cubicBezTo>
                <a:lnTo>
                  <a:pt x="438150" y="3845909"/>
                </a:lnTo>
                <a:lnTo>
                  <a:pt x="454343" y="3845909"/>
                </a:lnTo>
                <a:lnTo>
                  <a:pt x="454343" y="3852482"/>
                </a:lnTo>
                <a:close/>
                <a:moveTo>
                  <a:pt x="454438" y="3826193"/>
                </a:moveTo>
                <a:lnTo>
                  <a:pt x="438245" y="3826193"/>
                </a:lnTo>
                <a:lnTo>
                  <a:pt x="438245" y="3821335"/>
                </a:lnTo>
                <a:cubicBezTo>
                  <a:pt x="438245" y="3819049"/>
                  <a:pt x="440246" y="3817144"/>
                  <a:pt x="442627" y="3817144"/>
                </a:cubicBezTo>
                <a:lnTo>
                  <a:pt x="450152" y="3817144"/>
                </a:lnTo>
                <a:cubicBezTo>
                  <a:pt x="452533" y="3817144"/>
                  <a:pt x="454533" y="3819049"/>
                  <a:pt x="454533" y="3821335"/>
                </a:cubicBezTo>
                <a:lnTo>
                  <a:pt x="454533" y="3826193"/>
                </a:lnTo>
                <a:close/>
                <a:moveTo>
                  <a:pt x="174593" y="4045553"/>
                </a:moveTo>
                <a:cubicBezTo>
                  <a:pt x="174593" y="4046696"/>
                  <a:pt x="173641" y="4047554"/>
                  <a:pt x="172498" y="4047554"/>
                </a:cubicBezTo>
                <a:lnTo>
                  <a:pt x="159830" y="4047554"/>
                </a:lnTo>
                <a:cubicBezTo>
                  <a:pt x="158687" y="4047554"/>
                  <a:pt x="157734" y="4046601"/>
                  <a:pt x="157734" y="4045553"/>
                </a:cubicBezTo>
                <a:lnTo>
                  <a:pt x="157734" y="4032885"/>
                </a:lnTo>
                <a:cubicBezTo>
                  <a:pt x="157734" y="4031742"/>
                  <a:pt x="158687" y="4030790"/>
                  <a:pt x="159830" y="4030790"/>
                </a:cubicBezTo>
                <a:lnTo>
                  <a:pt x="172498" y="4030790"/>
                </a:lnTo>
                <a:cubicBezTo>
                  <a:pt x="173641" y="4030790"/>
                  <a:pt x="174593" y="4031742"/>
                  <a:pt x="174593" y="4032885"/>
                </a:cubicBezTo>
                <a:lnTo>
                  <a:pt x="174593" y="4045553"/>
                </a:lnTo>
                <a:close/>
                <a:moveTo>
                  <a:pt x="1839182" y="442341"/>
                </a:moveTo>
                <a:lnTo>
                  <a:pt x="1832039" y="442341"/>
                </a:lnTo>
                <a:lnTo>
                  <a:pt x="1832039" y="433673"/>
                </a:lnTo>
                <a:lnTo>
                  <a:pt x="1839182" y="433673"/>
                </a:lnTo>
                <a:lnTo>
                  <a:pt x="1839182" y="442341"/>
                </a:lnTo>
                <a:close/>
                <a:moveTo>
                  <a:pt x="1832039" y="537305"/>
                </a:moveTo>
                <a:lnTo>
                  <a:pt x="1839182" y="537305"/>
                </a:lnTo>
                <a:lnTo>
                  <a:pt x="1839182" y="545973"/>
                </a:lnTo>
                <a:lnTo>
                  <a:pt x="1832039" y="545973"/>
                </a:lnTo>
                <a:lnTo>
                  <a:pt x="1832039" y="537305"/>
                </a:lnTo>
                <a:close/>
                <a:moveTo>
                  <a:pt x="1832039" y="520065"/>
                </a:moveTo>
                <a:lnTo>
                  <a:pt x="1839182" y="520065"/>
                </a:lnTo>
                <a:lnTo>
                  <a:pt x="1839182" y="528733"/>
                </a:lnTo>
                <a:lnTo>
                  <a:pt x="1832039" y="528733"/>
                </a:lnTo>
                <a:lnTo>
                  <a:pt x="1832039" y="520065"/>
                </a:lnTo>
                <a:close/>
                <a:moveTo>
                  <a:pt x="1832039" y="557594"/>
                </a:moveTo>
                <a:cubicBezTo>
                  <a:pt x="1826324" y="559213"/>
                  <a:pt x="1822132" y="564356"/>
                  <a:pt x="1822132" y="570548"/>
                </a:cubicBezTo>
                <a:cubicBezTo>
                  <a:pt x="1822132" y="577977"/>
                  <a:pt x="1828133" y="583978"/>
                  <a:pt x="1835563" y="583978"/>
                </a:cubicBezTo>
                <a:cubicBezTo>
                  <a:pt x="1842992" y="583978"/>
                  <a:pt x="1848993" y="577977"/>
                  <a:pt x="1848993" y="570548"/>
                </a:cubicBezTo>
                <a:cubicBezTo>
                  <a:pt x="1848993" y="564356"/>
                  <a:pt x="1844802" y="559213"/>
                  <a:pt x="1839087" y="557594"/>
                </a:cubicBezTo>
                <a:lnTo>
                  <a:pt x="1839087" y="554641"/>
                </a:lnTo>
                <a:lnTo>
                  <a:pt x="1831943" y="554641"/>
                </a:lnTo>
                <a:lnTo>
                  <a:pt x="1831943" y="557594"/>
                </a:lnTo>
                <a:close/>
                <a:moveTo>
                  <a:pt x="1844326" y="570452"/>
                </a:moveTo>
                <a:cubicBezTo>
                  <a:pt x="1844326" y="575215"/>
                  <a:pt x="1840421" y="579120"/>
                  <a:pt x="1835658" y="579120"/>
                </a:cubicBezTo>
                <a:cubicBezTo>
                  <a:pt x="1830896" y="579120"/>
                  <a:pt x="1826990" y="575215"/>
                  <a:pt x="1826990" y="570452"/>
                </a:cubicBezTo>
                <a:cubicBezTo>
                  <a:pt x="1826990" y="565690"/>
                  <a:pt x="1830896" y="561785"/>
                  <a:pt x="1835658" y="561785"/>
                </a:cubicBezTo>
                <a:cubicBezTo>
                  <a:pt x="1840421" y="561785"/>
                  <a:pt x="1844326" y="565690"/>
                  <a:pt x="1844326" y="570452"/>
                </a:cubicBezTo>
                <a:close/>
                <a:moveTo>
                  <a:pt x="1738503" y="401669"/>
                </a:moveTo>
                <a:cubicBezTo>
                  <a:pt x="1744599" y="401669"/>
                  <a:pt x="1749552" y="406622"/>
                  <a:pt x="1749552" y="412718"/>
                </a:cubicBezTo>
                <a:cubicBezTo>
                  <a:pt x="1749552" y="418814"/>
                  <a:pt x="1744599" y="423767"/>
                  <a:pt x="1738503" y="423767"/>
                </a:cubicBezTo>
                <a:lnTo>
                  <a:pt x="1742027" y="423767"/>
                </a:lnTo>
                <a:lnTo>
                  <a:pt x="1742027" y="428530"/>
                </a:lnTo>
                <a:lnTo>
                  <a:pt x="1734884" y="428530"/>
                </a:lnTo>
                <a:lnTo>
                  <a:pt x="1734884" y="423767"/>
                </a:lnTo>
                <a:lnTo>
                  <a:pt x="1738408" y="423767"/>
                </a:lnTo>
                <a:cubicBezTo>
                  <a:pt x="1732312" y="423767"/>
                  <a:pt x="1727359" y="418814"/>
                  <a:pt x="1727359" y="412718"/>
                </a:cubicBezTo>
                <a:cubicBezTo>
                  <a:pt x="1727359" y="406622"/>
                  <a:pt x="1732312" y="401669"/>
                  <a:pt x="1738408" y="401669"/>
                </a:cubicBezTo>
                <a:close/>
                <a:moveTo>
                  <a:pt x="1830991" y="610934"/>
                </a:moveTo>
                <a:lnTo>
                  <a:pt x="1825085" y="606838"/>
                </a:lnTo>
                <a:lnTo>
                  <a:pt x="1827848" y="602933"/>
                </a:lnTo>
                <a:lnTo>
                  <a:pt x="1833753" y="607028"/>
                </a:lnTo>
                <a:lnTo>
                  <a:pt x="1830991" y="610934"/>
                </a:lnTo>
                <a:close/>
                <a:moveTo>
                  <a:pt x="1045940" y="3867626"/>
                </a:moveTo>
                <a:lnTo>
                  <a:pt x="1045940" y="3867626"/>
                </a:lnTo>
                <a:cubicBezTo>
                  <a:pt x="1047274" y="3867626"/>
                  <a:pt x="1048322" y="3866579"/>
                  <a:pt x="1048322" y="3865245"/>
                </a:cubicBezTo>
                <a:lnTo>
                  <a:pt x="1048322" y="3847052"/>
                </a:lnTo>
                <a:cubicBezTo>
                  <a:pt x="1048322" y="3845719"/>
                  <a:pt x="1047274" y="3844671"/>
                  <a:pt x="1045940" y="3844671"/>
                </a:cubicBezTo>
                <a:lnTo>
                  <a:pt x="1037939" y="3844671"/>
                </a:lnTo>
                <a:cubicBezTo>
                  <a:pt x="1036606" y="3844671"/>
                  <a:pt x="1035558" y="3845719"/>
                  <a:pt x="1035558" y="3847052"/>
                </a:cubicBezTo>
                <a:lnTo>
                  <a:pt x="1035558" y="3853815"/>
                </a:lnTo>
                <a:lnTo>
                  <a:pt x="993077" y="3853815"/>
                </a:lnTo>
                <a:cubicBezTo>
                  <a:pt x="989743" y="3853815"/>
                  <a:pt x="987076" y="3851148"/>
                  <a:pt x="987076" y="3847814"/>
                </a:cubicBezTo>
                <a:cubicBezTo>
                  <a:pt x="987076" y="3844480"/>
                  <a:pt x="989743" y="3841813"/>
                  <a:pt x="993077" y="3841813"/>
                </a:cubicBezTo>
                <a:lnTo>
                  <a:pt x="1031177" y="3841813"/>
                </a:lnTo>
                <a:cubicBezTo>
                  <a:pt x="1037082" y="3841813"/>
                  <a:pt x="1041940" y="3836956"/>
                  <a:pt x="1041940" y="3831050"/>
                </a:cubicBezTo>
                <a:cubicBezTo>
                  <a:pt x="1041940" y="3825145"/>
                  <a:pt x="1037082" y="3820287"/>
                  <a:pt x="1031177" y="3820287"/>
                </a:cubicBezTo>
                <a:lnTo>
                  <a:pt x="993172" y="3820287"/>
                </a:lnTo>
                <a:cubicBezTo>
                  <a:pt x="989838" y="3820287"/>
                  <a:pt x="987171" y="3817620"/>
                  <a:pt x="987171" y="3814286"/>
                </a:cubicBezTo>
                <a:cubicBezTo>
                  <a:pt x="987171" y="3810953"/>
                  <a:pt x="989838" y="3808286"/>
                  <a:pt x="993172" y="3808286"/>
                </a:cubicBezTo>
                <a:lnTo>
                  <a:pt x="1031177" y="3808286"/>
                </a:lnTo>
                <a:cubicBezTo>
                  <a:pt x="1037082" y="3808286"/>
                  <a:pt x="1041940" y="3803428"/>
                  <a:pt x="1041940" y="3797522"/>
                </a:cubicBezTo>
                <a:cubicBezTo>
                  <a:pt x="1041940" y="3791617"/>
                  <a:pt x="1037082" y="3786759"/>
                  <a:pt x="1031177" y="3786759"/>
                </a:cubicBezTo>
                <a:lnTo>
                  <a:pt x="986600" y="3786759"/>
                </a:lnTo>
                <a:lnTo>
                  <a:pt x="986600" y="3779996"/>
                </a:lnTo>
                <a:cubicBezTo>
                  <a:pt x="986600" y="3778663"/>
                  <a:pt x="985552" y="3777615"/>
                  <a:pt x="984218" y="3777615"/>
                </a:cubicBezTo>
                <a:lnTo>
                  <a:pt x="976217" y="3777615"/>
                </a:lnTo>
                <a:cubicBezTo>
                  <a:pt x="974884" y="3777615"/>
                  <a:pt x="973836" y="3778663"/>
                  <a:pt x="973836" y="3779996"/>
                </a:cubicBezTo>
                <a:lnTo>
                  <a:pt x="973836" y="3786759"/>
                </a:lnTo>
                <a:lnTo>
                  <a:pt x="966216" y="3786759"/>
                </a:lnTo>
                <a:lnTo>
                  <a:pt x="966216" y="3779996"/>
                </a:lnTo>
                <a:cubicBezTo>
                  <a:pt x="966216" y="3778663"/>
                  <a:pt x="965168" y="3777615"/>
                  <a:pt x="963835" y="3777615"/>
                </a:cubicBezTo>
                <a:lnTo>
                  <a:pt x="955834" y="3777615"/>
                </a:lnTo>
                <a:cubicBezTo>
                  <a:pt x="954500" y="3777615"/>
                  <a:pt x="953452" y="3778663"/>
                  <a:pt x="953452" y="3779996"/>
                </a:cubicBezTo>
                <a:lnTo>
                  <a:pt x="953452" y="3786759"/>
                </a:lnTo>
                <a:lnTo>
                  <a:pt x="910971" y="3786759"/>
                </a:lnTo>
                <a:cubicBezTo>
                  <a:pt x="905066" y="3786759"/>
                  <a:pt x="900208" y="3791617"/>
                  <a:pt x="900208" y="3797522"/>
                </a:cubicBezTo>
                <a:cubicBezTo>
                  <a:pt x="900208" y="3803428"/>
                  <a:pt x="905066" y="3808286"/>
                  <a:pt x="910971" y="3808286"/>
                </a:cubicBezTo>
                <a:lnTo>
                  <a:pt x="949071" y="3808286"/>
                </a:lnTo>
                <a:cubicBezTo>
                  <a:pt x="952405" y="3808286"/>
                  <a:pt x="955072" y="3810953"/>
                  <a:pt x="955072" y="3814286"/>
                </a:cubicBezTo>
                <a:cubicBezTo>
                  <a:pt x="955072" y="3817620"/>
                  <a:pt x="952405" y="3820287"/>
                  <a:pt x="949071" y="3820287"/>
                </a:cubicBezTo>
                <a:lnTo>
                  <a:pt x="911066" y="3820287"/>
                </a:lnTo>
                <a:cubicBezTo>
                  <a:pt x="905161" y="3820287"/>
                  <a:pt x="900303" y="3825145"/>
                  <a:pt x="900303" y="3831050"/>
                </a:cubicBezTo>
                <a:cubicBezTo>
                  <a:pt x="900303" y="3836956"/>
                  <a:pt x="905161" y="3841813"/>
                  <a:pt x="911066" y="3841813"/>
                </a:cubicBezTo>
                <a:lnTo>
                  <a:pt x="949071" y="3841813"/>
                </a:lnTo>
                <a:cubicBezTo>
                  <a:pt x="952405" y="3841813"/>
                  <a:pt x="955072" y="3844480"/>
                  <a:pt x="955072" y="3847814"/>
                </a:cubicBezTo>
                <a:cubicBezTo>
                  <a:pt x="955072" y="3851148"/>
                  <a:pt x="952405" y="3853815"/>
                  <a:pt x="949071" y="3853815"/>
                </a:cubicBezTo>
                <a:lnTo>
                  <a:pt x="904494" y="3853815"/>
                </a:lnTo>
                <a:lnTo>
                  <a:pt x="904494" y="3847148"/>
                </a:lnTo>
                <a:cubicBezTo>
                  <a:pt x="904494" y="3845814"/>
                  <a:pt x="903446" y="3844767"/>
                  <a:pt x="902113" y="3844767"/>
                </a:cubicBezTo>
                <a:lnTo>
                  <a:pt x="894112" y="3844767"/>
                </a:lnTo>
                <a:cubicBezTo>
                  <a:pt x="892778" y="3844767"/>
                  <a:pt x="891731" y="3845814"/>
                  <a:pt x="891731" y="3847148"/>
                </a:cubicBezTo>
                <a:lnTo>
                  <a:pt x="891731" y="3853815"/>
                </a:lnTo>
                <a:lnTo>
                  <a:pt x="772573" y="3853815"/>
                </a:lnTo>
                <a:cubicBezTo>
                  <a:pt x="771430" y="3848005"/>
                  <a:pt x="766572" y="3843528"/>
                  <a:pt x="760381" y="3843528"/>
                </a:cubicBezTo>
                <a:cubicBezTo>
                  <a:pt x="753427" y="3843528"/>
                  <a:pt x="747713" y="3849243"/>
                  <a:pt x="747713" y="3856196"/>
                </a:cubicBezTo>
                <a:cubicBezTo>
                  <a:pt x="747713" y="3863150"/>
                  <a:pt x="753427" y="3868865"/>
                  <a:pt x="760381" y="3868865"/>
                </a:cubicBezTo>
                <a:cubicBezTo>
                  <a:pt x="766477" y="3868865"/>
                  <a:pt x="771430" y="3864388"/>
                  <a:pt x="772573" y="3858578"/>
                </a:cubicBezTo>
                <a:lnTo>
                  <a:pt x="891731" y="3858578"/>
                </a:lnTo>
                <a:lnTo>
                  <a:pt x="891731" y="3865340"/>
                </a:lnTo>
                <a:cubicBezTo>
                  <a:pt x="891731" y="3866674"/>
                  <a:pt x="892778" y="3867722"/>
                  <a:pt x="894112" y="3867722"/>
                </a:cubicBezTo>
                <a:lnTo>
                  <a:pt x="902113" y="3867722"/>
                </a:lnTo>
                <a:cubicBezTo>
                  <a:pt x="903446" y="3867722"/>
                  <a:pt x="904494" y="3866674"/>
                  <a:pt x="904494" y="3865340"/>
                </a:cubicBezTo>
                <a:lnTo>
                  <a:pt x="904494" y="3858578"/>
                </a:lnTo>
                <a:lnTo>
                  <a:pt x="949071" y="3858578"/>
                </a:lnTo>
                <a:cubicBezTo>
                  <a:pt x="954977" y="3858578"/>
                  <a:pt x="959834" y="3853720"/>
                  <a:pt x="959834" y="3847814"/>
                </a:cubicBezTo>
                <a:cubicBezTo>
                  <a:pt x="959834" y="3841909"/>
                  <a:pt x="954977" y="3837051"/>
                  <a:pt x="949071" y="3837051"/>
                </a:cubicBezTo>
                <a:lnTo>
                  <a:pt x="911066" y="3837051"/>
                </a:lnTo>
                <a:cubicBezTo>
                  <a:pt x="907733" y="3837051"/>
                  <a:pt x="905066" y="3834384"/>
                  <a:pt x="905066" y="3831050"/>
                </a:cubicBezTo>
                <a:cubicBezTo>
                  <a:pt x="905066" y="3827717"/>
                  <a:pt x="907733" y="3825050"/>
                  <a:pt x="911066" y="3825050"/>
                </a:cubicBezTo>
                <a:lnTo>
                  <a:pt x="949071" y="3825050"/>
                </a:lnTo>
                <a:cubicBezTo>
                  <a:pt x="954977" y="3825050"/>
                  <a:pt x="959834" y="3820192"/>
                  <a:pt x="959834" y="3814286"/>
                </a:cubicBezTo>
                <a:cubicBezTo>
                  <a:pt x="959834" y="3808381"/>
                  <a:pt x="954977" y="3803523"/>
                  <a:pt x="949071" y="3803523"/>
                </a:cubicBezTo>
                <a:lnTo>
                  <a:pt x="910971" y="3803523"/>
                </a:lnTo>
                <a:cubicBezTo>
                  <a:pt x="907637" y="3803523"/>
                  <a:pt x="904970" y="3800856"/>
                  <a:pt x="904970" y="3797522"/>
                </a:cubicBezTo>
                <a:cubicBezTo>
                  <a:pt x="904970" y="3794188"/>
                  <a:pt x="907637" y="3791522"/>
                  <a:pt x="910971" y="3791522"/>
                </a:cubicBezTo>
                <a:lnTo>
                  <a:pt x="953452" y="3791522"/>
                </a:lnTo>
                <a:lnTo>
                  <a:pt x="953452" y="3798284"/>
                </a:lnTo>
                <a:cubicBezTo>
                  <a:pt x="953452" y="3799618"/>
                  <a:pt x="954500" y="3800666"/>
                  <a:pt x="955834" y="3800666"/>
                </a:cubicBezTo>
                <a:lnTo>
                  <a:pt x="963835" y="3800666"/>
                </a:lnTo>
                <a:cubicBezTo>
                  <a:pt x="965168" y="3800666"/>
                  <a:pt x="966216" y="3799618"/>
                  <a:pt x="966216" y="3798284"/>
                </a:cubicBezTo>
                <a:lnTo>
                  <a:pt x="966216" y="3791522"/>
                </a:lnTo>
                <a:lnTo>
                  <a:pt x="973836" y="3791522"/>
                </a:lnTo>
                <a:lnTo>
                  <a:pt x="973836" y="3798284"/>
                </a:lnTo>
                <a:cubicBezTo>
                  <a:pt x="973836" y="3799618"/>
                  <a:pt x="974884" y="3800666"/>
                  <a:pt x="976217" y="3800666"/>
                </a:cubicBezTo>
                <a:lnTo>
                  <a:pt x="984218" y="3800666"/>
                </a:lnTo>
                <a:cubicBezTo>
                  <a:pt x="985552" y="3800666"/>
                  <a:pt x="986600" y="3799618"/>
                  <a:pt x="986600" y="3798284"/>
                </a:cubicBezTo>
                <a:lnTo>
                  <a:pt x="986600" y="3791617"/>
                </a:lnTo>
                <a:lnTo>
                  <a:pt x="1031177" y="3791617"/>
                </a:lnTo>
                <a:cubicBezTo>
                  <a:pt x="1034510" y="3791617"/>
                  <a:pt x="1037177" y="3794284"/>
                  <a:pt x="1037177" y="3797618"/>
                </a:cubicBezTo>
                <a:cubicBezTo>
                  <a:pt x="1037177" y="3800951"/>
                  <a:pt x="1034510" y="3803618"/>
                  <a:pt x="1031177" y="3803618"/>
                </a:cubicBezTo>
                <a:lnTo>
                  <a:pt x="993172" y="3803618"/>
                </a:lnTo>
                <a:cubicBezTo>
                  <a:pt x="987266" y="3803618"/>
                  <a:pt x="982409" y="3808476"/>
                  <a:pt x="982409" y="3814382"/>
                </a:cubicBezTo>
                <a:cubicBezTo>
                  <a:pt x="982409" y="3820287"/>
                  <a:pt x="987266" y="3825145"/>
                  <a:pt x="993172" y="3825145"/>
                </a:cubicBezTo>
                <a:lnTo>
                  <a:pt x="1031177" y="3825145"/>
                </a:lnTo>
                <a:cubicBezTo>
                  <a:pt x="1034510" y="3825145"/>
                  <a:pt x="1037177" y="3827812"/>
                  <a:pt x="1037177" y="3831146"/>
                </a:cubicBezTo>
                <a:cubicBezTo>
                  <a:pt x="1037177" y="3834479"/>
                  <a:pt x="1034510" y="3837146"/>
                  <a:pt x="1031177" y="3837146"/>
                </a:cubicBezTo>
                <a:lnTo>
                  <a:pt x="993077" y="3837146"/>
                </a:lnTo>
                <a:cubicBezTo>
                  <a:pt x="987171" y="3837146"/>
                  <a:pt x="982313" y="3842004"/>
                  <a:pt x="982313" y="3847910"/>
                </a:cubicBezTo>
                <a:cubicBezTo>
                  <a:pt x="982313" y="3853815"/>
                  <a:pt x="987171" y="3858673"/>
                  <a:pt x="993077" y="3858673"/>
                </a:cubicBezTo>
                <a:lnTo>
                  <a:pt x="1035558" y="3858673"/>
                </a:lnTo>
                <a:lnTo>
                  <a:pt x="1035558" y="3865436"/>
                </a:lnTo>
                <a:cubicBezTo>
                  <a:pt x="1035558" y="3866769"/>
                  <a:pt x="1036606" y="3867817"/>
                  <a:pt x="1037939" y="3867817"/>
                </a:cubicBezTo>
                <a:lnTo>
                  <a:pt x="1041083" y="3867817"/>
                </a:lnTo>
                <a:lnTo>
                  <a:pt x="1041083" y="3942874"/>
                </a:lnTo>
                <a:cubicBezTo>
                  <a:pt x="1041083" y="3942874"/>
                  <a:pt x="1019747" y="3967448"/>
                  <a:pt x="1019747" y="3967448"/>
                </a:cubicBezTo>
                <a:lnTo>
                  <a:pt x="1020890" y="4068509"/>
                </a:lnTo>
                <a:lnTo>
                  <a:pt x="1016603" y="4068509"/>
                </a:lnTo>
                <a:cubicBezTo>
                  <a:pt x="1013555" y="4068509"/>
                  <a:pt x="1011079" y="4070985"/>
                  <a:pt x="1011079" y="4074033"/>
                </a:cubicBezTo>
                <a:lnTo>
                  <a:pt x="1011079" y="4087463"/>
                </a:lnTo>
                <a:cubicBezTo>
                  <a:pt x="1011079" y="4090511"/>
                  <a:pt x="1013555" y="4092988"/>
                  <a:pt x="1016603" y="4092988"/>
                </a:cubicBezTo>
                <a:lnTo>
                  <a:pt x="1030034" y="4092988"/>
                </a:lnTo>
                <a:cubicBezTo>
                  <a:pt x="1033082" y="4092988"/>
                  <a:pt x="1035558" y="4090511"/>
                  <a:pt x="1035558" y="4087463"/>
                </a:cubicBezTo>
                <a:lnTo>
                  <a:pt x="1035558" y="4074033"/>
                </a:lnTo>
                <a:cubicBezTo>
                  <a:pt x="1035558" y="4070985"/>
                  <a:pt x="1033082" y="4068509"/>
                  <a:pt x="1030034" y="4068509"/>
                </a:cubicBezTo>
                <a:lnTo>
                  <a:pt x="1025652" y="4068509"/>
                </a:lnTo>
                <a:lnTo>
                  <a:pt x="1024509" y="3969258"/>
                </a:lnTo>
                <a:lnTo>
                  <a:pt x="1045750" y="3944779"/>
                </a:lnTo>
                <a:lnTo>
                  <a:pt x="1045750" y="3867912"/>
                </a:lnTo>
                <a:close/>
                <a:moveTo>
                  <a:pt x="760476" y="3864007"/>
                </a:moveTo>
                <a:cubicBezTo>
                  <a:pt x="756095" y="3864007"/>
                  <a:pt x="752570" y="3860483"/>
                  <a:pt x="752570" y="3856101"/>
                </a:cubicBezTo>
                <a:cubicBezTo>
                  <a:pt x="752570" y="3851720"/>
                  <a:pt x="756095" y="3848195"/>
                  <a:pt x="760476" y="3848195"/>
                </a:cubicBezTo>
                <a:cubicBezTo>
                  <a:pt x="764858" y="3848195"/>
                  <a:pt x="768382" y="3851720"/>
                  <a:pt x="768382" y="3856101"/>
                </a:cubicBezTo>
                <a:cubicBezTo>
                  <a:pt x="768382" y="3860483"/>
                  <a:pt x="764858" y="3864007"/>
                  <a:pt x="760476" y="3864007"/>
                </a:cubicBezTo>
                <a:close/>
                <a:moveTo>
                  <a:pt x="899827" y="3862864"/>
                </a:moveTo>
                <a:lnTo>
                  <a:pt x="896588" y="3862864"/>
                </a:lnTo>
                <a:lnTo>
                  <a:pt x="896588" y="3849434"/>
                </a:lnTo>
                <a:lnTo>
                  <a:pt x="899827" y="3849434"/>
                </a:lnTo>
                <a:lnTo>
                  <a:pt x="899827" y="3862864"/>
                </a:lnTo>
                <a:close/>
                <a:moveTo>
                  <a:pt x="961549" y="3795903"/>
                </a:moveTo>
                <a:lnTo>
                  <a:pt x="958310" y="3795903"/>
                </a:lnTo>
                <a:lnTo>
                  <a:pt x="958310" y="3782473"/>
                </a:lnTo>
                <a:lnTo>
                  <a:pt x="961549" y="3782473"/>
                </a:lnTo>
                <a:lnTo>
                  <a:pt x="961549" y="3795903"/>
                </a:lnTo>
                <a:close/>
                <a:moveTo>
                  <a:pt x="981932" y="3795903"/>
                </a:moveTo>
                <a:lnTo>
                  <a:pt x="978694" y="3795903"/>
                </a:lnTo>
                <a:lnTo>
                  <a:pt x="978694" y="3782473"/>
                </a:lnTo>
                <a:lnTo>
                  <a:pt x="981932" y="3782473"/>
                </a:lnTo>
                <a:lnTo>
                  <a:pt x="981932" y="3795903"/>
                </a:lnTo>
                <a:close/>
                <a:moveTo>
                  <a:pt x="1030224" y="4072985"/>
                </a:moveTo>
                <a:cubicBezTo>
                  <a:pt x="1030224" y="4072985"/>
                  <a:pt x="1030986" y="4073367"/>
                  <a:pt x="1030986" y="4073747"/>
                </a:cubicBezTo>
                <a:lnTo>
                  <a:pt x="1030986" y="4087178"/>
                </a:lnTo>
                <a:cubicBezTo>
                  <a:pt x="1030986" y="4087178"/>
                  <a:pt x="1030605" y="4087940"/>
                  <a:pt x="1030224" y="4087940"/>
                </a:cubicBezTo>
                <a:lnTo>
                  <a:pt x="1016794" y="4087940"/>
                </a:lnTo>
                <a:cubicBezTo>
                  <a:pt x="1016794" y="4087940"/>
                  <a:pt x="1016032" y="4087559"/>
                  <a:pt x="1016032" y="4087178"/>
                </a:cubicBezTo>
                <a:lnTo>
                  <a:pt x="1016032" y="4073747"/>
                </a:lnTo>
                <a:cubicBezTo>
                  <a:pt x="1016032" y="4073747"/>
                  <a:pt x="1016413" y="4072985"/>
                  <a:pt x="1016794" y="4072985"/>
                </a:cubicBezTo>
                <a:lnTo>
                  <a:pt x="1030224" y="4072985"/>
                </a:lnTo>
                <a:close/>
                <a:moveTo>
                  <a:pt x="1043654" y="3862864"/>
                </a:moveTo>
                <a:lnTo>
                  <a:pt x="1040416" y="3862864"/>
                </a:lnTo>
                <a:lnTo>
                  <a:pt x="1040416" y="3849434"/>
                </a:lnTo>
                <a:lnTo>
                  <a:pt x="1043654" y="3849434"/>
                </a:lnTo>
                <a:lnTo>
                  <a:pt x="1043654" y="3862864"/>
                </a:lnTo>
                <a:close/>
                <a:moveTo>
                  <a:pt x="609124" y="2307241"/>
                </a:moveTo>
                <a:cubicBezTo>
                  <a:pt x="607695" y="2304193"/>
                  <a:pt x="605123" y="2301812"/>
                  <a:pt x="601885" y="2300764"/>
                </a:cubicBezTo>
                <a:cubicBezTo>
                  <a:pt x="595313" y="2298383"/>
                  <a:pt x="587978" y="2301907"/>
                  <a:pt x="585597" y="2308479"/>
                </a:cubicBezTo>
                <a:cubicBezTo>
                  <a:pt x="584454" y="2311718"/>
                  <a:pt x="584645" y="2315147"/>
                  <a:pt x="586073" y="2318195"/>
                </a:cubicBezTo>
                <a:cubicBezTo>
                  <a:pt x="587502" y="2321243"/>
                  <a:pt x="590074" y="2323624"/>
                  <a:pt x="593312" y="2324672"/>
                </a:cubicBezTo>
                <a:cubicBezTo>
                  <a:pt x="594741" y="2325148"/>
                  <a:pt x="596170" y="2325434"/>
                  <a:pt x="597599" y="2325434"/>
                </a:cubicBezTo>
                <a:cubicBezTo>
                  <a:pt x="599504" y="2325434"/>
                  <a:pt x="601313" y="2325053"/>
                  <a:pt x="603028" y="2324195"/>
                </a:cubicBezTo>
                <a:cubicBezTo>
                  <a:pt x="603790" y="2323814"/>
                  <a:pt x="604457" y="2323148"/>
                  <a:pt x="605123" y="2322671"/>
                </a:cubicBezTo>
                <a:lnTo>
                  <a:pt x="669322" y="2393537"/>
                </a:lnTo>
                <a:lnTo>
                  <a:pt x="668655" y="2509552"/>
                </a:lnTo>
                <a:lnTo>
                  <a:pt x="535781" y="2649569"/>
                </a:lnTo>
                <a:cubicBezTo>
                  <a:pt x="534924" y="2648903"/>
                  <a:pt x="533876" y="2648236"/>
                  <a:pt x="532829" y="2647760"/>
                </a:cubicBezTo>
                <a:cubicBezTo>
                  <a:pt x="526352" y="2645093"/>
                  <a:pt x="518922" y="2648236"/>
                  <a:pt x="516255" y="2654713"/>
                </a:cubicBezTo>
                <a:cubicBezTo>
                  <a:pt x="514922" y="2657856"/>
                  <a:pt x="515017" y="2661285"/>
                  <a:pt x="516255" y="2664428"/>
                </a:cubicBezTo>
                <a:cubicBezTo>
                  <a:pt x="517589" y="2667572"/>
                  <a:pt x="520065" y="2669953"/>
                  <a:pt x="523208" y="2671286"/>
                </a:cubicBezTo>
                <a:cubicBezTo>
                  <a:pt x="524732" y="2671953"/>
                  <a:pt x="526352" y="2672239"/>
                  <a:pt x="527971" y="2672239"/>
                </a:cubicBezTo>
                <a:cubicBezTo>
                  <a:pt x="533019" y="2672239"/>
                  <a:pt x="537782" y="2669286"/>
                  <a:pt x="539782" y="2664333"/>
                </a:cubicBezTo>
                <a:cubicBezTo>
                  <a:pt x="541306" y="2660523"/>
                  <a:pt x="540830" y="2656427"/>
                  <a:pt x="538925" y="2653094"/>
                </a:cubicBezTo>
                <a:lnTo>
                  <a:pt x="672751" y="2512028"/>
                </a:lnTo>
                <a:lnTo>
                  <a:pt x="673418" y="2511362"/>
                </a:lnTo>
                <a:lnTo>
                  <a:pt x="674084" y="2391632"/>
                </a:lnTo>
                <a:lnTo>
                  <a:pt x="608267" y="2319052"/>
                </a:lnTo>
                <a:cubicBezTo>
                  <a:pt x="608648" y="2318385"/>
                  <a:pt x="609219" y="2317718"/>
                  <a:pt x="609505" y="2316956"/>
                </a:cubicBezTo>
                <a:cubicBezTo>
                  <a:pt x="610648" y="2313718"/>
                  <a:pt x="610457" y="2310289"/>
                  <a:pt x="609029" y="2307241"/>
                </a:cubicBezTo>
                <a:close/>
                <a:moveTo>
                  <a:pt x="605123" y="2315432"/>
                </a:moveTo>
                <a:cubicBezTo>
                  <a:pt x="603695" y="2319528"/>
                  <a:pt x="599123" y="2321719"/>
                  <a:pt x="594932" y="2320290"/>
                </a:cubicBezTo>
                <a:cubicBezTo>
                  <a:pt x="590836" y="2318861"/>
                  <a:pt x="588645" y="2314289"/>
                  <a:pt x="590074" y="2310098"/>
                </a:cubicBezTo>
                <a:cubicBezTo>
                  <a:pt x="591217" y="2306860"/>
                  <a:pt x="594265" y="2304764"/>
                  <a:pt x="597599" y="2304764"/>
                </a:cubicBezTo>
                <a:cubicBezTo>
                  <a:pt x="598456" y="2304764"/>
                  <a:pt x="599408" y="2304955"/>
                  <a:pt x="600266" y="2305241"/>
                </a:cubicBezTo>
                <a:cubicBezTo>
                  <a:pt x="602266" y="2305907"/>
                  <a:pt x="603885" y="2307431"/>
                  <a:pt x="604742" y="2309336"/>
                </a:cubicBezTo>
                <a:cubicBezTo>
                  <a:pt x="605695" y="2311241"/>
                  <a:pt x="605790" y="2313432"/>
                  <a:pt x="605028" y="2315432"/>
                </a:cubicBezTo>
                <a:close/>
                <a:moveTo>
                  <a:pt x="535496" y="2662619"/>
                </a:moveTo>
                <a:cubicBezTo>
                  <a:pt x="533876" y="2666714"/>
                  <a:pt x="529114" y="2668619"/>
                  <a:pt x="525113" y="2667000"/>
                </a:cubicBezTo>
                <a:cubicBezTo>
                  <a:pt x="523113" y="2666238"/>
                  <a:pt x="521589" y="2664714"/>
                  <a:pt x="520827" y="2662714"/>
                </a:cubicBezTo>
                <a:cubicBezTo>
                  <a:pt x="519970" y="2660713"/>
                  <a:pt x="519970" y="2658618"/>
                  <a:pt x="520827" y="2656618"/>
                </a:cubicBezTo>
                <a:cubicBezTo>
                  <a:pt x="522065" y="2653570"/>
                  <a:pt x="525113" y="2651665"/>
                  <a:pt x="528161" y="2651665"/>
                </a:cubicBezTo>
                <a:cubicBezTo>
                  <a:pt x="529209" y="2651665"/>
                  <a:pt x="530162" y="2651855"/>
                  <a:pt x="531114" y="2652236"/>
                </a:cubicBezTo>
                <a:cubicBezTo>
                  <a:pt x="535210" y="2653855"/>
                  <a:pt x="537115" y="2658523"/>
                  <a:pt x="535496" y="2662619"/>
                </a:cubicBezTo>
                <a:close/>
                <a:moveTo>
                  <a:pt x="1334072" y="4149662"/>
                </a:moveTo>
                <a:cubicBezTo>
                  <a:pt x="1337310" y="4153757"/>
                  <a:pt x="1343216" y="4154519"/>
                  <a:pt x="1347311" y="4151281"/>
                </a:cubicBezTo>
                <a:cubicBezTo>
                  <a:pt x="1351407" y="4148042"/>
                  <a:pt x="1352169" y="4142137"/>
                  <a:pt x="1348931" y="4138041"/>
                </a:cubicBezTo>
                <a:cubicBezTo>
                  <a:pt x="1346073" y="4134422"/>
                  <a:pt x="1341120" y="4133564"/>
                  <a:pt x="1337120" y="4135660"/>
                </a:cubicBezTo>
                <a:lnTo>
                  <a:pt x="1290352" y="4084701"/>
                </a:lnTo>
                <a:lnTo>
                  <a:pt x="1200150" y="4084701"/>
                </a:lnTo>
                <a:cubicBezTo>
                  <a:pt x="1200150" y="4084701"/>
                  <a:pt x="1185291" y="4071557"/>
                  <a:pt x="1185291" y="4071557"/>
                </a:cubicBezTo>
                <a:cubicBezTo>
                  <a:pt x="1188530" y="4066127"/>
                  <a:pt x="1188053" y="4059079"/>
                  <a:pt x="1183481" y="4054221"/>
                </a:cubicBezTo>
                <a:lnTo>
                  <a:pt x="1183481" y="4054221"/>
                </a:lnTo>
                <a:cubicBezTo>
                  <a:pt x="1180719" y="4051268"/>
                  <a:pt x="1177004" y="4049744"/>
                  <a:pt x="1173290" y="4049649"/>
                </a:cubicBezTo>
                <a:lnTo>
                  <a:pt x="1173290" y="3988308"/>
                </a:lnTo>
                <a:cubicBezTo>
                  <a:pt x="1173290" y="3988308"/>
                  <a:pt x="1195578" y="3966305"/>
                  <a:pt x="1195578" y="3966305"/>
                </a:cubicBezTo>
                <a:lnTo>
                  <a:pt x="1195578" y="3867722"/>
                </a:lnTo>
                <a:cubicBezTo>
                  <a:pt x="1195578" y="3867722"/>
                  <a:pt x="1196435" y="3867722"/>
                  <a:pt x="1196435" y="3867722"/>
                </a:cubicBezTo>
                <a:cubicBezTo>
                  <a:pt x="1197769" y="3867722"/>
                  <a:pt x="1198817" y="3866674"/>
                  <a:pt x="1198817" y="3865340"/>
                </a:cubicBezTo>
                <a:lnTo>
                  <a:pt x="1198817" y="3858578"/>
                </a:lnTo>
                <a:lnTo>
                  <a:pt x="1243394" y="3858578"/>
                </a:lnTo>
                <a:cubicBezTo>
                  <a:pt x="1249299" y="3858578"/>
                  <a:pt x="1254157" y="3853720"/>
                  <a:pt x="1254157" y="3847814"/>
                </a:cubicBezTo>
                <a:cubicBezTo>
                  <a:pt x="1254157" y="3841909"/>
                  <a:pt x="1249299" y="3837051"/>
                  <a:pt x="1243394" y="3837051"/>
                </a:cubicBezTo>
                <a:lnTo>
                  <a:pt x="1205389" y="3837051"/>
                </a:lnTo>
                <a:cubicBezTo>
                  <a:pt x="1202055" y="3837051"/>
                  <a:pt x="1199388" y="3834384"/>
                  <a:pt x="1199388" y="3831050"/>
                </a:cubicBezTo>
                <a:cubicBezTo>
                  <a:pt x="1199388" y="3827717"/>
                  <a:pt x="1202055" y="3825050"/>
                  <a:pt x="1205389" y="3825050"/>
                </a:cubicBezTo>
                <a:lnTo>
                  <a:pt x="1243394" y="3825050"/>
                </a:lnTo>
                <a:cubicBezTo>
                  <a:pt x="1249299" y="3825050"/>
                  <a:pt x="1254157" y="3820192"/>
                  <a:pt x="1254157" y="3814286"/>
                </a:cubicBezTo>
                <a:cubicBezTo>
                  <a:pt x="1254157" y="3808381"/>
                  <a:pt x="1249299" y="3803523"/>
                  <a:pt x="1243394" y="3803523"/>
                </a:cubicBezTo>
                <a:lnTo>
                  <a:pt x="1205294" y="3803523"/>
                </a:lnTo>
                <a:cubicBezTo>
                  <a:pt x="1201960" y="3803523"/>
                  <a:pt x="1199293" y="3800856"/>
                  <a:pt x="1199293" y="3797522"/>
                </a:cubicBezTo>
                <a:cubicBezTo>
                  <a:pt x="1199293" y="3794188"/>
                  <a:pt x="1201960" y="3791522"/>
                  <a:pt x="1205294" y="3791522"/>
                </a:cubicBezTo>
                <a:lnTo>
                  <a:pt x="1247775" y="3791522"/>
                </a:lnTo>
                <a:lnTo>
                  <a:pt x="1247775" y="3798284"/>
                </a:lnTo>
                <a:cubicBezTo>
                  <a:pt x="1247775" y="3799618"/>
                  <a:pt x="1248823" y="3800666"/>
                  <a:pt x="1250156" y="3800666"/>
                </a:cubicBezTo>
                <a:lnTo>
                  <a:pt x="1258157" y="3800666"/>
                </a:lnTo>
                <a:cubicBezTo>
                  <a:pt x="1259491" y="3800666"/>
                  <a:pt x="1260539" y="3799618"/>
                  <a:pt x="1260539" y="3798284"/>
                </a:cubicBezTo>
                <a:lnTo>
                  <a:pt x="1260539" y="3791522"/>
                </a:lnTo>
                <a:lnTo>
                  <a:pt x="1268159" y="3791522"/>
                </a:lnTo>
                <a:lnTo>
                  <a:pt x="1268159" y="3798284"/>
                </a:lnTo>
                <a:cubicBezTo>
                  <a:pt x="1268159" y="3799618"/>
                  <a:pt x="1269206" y="3800666"/>
                  <a:pt x="1270540" y="3800666"/>
                </a:cubicBezTo>
                <a:lnTo>
                  <a:pt x="1278541" y="3800666"/>
                </a:lnTo>
                <a:cubicBezTo>
                  <a:pt x="1279874" y="3800666"/>
                  <a:pt x="1280922" y="3799618"/>
                  <a:pt x="1280922" y="3798284"/>
                </a:cubicBezTo>
                <a:lnTo>
                  <a:pt x="1280922" y="3791617"/>
                </a:lnTo>
                <a:lnTo>
                  <a:pt x="1325499" y="3791617"/>
                </a:lnTo>
                <a:cubicBezTo>
                  <a:pt x="1328833" y="3791617"/>
                  <a:pt x="1331500" y="3794284"/>
                  <a:pt x="1331500" y="3797618"/>
                </a:cubicBezTo>
                <a:cubicBezTo>
                  <a:pt x="1331500" y="3800951"/>
                  <a:pt x="1328833" y="3803618"/>
                  <a:pt x="1325499" y="3803618"/>
                </a:cubicBezTo>
                <a:lnTo>
                  <a:pt x="1287494" y="3803618"/>
                </a:lnTo>
                <a:cubicBezTo>
                  <a:pt x="1281589" y="3803618"/>
                  <a:pt x="1276731" y="3808476"/>
                  <a:pt x="1276731" y="3814382"/>
                </a:cubicBezTo>
                <a:cubicBezTo>
                  <a:pt x="1276731" y="3820287"/>
                  <a:pt x="1281589" y="3825145"/>
                  <a:pt x="1287494" y="3825145"/>
                </a:cubicBezTo>
                <a:lnTo>
                  <a:pt x="1325499" y="3825145"/>
                </a:lnTo>
                <a:cubicBezTo>
                  <a:pt x="1328833" y="3825145"/>
                  <a:pt x="1331500" y="3827812"/>
                  <a:pt x="1331500" y="3831146"/>
                </a:cubicBezTo>
                <a:cubicBezTo>
                  <a:pt x="1331500" y="3834479"/>
                  <a:pt x="1328833" y="3837146"/>
                  <a:pt x="1325499" y="3837146"/>
                </a:cubicBezTo>
                <a:lnTo>
                  <a:pt x="1287399" y="3837146"/>
                </a:lnTo>
                <a:cubicBezTo>
                  <a:pt x="1281494" y="3837146"/>
                  <a:pt x="1276636" y="3842004"/>
                  <a:pt x="1276636" y="3847910"/>
                </a:cubicBezTo>
                <a:cubicBezTo>
                  <a:pt x="1276636" y="3853815"/>
                  <a:pt x="1281494" y="3858673"/>
                  <a:pt x="1287399" y="3858673"/>
                </a:cubicBezTo>
                <a:lnTo>
                  <a:pt x="1329881" y="3858673"/>
                </a:lnTo>
                <a:lnTo>
                  <a:pt x="1329881" y="3865436"/>
                </a:lnTo>
                <a:cubicBezTo>
                  <a:pt x="1329881" y="3866769"/>
                  <a:pt x="1330928" y="3867817"/>
                  <a:pt x="1332262" y="3867817"/>
                </a:cubicBezTo>
                <a:lnTo>
                  <a:pt x="1332643" y="3867817"/>
                </a:lnTo>
                <a:lnTo>
                  <a:pt x="1332643" y="3876199"/>
                </a:lnTo>
                <a:lnTo>
                  <a:pt x="1339787" y="3876199"/>
                </a:lnTo>
                <a:lnTo>
                  <a:pt x="1339787" y="3867817"/>
                </a:lnTo>
                <a:lnTo>
                  <a:pt x="1340168" y="3867817"/>
                </a:lnTo>
                <a:cubicBezTo>
                  <a:pt x="1341501" y="3867817"/>
                  <a:pt x="1342549" y="3866769"/>
                  <a:pt x="1342549" y="3865436"/>
                </a:cubicBezTo>
                <a:lnTo>
                  <a:pt x="1342549" y="3858673"/>
                </a:lnTo>
                <a:lnTo>
                  <a:pt x="1353598" y="3858673"/>
                </a:lnTo>
                <a:lnTo>
                  <a:pt x="1353598" y="3927062"/>
                </a:lnTo>
                <a:cubicBezTo>
                  <a:pt x="1353598" y="3927062"/>
                  <a:pt x="1325023" y="3962400"/>
                  <a:pt x="1325023" y="3962400"/>
                </a:cubicBezTo>
                <a:lnTo>
                  <a:pt x="1232821" y="3962210"/>
                </a:lnTo>
                <a:cubicBezTo>
                  <a:pt x="1232059" y="3958590"/>
                  <a:pt x="1229868" y="3955447"/>
                  <a:pt x="1226344" y="3953828"/>
                </a:cubicBezTo>
                <a:cubicBezTo>
                  <a:pt x="1225963" y="3953637"/>
                  <a:pt x="1225487" y="3953637"/>
                  <a:pt x="1225010" y="3953542"/>
                </a:cubicBezTo>
                <a:lnTo>
                  <a:pt x="1225010" y="3945636"/>
                </a:lnTo>
                <a:lnTo>
                  <a:pt x="1217867" y="3945636"/>
                </a:lnTo>
                <a:lnTo>
                  <a:pt x="1217867" y="3953447"/>
                </a:lnTo>
                <a:cubicBezTo>
                  <a:pt x="1217867" y="3953447"/>
                  <a:pt x="1217486" y="3953447"/>
                  <a:pt x="1217295" y="3953542"/>
                </a:cubicBezTo>
                <a:cubicBezTo>
                  <a:pt x="1214342" y="3954685"/>
                  <a:pt x="1211961" y="3956876"/>
                  <a:pt x="1210723" y="3959733"/>
                </a:cubicBezTo>
                <a:cubicBezTo>
                  <a:pt x="1208056" y="3965638"/>
                  <a:pt x="1210723" y="3972687"/>
                  <a:pt x="1216628" y="3975354"/>
                </a:cubicBezTo>
                <a:cubicBezTo>
                  <a:pt x="1218248" y="3976116"/>
                  <a:pt x="1219867" y="3976402"/>
                  <a:pt x="1221486" y="3976402"/>
                </a:cubicBezTo>
                <a:cubicBezTo>
                  <a:pt x="1225963" y="3976402"/>
                  <a:pt x="1230344" y="3973830"/>
                  <a:pt x="1232345" y="3969449"/>
                </a:cubicBezTo>
                <a:lnTo>
                  <a:pt x="1232345" y="3969449"/>
                </a:lnTo>
                <a:cubicBezTo>
                  <a:pt x="1232726" y="3968592"/>
                  <a:pt x="1232726" y="3967829"/>
                  <a:pt x="1232916" y="3966972"/>
                </a:cubicBezTo>
                <a:lnTo>
                  <a:pt x="1326261" y="3967163"/>
                </a:lnTo>
                <a:lnTo>
                  <a:pt x="1326261" y="3967163"/>
                </a:lnTo>
                <a:cubicBezTo>
                  <a:pt x="1327023" y="3967163"/>
                  <a:pt x="1327690" y="3966877"/>
                  <a:pt x="1328071" y="3966305"/>
                </a:cubicBezTo>
                <a:lnTo>
                  <a:pt x="1357979" y="3929444"/>
                </a:lnTo>
                <a:cubicBezTo>
                  <a:pt x="1357979" y="3929444"/>
                  <a:pt x="1358551" y="3928491"/>
                  <a:pt x="1358551" y="3927920"/>
                </a:cubicBezTo>
                <a:lnTo>
                  <a:pt x="1358551" y="3856292"/>
                </a:lnTo>
                <a:cubicBezTo>
                  <a:pt x="1358551" y="3854958"/>
                  <a:pt x="1357408" y="3853910"/>
                  <a:pt x="1356074" y="3853910"/>
                </a:cubicBezTo>
                <a:lnTo>
                  <a:pt x="1342644" y="3853910"/>
                </a:lnTo>
                <a:lnTo>
                  <a:pt x="1342644" y="3847148"/>
                </a:lnTo>
                <a:cubicBezTo>
                  <a:pt x="1342644" y="3845814"/>
                  <a:pt x="1341596" y="3844767"/>
                  <a:pt x="1340263" y="3844767"/>
                </a:cubicBezTo>
                <a:lnTo>
                  <a:pt x="1332262" y="3844767"/>
                </a:lnTo>
                <a:cubicBezTo>
                  <a:pt x="1330928" y="3844767"/>
                  <a:pt x="1329881" y="3845814"/>
                  <a:pt x="1329881" y="3847148"/>
                </a:cubicBezTo>
                <a:lnTo>
                  <a:pt x="1329881" y="3853910"/>
                </a:lnTo>
                <a:lnTo>
                  <a:pt x="1287399" y="3853910"/>
                </a:lnTo>
                <a:cubicBezTo>
                  <a:pt x="1284065" y="3853910"/>
                  <a:pt x="1281398" y="3851243"/>
                  <a:pt x="1281398" y="3847910"/>
                </a:cubicBezTo>
                <a:cubicBezTo>
                  <a:pt x="1281398" y="3844576"/>
                  <a:pt x="1284065" y="3841909"/>
                  <a:pt x="1287399" y="3841909"/>
                </a:cubicBezTo>
                <a:lnTo>
                  <a:pt x="1325499" y="3841909"/>
                </a:lnTo>
                <a:cubicBezTo>
                  <a:pt x="1331405" y="3841909"/>
                  <a:pt x="1336262" y="3837051"/>
                  <a:pt x="1336262" y="3831146"/>
                </a:cubicBezTo>
                <a:cubicBezTo>
                  <a:pt x="1336262" y="3825240"/>
                  <a:pt x="1331405" y="3820382"/>
                  <a:pt x="1325499" y="3820382"/>
                </a:cubicBezTo>
                <a:lnTo>
                  <a:pt x="1287494" y="3820382"/>
                </a:lnTo>
                <a:cubicBezTo>
                  <a:pt x="1284161" y="3820382"/>
                  <a:pt x="1281494" y="3817715"/>
                  <a:pt x="1281494" y="3814382"/>
                </a:cubicBezTo>
                <a:cubicBezTo>
                  <a:pt x="1281494" y="3811048"/>
                  <a:pt x="1284161" y="3808381"/>
                  <a:pt x="1287494" y="3808381"/>
                </a:cubicBezTo>
                <a:lnTo>
                  <a:pt x="1325499" y="3808381"/>
                </a:lnTo>
                <a:cubicBezTo>
                  <a:pt x="1331405" y="3808381"/>
                  <a:pt x="1336262" y="3803523"/>
                  <a:pt x="1336262" y="3797618"/>
                </a:cubicBezTo>
                <a:cubicBezTo>
                  <a:pt x="1336262" y="3791712"/>
                  <a:pt x="1331405" y="3786854"/>
                  <a:pt x="1325499" y="3786854"/>
                </a:cubicBezTo>
                <a:lnTo>
                  <a:pt x="1280922" y="3786854"/>
                </a:lnTo>
                <a:lnTo>
                  <a:pt x="1280922" y="3780092"/>
                </a:lnTo>
                <a:cubicBezTo>
                  <a:pt x="1280922" y="3778758"/>
                  <a:pt x="1279874" y="3777710"/>
                  <a:pt x="1278541" y="3777710"/>
                </a:cubicBezTo>
                <a:lnTo>
                  <a:pt x="1270540" y="3777710"/>
                </a:lnTo>
                <a:cubicBezTo>
                  <a:pt x="1269206" y="3777710"/>
                  <a:pt x="1268159" y="3778758"/>
                  <a:pt x="1268159" y="3780092"/>
                </a:cubicBezTo>
                <a:lnTo>
                  <a:pt x="1268159" y="3786854"/>
                </a:lnTo>
                <a:lnTo>
                  <a:pt x="1260539" y="3786854"/>
                </a:lnTo>
                <a:lnTo>
                  <a:pt x="1260539" y="3780092"/>
                </a:lnTo>
                <a:cubicBezTo>
                  <a:pt x="1260539" y="3778758"/>
                  <a:pt x="1259491" y="3777710"/>
                  <a:pt x="1258157" y="3777710"/>
                </a:cubicBezTo>
                <a:lnTo>
                  <a:pt x="1250156" y="3777710"/>
                </a:lnTo>
                <a:cubicBezTo>
                  <a:pt x="1248823" y="3777710"/>
                  <a:pt x="1247775" y="3778758"/>
                  <a:pt x="1247775" y="3780092"/>
                </a:cubicBezTo>
                <a:lnTo>
                  <a:pt x="1247775" y="3786854"/>
                </a:lnTo>
                <a:lnTo>
                  <a:pt x="1205294" y="3786854"/>
                </a:lnTo>
                <a:cubicBezTo>
                  <a:pt x="1199388" y="3786854"/>
                  <a:pt x="1194530" y="3791712"/>
                  <a:pt x="1194530" y="3797618"/>
                </a:cubicBezTo>
                <a:cubicBezTo>
                  <a:pt x="1194530" y="3803523"/>
                  <a:pt x="1199388" y="3808381"/>
                  <a:pt x="1205294" y="3808381"/>
                </a:cubicBezTo>
                <a:lnTo>
                  <a:pt x="1243394" y="3808381"/>
                </a:lnTo>
                <a:cubicBezTo>
                  <a:pt x="1246727" y="3808381"/>
                  <a:pt x="1249394" y="3811048"/>
                  <a:pt x="1249394" y="3814382"/>
                </a:cubicBezTo>
                <a:cubicBezTo>
                  <a:pt x="1249394" y="3817715"/>
                  <a:pt x="1246727" y="3820382"/>
                  <a:pt x="1243394" y="3820382"/>
                </a:cubicBezTo>
                <a:lnTo>
                  <a:pt x="1205389" y="3820382"/>
                </a:lnTo>
                <a:cubicBezTo>
                  <a:pt x="1199483" y="3820382"/>
                  <a:pt x="1194626" y="3825240"/>
                  <a:pt x="1194626" y="3831146"/>
                </a:cubicBezTo>
                <a:cubicBezTo>
                  <a:pt x="1194626" y="3837051"/>
                  <a:pt x="1199483" y="3841909"/>
                  <a:pt x="1205389" y="3841909"/>
                </a:cubicBezTo>
                <a:lnTo>
                  <a:pt x="1243394" y="3841909"/>
                </a:lnTo>
                <a:cubicBezTo>
                  <a:pt x="1246727" y="3841909"/>
                  <a:pt x="1249394" y="3844576"/>
                  <a:pt x="1249394" y="3847910"/>
                </a:cubicBezTo>
                <a:cubicBezTo>
                  <a:pt x="1249394" y="3851243"/>
                  <a:pt x="1246727" y="3853910"/>
                  <a:pt x="1243394" y="3853910"/>
                </a:cubicBezTo>
                <a:lnTo>
                  <a:pt x="1198817" y="3853910"/>
                </a:lnTo>
                <a:lnTo>
                  <a:pt x="1198817" y="3847243"/>
                </a:lnTo>
                <a:cubicBezTo>
                  <a:pt x="1198817" y="3845909"/>
                  <a:pt x="1197769" y="3844862"/>
                  <a:pt x="1196435" y="3844862"/>
                </a:cubicBezTo>
                <a:lnTo>
                  <a:pt x="1188434" y="3844862"/>
                </a:lnTo>
                <a:cubicBezTo>
                  <a:pt x="1187101" y="3844862"/>
                  <a:pt x="1186053" y="3845909"/>
                  <a:pt x="1186053" y="3847243"/>
                </a:cubicBezTo>
                <a:lnTo>
                  <a:pt x="1186053" y="3865436"/>
                </a:lnTo>
                <a:cubicBezTo>
                  <a:pt x="1186053" y="3866769"/>
                  <a:pt x="1187101" y="3867817"/>
                  <a:pt x="1188434" y="3867817"/>
                </a:cubicBezTo>
                <a:lnTo>
                  <a:pt x="1190720" y="3867817"/>
                </a:lnTo>
                <a:lnTo>
                  <a:pt x="1190720" y="3964400"/>
                </a:lnTo>
                <a:cubicBezTo>
                  <a:pt x="1190720" y="3964400"/>
                  <a:pt x="1168622" y="3986403"/>
                  <a:pt x="1168622" y="3986403"/>
                </a:cubicBezTo>
                <a:lnTo>
                  <a:pt x="1168622" y="4050411"/>
                </a:lnTo>
                <a:cubicBezTo>
                  <a:pt x="1166527" y="4051078"/>
                  <a:pt x="1164527" y="4052030"/>
                  <a:pt x="1162907" y="4053650"/>
                </a:cubicBezTo>
                <a:cubicBezTo>
                  <a:pt x="1160050" y="4056317"/>
                  <a:pt x="1158431" y="4059936"/>
                  <a:pt x="1158240" y="4063746"/>
                </a:cubicBezTo>
                <a:cubicBezTo>
                  <a:pt x="1158145" y="4067651"/>
                  <a:pt x="1159478" y="4071366"/>
                  <a:pt x="1162145" y="4074128"/>
                </a:cubicBezTo>
                <a:cubicBezTo>
                  <a:pt x="1164812" y="4076986"/>
                  <a:pt x="1168432" y="4078605"/>
                  <a:pt x="1172242" y="4078796"/>
                </a:cubicBezTo>
                <a:cubicBezTo>
                  <a:pt x="1172432" y="4078796"/>
                  <a:pt x="1172623" y="4078796"/>
                  <a:pt x="1172813" y="4078796"/>
                </a:cubicBezTo>
                <a:cubicBezTo>
                  <a:pt x="1176242" y="4078796"/>
                  <a:pt x="1179481" y="4077462"/>
                  <a:pt x="1182148" y="4075271"/>
                </a:cubicBezTo>
                <a:lnTo>
                  <a:pt x="1198245" y="4089559"/>
                </a:lnTo>
                <a:lnTo>
                  <a:pt x="1288161" y="4089559"/>
                </a:lnTo>
                <a:cubicBezTo>
                  <a:pt x="1288161" y="4089559"/>
                  <a:pt x="1333500" y="4138898"/>
                  <a:pt x="1333500" y="4138898"/>
                </a:cubicBezTo>
                <a:cubicBezTo>
                  <a:pt x="1331405" y="4142232"/>
                  <a:pt x="1331405" y="4146518"/>
                  <a:pt x="1333976" y="4149757"/>
                </a:cubicBezTo>
                <a:close/>
                <a:moveTo>
                  <a:pt x="1228535" y="3965543"/>
                </a:moveTo>
                <a:cubicBezTo>
                  <a:pt x="1228439" y="3966115"/>
                  <a:pt x="1228439" y="3966686"/>
                  <a:pt x="1228153" y="3967258"/>
                </a:cubicBezTo>
                <a:cubicBezTo>
                  <a:pt x="1226534" y="3970782"/>
                  <a:pt x="1222343" y="3972401"/>
                  <a:pt x="1218819" y="3970782"/>
                </a:cubicBezTo>
                <a:cubicBezTo>
                  <a:pt x="1215295" y="3969163"/>
                  <a:pt x="1213676" y="3964972"/>
                  <a:pt x="1215295" y="3961448"/>
                </a:cubicBezTo>
                <a:cubicBezTo>
                  <a:pt x="1216438" y="3958876"/>
                  <a:pt x="1219010" y="3957257"/>
                  <a:pt x="1221772" y="3957257"/>
                </a:cubicBezTo>
                <a:cubicBezTo>
                  <a:pt x="1222724" y="3957257"/>
                  <a:pt x="1223772" y="3957447"/>
                  <a:pt x="1224629" y="3957923"/>
                </a:cubicBezTo>
                <a:cubicBezTo>
                  <a:pt x="1226820" y="3958971"/>
                  <a:pt x="1228153" y="3960971"/>
                  <a:pt x="1228535" y="3963162"/>
                </a:cubicBezTo>
                <a:lnTo>
                  <a:pt x="1228535" y="3965543"/>
                </a:lnTo>
                <a:close/>
                <a:moveTo>
                  <a:pt x="1334834" y="3849338"/>
                </a:moveTo>
                <a:lnTo>
                  <a:pt x="1338072" y="3849338"/>
                </a:lnTo>
                <a:lnTo>
                  <a:pt x="1338072" y="3862769"/>
                </a:lnTo>
                <a:lnTo>
                  <a:pt x="1334834" y="3862769"/>
                </a:lnTo>
                <a:lnTo>
                  <a:pt x="1334834" y="3849338"/>
                </a:lnTo>
                <a:close/>
                <a:moveTo>
                  <a:pt x="1273016" y="3782378"/>
                </a:moveTo>
                <a:lnTo>
                  <a:pt x="1276255" y="3782378"/>
                </a:lnTo>
                <a:lnTo>
                  <a:pt x="1276255" y="3795903"/>
                </a:lnTo>
                <a:lnTo>
                  <a:pt x="1273016" y="3795903"/>
                </a:lnTo>
                <a:lnTo>
                  <a:pt x="1273016" y="3782378"/>
                </a:lnTo>
                <a:close/>
                <a:moveTo>
                  <a:pt x="1252728" y="3782473"/>
                </a:moveTo>
                <a:lnTo>
                  <a:pt x="1255967" y="3782473"/>
                </a:lnTo>
                <a:lnTo>
                  <a:pt x="1255967" y="3795903"/>
                </a:lnTo>
                <a:lnTo>
                  <a:pt x="1252728" y="3795903"/>
                </a:lnTo>
                <a:lnTo>
                  <a:pt x="1252728" y="3782473"/>
                </a:lnTo>
                <a:close/>
                <a:moveTo>
                  <a:pt x="1190911" y="3862864"/>
                </a:moveTo>
                <a:lnTo>
                  <a:pt x="1190911" y="3849434"/>
                </a:lnTo>
                <a:lnTo>
                  <a:pt x="1194149" y="3849434"/>
                </a:lnTo>
                <a:lnTo>
                  <a:pt x="1194149" y="3862864"/>
                </a:lnTo>
                <a:lnTo>
                  <a:pt x="1190911" y="3862864"/>
                </a:lnTo>
                <a:close/>
                <a:moveTo>
                  <a:pt x="1179671" y="4071176"/>
                </a:moveTo>
                <a:cubicBezTo>
                  <a:pt x="1177766" y="4072985"/>
                  <a:pt x="1175290" y="4073747"/>
                  <a:pt x="1172623" y="4073747"/>
                </a:cubicBezTo>
                <a:cubicBezTo>
                  <a:pt x="1170051" y="4073747"/>
                  <a:pt x="1167575" y="4072509"/>
                  <a:pt x="1165765" y="4070604"/>
                </a:cubicBezTo>
                <a:cubicBezTo>
                  <a:pt x="1163955" y="4068699"/>
                  <a:pt x="1163098" y="4066223"/>
                  <a:pt x="1163193" y="4063555"/>
                </a:cubicBezTo>
                <a:cubicBezTo>
                  <a:pt x="1163193" y="4060984"/>
                  <a:pt x="1164431" y="4058507"/>
                  <a:pt x="1166336" y="4056698"/>
                </a:cubicBezTo>
                <a:cubicBezTo>
                  <a:pt x="1168241" y="4054983"/>
                  <a:pt x="1170623" y="4054126"/>
                  <a:pt x="1173004" y="4054126"/>
                </a:cubicBezTo>
                <a:cubicBezTo>
                  <a:pt x="1175671" y="4054126"/>
                  <a:pt x="1178243" y="4055174"/>
                  <a:pt x="1180148" y="4057269"/>
                </a:cubicBezTo>
                <a:cubicBezTo>
                  <a:pt x="1183862" y="4061270"/>
                  <a:pt x="1183577" y="4067461"/>
                  <a:pt x="1179671" y="4071080"/>
                </a:cubicBezTo>
                <a:close/>
                <a:moveTo>
                  <a:pt x="428720" y="2109121"/>
                </a:moveTo>
                <a:lnTo>
                  <a:pt x="420243" y="2099405"/>
                </a:lnTo>
                <a:cubicBezTo>
                  <a:pt x="419290" y="2098262"/>
                  <a:pt x="419386" y="2096548"/>
                  <a:pt x="420529" y="2095595"/>
                </a:cubicBezTo>
                <a:lnTo>
                  <a:pt x="430244" y="2087118"/>
                </a:lnTo>
                <a:cubicBezTo>
                  <a:pt x="430244" y="2087118"/>
                  <a:pt x="431006" y="2086832"/>
                  <a:pt x="431483" y="2086737"/>
                </a:cubicBezTo>
                <a:lnTo>
                  <a:pt x="427863" y="2086737"/>
                </a:lnTo>
                <a:lnTo>
                  <a:pt x="427863" y="2081975"/>
                </a:lnTo>
                <a:lnTo>
                  <a:pt x="435007" y="2081975"/>
                </a:lnTo>
                <a:lnTo>
                  <a:pt x="435007" y="2086737"/>
                </a:lnTo>
                <a:lnTo>
                  <a:pt x="432721" y="2086737"/>
                </a:lnTo>
                <a:cubicBezTo>
                  <a:pt x="433197" y="2086832"/>
                  <a:pt x="433673" y="2087023"/>
                  <a:pt x="434054" y="2087404"/>
                </a:cubicBezTo>
                <a:lnTo>
                  <a:pt x="442532" y="2097119"/>
                </a:lnTo>
                <a:cubicBezTo>
                  <a:pt x="443484" y="2098262"/>
                  <a:pt x="443389" y="2099977"/>
                  <a:pt x="442246" y="2100929"/>
                </a:cubicBezTo>
                <a:lnTo>
                  <a:pt x="432530" y="2109407"/>
                </a:lnTo>
                <a:cubicBezTo>
                  <a:pt x="431387" y="2110359"/>
                  <a:pt x="429673" y="2110264"/>
                  <a:pt x="428720" y="2109121"/>
                </a:cubicBezTo>
                <a:close/>
                <a:moveTo>
                  <a:pt x="1811465" y="756571"/>
                </a:moveTo>
                <a:cubicBezTo>
                  <a:pt x="1812989" y="756571"/>
                  <a:pt x="1814513" y="756285"/>
                  <a:pt x="1816037" y="755714"/>
                </a:cubicBezTo>
                <a:cubicBezTo>
                  <a:pt x="1822990" y="753142"/>
                  <a:pt x="1826609" y="745427"/>
                  <a:pt x="1824038" y="738473"/>
                </a:cubicBezTo>
                <a:cubicBezTo>
                  <a:pt x="1822514" y="734187"/>
                  <a:pt x="1818989" y="731234"/>
                  <a:pt x="1814989" y="730187"/>
                </a:cubicBezTo>
                <a:lnTo>
                  <a:pt x="1814989" y="727329"/>
                </a:lnTo>
                <a:cubicBezTo>
                  <a:pt x="1814989" y="727329"/>
                  <a:pt x="1807845" y="727329"/>
                  <a:pt x="1807845" y="727329"/>
                </a:cubicBezTo>
                <a:lnTo>
                  <a:pt x="1807845" y="730282"/>
                </a:lnTo>
                <a:cubicBezTo>
                  <a:pt x="1807845" y="730282"/>
                  <a:pt x="1807083" y="730377"/>
                  <a:pt x="1806797" y="730568"/>
                </a:cubicBezTo>
                <a:cubicBezTo>
                  <a:pt x="1799844" y="733139"/>
                  <a:pt x="1796225" y="740854"/>
                  <a:pt x="1798796" y="747808"/>
                </a:cubicBezTo>
                <a:cubicBezTo>
                  <a:pt x="1800797" y="753237"/>
                  <a:pt x="1805940" y="756666"/>
                  <a:pt x="1811465" y="756666"/>
                </a:cubicBezTo>
                <a:close/>
                <a:moveTo>
                  <a:pt x="1808512" y="734949"/>
                </a:moveTo>
                <a:cubicBezTo>
                  <a:pt x="1812989" y="733330"/>
                  <a:pt x="1818037" y="735616"/>
                  <a:pt x="1819656" y="740188"/>
                </a:cubicBezTo>
                <a:cubicBezTo>
                  <a:pt x="1821275" y="744665"/>
                  <a:pt x="1818989" y="749713"/>
                  <a:pt x="1814417" y="751332"/>
                </a:cubicBezTo>
                <a:cubicBezTo>
                  <a:pt x="1812227" y="752094"/>
                  <a:pt x="1809845" y="751999"/>
                  <a:pt x="1807750" y="751046"/>
                </a:cubicBezTo>
                <a:cubicBezTo>
                  <a:pt x="1805654" y="750094"/>
                  <a:pt x="1804035" y="748284"/>
                  <a:pt x="1803273" y="746189"/>
                </a:cubicBezTo>
                <a:cubicBezTo>
                  <a:pt x="1801654" y="741712"/>
                  <a:pt x="1803940" y="736664"/>
                  <a:pt x="1808512" y="735044"/>
                </a:cubicBezTo>
                <a:close/>
                <a:moveTo>
                  <a:pt x="1803559" y="597884"/>
                </a:moveTo>
                <a:lnTo>
                  <a:pt x="1803559" y="545592"/>
                </a:lnTo>
                <a:cubicBezTo>
                  <a:pt x="1803559" y="545021"/>
                  <a:pt x="1803368" y="544544"/>
                  <a:pt x="1803082" y="544163"/>
                </a:cubicBezTo>
                <a:lnTo>
                  <a:pt x="1780032" y="514636"/>
                </a:lnTo>
                <a:cubicBezTo>
                  <a:pt x="1779556" y="514064"/>
                  <a:pt x="1778889" y="513683"/>
                  <a:pt x="1778127" y="513683"/>
                </a:cubicBezTo>
                <a:cubicBezTo>
                  <a:pt x="1777365" y="513588"/>
                  <a:pt x="1776698" y="514064"/>
                  <a:pt x="1776222" y="514636"/>
                </a:cubicBezTo>
                <a:lnTo>
                  <a:pt x="1745932" y="555308"/>
                </a:lnTo>
                <a:cubicBezTo>
                  <a:pt x="1745932" y="555308"/>
                  <a:pt x="1745456" y="556165"/>
                  <a:pt x="1745456" y="556736"/>
                </a:cubicBezTo>
                <a:lnTo>
                  <a:pt x="1744504" y="679514"/>
                </a:lnTo>
                <a:lnTo>
                  <a:pt x="1740503" y="679514"/>
                </a:lnTo>
                <a:cubicBezTo>
                  <a:pt x="1737741" y="679514"/>
                  <a:pt x="1735455" y="681800"/>
                  <a:pt x="1735455" y="684562"/>
                </a:cubicBezTo>
                <a:lnTo>
                  <a:pt x="1735455" y="697516"/>
                </a:lnTo>
                <a:cubicBezTo>
                  <a:pt x="1735455" y="700278"/>
                  <a:pt x="1737741" y="702564"/>
                  <a:pt x="1740503" y="702564"/>
                </a:cubicBezTo>
                <a:lnTo>
                  <a:pt x="1753457" y="702564"/>
                </a:lnTo>
                <a:cubicBezTo>
                  <a:pt x="1756220" y="702564"/>
                  <a:pt x="1758506" y="700278"/>
                  <a:pt x="1758506" y="697516"/>
                </a:cubicBezTo>
                <a:lnTo>
                  <a:pt x="1758506" y="684562"/>
                </a:lnTo>
                <a:cubicBezTo>
                  <a:pt x="1758506" y="681800"/>
                  <a:pt x="1756220" y="679514"/>
                  <a:pt x="1753457" y="679514"/>
                </a:cubicBezTo>
                <a:lnTo>
                  <a:pt x="1749362" y="679514"/>
                </a:lnTo>
                <a:lnTo>
                  <a:pt x="1750314" y="557594"/>
                </a:lnTo>
                <a:lnTo>
                  <a:pt x="1778222" y="520065"/>
                </a:lnTo>
                <a:lnTo>
                  <a:pt x="1798796" y="546449"/>
                </a:lnTo>
                <a:lnTo>
                  <a:pt x="1798796" y="597218"/>
                </a:lnTo>
                <a:lnTo>
                  <a:pt x="1784985" y="616553"/>
                </a:lnTo>
                <a:cubicBezTo>
                  <a:pt x="1783175" y="615601"/>
                  <a:pt x="1781080" y="615029"/>
                  <a:pt x="1778889" y="615029"/>
                </a:cubicBezTo>
                <a:cubicBezTo>
                  <a:pt x="1771460" y="615029"/>
                  <a:pt x="1765459" y="621030"/>
                  <a:pt x="1765459" y="628460"/>
                </a:cubicBezTo>
                <a:cubicBezTo>
                  <a:pt x="1765459" y="635889"/>
                  <a:pt x="1771460" y="641890"/>
                  <a:pt x="1778889" y="641890"/>
                </a:cubicBezTo>
                <a:cubicBezTo>
                  <a:pt x="1786319" y="641890"/>
                  <a:pt x="1792319" y="635889"/>
                  <a:pt x="1792319" y="628460"/>
                </a:cubicBezTo>
                <a:cubicBezTo>
                  <a:pt x="1792319" y="624935"/>
                  <a:pt x="1790986" y="621792"/>
                  <a:pt x="1788795" y="619411"/>
                </a:cubicBezTo>
                <a:lnTo>
                  <a:pt x="1803178" y="599313"/>
                </a:lnTo>
                <a:cubicBezTo>
                  <a:pt x="1803178" y="599313"/>
                  <a:pt x="1803654" y="598456"/>
                  <a:pt x="1803654" y="597884"/>
                </a:cubicBezTo>
                <a:close/>
                <a:moveTo>
                  <a:pt x="1753743" y="684562"/>
                </a:moveTo>
                <a:lnTo>
                  <a:pt x="1753457" y="697802"/>
                </a:lnTo>
                <a:lnTo>
                  <a:pt x="1740218" y="697516"/>
                </a:lnTo>
                <a:lnTo>
                  <a:pt x="1740218" y="684562"/>
                </a:lnTo>
                <a:cubicBezTo>
                  <a:pt x="1740218" y="684562"/>
                  <a:pt x="1740408" y="684276"/>
                  <a:pt x="1740503" y="684276"/>
                </a:cubicBezTo>
                <a:lnTo>
                  <a:pt x="1753743" y="684562"/>
                </a:lnTo>
                <a:close/>
                <a:moveTo>
                  <a:pt x="1778889" y="637032"/>
                </a:moveTo>
                <a:cubicBezTo>
                  <a:pt x="1774127" y="637032"/>
                  <a:pt x="1770221" y="633127"/>
                  <a:pt x="1770221" y="628364"/>
                </a:cubicBezTo>
                <a:cubicBezTo>
                  <a:pt x="1770221" y="623602"/>
                  <a:pt x="1774127" y="619697"/>
                  <a:pt x="1778889" y="619697"/>
                </a:cubicBezTo>
                <a:cubicBezTo>
                  <a:pt x="1783652" y="619697"/>
                  <a:pt x="1787557" y="623602"/>
                  <a:pt x="1787557" y="628364"/>
                </a:cubicBezTo>
                <a:cubicBezTo>
                  <a:pt x="1787557" y="633127"/>
                  <a:pt x="1783652" y="637032"/>
                  <a:pt x="1778889" y="637032"/>
                </a:cubicBezTo>
                <a:close/>
                <a:moveTo>
                  <a:pt x="591217" y="2219897"/>
                </a:moveTo>
                <a:lnTo>
                  <a:pt x="597408" y="2213515"/>
                </a:lnTo>
                <a:lnTo>
                  <a:pt x="600837" y="2216849"/>
                </a:lnTo>
                <a:lnTo>
                  <a:pt x="594646" y="2223230"/>
                </a:lnTo>
                <a:lnTo>
                  <a:pt x="591217" y="2219897"/>
                </a:lnTo>
                <a:close/>
                <a:moveTo>
                  <a:pt x="426053" y="2119789"/>
                </a:moveTo>
                <a:lnTo>
                  <a:pt x="429387" y="2123218"/>
                </a:lnTo>
                <a:lnTo>
                  <a:pt x="425958" y="2126552"/>
                </a:lnTo>
                <a:lnTo>
                  <a:pt x="422624" y="2123123"/>
                </a:lnTo>
                <a:lnTo>
                  <a:pt x="426053" y="2119789"/>
                </a:lnTo>
                <a:close/>
                <a:moveTo>
                  <a:pt x="897350" y="3598069"/>
                </a:moveTo>
                <a:lnTo>
                  <a:pt x="897350" y="3602355"/>
                </a:lnTo>
                <a:cubicBezTo>
                  <a:pt x="897350" y="3606260"/>
                  <a:pt x="900494" y="3609499"/>
                  <a:pt x="904494" y="3609499"/>
                </a:cubicBezTo>
                <a:lnTo>
                  <a:pt x="918020" y="3609499"/>
                </a:lnTo>
                <a:cubicBezTo>
                  <a:pt x="921925" y="3609499"/>
                  <a:pt x="925163" y="3606355"/>
                  <a:pt x="925163" y="3602355"/>
                </a:cubicBezTo>
                <a:lnTo>
                  <a:pt x="925163" y="3588830"/>
                </a:lnTo>
                <a:cubicBezTo>
                  <a:pt x="925163" y="3584924"/>
                  <a:pt x="921925" y="3581686"/>
                  <a:pt x="918020" y="3581686"/>
                </a:cubicBezTo>
                <a:lnTo>
                  <a:pt x="904494" y="3581686"/>
                </a:lnTo>
                <a:cubicBezTo>
                  <a:pt x="900589" y="3581686"/>
                  <a:pt x="897350" y="3584829"/>
                  <a:pt x="897350" y="3588830"/>
                </a:cubicBezTo>
                <a:lnTo>
                  <a:pt x="897350" y="3593306"/>
                </a:lnTo>
                <a:lnTo>
                  <a:pt x="873538" y="3593783"/>
                </a:lnTo>
                <a:lnTo>
                  <a:pt x="857631" y="3610356"/>
                </a:lnTo>
                <a:lnTo>
                  <a:pt x="858012" y="3736562"/>
                </a:lnTo>
                <a:lnTo>
                  <a:pt x="819055" y="3773615"/>
                </a:lnTo>
                <a:lnTo>
                  <a:pt x="698087" y="3772853"/>
                </a:lnTo>
                <a:lnTo>
                  <a:pt x="698087" y="3763899"/>
                </a:lnTo>
                <a:cubicBezTo>
                  <a:pt x="698087" y="3759137"/>
                  <a:pt x="694182" y="3755136"/>
                  <a:pt x="689324" y="3755136"/>
                </a:cubicBezTo>
                <a:lnTo>
                  <a:pt x="541306" y="3755136"/>
                </a:lnTo>
                <a:cubicBezTo>
                  <a:pt x="536543" y="3755136"/>
                  <a:pt x="532638" y="3759042"/>
                  <a:pt x="532638" y="3763899"/>
                </a:cubicBezTo>
                <a:lnTo>
                  <a:pt x="532638" y="3771710"/>
                </a:lnTo>
                <a:lnTo>
                  <a:pt x="452247" y="3771710"/>
                </a:lnTo>
                <a:lnTo>
                  <a:pt x="434054" y="3759137"/>
                </a:lnTo>
                <a:lnTo>
                  <a:pt x="364522" y="3759137"/>
                </a:lnTo>
                <a:lnTo>
                  <a:pt x="364522" y="3742754"/>
                </a:lnTo>
                <a:lnTo>
                  <a:pt x="434054" y="3742754"/>
                </a:lnTo>
                <a:lnTo>
                  <a:pt x="452247" y="3730180"/>
                </a:lnTo>
                <a:lnTo>
                  <a:pt x="534734" y="3730180"/>
                </a:lnTo>
                <a:lnTo>
                  <a:pt x="534734" y="3737324"/>
                </a:lnTo>
                <a:cubicBezTo>
                  <a:pt x="534734" y="3742087"/>
                  <a:pt x="538639" y="3746087"/>
                  <a:pt x="543497" y="3746087"/>
                </a:cubicBezTo>
                <a:lnTo>
                  <a:pt x="687229" y="3746087"/>
                </a:lnTo>
                <a:cubicBezTo>
                  <a:pt x="691991" y="3746087"/>
                  <a:pt x="695992" y="3742182"/>
                  <a:pt x="695992" y="3737324"/>
                </a:cubicBezTo>
                <a:lnTo>
                  <a:pt x="695992" y="3732848"/>
                </a:lnTo>
                <a:lnTo>
                  <a:pt x="795052" y="3732848"/>
                </a:lnTo>
                <a:cubicBezTo>
                  <a:pt x="795052" y="3732848"/>
                  <a:pt x="831818" y="3701225"/>
                  <a:pt x="831818" y="3701225"/>
                </a:cubicBezTo>
                <a:lnTo>
                  <a:pt x="831342" y="3588639"/>
                </a:lnTo>
                <a:lnTo>
                  <a:pt x="867061" y="3551015"/>
                </a:lnTo>
                <a:lnTo>
                  <a:pt x="892778" y="3550634"/>
                </a:lnTo>
                <a:cubicBezTo>
                  <a:pt x="893921" y="3554825"/>
                  <a:pt x="897541" y="3557969"/>
                  <a:pt x="902018" y="3557969"/>
                </a:cubicBezTo>
                <a:cubicBezTo>
                  <a:pt x="907352" y="3557969"/>
                  <a:pt x="911733" y="3553587"/>
                  <a:pt x="911733" y="3548253"/>
                </a:cubicBezTo>
                <a:cubicBezTo>
                  <a:pt x="911733" y="3542919"/>
                  <a:pt x="907352" y="3538538"/>
                  <a:pt x="902018" y="3538538"/>
                </a:cubicBezTo>
                <a:cubicBezTo>
                  <a:pt x="897446" y="3538538"/>
                  <a:pt x="893826" y="3541776"/>
                  <a:pt x="892778" y="3545967"/>
                </a:cubicBezTo>
                <a:lnTo>
                  <a:pt x="865061" y="3546443"/>
                </a:lnTo>
                <a:lnTo>
                  <a:pt x="826675" y="3586925"/>
                </a:lnTo>
                <a:lnTo>
                  <a:pt x="827151" y="3699224"/>
                </a:lnTo>
                <a:lnTo>
                  <a:pt x="793433" y="3728085"/>
                </a:lnTo>
                <a:lnTo>
                  <a:pt x="696182" y="3728085"/>
                </a:lnTo>
                <a:cubicBezTo>
                  <a:pt x="696182" y="3728085"/>
                  <a:pt x="696182" y="3718274"/>
                  <a:pt x="696182" y="3718274"/>
                </a:cubicBezTo>
                <a:cubicBezTo>
                  <a:pt x="696182" y="3713512"/>
                  <a:pt x="692277" y="3709511"/>
                  <a:pt x="687419" y="3709511"/>
                </a:cubicBezTo>
                <a:lnTo>
                  <a:pt x="543687" y="3709511"/>
                </a:lnTo>
                <a:cubicBezTo>
                  <a:pt x="538925" y="3709511"/>
                  <a:pt x="534924" y="3713417"/>
                  <a:pt x="534924" y="3718274"/>
                </a:cubicBezTo>
                <a:lnTo>
                  <a:pt x="534924" y="3725418"/>
                </a:lnTo>
                <a:lnTo>
                  <a:pt x="450914" y="3725418"/>
                </a:lnTo>
                <a:lnTo>
                  <a:pt x="432721" y="3737991"/>
                </a:lnTo>
                <a:lnTo>
                  <a:pt x="364617" y="3737991"/>
                </a:lnTo>
                <a:cubicBezTo>
                  <a:pt x="364617" y="3733610"/>
                  <a:pt x="360998" y="3730085"/>
                  <a:pt x="356521" y="3730085"/>
                </a:cubicBezTo>
                <a:lnTo>
                  <a:pt x="348996" y="3730085"/>
                </a:lnTo>
                <a:cubicBezTo>
                  <a:pt x="344519" y="3730085"/>
                  <a:pt x="340900" y="3733610"/>
                  <a:pt x="340900" y="3737896"/>
                </a:cubicBezTo>
                <a:lnTo>
                  <a:pt x="340900" y="3768947"/>
                </a:lnTo>
                <a:cubicBezTo>
                  <a:pt x="340900" y="3773234"/>
                  <a:pt x="344519" y="3776758"/>
                  <a:pt x="348996" y="3776758"/>
                </a:cubicBezTo>
                <a:lnTo>
                  <a:pt x="356521" y="3776758"/>
                </a:lnTo>
                <a:cubicBezTo>
                  <a:pt x="360998" y="3776758"/>
                  <a:pt x="364617" y="3773234"/>
                  <a:pt x="364617" y="3768947"/>
                </a:cubicBezTo>
                <a:lnTo>
                  <a:pt x="364617" y="3763804"/>
                </a:lnTo>
                <a:lnTo>
                  <a:pt x="432721" y="3763804"/>
                </a:lnTo>
                <a:lnTo>
                  <a:pt x="450914" y="3776377"/>
                </a:lnTo>
                <a:lnTo>
                  <a:pt x="532829" y="3776377"/>
                </a:lnTo>
                <a:lnTo>
                  <a:pt x="532829" y="3786378"/>
                </a:lnTo>
                <a:cubicBezTo>
                  <a:pt x="532829" y="3791141"/>
                  <a:pt x="536734" y="3795141"/>
                  <a:pt x="541496" y="3795141"/>
                </a:cubicBezTo>
                <a:lnTo>
                  <a:pt x="689515" y="3795141"/>
                </a:lnTo>
                <a:cubicBezTo>
                  <a:pt x="694277" y="3795141"/>
                  <a:pt x="698278" y="3791236"/>
                  <a:pt x="698278" y="3786378"/>
                </a:cubicBezTo>
                <a:lnTo>
                  <a:pt x="698278" y="3777615"/>
                </a:lnTo>
                <a:lnTo>
                  <a:pt x="820102" y="3778377"/>
                </a:lnTo>
                <a:lnTo>
                  <a:pt x="821055" y="3778377"/>
                </a:lnTo>
                <a:cubicBezTo>
                  <a:pt x="821055" y="3778377"/>
                  <a:pt x="862870" y="3738563"/>
                  <a:pt x="862870" y="3738563"/>
                </a:cubicBezTo>
                <a:lnTo>
                  <a:pt x="862489" y="3612261"/>
                </a:lnTo>
                <a:lnTo>
                  <a:pt x="875729" y="3598450"/>
                </a:lnTo>
                <a:lnTo>
                  <a:pt x="897446" y="3598069"/>
                </a:lnTo>
                <a:close/>
                <a:moveTo>
                  <a:pt x="902113" y="3588925"/>
                </a:moveTo>
                <a:cubicBezTo>
                  <a:pt x="902113" y="3587592"/>
                  <a:pt x="903161" y="3586544"/>
                  <a:pt x="904494" y="3586544"/>
                </a:cubicBezTo>
                <a:lnTo>
                  <a:pt x="918020" y="3586544"/>
                </a:lnTo>
                <a:cubicBezTo>
                  <a:pt x="919353" y="3586544"/>
                  <a:pt x="920401" y="3587592"/>
                  <a:pt x="920401" y="3588925"/>
                </a:cubicBezTo>
                <a:lnTo>
                  <a:pt x="920401" y="3602450"/>
                </a:lnTo>
                <a:cubicBezTo>
                  <a:pt x="920401" y="3603784"/>
                  <a:pt x="919353" y="3604832"/>
                  <a:pt x="918020" y="3604832"/>
                </a:cubicBezTo>
                <a:lnTo>
                  <a:pt x="904494" y="3604832"/>
                </a:lnTo>
                <a:cubicBezTo>
                  <a:pt x="903161" y="3604832"/>
                  <a:pt x="902113" y="3603784"/>
                  <a:pt x="902113" y="3602450"/>
                </a:cubicBezTo>
                <a:lnTo>
                  <a:pt x="902113" y="3588925"/>
                </a:lnTo>
                <a:close/>
                <a:moveTo>
                  <a:pt x="902113" y="3543300"/>
                </a:moveTo>
                <a:cubicBezTo>
                  <a:pt x="904875" y="3543300"/>
                  <a:pt x="907066" y="3545491"/>
                  <a:pt x="907066" y="3548253"/>
                </a:cubicBezTo>
                <a:cubicBezTo>
                  <a:pt x="907066" y="3551015"/>
                  <a:pt x="904875" y="3553206"/>
                  <a:pt x="902113" y="3553206"/>
                </a:cubicBezTo>
                <a:cubicBezTo>
                  <a:pt x="899351" y="3553206"/>
                  <a:pt x="897160" y="3551015"/>
                  <a:pt x="897160" y="3548253"/>
                </a:cubicBezTo>
                <a:cubicBezTo>
                  <a:pt x="897160" y="3545491"/>
                  <a:pt x="899351" y="3543300"/>
                  <a:pt x="902113" y="3543300"/>
                </a:cubicBezTo>
                <a:close/>
                <a:moveTo>
                  <a:pt x="539687" y="3718274"/>
                </a:moveTo>
                <a:cubicBezTo>
                  <a:pt x="539687" y="3716084"/>
                  <a:pt x="541496" y="3714274"/>
                  <a:pt x="543687" y="3714274"/>
                </a:cubicBezTo>
                <a:lnTo>
                  <a:pt x="687419" y="3714274"/>
                </a:lnTo>
                <a:cubicBezTo>
                  <a:pt x="689610" y="3714274"/>
                  <a:pt x="691420" y="3716084"/>
                  <a:pt x="691420" y="3718274"/>
                </a:cubicBezTo>
                <a:lnTo>
                  <a:pt x="691420" y="3737420"/>
                </a:lnTo>
                <a:cubicBezTo>
                  <a:pt x="691420" y="3739610"/>
                  <a:pt x="689610" y="3741420"/>
                  <a:pt x="687419" y="3741420"/>
                </a:cubicBezTo>
                <a:lnTo>
                  <a:pt x="543687" y="3741420"/>
                </a:lnTo>
                <a:cubicBezTo>
                  <a:pt x="541496" y="3741420"/>
                  <a:pt x="539687" y="3739610"/>
                  <a:pt x="539687" y="3737420"/>
                </a:cubicBezTo>
                <a:lnTo>
                  <a:pt x="539687" y="3718274"/>
                </a:lnTo>
                <a:close/>
                <a:moveTo>
                  <a:pt x="360998" y="3769043"/>
                </a:moveTo>
                <a:cubicBezTo>
                  <a:pt x="360998" y="3771329"/>
                  <a:pt x="358997" y="3773234"/>
                  <a:pt x="356616" y="3773234"/>
                </a:cubicBezTo>
                <a:lnTo>
                  <a:pt x="349091" y="3773234"/>
                </a:lnTo>
                <a:cubicBezTo>
                  <a:pt x="346710" y="3773234"/>
                  <a:pt x="344710" y="3771329"/>
                  <a:pt x="344710" y="3769043"/>
                </a:cubicBezTo>
                <a:lnTo>
                  <a:pt x="344710" y="3762470"/>
                </a:lnTo>
                <a:lnTo>
                  <a:pt x="360902" y="3762470"/>
                </a:lnTo>
                <a:lnTo>
                  <a:pt x="360902" y="3769043"/>
                </a:lnTo>
                <a:close/>
                <a:moveTo>
                  <a:pt x="360998" y="3742754"/>
                </a:moveTo>
                <a:lnTo>
                  <a:pt x="344805" y="3742754"/>
                </a:lnTo>
                <a:lnTo>
                  <a:pt x="344805" y="3737896"/>
                </a:lnTo>
                <a:cubicBezTo>
                  <a:pt x="344805" y="3735610"/>
                  <a:pt x="346805" y="3733705"/>
                  <a:pt x="349187" y="3733705"/>
                </a:cubicBezTo>
                <a:lnTo>
                  <a:pt x="356711" y="3733705"/>
                </a:lnTo>
                <a:cubicBezTo>
                  <a:pt x="359093" y="3733705"/>
                  <a:pt x="361093" y="3735610"/>
                  <a:pt x="361093" y="3737896"/>
                </a:cubicBezTo>
                <a:lnTo>
                  <a:pt x="361093" y="3742754"/>
                </a:lnTo>
                <a:close/>
                <a:moveTo>
                  <a:pt x="693515" y="3786473"/>
                </a:moveTo>
                <a:cubicBezTo>
                  <a:pt x="693515" y="3788664"/>
                  <a:pt x="691706" y="3790474"/>
                  <a:pt x="689515" y="3790474"/>
                </a:cubicBezTo>
                <a:lnTo>
                  <a:pt x="541496" y="3790474"/>
                </a:lnTo>
                <a:cubicBezTo>
                  <a:pt x="539306" y="3790474"/>
                  <a:pt x="537591" y="3788664"/>
                  <a:pt x="537591" y="3786473"/>
                </a:cubicBezTo>
                <a:lnTo>
                  <a:pt x="537591" y="3763994"/>
                </a:lnTo>
                <a:cubicBezTo>
                  <a:pt x="537591" y="3761804"/>
                  <a:pt x="539401" y="3759994"/>
                  <a:pt x="541496" y="3759994"/>
                </a:cubicBezTo>
                <a:lnTo>
                  <a:pt x="689515" y="3759994"/>
                </a:lnTo>
                <a:cubicBezTo>
                  <a:pt x="691706" y="3759994"/>
                  <a:pt x="693515" y="3761804"/>
                  <a:pt x="693515" y="3763994"/>
                </a:cubicBezTo>
                <a:lnTo>
                  <a:pt x="693515" y="3786473"/>
                </a:lnTo>
                <a:close/>
                <a:moveTo>
                  <a:pt x="1808607" y="661511"/>
                </a:moveTo>
                <a:lnTo>
                  <a:pt x="1815751" y="661511"/>
                </a:lnTo>
                <a:cubicBezTo>
                  <a:pt x="1815751" y="661511"/>
                  <a:pt x="1815751" y="669798"/>
                  <a:pt x="1815751" y="669798"/>
                </a:cubicBezTo>
                <a:lnTo>
                  <a:pt x="1808607" y="669798"/>
                </a:lnTo>
                <a:cubicBezTo>
                  <a:pt x="1808607" y="669798"/>
                  <a:pt x="1808607" y="661511"/>
                  <a:pt x="1808607" y="661511"/>
                </a:cubicBezTo>
                <a:close/>
                <a:moveTo>
                  <a:pt x="1734884" y="470726"/>
                </a:moveTo>
                <a:lnTo>
                  <a:pt x="1742027" y="470726"/>
                </a:lnTo>
                <a:lnTo>
                  <a:pt x="1742027" y="479203"/>
                </a:lnTo>
                <a:lnTo>
                  <a:pt x="1734884" y="479203"/>
                </a:lnTo>
                <a:lnTo>
                  <a:pt x="1734884" y="470726"/>
                </a:lnTo>
                <a:close/>
                <a:moveTo>
                  <a:pt x="1808417" y="677894"/>
                </a:moveTo>
                <a:lnTo>
                  <a:pt x="1815560" y="677894"/>
                </a:lnTo>
                <a:cubicBezTo>
                  <a:pt x="1815560" y="677894"/>
                  <a:pt x="1815560" y="686181"/>
                  <a:pt x="1815560" y="686181"/>
                </a:cubicBezTo>
                <a:lnTo>
                  <a:pt x="1808417" y="686181"/>
                </a:lnTo>
                <a:cubicBezTo>
                  <a:pt x="1808417" y="686181"/>
                  <a:pt x="1808417" y="677894"/>
                  <a:pt x="1808417" y="677894"/>
                </a:cubicBezTo>
                <a:close/>
                <a:moveTo>
                  <a:pt x="1808321" y="694373"/>
                </a:moveTo>
                <a:lnTo>
                  <a:pt x="1815465" y="694373"/>
                </a:lnTo>
                <a:cubicBezTo>
                  <a:pt x="1815465" y="694373"/>
                  <a:pt x="1815465" y="702659"/>
                  <a:pt x="1815465" y="702659"/>
                </a:cubicBezTo>
                <a:lnTo>
                  <a:pt x="1808321" y="702659"/>
                </a:lnTo>
                <a:cubicBezTo>
                  <a:pt x="1808321" y="702659"/>
                  <a:pt x="1808321" y="694373"/>
                  <a:pt x="1808321" y="694373"/>
                </a:cubicBezTo>
                <a:close/>
                <a:moveTo>
                  <a:pt x="1816037" y="636937"/>
                </a:moveTo>
                <a:lnTo>
                  <a:pt x="1808893" y="636937"/>
                </a:lnTo>
                <a:cubicBezTo>
                  <a:pt x="1808893" y="636937"/>
                  <a:pt x="1808893" y="630174"/>
                  <a:pt x="1808893" y="630174"/>
                </a:cubicBezTo>
                <a:lnTo>
                  <a:pt x="1810988" y="627126"/>
                </a:lnTo>
                <a:lnTo>
                  <a:pt x="1816894" y="631222"/>
                </a:lnTo>
                <a:lnTo>
                  <a:pt x="1816037" y="632460"/>
                </a:lnTo>
                <a:lnTo>
                  <a:pt x="1816037" y="636937"/>
                </a:lnTo>
                <a:close/>
                <a:moveTo>
                  <a:pt x="670274" y="3769519"/>
                </a:moveTo>
                <a:lnTo>
                  <a:pt x="670274" y="3780854"/>
                </a:lnTo>
                <a:cubicBezTo>
                  <a:pt x="670274" y="3784378"/>
                  <a:pt x="667417" y="3787235"/>
                  <a:pt x="663988" y="3787235"/>
                </a:cubicBezTo>
                <a:lnTo>
                  <a:pt x="567119" y="3787235"/>
                </a:lnTo>
                <a:cubicBezTo>
                  <a:pt x="563594" y="3787235"/>
                  <a:pt x="560737" y="3784378"/>
                  <a:pt x="560737" y="3780854"/>
                </a:cubicBezTo>
                <a:lnTo>
                  <a:pt x="560737" y="3769519"/>
                </a:lnTo>
                <a:cubicBezTo>
                  <a:pt x="560737" y="3765995"/>
                  <a:pt x="563594" y="3763137"/>
                  <a:pt x="567119" y="3763137"/>
                </a:cubicBezTo>
                <a:lnTo>
                  <a:pt x="663988" y="3763137"/>
                </a:lnTo>
                <a:cubicBezTo>
                  <a:pt x="667512" y="3763137"/>
                  <a:pt x="670274" y="3765995"/>
                  <a:pt x="670274" y="3769519"/>
                </a:cubicBezTo>
                <a:close/>
                <a:moveTo>
                  <a:pt x="1808798" y="645033"/>
                </a:moveTo>
                <a:lnTo>
                  <a:pt x="1815941" y="645033"/>
                </a:lnTo>
                <a:cubicBezTo>
                  <a:pt x="1815941" y="645033"/>
                  <a:pt x="1815941" y="653320"/>
                  <a:pt x="1815941" y="653320"/>
                </a:cubicBezTo>
                <a:lnTo>
                  <a:pt x="1808798" y="653320"/>
                </a:lnTo>
                <a:cubicBezTo>
                  <a:pt x="1808798" y="653320"/>
                  <a:pt x="1808798" y="645033"/>
                  <a:pt x="1808798" y="645033"/>
                </a:cubicBezTo>
                <a:close/>
                <a:moveTo>
                  <a:pt x="553403" y="4328637"/>
                </a:moveTo>
                <a:lnTo>
                  <a:pt x="546259" y="4328637"/>
                </a:lnTo>
                <a:lnTo>
                  <a:pt x="546259" y="4321017"/>
                </a:lnTo>
                <a:lnTo>
                  <a:pt x="553403" y="4321017"/>
                </a:lnTo>
                <a:lnTo>
                  <a:pt x="553403" y="4328637"/>
                </a:lnTo>
                <a:close/>
                <a:moveTo>
                  <a:pt x="1947291" y="5004816"/>
                </a:moveTo>
                <a:cubicBezTo>
                  <a:pt x="1944624" y="5002721"/>
                  <a:pt x="1941290" y="5001863"/>
                  <a:pt x="1937957" y="5002244"/>
                </a:cubicBezTo>
                <a:cubicBezTo>
                  <a:pt x="1934623" y="5002626"/>
                  <a:pt x="1931670" y="5004340"/>
                  <a:pt x="1929575" y="5007007"/>
                </a:cubicBezTo>
                <a:cubicBezTo>
                  <a:pt x="1927479" y="5009674"/>
                  <a:pt x="1926622" y="5013008"/>
                  <a:pt x="1927003" y="5016342"/>
                </a:cubicBezTo>
                <a:cubicBezTo>
                  <a:pt x="1927384" y="5019675"/>
                  <a:pt x="1929098" y="5022723"/>
                  <a:pt x="1931765" y="5024724"/>
                </a:cubicBezTo>
                <a:cubicBezTo>
                  <a:pt x="1933956" y="5026438"/>
                  <a:pt x="1936718" y="5027390"/>
                  <a:pt x="1939481" y="5027390"/>
                </a:cubicBezTo>
                <a:cubicBezTo>
                  <a:pt x="1940052" y="5027390"/>
                  <a:pt x="1940528" y="5027390"/>
                  <a:pt x="1941100" y="5027295"/>
                </a:cubicBezTo>
                <a:cubicBezTo>
                  <a:pt x="1946053" y="5026628"/>
                  <a:pt x="1949958" y="5023199"/>
                  <a:pt x="1951482" y="5018723"/>
                </a:cubicBezTo>
                <a:lnTo>
                  <a:pt x="1975295" y="5018723"/>
                </a:lnTo>
                <a:cubicBezTo>
                  <a:pt x="1975866" y="5018723"/>
                  <a:pt x="1976438" y="5018532"/>
                  <a:pt x="1976914" y="5018151"/>
                </a:cubicBezTo>
                <a:lnTo>
                  <a:pt x="2025587" y="4975289"/>
                </a:lnTo>
                <a:cubicBezTo>
                  <a:pt x="2026349" y="4974622"/>
                  <a:pt x="2026634" y="4973574"/>
                  <a:pt x="2026253" y="4972622"/>
                </a:cubicBezTo>
                <a:cubicBezTo>
                  <a:pt x="2025872" y="4971669"/>
                  <a:pt x="2025015" y="4971098"/>
                  <a:pt x="2024063" y="4971098"/>
                </a:cubicBezTo>
                <a:lnTo>
                  <a:pt x="1955006" y="4971098"/>
                </a:lnTo>
                <a:cubicBezTo>
                  <a:pt x="1953768" y="4966049"/>
                  <a:pt x="1949101" y="4962525"/>
                  <a:pt x="1943862" y="4963192"/>
                </a:cubicBezTo>
                <a:cubicBezTo>
                  <a:pt x="1938242" y="4963954"/>
                  <a:pt x="1934242" y="4969002"/>
                  <a:pt x="1935004" y="4974622"/>
                </a:cubicBezTo>
                <a:cubicBezTo>
                  <a:pt x="1935766" y="4980242"/>
                  <a:pt x="1940814" y="4984242"/>
                  <a:pt x="1946434" y="4983480"/>
                </a:cubicBezTo>
                <a:cubicBezTo>
                  <a:pt x="1950815" y="4982909"/>
                  <a:pt x="1954054" y="4979670"/>
                  <a:pt x="1955006" y="4975670"/>
                </a:cubicBezTo>
                <a:lnTo>
                  <a:pt x="2017681" y="4975670"/>
                </a:lnTo>
                <a:cubicBezTo>
                  <a:pt x="2017681" y="4975670"/>
                  <a:pt x="1974437" y="5013865"/>
                  <a:pt x="1974437" y="5013865"/>
                </a:cubicBezTo>
                <a:lnTo>
                  <a:pt x="1952149" y="5013865"/>
                </a:lnTo>
                <a:cubicBezTo>
                  <a:pt x="1952149" y="5013865"/>
                  <a:pt x="1952149" y="5013389"/>
                  <a:pt x="1952149" y="5013103"/>
                </a:cubicBezTo>
                <a:lnTo>
                  <a:pt x="1952149" y="5013103"/>
                </a:lnTo>
                <a:cubicBezTo>
                  <a:pt x="1951673" y="5009769"/>
                  <a:pt x="1950053" y="5006721"/>
                  <a:pt x="1947386" y="5004721"/>
                </a:cubicBezTo>
                <a:close/>
                <a:moveTo>
                  <a:pt x="1940624" y="5022628"/>
                </a:moveTo>
                <a:cubicBezTo>
                  <a:pt x="1938528" y="5022914"/>
                  <a:pt x="1936432" y="5022342"/>
                  <a:pt x="1934813" y="5021009"/>
                </a:cubicBezTo>
                <a:cubicBezTo>
                  <a:pt x="1933194" y="5019675"/>
                  <a:pt x="1932051" y="5017865"/>
                  <a:pt x="1931861" y="5015770"/>
                </a:cubicBezTo>
                <a:cubicBezTo>
                  <a:pt x="1931575" y="5013674"/>
                  <a:pt x="1932146" y="5011579"/>
                  <a:pt x="1933480" y="5009959"/>
                </a:cubicBezTo>
                <a:cubicBezTo>
                  <a:pt x="1934813" y="5008340"/>
                  <a:pt x="1936623" y="5007197"/>
                  <a:pt x="1938719" y="5007007"/>
                </a:cubicBezTo>
                <a:cubicBezTo>
                  <a:pt x="1939100" y="5007007"/>
                  <a:pt x="1939385" y="5007007"/>
                  <a:pt x="1939766" y="5007007"/>
                </a:cubicBezTo>
                <a:cubicBezTo>
                  <a:pt x="1941481" y="5007007"/>
                  <a:pt x="1943195" y="5007578"/>
                  <a:pt x="1944529" y="5008626"/>
                </a:cubicBezTo>
                <a:cubicBezTo>
                  <a:pt x="1946148" y="5009959"/>
                  <a:pt x="1947291" y="5011769"/>
                  <a:pt x="1947482" y="5013865"/>
                </a:cubicBezTo>
                <a:cubicBezTo>
                  <a:pt x="1948053" y="5018151"/>
                  <a:pt x="1945005" y="5022152"/>
                  <a:pt x="1940624" y="5022628"/>
                </a:cubicBezTo>
                <a:close/>
                <a:moveTo>
                  <a:pt x="139637" y="95"/>
                </a:moveTo>
                <a:lnTo>
                  <a:pt x="152495" y="95"/>
                </a:lnTo>
                <a:cubicBezTo>
                  <a:pt x="150686" y="1524"/>
                  <a:pt x="148590" y="2477"/>
                  <a:pt x="146114" y="2477"/>
                </a:cubicBezTo>
                <a:cubicBezTo>
                  <a:pt x="143637" y="2477"/>
                  <a:pt x="141446" y="1524"/>
                  <a:pt x="139637" y="95"/>
                </a:cubicBezTo>
                <a:close/>
                <a:moveTo>
                  <a:pt x="612172" y="2017776"/>
                </a:moveTo>
                <a:lnTo>
                  <a:pt x="619316" y="2017776"/>
                </a:lnTo>
                <a:lnTo>
                  <a:pt x="619316" y="2026253"/>
                </a:lnTo>
                <a:lnTo>
                  <a:pt x="612172" y="2026253"/>
                </a:lnTo>
                <a:lnTo>
                  <a:pt x="612172" y="2017776"/>
                </a:lnTo>
                <a:close/>
                <a:moveTo>
                  <a:pt x="2546223" y="5086732"/>
                </a:moveTo>
                <a:cubicBezTo>
                  <a:pt x="2545842" y="5085779"/>
                  <a:pt x="2545366" y="5084922"/>
                  <a:pt x="2544699" y="5084160"/>
                </a:cubicBezTo>
                <a:lnTo>
                  <a:pt x="2539937" y="5079397"/>
                </a:lnTo>
                <a:cubicBezTo>
                  <a:pt x="2538603" y="5078063"/>
                  <a:pt x="2536888" y="5077397"/>
                  <a:pt x="2535079" y="5077397"/>
                </a:cubicBezTo>
                <a:lnTo>
                  <a:pt x="2535079" y="5077397"/>
                </a:lnTo>
                <a:cubicBezTo>
                  <a:pt x="2533269" y="5077397"/>
                  <a:pt x="2531459" y="5078159"/>
                  <a:pt x="2530221" y="5079397"/>
                </a:cubicBezTo>
                <a:lnTo>
                  <a:pt x="2525459" y="5084160"/>
                </a:lnTo>
                <a:cubicBezTo>
                  <a:pt x="2522792" y="5086826"/>
                  <a:pt x="2522792" y="5091303"/>
                  <a:pt x="2525459" y="5093970"/>
                </a:cubicBezTo>
                <a:lnTo>
                  <a:pt x="2530221" y="5098733"/>
                </a:lnTo>
                <a:cubicBezTo>
                  <a:pt x="2531555" y="5100066"/>
                  <a:pt x="2533269" y="5100733"/>
                  <a:pt x="2535079" y="5100733"/>
                </a:cubicBezTo>
                <a:lnTo>
                  <a:pt x="2535079" y="5100733"/>
                </a:lnTo>
                <a:cubicBezTo>
                  <a:pt x="2536888" y="5100733"/>
                  <a:pt x="2538698" y="5099971"/>
                  <a:pt x="2540032" y="5098733"/>
                </a:cubicBezTo>
                <a:lnTo>
                  <a:pt x="2544794" y="5093970"/>
                </a:lnTo>
                <a:cubicBezTo>
                  <a:pt x="2545556" y="5093208"/>
                  <a:pt x="2546033" y="5092351"/>
                  <a:pt x="2546318" y="5091494"/>
                </a:cubicBezTo>
                <a:lnTo>
                  <a:pt x="2634615" y="5091494"/>
                </a:lnTo>
                <a:cubicBezTo>
                  <a:pt x="2635949" y="5091494"/>
                  <a:pt x="2636996" y="5090446"/>
                  <a:pt x="2636996" y="5089113"/>
                </a:cubicBezTo>
                <a:lnTo>
                  <a:pt x="2636996" y="5070063"/>
                </a:lnTo>
                <a:cubicBezTo>
                  <a:pt x="2636996" y="5069586"/>
                  <a:pt x="2636806" y="5069015"/>
                  <a:pt x="2636520" y="5068634"/>
                </a:cubicBezTo>
                <a:lnTo>
                  <a:pt x="2618327" y="5044535"/>
                </a:lnTo>
                <a:cubicBezTo>
                  <a:pt x="2618327" y="5044535"/>
                  <a:pt x="2618709" y="5044059"/>
                  <a:pt x="2618899" y="5043869"/>
                </a:cubicBezTo>
                <a:cubicBezTo>
                  <a:pt x="2619566" y="5042725"/>
                  <a:pt x="2619947" y="5041583"/>
                  <a:pt x="2620137" y="5040249"/>
                </a:cubicBezTo>
                <a:lnTo>
                  <a:pt x="2620137" y="5040249"/>
                </a:lnTo>
                <a:cubicBezTo>
                  <a:pt x="2620804" y="5035010"/>
                  <a:pt x="2617089" y="5030153"/>
                  <a:pt x="2611850" y="5029391"/>
                </a:cubicBezTo>
                <a:cubicBezTo>
                  <a:pt x="2609374" y="5029105"/>
                  <a:pt x="2606802" y="5029772"/>
                  <a:pt x="2604707" y="5031296"/>
                </a:cubicBezTo>
                <a:cubicBezTo>
                  <a:pt x="2602706" y="5032820"/>
                  <a:pt x="2601373" y="5035106"/>
                  <a:pt x="2600992" y="5037678"/>
                </a:cubicBezTo>
                <a:cubicBezTo>
                  <a:pt x="2600325" y="5042916"/>
                  <a:pt x="2604040" y="5047774"/>
                  <a:pt x="2609279" y="5048536"/>
                </a:cubicBezTo>
                <a:cubicBezTo>
                  <a:pt x="2609755" y="5048536"/>
                  <a:pt x="2610136" y="5048536"/>
                  <a:pt x="2610612" y="5048536"/>
                </a:cubicBezTo>
                <a:cubicBezTo>
                  <a:pt x="2612041" y="5048536"/>
                  <a:pt x="2613374" y="5048155"/>
                  <a:pt x="2614708" y="5047583"/>
                </a:cubicBezTo>
                <a:lnTo>
                  <a:pt x="2632234" y="5070824"/>
                </a:lnTo>
                <a:lnTo>
                  <a:pt x="2632234" y="5086636"/>
                </a:lnTo>
                <a:lnTo>
                  <a:pt x="2546318" y="5086636"/>
                </a:lnTo>
                <a:close/>
                <a:moveTo>
                  <a:pt x="2541270" y="5090637"/>
                </a:moveTo>
                <a:lnTo>
                  <a:pt x="2536508" y="5095399"/>
                </a:lnTo>
                <a:cubicBezTo>
                  <a:pt x="2536508" y="5095399"/>
                  <a:pt x="2535555" y="5096066"/>
                  <a:pt x="2534984" y="5096066"/>
                </a:cubicBezTo>
                <a:lnTo>
                  <a:pt x="2534984" y="5096066"/>
                </a:lnTo>
                <a:cubicBezTo>
                  <a:pt x="2534412" y="5096066"/>
                  <a:pt x="2533841" y="5095875"/>
                  <a:pt x="2533460" y="5095399"/>
                </a:cubicBezTo>
                <a:lnTo>
                  <a:pt x="2528697" y="5090637"/>
                </a:lnTo>
                <a:cubicBezTo>
                  <a:pt x="2527840" y="5089779"/>
                  <a:pt x="2527840" y="5088446"/>
                  <a:pt x="2528697" y="5087588"/>
                </a:cubicBezTo>
                <a:lnTo>
                  <a:pt x="2533460" y="5082826"/>
                </a:lnTo>
                <a:cubicBezTo>
                  <a:pt x="2533460" y="5082826"/>
                  <a:pt x="2534412" y="5082159"/>
                  <a:pt x="2534984" y="5082159"/>
                </a:cubicBezTo>
                <a:lnTo>
                  <a:pt x="2534984" y="5082159"/>
                </a:lnTo>
                <a:cubicBezTo>
                  <a:pt x="2535555" y="5082159"/>
                  <a:pt x="2536127" y="5082350"/>
                  <a:pt x="2536508" y="5082826"/>
                </a:cubicBezTo>
                <a:lnTo>
                  <a:pt x="2541270" y="5087588"/>
                </a:lnTo>
                <a:cubicBezTo>
                  <a:pt x="2542127" y="5088446"/>
                  <a:pt x="2542127" y="5089779"/>
                  <a:pt x="2541270" y="5090637"/>
                </a:cubicBezTo>
                <a:close/>
                <a:moveTo>
                  <a:pt x="2614708" y="5041488"/>
                </a:moveTo>
                <a:cubicBezTo>
                  <a:pt x="2613660" y="5043202"/>
                  <a:pt x="2611850" y="5044154"/>
                  <a:pt x="2609850" y="5043869"/>
                </a:cubicBezTo>
                <a:cubicBezTo>
                  <a:pt x="2607183" y="5043488"/>
                  <a:pt x="2605278" y="5041106"/>
                  <a:pt x="2605659" y="5038440"/>
                </a:cubicBezTo>
                <a:cubicBezTo>
                  <a:pt x="2605850" y="5037106"/>
                  <a:pt x="2606517" y="5035963"/>
                  <a:pt x="2607564" y="5035201"/>
                </a:cubicBezTo>
                <a:cubicBezTo>
                  <a:pt x="2608421" y="5034534"/>
                  <a:pt x="2609469" y="5034153"/>
                  <a:pt x="2610517" y="5034153"/>
                </a:cubicBezTo>
                <a:cubicBezTo>
                  <a:pt x="2610707" y="5034153"/>
                  <a:pt x="2610993" y="5034153"/>
                  <a:pt x="2611184" y="5034153"/>
                </a:cubicBezTo>
                <a:cubicBezTo>
                  <a:pt x="2613851" y="5034534"/>
                  <a:pt x="2615755" y="5036915"/>
                  <a:pt x="2615375" y="5039583"/>
                </a:cubicBezTo>
                <a:cubicBezTo>
                  <a:pt x="2615375" y="5040249"/>
                  <a:pt x="2615089" y="5040821"/>
                  <a:pt x="2614708" y="5041392"/>
                </a:cubicBezTo>
                <a:close/>
                <a:moveTo>
                  <a:pt x="206312" y="255937"/>
                </a:moveTo>
                <a:lnTo>
                  <a:pt x="206312" y="243269"/>
                </a:lnTo>
                <a:cubicBezTo>
                  <a:pt x="206312" y="240792"/>
                  <a:pt x="204311" y="238792"/>
                  <a:pt x="201835" y="238792"/>
                </a:cubicBezTo>
                <a:lnTo>
                  <a:pt x="189167" y="238792"/>
                </a:lnTo>
                <a:cubicBezTo>
                  <a:pt x="186690" y="238792"/>
                  <a:pt x="184690" y="240792"/>
                  <a:pt x="184690" y="243269"/>
                </a:cubicBezTo>
                <a:lnTo>
                  <a:pt x="184690" y="255937"/>
                </a:lnTo>
                <a:cubicBezTo>
                  <a:pt x="184690" y="258413"/>
                  <a:pt x="186690" y="260414"/>
                  <a:pt x="189167" y="260414"/>
                </a:cubicBezTo>
                <a:lnTo>
                  <a:pt x="201835" y="260414"/>
                </a:lnTo>
                <a:cubicBezTo>
                  <a:pt x="201835" y="260414"/>
                  <a:pt x="202406" y="260318"/>
                  <a:pt x="202597" y="260223"/>
                </a:cubicBezTo>
                <a:lnTo>
                  <a:pt x="349377" y="429292"/>
                </a:lnTo>
                <a:lnTo>
                  <a:pt x="349377" y="486537"/>
                </a:lnTo>
                <a:lnTo>
                  <a:pt x="346710" y="486537"/>
                </a:lnTo>
                <a:cubicBezTo>
                  <a:pt x="340709" y="486537"/>
                  <a:pt x="335756" y="490919"/>
                  <a:pt x="335756" y="496253"/>
                </a:cubicBezTo>
                <a:lnTo>
                  <a:pt x="335756" y="535115"/>
                </a:lnTo>
                <a:cubicBezTo>
                  <a:pt x="335756" y="540449"/>
                  <a:pt x="340709" y="544830"/>
                  <a:pt x="346710" y="544830"/>
                </a:cubicBezTo>
                <a:lnTo>
                  <a:pt x="356807" y="544830"/>
                </a:lnTo>
                <a:cubicBezTo>
                  <a:pt x="362807" y="544830"/>
                  <a:pt x="367760" y="540449"/>
                  <a:pt x="367760" y="535115"/>
                </a:cubicBezTo>
                <a:lnTo>
                  <a:pt x="367760" y="496253"/>
                </a:lnTo>
                <a:cubicBezTo>
                  <a:pt x="367760" y="490919"/>
                  <a:pt x="362807" y="486537"/>
                  <a:pt x="356807" y="486537"/>
                </a:cubicBezTo>
                <a:lnTo>
                  <a:pt x="354139" y="486537"/>
                </a:lnTo>
                <a:lnTo>
                  <a:pt x="354139" y="427482"/>
                </a:lnTo>
                <a:lnTo>
                  <a:pt x="206121" y="256794"/>
                </a:lnTo>
                <a:cubicBezTo>
                  <a:pt x="206121" y="256794"/>
                  <a:pt x="206312" y="256127"/>
                  <a:pt x="206312" y="255842"/>
                </a:cubicBezTo>
                <a:close/>
                <a:moveTo>
                  <a:pt x="362712" y="535210"/>
                </a:moveTo>
                <a:cubicBezTo>
                  <a:pt x="362712" y="538067"/>
                  <a:pt x="360045" y="540449"/>
                  <a:pt x="356807" y="540449"/>
                </a:cubicBezTo>
                <a:lnTo>
                  <a:pt x="346710" y="540449"/>
                </a:lnTo>
                <a:cubicBezTo>
                  <a:pt x="343472" y="540449"/>
                  <a:pt x="340805" y="538067"/>
                  <a:pt x="340805" y="535210"/>
                </a:cubicBezTo>
                <a:lnTo>
                  <a:pt x="340805" y="526923"/>
                </a:lnTo>
                <a:lnTo>
                  <a:pt x="362617" y="526923"/>
                </a:lnTo>
                <a:lnTo>
                  <a:pt x="362617" y="535210"/>
                </a:lnTo>
                <a:close/>
                <a:moveTo>
                  <a:pt x="356807" y="491014"/>
                </a:moveTo>
                <a:cubicBezTo>
                  <a:pt x="360045" y="491014"/>
                  <a:pt x="362712" y="493395"/>
                  <a:pt x="362712" y="496253"/>
                </a:cubicBezTo>
                <a:lnTo>
                  <a:pt x="362712" y="502349"/>
                </a:lnTo>
                <a:lnTo>
                  <a:pt x="340900" y="502349"/>
                </a:lnTo>
                <a:lnTo>
                  <a:pt x="340900" y="496253"/>
                </a:lnTo>
                <a:cubicBezTo>
                  <a:pt x="340900" y="493395"/>
                  <a:pt x="343567" y="491014"/>
                  <a:pt x="346805" y="491014"/>
                </a:cubicBezTo>
                <a:lnTo>
                  <a:pt x="356902" y="491014"/>
                </a:lnTo>
                <a:close/>
                <a:moveTo>
                  <a:pt x="231934" y="69056"/>
                </a:moveTo>
                <a:lnTo>
                  <a:pt x="235172" y="72581"/>
                </a:lnTo>
                <a:lnTo>
                  <a:pt x="230124" y="77248"/>
                </a:lnTo>
                <a:lnTo>
                  <a:pt x="224885" y="72866"/>
                </a:lnTo>
                <a:lnTo>
                  <a:pt x="227933" y="69247"/>
                </a:lnTo>
                <a:lnTo>
                  <a:pt x="229933" y="70961"/>
                </a:lnTo>
                <a:lnTo>
                  <a:pt x="231934" y="69152"/>
                </a:lnTo>
                <a:close/>
                <a:moveTo>
                  <a:pt x="1970056" y="5064157"/>
                </a:moveTo>
                <a:lnTo>
                  <a:pt x="2075878" y="4966240"/>
                </a:lnTo>
                <a:cubicBezTo>
                  <a:pt x="2075021" y="4965002"/>
                  <a:pt x="2074450" y="4963573"/>
                  <a:pt x="2074164" y="4961954"/>
                </a:cubicBezTo>
                <a:cubicBezTo>
                  <a:pt x="2073402" y="4956334"/>
                  <a:pt x="2077403" y="4951190"/>
                  <a:pt x="2083022" y="4950524"/>
                </a:cubicBezTo>
                <a:cubicBezTo>
                  <a:pt x="2088642" y="4949762"/>
                  <a:pt x="2093786" y="4953762"/>
                  <a:pt x="2094452" y="4959382"/>
                </a:cubicBezTo>
                <a:cubicBezTo>
                  <a:pt x="2095214" y="4965002"/>
                  <a:pt x="2091214" y="4970145"/>
                  <a:pt x="2085594" y="4970812"/>
                </a:cubicBezTo>
                <a:cubicBezTo>
                  <a:pt x="2083308" y="4971098"/>
                  <a:pt x="2081213" y="4970431"/>
                  <a:pt x="2079307" y="4969383"/>
                </a:cubicBezTo>
                <a:lnTo>
                  <a:pt x="1971770" y="5068824"/>
                </a:lnTo>
                <a:lnTo>
                  <a:pt x="1952149" y="5068824"/>
                </a:lnTo>
                <a:lnTo>
                  <a:pt x="1952149" y="5074253"/>
                </a:lnTo>
                <a:cubicBezTo>
                  <a:pt x="1952149" y="5076254"/>
                  <a:pt x="1950530" y="5077778"/>
                  <a:pt x="1948625" y="5077778"/>
                </a:cubicBezTo>
                <a:lnTo>
                  <a:pt x="1933003" y="5077778"/>
                </a:lnTo>
                <a:cubicBezTo>
                  <a:pt x="1931003" y="5077778"/>
                  <a:pt x="1929479" y="5076158"/>
                  <a:pt x="1929479" y="5074253"/>
                </a:cubicBezTo>
                <a:lnTo>
                  <a:pt x="1929479" y="5058633"/>
                </a:lnTo>
                <a:cubicBezTo>
                  <a:pt x="1929479" y="5056632"/>
                  <a:pt x="1931099" y="5055108"/>
                  <a:pt x="1933003" y="5055108"/>
                </a:cubicBezTo>
                <a:lnTo>
                  <a:pt x="1948625" y="5055108"/>
                </a:lnTo>
                <a:cubicBezTo>
                  <a:pt x="1950625" y="5055108"/>
                  <a:pt x="1952149" y="5056728"/>
                  <a:pt x="1952149" y="5058633"/>
                </a:cubicBezTo>
                <a:lnTo>
                  <a:pt x="1952149" y="5064062"/>
                </a:lnTo>
                <a:lnTo>
                  <a:pt x="1969865" y="5064062"/>
                </a:lnTo>
                <a:close/>
                <a:moveTo>
                  <a:pt x="234982" y="66199"/>
                </a:moveTo>
                <a:lnTo>
                  <a:pt x="238220" y="69723"/>
                </a:lnTo>
                <a:lnTo>
                  <a:pt x="236696" y="71152"/>
                </a:lnTo>
                <a:lnTo>
                  <a:pt x="233458" y="67628"/>
                </a:lnTo>
                <a:lnTo>
                  <a:pt x="234982" y="66199"/>
                </a:lnTo>
                <a:close/>
                <a:moveTo>
                  <a:pt x="2294858" y="5083302"/>
                </a:moveTo>
                <a:cubicBezTo>
                  <a:pt x="2296859" y="5085493"/>
                  <a:pt x="2296668" y="5088922"/>
                  <a:pt x="2294477" y="5090922"/>
                </a:cubicBezTo>
                <a:cubicBezTo>
                  <a:pt x="2292287" y="5092922"/>
                  <a:pt x="2288858" y="5092732"/>
                  <a:pt x="2286857" y="5090541"/>
                </a:cubicBezTo>
                <a:cubicBezTo>
                  <a:pt x="2284857" y="5088351"/>
                  <a:pt x="2285048" y="5084922"/>
                  <a:pt x="2287238" y="5082921"/>
                </a:cubicBezTo>
                <a:cubicBezTo>
                  <a:pt x="2289429" y="5080921"/>
                  <a:pt x="2292858" y="5081112"/>
                  <a:pt x="2294858" y="5083302"/>
                </a:cubicBezTo>
                <a:close/>
                <a:moveTo>
                  <a:pt x="612172" y="2034635"/>
                </a:moveTo>
                <a:lnTo>
                  <a:pt x="619316" y="2034635"/>
                </a:lnTo>
                <a:lnTo>
                  <a:pt x="619316" y="2043113"/>
                </a:lnTo>
                <a:lnTo>
                  <a:pt x="612172" y="2043113"/>
                </a:lnTo>
                <a:lnTo>
                  <a:pt x="612172" y="2034635"/>
                </a:lnTo>
                <a:close/>
                <a:moveTo>
                  <a:pt x="619316" y="2009299"/>
                </a:moveTo>
                <a:lnTo>
                  <a:pt x="612172" y="2009299"/>
                </a:lnTo>
                <a:lnTo>
                  <a:pt x="612172" y="2000822"/>
                </a:lnTo>
                <a:lnTo>
                  <a:pt x="619316" y="2000822"/>
                </a:lnTo>
                <a:lnTo>
                  <a:pt x="619316" y="2009299"/>
                </a:lnTo>
                <a:close/>
                <a:moveTo>
                  <a:pt x="2407063" y="5119783"/>
                </a:moveTo>
                <a:lnTo>
                  <a:pt x="2407063" y="5116449"/>
                </a:lnTo>
                <a:cubicBezTo>
                  <a:pt x="2407063" y="5112449"/>
                  <a:pt x="2410301" y="5109210"/>
                  <a:pt x="2414302" y="5109210"/>
                </a:cubicBezTo>
                <a:lnTo>
                  <a:pt x="2477072" y="5109210"/>
                </a:lnTo>
                <a:cubicBezTo>
                  <a:pt x="2481072" y="5109210"/>
                  <a:pt x="2484311" y="5112449"/>
                  <a:pt x="2484311" y="5116449"/>
                </a:cubicBezTo>
                <a:lnTo>
                  <a:pt x="2484311" y="5119783"/>
                </a:lnTo>
                <a:cubicBezTo>
                  <a:pt x="2484311" y="5123783"/>
                  <a:pt x="2481072" y="5127022"/>
                  <a:pt x="2477072" y="5127022"/>
                </a:cubicBezTo>
                <a:lnTo>
                  <a:pt x="2414302" y="5127022"/>
                </a:lnTo>
                <a:cubicBezTo>
                  <a:pt x="2410301" y="5127022"/>
                  <a:pt x="2407063" y="5123783"/>
                  <a:pt x="2407063" y="5119783"/>
                </a:cubicBezTo>
                <a:close/>
                <a:moveTo>
                  <a:pt x="2396204" y="5134833"/>
                </a:moveTo>
                <a:lnTo>
                  <a:pt x="2495264" y="5134833"/>
                </a:lnTo>
                <a:cubicBezTo>
                  <a:pt x="2500598" y="5134833"/>
                  <a:pt x="2504885" y="5130546"/>
                  <a:pt x="2504885" y="5125212"/>
                </a:cubicBezTo>
                <a:lnTo>
                  <a:pt x="2504885" y="5120545"/>
                </a:lnTo>
                <a:lnTo>
                  <a:pt x="2672048" y="5120545"/>
                </a:lnTo>
                <a:cubicBezTo>
                  <a:pt x="2673382" y="5120545"/>
                  <a:pt x="2674430" y="5119497"/>
                  <a:pt x="2674430" y="5118164"/>
                </a:cubicBezTo>
                <a:lnTo>
                  <a:pt x="2674430" y="5105019"/>
                </a:lnTo>
                <a:cubicBezTo>
                  <a:pt x="2679478" y="5104733"/>
                  <a:pt x="2683478" y="5100638"/>
                  <a:pt x="2683478" y="5095494"/>
                </a:cubicBezTo>
                <a:lnTo>
                  <a:pt x="2683478" y="5065967"/>
                </a:lnTo>
                <a:cubicBezTo>
                  <a:pt x="2683478" y="5060728"/>
                  <a:pt x="2679192" y="5056347"/>
                  <a:pt x="2673858" y="5056347"/>
                </a:cubicBezTo>
                <a:lnTo>
                  <a:pt x="2670620" y="5056347"/>
                </a:lnTo>
                <a:cubicBezTo>
                  <a:pt x="2669000" y="5056347"/>
                  <a:pt x="2667572" y="5056823"/>
                  <a:pt x="2666238" y="5057490"/>
                </a:cubicBezTo>
                <a:lnTo>
                  <a:pt x="2628424" y="5006245"/>
                </a:lnTo>
                <a:lnTo>
                  <a:pt x="2580418" y="5006245"/>
                </a:lnTo>
                <a:cubicBezTo>
                  <a:pt x="2580418" y="5006245"/>
                  <a:pt x="2580037" y="5005578"/>
                  <a:pt x="2579846" y="5005292"/>
                </a:cubicBezTo>
                <a:lnTo>
                  <a:pt x="2569369" y="4994815"/>
                </a:lnTo>
                <a:cubicBezTo>
                  <a:pt x="2567559" y="4993005"/>
                  <a:pt x="2564702" y="4993005"/>
                  <a:pt x="2562987" y="4994815"/>
                </a:cubicBezTo>
                <a:lnTo>
                  <a:pt x="2552510" y="5005292"/>
                </a:lnTo>
                <a:cubicBezTo>
                  <a:pt x="2551938" y="5005864"/>
                  <a:pt x="2551557" y="5006626"/>
                  <a:pt x="2551367" y="5007388"/>
                </a:cubicBezTo>
                <a:lnTo>
                  <a:pt x="2467356" y="5007388"/>
                </a:lnTo>
                <a:cubicBezTo>
                  <a:pt x="2467356" y="5007388"/>
                  <a:pt x="2445925" y="5030153"/>
                  <a:pt x="2445925" y="5030153"/>
                </a:cubicBezTo>
                <a:lnTo>
                  <a:pt x="2365915" y="5030343"/>
                </a:lnTo>
                <a:lnTo>
                  <a:pt x="2350484" y="5011388"/>
                </a:lnTo>
                <a:cubicBezTo>
                  <a:pt x="2350484" y="5011388"/>
                  <a:pt x="2350675" y="5010626"/>
                  <a:pt x="2350675" y="5010245"/>
                </a:cubicBezTo>
                <a:lnTo>
                  <a:pt x="2350675" y="5006912"/>
                </a:lnTo>
                <a:cubicBezTo>
                  <a:pt x="2350675" y="5004340"/>
                  <a:pt x="2349627" y="5001959"/>
                  <a:pt x="2347817" y="5000149"/>
                </a:cubicBezTo>
                <a:cubicBezTo>
                  <a:pt x="2346008" y="4998339"/>
                  <a:pt x="2343626" y="4997387"/>
                  <a:pt x="2341055" y="4997387"/>
                </a:cubicBezTo>
                <a:lnTo>
                  <a:pt x="2318861" y="4997387"/>
                </a:lnTo>
                <a:cubicBezTo>
                  <a:pt x="2316290" y="4997387"/>
                  <a:pt x="2313908" y="4998435"/>
                  <a:pt x="2312099" y="5000244"/>
                </a:cubicBezTo>
                <a:cubicBezTo>
                  <a:pt x="2310479" y="5001863"/>
                  <a:pt x="2309622" y="5004054"/>
                  <a:pt x="2309432" y="5006245"/>
                </a:cubicBezTo>
                <a:lnTo>
                  <a:pt x="2271141" y="5006245"/>
                </a:lnTo>
                <a:lnTo>
                  <a:pt x="2259902" y="4994624"/>
                </a:lnTo>
                <a:lnTo>
                  <a:pt x="2200847" y="4994624"/>
                </a:lnTo>
                <a:cubicBezTo>
                  <a:pt x="2198370" y="4990529"/>
                  <a:pt x="2193608" y="4987957"/>
                  <a:pt x="2188464" y="4988624"/>
                </a:cubicBezTo>
                <a:cubicBezTo>
                  <a:pt x="2185130" y="4989005"/>
                  <a:pt x="2182178" y="4990719"/>
                  <a:pt x="2180082" y="4993386"/>
                </a:cubicBezTo>
                <a:cubicBezTo>
                  <a:pt x="2178844" y="4995006"/>
                  <a:pt x="2178177" y="4996816"/>
                  <a:pt x="2177796" y="4998720"/>
                </a:cubicBezTo>
                <a:lnTo>
                  <a:pt x="2094071" y="4998720"/>
                </a:lnTo>
                <a:lnTo>
                  <a:pt x="1970056" y="5114925"/>
                </a:lnTo>
                <a:lnTo>
                  <a:pt x="1953387" y="5114925"/>
                </a:lnTo>
                <a:cubicBezTo>
                  <a:pt x="1952244" y="5108258"/>
                  <a:pt x="1946148" y="5103686"/>
                  <a:pt x="1939385" y="5104448"/>
                </a:cubicBezTo>
                <a:cubicBezTo>
                  <a:pt x="1936052" y="5104829"/>
                  <a:pt x="1933099" y="5106543"/>
                  <a:pt x="1931003" y="5109210"/>
                </a:cubicBezTo>
                <a:cubicBezTo>
                  <a:pt x="1928908" y="5111877"/>
                  <a:pt x="1928051" y="5115211"/>
                  <a:pt x="1928432" y="5118545"/>
                </a:cubicBezTo>
                <a:cubicBezTo>
                  <a:pt x="1929289" y="5124926"/>
                  <a:pt x="1934718" y="5129594"/>
                  <a:pt x="1941005" y="5129594"/>
                </a:cubicBezTo>
                <a:cubicBezTo>
                  <a:pt x="1941576" y="5129594"/>
                  <a:pt x="1942052" y="5129594"/>
                  <a:pt x="1942624" y="5129499"/>
                </a:cubicBezTo>
                <a:cubicBezTo>
                  <a:pt x="1948053" y="5128832"/>
                  <a:pt x="1952149" y="5124736"/>
                  <a:pt x="1953292" y="5119688"/>
                </a:cubicBezTo>
                <a:lnTo>
                  <a:pt x="1971961" y="5119688"/>
                </a:lnTo>
                <a:lnTo>
                  <a:pt x="2095976" y="5003483"/>
                </a:lnTo>
                <a:lnTo>
                  <a:pt x="2177796" y="5003483"/>
                </a:lnTo>
                <a:cubicBezTo>
                  <a:pt x="2178368" y="5006531"/>
                  <a:pt x="2179892" y="5009198"/>
                  <a:pt x="2182368" y="5011103"/>
                </a:cubicBezTo>
                <a:cubicBezTo>
                  <a:pt x="2184559" y="5012817"/>
                  <a:pt x="2187321" y="5013770"/>
                  <a:pt x="2190083" y="5013770"/>
                </a:cubicBezTo>
                <a:cubicBezTo>
                  <a:pt x="2190655" y="5013770"/>
                  <a:pt x="2191131" y="5013770"/>
                  <a:pt x="2191703" y="5013674"/>
                </a:cubicBezTo>
                <a:cubicBezTo>
                  <a:pt x="2198656" y="5012817"/>
                  <a:pt x="2203514" y="5006435"/>
                  <a:pt x="2202656" y="4999482"/>
                </a:cubicBezTo>
                <a:cubicBezTo>
                  <a:pt x="2202656" y="4999482"/>
                  <a:pt x="2202656" y="4999482"/>
                  <a:pt x="2202656" y="4999387"/>
                </a:cubicBezTo>
                <a:lnTo>
                  <a:pt x="2257997" y="4999387"/>
                </a:lnTo>
                <a:lnTo>
                  <a:pt x="2269236" y="5011008"/>
                </a:lnTo>
                <a:lnTo>
                  <a:pt x="2309527" y="5011008"/>
                </a:lnTo>
                <a:cubicBezTo>
                  <a:pt x="2309908" y="5015960"/>
                  <a:pt x="2314004" y="5019866"/>
                  <a:pt x="2319052" y="5019866"/>
                </a:cubicBezTo>
                <a:lnTo>
                  <a:pt x="2341245" y="5019866"/>
                </a:lnTo>
                <a:cubicBezTo>
                  <a:pt x="2345055" y="5019866"/>
                  <a:pt x="2348294" y="5017485"/>
                  <a:pt x="2349913" y="5014246"/>
                </a:cubicBezTo>
                <a:lnTo>
                  <a:pt x="2364962" y="5032724"/>
                </a:lnTo>
                <a:lnTo>
                  <a:pt x="2446592" y="5032534"/>
                </a:lnTo>
                <a:lnTo>
                  <a:pt x="2447068" y="5032534"/>
                </a:lnTo>
                <a:lnTo>
                  <a:pt x="2468499" y="5009865"/>
                </a:lnTo>
                <a:lnTo>
                  <a:pt x="2551462" y="5009865"/>
                </a:lnTo>
                <a:cubicBezTo>
                  <a:pt x="2551652" y="5010436"/>
                  <a:pt x="2552034" y="5011103"/>
                  <a:pt x="2552605" y="5011674"/>
                </a:cubicBezTo>
                <a:lnTo>
                  <a:pt x="2563082" y="5022152"/>
                </a:lnTo>
                <a:cubicBezTo>
                  <a:pt x="2564892" y="5023962"/>
                  <a:pt x="2567750" y="5023962"/>
                  <a:pt x="2569559" y="5022152"/>
                </a:cubicBezTo>
                <a:lnTo>
                  <a:pt x="2580037" y="5011674"/>
                </a:lnTo>
                <a:cubicBezTo>
                  <a:pt x="2580037" y="5011674"/>
                  <a:pt x="2580323" y="5011198"/>
                  <a:pt x="2580513" y="5010912"/>
                </a:cubicBezTo>
                <a:lnTo>
                  <a:pt x="2626233" y="5010912"/>
                </a:lnTo>
                <a:lnTo>
                  <a:pt x="2662904" y="5060728"/>
                </a:lnTo>
                <a:cubicBezTo>
                  <a:pt x="2661952" y="5062252"/>
                  <a:pt x="2661190" y="5063967"/>
                  <a:pt x="2661190" y="5065872"/>
                </a:cubicBezTo>
                <a:lnTo>
                  <a:pt x="2661190" y="5095399"/>
                </a:lnTo>
                <a:cubicBezTo>
                  <a:pt x="2661190" y="5100352"/>
                  <a:pt x="2665000" y="5104257"/>
                  <a:pt x="2669762" y="5104829"/>
                </a:cubicBezTo>
                <a:lnTo>
                  <a:pt x="2669762" y="5115687"/>
                </a:lnTo>
                <a:lnTo>
                  <a:pt x="2504980" y="5115687"/>
                </a:lnTo>
                <a:lnTo>
                  <a:pt x="2504980" y="5111020"/>
                </a:lnTo>
                <a:cubicBezTo>
                  <a:pt x="2504980" y="5105686"/>
                  <a:pt x="2500694" y="5101400"/>
                  <a:pt x="2495360" y="5101400"/>
                </a:cubicBezTo>
                <a:lnTo>
                  <a:pt x="2396300" y="5101400"/>
                </a:lnTo>
                <a:cubicBezTo>
                  <a:pt x="2390966" y="5101400"/>
                  <a:pt x="2386679" y="5105686"/>
                  <a:pt x="2386679" y="5111020"/>
                </a:cubicBezTo>
                <a:lnTo>
                  <a:pt x="2386679" y="5115687"/>
                </a:lnTo>
                <a:lnTo>
                  <a:pt x="2325338" y="5115687"/>
                </a:lnTo>
                <a:cubicBezTo>
                  <a:pt x="2325338" y="5115687"/>
                  <a:pt x="2301335" y="5093780"/>
                  <a:pt x="2301335" y="5093780"/>
                </a:cubicBezTo>
                <a:cubicBezTo>
                  <a:pt x="2303050" y="5091208"/>
                  <a:pt x="2303907" y="5088255"/>
                  <a:pt x="2303526" y="5085207"/>
                </a:cubicBezTo>
                <a:cubicBezTo>
                  <a:pt x="2302669" y="5078349"/>
                  <a:pt x="2296382" y="5073492"/>
                  <a:pt x="2289334" y="5074253"/>
                </a:cubicBezTo>
                <a:cubicBezTo>
                  <a:pt x="2282381" y="5075111"/>
                  <a:pt x="2277523" y="5081492"/>
                  <a:pt x="2278380" y="5088351"/>
                </a:cubicBezTo>
                <a:cubicBezTo>
                  <a:pt x="2278761" y="5091684"/>
                  <a:pt x="2280476" y="5094637"/>
                  <a:pt x="2283143" y="5096733"/>
                </a:cubicBezTo>
                <a:cubicBezTo>
                  <a:pt x="2285333" y="5098447"/>
                  <a:pt x="2288096" y="5099399"/>
                  <a:pt x="2290858" y="5099399"/>
                </a:cubicBezTo>
                <a:cubicBezTo>
                  <a:pt x="2291429" y="5099399"/>
                  <a:pt x="2291906" y="5099399"/>
                  <a:pt x="2292477" y="5099304"/>
                </a:cubicBezTo>
                <a:cubicBezTo>
                  <a:pt x="2294477" y="5099019"/>
                  <a:pt x="2296287" y="5098256"/>
                  <a:pt x="2297906" y="5097113"/>
                </a:cubicBezTo>
                <a:lnTo>
                  <a:pt x="2323433" y="5120354"/>
                </a:lnTo>
                <a:lnTo>
                  <a:pt x="2386679" y="5120354"/>
                </a:lnTo>
                <a:cubicBezTo>
                  <a:pt x="2386679" y="5120354"/>
                  <a:pt x="2386679" y="5125022"/>
                  <a:pt x="2386679" y="5125022"/>
                </a:cubicBezTo>
                <a:cubicBezTo>
                  <a:pt x="2386679" y="5130260"/>
                  <a:pt x="2390966" y="5134642"/>
                  <a:pt x="2396300" y="5134642"/>
                </a:cubicBezTo>
                <a:close/>
                <a:moveTo>
                  <a:pt x="1941957" y="5125022"/>
                </a:moveTo>
                <a:cubicBezTo>
                  <a:pt x="1937671" y="5125593"/>
                  <a:pt x="1933670" y="5122545"/>
                  <a:pt x="1933099" y="5118259"/>
                </a:cubicBezTo>
                <a:cubicBezTo>
                  <a:pt x="1932813" y="5116163"/>
                  <a:pt x="1933385" y="5114068"/>
                  <a:pt x="1934718" y="5112449"/>
                </a:cubicBezTo>
                <a:cubicBezTo>
                  <a:pt x="1936052" y="5110829"/>
                  <a:pt x="1937861" y="5109687"/>
                  <a:pt x="1939957" y="5109496"/>
                </a:cubicBezTo>
                <a:cubicBezTo>
                  <a:pt x="1940338" y="5109496"/>
                  <a:pt x="1940624" y="5109496"/>
                  <a:pt x="1940909" y="5109496"/>
                </a:cubicBezTo>
                <a:cubicBezTo>
                  <a:pt x="1944815" y="5109496"/>
                  <a:pt x="1948244" y="5112449"/>
                  <a:pt x="1948720" y="5116354"/>
                </a:cubicBezTo>
                <a:cubicBezTo>
                  <a:pt x="1949291" y="5120641"/>
                  <a:pt x="1946243" y="5124641"/>
                  <a:pt x="1941862" y="5125117"/>
                </a:cubicBezTo>
                <a:close/>
                <a:moveTo>
                  <a:pt x="2191131" y="5009103"/>
                </a:moveTo>
                <a:cubicBezTo>
                  <a:pt x="2189036" y="5009388"/>
                  <a:pt x="2186940" y="5008817"/>
                  <a:pt x="2185321" y="5007483"/>
                </a:cubicBezTo>
                <a:cubicBezTo>
                  <a:pt x="2183702" y="5006245"/>
                  <a:pt x="2182559" y="5004340"/>
                  <a:pt x="2182368" y="5002244"/>
                </a:cubicBezTo>
                <a:cubicBezTo>
                  <a:pt x="2182082" y="5000149"/>
                  <a:pt x="2182654" y="4998053"/>
                  <a:pt x="2183987" y="4996434"/>
                </a:cubicBezTo>
                <a:cubicBezTo>
                  <a:pt x="2185226" y="4994815"/>
                  <a:pt x="2187131" y="4993672"/>
                  <a:pt x="2189226" y="4993481"/>
                </a:cubicBezTo>
                <a:cubicBezTo>
                  <a:pt x="2189607" y="4993481"/>
                  <a:pt x="2189893" y="4993481"/>
                  <a:pt x="2190179" y="4993481"/>
                </a:cubicBezTo>
                <a:cubicBezTo>
                  <a:pt x="2194084" y="4993481"/>
                  <a:pt x="2197513" y="4996434"/>
                  <a:pt x="2197989" y="5000340"/>
                </a:cubicBezTo>
                <a:cubicBezTo>
                  <a:pt x="2198561" y="5004625"/>
                  <a:pt x="2195513" y="5008626"/>
                  <a:pt x="2191131" y="5009103"/>
                </a:cubicBezTo>
                <a:close/>
                <a:moveTo>
                  <a:pt x="2318957" y="5015294"/>
                </a:moveTo>
                <a:cubicBezTo>
                  <a:pt x="2316290" y="5015294"/>
                  <a:pt x="2314099" y="5013103"/>
                  <a:pt x="2314099" y="5010436"/>
                </a:cubicBezTo>
                <a:lnTo>
                  <a:pt x="2314099" y="5007102"/>
                </a:lnTo>
                <a:cubicBezTo>
                  <a:pt x="2314099" y="5005769"/>
                  <a:pt x="2314575" y="5004625"/>
                  <a:pt x="2315528" y="5003673"/>
                </a:cubicBezTo>
                <a:cubicBezTo>
                  <a:pt x="2316480" y="5002721"/>
                  <a:pt x="2317623" y="5002244"/>
                  <a:pt x="2318957" y="5002244"/>
                </a:cubicBezTo>
                <a:lnTo>
                  <a:pt x="2319623" y="5002244"/>
                </a:lnTo>
                <a:cubicBezTo>
                  <a:pt x="2319623" y="5002244"/>
                  <a:pt x="2319623" y="5015294"/>
                  <a:pt x="2319623" y="5015294"/>
                </a:cubicBezTo>
                <a:lnTo>
                  <a:pt x="2318957" y="5015294"/>
                </a:lnTo>
                <a:close/>
                <a:moveTo>
                  <a:pt x="2324576" y="5015294"/>
                </a:moveTo>
                <a:lnTo>
                  <a:pt x="2324576" y="5002340"/>
                </a:lnTo>
                <a:cubicBezTo>
                  <a:pt x="2324576" y="5002340"/>
                  <a:pt x="2336578" y="5002340"/>
                  <a:pt x="2336578" y="5002340"/>
                </a:cubicBezTo>
                <a:lnTo>
                  <a:pt x="2336578" y="5015294"/>
                </a:lnTo>
                <a:cubicBezTo>
                  <a:pt x="2336578" y="5015294"/>
                  <a:pt x="2324576" y="5015294"/>
                  <a:pt x="2324576" y="5015294"/>
                </a:cubicBezTo>
                <a:close/>
                <a:moveTo>
                  <a:pt x="2342198" y="5015008"/>
                </a:moveTo>
                <a:lnTo>
                  <a:pt x="2342198" y="5002435"/>
                </a:lnTo>
                <a:cubicBezTo>
                  <a:pt x="2343055" y="5002626"/>
                  <a:pt x="2343912" y="5003006"/>
                  <a:pt x="2344579" y="5003673"/>
                </a:cubicBezTo>
                <a:cubicBezTo>
                  <a:pt x="2345531" y="5004625"/>
                  <a:pt x="2346008" y="5005769"/>
                  <a:pt x="2346008" y="5007102"/>
                </a:cubicBezTo>
                <a:lnTo>
                  <a:pt x="2346008" y="5010436"/>
                </a:lnTo>
                <a:cubicBezTo>
                  <a:pt x="2346008" y="5012722"/>
                  <a:pt x="2344388" y="5014627"/>
                  <a:pt x="2342198" y="5015103"/>
                </a:cubicBezTo>
                <a:close/>
                <a:moveTo>
                  <a:pt x="2665857" y="5095590"/>
                </a:moveTo>
                <a:lnTo>
                  <a:pt x="2665857" y="5066062"/>
                </a:lnTo>
                <a:cubicBezTo>
                  <a:pt x="2665857" y="5063395"/>
                  <a:pt x="2668048" y="5061204"/>
                  <a:pt x="2670715" y="5061204"/>
                </a:cubicBezTo>
                <a:lnTo>
                  <a:pt x="2673953" y="5061204"/>
                </a:lnTo>
                <a:cubicBezTo>
                  <a:pt x="2676620" y="5061204"/>
                  <a:pt x="2678811" y="5063395"/>
                  <a:pt x="2678811" y="5066062"/>
                </a:cubicBezTo>
                <a:lnTo>
                  <a:pt x="2678811" y="5095590"/>
                </a:lnTo>
                <a:cubicBezTo>
                  <a:pt x="2678811" y="5098256"/>
                  <a:pt x="2676620" y="5100447"/>
                  <a:pt x="2673953" y="5100447"/>
                </a:cubicBezTo>
                <a:lnTo>
                  <a:pt x="2670715" y="5100447"/>
                </a:lnTo>
                <a:cubicBezTo>
                  <a:pt x="2668048" y="5100447"/>
                  <a:pt x="2665857" y="5098256"/>
                  <a:pt x="2665857" y="5095590"/>
                </a:cubicBezTo>
                <a:close/>
                <a:moveTo>
                  <a:pt x="2391347" y="5111020"/>
                </a:moveTo>
                <a:cubicBezTo>
                  <a:pt x="2391347" y="5108353"/>
                  <a:pt x="2393537" y="5106162"/>
                  <a:pt x="2396204" y="5106162"/>
                </a:cubicBezTo>
                <a:lnTo>
                  <a:pt x="2495264" y="5106162"/>
                </a:lnTo>
                <a:cubicBezTo>
                  <a:pt x="2497931" y="5106162"/>
                  <a:pt x="2500122" y="5108353"/>
                  <a:pt x="2500122" y="5111020"/>
                </a:cubicBezTo>
                <a:lnTo>
                  <a:pt x="2500122" y="5125212"/>
                </a:lnTo>
                <a:cubicBezTo>
                  <a:pt x="2500122" y="5127879"/>
                  <a:pt x="2497931" y="5130070"/>
                  <a:pt x="2495264" y="5130070"/>
                </a:cubicBezTo>
                <a:lnTo>
                  <a:pt x="2396204" y="5130070"/>
                </a:lnTo>
                <a:cubicBezTo>
                  <a:pt x="2393537" y="5130070"/>
                  <a:pt x="2391347" y="5127879"/>
                  <a:pt x="2391347" y="5125212"/>
                </a:cubicBezTo>
                <a:lnTo>
                  <a:pt x="2391347" y="5111020"/>
                </a:lnTo>
                <a:close/>
                <a:moveTo>
                  <a:pt x="2297049" y="5091684"/>
                </a:moveTo>
                <a:cubicBezTo>
                  <a:pt x="2295716" y="5093303"/>
                  <a:pt x="2293906" y="5094447"/>
                  <a:pt x="2291810" y="5094637"/>
                </a:cubicBezTo>
                <a:cubicBezTo>
                  <a:pt x="2289715" y="5094923"/>
                  <a:pt x="2287619" y="5094351"/>
                  <a:pt x="2286000" y="5093018"/>
                </a:cubicBezTo>
                <a:cubicBezTo>
                  <a:pt x="2284381" y="5091779"/>
                  <a:pt x="2283238" y="5089874"/>
                  <a:pt x="2283047" y="5087779"/>
                </a:cubicBezTo>
                <a:cubicBezTo>
                  <a:pt x="2282476" y="5083493"/>
                  <a:pt x="2285524" y="5079492"/>
                  <a:pt x="2289810" y="5079016"/>
                </a:cubicBezTo>
                <a:cubicBezTo>
                  <a:pt x="2290191" y="5079016"/>
                  <a:pt x="2290477" y="5079016"/>
                  <a:pt x="2290858" y="5079016"/>
                </a:cubicBezTo>
                <a:cubicBezTo>
                  <a:pt x="2294763" y="5079016"/>
                  <a:pt x="2298192" y="5081969"/>
                  <a:pt x="2298668" y="5085874"/>
                </a:cubicBezTo>
                <a:cubicBezTo>
                  <a:pt x="2298954" y="5087969"/>
                  <a:pt x="2298383" y="5090065"/>
                  <a:pt x="2297049" y="5091684"/>
                </a:cubicBezTo>
                <a:close/>
                <a:moveTo>
                  <a:pt x="67342" y="22955"/>
                </a:moveTo>
                <a:cubicBezTo>
                  <a:pt x="67342" y="28670"/>
                  <a:pt x="72009" y="33338"/>
                  <a:pt x="77724" y="33338"/>
                </a:cubicBezTo>
                <a:cubicBezTo>
                  <a:pt x="82582" y="33338"/>
                  <a:pt x="86582" y="29909"/>
                  <a:pt x="87630" y="25337"/>
                </a:cubicBezTo>
                <a:lnTo>
                  <a:pt x="133731" y="25337"/>
                </a:lnTo>
                <a:lnTo>
                  <a:pt x="146685" y="17336"/>
                </a:lnTo>
                <a:lnTo>
                  <a:pt x="199454" y="17336"/>
                </a:lnTo>
                <a:cubicBezTo>
                  <a:pt x="200692" y="20765"/>
                  <a:pt x="203740" y="23241"/>
                  <a:pt x="207550" y="23813"/>
                </a:cubicBezTo>
                <a:lnTo>
                  <a:pt x="206788" y="23813"/>
                </a:lnTo>
                <a:lnTo>
                  <a:pt x="206788" y="28575"/>
                </a:lnTo>
                <a:lnTo>
                  <a:pt x="211550" y="28575"/>
                </a:lnTo>
                <a:lnTo>
                  <a:pt x="211550" y="23813"/>
                </a:lnTo>
                <a:lnTo>
                  <a:pt x="210788" y="23813"/>
                </a:lnTo>
                <a:cubicBezTo>
                  <a:pt x="215741" y="22955"/>
                  <a:pt x="219551" y="18860"/>
                  <a:pt x="219551" y="13716"/>
                </a:cubicBezTo>
                <a:cubicBezTo>
                  <a:pt x="219551" y="8001"/>
                  <a:pt x="214884" y="3334"/>
                  <a:pt x="209169" y="3334"/>
                </a:cubicBezTo>
                <a:cubicBezTo>
                  <a:pt x="203835" y="3334"/>
                  <a:pt x="199644" y="7430"/>
                  <a:pt x="198977" y="12573"/>
                </a:cubicBezTo>
                <a:lnTo>
                  <a:pt x="145256" y="12573"/>
                </a:lnTo>
                <a:lnTo>
                  <a:pt x="132302" y="20574"/>
                </a:lnTo>
                <a:lnTo>
                  <a:pt x="87535" y="20574"/>
                </a:lnTo>
                <a:cubicBezTo>
                  <a:pt x="86392" y="16002"/>
                  <a:pt x="82487" y="12573"/>
                  <a:pt x="77629" y="12573"/>
                </a:cubicBezTo>
                <a:cubicBezTo>
                  <a:pt x="71914" y="12573"/>
                  <a:pt x="67247" y="17240"/>
                  <a:pt x="67247" y="22955"/>
                </a:cubicBezTo>
                <a:close/>
                <a:moveTo>
                  <a:pt x="209169" y="8096"/>
                </a:moveTo>
                <a:cubicBezTo>
                  <a:pt x="212312" y="8096"/>
                  <a:pt x="214789" y="10668"/>
                  <a:pt x="214789" y="13716"/>
                </a:cubicBezTo>
                <a:cubicBezTo>
                  <a:pt x="214789" y="16764"/>
                  <a:pt x="212217" y="19336"/>
                  <a:pt x="209169" y="19336"/>
                </a:cubicBezTo>
                <a:cubicBezTo>
                  <a:pt x="206121" y="19336"/>
                  <a:pt x="203549" y="16764"/>
                  <a:pt x="203549" y="13716"/>
                </a:cubicBezTo>
                <a:cubicBezTo>
                  <a:pt x="203549" y="10668"/>
                  <a:pt x="206121" y="8096"/>
                  <a:pt x="209169" y="8096"/>
                </a:cubicBezTo>
                <a:close/>
                <a:moveTo>
                  <a:pt x="83344" y="22955"/>
                </a:moveTo>
                <a:cubicBezTo>
                  <a:pt x="83344" y="26099"/>
                  <a:pt x="80772" y="28575"/>
                  <a:pt x="77724" y="28575"/>
                </a:cubicBezTo>
                <a:cubicBezTo>
                  <a:pt x="74676" y="28575"/>
                  <a:pt x="72104" y="26003"/>
                  <a:pt x="72104" y="22955"/>
                </a:cubicBezTo>
                <a:cubicBezTo>
                  <a:pt x="72104" y="19907"/>
                  <a:pt x="74676" y="17336"/>
                  <a:pt x="77724" y="17336"/>
                </a:cubicBezTo>
                <a:cubicBezTo>
                  <a:pt x="80772" y="17336"/>
                  <a:pt x="83344" y="19907"/>
                  <a:pt x="83344" y="22955"/>
                </a:cubicBezTo>
                <a:close/>
                <a:moveTo>
                  <a:pt x="636746" y="2158651"/>
                </a:moveTo>
                <a:lnTo>
                  <a:pt x="629412" y="2151602"/>
                </a:lnTo>
                <a:lnTo>
                  <a:pt x="634365" y="2146459"/>
                </a:lnTo>
                <a:lnTo>
                  <a:pt x="641699" y="2153507"/>
                </a:lnTo>
                <a:lnTo>
                  <a:pt x="636746" y="2158651"/>
                </a:lnTo>
                <a:close/>
                <a:moveTo>
                  <a:pt x="604933" y="2097500"/>
                </a:moveTo>
                <a:lnTo>
                  <a:pt x="613505" y="2089976"/>
                </a:lnTo>
                <a:lnTo>
                  <a:pt x="612267" y="2089976"/>
                </a:lnTo>
                <a:lnTo>
                  <a:pt x="612267" y="2085213"/>
                </a:lnTo>
                <a:lnTo>
                  <a:pt x="619411" y="2085213"/>
                </a:lnTo>
                <a:lnTo>
                  <a:pt x="619411" y="2089976"/>
                </a:lnTo>
                <a:lnTo>
                  <a:pt x="619125" y="2089976"/>
                </a:lnTo>
                <a:lnTo>
                  <a:pt x="626936" y="2098929"/>
                </a:lnTo>
                <a:cubicBezTo>
                  <a:pt x="627888" y="2100072"/>
                  <a:pt x="627793" y="2101787"/>
                  <a:pt x="626650" y="2102739"/>
                </a:cubicBezTo>
                <a:lnTo>
                  <a:pt x="616934" y="2111216"/>
                </a:lnTo>
                <a:cubicBezTo>
                  <a:pt x="615791" y="2112169"/>
                  <a:pt x="614077" y="2112074"/>
                  <a:pt x="613124" y="2110931"/>
                </a:cubicBezTo>
                <a:lnTo>
                  <a:pt x="604647" y="2101215"/>
                </a:lnTo>
                <a:cubicBezTo>
                  <a:pt x="603695" y="2100072"/>
                  <a:pt x="603790" y="2098358"/>
                  <a:pt x="604933" y="2097405"/>
                </a:cubicBezTo>
                <a:close/>
                <a:moveTo>
                  <a:pt x="463296" y="181356"/>
                </a:moveTo>
                <a:lnTo>
                  <a:pt x="458534" y="181356"/>
                </a:lnTo>
                <a:lnTo>
                  <a:pt x="458534" y="161639"/>
                </a:lnTo>
                <a:lnTo>
                  <a:pt x="463296" y="161639"/>
                </a:lnTo>
                <a:lnTo>
                  <a:pt x="463296" y="181356"/>
                </a:lnTo>
                <a:close/>
                <a:moveTo>
                  <a:pt x="612172" y="2051495"/>
                </a:moveTo>
                <a:lnTo>
                  <a:pt x="619316" y="2051495"/>
                </a:lnTo>
                <a:lnTo>
                  <a:pt x="619316" y="2059972"/>
                </a:lnTo>
                <a:lnTo>
                  <a:pt x="612172" y="2059972"/>
                </a:lnTo>
                <a:lnTo>
                  <a:pt x="612172" y="2051495"/>
                </a:lnTo>
                <a:close/>
                <a:moveTo>
                  <a:pt x="628174" y="2181320"/>
                </a:moveTo>
                <a:lnTo>
                  <a:pt x="634365" y="2174939"/>
                </a:lnTo>
                <a:lnTo>
                  <a:pt x="637794" y="2178272"/>
                </a:lnTo>
                <a:lnTo>
                  <a:pt x="631603" y="2184654"/>
                </a:lnTo>
                <a:lnTo>
                  <a:pt x="628174" y="2181320"/>
                </a:lnTo>
                <a:close/>
                <a:moveTo>
                  <a:pt x="2836259" y="4865751"/>
                </a:moveTo>
                <a:lnTo>
                  <a:pt x="2835497" y="4480274"/>
                </a:lnTo>
                <a:lnTo>
                  <a:pt x="2792159" y="4430459"/>
                </a:lnTo>
                <a:lnTo>
                  <a:pt x="2700242" y="4430459"/>
                </a:lnTo>
                <a:lnTo>
                  <a:pt x="2687193" y="4448366"/>
                </a:lnTo>
                <a:lnTo>
                  <a:pt x="2613565" y="4448366"/>
                </a:lnTo>
                <a:cubicBezTo>
                  <a:pt x="2611946" y="4444651"/>
                  <a:pt x="2608612" y="4441698"/>
                  <a:pt x="2604421" y="4440746"/>
                </a:cubicBezTo>
                <a:cubicBezTo>
                  <a:pt x="2597277" y="4439031"/>
                  <a:pt x="2590038" y="4443603"/>
                  <a:pt x="2588419" y="4450747"/>
                </a:cubicBezTo>
                <a:cubicBezTo>
                  <a:pt x="2586800" y="4457891"/>
                  <a:pt x="2591276" y="4465130"/>
                  <a:pt x="2598420" y="4466749"/>
                </a:cubicBezTo>
                <a:cubicBezTo>
                  <a:pt x="2599468" y="4467035"/>
                  <a:pt x="2600420" y="4467130"/>
                  <a:pt x="2601468" y="4467130"/>
                </a:cubicBezTo>
                <a:cubicBezTo>
                  <a:pt x="2607088" y="4467130"/>
                  <a:pt x="2612136" y="4463415"/>
                  <a:pt x="2614041" y="4457986"/>
                </a:cubicBezTo>
                <a:lnTo>
                  <a:pt x="2692146" y="4457986"/>
                </a:lnTo>
                <a:lnTo>
                  <a:pt x="2705195" y="4440079"/>
                </a:lnTo>
                <a:lnTo>
                  <a:pt x="2787872" y="4440079"/>
                </a:lnTo>
                <a:lnTo>
                  <a:pt x="2826068" y="4483989"/>
                </a:lnTo>
                <a:lnTo>
                  <a:pt x="2826830" y="4861941"/>
                </a:lnTo>
                <a:lnTo>
                  <a:pt x="2781586" y="4906328"/>
                </a:lnTo>
                <a:lnTo>
                  <a:pt x="2617756" y="4904899"/>
                </a:lnTo>
                <a:lnTo>
                  <a:pt x="2593086" y="4871371"/>
                </a:lnTo>
                <a:lnTo>
                  <a:pt x="2459831" y="4871371"/>
                </a:lnTo>
                <a:cubicBezTo>
                  <a:pt x="2458403" y="4867847"/>
                  <a:pt x="2454974" y="4865275"/>
                  <a:pt x="2450973" y="4865275"/>
                </a:cubicBezTo>
                <a:lnTo>
                  <a:pt x="2428780" y="4865275"/>
                </a:lnTo>
                <a:cubicBezTo>
                  <a:pt x="2423446" y="4865275"/>
                  <a:pt x="2419160" y="4869561"/>
                  <a:pt x="2419160" y="4874895"/>
                </a:cubicBezTo>
                <a:lnTo>
                  <a:pt x="2419160" y="4878229"/>
                </a:lnTo>
                <a:cubicBezTo>
                  <a:pt x="2419160" y="4883563"/>
                  <a:pt x="2423446" y="4887849"/>
                  <a:pt x="2428780" y="4887849"/>
                </a:cubicBezTo>
                <a:lnTo>
                  <a:pt x="2450973" y="4887849"/>
                </a:lnTo>
                <a:cubicBezTo>
                  <a:pt x="2455355" y="4887849"/>
                  <a:pt x="2458879" y="4884897"/>
                  <a:pt x="2460022" y="4880896"/>
                </a:cubicBezTo>
                <a:lnTo>
                  <a:pt x="2588228" y="4880896"/>
                </a:lnTo>
                <a:lnTo>
                  <a:pt x="2612898" y="4914424"/>
                </a:lnTo>
                <a:lnTo>
                  <a:pt x="2785396" y="4915948"/>
                </a:lnTo>
                <a:lnTo>
                  <a:pt x="2836259" y="4865942"/>
                </a:lnTo>
                <a:close/>
                <a:moveTo>
                  <a:pt x="2609755" y="4455700"/>
                </a:moveTo>
                <a:cubicBezTo>
                  <a:pt x="2608707" y="4460367"/>
                  <a:pt x="2604040" y="4463225"/>
                  <a:pt x="2599468" y="4462177"/>
                </a:cubicBezTo>
                <a:cubicBezTo>
                  <a:pt x="2594896" y="4461129"/>
                  <a:pt x="2591943" y="4456462"/>
                  <a:pt x="2593086" y="4451890"/>
                </a:cubicBezTo>
                <a:cubicBezTo>
                  <a:pt x="2594038" y="4447889"/>
                  <a:pt x="2597563" y="4445222"/>
                  <a:pt x="2601468" y="4445222"/>
                </a:cubicBezTo>
                <a:cubicBezTo>
                  <a:pt x="2602135" y="4445222"/>
                  <a:pt x="2602802" y="4445222"/>
                  <a:pt x="2603373" y="4445413"/>
                </a:cubicBezTo>
                <a:cubicBezTo>
                  <a:pt x="2607945" y="4446461"/>
                  <a:pt x="2610898" y="4451128"/>
                  <a:pt x="2609755" y="4455700"/>
                </a:cubicBezTo>
                <a:close/>
                <a:moveTo>
                  <a:pt x="2429447" y="4882896"/>
                </a:moveTo>
                <a:lnTo>
                  <a:pt x="2428780" y="4882896"/>
                </a:lnTo>
                <a:cubicBezTo>
                  <a:pt x="2426113" y="4882896"/>
                  <a:pt x="2423922" y="4880706"/>
                  <a:pt x="2423922" y="4878038"/>
                </a:cubicBezTo>
                <a:lnTo>
                  <a:pt x="2423922" y="4874705"/>
                </a:lnTo>
                <a:cubicBezTo>
                  <a:pt x="2423922" y="4872038"/>
                  <a:pt x="2426113" y="4869847"/>
                  <a:pt x="2428780" y="4869847"/>
                </a:cubicBezTo>
                <a:lnTo>
                  <a:pt x="2429447" y="4869847"/>
                </a:lnTo>
                <a:lnTo>
                  <a:pt x="2429447" y="4882801"/>
                </a:lnTo>
                <a:close/>
                <a:moveTo>
                  <a:pt x="2446401" y="4882896"/>
                </a:moveTo>
                <a:lnTo>
                  <a:pt x="2434400" y="4882896"/>
                </a:lnTo>
                <a:lnTo>
                  <a:pt x="2434400" y="4869942"/>
                </a:lnTo>
                <a:lnTo>
                  <a:pt x="2446401" y="4869942"/>
                </a:lnTo>
                <a:lnTo>
                  <a:pt x="2446401" y="4882896"/>
                </a:lnTo>
                <a:close/>
                <a:moveTo>
                  <a:pt x="2455736" y="4878038"/>
                </a:moveTo>
                <a:cubicBezTo>
                  <a:pt x="2455736" y="4880324"/>
                  <a:pt x="2454117" y="4882229"/>
                  <a:pt x="2451926" y="4882706"/>
                </a:cubicBezTo>
                <a:lnTo>
                  <a:pt x="2451926" y="4870133"/>
                </a:lnTo>
                <a:cubicBezTo>
                  <a:pt x="2454117" y="4870609"/>
                  <a:pt x="2455736" y="4872419"/>
                  <a:pt x="2455736" y="4874800"/>
                </a:cubicBezTo>
                <a:lnTo>
                  <a:pt x="2455736" y="4878134"/>
                </a:lnTo>
                <a:close/>
                <a:moveTo>
                  <a:pt x="458534" y="43339"/>
                </a:moveTo>
                <a:lnTo>
                  <a:pt x="463296" y="43339"/>
                </a:lnTo>
                <a:lnTo>
                  <a:pt x="463296" y="63056"/>
                </a:lnTo>
                <a:lnTo>
                  <a:pt x="458534" y="63056"/>
                </a:lnTo>
                <a:lnTo>
                  <a:pt x="458534" y="43339"/>
                </a:lnTo>
                <a:close/>
                <a:moveTo>
                  <a:pt x="463296" y="141923"/>
                </a:moveTo>
                <a:lnTo>
                  <a:pt x="458534" y="141923"/>
                </a:lnTo>
                <a:lnTo>
                  <a:pt x="458534" y="122206"/>
                </a:lnTo>
                <a:lnTo>
                  <a:pt x="463296" y="122206"/>
                </a:lnTo>
                <a:lnTo>
                  <a:pt x="463296" y="141923"/>
                </a:lnTo>
                <a:close/>
                <a:moveTo>
                  <a:pt x="463296" y="220885"/>
                </a:moveTo>
                <a:lnTo>
                  <a:pt x="458534" y="220885"/>
                </a:lnTo>
                <a:lnTo>
                  <a:pt x="458534" y="201168"/>
                </a:lnTo>
                <a:lnTo>
                  <a:pt x="463296" y="201168"/>
                </a:lnTo>
                <a:lnTo>
                  <a:pt x="463296" y="220885"/>
                </a:lnTo>
                <a:close/>
                <a:moveTo>
                  <a:pt x="621983" y="2187797"/>
                </a:moveTo>
                <a:lnTo>
                  <a:pt x="625412" y="2191131"/>
                </a:lnTo>
                <a:lnTo>
                  <a:pt x="619220" y="2197513"/>
                </a:lnTo>
                <a:lnTo>
                  <a:pt x="615791" y="2194179"/>
                </a:lnTo>
                <a:lnTo>
                  <a:pt x="621983" y="2187797"/>
                </a:lnTo>
                <a:close/>
                <a:moveTo>
                  <a:pt x="2309241" y="4965764"/>
                </a:moveTo>
                <a:cubicBezTo>
                  <a:pt x="2309241" y="4968335"/>
                  <a:pt x="2310289" y="4970717"/>
                  <a:pt x="2312099" y="4972526"/>
                </a:cubicBezTo>
                <a:cubicBezTo>
                  <a:pt x="2313908" y="4974336"/>
                  <a:pt x="2316290" y="4975289"/>
                  <a:pt x="2318861" y="4975289"/>
                </a:cubicBezTo>
                <a:lnTo>
                  <a:pt x="2341055" y="4975289"/>
                </a:lnTo>
                <a:cubicBezTo>
                  <a:pt x="2344960" y="4975289"/>
                  <a:pt x="2348389" y="4972812"/>
                  <a:pt x="2349818" y="4969478"/>
                </a:cubicBezTo>
                <a:lnTo>
                  <a:pt x="2364677" y="4987767"/>
                </a:lnTo>
                <a:lnTo>
                  <a:pt x="2446306" y="4987576"/>
                </a:lnTo>
                <a:lnTo>
                  <a:pt x="2446782" y="4987576"/>
                </a:lnTo>
                <a:lnTo>
                  <a:pt x="2468213" y="4964906"/>
                </a:lnTo>
                <a:lnTo>
                  <a:pt x="2551176" y="4964716"/>
                </a:lnTo>
                <a:cubicBezTo>
                  <a:pt x="2551367" y="4965478"/>
                  <a:pt x="2551748" y="4966145"/>
                  <a:pt x="2552319" y="4966716"/>
                </a:cubicBezTo>
                <a:lnTo>
                  <a:pt x="2562797" y="4977194"/>
                </a:lnTo>
                <a:cubicBezTo>
                  <a:pt x="2564606" y="4979003"/>
                  <a:pt x="2567464" y="4979003"/>
                  <a:pt x="2569178" y="4977194"/>
                </a:cubicBezTo>
                <a:lnTo>
                  <a:pt x="2579656" y="4966716"/>
                </a:lnTo>
                <a:cubicBezTo>
                  <a:pt x="2581466" y="4964906"/>
                  <a:pt x="2581466" y="4962049"/>
                  <a:pt x="2579656" y="4960239"/>
                </a:cubicBezTo>
                <a:lnTo>
                  <a:pt x="2569178" y="4949762"/>
                </a:lnTo>
                <a:cubicBezTo>
                  <a:pt x="2567369" y="4947952"/>
                  <a:pt x="2564511" y="4947952"/>
                  <a:pt x="2562797" y="4949762"/>
                </a:cubicBezTo>
                <a:lnTo>
                  <a:pt x="2552319" y="4960239"/>
                </a:lnTo>
                <a:cubicBezTo>
                  <a:pt x="2551748" y="4960811"/>
                  <a:pt x="2551462" y="4961573"/>
                  <a:pt x="2551176" y="4962240"/>
                </a:cubicBezTo>
                <a:lnTo>
                  <a:pt x="2467642" y="4962430"/>
                </a:lnTo>
                <a:lnTo>
                  <a:pt x="2467166" y="4962430"/>
                </a:lnTo>
                <a:lnTo>
                  <a:pt x="2445734" y="4985099"/>
                </a:lnTo>
                <a:lnTo>
                  <a:pt x="2365724" y="4985290"/>
                </a:lnTo>
                <a:lnTo>
                  <a:pt x="2350389" y="4966431"/>
                </a:lnTo>
                <a:cubicBezTo>
                  <a:pt x="2350389" y="4966431"/>
                  <a:pt x="2350580" y="4965859"/>
                  <a:pt x="2350580" y="4965573"/>
                </a:cubicBezTo>
                <a:lnTo>
                  <a:pt x="2350580" y="4962240"/>
                </a:lnTo>
                <a:cubicBezTo>
                  <a:pt x="2350580" y="4957000"/>
                  <a:pt x="2346198" y="4952619"/>
                  <a:pt x="2340959" y="4952619"/>
                </a:cubicBezTo>
                <a:lnTo>
                  <a:pt x="2318766" y="4952619"/>
                </a:lnTo>
                <a:cubicBezTo>
                  <a:pt x="2316194" y="4952619"/>
                  <a:pt x="2313813" y="4953667"/>
                  <a:pt x="2312003" y="4955477"/>
                </a:cubicBezTo>
                <a:cubicBezTo>
                  <a:pt x="2311813" y="4955667"/>
                  <a:pt x="2311718" y="4955953"/>
                  <a:pt x="2311527" y="4956144"/>
                </a:cubicBezTo>
                <a:lnTo>
                  <a:pt x="2293430" y="4941856"/>
                </a:lnTo>
                <a:lnTo>
                  <a:pt x="2198084" y="4941856"/>
                </a:lnTo>
                <a:lnTo>
                  <a:pt x="2177320" y="4962620"/>
                </a:lnTo>
                <a:lnTo>
                  <a:pt x="2148840" y="4962620"/>
                </a:lnTo>
                <a:cubicBezTo>
                  <a:pt x="2148840" y="4962620"/>
                  <a:pt x="2148840" y="4962049"/>
                  <a:pt x="2148840" y="4961858"/>
                </a:cubicBezTo>
                <a:cubicBezTo>
                  <a:pt x="2148459" y="4958525"/>
                  <a:pt x="2146745" y="4955477"/>
                  <a:pt x="2144078" y="4953476"/>
                </a:cubicBezTo>
                <a:cubicBezTo>
                  <a:pt x="2141411" y="4951381"/>
                  <a:pt x="2138077" y="4950524"/>
                  <a:pt x="2134743" y="4950905"/>
                </a:cubicBezTo>
                <a:cubicBezTo>
                  <a:pt x="2131409" y="4951286"/>
                  <a:pt x="2128457" y="4953000"/>
                  <a:pt x="2126361" y="4955667"/>
                </a:cubicBezTo>
                <a:cubicBezTo>
                  <a:pt x="2124266" y="4958334"/>
                  <a:pt x="2123408" y="4961668"/>
                  <a:pt x="2123789" y="4965002"/>
                </a:cubicBezTo>
                <a:cubicBezTo>
                  <a:pt x="2124266" y="4968335"/>
                  <a:pt x="2125885" y="4971288"/>
                  <a:pt x="2128647" y="4973384"/>
                </a:cubicBezTo>
                <a:cubicBezTo>
                  <a:pt x="2130838" y="4975098"/>
                  <a:pt x="2133600" y="4976050"/>
                  <a:pt x="2136362" y="4976050"/>
                </a:cubicBezTo>
                <a:cubicBezTo>
                  <a:pt x="2136934" y="4976050"/>
                  <a:pt x="2137410" y="4976050"/>
                  <a:pt x="2137982" y="4975956"/>
                </a:cubicBezTo>
                <a:cubicBezTo>
                  <a:pt x="2141315" y="4975479"/>
                  <a:pt x="2144268" y="4973860"/>
                  <a:pt x="2146364" y="4971193"/>
                </a:cubicBezTo>
                <a:cubicBezTo>
                  <a:pt x="2147221" y="4970050"/>
                  <a:pt x="2147792" y="4968717"/>
                  <a:pt x="2148269" y="4967383"/>
                </a:cubicBezTo>
                <a:lnTo>
                  <a:pt x="2179320" y="4967383"/>
                </a:lnTo>
                <a:lnTo>
                  <a:pt x="2200085" y="4946619"/>
                </a:lnTo>
                <a:lnTo>
                  <a:pt x="2291810" y="4946619"/>
                </a:lnTo>
                <a:lnTo>
                  <a:pt x="2309527" y="4960620"/>
                </a:lnTo>
                <a:cubicBezTo>
                  <a:pt x="2309432" y="4961192"/>
                  <a:pt x="2309241" y="4961668"/>
                  <a:pt x="2309241" y="4962240"/>
                </a:cubicBezTo>
                <a:lnTo>
                  <a:pt x="2309241" y="4965573"/>
                </a:lnTo>
                <a:close/>
                <a:moveTo>
                  <a:pt x="2345912" y="4962430"/>
                </a:moveTo>
                <a:lnTo>
                  <a:pt x="2345912" y="4965764"/>
                </a:lnTo>
                <a:cubicBezTo>
                  <a:pt x="2345912" y="4968050"/>
                  <a:pt x="2344293" y="4969955"/>
                  <a:pt x="2342102" y="4970431"/>
                </a:cubicBezTo>
                <a:lnTo>
                  <a:pt x="2342102" y="4957858"/>
                </a:lnTo>
                <a:cubicBezTo>
                  <a:pt x="2344293" y="4958334"/>
                  <a:pt x="2345912" y="4960144"/>
                  <a:pt x="2345912" y="4962525"/>
                </a:cubicBezTo>
                <a:close/>
                <a:moveTo>
                  <a:pt x="2336483" y="4957572"/>
                </a:moveTo>
                <a:lnTo>
                  <a:pt x="2336483" y="4970622"/>
                </a:lnTo>
                <a:cubicBezTo>
                  <a:pt x="2336483" y="4970622"/>
                  <a:pt x="2324481" y="4970622"/>
                  <a:pt x="2324481" y="4970622"/>
                </a:cubicBezTo>
                <a:lnTo>
                  <a:pt x="2324481" y="4957667"/>
                </a:lnTo>
                <a:cubicBezTo>
                  <a:pt x="2324481" y="4957667"/>
                  <a:pt x="2336483" y="4957667"/>
                  <a:pt x="2336483" y="4957667"/>
                </a:cubicBezTo>
                <a:close/>
                <a:moveTo>
                  <a:pt x="2315432" y="4959001"/>
                </a:moveTo>
                <a:cubicBezTo>
                  <a:pt x="2316385" y="4958049"/>
                  <a:pt x="2317528" y="4957572"/>
                  <a:pt x="2318861" y="4957572"/>
                </a:cubicBezTo>
                <a:lnTo>
                  <a:pt x="2319528" y="4957572"/>
                </a:lnTo>
                <a:cubicBezTo>
                  <a:pt x="2319528" y="4957572"/>
                  <a:pt x="2319528" y="4970526"/>
                  <a:pt x="2319528" y="4970526"/>
                </a:cubicBezTo>
                <a:lnTo>
                  <a:pt x="2318861" y="4970526"/>
                </a:lnTo>
                <a:cubicBezTo>
                  <a:pt x="2318861" y="4970526"/>
                  <a:pt x="2318861" y="4970526"/>
                  <a:pt x="2318861" y="4970526"/>
                </a:cubicBezTo>
                <a:cubicBezTo>
                  <a:pt x="2317528" y="4970526"/>
                  <a:pt x="2316385" y="4970050"/>
                  <a:pt x="2315432" y="4969097"/>
                </a:cubicBezTo>
                <a:cubicBezTo>
                  <a:pt x="2314480" y="4968145"/>
                  <a:pt x="2314004" y="4967002"/>
                  <a:pt x="2314004" y="4965669"/>
                </a:cubicBezTo>
                <a:lnTo>
                  <a:pt x="2314004" y="4962334"/>
                </a:lnTo>
                <a:cubicBezTo>
                  <a:pt x="2314004" y="4961001"/>
                  <a:pt x="2314480" y="4959858"/>
                  <a:pt x="2315432" y="4958906"/>
                </a:cubicBezTo>
                <a:close/>
                <a:moveTo>
                  <a:pt x="2144173" y="4962620"/>
                </a:moveTo>
                <a:cubicBezTo>
                  <a:pt x="2144459" y="4964716"/>
                  <a:pt x="2143887" y="4966812"/>
                  <a:pt x="2142554" y="4968431"/>
                </a:cubicBezTo>
                <a:cubicBezTo>
                  <a:pt x="2141220" y="4970050"/>
                  <a:pt x="2139410" y="4971193"/>
                  <a:pt x="2137315" y="4971383"/>
                </a:cubicBezTo>
                <a:cubicBezTo>
                  <a:pt x="2135219" y="4971669"/>
                  <a:pt x="2133219" y="4971098"/>
                  <a:pt x="2131505" y="4969764"/>
                </a:cubicBezTo>
                <a:cubicBezTo>
                  <a:pt x="2129885" y="4968526"/>
                  <a:pt x="2128742" y="4966621"/>
                  <a:pt x="2128457" y="4964526"/>
                </a:cubicBezTo>
                <a:cubicBezTo>
                  <a:pt x="2128171" y="4962430"/>
                  <a:pt x="2128742" y="4960335"/>
                  <a:pt x="2130076" y="4958716"/>
                </a:cubicBezTo>
                <a:cubicBezTo>
                  <a:pt x="2131409" y="4957096"/>
                  <a:pt x="2133219" y="4955953"/>
                  <a:pt x="2135315" y="4955763"/>
                </a:cubicBezTo>
                <a:cubicBezTo>
                  <a:pt x="2135696" y="4955763"/>
                  <a:pt x="2135981" y="4955763"/>
                  <a:pt x="2136362" y="4955763"/>
                </a:cubicBezTo>
                <a:cubicBezTo>
                  <a:pt x="2138077" y="4955763"/>
                  <a:pt x="2139791" y="4956334"/>
                  <a:pt x="2141125" y="4957382"/>
                </a:cubicBezTo>
                <a:cubicBezTo>
                  <a:pt x="2142744" y="4958620"/>
                  <a:pt x="2143887" y="4960525"/>
                  <a:pt x="2144078" y="4962620"/>
                </a:cubicBezTo>
                <a:lnTo>
                  <a:pt x="2144078" y="4962620"/>
                </a:lnTo>
                <a:close/>
                <a:moveTo>
                  <a:pt x="2350580" y="4917281"/>
                </a:moveTo>
                <a:cubicBezTo>
                  <a:pt x="2350580" y="4914709"/>
                  <a:pt x="2349532" y="4912328"/>
                  <a:pt x="2347722" y="4910519"/>
                </a:cubicBezTo>
                <a:cubicBezTo>
                  <a:pt x="2345912" y="4908709"/>
                  <a:pt x="2343531" y="4907756"/>
                  <a:pt x="2340959" y="4907756"/>
                </a:cubicBezTo>
                <a:lnTo>
                  <a:pt x="2318766" y="4907756"/>
                </a:lnTo>
                <a:cubicBezTo>
                  <a:pt x="2316385" y="4907756"/>
                  <a:pt x="2314289" y="4908804"/>
                  <a:pt x="2312575" y="4910233"/>
                </a:cubicBezTo>
                <a:lnTo>
                  <a:pt x="2282190" y="4888992"/>
                </a:lnTo>
                <a:lnTo>
                  <a:pt x="2153412" y="4888992"/>
                </a:lnTo>
                <a:lnTo>
                  <a:pt x="2127409" y="4912614"/>
                </a:lnTo>
                <a:cubicBezTo>
                  <a:pt x="2126742" y="4912328"/>
                  <a:pt x="2126075" y="4912233"/>
                  <a:pt x="2125313" y="4912233"/>
                </a:cubicBezTo>
                <a:lnTo>
                  <a:pt x="2113883" y="4912233"/>
                </a:lnTo>
                <a:cubicBezTo>
                  <a:pt x="2110645" y="4912233"/>
                  <a:pt x="2107978" y="4914900"/>
                  <a:pt x="2107978" y="4918139"/>
                </a:cubicBezTo>
                <a:lnTo>
                  <a:pt x="2107978" y="4929569"/>
                </a:lnTo>
                <a:cubicBezTo>
                  <a:pt x="2107978" y="4932807"/>
                  <a:pt x="2110645" y="4935474"/>
                  <a:pt x="2113883" y="4935474"/>
                </a:cubicBezTo>
                <a:lnTo>
                  <a:pt x="2125313" y="4935474"/>
                </a:lnTo>
                <a:cubicBezTo>
                  <a:pt x="2128552" y="4935474"/>
                  <a:pt x="2131219" y="4932807"/>
                  <a:pt x="2131219" y="4929569"/>
                </a:cubicBezTo>
                <a:lnTo>
                  <a:pt x="2131219" y="4918139"/>
                </a:lnTo>
                <a:cubicBezTo>
                  <a:pt x="2131219" y="4917377"/>
                  <a:pt x="2131028" y="4916615"/>
                  <a:pt x="2130743" y="4915948"/>
                </a:cubicBezTo>
                <a:lnTo>
                  <a:pt x="2155222" y="4893755"/>
                </a:lnTo>
                <a:lnTo>
                  <a:pt x="2280571" y="4893755"/>
                </a:lnTo>
                <a:lnTo>
                  <a:pt x="2309622" y="4914138"/>
                </a:lnTo>
                <a:cubicBezTo>
                  <a:pt x="2309241" y="4915186"/>
                  <a:pt x="2308955" y="4916329"/>
                  <a:pt x="2308955" y="4917472"/>
                </a:cubicBezTo>
                <a:lnTo>
                  <a:pt x="2308955" y="4920806"/>
                </a:lnTo>
                <a:cubicBezTo>
                  <a:pt x="2308955" y="4923378"/>
                  <a:pt x="2310003" y="4925759"/>
                  <a:pt x="2311813" y="4927569"/>
                </a:cubicBezTo>
                <a:cubicBezTo>
                  <a:pt x="2313623" y="4929378"/>
                  <a:pt x="2316004" y="4930331"/>
                  <a:pt x="2318576" y="4930331"/>
                </a:cubicBezTo>
                <a:lnTo>
                  <a:pt x="2340769" y="4930331"/>
                </a:lnTo>
                <a:cubicBezTo>
                  <a:pt x="2344674" y="4930331"/>
                  <a:pt x="2348103" y="4927854"/>
                  <a:pt x="2349532" y="4924520"/>
                </a:cubicBezTo>
                <a:lnTo>
                  <a:pt x="2364391" y="4942808"/>
                </a:lnTo>
                <a:lnTo>
                  <a:pt x="2446020" y="4942618"/>
                </a:lnTo>
                <a:lnTo>
                  <a:pt x="2446496" y="4942618"/>
                </a:lnTo>
                <a:lnTo>
                  <a:pt x="2467928" y="4919949"/>
                </a:lnTo>
                <a:lnTo>
                  <a:pt x="2550890" y="4919949"/>
                </a:lnTo>
                <a:cubicBezTo>
                  <a:pt x="2551081" y="4920520"/>
                  <a:pt x="2551462" y="4921282"/>
                  <a:pt x="2552034" y="4921853"/>
                </a:cubicBezTo>
                <a:lnTo>
                  <a:pt x="2562511" y="4932331"/>
                </a:lnTo>
                <a:cubicBezTo>
                  <a:pt x="2564321" y="4934141"/>
                  <a:pt x="2567178" y="4934141"/>
                  <a:pt x="2568893" y="4932331"/>
                </a:cubicBezTo>
                <a:lnTo>
                  <a:pt x="2579370" y="4921853"/>
                </a:lnTo>
                <a:cubicBezTo>
                  <a:pt x="2581180" y="4920044"/>
                  <a:pt x="2581180" y="4917186"/>
                  <a:pt x="2579370" y="4915472"/>
                </a:cubicBezTo>
                <a:lnTo>
                  <a:pt x="2568893" y="4904994"/>
                </a:lnTo>
                <a:cubicBezTo>
                  <a:pt x="2567083" y="4903185"/>
                  <a:pt x="2564225" y="4903185"/>
                  <a:pt x="2562511" y="4904994"/>
                </a:cubicBezTo>
                <a:lnTo>
                  <a:pt x="2552034" y="4915472"/>
                </a:lnTo>
                <a:cubicBezTo>
                  <a:pt x="2551462" y="4916043"/>
                  <a:pt x="2551176" y="4916805"/>
                  <a:pt x="2550890" y="4917472"/>
                </a:cubicBezTo>
                <a:lnTo>
                  <a:pt x="2466880" y="4917472"/>
                </a:lnTo>
                <a:cubicBezTo>
                  <a:pt x="2466880" y="4917472"/>
                  <a:pt x="2445449" y="4940237"/>
                  <a:pt x="2445449" y="4940237"/>
                </a:cubicBezTo>
                <a:lnTo>
                  <a:pt x="2365439" y="4940427"/>
                </a:lnTo>
                <a:lnTo>
                  <a:pt x="2350103" y="4921568"/>
                </a:lnTo>
                <a:cubicBezTo>
                  <a:pt x="2350103" y="4921568"/>
                  <a:pt x="2350294" y="4920996"/>
                  <a:pt x="2350294" y="4920710"/>
                </a:cubicBezTo>
                <a:lnTo>
                  <a:pt x="2350294" y="4917377"/>
                </a:lnTo>
                <a:close/>
                <a:moveTo>
                  <a:pt x="2126552" y="4929569"/>
                </a:moveTo>
                <a:cubicBezTo>
                  <a:pt x="2126552" y="4930235"/>
                  <a:pt x="2125980" y="4930712"/>
                  <a:pt x="2125409" y="4930712"/>
                </a:cubicBezTo>
                <a:lnTo>
                  <a:pt x="2113979" y="4930712"/>
                </a:lnTo>
                <a:cubicBezTo>
                  <a:pt x="2113312" y="4930712"/>
                  <a:pt x="2112836" y="4930141"/>
                  <a:pt x="2112836" y="4929569"/>
                </a:cubicBezTo>
                <a:lnTo>
                  <a:pt x="2112836" y="4918139"/>
                </a:lnTo>
                <a:cubicBezTo>
                  <a:pt x="2112836" y="4917472"/>
                  <a:pt x="2113407" y="4916996"/>
                  <a:pt x="2113979" y="4916996"/>
                </a:cubicBezTo>
                <a:lnTo>
                  <a:pt x="2125409" y="4916996"/>
                </a:lnTo>
                <a:cubicBezTo>
                  <a:pt x="2126075" y="4916996"/>
                  <a:pt x="2126552" y="4917567"/>
                  <a:pt x="2126552" y="4918139"/>
                </a:cubicBezTo>
                <a:lnTo>
                  <a:pt x="2126552" y="4929569"/>
                </a:lnTo>
                <a:close/>
                <a:moveTo>
                  <a:pt x="2318766" y="4925473"/>
                </a:moveTo>
                <a:lnTo>
                  <a:pt x="2318766" y="4925473"/>
                </a:lnTo>
                <a:cubicBezTo>
                  <a:pt x="2317433" y="4925473"/>
                  <a:pt x="2316290" y="4924997"/>
                  <a:pt x="2315337" y="4924044"/>
                </a:cubicBezTo>
                <a:cubicBezTo>
                  <a:pt x="2314385" y="4923092"/>
                  <a:pt x="2313908" y="4921949"/>
                  <a:pt x="2313908" y="4920616"/>
                </a:cubicBezTo>
                <a:lnTo>
                  <a:pt x="2313908" y="4917281"/>
                </a:lnTo>
                <a:cubicBezTo>
                  <a:pt x="2313908" y="4914615"/>
                  <a:pt x="2316099" y="4912424"/>
                  <a:pt x="2318766" y="4912424"/>
                </a:cubicBezTo>
                <a:lnTo>
                  <a:pt x="2319433" y="4912424"/>
                </a:lnTo>
                <a:cubicBezTo>
                  <a:pt x="2319433" y="4912424"/>
                  <a:pt x="2319433" y="4925378"/>
                  <a:pt x="2319433" y="4925378"/>
                </a:cubicBezTo>
                <a:lnTo>
                  <a:pt x="2318766" y="4925378"/>
                </a:lnTo>
                <a:close/>
                <a:moveTo>
                  <a:pt x="2324386" y="4925473"/>
                </a:moveTo>
                <a:lnTo>
                  <a:pt x="2324386" y="4912519"/>
                </a:lnTo>
                <a:cubicBezTo>
                  <a:pt x="2324386" y="4912519"/>
                  <a:pt x="2336387" y="4912519"/>
                  <a:pt x="2336387" y="4912519"/>
                </a:cubicBezTo>
                <a:lnTo>
                  <a:pt x="2336387" y="4925473"/>
                </a:lnTo>
                <a:cubicBezTo>
                  <a:pt x="2336387" y="4925473"/>
                  <a:pt x="2324386" y="4925473"/>
                  <a:pt x="2324386" y="4925473"/>
                </a:cubicBezTo>
                <a:close/>
                <a:moveTo>
                  <a:pt x="2342007" y="4925283"/>
                </a:moveTo>
                <a:lnTo>
                  <a:pt x="2342007" y="4912710"/>
                </a:lnTo>
                <a:cubicBezTo>
                  <a:pt x="2342864" y="4912900"/>
                  <a:pt x="2343722" y="4913281"/>
                  <a:pt x="2344388" y="4913948"/>
                </a:cubicBezTo>
                <a:cubicBezTo>
                  <a:pt x="2345341" y="4914900"/>
                  <a:pt x="2345817" y="4916043"/>
                  <a:pt x="2345817" y="4917377"/>
                </a:cubicBezTo>
                <a:lnTo>
                  <a:pt x="2345817" y="4920710"/>
                </a:lnTo>
                <a:cubicBezTo>
                  <a:pt x="2345817" y="4922997"/>
                  <a:pt x="2344198" y="4924901"/>
                  <a:pt x="2342007" y="4925378"/>
                </a:cubicBezTo>
                <a:close/>
                <a:moveTo>
                  <a:pt x="289084" y="203645"/>
                </a:moveTo>
                <a:lnTo>
                  <a:pt x="292799" y="206693"/>
                </a:lnTo>
                <a:lnTo>
                  <a:pt x="280035" y="222409"/>
                </a:lnTo>
                <a:lnTo>
                  <a:pt x="276320" y="219361"/>
                </a:lnTo>
                <a:lnTo>
                  <a:pt x="289084" y="203645"/>
                </a:lnTo>
                <a:close/>
                <a:moveTo>
                  <a:pt x="431768" y="206693"/>
                </a:moveTo>
                <a:cubicBezTo>
                  <a:pt x="431768" y="206693"/>
                  <a:pt x="432245" y="205740"/>
                  <a:pt x="432245" y="205264"/>
                </a:cubicBezTo>
                <a:lnTo>
                  <a:pt x="432245" y="95"/>
                </a:lnTo>
                <a:lnTo>
                  <a:pt x="427482" y="95"/>
                </a:lnTo>
                <a:lnTo>
                  <a:pt x="427482" y="204407"/>
                </a:lnTo>
                <a:lnTo>
                  <a:pt x="414623" y="221170"/>
                </a:lnTo>
                <a:cubicBezTo>
                  <a:pt x="414623" y="221170"/>
                  <a:pt x="414147" y="222123"/>
                  <a:pt x="414147" y="222599"/>
                </a:cubicBezTo>
                <a:lnTo>
                  <a:pt x="414147" y="236411"/>
                </a:lnTo>
                <a:lnTo>
                  <a:pt x="409385" y="236411"/>
                </a:lnTo>
                <a:cubicBezTo>
                  <a:pt x="405670" y="236411"/>
                  <a:pt x="402527" y="239458"/>
                  <a:pt x="402527" y="243269"/>
                </a:cubicBezTo>
                <a:lnTo>
                  <a:pt x="402527" y="255937"/>
                </a:lnTo>
                <a:cubicBezTo>
                  <a:pt x="402527" y="259652"/>
                  <a:pt x="405575" y="262795"/>
                  <a:pt x="409385" y="262795"/>
                </a:cubicBezTo>
                <a:lnTo>
                  <a:pt x="422053" y="262795"/>
                </a:lnTo>
                <a:cubicBezTo>
                  <a:pt x="423005" y="262795"/>
                  <a:pt x="423863" y="262604"/>
                  <a:pt x="424720" y="262223"/>
                </a:cubicBezTo>
                <a:lnTo>
                  <a:pt x="567690" y="427673"/>
                </a:lnTo>
                <a:lnTo>
                  <a:pt x="567690" y="486632"/>
                </a:lnTo>
                <a:lnTo>
                  <a:pt x="565023" y="486632"/>
                </a:lnTo>
                <a:cubicBezTo>
                  <a:pt x="559022" y="486632"/>
                  <a:pt x="554069" y="491014"/>
                  <a:pt x="554069" y="496348"/>
                </a:cubicBezTo>
                <a:lnTo>
                  <a:pt x="554069" y="535210"/>
                </a:lnTo>
                <a:cubicBezTo>
                  <a:pt x="554069" y="540544"/>
                  <a:pt x="559022" y="544925"/>
                  <a:pt x="565023" y="544925"/>
                </a:cubicBezTo>
                <a:lnTo>
                  <a:pt x="575120" y="544925"/>
                </a:lnTo>
                <a:cubicBezTo>
                  <a:pt x="581120" y="544925"/>
                  <a:pt x="586073" y="540544"/>
                  <a:pt x="586073" y="535210"/>
                </a:cubicBezTo>
                <a:lnTo>
                  <a:pt x="586073" y="496348"/>
                </a:lnTo>
                <a:cubicBezTo>
                  <a:pt x="586073" y="491014"/>
                  <a:pt x="581120" y="486632"/>
                  <a:pt x="575120" y="486632"/>
                </a:cubicBezTo>
                <a:lnTo>
                  <a:pt x="572453" y="486632"/>
                </a:lnTo>
                <a:lnTo>
                  <a:pt x="572453" y="425863"/>
                </a:lnTo>
                <a:lnTo>
                  <a:pt x="428149" y="258890"/>
                </a:lnTo>
                <a:cubicBezTo>
                  <a:pt x="428625" y="257937"/>
                  <a:pt x="428911" y="256985"/>
                  <a:pt x="428911" y="255937"/>
                </a:cubicBezTo>
                <a:lnTo>
                  <a:pt x="428911" y="243269"/>
                </a:lnTo>
                <a:cubicBezTo>
                  <a:pt x="428911" y="239554"/>
                  <a:pt x="425863" y="236411"/>
                  <a:pt x="422053" y="236411"/>
                </a:cubicBezTo>
                <a:lnTo>
                  <a:pt x="418910" y="236411"/>
                </a:lnTo>
                <a:lnTo>
                  <a:pt x="418910" y="223361"/>
                </a:lnTo>
                <a:lnTo>
                  <a:pt x="431768" y="206597"/>
                </a:lnTo>
                <a:close/>
                <a:moveTo>
                  <a:pt x="580930" y="535210"/>
                </a:moveTo>
                <a:cubicBezTo>
                  <a:pt x="580930" y="538067"/>
                  <a:pt x="578263" y="540449"/>
                  <a:pt x="575024" y="540449"/>
                </a:cubicBezTo>
                <a:lnTo>
                  <a:pt x="564928" y="540449"/>
                </a:lnTo>
                <a:cubicBezTo>
                  <a:pt x="561689" y="540449"/>
                  <a:pt x="559022" y="538067"/>
                  <a:pt x="559022" y="535210"/>
                </a:cubicBezTo>
                <a:lnTo>
                  <a:pt x="559022" y="526923"/>
                </a:lnTo>
                <a:lnTo>
                  <a:pt x="580835" y="526923"/>
                </a:lnTo>
                <a:lnTo>
                  <a:pt x="580835" y="535210"/>
                </a:lnTo>
                <a:close/>
                <a:moveTo>
                  <a:pt x="575024" y="491014"/>
                </a:moveTo>
                <a:cubicBezTo>
                  <a:pt x="578263" y="491014"/>
                  <a:pt x="580930" y="493395"/>
                  <a:pt x="580930" y="496253"/>
                </a:cubicBezTo>
                <a:lnTo>
                  <a:pt x="580930" y="502349"/>
                </a:lnTo>
                <a:lnTo>
                  <a:pt x="559118" y="502349"/>
                </a:lnTo>
                <a:lnTo>
                  <a:pt x="559118" y="496253"/>
                </a:lnTo>
                <a:cubicBezTo>
                  <a:pt x="559118" y="493395"/>
                  <a:pt x="561785" y="491014"/>
                  <a:pt x="565023" y="491014"/>
                </a:cubicBezTo>
                <a:lnTo>
                  <a:pt x="575120" y="491014"/>
                </a:lnTo>
                <a:close/>
                <a:moveTo>
                  <a:pt x="422053" y="241173"/>
                </a:moveTo>
                <a:cubicBezTo>
                  <a:pt x="423196" y="241173"/>
                  <a:pt x="424148" y="242126"/>
                  <a:pt x="424148" y="243269"/>
                </a:cubicBezTo>
                <a:lnTo>
                  <a:pt x="424148" y="255937"/>
                </a:lnTo>
                <a:cubicBezTo>
                  <a:pt x="424148" y="257080"/>
                  <a:pt x="423196" y="258032"/>
                  <a:pt x="422053" y="258032"/>
                </a:cubicBezTo>
                <a:lnTo>
                  <a:pt x="409385" y="258032"/>
                </a:lnTo>
                <a:cubicBezTo>
                  <a:pt x="408242" y="258032"/>
                  <a:pt x="407289" y="257080"/>
                  <a:pt x="407289" y="255937"/>
                </a:cubicBezTo>
                <a:lnTo>
                  <a:pt x="407289" y="243269"/>
                </a:lnTo>
                <a:cubicBezTo>
                  <a:pt x="407289" y="242126"/>
                  <a:pt x="408242" y="241173"/>
                  <a:pt x="409385" y="241173"/>
                </a:cubicBezTo>
                <a:lnTo>
                  <a:pt x="422053" y="241173"/>
                </a:lnTo>
                <a:close/>
                <a:moveTo>
                  <a:pt x="2423636" y="4739164"/>
                </a:moveTo>
                <a:cubicBezTo>
                  <a:pt x="2420303" y="4739164"/>
                  <a:pt x="2417540" y="4741926"/>
                  <a:pt x="2417540" y="4745260"/>
                </a:cubicBezTo>
                <a:lnTo>
                  <a:pt x="2417540" y="4755642"/>
                </a:lnTo>
                <a:cubicBezTo>
                  <a:pt x="2417540" y="4758976"/>
                  <a:pt x="2420303" y="4761738"/>
                  <a:pt x="2423636" y="4761738"/>
                </a:cubicBezTo>
                <a:lnTo>
                  <a:pt x="2434019" y="4761738"/>
                </a:lnTo>
                <a:cubicBezTo>
                  <a:pt x="2437352" y="4761738"/>
                  <a:pt x="2440115" y="4758976"/>
                  <a:pt x="2440115" y="4755642"/>
                </a:cubicBezTo>
                <a:lnTo>
                  <a:pt x="2440115" y="4745260"/>
                </a:lnTo>
                <a:cubicBezTo>
                  <a:pt x="2440115" y="4741926"/>
                  <a:pt x="2437352" y="4739164"/>
                  <a:pt x="2434019" y="4739164"/>
                </a:cubicBezTo>
                <a:lnTo>
                  <a:pt x="2431161" y="4739164"/>
                </a:lnTo>
                <a:lnTo>
                  <a:pt x="2431161" y="4620959"/>
                </a:lnTo>
                <a:lnTo>
                  <a:pt x="2407349" y="4598480"/>
                </a:lnTo>
                <a:lnTo>
                  <a:pt x="2350580" y="4598480"/>
                </a:lnTo>
                <a:lnTo>
                  <a:pt x="2336197" y="4579525"/>
                </a:lnTo>
                <a:lnTo>
                  <a:pt x="2336197" y="4476369"/>
                </a:lnTo>
                <a:lnTo>
                  <a:pt x="2314004" y="4452080"/>
                </a:lnTo>
                <a:lnTo>
                  <a:pt x="2303621" y="4452080"/>
                </a:lnTo>
                <a:cubicBezTo>
                  <a:pt x="2303621" y="4452080"/>
                  <a:pt x="2303621" y="4451509"/>
                  <a:pt x="2303526" y="4451128"/>
                </a:cubicBezTo>
                <a:cubicBezTo>
                  <a:pt x="2302478" y="4447889"/>
                  <a:pt x="2300192" y="4445318"/>
                  <a:pt x="2297144" y="4443889"/>
                </a:cubicBezTo>
                <a:cubicBezTo>
                  <a:pt x="2294096" y="4442365"/>
                  <a:pt x="2290763" y="4442174"/>
                  <a:pt x="2287524" y="4443222"/>
                </a:cubicBezTo>
                <a:cubicBezTo>
                  <a:pt x="2284286" y="4444270"/>
                  <a:pt x="2281714" y="4446556"/>
                  <a:pt x="2280190" y="4449604"/>
                </a:cubicBezTo>
                <a:cubicBezTo>
                  <a:pt x="2278666" y="4452652"/>
                  <a:pt x="2278475" y="4455986"/>
                  <a:pt x="2279523" y="4459224"/>
                </a:cubicBezTo>
                <a:cubicBezTo>
                  <a:pt x="2280571" y="4462463"/>
                  <a:pt x="2282857" y="4465035"/>
                  <a:pt x="2285905" y="4466559"/>
                </a:cubicBezTo>
                <a:cubicBezTo>
                  <a:pt x="2287715" y="4467416"/>
                  <a:pt x="2289620" y="4467892"/>
                  <a:pt x="2291525" y="4467892"/>
                </a:cubicBezTo>
                <a:cubicBezTo>
                  <a:pt x="2292858" y="4467892"/>
                  <a:pt x="2294192" y="4467702"/>
                  <a:pt x="2295525" y="4467225"/>
                </a:cubicBezTo>
                <a:cubicBezTo>
                  <a:pt x="2298764" y="4466178"/>
                  <a:pt x="2301335" y="4463892"/>
                  <a:pt x="2302859" y="4460844"/>
                </a:cubicBezTo>
                <a:cubicBezTo>
                  <a:pt x="2303431" y="4459605"/>
                  <a:pt x="2303717" y="4458367"/>
                  <a:pt x="2303907" y="4457034"/>
                </a:cubicBezTo>
                <a:lnTo>
                  <a:pt x="2312003" y="4457034"/>
                </a:lnTo>
                <a:cubicBezTo>
                  <a:pt x="2312003" y="4457034"/>
                  <a:pt x="2331530" y="4478274"/>
                  <a:pt x="2331530" y="4478274"/>
                </a:cubicBezTo>
                <a:lnTo>
                  <a:pt x="2331530" y="4581144"/>
                </a:lnTo>
                <a:lnTo>
                  <a:pt x="2348294" y="4603242"/>
                </a:lnTo>
                <a:lnTo>
                  <a:pt x="2405539" y="4603242"/>
                </a:lnTo>
                <a:lnTo>
                  <a:pt x="2426494" y="4623054"/>
                </a:lnTo>
                <a:lnTo>
                  <a:pt x="2426494" y="4739259"/>
                </a:lnTo>
                <a:lnTo>
                  <a:pt x="2423636" y="4739259"/>
                </a:lnTo>
                <a:close/>
                <a:moveTo>
                  <a:pt x="2298573" y="4458653"/>
                </a:moveTo>
                <a:cubicBezTo>
                  <a:pt x="2297621" y="4460558"/>
                  <a:pt x="2296001" y="4461891"/>
                  <a:pt x="2294001" y="4462558"/>
                </a:cubicBezTo>
                <a:cubicBezTo>
                  <a:pt x="2292001" y="4463225"/>
                  <a:pt x="2289905" y="4463034"/>
                  <a:pt x="2288000" y="4462177"/>
                </a:cubicBezTo>
                <a:lnTo>
                  <a:pt x="2288000" y="4462177"/>
                </a:lnTo>
                <a:cubicBezTo>
                  <a:pt x="2286095" y="4461224"/>
                  <a:pt x="2284762" y="4459605"/>
                  <a:pt x="2284095" y="4457605"/>
                </a:cubicBezTo>
                <a:cubicBezTo>
                  <a:pt x="2283428" y="4455605"/>
                  <a:pt x="2283619" y="4453509"/>
                  <a:pt x="2284476" y="4451604"/>
                </a:cubicBezTo>
                <a:cubicBezTo>
                  <a:pt x="2285429" y="4449699"/>
                  <a:pt x="2287048" y="4448366"/>
                  <a:pt x="2289048" y="4447604"/>
                </a:cubicBezTo>
                <a:cubicBezTo>
                  <a:pt x="2289905" y="4447318"/>
                  <a:pt x="2290667" y="4447223"/>
                  <a:pt x="2291525" y="4447223"/>
                </a:cubicBezTo>
                <a:cubicBezTo>
                  <a:pt x="2292763" y="4447223"/>
                  <a:pt x="2293906" y="4447509"/>
                  <a:pt x="2295049" y="4448080"/>
                </a:cubicBezTo>
                <a:cubicBezTo>
                  <a:pt x="2296954" y="4449032"/>
                  <a:pt x="2298287" y="4450652"/>
                  <a:pt x="2298954" y="4452652"/>
                </a:cubicBezTo>
                <a:cubicBezTo>
                  <a:pt x="2299621" y="4454652"/>
                  <a:pt x="2299430" y="4456748"/>
                  <a:pt x="2298573" y="4458653"/>
                </a:cubicBezTo>
                <a:close/>
                <a:moveTo>
                  <a:pt x="2434019" y="4743927"/>
                </a:moveTo>
                <a:cubicBezTo>
                  <a:pt x="2434781" y="4743927"/>
                  <a:pt x="2435352" y="4744498"/>
                  <a:pt x="2435352" y="4745260"/>
                </a:cubicBezTo>
                <a:lnTo>
                  <a:pt x="2435352" y="4755642"/>
                </a:lnTo>
                <a:cubicBezTo>
                  <a:pt x="2435352" y="4756404"/>
                  <a:pt x="2434781" y="4756976"/>
                  <a:pt x="2434019" y="4756976"/>
                </a:cubicBezTo>
                <a:lnTo>
                  <a:pt x="2423636" y="4756976"/>
                </a:lnTo>
                <a:cubicBezTo>
                  <a:pt x="2422874" y="4756976"/>
                  <a:pt x="2422303" y="4756404"/>
                  <a:pt x="2422303" y="4755642"/>
                </a:cubicBezTo>
                <a:lnTo>
                  <a:pt x="2422303" y="4745260"/>
                </a:lnTo>
                <a:cubicBezTo>
                  <a:pt x="2422303" y="4744498"/>
                  <a:pt x="2422874" y="4743927"/>
                  <a:pt x="2423636" y="4743927"/>
                </a:cubicBezTo>
                <a:lnTo>
                  <a:pt x="2434019" y="4743927"/>
                </a:lnTo>
                <a:close/>
                <a:moveTo>
                  <a:pt x="627698" y="2138363"/>
                </a:moveTo>
                <a:lnTo>
                  <a:pt x="626650" y="2139220"/>
                </a:lnTo>
                <a:lnTo>
                  <a:pt x="626936" y="2139506"/>
                </a:lnTo>
                <a:lnTo>
                  <a:pt x="621983" y="2144649"/>
                </a:lnTo>
                <a:lnTo>
                  <a:pt x="621221" y="2143982"/>
                </a:lnTo>
                <a:lnTo>
                  <a:pt x="617887" y="2146840"/>
                </a:lnTo>
                <a:cubicBezTo>
                  <a:pt x="616744" y="2147792"/>
                  <a:pt x="615029" y="2147697"/>
                  <a:pt x="614077" y="2146554"/>
                </a:cubicBezTo>
                <a:lnTo>
                  <a:pt x="605600" y="2136839"/>
                </a:lnTo>
                <a:cubicBezTo>
                  <a:pt x="604647" y="2135696"/>
                  <a:pt x="604742" y="2133981"/>
                  <a:pt x="605885" y="2133029"/>
                </a:cubicBezTo>
                <a:lnTo>
                  <a:pt x="615601" y="2124551"/>
                </a:lnTo>
                <a:cubicBezTo>
                  <a:pt x="616744" y="2123599"/>
                  <a:pt x="618458" y="2123694"/>
                  <a:pt x="619411" y="2124837"/>
                </a:cubicBezTo>
                <a:lnTo>
                  <a:pt x="627888" y="2134553"/>
                </a:lnTo>
                <a:cubicBezTo>
                  <a:pt x="628841" y="2135696"/>
                  <a:pt x="628745" y="2137410"/>
                  <a:pt x="627602" y="2138363"/>
                </a:cubicBezTo>
                <a:close/>
                <a:moveTo>
                  <a:pt x="3074956" y="4802315"/>
                </a:moveTo>
                <a:cubicBezTo>
                  <a:pt x="3074956" y="4796600"/>
                  <a:pt x="3070288" y="4791932"/>
                  <a:pt x="3064574" y="4791932"/>
                </a:cubicBezTo>
                <a:cubicBezTo>
                  <a:pt x="3058859" y="4791932"/>
                  <a:pt x="3054192" y="4796600"/>
                  <a:pt x="3054192" y="4802315"/>
                </a:cubicBezTo>
                <a:cubicBezTo>
                  <a:pt x="3054192" y="4807172"/>
                  <a:pt x="3057620" y="4811173"/>
                  <a:pt x="3062192" y="4812221"/>
                </a:cubicBezTo>
                <a:lnTo>
                  <a:pt x="3062954" y="4907185"/>
                </a:lnTo>
                <a:lnTo>
                  <a:pt x="3049048" y="4919472"/>
                </a:lnTo>
                <a:lnTo>
                  <a:pt x="3027807" y="4919472"/>
                </a:lnTo>
                <a:cubicBezTo>
                  <a:pt x="3026664" y="4914995"/>
                  <a:pt x="3022759" y="4911567"/>
                  <a:pt x="3017901" y="4911567"/>
                </a:cubicBezTo>
                <a:cubicBezTo>
                  <a:pt x="3012186" y="4911567"/>
                  <a:pt x="3007519" y="4916234"/>
                  <a:pt x="3007519" y="4921949"/>
                </a:cubicBezTo>
                <a:cubicBezTo>
                  <a:pt x="3007519" y="4927664"/>
                  <a:pt x="3012186" y="4932331"/>
                  <a:pt x="3017901" y="4932331"/>
                </a:cubicBezTo>
                <a:cubicBezTo>
                  <a:pt x="3022759" y="4932331"/>
                  <a:pt x="3026759" y="4928902"/>
                  <a:pt x="3027807" y="4924330"/>
                </a:cubicBezTo>
                <a:lnTo>
                  <a:pt x="3050858" y="4924330"/>
                </a:lnTo>
                <a:cubicBezTo>
                  <a:pt x="3050858" y="4924330"/>
                  <a:pt x="3067717" y="4909375"/>
                  <a:pt x="3067717" y="4909375"/>
                </a:cubicBezTo>
                <a:lnTo>
                  <a:pt x="3066955" y="4812221"/>
                </a:lnTo>
                <a:cubicBezTo>
                  <a:pt x="3071527" y="4811078"/>
                  <a:pt x="3074956" y="4807172"/>
                  <a:pt x="3074956" y="4802315"/>
                </a:cubicBezTo>
                <a:close/>
                <a:moveTo>
                  <a:pt x="3017901" y="4927664"/>
                </a:moveTo>
                <a:cubicBezTo>
                  <a:pt x="3014758" y="4927664"/>
                  <a:pt x="3012281" y="4925092"/>
                  <a:pt x="3012281" y="4922044"/>
                </a:cubicBezTo>
                <a:cubicBezTo>
                  <a:pt x="3012281" y="4918996"/>
                  <a:pt x="3014853" y="4916424"/>
                  <a:pt x="3017901" y="4916424"/>
                </a:cubicBezTo>
                <a:cubicBezTo>
                  <a:pt x="3020949" y="4916424"/>
                  <a:pt x="3023521" y="4918996"/>
                  <a:pt x="3023521" y="4922044"/>
                </a:cubicBezTo>
                <a:cubicBezTo>
                  <a:pt x="3023521" y="4925092"/>
                  <a:pt x="3020949" y="4927664"/>
                  <a:pt x="3017901" y="4927664"/>
                </a:cubicBezTo>
                <a:close/>
                <a:moveTo>
                  <a:pt x="3064574" y="4807935"/>
                </a:moveTo>
                <a:cubicBezTo>
                  <a:pt x="3061430" y="4807935"/>
                  <a:pt x="3058954" y="4805363"/>
                  <a:pt x="3058954" y="4802315"/>
                </a:cubicBezTo>
                <a:cubicBezTo>
                  <a:pt x="3058954" y="4799267"/>
                  <a:pt x="3061526" y="4796695"/>
                  <a:pt x="3064574" y="4796695"/>
                </a:cubicBezTo>
                <a:cubicBezTo>
                  <a:pt x="3067622" y="4796695"/>
                  <a:pt x="3070193" y="4799267"/>
                  <a:pt x="3070193" y="4802315"/>
                </a:cubicBezTo>
                <a:cubicBezTo>
                  <a:pt x="3070193" y="4805363"/>
                  <a:pt x="3067622" y="4807935"/>
                  <a:pt x="3064574" y="4807935"/>
                </a:cubicBezTo>
                <a:close/>
                <a:moveTo>
                  <a:pt x="3114770" y="4763548"/>
                </a:moveTo>
                <a:lnTo>
                  <a:pt x="3114770" y="4753737"/>
                </a:lnTo>
                <a:lnTo>
                  <a:pt x="3111532" y="4753737"/>
                </a:lnTo>
                <a:cubicBezTo>
                  <a:pt x="3111532" y="4753737"/>
                  <a:pt x="3026188" y="4670584"/>
                  <a:pt x="3026188" y="4670584"/>
                </a:cubicBezTo>
                <a:lnTo>
                  <a:pt x="3026664" y="4371689"/>
                </a:lnTo>
                <a:cubicBezTo>
                  <a:pt x="3027807" y="4371404"/>
                  <a:pt x="3029045" y="4371023"/>
                  <a:pt x="3030093" y="4370451"/>
                </a:cubicBezTo>
                <a:cubicBezTo>
                  <a:pt x="3032760" y="4368927"/>
                  <a:pt x="3034760" y="4366355"/>
                  <a:pt x="3035522" y="4363403"/>
                </a:cubicBezTo>
                <a:cubicBezTo>
                  <a:pt x="3036380" y="4360355"/>
                  <a:pt x="3035903" y="4357212"/>
                  <a:pt x="3034379" y="4354545"/>
                </a:cubicBezTo>
                <a:cubicBezTo>
                  <a:pt x="3031141" y="4348925"/>
                  <a:pt x="3023997" y="4347020"/>
                  <a:pt x="3018473" y="4350258"/>
                </a:cubicBezTo>
                <a:cubicBezTo>
                  <a:pt x="3012853" y="4353497"/>
                  <a:pt x="3010948" y="4360640"/>
                  <a:pt x="3014186" y="4366165"/>
                </a:cubicBezTo>
                <a:cubicBezTo>
                  <a:pt x="3015901" y="4369118"/>
                  <a:pt x="3018759" y="4371023"/>
                  <a:pt x="3021902" y="4371689"/>
                </a:cubicBezTo>
                <a:lnTo>
                  <a:pt x="3021425" y="4671632"/>
                </a:lnTo>
                <a:cubicBezTo>
                  <a:pt x="3021425" y="4672298"/>
                  <a:pt x="3021711" y="4672870"/>
                  <a:pt x="3022187" y="4673346"/>
                </a:cubicBezTo>
                <a:lnTo>
                  <a:pt x="3104769" y="4753737"/>
                </a:lnTo>
                <a:lnTo>
                  <a:pt x="3047905" y="4753452"/>
                </a:lnTo>
                <a:cubicBezTo>
                  <a:pt x="3046762" y="4753832"/>
                  <a:pt x="3045809" y="4753928"/>
                  <a:pt x="3045143" y="4754690"/>
                </a:cubicBezTo>
                <a:lnTo>
                  <a:pt x="3029522" y="4773168"/>
                </a:lnTo>
                <a:cubicBezTo>
                  <a:pt x="3028950" y="4773835"/>
                  <a:pt x="3028664" y="4774597"/>
                  <a:pt x="3028664" y="4775454"/>
                </a:cubicBezTo>
                <a:lnTo>
                  <a:pt x="3028664" y="4859084"/>
                </a:lnTo>
                <a:cubicBezTo>
                  <a:pt x="3028664" y="4859084"/>
                  <a:pt x="2985040" y="4905090"/>
                  <a:pt x="2985040" y="4905090"/>
                </a:cubicBezTo>
                <a:lnTo>
                  <a:pt x="2984754" y="4850892"/>
                </a:lnTo>
                <a:cubicBezTo>
                  <a:pt x="2988945" y="4849654"/>
                  <a:pt x="2992374" y="4846225"/>
                  <a:pt x="2993231" y="4841653"/>
                </a:cubicBezTo>
                <a:cubicBezTo>
                  <a:pt x="2993803" y="4838510"/>
                  <a:pt x="2993231" y="4835271"/>
                  <a:pt x="2991326" y="4832509"/>
                </a:cubicBezTo>
                <a:cubicBezTo>
                  <a:pt x="2989802" y="4830223"/>
                  <a:pt x="2987421" y="4828699"/>
                  <a:pt x="2984849" y="4827937"/>
                </a:cubicBezTo>
                <a:lnTo>
                  <a:pt x="2984849" y="4751356"/>
                </a:lnTo>
                <a:cubicBezTo>
                  <a:pt x="2984849" y="4751356"/>
                  <a:pt x="2995803" y="4751356"/>
                  <a:pt x="2995803" y="4751356"/>
                </a:cubicBezTo>
                <a:lnTo>
                  <a:pt x="2995803" y="4741640"/>
                </a:lnTo>
                <a:lnTo>
                  <a:pt x="2984754" y="4741640"/>
                </a:lnTo>
                <a:lnTo>
                  <a:pt x="2984754" y="4720114"/>
                </a:lnTo>
                <a:cubicBezTo>
                  <a:pt x="2984754" y="4720114"/>
                  <a:pt x="2995803" y="4720114"/>
                  <a:pt x="2995803" y="4720114"/>
                </a:cubicBezTo>
                <a:lnTo>
                  <a:pt x="2995803" y="4710398"/>
                </a:lnTo>
                <a:lnTo>
                  <a:pt x="2984754" y="4710398"/>
                </a:lnTo>
                <a:lnTo>
                  <a:pt x="2984754" y="4630198"/>
                </a:lnTo>
                <a:cubicBezTo>
                  <a:pt x="2984754" y="4630198"/>
                  <a:pt x="2995898" y="4630198"/>
                  <a:pt x="2995898" y="4630198"/>
                </a:cubicBezTo>
                <a:lnTo>
                  <a:pt x="2995898" y="4620482"/>
                </a:lnTo>
                <a:lnTo>
                  <a:pt x="2966371" y="4620482"/>
                </a:lnTo>
                <a:lnTo>
                  <a:pt x="2966371" y="4630198"/>
                </a:lnTo>
                <a:lnTo>
                  <a:pt x="2977610" y="4630198"/>
                </a:lnTo>
                <a:lnTo>
                  <a:pt x="2977610" y="4710398"/>
                </a:lnTo>
                <a:cubicBezTo>
                  <a:pt x="2977610" y="4710398"/>
                  <a:pt x="2966276" y="4710398"/>
                  <a:pt x="2966276" y="4710398"/>
                </a:cubicBezTo>
                <a:lnTo>
                  <a:pt x="2966276" y="4720114"/>
                </a:lnTo>
                <a:lnTo>
                  <a:pt x="2977610" y="4720114"/>
                </a:lnTo>
                <a:lnTo>
                  <a:pt x="2977610" y="4741640"/>
                </a:lnTo>
                <a:cubicBezTo>
                  <a:pt x="2977610" y="4741640"/>
                  <a:pt x="2966276" y="4741640"/>
                  <a:pt x="2966276" y="4741640"/>
                </a:cubicBezTo>
                <a:lnTo>
                  <a:pt x="2966276" y="4751356"/>
                </a:lnTo>
                <a:lnTo>
                  <a:pt x="2977705" y="4751356"/>
                </a:lnTo>
                <a:lnTo>
                  <a:pt x="2977705" y="4827937"/>
                </a:lnTo>
                <a:cubicBezTo>
                  <a:pt x="2973705" y="4829270"/>
                  <a:pt x="2970276" y="4832509"/>
                  <a:pt x="2969419" y="4837081"/>
                </a:cubicBezTo>
                <a:cubicBezTo>
                  <a:pt x="2968847" y="4840320"/>
                  <a:pt x="2969419" y="4843463"/>
                  <a:pt x="2971324" y="4846225"/>
                </a:cubicBezTo>
                <a:cubicBezTo>
                  <a:pt x="2972848" y="4848511"/>
                  <a:pt x="2975134" y="4849940"/>
                  <a:pt x="2977705" y="4850797"/>
                </a:cubicBezTo>
                <a:lnTo>
                  <a:pt x="2978087" y="4914138"/>
                </a:lnTo>
                <a:cubicBezTo>
                  <a:pt x="2978087" y="4915567"/>
                  <a:pt x="2978944" y="4916901"/>
                  <a:pt x="2980373" y="4917472"/>
                </a:cubicBezTo>
                <a:cubicBezTo>
                  <a:pt x="2980754" y="4917663"/>
                  <a:pt x="2981230" y="4917758"/>
                  <a:pt x="2981706" y="4917758"/>
                </a:cubicBezTo>
                <a:cubicBezTo>
                  <a:pt x="2982659" y="4917758"/>
                  <a:pt x="2983611" y="4917377"/>
                  <a:pt x="2984278" y="4916615"/>
                </a:cubicBezTo>
                <a:lnTo>
                  <a:pt x="3034951" y="4863179"/>
                </a:lnTo>
                <a:cubicBezTo>
                  <a:pt x="3035618" y="4862513"/>
                  <a:pt x="3035903" y="4861655"/>
                  <a:pt x="3035903" y="4860703"/>
                </a:cubicBezTo>
                <a:lnTo>
                  <a:pt x="3035903" y="4776978"/>
                </a:lnTo>
                <a:cubicBezTo>
                  <a:pt x="3035903" y="4776978"/>
                  <a:pt x="3049619" y="4760786"/>
                  <a:pt x="3049619" y="4760786"/>
                </a:cubicBezTo>
                <a:lnTo>
                  <a:pt x="3112199" y="4761071"/>
                </a:lnTo>
                <a:lnTo>
                  <a:pt x="3114961" y="4763738"/>
                </a:lnTo>
                <a:close/>
                <a:moveTo>
                  <a:pt x="3018187" y="4363784"/>
                </a:moveTo>
                <a:cubicBezTo>
                  <a:pt x="3016282" y="4360450"/>
                  <a:pt x="3017425" y="4356259"/>
                  <a:pt x="3020759" y="4354354"/>
                </a:cubicBezTo>
                <a:cubicBezTo>
                  <a:pt x="3021806" y="4353687"/>
                  <a:pt x="3023045" y="4353402"/>
                  <a:pt x="3024188" y="4353402"/>
                </a:cubicBezTo>
                <a:cubicBezTo>
                  <a:pt x="3026569" y="4353402"/>
                  <a:pt x="3028950" y="4354640"/>
                  <a:pt x="3030188" y="4356830"/>
                </a:cubicBezTo>
                <a:cubicBezTo>
                  <a:pt x="3031141" y="4358450"/>
                  <a:pt x="3031331" y="4360260"/>
                  <a:pt x="3030855" y="4362069"/>
                </a:cubicBezTo>
                <a:cubicBezTo>
                  <a:pt x="3030379" y="4363879"/>
                  <a:pt x="3029236" y="4365308"/>
                  <a:pt x="3027617" y="4366260"/>
                </a:cubicBezTo>
                <a:cubicBezTo>
                  <a:pt x="3024283" y="4368165"/>
                  <a:pt x="3020092" y="4367022"/>
                  <a:pt x="3018187" y="4363784"/>
                </a:cubicBezTo>
                <a:close/>
                <a:moveTo>
                  <a:pt x="2979801" y="4846511"/>
                </a:moveTo>
                <a:lnTo>
                  <a:pt x="2979801" y="4846511"/>
                </a:lnTo>
                <a:cubicBezTo>
                  <a:pt x="2977896" y="4846130"/>
                  <a:pt x="2976182" y="4845082"/>
                  <a:pt x="2975134" y="4843368"/>
                </a:cubicBezTo>
                <a:cubicBezTo>
                  <a:pt x="2973991" y="4841748"/>
                  <a:pt x="2973610" y="4839748"/>
                  <a:pt x="2973991" y="4837843"/>
                </a:cubicBezTo>
                <a:cubicBezTo>
                  <a:pt x="2974658" y="4834319"/>
                  <a:pt x="2977801" y="4831842"/>
                  <a:pt x="2981230" y="4831842"/>
                </a:cubicBezTo>
                <a:cubicBezTo>
                  <a:pt x="2981706" y="4831842"/>
                  <a:pt x="2982182" y="4831842"/>
                  <a:pt x="2982659" y="4831937"/>
                </a:cubicBezTo>
                <a:cubicBezTo>
                  <a:pt x="2984563" y="4832319"/>
                  <a:pt x="2986278" y="4833366"/>
                  <a:pt x="2987326" y="4834986"/>
                </a:cubicBezTo>
                <a:cubicBezTo>
                  <a:pt x="2988469" y="4836605"/>
                  <a:pt x="2988850" y="4838605"/>
                  <a:pt x="2988469" y="4840510"/>
                </a:cubicBezTo>
                <a:cubicBezTo>
                  <a:pt x="2987707" y="4844511"/>
                  <a:pt x="2983802" y="4847082"/>
                  <a:pt x="2979801" y="4846415"/>
                </a:cubicBezTo>
                <a:close/>
                <a:moveTo>
                  <a:pt x="12668" y="4999768"/>
                </a:moveTo>
                <a:cubicBezTo>
                  <a:pt x="17526" y="4999768"/>
                  <a:pt x="21527" y="4996339"/>
                  <a:pt x="22574" y="4991767"/>
                </a:cubicBezTo>
                <a:lnTo>
                  <a:pt x="107728" y="4991767"/>
                </a:lnTo>
                <a:lnTo>
                  <a:pt x="127445" y="4982147"/>
                </a:lnTo>
                <a:lnTo>
                  <a:pt x="284131" y="4982147"/>
                </a:lnTo>
                <a:lnTo>
                  <a:pt x="304705" y="4964906"/>
                </a:lnTo>
                <a:lnTo>
                  <a:pt x="304705" y="4836414"/>
                </a:lnTo>
                <a:cubicBezTo>
                  <a:pt x="309277" y="4835271"/>
                  <a:pt x="312706" y="4831366"/>
                  <a:pt x="312706" y="4826508"/>
                </a:cubicBezTo>
                <a:cubicBezTo>
                  <a:pt x="312706" y="4820793"/>
                  <a:pt x="308039" y="4816126"/>
                  <a:pt x="302324" y="4816126"/>
                </a:cubicBezTo>
                <a:cubicBezTo>
                  <a:pt x="296609" y="4816126"/>
                  <a:pt x="291941" y="4820793"/>
                  <a:pt x="291941" y="4826508"/>
                </a:cubicBezTo>
                <a:cubicBezTo>
                  <a:pt x="291941" y="4831366"/>
                  <a:pt x="295370" y="4835367"/>
                  <a:pt x="299942" y="4836414"/>
                </a:cubicBezTo>
                <a:lnTo>
                  <a:pt x="299942" y="4962716"/>
                </a:lnTo>
                <a:lnTo>
                  <a:pt x="282416" y="4977479"/>
                </a:lnTo>
                <a:lnTo>
                  <a:pt x="126873" y="4977479"/>
                </a:lnTo>
                <a:lnTo>
                  <a:pt x="106680" y="4987100"/>
                </a:lnTo>
                <a:lnTo>
                  <a:pt x="22574" y="4987100"/>
                </a:lnTo>
                <a:cubicBezTo>
                  <a:pt x="21431" y="4982528"/>
                  <a:pt x="17526" y="4979099"/>
                  <a:pt x="12668" y="4979099"/>
                </a:cubicBezTo>
                <a:cubicBezTo>
                  <a:pt x="6953" y="4979099"/>
                  <a:pt x="2286" y="4983766"/>
                  <a:pt x="2286" y="4989481"/>
                </a:cubicBezTo>
                <a:cubicBezTo>
                  <a:pt x="2286" y="4995196"/>
                  <a:pt x="6953" y="4999863"/>
                  <a:pt x="12668" y="4999863"/>
                </a:cubicBezTo>
                <a:close/>
                <a:moveTo>
                  <a:pt x="296704" y="4826413"/>
                </a:moveTo>
                <a:cubicBezTo>
                  <a:pt x="296704" y="4823270"/>
                  <a:pt x="299276" y="4820793"/>
                  <a:pt x="302324" y="4820793"/>
                </a:cubicBezTo>
                <a:cubicBezTo>
                  <a:pt x="305372" y="4820793"/>
                  <a:pt x="307943" y="4823365"/>
                  <a:pt x="307943" y="4826413"/>
                </a:cubicBezTo>
                <a:cubicBezTo>
                  <a:pt x="307943" y="4829461"/>
                  <a:pt x="305372" y="4832033"/>
                  <a:pt x="302324" y="4832033"/>
                </a:cubicBezTo>
                <a:cubicBezTo>
                  <a:pt x="299276" y="4832033"/>
                  <a:pt x="296704" y="4829461"/>
                  <a:pt x="296704" y="4826413"/>
                </a:cubicBezTo>
                <a:close/>
                <a:moveTo>
                  <a:pt x="12668" y="4983671"/>
                </a:moveTo>
                <a:cubicBezTo>
                  <a:pt x="15812" y="4983671"/>
                  <a:pt x="18288" y="4986242"/>
                  <a:pt x="18288" y="4989290"/>
                </a:cubicBezTo>
                <a:cubicBezTo>
                  <a:pt x="18288" y="4992338"/>
                  <a:pt x="15716" y="4994910"/>
                  <a:pt x="12668" y="4994910"/>
                </a:cubicBezTo>
                <a:cubicBezTo>
                  <a:pt x="9620" y="4994910"/>
                  <a:pt x="7049" y="4992338"/>
                  <a:pt x="7049" y="4989290"/>
                </a:cubicBezTo>
                <a:cubicBezTo>
                  <a:pt x="7049" y="4986242"/>
                  <a:pt x="9620" y="4983671"/>
                  <a:pt x="12668" y="4983671"/>
                </a:cubicBezTo>
                <a:close/>
                <a:moveTo>
                  <a:pt x="443675" y="2204466"/>
                </a:moveTo>
                <a:lnTo>
                  <a:pt x="436817" y="2211515"/>
                </a:lnTo>
                <a:lnTo>
                  <a:pt x="433388" y="2208181"/>
                </a:lnTo>
                <a:lnTo>
                  <a:pt x="440246" y="2201132"/>
                </a:lnTo>
                <a:lnTo>
                  <a:pt x="443675" y="2204466"/>
                </a:lnTo>
                <a:close/>
                <a:moveTo>
                  <a:pt x="429863" y="2218563"/>
                </a:moveTo>
                <a:lnTo>
                  <a:pt x="423005" y="2225612"/>
                </a:lnTo>
                <a:lnTo>
                  <a:pt x="419576" y="2222278"/>
                </a:lnTo>
                <a:lnTo>
                  <a:pt x="426434" y="2215229"/>
                </a:lnTo>
                <a:lnTo>
                  <a:pt x="429863" y="2218563"/>
                </a:lnTo>
                <a:close/>
                <a:moveTo>
                  <a:pt x="93155" y="3691795"/>
                </a:moveTo>
                <a:cubicBezTo>
                  <a:pt x="93821" y="3695510"/>
                  <a:pt x="95726" y="3698748"/>
                  <a:pt x="98774" y="3700939"/>
                </a:cubicBezTo>
                <a:cubicBezTo>
                  <a:pt x="105156" y="3705606"/>
                  <a:pt x="114110" y="3704273"/>
                  <a:pt x="118777" y="3697891"/>
                </a:cubicBezTo>
                <a:cubicBezTo>
                  <a:pt x="120682" y="3695319"/>
                  <a:pt x="121539" y="3692367"/>
                  <a:pt x="121539" y="3689413"/>
                </a:cubicBezTo>
                <a:cubicBezTo>
                  <a:pt x="121539" y="3685032"/>
                  <a:pt x="119539" y="3680651"/>
                  <a:pt x="115729" y="3677793"/>
                </a:cubicBezTo>
                <a:cubicBezTo>
                  <a:pt x="109347" y="3673126"/>
                  <a:pt x="100394" y="3674459"/>
                  <a:pt x="95726" y="3680841"/>
                </a:cubicBezTo>
                <a:cubicBezTo>
                  <a:pt x="94393" y="3682651"/>
                  <a:pt x="93536" y="3684746"/>
                  <a:pt x="93250" y="3686937"/>
                </a:cubicBezTo>
                <a:lnTo>
                  <a:pt x="95" y="3686937"/>
                </a:lnTo>
                <a:lnTo>
                  <a:pt x="95" y="3691700"/>
                </a:lnTo>
                <a:lnTo>
                  <a:pt x="93155" y="3691700"/>
                </a:lnTo>
                <a:close/>
                <a:moveTo>
                  <a:pt x="97822" y="3682555"/>
                </a:moveTo>
                <a:cubicBezTo>
                  <a:pt x="101632" y="3677317"/>
                  <a:pt x="108966" y="3676269"/>
                  <a:pt x="114205" y="3680079"/>
                </a:cubicBezTo>
                <a:cubicBezTo>
                  <a:pt x="119348" y="3683889"/>
                  <a:pt x="120491" y="3691223"/>
                  <a:pt x="116681" y="3696462"/>
                </a:cubicBezTo>
                <a:cubicBezTo>
                  <a:pt x="114872" y="3698938"/>
                  <a:pt x="112109" y="3700653"/>
                  <a:pt x="109061" y="3701129"/>
                </a:cubicBezTo>
                <a:cubicBezTo>
                  <a:pt x="106013" y="3701605"/>
                  <a:pt x="102870" y="3700844"/>
                  <a:pt x="100394" y="3699034"/>
                </a:cubicBezTo>
                <a:cubicBezTo>
                  <a:pt x="97917" y="3697224"/>
                  <a:pt x="96203" y="3694462"/>
                  <a:pt x="95726" y="3691414"/>
                </a:cubicBezTo>
                <a:cubicBezTo>
                  <a:pt x="95726" y="3690842"/>
                  <a:pt x="95631" y="3690176"/>
                  <a:pt x="95631" y="3689604"/>
                </a:cubicBezTo>
                <a:cubicBezTo>
                  <a:pt x="95631" y="3687128"/>
                  <a:pt x="96393" y="3684746"/>
                  <a:pt x="97917" y="3682746"/>
                </a:cubicBezTo>
                <a:close/>
                <a:moveTo>
                  <a:pt x="25622" y="4950524"/>
                </a:moveTo>
                <a:lnTo>
                  <a:pt x="95" y="4950524"/>
                </a:lnTo>
                <a:cubicBezTo>
                  <a:pt x="95" y="4950524"/>
                  <a:pt x="95" y="4945761"/>
                  <a:pt x="95" y="4945761"/>
                </a:cubicBezTo>
                <a:lnTo>
                  <a:pt x="24955" y="4945761"/>
                </a:lnTo>
                <a:cubicBezTo>
                  <a:pt x="24955" y="4945761"/>
                  <a:pt x="24955" y="4945571"/>
                  <a:pt x="24955" y="4945476"/>
                </a:cubicBezTo>
                <a:cubicBezTo>
                  <a:pt x="25432" y="4942904"/>
                  <a:pt x="26861" y="4940618"/>
                  <a:pt x="29051" y="4939189"/>
                </a:cubicBezTo>
                <a:cubicBezTo>
                  <a:pt x="30766" y="4938046"/>
                  <a:pt x="32671" y="4937570"/>
                  <a:pt x="34576" y="4937570"/>
                </a:cubicBezTo>
                <a:cubicBezTo>
                  <a:pt x="37624" y="4937570"/>
                  <a:pt x="40672" y="4938999"/>
                  <a:pt x="42577" y="4941665"/>
                </a:cubicBezTo>
                <a:cubicBezTo>
                  <a:pt x="44101" y="4943761"/>
                  <a:pt x="44672" y="4946333"/>
                  <a:pt x="44196" y="4948904"/>
                </a:cubicBezTo>
                <a:cubicBezTo>
                  <a:pt x="43720" y="4951476"/>
                  <a:pt x="42291" y="4953762"/>
                  <a:pt x="40100" y="4955191"/>
                </a:cubicBezTo>
                <a:cubicBezTo>
                  <a:pt x="35719" y="4958144"/>
                  <a:pt x="29623" y="4957096"/>
                  <a:pt x="26575" y="4952809"/>
                </a:cubicBezTo>
                <a:cubicBezTo>
                  <a:pt x="26099" y="4952143"/>
                  <a:pt x="25813" y="4951286"/>
                  <a:pt x="25527" y="4950524"/>
                </a:cubicBezTo>
                <a:close/>
                <a:moveTo>
                  <a:pt x="370237" y="4868609"/>
                </a:moveTo>
                <a:cubicBezTo>
                  <a:pt x="373952" y="4867942"/>
                  <a:pt x="377190" y="4866037"/>
                  <a:pt x="379381" y="4862989"/>
                </a:cubicBezTo>
                <a:cubicBezTo>
                  <a:pt x="384048" y="4856607"/>
                  <a:pt x="382714" y="4847654"/>
                  <a:pt x="376333" y="4842987"/>
                </a:cubicBezTo>
                <a:cubicBezTo>
                  <a:pt x="373761" y="4841081"/>
                  <a:pt x="370808" y="4840224"/>
                  <a:pt x="367856" y="4840224"/>
                </a:cubicBezTo>
                <a:cubicBezTo>
                  <a:pt x="363474" y="4840224"/>
                  <a:pt x="359093" y="4842224"/>
                  <a:pt x="356330" y="4846035"/>
                </a:cubicBezTo>
                <a:cubicBezTo>
                  <a:pt x="351663" y="4852416"/>
                  <a:pt x="352997" y="4861370"/>
                  <a:pt x="359378" y="4866037"/>
                </a:cubicBezTo>
                <a:cubicBezTo>
                  <a:pt x="361188" y="4867370"/>
                  <a:pt x="363284" y="4868228"/>
                  <a:pt x="365474" y="4868513"/>
                </a:cubicBezTo>
                <a:lnTo>
                  <a:pt x="365474" y="5143595"/>
                </a:lnTo>
                <a:lnTo>
                  <a:pt x="370237" y="5143595"/>
                </a:lnTo>
                <a:lnTo>
                  <a:pt x="370237" y="4868609"/>
                </a:lnTo>
                <a:close/>
                <a:moveTo>
                  <a:pt x="367856" y="4866132"/>
                </a:moveTo>
                <a:cubicBezTo>
                  <a:pt x="365379" y="4866132"/>
                  <a:pt x="362998" y="4865370"/>
                  <a:pt x="360998" y="4863846"/>
                </a:cubicBezTo>
                <a:cubicBezTo>
                  <a:pt x="355759" y="4860036"/>
                  <a:pt x="354711" y="4852702"/>
                  <a:pt x="358521" y="4847463"/>
                </a:cubicBezTo>
                <a:cubicBezTo>
                  <a:pt x="362331" y="4842320"/>
                  <a:pt x="369665" y="4841177"/>
                  <a:pt x="374904" y="4844987"/>
                </a:cubicBezTo>
                <a:cubicBezTo>
                  <a:pt x="377381" y="4846796"/>
                  <a:pt x="379095" y="4849559"/>
                  <a:pt x="379571" y="4852607"/>
                </a:cubicBezTo>
                <a:cubicBezTo>
                  <a:pt x="380048" y="4855655"/>
                  <a:pt x="379286" y="4858798"/>
                  <a:pt x="377476" y="4861274"/>
                </a:cubicBezTo>
                <a:cubicBezTo>
                  <a:pt x="375666" y="4863751"/>
                  <a:pt x="372904" y="4865465"/>
                  <a:pt x="369856" y="4865942"/>
                </a:cubicBezTo>
                <a:cubicBezTo>
                  <a:pt x="369284" y="4865942"/>
                  <a:pt x="368618" y="4866037"/>
                  <a:pt x="368046" y="4866037"/>
                </a:cubicBezTo>
                <a:close/>
                <a:moveTo>
                  <a:pt x="2910269" y="95"/>
                </a:moveTo>
                <a:lnTo>
                  <a:pt x="2910269" y="238220"/>
                </a:lnTo>
                <a:lnTo>
                  <a:pt x="2916746" y="247269"/>
                </a:lnTo>
                <a:lnTo>
                  <a:pt x="2907411" y="257651"/>
                </a:lnTo>
                <a:lnTo>
                  <a:pt x="2756916" y="257651"/>
                </a:lnTo>
                <a:lnTo>
                  <a:pt x="2756916" y="247841"/>
                </a:lnTo>
                <a:cubicBezTo>
                  <a:pt x="2756916" y="246126"/>
                  <a:pt x="2755487" y="244697"/>
                  <a:pt x="2753773" y="244697"/>
                </a:cubicBezTo>
                <a:lnTo>
                  <a:pt x="2729389" y="244697"/>
                </a:lnTo>
                <a:cubicBezTo>
                  <a:pt x="2727674" y="244697"/>
                  <a:pt x="2726246" y="246126"/>
                  <a:pt x="2726246" y="247841"/>
                </a:cubicBezTo>
                <a:lnTo>
                  <a:pt x="2726246" y="257651"/>
                </a:lnTo>
                <a:lnTo>
                  <a:pt x="2638139" y="257651"/>
                </a:lnTo>
                <a:cubicBezTo>
                  <a:pt x="2637092" y="253937"/>
                  <a:pt x="2633758" y="251079"/>
                  <a:pt x="2629662" y="251079"/>
                </a:cubicBezTo>
                <a:cubicBezTo>
                  <a:pt x="2624709" y="251079"/>
                  <a:pt x="2620709" y="255080"/>
                  <a:pt x="2620709" y="260033"/>
                </a:cubicBezTo>
                <a:cubicBezTo>
                  <a:pt x="2620709" y="264986"/>
                  <a:pt x="2624709" y="268986"/>
                  <a:pt x="2629662" y="268986"/>
                </a:cubicBezTo>
                <a:cubicBezTo>
                  <a:pt x="2633758" y="268986"/>
                  <a:pt x="2637092" y="266129"/>
                  <a:pt x="2638139" y="262414"/>
                </a:cubicBezTo>
                <a:lnTo>
                  <a:pt x="2726246" y="262414"/>
                </a:lnTo>
                <a:lnTo>
                  <a:pt x="2726246" y="272225"/>
                </a:lnTo>
                <a:cubicBezTo>
                  <a:pt x="2726246" y="273939"/>
                  <a:pt x="2727674" y="275368"/>
                  <a:pt x="2729389" y="275368"/>
                </a:cubicBezTo>
                <a:lnTo>
                  <a:pt x="2753773" y="275368"/>
                </a:lnTo>
                <a:cubicBezTo>
                  <a:pt x="2755487" y="275368"/>
                  <a:pt x="2756916" y="273939"/>
                  <a:pt x="2756916" y="272225"/>
                </a:cubicBezTo>
                <a:lnTo>
                  <a:pt x="2756916" y="262414"/>
                </a:lnTo>
                <a:lnTo>
                  <a:pt x="2909602" y="262414"/>
                </a:lnTo>
                <a:lnTo>
                  <a:pt x="2919698" y="251270"/>
                </a:lnTo>
                <a:lnTo>
                  <a:pt x="2923032" y="255842"/>
                </a:lnTo>
                <a:lnTo>
                  <a:pt x="2966561" y="255842"/>
                </a:lnTo>
                <a:cubicBezTo>
                  <a:pt x="2966847" y="256699"/>
                  <a:pt x="2966942" y="257556"/>
                  <a:pt x="2967419" y="258318"/>
                </a:cubicBezTo>
                <a:cubicBezTo>
                  <a:pt x="2969038" y="261080"/>
                  <a:pt x="2971610" y="263081"/>
                  <a:pt x="2974753" y="263938"/>
                </a:cubicBezTo>
                <a:cubicBezTo>
                  <a:pt x="2975801" y="264224"/>
                  <a:pt x="2976848" y="264319"/>
                  <a:pt x="2977896" y="264319"/>
                </a:cubicBezTo>
                <a:cubicBezTo>
                  <a:pt x="2979992" y="264319"/>
                  <a:pt x="2982087" y="263747"/>
                  <a:pt x="2983897" y="262700"/>
                </a:cubicBezTo>
                <a:cubicBezTo>
                  <a:pt x="2986659" y="261080"/>
                  <a:pt x="2988659" y="258508"/>
                  <a:pt x="2989517" y="255365"/>
                </a:cubicBezTo>
                <a:cubicBezTo>
                  <a:pt x="2989517" y="255080"/>
                  <a:pt x="2989517" y="254889"/>
                  <a:pt x="2989517" y="254603"/>
                </a:cubicBezTo>
                <a:lnTo>
                  <a:pt x="3114770" y="254603"/>
                </a:lnTo>
                <a:cubicBezTo>
                  <a:pt x="3114770" y="254603"/>
                  <a:pt x="3114770" y="249936"/>
                  <a:pt x="3114770" y="249936"/>
                </a:cubicBezTo>
                <a:lnTo>
                  <a:pt x="2989517" y="249936"/>
                </a:lnTo>
                <a:cubicBezTo>
                  <a:pt x="2989231" y="248603"/>
                  <a:pt x="2988945" y="247364"/>
                  <a:pt x="2988278" y="246126"/>
                </a:cubicBezTo>
                <a:cubicBezTo>
                  <a:pt x="2986659" y="243364"/>
                  <a:pt x="2984087" y="241364"/>
                  <a:pt x="2980944" y="240506"/>
                </a:cubicBezTo>
                <a:cubicBezTo>
                  <a:pt x="2977801" y="239649"/>
                  <a:pt x="2974562" y="240125"/>
                  <a:pt x="2971800" y="241745"/>
                </a:cubicBezTo>
                <a:cubicBezTo>
                  <a:pt x="2969133" y="243269"/>
                  <a:pt x="2967323" y="245745"/>
                  <a:pt x="2966371" y="248698"/>
                </a:cubicBezTo>
                <a:lnTo>
                  <a:pt x="2926747" y="248698"/>
                </a:lnTo>
                <a:cubicBezTo>
                  <a:pt x="2926747" y="248698"/>
                  <a:pt x="2924651" y="245745"/>
                  <a:pt x="2924651" y="245745"/>
                </a:cubicBezTo>
                <a:lnTo>
                  <a:pt x="2936843" y="232220"/>
                </a:lnTo>
                <a:lnTo>
                  <a:pt x="2936843" y="95"/>
                </a:lnTo>
                <a:lnTo>
                  <a:pt x="2932081" y="95"/>
                </a:lnTo>
                <a:lnTo>
                  <a:pt x="2932081" y="230410"/>
                </a:lnTo>
                <a:cubicBezTo>
                  <a:pt x="2932081" y="230410"/>
                  <a:pt x="2921889" y="241840"/>
                  <a:pt x="2921889" y="241840"/>
                </a:cubicBezTo>
                <a:lnTo>
                  <a:pt x="2917603" y="235934"/>
                </a:lnTo>
                <a:lnTo>
                  <a:pt x="2917603" y="95"/>
                </a:lnTo>
                <a:lnTo>
                  <a:pt x="2910459" y="95"/>
                </a:lnTo>
                <a:close/>
                <a:moveTo>
                  <a:pt x="2754630" y="272225"/>
                </a:moveTo>
                <a:cubicBezTo>
                  <a:pt x="2754630" y="272225"/>
                  <a:pt x="2754249" y="272987"/>
                  <a:pt x="2753868" y="272987"/>
                </a:cubicBezTo>
                <a:lnTo>
                  <a:pt x="2729484" y="272987"/>
                </a:lnTo>
                <a:cubicBezTo>
                  <a:pt x="2729484" y="272987"/>
                  <a:pt x="2728722" y="272606"/>
                  <a:pt x="2728722" y="272225"/>
                </a:cubicBezTo>
                <a:lnTo>
                  <a:pt x="2728722" y="247841"/>
                </a:lnTo>
                <a:cubicBezTo>
                  <a:pt x="2728722" y="247841"/>
                  <a:pt x="2729103" y="247079"/>
                  <a:pt x="2729484" y="247079"/>
                </a:cubicBezTo>
                <a:lnTo>
                  <a:pt x="2753868" y="247079"/>
                </a:lnTo>
                <a:cubicBezTo>
                  <a:pt x="2753868" y="247079"/>
                  <a:pt x="2754630" y="247460"/>
                  <a:pt x="2754630" y="247841"/>
                </a:cubicBezTo>
                <a:lnTo>
                  <a:pt x="2754630" y="272225"/>
                </a:lnTo>
                <a:close/>
                <a:moveTo>
                  <a:pt x="2970752" y="250412"/>
                </a:moveTo>
                <a:cubicBezTo>
                  <a:pt x="2971229" y="248507"/>
                  <a:pt x="2972467" y="246983"/>
                  <a:pt x="2974181" y="245936"/>
                </a:cubicBezTo>
                <a:cubicBezTo>
                  <a:pt x="2975324" y="245269"/>
                  <a:pt x="2976563" y="244983"/>
                  <a:pt x="2977801" y="244983"/>
                </a:cubicBezTo>
                <a:cubicBezTo>
                  <a:pt x="2978468" y="244983"/>
                  <a:pt x="2979039" y="244983"/>
                  <a:pt x="2979706" y="245269"/>
                </a:cubicBezTo>
                <a:cubicBezTo>
                  <a:pt x="2981611" y="245745"/>
                  <a:pt x="2983135" y="246983"/>
                  <a:pt x="2984183" y="248698"/>
                </a:cubicBezTo>
                <a:cubicBezTo>
                  <a:pt x="2985135" y="250412"/>
                  <a:pt x="2985421" y="252413"/>
                  <a:pt x="2984945" y="254222"/>
                </a:cubicBezTo>
                <a:cubicBezTo>
                  <a:pt x="2984468" y="256127"/>
                  <a:pt x="2983230" y="257651"/>
                  <a:pt x="2981516" y="258699"/>
                </a:cubicBezTo>
                <a:cubicBezTo>
                  <a:pt x="2979801" y="259652"/>
                  <a:pt x="2977801" y="259937"/>
                  <a:pt x="2975991" y="259461"/>
                </a:cubicBezTo>
                <a:cubicBezTo>
                  <a:pt x="2974086" y="258985"/>
                  <a:pt x="2972562" y="257747"/>
                  <a:pt x="2971514" y="256032"/>
                </a:cubicBezTo>
                <a:cubicBezTo>
                  <a:pt x="2970562" y="254318"/>
                  <a:pt x="2970276" y="252317"/>
                  <a:pt x="2970752" y="250508"/>
                </a:cubicBezTo>
                <a:close/>
                <a:moveTo>
                  <a:pt x="409289" y="2239709"/>
                </a:moveTo>
                <a:lnTo>
                  <a:pt x="405860" y="2236375"/>
                </a:lnTo>
                <a:lnTo>
                  <a:pt x="412718" y="2229326"/>
                </a:lnTo>
                <a:lnTo>
                  <a:pt x="416147" y="2232660"/>
                </a:lnTo>
                <a:lnTo>
                  <a:pt x="409289" y="2239709"/>
                </a:lnTo>
                <a:close/>
                <a:moveTo>
                  <a:pt x="374904" y="4854512"/>
                </a:moveTo>
                <a:cubicBezTo>
                  <a:pt x="374904" y="4858417"/>
                  <a:pt x="371761" y="4861560"/>
                  <a:pt x="367856" y="4861560"/>
                </a:cubicBezTo>
                <a:cubicBezTo>
                  <a:pt x="363950" y="4861560"/>
                  <a:pt x="360807" y="4858417"/>
                  <a:pt x="360807" y="4854512"/>
                </a:cubicBezTo>
                <a:cubicBezTo>
                  <a:pt x="360807" y="4850606"/>
                  <a:pt x="363950" y="4847463"/>
                  <a:pt x="367856" y="4847463"/>
                </a:cubicBezTo>
                <a:cubicBezTo>
                  <a:pt x="371761" y="4847463"/>
                  <a:pt x="374904" y="4850606"/>
                  <a:pt x="374904" y="4854512"/>
                </a:cubicBezTo>
                <a:close/>
                <a:moveTo>
                  <a:pt x="436912" y="4844987"/>
                </a:moveTo>
                <a:cubicBezTo>
                  <a:pt x="436912" y="4848892"/>
                  <a:pt x="433769" y="4852035"/>
                  <a:pt x="429863" y="4852035"/>
                </a:cubicBezTo>
                <a:cubicBezTo>
                  <a:pt x="425958" y="4852035"/>
                  <a:pt x="422815" y="4848892"/>
                  <a:pt x="422815" y="4844987"/>
                </a:cubicBezTo>
                <a:cubicBezTo>
                  <a:pt x="422815" y="4841081"/>
                  <a:pt x="425958" y="4837938"/>
                  <a:pt x="429863" y="4837938"/>
                </a:cubicBezTo>
                <a:cubicBezTo>
                  <a:pt x="433769" y="4837938"/>
                  <a:pt x="436912" y="4841081"/>
                  <a:pt x="436912" y="4844987"/>
                </a:cubicBezTo>
                <a:close/>
                <a:moveTo>
                  <a:pt x="77724" y="62675"/>
                </a:moveTo>
                <a:cubicBezTo>
                  <a:pt x="82582" y="62675"/>
                  <a:pt x="86582" y="59246"/>
                  <a:pt x="87630" y="54674"/>
                </a:cubicBezTo>
                <a:lnTo>
                  <a:pt x="133731" y="54674"/>
                </a:lnTo>
                <a:lnTo>
                  <a:pt x="146685" y="46673"/>
                </a:lnTo>
                <a:lnTo>
                  <a:pt x="170688" y="46673"/>
                </a:lnTo>
                <a:cubicBezTo>
                  <a:pt x="171831" y="51245"/>
                  <a:pt x="175736" y="54674"/>
                  <a:pt x="180594" y="54674"/>
                </a:cubicBezTo>
                <a:cubicBezTo>
                  <a:pt x="186309" y="54674"/>
                  <a:pt x="190976" y="50006"/>
                  <a:pt x="190976" y="44291"/>
                </a:cubicBezTo>
                <a:cubicBezTo>
                  <a:pt x="190976" y="38576"/>
                  <a:pt x="186309" y="33909"/>
                  <a:pt x="180594" y="33909"/>
                </a:cubicBezTo>
                <a:cubicBezTo>
                  <a:pt x="175736" y="33909"/>
                  <a:pt x="171736" y="37338"/>
                  <a:pt x="170688" y="41910"/>
                </a:cubicBezTo>
                <a:lnTo>
                  <a:pt x="145352" y="41910"/>
                </a:lnTo>
                <a:lnTo>
                  <a:pt x="132398" y="49911"/>
                </a:lnTo>
                <a:lnTo>
                  <a:pt x="87630" y="49911"/>
                </a:lnTo>
                <a:cubicBezTo>
                  <a:pt x="86487" y="45339"/>
                  <a:pt x="82582" y="41910"/>
                  <a:pt x="77724" y="41910"/>
                </a:cubicBezTo>
                <a:cubicBezTo>
                  <a:pt x="72009" y="41910"/>
                  <a:pt x="67342" y="46577"/>
                  <a:pt x="67342" y="52292"/>
                </a:cubicBezTo>
                <a:cubicBezTo>
                  <a:pt x="67342" y="58007"/>
                  <a:pt x="72009" y="62675"/>
                  <a:pt x="77724" y="62675"/>
                </a:cubicBezTo>
                <a:close/>
                <a:moveTo>
                  <a:pt x="180594" y="38576"/>
                </a:moveTo>
                <a:cubicBezTo>
                  <a:pt x="183737" y="38576"/>
                  <a:pt x="186214" y="41148"/>
                  <a:pt x="186214" y="44196"/>
                </a:cubicBezTo>
                <a:cubicBezTo>
                  <a:pt x="186214" y="47244"/>
                  <a:pt x="183642" y="49816"/>
                  <a:pt x="180594" y="49816"/>
                </a:cubicBezTo>
                <a:cubicBezTo>
                  <a:pt x="177546" y="49816"/>
                  <a:pt x="174974" y="47244"/>
                  <a:pt x="174974" y="44196"/>
                </a:cubicBezTo>
                <a:cubicBezTo>
                  <a:pt x="174974" y="41148"/>
                  <a:pt x="177546" y="38576"/>
                  <a:pt x="180594" y="38576"/>
                </a:cubicBezTo>
                <a:close/>
                <a:moveTo>
                  <a:pt x="77724" y="46673"/>
                </a:moveTo>
                <a:cubicBezTo>
                  <a:pt x="80867" y="46673"/>
                  <a:pt x="83344" y="49244"/>
                  <a:pt x="83344" y="52292"/>
                </a:cubicBezTo>
                <a:cubicBezTo>
                  <a:pt x="83344" y="55340"/>
                  <a:pt x="80772" y="57912"/>
                  <a:pt x="77724" y="57912"/>
                </a:cubicBezTo>
                <a:cubicBezTo>
                  <a:pt x="74676" y="57912"/>
                  <a:pt x="72104" y="55340"/>
                  <a:pt x="72104" y="52292"/>
                </a:cubicBezTo>
                <a:cubicBezTo>
                  <a:pt x="72104" y="49244"/>
                  <a:pt x="74676" y="46673"/>
                  <a:pt x="77724" y="46673"/>
                </a:cubicBezTo>
                <a:close/>
                <a:moveTo>
                  <a:pt x="457390" y="2190369"/>
                </a:moveTo>
                <a:lnTo>
                  <a:pt x="450533" y="2197418"/>
                </a:lnTo>
                <a:lnTo>
                  <a:pt x="447104" y="2194084"/>
                </a:lnTo>
                <a:lnTo>
                  <a:pt x="453962" y="2187035"/>
                </a:lnTo>
                <a:lnTo>
                  <a:pt x="457390" y="2190369"/>
                </a:lnTo>
                <a:close/>
                <a:moveTo>
                  <a:pt x="3108198" y="4923854"/>
                </a:moveTo>
                <a:lnTo>
                  <a:pt x="3114770" y="4923854"/>
                </a:lnTo>
                <a:cubicBezTo>
                  <a:pt x="3114770" y="4923854"/>
                  <a:pt x="3114770" y="4919091"/>
                  <a:pt x="3114770" y="4919091"/>
                </a:cubicBezTo>
                <a:lnTo>
                  <a:pt x="3110008" y="4919091"/>
                </a:lnTo>
                <a:cubicBezTo>
                  <a:pt x="3110008" y="4919091"/>
                  <a:pt x="3096101" y="4906804"/>
                  <a:pt x="3096101" y="4906804"/>
                </a:cubicBezTo>
                <a:lnTo>
                  <a:pt x="3096101" y="4812887"/>
                </a:lnTo>
                <a:cubicBezTo>
                  <a:pt x="3100673" y="4811745"/>
                  <a:pt x="3104102" y="4807839"/>
                  <a:pt x="3104102" y="4802981"/>
                </a:cubicBezTo>
                <a:cubicBezTo>
                  <a:pt x="3104102" y="4797267"/>
                  <a:pt x="3099435" y="4792599"/>
                  <a:pt x="3093720" y="4792599"/>
                </a:cubicBezTo>
                <a:cubicBezTo>
                  <a:pt x="3088005" y="4792599"/>
                  <a:pt x="3083338" y="4797267"/>
                  <a:pt x="3083338" y="4802981"/>
                </a:cubicBezTo>
                <a:cubicBezTo>
                  <a:pt x="3083338" y="4807839"/>
                  <a:pt x="3086767" y="4811840"/>
                  <a:pt x="3091339" y="4812887"/>
                </a:cubicBezTo>
                <a:lnTo>
                  <a:pt x="3091339" y="4908899"/>
                </a:lnTo>
                <a:lnTo>
                  <a:pt x="3108198" y="4923758"/>
                </a:lnTo>
                <a:close/>
                <a:moveTo>
                  <a:pt x="3088005" y="4803077"/>
                </a:moveTo>
                <a:cubicBezTo>
                  <a:pt x="3088005" y="4799934"/>
                  <a:pt x="3090577" y="4797457"/>
                  <a:pt x="3093625" y="4797457"/>
                </a:cubicBezTo>
                <a:cubicBezTo>
                  <a:pt x="3096673" y="4797457"/>
                  <a:pt x="3099245" y="4800029"/>
                  <a:pt x="3099245" y="4803077"/>
                </a:cubicBezTo>
                <a:cubicBezTo>
                  <a:pt x="3099245" y="4806125"/>
                  <a:pt x="3096673" y="4808696"/>
                  <a:pt x="3093625" y="4808696"/>
                </a:cubicBezTo>
                <a:cubicBezTo>
                  <a:pt x="3090577" y="4808696"/>
                  <a:pt x="3088005" y="4806125"/>
                  <a:pt x="3088005" y="4803077"/>
                </a:cubicBezTo>
                <a:close/>
                <a:moveTo>
                  <a:pt x="615791" y="1963103"/>
                </a:moveTo>
                <a:cubicBezTo>
                  <a:pt x="608362" y="1963103"/>
                  <a:pt x="602361" y="1969103"/>
                  <a:pt x="602361" y="1976533"/>
                </a:cubicBezTo>
                <a:cubicBezTo>
                  <a:pt x="602361" y="1982724"/>
                  <a:pt x="606552" y="1987868"/>
                  <a:pt x="612267" y="1989487"/>
                </a:cubicBezTo>
                <a:lnTo>
                  <a:pt x="612267" y="1992440"/>
                </a:lnTo>
                <a:lnTo>
                  <a:pt x="619411" y="1992440"/>
                </a:lnTo>
                <a:lnTo>
                  <a:pt x="619411" y="1989487"/>
                </a:lnTo>
                <a:cubicBezTo>
                  <a:pt x="625126" y="1987868"/>
                  <a:pt x="629317" y="1982724"/>
                  <a:pt x="629317" y="1976533"/>
                </a:cubicBezTo>
                <a:cubicBezTo>
                  <a:pt x="629317" y="1969103"/>
                  <a:pt x="623316" y="1963103"/>
                  <a:pt x="615887" y="1963103"/>
                </a:cubicBezTo>
                <a:close/>
                <a:moveTo>
                  <a:pt x="615791" y="1985296"/>
                </a:moveTo>
                <a:cubicBezTo>
                  <a:pt x="611029" y="1985296"/>
                  <a:pt x="607124" y="1981391"/>
                  <a:pt x="607124" y="1976628"/>
                </a:cubicBezTo>
                <a:cubicBezTo>
                  <a:pt x="607124" y="1971866"/>
                  <a:pt x="611029" y="1967960"/>
                  <a:pt x="615791" y="1967960"/>
                </a:cubicBezTo>
                <a:cubicBezTo>
                  <a:pt x="620554" y="1967960"/>
                  <a:pt x="624459" y="1971866"/>
                  <a:pt x="624459" y="1976628"/>
                </a:cubicBezTo>
                <a:cubicBezTo>
                  <a:pt x="624459" y="1981391"/>
                  <a:pt x="620554" y="1985296"/>
                  <a:pt x="615791" y="1985296"/>
                </a:cubicBezTo>
                <a:close/>
                <a:moveTo>
                  <a:pt x="603504" y="2207038"/>
                </a:moveTo>
                <a:lnTo>
                  <a:pt x="609695" y="2200656"/>
                </a:lnTo>
                <a:lnTo>
                  <a:pt x="613124" y="2203990"/>
                </a:lnTo>
                <a:lnTo>
                  <a:pt x="606933" y="2210372"/>
                </a:lnTo>
                <a:lnTo>
                  <a:pt x="603504" y="2207038"/>
                </a:lnTo>
                <a:close/>
                <a:moveTo>
                  <a:pt x="50673" y="100965"/>
                </a:moveTo>
                <a:cubicBezTo>
                  <a:pt x="50102" y="100965"/>
                  <a:pt x="49530" y="101156"/>
                  <a:pt x="49054" y="101632"/>
                </a:cubicBezTo>
                <a:lnTo>
                  <a:pt x="27623" y="121730"/>
                </a:lnTo>
                <a:cubicBezTo>
                  <a:pt x="27146" y="122206"/>
                  <a:pt x="26861" y="122777"/>
                  <a:pt x="26861" y="123444"/>
                </a:cubicBezTo>
                <a:lnTo>
                  <a:pt x="26861" y="145923"/>
                </a:lnTo>
                <a:lnTo>
                  <a:pt x="21336" y="145923"/>
                </a:lnTo>
                <a:cubicBezTo>
                  <a:pt x="17431" y="145923"/>
                  <a:pt x="14097" y="149257"/>
                  <a:pt x="14097" y="153162"/>
                </a:cubicBezTo>
                <a:lnTo>
                  <a:pt x="14097" y="168974"/>
                </a:lnTo>
                <a:cubicBezTo>
                  <a:pt x="14097" y="172974"/>
                  <a:pt x="17336" y="176213"/>
                  <a:pt x="21336" y="176213"/>
                </a:cubicBezTo>
                <a:lnTo>
                  <a:pt x="26861" y="176213"/>
                </a:lnTo>
                <a:lnTo>
                  <a:pt x="26861" y="196596"/>
                </a:lnTo>
                <a:cubicBezTo>
                  <a:pt x="26861" y="197263"/>
                  <a:pt x="27146" y="197930"/>
                  <a:pt x="27623" y="198311"/>
                </a:cubicBezTo>
                <a:lnTo>
                  <a:pt x="49054" y="218408"/>
                </a:lnTo>
                <a:cubicBezTo>
                  <a:pt x="49054" y="218408"/>
                  <a:pt x="50102" y="219075"/>
                  <a:pt x="50673" y="219075"/>
                </a:cubicBezTo>
                <a:lnTo>
                  <a:pt x="80677" y="219075"/>
                </a:lnTo>
                <a:cubicBezTo>
                  <a:pt x="81820" y="223647"/>
                  <a:pt x="85725" y="227076"/>
                  <a:pt x="90583" y="227076"/>
                </a:cubicBezTo>
                <a:cubicBezTo>
                  <a:pt x="96298" y="227076"/>
                  <a:pt x="100965" y="222409"/>
                  <a:pt x="100965" y="216694"/>
                </a:cubicBezTo>
                <a:cubicBezTo>
                  <a:pt x="100965" y="210979"/>
                  <a:pt x="96298" y="206312"/>
                  <a:pt x="90583" y="206312"/>
                </a:cubicBezTo>
                <a:cubicBezTo>
                  <a:pt x="85725" y="206312"/>
                  <a:pt x="81725" y="209741"/>
                  <a:pt x="80677" y="214313"/>
                </a:cubicBezTo>
                <a:lnTo>
                  <a:pt x="51626" y="214313"/>
                </a:lnTo>
                <a:lnTo>
                  <a:pt x="31623" y="195548"/>
                </a:lnTo>
                <a:lnTo>
                  <a:pt x="31623" y="176213"/>
                </a:lnTo>
                <a:lnTo>
                  <a:pt x="37148" y="176213"/>
                </a:lnTo>
                <a:cubicBezTo>
                  <a:pt x="41148" y="176213"/>
                  <a:pt x="44387" y="172974"/>
                  <a:pt x="44387" y="168974"/>
                </a:cubicBezTo>
                <a:lnTo>
                  <a:pt x="44387" y="153162"/>
                </a:lnTo>
                <a:cubicBezTo>
                  <a:pt x="44387" y="149162"/>
                  <a:pt x="41148" y="145923"/>
                  <a:pt x="37148" y="145923"/>
                </a:cubicBezTo>
                <a:lnTo>
                  <a:pt x="31623" y="145923"/>
                </a:lnTo>
                <a:lnTo>
                  <a:pt x="31623" y="124492"/>
                </a:lnTo>
                <a:lnTo>
                  <a:pt x="51626" y="105728"/>
                </a:lnTo>
                <a:lnTo>
                  <a:pt x="80677" y="105728"/>
                </a:lnTo>
                <a:cubicBezTo>
                  <a:pt x="81820" y="110395"/>
                  <a:pt x="85725" y="113919"/>
                  <a:pt x="90583" y="113919"/>
                </a:cubicBezTo>
                <a:cubicBezTo>
                  <a:pt x="96298" y="113919"/>
                  <a:pt x="100965" y="109252"/>
                  <a:pt x="100965" y="103537"/>
                </a:cubicBezTo>
                <a:cubicBezTo>
                  <a:pt x="100965" y="97822"/>
                  <a:pt x="96298" y="93155"/>
                  <a:pt x="90583" y="93155"/>
                </a:cubicBezTo>
                <a:cubicBezTo>
                  <a:pt x="85725" y="93155"/>
                  <a:pt x="81725" y="96584"/>
                  <a:pt x="80677" y="101156"/>
                </a:cubicBezTo>
                <a:lnTo>
                  <a:pt x="50673" y="101156"/>
                </a:lnTo>
                <a:cubicBezTo>
                  <a:pt x="50673" y="101156"/>
                  <a:pt x="50673" y="101060"/>
                  <a:pt x="50673" y="101060"/>
                </a:cubicBezTo>
                <a:close/>
                <a:moveTo>
                  <a:pt x="90583" y="210979"/>
                </a:moveTo>
                <a:cubicBezTo>
                  <a:pt x="93726" y="210979"/>
                  <a:pt x="96203" y="213551"/>
                  <a:pt x="96203" y="216599"/>
                </a:cubicBezTo>
                <a:cubicBezTo>
                  <a:pt x="96203" y="219647"/>
                  <a:pt x="93631" y="222218"/>
                  <a:pt x="90583" y="222218"/>
                </a:cubicBezTo>
                <a:cubicBezTo>
                  <a:pt x="87535" y="222218"/>
                  <a:pt x="84963" y="219647"/>
                  <a:pt x="84963" y="216599"/>
                </a:cubicBezTo>
                <a:cubicBezTo>
                  <a:pt x="84963" y="213551"/>
                  <a:pt x="87535" y="210979"/>
                  <a:pt x="90583" y="210979"/>
                </a:cubicBezTo>
                <a:close/>
                <a:moveTo>
                  <a:pt x="37148" y="149828"/>
                </a:moveTo>
                <a:cubicBezTo>
                  <a:pt x="38957" y="149828"/>
                  <a:pt x="40481" y="151257"/>
                  <a:pt x="40481" y="153067"/>
                </a:cubicBezTo>
                <a:lnTo>
                  <a:pt x="40481" y="168878"/>
                </a:lnTo>
                <a:cubicBezTo>
                  <a:pt x="40481" y="170688"/>
                  <a:pt x="39053" y="172117"/>
                  <a:pt x="37148" y="172117"/>
                </a:cubicBezTo>
                <a:lnTo>
                  <a:pt x="21336" y="172117"/>
                </a:lnTo>
                <a:cubicBezTo>
                  <a:pt x="19526" y="172117"/>
                  <a:pt x="18098" y="170688"/>
                  <a:pt x="18098" y="168878"/>
                </a:cubicBezTo>
                <a:lnTo>
                  <a:pt x="18098" y="153067"/>
                </a:lnTo>
                <a:cubicBezTo>
                  <a:pt x="18098" y="151257"/>
                  <a:pt x="19526" y="149828"/>
                  <a:pt x="21336" y="149828"/>
                </a:cubicBezTo>
                <a:lnTo>
                  <a:pt x="37148" y="149828"/>
                </a:lnTo>
                <a:close/>
                <a:moveTo>
                  <a:pt x="90583" y="97822"/>
                </a:moveTo>
                <a:cubicBezTo>
                  <a:pt x="93726" y="97822"/>
                  <a:pt x="96203" y="100394"/>
                  <a:pt x="96203" y="103442"/>
                </a:cubicBezTo>
                <a:cubicBezTo>
                  <a:pt x="96203" y="106490"/>
                  <a:pt x="93631" y="109061"/>
                  <a:pt x="90583" y="109061"/>
                </a:cubicBezTo>
                <a:cubicBezTo>
                  <a:pt x="87535" y="109061"/>
                  <a:pt x="84963" y="106490"/>
                  <a:pt x="84963" y="103442"/>
                </a:cubicBezTo>
                <a:cubicBezTo>
                  <a:pt x="84963" y="100394"/>
                  <a:pt x="87535" y="97822"/>
                  <a:pt x="90583" y="97822"/>
                </a:cubicBezTo>
                <a:close/>
                <a:moveTo>
                  <a:pt x="2879693" y="4583335"/>
                </a:moveTo>
                <a:lnTo>
                  <a:pt x="2879693" y="4596384"/>
                </a:lnTo>
                <a:cubicBezTo>
                  <a:pt x="2879693" y="4598385"/>
                  <a:pt x="2881313" y="4600004"/>
                  <a:pt x="2883313" y="4600004"/>
                </a:cubicBezTo>
                <a:lnTo>
                  <a:pt x="2912840" y="4600004"/>
                </a:lnTo>
                <a:cubicBezTo>
                  <a:pt x="2914841" y="4600004"/>
                  <a:pt x="2916460" y="4598385"/>
                  <a:pt x="2916460" y="4596384"/>
                </a:cubicBezTo>
                <a:lnTo>
                  <a:pt x="2916460" y="4583335"/>
                </a:lnTo>
                <a:cubicBezTo>
                  <a:pt x="2916460" y="4581335"/>
                  <a:pt x="2914841" y="4579715"/>
                  <a:pt x="2912840" y="4579715"/>
                </a:cubicBezTo>
                <a:lnTo>
                  <a:pt x="2912459" y="4579715"/>
                </a:lnTo>
                <a:cubicBezTo>
                  <a:pt x="2911602" y="4577048"/>
                  <a:pt x="2907125" y="4576382"/>
                  <a:pt x="2898553" y="4575429"/>
                </a:cubicBezTo>
                <a:cubicBezTo>
                  <a:pt x="2897410" y="4575334"/>
                  <a:pt x="2896172" y="4575144"/>
                  <a:pt x="2894934" y="4575048"/>
                </a:cubicBezTo>
                <a:cubicBezTo>
                  <a:pt x="2896172" y="4574858"/>
                  <a:pt x="2897505" y="4574762"/>
                  <a:pt x="2898553" y="4574572"/>
                </a:cubicBezTo>
                <a:cubicBezTo>
                  <a:pt x="2908078" y="4573429"/>
                  <a:pt x="2912840" y="4572953"/>
                  <a:pt x="2912840" y="4569429"/>
                </a:cubicBezTo>
                <a:cubicBezTo>
                  <a:pt x="2912840" y="4565904"/>
                  <a:pt x="2908078" y="4565333"/>
                  <a:pt x="2898553" y="4564285"/>
                </a:cubicBezTo>
                <a:cubicBezTo>
                  <a:pt x="2897410" y="4564190"/>
                  <a:pt x="2896172" y="4563999"/>
                  <a:pt x="2894934" y="4563904"/>
                </a:cubicBezTo>
                <a:cubicBezTo>
                  <a:pt x="2896172" y="4563713"/>
                  <a:pt x="2897505" y="4563618"/>
                  <a:pt x="2898553" y="4563428"/>
                </a:cubicBezTo>
                <a:cubicBezTo>
                  <a:pt x="2908078" y="4562285"/>
                  <a:pt x="2912840" y="4561809"/>
                  <a:pt x="2912840" y="4558284"/>
                </a:cubicBezTo>
                <a:cubicBezTo>
                  <a:pt x="2912840" y="4554760"/>
                  <a:pt x="2908078" y="4554188"/>
                  <a:pt x="2898553" y="4553141"/>
                </a:cubicBezTo>
                <a:cubicBezTo>
                  <a:pt x="2897505" y="4553045"/>
                  <a:pt x="2896172" y="4552855"/>
                  <a:pt x="2894934" y="4552760"/>
                </a:cubicBezTo>
                <a:cubicBezTo>
                  <a:pt x="2896172" y="4552569"/>
                  <a:pt x="2897410" y="4552474"/>
                  <a:pt x="2898553" y="4552379"/>
                </a:cubicBezTo>
                <a:cubicBezTo>
                  <a:pt x="2908078" y="4551236"/>
                  <a:pt x="2912840" y="4550760"/>
                  <a:pt x="2912840" y="4547235"/>
                </a:cubicBezTo>
                <a:cubicBezTo>
                  <a:pt x="2912840" y="4543711"/>
                  <a:pt x="2908078" y="4543139"/>
                  <a:pt x="2898553" y="4542092"/>
                </a:cubicBezTo>
                <a:cubicBezTo>
                  <a:pt x="2897410" y="4541996"/>
                  <a:pt x="2896172" y="4541806"/>
                  <a:pt x="2894934" y="4541711"/>
                </a:cubicBezTo>
                <a:cubicBezTo>
                  <a:pt x="2896172" y="4541520"/>
                  <a:pt x="2897410" y="4541425"/>
                  <a:pt x="2898553" y="4541235"/>
                </a:cubicBezTo>
                <a:cubicBezTo>
                  <a:pt x="2908078" y="4540092"/>
                  <a:pt x="2912840" y="4539615"/>
                  <a:pt x="2912840" y="4536091"/>
                </a:cubicBezTo>
                <a:cubicBezTo>
                  <a:pt x="2912840" y="4532567"/>
                  <a:pt x="2908078" y="4531995"/>
                  <a:pt x="2898553" y="4530947"/>
                </a:cubicBezTo>
                <a:cubicBezTo>
                  <a:pt x="2897410" y="4530852"/>
                  <a:pt x="2896172" y="4530662"/>
                  <a:pt x="2894934" y="4530567"/>
                </a:cubicBezTo>
                <a:cubicBezTo>
                  <a:pt x="2896172" y="4530376"/>
                  <a:pt x="2897505" y="4530281"/>
                  <a:pt x="2898553" y="4530090"/>
                </a:cubicBezTo>
                <a:cubicBezTo>
                  <a:pt x="2908078" y="4528947"/>
                  <a:pt x="2912840" y="4528376"/>
                  <a:pt x="2912840" y="4524947"/>
                </a:cubicBezTo>
                <a:cubicBezTo>
                  <a:pt x="2912840" y="4521422"/>
                  <a:pt x="2908078" y="4520851"/>
                  <a:pt x="2898553" y="4519803"/>
                </a:cubicBezTo>
                <a:cubicBezTo>
                  <a:pt x="2897505" y="4519708"/>
                  <a:pt x="2896267" y="4519518"/>
                  <a:pt x="2894934" y="4519422"/>
                </a:cubicBezTo>
                <a:cubicBezTo>
                  <a:pt x="2896172" y="4519232"/>
                  <a:pt x="2897410" y="4519137"/>
                  <a:pt x="2898553" y="4519041"/>
                </a:cubicBezTo>
                <a:cubicBezTo>
                  <a:pt x="2908078" y="4517898"/>
                  <a:pt x="2912840" y="4517422"/>
                  <a:pt x="2912840" y="4513898"/>
                </a:cubicBezTo>
                <a:cubicBezTo>
                  <a:pt x="2912840" y="4510373"/>
                  <a:pt x="2908078" y="4509897"/>
                  <a:pt x="2898553" y="4508754"/>
                </a:cubicBezTo>
                <a:cubicBezTo>
                  <a:pt x="2897505" y="4508659"/>
                  <a:pt x="2896267" y="4508469"/>
                  <a:pt x="2895029" y="4508373"/>
                </a:cubicBezTo>
                <a:cubicBezTo>
                  <a:pt x="2896267" y="4508183"/>
                  <a:pt x="2897505" y="4508087"/>
                  <a:pt x="2898553" y="4507992"/>
                </a:cubicBezTo>
                <a:cubicBezTo>
                  <a:pt x="2908078" y="4506849"/>
                  <a:pt x="2912840" y="4506373"/>
                  <a:pt x="2912840" y="4502849"/>
                </a:cubicBezTo>
                <a:cubicBezTo>
                  <a:pt x="2912840" y="4499324"/>
                  <a:pt x="2908078" y="4498753"/>
                  <a:pt x="2898553" y="4497705"/>
                </a:cubicBezTo>
                <a:cubicBezTo>
                  <a:pt x="2897505" y="4497610"/>
                  <a:pt x="2896267" y="4497420"/>
                  <a:pt x="2895029" y="4497324"/>
                </a:cubicBezTo>
                <a:cubicBezTo>
                  <a:pt x="2896267" y="4497134"/>
                  <a:pt x="2897505" y="4497038"/>
                  <a:pt x="2898553" y="4496943"/>
                </a:cubicBezTo>
                <a:cubicBezTo>
                  <a:pt x="2908078" y="4495800"/>
                  <a:pt x="2912840" y="4495324"/>
                  <a:pt x="2912840" y="4491800"/>
                </a:cubicBezTo>
                <a:cubicBezTo>
                  <a:pt x="2912840" y="4488276"/>
                  <a:pt x="2908078" y="4487704"/>
                  <a:pt x="2898553" y="4486656"/>
                </a:cubicBezTo>
                <a:cubicBezTo>
                  <a:pt x="2897410" y="4486561"/>
                  <a:pt x="2896172" y="4486370"/>
                  <a:pt x="2894838" y="4486180"/>
                </a:cubicBezTo>
                <a:cubicBezTo>
                  <a:pt x="2896172" y="4485989"/>
                  <a:pt x="2897410" y="4485894"/>
                  <a:pt x="2898553" y="4485704"/>
                </a:cubicBezTo>
                <a:cubicBezTo>
                  <a:pt x="2908078" y="4484561"/>
                  <a:pt x="2912840" y="4484085"/>
                  <a:pt x="2912840" y="4480560"/>
                </a:cubicBezTo>
                <a:cubicBezTo>
                  <a:pt x="2912840" y="4477036"/>
                  <a:pt x="2908078" y="4476464"/>
                  <a:pt x="2898553" y="4475417"/>
                </a:cubicBezTo>
                <a:cubicBezTo>
                  <a:pt x="2897410" y="4475321"/>
                  <a:pt x="2896172" y="4475131"/>
                  <a:pt x="2894934" y="4475036"/>
                </a:cubicBezTo>
                <a:cubicBezTo>
                  <a:pt x="2896172" y="4474845"/>
                  <a:pt x="2897505" y="4474750"/>
                  <a:pt x="2898553" y="4474560"/>
                </a:cubicBezTo>
                <a:cubicBezTo>
                  <a:pt x="2908078" y="4473417"/>
                  <a:pt x="2912840" y="4472940"/>
                  <a:pt x="2912840" y="4469416"/>
                </a:cubicBezTo>
                <a:cubicBezTo>
                  <a:pt x="2912840" y="4465892"/>
                  <a:pt x="2908078" y="4465320"/>
                  <a:pt x="2898553" y="4464272"/>
                </a:cubicBezTo>
                <a:cubicBezTo>
                  <a:pt x="2897410" y="4464177"/>
                  <a:pt x="2896172" y="4463987"/>
                  <a:pt x="2894838" y="4463796"/>
                </a:cubicBezTo>
                <a:cubicBezTo>
                  <a:pt x="2896172" y="4463606"/>
                  <a:pt x="2897410" y="4463511"/>
                  <a:pt x="2898553" y="4463320"/>
                </a:cubicBezTo>
                <a:cubicBezTo>
                  <a:pt x="2908078" y="4462177"/>
                  <a:pt x="2912840" y="4461605"/>
                  <a:pt x="2912840" y="4458081"/>
                </a:cubicBezTo>
                <a:cubicBezTo>
                  <a:pt x="2912840" y="4454557"/>
                  <a:pt x="2908078" y="4453986"/>
                  <a:pt x="2898553" y="4452938"/>
                </a:cubicBezTo>
                <a:cubicBezTo>
                  <a:pt x="2897410" y="4452843"/>
                  <a:pt x="2896172" y="4452652"/>
                  <a:pt x="2894838" y="4452557"/>
                </a:cubicBezTo>
                <a:cubicBezTo>
                  <a:pt x="2896076" y="4452366"/>
                  <a:pt x="2897410" y="4452271"/>
                  <a:pt x="2898553" y="4452080"/>
                </a:cubicBezTo>
                <a:cubicBezTo>
                  <a:pt x="2908078" y="4450937"/>
                  <a:pt x="2912840" y="4450366"/>
                  <a:pt x="2912840" y="4446842"/>
                </a:cubicBezTo>
                <a:cubicBezTo>
                  <a:pt x="2912840" y="4443318"/>
                  <a:pt x="2908078" y="4442746"/>
                  <a:pt x="2898553" y="4441698"/>
                </a:cubicBezTo>
                <a:cubicBezTo>
                  <a:pt x="2897410" y="4441603"/>
                  <a:pt x="2896172" y="4441412"/>
                  <a:pt x="2894838" y="4441222"/>
                </a:cubicBezTo>
                <a:cubicBezTo>
                  <a:pt x="2896076" y="4441031"/>
                  <a:pt x="2897410" y="4440936"/>
                  <a:pt x="2898553" y="4440746"/>
                </a:cubicBezTo>
                <a:cubicBezTo>
                  <a:pt x="2908078" y="4439603"/>
                  <a:pt x="2912840" y="4439031"/>
                  <a:pt x="2912840" y="4435602"/>
                </a:cubicBezTo>
                <a:cubicBezTo>
                  <a:pt x="2912840" y="4432078"/>
                  <a:pt x="2908078" y="4431506"/>
                  <a:pt x="2898553" y="4430459"/>
                </a:cubicBezTo>
                <a:cubicBezTo>
                  <a:pt x="2897410" y="4430363"/>
                  <a:pt x="2896172" y="4430173"/>
                  <a:pt x="2894838" y="4429982"/>
                </a:cubicBezTo>
                <a:cubicBezTo>
                  <a:pt x="2896172" y="4429792"/>
                  <a:pt x="2897410" y="4429697"/>
                  <a:pt x="2898553" y="4429506"/>
                </a:cubicBezTo>
                <a:cubicBezTo>
                  <a:pt x="2908078" y="4428363"/>
                  <a:pt x="2912840" y="4427792"/>
                  <a:pt x="2912840" y="4424268"/>
                </a:cubicBezTo>
                <a:cubicBezTo>
                  <a:pt x="2912840" y="4420743"/>
                  <a:pt x="2908078" y="4420172"/>
                  <a:pt x="2898553" y="4419124"/>
                </a:cubicBezTo>
                <a:cubicBezTo>
                  <a:pt x="2897410" y="4419029"/>
                  <a:pt x="2896076" y="4418838"/>
                  <a:pt x="2894743" y="4418648"/>
                </a:cubicBezTo>
                <a:cubicBezTo>
                  <a:pt x="2896076" y="4418457"/>
                  <a:pt x="2897410" y="4418267"/>
                  <a:pt x="2898553" y="4418171"/>
                </a:cubicBezTo>
                <a:cubicBezTo>
                  <a:pt x="2908078" y="4417029"/>
                  <a:pt x="2912840" y="4416457"/>
                  <a:pt x="2912840" y="4412933"/>
                </a:cubicBezTo>
                <a:cubicBezTo>
                  <a:pt x="2912840" y="4409409"/>
                  <a:pt x="2908078" y="4408837"/>
                  <a:pt x="2898553" y="4407789"/>
                </a:cubicBezTo>
                <a:cubicBezTo>
                  <a:pt x="2897410" y="4407694"/>
                  <a:pt x="2895981" y="4407504"/>
                  <a:pt x="2894648" y="4407313"/>
                </a:cubicBezTo>
                <a:cubicBezTo>
                  <a:pt x="2895219" y="4407313"/>
                  <a:pt x="2895695" y="4407218"/>
                  <a:pt x="2896172" y="4407122"/>
                </a:cubicBezTo>
                <a:cubicBezTo>
                  <a:pt x="2897124" y="4407313"/>
                  <a:pt x="2897981" y="4407408"/>
                  <a:pt x="2898934" y="4407408"/>
                </a:cubicBezTo>
                <a:cubicBezTo>
                  <a:pt x="2908268" y="4407408"/>
                  <a:pt x="2915888" y="4399788"/>
                  <a:pt x="2915888" y="4390454"/>
                </a:cubicBezTo>
                <a:cubicBezTo>
                  <a:pt x="2915888" y="4381119"/>
                  <a:pt x="2908268" y="4373499"/>
                  <a:pt x="2898934" y="4373499"/>
                </a:cubicBezTo>
                <a:cubicBezTo>
                  <a:pt x="2889599" y="4373499"/>
                  <a:pt x="2881979" y="4381119"/>
                  <a:pt x="2881979" y="4390454"/>
                </a:cubicBezTo>
                <a:cubicBezTo>
                  <a:pt x="2881979" y="4395788"/>
                  <a:pt x="2884456" y="4400455"/>
                  <a:pt x="2888361" y="4403598"/>
                </a:cubicBezTo>
                <a:cubicBezTo>
                  <a:pt x="2885313" y="4404360"/>
                  <a:pt x="2883599" y="4405313"/>
                  <a:pt x="2883694" y="4407313"/>
                </a:cubicBezTo>
                <a:cubicBezTo>
                  <a:pt x="2883694" y="4410837"/>
                  <a:pt x="2888456" y="4411409"/>
                  <a:pt x="2897981" y="4412456"/>
                </a:cubicBezTo>
                <a:cubicBezTo>
                  <a:pt x="2899124" y="4412552"/>
                  <a:pt x="2900458" y="4412742"/>
                  <a:pt x="2901792" y="4412933"/>
                </a:cubicBezTo>
                <a:cubicBezTo>
                  <a:pt x="2900458" y="4413123"/>
                  <a:pt x="2899124" y="4413314"/>
                  <a:pt x="2897886" y="4413409"/>
                </a:cubicBezTo>
                <a:cubicBezTo>
                  <a:pt x="2888361" y="4414552"/>
                  <a:pt x="2883599" y="4415123"/>
                  <a:pt x="2883599" y="4418648"/>
                </a:cubicBezTo>
                <a:cubicBezTo>
                  <a:pt x="2883599" y="4422172"/>
                  <a:pt x="2888361" y="4422744"/>
                  <a:pt x="2897886" y="4423791"/>
                </a:cubicBezTo>
                <a:cubicBezTo>
                  <a:pt x="2899029" y="4423887"/>
                  <a:pt x="2900363" y="4424077"/>
                  <a:pt x="2901601" y="4424268"/>
                </a:cubicBezTo>
                <a:cubicBezTo>
                  <a:pt x="2900267" y="4424458"/>
                  <a:pt x="2899029" y="4424553"/>
                  <a:pt x="2897886" y="4424744"/>
                </a:cubicBezTo>
                <a:cubicBezTo>
                  <a:pt x="2888361" y="4425887"/>
                  <a:pt x="2883599" y="4426458"/>
                  <a:pt x="2883599" y="4429982"/>
                </a:cubicBezTo>
                <a:cubicBezTo>
                  <a:pt x="2883599" y="4433507"/>
                  <a:pt x="2888361" y="4434078"/>
                  <a:pt x="2897886" y="4435126"/>
                </a:cubicBezTo>
                <a:cubicBezTo>
                  <a:pt x="2899029" y="4435221"/>
                  <a:pt x="2900267" y="4435412"/>
                  <a:pt x="2901601" y="4435507"/>
                </a:cubicBezTo>
                <a:cubicBezTo>
                  <a:pt x="2900267" y="4435697"/>
                  <a:pt x="2899029" y="4435793"/>
                  <a:pt x="2897886" y="4435983"/>
                </a:cubicBezTo>
                <a:cubicBezTo>
                  <a:pt x="2888361" y="4437126"/>
                  <a:pt x="2883599" y="4437603"/>
                  <a:pt x="2883599" y="4441127"/>
                </a:cubicBezTo>
                <a:cubicBezTo>
                  <a:pt x="2883599" y="4444651"/>
                  <a:pt x="2888361" y="4445222"/>
                  <a:pt x="2897886" y="4446270"/>
                </a:cubicBezTo>
                <a:cubicBezTo>
                  <a:pt x="2899029" y="4446365"/>
                  <a:pt x="2900267" y="4446556"/>
                  <a:pt x="2901601" y="4446746"/>
                </a:cubicBezTo>
                <a:cubicBezTo>
                  <a:pt x="2900267" y="4446937"/>
                  <a:pt x="2899029" y="4447032"/>
                  <a:pt x="2897886" y="4447223"/>
                </a:cubicBezTo>
                <a:cubicBezTo>
                  <a:pt x="2888361" y="4448366"/>
                  <a:pt x="2883599" y="4448937"/>
                  <a:pt x="2883599" y="4452366"/>
                </a:cubicBezTo>
                <a:cubicBezTo>
                  <a:pt x="2883599" y="4455890"/>
                  <a:pt x="2888361" y="4456462"/>
                  <a:pt x="2897886" y="4457510"/>
                </a:cubicBezTo>
                <a:cubicBezTo>
                  <a:pt x="2899029" y="4457605"/>
                  <a:pt x="2900267" y="4457795"/>
                  <a:pt x="2901601" y="4457986"/>
                </a:cubicBezTo>
                <a:cubicBezTo>
                  <a:pt x="2900267" y="4458177"/>
                  <a:pt x="2899029" y="4458272"/>
                  <a:pt x="2897886" y="4458462"/>
                </a:cubicBezTo>
                <a:cubicBezTo>
                  <a:pt x="2888361" y="4459605"/>
                  <a:pt x="2883599" y="4460177"/>
                  <a:pt x="2883599" y="4463701"/>
                </a:cubicBezTo>
                <a:cubicBezTo>
                  <a:pt x="2883599" y="4467225"/>
                  <a:pt x="2888361" y="4467797"/>
                  <a:pt x="2897886" y="4468845"/>
                </a:cubicBezTo>
                <a:cubicBezTo>
                  <a:pt x="2899029" y="4468940"/>
                  <a:pt x="2900267" y="4469130"/>
                  <a:pt x="2901505" y="4469226"/>
                </a:cubicBezTo>
                <a:cubicBezTo>
                  <a:pt x="2900267" y="4469416"/>
                  <a:pt x="2899029" y="4469511"/>
                  <a:pt x="2897886" y="4469702"/>
                </a:cubicBezTo>
                <a:cubicBezTo>
                  <a:pt x="2888361" y="4470845"/>
                  <a:pt x="2883599" y="4471416"/>
                  <a:pt x="2883599" y="4474845"/>
                </a:cubicBezTo>
                <a:cubicBezTo>
                  <a:pt x="2883599" y="4478370"/>
                  <a:pt x="2888361" y="4478941"/>
                  <a:pt x="2897886" y="4479989"/>
                </a:cubicBezTo>
                <a:cubicBezTo>
                  <a:pt x="2899029" y="4480084"/>
                  <a:pt x="2900267" y="4480274"/>
                  <a:pt x="2901601" y="4480370"/>
                </a:cubicBezTo>
                <a:cubicBezTo>
                  <a:pt x="2900363" y="4480560"/>
                  <a:pt x="2899029" y="4480655"/>
                  <a:pt x="2897886" y="4480846"/>
                </a:cubicBezTo>
                <a:cubicBezTo>
                  <a:pt x="2888361" y="4481989"/>
                  <a:pt x="2883599" y="4482465"/>
                  <a:pt x="2883599" y="4485989"/>
                </a:cubicBezTo>
                <a:cubicBezTo>
                  <a:pt x="2883599" y="4489514"/>
                  <a:pt x="2888361" y="4490085"/>
                  <a:pt x="2897886" y="4491133"/>
                </a:cubicBezTo>
                <a:cubicBezTo>
                  <a:pt x="2898934" y="4491228"/>
                  <a:pt x="2900267" y="4491419"/>
                  <a:pt x="2901505" y="4491514"/>
                </a:cubicBezTo>
                <a:cubicBezTo>
                  <a:pt x="2900267" y="4491704"/>
                  <a:pt x="2899029" y="4491800"/>
                  <a:pt x="2897886" y="4491895"/>
                </a:cubicBezTo>
                <a:cubicBezTo>
                  <a:pt x="2888361" y="4493038"/>
                  <a:pt x="2883599" y="4493514"/>
                  <a:pt x="2883599" y="4497038"/>
                </a:cubicBezTo>
                <a:cubicBezTo>
                  <a:pt x="2883599" y="4500563"/>
                  <a:pt x="2888361" y="4501039"/>
                  <a:pt x="2897886" y="4502182"/>
                </a:cubicBezTo>
                <a:cubicBezTo>
                  <a:pt x="2898934" y="4502277"/>
                  <a:pt x="2900172" y="4502468"/>
                  <a:pt x="2901410" y="4502563"/>
                </a:cubicBezTo>
                <a:cubicBezTo>
                  <a:pt x="2900172" y="4502754"/>
                  <a:pt x="2898934" y="4502849"/>
                  <a:pt x="2897886" y="4502944"/>
                </a:cubicBezTo>
                <a:cubicBezTo>
                  <a:pt x="2888361" y="4504087"/>
                  <a:pt x="2883599" y="4504563"/>
                  <a:pt x="2883599" y="4508087"/>
                </a:cubicBezTo>
                <a:cubicBezTo>
                  <a:pt x="2883599" y="4511612"/>
                  <a:pt x="2888361" y="4512183"/>
                  <a:pt x="2897886" y="4513231"/>
                </a:cubicBezTo>
                <a:cubicBezTo>
                  <a:pt x="2898934" y="4513326"/>
                  <a:pt x="2900172" y="4513517"/>
                  <a:pt x="2901410" y="4513612"/>
                </a:cubicBezTo>
                <a:cubicBezTo>
                  <a:pt x="2900172" y="4513803"/>
                  <a:pt x="2898934" y="4513898"/>
                  <a:pt x="2897886" y="4513993"/>
                </a:cubicBezTo>
                <a:cubicBezTo>
                  <a:pt x="2888361" y="4515136"/>
                  <a:pt x="2883599" y="4515612"/>
                  <a:pt x="2883599" y="4519137"/>
                </a:cubicBezTo>
                <a:cubicBezTo>
                  <a:pt x="2883599" y="4522661"/>
                  <a:pt x="2888361" y="4523232"/>
                  <a:pt x="2897886" y="4524280"/>
                </a:cubicBezTo>
                <a:cubicBezTo>
                  <a:pt x="2899029" y="4524375"/>
                  <a:pt x="2900267" y="4524566"/>
                  <a:pt x="2901505" y="4524661"/>
                </a:cubicBezTo>
                <a:cubicBezTo>
                  <a:pt x="2900267" y="4524852"/>
                  <a:pt x="2899029" y="4524947"/>
                  <a:pt x="2897886" y="4525137"/>
                </a:cubicBezTo>
                <a:cubicBezTo>
                  <a:pt x="2888361" y="4526280"/>
                  <a:pt x="2883599" y="4526852"/>
                  <a:pt x="2883599" y="4530281"/>
                </a:cubicBezTo>
                <a:cubicBezTo>
                  <a:pt x="2883599" y="4533805"/>
                  <a:pt x="2888361" y="4534377"/>
                  <a:pt x="2897886" y="4535424"/>
                </a:cubicBezTo>
                <a:cubicBezTo>
                  <a:pt x="2899029" y="4535520"/>
                  <a:pt x="2900267" y="4535710"/>
                  <a:pt x="2901505" y="4535805"/>
                </a:cubicBezTo>
                <a:cubicBezTo>
                  <a:pt x="2900267" y="4535996"/>
                  <a:pt x="2898934" y="4536091"/>
                  <a:pt x="2897886" y="4536281"/>
                </a:cubicBezTo>
                <a:cubicBezTo>
                  <a:pt x="2888361" y="4537424"/>
                  <a:pt x="2883599" y="4537901"/>
                  <a:pt x="2883599" y="4541425"/>
                </a:cubicBezTo>
                <a:cubicBezTo>
                  <a:pt x="2883599" y="4544949"/>
                  <a:pt x="2888361" y="4545521"/>
                  <a:pt x="2897886" y="4546569"/>
                </a:cubicBezTo>
                <a:cubicBezTo>
                  <a:pt x="2898934" y="4546664"/>
                  <a:pt x="2900172" y="4546854"/>
                  <a:pt x="2901505" y="4546949"/>
                </a:cubicBezTo>
                <a:cubicBezTo>
                  <a:pt x="2900267" y="4547140"/>
                  <a:pt x="2899029" y="4547235"/>
                  <a:pt x="2897886" y="4547330"/>
                </a:cubicBezTo>
                <a:cubicBezTo>
                  <a:pt x="2888361" y="4548473"/>
                  <a:pt x="2883599" y="4548950"/>
                  <a:pt x="2883599" y="4552474"/>
                </a:cubicBezTo>
                <a:cubicBezTo>
                  <a:pt x="2883599" y="4555998"/>
                  <a:pt x="2888361" y="4556570"/>
                  <a:pt x="2897886" y="4557618"/>
                </a:cubicBezTo>
                <a:cubicBezTo>
                  <a:pt x="2899029" y="4557713"/>
                  <a:pt x="2900267" y="4557903"/>
                  <a:pt x="2901505" y="4558094"/>
                </a:cubicBezTo>
                <a:cubicBezTo>
                  <a:pt x="2900267" y="4558284"/>
                  <a:pt x="2899029" y="4558379"/>
                  <a:pt x="2897886" y="4558570"/>
                </a:cubicBezTo>
                <a:cubicBezTo>
                  <a:pt x="2888361" y="4559713"/>
                  <a:pt x="2883599" y="4560189"/>
                  <a:pt x="2883599" y="4563713"/>
                </a:cubicBezTo>
                <a:cubicBezTo>
                  <a:pt x="2883599" y="4567238"/>
                  <a:pt x="2888361" y="4567809"/>
                  <a:pt x="2897886" y="4568857"/>
                </a:cubicBezTo>
                <a:cubicBezTo>
                  <a:pt x="2899029" y="4568952"/>
                  <a:pt x="2900267" y="4569143"/>
                  <a:pt x="2901505" y="4569238"/>
                </a:cubicBezTo>
                <a:cubicBezTo>
                  <a:pt x="2900267" y="4569429"/>
                  <a:pt x="2898934" y="4569524"/>
                  <a:pt x="2897886" y="4569714"/>
                </a:cubicBezTo>
                <a:cubicBezTo>
                  <a:pt x="2888361" y="4570857"/>
                  <a:pt x="2883599" y="4571429"/>
                  <a:pt x="2883599" y="4574858"/>
                </a:cubicBezTo>
                <a:cubicBezTo>
                  <a:pt x="2883599" y="4577906"/>
                  <a:pt x="2887409" y="4578763"/>
                  <a:pt x="2894457" y="4579620"/>
                </a:cubicBezTo>
                <a:lnTo>
                  <a:pt x="2883218" y="4579620"/>
                </a:lnTo>
                <a:cubicBezTo>
                  <a:pt x="2881217" y="4579620"/>
                  <a:pt x="2879598" y="4581239"/>
                  <a:pt x="2879598" y="4583240"/>
                </a:cubicBezTo>
                <a:close/>
                <a:moveTo>
                  <a:pt x="2888837" y="4390168"/>
                </a:moveTo>
                <a:cubicBezTo>
                  <a:pt x="2888837" y="4384739"/>
                  <a:pt x="2893219" y="4380357"/>
                  <a:pt x="2898648" y="4380357"/>
                </a:cubicBezTo>
                <a:cubicBezTo>
                  <a:pt x="2904077" y="4380357"/>
                  <a:pt x="2908459" y="4384739"/>
                  <a:pt x="2908459" y="4390168"/>
                </a:cubicBezTo>
                <a:cubicBezTo>
                  <a:pt x="2908459" y="4395597"/>
                  <a:pt x="2904077" y="4399979"/>
                  <a:pt x="2898648" y="4399979"/>
                </a:cubicBezTo>
                <a:cubicBezTo>
                  <a:pt x="2893219" y="4399979"/>
                  <a:pt x="2888837" y="4395597"/>
                  <a:pt x="2888837" y="4390168"/>
                </a:cubicBezTo>
                <a:close/>
                <a:moveTo>
                  <a:pt x="2886837" y="4586954"/>
                </a:moveTo>
                <a:lnTo>
                  <a:pt x="2909221" y="4586954"/>
                </a:lnTo>
                <a:lnTo>
                  <a:pt x="2909221" y="4592860"/>
                </a:lnTo>
                <a:lnTo>
                  <a:pt x="2886837" y="4592860"/>
                </a:lnTo>
                <a:lnTo>
                  <a:pt x="2886837" y="4586954"/>
                </a:lnTo>
                <a:close/>
                <a:moveTo>
                  <a:pt x="22384" y="166402"/>
                </a:moveTo>
                <a:lnTo>
                  <a:pt x="22384" y="155543"/>
                </a:lnTo>
                <a:cubicBezTo>
                  <a:pt x="22384" y="154781"/>
                  <a:pt x="23051" y="154115"/>
                  <a:pt x="23813" y="154115"/>
                </a:cubicBezTo>
                <a:lnTo>
                  <a:pt x="34671" y="154115"/>
                </a:lnTo>
                <a:cubicBezTo>
                  <a:pt x="35433" y="154115"/>
                  <a:pt x="36100" y="154781"/>
                  <a:pt x="36100" y="155543"/>
                </a:cubicBezTo>
                <a:lnTo>
                  <a:pt x="36100" y="166402"/>
                </a:lnTo>
                <a:cubicBezTo>
                  <a:pt x="36100" y="167164"/>
                  <a:pt x="35433" y="167831"/>
                  <a:pt x="34671" y="167831"/>
                </a:cubicBezTo>
                <a:lnTo>
                  <a:pt x="23813" y="167831"/>
                </a:lnTo>
                <a:cubicBezTo>
                  <a:pt x="23051" y="167831"/>
                  <a:pt x="22384" y="167164"/>
                  <a:pt x="22384" y="166402"/>
                </a:cubicBezTo>
                <a:close/>
                <a:moveTo>
                  <a:pt x="612172" y="2068354"/>
                </a:moveTo>
                <a:lnTo>
                  <a:pt x="619316" y="2068354"/>
                </a:lnTo>
                <a:lnTo>
                  <a:pt x="619316" y="2076831"/>
                </a:lnTo>
                <a:lnTo>
                  <a:pt x="612172" y="2076831"/>
                </a:lnTo>
                <a:lnTo>
                  <a:pt x="612172" y="2068354"/>
                </a:lnTo>
                <a:close/>
                <a:moveTo>
                  <a:pt x="45244" y="25813"/>
                </a:moveTo>
                <a:cubicBezTo>
                  <a:pt x="43720" y="25813"/>
                  <a:pt x="42291" y="26194"/>
                  <a:pt x="41053" y="26765"/>
                </a:cubicBezTo>
                <a:lnTo>
                  <a:pt x="20479" y="10192"/>
                </a:lnTo>
                <a:lnTo>
                  <a:pt x="95" y="10192"/>
                </a:lnTo>
                <a:lnTo>
                  <a:pt x="95" y="19717"/>
                </a:lnTo>
                <a:lnTo>
                  <a:pt x="17145" y="19717"/>
                </a:lnTo>
                <a:lnTo>
                  <a:pt x="35243" y="34290"/>
                </a:lnTo>
                <a:cubicBezTo>
                  <a:pt x="35147" y="34957"/>
                  <a:pt x="34862" y="35528"/>
                  <a:pt x="34862" y="36195"/>
                </a:cubicBezTo>
                <a:cubicBezTo>
                  <a:pt x="34862" y="41910"/>
                  <a:pt x="39529" y="46577"/>
                  <a:pt x="45244" y="46577"/>
                </a:cubicBezTo>
                <a:cubicBezTo>
                  <a:pt x="50959" y="46577"/>
                  <a:pt x="55626" y="41910"/>
                  <a:pt x="55626" y="36195"/>
                </a:cubicBezTo>
                <a:cubicBezTo>
                  <a:pt x="55626" y="30480"/>
                  <a:pt x="50959" y="25813"/>
                  <a:pt x="45244" y="25813"/>
                </a:cubicBezTo>
                <a:close/>
                <a:moveTo>
                  <a:pt x="45244" y="41910"/>
                </a:moveTo>
                <a:cubicBezTo>
                  <a:pt x="42101" y="41910"/>
                  <a:pt x="39624" y="39338"/>
                  <a:pt x="39624" y="36290"/>
                </a:cubicBezTo>
                <a:cubicBezTo>
                  <a:pt x="39624" y="33242"/>
                  <a:pt x="42196" y="30671"/>
                  <a:pt x="45244" y="30671"/>
                </a:cubicBezTo>
                <a:cubicBezTo>
                  <a:pt x="48292" y="30671"/>
                  <a:pt x="50864" y="33242"/>
                  <a:pt x="50864" y="36290"/>
                </a:cubicBezTo>
                <a:cubicBezTo>
                  <a:pt x="50864" y="39338"/>
                  <a:pt x="48292" y="41910"/>
                  <a:pt x="45244" y="41910"/>
                </a:cubicBezTo>
                <a:close/>
                <a:moveTo>
                  <a:pt x="2930557" y="4251103"/>
                </a:moveTo>
                <a:cubicBezTo>
                  <a:pt x="2936843" y="4251103"/>
                  <a:pt x="2942082" y="4245960"/>
                  <a:pt x="2942082" y="4239578"/>
                </a:cubicBezTo>
                <a:lnTo>
                  <a:pt x="2942082" y="4188238"/>
                </a:lnTo>
                <a:cubicBezTo>
                  <a:pt x="2942082" y="4181951"/>
                  <a:pt x="2936938" y="4176713"/>
                  <a:pt x="2930557" y="4176713"/>
                </a:cubicBezTo>
                <a:lnTo>
                  <a:pt x="2916555" y="4176713"/>
                </a:lnTo>
                <a:cubicBezTo>
                  <a:pt x="2910269" y="4176713"/>
                  <a:pt x="2905030" y="4181856"/>
                  <a:pt x="2905030" y="4188238"/>
                </a:cubicBezTo>
                <a:lnTo>
                  <a:pt x="2905030" y="4239578"/>
                </a:lnTo>
                <a:cubicBezTo>
                  <a:pt x="2905030" y="4245864"/>
                  <a:pt x="2910173" y="4251103"/>
                  <a:pt x="2916555" y="4251103"/>
                </a:cubicBezTo>
                <a:lnTo>
                  <a:pt x="2919984" y="4251103"/>
                </a:lnTo>
                <a:lnTo>
                  <a:pt x="2919984" y="4290727"/>
                </a:lnTo>
                <a:lnTo>
                  <a:pt x="2881884" y="4290727"/>
                </a:lnTo>
                <a:cubicBezTo>
                  <a:pt x="2880932" y="4290727"/>
                  <a:pt x="2880074" y="4291108"/>
                  <a:pt x="2879408" y="4291775"/>
                </a:cubicBezTo>
                <a:lnTo>
                  <a:pt x="2838260" y="4332351"/>
                </a:lnTo>
                <a:cubicBezTo>
                  <a:pt x="2836259" y="4331113"/>
                  <a:pt x="2834069" y="4330256"/>
                  <a:pt x="2831687" y="4330256"/>
                </a:cubicBezTo>
                <a:cubicBezTo>
                  <a:pt x="2824448" y="4330256"/>
                  <a:pt x="2818638" y="4336161"/>
                  <a:pt x="2818638" y="4343305"/>
                </a:cubicBezTo>
                <a:cubicBezTo>
                  <a:pt x="2818638" y="4350449"/>
                  <a:pt x="2824544" y="4356354"/>
                  <a:pt x="2831687" y="4356354"/>
                </a:cubicBezTo>
                <a:cubicBezTo>
                  <a:pt x="2838831" y="4356354"/>
                  <a:pt x="2844737" y="4350544"/>
                  <a:pt x="2844737" y="4343305"/>
                </a:cubicBezTo>
                <a:cubicBezTo>
                  <a:pt x="2844737" y="4341210"/>
                  <a:pt x="2844070" y="4339304"/>
                  <a:pt x="2843213" y="4337495"/>
                </a:cubicBezTo>
                <a:lnTo>
                  <a:pt x="2883408" y="4297871"/>
                </a:lnTo>
                <a:lnTo>
                  <a:pt x="2920079" y="4297871"/>
                </a:lnTo>
                <a:lnTo>
                  <a:pt x="2920079" y="4331875"/>
                </a:lnTo>
                <a:lnTo>
                  <a:pt x="2914650" y="4331875"/>
                </a:lnTo>
                <a:cubicBezTo>
                  <a:pt x="2913317" y="4331875"/>
                  <a:pt x="2912269" y="4332923"/>
                  <a:pt x="2912269" y="4334256"/>
                </a:cubicBezTo>
                <a:lnTo>
                  <a:pt x="2912269" y="4352259"/>
                </a:lnTo>
                <a:cubicBezTo>
                  <a:pt x="2912269" y="4353592"/>
                  <a:pt x="2913317" y="4354640"/>
                  <a:pt x="2914650" y="4354640"/>
                </a:cubicBezTo>
                <a:lnTo>
                  <a:pt x="2932652" y="4354640"/>
                </a:lnTo>
                <a:cubicBezTo>
                  <a:pt x="2933986" y="4354640"/>
                  <a:pt x="2935034" y="4353592"/>
                  <a:pt x="2935034" y="4352259"/>
                </a:cubicBezTo>
                <a:lnTo>
                  <a:pt x="2935034" y="4334256"/>
                </a:lnTo>
                <a:cubicBezTo>
                  <a:pt x="2935034" y="4332923"/>
                  <a:pt x="2933986" y="4331875"/>
                  <a:pt x="2932652" y="4331875"/>
                </a:cubicBezTo>
                <a:lnTo>
                  <a:pt x="2927223" y="4331875"/>
                </a:lnTo>
                <a:lnTo>
                  <a:pt x="2927223" y="4251008"/>
                </a:lnTo>
                <a:lnTo>
                  <a:pt x="2930652" y="4251008"/>
                </a:lnTo>
                <a:close/>
                <a:moveTo>
                  <a:pt x="2831687" y="4351592"/>
                </a:moveTo>
                <a:cubicBezTo>
                  <a:pt x="2827115" y="4351592"/>
                  <a:pt x="2823401" y="4347877"/>
                  <a:pt x="2823401" y="4343305"/>
                </a:cubicBezTo>
                <a:cubicBezTo>
                  <a:pt x="2823401" y="4338733"/>
                  <a:pt x="2827115" y="4335018"/>
                  <a:pt x="2831687" y="4335018"/>
                </a:cubicBezTo>
                <a:cubicBezTo>
                  <a:pt x="2833878" y="4335018"/>
                  <a:pt x="2835974" y="4335876"/>
                  <a:pt x="2837593" y="4337399"/>
                </a:cubicBezTo>
                <a:cubicBezTo>
                  <a:pt x="2839117" y="4339019"/>
                  <a:pt x="2840069" y="4341019"/>
                  <a:pt x="2840069" y="4343305"/>
                </a:cubicBezTo>
                <a:cubicBezTo>
                  <a:pt x="2840069" y="4347877"/>
                  <a:pt x="2836355" y="4351592"/>
                  <a:pt x="2831783" y="4351592"/>
                </a:cubicBezTo>
                <a:close/>
                <a:moveTo>
                  <a:pt x="2912269" y="4188333"/>
                </a:moveTo>
                <a:cubicBezTo>
                  <a:pt x="2912269" y="4185952"/>
                  <a:pt x="2914174" y="4183952"/>
                  <a:pt x="2916650" y="4183952"/>
                </a:cubicBezTo>
                <a:lnTo>
                  <a:pt x="2930652" y="4183952"/>
                </a:lnTo>
                <a:cubicBezTo>
                  <a:pt x="2933034" y="4183952"/>
                  <a:pt x="2935034" y="4185857"/>
                  <a:pt x="2935034" y="4188333"/>
                </a:cubicBezTo>
                <a:lnTo>
                  <a:pt x="2935034" y="4200049"/>
                </a:lnTo>
                <a:lnTo>
                  <a:pt x="2912364" y="4200049"/>
                </a:lnTo>
                <a:lnTo>
                  <a:pt x="2912364" y="4188333"/>
                </a:lnTo>
                <a:close/>
                <a:moveTo>
                  <a:pt x="2930271" y="4336733"/>
                </a:moveTo>
                <a:lnTo>
                  <a:pt x="2930271" y="4349972"/>
                </a:lnTo>
                <a:lnTo>
                  <a:pt x="2917031" y="4349972"/>
                </a:lnTo>
                <a:lnTo>
                  <a:pt x="2917031" y="4336733"/>
                </a:lnTo>
                <a:lnTo>
                  <a:pt x="2930271" y="4336733"/>
                </a:lnTo>
                <a:close/>
                <a:moveTo>
                  <a:pt x="2920079" y="4243959"/>
                </a:moveTo>
                <a:lnTo>
                  <a:pt x="2916650" y="4243959"/>
                </a:lnTo>
                <a:cubicBezTo>
                  <a:pt x="2914269" y="4243959"/>
                  <a:pt x="2912269" y="4242054"/>
                  <a:pt x="2912269" y="4239578"/>
                </a:cubicBezTo>
                <a:lnTo>
                  <a:pt x="2912269" y="4230624"/>
                </a:lnTo>
                <a:lnTo>
                  <a:pt x="2934938" y="4230624"/>
                </a:lnTo>
                <a:lnTo>
                  <a:pt x="2934938" y="4239578"/>
                </a:lnTo>
                <a:cubicBezTo>
                  <a:pt x="2934938" y="4241959"/>
                  <a:pt x="2933034" y="4243959"/>
                  <a:pt x="2930557" y="4243959"/>
                </a:cubicBezTo>
                <a:lnTo>
                  <a:pt x="2919984" y="4243959"/>
                </a:lnTo>
                <a:close/>
                <a:moveTo>
                  <a:pt x="2922365" y="4992815"/>
                </a:moveTo>
                <a:lnTo>
                  <a:pt x="2885123" y="4992815"/>
                </a:lnTo>
                <a:cubicBezTo>
                  <a:pt x="2880551" y="4992815"/>
                  <a:pt x="2876741" y="4996529"/>
                  <a:pt x="2876741" y="5001197"/>
                </a:cubicBezTo>
                <a:lnTo>
                  <a:pt x="2876741" y="5011388"/>
                </a:lnTo>
                <a:cubicBezTo>
                  <a:pt x="2876741" y="5015960"/>
                  <a:pt x="2880455" y="5019770"/>
                  <a:pt x="2885123" y="5019770"/>
                </a:cubicBezTo>
                <a:lnTo>
                  <a:pt x="2922365" y="5019770"/>
                </a:lnTo>
                <a:cubicBezTo>
                  <a:pt x="2926937" y="5019770"/>
                  <a:pt x="2930747" y="5016056"/>
                  <a:pt x="2930747" y="5011388"/>
                </a:cubicBezTo>
                <a:lnTo>
                  <a:pt x="2930747" y="5001197"/>
                </a:lnTo>
                <a:cubicBezTo>
                  <a:pt x="2930747" y="4996625"/>
                  <a:pt x="2927033" y="4992815"/>
                  <a:pt x="2922365" y="4992815"/>
                </a:cubicBezTo>
                <a:close/>
                <a:moveTo>
                  <a:pt x="2891600" y="5014437"/>
                </a:moveTo>
                <a:lnTo>
                  <a:pt x="2885123" y="5014437"/>
                </a:lnTo>
                <a:cubicBezTo>
                  <a:pt x="2883408" y="5014437"/>
                  <a:pt x="2881979" y="5013008"/>
                  <a:pt x="2881979" y="5011293"/>
                </a:cubicBezTo>
                <a:lnTo>
                  <a:pt x="2881979" y="5001101"/>
                </a:lnTo>
                <a:cubicBezTo>
                  <a:pt x="2881979" y="4999387"/>
                  <a:pt x="2883408" y="4997958"/>
                  <a:pt x="2885123" y="4997958"/>
                </a:cubicBezTo>
                <a:lnTo>
                  <a:pt x="2891600" y="4997958"/>
                </a:lnTo>
                <a:lnTo>
                  <a:pt x="2891600" y="5014437"/>
                </a:lnTo>
                <a:close/>
                <a:moveTo>
                  <a:pt x="2925509" y="5011293"/>
                </a:moveTo>
                <a:cubicBezTo>
                  <a:pt x="2925509" y="5013008"/>
                  <a:pt x="2924080" y="5014437"/>
                  <a:pt x="2922365" y="5014437"/>
                </a:cubicBezTo>
                <a:lnTo>
                  <a:pt x="2913888" y="5014437"/>
                </a:lnTo>
                <a:lnTo>
                  <a:pt x="2913888" y="4997958"/>
                </a:lnTo>
                <a:lnTo>
                  <a:pt x="2922365" y="4997958"/>
                </a:lnTo>
                <a:cubicBezTo>
                  <a:pt x="2924080" y="4997958"/>
                  <a:pt x="2925509" y="4999387"/>
                  <a:pt x="2925509" y="5001101"/>
                </a:cubicBezTo>
                <a:lnTo>
                  <a:pt x="2925509" y="5011293"/>
                </a:lnTo>
                <a:close/>
                <a:moveTo>
                  <a:pt x="100298" y="3689413"/>
                </a:moveTo>
                <a:cubicBezTo>
                  <a:pt x="100298" y="3685509"/>
                  <a:pt x="103442" y="3682365"/>
                  <a:pt x="107347" y="3682365"/>
                </a:cubicBezTo>
                <a:cubicBezTo>
                  <a:pt x="111252" y="3682365"/>
                  <a:pt x="114395" y="3685509"/>
                  <a:pt x="114395" y="3689413"/>
                </a:cubicBezTo>
                <a:cubicBezTo>
                  <a:pt x="114395" y="3693319"/>
                  <a:pt x="111252" y="3696462"/>
                  <a:pt x="107347" y="3696462"/>
                </a:cubicBezTo>
                <a:cubicBezTo>
                  <a:pt x="103442" y="3696462"/>
                  <a:pt x="100298" y="3693319"/>
                  <a:pt x="100298" y="3689413"/>
                </a:cubicBezTo>
                <a:close/>
                <a:moveTo>
                  <a:pt x="2930747" y="4961287"/>
                </a:moveTo>
                <a:cubicBezTo>
                  <a:pt x="2930747" y="4956715"/>
                  <a:pt x="2927033" y="4952905"/>
                  <a:pt x="2922365" y="4952905"/>
                </a:cubicBezTo>
                <a:lnTo>
                  <a:pt x="2885123" y="4952905"/>
                </a:lnTo>
                <a:cubicBezTo>
                  <a:pt x="2880551" y="4952905"/>
                  <a:pt x="2876741" y="4956620"/>
                  <a:pt x="2876741" y="4961287"/>
                </a:cubicBezTo>
                <a:lnTo>
                  <a:pt x="2876741" y="4971479"/>
                </a:lnTo>
                <a:cubicBezTo>
                  <a:pt x="2876741" y="4976050"/>
                  <a:pt x="2880455" y="4979861"/>
                  <a:pt x="2885123" y="4979861"/>
                </a:cubicBezTo>
                <a:lnTo>
                  <a:pt x="2922365" y="4979861"/>
                </a:lnTo>
                <a:cubicBezTo>
                  <a:pt x="2926937" y="4979861"/>
                  <a:pt x="2930747" y="4976146"/>
                  <a:pt x="2930747" y="4971479"/>
                </a:cubicBezTo>
                <a:lnTo>
                  <a:pt x="2930747" y="4961287"/>
                </a:lnTo>
                <a:close/>
                <a:moveTo>
                  <a:pt x="2891600" y="4974622"/>
                </a:moveTo>
                <a:lnTo>
                  <a:pt x="2885123" y="4974622"/>
                </a:lnTo>
                <a:cubicBezTo>
                  <a:pt x="2883408" y="4974622"/>
                  <a:pt x="2881979" y="4973193"/>
                  <a:pt x="2881979" y="4971479"/>
                </a:cubicBezTo>
                <a:lnTo>
                  <a:pt x="2881979" y="4961287"/>
                </a:lnTo>
                <a:cubicBezTo>
                  <a:pt x="2881979" y="4959572"/>
                  <a:pt x="2883408" y="4958144"/>
                  <a:pt x="2885123" y="4958144"/>
                </a:cubicBezTo>
                <a:lnTo>
                  <a:pt x="2891600" y="4958144"/>
                </a:lnTo>
                <a:lnTo>
                  <a:pt x="2891600" y="4974622"/>
                </a:lnTo>
                <a:close/>
                <a:moveTo>
                  <a:pt x="2925509" y="4971479"/>
                </a:moveTo>
                <a:cubicBezTo>
                  <a:pt x="2925509" y="4973193"/>
                  <a:pt x="2924080" y="4974622"/>
                  <a:pt x="2922365" y="4974622"/>
                </a:cubicBezTo>
                <a:lnTo>
                  <a:pt x="2913888" y="4974622"/>
                </a:lnTo>
                <a:lnTo>
                  <a:pt x="2913888" y="4958144"/>
                </a:lnTo>
                <a:lnTo>
                  <a:pt x="2922365" y="4958144"/>
                </a:lnTo>
                <a:cubicBezTo>
                  <a:pt x="2924080" y="4958144"/>
                  <a:pt x="2925509" y="4959572"/>
                  <a:pt x="2925509" y="4961287"/>
                </a:cubicBezTo>
                <a:lnTo>
                  <a:pt x="2925509" y="4971479"/>
                </a:lnTo>
                <a:close/>
                <a:moveTo>
                  <a:pt x="471202" y="2176272"/>
                </a:moveTo>
                <a:lnTo>
                  <a:pt x="464344" y="2183321"/>
                </a:lnTo>
                <a:lnTo>
                  <a:pt x="460915" y="2179987"/>
                </a:lnTo>
                <a:lnTo>
                  <a:pt x="467773" y="2172938"/>
                </a:lnTo>
                <a:lnTo>
                  <a:pt x="471202" y="2176272"/>
                </a:lnTo>
                <a:close/>
                <a:moveTo>
                  <a:pt x="49149" y="66866"/>
                </a:moveTo>
                <a:cubicBezTo>
                  <a:pt x="44291" y="66866"/>
                  <a:pt x="40291" y="70295"/>
                  <a:pt x="39243" y="74867"/>
                </a:cubicBezTo>
                <a:lnTo>
                  <a:pt x="95" y="74867"/>
                </a:lnTo>
                <a:lnTo>
                  <a:pt x="95" y="80486"/>
                </a:lnTo>
                <a:lnTo>
                  <a:pt x="1048" y="79629"/>
                </a:lnTo>
                <a:lnTo>
                  <a:pt x="39243" y="79629"/>
                </a:lnTo>
                <a:cubicBezTo>
                  <a:pt x="40386" y="84201"/>
                  <a:pt x="44291" y="87630"/>
                  <a:pt x="49149" y="87630"/>
                </a:cubicBezTo>
                <a:cubicBezTo>
                  <a:pt x="54864" y="87630"/>
                  <a:pt x="59531" y="82963"/>
                  <a:pt x="59531" y="77248"/>
                </a:cubicBezTo>
                <a:cubicBezTo>
                  <a:pt x="59531" y="71533"/>
                  <a:pt x="54864" y="66866"/>
                  <a:pt x="49149" y="66866"/>
                </a:cubicBezTo>
                <a:close/>
                <a:moveTo>
                  <a:pt x="49149" y="82963"/>
                </a:moveTo>
                <a:cubicBezTo>
                  <a:pt x="46006" y="82963"/>
                  <a:pt x="43529" y="80391"/>
                  <a:pt x="43529" y="77343"/>
                </a:cubicBezTo>
                <a:cubicBezTo>
                  <a:pt x="43529" y="74295"/>
                  <a:pt x="46101" y="71723"/>
                  <a:pt x="49149" y="71723"/>
                </a:cubicBezTo>
                <a:cubicBezTo>
                  <a:pt x="52197" y="71723"/>
                  <a:pt x="54769" y="74295"/>
                  <a:pt x="54769" y="77343"/>
                </a:cubicBezTo>
                <a:cubicBezTo>
                  <a:pt x="54769" y="80391"/>
                  <a:pt x="52197" y="82963"/>
                  <a:pt x="49149" y="82963"/>
                </a:cubicBezTo>
                <a:close/>
                <a:moveTo>
                  <a:pt x="648938" y="2160556"/>
                </a:moveTo>
                <a:lnTo>
                  <a:pt x="656273" y="2167604"/>
                </a:lnTo>
                <a:lnTo>
                  <a:pt x="651320" y="2172748"/>
                </a:lnTo>
                <a:lnTo>
                  <a:pt x="647033" y="2168652"/>
                </a:lnTo>
                <a:lnTo>
                  <a:pt x="643890" y="2171891"/>
                </a:lnTo>
                <a:lnTo>
                  <a:pt x="640461" y="2168557"/>
                </a:lnTo>
                <a:lnTo>
                  <a:pt x="643795" y="2165128"/>
                </a:lnTo>
                <a:lnTo>
                  <a:pt x="644176" y="2165509"/>
                </a:lnTo>
                <a:lnTo>
                  <a:pt x="648938" y="2160556"/>
                </a:lnTo>
                <a:close/>
                <a:moveTo>
                  <a:pt x="1304830" y="4186333"/>
                </a:moveTo>
                <a:cubicBezTo>
                  <a:pt x="1308068" y="4190429"/>
                  <a:pt x="1313974" y="4191191"/>
                  <a:pt x="1318070" y="4187952"/>
                </a:cubicBezTo>
                <a:cubicBezTo>
                  <a:pt x="1322165" y="4184713"/>
                  <a:pt x="1322927" y="4178808"/>
                  <a:pt x="1319689" y="4174712"/>
                </a:cubicBezTo>
                <a:cubicBezTo>
                  <a:pt x="1317117" y="4171379"/>
                  <a:pt x="1312736" y="4170426"/>
                  <a:pt x="1309021" y="4171760"/>
                </a:cubicBezTo>
                <a:lnTo>
                  <a:pt x="1266444" y="4124992"/>
                </a:lnTo>
                <a:lnTo>
                  <a:pt x="1156621" y="4124992"/>
                </a:lnTo>
                <a:lnTo>
                  <a:pt x="1128903" y="4100513"/>
                </a:lnTo>
                <a:cubicBezTo>
                  <a:pt x="1129951" y="4099370"/>
                  <a:pt x="1130903" y="4098131"/>
                  <a:pt x="1131475" y="4096607"/>
                </a:cubicBezTo>
                <a:cubicBezTo>
                  <a:pt x="1134618" y="4089178"/>
                  <a:pt x="1131094" y="4080701"/>
                  <a:pt x="1123664" y="4077557"/>
                </a:cubicBezTo>
                <a:cubicBezTo>
                  <a:pt x="1122617" y="4077081"/>
                  <a:pt x="1121474" y="4076795"/>
                  <a:pt x="1120426" y="4076700"/>
                </a:cubicBezTo>
                <a:lnTo>
                  <a:pt x="1120426" y="3994499"/>
                </a:lnTo>
                <a:lnTo>
                  <a:pt x="1145286" y="3968687"/>
                </a:lnTo>
                <a:lnTo>
                  <a:pt x="1145286" y="3830098"/>
                </a:lnTo>
                <a:lnTo>
                  <a:pt x="1146905" y="3830098"/>
                </a:lnTo>
                <a:cubicBezTo>
                  <a:pt x="1148239" y="3830098"/>
                  <a:pt x="1149287" y="3829050"/>
                  <a:pt x="1149287" y="3827717"/>
                </a:cubicBezTo>
                <a:lnTo>
                  <a:pt x="1149287" y="3809524"/>
                </a:lnTo>
                <a:cubicBezTo>
                  <a:pt x="1149287" y="3808190"/>
                  <a:pt x="1148239" y="3807143"/>
                  <a:pt x="1146905" y="3807143"/>
                </a:cubicBezTo>
                <a:lnTo>
                  <a:pt x="1138904" y="3807143"/>
                </a:lnTo>
                <a:cubicBezTo>
                  <a:pt x="1137571" y="3807143"/>
                  <a:pt x="1136523" y="3808190"/>
                  <a:pt x="1136523" y="3809524"/>
                </a:cubicBezTo>
                <a:lnTo>
                  <a:pt x="1136523" y="3827717"/>
                </a:lnTo>
                <a:cubicBezTo>
                  <a:pt x="1136523" y="3829050"/>
                  <a:pt x="1137571" y="3830098"/>
                  <a:pt x="1138904" y="3830098"/>
                </a:cubicBezTo>
                <a:lnTo>
                  <a:pt x="1140524" y="3830098"/>
                </a:lnTo>
                <a:lnTo>
                  <a:pt x="1140524" y="3966782"/>
                </a:lnTo>
                <a:lnTo>
                  <a:pt x="1115663" y="3992594"/>
                </a:lnTo>
                <a:lnTo>
                  <a:pt x="1115663" y="4076700"/>
                </a:lnTo>
                <a:cubicBezTo>
                  <a:pt x="1114616" y="4076891"/>
                  <a:pt x="1113568" y="4077176"/>
                  <a:pt x="1112520" y="4077557"/>
                </a:cubicBezTo>
                <a:cubicBezTo>
                  <a:pt x="1108901" y="4078986"/>
                  <a:pt x="1106138" y="4081844"/>
                  <a:pt x="1104614" y="4085368"/>
                </a:cubicBezTo>
                <a:cubicBezTo>
                  <a:pt x="1103090" y="4088987"/>
                  <a:pt x="1103090" y="4092893"/>
                  <a:pt x="1104614" y="4096512"/>
                </a:cubicBezTo>
                <a:cubicBezTo>
                  <a:pt x="1106043" y="4100132"/>
                  <a:pt x="1108901" y="4102894"/>
                  <a:pt x="1112425" y="4104418"/>
                </a:cubicBezTo>
                <a:cubicBezTo>
                  <a:pt x="1114235" y="4105180"/>
                  <a:pt x="1116140" y="4105561"/>
                  <a:pt x="1118045" y="4105561"/>
                </a:cubicBezTo>
                <a:cubicBezTo>
                  <a:pt x="1119950" y="4105561"/>
                  <a:pt x="1121759" y="4105180"/>
                  <a:pt x="1123569" y="4104513"/>
                </a:cubicBezTo>
                <a:cubicBezTo>
                  <a:pt x="1124141" y="4104323"/>
                  <a:pt x="1124522" y="4103846"/>
                  <a:pt x="1125093" y="4103561"/>
                </a:cubicBezTo>
                <a:lnTo>
                  <a:pt x="1154811" y="4129850"/>
                </a:lnTo>
                <a:lnTo>
                  <a:pt x="1264349" y="4129850"/>
                </a:lnTo>
                <a:lnTo>
                  <a:pt x="1305116" y="4174617"/>
                </a:lnTo>
                <a:cubicBezTo>
                  <a:pt x="1302353" y="4177951"/>
                  <a:pt x="1301972" y="4182809"/>
                  <a:pt x="1304830" y="4186428"/>
                </a:cubicBezTo>
                <a:close/>
                <a:moveTo>
                  <a:pt x="1141381" y="3811715"/>
                </a:moveTo>
                <a:lnTo>
                  <a:pt x="1144619" y="3811715"/>
                </a:lnTo>
                <a:lnTo>
                  <a:pt x="1144619" y="3825145"/>
                </a:lnTo>
                <a:lnTo>
                  <a:pt x="1141381" y="3825145"/>
                </a:lnTo>
                <a:lnTo>
                  <a:pt x="1141381" y="3811715"/>
                </a:lnTo>
                <a:close/>
                <a:moveTo>
                  <a:pt x="1127093" y="4094798"/>
                </a:moveTo>
                <a:cubicBezTo>
                  <a:pt x="1126046" y="4097179"/>
                  <a:pt x="1124236" y="4099084"/>
                  <a:pt x="1121759" y="4100036"/>
                </a:cubicBezTo>
                <a:cubicBezTo>
                  <a:pt x="1119378" y="4101084"/>
                  <a:pt x="1116711" y="4100989"/>
                  <a:pt x="1114235" y="4100036"/>
                </a:cubicBezTo>
                <a:cubicBezTo>
                  <a:pt x="1111853" y="4098988"/>
                  <a:pt x="1109948" y="4097179"/>
                  <a:pt x="1108996" y="4094702"/>
                </a:cubicBezTo>
                <a:cubicBezTo>
                  <a:pt x="1108043" y="4092321"/>
                  <a:pt x="1108043" y="4089654"/>
                  <a:pt x="1108996" y="4087178"/>
                </a:cubicBezTo>
                <a:cubicBezTo>
                  <a:pt x="1110615" y="4083463"/>
                  <a:pt x="1114235" y="4081177"/>
                  <a:pt x="1118045" y="4081177"/>
                </a:cubicBezTo>
                <a:cubicBezTo>
                  <a:pt x="1119283" y="4081177"/>
                  <a:pt x="1120616" y="4081463"/>
                  <a:pt x="1121855" y="4081939"/>
                </a:cubicBezTo>
                <a:cubicBezTo>
                  <a:pt x="1126808" y="4084034"/>
                  <a:pt x="1129189" y="4089749"/>
                  <a:pt x="1127093" y="4094702"/>
                </a:cubicBezTo>
                <a:close/>
                <a:moveTo>
                  <a:pt x="923258" y="2305526"/>
                </a:moveTo>
                <a:cubicBezTo>
                  <a:pt x="924211" y="2306669"/>
                  <a:pt x="924116" y="2308384"/>
                  <a:pt x="922973" y="2309336"/>
                </a:cubicBezTo>
                <a:lnTo>
                  <a:pt x="921734" y="2310384"/>
                </a:lnTo>
                <a:lnTo>
                  <a:pt x="922115" y="2310860"/>
                </a:lnTo>
                <a:lnTo>
                  <a:pt x="916877" y="2315718"/>
                </a:lnTo>
                <a:lnTo>
                  <a:pt x="916305" y="2315147"/>
                </a:lnTo>
                <a:lnTo>
                  <a:pt x="913162" y="2317909"/>
                </a:lnTo>
                <a:cubicBezTo>
                  <a:pt x="912019" y="2318861"/>
                  <a:pt x="910304" y="2318766"/>
                  <a:pt x="909352" y="2317623"/>
                </a:cubicBezTo>
                <a:lnTo>
                  <a:pt x="900875" y="2307908"/>
                </a:lnTo>
                <a:cubicBezTo>
                  <a:pt x="899922" y="2306765"/>
                  <a:pt x="900017" y="2305050"/>
                  <a:pt x="901160" y="2304098"/>
                </a:cubicBezTo>
                <a:lnTo>
                  <a:pt x="910876" y="2295620"/>
                </a:lnTo>
                <a:cubicBezTo>
                  <a:pt x="912019" y="2294668"/>
                  <a:pt x="913733" y="2294763"/>
                  <a:pt x="914686" y="2295906"/>
                </a:cubicBezTo>
                <a:lnTo>
                  <a:pt x="923163" y="2305622"/>
                </a:lnTo>
                <a:close/>
                <a:moveTo>
                  <a:pt x="679037" y="249841"/>
                </a:moveTo>
                <a:lnTo>
                  <a:pt x="718757" y="295085"/>
                </a:lnTo>
                <a:cubicBezTo>
                  <a:pt x="716090" y="299276"/>
                  <a:pt x="716375" y="304895"/>
                  <a:pt x="719995" y="308610"/>
                </a:cubicBezTo>
                <a:cubicBezTo>
                  <a:pt x="722090" y="310706"/>
                  <a:pt x="724948" y="311849"/>
                  <a:pt x="727710" y="311849"/>
                </a:cubicBezTo>
                <a:cubicBezTo>
                  <a:pt x="730472" y="311849"/>
                  <a:pt x="733330" y="310801"/>
                  <a:pt x="735425" y="308610"/>
                </a:cubicBezTo>
                <a:cubicBezTo>
                  <a:pt x="739712" y="304324"/>
                  <a:pt x="739712" y="297371"/>
                  <a:pt x="735425" y="293180"/>
                </a:cubicBezTo>
                <a:cubicBezTo>
                  <a:pt x="731806" y="289560"/>
                  <a:pt x="726281" y="289179"/>
                  <a:pt x="722090" y="291751"/>
                </a:cubicBezTo>
                <a:lnTo>
                  <a:pt x="683704" y="248031"/>
                </a:lnTo>
                <a:lnTo>
                  <a:pt x="683704" y="95"/>
                </a:lnTo>
                <a:lnTo>
                  <a:pt x="678942" y="95"/>
                </a:lnTo>
                <a:lnTo>
                  <a:pt x="678942" y="249841"/>
                </a:lnTo>
                <a:close/>
                <a:moveTo>
                  <a:pt x="723424" y="296609"/>
                </a:moveTo>
                <a:cubicBezTo>
                  <a:pt x="724662" y="295370"/>
                  <a:pt x="726186" y="294799"/>
                  <a:pt x="727805" y="294799"/>
                </a:cubicBezTo>
                <a:cubicBezTo>
                  <a:pt x="729425" y="294799"/>
                  <a:pt x="730949" y="295370"/>
                  <a:pt x="732187" y="296609"/>
                </a:cubicBezTo>
                <a:cubicBezTo>
                  <a:pt x="734568" y="298990"/>
                  <a:pt x="734568" y="302895"/>
                  <a:pt x="732187" y="305372"/>
                </a:cubicBezTo>
                <a:cubicBezTo>
                  <a:pt x="729806" y="307753"/>
                  <a:pt x="725900" y="307753"/>
                  <a:pt x="723424" y="305372"/>
                </a:cubicBezTo>
                <a:cubicBezTo>
                  <a:pt x="721043" y="302990"/>
                  <a:pt x="721043" y="299085"/>
                  <a:pt x="723424" y="296609"/>
                </a:cubicBezTo>
                <a:close/>
                <a:moveTo>
                  <a:pt x="1250728" y="4190429"/>
                </a:moveTo>
                <a:cubicBezTo>
                  <a:pt x="1253966" y="4194524"/>
                  <a:pt x="1259872" y="4195287"/>
                  <a:pt x="1263968" y="4192048"/>
                </a:cubicBezTo>
                <a:cubicBezTo>
                  <a:pt x="1268063" y="4188809"/>
                  <a:pt x="1268825" y="4182904"/>
                  <a:pt x="1265587" y="4178808"/>
                </a:cubicBezTo>
                <a:cubicBezTo>
                  <a:pt x="1263110" y="4175570"/>
                  <a:pt x="1258919" y="4174522"/>
                  <a:pt x="1255300" y="4175665"/>
                </a:cubicBezTo>
                <a:lnTo>
                  <a:pt x="1244346" y="4164140"/>
                </a:lnTo>
                <a:lnTo>
                  <a:pt x="1104805" y="4164140"/>
                </a:lnTo>
                <a:lnTo>
                  <a:pt x="1080135" y="4142709"/>
                </a:lnTo>
                <a:cubicBezTo>
                  <a:pt x="1081088" y="4141565"/>
                  <a:pt x="1082040" y="4140422"/>
                  <a:pt x="1082612" y="4138994"/>
                </a:cubicBezTo>
                <a:cubicBezTo>
                  <a:pt x="1085755" y="4131564"/>
                  <a:pt x="1082231" y="4123087"/>
                  <a:pt x="1074801" y="4119944"/>
                </a:cubicBezTo>
                <a:cubicBezTo>
                  <a:pt x="1073753" y="4119467"/>
                  <a:pt x="1072610" y="4119182"/>
                  <a:pt x="1071563" y="4118991"/>
                </a:cubicBezTo>
                <a:lnTo>
                  <a:pt x="1071563" y="3989927"/>
                </a:lnTo>
                <a:lnTo>
                  <a:pt x="1092994" y="3966020"/>
                </a:lnTo>
                <a:lnTo>
                  <a:pt x="1092994" y="3830574"/>
                </a:lnTo>
                <a:lnTo>
                  <a:pt x="1094613" y="3830574"/>
                </a:lnTo>
                <a:cubicBezTo>
                  <a:pt x="1095947" y="3830574"/>
                  <a:pt x="1096994" y="3829526"/>
                  <a:pt x="1096994" y="3828193"/>
                </a:cubicBezTo>
                <a:lnTo>
                  <a:pt x="1096994" y="3809905"/>
                </a:lnTo>
                <a:cubicBezTo>
                  <a:pt x="1096994" y="3808571"/>
                  <a:pt x="1095947" y="3807524"/>
                  <a:pt x="1094613" y="3807524"/>
                </a:cubicBezTo>
                <a:lnTo>
                  <a:pt x="1086612" y="3807524"/>
                </a:lnTo>
                <a:cubicBezTo>
                  <a:pt x="1085279" y="3807524"/>
                  <a:pt x="1084231" y="3808571"/>
                  <a:pt x="1084231" y="3809905"/>
                </a:cubicBezTo>
                <a:lnTo>
                  <a:pt x="1084231" y="3828193"/>
                </a:lnTo>
                <a:cubicBezTo>
                  <a:pt x="1084231" y="3829526"/>
                  <a:pt x="1085279" y="3830574"/>
                  <a:pt x="1086612" y="3830574"/>
                </a:cubicBezTo>
                <a:lnTo>
                  <a:pt x="1088231" y="3830574"/>
                </a:lnTo>
                <a:lnTo>
                  <a:pt x="1088231" y="3964210"/>
                </a:lnTo>
                <a:lnTo>
                  <a:pt x="1066800" y="3988118"/>
                </a:lnTo>
                <a:lnTo>
                  <a:pt x="1066800" y="4119086"/>
                </a:lnTo>
                <a:cubicBezTo>
                  <a:pt x="1062038" y="4119848"/>
                  <a:pt x="1057751" y="4122992"/>
                  <a:pt x="1055751" y="4127754"/>
                </a:cubicBezTo>
                <a:cubicBezTo>
                  <a:pt x="1052608" y="4135184"/>
                  <a:pt x="1056132" y="4143661"/>
                  <a:pt x="1063562" y="4146804"/>
                </a:cubicBezTo>
                <a:cubicBezTo>
                  <a:pt x="1065371" y="4147566"/>
                  <a:pt x="1067276" y="4147947"/>
                  <a:pt x="1069181" y="4147947"/>
                </a:cubicBezTo>
                <a:cubicBezTo>
                  <a:pt x="1071086" y="4147947"/>
                  <a:pt x="1072896" y="4147566"/>
                  <a:pt x="1074706" y="4146899"/>
                </a:cubicBezTo>
                <a:cubicBezTo>
                  <a:pt x="1075373" y="4146613"/>
                  <a:pt x="1075754" y="4146137"/>
                  <a:pt x="1076325" y="4145852"/>
                </a:cubicBezTo>
                <a:lnTo>
                  <a:pt x="1102995" y="4168997"/>
                </a:lnTo>
                <a:lnTo>
                  <a:pt x="1242251" y="4168997"/>
                </a:lnTo>
                <a:lnTo>
                  <a:pt x="1251299" y="4178427"/>
                </a:lnTo>
                <a:cubicBezTo>
                  <a:pt x="1248251" y="4181761"/>
                  <a:pt x="1247870" y="4186809"/>
                  <a:pt x="1250728" y="4190524"/>
                </a:cubicBezTo>
                <a:close/>
                <a:moveTo>
                  <a:pt x="1088993" y="3812381"/>
                </a:moveTo>
                <a:lnTo>
                  <a:pt x="1092232" y="3812381"/>
                </a:lnTo>
                <a:lnTo>
                  <a:pt x="1092232" y="3825907"/>
                </a:lnTo>
                <a:lnTo>
                  <a:pt x="1088993" y="3825907"/>
                </a:lnTo>
                <a:lnTo>
                  <a:pt x="1088993" y="3812381"/>
                </a:lnTo>
                <a:close/>
                <a:moveTo>
                  <a:pt x="1078230" y="4137184"/>
                </a:moveTo>
                <a:cubicBezTo>
                  <a:pt x="1076135" y="4142137"/>
                  <a:pt x="1070420" y="4144518"/>
                  <a:pt x="1065371" y="4142423"/>
                </a:cubicBezTo>
                <a:cubicBezTo>
                  <a:pt x="1060418" y="4140327"/>
                  <a:pt x="1058037" y="4134612"/>
                  <a:pt x="1060133" y="4129659"/>
                </a:cubicBezTo>
                <a:cubicBezTo>
                  <a:pt x="1061657" y="4125944"/>
                  <a:pt x="1065371" y="4123659"/>
                  <a:pt x="1069181" y="4123659"/>
                </a:cubicBezTo>
                <a:cubicBezTo>
                  <a:pt x="1070420" y="4123659"/>
                  <a:pt x="1071753" y="4123944"/>
                  <a:pt x="1072991" y="4124420"/>
                </a:cubicBezTo>
                <a:cubicBezTo>
                  <a:pt x="1077944" y="4126516"/>
                  <a:pt x="1080326" y="4132231"/>
                  <a:pt x="1078230" y="4137279"/>
                </a:cubicBezTo>
                <a:close/>
                <a:moveTo>
                  <a:pt x="710089" y="200787"/>
                </a:moveTo>
                <a:lnTo>
                  <a:pt x="714851" y="200787"/>
                </a:lnTo>
                <a:lnTo>
                  <a:pt x="714851" y="218885"/>
                </a:lnTo>
                <a:lnTo>
                  <a:pt x="710089" y="218885"/>
                </a:lnTo>
                <a:lnTo>
                  <a:pt x="710089" y="200787"/>
                </a:lnTo>
                <a:close/>
                <a:moveTo>
                  <a:pt x="648081" y="55245"/>
                </a:moveTo>
                <a:lnTo>
                  <a:pt x="652844" y="55245"/>
                </a:lnTo>
                <a:lnTo>
                  <a:pt x="652844" y="73628"/>
                </a:lnTo>
                <a:lnTo>
                  <a:pt x="648081" y="73628"/>
                </a:lnTo>
                <a:lnTo>
                  <a:pt x="648081" y="55245"/>
                </a:lnTo>
                <a:close/>
                <a:moveTo>
                  <a:pt x="710089" y="95"/>
                </a:moveTo>
                <a:lnTo>
                  <a:pt x="714851" y="95"/>
                </a:lnTo>
                <a:lnTo>
                  <a:pt x="714851" y="1334"/>
                </a:lnTo>
                <a:lnTo>
                  <a:pt x="710089" y="1334"/>
                </a:lnTo>
                <a:lnTo>
                  <a:pt x="710089" y="95"/>
                </a:lnTo>
                <a:close/>
                <a:moveTo>
                  <a:pt x="1451610" y="4529423"/>
                </a:moveTo>
                <a:lnTo>
                  <a:pt x="1451610" y="4414933"/>
                </a:lnTo>
                <a:lnTo>
                  <a:pt x="1456277" y="4414933"/>
                </a:lnTo>
                <a:cubicBezTo>
                  <a:pt x="1462564" y="4414933"/>
                  <a:pt x="1467707" y="4409789"/>
                  <a:pt x="1467707" y="4403408"/>
                </a:cubicBezTo>
                <a:lnTo>
                  <a:pt x="1467707" y="4352068"/>
                </a:lnTo>
                <a:cubicBezTo>
                  <a:pt x="1467707" y="4345781"/>
                  <a:pt x="1462564" y="4340543"/>
                  <a:pt x="1456277" y="4340543"/>
                </a:cubicBezTo>
                <a:lnTo>
                  <a:pt x="1452848" y="4340543"/>
                </a:lnTo>
                <a:lnTo>
                  <a:pt x="1452848" y="4261866"/>
                </a:lnTo>
                <a:cubicBezTo>
                  <a:pt x="1458182" y="4260247"/>
                  <a:pt x="1462088" y="4255580"/>
                  <a:pt x="1462088" y="4249770"/>
                </a:cubicBezTo>
                <a:cubicBezTo>
                  <a:pt x="1462088" y="4243578"/>
                  <a:pt x="1457516" y="4238625"/>
                  <a:pt x="1451705" y="4237482"/>
                </a:cubicBezTo>
                <a:lnTo>
                  <a:pt x="1451705" y="4198144"/>
                </a:lnTo>
                <a:lnTo>
                  <a:pt x="1395413" y="4129088"/>
                </a:lnTo>
                <a:cubicBezTo>
                  <a:pt x="1398365" y="4125754"/>
                  <a:pt x="1398842" y="4120705"/>
                  <a:pt x="1395984" y="4117086"/>
                </a:cubicBezTo>
                <a:cubicBezTo>
                  <a:pt x="1392746" y="4112990"/>
                  <a:pt x="1386840" y="4112228"/>
                  <a:pt x="1382744" y="4115467"/>
                </a:cubicBezTo>
                <a:cubicBezTo>
                  <a:pt x="1378649" y="4118705"/>
                  <a:pt x="1377887" y="4124611"/>
                  <a:pt x="1381125" y="4128707"/>
                </a:cubicBezTo>
                <a:cubicBezTo>
                  <a:pt x="1383697" y="4131945"/>
                  <a:pt x="1387888" y="4132993"/>
                  <a:pt x="1391507" y="4131755"/>
                </a:cubicBezTo>
                <a:lnTo>
                  <a:pt x="1447038" y="4199763"/>
                </a:lnTo>
                <a:lnTo>
                  <a:pt x="1447038" y="4237482"/>
                </a:lnTo>
                <a:cubicBezTo>
                  <a:pt x="1441132" y="4238625"/>
                  <a:pt x="1436656" y="4243578"/>
                  <a:pt x="1436656" y="4249770"/>
                </a:cubicBezTo>
                <a:cubicBezTo>
                  <a:pt x="1436656" y="4255580"/>
                  <a:pt x="1440561" y="4260247"/>
                  <a:pt x="1445895" y="4261866"/>
                </a:cubicBezTo>
                <a:lnTo>
                  <a:pt x="1445895" y="4340543"/>
                </a:lnTo>
                <a:lnTo>
                  <a:pt x="1442466" y="4340543"/>
                </a:lnTo>
                <a:cubicBezTo>
                  <a:pt x="1436180" y="4340543"/>
                  <a:pt x="1431036" y="4345686"/>
                  <a:pt x="1431036" y="4352068"/>
                </a:cubicBezTo>
                <a:lnTo>
                  <a:pt x="1431036" y="4403408"/>
                </a:lnTo>
                <a:cubicBezTo>
                  <a:pt x="1431036" y="4409694"/>
                  <a:pt x="1436180" y="4414933"/>
                  <a:pt x="1442466" y="4414933"/>
                </a:cubicBezTo>
                <a:lnTo>
                  <a:pt x="1444657" y="4414933"/>
                </a:lnTo>
                <a:lnTo>
                  <a:pt x="1444657" y="4527995"/>
                </a:lnTo>
                <a:lnTo>
                  <a:pt x="1379696" y="4599242"/>
                </a:lnTo>
                <a:cubicBezTo>
                  <a:pt x="1377125" y="4597908"/>
                  <a:pt x="1374267" y="4597146"/>
                  <a:pt x="1371219" y="4597146"/>
                </a:cubicBezTo>
                <a:cubicBezTo>
                  <a:pt x="1360932" y="4597146"/>
                  <a:pt x="1352455" y="4605528"/>
                  <a:pt x="1352455" y="4615911"/>
                </a:cubicBezTo>
                <a:cubicBezTo>
                  <a:pt x="1352455" y="4626293"/>
                  <a:pt x="1360837" y="4634675"/>
                  <a:pt x="1371219" y="4634675"/>
                </a:cubicBezTo>
                <a:cubicBezTo>
                  <a:pt x="1381601" y="4634675"/>
                  <a:pt x="1389983" y="4626293"/>
                  <a:pt x="1389983" y="4615911"/>
                </a:cubicBezTo>
                <a:cubicBezTo>
                  <a:pt x="1389983" y="4611243"/>
                  <a:pt x="1388174" y="4606957"/>
                  <a:pt x="1385316" y="4603719"/>
                </a:cubicBezTo>
                <a:lnTo>
                  <a:pt x="1450848" y="4531900"/>
                </a:lnTo>
                <a:cubicBezTo>
                  <a:pt x="1451420" y="4531233"/>
                  <a:pt x="1451801" y="4530376"/>
                  <a:pt x="1451801" y="4529519"/>
                </a:cubicBezTo>
                <a:close/>
                <a:moveTo>
                  <a:pt x="1371028" y="4628103"/>
                </a:moveTo>
                <a:cubicBezTo>
                  <a:pt x="1364266" y="4628103"/>
                  <a:pt x="1358837" y="4622578"/>
                  <a:pt x="1358837" y="4615911"/>
                </a:cubicBezTo>
                <a:cubicBezTo>
                  <a:pt x="1358837" y="4609243"/>
                  <a:pt x="1364361" y="4603719"/>
                  <a:pt x="1371028" y="4603719"/>
                </a:cubicBezTo>
                <a:cubicBezTo>
                  <a:pt x="1377696" y="4603719"/>
                  <a:pt x="1383221" y="4609243"/>
                  <a:pt x="1383221" y="4615911"/>
                </a:cubicBezTo>
                <a:cubicBezTo>
                  <a:pt x="1383221" y="4622578"/>
                  <a:pt x="1377696" y="4628103"/>
                  <a:pt x="1371028" y="4628103"/>
                </a:cubicBezTo>
                <a:close/>
                <a:moveTo>
                  <a:pt x="1441228" y="4249960"/>
                </a:moveTo>
                <a:cubicBezTo>
                  <a:pt x="1441228" y="4245483"/>
                  <a:pt x="1444847" y="4241959"/>
                  <a:pt x="1449229" y="4241959"/>
                </a:cubicBezTo>
                <a:cubicBezTo>
                  <a:pt x="1453610" y="4241959"/>
                  <a:pt x="1457230" y="4245579"/>
                  <a:pt x="1457230" y="4249960"/>
                </a:cubicBezTo>
                <a:cubicBezTo>
                  <a:pt x="1457230" y="4254342"/>
                  <a:pt x="1453610" y="4257961"/>
                  <a:pt x="1449229" y="4257961"/>
                </a:cubicBezTo>
                <a:cubicBezTo>
                  <a:pt x="1444847" y="4257961"/>
                  <a:pt x="1441228" y="4254342"/>
                  <a:pt x="1441228" y="4249960"/>
                </a:cubicBezTo>
                <a:close/>
                <a:moveTo>
                  <a:pt x="1437894" y="4352163"/>
                </a:moveTo>
                <a:cubicBezTo>
                  <a:pt x="1437894" y="4349782"/>
                  <a:pt x="1439799" y="4347782"/>
                  <a:pt x="1442180" y="4347782"/>
                </a:cubicBezTo>
                <a:lnTo>
                  <a:pt x="1456182" y="4347782"/>
                </a:lnTo>
                <a:cubicBezTo>
                  <a:pt x="1458563" y="4347782"/>
                  <a:pt x="1460468" y="4349687"/>
                  <a:pt x="1460468" y="4352163"/>
                </a:cubicBezTo>
                <a:lnTo>
                  <a:pt x="1460468" y="4361117"/>
                </a:lnTo>
                <a:lnTo>
                  <a:pt x="1437799" y="4361117"/>
                </a:lnTo>
                <a:lnTo>
                  <a:pt x="1437799" y="4352163"/>
                </a:lnTo>
                <a:close/>
                <a:moveTo>
                  <a:pt x="1442276" y="4407789"/>
                </a:moveTo>
                <a:cubicBezTo>
                  <a:pt x="1439894" y="4407789"/>
                  <a:pt x="1437989" y="4405884"/>
                  <a:pt x="1437989" y="4403408"/>
                </a:cubicBezTo>
                <a:lnTo>
                  <a:pt x="1437989" y="4391692"/>
                </a:lnTo>
                <a:lnTo>
                  <a:pt x="1460659" y="4391692"/>
                </a:lnTo>
                <a:lnTo>
                  <a:pt x="1460659" y="4403408"/>
                </a:lnTo>
                <a:cubicBezTo>
                  <a:pt x="1460659" y="4405789"/>
                  <a:pt x="1458754" y="4407789"/>
                  <a:pt x="1456373" y="4407789"/>
                </a:cubicBezTo>
                <a:lnTo>
                  <a:pt x="1442371" y="4407789"/>
                </a:lnTo>
                <a:close/>
                <a:moveTo>
                  <a:pt x="1172242" y="4475417"/>
                </a:moveTo>
                <a:lnTo>
                  <a:pt x="1139571" y="4446175"/>
                </a:lnTo>
                <a:lnTo>
                  <a:pt x="1073658" y="4446175"/>
                </a:lnTo>
                <a:cubicBezTo>
                  <a:pt x="1073182" y="4441984"/>
                  <a:pt x="1070610" y="4438174"/>
                  <a:pt x="1066514" y="4436364"/>
                </a:cubicBezTo>
                <a:cubicBezTo>
                  <a:pt x="1060323" y="4433793"/>
                  <a:pt x="1053179" y="4436650"/>
                  <a:pt x="1050608" y="4442841"/>
                </a:cubicBezTo>
                <a:cubicBezTo>
                  <a:pt x="1048036" y="4449032"/>
                  <a:pt x="1050893" y="4456176"/>
                  <a:pt x="1057085" y="4458748"/>
                </a:cubicBezTo>
                <a:cubicBezTo>
                  <a:pt x="1063276" y="4461320"/>
                  <a:pt x="1070420" y="4458462"/>
                  <a:pt x="1072991" y="4452271"/>
                </a:cubicBezTo>
                <a:cubicBezTo>
                  <a:pt x="1073182" y="4451795"/>
                  <a:pt x="1073182" y="4451319"/>
                  <a:pt x="1073277" y="4450842"/>
                </a:cubicBezTo>
                <a:lnTo>
                  <a:pt x="1137761" y="4450842"/>
                </a:lnTo>
                <a:lnTo>
                  <a:pt x="1170432" y="4480084"/>
                </a:lnTo>
                <a:lnTo>
                  <a:pt x="1227106" y="4479703"/>
                </a:lnTo>
                <a:lnTo>
                  <a:pt x="1227868" y="4479703"/>
                </a:lnTo>
                <a:lnTo>
                  <a:pt x="1245584" y="4467035"/>
                </a:lnTo>
                <a:lnTo>
                  <a:pt x="1245584" y="4365879"/>
                </a:lnTo>
                <a:cubicBezTo>
                  <a:pt x="1245584" y="4365879"/>
                  <a:pt x="1267682" y="4346734"/>
                  <a:pt x="1267682" y="4346734"/>
                </a:cubicBezTo>
                <a:lnTo>
                  <a:pt x="1267682" y="4285393"/>
                </a:lnTo>
                <a:cubicBezTo>
                  <a:pt x="1269778" y="4284726"/>
                  <a:pt x="1271683" y="4283774"/>
                  <a:pt x="1273302" y="4282250"/>
                </a:cubicBezTo>
                <a:cubicBezTo>
                  <a:pt x="1276160" y="4279583"/>
                  <a:pt x="1277779" y="4275963"/>
                  <a:pt x="1277969" y="4272153"/>
                </a:cubicBezTo>
                <a:cubicBezTo>
                  <a:pt x="1278065" y="4268248"/>
                  <a:pt x="1276731" y="4264533"/>
                  <a:pt x="1274064" y="4261771"/>
                </a:cubicBezTo>
                <a:cubicBezTo>
                  <a:pt x="1268540" y="4255865"/>
                  <a:pt x="1259396" y="4255580"/>
                  <a:pt x="1253490" y="4261009"/>
                </a:cubicBezTo>
                <a:cubicBezTo>
                  <a:pt x="1247585" y="4266438"/>
                  <a:pt x="1247299" y="4275678"/>
                  <a:pt x="1252728" y="4281583"/>
                </a:cubicBezTo>
                <a:lnTo>
                  <a:pt x="1252728" y="4281583"/>
                </a:lnTo>
                <a:cubicBezTo>
                  <a:pt x="1255395" y="4284440"/>
                  <a:pt x="1259015" y="4286060"/>
                  <a:pt x="1262825" y="4286250"/>
                </a:cubicBezTo>
                <a:cubicBezTo>
                  <a:pt x="1262825" y="4286250"/>
                  <a:pt x="1262825" y="4286250"/>
                  <a:pt x="1262825" y="4286250"/>
                </a:cubicBezTo>
                <a:lnTo>
                  <a:pt x="1262825" y="4344638"/>
                </a:lnTo>
                <a:lnTo>
                  <a:pt x="1240631" y="4363784"/>
                </a:lnTo>
                <a:lnTo>
                  <a:pt x="1240631" y="4464654"/>
                </a:lnTo>
                <a:cubicBezTo>
                  <a:pt x="1240631" y="4464654"/>
                  <a:pt x="1226344" y="4474940"/>
                  <a:pt x="1226344" y="4474940"/>
                </a:cubicBezTo>
                <a:lnTo>
                  <a:pt x="1172337" y="4475226"/>
                </a:lnTo>
                <a:close/>
                <a:moveTo>
                  <a:pt x="1256062" y="4278535"/>
                </a:moveTo>
                <a:cubicBezTo>
                  <a:pt x="1252347" y="4274630"/>
                  <a:pt x="1252633" y="4268343"/>
                  <a:pt x="1256538" y="4264724"/>
                </a:cubicBezTo>
                <a:cubicBezTo>
                  <a:pt x="1260539" y="4261009"/>
                  <a:pt x="1266730" y="4261295"/>
                  <a:pt x="1270349" y="4265200"/>
                </a:cubicBezTo>
                <a:cubicBezTo>
                  <a:pt x="1272159" y="4267105"/>
                  <a:pt x="1273016" y="4269581"/>
                  <a:pt x="1272921" y="4272248"/>
                </a:cubicBezTo>
                <a:cubicBezTo>
                  <a:pt x="1272921" y="4274820"/>
                  <a:pt x="1271683" y="4277297"/>
                  <a:pt x="1269778" y="4279106"/>
                </a:cubicBezTo>
                <a:cubicBezTo>
                  <a:pt x="1267873" y="4280916"/>
                  <a:pt x="1265301" y="4281678"/>
                  <a:pt x="1262729" y="4281773"/>
                </a:cubicBezTo>
                <a:cubicBezTo>
                  <a:pt x="1260157" y="4281773"/>
                  <a:pt x="1257681" y="4280535"/>
                  <a:pt x="1255967" y="4278630"/>
                </a:cubicBezTo>
                <a:close/>
                <a:moveTo>
                  <a:pt x="1500473" y="4541425"/>
                </a:moveTo>
                <a:lnTo>
                  <a:pt x="1500473" y="4415028"/>
                </a:lnTo>
                <a:lnTo>
                  <a:pt x="1503902" y="4415028"/>
                </a:lnTo>
                <a:cubicBezTo>
                  <a:pt x="1510189" y="4415028"/>
                  <a:pt x="1515332" y="4409885"/>
                  <a:pt x="1515332" y="4403503"/>
                </a:cubicBezTo>
                <a:lnTo>
                  <a:pt x="1515332" y="4352163"/>
                </a:lnTo>
                <a:cubicBezTo>
                  <a:pt x="1515332" y="4345877"/>
                  <a:pt x="1510189" y="4340638"/>
                  <a:pt x="1503902" y="4340638"/>
                </a:cubicBezTo>
                <a:lnTo>
                  <a:pt x="1500473" y="4340638"/>
                </a:lnTo>
                <a:lnTo>
                  <a:pt x="1500473" y="4257199"/>
                </a:lnTo>
                <a:cubicBezTo>
                  <a:pt x="1504474" y="4255770"/>
                  <a:pt x="1507331" y="4251960"/>
                  <a:pt x="1507331" y="4247484"/>
                </a:cubicBezTo>
                <a:cubicBezTo>
                  <a:pt x="1507331" y="4242626"/>
                  <a:pt x="1503902" y="4238720"/>
                  <a:pt x="1499426" y="4237578"/>
                </a:cubicBezTo>
                <a:lnTo>
                  <a:pt x="1499902" y="4200430"/>
                </a:lnTo>
                <a:lnTo>
                  <a:pt x="1568387" y="4116800"/>
                </a:lnTo>
                <a:lnTo>
                  <a:pt x="1568958" y="4098131"/>
                </a:lnTo>
                <a:lnTo>
                  <a:pt x="1667351" y="3982022"/>
                </a:lnTo>
                <a:lnTo>
                  <a:pt x="1667923" y="3981355"/>
                </a:lnTo>
                <a:lnTo>
                  <a:pt x="1667923" y="3972116"/>
                </a:lnTo>
                <a:lnTo>
                  <a:pt x="1677448" y="3972116"/>
                </a:lnTo>
                <a:cubicBezTo>
                  <a:pt x="1680401" y="3972116"/>
                  <a:pt x="1682782" y="3969734"/>
                  <a:pt x="1682782" y="3966782"/>
                </a:cubicBezTo>
                <a:lnTo>
                  <a:pt x="1682782" y="3942398"/>
                </a:lnTo>
                <a:cubicBezTo>
                  <a:pt x="1682782" y="3939730"/>
                  <a:pt x="1680591" y="3937540"/>
                  <a:pt x="1677924" y="3937540"/>
                </a:cubicBezTo>
                <a:lnTo>
                  <a:pt x="1653540" y="3937540"/>
                </a:lnTo>
                <a:cubicBezTo>
                  <a:pt x="1650587" y="3937540"/>
                  <a:pt x="1648206" y="3939921"/>
                  <a:pt x="1648206" y="3942874"/>
                </a:cubicBezTo>
                <a:lnTo>
                  <a:pt x="1648206" y="3966782"/>
                </a:lnTo>
                <a:cubicBezTo>
                  <a:pt x="1648206" y="3969734"/>
                  <a:pt x="1650587" y="3972116"/>
                  <a:pt x="1653540" y="3972116"/>
                </a:cubicBezTo>
                <a:lnTo>
                  <a:pt x="1663065" y="3972116"/>
                </a:lnTo>
                <a:lnTo>
                  <a:pt x="1663065" y="3979545"/>
                </a:lnTo>
                <a:cubicBezTo>
                  <a:pt x="1663065" y="3979545"/>
                  <a:pt x="1564672" y="4095655"/>
                  <a:pt x="1564672" y="4095655"/>
                </a:cubicBezTo>
                <a:lnTo>
                  <a:pt x="1564100" y="4096322"/>
                </a:lnTo>
                <a:lnTo>
                  <a:pt x="1563529" y="4114991"/>
                </a:lnTo>
                <a:lnTo>
                  <a:pt x="1495520" y="4198049"/>
                </a:lnTo>
                <a:lnTo>
                  <a:pt x="1494949" y="4198715"/>
                </a:lnTo>
                <a:lnTo>
                  <a:pt x="1494473" y="4237482"/>
                </a:lnTo>
                <a:cubicBezTo>
                  <a:pt x="1489805" y="4238530"/>
                  <a:pt x="1486281" y="4242530"/>
                  <a:pt x="1486281" y="4247484"/>
                </a:cubicBezTo>
                <a:cubicBezTo>
                  <a:pt x="1486281" y="4251960"/>
                  <a:pt x="1489139" y="4255675"/>
                  <a:pt x="1493139" y="4257199"/>
                </a:cubicBezTo>
                <a:lnTo>
                  <a:pt x="1493139" y="4340638"/>
                </a:lnTo>
                <a:lnTo>
                  <a:pt x="1489710" y="4340638"/>
                </a:lnTo>
                <a:cubicBezTo>
                  <a:pt x="1483424" y="4340638"/>
                  <a:pt x="1478185" y="4345781"/>
                  <a:pt x="1478185" y="4352163"/>
                </a:cubicBezTo>
                <a:lnTo>
                  <a:pt x="1478185" y="4403503"/>
                </a:lnTo>
                <a:cubicBezTo>
                  <a:pt x="1478185" y="4409789"/>
                  <a:pt x="1483328" y="4415028"/>
                  <a:pt x="1489710" y="4415028"/>
                </a:cubicBezTo>
                <a:lnTo>
                  <a:pt x="1493139" y="4415028"/>
                </a:lnTo>
                <a:lnTo>
                  <a:pt x="1493139" y="4540092"/>
                </a:lnTo>
                <a:lnTo>
                  <a:pt x="1439418" y="4600194"/>
                </a:lnTo>
                <a:cubicBezTo>
                  <a:pt x="1437323" y="4599337"/>
                  <a:pt x="1435037" y="4598861"/>
                  <a:pt x="1432655" y="4598861"/>
                </a:cubicBezTo>
                <a:cubicBezTo>
                  <a:pt x="1422368" y="4598861"/>
                  <a:pt x="1414082" y="4607147"/>
                  <a:pt x="1414082" y="4617244"/>
                </a:cubicBezTo>
                <a:cubicBezTo>
                  <a:pt x="1414082" y="4628388"/>
                  <a:pt x="1421416" y="4635627"/>
                  <a:pt x="1432655" y="4635627"/>
                </a:cubicBezTo>
                <a:cubicBezTo>
                  <a:pt x="1442942" y="4635627"/>
                  <a:pt x="1451229" y="4627340"/>
                  <a:pt x="1451229" y="4617244"/>
                </a:cubicBezTo>
                <a:cubicBezTo>
                  <a:pt x="1451229" y="4612101"/>
                  <a:pt x="1449038" y="4607338"/>
                  <a:pt x="1445514" y="4604004"/>
                </a:cubicBezTo>
                <a:lnTo>
                  <a:pt x="1499235" y="4543806"/>
                </a:lnTo>
                <a:cubicBezTo>
                  <a:pt x="1499807" y="4543139"/>
                  <a:pt x="1500188" y="4542282"/>
                  <a:pt x="1500188" y="4541425"/>
                </a:cubicBezTo>
                <a:close/>
                <a:moveTo>
                  <a:pt x="1653635" y="3967353"/>
                </a:moveTo>
                <a:cubicBezTo>
                  <a:pt x="1653635" y="3967353"/>
                  <a:pt x="1653159" y="3967163"/>
                  <a:pt x="1653159" y="3966877"/>
                </a:cubicBezTo>
                <a:lnTo>
                  <a:pt x="1653159" y="3942969"/>
                </a:lnTo>
                <a:cubicBezTo>
                  <a:pt x="1653159" y="3942969"/>
                  <a:pt x="1653350" y="3942493"/>
                  <a:pt x="1653635" y="3942493"/>
                </a:cubicBezTo>
                <a:lnTo>
                  <a:pt x="1678019" y="3942493"/>
                </a:lnTo>
                <a:cubicBezTo>
                  <a:pt x="1678019" y="3942493"/>
                  <a:pt x="1678019" y="3966877"/>
                  <a:pt x="1678019" y="3966877"/>
                </a:cubicBezTo>
                <a:cubicBezTo>
                  <a:pt x="1678019" y="3967163"/>
                  <a:pt x="1677829" y="3967353"/>
                  <a:pt x="1677543" y="3967353"/>
                </a:cubicBezTo>
                <a:lnTo>
                  <a:pt x="1653635" y="3967353"/>
                </a:lnTo>
                <a:close/>
                <a:moveTo>
                  <a:pt x="1432941" y="4629245"/>
                </a:moveTo>
                <a:cubicBezTo>
                  <a:pt x="1425226" y="4629245"/>
                  <a:pt x="1420844" y="4624864"/>
                  <a:pt x="1420844" y="4617244"/>
                </a:cubicBezTo>
                <a:cubicBezTo>
                  <a:pt x="1420844" y="4610672"/>
                  <a:pt x="1426274" y="4605243"/>
                  <a:pt x="1432941" y="4605243"/>
                </a:cubicBezTo>
                <a:cubicBezTo>
                  <a:pt x="1439609" y="4605243"/>
                  <a:pt x="1445038" y="4610577"/>
                  <a:pt x="1445038" y="4617244"/>
                </a:cubicBezTo>
                <a:cubicBezTo>
                  <a:pt x="1445038" y="4623912"/>
                  <a:pt x="1439609" y="4629245"/>
                  <a:pt x="1432941" y="4629245"/>
                </a:cubicBezTo>
                <a:close/>
                <a:moveTo>
                  <a:pt x="1485614" y="4352163"/>
                </a:moveTo>
                <a:cubicBezTo>
                  <a:pt x="1485614" y="4349782"/>
                  <a:pt x="1487519" y="4347782"/>
                  <a:pt x="1489996" y="4347782"/>
                </a:cubicBezTo>
                <a:lnTo>
                  <a:pt x="1503998" y="4347782"/>
                </a:lnTo>
                <a:cubicBezTo>
                  <a:pt x="1506379" y="4347782"/>
                  <a:pt x="1508284" y="4349687"/>
                  <a:pt x="1508284" y="4352163"/>
                </a:cubicBezTo>
                <a:lnTo>
                  <a:pt x="1508284" y="4361117"/>
                </a:lnTo>
                <a:lnTo>
                  <a:pt x="1485614" y="4361117"/>
                </a:lnTo>
                <a:lnTo>
                  <a:pt x="1485614" y="4352163"/>
                </a:lnTo>
                <a:close/>
                <a:moveTo>
                  <a:pt x="1489996" y="4407789"/>
                </a:moveTo>
                <a:cubicBezTo>
                  <a:pt x="1487615" y="4407789"/>
                  <a:pt x="1485614" y="4405884"/>
                  <a:pt x="1485614" y="4403408"/>
                </a:cubicBezTo>
                <a:lnTo>
                  <a:pt x="1485614" y="4391692"/>
                </a:lnTo>
                <a:lnTo>
                  <a:pt x="1508284" y="4391692"/>
                </a:lnTo>
                <a:lnTo>
                  <a:pt x="1508284" y="4403408"/>
                </a:lnTo>
                <a:cubicBezTo>
                  <a:pt x="1508284" y="4405789"/>
                  <a:pt x="1506379" y="4407789"/>
                  <a:pt x="1503998" y="4407789"/>
                </a:cubicBezTo>
                <a:lnTo>
                  <a:pt x="1489996" y="4407789"/>
                </a:lnTo>
                <a:close/>
                <a:moveTo>
                  <a:pt x="652844" y="110395"/>
                </a:moveTo>
                <a:lnTo>
                  <a:pt x="648081" y="110395"/>
                </a:lnTo>
                <a:lnTo>
                  <a:pt x="648081" y="92012"/>
                </a:lnTo>
                <a:lnTo>
                  <a:pt x="652844" y="92012"/>
                </a:lnTo>
                <a:lnTo>
                  <a:pt x="652844" y="110395"/>
                </a:lnTo>
                <a:close/>
                <a:moveTo>
                  <a:pt x="652844" y="183833"/>
                </a:moveTo>
                <a:lnTo>
                  <a:pt x="648081" y="183833"/>
                </a:lnTo>
                <a:lnTo>
                  <a:pt x="648081" y="165449"/>
                </a:lnTo>
                <a:lnTo>
                  <a:pt x="652844" y="165449"/>
                </a:lnTo>
                <a:lnTo>
                  <a:pt x="652844" y="183833"/>
                </a:lnTo>
                <a:close/>
                <a:moveTo>
                  <a:pt x="648081" y="18479"/>
                </a:moveTo>
                <a:lnTo>
                  <a:pt x="652844" y="18479"/>
                </a:lnTo>
                <a:lnTo>
                  <a:pt x="652844" y="36862"/>
                </a:lnTo>
                <a:lnTo>
                  <a:pt x="648081" y="36862"/>
                </a:lnTo>
                <a:lnTo>
                  <a:pt x="648081" y="18479"/>
                </a:lnTo>
                <a:close/>
                <a:moveTo>
                  <a:pt x="648081" y="128778"/>
                </a:moveTo>
                <a:lnTo>
                  <a:pt x="652844" y="128778"/>
                </a:lnTo>
                <a:lnTo>
                  <a:pt x="652844" y="147161"/>
                </a:lnTo>
                <a:lnTo>
                  <a:pt x="648081" y="147161"/>
                </a:lnTo>
                <a:lnTo>
                  <a:pt x="648081" y="128778"/>
                </a:lnTo>
                <a:close/>
                <a:moveTo>
                  <a:pt x="710089" y="164497"/>
                </a:moveTo>
                <a:lnTo>
                  <a:pt x="714851" y="164497"/>
                </a:lnTo>
                <a:lnTo>
                  <a:pt x="714851" y="182594"/>
                </a:lnTo>
                <a:lnTo>
                  <a:pt x="710089" y="182594"/>
                </a:lnTo>
                <a:lnTo>
                  <a:pt x="710089" y="164497"/>
                </a:lnTo>
                <a:close/>
                <a:moveTo>
                  <a:pt x="778097" y="1143"/>
                </a:moveTo>
                <a:cubicBezTo>
                  <a:pt x="776383" y="1143"/>
                  <a:pt x="774764" y="667"/>
                  <a:pt x="773144" y="95"/>
                </a:cubicBezTo>
                <a:lnTo>
                  <a:pt x="784098" y="95"/>
                </a:lnTo>
                <a:cubicBezTo>
                  <a:pt x="782384" y="762"/>
                  <a:pt x="780574" y="1238"/>
                  <a:pt x="778669" y="1238"/>
                </a:cubicBezTo>
                <a:cubicBezTo>
                  <a:pt x="778478" y="1238"/>
                  <a:pt x="778288" y="1238"/>
                  <a:pt x="778097" y="1238"/>
                </a:cubicBezTo>
                <a:close/>
                <a:moveTo>
                  <a:pt x="924020" y="2559177"/>
                </a:moveTo>
                <a:cubicBezTo>
                  <a:pt x="922020" y="2557177"/>
                  <a:pt x="918782" y="2557177"/>
                  <a:pt x="916877" y="2559177"/>
                </a:cubicBezTo>
                <a:lnTo>
                  <a:pt x="907733" y="2568321"/>
                </a:lnTo>
                <a:cubicBezTo>
                  <a:pt x="905732" y="2570321"/>
                  <a:pt x="905732" y="2573560"/>
                  <a:pt x="907733" y="2575465"/>
                </a:cubicBezTo>
                <a:lnTo>
                  <a:pt x="916877" y="2584609"/>
                </a:lnTo>
                <a:cubicBezTo>
                  <a:pt x="917829" y="2585561"/>
                  <a:pt x="919163" y="2586133"/>
                  <a:pt x="920496" y="2586133"/>
                </a:cubicBezTo>
                <a:cubicBezTo>
                  <a:pt x="921829" y="2586133"/>
                  <a:pt x="923163" y="2585561"/>
                  <a:pt x="924116" y="2584609"/>
                </a:cubicBezTo>
                <a:lnTo>
                  <a:pt x="926306" y="2582418"/>
                </a:lnTo>
                <a:lnTo>
                  <a:pt x="995077" y="2664905"/>
                </a:lnTo>
                <a:lnTo>
                  <a:pt x="994124" y="2758345"/>
                </a:lnTo>
                <a:lnTo>
                  <a:pt x="970598" y="2758345"/>
                </a:lnTo>
                <a:lnTo>
                  <a:pt x="970598" y="2749963"/>
                </a:lnTo>
                <a:cubicBezTo>
                  <a:pt x="970598" y="2745200"/>
                  <a:pt x="966692" y="2741295"/>
                  <a:pt x="961835" y="2741295"/>
                </a:cubicBezTo>
                <a:lnTo>
                  <a:pt x="845249" y="2741295"/>
                </a:lnTo>
                <a:cubicBezTo>
                  <a:pt x="840486" y="2741295"/>
                  <a:pt x="836486" y="2745200"/>
                  <a:pt x="836486" y="2749963"/>
                </a:cubicBezTo>
                <a:lnTo>
                  <a:pt x="836486" y="2758345"/>
                </a:lnTo>
                <a:lnTo>
                  <a:pt x="768001" y="2758535"/>
                </a:lnTo>
                <a:lnTo>
                  <a:pt x="702659" y="2826353"/>
                </a:lnTo>
                <a:lnTo>
                  <a:pt x="644271" y="2826163"/>
                </a:lnTo>
                <a:cubicBezTo>
                  <a:pt x="645319" y="2822924"/>
                  <a:pt x="644652" y="2819305"/>
                  <a:pt x="642176" y="2816638"/>
                </a:cubicBezTo>
                <a:lnTo>
                  <a:pt x="626840" y="2800636"/>
                </a:lnTo>
                <a:cubicBezTo>
                  <a:pt x="625031" y="2798731"/>
                  <a:pt x="622649" y="2797683"/>
                  <a:pt x="620077" y="2797683"/>
                </a:cubicBezTo>
                <a:cubicBezTo>
                  <a:pt x="619125" y="2797588"/>
                  <a:pt x="618077" y="2797874"/>
                  <a:pt x="617125" y="2798159"/>
                </a:cubicBezTo>
                <a:lnTo>
                  <a:pt x="620173" y="2774347"/>
                </a:lnTo>
                <a:lnTo>
                  <a:pt x="563690" y="2715292"/>
                </a:lnTo>
                <a:lnTo>
                  <a:pt x="563309" y="2714911"/>
                </a:lnTo>
                <a:lnTo>
                  <a:pt x="532162" y="2714911"/>
                </a:lnTo>
                <a:cubicBezTo>
                  <a:pt x="532162" y="2714911"/>
                  <a:pt x="479774" y="2659666"/>
                  <a:pt x="479774" y="2659666"/>
                </a:cubicBezTo>
                <a:cubicBezTo>
                  <a:pt x="480155" y="2658999"/>
                  <a:pt x="480441" y="2658332"/>
                  <a:pt x="480441" y="2657475"/>
                </a:cubicBezTo>
                <a:lnTo>
                  <a:pt x="480727" y="2642711"/>
                </a:lnTo>
                <a:cubicBezTo>
                  <a:pt x="480727" y="2640235"/>
                  <a:pt x="478822" y="2638139"/>
                  <a:pt x="476250" y="2638044"/>
                </a:cubicBezTo>
                <a:lnTo>
                  <a:pt x="461486" y="2637759"/>
                </a:lnTo>
                <a:cubicBezTo>
                  <a:pt x="459010" y="2637759"/>
                  <a:pt x="456914" y="2639663"/>
                  <a:pt x="456819" y="2642235"/>
                </a:cubicBezTo>
                <a:lnTo>
                  <a:pt x="456533" y="2656999"/>
                </a:lnTo>
                <a:cubicBezTo>
                  <a:pt x="456533" y="2659475"/>
                  <a:pt x="458438" y="2661571"/>
                  <a:pt x="461010" y="2661666"/>
                </a:cubicBezTo>
                <a:lnTo>
                  <a:pt x="475774" y="2661952"/>
                </a:lnTo>
                <a:cubicBezTo>
                  <a:pt x="476631" y="2661952"/>
                  <a:pt x="477393" y="2661666"/>
                  <a:pt x="478060" y="2661285"/>
                </a:cubicBezTo>
                <a:lnTo>
                  <a:pt x="531114" y="2717387"/>
                </a:lnTo>
                <a:lnTo>
                  <a:pt x="562261" y="2717387"/>
                </a:lnTo>
                <a:cubicBezTo>
                  <a:pt x="562261" y="2717387"/>
                  <a:pt x="617601" y="2775109"/>
                  <a:pt x="617601" y="2775109"/>
                </a:cubicBezTo>
                <a:lnTo>
                  <a:pt x="614458" y="2799493"/>
                </a:lnTo>
                <a:cubicBezTo>
                  <a:pt x="614458" y="2799493"/>
                  <a:pt x="613505" y="2799969"/>
                  <a:pt x="613124" y="2800350"/>
                </a:cubicBezTo>
                <a:lnTo>
                  <a:pt x="610743" y="2802636"/>
                </a:lnTo>
                <a:cubicBezTo>
                  <a:pt x="606933" y="2806255"/>
                  <a:pt x="606743" y="2812447"/>
                  <a:pt x="610457" y="2816257"/>
                </a:cubicBezTo>
                <a:lnTo>
                  <a:pt x="625793" y="2832259"/>
                </a:lnTo>
                <a:cubicBezTo>
                  <a:pt x="627602" y="2834164"/>
                  <a:pt x="629984" y="2835212"/>
                  <a:pt x="632555" y="2835212"/>
                </a:cubicBezTo>
                <a:cubicBezTo>
                  <a:pt x="632555" y="2835212"/>
                  <a:pt x="632746" y="2835212"/>
                  <a:pt x="632746" y="2835212"/>
                </a:cubicBezTo>
                <a:cubicBezTo>
                  <a:pt x="635222" y="2835212"/>
                  <a:pt x="637604" y="2834259"/>
                  <a:pt x="639413" y="2832545"/>
                </a:cubicBezTo>
                <a:lnTo>
                  <a:pt x="641128" y="2830925"/>
                </a:lnTo>
                <a:lnTo>
                  <a:pt x="704564" y="2831116"/>
                </a:lnTo>
                <a:lnTo>
                  <a:pt x="769906" y="2763298"/>
                </a:lnTo>
                <a:lnTo>
                  <a:pt x="836295" y="2763107"/>
                </a:lnTo>
                <a:lnTo>
                  <a:pt x="836295" y="2769108"/>
                </a:lnTo>
                <a:cubicBezTo>
                  <a:pt x="836295" y="2773871"/>
                  <a:pt x="840200" y="2777776"/>
                  <a:pt x="845058" y="2777776"/>
                </a:cubicBezTo>
                <a:lnTo>
                  <a:pt x="961644" y="2777776"/>
                </a:lnTo>
                <a:cubicBezTo>
                  <a:pt x="966407" y="2777776"/>
                  <a:pt x="970407" y="2773871"/>
                  <a:pt x="970407" y="2769108"/>
                </a:cubicBezTo>
                <a:lnTo>
                  <a:pt x="970407" y="2763107"/>
                </a:lnTo>
                <a:lnTo>
                  <a:pt x="996315" y="2763107"/>
                </a:lnTo>
                <a:cubicBezTo>
                  <a:pt x="997649" y="2763107"/>
                  <a:pt x="998696" y="2762060"/>
                  <a:pt x="998696" y="2760726"/>
                </a:cubicBezTo>
                <a:lnTo>
                  <a:pt x="999649" y="2664047"/>
                </a:lnTo>
                <a:cubicBezTo>
                  <a:pt x="999649" y="2663476"/>
                  <a:pt x="999458" y="2662904"/>
                  <a:pt x="999077" y="2662523"/>
                </a:cubicBezTo>
                <a:lnTo>
                  <a:pt x="929450" y="2578989"/>
                </a:lnTo>
                <a:lnTo>
                  <a:pt x="933069" y="2575370"/>
                </a:lnTo>
                <a:cubicBezTo>
                  <a:pt x="935069" y="2573369"/>
                  <a:pt x="935069" y="2570131"/>
                  <a:pt x="933069" y="2568226"/>
                </a:cubicBezTo>
                <a:lnTo>
                  <a:pt x="930212" y="2565368"/>
                </a:lnTo>
                <a:lnTo>
                  <a:pt x="983647" y="2505837"/>
                </a:lnTo>
                <a:cubicBezTo>
                  <a:pt x="985361" y="2506885"/>
                  <a:pt x="987266" y="2507647"/>
                  <a:pt x="989362" y="2507647"/>
                </a:cubicBezTo>
                <a:cubicBezTo>
                  <a:pt x="995458" y="2507647"/>
                  <a:pt x="1000411" y="2502694"/>
                  <a:pt x="1000411" y="2496598"/>
                </a:cubicBezTo>
                <a:cubicBezTo>
                  <a:pt x="1000411" y="2490502"/>
                  <a:pt x="995458" y="2485549"/>
                  <a:pt x="989362" y="2485549"/>
                </a:cubicBezTo>
                <a:cubicBezTo>
                  <a:pt x="983266" y="2485549"/>
                  <a:pt x="978313" y="2490502"/>
                  <a:pt x="978313" y="2496598"/>
                </a:cubicBezTo>
                <a:cubicBezTo>
                  <a:pt x="978313" y="2498788"/>
                  <a:pt x="979170" y="2500789"/>
                  <a:pt x="980218" y="2502503"/>
                </a:cubicBezTo>
                <a:lnTo>
                  <a:pt x="926783" y="2562035"/>
                </a:lnTo>
                <a:lnTo>
                  <a:pt x="923925" y="2559177"/>
                </a:lnTo>
                <a:close/>
                <a:moveTo>
                  <a:pt x="614172" y="2806255"/>
                </a:moveTo>
                <a:lnTo>
                  <a:pt x="616553" y="2803970"/>
                </a:lnTo>
                <a:cubicBezTo>
                  <a:pt x="617506" y="2803112"/>
                  <a:pt x="618649" y="2802636"/>
                  <a:pt x="619887" y="2802636"/>
                </a:cubicBezTo>
                <a:lnTo>
                  <a:pt x="619982" y="2802636"/>
                </a:lnTo>
                <a:cubicBezTo>
                  <a:pt x="620935" y="2802636"/>
                  <a:pt x="621792" y="2803017"/>
                  <a:pt x="622554" y="2803588"/>
                </a:cubicBezTo>
                <a:lnTo>
                  <a:pt x="613410" y="2812256"/>
                </a:lnTo>
                <a:cubicBezTo>
                  <a:pt x="612267" y="2810351"/>
                  <a:pt x="612458" y="2807875"/>
                  <a:pt x="614077" y="2806255"/>
                </a:cubicBezTo>
                <a:close/>
                <a:moveTo>
                  <a:pt x="625507" y="2825020"/>
                </a:moveTo>
                <a:lnTo>
                  <a:pt x="617220" y="2816352"/>
                </a:lnTo>
                <a:lnTo>
                  <a:pt x="626650" y="2807399"/>
                </a:lnTo>
                <a:lnTo>
                  <a:pt x="634937" y="2816067"/>
                </a:lnTo>
                <a:lnTo>
                  <a:pt x="625507" y="2825020"/>
                </a:lnTo>
                <a:close/>
                <a:moveTo>
                  <a:pt x="638651" y="2827020"/>
                </a:moveTo>
                <a:lnTo>
                  <a:pt x="636270" y="2829306"/>
                </a:lnTo>
                <a:cubicBezTo>
                  <a:pt x="635318" y="2830163"/>
                  <a:pt x="634270" y="2830735"/>
                  <a:pt x="632841" y="2830640"/>
                </a:cubicBezTo>
                <a:cubicBezTo>
                  <a:pt x="631508" y="2830640"/>
                  <a:pt x="630365" y="2830068"/>
                  <a:pt x="629412" y="2829116"/>
                </a:cubicBezTo>
                <a:lnTo>
                  <a:pt x="628936" y="2828639"/>
                </a:lnTo>
                <a:lnTo>
                  <a:pt x="638366" y="2819686"/>
                </a:lnTo>
                <a:lnTo>
                  <a:pt x="638842" y="2820162"/>
                </a:lnTo>
                <a:cubicBezTo>
                  <a:pt x="640652" y="2822067"/>
                  <a:pt x="640652" y="2825210"/>
                  <a:pt x="638651" y="2827020"/>
                </a:cubicBezTo>
                <a:close/>
                <a:moveTo>
                  <a:pt x="859727" y="2773204"/>
                </a:moveTo>
                <a:lnTo>
                  <a:pt x="845249" y="2773204"/>
                </a:lnTo>
                <a:cubicBezTo>
                  <a:pt x="843058" y="2773204"/>
                  <a:pt x="841248" y="2771394"/>
                  <a:pt x="841248" y="2769299"/>
                </a:cubicBezTo>
                <a:lnTo>
                  <a:pt x="841248" y="2750153"/>
                </a:lnTo>
                <a:cubicBezTo>
                  <a:pt x="841248" y="2747963"/>
                  <a:pt x="843058" y="2746248"/>
                  <a:pt x="845249" y="2746248"/>
                </a:cubicBezTo>
                <a:lnTo>
                  <a:pt x="859727" y="2746248"/>
                </a:lnTo>
                <a:lnTo>
                  <a:pt x="859727" y="2773299"/>
                </a:lnTo>
                <a:close/>
                <a:moveTo>
                  <a:pt x="885063" y="2773204"/>
                </a:moveTo>
                <a:lnTo>
                  <a:pt x="865918" y="2773204"/>
                </a:lnTo>
                <a:lnTo>
                  <a:pt x="865918" y="2746153"/>
                </a:lnTo>
                <a:lnTo>
                  <a:pt x="885063" y="2746153"/>
                </a:lnTo>
                <a:lnTo>
                  <a:pt x="885063" y="2773204"/>
                </a:lnTo>
                <a:close/>
                <a:moveTo>
                  <a:pt x="891540" y="2773204"/>
                </a:moveTo>
                <a:lnTo>
                  <a:pt x="889826" y="2773204"/>
                </a:lnTo>
                <a:lnTo>
                  <a:pt x="889826" y="2746153"/>
                </a:lnTo>
                <a:lnTo>
                  <a:pt x="891540" y="2746153"/>
                </a:lnTo>
                <a:lnTo>
                  <a:pt x="891540" y="2773204"/>
                </a:lnTo>
                <a:close/>
                <a:moveTo>
                  <a:pt x="915829" y="2773204"/>
                </a:moveTo>
                <a:lnTo>
                  <a:pt x="896302" y="2773204"/>
                </a:lnTo>
                <a:lnTo>
                  <a:pt x="896302" y="2746153"/>
                </a:lnTo>
                <a:lnTo>
                  <a:pt x="915829" y="2746153"/>
                </a:lnTo>
                <a:lnTo>
                  <a:pt x="915829" y="2773204"/>
                </a:lnTo>
                <a:close/>
                <a:moveTo>
                  <a:pt x="937165" y="2773204"/>
                </a:moveTo>
                <a:lnTo>
                  <a:pt x="922306" y="2773204"/>
                </a:lnTo>
                <a:lnTo>
                  <a:pt x="922306" y="2746153"/>
                </a:lnTo>
                <a:lnTo>
                  <a:pt x="937165" y="2746153"/>
                </a:lnTo>
                <a:lnTo>
                  <a:pt x="937165" y="2773204"/>
                </a:lnTo>
                <a:close/>
                <a:moveTo>
                  <a:pt x="943642" y="2773204"/>
                </a:moveTo>
                <a:lnTo>
                  <a:pt x="941927" y="2773204"/>
                </a:lnTo>
                <a:lnTo>
                  <a:pt x="941927" y="2746153"/>
                </a:lnTo>
                <a:lnTo>
                  <a:pt x="943642" y="2746153"/>
                </a:lnTo>
                <a:lnTo>
                  <a:pt x="943642" y="2773204"/>
                </a:lnTo>
                <a:close/>
                <a:moveTo>
                  <a:pt x="965740" y="2769299"/>
                </a:moveTo>
                <a:cubicBezTo>
                  <a:pt x="965740" y="2771489"/>
                  <a:pt x="963930" y="2773204"/>
                  <a:pt x="961739" y="2773204"/>
                </a:cubicBezTo>
                <a:lnTo>
                  <a:pt x="948404" y="2773204"/>
                </a:lnTo>
                <a:lnTo>
                  <a:pt x="948404" y="2746153"/>
                </a:lnTo>
                <a:lnTo>
                  <a:pt x="961739" y="2746153"/>
                </a:lnTo>
                <a:cubicBezTo>
                  <a:pt x="963930" y="2746153"/>
                  <a:pt x="965740" y="2747963"/>
                  <a:pt x="965740" y="2750058"/>
                </a:cubicBezTo>
                <a:lnTo>
                  <a:pt x="965740" y="2769203"/>
                </a:lnTo>
                <a:close/>
                <a:moveTo>
                  <a:pt x="920210" y="2581275"/>
                </a:moveTo>
                <a:lnTo>
                  <a:pt x="911066" y="2571655"/>
                </a:lnTo>
                <a:lnTo>
                  <a:pt x="920210" y="2562511"/>
                </a:lnTo>
                <a:cubicBezTo>
                  <a:pt x="920210" y="2562511"/>
                  <a:pt x="920306" y="2562511"/>
                  <a:pt x="920401" y="2562511"/>
                </a:cubicBezTo>
                <a:cubicBezTo>
                  <a:pt x="920496" y="2562511"/>
                  <a:pt x="920591" y="2562511"/>
                  <a:pt x="920591" y="2562511"/>
                </a:cubicBezTo>
                <a:lnTo>
                  <a:pt x="929735" y="2572131"/>
                </a:lnTo>
                <a:lnTo>
                  <a:pt x="920115" y="2581275"/>
                </a:lnTo>
                <a:close/>
                <a:moveTo>
                  <a:pt x="662083" y="4230529"/>
                </a:moveTo>
                <a:lnTo>
                  <a:pt x="659416" y="4230529"/>
                </a:lnTo>
                <a:cubicBezTo>
                  <a:pt x="653415" y="4230529"/>
                  <a:pt x="648462" y="4234911"/>
                  <a:pt x="648462" y="4240245"/>
                </a:cubicBezTo>
                <a:lnTo>
                  <a:pt x="648462" y="4279106"/>
                </a:lnTo>
                <a:cubicBezTo>
                  <a:pt x="648462" y="4284440"/>
                  <a:pt x="653415" y="4288822"/>
                  <a:pt x="659416" y="4288822"/>
                </a:cubicBezTo>
                <a:lnTo>
                  <a:pt x="669512" y="4288822"/>
                </a:lnTo>
                <a:cubicBezTo>
                  <a:pt x="675513" y="4288822"/>
                  <a:pt x="680466" y="4284440"/>
                  <a:pt x="680466" y="4279106"/>
                </a:cubicBezTo>
                <a:lnTo>
                  <a:pt x="680466" y="4240245"/>
                </a:lnTo>
                <a:cubicBezTo>
                  <a:pt x="680466" y="4234911"/>
                  <a:pt x="675513" y="4230529"/>
                  <a:pt x="669512" y="4230529"/>
                </a:cubicBezTo>
                <a:lnTo>
                  <a:pt x="666845" y="4230529"/>
                </a:lnTo>
                <a:lnTo>
                  <a:pt x="666845" y="4169855"/>
                </a:lnTo>
                <a:lnTo>
                  <a:pt x="505301" y="3982879"/>
                </a:lnTo>
                <a:lnTo>
                  <a:pt x="504539" y="3932777"/>
                </a:lnTo>
                <a:lnTo>
                  <a:pt x="506063" y="3932777"/>
                </a:lnTo>
                <a:cubicBezTo>
                  <a:pt x="507397" y="3932777"/>
                  <a:pt x="508445" y="3931730"/>
                  <a:pt x="508445" y="3930396"/>
                </a:cubicBezTo>
                <a:lnTo>
                  <a:pt x="508445" y="3923634"/>
                </a:lnTo>
                <a:lnTo>
                  <a:pt x="553022" y="3923634"/>
                </a:lnTo>
                <a:cubicBezTo>
                  <a:pt x="558927" y="3923634"/>
                  <a:pt x="563785" y="3918776"/>
                  <a:pt x="563785" y="3912870"/>
                </a:cubicBezTo>
                <a:cubicBezTo>
                  <a:pt x="563785" y="3906965"/>
                  <a:pt x="558927" y="3902107"/>
                  <a:pt x="553022" y="3902107"/>
                </a:cubicBezTo>
                <a:lnTo>
                  <a:pt x="515017" y="3902107"/>
                </a:lnTo>
                <a:cubicBezTo>
                  <a:pt x="511683" y="3902107"/>
                  <a:pt x="509016" y="3899440"/>
                  <a:pt x="509016" y="3896106"/>
                </a:cubicBezTo>
                <a:cubicBezTo>
                  <a:pt x="509016" y="3892772"/>
                  <a:pt x="511683" y="3890105"/>
                  <a:pt x="515017" y="3890105"/>
                </a:cubicBezTo>
                <a:lnTo>
                  <a:pt x="553022" y="3890105"/>
                </a:lnTo>
                <a:cubicBezTo>
                  <a:pt x="558927" y="3890105"/>
                  <a:pt x="563785" y="3885248"/>
                  <a:pt x="563785" y="3879342"/>
                </a:cubicBezTo>
                <a:cubicBezTo>
                  <a:pt x="563785" y="3873437"/>
                  <a:pt x="558927" y="3868579"/>
                  <a:pt x="553022" y="3868579"/>
                </a:cubicBezTo>
                <a:lnTo>
                  <a:pt x="515017" y="3868579"/>
                </a:lnTo>
                <a:cubicBezTo>
                  <a:pt x="511683" y="3868579"/>
                  <a:pt x="509016" y="3865912"/>
                  <a:pt x="509016" y="3862578"/>
                </a:cubicBezTo>
                <a:cubicBezTo>
                  <a:pt x="509016" y="3859244"/>
                  <a:pt x="511683" y="3856577"/>
                  <a:pt x="515017" y="3856577"/>
                </a:cubicBezTo>
                <a:lnTo>
                  <a:pt x="557498" y="3856577"/>
                </a:lnTo>
                <a:lnTo>
                  <a:pt x="557498" y="3863340"/>
                </a:lnTo>
                <a:cubicBezTo>
                  <a:pt x="557498" y="3864674"/>
                  <a:pt x="558546" y="3865721"/>
                  <a:pt x="559880" y="3865721"/>
                </a:cubicBezTo>
                <a:lnTo>
                  <a:pt x="567881" y="3865721"/>
                </a:lnTo>
                <a:cubicBezTo>
                  <a:pt x="569214" y="3865721"/>
                  <a:pt x="570262" y="3864674"/>
                  <a:pt x="570262" y="3863340"/>
                </a:cubicBezTo>
                <a:lnTo>
                  <a:pt x="570262" y="3855149"/>
                </a:lnTo>
                <a:lnTo>
                  <a:pt x="615029" y="3855149"/>
                </a:lnTo>
                <a:cubicBezTo>
                  <a:pt x="620935" y="3855149"/>
                  <a:pt x="625793" y="3850291"/>
                  <a:pt x="625793" y="3844385"/>
                </a:cubicBezTo>
                <a:cubicBezTo>
                  <a:pt x="625793" y="3838480"/>
                  <a:pt x="620935" y="3833622"/>
                  <a:pt x="615029" y="3833622"/>
                </a:cubicBezTo>
                <a:lnTo>
                  <a:pt x="577025" y="3833622"/>
                </a:lnTo>
                <a:cubicBezTo>
                  <a:pt x="573691" y="3833622"/>
                  <a:pt x="571024" y="3830955"/>
                  <a:pt x="571024" y="3827621"/>
                </a:cubicBezTo>
                <a:cubicBezTo>
                  <a:pt x="571024" y="3824288"/>
                  <a:pt x="573691" y="3821621"/>
                  <a:pt x="577025" y="3821621"/>
                </a:cubicBezTo>
                <a:lnTo>
                  <a:pt x="652939" y="3821621"/>
                </a:lnTo>
                <a:lnTo>
                  <a:pt x="667226" y="3831908"/>
                </a:lnTo>
                <a:cubicBezTo>
                  <a:pt x="667226" y="3831908"/>
                  <a:pt x="667036" y="3832574"/>
                  <a:pt x="667036" y="3832955"/>
                </a:cubicBezTo>
                <a:lnTo>
                  <a:pt x="667036" y="3840575"/>
                </a:lnTo>
                <a:cubicBezTo>
                  <a:pt x="667036" y="3843052"/>
                  <a:pt x="669036" y="3845052"/>
                  <a:pt x="671513" y="3845052"/>
                </a:cubicBezTo>
                <a:lnTo>
                  <a:pt x="679133" y="3845052"/>
                </a:lnTo>
                <a:cubicBezTo>
                  <a:pt x="681609" y="3845052"/>
                  <a:pt x="683609" y="3843052"/>
                  <a:pt x="683609" y="3840575"/>
                </a:cubicBezTo>
                <a:lnTo>
                  <a:pt x="683609" y="3833336"/>
                </a:lnTo>
                <a:lnTo>
                  <a:pt x="702754" y="3822954"/>
                </a:lnTo>
                <a:lnTo>
                  <a:pt x="782765" y="3822954"/>
                </a:lnTo>
                <a:lnTo>
                  <a:pt x="795052" y="3833908"/>
                </a:lnTo>
                <a:lnTo>
                  <a:pt x="852964" y="3833908"/>
                </a:lnTo>
                <a:cubicBezTo>
                  <a:pt x="853821" y="3837623"/>
                  <a:pt x="856488" y="3840956"/>
                  <a:pt x="860489" y="3842004"/>
                </a:cubicBezTo>
                <a:cubicBezTo>
                  <a:pt x="861441" y="3842290"/>
                  <a:pt x="862489" y="3842385"/>
                  <a:pt x="863537" y="3842385"/>
                </a:cubicBezTo>
                <a:cubicBezTo>
                  <a:pt x="865346" y="3842385"/>
                  <a:pt x="867156" y="3841909"/>
                  <a:pt x="868871" y="3841052"/>
                </a:cubicBezTo>
                <a:cubicBezTo>
                  <a:pt x="871442" y="3839623"/>
                  <a:pt x="873252" y="3837337"/>
                  <a:pt x="874109" y="3834479"/>
                </a:cubicBezTo>
                <a:cubicBezTo>
                  <a:pt x="874871" y="3831717"/>
                  <a:pt x="874586" y="3828764"/>
                  <a:pt x="873157" y="3826193"/>
                </a:cubicBezTo>
                <a:cubicBezTo>
                  <a:pt x="871728" y="3823621"/>
                  <a:pt x="869442" y="3821811"/>
                  <a:pt x="866585" y="3820954"/>
                </a:cubicBezTo>
                <a:cubicBezTo>
                  <a:pt x="860774" y="3819239"/>
                  <a:pt x="854678" y="3822668"/>
                  <a:pt x="853059" y="3828479"/>
                </a:cubicBezTo>
                <a:cubicBezTo>
                  <a:pt x="853059" y="3828669"/>
                  <a:pt x="853059" y="3828860"/>
                  <a:pt x="853059" y="3829145"/>
                </a:cubicBezTo>
                <a:lnTo>
                  <a:pt x="797052" y="3829145"/>
                </a:lnTo>
                <a:lnTo>
                  <a:pt x="787241" y="3820478"/>
                </a:lnTo>
                <a:lnTo>
                  <a:pt x="809339" y="3798094"/>
                </a:lnTo>
                <a:lnTo>
                  <a:pt x="866108" y="3798094"/>
                </a:lnTo>
                <a:cubicBezTo>
                  <a:pt x="866966" y="3801904"/>
                  <a:pt x="869633" y="3805142"/>
                  <a:pt x="873633" y="3806285"/>
                </a:cubicBezTo>
                <a:cubicBezTo>
                  <a:pt x="874681" y="3806571"/>
                  <a:pt x="875633" y="3806667"/>
                  <a:pt x="876681" y="3806667"/>
                </a:cubicBezTo>
                <a:cubicBezTo>
                  <a:pt x="881444" y="3806667"/>
                  <a:pt x="885825" y="3803523"/>
                  <a:pt x="887254" y="3798761"/>
                </a:cubicBezTo>
                <a:cubicBezTo>
                  <a:pt x="888873" y="3792950"/>
                  <a:pt x="885539" y="3786854"/>
                  <a:pt x="879729" y="3785235"/>
                </a:cubicBezTo>
                <a:cubicBezTo>
                  <a:pt x="873919" y="3783521"/>
                  <a:pt x="867823" y="3786950"/>
                  <a:pt x="866204" y="3792760"/>
                </a:cubicBezTo>
                <a:cubicBezTo>
                  <a:pt x="866204" y="3792950"/>
                  <a:pt x="866204" y="3793141"/>
                  <a:pt x="866204" y="3793427"/>
                </a:cubicBezTo>
                <a:lnTo>
                  <a:pt x="807529" y="3793427"/>
                </a:lnTo>
                <a:lnTo>
                  <a:pt x="782955" y="3818287"/>
                </a:lnTo>
                <a:lnTo>
                  <a:pt x="702374" y="3818287"/>
                </a:lnTo>
                <a:lnTo>
                  <a:pt x="681514" y="3829241"/>
                </a:lnTo>
                <a:cubicBezTo>
                  <a:pt x="680847" y="3828860"/>
                  <a:pt x="680180" y="3828574"/>
                  <a:pt x="679323" y="3828574"/>
                </a:cubicBezTo>
                <a:lnTo>
                  <a:pt x="671703" y="3828574"/>
                </a:lnTo>
                <a:cubicBezTo>
                  <a:pt x="671703" y="3828574"/>
                  <a:pt x="671227" y="3828669"/>
                  <a:pt x="671036" y="3828669"/>
                </a:cubicBezTo>
                <a:lnTo>
                  <a:pt x="654653" y="3816858"/>
                </a:lnTo>
                <a:lnTo>
                  <a:pt x="577215" y="3816858"/>
                </a:lnTo>
                <a:cubicBezTo>
                  <a:pt x="571310" y="3816858"/>
                  <a:pt x="566452" y="3821716"/>
                  <a:pt x="566452" y="3827621"/>
                </a:cubicBezTo>
                <a:cubicBezTo>
                  <a:pt x="566452" y="3833527"/>
                  <a:pt x="571310" y="3838385"/>
                  <a:pt x="577215" y="3838385"/>
                </a:cubicBezTo>
                <a:lnTo>
                  <a:pt x="615220" y="3838385"/>
                </a:lnTo>
                <a:cubicBezTo>
                  <a:pt x="618554" y="3838385"/>
                  <a:pt x="621221" y="3841052"/>
                  <a:pt x="621221" y="3844385"/>
                </a:cubicBezTo>
                <a:cubicBezTo>
                  <a:pt x="621221" y="3847719"/>
                  <a:pt x="618554" y="3850386"/>
                  <a:pt x="615220" y="3850386"/>
                </a:cubicBezTo>
                <a:lnTo>
                  <a:pt x="570452" y="3850386"/>
                </a:lnTo>
                <a:lnTo>
                  <a:pt x="570452" y="3845147"/>
                </a:lnTo>
                <a:cubicBezTo>
                  <a:pt x="570452" y="3843814"/>
                  <a:pt x="569405" y="3842766"/>
                  <a:pt x="568071" y="3842766"/>
                </a:cubicBezTo>
                <a:lnTo>
                  <a:pt x="560070" y="3842766"/>
                </a:lnTo>
                <a:cubicBezTo>
                  <a:pt x="558737" y="3842766"/>
                  <a:pt x="557689" y="3843814"/>
                  <a:pt x="557689" y="3845147"/>
                </a:cubicBezTo>
                <a:lnTo>
                  <a:pt x="557689" y="3851910"/>
                </a:lnTo>
                <a:lnTo>
                  <a:pt x="515207" y="3851910"/>
                </a:lnTo>
                <a:cubicBezTo>
                  <a:pt x="509302" y="3851910"/>
                  <a:pt x="504444" y="3856768"/>
                  <a:pt x="504444" y="3862673"/>
                </a:cubicBezTo>
                <a:cubicBezTo>
                  <a:pt x="504444" y="3868579"/>
                  <a:pt x="509302" y="3873437"/>
                  <a:pt x="515207" y="3873437"/>
                </a:cubicBezTo>
                <a:lnTo>
                  <a:pt x="553212" y="3873437"/>
                </a:lnTo>
                <a:cubicBezTo>
                  <a:pt x="556546" y="3873437"/>
                  <a:pt x="559213" y="3876104"/>
                  <a:pt x="559213" y="3879437"/>
                </a:cubicBezTo>
                <a:cubicBezTo>
                  <a:pt x="559213" y="3882771"/>
                  <a:pt x="556546" y="3885438"/>
                  <a:pt x="553212" y="3885438"/>
                </a:cubicBezTo>
                <a:lnTo>
                  <a:pt x="515207" y="3885438"/>
                </a:lnTo>
                <a:cubicBezTo>
                  <a:pt x="509302" y="3885438"/>
                  <a:pt x="504444" y="3890296"/>
                  <a:pt x="504444" y="3896201"/>
                </a:cubicBezTo>
                <a:cubicBezTo>
                  <a:pt x="504444" y="3902107"/>
                  <a:pt x="509302" y="3906965"/>
                  <a:pt x="515207" y="3906965"/>
                </a:cubicBezTo>
                <a:lnTo>
                  <a:pt x="553212" y="3906965"/>
                </a:lnTo>
                <a:cubicBezTo>
                  <a:pt x="556546" y="3906965"/>
                  <a:pt x="559213" y="3909632"/>
                  <a:pt x="559213" y="3912965"/>
                </a:cubicBezTo>
                <a:cubicBezTo>
                  <a:pt x="559213" y="3916299"/>
                  <a:pt x="556546" y="3918966"/>
                  <a:pt x="553212" y="3918966"/>
                </a:cubicBezTo>
                <a:lnTo>
                  <a:pt x="508635" y="3918966"/>
                </a:lnTo>
                <a:lnTo>
                  <a:pt x="508635" y="3912299"/>
                </a:lnTo>
                <a:cubicBezTo>
                  <a:pt x="508635" y="3910965"/>
                  <a:pt x="507587" y="3909917"/>
                  <a:pt x="506254" y="3909917"/>
                </a:cubicBezTo>
                <a:lnTo>
                  <a:pt x="498253" y="3909917"/>
                </a:lnTo>
                <a:cubicBezTo>
                  <a:pt x="496919" y="3909917"/>
                  <a:pt x="495872" y="3910965"/>
                  <a:pt x="495872" y="3912299"/>
                </a:cubicBezTo>
                <a:lnTo>
                  <a:pt x="495872" y="3930492"/>
                </a:lnTo>
                <a:cubicBezTo>
                  <a:pt x="495872" y="3931825"/>
                  <a:pt x="496919" y="3932873"/>
                  <a:pt x="498253" y="3932873"/>
                </a:cubicBezTo>
                <a:lnTo>
                  <a:pt x="499872" y="3932873"/>
                </a:lnTo>
                <a:lnTo>
                  <a:pt x="500729" y="3984784"/>
                </a:lnTo>
                <a:lnTo>
                  <a:pt x="662178" y="4171664"/>
                </a:lnTo>
                <a:lnTo>
                  <a:pt x="662178" y="4230624"/>
                </a:lnTo>
                <a:close/>
                <a:moveTo>
                  <a:pt x="857631" y="3830003"/>
                </a:moveTo>
                <a:cubicBezTo>
                  <a:pt x="858393" y="3827336"/>
                  <a:pt x="860870" y="3825526"/>
                  <a:pt x="863537" y="3825526"/>
                </a:cubicBezTo>
                <a:cubicBezTo>
                  <a:pt x="864108" y="3825526"/>
                  <a:pt x="864679" y="3825526"/>
                  <a:pt x="865251" y="3825812"/>
                </a:cubicBezTo>
                <a:cubicBezTo>
                  <a:pt x="866870" y="3826288"/>
                  <a:pt x="868204" y="3827336"/>
                  <a:pt x="868966" y="3828764"/>
                </a:cubicBezTo>
                <a:cubicBezTo>
                  <a:pt x="869728" y="3830193"/>
                  <a:pt x="869918" y="3831908"/>
                  <a:pt x="869537" y="3833432"/>
                </a:cubicBezTo>
                <a:lnTo>
                  <a:pt x="869537" y="3833432"/>
                </a:lnTo>
                <a:cubicBezTo>
                  <a:pt x="869061" y="3835051"/>
                  <a:pt x="868013" y="3836384"/>
                  <a:pt x="866585" y="3837146"/>
                </a:cubicBezTo>
                <a:cubicBezTo>
                  <a:pt x="865156" y="3837909"/>
                  <a:pt x="863441" y="3838099"/>
                  <a:pt x="861917" y="3837718"/>
                </a:cubicBezTo>
                <a:cubicBezTo>
                  <a:pt x="858679" y="3836765"/>
                  <a:pt x="856774" y="3833336"/>
                  <a:pt x="857631" y="3830098"/>
                </a:cubicBezTo>
                <a:close/>
                <a:moveTo>
                  <a:pt x="870680" y="3794188"/>
                </a:moveTo>
                <a:cubicBezTo>
                  <a:pt x="871442" y="3791522"/>
                  <a:pt x="873919" y="3789712"/>
                  <a:pt x="876586" y="3789712"/>
                </a:cubicBezTo>
                <a:cubicBezTo>
                  <a:pt x="877157" y="3789712"/>
                  <a:pt x="877729" y="3789712"/>
                  <a:pt x="878300" y="3789998"/>
                </a:cubicBezTo>
                <a:cubicBezTo>
                  <a:pt x="881539" y="3790950"/>
                  <a:pt x="883444" y="3794379"/>
                  <a:pt x="882587" y="3797618"/>
                </a:cubicBezTo>
                <a:cubicBezTo>
                  <a:pt x="881634" y="3800856"/>
                  <a:pt x="878205" y="3802761"/>
                  <a:pt x="874967" y="3801904"/>
                </a:cubicBezTo>
                <a:cubicBezTo>
                  <a:pt x="871728" y="3800951"/>
                  <a:pt x="869823" y="3797522"/>
                  <a:pt x="870680" y="3794284"/>
                </a:cubicBezTo>
                <a:close/>
                <a:moveTo>
                  <a:pt x="562261" y="3847624"/>
                </a:moveTo>
                <a:lnTo>
                  <a:pt x="565499" y="3847624"/>
                </a:lnTo>
                <a:lnTo>
                  <a:pt x="565499" y="3861054"/>
                </a:lnTo>
                <a:lnTo>
                  <a:pt x="562261" y="3861054"/>
                </a:lnTo>
                <a:lnTo>
                  <a:pt x="562261" y="3847624"/>
                </a:lnTo>
                <a:close/>
                <a:moveTo>
                  <a:pt x="503777" y="3928015"/>
                </a:moveTo>
                <a:lnTo>
                  <a:pt x="500539" y="3928015"/>
                </a:lnTo>
                <a:lnTo>
                  <a:pt x="500539" y="3914585"/>
                </a:lnTo>
                <a:lnTo>
                  <a:pt x="503777" y="3914585"/>
                </a:lnTo>
                <a:lnTo>
                  <a:pt x="503777" y="3928015"/>
                </a:lnTo>
                <a:close/>
                <a:moveTo>
                  <a:pt x="675418" y="4279202"/>
                </a:moveTo>
                <a:cubicBezTo>
                  <a:pt x="675418" y="4282059"/>
                  <a:pt x="672751" y="4284440"/>
                  <a:pt x="669512" y="4284440"/>
                </a:cubicBezTo>
                <a:lnTo>
                  <a:pt x="659416" y="4284440"/>
                </a:lnTo>
                <a:cubicBezTo>
                  <a:pt x="656177" y="4284440"/>
                  <a:pt x="653510" y="4282059"/>
                  <a:pt x="653510" y="4279202"/>
                </a:cubicBezTo>
                <a:lnTo>
                  <a:pt x="653510" y="4270915"/>
                </a:lnTo>
                <a:lnTo>
                  <a:pt x="675323" y="4270915"/>
                </a:lnTo>
                <a:lnTo>
                  <a:pt x="675323" y="4279202"/>
                </a:lnTo>
                <a:close/>
                <a:moveTo>
                  <a:pt x="669512" y="4235006"/>
                </a:moveTo>
                <a:cubicBezTo>
                  <a:pt x="672751" y="4235006"/>
                  <a:pt x="675418" y="4237387"/>
                  <a:pt x="675418" y="4240245"/>
                </a:cubicBezTo>
                <a:lnTo>
                  <a:pt x="675418" y="4246340"/>
                </a:lnTo>
                <a:lnTo>
                  <a:pt x="653606" y="4246340"/>
                </a:lnTo>
                <a:lnTo>
                  <a:pt x="653606" y="4240245"/>
                </a:lnTo>
                <a:cubicBezTo>
                  <a:pt x="653606" y="4237387"/>
                  <a:pt x="656273" y="4235006"/>
                  <a:pt x="659511" y="4235006"/>
                </a:cubicBezTo>
                <a:lnTo>
                  <a:pt x="669608" y="4235006"/>
                </a:lnTo>
                <a:close/>
                <a:moveTo>
                  <a:pt x="928497" y="2317528"/>
                </a:moveTo>
                <a:lnTo>
                  <a:pt x="934784" y="2324291"/>
                </a:lnTo>
                <a:lnTo>
                  <a:pt x="929545" y="2329148"/>
                </a:lnTo>
                <a:lnTo>
                  <a:pt x="923258" y="2322386"/>
                </a:lnTo>
                <a:lnTo>
                  <a:pt x="928497" y="2317528"/>
                </a:lnTo>
                <a:close/>
                <a:moveTo>
                  <a:pt x="611791" y="4339019"/>
                </a:moveTo>
                <a:lnTo>
                  <a:pt x="615887" y="4339019"/>
                </a:lnTo>
                <a:cubicBezTo>
                  <a:pt x="619601" y="4339019"/>
                  <a:pt x="622745" y="4335971"/>
                  <a:pt x="622745" y="4332256"/>
                </a:cubicBezTo>
                <a:lnTo>
                  <a:pt x="622745" y="4319588"/>
                </a:lnTo>
                <a:cubicBezTo>
                  <a:pt x="622745" y="4315873"/>
                  <a:pt x="619697" y="4312730"/>
                  <a:pt x="615887" y="4312730"/>
                </a:cubicBezTo>
                <a:lnTo>
                  <a:pt x="611791" y="4312730"/>
                </a:lnTo>
                <a:lnTo>
                  <a:pt x="611791" y="4169855"/>
                </a:lnTo>
                <a:lnTo>
                  <a:pt x="466058" y="4001167"/>
                </a:lnTo>
                <a:cubicBezTo>
                  <a:pt x="469011" y="3998500"/>
                  <a:pt x="470345" y="3994213"/>
                  <a:pt x="468916" y="3990118"/>
                </a:cubicBezTo>
                <a:cubicBezTo>
                  <a:pt x="467011" y="3984784"/>
                  <a:pt x="461201" y="3981926"/>
                  <a:pt x="455867" y="3983831"/>
                </a:cubicBezTo>
                <a:cubicBezTo>
                  <a:pt x="450533" y="3985736"/>
                  <a:pt x="447675" y="3991547"/>
                  <a:pt x="449580" y="3996880"/>
                </a:cubicBezTo>
                <a:cubicBezTo>
                  <a:pt x="451485" y="4002215"/>
                  <a:pt x="457295" y="4005072"/>
                  <a:pt x="462629" y="4003167"/>
                </a:cubicBezTo>
                <a:cubicBezTo>
                  <a:pt x="463010" y="4003072"/>
                  <a:pt x="463296" y="4002786"/>
                  <a:pt x="463677" y="4002596"/>
                </a:cubicBezTo>
                <a:lnTo>
                  <a:pt x="462248" y="4003834"/>
                </a:lnTo>
                <a:lnTo>
                  <a:pt x="607124" y="4171569"/>
                </a:lnTo>
                <a:lnTo>
                  <a:pt x="607124" y="4312730"/>
                </a:lnTo>
                <a:lnTo>
                  <a:pt x="603314" y="4312730"/>
                </a:lnTo>
                <a:cubicBezTo>
                  <a:pt x="599599" y="4312730"/>
                  <a:pt x="596456" y="4315778"/>
                  <a:pt x="596456" y="4319588"/>
                </a:cubicBezTo>
                <a:lnTo>
                  <a:pt x="596456" y="4332256"/>
                </a:lnTo>
                <a:cubicBezTo>
                  <a:pt x="596456" y="4335971"/>
                  <a:pt x="599504" y="4339019"/>
                  <a:pt x="603314" y="4339019"/>
                </a:cubicBezTo>
                <a:lnTo>
                  <a:pt x="607124" y="4339019"/>
                </a:lnTo>
                <a:lnTo>
                  <a:pt x="607124" y="4351496"/>
                </a:lnTo>
                <a:lnTo>
                  <a:pt x="458819" y="4478084"/>
                </a:lnTo>
                <a:lnTo>
                  <a:pt x="250508" y="4479608"/>
                </a:lnTo>
                <a:lnTo>
                  <a:pt x="190691" y="4427696"/>
                </a:lnTo>
                <a:cubicBezTo>
                  <a:pt x="190976" y="4427220"/>
                  <a:pt x="191357" y="4426744"/>
                  <a:pt x="191548" y="4426172"/>
                </a:cubicBezTo>
                <a:cubicBezTo>
                  <a:pt x="192405" y="4423696"/>
                  <a:pt x="192310" y="4421029"/>
                  <a:pt x="191167" y="4418648"/>
                </a:cubicBezTo>
                <a:cubicBezTo>
                  <a:pt x="190024" y="4416267"/>
                  <a:pt x="188024" y="4414552"/>
                  <a:pt x="185547" y="4413599"/>
                </a:cubicBezTo>
                <a:cubicBezTo>
                  <a:pt x="183070" y="4412742"/>
                  <a:pt x="180404" y="4412837"/>
                  <a:pt x="178022" y="4413980"/>
                </a:cubicBezTo>
                <a:cubicBezTo>
                  <a:pt x="175641" y="4415123"/>
                  <a:pt x="173927" y="4417124"/>
                  <a:pt x="172974" y="4419600"/>
                </a:cubicBezTo>
                <a:cubicBezTo>
                  <a:pt x="171164" y="4424744"/>
                  <a:pt x="173927" y="4430268"/>
                  <a:pt x="178975" y="4432078"/>
                </a:cubicBezTo>
                <a:cubicBezTo>
                  <a:pt x="180023" y="4432459"/>
                  <a:pt x="181166" y="4432649"/>
                  <a:pt x="182213" y="4432649"/>
                </a:cubicBezTo>
                <a:cubicBezTo>
                  <a:pt x="183642" y="4432649"/>
                  <a:pt x="185166" y="4432364"/>
                  <a:pt x="186500" y="4431697"/>
                </a:cubicBezTo>
                <a:cubicBezTo>
                  <a:pt x="186785" y="4431506"/>
                  <a:pt x="187071" y="4431221"/>
                  <a:pt x="187357" y="4431030"/>
                </a:cubicBezTo>
                <a:lnTo>
                  <a:pt x="248031" y="4483608"/>
                </a:lnTo>
                <a:lnTo>
                  <a:pt x="248698" y="4484180"/>
                </a:lnTo>
                <a:lnTo>
                  <a:pt x="459677" y="4482561"/>
                </a:lnTo>
                <a:lnTo>
                  <a:pt x="460534" y="4482561"/>
                </a:lnTo>
                <a:cubicBezTo>
                  <a:pt x="460534" y="4482561"/>
                  <a:pt x="611886" y="4353402"/>
                  <a:pt x="611886" y="4353402"/>
                </a:cubicBezTo>
                <a:lnTo>
                  <a:pt x="611886" y="4338733"/>
                </a:lnTo>
                <a:close/>
                <a:moveTo>
                  <a:pt x="186976" y="4424744"/>
                </a:moveTo>
                <a:lnTo>
                  <a:pt x="186976" y="4424744"/>
                </a:lnTo>
                <a:cubicBezTo>
                  <a:pt x="186500" y="4425982"/>
                  <a:pt x="185642" y="4427030"/>
                  <a:pt x="184404" y="4427601"/>
                </a:cubicBezTo>
                <a:cubicBezTo>
                  <a:pt x="183166" y="4428173"/>
                  <a:pt x="181832" y="4428268"/>
                  <a:pt x="180499" y="4427792"/>
                </a:cubicBezTo>
                <a:cubicBezTo>
                  <a:pt x="177832" y="4426839"/>
                  <a:pt x="176498" y="4423982"/>
                  <a:pt x="177356" y="4421315"/>
                </a:cubicBezTo>
                <a:cubicBezTo>
                  <a:pt x="177832" y="4420077"/>
                  <a:pt x="178689" y="4419029"/>
                  <a:pt x="179927" y="4418457"/>
                </a:cubicBezTo>
                <a:cubicBezTo>
                  <a:pt x="180594" y="4418076"/>
                  <a:pt x="181356" y="4417981"/>
                  <a:pt x="182118" y="4417981"/>
                </a:cubicBezTo>
                <a:cubicBezTo>
                  <a:pt x="182690" y="4417981"/>
                  <a:pt x="183261" y="4417981"/>
                  <a:pt x="183833" y="4418267"/>
                </a:cubicBezTo>
                <a:cubicBezTo>
                  <a:pt x="185071" y="4418743"/>
                  <a:pt x="186119" y="4419600"/>
                  <a:pt x="186690" y="4420838"/>
                </a:cubicBezTo>
                <a:cubicBezTo>
                  <a:pt x="187262" y="4422077"/>
                  <a:pt x="187357" y="4423410"/>
                  <a:pt x="186881" y="4424744"/>
                </a:cubicBezTo>
                <a:close/>
                <a:moveTo>
                  <a:pt x="603218" y="4334256"/>
                </a:moveTo>
                <a:cubicBezTo>
                  <a:pt x="602075" y="4334256"/>
                  <a:pt x="601123" y="4333304"/>
                  <a:pt x="601123" y="4332256"/>
                </a:cubicBezTo>
                <a:lnTo>
                  <a:pt x="601123" y="4319588"/>
                </a:lnTo>
                <a:cubicBezTo>
                  <a:pt x="601123" y="4318445"/>
                  <a:pt x="602075" y="4317492"/>
                  <a:pt x="603218" y="4317492"/>
                </a:cubicBezTo>
                <a:lnTo>
                  <a:pt x="615887" y="4317492"/>
                </a:lnTo>
                <a:cubicBezTo>
                  <a:pt x="617029" y="4317492"/>
                  <a:pt x="617982" y="4318445"/>
                  <a:pt x="617982" y="4319588"/>
                </a:cubicBezTo>
                <a:lnTo>
                  <a:pt x="617982" y="4332256"/>
                </a:lnTo>
                <a:cubicBezTo>
                  <a:pt x="617982" y="4333399"/>
                  <a:pt x="617029" y="4334256"/>
                  <a:pt x="615887" y="4334256"/>
                </a:cubicBezTo>
                <a:lnTo>
                  <a:pt x="603218" y="4334256"/>
                </a:lnTo>
                <a:close/>
                <a:moveTo>
                  <a:pt x="627221" y="4379119"/>
                </a:moveTo>
                <a:lnTo>
                  <a:pt x="633984" y="4373213"/>
                </a:lnTo>
                <a:lnTo>
                  <a:pt x="638747" y="4378547"/>
                </a:lnTo>
                <a:lnTo>
                  <a:pt x="631984" y="4384453"/>
                </a:lnTo>
                <a:lnTo>
                  <a:pt x="627221" y="4379119"/>
                </a:lnTo>
                <a:close/>
                <a:moveTo>
                  <a:pt x="914972" y="11240"/>
                </a:moveTo>
                <a:lnTo>
                  <a:pt x="1066324" y="11240"/>
                </a:lnTo>
                <a:lnTo>
                  <a:pt x="1075087" y="20574"/>
                </a:lnTo>
                <a:lnTo>
                  <a:pt x="1075087" y="105537"/>
                </a:lnTo>
                <a:cubicBezTo>
                  <a:pt x="1069181" y="106680"/>
                  <a:pt x="1064609" y="111633"/>
                  <a:pt x="1064609" y="117920"/>
                </a:cubicBezTo>
                <a:cubicBezTo>
                  <a:pt x="1064609" y="124968"/>
                  <a:pt x="1070324" y="130778"/>
                  <a:pt x="1077468" y="130778"/>
                </a:cubicBezTo>
                <a:cubicBezTo>
                  <a:pt x="1084612" y="130778"/>
                  <a:pt x="1090327" y="125063"/>
                  <a:pt x="1090327" y="117920"/>
                </a:cubicBezTo>
                <a:cubicBezTo>
                  <a:pt x="1090327" y="111728"/>
                  <a:pt x="1085755" y="106680"/>
                  <a:pt x="1079849" y="105537"/>
                </a:cubicBezTo>
                <a:lnTo>
                  <a:pt x="1079849" y="18764"/>
                </a:lnTo>
                <a:lnTo>
                  <a:pt x="1068324" y="6477"/>
                </a:lnTo>
                <a:lnTo>
                  <a:pt x="917067" y="6477"/>
                </a:lnTo>
                <a:lnTo>
                  <a:pt x="911543" y="95"/>
                </a:lnTo>
                <a:lnTo>
                  <a:pt x="905256" y="95"/>
                </a:lnTo>
                <a:lnTo>
                  <a:pt x="914876" y="11240"/>
                </a:lnTo>
                <a:close/>
                <a:moveTo>
                  <a:pt x="1085660" y="117920"/>
                </a:moveTo>
                <a:cubicBezTo>
                  <a:pt x="1085660" y="122396"/>
                  <a:pt x="1082040" y="126016"/>
                  <a:pt x="1077563" y="126016"/>
                </a:cubicBezTo>
                <a:cubicBezTo>
                  <a:pt x="1073087" y="126016"/>
                  <a:pt x="1069467" y="122396"/>
                  <a:pt x="1069467" y="117920"/>
                </a:cubicBezTo>
                <a:cubicBezTo>
                  <a:pt x="1069467" y="113443"/>
                  <a:pt x="1073087" y="109823"/>
                  <a:pt x="1077563" y="109823"/>
                </a:cubicBezTo>
                <a:cubicBezTo>
                  <a:pt x="1082040" y="109823"/>
                  <a:pt x="1085660" y="113443"/>
                  <a:pt x="1085660" y="117920"/>
                </a:cubicBezTo>
                <a:close/>
                <a:moveTo>
                  <a:pt x="838772" y="4401407"/>
                </a:moveTo>
                <a:lnTo>
                  <a:pt x="1052132" y="4401407"/>
                </a:lnTo>
                <a:lnTo>
                  <a:pt x="1071277" y="4423601"/>
                </a:lnTo>
                <a:lnTo>
                  <a:pt x="1191101" y="4423601"/>
                </a:lnTo>
                <a:cubicBezTo>
                  <a:pt x="1191292" y="4424648"/>
                  <a:pt x="1191578" y="4425696"/>
                  <a:pt x="1191959" y="4426744"/>
                </a:cubicBezTo>
                <a:cubicBezTo>
                  <a:pt x="1193387" y="4430363"/>
                  <a:pt x="1196245" y="4433126"/>
                  <a:pt x="1199769" y="4434650"/>
                </a:cubicBezTo>
                <a:cubicBezTo>
                  <a:pt x="1201579" y="4435412"/>
                  <a:pt x="1203484" y="4435793"/>
                  <a:pt x="1205389" y="4435793"/>
                </a:cubicBezTo>
                <a:cubicBezTo>
                  <a:pt x="1207294" y="4435793"/>
                  <a:pt x="1209104" y="4435412"/>
                  <a:pt x="1210913" y="4434745"/>
                </a:cubicBezTo>
                <a:cubicBezTo>
                  <a:pt x="1214533" y="4433316"/>
                  <a:pt x="1217295" y="4430459"/>
                  <a:pt x="1218819" y="4426935"/>
                </a:cubicBezTo>
                <a:cubicBezTo>
                  <a:pt x="1220343" y="4423315"/>
                  <a:pt x="1220343" y="4419410"/>
                  <a:pt x="1218819" y="4415790"/>
                </a:cubicBezTo>
                <a:cubicBezTo>
                  <a:pt x="1217390" y="4412171"/>
                  <a:pt x="1214533" y="4409409"/>
                  <a:pt x="1211009" y="4407885"/>
                </a:cubicBezTo>
                <a:cubicBezTo>
                  <a:pt x="1207389" y="4406361"/>
                  <a:pt x="1203484" y="4406361"/>
                  <a:pt x="1199864" y="4407885"/>
                </a:cubicBezTo>
                <a:cubicBezTo>
                  <a:pt x="1196245" y="4409313"/>
                  <a:pt x="1193483" y="4412171"/>
                  <a:pt x="1191959" y="4415695"/>
                </a:cubicBezTo>
                <a:cubicBezTo>
                  <a:pt x="1191482" y="4416743"/>
                  <a:pt x="1191197" y="4417886"/>
                  <a:pt x="1191101" y="4418934"/>
                </a:cubicBezTo>
                <a:lnTo>
                  <a:pt x="1073468" y="4418934"/>
                </a:lnTo>
                <a:lnTo>
                  <a:pt x="1054322" y="4396740"/>
                </a:lnTo>
                <a:lnTo>
                  <a:pt x="840772" y="4396740"/>
                </a:lnTo>
                <a:lnTo>
                  <a:pt x="832104" y="4388072"/>
                </a:lnTo>
                <a:lnTo>
                  <a:pt x="832104" y="4331875"/>
                </a:lnTo>
                <a:cubicBezTo>
                  <a:pt x="836295" y="4330827"/>
                  <a:pt x="839534" y="4327112"/>
                  <a:pt x="839534" y="4322636"/>
                </a:cubicBezTo>
                <a:cubicBezTo>
                  <a:pt x="839534" y="4318159"/>
                  <a:pt x="836390" y="4314444"/>
                  <a:pt x="832104" y="4313396"/>
                </a:cubicBezTo>
                <a:lnTo>
                  <a:pt x="832104" y="4170045"/>
                </a:lnTo>
                <a:lnTo>
                  <a:pt x="670560" y="3983450"/>
                </a:lnTo>
                <a:cubicBezTo>
                  <a:pt x="674275" y="3980117"/>
                  <a:pt x="675799" y="3974783"/>
                  <a:pt x="674084" y="3969925"/>
                </a:cubicBezTo>
                <a:cubicBezTo>
                  <a:pt x="671798" y="3963353"/>
                  <a:pt x="664559" y="3959924"/>
                  <a:pt x="657987" y="3962114"/>
                </a:cubicBezTo>
                <a:cubicBezTo>
                  <a:pt x="651415" y="3964400"/>
                  <a:pt x="647891" y="3971639"/>
                  <a:pt x="650272" y="3978212"/>
                </a:cubicBezTo>
                <a:cubicBezTo>
                  <a:pt x="652082" y="3983450"/>
                  <a:pt x="657035" y="3986689"/>
                  <a:pt x="662178" y="3986689"/>
                </a:cubicBezTo>
                <a:cubicBezTo>
                  <a:pt x="663512" y="3986689"/>
                  <a:pt x="664940" y="3986498"/>
                  <a:pt x="666369" y="3986022"/>
                </a:cubicBezTo>
                <a:lnTo>
                  <a:pt x="666369" y="3986022"/>
                </a:lnTo>
                <a:cubicBezTo>
                  <a:pt x="666369" y="3986022"/>
                  <a:pt x="666369" y="3986022"/>
                  <a:pt x="666464" y="3986022"/>
                </a:cubicBezTo>
                <a:lnTo>
                  <a:pt x="827437" y="4171950"/>
                </a:lnTo>
                <a:lnTo>
                  <a:pt x="827437" y="4313587"/>
                </a:lnTo>
                <a:cubicBezTo>
                  <a:pt x="823246" y="4314635"/>
                  <a:pt x="820007" y="4318349"/>
                  <a:pt x="820007" y="4322826"/>
                </a:cubicBezTo>
                <a:cubicBezTo>
                  <a:pt x="820007" y="4327303"/>
                  <a:pt x="823151" y="4331018"/>
                  <a:pt x="827437" y="4332065"/>
                </a:cubicBezTo>
                <a:lnTo>
                  <a:pt x="827437" y="4390263"/>
                </a:lnTo>
                <a:lnTo>
                  <a:pt x="838962" y="4401788"/>
                </a:lnTo>
                <a:close/>
                <a:moveTo>
                  <a:pt x="1196340" y="4417505"/>
                </a:moveTo>
                <a:cubicBezTo>
                  <a:pt x="1197388" y="4415123"/>
                  <a:pt x="1199198" y="4413219"/>
                  <a:pt x="1201674" y="4412266"/>
                </a:cubicBezTo>
                <a:cubicBezTo>
                  <a:pt x="1202912" y="4411790"/>
                  <a:pt x="1204151" y="4411504"/>
                  <a:pt x="1205389" y="4411504"/>
                </a:cubicBezTo>
                <a:cubicBezTo>
                  <a:pt x="1206627" y="4411504"/>
                  <a:pt x="1207961" y="4411790"/>
                  <a:pt x="1209199" y="4412266"/>
                </a:cubicBezTo>
                <a:cubicBezTo>
                  <a:pt x="1211580" y="4413314"/>
                  <a:pt x="1213485" y="4415123"/>
                  <a:pt x="1214438" y="4417600"/>
                </a:cubicBezTo>
                <a:cubicBezTo>
                  <a:pt x="1215390" y="4419981"/>
                  <a:pt x="1215390" y="4422648"/>
                  <a:pt x="1214438" y="4425125"/>
                </a:cubicBezTo>
                <a:cubicBezTo>
                  <a:pt x="1213390" y="4427506"/>
                  <a:pt x="1211580" y="4429411"/>
                  <a:pt x="1209104" y="4430363"/>
                </a:cubicBezTo>
                <a:cubicBezTo>
                  <a:pt x="1206722" y="4431411"/>
                  <a:pt x="1204055" y="4431316"/>
                  <a:pt x="1201579" y="4430363"/>
                </a:cubicBezTo>
                <a:cubicBezTo>
                  <a:pt x="1199198" y="4429316"/>
                  <a:pt x="1197293" y="4427506"/>
                  <a:pt x="1196340" y="4425029"/>
                </a:cubicBezTo>
                <a:cubicBezTo>
                  <a:pt x="1195388" y="4422648"/>
                  <a:pt x="1195388" y="4419981"/>
                  <a:pt x="1196340" y="4417505"/>
                </a:cubicBezTo>
                <a:close/>
                <a:moveTo>
                  <a:pt x="664654" y="3981260"/>
                </a:moveTo>
                <a:cubicBezTo>
                  <a:pt x="660559" y="3982688"/>
                  <a:pt x="656082" y="3980498"/>
                  <a:pt x="654653" y="3976402"/>
                </a:cubicBezTo>
                <a:cubicBezTo>
                  <a:pt x="653987" y="3974402"/>
                  <a:pt x="654082" y="3972306"/>
                  <a:pt x="655034" y="3970401"/>
                </a:cubicBezTo>
                <a:cubicBezTo>
                  <a:pt x="655987" y="3968496"/>
                  <a:pt x="657511" y="3967067"/>
                  <a:pt x="659511" y="3966401"/>
                </a:cubicBezTo>
                <a:cubicBezTo>
                  <a:pt x="660368" y="3966115"/>
                  <a:pt x="661226" y="3965924"/>
                  <a:pt x="662083" y="3965924"/>
                </a:cubicBezTo>
                <a:cubicBezTo>
                  <a:pt x="665321" y="3965924"/>
                  <a:pt x="668369" y="3967925"/>
                  <a:pt x="669512" y="3971163"/>
                </a:cubicBezTo>
                <a:cubicBezTo>
                  <a:pt x="670941" y="3975259"/>
                  <a:pt x="668750" y="3979736"/>
                  <a:pt x="664654" y="3981164"/>
                </a:cubicBezTo>
                <a:close/>
                <a:moveTo>
                  <a:pt x="824675" y="4322445"/>
                </a:moveTo>
                <a:cubicBezTo>
                  <a:pt x="824675" y="4319683"/>
                  <a:pt x="826961" y="4317397"/>
                  <a:pt x="829723" y="4317397"/>
                </a:cubicBezTo>
                <a:cubicBezTo>
                  <a:pt x="832485" y="4317397"/>
                  <a:pt x="834771" y="4319683"/>
                  <a:pt x="834771" y="4322445"/>
                </a:cubicBezTo>
                <a:cubicBezTo>
                  <a:pt x="834771" y="4325207"/>
                  <a:pt x="832485" y="4327494"/>
                  <a:pt x="829723" y="4327494"/>
                </a:cubicBezTo>
                <a:cubicBezTo>
                  <a:pt x="826961" y="4327494"/>
                  <a:pt x="824675" y="4325207"/>
                  <a:pt x="824675" y="4322445"/>
                </a:cubicBezTo>
                <a:close/>
                <a:moveTo>
                  <a:pt x="710089" y="92012"/>
                </a:moveTo>
                <a:lnTo>
                  <a:pt x="714851" y="92012"/>
                </a:lnTo>
                <a:lnTo>
                  <a:pt x="714851" y="110109"/>
                </a:lnTo>
                <a:lnTo>
                  <a:pt x="710089" y="110109"/>
                </a:lnTo>
                <a:lnTo>
                  <a:pt x="710089" y="92012"/>
                </a:lnTo>
                <a:close/>
                <a:moveTo>
                  <a:pt x="652844" y="220599"/>
                </a:moveTo>
                <a:lnTo>
                  <a:pt x="648081" y="220599"/>
                </a:lnTo>
                <a:lnTo>
                  <a:pt x="648081" y="202216"/>
                </a:lnTo>
                <a:lnTo>
                  <a:pt x="652844" y="202216"/>
                </a:lnTo>
                <a:lnTo>
                  <a:pt x="652844" y="220599"/>
                </a:lnTo>
                <a:close/>
                <a:moveTo>
                  <a:pt x="710089" y="128302"/>
                </a:moveTo>
                <a:lnTo>
                  <a:pt x="714851" y="128302"/>
                </a:lnTo>
                <a:lnTo>
                  <a:pt x="714851" y="146399"/>
                </a:lnTo>
                <a:lnTo>
                  <a:pt x="710089" y="146399"/>
                </a:lnTo>
                <a:lnTo>
                  <a:pt x="710089" y="128302"/>
                </a:lnTo>
                <a:close/>
                <a:moveTo>
                  <a:pt x="714851" y="37624"/>
                </a:moveTo>
                <a:lnTo>
                  <a:pt x="710089" y="37624"/>
                </a:lnTo>
                <a:lnTo>
                  <a:pt x="710089" y="19526"/>
                </a:lnTo>
                <a:lnTo>
                  <a:pt x="714851" y="19526"/>
                </a:lnTo>
                <a:lnTo>
                  <a:pt x="714851" y="37624"/>
                </a:lnTo>
                <a:close/>
                <a:moveTo>
                  <a:pt x="741045" y="167069"/>
                </a:moveTo>
                <a:lnTo>
                  <a:pt x="741045" y="168021"/>
                </a:lnTo>
                <a:lnTo>
                  <a:pt x="754285" y="182499"/>
                </a:lnTo>
                <a:lnTo>
                  <a:pt x="754285" y="221552"/>
                </a:lnTo>
                <a:lnTo>
                  <a:pt x="733520" y="240030"/>
                </a:lnTo>
                <a:cubicBezTo>
                  <a:pt x="729996" y="237744"/>
                  <a:pt x="725615" y="237744"/>
                  <a:pt x="722090" y="239935"/>
                </a:cubicBezTo>
                <a:lnTo>
                  <a:pt x="716947" y="234410"/>
                </a:lnTo>
                <a:lnTo>
                  <a:pt x="713423" y="237649"/>
                </a:lnTo>
                <a:lnTo>
                  <a:pt x="718661" y="243269"/>
                </a:lnTo>
                <a:cubicBezTo>
                  <a:pt x="715994" y="247460"/>
                  <a:pt x="716280" y="253079"/>
                  <a:pt x="719995" y="256794"/>
                </a:cubicBezTo>
                <a:cubicBezTo>
                  <a:pt x="722090" y="258890"/>
                  <a:pt x="724948" y="260033"/>
                  <a:pt x="727710" y="260033"/>
                </a:cubicBezTo>
                <a:cubicBezTo>
                  <a:pt x="730091" y="260033"/>
                  <a:pt x="732473" y="259080"/>
                  <a:pt x="734473" y="257461"/>
                </a:cubicBezTo>
                <a:lnTo>
                  <a:pt x="748094" y="272606"/>
                </a:lnTo>
                <a:lnTo>
                  <a:pt x="747903" y="326612"/>
                </a:lnTo>
                <a:lnTo>
                  <a:pt x="831818" y="425863"/>
                </a:lnTo>
                <a:lnTo>
                  <a:pt x="915638" y="425863"/>
                </a:lnTo>
                <a:cubicBezTo>
                  <a:pt x="915829" y="426720"/>
                  <a:pt x="915924" y="427577"/>
                  <a:pt x="916400" y="428435"/>
                </a:cubicBezTo>
                <a:cubicBezTo>
                  <a:pt x="917734" y="431006"/>
                  <a:pt x="920020" y="433007"/>
                  <a:pt x="922782" y="433864"/>
                </a:cubicBezTo>
                <a:cubicBezTo>
                  <a:pt x="923925" y="434245"/>
                  <a:pt x="925068" y="434435"/>
                  <a:pt x="926211" y="434435"/>
                </a:cubicBezTo>
                <a:cubicBezTo>
                  <a:pt x="927926" y="434435"/>
                  <a:pt x="929545" y="434054"/>
                  <a:pt x="931164" y="433292"/>
                </a:cubicBezTo>
                <a:cubicBezTo>
                  <a:pt x="936593" y="430530"/>
                  <a:pt x="938689" y="423958"/>
                  <a:pt x="936022" y="418624"/>
                </a:cubicBezTo>
                <a:cubicBezTo>
                  <a:pt x="933260" y="413290"/>
                  <a:pt x="926687" y="411099"/>
                  <a:pt x="921353" y="413766"/>
                </a:cubicBezTo>
                <a:cubicBezTo>
                  <a:pt x="918782" y="415100"/>
                  <a:pt x="916781" y="417386"/>
                  <a:pt x="915924" y="420148"/>
                </a:cubicBezTo>
                <a:cubicBezTo>
                  <a:pt x="915829" y="420529"/>
                  <a:pt x="915924" y="420814"/>
                  <a:pt x="915829" y="421196"/>
                </a:cubicBezTo>
                <a:lnTo>
                  <a:pt x="834295" y="421196"/>
                </a:lnTo>
                <a:lnTo>
                  <a:pt x="752951" y="324993"/>
                </a:lnTo>
                <a:lnTo>
                  <a:pt x="753142" y="270891"/>
                </a:lnTo>
                <a:lnTo>
                  <a:pt x="737711" y="253841"/>
                </a:lnTo>
                <a:cubicBezTo>
                  <a:pt x="739235" y="250508"/>
                  <a:pt x="739045" y="246698"/>
                  <a:pt x="737045" y="243554"/>
                </a:cubicBezTo>
                <a:lnTo>
                  <a:pt x="759238" y="223838"/>
                </a:lnTo>
                <a:lnTo>
                  <a:pt x="759238" y="180880"/>
                </a:lnTo>
                <a:lnTo>
                  <a:pt x="745998" y="166307"/>
                </a:lnTo>
                <a:lnTo>
                  <a:pt x="745808" y="286"/>
                </a:lnTo>
                <a:lnTo>
                  <a:pt x="741045" y="286"/>
                </a:lnTo>
                <a:lnTo>
                  <a:pt x="741236" y="167259"/>
                </a:lnTo>
                <a:close/>
                <a:moveTo>
                  <a:pt x="732187" y="253365"/>
                </a:moveTo>
                <a:cubicBezTo>
                  <a:pt x="729806" y="255746"/>
                  <a:pt x="725900" y="255746"/>
                  <a:pt x="723424" y="253365"/>
                </a:cubicBezTo>
                <a:cubicBezTo>
                  <a:pt x="721043" y="250984"/>
                  <a:pt x="721043" y="247079"/>
                  <a:pt x="723424" y="244602"/>
                </a:cubicBezTo>
                <a:cubicBezTo>
                  <a:pt x="724662" y="243364"/>
                  <a:pt x="726186" y="242792"/>
                  <a:pt x="727805" y="242792"/>
                </a:cubicBezTo>
                <a:cubicBezTo>
                  <a:pt x="729425" y="242792"/>
                  <a:pt x="730949" y="243364"/>
                  <a:pt x="732187" y="244602"/>
                </a:cubicBezTo>
                <a:cubicBezTo>
                  <a:pt x="734568" y="246983"/>
                  <a:pt x="734568" y="250889"/>
                  <a:pt x="732187" y="253365"/>
                </a:cubicBezTo>
                <a:close/>
                <a:moveTo>
                  <a:pt x="920306" y="421577"/>
                </a:moveTo>
                <a:cubicBezTo>
                  <a:pt x="920782" y="419957"/>
                  <a:pt x="921925" y="418719"/>
                  <a:pt x="923354" y="417957"/>
                </a:cubicBezTo>
                <a:cubicBezTo>
                  <a:pt x="924211" y="417481"/>
                  <a:pt x="925163" y="417290"/>
                  <a:pt x="926116" y="417290"/>
                </a:cubicBezTo>
                <a:cubicBezTo>
                  <a:pt x="928402" y="417290"/>
                  <a:pt x="930593" y="418529"/>
                  <a:pt x="931640" y="420719"/>
                </a:cubicBezTo>
                <a:cubicBezTo>
                  <a:pt x="933164" y="423767"/>
                  <a:pt x="931926" y="427482"/>
                  <a:pt x="928878" y="429006"/>
                </a:cubicBezTo>
                <a:cubicBezTo>
                  <a:pt x="927449" y="429768"/>
                  <a:pt x="925735" y="429863"/>
                  <a:pt x="924116" y="429387"/>
                </a:cubicBezTo>
                <a:cubicBezTo>
                  <a:pt x="922592" y="428911"/>
                  <a:pt x="921258" y="427768"/>
                  <a:pt x="920496" y="426339"/>
                </a:cubicBezTo>
                <a:cubicBezTo>
                  <a:pt x="919734" y="424910"/>
                  <a:pt x="919639" y="423196"/>
                  <a:pt x="920115" y="421577"/>
                </a:cubicBezTo>
                <a:close/>
                <a:moveTo>
                  <a:pt x="710089" y="55721"/>
                </a:moveTo>
                <a:lnTo>
                  <a:pt x="714851" y="55721"/>
                </a:lnTo>
                <a:lnTo>
                  <a:pt x="714851" y="73819"/>
                </a:lnTo>
                <a:lnTo>
                  <a:pt x="710089" y="73819"/>
                </a:lnTo>
                <a:lnTo>
                  <a:pt x="710089" y="55721"/>
                </a:lnTo>
                <a:close/>
                <a:moveTo>
                  <a:pt x="2016728" y="4403408"/>
                </a:moveTo>
                <a:cubicBezTo>
                  <a:pt x="2014252" y="4405408"/>
                  <a:pt x="2012728" y="4408265"/>
                  <a:pt x="2012347" y="4411504"/>
                </a:cubicBezTo>
                <a:cubicBezTo>
                  <a:pt x="2011966" y="4414743"/>
                  <a:pt x="2012918" y="4417981"/>
                  <a:pt x="2015014" y="4420553"/>
                </a:cubicBezTo>
                <a:cubicBezTo>
                  <a:pt x="2017109" y="4423124"/>
                  <a:pt x="2019967" y="4424744"/>
                  <a:pt x="2023205" y="4425029"/>
                </a:cubicBezTo>
                <a:cubicBezTo>
                  <a:pt x="2023682" y="4425029"/>
                  <a:pt x="2024063" y="4425029"/>
                  <a:pt x="2024539" y="4425029"/>
                </a:cubicBezTo>
                <a:cubicBezTo>
                  <a:pt x="2024634" y="4425029"/>
                  <a:pt x="2024825" y="4425029"/>
                  <a:pt x="2024920" y="4425029"/>
                </a:cubicBezTo>
                <a:lnTo>
                  <a:pt x="2025587" y="4453319"/>
                </a:lnTo>
                <a:lnTo>
                  <a:pt x="2048637" y="4482084"/>
                </a:lnTo>
                <a:lnTo>
                  <a:pt x="2175129" y="4482465"/>
                </a:lnTo>
                <a:lnTo>
                  <a:pt x="2183511" y="4475321"/>
                </a:lnTo>
                <a:cubicBezTo>
                  <a:pt x="2184559" y="4476274"/>
                  <a:pt x="2185607" y="4477131"/>
                  <a:pt x="2186940" y="4477607"/>
                </a:cubicBezTo>
                <a:cubicBezTo>
                  <a:pt x="2188464" y="4478274"/>
                  <a:pt x="2190083" y="4478560"/>
                  <a:pt x="2191703" y="4478560"/>
                </a:cubicBezTo>
                <a:cubicBezTo>
                  <a:pt x="2193322" y="4478560"/>
                  <a:pt x="2194846" y="4478274"/>
                  <a:pt x="2196370" y="4477607"/>
                </a:cubicBezTo>
                <a:cubicBezTo>
                  <a:pt x="2202656" y="4475036"/>
                  <a:pt x="2205609" y="4467892"/>
                  <a:pt x="2203037" y="4461605"/>
                </a:cubicBezTo>
                <a:cubicBezTo>
                  <a:pt x="2201799" y="4458557"/>
                  <a:pt x="2199418" y="4456176"/>
                  <a:pt x="2196465" y="4454938"/>
                </a:cubicBezTo>
                <a:cubicBezTo>
                  <a:pt x="2193417" y="4453700"/>
                  <a:pt x="2190083" y="4453700"/>
                  <a:pt x="2187131" y="4454938"/>
                </a:cubicBezTo>
                <a:cubicBezTo>
                  <a:pt x="2184083" y="4456176"/>
                  <a:pt x="2181701" y="4458557"/>
                  <a:pt x="2180463" y="4461510"/>
                </a:cubicBezTo>
                <a:cubicBezTo>
                  <a:pt x="2179225" y="4464558"/>
                  <a:pt x="2179225" y="4467892"/>
                  <a:pt x="2180463" y="4470845"/>
                </a:cubicBezTo>
                <a:cubicBezTo>
                  <a:pt x="2180463" y="4471035"/>
                  <a:pt x="2180654" y="4471130"/>
                  <a:pt x="2180749" y="4471226"/>
                </a:cubicBezTo>
                <a:lnTo>
                  <a:pt x="2173510" y="4477417"/>
                </a:lnTo>
                <a:lnTo>
                  <a:pt x="2051209" y="4477036"/>
                </a:lnTo>
                <a:lnTo>
                  <a:pt x="2030730" y="4451414"/>
                </a:lnTo>
                <a:lnTo>
                  <a:pt x="2030063" y="4423601"/>
                </a:lnTo>
                <a:cubicBezTo>
                  <a:pt x="2030921" y="4423220"/>
                  <a:pt x="2031778" y="4422839"/>
                  <a:pt x="2032445" y="4422267"/>
                </a:cubicBezTo>
                <a:cubicBezTo>
                  <a:pt x="2035016" y="4420172"/>
                  <a:pt x="2036636" y="4417314"/>
                  <a:pt x="2036921" y="4414076"/>
                </a:cubicBezTo>
                <a:cubicBezTo>
                  <a:pt x="2037302" y="4410837"/>
                  <a:pt x="2036350" y="4407599"/>
                  <a:pt x="2034254" y="4405027"/>
                </a:cubicBezTo>
                <a:cubicBezTo>
                  <a:pt x="2032159" y="4402455"/>
                  <a:pt x="2029301" y="4400836"/>
                  <a:pt x="2026063" y="4400550"/>
                </a:cubicBezTo>
                <a:cubicBezTo>
                  <a:pt x="2024444" y="4400360"/>
                  <a:pt x="2022920" y="4400550"/>
                  <a:pt x="2021396" y="4400931"/>
                </a:cubicBezTo>
                <a:lnTo>
                  <a:pt x="2004251" y="4381786"/>
                </a:lnTo>
                <a:lnTo>
                  <a:pt x="1971103" y="4382262"/>
                </a:lnTo>
                <a:lnTo>
                  <a:pt x="1955673" y="4400455"/>
                </a:lnTo>
                <a:lnTo>
                  <a:pt x="1955673" y="4493419"/>
                </a:lnTo>
                <a:cubicBezTo>
                  <a:pt x="1953482" y="4494371"/>
                  <a:pt x="1951863" y="4496562"/>
                  <a:pt x="1951863" y="4499134"/>
                </a:cubicBezTo>
                <a:lnTo>
                  <a:pt x="1951863" y="4518660"/>
                </a:lnTo>
                <a:cubicBezTo>
                  <a:pt x="1951863" y="4522089"/>
                  <a:pt x="1954625" y="4524947"/>
                  <a:pt x="1958150" y="4524947"/>
                </a:cubicBezTo>
                <a:cubicBezTo>
                  <a:pt x="1961674" y="4524947"/>
                  <a:pt x="1964436" y="4522185"/>
                  <a:pt x="1964436" y="4518660"/>
                </a:cubicBezTo>
                <a:lnTo>
                  <a:pt x="1964436" y="4499134"/>
                </a:lnTo>
                <a:cubicBezTo>
                  <a:pt x="1964436" y="4496562"/>
                  <a:pt x="1962912" y="4494371"/>
                  <a:pt x="1960626" y="4493419"/>
                </a:cubicBezTo>
                <a:lnTo>
                  <a:pt x="1960626" y="4402170"/>
                </a:lnTo>
                <a:lnTo>
                  <a:pt x="1973675" y="4387215"/>
                </a:lnTo>
                <a:lnTo>
                  <a:pt x="2001965" y="4386834"/>
                </a:lnTo>
                <a:lnTo>
                  <a:pt x="2017014" y="4403408"/>
                </a:lnTo>
                <a:close/>
                <a:moveTo>
                  <a:pt x="2188845" y="4459510"/>
                </a:moveTo>
                <a:cubicBezTo>
                  <a:pt x="2189702" y="4459129"/>
                  <a:pt x="2190655" y="4458938"/>
                  <a:pt x="2191607" y="4458938"/>
                </a:cubicBezTo>
                <a:cubicBezTo>
                  <a:pt x="2192560" y="4458938"/>
                  <a:pt x="2193512" y="4459129"/>
                  <a:pt x="2194465" y="4459510"/>
                </a:cubicBezTo>
                <a:cubicBezTo>
                  <a:pt x="2196275" y="4460272"/>
                  <a:pt x="2197703" y="4461701"/>
                  <a:pt x="2198465" y="4463511"/>
                </a:cubicBezTo>
                <a:cubicBezTo>
                  <a:pt x="2199989" y="4467225"/>
                  <a:pt x="2198180" y="4471607"/>
                  <a:pt x="2194465" y="4473131"/>
                </a:cubicBezTo>
                <a:cubicBezTo>
                  <a:pt x="2192655" y="4473893"/>
                  <a:pt x="2190655" y="4473893"/>
                  <a:pt x="2188845" y="4473131"/>
                </a:cubicBezTo>
                <a:cubicBezTo>
                  <a:pt x="2187035" y="4472369"/>
                  <a:pt x="2185607" y="4470940"/>
                  <a:pt x="2184845" y="4469130"/>
                </a:cubicBezTo>
                <a:cubicBezTo>
                  <a:pt x="2183321" y="4465415"/>
                  <a:pt x="2185130" y="4461034"/>
                  <a:pt x="2188845" y="4459510"/>
                </a:cubicBezTo>
                <a:close/>
                <a:moveTo>
                  <a:pt x="2019872" y="4407027"/>
                </a:moveTo>
                <a:cubicBezTo>
                  <a:pt x="2021205" y="4405979"/>
                  <a:pt x="2022824" y="4405408"/>
                  <a:pt x="2024444" y="4405408"/>
                </a:cubicBezTo>
                <a:cubicBezTo>
                  <a:pt x="2024729" y="4405408"/>
                  <a:pt x="2025015" y="4405408"/>
                  <a:pt x="2025206" y="4405408"/>
                </a:cubicBezTo>
                <a:cubicBezTo>
                  <a:pt x="2027206" y="4405598"/>
                  <a:pt x="2028920" y="4406551"/>
                  <a:pt x="2030159" y="4408075"/>
                </a:cubicBezTo>
                <a:cubicBezTo>
                  <a:pt x="2031397" y="4409599"/>
                  <a:pt x="2031968" y="4411504"/>
                  <a:pt x="2031778" y="4413504"/>
                </a:cubicBezTo>
                <a:cubicBezTo>
                  <a:pt x="2031587" y="4415504"/>
                  <a:pt x="2030635" y="4417219"/>
                  <a:pt x="2029111" y="4418457"/>
                </a:cubicBezTo>
                <a:cubicBezTo>
                  <a:pt x="2027587" y="4419695"/>
                  <a:pt x="2025682" y="4420267"/>
                  <a:pt x="2023682" y="4420077"/>
                </a:cubicBezTo>
                <a:cubicBezTo>
                  <a:pt x="2021681" y="4419886"/>
                  <a:pt x="2019967" y="4418934"/>
                  <a:pt x="2018728" y="4417410"/>
                </a:cubicBezTo>
                <a:cubicBezTo>
                  <a:pt x="2017490" y="4415886"/>
                  <a:pt x="2016919" y="4413980"/>
                  <a:pt x="2017109" y="4411980"/>
                </a:cubicBezTo>
                <a:cubicBezTo>
                  <a:pt x="2017300" y="4409980"/>
                  <a:pt x="2018252" y="4408265"/>
                  <a:pt x="2019776" y="4407027"/>
                </a:cubicBezTo>
                <a:close/>
                <a:moveTo>
                  <a:pt x="523970" y="10097"/>
                </a:moveTo>
                <a:lnTo>
                  <a:pt x="523970" y="95"/>
                </a:lnTo>
                <a:lnTo>
                  <a:pt x="528733" y="95"/>
                </a:lnTo>
                <a:lnTo>
                  <a:pt x="528733" y="10097"/>
                </a:lnTo>
                <a:lnTo>
                  <a:pt x="523970" y="10097"/>
                </a:lnTo>
                <a:close/>
                <a:moveTo>
                  <a:pt x="1954721" y="4629817"/>
                </a:moveTo>
                <a:cubicBezTo>
                  <a:pt x="1951577" y="4636008"/>
                  <a:pt x="1954149" y="4643628"/>
                  <a:pt x="1960340" y="4646771"/>
                </a:cubicBezTo>
                <a:cubicBezTo>
                  <a:pt x="1962150" y="4647629"/>
                  <a:pt x="1964055" y="4648105"/>
                  <a:pt x="1965960" y="4648105"/>
                </a:cubicBezTo>
                <a:cubicBezTo>
                  <a:pt x="1970627" y="4648105"/>
                  <a:pt x="1975104" y="4645533"/>
                  <a:pt x="1977295" y="4641152"/>
                </a:cubicBezTo>
                <a:cubicBezTo>
                  <a:pt x="1980438" y="4634961"/>
                  <a:pt x="1977866" y="4627340"/>
                  <a:pt x="1971675" y="4624197"/>
                </a:cubicBezTo>
                <a:cubicBezTo>
                  <a:pt x="1970627" y="4623721"/>
                  <a:pt x="1969484" y="4623530"/>
                  <a:pt x="1968437" y="4623340"/>
                </a:cubicBezTo>
                <a:lnTo>
                  <a:pt x="1968437" y="4584764"/>
                </a:lnTo>
                <a:lnTo>
                  <a:pt x="1960245" y="4571810"/>
                </a:lnTo>
                <a:lnTo>
                  <a:pt x="1960245" y="4525042"/>
                </a:lnTo>
                <a:lnTo>
                  <a:pt x="1955482" y="4525042"/>
                </a:lnTo>
                <a:lnTo>
                  <a:pt x="1955482" y="4573143"/>
                </a:lnTo>
                <a:lnTo>
                  <a:pt x="1963674" y="4586097"/>
                </a:lnTo>
                <a:lnTo>
                  <a:pt x="1963674" y="4623340"/>
                </a:lnTo>
                <a:cubicBezTo>
                  <a:pt x="1959959" y="4624102"/>
                  <a:pt x="1956530" y="4626293"/>
                  <a:pt x="1954721" y="4629912"/>
                </a:cubicBezTo>
                <a:close/>
                <a:moveTo>
                  <a:pt x="1966055" y="4627626"/>
                </a:moveTo>
                <a:cubicBezTo>
                  <a:pt x="1967294" y="4627626"/>
                  <a:pt x="1968437" y="4627912"/>
                  <a:pt x="1969580" y="4628484"/>
                </a:cubicBezTo>
                <a:cubicBezTo>
                  <a:pt x="1971485" y="4629436"/>
                  <a:pt x="1972818" y="4631055"/>
                  <a:pt x="1973485" y="4633055"/>
                </a:cubicBezTo>
                <a:cubicBezTo>
                  <a:pt x="1974152" y="4635056"/>
                  <a:pt x="1973961" y="4637151"/>
                  <a:pt x="1973104" y="4639056"/>
                </a:cubicBezTo>
                <a:cubicBezTo>
                  <a:pt x="1971199" y="4642962"/>
                  <a:pt x="1966436" y="4644486"/>
                  <a:pt x="1962531" y="4642580"/>
                </a:cubicBezTo>
                <a:cubicBezTo>
                  <a:pt x="1960626" y="4641628"/>
                  <a:pt x="1959293" y="4640009"/>
                  <a:pt x="1958626" y="4638009"/>
                </a:cubicBezTo>
                <a:cubicBezTo>
                  <a:pt x="1957959" y="4636008"/>
                  <a:pt x="1958150" y="4633913"/>
                  <a:pt x="1959007" y="4632008"/>
                </a:cubicBezTo>
                <a:cubicBezTo>
                  <a:pt x="1959959" y="4630103"/>
                  <a:pt x="1961578" y="4628769"/>
                  <a:pt x="1963579" y="4628103"/>
                </a:cubicBezTo>
                <a:cubicBezTo>
                  <a:pt x="1964436" y="4627817"/>
                  <a:pt x="1965198" y="4627721"/>
                  <a:pt x="1966055" y="4627721"/>
                </a:cubicBezTo>
                <a:close/>
                <a:moveTo>
                  <a:pt x="692944" y="2202656"/>
                </a:moveTo>
                <a:lnTo>
                  <a:pt x="700278" y="2209705"/>
                </a:lnTo>
                <a:lnTo>
                  <a:pt x="695325" y="2214848"/>
                </a:lnTo>
                <a:lnTo>
                  <a:pt x="687991" y="2207800"/>
                </a:lnTo>
                <a:lnTo>
                  <a:pt x="692944" y="2202656"/>
                </a:lnTo>
                <a:close/>
                <a:moveTo>
                  <a:pt x="555022" y="222599"/>
                </a:moveTo>
                <a:lnTo>
                  <a:pt x="573691" y="243840"/>
                </a:lnTo>
                <a:cubicBezTo>
                  <a:pt x="572167" y="246793"/>
                  <a:pt x="571881" y="250317"/>
                  <a:pt x="573024" y="253651"/>
                </a:cubicBezTo>
                <a:cubicBezTo>
                  <a:pt x="574167" y="256794"/>
                  <a:pt x="576453" y="259366"/>
                  <a:pt x="579501" y="260890"/>
                </a:cubicBezTo>
                <a:cubicBezTo>
                  <a:pt x="581216" y="261747"/>
                  <a:pt x="583121" y="262128"/>
                  <a:pt x="584930" y="262128"/>
                </a:cubicBezTo>
                <a:cubicBezTo>
                  <a:pt x="586359" y="262128"/>
                  <a:pt x="587788" y="261938"/>
                  <a:pt x="589121" y="261366"/>
                </a:cubicBezTo>
                <a:cubicBezTo>
                  <a:pt x="589121" y="261366"/>
                  <a:pt x="589121" y="261366"/>
                  <a:pt x="589217" y="261366"/>
                </a:cubicBezTo>
                <a:lnTo>
                  <a:pt x="732758" y="427577"/>
                </a:lnTo>
                <a:lnTo>
                  <a:pt x="732758" y="531495"/>
                </a:lnTo>
                <a:cubicBezTo>
                  <a:pt x="728567" y="532543"/>
                  <a:pt x="725329" y="536258"/>
                  <a:pt x="725329" y="540734"/>
                </a:cubicBezTo>
                <a:cubicBezTo>
                  <a:pt x="725329" y="546164"/>
                  <a:pt x="729710" y="550545"/>
                  <a:pt x="735140" y="550545"/>
                </a:cubicBezTo>
                <a:cubicBezTo>
                  <a:pt x="740569" y="550545"/>
                  <a:pt x="744950" y="546164"/>
                  <a:pt x="744950" y="540734"/>
                </a:cubicBezTo>
                <a:cubicBezTo>
                  <a:pt x="744950" y="536162"/>
                  <a:pt x="741807" y="532543"/>
                  <a:pt x="737521" y="531495"/>
                </a:cubicBezTo>
                <a:lnTo>
                  <a:pt x="737521" y="425863"/>
                </a:lnTo>
                <a:lnTo>
                  <a:pt x="593312" y="258985"/>
                </a:lnTo>
                <a:cubicBezTo>
                  <a:pt x="594551" y="257937"/>
                  <a:pt x="595503" y="256604"/>
                  <a:pt x="596265" y="255080"/>
                </a:cubicBezTo>
                <a:cubicBezTo>
                  <a:pt x="597694" y="252032"/>
                  <a:pt x="597884" y="248603"/>
                  <a:pt x="596837" y="245459"/>
                </a:cubicBezTo>
                <a:cubicBezTo>
                  <a:pt x="595694" y="242316"/>
                  <a:pt x="593503" y="239935"/>
                  <a:pt x="590741" y="238506"/>
                </a:cubicBezTo>
                <a:lnTo>
                  <a:pt x="590741" y="231553"/>
                </a:lnTo>
                <a:lnTo>
                  <a:pt x="585978" y="231553"/>
                </a:lnTo>
                <a:lnTo>
                  <a:pt x="585978" y="237077"/>
                </a:lnTo>
                <a:cubicBezTo>
                  <a:pt x="584264" y="236887"/>
                  <a:pt x="582454" y="237077"/>
                  <a:pt x="580739" y="237744"/>
                </a:cubicBezTo>
                <a:cubicBezTo>
                  <a:pt x="579215" y="238316"/>
                  <a:pt x="577787" y="239173"/>
                  <a:pt x="576644" y="240125"/>
                </a:cubicBezTo>
                <a:lnTo>
                  <a:pt x="559784" y="220885"/>
                </a:lnTo>
                <a:lnTo>
                  <a:pt x="559784" y="95"/>
                </a:lnTo>
                <a:lnTo>
                  <a:pt x="555022" y="95"/>
                </a:lnTo>
                <a:lnTo>
                  <a:pt x="555022" y="222599"/>
                </a:lnTo>
                <a:close/>
                <a:moveTo>
                  <a:pt x="740188" y="540830"/>
                </a:moveTo>
                <a:cubicBezTo>
                  <a:pt x="740188" y="543592"/>
                  <a:pt x="737902" y="545878"/>
                  <a:pt x="735140" y="545878"/>
                </a:cubicBezTo>
                <a:cubicBezTo>
                  <a:pt x="732377" y="545878"/>
                  <a:pt x="730091" y="543592"/>
                  <a:pt x="730091" y="540830"/>
                </a:cubicBezTo>
                <a:cubicBezTo>
                  <a:pt x="730091" y="538067"/>
                  <a:pt x="732377" y="535877"/>
                  <a:pt x="735140" y="535877"/>
                </a:cubicBezTo>
                <a:cubicBezTo>
                  <a:pt x="737902" y="535877"/>
                  <a:pt x="740188" y="538163"/>
                  <a:pt x="740188" y="540830"/>
                </a:cubicBezTo>
                <a:close/>
                <a:moveTo>
                  <a:pt x="582359" y="242126"/>
                </a:moveTo>
                <a:cubicBezTo>
                  <a:pt x="583216" y="241840"/>
                  <a:pt x="584073" y="241649"/>
                  <a:pt x="584930" y="241649"/>
                </a:cubicBezTo>
                <a:cubicBezTo>
                  <a:pt x="588169" y="241649"/>
                  <a:pt x="591217" y="243650"/>
                  <a:pt x="592360" y="246888"/>
                </a:cubicBezTo>
                <a:cubicBezTo>
                  <a:pt x="593027" y="248888"/>
                  <a:pt x="592931" y="250984"/>
                  <a:pt x="591979" y="252889"/>
                </a:cubicBezTo>
                <a:cubicBezTo>
                  <a:pt x="591026" y="254794"/>
                  <a:pt x="589502" y="256223"/>
                  <a:pt x="587502" y="256889"/>
                </a:cubicBezTo>
                <a:cubicBezTo>
                  <a:pt x="585502" y="257556"/>
                  <a:pt x="583406" y="257461"/>
                  <a:pt x="581501" y="256508"/>
                </a:cubicBezTo>
                <a:cubicBezTo>
                  <a:pt x="579596" y="255556"/>
                  <a:pt x="578168" y="254032"/>
                  <a:pt x="577501" y="252032"/>
                </a:cubicBezTo>
                <a:cubicBezTo>
                  <a:pt x="576072" y="247936"/>
                  <a:pt x="578263" y="243459"/>
                  <a:pt x="582359" y="242030"/>
                </a:cubicBezTo>
                <a:close/>
                <a:moveTo>
                  <a:pt x="458534" y="82772"/>
                </a:moveTo>
                <a:lnTo>
                  <a:pt x="463296" y="82772"/>
                </a:lnTo>
                <a:lnTo>
                  <a:pt x="463296" y="102489"/>
                </a:lnTo>
                <a:lnTo>
                  <a:pt x="458534" y="102489"/>
                </a:lnTo>
                <a:lnTo>
                  <a:pt x="458534" y="82772"/>
                </a:lnTo>
                <a:close/>
                <a:moveTo>
                  <a:pt x="38862" y="1672400"/>
                </a:moveTo>
                <a:lnTo>
                  <a:pt x="95" y="1672400"/>
                </a:lnTo>
                <a:lnTo>
                  <a:pt x="95" y="1677162"/>
                </a:lnTo>
                <a:lnTo>
                  <a:pt x="40386" y="1677162"/>
                </a:lnTo>
                <a:lnTo>
                  <a:pt x="46292" y="1673066"/>
                </a:lnTo>
                <a:lnTo>
                  <a:pt x="53531" y="1673066"/>
                </a:lnTo>
                <a:cubicBezTo>
                  <a:pt x="54864" y="1673066"/>
                  <a:pt x="55912" y="1672019"/>
                  <a:pt x="55912" y="1670685"/>
                </a:cubicBezTo>
                <a:lnTo>
                  <a:pt x="55912" y="1663922"/>
                </a:lnTo>
                <a:lnTo>
                  <a:pt x="100489" y="1663922"/>
                </a:lnTo>
                <a:cubicBezTo>
                  <a:pt x="106394" y="1663922"/>
                  <a:pt x="111252" y="1659065"/>
                  <a:pt x="111252" y="1653159"/>
                </a:cubicBezTo>
                <a:cubicBezTo>
                  <a:pt x="111252" y="1647253"/>
                  <a:pt x="106394" y="1642396"/>
                  <a:pt x="100489" y="1642396"/>
                </a:cubicBezTo>
                <a:lnTo>
                  <a:pt x="62484" y="1642396"/>
                </a:lnTo>
                <a:cubicBezTo>
                  <a:pt x="59150" y="1642396"/>
                  <a:pt x="56483" y="1639729"/>
                  <a:pt x="56483" y="1636395"/>
                </a:cubicBezTo>
                <a:cubicBezTo>
                  <a:pt x="56483" y="1633061"/>
                  <a:pt x="59150" y="1630394"/>
                  <a:pt x="62484" y="1630394"/>
                </a:cubicBezTo>
                <a:lnTo>
                  <a:pt x="100489" y="1630394"/>
                </a:lnTo>
                <a:cubicBezTo>
                  <a:pt x="106394" y="1630394"/>
                  <a:pt x="111252" y="1625537"/>
                  <a:pt x="111252" y="1619631"/>
                </a:cubicBezTo>
                <a:cubicBezTo>
                  <a:pt x="111252" y="1613726"/>
                  <a:pt x="106394" y="1608868"/>
                  <a:pt x="100489" y="1608868"/>
                </a:cubicBezTo>
                <a:lnTo>
                  <a:pt x="62484" y="1608868"/>
                </a:lnTo>
                <a:cubicBezTo>
                  <a:pt x="59150" y="1608868"/>
                  <a:pt x="56483" y="1606201"/>
                  <a:pt x="56483" y="1602867"/>
                </a:cubicBezTo>
                <a:cubicBezTo>
                  <a:pt x="56483" y="1599533"/>
                  <a:pt x="59150" y="1596866"/>
                  <a:pt x="62484" y="1596866"/>
                </a:cubicBezTo>
                <a:lnTo>
                  <a:pt x="104966" y="1596866"/>
                </a:lnTo>
                <a:lnTo>
                  <a:pt x="104966" y="1603629"/>
                </a:lnTo>
                <a:cubicBezTo>
                  <a:pt x="104966" y="1604963"/>
                  <a:pt x="106013" y="1606010"/>
                  <a:pt x="107347" y="1606010"/>
                </a:cubicBezTo>
                <a:lnTo>
                  <a:pt x="115348" y="1606010"/>
                </a:lnTo>
                <a:cubicBezTo>
                  <a:pt x="116681" y="1606010"/>
                  <a:pt x="117729" y="1604963"/>
                  <a:pt x="117729" y="1603629"/>
                </a:cubicBezTo>
                <a:lnTo>
                  <a:pt x="117729" y="1596866"/>
                </a:lnTo>
                <a:lnTo>
                  <a:pt x="125349" y="1596866"/>
                </a:lnTo>
                <a:lnTo>
                  <a:pt x="125349" y="1603629"/>
                </a:lnTo>
                <a:cubicBezTo>
                  <a:pt x="125349" y="1604963"/>
                  <a:pt x="126397" y="1606010"/>
                  <a:pt x="127730" y="1606010"/>
                </a:cubicBezTo>
                <a:lnTo>
                  <a:pt x="135731" y="1606010"/>
                </a:lnTo>
                <a:cubicBezTo>
                  <a:pt x="137065" y="1606010"/>
                  <a:pt x="138113" y="1604963"/>
                  <a:pt x="138113" y="1603629"/>
                </a:cubicBezTo>
                <a:lnTo>
                  <a:pt x="138113" y="1596962"/>
                </a:lnTo>
                <a:lnTo>
                  <a:pt x="182690" y="1596962"/>
                </a:lnTo>
                <a:cubicBezTo>
                  <a:pt x="186023" y="1596962"/>
                  <a:pt x="188690" y="1599628"/>
                  <a:pt x="188690" y="1602962"/>
                </a:cubicBezTo>
                <a:cubicBezTo>
                  <a:pt x="188690" y="1606296"/>
                  <a:pt x="186023" y="1608963"/>
                  <a:pt x="182690" y="1608963"/>
                </a:cubicBezTo>
                <a:lnTo>
                  <a:pt x="144685" y="1608963"/>
                </a:lnTo>
                <a:cubicBezTo>
                  <a:pt x="138779" y="1608963"/>
                  <a:pt x="133922" y="1613821"/>
                  <a:pt x="133922" y="1619726"/>
                </a:cubicBezTo>
                <a:cubicBezTo>
                  <a:pt x="133922" y="1625632"/>
                  <a:pt x="138779" y="1630490"/>
                  <a:pt x="144685" y="1630490"/>
                </a:cubicBezTo>
                <a:lnTo>
                  <a:pt x="182690" y="1630490"/>
                </a:lnTo>
                <a:cubicBezTo>
                  <a:pt x="186023" y="1630490"/>
                  <a:pt x="188690" y="1633157"/>
                  <a:pt x="188690" y="1636490"/>
                </a:cubicBezTo>
                <a:cubicBezTo>
                  <a:pt x="188690" y="1639824"/>
                  <a:pt x="186023" y="1642491"/>
                  <a:pt x="182690" y="1642491"/>
                </a:cubicBezTo>
                <a:lnTo>
                  <a:pt x="144685" y="1642491"/>
                </a:lnTo>
                <a:cubicBezTo>
                  <a:pt x="138779" y="1642491"/>
                  <a:pt x="133922" y="1647349"/>
                  <a:pt x="133922" y="1653254"/>
                </a:cubicBezTo>
                <a:cubicBezTo>
                  <a:pt x="133922" y="1659160"/>
                  <a:pt x="138779" y="1664018"/>
                  <a:pt x="144685" y="1664018"/>
                </a:cubicBezTo>
                <a:lnTo>
                  <a:pt x="187166" y="1664018"/>
                </a:lnTo>
                <a:lnTo>
                  <a:pt x="187166" y="1670780"/>
                </a:lnTo>
                <a:cubicBezTo>
                  <a:pt x="187166" y="1672114"/>
                  <a:pt x="188214" y="1673162"/>
                  <a:pt x="189548" y="1673162"/>
                </a:cubicBezTo>
                <a:lnTo>
                  <a:pt x="197549" y="1673162"/>
                </a:lnTo>
                <a:cubicBezTo>
                  <a:pt x="198882" y="1673162"/>
                  <a:pt x="199930" y="1672114"/>
                  <a:pt x="199930" y="1670780"/>
                </a:cubicBezTo>
                <a:lnTo>
                  <a:pt x="199930" y="1652588"/>
                </a:lnTo>
                <a:cubicBezTo>
                  <a:pt x="199930" y="1651254"/>
                  <a:pt x="198882" y="1650206"/>
                  <a:pt x="197549" y="1650206"/>
                </a:cubicBezTo>
                <a:lnTo>
                  <a:pt x="189548" y="1650206"/>
                </a:lnTo>
                <a:cubicBezTo>
                  <a:pt x="188214" y="1650206"/>
                  <a:pt x="187166" y="1651254"/>
                  <a:pt x="187166" y="1652588"/>
                </a:cubicBezTo>
                <a:lnTo>
                  <a:pt x="187166" y="1659350"/>
                </a:lnTo>
                <a:lnTo>
                  <a:pt x="144685" y="1659350"/>
                </a:lnTo>
                <a:cubicBezTo>
                  <a:pt x="141351" y="1659350"/>
                  <a:pt x="138684" y="1656683"/>
                  <a:pt x="138684" y="1653350"/>
                </a:cubicBezTo>
                <a:cubicBezTo>
                  <a:pt x="138684" y="1650016"/>
                  <a:pt x="141351" y="1647349"/>
                  <a:pt x="144685" y="1647349"/>
                </a:cubicBezTo>
                <a:lnTo>
                  <a:pt x="182690" y="1647349"/>
                </a:lnTo>
                <a:cubicBezTo>
                  <a:pt x="188595" y="1647349"/>
                  <a:pt x="193453" y="1642491"/>
                  <a:pt x="193453" y="1636586"/>
                </a:cubicBezTo>
                <a:cubicBezTo>
                  <a:pt x="193453" y="1630680"/>
                  <a:pt x="188595" y="1625822"/>
                  <a:pt x="182690" y="1625822"/>
                </a:cubicBezTo>
                <a:lnTo>
                  <a:pt x="144685" y="1625822"/>
                </a:lnTo>
                <a:cubicBezTo>
                  <a:pt x="141351" y="1625822"/>
                  <a:pt x="138684" y="1623155"/>
                  <a:pt x="138684" y="1619822"/>
                </a:cubicBezTo>
                <a:cubicBezTo>
                  <a:pt x="138684" y="1616488"/>
                  <a:pt x="141351" y="1613821"/>
                  <a:pt x="144685" y="1613821"/>
                </a:cubicBezTo>
                <a:lnTo>
                  <a:pt x="182690" y="1613821"/>
                </a:lnTo>
                <a:cubicBezTo>
                  <a:pt x="188595" y="1613821"/>
                  <a:pt x="193453" y="1608963"/>
                  <a:pt x="193453" y="1603057"/>
                </a:cubicBezTo>
                <a:cubicBezTo>
                  <a:pt x="193453" y="1597152"/>
                  <a:pt x="188595" y="1592294"/>
                  <a:pt x="182690" y="1592294"/>
                </a:cubicBezTo>
                <a:lnTo>
                  <a:pt x="138113" y="1592294"/>
                </a:lnTo>
                <a:lnTo>
                  <a:pt x="138113" y="1585532"/>
                </a:lnTo>
                <a:cubicBezTo>
                  <a:pt x="138113" y="1584198"/>
                  <a:pt x="137065" y="1583150"/>
                  <a:pt x="135731" y="1583150"/>
                </a:cubicBezTo>
                <a:lnTo>
                  <a:pt x="127730" y="1583150"/>
                </a:lnTo>
                <a:cubicBezTo>
                  <a:pt x="126397" y="1583150"/>
                  <a:pt x="125349" y="1584198"/>
                  <a:pt x="125349" y="1585532"/>
                </a:cubicBezTo>
                <a:lnTo>
                  <a:pt x="125349" y="1592294"/>
                </a:lnTo>
                <a:lnTo>
                  <a:pt x="117729" y="1592294"/>
                </a:lnTo>
                <a:lnTo>
                  <a:pt x="117729" y="1585532"/>
                </a:lnTo>
                <a:cubicBezTo>
                  <a:pt x="117729" y="1584198"/>
                  <a:pt x="116681" y="1583150"/>
                  <a:pt x="115348" y="1583150"/>
                </a:cubicBezTo>
                <a:lnTo>
                  <a:pt x="107347" y="1583150"/>
                </a:lnTo>
                <a:cubicBezTo>
                  <a:pt x="106013" y="1583150"/>
                  <a:pt x="104966" y="1584198"/>
                  <a:pt x="104966" y="1585532"/>
                </a:cubicBezTo>
                <a:lnTo>
                  <a:pt x="104966" y="1592294"/>
                </a:lnTo>
                <a:lnTo>
                  <a:pt x="62484" y="1592294"/>
                </a:lnTo>
                <a:cubicBezTo>
                  <a:pt x="56579" y="1592294"/>
                  <a:pt x="51721" y="1597152"/>
                  <a:pt x="51721" y="1603057"/>
                </a:cubicBezTo>
                <a:cubicBezTo>
                  <a:pt x="51721" y="1608963"/>
                  <a:pt x="56579" y="1613821"/>
                  <a:pt x="62484" y="1613821"/>
                </a:cubicBezTo>
                <a:lnTo>
                  <a:pt x="100489" y="1613821"/>
                </a:lnTo>
                <a:cubicBezTo>
                  <a:pt x="103823" y="1613821"/>
                  <a:pt x="106490" y="1616488"/>
                  <a:pt x="106490" y="1619822"/>
                </a:cubicBezTo>
                <a:cubicBezTo>
                  <a:pt x="106490" y="1623155"/>
                  <a:pt x="103823" y="1625822"/>
                  <a:pt x="100489" y="1625822"/>
                </a:cubicBezTo>
                <a:lnTo>
                  <a:pt x="62484" y="1625822"/>
                </a:lnTo>
                <a:cubicBezTo>
                  <a:pt x="56579" y="1625822"/>
                  <a:pt x="51721" y="1630680"/>
                  <a:pt x="51721" y="1636586"/>
                </a:cubicBezTo>
                <a:cubicBezTo>
                  <a:pt x="51721" y="1642491"/>
                  <a:pt x="56579" y="1647349"/>
                  <a:pt x="62484" y="1647349"/>
                </a:cubicBezTo>
                <a:lnTo>
                  <a:pt x="100489" y="1647349"/>
                </a:lnTo>
                <a:cubicBezTo>
                  <a:pt x="103823" y="1647349"/>
                  <a:pt x="106490" y="1650016"/>
                  <a:pt x="106490" y="1653350"/>
                </a:cubicBezTo>
                <a:cubicBezTo>
                  <a:pt x="106490" y="1656683"/>
                  <a:pt x="103823" y="1659350"/>
                  <a:pt x="100489" y="1659350"/>
                </a:cubicBezTo>
                <a:lnTo>
                  <a:pt x="55912" y="1659350"/>
                </a:lnTo>
                <a:lnTo>
                  <a:pt x="55912" y="1652683"/>
                </a:lnTo>
                <a:cubicBezTo>
                  <a:pt x="55912" y="1651349"/>
                  <a:pt x="54864" y="1650302"/>
                  <a:pt x="53531" y="1650302"/>
                </a:cubicBezTo>
                <a:lnTo>
                  <a:pt x="46292" y="1650302"/>
                </a:lnTo>
                <a:lnTo>
                  <a:pt x="40386" y="1645920"/>
                </a:lnTo>
                <a:lnTo>
                  <a:pt x="95" y="1645920"/>
                </a:lnTo>
                <a:lnTo>
                  <a:pt x="95" y="1650682"/>
                </a:lnTo>
                <a:lnTo>
                  <a:pt x="38862" y="1650682"/>
                </a:lnTo>
                <a:lnTo>
                  <a:pt x="43148" y="1653921"/>
                </a:lnTo>
                <a:lnTo>
                  <a:pt x="43148" y="1669732"/>
                </a:lnTo>
                <a:lnTo>
                  <a:pt x="38862" y="1672685"/>
                </a:lnTo>
                <a:close/>
                <a:moveTo>
                  <a:pt x="191833" y="1654874"/>
                </a:moveTo>
                <a:lnTo>
                  <a:pt x="195072" y="1654874"/>
                </a:lnTo>
                <a:lnTo>
                  <a:pt x="195072" y="1668304"/>
                </a:lnTo>
                <a:lnTo>
                  <a:pt x="191833" y="1668304"/>
                </a:lnTo>
                <a:lnTo>
                  <a:pt x="191833" y="1654874"/>
                </a:lnTo>
                <a:close/>
                <a:moveTo>
                  <a:pt x="130016" y="1587913"/>
                </a:moveTo>
                <a:lnTo>
                  <a:pt x="133255" y="1587913"/>
                </a:lnTo>
                <a:lnTo>
                  <a:pt x="133255" y="1601343"/>
                </a:lnTo>
                <a:lnTo>
                  <a:pt x="130016" y="1601343"/>
                </a:lnTo>
                <a:lnTo>
                  <a:pt x="130016" y="1587913"/>
                </a:lnTo>
                <a:close/>
                <a:moveTo>
                  <a:pt x="109728" y="1587913"/>
                </a:moveTo>
                <a:lnTo>
                  <a:pt x="112967" y="1587913"/>
                </a:lnTo>
                <a:lnTo>
                  <a:pt x="112967" y="1601343"/>
                </a:lnTo>
                <a:lnTo>
                  <a:pt x="109728" y="1601343"/>
                </a:lnTo>
                <a:lnTo>
                  <a:pt x="109728" y="1587913"/>
                </a:lnTo>
                <a:close/>
                <a:moveTo>
                  <a:pt x="47911" y="1654874"/>
                </a:moveTo>
                <a:lnTo>
                  <a:pt x="51149" y="1654874"/>
                </a:lnTo>
                <a:lnTo>
                  <a:pt x="51149" y="1668304"/>
                </a:lnTo>
                <a:lnTo>
                  <a:pt x="47911" y="1668304"/>
                </a:lnTo>
                <a:lnTo>
                  <a:pt x="47911" y="1654874"/>
                </a:lnTo>
                <a:close/>
                <a:moveTo>
                  <a:pt x="1721739" y="4029647"/>
                </a:moveTo>
                <a:lnTo>
                  <a:pt x="1721739" y="4020122"/>
                </a:lnTo>
                <a:cubicBezTo>
                  <a:pt x="1721739" y="4017740"/>
                  <a:pt x="1723644" y="4015835"/>
                  <a:pt x="1726025" y="4015835"/>
                </a:cubicBezTo>
                <a:lnTo>
                  <a:pt x="1736312" y="4015835"/>
                </a:lnTo>
                <a:cubicBezTo>
                  <a:pt x="1738313" y="4015835"/>
                  <a:pt x="1739837" y="4017455"/>
                  <a:pt x="1739837" y="4019360"/>
                </a:cubicBezTo>
                <a:lnTo>
                  <a:pt x="1739837" y="4029647"/>
                </a:lnTo>
                <a:cubicBezTo>
                  <a:pt x="1739837" y="4032028"/>
                  <a:pt x="1737932" y="4033933"/>
                  <a:pt x="1735550" y="4033933"/>
                </a:cubicBezTo>
                <a:lnTo>
                  <a:pt x="1726025" y="4033933"/>
                </a:lnTo>
                <a:cubicBezTo>
                  <a:pt x="1723644" y="4033933"/>
                  <a:pt x="1721739" y="4032028"/>
                  <a:pt x="1721739" y="4029647"/>
                </a:cubicBezTo>
                <a:close/>
                <a:moveTo>
                  <a:pt x="646938" y="2212658"/>
                </a:moveTo>
                <a:cubicBezTo>
                  <a:pt x="640842" y="2212658"/>
                  <a:pt x="635889" y="2217611"/>
                  <a:pt x="635889" y="2223707"/>
                </a:cubicBezTo>
                <a:cubicBezTo>
                  <a:pt x="635889" y="2225897"/>
                  <a:pt x="636651" y="2227802"/>
                  <a:pt x="637794" y="2229517"/>
                </a:cubicBezTo>
                <a:lnTo>
                  <a:pt x="602456" y="2266950"/>
                </a:lnTo>
                <a:lnTo>
                  <a:pt x="599504" y="2263997"/>
                </a:lnTo>
                <a:cubicBezTo>
                  <a:pt x="598551" y="2263045"/>
                  <a:pt x="597313" y="2262473"/>
                  <a:pt x="595884" y="2262473"/>
                </a:cubicBezTo>
                <a:lnTo>
                  <a:pt x="595884" y="2262473"/>
                </a:lnTo>
                <a:cubicBezTo>
                  <a:pt x="594551" y="2262473"/>
                  <a:pt x="593217" y="2263045"/>
                  <a:pt x="592265" y="2263997"/>
                </a:cubicBezTo>
                <a:lnTo>
                  <a:pt x="583121" y="2273141"/>
                </a:lnTo>
                <a:cubicBezTo>
                  <a:pt x="581120" y="2275142"/>
                  <a:pt x="581120" y="2278380"/>
                  <a:pt x="583121" y="2280285"/>
                </a:cubicBezTo>
                <a:lnTo>
                  <a:pt x="592265" y="2289429"/>
                </a:lnTo>
                <a:cubicBezTo>
                  <a:pt x="593217" y="2290382"/>
                  <a:pt x="594455" y="2290953"/>
                  <a:pt x="595884" y="2290953"/>
                </a:cubicBezTo>
                <a:lnTo>
                  <a:pt x="595884" y="2290953"/>
                </a:lnTo>
                <a:cubicBezTo>
                  <a:pt x="597218" y="2290953"/>
                  <a:pt x="598551" y="2290382"/>
                  <a:pt x="599504" y="2289429"/>
                </a:cubicBezTo>
                <a:lnTo>
                  <a:pt x="608648" y="2280285"/>
                </a:lnTo>
                <a:cubicBezTo>
                  <a:pt x="610648" y="2278285"/>
                  <a:pt x="610648" y="2275046"/>
                  <a:pt x="608648" y="2273141"/>
                </a:cubicBezTo>
                <a:lnTo>
                  <a:pt x="605790" y="2270284"/>
                </a:lnTo>
                <a:lnTo>
                  <a:pt x="641128" y="2232851"/>
                </a:lnTo>
                <a:cubicBezTo>
                  <a:pt x="642842" y="2233898"/>
                  <a:pt x="644747" y="2234756"/>
                  <a:pt x="646938" y="2234756"/>
                </a:cubicBezTo>
                <a:cubicBezTo>
                  <a:pt x="653034" y="2234756"/>
                  <a:pt x="657987" y="2229803"/>
                  <a:pt x="657987" y="2223707"/>
                </a:cubicBezTo>
                <a:cubicBezTo>
                  <a:pt x="657987" y="2217611"/>
                  <a:pt x="653034" y="2212658"/>
                  <a:pt x="646938" y="2212658"/>
                </a:cubicBezTo>
                <a:close/>
                <a:moveTo>
                  <a:pt x="595694" y="2286191"/>
                </a:moveTo>
                <a:lnTo>
                  <a:pt x="586550" y="2276570"/>
                </a:lnTo>
                <a:lnTo>
                  <a:pt x="595884" y="2267331"/>
                </a:lnTo>
                <a:cubicBezTo>
                  <a:pt x="595884" y="2267331"/>
                  <a:pt x="596075" y="2267331"/>
                  <a:pt x="596075" y="2267331"/>
                </a:cubicBezTo>
                <a:lnTo>
                  <a:pt x="605219" y="2276951"/>
                </a:lnTo>
                <a:lnTo>
                  <a:pt x="595598" y="2286095"/>
                </a:lnTo>
                <a:close/>
                <a:moveTo>
                  <a:pt x="2257711" y="4536186"/>
                </a:moveTo>
                <a:cubicBezTo>
                  <a:pt x="2263235" y="4540282"/>
                  <a:pt x="2270093" y="4541901"/>
                  <a:pt x="2276951" y="4540854"/>
                </a:cubicBezTo>
                <a:cubicBezTo>
                  <a:pt x="2283809" y="4539806"/>
                  <a:pt x="2289810" y="4536186"/>
                  <a:pt x="2293906" y="4530567"/>
                </a:cubicBezTo>
                <a:cubicBezTo>
                  <a:pt x="2298002" y="4525042"/>
                  <a:pt x="2299716" y="4518184"/>
                  <a:pt x="2298668" y="4511326"/>
                </a:cubicBezTo>
                <a:cubicBezTo>
                  <a:pt x="2297621" y="4504468"/>
                  <a:pt x="2294001" y="4498467"/>
                  <a:pt x="2288381" y="4494371"/>
                </a:cubicBezTo>
                <a:cubicBezTo>
                  <a:pt x="2283905" y="4491038"/>
                  <a:pt x="2278571" y="4489323"/>
                  <a:pt x="2273141" y="4489323"/>
                </a:cubicBezTo>
                <a:cubicBezTo>
                  <a:pt x="2271808" y="4489323"/>
                  <a:pt x="2270474" y="4489419"/>
                  <a:pt x="2269141" y="4489609"/>
                </a:cubicBezTo>
                <a:cubicBezTo>
                  <a:pt x="2262283" y="4490657"/>
                  <a:pt x="2256282" y="4494276"/>
                  <a:pt x="2252186" y="4499896"/>
                </a:cubicBezTo>
                <a:cubicBezTo>
                  <a:pt x="2248091" y="4505420"/>
                  <a:pt x="2246376" y="4512279"/>
                  <a:pt x="2247424" y="4519137"/>
                </a:cubicBezTo>
                <a:cubicBezTo>
                  <a:pt x="2247900" y="4522470"/>
                  <a:pt x="2249043" y="4525518"/>
                  <a:pt x="2250758" y="4528280"/>
                </a:cubicBezTo>
                <a:lnTo>
                  <a:pt x="2201990" y="4577334"/>
                </a:lnTo>
                <a:lnTo>
                  <a:pt x="2202275" y="4687062"/>
                </a:lnTo>
                <a:lnTo>
                  <a:pt x="2219135" y="4708112"/>
                </a:lnTo>
                <a:lnTo>
                  <a:pt x="2219516" y="4766596"/>
                </a:lnTo>
                <a:lnTo>
                  <a:pt x="2209705" y="4776788"/>
                </a:lnTo>
                <a:cubicBezTo>
                  <a:pt x="2209038" y="4776216"/>
                  <a:pt x="2208371" y="4775549"/>
                  <a:pt x="2207609" y="4775169"/>
                </a:cubicBezTo>
                <a:cubicBezTo>
                  <a:pt x="2201418" y="4772025"/>
                  <a:pt x="2193798" y="4774597"/>
                  <a:pt x="2190655" y="4780788"/>
                </a:cubicBezTo>
                <a:cubicBezTo>
                  <a:pt x="2189131" y="4783836"/>
                  <a:pt x="2188940" y="4787265"/>
                  <a:pt x="2189988" y="4790409"/>
                </a:cubicBezTo>
                <a:cubicBezTo>
                  <a:pt x="2191036" y="4793552"/>
                  <a:pt x="2193322" y="4796219"/>
                  <a:pt x="2196370" y="4797647"/>
                </a:cubicBezTo>
                <a:cubicBezTo>
                  <a:pt x="2198180" y="4798505"/>
                  <a:pt x="2200085" y="4798981"/>
                  <a:pt x="2201990" y="4798981"/>
                </a:cubicBezTo>
                <a:cubicBezTo>
                  <a:pt x="2206657" y="4798981"/>
                  <a:pt x="2211134" y="4796409"/>
                  <a:pt x="2213324" y="4792028"/>
                </a:cubicBezTo>
                <a:cubicBezTo>
                  <a:pt x="2214848" y="4788980"/>
                  <a:pt x="2215039" y="4785551"/>
                  <a:pt x="2213991" y="4782407"/>
                </a:cubicBezTo>
                <a:cubicBezTo>
                  <a:pt x="2213705" y="4781645"/>
                  <a:pt x="2213229" y="4781074"/>
                  <a:pt x="2212848" y="4780407"/>
                </a:cubicBezTo>
                <a:lnTo>
                  <a:pt x="2224278" y="4768406"/>
                </a:lnTo>
                <a:lnTo>
                  <a:pt x="2223897" y="4706303"/>
                </a:lnTo>
                <a:lnTo>
                  <a:pt x="2207038" y="4685253"/>
                </a:lnTo>
                <a:lnTo>
                  <a:pt x="2206752" y="4579144"/>
                </a:lnTo>
                <a:lnTo>
                  <a:pt x="2253615" y="4531995"/>
                </a:lnTo>
                <a:cubicBezTo>
                  <a:pt x="2254853" y="4533424"/>
                  <a:pt x="2256187" y="4534662"/>
                  <a:pt x="2257711" y="4535805"/>
                </a:cubicBezTo>
                <a:close/>
                <a:moveTo>
                  <a:pt x="2208943" y="4790313"/>
                </a:moveTo>
                <a:cubicBezTo>
                  <a:pt x="2207038" y="4794219"/>
                  <a:pt x="2202275" y="4795743"/>
                  <a:pt x="2198370" y="4793837"/>
                </a:cubicBezTo>
                <a:cubicBezTo>
                  <a:pt x="2196465" y="4792885"/>
                  <a:pt x="2195132" y="4791266"/>
                  <a:pt x="2194465" y="4789265"/>
                </a:cubicBezTo>
                <a:cubicBezTo>
                  <a:pt x="2193798" y="4787265"/>
                  <a:pt x="2193989" y="4785170"/>
                  <a:pt x="2194846" y="4783265"/>
                </a:cubicBezTo>
                <a:cubicBezTo>
                  <a:pt x="2195798" y="4781360"/>
                  <a:pt x="2197418" y="4780026"/>
                  <a:pt x="2199418" y="4779360"/>
                </a:cubicBezTo>
                <a:cubicBezTo>
                  <a:pt x="2200275" y="4779074"/>
                  <a:pt x="2201037" y="4778979"/>
                  <a:pt x="2201894" y="4778979"/>
                </a:cubicBezTo>
                <a:cubicBezTo>
                  <a:pt x="2203133" y="4778979"/>
                  <a:pt x="2204276" y="4779264"/>
                  <a:pt x="2205419" y="4779836"/>
                </a:cubicBezTo>
                <a:cubicBezTo>
                  <a:pt x="2207324" y="4780788"/>
                  <a:pt x="2208657" y="4782407"/>
                  <a:pt x="2209324" y="4784408"/>
                </a:cubicBezTo>
                <a:cubicBezTo>
                  <a:pt x="2209991" y="4786408"/>
                  <a:pt x="2209800" y="4788504"/>
                  <a:pt x="2208943" y="4790409"/>
                </a:cubicBezTo>
                <a:close/>
                <a:moveTo>
                  <a:pt x="2255996" y="4502849"/>
                </a:moveTo>
                <a:cubicBezTo>
                  <a:pt x="2259330" y="4498277"/>
                  <a:pt x="2264188" y="4495324"/>
                  <a:pt x="2269808" y="4494467"/>
                </a:cubicBezTo>
                <a:cubicBezTo>
                  <a:pt x="2275332" y="4493610"/>
                  <a:pt x="2280952" y="4494943"/>
                  <a:pt x="2285524" y="4498277"/>
                </a:cubicBezTo>
                <a:cubicBezTo>
                  <a:pt x="2290096" y="4501611"/>
                  <a:pt x="2293049" y="4506468"/>
                  <a:pt x="2293906" y="4512088"/>
                </a:cubicBezTo>
                <a:cubicBezTo>
                  <a:pt x="2294763" y="4517612"/>
                  <a:pt x="2293430" y="4523232"/>
                  <a:pt x="2290096" y="4527804"/>
                </a:cubicBezTo>
                <a:cubicBezTo>
                  <a:pt x="2286762" y="4532376"/>
                  <a:pt x="2281904" y="4535329"/>
                  <a:pt x="2276285" y="4536186"/>
                </a:cubicBezTo>
                <a:cubicBezTo>
                  <a:pt x="2275237" y="4536377"/>
                  <a:pt x="2274094" y="4536472"/>
                  <a:pt x="2273046" y="4536472"/>
                </a:cubicBezTo>
                <a:cubicBezTo>
                  <a:pt x="2268569" y="4536472"/>
                  <a:pt x="2264283" y="4535043"/>
                  <a:pt x="2260664" y="4532376"/>
                </a:cubicBezTo>
                <a:cubicBezTo>
                  <a:pt x="2256092" y="4529043"/>
                  <a:pt x="2253139" y="4524185"/>
                  <a:pt x="2252282" y="4518565"/>
                </a:cubicBezTo>
                <a:cubicBezTo>
                  <a:pt x="2251424" y="4513040"/>
                  <a:pt x="2252758" y="4507421"/>
                  <a:pt x="2256092" y="4502849"/>
                </a:cubicBezTo>
                <a:close/>
                <a:moveTo>
                  <a:pt x="458534" y="3810"/>
                </a:moveTo>
                <a:lnTo>
                  <a:pt x="463296" y="3810"/>
                </a:lnTo>
                <a:lnTo>
                  <a:pt x="463296" y="23527"/>
                </a:lnTo>
                <a:lnTo>
                  <a:pt x="458534" y="23527"/>
                </a:lnTo>
                <a:lnTo>
                  <a:pt x="458534" y="3810"/>
                </a:lnTo>
                <a:close/>
                <a:moveTo>
                  <a:pt x="2260378" y="4515327"/>
                </a:moveTo>
                <a:cubicBezTo>
                  <a:pt x="2260378" y="4508373"/>
                  <a:pt x="2265998" y="4502658"/>
                  <a:pt x="2273046" y="4502658"/>
                </a:cubicBezTo>
                <a:cubicBezTo>
                  <a:pt x="2280095" y="4502658"/>
                  <a:pt x="2285714" y="4508278"/>
                  <a:pt x="2285714" y="4515327"/>
                </a:cubicBezTo>
                <a:cubicBezTo>
                  <a:pt x="2285714" y="4522375"/>
                  <a:pt x="2280095" y="4527995"/>
                  <a:pt x="2273046" y="4527995"/>
                </a:cubicBezTo>
                <a:cubicBezTo>
                  <a:pt x="2265998" y="4527995"/>
                  <a:pt x="2260378" y="4522375"/>
                  <a:pt x="2260378" y="4515327"/>
                </a:cubicBezTo>
                <a:close/>
                <a:moveTo>
                  <a:pt x="2024444" y="4623435"/>
                </a:moveTo>
                <a:lnTo>
                  <a:pt x="2009680" y="4623435"/>
                </a:lnTo>
                <a:cubicBezTo>
                  <a:pt x="2007108" y="4623435"/>
                  <a:pt x="2005013" y="4625531"/>
                  <a:pt x="2005013" y="4628103"/>
                </a:cubicBezTo>
                <a:lnTo>
                  <a:pt x="2005013" y="4642866"/>
                </a:lnTo>
                <a:cubicBezTo>
                  <a:pt x="2005013" y="4645438"/>
                  <a:pt x="2007108" y="4647534"/>
                  <a:pt x="2009680" y="4647534"/>
                </a:cubicBezTo>
                <a:lnTo>
                  <a:pt x="2024444" y="4647534"/>
                </a:lnTo>
                <a:cubicBezTo>
                  <a:pt x="2027015" y="4647534"/>
                  <a:pt x="2029111" y="4645438"/>
                  <a:pt x="2029111" y="4642866"/>
                </a:cubicBezTo>
                <a:lnTo>
                  <a:pt x="2029111" y="4630484"/>
                </a:lnTo>
                <a:lnTo>
                  <a:pt x="2115312" y="4564571"/>
                </a:lnTo>
                <a:cubicBezTo>
                  <a:pt x="2115884" y="4564095"/>
                  <a:pt x="2116265" y="4563428"/>
                  <a:pt x="2116265" y="4562666"/>
                </a:cubicBezTo>
                <a:lnTo>
                  <a:pt x="2116265" y="4552760"/>
                </a:lnTo>
                <a:cubicBezTo>
                  <a:pt x="2116265" y="4551426"/>
                  <a:pt x="2115217" y="4550379"/>
                  <a:pt x="2113883" y="4550379"/>
                </a:cubicBezTo>
                <a:lnTo>
                  <a:pt x="2017395" y="4550379"/>
                </a:lnTo>
                <a:cubicBezTo>
                  <a:pt x="2016919" y="4546283"/>
                  <a:pt x="2014728" y="4542473"/>
                  <a:pt x="2010728" y="4540472"/>
                </a:cubicBezTo>
                <a:cubicBezTo>
                  <a:pt x="2004536" y="4537329"/>
                  <a:pt x="1996916" y="4539901"/>
                  <a:pt x="1993773" y="4546092"/>
                </a:cubicBezTo>
                <a:cubicBezTo>
                  <a:pt x="1990630" y="4552284"/>
                  <a:pt x="1993202" y="4559904"/>
                  <a:pt x="1999393" y="4563047"/>
                </a:cubicBezTo>
                <a:cubicBezTo>
                  <a:pt x="2001203" y="4563904"/>
                  <a:pt x="2003107" y="4564380"/>
                  <a:pt x="2005013" y="4564380"/>
                </a:cubicBezTo>
                <a:cubicBezTo>
                  <a:pt x="2009680" y="4564380"/>
                  <a:pt x="2014157" y="4561809"/>
                  <a:pt x="2016347" y="4557427"/>
                </a:cubicBezTo>
                <a:cubicBezTo>
                  <a:pt x="2016728" y="4556665"/>
                  <a:pt x="2016728" y="4555903"/>
                  <a:pt x="2016919" y="4555236"/>
                </a:cubicBezTo>
                <a:lnTo>
                  <a:pt x="2111407" y="4555236"/>
                </a:lnTo>
                <a:lnTo>
                  <a:pt x="2111407" y="4561618"/>
                </a:lnTo>
                <a:cubicBezTo>
                  <a:pt x="2111407" y="4561618"/>
                  <a:pt x="2027968" y="4625436"/>
                  <a:pt x="2027968" y="4625436"/>
                </a:cubicBezTo>
                <a:cubicBezTo>
                  <a:pt x="2027111" y="4624388"/>
                  <a:pt x="2025872" y="4623626"/>
                  <a:pt x="2024348" y="4623626"/>
                </a:cubicBezTo>
                <a:close/>
                <a:moveTo>
                  <a:pt x="2012061" y="4555141"/>
                </a:moveTo>
                <a:cubicBezTo>
                  <a:pt x="2011109" y="4557046"/>
                  <a:pt x="2009489" y="4558379"/>
                  <a:pt x="2007489" y="4559046"/>
                </a:cubicBezTo>
                <a:cubicBezTo>
                  <a:pt x="2005489" y="4559713"/>
                  <a:pt x="2003393" y="4559522"/>
                  <a:pt x="2001488" y="4558665"/>
                </a:cubicBezTo>
                <a:cubicBezTo>
                  <a:pt x="1999583" y="4557713"/>
                  <a:pt x="1998250" y="4556094"/>
                  <a:pt x="1997583" y="4554093"/>
                </a:cubicBezTo>
                <a:cubicBezTo>
                  <a:pt x="1996916" y="4552093"/>
                  <a:pt x="1997107" y="4549997"/>
                  <a:pt x="1997964" y="4548093"/>
                </a:cubicBezTo>
                <a:cubicBezTo>
                  <a:pt x="1999298" y="4545330"/>
                  <a:pt x="2002155" y="4543711"/>
                  <a:pt x="2005013" y="4543711"/>
                </a:cubicBezTo>
                <a:cubicBezTo>
                  <a:pt x="2006156" y="4543711"/>
                  <a:pt x="2007394" y="4543997"/>
                  <a:pt x="2008537" y="4544568"/>
                </a:cubicBezTo>
                <a:cubicBezTo>
                  <a:pt x="2010442" y="4545521"/>
                  <a:pt x="2011775" y="4547140"/>
                  <a:pt x="2012442" y="4549140"/>
                </a:cubicBezTo>
                <a:cubicBezTo>
                  <a:pt x="2013109" y="4551140"/>
                  <a:pt x="2012918" y="4553236"/>
                  <a:pt x="2012061" y="4555141"/>
                </a:cubicBezTo>
                <a:close/>
                <a:moveTo>
                  <a:pt x="494348" y="95"/>
                </a:moveTo>
                <a:lnTo>
                  <a:pt x="489585" y="95"/>
                </a:lnTo>
                <a:lnTo>
                  <a:pt x="489585" y="222314"/>
                </a:lnTo>
                <a:lnTo>
                  <a:pt x="476440" y="239458"/>
                </a:lnTo>
                <a:cubicBezTo>
                  <a:pt x="475107" y="239268"/>
                  <a:pt x="473869" y="239458"/>
                  <a:pt x="472535" y="239744"/>
                </a:cubicBezTo>
                <a:lnTo>
                  <a:pt x="470821" y="237077"/>
                </a:lnTo>
                <a:lnTo>
                  <a:pt x="466820" y="239554"/>
                </a:lnTo>
                <a:lnTo>
                  <a:pt x="468344" y="241935"/>
                </a:lnTo>
                <a:cubicBezTo>
                  <a:pt x="465392" y="244602"/>
                  <a:pt x="464249" y="248888"/>
                  <a:pt x="465582" y="252889"/>
                </a:cubicBezTo>
                <a:cubicBezTo>
                  <a:pt x="467297" y="257842"/>
                  <a:pt x="472440" y="260414"/>
                  <a:pt x="477488" y="259366"/>
                </a:cubicBezTo>
                <a:lnTo>
                  <a:pt x="622840" y="427577"/>
                </a:lnTo>
                <a:lnTo>
                  <a:pt x="622840" y="570833"/>
                </a:lnTo>
                <a:lnTo>
                  <a:pt x="618839" y="570833"/>
                </a:lnTo>
                <a:cubicBezTo>
                  <a:pt x="615125" y="570833"/>
                  <a:pt x="611981" y="573881"/>
                  <a:pt x="611981" y="577691"/>
                </a:cubicBezTo>
                <a:lnTo>
                  <a:pt x="611981" y="590360"/>
                </a:lnTo>
                <a:cubicBezTo>
                  <a:pt x="611981" y="594074"/>
                  <a:pt x="615029" y="597218"/>
                  <a:pt x="618839" y="597218"/>
                </a:cubicBezTo>
                <a:lnTo>
                  <a:pt x="631508" y="597218"/>
                </a:lnTo>
                <a:cubicBezTo>
                  <a:pt x="635222" y="597218"/>
                  <a:pt x="638366" y="594170"/>
                  <a:pt x="638366" y="590360"/>
                </a:cubicBezTo>
                <a:lnTo>
                  <a:pt x="638366" y="577691"/>
                </a:lnTo>
                <a:cubicBezTo>
                  <a:pt x="638366" y="573977"/>
                  <a:pt x="635318" y="570833"/>
                  <a:pt x="631508" y="570833"/>
                </a:cubicBezTo>
                <a:lnTo>
                  <a:pt x="627507" y="570833"/>
                </a:lnTo>
                <a:lnTo>
                  <a:pt x="627507" y="425768"/>
                </a:lnTo>
                <a:lnTo>
                  <a:pt x="481870" y="257175"/>
                </a:lnTo>
                <a:cubicBezTo>
                  <a:pt x="485013" y="254508"/>
                  <a:pt x="486347" y="250127"/>
                  <a:pt x="484918" y="246031"/>
                </a:cubicBezTo>
                <a:cubicBezTo>
                  <a:pt x="484156" y="243935"/>
                  <a:pt x="482727" y="242316"/>
                  <a:pt x="481013" y="241173"/>
                </a:cubicBezTo>
                <a:lnTo>
                  <a:pt x="494348" y="223838"/>
                </a:lnTo>
                <a:lnTo>
                  <a:pt x="494348" y="95"/>
                </a:lnTo>
                <a:close/>
                <a:moveTo>
                  <a:pt x="631412" y="575596"/>
                </a:moveTo>
                <a:cubicBezTo>
                  <a:pt x="632555" y="575596"/>
                  <a:pt x="633508" y="576548"/>
                  <a:pt x="633508" y="577691"/>
                </a:cubicBezTo>
                <a:lnTo>
                  <a:pt x="633508" y="590360"/>
                </a:lnTo>
                <a:cubicBezTo>
                  <a:pt x="633508" y="591503"/>
                  <a:pt x="632555" y="592455"/>
                  <a:pt x="631412" y="592455"/>
                </a:cubicBezTo>
                <a:lnTo>
                  <a:pt x="618744" y="592455"/>
                </a:lnTo>
                <a:cubicBezTo>
                  <a:pt x="617601" y="592455"/>
                  <a:pt x="616649" y="591503"/>
                  <a:pt x="616649" y="590360"/>
                </a:cubicBezTo>
                <a:lnTo>
                  <a:pt x="616649" y="577691"/>
                </a:lnTo>
                <a:cubicBezTo>
                  <a:pt x="616649" y="576548"/>
                  <a:pt x="617601" y="575596"/>
                  <a:pt x="618744" y="575596"/>
                </a:cubicBezTo>
                <a:lnTo>
                  <a:pt x="631412" y="575596"/>
                </a:lnTo>
                <a:close/>
                <a:moveTo>
                  <a:pt x="2204085" y="4525804"/>
                </a:moveTo>
                <a:lnTo>
                  <a:pt x="2035969" y="4525804"/>
                </a:lnTo>
                <a:lnTo>
                  <a:pt x="1999964" y="4475226"/>
                </a:lnTo>
                <a:cubicBezTo>
                  <a:pt x="1998345" y="4475893"/>
                  <a:pt x="1996535" y="4476274"/>
                  <a:pt x="1994630" y="4476274"/>
                </a:cubicBezTo>
                <a:cubicBezTo>
                  <a:pt x="1987010" y="4476274"/>
                  <a:pt x="1980819" y="4470083"/>
                  <a:pt x="1980819" y="4462463"/>
                </a:cubicBezTo>
                <a:cubicBezTo>
                  <a:pt x="1980819" y="4454843"/>
                  <a:pt x="1987010" y="4448652"/>
                  <a:pt x="1994630" y="4448652"/>
                </a:cubicBezTo>
                <a:cubicBezTo>
                  <a:pt x="2002250" y="4448652"/>
                  <a:pt x="2008442" y="4454843"/>
                  <a:pt x="2008442" y="4462463"/>
                </a:cubicBezTo>
                <a:cubicBezTo>
                  <a:pt x="2008442" y="4466463"/>
                  <a:pt x="2006727" y="4470083"/>
                  <a:pt x="2003965" y="4472559"/>
                </a:cubicBezTo>
                <a:lnTo>
                  <a:pt x="2038255" y="4520946"/>
                </a:lnTo>
                <a:lnTo>
                  <a:pt x="2201894" y="4520946"/>
                </a:lnTo>
                <a:lnTo>
                  <a:pt x="2255330" y="4464463"/>
                </a:lnTo>
                <a:lnTo>
                  <a:pt x="2255711" y="4328637"/>
                </a:lnTo>
                <a:cubicBezTo>
                  <a:pt x="2250758" y="4327589"/>
                  <a:pt x="2247043" y="4323398"/>
                  <a:pt x="2247043" y="4318159"/>
                </a:cubicBezTo>
                <a:cubicBezTo>
                  <a:pt x="2247043" y="4312158"/>
                  <a:pt x="2251901" y="4307205"/>
                  <a:pt x="2257997" y="4307205"/>
                </a:cubicBezTo>
                <a:cubicBezTo>
                  <a:pt x="2264093" y="4307205"/>
                  <a:pt x="2268950" y="4312063"/>
                  <a:pt x="2268950" y="4318159"/>
                </a:cubicBezTo>
                <a:cubicBezTo>
                  <a:pt x="2268950" y="4323303"/>
                  <a:pt x="2265426" y="4327303"/>
                  <a:pt x="2260664" y="4328541"/>
                </a:cubicBezTo>
                <a:lnTo>
                  <a:pt x="2260283" y="4466368"/>
                </a:lnTo>
                <a:lnTo>
                  <a:pt x="2203990" y="4525804"/>
                </a:lnTo>
                <a:close/>
                <a:moveTo>
                  <a:pt x="1920621" y="4627150"/>
                </a:moveTo>
                <a:cubicBezTo>
                  <a:pt x="1919192" y="4627150"/>
                  <a:pt x="1917954" y="4627817"/>
                  <a:pt x="1917097" y="4628960"/>
                </a:cubicBezTo>
                <a:lnTo>
                  <a:pt x="1779746" y="4628960"/>
                </a:lnTo>
                <a:cubicBezTo>
                  <a:pt x="1779746" y="4628960"/>
                  <a:pt x="1741170" y="4596289"/>
                  <a:pt x="1741170" y="4596289"/>
                </a:cubicBezTo>
                <a:lnTo>
                  <a:pt x="1644968" y="4596289"/>
                </a:lnTo>
                <a:cubicBezTo>
                  <a:pt x="1643825" y="4588193"/>
                  <a:pt x="1636871" y="4581906"/>
                  <a:pt x="1628394" y="4581906"/>
                </a:cubicBezTo>
                <a:cubicBezTo>
                  <a:pt x="1625537" y="4581906"/>
                  <a:pt x="1622774" y="4582668"/>
                  <a:pt x="1620393" y="4584002"/>
                </a:cubicBezTo>
                <a:lnTo>
                  <a:pt x="1595152" y="4548569"/>
                </a:lnTo>
                <a:lnTo>
                  <a:pt x="1595819" y="4415028"/>
                </a:lnTo>
                <a:lnTo>
                  <a:pt x="1599248" y="4415028"/>
                </a:lnTo>
                <a:cubicBezTo>
                  <a:pt x="1605534" y="4415028"/>
                  <a:pt x="1610773" y="4409885"/>
                  <a:pt x="1610773" y="4403503"/>
                </a:cubicBezTo>
                <a:lnTo>
                  <a:pt x="1610773" y="4352163"/>
                </a:lnTo>
                <a:cubicBezTo>
                  <a:pt x="1610773" y="4345877"/>
                  <a:pt x="1605629" y="4340638"/>
                  <a:pt x="1599248" y="4340638"/>
                </a:cubicBezTo>
                <a:lnTo>
                  <a:pt x="1595819" y="4340638"/>
                </a:lnTo>
                <a:lnTo>
                  <a:pt x="1595819" y="4257199"/>
                </a:lnTo>
                <a:cubicBezTo>
                  <a:pt x="1599533" y="4255865"/>
                  <a:pt x="1602296" y="4252437"/>
                  <a:pt x="1602677" y="4248245"/>
                </a:cubicBezTo>
                <a:cubicBezTo>
                  <a:pt x="1603057" y="4243197"/>
                  <a:pt x="1599628" y="4238816"/>
                  <a:pt x="1594866" y="4237578"/>
                </a:cubicBezTo>
                <a:lnTo>
                  <a:pt x="1595152" y="4191000"/>
                </a:lnTo>
                <a:lnTo>
                  <a:pt x="1717357" y="4041743"/>
                </a:lnTo>
                <a:cubicBezTo>
                  <a:pt x="1717357" y="4041743"/>
                  <a:pt x="1718215" y="4042029"/>
                  <a:pt x="1718691" y="4042029"/>
                </a:cubicBezTo>
                <a:lnTo>
                  <a:pt x="1742599" y="4042029"/>
                </a:lnTo>
                <a:cubicBezTo>
                  <a:pt x="1745552" y="4042029"/>
                  <a:pt x="1747933" y="4039648"/>
                  <a:pt x="1747933" y="4036695"/>
                </a:cubicBezTo>
                <a:lnTo>
                  <a:pt x="1747933" y="4012311"/>
                </a:lnTo>
                <a:cubicBezTo>
                  <a:pt x="1747933" y="4009644"/>
                  <a:pt x="1745742" y="4007453"/>
                  <a:pt x="1743075" y="4007453"/>
                </a:cubicBezTo>
                <a:lnTo>
                  <a:pt x="1718691" y="4007453"/>
                </a:lnTo>
                <a:cubicBezTo>
                  <a:pt x="1715738" y="4007453"/>
                  <a:pt x="1713357" y="4009835"/>
                  <a:pt x="1713357" y="4012787"/>
                </a:cubicBezTo>
                <a:lnTo>
                  <a:pt x="1713357" y="4036695"/>
                </a:lnTo>
                <a:cubicBezTo>
                  <a:pt x="1713357" y="4037362"/>
                  <a:pt x="1713548" y="4038029"/>
                  <a:pt x="1713738" y="4038600"/>
                </a:cubicBezTo>
                <a:lnTo>
                  <a:pt x="1590294" y="4189286"/>
                </a:lnTo>
                <a:lnTo>
                  <a:pt x="1590008" y="4237387"/>
                </a:lnTo>
                <a:cubicBezTo>
                  <a:pt x="1585627" y="4238339"/>
                  <a:pt x="1582103" y="4241864"/>
                  <a:pt x="1581817" y="4246626"/>
                </a:cubicBezTo>
                <a:cubicBezTo>
                  <a:pt x="1581436" y="4251389"/>
                  <a:pt x="1584389" y="4255485"/>
                  <a:pt x="1588675" y="4257009"/>
                </a:cubicBezTo>
                <a:lnTo>
                  <a:pt x="1588675" y="4340543"/>
                </a:lnTo>
                <a:lnTo>
                  <a:pt x="1585246" y="4340543"/>
                </a:lnTo>
                <a:cubicBezTo>
                  <a:pt x="1578959" y="4340543"/>
                  <a:pt x="1573721" y="4345686"/>
                  <a:pt x="1573721" y="4352068"/>
                </a:cubicBezTo>
                <a:lnTo>
                  <a:pt x="1573721" y="4403408"/>
                </a:lnTo>
                <a:cubicBezTo>
                  <a:pt x="1573721" y="4409694"/>
                  <a:pt x="1578864" y="4414933"/>
                  <a:pt x="1585246" y="4414933"/>
                </a:cubicBezTo>
                <a:lnTo>
                  <a:pt x="1588580" y="4414933"/>
                </a:lnTo>
                <a:lnTo>
                  <a:pt x="1587913" y="4549902"/>
                </a:lnTo>
                <a:cubicBezTo>
                  <a:pt x="1587913" y="4550855"/>
                  <a:pt x="1588294" y="4551712"/>
                  <a:pt x="1588961" y="4552379"/>
                </a:cubicBezTo>
                <a:lnTo>
                  <a:pt x="1614964" y="4588479"/>
                </a:lnTo>
                <a:cubicBezTo>
                  <a:pt x="1612868" y="4591336"/>
                  <a:pt x="1611535" y="4594765"/>
                  <a:pt x="1611535" y="4598575"/>
                </a:cubicBezTo>
                <a:cubicBezTo>
                  <a:pt x="1611535" y="4607814"/>
                  <a:pt x="1619060" y="4615339"/>
                  <a:pt x="1628299" y="4615339"/>
                </a:cubicBezTo>
                <a:cubicBezTo>
                  <a:pt x="1636776" y="4615339"/>
                  <a:pt x="1643729" y="4609053"/>
                  <a:pt x="1644872" y="4600956"/>
                </a:cubicBezTo>
                <a:lnTo>
                  <a:pt x="1739265" y="4600956"/>
                </a:lnTo>
                <a:lnTo>
                  <a:pt x="1777841" y="4633627"/>
                </a:lnTo>
                <a:lnTo>
                  <a:pt x="1917002" y="4633627"/>
                </a:lnTo>
                <a:cubicBezTo>
                  <a:pt x="1917764" y="4634675"/>
                  <a:pt x="1918811" y="4635342"/>
                  <a:pt x="1920145" y="4635437"/>
                </a:cubicBezTo>
                <a:cubicBezTo>
                  <a:pt x="1922431" y="4635532"/>
                  <a:pt x="1924336" y="4633722"/>
                  <a:pt x="1924431" y="4631436"/>
                </a:cubicBezTo>
                <a:cubicBezTo>
                  <a:pt x="1924526" y="4629150"/>
                  <a:pt x="1922717" y="4627245"/>
                  <a:pt x="1920431" y="4627150"/>
                </a:cubicBezTo>
                <a:close/>
                <a:moveTo>
                  <a:pt x="1718405" y="4012883"/>
                </a:moveTo>
                <a:cubicBezTo>
                  <a:pt x="1718405" y="4012883"/>
                  <a:pt x="1718596" y="4012406"/>
                  <a:pt x="1718882" y="4012406"/>
                </a:cubicBezTo>
                <a:lnTo>
                  <a:pt x="1743266" y="4012406"/>
                </a:lnTo>
                <a:cubicBezTo>
                  <a:pt x="1743266" y="4012406"/>
                  <a:pt x="1743266" y="4036790"/>
                  <a:pt x="1743266" y="4036790"/>
                </a:cubicBezTo>
                <a:cubicBezTo>
                  <a:pt x="1743266" y="4037076"/>
                  <a:pt x="1743075" y="4037267"/>
                  <a:pt x="1742789" y="4037267"/>
                </a:cubicBezTo>
                <a:lnTo>
                  <a:pt x="1718882" y="4037267"/>
                </a:lnTo>
                <a:cubicBezTo>
                  <a:pt x="1718882" y="4037267"/>
                  <a:pt x="1718405" y="4037076"/>
                  <a:pt x="1718405" y="4036790"/>
                </a:cubicBezTo>
                <a:lnTo>
                  <a:pt x="1718405" y="4012883"/>
                </a:lnTo>
                <a:close/>
                <a:moveTo>
                  <a:pt x="1581055" y="4352163"/>
                </a:moveTo>
                <a:cubicBezTo>
                  <a:pt x="1581055" y="4349782"/>
                  <a:pt x="1582960" y="4347782"/>
                  <a:pt x="1585436" y="4347782"/>
                </a:cubicBezTo>
                <a:lnTo>
                  <a:pt x="1599438" y="4347782"/>
                </a:lnTo>
                <a:cubicBezTo>
                  <a:pt x="1601819" y="4347782"/>
                  <a:pt x="1603820" y="4349687"/>
                  <a:pt x="1603820" y="4352163"/>
                </a:cubicBezTo>
                <a:lnTo>
                  <a:pt x="1603820" y="4361117"/>
                </a:lnTo>
                <a:lnTo>
                  <a:pt x="1581150" y="4361117"/>
                </a:lnTo>
                <a:lnTo>
                  <a:pt x="1581150" y="4352163"/>
                </a:lnTo>
                <a:close/>
                <a:moveTo>
                  <a:pt x="1588770" y="4407789"/>
                </a:moveTo>
                <a:lnTo>
                  <a:pt x="1585341" y="4407789"/>
                </a:lnTo>
                <a:cubicBezTo>
                  <a:pt x="1582960" y="4407789"/>
                  <a:pt x="1580960" y="4405884"/>
                  <a:pt x="1580960" y="4403408"/>
                </a:cubicBezTo>
                <a:lnTo>
                  <a:pt x="1580960" y="4391692"/>
                </a:lnTo>
                <a:lnTo>
                  <a:pt x="1603629" y="4391692"/>
                </a:lnTo>
                <a:lnTo>
                  <a:pt x="1603629" y="4403408"/>
                </a:lnTo>
                <a:cubicBezTo>
                  <a:pt x="1603629" y="4405789"/>
                  <a:pt x="1601724" y="4407789"/>
                  <a:pt x="1599248" y="4407789"/>
                </a:cubicBezTo>
                <a:lnTo>
                  <a:pt x="1588675" y="4407789"/>
                </a:lnTo>
                <a:close/>
                <a:moveTo>
                  <a:pt x="1628489" y="4609624"/>
                </a:moveTo>
                <a:cubicBezTo>
                  <a:pt x="1622489" y="4609624"/>
                  <a:pt x="1617536" y="4604766"/>
                  <a:pt x="1617536" y="4598670"/>
                </a:cubicBezTo>
                <a:cubicBezTo>
                  <a:pt x="1617536" y="4592574"/>
                  <a:pt x="1622489" y="4587717"/>
                  <a:pt x="1628489" y="4587717"/>
                </a:cubicBezTo>
                <a:cubicBezTo>
                  <a:pt x="1634490" y="4587717"/>
                  <a:pt x="1639443" y="4592670"/>
                  <a:pt x="1639443" y="4598670"/>
                </a:cubicBezTo>
                <a:cubicBezTo>
                  <a:pt x="1639443" y="4604671"/>
                  <a:pt x="1634490" y="4609624"/>
                  <a:pt x="1628489" y="4609624"/>
                </a:cubicBezTo>
                <a:close/>
                <a:moveTo>
                  <a:pt x="1674686" y="3949446"/>
                </a:moveTo>
                <a:lnTo>
                  <a:pt x="1674686" y="3959733"/>
                </a:lnTo>
                <a:cubicBezTo>
                  <a:pt x="1674686" y="3962114"/>
                  <a:pt x="1672781" y="3964019"/>
                  <a:pt x="1670399" y="3964019"/>
                </a:cubicBezTo>
                <a:lnTo>
                  <a:pt x="1660874" y="3964019"/>
                </a:lnTo>
                <a:cubicBezTo>
                  <a:pt x="1658493" y="3964019"/>
                  <a:pt x="1656588" y="3962114"/>
                  <a:pt x="1656588" y="3959733"/>
                </a:cubicBezTo>
                <a:lnTo>
                  <a:pt x="1656588" y="3950208"/>
                </a:lnTo>
                <a:cubicBezTo>
                  <a:pt x="1656588" y="3947827"/>
                  <a:pt x="1658493" y="3945922"/>
                  <a:pt x="1660874" y="3945922"/>
                </a:cubicBezTo>
                <a:lnTo>
                  <a:pt x="1671161" y="3945922"/>
                </a:lnTo>
                <a:cubicBezTo>
                  <a:pt x="1673162" y="3945922"/>
                  <a:pt x="1674686" y="3947541"/>
                  <a:pt x="1674686" y="3949446"/>
                </a:cubicBezTo>
                <a:close/>
                <a:moveTo>
                  <a:pt x="1547241" y="4557618"/>
                </a:moveTo>
                <a:lnTo>
                  <a:pt x="1548194" y="4414933"/>
                </a:lnTo>
                <a:lnTo>
                  <a:pt x="1551623" y="4414933"/>
                </a:lnTo>
                <a:cubicBezTo>
                  <a:pt x="1557909" y="4414933"/>
                  <a:pt x="1563148" y="4409789"/>
                  <a:pt x="1563148" y="4403408"/>
                </a:cubicBezTo>
                <a:lnTo>
                  <a:pt x="1563148" y="4352068"/>
                </a:lnTo>
                <a:cubicBezTo>
                  <a:pt x="1563148" y="4345781"/>
                  <a:pt x="1558004" y="4340543"/>
                  <a:pt x="1551623" y="4340543"/>
                </a:cubicBezTo>
                <a:lnTo>
                  <a:pt x="1548194" y="4340543"/>
                </a:lnTo>
                <a:lnTo>
                  <a:pt x="1548194" y="4259676"/>
                </a:lnTo>
                <a:lnTo>
                  <a:pt x="1553623" y="4259676"/>
                </a:lnTo>
                <a:cubicBezTo>
                  <a:pt x="1554956" y="4259676"/>
                  <a:pt x="1556004" y="4258628"/>
                  <a:pt x="1556004" y="4257294"/>
                </a:cubicBezTo>
                <a:lnTo>
                  <a:pt x="1556004" y="4239292"/>
                </a:lnTo>
                <a:cubicBezTo>
                  <a:pt x="1556004" y="4237959"/>
                  <a:pt x="1554956" y="4236911"/>
                  <a:pt x="1553623" y="4236911"/>
                </a:cubicBezTo>
                <a:lnTo>
                  <a:pt x="1547051" y="4236911"/>
                </a:lnTo>
                <a:lnTo>
                  <a:pt x="1547622" y="4196811"/>
                </a:lnTo>
                <a:lnTo>
                  <a:pt x="1616107" y="4113181"/>
                </a:lnTo>
                <a:lnTo>
                  <a:pt x="1616678" y="4094512"/>
                </a:lnTo>
                <a:lnTo>
                  <a:pt x="1715738" y="3977545"/>
                </a:lnTo>
                <a:cubicBezTo>
                  <a:pt x="1717834" y="3978974"/>
                  <a:pt x="1720120" y="3980021"/>
                  <a:pt x="1722692" y="3980117"/>
                </a:cubicBezTo>
                <a:cubicBezTo>
                  <a:pt x="1722882" y="3980117"/>
                  <a:pt x="1723073" y="3980117"/>
                  <a:pt x="1723358" y="3980117"/>
                </a:cubicBezTo>
                <a:cubicBezTo>
                  <a:pt x="1726787" y="3980117"/>
                  <a:pt x="1730026" y="3978878"/>
                  <a:pt x="1732598" y="3976497"/>
                </a:cubicBezTo>
                <a:cubicBezTo>
                  <a:pt x="1735265" y="3974021"/>
                  <a:pt x="1736884" y="3970687"/>
                  <a:pt x="1736979" y="3966972"/>
                </a:cubicBezTo>
                <a:cubicBezTo>
                  <a:pt x="1737170" y="3963353"/>
                  <a:pt x="1735836" y="3959828"/>
                  <a:pt x="1733360" y="3957161"/>
                </a:cubicBezTo>
                <a:cubicBezTo>
                  <a:pt x="1730883" y="3954494"/>
                  <a:pt x="1727549" y="3952875"/>
                  <a:pt x="1723930" y="3952780"/>
                </a:cubicBezTo>
                <a:cubicBezTo>
                  <a:pt x="1720310" y="3952589"/>
                  <a:pt x="1716786" y="3953923"/>
                  <a:pt x="1714119" y="3956399"/>
                </a:cubicBezTo>
                <a:cubicBezTo>
                  <a:pt x="1711452" y="3958876"/>
                  <a:pt x="1709833" y="3962210"/>
                  <a:pt x="1709738" y="3965924"/>
                </a:cubicBezTo>
                <a:cubicBezTo>
                  <a:pt x="1709642" y="3968972"/>
                  <a:pt x="1710690" y="3971830"/>
                  <a:pt x="1712405" y="3974211"/>
                </a:cubicBezTo>
                <a:lnTo>
                  <a:pt x="1612011" y="4092702"/>
                </a:lnTo>
                <a:lnTo>
                  <a:pt x="1611440" y="4111371"/>
                </a:lnTo>
                <a:lnTo>
                  <a:pt x="1543431" y="4194429"/>
                </a:lnTo>
                <a:lnTo>
                  <a:pt x="1542860" y="4195096"/>
                </a:lnTo>
                <a:lnTo>
                  <a:pt x="1542288" y="4236911"/>
                </a:lnTo>
                <a:lnTo>
                  <a:pt x="1535621" y="4236911"/>
                </a:lnTo>
                <a:cubicBezTo>
                  <a:pt x="1534287" y="4236911"/>
                  <a:pt x="1533239" y="4237959"/>
                  <a:pt x="1533239" y="4239292"/>
                </a:cubicBezTo>
                <a:lnTo>
                  <a:pt x="1533239" y="4257294"/>
                </a:lnTo>
                <a:cubicBezTo>
                  <a:pt x="1533239" y="4258628"/>
                  <a:pt x="1534287" y="4259676"/>
                  <a:pt x="1535621" y="4259676"/>
                </a:cubicBezTo>
                <a:lnTo>
                  <a:pt x="1541050" y="4259676"/>
                </a:lnTo>
                <a:lnTo>
                  <a:pt x="1541050" y="4340543"/>
                </a:lnTo>
                <a:lnTo>
                  <a:pt x="1537621" y="4340543"/>
                </a:lnTo>
                <a:cubicBezTo>
                  <a:pt x="1531334" y="4340543"/>
                  <a:pt x="1526096" y="4345686"/>
                  <a:pt x="1526096" y="4352068"/>
                </a:cubicBezTo>
                <a:lnTo>
                  <a:pt x="1526096" y="4403408"/>
                </a:lnTo>
                <a:cubicBezTo>
                  <a:pt x="1526096" y="4409694"/>
                  <a:pt x="1531239" y="4414933"/>
                  <a:pt x="1537621" y="4414933"/>
                </a:cubicBezTo>
                <a:lnTo>
                  <a:pt x="1540955" y="4414933"/>
                </a:lnTo>
                <a:lnTo>
                  <a:pt x="1540002" y="4556474"/>
                </a:lnTo>
                <a:lnTo>
                  <a:pt x="1503426" y="4600861"/>
                </a:lnTo>
                <a:cubicBezTo>
                  <a:pt x="1500664" y="4599242"/>
                  <a:pt x="1497521" y="4598194"/>
                  <a:pt x="1494092" y="4598194"/>
                </a:cubicBezTo>
                <a:cubicBezTo>
                  <a:pt x="1483900" y="4598194"/>
                  <a:pt x="1475708" y="4606481"/>
                  <a:pt x="1475708" y="4616577"/>
                </a:cubicBezTo>
                <a:cubicBezTo>
                  <a:pt x="1475708" y="4626674"/>
                  <a:pt x="1483995" y="4634961"/>
                  <a:pt x="1494092" y="4634961"/>
                </a:cubicBezTo>
                <a:cubicBezTo>
                  <a:pt x="1504188" y="4634961"/>
                  <a:pt x="1512475" y="4626674"/>
                  <a:pt x="1512475" y="4616577"/>
                </a:cubicBezTo>
                <a:cubicBezTo>
                  <a:pt x="1512475" y="4612386"/>
                  <a:pt x="1511046" y="4608671"/>
                  <a:pt x="1508760" y="4605528"/>
                </a:cubicBezTo>
                <a:lnTo>
                  <a:pt x="1546193" y="4560094"/>
                </a:lnTo>
                <a:cubicBezTo>
                  <a:pt x="1546860" y="4559427"/>
                  <a:pt x="1547241" y="4558570"/>
                  <a:pt x="1547241" y="4557618"/>
                </a:cubicBezTo>
                <a:close/>
                <a:moveTo>
                  <a:pt x="1717357" y="3960209"/>
                </a:moveTo>
                <a:cubicBezTo>
                  <a:pt x="1718977" y="3958685"/>
                  <a:pt x="1721168" y="3957828"/>
                  <a:pt x="1723358" y="3957828"/>
                </a:cubicBezTo>
                <a:cubicBezTo>
                  <a:pt x="1723453" y="3957828"/>
                  <a:pt x="1723644" y="3957828"/>
                  <a:pt x="1723739" y="3957828"/>
                </a:cubicBezTo>
                <a:cubicBezTo>
                  <a:pt x="1726121" y="3957923"/>
                  <a:pt x="1728311" y="3958971"/>
                  <a:pt x="1729931" y="3960686"/>
                </a:cubicBezTo>
                <a:cubicBezTo>
                  <a:pt x="1731550" y="3962400"/>
                  <a:pt x="1732407" y="3964686"/>
                  <a:pt x="1732217" y="3967067"/>
                </a:cubicBezTo>
                <a:cubicBezTo>
                  <a:pt x="1732121" y="3969449"/>
                  <a:pt x="1731074" y="3971639"/>
                  <a:pt x="1729359" y="3973259"/>
                </a:cubicBezTo>
                <a:cubicBezTo>
                  <a:pt x="1727645" y="3974878"/>
                  <a:pt x="1725359" y="3975640"/>
                  <a:pt x="1722977" y="3975545"/>
                </a:cubicBezTo>
                <a:cubicBezTo>
                  <a:pt x="1720596" y="3975449"/>
                  <a:pt x="1718405" y="3974402"/>
                  <a:pt x="1716786" y="3972687"/>
                </a:cubicBezTo>
                <a:cubicBezTo>
                  <a:pt x="1715167" y="3970973"/>
                  <a:pt x="1714310" y="3968687"/>
                  <a:pt x="1714500" y="3966305"/>
                </a:cubicBezTo>
                <a:cubicBezTo>
                  <a:pt x="1714595" y="3963924"/>
                  <a:pt x="1715643" y="3961734"/>
                  <a:pt x="1717357" y="3960114"/>
                </a:cubicBezTo>
                <a:close/>
                <a:moveTo>
                  <a:pt x="1494187" y="4627912"/>
                </a:moveTo>
                <a:cubicBezTo>
                  <a:pt x="1487996" y="4627912"/>
                  <a:pt x="1482947" y="4622864"/>
                  <a:pt x="1482947" y="4616672"/>
                </a:cubicBezTo>
                <a:cubicBezTo>
                  <a:pt x="1482947" y="4610481"/>
                  <a:pt x="1487996" y="4605433"/>
                  <a:pt x="1494187" y="4605433"/>
                </a:cubicBezTo>
                <a:cubicBezTo>
                  <a:pt x="1500378" y="4605433"/>
                  <a:pt x="1505426" y="4610481"/>
                  <a:pt x="1505426" y="4616672"/>
                </a:cubicBezTo>
                <a:cubicBezTo>
                  <a:pt x="1505426" y="4622864"/>
                  <a:pt x="1500378" y="4627912"/>
                  <a:pt x="1494187" y="4627912"/>
                </a:cubicBezTo>
                <a:close/>
                <a:moveTo>
                  <a:pt x="1538002" y="4255104"/>
                </a:moveTo>
                <a:lnTo>
                  <a:pt x="1538002" y="4241864"/>
                </a:lnTo>
                <a:lnTo>
                  <a:pt x="1551242" y="4241864"/>
                </a:lnTo>
                <a:lnTo>
                  <a:pt x="1551242" y="4255104"/>
                </a:lnTo>
                <a:lnTo>
                  <a:pt x="1538002" y="4255104"/>
                </a:lnTo>
                <a:close/>
                <a:moveTo>
                  <a:pt x="1533335" y="4352163"/>
                </a:moveTo>
                <a:cubicBezTo>
                  <a:pt x="1533335" y="4349782"/>
                  <a:pt x="1535240" y="4347782"/>
                  <a:pt x="1537716" y="4347782"/>
                </a:cubicBezTo>
                <a:lnTo>
                  <a:pt x="1551718" y="4347782"/>
                </a:lnTo>
                <a:cubicBezTo>
                  <a:pt x="1554099" y="4347782"/>
                  <a:pt x="1556099" y="4349687"/>
                  <a:pt x="1556099" y="4352163"/>
                </a:cubicBezTo>
                <a:lnTo>
                  <a:pt x="1556099" y="4361117"/>
                </a:lnTo>
                <a:lnTo>
                  <a:pt x="1533430" y="4361117"/>
                </a:lnTo>
                <a:lnTo>
                  <a:pt x="1533430" y="4352163"/>
                </a:lnTo>
                <a:close/>
                <a:moveTo>
                  <a:pt x="1537621" y="4407789"/>
                </a:moveTo>
                <a:cubicBezTo>
                  <a:pt x="1535240" y="4407789"/>
                  <a:pt x="1533239" y="4405884"/>
                  <a:pt x="1533239" y="4403408"/>
                </a:cubicBezTo>
                <a:lnTo>
                  <a:pt x="1533239" y="4391692"/>
                </a:lnTo>
                <a:lnTo>
                  <a:pt x="1555909" y="4391692"/>
                </a:lnTo>
                <a:lnTo>
                  <a:pt x="1555909" y="4403408"/>
                </a:lnTo>
                <a:cubicBezTo>
                  <a:pt x="1555909" y="4405789"/>
                  <a:pt x="1554004" y="4407789"/>
                  <a:pt x="1551527" y="4407789"/>
                </a:cubicBezTo>
                <a:lnTo>
                  <a:pt x="1537526" y="4407789"/>
                </a:lnTo>
                <a:close/>
                <a:moveTo>
                  <a:pt x="586073" y="19812"/>
                </a:moveTo>
                <a:lnTo>
                  <a:pt x="590836" y="19812"/>
                </a:lnTo>
                <a:lnTo>
                  <a:pt x="590836" y="37433"/>
                </a:lnTo>
                <a:lnTo>
                  <a:pt x="586073" y="37433"/>
                </a:lnTo>
                <a:lnTo>
                  <a:pt x="586073" y="19812"/>
                </a:lnTo>
                <a:close/>
                <a:moveTo>
                  <a:pt x="692849" y="2275523"/>
                </a:moveTo>
                <a:lnTo>
                  <a:pt x="704469" y="2275523"/>
                </a:lnTo>
                <a:cubicBezTo>
                  <a:pt x="704469" y="2275523"/>
                  <a:pt x="704469" y="2282571"/>
                  <a:pt x="704469" y="2282571"/>
                </a:cubicBezTo>
                <a:lnTo>
                  <a:pt x="692849" y="2282571"/>
                </a:lnTo>
                <a:cubicBezTo>
                  <a:pt x="692849" y="2282571"/>
                  <a:pt x="692849" y="2275523"/>
                  <a:pt x="692849" y="2275523"/>
                </a:cubicBezTo>
                <a:close/>
                <a:moveTo>
                  <a:pt x="586073" y="90392"/>
                </a:moveTo>
                <a:lnTo>
                  <a:pt x="590836" y="90392"/>
                </a:lnTo>
                <a:lnTo>
                  <a:pt x="590836" y="108014"/>
                </a:lnTo>
                <a:lnTo>
                  <a:pt x="586073" y="108014"/>
                </a:lnTo>
                <a:lnTo>
                  <a:pt x="586073" y="90392"/>
                </a:lnTo>
                <a:close/>
                <a:moveTo>
                  <a:pt x="617029" y="235458"/>
                </a:moveTo>
                <a:lnTo>
                  <a:pt x="624269" y="242602"/>
                </a:lnTo>
                <a:cubicBezTo>
                  <a:pt x="624269" y="242602"/>
                  <a:pt x="624173" y="243078"/>
                  <a:pt x="624173" y="243269"/>
                </a:cubicBezTo>
                <a:lnTo>
                  <a:pt x="624173" y="255937"/>
                </a:lnTo>
                <a:cubicBezTo>
                  <a:pt x="624173" y="258413"/>
                  <a:pt x="626174" y="260414"/>
                  <a:pt x="628650" y="260414"/>
                </a:cubicBezTo>
                <a:lnTo>
                  <a:pt x="641318" y="260414"/>
                </a:lnTo>
                <a:cubicBezTo>
                  <a:pt x="641890" y="260414"/>
                  <a:pt x="642366" y="260318"/>
                  <a:pt x="642842" y="260128"/>
                </a:cubicBezTo>
                <a:lnTo>
                  <a:pt x="773240" y="411385"/>
                </a:lnTo>
                <a:lnTo>
                  <a:pt x="773240" y="460820"/>
                </a:lnTo>
                <a:lnTo>
                  <a:pt x="772668" y="460820"/>
                </a:lnTo>
                <a:cubicBezTo>
                  <a:pt x="766667" y="460820"/>
                  <a:pt x="761714" y="465201"/>
                  <a:pt x="761714" y="470535"/>
                </a:cubicBezTo>
                <a:lnTo>
                  <a:pt x="761714" y="509397"/>
                </a:lnTo>
                <a:cubicBezTo>
                  <a:pt x="761714" y="514731"/>
                  <a:pt x="766667" y="519113"/>
                  <a:pt x="772668" y="519113"/>
                </a:cubicBezTo>
                <a:lnTo>
                  <a:pt x="782765" y="519113"/>
                </a:lnTo>
                <a:cubicBezTo>
                  <a:pt x="788765" y="519113"/>
                  <a:pt x="793718" y="514731"/>
                  <a:pt x="793718" y="509397"/>
                </a:cubicBezTo>
                <a:lnTo>
                  <a:pt x="793718" y="470535"/>
                </a:lnTo>
                <a:cubicBezTo>
                  <a:pt x="793718" y="465201"/>
                  <a:pt x="788765" y="460820"/>
                  <a:pt x="782765" y="460820"/>
                </a:cubicBezTo>
                <a:lnTo>
                  <a:pt x="778002" y="460820"/>
                </a:lnTo>
                <a:lnTo>
                  <a:pt x="778002" y="409670"/>
                </a:lnTo>
                <a:lnTo>
                  <a:pt x="645795" y="256318"/>
                </a:lnTo>
                <a:cubicBezTo>
                  <a:pt x="645795" y="256318"/>
                  <a:pt x="645795" y="256223"/>
                  <a:pt x="645795" y="256127"/>
                </a:cubicBezTo>
                <a:lnTo>
                  <a:pt x="645795" y="243459"/>
                </a:lnTo>
                <a:cubicBezTo>
                  <a:pt x="645795" y="242888"/>
                  <a:pt x="645700" y="242316"/>
                  <a:pt x="645509" y="241840"/>
                </a:cubicBezTo>
                <a:lnTo>
                  <a:pt x="647510" y="238982"/>
                </a:lnTo>
                <a:lnTo>
                  <a:pt x="643604" y="236220"/>
                </a:lnTo>
                <a:lnTo>
                  <a:pt x="641604" y="239078"/>
                </a:lnTo>
                <a:cubicBezTo>
                  <a:pt x="641604" y="239078"/>
                  <a:pt x="641414" y="239078"/>
                  <a:pt x="641318" y="239078"/>
                </a:cubicBezTo>
                <a:lnTo>
                  <a:pt x="628650" y="239078"/>
                </a:lnTo>
                <a:cubicBezTo>
                  <a:pt x="628650" y="239078"/>
                  <a:pt x="627888" y="239173"/>
                  <a:pt x="627507" y="239268"/>
                </a:cubicBezTo>
                <a:lnTo>
                  <a:pt x="621887" y="233744"/>
                </a:lnTo>
                <a:lnTo>
                  <a:pt x="621887" y="95"/>
                </a:lnTo>
                <a:lnTo>
                  <a:pt x="617125" y="95"/>
                </a:lnTo>
                <a:lnTo>
                  <a:pt x="617125" y="235458"/>
                </a:lnTo>
                <a:close/>
                <a:moveTo>
                  <a:pt x="788479" y="509302"/>
                </a:moveTo>
                <a:cubicBezTo>
                  <a:pt x="788479" y="512159"/>
                  <a:pt x="785813" y="514540"/>
                  <a:pt x="782574" y="514540"/>
                </a:cubicBezTo>
                <a:lnTo>
                  <a:pt x="772477" y="514540"/>
                </a:lnTo>
                <a:cubicBezTo>
                  <a:pt x="769239" y="514540"/>
                  <a:pt x="766572" y="512159"/>
                  <a:pt x="766572" y="509302"/>
                </a:cubicBezTo>
                <a:lnTo>
                  <a:pt x="766572" y="501015"/>
                </a:lnTo>
                <a:lnTo>
                  <a:pt x="788384" y="501015"/>
                </a:lnTo>
                <a:lnTo>
                  <a:pt x="788384" y="509302"/>
                </a:lnTo>
                <a:close/>
                <a:moveTo>
                  <a:pt x="782669" y="465201"/>
                </a:moveTo>
                <a:cubicBezTo>
                  <a:pt x="785908" y="465201"/>
                  <a:pt x="788575" y="467582"/>
                  <a:pt x="788575" y="470440"/>
                </a:cubicBezTo>
                <a:lnTo>
                  <a:pt x="788575" y="476536"/>
                </a:lnTo>
                <a:lnTo>
                  <a:pt x="766763" y="476536"/>
                </a:lnTo>
                <a:lnTo>
                  <a:pt x="766763" y="470440"/>
                </a:lnTo>
                <a:cubicBezTo>
                  <a:pt x="766763" y="467582"/>
                  <a:pt x="769429" y="465201"/>
                  <a:pt x="772668" y="465201"/>
                </a:cubicBezTo>
                <a:lnTo>
                  <a:pt x="782765" y="465201"/>
                </a:lnTo>
                <a:close/>
                <a:moveTo>
                  <a:pt x="590836" y="143256"/>
                </a:moveTo>
                <a:lnTo>
                  <a:pt x="586073" y="143256"/>
                </a:lnTo>
                <a:lnTo>
                  <a:pt x="586073" y="125635"/>
                </a:lnTo>
                <a:lnTo>
                  <a:pt x="590836" y="125635"/>
                </a:lnTo>
                <a:lnTo>
                  <a:pt x="590836" y="143256"/>
                </a:lnTo>
                <a:close/>
                <a:moveTo>
                  <a:pt x="1923764" y="4647438"/>
                </a:moveTo>
                <a:cubicBezTo>
                  <a:pt x="1923669" y="4649248"/>
                  <a:pt x="1922050" y="4650677"/>
                  <a:pt x="1920240" y="4650581"/>
                </a:cubicBezTo>
                <a:cubicBezTo>
                  <a:pt x="1918430" y="4650486"/>
                  <a:pt x="1917002" y="4648867"/>
                  <a:pt x="1917097" y="4647057"/>
                </a:cubicBezTo>
                <a:cubicBezTo>
                  <a:pt x="1917192" y="4645247"/>
                  <a:pt x="1918811" y="4643819"/>
                  <a:pt x="1920621" y="4643914"/>
                </a:cubicBezTo>
                <a:cubicBezTo>
                  <a:pt x="1922431" y="4644009"/>
                  <a:pt x="1923860" y="4645629"/>
                  <a:pt x="1923764" y="4647438"/>
                </a:cubicBezTo>
                <a:close/>
                <a:moveTo>
                  <a:pt x="586073" y="55150"/>
                </a:moveTo>
                <a:lnTo>
                  <a:pt x="590836" y="55150"/>
                </a:lnTo>
                <a:lnTo>
                  <a:pt x="590836" y="72771"/>
                </a:lnTo>
                <a:lnTo>
                  <a:pt x="586073" y="72771"/>
                </a:lnTo>
                <a:lnTo>
                  <a:pt x="586073" y="55150"/>
                </a:lnTo>
                <a:close/>
                <a:moveTo>
                  <a:pt x="590836" y="178594"/>
                </a:moveTo>
                <a:lnTo>
                  <a:pt x="586073" y="178594"/>
                </a:lnTo>
                <a:lnTo>
                  <a:pt x="586073" y="160973"/>
                </a:lnTo>
                <a:lnTo>
                  <a:pt x="590836" y="160973"/>
                </a:lnTo>
                <a:lnTo>
                  <a:pt x="590836" y="178594"/>
                </a:lnTo>
                <a:close/>
                <a:moveTo>
                  <a:pt x="707612" y="2216753"/>
                </a:moveTo>
                <a:lnTo>
                  <a:pt x="714947" y="2223802"/>
                </a:lnTo>
                <a:lnTo>
                  <a:pt x="709994" y="2228945"/>
                </a:lnTo>
                <a:lnTo>
                  <a:pt x="702659" y="2221897"/>
                </a:lnTo>
                <a:lnTo>
                  <a:pt x="707612" y="2216753"/>
                </a:lnTo>
                <a:close/>
                <a:moveTo>
                  <a:pt x="590836" y="213836"/>
                </a:moveTo>
                <a:lnTo>
                  <a:pt x="586073" y="213836"/>
                </a:lnTo>
                <a:lnTo>
                  <a:pt x="586073" y="196215"/>
                </a:lnTo>
                <a:lnTo>
                  <a:pt x="590836" y="196215"/>
                </a:lnTo>
                <a:lnTo>
                  <a:pt x="590836" y="213836"/>
                </a:lnTo>
                <a:close/>
                <a:moveTo>
                  <a:pt x="586073" y="2191"/>
                </a:moveTo>
                <a:lnTo>
                  <a:pt x="586073" y="95"/>
                </a:lnTo>
                <a:lnTo>
                  <a:pt x="590836" y="95"/>
                </a:lnTo>
                <a:lnTo>
                  <a:pt x="590836" y="2191"/>
                </a:lnTo>
                <a:lnTo>
                  <a:pt x="586073" y="2191"/>
                </a:lnTo>
                <a:close/>
                <a:moveTo>
                  <a:pt x="600266" y="4402931"/>
                </a:moveTo>
                <a:lnTo>
                  <a:pt x="607028" y="4397026"/>
                </a:lnTo>
                <a:lnTo>
                  <a:pt x="611791" y="4402360"/>
                </a:lnTo>
                <a:lnTo>
                  <a:pt x="605028" y="4408265"/>
                </a:lnTo>
                <a:lnTo>
                  <a:pt x="600266" y="4402931"/>
                </a:lnTo>
                <a:close/>
                <a:moveTo>
                  <a:pt x="688467" y="4874419"/>
                </a:moveTo>
                <a:cubicBezTo>
                  <a:pt x="688467" y="4878324"/>
                  <a:pt x="685324" y="4881467"/>
                  <a:pt x="681419" y="4881467"/>
                </a:cubicBezTo>
                <a:cubicBezTo>
                  <a:pt x="677513" y="4881467"/>
                  <a:pt x="674370" y="4878324"/>
                  <a:pt x="674370" y="4874419"/>
                </a:cubicBezTo>
                <a:cubicBezTo>
                  <a:pt x="674370" y="4870514"/>
                  <a:pt x="677513" y="4867370"/>
                  <a:pt x="681419" y="4867370"/>
                </a:cubicBezTo>
                <a:cubicBezTo>
                  <a:pt x="685324" y="4867370"/>
                  <a:pt x="688467" y="4870514"/>
                  <a:pt x="688467" y="4874419"/>
                </a:cubicBezTo>
                <a:close/>
                <a:moveTo>
                  <a:pt x="2824067" y="5092446"/>
                </a:moveTo>
                <a:lnTo>
                  <a:pt x="2723388" y="4965859"/>
                </a:lnTo>
                <a:cubicBezTo>
                  <a:pt x="2724531" y="4964811"/>
                  <a:pt x="2725579" y="4963668"/>
                  <a:pt x="2726246" y="4962240"/>
                </a:cubicBezTo>
                <a:cubicBezTo>
                  <a:pt x="2729389" y="4956048"/>
                  <a:pt x="2726817" y="4948428"/>
                  <a:pt x="2720626" y="4945285"/>
                </a:cubicBezTo>
                <a:cubicBezTo>
                  <a:pt x="2714435" y="4942142"/>
                  <a:pt x="2706815" y="4944713"/>
                  <a:pt x="2703671" y="4950905"/>
                </a:cubicBezTo>
                <a:cubicBezTo>
                  <a:pt x="2700528" y="4957096"/>
                  <a:pt x="2703100" y="4964716"/>
                  <a:pt x="2709291" y="4967859"/>
                </a:cubicBezTo>
                <a:cubicBezTo>
                  <a:pt x="2711101" y="4968717"/>
                  <a:pt x="2713006" y="4969193"/>
                  <a:pt x="2714911" y="4969193"/>
                </a:cubicBezTo>
                <a:cubicBezTo>
                  <a:pt x="2716435" y="4969193"/>
                  <a:pt x="2717863" y="4968812"/>
                  <a:pt x="2719197" y="4968335"/>
                </a:cubicBezTo>
                <a:lnTo>
                  <a:pt x="2819305" y="5094161"/>
                </a:lnTo>
                <a:lnTo>
                  <a:pt x="2819591" y="5143691"/>
                </a:lnTo>
                <a:lnTo>
                  <a:pt x="2824353" y="5143691"/>
                </a:lnTo>
                <a:lnTo>
                  <a:pt x="2824067" y="5092542"/>
                </a:lnTo>
                <a:close/>
                <a:moveTo>
                  <a:pt x="2721959" y="4960049"/>
                </a:moveTo>
                <a:cubicBezTo>
                  <a:pt x="2721007" y="4961954"/>
                  <a:pt x="2719388" y="4963287"/>
                  <a:pt x="2717387" y="4963954"/>
                </a:cubicBezTo>
                <a:cubicBezTo>
                  <a:pt x="2715387" y="4964621"/>
                  <a:pt x="2713292" y="4964430"/>
                  <a:pt x="2711387" y="4963573"/>
                </a:cubicBezTo>
                <a:cubicBezTo>
                  <a:pt x="2709482" y="4962620"/>
                  <a:pt x="2708148" y="4961001"/>
                  <a:pt x="2707481" y="4959001"/>
                </a:cubicBezTo>
                <a:cubicBezTo>
                  <a:pt x="2706815" y="4957000"/>
                  <a:pt x="2707005" y="4954905"/>
                  <a:pt x="2707862" y="4953000"/>
                </a:cubicBezTo>
                <a:cubicBezTo>
                  <a:pt x="2709196" y="4950238"/>
                  <a:pt x="2712053" y="4948619"/>
                  <a:pt x="2714911" y="4948619"/>
                </a:cubicBezTo>
                <a:cubicBezTo>
                  <a:pt x="2716054" y="4948619"/>
                  <a:pt x="2717292" y="4948904"/>
                  <a:pt x="2718435" y="4949476"/>
                </a:cubicBezTo>
                <a:cubicBezTo>
                  <a:pt x="2722340" y="4951381"/>
                  <a:pt x="2723864" y="4956144"/>
                  <a:pt x="2721959" y="4960049"/>
                </a:cubicBezTo>
                <a:close/>
                <a:moveTo>
                  <a:pt x="23241" y="1013174"/>
                </a:moveTo>
                <a:lnTo>
                  <a:pt x="83630" y="1013174"/>
                </a:lnTo>
                <a:cubicBezTo>
                  <a:pt x="84677" y="1017175"/>
                  <a:pt x="88202" y="1020223"/>
                  <a:pt x="92583" y="1020223"/>
                </a:cubicBezTo>
                <a:cubicBezTo>
                  <a:pt x="97822" y="1020223"/>
                  <a:pt x="102013" y="1016032"/>
                  <a:pt x="102013" y="1010793"/>
                </a:cubicBezTo>
                <a:cubicBezTo>
                  <a:pt x="102013" y="1005554"/>
                  <a:pt x="97822" y="1001363"/>
                  <a:pt x="92583" y="1001363"/>
                </a:cubicBezTo>
                <a:cubicBezTo>
                  <a:pt x="88202" y="1001363"/>
                  <a:pt x="84677" y="1004411"/>
                  <a:pt x="83630" y="1008412"/>
                </a:cubicBezTo>
                <a:lnTo>
                  <a:pt x="21241" y="1008412"/>
                </a:lnTo>
                <a:lnTo>
                  <a:pt x="6001" y="1024414"/>
                </a:lnTo>
                <a:lnTo>
                  <a:pt x="6001" y="1047369"/>
                </a:lnTo>
                <a:lnTo>
                  <a:pt x="21622" y="1061371"/>
                </a:lnTo>
                <a:lnTo>
                  <a:pt x="75819" y="1061371"/>
                </a:lnTo>
                <a:lnTo>
                  <a:pt x="86011" y="1054322"/>
                </a:lnTo>
                <a:lnTo>
                  <a:pt x="116015" y="1054322"/>
                </a:lnTo>
                <a:cubicBezTo>
                  <a:pt x="117062" y="1058323"/>
                  <a:pt x="120587" y="1061371"/>
                  <a:pt x="124968" y="1061371"/>
                </a:cubicBezTo>
                <a:cubicBezTo>
                  <a:pt x="130207" y="1061371"/>
                  <a:pt x="134398" y="1057180"/>
                  <a:pt x="134398" y="1051941"/>
                </a:cubicBezTo>
                <a:cubicBezTo>
                  <a:pt x="134398" y="1046702"/>
                  <a:pt x="130207" y="1042511"/>
                  <a:pt x="124968" y="1042511"/>
                </a:cubicBezTo>
                <a:cubicBezTo>
                  <a:pt x="120587" y="1042511"/>
                  <a:pt x="117062" y="1045559"/>
                  <a:pt x="116015" y="1049560"/>
                </a:cubicBezTo>
                <a:lnTo>
                  <a:pt x="84487" y="1049560"/>
                </a:lnTo>
                <a:lnTo>
                  <a:pt x="74295" y="1056608"/>
                </a:lnTo>
                <a:lnTo>
                  <a:pt x="23432" y="1056608"/>
                </a:lnTo>
                <a:lnTo>
                  <a:pt x="10763" y="1045274"/>
                </a:lnTo>
                <a:lnTo>
                  <a:pt x="10763" y="1026319"/>
                </a:lnTo>
                <a:lnTo>
                  <a:pt x="23241" y="1013174"/>
                </a:lnTo>
                <a:close/>
                <a:moveTo>
                  <a:pt x="92678" y="1006126"/>
                </a:moveTo>
                <a:cubicBezTo>
                  <a:pt x="95250" y="1006126"/>
                  <a:pt x="97346" y="1008221"/>
                  <a:pt x="97346" y="1010793"/>
                </a:cubicBezTo>
                <a:cubicBezTo>
                  <a:pt x="97346" y="1013365"/>
                  <a:pt x="95250" y="1015460"/>
                  <a:pt x="92678" y="1015460"/>
                </a:cubicBezTo>
                <a:cubicBezTo>
                  <a:pt x="90107" y="1015460"/>
                  <a:pt x="88011" y="1013365"/>
                  <a:pt x="88011" y="1010793"/>
                </a:cubicBezTo>
                <a:cubicBezTo>
                  <a:pt x="88011" y="1008221"/>
                  <a:pt x="90107" y="1006126"/>
                  <a:pt x="92678" y="1006126"/>
                </a:cubicBezTo>
                <a:close/>
                <a:moveTo>
                  <a:pt x="125063" y="1047274"/>
                </a:moveTo>
                <a:cubicBezTo>
                  <a:pt x="127635" y="1047274"/>
                  <a:pt x="129731" y="1049369"/>
                  <a:pt x="129731" y="1051941"/>
                </a:cubicBezTo>
                <a:cubicBezTo>
                  <a:pt x="129731" y="1054513"/>
                  <a:pt x="127635" y="1056608"/>
                  <a:pt x="125063" y="1056608"/>
                </a:cubicBezTo>
                <a:cubicBezTo>
                  <a:pt x="122492" y="1056608"/>
                  <a:pt x="120396" y="1054513"/>
                  <a:pt x="120396" y="1051941"/>
                </a:cubicBezTo>
                <a:cubicBezTo>
                  <a:pt x="120396" y="1049369"/>
                  <a:pt x="122492" y="1047274"/>
                  <a:pt x="125063" y="1047274"/>
                </a:cubicBezTo>
                <a:close/>
                <a:moveTo>
                  <a:pt x="2781491" y="5143595"/>
                </a:moveTo>
                <a:lnTo>
                  <a:pt x="2781491" y="5092446"/>
                </a:lnTo>
                <a:lnTo>
                  <a:pt x="2681002" y="4965383"/>
                </a:lnTo>
                <a:cubicBezTo>
                  <a:pt x="2681954" y="4964430"/>
                  <a:pt x="2682717" y="4963383"/>
                  <a:pt x="2683288" y="4962240"/>
                </a:cubicBezTo>
                <a:cubicBezTo>
                  <a:pt x="2686431" y="4956048"/>
                  <a:pt x="2683859" y="4948428"/>
                  <a:pt x="2677668" y="4945285"/>
                </a:cubicBezTo>
                <a:cubicBezTo>
                  <a:pt x="2671477" y="4942142"/>
                  <a:pt x="2663857" y="4944713"/>
                  <a:pt x="2660713" y="4950905"/>
                </a:cubicBezTo>
                <a:cubicBezTo>
                  <a:pt x="2657570" y="4957096"/>
                  <a:pt x="2660142" y="4964716"/>
                  <a:pt x="2666334" y="4967859"/>
                </a:cubicBezTo>
                <a:cubicBezTo>
                  <a:pt x="2668143" y="4968717"/>
                  <a:pt x="2670048" y="4969193"/>
                  <a:pt x="2671953" y="4969193"/>
                </a:cubicBezTo>
                <a:cubicBezTo>
                  <a:pt x="2673668" y="4969193"/>
                  <a:pt x="2675382" y="4968717"/>
                  <a:pt x="2677001" y="4968050"/>
                </a:cubicBezTo>
                <a:lnTo>
                  <a:pt x="2776728" y="5094161"/>
                </a:lnTo>
                <a:lnTo>
                  <a:pt x="2776728" y="5143691"/>
                </a:lnTo>
                <a:lnTo>
                  <a:pt x="2781491" y="5143691"/>
                </a:lnTo>
                <a:close/>
                <a:moveTo>
                  <a:pt x="2679002" y="4960049"/>
                </a:moveTo>
                <a:cubicBezTo>
                  <a:pt x="2678049" y="4961954"/>
                  <a:pt x="2676430" y="4963287"/>
                  <a:pt x="2674430" y="4963954"/>
                </a:cubicBezTo>
                <a:cubicBezTo>
                  <a:pt x="2672429" y="4964621"/>
                  <a:pt x="2670334" y="4964430"/>
                  <a:pt x="2668429" y="4963573"/>
                </a:cubicBezTo>
                <a:cubicBezTo>
                  <a:pt x="2666524" y="4962620"/>
                  <a:pt x="2665190" y="4961001"/>
                  <a:pt x="2664524" y="4959001"/>
                </a:cubicBezTo>
                <a:cubicBezTo>
                  <a:pt x="2663857" y="4957000"/>
                  <a:pt x="2664047" y="4954905"/>
                  <a:pt x="2664905" y="4953000"/>
                </a:cubicBezTo>
                <a:cubicBezTo>
                  <a:pt x="2666238" y="4950238"/>
                  <a:pt x="2669096" y="4948619"/>
                  <a:pt x="2671953" y="4948619"/>
                </a:cubicBezTo>
                <a:cubicBezTo>
                  <a:pt x="2673096" y="4948619"/>
                  <a:pt x="2674334" y="4948904"/>
                  <a:pt x="2675477" y="4949476"/>
                </a:cubicBezTo>
                <a:cubicBezTo>
                  <a:pt x="2679383" y="4951381"/>
                  <a:pt x="2680907" y="4956144"/>
                  <a:pt x="2679002" y="4960049"/>
                </a:cubicBezTo>
                <a:close/>
                <a:moveTo>
                  <a:pt x="1724882" y="5078635"/>
                </a:moveTo>
                <a:lnTo>
                  <a:pt x="1724882" y="5012722"/>
                </a:lnTo>
                <a:cubicBezTo>
                  <a:pt x="1727930" y="5012151"/>
                  <a:pt x="1730597" y="5010626"/>
                  <a:pt x="1732502" y="5008150"/>
                </a:cubicBezTo>
                <a:cubicBezTo>
                  <a:pt x="1734598" y="5005483"/>
                  <a:pt x="1735455" y="5002149"/>
                  <a:pt x="1735074" y="4998815"/>
                </a:cubicBezTo>
                <a:cubicBezTo>
                  <a:pt x="1734693" y="4995482"/>
                  <a:pt x="1732978" y="4992529"/>
                  <a:pt x="1730312" y="4990433"/>
                </a:cubicBezTo>
                <a:cubicBezTo>
                  <a:pt x="1727645" y="4988338"/>
                  <a:pt x="1724311" y="4987481"/>
                  <a:pt x="1720977" y="4987862"/>
                </a:cubicBezTo>
                <a:cubicBezTo>
                  <a:pt x="1714024" y="4988719"/>
                  <a:pt x="1709166" y="4995100"/>
                  <a:pt x="1710023" y="5001959"/>
                </a:cubicBezTo>
                <a:cubicBezTo>
                  <a:pt x="1710404" y="5005292"/>
                  <a:pt x="1712119" y="5008245"/>
                  <a:pt x="1714786" y="5010341"/>
                </a:cubicBezTo>
                <a:cubicBezTo>
                  <a:pt x="1716405" y="5011579"/>
                  <a:pt x="1718215" y="5012246"/>
                  <a:pt x="1720120" y="5012627"/>
                </a:cubicBezTo>
                <a:lnTo>
                  <a:pt x="1720120" y="5076920"/>
                </a:lnTo>
                <a:lnTo>
                  <a:pt x="1708023" y="5092637"/>
                </a:lnTo>
                <a:lnTo>
                  <a:pt x="1707642" y="5143500"/>
                </a:lnTo>
                <a:lnTo>
                  <a:pt x="1712405" y="5143500"/>
                </a:lnTo>
                <a:lnTo>
                  <a:pt x="1712690" y="5094256"/>
                </a:lnTo>
                <a:lnTo>
                  <a:pt x="1724787" y="5078540"/>
                </a:lnTo>
                <a:close/>
                <a:moveTo>
                  <a:pt x="1717643" y="5006721"/>
                </a:moveTo>
                <a:cubicBezTo>
                  <a:pt x="1716024" y="5005483"/>
                  <a:pt x="1714881" y="5003578"/>
                  <a:pt x="1714691" y="5001483"/>
                </a:cubicBezTo>
                <a:cubicBezTo>
                  <a:pt x="1714119" y="4997196"/>
                  <a:pt x="1717167" y="4993196"/>
                  <a:pt x="1721549" y="4992719"/>
                </a:cubicBezTo>
                <a:cubicBezTo>
                  <a:pt x="1721930" y="4992719"/>
                  <a:pt x="1722215" y="4992719"/>
                  <a:pt x="1722596" y="4992719"/>
                </a:cubicBezTo>
                <a:cubicBezTo>
                  <a:pt x="1724311" y="4992719"/>
                  <a:pt x="1726025" y="4993291"/>
                  <a:pt x="1727359" y="4994339"/>
                </a:cubicBezTo>
                <a:cubicBezTo>
                  <a:pt x="1728978" y="4995577"/>
                  <a:pt x="1730121" y="4997482"/>
                  <a:pt x="1730312" y="4999578"/>
                </a:cubicBezTo>
                <a:lnTo>
                  <a:pt x="1730312" y="4999578"/>
                </a:lnTo>
                <a:cubicBezTo>
                  <a:pt x="1730597" y="5001673"/>
                  <a:pt x="1730026" y="5003769"/>
                  <a:pt x="1728692" y="5005388"/>
                </a:cubicBezTo>
                <a:cubicBezTo>
                  <a:pt x="1727454" y="5007007"/>
                  <a:pt x="1725549" y="5008150"/>
                  <a:pt x="1723453" y="5008340"/>
                </a:cubicBezTo>
                <a:cubicBezTo>
                  <a:pt x="1721358" y="5008626"/>
                  <a:pt x="1719263" y="5008055"/>
                  <a:pt x="1717643" y="5006721"/>
                </a:cubicBezTo>
                <a:close/>
                <a:moveTo>
                  <a:pt x="2738914" y="5143595"/>
                </a:moveTo>
                <a:lnTo>
                  <a:pt x="2738914" y="5092446"/>
                </a:lnTo>
                <a:lnTo>
                  <a:pt x="2738438" y="5091779"/>
                </a:lnTo>
                <a:cubicBezTo>
                  <a:pt x="2734628" y="5087017"/>
                  <a:pt x="2652236" y="4982528"/>
                  <a:pt x="2638330" y="4965097"/>
                </a:cubicBezTo>
                <a:cubicBezTo>
                  <a:pt x="2639092" y="4964240"/>
                  <a:pt x="2639854" y="4963287"/>
                  <a:pt x="2640425" y="4962144"/>
                </a:cubicBezTo>
                <a:cubicBezTo>
                  <a:pt x="2643569" y="4955953"/>
                  <a:pt x="2640997" y="4948333"/>
                  <a:pt x="2634805" y="4945190"/>
                </a:cubicBezTo>
                <a:cubicBezTo>
                  <a:pt x="2628614" y="4942047"/>
                  <a:pt x="2620994" y="4944618"/>
                  <a:pt x="2617851" y="4950810"/>
                </a:cubicBezTo>
                <a:cubicBezTo>
                  <a:pt x="2616327" y="4953858"/>
                  <a:pt x="2616137" y="4957287"/>
                  <a:pt x="2617184" y="4960430"/>
                </a:cubicBezTo>
                <a:cubicBezTo>
                  <a:pt x="2618232" y="4963573"/>
                  <a:pt x="2620518" y="4966240"/>
                  <a:pt x="2623566" y="4967669"/>
                </a:cubicBezTo>
                <a:cubicBezTo>
                  <a:pt x="2625376" y="4968526"/>
                  <a:pt x="2627281" y="4969002"/>
                  <a:pt x="2629186" y="4969002"/>
                </a:cubicBezTo>
                <a:cubicBezTo>
                  <a:pt x="2631091" y="4969002"/>
                  <a:pt x="2632805" y="4968526"/>
                  <a:pt x="2634520" y="4967669"/>
                </a:cubicBezTo>
                <a:cubicBezTo>
                  <a:pt x="2647379" y="4983766"/>
                  <a:pt x="2727103" y="5084826"/>
                  <a:pt x="2734247" y="5093875"/>
                </a:cubicBezTo>
                <a:lnTo>
                  <a:pt x="2734247" y="5143405"/>
                </a:lnTo>
                <a:lnTo>
                  <a:pt x="2739009" y="5143405"/>
                </a:lnTo>
                <a:close/>
                <a:moveTo>
                  <a:pt x="2636139" y="4960049"/>
                </a:moveTo>
                <a:cubicBezTo>
                  <a:pt x="2635187" y="4961954"/>
                  <a:pt x="2633567" y="4963287"/>
                  <a:pt x="2631567" y="4963954"/>
                </a:cubicBezTo>
                <a:cubicBezTo>
                  <a:pt x="2629567" y="4964621"/>
                  <a:pt x="2627471" y="4964430"/>
                  <a:pt x="2625567" y="4963573"/>
                </a:cubicBezTo>
                <a:cubicBezTo>
                  <a:pt x="2623661" y="4962620"/>
                  <a:pt x="2622328" y="4961001"/>
                  <a:pt x="2621661" y="4959001"/>
                </a:cubicBezTo>
                <a:cubicBezTo>
                  <a:pt x="2620994" y="4957000"/>
                  <a:pt x="2621185" y="4954905"/>
                  <a:pt x="2622042" y="4953000"/>
                </a:cubicBezTo>
                <a:cubicBezTo>
                  <a:pt x="2622995" y="4951095"/>
                  <a:pt x="2624614" y="4949762"/>
                  <a:pt x="2626614" y="4949095"/>
                </a:cubicBezTo>
                <a:cubicBezTo>
                  <a:pt x="2627471" y="4948809"/>
                  <a:pt x="2628234" y="4948714"/>
                  <a:pt x="2629091" y="4948714"/>
                </a:cubicBezTo>
                <a:cubicBezTo>
                  <a:pt x="2630329" y="4948714"/>
                  <a:pt x="2631472" y="4949000"/>
                  <a:pt x="2632615" y="4949571"/>
                </a:cubicBezTo>
                <a:cubicBezTo>
                  <a:pt x="2636520" y="4951476"/>
                  <a:pt x="2638044" y="4956239"/>
                  <a:pt x="2636139" y="4960144"/>
                </a:cubicBezTo>
                <a:close/>
                <a:moveTo>
                  <a:pt x="719423" y="4915662"/>
                </a:moveTo>
                <a:cubicBezTo>
                  <a:pt x="719423" y="4919567"/>
                  <a:pt x="716280" y="4922711"/>
                  <a:pt x="712375" y="4922711"/>
                </a:cubicBezTo>
                <a:cubicBezTo>
                  <a:pt x="708470" y="4922711"/>
                  <a:pt x="705326" y="4919567"/>
                  <a:pt x="705326" y="4915662"/>
                </a:cubicBezTo>
                <a:cubicBezTo>
                  <a:pt x="705326" y="4911757"/>
                  <a:pt x="708470" y="4908614"/>
                  <a:pt x="712375" y="4908614"/>
                </a:cubicBezTo>
                <a:cubicBezTo>
                  <a:pt x="716280" y="4908614"/>
                  <a:pt x="719423" y="4911757"/>
                  <a:pt x="719423" y="4915662"/>
                </a:cubicBezTo>
                <a:close/>
                <a:moveTo>
                  <a:pt x="2979230" y="5096351"/>
                </a:moveTo>
                <a:lnTo>
                  <a:pt x="3079337" y="4970526"/>
                </a:lnTo>
                <a:cubicBezTo>
                  <a:pt x="3080671" y="4971003"/>
                  <a:pt x="3082195" y="4971383"/>
                  <a:pt x="3083624" y="4971383"/>
                </a:cubicBezTo>
                <a:cubicBezTo>
                  <a:pt x="3085529" y="4971383"/>
                  <a:pt x="3087434" y="4971003"/>
                  <a:pt x="3089243" y="4970050"/>
                </a:cubicBezTo>
                <a:cubicBezTo>
                  <a:pt x="3095435" y="4966907"/>
                  <a:pt x="3098006" y="4959382"/>
                  <a:pt x="3094863" y="4953095"/>
                </a:cubicBezTo>
                <a:cubicBezTo>
                  <a:pt x="3091720" y="4946904"/>
                  <a:pt x="3084195" y="4944333"/>
                  <a:pt x="3077909" y="4947475"/>
                </a:cubicBezTo>
                <a:cubicBezTo>
                  <a:pt x="3071717" y="4950619"/>
                  <a:pt x="3069146" y="4958144"/>
                  <a:pt x="3072289" y="4964430"/>
                </a:cubicBezTo>
                <a:cubicBezTo>
                  <a:pt x="3073051" y="4965859"/>
                  <a:pt x="3074003" y="4967097"/>
                  <a:pt x="3075146" y="4968050"/>
                </a:cubicBezTo>
                <a:lnTo>
                  <a:pt x="2974467" y="5094637"/>
                </a:lnTo>
                <a:lnTo>
                  <a:pt x="2974181" y="5143595"/>
                </a:lnTo>
                <a:lnTo>
                  <a:pt x="2978944" y="5143595"/>
                </a:lnTo>
                <a:lnTo>
                  <a:pt x="2979230" y="5096351"/>
                </a:lnTo>
                <a:close/>
                <a:moveTo>
                  <a:pt x="3076099" y="4956239"/>
                </a:moveTo>
                <a:cubicBezTo>
                  <a:pt x="3076766" y="4954238"/>
                  <a:pt x="3078194" y="4952619"/>
                  <a:pt x="3080004" y="4951667"/>
                </a:cubicBezTo>
                <a:cubicBezTo>
                  <a:pt x="3081147" y="4951095"/>
                  <a:pt x="3082290" y="4950810"/>
                  <a:pt x="3083528" y="4950810"/>
                </a:cubicBezTo>
                <a:cubicBezTo>
                  <a:pt x="3086386" y="4950810"/>
                  <a:pt x="3089243" y="4952429"/>
                  <a:pt x="3090577" y="4955191"/>
                </a:cubicBezTo>
                <a:cubicBezTo>
                  <a:pt x="3091529" y="4957096"/>
                  <a:pt x="3091625" y="4959192"/>
                  <a:pt x="3090958" y="4961192"/>
                </a:cubicBezTo>
                <a:cubicBezTo>
                  <a:pt x="3090291" y="4963192"/>
                  <a:pt x="3088862" y="4964811"/>
                  <a:pt x="3087053" y="4965764"/>
                </a:cubicBezTo>
                <a:cubicBezTo>
                  <a:pt x="3085148" y="4966716"/>
                  <a:pt x="3083052" y="4966812"/>
                  <a:pt x="3081052" y="4966145"/>
                </a:cubicBezTo>
                <a:cubicBezTo>
                  <a:pt x="3079052" y="4965478"/>
                  <a:pt x="3077432" y="4964049"/>
                  <a:pt x="3076480" y="4962240"/>
                </a:cubicBezTo>
                <a:cubicBezTo>
                  <a:pt x="3075527" y="4960335"/>
                  <a:pt x="3075432" y="4958239"/>
                  <a:pt x="3076099" y="4956239"/>
                </a:cubicBezTo>
                <a:close/>
                <a:moveTo>
                  <a:pt x="750761" y="4946714"/>
                </a:moveTo>
                <a:cubicBezTo>
                  <a:pt x="750761" y="4950619"/>
                  <a:pt x="747617" y="4953762"/>
                  <a:pt x="743712" y="4953762"/>
                </a:cubicBezTo>
                <a:cubicBezTo>
                  <a:pt x="739807" y="4953762"/>
                  <a:pt x="736664" y="4950619"/>
                  <a:pt x="736664" y="4946714"/>
                </a:cubicBezTo>
                <a:cubicBezTo>
                  <a:pt x="736664" y="4942808"/>
                  <a:pt x="739807" y="4939666"/>
                  <a:pt x="743712" y="4939666"/>
                </a:cubicBezTo>
                <a:cubicBezTo>
                  <a:pt x="747617" y="4939666"/>
                  <a:pt x="750761" y="4942808"/>
                  <a:pt x="750761" y="4946714"/>
                </a:cubicBezTo>
                <a:close/>
                <a:moveTo>
                  <a:pt x="1968532" y="4712208"/>
                </a:moveTo>
                <a:cubicBezTo>
                  <a:pt x="1968627" y="4713256"/>
                  <a:pt x="1968627" y="4714304"/>
                  <a:pt x="1969103" y="4715256"/>
                </a:cubicBezTo>
                <a:cubicBezTo>
                  <a:pt x="1971008" y="4720304"/>
                  <a:pt x="1975866" y="4723353"/>
                  <a:pt x="1980914" y="4723353"/>
                </a:cubicBezTo>
                <a:cubicBezTo>
                  <a:pt x="1982438" y="4723353"/>
                  <a:pt x="1983962" y="4723067"/>
                  <a:pt x="1985486" y="4722495"/>
                </a:cubicBezTo>
                <a:lnTo>
                  <a:pt x="1985486" y="4722495"/>
                </a:lnTo>
                <a:cubicBezTo>
                  <a:pt x="1989963" y="4720781"/>
                  <a:pt x="1992725" y="4716685"/>
                  <a:pt x="1993297" y="4712208"/>
                </a:cubicBezTo>
                <a:lnTo>
                  <a:pt x="2039493" y="4712208"/>
                </a:lnTo>
                <a:lnTo>
                  <a:pt x="2168176" y="4610481"/>
                </a:lnTo>
                <a:cubicBezTo>
                  <a:pt x="2169128" y="4611338"/>
                  <a:pt x="2170081" y="4612196"/>
                  <a:pt x="2171224" y="4612862"/>
                </a:cubicBezTo>
                <a:cubicBezTo>
                  <a:pt x="2173034" y="4613720"/>
                  <a:pt x="2174939" y="4614196"/>
                  <a:pt x="2176844" y="4614196"/>
                </a:cubicBezTo>
                <a:cubicBezTo>
                  <a:pt x="2181511" y="4614196"/>
                  <a:pt x="2185988" y="4611624"/>
                  <a:pt x="2188178" y="4607243"/>
                </a:cubicBezTo>
                <a:cubicBezTo>
                  <a:pt x="2191322" y="4601052"/>
                  <a:pt x="2188750" y="4593431"/>
                  <a:pt x="2182559" y="4590288"/>
                </a:cubicBezTo>
                <a:cubicBezTo>
                  <a:pt x="2179511" y="4588764"/>
                  <a:pt x="2176082" y="4588574"/>
                  <a:pt x="2172938" y="4589621"/>
                </a:cubicBezTo>
                <a:cubicBezTo>
                  <a:pt x="2169700" y="4590669"/>
                  <a:pt x="2167128" y="4592955"/>
                  <a:pt x="2165604" y="4595908"/>
                </a:cubicBezTo>
                <a:cubicBezTo>
                  <a:pt x="2164080" y="4598956"/>
                  <a:pt x="2163890" y="4602385"/>
                  <a:pt x="2164937" y="4605528"/>
                </a:cubicBezTo>
                <a:cubicBezTo>
                  <a:pt x="2165033" y="4605909"/>
                  <a:pt x="2165318" y="4606195"/>
                  <a:pt x="2165509" y="4606576"/>
                </a:cubicBezTo>
                <a:lnTo>
                  <a:pt x="2037874" y="4707541"/>
                </a:lnTo>
                <a:lnTo>
                  <a:pt x="1992916" y="4707541"/>
                </a:lnTo>
                <a:cubicBezTo>
                  <a:pt x="1992916" y="4707541"/>
                  <a:pt x="1992916" y="4706684"/>
                  <a:pt x="1992725" y="4706303"/>
                </a:cubicBezTo>
                <a:cubicBezTo>
                  <a:pt x="1990249" y="4699826"/>
                  <a:pt x="1982915" y="4696587"/>
                  <a:pt x="1976438" y="4699064"/>
                </a:cubicBezTo>
                <a:cubicBezTo>
                  <a:pt x="1971770" y="4700873"/>
                  <a:pt x="1968818" y="4705255"/>
                  <a:pt x="1968532" y="4709922"/>
                </a:cubicBezTo>
                <a:lnTo>
                  <a:pt x="1778032" y="4709446"/>
                </a:lnTo>
                <a:lnTo>
                  <a:pt x="1778032" y="4693825"/>
                </a:lnTo>
                <a:lnTo>
                  <a:pt x="1800511" y="4671155"/>
                </a:lnTo>
                <a:lnTo>
                  <a:pt x="1915859" y="4671155"/>
                </a:lnTo>
                <a:cubicBezTo>
                  <a:pt x="1917002" y="4672584"/>
                  <a:pt x="1918716" y="4673632"/>
                  <a:pt x="1920716" y="4673632"/>
                </a:cubicBezTo>
                <a:cubicBezTo>
                  <a:pt x="1923288" y="4673632"/>
                  <a:pt x="1925574" y="4672013"/>
                  <a:pt x="1926527" y="4669727"/>
                </a:cubicBezTo>
                <a:lnTo>
                  <a:pt x="2039684" y="4669727"/>
                </a:lnTo>
                <a:lnTo>
                  <a:pt x="2040350" y="4669251"/>
                </a:lnTo>
                <a:cubicBezTo>
                  <a:pt x="2045684" y="4665060"/>
                  <a:pt x="2164271" y="4571238"/>
                  <a:pt x="2179225" y="4559332"/>
                </a:cubicBezTo>
                <a:cubicBezTo>
                  <a:pt x="2179987" y="4559999"/>
                  <a:pt x="2180749" y="4560761"/>
                  <a:pt x="2181701" y="4561237"/>
                </a:cubicBezTo>
                <a:cubicBezTo>
                  <a:pt x="2183511" y="4562094"/>
                  <a:pt x="2185416" y="4562570"/>
                  <a:pt x="2187321" y="4562570"/>
                </a:cubicBezTo>
                <a:cubicBezTo>
                  <a:pt x="2191988" y="4562570"/>
                  <a:pt x="2196465" y="4559999"/>
                  <a:pt x="2198656" y="4555617"/>
                </a:cubicBezTo>
                <a:cubicBezTo>
                  <a:pt x="2201799" y="4549426"/>
                  <a:pt x="2199227" y="4541806"/>
                  <a:pt x="2193036" y="4538663"/>
                </a:cubicBezTo>
                <a:cubicBezTo>
                  <a:pt x="2186845" y="4535520"/>
                  <a:pt x="2179225" y="4538091"/>
                  <a:pt x="2176082" y="4544282"/>
                </a:cubicBezTo>
                <a:cubicBezTo>
                  <a:pt x="2174272" y="4547997"/>
                  <a:pt x="2174558" y="4552093"/>
                  <a:pt x="2176272" y="4555522"/>
                </a:cubicBezTo>
                <a:cubicBezTo>
                  <a:pt x="2161985" y="4566857"/>
                  <a:pt x="2047685" y="4657249"/>
                  <a:pt x="2037969" y="4664964"/>
                </a:cubicBezTo>
                <a:lnTo>
                  <a:pt x="1926431" y="4664964"/>
                </a:lnTo>
                <a:cubicBezTo>
                  <a:pt x="1925479" y="4662678"/>
                  <a:pt x="1923288" y="4661059"/>
                  <a:pt x="1920621" y="4661059"/>
                </a:cubicBezTo>
                <a:cubicBezTo>
                  <a:pt x="1918430" y="4661059"/>
                  <a:pt x="1916621" y="4662297"/>
                  <a:pt x="1915478" y="4663917"/>
                </a:cubicBezTo>
                <a:lnTo>
                  <a:pt x="1798987" y="4663917"/>
                </a:lnTo>
                <a:cubicBezTo>
                  <a:pt x="1798034" y="4663917"/>
                  <a:pt x="1797082" y="4664297"/>
                  <a:pt x="1796415" y="4664964"/>
                </a:cubicBezTo>
                <a:lnTo>
                  <a:pt x="1771841" y="4689729"/>
                </a:lnTo>
                <a:cubicBezTo>
                  <a:pt x="1771174" y="4690396"/>
                  <a:pt x="1770793" y="4691348"/>
                  <a:pt x="1770793" y="4692206"/>
                </a:cubicBezTo>
                <a:lnTo>
                  <a:pt x="1770793" y="4709255"/>
                </a:lnTo>
                <a:lnTo>
                  <a:pt x="1728407" y="4709255"/>
                </a:lnTo>
                <a:cubicBezTo>
                  <a:pt x="1728407" y="4709255"/>
                  <a:pt x="1728407" y="4646676"/>
                  <a:pt x="1728407" y="4646676"/>
                </a:cubicBezTo>
                <a:cubicBezTo>
                  <a:pt x="1728407" y="4646295"/>
                  <a:pt x="1728216" y="4646010"/>
                  <a:pt x="1728026" y="4645819"/>
                </a:cubicBezTo>
                <a:lnTo>
                  <a:pt x="1716215" y="4635246"/>
                </a:lnTo>
                <a:cubicBezTo>
                  <a:pt x="1716215" y="4635246"/>
                  <a:pt x="1715738" y="4634961"/>
                  <a:pt x="1715453" y="4634961"/>
                </a:cubicBezTo>
                <a:lnTo>
                  <a:pt x="1574292" y="4634198"/>
                </a:lnTo>
                <a:lnTo>
                  <a:pt x="1574292" y="4631151"/>
                </a:lnTo>
                <a:cubicBezTo>
                  <a:pt x="1574292" y="4627245"/>
                  <a:pt x="1571149" y="4624102"/>
                  <a:pt x="1567244" y="4624102"/>
                </a:cubicBezTo>
                <a:lnTo>
                  <a:pt x="1558195" y="4624102"/>
                </a:lnTo>
                <a:cubicBezTo>
                  <a:pt x="1554290" y="4624102"/>
                  <a:pt x="1551146" y="4627245"/>
                  <a:pt x="1551146" y="4631151"/>
                </a:cubicBezTo>
                <a:lnTo>
                  <a:pt x="1551146" y="4633532"/>
                </a:lnTo>
                <a:lnTo>
                  <a:pt x="1536859" y="4633818"/>
                </a:lnTo>
                <a:lnTo>
                  <a:pt x="1518571" y="4651248"/>
                </a:lnTo>
                <a:lnTo>
                  <a:pt x="1339596" y="4651248"/>
                </a:lnTo>
                <a:cubicBezTo>
                  <a:pt x="1339596" y="4651248"/>
                  <a:pt x="1302449" y="4609243"/>
                  <a:pt x="1302449" y="4609243"/>
                </a:cubicBezTo>
                <a:lnTo>
                  <a:pt x="1211294" y="4609243"/>
                </a:lnTo>
                <a:lnTo>
                  <a:pt x="1211294" y="4602195"/>
                </a:lnTo>
                <a:cubicBezTo>
                  <a:pt x="1211294" y="4600861"/>
                  <a:pt x="1210247" y="4599813"/>
                  <a:pt x="1208913" y="4599813"/>
                </a:cubicBezTo>
                <a:lnTo>
                  <a:pt x="1200912" y="4599813"/>
                </a:lnTo>
                <a:cubicBezTo>
                  <a:pt x="1199579" y="4599813"/>
                  <a:pt x="1198531" y="4600861"/>
                  <a:pt x="1198531" y="4602195"/>
                </a:cubicBezTo>
                <a:lnTo>
                  <a:pt x="1198531" y="4608957"/>
                </a:lnTo>
                <a:lnTo>
                  <a:pt x="1156049" y="4608957"/>
                </a:lnTo>
                <a:cubicBezTo>
                  <a:pt x="1152716" y="4608957"/>
                  <a:pt x="1150049" y="4606290"/>
                  <a:pt x="1150049" y="4602956"/>
                </a:cubicBezTo>
                <a:cubicBezTo>
                  <a:pt x="1150049" y="4599623"/>
                  <a:pt x="1152716" y="4596956"/>
                  <a:pt x="1156049" y="4596956"/>
                </a:cubicBezTo>
                <a:lnTo>
                  <a:pt x="1194054" y="4596956"/>
                </a:lnTo>
                <a:cubicBezTo>
                  <a:pt x="1199960" y="4596956"/>
                  <a:pt x="1204817" y="4592098"/>
                  <a:pt x="1204817" y="4586193"/>
                </a:cubicBezTo>
                <a:cubicBezTo>
                  <a:pt x="1204817" y="4580287"/>
                  <a:pt x="1199960" y="4575429"/>
                  <a:pt x="1194054" y="4575429"/>
                </a:cubicBezTo>
                <a:lnTo>
                  <a:pt x="1156049" y="4575429"/>
                </a:lnTo>
                <a:cubicBezTo>
                  <a:pt x="1152716" y="4575429"/>
                  <a:pt x="1150049" y="4572762"/>
                  <a:pt x="1150049" y="4569429"/>
                </a:cubicBezTo>
                <a:cubicBezTo>
                  <a:pt x="1150049" y="4566095"/>
                  <a:pt x="1152716" y="4563428"/>
                  <a:pt x="1156049" y="4563428"/>
                </a:cubicBezTo>
                <a:lnTo>
                  <a:pt x="1194054" y="4563428"/>
                </a:lnTo>
                <a:cubicBezTo>
                  <a:pt x="1199960" y="4563428"/>
                  <a:pt x="1204817" y="4558570"/>
                  <a:pt x="1204817" y="4552664"/>
                </a:cubicBezTo>
                <a:cubicBezTo>
                  <a:pt x="1204817" y="4546759"/>
                  <a:pt x="1199960" y="4541901"/>
                  <a:pt x="1194054" y="4541901"/>
                </a:cubicBezTo>
                <a:lnTo>
                  <a:pt x="1149477" y="4541901"/>
                </a:lnTo>
                <a:lnTo>
                  <a:pt x="1149477" y="4535138"/>
                </a:lnTo>
                <a:cubicBezTo>
                  <a:pt x="1149477" y="4533805"/>
                  <a:pt x="1148429" y="4532757"/>
                  <a:pt x="1147096" y="4532757"/>
                </a:cubicBezTo>
                <a:lnTo>
                  <a:pt x="1145667" y="4532757"/>
                </a:lnTo>
                <a:lnTo>
                  <a:pt x="1145667" y="4516946"/>
                </a:lnTo>
                <a:lnTo>
                  <a:pt x="1265396" y="4516946"/>
                </a:lnTo>
                <a:lnTo>
                  <a:pt x="1287018" y="4500182"/>
                </a:lnTo>
                <a:lnTo>
                  <a:pt x="1287018" y="4375690"/>
                </a:lnTo>
                <a:cubicBezTo>
                  <a:pt x="1287018" y="4375690"/>
                  <a:pt x="1309116" y="4356545"/>
                  <a:pt x="1309116" y="4356545"/>
                </a:cubicBezTo>
                <a:lnTo>
                  <a:pt x="1309116" y="4238625"/>
                </a:lnTo>
                <a:cubicBezTo>
                  <a:pt x="1310164" y="4238435"/>
                  <a:pt x="1311212" y="4238149"/>
                  <a:pt x="1312259" y="4237768"/>
                </a:cubicBezTo>
                <a:cubicBezTo>
                  <a:pt x="1315879" y="4236339"/>
                  <a:pt x="1318641" y="4233482"/>
                  <a:pt x="1320165" y="4229957"/>
                </a:cubicBezTo>
                <a:cubicBezTo>
                  <a:pt x="1323308" y="4222528"/>
                  <a:pt x="1319784" y="4214051"/>
                  <a:pt x="1312355" y="4210907"/>
                </a:cubicBezTo>
                <a:cubicBezTo>
                  <a:pt x="1308735" y="4209384"/>
                  <a:pt x="1304830" y="4209384"/>
                  <a:pt x="1301210" y="4210907"/>
                </a:cubicBezTo>
                <a:cubicBezTo>
                  <a:pt x="1297591" y="4212336"/>
                  <a:pt x="1294828" y="4215194"/>
                  <a:pt x="1293305" y="4218718"/>
                </a:cubicBezTo>
                <a:cubicBezTo>
                  <a:pt x="1292828" y="4219956"/>
                  <a:pt x="1292543" y="4221195"/>
                  <a:pt x="1292352" y="4222528"/>
                </a:cubicBezTo>
                <a:lnTo>
                  <a:pt x="1211866" y="4222528"/>
                </a:lnTo>
                <a:lnTo>
                  <a:pt x="1189958" y="4202145"/>
                </a:lnTo>
                <a:lnTo>
                  <a:pt x="1089374" y="4202145"/>
                </a:lnTo>
                <a:cubicBezTo>
                  <a:pt x="1089089" y="4200906"/>
                  <a:pt x="1088517" y="4199763"/>
                  <a:pt x="1087660" y="4198715"/>
                </a:cubicBezTo>
                <a:cubicBezTo>
                  <a:pt x="1084421" y="4194620"/>
                  <a:pt x="1078516" y="4193858"/>
                  <a:pt x="1074420" y="4197096"/>
                </a:cubicBezTo>
                <a:cubicBezTo>
                  <a:pt x="1070324" y="4200335"/>
                  <a:pt x="1069562" y="4206240"/>
                  <a:pt x="1072801" y="4210336"/>
                </a:cubicBezTo>
                <a:cubicBezTo>
                  <a:pt x="1076039" y="4214432"/>
                  <a:pt x="1081945" y="4215194"/>
                  <a:pt x="1086041" y="4211955"/>
                </a:cubicBezTo>
                <a:cubicBezTo>
                  <a:pt x="1087755" y="4210622"/>
                  <a:pt x="1088708" y="4208812"/>
                  <a:pt x="1089184" y="4206907"/>
                </a:cubicBezTo>
                <a:lnTo>
                  <a:pt x="1188053" y="4206907"/>
                </a:lnTo>
                <a:lnTo>
                  <a:pt x="1209961" y="4227290"/>
                </a:lnTo>
                <a:lnTo>
                  <a:pt x="1292447" y="4227290"/>
                </a:lnTo>
                <a:cubicBezTo>
                  <a:pt x="1292638" y="4228148"/>
                  <a:pt x="1292828" y="4229005"/>
                  <a:pt x="1293209" y="4229862"/>
                </a:cubicBezTo>
                <a:cubicBezTo>
                  <a:pt x="1294638" y="4233482"/>
                  <a:pt x="1297496" y="4236244"/>
                  <a:pt x="1301020" y="4237768"/>
                </a:cubicBezTo>
                <a:cubicBezTo>
                  <a:pt x="1302068" y="4238244"/>
                  <a:pt x="1303211" y="4238530"/>
                  <a:pt x="1304258" y="4238720"/>
                </a:cubicBezTo>
                <a:lnTo>
                  <a:pt x="1304258" y="4354449"/>
                </a:lnTo>
                <a:lnTo>
                  <a:pt x="1282065" y="4373595"/>
                </a:lnTo>
                <a:lnTo>
                  <a:pt x="1282065" y="4497896"/>
                </a:lnTo>
                <a:cubicBezTo>
                  <a:pt x="1282065" y="4497896"/>
                  <a:pt x="1263682" y="4512183"/>
                  <a:pt x="1263682" y="4512183"/>
                </a:cubicBezTo>
                <a:lnTo>
                  <a:pt x="1140809" y="4512183"/>
                </a:lnTo>
                <a:lnTo>
                  <a:pt x="1140809" y="4532757"/>
                </a:lnTo>
                <a:lnTo>
                  <a:pt x="1139000" y="4532757"/>
                </a:lnTo>
                <a:cubicBezTo>
                  <a:pt x="1137666" y="4532757"/>
                  <a:pt x="1136618" y="4533805"/>
                  <a:pt x="1136618" y="4535138"/>
                </a:cubicBezTo>
                <a:lnTo>
                  <a:pt x="1136618" y="4541901"/>
                </a:lnTo>
                <a:lnTo>
                  <a:pt x="1128998" y="4541901"/>
                </a:lnTo>
                <a:lnTo>
                  <a:pt x="1128998" y="4535138"/>
                </a:lnTo>
                <a:cubicBezTo>
                  <a:pt x="1128998" y="4533805"/>
                  <a:pt x="1127951" y="4532757"/>
                  <a:pt x="1126617" y="4532757"/>
                </a:cubicBezTo>
                <a:lnTo>
                  <a:pt x="1124807" y="4532757"/>
                </a:lnTo>
                <a:lnTo>
                  <a:pt x="1124807" y="4494753"/>
                </a:lnTo>
                <a:lnTo>
                  <a:pt x="1103948" y="4474845"/>
                </a:lnTo>
                <a:lnTo>
                  <a:pt x="1023652" y="4474560"/>
                </a:lnTo>
                <a:cubicBezTo>
                  <a:pt x="1023557" y="4455414"/>
                  <a:pt x="1008031" y="4439793"/>
                  <a:pt x="988790" y="4439793"/>
                </a:cubicBezTo>
                <a:cubicBezTo>
                  <a:pt x="970121" y="4439793"/>
                  <a:pt x="954977" y="4454367"/>
                  <a:pt x="953929" y="4472750"/>
                </a:cubicBezTo>
                <a:lnTo>
                  <a:pt x="932117" y="4472750"/>
                </a:lnTo>
                <a:cubicBezTo>
                  <a:pt x="932117" y="4472750"/>
                  <a:pt x="931831" y="4434554"/>
                  <a:pt x="931831" y="4434554"/>
                </a:cubicBezTo>
                <a:cubicBezTo>
                  <a:pt x="931831" y="4432554"/>
                  <a:pt x="930212" y="4431030"/>
                  <a:pt x="928307" y="4431030"/>
                </a:cubicBezTo>
                <a:lnTo>
                  <a:pt x="902970" y="4431030"/>
                </a:lnTo>
                <a:cubicBezTo>
                  <a:pt x="902018" y="4431030"/>
                  <a:pt x="901065" y="4431316"/>
                  <a:pt x="900398" y="4431983"/>
                </a:cubicBezTo>
                <a:cubicBezTo>
                  <a:pt x="899732" y="4432649"/>
                  <a:pt x="899351" y="4433602"/>
                  <a:pt x="899351" y="4434554"/>
                </a:cubicBezTo>
                <a:lnTo>
                  <a:pt x="899922" y="4511040"/>
                </a:lnTo>
                <a:lnTo>
                  <a:pt x="883539" y="4511040"/>
                </a:lnTo>
                <a:cubicBezTo>
                  <a:pt x="883539" y="4511040"/>
                  <a:pt x="883729" y="4443127"/>
                  <a:pt x="883729" y="4443127"/>
                </a:cubicBezTo>
                <a:cubicBezTo>
                  <a:pt x="883729" y="4441127"/>
                  <a:pt x="882110" y="4439507"/>
                  <a:pt x="880205" y="4439507"/>
                </a:cubicBezTo>
                <a:lnTo>
                  <a:pt x="858107" y="4439507"/>
                </a:lnTo>
                <a:cubicBezTo>
                  <a:pt x="857155" y="4439507"/>
                  <a:pt x="856202" y="4439793"/>
                  <a:pt x="855536" y="4440460"/>
                </a:cubicBezTo>
                <a:cubicBezTo>
                  <a:pt x="854869" y="4441127"/>
                  <a:pt x="854488" y="4442079"/>
                  <a:pt x="854488" y="4443032"/>
                </a:cubicBezTo>
                <a:lnTo>
                  <a:pt x="854488" y="4510850"/>
                </a:lnTo>
                <a:cubicBezTo>
                  <a:pt x="854488" y="4510850"/>
                  <a:pt x="837152" y="4510850"/>
                  <a:pt x="837152" y="4510850"/>
                </a:cubicBezTo>
                <a:lnTo>
                  <a:pt x="837152" y="4453509"/>
                </a:lnTo>
                <a:cubicBezTo>
                  <a:pt x="837152" y="4451509"/>
                  <a:pt x="835628" y="4449985"/>
                  <a:pt x="833628" y="4449890"/>
                </a:cubicBezTo>
                <a:lnTo>
                  <a:pt x="811435" y="4449890"/>
                </a:lnTo>
                <a:cubicBezTo>
                  <a:pt x="810482" y="4449890"/>
                  <a:pt x="809530" y="4450176"/>
                  <a:pt x="808863" y="4450842"/>
                </a:cubicBezTo>
                <a:cubicBezTo>
                  <a:pt x="808196" y="4451509"/>
                  <a:pt x="807815" y="4452462"/>
                  <a:pt x="807815" y="4453414"/>
                </a:cubicBezTo>
                <a:lnTo>
                  <a:pt x="808196" y="4510754"/>
                </a:lnTo>
                <a:lnTo>
                  <a:pt x="790670" y="4510754"/>
                </a:lnTo>
                <a:cubicBezTo>
                  <a:pt x="790670" y="4510754"/>
                  <a:pt x="790670" y="4465035"/>
                  <a:pt x="790670" y="4465035"/>
                </a:cubicBezTo>
                <a:cubicBezTo>
                  <a:pt x="790670" y="4463034"/>
                  <a:pt x="789051" y="4461510"/>
                  <a:pt x="787146" y="4461415"/>
                </a:cubicBezTo>
                <a:lnTo>
                  <a:pt x="767048" y="4461415"/>
                </a:lnTo>
                <a:cubicBezTo>
                  <a:pt x="766096" y="4461415"/>
                  <a:pt x="765143" y="4461701"/>
                  <a:pt x="764477" y="4462368"/>
                </a:cubicBezTo>
                <a:cubicBezTo>
                  <a:pt x="763810" y="4463034"/>
                  <a:pt x="763429" y="4463987"/>
                  <a:pt x="763429" y="4464939"/>
                </a:cubicBezTo>
                <a:lnTo>
                  <a:pt x="763429" y="4495610"/>
                </a:lnTo>
                <a:cubicBezTo>
                  <a:pt x="763429" y="4495610"/>
                  <a:pt x="733616" y="4495419"/>
                  <a:pt x="733616" y="4495419"/>
                </a:cubicBezTo>
                <a:cubicBezTo>
                  <a:pt x="733330" y="4490847"/>
                  <a:pt x="731520" y="4486561"/>
                  <a:pt x="728282" y="4483322"/>
                </a:cubicBezTo>
                <a:cubicBezTo>
                  <a:pt x="724757" y="4479798"/>
                  <a:pt x="719995" y="4477798"/>
                  <a:pt x="715042" y="4477798"/>
                </a:cubicBezTo>
                <a:lnTo>
                  <a:pt x="715042" y="4477798"/>
                </a:lnTo>
                <a:cubicBezTo>
                  <a:pt x="704755" y="4477798"/>
                  <a:pt x="696277" y="4486180"/>
                  <a:pt x="696277" y="4496467"/>
                </a:cubicBezTo>
                <a:cubicBezTo>
                  <a:pt x="696277" y="4496657"/>
                  <a:pt x="696277" y="4496753"/>
                  <a:pt x="696277" y="4496943"/>
                </a:cubicBezTo>
                <a:lnTo>
                  <a:pt x="678085" y="4496943"/>
                </a:lnTo>
                <a:lnTo>
                  <a:pt x="656749" y="4477703"/>
                </a:lnTo>
                <a:lnTo>
                  <a:pt x="532829" y="4477703"/>
                </a:lnTo>
                <a:lnTo>
                  <a:pt x="498634" y="4505706"/>
                </a:lnTo>
                <a:lnTo>
                  <a:pt x="389287" y="4505706"/>
                </a:lnTo>
                <a:lnTo>
                  <a:pt x="375285" y="4517898"/>
                </a:lnTo>
                <a:cubicBezTo>
                  <a:pt x="373285" y="4516184"/>
                  <a:pt x="370808" y="4515231"/>
                  <a:pt x="368046" y="4515422"/>
                </a:cubicBezTo>
                <a:cubicBezTo>
                  <a:pt x="365189" y="4515517"/>
                  <a:pt x="362617" y="4516755"/>
                  <a:pt x="360712" y="4518946"/>
                </a:cubicBezTo>
                <a:cubicBezTo>
                  <a:pt x="358807" y="4521042"/>
                  <a:pt x="357854" y="4523804"/>
                  <a:pt x="357950" y="4526661"/>
                </a:cubicBezTo>
                <a:cubicBezTo>
                  <a:pt x="358045" y="4529519"/>
                  <a:pt x="359283" y="4532090"/>
                  <a:pt x="361474" y="4533995"/>
                </a:cubicBezTo>
                <a:cubicBezTo>
                  <a:pt x="363474" y="4535805"/>
                  <a:pt x="366046" y="4536758"/>
                  <a:pt x="368618" y="4536758"/>
                </a:cubicBezTo>
                <a:cubicBezTo>
                  <a:pt x="371570" y="4536758"/>
                  <a:pt x="374428" y="4535615"/>
                  <a:pt x="376523" y="4533234"/>
                </a:cubicBezTo>
                <a:cubicBezTo>
                  <a:pt x="378428" y="4531138"/>
                  <a:pt x="379381" y="4528376"/>
                  <a:pt x="379286" y="4525518"/>
                </a:cubicBezTo>
                <a:cubicBezTo>
                  <a:pt x="379286" y="4524185"/>
                  <a:pt x="378905" y="4522851"/>
                  <a:pt x="378333" y="4521613"/>
                </a:cubicBezTo>
                <a:lnTo>
                  <a:pt x="391192" y="4510469"/>
                </a:lnTo>
                <a:lnTo>
                  <a:pt x="500444" y="4510469"/>
                </a:lnTo>
                <a:lnTo>
                  <a:pt x="534638" y="4482465"/>
                </a:lnTo>
                <a:lnTo>
                  <a:pt x="655034" y="4482465"/>
                </a:lnTo>
                <a:lnTo>
                  <a:pt x="676370" y="4501706"/>
                </a:lnTo>
                <a:lnTo>
                  <a:pt x="697135" y="4501706"/>
                </a:lnTo>
                <a:cubicBezTo>
                  <a:pt x="699421" y="4509516"/>
                  <a:pt x="706469" y="4515231"/>
                  <a:pt x="715042" y="4515327"/>
                </a:cubicBezTo>
                <a:lnTo>
                  <a:pt x="715042" y="4515327"/>
                </a:lnTo>
                <a:cubicBezTo>
                  <a:pt x="719995" y="4515327"/>
                  <a:pt x="724757" y="4513421"/>
                  <a:pt x="728282" y="4509897"/>
                </a:cubicBezTo>
                <a:cubicBezTo>
                  <a:pt x="730377" y="4507802"/>
                  <a:pt x="731806" y="4505325"/>
                  <a:pt x="732758" y="4502563"/>
                </a:cubicBezTo>
                <a:lnTo>
                  <a:pt x="767239" y="4502754"/>
                </a:lnTo>
                <a:cubicBezTo>
                  <a:pt x="767906" y="4502468"/>
                  <a:pt x="769144" y="4502372"/>
                  <a:pt x="769811" y="4501706"/>
                </a:cubicBezTo>
                <a:cubicBezTo>
                  <a:pt x="770477" y="4501039"/>
                  <a:pt x="770858" y="4500087"/>
                  <a:pt x="770858" y="4499134"/>
                </a:cubicBezTo>
                <a:lnTo>
                  <a:pt x="770858" y="4468463"/>
                </a:lnTo>
                <a:cubicBezTo>
                  <a:pt x="770858" y="4468463"/>
                  <a:pt x="783717" y="4468463"/>
                  <a:pt x="783717" y="4468463"/>
                </a:cubicBezTo>
                <a:lnTo>
                  <a:pt x="783717" y="4514088"/>
                </a:lnTo>
                <a:cubicBezTo>
                  <a:pt x="783717" y="4516088"/>
                  <a:pt x="785336" y="4517612"/>
                  <a:pt x="787241" y="4517708"/>
                </a:cubicBezTo>
                <a:lnTo>
                  <a:pt x="812006" y="4517708"/>
                </a:lnTo>
                <a:cubicBezTo>
                  <a:pt x="812959" y="4517708"/>
                  <a:pt x="813911" y="4517422"/>
                  <a:pt x="814578" y="4516755"/>
                </a:cubicBezTo>
                <a:cubicBezTo>
                  <a:pt x="815245" y="4516088"/>
                  <a:pt x="815626" y="4515136"/>
                  <a:pt x="815626" y="4514184"/>
                </a:cubicBezTo>
                <a:lnTo>
                  <a:pt x="815245" y="4456843"/>
                </a:lnTo>
                <a:lnTo>
                  <a:pt x="830294" y="4456843"/>
                </a:lnTo>
                <a:cubicBezTo>
                  <a:pt x="830294" y="4456843"/>
                  <a:pt x="830294" y="4514279"/>
                  <a:pt x="830294" y="4514279"/>
                </a:cubicBezTo>
                <a:cubicBezTo>
                  <a:pt x="830294" y="4516279"/>
                  <a:pt x="831914" y="4517803"/>
                  <a:pt x="833819" y="4517898"/>
                </a:cubicBezTo>
                <a:lnTo>
                  <a:pt x="858202" y="4517898"/>
                </a:lnTo>
                <a:cubicBezTo>
                  <a:pt x="859155" y="4517898"/>
                  <a:pt x="860108" y="4517612"/>
                  <a:pt x="860774" y="4516946"/>
                </a:cubicBezTo>
                <a:cubicBezTo>
                  <a:pt x="861441" y="4516279"/>
                  <a:pt x="861822" y="4515327"/>
                  <a:pt x="861822" y="4514374"/>
                </a:cubicBezTo>
                <a:lnTo>
                  <a:pt x="861822" y="4446556"/>
                </a:lnTo>
                <a:cubicBezTo>
                  <a:pt x="861822" y="4446556"/>
                  <a:pt x="876872" y="4446556"/>
                  <a:pt x="876872" y="4446556"/>
                </a:cubicBezTo>
                <a:lnTo>
                  <a:pt x="876681" y="4514374"/>
                </a:lnTo>
                <a:cubicBezTo>
                  <a:pt x="876681" y="4516374"/>
                  <a:pt x="878300" y="4517994"/>
                  <a:pt x="880205" y="4517994"/>
                </a:cubicBezTo>
                <a:lnTo>
                  <a:pt x="903827" y="4517994"/>
                </a:lnTo>
                <a:cubicBezTo>
                  <a:pt x="904780" y="4517994"/>
                  <a:pt x="905732" y="4517708"/>
                  <a:pt x="906399" y="4517041"/>
                </a:cubicBezTo>
                <a:cubicBezTo>
                  <a:pt x="907066" y="4516374"/>
                  <a:pt x="907447" y="4515422"/>
                  <a:pt x="907447" y="4514469"/>
                </a:cubicBezTo>
                <a:lnTo>
                  <a:pt x="906875" y="4437984"/>
                </a:lnTo>
                <a:lnTo>
                  <a:pt x="925068" y="4437984"/>
                </a:lnTo>
                <a:cubicBezTo>
                  <a:pt x="925068" y="4437984"/>
                  <a:pt x="925354" y="4476179"/>
                  <a:pt x="925354" y="4476179"/>
                </a:cubicBezTo>
                <a:cubicBezTo>
                  <a:pt x="925354" y="4478179"/>
                  <a:pt x="926973" y="4479703"/>
                  <a:pt x="928878" y="4479703"/>
                </a:cubicBezTo>
                <a:lnTo>
                  <a:pt x="954596" y="4479703"/>
                </a:lnTo>
                <a:cubicBezTo>
                  <a:pt x="956882" y="4495229"/>
                  <a:pt x="969169" y="4507326"/>
                  <a:pt x="984695" y="4509230"/>
                </a:cubicBezTo>
                <a:lnTo>
                  <a:pt x="984695" y="4576001"/>
                </a:lnTo>
                <a:cubicBezTo>
                  <a:pt x="984695" y="4576001"/>
                  <a:pt x="1017079" y="4612862"/>
                  <a:pt x="1017079" y="4612862"/>
                </a:cubicBezTo>
                <a:lnTo>
                  <a:pt x="1054989" y="4612672"/>
                </a:lnTo>
                <a:lnTo>
                  <a:pt x="1054989" y="4620197"/>
                </a:lnTo>
                <a:cubicBezTo>
                  <a:pt x="1054989" y="4621530"/>
                  <a:pt x="1056037" y="4622578"/>
                  <a:pt x="1057370" y="4622578"/>
                </a:cubicBezTo>
                <a:lnTo>
                  <a:pt x="1065371" y="4622578"/>
                </a:lnTo>
                <a:cubicBezTo>
                  <a:pt x="1066705" y="4622578"/>
                  <a:pt x="1067753" y="4621530"/>
                  <a:pt x="1067753" y="4620197"/>
                </a:cubicBezTo>
                <a:lnTo>
                  <a:pt x="1067753" y="4613434"/>
                </a:lnTo>
                <a:lnTo>
                  <a:pt x="1112330" y="4613434"/>
                </a:lnTo>
                <a:cubicBezTo>
                  <a:pt x="1118235" y="4613434"/>
                  <a:pt x="1123093" y="4608576"/>
                  <a:pt x="1123093" y="4602671"/>
                </a:cubicBezTo>
                <a:cubicBezTo>
                  <a:pt x="1123093" y="4596765"/>
                  <a:pt x="1118235" y="4591907"/>
                  <a:pt x="1112330" y="4591907"/>
                </a:cubicBezTo>
                <a:lnTo>
                  <a:pt x="1074325" y="4591907"/>
                </a:lnTo>
                <a:cubicBezTo>
                  <a:pt x="1070991" y="4591907"/>
                  <a:pt x="1068324" y="4589240"/>
                  <a:pt x="1068324" y="4585907"/>
                </a:cubicBezTo>
                <a:cubicBezTo>
                  <a:pt x="1068324" y="4582573"/>
                  <a:pt x="1070991" y="4579906"/>
                  <a:pt x="1074325" y="4579906"/>
                </a:cubicBezTo>
                <a:lnTo>
                  <a:pt x="1112330" y="4579906"/>
                </a:lnTo>
                <a:cubicBezTo>
                  <a:pt x="1118235" y="4579906"/>
                  <a:pt x="1123093" y="4575048"/>
                  <a:pt x="1123093" y="4569143"/>
                </a:cubicBezTo>
                <a:cubicBezTo>
                  <a:pt x="1123093" y="4563237"/>
                  <a:pt x="1118235" y="4558379"/>
                  <a:pt x="1112330" y="4558379"/>
                </a:cubicBezTo>
                <a:lnTo>
                  <a:pt x="1074325" y="4558379"/>
                </a:lnTo>
                <a:cubicBezTo>
                  <a:pt x="1070991" y="4558379"/>
                  <a:pt x="1068324" y="4555712"/>
                  <a:pt x="1068324" y="4552379"/>
                </a:cubicBezTo>
                <a:cubicBezTo>
                  <a:pt x="1068324" y="4549045"/>
                  <a:pt x="1070991" y="4546378"/>
                  <a:pt x="1074325" y="4546378"/>
                </a:cubicBezTo>
                <a:lnTo>
                  <a:pt x="1116806" y="4546378"/>
                </a:lnTo>
                <a:lnTo>
                  <a:pt x="1116806" y="4553141"/>
                </a:lnTo>
                <a:cubicBezTo>
                  <a:pt x="1116806" y="4554474"/>
                  <a:pt x="1117854" y="4555522"/>
                  <a:pt x="1119188" y="4555522"/>
                </a:cubicBezTo>
                <a:lnTo>
                  <a:pt x="1127189" y="4555522"/>
                </a:lnTo>
                <a:cubicBezTo>
                  <a:pt x="1128522" y="4555522"/>
                  <a:pt x="1129570" y="4554474"/>
                  <a:pt x="1129570" y="4553141"/>
                </a:cubicBezTo>
                <a:lnTo>
                  <a:pt x="1129570" y="4546378"/>
                </a:lnTo>
                <a:lnTo>
                  <a:pt x="1137190" y="4546378"/>
                </a:lnTo>
                <a:lnTo>
                  <a:pt x="1137190" y="4553141"/>
                </a:lnTo>
                <a:cubicBezTo>
                  <a:pt x="1137190" y="4554474"/>
                  <a:pt x="1138238" y="4555522"/>
                  <a:pt x="1139571" y="4555522"/>
                </a:cubicBezTo>
                <a:lnTo>
                  <a:pt x="1147572" y="4555522"/>
                </a:lnTo>
                <a:cubicBezTo>
                  <a:pt x="1148906" y="4555522"/>
                  <a:pt x="1149953" y="4554474"/>
                  <a:pt x="1149953" y="4553141"/>
                </a:cubicBezTo>
                <a:lnTo>
                  <a:pt x="1149953" y="4546473"/>
                </a:lnTo>
                <a:lnTo>
                  <a:pt x="1194530" y="4546473"/>
                </a:lnTo>
                <a:cubicBezTo>
                  <a:pt x="1197864" y="4546473"/>
                  <a:pt x="1200531" y="4549140"/>
                  <a:pt x="1200531" y="4552474"/>
                </a:cubicBezTo>
                <a:cubicBezTo>
                  <a:pt x="1200531" y="4555808"/>
                  <a:pt x="1197864" y="4558475"/>
                  <a:pt x="1194530" y="4558475"/>
                </a:cubicBezTo>
                <a:lnTo>
                  <a:pt x="1156526" y="4558475"/>
                </a:lnTo>
                <a:cubicBezTo>
                  <a:pt x="1150620" y="4558475"/>
                  <a:pt x="1145762" y="4563332"/>
                  <a:pt x="1145762" y="4569238"/>
                </a:cubicBezTo>
                <a:cubicBezTo>
                  <a:pt x="1145762" y="4575144"/>
                  <a:pt x="1150620" y="4580001"/>
                  <a:pt x="1156526" y="4580001"/>
                </a:cubicBezTo>
                <a:lnTo>
                  <a:pt x="1194530" y="4580001"/>
                </a:lnTo>
                <a:cubicBezTo>
                  <a:pt x="1197864" y="4580001"/>
                  <a:pt x="1200531" y="4582668"/>
                  <a:pt x="1200531" y="4586002"/>
                </a:cubicBezTo>
                <a:cubicBezTo>
                  <a:pt x="1200531" y="4589336"/>
                  <a:pt x="1197864" y="4592003"/>
                  <a:pt x="1194530" y="4592003"/>
                </a:cubicBezTo>
                <a:lnTo>
                  <a:pt x="1156526" y="4592003"/>
                </a:lnTo>
                <a:cubicBezTo>
                  <a:pt x="1150620" y="4592003"/>
                  <a:pt x="1145762" y="4596861"/>
                  <a:pt x="1145762" y="4602766"/>
                </a:cubicBezTo>
                <a:cubicBezTo>
                  <a:pt x="1145762" y="4608671"/>
                  <a:pt x="1150620" y="4613529"/>
                  <a:pt x="1156526" y="4613529"/>
                </a:cubicBezTo>
                <a:lnTo>
                  <a:pt x="1199007" y="4613529"/>
                </a:lnTo>
                <a:lnTo>
                  <a:pt x="1199007" y="4620292"/>
                </a:lnTo>
                <a:cubicBezTo>
                  <a:pt x="1199007" y="4621626"/>
                  <a:pt x="1200055" y="4622673"/>
                  <a:pt x="1201388" y="4622673"/>
                </a:cubicBezTo>
                <a:lnTo>
                  <a:pt x="1209389" y="4622673"/>
                </a:lnTo>
                <a:cubicBezTo>
                  <a:pt x="1210723" y="4622673"/>
                  <a:pt x="1211771" y="4621626"/>
                  <a:pt x="1211771" y="4620292"/>
                </a:cubicBezTo>
                <a:lnTo>
                  <a:pt x="1211771" y="4613910"/>
                </a:lnTo>
                <a:lnTo>
                  <a:pt x="1300734" y="4613910"/>
                </a:lnTo>
                <a:lnTo>
                  <a:pt x="1337882" y="4656011"/>
                </a:lnTo>
                <a:lnTo>
                  <a:pt x="1520952" y="4656011"/>
                </a:lnTo>
                <a:cubicBezTo>
                  <a:pt x="1520952" y="4656011"/>
                  <a:pt x="1539240" y="4638485"/>
                  <a:pt x="1539240" y="4638485"/>
                </a:cubicBezTo>
                <a:lnTo>
                  <a:pt x="1551623" y="4638199"/>
                </a:lnTo>
                <a:lnTo>
                  <a:pt x="1551623" y="4640104"/>
                </a:lnTo>
                <a:cubicBezTo>
                  <a:pt x="1551623" y="4644009"/>
                  <a:pt x="1554766" y="4647153"/>
                  <a:pt x="1558671" y="4647153"/>
                </a:cubicBezTo>
                <a:lnTo>
                  <a:pt x="1567720" y="4647153"/>
                </a:lnTo>
                <a:cubicBezTo>
                  <a:pt x="1571625" y="4647153"/>
                  <a:pt x="1574768" y="4644009"/>
                  <a:pt x="1574768" y="4640104"/>
                </a:cubicBezTo>
                <a:lnTo>
                  <a:pt x="1574768" y="4636580"/>
                </a:lnTo>
                <a:lnTo>
                  <a:pt x="1715548" y="4637342"/>
                </a:lnTo>
                <a:lnTo>
                  <a:pt x="1726597" y="4647248"/>
                </a:lnTo>
                <a:lnTo>
                  <a:pt x="1726597" y="4709160"/>
                </a:lnTo>
                <a:cubicBezTo>
                  <a:pt x="1726597" y="4709160"/>
                  <a:pt x="1704118" y="4709160"/>
                  <a:pt x="1704118" y="4709160"/>
                </a:cubicBezTo>
                <a:lnTo>
                  <a:pt x="1698498" y="4703921"/>
                </a:lnTo>
                <a:lnTo>
                  <a:pt x="1698498" y="4680490"/>
                </a:lnTo>
                <a:cubicBezTo>
                  <a:pt x="1698498" y="4680490"/>
                  <a:pt x="1698307" y="4679823"/>
                  <a:pt x="1698117" y="4679633"/>
                </a:cubicBezTo>
                <a:lnTo>
                  <a:pt x="1686306" y="4669060"/>
                </a:lnTo>
                <a:cubicBezTo>
                  <a:pt x="1686306" y="4669060"/>
                  <a:pt x="1685830" y="4668774"/>
                  <a:pt x="1685544" y="4668774"/>
                </a:cubicBezTo>
                <a:lnTo>
                  <a:pt x="1685544" y="4668774"/>
                </a:lnTo>
                <a:lnTo>
                  <a:pt x="1574864" y="4669536"/>
                </a:lnTo>
                <a:lnTo>
                  <a:pt x="1574864" y="4666488"/>
                </a:lnTo>
                <a:cubicBezTo>
                  <a:pt x="1574864" y="4662583"/>
                  <a:pt x="1571720" y="4659440"/>
                  <a:pt x="1567815" y="4659440"/>
                </a:cubicBezTo>
                <a:lnTo>
                  <a:pt x="1558766" y="4659440"/>
                </a:lnTo>
                <a:cubicBezTo>
                  <a:pt x="1554861" y="4659440"/>
                  <a:pt x="1551718" y="4662583"/>
                  <a:pt x="1551718" y="4666488"/>
                </a:cubicBezTo>
                <a:lnTo>
                  <a:pt x="1551718" y="4668107"/>
                </a:lnTo>
                <a:lnTo>
                  <a:pt x="1540097" y="4668107"/>
                </a:lnTo>
                <a:cubicBezTo>
                  <a:pt x="1540097" y="4668107"/>
                  <a:pt x="1521047" y="4688396"/>
                  <a:pt x="1521047" y="4688396"/>
                </a:cubicBezTo>
                <a:lnTo>
                  <a:pt x="1318165" y="4687824"/>
                </a:lnTo>
                <a:lnTo>
                  <a:pt x="1290923" y="4654868"/>
                </a:lnTo>
                <a:cubicBezTo>
                  <a:pt x="1291971" y="4653820"/>
                  <a:pt x="1292828" y="4652772"/>
                  <a:pt x="1293495" y="4651439"/>
                </a:cubicBezTo>
                <a:cubicBezTo>
                  <a:pt x="1294924" y="4648391"/>
                  <a:pt x="1295114" y="4644962"/>
                  <a:pt x="1294067" y="4641819"/>
                </a:cubicBezTo>
                <a:cubicBezTo>
                  <a:pt x="1292924" y="4638675"/>
                  <a:pt x="1290638" y="4636104"/>
                  <a:pt x="1287590" y="4634579"/>
                </a:cubicBezTo>
                <a:cubicBezTo>
                  <a:pt x="1284542" y="4633151"/>
                  <a:pt x="1281113" y="4632960"/>
                  <a:pt x="1277969" y="4634008"/>
                </a:cubicBezTo>
                <a:cubicBezTo>
                  <a:pt x="1271397" y="4636294"/>
                  <a:pt x="1267873" y="4643533"/>
                  <a:pt x="1270254" y="4650105"/>
                </a:cubicBezTo>
                <a:cubicBezTo>
                  <a:pt x="1272064" y="4655344"/>
                  <a:pt x="1277017" y="4658582"/>
                  <a:pt x="1282160" y="4658582"/>
                </a:cubicBezTo>
                <a:cubicBezTo>
                  <a:pt x="1283589" y="4658582"/>
                  <a:pt x="1284923" y="4658392"/>
                  <a:pt x="1286351" y="4657916"/>
                </a:cubicBezTo>
                <a:cubicBezTo>
                  <a:pt x="1286542" y="4657916"/>
                  <a:pt x="1286732" y="4657630"/>
                  <a:pt x="1287018" y="4657535"/>
                </a:cubicBezTo>
                <a:lnTo>
                  <a:pt x="1316069" y="4692587"/>
                </a:lnTo>
                <a:lnTo>
                  <a:pt x="1522190" y="4693158"/>
                </a:lnTo>
                <a:lnTo>
                  <a:pt x="1523238" y="4693158"/>
                </a:lnTo>
                <a:lnTo>
                  <a:pt x="1542288" y="4672870"/>
                </a:lnTo>
                <a:lnTo>
                  <a:pt x="1551908" y="4672870"/>
                </a:lnTo>
                <a:cubicBezTo>
                  <a:pt x="1551908" y="4672870"/>
                  <a:pt x="1551908" y="4675442"/>
                  <a:pt x="1551908" y="4675442"/>
                </a:cubicBezTo>
                <a:cubicBezTo>
                  <a:pt x="1551908" y="4679347"/>
                  <a:pt x="1555052" y="4682490"/>
                  <a:pt x="1558957" y="4682490"/>
                </a:cubicBezTo>
                <a:lnTo>
                  <a:pt x="1568006" y="4682490"/>
                </a:lnTo>
                <a:cubicBezTo>
                  <a:pt x="1571911" y="4682490"/>
                  <a:pt x="1575054" y="4679347"/>
                  <a:pt x="1575054" y="4675442"/>
                </a:cubicBezTo>
                <a:lnTo>
                  <a:pt x="1575054" y="4671822"/>
                </a:lnTo>
                <a:lnTo>
                  <a:pt x="1685258" y="4671060"/>
                </a:lnTo>
                <a:lnTo>
                  <a:pt x="1696307" y="4680966"/>
                </a:lnTo>
                <a:lnTo>
                  <a:pt x="1696307" y="4704303"/>
                </a:lnTo>
                <a:cubicBezTo>
                  <a:pt x="1696307" y="4704303"/>
                  <a:pt x="1696498" y="4704969"/>
                  <a:pt x="1696688" y="4705160"/>
                </a:cubicBezTo>
                <a:lnTo>
                  <a:pt x="1703070" y="4711065"/>
                </a:lnTo>
                <a:cubicBezTo>
                  <a:pt x="1703070" y="4711065"/>
                  <a:pt x="1703546" y="4711351"/>
                  <a:pt x="1703927" y="4711351"/>
                </a:cubicBezTo>
                <a:lnTo>
                  <a:pt x="1726882" y="4711351"/>
                </a:lnTo>
                <a:cubicBezTo>
                  <a:pt x="1726882" y="4711351"/>
                  <a:pt x="1726882" y="4745831"/>
                  <a:pt x="1726882" y="4745831"/>
                </a:cubicBezTo>
                <a:lnTo>
                  <a:pt x="1705451" y="4745831"/>
                </a:lnTo>
                <a:cubicBezTo>
                  <a:pt x="1705451" y="4745831"/>
                  <a:pt x="1699832" y="4740593"/>
                  <a:pt x="1699832" y="4740593"/>
                </a:cubicBezTo>
                <a:lnTo>
                  <a:pt x="1699832" y="4717256"/>
                </a:lnTo>
                <a:cubicBezTo>
                  <a:pt x="1699832" y="4717256"/>
                  <a:pt x="1699641" y="4716590"/>
                  <a:pt x="1699451" y="4716399"/>
                </a:cubicBezTo>
                <a:lnTo>
                  <a:pt x="1687640" y="4705827"/>
                </a:lnTo>
                <a:cubicBezTo>
                  <a:pt x="1687640" y="4705827"/>
                  <a:pt x="1687163" y="4705541"/>
                  <a:pt x="1686878" y="4705541"/>
                </a:cubicBezTo>
                <a:lnTo>
                  <a:pt x="1686878" y="4705541"/>
                </a:lnTo>
                <a:lnTo>
                  <a:pt x="1575054" y="4706207"/>
                </a:lnTo>
                <a:lnTo>
                  <a:pt x="1575054" y="4701636"/>
                </a:lnTo>
                <a:cubicBezTo>
                  <a:pt x="1575054" y="4697730"/>
                  <a:pt x="1571911" y="4694587"/>
                  <a:pt x="1568006" y="4694587"/>
                </a:cubicBezTo>
                <a:lnTo>
                  <a:pt x="1558957" y="4694587"/>
                </a:lnTo>
                <a:cubicBezTo>
                  <a:pt x="1555052" y="4694587"/>
                  <a:pt x="1551908" y="4697730"/>
                  <a:pt x="1551908" y="4701636"/>
                </a:cubicBezTo>
                <a:lnTo>
                  <a:pt x="1551908" y="4705255"/>
                </a:lnTo>
                <a:lnTo>
                  <a:pt x="1532763" y="4705255"/>
                </a:lnTo>
                <a:cubicBezTo>
                  <a:pt x="1531430" y="4705255"/>
                  <a:pt x="1530382" y="4706303"/>
                  <a:pt x="1530382" y="4707636"/>
                </a:cubicBezTo>
                <a:lnTo>
                  <a:pt x="1530382" y="4752213"/>
                </a:lnTo>
                <a:lnTo>
                  <a:pt x="1517428" y="4767168"/>
                </a:lnTo>
                <a:lnTo>
                  <a:pt x="1466469" y="4767168"/>
                </a:lnTo>
                <a:cubicBezTo>
                  <a:pt x="1465802" y="4763738"/>
                  <a:pt x="1463516" y="4760690"/>
                  <a:pt x="1459992" y="4759452"/>
                </a:cubicBezTo>
                <a:cubicBezTo>
                  <a:pt x="1454658" y="4757547"/>
                  <a:pt x="1448753" y="4760405"/>
                  <a:pt x="1446943" y="4765739"/>
                </a:cubicBezTo>
                <a:cubicBezTo>
                  <a:pt x="1445038" y="4771073"/>
                  <a:pt x="1447895" y="4776978"/>
                  <a:pt x="1453229" y="4778788"/>
                </a:cubicBezTo>
                <a:cubicBezTo>
                  <a:pt x="1458563" y="4780598"/>
                  <a:pt x="1464469" y="4777836"/>
                  <a:pt x="1466278" y="4772502"/>
                </a:cubicBezTo>
                <a:cubicBezTo>
                  <a:pt x="1466278" y="4772311"/>
                  <a:pt x="1466278" y="4772120"/>
                  <a:pt x="1466278" y="4771835"/>
                </a:cubicBezTo>
                <a:lnTo>
                  <a:pt x="1518380" y="4771835"/>
                </a:lnTo>
                <a:cubicBezTo>
                  <a:pt x="1519047" y="4771835"/>
                  <a:pt x="1519714" y="4771549"/>
                  <a:pt x="1520190" y="4770978"/>
                </a:cubicBezTo>
                <a:lnTo>
                  <a:pt x="1534478" y="4754499"/>
                </a:lnTo>
                <a:cubicBezTo>
                  <a:pt x="1534478" y="4754499"/>
                  <a:pt x="1535049" y="4753547"/>
                  <a:pt x="1535049" y="4752975"/>
                </a:cubicBezTo>
                <a:lnTo>
                  <a:pt x="1535049" y="4709922"/>
                </a:lnTo>
                <a:lnTo>
                  <a:pt x="1551813" y="4709922"/>
                </a:lnTo>
                <a:lnTo>
                  <a:pt x="1551813" y="4710589"/>
                </a:lnTo>
                <a:cubicBezTo>
                  <a:pt x="1551813" y="4714494"/>
                  <a:pt x="1554956" y="4717637"/>
                  <a:pt x="1558862" y="4717637"/>
                </a:cubicBezTo>
                <a:lnTo>
                  <a:pt x="1567910" y="4717637"/>
                </a:lnTo>
                <a:cubicBezTo>
                  <a:pt x="1571816" y="4717637"/>
                  <a:pt x="1574959" y="4714494"/>
                  <a:pt x="1574959" y="4710589"/>
                </a:cubicBezTo>
                <a:lnTo>
                  <a:pt x="1574959" y="4708494"/>
                </a:lnTo>
                <a:lnTo>
                  <a:pt x="1686306" y="4707827"/>
                </a:lnTo>
                <a:lnTo>
                  <a:pt x="1697355" y="4717733"/>
                </a:lnTo>
                <a:lnTo>
                  <a:pt x="1697355" y="4741069"/>
                </a:lnTo>
                <a:cubicBezTo>
                  <a:pt x="1697355" y="4741069"/>
                  <a:pt x="1697546" y="4741736"/>
                  <a:pt x="1697736" y="4741926"/>
                </a:cubicBezTo>
                <a:lnTo>
                  <a:pt x="1704118" y="4747832"/>
                </a:lnTo>
                <a:cubicBezTo>
                  <a:pt x="1704118" y="4747832"/>
                  <a:pt x="1704594" y="4748118"/>
                  <a:pt x="1704975" y="4748118"/>
                </a:cubicBezTo>
                <a:lnTo>
                  <a:pt x="1726882" y="4748118"/>
                </a:lnTo>
                <a:cubicBezTo>
                  <a:pt x="1726882" y="4748118"/>
                  <a:pt x="1726882" y="4808125"/>
                  <a:pt x="1726882" y="4808125"/>
                </a:cubicBezTo>
                <a:lnTo>
                  <a:pt x="1714881" y="4808125"/>
                </a:lnTo>
                <a:cubicBezTo>
                  <a:pt x="1711262" y="4808125"/>
                  <a:pt x="1708309" y="4811078"/>
                  <a:pt x="1708309" y="4814697"/>
                </a:cubicBezTo>
                <a:lnTo>
                  <a:pt x="1708309" y="4819364"/>
                </a:lnTo>
                <a:cubicBezTo>
                  <a:pt x="1708309" y="4822984"/>
                  <a:pt x="1711262" y="4825937"/>
                  <a:pt x="1714881" y="4825937"/>
                </a:cubicBezTo>
                <a:lnTo>
                  <a:pt x="1725930" y="4825937"/>
                </a:lnTo>
                <a:lnTo>
                  <a:pt x="1725930" y="4952143"/>
                </a:lnTo>
                <a:cubicBezTo>
                  <a:pt x="1725930" y="4952143"/>
                  <a:pt x="1756029" y="4982909"/>
                  <a:pt x="1756029" y="4982909"/>
                </a:cubicBezTo>
                <a:lnTo>
                  <a:pt x="1755648" y="5030629"/>
                </a:lnTo>
                <a:cubicBezTo>
                  <a:pt x="1752791" y="5031296"/>
                  <a:pt x="1750219" y="5032724"/>
                  <a:pt x="1748409" y="5035010"/>
                </a:cubicBezTo>
                <a:cubicBezTo>
                  <a:pt x="1746314" y="5037678"/>
                  <a:pt x="1745456" y="5041011"/>
                  <a:pt x="1745837" y="5044345"/>
                </a:cubicBezTo>
                <a:cubicBezTo>
                  <a:pt x="1746218" y="5047679"/>
                  <a:pt x="1747933" y="5050727"/>
                  <a:pt x="1750600" y="5052727"/>
                </a:cubicBezTo>
                <a:cubicBezTo>
                  <a:pt x="1751933" y="5053775"/>
                  <a:pt x="1753362" y="5054346"/>
                  <a:pt x="1754886" y="5054822"/>
                </a:cubicBezTo>
                <a:lnTo>
                  <a:pt x="1754886" y="5079969"/>
                </a:lnTo>
                <a:lnTo>
                  <a:pt x="1745932" y="5092542"/>
                </a:lnTo>
                <a:lnTo>
                  <a:pt x="1745932" y="5143309"/>
                </a:lnTo>
                <a:cubicBezTo>
                  <a:pt x="1745932" y="5143309"/>
                  <a:pt x="1750600" y="5143309"/>
                  <a:pt x="1750600" y="5143309"/>
                </a:cubicBezTo>
                <a:lnTo>
                  <a:pt x="1750600" y="5094065"/>
                </a:lnTo>
                <a:cubicBezTo>
                  <a:pt x="1750600" y="5094065"/>
                  <a:pt x="1759649" y="5081492"/>
                  <a:pt x="1759649" y="5081492"/>
                </a:cubicBezTo>
                <a:lnTo>
                  <a:pt x="1759649" y="5055299"/>
                </a:lnTo>
                <a:cubicBezTo>
                  <a:pt x="1759649" y="5055299"/>
                  <a:pt x="1759839" y="5055299"/>
                  <a:pt x="1759934" y="5055299"/>
                </a:cubicBezTo>
                <a:cubicBezTo>
                  <a:pt x="1766888" y="5054442"/>
                  <a:pt x="1771745" y="5048059"/>
                  <a:pt x="1770888" y="5041106"/>
                </a:cubicBezTo>
                <a:cubicBezTo>
                  <a:pt x="1770126" y="5035487"/>
                  <a:pt x="1765745" y="5031391"/>
                  <a:pt x="1760315" y="5030438"/>
                </a:cubicBezTo>
                <a:lnTo>
                  <a:pt x="1760696" y="4980908"/>
                </a:lnTo>
                <a:lnTo>
                  <a:pt x="1730693" y="4950047"/>
                </a:lnTo>
                <a:lnTo>
                  <a:pt x="1730693" y="4825746"/>
                </a:lnTo>
                <a:cubicBezTo>
                  <a:pt x="1730693" y="4825746"/>
                  <a:pt x="1741551" y="4825746"/>
                  <a:pt x="1741551" y="4825746"/>
                </a:cubicBezTo>
                <a:cubicBezTo>
                  <a:pt x="1745171" y="4825746"/>
                  <a:pt x="1748123" y="4822794"/>
                  <a:pt x="1748123" y="4819174"/>
                </a:cubicBezTo>
                <a:lnTo>
                  <a:pt x="1748123" y="4814507"/>
                </a:lnTo>
                <a:cubicBezTo>
                  <a:pt x="1748123" y="4810887"/>
                  <a:pt x="1745171" y="4807935"/>
                  <a:pt x="1741551" y="4807935"/>
                </a:cubicBezTo>
                <a:lnTo>
                  <a:pt x="1729169" y="4807935"/>
                </a:lnTo>
                <a:lnTo>
                  <a:pt x="1729169" y="4747927"/>
                </a:lnTo>
                <a:cubicBezTo>
                  <a:pt x="1729169" y="4747927"/>
                  <a:pt x="1771460" y="4747927"/>
                  <a:pt x="1771460" y="4747927"/>
                </a:cubicBezTo>
                <a:lnTo>
                  <a:pt x="1771460" y="4796695"/>
                </a:lnTo>
                <a:lnTo>
                  <a:pt x="1766697" y="4796695"/>
                </a:lnTo>
                <a:cubicBezTo>
                  <a:pt x="1763459" y="4796695"/>
                  <a:pt x="1760792" y="4799362"/>
                  <a:pt x="1760792" y="4802601"/>
                </a:cubicBezTo>
                <a:lnTo>
                  <a:pt x="1760792" y="4818221"/>
                </a:lnTo>
                <a:cubicBezTo>
                  <a:pt x="1760792" y="4821460"/>
                  <a:pt x="1763459" y="4824127"/>
                  <a:pt x="1766697" y="4824127"/>
                </a:cubicBezTo>
                <a:lnTo>
                  <a:pt x="1772126" y="4824127"/>
                </a:lnTo>
                <a:lnTo>
                  <a:pt x="1772126" y="4941570"/>
                </a:lnTo>
                <a:cubicBezTo>
                  <a:pt x="1772126" y="4941570"/>
                  <a:pt x="1802130" y="4972432"/>
                  <a:pt x="1802130" y="4972432"/>
                </a:cubicBezTo>
                <a:lnTo>
                  <a:pt x="1801844" y="5068634"/>
                </a:lnTo>
                <a:cubicBezTo>
                  <a:pt x="1799177" y="5069396"/>
                  <a:pt x="1796796" y="5070729"/>
                  <a:pt x="1795177" y="5072920"/>
                </a:cubicBezTo>
                <a:cubicBezTo>
                  <a:pt x="1793081" y="5075587"/>
                  <a:pt x="1792224" y="5078921"/>
                  <a:pt x="1792605" y="5082254"/>
                </a:cubicBezTo>
                <a:cubicBezTo>
                  <a:pt x="1793462" y="5088636"/>
                  <a:pt x="1798892" y="5093303"/>
                  <a:pt x="1805178" y="5093303"/>
                </a:cubicBezTo>
                <a:cubicBezTo>
                  <a:pt x="1805750" y="5093303"/>
                  <a:pt x="1806226" y="5093303"/>
                  <a:pt x="1806797" y="5093208"/>
                </a:cubicBezTo>
                <a:cubicBezTo>
                  <a:pt x="1813751" y="5092351"/>
                  <a:pt x="1818608" y="5085969"/>
                  <a:pt x="1817751" y="5079111"/>
                </a:cubicBezTo>
                <a:lnTo>
                  <a:pt x="1817751" y="5079111"/>
                </a:lnTo>
                <a:cubicBezTo>
                  <a:pt x="1816989" y="5073301"/>
                  <a:pt x="1812322" y="5069110"/>
                  <a:pt x="1806702" y="5068443"/>
                </a:cubicBezTo>
                <a:lnTo>
                  <a:pt x="1806988" y="4970622"/>
                </a:lnTo>
                <a:lnTo>
                  <a:pt x="1776984" y="4939760"/>
                </a:lnTo>
                <a:lnTo>
                  <a:pt x="1776984" y="4824222"/>
                </a:lnTo>
                <a:cubicBezTo>
                  <a:pt x="1776984" y="4824222"/>
                  <a:pt x="1782318" y="4824222"/>
                  <a:pt x="1782318" y="4824222"/>
                </a:cubicBezTo>
                <a:cubicBezTo>
                  <a:pt x="1785557" y="4824222"/>
                  <a:pt x="1788224" y="4821555"/>
                  <a:pt x="1788224" y="4818317"/>
                </a:cubicBezTo>
                <a:lnTo>
                  <a:pt x="1788224" y="4802696"/>
                </a:lnTo>
                <a:cubicBezTo>
                  <a:pt x="1788224" y="4799457"/>
                  <a:pt x="1785557" y="4796790"/>
                  <a:pt x="1782318" y="4796790"/>
                </a:cubicBezTo>
                <a:lnTo>
                  <a:pt x="1778699" y="4796790"/>
                </a:lnTo>
                <a:lnTo>
                  <a:pt x="1778699" y="4748022"/>
                </a:lnTo>
                <a:lnTo>
                  <a:pt x="1812512" y="4748022"/>
                </a:lnTo>
                <a:cubicBezTo>
                  <a:pt x="1812512" y="4748022"/>
                  <a:pt x="1820894" y="4756976"/>
                  <a:pt x="1820894" y="4756976"/>
                </a:cubicBezTo>
                <a:lnTo>
                  <a:pt x="1821085" y="4808125"/>
                </a:lnTo>
                <a:lnTo>
                  <a:pt x="1809369" y="4808125"/>
                </a:lnTo>
                <a:cubicBezTo>
                  <a:pt x="1805750" y="4808125"/>
                  <a:pt x="1802797" y="4811078"/>
                  <a:pt x="1802797" y="4814697"/>
                </a:cubicBezTo>
                <a:lnTo>
                  <a:pt x="1802797" y="4819174"/>
                </a:lnTo>
                <a:cubicBezTo>
                  <a:pt x="1802797" y="4822794"/>
                  <a:pt x="1805750" y="4825746"/>
                  <a:pt x="1809369" y="4825746"/>
                </a:cubicBezTo>
                <a:lnTo>
                  <a:pt x="1820418" y="4825746"/>
                </a:lnTo>
                <a:lnTo>
                  <a:pt x="1820418" y="4938713"/>
                </a:lnTo>
                <a:lnTo>
                  <a:pt x="1850422" y="4967288"/>
                </a:lnTo>
                <a:lnTo>
                  <a:pt x="1850136" y="5101209"/>
                </a:lnTo>
                <a:lnTo>
                  <a:pt x="1844993" y="5101209"/>
                </a:lnTo>
                <a:cubicBezTo>
                  <a:pt x="1842992" y="5101209"/>
                  <a:pt x="1841468" y="5102828"/>
                  <a:pt x="1841468" y="5104733"/>
                </a:cubicBezTo>
                <a:lnTo>
                  <a:pt x="1841468" y="5120354"/>
                </a:lnTo>
                <a:cubicBezTo>
                  <a:pt x="1841468" y="5122355"/>
                  <a:pt x="1843088" y="5123879"/>
                  <a:pt x="1844993" y="5123879"/>
                </a:cubicBezTo>
                <a:lnTo>
                  <a:pt x="1860614" y="5123879"/>
                </a:lnTo>
                <a:cubicBezTo>
                  <a:pt x="1862614" y="5123879"/>
                  <a:pt x="1864138" y="5122260"/>
                  <a:pt x="1864138" y="5120354"/>
                </a:cubicBezTo>
                <a:lnTo>
                  <a:pt x="1864138" y="5104733"/>
                </a:lnTo>
                <a:cubicBezTo>
                  <a:pt x="1864138" y="5102733"/>
                  <a:pt x="1862519" y="5101209"/>
                  <a:pt x="1860614" y="5101209"/>
                </a:cubicBezTo>
                <a:lnTo>
                  <a:pt x="1854899" y="5101209"/>
                </a:lnTo>
                <a:lnTo>
                  <a:pt x="1855184" y="4966335"/>
                </a:lnTo>
                <a:lnTo>
                  <a:pt x="1855184" y="4965288"/>
                </a:lnTo>
                <a:lnTo>
                  <a:pt x="1825181" y="4936713"/>
                </a:lnTo>
                <a:lnTo>
                  <a:pt x="1825181" y="4825842"/>
                </a:lnTo>
                <a:lnTo>
                  <a:pt x="1836230" y="4825842"/>
                </a:lnTo>
                <a:cubicBezTo>
                  <a:pt x="1839849" y="4825842"/>
                  <a:pt x="1842802" y="4822889"/>
                  <a:pt x="1842802" y="4819269"/>
                </a:cubicBezTo>
                <a:lnTo>
                  <a:pt x="1842802" y="4814793"/>
                </a:lnTo>
                <a:cubicBezTo>
                  <a:pt x="1842802" y="4811173"/>
                  <a:pt x="1839849" y="4808220"/>
                  <a:pt x="1836230" y="4808220"/>
                </a:cubicBezTo>
                <a:lnTo>
                  <a:pt x="1823561" y="4808220"/>
                </a:lnTo>
                <a:lnTo>
                  <a:pt x="1823371" y="4756595"/>
                </a:lnTo>
                <a:cubicBezTo>
                  <a:pt x="1823371" y="4756595"/>
                  <a:pt x="1823276" y="4756023"/>
                  <a:pt x="1823085" y="4755737"/>
                </a:cubicBezTo>
                <a:lnTo>
                  <a:pt x="1813941" y="4746022"/>
                </a:lnTo>
                <a:cubicBezTo>
                  <a:pt x="1813941" y="4746022"/>
                  <a:pt x="1813370" y="4745641"/>
                  <a:pt x="1813084" y="4745641"/>
                </a:cubicBezTo>
                <a:lnTo>
                  <a:pt x="1778794" y="4745641"/>
                </a:lnTo>
                <a:cubicBezTo>
                  <a:pt x="1778794" y="4745641"/>
                  <a:pt x="1778794" y="4711446"/>
                  <a:pt x="1778794" y="4711446"/>
                </a:cubicBezTo>
                <a:lnTo>
                  <a:pt x="1969484" y="4711922"/>
                </a:lnTo>
                <a:close/>
                <a:moveTo>
                  <a:pt x="2169700" y="4598004"/>
                </a:moveTo>
                <a:cubicBezTo>
                  <a:pt x="2170652" y="4596098"/>
                  <a:pt x="2172272" y="4594765"/>
                  <a:pt x="2174272" y="4594098"/>
                </a:cubicBezTo>
                <a:cubicBezTo>
                  <a:pt x="2176272" y="4593431"/>
                  <a:pt x="2178368" y="4593622"/>
                  <a:pt x="2180273" y="4594479"/>
                </a:cubicBezTo>
                <a:cubicBezTo>
                  <a:pt x="2184178" y="4596384"/>
                  <a:pt x="2185702" y="4601147"/>
                  <a:pt x="2183797" y="4605052"/>
                </a:cubicBezTo>
                <a:cubicBezTo>
                  <a:pt x="2182844" y="4606957"/>
                  <a:pt x="2181225" y="4608290"/>
                  <a:pt x="2179225" y="4608957"/>
                </a:cubicBezTo>
                <a:cubicBezTo>
                  <a:pt x="2177225" y="4609624"/>
                  <a:pt x="2175129" y="4609434"/>
                  <a:pt x="2173224" y="4608576"/>
                </a:cubicBezTo>
                <a:cubicBezTo>
                  <a:pt x="2171319" y="4607624"/>
                  <a:pt x="2169986" y="4606004"/>
                  <a:pt x="2169319" y="4604004"/>
                </a:cubicBezTo>
                <a:cubicBezTo>
                  <a:pt x="2168652" y="4602004"/>
                  <a:pt x="2168843" y="4599909"/>
                  <a:pt x="2169700" y="4598004"/>
                </a:cubicBezTo>
                <a:close/>
                <a:moveTo>
                  <a:pt x="1977962" y="4703445"/>
                </a:moveTo>
                <a:cubicBezTo>
                  <a:pt x="1978914" y="4703064"/>
                  <a:pt x="1979867" y="4702874"/>
                  <a:pt x="1980819" y="4702874"/>
                </a:cubicBezTo>
                <a:cubicBezTo>
                  <a:pt x="1983962" y="4702874"/>
                  <a:pt x="1986915" y="4704779"/>
                  <a:pt x="1988153" y="4707922"/>
                </a:cubicBezTo>
                <a:cubicBezTo>
                  <a:pt x="1989677" y="4711922"/>
                  <a:pt x="1987677" y="4716495"/>
                  <a:pt x="1983677" y="4718114"/>
                </a:cubicBezTo>
                <a:cubicBezTo>
                  <a:pt x="1979676" y="4719733"/>
                  <a:pt x="1975104" y="4717637"/>
                  <a:pt x="1973485" y="4713637"/>
                </a:cubicBezTo>
                <a:cubicBezTo>
                  <a:pt x="1971961" y="4709637"/>
                  <a:pt x="1973961" y="4705064"/>
                  <a:pt x="1977962" y="4703445"/>
                </a:cubicBezTo>
                <a:close/>
                <a:moveTo>
                  <a:pt x="2180082" y="4546378"/>
                </a:moveTo>
                <a:cubicBezTo>
                  <a:pt x="2181416" y="4543616"/>
                  <a:pt x="2184273" y="4541996"/>
                  <a:pt x="2187131" y="4541996"/>
                </a:cubicBezTo>
                <a:cubicBezTo>
                  <a:pt x="2188274" y="4541996"/>
                  <a:pt x="2189512" y="4542282"/>
                  <a:pt x="2190655" y="4542854"/>
                </a:cubicBezTo>
                <a:cubicBezTo>
                  <a:pt x="2192560" y="4543806"/>
                  <a:pt x="2193893" y="4545426"/>
                  <a:pt x="2194560" y="4547426"/>
                </a:cubicBezTo>
                <a:cubicBezTo>
                  <a:pt x="2195227" y="4549426"/>
                  <a:pt x="2195036" y="4551521"/>
                  <a:pt x="2194179" y="4553427"/>
                </a:cubicBezTo>
                <a:cubicBezTo>
                  <a:pt x="2193227" y="4555331"/>
                  <a:pt x="2191607" y="4556665"/>
                  <a:pt x="2189607" y="4557332"/>
                </a:cubicBezTo>
                <a:cubicBezTo>
                  <a:pt x="2187607" y="4557998"/>
                  <a:pt x="2185511" y="4557808"/>
                  <a:pt x="2183606" y="4556951"/>
                </a:cubicBezTo>
                <a:cubicBezTo>
                  <a:pt x="2181701" y="4555998"/>
                  <a:pt x="2180368" y="4554379"/>
                  <a:pt x="2179701" y="4552379"/>
                </a:cubicBezTo>
                <a:cubicBezTo>
                  <a:pt x="2179034" y="4550379"/>
                  <a:pt x="2179225" y="4548283"/>
                  <a:pt x="2180082" y="4546378"/>
                </a:cubicBezTo>
                <a:close/>
                <a:moveTo>
                  <a:pt x="1302925" y="4233577"/>
                </a:moveTo>
                <a:cubicBezTo>
                  <a:pt x="1297972" y="4231481"/>
                  <a:pt x="1295591" y="4225767"/>
                  <a:pt x="1297686" y="4220718"/>
                </a:cubicBezTo>
                <a:cubicBezTo>
                  <a:pt x="1298734" y="4218337"/>
                  <a:pt x="1300544" y="4216432"/>
                  <a:pt x="1303020" y="4215479"/>
                </a:cubicBezTo>
                <a:cubicBezTo>
                  <a:pt x="1304163" y="4215003"/>
                  <a:pt x="1305497" y="4214718"/>
                  <a:pt x="1306735" y="4214718"/>
                </a:cubicBezTo>
                <a:cubicBezTo>
                  <a:pt x="1307973" y="4214718"/>
                  <a:pt x="1309307" y="4215003"/>
                  <a:pt x="1310545" y="4215479"/>
                </a:cubicBezTo>
                <a:cubicBezTo>
                  <a:pt x="1315498" y="4217575"/>
                  <a:pt x="1317879" y="4223290"/>
                  <a:pt x="1315784" y="4228243"/>
                </a:cubicBezTo>
                <a:cubicBezTo>
                  <a:pt x="1314736" y="4230624"/>
                  <a:pt x="1312831" y="4232529"/>
                  <a:pt x="1310450" y="4233482"/>
                </a:cubicBezTo>
                <a:cubicBezTo>
                  <a:pt x="1308068" y="4234434"/>
                  <a:pt x="1305401" y="4234434"/>
                  <a:pt x="1302925" y="4233482"/>
                </a:cubicBezTo>
                <a:close/>
                <a:moveTo>
                  <a:pt x="372713" y="4530186"/>
                </a:moveTo>
                <a:cubicBezTo>
                  <a:pt x="370523" y="4532567"/>
                  <a:pt x="366808" y="4532757"/>
                  <a:pt x="364331" y="4530567"/>
                </a:cubicBezTo>
                <a:cubicBezTo>
                  <a:pt x="363188" y="4529519"/>
                  <a:pt x="362522" y="4528090"/>
                  <a:pt x="362426" y="4526471"/>
                </a:cubicBezTo>
                <a:cubicBezTo>
                  <a:pt x="362426" y="4524852"/>
                  <a:pt x="362903" y="4523423"/>
                  <a:pt x="363950" y="4522185"/>
                </a:cubicBezTo>
                <a:cubicBezTo>
                  <a:pt x="364998" y="4521042"/>
                  <a:pt x="366427" y="4520375"/>
                  <a:pt x="368046" y="4520279"/>
                </a:cubicBezTo>
                <a:cubicBezTo>
                  <a:pt x="368141" y="4520279"/>
                  <a:pt x="368237" y="4520279"/>
                  <a:pt x="368332" y="4520279"/>
                </a:cubicBezTo>
                <a:cubicBezTo>
                  <a:pt x="369761" y="4520279"/>
                  <a:pt x="371189" y="4520851"/>
                  <a:pt x="372332" y="4521804"/>
                </a:cubicBezTo>
                <a:cubicBezTo>
                  <a:pt x="373475" y="4522851"/>
                  <a:pt x="374142" y="4524280"/>
                  <a:pt x="374237" y="4525899"/>
                </a:cubicBezTo>
                <a:cubicBezTo>
                  <a:pt x="374237" y="4527423"/>
                  <a:pt x="373761" y="4528947"/>
                  <a:pt x="372713" y="4530186"/>
                </a:cubicBezTo>
                <a:close/>
                <a:moveTo>
                  <a:pt x="714756" y="4505992"/>
                </a:moveTo>
                <a:lnTo>
                  <a:pt x="714756" y="4505992"/>
                </a:lnTo>
                <a:cubicBezTo>
                  <a:pt x="712279" y="4505992"/>
                  <a:pt x="709994" y="4505039"/>
                  <a:pt x="708279" y="4503230"/>
                </a:cubicBezTo>
                <a:cubicBezTo>
                  <a:pt x="706565" y="4501515"/>
                  <a:pt x="705612" y="4499134"/>
                  <a:pt x="705612" y="4496657"/>
                </a:cubicBezTo>
                <a:cubicBezTo>
                  <a:pt x="705612" y="4491609"/>
                  <a:pt x="709803" y="4487418"/>
                  <a:pt x="714851" y="4487418"/>
                </a:cubicBezTo>
                <a:lnTo>
                  <a:pt x="714851" y="4487418"/>
                </a:lnTo>
                <a:cubicBezTo>
                  <a:pt x="717328" y="4487418"/>
                  <a:pt x="719614" y="4488371"/>
                  <a:pt x="721424" y="4490180"/>
                </a:cubicBezTo>
                <a:cubicBezTo>
                  <a:pt x="723138" y="4491895"/>
                  <a:pt x="724091" y="4494276"/>
                  <a:pt x="724091" y="4496753"/>
                </a:cubicBezTo>
                <a:cubicBezTo>
                  <a:pt x="724091" y="4501801"/>
                  <a:pt x="719900" y="4505992"/>
                  <a:pt x="714851" y="4505992"/>
                </a:cubicBezTo>
                <a:close/>
                <a:moveTo>
                  <a:pt x="960787" y="4474845"/>
                </a:moveTo>
                <a:cubicBezTo>
                  <a:pt x="960787" y="4459510"/>
                  <a:pt x="973360" y="4447032"/>
                  <a:pt x="988695" y="4447032"/>
                </a:cubicBezTo>
                <a:cubicBezTo>
                  <a:pt x="1004030" y="4447032"/>
                  <a:pt x="1016508" y="4459605"/>
                  <a:pt x="1016508" y="4474940"/>
                </a:cubicBezTo>
                <a:cubicBezTo>
                  <a:pt x="1016508" y="4490276"/>
                  <a:pt x="1003935" y="4502754"/>
                  <a:pt x="988600" y="4502658"/>
                </a:cubicBezTo>
                <a:cubicBezTo>
                  <a:pt x="973265" y="4502658"/>
                  <a:pt x="960787" y="4490085"/>
                  <a:pt x="960787" y="4474750"/>
                </a:cubicBezTo>
                <a:close/>
                <a:moveTo>
                  <a:pt x="1062514" y="4618101"/>
                </a:moveTo>
                <a:lnTo>
                  <a:pt x="1059275" y="4618101"/>
                </a:lnTo>
                <a:lnTo>
                  <a:pt x="1059275" y="4604671"/>
                </a:lnTo>
                <a:lnTo>
                  <a:pt x="1062514" y="4604671"/>
                </a:lnTo>
                <a:lnTo>
                  <a:pt x="1062514" y="4618101"/>
                </a:lnTo>
                <a:close/>
                <a:moveTo>
                  <a:pt x="1120045" y="4532948"/>
                </a:moveTo>
                <a:lnTo>
                  <a:pt x="1118711" y="4532948"/>
                </a:lnTo>
                <a:cubicBezTo>
                  <a:pt x="1117378" y="4532948"/>
                  <a:pt x="1116330" y="4533995"/>
                  <a:pt x="1116330" y="4535329"/>
                </a:cubicBezTo>
                <a:lnTo>
                  <a:pt x="1116330" y="4542092"/>
                </a:lnTo>
                <a:lnTo>
                  <a:pt x="1073849" y="4542092"/>
                </a:lnTo>
                <a:cubicBezTo>
                  <a:pt x="1067943" y="4542092"/>
                  <a:pt x="1063085" y="4546949"/>
                  <a:pt x="1063085" y="4552855"/>
                </a:cubicBezTo>
                <a:cubicBezTo>
                  <a:pt x="1063085" y="4558761"/>
                  <a:pt x="1067943" y="4563618"/>
                  <a:pt x="1073849" y="4563618"/>
                </a:cubicBezTo>
                <a:lnTo>
                  <a:pt x="1111853" y="4563618"/>
                </a:lnTo>
                <a:cubicBezTo>
                  <a:pt x="1115187" y="4563618"/>
                  <a:pt x="1117854" y="4566285"/>
                  <a:pt x="1117854" y="4569619"/>
                </a:cubicBezTo>
                <a:cubicBezTo>
                  <a:pt x="1117854" y="4572953"/>
                  <a:pt x="1115187" y="4575620"/>
                  <a:pt x="1111853" y="4575620"/>
                </a:cubicBezTo>
                <a:lnTo>
                  <a:pt x="1073849" y="4575620"/>
                </a:lnTo>
                <a:cubicBezTo>
                  <a:pt x="1067943" y="4575620"/>
                  <a:pt x="1063085" y="4580478"/>
                  <a:pt x="1063085" y="4586383"/>
                </a:cubicBezTo>
                <a:cubicBezTo>
                  <a:pt x="1063085" y="4592288"/>
                  <a:pt x="1067943" y="4597146"/>
                  <a:pt x="1073849" y="4597146"/>
                </a:cubicBezTo>
                <a:lnTo>
                  <a:pt x="1111853" y="4597146"/>
                </a:lnTo>
                <a:cubicBezTo>
                  <a:pt x="1115187" y="4597146"/>
                  <a:pt x="1117854" y="4599813"/>
                  <a:pt x="1117854" y="4603147"/>
                </a:cubicBezTo>
                <a:cubicBezTo>
                  <a:pt x="1117854" y="4606481"/>
                  <a:pt x="1115187" y="4609148"/>
                  <a:pt x="1111853" y="4609148"/>
                </a:cubicBezTo>
                <a:lnTo>
                  <a:pt x="1067276" y="4609148"/>
                </a:lnTo>
                <a:lnTo>
                  <a:pt x="1067276" y="4602480"/>
                </a:lnTo>
                <a:cubicBezTo>
                  <a:pt x="1067276" y="4601147"/>
                  <a:pt x="1066229" y="4600099"/>
                  <a:pt x="1064895" y="4600099"/>
                </a:cubicBezTo>
                <a:lnTo>
                  <a:pt x="1056894" y="4600099"/>
                </a:lnTo>
                <a:cubicBezTo>
                  <a:pt x="1055561" y="4600099"/>
                  <a:pt x="1054513" y="4601147"/>
                  <a:pt x="1054513" y="4602480"/>
                </a:cubicBezTo>
                <a:lnTo>
                  <a:pt x="1054513" y="4608386"/>
                </a:lnTo>
                <a:lnTo>
                  <a:pt x="1018794" y="4608576"/>
                </a:lnTo>
                <a:lnTo>
                  <a:pt x="989076" y="4574667"/>
                </a:lnTo>
                <a:lnTo>
                  <a:pt x="989076" y="4510088"/>
                </a:lnTo>
                <a:cubicBezTo>
                  <a:pt x="1006507" y="4509897"/>
                  <a:pt x="1020890" y="4496753"/>
                  <a:pt x="1023176" y="4479703"/>
                </a:cubicBezTo>
                <a:lnTo>
                  <a:pt x="1102043" y="4479989"/>
                </a:lnTo>
                <a:lnTo>
                  <a:pt x="1120045" y="4497134"/>
                </a:lnTo>
                <a:lnTo>
                  <a:pt x="1120045" y="4533138"/>
                </a:lnTo>
                <a:close/>
                <a:moveTo>
                  <a:pt x="1124236" y="4551140"/>
                </a:moveTo>
                <a:lnTo>
                  <a:pt x="1120997" y="4551140"/>
                </a:lnTo>
                <a:lnTo>
                  <a:pt x="1120997" y="4537710"/>
                </a:lnTo>
                <a:lnTo>
                  <a:pt x="1124236" y="4537710"/>
                </a:lnTo>
                <a:lnTo>
                  <a:pt x="1124236" y="4551140"/>
                </a:lnTo>
                <a:close/>
                <a:moveTo>
                  <a:pt x="1144619" y="4551140"/>
                </a:moveTo>
                <a:lnTo>
                  <a:pt x="1141381" y="4551140"/>
                </a:lnTo>
                <a:lnTo>
                  <a:pt x="1141381" y="4537615"/>
                </a:lnTo>
                <a:lnTo>
                  <a:pt x="1144619" y="4537615"/>
                </a:lnTo>
                <a:lnTo>
                  <a:pt x="1144619" y="4551140"/>
                </a:lnTo>
                <a:close/>
                <a:moveTo>
                  <a:pt x="1206341" y="4618101"/>
                </a:moveTo>
                <a:lnTo>
                  <a:pt x="1203103" y="4618101"/>
                </a:lnTo>
                <a:lnTo>
                  <a:pt x="1203103" y="4604576"/>
                </a:lnTo>
                <a:lnTo>
                  <a:pt x="1206341" y="4604576"/>
                </a:lnTo>
                <a:lnTo>
                  <a:pt x="1206341" y="4618101"/>
                </a:lnTo>
                <a:close/>
                <a:moveTo>
                  <a:pt x="1569244" y="4640199"/>
                </a:moveTo>
                <a:cubicBezTo>
                  <a:pt x="1569244" y="4641437"/>
                  <a:pt x="1568196" y="4642485"/>
                  <a:pt x="1566958" y="4642485"/>
                </a:cubicBezTo>
                <a:lnTo>
                  <a:pt x="1557909" y="4642485"/>
                </a:lnTo>
                <a:cubicBezTo>
                  <a:pt x="1556671" y="4642485"/>
                  <a:pt x="1555623" y="4641437"/>
                  <a:pt x="1555623" y="4640199"/>
                </a:cubicBezTo>
                <a:lnTo>
                  <a:pt x="1555623" y="4631151"/>
                </a:lnTo>
                <a:cubicBezTo>
                  <a:pt x="1555623" y="4629912"/>
                  <a:pt x="1556671" y="4628864"/>
                  <a:pt x="1557909" y="4628864"/>
                </a:cubicBezTo>
                <a:lnTo>
                  <a:pt x="1566958" y="4628864"/>
                </a:lnTo>
                <a:cubicBezTo>
                  <a:pt x="1568196" y="4628864"/>
                  <a:pt x="1569244" y="4629912"/>
                  <a:pt x="1569244" y="4631151"/>
                </a:cubicBezTo>
                <a:lnTo>
                  <a:pt x="1569244" y="4640199"/>
                </a:lnTo>
                <a:close/>
                <a:moveTo>
                  <a:pt x="1288542" y="4649438"/>
                </a:moveTo>
                <a:cubicBezTo>
                  <a:pt x="1287590" y="4651344"/>
                  <a:pt x="1286066" y="4652772"/>
                  <a:pt x="1284065" y="4653439"/>
                </a:cubicBezTo>
                <a:cubicBezTo>
                  <a:pt x="1279970" y="4654963"/>
                  <a:pt x="1275493" y="4652677"/>
                  <a:pt x="1274064" y="4648581"/>
                </a:cubicBezTo>
                <a:cubicBezTo>
                  <a:pt x="1272635" y="4644486"/>
                  <a:pt x="1274826" y="4640009"/>
                  <a:pt x="1278922" y="4638580"/>
                </a:cubicBezTo>
                <a:cubicBezTo>
                  <a:pt x="1279779" y="4638294"/>
                  <a:pt x="1280636" y="4638104"/>
                  <a:pt x="1281494" y="4638104"/>
                </a:cubicBezTo>
                <a:cubicBezTo>
                  <a:pt x="1284732" y="4638104"/>
                  <a:pt x="1287780" y="4640104"/>
                  <a:pt x="1288923" y="4643343"/>
                </a:cubicBezTo>
                <a:cubicBezTo>
                  <a:pt x="1289590" y="4645343"/>
                  <a:pt x="1289495" y="4647438"/>
                  <a:pt x="1288542" y="4649343"/>
                </a:cubicBezTo>
                <a:close/>
                <a:moveTo>
                  <a:pt x="1569244" y="4675537"/>
                </a:moveTo>
                <a:cubicBezTo>
                  <a:pt x="1569244" y="4676775"/>
                  <a:pt x="1568196" y="4677823"/>
                  <a:pt x="1566958" y="4677823"/>
                </a:cubicBezTo>
                <a:lnTo>
                  <a:pt x="1557909" y="4677823"/>
                </a:lnTo>
                <a:cubicBezTo>
                  <a:pt x="1556671" y="4677823"/>
                  <a:pt x="1555623" y="4676775"/>
                  <a:pt x="1555623" y="4675537"/>
                </a:cubicBezTo>
                <a:lnTo>
                  <a:pt x="1555623" y="4666488"/>
                </a:lnTo>
                <a:cubicBezTo>
                  <a:pt x="1555623" y="4665250"/>
                  <a:pt x="1556671" y="4664202"/>
                  <a:pt x="1557909" y="4664202"/>
                </a:cubicBezTo>
                <a:lnTo>
                  <a:pt x="1566958" y="4664202"/>
                </a:lnTo>
                <a:cubicBezTo>
                  <a:pt x="1568196" y="4664202"/>
                  <a:pt x="1569244" y="4665250"/>
                  <a:pt x="1569244" y="4666488"/>
                </a:cubicBezTo>
                <a:lnTo>
                  <a:pt x="1569244" y="4675537"/>
                </a:lnTo>
                <a:close/>
                <a:moveTo>
                  <a:pt x="1569244" y="4710779"/>
                </a:moveTo>
                <a:cubicBezTo>
                  <a:pt x="1569244" y="4712018"/>
                  <a:pt x="1568196" y="4713065"/>
                  <a:pt x="1566958" y="4713065"/>
                </a:cubicBezTo>
                <a:lnTo>
                  <a:pt x="1557909" y="4713065"/>
                </a:lnTo>
                <a:cubicBezTo>
                  <a:pt x="1556671" y="4713065"/>
                  <a:pt x="1555623" y="4712018"/>
                  <a:pt x="1555623" y="4710779"/>
                </a:cubicBezTo>
                <a:lnTo>
                  <a:pt x="1555623" y="4701731"/>
                </a:lnTo>
                <a:cubicBezTo>
                  <a:pt x="1555623" y="4700493"/>
                  <a:pt x="1556671" y="4699445"/>
                  <a:pt x="1557909" y="4699445"/>
                </a:cubicBezTo>
                <a:lnTo>
                  <a:pt x="1566958" y="4699445"/>
                </a:lnTo>
                <a:cubicBezTo>
                  <a:pt x="1568196" y="4699445"/>
                  <a:pt x="1569244" y="4700493"/>
                  <a:pt x="1569244" y="4701731"/>
                </a:cubicBezTo>
                <a:lnTo>
                  <a:pt x="1569244" y="4710779"/>
                </a:lnTo>
                <a:close/>
                <a:moveTo>
                  <a:pt x="1757458" y="5035106"/>
                </a:moveTo>
                <a:cubicBezTo>
                  <a:pt x="1761363" y="5035106"/>
                  <a:pt x="1764792" y="5038058"/>
                  <a:pt x="1765268" y="5041964"/>
                </a:cubicBezTo>
                <a:cubicBezTo>
                  <a:pt x="1765840" y="5046250"/>
                  <a:pt x="1762792" y="5050251"/>
                  <a:pt x="1758410" y="5050727"/>
                </a:cubicBezTo>
                <a:cubicBezTo>
                  <a:pt x="1756315" y="5051013"/>
                  <a:pt x="1754219" y="5050441"/>
                  <a:pt x="1752600" y="5049108"/>
                </a:cubicBezTo>
                <a:cubicBezTo>
                  <a:pt x="1750981" y="5047869"/>
                  <a:pt x="1749838" y="5045964"/>
                  <a:pt x="1749647" y="5043869"/>
                </a:cubicBezTo>
                <a:cubicBezTo>
                  <a:pt x="1749362" y="5041773"/>
                  <a:pt x="1749933" y="5039678"/>
                  <a:pt x="1751267" y="5038058"/>
                </a:cubicBezTo>
                <a:cubicBezTo>
                  <a:pt x="1752505" y="5036439"/>
                  <a:pt x="1754410" y="5035296"/>
                  <a:pt x="1756505" y="5035106"/>
                </a:cubicBezTo>
                <a:cubicBezTo>
                  <a:pt x="1756886" y="5035106"/>
                  <a:pt x="1757172" y="5035106"/>
                  <a:pt x="1757458" y="5035106"/>
                </a:cubicBezTo>
                <a:close/>
                <a:moveTo>
                  <a:pt x="1804226" y="5073206"/>
                </a:moveTo>
                <a:cubicBezTo>
                  <a:pt x="1808131" y="5073206"/>
                  <a:pt x="1811560" y="5076158"/>
                  <a:pt x="1812036" y="5080064"/>
                </a:cubicBezTo>
                <a:cubicBezTo>
                  <a:pt x="1812607" y="5084350"/>
                  <a:pt x="1809560" y="5088351"/>
                  <a:pt x="1805178" y="5088827"/>
                </a:cubicBezTo>
                <a:cubicBezTo>
                  <a:pt x="1800892" y="5089494"/>
                  <a:pt x="1796891" y="5086350"/>
                  <a:pt x="1796320" y="5082064"/>
                </a:cubicBezTo>
                <a:cubicBezTo>
                  <a:pt x="1796034" y="5079969"/>
                  <a:pt x="1796606" y="5077873"/>
                  <a:pt x="1797939" y="5076254"/>
                </a:cubicBezTo>
                <a:cubicBezTo>
                  <a:pt x="1799273" y="5074635"/>
                  <a:pt x="1801082" y="5073492"/>
                  <a:pt x="1803178" y="5073301"/>
                </a:cubicBezTo>
                <a:cubicBezTo>
                  <a:pt x="1803559" y="5073301"/>
                  <a:pt x="1803845" y="5073301"/>
                  <a:pt x="1804130" y="5073301"/>
                </a:cubicBezTo>
                <a:close/>
                <a:moveTo>
                  <a:pt x="1742503" y="4819650"/>
                </a:moveTo>
                <a:cubicBezTo>
                  <a:pt x="1742503" y="4820603"/>
                  <a:pt x="1741742" y="4821460"/>
                  <a:pt x="1740694" y="4821460"/>
                </a:cubicBezTo>
                <a:lnTo>
                  <a:pt x="1713833" y="4821460"/>
                </a:lnTo>
                <a:cubicBezTo>
                  <a:pt x="1712881" y="4821460"/>
                  <a:pt x="1712024" y="4820698"/>
                  <a:pt x="1712024" y="4819650"/>
                </a:cubicBezTo>
                <a:lnTo>
                  <a:pt x="1712024" y="4818888"/>
                </a:lnTo>
                <a:lnTo>
                  <a:pt x="1742408" y="4818888"/>
                </a:lnTo>
                <a:lnTo>
                  <a:pt x="1742408" y="4819650"/>
                </a:lnTo>
                <a:close/>
                <a:moveTo>
                  <a:pt x="1740694" y="4813173"/>
                </a:moveTo>
                <a:cubicBezTo>
                  <a:pt x="1741646" y="4813173"/>
                  <a:pt x="1742503" y="4813935"/>
                  <a:pt x="1742503" y="4814983"/>
                </a:cubicBezTo>
                <a:lnTo>
                  <a:pt x="1742503" y="4815459"/>
                </a:lnTo>
                <a:lnTo>
                  <a:pt x="1712119" y="4815459"/>
                </a:lnTo>
                <a:lnTo>
                  <a:pt x="1712119" y="4814983"/>
                </a:lnTo>
                <a:cubicBezTo>
                  <a:pt x="1712119" y="4814030"/>
                  <a:pt x="1712881" y="4813173"/>
                  <a:pt x="1713928" y="4813173"/>
                </a:cubicBezTo>
                <a:lnTo>
                  <a:pt x="1740789" y="4813173"/>
                </a:lnTo>
                <a:close/>
                <a:moveTo>
                  <a:pt x="1728311" y="4746022"/>
                </a:moveTo>
                <a:lnTo>
                  <a:pt x="1728311" y="4711637"/>
                </a:lnTo>
                <a:cubicBezTo>
                  <a:pt x="1728311" y="4711637"/>
                  <a:pt x="1770698" y="4711732"/>
                  <a:pt x="1770698" y="4711732"/>
                </a:cubicBezTo>
                <a:lnTo>
                  <a:pt x="1770698" y="4746022"/>
                </a:lnTo>
                <a:lnTo>
                  <a:pt x="1728311" y="4746022"/>
                </a:lnTo>
                <a:close/>
                <a:moveTo>
                  <a:pt x="1781461" y="4801934"/>
                </a:moveTo>
                <a:cubicBezTo>
                  <a:pt x="1782128" y="4801934"/>
                  <a:pt x="1782604" y="4802505"/>
                  <a:pt x="1782604" y="4803077"/>
                </a:cubicBezTo>
                <a:lnTo>
                  <a:pt x="1782604" y="4818698"/>
                </a:lnTo>
                <a:cubicBezTo>
                  <a:pt x="1782604" y="4819364"/>
                  <a:pt x="1782032" y="4819841"/>
                  <a:pt x="1781461" y="4819841"/>
                </a:cubicBezTo>
                <a:lnTo>
                  <a:pt x="1765840" y="4819841"/>
                </a:lnTo>
                <a:cubicBezTo>
                  <a:pt x="1765173" y="4819841"/>
                  <a:pt x="1764697" y="4819269"/>
                  <a:pt x="1764697" y="4818698"/>
                </a:cubicBezTo>
                <a:lnTo>
                  <a:pt x="1764697" y="4803077"/>
                </a:lnTo>
                <a:cubicBezTo>
                  <a:pt x="1764697" y="4802410"/>
                  <a:pt x="1765268" y="4801934"/>
                  <a:pt x="1765840" y="4801934"/>
                </a:cubicBezTo>
                <a:lnTo>
                  <a:pt x="1781461" y="4801934"/>
                </a:lnTo>
                <a:close/>
                <a:moveTo>
                  <a:pt x="1836992" y="4819460"/>
                </a:moveTo>
                <a:cubicBezTo>
                  <a:pt x="1836992" y="4820412"/>
                  <a:pt x="1836230" y="4821270"/>
                  <a:pt x="1835182" y="4821270"/>
                </a:cubicBezTo>
                <a:lnTo>
                  <a:pt x="1808417" y="4821270"/>
                </a:lnTo>
                <a:cubicBezTo>
                  <a:pt x="1807464" y="4821270"/>
                  <a:pt x="1806607" y="4820507"/>
                  <a:pt x="1806607" y="4819460"/>
                </a:cubicBezTo>
                <a:lnTo>
                  <a:pt x="1806607" y="4818793"/>
                </a:lnTo>
                <a:lnTo>
                  <a:pt x="1836992" y="4818793"/>
                </a:lnTo>
                <a:lnTo>
                  <a:pt x="1836992" y="4819460"/>
                </a:lnTo>
                <a:close/>
                <a:moveTo>
                  <a:pt x="1835277" y="4813269"/>
                </a:moveTo>
                <a:cubicBezTo>
                  <a:pt x="1836230" y="4813269"/>
                  <a:pt x="1837087" y="4814030"/>
                  <a:pt x="1837087" y="4815078"/>
                </a:cubicBezTo>
                <a:lnTo>
                  <a:pt x="1837087" y="4815459"/>
                </a:lnTo>
                <a:lnTo>
                  <a:pt x="1806702" y="4815459"/>
                </a:lnTo>
                <a:lnTo>
                  <a:pt x="1806702" y="4815078"/>
                </a:lnTo>
                <a:cubicBezTo>
                  <a:pt x="1806702" y="4814126"/>
                  <a:pt x="1807464" y="4813269"/>
                  <a:pt x="1808512" y="4813269"/>
                </a:cubicBezTo>
                <a:lnTo>
                  <a:pt x="1835277" y="4813269"/>
                </a:lnTo>
                <a:close/>
                <a:moveTo>
                  <a:pt x="2936748" y="5096351"/>
                </a:moveTo>
                <a:lnTo>
                  <a:pt x="3036284" y="4970526"/>
                </a:lnTo>
                <a:cubicBezTo>
                  <a:pt x="3037713" y="4971098"/>
                  <a:pt x="3039237" y="4971479"/>
                  <a:pt x="3040761" y="4971479"/>
                </a:cubicBezTo>
                <a:cubicBezTo>
                  <a:pt x="3042666" y="4971479"/>
                  <a:pt x="3044571" y="4971098"/>
                  <a:pt x="3046381" y="4970145"/>
                </a:cubicBezTo>
                <a:cubicBezTo>
                  <a:pt x="3052572" y="4967002"/>
                  <a:pt x="3055144" y="4959477"/>
                  <a:pt x="3052001" y="4953191"/>
                </a:cubicBezTo>
                <a:cubicBezTo>
                  <a:pt x="3048857" y="4946999"/>
                  <a:pt x="3041333" y="4944428"/>
                  <a:pt x="3035046" y="4947571"/>
                </a:cubicBezTo>
                <a:cubicBezTo>
                  <a:pt x="3032093" y="4949000"/>
                  <a:pt x="3029998" y="4951572"/>
                  <a:pt x="3028950" y="4954429"/>
                </a:cubicBezTo>
                <a:lnTo>
                  <a:pt x="2977705" y="4954429"/>
                </a:lnTo>
                <a:lnTo>
                  <a:pt x="2933700" y="4911757"/>
                </a:lnTo>
                <a:lnTo>
                  <a:pt x="2933700" y="4850987"/>
                </a:lnTo>
                <a:cubicBezTo>
                  <a:pt x="2934748" y="4850606"/>
                  <a:pt x="2935891" y="4850130"/>
                  <a:pt x="2936938" y="4849463"/>
                </a:cubicBezTo>
                <a:cubicBezTo>
                  <a:pt x="2939605" y="4847654"/>
                  <a:pt x="2941415" y="4844892"/>
                  <a:pt x="2942082" y="4841653"/>
                </a:cubicBezTo>
                <a:cubicBezTo>
                  <a:pt x="2942654" y="4838510"/>
                  <a:pt x="2942082" y="4835271"/>
                  <a:pt x="2940177" y="4832509"/>
                </a:cubicBezTo>
                <a:cubicBezTo>
                  <a:pt x="2938558" y="4830128"/>
                  <a:pt x="2936177" y="4828604"/>
                  <a:pt x="2933510" y="4827842"/>
                </a:cubicBezTo>
                <a:lnTo>
                  <a:pt x="2933795" y="4827842"/>
                </a:lnTo>
                <a:lnTo>
                  <a:pt x="2933795" y="4778407"/>
                </a:lnTo>
                <a:cubicBezTo>
                  <a:pt x="2933795" y="4778407"/>
                  <a:pt x="2945035" y="4778407"/>
                  <a:pt x="2945035" y="4778407"/>
                </a:cubicBezTo>
                <a:lnTo>
                  <a:pt x="2945035" y="4768692"/>
                </a:lnTo>
                <a:lnTo>
                  <a:pt x="2933795" y="4768692"/>
                </a:lnTo>
                <a:lnTo>
                  <a:pt x="2933795" y="4720114"/>
                </a:lnTo>
                <a:cubicBezTo>
                  <a:pt x="2933795" y="4720114"/>
                  <a:pt x="2944844" y="4720114"/>
                  <a:pt x="2944844" y="4720114"/>
                </a:cubicBezTo>
                <a:lnTo>
                  <a:pt x="2944844" y="4710398"/>
                </a:lnTo>
                <a:lnTo>
                  <a:pt x="2933700" y="4710398"/>
                </a:lnTo>
                <a:lnTo>
                  <a:pt x="2933700" y="4630198"/>
                </a:lnTo>
                <a:cubicBezTo>
                  <a:pt x="2933700" y="4630198"/>
                  <a:pt x="2944940" y="4630198"/>
                  <a:pt x="2944940" y="4630198"/>
                </a:cubicBezTo>
                <a:lnTo>
                  <a:pt x="2944940" y="4620482"/>
                </a:lnTo>
                <a:lnTo>
                  <a:pt x="2915412" y="4620482"/>
                </a:lnTo>
                <a:lnTo>
                  <a:pt x="2915412" y="4630198"/>
                </a:lnTo>
                <a:lnTo>
                  <a:pt x="2926556" y="4630198"/>
                </a:lnTo>
                <a:lnTo>
                  <a:pt x="2926556" y="4710398"/>
                </a:lnTo>
                <a:cubicBezTo>
                  <a:pt x="2926556" y="4710398"/>
                  <a:pt x="2915317" y="4710398"/>
                  <a:pt x="2915317" y="4710398"/>
                </a:cubicBezTo>
                <a:lnTo>
                  <a:pt x="2915317" y="4720114"/>
                </a:lnTo>
                <a:lnTo>
                  <a:pt x="2926556" y="4720114"/>
                </a:lnTo>
                <a:lnTo>
                  <a:pt x="2926556" y="4768692"/>
                </a:lnTo>
                <a:cubicBezTo>
                  <a:pt x="2926556" y="4768692"/>
                  <a:pt x="2915412" y="4768692"/>
                  <a:pt x="2915412" y="4768692"/>
                </a:cubicBezTo>
                <a:lnTo>
                  <a:pt x="2915412" y="4778407"/>
                </a:lnTo>
                <a:lnTo>
                  <a:pt x="2926556" y="4778407"/>
                </a:lnTo>
                <a:lnTo>
                  <a:pt x="2926556" y="4827842"/>
                </a:lnTo>
                <a:lnTo>
                  <a:pt x="2926652" y="4827842"/>
                </a:lnTo>
                <a:cubicBezTo>
                  <a:pt x="2922461" y="4829080"/>
                  <a:pt x="2919032" y="4832509"/>
                  <a:pt x="2918174" y="4837081"/>
                </a:cubicBezTo>
                <a:cubicBezTo>
                  <a:pt x="2917603" y="4840224"/>
                  <a:pt x="2918174" y="4843463"/>
                  <a:pt x="2920079" y="4846225"/>
                </a:cubicBezTo>
                <a:cubicBezTo>
                  <a:pt x="2921603" y="4848511"/>
                  <a:pt x="2923985" y="4850035"/>
                  <a:pt x="2926556" y="4850797"/>
                </a:cubicBezTo>
                <a:lnTo>
                  <a:pt x="2926556" y="4914805"/>
                </a:lnTo>
                <a:cubicBezTo>
                  <a:pt x="2926556" y="4914805"/>
                  <a:pt x="2974848" y="4961573"/>
                  <a:pt x="2974848" y="4961573"/>
                </a:cubicBezTo>
                <a:lnTo>
                  <a:pt x="3028664" y="4961573"/>
                </a:lnTo>
                <a:cubicBezTo>
                  <a:pt x="3028855" y="4962525"/>
                  <a:pt x="3028950" y="4963573"/>
                  <a:pt x="3029426" y="4964430"/>
                </a:cubicBezTo>
                <a:cubicBezTo>
                  <a:pt x="3030093" y="4965859"/>
                  <a:pt x="3031141" y="4967002"/>
                  <a:pt x="3032188" y="4967954"/>
                </a:cubicBezTo>
                <a:lnTo>
                  <a:pt x="2932462" y="5093970"/>
                </a:lnTo>
                <a:lnTo>
                  <a:pt x="2931986" y="5094637"/>
                </a:lnTo>
                <a:lnTo>
                  <a:pt x="2931986" y="5143595"/>
                </a:lnTo>
                <a:lnTo>
                  <a:pt x="2936748" y="5143595"/>
                </a:lnTo>
                <a:lnTo>
                  <a:pt x="2936748" y="5096351"/>
                </a:lnTo>
                <a:close/>
                <a:moveTo>
                  <a:pt x="2928747" y="4846511"/>
                </a:moveTo>
                <a:cubicBezTo>
                  <a:pt x="2926842" y="4846130"/>
                  <a:pt x="2925128" y="4845082"/>
                  <a:pt x="2924080" y="4843463"/>
                </a:cubicBezTo>
                <a:cubicBezTo>
                  <a:pt x="2922937" y="4841844"/>
                  <a:pt x="2922556" y="4839843"/>
                  <a:pt x="2922937" y="4837938"/>
                </a:cubicBezTo>
                <a:cubicBezTo>
                  <a:pt x="2923604" y="4834414"/>
                  <a:pt x="2926747" y="4831937"/>
                  <a:pt x="2930176" y="4831937"/>
                </a:cubicBezTo>
                <a:cubicBezTo>
                  <a:pt x="2930652" y="4831937"/>
                  <a:pt x="2931128" y="4831937"/>
                  <a:pt x="2931605" y="4832033"/>
                </a:cubicBezTo>
                <a:cubicBezTo>
                  <a:pt x="2933510" y="4832414"/>
                  <a:pt x="2935224" y="4833462"/>
                  <a:pt x="2936272" y="4835081"/>
                </a:cubicBezTo>
                <a:cubicBezTo>
                  <a:pt x="2937415" y="4836700"/>
                  <a:pt x="2937796" y="4838700"/>
                  <a:pt x="2937415" y="4840605"/>
                </a:cubicBezTo>
                <a:cubicBezTo>
                  <a:pt x="2937034" y="4842510"/>
                  <a:pt x="2935986" y="4844225"/>
                  <a:pt x="2934272" y="4845368"/>
                </a:cubicBezTo>
                <a:cubicBezTo>
                  <a:pt x="2932652" y="4846511"/>
                  <a:pt x="2930652" y="4846892"/>
                  <a:pt x="2928747" y="4846511"/>
                </a:cubicBezTo>
                <a:lnTo>
                  <a:pt x="2928747" y="4846511"/>
                </a:lnTo>
                <a:close/>
                <a:moveTo>
                  <a:pt x="3033236" y="4956239"/>
                </a:moveTo>
                <a:cubicBezTo>
                  <a:pt x="3033903" y="4954238"/>
                  <a:pt x="3035332" y="4952619"/>
                  <a:pt x="3037142" y="4951667"/>
                </a:cubicBezTo>
                <a:cubicBezTo>
                  <a:pt x="3039047" y="4950714"/>
                  <a:pt x="3041142" y="4950619"/>
                  <a:pt x="3043142" y="4951286"/>
                </a:cubicBezTo>
                <a:cubicBezTo>
                  <a:pt x="3045143" y="4951953"/>
                  <a:pt x="3046762" y="4953382"/>
                  <a:pt x="3047714" y="4955191"/>
                </a:cubicBezTo>
                <a:cubicBezTo>
                  <a:pt x="3048667" y="4957096"/>
                  <a:pt x="3048762" y="4959192"/>
                  <a:pt x="3048095" y="4961192"/>
                </a:cubicBezTo>
                <a:cubicBezTo>
                  <a:pt x="3047429" y="4963192"/>
                  <a:pt x="3046000" y="4964811"/>
                  <a:pt x="3044190" y="4965764"/>
                </a:cubicBezTo>
                <a:cubicBezTo>
                  <a:pt x="3040285" y="4967669"/>
                  <a:pt x="3035618" y="4966145"/>
                  <a:pt x="3033617" y="4962240"/>
                </a:cubicBezTo>
                <a:cubicBezTo>
                  <a:pt x="3032665" y="4960335"/>
                  <a:pt x="3032570" y="4958239"/>
                  <a:pt x="3033236" y="4956239"/>
                </a:cubicBezTo>
                <a:close/>
                <a:moveTo>
                  <a:pt x="2866549" y="5143595"/>
                </a:moveTo>
                <a:lnTo>
                  <a:pt x="2866549" y="5092446"/>
                </a:lnTo>
                <a:cubicBezTo>
                  <a:pt x="2866549" y="5092446"/>
                  <a:pt x="2766346" y="4965764"/>
                  <a:pt x="2766346" y="4965764"/>
                </a:cubicBezTo>
                <a:cubicBezTo>
                  <a:pt x="2767394" y="4964716"/>
                  <a:pt x="2768442" y="4963573"/>
                  <a:pt x="2769108" y="4962240"/>
                </a:cubicBezTo>
                <a:cubicBezTo>
                  <a:pt x="2769394" y="4961573"/>
                  <a:pt x="2769489" y="4960906"/>
                  <a:pt x="2769680" y="4960144"/>
                </a:cubicBezTo>
                <a:lnTo>
                  <a:pt x="2828544" y="4960144"/>
                </a:lnTo>
                <a:lnTo>
                  <a:pt x="2882551" y="4908233"/>
                </a:lnTo>
                <a:lnTo>
                  <a:pt x="2882551" y="4850797"/>
                </a:lnTo>
                <a:cubicBezTo>
                  <a:pt x="2886742" y="4849463"/>
                  <a:pt x="2890076" y="4846130"/>
                  <a:pt x="2890933" y="4841558"/>
                </a:cubicBezTo>
                <a:cubicBezTo>
                  <a:pt x="2891504" y="4838414"/>
                  <a:pt x="2890933" y="4835176"/>
                  <a:pt x="2889028" y="4832414"/>
                </a:cubicBezTo>
                <a:cubicBezTo>
                  <a:pt x="2887409" y="4830032"/>
                  <a:pt x="2885027" y="4828509"/>
                  <a:pt x="2882360" y="4827746"/>
                </a:cubicBezTo>
                <a:lnTo>
                  <a:pt x="2882742" y="4827746"/>
                </a:lnTo>
                <a:lnTo>
                  <a:pt x="2882742" y="4815173"/>
                </a:lnTo>
                <a:cubicBezTo>
                  <a:pt x="2882742" y="4815173"/>
                  <a:pt x="2893981" y="4815173"/>
                  <a:pt x="2893981" y="4815173"/>
                </a:cubicBezTo>
                <a:lnTo>
                  <a:pt x="2893981" y="4805458"/>
                </a:lnTo>
                <a:lnTo>
                  <a:pt x="2882742" y="4805458"/>
                </a:lnTo>
                <a:lnTo>
                  <a:pt x="2882742" y="4720019"/>
                </a:lnTo>
                <a:cubicBezTo>
                  <a:pt x="2882742" y="4720019"/>
                  <a:pt x="2893790" y="4720019"/>
                  <a:pt x="2893790" y="4720019"/>
                </a:cubicBezTo>
                <a:lnTo>
                  <a:pt x="2893790" y="4710303"/>
                </a:lnTo>
                <a:lnTo>
                  <a:pt x="2882646" y="4710303"/>
                </a:lnTo>
                <a:lnTo>
                  <a:pt x="2882646" y="4630103"/>
                </a:lnTo>
                <a:cubicBezTo>
                  <a:pt x="2882646" y="4630103"/>
                  <a:pt x="2893886" y="4630103"/>
                  <a:pt x="2893886" y="4630103"/>
                </a:cubicBezTo>
                <a:lnTo>
                  <a:pt x="2893886" y="4620387"/>
                </a:lnTo>
                <a:lnTo>
                  <a:pt x="2864358" y="4620387"/>
                </a:lnTo>
                <a:lnTo>
                  <a:pt x="2864358" y="4630103"/>
                </a:lnTo>
                <a:lnTo>
                  <a:pt x="2875502" y="4630103"/>
                </a:lnTo>
                <a:lnTo>
                  <a:pt x="2875502" y="4710303"/>
                </a:lnTo>
                <a:cubicBezTo>
                  <a:pt x="2875502" y="4710303"/>
                  <a:pt x="2864263" y="4710303"/>
                  <a:pt x="2864263" y="4710303"/>
                </a:cubicBezTo>
                <a:lnTo>
                  <a:pt x="2864263" y="4720019"/>
                </a:lnTo>
                <a:lnTo>
                  <a:pt x="2875502" y="4720019"/>
                </a:lnTo>
                <a:lnTo>
                  <a:pt x="2875502" y="4805458"/>
                </a:lnTo>
                <a:cubicBezTo>
                  <a:pt x="2875502" y="4805458"/>
                  <a:pt x="2864358" y="4805458"/>
                  <a:pt x="2864358" y="4805458"/>
                </a:cubicBezTo>
                <a:lnTo>
                  <a:pt x="2864358" y="4815173"/>
                </a:lnTo>
                <a:lnTo>
                  <a:pt x="2875598" y="4815173"/>
                </a:lnTo>
                <a:lnTo>
                  <a:pt x="2875598" y="4827746"/>
                </a:lnTo>
                <a:cubicBezTo>
                  <a:pt x="2871407" y="4828985"/>
                  <a:pt x="2867978" y="4832414"/>
                  <a:pt x="2867120" y="4836986"/>
                </a:cubicBezTo>
                <a:cubicBezTo>
                  <a:pt x="2866549" y="4840224"/>
                  <a:pt x="2867120" y="4843368"/>
                  <a:pt x="2869025" y="4846130"/>
                </a:cubicBezTo>
                <a:cubicBezTo>
                  <a:pt x="2870549" y="4848416"/>
                  <a:pt x="2872930" y="4849845"/>
                  <a:pt x="2875502" y="4850702"/>
                </a:cubicBezTo>
                <a:lnTo>
                  <a:pt x="2875502" y="4905184"/>
                </a:lnTo>
                <a:cubicBezTo>
                  <a:pt x="2875502" y="4905184"/>
                  <a:pt x="2825687" y="4953000"/>
                  <a:pt x="2825687" y="4953000"/>
                </a:cubicBezTo>
                <a:lnTo>
                  <a:pt x="2769870" y="4953000"/>
                </a:lnTo>
                <a:cubicBezTo>
                  <a:pt x="2768918" y="4949762"/>
                  <a:pt x="2766727" y="4946904"/>
                  <a:pt x="2763488" y="4945285"/>
                </a:cubicBezTo>
                <a:cubicBezTo>
                  <a:pt x="2757297" y="4942142"/>
                  <a:pt x="2749677" y="4944713"/>
                  <a:pt x="2746534" y="4950905"/>
                </a:cubicBezTo>
                <a:cubicBezTo>
                  <a:pt x="2743391" y="4957096"/>
                  <a:pt x="2745962" y="4964716"/>
                  <a:pt x="2752154" y="4967859"/>
                </a:cubicBezTo>
                <a:cubicBezTo>
                  <a:pt x="2753963" y="4968717"/>
                  <a:pt x="2755868" y="4969193"/>
                  <a:pt x="2757773" y="4969193"/>
                </a:cubicBezTo>
                <a:cubicBezTo>
                  <a:pt x="2759297" y="4969193"/>
                  <a:pt x="2760821" y="4968812"/>
                  <a:pt x="2762250" y="4968241"/>
                </a:cubicBezTo>
                <a:lnTo>
                  <a:pt x="2861786" y="5094065"/>
                </a:lnTo>
                <a:lnTo>
                  <a:pt x="2861786" y="5143595"/>
                </a:lnTo>
                <a:cubicBezTo>
                  <a:pt x="2861786" y="5143595"/>
                  <a:pt x="2866549" y="5143595"/>
                  <a:pt x="2866549" y="5143595"/>
                </a:cubicBezTo>
                <a:close/>
                <a:moveTo>
                  <a:pt x="2872930" y="4843463"/>
                </a:moveTo>
                <a:cubicBezTo>
                  <a:pt x="2871788" y="4841844"/>
                  <a:pt x="2871407" y="4839843"/>
                  <a:pt x="2871788" y="4837938"/>
                </a:cubicBezTo>
                <a:cubicBezTo>
                  <a:pt x="2872454" y="4834414"/>
                  <a:pt x="2875598" y="4831937"/>
                  <a:pt x="2879027" y="4831937"/>
                </a:cubicBezTo>
                <a:cubicBezTo>
                  <a:pt x="2879503" y="4831937"/>
                  <a:pt x="2879979" y="4831937"/>
                  <a:pt x="2880455" y="4832033"/>
                </a:cubicBezTo>
                <a:cubicBezTo>
                  <a:pt x="2882360" y="4832414"/>
                  <a:pt x="2884075" y="4833462"/>
                  <a:pt x="2885123" y="4835081"/>
                </a:cubicBezTo>
                <a:cubicBezTo>
                  <a:pt x="2886266" y="4836700"/>
                  <a:pt x="2886647" y="4838700"/>
                  <a:pt x="2886266" y="4840605"/>
                </a:cubicBezTo>
                <a:cubicBezTo>
                  <a:pt x="2885504" y="4844606"/>
                  <a:pt x="2881694" y="4847178"/>
                  <a:pt x="2877598" y="4846511"/>
                </a:cubicBezTo>
                <a:lnTo>
                  <a:pt x="2877598" y="4846511"/>
                </a:lnTo>
                <a:cubicBezTo>
                  <a:pt x="2875693" y="4846130"/>
                  <a:pt x="2873978" y="4845082"/>
                  <a:pt x="2872930" y="4843368"/>
                </a:cubicBezTo>
                <a:close/>
                <a:moveTo>
                  <a:pt x="2764822" y="4960049"/>
                </a:moveTo>
                <a:cubicBezTo>
                  <a:pt x="2762917" y="4963954"/>
                  <a:pt x="2758154" y="4965478"/>
                  <a:pt x="2754249" y="4963573"/>
                </a:cubicBezTo>
                <a:cubicBezTo>
                  <a:pt x="2752344" y="4962620"/>
                  <a:pt x="2751011" y="4961001"/>
                  <a:pt x="2750344" y="4959001"/>
                </a:cubicBezTo>
                <a:cubicBezTo>
                  <a:pt x="2749677" y="4957000"/>
                  <a:pt x="2749868" y="4954905"/>
                  <a:pt x="2750725" y="4953000"/>
                </a:cubicBezTo>
                <a:cubicBezTo>
                  <a:pt x="2751677" y="4951095"/>
                  <a:pt x="2753297" y="4949762"/>
                  <a:pt x="2755297" y="4949095"/>
                </a:cubicBezTo>
                <a:cubicBezTo>
                  <a:pt x="2756154" y="4948809"/>
                  <a:pt x="2756916" y="4948714"/>
                  <a:pt x="2757773" y="4948714"/>
                </a:cubicBezTo>
                <a:cubicBezTo>
                  <a:pt x="2759012" y="4948714"/>
                  <a:pt x="2760155" y="4949000"/>
                  <a:pt x="2761298" y="4949571"/>
                </a:cubicBezTo>
                <a:cubicBezTo>
                  <a:pt x="2765203" y="4951476"/>
                  <a:pt x="2766727" y="4956239"/>
                  <a:pt x="2764822" y="4960144"/>
                </a:cubicBezTo>
                <a:close/>
                <a:moveTo>
                  <a:pt x="1120712" y="5143595"/>
                </a:moveTo>
                <a:lnTo>
                  <a:pt x="1120712" y="5125498"/>
                </a:lnTo>
                <a:lnTo>
                  <a:pt x="1107758" y="5112068"/>
                </a:lnTo>
                <a:lnTo>
                  <a:pt x="934117" y="5112068"/>
                </a:lnTo>
                <a:lnTo>
                  <a:pt x="914972" y="5089874"/>
                </a:lnTo>
                <a:lnTo>
                  <a:pt x="790289" y="5089874"/>
                </a:lnTo>
                <a:cubicBezTo>
                  <a:pt x="790099" y="5090637"/>
                  <a:pt x="790099" y="5091399"/>
                  <a:pt x="789813" y="5092160"/>
                </a:cubicBezTo>
                <a:cubicBezTo>
                  <a:pt x="787241" y="5098352"/>
                  <a:pt x="780098" y="5101304"/>
                  <a:pt x="773906" y="5098638"/>
                </a:cubicBezTo>
                <a:cubicBezTo>
                  <a:pt x="767715" y="5096066"/>
                  <a:pt x="764762" y="5088922"/>
                  <a:pt x="767429" y="5082731"/>
                </a:cubicBezTo>
                <a:cubicBezTo>
                  <a:pt x="770001" y="5076540"/>
                  <a:pt x="777145" y="5073587"/>
                  <a:pt x="783336" y="5076254"/>
                </a:cubicBezTo>
                <a:cubicBezTo>
                  <a:pt x="787146" y="5077873"/>
                  <a:pt x="789527" y="5081302"/>
                  <a:pt x="790289" y="5085112"/>
                </a:cubicBezTo>
                <a:lnTo>
                  <a:pt x="917067" y="5085112"/>
                </a:lnTo>
                <a:lnTo>
                  <a:pt x="936212" y="5107305"/>
                </a:lnTo>
                <a:lnTo>
                  <a:pt x="1109663" y="5107305"/>
                </a:lnTo>
                <a:lnTo>
                  <a:pt x="1125379" y="5123498"/>
                </a:lnTo>
                <a:lnTo>
                  <a:pt x="1125379" y="5143595"/>
                </a:lnTo>
                <a:lnTo>
                  <a:pt x="1120616" y="5143595"/>
                </a:lnTo>
                <a:close/>
                <a:moveTo>
                  <a:pt x="1817942" y="5143595"/>
                </a:moveTo>
                <a:lnTo>
                  <a:pt x="1817942" y="5140833"/>
                </a:lnTo>
                <a:cubicBezTo>
                  <a:pt x="1824228" y="5139691"/>
                  <a:pt x="1828991" y="5134261"/>
                  <a:pt x="1828991" y="5127594"/>
                </a:cubicBezTo>
                <a:cubicBezTo>
                  <a:pt x="1828991" y="5120164"/>
                  <a:pt x="1822990" y="5114163"/>
                  <a:pt x="1815560" y="5114163"/>
                </a:cubicBezTo>
                <a:cubicBezTo>
                  <a:pt x="1808131" y="5114163"/>
                  <a:pt x="1802130" y="5120164"/>
                  <a:pt x="1802130" y="5127594"/>
                </a:cubicBezTo>
                <a:cubicBezTo>
                  <a:pt x="1802130" y="5134166"/>
                  <a:pt x="1806893" y="5139691"/>
                  <a:pt x="1813179" y="5140833"/>
                </a:cubicBezTo>
                <a:lnTo>
                  <a:pt x="1813179" y="5143595"/>
                </a:lnTo>
                <a:lnTo>
                  <a:pt x="1817942" y="5143595"/>
                </a:lnTo>
                <a:close/>
                <a:moveTo>
                  <a:pt x="1806893" y="5127594"/>
                </a:moveTo>
                <a:cubicBezTo>
                  <a:pt x="1806893" y="5122831"/>
                  <a:pt x="1810798" y="5118925"/>
                  <a:pt x="1815560" y="5118925"/>
                </a:cubicBezTo>
                <a:cubicBezTo>
                  <a:pt x="1820323" y="5118925"/>
                  <a:pt x="1824228" y="5122831"/>
                  <a:pt x="1824228" y="5127594"/>
                </a:cubicBezTo>
                <a:cubicBezTo>
                  <a:pt x="1824228" y="5132356"/>
                  <a:pt x="1820323" y="5136261"/>
                  <a:pt x="1815560" y="5136261"/>
                </a:cubicBezTo>
                <a:cubicBezTo>
                  <a:pt x="1810798" y="5136261"/>
                  <a:pt x="1806893" y="5132356"/>
                  <a:pt x="1806893" y="5127594"/>
                </a:cubicBezTo>
                <a:close/>
                <a:moveTo>
                  <a:pt x="1776317" y="5143595"/>
                </a:moveTo>
                <a:lnTo>
                  <a:pt x="1776317" y="5118069"/>
                </a:lnTo>
                <a:cubicBezTo>
                  <a:pt x="1781747" y="5117021"/>
                  <a:pt x="1785842" y="5112449"/>
                  <a:pt x="1785842" y="5106734"/>
                </a:cubicBezTo>
                <a:cubicBezTo>
                  <a:pt x="1785842" y="5100162"/>
                  <a:pt x="1780508" y="5094923"/>
                  <a:pt x="1774031" y="5094923"/>
                </a:cubicBezTo>
                <a:cubicBezTo>
                  <a:pt x="1767554" y="5094923"/>
                  <a:pt x="1762220" y="5100257"/>
                  <a:pt x="1762220" y="5106734"/>
                </a:cubicBezTo>
                <a:cubicBezTo>
                  <a:pt x="1762220" y="5112353"/>
                  <a:pt x="1766316" y="5116926"/>
                  <a:pt x="1771555" y="5118069"/>
                </a:cubicBezTo>
                <a:lnTo>
                  <a:pt x="1771555" y="5143595"/>
                </a:lnTo>
                <a:lnTo>
                  <a:pt x="1776317" y="5143595"/>
                </a:lnTo>
                <a:close/>
                <a:moveTo>
                  <a:pt x="1766983" y="5106638"/>
                </a:moveTo>
                <a:cubicBezTo>
                  <a:pt x="1766983" y="5102733"/>
                  <a:pt x="1770126" y="5099590"/>
                  <a:pt x="1774031" y="5099590"/>
                </a:cubicBezTo>
                <a:cubicBezTo>
                  <a:pt x="1777937" y="5099590"/>
                  <a:pt x="1781080" y="5102733"/>
                  <a:pt x="1781080" y="5106638"/>
                </a:cubicBezTo>
                <a:cubicBezTo>
                  <a:pt x="1781080" y="5110544"/>
                  <a:pt x="1777937" y="5113687"/>
                  <a:pt x="1774031" y="5113687"/>
                </a:cubicBezTo>
                <a:cubicBezTo>
                  <a:pt x="1770126" y="5113687"/>
                  <a:pt x="1766983" y="5110544"/>
                  <a:pt x="1766983" y="5106638"/>
                </a:cubicBezTo>
                <a:close/>
                <a:moveTo>
                  <a:pt x="1961769" y="4850035"/>
                </a:moveTo>
                <a:cubicBezTo>
                  <a:pt x="1963293" y="4850035"/>
                  <a:pt x="1964817" y="4849749"/>
                  <a:pt x="1966341" y="4849178"/>
                </a:cubicBezTo>
                <a:lnTo>
                  <a:pt x="1966341" y="4849178"/>
                </a:lnTo>
                <a:cubicBezTo>
                  <a:pt x="1970532" y="4847559"/>
                  <a:pt x="1973104" y="4843844"/>
                  <a:pt x="1973961" y="4839748"/>
                </a:cubicBezTo>
                <a:lnTo>
                  <a:pt x="2039493" y="4839748"/>
                </a:lnTo>
                <a:lnTo>
                  <a:pt x="2173319" y="4733925"/>
                </a:lnTo>
                <a:lnTo>
                  <a:pt x="2183416" y="4733925"/>
                </a:lnTo>
                <a:cubicBezTo>
                  <a:pt x="2184178" y="4736497"/>
                  <a:pt x="2185988" y="4738783"/>
                  <a:pt x="2188559" y="4740117"/>
                </a:cubicBezTo>
                <a:cubicBezTo>
                  <a:pt x="2193608" y="4742593"/>
                  <a:pt x="2199799" y="4740593"/>
                  <a:pt x="2202275" y="4735545"/>
                </a:cubicBezTo>
                <a:cubicBezTo>
                  <a:pt x="2204752" y="4730496"/>
                  <a:pt x="2202752" y="4724305"/>
                  <a:pt x="2197703" y="4721829"/>
                </a:cubicBezTo>
                <a:cubicBezTo>
                  <a:pt x="2192655" y="4719352"/>
                  <a:pt x="2186464" y="4721352"/>
                  <a:pt x="2183987" y="4726401"/>
                </a:cubicBezTo>
                <a:cubicBezTo>
                  <a:pt x="2183511" y="4727258"/>
                  <a:pt x="2183416" y="4728210"/>
                  <a:pt x="2183225" y="4729163"/>
                </a:cubicBezTo>
                <a:lnTo>
                  <a:pt x="2171605" y="4729163"/>
                </a:lnTo>
                <a:cubicBezTo>
                  <a:pt x="2171605" y="4729163"/>
                  <a:pt x="2037778" y="4834986"/>
                  <a:pt x="2037778" y="4834986"/>
                </a:cubicBezTo>
                <a:lnTo>
                  <a:pt x="1973961" y="4834986"/>
                </a:lnTo>
                <a:cubicBezTo>
                  <a:pt x="1973866" y="4834223"/>
                  <a:pt x="1973866" y="4833557"/>
                  <a:pt x="1973580" y="4832795"/>
                </a:cubicBezTo>
                <a:cubicBezTo>
                  <a:pt x="1971103" y="4826318"/>
                  <a:pt x="1963674" y="4823079"/>
                  <a:pt x="1957292" y="4825556"/>
                </a:cubicBezTo>
                <a:cubicBezTo>
                  <a:pt x="1950815" y="4828032"/>
                  <a:pt x="1947577" y="4835367"/>
                  <a:pt x="1950053" y="4841844"/>
                </a:cubicBezTo>
                <a:cubicBezTo>
                  <a:pt x="1951958" y="4846796"/>
                  <a:pt x="1956816" y="4849940"/>
                  <a:pt x="1961864" y="4849940"/>
                </a:cubicBezTo>
                <a:close/>
                <a:moveTo>
                  <a:pt x="1958912" y="4830032"/>
                </a:moveTo>
                <a:cubicBezTo>
                  <a:pt x="1959864" y="4829652"/>
                  <a:pt x="1960817" y="4829461"/>
                  <a:pt x="1961769" y="4829461"/>
                </a:cubicBezTo>
                <a:cubicBezTo>
                  <a:pt x="1964912" y="4829461"/>
                  <a:pt x="1967865" y="4831366"/>
                  <a:pt x="1969103" y="4834509"/>
                </a:cubicBezTo>
                <a:cubicBezTo>
                  <a:pt x="1970627" y="4838510"/>
                  <a:pt x="1968627" y="4843082"/>
                  <a:pt x="1964627" y="4844701"/>
                </a:cubicBezTo>
                <a:cubicBezTo>
                  <a:pt x="1960531" y="4846320"/>
                  <a:pt x="1956054" y="4844225"/>
                  <a:pt x="1954435" y="4840224"/>
                </a:cubicBezTo>
                <a:cubicBezTo>
                  <a:pt x="1952911" y="4836224"/>
                  <a:pt x="1954911" y="4831652"/>
                  <a:pt x="1958912" y="4830032"/>
                </a:cubicBezTo>
                <a:close/>
                <a:moveTo>
                  <a:pt x="2752820" y="252698"/>
                </a:moveTo>
                <a:lnTo>
                  <a:pt x="2752820" y="267367"/>
                </a:lnTo>
                <a:cubicBezTo>
                  <a:pt x="2752820" y="269462"/>
                  <a:pt x="2751106" y="271177"/>
                  <a:pt x="2749010" y="271177"/>
                </a:cubicBezTo>
                <a:lnTo>
                  <a:pt x="2734342" y="271177"/>
                </a:lnTo>
                <a:cubicBezTo>
                  <a:pt x="2732246" y="271177"/>
                  <a:pt x="2730532" y="269462"/>
                  <a:pt x="2730532" y="267367"/>
                </a:cubicBezTo>
                <a:lnTo>
                  <a:pt x="2730532" y="252698"/>
                </a:lnTo>
                <a:cubicBezTo>
                  <a:pt x="2730532" y="250603"/>
                  <a:pt x="2732246" y="248888"/>
                  <a:pt x="2734342" y="248888"/>
                </a:cubicBezTo>
                <a:lnTo>
                  <a:pt x="2749010" y="248888"/>
                </a:lnTo>
                <a:cubicBezTo>
                  <a:pt x="2751106" y="248888"/>
                  <a:pt x="2752820" y="250603"/>
                  <a:pt x="2752820" y="252698"/>
                </a:cubicBezTo>
                <a:close/>
                <a:moveTo>
                  <a:pt x="480441" y="1725740"/>
                </a:moveTo>
                <a:lnTo>
                  <a:pt x="480441" y="1677162"/>
                </a:lnTo>
                <a:cubicBezTo>
                  <a:pt x="485489" y="1676019"/>
                  <a:pt x="489204" y="1671828"/>
                  <a:pt x="489204" y="1666589"/>
                </a:cubicBezTo>
                <a:cubicBezTo>
                  <a:pt x="489204" y="1660493"/>
                  <a:pt x="484251" y="1655540"/>
                  <a:pt x="478155" y="1655540"/>
                </a:cubicBezTo>
                <a:cubicBezTo>
                  <a:pt x="472059" y="1655540"/>
                  <a:pt x="467011" y="1660493"/>
                  <a:pt x="467011" y="1666589"/>
                </a:cubicBezTo>
                <a:cubicBezTo>
                  <a:pt x="467011" y="1671923"/>
                  <a:pt x="470821" y="1676114"/>
                  <a:pt x="475869" y="1677257"/>
                </a:cubicBezTo>
                <a:lnTo>
                  <a:pt x="475869" y="1723835"/>
                </a:lnTo>
                <a:cubicBezTo>
                  <a:pt x="475869" y="1723835"/>
                  <a:pt x="392906" y="1811274"/>
                  <a:pt x="392906" y="1811274"/>
                </a:cubicBezTo>
                <a:cubicBezTo>
                  <a:pt x="391954" y="1810798"/>
                  <a:pt x="390906" y="1810417"/>
                  <a:pt x="389858" y="1810417"/>
                </a:cubicBezTo>
                <a:lnTo>
                  <a:pt x="377190" y="1810417"/>
                </a:lnTo>
                <a:cubicBezTo>
                  <a:pt x="373475" y="1810417"/>
                  <a:pt x="370332" y="1813465"/>
                  <a:pt x="370332" y="1817275"/>
                </a:cubicBezTo>
                <a:lnTo>
                  <a:pt x="370332" y="1829943"/>
                </a:lnTo>
                <a:cubicBezTo>
                  <a:pt x="370332" y="1833658"/>
                  <a:pt x="373380" y="1836801"/>
                  <a:pt x="377190" y="1836801"/>
                </a:cubicBezTo>
                <a:lnTo>
                  <a:pt x="389858" y="1836801"/>
                </a:lnTo>
                <a:cubicBezTo>
                  <a:pt x="393573" y="1836801"/>
                  <a:pt x="396716" y="1833753"/>
                  <a:pt x="396716" y="1829943"/>
                </a:cubicBezTo>
                <a:lnTo>
                  <a:pt x="396716" y="1817275"/>
                </a:lnTo>
                <a:cubicBezTo>
                  <a:pt x="396716" y="1816418"/>
                  <a:pt x="396526" y="1815560"/>
                  <a:pt x="396240" y="1814798"/>
                </a:cubicBezTo>
                <a:lnTo>
                  <a:pt x="479965" y="1726406"/>
                </a:lnTo>
                <a:lnTo>
                  <a:pt x="480632" y="1725740"/>
                </a:lnTo>
                <a:close/>
                <a:moveTo>
                  <a:pt x="391763" y="1829943"/>
                </a:moveTo>
                <a:cubicBezTo>
                  <a:pt x="391763" y="1831086"/>
                  <a:pt x="390811" y="1832039"/>
                  <a:pt x="389668" y="1832039"/>
                </a:cubicBezTo>
                <a:lnTo>
                  <a:pt x="377000" y="1832039"/>
                </a:lnTo>
                <a:cubicBezTo>
                  <a:pt x="375857" y="1832039"/>
                  <a:pt x="374904" y="1831086"/>
                  <a:pt x="374904" y="1829943"/>
                </a:cubicBezTo>
                <a:lnTo>
                  <a:pt x="374904" y="1817275"/>
                </a:lnTo>
                <a:cubicBezTo>
                  <a:pt x="374904" y="1816132"/>
                  <a:pt x="375857" y="1815179"/>
                  <a:pt x="377000" y="1815179"/>
                </a:cubicBezTo>
                <a:lnTo>
                  <a:pt x="389668" y="1815179"/>
                </a:lnTo>
                <a:cubicBezTo>
                  <a:pt x="390811" y="1815179"/>
                  <a:pt x="391763" y="1816132"/>
                  <a:pt x="391763" y="1817275"/>
                </a:cubicBezTo>
                <a:lnTo>
                  <a:pt x="391763" y="1829943"/>
                </a:lnTo>
                <a:close/>
                <a:moveTo>
                  <a:pt x="471678" y="1666589"/>
                </a:moveTo>
                <a:cubicBezTo>
                  <a:pt x="471678" y="1663065"/>
                  <a:pt x="474536" y="1660303"/>
                  <a:pt x="478060" y="1660303"/>
                </a:cubicBezTo>
                <a:cubicBezTo>
                  <a:pt x="481584" y="1660303"/>
                  <a:pt x="484346" y="1663160"/>
                  <a:pt x="484346" y="1666589"/>
                </a:cubicBezTo>
                <a:cubicBezTo>
                  <a:pt x="484346" y="1670018"/>
                  <a:pt x="481489" y="1672971"/>
                  <a:pt x="478060" y="1672971"/>
                </a:cubicBezTo>
                <a:cubicBezTo>
                  <a:pt x="474631" y="1672971"/>
                  <a:pt x="471678" y="1670114"/>
                  <a:pt x="471678" y="1666589"/>
                </a:cubicBezTo>
                <a:close/>
                <a:moveTo>
                  <a:pt x="793052" y="5127879"/>
                </a:moveTo>
                <a:cubicBezTo>
                  <a:pt x="792575" y="5125117"/>
                  <a:pt x="791337" y="5122450"/>
                  <a:pt x="789337" y="5120354"/>
                </a:cubicBezTo>
                <a:cubicBezTo>
                  <a:pt x="783908" y="5114544"/>
                  <a:pt x="774668" y="5114163"/>
                  <a:pt x="768763" y="5119592"/>
                </a:cubicBezTo>
                <a:cubicBezTo>
                  <a:pt x="765905" y="5122260"/>
                  <a:pt x="764286" y="5125879"/>
                  <a:pt x="764096" y="5129689"/>
                </a:cubicBezTo>
                <a:cubicBezTo>
                  <a:pt x="764000" y="5133594"/>
                  <a:pt x="765334" y="5137309"/>
                  <a:pt x="768001" y="5140071"/>
                </a:cubicBezTo>
                <a:cubicBezTo>
                  <a:pt x="769429" y="5141595"/>
                  <a:pt x="771049" y="5142738"/>
                  <a:pt x="772859" y="5143500"/>
                </a:cubicBezTo>
                <a:lnTo>
                  <a:pt x="784289" y="5143500"/>
                </a:lnTo>
                <a:cubicBezTo>
                  <a:pt x="785813" y="5142833"/>
                  <a:pt x="787337" y="5141976"/>
                  <a:pt x="788575" y="5140833"/>
                </a:cubicBezTo>
                <a:cubicBezTo>
                  <a:pt x="790956" y="5138642"/>
                  <a:pt x="792385" y="5135690"/>
                  <a:pt x="792956" y="5132547"/>
                </a:cubicBezTo>
                <a:lnTo>
                  <a:pt x="895922" y="5132547"/>
                </a:lnTo>
                <a:lnTo>
                  <a:pt x="905351" y="5143500"/>
                </a:lnTo>
                <a:lnTo>
                  <a:pt x="911638" y="5143500"/>
                </a:lnTo>
                <a:lnTo>
                  <a:pt x="898112" y="5127784"/>
                </a:lnTo>
                <a:lnTo>
                  <a:pt x="792956" y="5127784"/>
                </a:lnTo>
                <a:close/>
                <a:moveTo>
                  <a:pt x="785336" y="5137404"/>
                </a:moveTo>
                <a:cubicBezTo>
                  <a:pt x="781431" y="5141024"/>
                  <a:pt x="775240" y="5140833"/>
                  <a:pt x="771525" y="5136928"/>
                </a:cubicBezTo>
                <a:cubicBezTo>
                  <a:pt x="769715" y="5135023"/>
                  <a:pt x="768858" y="5132547"/>
                  <a:pt x="768953" y="5129879"/>
                </a:cubicBezTo>
                <a:cubicBezTo>
                  <a:pt x="768953" y="5127308"/>
                  <a:pt x="770192" y="5124832"/>
                  <a:pt x="772097" y="5123022"/>
                </a:cubicBezTo>
                <a:cubicBezTo>
                  <a:pt x="774002" y="5121307"/>
                  <a:pt x="776383" y="5120450"/>
                  <a:pt x="778764" y="5120450"/>
                </a:cubicBezTo>
                <a:cubicBezTo>
                  <a:pt x="781431" y="5120450"/>
                  <a:pt x="784003" y="5121497"/>
                  <a:pt x="785908" y="5123593"/>
                </a:cubicBezTo>
                <a:cubicBezTo>
                  <a:pt x="787718" y="5125498"/>
                  <a:pt x="788670" y="5127974"/>
                  <a:pt x="788575" y="5130642"/>
                </a:cubicBezTo>
                <a:cubicBezTo>
                  <a:pt x="788575" y="5133213"/>
                  <a:pt x="787337" y="5135690"/>
                  <a:pt x="785432" y="5137499"/>
                </a:cubicBezTo>
                <a:close/>
                <a:moveTo>
                  <a:pt x="1690402" y="5082826"/>
                </a:moveTo>
                <a:lnTo>
                  <a:pt x="1690402" y="5067015"/>
                </a:lnTo>
                <a:cubicBezTo>
                  <a:pt x="1693640" y="5065967"/>
                  <a:pt x="1695926" y="5063109"/>
                  <a:pt x="1695926" y="5059585"/>
                </a:cubicBezTo>
                <a:cubicBezTo>
                  <a:pt x="1695926" y="5056537"/>
                  <a:pt x="1694117" y="5053870"/>
                  <a:pt x="1691545" y="5052632"/>
                </a:cubicBezTo>
                <a:lnTo>
                  <a:pt x="1691545" y="4790028"/>
                </a:lnTo>
                <a:lnTo>
                  <a:pt x="1673543" y="4770120"/>
                </a:lnTo>
                <a:lnTo>
                  <a:pt x="1627442" y="4770120"/>
                </a:lnTo>
                <a:lnTo>
                  <a:pt x="1627442" y="4763357"/>
                </a:lnTo>
                <a:cubicBezTo>
                  <a:pt x="1627442" y="4763357"/>
                  <a:pt x="1627442" y="4762786"/>
                  <a:pt x="1627156" y="4762595"/>
                </a:cubicBezTo>
                <a:lnTo>
                  <a:pt x="1608868" y="4740021"/>
                </a:lnTo>
                <a:cubicBezTo>
                  <a:pt x="1608868" y="4740021"/>
                  <a:pt x="1608296" y="4739545"/>
                  <a:pt x="1607915" y="4739545"/>
                </a:cubicBezTo>
                <a:lnTo>
                  <a:pt x="1573911" y="4739545"/>
                </a:lnTo>
                <a:lnTo>
                  <a:pt x="1573911" y="4737259"/>
                </a:lnTo>
                <a:cubicBezTo>
                  <a:pt x="1573911" y="4733354"/>
                  <a:pt x="1570768" y="4730211"/>
                  <a:pt x="1566863" y="4730211"/>
                </a:cubicBezTo>
                <a:lnTo>
                  <a:pt x="1557814" y="4730211"/>
                </a:lnTo>
                <a:cubicBezTo>
                  <a:pt x="1553909" y="4730211"/>
                  <a:pt x="1550765" y="4733354"/>
                  <a:pt x="1550765" y="4737259"/>
                </a:cubicBezTo>
                <a:lnTo>
                  <a:pt x="1550765" y="4746308"/>
                </a:lnTo>
                <a:cubicBezTo>
                  <a:pt x="1550765" y="4750213"/>
                  <a:pt x="1553909" y="4753356"/>
                  <a:pt x="1557814" y="4753356"/>
                </a:cubicBezTo>
                <a:lnTo>
                  <a:pt x="1559719" y="4753356"/>
                </a:lnTo>
                <a:lnTo>
                  <a:pt x="1559719" y="4782979"/>
                </a:lnTo>
                <a:lnTo>
                  <a:pt x="1542955" y="4802791"/>
                </a:lnTo>
                <a:lnTo>
                  <a:pt x="1463516" y="4802791"/>
                </a:lnTo>
                <a:cubicBezTo>
                  <a:pt x="1463231" y="4798886"/>
                  <a:pt x="1460659" y="4795362"/>
                  <a:pt x="1456753" y="4793933"/>
                </a:cubicBezTo>
                <a:cubicBezTo>
                  <a:pt x="1451420" y="4792028"/>
                  <a:pt x="1445514" y="4794885"/>
                  <a:pt x="1443704" y="4800219"/>
                </a:cubicBezTo>
                <a:cubicBezTo>
                  <a:pt x="1441799" y="4805553"/>
                  <a:pt x="1444657" y="4811459"/>
                  <a:pt x="1449991" y="4813269"/>
                </a:cubicBezTo>
                <a:cubicBezTo>
                  <a:pt x="1455134" y="4815078"/>
                  <a:pt x="1460659" y="4812411"/>
                  <a:pt x="1462754" y="4807458"/>
                </a:cubicBezTo>
                <a:lnTo>
                  <a:pt x="1545241" y="4807458"/>
                </a:lnTo>
                <a:lnTo>
                  <a:pt x="1564577" y="4784694"/>
                </a:lnTo>
                <a:lnTo>
                  <a:pt x="1564577" y="4753356"/>
                </a:lnTo>
                <a:lnTo>
                  <a:pt x="1566958" y="4753356"/>
                </a:lnTo>
                <a:cubicBezTo>
                  <a:pt x="1570863" y="4753356"/>
                  <a:pt x="1574006" y="4750213"/>
                  <a:pt x="1574006" y="4746308"/>
                </a:cubicBezTo>
                <a:lnTo>
                  <a:pt x="1574006" y="4741926"/>
                </a:lnTo>
                <a:lnTo>
                  <a:pt x="1607439" y="4741926"/>
                </a:lnTo>
                <a:lnTo>
                  <a:pt x="1625060" y="4763738"/>
                </a:lnTo>
                <a:lnTo>
                  <a:pt x="1625060" y="4770120"/>
                </a:lnTo>
                <a:lnTo>
                  <a:pt x="1593628" y="4770120"/>
                </a:lnTo>
                <a:lnTo>
                  <a:pt x="1576197" y="4793361"/>
                </a:lnTo>
                <a:lnTo>
                  <a:pt x="1576197" y="4826222"/>
                </a:lnTo>
                <a:lnTo>
                  <a:pt x="1478471" y="4826222"/>
                </a:lnTo>
                <a:cubicBezTo>
                  <a:pt x="1460182" y="4826222"/>
                  <a:pt x="1445324" y="4840510"/>
                  <a:pt x="1444085" y="4858512"/>
                </a:cubicBezTo>
                <a:lnTo>
                  <a:pt x="1416653" y="4858703"/>
                </a:lnTo>
                <a:lnTo>
                  <a:pt x="1416939" y="4760214"/>
                </a:lnTo>
                <a:lnTo>
                  <a:pt x="1441799" y="4730211"/>
                </a:lnTo>
                <a:lnTo>
                  <a:pt x="1487805" y="4730687"/>
                </a:lnTo>
                <a:lnTo>
                  <a:pt x="1487805" y="4730401"/>
                </a:lnTo>
                <a:cubicBezTo>
                  <a:pt x="1488662" y="4734592"/>
                  <a:pt x="1491615" y="4738212"/>
                  <a:pt x="1495997" y="4739736"/>
                </a:cubicBezTo>
                <a:cubicBezTo>
                  <a:pt x="1497330" y="4740212"/>
                  <a:pt x="1498759" y="4740402"/>
                  <a:pt x="1500188" y="4740402"/>
                </a:cubicBezTo>
                <a:cubicBezTo>
                  <a:pt x="1505426" y="4740402"/>
                  <a:pt x="1510284" y="4737164"/>
                  <a:pt x="1512094" y="4731925"/>
                </a:cubicBezTo>
                <a:cubicBezTo>
                  <a:pt x="1513237" y="4728782"/>
                  <a:pt x="1513046" y="4725353"/>
                  <a:pt x="1511522" y="4722305"/>
                </a:cubicBezTo>
                <a:cubicBezTo>
                  <a:pt x="1510094" y="4719257"/>
                  <a:pt x="1507522" y="4716971"/>
                  <a:pt x="1504283" y="4715828"/>
                </a:cubicBezTo>
                <a:cubicBezTo>
                  <a:pt x="1501045" y="4714685"/>
                  <a:pt x="1497711" y="4714875"/>
                  <a:pt x="1494663" y="4716399"/>
                </a:cubicBezTo>
                <a:cubicBezTo>
                  <a:pt x="1491615" y="4717828"/>
                  <a:pt x="1489329" y="4720400"/>
                  <a:pt x="1488186" y="4723638"/>
                </a:cubicBezTo>
                <a:cubicBezTo>
                  <a:pt x="1487900" y="4724400"/>
                  <a:pt x="1487710" y="4725162"/>
                  <a:pt x="1487615" y="4725924"/>
                </a:cubicBezTo>
                <a:lnTo>
                  <a:pt x="1440656" y="4725448"/>
                </a:lnTo>
                <a:cubicBezTo>
                  <a:pt x="1440180" y="4725257"/>
                  <a:pt x="1439228" y="4725734"/>
                  <a:pt x="1438847" y="4726305"/>
                </a:cubicBezTo>
                <a:lnTo>
                  <a:pt x="1412748" y="4757833"/>
                </a:lnTo>
                <a:cubicBezTo>
                  <a:pt x="1412748" y="4757833"/>
                  <a:pt x="1412177" y="4758786"/>
                  <a:pt x="1412177" y="4759357"/>
                </a:cubicBezTo>
                <a:lnTo>
                  <a:pt x="1411796" y="4861179"/>
                </a:lnTo>
                <a:cubicBezTo>
                  <a:pt x="1411796" y="4861846"/>
                  <a:pt x="1412081" y="4862418"/>
                  <a:pt x="1412462" y="4862894"/>
                </a:cubicBezTo>
                <a:cubicBezTo>
                  <a:pt x="1412939" y="4863370"/>
                  <a:pt x="1413510" y="4863561"/>
                  <a:pt x="1414177" y="4863561"/>
                </a:cubicBezTo>
                <a:lnTo>
                  <a:pt x="1414177" y="4863561"/>
                </a:lnTo>
                <a:lnTo>
                  <a:pt x="1443895" y="4863275"/>
                </a:lnTo>
                <a:cubicBezTo>
                  <a:pt x="1445133" y="4881277"/>
                  <a:pt x="1459992" y="4895469"/>
                  <a:pt x="1478280" y="4895469"/>
                </a:cubicBezTo>
                <a:lnTo>
                  <a:pt x="1485805" y="4895469"/>
                </a:lnTo>
                <a:lnTo>
                  <a:pt x="1485614" y="4906709"/>
                </a:lnTo>
                <a:lnTo>
                  <a:pt x="1474756" y="4915853"/>
                </a:lnTo>
                <a:lnTo>
                  <a:pt x="1401699" y="4915853"/>
                </a:lnTo>
                <a:cubicBezTo>
                  <a:pt x="1401699" y="4915853"/>
                  <a:pt x="1386459" y="4895374"/>
                  <a:pt x="1386459" y="4895374"/>
                </a:cubicBezTo>
                <a:lnTo>
                  <a:pt x="1386745" y="4817555"/>
                </a:lnTo>
                <a:cubicBezTo>
                  <a:pt x="1390841" y="4816602"/>
                  <a:pt x="1394365" y="4813745"/>
                  <a:pt x="1395889" y="4809554"/>
                </a:cubicBezTo>
                <a:cubicBezTo>
                  <a:pt x="1397032" y="4806411"/>
                  <a:pt x="1396841" y="4802981"/>
                  <a:pt x="1395317" y="4799934"/>
                </a:cubicBezTo>
                <a:cubicBezTo>
                  <a:pt x="1393889" y="4796886"/>
                  <a:pt x="1391317" y="4794599"/>
                  <a:pt x="1388078" y="4793456"/>
                </a:cubicBezTo>
                <a:cubicBezTo>
                  <a:pt x="1384840" y="4792313"/>
                  <a:pt x="1381506" y="4792504"/>
                  <a:pt x="1378458" y="4794028"/>
                </a:cubicBezTo>
                <a:cubicBezTo>
                  <a:pt x="1375410" y="4795457"/>
                  <a:pt x="1373124" y="4798029"/>
                  <a:pt x="1371981" y="4801267"/>
                </a:cubicBezTo>
                <a:cubicBezTo>
                  <a:pt x="1370838" y="4804410"/>
                  <a:pt x="1371028" y="4807839"/>
                  <a:pt x="1372553" y="4810887"/>
                </a:cubicBezTo>
                <a:cubicBezTo>
                  <a:pt x="1373981" y="4813935"/>
                  <a:pt x="1376553" y="4816221"/>
                  <a:pt x="1379792" y="4817364"/>
                </a:cubicBezTo>
                <a:cubicBezTo>
                  <a:pt x="1380553" y="4817650"/>
                  <a:pt x="1381316" y="4817650"/>
                  <a:pt x="1382078" y="4817745"/>
                </a:cubicBezTo>
                <a:lnTo>
                  <a:pt x="1381792" y="4896232"/>
                </a:lnTo>
                <a:cubicBezTo>
                  <a:pt x="1381792" y="4896708"/>
                  <a:pt x="1381982" y="4897279"/>
                  <a:pt x="1382268" y="4897660"/>
                </a:cubicBezTo>
                <a:lnTo>
                  <a:pt x="1398746" y="4919663"/>
                </a:lnTo>
                <a:cubicBezTo>
                  <a:pt x="1399223" y="4920234"/>
                  <a:pt x="1399889" y="4920616"/>
                  <a:pt x="1400651" y="4920616"/>
                </a:cubicBezTo>
                <a:lnTo>
                  <a:pt x="1475803" y="4920616"/>
                </a:lnTo>
                <a:cubicBezTo>
                  <a:pt x="1476375" y="4920616"/>
                  <a:pt x="1476947" y="4920520"/>
                  <a:pt x="1477328" y="4920139"/>
                </a:cubicBezTo>
                <a:lnTo>
                  <a:pt x="1489710" y="4909757"/>
                </a:lnTo>
                <a:cubicBezTo>
                  <a:pt x="1490282" y="4909281"/>
                  <a:pt x="1490567" y="4908614"/>
                  <a:pt x="1490567" y="4907947"/>
                </a:cubicBezTo>
                <a:lnTo>
                  <a:pt x="1490758" y="4895565"/>
                </a:lnTo>
                <a:lnTo>
                  <a:pt x="1532477" y="4895565"/>
                </a:lnTo>
                <a:lnTo>
                  <a:pt x="1532096" y="4922997"/>
                </a:lnTo>
                <a:lnTo>
                  <a:pt x="1507712" y="4948714"/>
                </a:lnTo>
                <a:lnTo>
                  <a:pt x="1375029" y="4948714"/>
                </a:lnTo>
                <a:cubicBezTo>
                  <a:pt x="1375029" y="4948714"/>
                  <a:pt x="1362170" y="4937189"/>
                  <a:pt x="1362170" y="4937189"/>
                </a:cubicBezTo>
                <a:cubicBezTo>
                  <a:pt x="1361980" y="4936998"/>
                  <a:pt x="1361694" y="4936903"/>
                  <a:pt x="1361408" y="4936903"/>
                </a:cubicBezTo>
                <a:lnTo>
                  <a:pt x="1290542" y="4936713"/>
                </a:lnTo>
                <a:cubicBezTo>
                  <a:pt x="1289971" y="4932331"/>
                  <a:pt x="1286542" y="4928616"/>
                  <a:pt x="1281970" y="4928235"/>
                </a:cubicBezTo>
                <a:cubicBezTo>
                  <a:pt x="1277112" y="4927759"/>
                  <a:pt x="1273016" y="4930997"/>
                  <a:pt x="1271778" y="4935569"/>
                </a:cubicBezTo>
                <a:lnTo>
                  <a:pt x="1227677" y="4935569"/>
                </a:lnTo>
                <a:lnTo>
                  <a:pt x="1203103" y="4910424"/>
                </a:lnTo>
                <a:lnTo>
                  <a:pt x="1081564" y="4910424"/>
                </a:lnTo>
                <a:lnTo>
                  <a:pt x="1056608" y="4933283"/>
                </a:lnTo>
                <a:lnTo>
                  <a:pt x="914686" y="4933283"/>
                </a:lnTo>
                <a:lnTo>
                  <a:pt x="914686" y="4930235"/>
                </a:lnTo>
                <a:cubicBezTo>
                  <a:pt x="914686" y="4927473"/>
                  <a:pt x="912400" y="4925187"/>
                  <a:pt x="909638" y="4925187"/>
                </a:cubicBezTo>
                <a:lnTo>
                  <a:pt x="896684" y="4925187"/>
                </a:lnTo>
                <a:cubicBezTo>
                  <a:pt x="893921" y="4925187"/>
                  <a:pt x="891635" y="4927473"/>
                  <a:pt x="891635" y="4930235"/>
                </a:cubicBezTo>
                <a:lnTo>
                  <a:pt x="891635" y="4933283"/>
                </a:lnTo>
                <a:lnTo>
                  <a:pt x="829913" y="4933283"/>
                </a:lnTo>
                <a:cubicBezTo>
                  <a:pt x="829913" y="4933283"/>
                  <a:pt x="774764" y="4871466"/>
                  <a:pt x="774764" y="4871466"/>
                </a:cubicBezTo>
                <a:lnTo>
                  <a:pt x="695230" y="4871466"/>
                </a:lnTo>
                <a:cubicBezTo>
                  <a:pt x="694468" y="4868228"/>
                  <a:pt x="692658" y="4865275"/>
                  <a:pt x="689801" y="4863179"/>
                </a:cubicBezTo>
                <a:cubicBezTo>
                  <a:pt x="687229" y="4861274"/>
                  <a:pt x="684276" y="4860417"/>
                  <a:pt x="681323" y="4860417"/>
                </a:cubicBezTo>
                <a:cubicBezTo>
                  <a:pt x="676942" y="4860417"/>
                  <a:pt x="672560" y="4862418"/>
                  <a:pt x="669703" y="4866228"/>
                </a:cubicBezTo>
                <a:cubicBezTo>
                  <a:pt x="665036" y="4872609"/>
                  <a:pt x="666369" y="4881563"/>
                  <a:pt x="672751" y="4886230"/>
                </a:cubicBezTo>
                <a:cubicBezTo>
                  <a:pt x="674561" y="4887563"/>
                  <a:pt x="676656" y="4888421"/>
                  <a:pt x="678847" y="4888706"/>
                </a:cubicBezTo>
                <a:lnTo>
                  <a:pt x="678847" y="5143786"/>
                </a:lnTo>
                <a:lnTo>
                  <a:pt x="683609" y="5143786"/>
                </a:lnTo>
                <a:lnTo>
                  <a:pt x="683609" y="4888706"/>
                </a:lnTo>
                <a:cubicBezTo>
                  <a:pt x="687324" y="4888040"/>
                  <a:pt x="690563" y="4886134"/>
                  <a:pt x="692753" y="4883087"/>
                </a:cubicBezTo>
                <a:cubicBezTo>
                  <a:pt x="694277" y="4880991"/>
                  <a:pt x="695135" y="4878610"/>
                  <a:pt x="695420" y="4876134"/>
                </a:cubicBezTo>
                <a:lnTo>
                  <a:pt x="772477" y="4876134"/>
                </a:lnTo>
                <a:cubicBezTo>
                  <a:pt x="772477" y="4876134"/>
                  <a:pt x="827627" y="4937950"/>
                  <a:pt x="827627" y="4937950"/>
                </a:cubicBezTo>
                <a:lnTo>
                  <a:pt x="891445" y="4937950"/>
                </a:lnTo>
                <a:cubicBezTo>
                  <a:pt x="891445" y="4937950"/>
                  <a:pt x="891445" y="4942999"/>
                  <a:pt x="891445" y="4942999"/>
                </a:cubicBezTo>
                <a:cubicBezTo>
                  <a:pt x="891445" y="4945761"/>
                  <a:pt x="893731" y="4948047"/>
                  <a:pt x="896493" y="4948047"/>
                </a:cubicBezTo>
                <a:lnTo>
                  <a:pt x="909447" y="4948047"/>
                </a:lnTo>
                <a:cubicBezTo>
                  <a:pt x="912209" y="4948047"/>
                  <a:pt x="914495" y="4945761"/>
                  <a:pt x="914495" y="4942999"/>
                </a:cubicBezTo>
                <a:lnTo>
                  <a:pt x="914495" y="4937856"/>
                </a:lnTo>
                <a:lnTo>
                  <a:pt x="1058228" y="4937856"/>
                </a:lnTo>
                <a:lnTo>
                  <a:pt x="1083183" y="4914995"/>
                </a:lnTo>
                <a:lnTo>
                  <a:pt x="1200817" y="4914995"/>
                </a:lnTo>
                <a:lnTo>
                  <a:pt x="1225391" y="4940142"/>
                </a:lnTo>
                <a:lnTo>
                  <a:pt x="1271397" y="4940142"/>
                </a:lnTo>
                <a:cubicBezTo>
                  <a:pt x="1272350" y="4944047"/>
                  <a:pt x="1275683" y="4947095"/>
                  <a:pt x="1279874" y="4947475"/>
                </a:cubicBezTo>
                <a:cubicBezTo>
                  <a:pt x="1285113" y="4947952"/>
                  <a:pt x="1289780" y="4944142"/>
                  <a:pt x="1290447" y="4938903"/>
                </a:cubicBezTo>
                <a:lnTo>
                  <a:pt x="1360742" y="4939094"/>
                </a:lnTo>
                <a:lnTo>
                  <a:pt x="1373600" y="4950524"/>
                </a:lnTo>
                <a:cubicBezTo>
                  <a:pt x="1373600" y="4950524"/>
                  <a:pt x="1374077" y="4950810"/>
                  <a:pt x="1374362" y="4950810"/>
                </a:cubicBezTo>
                <a:lnTo>
                  <a:pt x="1507998" y="4950810"/>
                </a:lnTo>
                <a:cubicBezTo>
                  <a:pt x="1507998" y="4950810"/>
                  <a:pt x="1508665" y="4950810"/>
                  <a:pt x="1508855" y="4950524"/>
                </a:cubicBezTo>
                <a:lnTo>
                  <a:pt x="1533906" y="4924140"/>
                </a:lnTo>
                <a:cubicBezTo>
                  <a:pt x="1533906" y="4924140"/>
                  <a:pt x="1534192" y="4923663"/>
                  <a:pt x="1534192" y="4923378"/>
                </a:cubicBezTo>
                <a:lnTo>
                  <a:pt x="1534573" y="4895469"/>
                </a:lnTo>
                <a:lnTo>
                  <a:pt x="1579245" y="4895469"/>
                </a:lnTo>
                <a:lnTo>
                  <a:pt x="1579245" y="4951095"/>
                </a:lnTo>
                <a:cubicBezTo>
                  <a:pt x="1579245" y="4951095"/>
                  <a:pt x="1545146" y="4987004"/>
                  <a:pt x="1545146" y="4987004"/>
                </a:cubicBezTo>
                <a:lnTo>
                  <a:pt x="1417796" y="4987004"/>
                </a:lnTo>
                <a:cubicBezTo>
                  <a:pt x="1417796" y="4987004"/>
                  <a:pt x="1405033" y="4976146"/>
                  <a:pt x="1405033" y="4976146"/>
                </a:cubicBezTo>
                <a:cubicBezTo>
                  <a:pt x="1404842" y="4975956"/>
                  <a:pt x="1404557" y="4975860"/>
                  <a:pt x="1404271" y="4975860"/>
                </a:cubicBezTo>
                <a:lnTo>
                  <a:pt x="1314450" y="4975670"/>
                </a:lnTo>
                <a:lnTo>
                  <a:pt x="1314450" y="4969288"/>
                </a:lnTo>
                <a:cubicBezTo>
                  <a:pt x="1314450" y="4966525"/>
                  <a:pt x="1312164" y="4964240"/>
                  <a:pt x="1309402" y="4964240"/>
                </a:cubicBezTo>
                <a:lnTo>
                  <a:pt x="1296448" y="4964240"/>
                </a:lnTo>
                <a:cubicBezTo>
                  <a:pt x="1293686" y="4964240"/>
                  <a:pt x="1291400" y="4966525"/>
                  <a:pt x="1291400" y="4969288"/>
                </a:cubicBezTo>
                <a:lnTo>
                  <a:pt x="1291400" y="4974431"/>
                </a:lnTo>
                <a:lnTo>
                  <a:pt x="1215485" y="4974146"/>
                </a:lnTo>
                <a:lnTo>
                  <a:pt x="1189101" y="4947095"/>
                </a:lnTo>
                <a:lnTo>
                  <a:pt x="1103376" y="4947571"/>
                </a:lnTo>
                <a:lnTo>
                  <a:pt x="1102519" y="4947571"/>
                </a:lnTo>
                <a:lnTo>
                  <a:pt x="1069277" y="4974431"/>
                </a:lnTo>
                <a:lnTo>
                  <a:pt x="912304" y="4974146"/>
                </a:lnTo>
                <a:cubicBezTo>
                  <a:pt x="911828" y="4969193"/>
                  <a:pt x="907828" y="4965383"/>
                  <a:pt x="902779" y="4965383"/>
                </a:cubicBezTo>
                <a:cubicBezTo>
                  <a:pt x="897731" y="4965383"/>
                  <a:pt x="894112" y="4968907"/>
                  <a:pt x="893350" y="4973574"/>
                </a:cubicBezTo>
                <a:lnTo>
                  <a:pt x="819626" y="4973765"/>
                </a:lnTo>
                <a:lnTo>
                  <a:pt x="765524" y="4911662"/>
                </a:lnTo>
                <a:lnTo>
                  <a:pt x="725710" y="4911662"/>
                </a:lnTo>
                <a:cubicBezTo>
                  <a:pt x="724852" y="4908804"/>
                  <a:pt x="723138" y="4906042"/>
                  <a:pt x="720471" y="4904137"/>
                </a:cubicBezTo>
                <a:cubicBezTo>
                  <a:pt x="717899" y="4902232"/>
                  <a:pt x="714947" y="4901375"/>
                  <a:pt x="711994" y="4901375"/>
                </a:cubicBezTo>
                <a:cubicBezTo>
                  <a:pt x="707612" y="4901375"/>
                  <a:pt x="703231" y="4903375"/>
                  <a:pt x="700373" y="4907185"/>
                </a:cubicBezTo>
                <a:cubicBezTo>
                  <a:pt x="695706" y="4913567"/>
                  <a:pt x="697040" y="4922520"/>
                  <a:pt x="703421" y="4927188"/>
                </a:cubicBezTo>
                <a:cubicBezTo>
                  <a:pt x="705231" y="4928521"/>
                  <a:pt x="707327" y="4929378"/>
                  <a:pt x="709517" y="4929664"/>
                </a:cubicBezTo>
                <a:lnTo>
                  <a:pt x="709517" y="4938903"/>
                </a:lnTo>
                <a:lnTo>
                  <a:pt x="714280" y="4938903"/>
                </a:lnTo>
                <a:lnTo>
                  <a:pt x="714280" y="4929664"/>
                </a:lnTo>
                <a:cubicBezTo>
                  <a:pt x="717995" y="4928997"/>
                  <a:pt x="721233" y="4927092"/>
                  <a:pt x="723424" y="4924044"/>
                </a:cubicBezTo>
                <a:cubicBezTo>
                  <a:pt x="725138" y="4921663"/>
                  <a:pt x="725996" y="4918996"/>
                  <a:pt x="726186" y="4916329"/>
                </a:cubicBezTo>
                <a:lnTo>
                  <a:pt x="763238" y="4916329"/>
                </a:lnTo>
                <a:cubicBezTo>
                  <a:pt x="763238" y="4916329"/>
                  <a:pt x="817340" y="4978432"/>
                  <a:pt x="817340" y="4978432"/>
                </a:cubicBezTo>
                <a:lnTo>
                  <a:pt x="893540" y="4978242"/>
                </a:lnTo>
                <a:cubicBezTo>
                  <a:pt x="894874" y="4982051"/>
                  <a:pt x="898398" y="4984814"/>
                  <a:pt x="902684" y="4984814"/>
                </a:cubicBezTo>
                <a:cubicBezTo>
                  <a:pt x="906971" y="4984814"/>
                  <a:pt x="910209" y="4982337"/>
                  <a:pt x="911638" y="4978813"/>
                </a:cubicBezTo>
                <a:lnTo>
                  <a:pt x="1070039" y="4979099"/>
                </a:lnTo>
                <a:lnTo>
                  <a:pt x="1070896" y="4979099"/>
                </a:lnTo>
                <a:lnTo>
                  <a:pt x="1104138" y="4952238"/>
                </a:lnTo>
                <a:lnTo>
                  <a:pt x="1187006" y="4951762"/>
                </a:lnTo>
                <a:lnTo>
                  <a:pt x="1213390" y="4978813"/>
                </a:lnTo>
                <a:lnTo>
                  <a:pt x="1291400" y="4979099"/>
                </a:lnTo>
                <a:lnTo>
                  <a:pt x="1291400" y="4982051"/>
                </a:lnTo>
                <a:cubicBezTo>
                  <a:pt x="1291400" y="4984814"/>
                  <a:pt x="1293686" y="4987100"/>
                  <a:pt x="1296448" y="4987100"/>
                </a:cubicBezTo>
                <a:lnTo>
                  <a:pt x="1309402" y="4987100"/>
                </a:lnTo>
                <a:cubicBezTo>
                  <a:pt x="1312164" y="4987100"/>
                  <a:pt x="1314450" y="4984814"/>
                  <a:pt x="1314450" y="4982051"/>
                </a:cubicBezTo>
                <a:lnTo>
                  <a:pt x="1314450" y="4977860"/>
                </a:lnTo>
                <a:lnTo>
                  <a:pt x="1403890" y="4978051"/>
                </a:lnTo>
                <a:lnTo>
                  <a:pt x="1416653" y="4988719"/>
                </a:lnTo>
                <a:cubicBezTo>
                  <a:pt x="1416653" y="4988719"/>
                  <a:pt x="1417130" y="4989005"/>
                  <a:pt x="1417415" y="4989005"/>
                </a:cubicBezTo>
                <a:lnTo>
                  <a:pt x="1545622" y="4989005"/>
                </a:lnTo>
                <a:cubicBezTo>
                  <a:pt x="1545622" y="4989005"/>
                  <a:pt x="1546289" y="4989005"/>
                  <a:pt x="1546479" y="4988719"/>
                </a:cubicBezTo>
                <a:lnTo>
                  <a:pt x="1581245" y="4952048"/>
                </a:lnTo>
                <a:cubicBezTo>
                  <a:pt x="1581245" y="4952048"/>
                  <a:pt x="1581531" y="4951572"/>
                  <a:pt x="1581531" y="4951190"/>
                </a:cubicBezTo>
                <a:lnTo>
                  <a:pt x="1581531" y="4895088"/>
                </a:lnTo>
                <a:lnTo>
                  <a:pt x="1626013" y="4895088"/>
                </a:lnTo>
                <a:lnTo>
                  <a:pt x="1626013" y="4969002"/>
                </a:lnTo>
                <a:cubicBezTo>
                  <a:pt x="1626013" y="4969002"/>
                  <a:pt x="1568006" y="5029486"/>
                  <a:pt x="1568006" y="5029486"/>
                </a:cubicBezTo>
                <a:lnTo>
                  <a:pt x="1407605" y="5029486"/>
                </a:lnTo>
                <a:cubicBezTo>
                  <a:pt x="1407605" y="5029486"/>
                  <a:pt x="1389602" y="5013484"/>
                  <a:pt x="1389602" y="5013484"/>
                </a:cubicBezTo>
                <a:cubicBezTo>
                  <a:pt x="1389412" y="5013294"/>
                  <a:pt x="1389126" y="5013198"/>
                  <a:pt x="1388840" y="5013198"/>
                </a:cubicBezTo>
                <a:lnTo>
                  <a:pt x="1290352" y="5013008"/>
                </a:lnTo>
                <a:cubicBezTo>
                  <a:pt x="1290066" y="5007864"/>
                  <a:pt x="1285875" y="5003673"/>
                  <a:pt x="1280636" y="5003673"/>
                </a:cubicBezTo>
                <a:cubicBezTo>
                  <a:pt x="1276064" y="5003673"/>
                  <a:pt x="1272350" y="5006912"/>
                  <a:pt x="1271302" y="5011198"/>
                </a:cubicBezTo>
                <a:lnTo>
                  <a:pt x="1207199" y="5011198"/>
                </a:lnTo>
                <a:lnTo>
                  <a:pt x="1182148" y="4985862"/>
                </a:lnTo>
                <a:lnTo>
                  <a:pt x="1124998" y="4985862"/>
                </a:lnTo>
                <a:cubicBezTo>
                  <a:pt x="1124998" y="4985862"/>
                  <a:pt x="1094994" y="5011103"/>
                  <a:pt x="1094994" y="5011103"/>
                </a:cubicBezTo>
                <a:lnTo>
                  <a:pt x="911828" y="5011103"/>
                </a:lnTo>
                <a:lnTo>
                  <a:pt x="911828" y="5007007"/>
                </a:lnTo>
                <a:cubicBezTo>
                  <a:pt x="911828" y="5005483"/>
                  <a:pt x="910590" y="5004340"/>
                  <a:pt x="909161" y="5004340"/>
                </a:cubicBezTo>
                <a:lnTo>
                  <a:pt x="896207" y="5004340"/>
                </a:lnTo>
                <a:cubicBezTo>
                  <a:pt x="894683" y="5004340"/>
                  <a:pt x="893540" y="5005578"/>
                  <a:pt x="893540" y="5007007"/>
                </a:cubicBezTo>
                <a:lnTo>
                  <a:pt x="893540" y="5010912"/>
                </a:lnTo>
                <a:lnTo>
                  <a:pt x="807053" y="5010912"/>
                </a:lnTo>
                <a:lnTo>
                  <a:pt x="756095" y="4952715"/>
                </a:lnTo>
                <a:cubicBezTo>
                  <a:pt x="759047" y="4946619"/>
                  <a:pt x="757428" y="4939094"/>
                  <a:pt x="751713" y="4934903"/>
                </a:cubicBezTo>
                <a:cubicBezTo>
                  <a:pt x="749141" y="4932998"/>
                  <a:pt x="746189" y="4932140"/>
                  <a:pt x="743236" y="4932140"/>
                </a:cubicBezTo>
                <a:cubicBezTo>
                  <a:pt x="738854" y="4932140"/>
                  <a:pt x="734473" y="4934141"/>
                  <a:pt x="731615" y="4937950"/>
                </a:cubicBezTo>
                <a:cubicBezTo>
                  <a:pt x="726948" y="4944333"/>
                  <a:pt x="728282" y="4953286"/>
                  <a:pt x="734663" y="4957953"/>
                </a:cubicBezTo>
                <a:cubicBezTo>
                  <a:pt x="736283" y="4959192"/>
                  <a:pt x="738188" y="4959953"/>
                  <a:pt x="740093" y="4960335"/>
                </a:cubicBezTo>
                <a:lnTo>
                  <a:pt x="740283" y="5143215"/>
                </a:lnTo>
                <a:lnTo>
                  <a:pt x="745046" y="5143215"/>
                </a:lnTo>
                <a:lnTo>
                  <a:pt x="744855" y="4960525"/>
                </a:lnTo>
                <a:cubicBezTo>
                  <a:pt x="744855" y="4960525"/>
                  <a:pt x="745141" y="4960525"/>
                  <a:pt x="745236" y="4960525"/>
                </a:cubicBezTo>
                <a:cubicBezTo>
                  <a:pt x="748189" y="4960049"/>
                  <a:pt x="750761" y="4958525"/>
                  <a:pt x="752856" y="4956429"/>
                </a:cubicBezTo>
                <a:lnTo>
                  <a:pt x="804672" y="5015579"/>
                </a:lnTo>
                <a:lnTo>
                  <a:pt x="893254" y="5015579"/>
                </a:lnTo>
                <a:lnTo>
                  <a:pt x="893254" y="5019770"/>
                </a:lnTo>
                <a:cubicBezTo>
                  <a:pt x="893254" y="5021294"/>
                  <a:pt x="894493" y="5022438"/>
                  <a:pt x="895922" y="5022438"/>
                </a:cubicBezTo>
                <a:lnTo>
                  <a:pt x="908876" y="5022438"/>
                </a:lnTo>
                <a:cubicBezTo>
                  <a:pt x="910400" y="5022438"/>
                  <a:pt x="911543" y="5021199"/>
                  <a:pt x="911543" y="5019770"/>
                </a:cubicBezTo>
                <a:lnTo>
                  <a:pt x="911543" y="5015770"/>
                </a:lnTo>
                <a:lnTo>
                  <a:pt x="1096518" y="5015770"/>
                </a:lnTo>
                <a:lnTo>
                  <a:pt x="1126522" y="4990624"/>
                </a:lnTo>
                <a:lnTo>
                  <a:pt x="1179862" y="4990624"/>
                </a:lnTo>
                <a:cubicBezTo>
                  <a:pt x="1179862" y="4990624"/>
                  <a:pt x="1204913" y="5015866"/>
                  <a:pt x="1204913" y="5015866"/>
                </a:cubicBezTo>
                <a:lnTo>
                  <a:pt x="1271016" y="5015866"/>
                </a:lnTo>
                <a:cubicBezTo>
                  <a:pt x="1272159" y="5020057"/>
                  <a:pt x="1275778" y="5023104"/>
                  <a:pt x="1280255" y="5023104"/>
                </a:cubicBezTo>
                <a:cubicBezTo>
                  <a:pt x="1284732" y="5023104"/>
                  <a:pt x="1288732" y="5019675"/>
                  <a:pt x="1289590" y="5015294"/>
                </a:cubicBezTo>
                <a:lnTo>
                  <a:pt x="1387983" y="5015484"/>
                </a:lnTo>
                <a:lnTo>
                  <a:pt x="1405985" y="5031391"/>
                </a:lnTo>
                <a:cubicBezTo>
                  <a:pt x="1405985" y="5031391"/>
                  <a:pt x="1406462" y="5031677"/>
                  <a:pt x="1406747" y="5031677"/>
                </a:cubicBezTo>
                <a:lnTo>
                  <a:pt x="1568101" y="5031677"/>
                </a:lnTo>
                <a:cubicBezTo>
                  <a:pt x="1568101" y="5031677"/>
                  <a:pt x="1568768" y="5031677"/>
                  <a:pt x="1568958" y="5031391"/>
                </a:cubicBezTo>
                <a:lnTo>
                  <a:pt x="1627727" y="4970145"/>
                </a:lnTo>
                <a:cubicBezTo>
                  <a:pt x="1627727" y="4970145"/>
                  <a:pt x="1628013" y="4969669"/>
                  <a:pt x="1628013" y="4969288"/>
                </a:cubicBezTo>
                <a:lnTo>
                  <a:pt x="1628013" y="4894898"/>
                </a:lnTo>
                <a:cubicBezTo>
                  <a:pt x="1628013" y="4894898"/>
                  <a:pt x="1636681" y="4894898"/>
                  <a:pt x="1636681" y="4894898"/>
                </a:cubicBezTo>
                <a:cubicBezTo>
                  <a:pt x="1655731" y="4894898"/>
                  <a:pt x="1671352" y="4879372"/>
                  <a:pt x="1671352" y="4860227"/>
                </a:cubicBezTo>
                <a:cubicBezTo>
                  <a:pt x="1671352" y="4841081"/>
                  <a:pt x="1655826" y="4825651"/>
                  <a:pt x="1636681" y="4825651"/>
                </a:cubicBezTo>
                <a:lnTo>
                  <a:pt x="1626394" y="4825651"/>
                </a:lnTo>
                <a:lnTo>
                  <a:pt x="1626394" y="4776693"/>
                </a:lnTo>
                <a:lnTo>
                  <a:pt x="1669352" y="4776693"/>
                </a:lnTo>
                <a:lnTo>
                  <a:pt x="1683353" y="4792218"/>
                </a:lnTo>
                <a:lnTo>
                  <a:pt x="1683353" y="4992148"/>
                </a:lnTo>
                <a:lnTo>
                  <a:pt x="1661636" y="4992148"/>
                </a:lnTo>
                <a:lnTo>
                  <a:pt x="1617059" y="5043488"/>
                </a:lnTo>
                <a:cubicBezTo>
                  <a:pt x="1614869" y="5042440"/>
                  <a:pt x="1612487" y="5041773"/>
                  <a:pt x="1610011" y="5042059"/>
                </a:cubicBezTo>
                <a:cubicBezTo>
                  <a:pt x="1606677" y="5042440"/>
                  <a:pt x="1603724" y="5044154"/>
                  <a:pt x="1601629" y="5046822"/>
                </a:cubicBezTo>
                <a:cubicBezTo>
                  <a:pt x="1599533" y="5049488"/>
                  <a:pt x="1598676" y="5052822"/>
                  <a:pt x="1599057" y="5056156"/>
                </a:cubicBezTo>
                <a:cubicBezTo>
                  <a:pt x="1599343" y="5058157"/>
                  <a:pt x="1600200" y="5059966"/>
                  <a:pt x="1601248" y="5061585"/>
                </a:cubicBezTo>
                <a:lnTo>
                  <a:pt x="1594295" y="5071015"/>
                </a:lnTo>
                <a:lnTo>
                  <a:pt x="1594771" y="5143215"/>
                </a:lnTo>
                <a:lnTo>
                  <a:pt x="1599533" y="5143215"/>
                </a:lnTo>
                <a:lnTo>
                  <a:pt x="1599057" y="5072634"/>
                </a:lnTo>
                <a:lnTo>
                  <a:pt x="1604677" y="5065014"/>
                </a:lnTo>
                <a:cubicBezTo>
                  <a:pt x="1606677" y="5066348"/>
                  <a:pt x="1609058" y="5067300"/>
                  <a:pt x="1611535" y="5067300"/>
                </a:cubicBezTo>
                <a:cubicBezTo>
                  <a:pt x="1612106" y="5067300"/>
                  <a:pt x="1612582" y="5067300"/>
                  <a:pt x="1613154" y="5067205"/>
                </a:cubicBezTo>
                <a:cubicBezTo>
                  <a:pt x="1615535" y="5066919"/>
                  <a:pt x="1617631" y="5065872"/>
                  <a:pt x="1619345" y="5064538"/>
                </a:cubicBezTo>
                <a:lnTo>
                  <a:pt x="1623822" y="5068348"/>
                </a:lnTo>
                <a:lnTo>
                  <a:pt x="1623822" y="5143215"/>
                </a:lnTo>
                <a:cubicBezTo>
                  <a:pt x="1623822" y="5143215"/>
                  <a:pt x="1628585" y="5143215"/>
                  <a:pt x="1628585" y="5143215"/>
                </a:cubicBezTo>
                <a:lnTo>
                  <a:pt x="1628585" y="5066062"/>
                </a:lnTo>
                <a:cubicBezTo>
                  <a:pt x="1628585" y="5066062"/>
                  <a:pt x="1622489" y="5060823"/>
                  <a:pt x="1622489" y="5060823"/>
                </a:cubicBezTo>
                <a:cubicBezTo>
                  <a:pt x="1623822" y="5058537"/>
                  <a:pt x="1624489" y="5055775"/>
                  <a:pt x="1624108" y="5053013"/>
                </a:cubicBezTo>
                <a:cubicBezTo>
                  <a:pt x="1623917" y="5051298"/>
                  <a:pt x="1623251" y="5049679"/>
                  <a:pt x="1622393" y="5048155"/>
                </a:cubicBezTo>
                <a:lnTo>
                  <a:pt x="1664875" y="4999292"/>
                </a:lnTo>
                <a:lnTo>
                  <a:pt x="1683353" y="4999292"/>
                </a:lnTo>
                <a:lnTo>
                  <a:pt x="1683353" y="5052156"/>
                </a:lnTo>
                <a:cubicBezTo>
                  <a:pt x="1680782" y="5053489"/>
                  <a:pt x="1678972" y="5056061"/>
                  <a:pt x="1678972" y="5059109"/>
                </a:cubicBezTo>
                <a:cubicBezTo>
                  <a:pt x="1678972" y="5062633"/>
                  <a:pt x="1681353" y="5065586"/>
                  <a:pt x="1684496" y="5066538"/>
                </a:cubicBezTo>
                <a:lnTo>
                  <a:pt x="1684496" y="5080635"/>
                </a:lnTo>
                <a:lnTo>
                  <a:pt x="1677067" y="5089208"/>
                </a:lnTo>
                <a:lnTo>
                  <a:pt x="1677067" y="5143215"/>
                </a:lnTo>
                <a:lnTo>
                  <a:pt x="1681829" y="5143215"/>
                </a:lnTo>
                <a:lnTo>
                  <a:pt x="1681829" y="5091017"/>
                </a:lnTo>
                <a:lnTo>
                  <a:pt x="1689259" y="5082445"/>
                </a:lnTo>
                <a:close/>
                <a:moveTo>
                  <a:pt x="1569244" y="4746117"/>
                </a:moveTo>
                <a:cubicBezTo>
                  <a:pt x="1569244" y="4747355"/>
                  <a:pt x="1568196" y="4748403"/>
                  <a:pt x="1566958" y="4748403"/>
                </a:cubicBezTo>
                <a:lnTo>
                  <a:pt x="1557909" y="4748403"/>
                </a:lnTo>
                <a:cubicBezTo>
                  <a:pt x="1556671" y="4748403"/>
                  <a:pt x="1555623" y="4747355"/>
                  <a:pt x="1555623" y="4746117"/>
                </a:cubicBezTo>
                <a:lnTo>
                  <a:pt x="1555623" y="4737069"/>
                </a:lnTo>
                <a:cubicBezTo>
                  <a:pt x="1555623" y="4735830"/>
                  <a:pt x="1556671" y="4734782"/>
                  <a:pt x="1557909" y="4734782"/>
                </a:cubicBezTo>
                <a:lnTo>
                  <a:pt x="1566958" y="4734782"/>
                </a:lnTo>
                <a:cubicBezTo>
                  <a:pt x="1568196" y="4734782"/>
                  <a:pt x="1569244" y="4735830"/>
                  <a:pt x="1569244" y="4737069"/>
                </a:cubicBezTo>
                <a:lnTo>
                  <a:pt x="1569244" y="4746117"/>
                </a:lnTo>
                <a:close/>
                <a:moveTo>
                  <a:pt x="1492853" y="4724972"/>
                </a:moveTo>
                <a:cubicBezTo>
                  <a:pt x="1493520" y="4722971"/>
                  <a:pt x="1494949" y="4721352"/>
                  <a:pt x="1496854" y="4720495"/>
                </a:cubicBezTo>
                <a:cubicBezTo>
                  <a:pt x="1497902" y="4720019"/>
                  <a:pt x="1499045" y="4719733"/>
                  <a:pt x="1500283" y="4719733"/>
                </a:cubicBezTo>
                <a:cubicBezTo>
                  <a:pt x="1501140" y="4719733"/>
                  <a:pt x="1501997" y="4719923"/>
                  <a:pt x="1502855" y="4720209"/>
                </a:cubicBezTo>
                <a:cubicBezTo>
                  <a:pt x="1506950" y="4721638"/>
                  <a:pt x="1509141" y="4726115"/>
                  <a:pt x="1507712" y="4730211"/>
                </a:cubicBezTo>
                <a:cubicBezTo>
                  <a:pt x="1507046" y="4732211"/>
                  <a:pt x="1505617" y="4733830"/>
                  <a:pt x="1503712" y="4734687"/>
                </a:cubicBezTo>
                <a:cubicBezTo>
                  <a:pt x="1501807" y="4735640"/>
                  <a:pt x="1499711" y="4735735"/>
                  <a:pt x="1497711" y="4735068"/>
                </a:cubicBezTo>
                <a:cubicBezTo>
                  <a:pt x="1493615" y="4733639"/>
                  <a:pt x="1491425" y="4729163"/>
                  <a:pt x="1492853" y="4725067"/>
                </a:cubicBezTo>
                <a:close/>
                <a:moveTo>
                  <a:pt x="1381601" y="4812697"/>
                </a:moveTo>
                <a:cubicBezTo>
                  <a:pt x="1377506" y="4811268"/>
                  <a:pt x="1375315" y="4806792"/>
                  <a:pt x="1376744" y="4802696"/>
                </a:cubicBezTo>
                <a:cubicBezTo>
                  <a:pt x="1377887" y="4799457"/>
                  <a:pt x="1380935" y="4797457"/>
                  <a:pt x="1384173" y="4797457"/>
                </a:cubicBezTo>
                <a:cubicBezTo>
                  <a:pt x="1385030" y="4797457"/>
                  <a:pt x="1385888" y="4797552"/>
                  <a:pt x="1386745" y="4797933"/>
                </a:cubicBezTo>
                <a:cubicBezTo>
                  <a:pt x="1390841" y="4799362"/>
                  <a:pt x="1393031" y="4803839"/>
                  <a:pt x="1391603" y="4807935"/>
                </a:cubicBezTo>
                <a:cubicBezTo>
                  <a:pt x="1390174" y="4812030"/>
                  <a:pt x="1385697" y="4814221"/>
                  <a:pt x="1381601" y="4812792"/>
                </a:cubicBezTo>
                <a:close/>
                <a:moveTo>
                  <a:pt x="690848" y="4881372"/>
                </a:moveTo>
                <a:cubicBezTo>
                  <a:pt x="689039" y="4883849"/>
                  <a:pt x="686276" y="4885563"/>
                  <a:pt x="683228" y="4886040"/>
                </a:cubicBezTo>
                <a:cubicBezTo>
                  <a:pt x="682657" y="4886040"/>
                  <a:pt x="681990" y="4886134"/>
                  <a:pt x="681419" y="4886134"/>
                </a:cubicBezTo>
                <a:cubicBezTo>
                  <a:pt x="678942" y="4886134"/>
                  <a:pt x="676561" y="4885373"/>
                  <a:pt x="674561" y="4883849"/>
                </a:cubicBezTo>
                <a:cubicBezTo>
                  <a:pt x="669322" y="4880039"/>
                  <a:pt x="668274" y="4872704"/>
                  <a:pt x="672084" y="4867466"/>
                </a:cubicBezTo>
                <a:cubicBezTo>
                  <a:pt x="675894" y="4862322"/>
                  <a:pt x="683228" y="4861179"/>
                  <a:pt x="688467" y="4864989"/>
                </a:cubicBezTo>
                <a:cubicBezTo>
                  <a:pt x="690944" y="4866799"/>
                  <a:pt x="692658" y="4869561"/>
                  <a:pt x="693134" y="4872609"/>
                </a:cubicBezTo>
                <a:cubicBezTo>
                  <a:pt x="693611" y="4875657"/>
                  <a:pt x="692849" y="4878801"/>
                  <a:pt x="691039" y="4881277"/>
                </a:cubicBezTo>
                <a:close/>
                <a:moveTo>
                  <a:pt x="909923" y="4942904"/>
                </a:moveTo>
                <a:cubicBezTo>
                  <a:pt x="909923" y="4942904"/>
                  <a:pt x="909733" y="4943190"/>
                  <a:pt x="909638" y="4943190"/>
                </a:cubicBezTo>
                <a:lnTo>
                  <a:pt x="896398" y="4942904"/>
                </a:lnTo>
                <a:lnTo>
                  <a:pt x="896684" y="4929664"/>
                </a:lnTo>
                <a:lnTo>
                  <a:pt x="909923" y="4929950"/>
                </a:lnTo>
                <a:lnTo>
                  <a:pt x="909923" y="4942904"/>
                </a:lnTo>
                <a:close/>
                <a:moveTo>
                  <a:pt x="721900" y="4922615"/>
                </a:moveTo>
                <a:cubicBezTo>
                  <a:pt x="720090" y="4925092"/>
                  <a:pt x="717328" y="4926806"/>
                  <a:pt x="714280" y="4927283"/>
                </a:cubicBezTo>
                <a:cubicBezTo>
                  <a:pt x="713708" y="4927283"/>
                  <a:pt x="713042" y="4927378"/>
                  <a:pt x="712470" y="4927378"/>
                </a:cubicBezTo>
                <a:cubicBezTo>
                  <a:pt x="709994" y="4927378"/>
                  <a:pt x="707612" y="4926616"/>
                  <a:pt x="705612" y="4925092"/>
                </a:cubicBezTo>
                <a:cubicBezTo>
                  <a:pt x="700373" y="4921282"/>
                  <a:pt x="699326" y="4913948"/>
                  <a:pt x="703136" y="4908709"/>
                </a:cubicBezTo>
                <a:cubicBezTo>
                  <a:pt x="706946" y="4903565"/>
                  <a:pt x="714280" y="4902422"/>
                  <a:pt x="719519" y="4906233"/>
                </a:cubicBezTo>
                <a:cubicBezTo>
                  <a:pt x="721995" y="4908042"/>
                  <a:pt x="723710" y="4910804"/>
                  <a:pt x="724186" y="4913853"/>
                </a:cubicBezTo>
                <a:cubicBezTo>
                  <a:pt x="724662" y="4916901"/>
                  <a:pt x="723900" y="4920044"/>
                  <a:pt x="722090" y="4922520"/>
                </a:cubicBezTo>
                <a:close/>
                <a:moveTo>
                  <a:pt x="1310164" y="4982147"/>
                </a:moveTo>
                <a:cubicBezTo>
                  <a:pt x="1310164" y="4982147"/>
                  <a:pt x="1310069" y="4982433"/>
                  <a:pt x="1309878" y="4982433"/>
                </a:cubicBezTo>
                <a:lnTo>
                  <a:pt x="1296638" y="4982147"/>
                </a:lnTo>
                <a:lnTo>
                  <a:pt x="1296924" y="4968907"/>
                </a:lnTo>
                <a:lnTo>
                  <a:pt x="1310164" y="4969193"/>
                </a:lnTo>
                <a:lnTo>
                  <a:pt x="1310164" y="4982051"/>
                </a:lnTo>
                <a:close/>
                <a:moveTo>
                  <a:pt x="753237" y="4953667"/>
                </a:moveTo>
                <a:cubicBezTo>
                  <a:pt x="751427" y="4956144"/>
                  <a:pt x="748665" y="4957858"/>
                  <a:pt x="745617" y="4958334"/>
                </a:cubicBezTo>
                <a:cubicBezTo>
                  <a:pt x="745046" y="4958334"/>
                  <a:pt x="744379" y="4958429"/>
                  <a:pt x="743807" y="4958429"/>
                </a:cubicBezTo>
                <a:cubicBezTo>
                  <a:pt x="741331" y="4958429"/>
                  <a:pt x="738950" y="4957667"/>
                  <a:pt x="736949" y="4956144"/>
                </a:cubicBezTo>
                <a:cubicBezTo>
                  <a:pt x="731711" y="4952333"/>
                  <a:pt x="730663" y="4944999"/>
                  <a:pt x="734473" y="4939760"/>
                </a:cubicBezTo>
                <a:cubicBezTo>
                  <a:pt x="738283" y="4934617"/>
                  <a:pt x="745617" y="4933474"/>
                  <a:pt x="750856" y="4937284"/>
                </a:cubicBezTo>
                <a:cubicBezTo>
                  <a:pt x="753332" y="4939094"/>
                  <a:pt x="755047" y="4941856"/>
                  <a:pt x="755523" y="4944904"/>
                </a:cubicBezTo>
                <a:cubicBezTo>
                  <a:pt x="755999" y="4947952"/>
                  <a:pt x="755237" y="4951095"/>
                  <a:pt x="753427" y="4953572"/>
                </a:cubicBezTo>
                <a:close/>
                <a:moveTo>
                  <a:pt x="1583436" y="4795647"/>
                </a:moveTo>
                <a:lnTo>
                  <a:pt x="1597343" y="4777169"/>
                </a:lnTo>
                <a:lnTo>
                  <a:pt x="1625156" y="4777169"/>
                </a:lnTo>
                <a:lnTo>
                  <a:pt x="1625156" y="4826127"/>
                </a:lnTo>
                <a:lnTo>
                  <a:pt x="1583436" y="4826127"/>
                </a:lnTo>
                <a:lnTo>
                  <a:pt x="1583436" y="4795647"/>
                </a:lnTo>
                <a:close/>
                <a:moveTo>
                  <a:pt x="1475137" y="4873086"/>
                </a:moveTo>
                <a:lnTo>
                  <a:pt x="1475137" y="4848511"/>
                </a:lnTo>
                <a:lnTo>
                  <a:pt x="1499711" y="4848511"/>
                </a:lnTo>
                <a:lnTo>
                  <a:pt x="1499711" y="4873086"/>
                </a:lnTo>
                <a:lnTo>
                  <a:pt x="1475137" y="4873086"/>
                </a:lnTo>
                <a:close/>
                <a:moveTo>
                  <a:pt x="1521809" y="4873086"/>
                </a:moveTo>
                <a:lnTo>
                  <a:pt x="1521809" y="4848511"/>
                </a:lnTo>
                <a:lnTo>
                  <a:pt x="1546384" y="4848511"/>
                </a:lnTo>
                <a:lnTo>
                  <a:pt x="1546384" y="4873086"/>
                </a:lnTo>
                <a:lnTo>
                  <a:pt x="1521809" y="4873086"/>
                </a:lnTo>
                <a:close/>
                <a:moveTo>
                  <a:pt x="1579626" y="4890612"/>
                </a:moveTo>
                <a:lnTo>
                  <a:pt x="1534954" y="4890612"/>
                </a:lnTo>
                <a:lnTo>
                  <a:pt x="1535144" y="4877848"/>
                </a:lnTo>
                <a:lnTo>
                  <a:pt x="1548670" y="4877848"/>
                </a:lnTo>
                <a:cubicBezTo>
                  <a:pt x="1550003" y="4877848"/>
                  <a:pt x="1551051" y="4876800"/>
                  <a:pt x="1551051" y="4875467"/>
                </a:cubicBezTo>
                <a:lnTo>
                  <a:pt x="1551051" y="4846130"/>
                </a:lnTo>
                <a:cubicBezTo>
                  <a:pt x="1551051" y="4844796"/>
                  <a:pt x="1550003" y="4843748"/>
                  <a:pt x="1548670" y="4843748"/>
                </a:cubicBezTo>
                <a:lnTo>
                  <a:pt x="1519333" y="4843748"/>
                </a:lnTo>
                <a:cubicBezTo>
                  <a:pt x="1517999" y="4843748"/>
                  <a:pt x="1516952" y="4844796"/>
                  <a:pt x="1516952" y="4846130"/>
                </a:cubicBezTo>
                <a:lnTo>
                  <a:pt x="1516952" y="4875467"/>
                </a:lnTo>
                <a:cubicBezTo>
                  <a:pt x="1516952" y="4876800"/>
                  <a:pt x="1517999" y="4877848"/>
                  <a:pt x="1519333" y="4877848"/>
                </a:cubicBezTo>
                <a:lnTo>
                  <a:pt x="1532763" y="4877848"/>
                </a:lnTo>
                <a:lnTo>
                  <a:pt x="1532573" y="4890612"/>
                </a:lnTo>
                <a:lnTo>
                  <a:pt x="1490853" y="4890612"/>
                </a:lnTo>
                <a:lnTo>
                  <a:pt x="1491044" y="4877848"/>
                </a:lnTo>
                <a:lnTo>
                  <a:pt x="1502093" y="4877848"/>
                </a:lnTo>
                <a:cubicBezTo>
                  <a:pt x="1503426" y="4877848"/>
                  <a:pt x="1504474" y="4876800"/>
                  <a:pt x="1504474" y="4875467"/>
                </a:cubicBezTo>
                <a:lnTo>
                  <a:pt x="1504474" y="4846130"/>
                </a:lnTo>
                <a:cubicBezTo>
                  <a:pt x="1504474" y="4844796"/>
                  <a:pt x="1503426" y="4843748"/>
                  <a:pt x="1502093" y="4843748"/>
                </a:cubicBezTo>
                <a:lnTo>
                  <a:pt x="1472756" y="4843748"/>
                </a:lnTo>
                <a:cubicBezTo>
                  <a:pt x="1471422" y="4843748"/>
                  <a:pt x="1470374" y="4844796"/>
                  <a:pt x="1470374" y="4846130"/>
                </a:cubicBezTo>
                <a:lnTo>
                  <a:pt x="1470374" y="4875467"/>
                </a:lnTo>
                <a:cubicBezTo>
                  <a:pt x="1470374" y="4876800"/>
                  <a:pt x="1471422" y="4877848"/>
                  <a:pt x="1472756" y="4877848"/>
                </a:cubicBezTo>
                <a:lnTo>
                  <a:pt x="1486376" y="4877848"/>
                </a:lnTo>
                <a:lnTo>
                  <a:pt x="1486186" y="4890612"/>
                </a:lnTo>
                <a:lnTo>
                  <a:pt x="1478661" y="4890612"/>
                </a:lnTo>
                <a:cubicBezTo>
                  <a:pt x="1462183" y="4890612"/>
                  <a:pt x="1448848" y="4877182"/>
                  <a:pt x="1448848" y="4860703"/>
                </a:cubicBezTo>
                <a:cubicBezTo>
                  <a:pt x="1448848" y="4844225"/>
                  <a:pt x="1462278" y="4830890"/>
                  <a:pt x="1478661" y="4830890"/>
                </a:cubicBezTo>
                <a:lnTo>
                  <a:pt x="1576388" y="4830890"/>
                </a:lnTo>
                <a:lnTo>
                  <a:pt x="1576388" y="4843653"/>
                </a:lnTo>
                <a:lnTo>
                  <a:pt x="1566291" y="4843653"/>
                </a:lnTo>
                <a:cubicBezTo>
                  <a:pt x="1564957" y="4843653"/>
                  <a:pt x="1563910" y="4844701"/>
                  <a:pt x="1563910" y="4846035"/>
                </a:cubicBezTo>
                <a:lnTo>
                  <a:pt x="1563910" y="4875371"/>
                </a:lnTo>
                <a:cubicBezTo>
                  <a:pt x="1563910" y="4876705"/>
                  <a:pt x="1564957" y="4877753"/>
                  <a:pt x="1566291" y="4877753"/>
                </a:cubicBezTo>
                <a:lnTo>
                  <a:pt x="1579817" y="4877753"/>
                </a:lnTo>
                <a:lnTo>
                  <a:pt x="1579817" y="4890516"/>
                </a:lnTo>
                <a:close/>
                <a:moveTo>
                  <a:pt x="1568482" y="4873086"/>
                </a:moveTo>
                <a:lnTo>
                  <a:pt x="1568482" y="4848511"/>
                </a:lnTo>
                <a:lnTo>
                  <a:pt x="1593056" y="4848511"/>
                </a:lnTo>
                <a:lnTo>
                  <a:pt x="1593056" y="4873086"/>
                </a:lnTo>
                <a:lnTo>
                  <a:pt x="1568482" y="4873086"/>
                </a:lnTo>
                <a:close/>
                <a:moveTo>
                  <a:pt x="1582007" y="4890612"/>
                </a:moveTo>
                <a:lnTo>
                  <a:pt x="1582007" y="4877848"/>
                </a:lnTo>
                <a:lnTo>
                  <a:pt x="1595438" y="4877848"/>
                </a:lnTo>
                <a:cubicBezTo>
                  <a:pt x="1596771" y="4877848"/>
                  <a:pt x="1597819" y="4876800"/>
                  <a:pt x="1597819" y="4875467"/>
                </a:cubicBezTo>
                <a:lnTo>
                  <a:pt x="1597819" y="4846130"/>
                </a:lnTo>
                <a:cubicBezTo>
                  <a:pt x="1597819" y="4844796"/>
                  <a:pt x="1596771" y="4843748"/>
                  <a:pt x="1595438" y="4843748"/>
                </a:cubicBezTo>
                <a:lnTo>
                  <a:pt x="1583341" y="4843748"/>
                </a:lnTo>
                <a:lnTo>
                  <a:pt x="1583341" y="4830985"/>
                </a:lnTo>
                <a:lnTo>
                  <a:pt x="1625060" y="4830985"/>
                </a:lnTo>
                <a:lnTo>
                  <a:pt x="1625060" y="4843748"/>
                </a:lnTo>
                <a:lnTo>
                  <a:pt x="1612773" y="4843748"/>
                </a:lnTo>
                <a:cubicBezTo>
                  <a:pt x="1611440" y="4843748"/>
                  <a:pt x="1610392" y="4844796"/>
                  <a:pt x="1610392" y="4846130"/>
                </a:cubicBezTo>
                <a:lnTo>
                  <a:pt x="1610392" y="4875467"/>
                </a:lnTo>
                <a:cubicBezTo>
                  <a:pt x="1610392" y="4876800"/>
                  <a:pt x="1611440" y="4877848"/>
                  <a:pt x="1612773" y="4877848"/>
                </a:cubicBezTo>
                <a:lnTo>
                  <a:pt x="1626489" y="4877848"/>
                </a:lnTo>
                <a:lnTo>
                  <a:pt x="1626489" y="4890612"/>
                </a:lnTo>
                <a:cubicBezTo>
                  <a:pt x="1626489" y="4890612"/>
                  <a:pt x="1582007" y="4890612"/>
                  <a:pt x="1582007" y="4890612"/>
                </a:cubicBezTo>
                <a:close/>
                <a:moveTo>
                  <a:pt x="1615250" y="4873086"/>
                </a:moveTo>
                <a:lnTo>
                  <a:pt x="1615250" y="4848511"/>
                </a:lnTo>
                <a:lnTo>
                  <a:pt x="1639824" y="4848511"/>
                </a:lnTo>
                <a:lnTo>
                  <a:pt x="1639824" y="4873086"/>
                </a:lnTo>
                <a:lnTo>
                  <a:pt x="1615250" y="4873086"/>
                </a:lnTo>
                <a:close/>
                <a:moveTo>
                  <a:pt x="1637728" y="4830890"/>
                </a:moveTo>
                <a:cubicBezTo>
                  <a:pt x="1654207" y="4830890"/>
                  <a:pt x="1667637" y="4844320"/>
                  <a:pt x="1667637" y="4860703"/>
                </a:cubicBezTo>
                <a:cubicBezTo>
                  <a:pt x="1667637" y="4877086"/>
                  <a:pt x="1654207" y="4890612"/>
                  <a:pt x="1637728" y="4890612"/>
                </a:cubicBezTo>
                <a:lnTo>
                  <a:pt x="1628870" y="4890612"/>
                </a:lnTo>
                <a:lnTo>
                  <a:pt x="1628870" y="4877848"/>
                </a:lnTo>
                <a:cubicBezTo>
                  <a:pt x="1628870" y="4877848"/>
                  <a:pt x="1642110" y="4877848"/>
                  <a:pt x="1642110" y="4877848"/>
                </a:cubicBezTo>
                <a:cubicBezTo>
                  <a:pt x="1643444" y="4877848"/>
                  <a:pt x="1644491" y="4876800"/>
                  <a:pt x="1644491" y="4875467"/>
                </a:cubicBezTo>
                <a:lnTo>
                  <a:pt x="1644491" y="4846130"/>
                </a:lnTo>
                <a:cubicBezTo>
                  <a:pt x="1644491" y="4844796"/>
                  <a:pt x="1643444" y="4843748"/>
                  <a:pt x="1642110" y="4843748"/>
                </a:cubicBezTo>
                <a:lnTo>
                  <a:pt x="1627442" y="4843748"/>
                </a:lnTo>
                <a:lnTo>
                  <a:pt x="1627442" y="4830985"/>
                </a:lnTo>
                <a:lnTo>
                  <a:pt x="1637728" y="4830985"/>
                </a:lnTo>
                <a:close/>
                <a:moveTo>
                  <a:pt x="1620488" y="5054060"/>
                </a:moveTo>
                <a:cubicBezTo>
                  <a:pt x="1621060" y="5058347"/>
                  <a:pt x="1618012" y="5062347"/>
                  <a:pt x="1613726" y="5062824"/>
                </a:cubicBezTo>
                <a:cubicBezTo>
                  <a:pt x="1609439" y="5063395"/>
                  <a:pt x="1605439" y="5060347"/>
                  <a:pt x="1604867" y="5055965"/>
                </a:cubicBezTo>
                <a:cubicBezTo>
                  <a:pt x="1604582" y="5053870"/>
                  <a:pt x="1605153" y="5051774"/>
                  <a:pt x="1606487" y="5050155"/>
                </a:cubicBezTo>
                <a:cubicBezTo>
                  <a:pt x="1607725" y="5048536"/>
                  <a:pt x="1609630" y="5047393"/>
                  <a:pt x="1611725" y="5047203"/>
                </a:cubicBezTo>
                <a:cubicBezTo>
                  <a:pt x="1612106" y="5047203"/>
                  <a:pt x="1612392" y="5047203"/>
                  <a:pt x="1612773" y="5047203"/>
                </a:cubicBezTo>
                <a:cubicBezTo>
                  <a:pt x="1614488" y="5047203"/>
                  <a:pt x="1616202" y="5047774"/>
                  <a:pt x="1617536" y="5048822"/>
                </a:cubicBezTo>
                <a:cubicBezTo>
                  <a:pt x="1619155" y="5050060"/>
                  <a:pt x="1620298" y="5051965"/>
                  <a:pt x="1620488" y="5054060"/>
                </a:cubicBezTo>
                <a:lnTo>
                  <a:pt x="1620488" y="5054060"/>
                </a:lnTo>
                <a:close/>
                <a:moveTo>
                  <a:pt x="1684877" y="5059490"/>
                </a:moveTo>
                <a:cubicBezTo>
                  <a:pt x="1684877" y="5057775"/>
                  <a:pt x="1686306" y="5056347"/>
                  <a:pt x="1688021" y="5056347"/>
                </a:cubicBezTo>
                <a:cubicBezTo>
                  <a:pt x="1689735" y="5056347"/>
                  <a:pt x="1691164" y="5057775"/>
                  <a:pt x="1691164" y="5059490"/>
                </a:cubicBezTo>
                <a:cubicBezTo>
                  <a:pt x="1691164" y="5061204"/>
                  <a:pt x="1689735" y="5062633"/>
                  <a:pt x="1688021" y="5062633"/>
                </a:cubicBezTo>
                <a:cubicBezTo>
                  <a:pt x="1686306" y="5062633"/>
                  <a:pt x="1684877" y="5061204"/>
                  <a:pt x="1684877" y="5059490"/>
                </a:cubicBezTo>
                <a:close/>
                <a:moveTo>
                  <a:pt x="95" y="1603820"/>
                </a:moveTo>
                <a:lnTo>
                  <a:pt x="23813" y="1603629"/>
                </a:lnTo>
                <a:lnTo>
                  <a:pt x="60008" y="1568577"/>
                </a:lnTo>
                <a:lnTo>
                  <a:pt x="170593" y="1568577"/>
                </a:lnTo>
                <a:cubicBezTo>
                  <a:pt x="170593" y="1568577"/>
                  <a:pt x="188690" y="1555718"/>
                  <a:pt x="188690" y="1555718"/>
                </a:cubicBezTo>
                <a:cubicBezTo>
                  <a:pt x="191072" y="1557909"/>
                  <a:pt x="194310" y="1559338"/>
                  <a:pt x="197834" y="1559338"/>
                </a:cubicBezTo>
                <a:cubicBezTo>
                  <a:pt x="199358" y="1559338"/>
                  <a:pt x="200787" y="1559052"/>
                  <a:pt x="202120" y="1558576"/>
                </a:cubicBezTo>
                <a:lnTo>
                  <a:pt x="216884" y="1575626"/>
                </a:lnTo>
                <a:lnTo>
                  <a:pt x="216884" y="1668494"/>
                </a:lnTo>
                <a:cubicBezTo>
                  <a:pt x="214789" y="1669161"/>
                  <a:pt x="213265" y="1671066"/>
                  <a:pt x="213265" y="1673352"/>
                </a:cubicBezTo>
                <a:lnTo>
                  <a:pt x="213265" y="1679829"/>
                </a:lnTo>
                <a:cubicBezTo>
                  <a:pt x="213265" y="1682687"/>
                  <a:pt x="215551" y="1684973"/>
                  <a:pt x="218408" y="1684973"/>
                </a:cubicBezTo>
                <a:lnTo>
                  <a:pt x="238792" y="1684973"/>
                </a:lnTo>
                <a:cubicBezTo>
                  <a:pt x="241649" y="1684973"/>
                  <a:pt x="243935" y="1682687"/>
                  <a:pt x="243935" y="1679829"/>
                </a:cubicBezTo>
                <a:lnTo>
                  <a:pt x="243935" y="1673352"/>
                </a:lnTo>
                <a:cubicBezTo>
                  <a:pt x="243935" y="1670780"/>
                  <a:pt x="241935" y="1668685"/>
                  <a:pt x="239458" y="1668304"/>
                </a:cubicBezTo>
                <a:lnTo>
                  <a:pt x="239458" y="1574292"/>
                </a:lnTo>
                <a:lnTo>
                  <a:pt x="270415" y="1534001"/>
                </a:lnTo>
                <a:cubicBezTo>
                  <a:pt x="272415" y="1535144"/>
                  <a:pt x="274701" y="1535906"/>
                  <a:pt x="277178" y="1535906"/>
                </a:cubicBezTo>
                <a:cubicBezTo>
                  <a:pt x="284607" y="1535906"/>
                  <a:pt x="290608" y="1529906"/>
                  <a:pt x="290608" y="1522476"/>
                </a:cubicBezTo>
                <a:cubicBezTo>
                  <a:pt x="290608" y="1515047"/>
                  <a:pt x="284607" y="1509046"/>
                  <a:pt x="277178" y="1509046"/>
                </a:cubicBezTo>
                <a:cubicBezTo>
                  <a:pt x="270605" y="1509046"/>
                  <a:pt x="265081" y="1513808"/>
                  <a:pt x="263938" y="1520095"/>
                </a:cubicBezTo>
                <a:lnTo>
                  <a:pt x="229648" y="1520095"/>
                </a:lnTo>
                <a:lnTo>
                  <a:pt x="216599" y="1505522"/>
                </a:lnTo>
                <a:lnTo>
                  <a:pt x="137351" y="1505522"/>
                </a:lnTo>
                <a:lnTo>
                  <a:pt x="102108" y="1531144"/>
                </a:lnTo>
                <a:cubicBezTo>
                  <a:pt x="101251" y="1530668"/>
                  <a:pt x="100298" y="1530287"/>
                  <a:pt x="99251" y="1530287"/>
                </a:cubicBezTo>
                <a:lnTo>
                  <a:pt x="91916" y="1530287"/>
                </a:lnTo>
                <a:cubicBezTo>
                  <a:pt x="88678" y="1530287"/>
                  <a:pt x="86106" y="1532858"/>
                  <a:pt x="86106" y="1536097"/>
                </a:cubicBezTo>
                <a:lnTo>
                  <a:pt x="86106" y="1543431"/>
                </a:lnTo>
                <a:cubicBezTo>
                  <a:pt x="86106" y="1546670"/>
                  <a:pt x="88678" y="1549241"/>
                  <a:pt x="91916" y="1549241"/>
                </a:cubicBezTo>
                <a:lnTo>
                  <a:pt x="99251" y="1549241"/>
                </a:lnTo>
                <a:cubicBezTo>
                  <a:pt x="102489" y="1549241"/>
                  <a:pt x="105061" y="1546670"/>
                  <a:pt x="105061" y="1543431"/>
                </a:cubicBezTo>
                <a:lnTo>
                  <a:pt x="105061" y="1536097"/>
                </a:lnTo>
                <a:cubicBezTo>
                  <a:pt x="105061" y="1536097"/>
                  <a:pt x="104870" y="1535335"/>
                  <a:pt x="104870" y="1535049"/>
                </a:cubicBezTo>
                <a:lnTo>
                  <a:pt x="138875" y="1510379"/>
                </a:lnTo>
                <a:lnTo>
                  <a:pt x="214408" y="1510379"/>
                </a:lnTo>
                <a:lnTo>
                  <a:pt x="227457" y="1524953"/>
                </a:lnTo>
                <a:lnTo>
                  <a:pt x="263843" y="1524953"/>
                </a:lnTo>
                <a:cubicBezTo>
                  <a:pt x="264224" y="1527239"/>
                  <a:pt x="265271" y="1529334"/>
                  <a:pt x="266700" y="1531049"/>
                </a:cubicBezTo>
                <a:lnTo>
                  <a:pt x="234601" y="1572768"/>
                </a:lnTo>
                <a:lnTo>
                  <a:pt x="234601" y="1668304"/>
                </a:lnTo>
                <a:lnTo>
                  <a:pt x="226219" y="1668304"/>
                </a:lnTo>
                <a:lnTo>
                  <a:pt x="226219" y="1572197"/>
                </a:lnTo>
                <a:lnTo>
                  <a:pt x="209264" y="1552575"/>
                </a:lnTo>
                <a:cubicBezTo>
                  <a:pt x="210407" y="1550575"/>
                  <a:pt x="211074" y="1548384"/>
                  <a:pt x="211074" y="1546003"/>
                </a:cubicBezTo>
                <a:cubicBezTo>
                  <a:pt x="211074" y="1538573"/>
                  <a:pt x="205073" y="1532573"/>
                  <a:pt x="197644" y="1532573"/>
                </a:cubicBezTo>
                <a:cubicBezTo>
                  <a:pt x="190214" y="1532573"/>
                  <a:pt x="184214" y="1538573"/>
                  <a:pt x="184214" y="1546003"/>
                </a:cubicBezTo>
                <a:cubicBezTo>
                  <a:pt x="184214" y="1548194"/>
                  <a:pt x="184785" y="1550194"/>
                  <a:pt x="185738" y="1552003"/>
                </a:cubicBezTo>
                <a:lnTo>
                  <a:pt x="168974" y="1564005"/>
                </a:lnTo>
                <a:lnTo>
                  <a:pt x="58103" y="1564005"/>
                </a:lnTo>
                <a:cubicBezTo>
                  <a:pt x="58103" y="1564005"/>
                  <a:pt x="21908" y="1598962"/>
                  <a:pt x="21908" y="1598962"/>
                </a:cubicBezTo>
                <a:lnTo>
                  <a:pt x="95" y="1599152"/>
                </a:lnTo>
                <a:lnTo>
                  <a:pt x="95" y="1603915"/>
                </a:lnTo>
                <a:close/>
                <a:moveTo>
                  <a:pt x="100489" y="1543431"/>
                </a:moveTo>
                <a:cubicBezTo>
                  <a:pt x="100489" y="1544003"/>
                  <a:pt x="100013" y="1544479"/>
                  <a:pt x="99441" y="1544479"/>
                </a:cubicBezTo>
                <a:lnTo>
                  <a:pt x="92107" y="1544479"/>
                </a:lnTo>
                <a:cubicBezTo>
                  <a:pt x="91535" y="1544479"/>
                  <a:pt x="91059" y="1544003"/>
                  <a:pt x="91059" y="1543431"/>
                </a:cubicBezTo>
                <a:lnTo>
                  <a:pt x="91059" y="1536097"/>
                </a:lnTo>
                <a:cubicBezTo>
                  <a:pt x="91059" y="1535525"/>
                  <a:pt x="91535" y="1535049"/>
                  <a:pt x="92107" y="1535049"/>
                </a:cubicBezTo>
                <a:lnTo>
                  <a:pt x="99441" y="1535049"/>
                </a:lnTo>
                <a:cubicBezTo>
                  <a:pt x="100013" y="1535049"/>
                  <a:pt x="100489" y="1535525"/>
                  <a:pt x="100489" y="1536097"/>
                </a:cubicBezTo>
                <a:lnTo>
                  <a:pt x="100489" y="1543431"/>
                </a:lnTo>
                <a:close/>
                <a:moveTo>
                  <a:pt x="277273" y="1513808"/>
                </a:moveTo>
                <a:cubicBezTo>
                  <a:pt x="282035" y="1513808"/>
                  <a:pt x="285941" y="1517714"/>
                  <a:pt x="285941" y="1522476"/>
                </a:cubicBezTo>
                <a:cubicBezTo>
                  <a:pt x="285941" y="1527239"/>
                  <a:pt x="282035" y="1531144"/>
                  <a:pt x="277273" y="1531144"/>
                </a:cubicBezTo>
                <a:cubicBezTo>
                  <a:pt x="272510" y="1531144"/>
                  <a:pt x="268605" y="1527239"/>
                  <a:pt x="268605" y="1522476"/>
                </a:cubicBezTo>
                <a:cubicBezTo>
                  <a:pt x="268605" y="1517714"/>
                  <a:pt x="272510" y="1513808"/>
                  <a:pt x="277273" y="1513808"/>
                </a:cubicBezTo>
                <a:close/>
                <a:moveTo>
                  <a:pt x="238220" y="1670685"/>
                </a:moveTo>
                <a:lnTo>
                  <a:pt x="238887" y="1670685"/>
                </a:lnTo>
                <a:cubicBezTo>
                  <a:pt x="240316" y="1670685"/>
                  <a:pt x="241554" y="1671828"/>
                  <a:pt x="241554" y="1673352"/>
                </a:cubicBezTo>
                <a:lnTo>
                  <a:pt x="241554" y="1679829"/>
                </a:lnTo>
                <a:cubicBezTo>
                  <a:pt x="241554" y="1681258"/>
                  <a:pt x="240316" y="1682496"/>
                  <a:pt x="238887" y="1682496"/>
                </a:cubicBezTo>
                <a:lnTo>
                  <a:pt x="238220" y="1682496"/>
                </a:lnTo>
                <a:lnTo>
                  <a:pt x="238220" y="1670685"/>
                </a:lnTo>
                <a:close/>
                <a:moveTo>
                  <a:pt x="225362" y="1670685"/>
                </a:moveTo>
                <a:lnTo>
                  <a:pt x="235077" y="1670685"/>
                </a:lnTo>
                <a:lnTo>
                  <a:pt x="235077" y="1682496"/>
                </a:lnTo>
                <a:lnTo>
                  <a:pt x="225362" y="1682496"/>
                </a:lnTo>
                <a:lnTo>
                  <a:pt x="225362" y="1670685"/>
                </a:lnTo>
                <a:close/>
                <a:moveTo>
                  <a:pt x="221075" y="1670685"/>
                </a:moveTo>
                <a:lnTo>
                  <a:pt x="223838" y="1670685"/>
                </a:lnTo>
                <a:lnTo>
                  <a:pt x="223838" y="1682496"/>
                </a:lnTo>
                <a:lnTo>
                  <a:pt x="221075" y="1682496"/>
                </a:lnTo>
                <a:lnTo>
                  <a:pt x="221075" y="1670685"/>
                </a:lnTo>
                <a:close/>
                <a:moveTo>
                  <a:pt x="218599" y="1670685"/>
                </a:moveTo>
                <a:lnTo>
                  <a:pt x="218599" y="1682496"/>
                </a:lnTo>
                <a:lnTo>
                  <a:pt x="218504" y="1682496"/>
                </a:lnTo>
                <a:cubicBezTo>
                  <a:pt x="217075" y="1682496"/>
                  <a:pt x="215837" y="1681258"/>
                  <a:pt x="215837" y="1679829"/>
                </a:cubicBezTo>
                <a:lnTo>
                  <a:pt x="215837" y="1673352"/>
                </a:lnTo>
                <a:cubicBezTo>
                  <a:pt x="215837" y="1671923"/>
                  <a:pt x="217075" y="1670685"/>
                  <a:pt x="218504" y="1670685"/>
                </a:cubicBezTo>
                <a:lnTo>
                  <a:pt x="218599" y="1670685"/>
                </a:lnTo>
                <a:close/>
                <a:moveTo>
                  <a:pt x="197834" y="1537145"/>
                </a:moveTo>
                <a:cubicBezTo>
                  <a:pt x="202597" y="1537145"/>
                  <a:pt x="206502" y="1541050"/>
                  <a:pt x="206502" y="1545812"/>
                </a:cubicBezTo>
                <a:cubicBezTo>
                  <a:pt x="206502" y="1550575"/>
                  <a:pt x="202597" y="1554480"/>
                  <a:pt x="197834" y="1554480"/>
                </a:cubicBezTo>
                <a:cubicBezTo>
                  <a:pt x="193072" y="1554480"/>
                  <a:pt x="189167" y="1550575"/>
                  <a:pt x="189167" y="1545812"/>
                </a:cubicBezTo>
                <a:cubicBezTo>
                  <a:pt x="189167" y="1541050"/>
                  <a:pt x="193072" y="1537145"/>
                  <a:pt x="197834" y="1537145"/>
                </a:cubicBezTo>
                <a:close/>
                <a:moveTo>
                  <a:pt x="1369886" y="5081112"/>
                </a:moveTo>
                <a:cubicBezTo>
                  <a:pt x="1371028" y="5081778"/>
                  <a:pt x="1372267" y="5082159"/>
                  <a:pt x="1373600" y="5082159"/>
                </a:cubicBezTo>
                <a:cubicBezTo>
                  <a:pt x="1377982" y="5082159"/>
                  <a:pt x="1381506" y="5078635"/>
                  <a:pt x="1381506" y="5074253"/>
                </a:cubicBezTo>
                <a:cubicBezTo>
                  <a:pt x="1381506" y="5069872"/>
                  <a:pt x="1377982" y="5066348"/>
                  <a:pt x="1373600" y="5066348"/>
                </a:cubicBezTo>
                <a:cubicBezTo>
                  <a:pt x="1369219" y="5066348"/>
                  <a:pt x="1365695" y="5069872"/>
                  <a:pt x="1365695" y="5074253"/>
                </a:cubicBezTo>
                <a:cubicBezTo>
                  <a:pt x="1365695" y="5075492"/>
                  <a:pt x="1366076" y="5076634"/>
                  <a:pt x="1366552" y="5077683"/>
                </a:cubicBezTo>
                <a:lnTo>
                  <a:pt x="1345502" y="5093208"/>
                </a:lnTo>
                <a:lnTo>
                  <a:pt x="1345502" y="5143595"/>
                </a:lnTo>
                <a:lnTo>
                  <a:pt x="1350264" y="5143595"/>
                </a:lnTo>
                <a:lnTo>
                  <a:pt x="1350264" y="5095590"/>
                </a:lnTo>
                <a:lnTo>
                  <a:pt x="1369886" y="5081112"/>
                </a:lnTo>
                <a:close/>
                <a:moveTo>
                  <a:pt x="1373600" y="5071015"/>
                </a:moveTo>
                <a:cubicBezTo>
                  <a:pt x="1375315" y="5071015"/>
                  <a:pt x="1376744" y="5072444"/>
                  <a:pt x="1376744" y="5074158"/>
                </a:cubicBezTo>
                <a:cubicBezTo>
                  <a:pt x="1376744" y="5075873"/>
                  <a:pt x="1375315" y="5077301"/>
                  <a:pt x="1373600" y="5077301"/>
                </a:cubicBezTo>
                <a:cubicBezTo>
                  <a:pt x="1371886" y="5077301"/>
                  <a:pt x="1370457" y="5075873"/>
                  <a:pt x="1370457" y="5074158"/>
                </a:cubicBezTo>
                <a:cubicBezTo>
                  <a:pt x="1370457" y="5072444"/>
                  <a:pt x="1371886" y="5071015"/>
                  <a:pt x="1373600" y="5071015"/>
                </a:cubicBezTo>
                <a:close/>
                <a:moveTo>
                  <a:pt x="1648682" y="5079873"/>
                </a:moveTo>
                <a:lnTo>
                  <a:pt x="1648682" y="5143595"/>
                </a:lnTo>
                <a:lnTo>
                  <a:pt x="1653445" y="5143595"/>
                </a:lnTo>
                <a:lnTo>
                  <a:pt x="1653445" y="5081969"/>
                </a:lnTo>
                <a:lnTo>
                  <a:pt x="1659636" y="5076158"/>
                </a:lnTo>
                <a:lnTo>
                  <a:pt x="1659636" y="5050441"/>
                </a:lnTo>
                <a:cubicBezTo>
                  <a:pt x="1662875" y="5049393"/>
                  <a:pt x="1665161" y="5046536"/>
                  <a:pt x="1665161" y="5043012"/>
                </a:cubicBezTo>
                <a:cubicBezTo>
                  <a:pt x="1665161" y="5038630"/>
                  <a:pt x="1661636" y="5035106"/>
                  <a:pt x="1657255" y="5035106"/>
                </a:cubicBezTo>
                <a:cubicBezTo>
                  <a:pt x="1652873" y="5035106"/>
                  <a:pt x="1649349" y="5038630"/>
                  <a:pt x="1649349" y="5043012"/>
                </a:cubicBezTo>
                <a:cubicBezTo>
                  <a:pt x="1649349" y="5046536"/>
                  <a:pt x="1651730" y="5049393"/>
                  <a:pt x="1654874" y="5050441"/>
                </a:cubicBezTo>
                <a:lnTo>
                  <a:pt x="1654874" y="5074063"/>
                </a:lnTo>
                <a:lnTo>
                  <a:pt x="1648682" y="5079873"/>
                </a:lnTo>
                <a:close/>
                <a:moveTo>
                  <a:pt x="1654112" y="5043012"/>
                </a:moveTo>
                <a:cubicBezTo>
                  <a:pt x="1654112" y="5041297"/>
                  <a:pt x="1655540" y="5039868"/>
                  <a:pt x="1657255" y="5039868"/>
                </a:cubicBezTo>
                <a:cubicBezTo>
                  <a:pt x="1658969" y="5039868"/>
                  <a:pt x="1660398" y="5041297"/>
                  <a:pt x="1660398" y="5043012"/>
                </a:cubicBezTo>
                <a:cubicBezTo>
                  <a:pt x="1660398" y="5044726"/>
                  <a:pt x="1658969" y="5046155"/>
                  <a:pt x="1657255" y="5046155"/>
                </a:cubicBezTo>
                <a:cubicBezTo>
                  <a:pt x="1655540" y="5046155"/>
                  <a:pt x="1654112" y="5044726"/>
                  <a:pt x="1654112" y="5043012"/>
                </a:cubicBezTo>
                <a:close/>
                <a:moveTo>
                  <a:pt x="2180082" y="4808982"/>
                </a:moveTo>
                <a:cubicBezTo>
                  <a:pt x="2173891" y="4805839"/>
                  <a:pt x="2166271" y="4808411"/>
                  <a:pt x="2163128" y="4814602"/>
                </a:cubicBezTo>
                <a:cubicBezTo>
                  <a:pt x="2159984" y="4820793"/>
                  <a:pt x="2162556" y="4828413"/>
                  <a:pt x="2168747" y="4831556"/>
                </a:cubicBezTo>
                <a:cubicBezTo>
                  <a:pt x="2170557" y="4832414"/>
                  <a:pt x="2172462" y="4832890"/>
                  <a:pt x="2174367" y="4832890"/>
                </a:cubicBezTo>
                <a:cubicBezTo>
                  <a:pt x="2179034" y="4832890"/>
                  <a:pt x="2183511" y="4830318"/>
                  <a:pt x="2185702" y="4825937"/>
                </a:cubicBezTo>
                <a:cubicBezTo>
                  <a:pt x="2186178" y="4824889"/>
                  <a:pt x="2186369" y="4823746"/>
                  <a:pt x="2186559" y="4822698"/>
                </a:cubicBezTo>
                <a:lnTo>
                  <a:pt x="2351913" y="4822698"/>
                </a:lnTo>
                <a:lnTo>
                  <a:pt x="2390489" y="4779264"/>
                </a:lnTo>
                <a:lnTo>
                  <a:pt x="2390489" y="4654772"/>
                </a:lnTo>
                <a:cubicBezTo>
                  <a:pt x="2394966" y="4653915"/>
                  <a:pt x="2398871" y="4650677"/>
                  <a:pt x="2400205" y="4646010"/>
                </a:cubicBezTo>
                <a:cubicBezTo>
                  <a:pt x="2402110" y="4639342"/>
                  <a:pt x="2398205" y="4632294"/>
                  <a:pt x="2391537" y="4630388"/>
                </a:cubicBezTo>
                <a:cubicBezTo>
                  <a:pt x="2384870" y="4628484"/>
                  <a:pt x="2377821" y="4632389"/>
                  <a:pt x="2375916" y="4639056"/>
                </a:cubicBezTo>
                <a:cubicBezTo>
                  <a:pt x="2374964" y="4642295"/>
                  <a:pt x="2375345" y="4645724"/>
                  <a:pt x="2377059" y="4648677"/>
                </a:cubicBezTo>
                <a:cubicBezTo>
                  <a:pt x="2378678" y="4651629"/>
                  <a:pt x="2381345" y="4653725"/>
                  <a:pt x="2384584" y="4654677"/>
                </a:cubicBezTo>
                <a:cubicBezTo>
                  <a:pt x="2384965" y="4654772"/>
                  <a:pt x="2385346" y="4654677"/>
                  <a:pt x="2385632" y="4654868"/>
                </a:cubicBezTo>
                <a:lnTo>
                  <a:pt x="2385632" y="4777454"/>
                </a:lnTo>
                <a:lnTo>
                  <a:pt x="2349627" y="4817936"/>
                </a:lnTo>
                <a:lnTo>
                  <a:pt x="2186464" y="4817936"/>
                </a:lnTo>
                <a:cubicBezTo>
                  <a:pt x="2185702" y="4814221"/>
                  <a:pt x="2183511" y="4810887"/>
                  <a:pt x="2179892" y="4808982"/>
                </a:cubicBezTo>
                <a:close/>
                <a:moveTo>
                  <a:pt x="2181416" y="4823746"/>
                </a:moveTo>
                <a:cubicBezTo>
                  <a:pt x="2179511" y="4827651"/>
                  <a:pt x="2174748" y="4829175"/>
                  <a:pt x="2170843" y="4827270"/>
                </a:cubicBezTo>
                <a:cubicBezTo>
                  <a:pt x="2168938" y="4826318"/>
                  <a:pt x="2167604" y="4824698"/>
                  <a:pt x="2166938" y="4822698"/>
                </a:cubicBezTo>
                <a:cubicBezTo>
                  <a:pt x="2166271" y="4820698"/>
                  <a:pt x="2166461" y="4818603"/>
                  <a:pt x="2167319" y="4816697"/>
                </a:cubicBezTo>
                <a:cubicBezTo>
                  <a:pt x="2168271" y="4814793"/>
                  <a:pt x="2169890" y="4813459"/>
                  <a:pt x="2171891" y="4812792"/>
                </a:cubicBezTo>
                <a:cubicBezTo>
                  <a:pt x="2172748" y="4812506"/>
                  <a:pt x="2173510" y="4812411"/>
                  <a:pt x="2174367" y="4812411"/>
                </a:cubicBezTo>
                <a:cubicBezTo>
                  <a:pt x="2175605" y="4812411"/>
                  <a:pt x="2176748" y="4812697"/>
                  <a:pt x="2177891" y="4813269"/>
                </a:cubicBezTo>
                <a:cubicBezTo>
                  <a:pt x="2181797" y="4815173"/>
                  <a:pt x="2183321" y="4819936"/>
                  <a:pt x="2181416" y="4823841"/>
                </a:cubicBezTo>
                <a:close/>
                <a:moveTo>
                  <a:pt x="2381250" y="4646390"/>
                </a:moveTo>
                <a:cubicBezTo>
                  <a:pt x="2380202" y="4644581"/>
                  <a:pt x="2380012" y="4642390"/>
                  <a:pt x="2380583" y="4640390"/>
                </a:cubicBezTo>
                <a:cubicBezTo>
                  <a:pt x="2381726" y="4636199"/>
                  <a:pt x="2386108" y="4633818"/>
                  <a:pt x="2390299" y="4634961"/>
                </a:cubicBezTo>
                <a:cubicBezTo>
                  <a:pt x="2394490" y="4636104"/>
                  <a:pt x="2396871" y="4640485"/>
                  <a:pt x="2395728" y="4644676"/>
                </a:cubicBezTo>
                <a:cubicBezTo>
                  <a:pt x="2394585" y="4648867"/>
                  <a:pt x="2390204" y="4651248"/>
                  <a:pt x="2386013" y="4650105"/>
                </a:cubicBezTo>
                <a:cubicBezTo>
                  <a:pt x="2384012" y="4649534"/>
                  <a:pt x="2382298" y="4648200"/>
                  <a:pt x="2381345" y="4646390"/>
                </a:cubicBezTo>
                <a:close/>
                <a:moveTo>
                  <a:pt x="2240756" y="5082921"/>
                </a:moveTo>
                <a:lnTo>
                  <a:pt x="2305907" y="5143595"/>
                </a:lnTo>
                <a:lnTo>
                  <a:pt x="2298954" y="5143595"/>
                </a:lnTo>
                <a:lnTo>
                  <a:pt x="2238185" y="5087017"/>
                </a:lnTo>
                <a:lnTo>
                  <a:pt x="2145411" y="5087017"/>
                </a:lnTo>
                <a:lnTo>
                  <a:pt x="2145411" y="5092446"/>
                </a:lnTo>
                <a:cubicBezTo>
                  <a:pt x="2145411" y="5094447"/>
                  <a:pt x="2143792" y="5095970"/>
                  <a:pt x="2141887" y="5095970"/>
                </a:cubicBezTo>
                <a:lnTo>
                  <a:pt x="2126266" y="5095970"/>
                </a:lnTo>
                <a:cubicBezTo>
                  <a:pt x="2124266" y="5095970"/>
                  <a:pt x="2122742" y="5094351"/>
                  <a:pt x="2122742" y="5092446"/>
                </a:cubicBezTo>
                <a:lnTo>
                  <a:pt x="2122742" y="5076825"/>
                </a:lnTo>
                <a:cubicBezTo>
                  <a:pt x="2122742" y="5074825"/>
                  <a:pt x="2124361" y="5073301"/>
                  <a:pt x="2126266" y="5073301"/>
                </a:cubicBezTo>
                <a:lnTo>
                  <a:pt x="2141887" y="5073301"/>
                </a:lnTo>
                <a:cubicBezTo>
                  <a:pt x="2143887" y="5073301"/>
                  <a:pt x="2145411" y="5074920"/>
                  <a:pt x="2145411" y="5076825"/>
                </a:cubicBezTo>
                <a:lnTo>
                  <a:pt x="2145411" y="5082254"/>
                </a:lnTo>
                <a:lnTo>
                  <a:pt x="2239994" y="5082254"/>
                </a:lnTo>
                <a:lnTo>
                  <a:pt x="2240661" y="5082921"/>
                </a:lnTo>
                <a:close/>
                <a:moveTo>
                  <a:pt x="2115598" y="5044535"/>
                </a:moveTo>
                <a:lnTo>
                  <a:pt x="2200180" y="5044821"/>
                </a:lnTo>
                <a:cubicBezTo>
                  <a:pt x="2200847" y="5047679"/>
                  <a:pt x="2202275" y="5050346"/>
                  <a:pt x="2204657" y="5052156"/>
                </a:cubicBezTo>
                <a:cubicBezTo>
                  <a:pt x="2206847" y="5053870"/>
                  <a:pt x="2209610" y="5054822"/>
                  <a:pt x="2212372" y="5054822"/>
                </a:cubicBezTo>
                <a:cubicBezTo>
                  <a:pt x="2212943" y="5054822"/>
                  <a:pt x="2213420" y="5054822"/>
                  <a:pt x="2213991" y="5054727"/>
                </a:cubicBezTo>
                <a:cubicBezTo>
                  <a:pt x="2217325" y="5054346"/>
                  <a:pt x="2220278" y="5052632"/>
                  <a:pt x="2222373" y="5049965"/>
                </a:cubicBezTo>
                <a:cubicBezTo>
                  <a:pt x="2223611" y="5048345"/>
                  <a:pt x="2224278" y="5046536"/>
                  <a:pt x="2224659" y="5044631"/>
                </a:cubicBezTo>
                <a:lnTo>
                  <a:pt x="2258854" y="5044631"/>
                </a:lnTo>
                <a:lnTo>
                  <a:pt x="2269522" y="5056251"/>
                </a:lnTo>
                <a:lnTo>
                  <a:pt x="2309622" y="5056251"/>
                </a:lnTo>
                <a:cubicBezTo>
                  <a:pt x="2309908" y="5058347"/>
                  <a:pt x="2310670" y="5060347"/>
                  <a:pt x="2312194" y="5061871"/>
                </a:cubicBezTo>
                <a:cubicBezTo>
                  <a:pt x="2314004" y="5063681"/>
                  <a:pt x="2316385" y="5064633"/>
                  <a:pt x="2318957" y="5064633"/>
                </a:cubicBezTo>
                <a:lnTo>
                  <a:pt x="2341150" y="5064633"/>
                </a:lnTo>
                <a:cubicBezTo>
                  <a:pt x="2343722" y="5064633"/>
                  <a:pt x="2346103" y="5063585"/>
                  <a:pt x="2347913" y="5061775"/>
                </a:cubicBezTo>
                <a:cubicBezTo>
                  <a:pt x="2348675" y="5061014"/>
                  <a:pt x="2349151" y="5060156"/>
                  <a:pt x="2349627" y="5059299"/>
                </a:cubicBezTo>
                <a:lnTo>
                  <a:pt x="2364772" y="5077968"/>
                </a:lnTo>
                <a:lnTo>
                  <a:pt x="2446401" y="5077778"/>
                </a:lnTo>
                <a:lnTo>
                  <a:pt x="2446877" y="5077778"/>
                </a:lnTo>
                <a:lnTo>
                  <a:pt x="2468309" y="5055108"/>
                </a:lnTo>
                <a:lnTo>
                  <a:pt x="2551367" y="5055108"/>
                </a:lnTo>
                <a:cubicBezTo>
                  <a:pt x="2551557" y="5055680"/>
                  <a:pt x="2551938" y="5056347"/>
                  <a:pt x="2552414" y="5056918"/>
                </a:cubicBezTo>
                <a:lnTo>
                  <a:pt x="2562892" y="5067395"/>
                </a:lnTo>
                <a:cubicBezTo>
                  <a:pt x="2564702" y="5069205"/>
                  <a:pt x="2567559" y="5069205"/>
                  <a:pt x="2569274" y="5067395"/>
                </a:cubicBezTo>
                <a:lnTo>
                  <a:pt x="2579751" y="5056918"/>
                </a:lnTo>
                <a:cubicBezTo>
                  <a:pt x="2581561" y="5055108"/>
                  <a:pt x="2581561" y="5052250"/>
                  <a:pt x="2579751" y="5050536"/>
                </a:cubicBezTo>
                <a:lnTo>
                  <a:pt x="2569274" y="5040059"/>
                </a:lnTo>
                <a:cubicBezTo>
                  <a:pt x="2567464" y="5038249"/>
                  <a:pt x="2564606" y="5038249"/>
                  <a:pt x="2562797" y="5040059"/>
                </a:cubicBezTo>
                <a:lnTo>
                  <a:pt x="2552319" y="5050536"/>
                </a:lnTo>
                <a:cubicBezTo>
                  <a:pt x="2551748" y="5051108"/>
                  <a:pt x="2551367" y="5051870"/>
                  <a:pt x="2551176" y="5052632"/>
                </a:cubicBezTo>
                <a:lnTo>
                  <a:pt x="2467166" y="5052632"/>
                </a:lnTo>
                <a:cubicBezTo>
                  <a:pt x="2467166" y="5052632"/>
                  <a:pt x="2445734" y="5075397"/>
                  <a:pt x="2445734" y="5075397"/>
                </a:cubicBezTo>
                <a:lnTo>
                  <a:pt x="2365724" y="5075587"/>
                </a:lnTo>
                <a:lnTo>
                  <a:pt x="2350199" y="5056537"/>
                </a:lnTo>
                <a:cubicBezTo>
                  <a:pt x="2350199" y="5056061"/>
                  <a:pt x="2350484" y="5055489"/>
                  <a:pt x="2350484" y="5055013"/>
                </a:cubicBezTo>
                <a:lnTo>
                  <a:pt x="2350484" y="5051774"/>
                </a:lnTo>
                <a:cubicBezTo>
                  <a:pt x="2350484" y="5049203"/>
                  <a:pt x="2349437" y="5046822"/>
                  <a:pt x="2347627" y="5045012"/>
                </a:cubicBezTo>
                <a:cubicBezTo>
                  <a:pt x="2345817" y="5043202"/>
                  <a:pt x="2343341" y="5042154"/>
                  <a:pt x="2340864" y="5042249"/>
                </a:cubicBezTo>
                <a:lnTo>
                  <a:pt x="2318671" y="5042249"/>
                </a:lnTo>
                <a:cubicBezTo>
                  <a:pt x="2316099" y="5042249"/>
                  <a:pt x="2313718" y="5043297"/>
                  <a:pt x="2311908" y="5045107"/>
                </a:cubicBezTo>
                <a:cubicBezTo>
                  <a:pt x="2310194" y="5046822"/>
                  <a:pt x="2309241" y="5049108"/>
                  <a:pt x="2309146" y="5051584"/>
                </a:cubicBezTo>
                <a:lnTo>
                  <a:pt x="2271332" y="5051584"/>
                </a:lnTo>
                <a:lnTo>
                  <a:pt x="2260664" y="5039963"/>
                </a:lnTo>
                <a:lnTo>
                  <a:pt x="2224373" y="5039963"/>
                </a:lnTo>
                <a:cubicBezTo>
                  <a:pt x="2223802" y="5036915"/>
                  <a:pt x="2222278" y="5034249"/>
                  <a:pt x="2219801" y="5032344"/>
                </a:cubicBezTo>
                <a:cubicBezTo>
                  <a:pt x="2217134" y="5030248"/>
                  <a:pt x="2213801" y="5029391"/>
                  <a:pt x="2210467" y="5029772"/>
                </a:cubicBezTo>
                <a:cubicBezTo>
                  <a:pt x="2207133" y="5030153"/>
                  <a:pt x="2204180" y="5031867"/>
                  <a:pt x="2202085" y="5034534"/>
                </a:cubicBezTo>
                <a:cubicBezTo>
                  <a:pt x="2200847" y="5036249"/>
                  <a:pt x="2200180" y="5038154"/>
                  <a:pt x="2199799" y="5040154"/>
                </a:cubicBezTo>
                <a:lnTo>
                  <a:pt x="2113407" y="5039868"/>
                </a:lnTo>
                <a:lnTo>
                  <a:pt x="2001488" y="5143691"/>
                </a:lnTo>
                <a:lnTo>
                  <a:pt x="2008537" y="5143691"/>
                </a:lnTo>
                <a:lnTo>
                  <a:pt x="2115312" y="5044631"/>
                </a:lnTo>
                <a:close/>
                <a:moveTo>
                  <a:pt x="2344674" y="5048345"/>
                </a:moveTo>
                <a:cubicBezTo>
                  <a:pt x="2345627" y="5049298"/>
                  <a:pt x="2346103" y="5050441"/>
                  <a:pt x="2346103" y="5051774"/>
                </a:cubicBezTo>
                <a:lnTo>
                  <a:pt x="2346103" y="5055013"/>
                </a:lnTo>
                <a:cubicBezTo>
                  <a:pt x="2346103" y="5056347"/>
                  <a:pt x="2345627" y="5057584"/>
                  <a:pt x="2344674" y="5058442"/>
                </a:cubicBezTo>
                <a:cubicBezTo>
                  <a:pt x="2344007" y="5059109"/>
                  <a:pt x="2343150" y="5059490"/>
                  <a:pt x="2342293" y="5059680"/>
                </a:cubicBezTo>
                <a:lnTo>
                  <a:pt x="2342293" y="5047107"/>
                </a:lnTo>
                <a:cubicBezTo>
                  <a:pt x="2343150" y="5047298"/>
                  <a:pt x="2344007" y="5047679"/>
                  <a:pt x="2344674" y="5048345"/>
                </a:cubicBezTo>
                <a:close/>
                <a:moveTo>
                  <a:pt x="2336673" y="5046917"/>
                </a:moveTo>
                <a:lnTo>
                  <a:pt x="2336673" y="5059871"/>
                </a:lnTo>
                <a:cubicBezTo>
                  <a:pt x="2336673" y="5059871"/>
                  <a:pt x="2324672" y="5059871"/>
                  <a:pt x="2324672" y="5059871"/>
                </a:cubicBezTo>
                <a:lnTo>
                  <a:pt x="2324672" y="5046917"/>
                </a:lnTo>
                <a:cubicBezTo>
                  <a:pt x="2324672" y="5046917"/>
                  <a:pt x="2336673" y="5046917"/>
                  <a:pt x="2336673" y="5046917"/>
                </a:cubicBezTo>
                <a:close/>
                <a:moveTo>
                  <a:pt x="2315623" y="5048345"/>
                </a:moveTo>
                <a:cubicBezTo>
                  <a:pt x="2316575" y="5047393"/>
                  <a:pt x="2317718" y="5046917"/>
                  <a:pt x="2319052" y="5046917"/>
                </a:cubicBezTo>
                <a:lnTo>
                  <a:pt x="2319719" y="5046917"/>
                </a:lnTo>
                <a:cubicBezTo>
                  <a:pt x="2319719" y="5046917"/>
                  <a:pt x="2319719" y="5059871"/>
                  <a:pt x="2319719" y="5059871"/>
                </a:cubicBezTo>
                <a:lnTo>
                  <a:pt x="2319052" y="5059871"/>
                </a:lnTo>
                <a:cubicBezTo>
                  <a:pt x="2319052" y="5059871"/>
                  <a:pt x="2319052" y="5059871"/>
                  <a:pt x="2319052" y="5059871"/>
                </a:cubicBezTo>
                <a:cubicBezTo>
                  <a:pt x="2317718" y="5059871"/>
                  <a:pt x="2316575" y="5059394"/>
                  <a:pt x="2315623" y="5058442"/>
                </a:cubicBezTo>
                <a:cubicBezTo>
                  <a:pt x="2314670" y="5057490"/>
                  <a:pt x="2314194" y="5056347"/>
                  <a:pt x="2314194" y="5055013"/>
                </a:cubicBezTo>
                <a:lnTo>
                  <a:pt x="2314194" y="5051679"/>
                </a:lnTo>
                <a:cubicBezTo>
                  <a:pt x="2314194" y="5050346"/>
                  <a:pt x="2314670" y="5049203"/>
                  <a:pt x="2315623" y="5048250"/>
                </a:cubicBezTo>
                <a:close/>
                <a:moveTo>
                  <a:pt x="2206181" y="5037392"/>
                </a:moveTo>
                <a:cubicBezTo>
                  <a:pt x="2207514" y="5035772"/>
                  <a:pt x="2209324" y="5034629"/>
                  <a:pt x="2211419" y="5034439"/>
                </a:cubicBezTo>
                <a:cubicBezTo>
                  <a:pt x="2211800" y="5034439"/>
                  <a:pt x="2212086" y="5034439"/>
                  <a:pt x="2212467" y="5034439"/>
                </a:cubicBezTo>
                <a:cubicBezTo>
                  <a:pt x="2214182" y="5034439"/>
                  <a:pt x="2215896" y="5035010"/>
                  <a:pt x="2217230" y="5036058"/>
                </a:cubicBezTo>
                <a:cubicBezTo>
                  <a:pt x="2218849" y="5037297"/>
                  <a:pt x="2219992" y="5039201"/>
                  <a:pt x="2220182" y="5041297"/>
                </a:cubicBezTo>
                <a:cubicBezTo>
                  <a:pt x="2220468" y="5043392"/>
                  <a:pt x="2219897" y="5045488"/>
                  <a:pt x="2218563" y="5047107"/>
                </a:cubicBezTo>
                <a:cubicBezTo>
                  <a:pt x="2217230" y="5048726"/>
                  <a:pt x="2215420" y="5049869"/>
                  <a:pt x="2213324" y="5050060"/>
                </a:cubicBezTo>
                <a:cubicBezTo>
                  <a:pt x="2211229" y="5050346"/>
                  <a:pt x="2209133" y="5049774"/>
                  <a:pt x="2207514" y="5048441"/>
                </a:cubicBezTo>
                <a:cubicBezTo>
                  <a:pt x="2205895" y="5047203"/>
                  <a:pt x="2204752" y="5045297"/>
                  <a:pt x="2204561" y="5043202"/>
                </a:cubicBezTo>
                <a:cubicBezTo>
                  <a:pt x="2204276" y="5041106"/>
                  <a:pt x="2204847" y="5039011"/>
                  <a:pt x="2206181" y="5037392"/>
                </a:cubicBezTo>
                <a:close/>
                <a:moveTo>
                  <a:pt x="2104549" y="5119592"/>
                </a:moveTo>
                <a:lnTo>
                  <a:pt x="2186178" y="5119592"/>
                </a:lnTo>
                <a:cubicBezTo>
                  <a:pt x="2187321" y="5125498"/>
                  <a:pt x="2192465" y="5129879"/>
                  <a:pt x="2198465" y="5129879"/>
                </a:cubicBezTo>
                <a:cubicBezTo>
                  <a:pt x="2199037" y="5129879"/>
                  <a:pt x="2199513" y="5129879"/>
                  <a:pt x="2200085" y="5129784"/>
                </a:cubicBezTo>
                <a:cubicBezTo>
                  <a:pt x="2206943" y="5128927"/>
                  <a:pt x="2211896" y="5122545"/>
                  <a:pt x="2211038" y="5115687"/>
                </a:cubicBezTo>
                <a:lnTo>
                  <a:pt x="2211038" y="5115687"/>
                </a:lnTo>
                <a:cubicBezTo>
                  <a:pt x="2210181" y="5108734"/>
                  <a:pt x="2203799" y="5103972"/>
                  <a:pt x="2196941" y="5104733"/>
                </a:cubicBezTo>
                <a:cubicBezTo>
                  <a:pt x="2193608" y="5105115"/>
                  <a:pt x="2190655" y="5106829"/>
                  <a:pt x="2188559" y="5109496"/>
                </a:cubicBezTo>
                <a:cubicBezTo>
                  <a:pt x="2187321" y="5111116"/>
                  <a:pt x="2186654" y="5112925"/>
                  <a:pt x="2186273" y="5114830"/>
                </a:cubicBezTo>
                <a:lnTo>
                  <a:pt x="2102834" y="5114830"/>
                </a:lnTo>
                <a:lnTo>
                  <a:pt x="2071973" y="5143595"/>
                </a:lnTo>
                <a:lnTo>
                  <a:pt x="2078927" y="5143595"/>
                </a:lnTo>
                <a:lnTo>
                  <a:pt x="2104739" y="5119592"/>
                </a:lnTo>
                <a:close/>
                <a:moveTo>
                  <a:pt x="2192274" y="5112353"/>
                </a:moveTo>
                <a:cubicBezTo>
                  <a:pt x="2193608" y="5110734"/>
                  <a:pt x="2195417" y="5109591"/>
                  <a:pt x="2197513" y="5109400"/>
                </a:cubicBezTo>
                <a:cubicBezTo>
                  <a:pt x="2197894" y="5109400"/>
                  <a:pt x="2198180" y="5109400"/>
                  <a:pt x="2198465" y="5109400"/>
                </a:cubicBezTo>
                <a:cubicBezTo>
                  <a:pt x="2202371" y="5109400"/>
                  <a:pt x="2205800" y="5112353"/>
                  <a:pt x="2206276" y="5116259"/>
                </a:cubicBezTo>
                <a:cubicBezTo>
                  <a:pt x="2206847" y="5120545"/>
                  <a:pt x="2203799" y="5124545"/>
                  <a:pt x="2199418" y="5125022"/>
                </a:cubicBezTo>
                <a:cubicBezTo>
                  <a:pt x="2195132" y="5125593"/>
                  <a:pt x="2191131" y="5122545"/>
                  <a:pt x="2190560" y="5118259"/>
                </a:cubicBezTo>
                <a:cubicBezTo>
                  <a:pt x="2190274" y="5116163"/>
                  <a:pt x="2190845" y="5114068"/>
                  <a:pt x="2192179" y="5112449"/>
                </a:cubicBezTo>
                <a:close/>
                <a:moveTo>
                  <a:pt x="321183" y="1869662"/>
                </a:moveTo>
                <a:lnTo>
                  <a:pt x="334613" y="1856423"/>
                </a:lnTo>
                <a:cubicBezTo>
                  <a:pt x="336899" y="1858232"/>
                  <a:pt x="339757" y="1859375"/>
                  <a:pt x="342900" y="1859375"/>
                </a:cubicBezTo>
                <a:cubicBezTo>
                  <a:pt x="350330" y="1859375"/>
                  <a:pt x="356330" y="1853375"/>
                  <a:pt x="356330" y="1845945"/>
                </a:cubicBezTo>
                <a:cubicBezTo>
                  <a:pt x="356330" y="1838516"/>
                  <a:pt x="350330" y="1832515"/>
                  <a:pt x="342900" y="1832515"/>
                </a:cubicBezTo>
                <a:cubicBezTo>
                  <a:pt x="335471" y="1832515"/>
                  <a:pt x="329470" y="1838516"/>
                  <a:pt x="329470" y="1845945"/>
                </a:cubicBezTo>
                <a:cubicBezTo>
                  <a:pt x="329470" y="1848517"/>
                  <a:pt x="330232" y="1850898"/>
                  <a:pt x="331470" y="1852898"/>
                </a:cubicBezTo>
                <a:lnTo>
                  <a:pt x="319183" y="1864900"/>
                </a:lnTo>
                <a:lnTo>
                  <a:pt x="184499" y="1864900"/>
                </a:lnTo>
                <a:lnTo>
                  <a:pt x="175832" y="1873663"/>
                </a:lnTo>
                <a:cubicBezTo>
                  <a:pt x="174879" y="1873091"/>
                  <a:pt x="173736" y="1872710"/>
                  <a:pt x="172498" y="1872710"/>
                </a:cubicBezTo>
                <a:lnTo>
                  <a:pt x="159830" y="1872710"/>
                </a:lnTo>
                <a:cubicBezTo>
                  <a:pt x="156115" y="1872710"/>
                  <a:pt x="152972" y="1875758"/>
                  <a:pt x="152972" y="1879568"/>
                </a:cubicBezTo>
                <a:lnTo>
                  <a:pt x="152972" y="1892237"/>
                </a:lnTo>
                <a:cubicBezTo>
                  <a:pt x="152972" y="1895951"/>
                  <a:pt x="156020" y="1899095"/>
                  <a:pt x="159830" y="1899095"/>
                </a:cubicBezTo>
                <a:lnTo>
                  <a:pt x="172498" y="1899095"/>
                </a:lnTo>
                <a:cubicBezTo>
                  <a:pt x="176213" y="1899095"/>
                  <a:pt x="179356" y="1896047"/>
                  <a:pt x="179356" y="1892237"/>
                </a:cubicBezTo>
                <a:lnTo>
                  <a:pt x="179356" y="1879568"/>
                </a:lnTo>
                <a:cubicBezTo>
                  <a:pt x="179356" y="1878806"/>
                  <a:pt x="179165" y="1878044"/>
                  <a:pt x="178880" y="1877378"/>
                </a:cubicBezTo>
                <a:lnTo>
                  <a:pt x="186500" y="1869662"/>
                </a:lnTo>
                <a:lnTo>
                  <a:pt x="321088" y="1869662"/>
                </a:lnTo>
                <a:close/>
                <a:moveTo>
                  <a:pt x="342900" y="1837277"/>
                </a:moveTo>
                <a:cubicBezTo>
                  <a:pt x="347663" y="1837277"/>
                  <a:pt x="351568" y="1841182"/>
                  <a:pt x="351568" y="1845945"/>
                </a:cubicBezTo>
                <a:cubicBezTo>
                  <a:pt x="351568" y="1850707"/>
                  <a:pt x="347663" y="1854613"/>
                  <a:pt x="342900" y="1854613"/>
                </a:cubicBezTo>
                <a:cubicBezTo>
                  <a:pt x="338138" y="1854613"/>
                  <a:pt x="334232" y="1850707"/>
                  <a:pt x="334232" y="1845945"/>
                </a:cubicBezTo>
                <a:cubicBezTo>
                  <a:pt x="334232" y="1841182"/>
                  <a:pt x="338138" y="1837277"/>
                  <a:pt x="342900" y="1837277"/>
                </a:cubicBezTo>
                <a:close/>
                <a:moveTo>
                  <a:pt x="174593" y="1892141"/>
                </a:moveTo>
                <a:cubicBezTo>
                  <a:pt x="174593" y="1893284"/>
                  <a:pt x="173641" y="1894237"/>
                  <a:pt x="172498" y="1894237"/>
                </a:cubicBezTo>
                <a:lnTo>
                  <a:pt x="159830" y="1894237"/>
                </a:lnTo>
                <a:cubicBezTo>
                  <a:pt x="158687" y="1894237"/>
                  <a:pt x="157734" y="1893284"/>
                  <a:pt x="157734" y="1892141"/>
                </a:cubicBezTo>
                <a:lnTo>
                  <a:pt x="157734" y="1879473"/>
                </a:lnTo>
                <a:cubicBezTo>
                  <a:pt x="157734" y="1878330"/>
                  <a:pt x="158687" y="1877378"/>
                  <a:pt x="159830" y="1877378"/>
                </a:cubicBezTo>
                <a:lnTo>
                  <a:pt x="172498" y="1877378"/>
                </a:lnTo>
                <a:cubicBezTo>
                  <a:pt x="173641" y="1877378"/>
                  <a:pt x="174593" y="1878330"/>
                  <a:pt x="174593" y="1879473"/>
                </a:cubicBezTo>
                <a:lnTo>
                  <a:pt x="174593" y="1892141"/>
                </a:lnTo>
                <a:close/>
                <a:moveTo>
                  <a:pt x="102870" y="1901762"/>
                </a:moveTo>
                <a:lnTo>
                  <a:pt x="115538" y="1901762"/>
                </a:lnTo>
                <a:cubicBezTo>
                  <a:pt x="119253" y="1901762"/>
                  <a:pt x="122396" y="1898714"/>
                  <a:pt x="122396" y="1894903"/>
                </a:cubicBezTo>
                <a:lnTo>
                  <a:pt x="122396" y="1882235"/>
                </a:lnTo>
                <a:cubicBezTo>
                  <a:pt x="122396" y="1878521"/>
                  <a:pt x="119348" y="1875377"/>
                  <a:pt x="115538" y="1875377"/>
                </a:cubicBezTo>
                <a:lnTo>
                  <a:pt x="102870" y="1875377"/>
                </a:lnTo>
                <a:cubicBezTo>
                  <a:pt x="99155" y="1875377"/>
                  <a:pt x="96012" y="1878425"/>
                  <a:pt x="96012" y="1882235"/>
                </a:cubicBezTo>
                <a:lnTo>
                  <a:pt x="96012" y="1886141"/>
                </a:lnTo>
                <a:lnTo>
                  <a:pt x="95" y="1886141"/>
                </a:lnTo>
                <a:lnTo>
                  <a:pt x="95" y="1890903"/>
                </a:lnTo>
                <a:lnTo>
                  <a:pt x="96107" y="1890903"/>
                </a:lnTo>
                <a:lnTo>
                  <a:pt x="96107" y="1894903"/>
                </a:lnTo>
                <a:cubicBezTo>
                  <a:pt x="96107" y="1898618"/>
                  <a:pt x="99155" y="1901762"/>
                  <a:pt x="102965" y="1901762"/>
                </a:cubicBezTo>
                <a:close/>
                <a:moveTo>
                  <a:pt x="100870" y="1882235"/>
                </a:moveTo>
                <a:cubicBezTo>
                  <a:pt x="100870" y="1881092"/>
                  <a:pt x="101822" y="1880140"/>
                  <a:pt x="102965" y="1880140"/>
                </a:cubicBezTo>
                <a:lnTo>
                  <a:pt x="115634" y="1880140"/>
                </a:lnTo>
                <a:cubicBezTo>
                  <a:pt x="116777" y="1880140"/>
                  <a:pt x="117729" y="1881092"/>
                  <a:pt x="117729" y="1882235"/>
                </a:cubicBezTo>
                <a:lnTo>
                  <a:pt x="117729" y="1894903"/>
                </a:lnTo>
                <a:cubicBezTo>
                  <a:pt x="117729" y="1896047"/>
                  <a:pt x="116777" y="1896999"/>
                  <a:pt x="115634" y="1896999"/>
                </a:cubicBezTo>
                <a:lnTo>
                  <a:pt x="102965" y="1896999"/>
                </a:lnTo>
                <a:cubicBezTo>
                  <a:pt x="101822" y="1896999"/>
                  <a:pt x="100870" y="1896047"/>
                  <a:pt x="100870" y="1894903"/>
                </a:cubicBezTo>
                <a:lnTo>
                  <a:pt x="100870" y="1882235"/>
                </a:lnTo>
                <a:close/>
                <a:moveTo>
                  <a:pt x="50292" y="1496949"/>
                </a:moveTo>
                <a:lnTo>
                  <a:pt x="27337" y="1496949"/>
                </a:lnTo>
                <a:lnTo>
                  <a:pt x="11335" y="1512189"/>
                </a:lnTo>
                <a:lnTo>
                  <a:pt x="11335" y="1555623"/>
                </a:lnTo>
                <a:cubicBezTo>
                  <a:pt x="7334" y="1556671"/>
                  <a:pt x="4286" y="1560195"/>
                  <a:pt x="4286" y="1564577"/>
                </a:cubicBezTo>
                <a:cubicBezTo>
                  <a:pt x="4286" y="1569815"/>
                  <a:pt x="8477" y="1574006"/>
                  <a:pt x="13716" y="1574006"/>
                </a:cubicBezTo>
                <a:cubicBezTo>
                  <a:pt x="18955" y="1574006"/>
                  <a:pt x="23146" y="1569815"/>
                  <a:pt x="23146" y="1564577"/>
                </a:cubicBezTo>
                <a:cubicBezTo>
                  <a:pt x="23146" y="1560195"/>
                  <a:pt x="20098" y="1556671"/>
                  <a:pt x="16097" y="1555623"/>
                </a:cubicBezTo>
                <a:lnTo>
                  <a:pt x="16097" y="1514285"/>
                </a:lnTo>
                <a:lnTo>
                  <a:pt x="29242" y="1501807"/>
                </a:lnTo>
                <a:lnTo>
                  <a:pt x="48197" y="1501807"/>
                </a:lnTo>
                <a:lnTo>
                  <a:pt x="59531" y="1514475"/>
                </a:lnTo>
                <a:lnTo>
                  <a:pt x="59531" y="1530858"/>
                </a:lnTo>
                <a:cubicBezTo>
                  <a:pt x="55531" y="1531906"/>
                  <a:pt x="52483" y="1535430"/>
                  <a:pt x="52483" y="1539812"/>
                </a:cubicBezTo>
                <a:cubicBezTo>
                  <a:pt x="52483" y="1545050"/>
                  <a:pt x="56769" y="1549241"/>
                  <a:pt x="61912" y="1549241"/>
                </a:cubicBezTo>
                <a:cubicBezTo>
                  <a:pt x="67056" y="1549241"/>
                  <a:pt x="71342" y="1545050"/>
                  <a:pt x="71342" y="1539812"/>
                </a:cubicBezTo>
                <a:cubicBezTo>
                  <a:pt x="71342" y="1535430"/>
                  <a:pt x="68294" y="1531906"/>
                  <a:pt x="64294" y="1530858"/>
                </a:cubicBezTo>
                <a:lnTo>
                  <a:pt x="64294" y="1512570"/>
                </a:lnTo>
                <a:lnTo>
                  <a:pt x="50292" y="1496949"/>
                </a:lnTo>
                <a:close/>
                <a:moveTo>
                  <a:pt x="18383" y="1564577"/>
                </a:moveTo>
                <a:cubicBezTo>
                  <a:pt x="18383" y="1567148"/>
                  <a:pt x="16288" y="1569244"/>
                  <a:pt x="13716" y="1569244"/>
                </a:cubicBezTo>
                <a:cubicBezTo>
                  <a:pt x="11144" y="1569244"/>
                  <a:pt x="9049" y="1567148"/>
                  <a:pt x="9049" y="1564577"/>
                </a:cubicBezTo>
                <a:cubicBezTo>
                  <a:pt x="9049" y="1562005"/>
                  <a:pt x="11144" y="1559909"/>
                  <a:pt x="13716" y="1559909"/>
                </a:cubicBezTo>
                <a:cubicBezTo>
                  <a:pt x="16288" y="1559909"/>
                  <a:pt x="18383" y="1562005"/>
                  <a:pt x="18383" y="1564577"/>
                </a:cubicBezTo>
                <a:close/>
                <a:moveTo>
                  <a:pt x="66580" y="1539716"/>
                </a:moveTo>
                <a:cubicBezTo>
                  <a:pt x="66580" y="1542288"/>
                  <a:pt x="64484" y="1544384"/>
                  <a:pt x="61912" y="1544384"/>
                </a:cubicBezTo>
                <a:cubicBezTo>
                  <a:pt x="59341" y="1544384"/>
                  <a:pt x="57245" y="1542288"/>
                  <a:pt x="57245" y="1539716"/>
                </a:cubicBezTo>
                <a:cubicBezTo>
                  <a:pt x="57245" y="1537145"/>
                  <a:pt x="59341" y="1535049"/>
                  <a:pt x="61912" y="1535049"/>
                </a:cubicBezTo>
                <a:cubicBezTo>
                  <a:pt x="64484" y="1535049"/>
                  <a:pt x="66580" y="1537145"/>
                  <a:pt x="66580" y="1539716"/>
                </a:cubicBezTo>
                <a:close/>
                <a:moveTo>
                  <a:pt x="399669" y="1301306"/>
                </a:moveTo>
                <a:lnTo>
                  <a:pt x="435102" y="1301306"/>
                </a:lnTo>
                <a:cubicBezTo>
                  <a:pt x="435674" y="1301306"/>
                  <a:pt x="436245" y="1301020"/>
                  <a:pt x="436721" y="1300639"/>
                </a:cubicBezTo>
                <a:lnTo>
                  <a:pt x="480346" y="1259300"/>
                </a:lnTo>
                <a:lnTo>
                  <a:pt x="489395" y="1259300"/>
                </a:lnTo>
                <a:cubicBezTo>
                  <a:pt x="489776" y="1261015"/>
                  <a:pt x="490538" y="1262729"/>
                  <a:pt x="491776" y="1264063"/>
                </a:cubicBezTo>
                <a:cubicBezTo>
                  <a:pt x="493681" y="1266158"/>
                  <a:pt x="496253" y="1267301"/>
                  <a:pt x="499110" y="1267397"/>
                </a:cubicBezTo>
                <a:cubicBezTo>
                  <a:pt x="499205" y="1267397"/>
                  <a:pt x="499396" y="1267397"/>
                  <a:pt x="499491" y="1267397"/>
                </a:cubicBezTo>
                <a:cubicBezTo>
                  <a:pt x="502158" y="1267397"/>
                  <a:pt x="504635" y="1266444"/>
                  <a:pt x="506635" y="1264539"/>
                </a:cubicBezTo>
                <a:cubicBezTo>
                  <a:pt x="508730" y="1262634"/>
                  <a:pt x="509873" y="1260062"/>
                  <a:pt x="509969" y="1257205"/>
                </a:cubicBezTo>
                <a:cubicBezTo>
                  <a:pt x="510064" y="1254443"/>
                  <a:pt x="509111" y="1251680"/>
                  <a:pt x="507206" y="1249680"/>
                </a:cubicBezTo>
                <a:cubicBezTo>
                  <a:pt x="505301" y="1247585"/>
                  <a:pt x="502730" y="1246442"/>
                  <a:pt x="499872" y="1246346"/>
                </a:cubicBezTo>
                <a:cubicBezTo>
                  <a:pt x="497110" y="1246346"/>
                  <a:pt x="494348" y="1247203"/>
                  <a:pt x="492347" y="1249109"/>
                </a:cubicBezTo>
                <a:cubicBezTo>
                  <a:pt x="490823" y="1250537"/>
                  <a:pt x="489966" y="1252442"/>
                  <a:pt x="489490" y="1254443"/>
                </a:cubicBezTo>
                <a:lnTo>
                  <a:pt x="479489" y="1254443"/>
                </a:lnTo>
                <a:cubicBezTo>
                  <a:pt x="478917" y="1254443"/>
                  <a:pt x="478346" y="1254728"/>
                  <a:pt x="477869" y="1255109"/>
                </a:cubicBezTo>
                <a:lnTo>
                  <a:pt x="434245" y="1296448"/>
                </a:lnTo>
                <a:lnTo>
                  <a:pt x="398907" y="1296448"/>
                </a:lnTo>
                <a:cubicBezTo>
                  <a:pt x="398336" y="1296448"/>
                  <a:pt x="397859" y="1296734"/>
                  <a:pt x="397383" y="1297019"/>
                </a:cubicBezTo>
                <a:lnTo>
                  <a:pt x="338995" y="1344835"/>
                </a:lnTo>
                <a:cubicBezTo>
                  <a:pt x="338423" y="1345311"/>
                  <a:pt x="338138" y="1345978"/>
                  <a:pt x="338138" y="1346645"/>
                </a:cubicBezTo>
                <a:lnTo>
                  <a:pt x="338138" y="1401509"/>
                </a:lnTo>
                <a:cubicBezTo>
                  <a:pt x="336233" y="1401985"/>
                  <a:pt x="334423" y="1402747"/>
                  <a:pt x="332899" y="1404176"/>
                </a:cubicBezTo>
                <a:cubicBezTo>
                  <a:pt x="328708" y="1408367"/>
                  <a:pt x="328708" y="1415225"/>
                  <a:pt x="332899" y="1419416"/>
                </a:cubicBezTo>
                <a:cubicBezTo>
                  <a:pt x="334423" y="1420940"/>
                  <a:pt x="336233" y="1421702"/>
                  <a:pt x="338138" y="1422082"/>
                </a:cubicBezTo>
                <a:lnTo>
                  <a:pt x="338138" y="1449038"/>
                </a:lnTo>
                <a:cubicBezTo>
                  <a:pt x="338138" y="1449038"/>
                  <a:pt x="389668" y="1505045"/>
                  <a:pt x="389668" y="1505045"/>
                </a:cubicBezTo>
                <a:lnTo>
                  <a:pt x="389954" y="1603439"/>
                </a:lnTo>
                <a:cubicBezTo>
                  <a:pt x="388620" y="1603439"/>
                  <a:pt x="387382" y="1603534"/>
                  <a:pt x="386048" y="1603724"/>
                </a:cubicBezTo>
                <a:cubicBezTo>
                  <a:pt x="379190" y="1604772"/>
                  <a:pt x="373189" y="1608392"/>
                  <a:pt x="369094" y="1614011"/>
                </a:cubicBezTo>
                <a:cubicBezTo>
                  <a:pt x="360617" y="1625537"/>
                  <a:pt x="363188" y="1641729"/>
                  <a:pt x="374618" y="1650111"/>
                </a:cubicBezTo>
                <a:cubicBezTo>
                  <a:pt x="386144" y="1658588"/>
                  <a:pt x="402336" y="1656017"/>
                  <a:pt x="410718" y="1644587"/>
                </a:cubicBezTo>
                <a:lnTo>
                  <a:pt x="410718" y="1644587"/>
                </a:lnTo>
                <a:cubicBezTo>
                  <a:pt x="417195" y="1635824"/>
                  <a:pt x="417195" y="1624298"/>
                  <a:pt x="411766" y="1615535"/>
                </a:cubicBezTo>
                <a:lnTo>
                  <a:pt x="439293" y="1595152"/>
                </a:lnTo>
                <a:lnTo>
                  <a:pt x="439007" y="1506665"/>
                </a:lnTo>
                <a:lnTo>
                  <a:pt x="383096" y="1445990"/>
                </a:lnTo>
                <a:lnTo>
                  <a:pt x="383096" y="1424940"/>
                </a:lnTo>
                <a:cubicBezTo>
                  <a:pt x="383096" y="1424940"/>
                  <a:pt x="387001" y="1424940"/>
                  <a:pt x="387001" y="1424940"/>
                </a:cubicBezTo>
                <a:cubicBezTo>
                  <a:pt x="390715" y="1424940"/>
                  <a:pt x="393859" y="1421892"/>
                  <a:pt x="393859" y="1418082"/>
                </a:cubicBezTo>
                <a:lnTo>
                  <a:pt x="393859" y="1405414"/>
                </a:lnTo>
                <a:cubicBezTo>
                  <a:pt x="393859" y="1401699"/>
                  <a:pt x="390811" y="1398556"/>
                  <a:pt x="387001" y="1398556"/>
                </a:cubicBezTo>
                <a:lnTo>
                  <a:pt x="383000" y="1398556"/>
                </a:lnTo>
                <a:lnTo>
                  <a:pt x="383000" y="1358265"/>
                </a:lnTo>
                <a:lnTo>
                  <a:pt x="422434" y="1327595"/>
                </a:lnTo>
                <a:lnTo>
                  <a:pt x="471392" y="1327309"/>
                </a:lnTo>
                <a:cubicBezTo>
                  <a:pt x="471964" y="1327309"/>
                  <a:pt x="472535" y="1327118"/>
                  <a:pt x="473012" y="1326642"/>
                </a:cubicBezTo>
                <a:lnTo>
                  <a:pt x="535686" y="1268159"/>
                </a:lnTo>
                <a:lnTo>
                  <a:pt x="537591" y="1268159"/>
                </a:lnTo>
                <a:cubicBezTo>
                  <a:pt x="539020" y="1272254"/>
                  <a:pt x="542830" y="1275302"/>
                  <a:pt x="547402" y="1275302"/>
                </a:cubicBezTo>
                <a:cubicBezTo>
                  <a:pt x="553212" y="1275302"/>
                  <a:pt x="557975" y="1270540"/>
                  <a:pt x="557975" y="1264730"/>
                </a:cubicBezTo>
                <a:cubicBezTo>
                  <a:pt x="557975" y="1258919"/>
                  <a:pt x="553212" y="1254157"/>
                  <a:pt x="547402" y="1254157"/>
                </a:cubicBezTo>
                <a:cubicBezTo>
                  <a:pt x="542068" y="1254157"/>
                  <a:pt x="537877" y="1258157"/>
                  <a:pt x="537115" y="1263301"/>
                </a:cubicBezTo>
                <a:lnTo>
                  <a:pt x="534734" y="1263301"/>
                </a:lnTo>
                <a:cubicBezTo>
                  <a:pt x="534162" y="1263301"/>
                  <a:pt x="533591" y="1263491"/>
                  <a:pt x="533114" y="1263968"/>
                </a:cubicBezTo>
                <a:lnTo>
                  <a:pt x="470440" y="1322451"/>
                </a:lnTo>
                <a:lnTo>
                  <a:pt x="421577" y="1322737"/>
                </a:lnTo>
                <a:cubicBezTo>
                  <a:pt x="421005" y="1322737"/>
                  <a:pt x="420529" y="1322927"/>
                  <a:pt x="420148" y="1323213"/>
                </a:cubicBezTo>
                <a:lnTo>
                  <a:pt x="379190" y="1355122"/>
                </a:lnTo>
                <a:cubicBezTo>
                  <a:pt x="378619" y="1355598"/>
                  <a:pt x="378238" y="1356265"/>
                  <a:pt x="378238" y="1357027"/>
                </a:cubicBezTo>
                <a:lnTo>
                  <a:pt x="378238" y="1398461"/>
                </a:lnTo>
                <a:lnTo>
                  <a:pt x="374333" y="1398461"/>
                </a:lnTo>
                <a:cubicBezTo>
                  <a:pt x="370618" y="1398461"/>
                  <a:pt x="367475" y="1401509"/>
                  <a:pt x="367475" y="1405319"/>
                </a:cubicBezTo>
                <a:lnTo>
                  <a:pt x="367475" y="1417987"/>
                </a:lnTo>
                <a:cubicBezTo>
                  <a:pt x="367475" y="1421702"/>
                  <a:pt x="370523" y="1424845"/>
                  <a:pt x="374333" y="1424845"/>
                </a:cubicBezTo>
                <a:lnTo>
                  <a:pt x="378238" y="1424845"/>
                </a:lnTo>
                <a:lnTo>
                  <a:pt x="378238" y="1447800"/>
                </a:lnTo>
                <a:cubicBezTo>
                  <a:pt x="378238" y="1447800"/>
                  <a:pt x="434150" y="1508570"/>
                  <a:pt x="434150" y="1508570"/>
                </a:cubicBezTo>
                <a:lnTo>
                  <a:pt x="434435" y="1592771"/>
                </a:lnTo>
                <a:lnTo>
                  <a:pt x="408813" y="1611821"/>
                </a:lnTo>
                <a:cubicBezTo>
                  <a:pt x="407670" y="1610582"/>
                  <a:pt x="406527" y="1609535"/>
                  <a:pt x="405098" y="1608487"/>
                </a:cubicBezTo>
                <a:cubicBezTo>
                  <a:pt x="400622" y="1605248"/>
                  <a:pt x="395383" y="1603534"/>
                  <a:pt x="389954" y="1603439"/>
                </a:cubicBezTo>
                <a:lnTo>
                  <a:pt x="394526" y="1603439"/>
                </a:lnTo>
                <a:cubicBezTo>
                  <a:pt x="394526" y="1603439"/>
                  <a:pt x="394145" y="1503140"/>
                  <a:pt x="394145" y="1503140"/>
                </a:cubicBezTo>
                <a:lnTo>
                  <a:pt x="342614" y="1447133"/>
                </a:lnTo>
                <a:lnTo>
                  <a:pt x="342614" y="1421987"/>
                </a:lnTo>
                <a:cubicBezTo>
                  <a:pt x="344519" y="1421511"/>
                  <a:pt x="346329" y="1420749"/>
                  <a:pt x="347853" y="1419320"/>
                </a:cubicBezTo>
                <a:cubicBezTo>
                  <a:pt x="352044" y="1415129"/>
                  <a:pt x="352044" y="1408271"/>
                  <a:pt x="347853" y="1404080"/>
                </a:cubicBezTo>
                <a:cubicBezTo>
                  <a:pt x="346329" y="1402556"/>
                  <a:pt x="344519" y="1401794"/>
                  <a:pt x="342614" y="1401413"/>
                </a:cubicBezTo>
                <a:lnTo>
                  <a:pt x="342614" y="1347692"/>
                </a:lnTo>
                <a:lnTo>
                  <a:pt x="399479" y="1301210"/>
                </a:lnTo>
                <a:close/>
                <a:moveTo>
                  <a:pt x="495586" y="1252633"/>
                </a:moveTo>
                <a:cubicBezTo>
                  <a:pt x="496634" y="1251680"/>
                  <a:pt x="498062" y="1251109"/>
                  <a:pt x="499491" y="1251109"/>
                </a:cubicBezTo>
                <a:cubicBezTo>
                  <a:pt x="499491" y="1251109"/>
                  <a:pt x="499682" y="1251109"/>
                  <a:pt x="499682" y="1251109"/>
                </a:cubicBezTo>
                <a:cubicBezTo>
                  <a:pt x="501206" y="1251109"/>
                  <a:pt x="502634" y="1251776"/>
                  <a:pt x="503682" y="1252919"/>
                </a:cubicBezTo>
                <a:lnTo>
                  <a:pt x="503682" y="1252919"/>
                </a:lnTo>
                <a:cubicBezTo>
                  <a:pt x="504730" y="1254062"/>
                  <a:pt x="505301" y="1255490"/>
                  <a:pt x="505206" y="1257014"/>
                </a:cubicBezTo>
                <a:cubicBezTo>
                  <a:pt x="505206" y="1258538"/>
                  <a:pt x="504539" y="1259967"/>
                  <a:pt x="503396" y="1261015"/>
                </a:cubicBezTo>
                <a:cubicBezTo>
                  <a:pt x="502253" y="1262063"/>
                  <a:pt x="500729" y="1262539"/>
                  <a:pt x="499301" y="1262539"/>
                </a:cubicBezTo>
                <a:cubicBezTo>
                  <a:pt x="497777" y="1262539"/>
                  <a:pt x="496348" y="1261872"/>
                  <a:pt x="495300" y="1260729"/>
                </a:cubicBezTo>
                <a:cubicBezTo>
                  <a:pt x="494252" y="1259586"/>
                  <a:pt x="493681" y="1258157"/>
                  <a:pt x="493776" y="1256633"/>
                </a:cubicBezTo>
                <a:cubicBezTo>
                  <a:pt x="493776" y="1255109"/>
                  <a:pt x="494443" y="1253681"/>
                  <a:pt x="495586" y="1252633"/>
                </a:cubicBezTo>
                <a:close/>
                <a:moveTo>
                  <a:pt x="547497" y="1259205"/>
                </a:moveTo>
                <a:cubicBezTo>
                  <a:pt x="550640" y="1259205"/>
                  <a:pt x="553307" y="1261777"/>
                  <a:pt x="553307" y="1265015"/>
                </a:cubicBezTo>
                <a:cubicBezTo>
                  <a:pt x="553307" y="1268254"/>
                  <a:pt x="550736" y="1270826"/>
                  <a:pt x="547497" y="1270826"/>
                </a:cubicBezTo>
                <a:cubicBezTo>
                  <a:pt x="544259" y="1270826"/>
                  <a:pt x="541687" y="1268254"/>
                  <a:pt x="541687" y="1265015"/>
                </a:cubicBezTo>
                <a:cubicBezTo>
                  <a:pt x="541687" y="1261777"/>
                  <a:pt x="544259" y="1259205"/>
                  <a:pt x="547497" y="1259205"/>
                </a:cubicBezTo>
                <a:close/>
                <a:moveTo>
                  <a:pt x="374428" y="1420273"/>
                </a:moveTo>
                <a:cubicBezTo>
                  <a:pt x="373285" y="1420273"/>
                  <a:pt x="372332" y="1419320"/>
                  <a:pt x="372332" y="1418177"/>
                </a:cubicBezTo>
                <a:lnTo>
                  <a:pt x="372332" y="1405509"/>
                </a:lnTo>
                <a:cubicBezTo>
                  <a:pt x="372332" y="1404366"/>
                  <a:pt x="373285" y="1403414"/>
                  <a:pt x="374428" y="1403414"/>
                </a:cubicBezTo>
                <a:lnTo>
                  <a:pt x="387096" y="1403414"/>
                </a:lnTo>
                <a:cubicBezTo>
                  <a:pt x="388239" y="1403414"/>
                  <a:pt x="389192" y="1404366"/>
                  <a:pt x="389192" y="1405509"/>
                </a:cubicBezTo>
                <a:lnTo>
                  <a:pt x="389192" y="1418177"/>
                </a:lnTo>
                <a:cubicBezTo>
                  <a:pt x="389192" y="1419320"/>
                  <a:pt x="388239" y="1420273"/>
                  <a:pt x="387096" y="1420273"/>
                </a:cubicBezTo>
                <a:lnTo>
                  <a:pt x="374428" y="1420273"/>
                </a:lnTo>
                <a:close/>
                <a:moveTo>
                  <a:pt x="402431" y="1612392"/>
                </a:moveTo>
                <a:cubicBezTo>
                  <a:pt x="407003" y="1615726"/>
                  <a:pt x="409956" y="1620584"/>
                  <a:pt x="410813" y="1626203"/>
                </a:cubicBezTo>
                <a:cubicBezTo>
                  <a:pt x="411671" y="1631728"/>
                  <a:pt x="410337" y="1637348"/>
                  <a:pt x="407003" y="1641920"/>
                </a:cubicBezTo>
                <a:cubicBezTo>
                  <a:pt x="400145" y="1651254"/>
                  <a:pt x="386906" y="1653254"/>
                  <a:pt x="377476" y="1646396"/>
                </a:cubicBezTo>
                <a:cubicBezTo>
                  <a:pt x="372904" y="1643063"/>
                  <a:pt x="369951" y="1638205"/>
                  <a:pt x="369094" y="1632585"/>
                </a:cubicBezTo>
                <a:cubicBezTo>
                  <a:pt x="368237" y="1627061"/>
                  <a:pt x="369570" y="1621441"/>
                  <a:pt x="372904" y="1616869"/>
                </a:cubicBezTo>
                <a:cubicBezTo>
                  <a:pt x="376238" y="1612297"/>
                  <a:pt x="381095" y="1609344"/>
                  <a:pt x="386715" y="1608487"/>
                </a:cubicBezTo>
                <a:cubicBezTo>
                  <a:pt x="392239" y="1607630"/>
                  <a:pt x="397859" y="1608963"/>
                  <a:pt x="402431" y="1612297"/>
                </a:cubicBezTo>
                <a:close/>
                <a:moveTo>
                  <a:pt x="344710" y="1407605"/>
                </a:moveTo>
                <a:cubicBezTo>
                  <a:pt x="347091" y="1409986"/>
                  <a:pt x="347091" y="1413796"/>
                  <a:pt x="344710" y="1416082"/>
                </a:cubicBezTo>
                <a:cubicBezTo>
                  <a:pt x="342329" y="1418463"/>
                  <a:pt x="338519" y="1418463"/>
                  <a:pt x="336233" y="1416082"/>
                </a:cubicBezTo>
                <a:cubicBezTo>
                  <a:pt x="333947" y="1413701"/>
                  <a:pt x="333851" y="1409891"/>
                  <a:pt x="336233" y="1407605"/>
                </a:cubicBezTo>
                <a:cubicBezTo>
                  <a:pt x="337376" y="1406462"/>
                  <a:pt x="338995" y="1405890"/>
                  <a:pt x="340519" y="1405890"/>
                </a:cubicBezTo>
                <a:cubicBezTo>
                  <a:pt x="342043" y="1405890"/>
                  <a:pt x="343567" y="1406462"/>
                  <a:pt x="344805" y="1407605"/>
                </a:cubicBezTo>
                <a:close/>
                <a:moveTo>
                  <a:pt x="275177" y="5133784"/>
                </a:moveTo>
                <a:lnTo>
                  <a:pt x="275177" y="5055108"/>
                </a:lnTo>
                <a:lnTo>
                  <a:pt x="255270" y="5038534"/>
                </a:lnTo>
                <a:lnTo>
                  <a:pt x="126778" y="5038534"/>
                </a:lnTo>
                <a:lnTo>
                  <a:pt x="106775" y="5049012"/>
                </a:lnTo>
                <a:lnTo>
                  <a:pt x="22574" y="5049012"/>
                </a:lnTo>
                <a:cubicBezTo>
                  <a:pt x="21527" y="5044345"/>
                  <a:pt x="17621" y="5040726"/>
                  <a:pt x="12573" y="5040726"/>
                </a:cubicBezTo>
                <a:cubicBezTo>
                  <a:pt x="6858" y="5040726"/>
                  <a:pt x="2191" y="5045393"/>
                  <a:pt x="2191" y="5051108"/>
                </a:cubicBezTo>
                <a:cubicBezTo>
                  <a:pt x="2191" y="5056823"/>
                  <a:pt x="6858" y="5061490"/>
                  <a:pt x="12573" y="5061490"/>
                </a:cubicBezTo>
                <a:cubicBezTo>
                  <a:pt x="17431" y="5061490"/>
                  <a:pt x="21241" y="5058157"/>
                  <a:pt x="22479" y="5053679"/>
                </a:cubicBezTo>
                <a:lnTo>
                  <a:pt x="107442" y="5053679"/>
                </a:lnTo>
                <a:lnTo>
                  <a:pt x="127445" y="5043202"/>
                </a:lnTo>
                <a:lnTo>
                  <a:pt x="253556" y="5043202"/>
                </a:lnTo>
                <a:lnTo>
                  <a:pt x="270415" y="5057299"/>
                </a:lnTo>
                <a:lnTo>
                  <a:pt x="270415" y="5133404"/>
                </a:lnTo>
                <a:cubicBezTo>
                  <a:pt x="265462" y="5134166"/>
                  <a:pt x="261557" y="5138357"/>
                  <a:pt x="261557" y="5143500"/>
                </a:cubicBezTo>
                <a:lnTo>
                  <a:pt x="266319" y="5143500"/>
                </a:lnTo>
                <a:cubicBezTo>
                  <a:pt x="266319" y="5140357"/>
                  <a:pt x="268891" y="5137881"/>
                  <a:pt x="271939" y="5137881"/>
                </a:cubicBezTo>
                <a:cubicBezTo>
                  <a:pt x="274987" y="5137881"/>
                  <a:pt x="277559" y="5140452"/>
                  <a:pt x="277559" y="5143500"/>
                </a:cubicBezTo>
                <a:lnTo>
                  <a:pt x="282321" y="5143500"/>
                </a:lnTo>
                <a:cubicBezTo>
                  <a:pt x="282321" y="5138928"/>
                  <a:pt x="279273" y="5135118"/>
                  <a:pt x="275082" y="5133690"/>
                </a:cubicBezTo>
                <a:close/>
                <a:moveTo>
                  <a:pt x="12668" y="5056918"/>
                </a:moveTo>
                <a:cubicBezTo>
                  <a:pt x="9525" y="5056918"/>
                  <a:pt x="7049" y="5054346"/>
                  <a:pt x="7049" y="5051298"/>
                </a:cubicBezTo>
                <a:cubicBezTo>
                  <a:pt x="7049" y="5048250"/>
                  <a:pt x="9620" y="5045678"/>
                  <a:pt x="12668" y="5045678"/>
                </a:cubicBezTo>
                <a:cubicBezTo>
                  <a:pt x="15716" y="5045678"/>
                  <a:pt x="18288" y="5048250"/>
                  <a:pt x="18288" y="5051298"/>
                </a:cubicBezTo>
                <a:cubicBezTo>
                  <a:pt x="18288" y="5054346"/>
                  <a:pt x="15716" y="5056918"/>
                  <a:pt x="12668" y="5056918"/>
                </a:cubicBezTo>
                <a:close/>
                <a:moveTo>
                  <a:pt x="304705" y="5133690"/>
                </a:moveTo>
                <a:lnTo>
                  <a:pt x="304705" y="5027200"/>
                </a:lnTo>
                <a:lnTo>
                  <a:pt x="284131" y="5009959"/>
                </a:lnTo>
                <a:lnTo>
                  <a:pt x="126873" y="5009959"/>
                </a:lnTo>
                <a:lnTo>
                  <a:pt x="107633" y="5018723"/>
                </a:lnTo>
                <a:lnTo>
                  <a:pt x="22574" y="5018723"/>
                </a:lnTo>
                <a:cubicBezTo>
                  <a:pt x="21431" y="5014150"/>
                  <a:pt x="17526" y="5010722"/>
                  <a:pt x="12668" y="5010722"/>
                </a:cubicBezTo>
                <a:cubicBezTo>
                  <a:pt x="6953" y="5010722"/>
                  <a:pt x="2286" y="5015389"/>
                  <a:pt x="2286" y="5021104"/>
                </a:cubicBezTo>
                <a:cubicBezTo>
                  <a:pt x="2286" y="5026819"/>
                  <a:pt x="6953" y="5031486"/>
                  <a:pt x="12668" y="5031486"/>
                </a:cubicBezTo>
                <a:cubicBezTo>
                  <a:pt x="17526" y="5031486"/>
                  <a:pt x="21527" y="5028057"/>
                  <a:pt x="22574" y="5023485"/>
                </a:cubicBezTo>
                <a:lnTo>
                  <a:pt x="108109" y="5023485"/>
                </a:lnTo>
                <a:lnTo>
                  <a:pt x="127349" y="5014722"/>
                </a:lnTo>
                <a:lnTo>
                  <a:pt x="282321" y="5014722"/>
                </a:lnTo>
                <a:lnTo>
                  <a:pt x="299847" y="5029486"/>
                </a:lnTo>
                <a:lnTo>
                  <a:pt x="299847" y="5133784"/>
                </a:lnTo>
                <a:cubicBezTo>
                  <a:pt x="295275" y="5134928"/>
                  <a:pt x="291846" y="5138833"/>
                  <a:pt x="291846" y="5143691"/>
                </a:cubicBezTo>
                <a:lnTo>
                  <a:pt x="296609" y="5143691"/>
                </a:lnTo>
                <a:cubicBezTo>
                  <a:pt x="296609" y="5140547"/>
                  <a:pt x="299180" y="5138071"/>
                  <a:pt x="302228" y="5138071"/>
                </a:cubicBezTo>
                <a:cubicBezTo>
                  <a:pt x="305276" y="5138071"/>
                  <a:pt x="307848" y="5140643"/>
                  <a:pt x="307848" y="5143691"/>
                </a:cubicBezTo>
                <a:lnTo>
                  <a:pt x="312611" y="5143691"/>
                </a:lnTo>
                <a:cubicBezTo>
                  <a:pt x="312611" y="5138833"/>
                  <a:pt x="309182" y="5134833"/>
                  <a:pt x="304610" y="5133784"/>
                </a:cubicBezTo>
                <a:close/>
                <a:moveTo>
                  <a:pt x="12668" y="5026724"/>
                </a:moveTo>
                <a:cubicBezTo>
                  <a:pt x="9525" y="5026724"/>
                  <a:pt x="7049" y="5024152"/>
                  <a:pt x="7049" y="5021104"/>
                </a:cubicBezTo>
                <a:cubicBezTo>
                  <a:pt x="7049" y="5018056"/>
                  <a:pt x="9620" y="5015484"/>
                  <a:pt x="12668" y="5015484"/>
                </a:cubicBezTo>
                <a:cubicBezTo>
                  <a:pt x="15716" y="5015484"/>
                  <a:pt x="18288" y="5018056"/>
                  <a:pt x="18288" y="5021104"/>
                </a:cubicBezTo>
                <a:cubicBezTo>
                  <a:pt x="18288" y="5024152"/>
                  <a:pt x="15716" y="5026724"/>
                  <a:pt x="12668" y="5026724"/>
                </a:cubicBezTo>
                <a:close/>
                <a:moveTo>
                  <a:pt x="205169" y="5084255"/>
                </a:moveTo>
                <a:lnTo>
                  <a:pt x="180118" y="5084255"/>
                </a:lnTo>
                <a:cubicBezTo>
                  <a:pt x="177737" y="5084255"/>
                  <a:pt x="175546" y="5085303"/>
                  <a:pt x="174117" y="5087017"/>
                </a:cubicBezTo>
                <a:lnTo>
                  <a:pt x="167831" y="5094447"/>
                </a:lnTo>
                <a:cubicBezTo>
                  <a:pt x="166592" y="5095875"/>
                  <a:pt x="166021" y="5097685"/>
                  <a:pt x="166021" y="5099495"/>
                </a:cubicBezTo>
                <a:lnTo>
                  <a:pt x="166021" y="5123307"/>
                </a:lnTo>
                <a:cubicBezTo>
                  <a:pt x="166021" y="5127689"/>
                  <a:pt x="169545" y="5131213"/>
                  <a:pt x="173927" y="5131213"/>
                </a:cubicBezTo>
                <a:lnTo>
                  <a:pt x="187166" y="5131213"/>
                </a:lnTo>
                <a:cubicBezTo>
                  <a:pt x="187166" y="5131213"/>
                  <a:pt x="187166" y="5131213"/>
                  <a:pt x="187166" y="5131213"/>
                </a:cubicBezTo>
                <a:lnTo>
                  <a:pt x="205169" y="5131213"/>
                </a:lnTo>
                <a:cubicBezTo>
                  <a:pt x="209550" y="5131213"/>
                  <a:pt x="213074" y="5127689"/>
                  <a:pt x="213074" y="5123307"/>
                </a:cubicBezTo>
                <a:lnTo>
                  <a:pt x="213074" y="5103400"/>
                </a:lnTo>
                <a:lnTo>
                  <a:pt x="213265" y="5103114"/>
                </a:lnTo>
                <a:lnTo>
                  <a:pt x="213074" y="5102924"/>
                </a:lnTo>
                <a:lnTo>
                  <a:pt x="213074" y="5091970"/>
                </a:lnTo>
                <a:cubicBezTo>
                  <a:pt x="213074" y="5087588"/>
                  <a:pt x="209550" y="5084064"/>
                  <a:pt x="205169" y="5084064"/>
                </a:cubicBezTo>
                <a:close/>
                <a:moveTo>
                  <a:pt x="170783" y="5099590"/>
                </a:moveTo>
                <a:cubicBezTo>
                  <a:pt x="170783" y="5098828"/>
                  <a:pt x="171069" y="5098161"/>
                  <a:pt x="171545" y="5097590"/>
                </a:cubicBezTo>
                <a:lnTo>
                  <a:pt x="177832" y="5090160"/>
                </a:lnTo>
                <a:cubicBezTo>
                  <a:pt x="178403" y="5089494"/>
                  <a:pt x="179261" y="5089017"/>
                  <a:pt x="180213" y="5089017"/>
                </a:cubicBezTo>
                <a:lnTo>
                  <a:pt x="192691" y="5089017"/>
                </a:lnTo>
                <a:lnTo>
                  <a:pt x="170879" y="5112449"/>
                </a:lnTo>
                <a:lnTo>
                  <a:pt x="170879" y="5099590"/>
                </a:lnTo>
                <a:close/>
                <a:moveTo>
                  <a:pt x="208312" y="5123403"/>
                </a:moveTo>
                <a:cubicBezTo>
                  <a:pt x="208312" y="5125117"/>
                  <a:pt x="206883" y="5126546"/>
                  <a:pt x="205169" y="5126546"/>
                </a:cubicBezTo>
                <a:lnTo>
                  <a:pt x="191643" y="5126546"/>
                </a:lnTo>
                <a:lnTo>
                  <a:pt x="208312" y="5108639"/>
                </a:lnTo>
                <a:lnTo>
                  <a:pt x="208312" y="5123403"/>
                </a:lnTo>
                <a:close/>
                <a:moveTo>
                  <a:pt x="208312" y="5098638"/>
                </a:moveTo>
                <a:lnTo>
                  <a:pt x="208121" y="5098447"/>
                </a:lnTo>
                <a:lnTo>
                  <a:pt x="181928" y="5126546"/>
                </a:lnTo>
                <a:lnTo>
                  <a:pt x="181928" y="5126546"/>
                </a:lnTo>
                <a:cubicBezTo>
                  <a:pt x="181928" y="5126546"/>
                  <a:pt x="173927" y="5126546"/>
                  <a:pt x="173927" y="5126546"/>
                </a:cubicBezTo>
                <a:cubicBezTo>
                  <a:pt x="172212" y="5126546"/>
                  <a:pt x="170783" y="5125117"/>
                  <a:pt x="170783" y="5123403"/>
                </a:cubicBezTo>
                <a:lnTo>
                  <a:pt x="170783" y="5121402"/>
                </a:lnTo>
                <a:lnTo>
                  <a:pt x="171545" y="5122164"/>
                </a:lnTo>
                <a:lnTo>
                  <a:pt x="201930" y="5089589"/>
                </a:lnTo>
                <a:lnTo>
                  <a:pt x="201358" y="5089017"/>
                </a:lnTo>
                <a:lnTo>
                  <a:pt x="205169" y="5089017"/>
                </a:lnTo>
                <a:cubicBezTo>
                  <a:pt x="206883" y="5089017"/>
                  <a:pt x="208312" y="5090446"/>
                  <a:pt x="208312" y="5092160"/>
                </a:cubicBezTo>
                <a:lnTo>
                  <a:pt x="208312" y="5098638"/>
                </a:lnTo>
                <a:close/>
                <a:moveTo>
                  <a:pt x="1944529" y="4920996"/>
                </a:moveTo>
                <a:lnTo>
                  <a:pt x="1929765" y="4920996"/>
                </a:lnTo>
                <a:cubicBezTo>
                  <a:pt x="1927193" y="4920996"/>
                  <a:pt x="1925098" y="4923092"/>
                  <a:pt x="1925098" y="4925663"/>
                </a:cubicBezTo>
                <a:lnTo>
                  <a:pt x="1925098" y="4940427"/>
                </a:lnTo>
                <a:cubicBezTo>
                  <a:pt x="1925098" y="4942999"/>
                  <a:pt x="1927193" y="4945094"/>
                  <a:pt x="1929765" y="4945094"/>
                </a:cubicBezTo>
                <a:lnTo>
                  <a:pt x="1944529" y="4945094"/>
                </a:lnTo>
                <a:cubicBezTo>
                  <a:pt x="1947101" y="4945094"/>
                  <a:pt x="1949196" y="4942999"/>
                  <a:pt x="1949196" y="4940427"/>
                </a:cubicBezTo>
                <a:lnTo>
                  <a:pt x="1949196" y="4934998"/>
                </a:lnTo>
                <a:lnTo>
                  <a:pt x="2039684" y="4935569"/>
                </a:lnTo>
                <a:lnTo>
                  <a:pt x="2040541" y="4935569"/>
                </a:lnTo>
                <a:cubicBezTo>
                  <a:pt x="2040541" y="4935569"/>
                  <a:pt x="2139506" y="4856321"/>
                  <a:pt x="2139506" y="4856321"/>
                </a:cubicBezTo>
                <a:lnTo>
                  <a:pt x="2260378" y="4855179"/>
                </a:lnTo>
                <a:lnTo>
                  <a:pt x="2274380" y="4865561"/>
                </a:lnTo>
                <a:lnTo>
                  <a:pt x="2380488" y="4866037"/>
                </a:lnTo>
                <a:lnTo>
                  <a:pt x="2381536" y="4866037"/>
                </a:lnTo>
                <a:lnTo>
                  <a:pt x="2415540" y="4830223"/>
                </a:lnTo>
                <a:cubicBezTo>
                  <a:pt x="2416302" y="4830890"/>
                  <a:pt x="2416969" y="4831652"/>
                  <a:pt x="2417826" y="4832319"/>
                </a:cubicBezTo>
                <a:cubicBezTo>
                  <a:pt x="2429351" y="4840796"/>
                  <a:pt x="2445544" y="4838224"/>
                  <a:pt x="2453926" y="4826794"/>
                </a:cubicBezTo>
                <a:lnTo>
                  <a:pt x="2453926" y="4826794"/>
                </a:lnTo>
                <a:cubicBezTo>
                  <a:pt x="2462403" y="4815269"/>
                  <a:pt x="2459831" y="4799076"/>
                  <a:pt x="2448401" y="4790694"/>
                </a:cubicBezTo>
                <a:cubicBezTo>
                  <a:pt x="2443829" y="4787361"/>
                  <a:pt x="2438495" y="4785646"/>
                  <a:pt x="2433161" y="4785646"/>
                </a:cubicBezTo>
                <a:cubicBezTo>
                  <a:pt x="2425256" y="4785646"/>
                  <a:pt x="2417350" y="4789265"/>
                  <a:pt x="2412302" y="4796219"/>
                </a:cubicBezTo>
                <a:cubicBezTo>
                  <a:pt x="2405444" y="4805553"/>
                  <a:pt x="2405920" y="4817840"/>
                  <a:pt x="2412302" y="4826699"/>
                </a:cubicBezTo>
                <a:lnTo>
                  <a:pt x="2379440" y="4861370"/>
                </a:lnTo>
                <a:lnTo>
                  <a:pt x="2275904" y="4860894"/>
                </a:lnTo>
                <a:lnTo>
                  <a:pt x="2261902" y="4850511"/>
                </a:lnTo>
                <a:lnTo>
                  <a:pt x="2137791" y="4851654"/>
                </a:lnTo>
                <a:lnTo>
                  <a:pt x="2038922" y="4930902"/>
                </a:lnTo>
                <a:lnTo>
                  <a:pt x="1949291" y="4930331"/>
                </a:lnTo>
                <a:lnTo>
                  <a:pt x="1949291" y="4925759"/>
                </a:lnTo>
                <a:cubicBezTo>
                  <a:pt x="1949291" y="4923187"/>
                  <a:pt x="1947196" y="4921092"/>
                  <a:pt x="1944624" y="4921092"/>
                </a:cubicBezTo>
                <a:close/>
                <a:moveTo>
                  <a:pt x="2416016" y="4798886"/>
                </a:moveTo>
                <a:cubicBezTo>
                  <a:pt x="2419350" y="4794314"/>
                  <a:pt x="2424208" y="4791361"/>
                  <a:pt x="2429828" y="4790504"/>
                </a:cubicBezTo>
                <a:cubicBezTo>
                  <a:pt x="2435447" y="4789646"/>
                  <a:pt x="2440972" y="4790980"/>
                  <a:pt x="2445544" y="4794314"/>
                </a:cubicBezTo>
                <a:cubicBezTo>
                  <a:pt x="2450116" y="4797647"/>
                  <a:pt x="2453069" y="4802505"/>
                  <a:pt x="2453926" y="4808125"/>
                </a:cubicBezTo>
                <a:cubicBezTo>
                  <a:pt x="2454783" y="4813649"/>
                  <a:pt x="2453450" y="4819269"/>
                  <a:pt x="2450116" y="4823746"/>
                </a:cubicBezTo>
                <a:cubicBezTo>
                  <a:pt x="2443258" y="4833176"/>
                  <a:pt x="2430018" y="4835176"/>
                  <a:pt x="2420588" y="4828318"/>
                </a:cubicBezTo>
                <a:cubicBezTo>
                  <a:pt x="2411254" y="4821460"/>
                  <a:pt x="2409158" y="4808220"/>
                  <a:pt x="2416112" y="4798790"/>
                </a:cubicBezTo>
                <a:close/>
                <a:moveTo>
                  <a:pt x="194120" y="1406843"/>
                </a:moveTo>
                <a:lnTo>
                  <a:pt x="201454" y="1406843"/>
                </a:lnTo>
                <a:cubicBezTo>
                  <a:pt x="204692" y="1406843"/>
                  <a:pt x="207264" y="1404271"/>
                  <a:pt x="207264" y="1401032"/>
                </a:cubicBezTo>
                <a:lnTo>
                  <a:pt x="207264" y="1393698"/>
                </a:lnTo>
                <a:cubicBezTo>
                  <a:pt x="207264" y="1390460"/>
                  <a:pt x="204692" y="1387888"/>
                  <a:pt x="201454" y="1387888"/>
                </a:cubicBezTo>
                <a:lnTo>
                  <a:pt x="194120" y="1387888"/>
                </a:lnTo>
                <a:cubicBezTo>
                  <a:pt x="190881" y="1387888"/>
                  <a:pt x="188309" y="1390460"/>
                  <a:pt x="188309" y="1393698"/>
                </a:cubicBezTo>
                <a:lnTo>
                  <a:pt x="188309" y="1393698"/>
                </a:lnTo>
                <a:cubicBezTo>
                  <a:pt x="188309" y="1393698"/>
                  <a:pt x="120110" y="1393698"/>
                  <a:pt x="120110" y="1393698"/>
                </a:cubicBezTo>
                <a:lnTo>
                  <a:pt x="90011" y="1416844"/>
                </a:lnTo>
                <a:lnTo>
                  <a:pt x="95" y="1416653"/>
                </a:lnTo>
                <a:lnTo>
                  <a:pt x="95" y="1421416"/>
                </a:lnTo>
                <a:lnTo>
                  <a:pt x="91631" y="1421606"/>
                </a:lnTo>
                <a:lnTo>
                  <a:pt x="121730" y="1398461"/>
                </a:lnTo>
                <a:lnTo>
                  <a:pt x="188309" y="1398461"/>
                </a:lnTo>
                <a:lnTo>
                  <a:pt x="188309" y="1401032"/>
                </a:lnTo>
                <a:cubicBezTo>
                  <a:pt x="188309" y="1404271"/>
                  <a:pt x="190881" y="1406843"/>
                  <a:pt x="194120" y="1406843"/>
                </a:cubicBezTo>
                <a:close/>
                <a:moveTo>
                  <a:pt x="193072" y="1393698"/>
                </a:moveTo>
                <a:cubicBezTo>
                  <a:pt x="193072" y="1393127"/>
                  <a:pt x="193548" y="1392650"/>
                  <a:pt x="194120" y="1392650"/>
                </a:cubicBezTo>
                <a:lnTo>
                  <a:pt x="201454" y="1392650"/>
                </a:lnTo>
                <a:cubicBezTo>
                  <a:pt x="202025" y="1392650"/>
                  <a:pt x="202502" y="1393127"/>
                  <a:pt x="202502" y="1393698"/>
                </a:cubicBezTo>
                <a:lnTo>
                  <a:pt x="202502" y="1401032"/>
                </a:lnTo>
                <a:cubicBezTo>
                  <a:pt x="202502" y="1401604"/>
                  <a:pt x="202025" y="1402080"/>
                  <a:pt x="201454" y="1402080"/>
                </a:cubicBezTo>
                <a:lnTo>
                  <a:pt x="194120" y="1402080"/>
                </a:lnTo>
                <a:cubicBezTo>
                  <a:pt x="193548" y="1402080"/>
                  <a:pt x="193072" y="1401604"/>
                  <a:pt x="193072" y="1401032"/>
                </a:cubicBezTo>
                <a:lnTo>
                  <a:pt x="193072" y="1393698"/>
                </a:lnTo>
                <a:close/>
                <a:moveTo>
                  <a:pt x="244031" y="5133690"/>
                </a:moveTo>
                <a:lnTo>
                  <a:pt x="244031" y="5081492"/>
                </a:lnTo>
                <a:lnTo>
                  <a:pt x="229648" y="5068348"/>
                </a:lnTo>
                <a:lnTo>
                  <a:pt x="126111" y="5068348"/>
                </a:lnTo>
                <a:lnTo>
                  <a:pt x="107537" y="5080825"/>
                </a:lnTo>
                <a:lnTo>
                  <a:pt x="22574" y="5080825"/>
                </a:lnTo>
                <a:cubicBezTo>
                  <a:pt x="21431" y="5076158"/>
                  <a:pt x="17526" y="5072729"/>
                  <a:pt x="12668" y="5072729"/>
                </a:cubicBezTo>
                <a:cubicBezTo>
                  <a:pt x="6953" y="5072729"/>
                  <a:pt x="2286" y="5077397"/>
                  <a:pt x="2286" y="5083112"/>
                </a:cubicBezTo>
                <a:cubicBezTo>
                  <a:pt x="2286" y="5088827"/>
                  <a:pt x="6953" y="5093494"/>
                  <a:pt x="12668" y="5093494"/>
                </a:cubicBezTo>
                <a:cubicBezTo>
                  <a:pt x="17526" y="5093494"/>
                  <a:pt x="21527" y="5090065"/>
                  <a:pt x="22574" y="5085493"/>
                </a:cubicBezTo>
                <a:lnTo>
                  <a:pt x="109061" y="5085493"/>
                </a:lnTo>
                <a:cubicBezTo>
                  <a:pt x="109061" y="5085493"/>
                  <a:pt x="127635" y="5073110"/>
                  <a:pt x="127635" y="5073110"/>
                </a:cubicBezTo>
                <a:lnTo>
                  <a:pt x="227838" y="5073110"/>
                </a:lnTo>
                <a:lnTo>
                  <a:pt x="239363" y="5083588"/>
                </a:lnTo>
                <a:lnTo>
                  <a:pt x="239363" y="5133690"/>
                </a:lnTo>
                <a:cubicBezTo>
                  <a:pt x="234791" y="5134833"/>
                  <a:pt x="231362" y="5138738"/>
                  <a:pt x="231362" y="5143595"/>
                </a:cubicBezTo>
                <a:lnTo>
                  <a:pt x="236125" y="5143595"/>
                </a:lnTo>
                <a:cubicBezTo>
                  <a:pt x="236125" y="5140452"/>
                  <a:pt x="238697" y="5137975"/>
                  <a:pt x="241745" y="5137975"/>
                </a:cubicBezTo>
                <a:cubicBezTo>
                  <a:pt x="244793" y="5137975"/>
                  <a:pt x="247364" y="5140547"/>
                  <a:pt x="247364" y="5143595"/>
                </a:cubicBezTo>
                <a:lnTo>
                  <a:pt x="252127" y="5143595"/>
                </a:lnTo>
                <a:cubicBezTo>
                  <a:pt x="252127" y="5138738"/>
                  <a:pt x="248698" y="5134737"/>
                  <a:pt x="244126" y="5133690"/>
                </a:cubicBezTo>
                <a:close/>
                <a:moveTo>
                  <a:pt x="12668" y="5088731"/>
                </a:moveTo>
                <a:cubicBezTo>
                  <a:pt x="9525" y="5088731"/>
                  <a:pt x="7049" y="5086159"/>
                  <a:pt x="7049" y="5083112"/>
                </a:cubicBezTo>
                <a:cubicBezTo>
                  <a:pt x="7049" y="5080064"/>
                  <a:pt x="9620" y="5077492"/>
                  <a:pt x="12668" y="5077492"/>
                </a:cubicBezTo>
                <a:cubicBezTo>
                  <a:pt x="15716" y="5077492"/>
                  <a:pt x="18288" y="5080064"/>
                  <a:pt x="18288" y="5083112"/>
                </a:cubicBezTo>
                <a:cubicBezTo>
                  <a:pt x="18288" y="5086159"/>
                  <a:pt x="15716" y="5088731"/>
                  <a:pt x="12668" y="5088731"/>
                </a:cubicBezTo>
                <a:close/>
                <a:moveTo>
                  <a:pt x="1006697" y="4475036"/>
                </a:moveTo>
                <a:cubicBezTo>
                  <a:pt x="1006697" y="4485037"/>
                  <a:pt x="998506" y="4493133"/>
                  <a:pt x="988504" y="4493038"/>
                </a:cubicBezTo>
                <a:cubicBezTo>
                  <a:pt x="978503" y="4493038"/>
                  <a:pt x="970407" y="4484846"/>
                  <a:pt x="970502" y="4474845"/>
                </a:cubicBezTo>
                <a:cubicBezTo>
                  <a:pt x="970502" y="4464844"/>
                  <a:pt x="978694" y="4456748"/>
                  <a:pt x="988695" y="4456843"/>
                </a:cubicBezTo>
                <a:cubicBezTo>
                  <a:pt x="998696" y="4456843"/>
                  <a:pt x="1006793" y="4465035"/>
                  <a:pt x="1006697" y="4475036"/>
                </a:cubicBezTo>
                <a:close/>
                <a:moveTo>
                  <a:pt x="2917412" y="5143595"/>
                </a:moveTo>
                <a:lnTo>
                  <a:pt x="2917412" y="5062442"/>
                </a:lnTo>
                <a:lnTo>
                  <a:pt x="2921127" y="5062442"/>
                </a:lnTo>
                <a:cubicBezTo>
                  <a:pt x="2925699" y="5062442"/>
                  <a:pt x="2929509" y="5058728"/>
                  <a:pt x="2929509" y="5054060"/>
                </a:cubicBezTo>
                <a:lnTo>
                  <a:pt x="2929509" y="5043869"/>
                </a:lnTo>
                <a:cubicBezTo>
                  <a:pt x="2929509" y="5039297"/>
                  <a:pt x="2925794" y="5035487"/>
                  <a:pt x="2921127" y="5035487"/>
                </a:cubicBezTo>
                <a:lnTo>
                  <a:pt x="2883884" y="5035487"/>
                </a:lnTo>
                <a:cubicBezTo>
                  <a:pt x="2879312" y="5035487"/>
                  <a:pt x="2875502" y="5039201"/>
                  <a:pt x="2875502" y="5043869"/>
                </a:cubicBezTo>
                <a:lnTo>
                  <a:pt x="2875502" y="5054060"/>
                </a:lnTo>
                <a:cubicBezTo>
                  <a:pt x="2875502" y="5058633"/>
                  <a:pt x="2879217" y="5062442"/>
                  <a:pt x="2883884" y="5062442"/>
                </a:cubicBezTo>
                <a:lnTo>
                  <a:pt x="2886837" y="5062442"/>
                </a:lnTo>
                <a:lnTo>
                  <a:pt x="2886837" y="5143595"/>
                </a:lnTo>
                <a:lnTo>
                  <a:pt x="2893981" y="5143595"/>
                </a:lnTo>
                <a:lnTo>
                  <a:pt x="2893981" y="5062442"/>
                </a:lnTo>
                <a:lnTo>
                  <a:pt x="2910364" y="5062442"/>
                </a:lnTo>
                <a:lnTo>
                  <a:pt x="2910364" y="5143595"/>
                </a:lnTo>
                <a:lnTo>
                  <a:pt x="2917508" y="5143595"/>
                </a:lnTo>
                <a:close/>
                <a:moveTo>
                  <a:pt x="2890361" y="5057204"/>
                </a:moveTo>
                <a:lnTo>
                  <a:pt x="2883884" y="5057204"/>
                </a:lnTo>
                <a:cubicBezTo>
                  <a:pt x="2882170" y="5057204"/>
                  <a:pt x="2880741" y="5055775"/>
                  <a:pt x="2880741" y="5054060"/>
                </a:cubicBezTo>
                <a:lnTo>
                  <a:pt x="2880741" y="5043869"/>
                </a:lnTo>
                <a:cubicBezTo>
                  <a:pt x="2880741" y="5042154"/>
                  <a:pt x="2882170" y="5040726"/>
                  <a:pt x="2883884" y="5040726"/>
                </a:cubicBezTo>
                <a:lnTo>
                  <a:pt x="2890361" y="5040726"/>
                </a:lnTo>
                <a:lnTo>
                  <a:pt x="2890361" y="5057204"/>
                </a:lnTo>
                <a:close/>
                <a:moveTo>
                  <a:pt x="2912650" y="5040821"/>
                </a:moveTo>
                <a:lnTo>
                  <a:pt x="2921127" y="5040821"/>
                </a:lnTo>
                <a:cubicBezTo>
                  <a:pt x="2922842" y="5040821"/>
                  <a:pt x="2924270" y="5042249"/>
                  <a:pt x="2924270" y="5043964"/>
                </a:cubicBezTo>
                <a:lnTo>
                  <a:pt x="2924270" y="5054156"/>
                </a:lnTo>
                <a:cubicBezTo>
                  <a:pt x="2924270" y="5055870"/>
                  <a:pt x="2922842" y="5057299"/>
                  <a:pt x="2921127" y="5057299"/>
                </a:cubicBezTo>
                <a:lnTo>
                  <a:pt x="2912650" y="5057299"/>
                </a:lnTo>
                <a:lnTo>
                  <a:pt x="2912650" y="5040821"/>
                </a:lnTo>
                <a:close/>
                <a:moveTo>
                  <a:pt x="1876520" y="4807649"/>
                </a:moveTo>
                <a:lnTo>
                  <a:pt x="1876520" y="4814126"/>
                </a:lnTo>
                <a:cubicBezTo>
                  <a:pt x="1876520" y="4815554"/>
                  <a:pt x="1875377" y="4816697"/>
                  <a:pt x="1873949" y="4816697"/>
                </a:cubicBezTo>
                <a:lnTo>
                  <a:pt x="1867472" y="4816697"/>
                </a:lnTo>
                <a:cubicBezTo>
                  <a:pt x="1866043" y="4816697"/>
                  <a:pt x="1864900" y="4815554"/>
                  <a:pt x="1864900" y="4814126"/>
                </a:cubicBezTo>
                <a:lnTo>
                  <a:pt x="1864900" y="4807649"/>
                </a:lnTo>
                <a:cubicBezTo>
                  <a:pt x="1864900" y="4806220"/>
                  <a:pt x="1866043" y="4805077"/>
                  <a:pt x="1867472" y="4805077"/>
                </a:cubicBezTo>
                <a:lnTo>
                  <a:pt x="1873949" y="4805077"/>
                </a:lnTo>
                <a:cubicBezTo>
                  <a:pt x="1875377" y="4805077"/>
                  <a:pt x="1876520" y="4806220"/>
                  <a:pt x="1876520" y="4807649"/>
                </a:cubicBezTo>
                <a:close/>
                <a:moveTo>
                  <a:pt x="1902905" y="5128450"/>
                </a:moveTo>
                <a:lnTo>
                  <a:pt x="1903190" y="4965002"/>
                </a:lnTo>
                <a:lnTo>
                  <a:pt x="1903190" y="4963954"/>
                </a:lnTo>
                <a:lnTo>
                  <a:pt x="1873187" y="4935379"/>
                </a:lnTo>
                <a:lnTo>
                  <a:pt x="1873187" y="4824698"/>
                </a:lnTo>
                <a:lnTo>
                  <a:pt x="1878616" y="4824698"/>
                </a:lnTo>
                <a:cubicBezTo>
                  <a:pt x="1881854" y="4824698"/>
                  <a:pt x="1884521" y="4822031"/>
                  <a:pt x="1884521" y="4818793"/>
                </a:cubicBezTo>
                <a:lnTo>
                  <a:pt x="1884521" y="4803172"/>
                </a:lnTo>
                <a:cubicBezTo>
                  <a:pt x="1884521" y="4799934"/>
                  <a:pt x="1881854" y="4797267"/>
                  <a:pt x="1878616" y="4797267"/>
                </a:cubicBezTo>
                <a:lnTo>
                  <a:pt x="1874139" y="4797267"/>
                </a:lnTo>
                <a:lnTo>
                  <a:pt x="1874139" y="4756499"/>
                </a:lnTo>
                <a:lnTo>
                  <a:pt x="1886045" y="4744593"/>
                </a:lnTo>
                <a:lnTo>
                  <a:pt x="1915097" y="4744593"/>
                </a:lnTo>
                <a:lnTo>
                  <a:pt x="1922145" y="4754880"/>
                </a:lnTo>
                <a:lnTo>
                  <a:pt x="1920716" y="4880324"/>
                </a:lnTo>
                <a:cubicBezTo>
                  <a:pt x="1920716" y="4881372"/>
                  <a:pt x="1921097" y="4882325"/>
                  <a:pt x="1921859" y="4882992"/>
                </a:cubicBezTo>
                <a:lnTo>
                  <a:pt x="1932337" y="4892707"/>
                </a:lnTo>
                <a:cubicBezTo>
                  <a:pt x="1933003" y="4893278"/>
                  <a:pt x="1933861" y="4893660"/>
                  <a:pt x="1934718" y="4893660"/>
                </a:cubicBezTo>
                <a:lnTo>
                  <a:pt x="1966341" y="4894231"/>
                </a:lnTo>
                <a:lnTo>
                  <a:pt x="1966341" y="4898898"/>
                </a:lnTo>
                <a:cubicBezTo>
                  <a:pt x="1966341" y="4901470"/>
                  <a:pt x="1968437" y="4903565"/>
                  <a:pt x="1971008" y="4903565"/>
                </a:cubicBezTo>
                <a:lnTo>
                  <a:pt x="1985772" y="4903565"/>
                </a:lnTo>
                <a:cubicBezTo>
                  <a:pt x="1988344" y="4903565"/>
                  <a:pt x="1990439" y="4901470"/>
                  <a:pt x="1990439" y="4898898"/>
                </a:cubicBezTo>
                <a:lnTo>
                  <a:pt x="1990439" y="4893850"/>
                </a:lnTo>
                <a:lnTo>
                  <a:pt x="2028444" y="4893850"/>
                </a:lnTo>
                <a:lnTo>
                  <a:pt x="2029111" y="4893374"/>
                </a:lnTo>
                <a:cubicBezTo>
                  <a:pt x="2034540" y="4889088"/>
                  <a:pt x="2160270" y="4789742"/>
                  <a:pt x="2169128" y="4782598"/>
                </a:cubicBezTo>
                <a:cubicBezTo>
                  <a:pt x="2169414" y="4782788"/>
                  <a:pt x="2169605" y="4783074"/>
                  <a:pt x="2169986" y="4783265"/>
                </a:cubicBezTo>
                <a:cubicBezTo>
                  <a:pt x="2175034" y="4785741"/>
                  <a:pt x="2181225" y="4783741"/>
                  <a:pt x="2183702" y="4778693"/>
                </a:cubicBezTo>
                <a:cubicBezTo>
                  <a:pt x="2186178" y="4773645"/>
                  <a:pt x="2184178" y="4767453"/>
                  <a:pt x="2179130" y="4764977"/>
                </a:cubicBezTo>
                <a:cubicBezTo>
                  <a:pt x="2174081" y="4762500"/>
                  <a:pt x="2167890" y="4764501"/>
                  <a:pt x="2165414" y="4769549"/>
                </a:cubicBezTo>
                <a:cubicBezTo>
                  <a:pt x="2163794" y="4772692"/>
                  <a:pt x="2164175" y="4776216"/>
                  <a:pt x="2165890" y="4779169"/>
                </a:cubicBezTo>
                <a:cubicBezTo>
                  <a:pt x="2155127" y="4787742"/>
                  <a:pt x="2036826" y="4881277"/>
                  <a:pt x="2026920" y="4889088"/>
                </a:cubicBezTo>
                <a:lnTo>
                  <a:pt x="1990535" y="4889088"/>
                </a:lnTo>
                <a:lnTo>
                  <a:pt x="1990535" y="4884135"/>
                </a:lnTo>
                <a:cubicBezTo>
                  <a:pt x="1990535" y="4881563"/>
                  <a:pt x="1988439" y="4879467"/>
                  <a:pt x="1985867" y="4879467"/>
                </a:cubicBezTo>
                <a:lnTo>
                  <a:pt x="1971103" y="4879467"/>
                </a:lnTo>
                <a:cubicBezTo>
                  <a:pt x="1968532" y="4879467"/>
                  <a:pt x="1966436" y="4881563"/>
                  <a:pt x="1966436" y="4884135"/>
                </a:cubicBezTo>
                <a:lnTo>
                  <a:pt x="1966436" y="4887087"/>
                </a:lnTo>
                <a:lnTo>
                  <a:pt x="1936242" y="4886611"/>
                </a:lnTo>
                <a:lnTo>
                  <a:pt x="1927955" y="4878896"/>
                </a:lnTo>
                <a:lnTo>
                  <a:pt x="1929384" y="4753928"/>
                </a:lnTo>
                <a:cubicBezTo>
                  <a:pt x="1929384" y="4753166"/>
                  <a:pt x="1929194" y="4752499"/>
                  <a:pt x="1928717" y="4751832"/>
                </a:cubicBezTo>
                <a:lnTo>
                  <a:pt x="1919954" y="4739069"/>
                </a:lnTo>
                <a:cubicBezTo>
                  <a:pt x="1919288" y="4738116"/>
                  <a:pt x="1918145" y="4737545"/>
                  <a:pt x="1917002" y="4737545"/>
                </a:cubicBezTo>
                <a:lnTo>
                  <a:pt x="1884617" y="4737545"/>
                </a:lnTo>
                <a:cubicBezTo>
                  <a:pt x="1883664" y="4737545"/>
                  <a:pt x="1882807" y="4737926"/>
                  <a:pt x="1882045" y="4738593"/>
                </a:cubicBezTo>
                <a:lnTo>
                  <a:pt x="1868043" y="4752594"/>
                </a:lnTo>
                <a:cubicBezTo>
                  <a:pt x="1867376" y="4753261"/>
                  <a:pt x="1866995" y="4754213"/>
                  <a:pt x="1866995" y="4755166"/>
                </a:cubicBezTo>
                <a:lnTo>
                  <a:pt x="1866995" y="4797362"/>
                </a:lnTo>
                <a:lnTo>
                  <a:pt x="1862995" y="4797362"/>
                </a:lnTo>
                <a:cubicBezTo>
                  <a:pt x="1859756" y="4797362"/>
                  <a:pt x="1857089" y="4800029"/>
                  <a:pt x="1857089" y="4803267"/>
                </a:cubicBezTo>
                <a:lnTo>
                  <a:pt x="1857089" y="4818888"/>
                </a:lnTo>
                <a:cubicBezTo>
                  <a:pt x="1857089" y="4822127"/>
                  <a:pt x="1859756" y="4824794"/>
                  <a:pt x="1862995" y="4824794"/>
                </a:cubicBezTo>
                <a:lnTo>
                  <a:pt x="1868424" y="4824794"/>
                </a:lnTo>
                <a:lnTo>
                  <a:pt x="1868424" y="4937570"/>
                </a:lnTo>
                <a:lnTo>
                  <a:pt x="1898428" y="4966145"/>
                </a:lnTo>
                <a:lnTo>
                  <a:pt x="1898142" y="5128260"/>
                </a:lnTo>
                <a:cubicBezTo>
                  <a:pt x="1894523" y="5128546"/>
                  <a:pt x="1890903" y="5129975"/>
                  <a:pt x="1888141" y="5132737"/>
                </a:cubicBezTo>
                <a:cubicBezTo>
                  <a:pt x="1885093" y="5135785"/>
                  <a:pt x="1883569" y="5139785"/>
                  <a:pt x="1883569" y="5143786"/>
                </a:cubicBezTo>
                <a:lnTo>
                  <a:pt x="1888331" y="5143786"/>
                </a:lnTo>
                <a:cubicBezTo>
                  <a:pt x="1888331" y="5141024"/>
                  <a:pt x="1889379" y="5138166"/>
                  <a:pt x="1891475" y="5136071"/>
                </a:cubicBezTo>
                <a:cubicBezTo>
                  <a:pt x="1893570" y="5133975"/>
                  <a:pt x="1896428" y="5132928"/>
                  <a:pt x="1899190" y="5132928"/>
                </a:cubicBezTo>
                <a:cubicBezTo>
                  <a:pt x="1901952" y="5132928"/>
                  <a:pt x="1904810" y="5133975"/>
                  <a:pt x="1906905" y="5136071"/>
                </a:cubicBezTo>
                <a:cubicBezTo>
                  <a:pt x="1909001" y="5138166"/>
                  <a:pt x="1910048" y="5141024"/>
                  <a:pt x="1910048" y="5143786"/>
                </a:cubicBezTo>
                <a:lnTo>
                  <a:pt x="1914811" y="5143786"/>
                </a:lnTo>
                <a:cubicBezTo>
                  <a:pt x="1914811" y="5139785"/>
                  <a:pt x="1913287" y="5135785"/>
                  <a:pt x="1910239" y="5132737"/>
                </a:cubicBezTo>
                <a:cubicBezTo>
                  <a:pt x="1908143" y="5130642"/>
                  <a:pt x="1905572" y="5129308"/>
                  <a:pt x="1902809" y="5128641"/>
                </a:cubicBezTo>
                <a:close/>
                <a:moveTo>
                  <a:pt x="1862995" y="4819841"/>
                </a:moveTo>
                <a:cubicBezTo>
                  <a:pt x="1862328" y="4819841"/>
                  <a:pt x="1861852" y="4819269"/>
                  <a:pt x="1861852" y="4818698"/>
                </a:cubicBezTo>
                <a:lnTo>
                  <a:pt x="1861852" y="4803077"/>
                </a:lnTo>
                <a:cubicBezTo>
                  <a:pt x="1861852" y="4802410"/>
                  <a:pt x="1862423" y="4801934"/>
                  <a:pt x="1862995" y="4801934"/>
                </a:cubicBezTo>
                <a:lnTo>
                  <a:pt x="1878616" y="4801934"/>
                </a:lnTo>
                <a:cubicBezTo>
                  <a:pt x="1879282" y="4801934"/>
                  <a:pt x="1879759" y="4802505"/>
                  <a:pt x="1879759" y="4803077"/>
                </a:cubicBezTo>
                <a:lnTo>
                  <a:pt x="1879759" y="4818698"/>
                </a:lnTo>
                <a:cubicBezTo>
                  <a:pt x="1879759" y="4819364"/>
                  <a:pt x="1879187" y="4819841"/>
                  <a:pt x="1878616" y="4819841"/>
                </a:cubicBezTo>
                <a:lnTo>
                  <a:pt x="1862995" y="4819841"/>
                </a:lnTo>
                <a:close/>
                <a:moveTo>
                  <a:pt x="389954" y="1616774"/>
                </a:moveTo>
                <a:cubicBezTo>
                  <a:pt x="396907" y="1616774"/>
                  <a:pt x="402622" y="1622393"/>
                  <a:pt x="402622" y="1629442"/>
                </a:cubicBezTo>
                <a:cubicBezTo>
                  <a:pt x="402622" y="1636490"/>
                  <a:pt x="397002" y="1642110"/>
                  <a:pt x="389954" y="1642110"/>
                </a:cubicBezTo>
                <a:cubicBezTo>
                  <a:pt x="382905" y="1642110"/>
                  <a:pt x="377285" y="1636490"/>
                  <a:pt x="377285" y="1629442"/>
                </a:cubicBezTo>
                <a:cubicBezTo>
                  <a:pt x="377285" y="1622393"/>
                  <a:pt x="382905" y="1616774"/>
                  <a:pt x="389954" y="1616774"/>
                </a:cubicBezTo>
                <a:close/>
                <a:moveTo>
                  <a:pt x="2240947" y="5143595"/>
                </a:moveTo>
                <a:lnTo>
                  <a:pt x="2240947" y="5141405"/>
                </a:lnTo>
                <a:cubicBezTo>
                  <a:pt x="2240947" y="5141405"/>
                  <a:pt x="2240661" y="5140643"/>
                  <a:pt x="2240185" y="5140643"/>
                </a:cubicBezTo>
                <a:lnTo>
                  <a:pt x="2229231" y="5140643"/>
                </a:lnTo>
                <a:cubicBezTo>
                  <a:pt x="2229231" y="5140643"/>
                  <a:pt x="2228469" y="5141024"/>
                  <a:pt x="2228469" y="5141405"/>
                </a:cubicBezTo>
                <a:lnTo>
                  <a:pt x="2228469" y="5143595"/>
                </a:lnTo>
                <a:lnTo>
                  <a:pt x="2223707" y="5143595"/>
                </a:lnTo>
                <a:lnTo>
                  <a:pt x="2223707" y="5141405"/>
                </a:lnTo>
                <a:cubicBezTo>
                  <a:pt x="2223707" y="5138357"/>
                  <a:pt x="2226183" y="5135880"/>
                  <a:pt x="2229231" y="5135880"/>
                </a:cubicBezTo>
                <a:lnTo>
                  <a:pt x="2240185" y="5135880"/>
                </a:lnTo>
                <a:cubicBezTo>
                  <a:pt x="2243233" y="5135880"/>
                  <a:pt x="2245709" y="5138357"/>
                  <a:pt x="2245709" y="5141405"/>
                </a:cubicBezTo>
                <a:lnTo>
                  <a:pt x="2245709" y="5143595"/>
                </a:lnTo>
                <a:lnTo>
                  <a:pt x="2240947" y="5143595"/>
                </a:lnTo>
                <a:close/>
                <a:moveTo>
                  <a:pt x="1767840" y="4814126"/>
                </a:moveTo>
                <a:lnTo>
                  <a:pt x="1767840" y="4807649"/>
                </a:lnTo>
                <a:cubicBezTo>
                  <a:pt x="1767840" y="4806220"/>
                  <a:pt x="1768983" y="4805077"/>
                  <a:pt x="1770412" y="4805077"/>
                </a:cubicBezTo>
                <a:lnTo>
                  <a:pt x="1776889" y="4805077"/>
                </a:lnTo>
                <a:cubicBezTo>
                  <a:pt x="1778318" y="4805077"/>
                  <a:pt x="1779461" y="4806220"/>
                  <a:pt x="1779461" y="4807649"/>
                </a:cubicBezTo>
                <a:lnTo>
                  <a:pt x="1779461" y="4814126"/>
                </a:lnTo>
                <a:cubicBezTo>
                  <a:pt x="1779461" y="4815554"/>
                  <a:pt x="1778318" y="4816697"/>
                  <a:pt x="1776889" y="4816697"/>
                </a:cubicBezTo>
                <a:lnTo>
                  <a:pt x="1770412" y="4816697"/>
                </a:lnTo>
                <a:cubicBezTo>
                  <a:pt x="1768983" y="4816697"/>
                  <a:pt x="1767840" y="4815554"/>
                  <a:pt x="1767840" y="4814126"/>
                </a:cubicBezTo>
                <a:close/>
                <a:moveTo>
                  <a:pt x="2420398" y="4811459"/>
                </a:moveTo>
                <a:cubicBezTo>
                  <a:pt x="2420398" y="4804505"/>
                  <a:pt x="2426018" y="4798790"/>
                  <a:pt x="2433066" y="4798790"/>
                </a:cubicBezTo>
                <a:cubicBezTo>
                  <a:pt x="2440115" y="4798790"/>
                  <a:pt x="2445734" y="4804410"/>
                  <a:pt x="2445734" y="4811459"/>
                </a:cubicBezTo>
                <a:cubicBezTo>
                  <a:pt x="2445734" y="4818507"/>
                  <a:pt x="2440115" y="4824127"/>
                  <a:pt x="2433066" y="4824127"/>
                </a:cubicBezTo>
                <a:cubicBezTo>
                  <a:pt x="2426018" y="4824127"/>
                  <a:pt x="2420398" y="4818507"/>
                  <a:pt x="2420398" y="4811459"/>
                </a:cubicBezTo>
                <a:close/>
                <a:moveTo>
                  <a:pt x="16764" y="1817275"/>
                </a:moveTo>
                <a:cubicBezTo>
                  <a:pt x="22669" y="1817275"/>
                  <a:pt x="27527" y="1812417"/>
                  <a:pt x="27527" y="1806512"/>
                </a:cubicBezTo>
                <a:lnTo>
                  <a:pt x="27527" y="1764030"/>
                </a:lnTo>
                <a:lnTo>
                  <a:pt x="34290" y="1764030"/>
                </a:lnTo>
                <a:cubicBezTo>
                  <a:pt x="35624" y="1764030"/>
                  <a:pt x="36671" y="1762982"/>
                  <a:pt x="36671" y="1761649"/>
                </a:cubicBezTo>
                <a:lnTo>
                  <a:pt x="36671" y="1760030"/>
                </a:lnTo>
                <a:lnTo>
                  <a:pt x="90964" y="1760030"/>
                </a:lnTo>
                <a:lnTo>
                  <a:pt x="99441" y="1751838"/>
                </a:lnTo>
                <a:lnTo>
                  <a:pt x="122301" y="1751838"/>
                </a:lnTo>
                <a:cubicBezTo>
                  <a:pt x="125159" y="1751838"/>
                  <a:pt x="127445" y="1749552"/>
                  <a:pt x="127445" y="1746695"/>
                </a:cubicBezTo>
                <a:lnTo>
                  <a:pt x="127445" y="1743742"/>
                </a:lnTo>
                <a:lnTo>
                  <a:pt x="224981" y="1743742"/>
                </a:lnTo>
                <a:lnTo>
                  <a:pt x="242030" y="1760696"/>
                </a:lnTo>
                <a:lnTo>
                  <a:pt x="333375" y="1760696"/>
                </a:lnTo>
                <a:lnTo>
                  <a:pt x="382143" y="1708499"/>
                </a:lnTo>
                <a:cubicBezTo>
                  <a:pt x="382619" y="1708595"/>
                  <a:pt x="383191" y="1708785"/>
                  <a:pt x="383667" y="1708785"/>
                </a:cubicBezTo>
                <a:lnTo>
                  <a:pt x="396335" y="1708785"/>
                </a:lnTo>
                <a:cubicBezTo>
                  <a:pt x="400050" y="1708785"/>
                  <a:pt x="403193" y="1705737"/>
                  <a:pt x="403193" y="1701927"/>
                </a:cubicBezTo>
                <a:lnTo>
                  <a:pt x="403193" y="1689259"/>
                </a:lnTo>
                <a:cubicBezTo>
                  <a:pt x="403193" y="1685544"/>
                  <a:pt x="400145" y="1682401"/>
                  <a:pt x="396335" y="1682401"/>
                </a:cubicBezTo>
                <a:lnTo>
                  <a:pt x="383667" y="1682401"/>
                </a:lnTo>
                <a:cubicBezTo>
                  <a:pt x="379952" y="1682401"/>
                  <a:pt x="376809" y="1685449"/>
                  <a:pt x="376809" y="1689259"/>
                </a:cubicBezTo>
                <a:lnTo>
                  <a:pt x="376809" y="1701927"/>
                </a:lnTo>
                <a:cubicBezTo>
                  <a:pt x="376809" y="1703356"/>
                  <a:pt x="377381" y="1704594"/>
                  <a:pt x="378143" y="1705737"/>
                </a:cubicBezTo>
                <a:lnTo>
                  <a:pt x="331280" y="1755934"/>
                </a:lnTo>
                <a:lnTo>
                  <a:pt x="244031" y="1755934"/>
                </a:lnTo>
                <a:lnTo>
                  <a:pt x="226981" y="1738979"/>
                </a:lnTo>
                <a:lnTo>
                  <a:pt x="127445" y="1738979"/>
                </a:lnTo>
                <a:lnTo>
                  <a:pt x="127445" y="1736693"/>
                </a:lnTo>
                <a:cubicBezTo>
                  <a:pt x="127445" y="1733836"/>
                  <a:pt x="125159" y="1731550"/>
                  <a:pt x="122301" y="1731550"/>
                </a:cubicBezTo>
                <a:lnTo>
                  <a:pt x="98489" y="1731550"/>
                </a:lnTo>
                <a:cubicBezTo>
                  <a:pt x="95631" y="1731550"/>
                  <a:pt x="93345" y="1733836"/>
                  <a:pt x="93345" y="1736693"/>
                </a:cubicBezTo>
                <a:lnTo>
                  <a:pt x="93345" y="1746790"/>
                </a:lnTo>
                <a:cubicBezTo>
                  <a:pt x="93345" y="1748028"/>
                  <a:pt x="93821" y="1749076"/>
                  <a:pt x="94583" y="1749933"/>
                </a:cubicBezTo>
                <a:lnTo>
                  <a:pt x="89059" y="1755267"/>
                </a:lnTo>
                <a:lnTo>
                  <a:pt x="36671" y="1755267"/>
                </a:lnTo>
                <a:lnTo>
                  <a:pt x="36671" y="1753648"/>
                </a:lnTo>
                <a:cubicBezTo>
                  <a:pt x="36671" y="1752314"/>
                  <a:pt x="35624" y="1751267"/>
                  <a:pt x="34290" y="1751267"/>
                </a:cubicBezTo>
                <a:lnTo>
                  <a:pt x="16097" y="1751267"/>
                </a:lnTo>
                <a:cubicBezTo>
                  <a:pt x="14764" y="1751267"/>
                  <a:pt x="13716" y="1752314"/>
                  <a:pt x="13716" y="1753648"/>
                </a:cubicBezTo>
                <a:lnTo>
                  <a:pt x="13716" y="1761649"/>
                </a:lnTo>
                <a:cubicBezTo>
                  <a:pt x="13716" y="1762982"/>
                  <a:pt x="14764" y="1764030"/>
                  <a:pt x="16097" y="1764030"/>
                </a:cubicBezTo>
                <a:lnTo>
                  <a:pt x="22860" y="1764030"/>
                </a:lnTo>
                <a:lnTo>
                  <a:pt x="22860" y="1806512"/>
                </a:lnTo>
                <a:cubicBezTo>
                  <a:pt x="22860" y="1809845"/>
                  <a:pt x="20193" y="1812512"/>
                  <a:pt x="16859" y="1812512"/>
                </a:cubicBezTo>
                <a:cubicBezTo>
                  <a:pt x="13526" y="1812512"/>
                  <a:pt x="10859" y="1809845"/>
                  <a:pt x="10859" y="1806512"/>
                </a:cubicBezTo>
                <a:lnTo>
                  <a:pt x="10859" y="1768507"/>
                </a:lnTo>
                <a:cubicBezTo>
                  <a:pt x="10859" y="1762601"/>
                  <a:pt x="6001" y="1757744"/>
                  <a:pt x="95" y="1757744"/>
                </a:cubicBezTo>
                <a:lnTo>
                  <a:pt x="95" y="1762506"/>
                </a:lnTo>
                <a:cubicBezTo>
                  <a:pt x="3429" y="1762506"/>
                  <a:pt x="6096" y="1765173"/>
                  <a:pt x="6096" y="1768507"/>
                </a:cubicBezTo>
                <a:lnTo>
                  <a:pt x="6096" y="1806512"/>
                </a:lnTo>
                <a:cubicBezTo>
                  <a:pt x="6096" y="1812417"/>
                  <a:pt x="10954" y="1817275"/>
                  <a:pt x="16859" y="1817275"/>
                </a:cubicBezTo>
                <a:close/>
                <a:moveTo>
                  <a:pt x="381572" y="1689449"/>
                </a:moveTo>
                <a:cubicBezTo>
                  <a:pt x="381572" y="1688306"/>
                  <a:pt x="382524" y="1687354"/>
                  <a:pt x="383667" y="1687354"/>
                </a:cubicBezTo>
                <a:lnTo>
                  <a:pt x="396335" y="1687354"/>
                </a:lnTo>
                <a:cubicBezTo>
                  <a:pt x="397478" y="1687354"/>
                  <a:pt x="398431" y="1688306"/>
                  <a:pt x="398431" y="1689449"/>
                </a:cubicBezTo>
                <a:lnTo>
                  <a:pt x="398431" y="1702118"/>
                </a:lnTo>
                <a:cubicBezTo>
                  <a:pt x="398431" y="1703261"/>
                  <a:pt x="397478" y="1704213"/>
                  <a:pt x="396335" y="1704213"/>
                </a:cubicBezTo>
                <a:lnTo>
                  <a:pt x="383667" y="1704213"/>
                </a:lnTo>
                <a:cubicBezTo>
                  <a:pt x="382524" y="1704213"/>
                  <a:pt x="381572" y="1703261"/>
                  <a:pt x="381572" y="1702118"/>
                </a:cubicBezTo>
                <a:lnTo>
                  <a:pt x="381572" y="1689449"/>
                </a:lnTo>
                <a:close/>
                <a:moveTo>
                  <a:pt x="121348" y="1736789"/>
                </a:moveTo>
                <a:lnTo>
                  <a:pt x="122492" y="1736789"/>
                </a:lnTo>
                <a:lnTo>
                  <a:pt x="122492" y="1746885"/>
                </a:lnTo>
                <a:cubicBezTo>
                  <a:pt x="122492" y="1746885"/>
                  <a:pt x="122301" y="1747266"/>
                  <a:pt x="122111" y="1747266"/>
                </a:cubicBezTo>
                <a:lnTo>
                  <a:pt x="121253" y="1747266"/>
                </a:lnTo>
                <a:lnTo>
                  <a:pt x="121253" y="1736884"/>
                </a:lnTo>
                <a:close/>
                <a:moveTo>
                  <a:pt x="108204" y="1736598"/>
                </a:moveTo>
                <a:lnTo>
                  <a:pt x="112871" y="1736598"/>
                </a:lnTo>
                <a:lnTo>
                  <a:pt x="112871" y="1747076"/>
                </a:lnTo>
                <a:lnTo>
                  <a:pt x="108204" y="1747076"/>
                </a:lnTo>
                <a:lnTo>
                  <a:pt x="108204" y="1736598"/>
                </a:lnTo>
                <a:close/>
                <a:moveTo>
                  <a:pt x="98489" y="1736503"/>
                </a:moveTo>
                <a:lnTo>
                  <a:pt x="100108" y="1736503"/>
                </a:lnTo>
                <a:lnTo>
                  <a:pt x="100108" y="1746980"/>
                </a:lnTo>
                <a:lnTo>
                  <a:pt x="98108" y="1746980"/>
                </a:lnTo>
                <a:cubicBezTo>
                  <a:pt x="98108" y="1746980"/>
                  <a:pt x="98489" y="1736503"/>
                  <a:pt x="98489" y="1736503"/>
                </a:cubicBezTo>
                <a:close/>
                <a:moveTo>
                  <a:pt x="18383" y="1759363"/>
                </a:moveTo>
                <a:lnTo>
                  <a:pt x="18383" y="1756124"/>
                </a:lnTo>
                <a:lnTo>
                  <a:pt x="31814" y="1756124"/>
                </a:lnTo>
                <a:lnTo>
                  <a:pt x="31814" y="1759363"/>
                </a:lnTo>
                <a:lnTo>
                  <a:pt x="18383" y="1759363"/>
                </a:lnTo>
                <a:close/>
                <a:moveTo>
                  <a:pt x="3114770" y="5122545"/>
                </a:moveTo>
                <a:lnTo>
                  <a:pt x="3111627" y="5122545"/>
                </a:lnTo>
                <a:cubicBezTo>
                  <a:pt x="3110484" y="5117973"/>
                  <a:pt x="3106579" y="5114544"/>
                  <a:pt x="3101721" y="5114544"/>
                </a:cubicBezTo>
                <a:cubicBezTo>
                  <a:pt x="3096006" y="5114544"/>
                  <a:pt x="3091339" y="5119212"/>
                  <a:pt x="3091339" y="5124926"/>
                </a:cubicBezTo>
                <a:cubicBezTo>
                  <a:pt x="3091339" y="5130642"/>
                  <a:pt x="3096006" y="5135309"/>
                  <a:pt x="3101721" y="5135309"/>
                </a:cubicBezTo>
                <a:cubicBezTo>
                  <a:pt x="3106579" y="5135309"/>
                  <a:pt x="3110579" y="5131880"/>
                  <a:pt x="3111627" y="5127308"/>
                </a:cubicBezTo>
                <a:lnTo>
                  <a:pt x="3114770" y="5127308"/>
                </a:lnTo>
                <a:lnTo>
                  <a:pt x="3114770" y="5122545"/>
                </a:lnTo>
                <a:close/>
                <a:moveTo>
                  <a:pt x="3101721" y="5130642"/>
                </a:moveTo>
                <a:cubicBezTo>
                  <a:pt x="3098578" y="5130642"/>
                  <a:pt x="3096101" y="5128070"/>
                  <a:pt x="3096101" y="5125022"/>
                </a:cubicBezTo>
                <a:cubicBezTo>
                  <a:pt x="3096101" y="5121974"/>
                  <a:pt x="3098673" y="5119402"/>
                  <a:pt x="3101721" y="5119402"/>
                </a:cubicBezTo>
                <a:cubicBezTo>
                  <a:pt x="3104769" y="5119402"/>
                  <a:pt x="3107341" y="5121974"/>
                  <a:pt x="3107341" y="5125022"/>
                </a:cubicBezTo>
                <a:cubicBezTo>
                  <a:pt x="3107341" y="5128070"/>
                  <a:pt x="3104769" y="5130642"/>
                  <a:pt x="3101721" y="5130642"/>
                </a:cubicBezTo>
                <a:close/>
                <a:moveTo>
                  <a:pt x="1889474" y="11144"/>
                </a:moveTo>
                <a:cubicBezTo>
                  <a:pt x="1886426" y="8096"/>
                  <a:pt x="1884902" y="4096"/>
                  <a:pt x="1884902" y="95"/>
                </a:cubicBezTo>
                <a:lnTo>
                  <a:pt x="1889665" y="95"/>
                </a:lnTo>
                <a:cubicBezTo>
                  <a:pt x="1889665" y="2858"/>
                  <a:pt x="1890713" y="5715"/>
                  <a:pt x="1892808" y="7811"/>
                </a:cubicBezTo>
                <a:cubicBezTo>
                  <a:pt x="1897094" y="12002"/>
                  <a:pt x="1903952" y="12097"/>
                  <a:pt x="1908239" y="7811"/>
                </a:cubicBezTo>
                <a:cubicBezTo>
                  <a:pt x="1910334" y="5715"/>
                  <a:pt x="1911382" y="2858"/>
                  <a:pt x="1911382" y="95"/>
                </a:cubicBezTo>
                <a:lnTo>
                  <a:pt x="1916144" y="95"/>
                </a:lnTo>
                <a:cubicBezTo>
                  <a:pt x="1916144" y="4096"/>
                  <a:pt x="1914620" y="8096"/>
                  <a:pt x="1911572" y="11144"/>
                </a:cubicBezTo>
                <a:cubicBezTo>
                  <a:pt x="1908524" y="14192"/>
                  <a:pt x="1904524" y="15716"/>
                  <a:pt x="1900523" y="15716"/>
                </a:cubicBezTo>
                <a:cubicBezTo>
                  <a:pt x="1896523" y="15716"/>
                  <a:pt x="1892522" y="14192"/>
                  <a:pt x="1889474" y="11144"/>
                </a:cubicBezTo>
                <a:close/>
                <a:moveTo>
                  <a:pt x="3064288" y="5143595"/>
                </a:moveTo>
                <a:lnTo>
                  <a:pt x="3059525" y="5143595"/>
                </a:lnTo>
                <a:lnTo>
                  <a:pt x="3059525" y="5094637"/>
                </a:lnTo>
                <a:lnTo>
                  <a:pt x="3060002" y="5093970"/>
                </a:lnTo>
                <a:cubicBezTo>
                  <a:pt x="3062097" y="5091303"/>
                  <a:pt x="3089053" y="5057204"/>
                  <a:pt x="3114675" y="5024724"/>
                </a:cubicBezTo>
                <a:lnTo>
                  <a:pt x="3114675" y="5032439"/>
                </a:lnTo>
                <a:cubicBezTo>
                  <a:pt x="3091339" y="5061966"/>
                  <a:pt x="3068003" y="5091589"/>
                  <a:pt x="3064193" y="5096351"/>
                </a:cubicBezTo>
                <a:lnTo>
                  <a:pt x="3064193" y="5143595"/>
                </a:lnTo>
                <a:close/>
                <a:moveTo>
                  <a:pt x="3021806" y="5143595"/>
                </a:moveTo>
                <a:lnTo>
                  <a:pt x="3017044" y="5143595"/>
                </a:lnTo>
                <a:lnTo>
                  <a:pt x="3017044" y="5094637"/>
                </a:lnTo>
                <a:lnTo>
                  <a:pt x="3017520" y="5093970"/>
                </a:lnTo>
                <a:lnTo>
                  <a:pt x="3114770" y="4971003"/>
                </a:lnTo>
                <a:lnTo>
                  <a:pt x="3114770" y="4978718"/>
                </a:lnTo>
                <a:lnTo>
                  <a:pt x="3021806" y="5096257"/>
                </a:lnTo>
                <a:lnTo>
                  <a:pt x="3021806" y="5143500"/>
                </a:lnTo>
                <a:close/>
                <a:moveTo>
                  <a:pt x="224885" y="1284065"/>
                </a:moveTo>
                <a:lnTo>
                  <a:pt x="224504" y="1355884"/>
                </a:lnTo>
                <a:lnTo>
                  <a:pt x="216408" y="1361980"/>
                </a:lnTo>
                <a:lnTo>
                  <a:pt x="50959" y="1361980"/>
                </a:lnTo>
                <a:lnTo>
                  <a:pt x="28099" y="1379411"/>
                </a:lnTo>
                <a:lnTo>
                  <a:pt x="10668" y="1379411"/>
                </a:lnTo>
                <a:cubicBezTo>
                  <a:pt x="10478" y="1378744"/>
                  <a:pt x="10478" y="1378077"/>
                  <a:pt x="10287" y="1377506"/>
                </a:cubicBezTo>
                <a:cubicBezTo>
                  <a:pt x="9144" y="1374839"/>
                  <a:pt x="7049" y="1372838"/>
                  <a:pt x="4382" y="1371791"/>
                </a:cubicBezTo>
                <a:cubicBezTo>
                  <a:pt x="3048" y="1371219"/>
                  <a:pt x="1619" y="1371028"/>
                  <a:pt x="191" y="1371028"/>
                </a:cubicBezTo>
                <a:lnTo>
                  <a:pt x="191" y="1375791"/>
                </a:lnTo>
                <a:cubicBezTo>
                  <a:pt x="191" y="1375791"/>
                  <a:pt x="381" y="1375791"/>
                  <a:pt x="476" y="1375791"/>
                </a:cubicBezTo>
                <a:cubicBezTo>
                  <a:pt x="1238" y="1375791"/>
                  <a:pt x="2000" y="1375886"/>
                  <a:pt x="2667" y="1376172"/>
                </a:cubicBezTo>
                <a:cubicBezTo>
                  <a:pt x="4191" y="1376744"/>
                  <a:pt x="5334" y="1377887"/>
                  <a:pt x="6001" y="1379411"/>
                </a:cubicBezTo>
                <a:cubicBezTo>
                  <a:pt x="6668" y="1380839"/>
                  <a:pt x="6668" y="1382554"/>
                  <a:pt x="6001" y="1383982"/>
                </a:cubicBezTo>
                <a:cubicBezTo>
                  <a:pt x="5429" y="1385507"/>
                  <a:pt x="4286" y="1386650"/>
                  <a:pt x="2762" y="1387316"/>
                </a:cubicBezTo>
                <a:cubicBezTo>
                  <a:pt x="1905" y="1387697"/>
                  <a:pt x="1048" y="1387793"/>
                  <a:pt x="95" y="1387793"/>
                </a:cubicBezTo>
                <a:lnTo>
                  <a:pt x="95" y="1392555"/>
                </a:lnTo>
                <a:cubicBezTo>
                  <a:pt x="95" y="1392555"/>
                  <a:pt x="286" y="1392555"/>
                  <a:pt x="381" y="1392555"/>
                </a:cubicBezTo>
                <a:cubicBezTo>
                  <a:pt x="1810" y="1392555"/>
                  <a:pt x="3334" y="1392269"/>
                  <a:pt x="4667" y="1391698"/>
                </a:cubicBezTo>
                <a:lnTo>
                  <a:pt x="4667" y="1391698"/>
                </a:lnTo>
                <a:cubicBezTo>
                  <a:pt x="7334" y="1390555"/>
                  <a:pt x="9335" y="1388459"/>
                  <a:pt x="10382" y="1385792"/>
                </a:cubicBezTo>
                <a:cubicBezTo>
                  <a:pt x="10573" y="1385316"/>
                  <a:pt x="10573" y="1384745"/>
                  <a:pt x="10668" y="1384268"/>
                </a:cubicBezTo>
                <a:lnTo>
                  <a:pt x="29718" y="1384268"/>
                </a:lnTo>
                <a:lnTo>
                  <a:pt x="52578" y="1366838"/>
                </a:lnTo>
                <a:lnTo>
                  <a:pt x="218123" y="1366838"/>
                </a:lnTo>
                <a:lnTo>
                  <a:pt x="227171" y="1359980"/>
                </a:lnTo>
                <a:lnTo>
                  <a:pt x="238411" y="1369314"/>
                </a:lnTo>
                <a:lnTo>
                  <a:pt x="238411" y="1386459"/>
                </a:lnTo>
                <a:cubicBezTo>
                  <a:pt x="237744" y="1386650"/>
                  <a:pt x="237077" y="1386650"/>
                  <a:pt x="236506" y="1386840"/>
                </a:cubicBezTo>
                <a:cubicBezTo>
                  <a:pt x="231077" y="1389221"/>
                  <a:pt x="228600" y="1395603"/>
                  <a:pt x="230981" y="1401032"/>
                </a:cubicBezTo>
                <a:cubicBezTo>
                  <a:pt x="232791" y="1405033"/>
                  <a:pt x="236696" y="1407509"/>
                  <a:pt x="240887" y="1407509"/>
                </a:cubicBezTo>
                <a:cubicBezTo>
                  <a:pt x="242316" y="1407509"/>
                  <a:pt x="243745" y="1407224"/>
                  <a:pt x="245174" y="1406652"/>
                </a:cubicBezTo>
                <a:cubicBezTo>
                  <a:pt x="247841" y="1405509"/>
                  <a:pt x="249841" y="1403414"/>
                  <a:pt x="250889" y="1400747"/>
                </a:cubicBezTo>
                <a:cubicBezTo>
                  <a:pt x="251936" y="1398080"/>
                  <a:pt x="251936" y="1395127"/>
                  <a:pt x="250698" y="1392460"/>
                </a:cubicBezTo>
                <a:lnTo>
                  <a:pt x="250698" y="1392460"/>
                </a:lnTo>
                <a:cubicBezTo>
                  <a:pt x="249555" y="1389793"/>
                  <a:pt x="247460" y="1387793"/>
                  <a:pt x="244793" y="1386745"/>
                </a:cubicBezTo>
                <a:cubicBezTo>
                  <a:pt x="244316" y="1386554"/>
                  <a:pt x="243745" y="1386554"/>
                  <a:pt x="243269" y="1386459"/>
                </a:cubicBezTo>
                <a:lnTo>
                  <a:pt x="243269" y="1367123"/>
                </a:lnTo>
                <a:lnTo>
                  <a:pt x="229457" y="1355598"/>
                </a:lnTo>
                <a:lnTo>
                  <a:pt x="229838" y="1286351"/>
                </a:lnTo>
                <a:lnTo>
                  <a:pt x="326612" y="1209199"/>
                </a:lnTo>
                <a:cubicBezTo>
                  <a:pt x="327279" y="1209770"/>
                  <a:pt x="327851" y="1210437"/>
                  <a:pt x="328708" y="1210818"/>
                </a:cubicBezTo>
                <a:cubicBezTo>
                  <a:pt x="330422" y="1211675"/>
                  <a:pt x="332232" y="1212056"/>
                  <a:pt x="334042" y="1212056"/>
                </a:cubicBezTo>
                <a:cubicBezTo>
                  <a:pt x="338423" y="1212056"/>
                  <a:pt x="342710" y="1209580"/>
                  <a:pt x="344805" y="1205389"/>
                </a:cubicBezTo>
                <a:cubicBezTo>
                  <a:pt x="347758" y="1199483"/>
                  <a:pt x="345377" y="1192244"/>
                  <a:pt x="339376" y="1189292"/>
                </a:cubicBezTo>
                <a:cubicBezTo>
                  <a:pt x="333470" y="1186339"/>
                  <a:pt x="326231" y="1188720"/>
                  <a:pt x="323279" y="1194721"/>
                </a:cubicBezTo>
                <a:cubicBezTo>
                  <a:pt x="321469" y="1198340"/>
                  <a:pt x="321850" y="1202246"/>
                  <a:pt x="323564" y="1205579"/>
                </a:cubicBezTo>
                <a:lnTo>
                  <a:pt x="226028" y="1283399"/>
                </a:lnTo>
                <a:lnTo>
                  <a:pt x="225171" y="1284065"/>
                </a:lnTo>
                <a:close/>
                <a:moveTo>
                  <a:pt x="242888" y="1391126"/>
                </a:moveTo>
                <a:cubicBezTo>
                  <a:pt x="244412" y="1391698"/>
                  <a:pt x="245555" y="1392841"/>
                  <a:pt x="246221" y="1394365"/>
                </a:cubicBezTo>
                <a:cubicBezTo>
                  <a:pt x="246888" y="1395794"/>
                  <a:pt x="246888" y="1397508"/>
                  <a:pt x="246221" y="1398937"/>
                </a:cubicBezTo>
                <a:cubicBezTo>
                  <a:pt x="245650" y="1400461"/>
                  <a:pt x="244507" y="1401604"/>
                  <a:pt x="242983" y="1402271"/>
                </a:cubicBezTo>
                <a:cubicBezTo>
                  <a:pt x="239935" y="1403604"/>
                  <a:pt x="236411" y="1402271"/>
                  <a:pt x="235077" y="1399127"/>
                </a:cubicBezTo>
                <a:cubicBezTo>
                  <a:pt x="233744" y="1396079"/>
                  <a:pt x="235077" y="1392555"/>
                  <a:pt x="238220" y="1391222"/>
                </a:cubicBezTo>
                <a:cubicBezTo>
                  <a:pt x="238982" y="1390841"/>
                  <a:pt x="239840" y="1390745"/>
                  <a:pt x="240602" y="1390745"/>
                </a:cubicBezTo>
                <a:cubicBezTo>
                  <a:pt x="241364" y="1390745"/>
                  <a:pt x="242126" y="1390841"/>
                  <a:pt x="242792" y="1391126"/>
                </a:cubicBezTo>
                <a:close/>
                <a:moveTo>
                  <a:pt x="327374" y="1196816"/>
                </a:moveTo>
                <a:cubicBezTo>
                  <a:pt x="328613" y="1194245"/>
                  <a:pt x="331184" y="1192816"/>
                  <a:pt x="333851" y="1192816"/>
                </a:cubicBezTo>
                <a:cubicBezTo>
                  <a:pt x="334899" y="1192816"/>
                  <a:pt x="336042" y="1193102"/>
                  <a:pt x="337090" y="1193578"/>
                </a:cubicBezTo>
                <a:cubicBezTo>
                  <a:pt x="340709" y="1195388"/>
                  <a:pt x="342138" y="1199769"/>
                  <a:pt x="340328" y="1203293"/>
                </a:cubicBezTo>
                <a:cubicBezTo>
                  <a:pt x="338519" y="1206913"/>
                  <a:pt x="334137" y="1208342"/>
                  <a:pt x="330613" y="1206532"/>
                </a:cubicBezTo>
                <a:cubicBezTo>
                  <a:pt x="326993" y="1204722"/>
                  <a:pt x="325564" y="1200341"/>
                  <a:pt x="327374" y="1196816"/>
                </a:cubicBezTo>
                <a:close/>
                <a:moveTo>
                  <a:pt x="211360" y="1256062"/>
                </a:moveTo>
                <a:lnTo>
                  <a:pt x="192215" y="1256062"/>
                </a:lnTo>
                <a:lnTo>
                  <a:pt x="192215" y="1233583"/>
                </a:lnTo>
                <a:cubicBezTo>
                  <a:pt x="192215" y="1230725"/>
                  <a:pt x="189929" y="1228439"/>
                  <a:pt x="187071" y="1228439"/>
                </a:cubicBezTo>
                <a:lnTo>
                  <a:pt x="176975" y="1228439"/>
                </a:lnTo>
                <a:cubicBezTo>
                  <a:pt x="175546" y="1228439"/>
                  <a:pt x="174308" y="1229011"/>
                  <a:pt x="173450" y="1229868"/>
                </a:cubicBezTo>
                <a:lnTo>
                  <a:pt x="147447" y="1229868"/>
                </a:lnTo>
                <a:lnTo>
                  <a:pt x="124778" y="1252633"/>
                </a:lnTo>
                <a:lnTo>
                  <a:pt x="124778" y="1297210"/>
                </a:lnTo>
                <a:cubicBezTo>
                  <a:pt x="120777" y="1298257"/>
                  <a:pt x="117729" y="1301782"/>
                  <a:pt x="117729" y="1306163"/>
                </a:cubicBezTo>
                <a:cubicBezTo>
                  <a:pt x="117729" y="1311402"/>
                  <a:pt x="121920" y="1315593"/>
                  <a:pt x="127159" y="1315593"/>
                </a:cubicBezTo>
                <a:cubicBezTo>
                  <a:pt x="132398" y="1315593"/>
                  <a:pt x="136589" y="1311402"/>
                  <a:pt x="136589" y="1306163"/>
                </a:cubicBezTo>
                <a:cubicBezTo>
                  <a:pt x="136589" y="1301782"/>
                  <a:pt x="133541" y="1298257"/>
                  <a:pt x="129540" y="1297210"/>
                </a:cubicBezTo>
                <a:lnTo>
                  <a:pt x="129540" y="1254633"/>
                </a:lnTo>
                <a:lnTo>
                  <a:pt x="149447" y="1234631"/>
                </a:lnTo>
                <a:lnTo>
                  <a:pt x="171926" y="1234631"/>
                </a:lnTo>
                <a:lnTo>
                  <a:pt x="171926" y="1257300"/>
                </a:lnTo>
                <a:cubicBezTo>
                  <a:pt x="171926" y="1260157"/>
                  <a:pt x="174212" y="1262444"/>
                  <a:pt x="177070" y="1262444"/>
                </a:cubicBezTo>
                <a:lnTo>
                  <a:pt x="187166" y="1262444"/>
                </a:lnTo>
                <a:cubicBezTo>
                  <a:pt x="188595" y="1262444"/>
                  <a:pt x="189929" y="1261777"/>
                  <a:pt x="190881" y="1260824"/>
                </a:cubicBezTo>
                <a:lnTo>
                  <a:pt x="213074" y="1260824"/>
                </a:lnTo>
                <a:lnTo>
                  <a:pt x="257747" y="1225963"/>
                </a:lnTo>
                <a:lnTo>
                  <a:pt x="257747" y="1195197"/>
                </a:lnTo>
                <a:cubicBezTo>
                  <a:pt x="261747" y="1194149"/>
                  <a:pt x="264795" y="1190625"/>
                  <a:pt x="264795" y="1186244"/>
                </a:cubicBezTo>
                <a:cubicBezTo>
                  <a:pt x="264795" y="1181005"/>
                  <a:pt x="260604" y="1176814"/>
                  <a:pt x="255365" y="1176814"/>
                </a:cubicBezTo>
                <a:cubicBezTo>
                  <a:pt x="250127" y="1176814"/>
                  <a:pt x="245936" y="1181005"/>
                  <a:pt x="245936" y="1186244"/>
                </a:cubicBezTo>
                <a:cubicBezTo>
                  <a:pt x="245936" y="1190625"/>
                  <a:pt x="248983" y="1194149"/>
                  <a:pt x="252984" y="1195197"/>
                </a:cubicBezTo>
                <a:lnTo>
                  <a:pt x="252984" y="1223582"/>
                </a:lnTo>
                <a:lnTo>
                  <a:pt x="211455" y="1256062"/>
                </a:lnTo>
                <a:close/>
                <a:moveTo>
                  <a:pt x="131921" y="1306259"/>
                </a:moveTo>
                <a:cubicBezTo>
                  <a:pt x="131921" y="1308830"/>
                  <a:pt x="129826" y="1310926"/>
                  <a:pt x="127254" y="1310926"/>
                </a:cubicBezTo>
                <a:cubicBezTo>
                  <a:pt x="124682" y="1310926"/>
                  <a:pt x="122587" y="1308830"/>
                  <a:pt x="122587" y="1306259"/>
                </a:cubicBezTo>
                <a:cubicBezTo>
                  <a:pt x="122587" y="1303687"/>
                  <a:pt x="124682" y="1301591"/>
                  <a:pt x="127254" y="1301591"/>
                </a:cubicBezTo>
                <a:cubicBezTo>
                  <a:pt x="129826" y="1301591"/>
                  <a:pt x="131921" y="1303687"/>
                  <a:pt x="131921" y="1306259"/>
                </a:cubicBezTo>
                <a:close/>
                <a:moveTo>
                  <a:pt x="187071" y="1257681"/>
                </a:moveTo>
                <a:lnTo>
                  <a:pt x="176975" y="1257681"/>
                </a:lnTo>
                <a:cubicBezTo>
                  <a:pt x="176975" y="1257681"/>
                  <a:pt x="176594" y="1257491"/>
                  <a:pt x="176594" y="1257300"/>
                </a:cubicBezTo>
                <a:lnTo>
                  <a:pt x="176594" y="1256443"/>
                </a:lnTo>
                <a:lnTo>
                  <a:pt x="186976" y="1256443"/>
                </a:lnTo>
                <a:lnTo>
                  <a:pt x="186976" y="1257586"/>
                </a:lnTo>
                <a:close/>
                <a:moveTo>
                  <a:pt x="187262" y="1247966"/>
                </a:moveTo>
                <a:lnTo>
                  <a:pt x="176879" y="1247966"/>
                </a:lnTo>
                <a:lnTo>
                  <a:pt x="176879" y="1243298"/>
                </a:lnTo>
                <a:lnTo>
                  <a:pt x="187357" y="1243298"/>
                </a:lnTo>
                <a:lnTo>
                  <a:pt x="187357" y="1247966"/>
                </a:lnTo>
                <a:close/>
                <a:moveTo>
                  <a:pt x="187452" y="1235202"/>
                </a:moveTo>
                <a:lnTo>
                  <a:pt x="177070" y="1235202"/>
                </a:lnTo>
                <a:lnTo>
                  <a:pt x="177070" y="1233202"/>
                </a:lnTo>
                <a:cubicBezTo>
                  <a:pt x="177070" y="1233202"/>
                  <a:pt x="187547" y="1233583"/>
                  <a:pt x="187547" y="1233583"/>
                </a:cubicBezTo>
                <a:lnTo>
                  <a:pt x="187547" y="1235202"/>
                </a:lnTo>
                <a:close/>
                <a:moveTo>
                  <a:pt x="250603" y="1186244"/>
                </a:moveTo>
                <a:cubicBezTo>
                  <a:pt x="250603" y="1183672"/>
                  <a:pt x="252698" y="1181576"/>
                  <a:pt x="255270" y="1181576"/>
                </a:cubicBezTo>
                <a:cubicBezTo>
                  <a:pt x="257842" y="1181576"/>
                  <a:pt x="259937" y="1183672"/>
                  <a:pt x="259937" y="1186244"/>
                </a:cubicBezTo>
                <a:cubicBezTo>
                  <a:pt x="259937" y="1188815"/>
                  <a:pt x="257842" y="1190911"/>
                  <a:pt x="255270" y="1190911"/>
                </a:cubicBezTo>
                <a:cubicBezTo>
                  <a:pt x="252698" y="1190911"/>
                  <a:pt x="250603" y="1188815"/>
                  <a:pt x="250603" y="1186244"/>
                </a:cubicBezTo>
                <a:close/>
                <a:moveTo>
                  <a:pt x="43244" y="5137975"/>
                </a:moveTo>
                <a:cubicBezTo>
                  <a:pt x="46387" y="5137975"/>
                  <a:pt x="48863" y="5140547"/>
                  <a:pt x="48863" y="5143595"/>
                </a:cubicBezTo>
                <a:lnTo>
                  <a:pt x="82296" y="5143595"/>
                </a:lnTo>
                <a:lnTo>
                  <a:pt x="91345" y="5137975"/>
                </a:lnTo>
                <a:lnTo>
                  <a:pt x="136112" y="5137975"/>
                </a:lnTo>
                <a:cubicBezTo>
                  <a:pt x="136684" y="5140262"/>
                  <a:pt x="137922" y="5142167"/>
                  <a:pt x="139541" y="5143595"/>
                </a:cubicBezTo>
                <a:lnTo>
                  <a:pt x="152400" y="5143595"/>
                </a:lnTo>
                <a:cubicBezTo>
                  <a:pt x="154781" y="5141690"/>
                  <a:pt x="156401" y="5138833"/>
                  <a:pt x="156401" y="5135594"/>
                </a:cubicBezTo>
                <a:cubicBezTo>
                  <a:pt x="156401" y="5129879"/>
                  <a:pt x="151733" y="5125212"/>
                  <a:pt x="146018" y="5125212"/>
                </a:cubicBezTo>
                <a:cubicBezTo>
                  <a:pt x="141161" y="5125212"/>
                  <a:pt x="137160" y="5128641"/>
                  <a:pt x="136112" y="5133213"/>
                </a:cubicBezTo>
                <a:lnTo>
                  <a:pt x="90011" y="5133213"/>
                </a:lnTo>
                <a:lnTo>
                  <a:pt x="77057" y="5141214"/>
                </a:lnTo>
                <a:lnTo>
                  <a:pt x="53054" y="5141214"/>
                </a:lnTo>
                <a:cubicBezTo>
                  <a:pt x="51911" y="5136642"/>
                  <a:pt x="48006" y="5133213"/>
                  <a:pt x="43148" y="5133213"/>
                </a:cubicBezTo>
                <a:cubicBezTo>
                  <a:pt x="37433" y="5133213"/>
                  <a:pt x="32766" y="5137881"/>
                  <a:pt x="32766" y="5143595"/>
                </a:cubicBezTo>
                <a:lnTo>
                  <a:pt x="37529" y="5143595"/>
                </a:lnTo>
                <a:cubicBezTo>
                  <a:pt x="37529" y="5140452"/>
                  <a:pt x="40100" y="5137975"/>
                  <a:pt x="43148" y="5137975"/>
                </a:cubicBezTo>
                <a:close/>
                <a:moveTo>
                  <a:pt x="146114" y="5129879"/>
                </a:moveTo>
                <a:cubicBezTo>
                  <a:pt x="149257" y="5129879"/>
                  <a:pt x="151733" y="5132451"/>
                  <a:pt x="151733" y="5135499"/>
                </a:cubicBezTo>
                <a:cubicBezTo>
                  <a:pt x="151733" y="5138547"/>
                  <a:pt x="149162" y="5141119"/>
                  <a:pt x="146114" y="5141119"/>
                </a:cubicBezTo>
                <a:cubicBezTo>
                  <a:pt x="143066" y="5141119"/>
                  <a:pt x="140494" y="5138547"/>
                  <a:pt x="140494" y="5135499"/>
                </a:cubicBezTo>
                <a:cubicBezTo>
                  <a:pt x="140494" y="5132451"/>
                  <a:pt x="143066" y="5129879"/>
                  <a:pt x="146114" y="5129879"/>
                </a:cubicBezTo>
                <a:close/>
                <a:moveTo>
                  <a:pt x="299942" y="10192"/>
                </a:moveTo>
                <a:lnTo>
                  <a:pt x="299752" y="109061"/>
                </a:lnTo>
                <a:lnTo>
                  <a:pt x="283940" y="126683"/>
                </a:lnTo>
                <a:cubicBezTo>
                  <a:pt x="283940" y="126683"/>
                  <a:pt x="283369" y="127730"/>
                  <a:pt x="283369" y="128302"/>
                </a:cubicBezTo>
                <a:lnTo>
                  <a:pt x="283369" y="169164"/>
                </a:lnTo>
                <a:lnTo>
                  <a:pt x="258223" y="197358"/>
                </a:lnTo>
                <a:cubicBezTo>
                  <a:pt x="258223" y="197358"/>
                  <a:pt x="257842" y="196977"/>
                  <a:pt x="257651" y="196882"/>
                </a:cubicBezTo>
                <a:cubicBezTo>
                  <a:pt x="255365" y="195739"/>
                  <a:pt x="252794" y="195644"/>
                  <a:pt x="250412" y="196501"/>
                </a:cubicBezTo>
                <a:cubicBezTo>
                  <a:pt x="245459" y="198215"/>
                  <a:pt x="242792" y="203645"/>
                  <a:pt x="244602" y="208598"/>
                </a:cubicBezTo>
                <a:cubicBezTo>
                  <a:pt x="245936" y="212503"/>
                  <a:pt x="249650" y="214979"/>
                  <a:pt x="253556" y="214979"/>
                </a:cubicBezTo>
                <a:cubicBezTo>
                  <a:pt x="254603" y="214979"/>
                  <a:pt x="255651" y="214789"/>
                  <a:pt x="256699" y="214408"/>
                </a:cubicBezTo>
                <a:cubicBezTo>
                  <a:pt x="259080" y="213551"/>
                  <a:pt x="260985" y="211836"/>
                  <a:pt x="262128" y="209550"/>
                </a:cubicBezTo>
                <a:cubicBezTo>
                  <a:pt x="263271" y="207264"/>
                  <a:pt x="263366" y="204692"/>
                  <a:pt x="262509" y="202311"/>
                </a:cubicBezTo>
                <a:cubicBezTo>
                  <a:pt x="262319" y="201740"/>
                  <a:pt x="261938" y="201263"/>
                  <a:pt x="261557" y="200787"/>
                </a:cubicBezTo>
                <a:lnTo>
                  <a:pt x="287560" y="171736"/>
                </a:lnTo>
                <a:cubicBezTo>
                  <a:pt x="287560" y="171736"/>
                  <a:pt x="288131" y="170783"/>
                  <a:pt x="288131" y="170117"/>
                </a:cubicBezTo>
                <a:lnTo>
                  <a:pt x="288131" y="129254"/>
                </a:lnTo>
                <a:lnTo>
                  <a:pt x="303943" y="111633"/>
                </a:lnTo>
                <a:cubicBezTo>
                  <a:pt x="303943" y="111633"/>
                  <a:pt x="304514" y="110681"/>
                  <a:pt x="304514" y="110014"/>
                </a:cubicBezTo>
                <a:lnTo>
                  <a:pt x="304705" y="10192"/>
                </a:lnTo>
                <a:cubicBezTo>
                  <a:pt x="309277" y="9144"/>
                  <a:pt x="312706" y="4953"/>
                  <a:pt x="312706" y="95"/>
                </a:cubicBezTo>
                <a:lnTo>
                  <a:pt x="307943" y="95"/>
                </a:lnTo>
                <a:cubicBezTo>
                  <a:pt x="307943" y="3239"/>
                  <a:pt x="305372" y="5715"/>
                  <a:pt x="302324" y="5715"/>
                </a:cubicBezTo>
                <a:cubicBezTo>
                  <a:pt x="299276" y="5715"/>
                  <a:pt x="296704" y="3143"/>
                  <a:pt x="296704" y="95"/>
                </a:cubicBezTo>
                <a:lnTo>
                  <a:pt x="291941" y="95"/>
                </a:lnTo>
                <a:cubicBezTo>
                  <a:pt x="291941" y="5048"/>
                  <a:pt x="295370" y="9144"/>
                  <a:pt x="299942" y="10192"/>
                </a:cubicBezTo>
                <a:close/>
                <a:moveTo>
                  <a:pt x="257651" y="207645"/>
                </a:moveTo>
                <a:cubicBezTo>
                  <a:pt x="257080" y="208788"/>
                  <a:pt x="256127" y="209645"/>
                  <a:pt x="254889" y="210026"/>
                </a:cubicBezTo>
                <a:cubicBezTo>
                  <a:pt x="253651" y="210407"/>
                  <a:pt x="252413" y="210407"/>
                  <a:pt x="251270" y="209836"/>
                </a:cubicBezTo>
                <a:cubicBezTo>
                  <a:pt x="250127" y="209264"/>
                  <a:pt x="249269" y="208312"/>
                  <a:pt x="248888" y="207169"/>
                </a:cubicBezTo>
                <a:cubicBezTo>
                  <a:pt x="248031" y="204692"/>
                  <a:pt x="249365" y="201930"/>
                  <a:pt x="251841" y="201073"/>
                </a:cubicBezTo>
                <a:cubicBezTo>
                  <a:pt x="252317" y="200882"/>
                  <a:pt x="252889" y="200787"/>
                  <a:pt x="253460" y="200787"/>
                </a:cubicBezTo>
                <a:cubicBezTo>
                  <a:pt x="254127" y="200787"/>
                  <a:pt x="254889" y="200978"/>
                  <a:pt x="255556" y="201263"/>
                </a:cubicBezTo>
                <a:cubicBezTo>
                  <a:pt x="256699" y="201835"/>
                  <a:pt x="257556" y="202787"/>
                  <a:pt x="257937" y="204026"/>
                </a:cubicBezTo>
                <a:cubicBezTo>
                  <a:pt x="258318" y="205264"/>
                  <a:pt x="258318" y="206502"/>
                  <a:pt x="257747" y="207645"/>
                </a:cubicBezTo>
                <a:close/>
                <a:moveTo>
                  <a:pt x="32766" y="95"/>
                </a:moveTo>
                <a:lnTo>
                  <a:pt x="37529" y="95"/>
                </a:lnTo>
                <a:cubicBezTo>
                  <a:pt x="37529" y="3239"/>
                  <a:pt x="40100" y="5715"/>
                  <a:pt x="43148" y="5715"/>
                </a:cubicBezTo>
                <a:cubicBezTo>
                  <a:pt x="46196" y="5715"/>
                  <a:pt x="48768" y="3143"/>
                  <a:pt x="48768" y="95"/>
                </a:cubicBezTo>
                <a:lnTo>
                  <a:pt x="82201" y="95"/>
                </a:lnTo>
                <a:lnTo>
                  <a:pt x="78391" y="2477"/>
                </a:lnTo>
                <a:lnTo>
                  <a:pt x="53054" y="2477"/>
                </a:lnTo>
                <a:cubicBezTo>
                  <a:pt x="51911" y="7049"/>
                  <a:pt x="48006" y="10478"/>
                  <a:pt x="43148" y="10478"/>
                </a:cubicBezTo>
                <a:cubicBezTo>
                  <a:pt x="37433" y="10478"/>
                  <a:pt x="32766" y="5810"/>
                  <a:pt x="32766" y="95"/>
                </a:cubicBezTo>
                <a:close/>
                <a:moveTo>
                  <a:pt x="1088136" y="4492752"/>
                </a:moveTo>
                <a:cubicBezTo>
                  <a:pt x="1083469" y="4494181"/>
                  <a:pt x="1080326" y="4497991"/>
                  <a:pt x="1079468" y="4502468"/>
                </a:cubicBezTo>
                <a:lnTo>
                  <a:pt x="1051179" y="4502468"/>
                </a:lnTo>
                <a:lnTo>
                  <a:pt x="1018318" y="4530757"/>
                </a:lnTo>
                <a:lnTo>
                  <a:pt x="1018318" y="4557332"/>
                </a:lnTo>
                <a:cubicBezTo>
                  <a:pt x="1018318" y="4557332"/>
                  <a:pt x="1017746" y="4557332"/>
                  <a:pt x="1017461" y="4557332"/>
                </a:cubicBezTo>
                <a:cubicBezTo>
                  <a:pt x="1014222" y="4558284"/>
                  <a:pt x="1011555" y="4560475"/>
                  <a:pt x="1009936" y="4563428"/>
                </a:cubicBezTo>
                <a:cubicBezTo>
                  <a:pt x="1008317" y="4566380"/>
                  <a:pt x="1008031" y="4569810"/>
                  <a:pt x="1008983" y="4573048"/>
                </a:cubicBezTo>
                <a:cubicBezTo>
                  <a:pt x="1009936" y="4576287"/>
                  <a:pt x="1012127" y="4578954"/>
                  <a:pt x="1015079" y="4580573"/>
                </a:cubicBezTo>
                <a:cubicBezTo>
                  <a:pt x="1016984" y="4581525"/>
                  <a:pt x="1018985" y="4582097"/>
                  <a:pt x="1021080" y="4582097"/>
                </a:cubicBezTo>
                <a:cubicBezTo>
                  <a:pt x="1022318" y="4582097"/>
                  <a:pt x="1023557" y="4581906"/>
                  <a:pt x="1024795" y="4581525"/>
                </a:cubicBezTo>
                <a:cubicBezTo>
                  <a:pt x="1028033" y="4580573"/>
                  <a:pt x="1030700" y="4578382"/>
                  <a:pt x="1032320" y="4575429"/>
                </a:cubicBezTo>
                <a:cubicBezTo>
                  <a:pt x="1033939" y="4572477"/>
                  <a:pt x="1034225" y="4569047"/>
                  <a:pt x="1033272" y="4565809"/>
                </a:cubicBezTo>
                <a:cubicBezTo>
                  <a:pt x="1032320" y="4562570"/>
                  <a:pt x="1030129" y="4559904"/>
                  <a:pt x="1027176" y="4558284"/>
                </a:cubicBezTo>
                <a:cubicBezTo>
                  <a:pt x="1025938" y="4557618"/>
                  <a:pt x="1024509" y="4557237"/>
                  <a:pt x="1023176" y="4557046"/>
                </a:cubicBezTo>
                <a:lnTo>
                  <a:pt x="1023176" y="4532853"/>
                </a:lnTo>
                <a:cubicBezTo>
                  <a:pt x="1023176" y="4532853"/>
                  <a:pt x="1053084" y="4507135"/>
                  <a:pt x="1053084" y="4507135"/>
                </a:cubicBezTo>
                <a:lnTo>
                  <a:pt x="1079564" y="4507135"/>
                </a:lnTo>
                <a:cubicBezTo>
                  <a:pt x="1079564" y="4507135"/>
                  <a:pt x="1079659" y="4507992"/>
                  <a:pt x="1079849" y="4508373"/>
                </a:cubicBezTo>
                <a:cubicBezTo>
                  <a:pt x="1081469" y="4513803"/>
                  <a:pt x="1086517" y="4517327"/>
                  <a:pt x="1091946" y="4517327"/>
                </a:cubicBezTo>
                <a:cubicBezTo>
                  <a:pt x="1093184" y="4517327"/>
                  <a:pt x="1094423" y="4517136"/>
                  <a:pt x="1095566" y="4516755"/>
                </a:cubicBezTo>
                <a:cubicBezTo>
                  <a:pt x="1098804" y="4515803"/>
                  <a:pt x="1101471" y="4513612"/>
                  <a:pt x="1103090" y="4510659"/>
                </a:cubicBezTo>
                <a:cubicBezTo>
                  <a:pt x="1104710" y="4507706"/>
                  <a:pt x="1104995" y="4504278"/>
                  <a:pt x="1104043" y="4501039"/>
                </a:cubicBezTo>
                <a:cubicBezTo>
                  <a:pt x="1102043" y="4494371"/>
                  <a:pt x="1094994" y="4490562"/>
                  <a:pt x="1088327" y="4492562"/>
                </a:cubicBezTo>
                <a:close/>
                <a:moveTo>
                  <a:pt x="1024795" y="4562475"/>
                </a:moveTo>
                <a:cubicBezTo>
                  <a:pt x="1026604" y="4563428"/>
                  <a:pt x="1028033" y="4565142"/>
                  <a:pt x="1028605" y="4567143"/>
                </a:cubicBezTo>
                <a:cubicBezTo>
                  <a:pt x="1029843" y="4571334"/>
                  <a:pt x="1027462" y="4575715"/>
                  <a:pt x="1023366" y="4576953"/>
                </a:cubicBezTo>
                <a:cubicBezTo>
                  <a:pt x="1021366" y="4577525"/>
                  <a:pt x="1019270" y="4577334"/>
                  <a:pt x="1017365" y="4576382"/>
                </a:cubicBezTo>
                <a:cubicBezTo>
                  <a:pt x="1015556" y="4575429"/>
                  <a:pt x="1014127" y="4573715"/>
                  <a:pt x="1013555" y="4571714"/>
                </a:cubicBezTo>
                <a:cubicBezTo>
                  <a:pt x="1012317" y="4567523"/>
                  <a:pt x="1014698" y="4563142"/>
                  <a:pt x="1018794" y="4561904"/>
                </a:cubicBezTo>
                <a:cubicBezTo>
                  <a:pt x="1019556" y="4561713"/>
                  <a:pt x="1020318" y="4561523"/>
                  <a:pt x="1021080" y="4561523"/>
                </a:cubicBezTo>
                <a:cubicBezTo>
                  <a:pt x="1022318" y="4561523"/>
                  <a:pt x="1023652" y="4561809"/>
                  <a:pt x="1024795" y="4562475"/>
                </a:cubicBezTo>
                <a:close/>
                <a:moveTo>
                  <a:pt x="1094042" y="4512374"/>
                </a:moveTo>
                <a:cubicBezTo>
                  <a:pt x="1089851" y="4513612"/>
                  <a:pt x="1085469" y="4511231"/>
                  <a:pt x="1084231" y="4507135"/>
                </a:cubicBezTo>
                <a:cubicBezTo>
                  <a:pt x="1082993" y="4502944"/>
                  <a:pt x="1085374" y="4498562"/>
                  <a:pt x="1089470" y="4497324"/>
                </a:cubicBezTo>
                <a:cubicBezTo>
                  <a:pt x="1090232" y="4497134"/>
                  <a:pt x="1090994" y="4496943"/>
                  <a:pt x="1091756" y="4496943"/>
                </a:cubicBezTo>
                <a:cubicBezTo>
                  <a:pt x="1092994" y="4496943"/>
                  <a:pt x="1094327" y="4497229"/>
                  <a:pt x="1095470" y="4497896"/>
                </a:cubicBezTo>
                <a:cubicBezTo>
                  <a:pt x="1097280" y="4498848"/>
                  <a:pt x="1098709" y="4500563"/>
                  <a:pt x="1099280" y="4502563"/>
                </a:cubicBezTo>
                <a:cubicBezTo>
                  <a:pt x="1100519" y="4506754"/>
                  <a:pt x="1098137" y="4511136"/>
                  <a:pt x="1094042" y="4512374"/>
                </a:cubicBezTo>
                <a:close/>
                <a:moveTo>
                  <a:pt x="269653" y="10192"/>
                </a:moveTo>
                <a:lnTo>
                  <a:pt x="269653" y="84487"/>
                </a:lnTo>
                <a:lnTo>
                  <a:pt x="247364" y="113919"/>
                </a:lnTo>
                <a:lnTo>
                  <a:pt x="247364" y="161258"/>
                </a:lnTo>
                <a:cubicBezTo>
                  <a:pt x="247364" y="161258"/>
                  <a:pt x="246888" y="161258"/>
                  <a:pt x="246602" y="161354"/>
                </a:cubicBezTo>
                <a:cubicBezTo>
                  <a:pt x="244221" y="162211"/>
                  <a:pt x="242316" y="163925"/>
                  <a:pt x="241173" y="166211"/>
                </a:cubicBezTo>
                <a:cubicBezTo>
                  <a:pt x="240030" y="168497"/>
                  <a:pt x="239935" y="171069"/>
                  <a:pt x="240792" y="173450"/>
                </a:cubicBezTo>
                <a:cubicBezTo>
                  <a:pt x="241649" y="175832"/>
                  <a:pt x="243364" y="177737"/>
                  <a:pt x="245650" y="178880"/>
                </a:cubicBezTo>
                <a:cubicBezTo>
                  <a:pt x="246983" y="179546"/>
                  <a:pt x="248412" y="179832"/>
                  <a:pt x="249745" y="179832"/>
                </a:cubicBezTo>
                <a:cubicBezTo>
                  <a:pt x="250793" y="179832"/>
                  <a:pt x="251841" y="179642"/>
                  <a:pt x="252889" y="179261"/>
                </a:cubicBezTo>
                <a:cubicBezTo>
                  <a:pt x="257842" y="177546"/>
                  <a:pt x="260509" y="172117"/>
                  <a:pt x="258699" y="167164"/>
                </a:cubicBezTo>
                <a:cubicBezTo>
                  <a:pt x="257651" y="164116"/>
                  <a:pt x="255080" y="162020"/>
                  <a:pt x="252127" y="161258"/>
                </a:cubicBezTo>
                <a:lnTo>
                  <a:pt x="252127" y="115443"/>
                </a:lnTo>
                <a:lnTo>
                  <a:pt x="274415" y="86011"/>
                </a:lnTo>
                <a:lnTo>
                  <a:pt x="274415" y="10192"/>
                </a:lnTo>
                <a:cubicBezTo>
                  <a:pt x="278987" y="9144"/>
                  <a:pt x="282416" y="4953"/>
                  <a:pt x="282416" y="95"/>
                </a:cubicBezTo>
                <a:lnTo>
                  <a:pt x="277654" y="95"/>
                </a:lnTo>
                <a:cubicBezTo>
                  <a:pt x="277654" y="3239"/>
                  <a:pt x="275082" y="5715"/>
                  <a:pt x="272034" y="5715"/>
                </a:cubicBezTo>
                <a:cubicBezTo>
                  <a:pt x="268986" y="5715"/>
                  <a:pt x="266414" y="3143"/>
                  <a:pt x="266414" y="95"/>
                </a:cubicBezTo>
                <a:lnTo>
                  <a:pt x="261652" y="95"/>
                </a:lnTo>
                <a:cubicBezTo>
                  <a:pt x="261652" y="5048"/>
                  <a:pt x="265081" y="9144"/>
                  <a:pt x="269653" y="10192"/>
                </a:cubicBezTo>
                <a:close/>
                <a:moveTo>
                  <a:pt x="254222" y="168783"/>
                </a:moveTo>
                <a:cubicBezTo>
                  <a:pt x="254603" y="170021"/>
                  <a:pt x="254603" y="171260"/>
                  <a:pt x="254032" y="172403"/>
                </a:cubicBezTo>
                <a:cubicBezTo>
                  <a:pt x="253460" y="173545"/>
                  <a:pt x="252508" y="174403"/>
                  <a:pt x="251270" y="174784"/>
                </a:cubicBezTo>
                <a:cubicBezTo>
                  <a:pt x="250031" y="175165"/>
                  <a:pt x="248793" y="175165"/>
                  <a:pt x="247650" y="174593"/>
                </a:cubicBezTo>
                <a:cubicBezTo>
                  <a:pt x="246507" y="174022"/>
                  <a:pt x="245650" y="173069"/>
                  <a:pt x="245269" y="171831"/>
                </a:cubicBezTo>
                <a:cubicBezTo>
                  <a:pt x="244888" y="170593"/>
                  <a:pt x="244888" y="169355"/>
                  <a:pt x="245459" y="168212"/>
                </a:cubicBezTo>
                <a:cubicBezTo>
                  <a:pt x="246031" y="167069"/>
                  <a:pt x="246983" y="166211"/>
                  <a:pt x="248222" y="165830"/>
                </a:cubicBezTo>
                <a:cubicBezTo>
                  <a:pt x="248698" y="165640"/>
                  <a:pt x="249269" y="165545"/>
                  <a:pt x="249745" y="165545"/>
                </a:cubicBezTo>
                <a:cubicBezTo>
                  <a:pt x="251746" y="165545"/>
                  <a:pt x="253556" y="166783"/>
                  <a:pt x="254222" y="168688"/>
                </a:cubicBezTo>
                <a:close/>
                <a:moveTo>
                  <a:pt x="231267" y="95"/>
                </a:moveTo>
                <a:lnTo>
                  <a:pt x="236030" y="95"/>
                </a:lnTo>
                <a:cubicBezTo>
                  <a:pt x="236030" y="3239"/>
                  <a:pt x="238601" y="5715"/>
                  <a:pt x="241649" y="5715"/>
                </a:cubicBezTo>
                <a:cubicBezTo>
                  <a:pt x="244697" y="5715"/>
                  <a:pt x="247269" y="3143"/>
                  <a:pt x="247269" y="95"/>
                </a:cubicBezTo>
                <a:lnTo>
                  <a:pt x="252032" y="95"/>
                </a:lnTo>
                <a:cubicBezTo>
                  <a:pt x="252032" y="4953"/>
                  <a:pt x="248603" y="8954"/>
                  <a:pt x="244031" y="10001"/>
                </a:cubicBezTo>
                <a:lnTo>
                  <a:pt x="244031" y="11716"/>
                </a:lnTo>
                <a:lnTo>
                  <a:pt x="239268" y="11716"/>
                </a:lnTo>
                <a:lnTo>
                  <a:pt x="239268" y="10001"/>
                </a:lnTo>
                <a:cubicBezTo>
                  <a:pt x="234696" y="8858"/>
                  <a:pt x="231267" y="4953"/>
                  <a:pt x="231267" y="95"/>
                </a:cubicBezTo>
                <a:close/>
                <a:moveTo>
                  <a:pt x="201549" y="1829753"/>
                </a:moveTo>
                <a:cubicBezTo>
                  <a:pt x="203073" y="1830515"/>
                  <a:pt x="204692" y="1830991"/>
                  <a:pt x="206502" y="1830991"/>
                </a:cubicBezTo>
                <a:cubicBezTo>
                  <a:pt x="212884" y="1830991"/>
                  <a:pt x="218027" y="1825847"/>
                  <a:pt x="218027" y="1819466"/>
                </a:cubicBezTo>
                <a:cubicBezTo>
                  <a:pt x="218027" y="1813084"/>
                  <a:pt x="212884" y="1807940"/>
                  <a:pt x="206502" y="1807940"/>
                </a:cubicBezTo>
                <a:cubicBezTo>
                  <a:pt x="200120" y="1807940"/>
                  <a:pt x="194977" y="1813084"/>
                  <a:pt x="194977" y="1819466"/>
                </a:cubicBezTo>
                <a:cubicBezTo>
                  <a:pt x="194977" y="1822323"/>
                  <a:pt x="196120" y="1824800"/>
                  <a:pt x="197834" y="1826800"/>
                </a:cubicBezTo>
                <a:lnTo>
                  <a:pt x="191167" y="1833277"/>
                </a:lnTo>
                <a:lnTo>
                  <a:pt x="100298" y="1833277"/>
                </a:lnTo>
                <a:lnTo>
                  <a:pt x="83534" y="1848231"/>
                </a:lnTo>
                <a:lnTo>
                  <a:pt x="95" y="1848231"/>
                </a:lnTo>
                <a:cubicBezTo>
                  <a:pt x="95" y="1848231"/>
                  <a:pt x="95" y="1852994"/>
                  <a:pt x="95" y="1852994"/>
                </a:cubicBezTo>
                <a:lnTo>
                  <a:pt x="85344" y="1852994"/>
                </a:lnTo>
                <a:cubicBezTo>
                  <a:pt x="85344" y="1852994"/>
                  <a:pt x="102108" y="1838135"/>
                  <a:pt x="102108" y="1838135"/>
                </a:cubicBezTo>
                <a:lnTo>
                  <a:pt x="193072" y="1838135"/>
                </a:lnTo>
                <a:lnTo>
                  <a:pt x="201549" y="1829848"/>
                </a:lnTo>
                <a:close/>
                <a:moveTo>
                  <a:pt x="206502" y="1812798"/>
                </a:moveTo>
                <a:cubicBezTo>
                  <a:pt x="210217" y="1812798"/>
                  <a:pt x="213265" y="1815846"/>
                  <a:pt x="213265" y="1819561"/>
                </a:cubicBezTo>
                <a:cubicBezTo>
                  <a:pt x="213265" y="1823276"/>
                  <a:pt x="210217" y="1826324"/>
                  <a:pt x="206502" y="1826324"/>
                </a:cubicBezTo>
                <a:cubicBezTo>
                  <a:pt x="202787" y="1826324"/>
                  <a:pt x="199739" y="1823276"/>
                  <a:pt x="199739" y="1819561"/>
                </a:cubicBezTo>
                <a:cubicBezTo>
                  <a:pt x="199739" y="1815846"/>
                  <a:pt x="202787" y="1812798"/>
                  <a:pt x="206502" y="1812798"/>
                </a:cubicBezTo>
                <a:close/>
                <a:moveTo>
                  <a:pt x="590741" y="4957858"/>
                </a:moveTo>
                <a:lnTo>
                  <a:pt x="585978" y="4957858"/>
                </a:lnTo>
                <a:lnTo>
                  <a:pt x="585978" y="4936427"/>
                </a:lnTo>
                <a:lnTo>
                  <a:pt x="590741" y="4936427"/>
                </a:lnTo>
                <a:lnTo>
                  <a:pt x="590741" y="4957858"/>
                </a:lnTo>
                <a:close/>
                <a:moveTo>
                  <a:pt x="339281" y="120301"/>
                </a:moveTo>
                <a:lnTo>
                  <a:pt x="334518" y="120301"/>
                </a:lnTo>
                <a:lnTo>
                  <a:pt x="334518" y="100013"/>
                </a:lnTo>
                <a:lnTo>
                  <a:pt x="339281" y="100013"/>
                </a:lnTo>
                <a:lnTo>
                  <a:pt x="339281" y="120301"/>
                </a:lnTo>
                <a:close/>
                <a:moveTo>
                  <a:pt x="339281" y="79820"/>
                </a:moveTo>
                <a:lnTo>
                  <a:pt x="334518" y="79820"/>
                </a:lnTo>
                <a:lnTo>
                  <a:pt x="334518" y="59531"/>
                </a:lnTo>
                <a:lnTo>
                  <a:pt x="339281" y="59531"/>
                </a:lnTo>
                <a:lnTo>
                  <a:pt x="339281" y="79820"/>
                </a:lnTo>
                <a:close/>
                <a:moveTo>
                  <a:pt x="339281" y="39338"/>
                </a:moveTo>
                <a:lnTo>
                  <a:pt x="334518" y="39338"/>
                </a:lnTo>
                <a:lnTo>
                  <a:pt x="334518" y="19050"/>
                </a:lnTo>
                <a:lnTo>
                  <a:pt x="339281" y="19050"/>
                </a:lnTo>
                <a:lnTo>
                  <a:pt x="339281" y="39338"/>
                </a:lnTo>
                <a:close/>
                <a:moveTo>
                  <a:pt x="585978" y="4915091"/>
                </a:moveTo>
                <a:lnTo>
                  <a:pt x="585978" y="4893660"/>
                </a:lnTo>
                <a:cubicBezTo>
                  <a:pt x="585978" y="4893660"/>
                  <a:pt x="590741" y="4893660"/>
                  <a:pt x="590741" y="4893660"/>
                </a:cubicBezTo>
                <a:lnTo>
                  <a:pt x="590741" y="4915091"/>
                </a:lnTo>
                <a:cubicBezTo>
                  <a:pt x="590741" y="4915091"/>
                  <a:pt x="585978" y="4915091"/>
                  <a:pt x="585978" y="4915091"/>
                </a:cubicBezTo>
                <a:close/>
                <a:moveTo>
                  <a:pt x="301847" y="187928"/>
                </a:moveTo>
                <a:lnTo>
                  <a:pt x="314611" y="172212"/>
                </a:lnTo>
                <a:lnTo>
                  <a:pt x="318326" y="175260"/>
                </a:lnTo>
                <a:lnTo>
                  <a:pt x="305562" y="190976"/>
                </a:lnTo>
                <a:lnTo>
                  <a:pt x="301847" y="187928"/>
                </a:lnTo>
                <a:close/>
                <a:moveTo>
                  <a:pt x="263462" y="235077"/>
                </a:moveTo>
                <a:lnTo>
                  <a:pt x="259366" y="240125"/>
                </a:lnTo>
                <a:cubicBezTo>
                  <a:pt x="256318" y="238506"/>
                  <a:pt x="252698" y="238030"/>
                  <a:pt x="249174" y="239268"/>
                </a:cubicBezTo>
                <a:cubicBezTo>
                  <a:pt x="246031" y="240411"/>
                  <a:pt x="243459" y="242697"/>
                  <a:pt x="241935" y="245745"/>
                </a:cubicBezTo>
                <a:cubicBezTo>
                  <a:pt x="240506" y="248793"/>
                  <a:pt x="240316" y="252222"/>
                  <a:pt x="241364" y="255365"/>
                </a:cubicBezTo>
                <a:cubicBezTo>
                  <a:pt x="243173" y="260604"/>
                  <a:pt x="248031" y="263843"/>
                  <a:pt x="253270" y="263843"/>
                </a:cubicBezTo>
                <a:cubicBezTo>
                  <a:pt x="254699" y="263843"/>
                  <a:pt x="256032" y="263652"/>
                  <a:pt x="257461" y="263176"/>
                </a:cubicBezTo>
                <a:cubicBezTo>
                  <a:pt x="258128" y="262890"/>
                  <a:pt x="258794" y="262604"/>
                  <a:pt x="259461" y="262223"/>
                </a:cubicBezTo>
                <a:lnTo>
                  <a:pt x="402336" y="427673"/>
                </a:lnTo>
                <a:lnTo>
                  <a:pt x="402336" y="570929"/>
                </a:lnTo>
                <a:lnTo>
                  <a:pt x="398431" y="570929"/>
                </a:lnTo>
                <a:cubicBezTo>
                  <a:pt x="394716" y="570929"/>
                  <a:pt x="391573" y="573977"/>
                  <a:pt x="391573" y="577787"/>
                </a:cubicBezTo>
                <a:lnTo>
                  <a:pt x="391573" y="590455"/>
                </a:lnTo>
                <a:cubicBezTo>
                  <a:pt x="391573" y="594170"/>
                  <a:pt x="394621" y="597313"/>
                  <a:pt x="398431" y="597313"/>
                </a:cubicBezTo>
                <a:lnTo>
                  <a:pt x="411099" y="597313"/>
                </a:lnTo>
                <a:cubicBezTo>
                  <a:pt x="414814" y="597313"/>
                  <a:pt x="417957" y="594265"/>
                  <a:pt x="417957" y="590455"/>
                </a:cubicBezTo>
                <a:lnTo>
                  <a:pt x="417957" y="577787"/>
                </a:lnTo>
                <a:cubicBezTo>
                  <a:pt x="417957" y="574072"/>
                  <a:pt x="414909" y="570929"/>
                  <a:pt x="411099" y="570929"/>
                </a:cubicBezTo>
                <a:lnTo>
                  <a:pt x="407099" y="570929"/>
                </a:lnTo>
                <a:lnTo>
                  <a:pt x="407099" y="425863"/>
                </a:lnTo>
                <a:lnTo>
                  <a:pt x="263081" y="259175"/>
                </a:lnTo>
                <a:cubicBezTo>
                  <a:pt x="265748" y="255842"/>
                  <a:pt x="266700" y="251365"/>
                  <a:pt x="265271" y="247079"/>
                </a:cubicBezTo>
                <a:cubicBezTo>
                  <a:pt x="264795" y="245650"/>
                  <a:pt x="263938" y="244316"/>
                  <a:pt x="263081" y="243173"/>
                </a:cubicBezTo>
                <a:lnTo>
                  <a:pt x="267176" y="238125"/>
                </a:lnTo>
                <a:lnTo>
                  <a:pt x="263462" y="235077"/>
                </a:lnTo>
                <a:close/>
                <a:moveTo>
                  <a:pt x="411099" y="575596"/>
                </a:moveTo>
                <a:cubicBezTo>
                  <a:pt x="412242" y="575596"/>
                  <a:pt x="413195" y="576548"/>
                  <a:pt x="413195" y="577691"/>
                </a:cubicBezTo>
                <a:lnTo>
                  <a:pt x="413195" y="590360"/>
                </a:lnTo>
                <a:cubicBezTo>
                  <a:pt x="413195" y="591503"/>
                  <a:pt x="412242" y="592455"/>
                  <a:pt x="411099" y="592455"/>
                </a:cubicBezTo>
                <a:lnTo>
                  <a:pt x="398431" y="592455"/>
                </a:lnTo>
                <a:cubicBezTo>
                  <a:pt x="397288" y="592455"/>
                  <a:pt x="396335" y="591503"/>
                  <a:pt x="396335" y="590360"/>
                </a:cubicBezTo>
                <a:lnTo>
                  <a:pt x="396335" y="577691"/>
                </a:lnTo>
                <a:cubicBezTo>
                  <a:pt x="396335" y="576548"/>
                  <a:pt x="397288" y="575596"/>
                  <a:pt x="398431" y="575596"/>
                </a:cubicBezTo>
                <a:lnTo>
                  <a:pt x="411099" y="575596"/>
                </a:lnTo>
                <a:close/>
                <a:moveTo>
                  <a:pt x="255937" y="258604"/>
                </a:moveTo>
                <a:cubicBezTo>
                  <a:pt x="251841" y="260033"/>
                  <a:pt x="247364" y="257842"/>
                  <a:pt x="245936" y="253746"/>
                </a:cubicBezTo>
                <a:cubicBezTo>
                  <a:pt x="245269" y="251746"/>
                  <a:pt x="245364" y="249650"/>
                  <a:pt x="246317" y="247745"/>
                </a:cubicBezTo>
                <a:cubicBezTo>
                  <a:pt x="247269" y="245840"/>
                  <a:pt x="248793" y="244412"/>
                  <a:pt x="250793" y="243745"/>
                </a:cubicBezTo>
                <a:cubicBezTo>
                  <a:pt x="251651" y="243459"/>
                  <a:pt x="252508" y="243269"/>
                  <a:pt x="253365" y="243269"/>
                </a:cubicBezTo>
                <a:cubicBezTo>
                  <a:pt x="256604" y="243269"/>
                  <a:pt x="259652" y="245269"/>
                  <a:pt x="260795" y="248507"/>
                </a:cubicBezTo>
                <a:cubicBezTo>
                  <a:pt x="262223" y="252603"/>
                  <a:pt x="260033" y="257080"/>
                  <a:pt x="255937" y="258508"/>
                </a:cubicBezTo>
                <a:close/>
                <a:moveTo>
                  <a:pt x="334518" y="140494"/>
                </a:moveTo>
                <a:lnTo>
                  <a:pt x="339281" y="140494"/>
                </a:lnTo>
                <a:lnTo>
                  <a:pt x="339281" y="149447"/>
                </a:lnTo>
                <a:lnTo>
                  <a:pt x="331089" y="159544"/>
                </a:lnTo>
                <a:lnTo>
                  <a:pt x="327374" y="156496"/>
                </a:lnTo>
                <a:lnTo>
                  <a:pt x="334518" y="147733"/>
                </a:lnTo>
                <a:lnTo>
                  <a:pt x="334518" y="140494"/>
                </a:lnTo>
                <a:close/>
                <a:moveTo>
                  <a:pt x="585978" y="4979289"/>
                </a:moveTo>
                <a:lnTo>
                  <a:pt x="590741" y="4979289"/>
                </a:lnTo>
                <a:lnTo>
                  <a:pt x="590741" y="5000720"/>
                </a:lnTo>
                <a:lnTo>
                  <a:pt x="585978" y="5000720"/>
                </a:lnTo>
                <a:lnTo>
                  <a:pt x="585978" y="4979289"/>
                </a:lnTo>
                <a:close/>
                <a:moveTo>
                  <a:pt x="244031" y="25051"/>
                </a:moveTo>
                <a:lnTo>
                  <a:pt x="239268" y="25051"/>
                </a:lnTo>
                <a:lnTo>
                  <a:pt x="239268" y="18383"/>
                </a:lnTo>
                <a:lnTo>
                  <a:pt x="244031" y="18383"/>
                </a:lnTo>
                <a:lnTo>
                  <a:pt x="244031" y="25051"/>
                </a:lnTo>
                <a:close/>
                <a:moveTo>
                  <a:pt x="239268" y="31814"/>
                </a:moveTo>
                <a:lnTo>
                  <a:pt x="244031" y="31814"/>
                </a:lnTo>
                <a:lnTo>
                  <a:pt x="244031" y="38481"/>
                </a:lnTo>
                <a:lnTo>
                  <a:pt x="239268" y="38481"/>
                </a:lnTo>
                <a:lnTo>
                  <a:pt x="239268" y="31814"/>
                </a:lnTo>
                <a:close/>
                <a:moveTo>
                  <a:pt x="239268" y="45149"/>
                </a:moveTo>
                <a:lnTo>
                  <a:pt x="244031" y="45149"/>
                </a:lnTo>
                <a:lnTo>
                  <a:pt x="244031" y="51816"/>
                </a:lnTo>
                <a:lnTo>
                  <a:pt x="239268" y="51816"/>
                </a:lnTo>
                <a:lnTo>
                  <a:pt x="239268" y="45149"/>
                </a:lnTo>
                <a:close/>
                <a:moveTo>
                  <a:pt x="585978" y="5043488"/>
                </a:moveTo>
                <a:lnTo>
                  <a:pt x="585978" y="5022056"/>
                </a:lnTo>
                <a:cubicBezTo>
                  <a:pt x="585978" y="5022056"/>
                  <a:pt x="590741" y="5022056"/>
                  <a:pt x="590741" y="5022056"/>
                </a:cubicBezTo>
                <a:lnTo>
                  <a:pt x="590741" y="5043488"/>
                </a:lnTo>
                <a:cubicBezTo>
                  <a:pt x="590741" y="5043488"/>
                  <a:pt x="585978" y="5043488"/>
                  <a:pt x="585978" y="5043488"/>
                </a:cubicBezTo>
                <a:close/>
                <a:moveTo>
                  <a:pt x="239268" y="58579"/>
                </a:moveTo>
                <a:lnTo>
                  <a:pt x="244031" y="58579"/>
                </a:lnTo>
                <a:lnTo>
                  <a:pt x="244031" y="64389"/>
                </a:lnTo>
                <a:lnTo>
                  <a:pt x="239744" y="68294"/>
                </a:lnTo>
                <a:lnTo>
                  <a:pt x="236506" y="64770"/>
                </a:lnTo>
                <a:lnTo>
                  <a:pt x="239268" y="62294"/>
                </a:lnTo>
                <a:lnTo>
                  <a:pt x="239268" y="58579"/>
                </a:lnTo>
                <a:close/>
                <a:moveTo>
                  <a:pt x="559784" y="4831366"/>
                </a:moveTo>
                <a:cubicBezTo>
                  <a:pt x="563499" y="4830699"/>
                  <a:pt x="566738" y="4828794"/>
                  <a:pt x="568928" y="4825746"/>
                </a:cubicBezTo>
                <a:cubicBezTo>
                  <a:pt x="570548" y="4823460"/>
                  <a:pt x="571405" y="4820888"/>
                  <a:pt x="571595" y="4818317"/>
                </a:cubicBezTo>
                <a:lnTo>
                  <a:pt x="626936" y="4818317"/>
                </a:lnTo>
                <a:cubicBezTo>
                  <a:pt x="626936" y="4818317"/>
                  <a:pt x="627793" y="4818221"/>
                  <a:pt x="628174" y="4817936"/>
                </a:cubicBezTo>
                <a:lnTo>
                  <a:pt x="719328" y="4761071"/>
                </a:lnTo>
                <a:cubicBezTo>
                  <a:pt x="719328" y="4761071"/>
                  <a:pt x="719328" y="4761071"/>
                  <a:pt x="719328" y="4761071"/>
                </a:cubicBezTo>
                <a:lnTo>
                  <a:pt x="719328" y="4761071"/>
                </a:lnTo>
                <a:cubicBezTo>
                  <a:pt x="721328" y="4762881"/>
                  <a:pt x="723900" y="4763834"/>
                  <a:pt x="726472" y="4763834"/>
                </a:cubicBezTo>
                <a:cubicBezTo>
                  <a:pt x="729425" y="4763834"/>
                  <a:pt x="732282" y="4762691"/>
                  <a:pt x="734377" y="4760310"/>
                </a:cubicBezTo>
                <a:cubicBezTo>
                  <a:pt x="738283" y="4755928"/>
                  <a:pt x="737997" y="4749165"/>
                  <a:pt x="733616" y="4745260"/>
                </a:cubicBezTo>
                <a:cubicBezTo>
                  <a:pt x="729234" y="4741355"/>
                  <a:pt x="722471" y="4741640"/>
                  <a:pt x="718566" y="4746022"/>
                </a:cubicBezTo>
                <a:cubicBezTo>
                  <a:pt x="715804" y="4749070"/>
                  <a:pt x="715232" y="4753356"/>
                  <a:pt x="716661" y="4757071"/>
                </a:cubicBezTo>
                <a:lnTo>
                  <a:pt x="626174" y="4813459"/>
                </a:lnTo>
                <a:lnTo>
                  <a:pt x="571024" y="4813459"/>
                </a:lnTo>
                <a:cubicBezTo>
                  <a:pt x="570167" y="4810411"/>
                  <a:pt x="568452" y="4807649"/>
                  <a:pt x="565785" y="4805648"/>
                </a:cubicBezTo>
                <a:cubicBezTo>
                  <a:pt x="563213" y="4803744"/>
                  <a:pt x="560261" y="4802886"/>
                  <a:pt x="557308" y="4802886"/>
                </a:cubicBezTo>
                <a:cubicBezTo>
                  <a:pt x="552926" y="4802886"/>
                  <a:pt x="548545" y="4804887"/>
                  <a:pt x="545687" y="4808696"/>
                </a:cubicBezTo>
                <a:cubicBezTo>
                  <a:pt x="541020" y="4815078"/>
                  <a:pt x="542354" y="4824032"/>
                  <a:pt x="548735" y="4828699"/>
                </a:cubicBezTo>
                <a:cubicBezTo>
                  <a:pt x="550545" y="4830032"/>
                  <a:pt x="552641" y="4830890"/>
                  <a:pt x="554831" y="4831176"/>
                </a:cubicBezTo>
                <a:lnTo>
                  <a:pt x="554831" y="5143405"/>
                </a:lnTo>
                <a:lnTo>
                  <a:pt x="559594" y="5143405"/>
                </a:lnTo>
                <a:lnTo>
                  <a:pt x="559594" y="4831176"/>
                </a:lnTo>
                <a:close/>
                <a:moveTo>
                  <a:pt x="722281" y="4749261"/>
                </a:moveTo>
                <a:cubicBezTo>
                  <a:pt x="724472" y="4746879"/>
                  <a:pt x="728186" y="4746689"/>
                  <a:pt x="730663" y="4748879"/>
                </a:cubicBezTo>
                <a:cubicBezTo>
                  <a:pt x="733044" y="4751070"/>
                  <a:pt x="733235" y="4754785"/>
                  <a:pt x="731044" y="4757262"/>
                </a:cubicBezTo>
                <a:cubicBezTo>
                  <a:pt x="728853" y="4759643"/>
                  <a:pt x="725138" y="4759833"/>
                  <a:pt x="722662" y="4757643"/>
                </a:cubicBezTo>
                <a:cubicBezTo>
                  <a:pt x="720281" y="4755452"/>
                  <a:pt x="720090" y="4751737"/>
                  <a:pt x="722281" y="4749261"/>
                </a:cubicBezTo>
                <a:close/>
                <a:moveTo>
                  <a:pt x="557403" y="4828985"/>
                </a:moveTo>
                <a:cubicBezTo>
                  <a:pt x="554927" y="4828985"/>
                  <a:pt x="552545" y="4828223"/>
                  <a:pt x="550545" y="4826699"/>
                </a:cubicBezTo>
                <a:cubicBezTo>
                  <a:pt x="545306" y="4822889"/>
                  <a:pt x="544259" y="4815554"/>
                  <a:pt x="548069" y="4810316"/>
                </a:cubicBezTo>
                <a:cubicBezTo>
                  <a:pt x="551879" y="4805172"/>
                  <a:pt x="559213" y="4804029"/>
                  <a:pt x="564452" y="4807839"/>
                </a:cubicBezTo>
                <a:cubicBezTo>
                  <a:pt x="566928" y="4809649"/>
                  <a:pt x="568643" y="4812411"/>
                  <a:pt x="569119" y="4815459"/>
                </a:cubicBezTo>
                <a:cubicBezTo>
                  <a:pt x="569595" y="4818507"/>
                  <a:pt x="568833" y="4821651"/>
                  <a:pt x="567023" y="4824127"/>
                </a:cubicBezTo>
                <a:cubicBezTo>
                  <a:pt x="565214" y="4826604"/>
                  <a:pt x="562451" y="4828318"/>
                  <a:pt x="559403" y="4828794"/>
                </a:cubicBezTo>
                <a:cubicBezTo>
                  <a:pt x="558832" y="4828794"/>
                  <a:pt x="558165" y="4828889"/>
                  <a:pt x="557594" y="4828889"/>
                </a:cubicBezTo>
                <a:close/>
                <a:moveTo>
                  <a:pt x="498920" y="4778312"/>
                </a:moveTo>
                <a:cubicBezTo>
                  <a:pt x="498920" y="4782217"/>
                  <a:pt x="495776" y="4785360"/>
                  <a:pt x="491871" y="4785360"/>
                </a:cubicBezTo>
                <a:cubicBezTo>
                  <a:pt x="487966" y="4785360"/>
                  <a:pt x="484823" y="4782217"/>
                  <a:pt x="484823" y="4778312"/>
                </a:cubicBezTo>
                <a:cubicBezTo>
                  <a:pt x="484823" y="4774406"/>
                  <a:pt x="487966" y="4771263"/>
                  <a:pt x="491871" y="4771263"/>
                </a:cubicBezTo>
                <a:cubicBezTo>
                  <a:pt x="495776" y="4771263"/>
                  <a:pt x="498920" y="4774406"/>
                  <a:pt x="498920" y="4778312"/>
                </a:cubicBezTo>
                <a:close/>
                <a:moveTo>
                  <a:pt x="484918" y="2162175"/>
                </a:moveTo>
                <a:lnTo>
                  <a:pt x="478060" y="2169224"/>
                </a:lnTo>
                <a:lnTo>
                  <a:pt x="474631" y="2165890"/>
                </a:lnTo>
                <a:lnTo>
                  <a:pt x="481489" y="2158841"/>
                </a:lnTo>
                <a:lnTo>
                  <a:pt x="484918" y="2162175"/>
                </a:lnTo>
                <a:close/>
                <a:moveTo>
                  <a:pt x="89345" y="5109210"/>
                </a:moveTo>
                <a:lnTo>
                  <a:pt x="134112" y="5109210"/>
                </a:lnTo>
                <a:cubicBezTo>
                  <a:pt x="135255" y="5113782"/>
                  <a:pt x="139160" y="5117211"/>
                  <a:pt x="144018" y="5117211"/>
                </a:cubicBezTo>
                <a:cubicBezTo>
                  <a:pt x="149733" y="5117211"/>
                  <a:pt x="154400" y="5112544"/>
                  <a:pt x="154400" y="5106829"/>
                </a:cubicBezTo>
                <a:cubicBezTo>
                  <a:pt x="154400" y="5101114"/>
                  <a:pt x="149733" y="5096447"/>
                  <a:pt x="144018" y="5096447"/>
                </a:cubicBezTo>
                <a:cubicBezTo>
                  <a:pt x="139160" y="5096447"/>
                  <a:pt x="135160" y="5099875"/>
                  <a:pt x="134112" y="5104448"/>
                </a:cubicBezTo>
                <a:lnTo>
                  <a:pt x="88011" y="5104448"/>
                </a:lnTo>
                <a:lnTo>
                  <a:pt x="75057" y="5112449"/>
                </a:lnTo>
                <a:lnTo>
                  <a:pt x="22574" y="5112449"/>
                </a:lnTo>
                <a:cubicBezTo>
                  <a:pt x="21431" y="5107877"/>
                  <a:pt x="17526" y="5104448"/>
                  <a:pt x="12668" y="5104448"/>
                </a:cubicBezTo>
                <a:cubicBezTo>
                  <a:pt x="6953" y="5104448"/>
                  <a:pt x="2286" y="5109115"/>
                  <a:pt x="2286" y="5114830"/>
                </a:cubicBezTo>
                <a:cubicBezTo>
                  <a:pt x="2286" y="5120545"/>
                  <a:pt x="6953" y="5125212"/>
                  <a:pt x="12668" y="5125212"/>
                </a:cubicBezTo>
                <a:cubicBezTo>
                  <a:pt x="17526" y="5125212"/>
                  <a:pt x="21527" y="5121783"/>
                  <a:pt x="22574" y="5117211"/>
                </a:cubicBezTo>
                <a:lnTo>
                  <a:pt x="76486" y="5117211"/>
                </a:lnTo>
                <a:lnTo>
                  <a:pt x="89440" y="5109210"/>
                </a:lnTo>
                <a:close/>
                <a:moveTo>
                  <a:pt x="144113" y="5101209"/>
                </a:moveTo>
                <a:cubicBezTo>
                  <a:pt x="147257" y="5101209"/>
                  <a:pt x="149733" y="5103781"/>
                  <a:pt x="149733" y="5106829"/>
                </a:cubicBezTo>
                <a:cubicBezTo>
                  <a:pt x="149733" y="5109877"/>
                  <a:pt x="147161" y="5112449"/>
                  <a:pt x="144113" y="5112449"/>
                </a:cubicBezTo>
                <a:cubicBezTo>
                  <a:pt x="141065" y="5112449"/>
                  <a:pt x="138494" y="5109877"/>
                  <a:pt x="138494" y="5106829"/>
                </a:cubicBezTo>
                <a:cubicBezTo>
                  <a:pt x="138494" y="5103781"/>
                  <a:pt x="141065" y="5101209"/>
                  <a:pt x="144113" y="5101209"/>
                </a:cubicBezTo>
                <a:close/>
                <a:moveTo>
                  <a:pt x="12668" y="5120545"/>
                </a:moveTo>
                <a:cubicBezTo>
                  <a:pt x="9525" y="5120545"/>
                  <a:pt x="7049" y="5117973"/>
                  <a:pt x="7049" y="5114925"/>
                </a:cubicBezTo>
                <a:cubicBezTo>
                  <a:pt x="7049" y="5111877"/>
                  <a:pt x="9620" y="5109306"/>
                  <a:pt x="12668" y="5109306"/>
                </a:cubicBezTo>
                <a:cubicBezTo>
                  <a:pt x="15716" y="5109306"/>
                  <a:pt x="18288" y="5111877"/>
                  <a:pt x="18288" y="5114925"/>
                </a:cubicBezTo>
                <a:cubicBezTo>
                  <a:pt x="18288" y="5117973"/>
                  <a:pt x="15716" y="5120545"/>
                  <a:pt x="12668" y="5120545"/>
                </a:cubicBezTo>
                <a:close/>
                <a:moveTo>
                  <a:pt x="1956530" y="4806411"/>
                </a:moveTo>
                <a:cubicBezTo>
                  <a:pt x="1958150" y="4807172"/>
                  <a:pt x="1959864" y="4807458"/>
                  <a:pt x="1961578" y="4807458"/>
                </a:cubicBezTo>
                <a:cubicBezTo>
                  <a:pt x="1963103" y="4807458"/>
                  <a:pt x="1964627" y="4807172"/>
                  <a:pt x="1966151" y="4806601"/>
                </a:cubicBezTo>
                <a:cubicBezTo>
                  <a:pt x="1969294" y="4805363"/>
                  <a:pt x="1971770" y="4802981"/>
                  <a:pt x="1973104" y="4799934"/>
                </a:cubicBezTo>
                <a:cubicBezTo>
                  <a:pt x="1973485" y="4799076"/>
                  <a:pt x="1973580" y="4798124"/>
                  <a:pt x="1973675" y="4797171"/>
                </a:cubicBezTo>
                <a:lnTo>
                  <a:pt x="2039303" y="4797171"/>
                </a:lnTo>
                <a:cubicBezTo>
                  <a:pt x="2039303" y="4797171"/>
                  <a:pt x="2166176" y="4696873"/>
                  <a:pt x="2166176" y="4696873"/>
                </a:cubicBezTo>
                <a:cubicBezTo>
                  <a:pt x="2167223" y="4698016"/>
                  <a:pt x="2168462" y="4699064"/>
                  <a:pt x="2169890" y="4699730"/>
                </a:cubicBezTo>
                <a:cubicBezTo>
                  <a:pt x="2171700" y="4700588"/>
                  <a:pt x="2173605" y="4701064"/>
                  <a:pt x="2175510" y="4701064"/>
                </a:cubicBezTo>
                <a:cubicBezTo>
                  <a:pt x="2180177" y="4701064"/>
                  <a:pt x="2184654" y="4698492"/>
                  <a:pt x="2186845" y="4694111"/>
                </a:cubicBezTo>
                <a:cubicBezTo>
                  <a:pt x="2188369" y="4691063"/>
                  <a:pt x="2188559" y="4687634"/>
                  <a:pt x="2187512" y="4684490"/>
                </a:cubicBezTo>
                <a:cubicBezTo>
                  <a:pt x="2186464" y="4681347"/>
                  <a:pt x="2184178" y="4678680"/>
                  <a:pt x="2181130" y="4677252"/>
                </a:cubicBezTo>
                <a:cubicBezTo>
                  <a:pt x="2174939" y="4674108"/>
                  <a:pt x="2167319" y="4676680"/>
                  <a:pt x="2164175" y="4682871"/>
                </a:cubicBezTo>
                <a:cubicBezTo>
                  <a:pt x="2162556" y="4686110"/>
                  <a:pt x="2162556" y="4689634"/>
                  <a:pt x="2163699" y="4692777"/>
                </a:cubicBezTo>
                <a:lnTo>
                  <a:pt x="2037683" y="4792504"/>
                </a:lnTo>
                <a:lnTo>
                  <a:pt x="1973675" y="4792504"/>
                </a:lnTo>
                <a:cubicBezTo>
                  <a:pt x="1973485" y="4791742"/>
                  <a:pt x="1973580" y="4790980"/>
                  <a:pt x="1973294" y="4790313"/>
                </a:cubicBezTo>
                <a:cubicBezTo>
                  <a:pt x="1972056" y="4787170"/>
                  <a:pt x="1969675" y="4784694"/>
                  <a:pt x="1966627" y="4783360"/>
                </a:cubicBezTo>
                <a:cubicBezTo>
                  <a:pt x="1963579" y="4782027"/>
                  <a:pt x="1960150" y="4781931"/>
                  <a:pt x="1957007" y="4783170"/>
                </a:cubicBezTo>
                <a:cubicBezTo>
                  <a:pt x="1953863" y="4784408"/>
                  <a:pt x="1951387" y="4786789"/>
                  <a:pt x="1950053" y="4789837"/>
                </a:cubicBezTo>
                <a:cubicBezTo>
                  <a:pt x="1948720" y="4792885"/>
                  <a:pt x="1948625" y="4796314"/>
                  <a:pt x="1949863" y="4799457"/>
                </a:cubicBezTo>
                <a:cubicBezTo>
                  <a:pt x="1951101" y="4802601"/>
                  <a:pt x="1953482" y="4805077"/>
                  <a:pt x="1956530" y="4806411"/>
                </a:cubicBezTo>
                <a:close/>
                <a:moveTo>
                  <a:pt x="2168557" y="4685062"/>
                </a:moveTo>
                <a:cubicBezTo>
                  <a:pt x="2169509" y="4683157"/>
                  <a:pt x="2171129" y="4681823"/>
                  <a:pt x="2173129" y="4681157"/>
                </a:cubicBezTo>
                <a:cubicBezTo>
                  <a:pt x="2173986" y="4680871"/>
                  <a:pt x="2174748" y="4680776"/>
                  <a:pt x="2175605" y="4680776"/>
                </a:cubicBezTo>
                <a:cubicBezTo>
                  <a:pt x="2176844" y="4680776"/>
                  <a:pt x="2177987" y="4681062"/>
                  <a:pt x="2179130" y="4681633"/>
                </a:cubicBezTo>
                <a:cubicBezTo>
                  <a:pt x="2181035" y="4682586"/>
                  <a:pt x="2182368" y="4684205"/>
                  <a:pt x="2183035" y="4686205"/>
                </a:cubicBezTo>
                <a:cubicBezTo>
                  <a:pt x="2183702" y="4688205"/>
                  <a:pt x="2183511" y="4690301"/>
                  <a:pt x="2182654" y="4692206"/>
                </a:cubicBezTo>
                <a:cubicBezTo>
                  <a:pt x="2181701" y="4694111"/>
                  <a:pt x="2180082" y="4695444"/>
                  <a:pt x="2178082" y="4696111"/>
                </a:cubicBezTo>
                <a:cubicBezTo>
                  <a:pt x="2176082" y="4696778"/>
                  <a:pt x="2173986" y="4696587"/>
                  <a:pt x="2172081" y="4695730"/>
                </a:cubicBezTo>
                <a:cubicBezTo>
                  <a:pt x="2170176" y="4694778"/>
                  <a:pt x="2168843" y="4693158"/>
                  <a:pt x="2168176" y="4691158"/>
                </a:cubicBezTo>
                <a:cubicBezTo>
                  <a:pt x="2167509" y="4689158"/>
                  <a:pt x="2167700" y="4687062"/>
                  <a:pt x="2168557" y="4685157"/>
                </a:cubicBezTo>
                <a:close/>
                <a:moveTo>
                  <a:pt x="1954435" y="4791647"/>
                </a:moveTo>
                <a:cubicBezTo>
                  <a:pt x="1955292" y="4789742"/>
                  <a:pt x="1956816" y="4788218"/>
                  <a:pt x="1958816" y="4787456"/>
                </a:cubicBezTo>
                <a:cubicBezTo>
                  <a:pt x="1959769" y="4787075"/>
                  <a:pt x="1960721" y="4786884"/>
                  <a:pt x="1961674" y="4786884"/>
                </a:cubicBezTo>
                <a:cubicBezTo>
                  <a:pt x="1962722" y="4786884"/>
                  <a:pt x="1963865" y="4787075"/>
                  <a:pt x="1964817" y="4787551"/>
                </a:cubicBezTo>
                <a:cubicBezTo>
                  <a:pt x="1966722" y="4788408"/>
                  <a:pt x="1968246" y="4789932"/>
                  <a:pt x="1969008" y="4791932"/>
                </a:cubicBezTo>
                <a:cubicBezTo>
                  <a:pt x="1969770" y="4793933"/>
                  <a:pt x="1969675" y="4796028"/>
                  <a:pt x="1968913" y="4797933"/>
                </a:cubicBezTo>
                <a:cubicBezTo>
                  <a:pt x="1968056" y="4799838"/>
                  <a:pt x="1966532" y="4801362"/>
                  <a:pt x="1964531" y="4802124"/>
                </a:cubicBezTo>
                <a:lnTo>
                  <a:pt x="1964531" y="4802124"/>
                </a:lnTo>
                <a:cubicBezTo>
                  <a:pt x="1962531" y="4802886"/>
                  <a:pt x="1960436" y="4802886"/>
                  <a:pt x="1958531" y="4802029"/>
                </a:cubicBezTo>
                <a:cubicBezTo>
                  <a:pt x="1956626" y="4801172"/>
                  <a:pt x="1955102" y="4799648"/>
                  <a:pt x="1954340" y="4797647"/>
                </a:cubicBezTo>
                <a:cubicBezTo>
                  <a:pt x="1953578" y="4795647"/>
                  <a:pt x="1953673" y="4793552"/>
                  <a:pt x="1954530" y="4791647"/>
                </a:cubicBezTo>
                <a:close/>
                <a:moveTo>
                  <a:pt x="1916811" y="90011"/>
                </a:moveTo>
                <a:cubicBezTo>
                  <a:pt x="1918526" y="92869"/>
                  <a:pt x="1921288" y="94869"/>
                  <a:pt x="1924622" y="95631"/>
                </a:cubicBezTo>
                <a:cubicBezTo>
                  <a:pt x="1925574" y="95822"/>
                  <a:pt x="1926622" y="96012"/>
                  <a:pt x="1927574" y="96012"/>
                </a:cubicBezTo>
                <a:cubicBezTo>
                  <a:pt x="1929860" y="96012"/>
                  <a:pt x="1932146" y="95345"/>
                  <a:pt x="1934147" y="94202"/>
                </a:cubicBezTo>
                <a:cubicBezTo>
                  <a:pt x="1937004" y="92488"/>
                  <a:pt x="1939004" y="89726"/>
                  <a:pt x="1939862" y="86392"/>
                </a:cubicBezTo>
                <a:cubicBezTo>
                  <a:pt x="1939862" y="86201"/>
                  <a:pt x="1939862" y="86011"/>
                  <a:pt x="1939862" y="85820"/>
                </a:cubicBezTo>
                <a:lnTo>
                  <a:pt x="1986915" y="85820"/>
                </a:lnTo>
                <a:lnTo>
                  <a:pt x="2078927" y="95"/>
                </a:lnTo>
                <a:lnTo>
                  <a:pt x="2071973" y="95"/>
                </a:lnTo>
                <a:lnTo>
                  <a:pt x="1985105" y="81058"/>
                </a:lnTo>
                <a:lnTo>
                  <a:pt x="1939957" y="81058"/>
                </a:lnTo>
                <a:cubicBezTo>
                  <a:pt x="1939671" y="79629"/>
                  <a:pt x="1939195" y="78200"/>
                  <a:pt x="1938433" y="76867"/>
                </a:cubicBezTo>
                <a:cubicBezTo>
                  <a:pt x="1936718" y="74009"/>
                  <a:pt x="1933956" y="72009"/>
                  <a:pt x="1930622" y="71247"/>
                </a:cubicBezTo>
                <a:cubicBezTo>
                  <a:pt x="1927384" y="70485"/>
                  <a:pt x="1923955" y="70961"/>
                  <a:pt x="1921097" y="72771"/>
                </a:cubicBezTo>
                <a:cubicBezTo>
                  <a:pt x="1918240" y="74486"/>
                  <a:pt x="1916240" y="77248"/>
                  <a:pt x="1915382" y="80582"/>
                </a:cubicBezTo>
                <a:cubicBezTo>
                  <a:pt x="1914620" y="83820"/>
                  <a:pt x="1915097" y="87249"/>
                  <a:pt x="1916906" y="90107"/>
                </a:cubicBezTo>
                <a:close/>
                <a:moveTo>
                  <a:pt x="1919954" y="81629"/>
                </a:moveTo>
                <a:cubicBezTo>
                  <a:pt x="1920431" y="79629"/>
                  <a:pt x="1921669" y="77915"/>
                  <a:pt x="1923478" y="76772"/>
                </a:cubicBezTo>
                <a:cubicBezTo>
                  <a:pt x="1925288" y="75724"/>
                  <a:pt x="1927384" y="75343"/>
                  <a:pt x="1929384" y="75819"/>
                </a:cubicBezTo>
                <a:cubicBezTo>
                  <a:pt x="1931384" y="76295"/>
                  <a:pt x="1933099" y="77534"/>
                  <a:pt x="1934242" y="79343"/>
                </a:cubicBezTo>
                <a:cubicBezTo>
                  <a:pt x="1935290" y="81153"/>
                  <a:pt x="1935671" y="83248"/>
                  <a:pt x="1935194" y="85249"/>
                </a:cubicBezTo>
                <a:cubicBezTo>
                  <a:pt x="1934147" y="89440"/>
                  <a:pt x="1929956" y="92012"/>
                  <a:pt x="1925765" y="90964"/>
                </a:cubicBezTo>
                <a:cubicBezTo>
                  <a:pt x="1923764" y="90488"/>
                  <a:pt x="1922050" y="89249"/>
                  <a:pt x="1920907" y="87440"/>
                </a:cubicBezTo>
                <a:cubicBezTo>
                  <a:pt x="1919859" y="85630"/>
                  <a:pt x="1919478" y="83534"/>
                  <a:pt x="1919954" y="81534"/>
                </a:cubicBezTo>
                <a:close/>
                <a:moveTo>
                  <a:pt x="432245" y="4859084"/>
                </a:moveTo>
                <a:cubicBezTo>
                  <a:pt x="435959" y="4858417"/>
                  <a:pt x="439198" y="4856512"/>
                  <a:pt x="441389" y="4853464"/>
                </a:cubicBezTo>
                <a:cubicBezTo>
                  <a:pt x="446056" y="4847082"/>
                  <a:pt x="444722" y="4838129"/>
                  <a:pt x="438340" y="4833462"/>
                </a:cubicBezTo>
                <a:cubicBezTo>
                  <a:pt x="435769" y="4831556"/>
                  <a:pt x="432816" y="4830699"/>
                  <a:pt x="429863" y="4830699"/>
                </a:cubicBezTo>
                <a:cubicBezTo>
                  <a:pt x="425482" y="4830699"/>
                  <a:pt x="421100" y="4832699"/>
                  <a:pt x="418243" y="4836510"/>
                </a:cubicBezTo>
                <a:cubicBezTo>
                  <a:pt x="413576" y="4842891"/>
                  <a:pt x="414909" y="4851845"/>
                  <a:pt x="421291" y="4856512"/>
                </a:cubicBezTo>
                <a:cubicBezTo>
                  <a:pt x="423101" y="4857845"/>
                  <a:pt x="425196" y="4858703"/>
                  <a:pt x="427387" y="4858988"/>
                </a:cubicBezTo>
                <a:lnTo>
                  <a:pt x="427387" y="5143595"/>
                </a:lnTo>
                <a:lnTo>
                  <a:pt x="432149" y="5143595"/>
                </a:lnTo>
                <a:lnTo>
                  <a:pt x="432149" y="4859084"/>
                </a:lnTo>
                <a:close/>
                <a:moveTo>
                  <a:pt x="429863" y="4856607"/>
                </a:moveTo>
                <a:cubicBezTo>
                  <a:pt x="427387" y="4856607"/>
                  <a:pt x="425006" y="4855845"/>
                  <a:pt x="423005" y="4854321"/>
                </a:cubicBezTo>
                <a:cubicBezTo>
                  <a:pt x="417767" y="4850511"/>
                  <a:pt x="416719" y="4843177"/>
                  <a:pt x="420529" y="4837938"/>
                </a:cubicBezTo>
                <a:cubicBezTo>
                  <a:pt x="424339" y="4832795"/>
                  <a:pt x="431673" y="4831652"/>
                  <a:pt x="436912" y="4835462"/>
                </a:cubicBezTo>
                <a:cubicBezTo>
                  <a:pt x="439388" y="4837271"/>
                  <a:pt x="441103" y="4840034"/>
                  <a:pt x="441579" y="4843082"/>
                </a:cubicBezTo>
                <a:cubicBezTo>
                  <a:pt x="442055" y="4846130"/>
                  <a:pt x="441293" y="4849273"/>
                  <a:pt x="439484" y="4851749"/>
                </a:cubicBezTo>
                <a:cubicBezTo>
                  <a:pt x="437674" y="4854226"/>
                  <a:pt x="434912" y="4855940"/>
                  <a:pt x="431864" y="4856417"/>
                </a:cubicBezTo>
                <a:cubicBezTo>
                  <a:pt x="431292" y="4856417"/>
                  <a:pt x="430625" y="4856512"/>
                  <a:pt x="430054" y="4856512"/>
                </a:cubicBezTo>
                <a:close/>
                <a:moveTo>
                  <a:pt x="1899857" y="53150"/>
                </a:moveTo>
                <a:cubicBezTo>
                  <a:pt x="1899857" y="45720"/>
                  <a:pt x="1893856" y="39719"/>
                  <a:pt x="1886426" y="39719"/>
                </a:cubicBezTo>
                <a:cubicBezTo>
                  <a:pt x="1878997" y="39719"/>
                  <a:pt x="1872996" y="45720"/>
                  <a:pt x="1872996" y="53150"/>
                </a:cubicBezTo>
                <a:cubicBezTo>
                  <a:pt x="1872996" y="59722"/>
                  <a:pt x="1877759" y="65246"/>
                  <a:pt x="1884045" y="66389"/>
                </a:cubicBezTo>
                <a:lnTo>
                  <a:pt x="1884045" y="144209"/>
                </a:lnTo>
                <a:lnTo>
                  <a:pt x="1894999" y="155543"/>
                </a:lnTo>
                <a:lnTo>
                  <a:pt x="1894999" y="232696"/>
                </a:lnTo>
                <a:cubicBezTo>
                  <a:pt x="1890046" y="233839"/>
                  <a:pt x="1886331" y="238030"/>
                  <a:pt x="1886331" y="243269"/>
                </a:cubicBezTo>
                <a:cubicBezTo>
                  <a:pt x="1886331" y="249365"/>
                  <a:pt x="1891284" y="254318"/>
                  <a:pt x="1897380" y="254318"/>
                </a:cubicBezTo>
                <a:cubicBezTo>
                  <a:pt x="1903476" y="254318"/>
                  <a:pt x="1908429" y="249365"/>
                  <a:pt x="1908429" y="243269"/>
                </a:cubicBezTo>
                <a:cubicBezTo>
                  <a:pt x="1908429" y="238030"/>
                  <a:pt x="1904714" y="233744"/>
                  <a:pt x="1899761" y="232696"/>
                </a:cubicBezTo>
                <a:lnTo>
                  <a:pt x="1899761" y="153638"/>
                </a:lnTo>
                <a:lnTo>
                  <a:pt x="1888807" y="142304"/>
                </a:lnTo>
                <a:lnTo>
                  <a:pt x="1888807" y="66389"/>
                </a:lnTo>
                <a:cubicBezTo>
                  <a:pt x="1895094" y="65246"/>
                  <a:pt x="1899857" y="59817"/>
                  <a:pt x="1899857" y="53150"/>
                </a:cubicBezTo>
                <a:close/>
                <a:moveTo>
                  <a:pt x="1886426" y="61912"/>
                </a:moveTo>
                <a:cubicBezTo>
                  <a:pt x="1881664" y="61912"/>
                  <a:pt x="1877759" y="58007"/>
                  <a:pt x="1877759" y="53245"/>
                </a:cubicBezTo>
                <a:cubicBezTo>
                  <a:pt x="1877759" y="48482"/>
                  <a:pt x="1881664" y="44577"/>
                  <a:pt x="1886426" y="44577"/>
                </a:cubicBezTo>
                <a:cubicBezTo>
                  <a:pt x="1891189" y="44577"/>
                  <a:pt x="1895094" y="48482"/>
                  <a:pt x="1895094" y="53245"/>
                </a:cubicBezTo>
                <a:cubicBezTo>
                  <a:pt x="1895094" y="58007"/>
                  <a:pt x="1891189" y="61912"/>
                  <a:pt x="1886426" y="61912"/>
                </a:cubicBezTo>
                <a:close/>
                <a:moveTo>
                  <a:pt x="1196626" y="85058"/>
                </a:moveTo>
                <a:lnTo>
                  <a:pt x="1196626" y="116110"/>
                </a:lnTo>
                <a:cubicBezTo>
                  <a:pt x="1190720" y="117253"/>
                  <a:pt x="1186244" y="122206"/>
                  <a:pt x="1186244" y="128492"/>
                </a:cubicBezTo>
                <a:cubicBezTo>
                  <a:pt x="1186244" y="135541"/>
                  <a:pt x="1191959" y="141351"/>
                  <a:pt x="1199102" y="141351"/>
                </a:cubicBezTo>
                <a:cubicBezTo>
                  <a:pt x="1206246" y="141351"/>
                  <a:pt x="1211961" y="135636"/>
                  <a:pt x="1211961" y="128492"/>
                </a:cubicBezTo>
                <a:cubicBezTo>
                  <a:pt x="1211961" y="122301"/>
                  <a:pt x="1207389" y="117253"/>
                  <a:pt x="1201484" y="116110"/>
                </a:cubicBezTo>
                <a:lnTo>
                  <a:pt x="1201484" y="87059"/>
                </a:lnTo>
                <a:lnTo>
                  <a:pt x="1212437" y="75724"/>
                </a:lnTo>
                <a:lnTo>
                  <a:pt x="1212437" y="95"/>
                </a:lnTo>
                <a:lnTo>
                  <a:pt x="1207675" y="95"/>
                </a:lnTo>
                <a:lnTo>
                  <a:pt x="1207675" y="73724"/>
                </a:lnTo>
                <a:lnTo>
                  <a:pt x="1196721" y="85058"/>
                </a:lnTo>
                <a:close/>
                <a:moveTo>
                  <a:pt x="1207103" y="128397"/>
                </a:moveTo>
                <a:cubicBezTo>
                  <a:pt x="1207103" y="132874"/>
                  <a:pt x="1203484" y="136493"/>
                  <a:pt x="1199007" y="136493"/>
                </a:cubicBezTo>
                <a:cubicBezTo>
                  <a:pt x="1194530" y="136493"/>
                  <a:pt x="1190911" y="132874"/>
                  <a:pt x="1190911" y="128397"/>
                </a:cubicBezTo>
                <a:cubicBezTo>
                  <a:pt x="1190911" y="123920"/>
                  <a:pt x="1194530" y="120301"/>
                  <a:pt x="1199007" y="120301"/>
                </a:cubicBezTo>
                <a:cubicBezTo>
                  <a:pt x="1203484" y="120301"/>
                  <a:pt x="1207103" y="123920"/>
                  <a:pt x="1207103" y="128397"/>
                </a:cubicBezTo>
                <a:close/>
                <a:moveTo>
                  <a:pt x="1678305" y="95"/>
                </a:moveTo>
                <a:lnTo>
                  <a:pt x="1678305" y="92012"/>
                </a:lnTo>
                <a:lnTo>
                  <a:pt x="1698784" y="114014"/>
                </a:lnTo>
                <a:cubicBezTo>
                  <a:pt x="1695831" y="116205"/>
                  <a:pt x="1693736" y="119539"/>
                  <a:pt x="1693736" y="123444"/>
                </a:cubicBezTo>
                <a:cubicBezTo>
                  <a:pt x="1693736" y="130016"/>
                  <a:pt x="1699070" y="135255"/>
                  <a:pt x="1705547" y="135255"/>
                </a:cubicBezTo>
                <a:cubicBezTo>
                  <a:pt x="1712024" y="135255"/>
                  <a:pt x="1717357" y="129921"/>
                  <a:pt x="1717357" y="123444"/>
                </a:cubicBezTo>
                <a:cubicBezTo>
                  <a:pt x="1717357" y="121063"/>
                  <a:pt x="1716500" y="119063"/>
                  <a:pt x="1715262" y="117158"/>
                </a:cubicBezTo>
                <a:lnTo>
                  <a:pt x="1721930" y="110014"/>
                </a:lnTo>
                <a:lnTo>
                  <a:pt x="1721930" y="55436"/>
                </a:lnTo>
                <a:lnTo>
                  <a:pt x="1712024" y="42767"/>
                </a:lnTo>
                <a:lnTo>
                  <a:pt x="1712309" y="95"/>
                </a:lnTo>
                <a:lnTo>
                  <a:pt x="1707547" y="95"/>
                </a:lnTo>
                <a:lnTo>
                  <a:pt x="1707261" y="44387"/>
                </a:lnTo>
                <a:lnTo>
                  <a:pt x="1717167" y="57055"/>
                </a:lnTo>
                <a:lnTo>
                  <a:pt x="1717167" y="108204"/>
                </a:lnTo>
                <a:lnTo>
                  <a:pt x="1711928" y="113824"/>
                </a:lnTo>
                <a:cubicBezTo>
                  <a:pt x="1710023" y="112586"/>
                  <a:pt x="1707928" y="111633"/>
                  <a:pt x="1705451" y="111633"/>
                </a:cubicBezTo>
                <a:cubicBezTo>
                  <a:pt x="1704689" y="111633"/>
                  <a:pt x="1704023" y="111919"/>
                  <a:pt x="1703356" y="112014"/>
                </a:cubicBezTo>
                <a:lnTo>
                  <a:pt x="1682972" y="90107"/>
                </a:lnTo>
                <a:lnTo>
                  <a:pt x="1682972" y="95"/>
                </a:lnTo>
                <a:lnTo>
                  <a:pt x="1678210" y="95"/>
                </a:lnTo>
                <a:close/>
                <a:moveTo>
                  <a:pt x="1705547" y="116396"/>
                </a:moveTo>
                <a:cubicBezTo>
                  <a:pt x="1709452" y="116396"/>
                  <a:pt x="1712595" y="119539"/>
                  <a:pt x="1712595" y="123444"/>
                </a:cubicBezTo>
                <a:cubicBezTo>
                  <a:pt x="1712595" y="127349"/>
                  <a:pt x="1709452" y="130492"/>
                  <a:pt x="1705547" y="130492"/>
                </a:cubicBezTo>
                <a:cubicBezTo>
                  <a:pt x="1701641" y="130492"/>
                  <a:pt x="1698498" y="127349"/>
                  <a:pt x="1698498" y="123444"/>
                </a:cubicBezTo>
                <a:cubicBezTo>
                  <a:pt x="1698498" y="119539"/>
                  <a:pt x="1701641" y="116396"/>
                  <a:pt x="1705547" y="116396"/>
                </a:cubicBezTo>
                <a:close/>
                <a:moveTo>
                  <a:pt x="564356" y="4817269"/>
                </a:moveTo>
                <a:cubicBezTo>
                  <a:pt x="564356" y="4821174"/>
                  <a:pt x="561213" y="4824318"/>
                  <a:pt x="557308" y="4824318"/>
                </a:cubicBezTo>
                <a:cubicBezTo>
                  <a:pt x="553403" y="4824318"/>
                  <a:pt x="550259" y="4821174"/>
                  <a:pt x="550259" y="4817269"/>
                </a:cubicBezTo>
                <a:cubicBezTo>
                  <a:pt x="550259" y="4813364"/>
                  <a:pt x="553403" y="4810220"/>
                  <a:pt x="557308" y="4810220"/>
                </a:cubicBezTo>
                <a:cubicBezTo>
                  <a:pt x="561213" y="4810220"/>
                  <a:pt x="564356" y="4813364"/>
                  <a:pt x="564356" y="4817269"/>
                </a:cubicBezTo>
                <a:close/>
                <a:moveTo>
                  <a:pt x="292322" y="243173"/>
                </a:moveTo>
                <a:lnTo>
                  <a:pt x="292322" y="255842"/>
                </a:lnTo>
                <a:cubicBezTo>
                  <a:pt x="292322" y="259556"/>
                  <a:pt x="295370" y="262700"/>
                  <a:pt x="299180" y="262700"/>
                </a:cubicBezTo>
                <a:lnTo>
                  <a:pt x="311849" y="262700"/>
                </a:lnTo>
                <a:cubicBezTo>
                  <a:pt x="312801" y="262700"/>
                  <a:pt x="313754" y="262509"/>
                  <a:pt x="314611" y="262128"/>
                </a:cubicBezTo>
                <a:lnTo>
                  <a:pt x="457581" y="427673"/>
                </a:lnTo>
                <a:lnTo>
                  <a:pt x="457581" y="486632"/>
                </a:lnTo>
                <a:lnTo>
                  <a:pt x="453771" y="486632"/>
                </a:lnTo>
                <a:cubicBezTo>
                  <a:pt x="448342" y="486632"/>
                  <a:pt x="443960" y="491014"/>
                  <a:pt x="443960" y="496443"/>
                </a:cubicBezTo>
                <a:lnTo>
                  <a:pt x="443960" y="535115"/>
                </a:lnTo>
                <a:cubicBezTo>
                  <a:pt x="443960" y="540544"/>
                  <a:pt x="448342" y="544925"/>
                  <a:pt x="453771" y="544925"/>
                </a:cubicBezTo>
                <a:lnTo>
                  <a:pt x="466154" y="544925"/>
                </a:lnTo>
                <a:cubicBezTo>
                  <a:pt x="471583" y="544925"/>
                  <a:pt x="475964" y="540544"/>
                  <a:pt x="475964" y="535115"/>
                </a:cubicBezTo>
                <a:lnTo>
                  <a:pt x="475964" y="496443"/>
                </a:lnTo>
                <a:cubicBezTo>
                  <a:pt x="475964" y="491014"/>
                  <a:pt x="471583" y="486632"/>
                  <a:pt x="466154" y="486632"/>
                </a:cubicBezTo>
                <a:lnTo>
                  <a:pt x="462439" y="486632"/>
                </a:lnTo>
                <a:lnTo>
                  <a:pt x="462439" y="425863"/>
                </a:lnTo>
                <a:lnTo>
                  <a:pt x="318135" y="258794"/>
                </a:lnTo>
                <a:cubicBezTo>
                  <a:pt x="318516" y="257937"/>
                  <a:pt x="318802" y="256985"/>
                  <a:pt x="318802" y="255937"/>
                </a:cubicBezTo>
                <a:lnTo>
                  <a:pt x="318802" y="243269"/>
                </a:lnTo>
                <a:cubicBezTo>
                  <a:pt x="318802" y="242316"/>
                  <a:pt x="318611" y="241459"/>
                  <a:pt x="318230" y="240602"/>
                </a:cubicBezTo>
                <a:lnTo>
                  <a:pt x="318516" y="240792"/>
                </a:lnTo>
                <a:lnTo>
                  <a:pt x="370237" y="177451"/>
                </a:lnTo>
                <a:lnTo>
                  <a:pt x="370808" y="176784"/>
                </a:lnTo>
                <a:lnTo>
                  <a:pt x="370808" y="95"/>
                </a:lnTo>
                <a:lnTo>
                  <a:pt x="365951" y="95"/>
                </a:lnTo>
                <a:lnTo>
                  <a:pt x="365951" y="175070"/>
                </a:lnTo>
                <a:cubicBezTo>
                  <a:pt x="365951" y="175070"/>
                  <a:pt x="315278" y="237363"/>
                  <a:pt x="315278" y="237363"/>
                </a:cubicBezTo>
                <a:cubicBezTo>
                  <a:pt x="314325" y="236887"/>
                  <a:pt x="313277" y="236506"/>
                  <a:pt x="312134" y="236506"/>
                </a:cubicBezTo>
                <a:lnTo>
                  <a:pt x="299466" y="236506"/>
                </a:lnTo>
                <a:cubicBezTo>
                  <a:pt x="295751" y="236506"/>
                  <a:pt x="292608" y="239554"/>
                  <a:pt x="292608" y="243364"/>
                </a:cubicBezTo>
                <a:close/>
                <a:moveTo>
                  <a:pt x="471011" y="535019"/>
                </a:moveTo>
                <a:cubicBezTo>
                  <a:pt x="471011" y="537782"/>
                  <a:pt x="468725" y="540068"/>
                  <a:pt x="465963" y="540068"/>
                </a:cubicBezTo>
                <a:lnTo>
                  <a:pt x="453581" y="540068"/>
                </a:lnTo>
                <a:cubicBezTo>
                  <a:pt x="450818" y="540068"/>
                  <a:pt x="448532" y="537782"/>
                  <a:pt x="448532" y="535019"/>
                </a:cubicBezTo>
                <a:lnTo>
                  <a:pt x="448532" y="533686"/>
                </a:lnTo>
                <a:lnTo>
                  <a:pt x="470916" y="533686"/>
                </a:lnTo>
                <a:lnTo>
                  <a:pt x="470916" y="535019"/>
                </a:lnTo>
                <a:close/>
                <a:moveTo>
                  <a:pt x="471011" y="527780"/>
                </a:moveTo>
                <a:lnTo>
                  <a:pt x="448628" y="527780"/>
                </a:lnTo>
                <a:lnTo>
                  <a:pt x="448628" y="509302"/>
                </a:lnTo>
                <a:lnTo>
                  <a:pt x="471011" y="509302"/>
                </a:lnTo>
                <a:lnTo>
                  <a:pt x="471011" y="527780"/>
                </a:lnTo>
                <a:close/>
                <a:moveTo>
                  <a:pt x="471011" y="506444"/>
                </a:moveTo>
                <a:lnTo>
                  <a:pt x="448628" y="506444"/>
                </a:lnTo>
                <a:lnTo>
                  <a:pt x="448628" y="501206"/>
                </a:lnTo>
                <a:lnTo>
                  <a:pt x="471011" y="501206"/>
                </a:lnTo>
                <a:lnTo>
                  <a:pt x="471011" y="506444"/>
                </a:lnTo>
                <a:close/>
                <a:moveTo>
                  <a:pt x="465963" y="491395"/>
                </a:moveTo>
                <a:cubicBezTo>
                  <a:pt x="468725" y="491395"/>
                  <a:pt x="471011" y="493681"/>
                  <a:pt x="471011" y="496443"/>
                </a:cubicBezTo>
                <a:lnTo>
                  <a:pt x="471011" y="496634"/>
                </a:lnTo>
                <a:lnTo>
                  <a:pt x="448628" y="496634"/>
                </a:lnTo>
                <a:lnTo>
                  <a:pt x="448628" y="496443"/>
                </a:lnTo>
                <a:cubicBezTo>
                  <a:pt x="448628" y="493681"/>
                  <a:pt x="450914" y="491395"/>
                  <a:pt x="453676" y="491395"/>
                </a:cubicBezTo>
                <a:lnTo>
                  <a:pt x="466058" y="491395"/>
                </a:lnTo>
                <a:close/>
                <a:moveTo>
                  <a:pt x="313849" y="243173"/>
                </a:moveTo>
                <a:lnTo>
                  <a:pt x="313849" y="255842"/>
                </a:lnTo>
                <a:cubicBezTo>
                  <a:pt x="313849" y="256985"/>
                  <a:pt x="312896" y="257937"/>
                  <a:pt x="311753" y="257937"/>
                </a:cubicBezTo>
                <a:lnTo>
                  <a:pt x="299085" y="257937"/>
                </a:lnTo>
                <a:cubicBezTo>
                  <a:pt x="297942" y="257937"/>
                  <a:pt x="296990" y="256985"/>
                  <a:pt x="296990" y="255842"/>
                </a:cubicBezTo>
                <a:lnTo>
                  <a:pt x="296990" y="243173"/>
                </a:lnTo>
                <a:cubicBezTo>
                  <a:pt x="296990" y="242030"/>
                  <a:pt x="297942" y="241078"/>
                  <a:pt x="299085" y="241078"/>
                </a:cubicBezTo>
                <a:lnTo>
                  <a:pt x="311753" y="241078"/>
                </a:lnTo>
                <a:cubicBezTo>
                  <a:pt x="312896" y="241078"/>
                  <a:pt x="313849" y="242030"/>
                  <a:pt x="313849" y="243173"/>
                </a:cubicBezTo>
                <a:close/>
                <a:moveTo>
                  <a:pt x="1596104" y="95"/>
                </a:moveTo>
                <a:lnTo>
                  <a:pt x="1600867" y="95"/>
                </a:lnTo>
                <a:lnTo>
                  <a:pt x="1600867" y="10001"/>
                </a:lnTo>
                <a:cubicBezTo>
                  <a:pt x="1600867" y="10001"/>
                  <a:pt x="1591056" y="22669"/>
                  <a:pt x="1591056" y="22669"/>
                </a:cubicBezTo>
                <a:lnTo>
                  <a:pt x="1591056" y="73819"/>
                </a:lnTo>
                <a:lnTo>
                  <a:pt x="1597914" y="81153"/>
                </a:lnTo>
                <a:cubicBezTo>
                  <a:pt x="1599343" y="80296"/>
                  <a:pt x="1600962" y="79629"/>
                  <a:pt x="1602772" y="79629"/>
                </a:cubicBezTo>
                <a:cubicBezTo>
                  <a:pt x="1603724" y="79629"/>
                  <a:pt x="1604677" y="79915"/>
                  <a:pt x="1605534" y="80201"/>
                </a:cubicBezTo>
                <a:lnTo>
                  <a:pt x="1625060" y="59246"/>
                </a:lnTo>
                <a:lnTo>
                  <a:pt x="1625060" y="95"/>
                </a:lnTo>
                <a:lnTo>
                  <a:pt x="1629823" y="95"/>
                </a:lnTo>
                <a:lnTo>
                  <a:pt x="1629823" y="61055"/>
                </a:lnTo>
                <a:cubicBezTo>
                  <a:pt x="1629823" y="61055"/>
                  <a:pt x="1609630" y="82772"/>
                  <a:pt x="1609630" y="82772"/>
                </a:cubicBezTo>
                <a:cubicBezTo>
                  <a:pt x="1611154" y="84487"/>
                  <a:pt x="1612202" y="86678"/>
                  <a:pt x="1612202" y="89059"/>
                </a:cubicBezTo>
                <a:cubicBezTo>
                  <a:pt x="1612202" y="94298"/>
                  <a:pt x="1608011" y="98489"/>
                  <a:pt x="1602772" y="98489"/>
                </a:cubicBezTo>
                <a:cubicBezTo>
                  <a:pt x="1597533" y="98489"/>
                  <a:pt x="1593342" y="94298"/>
                  <a:pt x="1593342" y="89059"/>
                </a:cubicBezTo>
                <a:cubicBezTo>
                  <a:pt x="1593342" y="87440"/>
                  <a:pt x="1593914" y="85916"/>
                  <a:pt x="1594676" y="84582"/>
                </a:cubicBezTo>
                <a:lnTo>
                  <a:pt x="1586389" y="75724"/>
                </a:lnTo>
                <a:lnTo>
                  <a:pt x="1586389" y="21050"/>
                </a:lnTo>
                <a:lnTo>
                  <a:pt x="1596295" y="8382"/>
                </a:lnTo>
                <a:lnTo>
                  <a:pt x="1596295" y="95"/>
                </a:lnTo>
                <a:close/>
                <a:moveTo>
                  <a:pt x="494252" y="4792409"/>
                </a:moveTo>
                <a:cubicBezTo>
                  <a:pt x="497967" y="4791742"/>
                  <a:pt x="501206" y="4789837"/>
                  <a:pt x="503396" y="4786789"/>
                </a:cubicBezTo>
                <a:cubicBezTo>
                  <a:pt x="508064" y="4780407"/>
                  <a:pt x="506730" y="4771454"/>
                  <a:pt x="500348" y="4766787"/>
                </a:cubicBezTo>
                <a:cubicBezTo>
                  <a:pt x="497777" y="4764881"/>
                  <a:pt x="494824" y="4764024"/>
                  <a:pt x="491871" y="4764024"/>
                </a:cubicBezTo>
                <a:cubicBezTo>
                  <a:pt x="487489" y="4764024"/>
                  <a:pt x="483108" y="4766024"/>
                  <a:pt x="480251" y="4769835"/>
                </a:cubicBezTo>
                <a:cubicBezTo>
                  <a:pt x="475583" y="4776216"/>
                  <a:pt x="476917" y="4785170"/>
                  <a:pt x="483299" y="4789837"/>
                </a:cubicBezTo>
                <a:cubicBezTo>
                  <a:pt x="485108" y="4791170"/>
                  <a:pt x="487204" y="4792028"/>
                  <a:pt x="489395" y="4792313"/>
                </a:cubicBezTo>
                <a:lnTo>
                  <a:pt x="489395" y="5143595"/>
                </a:lnTo>
                <a:lnTo>
                  <a:pt x="494157" y="5143595"/>
                </a:lnTo>
                <a:lnTo>
                  <a:pt x="494157" y="4792409"/>
                </a:lnTo>
                <a:close/>
                <a:moveTo>
                  <a:pt x="491871" y="4790028"/>
                </a:moveTo>
                <a:cubicBezTo>
                  <a:pt x="489395" y="4790028"/>
                  <a:pt x="487013" y="4789265"/>
                  <a:pt x="485013" y="4787742"/>
                </a:cubicBezTo>
                <a:cubicBezTo>
                  <a:pt x="479774" y="4783931"/>
                  <a:pt x="478727" y="4776597"/>
                  <a:pt x="482537" y="4771359"/>
                </a:cubicBezTo>
                <a:cubicBezTo>
                  <a:pt x="486347" y="4766215"/>
                  <a:pt x="493681" y="4765072"/>
                  <a:pt x="498920" y="4768882"/>
                </a:cubicBezTo>
                <a:cubicBezTo>
                  <a:pt x="501396" y="4770692"/>
                  <a:pt x="503111" y="4773454"/>
                  <a:pt x="503587" y="4776502"/>
                </a:cubicBezTo>
                <a:cubicBezTo>
                  <a:pt x="504063" y="4779550"/>
                  <a:pt x="503301" y="4782693"/>
                  <a:pt x="501491" y="4785170"/>
                </a:cubicBezTo>
                <a:cubicBezTo>
                  <a:pt x="499682" y="4787646"/>
                  <a:pt x="496919" y="4789361"/>
                  <a:pt x="493871" y="4789837"/>
                </a:cubicBezTo>
                <a:cubicBezTo>
                  <a:pt x="493300" y="4789837"/>
                  <a:pt x="492633" y="4789932"/>
                  <a:pt x="492062" y="4789932"/>
                </a:cubicBezTo>
                <a:close/>
                <a:moveTo>
                  <a:pt x="1916811" y="38481"/>
                </a:moveTo>
                <a:cubicBezTo>
                  <a:pt x="1918526" y="41339"/>
                  <a:pt x="1921288" y="43339"/>
                  <a:pt x="1924622" y="44101"/>
                </a:cubicBezTo>
                <a:cubicBezTo>
                  <a:pt x="1925574" y="44291"/>
                  <a:pt x="1926622" y="44482"/>
                  <a:pt x="1927574" y="44482"/>
                </a:cubicBezTo>
                <a:cubicBezTo>
                  <a:pt x="1933289" y="44482"/>
                  <a:pt x="1938433" y="40577"/>
                  <a:pt x="1939766" y="34862"/>
                </a:cubicBezTo>
                <a:cubicBezTo>
                  <a:pt x="1939766" y="34671"/>
                  <a:pt x="1939766" y="34481"/>
                  <a:pt x="1939766" y="34290"/>
                </a:cubicBezTo>
                <a:lnTo>
                  <a:pt x="1971866" y="34290"/>
                </a:lnTo>
                <a:lnTo>
                  <a:pt x="2008537" y="95"/>
                </a:lnTo>
                <a:lnTo>
                  <a:pt x="2001584" y="95"/>
                </a:lnTo>
                <a:lnTo>
                  <a:pt x="1969961" y="29528"/>
                </a:lnTo>
                <a:lnTo>
                  <a:pt x="1939766" y="29528"/>
                </a:lnTo>
                <a:cubicBezTo>
                  <a:pt x="1938814" y="24860"/>
                  <a:pt x="1935290" y="20860"/>
                  <a:pt x="1930432" y="19717"/>
                </a:cubicBezTo>
                <a:cubicBezTo>
                  <a:pt x="1927193" y="18955"/>
                  <a:pt x="1923764" y="19431"/>
                  <a:pt x="1920907" y="21241"/>
                </a:cubicBezTo>
                <a:cubicBezTo>
                  <a:pt x="1918049" y="22955"/>
                  <a:pt x="1916049" y="25718"/>
                  <a:pt x="1915192" y="29051"/>
                </a:cubicBezTo>
                <a:cubicBezTo>
                  <a:pt x="1914430" y="32290"/>
                  <a:pt x="1914906" y="35719"/>
                  <a:pt x="1916716" y="38576"/>
                </a:cubicBezTo>
                <a:close/>
                <a:moveTo>
                  <a:pt x="1919954" y="30099"/>
                </a:moveTo>
                <a:cubicBezTo>
                  <a:pt x="1920431" y="28099"/>
                  <a:pt x="1921669" y="26384"/>
                  <a:pt x="1923478" y="25241"/>
                </a:cubicBezTo>
                <a:cubicBezTo>
                  <a:pt x="1925288" y="24194"/>
                  <a:pt x="1927384" y="23813"/>
                  <a:pt x="1929384" y="24289"/>
                </a:cubicBezTo>
                <a:cubicBezTo>
                  <a:pt x="1933575" y="25337"/>
                  <a:pt x="1936147" y="29528"/>
                  <a:pt x="1935099" y="33719"/>
                </a:cubicBezTo>
                <a:cubicBezTo>
                  <a:pt x="1934051" y="37910"/>
                  <a:pt x="1929860" y="40481"/>
                  <a:pt x="1925669" y="39434"/>
                </a:cubicBezTo>
                <a:cubicBezTo>
                  <a:pt x="1923669" y="38957"/>
                  <a:pt x="1921955" y="37719"/>
                  <a:pt x="1920812" y="35909"/>
                </a:cubicBezTo>
                <a:cubicBezTo>
                  <a:pt x="1919764" y="34100"/>
                  <a:pt x="1919383" y="32004"/>
                  <a:pt x="1919859" y="30004"/>
                </a:cubicBezTo>
                <a:close/>
                <a:moveTo>
                  <a:pt x="1329595" y="5044917"/>
                </a:moveTo>
                <a:cubicBezTo>
                  <a:pt x="1329595" y="5041011"/>
                  <a:pt x="1332738" y="5037868"/>
                  <a:pt x="1336643" y="5037868"/>
                </a:cubicBezTo>
                <a:cubicBezTo>
                  <a:pt x="1340549" y="5037868"/>
                  <a:pt x="1343692" y="5041011"/>
                  <a:pt x="1343692" y="5044917"/>
                </a:cubicBezTo>
                <a:cubicBezTo>
                  <a:pt x="1343692" y="5048822"/>
                  <a:pt x="1340549" y="5051965"/>
                  <a:pt x="1336643" y="5051965"/>
                </a:cubicBezTo>
                <a:cubicBezTo>
                  <a:pt x="1332738" y="5051965"/>
                  <a:pt x="1329595" y="5048822"/>
                  <a:pt x="1329595" y="5044917"/>
                </a:cubicBezTo>
                <a:close/>
                <a:moveTo>
                  <a:pt x="621792" y="4888516"/>
                </a:moveTo>
                <a:cubicBezTo>
                  <a:pt x="625507" y="4887849"/>
                  <a:pt x="628745" y="4885944"/>
                  <a:pt x="630936" y="4882896"/>
                </a:cubicBezTo>
                <a:cubicBezTo>
                  <a:pt x="635603" y="4876514"/>
                  <a:pt x="634270" y="4867561"/>
                  <a:pt x="627888" y="4862894"/>
                </a:cubicBezTo>
                <a:cubicBezTo>
                  <a:pt x="625316" y="4860989"/>
                  <a:pt x="622364" y="4860131"/>
                  <a:pt x="619411" y="4860131"/>
                </a:cubicBezTo>
                <a:cubicBezTo>
                  <a:pt x="615029" y="4860131"/>
                  <a:pt x="610648" y="4862132"/>
                  <a:pt x="607790" y="4865942"/>
                </a:cubicBezTo>
                <a:cubicBezTo>
                  <a:pt x="603123" y="4872323"/>
                  <a:pt x="604457" y="4881277"/>
                  <a:pt x="610838" y="4885944"/>
                </a:cubicBezTo>
                <a:cubicBezTo>
                  <a:pt x="612648" y="4887278"/>
                  <a:pt x="614744" y="4888135"/>
                  <a:pt x="616934" y="4888421"/>
                </a:cubicBezTo>
                <a:lnTo>
                  <a:pt x="616934" y="5143500"/>
                </a:lnTo>
                <a:lnTo>
                  <a:pt x="621697" y="5143500"/>
                </a:lnTo>
                <a:lnTo>
                  <a:pt x="621697" y="4888421"/>
                </a:lnTo>
                <a:close/>
                <a:moveTo>
                  <a:pt x="619411" y="4886134"/>
                </a:moveTo>
                <a:cubicBezTo>
                  <a:pt x="616934" y="4886134"/>
                  <a:pt x="614553" y="4885373"/>
                  <a:pt x="612553" y="4883849"/>
                </a:cubicBezTo>
                <a:cubicBezTo>
                  <a:pt x="607314" y="4880039"/>
                  <a:pt x="606266" y="4872704"/>
                  <a:pt x="610076" y="4867466"/>
                </a:cubicBezTo>
                <a:cubicBezTo>
                  <a:pt x="613886" y="4862322"/>
                  <a:pt x="621221" y="4861179"/>
                  <a:pt x="626459" y="4864989"/>
                </a:cubicBezTo>
                <a:cubicBezTo>
                  <a:pt x="628936" y="4866799"/>
                  <a:pt x="630650" y="4869561"/>
                  <a:pt x="631127" y="4872609"/>
                </a:cubicBezTo>
                <a:cubicBezTo>
                  <a:pt x="631603" y="4875657"/>
                  <a:pt x="630841" y="4878801"/>
                  <a:pt x="629031" y="4881277"/>
                </a:cubicBezTo>
                <a:cubicBezTo>
                  <a:pt x="627221" y="4883753"/>
                  <a:pt x="624459" y="4885468"/>
                  <a:pt x="621411" y="4885944"/>
                </a:cubicBezTo>
                <a:cubicBezTo>
                  <a:pt x="620840" y="4885944"/>
                  <a:pt x="620173" y="4886040"/>
                  <a:pt x="619601" y="4886040"/>
                </a:cubicBezTo>
                <a:close/>
                <a:moveTo>
                  <a:pt x="1453039" y="5143595"/>
                </a:moveTo>
                <a:lnTo>
                  <a:pt x="1453039" y="5071015"/>
                </a:lnTo>
                <a:lnTo>
                  <a:pt x="1457135" y="5071015"/>
                </a:lnTo>
                <a:cubicBezTo>
                  <a:pt x="1459897" y="5071015"/>
                  <a:pt x="1462183" y="5068729"/>
                  <a:pt x="1462183" y="5065967"/>
                </a:cubicBezTo>
                <a:lnTo>
                  <a:pt x="1462183" y="5053013"/>
                </a:lnTo>
                <a:cubicBezTo>
                  <a:pt x="1462183" y="5050251"/>
                  <a:pt x="1459897" y="5047965"/>
                  <a:pt x="1457135" y="5047965"/>
                </a:cubicBezTo>
                <a:lnTo>
                  <a:pt x="1444181" y="5047965"/>
                </a:lnTo>
                <a:cubicBezTo>
                  <a:pt x="1441418" y="5047965"/>
                  <a:pt x="1439132" y="5050251"/>
                  <a:pt x="1439132" y="5053013"/>
                </a:cubicBezTo>
                <a:lnTo>
                  <a:pt x="1439132" y="5065967"/>
                </a:lnTo>
                <a:cubicBezTo>
                  <a:pt x="1439132" y="5068729"/>
                  <a:pt x="1441418" y="5071015"/>
                  <a:pt x="1444181" y="5071015"/>
                </a:cubicBezTo>
                <a:lnTo>
                  <a:pt x="1448276" y="5071015"/>
                </a:lnTo>
                <a:lnTo>
                  <a:pt x="1448276" y="5143595"/>
                </a:lnTo>
                <a:lnTo>
                  <a:pt x="1453039" y="5143595"/>
                </a:lnTo>
                <a:close/>
                <a:moveTo>
                  <a:pt x="1443895" y="5065967"/>
                </a:moveTo>
                <a:lnTo>
                  <a:pt x="1444181" y="5052727"/>
                </a:lnTo>
                <a:lnTo>
                  <a:pt x="1457420" y="5053013"/>
                </a:lnTo>
                <a:lnTo>
                  <a:pt x="1457420" y="5065967"/>
                </a:lnTo>
                <a:cubicBezTo>
                  <a:pt x="1457420" y="5065967"/>
                  <a:pt x="1457230" y="5066253"/>
                  <a:pt x="1457135" y="5066253"/>
                </a:cubicBezTo>
                <a:lnTo>
                  <a:pt x="1443895" y="5065967"/>
                </a:lnTo>
                <a:close/>
                <a:moveTo>
                  <a:pt x="1323213" y="5143595"/>
                </a:moveTo>
                <a:lnTo>
                  <a:pt x="1323213" y="5097209"/>
                </a:lnTo>
                <a:lnTo>
                  <a:pt x="1327309" y="5097209"/>
                </a:lnTo>
                <a:cubicBezTo>
                  <a:pt x="1330071" y="5097209"/>
                  <a:pt x="1332357" y="5094923"/>
                  <a:pt x="1332357" y="5092160"/>
                </a:cubicBezTo>
                <a:lnTo>
                  <a:pt x="1332357" y="5079206"/>
                </a:lnTo>
                <a:cubicBezTo>
                  <a:pt x="1332357" y="5076444"/>
                  <a:pt x="1330071" y="5074158"/>
                  <a:pt x="1327309" y="5074158"/>
                </a:cubicBezTo>
                <a:lnTo>
                  <a:pt x="1314355" y="5074158"/>
                </a:lnTo>
                <a:cubicBezTo>
                  <a:pt x="1311593" y="5074158"/>
                  <a:pt x="1309307" y="5076444"/>
                  <a:pt x="1309307" y="5079206"/>
                </a:cubicBezTo>
                <a:lnTo>
                  <a:pt x="1309307" y="5092160"/>
                </a:lnTo>
                <a:cubicBezTo>
                  <a:pt x="1309307" y="5094923"/>
                  <a:pt x="1311593" y="5097209"/>
                  <a:pt x="1314355" y="5097209"/>
                </a:cubicBezTo>
                <a:lnTo>
                  <a:pt x="1318451" y="5097209"/>
                </a:lnTo>
                <a:lnTo>
                  <a:pt x="1318451" y="5143595"/>
                </a:lnTo>
                <a:cubicBezTo>
                  <a:pt x="1318451" y="5143595"/>
                  <a:pt x="1323213" y="5143595"/>
                  <a:pt x="1323213" y="5143595"/>
                </a:cubicBezTo>
                <a:close/>
                <a:moveTo>
                  <a:pt x="1314164" y="5092160"/>
                </a:moveTo>
                <a:lnTo>
                  <a:pt x="1314450" y="5078921"/>
                </a:lnTo>
                <a:lnTo>
                  <a:pt x="1327690" y="5079206"/>
                </a:lnTo>
                <a:lnTo>
                  <a:pt x="1327690" y="5092160"/>
                </a:lnTo>
                <a:cubicBezTo>
                  <a:pt x="1327690" y="5092160"/>
                  <a:pt x="1327499" y="5092446"/>
                  <a:pt x="1327404" y="5092446"/>
                </a:cubicBezTo>
                <a:lnTo>
                  <a:pt x="1314164" y="5092160"/>
                </a:lnTo>
                <a:close/>
                <a:moveTo>
                  <a:pt x="626459" y="4874419"/>
                </a:moveTo>
                <a:cubicBezTo>
                  <a:pt x="626459" y="4878324"/>
                  <a:pt x="623316" y="4881467"/>
                  <a:pt x="619411" y="4881467"/>
                </a:cubicBezTo>
                <a:cubicBezTo>
                  <a:pt x="615506" y="4881467"/>
                  <a:pt x="612362" y="4878324"/>
                  <a:pt x="612362" y="4874419"/>
                </a:cubicBezTo>
                <a:cubicBezTo>
                  <a:pt x="612362" y="4870514"/>
                  <a:pt x="615506" y="4867370"/>
                  <a:pt x="619411" y="4867370"/>
                </a:cubicBezTo>
                <a:cubicBezTo>
                  <a:pt x="623316" y="4867370"/>
                  <a:pt x="626459" y="4870514"/>
                  <a:pt x="626459" y="4874419"/>
                </a:cubicBezTo>
                <a:close/>
                <a:moveTo>
                  <a:pt x="1404747" y="5143595"/>
                </a:moveTo>
                <a:lnTo>
                  <a:pt x="1404747" y="5059204"/>
                </a:lnTo>
                <a:lnTo>
                  <a:pt x="1384268" y="5042249"/>
                </a:lnTo>
                <a:cubicBezTo>
                  <a:pt x="1384649" y="5041297"/>
                  <a:pt x="1384840" y="5040344"/>
                  <a:pt x="1384840" y="5039297"/>
                </a:cubicBezTo>
                <a:cubicBezTo>
                  <a:pt x="1384840" y="5034916"/>
                  <a:pt x="1381316" y="5031391"/>
                  <a:pt x="1376934" y="5031391"/>
                </a:cubicBezTo>
                <a:cubicBezTo>
                  <a:pt x="1372553" y="5031391"/>
                  <a:pt x="1369028" y="5034916"/>
                  <a:pt x="1369028" y="5039297"/>
                </a:cubicBezTo>
                <a:cubicBezTo>
                  <a:pt x="1369028" y="5043678"/>
                  <a:pt x="1372553" y="5047203"/>
                  <a:pt x="1376934" y="5047203"/>
                </a:cubicBezTo>
                <a:cubicBezTo>
                  <a:pt x="1378553" y="5047203"/>
                  <a:pt x="1379887" y="5046631"/>
                  <a:pt x="1381220" y="5045774"/>
                </a:cubicBezTo>
                <a:lnTo>
                  <a:pt x="1400080" y="5061299"/>
                </a:lnTo>
                <a:lnTo>
                  <a:pt x="1400080" y="5143500"/>
                </a:lnTo>
                <a:lnTo>
                  <a:pt x="1404842" y="5143500"/>
                </a:lnTo>
                <a:close/>
                <a:moveTo>
                  <a:pt x="1376934" y="5042535"/>
                </a:moveTo>
                <a:cubicBezTo>
                  <a:pt x="1375220" y="5042535"/>
                  <a:pt x="1373791" y="5041106"/>
                  <a:pt x="1373791" y="5039392"/>
                </a:cubicBezTo>
                <a:cubicBezTo>
                  <a:pt x="1373791" y="5037678"/>
                  <a:pt x="1375220" y="5036249"/>
                  <a:pt x="1376934" y="5036249"/>
                </a:cubicBezTo>
                <a:cubicBezTo>
                  <a:pt x="1378649" y="5036249"/>
                  <a:pt x="1380077" y="5037678"/>
                  <a:pt x="1380077" y="5039392"/>
                </a:cubicBezTo>
                <a:cubicBezTo>
                  <a:pt x="1380077" y="5041106"/>
                  <a:pt x="1378649" y="5042535"/>
                  <a:pt x="1376934" y="5042535"/>
                </a:cubicBezTo>
                <a:close/>
                <a:moveTo>
                  <a:pt x="1338739" y="5059109"/>
                </a:moveTo>
                <a:cubicBezTo>
                  <a:pt x="1342549" y="5058537"/>
                  <a:pt x="1345882" y="5056537"/>
                  <a:pt x="1348073" y="5053394"/>
                </a:cubicBezTo>
                <a:cubicBezTo>
                  <a:pt x="1352741" y="5047012"/>
                  <a:pt x="1351407" y="5038058"/>
                  <a:pt x="1345025" y="5033391"/>
                </a:cubicBezTo>
                <a:cubicBezTo>
                  <a:pt x="1342453" y="5031486"/>
                  <a:pt x="1339501" y="5030629"/>
                  <a:pt x="1336548" y="5030629"/>
                </a:cubicBezTo>
                <a:cubicBezTo>
                  <a:pt x="1332167" y="5030629"/>
                  <a:pt x="1327785" y="5032629"/>
                  <a:pt x="1325023" y="5036439"/>
                </a:cubicBezTo>
                <a:cubicBezTo>
                  <a:pt x="1320356" y="5042821"/>
                  <a:pt x="1321689" y="5051774"/>
                  <a:pt x="1328071" y="5056442"/>
                </a:cubicBezTo>
                <a:cubicBezTo>
                  <a:pt x="1331119" y="5058728"/>
                  <a:pt x="1334929" y="5059585"/>
                  <a:pt x="1338739" y="5059013"/>
                </a:cubicBezTo>
                <a:close/>
                <a:moveTo>
                  <a:pt x="1327118" y="5037963"/>
                </a:moveTo>
                <a:cubicBezTo>
                  <a:pt x="1330928" y="5032820"/>
                  <a:pt x="1338263" y="5031677"/>
                  <a:pt x="1343501" y="5035487"/>
                </a:cubicBezTo>
                <a:cubicBezTo>
                  <a:pt x="1345978" y="5037297"/>
                  <a:pt x="1347692" y="5040059"/>
                  <a:pt x="1348169" y="5043107"/>
                </a:cubicBezTo>
                <a:cubicBezTo>
                  <a:pt x="1348645" y="5046155"/>
                  <a:pt x="1347883" y="5049298"/>
                  <a:pt x="1346073" y="5051774"/>
                </a:cubicBezTo>
                <a:cubicBezTo>
                  <a:pt x="1344263" y="5054251"/>
                  <a:pt x="1341501" y="5055965"/>
                  <a:pt x="1338453" y="5056442"/>
                </a:cubicBezTo>
                <a:cubicBezTo>
                  <a:pt x="1337882" y="5056442"/>
                  <a:pt x="1337215" y="5056537"/>
                  <a:pt x="1336643" y="5056537"/>
                </a:cubicBezTo>
                <a:cubicBezTo>
                  <a:pt x="1334167" y="5056537"/>
                  <a:pt x="1331786" y="5055775"/>
                  <a:pt x="1329785" y="5054251"/>
                </a:cubicBezTo>
                <a:cubicBezTo>
                  <a:pt x="1324547" y="5050441"/>
                  <a:pt x="1323499" y="5043107"/>
                  <a:pt x="1327309" y="5037868"/>
                </a:cubicBezTo>
                <a:close/>
                <a:moveTo>
                  <a:pt x="337376" y="1537907"/>
                </a:moveTo>
                <a:cubicBezTo>
                  <a:pt x="336423" y="1537526"/>
                  <a:pt x="335375" y="1537907"/>
                  <a:pt x="334709" y="1538573"/>
                </a:cubicBezTo>
                <a:lnTo>
                  <a:pt x="283750" y="1597819"/>
                </a:lnTo>
                <a:cubicBezTo>
                  <a:pt x="283750" y="1597819"/>
                  <a:pt x="283178" y="1598771"/>
                  <a:pt x="283178" y="1599343"/>
                </a:cubicBezTo>
                <a:lnTo>
                  <a:pt x="283178" y="1627727"/>
                </a:lnTo>
                <a:lnTo>
                  <a:pt x="279178" y="1627727"/>
                </a:lnTo>
                <a:cubicBezTo>
                  <a:pt x="275463" y="1627727"/>
                  <a:pt x="272320" y="1630775"/>
                  <a:pt x="272320" y="1634585"/>
                </a:cubicBezTo>
                <a:lnTo>
                  <a:pt x="272320" y="1647253"/>
                </a:lnTo>
                <a:cubicBezTo>
                  <a:pt x="272320" y="1650968"/>
                  <a:pt x="275368" y="1654112"/>
                  <a:pt x="279178" y="1654112"/>
                </a:cubicBezTo>
                <a:lnTo>
                  <a:pt x="291846" y="1654112"/>
                </a:lnTo>
                <a:cubicBezTo>
                  <a:pt x="295561" y="1654112"/>
                  <a:pt x="298704" y="1651064"/>
                  <a:pt x="298704" y="1647253"/>
                </a:cubicBezTo>
                <a:lnTo>
                  <a:pt x="298704" y="1634585"/>
                </a:lnTo>
                <a:cubicBezTo>
                  <a:pt x="298704" y="1630871"/>
                  <a:pt x="295656" y="1627727"/>
                  <a:pt x="291846" y="1627727"/>
                </a:cubicBezTo>
                <a:lnTo>
                  <a:pt x="287846" y="1627727"/>
                </a:lnTo>
                <a:lnTo>
                  <a:pt x="287846" y="1600200"/>
                </a:lnTo>
                <a:lnTo>
                  <a:pt x="334042" y="1546574"/>
                </a:lnTo>
                <a:lnTo>
                  <a:pt x="334042" y="1600486"/>
                </a:lnTo>
                <a:lnTo>
                  <a:pt x="330041" y="1600486"/>
                </a:lnTo>
                <a:cubicBezTo>
                  <a:pt x="327565" y="1600486"/>
                  <a:pt x="325564" y="1602486"/>
                  <a:pt x="325564" y="1604963"/>
                </a:cubicBezTo>
                <a:lnTo>
                  <a:pt x="325564" y="1617631"/>
                </a:lnTo>
                <a:cubicBezTo>
                  <a:pt x="325564" y="1620107"/>
                  <a:pt x="327565" y="1622107"/>
                  <a:pt x="330041" y="1622107"/>
                </a:cubicBezTo>
                <a:lnTo>
                  <a:pt x="342710" y="1622107"/>
                </a:lnTo>
                <a:cubicBezTo>
                  <a:pt x="345186" y="1622107"/>
                  <a:pt x="347186" y="1620107"/>
                  <a:pt x="347186" y="1617631"/>
                </a:cubicBezTo>
                <a:lnTo>
                  <a:pt x="347186" y="1604963"/>
                </a:lnTo>
                <a:cubicBezTo>
                  <a:pt x="347186" y="1602486"/>
                  <a:pt x="345186" y="1600486"/>
                  <a:pt x="342710" y="1600486"/>
                </a:cubicBezTo>
                <a:lnTo>
                  <a:pt x="338709" y="1600486"/>
                </a:lnTo>
                <a:lnTo>
                  <a:pt x="338709" y="1540193"/>
                </a:lnTo>
                <a:cubicBezTo>
                  <a:pt x="338709" y="1539240"/>
                  <a:pt x="338138" y="1538288"/>
                  <a:pt x="337185" y="1538002"/>
                </a:cubicBezTo>
                <a:close/>
                <a:moveTo>
                  <a:pt x="292037" y="1632490"/>
                </a:moveTo>
                <a:cubicBezTo>
                  <a:pt x="293180" y="1632490"/>
                  <a:pt x="294132" y="1633442"/>
                  <a:pt x="294132" y="1634585"/>
                </a:cubicBezTo>
                <a:lnTo>
                  <a:pt x="294132" y="1647253"/>
                </a:lnTo>
                <a:cubicBezTo>
                  <a:pt x="294132" y="1648397"/>
                  <a:pt x="293180" y="1649349"/>
                  <a:pt x="292037" y="1649349"/>
                </a:cubicBezTo>
                <a:lnTo>
                  <a:pt x="279368" y="1649349"/>
                </a:lnTo>
                <a:cubicBezTo>
                  <a:pt x="278225" y="1649349"/>
                  <a:pt x="277273" y="1648397"/>
                  <a:pt x="277273" y="1647253"/>
                </a:cubicBezTo>
                <a:lnTo>
                  <a:pt x="277273" y="1634585"/>
                </a:lnTo>
                <a:cubicBezTo>
                  <a:pt x="277273" y="1633442"/>
                  <a:pt x="278225" y="1632490"/>
                  <a:pt x="279368" y="1632490"/>
                </a:cubicBezTo>
                <a:lnTo>
                  <a:pt x="292037" y="1632490"/>
                </a:lnTo>
                <a:close/>
                <a:moveTo>
                  <a:pt x="523494" y="1748695"/>
                </a:moveTo>
                <a:lnTo>
                  <a:pt x="523494" y="1694402"/>
                </a:lnTo>
                <a:cubicBezTo>
                  <a:pt x="528161" y="1693259"/>
                  <a:pt x="531686" y="1689259"/>
                  <a:pt x="531686" y="1684306"/>
                </a:cubicBezTo>
                <a:cubicBezTo>
                  <a:pt x="531686" y="1678496"/>
                  <a:pt x="526923" y="1673733"/>
                  <a:pt x="521113" y="1673733"/>
                </a:cubicBezTo>
                <a:cubicBezTo>
                  <a:pt x="515303" y="1673733"/>
                  <a:pt x="510540" y="1678496"/>
                  <a:pt x="510540" y="1684306"/>
                </a:cubicBezTo>
                <a:cubicBezTo>
                  <a:pt x="510540" y="1689354"/>
                  <a:pt x="514064" y="1693355"/>
                  <a:pt x="518732" y="1694402"/>
                </a:cubicBezTo>
                <a:lnTo>
                  <a:pt x="518732" y="1746885"/>
                </a:lnTo>
                <a:cubicBezTo>
                  <a:pt x="518732" y="1746885"/>
                  <a:pt x="420719" y="1850612"/>
                  <a:pt x="420719" y="1850612"/>
                </a:cubicBezTo>
                <a:lnTo>
                  <a:pt x="420719" y="1898714"/>
                </a:lnTo>
                <a:cubicBezTo>
                  <a:pt x="414433" y="1899857"/>
                  <a:pt x="409670" y="1905286"/>
                  <a:pt x="409670" y="1911953"/>
                </a:cubicBezTo>
                <a:cubicBezTo>
                  <a:pt x="409670" y="1919383"/>
                  <a:pt x="415671" y="1925384"/>
                  <a:pt x="423101" y="1925384"/>
                </a:cubicBezTo>
                <a:cubicBezTo>
                  <a:pt x="430530" y="1925384"/>
                  <a:pt x="436531" y="1919383"/>
                  <a:pt x="436531" y="1911953"/>
                </a:cubicBezTo>
                <a:cubicBezTo>
                  <a:pt x="436531" y="1905381"/>
                  <a:pt x="431768" y="1899857"/>
                  <a:pt x="425482" y="1898714"/>
                </a:cubicBezTo>
                <a:lnTo>
                  <a:pt x="425482" y="1852517"/>
                </a:lnTo>
                <a:lnTo>
                  <a:pt x="523494" y="1748790"/>
                </a:lnTo>
                <a:close/>
                <a:moveTo>
                  <a:pt x="515303" y="1684211"/>
                </a:moveTo>
                <a:cubicBezTo>
                  <a:pt x="515303" y="1680972"/>
                  <a:pt x="517874" y="1678400"/>
                  <a:pt x="521113" y="1678400"/>
                </a:cubicBezTo>
                <a:cubicBezTo>
                  <a:pt x="524351" y="1678400"/>
                  <a:pt x="526923" y="1680972"/>
                  <a:pt x="526923" y="1684211"/>
                </a:cubicBezTo>
                <a:cubicBezTo>
                  <a:pt x="526923" y="1687449"/>
                  <a:pt x="524351" y="1690021"/>
                  <a:pt x="521113" y="1690021"/>
                </a:cubicBezTo>
                <a:cubicBezTo>
                  <a:pt x="517874" y="1690021"/>
                  <a:pt x="515303" y="1687449"/>
                  <a:pt x="515303" y="1684211"/>
                </a:cubicBezTo>
                <a:close/>
                <a:moveTo>
                  <a:pt x="431768" y="1911763"/>
                </a:moveTo>
                <a:cubicBezTo>
                  <a:pt x="431768" y="1916525"/>
                  <a:pt x="427863" y="1920431"/>
                  <a:pt x="423101" y="1920431"/>
                </a:cubicBezTo>
                <a:cubicBezTo>
                  <a:pt x="418338" y="1920431"/>
                  <a:pt x="414433" y="1916525"/>
                  <a:pt x="414433" y="1911763"/>
                </a:cubicBezTo>
                <a:cubicBezTo>
                  <a:pt x="414433" y="1907000"/>
                  <a:pt x="418338" y="1903095"/>
                  <a:pt x="423101" y="1903095"/>
                </a:cubicBezTo>
                <a:cubicBezTo>
                  <a:pt x="427863" y="1903095"/>
                  <a:pt x="431768" y="1907000"/>
                  <a:pt x="431768" y="1911763"/>
                </a:cubicBezTo>
                <a:close/>
                <a:moveTo>
                  <a:pt x="1212342" y="5143595"/>
                </a:moveTo>
                <a:lnTo>
                  <a:pt x="1212342" y="5059394"/>
                </a:lnTo>
                <a:lnTo>
                  <a:pt x="1191292" y="5043869"/>
                </a:lnTo>
                <a:cubicBezTo>
                  <a:pt x="1191768" y="5042821"/>
                  <a:pt x="1192149" y="5041678"/>
                  <a:pt x="1192149" y="5040440"/>
                </a:cubicBezTo>
                <a:cubicBezTo>
                  <a:pt x="1192149" y="5036058"/>
                  <a:pt x="1188625" y="5032534"/>
                  <a:pt x="1184243" y="5032534"/>
                </a:cubicBezTo>
                <a:cubicBezTo>
                  <a:pt x="1179862" y="5032534"/>
                  <a:pt x="1176338" y="5036058"/>
                  <a:pt x="1176338" y="5040440"/>
                </a:cubicBezTo>
                <a:cubicBezTo>
                  <a:pt x="1176338" y="5044821"/>
                  <a:pt x="1179862" y="5048345"/>
                  <a:pt x="1184243" y="5048345"/>
                </a:cubicBezTo>
                <a:cubicBezTo>
                  <a:pt x="1185672" y="5048345"/>
                  <a:pt x="1186910" y="5047869"/>
                  <a:pt x="1187958" y="5047298"/>
                </a:cubicBezTo>
                <a:lnTo>
                  <a:pt x="1207580" y="5061775"/>
                </a:lnTo>
                <a:lnTo>
                  <a:pt x="1207580" y="5143595"/>
                </a:lnTo>
                <a:lnTo>
                  <a:pt x="1212342" y="5143595"/>
                </a:lnTo>
                <a:close/>
                <a:moveTo>
                  <a:pt x="1184148" y="5043583"/>
                </a:moveTo>
                <a:cubicBezTo>
                  <a:pt x="1182434" y="5043583"/>
                  <a:pt x="1181005" y="5042154"/>
                  <a:pt x="1181005" y="5040440"/>
                </a:cubicBezTo>
                <a:cubicBezTo>
                  <a:pt x="1181005" y="5038725"/>
                  <a:pt x="1182434" y="5037297"/>
                  <a:pt x="1184148" y="5037297"/>
                </a:cubicBezTo>
                <a:cubicBezTo>
                  <a:pt x="1185863" y="5037297"/>
                  <a:pt x="1187291" y="5038725"/>
                  <a:pt x="1187291" y="5040440"/>
                </a:cubicBezTo>
                <a:cubicBezTo>
                  <a:pt x="1187291" y="5042154"/>
                  <a:pt x="1185863" y="5043583"/>
                  <a:pt x="1184148" y="5043583"/>
                </a:cubicBezTo>
                <a:close/>
                <a:moveTo>
                  <a:pt x="1172623" y="5143595"/>
                </a:moveTo>
                <a:lnTo>
                  <a:pt x="1172623" y="5075968"/>
                </a:lnTo>
                <a:lnTo>
                  <a:pt x="1161098" y="5064443"/>
                </a:lnTo>
                <a:lnTo>
                  <a:pt x="947738" y="5064443"/>
                </a:lnTo>
                <a:lnTo>
                  <a:pt x="928592" y="5042249"/>
                </a:lnTo>
                <a:lnTo>
                  <a:pt x="792956" y="5042249"/>
                </a:lnTo>
                <a:cubicBezTo>
                  <a:pt x="792766" y="5041202"/>
                  <a:pt x="792480" y="5040154"/>
                  <a:pt x="792099" y="5039107"/>
                </a:cubicBezTo>
                <a:cubicBezTo>
                  <a:pt x="790670" y="5035487"/>
                  <a:pt x="787813" y="5032724"/>
                  <a:pt x="784289" y="5031201"/>
                </a:cubicBezTo>
                <a:cubicBezTo>
                  <a:pt x="780669" y="5029676"/>
                  <a:pt x="776764" y="5029676"/>
                  <a:pt x="773144" y="5031201"/>
                </a:cubicBezTo>
                <a:cubicBezTo>
                  <a:pt x="769525" y="5032629"/>
                  <a:pt x="766763" y="5035487"/>
                  <a:pt x="765239" y="5039011"/>
                </a:cubicBezTo>
                <a:cubicBezTo>
                  <a:pt x="763715" y="5042631"/>
                  <a:pt x="763715" y="5046536"/>
                  <a:pt x="765239" y="5050155"/>
                </a:cubicBezTo>
                <a:cubicBezTo>
                  <a:pt x="766667" y="5053775"/>
                  <a:pt x="769525" y="5056537"/>
                  <a:pt x="773049" y="5058061"/>
                </a:cubicBezTo>
                <a:cubicBezTo>
                  <a:pt x="774859" y="5058823"/>
                  <a:pt x="776764" y="5059204"/>
                  <a:pt x="778669" y="5059204"/>
                </a:cubicBezTo>
                <a:cubicBezTo>
                  <a:pt x="780574" y="5059204"/>
                  <a:pt x="782384" y="5058823"/>
                  <a:pt x="784193" y="5058157"/>
                </a:cubicBezTo>
                <a:cubicBezTo>
                  <a:pt x="787813" y="5056728"/>
                  <a:pt x="790575" y="5053870"/>
                  <a:pt x="792099" y="5050346"/>
                </a:cubicBezTo>
                <a:cubicBezTo>
                  <a:pt x="792575" y="5049298"/>
                  <a:pt x="792861" y="5048155"/>
                  <a:pt x="792956" y="5047107"/>
                </a:cubicBezTo>
                <a:lnTo>
                  <a:pt x="926402" y="5047107"/>
                </a:lnTo>
                <a:lnTo>
                  <a:pt x="945547" y="5069301"/>
                </a:lnTo>
                <a:lnTo>
                  <a:pt x="1159097" y="5069301"/>
                </a:lnTo>
                <a:lnTo>
                  <a:pt x="1167765" y="5077968"/>
                </a:lnTo>
                <a:lnTo>
                  <a:pt x="1167765" y="5143595"/>
                </a:lnTo>
                <a:lnTo>
                  <a:pt x="1172528" y="5143595"/>
                </a:lnTo>
                <a:close/>
                <a:moveTo>
                  <a:pt x="787718" y="5048441"/>
                </a:moveTo>
                <a:cubicBezTo>
                  <a:pt x="786670" y="5050822"/>
                  <a:pt x="784860" y="5052727"/>
                  <a:pt x="782384" y="5053679"/>
                </a:cubicBezTo>
                <a:cubicBezTo>
                  <a:pt x="780002" y="5054727"/>
                  <a:pt x="777335" y="5054632"/>
                  <a:pt x="774859" y="5053679"/>
                </a:cubicBezTo>
                <a:cubicBezTo>
                  <a:pt x="772477" y="5052632"/>
                  <a:pt x="770573" y="5050822"/>
                  <a:pt x="769620" y="5048345"/>
                </a:cubicBezTo>
                <a:cubicBezTo>
                  <a:pt x="768668" y="5045964"/>
                  <a:pt x="768668" y="5043297"/>
                  <a:pt x="769620" y="5040821"/>
                </a:cubicBezTo>
                <a:cubicBezTo>
                  <a:pt x="771144" y="5037106"/>
                  <a:pt x="774859" y="5034820"/>
                  <a:pt x="778669" y="5034820"/>
                </a:cubicBezTo>
                <a:cubicBezTo>
                  <a:pt x="779907" y="5034820"/>
                  <a:pt x="781241" y="5035106"/>
                  <a:pt x="782479" y="5035582"/>
                </a:cubicBezTo>
                <a:cubicBezTo>
                  <a:pt x="784860" y="5036630"/>
                  <a:pt x="786765" y="5038440"/>
                  <a:pt x="787718" y="5040916"/>
                </a:cubicBezTo>
                <a:cubicBezTo>
                  <a:pt x="788670" y="5043297"/>
                  <a:pt x="788670" y="5045964"/>
                  <a:pt x="787718" y="5048441"/>
                </a:cubicBezTo>
                <a:close/>
                <a:moveTo>
                  <a:pt x="1280636" y="5143595"/>
                </a:moveTo>
                <a:lnTo>
                  <a:pt x="1286256" y="5143595"/>
                </a:lnTo>
                <a:lnTo>
                  <a:pt x="1286256" y="5066633"/>
                </a:lnTo>
                <a:cubicBezTo>
                  <a:pt x="1289495" y="5065586"/>
                  <a:pt x="1291781" y="5062728"/>
                  <a:pt x="1291781" y="5059204"/>
                </a:cubicBezTo>
                <a:cubicBezTo>
                  <a:pt x="1291781" y="5054822"/>
                  <a:pt x="1288256" y="5051298"/>
                  <a:pt x="1283875" y="5051298"/>
                </a:cubicBezTo>
                <a:cubicBezTo>
                  <a:pt x="1279493" y="5051298"/>
                  <a:pt x="1275969" y="5054822"/>
                  <a:pt x="1275969" y="5059204"/>
                </a:cubicBezTo>
                <a:cubicBezTo>
                  <a:pt x="1275969" y="5062728"/>
                  <a:pt x="1278350" y="5065681"/>
                  <a:pt x="1281494" y="5066633"/>
                </a:cubicBezTo>
                <a:lnTo>
                  <a:pt x="1281494" y="5142738"/>
                </a:lnTo>
                <a:lnTo>
                  <a:pt x="1280636" y="5143595"/>
                </a:lnTo>
                <a:close/>
                <a:moveTo>
                  <a:pt x="1280636" y="5059204"/>
                </a:moveTo>
                <a:cubicBezTo>
                  <a:pt x="1280636" y="5057490"/>
                  <a:pt x="1282065" y="5056061"/>
                  <a:pt x="1283780" y="5056061"/>
                </a:cubicBezTo>
                <a:cubicBezTo>
                  <a:pt x="1285494" y="5056061"/>
                  <a:pt x="1286923" y="5057490"/>
                  <a:pt x="1286923" y="5059204"/>
                </a:cubicBezTo>
                <a:cubicBezTo>
                  <a:pt x="1286923" y="5060919"/>
                  <a:pt x="1285494" y="5062347"/>
                  <a:pt x="1283780" y="5062347"/>
                </a:cubicBezTo>
                <a:cubicBezTo>
                  <a:pt x="1282065" y="5062347"/>
                  <a:pt x="1280636" y="5060919"/>
                  <a:pt x="1280636" y="5059204"/>
                </a:cubicBezTo>
                <a:close/>
                <a:moveTo>
                  <a:pt x="1245965" y="5067015"/>
                </a:moveTo>
                <a:lnTo>
                  <a:pt x="1250061" y="5067015"/>
                </a:lnTo>
                <a:cubicBezTo>
                  <a:pt x="1252823" y="5067015"/>
                  <a:pt x="1255109" y="5064728"/>
                  <a:pt x="1255109" y="5061966"/>
                </a:cubicBezTo>
                <a:lnTo>
                  <a:pt x="1255109" y="5049108"/>
                </a:lnTo>
                <a:cubicBezTo>
                  <a:pt x="1255109" y="5046345"/>
                  <a:pt x="1252823" y="5044059"/>
                  <a:pt x="1250061" y="5044059"/>
                </a:cubicBezTo>
                <a:lnTo>
                  <a:pt x="1237107" y="5044059"/>
                </a:lnTo>
                <a:cubicBezTo>
                  <a:pt x="1234345" y="5044059"/>
                  <a:pt x="1232059" y="5046345"/>
                  <a:pt x="1232059" y="5049108"/>
                </a:cubicBezTo>
                <a:lnTo>
                  <a:pt x="1232059" y="5061966"/>
                </a:lnTo>
                <a:cubicBezTo>
                  <a:pt x="1232059" y="5064728"/>
                  <a:pt x="1234345" y="5067015"/>
                  <a:pt x="1237107" y="5067015"/>
                </a:cubicBezTo>
                <a:lnTo>
                  <a:pt x="1241203" y="5067015"/>
                </a:lnTo>
                <a:lnTo>
                  <a:pt x="1241203" y="5143595"/>
                </a:lnTo>
                <a:lnTo>
                  <a:pt x="1246061" y="5143595"/>
                </a:lnTo>
                <a:lnTo>
                  <a:pt x="1246061" y="5067015"/>
                </a:lnTo>
                <a:close/>
                <a:moveTo>
                  <a:pt x="1237107" y="5062252"/>
                </a:moveTo>
                <a:lnTo>
                  <a:pt x="1236821" y="5061966"/>
                </a:lnTo>
                <a:lnTo>
                  <a:pt x="1237107" y="5048726"/>
                </a:lnTo>
                <a:lnTo>
                  <a:pt x="1250347" y="5049012"/>
                </a:lnTo>
                <a:lnTo>
                  <a:pt x="1250061" y="5062252"/>
                </a:lnTo>
                <a:lnTo>
                  <a:pt x="1237107" y="5062252"/>
                </a:lnTo>
                <a:close/>
                <a:moveTo>
                  <a:pt x="1972056" y="4740688"/>
                </a:moveTo>
                <a:lnTo>
                  <a:pt x="1957292" y="4740688"/>
                </a:lnTo>
                <a:cubicBezTo>
                  <a:pt x="1954721" y="4740688"/>
                  <a:pt x="1952625" y="4742784"/>
                  <a:pt x="1952625" y="4745355"/>
                </a:cubicBezTo>
                <a:lnTo>
                  <a:pt x="1952625" y="4760119"/>
                </a:lnTo>
                <a:cubicBezTo>
                  <a:pt x="1952625" y="4762691"/>
                  <a:pt x="1954721" y="4764786"/>
                  <a:pt x="1957292" y="4764786"/>
                </a:cubicBezTo>
                <a:lnTo>
                  <a:pt x="1972056" y="4764786"/>
                </a:lnTo>
                <a:cubicBezTo>
                  <a:pt x="1974628" y="4764786"/>
                  <a:pt x="1976723" y="4762691"/>
                  <a:pt x="1976723" y="4760119"/>
                </a:cubicBezTo>
                <a:lnTo>
                  <a:pt x="1976723" y="4755071"/>
                </a:lnTo>
                <a:lnTo>
                  <a:pt x="2038636" y="4754785"/>
                </a:lnTo>
                <a:lnTo>
                  <a:pt x="2039493" y="4754785"/>
                </a:lnTo>
                <a:lnTo>
                  <a:pt x="2165509" y="4654487"/>
                </a:lnTo>
                <a:cubicBezTo>
                  <a:pt x="2166461" y="4655535"/>
                  <a:pt x="2167509" y="4656392"/>
                  <a:pt x="2168843" y="4657059"/>
                </a:cubicBezTo>
                <a:cubicBezTo>
                  <a:pt x="2170652" y="4657916"/>
                  <a:pt x="2172557" y="4658392"/>
                  <a:pt x="2174462" y="4658392"/>
                </a:cubicBezTo>
                <a:cubicBezTo>
                  <a:pt x="2179130" y="4658392"/>
                  <a:pt x="2183606" y="4655820"/>
                  <a:pt x="2185797" y="4651439"/>
                </a:cubicBezTo>
                <a:cubicBezTo>
                  <a:pt x="2188940" y="4645247"/>
                  <a:pt x="2186369" y="4637628"/>
                  <a:pt x="2180177" y="4634484"/>
                </a:cubicBezTo>
                <a:cubicBezTo>
                  <a:pt x="2173986" y="4631341"/>
                  <a:pt x="2166366" y="4633913"/>
                  <a:pt x="2163223" y="4640104"/>
                </a:cubicBezTo>
                <a:cubicBezTo>
                  <a:pt x="2161508" y="4643438"/>
                  <a:pt x="2161604" y="4647153"/>
                  <a:pt x="2162937" y="4650391"/>
                </a:cubicBezTo>
                <a:lnTo>
                  <a:pt x="2037874" y="4749927"/>
                </a:lnTo>
                <a:lnTo>
                  <a:pt x="1976819" y="4750213"/>
                </a:lnTo>
                <a:lnTo>
                  <a:pt x="1976819" y="4745260"/>
                </a:lnTo>
                <a:cubicBezTo>
                  <a:pt x="1976819" y="4742688"/>
                  <a:pt x="1974723" y="4740593"/>
                  <a:pt x="1972151" y="4740593"/>
                </a:cubicBezTo>
                <a:close/>
                <a:moveTo>
                  <a:pt x="2167414" y="4642295"/>
                </a:moveTo>
                <a:cubicBezTo>
                  <a:pt x="2168747" y="4639532"/>
                  <a:pt x="2171605" y="4637913"/>
                  <a:pt x="2174462" y="4637913"/>
                </a:cubicBezTo>
                <a:cubicBezTo>
                  <a:pt x="2175605" y="4637913"/>
                  <a:pt x="2176844" y="4638199"/>
                  <a:pt x="2177987" y="4638770"/>
                </a:cubicBezTo>
                <a:cubicBezTo>
                  <a:pt x="2179892" y="4639723"/>
                  <a:pt x="2181225" y="4641342"/>
                  <a:pt x="2181892" y="4643343"/>
                </a:cubicBezTo>
                <a:cubicBezTo>
                  <a:pt x="2182559" y="4645343"/>
                  <a:pt x="2182368" y="4647438"/>
                  <a:pt x="2181511" y="4649343"/>
                </a:cubicBezTo>
                <a:cubicBezTo>
                  <a:pt x="2180558" y="4651248"/>
                  <a:pt x="2178939" y="4652582"/>
                  <a:pt x="2176939" y="4653248"/>
                </a:cubicBezTo>
                <a:cubicBezTo>
                  <a:pt x="2174939" y="4653915"/>
                  <a:pt x="2172843" y="4653725"/>
                  <a:pt x="2170938" y="4652868"/>
                </a:cubicBezTo>
                <a:cubicBezTo>
                  <a:pt x="2169033" y="4651915"/>
                  <a:pt x="2167700" y="4650296"/>
                  <a:pt x="2167033" y="4648295"/>
                </a:cubicBezTo>
                <a:cubicBezTo>
                  <a:pt x="2166366" y="4646295"/>
                  <a:pt x="2166557" y="4644200"/>
                  <a:pt x="2167414" y="4642295"/>
                </a:cubicBezTo>
                <a:close/>
                <a:moveTo>
                  <a:pt x="714851" y="5126641"/>
                </a:moveTo>
                <a:lnTo>
                  <a:pt x="714851" y="5143595"/>
                </a:lnTo>
                <a:lnTo>
                  <a:pt x="710089" y="5143595"/>
                </a:lnTo>
                <a:lnTo>
                  <a:pt x="710089" y="5126641"/>
                </a:lnTo>
                <a:lnTo>
                  <a:pt x="714851" y="5126641"/>
                </a:lnTo>
                <a:close/>
                <a:moveTo>
                  <a:pt x="710089" y="4990148"/>
                </a:moveTo>
                <a:lnTo>
                  <a:pt x="714851" y="4990148"/>
                </a:lnTo>
                <a:lnTo>
                  <a:pt x="714851" y="5007197"/>
                </a:lnTo>
                <a:lnTo>
                  <a:pt x="710089" y="5007197"/>
                </a:lnTo>
                <a:lnTo>
                  <a:pt x="710089" y="4990148"/>
                </a:lnTo>
                <a:close/>
                <a:moveTo>
                  <a:pt x="596837" y="4837462"/>
                </a:moveTo>
                <a:cubicBezTo>
                  <a:pt x="594265" y="4835557"/>
                  <a:pt x="591312" y="4834700"/>
                  <a:pt x="588359" y="4834700"/>
                </a:cubicBezTo>
                <a:cubicBezTo>
                  <a:pt x="583978" y="4834700"/>
                  <a:pt x="579596" y="4836700"/>
                  <a:pt x="576739" y="4840510"/>
                </a:cubicBezTo>
                <a:cubicBezTo>
                  <a:pt x="572072" y="4846892"/>
                  <a:pt x="573405" y="4855845"/>
                  <a:pt x="579787" y="4860512"/>
                </a:cubicBezTo>
                <a:cubicBezTo>
                  <a:pt x="581597" y="4861846"/>
                  <a:pt x="583692" y="4862703"/>
                  <a:pt x="585883" y="4862989"/>
                </a:cubicBezTo>
                <a:lnTo>
                  <a:pt x="585883" y="4872228"/>
                </a:lnTo>
                <a:lnTo>
                  <a:pt x="590645" y="4872228"/>
                </a:lnTo>
                <a:lnTo>
                  <a:pt x="590645" y="4862989"/>
                </a:lnTo>
                <a:cubicBezTo>
                  <a:pt x="594360" y="4862322"/>
                  <a:pt x="597599" y="4860417"/>
                  <a:pt x="599789" y="4857369"/>
                </a:cubicBezTo>
                <a:cubicBezTo>
                  <a:pt x="604457" y="4850987"/>
                  <a:pt x="603123" y="4842034"/>
                  <a:pt x="596741" y="4837367"/>
                </a:cubicBezTo>
                <a:close/>
                <a:moveTo>
                  <a:pt x="590169" y="4860512"/>
                </a:moveTo>
                <a:cubicBezTo>
                  <a:pt x="589598" y="4860512"/>
                  <a:pt x="588931" y="4860608"/>
                  <a:pt x="588359" y="4860608"/>
                </a:cubicBezTo>
                <a:cubicBezTo>
                  <a:pt x="585883" y="4860608"/>
                  <a:pt x="583502" y="4859846"/>
                  <a:pt x="581501" y="4858322"/>
                </a:cubicBezTo>
                <a:cubicBezTo>
                  <a:pt x="576263" y="4854512"/>
                  <a:pt x="575215" y="4847178"/>
                  <a:pt x="579025" y="4841939"/>
                </a:cubicBezTo>
                <a:cubicBezTo>
                  <a:pt x="582835" y="4836795"/>
                  <a:pt x="590169" y="4835652"/>
                  <a:pt x="595408" y="4839462"/>
                </a:cubicBezTo>
                <a:cubicBezTo>
                  <a:pt x="597884" y="4841272"/>
                  <a:pt x="599599" y="4844034"/>
                  <a:pt x="600075" y="4847082"/>
                </a:cubicBezTo>
                <a:cubicBezTo>
                  <a:pt x="600551" y="4850130"/>
                  <a:pt x="599789" y="4853273"/>
                  <a:pt x="597980" y="4855750"/>
                </a:cubicBezTo>
                <a:cubicBezTo>
                  <a:pt x="596170" y="4858227"/>
                  <a:pt x="593408" y="4859941"/>
                  <a:pt x="590360" y="4860417"/>
                </a:cubicBezTo>
                <a:close/>
                <a:moveTo>
                  <a:pt x="714851" y="5041392"/>
                </a:moveTo>
                <a:lnTo>
                  <a:pt x="710089" y="5041392"/>
                </a:lnTo>
                <a:lnTo>
                  <a:pt x="710089" y="5024342"/>
                </a:lnTo>
                <a:lnTo>
                  <a:pt x="714851" y="5024342"/>
                </a:lnTo>
                <a:lnTo>
                  <a:pt x="714851" y="5041392"/>
                </a:lnTo>
                <a:close/>
                <a:moveTo>
                  <a:pt x="590741" y="5129117"/>
                </a:moveTo>
                <a:lnTo>
                  <a:pt x="585978" y="5129117"/>
                </a:lnTo>
                <a:lnTo>
                  <a:pt x="585978" y="5107686"/>
                </a:lnTo>
                <a:lnTo>
                  <a:pt x="590741" y="5107686"/>
                </a:lnTo>
                <a:lnTo>
                  <a:pt x="590741" y="5129117"/>
                </a:lnTo>
                <a:close/>
                <a:moveTo>
                  <a:pt x="710089" y="4956048"/>
                </a:moveTo>
                <a:lnTo>
                  <a:pt x="714851" y="4956048"/>
                </a:lnTo>
                <a:lnTo>
                  <a:pt x="714851" y="4973098"/>
                </a:lnTo>
                <a:lnTo>
                  <a:pt x="710089" y="4973098"/>
                </a:lnTo>
                <a:lnTo>
                  <a:pt x="710089" y="4956048"/>
                </a:lnTo>
                <a:close/>
                <a:moveTo>
                  <a:pt x="714851" y="5109591"/>
                </a:moveTo>
                <a:lnTo>
                  <a:pt x="710089" y="5109591"/>
                </a:lnTo>
                <a:lnTo>
                  <a:pt x="710089" y="5092542"/>
                </a:lnTo>
                <a:lnTo>
                  <a:pt x="714851" y="5092542"/>
                </a:lnTo>
                <a:lnTo>
                  <a:pt x="714851" y="5109591"/>
                </a:lnTo>
                <a:close/>
                <a:moveTo>
                  <a:pt x="714851" y="5075492"/>
                </a:moveTo>
                <a:lnTo>
                  <a:pt x="710089" y="5075492"/>
                </a:lnTo>
                <a:lnTo>
                  <a:pt x="710089" y="5058442"/>
                </a:lnTo>
                <a:lnTo>
                  <a:pt x="714851" y="5058442"/>
                </a:lnTo>
                <a:lnTo>
                  <a:pt x="714851" y="5075492"/>
                </a:lnTo>
                <a:close/>
                <a:moveTo>
                  <a:pt x="1537049" y="5143595"/>
                </a:moveTo>
                <a:lnTo>
                  <a:pt x="1537049" y="5072825"/>
                </a:lnTo>
                <a:lnTo>
                  <a:pt x="1516856" y="5056061"/>
                </a:lnTo>
                <a:cubicBezTo>
                  <a:pt x="1517237" y="5055203"/>
                  <a:pt x="1517428" y="5054251"/>
                  <a:pt x="1517428" y="5053299"/>
                </a:cubicBezTo>
                <a:cubicBezTo>
                  <a:pt x="1517428" y="5048917"/>
                  <a:pt x="1513903" y="5045393"/>
                  <a:pt x="1509522" y="5045393"/>
                </a:cubicBezTo>
                <a:cubicBezTo>
                  <a:pt x="1505141" y="5045393"/>
                  <a:pt x="1501616" y="5048917"/>
                  <a:pt x="1501616" y="5053299"/>
                </a:cubicBezTo>
                <a:cubicBezTo>
                  <a:pt x="1501616" y="5057680"/>
                  <a:pt x="1505141" y="5061204"/>
                  <a:pt x="1509522" y="5061204"/>
                </a:cubicBezTo>
                <a:cubicBezTo>
                  <a:pt x="1511141" y="5061204"/>
                  <a:pt x="1512570" y="5060633"/>
                  <a:pt x="1513808" y="5059776"/>
                </a:cubicBezTo>
                <a:lnTo>
                  <a:pt x="1532287" y="5075111"/>
                </a:lnTo>
                <a:lnTo>
                  <a:pt x="1532287" y="5143595"/>
                </a:lnTo>
                <a:lnTo>
                  <a:pt x="1537049" y="5143595"/>
                </a:lnTo>
                <a:close/>
                <a:moveTo>
                  <a:pt x="1509522" y="5056442"/>
                </a:moveTo>
                <a:cubicBezTo>
                  <a:pt x="1507807" y="5056442"/>
                  <a:pt x="1506379" y="5055013"/>
                  <a:pt x="1506379" y="5053299"/>
                </a:cubicBezTo>
                <a:cubicBezTo>
                  <a:pt x="1506379" y="5051584"/>
                  <a:pt x="1507807" y="5050155"/>
                  <a:pt x="1509522" y="5050155"/>
                </a:cubicBezTo>
                <a:cubicBezTo>
                  <a:pt x="1511237" y="5050155"/>
                  <a:pt x="1512665" y="5051584"/>
                  <a:pt x="1512665" y="5053299"/>
                </a:cubicBezTo>
                <a:cubicBezTo>
                  <a:pt x="1512665" y="5055013"/>
                  <a:pt x="1511237" y="5056442"/>
                  <a:pt x="1509522" y="5056442"/>
                </a:cubicBezTo>
                <a:close/>
                <a:moveTo>
                  <a:pt x="557784" y="1760601"/>
                </a:moveTo>
                <a:cubicBezTo>
                  <a:pt x="563499" y="1759553"/>
                  <a:pt x="567976" y="1754696"/>
                  <a:pt x="567976" y="1748600"/>
                </a:cubicBezTo>
                <a:cubicBezTo>
                  <a:pt x="567976" y="1741742"/>
                  <a:pt x="562356" y="1736217"/>
                  <a:pt x="555593" y="1736217"/>
                </a:cubicBezTo>
                <a:cubicBezTo>
                  <a:pt x="548831" y="1736217"/>
                  <a:pt x="543211" y="1741837"/>
                  <a:pt x="543211" y="1748600"/>
                </a:cubicBezTo>
                <a:cubicBezTo>
                  <a:pt x="543211" y="1754505"/>
                  <a:pt x="547497" y="1759268"/>
                  <a:pt x="553117" y="1760506"/>
                </a:cubicBezTo>
                <a:lnTo>
                  <a:pt x="553117" y="1781080"/>
                </a:lnTo>
                <a:cubicBezTo>
                  <a:pt x="553117" y="1781080"/>
                  <a:pt x="470821" y="1867948"/>
                  <a:pt x="470821" y="1867948"/>
                </a:cubicBezTo>
                <a:cubicBezTo>
                  <a:pt x="469868" y="1867472"/>
                  <a:pt x="468916" y="1867186"/>
                  <a:pt x="467773" y="1867186"/>
                </a:cubicBezTo>
                <a:lnTo>
                  <a:pt x="455105" y="1867186"/>
                </a:lnTo>
                <a:cubicBezTo>
                  <a:pt x="451390" y="1867186"/>
                  <a:pt x="448247" y="1870234"/>
                  <a:pt x="448247" y="1874044"/>
                </a:cubicBezTo>
                <a:lnTo>
                  <a:pt x="448247" y="1886712"/>
                </a:lnTo>
                <a:cubicBezTo>
                  <a:pt x="448247" y="1890427"/>
                  <a:pt x="451295" y="1893570"/>
                  <a:pt x="455105" y="1893570"/>
                </a:cubicBezTo>
                <a:lnTo>
                  <a:pt x="467773" y="1893570"/>
                </a:lnTo>
                <a:cubicBezTo>
                  <a:pt x="471488" y="1893570"/>
                  <a:pt x="474631" y="1890522"/>
                  <a:pt x="474631" y="1886712"/>
                </a:cubicBezTo>
                <a:lnTo>
                  <a:pt x="474631" y="1874044"/>
                </a:lnTo>
                <a:cubicBezTo>
                  <a:pt x="474631" y="1873187"/>
                  <a:pt x="474440" y="1872329"/>
                  <a:pt x="474155" y="1871472"/>
                </a:cubicBezTo>
                <a:lnTo>
                  <a:pt x="557879" y="1782985"/>
                </a:lnTo>
                <a:lnTo>
                  <a:pt x="557879" y="1760601"/>
                </a:lnTo>
                <a:close/>
                <a:moveTo>
                  <a:pt x="469773" y="1886617"/>
                </a:moveTo>
                <a:cubicBezTo>
                  <a:pt x="469773" y="1887760"/>
                  <a:pt x="468821" y="1888712"/>
                  <a:pt x="467678" y="1888712"/>
                </a:cubicBezTo>
                <a:lnTo>
                  <a:pt x="455009" y="1888712"/>
                </a:lnTo>
                <a:cubicBezTo>
                  <a:pt x="453866" y="1888712"/>
                  <a:pt x="452914" y="1887760"/>
                  <a:pt x="452914" y="1886617"/>
                </a:cubicBezTo>
                <a:lnTo>
                  <a:pt x="452914" y="1873949"/>
                </a:lnTo>
                <a:cubicBezTo>
                  <a:pt x="452914" y="1872806"/>
                  <a:pt x="453866" y="1871853"/>
                  <a:pt x="455009" y="1871853"/>
                </a:cubicBezTo>
                <a:lnTo>
                  <a:pt x="467678" y="1871853"/>
                </a:lnTo>
                <a:cubicBezTo>
                  <a:pt x="468821" y="1871853"/>
                  <a:pt x="469773" y="1872806"/>
                  <a:pt x="469773" y="1873949"/>
                </a:cubicBezTo>
                <a:lnTo>
                  <a:pt x="469773" y="1886617"/>
                </a:lnTo>
                <a:close/>
                <a:moveTo>
                  <a:pt x="547878" y="1748600"/>
                </a:moveTo>
                <a:cubicBezTo>
                  <a:pt x="547878" y="1744409"/>
                  <a:pt x="551307" y="1740980"/>
                  <a:pt x="555498" y="1740980"/>
                </a:cubicBezTo>
                <a:cubicBezTo>
                  <a:pt x="559689" y="1740980"/>
                  <a:pt x="563118" y="1744409"/>
                  <a:pt x="563118" y="1748600"/>
                </a:cubicBezTo>
                <a:cubicBezTo>
                  <a:pt x="563118" y="1752791"/>
                  <a:pt x="559689" y="1756220"/>
                  <a:pt x="555498" y="1756220"/>
                </a:cubicBezTo>
                <a:cubicBezTo>
                  <a:pt x="551307" y="1756220"/>
                  <a:pt x="547878" y="1752791"/>
                  <a:pt x="547878" y="1748600"/>
                </a:cubicBezTo>
                <a:close/>
                <a:moveTo>
                  <a:pt x="1499330" y="5143595"/>
                </a:moveTo>
                <a:lnTo>
                  <a:pt x="1499330" y="5096733"/>
                </a:lnTo>
                <a:cubicBezTo>
                  <a:pt x="1502569" y="5095684"/>
                  <a:pt x="1504855" y="5092827"/>
                  <a:pt x="1504855" y="5089303"/>
                </a:cubicBezTo>
                <a:cubicBezTo>
                  <a:pt x="1504855" y="5084922"/>
                  <a:pt x="1501331" y="5081397"/>
                  <a:pt x="1496949" y="5081397"/>
                </a:cubicBezTo>
                <a:cubicBezTo>
                  <a:pt x="1492568" y="5081397"/>
                  <a:pt x="1489043" y="5084922"/>
                  <a:pt x="1489043" y="5089303"/>
                </a:cubicBezTo>
                <a:cubicBezTo>
                  <a:pt x="1489043" y="5092827"/>
                  <a:pt x="1491425" y="5095684"/>
                  <a:pt x="1494568" y="5096733"/>
                </a:cubicBezTo>
                <a:lnTo>
                  <a:pt x="1494568" y="5143595"/>
                </a:lnTo>
                <a:lnTo>
                  <a:pt x="1499330" y="5143595"/>
                </a:lnTo>
                <a:close/>
                <a:moveTo>
                  <a:pt x="1493806" y="5089303"/>
                </a:moveTo>
                <a:cubicBezTo>
                  <a:pt x="1493806" y="5087588"/>
                  <a:pt x="1495235" y="5086159"/>
                  <a:pt x="1496949" y="5086159"/>
                </a:cubicBezTo>
                <a:cubicBezTo>
                  <a:pt x="1498664" y="5086159"/>
                  <a:pt x="1500092" y="5087588"/>
                  <a:pt x="1500092" y="5089303"/>
                </a:cubicBezTo>
                <a:cubicBezTo>
                  <a:pt x="1500092" y="5091017"/>
                  <a:pt x="1498664" y="5092446"/>
                  <a:pt x="1496949" y="5092446"/>
                </a:cubicBezTo>
                <a:cubicBezTo>
                  <a:pt x="1495235" y="5092446"/>
                  <a:pt x="1493806" y="5091017"/>
                  <a:pt x="1493806" y="5089303"/>
                </a:cubicBezTo>
                <a:close/>
                <a:moveTo>
                  <a:pt x="595408" y="4848987"/>
                </a:moveTo>
                <a:cubicBezTo>
                  <a:pt x="595408" y="4852893"/>
                  <a:pt x="592265" y="4856036"/>
                  <a:pt x="588359" y="4856036"/>
                </a:cubicBezTo>
                <a:cubicBezTo>
                  <a:pt x="584454" y="4856036"/>
                  <a:pt x="581311" y="4852893"/>
                  <a:pt x="581311" y="4848987"/>
                </a:cubicBezTo>
                <a:cubicBezTo>
                  <a:pt x="581311" y="4845082"/>
                  <a:pt x="584454" y="4841939"/>
                  <a:pt x="588359" y="4841939"/>
                </a:cubicBezTo>
                <a:cubicBezTo>
                  <a:pt x="592265" y="4841939"/>
                  <a:pt x="595408" y="4845082"/>
                  <a:pt x="595408" y="4848987"/>
                </a:cubicBezTo>
                <a:close/>
                <a:moveTo>
                  <a:pt x="1557147" y="5081397"/>
                </a:moveTo>
                <a:lnTo>
                  <a:pt x="1575149" y="5060823"/>
                </a:lnTo>
                <a:cubicBezTo>
                  <a:pt x="1575816" y="5061014"/>
                  <a:pt x="1576388" y="5061204"/>
                  <a:pt x="1577054" y="5061204"/>
                </a:cubicBezTo>
                <a:cubicBezTo>
                  <a:pt x="1581436" y="5061204"/>
                  <a:pt x="1584960" y="5057680"/>
                  <a:pt x="1584960" y="5053299"/>
                </a:cubicBezTo>
                <a:cubicBezTo>
                  <a:pt x="1584960" y="5048917"/>
                  <a:pt x="1581436" y="5045393"/>
                  <a:pt x="1577054" y="5045393"/>
                </a:cubicBezTo>
                <a:cubicBezTo>
                  <a:pt x="1572673" y="5045393"/>
                  <a:pt x="1569149" y="5048917"/>
                  <a:pt x="1569149" y="5053299"/>
                </a:cubicBezTo>
                <a:cubicBezTo>
                  <a:pt x="1569149" y="5055203"/>
                  <a:pt x="1569911" y="5056918"/>
                  <a:pt x="1571053" y="5058251"/>
                </a:cubicBezTo>
                <a:lnTo>
                  <a:pt x="1552385" y="5079588"/>
                </a:lnTo>
                <a:lnTo>
                  <a:pt x="1552385" y="5143595"/>
                </a:lnTo>
                <a:lnTo>
                  <a:pt x="1557242" y="5143595"/>
                </a:lnTo>
                <a:lnTo>
                  <a:pt x="1557242" y="5081397"/>
                </a:lnTo>
                <a:close/>
                <a:moveTo>
                  <a:pt x="1577054" y="5050155"/>
                </a:moveTo>
                <a:cubicBezTo>
                  <a:pt x="1578769" y="5050155"/>
                  <a:pt x="1580198" y="5051584"/>
                  <a:pt x="1580198" y="5053299"/>
                </a:cubicBezTo>
                <a:cubicBezTo>
                  <a:pt x="1580198" y="5055013"/>
                  <a:pt x="1578769" y="5056442"/>
                  <a:pt x="1577054" y="5056442"/>
                </a:cubicBezTo>
                <a:cubicBezTo>
                  <a:pt x="1575340" y="5056442"/>
                  <a:pt x="1573911" y="5055013"/>
                  <a:pt x="1573911" y="5053299"/>
                </a:cubicBezTo>
                <a:cubicBezTo>
                  <a:pt x="1573911" y="5051584"/>
                  <a:pt x="1575340" y="5050155"/>
                  <a:pt x="1577054" y="5050155"/>
                </a:cubicBezTo>
                <a:close/>
                <a:moveTo>
                  <a:pt x="590741" y="5086255"/>
                </a:moveTo>
                <a:lnTo>
                  <a:pt x="585978" y="5086255"/>
                </a:lnTo>
                <a:lnTo>
                  <a:pt x="585978" y="5064824"/>
                </a:lnTo>
                <a:lnTo>
                  <a:pt x="590741" y="5064824"/>
                </a:lnTo>
                <a:lnTo>
                  <a:pt x="590741" y="5086255"/>
                </a:lnTo>
                <a:close/>
                <a:moveTo>
                  <a:pt x="789432" y="4541806"/>
                </a:moveTo>
                <a:cubicBezTo>
                  <a:pt x="787527" y="4536472"/>
                  <a:pt x="781717" y="4533614"/>
                  <a:pt x="776383" y="4535520"/>
                </a:cubicBezTo>
                <a:cubicBezTo>
                  <a:pt x="771049" y="4537424"/>
                  <a:pt x="768191" y="4543235"/>
                  <a:pt x="770096" y="4548569"/>
                </a:cubicBezTo>
                <a:cubicBezTo>
                  <a:pt x="772001" y="4553903"/>
                  <a:pt x="777812" y="4556760"/>
                  <a:pt x="783146" y="4554855"/>
                </a:cubicBezTo>
                <a:cubicBezTo>
                  <a:pt x="783812" y="4554570"/>
                  <a:pt x="784384" y="4554093"/>
                  <a:pt x="784955" y="4553807"/>
                </a:cubicBezTo>
                <a:lnTo>
                  <a:pt x="899160" y="4686586"/>
                </a:lnTo>
                <a:lnTo>
                  <a:pt x="899160" y="4750404"/>
                </a:lnTo>
                <a:lnTo>
                  <a:pt x="894969" y="4750404"/>
                </a:lnTo>
                <a:cubicBezTo>
                  <a:pt x="892207" y="4750404"/>
                  <a:pt x="889921" y="4752689"/>
                  <a:pt x="889921" y="4755452"/>
                </a:cubicBezTo>
                <a:lnTo>
                  <a:pt x="889921" y="4768406"/>
                </a:lnTo>
                <a:cubicBezTo>
                  <a:pt x="889921" y="4771168"/>
                  <a:pt x="892207" y="4773454"/>
                  <a:pt x="894969" y="4773454"/>
                </a:cubicBezTo>
                <a:lnTo>
                  <a:pt x="899255" y="4773454"/>
                </a:lnTo>
                <a:lnTo>
                  <a:pt x="898684" y="4822984"/>
                </a:lnTo>
                <a:lnTo>
                  <a:pt x="929735" y="4860322"/>
                </a:lnTo>
                <a:cubicBezTo>
                  <a:pt x="928783" y="4861846"/>
                  <a:pt x="928116" y="4863561"/>
                  <a:pt x="928116" y="4865465"/>
                </a:cubicBezTo>
                <a:cubicBezTo>
                  <a:pt x="928116" y="4870895"/>
                  <a:pt x="932498" y="4875181"/>
                  <a:pt x="937832" y="4875181"/>
                </a:cubicBezTo>
                <a:cubicBezTo>
                  <a:pt x="943166" y="4875181"/>
                  <a:pt x="947547" y="4870799"/>
                  <a:pt x="947547" y="4865465"/>
                </a:cubicBezTo>
                <a:cubicBezTo>
                  <a:pt x="947547" y="4860131"/>
                  <a:pt x="943166" y="4855750"/>
                  <a:pt x="937832" y="4855750"/>
                </a:cubicBezTo>
                <a:cubicBezTo>
                  <a:pt x="936117" y="4855750"/>
                  <a:pt x="934593" y="4856321"/>
                  <a:pt x="933164" y="4857084"/>
                </a:cubicBezTo>
                <a:lnTo>
                  <a:pt x="903446" y="4821365"/>
                </a:lnTo>
                <a:lnTo>
                  <a:pt x="903923" y="4773549"/>
                </a:lnTo>
                <a:lnTo>
                  <a:pt x="907733" y="4773549"/>
                </a:lnTo>
                <a:cubicBezTo>
                  <a:pt x="910495" y="4773549"/>
                  <a:pt x="912781" y="4771263"/>
                  <a:pt x="912781" y="4768501"/>
                </a:cubicBezTo>
                <a:lnTo>
                  <a:pt x="912781" y="4755547"/>
                </a:lnTo>
                <a:cubicBezTo>
                  <a:pt x="912781" y="4752785"/>
                  <a:pt x="910495" y="4750499"/>
                  <a:pt x="907733" y="4750499"/>
                </a:cubicBezTo>
                <a:lnTo>
                  <a:pt x="903732" y="4750499"/>
                </a:lnTo>
                <a:lnTo>
                  <a:pt x="903732" y="4684871"/>
                </a:lnTo>
                <a:lnTo>
                  <a:pt x="788289" y="4550569"/>
                </a:lnTo>
                <a:lnTo>
                  <a:pt x="788003" y="4550855"/>
                </a:lnTo>
                <a:cubicBezTo>
                  <a:pt x="789718" y="4548283"/>
                  <a:pt x="790385" y="4545045"/>
                  <a:pt x="789337" y="4541901"/>
                </a:cubicBezTo>
                <a:close/>
                <a:moveTo>
                  <a:pt x="908209" y="4755547"/>
                </a:moveTo>
                <a:lnTo>
                  <a:pt x="908209" y="4768501"/>
                </a:lnTo>
                <a:cubicBezTo>
                  <a:pt x="908209" y="4768501"/>
                  <a:pt x="908018" y="4768787"/>
                  <a:pt x="907923" y="4768787"/>
                </a:cubicBezTo>
                <a:lnTo>
                  <a:pt x="894683" y="4768501"/>
                </a:lnTo>
                <a:lnTo>
                  <a:pt x="894969" y="4755261"/>
                </a:lnTo>
                <a:lnTo>
                  <a:pt x="908209" y="4755547"/>
                </a:lnTo>
                <a:close/>
                <a:moveTo>
                  <a:pt x="548259" y="629602"/>
                </a:moveTo>
                <a:lnTo>
                  <a:pt x="543020" y="633889"/>
                </a:lnTo>
                <a:lnTo>
                  <a:pt x="538448" y="628364"/>
                </a:lnTo>
                <a:lnTo>
                  <a:pt x="543687" y="624078"/>
                </a:lnTo>
                <a:lnTo>
                  <a:pt x="548259" y="629602"/>
                </a:lnTo>
                <a:close/>
                <a:moveTo>
                  <a:pt x="561975" y="560165"/>
                </a:moveTo>
                <a:lnTo>
                  <a:pt x="569119" y="560165"/>
                </a:lnTo>
                <a:lnTo>
                  <a:pt x="569119" y="567785"/>
                </a:lnTo>
                <a:lnTo>
                  <a:pt x="561975" y="567785"/>
                </a:lnTo>
                <a:lnTo>
                  <a:pt x="561975" y="560165"/>
                </a:lnTo>
                <a:close/>
                <a:moveTo>
                  <a:pt x="523970" y="70485"/>
                </a:moveTo>
                <a:lnTo>
                  <a:pt x="528733" y="70485"/>
                </a:lnTo>
                <a:lnTo>
                  <a:pt x="528733" y="90583"/>
                </a:lnTo>
                <a:lnTo>
                  <a:pt x="523970" y="90583"/>
                </a:lnTo>
                <a:lnTo>
                  <a:pt x="523970" y="70485"/>
                </a:lnTo>
                <a:close/>
                <a:moveTo>
                  <a:pt x="569119" y="552545"/>
                </a:moveTo>
                <a:lnTo>
                  <a:pt x="561975" y="552545"/>
                </a:lnTo>
                <a:lnTo>
                  <a:pt x="561975" y="547783"/>
                </a:lnTo>
                <a:lnTo>
                  <a:pt x="569119" y="547783"/>
                </a:lnTo>
                <a:lnTo>
                  <a:pt x="569119" y="552545"/>
                </a:lnTo>
                <a:close/>
                <a:moveTo>
                  <a:pt x="561975" y="606076"/>
                </a:moveTo>
                <a:lnTo>
                  <a:pt x="569119" y="606076"/>
                </a:lnTo>
                <a:lnTo>
                  <a:pt x="569119" y="612553"/>
                </a:lnTo>
                <a:lnTo>
                  <a:pt x="564166" y="616649"/>
                </a:lnTo>
                <a:lnTo>
                  <a:pt x="559594" y="611124"/>
                </a:lnTo>
                <a:lnTo>
                  <a:pt x="561975" y="609219"/>
                </a:lnTo>
                <a:lnTo>
                  <a:pt x="561975" y="606171"/>
                </a:lnTo>
                <a:close/>
                <a:moveTo>
                  <a:pt x="561975" y="575405"/>
                </a:moveTo>
                <a:lnTo>
                  <a:pt x="569119" y="575405"/>
                </a:lnTo>
                <a:lnTo>
                  <a:pt x="569119" y="583025"/>
                </a:lnTo>
                <a:lnTo>
                  <a:pt x="561975" y="583025"/>
                </a:lnTo>
                <a:lnTo>
                  <a:pt x="561975" y="575405"/>
                </a:lnTo>
                <a:close/>
                <a:moveTo>
                  <a:pt x="561975" y="590741"/>
                </a:moveTo>
                <a:lnTo>
                  <a:pt x="569119" y="590741"/>
                </a:lnTo>
                <a:lnTo>
                  <a:pt x="569119" y="598361"/>
                </a:lnTo>
                <a:lnTo>
                  <a:pt x="561975" y="598361"/>
                </a:lnTo>
                <a:lnTo>
                  <a:pt x="561975" y="590741"/>
                </a:lnTo>
                <a:close/>
                <a:moveTo>
                  <a:pt x="558832" y="620935"/>
                </a:moveTo>
                <a:lnTo>
                  <a:pt x="553593" y="625221"/>
                </a:lnTo>
                <a:lnTo>
                  <a:pt x="549021" y="619697"/>
                </a:lnTo>
                <a:lnTo>
                  <a:pt x="554260" y="615410"/>
                </a:lnTo>
                <a:lnTo>
                  <a:pt x="558832" y="620935"/>
                </a:lnTo>
                <a:close/>
                <a:moveTo>
                  <a:pt x="396526" y="53340"/>
                </a:moveTo>
                <a:lnTo>
                  <a:pt x="401288" y="53340"/>
                </a:lnTo>
                <a:lnTo>
                  <a:pt x="401288" y="73152"/>
                </a:lnTo>
                <a:lnTo>
                  <a:pt x="396526" y="73152"/>
                </a:lnTo>
                <a:lnTo>
                  <a:pt x="396526" y="53340"/>
                </a:lnTo>
                <a:close/>
                <a:moveTo>
                  <a:pt x="396526" y="13811"/>
                </a:moveTo>
                <a:lnTo>
                  <a:pt x="401288" y="13811"/>
                </a:lnTo>
                <a:lnTo>
                  <a:pt x="401288" y="33623"/>
                </a:lnTo>
                <a:lnTo>
                  <a:pt x="396526" y="33623"/>
                </a:lnTo>
                <a:lnTo>
                  <a:pt x="396526" y="13811"/>
                </a:lnTo>
                <a:close/>
                <a:moveTo>
                  <a:pt x="396526" y="171926"/>
                </a:moveTo>
                <a:lnTo>
                  <a:pt x="401288" y="171926"/>
                </a:lnTo>
                <a:lnTo>
                  <a:pt x="401288" y="191738"/>
                </a:lnTo>
                <a:lnTo>
                  <a:pt x="396526" y="191738"/>
                </a:lnTo>
                <a:lnTo>
                  <a:pt x="396526" y="171926"/>
                </a:lnTo>
                <a:close/>
                <a:moveTo>
                  <a:pt x="396526" y="92869"/>
                </a:moveTo>
                <a:lnTo>
                  <a:pt x="401288" y="92869"/>
                </a:lnTo>
                <a:lnTo>
                  <a:pt x="401288" y="112681"/>
                </a:lnTo>
                <a:lnTo>
                  <a:pt x="396526" y="112681"/>
                </a:lnTo>
                <a:lnTo>
                  <a:pt x="396526" y="92869"/>
                </a:lnTo>
                <a:close/>
                <a:moveTo>
                  <a:pt x="401288" y="152210"/>
                </a:moveTo>
                <a:lnTo>
                  <a:pt x="396526" y="152210"/>
                </a:lnTo>
                <a:lnTo>
                  <a:pt x="396526" y="132398"/>
                </a:lnTo>
                <a:lnTo>
                  <a:pt x="401288" y="132398"/>
                </a:lnTo>
                <a:lnTo>
                  <a:pt x="401288" y="152210"/>
                </a:lnTo>
                <a:close/>
                <a:moveTo>
                  <a:pt x="522637" y="641318"/>
                </a:moveTo>
                <a:lnTo>
                  <a:pt x="520637" y="642938"/>
                </a:lnTo>
                <a:cubicBezTo>
                  <a:pt x="519017" y="641795"/>
                  <a:pt x="517208" y="640937"/>
                  <a:pt x="515112" y="640937"/>
                </a:cubicBezTo>
                <a:cubicBezTo>
                  <a:pt x="509683" y="640937"/>
                  <a:pt x="505301" y="645319"/>
                  <a:pt x="505301" y="650748"/>
                </a:cubicBezTo>
                <a:cubicBezTo>
                  <a:pt x="505301" y="656177"/>
                  <a:pt x="509683" y="660559"/>
                  <a:pt x="515112" y="660559"/>
                </a:cubicBezTo>
                <a:cubicBezTo>
                  <a:pt x="520541" y="660559"/>
                  <a:pt x="524923" y="656177"/>
                  <a:pt x="524923" y="650748"/>
                </a:cubicBezTo>
                <a:cubicBezTo>
                  <a:pt x="524923" y="650177"/>
                  <a:pt x="524637" y="649605"/>
                  <a:pt x="524542" y="649034"/>
                </a:cubicBezTo>
                <a:lnTo>
                  <a:pt x="527209" y="646843"/>
                </a:lnTo>
                <a:lnTo>
                  <a:pt x="522637" y="641318"/>
                </a:lnTo>
                <a:close/>
                <a:moveTo>
                  <a:pt x="515112" y="655796"/>
                </a:moveTo>
                <a:cubicBezTo>
                  <a:pt x="512350" y="655796"/>
                  <a:pt x="510064" y="653510"/>
                  <a:pt x="510064" y="650748"/>
                </a:cubicBezTo>
                <a:cubicBezTo>
                  <a:pt x="510064" y="647986"/>
                  <a:pt x="512350" y="645700"/>
                  <a:pt x="515112" y="645700"/>
                </a:cubicBezTo>
                <a:cubicBezTo>
                  <a:pt x="517874" y="645700"/>
                  <a:pt x="520160" y="647986"/>
                  <a:pt x="520160" y="650748"/>
                </a:cubicBezTo>
                <a:cubicBezTo>
                  <a:pt x="520160" y="653510"/>
                  <a:pt x="517874" y="655796"/>
                  <a:pt x="515112" y="655796"/>
                </a:cubicBezTo>
                <a:close/>
                <a:moveTo>
                  <a:pt x="527971" y="637032"/>
                </a:moveTo>
                <a:lnTo>
                  <a:pt x="533210" y="632746"/>
                </a:lnTo>
                <a:lnTo>
                  <a:pt x="537782" y="638270"/>
                </a:lnTo>
                <a:lnTo>
                  <a:pt x="532543" y="642557"/>
                </a:lnTo>
                <a:lnTo>
                  <a:pt x="527971" y="637032"/>
                </a:lnTo>
                <a:close/>
                <a:moveTo>
                  <a:pt x="680180" y="598361"/>
                </a:moveTo>
                <a:lnTo>
                  <a:pt x="673037" y="598361"/>
                </a:lnTo>
                <a:lnTo>
                  <a:pt x="673037" y="590741"/>
                </a:lnTo>
                <a:lnTo>
                  <a:pt x="680180" y="590741"/>
                </a:lnTo>
                <a:lnTo>
                  <a:pt x="680180" y="598361"/>
                </a:lnTo>
                <a:close/>
                <a:moveTo>
                  <a:pt x="514922" y="243173"/>
                </a:moveTo>
                <a:lnTo>
                  <a:pt x="514922" y="255842"/>
                </a:lnTo>
                <a:cubicBezTo>
                  <a:pt x="514922" y="258318"/>
                  <a:pt x="516922" y="260318"/>
                  <a:pt x="519398" y="260318"/>
                </a:cubicBezTo>
                <a:lnTo>
                  <a:pt x="532067" y="260318"/>
                </a:lnTo>
                <a:cubicBezTo>
                  <a:pt x="532067" y="260318"/>
                  <a:pt x="532733" y="260223"/>
                  <a:pt x="533114" y="260128"/>
                </a:cubicBezTo>
                <a:lnTo>
                  <a:pt x="677799" y="427577"/>
                </a:lnTo>
                <a:lnTo>
                  <a:pt x="677799" y="487204"/>
                </a:lnTo>
                <a:lnTo>
                  <a:pt x="673989" y="487204"/>
                </a:lnTo>
                <a:cubicBezTo>
                  <a:pt x="668560" y="487204"/>
                  <a:pt x="664178" y="491585"/>
                  <a:pt x="664178" y="497014"/>
                </a:cubicBezTo>
                <a:lnTo>
                  <a:pt x="664178" y="535686"/>
                </a:lnTo>
                <a:cubicBezTo>
                  <a:pt x="664178" y="541115"/>
                  <a:pt x="668560" y="545497"/>
                  <a:pt x="673989" y="545497"/>
                </a:cubicBezTo>
                <a:lnTo>
                  <a:pt x="686372" y="545497"/>
                </a:lnTo>
                <a:cubicBezTo>
                  <a:pt x="691801" y="545497"/>
                  <a:pt x="696182" y="541115"/>
                  <a:pt x="696182" y="535686"/>
                </a:cubicBezTo>
                <a:lnTo>
                  <a:pt x="696182" y="497014"/>
                </a:lnTo>
                <a:cubicBezTo>
                  <a:pt x="696182" y="491585"/>
                  <a:pt x="691801" y="487204"/>
                  <a:pt x="686372" y="487204"/>
                </a:cubicBezTo>
                <a:lnTo>
                  <a:pt x="682562" y="487204"/>
                </a:lnTo>
                <a:lnTo>
                  <a:pt x="682562" y="425768"/>
                </a:lnTo>
                <a:lnTo>
                  <a:pt x="536543" y="256699"/>
                </a:lnTo>
                <a:lnTo>
                  <a:pt x="536353" y="256889"/>
                </a:lnTo>
                <a:cubicBezTo>
                  <a:pt x="536353" y="256889"/>
                  <a:pt x="536543" y="256223"/>
                  <a:pt x="536543" y="255746"/>
                </a:cubicBezTo>
                <a:lnTo>
                  <a:pt x="536543" y="243078"/>
                </a:lnTo>
                <a:cubicBezTo>
                  <a:pt x="536543" y="240602"/>
                  <a:pt x="534543" y="238601"/>
                  <a:pt x="532067" y="238601"/>
                </a:cubicBezTo>
                <a:lnTo>
                  <a:pt x="528828" y="238601"/>
                </a:lnTo>
                <a:lnTo>
                  <a:pt x="528828" y="231267"/>
                </a:lnTo>
                <a:lnTo>
                  <a:pt x="524065" y="231267"/>
                </a:lnTo>
                <a:lnTo>
                  <a:pt x="524065" y="238601"/>
                </a:lnTo>
                <a:lnTo>
                  <a:pt x="519398" y="238601"/>
                </a:lnTo>
                <a:cubicBezTo>
                  <a:pt x="516922" y="238601"/>
                  <a:pt x="514922" y="240602"/>
                  <a:pt x="514922" y="243078"/>
                </a:cubicBezTo>
                <a:close/>
                <a:moveTo>
                  <a:pt x="691325" y="535781"/>
                </a:moveTo>
                <a:cubicBezTo>
                  <a:pt x="691325" y="538544"/>
                  <a:pt x="689039" y="540830"/>
                  <a:pt x="686276" y="540830"/>
                </a:cubicBezTo>
                <a:lnTo>
                  <a:pt x="673894" y="540830"/>
                </a:lnTo>
                <a:cubicBezTo>
                  <a:pt x="671132" y="540830"/>
                  <a:pt x="668846" y="538544"/>
                  <a:pt x="668846" y="535781"/>
                </a:cubicBezTo>
                <a:lnTo>
                  <a:pt x="668846" y="534448"/>
                </a:lnTo>
                <a:lnTo>
                  <a:pt x="691229" y="534448"/>
                </a:lnTo>
                <a:lnTo>
                  <a:pt x="691229" y="535781"/>
                </a:lnTo>
                <a:close/>
                <a:moveTo>
                  <a:pt x="691325" y="528542"/>
                </a:moveTo>
                <a:lnTo>
                  <a:pt x="668941" y="528542"/>
                </a:lnTo>
                <a:lnTo>
                  <a:pt x="668941" y="510064"/>
                </a:lnTo>
                <a:lnTo>
                  <a:pt x="691325" y="510064"/>
                </a:lnTo>
                <a:lnTo>
                  <a:pt x="691325" y="528542"/>
                </a:lnTo>
                <a:close/>
                <a:moveTo>
                  <a:pt x="691325" y="507111"/>
                </a:moveTo>
                <a:lnTo>
                  <a:pt x="668941" y="507111"/>
                </a:lnTo>
                <a:lnTo>
                  <a:pt x="668941" y="501872"/>
                </a:lnTo>
                <a:lnTo>
                  <a:pt x="691325" y="501872"/>
                </a:lnTo>
                <a:lnTo>
                  <a:pt x="691325" y="507111"/>
                </a:lnTo>
                <a:close/>
                <a:moveTo>
                  <a:pt x="686276" y="492062"/>
                </a:moveTo>
                <a:cubicBezTo>
                  <a:pt x="689039" y="492062"/>
                  <a:pt x="691325" y="494348"/>
                  <a:pt x="691325" y="497110"/>
                </a:cubicBezTo>
                <a:lnTo>
                  <a:pt x="691325" y="497300"/>
                </a:lnTo>
                <a:lnTo>
                  <a:pt x="668941" y="497300"/>
                </a:lnTo>
                <a:lnTo>
                  <a:pt x="668941" y="497110"/>
                </a:lnTo>
                <a:cubicBezTo>
                  <a:pt x="668941" y="494348"/>
                  <a:pt x="671227" y="492062"/>
                  <a:pt x="673989" y="492062"/>
                </a:cubicBezTo>
                <a:lnTo>
                  <a:pt x="686372" y="492062"/>
                </a:lnTo>
                <a:close/>
                <a:moveTo>
                  <a:pt x="2944463" y="4600004"/>
                </a:moveTo>
                <a:lnTo>
                  <a:pt x="2973991" y="4600004"/>
                </a:lnTo>
                <a:cubicBezTo>
                  <a:pt x="2975991" y="4600004"/>
                  <a:pt x="2977610" y="4598385"/>
                  <a:pt x="2977610" y="4596384"/>
                </a:cubicBezTo>
                <a:lnTo>
                  <a:pt x="2977610" y="4583335"/>
                </a:lnTo>
                <a:cubicBezTo>
                  <a:pt x="2977610" y="4581335"/>
                  <a:pt x="2975991" y="4579715"/>
                  <a:pt x="2973991" y="4579715"/>
                </a:cubicBezTo>
                <a:lnTo>
                  <a:pt x="2973610" y="4579715"/>
                </a:lnTo>
                <a:cubicBezTo>
                  <a:pt x="2972753" y="4577048"/>
                  <a:pt x="2968276" y="4576382"/>
                  <a:pt x="2959703" y="4575429"/>
                </a:cubicBezTo>
                <a:cubicBezTo>
                  <a:pt x="2958560" y="4575334"/>
                  <a:pt x="2957322" y="4575144"/>
                  <a:pt x="2956084" y="4575048"/>
                </a:cubicBezTo>
                <a:cubicBezTo>
                  <a:pt x="2957322" y="4574858"/>
                  <a:pt x="2958655" y="4574762"/>
                  <a:pt x="2959703" y="4574572"/>
                </a:cubicBezTo>
                <a:cubicBezTo>
                  <a:pt x="2969228" y="4573429"/>
                  <a:pt x="2973991" y="4572953"/>
                  <a:pt x="2973991" y="4569429"/>
                </a:cubicBezTo>
                <a:cubicBezTo>
                  <a:pt x="2973991" y="4565904"/>
                  <a:pt x="2969228" y="4565333"/>
                  <a:pt x="2959703" y="4564285"/>
                </a:cubicBezTo>
                <a:cubicBezTo>
                  <a:pt x="2958560" y="4564190"/>
                  <a:pt x="2957322" y="4563999"/>
                  <a:pt x="2956084" y="4563904"/>
                </a:cubicBezTo>
                <a:cubicBezTo>
                  <a:pt x="2957322" y="4563713"/>
                  <a:pt x="2958655" y="4563618"/>
                  <a:pt x="2959703" y="4563428"/>
                </a:cubicBezTo>
                <a:cubicBezTo>
                  <a:pt x="2969228" y="4562285"/>
                  <a:pt x="2973991" y="4561809"/>
                  <a:pt x="2973991" y="4558284"/>
                </a:cubicBezTo>
                <a:cubicBezTo>
                  <a:pt x="2973991" y="4554760"/>
                  <a:pt x="2969228" y="4554188"/>
                  <a:pt x="2959703" y="4553141"/>
                </a:cubicBezTo>
                <a:cubicBezTo>
                  <a:pt x="2958655" y="4553045"/>
                  <a:pt x="2957322" y="4552855"/>
                  <a:pt x="2956084" y="4552760"/>
                </a:cubicBezTo>
                <a:cubicBezTo>
                  <a:pt x="2957322" y="4552569"/>
                  <a:pt x="2958560" y="4552474"/>
                  <a:pt x="2959703" y="4552379"/>
                </a:cubicBezTo>
                <a:cubicBezTo>
                  <a:pt x="2969228" y="4551236"/>
                  <a:pt x="2973991" y="4550760"/>
                  <a:pt x="2973991" y="4547235"/>
                </a:cubicBezTo>
                <a:cubicBezTo>
                  <a:pt x="2973991" y="4543711"/>
                  <a:pt x="2969228" y="4543139"/>
                  <a:pt x="2959703" y="4542092"/>
                </a:cubicBezTo>
                <a:cubicBezTo>
                  <a:pt x="2958560" y="4541996"/>
                  <a:pt x="2957322" y="4541806"/>
                  <a:pt x="2956084" y="4541711"/>
                </a:cubicBezTo>
                <a:cubicBezTo>
                  <a:pt x="2957322" y="4541520"/>
                  <a:pt x="2958560" y="4541425"/>
                  <a:pt x="2959703" y="4541235"/>
                </a:cubicBezTo>
                <a:cubicBezTo>
                  <a:pt x="2969228" y="4540092"/>
                  <a:pt x="2973991" y="4539615"/>
                  <a:pt x="2973991" y="4536091"/>
                </a:cubicBezTo>
                <a:cubicBezTo>
                  <a:pt x="2973991" y="4532567"/>
                  <a:pt x="2969228" y="4531995"/>
                  <a:pt x="2959703" y="4530947"/>
                </a:cubicBezTo>
                <a:cubicBezTo>
                  <a:pt x="2958560" y="4530852"/>
                  <a:pt x="2957322" y="4530662"/>
                  <a:pt x="2956084" y="4530567"/>
                </a:cubicBezTo>
                <a:cubicBezTo>
                  <a:pt x="2957322" y="4530376"/>
                  <a:pt x="2958655" y="4530281"/>
                  <a:pt x="2959703" y="4530090"/>
                </a:cubicBezTo>
                <a:cubicBezTo>
                  <a:pt x="2969228" y="4528947"/>
                  <a:pt x="2973991" y="4528376"/>
                  <a:pt x="2973991" y="4524947"/>
                </a:cubicBezTo>
                <a:cubicBezTo>
                  <a:pt x="2973991" y="4521422"/>
                  <a:pt x="2969228" y="4520851"/>
                  <a:pt x="2959703" y="4519803"/>
                </a:cubicBezTo>
                <a:cubicBezTo>
                  <a:pt x="2958655" y="4519708"/>
                  <a:pt x="2957417" y="4519518"/>
                  <a:pt x="2956084" y="4519422"/>
                </a:cubicBezTo>
                <a:cubicBezTo>
                  <a:pt x="2957322" y="4519232"/>
                  <a:pt x="2958560" y="4519137"/>
                  <a:pt x="2959703" y="4519041"/>
                </a:cubicBezTo>
                <a:cubicBezTo>
                  <a:pt x="2969228" y="4517898"/>
                  <a:pt x="2973991" y="4517422"/>
                  <a:pt x="2973991" y="4513898"/>
                </a:cubicBezTo>
                <a:cubicBezTo>
                  <a:pt x="2973991" y="4510373"/>
                  <a:pt x="2969228" y="4509802"/>
                  <a:pt x="2959703" y="4508754"/>
                </a:cubicBezTo>
                <a:cubicBezTo>
                  <a:pt x="2958655" y="4508659"/>
                  <a:pt x="2957417" y="4508469"/>
                  <a:pt x="2956179" y="4508373"/>
                </a:cubicBezTo>
                <a:cubicBezTo>
                  <a:pt x="2957417" y="4508183"/>
                  <a:pt x="2958655" y="4508087"/>
                  <a:pt x="2959703" y="4507992"/>
                </a:cubicBezTo>
                <a:cubicBezTo>
                  <a:pt x="2969228" y="4506849"/>
                  <a:pt x="2973991" y="4506373"/>
                  <a:pt x="2973991" y="4502849"/>
                </a:cubicBezTo>
                <a:cubicBezTo>
                  <a:pt x="2973991" y="4499324"/>
                  <a:pt x="2969228" y="4498753"/>
                  <a:pt x="2959703" y="4497705"/>
                </a:cubicBezTo>
                <a:cubicBezTo>
                  <a:pt x="2958655" y="4497610"/>
                  <a:pt x="2957417" y="4497420"/>
                  <a:pt x="2956179" y="4497324"/>
                </a:cubicBezTo>
                <a:cubicBezTo>
                  <a:pt x="2957417" y="4497134"/>
                  <a:pt x="2958655" y="4497038"/>
                  <a:pt x="2959799" y="4496943"/>
                </a:cubicBezTo>
                <a:cubicBezTo>
                  <a:pt x="2969324" y="4495800"/>
                  <a:pt x="2974086" y="4495324"/>
                  <a:pt x="2974086" y="4491800"/>
                </a:cubicBezTo>
                <a:cubicBezTo>
                  <a:pt x="2974086" y="4488276"/>
                  <a:pt x="2969324" y="4487704"/>
                  <a:pt x="2959799" y="4486656"/>
                </a:cubicBezTo>
                <a:cubicBezTo>
                  <a:pt x="2958655" y="4486561"/>
                  <a:pt x="2957417" y="4486370"/>
                  <a:pt x="2956084" y="4486180"/>
                </a:cubicBezTo>
                <a:cubicBezTo>
                  <a:pt x="2957417" y="4485989"/>
                  <a:pt x="2958655" y="4485894"/>
                  <a:pt x="2959799" y="4485704"/>
                </a:cubicBezTo>
                <a:cubicBezTo>
                  <a:pt x="2969324" y="4484561"/>
                  <a:pt x="2974086" y="4484085"/>
                  <a:pt x="2974086" y="4480560"/>
                </a:cubicBezTo>
                <a:cubicBezTo>
                  <a:pt x="2974086" y="4477036"/>
                  <a:pt x="2969324" y="4476464"/>
                  <a:pt x="2959799" y="4475417"/>
                </a:cubicBezTo>
                <a:cubicBezTo>
                  <a:pt x="2958655" y="4475321"/>
                  <a:pt x="2957417" y="4475131"/>
                  <a:pt x="2956179" y="4475036"/>
                </a:cubicBezTo>
                <a:cubicBezTo>
                  <a:pt x="2957417" y="4474845"/>
                  <a:pt x="2958751" y="4474750"/>
                  <a:pt x="2959799" y="4474560"/>
                </a:cubicBezTo>
                <a:cubicBezTo>
                  <a:pt x="2969324" y="4473417"/>
                  <a:pt x="2974086" y="4472940"/>
                  <a:pt x="2974086" y="4469416"/>
                </a:cubicBezTo>
                <a:cubicBezTo>
                  <a:pt x="2974086" y="4465892"/>
                  <a:pt x="2969324" y="4465320"/>
                  <a:pt x="2959799" y="4464272"/>
                </a:cubicBezTo>
                <a:cubicBezTo>
                  <a:pt x="2958655" y="4464177"/>
                  <a:pt x="2957417" y="4463987"/>
                  <a:pt x="2956084" y="4463796"/>
                </a:cubicBezTo>
                <a:cubicBezTo>
                  <a:pt x="2957417" y="4463606"/>
                  <a:pt x="2958655" y="4463511"/>
                  <a:pt x="2959799" y="4463320"/>
                </a:cubicBezTo>
                <a:cubicBezTo>
                  <a:pt x="2969324" y="4462177"/>
                  <a:pt x="2974086" y="4461605"/>
                  <a:pt x="2974086" y="4458081"/>
                </a:cubicBezTo>
                <a:cubicBezTo>
                  <a:pt x="2974086" y="4454557"/>
                  <a:pt x="2969324" y="4453986"/>
                  <a:pt x="2959799" y="4452938"/>
                </a:cubicBezTo>
                <a:cubicBezTo>
                  <a:pt x="2958655" y="4452843"/>
                  <a:pt x="2957417" y="4452652"/>
                  <a:pt x="2956084" y="4452557"/>
                </a:cubicBezTo>
                <a:cubicBezTo>
                  <a:pt x="2957322" y="4452366"/>
                  <a:pt x="2958655" y="4452271"/>
                  <a:pt x="2959799" y="4452080"/>
                </a:cubicBezTo>
                <a:cubicBezTo>
                  <a:pt x="2969324" y="4450937"/>
                  <a:pt x="2974086" y="4450366"/>
                  <a:pt x="2974086" y="4446842"/>
                </a:cubicBezTo>
                <a:cubicBezTo>
                  <a:pt x="2974086" y="4443318"/>
                  <a:pt x="2969324" y="4442746"/>
                  <a:pt x="2959799" y="4441698"/>
                </a:cubicBezTo>
                <a:cubicBezTo>
                  <a:pt x="2958655" y="4441603"/>
                  <a:pt x="2957417" y="4441412"/>
                  <a:pt x="2956084" y="4441222"/>
                </a:cubicBezTo>
                <a:cubicBezTo>
                  <a:pt x="2957322" y="4441031"/>
                  <a:pt x="2958655" y="4440936"/>
                  <a:pt x="2959799" y="4440746"/>
                </a:cubicBezTo>
                <a:cubicBezTo>
                  <a:pt x="2969324" y="4439603"/>
                  <a:pt x="2974086" y="4439031"/>
                  <a:pt x="2974086" y="4435602"/>
                </a:cubicBezTo>
                <a:cubicBezTo>
                  <a:pt x="2974086" y="4432078"/>
                  <a:pt x="2969324" y="4431506"/>
                  <a:pt x="2959799" y="4430459"/>
                </a:cubicBezTo>
                <a:cubicBezTo>
                  <a:pt x="2958655" y="4430363"/>
                  <a:pt x="2957417" y="4430173"/>
                  <a:pt x="2956084" y="4429982"/>
                </a:cubicBezTo>
                <a:cubicBezTo>
                  <a:pt x="2957417" y="4429792"/>
                  <a:pt x="2958655" y="4429697"/>
                  <a:pt x="2959799" y="4429506"/>
                </a:cubicBezTo>
                <a:cubicBezTo>
                  <a:pt x="2969324" y="4428363"/>
                  <a:pt x="2974086" y="4427792"/>
                  <a:pt x="2974086" y="4424268"/>
                </a:cubicBezTo>
                <a:cubicBezTo>
                  <a:pt x="2974086" y="4420743"/>
                  <a:pt x="2969324" y="4420172"/>
                  <a:pt x="2959799" y="4419124"/>
                </a:cubicBezTo>
                <a:cubicBezTo>
                  <a:pt x="2958655" y="4419029"/>
                  <a:pt x="2957322" y="4418838"/>
                  <a:pt x="2955988" y="4418648"/>
                </a:cubicBezTo>
                <a:cubicBezTo>
                  <a:pt x="2957322" y="4418457"/>
                  <a:pt x="2958655" y="4418267"/>
                  <a:pt x="2959799" y="4418171"/>
                </a:cubicBezTo>
                <a:cubicBezTo>
                  <a:pt x="2969324" y="4417029"/>
                  <a:pt x="2974086" y="4416457"/>
                  <a:pt x="2974086" y="4412933"/>
                </a:cubicBezTo>
                <a:cubicBezTo>
                  <a:pt x="2974086" y="4409409"/>
                  <a:pt x="2969324" y="4408837"/>
                  <a:pt x="2959799" y="4407789"/>
                </a:cubicBezTo>
                <a:cubicBezTo>
                  <a:pt x="2958655" y="4407694"/>
                  <a:pt x="2957227" y="4407504"/>
                  <a:pt x="2955893" y="4407313"/>
                </a:cubicBezTo>
                <a:cubicBezTo>
                  <a:pt x="2956846" y="4407218"/>
                  <a:pt x="2957703" y="4407122"/>
                  <a:pt x="2958560" y="4407027"/>
                </a:cubicBezTo>
                <a:cubicBezTo>
                  <a:pt x="2959703" y="4407313"/>
                  <a:pt x="2960942" y="4407408"/>
                  <a:pt x="2962180" y="4407408"/>
                </a:cubicBezTo>
                <a:cubicBezTo>
                  <a:pt x="2971514" y="4407408"/>
                  <a:pt x="2979134" y="4399788"/>
                  <a:pt x="2979134" y="4390454"/>
                </a:cubicBezTo>
                <a:cubicBezTo>
                  <a:pt x="2979134" y="4381119"/>
                  <a:pt x="2971514" y="4373499"/>
                  <a:pt x="2962180" y="4373499"/>
                </a:cubicBezTo>
                <a:cubicBezTo>
                  <a:pt x="2952845" y="4373499"/>
                  <a:pt x="2945225" y="4381119"/>
                  <a:pt x="2945225" y="4390454"/>
                </a:cubicBezTo>
                <a:cubicBezTo>
                  <a:pt x="2945225" y="4395597"/>
                  <a:pt x="2947607" y="4400169"/>
                  <a:pt x="2951226" y="4403217"/>
                </a:cubicBezTo>
                <a:cubicBezTo>
                  <a:pt x="2947226" y="4403979"/>
                  <a:pt x="2944940" y="4405027"/>
                  <a:pt x="2944940" y="4407313"/>
                </a:cubicBezTo>
                <a:cubicBezTo>
                  <a:pt x="2944940" y="4410837"/>
                  <a:pt x="2949702" y="4411409"/>
                  <a:pt x="2959227" y="4412456"/>
                </a:cubicBezTo>
                <a:cubicBezTo>
                  <a:pt x="2960370" y="4412552"/>
                  <a:pt x="2961704" y="4412742"/>
                  <a:pt x="2963037" y="4412933"/>
                </a:cubicBezTo>
                <a:cubicBezTo>
                  <a:pt x="2961704" y="4413123"/>
                  <a:pt x="2960370" y="4413314"/>
                  <a:pt x="2959132" y="4413409"/>
                </a:cubicBezTo>
                <a:cubicBezTo>
                  <a:pt x="2949607" y="4414552"/>
                  <a:pt x="2944844" y="4415123"/>
                  <a:pt x="2944844" y="4418648"/>
                </a:cubicBezTo>
                <a:cubicBezTo>
                  <a:pt x="2944844" y="4422172"/>
                  <a:pt x="2949607" y="4422744"/>
                  <a:pt x="2959132" y="4423791"/>
                </a:cubicBezTo>
                <a:cubicBezTo>
                  <a:pt x="2960275" y="4423887"/>
                  <a:pt x="2961609" y="4424077"/>
                  <a:pt x="2962847" y="4424268"/>
                </a:cubicBezTo>
                <a:cubicBezTo>
                  <a:pt x="2961513" y="4424458"/>
                  <a:pt x="2960275" y="4424553"/>
                  <a:pt x="2959132" y="4424744"/>
                </a:cubicBezTo>
                <a:cubicBezTo>
                  <a:pt x="2949607" y="4425887"/>
                  <a:pt x="2944844" y="4426458"/>
                  <a:pt x="2944844" y="4429982"/>
                </a:cubicBezTo>
                <a:cubicBezTo>
                  <a:pt x="2944844" y="4433507"/>
                  <a:pt x="2949607" y="4434078"/>
                  <a:pt x="2959132" y="4435126"/>
                </a:cubicBezTo>
                <a:cubicBezTo>
                  <a:pt x="2960275" y="4435221"/>
                  <a:pt x="2961513" y="4435412"/>
                  <a:pt x="2962847" y="4435507"/>
                </a:cubicBezTo>
                <a:cubicBezTo>
                  <a:pt x="2961513" y="4435697"/>
                  <a:pt x="2960275" y="4435793"/>
                  <a:pt x="2959132" y="4435983"/>
                </a:cubicBezTo>
                <a:cubicBezTo>
                  <a:pt x="2949607" y="4437126"/>
                  <a:pt x="2944844" y="4437603"/>
                  <a:pt x="2944844" y="4441127"/>
                </a:cubicBezTo>
                <a:cubicBezTo>
                  <a:pt x="2944844" y="4444651"/>
                  <a:pt x="2949607" y="4445222"/>
                  <a:pt x="2959132" y="4446270"/>
                </a:cubicBezTo>
                <a:cubicBezTo>
                  <a:pt x="2960275" y="4446365"/>
                  <a:pt x="2961513" y="4446556"/>
                  <a:pt x="2962847" y="4446746"/>
                </a:cubicBezTo>
                <a:cubicBezTo>
                  <a:pt x="2961513" y="4446937"/>
                  <a:pt x="2960275" y="4447032"/>
                  <a:pt x="2959132" y="4447223"/>
                </a:cubicBezTo>
                <a:cubicBezTo>
                  <a:pt x="2949607" y="4448366"/>
                  <a:pt x="2944844" y="4448937"/>
                  <a:pt x="2944844" y="4452366"/>
                </a:cubicBezTo>
                <a:cubicBezTo>
                  <a:pt x="2944844" y="4455890"/>
                  <a:pt x="2949607" y="4456462"/>
                  <a:pt x="2959132" y="4457510"/>
                </a:cubicBezTo>
                <a:cubicBezTo>
                  <a:pt x="2960275" y="4457605"/>
                  <a:pt x="2961513" y="4457795"/>
                  <a:pt x="2962847" y="4457986"/>
                </a:cubicBezTo>
                <a:cubicBezTo>
                  <a:pt x="2961513" y="4458177"/>
                  <a:pt x="2960275" y="4458272"/>
                  <a:pt x="2959132" y="4458462"/>
                </a:cubicBezTo>
                <a:cubicBezTo>
                  <a:pt x="2949607" y="4459605"/>
                  <a:pt x="2944844" y="4460177"/>
                  <a:pt x="2944844" y="4463701"/>
                </a:cubicBezTo>
                <a:cubicBezTo>
                  <a:pt x="2944844" y="4467225"/>
                  <a:pt x="2949607" y="4467797"/>
                  <a:pt x="2959132" y="4468845"/>
                </a:cubicBezTo>
                <a:cubicBezTo>
                  <a:pt x="2960275" y="4468940"/>
                  <a:pt x="2961513" y="4469130"/>
                  <a:pt x="2962751" y="4469226"/>
                </a:cubicBezTo>
                <a:cubicBezTo>
                  <a:pt x="2961513" y="4469416"/>
                  <a:pt x="2960275" y="4469511"/>
                  <a:pt x="2959132" y="4469702"/>
                </a:cubicBezTo>
                <a:cubicBezTo>
                  <a:pt x="2949607" y="4470845"/>
                  <a:pt x="2944844" y="4471416"/>
                  <a:pt x="2944844" y="4474845"/>
                </a:cubicBezTo>
                <a:cubicBezTo>
                  <a:pt x="2944844" y="4478370"/>
                  <a:pt x="2949607" y="4478941"/>
                  <a:pt x="2959132" y="4479989"/>
                </a:cubicBezTo>
                <a:cubicBezTo>
                  <a:pt x="2960275" y="4480084"/>
                  <a:pt x="2961513" y="4480274"/>
                  <a:pt x="2962847" y="4480370"/>
                </a:cubicBezTo>
                <a:cubicBezTo>
                  <a:pt x="2961609" y="4480560"/>
                  <a:pt x="2960275" y="4480655"/>
                  <a:pt x="2959132" y="4480846"/>
                </a:cubicBezTo>
                <a:cubicBezTo>
                  <a:pt x="2949607" y="4481989"/>
                  <a:pt x="2944844" y="4482465"/>
                  <a:pt x="2944844" y="4485989"/>
                </a:cubicBezTo>
                <a:cubicBezTo>
                  <a:pt x="2944844" y="4489514"/>
                  <a:pt x="2949607" y="4490085"/>
                  <a:pt x="2959132" y="4491133"/>
                </a:cubicBezTo>
                <a:cubicBezTo>
                  <a:pt x="2960180" y="4491228"/>
                  <a:pt x="2961513" y="4491419"/>
                  <a:pt x="2962751" y="4491514"/>
                </a:cubicBezTo>
                <a:cubicBezTo>
                  <a:pt x="2961513" y="4491704"/>
                  <a:pt x="2960275" y="4491800"/>
                  <a:pt x="2959132" y="4491895"/>
                </a:cubicBezTo>
                <a:cubicBezTo>
                  <a:pt x="2949607" y="4493038"/>
                  <a:pt x="2944844" y="4493514"/>
                  <a:pt x="2944844" y="4497038"/>
                </a:cubicBezTo>
                <a:cubicBezTo>
                  <a:pt x="2944844" y="4500563"/>
                  <a:pt x="2949607" y="4501134"/>
                  <a:pt x="2959132" y="4502182"/>
                </a:cubicBezTo>
                <a:cubicBezTo>
                  <a:pt x="2960180" y="4502277"/>
                  <a:pt x="2961418" y="4502468"/>
                  <a:pt x="2962656" y="4502563"/>
                </a:cubicBezTo>
                <a:cubicBezTo>
                  <a:pt x="2961418" y="4502754"/>
                  <a:pt x="2960180" y="4502849"/>
                  <a:pt x="2959132" y="4502944"/>
                </a:cubicBezTo>
                <a:cubicBezTo>
                  <a:pt x="2949607" y="4504087"/>
                  <a:pt x="2944844" y="4504563"/>
                  <a:pt x="2944844" y="4508087"/>
                </a:cubicBezTo>
                <a:cubicBezTo>
                  <a:pt x="2944844" y="4511612"/>
                  <a:pt x="2949607" y="4512183"/>
                  <a:pt x="2959132" y="4513231"/>
                </a:cubicBezTo>
                <a:cubicBezTo>
                  <a:pt x="2960180" y="4513326"/>
                  <a:pt x="2961418" y="4513517"/>
                  <a:pt x="2962656" y="4513612"/>
                </a:cubicBezTo>
                <a:cubicBezTo>
                  <a:pt x="2961418" y="4513803"/>
                  <a:pt x="2960180" y="4513898"/>
                  <a:pt x="2959132" y="4513993"/>
                </a:cubicBezTo>
                <a:cubicBezTo>
                  <a:pt x="2949607" y="4515136"/>
                  <a:pt x="2944844" y="4515612"/>
                  <a:pt x="2944844" y="4519137"/>
                </a:cubicBezTo>
                <a:cubicBezTo>
                  <a:pt x="2944844" y="4522661"/>
                  <a:pt x="2949607" y="4523232"/>
                  <a:pt x="2959132" y="4524280"/>
                </a:cubicBezTo>
                <a:cubicBezTo>
                  <a:pt x="2960275" y="4524375"/>
                  <a:pt x="2961513" y="4524566"/>
                  <a:pt x="2962751" y="4524661"/>
                </a:cubicBezTo>
                <a:cubicBezTo>
                  <a:pt x="2961513" y="4524852"/>
                  <a:pt x="2960275" y="4524947"/>
                  <a:pt x="2959132" y="4525137"/>
                </a:cubicBezTo>
                <a:cubicBezTo>
                  <a:pt x="2949607" y="4526280"/>
                  <a:pt x="2944844" y="4526852"/>
                  <a:pt x="2944844" y="4530281"/>
                </a:cubicBezTo>
                <a:cubicBezTo>
                  <a:pt x="2944844" y="4533805"/>
                  <a:pt x="2949607" y="4534377"/>
                  <a:pt x="2959132" y="4535424"/>
                </a:cubicBezTo>
                <a:cubicBezTo>
                  <a:pt x="2960275" y="4535520"/>
                  <a:pt x="2961513" y="4535710"/>
                  <a:pt x="2962751" y="4535805"/>
                </a:cubicBezTo>
                <a:cubicBezTo>
                  <a:pt x="2961513" y="4535996"/>
                  <a:pt x="2960180" y="4536091"/>
                  <a:pt x="2959132" y="4536281"/>
                </a:cubicBezTo>
                <a:cubicBezTo>
                  <a:pt x="2949607" y="4537424"/>
                  <a:pt x="2944844" y="4537901"/>
                  <a:pt x="2944844" y="4541425"/>
                </a:cubicBezTo>
                <a:cubicBezTo>
                  <a:pt x="2944844" y="4544949"/>
                  <a:pt x="2949607" y="4545521"/>
                  <a:pt x="2959132" y="4546569"/>
                </a:cubicBezTo>
                <a:cubicBezTo>
                  <a:pt x="2960180" y="4546664"/>
                  <a:pt x="2961418" y="4546854"/>
                  <a:pt x="2962751" y="4546949"/>
                </a:cubicBezTo>
                <a:cubicBezTo>
                  <a:pt x="2961513" y="4547140"/>
                  <a:pt x="2960275" y="4547235"/>
                  <a:pt x="2959132" y="4547330"/>
                </a:cubicBezTo>
                <a:cubicBezTo>
                  <a:pt x="2949607" y="4548473"/>
                  <a:pt x="2944844" y="4548950"/>
                  <a:pt x="2944844" y="4552474"/>
                </a:cubicBezTo>
                <a:cubicBezTo>
                  <a:pt x="2944844" y="4555998"/>
                  <a:pt x="2949607" y="4556570"/>
                  <a:pt x="2959132" y="4557618"/>
                </a:cubicBezTo>
                <a:cubicBezTo>
                  <a:pt x="2960275" y="4557713"/>
                  <a:pt x="2961513" y="4557903"/>
                  <a:pt x="2962751" y="4558094"/>
                </a:cubicBezTo>
                <a:cubicBezTo>
                  <a:pt x="2961513" y="4558284"/>
                  <a:pt x="2960275" y="4558379"/>
                  <a:pt x="2959132" y="4558570"/>
                </a:cubicBezTo>
                <a:cubicBezTo>
                  <a:pt x="2949607" y="4559713"/>
                  <a:pt x="2944844" y="4560189"/>
                  <a:pt x="2944844" y="4563713"/>
                </a:cubicBezTo>
                <a:cubicBezTo>
                  <a:pt x="2944844" y="4567238"/>
                  <a:pt x="2949607" y="4567809"/>
                  <a:pt x="2959132" y="4568857"/>
                </a:cubicBezTo>
                <a:cubicBezTo>
                  <a:pt x="2960275" y="4568952"/>
                  <a:pt x="2961513" y="4569143"/>
                  <a:pt x="2962751" y="4569238"/>
                </a:cubicBezTo>
                <a:cubicBezTo>
                  <a:pt x="2961513" y="4569429"/>
                  <a:pt x="2960180" y="4569524"/>
                  <a:pt x="2959132" y="4569714"/>
                </a:cubicBezTo>
                <a:cubicBezTo>
                  <a:pt x="2949607" y="4570857"/>
                  <a:pt x="2944844" y="4571429"/>
                  <a:pt x="2944844" y="4574858"/>
                </a:cubicBezTo>
                <a:cubicBezTo>
                  <a:pt x="2944844" y="4577906"/>
                  <a:pt x="2948654" y="4578763"/>
                  <a:pt x="2955703" y="4579620"/>
                </a:cubicBezTo>
                <a:lnTo>
                  <a:pt x="2944463" y="4579620"/>
                </a:lnTo>
                <a:cubicBezTo>
                  <a:pt x="2942463" y="4579620"/>
                  <a:pt x="2940844" y="4581239"/>
                  <a:pt x="2940844" y="4583240"/>
                </a:cubicBezTo>
                <a:lnTo>
                  <a:pt x="2940844" y="4596289"/>
                </a:lnTo>
                <a:cubicBezTo>
                  <a:pt x="2940844" y="4598289"/>
                  <a:pt x="2942463" y="4599909"/>
                  <a:pt x="2944463" y="4599909"/>
                </a:cubicBezTo>
                <a:close/>
                <a:moveTo>
                  <a:pt x="2951988" y="4390168"/>
                </a:moveTo>
                <a:cubicBezTo>
                  <a:pt x="2951988" y="4384739"/>
                  <a:pt x="2956370" y="4380357"/>
                  <a:pt x="2961799" y="4380357"/>
                </a:cubicBezTo>
                <a:cubicBezTo>
                  <a:pt x="2967228" y="4380357"/>
                  <a:pt x="2971610" y="4384739"/>
                  <a:pt x="2971610" y="4390168"/>
                </a:cubicBezTo>
                <a:cubicBezTo>
                  <a:pt x="2971610" y="4395597"/>
                  <a:pt x="2967228" y="4399979"/>
                  <a:pt x="2961799" y="4399979"/>
                </a:cubicBezTo>
                <a:cubicBezTo>
                  <a:pt x="2956370" y="4399979"/>
                  <a:pt x="2951988" y="4395597"/>
                  <a:pt x="2951988" y="4390168"/>
                </a:cubicBezTo>
                <a:close/>
                <a:moveTo>
                  <a:pt x="2948083" y="4586954"/>
                </a:moveTo>
                <a:lnTo>
                  <a:pt x="2970467" y="4586954"/>
                </a:lnTo>
                <a:lnTo>
                  <a:pt x="2970467" y="4592860"/>
                </a:lnTo>
                <a:lnTo>
                  <a:pt x="2948083" y="4592860"/>
                </a:lnTo>
                <a:lnTo>
                  <a:pt x="2948083" y="4586954"/>
                </a:lnTo>
                <a:close/>
                <a:moveTo>
                  <a:pt x="528733" y="50387"/>
                </a:moveTo>
                <a:lnTo>
                  <a:pt x="523970" y="50387"/>
                </a:lnTo>
                <a:lnTo>
                  <a:pt x="523970" y="30290"/>
                </a:lnTo>
                <a:lnTo>
                  <a:pt x="528733" y="30290"/>
                </a:lnTo>
                <a:lnTo>
                  <a:pt x="528733" y="50387"/>
                </a:lnTo>
                <a:close/>
                <a:moveTo>
                  <a:pt x="680180" y="583121"/>
                </a:moveTo>
                <a:lnTo>
                  <a:pt x="673037" y="583121"/>
                </a:lnTo>
                <a:lnTo>
                  <a:pt x="673037" y="575501"/>
                </a:lnTo>
                <a:lnTo>
                  <a:pt x="680180" y="575501"/>
                </a:lnTo>
                <a:lnTo>
                  <a:pt x="680180" y="583121"/>
                </a:lnTo>
                <a:close/>
                <a:moveTo>
                  <a:pt x="680180" y="552545"/>
                </a:moveTo>
                <a:lnTo>
                  <a:pt x="673037" y="552545"/>
                </a:lnTo>
                <a:lnTo>
                  <a:pt x="673037" y="547783"/>
                </a:lnTo>
                <a:lnTo>
                  <a:pt x="680180" y="547783"/>
                </a:lnTo>
                <a:lnTo>
                  <a:pt x="680180" y="552545"/>
                </a:lnTo>
                <a:close/>
                <a:moveTo>
                  <a:pt x="680180" y="567785"/>
                </a:moveTo>
                <a:lnTo>
                  <a:pt x="673037" y="567785"/>
                </a:lnTo>
                <a:lnTo>
                  <a:pt x="673037" y="560165"/>
                </a:lnTo>
                <a:lnTo>
                  <a:pt x="680180" y="560165"/>
                </a:lnTo>
                <a:lnTo>
                  <a:pt x="680180" y="567785"/>
                </a:lnTo>
                <a:close/>
                <a:moveTo>
                  <a:pt x="673037" y="606076"/>
                </a:moveTo>
                <a:lnTo>
                  <a:pt x="680180" y="606076"/>
                </a:lnTo>
                <a:lnTo>
                  <a:pt x="680180" y="612553"/>
                </a:lnTo>
                <a:lnTo>
                  <a:pt x="675227" y="616649"/>
                </a:lnTo>
                <a:lnTo>
                  <a:pt x="670655" y="611124"/>
                </a:lnTo>
                <a:lnTo>
                  <a:pt x="673037" y="609124"/>
                </a:lnTo>
                <a:lnTo>
                  <a:pt x="673037" y="606076"/>
                </a:lnTo>
                <a:close/>
                <a:moveTo>
                  <a:pt x="528733" y="171069"/>
                </a:moveTo>
                <a:lnTo>
                  <a:pt x="523970" y="171069"/>
                </a:lnTo>
                <a:lnTo>
                  <a:pt x="523970" y="150971"/>
                </a:lnTo>
                <a:lnTo>
                  <a:pt x="528733" y="150971"/>
                </a:lnTo>
                <a:lnTo>
                  <a:pt x="528733" y="171069"/>
                </a:lnTo>
                <a:close/>
                <a:moveTo>
                  <a:pt x="523970" y="191167"/>
                </a:moveTo>
                <a:lnTo>
                  <a:pt x="528733" y="191167"/>
                </a:lnTo>
                <a:lnTo>
                  <a:pt x="528733" y="211265"/>
                </a:lnTo>
                <a:lnTo>
                  <a:pt x="523970" y="211265"/>
                </a:lnTo>
                <a:lnTo>
                  <a:pt x="523970" y="191167"/>
                </a:lnTo>
                <a:close/>
                <a:moveTo>
                  <a:pt x="523970" y="110776"/>
                </a:moveTo>
                <a:lnTo>
                  <a:pt x="528733" y="110776"/>
                </a:lnTo>
                <a:lnTo>
                  <a:pt x="528733" y="130873"/>
                </a:lnTo>
                <a:cubicBezTo>
                  <a:pt x="528733" y="130873"/>
                  <a:pt x="523970" y="130873"/>
                  <a:pt x="523970" y="130873"/>
                </a:cubicBezTo>
                <a:lnTo>
                  <a:pt x="523970" y="110776"/>
                </a:lnTo>
                <a:close/>
                <a:moveTo>
                  <a:pt x="3114770" y="4962811"/>
                </a:moveTo>
                <a:cubicBezTo>
                  <a:pt x="3113818" y="4959953"/>
                  <a:pt x="3113723" y="4957000"/>
                  <a:pt x="3114770" y="4954334"/>
                </a:cubicBezTo>
                <a:lnTo>
                  <a:pt x="3114770" y="4962811"/>
                </a:lnTo>
                <a:close/>
                <a:moveTo>
                  <a:pt x="204311" y="1191006"/>
                </a:moveTo>
                <a:cubicBezTo>
                  <a:pt x="199835" y="1191006"/>
                  <a:pt x="196310" y="1194149"/>
                  <a:pt x="195263" y="1198340"/>
                </a:cubicBezTo>
                <a:lnTo>
                  <a:pt x="120110" y="1198340"/>
                </a:lnTo>
                <a:lnTo>
                  <a:pt x="94107" y="1226153"/>
                </a:lnTo>
                <a:lnTo>
                  <a:pt x="94107" y="1323308"/>
                </a:lnTo>
                <a:cubicBezTo>
                  <a:pt x="90107" y="1324356"/>
                  <a:pt x="87059" y="1327880"/>
                  <a:pt x="87059" y="1332262"/>
                </a:cubicBezTo>
                <a:cubicBezTo>
                  <a:pt x="87059" y="1337501"/>
                  <a:pt x="91250" y="1341692"/>
                  <a:pt x="96488" y="1341692"/>
                </a:cubicBezTo>
                <a:cubicBezTo>
                  <a:pt x="101727" y="1341692"/>
                  <a:pt x="105918" y="1337501"/>
                  <a:pt x="105918" y="1332262"/>
                </a:cubicBezTo>
                <a:cubicBezTo>
                  <a:pt x="105918" y="1327880"/>
                  <a:pt x="102870" y="1324356"/>
                  <a:pt x="98870" y="1323308"/>
                </a:cubicBezTo>
                <a:lnTo>
                  <a:pt x="98870" y="1228058"/>
                </a:lnTo>
                <a:lnTo>
                  <a:pt x="122111" y="1203198"/>
                </a:lnTo>
                <a:lnTo>
                  <a:pt x="195263" y="1203198"/>
                </a:lnTo>
                <a:cubicBezTo>
                  <a:pt x="196406" y="1207103"/>
                  <a:pt x="199930" y="1209961"/>
                  <a:pt x="204216" y="1209961"/>
                </a:cubicBezTo>
                <a:cubicBezTo>
                  <a:pt x="209455" y="1209961"/>
                  <a:pt x="213646" y="1205770"/>
                  <a:pt x="213646" y="1200531"/>
                </a:cubicBezTo>
                <a:cubicBezTo>
                  <a:pt x="213646" y="1195292"/>
                  <a:pt x="209455" y="1191101"/>
                  <a:pt x="204216" y="1191101"/>
                </a:cubicBezTo>
                <a:close/>
                <a:moveTo>
                  <a:pt x="101251" y="1332262"/>
                </a:moveTo>
                <a:cubicBezTo>
                  <a:pt x="101251" y="1334834"/>
                  <a:pt x="99155" y="1336929"/>
                  <a:pt x="96584" y="1336929"/>
                </a:cubicBezTo>
                <a:cubicBezTo>
                  <a:pt x="94012" y="1336929"/>
                  <a:pt x="91916" y="1334834"/>
                  <a:pt x="91916" y="1332262"/>
                </a:cubicBezTo>
                <a:cubicBezTo>
                  <a:pt x="91916" y="1329690"/>
                  <a:pt x="94012" y="1327595"/>
                  <a:pt x="96584" y="1327595"/>
                </a:cubicBezTo>
                <a:cubicBezTo>
                  <a:pt x="99155" y="1327595"/>
                  <a:pt x="101251" y="1329690"/>
                  <a:pt x="101251" y="1332262"/>
                </a:cubicBezTo>
                <a:close/>
                <a:moveTo>
                  <a:pt x="204311" y="1205198"/>
                </a:moveTo>
                <a:cubicBezTo>
                  <a:pt x="201740" y="1205198"/>
                  <a:pt x="199644" y="1203103"/>
                  <a:pt x="199644" y="1200531"/>
                </a:cubicBezTo>
                <a:cubicBezTo>
                  <a:pt x="199644" y="1197959"/>
                  <a:pt x="201740" y="1195864"/>
                  <a:pt x="204311" y="1195864"/>
                </a:cubicBezTo>
                <a:cubicBezTo>
                  <a:pt x="206883" y="1195864"/>
                  <a:pt x="208979" y="1197959"/>
                  <a:pt x="208979" y="1200531"/>
                </a:cubicBezTo>
                <a:cubicBezTo>
                  <a:pt x="208979" y="1203103"/>
                  <a:pt x="206883" y="1205198"/>
                  <a:pt x="204311" y="1205198"/>
                </a:cubicBezTo>
                <a:close/>
                <a:moveTo>
                  <a:pt x="3101721" y="572"/>
                </a:moveTo>
                <a:cubicBezTo>
                  <a:pt x="3096006" y="572"/>
                  <a:pt x="3091339" y="5239"/>
                  <a:pt x="3091339" y="10954"/>
                </a:cubicBezTo>
                <a:cubicBezTo>
                  <a:pt x="3091339" y="16669"/>
                  <a:pt x="3096006" y="21336"/>
                  <a:pt x="3101721" y="21336"/>
                </a:cubicBezTo>
                <a:cubicBezTo>
                  <a:pt x="3106579" y="21336"/>
                  <a:pt x="3110579" y="17907"/>
                  <a:pt x="3111627" y="13335"/>
                </a:cubicBezTo>
                <a:lnTo>
                  <a:pt x="3114770" y="13335"/>
                </a:lnTo>
                <a:lnTo>
                  <a:pt x="3114770" y="8573"/>
                </a:lnTo>
                <a:lnTo>
                  <a:pt x="3111627" y="8573"/>
                </a:lnTo>
                <a:cubicBezTo>
                  <a:pt x="3110484" y="4001"/>
                  <a:pt x="3106579" y="572"/>
                  <a:pt x="3101721" y="572"/>
                </a:cubicBezTo>
                <a:close/>
                <a:moveTo>
                  <a:pt x="3101721" y="16669"/>
                </a:moveTo>
                <a:cubicBezTo>
                  <a:pt x="3098578" y="16669"/>
                  <a:pt x="3096101" y="14097"/>
                  <a:pt x="3096101" y="11049"/>
                </a:cubicBezTo>
                <a:cubicBezTo>
                  <a:pt x="3096101" y="8001"/>
                  <a:pt x="3098673" y="5429"/>
                  <a:pt x="3101721" y="5429"/>
                </a:cubicBezTo>
                <a:cubicBezTo>
                  <a:pt x="3104769" y="5429"/>
                  <a:pt x="3107341" y="8001"/>
                  <a:pt x="3107341" y="11049"/>
                </a:cubicBezTo>
                <a:cubicBezTo>
                  <a:pt x="3107341" y="14097"/>
                  <a:pt x="3104769" y="16669"/>
                  <a:pt x="3101721" y="16669"/>
                </a:cubicBezTo>
                <a:close/>
                <a:moveTo>
                  <a:pt x="451771" y="607600"/>
                </a:moveTo>
                <a:lnTo>
                  <a:pt x="458914" y="607600"/>
                </a:lnTo>
                <a:lnTo>
                  <a:pt x="458914" y="614077"/>
                </a:lnTo>
                <a:lnTo>
                  <a:pt x="453962" y="618173"/>
                </a:lnTo>
                <a:lnTo>
                  <a:pt x="449389" y="612648"/>
                </a:lnTo>
                <a:lnTo>
                  <a:pt x="451771" y="610648"/>
                </a:lnTo>
                <a:lnTo>
                  <a:pt x="451771" y="607600"/>
                </a:lnTo>
                <a:close/>
                <a:moveTo>
                  <a:pt x="314325" y="644081"/>
                </a:moveTo>
                <a:lnTo>
                  <a:pt x="309753" y="638556"/>
                </a:lnTo>
                <a:lnTo>
                  <a:pt x="314992" y="634270"/>
                </a:lnTo>
                <a:lnTo>
                  <a:pt x="319564" y="639794"/>
                </a:lnTo>
                <a:lnTo>
                  <a:pt x="314325" y="644081"/>
                </a:lnTo>
                <a:close/>
                <a:moveTo>
                  <a:pt x="309086" y="648462"/>
                </a:moveTo>
                <a:lnTo>
                  <a:pt x="304514" y="642938"/>
                </a:lnTo>
                <a:lnTo>
                  <a:pt x="301181" y="645700"/>
                </a:lnTo>
                <a:cubicBezTo>
                  <a:pt x="296799" y="642461"/>
                  <a:pt x="290703" y="642842"/>
                  <a:pt x="286988" y="646938"/>
                </a:cubicBezTo>
                <a:cubicBezTo>
                  <a:pt x="286512" y="647510"/>
                  <a:pt x="286226" y="648176"/>
                  <a:pt x="285845" y="648843"/>
                </a:cubicBezTo>
                <a:lnTo>
                  <a:pt x="178403" y="648843"/>
                </a:lnTo>
                <a:lnTo>
                  <a:pt x="159925" y="631508"/>
                </a:lnTo>
                <a:lnTo>
                  <a:pt x="34766" y="631508"/>
                </a:lnTo>
                <a:lnTo>
                  <a:pt x="34766" y="632936"/>
                </a:lnTo>
                <a:cubicBezTo>
                  <a:pt x="27527" y="621316"/>
                  <a:pt x="14764" y="613505"/>
                  <a:pt x="95" y="613505"/>
                </a:cubicBezTo>
                <a:lnTo>
                  <a:pt x="95" y="615887"/>
                </a:lnTo>
                <a:cubicBezTo>
                  <a:pt x="15431" y="615887"/>
                  <a:pt x="28480" y="624935"/>
                  <a:pt x="34766" y="637889"/>
                </a:cubicBezTo>
                <a:lnTo>
                  <a:pt x="34766" y="638651"/>
                </a:lnTo>
                <a:lnTo>
                  <a:pt x="35147" y="638651"/>
                </a:lnTo>
                <a:cubicBezTo>
                  <a:pt x="37338" y="643509"/>
                  <a:pt x="38672" y="648938"/>
                  <a:pt x="38672" y="654653"/>
                </a:cubicBezTo>
                <a:cubicBezTo>
                  <a:pt x="38672" y="661035"/>
                  <a:pt x="36957" y="666845"/>
                  <a:pt x="34290" y="672179"/>
                </a:cubicBezTo>
                <a:lnTo>
                  <a:pt x="32576" y="672179"/>
                </a:lnTo>
                <a:lnTo>
                  <a:pt x="32576" y="675418"/>
                </a:lnTo>
                <a:cubicBezTo>
                  <a:pt x="25718" y="686181"/>
                  <a:pt x="13811" y="693325"/>
                  <a:pt x="95" y="693420"/>
                </a:cubicBezTo>
                <a:lnTo>
                  <a:pt x="95" y="695801"/>
                </a:lnTo>
                <a:cubicBezTo>
                  <a:pt x="13430" y="695801"/>
                  <a:pt x="25146" y="689229"/>
                  <a:pt x="32576" y="679323"/>
                </a:cubicBezTo>
                <a:lnTo>
                  <a:pt x="154877" y="679323"/>
                </a:lnTo>
                <a:lnTo>
                  <a:pt x="173355" y="696659"/>
                </a:lnTo>
                <a:lnTo>
                  <a:pt x="307181" y="696659"/>
                </a:lnTo>
                <a:cubicBezTo>
                  <a:pt x="307181" y="697230"/>
                  <a:pt x="307181" y="697802"/>
                  <a:pt x="307181" y="698373"/>
                </a:cubicBezTo>
                <a:cubicBezTo>
                  <a:pt x="308039" y="703802"/>
                  <a:pt x="310896" y="708565"/>
                  <a:pt x="315373" y="711803"/>
                </a:cubicBezTo>
                <a:cubicBezTo>
                  <a:pt x="317659" y="713518"/>
                  <a:pt x="320326" y="714661"/>
                  <a:pt x="323088" y="715232"/>
                </a:cubicBezTo>
                <a:lnTo>
                  <a:pt x="313277" y="722567"/>
                </a:lnTo>
                <a:lnTo>
                  <a:pt x="211836" y="722567"/>
                </a:lnTo>
                <a:cubicBezTo>
                  <a:pt x="211836" y="722567"/>
                  <a:pt x="211360" y="722567"/>
                  <a:pt x="211169" y="722757"/>
                </a:cubicBezTo>
                <a:lnTo>
                  <a:pt x="180118" y="744855"/>
                </a:lnTo>
                <a:lnTo>
                  <a:pt x="95" y="745427"/>
                </a:lnTo>
                <a:lnTo>
                  <a:pt x="95" y="747808"/>
                </a:lnTo>
                <a:lnTo>
                  <a:pt x="180499" y="747236"/>
                </a:lnTo>
                <a:cubicBezTo>
                  <a:pt x="180499" y="747236"/>
                  <a:pt x="180975" y="747236"/>
                  <a:pt x="181166" y="747046"/>
                </a:cubicBezTo>
                <a:lnTo>
                  <a:pt x="212217" y="724948"/>
                </a:lnTo>
                <a:lnTo>
                  <a:pt x="313658" y="724948"/>
                </a:lnTo>
                <a:cubicBezTo>
                  <a:pt x="313658" y="724948"/>
                  <a:pt x="314135" y="724948"/>
                  <a:pt x="314325" y="724757"/>
                </a:cubicBezTo>
                <a:lnTo>
                  <a:pt x="326422" y="715804"/>
                </a:lnTo>
                <a:cubicBezTo>
                  <a:pt x="327851" y="715804"/>
                  <a:pt x="329279" y="715804"/>
                  <a:pt x="330708" y="715613"/>
                </a:cubicBezTo>
                <a:cubicBezTo>
                  <a:pt x="336137" y="714756"/>
                  <a:pt x="340900" y="711899"/>
                  <a:pt x="344138" y="707422"/>
                </a:cubicBezTo>
                <a:cubicBezTo>
                  <a:pt x="347567" y="702754"/>
                  <a:pt x="348710" y="697135"/>
                  <a:pt x="347758" y="691801"/>
                </a:cubicBezTo>
                <a:lnTo>
                  <a:pt x="446532" y="691801"/>
                </a:lnTo>
                <a:lnTo>
                  <a:pt x="464725" y="708089"/>
                </a:lnTo>
                <a:lnTo>
                  <a:pt x="558927" y="708089"/>
                </a:lnTo>
                <a:lnTo>
                  <a:pt x="572453" y="693896"/>
                </a:lnTo>
                <a:lnTo>
                  <a:pt x="572453" y="667322"/>
                </a:lnTo>
                <a:lnTo>
                  <a:pt x="580358" y="667322"/>
                </a:lnTo>
                <a:lnTo>
                  <a:pt x="580358" y="693229"/>
                </a:lnTo>
                <a:lnTo>
                  <a:pt x="593693" y="705993"/>
                </a:lnTo>
                <a:lnTo>
                  <a:pt x="617029" y="705802"/>
                </a:lnTo>
                <a:lnTo>
                  <a:pt x="716471" y="618363"/>
                </a:lnTo>
                <a:lnTo>
                  <a:pt x="717233" y="617696"/>
                </a:lnTo>
                <a:lnTo>
                  <a:pt x="717233" y="610934"/>
                </a:lnTo>
                <a:cubicBezTo>
                  <a:pt x="721424" y="609886"/>
                  <a:pt x="724662" y="606171"/>
                  <a:pt x="724662" y="601694"/>
                </a:cubicBezTo>
                <a:cubicBezTo>
                  <a:pt x="724662" y="600647"/>
                  <a:pt x="724376" y="599789"/>
                  <a:pt x="724091" y="598837"/>
                </a:cubicBezTo>
                <a:lnTo>
                  <a:pt x="737902" y="587883"/>
                </a:lnTo>
                <a:lnTo>
                  <a:pt x="842963" y="588550"/>
                </a:lnTo>
                <a:lnTo>
                  <a:pt x="874586" y="560546"/>
                </a:lnTo>
                <a:cubicBezTo>
                  <a:pt x="876205" y="561594"/>
                  <a:pt x="877919" y="562451"/>
                  <a:pt x="880015" y="562451"/>
                </a:cubicBezTo>
                <a:cubicBezTo>
                  <a:pt x="885444" y="562451"/>
                  <a:pt x="889826" y="558070"/>
                  <a:pt x="889826" y="552736"/>
                </a:cubicBezTo>
                <a:cubicBezTo>
                  <a:pt x="889826" y="547402"/>
                  <a:pt x="885444" y="542925"/>
                  <a:pt x="880015" y="542925"/>
                </a:cubicBezTo>
                <a:cubicBezTo>
                  <a:pt x="874586" y="542925"/>
                  <a:pt x="870299" y="547307"/>
                  <a:pt x="870299" y="552736"/>
                </a:cubicBezTo>
                <a:cubicBezTo>
                  <a:pt x="870299" y="554355"/>
                  <a:pt x="870776" y="555784"/>
                  <a:pt x="871442" y="557117"/>
                </a:cubicBezTo>
                <a:lnTo>
                  <a:pt x="841248" y="583883"/>
                </a:lnTo>
                <a:lnTo>
                  <a:pt x="736378" y="583216"/>
                </a:lnTo>
                <a:lnTo>
                  <a:pt x="721709" y="594741"/>
                </a:lnTo>
                <a:cubicBezTo>
                  <a:pt x="719995" y="593027"/>
                  <a:pt x="717614" y="591979"/>
                  <a:pt x="714947" y="591979"/>
                </a:cubicBezTo>
                <a:cubicBezTo>
                  <a:pt x="709517" y="591979"/>
                  <a:pt x="705136" y="596360"/>
                  <a:pt x="705136" y="601790"/>
                </a:cubicBezTo>
                <a:cubicBezTo>
                  <a:pt x="705136" y="606362"/>
                  <a:pt x="708279" y="609981"/>
                  <a:pt x="712565" y="611029"/>
                </a:cubicBezTo>
                <a:lnTo>
                  <a:pt x="712565" y="615601"/>
                </a:lnTo>
                <a:lnTo>
                  <a:pt x="615315" y="701135"/>
                </a:lnTo>
                <a:lnTo>
                  <a:pt x="595694" y="701326"/>
                </a:lnTo>
                <a:lnTo>
                  <a:pt x="585216" y="691325"/>
                </a:lnTo>
                <a:lnTo>
                  <a:pt x="585216" y="666941"/>
                </a:lnTo>
                <a:cubicBezTo>
                  <a:pt x="587788" y="665988"/>
                  <a:pt x="589693" y="663512"/>
                  <a:pt x="589693" y="660654"/>
                </a:cubicBezTo>
                <a:lnTo>
                  <a:pt x="589693" y="647986"/>
                </a:lnTo>
                <a:cubicBezTo>
                  <a:pt x="589693" y="644271"/>
                  <a:pt x="586645" y="641128"/>
                  <a:pt x="582835" y="641128"/>
                </a:cubicBezTo>
                <a:lnTo>
                  <a:pt x="570167" y="641128"/>
                </a:lnTo>
                <a:cubicBezTo>
                  <a:pt x="566452" y="641128"/>
                  <a:pt x="563309" y="644176"/>
                  <a:pt x="563309" y="647986"/>
                </a:cubicBezTo>
                <a:lnTo>
                  <a:pt x="563309" y="660654"/>
                </a:lnTo>
                <a:cubicBezTo>
                  <a:pt x="563309" y="663607"/>
                  <a:pt x="565118" y="665988"/>
                  <a:pt x="567785" y="666941"/>
                </a:cubicBezTo>
                <a:lnTo>
                  <a:pt x="567785" y="692087"/>
                </a:lnTo>
                <a:lnTo>
                  <a:pt x="557022" y="703421"/>
                </a:lnTo>
                <a:lnTo>
                  <a:pt x="466725" y="703421"/>
                </a:lnTo>
                <a:lnTo>
                  <a:pt x="448532" y="687134"/>
                </a:lnTo>
                <a:lnTo>
                  <a:pt x="346424" y="687134"/>
                </a:lnTo>
                <a:cubicBezTo>
                  <a:pt x="344996" y="683895"/>
                  <a:pt x="342900" y="680942"/>
                  <a:pt x="339852" y="678752"/>
                </a:cubicBezTo>
                <a:cubicBezTo>
                  <a:pt x="336233" y="676085"/>
                  <a:pt x="331946" y="674751"/>
                  <a:pt x="327755" y="674751"/>
                </a:cubicBezTo>
                <a:cubicBezTo>
                  <a:pt x="321374" y="674751"/>
                  <a:pt x="315182" y="677609"/>
                  <a:pt x="311182" y="683133"/>
                </a:cubicBezTo>
                <a:cubicBezTo>
                  <a:pt x="309753" y="685133"/>
                  <a:pt x="308705" y="687324"/>
                  <a:pt x="308039" y="689610"/>
                </a:cubicBezTo>
                <a:lnTo>
                  <a:pt x="176308" y="689610"/>
                </a:lnTo>
                <a:lnTo>
                  <a:pt x="157829" y="672275"/>
                </a:lnTo>
                <a:lnTo>
                  <a:pt x="36957" y="672275"/>
                </a:lnTo>
                <a:cubicBezTo>
                  <a:pt x="39529" y="666941"/>
                  <a:pt x="41053" y="661035"/>
                  <a:pt x="41053" y="654749"/>
                </a:cubicBezTo>
                <a:cubicBezTo>
                  <a:pt x="41053" y="649129"/>
                  <a:pt x="39910" y="643700"/>
                  <a:pt x="37814" y="638747"/>
                </a:cubicBezTo>
                <a:lnTo>
                  <a:pt x="157163" y="638747"/>
                </a:lnTo>
                <a:lnTo>
                  <a:pt x="175641" y="656082"/>
                </a:lnTo>
                <a:lnTo>
                  <a:pt x="284607" y="656082"/>
                </a:lnTo>
                <a:cubicBezTo>
                  <a:pt x="284988" y="658368"/>
                  <a:pt x="285941" y="660464"/>
                  <a:pt x="287750" y="662178"/>
                </a:cubicBezTo>
                <a:cubicBezTo>
                  <a:pt x="289751" y="663988"/>
                  <a:pt x="292322" y="664940"/>
                  <a:pt x="294894" y="664940"/>
                </a:cubicBezTo>
                <a:cubicBezTo>
                  <a:pt x="297847" y="664940"/>
                  <a:pt x="300704" y="663797"/>
                  <a:pt x="302800" y="661416"/>
                </a:cubicBezTo>
                <a:cubicBezTo>
                  <a:pt x="304705" y="659321"/>
                  <a:pt x="305657" y="656558"/>
                  <a:pt x="305562" y="653701"/>
                </a:cubicBezTo>
                <a:cubicBezTo>
                  <a:pt x="305562" y="652653"/>
                  <a:pt x="305181" y="651796"/>
                  <a:pt x="304895" y="650843"/>
                </a:cubicBezTo>
                <a:lnTo>
                  <a:pt x="305467" y="651605"/>
                </a:lnTo>
                <a:lnTo>
                  <a:pt x="309182" y="648557"/>
                </a:lnTo>
                <a:close/>
                <a:moveTo>
                  <a:pt x="880015" y="547592"/>
                </a:moveTo>
                <a:cubicBezTo>
                  <a:pt x="882777" y="547592"/>
                  <a:pt x="885063" y="549878"/>
                  <a:pt x="885063" y="552641"/>
                </a:cubicBezTo>
                <a:cubicBezTo>
                  <a:pt x="885063" y="555403"/>
                  <a:pt x="882777" y="557594"/>
                  <a:pt x="880015" y="557594"/>
                </a:cubicBezTo>
                <a:cubicBezTo>
                  <a:pt x="877252" y="557594"/>
                  <a:pt x="875062" y="555308"/>
                  <a:pt x="875062" y="552641"/>
                </a:cubicBezTo>
                <a:cubicBezTo>
                  <a:pt x="875062" y="549974"/>
                  <a:pt x="877348" y="547592"/>
                  <a:pt x="880015" y="547592"/>
                </a:cubicBezTo>
                <a:close/>
                <a:moveTo>
                  <a:pt x="709898" y="601599"/>
                </a:moveTo>
                <a:cubicBezTo>
                  <a:pt x="709898" y="598837"/>
                  <a:pt x="712184" y="596551"/>
                  <a:pt x="714947" y="596551"/>
                </a:cubicBezTo>
                <a:cubicBezTo>
                  <a:pt x="717709" y="596551"/>
                  <a:pt x="719995" y="598837"/>
                  <a:pt x="719995" y="601599"/>
                </a:cubicBezTo>
                <a:cubicBezTo>
                  <a:pt x="719995" y="604361"/>
                  <a:pt x="717709" y="606647"/>
                  <a:pt x="714947" y="606647"/>
                </a:cubicBezTo>
                <a:cubicBezTo>
                  <a:pt x="712184" y="606647"/>
                  <a:pt x="709898" y="604361"/>
                  <a:pt x="709898" y="601599"/>
                </a:cubicBezTo>
                <a:close/>
                <a:moveTo>
                  <a:pt x="568071" y="647795"/>
                </a:moveTo>
                <a:cubicBezTo>
                  <a:pt x="568071" y="646652"/>
                  <a:pt x="569024" y="645700"/>
                  <a:pt x="570167" y="645700"/>
                </a:cubicBezTo>
                <a:lnTo>
                  <a:pt x="582835" y="645700"/>
                </a:lnTo>
                <a:cubicBezTo>
                  <a:pt x="583978" y="645700"/>
                  <a:pt x="584930" y="646652"/>
                  <a:pt x="584930" y="647795"/>
                </a:cubicBezTo>
                <a:lnTo>
                  <a:pt x="584930" y="660464"/>
                </a:lnTo>
                <a:cubicBezTo>
                  <a:pt x="584930" y="661607"/>
                  <a:pt x="583978" y="662559"/>
                  <a:pt x="582835" y="662559"/>
                </a:cubicBezTo>
                <a:lnTo>
                  <a:pt x="570167" y="662559"/>
                </a:lnTo>
                <a:cubicBezTo>
                  <a:pt x="569024" y="662559"/>
                  <a:pt x="568071" y="661607"/>
                  <a:pt x="568071" y="660464"/>
                </a:cubicBezTo>
                <a:lnTo>
                  <a:pt x="568071" y="647795"/>
                </a:lnTo>
                <a:close/>
                <a:moveTo>
                  <a:pt x="314135" y="685133"/>
                </a:moveTo>
                <a:cubicBezTo>
                  <a:pt x="319659" y="677704"/>
                  <a:pt x="330137" y="676085"/>
                  <a:pt x="337566" y="681514"/>
                </a:cubicBezTo>
                <a:cubicBezTo>
                  <a:pt x="344996" y="687038"/>
                  <a:pt x="346615" y="697516"/>
                  <a:pt x="341186" y="704945"/>
                </a:cubicBezTo>
                <a:cubicBezTo>
                  <a:pt x="338519" y="708565"/>
                  <a:pt x="334613" y="710946"/>
                  <a:pt x="330232" y="711613"/>
                </a:cubicBezTo>
                <a:cubicBezTo>
                  <a:pt x="325755" y="712279"/>
                  <a:pt x="321374" y="711232"/>
                  <a:pt x="317754" y="708565"/>
                </a:cubicBezTo>
                <a:cubicBezTo>
                  <a:pt x="314135" y="705898"/>
                  <a:pt x="311753" y="701993"/>
                  <a:pt x="311087" y="697611"/>
                </a:cubicBezTo>
                <a:cubicBezTo>
                  <a:pt x="310420" y="693229"/>
                  <a:pt x="311468" y="688753"/>
                  <a:pt x="314135" y="685133"/>
                </a:cubicBezTo>
                <a:close/>
                <a:moveTo>
                  <a:pt x="299180" y="658082"/>
                </a:moveTo>
                <a:cubicBezTo>
                  <a:pt x="296990" y="660464"/>
                  <a:pt x="293275" y="660654"/>
                  <a:pt x="290798" y="658463"/>
                </a:cubicBezTo>
                <a:cubicBezTo>
                  <a:pt x="288417" y="656273"/>
                  <a:pt x="288227" y="652558"/>
                  <a:pt x="290417" y="650081"/>
                </a:cubicBezTo>
                <a:cubicBezTo>
                  <a:pt x="292608" y="647700"/>
                  <a:pt x="296323" y="647510"/>
                  <a:pt x="298799" y="649700"/>
                </a:cubicBezTo>
                <a:cubicBezTo>
                  <a:pt x="299942" y="650748"/>
                  <a:pt x="300609" y="652177"/>
                  <a:pt x="300704" y="653796"/>
                </a:cubicBezTo>
                <a:cubicBezTo>
                  <a:pt x="300704" y="655415"/>
                  <a:pt x="300228" y="656844"/>
                  <a:pt x="299180" y="658082"/>
                </a:cubicBezTo>
                <a:close/>
                <a:moveTo>
                  <a:pt x="330137" y="631127"/>
                </a:moveTo>
                <a:lnTo>
                  <a:pt x="324898" y="635413"/>
                </a:lnTo>
                <a:lnTo>
                  <a:pt x="320326" y="629888"/>
                </a:lnTo>
                <a:lnTo>
                  <a:pt x="325564" y="625602"/>
                </a:lnTo>
                <a:lnTo>
                  <a:pt x="330137" y="631127"/>
                </a:lnTo>
                <a:close/>
                <a:moveTo>
                  <a:pt x="343757" y="561689"/>
                </a:moveTo>
                <a:lnTo>
                  <a:pt x="350901" y="561689"/>
                </a:lnTo>
                <a:lnTo>
                  <a:pt x="350901" y="569309"/>
                </a:lnTo>
                <a:lnTo>
                  <a:pt x="343757" y="569309"/>
                </a:lnTo>
                <a:lnTo>
                  <a:pt x="343757" y="561689"/>
                </a:lnTo>
                <a:close/>
                <a:moveTo>
                  <a:pt x="343757" y="577025"/>
                </a:moveTo>
                <a:lnTo>
                  <a:pt x="350901" y="577025"/>
                </a:lnTo>
                <a:lnTo>
                  <a:pt x="350901" y="584645"/>
                </a:lnTo>
                <a:lnTo>
                  <a:pt x="343757" y="584645"/>
                </a:lnTo>
                <a:lnTo>
                  <a:pt x="343757" y="577025"/>
                </a:lnTo>
                <a:close/>
                <a:moveTo>
                  <a:pt x="350901" y="554069"/>
                </a:moveTo>
                <a:lnTo>
                  <a:pt x="343757" y="554069"/>
                </a:lnTo>
                <a:lnTo>
                  <a:pt x="343757" y="549307"/>
                </a:lnTo>
                <a:lnTo>
                  <a:pt x="350901" y="549307"/>
                </a:lnTo>
                <a:lnTo>
                  <a:pt x="350901" y="554069"/>
                </a:lnTo>
                <a:close/>
                <a:moveTo>
                  <a:pt x="2886837" y="196882"/>
                </a:moveTo>
                <a:lnTo>
                  <a:pt x="2867882" y="213646"/>
                </a:lnTo>
                <a:lnTo>
                  <a:pt x="2757011" y="213646"/>
                </a:lnTo>
                <a:lnTo>
                  <a:pt x="2757011" y="204978"/>
                </a:lnTo>
                <a:cubicBezTo>
                  <a:pt x="2757011" y="203264"/>
                  <a:pt x="2755583" y="201835"/>
                  <a:pt x="2753868" y="201835"/>
                </a:cubicBezTo>
                <a:lnTo>
                  <a:pt x="2729484" y="201835"/>
                </a:lnTo>
                <a:cubicBezTo>
                  <a:pt x="2727770" y="201835"/>
                  <a:pt x="2726341" y="203264"/>
                  <a:pt x="2726341" y="204978"/>
                </a:cubicBezTo>
                <a:lnTo>
                  <a:pt x="2726341" y="214789"/>
                </a:lnTo>
                <a:lnTo>
                  <a:pt x="2627852" y="214789"/>
                </a:lnTo>
                <a:cubicBezTo>
                  <a:pt x="2626900" y="209550"/>
                  <a:pt x="2622423" y="205454"/>
                  <a:pt x="2616899" y="205454"/>
                </a:cubicBezTo>
                <a:cubicBezTo>
                  <a:pt x="2610612" y="205454"/>
                  <a:pt x="2605564" y="210503"/>
                  <a:pt x="2605564" y="216789"/>
                </a:cubicBezTo>
                <a:cubicBezTo>
                  <a:pt x="2605564" y="223076"/>
                  <a:pt x="2610612" y="228124"/>
                  <a:pt x="2616899" y="228124"/>
                </a:cubicBezTo>
                <a:cubicBezTo>
                  <a:pt x="2622137" y="228124"/>
                  <a:pt x="2626424" y="224409"/>
                  <a:pt x="2627662" y="219551"/>
                </a:cubicBezTo>
                <a:lnTo>
                  <a:pt x="2726246" y="219551"/>
                </a:lnTo>
                <a:lnTo>
                  <a:pt x="2726246" y="229362"/>
                </a:lnTo>
                <a:cubicBezTo>
                  <a:pt x="2726246" y="231077"/>
                  <a:pt x="2727674" y="232505"/>
                  <a:pt x="2729389" y="232505"/>
                </a:cubicBezTo>
                <a:lnTo>
                  <a:pt x="2753773" y="232505"/>
                </a:lnTo>
                <a:cubicBezTo>
                  <a:pt x="2755487" y="232505"/>
                  <a:pt x="2756916" y="231077"/>
                  <a:pt x="2756916" y="229362"/>
                </a:cubicBezTo>
                <a:lnTo>
                  <a:pt x="2756916" y="220694"/>
                </a:lnTo>
                <a:lnTo>
                  <a:pt x="2870549" y="220694"/>
                </a:lnTo>
                <a:lnTo>
                  <a:pt x="2893886" y="200025"/>
                </a:lnTo>
                <a:lnTo>
                  <a:pt x="2893886" y="95"/>
                </a:lnTo>
                <a:lnTo>
                  <a:pt x="2886742" y="95"/>
                </a:lnTo>
                <a:lnTo>
                  <a:pt x="2886742" y="196882"/>
                </a:lnTo>
                <a:close/>
                <a:moveTo>
                  <a:pt x="2616803" y="223266"/>
                </a:moveTo>
                <a:cubicBezTo>
                  <a:pt x="2613184" y="223266"/>
                  <a:pt x="2610231" y="220313"/>
                  <a:pt x="2610231" y="216694"/>
                </a:cubicBezTo>
                <a:cubicBezTo>
                  <a:pt x="2610231" y="213074"/>
                  <a:pt x="2613184" y="210122"/>
                  <a:pt x="2616803" y="210122"/>
                </a:cubicBezTo>
                <a:cubicBezTo>
                  <a:pt x="2620423" y="210122"/>
                  <a:pt x="2623376" y="213074"/>
                  <a:pt x="2623376" y="216694"/>
                </a:cubicBezTo>
                <a:cubicBezTo>
                  <a:pt x="2623376" y="220313"/>
                  <a:pt x="2620423" y="223266"/>
                  <a:pt x="2616803" y="223266"/>
                </a:cubicBezTo>
                <a:close/>
                <a:moveTo>
                  <a:pt x="2754630" y="229362"/>
                </a:moveTo>
                <a:cubicBezTo>
                  <a:pt x="2754630" y="229362"/>
                  <a:pt x="2754249" y="230124"/>
                  <a:pt x="2753868" y="230124"/>
                </a:cubicBezTo>
                <a:lnTo>
                  <a:pt x="2729484" y="230124"/>
                </a:lnTo>
                <a:cubicBezTo>
                  <a:pt x="2729484" y="230124"/>
                  <a:pt x="2728722" y="229743"/>
                  <a:pt x="2728722" y="229362"/>
                </a:cubicBezTo>
                <a:lnTo>
                  <a:pt x="2728722" y="204978"/>
                </a:lnTo>
                <a:cubicBezTo>
                  <a:pt x="2728722" y="204978"/>
                  <a:pt x="2729103" y="204216"/>
                  <a:pt x="2729484" y="204216"/>
                </a:cubicBezTo>
                <a:lnTo>
                  <a:pt x="2753868" y="204216"/>
                </a:lnTo>
                <a:cubicBezTo>
                  <a:pt x="2753868" y="204216"/>
                  <a:pt x="2754630" y="204597"/>
                  <a:pt x="2754630" y="204978"/>
                </a:cubicBezTo>
                <a:lnTo>
                  <a:pt x="2754630" y="229362"/>
                </a:lnTo>
                <a:close/>
                <a:moveTo>
                  <a:pt x="340709" y="622459"/>
                </a:moveTo>
                <a:lnTo>
                  <a:pt x="335471" y="626745"/>
                </a:lnTo>
                <a:lnTo>
                  <a:pt x="330899" y="621221"/>
                </a:lnTo>
                <a:lnTo>
                  <a:pt x="336137" y="616934"/>
                </a:lnTo>
                <a:lnTo>
                  <a:pt x="340709" y="622459"/>
                </a:lnTo>
                <a:close/>
                <a:moveTo>
                  <a:pt x="2861691" y="135350"/>
                </a:moveTo>
                <a:lnTo>
                  <a:pt x="2819591" y="171831"/>
                </a:lnTo>
                <a:lnTo>
                  <a:pt x="2757011" y="171831"/>
                </a:lnTo>
                <a:lnTo>
                  <a:pt x="2757011" y="162020"/>
                </a:lnTo>
                <a:cubicBezTo>
                  <a:pt x="2757011" y="160306"/>
                  <a:pt x="2755583" y="158877"/>
                  <a:pt x="2753868" y="158877"/>
                </a:cubicBezTo>
                <a:lnTo>
                  <a:pt x="2729484" y="158877"/>
                </a:lnTo>
                <a:cubicBezTo>
                  <a:pt x="2727770" y="158877"/>
                  <a:pt x="2726341" y="160306"/>
                  <a:pt x="2726341" y="162020"/>
                </a:cubicBezTo>
                <a:lnTo>
                  <a:pt x="2726341" y="171831"/>
                </a:lnTo>
                <a:lnTo>
                  <a:pt x="2643950" y="171831"/>
                </a:lnTo>
                <a:cubicBezTo>
                  <a:pt x="2642902" y="168116"/>
                  <a:pt x="2639568" y="165259"/>
                  <a:pt x="2635472" y="165259"/>
                </a:cubicBezTo>
                <a:cubicBezTo>
                  <a:pt x="2630519" y="165259"/>
                  <a:pt x="2626519" y="169259"/>
                  <a:pt x="2626519" y="174212"/>
                </a:cubicBezTo>
                <a:cubicBezTo>
                  <a:pt x="2626519" y="179165"/>
                  <a:pt x="2630519" y="183166"/>
                  <a:pt x="2635472" y="183166"/>
                </a:cubicBezTo>
                <a:cubicBezTo>
                  <a:pt x="2639568" y="183166"/>
                  <a:pt x="2642902" y="180404"/>
                  <a:pt x="2643950" y="176594"/>
                </a:cubicBezTo>
                <a:lnTo>
                  <a:pt x="2726341" y="176594"/>
                </a:lnTo>
                <a:lnTo>
                  <a:pt x="2726341" y="186404"/>
                </a:lnTo>
                <a:cubicBezTo>
                  <a:pt x="2726341" y="188119"/>
                  <a:pt x="2727770" y="189548"/>
                  <a:pt x="2729484" y="189548"/>
                </a:cubicBezTo>
                <a:lnTo>
                  <a:pt x="2753868" y="189548"/>
                </a:lnTo>
                <a:cubicBezTo>
                  <a:pt x="2755583" y="189548"/>
                  <a:pt x="2757011" y="188119"/>
                  <a:pt x="2757011" y="186404"/>
                </a:cubicBezTo>
                <a:lnTo>
                  <a:pt x="2757011" y="176594"/>
                </a:lnTo>
                <a:lnTo>
                  <a:pt x="2821400" y="176594"/>
                </a:lnTo>
                <a:lnTo>
                  <a:pt x="2866454" y="137446"/>
                </a:lnTo>
                <a:lnTo>
                  <a:pt x="2866454" y="95"/>
                </a:lnTo>
                <a:cubicBezTo>
                  <a:pt x="2866454" y="95"/>
                  <a:pt x="2861786" y="95"/>
                  <a:pt x="2861786" y="95"/>
                </a:cubicBezTo>
                <a:lnTo>
                  <a:pt x="2861786" y="135350"/>
                </a:lnTo>
                <a:close/>
                <a:moveTo>
                  <a:pt x="2754630" y="186500"/>
                </a:moveTo>
                <a:cubicBezTo>
                  <a:pt x="2754630" y="186500"/>
                  <a:pt x="2754249" y="187262"/>
                  <a:pt x="2753868" y="187262"/>
                </a:cubicBezTo>
                <a:lnTo>
                  <a:pt x="2729484" y="187262"/>
                </a:lnTo>
                <a:cubicBezTo>
                  <a:pt x="2729484" y="187262"/>
                  <a:pt x="2728722" y="186881"/>
                  <a:pt x="2728722" y="186500"/>
                </a:cubicBezTo>
                <a:lnTo>
                  <a:pt x="2728722" y="162116"/>
                </a:lnTo>
                <a:cubicBezTo>
                  <a:pt x="2728722" y="162116"/>
                  <a:pt x="2729103" y="161354"/>
                  <a:pt x="2729484" y="161354"/>
                </a:cubicBezTo>
                <a:lnTo>
                  <a:pt x="2753868" y="161354"/>
                </a:lnTo>
                <a:cubicBezTo>
                  <a:pt x="2753868" y="161354"/>
                  <a:pt x="2754630" y="161735"/>
                  <a:pt x="2754630" y="162116"/>
                </a:cubicBezTo>
                <a:lnTo>
                  <a:pt x="2754630" y="186500"/>
                </a:lnTo>
                <a:close/>
                <a:moveTo>
                  <a:pt x="1525905" y="2111502"/>
                </a:moveTo>
                <a:cubicBezTo>
                  <a:pt x="1525905" y="2109311"/>
                  <a:pt x="1527620" y="2107597"/>
                  <a:pt x="1529810" y="2107597"/>
                </a:cubicBezTo>
                <a:cubicBezTo>
                  <a:pt x="1532001" y="2107597"/>
                  <a:pt x="1533716" y="2109311"/>
                  <a:pt x="1533716" y="2111502"/>
                </a:cubicBezTo>
                <a:cubicBezTo>
                  <a:pt x="1533716" y="2113693"/>
                  <a:pt x="1532001" y="2115407"/>
                  <a:pt x="1529810" y="2115407"/>
                </a:cubicBezTo>
                <a:cubicBezTo>
                  <a:pt x="1527620" y="2115407"/>
                  <a:pt x="1525905" y="2113693"/>
                  <a:pt x="1525905" y="2111502"/>
                </a:cubicBezTo>
                <a:close/>
                <a:moveTo>
                  <a:pt x="155639" y="246983"/>
                </a:moveTo>
                <a:cubicBezTo>
                  <a:pt x="154495" y="243840"/>
                  <a:pt x="152210" y="241268"/>
                  <a:pt x="149162" y="239744"/>
                </a:cubicBezTo>
                <a:cubicBezTo>
                  <a:pt x="146114" y="238316"/>
                  <a:pt x="142685" y="238125"/>
                  <a:pt x="139541" y="239173"/>
                </a:cubicBezTo>
                <a:cubicBezTo>
                  <a:pt x="136398" y="240316"/>
                  <a:pt x="133826" y="242602"/>
                  <a:pt x="132302" y="245650"/>
                </a:cubicBezTo>
                <a:cubicBezTo>
                  <a:pt x="130873" y="248698"/>
                  <a:pt x="130683" y="252127"/>
                  <a:pt x="131731" y="255270"/>
                </a:cubicBezTo>
                <a:cubicBezTo>
                  <a:pt x="133541" y="260509"/>
                  <a:pt x="138494" y="263747"/>
                  <a:pt x="143637" y="263747"/>
                </a:cubicBezTo>
                <a:cubicBezTo>
                  <a:pt x="144971" y="263747"/>
                  <a:pt x="146399" y="263557"/>
                  <a:pt x="147828" y="263081"/>
                </a:cubicBezTo>
                <a:cubicBezTo>
                  <a:pt x="148400" y="262890"/>
                  <a:pt x="148971" y="262604"/>
                  <a:pt x="149447" y="262319"/>
                </a:cubicBezTo>
                <a:lnTo>
                  <a:pt x="292227" y="427577"/>
                </a:lnTo>
                <a:lnTo>
                  <a:pt x="292227" y="570833"/>
                </a:lnTo>
                <a:lnTo>
                  <a:pt x="288227" y="570833"/>
                </a:lnTo>
                <a:cubicBezTo>
                  <a:pt x="284512" y="570833"/>
                  <a:pt x="281369" y="573881"/>
                  <a:pt x="281369" y="577691"/>
                </a:cubicBezTo>
                <a:lnTo>
                  <a:pt x="281369" y="590360"/>
                </a:lnTo>
                <a:cubicBezTo>
                  <a:pt x="281369" y="594074"/>
                  <a:pt x="284417" y="597218"/>
                  <a:pt x="288227" y="597218"/>
                </a:cubicBezTo>
                <a:lnTo>
                  <a:pt x="300895" y="597218"/>
                </a:lnTo>
                <a:cubicBezTo>
                  <a:pt x="304610" y="597218"/>
                  <a:pt x="307753" y="594170"/>
                  <a:pt x="307753" y="590360"/>
                </a:cubicBezTo>
                <a:lnTo>
                  <a:pt x="307753" y="577691"/>
                </a:lnTo>
                <a:cubicBezTo>
                  <a:pt x="307753" y="573977"/>
                  <a:pt x="304705" y="570833"/>
                  <a:pt x="300895" y="570833"/>
                </a:cubicBezTo>
                <a:lnTo>
                  <a:pt x="296894" y="570833"/>
                </a:lnTo>
                <a:lnTo>
                  <a:pt x="296894" y="425768"/>
                </a:lnTo>
                <a:lnTo>
                  <a:pt x="153067" y="259366"/>
                </a:lnTo>
                <a:cubicBezTo>
                  <a:pt x="155924" y="256032"/>
                  <a:pt x="156972" y="251365"/>
                  <a:pt x="155448" y="246983"/>
                </a:cubicBezTo>
                <a:close/>
                <a:moveTo>
                  <a:pt x="150781" y="254603"/>
                </a:moveTo>
                <a:cubicBezTo>
                  <a:pt x="149828" y="256508"/>
                  <a:pt x="148304" y="257937"/>
                  <a:pt x="146304" y="258604"/>
                </a:cubicBezTo>
                <a:cubicBezTo>
                  <a:pt x="142208" y="260033"/>
                  <a:pt x="137732" y="257842"/>
                  <a:pt x="136303" y="253746"/>
                </a:cubicBezTo>
                <a:cubicBezTo>
                  <a:pt x="135636" y="251746"/>
                  <a:pt x="135731" y="249650"/>
                  <a:pt x="136684" y="247745"/>
                </a:cubicBezTo>
                <a:cubicBezTo>
                  <a:pt x="137636" y="245840"/>
                  <a:pt x="139160" y="244412"/>
                  <a:pt x="141161" y="243745"/>
                </a:cubicBezTo>
                <a:cubicBezTo>
                  <a:pt x="142018" y="243459"/>
                  <a:pt x="142875" y="243269"/>
                  <a:pt x="143732" y="243269"/>
                </a:cubicBezTo>
                <a:cubicBezTo>
                  <a:pt x="144875" y="243269"/>
                  <a:pt x="146018" y="243554"/>
                  <a:pt x="147161" y="244031"/>
                </a:cubicBezTo>
                <a:cubicBezTo>
                  <a:pt x="149066" y="244983"/>
                  <a:pt x="150495" y="246507"/>
                  <a:pt x="151162" y="248507"/>
                </a:cubicBezTo>
                <a:cubicBezTo>
                  <a:pt x="151829" y="250508"/>
                  <a:pt x="151733" y="252603"/>
                  <a:pt x="150781" y="254508"/>
                </a:cubicBezTo>
                <a:close/>
                <a:moveTo>
                  <a:pt x="300990" y="575596"/>
                </a:moveTo>
                <a:cubicBezTo>
                  <a:pt x="302133" y="575596"/>
                  <a:pt x="303086" y="576548"/>
                  <a:pt x="303086" y="577691"/>
                </a:cubicBezTo>
                <a:lnTo>
                  <a:pt x="303086" y="590360"/>
                </a:lnTo>
                <a:cubicBezTo>
                  <a:pt x="303086" y="591503"/>
                  <a:pt x="302133" y="592455"/>
                  <a:pt x="300990" y="592455"/>
                </a:cubicBezTo>
                <a:lnTo>
                  <a:pt x="288322" y="592455"/>
                </a:lnTo>
                <a:cubicBezTo>
                  <a:pt x="287179" y="592455"/>
                  <a:pt x="286226" y="591503"/>
                  <a:pt x="286226" y="590360"/>
                </a:cubicBezTo>
                <a:lnTo>
                  <a:pt x="286226" y="577691"/>
                </a:lnTo>
                <a:cubicBezTo>
                  <a:pt x="286226" y="576548"/>
                  <a:pt x="287179" y="575596"/>
                  <a:pt x="288322" y="575596"/>
                </a:cubicBezTo>
                <a:lnTo>
                  <a:pt x="300990" y="575596"/>
                </a:lnTo>
                <a:close/>
                <a:moveTo>
                  <a:pt x="2752820" y="166973"/>
                </a:moveTo>
                <a:lnTo>
                  <a:pt x="2752820" y="181642"/>
                </a:lnTo>
                <a:cubicBezTo>
                  <a:pt x="2752820" y="183737"/>
                  <a:pt x="2751106" y="185452"/>
                  <a:pt x="2749010" y="185452"/>
                </a:cubicBezTo>
                <a:lnTo>
                  <a:pt x="2734342" y="185452"/>
                </a:lnTo>
                <a:cubicBezTo>
                  <a:pt x="2732246" y="185452"/>
                  <a:pt x="2730532" y="183737"/>
                  <a:pt x="2730532" y="181642"/>
                </a:cubicBezTo>
                <a:lnTo>
                  <a:pt x="2730532" y="166973"/>
                </a:lnTo>
                <a:cubicBezTo>
                  <a:pt x="2730532" y="164878"/>
                  <a:pt x="2732246" y="163163"/>
                  <a:pt x="2734342" y="163163"/>
                </a:cubicBezTo>
                <a:lnTo>
                  <a:pt x="2749010" y="163163"/>
                </a:lnTo>
                <a:cubicBezTo>
                  <a:pt x="2751106" y="163163"/>
                  <a:pt x="2752820" y="164878"/>
                  <a:pt x="2752820" y="166973"/>
                </a:cubicBezTo>
                <a:close/>
                <a:moveTo>
                  <a:pt x="317564" y="695135"/>
                </a:moveTo>
                <a:cubicBezTo>
                  <a:pt x="317564" y="689610"/>
                  <a:pt x="322040" y="685038"/>
                  <a:pt x="327660" y="685038"/>
                </a:cubicBezTo>
                <a:cubicBezTo>
                  <a:pt x="333280" y="685038"/>
                  <a:pt x="337757" y="689515"/>
                  <a:pt x="337757" y="695135"/>
                </a:cubicBezTo>
                <a:cubicBezTo>
                  <a:pt x="337757" y="700754"/>
                  <a:pt x="333280" y="705231"/>
                  <a:pt x="327660" y="705231"/>
                </a:cubicBezTo>
                <a:cubicBezTo>
                  <a:pt x="322040" y="705231"/>
                  <a:pt x="317564" y="700754"/>
                  <a:pt x="317564" y="695135"/>
                </a:cubicBezTo>
                <a:close/>
                <a:moveTo>
                  <a:pt x="1897952" y="2365248"/>
                </a:moveTo>
                <a:cubicBezTo>
                  <a:pt x="1895761" y="2360486"/>
                  <a:pt x="1890236" y="2358390"/>
                  <a:pt x="1885474" y="2360486"/>
                </a:cubicBezTo>
                <a:cubicBezTo>
                  <a:pt x="1884998" y="2360676"/>
                  <a:pt x="1884712" y="2361057"/>
                  <a:pt x="1884331" y="2361343"/>
                </a:cubicBezTo>
                <a:lnTo>
                  <a:pt x="1812703" y="2290667"/>
                </a:lnTo>
                <a:lnTo>
                  <a:pt x="1812036" y="2283809"/>
                </a:lnTo>
                <a:lnTo>
                  <a:pt x="1775270" y="2245233"/>
                </a:lnTo>
                <a:lnTo>
                  <a:pt x="1768507" y="2245233"/>
                </a:lnTo>
                <a:cubicBezTo>
                  <a:pt x="1768507" y="2245233"/>
                  <a:pt x="1713643" y="2191417"/>
                  <a:pt x="1713643" y="2191417"/>
                </a:cubicBezTo>
                <a:cubicBezTo>
                  <a:pt x="1713643" y="2191226"/>
                  <a:pt x="1713738" y="2191036"/>
                  <a:pt x="1713738" y="2190750"/>
                </a:cubicBezTo>
                <a:lnTo>
                  <a:pt x="1713738" y="2177796"/>
                </a:lnTo>
                <a:cubicBezTo>
                  <a:pt x="1713738" y="2175034"/>
                  <a:pt x="1711452" y="2172748"/>
                  <a:pt x="1708690" y="2172748"/>
                </a:cubicBezTo>
                <a:lnTo>
                  <a:pt x="1695736" y="2172748"/>
                </a:lnTo>
                <a:cubicBezTo>
                  <a:pt x="1695069" y="2172748"/>
                  <a:pt x="1694402" y="2172938"/>
                  <a:pt x="1693831" y="2173129"/>
                </a:cubicBezTo>
                <a:lnTo>
                  <a:pt x="1663541" y="2145030"/>
                </a:lnTo>
                <a:lnTo>
                  <a:pt x="1582674" y="2144459"/>
                </a:lnTo>
                <a:cubicBezTo>
                  <a:pt x="1582007" y="2139506"/>
                  <a:pt x="1577912" y="2135600"/>
                  <a:pt x="1572768" y="2135600"/>
                </a:cubicBezTo>
                <a:cubicBezTo>
                  <a:pt x="1567148" y="2135600"/>
                  <a:pt x="1562576" y="2140172"/>
                  <a:pt x="1562576" y="2145792"/>
                </a:cubicBezTo>
                <a:cubicBezTo>
                  <a:pt x="1562576" y="2150555"/>
                  <a:pt x="1565910" y="2154365"/>
                  <a:pt x="1570387" y="2155508"/>
                </a:cubicBezTo>
                <a:lnTo>
                  <a:pt x="1570387" y="2254282"/>
                </a:lnTo>
                <a:lnTo>
                  <a:pt x="1560576" y="2254282"/>
                </a:lnTo>
                <a:cubicBezTo>
                  <a:pt x="1558862" y="2254282"/>
                  <a:pt x="1557433" y="2255711"/>
                  <a:pt x="1557433" y="2257425"/>
                </a:cubicBezTo>
                <a:lnTo>
                  <a:pt x="1557433" y="2281809"/>
                </a:lnTo>
                <a:cubicBezTo>
                  <a:pt x="1557433" y="2283524"/>
                  <a:pt x="1558862" y="2284952"/>
                  <a:pt x="1560576" y="2284952"/>
                </a:cubicBezTo>
                <a:lnTo>
                  <a:pt x="1584960" y="2284952"/>
                </a:lnTo>
                <a:cubicBezTo>
                  <a:pt x="1586675" y="2284952"/>
                  <a:pt x="1588103" y="2283524"/>
                  <a:pt x="1588103" y="2281809"/>
                </a:cubicBezTo>
                <a:lnTo>
                  <a:pt x="1588103" y="2257425"/>
                </a:lnTo>
                <a:cubicBezTo>
                  <a:pt x="1588103" y="2255711"/>
                  <a:pt x="1586675" y="2254282"/>
                  <a:pt x="1584960" y="2254282"/>
                </a:cubicBezTo>
                <a:lnTo>
                  <a:pt x="1575149" y="2254282"/>
                </a:lnTo>
                <a:lnTo>
                  <a:pt x="1575149" y="2155508"/>
                </a:lnTo>
                <a:cubicBezTo>
                  <a:pt x="1578483" y="2154650"/>
                  <a:pt x="1581150" y="2152364"/>
                  <a:pt x="1582293" y="2149221"/>
                </a:cubicBezTo>
                <a:lnTo>
                  <a:pt x="1661732" y="2149793"/>
                </a:lnTo>
                <a:lnTo>
                  <a:pt x="1690878" y="2176939"/>
                </a:lnTo>
                <a:cubicBezTo>
                  <a:pt x="1690878" y="2176939"/>
                  <a:pt x="1690688" y="2177606"/>
                  <a:pt x="1690688" y="2177891"/>
                </a:cubicBezTo>
                <a:lnTo>
                  <a:pt x="1690688" y="2190845"/>
                </a:lnTo>
                <a:cubicBezTo>
                  <a:pt x="1690688" y="2193608"/>
                  <a:pt x="1692974" y="2195894"/>
                  <a:pt x="1695736" y="2195894"/>
                </a:cubicBezTo>
                <a:lnTo>
                  <a:pt x="1708690" y="2195894"/>
                </a:lnTo>
                <a:cubicBezTo>
                  <a:pt x="1709452" y="2195894"/>
                  <a:pt x="1710214" y="2195703"/>
                  <a:pt x="1710881" y="2195417"/>
                </a:cubicBezTo>
                <a:lnTo>
                  <a:pt x="1766602" y="2250186"/>
                </a:lnTo>
                <a:lnTo>
                  <a:pt x="1773269" y="2250186"/>
                </a:lnTo>
                <a:cubicBezTo>
                  <a:pt x="1773269" y="2250186"/>
                  <a:pt x="1807464" y="2286000"/>
                  <a:pt x="1807464" y="2286000"/>
                </a:cubicBezTo>
                <a:lnTo>
                  <a:pt x="1808131" y="2292858"/>
                </a:lnTo>
                <a:lnTo>
                  <a:pt x="1881092" y="2364867"/>
                </a:lnTo>
                <a:cubicBezTo>
                  <a:pt x="1879759" y="2367344"/>
                  <a:pt x="1879473" y="2370296"/>
                  <a:pt x="1880711" y="2373059"/>
                </a:cubicBezTo>
                <a:cubicBezTo>
                  <a:pt x="1882902" y="2377821"/>
                  <a:pt x="1888427" y="2379917"/>
                  <a:pt x="1893189" y="2377821"/>
                </a:cubicBezTo>
                <a:cubicBezTo>
                  <a:pt x="1897952" y="2375630"/>
                  <a:pt x="1900047" y="2370106"/>
                  <a:pt x="1897952" y="2365343"/>
                </a:cubicBezTo>
                <a:close/>
                <a:moveTo>
                  <a:pt x="1584960" y="2256758"/>
                </a:moveTo>
                <a:cubicBezTo>
                  <a:pt x="1584960" y="2256758"/>
                  <a:pt x="1585722" y="2257139"/>
                  <a:pt x="1585722" y="2257520"/>
                </a:cubicBezTo>
                <a:lnTo>
                  <a:pt x="1585722" y="2281904"/>
                </a:lnTo>
                <a:cubicBezTo>
                  <a:pt x="1585722" y="2281904"/>
                  <a:pt x="1585341" y="2282666"/>
                  <a:pt x="1584960" y="2282666"/>
                </a:cubicBezTo>
                <a:lnTo>
                  <a:pt x="1560576" y="2282666"/>
                </a:lnTo>
                <a:cubicBezTo>
                  <a:pt x="1560576" y="2282666"/>
                  <a:pt x="1559814" y="2282285"/>
                  <a:pt x="1559814" y="2281904"/>
                </a:cubicBezTo>
                <a:lnTo>
                  <a:pt x="1559814" y="2257520"/>
                </a:lnTo>
                <a:cubicBezTo>
                  <a:pt x="1559814" y="2257520"/>
                  <a:pt x="1560195" y="2256758"/>
                  <a:pt x="1560576" y="2256758"/>
                </a:cubicBezTo>
                <a:lnTo>
                  <a:pt x="1584960" y="2256758"/>
                </a:lnTo>
                <a:close/>
                <a:moveTo>
                  <a:pt x="1572768" y="2151317"/>
                </a:moveTo>
                <a:cubicBezTo>
                  <a:pt x="1569815" y="2151317"/>
                  <a:pt x="1567339" y="2148840"/>
                  <a:pt x="1567339" y="2145887"/>
                </a:cubicBezTo>
                <a:cubicBezTo>
                  <a:pt x="1567339" y="2142935"/>
                  <a:pt x="1569720" y="2140458"/>
                  <a:pt x="1572768" y="2140458"/>
                </a:cubicBezTo>
                <a:cubicBezTo>
                  <a:pt x="1575816" y="2140458"/>
                  <a:pt x="1578197" y="2142839"/>
                  <a:pt x="1578197" y="2145887"/>
                </a:cubicBezTo>
                <a:cubicBezTo>
                  <a:pt x="1578197" y="2148935"/>
                  <a:pt x="1575721" y="2151317"/>
                  <a:pt x="1572768" y="2151317"/>
                </a:cubicBezTo>
                <a:close/>
                <a:moveTo>
                  <a:pt x="1708976" y="2190845"/>
                </a:moveTo>
                <a:cubicBezTo>
                  <a:pt x="1708976" y="2190845"/>
                  <a:pt x="1708785" y="2191131"/>
                  <a:pt x="1708690" y="2191131"/>
                </a:cubicBezTo>
                <a:lnTo>
                  <a:pt x="1695450" y="2190845"/>
                </a:lnTo>
                <a:lnTo>
                  <a:pt x="1695736" y="2177606"/>
                </a:lnTo>
                <a:lnTo>
                  <a:pt x="1708976" y="2177891"/>
                </a:lnTo>
                <a:lnTo>
                  <a:pt x="1708976" y="2190845"/>
                </a:lnTo>
                <a:close/>
                <a:moveTo>
                  <a:pt x="417100" y="648462"/>
                </a:moveTo>
                <a:lnTo>
                  <a:pt x="412528" y="642938"/>
                </a:lnTo>
                <a:lnTo>
                  <a:pt x="409099" y="645795"/>
                </a:lnTo>
                <a:cubicBezTo>
                  <a:pt x="404717" y="642461"/>
                  <a:pt x="398526" y="642842"/>
                  <a:pt x="394716" y="646938"/>
                </a:cubicBezTo>
                <a:cubicBezTo>
                  <a:pt x="390715" y="651320"/>
                  <a:pt x="391097" y="658082"/>
                  <a:pt x="395478" y="661988"/>
                </a:cubicBezTo>
                <a:cubicBezTo>
                  <a:pt x="397478" y="663797"/>
                  <a:pt x="400050" y="664750"/>
                  <a:pt x="402622" y="664750"/>
                </a:cubicBezTo>
                <a:cubicBezTo>
                  <a:pt x="405575" y="664750"/>
                  <a:pt x="408432" y="663607"/>
                  <a:pt x="410528" y="661226"/>
                </a:cubicBezTo>
                <a:cubicBezTo>
                  <a:pt x="413290" y="658177"/>
                  <a:pt x="413861" y="653891"/>
                  <a:pt x="412528" y="650272"/>
                </a:cubicBezTo>
                <a:lnTo>
                  <a:pt x="413480" y="651415"/>
                </a:lnTo>
                <a:lnTo>
                  <a:pt x="417195" y="648367"/>
                </a:lnTo>
                <a:close/>
                <a:moveTo>
                  <a:pt x="407003" y="658082"/>
                </a:moveTo>
                <a:cubicBezTo>
                  <a:pt x="404813" y="660464"/>
                  <a:pt x="401098" y="660654"/>
                  <a:pt x="398621" y="658463"/>
                </a:cubicBezTo>
                <a:cubicBezTo>
                  <a:pt x="396240" y="656273"/>
                  <a:pt x="396050" y="652558"/>
                  <a:pt x="398240" y="650081"/>
                </a:cubicBezTo>
                <a:cubicBezTo>
                  <a:pt x="399383" y="648843"/>
                  <a:pt x="401003" y="648176"/>
                  <a:pt x="402622" y="648176"/>
                </a:cubicBezTo>
                <a:cubicBezTo>
                  <a:pt x="404051" y="648176"/>
                  <a:pt x="405479" y="648652"/>
                  <a:pt x="406622" y="649700"/>
                </a:cubicBezTo>
                <a:cubicBezTo>
                  <a:pt x="409004" y="651891"/>
                  <a:pt x="409194" y="655606"/>
                  <a:pt x="407003" y="658082"/>
                </a:cubicBezTo>
                <a:close/>
                <a:moveTo>
                  <a:pt x="665417" y="615410"/>
                </a:moveTo>
                <a:lnTo>
                  <a:pt x="669989" y="620935"/>
                </a:lnTo>
                <a:lnTo>
                  <a:pt x="664750" y="625221"/>
                </a:lnTo>
                <a:lnTo>
                  <a:pt x="660178" y="619697"/>
                </a:lnTo>
                <a:lnTo>
                  <a:pt x="665417" y="615410"/>
                </a:lnTo>
                <a:close/>
                <a:moveTo>
                  <a:pt x="451771" y="592265"/>
                </a:moveTo>
                <a:lnTo>
                  <a:pt x="458914" y="592265"/>
                </a:lnTo>
                <a:lnTo>
                  <a:pt x="458914" y="599885"/>
                </a:lnTo>
                <a:lnTo>
                  <a:pt x="451771" y="599885"/>
                </a:lnTo>
                <a:lnTo>
                  <a:pt x="451771" y="592265"/>
                </a:lnTo>
                <a:close/>
                <a:moveTo>
                  <a:pt x="451771" y="577025"/>
                </a:moveTo>
                <a:lnTo>
                  <a:pt x="458914" y="577025"/>
                </a:lnTo>
                <a:lnTo>
                  <a:pt x="458914" y="584645"/>
                </a:lnTo>
                <a:lnTo>
                  <a:pt x="451771" y="584645"/>
                </a:lnTo>
                <a:lnTo>
                  <a:pt x="451771" y="577025"/>
                </a:lnTo>
                <a:close/>
                <a:moveTo>
                  <a:pt x="2752820" y="209836"/>
                </a:moveTo>
                <a:lnTo>
                  <a:pt x="2752820" y="224504"/>
                </a:lnTo>
                <a:cubicBezTo>
                  <a:pt x="2752820" y="226600"/>
                  <a:pt x="2751106" y="228314"/>
                  <a:pt x="2749010" y="228314"/>
                </a:cubicBezTo>
                <a:lnTo>
                  <a:pt x="2734342" y="228314"/>
                </a:lnTo>
                <a:cubicBezTo>
                  <a:pt x="2732246" y="228314"/>
                  <a:pt x="2730532" y="226600"/>
                  <a:pt x="2730532" y="224504"/>
                </a:cubicBezTo>
                <a:lnTo>
                  <a:pt x="2730532" y="209836"/>
                </a:lnTo>
                <a:cubicBezTo>
                  <a:pt x="2730532" y="207740"/>
                  <a:pt x="2732246" y="206026"/>
                  <a:pt x="2734342" y="206026"/>
                </a:cubicBezTo>
                <a:lnTo>
                  <a:pt x="2749010" y="206026"/>
                </a:lnTo>
                <a:cubicBezTo>
                  <a:pt x="2751106" y="206026"/>
                  <a:pt x="2752820" y="207740"/>
                  <a:pt x="2752820" y="209836"/>
                </a:cubicBezTo>
                <a:close/>
                <a:moveTo>
                  <a:pt x="508540" y="570833"/>
                </a:moveTo>
                <a:cubicBezTo>
                  <a:pt x="504825" y="570833"/>
                  <a:pt x="501682" y="573881"/>
                  <a:pt x="501682" y="577691"/>
                </a:cubicBezTo>
                <a:lnTo>
                  <a:pt x="501682" y="590360"/>
                </a:lnTo>
                <a:cubicBezTo>
                  <a:pt x="501682" y="594074"/>
                  <a:pt x="504730" y="597218"/>
                  <a:pt x="508540" y="597218"/>
                </a:cubicBezTo>
                <a:lnTo>
                  <a:pt x="521208" y="597218"/>
                </a:lnTo>
                <a:cubicBezTo>
                  <a:pt x="524923" y="597218"/>
                  <a:pt x="528066" y="594170"/>
                  <a:pt x="528066" y="590360"/>
                </a:cubicBezTo>
                <a:lnTo>
                  <a:pt x="528066" y="577691"/>
                </a:lnTo>
                <a:cubicBezTo>
                  <a:pt x="528066" y="573977"/>
                  <a:pt x="525018" y="570833"/>
                  <a:pt x="521208" y="570833"/>
                </a:cubicBezTo>
                <a:lnTo>
                  <a:pt x="517208" y="570833"/>
                </a:lnTo>
                <a:lnTo>
                  <a:pt x="517208" y="425768"/>
                </a:lnTo>
                <a:lnTo>
                  <a:pt x="371475" y="257080"/>
                </a:lnTo>
                <a:cubicBezTo>
                  <a:pt x="374428" y="254413"/>
                  <a:pt x="375666" y="250127"/>
                  <a:pt x="374333" y="246031"/>
                </a:cubicBezTo>
                <a:cubicBezTo>
                  <a:pt x="373189" y="242602"/>
                  <a:pt x="370332" y="240411"/>
                  <a:pt x="366998" y="239649"/>
                </a:cubicBezTo>
                <a:lnTo>
                  <a:pt x="366998" y="238030"/>
                </a:lnTo>
                <a:lnTo>
                  <a:pt x="362236" y="238030"/>
                </a:lnTo>
                <a:lnTo>
                  <a:pt x="362236" y="239649"/>
                </a:lnTo>
                <a:cubicBezTo>
                  <a:pt x="362236" y="239649"/>
                  <a:pt x="361569" y="239649"/>
                  <a:pt x="361188" y="239744"/>
                </a:cubicBezTo>
                <a:cubicBezTo>
                  <a:pt x="355854" y="241649"/>
                  <a:pt x="352997" y="247460"/>
                  <a:pt x="354902" y="252794"/>
                </a:cubicBezTo>
                <a:cubicBezTo>
                  <a:pt x="356616" y="257842"/>
                  <a:pt x="361950" y="260509"/>
                  <a:pt x="366998" y="259175"/>
                </a:cubicBezTo>
                <a:lnTo>
                  <a:pt x="512350" y="427387"/>
                </a:lnTo>
                <a:lnTo>
                  <a:pt x="512350" y="570643"/>
                </a:lnTo>
                <a:lnTo>
                  <a:pt x="508349" y="570643"/>
                </a:lnTo>
                <a:close/>
                <a:moveTo>
                  <a:pt x="521208" y="575596"/>
                </a:moveTo>
                <a:cubicBezTo>
                  <a:pt x="522351" y="575596"/>
                  <a:pt x="523304" y="576548"/>
                  <a:pt x="523304" y="577691"/>
                </a:cubicBezTo>
                <a:lnTo>
                  <a:pt x="523304" y="590360"/>
                </a:lnTo>
                <a:cubicBezTo>
                  <a:pt x="523304" y="591503"/>
                  <a:pt x="522351" y="592455"/>
                  <a:pt x="521208" y="592455"/>
                </a:cubicBezTo>
                <a:lnTo>
                  <a:pt x="508540" y="592455"/>
                </a:lnTo>
                <a:cubicBezTo>
                  <a:pt x="507397" y="592455"/>
                  <a:pt x="506444" y="591503"/>
                  <a:pt x="506444" y="590360"/>
                </a:cubicBezTo>
                <a:lnTo>
                  <a:pt x="506444" y="577691"/>
                </a:lnTo>
                <a:cubicBezTo>
                  <a:pt x="506444" y="576548"/>
                  <a:pt x="507397" y="575596"/>
                  <a:pt x="508540" y="575596"/>
                </a:cubicBezTo>
                <a:lnTo>
                  <a:pt x="521208" y="575596"/>
                </a:lnTo>
                <a:close/>
                <a:moveTo>
                  <a:pt x="343757" y="592265"/>
                </a:moveTo>
                <a:lnTo>
                  <a:pt x="350901" y="592265"/>
                </a:lnTo>
                <a:lnTo>
                  <a:pt x="350901" y="599885"/>
                </a:lnTo>
                <a:lnTo>
                  <a:pt x="343757" y="599885"/>
                </a:lnTo>
                <a:lnTo>
                  <a:pt x="343757" y="592265"/>
                </a:lnTo>
                <a:close/>
                <a:moveTo>
                  <a:pt x="458914" y="554069"/>
                </a:moveTo>
                <a:lnTo>
                  <a:pt x="451771" y="554069"/>
                </a:lnTo>
                <a:lnTo>
                  <a:pt x="451771" y="549307"/>
                </a:lnTo>
                <a:lnTo>
                  <a:pt x="458914" y="549307"/>
                </a:lnTo>
                <a:lnTo>
                  <a:pt x="458914" y="554069"/>
                </a:lnTo>
                <a:close/>
                <a:moveTo>
                  <a:pt x="427577" y="639794"/>
                </a:moveTo>
                <a:lnTo>
                  <a:pt x="422339" y="644081"/>
                </a:lnTo>
                <a:lnTo>
                  <a:pt x="417767" y="638556"/>
                </a:lnTo>
                <a:lnTo>
                  <a:pt x="423005" y="634270"/>
                </a:lnTo>
                <a:lnTo>
                  <a:pt x="427577" y="639794"/>
                </a:lnTo>
                <a:close/>
                <a:moveTo>
                  <a:pt x="376333" y="223647"/>
                </a:moveTo>
                <a:lnTo>
                  <a:pt x="372713" y="220504"/>
                </a:lnTo>
                <a:lnTo>
                  <a:pt x="385763" y="205645"/>
                </a:lnTo>
                <a:lnTo>
                  <a:pt x="389382" y="208788"/>
                </a:lnTo>
                <a:lnTo>
                  <a:pt x="376333" y="223647"/>
                </a:lnTo>
                <a:close/>
                <a:moveTo>
                  <a:pt x="343757" y="607600"/>
                </a:moveTo>
                <a:lnTo>
                  <a:pt x="350901" y="607600"/>
                </a:lnTo>
                <a:lnTo>
                  <a:pt x="350901" y="614077"/>
                </a:lnTo>
                <a:lnTo>
                  <a:pt x="345948" y="618173"/>
                </a:lnTo>
                <a:lnTo>
                  <a:pt x="341376" y="612648"/>
                </a:lnTo>
                <a:lnTo>
                  <a:pt x="343757" y="610648"/>
                </a:lnTo>
                <a:lnTo>
                  <a:pt x="343757" y="607600"/>
                </a:lnTo>
                <a:close/>
                <a:moveTo>
                  <a:pt x="451771" y="561689"/>
                </a:moveTo>
                <a:lnTo>
                  <a:pt x="458914" y="561689"/>
                </a:lnTo>
                <a:lnTo>
                  <a:pt x="458914" y="569309"/>
                </a:lnTo>
                <a:lnTo>
                  <a:pt x="451771" y="569309"/>
                </a:lnTo>
                <a:lnTo>
                  <a:pt x="451771" y="561689"/>
                </a:lnTo>
                <a:close/>
                <a:moveTo>
                  <a:pt x="438150" y="631127"/>
                </a:moveTo>
                <a:lnTo>
                  <a:pt x="432911" y="635413"/>
                </a:lnTo>
                <a:lnTo>
                  <a:pt x="428339" y="629888"/>
                </a:lnTo>
                <a:lnTo>
                  <a:pt x="433578" y="625602"/>
                </a:lnTo>
                <a:lnTo>
                  <a:pt x="438150" y="631127"/>
                </a:lnTo>
                <a:close/>
                <a:moveTo>
                  <a:pt x="448723" y="622459"/>
                </a:moveTo>
                <a:lnTo>
                  <a:pt x="443484" y="626745"/>
                </a:lnTo>
                <a:lnTo>
                  <a:pt x="438912" y="621221"/>
                </a:lnTo>
                <a:lnTo>
                  <a:pt x="444151" y="616934"/>
                </a:lnTo>
                <a:lnTo>
                  <a:pt x="448723" y="622459"/>
                </a:lnTo>
                <a:close/>
                <a:moveTo>
                  <a:pt x="439864" y="2393537"/>
                </a:moveTo>
                <a:lnTo>
                  <a:pt x="516827" y="2393537"/>
                </a:lnTo>
                <a:cubicBezTo>
                  <a:pt x="517493" y="2393537"/>
                  <a:pt x="518065" y="2393728"/>
                  <a:pt x="518541" y="2394204"/>
                </a:cubicBezTo>
                <a:cubicBezTo>
                  <a:pt x="519017" y="2394680"/>
                  <a:pt x="519208" y="2395252"/>
                  <a:pt x="519208" y="2395919"/>
                </a:cubicBezTo>
                <a:lnTo>
                  <a:pt x="519208" y="2473071"/>
                </a:lnTo>
                <a:cubicBezTo>
                  <a:pt x="521208" y="2473643"/>
                  <a:pt x="523113" y="2474690"/>
                  <a:pt x="524447" y="2476500"/>
                </a:cubicBezTo>
                <a:cubicBezTo>
                  <a:pt x="525971" y="2478596"/>
                  <a:pt x="526542" y="2481167"/>
                  <a:pt x="526066" y="2483739"/>
                </a:cubicBezTo>
                <a:cubicBezTo>
                  <a:pt x="525590" y="2486311"/>
                  <a:pt x="524161" y="2488597"/>
                  <a:pt x="521970" y="2490026"/>
                </a:cubicBezTo>
                <a:cubicBezTo>
                  <a:pt x="517589" y="2492978"/>
                  <a:pt x="511493" y="2491930"/>
                  <a:pt x="508445" y="2487644"/>
                </a:cubicBezTo>
                <a:cubicBezTo>
                  <a:pt x="506921" y="2485549"/>
                  <a:pt x="506349" y="2482977"/>
                  <a:pt x="506825" y="2480405"/>
                </a:cubicBezTo>
                <a:cubicBezTo>
                  <a:pt x="507302" y="2477834"/>
                  <a:pt x="508730" y="2475548"/>
                  <a:pt x="510921" y="2474119"/>
                </a:cubicBezTo>
                <a:cubicBezTo>
                  <a:pt x="511969" y="2473452"/>
                  <a:pt x="513112" y="2473071"/>
                  <a:pt x="514255" y="2472785"/>
                </a:cubicBezTo>
                <a:lnTo>
                  <a:pt x="514255" y="2398300"/>
                </a:lnTo>
                <a:cubicBezTo>
                  <a:pt x="514255" y="2398300"/>
                  <a:pt x="439388" y="2398300"/>
                  <a:pt x="439388" y="2398300"/>
                </a:cubicBezTo>
                <a:cubicBezTo>
                  <a:pt x="438722" y="2400300"/>
                  <a:pt x="437579" y="2402110"/>
                  <a:pt x="435769" y="2403348"/>
                </a:cubicBezTo>
                <a:cubicBezTo>
                  <a:pt x="431387" y="2406301"/>
                  <a:pt x="425291" y="2405253"/>
                  <a:pt x="422243" y="2400967"/>
                </a:cubicBezTo>
                <a:cubicBezTo>
                  <a:pt x="420719" y="2398871"/>
                  <a:pt x="420148" y="2396300"/>
                  <a:pt x="420624" y="2393728"/>
                </a:cubicBezTo>
                <a:cubicBezTo>
                  <a:pt x="421100" y="2391156"/>
                  <a:pt x="422529" y="2388870"/>
                  <a:pt x="424720" y="2387441"/>
                </a:cubicBezTo>
                <a:cubicBezTo>
                  <a:pt x="426434" y="2386298"/>
                  <a:pt x="428339" y="2385822"/>
                  <a:pt x="430244" y="2385822"/>
                </a:cubicBezTo>
                <a:cubicBezTo>
                  <a:pt x="433292" y="2385822"/>
                  <a:pt x="436340" y="2387251"/>
                  <a:pt x="438245" y="2389918"/>
                </a:cubicBezTo>
                <a:cubicBezTo>
                  <a:pt x="439103" y="2391061"/>
                  <a:pt x="439579" y="2392394"/>
                  <a:pt x="439864" y="2393728"/>
                </a:cubicBezTo>
                <a:close/>
                <a:moveTo>
                  <a:pt x="1211485" y="254984"/>
                </a:moveTo>
                <a:lnTo>
                  <a:pt x="1218629" y="254984"/>
                </a:lnTo>
                <a:cubicBezTo>
                  <a:pt x="1218629" y="254984"/>
                  <a:pt x="1218629" y="264128"/>
                  <a:pt x="1218629" y="264128"/>
                </a:cubicBezTo>
                <a:lnTo>
                  <a:pt x="1211485" y="264128"/>
                </a:lnTo>
                <a:cubicBezTo>
                  <a:pt x="1211485" y="264128"/>
                  <a:pt x="1211485" y="254984"/>
                  <a:pt x="1211485" y="254984"/>
                </a:cubicBezTo>
                <a:close/>
                <a:moveTo>
                  <a:pt x="586835" y="4414838"/>
                </a:moveTo>
                <a:lnTo>
                  <a:pt x="593598" y="4408932"/>
                </a:lnTo>
                <a:lnTo>
                  <a:pt x="598361" y="4414266"/>
                </a:lnTo>
                <a:lnTo>
                  <a:pt x="591598" y="4420172"/>
                </a:lnTo>
                <a:lnTo>
                  <a:pt x="586835" y="4414838"/>
                </a:lnTo>
                <a:close/>
                <a:moveTo>
                  <a:pt x="1218914" y="209455"/>
                </a:moveTo>
                <a:lnTo>
                  <a:pt x="1211771" y="209455"/>
                </a:lnTo>
                <a:cubicBezTo>
                  <a:pt x="1211771" y="209455"/>
                  <a:pt x="1211771" y="200311"/>
                  <a:pt x="1211771" y="200311"/>
                </a:cubicBezTo>
                <a:lnTo>
                  <a:pt x="1218914" y="200311"/>
                </a:lnTo>
                <a:cubicBezTo>
                  <a:pt x="1218914" y="200311"/>
                  <a:pt x="1218914" y="209455"/>
                  <a:pt x="1218914" y="209455"/>
                </a:cubicBezTo>
                <a:close/>
                <a:moveTo>
                  <a:pt x="1211294" y="273272"/>
                </a:moveTo>
                <a:lnTo>
                  <a:pt x="1218438" y="273272"/>
                </a:lnTo>
                <a:cubicBezTo>
                  <a:pt x="1218438" y="273272"/>
                  <a:pt x="1218438" y="282416"/>
                  <a:pt x="1218438" y="282416"/>
                </a:cubicBezTo>
                <a:lnTo>
                  <a:pt x="1211294" y="282416"/>
                </a:lnTo>
                <a:cubicBezTo>
                  <a:pt x="1211294" y="282416"/>
                  <a:pt x="1211294" y="273272"/>
                  <a:pt x="1211294" y="273272"/>
                </a:cubicBezTo>
                <a:close/>
                <a:moveTo>
                  <a:pt x="1205865" y="335756"/>
                </a:moveTo>
                <a:lnTo>
                  <a:pt x="1210628" y="341090"/>
                </a:lnTo>
                <a:lnTo>
                  <a:pt x="1207961" y="343472"/>
                </a:lnTo>
                <a:lnTo>
                  <a:pt x="1203198" y="338138"/>
                </a:lnTo>
                <a:lnTo>
                  <a:pt x="1205865" y="335756"/>
                </a:lnTo>
                <a:close/>
                <a:moveTo>
                  <a:pt x="1211009" y="328041"/>
                </a:moveTo>
                <a:lnTo>
                  <a:pt x="1218152" y="328041"/>
                </a:lnTo>
                <a:cubicBezTo>
                  <a:pt x="1218152" y="328041"/>
                  <a:pt x="1218152" y="334423"/>
                  <a:pt x="1218152" y="334423"/>
                </a:cubicBezTo>
                <a:lnTo>
                  <a:pt x="1213390" y="338709"/>
                </a:lnTo>
                <a:lnTo>
                  <a:pt x="1208627" y="333375"/>
                </a:lnTo>
                <a:lnTo>
                  <a:pt x="1211009" y="331280"/>
                </a:lnTo>
                <a:lnTo>
                  <a:pt x="1211009" y="328136"/>
                </a:lnTo>
                <a:close/>
                <a:moveTo>
                  <a:pt x="1211104" y="309753"/>
                </a:moveTo>
                <a:lnTo>
                  <a:pt x="1218248" y="309753"/>
                </a:lnTo>
                <a:cubicBezTo>
                  <a:pt x="1218248" y="309753"/>
                  <a:pt x="1218248" y="318897"/>
                  <a:pt x="1218248" y="318897"/>
                </a:cubicBezTo>
                <a:lnTo>
                  <a:pt x="1211104" y="318897"/>
                </a:lnTo>
                <a:cubicBezTo>
                  <a:pt x="1211104" y="318897"/>
                  <a:pt x="1211104" y="309753"/>
                  <a:pt x="1211104" y="309753"/>
                </a:cubicBezTo>
                <a:close/>
                <a:moveTo>
                  <a:pt x="1211199" y="291560"/>
                </a:moveTo>
                <a:lnTo>
                  <a:pt x="1218343" y="291560"/>
                </a:lnTo>
                <a:cubicBezTo>
                  <a:pt x="1218343" y="291560"/>
                  <a:pt x="1218343" y="300704"/>
                  <a:pt x="1218343" y="300704"/>
                </a:cubicBezTo>
                <a:lnTo>
                  <a:pt x="1211199" y="300704"/>
                </a:lnTo>
                <a:cubicBezTo>
                  <a:pt x="1211199" y="300704"/>
                  <a:pt x="1211199" y="291560"/>
                  <a:pt x="1211199" y="291560"/>
                </a:cubicBezTo>
                <a:close/>
                <a:moveTo>
                  <a:pt x="1082421" y="273653"/>
                </a:moveTo>
                <a:lnTo>
                  <a:pt x="1082421" y="441198"/>
                </a:lnTo>
                <a:lnTo>
                  <a:pt x="1092899" y="459391"/>
                </a:lnTo>
                <a:lnTo>
                  <a:pt x="1092899" y="523018"/>
                </a:lnTo>
                <a:cubicBezTo>
                  <a:pt x="1092899" y="523018"/>
                  <a:pt x="1092327" y="523018"/>
                  <a:pt x="1092327" y="523018"/>
                </a:cubicBezTo>
                <a:cubicBezTo>
                  <a:pt x="1090803" y="523018"/>
                  <a:pt x="1089660" y="524256"/>
                  <a:pt x="1089660" y="525685"/>
                </a:cubicBezTo>
                <a:lnTo>
                  <a:pt x="1089660" y="538639"/>
                </a:lnTo>
                <a:cubicBezTo>
                  <a:pt x="1089660" y="540163"/>
                  <a:pt x="1090898" y="541306"/>
                  <a:pt x="1092327" y="541306"/>
                </a:cubicBezTo>
                <a:lnTo>
                  <a:pt x="1098328" y="541306"/>
                </a:lnTo>
                <a:cubicBezTo>
                  <a:pt x="1099852" y="541306"/>
                  <a:pt x="1100995" y="540068"/>
                  <a:pt x="1100995" y="538639"/>
                </a:cubicBezTo>
                <a:lnTo>
                  <a:pt x="1100995" y="525685"/>
                </a:lnTo>
                <a:cubicBezTo>
                  <a:pt x="1100995" y="524161"/>
                  <a:pt x="1099757" y="523018"/>
                  <a:pt x="1098328" y="523018"/>
                </a:cubicBezTo>
                <a:lnTo>
                  <a:pt x="1097852" y="523018"/>
                </a:lnTo>
                <a:lnTo>
                  <a:pt x="1097852" y="458153"/>
                </a:lnTo>
                <a:cubicBezTo>
                  <a:pt x="1097852" y="458153"/>
                  <a:pt x="1087184" y="439960"/>
                  <a:pt x="1087184" y="439960"/>
                </a:cubicBezTo>
                <a:lnTo>
                  <a:pt x="1087184" y="275463"/>
                </a:lnTo>
                <a:lnTo>
                  <a:pt x="1101852" y="258413"/>
                </a:lnTo>
                <a:lnTo>
                  <a:pt x="1101852" y="187262"/>
                </a:lnTo>
                <a:lnTo>
                  <a:pt x="1106710" y="187262"/>
                </a:lnTo>
                <a:cubicBezTo>
                  <a:pt x="1110425" y="187262"/>
                  <a:pt x="1113568" y="184214"/>
                  <a:pt x="1113568" y="180404"/>
                </a:cubicBezTo>
                <a:lnTo>
                  <a:pt x="1113568" y="166021"/>
                </a:lnTo>
                <a:cubicBezTo>
                  <a:pt x="1113568" y="162306"/>
                  <a:pt x="1110520" y="159163"/>
                  <a:pt x="1106710" y="159163"/>
                </a:cubicBezTo>
                <a:lnTo>
                  <a:pt x="1101852" y="159163"/>
                </a:lnTo>
                <a:lnTo>
                  <a:pt x="1101376" y="135160"/>
                </a:lnTo>
                <a:lnTo>
                  <a:pt x="1128427" y="105442"/>
                </a:lnTo>
                <a:lnTo>
                  <a:pt x="1128998" y="30099"/>
                </a:lnTo>
                <a:cubicBezTo>
                  <a:pt x="1134904" y="28956"/>
                  <a:pt x="1139476" y="24003"/>
                  <a:pt x="1139476" y="17717"/>
                </a:cubicBezTo>
                <a:cubicBezTo>
                  <a:pt x="1139476" y="10668"/>
                  <a:pt x="1133761" y="4858"/>
                  <a:pt x="1126617" y="4858"/>
                </a:cubicBezTo>
                <a:cubicBezTo>
                  <a:pt x="1119473" y="4858"/>
                  <a:pt x="1113758" y="10573"/>
                  <a:pt x="1113758" y="17717"/>
                </a:cubicBezTo>
                <a:cubicBezTo>
                  <a:pt x="1113758" y="23908"/>
                  <a:pt x="1118330" y="28861"/>
                  <a:pt x="1124236" y="30099"/>
                </a:cubicBezTo>
                <a:lnTo>
                  <a:pt x="1123664" y="103537"/>
                </a:lnTo>
                <a:lnTo>
                  <a:pt x="1096518" y="133350"/>
                </a:lnTo>
                <a:lnTo>
                  <a:pt x="1097090" y="159163"/>
                </a:lnTo>
                <a:lnTo>
                  <a:pt x="1092327" y="159163"/>
                </a:lnTo>
                <a:cubicBezTo>
                  <a:pt x="1088612" y="159163"/>
                  <a:pt x="1085469" y="162211"/>
                  <a:pt x="1085469" y="166021"/>
                </a:cubicBezTo>
                <a:lnTo>
                  <a:pt x="1085469" y="180404"/>
                </a:lnTo>
                <a:cubicBezTo>
                  <a:pt x="1085469" y="184118"/>
                  <a:pt x="1088517" y="187262"/>
                  <a:pt x="1092327" y="187262"/>
                </a:cubicBezTo>
                <a:lnTo>
                  <a:pt x="1097185" y="187262"/>
                </a:lnTo>
                <a:lnTo>
                  <a:pt x="1097185" y="256699"/>
                </a:lnTo>
                <a:lnTo>
                  <a:pt x="1082516" y="273749"/>
                </a:lnTo>
                <a:close/>
                <a:moveTo>
                  <a:pt x="1118521" y="17717"/>
                </a:moveTo>
                <a:cubicBezTo>
                  <a:pt x="1118521" y="13240"/>
                  <a:pt x="1122140" y="9620"/>
                  <a:pt x="1126617" y="9620"/>
                </a:cubicBezTo>
                <a:cubicBezTo>
                  <a:pt x="1131094" y="9620"/>
                  <a:pt x="1134713" y="13240"/>
                  <a:pt x="1134713" y="17717"/>
                </a:cubicBezTo>
                <a:cubicBezTo>
                  <a:pt x="1134713" y="22193"/>
                  <a:pt x="1131094" y="25813"/>
                  <a:pt x="1126617" y="25813"/>
                </a:cubicBezTo>
                <a:cubicBezTo>
                  <a:pt x="1122140" y="25813"/>
                  <a:pt x="1118521" y="22193"/>
                  <a:pt x="1118521" y="17717"/>
                </a:cubicBezTo>
                <a:close/>
                <a:moveTo>
                  <a:pt x="1092327" y="182404"/>
                </a:moveTo>
                <a:cubicBezTo>
                  <a:pt x="1091184" y="182404"/>
                  <a:pt x="1090232" y="181451"/>
                  <a:pt x="1090232" y="180308"/>
                </a:cubicBezTo>
                <a:lnTo>
                  <a:pt x="1090232" y="165926"/>
                </a:lnTo>
                <a:cubicBezTo>
                  <a:pt x="1090232" y="164783"/>
                  <a:pt x="1091184" y="163830"/>
                  <a:pt x="1092327" y="163830"/>
                </a:cubicBezTo>
                <a:lnTo>
                  <a:pt x="1106805" y="163830"/>
                </a:lnTo>
                <a:cubicBezTo>
                  <a:pt x="1107948" y="163830"/>
                  <a:pt x="1108901" y="164783"/>
                  <a:pt x="1108901" y="165926"/>
                </a:cubicBezTo>
                <a:lnTo>
                  <a:pt x="1108901" y="180308"/>
                </a:lnTo>
                <a:cubicBezTo>
                  <a:pt x="1108901" y="181451"/>
                  <a:pt x="1107948" y="182404"/>
                  <a:pt x="1106805" y="182404"/>
                </a:cubicBezTo>
                <a:lnTo>
                  <a:pt x="1092422" y="182404"/>
                </a:lnTo>
                <a:close/>
                <a:moveTo>
                  <a:pt x="1105376" y="169736"/>
                </a:moveTo>
                <a:lnTo>
                  <a:pt x="1105376" y="176498"/>
                </a:lnTo>
                <a:cubicBezTo>
                  <a:pt x="1105376" y="177832"/>
                  <a:pt x="1104233" y="178975"/>
                  <a:pt x="1102900" y="178975"/>
                </a:cubicBezTo>
                <a:lnTo>
                  <a:pt x="1096137" y="178975"/>
                </a:lnTo>
                <a:cubicBezTo>
                  <a:pt x="1094804" y="178975"/>
                  <a:pt x="1093661" y="177832"/>
                  <a:pt x="1093661" y="176498"/>
                </a:cubicBezTo>
                <a:lnTo>
                  <a:pt x="1093661" y="169736"/>
                </a:lnTo>
                <a:cubicBezTo>
                  <a:pt x="1093661" y="168402"/>
                  <a:pt x="1094804" y="167259"/>
                  <a:pt x="1096137" y="167259"/>
                </a:cubicBezTo>
                <a:lnTo>
                  <a:pt x="1102900" y="167259"/>
                </a:lnTo>
                <a:cubicBezTo>
                  <a:pt x="1104233" y="167259"/>
                  <a:pt x="1105376" y="168402"/>
                  <a:pt x="1105376" y="169736"/>
                </a:cubicBezTo>
                <a:close/>
                <a:moveTo>
                  <a:pt x="2633186" y="4800791"/>
                </a:moveTo>
                <a:lnTo>
                  <a:pt x="2608612" y="4773835"/>
                </a:lnTo>
                <a:lnTo>
                  <a:pt x="2506694" y="4774216"/>
                </a:lnTo>
                <a:lnTo>
                  <a:pt x="2505932" y="4774216"/>
                </a:lnTo>
                <a:lnTo>
                  <a:pt x="2487835" y="4787361"/>
                </a:lnTo>
                <a:lnTo>
                  <a:pt x="2487835" y="4812411"/>
                </a:lnTo>
                <a:lnTo>
                  <a:pt x="2499551" y="4823174"/>
                </a:lnTo>
                <a:cubicBezTo>
                  <a:pt x="2500217" y="4827842"/>
                  <a:pt x="2504027" y="4831461"/>
                  <a:pt x="2508885" y="4831461"/>
                </a:cubicBezTo>
                <a:lnTo>
                  <a:pt x="2531078" y="4831461"/>
                </a:lnTo>
                <a:cubicBezTo>
                  <a:pt x="2535746" y="4831461"/>
                  <a:pt x="2539365" y="4828128"/>
                  <a:pt x="2540318" y="4823746"/>
                </a:cubicBezTo>
                <a:lnTo>
                  <a:pt x="2593562" y="4823746"/>
                </a:lnTo>
                <a:lnTo>
                  <a:pt x="2625471" y="4861560"/>
                </a:lnTo>
                <a:lnTo>
                  <a:pt x="2694337" y="4861560"/>
                </a:lnTo>
                <a:cubicBezTo>
                  <a:pt x="2696337" y="4865465"/>
                  <a:pt x="2700338" y="4868228"/>
                  <a:pt x="2705005" y="4868228"/>
                </a:cubicBezTo>
                <a:cubicBezTo>
                  <a:pt x="2711672" y="4868228"/>
                  <a:pt x="2717197" y="4862798"/>
                  <a:pt x="2717197" y="4856036"/>
                </a:cubicBezTo>
                <a:cubicBezTo>
                  <a:pt x="2717197" y="4849273"/>
                  <a:pt x="2711768" y="4843844"/>
                  <a:pt x="2705005" y="4843844"/>
                </a:cubicBezTo>
                <a:cubicBezTo>
                  <a:pt x="2698909" y="4843844"/>
                  <a:pt x="2694051" y="4848416"/>
                  <a:pt x="2693194" y="4854321"/>
                </a:cubicBezTo>
                <a:lnTo>
                  <a:pt x="2628805" y="4854321"/>
                </a:lnTo>
                <a:lnTo>
                  <a:pt x="2596896" y="4816507"/>
                </a:lnTo>
                <a:lnTo>
                  <a:pt x="2540318" y="4816507"/>
                </a:lnTo>
                <a:cubicBezTo>
                  <a:pt x="2539365" y="4812126"/>
                  <a:pt x="2535746" y="4808792"/>
                  <a:pt x="2531078" y="4808792"/>
                </a:cubicBezTo>
                <a:lnTo>
                  <a:pt x="2508885" y="4808792"/>
                </a:lnTo>
                <a:cubicBezTo>
                  <a:pt x="2504218" y="4808792"/>
                  <a:pt x="2500503" y="4812221"/>
                  <a:pt x="2499646" y="4816602"/>
                </a:cubicBezTo>
                <a:lnTo>
                  <a:pt x="2492597" y="4810125"/>
                </a:lnTo>
                <a:lnTo>
                  <a:pt x="2492597" y="4789551"/>
                </a:lnTo>
                <a:lnTo>
                  <a:pt x="2507552" y="4778693"/>
                </a:lnTo>
                <a:lnTo>
                  <a:pt x="2606612" y="4778312"/>
                </a:lnTo>
                <a:lnTo>
                  <a:pt x="2631186" y="4805268"/>
                </a:lnTo>
                <a:lnTo>
                  <a:pt x="2664428" y="4805268"/>
                </a:lnTo>
                <a:lnTo>
                  <a:pt x="2671763" y="4799171"/>
                </a:lnTo>
                <a:cubicBezTo>
                  <a:pt x="2673858" y="4800886"/>
                  <a:pt x="2676335" y="4802029"/>
                  <a:pt x="2679192" y="4802029"/>
                </a:cubicBezTo>
                <a:cubicBezTo>
                  <a:pt x="2685764" y="4802029"/>
                  <a:pt x="2691003" y="4796695"/>
                  <a:pt x="2691003" y="4790218"/>
                </a:cubicBezTo>
                <a:cubicBezTo>
                  <a:pt x="2691003" y="4783741"/>
                  <a:pt x="2685669" y="4778407"/>
                  <a:pt x="2679192" y="4778407"/>
                </a:cubicBezTo>
                <a:cubicBezTo>
                  <a:pt x="2672715" y="4778407"/>
                  <a:pt x="2667381" y="4783741"/>
                  <a:pt x="2667381" y="4790218"/>
                </a:cubicBezTo>
                <a:cubicBezTo>
                  <a:pt x="2667381" y="4792123"/>
                  <a:pt x="2667953" y="4793933"/>
                  <a:pt x="2668810" y="4795552"/>
                </a:cubicBezTo>
                <a:lnTo>
                  <a:pt x="2662809" y="4800505"/>
                </a:lnTo>
                <a:lnTo>
                  <a:pt x="2633377" y="4800505"/>
                </a:lnTo>
                <a:close/>
                <a:moveTo>
                  <a:pt x="2704910" y="4848797"/>
                </a:moveTo>
                <a:cubicBezTo>
                  <a:pt x="2709005" y="4848797"/>
                  <a:pt x="2712339" y="4852130"/>
                  <a:pt x="2712339" y="4856226"/>
                </a:cubicBezTo>
                <a:cubicBezTo>
                  <a:pt x="2712339" y="4860322"/>
                  <a:pt x="2709005" y="4863656"/>
                  <a:pt x="2704910" y="4863656"/>
                </a:cubicBezTo>
                <a:cubicBezTo>
                  <a:pt x="2700814" y="4863656"/>
                  <a:pt x="2697480" y="4860322"/>
                  <a:pt x="2697480" y="4856226"/>
                </a:cubicBezTo>
                <a:cubicBezTo>
                  <a:pt x="2697480" y="4852130"/>
                  <a:pt x="2700814" y="4848797"/>
                  <a:pt x="2704910" y="4848797"/>
                </a:cubicBezTo>
                <a:close/>
                <a:moveTo>
                  <a:pt x="2532031" y="4814030"/>
                </a:moveTo>
                <a:cubicBezTo>
                  <a:pt x="2534222" y="4814507"/>
                  <a:pt x="2535841" y="4816317"/>
                  <a:pt x="2535841" y="4818698"/>
                </a:cubicBezTo>
                <a:lnTo>
                  <a:pt x="2535841" y="4822031"/>
                </a:lnTo>
                <a:cubicBezTo>
                  <a:pt x="2535841" y="4824318"/>
                  <a:pt x="2534222" y="4826222"/>
                  <a:pt x="2532031" y="4826699"/>
                </a:cubicBezTo>
                <a:lnTo>
                  <a:pt x="2532031" y="4814126"/>
                </a:lnTo>
                <a:close/>
                <a:moveTo>
                  <a:pt x="2514505" y="4813840"/>
                </a:moveTo>
                <a:lnTo>
                  <a:pt x="2526506" y="4813840"/>
                </a:lnTo>
                <a:lnTo>
                  <a:pt x="2526506" y="4826794"/>
                </a:lnTo>
                <a:lnTo>
                  <a:pt x="2514505" y="4826794"/>
                </a:lnTo>
                <a:lnTo>
                  <a:pt x="2514505" y="4813840"/>
                </a:lnTo>
                <a:close/>
                <a:moveTo>
                  <a:pt x="2504027" y="4818603"/>
                </a:moveTo>
                <a:cubicBezTo>
                  <a:pt x="2504027" y="4815936"/>
                  <a:pt x="2506218" y="4813745"/>
                  <a:pt x="2508885" y="4813745"/>
                </a:cubicBezTo>
                <a:lnTo>
                  <a:pt x="2509552" y="4813745"/>
                </a:lnTo>
                <a:lnTo>
                  <a:pt x="2509552" y="4826699"/>
                </a:lnTo>
                <a:lnTo>
                  <a:pt x="2508885" y="4826699"/>
                </a:lnTo>
                <a:cubicBezTo>
                  <a:pt x="2506218" y="4826699"/>
                  <a:pt x="2504027" y="4824508"/>
                  <a:pt x="2504027" y="4821841"/>
                </a:cubicBezTo>
                <a:lnTo>
                  <a:pt x="2504027" y="4818507"/>
                </a:lnTo>
                <a:close/>
                <a:moveTo>
                  <a:pt x="2679097" y="4783455"/>
                </a:moveTo>
                <a:cubicBezTo>
                  <a:pt x="2683002" y="4783455"/>
                  <a:pt x="2686145" y="4786598"/>
                  <a:pt x="2686145" y="4790504"/>
                </a:cubicBezTo>
                <a:cubicBezTo>
                  <a:pt x="2686145" y="4794409"/>
                  <a:pt x="2683002" y="4797552"/>
                  <a:pt x="2679097" y="4797552"/>
                </a:cubicBezTo>
                <a:cubicBezTo>
                  <a:pt x="2675192" y="4797552"/>
                  <a:pt x="2672048" y="4794409"/>
                  <a:pt x="2672048" y="4790504"/>
                </a:cubicBezTo>
                <a:cubicBezTo>
                  <a:pt x="2672048" y="4786598"/>
                  <a:pt x="2675192" y="4783455"/>
                  <a:pt x="2679097" y="4783455"/>
                </a:cubicBezTo>
                <a:close/>
                <a:moveTo>
                  <a:pt x="1144905" y="126968"/>
                </a:moveTo>
                <a:lnTo>
                  <a:pt x="1144905" y="166592"/>
                </a:lnTo>
                <a:lnTo>
                  <a:pt x="1143095" y="166592"/>
                </a:lnTo>
                <a:cubicBezTo>
                  <a:pt x="1141571" y="166592"/>
                  <a:pt x="1140428" y="167831"/>
                  <a:pt x="1140428" y="169259"/>
                </a:cubicBezTo>
                <a:lnTo>
                  <a:pt x="1140428" y="182213"/>
                </a:lnTo>
                <a:cubicBezTo>
                  <a:pt x="1140428" y="183737"/>
                  <a:pt x="1141667" y="184880"/>
                  <a:pt x="1143095" y="184880"/>
                </a:cubicBezTo>
                <a:lnTo>
                  <a:pt x="1149096" y="184880"/>
                </a:lnTo>
                <a:cubicBezTo>
                  <a:pt x="1150620" y="184880"/>
                  <a:pt x="1151763" y="183642"/>
                  <a:pt x="1151763" y="182213"/>
                </a:cubicBezTo>
                <a:lnTo>
                  <a:pt x="1151763" y="169259"/>
                </a:lnTo>
                <a:cubicBezTo>
                  <a:pt x="1151763" y="168021"/>
                  <a:pt x="1150811" y="167069"/>
                  <a:pt x="1149668" y="166783"/>
                </a:cubicBezTo>
                <a:lnTo>
                  <a:pt x="1149668" y="128778"/>
                </a:lnTo>
                <a:lnTo>
                  <a:pt x="1177004" y="99060"/>
                </a:lnTo>
                <a:lnTo>
                  <a:pt x="1177004" y="44196"/>
                </a:lnTo>
                <a:cubicBezTo>
                  <a:pt x="1182910" y="43053"/>
                  <a:pt x="1187482" y="38100"/>
                  <a:pt x="1187482" y="31814"/>
                </a:cubicBezTo>
                <a:cubicBezTo>
                  <a:pt x="1187482" y="24765"/>
                  <a:pt x="1181767" y="18955"/>
                  <a:pt x="1174623" y="18955"/>
                </a:cubicBezTo>
                <a:cubicBezTo>
                  <a:pt x="1167479" y="18955"/>
                  <a:pt x="1161764" y="24670"/>
                  <a:pt x="1161764" y="31814"/>
                </a:cubicBezTo>
                <a:cubicBezTo>
                  <a:pt x="1161764" y="38005"/>
                  <a:pt x="1166336" y="43053"/>
                  <a:pt x="1172242" y="44196"/>
                </a:cubicBezTo>
                <a:lnTo>
                  <a:pt x="1172242" y="97155"/>
                </a:lnTo>
                <a:lnTo>
                  <a:pt x="1144905" y="126873"/>
                </a:lnTo>
                <a:close/>
                <a:moveTo>
                  <a:pt x="1166527" y="31909"/>
                </a:moveTo>
                <a:cubicBezTo>
                  <a:pt x="1166527" y="27432"/>
                  <a:pt x="1170146" y="23813"/>
                  <a:pt x="1174623" y="23813"/>
                </a:cubicBezTo>
                <a:cubicBezTo>
                  <a:pt x="1179100" y="23813"/>
                  <a:pt x="1182719" y="27432"/>
                  <a:pt x="1182719" y="31909"/>
                </a:cubicBezTo>
                <a:cubicBezTo>
                  <a:pt x="1182719" y="36386"/>
                  <a:pt x="1179100" y="40005"/>
                  <a:pt x="1174623" y="40005"/>
                </a:cubicBezTo>
                <a:cubicBezTo>
                  <a:pt x="1170146" y="40005"/>
                  <a:pt x="1166527" y="36386"/>
                  <a:pt x="1166527" y="31909"/>
                </a:cubicBezTo>
                <a:close/>
                <a:moveTo>
                  <a:pt x="809720" y="519017"/>
                </a:moveTo>
                <a:cubicBezTo>
                  <a:pt x="809720" y="524447"/>
                  <a:pt x="814102" y="528828"/>
                  <a:pt x="819531" y="528828"/>
                </a:cubicBezTo>
                <a:cubicBezTo>
                  <a:pt x="824960" y="528828"/>
                  <a:pt x="829342" y="524447"/>
                  <a:pt x="829342" y="519017"/>
                </a:cubicBezTo>
                <a:cubicBezTo>
                  <a:pt x="829342" y="518065"/>
                  <a:pt x="829056" y="517112"/>
                  <a:pt x="828770" y="516255"/>
                </a:cubicBezTo>
                <a:lnTo>
                  <a:pt x="859536" y="491395"/>
                </a:lnTo>
                <a:lnTo>
                  <a:pt x="987552" y="491966"/>
                </a:lnTo>
                <a:lnTo>
                  <a:pt x="1050131" y="436531"/>
                </a:lnTo>
                <a:cubicBezTo>
                  <a:pt x="1052036" y="437960"/>
                  <a:pt x="1054322" y="438817"/>
                  <a:pt x="1056608" y="438817"/>
                </a:cubicBezTo>
                <a:cubicBezTo>
                  <a:pt x="1058228" y="438817"/>
                  <a:pt x="1059942" y="438436"/>
                  <a:pt x="1061561" y="437674"/>
                </a:cubicBezTo>
                <a:cubicBezTo>
                  <a:pt x="1066895" y="434912"/>
                  <a:pt x="1069086" y="428339"/>
                  <a:pt x="1066419" y="423005"/>
                </a:cubicBezTo>
                <a:cubicBezTo>
                  <a:pt x="1063657" y="417671"/>
                  <a:pt x="1057085" y="415481"/>
                  <a:pt x="1051751" y="418148"/>
                </a:cubicBezTo>
                <a:cubicBezTo>
                  <a:pt x="1049179" y="419481"/>
                  <a:pt x="1047179" y="421767"/>
                  <a:pt x="1046321" y="424529"/>
                </a:cubicBezTo>
                <a:cubicBezTo>
                  <a:pt x="1045464" y="427292"/>
                  <a:pt x="1045654" y="430244"/>
                  <a:pt x="1046988" y="432911"/>
                </a:cubicBezTo>
                <a:cubicBezTo>
                  <a:pt x="1046988" y="432911"/>
                  <a:pt x="1046988" y="433007"/>
                  <a:pt x="1047083" y="433102"/>
                </a:cubicBezTo>
                <a:lnTo>
                  <a:pt x="985933" y="487299"/>
                </a:lnTo>
                <a:lnTo>
                  <a:pt x="858012" y="486728"/>
                </a:lnTo>
                <a:lnTo>
                  <a:pt x="826579" y="512159"/>
                </a:lnTo>
                <a:cubicBezTo>
                  <a:pt x="824865" y="510445"/>
                  <a:pt x="822389" y="509397"/>
                  <a:pt x="819722" y="509397"/>
                </a:cubicBezTo>
                <a:cubicBezTo>
                  <a:pt x="814292" y="509397"/>
                  <a:pt x="809911" y="513779"/>
                  <a:pt x="809911" y="519113"/>
                </a:cubicBezTo>
                <a:close/>
                <a:moveTo>
                  <a:pt x="1050608" y="425863"/>
                </a:moveTo>
                <a:cubicBezTo>
                  <a:pt x="1051084" y="424339"/>
                  <a:pt x="1052227" y="423005"/>
                  <a:pt x="1053656" y="422243"/>
                </a:cubicBezTo>
                <a:cubicBezTo>
                  <a:pt x="1054513" y="421767"/>
                  <a:pt x="1055465" y="421577"/>
                  <a:pt x="1056418" y="421577"/>
                </a:cubicBezTo>
                <a:cubicBezTo>
                  <a:pt x="1058704" y="421577"/>
                  <a:pt x="1060895" y="422815"/>
                  <a:pt x="1061942" y="425006"/>
                </a:cubicBezTo>
                <a:cubicBezTo>
                  <a:pt x="1063466" y="428054"/>
                  <a:pt x="1062228" y="431768"/>
                  <a:pt x="1059180" y="433292"/>
                </a:cubicBezTo>
                <a:cubicBezTo>
                  <a:pt x="1056132" y="434816"/>
                  <a:pt x="1052417" y="433578"/>
                  <a:pt x="1050893" y="430530"/>
                </a:cubicBezTo>
                <a:cubicBezTo>
                  <a:pt x="1050131" y="429101"/>
                  <a:pt x="1050036" y="427387"/>
                  <a:pt x="1050512" y="425768"/>
                </a:cubicBezTo>
                <a:close/>
                <a:moveTo>
                  <a:pt x="819531" y="514064"/>
                </a:moveTo>
                <a:cubicBezTo>
                  <a:pt x="822293" y="514064"/>
                  <a:pt x="824579" y="516350"/>
                  <a:pt x="824579" y="519017"/>
                </a:cubicBezTo>
                <a:cubicBezTo>
                  <a:pt x="824579" y="521684"/>
                  <a:pt x="822293" y="524065"/>
                  <a:pt x="819531" y="524065"/>
                </a:cubicBezTo>
                <a:cubicBezTo>
                  <a:pt x="816769" y="524065"/>
                  <a:pt x="814483" y="521780"/>
                  <a:pt x="814483" y="519017"/>
                </a:cubicBezTo>
                <a:cubicBezTo>
                  <a:pt x="814483" y="516255"/>
                  <a:pt x="816769" y="514064"/>
                  <a:pt x="819531" y="514064"/>
                </a:cubicBezTo>
                <a:close/>
                <a:moveTo>
                  <a:pt x="481965" y="2417445"/>
                </a:moveTo>
                <a:cubicBezTo>
                  <a:pt x="486632" y="2417445"/>
                  <a:pt x="490442" y="2421255"/>
                  <a:pt x="490442" y="2425922"/>
                </a:cubicBezTo>
                <a:lnTo>
                  <a:pt x="490442" y="2474119"/>
                </a:lnTo>
                <a:cubicBezTo>
                  <a:pt x="490442" y="2478786"/>
                  <a:pt x="486632" y="2482596"/>
                  <a:pt x="481965" y="2482596"/>
                </a:cubicBezTo>
                <a:lnTo>
                  <a:pt x="443389" y="2482596"/>
                </a:lnTo>
                <a:cubicBezTo>
                  <a:pt x="440912" y="2482596"/>
                  <a:pt x="438531" y="2481453"/>
                  <a:pt x="436912" y="2479548"/>
                </a:cubicBezTo>
                <a:lnTo>
                  <a:pt x="427292" y="2468118"/>
                </a:lnTo>
                <a:cubicBezTo>
                  <a:pt x="425958" y="2466594"/>
                  <a:pt x="425291" y="2464689"/>
                  <a:pt x="425291" y="2462689"/>
                </a:cubicBezTo>
                <a:lnTo>
                  <a:pt x="425291" y="2425922"/>
                </a:lnTo>
                <a:cubicBezTo>
                  <a:pt x="425291" y="2421255"/>
                  <a:pt x="429101" y="2417445"/>
                  <a:pt x="433769" y="2417445"/>
                </a:cubicBezTo>
                <a:lnTo>
                  <a:pt x="481965" y="2417445"/>
                </a:lnTo>
                <a:close/>
                <a:moveTo>
                  <a:pt x="1211675" y="218504"/>
                </a:moveTo>
                <a:lnTo>
                  <a:pt x="1218819" y="218504"/>
                </a:lnTo>
                <a:cubicBezTo>
                  <a:pt x="1218819" y="218504"/>
                  <a:pt x="1218819" y="227648"/>
                  <a:pt x="1218819" y="227648"/>
                </a:cubicBezTo>
                <a:lnTo>
                  <a:pt x="1211675" y="227648"/>
                </a:lnTo>
                <a:cubicBezTo>
                  <a:pt x="1211675" y="227648"/>
                  <a:pt x="1211675" y="218504"/>
                  <a:pt x="1211675" y="218504"/>
                </a:cubicBezTo>
                <a:close/>
                <a:moveTo>
                  <a:pt x="1195864" y="499682"/>
                </a:moveTo>
                <a:lnTo>
                  <a:pt x="1195864" y="489109"/>
                </a:lnTo>
                <a:cubicBezTo>
                  <a:pt x="1195864" y="489109"/>
                  <a:pt x="1203008" y="489109"/>
                  <a:pt x="1203008" y="489109"/>
                </a:cubicBezTo>
                <a:lnTo>
                  <a:pt x="1203008" y="499682"/>
                </a:lnTo>
                <a:cubicBezTo>
                  <a:pt x="1203008" y="499682"/>
                  <a:pt x="1195864" y="499682"/>
                  <a:pt x="1195864" y="499682"/>
                </a:cubicBezTo>
                <a:close/>
                <a:moveTo>
                  <a:pt x="585026" y="2226278"/>
                </a:moveTo>
                <a:lnTo>
                  <a:pt x="588455" y="2229612"/>
                </a:lnTo>
                <a:lnTo>
                  <a:pt x="582263" y="2235994"/>
                </a:lnTo>
                <a:lnTo>
                  <a:pt x="578834" y="2232660"/>
                </a:lnTo>
                <a:lnTo>
                  <a:pt x="585026" y="2226278"/>
                </a:lnTo>
                <a:close/>
                <a:moveTo>
                  <a:pt x="2611374" y="27051"/>
                </a:moveTo>
                <a:lnTo>
                  <a:pt x="2611374" y="30385"/>
                </a:lnTo>
                <a:cubicBezTo>
                  <a:pt x="2611374" y="34385"/>
                  <a:pt x="2608136" y="37624"/>
                  <a:pt x="2604135" y="37624"/>
                </a:cubicBezTo>
                <a:lnTo>
                  <a:pt x="2541365" y="37624"/>
                </a:lnTo>
                <a:cubicBezTo>
                  <a:pt x="2537365" y="37624"/>
                  <a:pt x="2534126" y="34385"/>
                  <a:pt x="2534126" y="30385"/>
                </a:cubicBezTo>
                <a:lnTo>
                  <a:pt x="2534126" y="27051"/>
                </a:lnTo>
                <a:cubicBezTo>
                  <a:pt x="2534126" y="23051"/>
                  <a:pt x="2537365" y="19812"/>
                  <a:pt x="2541365" y="19812"/>
                </a:cubicBezTo>
                <a:lnTo>
                  <a:pt x="2604135" y="19812"/>
                </a:lnTo>
                <a:cubicBezTo>
                  <a:pt x="2608136" y="19812"/>
                  <a:pt x="2611374" y="23051"/>
                  <a:pt x="2611374" y="27051"/>
                </a:cubicBezTo>
                <a:close/>
                <a:moveTo>
                  <a:pt x="1185863" y="525971"/>
                </a:moveTo>
                <a:cubicBezTo>
                  <a:pt x="1185863" y="533400"/>
                  <a:pt x="1191768" y="539496"/>
                  <a:pt x="1199198" y="539591"/>
                </a:cubicBezTo>
                <a:lnTo>
                  <a:pt x="1199293" y="539591"/>
                </a:lnTo>
                <a:cubicBezTo>
                  <a:pt x="1202817" y="539591"/>
                  <a:pt x="1206151" y="538258"/>
                  <a:pt x="1208723" y="535781"/>
                </a:cubicBezTo>
                <a:cubicBezTo>
                  <a:pt x="1211294" y="533305"/>
                  <a:pt x="1212723" y="529876"/>
                  <a:pt x="1212723" y="526256"/>
                </a:cubicBezTo>
                <a:cubicBezTo>
                  <a:pt x="1212723" y="520065"/>
                  <a:pt x="1208627" y="514826"/>
                  <a:pt x="1202912" y="513207"/>
                </a:cubicBezTo>
                <a:lnTo>
                  <a:pt x="1202912" y="510254"/>
                </a:lnTo>
                <a:lnTo>
                  <a:pt x="1195769" y="510254"/>
                </a:lnTo>
                <a:lnTo>
                  <a:pt x="1195769" y="513112"/>
                </a:lnTo>
                <a:cubicBezTo>
                  <a:pt x="1190054" y="514636"/>
                  <a:pt x="1185863" y="519779"/>
                  <a:pt x="1185767" y="525971"/>
                </a:cubicBezTo>
                <a:close/>
                <a:moveTo>
                  <a:pt x="1199293" y="517398"/>
                </a:moveTo>
                <a:lnTo>
                  <a:pt x="1199293" y="517398"/>
                </a:lnTo>
                <a:cubicBezTo>
                  <a:pt x="1204055" y="517398"/>
                  <a:pt x="1207961" y="521399"/>
                  <a:pt x="1207865" y="526161"/>
                </a:cubicBezTo>
                <a:cubicBezTo>
                  <a:pt x="1207865" y="528447"/>
                  <a:pt x="1206913" y="530638"/>
                  <a:pt x="1205294" y="532257"/>
                </a:cubicBezTo>
                <a:cubicBezTo>
                  <a:pt x="1203674" y="533876"/>
                  <a:pt x="1201484" y="534543"/>
                  <a:pt x="1199102" y="534734"/>
                </a:cubicBezTo>
                <a:cubicBezTo>
                  <a:pt x="1194340" y="534734"/>
                  <a:pt x="1190435" y="530733"/>
                  <a:pt x="1190530" y="525971"/>
                </a:cubicBezTo>
                <a:cubicBezTo>
                  <a:pt x="1190530" y="521208"/>
                  <a:pt x="1194435" y="517398"/>
                  <a:pt x="1199198" y="517398"/>
                </a:cubicBezTo>
                <a:close/>
                <a:moveTo>
                  <a:pt x="1142524" y="211265"/>
                </a:moveTo>
                <a:lnTo>
                  <a:pt x="1149668" y="211265"/>
                </a:lnTo>
                <a:lnTo>
                  <a:pt x="1149668" y="221552"/>
                </a:lnTo>
                <a:lnTo>
                  <a:pt x="1142524" y="221552"/>
                </a:lnTo>
                <a:lnTo>
                  <a:pt x="1142524" y="211265"/>
                </a:lnTo>
                <a:close/>
                <a:moveTo>
                  <a:pt x="1180529" y="207550"/>
                </a:moveTo>
                <a:cubicBezTo>
                  <a:pt x="1174242" y="207550"/>
                  <a:pt x="1169194" y="212693"/>
                  <a:pt x="1169194" y="218885"/>
                </a:cubicBezTo>
                <a:cubicBezTo>
                  <a:pt x="1169194" y="224314"/>
                  <a:pt x="1173099" y="228600"/>
                  <a:pt x="1178147" y="229743"/>
                </a:cubicBezTo>
                <a:lnTo>
                  <a:pt x="1178147" y="325850"/>
                </a:lnTo>
                <a:lnTo>
                  <a:pt x="1162812" y="341662"/>
                </a:lnTo>
                <a:lnTo>
                  <a:pt x="1162812" y="455200"/>
                </a:lnTo>
                <a:lnTo>
                  <a:pt x="1152335" y="463201"/>
                </a:lnTo>
                <a:lnTo>
                  <a:pt x="1152335" y="528638"/>
                </a:lnTo>
                <a:lnTo>
                  <a:pt x="1151668" y="528638"/>
                </a:lnTo>
                <a:cubicBezTo>
                  <a:pt x="1150144" y="528638"/>
                  <a:pt x="1149001" y="529876"/>
                  <a:pt x="1149001" y="531305"/>
                </a:cubicBezTo>
                <a:lnTo>
                  <a:pt x="1149001" y="544259"/>
                </a:lnTo>
                <a:cubicBezTo>
                  <a:pt x="1149001" y="545783"/>
                  <a:pt x="1150239" y="546926"/>
                  <a:pt x="1151668" y="546926"/>
                </a:cubicBezTo>
                <a:lnTo>
                  <a:pt x="1157669" y="546926"/>
                </a:lnTo>
                <a:cubicBezTo>
                  <a:pt x="1159193" y="546926"/>
                  <a:pt x="1160336" y="545687"/>
                  <a:pt x="1160336" y="544259"/>
                </a:cubicBezTo>
                <a:lnTo>
                  <a:pt x="1160336" y="531305"/>
                </a:lnTo>
                <a:cubicBezTo>
                  <a:pt x="1160336" y="529781"/>
                  <a:pt x="1159097" y="528638"/>
                  <a:pt x="1157669" y="528638"/>
                </a:cubicBezTo>
                <a:lnTo>
                  <a:pt x="1157002" y="528638"/>
                </a:lnTo>
                <a:lnTo>
                  <a:pt x="1157002" y="465582"/>
                </a:lnTo>
                <a:cubicBezTo>
                  <a:pt x="1157002" y="465582"/>
                  <a:pt x="1167670" y="457581"/>
                  <a:pt x="1167670" y="457581"/>
                </a:cubicBezTo>
                <a:lnTo>
                  <a:pt x="1167670" y="343567"/>
                </a:lnTo>
                <a:lnTo>
                  <a:pt x="1183005" y="327755"/>
                </a:lnTo>
                <a:lnTo>
                  <a:pt x="1183005" y="229743"/>
                </a:lnTo>
                <a:cubicBezTo>
                  <a:pt x="1188053" y="228600"/>
                  <a:pt x="1191959" y="224314"/>
                  <a:pt x="1191959" y="218885"/>
                </a:cubicBezTo>
                <a:cubicBezTo>
                  <a:pt x="1191959" y="212598"/>
                  <a:pt x="1186815" y="207550"/>
                  <a:pt x="1180624" y="207550"/>
                </a:cubicBezTo>
                <a:close/>
                <a:moveTo>
                  <a:pt x="1180529" y="225552"/>
                </a:moveTo>
                <a:cubicBezTo>
                  <a:pt x="1176909" y="225552"/>
                  <a:pt x="1173956" y="222599"/>
                  <a:pt x="1173956" y="218980"/>
                </a:cubicBezTo>
                <a:cubicBezTo>
                  <a:pt x="1173956" y="215360"/>
                  <a:pt x="1176909" y="212408"/>
                  <a:pt x="1180529" y="212408"/>
                </a:cubicBezTo>
                <a:cubicBezTo>
                  <a:pt x="1184148" y="212408"/>
                  <a:pt x="1187101" y="215360"/>
                  <a:pt x="1187101" y="218980"/>
                </a:cubicBezTo>
                <a:cubicBezTo>
                  <a:pt x="1187101" y="222599"/>
                  <a:pt x="1184148" y="225552"/>
                  <a:pt x="1180529" y="225552"/>
                </a:cubicBezTo>
                <a:close/>
                <a:moveTo>
                  <a:pt x="1202912" y="414814"/>
                </a:moveTo>
                <a:lnTo>
                  <a:pt x="1195769" y="414814"/>
                </a:lnTo>
                <a:lnTo>
                  <a:pt x="1195769" y="404241"/>
                </a:lnTo>
                <a:lnTo>
                  <a:pt x="1202912" y="404241"/>
                </a:lnTo>
                <a:lnTo>
                  <a:pt x="1202912" y="414814"/>
                </a:lnTo>
                <a:close/>
                <a:moveTo>
                  <a:pt x="1195769" y="478441"/>
                </a:moveTo>
                <a:lnTo>
                  <a:pt x="1195769" y="467868"/>
                </a:lnTo>
                <a:cubicBezTo>
                  <a:pt x="1195769" y="467868"/>
                  <a:pt x="1202912" y="467868"/>
                  <a:pt x="1202912" y="467868"/>
                </a:cubicBezTo>
                <a:lnTo>
                  <a:pt x="1202912" y="478441"/>
                </a:lnTo>
                <a:cubicBezTo>
                  <a:pt x="1202912" y="478441"/>
                  <a:pt x="1195769" y="478441"/>
                  <a:pt x="1195769" y="478441"/>
                </a:cubicBezTo>
                <a:close/>
                <a:moveTo>
                  <a:pt x="1195769" y="393573"/>
                </a:moveTo>
                <a:lnTo>
                  <a:pt x="1195769" y="383000"/>
                </a:lnTo>
                <a:cubicBezTo>
                  <a:pt x="1195769" y="383000"/>
                  <a:pt x="1202912" y="383000"/>
                  <a:pt x="1202912" y="383000"/>
                </a:cubicBezTo>
                <a:lnTo>
                  <a:pt x="1202912" y="393573"/>
                </a:lnTo>
                <a:cubicBezTo>
                  <a:pt x="1202912" y="393573"/>
                  <a:pt x="1195769" y="393573"/>
                  <a:pt x="1195769" y="393573"/>
                </a:cubicBezTo>
                <a:close/>
                <a:moveTo>
                  <a:pt x="1200531" y="340614"/>
                </a:moveTo>
                <a:lnTo>
                  <a:pt x="1205294" y="345948"/>
                </a:lnTo>
                <a:lnTo>
                  <a:pt x="1202912" y="348044"/>
                </a:lnTo>
                <a:lnTo>
                  <a:pt x="1202912" y="351187"/>
                </a:lnTo>
                <a:cubicBezTo>
                  <a:pt x="1202912" y="351187"/>
                  <a:pt x="1195769" y="351187"/>
                  <a:pt x="1195769" y="351187"/>
                </a:cubicBezTo>
                <a:lnTo>
                  <a:pt x="1195769" y="344805"/>
                </a:lnTo>
                <a:cubicBezTo>
                  <a:pt x="1195769" y="344805"/>
                  <a:pt x="1200531" y="340519"/>
                  <a:pt x="1200531" y="340519"/>
                </a:cubicBezTo>
                <a:close/>
                <a:moveTo>
                  <a:pt x="1202912" y="361760"/>
                </a:moveTo>
                <a:lnTo>
                  <a:pt x="1202912" y="372332"/>
                </a:lnTo>
                <a:cubicBezTo>
                  <a:pt x="1202912" y="372332"/>
                  <a:pt x="1195769" y="372332"/>
                  <a:pt x="1195769" y="372332"/>
                </a:cubicBezTo>
                <a:lnTo>
                  <a:pt x="1195769" y="361760"/>
                </a:lnTo>
                <a:cubicBezTo>
                  <a:pt x="1195769" y="361760"/>
                  <a:pt x="1202912" y="361760"/>
                  <a:pt x="1202912" y="361760"/>
                </a:cubicBezTo>
                <a:close/>
                <a:moveTo>
                  <a:pt x="1195769" y="436055"/>
                </a:moveTo>
                <a:lnTo>
                  <a:pt x="1195769" y="425482"/>
                </a:lnTo>
                <a:cubicBezTo>
                  <a:pt x="1195769" y="425482"/>
                  <a:pt x="1202912" y="425482"/>
                  <a:pt x="1202912" y="425482"/>
                </a:cubicBezTo>
                <a:lnTo>
                  <a:pt x="1202912" y="436055"/>
                </a:lnTo>
                <a:cubicBezTo>
                  <a:pt x="1202912" y="436055"/>
                  <a:pt x="1195769" y="436055"/>
                  <a:pt x="1195769" y="436055"/>
                </a:cubicBezTo>
                <a:close/>
                <a:moveTo>
                  <a:pt x="1202912" y="457200"/>
                </a:moveTo>
                <a:lnTo>
                  <a:pt x="1195769" y="457200"/>
                </a:lnTo>
                <a:lnTo>
                  <a:pt x="1195769" y="446627"/>
                </a:lnTo>
                <a:lnTo>
                  <a:pt x="1202912" y="446627"/>
                </a:lnTo>
                <a:lnTo>
                  <a:pt x="1202912" y="457200"/>
                </a:lnTo>
                <a:close/>
                <a:moveTo>
                  <a:pt x="1211580" y="236792"/>
                </a:moveTo>
                <a:lnTo>
                  <a:pt x="1218724" y="236792"/>
                </a:lnTo>
                <a:cubicBezTo>
                  <a:pt x="1218724" y="236792"/>
                  <a:pt x="1218724" y="245936"/>
                  <a:pt x="1218724" y="245936"/>
                </a:cubicBezTo>
                <a:lnTo>
                  <a:pt x="1211580" y="245936"/>
                </a:lnTo>
                <a:cubicBezTo>
                  <a:pt x="1211580" y="245936"/>
                  <a:pt x="1211580" y="236792"/>
                  <a:pt x="1211580" y="236792"/>
                </a:cubicBezTo>
                <a:close/>
                <a:moveTo>
                  <a:pt x="862584" y="375095"/>
                </a:moveTo>
                <a:lnTo>
                  <a:pt x="862584" y="386906"/>
                </a:lnTo>
                <a:cubicBezTo>
                  <a:pt x="862584" y="390715"/>
                  <a:pt x="865727" y="393859"/>
                  <a:pt x="869537" y="393859"/>
                </a:cubicBezTo>
                <a:lnTo>
                  <a:pt x="881348" y="393859"/>
                </a:lnTo>
                <a:cubicBezTo>
                  <a:pt x="885158" y="393859"/>
                  <a:pt x="888302" y="390715"/>
                  <a:pt x="888302" y="386906"/>
                </a:cubicBezTo>
                <a:lnTo>
                  <a:pt x="888302" y="375095"/>
                </a:lnTo>
                <a:cubicBezTo>
                  <a:pt x="888302" y="371285"/>
                  <a:pt x="885158" y="368141"/>
                  <a:pt x="881348" y="368141"/>
                </a:cubicBezTo>
                <a:lnTo>
                  <a:pt x="880491" y="368141"/>
                </a:lnTo>
                <a:cubicBezTo>
                  <a:pt x="879158" y="365189"/>
                  <a:pt x="875824" y="363379"/>
                  <a:pt x="873062" y="361950"/>
                </a:cubicBezTo>
                <a:cubicBezTo>
                  <a:pt x="869633" y="360140"/>
                  <a:pt x="867442" y="358902"/>
                  <a:pt x="867442" y="356997"/>
                </a:cubicBezTo>
                <a:cubicBezTo>
                  <a:pt x="867442" y="355092"/>
                  <a:pt x="869537" y="353854"/>
                  <a:pt x="873062" y="352044"/>
                </a:cubicBezTo>
                <a:cubicBezTo>
                  <a:pt x="876681" y="350139"/>
                  <a:pt x="881253" y="347853"/>
                  <a:pt x="881253" y="342805"/>
                </a:cubicBezTo>
                <a:cubicBezTo>
                  <a:pt x="881253" y="337757"/>
                  <a:pt x="876776" y="335471"/>
                  <a:pt x="873062" y="333565"/>
                </a:cubicBezTo>
                <a:cubicBezTo>
                  <a:pt x="869633" y="331756"/>
                  <a:pt x="867442" y="330518"/>
                  <a:pt x="867442" y="328613"/>
                </a:cubicBezTo>
                <a:cubicBezTo>
                  <a:pt x="867442" y="326708"/>
                  <a:pt x="869537" y="325469"/>
                  <a:pt x="873062" y="323660"/>
                </a:cubicBezTo>
                <a:cubicBezTo>
                  <a:pt x="876681" y="321755"/>
                  <a:pt x="881253" y="319469"/>
                  <a:pt x="881253" y="314515"/>
                </a:cubicBezTo>
                <a:cubicBezTo>
                  <a:pt x="881253" y="309563"/>
                  <a:pt x="876776" y="307181"/>
                  <a:pt x="873062" y="305276"/>
                </a:cubicBezTo>
                <a:cubicBezTo>
                  <a:pt x="869633" y="303467"/>
                  <a:pt x="867442" y="302228"/>
                  <a:pt x="867442" y="300323"/>
                </a:cubicBezTo>
                <a:cubicBezTo>
                  <a:pt x="867442" y="298418"/>
                  <a:pt x="869537" y="297180"/>
                  <a:pt x="873062" y="295370"/>
                </a:cubicBezTo>
                <a:cubicBezTo>
                  <a:pt x="876681" y="293465"/>
                  <a:pt x="881253" y="291179"/>
                  <a:pt x="881253" y="286226"/>
                </a:cubicBezTo>
                <a:cubicBezTo>
                  <a:pt x="881253" y="281273"/>
                  <a:pt x="876776" y="278892"/>
                  <a:pt x="873062" y="277082"/>
                </a:cubicBezTo>
                <a:cubicBezTo>
                  <a:pt x="869633" y="275273"/>
                  <a:pt x="867442" y="274034"/>
                  <a:pt x="867442" y="272129"/>
                </a:cubicBezTo>
                <a:cubicBezTo>
                  <a:pt x="867442" y="270224"/>
                  <a:pt x="869537" y="268986"/>
                  <a:pt x="873062" y="267176"/>
                </a:cubicBezTo>
                <a:cubicBezTo>
                  <a:pt x="876681" y="265271"/>
                  <a:pt x="881253" y="262985"/>
                  <a:pt x="881253" y="258032"/>
                </a:cubicBezTo>
                <a:cubicBezTo>
                  <a:pt x="881253" y="253079"/>
                  <a:pt x="876776" y="250698"/>
                  <a:pt x="873062" y="248888"/>
                </a:cubicBezTo>
                <a:cubicBezTo>
                  <a:pt x="869633" y="247079"/>
                  <a:pt x="867537" y="245936"/>
                  <a:pt x="867537" y="243935"/>
                </a:cubicBezTo>
                <a:cubicBezTo>
                  <a:pt x="867537" y="241935"/>
                  <a:pt x="869633" y="240792"/>
                  <a:pt x="873157" y="238982"/>
                </a:cubicBezTo>
                <a:cubicBezTo>
                  <a:pt x="876776" y="237077"/>
                  <a:pt x="881348" y="234791"/>
                  <a:pt x="881348" y="229838"/>
                </a:cubicBezTo>
                <a:cubicBezTo>
                  <a:pt x="881348" y="224885"/>
                  <a:pt x="876872" y="222504"/>
                  <a:pt x="873157" y="220694"/>
                </a:cubicBezTo>
                <a:cubicBezTo>
                  <a:pt x="869728" y="218885"/>
                  <a:pt x="867537" y="217646"/>
                  <a:pt x="867537" y="215741"/>
                </a:cubicBezTo>
                <a:cubicBezTo>
                  <a:pt x="867537" y="213836"/>
                  <a:pt x="869633" y="212598"/>
                  <a:pt x="873157" y="210788"/>
                </a:cubicBezTo>
                <a:cubicBezTo>
                  <a:pt x="876776" y="208883"/>
                  <a:pt x="881348" y="206597"/>
                  <a:pt x="881348" y="201644"/>
                </a:cubicBezTo>
                <a:cubicBezTo>
                  <a:pt x="881348" y="196691"/>
                  <a:pt x="876872" y="194310"/>
                  <a:pt x="873157" y="192500"/>
                </a:cubicBezTo>
                <a:cubicBezTo>
                  <a:pt x="869728" y="190691"/>
                  <a:pt x="867537" y="189452"/>
                  <a:pt x="867537" y="187547"/>
                </a:cubicBezTo>
                <a:cubicBezTo>
                  <a:pt x="867537" y="185642"/>
                  <a:pt x="869633" y="184404"/>
                  <a:pt x="873157" y="182594"/>
                </a:cubicBezTo>
                <a:cubicBezTo>
                  <a:pt x="876776" y="180689"/>
                  <a:pt x="881348" y="178403"/>
                  <a:pt x="881348" y="173450"/>
                </a:cubicBezTo>
                <a:cubicBezTo>
                  <a:pt x="881348" y="168497"/>
                  <a:pt x="876872" y="166116"/>
                  <a:pt x="873157" y="164306"/>
                </a:cubicBezTo>
                <a:cubicBezTo>
                  <a:pt x="869728" y="162497"/>
                  <a:pt x="867537" y="161258"/>
                  <a:pt x="867537" y="159353"/>
                </a:cubicBezTo>
                <a:cubicBezTo>
                  <a:pt x="867537" y="157448"/>
                  <a:pt x="869633" y="156210"/>
                  <a:pt x="873157" y="154400"/>
                </a:cubicBezTo>
                <a:cubicBezTo>
                  <a:pt x="875919" y="152972"/>
                  <a:pt x="879158" y="151257"/>
                  <a:pt x="880586" y="148400"/>
                </a:cubicBezTo>
                <a:cubicBezTo>
                  <a:pt x="884396" y="146209"/>
                  <a:pt x="887063" y="142304"/>
                  <a:pt x="887063" y="137541"/>
                </a:cubicBezTo>
                <a:cubicBezTo>
                  <a:pt x="887063" y="130588"/>
                  <a:pt x="881348" y="124873"/>
                  <a:pt x="874395" y="124873"/>
                </a:cubicBezTo>
                <a:cubicBezTo>
                  <a:pt x="867442" y="124873"/>
                  <a:pt x="861727" y="130588"/>
                  <a:pt x="861727" y="137541"/>
                </a:cubicBezTo>
                <a:cubicBezTo>
                  <a:pt x="861727" y="143637"/>
                  <a:pt x="866108" y="148495"/>
                  <a:pt x="871823" y="149733"/>
                </a:cubicBezTo>
                <a:cubicBezTo>
                  <a:pt x="871538" y="149924"/>
                  <a:pt x="871252" y="150019"/>
                  <a:pt x="870966" y="150209"/>
                </a:cubicBezTo>
                <a:cubicBezTo>
                  <a:pt x="867347" y="152114"/>
                  <a:pt x="862775" y="154400"/>
                  <a:pt x="862775" y="159353"/>
                </a:cubicBezTo>
                <a:cubicBezTo>
                  <a:pt x="862775" y="164306"/>
                  <a:pt x="867251" y="166688"/>
                  <a:pt x="870966" y="168497"/>
                </a:cubicBezTo>
                <a:cubicBezTo>
                  <a:pt x="874395" y="170307"/>
                  <a:pt x="876586" y="171545"/>
                  <a:pt x="876586" y="173450"/>
                </a:cubicBezTo>
                <a:cubicBezTo>
                  <a:pt x="876586" y="175355"/>
                  <a:pt x="874490" y="176594"/>
                  <a:pt x="870966" y="178403"/>
                </a:cubicBezTo>
                <a:cubicBezTo>
                  <a:pt x="867347" y="180308"/>
                  <a:pt x="862775" y="182594"/>
                  <a:pt x="862775" y="187547"/>
                </a:cubicBezTo>
                <a:cubicBezTo>
                  <a:pt x="862775" y="192500"/>
                  <a:pt x="867251" y="194882"/>
                  <a:pt x="870966" y="196691"/>
                </a:cubicBezTo>
                <a:cubicBezTo>
                  <a:pt x="874395" y="198501"/>
                  <a:pt x="876586" y="199739"/>
                  <a:pt x="876586" y="201644"/>
                </a:cubicBezTo>
                <a:cubicBezTo>
                  <a:pt x="876586" y="203549"/>
                  <a:pt x="874490" y="204788"/>
                  <a:pt x="870966" y="206597"/>
                </a:cubicBezTo>
                <a:cubicBezTo>
                  <a:pt x="867347" y="208502"/>
                  <a:pt x="862775" y="210788"/>
                  <a:pt x="862775" y="215741"/>
                </a:cubicBezTo>
                <a:cubicBezTo>
                  <a:pt x="862775" y="220694"/>
                  <a:pt x="867251" y="223076"/>
                  <a:pt x="870966" y="224885"/>
                </a:cubicBezTo>
                <a:cubicBezTo>
                  <a:pt x="874395" y="226695"/>
                  <a:pt x="876491" y="227933"/>
                  <a:pt x="876491" y="229838"/>
                </a:cubicBezTo>
                <a:cubicBezTo>
                  <a:pt x="876491" y="231743"/>
                  <a:pt x="874395" y="232982"/>
                  <a:pt x="870966" y="234791"/>
                </a:cubicBezTo>
                <a:cubicBezTo>
                  <a:pt x="867347" y="236696"/>
                  <a:pt x="862775" y="238982"/>
                  <a:pt x="862775" y="243935"/>
                </a:cubicBezTo>
                <a:cubicBezTo>
                  <a:pt x="862775" y="248888"/>
                  <a:pt x="867251" y="251270"/>
                  <a:pt x="870966" y="253079"/>
                </a:cubicBezTo>
                <a:cubicBezTo>
                  <a:pt x="874395" y="254889"/>
                  <a:pt x="876491" y="256032"/>
                  <a:pt x="876491" y="258032"/>
                </a:cubicBezTo>
                <a:cubicBezTo>
                  <a:pt x="876491" y="260033"/>
                  <a:pt x="874395" y="261176"/>
                  <a:pt x="870871" y="262985"/>
                </a:cubicBezTo>
                <a:cubicBezTo>
                  <a:pt x="867251" y="264890"/>
                  <a:pt x="862679" y="267176"/>
                  <a:pt x="862679" y="272129"/>
                </a:cubicBezTo>
                <a:cubicBezTo>
                  <a:pt x="862679" y="277082"/>
                  <a:pt x="867156" y="279464"/>
                  <a:pt x="870871" y="281273"/>
                </a:cubicBezTo>
                <a:cubicBezTo>
                  <a:pt x="874300" y="283083"/>
                  <a:pt x="876491" y="284321"/>
                  <a:pt x="876491" y="286226"/>
                </a:cubicBezTo>
                <a:cubicBezTo>
                  <a:pt x="876491" y="288131"/>
                  <a:pt x="874395" y="289370"/>
                  <a:pt x="870871" y="291179"/>
                </a:cubicBezTo>
                <a:cubicBezTo>
                  <a:pt x="867251" y="293084"/>
                  <a:pt x="862679" y="295370"/>
                  <a:pt x="862679" y="300323"/>
                </a:cubicBezTo>
                <a:cubicBezTo>
                  <a:pt x="862679" y="305276"/>
                  <a:pt x="867156" y="307658"/>
                  <a:pt x="870871" y="309467"/>
                </a:cubicBezTo>
                <a:cubicBezTo>
                  <a:pt x="874300" y="311277"/>
                  <a:pt x="876491" y="312515"/>
                  <a:pt x="876491" y="314420"/>
                </a:cubicBezTo>
                <a:cubicBezTo>
                  <a:pt x="876491" y="316325"/>
                  <a:pt x="874395" y="317564"/>
                  <a:pt x="870871" y="319373"/>
                </a:cubicBezTo>
                <a:cubicBezTo>
                  <a:pt x="867251" y="321278"/>
                  <a:pt x="862679" y="323564"/>
                  <a:pt x="862679" y="328517"/>
                </a:cubicBezTo>
                <a:cubicBezTo>
                  <a:pt x="862679" y="333470"/>
                  <a:pt x="867156" y="335852"/>
                  <a:pt x="870871" y="337757"/>
                </a:cubicBezTo>
                <a:cubicBezTo>
                  <a:pt x="874300" y="339566"/>
                  <a:pt x="876491" y="340805"/>
                  <a:pt x="876491" y="342710"/>
                </a:cubicBezTo>
                <a:cubicBezTo>
                  <a:pt x="876491" y="344614"/>
                  <a:pt x="874395" y="345853"/>
                  <a:pt x="870871" y="347663"/>
                </a:cubicBezTo>
                <a:cubicBezTo>
                  <a:pt x="867251" y="349568"/>
                  <a:pt x="862679" y="351854"/>
                  <a:pt x="862679" y="356902"/>
                </a:cubicBezTo>
                <a:cubicBezTo>
                  <a:pt x="862679" y="361950"/>
                  <a:pt x="867156" y="364236"/>
                  <a:pt x="870871" y="366141"/>
                </a:cubicBezTo>
                <a:cubicBezTo>
                  <a:pt x="872300" y="366903"/>
                  <a:pt x="873347" y="367475"/>
                  <a:pt x="874300" y="368141"/>
                </a:cubicBezTo>
                <a:lnTo>
                  <a:pt x="869633" y="368141"/>
                </a:lnTo>
                <a:cubicBezTo>
                  <a:pt x="865823" y="368141"/>
                  <a:pt x="862679" y="371285"/>
                  <a:pt x="862679" y="375095"/>
                </a:cubicBezTo>
                <a:close/>
                <a:moveTo>
                  <a:pt x="881444" y="371570"/>
                </a:moveTo>
                <a:cubicBezTo>
                  <a:pt x="883349" y="371570"/>
                  <a:pt x="884968" y="373189"/>
                  <a:pt x="884968" y="375095"/>
                </a:cubicBezTo>
                <a:lnTo>
                  <a:pt x="884968" y="386906"/>
                </a:lnTo>
                <a:cubicBezTo>
                  <a:pt x="884968" y="388811"/>
                  <a:pt x="883349" y="390430"/>
                  <a:pt x="881444" y="390430"/>
                </a:cubicBezTo>
                <a:lnTo>
                  <a:pt x="869633" y="390430"/>
                </a:lnTo>
                <a:cubicBezTo>
                  <a:pt x="867727" y="390430"/>
                  <a:pt x="866108" y="388811"/>
                  <a:pt x="866108" y="386906"/>
                </a:cubicBezTo>
                <a:lnTo>
                  <a:pt x="866108" y="375095"/>
                </a:lnTo>
                <a:cubicBezTo>
                  <a:pt x="866108" y="373189"/>
                  <a:pt x="867727" y="371570"/>
                  <a:pt x="869633" y="371570"/>
                </a:cubicBezTo>
                <a:lnTo>
                  <a:pt x="881444" y="371570"/>
                </a:lnTo>
                <a:close/>
                <a:moveTo>
                  <a:pt x="951738" y="77343"/>
                </a:moveTo>
                <a:cubicBezTo>
                  <a:pt x="951738" y="70295"/>
                  <a:pt x="946023" y="64484"/>
                  <a:pt x="938879" y="64484"/>
                </a:cubicBezTo>
                <a:cubicBezTo>
                  <a:pt x="932688" y="64484"/>
                  <a:pt x="927735" y="69056"/>
                  <a:pt x="926497" y="74962"/>
                </a:cubicBezTo>
                <a:lnTo>
                  <a:pt x="829532" y="74962"/>
                </a:lnTo>
                <a:lnTo>
                  <a:pt x="818864" y="85916"/>
                </a:lnTo>
                <a:lnTo>
                  <a:pt x="818864" y="100489"/>
                </a:lnTo>
                <a:cubicBezTo>
                  <a:pt x="812959" y="101632"/>
                  <a:pt x="808387" y="106585"/>
                  <a:pt x="808387" y="112871"/>
                </a:cubicBezTo>
                <a:cubicBezTo>
                  <a:pt x="808387" y="119920"/>
                  <a:pt x="814102" y="125730"/>
                  <a:pt x="821246" y="125730"/>
                </a:cubicBezTo>
                <a:cubicBezTo>
                  <a:pt x="828389" y="125730"/>
                  <a:pt x="834104" y="120015"/>
                  <a:pt x="834104" y="112871"/>
                </a:cubicBezTo>
                <a:cubicBezTo>
                  <a:pt x="834104" y="106680"/>
                  <a:pt x="829532" y="101632"/>
                  <a:pt x="823627" y="100489"/>
                </a:cubicBezTo>
                <a:lnTo>
                  <a:pt x="823627" y="87916"/>
                </a:lnTo>
                <a:lnTo>
                  <a:pt x="831533" y="79820"/>
                </a:lnTo>
                <a:lnTo>
                  <a:pt x="926497" y="79820"/>
                </a:lnTo>
                <a:cubicBezTo>
                  <a:pt x="927640" y="85725"/>
                  <a:pt x="932593" y="90297"/>
                  <a:pt x="938879" y="90297"/>
                </a:cubicBezTo>
                <a:cubicBezTo>
                  <a:pt x="945928" y="90297"/>
                  <a:pt x="951738" y="84582"/>
                  <a:pt x="951738" y="77438"/>
                </a:cubicBezTo>
                <a:close/>
                <a:moveTo>
                  <a:pt x="829437" y="112776"/>
                </a:moveTo>
                <a:cubicBezTo>
                  <a:pt x="829437" y="117253"/>
                  <a:pt x="825818" y="120872"/>
                  <a:pt x="821341" y="120872"/>
                </a:cubicBezTo>
                <a:cubicBezTo>
                  <a:pt x="816864" y="120872"/>
                  <a:pt x="813245" y="117253"/>
                  <a:pt x="813245" y="112776"/>
                </a:cubicBezTo>
                <a:cubicBezTo>
                  <a:pt x="813245" y="108299"/>
                  <a:pt x="816864" y="104680"/>
                  <a:pt x="821341" y="104680"/>
                </a:cubicBezTo>
                <a:cubicBezTo>
                  <a:pt x="825818" y="104680"/>
                  <a:pt x="829437" y="108299"/>
                  <a:pt x="829437" y="112776"/>
                </a:cubicBezTo>
                <a:close/>
                <a:moveTo>
                  <a:pt x="930878" y="77343"/>
                </a:moveTo>
                <a:cubicBezTo>
                  <a:pt x="930878" y="72866"/>
                  <a:pt x="934498" y="69247"/>
                  <a:pt x="938975" y="69247"/>
                </a:cubicBezTo>
                <a:cubicBezTo>
                  <a:pt x="943451" y="69247"/>
                  <a:pt x="947071" y="72866"/>
                  <a:pt x="947071" y="77343"/>
                </a:cubicBezTo>
                <a:cubicBezTo>
                  <a:pt x="947071" y="81820"/>
                  <a:pt x="943451" y="85439"/>
                  <a:pt x="938975" y="85439"/>
                </a:cubicBezTo>
                <a:cubicBezTo>
                  <a:pt x="934498" y="85439"/>
                  <a:pt x="930878" y="81820"/>
                  <a:pt x="930878" y="77343"/>
                </a:cubicBezTo>
                <a:close/>
                <a:moveTo>
                  <a:pt x="2632043" y="4602576"/>
                </a:moveTo>
                <a:cubicBezTo>
                  <a:pt x="2632043" y="4597718"/>
                  <a:pt x="2635949" y="4593812"/>
                  <a:pt x="2640806" y="4593812"/>
                </a:cubicBezTo>
                <a:cubicBezTo>
                  <a:pt x="2645664" y="4593812"/>
                  <a:pt x="2649569" y="4597718"/>
                  <a:pt x="2649569" y="4602576"/>
                </a:cubicBezTo>
                <a:cubicBezTo>
                  <a:pt x="2649569" y="4607433"/>
                  <a:pt x="2645664" y="4611338"/>
                  <a:pt x="2640806" y="4611338"/>
                </a:cubicBezTo>
                <a:cubicBezTo>
                  <a:pt x="2635949" y="4611338"/>
                  <a:pt x="2632043" y="4607433"/>
                  <a:pt x="2632043" y="4602576"/>
                </a:cubicBezTo>
                <a:close/>
                <a:moveTo>
                  <a:pt x="2618327" y="4623626"/>
                </a:moveTo>
                <a:cubicBezTo>
                  <a:pt x="2618327" y="4618768"/>
                  <a:pt x="2622233" y="4614863"/>
                  <a:pt x="2627090" y="4614863"/>
                </a:cubicBezTo>
                <a:cubicBezTo>
                  <a:pt x="2631948" y="4614863"/>
                  <a:pt x="2635853" y="4618768"/>
                  <a:pt x="2635853" y="4623626"/>
                </a:cubicBezTo>
                <a:cubicBezTo>
                  <a:pt x="2635853" y="4628484"/>
                  <a:pt x="2631948" y="4632389"/>
                  <a:pt x="2627090" y="4632389"/>
                </a:cubicBezTo>
                <a:cubicBezTo>
                  <a:pt x="2622233" y="4632389"/>
                  <a:pt x="2618327" y="4628484"/>
                  <a:pt x="2618327" y="4623626"/>
                </a:cubicBezTo>
                <a:close/>
                <a:moveTo>
                  <a:pt x="2658904" y="4602576"/>
                </a:moveTo>
                <a:cubicBezTo>
                  <a:pt x="2658904" y="4597718"/>
                  <a:pt x="2662809" y="4593812"/>
                  <a:pt x="2667667" y="4593812"/>
                </a:cubicBezTo>
                <a:cubicBezTo>
                  <a:pt x="2672525" y="4593812"/>
                  <a:pt x="2676430" y="4597718"/>
                  <a:pt x="2676430" y="4602576"/>
                </a:cubicBezTo>
                <a:cubicBezTo>
                  <a:pt x="2676430" y="4607433"/>
                  <a:pt x="2672525" y="4611338"/>
                  <a:pt x="2667667" y="4611338"/>
                </a:cubicBezTo>
                <a:cubicBezTo>
                  <a:pt x="2662809" y="4611338"/>
                  <a:pt x="2658904" y="4607433"/>
                  <a:pt x="2658904" y="4602576"/>
                </a:cubicBezTo>
                <a:close/>
                <a:moveTo>
                  <a:pt x="845820" y="161449"/>
                </a:moveTo>
                <a:lnTo>
                  <a:pt x="845820" y="148685"/>
                </a:lnTo>
                <a:cubicBezTo>
                  <a:pt x="845820" y="144590"/>
                  <a:pt x="842486" y="141161"/>
                  <a:pt x="838295" y="141161"/>
                </a:cubicBezTo>
                <a:lnTo>
                  <a:pt x="825532" y="141161"/>
                </a:lnTo>
                <a:cubicBezTo>
                  <a:pt x="821436" y="141161"/>
                  <a:pt x="818007" y="144494"/>
                  <a:pt x="818007" y="148685"/>
                </a:cubicBezTo>
                <a:lnTo>
                  <a:pt x="818007" y="161449"/>
                </a:lnTo>
                <a:cubicBezTo>
                  <a:pt x="818007" y="165545"/>
                  <a:pt x="821341" y="168974"/>
                  <a:pt x="825532" y="168974"/>
                </a:cubicBezTo>
                <a:lnTo>
                  <a:pt x="829247" y="168974"/>
                </a:lnTo>
                <a:lnTo>
                  <a:pt x="829532" y="267176"/>
                </a:lnTo>
                <a:lnTo>
                  <a:pt x="814578" y="285274"/>
                </a:lnTo>
                <a:lnTo>
                  <a:pt x="814578" y="352044"/>
                </a:lnTo>
                <a:lnTo>
                  <a:pt x="825818" y="363474"/>
                </a:lnTo>
                <a:cubicBezTo>
                  <a:pt x="823436" y="366713"/>
                  <a:pt x="822865" y="370999"/>
                  <a:pt x="824770" y="374809"/>
                </a:cubicBezTo>
                <a:cubicBezTo>
                  <a:pt x="826675" y="378619"/>
                  <a:pt x="830580" y="380810"/>
                  <a:pt x="834581" y="380810"/>
                </a:cubicBezTo>
                <a:cubicBezTo>
                  <a:pt x="836200" y="380810"/>
                  <a:pt x="837914" y="380429"/>
                  <a:pt x="839534" y="379667"/>
                </a:cubicBezTo>
                <a:cubicBezTo>
                  <a:pt x="844868" y="376904"/>
                  <a:pt x="847058" y="370332"/>
                  <a:pt x="844391" y="364998"/>
                </a:cubicBezTo>
                <a:cubicBezTo>
                  <a:pt x="841629" y="359569"/>
                  <a:pt x="835057" y="357473"/>
                  <a:pt x="829723" y="360140"/>
                </a:cubicBezTo>
                <a:cubicBezTo>
                  <a:pt x="829723" y="360140"/>
                  <a:pt x="829627" y="360236"/>
                  <a:pt x="829532" y="360331"/>
                </a:cubicBezTo>
                <a:lnTo>
                  <a:pt x="819531" y="350139"/>
                </a:lnTo>
                <a:lnTo>
                  <a:pt x="819531" y="286988"/>
                </a:lnTo>
                <a:lnTo>
                  <a:pt x="834485" y="268891"/>
                </a:lnTo>
                <a:lnTo>
                  <a:pt x="834200" y="168974"/>
                </a:lnTo>
                <a:lnTo>
                  <a:pt x="838486" y="168974"/>
                </a:lnTo>
                <a:cubicBezTo>
                  <a:pt x="842582" y="168974"/>
                  <a:pt x="846011" y="165640"/>
                  <a:pt x="846011" y="161449"/>
                </a:cubicBezTo>
                <a:close/>
                <a:moveTo>
                  <a:pt x="831723" y="364331"/>
                </a:moveTo>
                <a:cubicBezTo>
                  <a:pt x="832580" y="363855"/>
                  <a:pt x="833533" y="363664"/>
                  <a:pt x="834485" y="363664"/>
                </a:cubicBezTo>
                <a:cubicBezTo>
                  <a:pt x="836771" y="363664"/>
                  <a:pt x="838962" y="364903"/>
                  <a:pt x="840010" y="367094"/>
                </a:cubicBezTo>
                <a:cubicBezTo>
                  <a:pt x="841534" y="370142"/>
                  <a:pt x="840296" y="373856"/>
                  <a:pt x="837248" y="375380"/>
                </a:cubicBezTo>
                <a:cubicBezTo>
                  <a:pt x="834200" y="376904"/>
                  <a:pt x="830485" y="375666"/>
                  <a:pt x="828961" y="372618"/>
                </a:cubicBezTo>
                <a:cubicBezTo>
                  <a:pt x="827437" y="369570"/>
                  <a:pt x="828675" y="365855"/>
                  <a:pt x="831723" y="364331"/>
                </a:cubicBezTo>
                <a:close/>
                <a:moveTo>
                  <a:pt x="825627" y="165164"/>
                </a:moveTo>
                <a:cubicBezTo>
                  <a:pt x="823532" y="165164"/>
                  <a:pt x="821817" y="163449"/>
                  <a:pt x="821817" y="161354"/>
                </a:cubicBezTo>
                <a:lnTo>
                  <a:pt x="821817" y="148590"/>
                </a:lnTo>
                <a:cubicBezTo>
                  <a:pt x="821817" y="146495"/>
                  <a:pt x="823532" y="144780"/>
                  <a:pt x="825627" y="144780"/>
                </a:cubicBezTo>
                <a:lnTo>
                  <a:pt x="838391" y="144780"/>
                </a:lnTo>
                <a:cubicBezTo>
                  <a:pt x="840486" y="144780"/>
                  <a:pt x="842201" y="146495"/>
                  <a:pt x="842201" y="148590"/>
                </a:cubicBezTo>
                <a:lnTo>
                  <a:pt x="842201" y="161354"/>
                </a:lnTo>
                <a:cubicBezTo>
                  <a:pt x="842201" y="163449"/>
                  <a:pt x="840486" y="165164"/>
                  <a:pt x="838391" y="165164"/>
                </a:cubicBezTo>
                <a:lnTo>
                  <a:pt x="825627" y="165164"/>
                </a:lnTo>
                <a:close/>
                <a:moveTo>
                  <a:pt x="2653855" y="4614863"/>
                </a:moveTo>
                <a:cubicBezTo>
                  <a:pt x="2658713" y="4614863"/>
                  <a:pt x="2662619" y="4618768"/>
                  <a:pt x="2662619" y="4623626"/>
                </a:cubicBezTo>
                <a:cubicBezTo>
                  <a:pt x="2662619" y="4628484"/>
                  <a:pt x="2658713" y="4632389"/>
                  <a:pt x="2653855" y="4632389"/>
                </a:cubicBezTo>
                <a:cubicBezTo>
                  <a:pt x="2648998" y="4632389"/>
                  <a:pt x="2645093" y="4628484"/>
                  <a:pt x="2645093" y="4623626"/>
                </a:cubicBezTo>
                <a:cubicBezTo>
                  <a:pt x="2645093" y="4618768"/>
                  <a:pt x="2648998" y="4614863"/>
                  <a:pt x="2653855" y="4614863"/>
                </a:cubicBezTo>
                <a:close/>
                <a:moveTo>
                  <a:pt x="914591" y="390715"/>
                </a:moveTo>
                <a:cubicBezTo>
                  <a:pt x="916496" y="394526"/>
                  <a:pt x="920401" y="396716"/>
                  <a:pt x="924401" y="396716"/>
                </a:cubicBezTo>
                <a:cubicBezTo>
                  <a:pt x="926021" y="396716"/>
                  <a:pt x="927735" y="396335"/>
                  <a:pt x="929354" y="395573"/>
                </a:cubicBezTo>
                <a:cubicBezTo>
                  <a:pt x="931926" y="394240"/>
                  <a:pt x="933926" y="391954"/>
                  <a:pt x="934784" y="389192"/>
                </a:cubicBezTo>
                <a:cubicBezTo>
                  <a:pt x="935641" y="386429"/>
                  <a:pt x="935450" y="383477"/>
                  <a:pt x="934117" y="380810"/>
                </a:cubicBezTo>
                <a:cubicBezTo>
                  <a:pt x="931736" y="376142"/>
                  <a:pt x="926497" y="374142"/>
                  <a:pt x="921639" y="375380"/>
                </a:cubicBezTo>
                <a:lnTo>
                  <a:pt x="914495" y="363664"/>
                </a:lnTo>
                <a:lnTo>
                  <a:pt x="914495" y="300228"/>
                </a:lnTo>
                <a:lnTo>
                  <a:pt x="929450" y="282131"/>
                </a:lnTo>
                <a:lnTo>
                  <a:pt x="929450" y="172593"/>
                </a:lnTo>
                <a:cubicBezTo>
                  <a:pt x="929450" y="172593"/>
                  <a:pt x="922115" y="160306"/>
                  <a:pt x="922115" y="160306"/>
                </a:cubicBezTo>
                <a:lnTo>
                  <a:pt x="922115" y="134112"/>
                </a:lnTo>
                <a:cubicBezTo>
                  <a:pt x="922687" y="133922"/>
                  <a:pt x="923258" y="133922"/>
                  <a:pt x="923830" y="133636"/>
                </a:cubicBezTo>
                <a:cubicBezTo>
                  <a:pt x="928497" y="131255"/>
                  <a:pt x="930307" y="125635"/>
                  <a:pt x="927926" y="121063"/>
                </a:cubicBezTo>
                <a:cubicBezTo>
                  <a:pt x="925544" y="116396"/>
                  <a:pt x="919925" y="114586"/>
                  <a:pt x="915352" y="116967"/>
                </a:cubicBezTo>
                <a:cubicBezTo>
                  <a:pt x="910685" y="119348"/>
                  <a:pt x="908876" y="124968"/>
                  <a:pt x="911257" y="129540"/>
                </a:cubicBezTo>
                <a:cubicBezTo>
                  <a:pt x="912495" y="132017"/>
                  <a:pt x="914781" y="133636"/>
                  <a:pt x="917258" y="134303"/>
                </a:cubicBezTo>
                <a:lnTo>
                  <a:pt x="917258" y="161735"/>
                </a:lnTo>
                <a:cubicBezTo>
                  <a:pt x="917258" y="161735"/>
                  <a:pt x="924782" y="174022"/>
                  <a:pt x="924782" y="174022"/>
                </a:cubicBezTo>
                <a:lnTo>
                  <a:pt x="924782" y="280511"/>
                </a:lnTo>
                <a:cubicBezTo>
                  <a:pt x="924782" y="280511"/>
                  <a:pt x="909638" y="298609"/>
                  <a:pt x="909638" y="298609"/>
                </a:cubicBezTo>
                <a:lnTo>
                  <a:pt x="909638" y="365093"/>
                </a:lnTo>
                <a:lnTo>
                  <a:pt x="917353" y="377666"/>
                </a:lnTo>
                <a:cubicBezTo>
                  <a:pt x="915829" y="379000"/>
                  <a:pt x="914591" y="380524"/>
                  <a:pt x="913924" y="382429"/>
                </a:cubicBezTo>
                <a:cubicBezTo>
                  <a:pt x="912971" y="385191"/>
                  <a:pt x="913257" y="388144"/>
                  <a:pt x="914591" y="390811"/>
                </a:cubicBezTo>
                <a:close/>
                <a:moveTo>
                  <a:pt x="918496" y="383858"/>
                </a:moveTo>
                <a:cubicBezTo>
                  <a:pt x="918972" y="382334"/>
                  <a:pt x="920115" y="381000"/>
                  <a:pt x="921544" y="380238"/>
                </a:cubicBezTo>
                <a:cubicBezTo>
                  <a:pt x="922401" y="379762"/>
                  <a:pt x="923354" y="379571"/>
                  <a:pt x="924306" y="379571"/>
                </a:cubicBezTo>
                <a:cubicBezTo>
                  <a:pt x="926592" y="379571"/>
                  <a:pt x="928783" y="380810"/>
                  <a:pt x="929831" y="383000"/>
                </a:cubicBezTo>
                <a:cubicBezTo>
                  <a:pt x="930593" y="384429"/>
                  <a:pt x="930688" y="386144"/>
                  <a:pt x="930212" y="387763"/>
                </a:cubicBezTo>
                <a:cubicBezTo>
                  <a:pt x="929735" y="389287"/>
                  <a:pt x="928592" y="390620"/>
                  <a:pt x="927164" y="391382"/>
                </a:cubicBezTo>
                <a:cubicBezTo>
                  <a:pt x="924116" y="392906"/>
                  <a:pt x="920401" y="391668"/>
                  <a:pt x="918877" y="388620"/>
                </a:cubicBezTo>
                <a:cubicBezTo>
                  <a:pt x="918115" y="387191"/>
                  <a:pt x="918020" y="385477"/>
                  <a:pt x="918496" y="383858"/>
                </a:cubicBezTo>
                <a:close/>
                <a:moveTo>
                  <a:pt x="633794" y="641318"/>
                </a:moveTo>
                <a:lnTo>
                  <a:pt x="630936" y="643700"/>
                </a:lnTo>
                <a:cubicBezTo>
                  <a:pt x="629602" y="643033"/>
                  <a:pt x="628174" y="642557"/>
                  <a:pt x="626650" y="642557"/>
                </a:cubicBezTo>
                <a:cubicBezTo>
                  <a:pt x="621221" y="642557"/>
                  <a:pt x="616839" y="646938"/>
                  <a:pt x="616839" y="652367"/>
                </a:cubicBezTo>
                <a:cubicBezTo>
                  <a:pt x="616839" y="657797"/>
                  <a:pt x="621221" y="662178"/>
                  <a:pt x="626650" y="662178"/>
                </a:cubicBezTo>
                <a:cubicBezTo>
                  <a:pt x="632079" y="662178"/>
                  <a:pt x="636461" y="657797"/>
                  <a:pt x="636461" y="652367"/>
                </a:cubicBezTo>
                <a:cubicBezTo>
                  <a:pt x="636461" y="651224"/>
                  <a:pt x="636175" y="650081"/>
                  <a:pt x="635794" y="649034"/>
                </a:cubicBezTo>
                <a:lnTo>
                  <a:pt x="638366" y="646938"/>
                </a:lnTo>
                <a:lnTo>
                  <a:pt x="633794" y="641414"/>
                </a:lnTo>
                <a:close/>
                <a:moveTo>
                  <a:pt x="626650" y="657320"/>
                </a:moveTo>
                <a:cubicBezTo>
                  <a:pt x="623888" y="657320"/>
                  <a:pt x="621602" y="655034"/>
                  <a:pt x="621602" y="652272"/>
                </a:cubicBezTo>
                <a:cubicBezTo>
                  <a:pt x="621602" y="649510"/>
                  <a:pt x="623888" y="647224"/>
                  <a:pt x="626650" y="647224"/>
                </a:cubicBezTo>
                <a:cubicBezTo>
                  <a:pt x="629412" y="647224"/>
                  <a:pt x="631698" y="649510"/>
                  <a:pt x="631698" y="652272"/>
                </a:cubicBezTo>
                <a:cubicBezTo>
                  <a:pt x="631698" y="655034"/>
                  <a:pt x="629412" y="657320"/>
                  <a:pt x="626650" y="657320"/>
                </a:cubicBezTo>
                <a:close/>
                <a:moveTo>
                  <a:pt x="1561528" y="2277142"/>
                </a:moveTo>
                <a:lnTo>
                  <a:pt x="1561528" y="2262473"/>
                </a:lnTo>
                <a:cubicBezTo>
                  <a:pt x="1561528" y="2260378"/>
                  <a:pt x="1563243" y="2258663"/>
                  <a:pt x="1565339" y="2258663"/>
                </a:cubicBezTo>
                <a:lnTo>
                  <a:pt x="1580007" y="2258663"/>
                </a:lnTo>
                <a:cubicBezTo>
                  <a:pt x="1582103" y="2258663"/>
                  <a:pt x="1583817" y="2260378"/>
                  <a:pt x="1583817" y="2262473"/>
                </a:cubicBezTo>
                <a:lnTo>
                  <a:pt x="1583817" y="2277142"/>
                </a:lnTo>
                <a:cubicBezTo>
                  <a:pt x="1583817" y="2279237"/>
                  <a:pt x="1582103" y="2280952"/>
                  <a:pt x="1580007" y="2280952"/>
                </a:cubicBezTo>
                <a:lnTo>
                  <a:pt x="1565339" y="2280952"/>
                </a:lnTo>
                <a:cubicBezTo>
                  <a:pt x="1563243" y="2280952"/>
                  <a:pt x="1561528" y="2279237"/>
                  <a:pt x="1561528" y="2277142"/>
                </a:cubicBezTo>
                <a:close/>
                <a:moveTo>
                  <a:pt x="639032" y="637032"/>
                </a:moveTo>
                <a:lnTo>
                  <a:pt x="644271" y="632746"/>
                </a:lnTo>
                <a:lnTo>
                  <a:pt x="648843" y="638270"/>
                </a:lnTo>
                <a:lnTo>
                  <a:pt x="643604" y="642557"/>
                </a:lnTo>
                <a:lnTo>
                  <a:pt x="639032" y="637032"/>
                </a:lnTo>
                <a:close/>
                <a:moveTo>
                  <a:pt x="782098" y="96679"/>
                </a:moveTo>
                <a:cubicBezTo>
                  <a:pt x="785146" y="95155"/>
                  <a:pt x="788670" y="93155"/>
                  <a:pt x="789718" y="89630"/>
                </a:cubicBezTo>
                <a:cubicBezTo>
                  <a:pt x="792671" y="87344"/>
                  <a:pt x="794671" y="83915"/>
                  <a:pt x="794671" y="79820"/>
                </a:cubicBezTo>
                <a:cubicBezTo>
                  <a:pt x="794671" y="72866"/>
                  <a:pt x="788956" y="67151"/>
                  <a:pt x="782002" y="67151"/>
                </a:cubicBezTo>
                <a:cubicBezTo>
                  <a:pt x="775049" y="67151"/>
                  <a:pt x="769334" y="72866"/>
                  <a:pt x="769334" y="79820"/>
                </a:cubicBezTo>
                <a:cubicBezTo>
                  <a:pt x="769334" y="86201"/>
                  <a:pt x="774192" y="91345"/>
                  <a:pt x="780383" y="92202"/>
                </a:cubicBezTo>
                <a:cubicBezTo>
                  <a:pt x="780193" y="92202"/>
                  <a:pt x="780098" y="92392"/>
                  <a:pt x="779907" y="92488"/>
                </a:cubicBezTo>
                <a:cubicBezTo>
                  <a:pt x="776288" y="94393"/>
                  <a:pt x="771716" y="96679"/>
                  <a:pt x="771716" y="101632"/>
                </a:cubicBezTo>
                <a:cubicBezTo>
                  <a:pt x="771716" y="106585"/>
                  <a:pt x="776192" y="108966"/>
                  <a:pt x="779907" y="110776"/>
                </a:cubicBezTo>
                <a:cubicBezTo>
                  <a:pt x="783336" y="112586"/>
                  <a:pt x="785527" y="113824"/>
                  <a:pt x="785527" y="115729"/>
                </a:cubicBezTo>
                <a:cubicBezTo>
                  <a:pt x="785527" y="117634"/>
                  <a:pt x="783431" y="118872"/>
                  <a:pt x="779907" y="120682"/>
                </a:cubicBezTo>
                <a:cubicBezTo>
                  <a:pt x="776288" y="122587"/>
                  <a:pt x="771716" y="124873"/>
                  <a:pt x="771716" y="129826"/>
                </a:cubicBezTo>
                <a:cubicBezTo>
                  <a:pt x="771716" y="134779"/>
                  <a:pt x="776192" y="137160"/>
                  <a:pt x="779907" y="138970"/>
                </a:cubicBezTo>
                <a:cubicBezTo>
                  <a:pt x="783336" y="140780"/>
                  <a:pt x="785527" y="142018"/>
                  <a:pt x="785527" y="143923"/>
                </a:cubicBezTo>
                <a:cubicBezTo>
                  <a:pt x="785527" y="145828"/>
                  <a:pt x="783431" y="147066"/>
                  <a:pt x="779907" y="148876"/>
                </a:cubicBezTo>
                <a:cubicBezTo>
                  <a:pt x="776288" y="150781"/>
                  <a:pt x="771716" y="153067"/>
                  <a:pt x="771716" y="158020"/>
                </a:cubicBezTo>
                <a:cubicBezTo>
                  <a:pt x="771716" y="162973"/>
                  <a:pt x="776192" y="165354"/>
                  <a:pt x="779907" y="167164"/>
                </a:cubicBezTo>
                <a:cubicBezTo>
                  <a:pt x="783336" y="168974"/>
                  <a:pt x="785432" y="170212"/>
                  <a:pt x="785432" y="172117"/>
                </a:cubicBezTo>
                <a:cubicBezTo>
                  <a:pt x="785432" y="174022"/>
                  <a:pt x="783336" y="175260"/>
                  <a:pt x="779907" y="177070"/>
                </a:cubicBezTo>
                <a:cubicBezTo>
                  <a:pt x="776288" y="178975"/>
                  <a:pt x="771716" y="181261"/>
                  <a:pt x="771716" y="186214"/>
                </a:cubicBezTo>
                <a:cubicBezTo>
                  <a:pt x="771716" y="191167"/>
                  <a:pt x="776192" y="193548"/>
                  <a:pt x="779907" y="195358"/>
                </a:cubicBezTo>
                <a:cubicBezTo>
                  <a:pt x="783336" y="197168"/>
                  <a:pt x="785432" y="198311"/>
                  <a:pt x="785432" y="200311"/>
                </a:cubicBezTo>
                <a:cubicBezTo>
                  <a:pt x="785432" y="202311"/>
                  <a:pt x="783336" y="203454"/>
                  <a:pt x="779812" y="205264"/>
                </a:cubicBezTo>
                <a:cubicBezTo>
                  <a:pt x="776192" y="207169"/>
                  <a:pt x="771620" y="209455"/>
                  <a:pt x="771620" y="214408"/>
                </a:cubicBezTo>
                <a:cubicBezTo>
                  <a:pt x="771620" y="219361"/>
                  <a:pt x="776097" y="221742"/>
                  <a:pt x="779812" y="223552"/>
                </a:cubicBezTo>
                <a:cubicBezTo>
                  <a:pt x="783241" y="225362"/>
                  <a:pt x="785432" y="226600"/>
                  <a:pt x="785432" y="228505"/>
                </a:cubicBezTo>
                <a:cubicBezTo>
                  <a:pt x="785432" y="230410"/>
                  <a:pt x="783336" y="231648"/>
                  <a:pt x="779812" y="233458"/>
                </a:cubicBezTo>
                <a:cubicBezTo>
                  <a:pt x="776192" y="235363"/>
                  <a:pt x="771620" y="237649"/>
                  <a:pt x="771620" y="242602"/>
                </a:cubicBezTo>
                <a:cubicBezTo>
                  <a:pt x="771620" y="247555"/>
                  <a:pt x="776097" y="249936"/>
                  <a:pt x="779812" y="251746"/>
                </a:cubicBezTo>
                <a:cubicBezTo>
                  <a:pt x="783241" y="253556"/>
                  <a:pt x="785432" y="254794"/>
                  <a:pt x="785432" y="256699"/>
                </a:cubicBezTo>
                <a:cubicBezTo>
                  <a:pt x="785432" y="258604"/>
                  <a:pt x="783336" y="259842"/>
                  <a:pt x="779812" y="261652"/>
                </a:cubicBezTo>
                <a:cubicBezTo>
                  <a:pt x="776192" y="263557"/>
                  <a:pt x="771620" y="265843"/>
                  <a:pt x="771620" y="270796"/>
                </a:cubicBezTo>
                <a:cubicBezTo>
                  <a:pt x="771620" y="275749"/>
                  <a:pt x="776097" y="278130"/>
                  <a:pt x="779812" y="280035"/>
                </a:cubicBezTo>
                <a:cubicBezTo>
                  <a:pt x="783241" y="281845"/>
                  <a:pt x="785432" y="283083"/>
                  <a:pt x="785432" y="284988"/>
                </a:cubicBezTo>
                <a:cubicBezTo>
                  <a:pt x="785432" y="286893"/>
                  <a:pt x="783336" y="288131"/>
                  <a:pt x="779812" y="289941"/>
                </a:cubicBezTo>
                <a:cubicBezTo>
                  <a:pt x="776192" y="291846"/>
                  <a:pt x="771620" y="294132"/>
                  <a:pt x="771620" y="299180"/>
                </a:cubicBezTo>
                <a:cubicBezTo>
                  <a:pt x="771620" y="304229"/>
                  <a:pt x="776097" y="306514"/>
                  <a:pt x="779812" y="308420"/>
                </a:cubicBezTo>
                <a:cubicBezTo>
                  <a:pt x="781241" y="309182"/>
                  <a:pt x="782288" y="309753"/>
                  <a:pt x="783241" y="310420"/>
                </a:cubicBezTo>
                <a:lnTo>
                  <a:pt x="776288" y="310420"/>
                </a:lnTo>
                <a:cubicBezTo>
                  <a:pt x="772573" y="310420"/>
                  <a:pt x="769620" y="313373"/>
                  <a:pt x="769620" y="317087"/>
                </a:cubicBezTo>
                <a:lnTo>
                  <a:pt x="769620" y="328422"/>
                </a:lnTo>
                <a:cubicBezTo>
                  <a:pt x="769620" y="332137"/>
                  <a:pt x="772573" y="335089"/>
                  <a:pt x="776288" y="335089"/>
                </a:cubicBezTo>
                <a:lnTo>
                  <a:pt x="787622" y="335089"/>
                </a:lnTo>
                <a:cubicBezTo>
                  <a:pt x="791337" y="335089"/>
                  <a:pt x="794290" y="332137"/>
                  <a:pt x="794290" y="328422"/>
                </a:cubicBezTo>
                <a:lnTo>
                  <a:pt x="794290" y="317087"/>
                </a:lnTo>
                <a:cubicBezTo>
                  <a:pt x="794290" y="314135"/>
                  <a:pt x="792290" y="311658"/>
                  <a:pt x="789623" y="310801"/>
                </a:cubicBezTo>
                <a:cubicBezTo>
                  <a:pt x="788384" y="307562"/>
                  <a:pt x="784955" y="305753"/>
                  <a:pt x="782098" y="304229"/>
                </a:cubicBezTo>
                <a:cubicBezTo>
                  <a:pt x="778669" y="302419"/>
                  <a:pt x="776478" y="301181"/>
                  <a:pt x="776478" y="299276"/>
                </a:cubicBezTo>
                <a:cubicBezTo>
                  <a:pt x="776478" y="297371"/>
                  <a:pt x="778574" y="296132"/>
                  <a:pt x="782098" y="294323"/>
                </a:cubicBezTo>
                <a:cubicBezTo>
                  <a:pt x="785717" y="292418"/>
                  <a:pt x="790289" y="290132"/>
                  <a:pt x="790289" y="285083"/>
                </a:cubicBezTo>
                <a:cubicBezTo>
                  <a:pt x="790289" y="280035"/>
                  <a:pt x="785813" y="277749"/>
                  <a:pt x="782098" y="275844"/>
                </a:cubicBezTo>
                <a:cubicBezTo>
                  <a:pt x="778669" y="274034"/>
                  <a:pt x="776478" y="272796"/>
                  <a:pt x="776478" y="270891"/>
                </a:cubicBezTo>
                <a:cubicBezTo>
                  <a:pt x="776478" y="268986"/>
                  <a:pt x="778574" y="267748"/>
                  <a:pt x="782098" y="265938"/>
                </a:cubicBezTo>
                <a:cubicBezTo>
                  <a:pt x="785717" y="264033"/>
                  <a:pt x="790289" y="261747"/>
                  <a:pt x="790289" y="256794"/>
                </a:cubicBezTo>
                <a:cubicBezTo>
                  <a:pt x="790289" y="251841"/>
                  <a:pt x="785813" y="249460"/>
                  <a:pt x="782098" y="247555"/>
                </a:cubicBezTo>
                <a:cubicBezTo>
                  <a:pt x="778669" y="245745"/>
                  <a:pt x="776478" y="244507"/>
                  <a:pt x="776478" y="242602"/>
                </a:cubicBezTo>
                <a:cubicBezTo>
                  <a:pt x="776478" y="240697"/>
                  <a:pt x="778574" y="239458"/>
                  <a:pt x="782098" y="237649"/>
                </a:cubicBezTo>
                <a:cubicBezTo>
                  <a:pt x="785717" y="235744"/>
                  <a:pt x="790289" y="233458"/>
                  <a:pt x="790289" y="228505"/>
                </a:cubicBezTo>
                <a:cubicBezTo>
                  <a:pt x="790289" y="223552"/>
                  <a:pt x="785813" y="221170"/>
                  <a:pt x="782098" y="219361"/>
                </a:cubicBezTo>
                <a:cubicBezTo>
                  <a:pt x="778669" y="217551"/>
                  <a:pt x="776478" y="216313"/>
                  <a:pt x="776478" y="214408"/>
                </a:cubicBezTo>
                <a:cubicBezTo>
                  <a:pt x="776478" y="212503"/>
                  <a:pt x="778574" y="211265"/>
                  <a:pt x="782098" y="209455"/>
                </a:cubicBezTo>
                <a:cubicBezTo>
                  <a:pt x="785717" y="207550"/>
                  <a:pt x="790289" y="205264"/>
                  <a:pt x="790289" y="200311"/>
                </a:cubicBezTo>
                <a:cubicBezTo>
                  <a:pt x="790289" y="195358"/>
                  <a:pt x="785813" y="192977"/>
                  <a:pt x="782098" y="191167"/>
                </a:cubicBezTo>
                <a:cubicBezTo>
                  <a:pt x="778669" y="189357"/>
                  <a:pt x="776573" y="188214"/>
                  <a:pt x="776573" y="186214"/>
                </a:cubicBezTo>
                <a:cubicBezTo>
                  <a:pt x="776573" y="184214"/>
                  <a:pt x="778669" y="183070"/>
                  <a:pt x="782193" y="181261"/>
                </a:cubicBezTo>
                <a:cubicBezTo>
                  <a:pt x="785813" y="179356"/>
                  <a:pt x="790385" y="177070"/>
                  <a:pt x="790385" y="172117"/>
                </a:cubicBezTo>
                <a:cubicBezTo>
                  <a:pt x="790385" y="167164"/>
                  <a:pt x="785908" y="164783"/>
                  <a:pt x="782193" y="162973"/>
                </a:cubicBezTo>
                <a:cubicBezTo>
                  <a:pt x="778764" y="161163"/>
                  <a:pt x="776573" y="159925"/>
                  <a:pt x="776573" y="158020"/>
                </a:cubicBezTo>
                <a:cubicBezTo>
                  <a:pt x="776573" y="156115"/>
                  <a:pt x="778669" y="154877"/>
                  <a:pt x="782193" y="153067"/>
                </a:cubicBezTo>
                <a:cubicBezTo>
                  <a:pt x="785813" y="151162"/>
                  <a:pt x="790385" y="148876"/>
                  <a:pt x="790385" y="143923"/>
                </a:cubicBezTo>
                <a:cubicBezTo>
                  <a:pt x="790385" y="138970"/>
                  <a:pt x="785908" y="136589"/>
                  <a:pt x="782193" y="134779"/>
                </a:cubicBezTo>
                <a:cubicBezTo>
                  <a:pt x="778764" y="132969"/>
                  <a:pt x="776573" y="131731"/>
                  <a:pt x="776573" y="129826"/>
                </a:cubicBezTo>
                <a:cubicBezTo>
                  <a:pt x="776573" y="127921"/>
                  <a:pt x="778669" y="126683"/>
                  <a:pt x="782193" y="124873"/>
                </a:cubicBezTo>
                <a:cubicBezTo>
                  <a:pt x="785813" y="122968"/>
                  <a:pt x="790385" y="120682"/>
                  <a:pt x="790385" y="115729"/>
                </a:cubicBezTo>
                <a:cubicBezTo>
                  <a:pt x="790385" y="110776"/>
                  <a:pt x="785908" y="108395"/>
                  <a:pt x="782193" y="106585"/>
                </a:cubicBezTo>
                <a:cubicBezTo>
                  <a:pt x="778764" y="104775"/>
                  <a:pt x="776573" y="103537"/>
                  <a:pt x="776573" y="101632"/>
                </a:cubicBezTo>
                <a:cubicBezTo>
                  <a:pt x="776573" y="99727"/>
                  <a:pt x="778669" y="98489"/>
                  <a:pt x="782193" y="96679"/>
                </a:cubicBezTo>
                <a:close/>
                <a:moveTo>
                  <a:pt x="791051" y="317373"/>
                </a:moveTo>
                <a:lnTo>
                  <a:pt x="791051" y="328708"/>
                </a:lnTo>
                <a:cubicBezTo>
                  <a:pt x="791051" y="330518"/>
                  <a:pt x="789527" y="332042"/>
                  <a:pt x="787718" y="332042"/>
                </a:cubicBezTo>
                <a:lnTo>
                  <a:pt x="776383" y="332042"/>
                </a:lnTo>
                <a:cubicBezTo>
                  <a:pt x="774573" y="332042"/>
                  <a:pt x="773049" y="330518"/>
                  <a:pt x="773049" y="328708"/>
                </a:cubicBezTo>
                <a:lnTo>
                  <a:pt x="773049" y="317373"/>
                </a:lnTo>
                <a:cubicBezTo>
                  <a:pt x="773049" y="315563"/>
                  <a:pt x="774573" y="314039"/>
                  <a:pt x="776383" y="314039"/>
                </a:cubicBezTo>
                <a:lnTo>
                  <a:pt x="787718" y="314039"/>
                </a:lnTo>
                <a:cubicBezTo>
                  <a:pt x="789527" y="314039"/>
                  <a:pt x="791051" y="315563"/>
                  <a:pt x="791051" y="317373"/>
                </a:cubicBezTo>
                <a:close/>
                <a:moveTo>
                  <a:pt x="2846165" y="4411313"/>
                </a:moveTo>
                <a:lnTo>
                  <a:pt x="2846165" y="4383786"/>
                </a:lnTo>
                <a:cubicBezTo>
                  <a:pt x="2846165" y="4377690"/>
                  <a:pt x="2841212" y="4372737"/>
                  <a:pt x="2835117" y="4372737"/>
                </a:cubicBezTo>
                <a:lnTo>
                  <a:pt x="2807589" y="4372737"/>
                </a:lnTo>
                <a:cubicBezTo>
                  <a:pt x="2801493" y="4372737"/>
                  <a:pt x="2796540" y="4377690"/>
                  <a:pt x="2796540" y="4383786"/>
                </a:cubicBezTo>
                <a:lnTo>
                  <a:pt x="2796540" y="4394835"/>
                </a:lnTo>
                <a:lnTo>
                  <a:pt x="2581370" y="4394835"/>
                </a:lnTo>
                <a:lnTo>
                  <a:pt x="2551176" y="4421601"/>
                </a:lnTo>
                <a:lnTo>
                  <a:pt x="2551176" y="4604004"/>
                </a:lnTo>
                <a:lnTo>
                  <a:pt x="2571560" y="4625531"/>
                </a:lnTo>
                <a:lnTo>
                  <a:pt x="2605278" y="4625531"/>
                </a:lnTo>
                <a:lnTo>
                  <a:pt x="2605278" y="4649057"/>
                </a:lnTo>
                <a:cubicBezTo>
                  <a:pt x="2605278" y="4662393"/>
                  <a:pt x="2616137" y="4673251"/>
                  <a:pt x="2629472" y="4673251"/>
                </a:cubicBezTo>
                <a:lnTo>
                  <a:pt x="2732056" y="4673251"/>
                </a:lnTo>
                <a:cubicBezTo>
                  <a:pt x="2745391" y="4673251"/>
                  <a:pt x="2756249" y="4662393"/>
                  <a:pt x="2756249" y="4649057"/>
                </a:cubicBezTo>
                <a:lnTo>
                  <a:pt x="2756249" y="4601432"/>
                </a:lnTo>
                <a:cubicBezTo>
                  <a:pt x="2756249" y="4588097"/>
                  <a:pt x="2745391" y="4577239"/>
                  <a:pt x="2732056" y="4577239"/>
                </a:cubicBezTo>
                <a:lnTo>
                  <a:pt x="2629472" y="4577239"/>
                </a:lnTo>
                <a:cubicBezTo>
                  <a:pt x="2616137" y="4577239"/>
                  <a:pt x="2605278" y="4588097"/>
                  <a:pt x="2605278" y="4601432"/>
                </a:cubicBezTo>
                <a:lnTo>
                  <a:pt x="2605278" y="4618387"/>
                </a:lnTo>
                <a:lnTo>
                  <a:pt x="2574703" y="4618387"/>
                </a:lnTo>
                <a:lnTo>
                  <a:pt x="2558415" y="4601147"/>
                </a:lnTo>
                <a:lnTo>
                  <a:pt x="2558415" y="4424839"/>
                </a:lnTo>
                <a:lnTo>
                  <a:pt x="2584133" y="4401979"/>
                </a:lnTo>
                <a:lnTo>
                  <a:pt x="2796635" y="4401979"/>
                </a:lnTo>
                <a:lnTo>
                  <a:pt x="2796635" y="4411313"/>
                </a:lnTo>
                <a:cubicBezTo>
                  <a:pt x="2796635" y="4417410"/>
                  <a:pt x="2801588" y="4422362"/>
                  <a:pt x="2807684" y="4422362"/>
                </a:cubicBezTo>
                <a:lnTo>
                  <a:pt x="2835212" y="4422362"/>
                </a:lnTo>
                <a:cubicBezTo>
                  <a:pt x="2841308" y="4422362"/>
                  <a:pt x="2846261" y="4417410"/>
                  <a:pt x="2846261" y="4411313"/>
                </a:cubicBezTo>
                <a:close/>
                <a:moveTo>
                  <a:pt x="2610041" y="4601432"/>
                </a:moveTo>
                <a:cubicBezTo>
                  <a:pt x="2610041" y="4590764"/>
                  <a:pt x="2618709" y="4582002"/>
                  <a:pt x="2629472" y="4582002"/>
                </a:cubicBezTo>
                <a:lnTo>
                  <a:pt x="2732056" y="4582002"/>
                </a:lnTo>
                <a:cubicBezTo>
                  <a:pt x="2742724" y="4582002"/>
                  <a:pt x="2751487" y="4590669"/>
                  <a:pt x="2751487" y="4601432"/>
                </a:cubicBezTo>
                <a:lnTo>
                  <a:pt x="2751487" y="4649057"/>
                </a:lnTo>
                <a:cubicBezTo>
                  <a:pt x="2751487" y="4659726"/>
                  <a:pt x="2742724" y="4668488"/>
                  <a:pt x="2732056" y="4668488"/>
                </a:cubicBezTo>
                <a:lnTo>
                  <a:pt x="2629472" y="4668488"/>
                </a:lnTo>
                <a:cubicBezTo>
                  <a:pt x="2618804" y="4668488"/>
                  <a:pt x="2610041" y="4659821"/>
                  <a:pt x="2610041" y="4649057"/>
                </a:cubicBezTo>
                <a:lnTo>
                  <a:pt x="2610041" y="4601432"/>
                </a:lnTo>
                <a:close/>
                <a:moveTo>
                  <a:pt x="1480661" y="2587847"/>
                </a:moveTo>
                <a:lnTo>
                  <a:pt x="1430655" y="2530697"/>
                </a:lnTo>
                <a:lnTo>
                  <a:pt x="1430846" y="2461070"/>
                </a:lnTo>
                <a:cubicBezTo>
                  <a:pt x="1433036" y="2460688"/>
                  <a:pt x="1435227" y="2460022"/>
                  <a:pt x="1437037" y="2458593"/>
                </a:cubicBezTo>
                <a:cubicBezTo>
                  <a:pt x="1440561" y="2456021"/>
                  <a:pt x="1442466" y="2452211"/>
                  <a:pt x="1442847" y="2448116"/>
                </a:cubicBezTo>
                <a:lnTo>
                  <a:pt x="1547622" y="2449163"/>
                </a:lnTo>
                <a:lnTo>
                  <a:pt x="1566767" y="2426970"/>
                </a:lnTo>
                <a:lnTo>
                  <a:pt x="1680305" y="2425827"/>
                </a:lnTo>
                <a:lnTo>
                  <a:pt x="1680305" y="2430113"/>
                </a:lnTo>
                <a:cubicBezTo>
                  <a:pt x="1680305" y="2433542"/>
                  <a:pt x="1683068" y="2436400"/>
                  <a:pt x="1686592" y="2436400"/>
                </a:cubicBezTo>
                <a:lnTo>
                  <a:pt x="1699832" y="2436400"/>
                </a:lnTo>
                <a:cubicBezTo>
                  <a:pt x="1703261" y="2436400"/>
                  <a:pt x="1706118" y="2433638"/>
                  <a:pt x="1706118" y="2430113"/>
                </a:cubicBezTo>
                <a:lnTo>
                  <a:pt x="1706118" y="2416874"/>
                </a:lnTo>
                <a:cubicBezTo>
                  <a:pt x="1706118" y="2413445"/>
                  <a:pt x="1703356" y="2410587"/>
                  <a:pt x="1699832" y="2410587"/>
                </a:cubicBezTo>
                <a:lnTo>
                  <a:pt x="1686592" y="2410587"/>
                </a:lnTo>
                <a:cubicBezTo>
                  <a:pt x="1683163" y="2410587"/>
                  <a:pt x="1680305" y="2413349"/>
                  <a:pt x="1680305" y="2416874"/>
                </a:cubicBezTo>
                <a:lnTo>
                  <a:pt x="1680305" y="2421160"/>
                </a:lnTo>
                <a:lnTo>
                  <a:pt x="1564577" y="2422303"/>
                </a:lnTo>
                <a:lnTo>
                  <a:pt x="1545431" y="2444496"/>
                </a:lnTo>
                <a:lnTo>
                  <a:pt x="1442561" y="2443448"/>
                </a:lnTo>
                <a:cubicBezTo>
                  <a:pt x="1442085" y="2441638"/>
                  <a:pt x="1441323" y="2439924"/>
                  <a:pt x="1440180" y="2438305"/>
                </a:cubicBezTo>
                <a:cubicBezTo>
                  <a:pt x="1437894" y="2435162"/>
                  <a:pt x="1434465" y="2433066"/>
                  <a:pt x="1430655" y="2432495"/>
                </a:cubicBezTo>
                <a:cubicBezTo>
                  <a:pt x="1426845" y="2431923"/>
                  <a:pt x="1422940" y="2432876"/>
                  <a:pt x="1419797" y="2435162"/>
                </a:cubicBezTo>
                <a:cubicBezTo>
                  <a:pt x="1413320" y="2439924"/>
                  <a:pt x="1411891" y="2448973"/>
                  <a:pt x="1416653" y="2455450"/>
                </a:cubicBezTo>
                <a:cubicBezTo>
                  <a:pt x="1418939" y="2458593"/>
                  <a:pt x="1422273" y="2460593"/>
                  <a:pt x="1425988" y="2461165"/>
                </a:cubicBezTo>
                <a:lnTo>
                  <a:pt x="1425797" y="2532412"/>
                </a:lnTo>
                <a:lnTo>
                  <a:pt x="1475803" y="2589562"/>
                </a:lnTo>
                <a:lnTo>
                  <a:pt x="1475803" y="2696051"/>
                </a:lnTo>
                <a:lnTo>
                  <a:pt x="1419797" y="2761107"/>
                </a:lnTo>
                <a:lnTo>
                  <a:pt x="1389602" y="2761107"/>
                </a:lnTo>
                <a:cubicBezTo>
                  <a:pt x="1388650" y="2757297"/>
                  <a:pt x="1385411" y="2754249"/>
                  <a:pt x="1381220" y="2753773"/>
                </a:cubicBezTo>
                <a:cubicBezTo>
                  <a:pt x="1375791" y="2753201"/>
                  <a:pt x="1371028" y="2757107"/>
                  <a:pt x="1370457" y="2762441"/>
                </a:cubicBezTo>
                <a:cubicBezTo>
                  <a:pt x="1369886" y="2767775"/>
                  <a:pt x="1373791" y="2772632"/>
                  <a:pt x="1379125" y="2773204"/>
                </a:cubicBezTo>
                <a:cubicBezTo>
                  <a:pt x="1379506" y="2773204"/>
                  <a:pt x="1379792" y="2773204"/>
                  <a:pt x="1380173" y="2773204"/>
                </a:cubicBezTo>
                <a:cubicBezTo>
                  <a:pt x="1384649" y="2773204"/>
                  <a:pt x="1388364" y="2770061"/>
                  <a:pt x="1389507" y="2765774"/>
                </a:cubicBezTo>
                <a:lnTo>
                  <a:pt x="1421987" y="2765774"/>
                </a:lnTo>
                <a:cubicBezTo>
                  <a:pt x="1421987" y="2765774"/>
                  <a:pt x="1480566" y="2697671"/>
                  <a:pt x="1480566" y="2697671"/>
                </a:cubicBezTo>
                <a:lnTo>
                  <a:pt x="1480566" y="2587657"/>
                </a:lnTo>
                <a:close/>
                <a:moveTo>
                  <a:pt x="1420559" y="2452688"/>
                </a:moveTo>
                <a:cubicBezTo>
                  <a:pt x="1417415" y="2448306"/>
                  <a:pt x="1418368" y="2442210"/>
                  <a:pt x="1422654" y="2438972"/>
                </a:cubicBezTo>
                <a:cubicBezTo>
                  <a:pt x="1424369" y="2437733"/>
                  <a:pt x="1426369" y="2437067"/>
                  <a:pt x="1428369" y="2437067"/>
                </a:cubicBezTo>
                <a:cubicBezTo>
                  <a:pt x="1428845" y="2437067"/>
                  <a:pt x="1429417" y="2437067"/>
                  <a:pt x="1429893" y="2437162"/>
                </a:cubicBezTo>
                <a:cubicBezTo>
                  <a:pt x="1432465" y="2437543"/>
                  <a:pt x="1434751" y="2438972"/>
                  <a:pt x="1436275" y="2441067"/>
                </a:cubicBezTo>
                <a:cubicBezTo>
                  <a:pt x="1439418" y="2445449"/>
                  <a:pt x="1438466" y="2451545"/>
                  <a:pt x="1434179" y="2454783"/>
                </a:cubicBezTo>
                <a:cubicBezTo>
                  <a:pt x="1432084" y="2456307"/>
                  <a:pt x="1429512" y="2456974"/>
                  <a:pt x="1426940" y="2456593"/>
                </a:cubicBezTo>
                <a:cubicBezTo>
                  <a:pt x="1424369" y="2456212"/>
                  <a:pt x="1422082" y="2454783"/>
                  <a:pt x="1420559" y="2452688"/>
                </a:cubicBezTo>
                <a:close/>
                <a:moveTo>
                  <a:pt x="1383506" y="2767394"/>
                </a:moveTo>
                <a:cubicBezTo>
                  <a:pt x="1382459" y="2768251"/>
                  <a:pt x="1381125" y="2768632"/>
                  <a:pt x="1379792" y="2768442"/>
                </a:cubicBezTo>
                <a:cubicBezTo>
                  <a:pt x="1377029" y="2768155"/>
                  <a:pt x="1375029" y="2765679"/>
                  <a:pt x="1375315" y="2762917"/>
                </a:cubicBezTo>
                <a:cubicBezTo>
                  <a:pt x="1375601" y="2760155"/>
                  <a:pt x="1378077" y="2758154"/>
                  <a:pt x="1380839" y="2758440"/>
                </a:cubicBezTo>
                <a:cubicBezTo>
                  <a:pt x="1383602" y="2758726"/>
                  <a:pt x="1385602" y="2761202"/>
                  <a:pt x="1385316" y="2763965"/>
                </a:cubicBezTo>
                <a:cubicBezTo>
                  <a:pt x="1385126" y="2765298"/>
                  <a:pt x="1384554" y="2766441"/>
                  <a:pt x="1383506" y="2767298"/>
                </a:cubicBezTo>
                <a:close/>
                <a:moveTo>
                  <a:pt x="2730055" y="4645724"/>
                </a:moveTo>
                <a:cubicBezTo>
                  <a:pt x="2730055" y="4650581"/>
                  <a:pt x="2726150" y="4654487"/>
                  <a:pt x="2721293" y="4654487"/>
                </a:cubicBezTo>
                <a:cubicBezTo>
                  <a:pt x="2716435" y="4654487"/>
                  <a:pt x="2712530" y="4650581"/>
                  <a:pt x="2712530" y="4645724"/>
                </a:cubicBezTo>
                <a:cubicBezTo>
                  <a:pt x="2712530" y="4640866"/>
                  <a:pt x="2716435" y="4636961"/>
                  <a:pt x="2721293" y="4636961"/>
                </a:cubicBezTo>
                <a:cubicBezTo>
                  <a:pt x="2726150" y="4636961"/>
                  <a:pt x="2730055" y="4640866"/>
                  <a:pt x="2730055" y="4645724"/>
                </a:cubicBezTo>
                <a:close/>
                <a:moveTo>
                  <a:pt x="2703195" y="4645724"/>
                </a:moveTo>
                <a:cubicBezTo>
                  <a:pt x="2703195" y="4650581"/>
                  <a:pt x="2699290" y="4654487"/>
                  <a:pt x="2694432" y="4654487"/>
                </a:cubicBezTo>
                <a:cubicBezTo>
                  <a:pt x="2689574" y="4654487"/>
                  <a:pt x="2685669" y="4650581"/>
                  <a:pt x="2685669" y="4645724"/>
                </a:cubicBezTo>
                <a:cubicBezTo>
                  <a:pt x="2685669" y="4640866"/>
                  <a:pt x="2689574" y="4636961"/>
                  <a:pt x="2694432" y="4636961"/>
                </a:cubicBezTo>
                <a:cubicBezTo>
                  <a:pt x="2699290" y="4636961"/>
                  <a:pt x="2703195" y="4640866"/>
                  <a:pt x="2703195" y="4645724"/>
                </a:cubicBezTo>
                <a:close/>
                <a:moveTo>
                  <a:pt x="2649569" y="4645724"/>
                </a:moveTo>
                <a:cubicBezTo>
                  <a:pt x="2649569" y="4650581"/>
                  <a:pt x="2645664" y="4654487"/>
                  <a:pt x="2640806" y="4654487"/>
                </a:cubicBezTo>
                <a:cubicBezTo>
                  <a:pt x="2635949" y="4654487"/>
                  <a:pt x="2632043" y="4650581"/>
                  <a:pt x="2632043" y="4645724"/>
                </a:cubicBezTo>
                <a:cubicBezTo>
                  <a:pt x="2632043" y="4640866"/>
                  <a:pt x="2635949" y="4636961"/>
                  <a:pt x="2640806" y="4636961"/>
                </a:cubicBezTo>
                <a:cubicBezTo>
                  <a:pt x="2645664" y="4636961"/>
                  <a:pt x="2649569" y="4640866"/>
                  <a:pt x="2649569" y="4645724"/>
                </a:cubicBezTo>
                <a:close/>
                <a:moveTo>
                  <a:pt x="981456" y="179737"/>
                </a:moveTo>
                <a:lnTo>
                  <a:pt x="981456" y="166973"/>
                </a:lnTo>
                <a:cubicBezTo>
                  <a:pt x="981456" y="162878"/>
                  <a:pt x="978122" y="159449"/>
                  <a:pt x="973931" y="159449"/>
                </a:cubicBezTo>
                <a:lnTo>
                  <a:pt x="961168" y="159449"/>
                </a:lnTo>
                <a:cubicBezTo>
                  <a:pt x="957072" y="159449"/>
                  <a:pt x="953643" y="162782"/>
                  <a:pt x="953643" y="166973"/>
                </a:cubicBezTo>
                <a:lnTo>
                  <a:pt x="953643" y="179737"/>
                </a:lnTo>
                <a:cubicBezTo>
                  <a:pt x="953643" y="182690"/>
                  <a:pt x="955358" y="185071"/>
                  <a:pt x="957834" y="186404"/>
                </a:cubicBezTo>
                <a:cubicBezTo>
                  <a:pt x="958977" y="189929"/>
                  <a:pt x="962406" y="191929"/>
                  <a:pt x="965454" y="193453"/>
                </a:cubicBezTo>
                <a:cubicBezTo>
                  <a:pt x="968883" y="195263"/>
                  <a:pt x="971074" y="196501"/>
                  <a:pt x="971074" y="198406"/>
                </a:cubicBezTo>
                <a:cubicBezTo>
                  <a:pt x="971074" y="200311"/>
                  <a:pt x="968978" y="201549"/>
                  <a:pt x="965454" y="203359"/>
                </a:cubicBezTo>
                <a:cubicBezTo>
                  <a:pt x="961835" y="205264"/>
                  <a:pt x="957263" y="207550"/>
                  <a:pt x="957263" y="212598"/>
                </a:cubicBezTo>
                <a:cubicBezTo>
                  <a:pt x="957263" y="217646"/>
                  <a:pt x="961739" y="219932"/>
                  <a:pt x="965454" y="221837"/>
                </a:cubicBezTo>
                <a:cubicBezTo>
                  <a:pt x="968883" y="223647"/>
                  <a:pt x="971074" y="224885"/>
                  <a:pt x="971074" y="226790"/>
                </a:cubicBezTo>
                <a:cubicBezTo>
                  <a:pt x="971074" y="228695"/>
                  <a:pt x="968978" y="229933"/>
                  <a:pt x="965454" y="231743"/>
                </a:cubicBezTo>
                <a:cubicBezTo>
                  <a:pt x="961835" y="233648"/>
                  <a:pt x="957263" y="235934"/>
                  <a:pt x="957263" y="240887"/>
                </a:cubicBezTo>
                <a:cubicBezTo>
                  <a:pt x="957263" y="245840"/>
                  <a:pt x="961739" y="248222"/>
                  <a:pt x="965454" y="250127"/>
                </a:cubicBezTo>
                <a:cubicBezTo>
                  <a:pt x="968883" y="251936"/>
                  <a:pt x="971074" y="253175"/>
                  <a:pt x="971074" y="255080"/>
                </a:cubicBezTo>
                <a:cubicBezTo>
                  <a:pt x="971074" y="256985"/>
                  <a:pt x="968978" y="258223"/>
                  <a:pt x="965454" y="260033"/>
                </a:cubicBezTo>
                <a:cubicBezTo>
                  <a:pt x="961835" y="261938"/>
                  <a:pt x="957263" y="264224"/>
                  <a:pt x="957263" y="269177"/>
                </a:cubicBezTo>
                <a:cubicBezTo>
                  <a:pt x="957263" y="274130"/>
                  <a:pt x="961739" y="276511"/>
                  <a:pt x="965454" y="278321"/>
                </a:cubicBezTo>
                <a:cubicBezTo>
                  <a:pt x="968883" y="280130"/>
                  <a:pt x="971074" y="281369"/>
                  <a:pt x="971074" y="283274"/>
                </a:cubicBezTo>
                <a:cubicBezTo>
                  <a:pt x="971074" y="285179"/>
                  <a:pt x="968978" y="286417"/>
                  <a:pt x="965454" y="288227"/>
                </a:cubicBezTo>
                <a:cubicBezTo>
                  <a:pt x="961835" y="290132"/>
                  <a:pt x="957263" y="292418"/>
                  <a:pt x="957263" y="297371"/>
                </a:cubicBezTo>
                <a:cubicBezTo>
                  <a:pt x="957263" y="302324"/>
                  <a:pt x="961739" y="304705"/>
                  <a:pt x="965454" y="306514"/>
                </a:cubicBezTo>
                <a:cubicBezTo>
                  <a:pt x="968883" y="308324"/>
                  <a:pt x="970979" y="309467"/>
                  <a:pt x="970979" y="311468"/>
                </a:cubicBezTo>
                <a:cubicBezTo>
                  <a:pt x="970979" y="313468"/>
                  <a:pt x="968883" y="314611"/>
                  <a:pt x="965359" y="316421"/>
                </a:cubicBezTo>
                <a:cubicBezTo>
                  <a:pt x="961739" y="318326"/>
                  <a:pt x="957167" y="320612"/>
                  <a:pt x="957167" y="325564"/>
                </a:cubicBezTo>
                <a:cubicBezTo>
                  <a:pt x="957167" y="330518"/>
                  <a:pt x="961644" y="332899"/>
                  <a:pt x="965359" y="334709"/>
                </a:cubicBezTo>
                <a:cubicBezTo>
                  <a:pt x="968788" y="336518"/>
                  <a:pt x="970979" y="337757"/>
                  <a:pt x="970979" y="339662"/>
                </a:cubicBezTo>
                <a:cubicBezTo>
                  <a:pt x="970979" y="341567"/>
                  <a:pt x="968883" y="342805"/>
                  <a:pt x="965359" y="344614"/>
                </a:cubicBezTo>
                <a:cubicBezTo>
                  <a:pt x="961739" y="346520"/>
                  <a:pt x="957167" y="348806"/>
                  <a:pt x="957167" y="353759"/>
                </a:cubicBezTo>
                <a:cubicBezTo>
                  <a:pt x="957167" y="358712"/>
                  <a:pt x="961644" y="361093"/>
                  <a:pt x="965359" y="362903"/>
                </a:cubicBezTo>
                <a:cubicBezTo>
                  <a:pt x="968788" y="364712"/>
                  <a:pt x="970979" y="365951"/>
                  <a:pt x="970979" y="367856"/>
                </a:cubicBezTo>
                <a:cubicBezTo>
                  <a:pt x="970979" y="369761"/>
                  <a:pt x="968883" y="370999"/>
                  <a:pt x="965359" y="372809"/>
                </a:cubicBezTo>
                <a:cubicBezTo>
                  <a:pt x="961739" y="374714"/>
                  <a:pt x="957167" y="377000"/>
                  <a:pt x="957167" y="381953"/>
                </a:cubicBezTo>
                <a:cubicBezTo>
                  <a:pt x="957167" y="386906"/>
                  <a:pt x="961644" y="389287"/>
                  <a:pt x="965359" y="391097"/>
                </a:cubicBezTo>
                <a:cubicBezTo>
                  <a:pt x="968788" y="392906"/>
                  <a:pt x="970979" y="394145"/>
                  <a:pt x="970979" y="396050"/>
                </a:cubicBezTo>
                <a:cubicBezTo>
                  <a:pt x="970979" y="397955"/>
                  <a:pt x="968883" y="399193"/>
                  <a:pt x="965359" y="401003"/>
                </a:cubicBezTo>
                <a:cubicBezTo>
                  <a:pt x="961739" y="402908"/>
                  <a:pt x="957167" y="405194"/>
                  <a:pt x="957167" y="410147"/>
                </a:cubicBezTo>
                <a:lnTo>
                  <a:pt x="957548" y="410147"/>
                </a:lnTo>
                <a:cubicBezTo>
                  <a:pt x="955834" y="412337"/>
                  <a:pt x="954691" y="414909"/>
                  <a:pt x="954691" y="417767"/>
                </a:cubicBezTo>
                <a:cubicBezTo>
                  <a:pt x="954691" y="424720"/>
                  <a:pt x="960406" y="430435"/>
                  <a:pt x="967359" y="430435"/>
                </a:cubicBezTo>
                <a:cubicBezTo>
                  <a:pt x="974312" y="430435"/>
                  <a:pt x="980027" y="424720"/>
                  <a:pt x="980027" y="417767"/>
                </a:cubicBezTo>
                <a:cubicBezTo>
                  <a:pt x="980027" y="410813"/>
                  <a:pt x="974408" y="405289"/>
                  <a:pt x="967550" y="405098"/>
                </a:cubicBezTo>
                <a:cubicBezTo>
                  <a:pt x="971169" y="403193"/>
                  <a:pt x="975646" y="400907"/>
                  <a:pt x="975646" y="395954"/>
                </a:cubicBezTo>
                <a:cubicBezTo>
                  <a:pt x="975646" y="391001"/>
                  <a:pt x="971169" y="388620"/>
                  <a:pt x="967454" y="386810"/>
                </a:cubicBezTo>
                <a:cubicBezTo>
                  <a:pt x="964025" y="385001"/>
                  <a:pt x="961930" y="383762"/>
                  <a:pt x="961930" y="381857"/>
                </a:cubicBezTo>
                <a:cubicBezTo>
                  <a:pt x="961930" y="379952"/>
                  <a:pt x="964025" y="378714"/>
                  <a:pt x="967454" y="376904"/>
                </a:cubicBezTo>
                <a:cubicBezTo>
                  <a:pt x="971074" y="374999"/>
                  <a:pt x="975646" y="372713"/>
                  <a:pt x="975646" y="367760"/>
                </a:cubicBezTo>
                <a:cubicBezTo>
                  <a:pt x="975646" y="362807"/>
                  <a:pt x="971169" y="360426"/>
                  <a:pt x="967454" y="358616"/>
                </a:cubicBezTo>
                <a:cubicBezTo>
                  <a:pt x="964025" y="356807"/>
                  <a:pt x="961930" y="355568"/>
                  <a:pt x="961930" y="353663"/>
                </a:cubicBezTo>
                <a:cubicBezTo>
                  <a:pt x="961930" y="351758"/>
                  <a:pt x="964025" y="350520"/>
                  <a:pt x="967454" y="348710"/>
                </a:cubicBezTo>
                <a:cubicBezTo>
                  <a:pt x="971074" y="346805"/>
                  <a:pt x="975646" y="344519"/>
                  <a:pt x="975646" y="339566"/>
                </a:cubicBezTo>
                <a:cubicBezTo>
                  <a:pt x="975646" y="334613"/>
                  <a:pt x="971169" y="332232"/>
                  <a:pt x="967454" y="330422"/>
                </a:cubicBezTo>
                <a:cubicBezTo>
                  <a:pt x="964025" y="328613"/>
                  <a:pt x="961930" y="327374"/>
                  <a:pt x="961930" y="325469"/>
                </a:cubicBezTo>
                <a:cubicBezTo>
                  <a:pt x="961930" y="323564"/>
                  <a:pt x="964025" y="322326"/>
                  <a:pt x="967454" y="320516"/>
                </a:cubicBezTo>
                <a:cubicBezTo>
                  <a:pt x="971074" y="318611"/>
                  <a:pt x="975646" y="316325"/>
                  <a:pt x="975646" y="311372"/>
                </a:cubicBezTo>
                <a:cubicBezTo>
                  <a:pt x="975646" y="306419"/>
                  <a:pt x="971169" y="304038"/>
                  <a:pt x="967454" y="302228"/>
                </a:cubicBezTo>
                <a:cubicBezTo>
                  <a:pt x="964025" y="300419"/>
                  <a:pt x="961930" y="299276"/>
                  <a:pt x="961930" y="297275"/>
                </a:cubicBezTo>
                <a:cubicBezTo>
                  <a:pt x="961930" y="295275"/>
                  <a:pt x="964025" y="294132"/>
                  <a:pt x="967454" y="292322"/>
                </a:cubicBezTo>
                <a:cubicBezTo>
                  <a:pt x="971074" y="290417"/>
                  <a:pt x="975646" y="288131"/>
                  <a:pt x="975646" y="283178"/>
                </a:cubicBezTo>
                <a:cubicBezTo>
                  <a:pt x="975646" y="278225"/>
                  <a:pt x="971169" y="275844"/>
                  <a:pt x="967454" y="274034"/>
                </a:cubicBezTo>
                <a:cubicBezTo>
                  <a:pt x="964025" y="272225"/>
                  <a:pt x="961930" y="270986"/>
                  <a:pt x="961930" y="269081"/>
                </a:cubicBezTo>
                <a:cubicBezTo>
                  <a:pt x="961930" y="267176"/>
                  <a:pt x="964025" y="265938"/>
                  <a:pt x="967454" y="264128"/>
                </a:cubicBezTo>
                <a:cubicBezTo>
                  <a:pt x="971074" y="262223"/>
                  <a:pt x="975646" y="259937"/>
                  <a:pt x="975646" y="254984"/>
                </a:cubicBezTo>
                <a:cubicBezTo>
                  <a:pt x="975646" y="250031"/>
                  <a:pt x="971169" y="247650"/>
                  <a:pt x="967454" y="245840"/>
                </a:cubicBezTo>
                <a:cubicBezTo>
                  <a:pt x="964025" y="244031"/>
                  <a:pt x="961930" y="242792"/>
                  <a:pt x="961930" y="240887"/>
                </a:cubicBezTo>
                <a:cubicBezTo>
                  <a:pt x="961930" y="238982"/>
                  <a:pt x="964025" y="237744"/>
                  <a:pt x="967454" y="235934"/>
                </a:cubicBezTo>
                <a:cubicBezTo>
                  <a:pt x="971074" y="234029"/>
                  <a:pt x="975646" y="231743"/>
                  <a:pt x="975646" y="226790"/>
                </a:cubicBezTo>
                <a:cubicBezTo>
                  <a:pt x="975646" y="221837"/>
                  <a:pt x="971169" y="219456"/>
                  <a:pt x="967454" y="217551"/>
                </a:cubicBezTo>
                <a:cubicBezTo>
                  <a:pt x="964025" y="215741"/>
                  <a:pt x="961930" y="214503"/>
                  <a:pt x="961930" y="212598"/>
                </a:cubicBezTo>
                <a:cubicBezTo>
                  <a:pt x="961930" y="210693"/>
                  <a:pt x="964025" y="209455"/>
                  <a:pt x="967454" y="207645"/>
                </a:cubicBezTo>
                <a:cubicBezTo>
                  <a:pt x="971074" y="205740"/>
                  <a:pt x="975646" y="203454"/>
                  <a:pt x="975646" y="198406"/>
                </a:cubicBezTo>
                <a:cubicBezTo>
                  <a:pt x="975646" y="193358"/>
                  <a:pt x="971169" y="191072"/>
                  <a:pt x="967454" y="189167"/>
                </a:cubicBezTo>
                <a:cubicBezTo>
                  <a:pt x="966026" y="188405"/>
                  <a:pt x="964978" y="187833"/>
                  <a:pt x="964025" y="187166"/>
                </a:cubicBezTo>
                <a:lnTo>
                  <a:pt x="973646" y="187166"/>
                </a:lnTo>
                <a:cubicBezTo>
                  <a:pt x="977741" y="187166"/>
                  <a:pt x="981170" y="183833"/>
                  <a:pt x="981170" y="179642"/>
                </a:cubicBezTo>
                <a:close/>
                <a:moveTo>
                  <a:pt x="961168" y="183452"/>
                </a:moveTo>
                <a:cubicBezTo>
                  <a:pt x="959072" y="183452"/>
                  <a:pt x="957358" y="181737"/>
                  <a:pt x="957358" y="179642"/>
                </a:cubicBezTo>
                <a:lnTo>
                  <a:pt x="957358" y="166878"/>
                </a:lnTo>
                <a:cubicBezTo>
                  <a:pt x="957358" y="164783"/>
                  <a:pt x="959072" y="163068"/>
                  <a:pt x="961168" y="163068"/>
                </a:cubicBezTo>
                <a:lnTo>
                  <a:pt x="973931" y="163068"/>
                </a:lnTo>
                <a:cubicBezTo>
                  <a:pt x="976027" y="163068"/>
                  <a:pt x="977741" y="164783"/>
                  <a:pt x="977741" y="166878"/>
                </a:cubicBezTo>
                <a:lnTo>
                  <a:pt x="977741" y="179642"/>
                </a:lnTo>
                <a:cubicBezTo>
                  <a:pt x="977741" y="181737"/>
                  <a:pt x="976027" y="183452"/>
                  <a:pt x="973931" y="183452"/>
                </a:cubicBezTo>
                <a:lnTo>
                  <a:pt x="961168" y="183452"/>
                </a:lnTo>
                <a:close/>
                <a:moveTo>
                  <a:pt x="839724" y="455771"/>
                </a:moveTo>
                <a:cubicBezTo>
                  <a:pt x="836962" y="450437"/>
                  <a:pt x="830390" y="448247"/>
                  <a:pt x="825056" y="450914"/>
                </a:cubicBezTo>
                <a:cubicBezTo>
                  <a:pt x="822484" y="452247"/>
                  <a:pt x="820484" y="454533"/>
                  <a:pt x="819626" y="457295"/>
                </a:cubicBezTo>
                <a:cubicBezTo>
                  <a:pt x="818769" y="460058"/>
                  <a:pt x="818960" y="463010"/>
                  <a:pt x="820293" y="465677"/>
                </a:cubicBezTo>
                <a:cubicBezTo>
                  <a:pt x="821627" y="468249"/>
                  <a:pt x="823913" y="470249"/>
                  <a:pt x="826675" y="471107"/>
                </a:cubicBezTo>
                <a:cubicBezTo>
                  <a:pt x="827818" y="471488"/>
                  <a:pt x="828961" y="471678"/>
                  <a:pt x="830104" y="471678"/>
                </a:cubicBezTo>
                <a:cubicBezTo>
                  <a:pt x="831818" y="471678"/>
                  <a:pt x="833438" y="471297"/>
                  <a:pt x="835057" y="470535"/>
                </a:cubicBezTo>
                <a:cubicBezTo>
                  <a:pt x="838105" y="469011"/>
                  <a:pt x="840010" y="466154"/>
                  <a:pt x="840677" y="463010"/>
                </a:cubicBezTo>
                <a:lnTo>
                  <a:pt x="967740" y="463582"/>
                </a:lnTo>
                <a:lnTo>
                  <a:pt x="1011936" y="425291"/>
                </a:lnTo>
                <a:lnTo>
                  <a:pt x="1012508" y="342710"/>
                </a:lnTo>
                <a:cubicBezTo>
                  <a:pt x="1013174" y="342519"/>
                  <a:pt x="1013841" y="342329"/>
                  <a:pt x="1014508" y="341948"/>
                </a:cubicBezTo>
                <a:cubicBezTo>
                  <a:pt x="1017079" y="340614"/>
                  <a:pt x="1019080" y="338423"/>
                  <a:pt x="1019937" y="335566"/>
                </a:cubicBezTo>
                <a:cubicBezTo>
                  <a:pt x="1020890" y="332804"/>
                  <a:pt x="1020604" y="329851"/>
                  <a:pt x="1019270" y="327184"/>
                </a:cubicBezTo>
                <a:cubicBezTo>
                  <a:pt x="1017937" y="324612"/>
                  <a:pt x="1015651" y="322612"/>
                  <a:pt x="1012889" y="321755"/>
                </a:cubicBezTo>
                <a:cubicBezTo>
                  <a:pt x="1010126" y="320897"/>
                  <a:pt x="1007174" y="321088"/>
                  <a:pt x="1004507" y="322421"/>
                </a:cubicBezTo>
                <a:cubicBezTo>
                  <a:pt x="999077" y="325184"/>
                  <a:pt x="996982" y="331756"/>
                  <a:pt x="999649" y="337090"/>
                </a:cubicBezTo>
                <a:cubicBezTo>
                  <a:pt x="1001268" y="340328"/>
                  <a:pt x="1004316" y="342233"/>
                  <a:pt x="1007554" y="342805"/>
                </a:cubicBezTo>
                <a:lnTo>
                  <a:pt x="1006983" y="423005"/>
                </a:lnTo>
                <a:lnTo>
                  <a:pt x="965740" y="458724"/>
                </a:lnTo>
                <a:lnTo>
                  <a:pt x="840296" y="458153"/>
                </a:lnTo>
                <a:cubicBezTo>
                  <a:pt x="840105" y="457295"/>
                  <a:pt x="840010" y="456533"/>
                  <a:pt x="839629" y="455676"/>
                </a:cubicBezTo>
                <a:close/>
                <a:moveTo>
                  <a:pt x="832771" y="466154"/>
                </a:moveTo>
                <a:cubicBezTo>
                  <a:pt x="831342" y="466915"/>
                  <a:pt x="829627" y="467011"/>
                  <a:pt x="828008" y="466535"/>
                </a:cubicBezTo>
                <a:cubicBezTo>
                  <a:pt x="826484" y="466058"/>
                  <a:pt x="825151" y="464915"/>
                  <a:pt x="824389" y="463487"/>
                </a:cubicBezTo>
                <a:cubicBezTo>
                  <a:pt x="823627" y="462058"/>
                  <a:pt x="823532" y="460343"/>
                  <a:pt x="824008" y="458724"/>
                </a:cubicBezTo>
                <a:cubicBezTo>
                  <a:pt x="824484" y="457105"/>
                  <a:pt x="825627" y="455867"/>
                  <a:pt x="827056" y="455105"/>
                </a:cubicBezTo>
                <a:cubicBezTo>
                  <a:pt x="827913" y="454628"/>
                  <a:pt x="828866" y="454438"/>
                  <a:pt x="829818" y="454438"/>
                </a:cubicBezTo>
                <a:cubicBezTo>
                  <a:pt x="832104" y="454438"/>
                  <a:pt x="834295" y="455676"/>
                  <a:pt x="835343" y="457867"/>
                </a:cubicBezTo>
                <a:cubicBezTo>
                  <a:pt x="836867" y="460915"/>
                  <a:pt x="835628" y="464630"/>
                  <a:pt x="832580" y="466154"/>
                </a:cubicBezTo>
                <a:close/>
                <a:moveTo>
                  <a:pt x="1003935" y="334899"/>
                </a:moveTo>
                <a:cubicBezTo>
                  <a:pt x="1002411" y="331851"/>
                  <a:pt x="1003649" y="328136"/>
                  <a:pt x="1006697" y="326612"/>
                </a:cubicBezTo>
                <a:cubicBezTo>
                  <a:pt x="1007554" y="326136"/>
                  <a:pt x="1008507" y="325946"/>
                  <a:pt x="1009460" y="325946"/>
                </a:cubicBezTo>
                <a:cubicBezTo>
                  <a:pt x="1010126" y="325946"/>
                  <a:pt x="1010793" y="326041"/>
                  <a:pt x="1011365" y="326231"/>
                </a:cubicBezTo>
                <a:cubicBezTo>
                  <a:pt x="1012889" y="326708"/>
                  <a:pt x="1014222" y="327851"/>
                  <a:pt x="1014984" y="329279"/>
                </a:cubicBezTo>
                <a:cubicBezTo>
                  <a:pt x="1015746" y="330708"/>
                  <a:pt x="1015841" y="332423"/>
                  <a:pt x="1015365" y="334042"/>
                </a:cubicBezTo>
                <a:cubicBezTo>
                  <a:pt x="1014889" y="335566"/>
                  <a:pt x="1013746" y="336899"/>
                  <a:pt x="1012317" y="337661"/>
                </a:cubicBezTo>
                <a:cubicBezTo>
                  <a:pt x="1009269" y="339185"/>
                  <a:pt x="1005554" y="337947"/>
                  <a:pt x="1004030" y="334899"/>
                </a:cubicBezTo>
                <a:close/>
                <a:moveTo>
                  <a:pt x="2676430" y="4645724"/>
                </a:moveTo>
                <a:cubicBezTo>
                  <a:pt x="2676430" y="4650581"/>
                  <a:pt x="2672525" y="4654487"/>
                  <a:pt x="2667667" y="4654487"/>
                </a:cubicBezTo>
                <a:cubicBezTo>
                  <a:pt x="2662809" y="4654487"/>
                  <a:pt x="2658904" y="4650581"/>
                  <a:pt x="2658904" y="4645724"/>
                </a:cubicBezTo>
                <a:cubicBezTo>
                  <a:pt x="2658904" y="4640866"/>
                  <a:pt x="2662809" y="4636961"/>
                  <a:pt x="2667667" y="4636961"/>
                </a:cubicBezTo>
                <a:cubicBezTo>
                  <a:pt x="2672525" y="4636961"/>
                  <a:pt x="2676430" y="4640866"/>
                  <a:pt x="2676430" y="4645724"/>
                </a:cubicBezTo>
                <a:close/>
                <a:moveTo>
                  <a:pt x="2733294" y="4614863"/>
                </a:moveTo>
                <a:cubicBezTo>
                  <a:pt x="2738152" y="4614863"/>
                  <a:pt x="2742057" y="4618768"/>
                  <a:pt x="2742057" y="4623626"/>
                </a:cubicBezTo>
                <a:cubicBezTo>
                  <a:pt x="2742057" y="4628484"/>
                  <a:pt x="2738152" y="4632389"/>
                  <a:pt x="2733294" y="4632389"/>
                </a:cubicBezTo>
                <a:cubicBezTo>
                  <a:pt x="2728436" y="4632389"/>
                  <a:pt x="2724531" y="4628484"/>
                  <a:pt x="2724531" y="4623626"/>
                </a:cubicBezTo>
                <a:cubicBezTo>
                  <a:pt x="2724531" y="4618768"/>
                  <a:pt x="2728436" y="4614863"/>
                  <a:pt x="2733294" y="4614863"/>
                </a:cubicBezTo>
                <a:close/>
                <a:moveTo>
                  <a:pt x="899922" y="50292"/>
                </a:moveTo>
                <a:lnTo>
                  <a:pt x="1012412" y="50292"/>
                </a:lnTo>
                <a:lnTo>
                  <a:pt x="1026795" y="67437"/>
                </a:lnTo>
                <a:cubicBezTo>
                  <a:pt x="1025366" y="69533"/>
                  <a:pt x="1024319" y="71914"/>
                  <a:pt x="1024319" y="74676"/>
                </a:cubicBezTo>
                <a:cubicBezTo>
                  <a:pt x="1024319" y="81725"/>
                  <a:pt x="1030034" y="87535"/>
                  <a:pt x="1037177" y="87535"/>
                </a:cubicBezTo>
                <a:cubicBezTo>
                  <a:pt x="1044321" y="87535"/>
                  <a:pt x="1050036" y="81820"/>
                  <a:pt x="1050036" y="74676"/>
                </a:cubicBezTo>
                <a:cubicBezTo>
                  <a:pt x="1050036" y="67532"/>
                  <a:pt x="1044321" y="61817"/>
                  <a:pt x="1037177" y="61817"/>
                </a:cubicBezTo>
                <a:cubicBezTo>
                  <a:pt x="1034606" y="61817"/>
                  <a:pt x="1032320" y="62770"/>
                  <a:pt x="1030319" y="64103"/>
                </a:cubicBezTo>
                <a:lnTo>
                  <a:pt x="1014698" y="45530"/>
                </a:lnTo>
                <a:lnTo>
                  <a:pt x="902399" y="45530"/>
                </a:lnTo>
                <a:lnTo>
                  <a:pt x="888206" y="26194"/>
                </a:lnTo>
                <a:lnTo>
                  <a:pt x="791909" y="26194"/>
                </a:lnTo>
                <a:cubicBezTo>
                  <a:pt x="790766" y="20288"/>
                  <a:pt x="785813" y="15716"/>
                  <a:pt x="779526" y="15716"/>
                </a:cubicBezTo>
                <a:cubicBezTo>
                  <a:pt x="772477" y="15716"/>
                  <a:pt x="766667" y="21431"/>
                  <a:pt x="766667" y="28575"/>
                </a:cubicBezTo>
                <a:cubicBezTo>
                  <a:pt x="766667" y="35719"/>
                  <a:pt x="772382" y="41434"/>
                  <a:pt x="779526" y="41434"/>
                </a:cubicBezTo>
                <a:cubicBezTo>
                  <a:pt x="785717" y="41434"/>
                  <a:pt x="790766" y="36862"/>
                  <a:pt x="791909" y="30956"/>
                </a:cubicBezTo>
                <a:lnTo>
                  <a:pt x="885825" y="30956"/>
                </a:lnTo>
                <a:lnTo>
                  <a:pt x="900017" y="50292"/>
                </a:lnTo>
                <a:close/>
                <a:moveTo>
                  <a:pt x="1037082" y="66675"/>
                </a:moveTo>
                <a:cubicBezTo>
                  <a:pt x="1041559" y="66675"/>
                  <a:pt x="1045178" y="70295"/>
                  <a:pt x="1045178" y="74771"/>
                </a:cubicBezTo>
                <a:cubicBezTo>
                  <a:pt x="1045178" y="79248"/>
                  <a:pt x="1041559" y="82867"/>
                  <a:pt x="1037082" y="82867"/>
                </a:cubicBezTo>
                <a:cubicBezTo>
                  <a:pt x="1032605" y="82867"/>
                  <a:pt x="1028986" y="79248"/>
                  <a:pt x="1028986" y="74771"/>
                </a:cubicBezTo>
                <a:cubicBezTo>
                  <a:pt x="1028986" y="70295"/>
                  <a:pt x="1032605" y="66675"/>
                  <a:pt x="1037082" y="66675"/>
                </a:cubicBezTo>
                <a:close/>
                <a:moveTo>
                  <a:pt x="779526" y="36767"/>
                </a:moveTo>
                <a:cubicBezTo>
                  <a:pt x="775049" y="36767"/>
                  <a:pt x="771430" y="33147"/>
                  <a:pt x="771430" y="28670"/>
                </a:cubicBezTo>
                <a:cubicBezTo>
                  <a:pt x="771430" y="24194"/>
                  <a:pt x="775049" y="20574"/>
                  <a:pt x="779526" y="20574"/>
                </a:cubicBezTo>
                <a:cubicBezTo>
                  <a:pt x="784003" y="20574"/>
                  <a:pt x="787622" y="24194"/>
                  <a:pt x="787622" y="28670"/>
                </a:cubicBezTo>
                <a:cubicBezTo>
                  <a:pt x="787622" y="33147"/>
                  <a:pt x="784003" y="36767"/>
                  <a:pt x="779526" y="36767"/>
                </a:cubicBezTo>
                <a:close/>
                <a:moveTo>
                  <a:pt x="2680716" y="4614863"/>
                </a:moveTo>
                <a:cubicBezTo>
                  <a:pt x="2685574" y="4614863"/>
                  <a:pt x="2689479" y="4618768"/>
                  <a:pt x="2689479" y="4623626"/>
                </a:cubicBezTo>
                <a:cubicBezTo>
                  <a:pt x="2689479" y="4628484"/>
                  <a:pt x="2685574" y="4632389"/>
                  <a:pt x="2680716" y="4632389"/>
                </a:cubicBezTo>
                <a:cubicBezTo>
                  <a:pt x="2675859" y="4632389"/>
                  <a:pt x="2671953" y="4628484"/>
                  <a:pt x="2671953" y="4623626"/>
                </a:cubicBezTo>
                <a:cubicBezTo>
                  <a:pt x="2671953" y="4618768"/>
                  <a:pt x="2675859" y="4614863"/>
                  <a:pt x="2680716" y="4614863"/>
                </a:cubicBezTo>
                <a:close/>
                <a:moveTo>
                  <a:pt x="2685669" y="4602576"/>
                </a:moveTo>
                <a:cubicBezTo>
                  <a:pt x="2685669" y="4597718"/>
                  <a:pt x="2689574" y="4593812"/>
                  <a:pt x="2694432" y="4593812"/>
                </a:cubicBezTo>
                <a:cubicBezTo>
                  <a:pt x="2699290" y="4593812"/>
                  <a:pt x="2703195" y="4597718"/>
                  <a:pt x="2703195" y="4602576"/>
                </a:cubicBezTo>
                <a:cubicBezTo>
                  <a:pt x="2703195" y="4607433"/>
                  <a:pt x="2699290" y="4611338"/>
                  <a:pt x="2694432" y="4611338"/>
                </a:cubicBezTo>
                <a:cubicBezTo>
                  <a:pt x="2689574" y="4611338"/>
                  <a:pt x="2685669" y="4607433"/>
                  <a:pt x="2685669" y="4602576"/>
                </a:cubicBezTo>
                <a:close/>
                <a:moveTo>
                  <a:pt x="2707481" y="4614863"/>
                </a:moveTo>
                <a:cubicBezTo>
                  <a:pt x="2712339" y="4614863"/>
                  <a:pt x="2716244" y="4618768"/>
                  <a:pt x="2716244" y="4623626"/>
                </a:cubicBezTo>
                <a:cubicBezTo>
                  <a:pt x="2716244" y="4628484"/>
                  <a:pt x="2712339" y="4632389"/>
                  <a:pt x="2707481" y="4632389"/>
                </a:cubicBezTo>
                <a:cubicBezTo>
                  <a:pt x="2702624" y="4632389"/>
                  <a:pt x="2698718" y="4628484"/>
                  <a:pt x="2698718" y="4623626"/>
                </a:cubicBezTo>
                <a:cubicBezTo>
                  <a:pt x="2698718" y="4618768"/>
                  <a:pt x="2702624" y="4614863"/>
                  <a:pt x="2707481" y="4614863"/>
                </a:cubicBezTo>
                <a:close/>
                <a:moveTo>
                  <a:pt x="2712530" y="4602576"/>
                </a:moveTo>
                <a:cubicBezTo>
                  <a:pt x="2712530" y="4597718"/>
                  <a:pt x="2716435" y="4593812"/>
                  <a:pt x="2721293" y="4593812"/>
                </a:cubicBezTo>
                <a:cubicBezTo>
                  <a:pt x="2726150" y="4593812"/>
                  <a:pt x="2730055" y="4597718"/>
                  <a:pt x="2730055" y="4602576"/>
                </a:cubicBezTo>
                <a:cubicBezTo>
                  <a:pt x="2730055" y="4607433"/>
                  <a:pt x="2726150" y="4611338"/>
                  <a:pt x="2721293" y="4611338"/>
                </a:cubicBezTo>
                <a:cubicBezTo>
                  <a:pt x="2716435" y="4611338"/>
                  <a:pt x="2712530" y="4607433"/>
                  <a:pt x="2712530" y="4602576"/>
                </a:cubicBezTo>
                <a:close/>
                <a:moveTo>
                  <a:pt x="1025557" y="206883"/>
                </a:moveTo>
                <a:lnTo>
                  <a:pt x="1025557" y="150590"/>
                </a:lnTo>
                <a:lnTo>
                  <a:pt x="985171" y="107823"/>
                </a:lnTo>
                <a:cubicBezTo>
                  <a:pt x="987171" y="105061"/>
                  <a:pt x="987743" y="101346"/>
                  <a:pt x="986028" y="98108"/>
                </a:cubicBezTo>
                <a:cubicBezTo>
                  <a:pt x="983647" y="93440"/>
                  <a:pt x="978027" y="91631"/>
                  <a:pt x="973455" y="94012"/>
                </a:cubicBezTo>
                <a:cubicBezTo>
                  <a:pt x="968883" y="96393"/>
                  <a:pt x="966978" y="102013"/>
                  <a:pt x="969359" y="106585"/>
                </a:cubicBezTo>
                <a:cubicBezTo>
                  <a:pt x="971645" y="111062"/>
                  <a:pt x="976979" y="112871"/>
                  <a:pt x="981551" y="110871"/>
                </a:cubicBezTo>
                <a:lnTo>
                  <a:pt x="1020890" y="152495"/>
                </a:lnTo>
                <a:lnTo>
                  <a:pt x="1020890" y="205169"/>
                </a:lnTo>
                <a:lnTo>
                  <a:pt x="1005935" y="223266"/>
                </a:lnTo>
                <a:lnTo>
                  <a:pt x="1005935" y="286798"/>
                </a:lnTo>
                <a:cubicBezTo>
                  <a:pt x="1005078" y="286988"/>
                  <a:pt x="1004221" y="287084"/>
                  <a:pt x="1003364" y="287560"/>
                </a:cubicBezTo>
                <a:cubicBezTo>
                  <a:pt x="998029" y="290322"/>
                  <a:pt x="995839" y="296894"/>
                  <a:pt x="998506" y="302228"/>
                </a:cubicBezTo>
                <a:cubicBezTo>
                  <a:pt x="999839" y="304800"/>
                  <a:pt x="1002125" y="306800"/>
                  <a:pt x="1004888" y="307658"/>
                </a:cubicBezTo>
                <a:cubicBezTo>
                  <a:pt x="1006031" y="308039"/>
                  <a:pt x="1007174" y="308229"/>
                  <a:pt x="1008317" y="308229"/>
                </a:cubicBezTo>
                <a:cubicBezTo>
                  <a:pt x="1010031" y="308229"/>
                  <a:pt x="1011650" y="307848"/>
                  <a:pt x="1013270" y="307086"/>
                </a:cubicBezTo>
                <a:cubicBezTo>
                  <a:pt x="1018699" y="304324"/>
                  <a:pt x="1020794" y="297752"/>
                  <a:pt x="1018127" y="292418"/>
                </a:cubicBezTo>
                <a:cubicBezTo>
                  <a:pt x="1016794" y="289846"/>
                  <a:pt x="1014508" y="287846"/>
                  <a:pt x="1011746" y="286988"/>
                </a:cubicBezTo>
                <a:cubicBezTo>
                  <a:pt x="1011365" y="286893"/>
                  <a:pt x="1011079" y="286988"/>
                  <a:pt x="1010698" y="286893"/>
                </a:cubicBezTo>
                <a:lnTo>
                  <a:pt x="1010698" y="225076"/>
                </a:lnTo>
                <a:lnTo>
                  <a:pt x="1025652" y="206978"/>
                </a:lnTo>
                <a:close/>
                <a:moveTo>
                  <a:pt x="1013651" y="294513"/>
                </a:moveTo>
                <a:cubicBezTo>
                  <a:pt x="1015175" y="297561"/>
                  <a:pt x="1013936" y="301276"/>
                  <a:pt x="1010888" y="302800"/>
                </a:cubicBezTo>
                <a:cubicBezTo>
                  <a:pt x="1007840" y="304324"/>
                  <a:pt x="1004126" y="303086"/>
                  <a:pt x="1002602" y="300038"/>
                </a:cubicBezTo>
                <a:cubicBezTo>
                  <a:pt x="1001077" y="296990"/>
                  <a:pt x="1002316" y="293275"/>
                  <a:pt x="1005364" y="291751"/>
                </a:cubicBezTo>
                <a:cubicBezTo>
                  <a:pt x="1006221" y="291275"/>
                  <a:pt x="1007174" y="291084"/>
                  <a:pt x="1008126" y="291084"/>
                </a:cubicBezTo>
                <a:cubicBezTo>
                  <a:pt x="1008793" y="291084"/>
                  <a:pt x="1009460" y="291179"/>
                  <a:pt x="1010031" y="291370"/>
                </a:cubicBezTo>
                <a:cubicBezTo>
                  <a:pt x="1011650" y="291846"/>
                  <a:pt x="1012889" y="292989"/>
                  <a:pt x="1013651" y="294418"/>
                </a:cubicBezTo>
                <a:close/>
                <a:moveTo>
                  <a:pt x="1050893" y="164973"/>
                </a:moveTo>
                <a:cubicBezTo>
                  <a:pt x="1054037" y="163354"/>
                  <a:pt x="1057561" y="161354"/>
                  <a:pt x="1058609" y="157639"/>
                </a:cubicBezTo>
                <a:cubicBezTo>
                  <a:pt x="1060990" y="155353"/>
                  <a:pt x="1062514" y="152114"/>
                  <a:pt x="1062514" y="148590"/>
                </a:cubicBezTo>
                <a:cubicBezTo>
                  <a:pt x="1062514" y="141637"/>
                  <a:pt x="1056799" y="135922"/>
                  <a:pt x="1049846" y="135922"/>
                </a:cubicBezTo>
                <a:cubicBezTo>
                  <a:pt x="1042892" y="135922"/>
                  <a:pt x="1037177" y="141637"/>
                  <a:pt x="1037177" y="148590"/>
                </a:cubicBezTo>
                <a:cubicBezTo>
                  <a:pt x="1037177" y="155067"/>
                  <a:pt x="1042035" y="160115"/>
                  <a:pt x="1048322" y="160973"/>
                </a:cubicBezTo>
                <a:cubicBezTo>
                  <a:pt x="1044797" y="162782"/>
                  <a:pt x="1040606" y="165164"/>
                  <a:pt x="1040606" y="169926"/>
                </a:cubicBezTo>
                <a:cubicBezTo>
                  <a:pt x="1040606" y="174689"/>
                  <a:pt x="1045083" y="177260"/>
                  <a:pt x="1048798" y="179070"/>
                </a:cubicBezTo>
                <a:cubicBezTo>
                  <a:pt x="1052227" y="180880"/>
                  <a:pt x="1054418" y="182118"/>
                  <a:pt x="1054418" y="184023"/>
                </a:cubicBezTo>
                <a:cubicBezTo>
                  <a:pt x="1054418" y="185928"/>
                  <a:pt x="1052322" y="187166"/>
                  <a:pt x="1048798" y="188976"/>
                </a:cubicBezTo>
                <a:cubicBezTo>
                  <a:pt x="1045178" y="190881"/>
                  <a:pt x="1040606" y="193167"/>
                  <a:pt x="1040606" y="198120"/>
                </a:cubicBezTo>
                <a:cubicBezTo>
                  <a:pt x="1040606" y="203073"/>
                  <a:pt x="1045083" y="205454"/>
                  <a:pt x="1048798" y="207264"/>
                </a:cubicBezTo>
                <a:cubicBezTo>
                  <a:pt x="1052227" y="209074"/>
                  <a:pt x="1054418" y="210312"/>
                  <a:pt x="1054418" y="212217"/>
                </a:cubicBezTo>
                <a:cubicBezTo>
                  <a:pt x="1054418" y="214122"/>
                  <a:pt x="1052322" y="215360"/>
                  <a:pt x="1048798" y="217170"/>
                </a:cubicBezTo>
                <a:cubicBezTo>
                  <a:pt x="1045178" y="219075"/>
                  <a:pt x="1040606" y="221361"/>
                  <a:pt x="1040606" y="226314"/>
                </a:cubicBezTo>
                <a:cubicBezTo>
                  <a:pt x="1040606" y="231267"/>
                  <a:pt x="1045083" y="233648"/>
                  <a:pt x="1048798" y="235458"/>
                </a:cubicBezTo>
                <a:cubicBezTo>
                  <a:pt x="1052227" y="237268"/>
                  <a:pt x="1054322" y="238506"/>
                  <a:pt x="1054322" y="240411"/>
                </a:cubicBezTo>
                <a:cubicBezTo>
                  <a:pt x="1054322" y="242316"/>
                  <a:pt x="1052227" y="243554"/>
                  <a:pt x="1048798" y="245364"/>
                </a:cubicBezTo>
                <a:cubicBezTo>
                  <a:pt x="1045178" y="247269"/>
                  <a:pt x="1040606" y="249555"/>
                  <a:pt x="1040606" y="254508"/>
                </a:cubicBezTo>
                <a:cubicBezTo>
                  <a:pt x="1040606" y="259461"/>
                  <a:pt x="1045083" y="261842"/>
                  <a:pt x="1048798" y="263652"/>
                </a:cubicBezTo>
                <a:cubicBezTo>
                  <a:pt x="1052227" y="265462"/>
                  <a:pt x="1054322" y="266605"/>
                  <a:pt x="1054322" y="268605"/>
                </a:cubicBezTo>
                <a:cubicBezTo>
                  <a:pt x="1054322" y="270605"/>
                  <a:pt x="1052227" y="271748"/>
                  <a:pt x="1048703" y="273558"/>
                </a:cubicBezTo>
                <a:cubicBezTo>
                  <a:pt x="1045083" y="275463"/>
                  <a:pt x="1040511" y="277749"/>
                  <a:pt x="1040511" y="282702"/>
                </a:cubicBezTo>
                <a:cubicBezTo>
                  <a:pt x="1040511" y="287655"/>
                  <a:pt x="1044988" y="290036"/>
                  <a:pt x="1048703" y="291846"/>
                </a:cubicBezTo>
                <a:cubicBezTo>
                  <a:pt x="1052132" y="293656"/>
                  <a:pt x="1054322" y="294894"/>
                  <a:pt x="1054322" y="296799"/>
                </a:cubicBezTo>
                <a:cubicBezTo>
                  <a:pt x="1054322" y="298704"/>
                  <a:pt x="1052227" y="299942"/>
                  <a:pt x="1048703" y="301752"/>
                </a:cubicBezTo>
                <a:cubicBezTo>
                  <a:pt x="1045083" y="303657"/>
                  <a:pt x="1040511" y="305943"/>
                  <a:pt x="1040511" y="310896"/>
                </a:cubicBezTo>
                <a:cubicBezTo>
                  <a:pt x="1040511" y="315849"/>
                  <a:pt x="1044988" y="318230"/>
                  <a:pt x="1048703" y="320040"/>
                </a:cubicBezTo>
                <a:cubicBezTo>
                  <a:pt x="1052132" y="321850"/>
                  <a:pt x="1054322" y="323088"/>
                  <a:pt x="1054322" y="324993"/>
                </a:cubicBezTo>
                <a:cubicBezTo>
                  <a:pt x="1054322" y="326898"/>
                  <a:pt x="1052227" y="328136"/>
                  <a:pt x="1048703" y="329946"/>
                </a:cubicBezTo>
                <a:cubicBezTo>
                  <a:pt x="1045083" y="331851"/>
                  <a:pt x="1040511" y="334137"/>
                  <a:pt x="1040511" y="339090"/>
                </a:cubicBezTo>
                <a:cubicBezTo>
                  <a:pt x="1040511" y="344043"/>
                  <a:pt x="1044988" y="346424"/>
                  <a:pt x="1048703" y="348329"/>
                </a:cubicBezTo>
                <a:cubicBezTo>
                  <a:pt x="1052132" y="350139"/>
                  <a:pt x="1054322" y="351377"/>
                  <a:pt x="1054322" y="353282"/>
                </a:cubicBezTo>
                <a:cubicBezTo>
                  <a:pt x="1054322" y="355187"/>
                  <a:pt x="1052227" y="356426"/>
                  <a:pt x="1048703" y="358235"/>
                </a:cubicBezTo>
                <a:cubicBezTo>
                  <a:pt x="1045083" y="360140"/>
                  <a:pt x="1040511" y="362426"/>
                  <a:pt x="1040511" y="367475"/>
                </a:cubicBezTo>
                <a:cubicBezTo>
                  <a:pt x="1040511" y="372523"/>
                  <a:pt x="1044988" y="374809"/>
                  <a:pt x="1048703" y="376714"/>
                </a:cubicBezTo>
                <a:cubicBezTo>
                  <a:pt x="1050131" y="377476"/>
                  <a:pt x="1051179" y="378047"/>
                  <a:pt x="1052132" y="378714"/>
                </a:cubicBezTo>
                <a:lnTo>
                  <a:pt x="1045464" y="378714"/>
                </a:lnTo>
                <a:cubicBezTo>
                  <a:pt x="1041940" y="378714"/>
                  <a:pt x="1039082" y="381572"/>
                  <a:pt x="1039082" y="385096"/>
                </a:cubicBezTo>
                <a:lnTo>
                  <a:pt x="1039082" y="395954"/>
                </a:lnTo>
                <a:cubicBezTo>
                  <a:pt x="1039082" y="399479"/>
                  <a:pt x="1041940" y="402336"/>
                  <a:pt x="1045464" y="402336"/>
                </a:cubicBezTo>
                <a:lnTo>
                  <a:pt x="1056323" y="402336"/>
                </a:lnTo>
                <a:cubicBezTo>
                  <a:pt x="1059847" y="402336"/>
                  <a:pt x="1062704" y="399479"/>
                  <a:pt x="1062704" y="395954"/>
                </a:cubicBezTo>
                <a:lnTo>
                  <a:pt x="1062704" y="385096"/>
                </a:lnTo>
                <a:cubicBezTo>
                  <a:pt x="1062704" y="382334"/>
                  <a:pt x="1060990" y="380048"/>
                  <a:pt x="1058513" y="379190"/>
                </a:cubicBezTo>
                <a:cubicBezTo>
                  <a:pt x="1057275" y="375952"/>
                  <a:pt x="1053846" y="374047"/>
                  <a:pt x="1050989" y="372523"/>
                </a:cubicBezTo>
                <a:cubicBezTo>
                  <a:pt x="1047560" y="370713"/>
                  <a:pt x="1045369" y="369475"/>
                  <a:pt x="1045369" y="367570"/>
                </a:cubicBezTo>
                <a:cubicBezTo>
                  <a:pt x="1045369" y="365665"/>
                  <a:pt x="1047464" y="364427"/>
                  <a:pt x="1050989" y="362617"/>
                </a:cubicBezTo>
                <a:cubicBezTo>
                  <a:pt x="1054608" y="360712"/>
                  <a:pt x="1059180" y="358426"/>
                  <a:pt x="1059180" y="353378"/>
                </a:cubicBezTo>
                <a:cubicBezTo>
                  <a:pt x="1059180" y="348329"/>
                  <a:pt x="1054703" y="346043"/>
                  <a:pt x="1050989" y="344138"/>
                </a:cubicBezTo>
                <a:cubicBezTo>
                  <a:pt x="1047560" y="342329"/>
                  <a:pt x="1045369" y="341090"/>
                  <a:pt x="1045369" y="339185"/>
                </a:cubicBezTo>
                <a:cubicBezTo>
                  <a:pt x="1045369" y="337280"/>
                  <a:pt x="1047464" y="336042"/>
                  <a:pt x="1050989" y="334232"/>
                </a:cubicBezTo>
                <a:cubicBezTo>
                  <a:pt x="1054608" y="332327"/>
                  <a:pt x="1059180" y="330041"/>
                  <a:pt x="1059180" y="325088"/>
                </a:cubicBezTo>
                <a:cubicBezTo>
                  <a:pt x="1059180" y="320135"/>
                  <a:pt x="1054703" y="317754"/>
                  <a:pt x="1050989" y="315849"/>
                </a:cubicBezTo>
                <a:cubicBezTo>
                  <a:pt x="1047560" y="314039"/>
                  <a:pt x="1045369" y="312801"/>
                  <a:pt x="1045369" y="310896"/>
                </a:cubicBezTo>
                <a:cubicBezTo>
                  <a:pt x="1045369" y="308991"/>
                  <a:pt x="1047464" y="307753"/>
                  <a:pt x="1050989" y="305943"/>
                </a:cubicBezTo>
                <a:cubicBezTo>
                  <a:pt x="1054608" y="304038"/>
                  <a:pt x="1059180" y="301752"/>
                  <a:pt x="1059180" y="296799"/>
                </a:cubicBezTo>
                <a:cubicBezTo>
                  <a:pt x="1059180" y="291846"/>
                  <a:pt x="1054703" y="289465"/>
                  <a:pt x="1050989" y="287655"/>
                </a:cubicBezTo>
                <a:cubicBezTo>
                  <a:pt x="1047560" y="285845"/>
                  <a:pt x="1045369" y="284607"/>
                  <a:pt x="1045369" y="282702"/>
                </a:cubicBezTo>
                <a:cubicBezTo>
                  <a:pt x="1045369" y="280797"/>
                  <a:pt x="1047464" y="279559"/>
                  <a:pt x="1050989" y="277749"/>
                </a:cubicBezTo>
                <a:cubicBezTo>
                  <a:pt x="1054608" y="275844"/>
                  <a:pt x="1059180" y="273558"/>
                  <a:pt x="1059180" y="268605"/>
                </a:cubicBezTo>
                <a:cubicBezTo>
                  <a:pt x="1059180" y="263652"/>
                  <a:pt x="1054703" y="261271"/>
                  <a:pt x="1050989" y="259461"/>
                </a:cubicBezTo>
                <a:cubicBezTo>
                  <a:pt x="1047560" y="257651"/>
                  <a:pt x="1045464" y="256508"/>
                  <a:pt x="1045464" y="254508"/>
                </a:cubicBezTo>
                <a:cubicBezTo>
                  <a:pt x="1045464" y="252508"/>
                  <a:pt x="1047560" y="251365"/>
                  <a:pt x="1051084" y="249555"/>
                </a:cubicBezTo>
                <a:cubicBezTo>
                  <a:pt x="1054703" y="247650"/>
                  <a:pt x="1059275" y="245364"/>
                  <a:pt x="1059275" y="240411"/>
                </a:cubicBezTo>
                <a:cubicBezTo>
                  <a:pt x="1059275" y="235458"/>
                  <a:pt x="1054799" y="233077"/>
                  <a:pt x="1051084" y="231267"/>
                </a:cubicBezTo>
                <a:cubicBezTo>
                  <a:pt x="1047655" y="229457"/>
                  <a:pt x="1045464" y="228219"/>
                  <a:pt x="1045464" y="226314"/>
                </a:cubicBezTo>
                <a:cubicBezTo>
                  <a:pt x="1045464" y="224409"/>
                  <a:pt x="1047560" y="223171"/>
                  <a:pt x="1051084" y="221361"/>
                </a:cubicBezTo>
                <a:cubicBezTo>
                  <a:pt x="1054703" y="219456"/>
                  <a:pt x="1059275" y="217170"/>
                  <a:pt x="1059275" y="212217"/>
                </a:cubicBezTo>
                <a:cubicBezTo>
                  <a:pt x="1059275" y="207264"/>
                  <a:pt x="1054799" y="204883"/>
                  <a:pt x="1051084" y="203073"/>
                </a:cubicBezTo>
                <a:cubicBezTo>
                  <a:pt x="1047655" y="201263"/>
                  <a:pt x="1045464" y="200025"/>
                  <a:pt x="1045464" y="198120"/>
                </a:cubicBezTo>
                <a:cubicBezTo>
                  <a:pt x="1045464" y="196215"/>
                  <a:pt x="1047560" y="194977"/>
                  <a:pt x="1051084" y="193167"/>
                </a:cubicBezTo>
                <a:cubicBezTo>
                  <a:pt x="1054703" y="191262"/>
                  <a:pt x="1059275" y="188976"/>
                  <a:pt x="1059275" y="184023"/>
                </a:cubicBezTo>
                <a:cubicBezTo>
                  <a:pt x="1059275" y="179070"/>
                  <a:pt x="1054799" y="176689"/>
                  <a:pt x="1051084" y="174879"/>
                </a:cubicBezTo>
                <a:cubicBezTo>
                  <a:pt x="1047655" y="173069"/>
                  <a:pt x="1045464" y="171831"/>
                  <a:pt x="1045464" y="169926"/>
                </a:cubicBezTo>
                <a:cubicBezTo>
                  <a:pt x="1045464" y="168021"/>
                  <a:pt x="1047560" y="166783"/>
                  <a:pt x="1051084" y="164973"/>
                </a:cubicBezTo>
                <a:close/>
                <a:moveTo>
                  <a:pt x="1059371" y="385286"/>
                </a:moveTo>
                <a:lnTo>
                  <a:pt x="1059371" y="396145"/>
                </a:lnTo>
                <a:cubicBezTo>
                  <a:pt x="1059371" y="397955"/>
                  <a:pt x="1057942" y="399383"/>
                  <a:pt x="1056132" y="399383"/>
                </a:cubicBezTo>
                <a:lnTo>
                  <a:pt x="1045274" y="399383"/>
                </a:lnTo>
                <a:cubicBezTo>
                  <a:pt x="1043464" y="399383"/>
                  <a:pt x="1042035" y="397955"/>
                  <a:pt x="1042035" y="396145"/>
                </a:cubicBezTo>
                <a:lnTo>
                  <a:pt x="1042035" y="385286"/>
                </a:lnTo>
                <a:cubicBezTo>
                  <a:pt x="1042035" y="383477"/>
                  <a:pt x="1043464" y="382048"/>
                  <a:pt x="1045274" y="382048"/>
                </a:cubicBezTo>
                <a:lnTo>
                  <a:pt x="1056132" y="382048"/>
                </a:lnTo>
                <a:cubicBezTo>
                  <a:pt x="1057942" y="382048"/>
                  <a:pt x="1059371" y="383477"/>
                  <a:pt x="1059371" y="385286"/>
                </a:cubicBezTo>
                <a:close/>
                <a:moveTo>
                  <a:pt x="649605" y="628364"/>
                </a:moveTo>
                <a:lnTo>
                  <a:pt x="654844" y="624078"/>
                </a:lnTo>
                <a:lnTo>
                  <a:pt x="659416" y="629602"/>
                </a:lnTo>
                <a:lnTo>
                  <a:pt x="654177" y="633889"/>
                </a:lnTo>
                <a:lnTo>
                  <a:pt x="649605" y="628364"/>
                </a:lnTo>
                <a:close/>
                <a:moveTo>
                  <a:pt x="523970" y="4835081"/>
                </a:moveTo>
                <a:lnTo>
                  <a:pt x="528733" y="4835081"/>
                </a:lnTo>
                <a:lnTo>
                  <a:pt x="528733" y="4854988"/>
                </a:lnTo>
                <a:lnTo>
                  <a:pt x="523970" y="4854988"/>
                </a:lnTo>
                <a:lnTo>
                  <a:pt x="523970" y="4835081"/>
                </a:lnTo>
                <a:close/>
                <a:moveTo>
                  <a:pt x="652748" y="5002626"/>
                </a:moveTo>
                <a:lnTo>
                  <a:pt x="647986" y="5002626"/>
                </a:lnTo>
                <a:lnTo>
                  <a:pt x="647986" y="4985099"/>
                </a:lnTo>
                <a:lnTo>
                  <a:pt x="652748" y="4985099"/>
                </a:lnTo>
                <a:lnTo>
                  <a:pt x="652748" y="5002626"/>
                </a:lnTo>
                <a:close/>
                <a:moveTo>
                  <a:pt x="729710" y="4790980"/>
                </a:moveTo>
                <a:cubicBezTo>
                  <a:pt x="726281" y="4787932"/>
                  <a:pt x="721043" y="4788122"/>
                  <a:pt x="717995" y="4791552"/>
                </a:cubicBezTo>
                <a:cubicBezTo>
                  <a:pt x="714947" y="4794980"/>
                  <a:pt x="715137" y="4800219"/>
                  <a:pt x="718566" y="4803267"/>
                </a:cubicBezTo>
                <a:cubicBezTo>
                  <a:pt x="721995" y="4806315"/>
                  <a:pt x="727234" y="4806125"/>
                  <a:pt x="730282" y="4802696"/>
                </a:cubicBezTo>
                <a:cubicBezTo>
                  <a:pt x="731044" y="4801838"/>
                  <a:pt x="731615" y="4800791"/>
                  <a:pt x="731996" y="4799743"/>
                </a:cubicBezTo>
                <a:lnTo>
                  <a:pt x="769429" y="4800410"/>
                </a:lnTo>
                <a:lnTo>
                  <a:pt x="769049" y="4743450"/>
                </a:lnTo>
                <a:lnTo>
                  <a:pt x="681133" y="4639818"/>
                </a:lnTo>
                <a:lnTo>
                  <a:pt x="651701" y="4639818"/>
                </a:lnTo>
                <a:cubicBezTo>
                  <a:pt x="651415" y="4637437"/>
                  <a:pt x="650367" y="4635151"/>
                  <a:pt x="648462" y="4633341"/>
                </a:cubicBezTo>
                <a:cubicBezTo>
                  <a:pt x="644081" y="4629436"/>
                  <a:pt x="637318" y="4629722"/>
                  <a:pt x="633413" y="4634103"/>
                </a:cubicBezTo>
                <a:cubicBezTo>
                  <a:pt x="629507" y="4638485"/>
                  <a:pt x="629793" y="4645247"/>
                  <a:pt x="634175" y="4649153"/>
                </a:cubicBezTo>
                <a:lnTo>
                  <a:pt x="634175" y="4649153"/>
                </a:lnTo>
                <a:cubicBezTo>
                  <a:pt x="636175" y="4650962"/>
                  <a:pt x="638747" y="4651915"/>
                  <a:pt x="641318" y="4651915"/>
                </a:cubicBezTo>
                <a:cubicBezTo>
                  <a:pt x="644271" y="4651915"/>
                  <a:pt x="647129" y="4650772"/>
                  <a:pt x="649224" y="4648391"/>
                </a:cubicBezTo>
                <a:cubicBezTo>
                  <a:pt x="650272" y="4647248"/>
                  <a:pt x="650939" y="4645914"/>
                  <a:pt x="651415" y="4644486"/>
                </a:cubicBezTo>
                <a:lnTo>
                  <a:pt x="678942" y="4644486"/>
                </a:lnTo>
                <a:lnTo>
                  <a:pt x="764286" y="4745165"/>
                </a:lnTo>
                <a:lnTo>
                  <a:pt x="764572" y="4795457"/>
                </a:lnTo>
                <a:lnTo>
                  <a:pt x="731996" y="4794885"/>
                </a:lnTo>
                <a:cubicBezTo>
                  <a:pt x="731615" y="4793361"/>
                  <a:pt x="730949" y="4791932"/>
                  <a:pt x="729710" y="4790885"/>
                </a:cubicBezTo>
                <a:close/>
                <a:moveTo>
                  <a:pt x="645604" y="4645247"/>
                </a:moveTo>
                <a:cubicBezTo>
                  <a:pt x="643414" y="4647629"/>
                  <a:pt x="639699" y="4647819"/>
                  <a:pt x="637223" y="4645629"/>
                </a:cubicBezTo>
                <a:cubicBezTo>
                  <a:pt x="634841" y="4643438"/>
                  <a:pt x="634651" y="4639723"/>
                  <a:pt x="636842" y="4637246"/>
                </a:cubicBezTo>
                <a:cubicBezTo>
                  <a:pt x="637889" y="4636104"/>
                  <a:pt x="639318" y="4635437"/>
                  <a:pt x="640937" y="4635342"/>
                </a:cubicBezTo>
                <a:cubicBezTo>
                  <a:pt x="642461" y="4635151"/>
                  <a:pt x="643985" y="4635818"/>
                  <a:pt x="645224" y="4636865"/>
                </a:cubicBezTo>
                <a:cubicBezTo>
                  <a:pt x="647605" y="4639056"/>
                  <a:pt x="647795" y="4642771"/>
                  <a:pt x="645604" y="4645247"/>
                </a:cubicBezTo>
                <a:close/>
                <a:moveTo>
                  <a:pt x="647986" y="4950143"/>
                </a:moveTo>
                <a:lnTo>
                  <a:pt x="652748" y="4950143"/>
                </a:lnTo>
                <a:lnTo>
                  <a:pt x="652748" y="4967669"/>
                </a:lnTo>
                <a:lnTo>
                  <a:pt x="647986" y="4967669"/>
                </a:lnTo>
                <a:lnTo>
                  <a:pt x="647986" y="4950143"/>
                </a:lnTo>
                <a:close/>
                <a:moveTo>
                  <a:pt x="523970" y="4954810"/>
                </a:moveTo>
                <a:lnTo>
                  <a:pt x="528733" y="4954810"/>
                </a:lnTo>
                <a:lnTo>
                  <a:pt x="528733" y="4974813"/>
                </a:lnTo>
                <a:lnTo>
                  <a:pt x="523970" y="4974813"/>
                </a:lnTo>
                <a:lnTo>
                  <a:pt x="523970" y="4954810"/>
                </a:lnTo>
                <a:close/>
                <a:moveTo>
                  <a:pt x="523970" y="4874990"/>
                </a:moveTo>
                <a:lnTo>
                  <a:pt x="528733" y="4874990"/>
                </a:lnTo>
                <a:lnTo>
                  <a:pt x="528733" y="4894993"/>
                </a:lnTo>
                <a:lnTo>
                  <a:pt x="523970" y="4894993"/>
                </a:lnTo>
                <a:lnTo>
                  <a:pt x="523970" y="4874990"/>
                </a:lnTo>
                <a:close/>
                <a:moveTo>
                  <a:pt x="523970" y="5034725"/>
                </a:moveTo>
                <a:lnTo>
                  <a:pt x="528733" y="5034725"/>
                </a:lnTo>
                <a:lnTo>
                  <a:pt x="528733" y="5054727"/>
                </a:lnTo>
                <a:lnTo>
                  <a:pt x="523970" y="5054727"/>
                </a:lnTo>
                <a:lnTo>
                  <a:pt x="523970" y="5034725"/>
                </a:lnTo>
                <a:close/>
                <a:moveTo>
                  <a:pt x="941165" y="2331053"/>
                </a:moveTo>
                <a:lnTo>
                  <a:pt x="947452" y="2337816"/>
                </a:lnTo>
                <a:lnTo>
                  <a:pt x="942213" y="2342674"/>
                </a:lnTo>
                <a:lnTo>
                  <a:pt x="935927" y="2335911"/>
                </a:lnTo>
                <a:lnTo>
                  <a:pt x="941165" y="2331053"/>
                </a:lnTo>
                <a:close/>
                <a:moveTo>
                  <a:pt x="648081" y="5055108"/>
                </a:moveTo>
                <a:lnTo>
                  <a:pt x="652844" y="5055108"/>
                </a:lnTo>
                <a:lnTo>
                  <a:pt x="652844" y="5072634"/>
                </a:lnTo>
                <a:lnTo>
                  <a:pt x="648081" y="5072634"/>
                </a:lnTo>
                <a:lnTo>
                  <a:pt x="648081" y="5055108"/>
                </a:lnTo>
                <a:close/>
                <a:moveTo>
                  <a:pt x="648081" y="5125022"/>
                </a:moveTo>
                <a:lnTo>
                  <a:pt x="652844" y="5125022"/>
                </a:lnTo>
                <a:lnTo>
                  <a:pt x="652844" y="5142548"/>
                </a:lnTo>
                <a:lnTo>
                  <a:pt x="648081" y="5142548"/>
                </a:lnTo>
                <a:lnTo>
                  <a:pt x="648081" y="5125022"/>
                </a:lnTo>
                <a:close/>
                <a:moveTo>
                  <a:pt x="652844" y="5107496"/>
                </a:moveTo>
                <a:lnTo>
                  <a:pt x="648081" y="5107496"/>
                </a:lnTo>
                <a:lnTo>
                  <a:pt x="648081" y="5089970"/>
                </a:lnTo>
                <a:cubicBezTo>
                  <a:pt x="648081" y="5089970"/>
                  <a:pt x="652844" y="5089970"/>
                  <a:pt x="652844" y="5089970"/>
                </a:cubicBezTo>
                <a:lnTo>
                  <a:pt x="652844" y="5107496"/>
                </a:lnTo>
                <a:close/>
                <a:moveTo>
                  <a:pt x="647986" y="4915186"/>
                </a:moveTo>
                <a:lnTo>
                  <a:pt x="652748" y="4915186"/>
                </a:lnTo>
                <a:lnTo>
                  <a:pt x="652748" y="4932712"/>
                </a:lnTo>
                <a:cubicBezTo>
                  <a:pt x="652748" y="4932712"/>
                  <a:pt x="647986" y="4932712"/>
                  <a:pt x="647986" y="4932712"/>
                </a:cubicBezTo>
                <a:lnTo>
                  <a:pt x="647986" y="4915186"/>
                </a:lnTo>
                <a:close/>
                <a:moveTo>
                  <a:pt x="652844" y="5037582"/>
                </a:moveTo>
                <a:lnTo>
                  <a:pt x="648081" y="5037582"/>
                </a:lnTo>
                <a:lnTo>
                  <a:pt x="648081" y="5020151"/>
                </a:lnTo>
                <a:lnTo>
                  <a:pt x="652844" y="5020151"/>
                </a:lnTo>
                <a:lnTo>
                  <a:pt x="652844" y="5037582"/>
                </a:lnTo>
                <a:close/>
                <a:moveTo>
                  <a:pt x="652748" y="4897755"/>
                </a:moveTo>
                <a:lnTo>
                  <a:pt x="647986" y="4897755"/>
                </a:lnTo>
                <a:lnTo>
                  <a:pt x="647986" y="4880324"/>
                </a:lnTo>
                <a:lnTo>
                  <a:pt x="652748" y="4880324"/>
                </a:lnTo>
                <a:lnTo>
                  <a:pt x="652748" y="4897755"/>
                </a:lnTo>
                <a:close/>
                <a:moveTo>
                  <a:pt x="458534" y="4890231"/>
                </a:moveTo>
                <a:lnTo>
                  <a:pt x="463296" y="4890231"/>
                </a:lnTo>
                <a:lnTo>
                  <a:pt x="463296" y="4909185"/>
                </a:lnTo>
                <a:lnTo>
                  <a:pt x="458534" y="4909185"/>
                </a:lnTo>
                <a:lnTo>
                  <a:pt x="458534" y="4890231"/>
                </a:lnTo>
                <a:close/>
                <a:moveTo>
                  <a:pt x="458534" y="5042154"/>
                </a:moveTo>
                <a:lnTo>
                  <a:pt x="463296" y="5042154"/>
                </a:lnTo>
                <a:lnTo>
                  <a:pt x="463296" y="5061109"/>
                </a:lnTo>
                <a:lnTo>
                  <a:pt x="458534" y="5061109"/>
                </a:lnTo>
                <a:lnTo>
                  <a:pt x="458534" y="5042154"/>
                </a:lnTo>
                <a:close/>
                <a:moveTo>
                  <a:pt x="548926" y="4757643"/>
                </a:moveTo>
                <a:lnTo>
                  <a:pt x="473297" y="4758023"/>
                </a:lnTo>
                <a:lnTo>
                  <a:pt x="424625" y="4793076"/>
                </a:lnTo>
                <a:lnTo>
                  <a:pt x="265176" y="4793076"/>
                </a:lnTo>
                <a:lnTo>
                  <a:pt x="232124" y="4768882"/>
                </a:lnTo>
                <a:lnTo>
                  <a:pt x="160306" y="4768882"/>
                </a:lnTo>
                <a:cubicBezTo>
                  <a:pt x="160306" y="4768882"/>
                  <a:pt x="123635" y="4811363"/>
                  <a:pt x="123635" y="4811363"/>
                </a:cubicBezTo>
                <a:lnTo>
                  <a:pt x="95" y="4811363"/>
                </a:lnTo>
                <a:lnTo>
                  <a:pt x="95" y="4801838"/>
                </a:lnTo>
                <a:lnTo>
                  <a:pt x="119348" y="4801838"/>
                </a:lnTo>
                <a:lnTo>
                  <a:pt x="156020" y="4759357"/>
                </a:lnTo>
                <a:lnTo>
                  <a:pt x="235363" y="4759357"/>
                </a:lnTo>
                <a:cubicBezTo>
                  <a:pt x="235363" y="4759357"/>
                  <a:pt x="268415" y="4783551"/>
                  <a:pt x="268415" y="4783551"/>
                </a:cubicBezTo>
                <a:lnTo>
                  <a:pt x="421672" y="4783551"/>
                </a:lnTo>
                <a:lnTo>
                  <a:pt x="470249" y="4748498"/>
                </a:lnTo>
                <a:lnTo>
                  <a:pt x="552260" y="4748118"/>
                </a:lnTo>
                <a:lnTo>
                  <a:pt x="577691" y="4767929"/>
                </a:lnTo>
                <a:lnTo>
                  <a:pt x="633127" y="4767929"/>
                </a:lnTo>
                <a:cubicBezTo>
                  <a:pt x="633508" y="4767263"/>
                  <a:pt x="633794" y="4766501"/>
                  <a:pt x="634365" y="4765929"/>
                </a:cubicBezTo>
                <a:cubicBezTo>
                  <a:pt x="638270" y="4761548"/>
                  <a:pt x="645033" y="4761262"/>
                  <a:pt x="649415" y="4765167"/>
                </a:cubicBezTo>
                <a:cubicBezTo>
                  <a:pt x="653796" y="4769168"/>
                  <a:pt x="654082" y="4775835"/>
                  <a:pt x="650177" y="4780217"/>
                </a:cubicBezTo>
                <a:cubicBezTo>
                  <a:pt x="646176" y="4784598"/>
                  <a:pt x="639509" y="4784884"/>
                  <a:pt x="635127" y="4780979"/>
                </a:cubicBezTo>
                <a:cubicBezTo>
                  <a:pt x="633984" y="4779931"/>
                  <a:pt x="633222" y="4778788"/>
                  <a:pt x="632555" y="4777454"/>
                </a:cubicBezTo>
                <a:lnTo>
                  <a:pt x="574453" y="4777454"/>
                </a:lnTo>
                <a:lnTo>
                  <a:pt x="549021" y="4757643"/>
                </a:lnTo>
                <a:close/>
                <a:moveTo>
                  <a:pt x="1346359" y="4778979"/>
                </a:moveTo>
                <a:lnTo>
                  <a:pt x="1345597" y="4898708"/>
                </a:lnTo>
                <a:lnTo>
                  <a:pt x="1338548" y="4898708"/>
                </a:lnTo>
                <a:cubicBezTo>
                  <a:pt x="1337405" y="4893278"/>
                  <a:pt x="1332738" y="4889088"/>
                  <a:pt x="1326928" y="4889088"/>
                </a:cubicBezTo>
                <a:cubicBezTo>
                  <a:pt x="1321118" y="4889088"/>
                  <a:pt x="1316450" y="4893374"/>
                  <a:pt x="1315307" y="4898898"/>
                </a:cubicBezTo>
                <a:lnTo>
                  <a:pt x="1243965" y="4899089"/>
                </a:lnTo>
                <a:lnTo>
                  <a:pt x="1214247" y="4871180"/>
                </a:lnTo>
                <a:lnTo>
                  <a:pt x="1069181" y="4870799"/>
                </a:lnTo>
                <a:lnTo>
                  <a:pt x="1068324" y="4870799"/>
                </a:lnTo>
                <a:lnTo>
                  <a:pt x="1037273" y="4895755"/>
                </a:lnTo>
                <a:lnTo>
                  <a:pt x="914972" y="4895374"/>
                </a:lnTo>
                <a:cubicBezTo>
                  <a:pt x="913829" y="4889849"/>
                  <a:pt x="909161" y="4885658"/>
                  <a:pt x="903351" y="4885658"/>
                </a:cubicBezTo>
                <a:cubicBezTo>
                  <a:pt x="897541" y="4885658"/>
                  <a:pt x="892874" y="4889945"/>
                  <a:pt x="891731" y="4895469"/>
                </a:cubicBezTo>
                <a:lnTo>
                  <a:pt x="844010" y="4895659"/>
                </a:lnTo>
                <a:lnTo>
                  <a:pt x="790194" y="4835462"/>
                </a:lnTo>
                <a:lnTo>
                  <a:pt x="664274" y="4835462"/>
                </a:lnTo>
                <a:cubicBezTo>
                  <a:pt x="663416" y="4832604"/>
                  <a:pt x="661702" y="4829842"/>
                  <a:pt x="659035" y="4827937"/>
                </a:cubicBezTo>
                <a:cubicBezTo>
                  <a:pt x="656463" y="4826032"/>
                  <a:pt x="653510" y="4825175"/>
                  <a:pt x="650558" y="4825175"/>
                </a:cubicBezTo>
                <a:cubicBezTo>
                  <a:pt x="646176" y="4825175"/>
                  <a:pt x="641795" y="4827175"/>
                  <a:pt x="638937" y="4830985"/>
                </a:cubicBezTo>
                <a:cubicBezTo>
                  <a:pt x="634270" y="4837367"/>
                  <a:pt x="635603" y="4846320"/>
                  <a:pt x="641985" y="4850987"/>
                </a:cubicBezTo>
                <a:cubicBezTo>
                  <a:pt x="643795" y="4852321"/>
                  <a:pt x="645890" y="4853178"/>
                  <a:pt x="648081" y="4853464"/>
                </a:cubicBezTo>
                <a:lnTo>
                  <a:pt x="648081" y="4862703"/>
                </a:lnTo>
                <a:lnTo>
                  <a:pt x="652844" y="4862703"/>
                </a:lnTo>
                <a:lnTo>
                  <a:pt x="652844" y="4853464"/>
                </a:lnTo>
                <a:cubicBezTo>
                  <a:pt x="656558" y="4852797"/>
                  <a:pt x="659797" y="4850892"/>
                  <a:pt x="661988" y="4847844"/>
                </a:cubicBezTo>
                <a:cubicBezTo>
                  <a:pt x="663702" y="4845463"/>
                  <a:pt x="664559" y="4842796"/>
                  <a:pt x="664750" y="4840129"/>
                </a:cubicBezTo>
                <a:lnTo>
                  <a:pt x="787908" y="4840129"/>
                </a:lnTo>
                <a:cubicBezTo>
                  <a:pt x="787908" y="4840129"/>
                  <a:pt x="841724" y="4900327"/>
                  <a:pt x="841724" y="4900327"/>
                </a:cubicBezTo>
                <a:lnTo>
                  <a:pt x="891540" y="4900041"/>
                </a:lnTo>
                <a:cubicBezTo>
                  <a:pt x="892683" y="4905566"/>
                  <a:pt x="897350" y="4909757"/>
                  <a:pt x="903161" y="4909757"/>
                </a:cubicBezTo>
                <a:cubicBezTo>
                  <a:pt x="908971" y="4909757"/>
                  <a:pt x="913638" y="4905566"/>
                  <a:pt x="914781" y="4900041"/>
                </a:cubicBezTo>
                <a:lnTo>
                  <a:pt x="1037939" y="4900422"/>
                </a:lnTo>
                <a:lnTo>
                  <a:pt x="1038797" y="4900422"/>
                </a:lnTo>
                <a:lnTo>
                  <a:pt x="1069848" y="4875467"/>
                </a:lnTo>
                <a:lnTo>
                  <a:pt x="1212247" y="4875848"/>
                </a:lnTo>
                <a:lnTo>
                  <a:pt x="1241965" y="4903756"/>
                </a:lnTo>
                <a:lnTo>
                  <a:pt x="1315117" y="4903565"/>
                </a:lnTo>
                <a:cubicBezTo>
                  <a:pt x="1316260" y="4909090"/>
                  <a:pt x="1320927" y="4913281"/>
                  <a:pt x="1326737" y="4913281"/>
                </a:cubicBezTo>
                <a:cubicBezTo>
                  <a:pt x="1332548" y="4913281"/>
                  <a:pt x="1337310" y="4908995"/>
                  <a:pt x="1338358" y="4903470"/>
                </a:cubicBezTo>
                <a:lnTo>
                  <a:pt x="1347788" y="4903470"/>
                </a:lnTo>
                <a:cubicBezTo>
                  <a:pt x="1349121" y="4903375"/>
                  <a:pt x="1350169" y="4902327"/>
                  <a:pt x="1350169" y="4900994"/>
                </a:cubicBezTo>
                <a:lnTo>
                  <a:pt x="1350931" y="4779740"/>
                </a:lnTo>
                <a:lnTo>
                  <a:pt x="1389221" y="4733925"/>
                </a:lnTo>
                <a:cubicBezTo>
                  <a:pt x="1389793" y="4734306"/>
                  <a:pt x="1390460" y="4734592"/>
                  <a:pt x="1391126" y="4734878"/>
                </a:cubicBezTo>
                <a:cubicBezTo>
                  <a:pt x="1392460" y="4735354"/>
                  <a:pt x="1393889" y="4735545"/>
                  <a:pt x="1395317" y="4735545"/>
                </a:cubicBezTo>
                <a:cubicBezTo>
                  <a:pt x="1400556" y="4735545"/>
                  <a:pt x="1405414" y="4732306"/>
                  <a:pt x="1407224" y="4727067"/>
                </a:cubicBezTo>
                <a:cubicBezTo>
                  <a:pt x="1408367" y="4723924"/>
                  <a:pt x="1408176" y="4720495"/>
                  <a:pt x="1406652" y="4717447"/>
                </a:cubicBezTo>
                <a:cubicBezTo>
                  <a:pt x="1405223" y="4714399"/>
                  <a:pt x="1402652" y="4712113"/>
                  <a:pt x="1399413" y="4710970"/>
                </a:cubicBezTo>
                <a:cubicBezTo>
                  <a:pt x="1396175" y="4709827"/>
                  <a:pt x="1392841" y="4710018"/>
                  <a:pt x="1389793" y="4711542"/>
                </a:cubicBezTo>
                <a:cubicBezTo>
                  <a:pt x="1386745" y="4712970"/>
                  <a:pt x="1384459" y="4715542"/>
                  <a:pt x="1383316" y="4718780"/>
                </a:cubicBezTo>
                <a:cubicBezTo>
                  <a:pt x="1381792" y="4723067"/>
                  <a:pt x="1382840" y="4727639"/>
                  <a:pt x="1385507" y="4730877"/>
                </a:cubicBezTo>
                <a:lnTo>
                  <a:pt x="1346645" y="4777359"/>
                </a:lnTo>
                <a:cubicBezTo>
                  <a:pt x="1346645" y="4777359"/>
                  <a:pt x="1346073" y="4778312"/>
                  <a:pt x="1346073" y="4778883"/>
                </a:cubicBezTo>
                <a:close/>
                <a:moveTo>
                  <a:pt x="659797" y="4846415"/>
                </a:moveTo>
                <a:cubicBezTo>
                  <a:pt x="657987" y="4848892"/>
                  <a:pt x="655225" y="4850606"/>
                  <a:pt x="652177" y="4851083"/>
                </a:cubicBezTo>
                <a:cubicBezTo>
                  <a:pt x="651605" y="4851083"/>
                  <a:pt x="650939" y="4851178"/>
                  <a:pt x="650367" y="4851178"/>
                </a:cubicBezTo>
                <a:cubicBezTo>
                  <a:pt x="647891" y="4851178"/>
                  <a:pt x="645509" y="4850416"/>
                  <a:pt x="643509" y="4848892"/>
                </a:cubicBezTo>
                <a:cubicBezTo>
                  <a:pt x="638270" y="4845082"/>
                  <a:pt x="637223" y="4837748"/>
                  <a:pt x="641033" y="4832509"/>
                </a:cubicBezTo>
                <a:cubicBezTo>
                  <a:pt x="644843" y="4827365"/>
                  <a:pt x="652177" y="4826222"/>
                  <a:pt x="657416" y="4830032"/>
                </a:cubicBezTo>
                <a:cubicBezTo>
                  <a:pt x="659892" y="4831842"/>
                  <a:pt x="661607" y="4834604"/>
                  <a:pt x="662083" y="4837653"/>
                </a:cubicBezTo>
                <a:cubicBezTo>
                  <a:pt x="662559" y="4840701"/>
                  <a:pt x="661797" y="4843844"/>
                  <a:pt x="659987" y="4846320"/>
                </a:cubicBezTo>
                <a:close/>
                <a:moveTo>
                  <a:pt x="903161" y="4905090"/>
                </a:moveTo>
                <a:cubicBezTo>
                  <a:pt x="899065" y="4905090"/>
                  <a:pt x="895826" y="4901756"/>
                  <a:pt x="895826" y="4897755"/>
                </a:cubicBezTo>
                <a:cubicBezTo>
                  <a:pt x="895826" y="4893755"/>
                  <a:pt x="899160" y="4890421"/>
                  <a:pt x="903161" y="4890421"/>
                </a:cubicBezTo>
                <a:cubicBezTo>
                  <a:pt x="907161" y="4890421"/>
                  <a:pt x="910495" y="4893755"/>
                  <a:pt x="910495" y="4897755"/>
                </a:cubicBezTo>
                <a:cubicBezTo>
                  <a:pt x="910495" y="4901756"/>
                  <a:pt x="907161" y="4905090"/>
                  <a:pt x="903161" y="4905090"/>
                </a:cubicBezTo>
                <a:close/>
                <a:moveTo>
                  <a:pt x="1326832" y="4908614"/>
                </a:moveTo>
                <a:cubicBezTo>
                  <a:pt x="1322737" y="4908614"/>
                  <a:pt x="1319498" y="4905280"/>
                  <a:pt x="1319498" y="4901279"/>
                </a:cubicBezTo>
                <a:cubicBezTo>
                  <a:pt x="1319498" y="4897279"/>
                  <a:pt x="1322832" y="4893945"/>
                  <a:pt x="1326832" y="4893945"/>
                </a:cubicBezTo>
                <a:cubicBezTo>
                  <a:pt x="1330833" y="4893945"/>
                  <a:pt x="1334167" y="4897279"/>
                  <a:pt x="1334167" y="4901279"/>
                </a:cubicBezTo>
                <a:cubicBezTo>
                  <a:pt x="1334167" y="4905280"/>
                  <a:pt x="1330833" y="4908614"/>
                  <a:pt x="1326832" y="4908614"/>
                </a:cubicBezTo>
                <a:close/>
                <a:moveTo>
                  <a:pt x="1388078" y="4720495"/>
                </a:moveTo>
                <a:cubicBezTo>
                  <a:pt x="1388745" y="4718495"/>
                  <a:pt x="1390174" y="4716876"/>
                  <a:pt x="1392079" y="4716018"/>
                </a:cubicBezTo>
                <a:cubicBezTo>
                  <a:pt x="1393127" y="4715542"/>
                  <a:pt x="1394270" y="4715256"/>
                  <a:pt x="1395508" y="4715256"/>
                </a:cubicBezTo>
                <a:cubicBezTo>
                  <a:pt x="1396365" y="4715256"/>
                  <a:pt x="1397318" y="4715447"/>
                  <a:pt x="1398080" y="4715732"/>
                </a:cubicBezTo>
                <a:cubicBezTo>
                  <a:pt x="1402175" y="4717161"/>
                  <a:pt x="1404366" y="4721638"/>
                  <a:pt x="1402937" y="4725734"/>
                </a:cubicBezTo>
                <a:cubicBezTo>
                  <a:pt x="1402271" y="4727734"/>
                  <a:pt x="1400842" y="4729353"/>
                  <a:pt x="1398937" y="4730211"/>
                </a:cubicBezTo>
                <a:cubicBezTo>
                  <a:pt x="1397032" y="4731068"/>
                  <a:pt x="1394936" y="4731258"/>
                  <a:pt x="1392936" y="4730592"/>
                </a:cubicBezTo>
                <a:cubicBezTo>
                  <a:pt x="1388840" y="4729163"/>
                  <a:pt x="1386650" y="4724686"/>
                  <a:pt x="1388078" y="4720590"/>
                </a:cubicBezTo>
                <a:close/>
                <a:moveTo>
                  <a:pt x="458534" y="4966145"/>
                </a:moveTo>
                <a:lnTo>
                  <a:pt x="463296" y="4966145"/>
                </a:lnTo>
                <a:lnTo>
                  <a:pt x="463296" y="4985099"/>
                </a:lnTo>
                <a:lnTo>
                  <a:pt x="458534" y="4985099"/>
                </a:lnTo>
                <a:lnTo>
                  <a:pt x="458534" y="4966145"/>
                </a:lnTo>
                <a:close/>
                <a:moveTo>
                  <a:pt x="463296" y="5023104"/>
                </a:moveTo>
                <a:lnTo>
                  <a:pt x="458534" y="5023104"/>
                </a:lnTo>
                <a:lnTo>
                  <a:pt x="458534" y="5004149"/>
                </a:lnTo>
                <a:lnTo>
                  <a:pt x="463296" y="5004149"/>
                </a:lnTo>
                <a:lnTo>
                  <a:pt x="463296" y="5023104"/>
                </a:lnTo>
                <a:close/>
                <a:moveTo>
                  <a:pt x="463296" y="4947190"/>
                </a:moveTo>
                <a:lnTo>
                  <a:pt x="458534" y="4947190"/>
                </a:lnTo>
                <a:lnTo>
                  <a:pt x="458534" y="4928235"/>
                </a:lnTo>
                <a:lnTo>
                  <a:pt x="463296" y="4928235"/>
                </a:lnTo>
                <a:lnTo>
                  <a:pt x="463296" y="4947190"/>
                </a:lnTo>
                <a:close/>
                <a:moveTo>
                  <a:pt x="458534" y="4852226"/>
                </a:moveTo>
                <a:lnTo>
                  <a:pt x="463296" y="4852226"/>
                </a:lnTo>
                <a:lnTo>
                  <a:pt x="463296" y="4871180"/>
                </a:lnTo>
                <a:lnTo>
                  <a:pt x="458534" y="4871180"/>
                </a:lnTo>
                <a:lnTo>
                  <a:pt x="458534" y="4852226"/>
                </a:lnTo>
                <a:close/>
                <a:moveTo>
                  <a:pt x="528733" y="4934903"/>
                </a:moveTo>
                <a:lnTo>
                  <a:pt x="523970" y="4934903"/>
                </a:lnTo>
                <a:lnTo>
                  <a:pt x="523970" y="4914995"/>
                </a:lnTo>
                <a:lnTo>
                  <a:pt x="528733" y="4914995"/>
                </a:lnTo>
                <a:lnTo>
                  <a:pt x="528733" y="4934903"/>
                </a:lnTo>
                <a:close/>
                <a:moveTo>
                  <a:pt x="534829" y="4780217"/>
                </a:moveTo>
                <a:cubicBezTo>
                  <a:pt x="532257" y="4778312"/>
                  <a:pt x="529304" y="4777454"/>
                  <a:pt x="526352" y="4777454"/>
                </a:cubicBezTo>
                <a:cubicBezTo>
                  <a:pt x="521970" y="4777454"/>
                  <a:pt x="517589" y="4779455"/>
                  <a:pt x="514731" y="4783265"/>
                </a:cubicBezTo>
                <a:cubicBezTo>
                  <a:pt x="510064" y="4789646"/>
                  <a:pt x="511397" y="4798600"/>
                  <a:pt x="517779" y="4803267"/>
                </a:cubicBezTo>
                <a:cubicBezTo>
                  <a:pt x="519589" y="4804601"/>
                  <a:pt x="521684" y="4805458"/>
                  <a:pt x="523875" y="4805744"/>
                </a:cubicBezTo>
                <a:lnTo>
                  <a:pt x="523875" y="4814983"/>
                </a:lnTo>
                <a:lnTo>
                  <a:pt x="528638" y="4814983"/>
                </a:lnTo>
                <a:lnTo>
                  <a:pt x="528638" y="4805744"/>
                </a:lnTo>
                <a:cubicBezTo>
                  <a:pt x="532352" y="4805077"/>
                  <a:pt x="535591" y="4803172"/>
                  <a:pt x="537782" y="4800124"/>
                </a:cubicBezTo>
                <a:cubicBezTo>
                  <a:pt x="542449" y="4793742"/>
                  <a:pt x="541115" y="4784789"/>
                  <a:pt x="534734" y="4780121"/>
                </a:cubicBezTo>
                <a:close/>
                <a:moveTo>
                  <a:pt x="528161" y="4803362"/>
                </a:moveTo>
                <a:cubicBezTo>
                  <a:pt x="527590" y="4803362"/>
                  <a:pt x="526923" y="4803458"/>
                  <a:pt x="526352" y="4803458"/>
                </a:cubicBezTo>
                <a:cubicBezTo>
                  <a:pt x="523875" y="4803458"/>
                  <a:pt x="521494" y="4802696"/>
                  <a:pt x="519494" y="4801172"/>
                </a:cubicBezTo>
                <a:cubicBezTo>
                  <a:pt x="514255" y="4797362"/>
                  <a:pt x="513207" y="4790028"/>
                  <a:pt x="517017" y="4784789"/>
                </a:cubicBezTo>
                <a:cubicBezTo>
                  <a:pt x="520827" y="4779645"/>
                  <a:pt x="528161" y="4778502"/>
                  <a:pt x="533400" y="4782312"/>
                </a:cubicBezTo>
                <a:cubicBezTo>
                  <a:pt x="535877" y="4784122"/>
                  <a:pt x="537591" y="4786884"/>
                  <a:pt x="538067" y="4789932"/>
                </a:cubicBezTo>
                <a:cubicBezTo>
                  <a:pt x="538544" y="4792980"/>
                  <a:pt x="537782" y="4796123"/>
                  <a:pt x="535972" y="4798600"/>
                </a:cubicBezTo>
                <a:cubicBezTo>
                  <a:pt x="534162" y="4801077"/>
                  <a:pt x="531400" y="4802791"/>
                  <a:pt x="528352" y="4803267"/>
                </a:cubicBezTo>
                <a:close/>
                <a:moveTo>
                  <a:pt x="528733" y="5134451"/>
                </a:moveTo>
                <a:lnTo>
                  <a:pt x="523970" y="5134451"/>
                </a:lnTo>
                <a:lnTo>
                  <a:pt x="523970" y="5114449"/>
                </a:lnTo>
                <a:lnTo>
                  <a:pt x="528733" y="5114449"/>
                </a:lnTo>
                <a:lnTo>
                  <a:pt x="528733" y="5134451"/>
                </a:lnTo>
                <a:close/>
                <a:moveTo>
                  <a:pt x="528733" y="5014722"/>
                </a:moveTo>
                <a:lnTo>
                  <a:pt x="523970" y="5014722"/>
                </a:lnTo>
                <a:lnTo>
                  <a:pt x="523970" y="4994815"/>
                </a:lnTo>
                <a:lnTo>
                  <a:pt x="528733" y="4994815"/>
                </a:lnTo>
                <a:lnTo>
                  <a:pt x="528733" y="5014722"/>
                </a:lnTo>
                <a:close/>
                <a:moveTo>
                  <a:pt x="528733" y="5094542"/>
                </a:moveTo>
                <a:lnTo>
                  <a:pt x="523970" y="5094542"/>
                </a:lnTo>
                <a:lnTo>
                  <a:pt x="523970" y="5074635"/>
                </a:lnTo>
                <a:lnTo>
                  <a:pt x="528733" y="5074635"/>
                </a:lnTo>
                <a:lnTo>
                  <a:pt x="528733" y="5094542"/>
                </a:lnTo>
                <a:close/>
                <a:moveTo>
                  <a:pt x="1101947" y="2593848"/>
                </a:moveTo>
                <a:cubicBezTo>
                  <a:pt x="1094518" y="2596992"/>
                  <a:pt x="1091089" y="2605469"/>
                  <a:pt x="1094137" y="2612898"/>
                </a:cubicBezTo>
                <a:cubicBezTo>
                  <a:pt x="1095661" y="2616518"/>
                  <a:pt x="1098423" y="2619280"/>
                  <a:pt x="1102043" y="2620709"/>
                </a:cubicBezTo>
                <a:cubicBezTo>
                  <a:pt x="1103852" y="2621471"/>
                  <a:pt x="1105662" y="2621756"/>
                  <a:pt x="1107567" y="2621756"/>
                </a:cubicBezTo>
                <a:cubicBezTo>
                  <a:pt x="1109472" y="2621756"/>
                  <a:pt x="1111377" y="2621375"/>
                  <a:pt x="1113187" y="2620613"/>
                </a:cubicBezTo>
                <a:cubicBezTo>
                  <a:pt x="1120616" y="2617470"/>
                  <a:pt x="1124045" y="2608993"/>
                  <a:pt x="1120997" y="2601563"/>
                </a:cubicBezTo>
                <a:cubicBezTo>
                  <a:pt x="1120712" y="2600897"/>
                  <a:pt x="1120331" y="2600230"/>
                  <a:pt x="1119950" y="2599563"/>
                </a:cubicBezTo>
                <a:lnTo>
                  <a:pt x="1193959" y="2540413"/>
                </a:lnTo>
                <a:lnTo>
                  <a:pt x="1221296" y="2540603"/>
                </a:lnTo>
                <a:lnTo>
                  <a:pt x="1319117" y="2458974"/>
                </a:lnTo>
                <a:lnTo>
                  <a:pt x="1326452" y="2458974"/>
                </a:lnTo>
                <a:cubicBezTo>
                  <a:pt x="1326737" y="2463546"/>
                  <a:pt x="1330452" y="2467166"/>
                  <a:pt x="1335024" y="2467166"/>
                </a:cubicBezTo>
                <a:lnTo>
                  <a:pt x="1361980" y="2467166"/>
                </a:lnTo>
                <a:cubicBezTo>
                  <a:pt x="1366742" y="2467166"/>
                  <a:pt x="1370648" y="2463260"/>
                  <a:pt x="1370648" y="2458498"/>
                </a:cubicBezTo>
                <a:lnTo>
                  <a:pt x="1370648" y="2450687"/>
                </a:lnTo>
                <a:cubicBezTo>
                  <a:pt x="1370648" y="2445925"/>
                  <a:pt x="1366742" y="2441924"/>
                  <a:pt x="1361980" y="2441924"/>
                </a:cubicBezTo>
                <a:lnTo>
                  <a:pt x="1335024" y="2441924"/>
                </a:lnTo>
                <a:cubicBezTo>
                  <a:pt x="1330262" y="2441924"/>
                  <a:pt x="1326261" y="2445830"/>
                  <a:pt x="1326261" y="2450687"/>
                </a:cubicBezTo>
                <a:lnTo>
                  <a:pt x="1326261" y="2454307"/>
                </a:lnTo>
                <a:lnTo>
                  <a:pt x="1317307" y="2454307"/>
                </a:lnTo>
                <a:lnTo>
                  <a:pt x="1219486" y="2535936"/>
                </a:lnTo>
                <a:lnTo>
                  <a:pt x="1192244" y="2535746"/>
                </a:lnTo>
                <a:lnTo>
                  <a:pt x="1116806" y="2596039"/>
                </a:lnTo>
                <a:cubicBezTo>
                  <a:pt x="1112806" y="2592800"/>
                  <a:pt x="1107091" y="2591657"/>
                  <a:pt x="1102043" y="2593848"/>
                </a:cubicBezTo>
                <a:close/>
                <a:moveTo>
                  <a:pt x="1331024" y="2450687"/>
                </a:moveTo>
                <a:cubicBezTo>
                  <a:pt x="1331024" y="2448497"/>
                  <a:pt x="1332833" y="2446687"/>
                  <a:pt x="1335024" y="2446687"/>
                </a:cubicBezTo>
                <a:lnTo>
                  <a:pt x="1361980" y="2446687"/>
                </a:lnTo>
                <a:cubicBezTo>
                  <a:pt x="1364171" y="2446687"/>
                  <a:pt x="1365885" y="2448497"/>
                  <a:pt x="1365885" y="2450687"/>
                </a:cubicBezTo>
                <a:lnTo>
                  <a:pt x="1365885" y="2458498"/>
                </a:lnTo>
                <a:cubicBezTo>
                  <a:pt x="1365885" y="2460688"/>
                  <a:pt x="1364075" y="2462403"/>
                  <a:pt x="1361980" y="2462403"/>
                </a:cubicBezTo>
                <a:lnTo>
                  <a:pt x="1335024" y="2462403"/>
                </a:lnTo>
                <a:cubicBezTo>
                  <a:pt x="1332833" y="2462403"/>
                  <a:pt x="1331024" y="2460593"/>
                  <a:pt x="1331024" y="2458498"/>
                </a:cubicBezTo>
                <a:lnTo>
                  <a:pt x="1331024" y="2450687"/>
                </a:lnTo>
                <a:close/>
                <a:moveTo>
                  <a:pt x="1111377" y="2616232"/>
                </a:moveTo>
                <a:cubicBezTo>
                  <a:pt x="1108996" y="2617280"/>
                  <a:pt x="1106329" y="2617280"/>
                  <a:pt x="1103852" y="2616232"/>
                </a:cubicBezTo>
                <a:cubicBezTo>
                  <a:pt x="1101471" y="2615279"/>
                  <a:pt x="1099566" y="2613374"/>
                  <a:pt x="1098518" y="2610993"/>
                </a:cubicBezTo>
                <a:cubicBezTo>
                  <a:pt x="1096423" y="2606040"/>
                  <a:pt x="1098804" y="2600230"/>
                  <a:pt x="1103757" y="2598134"/>
                </a:cubicBezTo>
                <a:cubicBezTo>
                  <a:pt x="1104995" y="2597658"/>
                  <a:pt x="1106234" y="2597372"/>
                  <a:pt x="1107567" y="2597372"/>
                </a:cubicBezTo>
                <a:cubicBezTo>
                  <a:pt x="1111377" y="2597372"/>
                  <a:pt x="1114997" y="2599659"/>
                  <a:pt x="1116616" y="2603373"/>
                </a:cubicBezTo>
                <a:cubicBezTo>
                  <a:pt x="1118711" y="2608326"/>
                  <a:pt x="1116330" y="2614041"/>
                  <a:pt x="1111377" y="2616137"/>
                </a:cubicBezTo>
                <a:close/>
                <a:moveTo>
                  <a:pt x="533400" y="4791837"/>
                </a:moveTo>
                <a:cubicBezTo>
                  <a:pt x="533400" y="4795743"/>
                  <a:pt x="530257" y="4798886"/>
                  <a:pt x="526352" y="4798886"/>
                </a:cubicBezTo>
                <a:cubicBezTo>
                  <a:pt x="522446" y="4798886"/>
                  <a:pt x="519303" y="4795743"/>
                  <a:pt x="519303" y="4791837"/>
                </a:cubicBezTo>
                <a:cubicBezTo>
                  <a:pt x="519303" y="4787932"/>
                  <a:pt x="522446" y="4784789"/>
                  <a:pt x="526352" y="4784789"/>
                </a:cubicBezTo>
                <a:cubicBezTo>
                  <a:pt x="530257" y="4784789"/>
                  <a:pt x="533400" y="4787932"/>
                  <a:pt x="533400" y="4791837"/>
                </a:cubicBezTo>
                <a:close/>
                <a:moveTo>
                  <a:pt x="223838" y="1475518"/>
                </a:moveTo>
                <a:lnTo>
                  <a:pt x="208217" y="1461326"/>
                </a:lnTo>
                <a:lnTo>
                  <a:pt x="128492" y="1461326"/>
                </a:lnTo>
                <a:cubicBezTo>
                  <a:pt x="128492" y="1461326"/>
                  <a:pt x="104870" y="1478375"/>
                  <a:pt x="104870" y="1478375"/>
                </a:cubicBezTo>
                <a:cubicBezTo>
                  <a:pt x="104204" y="1478090"/>
                  <a:pt x="103442" y="1477804"/>
                  <a:pt x="102680" y="1477804"/>
                </a:cubicBezTo>
                <a:lnTo>
                  <a:pt x="78867" y="1477804"/>
                </a:lnTo>
                <a:cubicBezTo>
                  <a:pt x="78296" y="1477804"/>
                  <a:pt x="77819" y="1477994"/>
                  <a:pt x="77343" y="1478090"/>
                </a:cubicBezTo>
                <a:lnTo>
                  <a:pt x="59341" y="1463993"/>
                </a:lnTo>
                <a:lnTo>
                  <a:pt x="8096" y="1464278"/>
                </a:lnTo>
                <a:lnTo>
                  <a:pt x="95" y="1471422"/>
                </a:lnTo>
                <a:lnTo>
                  <a:pt x="95" y="1477804"/>
                </a:lnTo>
                <a:lnTo>
                  <a:pt x="9906" y="1469041"/>
                </a:lnTo>
                <a:lnTo>
                  <a:pt x="57722" y="1468755"/>
                </a:lnTo>
                <a:lnTo>
                  <a:pt x="74009" y="1481519"/>
                </a:lnTo>
                <a:cubicBezTo>
                  <a:pt x="74009" y="1481519"/>
                  <a:pt x="73724" y="1482376"/>
                  <a:pt x="73724" y="1482852"/>
                </a:cubicBezTo>
                <a:lnTo>
                  <a:pt x="73724" y="1492949"/>
                </a:lnTo>
                <a:cubicBezTo>
                  <a:pt x="73724" y="1495806"/>
                  <a:pt x="76010" y="1498092"/>
                  <a:pt x="78867" y="1498092"/>
                </a:cubicBezTo>
                <a:lnTo>
                  <a:pt x="102680" y="1498092"/>
                </a:lnTo>
                <a:cubicBezTo>
                  <a:pt x="105537" y="1498092"/>
                  <a:pt x="107823" y="1495806"/>
                  <a:pt x="107823" y="1492949"/>
                </a:cubicBezTo>
                <a:lnTo>
                  <a:pt x="107823" y="1482852"/>
                </a:lnTo>
                <a:cubicBezTo>
                  <a:pt x="107823" y="1482852"/>
                  <a:pt x="107728" y="1482376"/>
                  <a:pt x="107633" y="1482185"/>
                </a:cubicBezTo>
                <a:lnTo>
                  <a:pt x="130016" y="1465898"/>
                </a:lnTo>
                <a:lnTo>
                  <a:pt x="206312" y="1465898"/>
                </a:lnTo>
                <a:cubicBezTo>
                  <a:pt x="206312" y="1465898"/>
                  <a:pt x="221933" y="1480185"/>
                  <a:pt x="221933" y="1480185"/>
                </a:cubicBezTo>
                <a:lnTo>
                  <a:pt x="309658" y="1480185"/>
                </a:lnTo>
                <a:cubicBezTo>
                  <a:pt x="309658" y="1480185"/>
                  <a:pt x="331851" y="1504474"/>
                  <a:pt x="331851" y="1504474"/>
                </a:cubicBezTo>
                <a:cubicBezTo>
                  <a:pt x="328898" y="1506950"/>
                  <a:pt x="326898" y="1510665"/>
                  <a:pt x="326898" y="1514761"/>
                </a:cubicBezTo>
                <a:cubicBezTo>
                  <a:pt x="326898" y="1522190"/>
                  <a:pt x="332899" y="1528191"/>
                  <a:pt x="340328" y="1528191"/>
                </a:cubicBezTo>
                <a:cubicBezTo>
                  <a:pt x="347758" y="1528191"/>
                  <a:pt x="353759" y="1522190"/>
                  <a:pt x="353759" y="1514761"/>
                </a:cubicBezTo>
                <a:cubicBezTo>
                  <a:pt x="353759" y="1507331"/>
                  <a:pt x="347758" y="1501331"/>
                  <a:pt x="340328" y="1501331"/>
                </a:cubicBezTo>
                <a:cubicBezTo>
                  <a:pt x="338709" y="1501331"/>
                  <a:pt x="337185" y="1501616"/>
                  <a:pt x="335756" y="1502188"/>
                </a:cubicBezTo>
                <a:lnTo>
                  <a:pt x="335947" y="1501997"/>
                </a:lnTo>
                <a:lnTo>
                  <a:pt x="311658" y="1475232"/>
                </a:lnTo>
                <a:lnTo>
                  <a:pt x="223647" y="1475232"/>
                </a:lnTo>
                <a:close/>
                <a:moveTo>
                  <a:pt x="80486" y="1493044"/>
                </a:moveTo>
                <a:lnTo>
                  <a:pt x="78486" y="1493044"/>
                </a:lnTo>
                <a:cubicBezTo>
                  <a:pt x="78486" y="1493044"/>
                  <a:pt x="78867" y="1482566"/>
                  <a:pt x="78867" y="1482566"/>
                </a:cubicBezTo>
                <a:lnTo>
                  <a:pt x="80486" y="1482566"/>
                </a:lnTo>
                <a:lnTo>
                  <a:pt x="80486" y="1493044"/>
                </a:lnTo>
                <a:close/>
                <a:moveTo>
                  <a:pt x="93345" y="1493234"/>
                </a:moveTo>
                <a:lnTo>
                  <a:pt x="88678" y="1493234"/>
                </a:lnTo>
                <a:lnTo>
                  <a:pt x="88678" y="1482757"/>
                </a:lnTo>
                <a:lnTo>
                  <a:pt x="93345" y="1482757"/>
                </a:lnTo>
                <a:lnTo>
                  <a:pt x="93345" y="1493234"/>
                </a:lnTo>
                <a:close/>
                <a:moveTo>
                  <a:pt x="103061" y="1493044"/>
                </a:moveTo>
                <a:cubicBezTo>
                  <a:pt x="103061" y="1493044"/>
                  <a:pt x="102870" y="1493425"/>
                  <a:pt x="102680" y="1493425"/>
                </a:cubicBezTo>
                <a:lnTo>
                  <a:pt x="101822" y="1493425"/>
                </a:lnTo>
                <a:lnTo>
                  <a:pt x="101822" y="1483043"/>
                </a:lnTo>
                <a:lnTo>
                  <a:pt x="102965" y="1483043"/>
                </a:lnTo>
                <a:lnTo>
                  <a:pt x="102965" y="1493139"/>
                </a:lnTo>
                <a:close/>
                <a:moveTo>
                  <a:pt x="340424" y="1506188"/>
                </a:moveTo>
                <a:cubicBezTo>
                  <a:pt x="345186" y="1506188"/>
                  <a:pt x="349091" y="1510094"/>
                  <a:pt x="349091" y="1514856"/>
                </a:cubicBezTo>
                <a:cubicBezTo>
                  <a:pt x="349091" y="1519619"/>
                  <a:pt x="345186" y="1523524"/>
                  <a:pt x="340424" y="1523524"/>
                </a:cubicBezTo>
                <a:cubicBezTo>
                  <a:pt x="335661" y="1523524"/>
                  <a:pt x="331756" y="1519619"/>
                  <a:pt x="331756" y="1514856"/>
                </a:cubicBezTo>
                <a:cubicBezTo>
                  <a:pt x="331756" y="1510094"/>
                  <a:pt x="335661" y="1506188"/>
                  <a:pt x="340424" y="1506188"/>
                </a:cubicBezTo>
                <a:close/>
                <a:moveTo>
                  <a:pt x="1345597" y="95"/>
                </a:moveTo>
                <a:lnTo>
                  <a:pt x="1345597" y="78391"/>
                </a:lnTo>
                <a:lnTo>
                  <a:pt x="1356551" y="89726"/>
                </a:lnTo>
                <a:lnTo>
                  <a:pt x="1356551" y="169069"/>
                </a:lnTo>
                <a:cubicBezTo>
                  <a:pt x="1350645" y="170117"/>
                  <a:pt x="1346168" y="175070"/>
                  <a:pt x="1345597" y="181070"/>
                </a:cubicBezTo>
                <a:lnTo>
                  <a:pt x="1287685" y="181070"/>
                </a:lnTo>
                <a:lnTo>
                  <a:pt x="1279112" y="170688"/>
                </a:lnTo>
                <a:lnTo>
                  <a:pt x="1229487" y="170688"/>
                </a:lnTo>
                <a:lnTo>
                  <a:pt x="1229487" y="165830"/>
                </a:lnTo>
                <a:cubicBezTo>
                  <a:pt x="1229487" y="162116"/>
                  <a:pt x="1226439" y="158972"/>
                  <a:pt x="1222629" y="158972"/>
                </a:cubicBezTo>
                <a:lnTo>
                  <a:pt x="1208246" y="158972"/>
                </a:lnTo>
                <a:cubicBezTo>
                  <a:pt x="1204532" y="158972"/>
                  <a:pt x="1201388" y="162020"/>
                  <a:pt x="1201388" y="165830"/>
                </a:cubicBezTo>
                <a:lnTo>
                  <a:pt x="1201388" y="180213"/>
                </a:lnTo>
                <a:cubicBezTo>
                  <a:pt x="1201388" y="183928"/>
                  <a:pt x="1204436" y="187071"/>
                  <a:pt x="1208246" y="187071"/>
                </a:cubicBezTo>
                <a:lnTo>
                  <a:pt x="1211866" y="187071"/>
                </a:lnTo>
                <a:lnTo>
                  <a:pt x="1211866" y="191072"/>
                </a:lnTo>
                <a:cubicBezTo>
                  <a:pt x="1211866" y="191072"/>
                  <a:pt x="1219010" y="191072"/>
                  <a:pt x="1219010" y="191072"/>
                </a:cubicBezTo>
                <a:lnTo>
                  <a:pt x="1219010" y="187071"/>
                </a:lnTo>
                <a:lnTo>
                  <a:pt x="1222724" y="187071"/>
                </a:lnTo>
                <a:cubicBezTo>
                  <a:pt x="1226439" y="187071"/>
                  <a:pt x="1229582" y="184023"/>
                  <a:pt x="1229582" y="180213"/>
                </a:cubicBezTo>
                <a:lnTo>
                  <a:pt x="1229582" y="175355"/>
                </a:lnTo>
                <a:lnTo>
                  <a:pt x="1277017" y="175355"/>
                </a:lnTo>
                <a:lnTo>
                  <a:pt x="1285589" y="185738"/>
                </a:lnTo>
                <a:lnTo>
                  <a:pt x="1346168" y="185738"/>
                </a:lnTo>
                <a:cubicBezTo>
                  <a:pt x="1347692" y="191453"/>
                  <a:pt x="1352931" y="195644"/>
                  <a:pt x="1359122" y="195644"/>
                </a:cubicBezTo>
                <a:cubicBezTo>
                  <a:pt x="1366552" y="195644"/>
                  <a:pt x="1372553" y="189643"/>
                  <a:pt x="1372553" y="182213"/>
                </a:cubicBezTo>
                <a:cubicBezTo>
                  <a:pt x="1372553" y="175641"/>
                  <a:pt x="1367790" y="170117"/>
                  <a:pt x="1361503" y="168974"/>
                </a:cubicBezTo>
                <a:lnTo>
                  <a:pt x="1361503" y="87630"/>
                </a:lnTo>
                <a:lnTo>
                  <a:pt x="1350550" y="76295"/>
                </a:lnTo>
                <a:lnTo>
                  <a:pt x="1350550" y="95"/>
                </a:lnTo>
                <a:lnTo>
                  <a:pt x="1345787" y="95"/>
                </a:lnTo>
                <a:close/>
                <a:moveTo>
                  <a:pt x="1224725" y="180404"/>
                </a:moveTo>
                <a:cubicBezTo>
                  <a:pt x="1224725" y="181547"/>
                  <a:pt x="1223772" y="182499"/>
                  <a:pt x="1222629" y="182499"/>
                </a:cubicBezTo>
                <a:lnTo>
                  <a:pt x="1208246" y="182499"/>
                </a:lnTo>
                <a:cubicBezTo>
                  <a:pt x="1207103" y="182499"/>
                  <a:pt x="1206151" y="181547"/>
                  <a:pt x="1206151" y="180404"/>
                </a:cubicBezTo>
                <a:lnTo>
                  <a:pt x="1206151" y="166021"/>
                </a:lnTo>
                <a:cubicBezTo>
                  <a:pt x="1206151" y="164878"/>
                  <a:pt x="1207103" y="163925"/>
                  <a:pt x="1208246" y="163925"/>
                </a:cubicBezTo>
                <a:lnTo>
                  <a:pt x="1222629" y="163925"/>
                </a:lnTo>
                <a:cubicBezTo>
                  <a:pt x="1223772" y="163925"/>
                  <a:pt x="1224725" y="164878"/>
                  <a:pt x="1224725" y="166021"/>
                </a:cubicBezTo>
                <a:lnTo>
                  <a:pt x="1224725" y="180404"/>
                </a:lnTo>
                <a:close/>
                <a:moveTo>
                  <a:pt x="1367600" y="182308"/>
                </a:moveTo>
                <a:cubicBezTo>
                  <a:pt x="1367600" y="187071"/>
                  <a:pt x="1363694" y="190976"/>
                  <a:pt x="1358932" y="190976"/>
                </a:cubicBezTo>
                <a:cubicBezTo>
                  <a:pt x="1354169" y="190976"/>
                  <a:pt x="1350264" y="187071"/>
                  <a:pt x="1350264" y="182308"/>
                </a:cubicBezTo>
                <a:cubicBezTo>
                  <a:pt x="1350264" y="177546"/>
                  <a:pt x="1354169" y="173641"/>
                  <a:pt x="1358932" y="173641"/>
                </a:cubicBezTo>
                <a:cubicBezTo>
                  <a:pt x="1363694" y="173641"/>
                  <a:pt x="1367600" y="177546"/>
                  <a:pt x="1367600" y="182308"/>
                </a:cubicBezTo>
                <a:close/>
                <a:moveTo>
                  <a:pt x="1149668" y="200978"/>
                </a:moveTo>
                <a:lnTo>
                  <a:pt x="1142524" y="200978"/>
                </a:lnTo>
                <a:lnTo>
                  <a:pt x="1142524" y="190691"/>
                </a:lnTo>
                <a:lnTo>
                  <a:pt x="1149668" y="190691"/>
                </a:lnTo>
                <a:lnTo>
                  <a:pt x="1149668" y="200978"/>
                </a:lnTo>
                <a:close/>
                <a:moveTo>
                  <a:pt x="1400080" y="95"/>
                </a:moveTo>
                <a:lnTo>
                  <a:pt x="1404842" y="95"/>
                </a:lnTo>
                <a:lnTo>
                  <a:pt x="1404842" y="40481"/>
                </a:lnTo>
                <a:lnTo>
                  <a:pt x="1393889" y="51816"/>
                </a:lnTo>
                <a:lnTo>
                  <a:pt x="1393889" y="128969"/>
                </a:lnTo>
                <a:cubicBezTo>
                  <a:pt x="1398842" y="130112"/>
                  <a:pt x="1402556" y="134303"/>
                  <a:pt x="1402556" y="139541"/>
                </a:cubicBezTo>
                <a:cubicBezTo>
                  <a:pt x="1402556" y="145637"/>
                  <a:pt x="1397603" y="150590"/>
                  <a:pt x="1391507" y="150590"/>
                </a:cubicBezTo>
                <a:cubicBezTo>
                  <a:pt x="1385411" y="150590"/>
                  <a:pt x="1380458" y="145637"/>
                  <a:pt x="1380458" y="139541"/>
                </a:cubicBezTo>
                <a:cubicBezTo>
                  <a:pt x="1380458" y="134303"/>
                  <a:pt x="1384173" y="130016"/>
                  <a:pt x="1389126" y="128969"/>
                </a:cubicBezTo>
                <a:lnTo>
                  <a:pt x="1389126" y="49816"/>
                </a:lnTo>
                <a:lnTo>
                  <a:pt x="1400080" y="38481"/>
                </a:lnTo>
                <a:lnTo>
                  <a:pt x="1400080" y="95"/>
                </a:lnTo>
                <a:close/>
                <a:moveTo>
                  <a:pt x="1323213" y="33338"/>
                </a:moveTo>
                <a:lnTo>
                  <a:pt x="1323213" y="95"/>
                </a:lnTo>
                <a:cubicBezTo>
                  <a:pt x="1323213" y="95"/>
                  <a:pt x="1318451" y="95"/>
                  <a:pt x="1318451" y="95"/>
                </a:cubicBezTo>
                <a:lnTo>
                  <a:pt x="1318451" y="31337"/>
                </a:lnTo>
                <a:cubicBezTo>
                  <a:pt x="1318451" y="31337"/>
                  <a:pt x="1307402" y="42672"/>
                  <a:pt x="1307402" y="42672"/>
                </a:cubicBezTo>
                <a:lnTo>
                  <a:pt x="1307402" y="126873"/>
                </a:lnTo>
                <a:cubicBezTo>
                  <a:pt x="1301115" y="128016"/>
                  <a:pt x="1296353" y="133445"/>
                  <a:pt x="1296353" y="140113"/>
                </a:cubicBezTo>
                <a:cubicBezTo>
                  <a:pt x="1296353" y="147542"/>
                  <a:pt x="1302353" y="153543"/>
                  <a:pt x="1309783" y="153543"/>
                </a:cubicBezTo>
                <a:cubicBezTo>
                  <a:pt x="1317212" y="153543"/>
                  <a:pt x="1323213" y="147542"/>
                  <a:pt x="1323213" y="140113"/>
                </a:cubicBezTo>
                <a:cubicBezTo>
                  <a:pt x="1323213" y="133541"/>
                  <a:pt x="1318451" y="128016"/>
                  <a:pt x="1312164" y="126873"/>
                </a:cubicBezTo>
                <a:lnTo>
                  <a:pt x="1312164" y="44577"/>
                </a:lnTo>
                <a:lnTo>
                  <a:pt x="1323118" y="33242"/>
                </a:lnTo>
                <a:close/>
                <a:moveTo>
                  <a:pt x="1318641" y="140113"/>
                </a:moveTo>
                <a:cubicBezTo>
                  <a:pt x="1318641" y="144875"/>
                  <a:pt x="1314736" y="148781"/>
                  <a:pt x="1309973" y="148781"/>
                </a:cubicBezTo>
                <a:cubicBezTo>
                  <a:pt x="1305211" y="148781"/>
                  <a:pt x="1301306" y="144875"/>
                  <a:pt x="1301306" y="140113"/>
                </a:cubicBezTo>
                <a:cubicBezTo>
                  <a:pt x="1301306" y="135350"/>
                  <a:pt x="1305211" y="131445"/>
                  <a:pt x="1309973" y="131445"/>
                </a:cubicBezTo>
                <a:cubicBezTo>
                  <a:pt x="1314736" y="131445"/>
                  <a:pt x="1318641" y="135350"/>
                  <a:pt x="1318641" y="140113"/>
                </a:cubicBezTo>
                <a:close/>
                <a:moveTo>
                  <a:pt x="1221296" y="169736"/>
                </a:moveTo>
                <a:lnTo>
                  <a:pt x="1221296" y="176498"/>
                </a:lnTo>
                <a:cubicBezTo>
                  <a:pt x="1221296" y="177832"/>
                  <a:pt x="1220153" y="178975"/>
                  <a:pt x="1218819" y="178975"/>
                </a:cubicBezTo>
                <a:lnTo>
                  <a:pt x="1212056" y="178975"/>
                </a:lnTo>
                <a:cubicBezTo>
                  <a:pt x="1210723" y="178975"/>
                  <a:pt x="1209580" y="177832"/>
                  <a:pt x="1209580" y="176498"/>
                </a:cubicBezTo>
                <a:lnTo>
                  <a:pt x="1209580" y="169736"/>
                </a:lnTo>
                <a:cubicBezTo>
                  <a:pt x="1209580" y="168402"/>
                  <a:pt x="1210723" y="167259"/>
                  <a:pt x="1212056" y="167259"/>
                </a:cubicBezTo>
                <a:lnTo>
                  <a:pt x="1218819" y="167259"/>
                </a:lnTo>
                <a:cubicBezTo>
                  <a:pt x="1220153" y="167259"/>
                  <a:pt x="1221296" y="168402"/>
                  <a:pt x="1221296" y="169736"/>
                </a:cubicBezTo>
                <a:close/>
                <a:moveTo>
                  <a:pt x="64770" y="1712786"/>
                </a:moveTo>
                <a:lnTo>
                  <a:pt x="64770" y="1715453"/>
                </a:lnTo>
                <a:cubicBezTo>
                  <a:pt x="64770" y="1718310"/>
                  <a:pt x="67056" y="1720596"/>
                  <a:pt x="69914" y="1720596"/>
                </a:cubicBezTo>
                <a:lnTo>
                  <a:pt x="80010" y="1720596"/>
                </a:lnTo>
                <a:cubicBezTo>
                  <a:pt x="82867" y="1720596"/>
                  <a:pt x="85154" y="1718310"/>
                  <a:pt x="85154" y="1715453"/>
                </a:cubicBezTo>
                <a:lnTo>
                  <a:pt x="85154" y="1696307"/>
                </a:lnTo>
                <a:lnTo>
                  <a:pt x="149924" y="1696307"/>
                </a:lnTo>
                <a:lnTo>
                  <a:pt x="166973" y="1713262"/>
                </a:lnTo>
                <a:lnTo>
                  <a:pt x="258318" y="1713262"/>
                </a:lnTo>
                <a:lnTo>
                  <a:pt x="295656" y="1673257"/>
                </a:lnTo>
                <a:lnTo>
                  <a:pt x="327279" y="1672971"/>
                </a:lnTo>
                <a:cubicBezTo>
                  <a:pt x="328422" y="1679257"/>
                  <a:pt x="333851" y="1684020"/>
                  <a:pt x="340519" y="1684020"/>
                </a:cubicBezTo>
                <a:cubicBezTo>
                  <a:pt x="347948" y="1684020"/>
                  <a:pt x="353949" y="1678019"/>
                  <a:pt x="353949" y="1670590"/>
                </a:cubicBezTo>
                <a:cubicBezTo>
                  <a:pt x="353949" y="1663160"/>
                  <a:pt x="347948" y="1657160"/>
                  <a:pt x="340519" y="1657160"/>
                </a:cubicBezTo>
                <a:cubicBezTo>
                  <a:pt x="333947" y="1657160"/>
                  <a:pt x="328422" y="1661922"/>
                  <a:pt x="327279" y="1668209"/>
                </a:cubicBezTo>
                <a:lnTo>
                  <a:pt x="293561" y="1668494"/>
                </a:lnTo>
                <a:lnTo>
                  <a:pt x="256223" y="1708499"/>
                </a:lnTo>
                <a:lnTo>
                  <a:pt x="168974" y="1708499"/>
                </a:lnTo>
                <a:lnTo>
                  <a:pt x="151924" y="1691545"/>
                </a:lnTo>
                <a:lnTo>
                  <a:pt x="85154" y="1691545"/>
                </a:lnTo>
                <a:cubicBezTo>
                  <a:pt x="85154" y="1688782"/>
                  <a:pt x="82867" y="1686592"/>
                  <a:pt x="80105" y="1686592"/>
                </a:cubicBezTo>
                <a:lnTo>
                  <a:pt x="70009" y="1686592"/>
                </a:lnTo>
                <a:cubicBezTo>
                  <a:pt x="67151" y="1686592"/>
                  <a:pt x="64865" y="1688878"/>
                  <a:pt x="64865" y="1691735"/>
                </a:cubicBezTo>
                <a:lnTo>
                  <a:pt x="64865" y="1708023"/>
                </a:lnTo>
                <a:lnTo>
                  <a:pt x="95" y="1708023"/>
                </a:lnTo>
                <a:lnTo>
                  <a:pt x="95" y="1712786"/>
                </a:lnTo>
                <a:lnTo>
                  <a:pt x="64770" y="1712786"/>
                </a:lnTo>
                <a:close/>
                <a:moveTo>
                  <a:pt x="340424" y="1662017"/>
                </a:moveTo>
                <a:cubicBezTo>
                  <a:pt x="345186" y="1662017"/>
                  <a:pt x="349091" y="1665923"/>
                  <a:pt x="349091" y="1670685"/>
                </a:cubicBezTo>
                <a:cubicBezTo>
                  <a:pt x="349091" y="1675448"/>
                  <a:pt x="345186" y="1679353"/>
                  <a:pt x="340424" y="1679353"/>
                </a:cubicBezTo>
                <a:cubicBezTo>
                  <a:pt x="335661" y="1679353"/>
                  <a:pt x="331756" y="1675448"/>
                  <a:pt x="331756" y="1670685"/>
                </a:cubicBezTo>
                <a:cubicBezTo>
                  <a:pt x="331756" y="1665923"/>
                  <a:pt x="335661" y="1662017"/>
                  <a:pt x="340424" y="1662017"/>
                </a:cubicBezTo>
                <a:close/>
                <a:moveTo>
                  <a:pt x="69914" y="1691354"/>
                </a:moveTo>
                <a:lnTo>
                  <a:pt x="80010" y="1691354"/>
                </a:lnTo>
                <a:cubicBezTo>
                  <a:pt x="80010" y="1691354"/>
                  <a:pt x="80391" y="1691545"/>
                  <a:pt x="80391" y="1691735"/>
                </a:cubicBezTo>
                <a:lnTo>
                  <a:pt x="80391" y="1692593"/>
                </a:lnTo>
                <a:lnTo>
                  <a:pt x="70009" y="1692593"/>
                </a:lnTo>
                <a:lnTo>
                  <a:pt x="70009" y="1691450"/>
                </a:lnTo>
                <a:close/>
                <a:moveTo>
                  <a:pt x="69818" y="1701070"/>
                </a:moveTo>
                <a:lnTo>
                  <a:pt x="80201" y="1701070"/>
                </a:lnTo>
                <a:lnTo>
                  <a:pt x="80201" y="1705737"/>
                </a:lnTo>
                <a:lnTo>
                  <a:pt x="69723" y="1705737"/>
                </a:lnTo>
                <a:lnTo>
                  <a:pt x="69723" y="1701070"/>
                </a:lnTo>
                <a:close/>
                <a:moveTo>
                  <a:pt x="69628" y="1713833"/>
                </a:moveTo>
                <a:lnTo>
                  <a:pt x="80010" y="1713833"/>
                </a:lnTo>
                <a:lnTo>
                  <a:pt x="80010" y="1715834"/>
                </a:lnTo>
                <a:cubicBezTo>
                  <a:pt x="80010" y="1715834"/>
                  <a:pt x="69533" y="1715453"/>
                  <a:pt x="69533" y="1715453"/>
                </a:cubicBezTo>
                <a:lnTo>
                  <a:pt x="69533" y="1713833"/>
                </a:lnTo>
                <a:close/>
                <a:moveTo>
                  <a:pt x="852964" y="4541425"/>
                </a:moveTo>
                <a:cubicBezTo>
                  <a:pt x="851821" y="4538282"/>
                  <a:pt x="849535" y="4535710"/>
                  <a:pt x="846487" y="4534186"/>
                </a:cubicBezTo>
                <a:cubicBezTo>
                  <a:pt x="843439" y="4532757"/>
                  <a:pt x="840010" y="4532567"/>
                  <a:pt x="836867" y="4533614"/>
                </a:cubicBezTo>
                <a:cubicBezTo>
                  <a:pt x="830294" y="4535901"/>
                  <a:pt x="826770" y="4543139"/>
                  <a:pt x="829151" y="4549712"/>
                </a:cubicBezTo>
                <a:cubicBezTo>
                  <a:pt x="830961" y="4554951"/>
                  <a:pt x="835819" y="4558189"/>
                  <a:pt x="841058" y="4558189"/>
                </a:cubicBezTo>
                <a:cubicBezTo>
                  <a:pt x="842486" y="4558189"/>
                  <a:pt x="843820" y="4557998"/>
                  <a:pt x="845249" y="4557522"/>
                </a:cubicBezTo>
                <a:cubicBezTo>
                  <a:pt x="845629" y="4557427"/>
                  <a:pt x="845915" y="4557141"/>
                  <a:pt x="846296" y="4557046"/>
                </a:cubicBezTo>
                <a:lnTo>
                  <a:pt x="937832" y="4663345"/>
                </a:lnTo>
                <a:lnTo>
                  <a:pt x="937832" y="4714589"/>
                </a:lnTo>
                <a:lnTo>
                  <a:pt x="933069" y="4714589"/>
                </a:lnTo>
                <a:cubicBezTo>
                  <a:pt x="930307" y="4714589"/>
                  <a:pt x="928021" y="4716876"/>
                  <a:pt x="928021" y="4719638"/>
                </a:cubicBezTo>
                <a:lnTo>
                  <a:pt x="928021" y="4732496"/>
                </a:lnTo>
                <a:cubicBezTo>
                  <a:pt x="928021" y="4735259"/>
                  <a:pt x="930307" y="4737545"/>
                  <a:pt x="933069" y="4737545"/>
                </a:cubicBezTo>
                <a:lnTo>
                  <a:pt x="937832" y="4737545"/>
                </a:lnTo>
                <a:lnTo>
                  <a:pt x="937546" y="4816317"/>
                </a:lnTo>
                <a:lnTo>
                  <a:pt x="970407" y="4855179"/>
                </a:lnTo>
                <a:cubicBezTo>
                  <a:pt x="970407" y="4855179"/>
                  <a:pt x="970217" y="4855845"/>
                  <a:pt x="970217" y="4856226"/>
                </a:cubicBezTo>
                <a:lnTo>
                  <a:pt x="970217" y="4869180"/>
                </a:lnTo>
                <a:cubicBezTo>
                  <a:pt x="970217" y="4871943"/>
                  <a:pt x="972502" y="4874229"/>
                  <a:pt x="975265" y="4874229"/>
                </a:cubicBezTo>
                <a:lnTo>
                  <a:pt x="988219" y="4874229"/>
                </a:lnTo>
                <a:cubicBezTo>
                  <a:pt x="990981" y="4874229"/>
                  <a:pt x="993267" y="4871943"/>
                  <a:pt x="993267" y="4869180"/>
                </a:cubicBezTo>
                <a:lnTo>
                  <a:pt x="993267" y="4856226"/>
                </a:lnTo>
                <a:cubicBezTo>
                  <a:pt x="993267" y="4853464"/>
                  <a:pt x="990981" y="4851178"/>
                  <a:pt x="988219" y="4851178"/>
                </a:cubicBezTo>
                <a:lnTo>
                  <a:pt x="975265" y="4851178"/>
                </a:lnTo>
                <a:cubicBezTo>
                  <a:pt x="974693" y="4851178"/>
                  <a:pt x="974027" y="4851369"/>
                  <a:pt x="973550" y="4851559"/>
                </a:cubicBezTo>
                <a:lnTo>
                  <a:pt x="942308" y="4814602"/>
                </a:lnTo>
                <a:lnTo>
                  <a:pt x="942594" y="4737545"/>
                </a:lnTo>
                <a:lnTo>
                  <a:pt x="946023" y="4737545"/>
                </a:lnTo>
                <a:cubicBezTo>
                  <a:pt x="948785" y="4737545"/>
                  <a:pt x="951071" y="4735259"/>
                  <a:pt x="951071" y="4732496"/>
                </a:cubicBezTo>
                <a:lnTo>
                  <a:pt x="951071" y="4719638"/>
                </a:lnTo>
                <a:cubicBezTo>
                  <a:pt x="951071" y="4716876"/>
                  <a:pt x="948785" y="4714589"/>
                  <a:pt x="946023" y="4714589"/>
                </a:cubicBezTo>
                <a:lnTo>
                  <a:pt x="942594" y="4714589"/>
                </a:lnTo>
                <a:lnTo>
                  <a:pt x="942594" y="4661535"/>
                </a:lnTo>
                <a:lnTo>
                  <a:pt x="850106" y="4554188"/>
                </a:lnTo>
                <a:cubicBezTo>
                  <a:pt x="853250" y="4550855"/>
                  <a:pt x="854488" y="4545997"/>
                  <a:pt x="852869" y="4541330"/>
                </a:cubicBezTo>
                <a:close/>
                <a:moveTo>
                  <a:pt x="975360" y="4856036"/>
                </a:moveTo>
                <a:lnTo>
                  <a:pt x="988600" y="4856321"/>
                </a:lnTo>
                <a:lnTo>
                  <a:pt x="988600" y="4869276"/>
                </a:lnTo>
                <a:cubicBezTo>
                  <a:pt x="988600" y="4869276"/>
                  <a:pt x="988504" y="4869561"/>
                  <a:pt x="988314" y="4869561"/>
                </a:cubicBezTo>
                <a:lnTo>
                  <a:pt x="975074" y="4869276"/>
                </a:lnTo>
                <a:lnTo>
                  <a:pt x="975360" y="4856036"/>
                </a:lnTo>
                <a:close/>
                <a:moveTo>
                  <a:pt x="946404" y="4719638"/>
                </a:moveTo>
                <a:lnTo>
                  <a:pt x="946404" y="4732496"/>
                </a:lnTo>
                <a:cubicBezTo>
                  <a:pt x="946404" y="4732496"/>
                  <a:pt x="946309" y="4732782"/>
                  <a:pt x="946118" y="4732782"/>
                </a:cubicBezTo>
                <a:lnTo>
                  <a:pt x="932879" y="4732496"/>
                </a:lnTo>
                <a:lnTo>
                  <a:pt x="933164" y="4719257"/>
                </a:lnTo>
                <a:lnTo>
                  <a:pt x="946404" y="4719543"/>
                </a:lnTo>
                <a:close/>
                <a:moveTo>
                  <a:pt x="843629" y="4552950"/>
                </a:moveTo>
                <a:cubicBezTo>
                  <a:pt x="839534" y="4554474"/>
                  <a:pt x="835057" y="4552188"/>
                  <a:pt x="833628" y="4548093"/>
                </a:cubicBezTo>
                <a:cubicBezTo>
                  <a:pt x="832199" y="4543997"/>
                  <a:pt x="834390" y="4539520"/>
                  <a:pt x="838486" y="4538091"/>
                </a:cubicBezTo>
                <a:cubicBezTo>
                  <a:pt x="839343" y="4537805"/>
                  <a:pt x="840200" y="4537615"/>
                  <a:pt x="841058" y="4537615"/>
                </a:cubicBezTo>
                <a:cubicBezTo>
                  <a:pt x="844296" y="4537615"/>
                  <a:pt x="847344" y="4539615"/>
                  <a:pt x="848487" y="4542854"/>
                </a:cubicBezTo>
                <a:cubicBezTo>
                  <a:pt x="849916" y="4546949"/>
                  <a:pt x="847725" y="4551426"/>
                  <a:pt x="843629" y="4552855"/>
                </a:cubicBezTo>
                <a:close/>
                <a:moveTo>
                  <a:pt x="729234" y="4541044"/>
                </a:moveTo>
                <a:cubicBezTo>
                  <a:pt x="728091" y="4537901"/>
                  <a:pt x="725805" y="4535329"/>
                  <a:pt x="722757" y="4533805"/>
                </a:cubicBezTo>
                <a:cubicBezTo>
                  <a:pt x="719709" y="4532376"/>
                  <a:pt x="716280" y="4532186"/>
                  <a:pt x="713137" y="4533234"/>
                </a:cubicBezTo>
                <a:cubicBezTo>
                  <a:pt x="706565" y="4535520"/>
                  <a:pt x="703040" y="4542759"/>
                  <a:pt x="705422" y="4549331"/>
                </a:cubicBezTo>
                <a:cubicBezTo>
                  <a:pt x="707231" y="4554570"/>
                  <a:pt x="712184" y="4557808"/>
                  <a:pt x="717328" y="4557808"/>
                </a:cubicBezTo>
                <a:cubicBezTo>
                  <a:pt x="718661" y="4557808"/>
                  <a:pt x="720090" y="4557618"/>
                  <a:pt x="721519" y="4557141"/>
                </a:cubicBezTo>
                <a:cubicBezTo>
                  <a:pt x="722567" y="4556760"/>
                  <a:pt x="723424" y="4556094"/>
                  <a:pt x="724281" y="4555522"/>
                </a:cubicBezTo>
                <a:lnTo>
                  <a:pt x="855345" y="4707541"/>
                </a:lnTo>
                <a:lnTo>
                  <a:pt x="855345" y="4794028"/>
                </a:lnTo>
                <a:cubicBezTo>
                  <a:pt x="855345" y="4794028"/>
                  <a:pt x="850964" y="4794028"/>
                  <a:pt x="850964" y="4794028"/>
                </a:cubicBezTo>
                <a:cubicBezTo>
                  <a:pt x="848201" y="4794028"/>
                  <a:pt x="845915" y="4796314"/>
                  <a:pt x="845915" y="4799076"/>
                </a:cubicBezTo>
                <a:lnTo>
                  <a:pt x="845915" y="4812030"/>
                </a:lnTo>
                <a:cubicBezTo>
                  <a:pt x="845915" y="4814793"/>
                  <a:pt x="848201" y="4817079"/>
                  <a:pt x="850964" y="4817079"/>
                </a:cubicBezTo>
                <a:lnTo>
                  <a:pt x="863918" y="4817079"/>
                </a:lnTo>
                <a:cubicBezTo>
                  <a:pt x="866680" y="4817079"/>
                  <a:pt x="868966" y="4814793"/>
                  <a:pt x="868966" y="4812030"/>
                </a:cubicBezTo>
                <a:lnTo>
                  <a:pt x="868966" y="4799076"/>
                </a:lnTo>
                <a:cubicBezTo>
                  <a:pt x="868966" y="4796314"/>
                  <a:pt x="866680" y="4794028"/>
                  <a:pt x="863918" y="4794028"/>
                </a:cubicBezTo>
                <a:lnTo>
                  <a:pt x="860298" y="4794028"/>
                </a:lnTo>
                <a:lnTo>
                  <a:pt x="860298" y="4705731"/>
                </a:lnTo>
                <a:cubicBezTo>
                  <a:pt x="860298" y="4705731"/>
                  <a:pt x="727710" y="4552093"/>
                  <a:pt x="727710" y="4552093"/>
                </a:cubicBezTo>
                <a:cubicBezTo>
                  <a:pt x="727996" y="4551617"/>
                  <a:pt x="728472" y="4551236"/>
                  <a:pt x="728758" y="4550664"/>
                </a:cubicBezTo>
                <a:cubicBezTo>
                  <a:pt x="730187" y="4547616"/>
                  <a:pt x="730377" y="4544187"/>
                  <a:pt x="729329" y="4541044"/>
                </a:cubicBezTo>
                <a:close/>
                <a:moveTo>
                  <a:pt x="719900" y="4552569"/>
                </a:moveTo>
                <a:cubicBezTo>
                  <a:pt x="717899" y="4553236"/>
                  <a:pt x="715804" y="4553141"/>
                  <a:pt x="713899" y="4552188"/>
                </a:cubicBezTo>
                <a:cubicBezTo>
                  <a:pt x="711994" y="4551236"/>
                  <a:pt x="710565" y="4549712"/>
                  <a:pt x="709898" y="4547712"/>
                </a:cubicBezTo>
                <a:cubicBezTo>
                  <a:pt x="708470" y="4543616"/>
                  <a:pt x="710660" y="4539139"/>
                  <a:pt x="714756" y="4537710"/>
                </a:cubicBezTo>
                <a:cubicBezTo>
                  <a:pt x="715613" y="4537424"/>
                  <a:pt x="716471" y="4537234"/>
                  <a:pt x="717328" y="4537234"/>
                </a:cubicBezTo>
                <a:cubicBezTo>
                  <a:pt x="718471" y="4537234"/>
                  <a:pt x="719614" y="4537520"/>
                  <a:pt x="720757" y="4537996"/>
                </a:cubicBezTo>
                <a:cubicBezTo>
                  <a:pt x="722662" y="4538948"/>
                  <a:pt x="724091" y="4540472"/>
                  <a:pt x="724757" y="4542473"/>
                </a:cubicBezTo>
                <a:cubicBezTo>
                  <a:pt x="726186" y="4546569"/>
                  <a:pt x="723995" y="4551045"/>
                  <a:pt x="719900" y="4552474"/>
                </a:cubicBezTo>
                <a:close/>
                <a:moveTo>
                  <a:pt x="864108" y="4799076"/>
                </a:moveTo>
                <a:lnTo>
                  <a:pt x="864108" y="4812030"/>
                </a:lnTo>
                <a:cubicBezTo>
                  <a:pt x="864108" y="4812030"/>
                  <a:pt x="863918" y="4812316"/>
                  <a:pt x="863822" y="4812316"/>
                </a:cubicBezTo>
                <a:lnTo>
                  <a:pt x="850583" y="4812030"/>
                </a:lnTo>
                <a:lnTo>
                  <a:pt x="850868" y="4798790"/>
                </a:lnTo>
                <a:lnTo>
                  <a:pt x="864108" y="4799076"/>
                </a:lnTo>
                <a:close/>
                <a:moveTo>
                  <a:pt x="559975" y="4438650"/>
                </a:moveTo>
                <a:lnTo>
                  <a:pt x="566738" y="4432745"/>
                </a:lnTo>
                <a:lnTo>
                  <a:pt x="571500" y="4438079"/>
                </a:lnTo>
                <a:lnTo>
                  <a:pt x="564737" y="4443984"/>
                </a:lnTo>
                <a:lnTo>
                  <a:pt x="559975" y="4438650"/>
                </a:lnTo>
                <a:close/>
                <a:moveTo>
                  <a:pt x="1241298" y="34100"/>
                </a:moveTo>
                <a:lnTo>
                  <a:pt x="1252252" y="45434"/>
                </a:lnTo>
                <a:lnTo>
                  <a:pt x="1252252" y="127826"/>
                </a:lnTo>
                <a:cubicBezTo>
                  <a:pt x="1246346" y="128969"/>
                  <a:pt x="1241774" y="133922"/>
                  <a:pt x="1241774" y="140208"/>
                </a:cubicBezTo>
                <a:cubicBezTo>
                  <a:pt x="1241774" y="147257"/>
                  <a:pt x="1247489" y="153067"/>
                  <a:pt x="1254633" y="153067"/>
                </a:cubicBezTo>
                <a:cubicBezTo>
                  <a:pt x="1261777" y="153067"/>
                  <a:pt x="1267492" y="147352"/>
                  <a:pt x="1267492" y="140208"/>
                </a:cubicBezTo>
                <a:cubicBezTo>
                  <a:pt x="1267492" y="134017"/>
                  <a:pt x="1262920" y="128969"/>
                  <a:pt x="1257014" y="127826"/>
                </a:cubicBezTo>
                <a:lnTo>
                  <a:pt x="1257014" y="43434"/>
                </a:lnTo>
                <a:lnTo>
                  <a:pt x="1246061" y="32099"/>
                </a:lnTo>
                <a:lnTo>
                  <a:pt x="1246061" y="95"/>
                </a:lnTo>
                <a:lnTo>
                  <a:pt x="1241298" y="95"/>
                </a:lnTo>
                <a:lnTo>
                  <a:pt x="1241298" y="34100"/>
                </a:lnTo>
                <a:close/>
                <a:moveTo>
                  <a:pt x="1262729" y="140113"/>
                </a:moveTo>
                <a:cubicBezTo>
                  <a:pt x="1262729" y="144590"/>
                  <a:pt x="1259110" y="148209"/>
                  <a:pt x="1254633" y="148209"/>
                </a:cubicBezTo>
                <a:cubicBezTo>
                  <a:pt x="1250156" y="148209"/>
                  <a:pt x="1246537" y="144590"/>
                  <a:pt x="1246537" y="140113"/>
                </a:cubicBezTo>
                <a:cubicBezTo>
                  <a:pt x="1246537" y="135636"/>
                  <a:pt x="1250156" y="132017"/>
                  <a:pt x="1254633" y="132017"/>
                </a:cubicBezTo>
                <a:cubicBezTo>
                  <a:pt x="1259110" y="132017"/>
                  <a:pt x="1262729" y="135636"/>
                  <a:pt x="1262729" y="140113"/>
                </a:cubicBezTo>
                <a:close/>
                <a:moveTo>
                  <a:pt x="573405" y="4426744"/>
                </a:moveTo>
                <a:lnTo>
                  <a:pt x="580168" y="4420838"/>
                </a:lnTo>
                <a:lnTo>
                  <a:pt x="584930" y="4426172"/>
                </a:lnTo>
                <a:lnTo>
                  <a:pt x="578168" y="4432078"/>
                </a:lnTo>
                <a:lnTo>
                  <a:pt x="573405" y="4426744"/>
                </a:lnTo>
                <a:close/>
                <a:moveTo>
                  <a:pt x="644938" y="4510278"/>
                </a:moveTo>
                <a:cubicBezTo>
                  <a:pt x="643033" y="4504944"/>
                  <a:pt x="637223" y="4502087"/>
                  <a:pt x="631889" y="4503992"/>
                </a:cubicBezTo>
                <a:cubicBezTo>
                  <a:pt x="626554" y="4505897"/>
                  <a:pt x="623697" y="4511707"/>
                  <a:pt x="625602" y="4517041"/>
                </a:cubicBezTo>
                <a:cubicBezTo>
                  <a:pt x="627507" y="4522375"/>
                  <a:pt x="633317" y="4525232"/>
                  <a:pt x="638651" y="4523328"/>
                </a:cubicBezTo>
                <a:cubicBezTo>
                  <a:pt x="639223" y="4523137"/>
                  <a:pt x="639604" y="4522756"/>
                  <a:pt x="640080" y="4522470"/>
                </a:cubicBezTo>
                <a:lnTo>
                  <a:pt x="809339" y="4718685"/>
                </a:lnTo>
                <a:lnTo>
                  <a:pt x="809339" y="4806792"/>
                </a:lnTo>
                <a:lnTo>
                  <a:pt x="855154" y="4857560"/>
                </a:lnTo>
                <a:lnTo>
                  <a:pt x="868680" y="4857560"/>
                </a:lnTo>
                <a:lnTo>
                  <a:pt x="868680" y="4861846"/>
                </a:lnTo>
                <a:cubicBezTo>
                  <a:pt x="868680" y="4864608"/>
                  <a:pt x="870966" y="4866894"/>
                  <a:pt x="873728" y="4866894"/>
                </a:cubicBezTo>
                <a:lnTo>
                  <a:pt x="886682" y="4866894"/>
                </a:lnTo>
                <a:cubicBezTo>
                  <a:pt x="889445" y="4866894"/>
                  <a:pt x="891731" y="4864608"/>
                  <a:pt x="891731" y="4861846"/>
                </a:cubicBezTo>
                <a:lnTo>
                  <a:pt x="891731" y="4848892"/>
                </a:lnTo>
                <a:cubicBezTo>
                  <a:pt x="891731" y="4846130"/>
                  <a:pt x="889445" y="4843844"/>
                  <a:pt x="886682" y="4843844"/>
                </a:cubicBezTo>
                <a:lnTo>
                  <a:pt x="873728" y="4843844"/>
                </a:lnTo>
                <a:cubicBezTo>
                  <a:pt x="870966" y="4843844"/>
                  <a:pt x="868680" y="4846130"/>
                  <a:pt x="868680" y="4848892"/>
                </a:cubicBezTo>
                <a:lnTo>
                  <a:pt x="868680" y="4852797"/>
                </a:lnTo>
                <a:lnTo>
                  <a:pt x="857250" y="4852797"/>
                </a:lnTo>
                <a:lnTo>
                  <a:pt x="814102" y="4804982"/>
                </a:lnTo>
                <a:lnTo>
                  <a:pt x="814102" y="4716971"/>
                </a:lnTo>
                <a:lnTo>
                  <a:pt x="643604" y="4519327"/>
                </a:lnTo>
                <a:cubicBezTo>
                  <a:pt x="645319" y="4516755"/>
                  <a:pt x="645986" y="4513517"/>
                  <a:pt x="644938" y="4510278"/>
                </a:cubicBezTo>
                <a:close/>
                <a:moveTo>
                  <a:pt x="873824" y="4848511"/>
                </a:moveTo>
                <a:lnTo>
                  <a:pt x="887063" y="4848797"/>
                </a:lnTo>
                <a:lnTo>
                  <a:pt x="887063" y="4861751"/>
                </a:lnTo>
                <a:cubicBezTo>
                  <a:pt x="887063" y="4861751"/>
                  <a:pt x="886873" y="4862037"/>
                  <a:pt x="886777" y="4862037"/>
                </a:cubicBezTo>
                <a:lnTo>
                  <a:pt x="873538" y="4861751"/>
                </a:lnTo>
                <a:lnTo>
                  <a:pt x="873824" y="4848511"/>
                </a:lnTo>
                <a:close/>
                <a:moveTo>
                  <a:pt x="553307" y="4444556"/>
                </a:moveTo>
                <a:lnTo>
                  <a:pt x="551402" y="4446175"/>
                </a:lnTo>
                <a:cubicBezTo>
                  <a:pt x="549783" y="4445032"/>
                  <a:pt x="547973" y="4444270"/>
                  <a:pt x="545878" y="4444270"/>
                </a:cubicBezTo>
                <a:cubicBezTo>
                  <a:pt x="540449" y="4444270"/>
                  <a:pt x="536067" y="4448652"/>
                  <a:pt x="536067" y="4454081"/>
                </a:cubicBezTo>
                <a:cubicBezTo>
                  <a:pt x="536067" y="4459510"/>
                  <a:pt x="540449" y="4463796"/>
                  <a:pt x="545878" y="4463796"/>
                </a:cubicBezTo>
                <a:cubicBezTo>
                  <a:pt x="551307" y="4463796"/>
                  <a:pt x="555593" y="4459415"/>
                  <a:pt x="555593" y="4454081"/>
                </a:cubicBezTo>
                <a:cubicBezTo>
                  <a:pt x="555593" y="4453414"/>
                  <a:pt x="555308" y="4452938"/>
                  <a:pt x="555212" y="4452271"/>
                </a:cubicBezTo>
                <a:lnTo>
                  <a:pt x="557879" y="4449890"/>
                </a:lnTo>
                <a:lnTo>
                  <a:pt x="553117" y="4444556"/>
                </a:lnTo>
                <a:close/>
                <a:moveTo>
                  <a:pt x="545878" y="4459034"/>
                </a:moveTo>
                <a:cubicBezTo>
                  <a:pt x="543116" y="4459034"/>
                  <a:pt x="540830" y="4456748"/>
                  <a:pt x="540830" y="4454081"/>
                </a:cubicBezTo>
                <a:cubicBezTo>
                  <a:pt x="540830" y="4451414"/>
                  <a:pt x="543116" y="4449032"/>
                  <a:pt x="545878" y="4449032"/>
                </a:cubicBezTo>
                <a:cubicBezTo>
                  <a:pt x="548640" y="4449032"/>
                  <a:pt x="550831" y="4451319"/>
                  <a:pt x="550831" y="4454081"/>
                </a:cubicBezTo>
                <a:cubicBezTo>
                  <a:pt x="550831" y="4456843"/>
                  <a:pt x="548545" y="4459034"/>
                  <a:pt x="545878" y="4459034"/>
                </a:cubicBezTo>
                <a:close/>
                <a:moveTo>
                  <a:pt x="1526857" y="2124266"/>
                </a:moveTo>
                <a:cubicBezTo>
                  <a:pt x="1528572" y="2122551"/>
                  <a:pt x="1531239" y="2122551"/>
                  <a:pt x="1532953" y="2124266"/>
                </a:cubicBezTo>
                <a:cubicBezTo>
                  <a:pt x="1534668" y="2125980"/>
                  <a:pt x="1534668" y="2128647"/>
                  <a:pt x="1532953" y="2130362"/>
                </a:cubicBezTo>
                <a:cubicBezTo>
                  <a:pt x="1531239" y="2132076"/>
                  <a:pt x="1528572" y="2132076"/>
                  <a:pt x="1526857" y="2130362"/>
                </a:cubicBezTo>
                <a:cubicBezTo>
                  <a:pt x="1525143" y="2128647"/>
                  <a:pt x="1525143" y="2125980"/>
                  <a:pt x="1526857" y="2124266"/>
                </a:cubicBezTo>
                <a:close/>
                <a:moveTo>
                  <a:pt x="1453134" y="45625"/>
                </a:moveTo>
                <a:lnTo>
                  <a:pt x="1453134" y="95"/>
                </a:lnTo>
                <a:lnTo>
                  <a:pt x="1448372" y="95"/>
                </a:lnTo>
                <a:lnTo>
                  <a:pt x="1448372" y="43720"/>
                </a:lnTo>
                <a:lnTo>
                  <a:pt x="1437418" y="55055"/>
                </a:lnTo>
                <a:lnTo>
                  <a:pt x="1437418" y="131540"/>
                </a:lnTo>
                <a:cubicBezTo>
                  <a:pt x="1431131" y="132683"/>
                  <a:pt x="1426369" y="138113"/>
                  <a:pt x="1426369" y="144780"/>
                </a:cubicBezTo>
                <a:cubicBezTo>
                  <a:pt x="1426369" y="152210"/>
                  <a:pt x="1432370" y="158210"/>
                  <a:pt x="1439799" y="158210"/>
                </a:cubicBezTo>
                <a:cubicBezTo>
                  <a:pt x="1447228" y="158210"/>
                  <a:pt x="1453229" y="152210"/>
                  <a:pt x="1453229" y="144780"/>
                </a:cubicBezTo>
                <a:cubicBezTo>
                  <a:pt x="1453229" y="138208"/>
                  <a:pt x="1448467" y="132683"/>
                  <a:pt x="1442180" y="131540"/>
                </a:cubicBezTo>
                <a:lnTo>
                  <a:pt x="1442180" y="57055"/>
                </a:lnTo>
                <a:lnTo>
                  <a:pt x="1453134" y="45720"/>
                </a:lnTo>
                <a:close/>
                <a:moveTo>
                  <a:pt x="1448467" y="144685"/>
                </a:moveTo>
                <a:cubicBezTo>
                  <a:pt x="1448467" y="149447"/>
                  <a:pt x="1444562" y="153353"/>
                  <a:pt x="1439799" y="153353"/>
                </a:cubicBezTo>
                <a:cubicBezTo>
                  <a:pt x="1435037" y="153353"/>
                  <a:pt x="1431131" y="149447"/>
                  <a:pt x="1431131" y="144685"/>
                </a:cubicBezTo>
                <a:cubicBezTo>
                  <a:pt x="1431131" y="139922"/>
                  <a:pt x="1435037" y="136017"/>
                  <a:pt x="1439799" y="136017"/>
                </a:cubicBezTo>
                <a:cubicBezTo>
                  <a:pt x="1444562" y="136017"/>
                  <a:pt x="1448467" y="139922"/>
                  <a:pt x="1448467" y="144685"/>
                </a:cubicBezTo>
                <a:close/>
                <a:moveTo>
                  <a:pt x="1215676" y="4842891"/>
                </a:moveTo>
                <a:lnTo>
                  <a:pt x="1215676" y="4833938"/>
                </a:lnTo>
                <a:cubicBezTo>
                  <a:pt x="1215676" y="4832414"/>
                  <a:pt x="1216914" y="4831271"/>
                  <a:pt x="1218343" y="4831271"/>
                </a:cubicBezTo>
                <a:lnTo>
                  <a:pt x="1227296" y="4831271"/>
                </a:lnTo>
                <a:cubicBezTo>
                  <a:pt x="1228820" y="4831271"/>
                  <a:pt x="1229963" y="4832509"/>
                  <a:pt x="1229963" y="4833938"/>
                </a:cubicBezTo>
                <a:lnTo>
                  <a:pt x="1229963" y="4842891"/>
                </a:lnTo>
                <a:cubicBezTo>
                  <a:pt x="1229963" y="4844415"/>
                  <a:pt x="1228725" y="4845558"/>
                  <a:pt x="1227296" y="4845558"/>
                </a:cubicBezTo>
                <a:lnTo>
                  <a:pt x="1218343" y="4845558"/>
                </a:lnTo>
                <a:cubicBezTo>
                  <a:pt x="1216819" y="4845558"/>
                  <a:pt x="1215676" y="4844320"/>
                  <a:pt x="1215676" y="4842891"/>
                </a:cubicBezTo>
                <a:close/>
                <a:moveTo>
                  <a:pt x="1237583" y="4640295"/>
                </a:moveTo>
                <a:cubicBezTo>
                  <a:pt x="1235678" y="4634961"/>
                  <a:pt x="1229868" y="4632103"/>
                  <a:pt x="1224534" y="4634008"/>
                </a:cubicBezTo>
                <a:cubicBezTo>
                  <a:pt x="1219200" y="4635913"/>
                  <a:pt x="1216343" y="4641723"/>
                  <a:pt x="1218248" y="4647057"/>
                </a:cubicBezTo>
                <a:cubicBezTo>
                  <a:pt x="1220153" y="4652391"/>
                  <a:pt x="1225963" y="4655249"/>
                  <a:pt x="1231297" y="4653344"/>
                </a:cubicBezTo>
                <a:cubicBezTo>
                  <a:pt x="1231678" y="4653248"/>
                  <a:pt x="1231964" y="4652868"/>
                  <a:pt x="1232345" y="4652677"/>
                </a:cubicBezTo>
                <a:lnTo>
                  <a:pt x="1269492" y="4698683"/>
                </a:lnTo>
                <a:lnTo>
                  <a:pt x="1269492" y="4858512"/>
                </a:lnTo>
                <a:cubicBezTo>
                  <a:pt x="1269492" y="4858512"/>
                  <a:pt x="1282160" y="4872323"/>
                  <a:pt x="1282160" y="4872323"/>
                </a:cubicBezTo>
                <a:lnTo>
                  <a:pt x="1307306" y="4872323"/>
                </a:lnTo>
                <a:lnTo>
                  <a:pt x="1319117" y="4856512"/>
                </a:lnTo>
                <a:lnTo>
                  <a:pt x="1319689" y="4756785"/>
                </a:lnTo>
                <a:lnTo>
                  <a:pt x="1339596" y="4732306"/>
                </a:lnTo>
                <a:cubicBezTo>
                  <a:pt x="1340168" y="4732592"/>
                  <a:pt x="1340739" y="4733163"/>
                  <a:pt x="1341406" y="4733354"/>
                </a:cubicBezTo>
                <a:cubicBezTo>
                  <a:pt x="1342739" y="4733830"/>
                  <a:pt x="1344168" y="4734020"/>
                  <a:pt x="1345597" y="4734020"/>
                </a:cubicBezTo>
                <a:cubicBezTo>
                  <a:pt x="1350836" y="4734020"/>
                  <a:pt x="1355693" y="4730782"/>
                  <a:pt x="1357503" y="4725543"/>
                </a:cubicBezTo>
                <a:cubicBezTo>
                  <a:pt x="1358646" y="4722400"/>
                  <a:pt x="1358456" y="4718971"/>
                  <a:pt x="1356932" y="4715923"/>
                </a:cubicBezTo>
                <a:cubicBezTo>
                  <a:pt x="1355503" y="4712875"/>
                  <a:pt x="1352931" y="4710589"/>
                  <a:pt x="1349693" y="4709446"/>
                </a:cubicBezTo>
                <a:cubicBezTo>
                  <a:pt x="1346454" y="4708303"/>
                  <a:pt x="1343120" y="4708494"/>
                  <a:pt x="1340072" y="4710018"/>
                </a:cubicBezTo>
                <a:cubicBezTo>
                  <a:pt x="1337024" y="4711446"/>
                  <a:pt x="1334738" y="4714018"/>
                  <a:pt x="1333595" y="4717256"/>
                </a:cubicBezTo>
                <a:cubicBezTo>
                  <a:pt x="1332452" y="4720400"/>
                  <a:pt x="1332643" y="4723829"/>
                  <a:pt x="1334167" y="4726877"/>
                </a:cubicBezTo>
                <a:cubicBezTo>
                  <a:pt x="1334643" y="4727829"/>
                  <a:pt x="1335310" y="4728496"/>
                  <a:pt x="1335977" y="4729258"/>
                </a:cubicBezTo>
                <a:lnTo>
                  <a:pt x="1315022" y="4755071"/>
                </a:lnTo>
                <a:lnTo>
                  <a:pt x="1314450" y="4854893"/>
                </a:lnTo>
                <a:lnTo>
                  <a:pt x="1305020" y="4867561"/>
                </a:lnTo>
                <a:lnTo>
                  <a:pt x="1284256" y="4867561"/>
                </a:lnTo>
                <a:lnTo>
                  <a:pt x="1274159" y="4856607"/>
                </a:lnTo>
                <a:lnTo>
                  <a:pt x="1274159" y="4696968"/>
                </a:lnTo>
                <a:cubicBezTo>
                  <a:pt x="1274159" y="4696968"/>
                  <a:pt x="1236059" y="4649629"/>
                  <a:pt x="1236059" y="4649629"/>
                </a:cubicBezTo>
                <a:cubicBezTo>
                  <a:pt x="1237964" y="4646962"/>
                  <a:pt x="1238822" y="4643628"/>
                  <a:pt x="1237678" y="4640295"/>
                </a:cubicBezTo>
                <a:close/>
                <a:moveTo>
                  <a:pt x="1338167" y="4718876"/>
                </a:moveTo>
                <a:cubicBezTo>
                  <a:pt x="1338834" y="4716876"/>
                  <a:pt x="1340263" y="4715256"/>
                  <a:pt x="1342168" y="4714399"/>
                </a:cubicBezTo>
                <a:cubicBezTo>
                  <a:pt x="1343216" y="4713923"/>
                  <a:pt x="1344359" y="4713637"/>
                  <a:pt x="1345597" y="4713637"/>
                </a:cubicBezTo>
                <a:cubicBezTo>
                  <a:pt x="1346454" y="4713637"/>
                  <a:pt x="1347311" y="4713828"/>
                  <a:pt x="1348169" y="4714113"/>
                </a:cubicBezTo>
                <a:cubicBezTo>
                  <a:pt x="1352264" y="4715542"/>
                  <a:pt x="1354455" y="4720019"/>
                  <a:pt x="1353026" y="4724114"/>
                </a:cubicBezTo>
                <a:cubicBezTo>
                  <a:pt x="1351598" y="4728210"/>
                  <a:pt x="1347121" y="4730401"/>
                  <a:pt x="1343025" y="4728972"/>
                </a:cubicBezTo>
                <a:cubicBezTo>
                  <a:pt x="1338929" y="4727544"/>
                  <a:pt x="1336739" y="4723067"/>
                  <a:pt x="1338167" y="4718971"/>
                </a:cubicBezTo>
                <a:close/>
                <a:moveTo>
                  <a:pt x="1189863" y="4640866"/>
                </a:moveTo>
                <a:cubicBezTo>
                  <a:pt x="1187577" y="4634294"/>
                  <a:pt x="1180338" y="4630865"/>
                  <a:pt x="1173766" y="4633151"/>
                </a:cubicBezTo>
                <a:cubicBezTo>
                  <a:pt x="1167194" y="4635437"/>
                  <a:pt x="1163669" y="4642676"/>
                  <a:pt x="1166051" y="4649248"/>
                </a:cubicBezTo>
                <a:cubicBezTo>
                  <a:pt x="1167860" y="4654487"/>
                  <a:pt x="1172813" y="4657725"/>
                  <a:pt x="1177957" y="4657725"/>
                </a:cubicBezTo>
                <a:cubicBezTo>
                  <a:pt x="1179386" y="4657725"/>
                  <a:pt x="1180719" y="4657535"/>
                  <a:pt x="1182148" y="4657059"/>
                </a:cubicBezTo>
                <a:cubicBezTo>
                  <a:pt x="1182815" y="4656773"/>
                  <a:pt x="1183481" y="4656487"/>
                  <a:pt x="1184053" y="4656106"/>
                </a:cubicBezTo>
                <a:lnTo>
                  <a:pt x="1219867" y="4699445"/>
                </a:lnTo>
                <a:lnTo>
                  <a:pt x="1220153" y="4824032"/>
                </a:lnTo>
                <a:lnTo>
                  <a:pt x="1213866" y="4824032"/>
                </a:lnTo>
                <a:cubicBezTo>
                  <a:pt x="1211104" y="4824032"/>
                  <a:pt x="1208818" y="4826318"/>
                  <a:pt x="1208818" y="4829080"/>
                </a:cubicBezTo>
                <a:lnTo>
                  <a:pt x="1208818" y="4847463"/>
                </a:lnTo>
                <a:cubicBezTo>
                  <a:pt x="1208818" y="4850226"/>
                  <a:pt x="1211104" y="4852512"/>
                  <a:pt x="1213866" y="4852512"/>
                </a:cubicBezTo>
                <a:lnTo>
                  <a:pt x="1232249" y="4852512"/>
                </a:lnTo>
                <a:cubicBezTo>
                  <a:pt x="1235012" y="4852512"/>
                  <a:pt x="1237298" y="4850226"/>
                  <a:pt x="1237298" y="4847463"/>
                </a:cubicBezTo>
                <a:lnTo>
                  <a:pt x="1237298" y="4829080"/>
                </a:lnTo>
                <a:cubicBezTo>
                  <a:pt x="1237298" y="4826318"/>
                  <a:pt x="1235012" y="4824032"/>
                  <a:pt x="1232249" y="4824032"/>
                </a:cubicBezTo>
                <a:lnTo>
                  <a:pt x="1225010" y="4824032"/>
                </a:lnTo>
                <a:lnTo>
                  <a:pt x="1224725" y="4698587"/>
                </a:lnTo>
                <a:lnTo>
                  <a:pt x="1224725" y="4697730"/>
                </a:lnTo>
                <a:lnTo>
                  <a:pt x="1187768" y="4653058"/>
                </a:lnTo>
                <a:cubicBezTo>
                  <a:pt x="1190435" y="4649724"/>
                  <a:pt x="1191482" y="4645247"/>
                  <a:pt x="1189958" y="4640866"/>
                </a:cubicBezTo>
                <a:close/>
                <a:moveTo>
                  <a:pt x="1185005" y="4648486"/>
                </a:moveTo>
                <a:cubicBezTo>
                  <a:pt x="1184053" y="4650391"/>
                  <a:pt x="1182529" y="4651820"/>
                  <a:pt x="1180529" y="4652487"/>
                </a:cubicBezTo>
                <a:cubicBezTo>
                  <a:pt x="1176433" y="4653915"/>
                  <a:pt x="1171956" y="4651724"/>
                  <a:pt x="1170527" y="4647629"/>
                </a:cubicBezTo>
                <a:cubicBezTo>
                  <a:pt x="1169099" y="4643533"/>
                  <a:pt x="1171289" y="4639056"/>
                  <a:pt x="1175385" y="4637628"/>
                </a:cubicBezTo>
                <a:cubicBezTo>
                  <a:pt x="1176242" y="4637342"/>
                  <a:pt x="1177100" y="4637151"/>
                  <a:pt x="1177957" y="4637151"/>
                </a:cubicBezTo>
                <a:cubicBezTo>
                  <a:pt x="1181195" y="4637151"/>
                  <a:pt x="1184243" y="4639152"/>
                  <a:pt x="1185386" y="4642390"/>
                </a:cubicBezTo>
                <a:cubicBezTo>
                  <a:pt x="1186053" y="4644390"/>
                  <a:pt x="1185958" y="4646486"/>
                  <a:pt x="1185005" y="4648391"/>
                </a:cubicBezTo>
                <a:close/>
                <a:moveTo>
                  <a:pt x="1232630" y="4829080"/>
                </a:moveTo>
                <a:lnTo>
                  <a:pt x="1232630" y="4847463"/>
                </a:lnTo>
                <a:cubicBezTo>
                  <a:pt x="1232630" y="4847463"/>
                  <a:pt x="1232440" y="4847749"/>
                  <a:pt x="1232345" y="4847749"/>
                </a:cubicBezTo>
                <a:lnTo>
                  <a:pt x="1213676" y="4847463"/>
                </a:lnTo>
                <a:lnTo>
                  <a:pt x="1213961" y="4828794"/>
                </a:lnTo>
                <a:lnTo>
                  <a:pt x="1232630" y="4829080"/>
                </a:lnTo>
                <a:close/>
                <a:moveTo>
                  <a:pt x="1552575" y="10478"/>
                </a:moveTo>
                <a:lnTo>
                  <a:pt x="1563529" y="21812"/>
                </a:lnTo>
                <a:lnTo>
                  <a:pt x="1563529" y="104299"/>
                </a:lnTo>
                <a:cubicBezTo>
                  <a:pt x="1558671" y="105442"/>
                  <a:pt x="1554861" y="109633"/>
                  <a:pt x="1554861" y="114872"/>
                </a:cubicBezTo>
                <a:cubicBezTo>
                  <a:pt x="1554861" y="120967"/>
                  <a:pt x="1559814" y="125921"/>
                  <a:pt x="1565910" y="125921"/>
                </a:cubicBezTo>
                <a:cubicBezTo>
                  <a:pt x="1572006" y="125921"/>
                  <a:pt x="1576959" y="120967"/>
                  <a:pt x="1576959" y="114872"/>
                </a:cubicBezTo>
                <a:cubicBezTo>
                  <a:pt x="1576959" y="109633"/>
                  <a:pt x="1573244" y="105442"/>
                  <a:pt x="1568291" y="104299"/>
                </a:cubicBezTo>
                <a:lnTo>
                  <a:pt x="1568291" y="19812"/>
                </a:lnTo>
                <a:lnTo>
                  <a:pt x="1557338" y="8477"/>
                </a:lnTo>
                <a:lnTo>
                  <a:pt x="1557338" y="95"/>
                </a:lnTo>
                <a:lnTo>
                  <a:pt x="1552575" y="95"/>
                </a:lnTo>
                <a:lnTo>
                  <a:pt x="1552575" y="10478"/>
                </a:lnTo>
                <a:close/>
                <a:moveTo>
                  <a:pt x="1572197" y="114776"/>
                </a:moveTo>
                <a:cubicBezTo>
                  <a:pt x="1572197" y="118205"/>
                  <a:pt x="1569339" y="121063"/>
                  <a:pt x="1565910" y="121063"/>
                </a:cubicBezTo>
                <a:cubicBezTo>
                  <a:pt x="1562481" y="121063"/>
                  <a:pt x="1559624" y="118205"/>
                  <a:pt x="1559624" y="114776"/>
                </a:cubicBezTo>
                <a:cubicBezTo>
                  <a:pt x="1559624" y="111347"/>
                  <a:pt x="1562386" y="108490"/>
                  <a:pt x="1565910" y="108490"/>
                </a:cubicBezTo>
                <a:cubicBezTo>
                  <a:pt x="1569434" y="108490"/>
                  <a:pt x="1572197" y="111252"/>
                  <a:pt x="1572197" y="114776"/>
                </a:cubicBezTo>
                <a:close/>
                <a:moveTo>
                  <a:pt x="909542" y="4542187"/>
                </a:moveTo>
                <a:cubicBezTo>
                  <a:pt x="907637" y="4536853"/>
                  <a:pt x="901827" y="4533995"/>
                  <a:pt x="896493" y="4535901"/>
                </a:cubicBezTo>
                <a:cubicBezTo>
                  <a:pt x="891159" y="4537805"/>
                  <a:pt x="888302" y="4543616"/>
                  <a:pt x="890207" y="4548950"/>
                </a:cubicBezTo>
                <a:cubicBezTo>
                  <a:pt x="892112" y="4554284"/>
                  <a:pt x="897922" y="4557141"/>
                  <a:pt x="903256" y="4555236"/>
                </a:cubicBezTo>
                <a:cubicBezTo>
                  <a:pt x="904018" y="4554951"/>
                  <a:pt x="904494" y="4554474"/>
                  <a:pt x="905161" y="4554093"/>
                </a:cubicBezTo>
                <a:lnTo>
                  <a:pt x="976884" y="4636580"/>
                </a:lnTo>
                <a:lnTo>
                  <a:pt x="976884" y="4672965"/>
                </a:lnTo>
                <a:lnTo>
                  <a:pt x="972502" y="4672965"/>
                </a:lnTo>
                <a:cubicBezTo>
                  <a:pt x="969740" y="4672965"/>
                  <a:pt x="967454" y="4675251"/>
                  <a:pt x="967454" y="4678013"/>
                </a:cubicBezTo>
                <a:lnTo>
                  <a:pt x="967454" y="4690968"/>
                </a:lnTo>
                <a:cubicBezTo>
                  <a:pt x="967454" y="4693730"/>
                  <a:pt x="969740" y="4696016"/>
                  <a:pt x="972502" y="4696016"/>
                </a:cubicBezTo>
                <a:lnTo>
                  <a:pt x="976598" y="4696016"/>
                </a:lnTo>
                <a:lnTo>
                  <a:pt x="975551" y="4800029"/>
                </a:lnTo>
                <a:lnTo>
                  <a:pt x="1015937" y="4847844"/>
                </a:lnTo>
                <a:cubicBezTo>
                  <a:pt x="1014222" y="4849940"/>
                  <a:pt x="1012984" y="4852512"/>
                  <a:pt x="1012984" y="4855464"/>
                </a:cubicBezTo>
                <a:cubicBezTo>
                  <a:pt x="1012984" y="4862132"/>
                  <a:pt x="1018413" y="4867561"/>
                  <a:pt x="1025081" y="4867561"/>
                </a:cubicBezTo>
                <a:cubicBezTo>
                  <a:pt x="1031748" y="4867561"/>
                  <a:pt x="1037177" y="4862132"/>
                  <a:pt x="1037177" y="4855464"/>
                </a:cubicBezTo>
                <a:cubicBezTo>
                  <a:pt x="1037177" y="4848797"/>
                  <a:pt x="1031748" y="4843368"/>
                  <a:pt x="1025081" y="4843368"/>
                </a:cubicBezTo>
                <a:cubicBezTo>
                  <a:pt x="1023080" y="4843368"/>
                  <a:pt x="1021175" y="4844034"/>
                  <a:pt x="1019556" y="4844892"/>
                </a:cubicBezTo>
                <a:lnTo>
                  <a:pt x="980218" y="4798410"/>
                </a:lnTo>
                <a:lnTo>
                  <a:pt x="981266" y="4696111"/>
                </a:lnTo>
                <a:lnTo>
                  <a:pt x="985266" y="4696111"/>
                </a:lnTo>
                <a:cubicBezTo>
                  <a:pt x="988028" y="4696111"/>
                  <a:pt x="990314" y="4693825"/>
                  <a:pt x="990314" y="4691063"/>
                </a:cubicBezTo>
                <a:lnTo>
                  <a:pt x="990314" y="4678109"/>
                </a:lnTo>
                <a:cubicBezTo>
                  <a:pt x="990314" y="4675346"/>
                  <a:pt x="988028" y="4673061"/>
                  <a:pt x="985266" y="4673061"/>
                </a:cubicBezTo>
                <a:lnTo>
                  <a:pt x="981551" y="4673061"/>
                </a:lnTo>
                <a:lnTo>
                  <a:pt x="981551" y="4634961"/>
                </a:lnTo>
                <a:lnTo>
                  <a:pt x="908399" y="4550855"/>
                </a:lnTo>
                <a:cubicBezTo>
                  <a:pt x="909923" y="4548283"/>
                  <a:pt x="910495" y="4545235"/>
                  <a:pt x="909447" y="4542282"/>
                </a:cubicBezTo>
                <a:close/>
                <a:moveTo>
                  <a:pt x="1025271" y="4848035"/>
                </a:moveTo>
                <a:cubicBezTo>
                  <a:pt x="1029367" y="4848035"/>
                  <a:pt x="1032605" y="4851369"/>
                  <a:pt x="1032605" y="4855369"/>
                </a:cubicBezTo>
                <a:cubicBezTo>
                  <a:pt x="1032605" y="4859370"/>
                  <a:pt x="1029272" y="4862703"/>
                  <a:pt x="1025271" y="4862703"/>
                </a:cubicBezTo>
                <a:cubicBezTo>
                  <a:pt x="1021271" y="4862703"/>
                  <a:pt x="1017937" y="4859370"/>
                  <a:pt x="1017937" y="4855369"/>
                </a:cubicBezTo>
                <a:cubicBezTo>
                  <a:pt x="1017937" y="4851369"/>
                  <a:pt x="1021271" y="4848035"/>
                  <a:pt x="1025271" y="4848035"/>
                </a:cubicBezTo>
                <a:close/>
                <a:moveTo>
                  <a:pt x="985742" y="4678013"/>
                </a:moveTo>
                <a:lnTo>
                  <a:pt x="985742" y="4690968"/>
                </a:lnTo>
                <a:cubicBezTo>
                  <a:pt x="985742" y="4690968"/>
                  <a:pt x="985552" y="4691253"/>
                  <a:pt x="985457" y="4691253"/>
                </a:cubicBezTo>
                <a:lnTo>
                  <a:pt x="972217" y="4690968"/>
                </a:lnTo>
                <a:lnTo>
                  <a:pt x="972502" y="4677728"/>
                </a:lnTo>
                <a:lnTo>
                  <a:pt x="985742" y="4678013"/>
                </a:lnTo>
                <a:close/>
                <a:moveTo>
                  <a:pt x="1648778" y="79439"/>
                </a:moveTo>
                <a:lnTo>
                  <a:pt x="1620774" y="100679"/>
                </a:lnTo>
                <a:lnTo>
                  <a:pt x="1620774" y="101822"/>
                </a:lnTo>
                <a:cubicBezTo>
                  <a:pt x="1620774" y="102584"/>
                  <a:pt x="1620679" y="117824"/>
                  <a:pt x="1620774" y="123730"/>
                </a:cubicBezTo>
                <a:cubicBezTo>
                  <a:pt x="1615440" y="124873"/>
                  <a:pt x="1611344" y="129445"/>
                  <a:pt x="1611344" y="135065"/>
                </a:cubicBezTo>
                <a:cubicBezTo>
                  <a:pt x="1611344" y="140684"/>
                  <a:pt x="1615440" y="145256"/>
                  <a:pt x="1620774" y="146399"/>
                </a:cubicBezTo>
                <a:lnTo>
                  <a:pt x="1620774" y="245269"/>
                </a:lnTo>
                <a:lnTo>
                  <a:pt x="1609820" y="256604"/>
                </a:lnTo>
                <a:lnTo>
                  <a:pt x="1609820" y="340519"/>
                </a:lnTo>
                <a:lnTo>
                  <a:pt x="1608487" y="340519"/>
                </a:lnTo>
                <a:cubicBezTo>
                  <a:pt x="1605629" y="340519"/>
                  <a:pt x="1603343" y="342805"/>
                  <a:pt x="1603343" y="345662"/>
                </a:cubicBezTo>
                <a:lnTo>
                  <a:pt x="1603343" y="366046"/>
                </a:lnTo>
                <a:cubicBezTo>
                  <a:pt x="1603343" y="368903"/>
                  <a:pt x="1605629" y="371189"/>
                  <a:pt x="1608487" y="371189"/>
                </a:cubicBezTo>
                <a:lnTo>
                  <a:pt x="1614964" y="371189"/>
                </a:lnTo>
                <a:cubicBezTo>
                  <a:pt x="1617821" y="371189"/>
                  <a:pt x="1620107" y="368903"/>
                  <a:pt x="1620107" y="366046"/>
                </a:cubicBezTo>
                <a:lnTo>
                  <a:pt x="1620107" y="345662"/>
                </a:lnTo>
                <a:cubicBezTo>
                  <a:pt x="1620107" y="342805"/>
                  <a:pt x="1617821" y="340519"/>
                  <a:pt x="1614964" y="340519"/>
                </a:cubicBezTo>
                <a:lnTo>
                  <a:pt x="1614488" y="340519"/>
                </a:lnTo>
                <a:lnTo>
                  <a:pt x="1614488" y="258508"/>
                </a:lnTo>
                <a:lnTo>
                  <a:pt x="1625441" y="247174"/>
                </a:lnTo>
                <a:lnTo>
                  <a:pt x="1625441" y="146399"/>
                </a:lnTo>
                <a:cubicBezTo>
                  <a:pt x="1630775" y="145256"/>
                  <a:pt x="1634871" y="140684"/>
                  <a:pt x="1634871" y="135065"/>
                </a:cubicBezTo>
                <a:cubicBezTo>
                  <a:pt x="1634871" y="129445"/>
                  <a:pt x="1630775" y="124778"/>
                  <a:pt x="1625346" y="123730"/>
                </a:cubicBezTo>
                <a:cubicBezTo>
                  <a:pt x="1625346" y="119348"/>
                  <a:pt x="1625346" y="108585"/>
                  <a:pt x="1625346" y="103061"/>
                </a:cubicBezTo>
                <a:lnTo>
                  <a:pt x="1653445" y="81820"/>
                </a:lnTo>
                <a:lnTo>
                  <a:pt x="1653445" y="95"/>
                </a:lnTo>
                <a:lnTo>
                  <a:pt x="1648682" y="95"/>
                </a:lnTo>
                <a:lnTo>
                  <a:pt x="1648682" y="79439"/>
                </a:lnTo>
                <a:close/>
                <a:moveTo>
                  <a:pt x="1617631" y="366046"/>
                </a:moveTo>
                <a:cubicBezTo>
                  <a:pt x="1617631" y="367475"/>
                  <a:pt x="1616393" y="368713"/>
                  <a:pt x="1614964" y="368713"/>
                </a:cubicBezTo>
                <a:lnTo>
                  <a:pt x="1608487" y="368713"/>
                </a:lnTo>
                <a:cubicBezTo>
                  <a:pt x="1607058" y="368713"/>
                  <a:pt x="1605820" y="367475"/>
                  <a:pt x="1605820" y="366046"/>
                </a:cubicBezTo>
                <a:lnTo>
                  <a:pt x="1605820" y="366046"/>
                </a:lnTo>
                <a:cubicBezTo>
                  <a:pt x="1605820" y="366046"/>
                  <a:pt x="1617631" y="365951"/>
                  <a:pt x="1617631" y="365951"/>
                </a:cubicBezTo>
                <a:lnTo>
                  <a:pt x="1617631" y="365951"/>
                </a:lnTo>
                <a:close/>
                <a:moveTo>
                  <a:pt x="1617631" y="363474"/>
                </a:moveTo>
                <a:lnTo>
                  <a:pt x="1605820" y="363474"/>
                </a:lnTo>
                <a:lnTo>
                  <a:pt x="1605820" y="360712"/>
                </a:lnTo>
                <a:lnTo>
                  <a:pt x="1617631" y="360712"/>
                </a:lnTo>
                <a:lnTo>
                  <a:pt x="1617631" y="363474"/>
                </a:lnTo>
                <a:close/>
                <a:moveTo>
                  <a:pt x="1617631" y="359188"/>
                </a:moveTo>
                <a:lnTo>
                  <a:pt x="1605820" y="359188"/>
                </a:lnTo>
                <a:lnTo>
                  <a:pt x="1605820" y="349472"/>
                </a:lnTo>
                <a:lnTo>
                  <a:pt x="1617631" y="349472"/>
                </a:lnTo>
                <a:lnTo>
                  <a:pt x="1617631" y="359188"/>
                </a:lnTo>
                <a:close/>
                <a:moveTo>
                  <a:pt x="1614964" y="342995"/>
                </a:moveTo>
                <a:cubicBezTo>
                  <a:pt x="1616393" y="342995"/>
                  <a:pt x="1617631" y="344234"/>
                  <a:pt x="1617631" y="345662"/>
                </a:cubicBezTo>
                <a:lnTo>
                  <a:pt x="1617631" y="346329"/>
                </a:lnTo>
                <a:lnTo>
                  <a:pt x="1605820" y="346329"/>
                </a:lnTo>
                <a:lnTo>
                  <a:pt x="1605820" y="345662"/>
                </a:lnTo>
                <a:cubicBezTo>
                  <a:pt x="1605820" y="344234"/>
                  <a:pt x="1606963" y="342995"/>
                  <a:pt x="1608487" y="342995"/>
                </a:cubicBezTo>
                <a:lnTo>
                  <a:pt x="1614964" y="342995"/>
                </a:lnTo>
                <a:close/>
                <a:moveTo>
                  <a:pt x="1630204" y="135065"/>
                </a:moveTo>
                <a:cubicBezTo>
                  <a:pt x="1630204" y="138970"/>
                  <a:pt x="1627061" y="142113"/>
                  <a:pt x="1623155" y="142113"/>
                </a:cubicBezTo>
                <a:cubicBezTo>
                  <a:pt x="1619250" y="142113"/>
                  <a:pt x="1616107" y="138970"/>
                  <a:pt x="1616107" y="135065"/>
                </a:cubicBezTo>
                <a:cubicBezTo>
                  <a:pt x="1616107" y="131159"/>
                  <a:pt x="1619250" y="128016"/>
                  <a:pt x="1623155" y="128016"/>
                </a:cubicBezTo>
                <a:cubicBezTo>
                  <a:pt x="1627061" y="128016"/>
                  <a:pt x="1630204" y="131159"/>
                  <a:pt x="1630204" y="135065"/>
                </a:cubicBezTo>
                <a:close/>
                <a:moveTo>
                  <a:pt x="657416" y="4839462"/>
                </a:moveTo>
                <a:cubicBezTo>
                  <a:pt x="657416" y="4843368"/>
                  <a:pt x="654272" y="4846511"/>
                  <a:pt x="650367" y="4846511"/>
                </a:cubicBezTo>
                <a:cubicBezTo>
                  <a:pt x="646462" y="4846511"/>
                  <a:pt x="643319" y="4843368"/>
                  <a:pt x="643319" y="4839462"/>
                </a:cubicBezTo>
                <a:cubicBezTo>
                  <a:pt x="643319" y="4835557"/>
                  <a:pt x="646462" y="4832414"/>
                  <a:pt x="650367" y="4832414"/>
                </a:cubicBezTo>
                <a:cubicBezTo>
                  <a:pt x="654272" y="4832414"/>
                  <a:pt x="657416" y="4835557"/>
                  <a:pt x="657416" y="4839462"/>
                </a:cubicBezTo>
                <a:close/>
                <a:moveTo>
                  <a:pt x="1494663" y="95"/>
                </a:moveTo>
                <a:lnTo>
                  <a:pt x="1499426" y="95"/>
                </a:lnTo>
                <a:lnTo>
                  <a:pt x="1499426" y="7430"/>
                </a:lnTo>
                <a:lnTo>
                  <a:pt x="1488472" y="18764"/>
                </a:lnTo>
                <a:lnTo>
                  <a:pt x="1488472" y="95917"/>
                </a:lnTo>
                <a:cubicBezTo>
                  <a:pt x="1493425" y="97060"/>
                  <a:pt x="1497140" y="101251"/>
                  <a:pt x="1497140" y="106490"/>
                </a:cubicBezTo>
                <a:cubicBezTo>
                  <a:pt x="1497140" y="111728"/>
                  <a:pt x="1493330" y="116015"/>
                  <a:pt x="1488472" y="117062"/>
                </a:cubicBezTo>
                <a:lnTo>
                  <a:pt x="1488472" y="160687"/>
                </a:lnTo>
                <a:lnTo>
                  <a:pt x="1470660" y="182594"/>
                </a:lnTo>
                <a:lnTo>
                  <a:pt x="1413034" y="182594"/>
                </a:lnTo>
                <a:cubicBezTo>
                  <a:pt x="1411891" y="187547"/>
                  <a:pt x="1407700" y="191262"/>
                  <a:pt x="1402461" y="191262"/>
                </a:cubicBezTo>
                <a:cubicBezTo>
                  <a:pt x="1396365" y="191262"/>
                  <a:pt x="1391412" y="186309"/>
                  <a:pt x="1391412" y="180213"/>
                </a:cubicBezTo>
                <a:cubicBezTo>
                  <a:pt x="1391412" y="174117"/>
                  <a:pt x="1396365" y="169164"/>
                  <a:pt x="1402461" y="169164"/>
                </a:cubicBezTo>
                <a:cubicBezTo>
                  <a:pt x="1407700" y="169164"/>
                  <a:pt x="1411986" y="172879"/>
                  <a:pt x="1413034" y="177832"/>
                </a:cubicBezTo>
                <a:lnTo>
                  <a:pt x="1468374" y="177832"/>
                </a:lnTo>
                <a:lnTo>
                  <a:pt x="1483709" y="158972"/>
                </a:lnTo>
                <a:lnTo>
                  <a:pt x="1483709" y="116967"/>
                </a:lnTo>
                <a:cubicBezTo>
                  <a:pt x="1478756" y="115824"/>
                  <a:pt x="1475042" y="111633"/>
                  <a:pt x="1475042" y="106394"/>
                </a:cubicBezTo>
                <a:cubicBezTo>
                  <a:pt x="1475042" y="101156"/>
                  <a:pt x="1478852" y="96869"/>
                  <a:pt x="1483709" y="95822"/>
                </a:cubicBezTo>
                <a:lnTo>
                  <a:pt x="1483709" y="16764"/>
                </a:lnTo>
                <a:lnTo>
                  <a:pt x="1494663" y="5429"/>
                </a:lnTo>
                <a:lnTo>
                  <a:pt x="1494663" y="0"/>
                </a:lnTo>
                <a:close/>
                <a:moveTo>
                  <a:pt x="1532382" y="70580"/>
                </a:moveTo>
                <a:lnTo>
                  <a:pt x="1512761" y="86868"/>
                </a:lnTo>
                <a:lnTo>
                  <a:pt x="1512761" y="211265"/>
                </a:lnTo>
                <a:lnTo>
                  <a:pt x="1507903" y="211265"/>
                </a:lnTo>
                <a:cubicBezTo>
                  <a:pt x="1504188" y="211265"/>
                  <a:pt x="1501045" y="214313"/>
                  <a:pt x="1501045" y="218123"/>
                </a:cubicBezTo>
                <a:lnTo>
                  <a:pt x="1501045" y="232505"/>
                </a:lnTo>
                <a:cubicBezTo>
                  <a:pt x="1501045" y="236220"/>
                  <a:pt x="1504093" y="239363"/>
                  <a:pt x="1507903" y="239363"/>
                </a:cubicBezTo>
                <a:lnTo>
                  <a:pt x="1522286" y="239363"/>
                </a:lnTo>
                <a:cubicBezTo>
                  <a:pt x="1526000" y="239363"/>
                  <a:pt x="1529144" y="236315"/>
                  <a:pt x="1529144" y="232505"/>
                </a:cubicBezTo>
                <a:lnTo>
                  <a:pt x="1529144" y="232505"/>
                </a:lnTo>
                <a:cubicBezTo>
                  <a:pt x="1529144" y="232505"/>
                  <a:pt x="1572482" y="274987"/>
                  <a:pt x="1572482" y="274987"/>
                </a:cubicBezTo>
                <a:lnTo>
                  <a:pt x="1572482" y="301371"/>
                </a:lnTo>
                <a:cubicBezTo>
                  <a:pt x="1566196" y="302514"/>
                  <a:pt x="1561433" y="307943"/>
                  <a:pt x="1561433" y="314611"/>
                </a:cubicBezTo>
                <a:cubicBezTo>
                  <a:pt x="1561433" y="322040"/>
                  <a:pt x="1567434" y="328041"/>
                  <a:pt x="1574864" y="328041"/>
                </a:cubicBezTo>
                <a:cubicBezTo>
                  <a:pt x="1582293" y="328041"/>
                  <a:pt x="1588294" y="322040"/>
                  <a:pt x="1588294" y="314611"/>
                </a:cubicBezTo>
                <a:cubicBezTo>
                  <a:pt x="1588294" y="308039"/>
                  <a:pt x="1583531" y="302514"/>
                  <a:pt x="1577245" y="301371"/>
                </a:cubicBezTo>
                <a:lnTo>
                  <a:pt x="1577245" y="272987"/>
                </a:lnTo>
                <a:lnTo>
                  <a:pt x="1529144" y="225743"/>
                </a:lnTo>
                <a:lnTo>
                  <a:pt x="1529144" y="218027"/>
                </a:lnTo>
                <a:cubicBezTo>
                  <a:pt x="1529144" y="214313"/>
                  <a:pt x="1526096" y="211169"/>
                  <a:pt x="1522286" y="211169"/>
                </a:cubicBezTo>
                <a:lnTo>
                  <a:pt x="1517428" y="211169"/>
                </a:lnTo>
                <a:lnTo>
                  <a:pt x="1517428" y="88964"/>
                </a:lnTo>
                <a:lnTo>
                  <a:pt x="1537049" y="72676"/>
                </a:lnTo>
                <a:lnTo>
                  <a:pt x="1537049" y="95"/>
                </a:lnTo>
                <a:lnTo>
                  <a:pt x="1532287" y="95"/>
                </a:lnTo>
                <a:lnTo>
                  <a:pt x="1532287" y="70580"/>
                </a:lnTo>
                <a:close/>
                <a:moveTo>
                  <a:pt x="1583531" y="314706"/>
                </a:moveTo>
                <a:cubicBezTo>
                  <a:pt x="1583531" y="319469"/>
                  <a:pt x="1579626" y="323374"/>
                  <a:pt x="1574864" y="323374"/>
                </a:cubicBezTo>
                <a:cubicBezTo>
                  <a:pt x="1570101" y="323374"/>
                  <a:pt x="1566196" y="319469"/>
                  <a:pt x="1566196" y="314706"/>
                </a:cubicBezTo>
                <a:cubicBezTo>
                  <a:pt x="1566196" y="309944"/>
                  <a:pt x="1570101" y="306038"/>
                  <a:pt x="1574864" y="306038"/>
                </a:cubicBezTo>
                <a:cubicBezTo>
                  <a:pt x="1579626" y="306038"/>
                  <a:pt x="1583531" y="309944"/>
                  <a:pt x="1583531" y="314706"/>
                </a:cubicBezTo>
                <a:close/>
                <a:moveTo>
                  <a:pt x="1522286" y="216122"/>
                </a:moveTo>
                <a:cubicBezTo>
                  <a:pt x="1523428" y="216122"/>
                  <a:pt x="1524381" y="217075"/>
                  <a:pt x="1524381" y="218218"/>
                </a:cubicBezTo>
                <a:lnTo>
                  <a:pt x="1524381" y="232601"/>
                </a:lnTo>
                <a:cubicBezTo>
                  <a:pt x="1524381" y="233744"/>
                  <a:pt x="1523428" y="234696"/>
                  <a:pt x="1522286" y="234696"/>
                </a:cubicBezTo>
                <a:lnTo>
                  <a:pt x="1507903" y="234696"/>
                </a:lnTo>
                <a:cubicBezTo>
                  <a:pt x="1506760" y="234696"/>
                  <a:pt x="1505807" y="233744"/>
                  <a:pt x="1505807" y="232601"/>
                </a:cubicBezTo>
                <a:lnTo>
                  <a:pt x="1505807" y="218218"/>
                </a:lnTo>
                <a:cubicBezTo>
                  <a:pt x="1505807" y="217075"/>
                  <a:pt x="1506760" y="216122"/>
                  <a:pt x="1507903" y="216122"/>
                </a:cubicBezTo>
                <a:lnTo>
                  <a:pt x="1522381" y="216122"/>
                </a:lnTo>
                <a:close/>
                <a:moveTo>
                  <a:pt x="463296" y="5099114"/>
                </a:moveTo>
                <a:lnTo>
                  <a:pt x="458534" y="5099114"/>
                </a:lnTo>
                <a:lnTo>
                  <a:pt x="458534" y="5080159"/>
                </a:lnTo>
                <a:lnTo>
                  <a:pt x="463296" y="5080159"/>
                </a:lnTo>
                <a:lnTo>
                  <a:pt x="463296" y="5099114"/>
                </a:lnTo>
                <a:close/>
                <a:moveTo>
                  <a:pt x="1136523" y="4643057"/>
                </a:moveTo>
                <a:cubicBezTo>
                  <a:pt x="1134618" y="4637723"/>
                  <a:pt x="1128808" y="4634865"/>
                  <a:pt x="1123474" y="4636770"/>
                </a:cubicBezTo>
                <a:cubicBezTo>
                  <a:pt x="1118140" y="4638675"/>
                  <a:pt x="1115282" y="4644486"/>
                  <a:pt x="1117187" y="4649820"/>
                </a:cubicBezTo>
                <a:cubicBezTo>
                  <a:pt x="1119092" y="4655154"/>
                  <a:pt x="1124903" y="4658011"/>
                  <a:pt x="1130237" y="4656106"/>
                </a:cubicBezTo>
                <a:cubicBezTo>
                  <a:pt x="1130522" y="4656011"/>
                  <a:pt x="1130808" y="4655725"/>
                  <a:pt x="1131094" y="4655630"/>
                </a:cubicBezTo>
                <a:lnTo>
                  <a:pt x="1175004" y="4706874"/>
                </a:lnTo>
                <a:lnTo>
                  <a:pt x="1174623" y="4824794"/>
                </a:lnTo>
                <a:cubicBezTo>
                  <a:pt x="1170051" y="4825842"/>
                  <a:pt x="1166622" y="4829842"/>
                  <a:pt x="1166622" y="4834700"/>
                </a:cubicBezTo>
                <a:cubicBezTo>
                  <a:pt x="1166622" y="4840415"/>
                  <a:pt x="1171289" y="4845082"/>
                  <a:pt x="1177004" y="4845082"/>
                </a:cubicBezTo>
                <a:cubicBezTo>
                  <a:pt x="1182719" y="4845082"/>
                  <a:pt x="1187387" y="4840415"/>
                  <a:pt x="1187387" y="4834700"/>
                </a:cubicBezTo>
                <a:cubicBezTo>
                  <a:pt x="1187387" y="4829842"/>
                  <a:pt x="1183958" y="4825937"/>
                  <a:pt x="1179481" y="4824794"/>
                </a:cubicBezTo>
                <a:lnTo>
                  <a:pt x="1179862" y="4705064"/>
                </a:lnTo>
                <a:lnTo>
                  <a:pt x="1134904" y="4652582"/>
                </a:lnTo>
                <a:cubicBezTo>
                  <a:pt x="1136999" y="4649915"/>
                  <a:pt x="1137857" y="4646390"/>
                  <a:pt x="1136618" y="4643057"/>
                </a:cubicBezTo>
                <a:close/>
                <a:moveTo>
                  <a:pt x="1182434" y="4834700"/>
                </a:moveTo>
                <a:cubicBezTo>
                  <a:pt x="1182434" y="4837748"/>
                  <a:pt x="1179957" y="4840320"/>
                  <a:pt x="1176814" y="4840320"/>
                </a:cubicBezTo>
                <a:cubicBezTo>
                  <a:pt x="1173671" y="4840320"/>
                  <a:pt x="1171194" y="4837843"/>
                  <a:pt x="1171194" y="4834700"/>
                </a:cubicBezTo>
                <a:cubicBezTo>
                  <a:pt x="1171194" y="4831556"/>
                  <a:pt x="1173671" y="4829080"/>
                  <a:pt x="1176814" y="4829080"/>
                </a:cubicBezTo>
                <a:cubicBezTo>
                  <a:pt x="1179957" y="4829080"/>
                  <a:pt x="1182434" y="4831556"/>
                  <a:pt x="1182434" y="4834700"/>
                </a:cubicBezTo>
                <a:close/>
                <a:moveTo>
                  <a:pt x="1014603" y="4782312"/>
                </a:moveTo>
                <a:cubicBezTo>
                  <a:pt x="1014603" y="4784217"/>
                  <a:pt x="1016222" y="4785170"/>
                  <a:pt x="1018889" y="4785837"/>
                </a:cubicBezTo>
                <a:cubicBezTo>
                  <a:pt x="1018413" y="4786789"/>
                  <a:pt x="1018032" y="4787837"/>
                  <a:pt x="1018032" y="4788980"/>
                </a:cubicBezTo>
                <a:lnTo>
                  <a:pt x="1018032" y="4807839"/>
                </a:lnTo>
                <a:cubicBezTo>
                  <a:pt x="1018032" y="4811554"/>
                  <a:pt x="1020985" y="4814507"/>
                  <a:pt x="1024700" y="4814507"/>
                </a:cubicBezTo>
                <a:lnTo>
                  <a:pt x="1029557" y="4814507"/>
                </a:lnTo>
                <a:cubicBezTo>
                  <a:pt x="1030319" y="4814507"/>
                  <a:pt x="1030891" y="4814316"/>
                  <a:pt x="1031558" y="4814126"/>
                </a:cubicBezTo>
                <a:lnTo>
                  <a:pt x="1048322" y="4835938"/>
                </a:lnTo>
                <a:lnTo>
                  <a:pt x="1119664" y="4835652"/>
                </a:lnTo>
                <a:lnTo>
                  <a:pt x="1119664" y="4839843"/>
                </a:lnTo>
                <a:cubicBezTo>
                  <a:pt x="1119664" y="4841367"/>
                  <a:pt x="1120902" y="4842510"/>
                  <a:pt x="1122331" y="4842510"/>
                </a:cubicBezTo>
                <a:lnTo>
                  <a:pt x="1135285" y="4842510"/>
                </a:lnTo>
                <a:cubicBezTo>
                  <a:pt x="1136809" y="4842510"/>
                  <a:pt x="1137952" y="4841272"/>
                  <a:pt x="1137952" y="4839843"/>
                </a:cubicBezTo>
                <a:lnTo>
                  <a:pt x="1137952" y="4826889"/>
                </a:lnTo>
                <a:cubicBezTo>
                  <a:pt x="1137952" y="4825365"/>
                  <a:pt x="1136714" y="4824222"/>
                  <a:pt x="1135285" y="4824222"/>
                </a:cubicBezTo>
                <a:lnTo>
                  <a:pt x="1131284" y="4824222"/>
                </a:lnTo>
                <a:lnTo>
                  <a:pt x="1131284" y="4706874"/>
                </a:lnTo>
                <a:cubicBezTo>
                  <a:pt x="1131284" y="4706874"/>
                  <a:pt x="1086993" y="4654011"/>
                  <a:pt x="1086993" y="4654011"/>
                </a:cubicBezTo>
                <a:cubicBezTo>
                  <a:pt x="1087565" y="4653344"/>
                  <a:pt x="1088136" y="4652772"/>
                  <a:pt x="1088517" y="4651915"/>
                </a:cubicBezTo>
                <a:cubicBezTo>
                  <a:pt x="1089946" y="4648867"/>
                  <a:pt x="1090136" y="4645438"/>
                  <a:pt x="1089089" y="4642295"/>
                </a:cubicBezTo>
                <a:cubicBezTo>
                  <a:pt x="1087946" y="4639152"/>
                  <a:pt x="1085660" y="4636580"/>
                  <a:pt x="1082612" y="4635056"/>
                </a:cubicBezTo>
                <a:cubicBezTo>
                  <a:pt x="1079564" y="4633627"/>
                  <a:pt x="1076135" y="4633437"/>
                  <a:pt x="1072991" y="4634484"/>
                </a:cubicBezTo>
                <a:cubicBezTo>
                  <a:pt x="1069848" y="4635627"/>
                  <a:pt x="1067276" y="4637913"/>
                  <a:pt x="1065752" y="4640961"/>
                </a:cubicBezTo>
                <a:cubicBezTo>
                  <a:pt x="1064324" y="4644009"/>
                  <a:pt x="1064133" y="4647438"/>
                  <a:pt x="1065181" y="4650581"/>
                </a:cubicBezTo>
                <a:cubicBezTo>
                  <a:pt x="1066991" y="4655820"/>
                  <a:pt x="1071944" y="4659059"/>
                  <a:pt x="1077087" y="4659059"/>
                </a:cubicBezTo>
                <a:cubicBezTo>
                  <a:pt x="1078516" y="4659059"/>
                  <a:pt x="1079849" y="4658868"/>
                  <a:pt x="1081278" y="4658392"/>
                </a:cubicBezTo>
                <a:cubicBezTo>
                  <a:pt x="1082040" y="4658106"/>
                  <a:pt x="1082612" y="4657535"/>
                  <a:pt x="1083374" y="4657154"/>
                </a:cubicBezTo>
                <a:lnTo>
                  <a:pt x="1126522" y="4708589"/>
                </a:lnTo>
                <a:lnTo>
                  <a:pt x="1126522" y="4824127"/>
                </a:lnTo>
                <a:lnTo>
                  <a:pt x="1122331" y="4824127"/>
                </a:lnTo>
                <a:cubicBezTo>
                  <a:pt x="1120807" y="4824127"/>
                  <a:pt x="1119664" y="4825365"/>
                  <a:pt x="1119664" y="4826794"/>
                </a:cubicBezTo>
                <a:lnTo>
                  <a:pt x="1119664" y="4830699"/>
                </a:lnTo>
                <a:lnTo>
                  <a:pt x="1050608" y="4830985"/>
                </a:lnTo>
                <a:lnTo>
                  <a:pt x="1035177" y="4810982"/>
                </a:lnTo>
                <a:cubicBezTo>
                  <a:pt x="1035749" y="4810030"/>
                  <a:pt x="1036129" y="4808887"/>
                  <a:pt x="1036129" y="4807744"/>
                </a:cubicBezTo>
                <a:lnTo>
                  <a:pt x="1036129" y="4788885"/>
                </a:lnTo>
                <a:cubicBezTo>
                  <a:pt x="1036129" y="4785170"/>
                  <a:pt x="1033177" y="4782217"/>
                  <a:pt x="1029462" y="4782217"/>
                </a:cubicBezTo>
                <a:lnTo>
                  <a:pt x="1028224" y="4782217"/>
                </a:lnTo>
                <a:cubicBezTo>
                  <a:pt x="1034129" y="4781455"/>
                  <a:pt x="1037463" y="4780788"/>
                  <a:pt x="1037463" y="4777931"/>
                </a:cubicBezTo>
                <a:cubicBezTo>
                  <a:pt x="1037463" y="4774883"/>
                  <a:pt x="1033939" y="4774311"/>
                  <a:pt x="1027557" y="4773549"/>
                </a:cubicBezTo>
                <a:cubicBezTo>
                  <a:pt x="1033939" y="4772787"/>
                  <a:pt x="1037463" y="4772120"/>
                  <a:pt x="1037463" y="4769168"/>
                </a:cubicBezTo>
                <a:cubicBezTo>
                  <a:pt x="1037463" y="4766120"/>
                  <a:pt x="1033939" y="4765548"/>
                  <a:pt x="1027557" y="4764691"/>
                </a:cubicBezTo>
                <a:cubicBezTo>
                  <a:pt x="1033939" y="4763929"/>
                  <a:pt x="1037463" y="4763262"/>
                  <a:pt x="1037463" y="4760310"/>
                </a:cubicBezTo>
                <a:cubicBezTo>
                  <a:pt x="1037463" y="4757262"/>
                  <a:pt x="1033939" y="4756690"/>
                  <a:pt x="1027557" y="4755833"/>
                </a:cubicBezTo>
                <a:cubicBezTo>
                  <a:pt x="1033939" y="4755071"/>
                  <a:pt x="1037463" y="4754499"/>
                  <a:pt x="1037463" y="4751451"/>
                </a:cubicBezTo>
                <a:cubicBezTo>
                  <a:pt x="1037463" y="4748403"/>
                  <a:pt x="1033939" y="4747832"/>
                  <a:pt x="1027557" y="4746974"/>
                </a:cubicBezTo>
                <a:cubicBezTo>
                  <a:pt x="1033939" y="4746212"/>
                  <a:pt x="1037463" y="4745546"/>
                  <a:pt x="1037463" y="4742593"/>
                </a:cubicBezTo>
                <a:cubicBezTo>
                  <a:pt x="1037463" y="4739545"/>
                  <a:pt x="1034034" y="4738973"/>
                  <a:pt x="1027652" y="4738212"/>
                </a:cubicBezTo>
                <a:cubicBezTo>
                  <a:pt x="1034034" y="4737449"/>
                  <a:pt x="1037463" y="4736878"/>
                  <a:pt x="1037463" y="4733830"/>
                </a:cubicBezTo>
                <a:cubicBezTo>
                  <a:pt x="1037463" y="4730782"/>
                  <a:pt x="1034034" y="4730211"/>
                  <a:pt x="1027652" y="4729448"/>
                </a:cubicBezTo>
                <a:cubicBezTo>
                  <a:pt x="1034034" y="4728687"/>
                  <a:pt x="1037463" y="4728115"/>
                  <a:pt x="1037463" y="4725067"/>
                </a:cubicBezTo>
                <a:cubicBezTo>
                  <a:pt x="1037463" y="4722019"/>
                  <a:pt x="1034034" y="4721447"/>
                  <a:pt x="1027652" y="4720686"/>
                </a:cubicBezTo>
                <a:cubicBezTo>
                  <a:pt x="1033939" y="4719923"/>
                  <a:pt x="1037463" y="4719257"/>
                  <a:pt x="1037463" y="4716304"/>
                </a:cubicBezTo>
                <a:cubicBezTo>
                  <a:pt x="1037463" y="4713351"/>
                  <a:pt x="1034034" y="4712685"/>
                  <a:pt x="1027652" y="4711922"/>
                </a:cubicBezTo>
                <a:cubicBezTo>
                  <a:pt x="1034034" y="4711161"/>
                  <a:pt x="1037463" y="4710589"/>
                  <a:pt x="1037463" y="4707541"/>
                </a:cubicBezTo>
                <a:cubicBezTo>
                  <a:pt x="1037463" y="4704588"/>
                  <a:pt x="1034034" y="4703921"/>
                  <a:pt x="1027652" y="4703160"/>
                </a:cubicBezTo>
                <a:cubicBezTo>
                  <a:pt x="1034034" y="4702397"/>
                  <a:pt x="1037463" y="4701731"/>
                  <a:pt x="1037463" y="4698778"/>
                </a:cubicBezTo>
                <a:cubicBezTo>
                  <a:pt x="1037463" y="4695730"/>
                  <a:pt x="1033939" y="4695159"/>
                  <a:pt x="1027652" y="4694396"/>
                </a:cubicBezTo>
                <a:cubicBezTo>
                  <a:pt x="1034034" y="4693635"/>
                  <a:pt x="1037558" y="4692968"/>
                  <a:pt x="1037558" y="4690015"/>
                </a:cubicBezTo>
                <a:cubicBezTo>
                  <a:pt x="1037558" y="4686967"/>
                  <a:pt x="1034034" y="4686395"/>
                  <a:pt x="1027652" y="4685538"/>
                </a:cubicBezTo>
                <a:cubicBezTo>
                  <a:pt x="1034034" y="4684776"/>
                  <a:pt x="1037558" y="4684205"/>
                  <a:pt x="1037558" y="4681157"/>
                </a:cubicBezTo>
                <a:cubicBezTo>
                  <a:pt x="1037558" y="4678109"/>
                  <a:pt x="1034034" y="4677537"/>
                  <a:pt x="1027652" y="4676680"/>
                </a:cubicBezTo>
                <a:cubicBezTo>
                  <a:pt x="1034034" y="4675918"/>
                  <a:pt x="1037558" y="4675346"/>
                  <a:pt x="1037558" y="4672298"/>
                </a:cubicBezTo>
                <a:cubicBezTo>
                  <a:pt x="1037558" y="4669346"/>
                  <a:pt x="1034225" y="4668679"/>
                  <a:pt x="1028319" y="4667917"/>
                </a:cubicBezTo>
                <a:lnTo>
                  <a:pt x="1029367" y="4667917"/>
                </a:lnTo>
                <a:cubicBezTo>
                  <a:pt x="1033082" y="4667917"/>
                  <a:pt x="1036034" y="4664964"/>
                  <a:pt x="1036034" y="4661249"/>
                </a:cubicBezTo>
                <a:lnTo>
                  <a:pt x="1036034" y="4656773"/>
                </a:lnTo>
                <a:lnTo>
                  <a:pt x="1075754" y="4704493"/>
                </a:lnTo>
                <a:lnTo>
                  <a:pt x="1076039" y="4785932"/>
                </a:lnTo>
                <a:lnTo>
                  <a:pt x="1071372" y="4785932"/>
                </a:lnTo>
                <a:cubicBezTo>
                  <a:pt x="1068610" y="4785932"/>
                  <a:pt x="1066324" y="4788218"/>
                  <a:pt x="1066324" y="4790980"/>
                </a:cubicBezTo>
                <a:lnTo>
                  <a:pt x="1066324" y="4803934"/>
                </a:lnTo>
                <a:cubicBezTo>
                  <a:pt x="1066324" y="4806696"/>
                  <a:pt x="1068610" y="4808982"/>
                  <a:pt x="1071372" y="4808982"/>
                </a:cubicBezTo>
                <a:lnTo>
                  <a:pt x="1084326" y="4808982"/>
                </a:lnTo>
                <a:cubicBezTo>
                  <a:pt x="1087088" y="4808982"/>
                  <a:pt x="1089374" y="4806696"/>
                  <a:pt x="1089374" y="4803934"/>
                </a:cubicBezTo>
                <a:lnTo>
                  <a:pt x="1089374" y="4790980"/>
                </a:lnTo>
                <a:cubicBezTo>
                  <a:pt x="1089374" y="4788218"/>
                  <a:pt x="1087088" y="4785932"/>
                  <a:pt x="1084326" y="4785932"/>
                </a:cubicBezTo>
                <a:lnTo>
                  <a:pt x="1080802" y="4785932"/>
                </a:lnTo>
                <a:lnTo>
                  <a:pt x="1080516" y="4702779"/>
                </a:lnTo>
                <a:lnTo>
                  <a:pt x="1036129" y="4649438"/>
                </a:lnTo>
                <a:lnTo>
                  <a:pt x="1036129" y="4649438"/>
                </a:lnTo>
                <a:cubicBezTo>
                  <a:pt x="1036129" y="4649438"/>
                  <a:pt x="1036129" y="4642390"/>
                  <a:pt x="1036129" y="4642390"/>
                </a:cubicBezTo>
                <a:cubicBezTo>
                  <a:pt x="1036129" y="4638675"/>
                  <a:pt x="1033177" y="4635722"/>
                  <a:pt x="1029462" y="4635722"/>
                </a:cubicBezTo>
                <a:lnTo>
                  <a:pt x="1024604" y="4635722"/>
                </a:lnTo>
                <a:cubicBezTo>
                  <a:pt x="1020890" y="4635722"/>
                  <a:pt x="1017937" y="4638675"/>
                  <a:pt x="1017937" y="4642390"/>
                </a:cubicBezTo>
                <a:lnTo>
                  <a:pt x="1017937" y="4661249"/>
                </a:lnTo>
                <a:cubicBezTo>
                  <a:pt x="1017937" y="4662393"/>
                  <a:pt x="1018318" y="4663440"/>
                  <a:pt x="1018794" y="4664393"/>
                </a:cubicBezTo>
                <a:cubicBezTo>
                  <a:pt x="1016222" y="4665060"/>
                  <a:pt x="1014698" y="4665917"/>
                  <a:pt x="1014698" y="4667822"/>
                </a:cubicBezTo>
                <a:cubicBezTo>
                  <a:pt x="1014698" y="4670870"/>
                  <a:pt x="1018223" y="4671441"/>
                  <a:pt x="1024509" y="4672203"/>
                </a:cubicBezTo>
                <a:cubicBezTo>
                  <a:pt x="1018127" y="4672965"/>
                  <a:pt x="1014603" y="4673632"/>
                  <a:pt x="1014603" y="4676585"/>
                </a:cubicBezTo>
                <a:cubicBezTo>
                  <a:pt x="1014603" y="4679633"/>
                  <a:pt x="1018127" y="4680204"/>
                  <a:pt x="1024509" y="4680966"/>
                </a:cubicBezTo>
                <a:cubicBezTo>
                  <a:pt x="1018127" y="4681728"/>
                  <a:pt x="1014603" y="4682395"/>
                  <a:pt x="1014603" y="4685348"/>
                </a:cubicBezTo>
                <a:cubicBezTo>
                  <a:pt x="1014603" y="4688396"/>
                  <a:pt x="1018127" y="4688967"/>
                  <a:pt x="1024509" y="4689729"/>
                </a:cubicBezTo>
                <a:cubicBezTo>
                  <a:pt x="1018127" y="4690491"/>
                  <a:pt x="1014603" y="4691158"/>
                  <a:pt x="1014603" y="4694111"/>
                </a:cubicBezTo>
                <a:cubicBezTo>
                  <a:pt x="1014603" y="4697159"/>
                  <a:pt x="1018032" y="4697730"/>
                  <a:pt x="1024414" y="4698492"/>
                </a:cubicBezTo>
                <a:cubicBezTo>
                  <a:pt x="1018032" y="4699254"/>
                  <a:pt x="1014603" y="4699826"/>
                  <a:pt x="1014603" y="4702874"/>
                </a:cubicBezTo>
                <a:cubicBezTo>
                  <a:pt x="1014603" y="4705922"/>
                  <a:pt x="1018032" y="4706493"/>
                  <a:pt x="1024414" y="4707255"/>
                </a:cubicBezTo>
                <a:cubicBezTo>
                  <a:pt x="1018032" y="4708017"/>
                  <a:pt x="1014603" y="4708589"/>
                  <a:pt x="1014603" y="4711637"/>
                </a:cubicBezTo>
                <a:cubicBezTo>
                  <a:pt x="1014603" y="4714685"/>
                  <a:pt x="1018032" y="4715256"/>
                  <a:pt x="1024414" y="4716018"/>
                </a:cubicBezTo>
                <a:cubicBezTo>
                  <a:pt x="1018032" y="4716780"/>
                  <a:pt x="1014603" y="4717352"/>
                  <a:pt x="1014603" y="4720400"/>
                </a:cubicBezTo>
                <a:cubicBezTo>
                  <a:pt x="1014603" y="4723448"/>
                  <a:pt x="1018032" y="4724019"/>
                  <a:pt x="1024414" y="4724781"/>
                </a:cubicBezTo>
                <a:cubicBezTo>
                  <a:pt x="1018127" y="4725543"/>
                  <a:pt x="1014603" y="4726210"/>
                  <a:pt x="1014603" y="4729163"/>
                </a:cubicBezTo>
                <a:cubicBezTo>
                  <a:pt x="1014603" y="4732211"/>
                  <a:pt x="1018032" y="4732782"/>
                  <a:pt x="1024414" y="4733544"/>
                </a:cubicBezTo>
                <a:cubicBezTo>
                  <a:pt x="1018032" y="4734306"/>
                  <a:pt x="1014603" y="4734878"/>
                  <a:pt x="1014603" y="4737926"/>
                </a:cubicBezTo>
                <a:cubicBezTo>
                  <a:pt x="1014603" y="4740974"/>
                  <a:pt x="1018127" y="4741545"/>
                  <a:pt x="1024414" y="4742307"/>
                </a:cubicBezTo>
                <a:cubicBezTo>
                  <a:pt x="1018032" y="4743069"/>
                  <a:pt x="1014508" y="4743736"/>
                  <a:pt x="1014508" y="4746689"/>
                </a:cubicBezTo>
                <a:cubicBezTo>
                  <a:pt x="1014508" y="4749737"/>
                  <a:pt x="1018032" y="4750308"/>
                  <a:pt x="1024414" y="4751070"/>
                </a:cubicBezTo>
                <a:cubicBezTo>
                  <a:pt x="1018032" y="4751832"/>
                  <a:pt x="1014508" y="4752404"/>
                  <a:pt x="1014508" y="4755452"/>
                </a:cubicBezTo>
                <a:cubicBezTo>
                  <a:pt x="1014508" y="4758500"/>
                  <a:pt x="1018032" y="4759071"/>
                  <a:pt x="1024414" y="4759929"/>
                </a:cubicBezTo>
                <a:cubicBezTo>
                  <a:pt x="1018032" y="4760690"/>
                  <a:pt x="1014508" y="4761262"/>
                  <a:pt x="1014508" y="4764310"/>
                </a:cubicBezTo>
                <a:cubicBezTo>
                  <a:pt x="1014508" y="4767358"/>
                  <a:pt x="1018032" y="4767929"/>
                  <a:pt x="1024414" y="4768787"/>
                </a:cubicBezTo>
                <a:cubicBezTo>
                  <a:pt x="1018032" y="4769549"/>
                  <a:pt x="1014508" y="4770120"/>
                  <a:pt x="1014508" y="4773168"/>
                </a:cubicBezTo>
                <a:cubicBezTo>
                  <a:pt x="1014508" y="4776216"/>
                  <a:pt x="1018032" y="4776788"/>
                  <a:pt x="1024319" y="4777550"/>
                </a:cubicBezTo>
                <a:cubicBezTo>
                  <a:pt x="1017937" y="4778312"/>
                  <a:pt x="1014413" y="4778979"/>
                  <a:pt x="1014413" y="4781931"/>
                </a:cubicBezTo>
                <a:close/>
                <a:moveTo>
                  <a:pt x="1079659" y="4653915"/>
                </a:moveTo>
                <a:cubicBezTo>
                  <a:pt x="1075563" y="4655344"/>
                  <a:pt x="1071086" y="4653153"/>
                  <a:pt x="1069658" y="4649057"/>
                </a:cubicBezTo>
                <a:cubicBezTo>
                  <a:pt x="1068229" y="4644962"/>
                  <a:pt x="1070420" y="4640485"/>
                  <a:pt x="1074515" y="4639056"/>
                </a:cubicBezTo>
                <a:cubicBezTo>
                  <a:pt x="1075373" y="4638770"/>
                  <a:pt x="1076230" y="4638580"/>
                  <a:pt x="1077087" y="4638580"/>
                </a:cubicBezTo>
                <a:cubicBezTo>
                  <a:pt x="1080326" y="4638580"/>
                  <a:pt x="1083374" y="4640580"/>
                  <a:pt x="1084517" y="4643819"/>
                </a:cubicBezTo>
                <a:cubicBezTo>
                  <a:pt x="1085945" y="4647914"/>
                  <a:pt x="1083755" y="4652391"/>
                  <a:pt x="1079659" y="4653820"/>
                </a:cubicBezTo>
                <a:close/>
                <a:moveTo>
                  <a:pt x="1084802" y="4790885"/>
                </a:moveTo>
                <a:lnTo>
                  <a:pt x="1084802" y="4803839"/>
                </a:lnTo>
                <a:cubicBezTo>
                  <a:pt x="1084802" y="4803839"/>
                  <a:pt x="1084707" y="4804124"/>
                  <a:pt x="1084517" y="4804124"/>
                </a:cubicBezTo>
                <a:lnTo>
                  <a:pt x="1071277" y="4803839"/>
                </a:lnTo>
                <a:lnTo>
                  <a:pt x="1071563" y="4790599"/>
                </a:lnTo>
                <a:lnTo>
                  <a:pt x="1084802" y="4790885"/>
                </a:lnTo>
                <a:close/>
                <a:moveTo>
                  <a:pt x="1022699" y="4661154"/>
                </a:moveTo>
                <a:lnTo>
                  <a:pt x="1022699" y="4642295"/>
                </a:lnTo>
                <a:cubicBezTo>
                  <a:pt x="1022699" y="4641247"/>
                  <a:pt x="1023557" y="4640390"/>
                  <a:pt x="1024604" y="4640390"/>
                </a:cubicBezTo>
                <a:lnTo>
                  <a:pt x="1029462" y="4640390"/>
                </a:lnTo>
                <a:cubicBezTo>
                  <a:pt x="1030510" y="4640390"/>
                  <a:pt x="1031367" y="4641247"/>
                  <a:pt x="1031367" y="4642295"/>
                </a:cubicBezTo>
                <a:lnTo>
                  <a:pt x="1031367" y="4661154"/>
                </a:lnTo>
                <a:cubicBezTo>
                  <a:pt x="1031367" y="4662202"/>
                  <a:pt x="1030510" y="4663059"/>
                  <a:pt x="1029462" y="4663059"/>
                </a:cubicBezTo>
                <a:lnTo>
                  <a:pt x="1024604" y="4663059"/>
                </a:lnTo>
                <a:cubicBezTo>
                  <a:pt x="1023557" y="4663059"/>
                  <a:pt x="1022699" y="4662202"/>
                  <a:pt x="1022699" y="4661154"/>
                </a:cubicBezTo>
                <a:close/>
                <a:moveTo>
                  <a:pt x="1022699" y="4788885"/>
                </a:moveTo>
                <a:cubicBezTo>
                  <a:pt x="1022699" y="4787837"/>
                  <a:pt x="1023557" y="4786979"/>
                  <a:pt x="1024604" y="4786979"/>
                </a:cubicBezTo>
                <a:lnTo>
                  <a:pt x="1029462" y="4786979"/>
                </a:lnTo>
                <a:cubicBezTo>
                  <a:pt x="1030510" y="4786979"/>
                  <a:pt x="1031367" y="4787837"/>
                  <a:pt x="1031367" y="4788885"/>
                </a:cubicBezTo>
                <a:lnTo>
                  <a:pt x="1031367" y="4807744"/>
                </a:lnTo>
                <a:cubicBezTo>
                  <a:pt x="1031367" y="4808792"/>
                  <a:pt x="1030510" y="4809649"/>
                  <a:pt x="1029462" y="4809649"/>
                </a:cubicBezTo>
                <a:lnTo>
                  <a:pt x="1024604" y="4809649"/>
                </a:lnTo>
                <a:cubicBezTo>
                  <a:pt x="1023557" y="4809649"/>
                  <a:pt x="1022699" y="4808792"/>
                  <a:pt x="1022699" y="4807744"/>
                </a:cubicBezTo>
                <a:lnTo>
                  <a:pt x="1022699" y="4788885"/>
                </a:lnTo>
                <a:close/>
                <a:moveTo>
                  <a:pt x="1509332" y="228791"/>
                </a:moveTo>
                <a:lnTo>
                  <a:pt x="1509332" y="222028"/>
                </a:lnTo>
                <a:cubicBezTo>
                  <a:pt x="1509332" y="220694"/>
                  <a:pt x="1510475" y="219551"/>
                  <a:pt x="1511808" y="219551"/>
                </a:cubicBezTo>
                <a:lnTo>
                  <a:pt x="1518571" y="219551"/>
                </a:lnTo>
                <a:cubicBezTo>
                  <a:pt x="1519904" y="219551"/>
                  <a:pt x="1521047" y="220694"/>
                  <a:pt x="1521047" y="222028"/>
                </a:cubicBezTo>
                <a:lnTo>
                  <a:pt x="1521047" y="228791"/>
                </a:lnTo>
                <a:cubicBezTo>
                  <a:pt x="1521047" y="230124"/>
                  <a:pt x="1519904" y="231267"/>
                  <a:pt x="1518571" y="231267"/>
                </a:cubicBezTo>
                <a:lnTo>
                  <a:pt x="1511808" y="231267"/>
                </a:lnTo>
                <a:cubicBezTo>
                  <a:pt x="1510475" y="231267"/>
                  <a:pt x="1509332" y="230124"/>
                  <a:pt x="1509332" y="228791"/>
                </a:cubicBezTo>
                <a:close/>
                <a:moveTo>
                  <a:pt x="1281398" y="95"/>
                </a:moveTo>
                <a:lnTo>
                  <a:pt x="1286161" y="95"/>
                </a:lnTo>
                <a:lnTo>
                  <a:pt x="1286161" y="8382"/>
                </a:lnTo>
                <a:lnTo>
                  <a:pt x="1275207" y="19717"/>
                </a:lnTo>
                <a:lnTo>
                  <a:pt x="1275207" y="103251"/>
                </a:lnTo>
                <a:cubicBezTo>
                  <a:pt x="1277684" y="104204"/>
                  <a:pt x="1279398" y="106585"/>
                  <a:pt x="1279398" y="109347"/>
                </a:cubicBezTo>
                <a:cubicBezTo>
                  <a:pt x="1279398" y="112967"/>
                  <a:pt x="1276445" y="115919"/>
                  <a:pt x="1272826" y="115919"/>
                </a:cubicBezTo>
                <a:cubicBezTo>
                  <a:pt x="1269206" y="115919"/>
                  <a:pt x="1266253" y="112967"/>
                  <a:pt x="1266253" y="109347"/>
                </a:cubicBezTo>
                <a:cubicBezTo>
                  <a:pt x="1266253" y="106585"/>
                  <a:pt x="1267968" y="104204"/>
                  <a:pt x="1270445" y="103251"/>
                </a:cubicBezTo>
                <a:lnTo>
                  <a:pt x="1270445" y="17717"/>
                </a:lnTo>
                <a:lnTo>
                  <a:pt x="1281398" y="6382"/>
                </a:lnTo>
                <a:lnTo>
                  <a:pt x="1281398" y="95"/>
                </a:lnTo>
                <a:close/>
                <a:moveTo>
                  <a:pt x="69437" y="3656171"/>
                </a:moveTo>
                <a:lnTo>
                  <a:pt x="89440" y="3656171"/>
                </a:lnTo>
                <a:cubicBezTo>
                  <a:pt x="89440" y="3656171"/>
                  <a:pt x="89440" y="3660934"/>
                  <a:pt x="89440" y="3660934"/>
                </a:cubicBezTo>
                <a:lnTo>
                  <a:pt x="69437" y="3660934"/>
                </a:lnTo>
                <a:cubicBezTo>
                  <a:pt x="69437" y="3660934"/>
                  <a:pt x="69437" y="3656171"/>
                  <a:pt x="69437" y="3656171"/>
                </a:cubicBezTo>
                <a:close/>
                <a:moveTo>
                  <a:pt x="1886426" y="430530"/>
                </a:moveTo>
                <a:cubicBezTo>
                  <a:pt x="1884236" y="428435"/>
                  <a:pt x="1880807" y="428339"/>
                  <a:pt x="1878616" y="430530"/>
                </a:cubicBezTo>
                <a:lnTo>
                  <a:pt x="1872901" y="436245"/>
                </a:lnTo>
                <a:cubicBezTo>
                  <a:pt x="1870710" y="438436"/>
                  <a:pt x="1870710" y="441865"/>
                  <a:pt x="1872901" y="444056"/>
                </a:cubicBezTo>
                <a:lnTo>
                  <a:pt x="1878616" y="449771"/>
                </a:lnTo>
                <a:cubicBezTo>
                  <a:pt x="1879664" y="450818"/>
                  <a:pt x="1881092" y="451390"/>
                  <a:pt x="1882521" y="451390"/>
                </a:cubicBezTo>
                <a:cubicBezTo>
                  <a:pt x="1883950" y="451390"/>
                  <a:pt x="1885378" y="450818"/>
                  <a:pt x="1886426" y="449771"/>
                </a:cubicBezTo>
                <a:lnTo>
                  <a:pt x="1892141" y="444056"/>
                </a:lnTo>
                <a:cubicBezTo>
                  <a:pt x="1894332" y="441865"/>
                  <a:pt x="1894332" y="438436"/>
                  <a:pt x="1892141" y="436245"/>
                </a:cubicBezTo>
                <a:lnTo>
                  <a:pt x="1890903" y="435007"/>
                </a:lnTo>
                <a:lnTo>
                  <a:pt x="1922336" y="396526"/>
                </a:lnTo>
                <a:lnTo>
                  <a:pt x="1922336" y="273844"/>
                </a:lnTo>
                <a:lnTo>
                  <a:pt x="1940814" y="248507"/>
                </a:lnTo>
                <a:lnTo>
                  <a:pt x="1941767" y="182880"/>
                </a:lnTo>
                <a:cubicBezTo>
                  <a:pt x="1942624" y="182690"/>
                  <a:pt x="1943481" y="182404"/>
                  <a:pt x="1944338" y="182023"/>
                </a:cubicBezTo>
                <a:cubicBezTo>
                  <a:pt x="1947196" y="180689"/>
                  <a:pt x="1949387" y="178403"/>
                  <a:pt x="1950434" y="175451"/>
                </a:cubicBezTo>
                <a:cubicBezTo>
                  <a:pt x="1951482" y="172498"/>
                  <a:pt x="1951387" y="169355"/>
                  <a:pt x="1950053" y="166497"/>
                </a:cubicBezTo>
                <a:cubicBezTo>
                  <a:pt x="1948720" y="163640"/>
                  <a:pt x="1946434" y="161449"/>
                  <a:pt x="1943481" y="160401"/>
                </a:cubicBezTo>
                <a:cubicBezTo>
                  <a:pt x="1937385" y="158115"/>
                  <a:pt x="1930622" y="161258"/>
                  <a:pt x="1928336" y="167354"/>
                </a:cubicBezTo>
                <a:cubicBezTo>
                  <a:pt x="1926050" y="173450"/>
                  <a:pt x="1929194" y="180213"/>
                  <a:pt x="1935290" y="182499"/>
                </a:cubicBezTo>
                <a:cubicBezTo>
                  <a:pt x="1935861" y="182690"/>
                  <a:pt x="1936432" y="182690"/>
                  <a:pt x="1936909" y="182785"/>
                </a:cubicBezTo>
                <a:lnTo>
                  <a:pt x="1935956" y="247079"/>
                </a:lnTo>
                <a:lnTo>
                  <a:pt x="1917478" y="272510"/>
                </a:lnTo>
                <a:lnTo>
                  <a:pt x="1917478" y="395097"/>
                </a:lnTo>
                <a:lnTo>
                  <a:pt x="1887379" y="431959"/>
                </a:lnTo>
                <a:lnTo>
                  <a:pt x="1886331" y="430911"/>
                </a:lnTo>
                <a:close/>
                <a:moveTo>
                  <a:pt x="1932813" y="168783"/>
                </a:moveTo>
                <a:cubicBezTo>
                  <a:pt x="1933861" y="165926"/>
                  <a:pt x="1936528" y="164211"/>
                  <a:pt x="1939385" y="164211"/>
                </a:cubicBezTo>
                <a:cubicBezTo>
                  <a:pt x="1940243" y="164211"/>
                  <a:pt x="1941005" y="164402"/>
                  <a:pt x="1941767" y="164687"/>
                </a:cubicBezTo>
                <a:cubicBezTo>
                  <a:pt x="1943481" y="165354"/>
                  <a:pt x="1944910" y="166592"/>
                  <a:pt x="1945672" y="168307"/>
                </a:cubicBezTo>
                <a:cubicBezTo>
                  <a:pt x="1946434" y="170021"/>
                  <a:pt x="1946529" y="171926"/>
                  <a:pt x="1945862" y="173641"/>
                </a:cubicBezTo>
                <a:cubicBezTo>
                  <a:pt x="1945196" y="175355"/>
                  <a:pt x="1943957" y="176784"/>
                  <a:pt x="1942243" y="177546"/>
                </a:cubicBezTo>
                <a:cubicBezTo>
                  <a:pt x="1940528" y="178308"/>
                  <a:pt x="1938623" y="178403"/>
                  <a:pt x="1936909" y="177737"/>
                </a:cubicBezTo>
                <a:cubicBezTo>
                  <a:pt x="1933289" y="176403"/>
                  <a:pt x="1931480" y="172403"/>
                  <a:pt x="1932813" y="168783"/>
                </a:cubicBezTo>
                <a:close/>
                <a:moveTo>
                  <a:pt x="1888712" y="440627"/>
                </a:moveTo>
                <a:lnTo>
                  <a:pt x="1882997" y="446342"/>
                </a:lnTo>
                <a:cubicBezTo>
                  <a:pt x="1882997" y="446342"/>
                  <a:pt x="1882235" y="446627"/>
                  <a:pt x="1881950" y="446342"/>
                </a:cubicBezTo>
                <a:lnTo>
                  <a:pt x="1876235" y="440627"/>
                </a:lnTo>
                <a:cubicBezTo>
                  <a:pt x="1876235" y="440627"/>
                  <a:pt x="1875949" y="439864"/>
                  <a:pt x="1876235" y="439579"/>
                </a:cubicBezTo>
                <a:lnTo>
                  <a:pt x="1881950" y="433864"/>
                </a:lnTo>
                <a:cubicBezTo>
                  <a:pt x="1881950" y="433864"/>
                  <a:pt x="1882331" y="433673"/>
                  <a:pt x="1882426" y="433673"/>
                </a:cubicBezTo>
                <a:cubicBezTo>
                  <a:pt x="1882521" y="433673"/>
                  <a:pt x="1882807" y="433673"/>
                  <a:pt x="1882997" y="433864"/>
                </a:cubicBezTo>
                <a:lnTo>
                  <a:pt x="1888712" y="439579"/>
                </a:lnTo>
                <a:cubicBezTo>
                  <a:pt x="1888712" y="439579"/>
                  <a:pt x="1888998" y="440341"/>
                  <a:pt x="1888712" y="440627"/>
                </a:cubicBezTo>
                <a:close/>
                <a:moveTo>
                  <a:pt x="93917" y="3606546"/>
                </a:moveTo>
                <a:lnTo>
                  <a:pt x="114586" y="3606355"/>
                </a:lnTo>
                <a:cubicBezTo>
                  <a:pt x="114872" y="3608070"/>
                  <a:pt x="115538" y="3609785"/>
                  <a:pt x="116491" y="3611309"/>
                </a:cubicBezTo>
                <a:cubicBezTo>
                  <a:pt x="118396" y="3614071"/>
                  <a:pt x="121253" y="3615976"/>
                  <a:pt x="124587" y="3616643"/>
                </a:cubicBezTo>
                <a:cubicBezTo>
                  <a:pt x="125349" y="3616833"/>
                  <a:pt x="126206" y="3616833"/>
                  <a:pt x="126968" y="3616833"/>
                </a:cubicBezTo>
                <a:cubicBezTo>
                  <a:pt x="129445" y="3616833"/>
                  <a:pt x="131921" y="3616071"/>
                  <a:pt x="134112" y="3614642"/>
                </a:cubicBezTo>
                <a:cubicBezTo>
                  <a:pt x="136874" y="3612737"/>
                  <a:pt x="138779" y="3609880"/>
                  <a:pt x="139446" y="3606546"/>
                </a:cubicBezTo>
                <a:cubicBezTo>
                  <a:pt x="140113" y="3603212"/>
                  <a:pt x="139446" y="3599879"/>
                  <a:pt x="137446" y="3597021"/>
                </a:cubicBezTo>
                <a:cubicBezTo>
                  <a:pt x="135541" y="3594259"/>
                  <a:pt x="132683" y="3592354"/>
                  <a:pt x="129350" y="3591782"/>
                </a:cubicBezTo>
                <a:cubicBezTo>
                  <a:pt x="126016" y="3591211"/>
                  <a:pt x="122682" y="3591782"/>
                  <a:pt x="119920" y="3593783"/>
                </a:cubicBezTo>
                <a:cubicBezTo>
                  <a:pt x="117158" y="3595592"/>
                  <a:pt x="115348" y="3598450"/>
                  <a:pt x="114681" y="3601688"/>
                </a:cubicBezTo>
                <a:lnTo>
                  <a:pt x="95726" y="3601879"/>
                </a:lnTo>
                <a:lnTo>
                  <a:pt x="191" y="3519107"/>
                </a:lnTo>
                <a:lnTo>
                  <a:pt x="191" y="3525393"/>
                </a:lnTo>
                <a:lnTo>
                  <a:pt x="93345" y="3606070"/>
                </a:lnTo>
                <a:lnTo>
                  <a:pt x="94012" y="3606642"/>
                </a:lnTo>
                <a:close/>
                <a:moveTo>
                  <a:pt x="122492" y="3597593"/>
                </a:moveTo>
                <a:lnTo>
                  <a:pt x="122492" y="3597593"/>
                </a:lnTo>
                <a:cubicBezTo>
                  <a:pt x="123825" y="3596640"/>
                  <a:pt x="125349" y="3596259"/>
                  <a:pt x="126968" y="3596259"/>
                </a:cubicBezTo>
                <a:cubicBezTo>
                  <a:pt x="129445" y="3596259"/>
                  <a:pt x="131921" y="3597497"/>
                  <a:pt x="133445" y="3599688"/>
                </a:cubicBezTo>
                <a:cubicBezTo>
                  <a:pt x="134588" y="3601403"/>
                  <a:pt x="135065" y="3603498"/>
                  <a:pt x="134684" y="3605594"/>
                </a:cubicBezTo>
                <a:cubicBezTo>
                  <a:pt x="134303" y="3607689"/>
                  <a:pt x="133160" y="3609499"/>
                  <a:pt x="131350" y="3610642"/>
                </a:cubicBezTo>
                <a:cubicBezTo>
                  <a:pt x="129635" y="3611785"/>
                  <a:pt x="127540" y="3612261"/>
                  <a:pt x="125444" y="3611880"/>
                </a:cubicBezTo>
                <a:cubicBezTo>
                  <a:pt x="123349" y="3611499"/>
                  <a:pt x="121634" y="3610356"/>
                  <a:pt x="120396" y="3608546"/>
                </a:cubicBezTo>
                <a:cubicBezTo>
                  <a:pt x="119253" y="3606832"/>
                  <a:pt x="118777" y="3604736"/>
                  <a:pt x="119158" y="3602641"/>
                </a:cubicBezTo>
                <a:cubicBezTo>
                  <a:pt x="119539" y="3600545"/>
                  <a:pt x="120682" y="3598736"/>
                  <a:pt x="122492" y="3597593"/>
                </a:cubicBezTo>
                <a:close/>
                <a:moveTo>
                  <a:pt x="29528" y="3656171"/>
                </a:moveTo>
                <a:lnTo>
                  <a:pt x="49530" y="3656171"/>
                </a:lnTo>
                <a:cubicBezTo>
                  <a:pt x="49530" y="3656171"/>
                  <a:pt x="49530" y="3660934"/>
                  <a:pt x="49530" y="3660934"/>
                </a:cubicBezTo>
                <a:lnTo>
                  <a:pt x="29528" y="3660934"/>
                </a:lnTo>
                <a:cubicBezTo>
                  <a:pt x="29528" y="3660934"/>
                  <a:pt x="29528" y="3656171"/>
                  <a:pt x="29528" y="3656171"/>
                </a:cubicBezTo>
                <a:close/>
                <a:moveTo>
                  <a:pt x="1446181" y="2361629"/>
                </a:moveTo>
                <a:cubicBezTo>
                  <a:pt x="1444657" y="2358009"/>
                  <a:pt x="1441895" y="2355247"/>
                  <a:pt x="1438275" y="2353818"/>
                </a:cubicBezTo>
                <a:cubicBezTo>
                  <a:pt x="1434656" y="2352389"/>
                  <a:pt x="1430750" y="2352389"/>
                  <a:pt x="1427131" y="2353818"/>
                </a:cubicBezTo>
                <a:cubicBezTo>
                  <a:pt x="1423511" y="2355342"/>
                  <a:pt x="1420749" y="2358104"/>
                  <a:pt x="1419320" y="2361724"/>
                </a:cubicBezTo>
                <a:cubicBezTo>
                  <a:pt x="1418844" y="2362962"/>
                  <a:pt x="1418558" y="2364200"/>
                  <a:pt x="1418368" y="2365439"/>
                </a:cubicBezTo>
                <a:lnTo>
                  <a:pt x="1365695" y="2365439"/>
                </a:lnTo>
                <a:lnTo>
                  <a:pt x="1290638" y="2431161"/>
                </a:lnTo>
                <a:lnTo>
                  <a:pt x="1267778" y="2431352"/>
                </a:lnTo>
                <a:lnTo>
                  <a:pt x="1170908" y="2508695"/>
                </a:lnTo>
                <a:cubicBezTo>
                  <a:pt x="1166813" y="2505170"/>
                  <a:pt x="1161002" y="2503932"/>
                  <a:pt x="1155668" y="2506123"/>
                </a:cubicBezTo>
                <a:cubicBezTo>
                  <a:pt x="1148239" y="2509266"/>
                  <a:pt x="1144810" y="2517743"/>
                  <a:pt x="1147858" y="2525173"/>
                </a:cubicBezTo>
                <a:cubicBezTo>
                  <a:pt x="1150239" y="2530697"/>
                  <a:pt x="1155573" y="2534126"/>
                  <a:pt x="1161288" y="2534126"/>
                </a:cubicBezTo>
                <a:cubicBezTo>
                  <a:pt x="1163193" y="2534126"/>
                  <a:pt x="1165098" y="2533745"/>
                  <a:pt x="1166908" y="2532984"/>
                </a:cubicBezTo>
                <a:cubicBezTo>
                  <a:pt x="1174337" y="2529840"/>
                  <a:pt x="1177766" y="2521363"/>
                  <a:pt x="1174718" y="2513934"/>
                </a:cubicBezTo>
                <a:cubicBezTo>
                  <a:pt x="1174528" y="2513362"/>
                  <a:pt x="1174147" y="2512886"/>
                  <a:pt x="1173861" y="2512409"/>
                </a:cubicBezTo>
                <a:lnTo>
                  <a:pt x="1269492" y="2436114"/>
                </a:lnTo>
                <a:lnTo>
                  <a:pt x="1292543" y="2435924"/>
                </a:lnTo>
                <a:lnTo>
                  <a:pt x="1367504" y="2370201"/>
                </a:lnTo>
                <a:lnTo>
                  <a:pt x="1418558" y="2370201"/>
                </a:lnTo>
                <a:cubicBezTo>
                  <a:pt x="1418749" y="2371058"/>
                  <a:pt x="1419035" y="2372011"/>
                  <a:pt x="1419416" y="2372868"/>
                </a:cubicBezTo>
                <a:cubicBezTo>
                  <a:pt x="1421797" y="2378393"/>
                  <a:pt x="1427131" y="2381822"/>
                  <a:pt x="1432846" y="2381822"/>
                </a:cubicBezTo>
                <a:cubicBezTo>
                  <a:pt x="1434751" y="2381822"/>
                  <a:pt x="1436656" y="2381441"/>
                  <a:pt x="1438466" y="2380679"/>
                </a:cubicBezTo>
                <a:cubicBezTo>
                  <a:pt x="1442085" y="2379155"/>
                  <a:pt x="1444847" y="2376392"/>
                  <a:pt x="1446276" y="2372773"/>
                </a:cubicBezTo>
                <a:cubicBezTo>
                  <a:pt x="1446657" y="2371820"/>
                  <a:pt x="1446943" y="2370963"/>
                  <a:pt x="1447133" y="2370011"/>
                </a:cubicBezTo>
                <a:lnTo>
                  <a:pt x="1523714" y="2370011"/>
                </a:lnTo>
                <a:lnTo>
                  <a:pt x="1542860" y="2347817"/>
                </a:lnTo>
                <a:lnTo>
                  <a:pt x="1607153" y="2347817"/>
                </a:lnTo>
                <a:lnTo>
                  <a:pt x="1607153" y="2350770"/>
                </a:lnTo>
                <a:cubicBezTo>
                  <a:pt x="1607153" y="2354199"/>
                  <a:pt x="1609916" y="2357057"/>
                  <a:pt x="1613440" y="2357057"/>
                </a:cubicBezTo>
                <a:lnTo>
                  <a:pt x="1626680" y="2357057"/>
                </a:lnTo>
                <a:cubicBezTo>
                  <a:pt x="1630109" y="2357057"/>
                  <a:pt x="1632966" y="2354294"/>
                  <a:pt x="1632966" y="2350770"/>
                </a:cubicBezTo>
                <a:lnTo>
                  <a:pt x="1632966" y="2337530"/>
                </a:lnTo>
                <a:cubicBezTo>
                  <a:pt x="1632966" y="2334101"/>
                  <a:pt x="1630204" y="2331244"/>
                  <a:pt x="1626680" y="2331244"/>
                </a:cubicBezTo>
                <a:lnTo>
                  <a:pt x="1613440" y="2331244"/>
                </a:lnTo>
                <a:cubicBezTo>
                  <a:pt x="1610011" y="2331244"/>
                  <a:pt x="1607153" y="2334006"/>
                  <a:pt x="1607153" y="2337530"/>
                </a:cubicBezTo>
                <a:lnTo>
                  <a:pt x="1607153" y="2343055"/>
                </a:lnTo>
                <a:lnTo>
                  <a:pt x="1540669" y="2343055"/>
                </a:lnTo>
                <a:lnTo>
                  <a:pt x="1521524" y="2365248"/>
                </a:lnTo>
                <a:lnTo>
                  <a:pt x="1447228" y="2365248"/>
                </a:lnTo>
                <a:cubicBezTo>
                  <a:pt x="1447038" y="2364010"/>
                  <a:pt x="1446752" y="2362867"/>
                  <a:pt x="1446276" y="2361629"/>
                </a:cubicBezTo>
                <a:close/>
                <a:moveTo>
                  <a:pt x="1165193" y="2528602"/>
                </a:moveTo>
                <a:cubicBezTo>
                  <a:pt x="1160240" y="2530697"/>
                  <a:pt x="1154430" y="2528316"/>
                  <a:pt x="1152335" y="2523363"/>
                </a:cubicBezTo>
                <a:cubicBezTo>
                  <a:pt x="1150239" y="2518410"/>
                  <a:pt x="1152620" y="2512600"/>
                  <a:pt x="1157573" y="2510504"/>
                </a:cubicBezTo>
                <a:cubicBezTo>
                  <a:pt x="1158812" y="2510028"/>
                  <a:pt x="1160050" y="2509742"/>
                  <a:pt x="1161383" y="2509742"/>
                </a:cubicBezTo>
                <a:cubicBezTo>
                  <a:pt x="1165193" y="2509742"/>
                  <a:pt x="1168813" y="2512028"/>
                  <a:pt x="1170432" y="2515743"/>
                </a:cubicBezTo>
                <a:cubicBezTo>
                  <a:pt x="1172528" y="2520696"/>
                  <a:pt x="1170146" y="2526506"/>
                  <a:pt x="1165193" y="2528602"/>
                </a:cubicBezTo>
                <a:close/>
                <a:moveTo>
                  <a:pt x="1441895" y="2370963"/>
                </a:moveTo>
                <a:cubicBezTo>
                  <a:pt x="1440942" y="2373344"/>
                  <a:pt x="1439037" y="2375249"/>
                  <a:pt x="1436656" y="2376297"/>
                </a:cubicBezTo>
                <a:cubicBezTo>
                  <a:pt x="1431703" y="2378393"/>
                  <a:pt x="1425893" y="2376011"/>
                  <a:pt x="1423892" y="2371058"/>
                </a:cubicBezTo>
                <a:cubicBezTo>
                  <a:pt x="1422845" y="2368677"/>
                  <a:pt x="1422845" y="2366010"/>
                  <a:pt x="1423892" y="2363534"/>
                </a:cubicBezTo>
                <a:cubicBezTo>
                  <a:pt x="1424845" y="2361152"/>
                  <a:pt x="1426750" y="2359247"/>
                  <a:pt x="1429131" y="2358200"/>
                </a:cubicBezTo>
                <a:cubicBezTo>
                  <a:pt x="1430369" y="2357723"/>
                  <a:pt x="1431607" y="2357438"/>
                  <a:pt x="1432941" y="2357438"/>
                </a:cubicBezTo>
                <a:cubicBezTo>
                  <a:pt x="1434275" y="2357438"/>
                  <a:pt x="1435418" y="2357723"/>
                  <a:pt x="1436656" y="2358200"/>
                </a:cubicBezTo>
                <a:cubicBezTo>
                  <a:pt x="1439037" y="2359152"/>
                  <a:pt x="1440942" y="2361057"/>
                  <a:pt x="1441990" y="2363438"/>
                </a:cubicBezTo>
                <a:cubicBezTo>
                  <a:pt x="1443038" y="2365820"/>
                  <a:pt x="1443038" y="2368487"/>
                  <a:pt x="1441990" y="2370963"/>
                </a:cubicBezTo>
                <a:close/>
                <a:moveTo>
                  <a:pt x="49149" y="249745"/>
                </a:moveTo>
                <a:cubicBezTo>
                  <a:pt x="54864" y="249745"/>
                  <a:pt x="59531" y="245078"/>
                  <a:pt x="59531" y="239363"/>
                </a:cubicBezTo>
                <a:cubicBezTo>
                  <a:pt x="59531" y="233648"/>
                  <a:pt x="54864" y="228981"/>
                  <a:pt x="49149" y="228981"/>
                </a:cubicBezTo>
                <a:cubicBezTo>
                  <a:pt x="44291" y="228981"/>
                  <a:pt x="40291" y="232410"/>
                  <a:pt x="39243" y="236982"/>
                </a:cubicBezTo>
                <a:lnTo>
                  <a:pt x="1048" y="236982"/>
                </a:lnTo>
                <a:lnTo>
                  <a:pt x="95" y="236125"/>
                </a:lnTo>
                <a:lnTo>
                  <a:pt x="95" y="241745"/>
                </a:lnTo>
                <a:lnTo>
                  <a:pt x="39243" y="241745"/>
                </a:lnTo>
                <a:cubicBezTo>
                  <a:pt x="40386" y="246317"/>
                  <a:pt x="44291" y="249745"/>
                  <a:pt x="49149" y="249745"/>
                </a:cubicBezTo>
                <a:close/>
                <a:moveTo>
                  <a:pt x="49149" y="233648"/>
                </a:moveTo>
                <a:cubicBezTo>
                  <a:pt x="52292" y="233648"/>
                  <a:pt x="54769" y="236220"/>
                  <a:pt x="54769" y="239268"/>
                </a:cubicBezTo>
                <a:cubicBezTo>
                  <a:pt x="54769" y="242316"/>
                  <a:pt x="52197" y="244888"/>
                  <a:pt x="49149" y="244888"/>
                </a:cubicBezTo>
                <a:cubicBezTo>
                  <a:pt x="46101" y="244888"/>
                  <a:pt x="43529" y="242316"/>
                  <a:pt x="43529" y="239268"/>
                </a:cubicBezTo>
                <a:cubicBezTo>
                  <a:pt x="43529" y="236220"/>
                  <a:pt x="46101" y="233648"/>
                  <a:pt x="49149" y="233648"/>
                </a:cubicBezTo>
                <a:close/>
                <a:moveTo>
                  <a:pt x="1439513" y="2364391"/>
                </a:moveTo>
                <a:cubicBezTo>
                  <a:pt x="1441037" y="2368106"/>
                  <a:pt x="1439323" y="2372297"/>
                  <a:pt x="1435703" y="2373821"/>
                </a:cubicBezTo>
                <a:cubicBezTo>
                  <a:pt x="1431989" y="2375345"/>
                  <a:pt x="1427798" y="2373630"/>
                  <a:pt x="1426274" y="2370011"/>
                </a:cubicBezTo>
                <a:cubicBezTo>
                  <a:pt x="1424750" y="2366296"/>
                  <a:pt x="1426464" y="2362105"/>
                  <a:pt x="1430179" y="2360581"/>
                </a:cubicBezTo>
                <a:cubicBezTo>
                  <a:pt x="1433894" y="2359057"/>
                  <a:pt x="1438085" y="2360771"/>
                  <a:pt x="1439609" y="2364391"/>
                </a:cubicBezTo>
                <a:close/>
                <a:moveTo>
                  <a:pt x="60770" y="3621596"/>
                </a:moveTo>
                <a:cubicBezTo>
                  <a:pt x="58007" y="3615214"/>
                  <a:pt x="50483" y="3612261"/>
                  <a:pt x="44101" y="3615119"/>
                </a:cubicBezTo>
                <a:lnTo>
                  <a:pt x="44101" y="3615119"/>
                </a:lnTo>
                <a:cubicBezTo>
                  <a:pt x="43339" y="3615404"/>
                  <a:pt x="42862" y="3615976"/>
                  <a:pt x="42291" y="3616452"/>
                </a:cubicBezTo>
                <a:lnTo>
                  <a:pt x="95" y="3579590"/>
                </a:lnTo>
                <a:lnTo>
                  <a:pt x="95" y="3585877"/>
                </a:lnTo>
                <a:lnTo>
                  <a:pt x="38862" y="3619786"/>
                </a:lnTo>
                <a:cubicBezTo>
                  <a:pt x="36576" y="3623215"/>
                  <a:pt x="35814" y="3627692"/>
                  <a:pt x="37624" y="3631787"/>
                </a:cubicBezTo>
                <a:cubicBezTo>
                  <a:pt x="39719" y="3636550"/>
                  <a:pt x="44387" y="3639312"/>
                  <a:pt x="49244" y="3639312"/>
                </a:cubicBezTo>
                <a:cubicBezTo>
                  <a:pt x="50959" y="3639312"/>
                  <a:pt x="52673" y="3638931"/>
                  <a:pt x="54293" y="3638264"/>
                </a:cubicBezTo>
                <a:cubicBezTo>
                  <a:pt x="60674" y="3635502"/>
                  <a:pt x="63532" y="3627977"/>
                  <a:pt x="60770" y="3621596"/>
                </a:cubicBezTo>
                <a:close/>
                <a:moveTo>
                  <a:pt x="42005" y="3629787"/>
                </a:moveTo>
                <a:cubicBezTo>
                  <a:pt x="40291" y="3625787"/>
                  <a:pt x="42005" y="3621119"/>
                  <a:pt x="46006" y="3619405"/>
                </a:cubicBezTo>
                <a:cubicBezTo>
                  <a:pt x="50006" y="3617690"/>
                  <a:pt x="54674" y="3619405"/>
                  <a:pt x="56388" y="3623405"/>
                </a:cubicBezTo>
                <a:cubicBezTo>
                  <a:pt x="58103" y="3627406"/>
                  <a:pt x="56388" y="3632073"/>
                  <a:pt x="52387" y="3633788"/>
                </a:cubicBezTo>
                <a:cubicBezTo>
                  <a:pt x="48387" y="3635502"/>
                  <a:pt x="43720" y="3633788"/>
                  <a:pt x="42005" y="3629787"/>
                </a:cubicBezTo>
                <a:close/>
                <a:moveTo>
                  <a:pt x="91059" y="3718084"/>
                </a:moveTo>
                <a:lnTo>
                  <a:pt x="91059" y="3722846"/>
                </a:lnTo>
                <a:lnTo>
                  <a:pt x="72676" y="3722846"/>
                </a:lnTo>
                <a:lnTo>
                  <a:pt x="72676" y="3718084"/>
                </a:lnTo>
                <a:lnTo>
                  <a:pt x="91059" y="3718084"/>
                </a:lnTo>
                <a:close/>
                <a:moveTo>
                  <a:pt x="96869" y="1165860"/>
                </a:moveTo>
                <a:lnTo>
                  <a:pt x="186595" y="1165860"/>
                </a:lnTo>
                <a:cubicBezTo>
                  <a:pt x="187643" y="1169861"/>
                  <a:pt x="191167" y="1172909"/>
                  <a:pt x="195548" y="1172909"/>
                </a:cubicBezTo>
                <a:cubicBezTo>
                  <a:pt x="200787" y="1172909"/>
                  <a:pt x="204978" y="1168718"/>
                  <a:pt x="204978" y="1163479"/>
                </a:cubicBezTo>
                <a:cubicBezTo>
                  <a:pt x="204978" y="1158240"/>
                  <a:pt x="200787" y="1154049"/>
                  <a:pt x="195548" y="1154049"/>
                </a:cubicBezTo>
                <a:cubicBezTo>
                  <a:pt x="191167" y="1154049"/>
                  <a:pt x="187643" y="1157097"/>
                  <a:pt x="186595" y="1161098"/>
                </a:cubicBezTo>
                <a:lnTo>
                  <a:pt x="94774" y="1161098"/>
                </a:lnTo>
                <a:lnTo>
                  <a:pt x="61722" y="1196150"/>
                </a:lnTo>
                <a:lnTo>
                  <a:pt x="61722" y="1293305"/>
                </a:lnTo>
                <a:cubicBezTo>
                  <a:pt x="57722" y="1294352"/>
                  <a:pt x="54674" y="1297877"/>
                  <a:pt x="54674" y="1302258"/>
                </a:cubicBezTo>
                <a:cubicBezTo>
                  <a:pt x="54674" y="1307497"/>
                  <a:pt x="58865" y="1311688"/>
                  <a:pt x="64103" y="1311688"/>
                </a:cubicBezTo>
                <a:cubicBezTo>
                  <a:pt x="69342" y="1311688"/>
                  <a:pt x="73533" y="1307497"/>
                  <a:pt x="73533" y="1302258"/>
                </a:cubicBezTo>
                <a:cubicBezTo>
                  <a:pt x="73533" y="1297877"/>
                  <a:pt x="70485" y="1294352"/>
                  <a:pt x="66485" y="1293305"/>
                </a:cubicBezTo>
                <a:lnTo>
                  <a:pt x="66485" y="1198055"/>
                </a:lnTo>
                <a:lnTo>
                  <a:pt x="96869" y="1165860"/>
                </a:lnTo>
                <a:close/>
                <a:moveTo>
                  <a:pt x="195548" y="1158812"/>
                </a:moveTo>
                <a:cubicBezTo>
                  <a:pt x="198120" y="1158812"/>
                  <a:pt x="200216" y="1160907"/>
                  <a:pt x="200216" y="1163479"/>
                </a:cubicBezTo>
                <a:cubicBezTo>
                  <a:pt x="200216" y="1166051"/>
                  <a:pt x="198120" y="1168146"/>
                  <a:pt x="195548" y="1168146"/>
                </a:cubicBezTo>
                <a:cubicBezTo>
                  <a:pt x="192977" y="1168146"/>
                  <a:pt x="190881" y="1166051"/>
                  <a:pt x="190881" y="1163479"/>
                </a:cubicBezTo>
                <a:cubicBezTo>
                  <a:pt x="190881" y="1160907"/>
                  <a:pt x="192977" y="1158812"/>
                  <a:pt x="195548" y="1158812"/>
                </a:cubicBezTo>
                <a:close/>
                <a:moveTo>
                  <a:pt x="68866" y="1302353"/>
                </a:moveTo>
                <a:cubicBezTo>
                  <a:pt x="68866" y="1304925"/>
                  <a:pt x="66770" y="1307021"/>
                  <a:pt x="64199" y="1307021"/>
                </a:cubicBezTo>
                <a:cubicBezTo>
                  <a:pt x="61627" y="1307021"/>
                  <a:pt x="59531" y="1304925"/>
                  <a:pt x="59531" y="1302353"/>
                </a:cubicBezTo>
                <a:cubicBezTo>
                  <a:pt x="59531" y="1299782"/>
                  <a:pt x="61627" y="1297686"/>
                  <a:pt x="64199" y="1297686"/>
                </a:cubicBezTo>
                <a:cubicBezTo>
                  <a:pt x="66770" y="1297686"/>
                  <a:pt x="68866" y="1299782"/>
                  <a:pt x="68866" y="1302353"/>
                </a:cubicBezTo>
                <a:close/>
                <a:moveTo>
                  <a:pt x="56579" y="4919949"/>
                </a:moveTo>
                <a:lnTo>
                  <a:pt x="56579" y="4845558"/>
                </a:lnTo>
                <a:cubicBezTo>
                  <a:pt x="56579" y="4845558"/>
                  <a:pt x="95" y="4845558"/>
                  <a:pt x="95" y="4845558"/>
                </a:cubicBezTo>
                <a:lnTo>
                  <a:pt x="95" y="4840796"/>
                </a:lnTo>
                <a:lnTo>
                  <a:pt x="59150" y="4840796"/>
                </a:lnTo>
                <a:cubicBezTo>
                  <a:pt x="59817" y="4840796"/>
                  <a:pt x="60389" y="4840986"/>
                  <a:pt x="60865" y="4841462"/>
                </a:cubicBezTo>
                <a:cubicBezTo>
                  <a:pt x="61341" y="4841939"/>
                  <a:pt x="61532" y="4842510"/>
                  <a:pt x="61532" y="4843177"/>
                </a:cubicBezTo>
                <a:lnTo>
                  <a:pt x="61532" y="4920329"/>
                </a:lnTo>
                <a:cubicBezTo>
                  <a:pt x="63437" y="4920901"/>
                  <a:pt x="65437" y="4921949"/>
                  <a:pt x="66770" y="4923758"/>
                </a:cubicBezTo>
                <a:cubicBezTo>
                  <a:pt x="68294" y="4925854"/>
                  <a:pt x="68866" y="4928425"/>
                  <a:pt x="68390" y="4930997"/>
                </a:cubicBezTo>
                <a:cubicBezTo>
                  <a:pt x="67913" y="4933569"/>
                  <a:pt x="66485" y="4935855"/>
                  <a:pt x="64294" y="4937284"/>
                </a:cubicBezTo>
                <a:cubicBezTo>
                  <a:pt x="59912" y="4940237"/>
                  <a:pt x="53816" y="4939189"/>
                  <a:pt x="50768" y="4934903"/>
                </a:cubicBezTo>
                <a:cubicBezTo>
                  <a:pt x="49244" y="4932807"/>
                  <a:pt x="48673" y="4930235"/>
                  <a:pt x="49149" y="4927664"/>
                </a:cubicBezTo>
                <a:cubicBezTo>
                  <a:pt x="49625" y="4925092"/>
                  <a:pt x="51054" y="4922806"/>
                  <a:pt x="53245" y="4921377"/>
                </a:cubicBezTo>
                <a:cubicBezTo>
                  <a:pt x="54293" y="4920710"/>
                  <a:pt x="55436" y="4920329"/>
                  <a:pt x="56579" y="4920044"/>
                </a:cubicBezTo>
                <a:close/>
                <a:moveTo>
                  <a:pt x="165259" y="4864704"/>
                </a:moveTo>
                <a:cubicBezTo>
                  <a:pt x="169926" y="4864704"/>
                  <a:pt x="173736" y="4868513"/>
                  <a:pt x="173736" y="4873181"/>
                </a:cubicBezTo>
                <a:lnTo>
                  <a:pt x="173736" y="4921377"/>
                </a:lnTo>
                <a:cubicBezTo>
                  <a:pt x="173736" y="4926044"/>
                  <a:pt x="169926" y="4929854"/>
                  <a:pt x="165259" y="4929854"/>
                </a:cubicBezTo>
                <a:lnTo>
                  <a:pt x="126683" y="4929854"/>
                </a:lnTo>
                <a:cubicBezTo>
                  <a:pt x="124206" y="4929854"/>
                  <a:pt x="121825" y="4928712"/>
                  <a:pt x="120206" y="4926806"/>
                </a:cubicBezTo>
                <a:lnTo>
                  <a:pt x="110585" y="4915376"/>
                </a:lnTo>
                <a:cubicBezTo>
                  <a:pt x="109252" y="4913853"/>
                  <a:pt x="108585" y="4911947"/>
                  <a:pt x="108585" y="4909947"/>
                </a:cubicBezTo>
                <a:lnTo>
                  <a:pt x="108585" y="4873181"/>
                </a:lnTo>
                <a:cubicBezTo>
                  <a:pt x="108585" y="4868513"/>
                  <a:pt x="112395" y="4864704"/>
                  <a:pt x="117062" y="4864704"/>
                </a:cubicBezTo>
                <a:lnTo>
                  <a:pt x="165259" y="4864704"/>
                </a:lnTo>
                <a:close/>
                <a:moveTo>
                  <a:pt x="95" y="3753803"/>
                </a:moveTo>
                <a:lnTo>
                  <a:pt x="93155" y="3753803"/>
                </a:lnTo>
                <a:cubicBezTo>
                  <a:pt x="93821" y="3757517"/>
                  <a:pt x="95726" y="3760756"/>
                  <a:pt x="98774" y="3762947"/>
                </a:cubicBezTo>
                <a:cubicBezTo>
                  <a:pt x="105156" y="3767614"/>
                  <a:pt x="114110" y="3766280"/>
                  <a:pt x="118777" y="3759899"/>
                </a:cubicBezTo>
                <a:cubicBezTo>
                  <a:pt x="120682" y="3757327"/>
                  <a:pt x="121539" y="3754374"/>
                  <a:pt x="121539" y="3751421"/>
                </a:cubicBezTo>
                <a:cubicBezTo>
                  <a:pt x="121539" y="3747040"/>
                  <a:pt x="119539" y="3742659"/>
                  <a:pt x="115729" y="3739801"/>
                </a:cubicBezTo>
                <a:cubicBezTo>
                  <a:pt x="109347" y="3735134"/>
                  <a:pt x="100394" y="3736467"/>
                  <a:pt x="95726" y="3742849"/>
                </a:cubicBezTo>
                <a:cubicBezTo>
                  <a:pt x="94393" y="3744659"/>
                  <a:pt x="93536" y="3746754"/>
                  <a:pt x="93250" y="3748945"/>
                </a:cubicBezTo>
                <a:lnTo>
                  <a:pt x="95" y="3748945"/>
                </a:lnTo>
                <a:lnTo>
                  <a:pt x="95" y="3753707"/>
                </a:lnTo>
                <a:close/>
                <a:moveTo>
                  <a:pt x="97822" y="3744563"/>
                </a:moveTo>
                <a:cubicBezTo>
                  <a:pt x="101632" y="3739325"/>
                  <a:pt x="108966" y="3738277"/>
                  <a:pt x="114205" y="3742087"/>
                </a:cubicBezTo>
                <a:cubicBezTo>
                  <a:pt x="119348" y="3745897"/>
                  <a:pt x="120491" y="3753231"/>
                  <a:pt x="116681" y="3758470"/>
                </a:cubicBezTo>
                <a:cubicBezTo>
                  <a:pt x="114872" y="3760946"/>
                  <a:pt x="112109" y="3762661"/>
                  <a:pt x="109061" y="3763137"/>
                </a:cubicBezTo>
                <a:cubicBezTo>
                  <a:pt x="106013" y="3763613"/>
                  <a:pt x="102870" y="3762851"/>
                  <a:pt x="100394" y="3761042"/>
                </a:cubicBezTo>
                <a:cubicBezTo>
                  <a:pt x="97917" y="3759232"/>
                  <a:pt x="96203" y="3756470"/>
                  <a:pt x="95726" y="3753422"/>
                </a:cubicBezTo>
                <a:cubicBezTo>
                  <a:pt x="95726" y="3752850"/>
                  <a:pt x="95631" y="3752184"/>
                  <a:pt x="95631" y="3751612"/>
                </a:cubicBezTo>
                <a:cubicBezTo>
                  <a:pt x="95631" y="3749135"/>
                  <a:pt x="96393" y="3746754"/>
                  <a:pt x="97917" y="3744754"/>
                </a:cubicBezTo>
                <a:close/>
                <a:moveTo>
                  <a:pt x="54293" y="3718084"/>
                </a:moveTo>
                <a:lnTo>
                  <a:pt x="54293" y="3722846"/>
                </a:lnTo>
                <a:lnTo>
                  <a:pt x="35909" y="3722846"/>
                </a:lnTo>
                <a:lnTo>
                  <a:pt x="35909" y="3718084"/>
                </a:lnTo>
                <a:lnTo>
                  <a:pt x="54293" y="3718084"/>
                </a:lnTo>
                <a:close/>
                <a:moveTo>
                  <a:pt x="100298" y="3751421"/>
                </a:moveTo>
                <a:cubicBezTo>
                  <a:pt x="100298" y="3747516"/>
                  <a:pt x="103442" y="3744373"/>
                  <a:pt x="107347" y="3744373"/>
                </a:cubicBezTo>
                <a:cubicBezTo>
                  <a:pt x="111252" y="3744373"/>
                  <a:pt x="114395" y="3747516"/>
                  <a:pt x="114395" y="3751421"/>
                </a:cubicBezTo>
                <a:cubicBezTo>
                  <a:pt x="114395" y="3755327"/>
                  <a:pt x="111252" y="3758470"/>
                  <a:pt x="107347" y="3758470"/>
                </a:cubicBezTo>
                <a:cubicBezTo>
                  <a:pt x="103442" y="3758470"/>
                  <a:pt x="100298" y="3755327"/>
                  <a:pt x="100298" y="3751421"/>
                </a:cubicBezTo>
                <a:close/>
                <a:moveTo>
                  <a:pt x="223361" y="65342"/>
                </a:moveTo>
                <a:lnTo>
                  <a:pt x="220313" y="68961"/>
                </a:lnTo>
                <a:lnTo>
                  <a:pt x="215837" y="65151"/>
                </a:lnTo>
                <a:lnTo>
                  <a:pt x="218885" y="61532"/>
                </a:lnTo>
                <a:lnTo>
                  <a:pt x="223361" y="65342"/>
                </a:lnTo>
                <a:close/>
                <a:moveTo>
                  <a:pt x="1501331" y="2318195"/>
                </a:moveTo>
                <a:lnTo>
                  <a:pt x="1501331" y="2308479"/>
                </a:lnTo>
                <a:cubicBezTo>
                  <a:pt x="1501331" y="2306955"/>
                  <a:pt x="1502569" y="2305812"/>
                  <a:pt x="1503998" y="2305812"/>
                </a:cubicBezTo>
                <a:lnTo>
                  <a:pt x="1513713" y="2305812"/>
                </a:lnTo>
                <a:cubicBezTo>
                  <a:pt x="1515237" y="2305812"/>
                  <a:pt x="1516380" y="2307050"/>
                  <a:pt x="1516380" y="2308479"/>
                </a:cubicBezTo>
                <a:lnTo>
                  <a:pt x="1516380" y="2318195"/>
                </a:lnTo>
                <a:cubicBezTo>
                  <a:pt x="1516380" y="2319719"/>
                  <a:pt x="1515142" y="2320862"/>
                  <a:pt x="1513713" y="2320862"/>
                </a:cubicBezTo>
                <a:lnTo>
                  <a:pt x="1503998" y="2320862"/>
                </a:lnTo>
                <a:cubicBezTo>
                  <a:pt x="1502474" y="2320862"/>
                  <a:pt x="1501331" y="2319623"/>
                  <a:pt x="1501331" y="2318195"/>
                </a:cubicBezTo>
                <a:close/>
                <a:moveTo>
                  <a:pt x="1525048" y="2143887"/>
                </a:moveTo>
                <a:cubicBezTo>
                  <a:pt x="1525048" y="2141220"/>
                  <a:pt x="1527143" y="2139125"/>
                  <a:pt x="1529810" y="2139125"/>
                </a:cubicBezTo>
                <a:cubicBezTo>
                  <a:pt x="1532477" y="2139125"/>
                  <a:pt x="1534573" y="2141315"/>
                  <a:pt x="1534573" y="2143887"/>
                </a:cubicBezTo>
                <a:cubicBezTo>
                  <a:pt x="1534573" y="2146459"/>
                  <a:pt x="1532477" y="2148650"/>
                  <a:pt x="1529810" y="2148650"/>
                </a:cubicBezTo>
                <a:cubicBezTo>
                  <a:pt x="1527143" y="2148650"/>
                  <a:pt x="1525048" y="2146554"/>
                  <a:pt x="1525048" y="2143887"/>
                </a:cubicBezTo>
                <a:close/>
                <a:moveTo>
                  <a:pt x="2370677" y="67056"/>
                </a:moveTo>
                <a:lnTo>
                  <a:pt x="2371344" y="67723"/>
                </a:lnTo>
                <a:lnTo>
                  <a:pt x="2413635" y="67723"/>
                </a:lnTo>
                <a:cubicBezTo>
                  <a:pt x="2413635" y="67723"/>
                  <a:pt x="2413635" y="68104"/>
                  <a:pt x="2413635" y="68294"/>
                </a:cubicBezTo>
                <a:cubicBezTo>
                  <a:pt x="2414397" y="71533"/>
                  <a:pt x="2416397" y="74295"/>
                  <a:pt x="2419255" y="76105"/>
                </a:cubicBezTo>
                <a:cubicBezTo>
                  <a:pt x="2421255" y="77343"/>
                  <a:pt x="2423541" y="77915"/>
                  <a:pt x="2425827" y="77915"/>
                </a:cubicBezTo>
                <a:cubicBezTo>
                  <a:pt x="2426780" y="77915"/>
                  <a:pt x="2427827" y="77819"/>
                  <a:pt x="2428780" y="77534"/>
                </a:cubicBezTo>
                <a:cubicBezTo>
                  <a:pt x="2432018" y="76772"/>
                  <a:pt x="2434781" y="74771"/>
                  <a:pt x="2436590" y="71819"/>
                </a:cubicBezTo>
                <a:cubicBezTo>
                  <a:pt x="2438305" y="68961"/>
                  <a:pt x="2438876" y="65627"/>
                  <a:pt x="2438114" y="62294"/>
                </a:cubicBezTo>
                <a:cubicBezTo>
                  <a:pt x="2437352" y="59055"/>
                  <a:pt x="2435352" y="56293"/>
                  <a:pt x="2432495" y="54483"/>
                </a:cubicBezTo>
                <a:cubicBezTo>
                  <a:pt x="2429637" y="52769"/>
                  <a:pt x="2426208" y="52197"/>
                  <a:pt x="2422970" y="52959"/>
                </a:cubicBezTo>
                <a:cubicBezTo>
                  <a:pt x="2419731" y="53721"/>
                  <a:pt x="2416969" y="55721"/>
                  <a:pt x="2415159" y="58674"/>
                </a:cubicBezTo>
                <a:cubicBezTo>
                  <a:pt x="2414397" y="60008"/>
                  <a:pt x="2413921" y="61436"/>
                  <a:pt x="2413635" y="62865"/>
                </a:cubicBezTo>
                <a:lnTo>
                  <a:pt x="2373249" y="62865"/>
                </a:lnTo>
                <a:lnTo>
                  <a:pt x="2305622" y="95"/>
                </a:lnTo>
                <a:lnTo>
                  <a:pt x="2298668" y="95"/>
                </a:lnTo>
                <a:lnTo>
                  <a:pt x="2370773" y="67056"/>
                </a:lnTo>
                <a:close/>
                <a:moveTo>
                  <a:pt x="2424113" y="57722"/>
                </a:moveTo>
                <a:cubicBezTo>
                  <a:pt x="2424684" y="57531"/>
                  <a:pt x="2425351" y="57531"/>
                  <a:pt x="2425922" y="57531"/>
                </a:cubicBezTo>
                <a:cubicBezTo>
                  <a:pt x="2427351" y="57531"/>
                  <a:pt x="2428780" y="57912"/>
                  <a:pt x="2430018" y="58674"/>
                </a:cubicBezTo>
                <a:cubicBezTo>
                  <a:pt x="2431828" y="59722"/>
                  <a:pt x="2433066" y="61436"/>
                  <a:pt x="2433542" y="63532"/>
                </a:cubicBezTo>
                <a:cubicBezTo>
                  <a:pt x="2434019" y="65532"/>
                  <a:pt x="2433733" y="67628"/>
                  <a:pt x="2432590" y="69437"/>
                </a:cubicBezTo>
                <a:cubicBezTo>
                  <a:pt x="2431542" y="71247"/>
                  <a:pt x="2429828" y="72485"/>
                  <a:pt x="2427732" y="72962"/>
                </a:cubicBezTo>
                <a:cubicBezTo>
                  <a:pt x="2425732" y="73438"/>
                  <a:pt x="2423636" y="73152"/>
                  <a:pt x="2421827" y="72009"/>
                </a:cubicBezTo>
                <a:cubicBezTo>
                  <a:pt x="2420017" y="70961"/>
                  <a:pt x="2418779" y="69247"/>
                  <a:pt x="2418302" y="67151"/>
                </a:cubicBezTo>
                <a:cubicBezTo>
                  <a:pt x="2417255" y="62960"/>
                  <a:pt x="2419922" y="58769"/>
                  <a:pt x="2424017" y="57722"/>
                </a:cubicBezTo>
                <a:close/>
                <a:moveTo>
                  <a:pt x="78867" y="136493"/>
                </a:moveTo>
                <a:cubicBezTo>
                  <a:pt x="76581" y="136493"/>
                  <a:pt x="74295" y="137541"/>
                  <a:pt x="72866" y="139256"/>
                </a:cubicBezTo>
                <a:lnTo>
                  <a:pt x="66580" y="146685"/>
                </a:lnTo>
                <a:cubicBezTo>
                  <a:pt x="65342" y="148114"/>
                  <a:pt x="64770" y="149924"/>
                  <a:pt x="64770" y="151733"/>
                </a:cubicBezTo>
                <a:lnTo>
                  <a:pt x="64770" y="175546"/>
                </a:lnTo>
                <a:cubicBezTo>
                  <a:pt x="64770" y="179927"/>
                  <a:pt x="68294" y="183452"/>
                  <a:pt x="72676" y="183452"/>
                </a:cubicBezTo>
                <a:lnTo>
                  <a:pt x="85916" y="183452"/>
                </a:lnTo>
                <a:cubicBezTo>
                  <a:pt x="85916" y="183452"/>
                  <a:pt x="85916" y="183452"/>
                  <a:pt x="85916" y="183452"/>
                </a:cubicBezTo>
                <a:lnTo>
                  <a:pt x="103918" y="183452"/>
                </a:lnTo>
                <a:cubicBezTo>
                  <a:pt x="108299" y="183452"/>
                  <a:pt x="111823" y="179927"/>
                  <a:pt x="111823" y="175546"/>
                </a:cubicBezTo>
                <a:lnTo>
                  <a:pt x="111823" y="155639"/>
                </a:lnTo>
                <a:lnTo>
                  <a:pt x="112014" y="155353"/>
                </a:lnTo>
                <a:lnTo>
                  <a:pt x="111823" y="155162"/>
                </a:lnTo>
                <a:lnTo>
                  <a:pt x="111823" y="144494"/>
                </a:lnTo>
                <a:lnTo>
                  <a:pt x="181928" y="144494"/>
                </a:lnTo>
                <a:lnTo>
                  <a:pt x="204026" y="122111"/>
                </a:lnTo>
                <a:lnTo>
                  <a:pt x="185833" y="106680"/>
                </a:lnTo>
                <a:lnTo>
                  <a:pt x="143637" y="106680"/>
                </a:lnTo>
                <a:cubicBezTo>
                  <a:pt x="143637" y="105918"/>
                  <a:pt x="143637" y="105156"/>
                  <a:pt x="143351" y="104394"/>
                </a:cubicBezTo>
                <a:cubicBezTo>
                  <a:pt x="142494" y="102013"/>
                  <a:pt x="140780" y="100108"/>
                  <a:pt x="138494" y="98965"/>
                </a:cubicBezTo>
                <a:cubicBezTo>
                  <a:pt x="136208" y="97822"/>
                  <a:pt x="133636" y="97727"/>
                  <a:pt x="131255" y="98584"/>
                </a:cubicBezTo>
                <a:cubicBezTo>
                  <a:pt x="126302" y="100298"/>
                  <a:pt x="123635" y="105728"/>
                  <a:pt x="125444" y="110681"/>
                </a:cubicBezTo>
                <a:cubicBezTo>
                  <a:pt x="126302" y="113062"/>
                  <a:pt x="128016" y="114967"/>
                  <a:pt x="130302" y="116110"/>
                </a:cubicBezTo>
                <a:cubicBezTo>
                  <a:pt x="131636" y="116777"/>
                  <a:pt x="132969" y="117062"/>
                  <a:pt x="134398" y="117062"/>
                </a:cubicBezTo>
                <a:cubicBezTo>
                  <a:pt x="135446" y="117062"/>
                  <a:pt x="136493" y="116872"/>
                  <a:pt x="137541" y="116491"/>
                </a:cubicBezTo>
                <a:cubicBezTo>
                  <a:pt x="139922" y="115634"/>
                  <a:pt x="141827" y="113919"/>
                  <a:pt x="142970" y="111633"/>
                </a:cubicBezTo>
                <a:cubicBezTo>
                  <a:pt x="142970" y="111633"/>
                  <a:pt x="142970" y="111538"/>
                  <a:pt x="142970" y="111442"/>
                </a:cubicBezTo>
                <a:lnTo>
                  <a:pt x="184118" y="111442"/>
                </a:lnTo>
                <a:lnTo>
                  <a:pt x="197072" y="122396"/>
                </a:lnTo>
                <a:lnTo>
                  <a:pt x="179927" y="139732"/>
                </a:lnTo>
                <a:lnTo>
                  <a:pt x="110204" y="139732"/>
                </a:lnTo>
                <a:cubicBezTo>
                  <a:pt x="108776" y="137732"/>
                  <a:pt x="106585" y="136303"/>
                  <a:pt x="103918" y="136303"/>
                </a:cubicBezTo>
                <a:lnTo>
                  <a:pt x="78867" y="136303"/>
                </a:lnTo>
                <a:close/>
                <a:moveTo>
                  <a:pt x="138684" y="109728"/>
                </a:moveTo>
                <a:cubicBezTo>
                  <a:pt x="138113" y="110871"/>
                  <a:pt x="137160" y="111728"/>
                  <a:pt x="135922" y="112109"/>
                </a:cubicBezTo>
                <a:cubicBezTo>
                  <a:pt x="134684" y="112490"/>
                  <a:pt x="133445" y="112490"/>
                  <a:pt x="132302" y="111919"/>
                </a:cubicBezTo>
                <a:cubicBezTo>
                  <a:pt x="131159" y="111347"/>
                  <a:pt x="130302" y="110395"/>
                  <a:pt x="129921" y="109157"/>
                </a:cubicBezTo>
                <a:cubicBezTo>
                  <a:pt x="129064" y="106680"/>
                  <a:pt x="130397" y="103918"/>
                  <a:pt x="132874" y="103061"/>
                </a:cubicBezTo>
                <a:cubicBezTo>
                  <a:pt x="133350" y="102870"/>
                  <a:pt x="133922" y="102775"/>
                  <a:pt x="134398" y="102775"/>
                </a:cubicBezTo>
                <a:cubicBezTo>
                  <a:pt x="136398" y="102775"/>
                  <a:pt x="138208" y="104013"/>
                  <a:pt x="138875" y="105918"/>
                </a:cubicBezTo>
                <a:cubicBezTo>
                  <a:pt x="139256" y="107156"/>
                  <a:pt x="139256" y="108395"/>
                  <a:pt x="138684" y="109538"/>
                </a:cubicBezTo>
                <a:close/>
                <a:moveTo>
                  <a:pt x="69533" y="151829"/>
                </a:moveTo>
                <a:cubicBezTo>
                  <a:pt x="69533" y="151067"/>
                  <a:pt x="69818" y="150400"/>
                  <a:pt x="70295" y="149828"/>
                </a:cubicBezTo>
                <a:lnTo>
                  <a:pt x="76581" y="142399"/>
                </a:lnTo>
                <a:cubicBezTo>
                  <a:pt x="77153" y="141732"/>
                  <a:pt x="78010" y="141256"/>
                  <a:pt x="78962" y="141256"/>
                </a:cubicBezTo>
                <a:lnTo>
                  <a:pt x="91440" y="141256"/>
                </a:lnTo>
                <a:lnTo>
                  <a:pt x="69628" y="164687"/>
                </a:lnTo>
                <a:lnTo>
                  <a:pt x="69628" y="151829"/>
                </a:lnTo>
                <a:close/>
                <a:moveTo>
                  <a:pt x="107061" y="175641"/>
                </a:moveTo>
                <a:cubicBezTo>
                  <a:pt x="107061" y="177356"/>
                  <a:pt x="105632" y="178784"/>
                  <a:pt x="103918" y="178784"/>
                </a:cubicBezTo>
                <a:lnTo>
                  <a:pt x="90392" y="178784"/>
                </a:lnTo>
                <a:lnTo>
                  <a:pt x="107061" y="160877"/>
                </a:lnTo>
                <a:lnTo>
                  <a:pt x="107061" y="175641"/>
                </a:lnTo>
                <a:close/>
                <a:moveTo>
                  <a:pt x="107061" y="144399"/>
                </a:moveTo>
                <a:lnTo>
                  <a:pt x="107061" y="150876"/>
                </a:lnTo>
                <a:lnTo>
                  <a:pt x="106871" y="150686"/>
                </a:lnTo>
                <a:lnTo>
                  <a:pt x="80677" y="178784"/>
                </a:lnTo>
                <a:lnTo>
                  <a:pt x="80677" y="178784"/>
                </a:lnTo>
                <a:cubicBezTo>
                  <a:pt x="80677" y="178784"/>
                  <a:pt x="72676" y="178784"/>
                  <a:pt x="72676" y="178784"/>
                </a:cubicBezTo>
                <a:cubicBezTo>
                  <a:pt x="70961" y="178784"/>
                  <a:pt x="69533" y="177356"/>
                  <a:pt x="69533" y="175641"/>
                </a:cubicBezTo>
                <a:lnTo>
                  <a:pt x="69533" y="173641"/>
                </a:lnTo>
                <a:lnTo>
                  <a:pt x="70295" y="174403"/>
                </a:lnTo>
                <a:lnTo>
                  <a:pt x="100679" y="141827"/>
                </a:lnTo>
                <a:lnTo>
                  <a:pt x="100108" y="141256"/>
                </a:lnTo>
                <a:lnTo>
                  <a:pt x="103918" y="141256"/>
                </a:lnTo>
                <a:cubicBezTo>
                  <a:pt x="105632" y="141256"/>
                  <a:pt x="107061" y="142685"/>
                  <a:pt x="107061" y="144399"/>
                </a:cubicBezTo>
                <a:close/>
                <a:moveTo>
                  <a:pt x="1495711" y="2304193"/>
                </a:moveTo>
                <a:lnTo>
                  <a:pt x="1495711" y="2322576"/>
                </a:lnTo>
                <a:cubicBezTo>
                  <a:pt x="1495711" y="2324767"/>
                  <a:pt x="1497425" y="2326481"/>
                  <a:pt x="1499616" y="2326481"/>
                </a:cubicBezTo>
                <a:lnTo>
                  <a:pt x="1517999" y="2326481"/>
                </a:lnTo>
                <a:cubicBezTo>
                  <a:pt x="1520190" y="2326481"/>
                  <a:pt x="1521905" y="2324767"/>
                  <a:pt x="1521905" y="2322576"/>
                </a:cubicBezTo>
                <a:lnTo>
                  <a:pt x="1521905" y="2304193"/>
                </a:lnTo>
                <a:cubicBezTo>
                  <a:pt x="1521905" y="2302002"/>
                  <a:pt x="1520190" y="2300288"/>
                  <a:pt x="1517999" y="2300288"/>
                </a:cubicBezTo>
                <a:lnTo>
                  <a:pt x="1499616" y="2300288"/>
                </a:lnTo>
                <a:cubicBezTo>
                  <a:pt x="1497425" y="2300288"/>
                  <a:pt x="1495711" y="2302002"/>
                  <a:pt x="1495711" y="2304193"/>
                </a:cubicBezTo>
                <a:close/>
                <a:moveTo>
                  <a:pt x="1519523" y="2304193"/>
                </a:moveTo>
                <a:lnTo>
                  <a:pt x="1519523" y="2322576"/>
                </a:lnTo>
                <a:cubicBezTo>
                  <a:pt x="1519523" y="2323433"/>
                  <a:pt x="1518857" y="2324100"/>
                  <a:pt x="1517999" y="2324100"/>
                </a:cubicBezTo>
                <a:lnTo>
                  <a:pt x="1499616" y="2324100"/>
                </a:lnTo>
                <a:cubicBezTo>
                  <a:pt x="1498759" y="2324100"/>
                  <a:pt x="1498092" y="2323433"/>
                  <a:pt x="1498092" y="2322576"/>
                </a:cubicBezTo>
                <a:lnTo>
                  <a:pt x="1498092" y="2304193"/>
                </a:lnTo>
                <a:cubicBezTo>
                  <a:pt x="1498092" y="2303336"/>
                  <a:pt x="1498759" y="2302669"/>
                  <a:pt x="1499616" y="2302669"/>
                </a:cubicBezTo>
                <a:lnTo>
                  <a:pt x="1517999" y="2302669"/>
                </a:lnTo>
                <a:cubicBezTo>
                  <a:pt x="1518857" y="2302669"/>
                  <a:pt x="1519523" y="2303336"/>
                  <a:pt x="1519523" y="2304193"/>
                </a:cubicBezTo>
                <a:close/>
                <a:moveTo>
                  <a:pt x="463296" y="5137023"/>
                </a:moveTo>
                <a:lnTo>
                  <a:pt x="458534" y="5137023"/>
                </a:lnTo>
                <a:lnTo>
                  <a:pt x="458534" y="5118069"/>
                </a:lnTo>
                <a:lnTo>
                  <a:pt x="463296" y="5118069"/>
                </a:lnTo>
                <a:lnTo>
                  <a:pt x="463296" y="5137023"/>
                </a:lnTo>
                <a:close/>
                <a:moveTo>
                  <a:pt x="125635" y="74962"/>
                </a:moveTo>
                <a:cubicBezTo>
                  <a:pt x="125635" y="74962"/>
                  <a:pt x="125635" y="74486"/>
                  <a:pt x="125540" y="74200"/>
                </a:cubicBezTo>
                <a:cubicBezTo>
                  <a:pt x="123825" y="69247"/>
                  <a:pt x="118396" y="66580"/>
                  <a:pt x="113443" y="68390"/>
                </a:cubicBezTo>
                <a:cubicBezTo>
                  <a:pt x="108490" y="70104"/>
                  <a:pt x="105823" y="75533"/>
                  <a:pt x="107633" y="80486"/>
                </a:cubicBezTo>
                <a:cubicBezTo>
                  <a:pt x="108966" y="84392"/>
                  <a:pt x="112681" y="86868"/>
                  <a:pt x="116586" y="86868"/>
                </a:cubicBezTo>
                <a:cubicBezTo>
                  <a:pt x="117634" y="86868"/>
                  <a:pt x="118682" y="86678"/>
                  <a:pt x="119729" y="86297"/>
                </a:cubicBezTo>
                <a:cubicBezTo>
                  <a:pt x="122111" y="85439"/>
                  <a:pt x="124016" y="83725"/>
                  <a:pt x="125159" y="81439"/>
                </a:cubicBezTo>
                <a:cubicBezTo>
                  <a:pt x="125444" y="80867"/>
                  <a:pt x="125444" y="80296"/>
                  <a:pt x="125635" y="79724"/>
                </a:cubicBezTo>
                <a:lnTo>
                  <a:pt x="194405" y="79724"/>
                </a:lnTo>
                <a:lnTo>
                  <a:pt x="221266" y="101251"/>
                </a:lnTo>
                <a:lnTo>
                  <a:pt x="221266" y="143256"/>
                </a:lnTo>
                <a:lnTo>
                  <a:pt x="194596" y="169545"/>
                </a:lnTo>
                <a:lnTo>
                  <a:pt x="143732" y="169545"/>
                </a:lnTo>
                <a:cubicBezTo>
                  <a:pt x="143732" y="168783"/>
                  <a:pt x="143732" y="168021"/>
                  <a:pt x="143447" y="167259"/>
                </a:cubicBezTo>
                <a:cubicBezTo>
                  <a:pt x="141732" y="162306"/>
                  <a:pt x="136303" y="159639"/>
                  <a:pt x="131350" y="161449"/>
                </a:cubicBezTo>
                <a:cubicBezTo>
                  <a:pt x="126397" y="163163"/>
                  <a:pt x="123730" y="168593"/>
                  <a:pt x="125540" y="173545"/>
                </a:cubicBezTo>
                <a:cubicBezTo>
                  <a:pt x="126873" y="177451"/>
                  <a:pt x="130588" y="179927"/>
                  <a:pt x="134493" y="179927"/>
                </a:cubicBezTo>
                <a:cubicBezTo>
                  <a:pt x="135541" y="179927"/>
                  <a:pt x="136589" y="179737"/>
                  <a:pt x="137636" y="179356"/>
                </a:cubicBezTo>
                <a:cubicBezTo>
                  <a:pt x="140018" y="178499"/>
                  <a:pt x="141923" y="176784"/>
                  <a:pt x="143066" y="174498"/>
                </a:cubicBezTo>
                <a:cubicBezTo>
                  <a:pt x="143066" y="174498"/>
                  <a:pt x="143066" y="174403"/>
                  <a:pt x="143066" y="174308"/>
                </a:cubicBezTo>
                <a:lnTo>
                  <a:pt x="196596" y="174308"/>
                </a:lnTo>
                <a:lnTo>
                  <a:pt x="226028" y="145256"/>
                </a:lnTo>
                <a:lnTo>
                  <a:pt x="226028" y="98965"/>
                </a:lnTo>
                <a:lnTo>
                  <a:pt x="196120" y="74962"/>
                </a:lnTo>
                <a:lnTo>
                  <a:pt x="125730" y="74962"/>
                </a:lnTo>
                <a:close/>
                <a:moveTo>
                  <a:pt x="120872" y="79343"/>
                </a:moveTo>
                <a:cubicBezTo>
                  <a:pt x="120301" y="80486"/>
                  <a:pt x="119348" y="81344"/>
                  <a:pt x="118110" y="81725"/>
                </a:cubicBezTo>
                <a:cubicBezTo>
                  <a:pt x="115634" y="82582"/>
                  <a:pt x="112871" y="81248"/>
                  <a:pt x="112014" y="78772"/>
                </a:cubicBezTo>
                <a:cubicBezTo>
                  <a:pt x="111157" y="76295"/>
                  <a:pt x="112490" y="73533"/>
                  <a:pt x="114967" y="72676"/>
                </a:cubicBezTo>
                <a:cubicBezTo>
                  <a:pt x="115443" y="72485"/>
                  <a:pt x="116015" y="72390"/>
                  <a:pt x="116586" y="72390"/>
                </a:cubicBezTo>
                <a:cubicBezTo>
                  <a:pt x="117253" y="72390"/>
                  <a:pt x="118015" y="72581"/>
                  <a:pt x="118682" y="72866"/>
                </a:cubicBezTo>
                <a:cubicBezTo>
                  <a:pt x="119825" y="73438"/>
                  <a:pt x="120682" y="74390"/>
                  <a:pt x="121063" y="75629"/>
                </a:cubicBezTo>
                <a:cubicBezTo>
                  <a:pt x="121444" y="76867"/>
                  <a:pt x="121444" y="78105"/>
                  <a:pt x="120872" y="79248"/>
                </a:cubicBezTo>
                <a:close/>
                <a:moveTo>
                  <a:pt x="138684" y="172403"/>
                </a:moveTo>
                <a:cubicBezTo>
                  <a:pt x="138113" y="173545"/>
                  <a:pt x="137160" y="174403"/>
                  <a:pt x="135922" y="174784"/>
                </a:cubicBezTo>
                <a:cubicBezTo>
                  <a:pt x="134684" y="175165"/>
                  <a:pt x="133445" y="175165"/>
                  <a:pt x="132302" y="174593"/>
                </a:cubicBezTo>
                <a:cubicBezTo>
                  <a:pt x="131159" y="174022"/>
                  <a:pt x="130302" y="173069"/>
                  <a:pt x="129921" y="171831"/>
                </a:cubicBezTo>
                <a:cubicBezTo>
                  <a:pt x="129064" y="169355"/>
                  <a:pt x="130397" y="166592"/>
                  <a:pt x="132874" y="165735"/>
                </a:cubicBezTo>
                <a:cubicBezTo>
                  <a:pt x="133350" y="165545"/>
                  <a:pt x="133922" y="165449"/>
                  <a:pt x="134398" y="165449"/>
                </a:cubicBezTo>
                <a:cubicBezTo>
                  <a:pt x="136398" y="165449"/>
                  <a:pt x="138208" y="166688"/>
                  <a:pt x="138875" y="168593"/>
                </a:cubicBezTo>
                <a:cubicBezTo>
                  <a:pt x="139256" y="169831"/>
                  <a:pt x="139256" y="171069"/>
                  <a:pt x="138684" y="172212"/>
                </a:cubicBezTo>
                <a:close/>
                <a:moveTo>
                  <a:pt x="211550" y="43910"/>
                </a:moveTo>
                <a:lnTo>
                  <a:pt x="206788" y="43910"/>
                </a:lnTo>
                <a:lnTo>
                  <a:pt x="206788" y="36195"/>
                </a:lnTo>
                <a:lnTo>
                  <a:pt x="211550" y="36195"/>
                </a:lnTo>
                <a:lnTo>
                  <a:pt x="211550" y="43910"/>
                </a:lnTo>
                <a:close/>
                <a:moveTo>
                  <a:pt x="74105" y="271844"/>
                </a:moveTo>
                <a:cubicBezTo>
                  <a:pt x="76295" y="271844"/>
                  <a:pt x="78105" y="273653"/>
                  <a:pt x="78105" y="275844"/>
                </a:cubicBezTo>
                <a:lnTo>
                  <a:pt x="78105" y="298323"/>
                </a:lnTo>
                <a:cubicBezTo>
                  <a:pt x="78105" y="300514"/>
                  <a:pt x="76295" y="302324"/>
                  <a:pt x="74105" y="302324"/>
                </a:cubicBezTo>
                <a:lnTo>
                  <a:pt x="95" y="302324"/>
                </a:lnTo>
                <a:lnTo>
                  <a:pt x="95" y="307086"/>
                </a:lnTo>
                <a:lnTo>
                  <a:pt x="74105" y="307086"/>
                </a:lnTo>
                <a:cubicBezTo>
                  <a:pt x="78867" y="307086"/>
                  <a:pt x="82867" y="303181"/>
                  <a:pt x="82867" y="298323"/>
                </a:cubicBezTo>
                <a:lnTo>
                  <a:pt x="82867" y="289465"/>
                </a:lnTo>
                <a:lnTo>
                  <a:pt x="124301" y="289751"/>
                </a:lnTo>
                <a:lnTo>
                  <a:pt x="202692" y="386620"/>
                </a:lnTo>
                <a:lnTo>
                  <a:pt x="202025" y="472250"/>
                </a:lnTo>
                <a:cubicBezTo>
                  <a:pt x="202025" y="472250"/>
                  <a:pt x="201740" y="472250"/>
                  <a:pt x="201644" y="472250"/>
                </a:cubicBezTo>
                <a:cubicBezTo>
                  <a:pt x="197453" y="473964"/>
                  <a:pt x="195453" y="478727"/>
                  <a:pt x="197168" y="482918"/>
                </a:cubicBezTo>
                <a:cubicBezTo>
                  <a:pt x="197834" y="484537"/>
                  <a:pt x="198977" y="485680"/>
                  <a:pt x="200406" y="486632"/>
                </a:cubicBezTo>
                <a:cubicBezTo>
                  <a:pt x="200216" y="486823"/>
                  <a:pt x="200120" y="487109"/>
                  <a:pt x="200120" y="487394"/>
                </a:cubicBezTo>
                <a:cubicBezTo>
                  <a:pt x="200120" y="488252"/>
                  <a:pt x="200692" y="488633"/>
                  <a:pt x="201740" y="488918"/>
                </a:cubicBezTo>
                <a:cubicBezTo>
                  <a:pt x="200692" y="489204"/>
                  <a:pt x="200120" y="489585"/>
                  <a:pt x="200120" y="490442"/>
                </a:cubicBezTo>
                <a:cubicBezTo>
                  <a:pt x="200120" y="491300"/>
                  <a:pt x="200692" y="491681"/>
                  <a:pt x="201644" y="491966"/>
                </a:cubicBezTo>
                <a:cubicBezTo>
                  <a:pt x="200597" y="492252"/>
                  <a:pt x="200120" y="492633"/>
                  <a:pt x="200120" y="493490"/>
                </a:cubicBezTo>
                <a:cubicBezTo>
                  <a:pt x="200120" y="494348"/>
                  <a:pt x="200692" y="494729"/>
                  <a:pt x="201644" y="495014"/>
                </a:cubicBezTo>
                <a:cubicBezTo>
                  <a:pt x="200597" y="495300"/>
                  <a:pt x="200120" y="495681"/>
                  <a:pt x="200120" y="496538"/>
                </a:cubicBezTo>
                <a:cubicBezTo>
                  <a:pt x="200120" y="497396"/>
                  <a:pt x="200692" y="497777"/>
                  <a:pt x="201644" y="498062"/>
                </a:cubicBezTo>
                <a:cubicBezTo>
                  <a:pt x="200597" y="498348"/>
                  <a:pt x="200120" y="498729"/>
                  <a:pt x="200120" y="499586"/>
                </a:cubicBezTo>
                <a:cubicBezTo>
                  <a:pt x="200120" y="500444"/>
                  <a:pt x="200692" y="500825"/>
                  <a:pt x="201644" y="501110"/>
                </a:cubicBezTo>
                <a:cubicBezTo>
                  <a:pt x="200597" y="501396"/>
                  <a:pt x="200120" y="501777"/>
                  <a:pt x="200120" y="502634"/>
                </a:cubicBezTo>
                <a:cubicBezTo>
                  <a:pt x="200120" y="503492"/>
                  <a:pt x="200692" y="503873"/>
                  <a:pt x="201644" y="504158"/>
                </a:cubicBezTo>
                <a:cubicBezTo>
                  <a:pt x="200597" y="504444"/>
                  <a:pt x="200120" y="504825"/>
                  <a:pt x="200120" y="505682"/>
                </a:cubicBezTo>
                <a:cubicBezTo>
                  <a:pt x="200120" y="506539"/>
                  <a:pt x="200692" y="506921"/>
                  <a:pt x="201740" y="507206"/>
                </a:cubicBezTo>
                <a:cubicBezTo>
                  <a:pt x="200692" y="507492"/>
                  <a:pt x="200120" y="507873"/>
                  <a:pt x="200120" y="508730"/>
                </a:cubicBezTo>
                <a:cubicBezTo>
                  <a:pt x="200120" y="509588"/>
                  <a:pt x="200692" y="509969"/>
                  <a:pt x="201740" y="510254"/>
                </a:cubicBezTo>
                <a:cubicBezTo>
                  <a:pt x="200692" y="510540"/>
                  <a:pt x="200120" y="510921"/>
                  <a:pt x="200120" y="511778"/>
                </a:cubicBezTo>
                <a:cubicBezTo>
                  <a:pt x="200120" y="512636"/>
                  <a:pt x="200692" y="513017"/>
                  <a:pt x="201740" y="513302"/>
                </a:cubicBezTo>
                <a:cubicBezTo>
                  <a:pt x="200692" y="513588"/>
                  <a:pt x="200120" y="513969"/>
                  <a:pt x="200120" y="514826"/>
                </a:cubicBezTo>
                <a:cubicBezTo>
                  <a:pt x="200120" y="515684"/>
                  <a:pt x="200692" y="516064"/>
                  <a:pt x="201740" y="516350"/>
                </a:cubicBezTo>
                <a:cubicBezTo>
                  <a:pt x="200692" y="516636"/>
                  <a:pt x="200120" y="517017"/>
                  <a:pt x="200120" y="517874"/>
                </a:cubicBezTo>
                <a:cubicBezTo>
                  <a:pt x="200120" y="518732"/>
                  <a:pt x="200692" y="519113"/>
                  <a:pt x="201740" y="519398"/>
                </a:cubicBezTo>
                <a:cubicBezTo>
                  <a:pt x="200692" y="519684"/>
                  <a:pt x="200120" y="520065"/>
                  <a:pt x="200120" y="520922"/>
                </a:cubicBezTo>
                <a:cubicBezTo>
                  <a:pt x="200120" y="521780"/>
                  <a:pt x="200692" y="522256"/>
                  <a:pt x="201740" y="522446"/>
                </a:cubicBezTo>
                <a:cubicBezTo>
                  <a:pt x="200692" y="522732"/>
                  <a:pt x="200120" y="523113"/>
                  <a:pt x="200120" y="523970"/>
                </a:cubicBezTo>
                <a:cubicBezTo>
                  <a:pt x="200120" y="524828"/>
                  <a:pt x="200692" y="525304"/>
                  <a:pt x="201835" y="525494"/>
                </a:cubicBezTo>
                <a:cubicBezTo>
                  <a:pt x="200692" y="525780"/>
                  <a:pt x="200120" y="526161"/>
                  <a:pt x="200120" y="527018"/>
                </a:cubicBezTo>
                <a:cubicBezTo>
                  <a:pt x="200120" y="527876"/>
                  <a:pt x="200692" y="528352"/>
                  <a:pt x="201835" y="528542"/>
                </a:cubicBezTo>
                <a:cubicBezTo>
                  <a:pt x="200692" y="528828"/>
                  <a:pt x="200120" y="529209"/>
                  <a:pt x="200120" y="530162"/>
                </a:cubicBezTo>
                <a:cubicBezTo>
                  <a:pt x="200120" y="531114"/>
                  <a:pt x="200692" y="531495"/>
                  <a:pt x="201835" y="531781"/>
                </a:cubicBezTo>
                <a:cubicBezTo>
                  <a:pt x="200692" y="532067"/>
                  <a:pt x="200120" y="532448"/>
                  <a:pt x="200120" y="533400"/>
                </a:cubicBezTo>
                <a:cubicBezTo>
                  <a:pt x="200120" y="534353"/>
                  <a:pt x="200692" y="534734"/>
                  <a:pt x="201930" y="535019"/>
                </a:cubicBezTo>
                <a:cubicBezTo>
                  <a:pt x="200787" y="535305"/>
                  <a:pt x="200120" y="535686"/>
                  <a:pt x="200120" y="536639"/>
                </a:cubicBezTo>
                <a:cubicBezTo>
                  <a:pt x="200120" y="537591"/>
                  <a:pt x="200692" y="537972"/>
                  <a:pt x="201835" y="538258"/>
                </a:cubicBezTo>
                <a:cubicBezTo>
                  <a:pt x="200692" y="538544"/>
                  <a:pt x="200120" y="538925"/>
                  <a:pt x="200120" y="539877"/>
                </a:cubicBezTo>
                <a:cubicBezTo>
                  <a:pt x="200120" y="540830"/>
                  <a:pt x="200692" y="541211"/>
                  <a:pt x="201835" y="541496"/>
                </a:cubicBezTo>
                <a:cubicBezTo>
                  <a:pt x="200692" y="541782"/>
                  <a:pt x="200120" y="542163"/>
                  <a:pt x="200120" y="543116"/>
                </a:cubicBezTo>
                <a:cubicBezTo>
                  <a:pt x="200120" y="544068"/>
                  <a:pt x="200692" y="544449"/>
                  <a:pt x="201835" y="544735"/>
                </a:cubicBezTo>
                <a:cubicBezTo>
                  <a:pt x="200692" y="545021"/>
                  <a:pt x="200120" y="545402"/>
                  <a:pt x="200120" y="546259"/>
                </a:cubicBezTo>
                <a:cubicBezTo>
                  <a:pt x="200120" y="547116"/>
                  <a:pt x="200692" y="547592"/>
                  <a:pt x="201835" y="547783"/>
                </a:cubicBezTo>
                <a:cubicBezTo>
                  <a:pt x="200692" y="548069"/>
                  <a:pt x="200120" y="548450"/>
                  <a:pt x="200120" y="549402"/>
                </a:cubicBezTo>
                <a:cubicBezTo>
                  <a:pt x="200120" y="550355"/>
                  <a:pt x="200692" y="550736"/>
                  <a:pt x="201835" y="550926"/>
                </a:cubicBezTo>
                <a:cubicBezTo>
                  <a:pt x="200692" y="551212"/>
                  <a:pt x="200120" y="551593"/>
                  <a:pt x="200120" y="552545"/>
                </a:cubicBezTo>
                <a:cubicBezTo>
                  <a:pt x="200120" y="553498"/>
                  <a:pt x="200692" y="553879"/>
                  <a:pt x="201835" y="554165"/>
                </a:cubicBezTo>
                <a:cubicBezTo>
                  <a:pt x="200692" y="554450"/>
                  <a:pt x="200120" y="554831"/>
                  <a:pt x="200120" y="555784"/>
                </a:cubicBezTo>
                <a:cubicBezTo>
                  <a:pt x="200120" y="556736"/>
                  <a:pt x="200692" y="557117"/>
                  <a:pt x="201835" y="557403"/>
                </a:cubicBezTo>
                <a:cubicBezTo>
                  <a:pt x="200692" y="557689"/>
                  <a:pt x="200120" y="558070"/>
                  <a:pt x="200120" y="559022"/>
                </a:cubicBezTo>
                <a:cubicBezTo>
                  <a:pt x="200120" y="559975"/>
                  <a:pt x="200787" y="560356"/>
                  <a:pt x="201930" y="560642"/>
                </a:cubicBezTo>
                <a:cubicBezTo>
                  <a:pt x="200787" y="560927"/>
                  <a:pt x="200120" y="561308"/>
                  <a:pt x="200120" y="562261"/>
                </a:cubicBezTo>
                <a:cubicBezTo>
                  <a:pt x="200120" y="563213"/>
                  <a:pt x="200692" y="563594"/>
                  <a:pt x="201930" y="563880"/>
                </a:cubicBezTo>
                <a:cubicBezTo>
                  <a:pt x="200787" y="564166"/>
                  <a:pt x="200120" y="564547"/>
                  <a:pt x="200120" y="565499"/>
                </a:cubicBezTo>
                <a:cubicBezTo>
                  <a:pt x="200120" y="566452"/>
                  <a:pt x="200692" y="566833"/>
                  <a:pt x="201835" y="567119"/>
                </a:cubicBezTo>
                <a:cubicBezTo>
                  <a:pt x="200692" y="567404"/>
                  <a:pt x="200120" y="567785"/>
                  <a:pt x="200120" y="568643"/>
                </a:cubicBezTo>
                <a:cubicBezTo>
                  <a:pt x="200120" y="569500"/>
                  <a:pt x="200692" y="569976"/>
                  <a:pt x="201835" y="570167"/>
                </a:cubicBezTo>
                <a:cubicBezTo>
                  <a:pt x="200692" y="570452"/>
                  <a:pt x="200120" y="570833"/>
                  <a:pt x="200120" y="571691"/>
                </a:cubicBezTo>
                <a:cubicBezTo>
                  <a:pt x="200120" y="572548"/>
                  <a:pt x="200692" y="573024"/>
                  <a:pt x="201835" y="573215"/>
                </a:cubicBezTo>
                <a:cubicBezTo>
                  <a:pt x="200692" y="573500"/>
                  <a:pt x="200120" y="573881"/>
                  <a:pt x="200120" y="574739"/>
                </a:cubicBezTo>
                <a:cubicBezTo>
                  <a:pt x="200120" y="575596"/>
                  <a:pt x="200692" y="576072"/>
                  <a:pt x="201835" y="576358"/>
                </a:cubicBezTo>
                <a:cubicBezTo>
                  <a:pt x="200692" y="576644"/>
                  <a:pt x="200120" y="577025"/>
                  <a:pt x="200120" y="577977"/>
                </a:cubicBezTo>
                <a:cubicBezTo>
                  <a:pt x="200120" y="578930"/>
                  <a:pt x="200787" y="579311"/>
                  <a:pt x="202025" y="579596"/>
                </a:cubicBezTo>
                <a:cubicBezTo>
                  <a:pt x="200787" y="579882"/>
                  <a:pt x="200120" y="580263"/>
                  <a:pt x="200120" y="581216"/>
                </a:cubicBezTo>
                <a:cubicBezTo>
                  <a:pt x="200120" y="582168"/>
                  <a:pt x="200787" y="582549"/>
                  <a:pt x="201930" y="582835"/>
                </a:cubicBezTo>
                <a:cubicBezTo>
                  <a:pt x="200692" y="583121"/>
                  <a:pt x="200120" y="583502"/>
                  <a:pt x="200120" y="584454"/>
                </a:cubicBezTo>
                <a:cubicBezTo>
                  <a:pt x="200120" y="585407"/>
                  <a:pt x="200787" y="585788"/>
                  <a:pt x="202025" y="586073"/>
                </a:cubicBezTo>
                <a:cubicBezTo>
                  <a:pt x="200787" y="586359"/>
                  <a:pt x="200120" y="586740"/>
                  <a:pt x="200120" y="587693"/>
                </a:cubicBezTo>
                <a:cubicBezTo>
                  <a:pt x="200120" y="588645"/>
                  <a:pt x="200787" y="589026"/>
                  <a:pt x="202025" y="589312"/>
                </a:cubicBezTo>
                <a:cubicBezTo>
                  <a:pt x="200787" y="589598"/>
                  <a:pt x="200120" y="589979"/>
                  <a:pt x="200120" y="590931"/>
                </a:cubicBezTo>
                <a:cubicBezTo>
                  <a:pt x="200120" y="591884"/>
                  <a:pt x="200787" y="592265"/>
                  <a:pt x="202025" y="592550"/>
                </a:cubicBezTo>
                <a:cubicBezTo>
                  <a:pt x="200787" y="592836"/>
                  <a:pt x="200120" y="593217"/>
                  <a:pt x="200120" y="594170"/>
                </a:cubicBezTo>
                <a:cubicBezTo>
                  <a:pt x="200120" y="595122"/>
                  <a:pt x="200882" y="595598"/>
                  <a:pt x="202120" y="595789"/>
                </a:cubicBezTo>
                <a:cubicBezTo>
                  <a:pt x="200882" y="596075"/>
                  <a:pt x="200216" y="596456"/>
                  <a:pt x="200216" y="597313"/>
                </a:cubicBezTo>
                <a:cubicBezTo>
                  <a:pt x="198882" y="598170"/>
                  <a:pt x="197834" y="599313"/>
                  <a:pt x="197168" y="600742"/>
                </a:cubicBezTo>
                <a:cubicBezTo>
                  <a:pt x="196310" y="602742"/>
                  <a:pt x="196310" y="604933"/>
                  <a:pt x="197168" y="606933"/>
                </a:cubicBezTo>
                <a:cubicBezTo>
                  <a:pt x="198025" y="608933"/>
                  <a:pt x="199549" y="610552"/>
                  <a:pt x="201549" y="611315"/>
                </a:cubicBezTo>
                <a:cubicBezTo>
                  <a:pt x="202597" y="611696"/>
                  <a:pt x="203645" y="611981"/>
                  <a:pt x="204692" y="611981"/>
                </a:cubicBezTo>
                <a:cubicBezTo>
                  <a:pt x="205740" y="611981"/>
                  <a:pt x="206788" y="611791"/>
                  <a:pt x="207740" y="611410"/>
                </a:cubicBezTo>
                <a:cubicBezTo>
                  <a:pt x="209741" y="610552"/>
                  <a:pt x="211360" y="609029"/>
                  <a:pt x="212122" y="607028"/>
                </a:cubicBezTo>
                <a:cubicBezTo>
                  <a:pt x="212979" y="605028"/>
                  <a:pt x="212979" y="602837"/>
                  <a:pt x="212122" y="600837"/>
                </a:cubicBezTo>
                <a:cubicBezTo>
                  <a:pt x="211360" y="599123"/>
                  <a:pt x="210026" y="597789"/>
                  <a:pt x="208407" y="596837"/>
                </a:cubicBezTo>
                <a:cubicBezTo>
                  <a:pt x="208788" y="596551"/>
                  <a:pt x="209074" y="596265"/>
                  <a:pt x="209074" y="595694"/>
                </a:cubicBezTo>
                <a:cubicBezTo>
                  <a:pt x="209074" y="594741"/>
                  <a:pt x="208312" y="594265"/>
                  <a:pt x="207074" y="594074"/>
                </a:cubicBezTo>
                <a:cubicBezTo>
                  <a:pt x="208312" y="593789"/>
                  <a:pt x="209074" y="593408"/>
                  <a:pt x="209074" y="592455"/>
                </a:cubicBezTo>
                <a:cubicBezTo>
                  <a:pt x="209074" y="591503"/>
                  <a:pt x="208407" y="591122"/>
                  <a:pt x="207264" y="590836"/>
                </a:cubicBezTo>
                <a:cubicBezTo>
                  <a:pt x="208502" y="590550"/>
                  <a:pt x="209074" y="590169"/>
                  <a:pt x="209074" y="589217"/>
                </a:cubicBezTo>
                <a:cubicBezTo>
                  <a:pt x="209074" y="588264"/>
                  <a:pt x="208407" y="587883"/>
                  <a:pt x="207169" y="587597"/>
                </a:cubicBezTo>
                <a:cubicBezTo>
                  <a:pt x="208407" y="587312"/>
                  <a:pt x="209074" y="586931"/>
                  <a:pt x="209074" y="585978"/>
                </a:cubicBezTo>
                <a:cubicBezTo>
                  <a:pt x="209074" y="585026"/>
                  <a:pt x="208407" y="584645"/>
                  <a:pt x="207264" y="584359"/>
                </a:cubicBezTo>
                <a:cubicBezTo>
                  <a:pt x="208502" y="584073"/>
                  <a:pt x="209074" y="583692"/>
                  <a:pt x="209074" y="582740"/>
                </a:cubicBezTo>
                <a:cubicBezTo>
                  <a:pt x="209074" y="581787"/>
                  <a:pt x="208407" y="581406"/>
                  <a:pt x="207169" y="581120"/>
                </a:cubicBezTo>
                <a:cubicBezTo>
                  <a:pt x="208407" y="580835"/>
                  <a:pt x="209074" y="580454"/>
                  <a:pt x="209074" y="579501"/>
                </a:cubicBezTo>
                <a:cubicBezTo>
                  <a:pt x="209074" y="578549"/>
                  <a:pt x="208407" y="578168"/>
                  <a:pt x="207264" y="577882"/>
                </a:cubicBezTo>
                <a:cubicBezTo>
                  <a:pt x="208407" y="577596"/>
                  <a:pt x="209074" y="577215"/>
                  <a:pt x="209074" y="576263"/>
                </a:cubicBezTo>
                <a:cubicBezTo>
                  <a:pt x="209074" y="575310"/>
                  <a:pt x="208502" y="574929"/>
                  <a:pt x="207359" y="574643"/>
                </a:cubicBezTo>
                <a:cubicBezTo>
                  <a:pt x="208502" y="574358"/>
                  <a:pt x="209074" y="573977"/>
                  <a:pt x="209074" y="573119"/>
                </a:cubicBezTo>
                <a:cubicBezTo>
                  <a:pt x="209074" y="572262"/>
                  <a:pt x="208502" y="571786"/>
                  <a:pt x="207359" y="571595"/>
                </a:cubicBezTo>
                <a:cubicBezTo>
                  <a:pt x="208502" y="571310"/>
                  <a:pt x="209074" y="570929"/>
                  <a:pt x="209074" y="570071"/>
                </a:cubicBezTo>
                <a:cubicBezTo>
                  <a:pt x="209074" y="569214"/>
                  <a:pt x="208502" y="568738"/>
                  <a:pt x="207359" y="568547"/>
                </a:cubicBezTo>
                <a:cubicBezTo>
                  <a:pt x="208502" y="568262"/>
                  <a:pt x="209074" y="567881"/>
                  <a:pt x="209074" y="567023"/>
                </a:cubicBezTo>
                <a:cubicBezTo>
                  <a:pt x="209074" y="566166"/>
                  <a:pt x="208502" y="565690"/>
                  <a:pt x="207359" y="565404"/>
                </a:cubicBezTo>
                <a:cubicBezTo>
                  <a:pt x="208502" y="565118"/>
                  <a:pt x="209074" y="564737"/>
                  <a:pt x="209074" y="563785"/>
                </a:cubicBezTo>
                <a:cubicBezTo>
                  <a:pt x="209074" y="562832"/>
                  <a:pt x="208407" y="562451"/>
                  <a:pt x="207264" y="562166"/>
                </a:cubicBezTo>
                <a:cubicBezTo>
                  <a:pt x="208407" y="561880"/>
                  <a:pt x="209074" y="561499"/>
                  <a:pt x="209074" y="560546"/>
                </a:cubicBezTo>
                <a:cubicBezTo>
                  <a:pt x="209074" y="559594"/>
                  <a:pt x="208502" y="559213"/>
                  <a:pt x="207264" y="558927"/>
                </a:cubicBezTo>
                <a:cubicBezTo>
                  <a:pt x="208407" y="558641"/>
                  <a:pt x="209074" y="558260"/>
                  <a:pt x="209074" y="557308"/>
                </a:cubicBezTo>
                <a:cubicBezTo>
                  <a:pt x="209074" y="556355"/>
                  <a:pt x="208502" y="555974"/>
                  <a:pt x="207359" y="555689"/>
                </a:cubicBezTo>
                <a:cubicBezTo>
                  <a:pt x="208502" y="555403"/>
                  <a:pt x="209074" y="555022"/>
                  <a:pt x="209074" y="554069"/>
                </a:cubicBezTo>
                <a:cubicBezTo>
                  <a:pt x="209074" y="553117"/>
                  <a:pt x="208502" y="552736"/>
                  <a:pt x="207359" y="552450"/>
                </a:cubicBezTo>
                <a:cubicBezTo>
                  <a:pt x="208502" y="552164"/>
                  <a:pt x="209074" y="551783"/>
                  <a:pt x="209074" y="550831"/>
                </a:cubicBezTo>
                <a:cubicBezTo>
                  <a:pt x="209074" y="549878"/>
                  <a:pt x="208502" y="549497"/>
                  <a:pt x="207359" y="549307"/>
                </a:cubicBezTo>
                <a:cubicBezTo>
                  <a:pt x="208502" y="549021"/>
                  <a:pt x="209074" y="548640"/>
                  <a:pt x="209074" y="547688"/>
                </a:cubicBezTo>
                <a:cubicBezTo>
                  <a:pt x="209074" y="546735"/>
                  <a:pt x="208502" y="546354"/>
                  <a:pt x="207359" y="546164"/>
                </a:cubicBezTo>
                <a:cubicBezTo>
                  <a:pt x="208502" y="545878"/>
                  <a:pt x="209074" y="545497"/>
                  <a:pt x="209074" y="544640"/>
                </a:cubicBezTo>
                <a:cubicBezTo>
                  <a:pt x="209074" y="543782"/>
                  <a:pt x="208502" y="543306"/>
                  <a:pt x="207359" y="543020"/>
                </a:cubicBezTo>
                <a:cubicBezTo>
                  <a:pt x="208502" y="542735"/>
                  <a:pt x="209074" y="542354"/>
                  <a:pt x="209074" y="541401"/>
                </a:cubicBezTo>
                <a:cubicBezTo>
                  <a:pt x="209074" y="540449"/>
                  <a:pt x="208502" y="540068"/>
                  <a:pt x="207359" y="539782"/>
                </a:cubicBezTo>
                <a:cubicBezTo>
                  <a:pt x="208502" y="539496"/>
                  <a:pt x="209074" y="539115"/>
                  <a:pt x="209074" y="538163"/>
                </a:cubicBezTo>
                <a:cubicBezTo>
                  <a:pt x="209074" y="537210"/>
                  <a:pt x="208502" y="536829"/>
                  <a:pt x="207359" y="536543"/>
                </a:cubicBezTo>
                <a:cubicBezTo>
                  <a:pt x="208502" y="536258"/>
                  <a:pt x="209074" y="535877"/>
                  <a:pt x="209074" y="534924"/>
                </a:cubicBezTo>
                <a:cubicBezTo>
                  <a:pt x="209074" y="533972"/>
                  <a:pt x="208502" y="533591"/>
                  <a:pt x="207264" y="533305"/>
                </a:cubicBezTo>
                <a:cubicBezTo>
                  <a:pt x="208407" y="533019"/>
                  <a:pt x="209074" y="532638"/>
                  <a:pt x="209074" y="531686"/>
                </a:cubicBezTo>
                <a:cubicBezTo>
                  <a:pt x="209074" y="530733"/>
                  <a:pt x="208502" y="530352"/>
                  <a:pt x="207359" y="530066"/>
                </a:cubicBezTo>
                <a:cubicBezTo>
                  <a:pt x="208502" y="529781"/>
                  <a:pt x="209074" y="529400"/>
                  <a:pt x="209074" y="528447"/>
                </a:cubicBezTo>
                <a:cubicBezTo>
                  <a:pt x="209074" y="527495"/>
                  <a:pt x="208502" y="527114"/>
                  <a:pt x="207359" y="526923"/>
                </a:cubicBezTo>
                <a:cubicBezTo>
                  <a:pt x="208502" y="526637"/>
                  <a:pt x="209074" y="526256"/>
                  <a:pt x="209074" y="525399"/>
                </a:cubicBezTo>
                <a:cubicBezTo>
                  <a:pt x="209074" y="524542"/>
                  <a:pt x="208502" y="524065"/>
                  <a:pt x="207359" y="523875"/>
                </a:cubicBezTo>
                <a:cubicBezTo>
                  <a:pt x="208407" y="523589"/>
                  <a:pt x="209074" y="523208"/>
                  <a:pt x="209074" y="522351"/>
                </a:cubicBezTo>
                <a:cubicBezTo>
                  <a:pt x="209074" y="521494"/>
                  <a:pt x="208502" y="521018"/>
                  <a:pt x="207455" y="520827"/>
                </a:cubicBezTo>
                <a:cubicBezTo>
                  <a:pt x="208502" y="520541"/>
                  <a:pt x="209074" y="520160"/>
                  <a:pt x="209074" y="519303"/>
                </a:cubicBezTo>
                <a:cubicBezTo>
                  <a:pt x="209074" y="518446"/>
                  <a:pt x="208502" y="518065"/>
                  <a:pt x="207455" y="517779"/>
                </a:cubicBezTo>
                <a:cubicBezTo>
                  <a:pt x="208502" y="517493"/>
                  <a:pt x="209074" y="517112"/>
                  <a:pt x="209074" y="516255"/>
                </a:cubicBezTo>
                <a:cubicBezTo>
                  <a:pt x="209074" y="515398"/>
                  <a:pt x="208502" y="515017"/>
                  <a:pt x="207455" y="514731"/>
                </a:cubicBezTo>
                <a:cubicBezTo>
                  <a:pt x="208502" y="514445"/>
                  <a:pt x="209074" y="514064"/>
                  <a:pt x="209074" y="513207"/>
                </a:cubicBezTo>
                <a:cubicBezTo>
                  <a:pt x="209074" y="512350"/>
                  <a:pt x="208502" y="511969"/>
                  <a:pt x="207455" y="511683"/>
                </a:cubicBezTo>
                <a:cubicBezTo>
                  <a:pt x="208502" y="511397"/>
                  <a:pt x="209074" y="511016"/>
                  <a:pt x="209074" y="510159"/>
                </a:cubicBezTo>
                <a:cubicBezTo>
                  <a:pt x="209074" y="509302"/>
                  <a:pt x="208502" y="508921"/>
                  <a:pt x="207455" y="508635"/>
                </a:cubicBezTo>
                <a:cubicBezTo>
                  <a:pt x="208502" y="508349"/>
                  <a:pt x="209074" y="507968"/>
                  <a:pt x="209074" y="507111"/>
                </a:cubicBezTo>
                <a:cubicBezTo>
                  <a:pt x="209074" y="506254"/>
                  <a:pt x="208502" y="505873"/>
                  <a:pt x="207455" y="505587"/>
                </a:cubicBezTo>
                <a:cubicBezTo>
                  <a:pt x="208502" y="505301"/>
                  <a:pt x="209074" y="504920"/>
                  <a:pt x="209074" y="504063"/>
                </a:cubicBezTo>
                <a:cubicBezTo>
                  <a:pt x="209074" y="503206"/>
                  <a:pt x="208502" y="502825"/>
                  <a:pt x="207550" y="502539"/>
                </a:cubicBezTo>
                <a:cubicBezTo>
                  <a:pt x="208598" y="502253"/>
                  <a:pt x="209074" y="501872"/>
                  <a:pt x="209074" y="501015"/>
                </a:cubicBezTo>
                <a:cubicBezTo>
                  <a:pt x="209074" y="500158"/>
                  <a:pt x="208502" y="499777"/>
                  <a:pt x="207550" y="499491"/>
                </a:cubicBezTo>
                <a:cubicBezTo>
                  <a:pt x="208598" y="499205"/>
                  <a:pt x="209074" y="498824"/>
                  <a:pt x="209074" y="497967"/>
                </a:cubicBezTo>
                <a:cubicBezTo>
                  <a:pt x="209074" y="497110"/>
                  <a:pt x="208502" y="496729"/>
                  <a:pt x="207550" y="496443"/>
                </a:cubicBezTo>
                <a:cubicBezTo>
                  <a:pt x="208598" y="496157"/>
                  <a:pt x="209074" y="495776"/>
                  <a:pt x="209074" y="494919"/>
                </a:cubicBezTo>
                <a:cubicBezTo>
                  <a:pt x="209074" y="494062"/>
                  <a:pt x="208502" y="493681"/>
                  <a:pt x="207550" y="493395"/>
                </a:cubicBezTo>
                <a:cubicBezTo>
                  <a:pt x="208598" y="493109"/>
                  <a:pt x="209074" y="492728"/>
                  <a:pt x="209074" y="491871"/>
                </a:cubicBezTo>
                <a:cubicBezTo>
                  <a:pt x="209074" y="491014"/>
                  <a:pt x="208502" y="490633"/>
                  <a:pt x="207550" y="490347"/>
                </a:cubicBezTo>
                <a:cubicBezTo>
                  <a:pt x="208598" y="490061"/>
                  <a:pt x="209074" y="489680"/>
                  <a:pt x="209074" y="488823"/>
                </a:cubicBezTo>
                <a:cubicBezTo>
                  <a:pt x="209074" y="487966"/>
                  <a:pt x="208502" y="487585"/>
                  <a:pt x="207455" y="487299"/>
                </a:cubicBezTo>
                <a:cubicBezTo>
                  <a:pt x="207455" y="487299"/>
                  <a:pt x="207455" y="487299"/>
                  <a:pt x="207550" y="487299"/>
                </a:cubicBezTo>
                <a:cubicBezTo>
                  <a:pt x="207740" y="487299"/>
                  <a:pt x="207836" y="487109"/>
                  <a:pt x="207931" y="487013"/>
                </a:cubicBezTo>
                <a:cubicBezTo>
                  <a:pt x="208217" y="486918"/>
                  <a:pt x="208502" y="486728"/>
                  <a:pt x="208598" y="486537"/>
                </a:cubicBezTo>
                <a:cubicBezTo>
                  <a:pt x="211931" y="484442"/>
                  <a:pt x="213455" y="480346"/>
                  <a:pt x="211931" y="476631"/>
                </a:cubicBezTo>
                <a:cubicBezTo>
                  <a:pt x="210979" y="474155"/>
                  <a:pt x="208883" y="472631"/>
                  <a:pt x="206502" y="471964"/>
                </a:cubicBezTo>
                <a:lnTo>
                  <a:pt x="207169" y="384810"/>
                </a:lnTo>
                <a:lnTo>
                  <a:pt x="126302" y="284893"/>
                </a:lnTo>
                <a:lnTo>
                  <a:pt x="82582" y="284607"/>
                </a:lnTo>
                <a:lnTo>
                  <a:pt x="82582" y="275749"/>
                </a:lnTo>
                <a:cubicBezTo>
                  <a:pt x="82582" y="274606"/>
                  <a:pt x="82296" y="273558"/>
                  <a:pt x="81915" y="272606"/>
                </a:cubicBezTo>
                <a:lnTo>
                  <a:pt x="140303" y="207455"/>
                </a:lnTo>
                <a:lnTo>
                  <a:pt x="200787" y="207455"/>
                </a:lnTo>
                <a:cubicBezTo>
                  <a:pt x="200787" y="208026"/>
                  <a:pt x="200787" y="208693"/>
                  <a:pt x="201073" y="209264"/>
                </a:cubicBezTo>
                <a:cubicBezTo>
                  <a:pt x="201930" y="211645"/>
                  <a:pt x="203645" y="213551"/>
                  <a:pt x="205931" y="214694"/>
                </a:cubicBezTo>
                <a:cubicBezTo>
                  <a:pt x="207264" y="215360"/>
                  <a:pt x="208598" y="215646"/>
                  <a:pt x="210026" y="215646"/>
                </a:cubicBezTo>
                <a:cubicBezTo>
                  <a:pt x="211074" y="215646"/>
                  <a:pt x="212122" y="215456"/>
                  <a:pt x="213170" y="215075"/>
                </a:cubicBezTo>
                <a:cubicBezTo>
                  <a:pt x="218123" y="213360"/>
                  <a:pt x="220790" y="207931"/>
                  <a:pt x="218980" y="202978"/>
                </a:cubicBezTo>
                <a:cubicBezTo>
                  <a:pt x="218123" y="200597"/>
                  <a:pt x="216408" y="198692"/>
                  <a:pt x="214122" y="197549"/>
                </a:cubicBezTo>
                <a:cubicBezTo>
                  <a:pt x="211836" y="196406"/>
                  <a:pt x="209264" y="196310"/>
                  <a:pt x="206883" y="197168"/>
                </a:cubicBezTo>
                <a:cubicBezTo>
                  <a:pt x="204121" y="198120"/>
                  <a:pt x="202216" y="200216"/>
                  <a:pt x="201263" y="202692"/>
                </a:cubicBezTo>
                <a:lnTo>
                  <a:pt x="139256" y="202692"/>
                </a:lnTo>
                <a:cubicBezTo>
                  <a:pt x="138589" y="202692"/>
                  <a:pt x="137922" y="202978"/>
                  <a:pt x="137446" y="203454"/>
                </a:cubicBezTo>
                <a:lnTo>
                  <a:pt x="78867" y="268796"/>
                </a:lnTo>
                <a:cubicBezTo>
                  <a:pt x="77438" y="267748"/>
                  <a:pt x="75724" y="266986"/>
                  <a:pt x="73819" y="266986"/>
                </a:cubicBezTo>
                <a:lnTo>
                  <a:pt x="95" y="266986"/>
                </a:lnTo>
                <a:lnTo>
                  <a:pt x="95" y="271748"/>
                </a:lnTo>
                <a:lnTo>
                  <a:pt x="74105" y="271748"/>
                </a:lnTo>
                <a:close/>
                <a:moveTo>
                  <a:pt x="209931" y="601599"/>
                </a:moveTo>
                <a:cubicBezTo>
                  <a:pt x="210503" y="603028"/>
                  <a:pt x="210503" y="604552"/>
                  <a:pt x="209931" y="605981"/>
                </a:cubicBezTo>
                <a:cubicBezTo>
                  <a:pt x="209360" y="607409"/>
                  <a:pt x="208217" y="608457"/>
                  <a:pt x="206788" y="609124"/>
                </a:cubicBezTo>
                <a:cubicBezTo>
                  <a:pt x="205359" y="609695"/>
                  <a:pt x="203835" y="609695"/>
                  <a:pt x="202406" y="609124"/>
                </a:cubicBezTo>
                <a:cubicBezTo>
                  <a:pt x="200978" y="608552"/>
                  <a:pt x="199930" y="607409"/>
                  <a:pt x="199263" y="605981"/>
                </a:cubicBezTo>
                <a:cubicBezTo>
                  <a:pt x="198692" y="604552"/>
                  <a:pt x="198692" y="603028"/>
                  <a:pt x="199263" y="601599"/>
                </a:cubicBezTo>
                <a:cubicBezTo>
                  <a:pt x="199835" y="600170"/>
                  <a:pt x="200978" y="599027"/>
                  <a:pt x="202406" y="598456"/>
                </a:cubicBezTo>
                <a:cubicBezTo>
                  <a:pt x="203073" y="598170"/>
                  <a:pt x="203835" y="597980"/>
                  <a:pt x="204597" y="597980"/>
                </a:cubicBezTo>
                <a:cubicBezTo>
                  <a:pt x="205359" y="597980"/>
                  <a:pt x="206121" y="598170"/>
                  <a:pt x="206788" y="598456"/>
                </a:cubicBezTo>
                <a:cubicBezTo>
                  <a:pt x="208217" y="599027"/>
                  <a:pt x="209264" y="600170"/>
                  <a:pt x="209931" y="601599"/>
                </a:cubicBezTo>
                <a:close/>
                <a:moveTo>
                  <a:pt x="209931" y="477679"/>
                </a:moveTo>
                <a:cubicBezTo>
                  <a:pt x="211074" y="480536"/>
                  <a:pt x="209741" y="483775"/>
                  <a:pt x="206978" y="485013"/>
                </a:cubicBezTo>
                <a:cubicBezTo>
                  <a:pt x="206502" y="485204"/>
                  <a:pt x="205264" y="485299"/>
                  <a:pt x="204407" y="485394"/>
                </a:cubicBezTo>
                <a:cubicBezTo>
                  <a:pt x="204216" y="485394"/>
                  <a:pt x="204121" y="485394"/>
                  <a:pt x="203930" y="485394"/>
                </a:cubicBezTo>
                <a:cubicBezTo>
                  <a:pt x="203359" y="485394"/>
                  <a:pt x="202883" y="485299"/>
                  <a:pt x="202311" y="485108"/>
                </a:cubicBezTo>
                <a:cubicBezTo>
                  <a:pt x="200882" y="484537"/>
                  <a:pt x="199835" y="483394"/>
                  <a:pt x="199168" y="481965"/>
                </a:cubicBezTo>
                <a:cubicBezTo>
                  <a:pt x="197930" y="479012"/>
                  <a:pt x="199358" y="475679"/>
                  <a:pt x="202311" y="474440"/>
                </a:cubicBezTo>
                <a:cubicBezTo>
                  <a:pt x="202978" y="474155"/>
                  <a:pt x="203740" y="473964"/>
                  <a:pt x="204502" y="473964"/>
                </a:cubicBezTo>
                <a:cubicBezTo>
                  <a:pt x="206788" y="473964"/>
                  <a:pt x="208979" y="475298"/>
                  <a:pt x="209836" y="477584"/>
                </a:cubicBezTo>
                <a:close/>
                <a:moveTo>
                  <a:pt x="205931" y="204026"/>
                </a:moveTo>
                <a:cubicBezTo>
                  <a:pt x="206502" y="202883"/>
                  <a:pt x="207455" y="202025"/>
                  <a:pt x="208693" y="201644"/>
                </a:cubicBezTo>
                <a:cubicBezTo>
                  <a:pt x="209169" y="201454"/>
                  <a:pt x="209741" y="201358"/>
                  <a:pt x="210312" y="201358"/>
                </a:cubicBezTo>
                <a:cubicBezTo>
                  <a:pt x="210979" y="201358"/>
                  <a:pt x="211741" y="201549"/>
                  <a:pt x="212408" y="201835"/>
                </a:cubicBezTo>
                <a:cubicBezTo>
                  <a:pt x="213551" y="202406"/>
                  <a:pt x="214408" y="203359"/>
                  <a:pt x="214789" y="204597"/>
                </a:cubicBezTo>
                <a:cubicBezTo>
                  <a:pt x="215646" y="207074"/>
                  <a:pt x="214313" y="209836"/>
                  <a:pt x="211836" y="210693"/>
                </a:cubicBezTo>
                <a:cubicBezTo>
                  <a:pt x="210598" y="211074"/>
                  <a:pt x="209360" y="211074"/>
                  <a:pt x="208217" y="210503"/>
                </a:cubicBezTo>
                <a:cubicBezTo>
                  <a:pt x="207074" y="209931"/>
                  <a:pt x="206216" y="208979"/>
                  <a:pt x="205835" y="207740"/>
                </a:cubicBezTo>
                <a:cubicBezTo>
                  <a:pt x="205454" y="206502"/>
                  <a:pt x="205454" y="205264"/>
                  <a:pt x="206026" y="204121"/>
                </a:cubicBezTo>
                <a:close/>
                <a:moveTo>
                  <a:pt x="206788" y="51626"/>
                </a:moveTo>
                <a:lnTo>
                  <a:pt x="211550" y="51626"/>
                </a:lnTo>
                <a:lnTo>
                  <a:pt x="211550" y="55245"/>
                </a:lnTo>
                <a:lnTo>
                  <a:pt x="214313" y="57626"/>
                </a:lnTo>
                <a:lnTo>
                  <a:pt x="211265" y="61246"/>
                </a:lnTo>
                <a:lnTo>
                  <a:pt x="206788" y="57436"/>
                </a:lnTo>
                <a:lnTo>
                  <a:pt x="206788" y="51530"/>
                </a:lnTo>
                <a:close/>
                <a:moveTo>
                  <a:pt x="183070" y="1336072"/>
                </a:moveTo>
                <a:lnTo>
                  <a:pt x="141732" y="1336072"/>
                </a:lnTo>
                <a:cubicBezTo>
                  <a:pt x="140684" y="1332071"/>
                  <a:pt x="137160" y="1329023"/>
                  <a:pt x="132779" y="1329023"/>
                </a:cubicBezTo>
                <a:cubicBezTo>
                  <a:pt x="127540" y="1329023"/>
                  <a:pt x="123349" y="1333214"/>
                  <a:pt x="123349" y="1338453"/>
                </a:cubicBezTo>
                <a:cubicBezTo>
                  <a:pt x="123349" y="1343692"/>
                  <a:pt x="127540" y="1347883"/>
                  <a:pt x="132779" y="1347883"/>
                </a:cubicBezTo>
                <a:cubicBezTo>
                  <a:pt x="137160" y="1347883"/>
                  <a:pt x="140684" y="1344835"/>
                  <a:pt x="141732" y="1340834"/>
                </a:cubicBezTo>
                <a:lnTo>
                  <a:pt x="185166" y="1340834"/>
                </a:lnTo>
                <a:lnTo>
                  <a:pt x="200406" y="1324832"/>
                </a:lnTo>
                <a:lnTo>
                  <a:pt x="200406" y="1301877"/>
                </a:lnTo>
                <a:lnTo>
                  <a:pt x="184785" y="1287875"/>
                </a:lnTo>
                <a:lnTo>
                  <a:pt x="166497" y="1287875"/>
                </a:lnTo>
                <a:cubicBezTo>
                  <a:pt x="165449" y="1283875"/>
                  <a:pt x="161925" y="1280827"/>
                  <a:pt x="157544" y="1280827"/>
                </a:cubicBezTo>
                <a:cubicBezTo>
                  <a:pt x="152305" y="1280827"/>
                  <a:pt x="148114" y="1285018"/>
                  <a:pt x="148114" y="1290257"/>
                </a:cubicBezTo>
                <a:cubicBezTo>
                  <a:pt x="148114" y="1295495"/>
                  <a:pt x="152305" y="1299686"/>
                  <a:pt x="157544" y="1299686"/>
                </a:cubicBezTo>
                <a:cubicBezTo>
                  <a:pt x="161925" y="1299686"/>
                  <a:pt x="165449" y="1296638"/>
                  <a:pt x="166497" y="1292638"/>
                </a:cubicBezTo>
                <a:lnTo>
                  <a:pt x="182880" y="1292638"/>
                </a:lnTo>
                <a:lnTo>
                  <a:pt x="195548" y="1303973"/>
                </a:lnTo>
                <a:lnTo>
                  <a:pt x="195548" y="1322927"/>
                </a:lnTo>
                <a:lnTo>
                  <a:pt x="183070" y="1336072"/>
                </a:lnTo>
                <a:close/>
                <a:moveTo>
                  <a:pt x="132779" y="1343120"/>
                </a:moveTo>
                <a:cubicBezTo>
                  <a:pt x="130207" y="1343120"/>
                  <a:pt x="128111" y="1341025"/>
                  <a:pt x="128111" y="1338453"/>
                </a:cubicBezTo>
                <a:cubicBezTo>
                  <a:pt x="128111" y="1335881"/>
                  <a:pt x="130207" y="1333786"/>
                  <a:pt x="132779" y="1333786"/>
                </a:cubicBezTo>
                <a:cubicBezTo>
                  <a:pt x="135350" y="1333786"/>
                  <a:pt x="137446" y="1335881"/>
                  <a:pt x="137446" y="1338453"/>
                </a:cubicBezTo>
                <a:cubicBezTo>
                  <a:pt x="137446" y="1341025"/>
                  <a:pt x="135350" y="1343120"/>
                  <a:pt x="132779" y="1343120"/>
                </a:cubicBezTo>
                <a:close/>
                <a:moveTo>
                  <a:pt x="157544" y="1294924"/>
                </a:moveTo>
                <a:cubicBezTo>
                  <a:pt x="154972" y="1294924"/>
                  <a:pt x="152876" y="1292828"/>
                  <a:pt x="152876" y="1290257"/>
                </a:cubicBezTo>
                <a:cubicBezTo>
                  <a:pt x="152876" y="1287685"/>
                  <a:pt x="154972" y="1285589"/>
                  <a:pt x="157544" y="1285589"/>
                </a:cubicBezTo>
                <a:cubicBezTo>
                  <a:pt x="160115" y="1285589"/>
                  <a:pt x="162211" y="1287685"/>
                  <a:pt x="162211" y="1290257"/>
                </a:cubicBezTo>
                <a:cubicBezTo>
                  <a:pt x="162211" y="1292828"/>
                  <a:pt x="160115" y="1294924"/>
                  <a:pt x="157544" y="1294924"/>
                </a:cubicBezTo>
                <a:close/>
                <a:moveTo>
                  <a:pt x="2223707" y="95"/>
                </a:moveTo>
                <a:lnTo>
                  <a:pt x="2223707" y="1048"/>
                </a:lnTo>
                <a:lnTo>
                  <a:pt x="2182559" y="1048"/>
                </a:lnTo>
                <a:lnTo>
                  <a:pt x="2155793" y="29623"/>
                </a:lnTo>
                <a:lnTo>
                  <a:pt x="2115407" y="29623"/>
                </a:lnTo>
                <a:cubicBezTo>
                  <a:pt x="2114931" y="27623"/>
                  <a:pt x="2114169" y="25813"/>
                  <a:pt x="2112740" y="24384"/>
                </a:cubicBezTo>
                <a:cubicBezTo>
                  <a:pt x="2110740" y="22289"/>
                  <a:pt x="2107978" y="21146"/>
                  <a:pt x="2105120" y="21146"/>
                </a:cubicBezTo>
                <a:cubicBezTo>
                  <a:pt x="2102358" y="21146"/>
                  <a:pt x="2099501" y="22193"/>
                  <a:pt x="2097405" y="24194"/>
                </a:cubicBezTo>
                <a:cubicBezTo>
                  <a:pt x="2095310" y="26194"/>
                  <a:pt x="2094167" y="28956"/>
                  <a:pt x="2094167" y="31814"/>
                </a:cubicBezTo>
                <a:cubicBezTo>
                  <a:pt x="2094167" y="34671"/>
                  <a:pt x="2095214" y="37433"/>
                  <a:pt x="2097310" y="39529"/>
                </a:cubicBezTo>
                <a:cubicBezTo>
                  <a:pt x="2099310" y="41624"/>
                  <a:pt x="2102072" y="42767"/>
                  <a:pt x="2104930" y="42767"/>
                </a:cubicBezTo>
                <a:lnTo>
                  <a:pt x="2105025" y="42767"/>
                </a:lnTo>
                <a:cubicBezTo>
                  <a:pt x="2107883" y="42767"/>
                  <a:pt x="2110550" y="41624"/>
                  <a:pt x="2112645" y="39624"/>
                </a:cubicBezTo>
                <a:cubicBezTo>
                  <a:pt x="2114074" y="38195"/>
                  <a:pt x="2114931" y="36290"/>
                  <a:pt x="2115407" y="34385"/>
                </a:cubicBezTo>
                <a:lnTo>
                  <a:pt x="2157889" y="34385"/>
                </a:lnTo>
                <a:lnTo>
                  <a:pt x="2184654" y="5810"/>
                </a:lnTo>
                <a:lnTo>
                  <a:pt x="2223707" y="5810"/>
                </a:lnTo>
                <a:lnTo>
                  <a:pt x="2223707" y="8954"/>
                </a:lnTo>
                <a:cubicBezTo>
                  <a:pt x="2223707" y="12002"/>
                  <a:pt x="2226183" y="14478"/>
                  <a:pt x="2229231" y="14478"/>
                </a:cubicBezTo>
                <a:lnTo>
                  <a:pt x="2240185" y="14478"/>
                </a:lnTo>
                <a:cubicBezTo>
                  <a:pt x="2240185" y="14478"/>
                  <a:pt x="2240661" y="14383"/>
                  <a:pt x="2240947" y="14288"/>
                </a:cubicBezTo>
                <a:lnTo>
                  <a:pt x="2356009" y="120777"/>
                </a:lnTo>
                <a:lnTo>
                  <a:pt x="2397252" y="120777"/>
                </a:lnTo>
                <a:cubicBezTo>
                  <a:pt x="2397252" y="120777"/>
                  <a:pt x="2397252" y="121158"/>
                  <a:pt x="2397252" y="121348"/>
                </a:cubicBezTo>
                <a:cubicBezTo>
                  <a:pt x="2398014" y="124587"/>
                  <a:pt x="2400014" y="127349"/>
                  <a:pt x="2402872" y="129159"/>
                </a:cubicBezTo>
                <a:cubicBezTo>
                  <a:pt x="2404872" y="130397"/>
                  <a:pt x="2407158" y="130969"/>
                  <a:pt x="2409444" y="130969"/>
                </a:cubicBezTo>
                <a:cubicBezTo>
                  <a:pt x="2410397" y="130969"/>
                  <a:pt x="2411444" y="130873"/>
                  <a:pt x="2412397" y="130588"/>
                </a:cubicBezTo>
                <a:cubicBezTo>
                  <a:pt x="2415635" y="129826"/>
                  <a:pt x="2418398" y="127826"/>
                  <a:pt x="2420207" y="124873"/>
                </a:cubicBezTo>
                <a:cubicBezTo>
                  <a:pt x="2421922" y="122015"/>
                  <a:pt x="2422493" y="118682"/>
                  <a:pt x="2421731" y="115348"/>
                </a:cubicBezTo>
                <a:cubicBezTo>
                  <a:pt x="2420969" y="112109"/>
                  <a:pt x="2418969" y="109347"/>
                  <a:pt x="2416112" y="107537"/>
                </a:cubicBezTo>
                <a:cubicBezTo>
                  <a:pt x="2413254" y="105823"/>
                  <a:pt x="2409825" y="105251"/>
                  <a:pt x="2406587" y="106013"/>
                </a:cubicBezTo>
                <a:cubicBezTo>
                  <a:pt x="2403348" y="106775"/>
                  <a:pt x="2400586" y="108776"/>
                  <a:pt x="2398776" y="111728"/>
                </a:cubicBezTo>
                <a:cubicBezTo>
                  <a:pt x="2398014" y="113062"/>
                  <a:pt x="2397538" y="114491"/>
                  <a:pt x="2397252" y="115919"/>
                </a:cubicBezTo>
                <a:lnTo>
                  <a:pt x="2357914" y="115919"/>
                </a:lnTo>
                <a:lnTo>
                  <a:pt x="2245043" y="11430"/>
                </a:lnTo>
                <a:cubicBezTo>
                  <a:pt x="2245424" y="10668"/>
                  <a:pt x="2245805" y="9811"/>
                  <a:pt x="2245805" y="8858"/>
                </a:cubicBezTo>
                <a:lnTo>
                  <a:pt x="2245805" y="0"/>
                </a:lnTo>
                <a:lnTo>
                  <a:pt x="2241042" y="0"/>
                </a:lnTo>
                <a:lnTo>
                  <a:pt x="2241042" y="8858"/>
                </a:lnTo>
                <a:cubicBezTo>
                  <a:pt x="2241042" y="8858"/>
                  <a:pt x="2240756" y="9620"/>
                  <a:pt x="2240280" y="9620"/>
                </a:cubicBezTo>
                <a:lnTo>
                  <a:pt x="2229326" y="9620"/>
                </a:lnTo>
                <a:cubicBezTo>
                  <a:pt x="2229326" y="9620"/>
                  <a:pt x="2228564" y="9335"/>
                  <a:pt x="2228564" y="8858"/>
                </a:cubicBezTo>
                <a:lnTo>
                  <a:pt x="2228564" y="0"/>
                </a:lnTo>
                <a:lnTo>
                  <a:pt x="2223802" y="0"/>
                </a:lnTo>
                <a:close/>
                <a:moveTo>
                  <a:pt x="2109311" y="36195"/>
                </a:moveTo>
                <a:cubicBezTo>
                  <a:pt x="2108168" y="37338"/>
                  <a:pt x="2106644" y="37719"/>
                  <a:pt x="2105025" y="37910"/>
                </a:cubicBezTo>
                <a:cubicBezTo>
                  <a:pt x="2101691" y="37910"/>
                  <a:pt x="2099024" y="35147"/>
                  <a:pt x="2099024" y="31814"/>
                </a:cubicBezTo>
                <a:cubicBezTo>
                  <a:pt x="2099024" y="28480"/>
                  <a:pt x="2101787" y="25813"/>
                  <a:pt x="2105120" y="25813"/>
                </a:cubicBezTo>
                <a:lnTo>
                  <a:pt x="2105120" y="25813"/>
                </a:lnTo>
                <a:cubicBezTo>
                  <a:pt x="2106740" y="25813"/>
                  <a:pt x="2108264" y="26480"/>
                  <a:pt x="2109407" y="27623"/>
                </a:cubicBezTo>
                <a:cubicBezTo>
                  <a:pt x="2110550" y="28766"/>
                  <a:pt x="2111121" y="30290"/>
                  <a:pt x="2111121" y="31909"/>
                </a:cubicBezTo>
                <a:cubicBezTo>
                  <a:pt x="2111121" y="33528"/>
                  <a:pt x="2110454" y="35052"/>
                  <a:pt x="2109311" y="36195"/>
                </a:cubicBezTo>
                <a:close/>
                <a:moveTo>
                  <a:pt x="2407730" y="110871"/>
                </a:moveTo>
                <a:cubicBezTo>
                  <a:pt x="2408301" y="110681"/>
                  <a:pt x="2408968" y="110681"/>
                  <a:pt x="2409539" y="110681"/>
                </a:cubicBezTo>
                <a:cubicBezTo>
                  <a:pt x="2410968" y="110681"/>
                  <a:pt x="2412397" y="111062"/>
                  <a:pt x="2413635" y="111823"/>
                </a:cubicBezTo>
                <a:cubicBezTo>
                  <a:pt x="2415445" y="112871"/>
                  <a:pt x="2416683" y="114586"/>
                  <a:pt x="2417159" y="116681"/>
                </a:cubicBezTo>
                <a:cubicBezTo>
                  <a:pt x="2417636" y="118682"/>
                  <a:pt x="2417350" y="120777"/>
                  <a:pt x="2416207" y="122587"/>
                </a:cubicBezTo>
                <a:cubicBezTo>
                  <a:pt x="2415159" y="124397"/>
                  <a:pt x="2413445" y="125635"/>
                  <a:pt x="2411349" y="126111"/>
                </a:cubicBezTo>
                <a:cubicBezTo>
                  <a:pt x="2409349" y="126587"/>
                  <a:pt x="2407253" y="126302"/>
                  <a:pt x="2405444" y="125159"/>
                </a:cubicBezTo>
                <a:cubicBezTo>
                  <a:pt x="2403634" y="124111"/>
                  <a:pt x="2402396" y="122396"/>
                  <a:pt x="2401919" y="120301"/>
                </a:cubicBezTo>
                <a:cubicBezTo>
                  <a:pt x="2400872" y="116110"/>
                  <a:pt x="2403539" y="111919"/>
                  <a:pt x="2407634" y="110871"/>
                </a:cubicBezTo>
                <a:close/>
                <a:moveTo>
                  <a:pt x="2720721" y="26289"/>
                </a:moveTo>
                <a:lnTo>
                  <a:pt x="2631853" y="26289"/>
                </a:lnTo>
                <a:lnTo>
                  <a:pt x="2631853" y="21622"/>
                </a:lnTo>
                <a:cubicBezTo>
                  <a:pt x="2631853" y="16288"/>
                  <a:pt x="2627567" y="12002"/>
                  <a:pt x="2622233" y="12002"/>
                </a:cubicBezTo>
                <a:lnTo>
                  <a:pt x="2523173" y="12002"/>
                </a:lnTo>
                <a:cubicBezTo>
                  <a:pt x="2517838" y="12002"/>
                  <a:pt x="2513552" y="16288"/>
                  <a:pt x="2513552" y="21622"/>
                </a:cubicBezTo>
                <a:lnTo>
                  <a:pt x="2513552" y="26289"/>
                </a:lnTo>
                <a:lnTo>
                  <a:pt x="2452211" y="26289"/>
                </a:lnTo>
                <a:cubicBezTo>
                  <a:pt x="2452211" y="26289"/>
                  <a:pt x="2437448" y="12478"/>
                  <a:pt x="2437448" y="12478"/>
                </a:cubicBezTo>
                <a:lnTo>
                  <a:pt x="2394204" y="12478"/>
                </a:lnTo>
                <a:cubicBezTo>
                  <a:pt x="2393918" y="11430"/>
                  <a:pt x="2393633" y="10382"/>
                  <a:pt x="2393061" y="9430"/>
                </a:cubicBezTo>
                <a:cubicBezTo>
                  <a:pt x="2391632" y="7049"/>
                  <a:pt x="2389251" y="5334"/>
                  <a:pt x="2386584" y="4667"/>
                </a:cubicBezTo>
                <a:cubicBezTo>
                  <a:pt x="2380964" y="3334"/>
                  <a:pt x="2375345" y="6763"/>
                  <a:pt x="2373916" y="12383"/>
                </a:cubicBezTo>
                <a:cubicBezTo>
                  <a:pt x="2373249" y="15145"/>
                  <a:pt x="2373725" y="17907"/>
                  <a:pt x="2375154" y="20288"/>
                </a:cubicBezTo>
                <a:cubicBezTo>
                  <a:pt x="2376583" y="22669"/>
                  <a:pt x="2378869" y="24384"/>
                  <a:pt x="2381631" y="25051"/>
                </a:cubicBezTo>
                <a:cubicBezTo>
                  <a:pt x="2382488" y="25241"/>
                  <a:pt x="2383250" y="25337"/>
                  <a:pt x="2384108" y="25337"/>
                </a:cubicBezTo>
                <a:cubicBezTo>
                  <a:pt x="2388870" y="25337"/>
                  <a:pt x="2393156" y="22098"/>
                  <a:pt x="2394299" y="17336"/>
                </a:cubicBezTo>
                <a:cubicBezTo>
                  <a:pt x="2394299" y="17336"/>
                  <a:pt x="2394299" y="17336"/>
                  <a:pt x="2394299" y="17336"/>
                </a:cubicBezTo>
                <a:lnTo>
                  <a:pt x="2435543" y="17336"/>
                </a:lnTo>
                <a:lnTo>
                  <a:pt x="2450306" y="31147"/>
                </a:lnTo>
                <a:lnTo>
                  <a:pt x="2513552" y="31147"/>
                </a:lnTo>
                <a:cubicBezTo>
                  <a:pt x="2513552" y="31147"/>
                  <a:pt x="2513552" y="35814"/>
                  <a:pt x="2513552" y="35814"/>
                </a:cubicBezTo>
                <a:cubicBezTo>
                  <a:pt x="2513552" y="41148"/>
                  <a:pt x="2517838" y="45434"/>
                  <a:pt x="2523173" y="45434"/>
                </a:cubicBezTo>
                <a:lnTo>
                  <a:pt x="2622233" y="45434"/>
                </a:lnTo>
                <a:cubicBezTo>
                  <a:pt x="2627567" y="45434"/>
                  <a:pt x="2631853" y="41148"/>
                  <a:pt x="2631853" y="35814"/>
                </a:cubicBezTo>
                <a:lnTo>
                  <a:pt x="2631853" y="31147"/>
                </a:lnTo>
                <a:lnTo>
                  <a:pt x="2722912" y="31147"/>
                </a:lnTo>
                <a:lnTo>
                  <a:pt x="2738914" y="11525"/>
                </a:lnTo>
                <a:lnTo>
                  <a:pt x="2738914" y="95"/>
                </a:lnTo>
                <a:lnTo>
                  <a:pt x="2734151" y="95"/>
                </a:lnTo>
                <a:lnTo>
                  <a:pt x="2734151" y="9811"/>
                </a:lnTo>
                <a:lnTo>
                  <a:pt x="2720721" y="26384"/>
                </a:lnTo>
                <a:close/>
                <a:moveTo>
                  <a:pt x="2389727" y="16288"/>
                </a:moveTo>
                <a:cubicBezTo>
                  <a:pt x="2388965" y="19336"/>
                  <a:pt x="2385917" y="21241"/>
                  <a:pt x="2382869" y="20479"/>
                </a:cubicBezTo>
                <a:cubicBezTo>
                  <a:pt x="2381345" y="20098"/>
                  <a:pt x="2380107" y="19241"/>
                  <a:pt x="2379345" y="17907"/>
                </a:cubicBezTo>
                <a:cubicBezTo>
                  <a:pt x="2378583" y="16574"/>
                  <a:pt x="2378297" y="15050"/>
                  <a:pt x="2378678" y="13621"/>
                </a:cubicBezTo>
                <a:cubicBezTo>
                  <a:pt x="2379059" y="12097"/>
                  <a:pt x="2379917" y="10859"/>
                  <a:pt x="2381250" y="10097"/>
                </a:cubicBezTo>
                <a:cubicBezTo>
                  <a:pt x="2382203" y="9525"/>
                  <a:pt x="2383155" y="9239"/>
                  <a:pt x="2384203" y="9239"/>
                </a:cubicBezTo>
                <a:cubicBezTo>
                  <a:pt x="2384679" y="9239"/>
                  <a:pt x="2385060" y="9239"/>
                  <a:pt x="2385536" y="9430"/>
                </a:cubicBezTo>
                <a:cubicBezTo>
                  <a:pt x="2387060" y="9811"/>
                  <a:pt x="2388299" y="10668"/>
                  <a:pt x="2389061" y="12002"/>
                </a:cubicBezTo>
                <a:cubicBezTo>
                  <a:pt x="2389823" y="13335"/>
                  <a:pt x="2390108" y="14859"/>
                  <a:pt x="2389727" y="16288"/>
                </a:cubicBezTo>
                <a:close/>
                <a:moveTo>
                  <a:pt x="2627090" y="35814"/>
                </a:moveTo>
                <a:cubicBezTo>
                  <a:pt x="2627090" y="38481"/>
                  <a:pt x="2624900" y="40672"/>
                  <a:pt x="2622233" y="40672"/>
                </a:cubicBezTo>
                <a:lnTo>
                  <a:pt x="2523173" y="40672"/>
                </a:lnTo>
                <a:cubicBezTo>
                  <a:pt x="2520505" y="40672"/>
                  <a:pt x="2518315" y="38481"/>
                  <a:pt x="2518315" y="35814"/>
                </a:cubicBezTo>
                <a:lnTo>
                  <a:pt x="2518315" y="21622"/>
                </a:lnTo>
                <a:cubicBezTo>
                  <a:pt x="2518315" y="18955"/>
                  <a:pt x="2520505" y="16764"/>
                  <a:pt x="2523173" y="16764"/>
                </a:cubicBezTo>
                <a:lnTo>
                  <a:pt x="2622233" y="16764"/>
                </a:lnTo>
                <a:cubicBezTo>
                  <a:pt x="2624900" y="16764"/>
                  <a:pt x="2627090" y="18955"/>
                  <a:pt x="2627090" y="21622"/>
                </a:cubicBezTo>
                <a:lnTo>
                  <a:pt x="2627090" y="35814"/>
                </a:lnTo>
                <a:close/>
                <a:moveTo>
                  <a:pt x="401288" y="4989957"/>
                </a:moveTo>
                <a:lnTo>
                  <a:pt x="396526" y="4989957"/>
                </a:lnTo>
                <a:lnTo>
                  <a:pt x="396526" y="4971574"/>
                </a:lnTo>
                <a:lnTo>
                  <a:pt x="401288" y="4971574"/>
                </a:lnTo>
                <a:lnTo>
                  <a:pt x="401288" y="4989957"/>
                </a:lnTo>
                <a:close/>
                <a:moveTo>
                  <a:pt x="396526" y="4934808"/>
                </a:moveTo>
                <a:lnTo>
                  <a:pt x="401288" y="4934808"/>
                </a:lnTo>
                <a:lnTo>
                  <a:pt x="401288" y="4953191"/>
                </a:lnTo>
                <a:lnTo>
                  <a:pt x="396526" y="4953191"/>
                </a:lnTo>
                <a:lnTo>
                  <a:pt x="396526" y="4934808"/>
                </a:lnTo>
                <a:close/>
                <a:moveTo>
                  <a:pt x="401288" y="5026724"/>
                </a:moveTo>
                <a:lnTo>
                  <a:pt x="396526" y="5026724"/>
                </a:lnTo>
                <a:lnTo>
                  <a:pt x="396526" y="5008340"/>
                </a:lnTo>
                <a:lnTo>
                  <a:pt x="401288" y="5008340"/>
                </a:lnTo>
                <a:lnTo>
                  <a:pt x="401288" y="5026724"/>
                </a:lnTo>
                <a:close/>
                <a:moveTo>
                  <a:pt x="396526" y="5045202"/>
                </a:moveTo>
                <a:lnTo>
                  <a:pt x="401288" y="5045202"/>
                </a:lnTo>
                <a:lnTo>
                  <a:pt x="401288" y="5063585"/>
                </a:lnTo>
                <a:lnTo>
                  <a:pt x="396526" y="5063585"/>
                </a:lnTo>
                <a:lnTo>
                  <a:pt x="396526" y="5045202"/>
                </a:lnTo>
                <a:close/>
                <a:moveTo>
                  <a:pt x="407384" y="4807935"/>
                </a:moveTo>
                <a:cubicBezTo>
                  <a:pt x="404813" y="4806029"/>
                  <a:pt x="401860" y="4805172"/>
                  <a:pt x="398907" y="4805172"/>
                </a:cubicBezTo>
                <a:cubicBezTo>
                  <a:pt x="394526" y="4805172"/>
                  <a:pt x="390144" y="4807172"/>
                  <a:pt x="387287" y="4810982"/>
                </a:cubicBezTo>
                <a:cubicBezTo>
                  <a:pt x="382619" y="4817364"/>
                  <a:pt x="383953" y="4826318"/>
                  <a:pt x="390335" y="4830985"/>
                </a:cubicBezTo>
                <a:cubicBezTo>
                  <a:pt x="392144" y="4832319"/>
                  <a:pt x="394240" y="4833176"/>
                  <a:pt x="396431" y="4833462"/>
                </a:cubicBezTo>
                <a:lnTo>
                  <a:pt x="396431" y="4842701"/>
                </a:lnTo>
                <a:lnTo>
                  <a:pt x="401193" y="4842701"/>
                </a:lnTo>
                <a:lnTo>
                  <a:pt x="401193" y="4833462"/>
                </a:lnTo>
                <a:cubicBezTo>
                  <a:pt x="404908" y="4832795"/>
                  <a:pt x="408146" y="4830890"/>
                  <a:pt x="410337" y="4827842"/>
                </a:cubicBezTo>
                <a:cubicBezTo>
                  <a:pt x="415004" y="4821460"/>
                  <a:pt x="413671" y="4812506"/>
                  <a:pt x="407289" y="4807839"/>
                </a:cubicBezTo>
                <a:close/>
                <a:moveTo>
                  <a:pt x="400717" y="4831080"/>
                </a:moveTo>
                <a:cubicBezTo>
                  <a:pt x="400145" y="4831080"/>
                  <a:pt x="399479" y="4831176"/>
                  <a:pt x="398907" y="4831176"/>
                </a:cubicBezTo>
                <a:cubicBezTo>
                  <a:pt x="396431" y="4831176"/>
                  <a:pt x="394049" y="4830413"/>
                  <a:pt x="392049" y="4828889"/>
                </a:cubicBezTo>
                <a:cubicBezTo>
                  <a:pt x="386810" y="4825079"/>
                  <a:pt x="385763" y="4817745"/>
                  <a:pt x="389573" y="4812506"/>
                </a:cubicBezTo>
                <a:cubicBezTo>
                  <a:pt x="393383" y="4807363"/>
                  <a:pt x="400717" y="4806220"/>
                  <a:pt x="405956" y="4810030"/>
                </a:cubicBezTo>
                <a:cubicBezTo>
                  <a:pt x="408432" y="4811840"/>
                  <a:pt x="410147" y="4814602"/>
                  <a:pt x="410623" y="4817650"/>
                </a:cubicBezTo>
                <a:cubicBezTo>
                  <a:pt x="411099" y="4820698"/>
                  <a:pt x="410337" y="4823841"/>
                  <a:pt x="408527" y="4826318"/>
                </a:cubicBezTo>
                <a:cubicBezTo>
                  <a:pt x="406718" y="4828794"/>
                  <a:pt x="403955" y="4830509"/>
                  <a:pt x="400907" y="4830985"/>
                </a:cubicBezTo>
                <a:close/>
                <a:moveTo>
                  <a:pt x="1749743" y="90869"/>
                </a:moveTo>
                <a:lnTo>
                  <a:pt x="1749743" y="95"/>
                </a:lnTo>
                <a:cubicBezTo>
                  <a:pt x="1749743" y="95"/>
                  <a:pt x="1745075" y="95"/>
                  <a:pt x="1745075" y="95"/>
                </a:cubicBezTo>
                <a:lnTo>
                  <a:pt x="1745075" y="88964"/>
                </a:lnTo>
                <a:cubicBezTo>
                  <a:pt x="1745075" y="88964"/>
                  <a:pt x="1734026" y="100298"/>
                  <a:pt x="1734026" y="100298"/>
                </a:cubicBezTo>
                <a:lnTo>
                  <a:pt x="1734026" y="184499"/>
                </a:lnTo>
                <a:cubicBezTo>
                  <a:pt x="1727740" y="185642"/>
                  <a:pt x="1722977" y="191072"/>
                  <a:pt x="1722977" y="197739"/>
                </a:cubicBezTo>
                <a:cubicBezTo>
                  <a:pt x="1722977" y="205169"/>
                  <a:pt x="1728978" y="211169"/>
                  <a:pt x="1736407" y="211169"/>
                </a:cubicBezTo>
                <a:cubicBezTo>
                  <a:pt x="1743837" y="211169"/>
                  <a:pt x="1749838" y="205169"/>
                  <a:pt x="1749838" y="197739"/>
                </a:cubicBezTo>
                <a:cubicBezTo>
                  <a:pt x="1749838" y="191167"/>
                  <a:pt x="1745075" y="185642"/>
                  <a:pt x="1738789" y="184499"/>
                </a:cubicBezTo>
                <a:lnTo>
                  <a:pt x="1738789" y="102203"/>
                </a:lnTo>
                <a:lnTo>
                  <a:pt x="1749743" y="90869"/>
                </a:lnTo>
                <a:close/>
                <a:moveTo>
                  <a:pt x="1745075" y="197739"/>
                </a:moveTo>
                <a:cubicBezTo>
                  <a:pt x="1745075" y="202502"/>
                  <a:pt x="1741170" y="206407"/>
                  <a:pt x="1736407" y="206407"/>
                </a:cubicBezTo>
                <a:cubicBezTo>
                  <a:pt x="1731645" y="206407"/>
                  <a:pt x="1727740" y="202502"/>
                  <a:pt x="1727740" y="197739"/>
                </a:cubicBezTo>
                <a:cubicBezTo>
                  <a:pt x="1727740" y="192977"/>
                  <a:pt x="1731645" y="189071"/>
                  <a:pt x="1736407" y="189071"/>
                </a:cubicBezTo>
                <a:cubicBezTo>
                  <a:pt x="1741170" y="189071"/>
                  <a:pt x="1745075" y="192977"/>
                  <a:pt x="1745075" y="197739"/>
                </a:cubicBezTo>
                <a:close/>
                <a:moveTo>
                  <a:pt x="405956" y="4819460"/>
                </a:moveTo>
                <a:cubicBezTo>
                  <a:pt x="405956" y="4823365"/>
                  <a:pt x="402812" y="4826508"/>
                  <a:pt x="398907" y="4826508"/>
                </a:cubicBezTo>
                <a:cubicBezTo>
                  <a:pt x="395002" y="4826508"/>
                  <a:pt x="391859" y="4823365"/>
                  <a:pt x="391859" y="4819460"/>
                </a:cubicBezTo>
                <a:cubicBezTo>
                  <a:pt x="391859" y="4815554"/>
                  <a:pt x="395002" y="4812411"/>
                  <a:pt x="398907" y="4812411"/>
                </a:cubicBezTo>
                <a:cubicBezTo>
                  <a:pt x="402812" y="4812411"/>
                  <a:pt x="405956" y="4815554"/>
                  <a:pt x="405956" y="4819460"/>
                </a:cubicBezTo>
                <a:close/>
                <a:moveTo>
                  <a:pt x="401288" y="5100352"/>
                </a:moveTo>
                <a:lnTo>
                  <a:pt x="396526" y="5100352"/>
                </a:lnTo>
                <a:lnTo>
                  <a:pt x="396526" y="5081969"/>
                </a:lnTo>
                <a:cubicBezTo>
                  <a:pt x="396526" y="5081969"/>
                  <a:pt x="401288" y="5081969"/>
                  <a:pt x="401288" y="5081969"/>
                </a:cubicBezTo>
                <a:lnTo>
                  <a:pt x="401288" y="5100352"/>
                </a:lnTo>
                <a:close/>
                <a:moveTo>
                  <a:pt x="401288" y="4879563"/>
                </a:moveTo>
                <a:lnTo>
                  <a:pt x="396526" y="4879563"/>
                </a:lnTo>
                <a:lnTo>
                  <a:pt x="396526" y="4861179"/>
                </a:lnTo>
                <a:lnTo>
                  <a:pt x="401288" y="4861179"/>
                </a:lnTo>
                <a:lnTo>
                  <a:pt x="401288" y="4879563"/>
                </a:lnTo>
                <a:close/>
                <a:moveTo>
                  <a:pt x="467963" y="4809935"/>
                </a:moveTo>
                <a:cubicBezTo>
                  <a:pt x="467963" y="4813840"/>
                  <a:pt x="464820" y="4816983"/>
                  <a:pt x="460915" y="4816983"/>
                </a:cubicBezTo>
                <a:cubicBezTo>
                  <a:pt x="457010" y="4816983"/>
                  <a:pt x="453866" y="4813840"/>
                  <a:pt x="453866" y="4809935"/>
                </a:cubicBezTo>
                <a:cubicBezTo>
                  <a:pt x="453866" y="4806029"/>
                  <a:pt x="457010" y="4802886"/>
                  <a:pt x="460915" y="4802886"/>
                </a:cubicBezTo>
                <a:cubicBezTo>
                  <a:pt x="464820" y="4802886"/>
                  <a:pt x="467963" y="4806029"/>
                  <a:pt x="467963" y="4809935"/>
                </a:cubicBezTo>
                <a:close/>
                <a:moveTo>
                  <a:pt x="334518" y="4971955"/>
                </a:moveTo>
                <a:lnTo>
                  <a:pt x="339281" y="4971955"/>
                </a:lnTo>
                <a:lnTo>
                  <a:pt x="339281" y="4990433"/>
                </a:lnTo>
                <a:lnTo>
                  <a:pt x="334518" y="4990433"/>
                </a:lnTo>
                <a:lnTo>
                  <a:pt x="334518" y="4971955"/>
                </a:lnTo>
                <a:close/>
                <a:moveTo>
                  <a:pt x="201740" y="4841462"/>
                </a:moveTo>
                <a:cubicBezTo>
                  <a:pt x="201740" y="4841462"/>
                  <a:pt x="200692" y="4840796"/>
                  <a:pt x="200025" y="4840796"/>
                </a:cubicBezTo>
                <a:lnTo>
                  <a:pt x="123063" y="4840796"/>
                </a:lnTo>
                <a:cubicBezTo>
                  <a:pt x="122777" y="4839462"/>
                  <a:pt x="122301" y="4838129"/>
                  <a:pt x="121444" y="4836986"/>
                </a:cubicBezTo>
                <a:cubicBezTo>
                  <a:pt x="119539" y="4834319"/>
                  <a:pt x="116491" y="4832890"/>
                  <a:pt x="113443" y="4832890"/>
                </a:cubicBezTo>
                <a:cubicBezTo>
                  <a:pt x="111538" y="4832890"/>
                  <a:pt x="109633" y="4833462"/>
                  <a:pt x="107918" y="4834509"/>
                </a:cubicBezTo>
                <a:cubicBezTo>
                  <a:pt x="105728" y="4835938"/>
                  <a:pt x="104204" y="4838224"/>
                  <a:pt x="103823" y="4840796"/>
                </a:cubicBezTo>
                <a:cubicBezTo>
                  <a:pt x="103346" y="4843368"/>
                  <a:pt x="103918" y="4845939"/>
                  <a:pt x="105442" y="4848035"/>
                </a:cubicBezTo>
                <a:cubicBezTo>
                  <a:pt x="108490" y="4852321"/>
                  <a:pt x="114586" y="4853369"/>
                  <a:pt x="118967" y="4850416"/>
                </a:cubicBezTo>
                <a:cubicBezTo>
                  <a:pt x="120777" y="4849178"/>
                  <a:pt x="121920" y="4847368"/>
                  <a:pt x="122587" y="4845368"/>
                </a:cubicBezTo>
                <a:lnTo>
                  <a:pt x="197644" y="4845368"/>
                </a:lnTo>
                <a:cubicBezTo>
                  <a:pt x="197644" y="4845368"/>
                  <a:pt x="197549" y="4919758"/>
                  <a:pt x="197549" y="4919758"/>
                </a:cubicBezTo>
                <a:cubicBezTo>
                  <a:pt x="196406" y="4920044"/>
                  <a:pt x="195263" y="4920425"/>
                  <a:pt x="194215" y="4921092"/>
                </a:cubicBezTo>
                <a:cubicBezTo>
                  <a:pt x="192024" y="4922520"/>
                  <a:pt x="190500" y="4924807"/>
                  <a:pt x="190024" y="4927378"/>
                </a:cubicBezTo>
                <a:cubicBezTo>
                  <a:pt x="189548" y="4929950"/>
                  <a:pt x="190119" y="4932522"/>
                  <a:pt x="191643" y="4934617"/>
                </a:cubicBezTo>
                <a:cubicBezTo>
                  <a:pt x="194691" y="4938903"/>
                  <a:pt x="200787" y="4939951"/>
                  <a:pt x="205169" y="4936998"/>
                </a:cubicBezTo>
                <a:cubicBezTo>
                  <a:pt x="207359" y="4935474"/>
                  <a:pt x="208883" y="4933283"/>
                  <a:pt x="209264" y="4930712"/>
                </a:cubicBezTo>
                <a:cubicBezTo>
                  <a:pt x="209360" y="4930141"/>
                  <a:pt x="209264" y="4929569"/>
                  <a:pt x="209264" y="4928902"/>
                </a:cubicBezTo>
                <a:lnTo>
                  <a:pt x="243935" y="4897279"/>
                </a:lnTo>
                <a:lnTo>
                  <a:pt x="243935" y="4836033"/>
                </a:lnTo>
                <a:cubicBezTo>
                  <a:pt x="248507" y="4834890"/>
                  <a:pt x="251936" y="4830985"/>
                  <a:pt x="251936" y="4826127"/>
                </a:cubicBezTo>
                <a:cubicBezTo>
                  <a:pt x="251936" y="4820412"/>
                  <a:pt x="247269" y="4815745"/>
                  <a:pt x="241554" y="4815745"/>
                </a:cubicBezTo>
                <a:cubicBezTo>
                  <a:pt x="235839" y="4815745"/>
                  <a:pt x="231172" y="4820412"/>
                  <a:pt x="231172" y="4826127"/>
                </a:cubicBezTo>
                <a:cubicBezTo>
                  <a:pt x="231172" y="4830985"/>
                  <a:pt x="234601" y="4834986"/>
                  <a:pt x="239173" y="4836033"/>
                </a:cubicBezTo>
                <a:lnTo>
                  <a:pt x="239173" y="4895183"/>
                </a:lnTo>
                <a:lnTo>
                  <a:pt x="207740" y="4923854"/>
                </a:lnTo>
                <a:cubicBezTo>
                  <a:pt x="207740" y="4923854"/>
                  <a:pt x="207740" y="4923568"/>
                  <a:pt x="207550" y="4923473"/>
                </a:cubicBezTo>
                <a:cubicBezTo>
                  <a:pt x="206216" y="4921663"/>
                  <a:pt x="204216" y="4920616"/>
                  <a:pt x="202120" y="4920044"/>
                </a:cubicBezTo>
                <a:lnTo>
                  <a:pt x="202120" y="4842891"/>
                </a:lnTo>
                <a:cubicBezTo>
                  <a:pt x="202216" y="4842224"/>
                  <a:pt x="202025" y="4841653"/>
                  <a:pt x="201549" y="4841177"/>
                </a:cubicBezTo>
                <a:close/>
                <a:moveTo>
                  <a:pt x="236030" y="4826413"/>
                </a:moveTo>
                <a:cubicBezTo>
                  <a:pt x="236030" y="4823270"/>
                  <a:pt x="238601" y="4820793"/>
                  <a:pt x="241649" y="4820793"/>
                </a:cubicBezTo>
                <a:cubicBezTo>
                  <a:pt x="244697" y="4820793"/>
                  <a:pt x="247269" y="4823365"/>
                  <a:pt x="247269" y="4826413"/>
                </a:cubicBezTo>
                <a:cubicBezTo>
                  <a:pt x="247269" y="4829461"/>
                  <a:pt x="244697" y="4832033"/>
                  <a:pt x="241649" y="4832033"/>
                </a:cubicBezTo>
                <a:cubicBezTo>
                  <a:pt x="238601" y="4832033"/>
                  <a:pt x="236030" y="4829461"/>
                  <a:pt x="236030" y="4826413"/>
                </a:cubicBezTo>
                <a:close/>
                <a:moveTo>
                  <a:pt x="396526" y="4897946"/>
                </a:moveTo>
                <a:lnTo>
                  <a:pt x="401288" y="4897946"/>
                </a:lnTo>
                <a:lnTo>
                  <a:pt x="401288" y="4916329"/>
                </a:lnTo>
                <a:cubicBezTo>
                  <a:pt x="401288" y="4916329"/>
                  <a:pt x="396526" y="4916329"/>
                  <a:pt x="396526" y="4916329"/>
                </a:cubicBezTo>
                <a:lnTo>
                  <a:pt x="396526" y="4897946"/>
                </a:lnTo>
                <a:close/>
                <a:moveTo>
                  <a:pt x="396526" y="5118735"/>
                </a:moveTo>
                <a:lnTo>
                  <a:pt x="401288" y="5118735"/>
                </a:lnTo>
                <a:lnTo>
                  <a:pt x="401288" y="5137119"/>
                </a:lnTo>
                <a:lnTo>
                  <a:pt x="396526" y="5137119"/>
                </a:lnTo>
                <a:lnTo>
                  <a:pt x="396526" y="5118735"/>
                </a:lnTo>
                <a:close/>
                <a:moveTo>
                  <a:pt x="469392" y="4798410"/>
                </a:moveTo>
                <a:cubicBezTo>
                  <a:pt x="466820" y="4796504"/>
                  <a:pt x="463868" y="4795647"/>
                  <a:pt x="460915" y="4795647"/>
                </a:cubicBezTo>
                <a:cubicBezTo>
                  <a:pt x="456533" y="4795647"/>
                  <a:pt x="452152" y="4797647"/>
                  <a:pt x="449389" y="4801457"/>
                </a:cubicBezTo>
                <a:cubicBezTo>
                  <a:pt x="444722" y="4807839"/>
                  <a:pt x="446056" y="4816793"/>
                  <a:pt x="452438" y="4821460"/>
                </a:cubicBezTo>
                <a:cubicBezTo>
                  <a:pt x="454247" y="4822794"/>
                  <a:pt x="456343" y="4823651"/>
                  <a:pt x="458534" y="4823937"/>
                </a:cubicBezTo>
                <a:lnTo>
                  <a:pt x="458534" y="4833176"/>
                </a:lnTo>
                <a:lnTo>
                  <a:pt x="463296" y="4833176"/>
                </a:lnTo>
                <a:lnTo>
                  <a:pt x="463296" y="4823937"/>
                </a:lnTo>
                <a:cubicBezTo>
                  <a:pt x="467011" y="4823270"/>
                  <a:pt x="470249" y="4821365"/>
                  <a:pt x="472440" y="4818317"/>
                </a:cubicBezTo>
                <a:cubicBezTo>
                  <a:pt x="477107" y="4811935"/>
                  <a:pt x="475774" y="4802981"/>
                  <a:pt x="469392" y="4798314"/>
                </a:cubicBezTo>
                <a:close/>
                <a:moveTo>
                  <a:pt x="462725" y="4821555"/>
                </a:moveTo>
                <a:cubicBezTo>
                  <a:pt x="462153" y="4821555"/>
                  <a:pt x="461486" y="4821651"/>
                  <a:pt x="460915" y="4821651"/>
                </a:cubicBezTo>
                <a:cubicBezTo>
                  <a:pt x="458438" y="4821651"/>
                  <a:pt x="456057" y="4820888"/>
                  <a:pt x="454057" y="4819364"/>
                </a:cubicBezTo>
                <a:cubicBezTo>
                  <a:pt x="448818" y="4815554"/>
                  <a:pt x="447770" y="4808220"/>
                  <a:pt x="451580" y="4802981"/>
                </a:cubicBezTo>
                <a:cubicBezTo>
                  <a:pt x="455390" y="4797838"/>
                  <a:pt x="462725" y="4796695"/>
                  <a:pt x="467963" y="4800505"/>
                </a:cubicBezTo>
                <a:cubicBezTo>
                  <a:pt x="470440" y="4802315"/>
                  <a:pt x="472154" y="4805077"/>
                  <a:pt x="472631" y="4808125"/>
                </a:cubicBezTo>
                <a:cubicBezTo>
                  <a:pt x="473107" y="4811173"/>
                  <a:pt x="472345" y="4814316"/>
                  <a:pt x="470535" y="4816793"/>
                </a:cubicBezTo>
                <a:cubicBezTo>
                  <a:pt x="468725" y="4819269"/>
                  <a:pt x="465963" y="4820984"/>
                  <a:pt x="462915" y="4821460"/>
                </a:cubicBezTo>
                <a:close/>
                <a:moveTo>
                  <a:pt x="345377" y="4807935"/>
                </a:moveTo>
                <a:cubicBezTo>
                  <a:pt x="342805" y="4806029"/>
                  <a:pt x="339852" y="4805172"/>
                  <a:pt x="336899" y="4805172"/>
                </a:cubicBezTo>
                <a:cubicBezTo>
                  <a:pt x="332518" y="4805172"/>
                  <a:pt x="328136" y="4807172"/>
                  <a:pt x="325279" y="4810982"/>
                </a:cubicBezTo>
                <a:cubicBezTo>
                  <a:pt x="320612" y="4817364"/>
                  <a:pt x="321945" y="4826318"/>
                  <a:pt x="328327" y="4830985"/>
                </a:cubicBezTo>
                <a:cubicBezTo>
                  <a:pt x="330137" y="4832319"/>
                  <a:pt x="332232" y="4833176"/>
                  <a:pt x="334423" y="4833462"/>
                </a:cubicBezTo>
                <a:lnTo>
                  <a:pt x="334423" y="4842701"/>
                </a:lnTo>
                <a:lnTo>
                  <a:pt x="339185" y="4842701"/>
                </a:lnTo>
                <a:lnTo>
                  <a:pt x="339185" y="4833462"/>
                </a:lnTo>
                <a:cubicBezTo>
                  <a:pt x="342900" y="4832795"/>
                  <a:pt x="346139" y="4830890"/>
                  <a:pt x="348329" y="4827842"/>
                </a:cubicBezTo>
                <a:cubicBezTo>
                  <a:pt x="352997" y="4821460"/>
                  <a:pt x="351663" y="4812506"/>
                  <a:pt x="345281" y="4807839"/>
                </a:cubicBezTo>
                <a:close/>
                <a:moveTo>
                  <a:pt x="338614" y="4830985"/>
                </a:moveTo>
                <a:cubicBezTo>
                  <a:pt x="338042" y="4830985"/>
                  <a:pt x="337376" y="4831080"/>
                  <a:pt x="336804" y="4831080"/>
                </a:cubicBezTo>
                <a:cubicBezTo>
                  <a:pt x="334328" y="4831080"/>
                  <a:pt x="331946" y="4830318"/>
                  <a:pt x="329946" y="4828794"/>
                </a:cubicBezTo>
                <a:cubicBezTo>
                  <a:pt x="324707" y="4824984"/>
                  <a:pt x="323660" y="4817650"/>
                  <a:pt x="327470" y="4812411"/>
                </a:cubicBezTo>
                <a:cubicBezTo>
                  <a:pt x="331280" y="4807268"/>
                  <a:pt x="338614" y="4806125"/>
                  <a:pt x="343853" y="4809935"/>
                </a:cubicBezTo>
                <a:cubicBezTo>
                  <a:pt x="346329" y="4811745"/>
                  <a:pt x="348044" y="4814507"/>
                  <a:pt x="348520" y="4817555"/>
                </a:cubicBezTo>
                <a:cubicBezTo>
                  <a:pt x="348996" y="4820603"/>
                  <a:pt x="348234" y="4823746"/>
                  <a:pt x="346424" y="4826222"/>
                </a:cubicBezTo>
                <a:cubicBezTo>
                  <a:pt x="344614" y="4828699"/>
                  <a:pt x="341852" y="4830413"/>
                  <a:pt x="338804" y="4830890"/>
                </a:cubicBezTo>
                <a:close/>
                <a:moveTo>
                  <a:pt x="1113187" y="2607278"/>
                </a:moveTo>
                <a:cubicBezTo>
                  <a:pt x="1113187" y="2610326"/>
                  <a:pt x="1110710" y="2612803"/>
                  <a:pt x="1107662" y="2612803"/>
                </a:cubicBezTo>
                <a:cubicBezTo>
                  <a:pt x="1104614" y="2612803"/>
                  <a:pt x="1102138" y="2610326"/>
                  <a:pt x="1102138" y="2607278"/>
                </a:cubicBezTo>
                <a:cubicBezTo>
                  <a:pt x="1102138" y="2604230"/>
                  <a:pt x="1104614" y="2601754"/>
                  <a:pt x="1107662" y="2601754"/>
                </a:cubicBezTo>
                <a:cubicBezTo>
                  <a:pt x="1110710" y="2601754"/>
                  <a:pt x="1113187" y="2604230"/>
                  <a:pt x="1113187" y="2607278"/>
                </a:cubicBezTo>
                <a:close/>
                <a:moveTo>
                  <a:pt x="1771555" y="206693"/>
                </a:moveTo>
                <a:lnTo>
                  <a:pt x="1771555" y="95"/>
                </a:lnTo>
                <a:lnTo>
                  <a:pt x="1776317" y="95"/>
                </a:lnTo>
                <a:lnTo>
                  <a:pt x="1776317" y="208598"/>
                </a:lnTo>
                <a:lnTo>
                  <a:pt x="1765364" y="219932"/>
                </a:lnTo>
                <a:lnTo>
                  <a:pt x="1765364" y="297085"/>
                </a:lnTo>
                <a:cubicBezTo>
                  <a:pt x="1770317" y="298228"/>
                  <a:pt x="1774031" y="302419"/>
                  <a:pt x="1774031" y="307658"/>
                </a:cubicBezTo>
                <a:cubicBezTo>
                  <a:pt x="1774031" y="313754"/>
                  <a:pt x="1769078" y="318707"/>
                  <a:pt x="1762982" y="318707"/>
                </a:cubicBezTo>
                <a:cubicBezTo>
                  <a:pt x="1756886" y="318707"/>
                  <a:pt x="1751933" y="313754"/>
                  <a:pt x="1751933" y="307658"/>
                </a:cubicBezTo>
                <a:cubicBezTo>
                  <a:pt x="1751933" y="302419"/>
                  <a:pt x="1755648" y="298133"/>
                  <a:pt x="1760601" y="297085"/>
                </a:cubicBezTo>
                <a:lnTo>
                  <a:pt x="1760601" y="218027"/>
                </a:lnTo>
                <a:lnTo>
                  <a:pt x="1771555" y="206693"/>
                </a:lnTo>
                <a:close/>
                <a:moveTo>
                  <a:pt x="334518" y="5045774"/>
                </a:moveTo>
                <a:lnTo>
                  <a:pt x="339281" y="5045774"/>
                </a:lnTo>
                <a:lnTo>
                  <a:pt x="339281" y="5064252"/>
                </a:lnTo>
                <a:lnTo>
                  <a:pt x="334518" y="5064252"/>
                </a:lnTo>
                <a:lnTo>
                  <a:pt x="334518" y="5045774"/>
                </a:lnTo>
                <a:close/>
                <a:moveTo>
                  <a:pt x="1802225" y="215360"/>
                </a:moveTo>
                <a:lnTo>
                  <a:pt x="1802225" y="299276"/>
                </a:lnTo>
                <a:lnTo>
                  <a:pt x="1800892" y="299276"/>
                </a:lnTo>
                <a:cubicBezTo>
                  <a:pt x="1798034" y="299276"/>
                  <a:pt x="1795748" y="301562"/>
                  <a:pt x="1795748" y="304419"/>
                </a:cubicBezTo>
                <a:lnTo>
                  <a:pt x="1795748" y="324803"/>
                </a:lnTo>
                <a:cubicBezTo>
                  <a:pt x="1795748" y="327660"/>
                  <a:pt x="1798034" y="329946"/>
                  <a:pt x="1800892" y="329946"/>
                </a:cubicBezTo>
                <a:lnTo>
                  <a:pt x="1807369" y="329946"/>
                </a:lnTo>
                <a:cubicBezTo>
                  <a:pt x="1810226" y="329946"/>
                  <a:pt x="1812512" y="327660"/>
                  <a:pt x="1812512" y="324803"/>
                </a:cubicBezTo>
                <a:lnTo>
                  <a:pt x="1812512" y="304419"/>
                </a:lnTo>
                <a:cubicBezTo>
                  <a:pt x="1812512" y="301562"/>
                  <a:pt x="1810226" y="299276"/>
                  <a:pt x="1807369" y="299276"/>
                </a:cubicBezTo>
                <a:lnTo>
                  <a:pt x="1806893" y="299276"/>
                </a:lnTo>
                <a:lnTo>
                  <a:pt x="1806893" y="217265"/>
                </a:lnTo>
                <a:lnTo>
                  <a:pt x="1817846" y="205931"/>
                </a:lnTo>
                <a:lnTo>
                  <a:pt x="1817846" y="95"/>
                </a:lnTo>
                <a:lnTo>
                  <a:pt x="1813084" y="95"/>
                </a:lnTo>
                <a:lnTo>
                  <a:pt x="1813084" y="204026"/>
                </a:lnTo>
                <a:lnTo>
                  <a:pt x="1802130" y="215360"/>
                </a:lnTo>
                <a:close/>
                <a:moveTo>
                  <a:pt x="1810131" y="324803"/>
                </a:moveTo>
                <a:cubicBezTo>
                  <a:pt x="1810131" y="326231"/>
                  <a:pt x="1808893" y="327470"/>
                  <a:pt x="1807464" y="327470"/>
                </a:cubicBezTo>
                <a:lnTo>
                  <a:pt x="1800987" y="327470"/>
                </a:lnTo>
                <a:cubicBezTo>
                  <a:pt x="1799558" y="327470"/>
                  <a:pt x="1798320" y="326231"/>
                  <a:pt x="1798320" y="324803"/>
                </a:cubicBezTo>
                <a:lnTo>
                  <a:pt x="1798320" y="324803"/>
                </a:lnTo>
                <a:cubicBezTo>
                  <a:pt x="1798320" y="324803"/>
                  <a:pt x="1810131" y="324707"/>
                  <a:pt x="1810131" y="324707"/>
                </a:cubicBezTo>
                <a:lnTo>
                  <a:pt x="1810131" y="324707"/>
                </a:lnTo>
                <a:close/>
                <a:moveTo>
                  <a:pt x="1810131" y="322231"/>
                </a:moveTo>
                <a:lnTo>
                  <a:pt x="1798320" y="322231"/>
                </a:lnTo>
                <a:lnTo>
                  <a:pt x="1798320" y="319469"/>
                </a:lnTo>
                <a:lnTo>
                  <a:pt x="1810131" y="319469"/>
                </a:lnTo>
                <a:lnTo>
                  <a:pt x="1810131" y="322231"/>
                </a:lnTo>
                <a:close/>
                <a:moveTo>
                  <a:pt x="1810131" y="317945"/>
                </a:moveTo>
                <a:lnTo>
                  <a:pt x="1798320" y="317945"/>
                </a:lnTo>
                <a:lnTo>
                  <a:pt x="1798320" y="308229"/>
                </a:lnTo>
                <a:lnTo>
                  <a:pt x="1810131" y="308229"/>
                </a:lnTo>
                <a:lnTo>
                  <a:pt x="1810131" y="317945"/>
                </a:lnTo>
                <a:close/>
                <a:moveTo>
                  <a:pt x="1807464" y="301752"/>
                </a:moveTo>
                <a:cubicBezTo>
                  <a:pt x="1808893" y="301752"/>
                  <a:pt x="1810131" y="302990"/>
                  <a:pt x="1810131" y="304419"/>
                </a:cubicBezTo>
                <a:lnTo>
                  <a:pt x="1810131" y="305086"/>
                </a:lnTo>
                <a:lnTo>
                  <a:pt x="1798320" y="305086"/>
                </a:lnTo>
                <a:lnTo>
                  <a:pt x="1798320" y="304419"/>
                </a:lnTo>
                <a:cubicBezTo>
                  <a:pt x="1798320" y="302990"/>
                  <a:pt x="1799463" y="301752"/>
                  <a:pt x="1800987" y="301752"/>
                </a:cubicBezTo>
                <a:lnTo>
                  <a:pt x="1807464" y="301752"/>
                </a:lnTo>
                <a:close/>
                <a:moveTo>
                  <a:pt x="101251" y="4950524"/>
                </a:moveTo>
                <a:lnTo>
                  <a:pt x="166592" y="4950524"/>
                </a:lnTo>
                <a:cubicBezTo>
                  <a:pt x="166878" y="4951286"/>
                  <a:pt x="167164" y="4952048"/>
                  <a:pt x="167640" y="4952715"/>
                </a:cubicBezTo>
                <a:cubicBezTo>
                  <a:pt x="170688" y="4957000"/>
                  <a:pt x="176784" y="4958049"/>
                  <a:pt x="181166" y="4955096"/>
                </a:cubicBezTo>
                <a:cubicBezTo>
                  <a:pt x="182975" y="4953858"/>
                  <a:pt x="184214" y="4951953"/>
                  <a:pt x="184880" y="4949952"/>
                </a:cubicBezTo>
                <a:lnTo>
                  <a:pt x="255365" y="4949952"/>
                </a:lnTo>
                <a:lnTo>
                  <a:pt x="275939" y="4932712"/>
                </a:lnTo>
                <a:lnTo>
                  <a:pt x="275939" y="4836319"/>
                </a:lnTo>
                <a:cubicBezTo>
                  <a:pt x="280511" y="4835176"/>
                  <a:pt x="283940" y="4831271"/>
                  <a:pt x="283940" y="4826413"/>
                </a:cubicBezTo>
                <a:cubicBezTo>
                  <a:pt x="283940" y="4820698"/>
                  <a:pt x="279273" y="4816031"/>
                  <a:pt x="273558" y="4816031"/>
                </a:cubicBezTo>
                <a:cubicBezTo>
                  <a:pt x="267843" y="4816031"/>
                  <a:pt x="263176" y="4820698"/>
                  <a:pt x="263176" y="4826413"/>
                </a:cubicBezTo>
                <a:cubicBezTo>
                  <a:pt x="263176" y="4831271"/>
                  <a:pt x="266605" y="4835271"/>
                  <a:pt x="271177" y="4836319"/>
                </a:cubicBezTo>
                <a:lnTo>
                  <a:pt x="271177" y="4930521"/>
                </a:lnTo>
                <a:lnTo>
                  <a:pt x="253651" y="4945285"/>
                </a:lnTo>
                <a:lnTo>
                  <a:pt x="185261" y="4945285"/>
                </a:lnTo>
                <a:cubicBezTo>
                  <a:pt x="184976" y="4943951"/>
                  <a:pt x="184499" y="4942713"/>
                  <a:pt x="183642" y="4941665"/>
                </a:cubicBezTo>
                <a:cubicBezTo>
                  <a:pt x="181737" y="4938999"/>
                  <a:pt x="178689" y="4937570"/>
                  <a:pt x="175641" y="4937570"/>
                </a:cubicBezTo>
                <a:cubicBezTo>
                  <a:pt x="173736" y="4937570"/>
                  <a:pt x="171831" y="4938141"/>
                  <a:pt x="170117" y="4939189"/>
                </a:cubicBezTo>
                <a:cubicBezTo>
                  <a:pt x="167926" y="4940618"/>
                  <a:pt x="166402" y="4942904"/>
                  <a:pt x="166021" y="4945476"/>
                </a:cubicBezTo>
                <a:cubicBezTo>
                  <a:pt x="166021" y="4945476"/>
                  <a:pt x="166021" y="4945666"/>
                  <a:pt x="166021" y="4945761"/>
                </a:cubicBezTo>
                <a:lnTo>
                  <a:pt x="103537" y="4945761"/>
                </a:lnTo>
                <a:cubicBezTo>
                  <a:pt x="103537" y="4945761"/>
                  <a:pt x="86773" y="4925663"/>
                  <a:pt x="86773" y="4925663"/>
                </a:cubicBezTo>
                <a:lnTo>
                  <a:pt x="86773" y="4873943"/>
                </a:lnTo>
                <a:cubicBezTo>
                  <a:pt x="87916" y="4873657"/>
                  <a:pt x="88964" y="4873276"/>
                  <a:pt x="90011" y="4872609"/>
                </a:cubicBezTo>
                <a:cubicBezTo>
                  <a:pt x="92202" y="4871085"/>
                  <a:pt x="93726" y="4868895"/>
                  <a:pt x="94107" y="4866323"/>
                </a:cubicBezTo>
                <a:cubicBezTo>
                  <a:pt x="94583" y="4863751"/>
                  <a:pt x="94012" y="4861179"/>
                  <a:pt x="92488" y="4859084"/>
                </a:cubicBezTo>
                <a:cubicBezTo>
                  <a:pt x="90583" y="4856417"/>
                  <a:pt x="87535" y="4854988"/>
                  <a:pt x="84487" y="4854988"/>
                </a:cubicBezTo>
                <a:cubicBezTo>
                  <a:pt x="82582" y="4854988"/>
                  <a:pt x="80677" y="4855560"/>
                  <a:pt x="78962" y="4856607"/>
                </a:cubicBezTo>
                <a:cubicBezTo>
                  <a:pt x="76772" y="4858036"/>
                  <a:pt x="75248" y="4860322"/>
                  <a:pt x="74867" y="4862894"/>
                </a:cubicBezTo>
                <a:cubicBezTo>
                  <a:pt x="74390" y="4865465"/>
                  <a:pt x="74962" y="4868037"/>
                  <a:pt x="76486" y="4870133"/>
                </a:cubicBezTo>
                <a:cubicBezTo>
                  <a:pt x="77915" y="4872038"/>
                  <a:pt x="79915" y="4873276"/>
                  <a:pt x="82106" y="4873847"/>
                </a:cubicBezTo>
                <a:lnTo>
                  <a:pt x="82106" y="4927283"/>
                </a:lnTo>
                <a:cubicBezTo>
                  <a:pt x="82106" y="4927283"/>
                  <a:pt x="101346" y="4950428"/>
                  <a:pt x="101346" y="4950428"/>
                </a:cubicBezTo>
                <a:close/>
                <a:moveTo>
                  <a:pt x="267843" y="4826413"/>
                </a:moveTo>
                <a:cubicBezTo>
                  <a:pt x="267843" y="4823270"/>
                  <a:pt x="270415" y="4820793"/>
                  <a:pt x="273463" y="4820793"/>
                </a:cubicBezTo>
                <a:cubicBezTo>
                  <a:pt x="276511" y="4820793"/>
                  <a:pt x="279083" y="4823365"/>
                  <a:pt x="279083" y="4826413"/>
                </a:cubicBezTo>
                <a:cubicBezTo>
                  <a:pt x="279083" y="4829461"/>
                  <a:pt x="276511" y="4832033"/>
                  <a:pt x="273463" y="4832033"/>
                </a:cubicBezTo>
                <a:cubicBezTo>
                  <a:pt x="270415" y="4832033"/>
                  <a:pt x="267843" y="4829461"/>
                  <a:pt x="267843" y="4826413"/>
                </a:cubicBezTo>
                <a:close/>
                <a:moveTo>
                  <a:pt x="343853" y="4819460"/>
                </a:moveTo>
                <a:cubicBezTo>
                  <a:pt x="343853" y="4823365"/>
                  <a:pt x="340709" y="4826508"/>
                  <a:pt x="336804" y="4826508"/>
                </a:cubicBezTo>
                <a:cubicBezTo>
                  <a:pt x="332899" y="4826508"/>
                  <a:pt x="329756" y="4823365"/>
                  <a:pt x="329756" y="4819460"/>
                </a:cubicBezTo>
                <a:cubicBezTo>
                  <a:pt x="329756" y="4815554"/>
                  <a:pt x="332899" y="4812411"/>
                  <a:pt x="336804" y="4812411"/>
                </a:cubicBezTo>
                <a:cubicBezTo>
                  <a:pt x="340709" y="4812411"/>
                  <a:pt x="343853" y="4815554"/>
                  <a:pt x="343853" y="4819460"/>
                </a:cubicBezTo>
                <a:close/>
                <a:moveTo>
                  <a:pt x="334518" y="4861274"/>
                </a:moveTo>
                <a:lnTo>
                  <a:pt x="339281" y="4861274"/>
                </a:lnTo>
                <a:lnTo>
                  <a:pt x="339281" y="4879753"/>
                </a:lnTo>
                <a:lnTo>
                  <a:pt x="334518" y="4879753"/>
                </a:lnTo>
                <a:lnTo>
                  <a:pt x="334518" y="4861274"/>
                </a:lnTo>
                <a:close/>
                <a:moveTo>
                  <a:pt x="339281" y="5138071"/>
                </a:moveTo>
                <a:lnTo>
                  <a:pt x="334518" y="5138071"/>
                </a:lnTo>
                <a:lnTo>
                  <a:pt x="334518" y="5119592"/>
                </a:lnTo>
                <a:lnTo>
                  <a:pt x="339281" y="5119592"/>
                </a:lnTo>
                <a:lnTo>
                  <a:pt x="339281" y="5138071"/>
                </a:lnTo>
                <a:close/>
                <a:moveTo>
                  <a:pt x="339281" y="4953476"/>
                </a:moveTo>
                <a:lnTo>
                  <a:pt x="334518" y="4953476"/>
                </a:lnTo>
                <a:lnTo>
                  <a:pt x="334518" y="4934998"/>
                </a:lnTo>
                <a:lnTo>
                  <a:pt x="339281" y="4934998"/>
                </a:lnTo>
                <a:lnTo>
                  <a:pt x="339281" y="4953476"/>
                </a:lnTo>
                <a:close/>
                <a:moveTo>
                  <a:pt x="334518" y="4898136"/>
                </a:moveTo>
                <a:lnTo>
                  <a:pt x="339281" y="4898136"/>
                </a:lnTo>
                <a:lnTo>
                  <a:pt x="339281" y="4916615"/>
                </a:lnTo>
                <a:lnTo>
                  <a:pt x="334518" y="4916615"/>
                </a:lnTo>
                <a:lnTo>
                  <a:pt x="334518" y="4898136"/>
                </a:lnTo>
                <a:close/>
                <a:moveTo>
                  <a:pt x="339281" y="5027295"/>
                </a:moveTo>
                <a:lnTo>
                  <a:pt x="334518" y="5027295"/>
                </a:lnTo>
                <a:lnTo>
                  <a:pt x="334518" y="5008817"/>
                </a:lnTo>
                <a:lnTo>
                  <a:pt x="339281" y="5008817"/>
                </a:lnTo>
                <a:lnTo>
                  <a:pt x="339281" y="5027295"/>
                </a:lnTo>
                <a:close/>
                <a:moveTo>
                  <a:pt x="339281" y="5101114"/>
                </a:moveTo>
                <a:lnTo>
                  <a:pt x="334518" y="5101114"/>
                </a:lnTo>
                <a:lnTo>
                  <a:pt x="334518" y="5082635"/>
                </a:lnTo>
                <a:lnTo>
                  <a:pt x="339281" y="5082635"/>
                </a:lnTo>
                <a:lnTo>
                  <a:pt x="339281" y="5101114"/>
                </a:lnTo>
                <a:close/>
                <a:moveTo>
                  <a:pt x="383286" y="3230594"/>
                </a:moveTo>
                <a:cubicBezTo>
                  <a:pt x="383286" y="3234119"/>
                  <a:pt x="386144" y="3236976"/>
                  <a:pt x="389668" y="3236976"/>
                </a:cubicBezTo>
                <a:lnTo>
                  <a:pt x="390239" y="3236976"/>
                </a:lnTo>
                <a:lnTo>
                  <a:pt x="390239" y="3261836"/>
                </a:lnTo>
                <a:cubicBezTo>
                  <a:pt x="390239" y="3261836"/>
                  <a:pt x="409670" y="3281553"/>
                  <a:pt x="409670" y="3281553"/>
                </a:cubicBezTo>
                <a:lnTo>
                  <a:pt x="567309" y="3281744"/>
                </a:lnTo>
                <a:lnTo>
                  <a:pt x="594360" y="3260503"/>
                </a:lnTo>
                <a:lnTo>
                  <a:pt x="684562" y="3260503"/>
                </a:lnTo>
                <a:cubicBezTo>
                  <a:pt x="685705" y="3264599"/>
                  <a:pt x="689324" y="3267647"/>
                  <a:pt x="693801" y="3267647"/>
                </a:cubicBezTo>
                <a:lnTo>
                  <a:pt x="693801" y="3267647"/>
                </a:lnTo>
                <a:cubicBezTo>
                  <a:pt x="699135" y="3267647"/>
                  <a:pt x="703517" y="3263265"/>
                  <a:pt x="703612" y="3257931"/>
                </a:cubicBezTo>
                <a:cubicBezTo>
                  <a:pt x="703612" y="3252502"/>
                  <a:pt x="699230" y="3248120"/>
                  <a:pt x="693896" y="3248120"/>
                </a:cubicBezTo>
                <a:lnTo>
                  <a:pt x="693896" y="3248120"/>
                </a:lnTo>
                <a:cubicBezTo>
                  <a:pt x="689324" y="3248120"/>
                  <a:pt x="685610" y="3251359"/>
                  <a:pt x="684562" y="3255740"/>
                </a:cubicBezTo>
                <a:lnTo>
                  <a:pt x="592836" y="3255740"/>
                </a:lnTo>
                <a:cubicBezTo>
                  <a:pt x="592836" y="3255740"/>
                  <a:pt x="565785" y="3276981"/>
                  <a:pt x="565785" y="3276981"/>
                </a:cubicBezTo>
                <a:lnTo>
                  <a:pt x="411766" y="3276791"/>
                </a:lnTo>
                <a:lnTo>
                  <a:pt x="395192" y="3259931"/>
                </a:lnTo>
                <a:lnTo>
                  <a:pt x="395192" y="3237071"/>
                </a:lnTo>
                <a:cubicBezTo>
                  <a:pt x="395192" y="3237071"/>
                  <a:pt x="397574" y="3237071"/>
                  <a:pt x="397574" y="3237071"/>
                </a:cubicBezTo>
                <a:cubicBezTo>
                  <a:pt x="401098" y="3237071"/>
                  <a:pt x="403955" y="3234214"/>
                  <a:pt x="403955" y="3230690"/>
                </a:cubicBezTo>
                <a:lnTo>
                  <a:pt x="403955" y="3203734"/>
                </a:lnTo>
                <a:cubicBezTo>
                  <a:pt x="403955" y="3200210"/>
                  <a:pt x="401098" y="3197352"/>
                  <a:pt x="397574" y="3197352"/>
                </a:cubicBezTo>
                <a:lnTo>
                  <a:pt x="389763" y="3197352"/>
                </a:lnTo>
                <a:cubicBezTo>
                  <a:pt x="389001" y="3197352"/>
                  <a:pt x="388334" y="3197543"/>
                  <a:pt x="387668" y="3197733"/>
                </a:cubicBezTo>
                <a:lnTo>
                  <a:pt x="388525" y="3197257"/>
                </a:lnTo>
                <a:lnTo>
                  <a:pt x="375095" y="3175826"/>
                </a:lnTo>
                <a:lnTo>
                  <a:pt x="375095" y="3030474"/>
                </a:lnTo>
                <a:lnTo>
                  <a:pt x="380810" y="3030474"/>
                </a:lnTo>
                <a:cubicBezTo>
                  <a:pt x="384524" y="3030474"/>
                  <a:pt x="387668" y="3027426"/>
                  <a:pt x="387668" y="3023616"/>
                </a:cubicBezTo>
                <a:lnTo>
                  <a:pt x="387668" y="3009234"/>
                </a:lnTo>
                <a:cubicBezTo>
                  <a:pt x="387668" y="3005519"/>
                  <a:pt x="384620" y="3002375"/>
                  <a:pt x="380810" y="3002375"/>
                </a:cubicBezTo>
                <a:lnTo>
                  <a:pt x="375952" y="3002375"/>
                </a:lnTo>
                <a:lnTo>
                  <a:pt x="375952" y="2976467"/>
                </a:lnTo>
                <a:lnTo>
                  <a:pt x="308324" y="2910364"/>
                </a:lnTo>
                <a:lnTo>
                  <a:pt x="308324" y="2895695"/>
                </a:lnTo>
                <a:cubicBezTo>
                  <a:pt x="308324" y="2893695"/>
                  <a:pt x="306705" y="2892171"/>
                  <a:pt x="304800" y="2892171"/>
                </a:cubicBezTo>
                <a:lnTo>
                  <a:pt x="299180" y="2892171"/>
                </a:lnTo>
                <a:lnTo>
                  <a:pt x="299466" y="2776919"/>
                </a:lnTo>
                <a:lnTo>
                  <a:pt x="299466" y="2775966"/>
                </a:lnTo>
                <a:lnTo>
                  <a:pt x="269272" y="2742914"/>
                </a:lnTo>
                <a:lnTo>
                  <a:pt x="269462" y="2635758"/>
                </a:lnTo>
                <a:lnTo>
                  <a:pt x="280511" y="2635758"/>
                </a:lnTo>
                <a:cubicBezTo>
                  <a:pt x="284131" y="2635758"/>
                  <a:pt x="287084" y="2632805"/>
                  <a:pt x="287084" y="2629186"/>
                </a:cubicBezTo>
                <a:lnTo>
                  <a:pt x="287084" y="2624709"/>
                </a:lnTo>
                <a:cubicBezTo>
                  <a:pt x="287084" y="2621090"/>
                  <a:pt x="284131" y="2618137"/>
                  <a:pt x="280511" y="2618137"/>
                </a:cubicBezTo>
                <a:lnTo>
                  <a:pt x="270701" y="2618137"/>
                </a:lnTo>
                <a:lnTo>
                  <a:pt x="270510" y="2587371"/>
                </a:lnTo>
                <a:lnTo>
                  <a:pt x="257080" y="2574988"/>
                </a:lnTo>
                <a:lnTo>
                  <a:pt x="69628" y="2574988"/>
                </a:lnTo>
                <a:lnTo>
                  <a:pt x="50673" y="2549843"/>
                </a:lnTo>
                <a:lnTo>
                  <a:pt x="95" y="2549843"/>
                </a:lnTo>
                <a:lnTo>
                  <a:pt x="95" y="2556986"/>
                </a:lnTo>
                <a:lnTo>
                  <a:pt x="47054" y="2556986"/>
                </a:lnTo>
                <a:lnTo>
                  <a:pt x="66008" y="2582132"/>
                </a:lnTo>
                <a:lnTo>
                  <a:pt x="253841" y="2582132"/>
                </a:lnTo>
                <a:lnTo>
                  <a:pt x="262890" y="2590514"/>
                </a:lnTo>
                <a:lnTo>
                  <a:pt x="263081" y="2618137"/>
                </a:lnTo>
                <a:lnTo>
                  <a:pt x="253270" y="2618137"/>
                </a:lnTo>
                <a:cubicBezTo>
                  <a:pt x="249650" y="2618137"/>
                  <a:pt x="246698" y="2621090"/>
                  <a:pt x="246698" y="2624709"/>
                </a:cubicBezTo>
                <a:lnTo>
                  <a:pt x="246698" y="2629186"/>
                </a:lnTo>
                <a:cubicBezTo>
                  <a:pt x="246698" y="2632805"/>
                  <a:pt x="249650" y="2635758"/>
                  <a:pt x="253270" y="2635758"/>
                </a:cubicBezTo>
                <a:lnTo>
                  <a:pt x="264319" y="2635758"/>
                </a:lnTo>
                <a:lnTo>
                  <a:pt x="264128" y="2744724"/>
                </a:lnTo>
                <a:lnTo>
                  <a:pt x="294323" y="2777776"/>
                </a:lnTo>
                <a:lnTo>
                  <a:pt x="294037" y="2892076"/>
                </a:lnTo>
                <a:lnTo>
                  <a:pt x="288893" y="2892076"/>
                </a:lnTo>
                <a:cubicBezTo>
                  <a:pt x="286893" y="2892076"/>
                  <a:pt x="285369" y="2893695"/>
                  <a:pt x="285369" y="2895600"/>
                </a:cubicBezTo>
                <a:lnTo>
                  <a:pt x="285369" y="2911221"/>
                </a:lnTo>
                <a:cubicBezTo>
                  <a:pt x="285369" y="2913221"/>
                  <a:pt x="286988" y="2914745"/>
                  <a:pt x="288893" y="2914745"/>
                </a:cubicBezTo>
                <a:lnTo>
                  <a:pt x="298799" y="2914745"/>
                </a:lnTo>
                <a:cubicBezTo>
                  <a:pt x="298799" y="2914745"/>
                  <a:pt x="298799" y="2914745"/>
                  <a:pt x="298799" y="2914745"/>
                </a:cubicBezTo>
                <a:lnTo>
                  <a:pt x="304514" y="2914745"/>
                </a:lnTo>
                <a:cubicBezTo>
                  <a:pt x="304514" y="2914745"/>
                  <a:pt x="305276" y="2914650"/>
                  <a:pt x="305657" y="2914555"/>
                </a:cubicBezTo>
                <a:lnTo>
                  <a:pt x="370904" y="2978372"/>
                </a:lnTo>
                <a:lnTo>
                  <a:pt x="370904" y="3002280"/>
                </a:lnTo>
                <a:lnTo>
                  <a:pt x="366046" y="3002280"/>
                </a:lnTo>
                <a:cubicBezTo>
                  <a:pt x="362331" y="3002280"/>
                  <a:pt x="359188" y="3005328"/>
                  <a:pt x="359188" y="3009138"/>
                </a:cubicBezTo>
                <a:lnTo>
                  <a:pt x="359188" y="3023521"/>
                </a:lnTo>
                <a:cubicBezTo>
                  <a:pt x="359188" y="3027236"/>
                  <a:pt x="362236" y="3030379"/>
                  <a:pt x="366046" y="3030379"/>
                </a:cubicBezTo>
                <a:lnTo>
                  <a:pt x="370046" y="3030379"/>
                </a:lnTo>
                <a:lnTo>
                  <a:pt x="370046" y="3177064"/>
                </a:lnTo>
                <a:lnTo>
                  <a:pt x="384239" y="3199734"/>
                </a:lnTo>
                <a:lnTo>
                  <a:pt x="385001" y="3199257"/>
                </a:lnTo>
                <a:cubicBezTo>
                  <a:pt x="383858" y="3200400"/>
                  <a:pt x="383191" y="3201924"/>
                  <a:pt x="383191" y="3203638"/>
                </a:cubicBezTo>
                <a:lnTo>
                  <a:pt x="383191" y="3230594"/>
                </a:lnTo>
                <a:close/>
                <a:moveTo>
                  <a:pt x="693706" y="3252883"/>
                </a:moveTo>
                <a:lnTo>
                  <a:pt x="693706" y="3252883"/>
                </a:lnTo>
                <a:cubicBezTo>
                  <a:pt x="696468" y="3252883"/>
                  <a:pt x="698659" y="3255169"/>
                  <a:pt x="698659" y="3257931"/>
                </a:cubicBezTo>
                <a:cubicBezTo>
                  <a:pt x="698659" y="3260693"/>
                  <a:pt x="696373" y="3262884"/>
                  <a:pt x="693611" y="3262884"/>
                </a:cubicBezTo>
                <a:lnTo>
                  <a:pt x="693611" y="3262884"/>
                </a:lnTo>
                <a:cubicBezTo>
                  <a:pt x="690848" y="3262884"/>
                  <a:pt x="688658" y="3260598"/>
                  <a:pt x="688658" y="3257836"/>
                </a:cubicBezTo>
                <a:cubicBezTo>
                  <a:pt x="688658" y="3255074"/>
                  <a:pt x="690944" y="3252883"/>
                  <a:pt x="693611" y="3252883"/>
                </a:cubicBezTo>
                <a:close/>
                <a:moveTo>
                  <a:pt x="251555" y="2624900"/>
                </a:moveTo>
                <a:cubicBezTo>
                  <a:pt x="251555" y="2623947"/>
                  <a:pt x="252317" y="2623090"/>
                  <a:pt x="253365" y="2623090"/>
                </a:cubicBezTo>
                <a:lnTo>
                  <a:pt x="280130" y="2623090"/>
                </a:lnTo>
                <a:cubicBezTo>
                  <a:pt x="281083" y="2623090"/>
                  <a:pt x="281940" y="2623852"/>
                  <a:pt x="281940" y="2624900"/>
                </a:cubicBezTo>
                <a:lnTo>
                  <a:pt x="281940" y="2625280"/>
                </a:lnTo>
                <a:lnTo>
                  <a:pt x="251555" y="2625280"/>
                </a:lnTo>
                <a:lnTo>
                  <a:pt x="251555" y="2624900"/>
                </a:lnTo>
                <a:close/>
                <a:moveTo>
                  <a:pt x="253365" y="2631186"/>
                </a:moveTo>
                <a:cubicBezTo>
                  <a:pt x="252413" y="2631186"/>
                  <a:pt x="251555" y="2630424"/>
                  <a:pt x="251555" y="2629376"/>
                </a:cubicBezTo>
                <a:lnTo>
                  <a:pt x="251555" y="2628710"/>
                </a:lnTo>
                <a:lnTo>
                  <a:pt x="281940" y="2628710"/>
                </a:lnTo>
                <a:lnTo>
                  <a:pt x="281940" y="2629376"/>
                </a:lnTo>
                <a:cubicBezTo>
                  <a:pt x="281940" y="2630329"/>
                  <a:pt x="281178" y="2631186"/>
                  <a:pt x="280130" y="2631186"/>
                </a:cubicBezTo>
                <a:lnTo>
                  <a:pt x="253365" y="2631186"/>
                </a:lnTo>
                <a:close/>
                <a:moveTo>
                  <a:pt x="366141" y="3025712"/>
                </a:moveTo>
                <a:cubicBezTo>
                  <a:pt x="364998" y="3025712"/>
                  <a:pt x="364046" y="3024759"/>
                  <a:pt x="364046" y="3023616"/>
                </a:cubicBezTo>
                <a:lnTo>
                  <a:pt x="364046" y="3009234"/>
                </a:lnTo>
                <a:cubicBezTo>
                  <a:pt x="364046" y="3008090"/>
                  <a:pt x="364998" y="3007138"/>
                  <a:pt x="366141" y="3007138"/>
                </a:cubicBezTo>
                <a:lnTo>
                  <a:pt x="380524" y="3007138"/>
                </a:lnTo>
                <a:cubicBezTo>
                  <a:pt x="381667" y="3007138"/>
                  <a:pt x="382619" y="3008090"/>
                  <a:pt x="382619" y="3009234"/>
                </a:cubicBezTo>
                <a:lnTo>
                  <a:pt x="382619" y="3023616"/>
                </a:lnTo>
                <a:cubicBezTo>
                  <a:pt x="382619" y="3024759"/>
                  <a:pt x="381667" y="3025712"/>
                  <a:pt x="380524" y="3025712"/>
                </a:cubicBezTo>
                <a:lnTo>
                  <a:pt x="366141" y="3025712"/>
                </a:lnTo>
                <a:close/>
                <a:moveTo>
                  <a:pt x="2911983" y="1455515"/>
                </a:moveTo>
                <a:lnTo>
                  <a:pt x="2881694" y="1455515"/>
                </a:lnTo>
                <a:cubicBezTo>
                  <a:pt x="2877788" y="1455515"/>
                  <a:pt x="2874455" y="1457801"/>
                  <a:pt x="2872740" y="1461040"/>
                </a:cubicBezTo>
                <a:lnTo>
                  <a:pt x="2839403" y="1461040"/>
                </a:lnTo>
                <a:lnTo>
                  <a:pt x="2817209" y="1441514"/>
                </a:lnTo>
                <a:lnTo>
                  <a:pt x="2757011" y="1440656"/>
                </a:lnTo>
                <a:lnTo>
                  <a:pt x="2726341" y="1480757"/>
                </a:lnTo>
                <a:lnTo>
                  <a:pt x="2726341" y="1656969"/>
                </a:lnTo>
                <a:lnTo>
                  <a:pt x="2757202" y="1702784"/>
                </a:lnTo>
                <a:lnTo>
                  <a:pt x="2985897" y="1702784"/>
                </a:lnTo>
                <a:cubicBezTo>
                  <a:pt x="2985897" y="1702784"/>
                  <a:pt x="3013424" y="1730883"/>
                  <a:pt x="3013424" y="1730883"/>
                </a:cubicBezTo>
                <a:lnTo>
                  <a:pt x="3101054" y="1728121"/>
                </a:lnTo>
                <a:lnTo>
                  <a:pt x="3101054" y="1741170"/>
                </a:lnTo>
                <a:cubicBezTo>
                  <a:pt x="3101054" y="1746885"/>
                  <a:pt x="3105722" y="1751457"/>
                  <a:pt x="3111342" y="1751457"/>
                </a:cubicBezTo>
                <a:lnTo>
                  <a:pt x="3114770" y="1751457"/>
                </a:lnTo>
                <a:lnTo>
                  <a:pt x="3114770" y="1746695"/>
                </a:lnTo>
                <a:lnTo>
                  <a:pt x="3111342" y="1746695"/>
                </a:lnTo>
                <a:cubicBezTo>
                  <a:pt x="3108293" y="1746695"/>
                  <a:pt x="3105817" y="1744218"/>
                  <a:pt x="3105817" y="1741170"/>
                </a:cubicBezTo>
                <a:lnTo>
                  <a:pt x="3105817" y="1710881"/>
                </a:lnTo>
                <a:cubicBezTo>
                  <a:pt x="3105817" y="1707832"/>
                  <a:pt x="3108293" y="1705356"/>
                  <a:pt x="3111342" y="1705356"/>
                </a:cubicBezTo>
                <a:lnTo>
                  <a:pt x="3114770" y="1705356"/>
                </a:lnTo>
                <a:lnTo>
                  <a:pt x="3114770" y="1700594"/>
                </a:lnTo>
                <a:lnTo>
                  <a:pt x="3111342" y="1700594"/>
                </a:lnTo>
                <a:cubicBezTo>
                  <a:pt x="3105626" y="1700594"/>
                  <a:pt x="3101054" y="1705261"/>
                  <a:pt x="3101054" y="1710881"/>
                </a:cubicBezTo>
                <a:lnTo>
                  <a:pt x="3101054" y="1718501"/>
                </a:lnTo>
                <a:lnTo>
                  <a:pt x="3017330" y="1721168"/>
                </a:lnTo>
                <a:lnTo>
                  <a:pt x="2989898" y="1693259"/>
                </a:lnTo>
                <a:lnTo>
                  <a:pt x="2762250" y="1693259"/>
                </a:lnTo>
                <a:cubicBezTo>
                  <a:pt x="2762250" y="1693259"/>
                  <a:pt x="2735771" y="1653921"/>
                  <a:pt x="2735771" y="1653921"/>
                </a:cubicBezTo>
                <a:lnTo>
                  <a:pt x="2735771" y="1483805"/>
                </a:lnTo>
                <a:lnTo>
                  <a:pt x="2761584" y="1449991"/>
                </a:lnTo>
                <a:lnTo>
                  <a:pt x="2813495" y="1450753"/>
                </a:lnTo>
                <a:lnTo>
                  <a:pt x="2835688" y="1470279"/>
                </a:lnTo>
                <a:lnTo>
                  <a:pt x="2871311" y="1470279"/>
                </a:lnTo>
                <a:lnTo>
                  <a:pt x="2871311" y="1485519"/>
                </a:lnTo>
                <a:lnTo>
                  <a:pt x="2780634" y="1485519"/>
                </a:lnTo>
                <a:lnTo>
                  <a:pt x="2759107" y="1514951"/>
                </a:lnTo>
                <a:lnTo>
                  <a:pt x="2759107" y="1626965"/>
                </a:lnTo>
                <a:lnTo>
                  <a:pt x="2782348" y="1659160"/>
                </a:lnTo>
                <a:lnTo>
                  <a:pt x="2973419" y="1659160"/>
                </a:lnTo>
                <a:cubicBezTo>
                  <a:pt x="2974562" y="1663827"/>
                  <a:pt x="2978849" y="1667256"/>
                  <a:pt x="2983706" y="1666875"/>
                </a:cubicBezTo>
                <a:cubicBezTo>
                  <a:pt x="2988183" y="1666589"/>
                  <a:pt x="2991707" y="1663351"/>
                  <a:pt x="2992755" y="1659160"/>
                </a:cubicBezTo>
                <a:lnTo>
                  <a:pt x="3029807" y="1659636"/>
                </a:lnTo>
                <a:lnTo>
                  <a:pt x="3036856" y="1670399"/>
                </a:lnTo>
                <a:lnTo>
                  <a:pt x="3108008" y="1670399"/>
                </a:lnTo>
                <a:lnTo>
                  <a:pt x="3108008" y="1676305"/>
                </a:lnTo>
                <a:cubicBezTo>
                  <a:pt x="3108008" y="1680972"/>
                  <a:pt x="3110770" y="1684877"/>
                  <a:pt x="3114770" y="1686687"/>
                </a:cubicBezTo>
                <a:lnTo>
                  <a:pt x="3114770" y="1614583"/>
                </a:lnTo>
                <a:cubicBezTo>
                  <a:pt x="3110770" y="1616393"/>
                  <a:pt x="3108008" y="1620298"/>
                  <a:pt x="3108008" y="1624965"/>
                </a:cubicBezTo>
                <a:lnTo>
                  <a:pt x="3108008" y="1631537"/>
                </a:lnTo>
                <a:lnTo>
                  <a:pt x="3039809" y="1631537"/>
                </a:lnTo>
                <a:lnTo>
                  <a:pt x="3032760" y="1620869"/>
                </a:lnTo>
                <a:lnTo>
                  <a:pt x="2992565" y="1620393"/>
                </a:lnTo>
                <a:cubicBezTo>
                  <a:pt x="2991993" y="1618583"/>
                  <a:pt x="2991136" y="1616964"/>
                  <a:pt x="2989707" y="1615631"/>
                </a:cubicBezTo>
                <a:cubicBezTo>
                  <a:pt x="2987802" y="1614011"/>
                  <a:pt x="2985516" y="1613154"/>
                  <a:pt x="2983040" y="1613154"/>
                </a:cubicBezTo>
                <a:cubicBezTo>
                  <a:pt x="2982849" y="1613154"/>
                  <a:pt x="2982563" y="1613154"/>
                  <a:pt x="2982373" y="1613154"/>
                </a:cubicBezTo>
                <a:cubicBezTo>
                  <a:pt x="2977896" y="1613440"/>
                  <a:pt x="2974372" y="1616678"/>
                  <a:pt x="2973324" y="1620869"/>
                </a:cubicBezTo>
                <a:lnTo>
                  <a:pt x="2806255" y="1620869"/>
                </a:lnTo>
                <a:lnTo>
                  <a:pt x="2792730" y="1602391"/>
                </a:lnTo>
                <a:lnTo>
                  <a:pt x="2792730" y="1544955"/>
                </a:lnTo>
                <a:lnTo>
                  <a:pt x="2807494" y="1528191"/>
                </a:lnTo>
                <a:lnTo>
                  <a:pt x="2888647" y="1528191"/>
                </a:lnTo>
                <a:lnTo>
                  <a:pt x="2899029" y="1519809"/>
                </a:lnTo>
                <a:lnTo>
                  <a:pt x="2899029" y="1506093"/>
                </a:lnTo>
                <a:lnTo>
                  <a:pt x="2911793" y="1506093"/>
                </a:lnTo>
                <a:cubicBezTo>
                  <a:pt x="2917508" y="1506093"/>
                  <a:pt x="2922080" y="1501426"/>
                  <a:pt x="2922080" y="1495806"/>
                </a:cubicBezTo>
                <a:lnTo>
                  <a:pt x="2922080" y="1485138"/>
                </a:lnTo>
                <a:lnTo>
                  <a:pt x="2922365" y="1485138"/>
                </a:lnTo>
                <a:cubicBezTo>
                  <a:pt x="2922365" y="1485138"/>
                  <a:pt x="2922080" y="1485519"/>
                  <a:pt x="2922080" y="1485519"/>
                </a:cubicBezTo>
                <a:lnTo>
                  <a:pt x="3047524" y="1594009"/>
                </a:lnTo>
                <a:lnTo>
                  <a:pt x="3047524" y="1595628"/>
                </a:lnTo>
                <a:cubicBezTo>
                  <a:pt x="3047524" y="1601819"/>
                  <a:pt x="3052572" y="1606772"/>
                  <a:pt x="3058668" y="1606772"/>
                </a:cubicBezTo>
                <a:lnTo>
                  <a:pt x="3090291" y="1606772"/>
                </a:lnTo>
                <a:cubicBezTo>
                  <a:pt x="3096482" y="1606772"/>
                  <a:pt x="3101435" y="1601724"/>
                  <a:pt x="3101435" y="1595628"/>
                </a:cubicBezTo>
                <a:lnTo>
                  <a:pt x="3101435" y="1592580"/>
                </a:lnTo>
                <a:cubicBezTo>
                  <a:pt x="3101435" y="1586389"/>
                  <a:pt x="3096387" y="1581436"/>
                  <a:pt x="3090291" y="1581436"/>
                </a:cubicBezTo>
                <a:lnTo>
                  <a:pt x="3058668" y="1581436"/>
                </a:lnTo>
                <a:cubicBezTo>
                  <a:pt x="3054001" y="1581436"/>
                  <a:pt x="3050000" y="1584389"/>
                  <a:pt x="3048381" y="1588484"/>
                </a:cubicBezTo>
                <a:lnTo>
                  <a:pt x="2943606" y="1497902"/>
                </a:lnTo>
                <a:lnTo>
                  <a:pt x="3047048" y="1556861"/>
                </a:lnTo>
                <a:lnTo>
                  <a:pt x="3047048" y="1558385"/>
                </a:lnTo>
                <a:cubicBezTo>
                  <a:pt x="3047048" y="1564577"/>
                  <a:pt x="3052096" y="1569530"/>
                  <a:pt x="3058192" y="1569530"/>
                </a:cubicBezTo>
                <a:lnTo>
                  <a:pt x="3089815" y="1569530"/>
                </a:lnTo>
                <a:cubicBezTo>
                  <a:pt x="3096006" y="1569530"/>
                  <a:pt x="3100959" y="1564481"/>
                  <a:pt x="3100959" y="1558385"/>
                </a:cubicBezTo>
                <a:lnTo>
                  <a:pt x="3100959" y="1555337"/>
                </a:lnTo>
                <a:cubicBezTo>
                  <a:pt x="3100959" y="1549146"/>
                  <a:pt x="3095911" y="1544193"/>
                  <a:pt x="3089815" y="1544193"/>
                </a:cubicBezTo>
                <a:lnTo>
                  <a:pt x="3058192" y="1544193"/>
                </a:lnTo>
                <a:cubicBezTo>
                  <a:pt x="3053239" y="1544193"/>
                  <a:pt x="3049238" y="1547432"/>
                  <a:pt x="3047714" y="1551813"/>
                </a:cubicBezTo>
                <a:lnTo>
                  <a:pt x="2939701" y="1490282"/>
                </a:lnTo>
                <a:lnTo>
                  <a:pt x="3046476" y="1520762"/>
                </a:lnTo>
                <a:lnTo>
                  <a:pt x="3046476" y="1521143"/>
                </a:lnTo>
                <a:cubicBezTo>
                  <a:pt x="3046476" y="1527334"/>
                  <a:pt x="3051524" y="1532287"/>
                  <a:pt x="3057620" y="1532287"/>
                </a:cubicBezTo>
                <a:lnTo>
                  <a:pt x="3089243" y="1532287"/>
                </a:lnTo>
                <a:cubicBezTo>
                  <a:pt x="3095435" y="1532287"/>
                  <a:pt x="3100388" y="1527239"/>
                  <a:pt x="3100388" y="1521143"/>
                </a:cubicBezTo>
                <a:lnTo>
                  <a:pt x="3100388" y="1518095"/>
                </a:lnTo>
                <a:cubicBezTo>
                  <a:pt x="3100388" y="1511903"/>
                  <a:pt x="3095339" y="1506950"/>
                  <a:pt x="3089243" y="1506950"/>
                </a:cubicBezTo>
                <a:lnTo>
                  <a:pt x="3057620" y="1506950"/>
                </a:lnTo>
                <a:cubicBezTo>
                  <a:pt x="3052191" y="1506950"/>
                  <a:pt x="3047905" y="1510856"/>
                  <a:pt x="3046857" y="1515999"/>
                </a:cubicBezTo>
                <a:lnTo>
                  <a:pt x="2931986" y="1483138"/>
                </a:lnTo>
                <a:lnTo>
                  <a:pt x="3046000" y="1483138"/>
                </a:lnTo>
                <a:lnTo>
                  <a:pt x="3046000" y="1483805"/>
                </a:lnTo>
                <a:cubicBezTo>
                  <a:pt x="3046000" y="1489996"/>
                  <a:pt x="3051048" y="1494949"/>
                  <a:pt x="3057144" y="1494949"/>
                </a:cubicBezTo>
                <a:lnTo>
                  <a:pt x="3088767" y="1494949"/>
                </a:lnTo>
                <a:cubicBezTo>
                  <a:pt x="3094959" y="1494949"/>
                  <a:pt x="3099911" y="1489901"/>
                  <a:pt x="3099911" y="1483805"/>
                </a:cubicBezTo>
                <a:lnTo>
                  <a:pt x="3099911" y="1480757"/>
                </a:lnTo>
                <a:cubicBezTo>
                  <a:pt x="3099911" y="1474565"/>
                  <a:pt x="3094863" y="1469612"/>
                  <a:pt x="3088767" y="1469612"/>
                </a:cubicBezTo>
                <a:lnTo>
                  <a:pt x="3057144" y="1469612"/>
                </a:lnTo>
                <a:cubicBezTo>
                  <a:pt x="3051810" y="1469612"/>
                  <a:pt x="3047619" y="1473422"/>
                  <a:pt x="3046476" y="1478375"/>
                </a:cubicBezTo>
                <a:lnTo>
                  <a:pt x="2942844" y="1478375"/>
                </a:lnTo>
                <a:lnTo>
                  <a:pt x="3046000" y="1448943"/>
                </a:lnTo>
                <a:cubicBezTo>
                  <a:pt x="3047143" y="1453896"/>
                  <a:pt x="3051334" y="1457706"/>
                  <a:pt x="3056668" y="1457706"/>
                </a:cubicBezTo>
                <a:lnTo>
                  <a:pt x="3088291" y="1457706"/>
                </a:lnTo>
                <a:cubicBezTo>
                  <a:pt x="3094482" y="1457706"/>
                  <a:pt x="3099435" y="1452658"/>
                  <a:pt x="3099435" y="1446562"/>
                </a:cubicBezTo>
                <a:lnTo>
                  <a:pt x="3099435" y="1443514"/>
                </a:lnTo>
                <a:cubicBezTo>
                  <a:pt x="3099435" y="1437323"/>
                  <a:pt x="3094387" y="1432370"/>
                  <a:pt x="3088291" y="1432370"/>
                </a:cubicBezTo>
                <a:lnTo>
                  <a:pt x="3056668" y="1432370"/>
                </a:lnTo>
                <a:cubicBezTo>
                  <a:pt x="3050477" y="1432370"/>
                  <a:pt x="3045524" y="1437418"/>
                  <a:pt x="3045524" y="1443514"/>
                </a:cubicBezTo>
                <a:lnTo>
                  <a:pt x="3045524" y="1444181"/>
                </a:lnTo>
                <a:lnTo>
                  <a:pt x="2938748" y="1474661"/>
                </a:lnTo>
                <a:lnTo>
                  <a:pt x="3045809" y="1413605"/>
                </a:lnTo>
                <a:cubicBezTo>
                  <a:pt x="3047524" y="1417606"/>
                  <a:pt x="3051429" y="1420463"/>
                  <a:pt x="3056096" y="1420463"/>
                </a:cubicBezTo>
                <a:lnTo>
                  <a:pt x="3087719" y="1420463"/>
                </a:lnTo>
                <a:cubicBezTo>
                  <a:pt x="3093911" y="1420463"/>
                  <a:pt x="3098863" y="1415415"/>
                  <a:pt x="3098863" y="1409319"/>
                </a:cubicBezTo>
                <a:lnTo>
                  <a:pt x="3098863" y="1406271"/>
                </a:lnTo>
                <a:cubicBezTo>
                  <a:pt x="3098863" y="1400080"/>
                  <a:pt x="3093815" y="1395127"/>
                  <a:pt x="3087719" y="1395127"/>
                </a:cubicBezTo>
                <a:lnTo>
                  <a:pt x="3056096" y="1395127"/>
                </a:lnTo>
                <a:cubicBezTo>
                  <a:pt x="3049905" y="1395127"/>
                  <a:pt x="3044952" y="1400175"/>
                  <a:pt x="3044952" y="1406271"/>
                </a:cubicBezTo>
                <a:lnTo>
                  <a:pt x="3044952" y="1408652"/>
                </a:lnTo>
                <a:lnTo>
                  <a:pt x="2940368" y="1468279"/>
                </a:lnTo>
                <a:lnTo>
                  <a:pt x="3045809" y="1377125"/>
                </a:lnTo>
                <a:cubicBezTo>
                  <a:pt x="3047714" y="1380744"/>
                  <a:pt x="3051334" y="1383221"/>
                  <a:pt x="3055620" y="1383221"/>
                </a:cubicBezTo>
                <a:lnTo>
                  <a:pt x="3087243" y="1383221"/>
                </a:lnTo>
                <a:cubicBezTo>
                  <a:pt x="3093434" y="1383221"/>
                  <a:pt x="3098387" y="1378172"/>
                  <a:pt x="3098387" y="1372076"/>
                </a:cubicBezTo>
                <a:lnTo>
                  <a:pt x="3098387" y="1369028"/>
                </a:lnTo>
                <a:cubicBezTo>
                  <a:pt x="3098387" y="1362837"/>
                  <a:pt x="3093339" y="1357884"/>
                  <a:pt x="3087243" y="1357884"/>
                </a:cubicBezTo>
                <a:lnTo>
                  <a:pt x="3055620" y="1357884"/>
                </a:lnTo>
                <a:cubicBezTo>
                  <a:pt x="3049429" y="1357884"/>
                  <a:pt x="3044476" y="1362932"/>
                  <a:pt x="3044476" y="1369028"/>
                </a:cubicBezTo>
                <a:lnTo>
                  <a:pt x="3044476" y="1372076"/>
                </a:lnTo>
                <a:lnTo>
                  <a:pt x="2922080" y="1477899"/>
                </a:lnTo>
                <a:lnTo>
                  <a:pt x="2922080" y="1465802"/>
                </a:lnTo>
                <a:cubicBezTo>
                  <a:pt x="2922080" y="1460087"/>
                  <a:pt x="2917412" y="1455515"/>
                  <a:pt x="2911793" y="1455515"/>
                </a:cubicBezTo>
                <a:close/>
                <a:moveTo>
                  <a:pt x="2983421" y="1662398"/>
                </a:moveTo>
                <a:cubicBezTo>
                  <a:pt x="2981992" y="1662494"/>
                  <a:pt x="2980659" y="1662017"/>
                  <a:pt x="2979515" y="1661065"/>
                </a:cubicBezTo>
                <a:cubicBezTo>
                  <a:pt x="2978468" y="1660207"/>
                  <a:pt x="2977896" y="1658874"/>
                  <a:pt x="2977705" y="1657541"/>
                </a:cubicBezTo>
                <a:lnTo>
                  <a:pt x="2977705" y="1657064"/>
                </a:lnTo>
                <a:cubicBezTo>
                  <a:pt x="2977705" y="1654302"/>
                  <a:pt x="2979801" y="1651921"/>
                  <a:pt x="2982659" y="1651730"/>
                </a:cubicBezTo>
                <a:cubicBezTo>
                  <a:pt x="2985326" y="1651540"/>
                  <a:pt x="2988183" y="1653731"/>
                  <a:pt x="2988374" y="1656683"/>
                </a:cubicBezTo>
                <a:cubicBezTo>
                  <a:pt x="2988564" y="1659636"/>
                  <a:pt x="2986373" y="1662208"/>
                  <a:pt x="2983421" y="1662398"/>
                </a:cubicBezTo>
                <a:close/>
                <a:moveTo>
                  <a:pt x="2977801" y="1623536"/>
                </a:moveTo>
                <a:cubicBezTo>
                  <a:pt x="2977801" y="1622203"/>
                  <a:pt x="2978182" y="1620965"/>
                  <a:pt x="2979039" y="1620012"/>
                </a:cubicBezTo>
                <a:cubicBezTo>
                  <a:pt x="2979992" y="1618964"/>
                  <a:pt x="2981325" y="1618298"/>
                  <a:pt x="2982754" y="1618202"/>
                </a:cubicBezTo>
                <a:cubicBezTo>
                  <a:pt x="2984183" y="1618202"/>
                  <a:pt x="2985516" y="1618583"/>
                  <a:pt x="2986659" y="1619536"/>
                </a:cubicBezTo>
                <a:cubicBezTo>
                  <a:pt x="2987707" y="1620488"/>
                  <a:pt x="2988374" y="1621822"/>
                  <a:pt x="2988469" y="1623251"/>
                </a:cubicBezTo>
                <a:cubicBezTo>
                  <a:pt x="2988469" y="1624679"/>
                  <a:pt x="2988088" y="1626013"/>
                  <a:pt x="2987135" y="1627156"/>
                </a:cubicBezTo>
                <a:cubicBezTo>
                  <a:pt x="2986183" y="1628203"/>
                  <a:pt x="2984849" y="1628870"/>
                  <a:pt x="2983421" y="1628966"/>
                </a:cubicBezTo>
                <a:cubicBezTo>
                  <a:pt x="2983325" y="1628966"/>
                  <a:pt x="2983230" y="1628966"/>
                  <a:pt x="2983040" y="1628966"/>
                </a:cubicBezTo>
                <a:cubicBezTo>
                  <a:pt x="2981706" y="1628966"/>
                  <a:pt x="2980468" y="1628489"/>
                  <a:pt x="2979515" y="1627632"/>
                </a:cubicBezTo>
                <a:cubicBezTo>
                  <a:pt x="2978468" y="1626775"/>
                  <a:pt x="2977896" y="1625441"/>
                  <a:pt x="2977705" y="1624108"/>
                </a:cubicBezTo>
                <a:lnTo>
                  <a:pt x="2977705" y="1623536"/>
                </a:lnTo>
                <a:close/>
                <a:moveTo>
                  <a:pt x="2894457" y="1517809"/>
                </a:moveTo>
                <a:lnTo>
                  <a:pt x="2887218" y="1523714"/>
                </a:lnTo>
                <a:lnTo>
                  <a:pt x="2805589" y="1523714"/>
                </a:lnTo>
                <a:lnTo>
                  <a:pt x="2788253" y="1543431"/>
                </a:lnTo>
                <a:lnTo>
                  <a:pt x="2788253" y="1604201"/>
                </a:lnTo>
                <a:lnTo>
                  <a:pt x="2804065" y="1625822"/>
                </a:lnTo>
                <a:lnTo>
                  <a:pt x="2973610" y="1625822"/>
                </a:lnTo>
                <a:cubicBezTo>
                  <a:pt x="2974086" y="1627823"/>
                  <a:pt x="2975038" y="1629632"/>
                  <a:pt x="2976563" y="1631061"/>
                </a:cubicBezTo>
                <a:cubicBezTo>
                  <a:pt x="2978563" y="1632871"/>
                  <a:pt x="2981135" y="1633728"/>
                  <a:pt x="2983897" y="1633538"/>
                </a:cubicBezTo>
                <a:cubicBezTo>
                  <a:pt x="2986564" y="1633347"/>
                  <a:pt x="2989040" y="1632109"/>
                  <a:pt x="2990850" y="1630109"/>
                </a:cubicBezTo>
                <a:cubicBezTo>
                  <a:pt x="2992088" y="1628775"/>
                  <a:pt x="2992660" y="1627061"/>
                  <a:pt x="2993041" y="1625346"/>
                </a:cubicBezTo>
                <a:lnTo>
                  <a:pt x="3030379" y="1625822"/>
                </a:lnTo>
                <a:lnTo>
                  <a:pt x="3037427" y="1636586"/>
                </a:lnTo>
                <a:lnTo>
                  <a:pt x="3108198" y="1636586"/>
                </a:lnTo>
                <a:lnTo>
                  <a:pt x="3108198" y="1665923"/>
                </a:lnTo>
                <a:lnTo>
                  <a:pt x="3039618" y="1665923"/>
                </a:lnTo>
                <a:lnTo>
                  <a:pt x="3032570" y="1655255"/>
                </a:lnTo>
                <a:lnTo>
                  <a:pt x="2992850" y="1654778"/>
                </a:lnTo>
                <a:cubicBezTo>
                  <a:pt x="2992374" y="1652778"/>
                  <a:pt x="2991422" y="1650873"/>
                  <a:pt x="2989898" y="1649540"/>
                </a:cubicBezTo>
                <a:cubicBezTo>
                  <a:pt x="2987993" y="1647920"/>
                  <a:pt x="2985707" y="1647063"/>
                  <a:pt x="2983230" y="1647063"/>
                </a:cubicBezTo>
                <a:cubicBezTo>
                  <a:pt x="2983040" y="1647063"/>
                  <a:pt x="2982754" y="1647063"/>
                  <a:pt x="2982563" y="1647063"/>
                </a:cubicBezTo>
                <a:cubicBezTo>
                  <a:pt x="2978087" y="1647349"/>
                  <a:pt x="2974562" y="1650587"/>
                  <a:pt x="2973515" y="1654778"/>
                </a:cubicBezTo>
                <a:lnTo>
                  <a:pt x="2784920" y="1654778"/>
                </a:lnTo>
                <a:lnTo>
                  <a:pt x="2764060" y="1625822"/>
                </a:lnTo>
                <a:lnTo>
                  <a:pt x="2764060" y="1516856"/>
                </a:lnTo>
                <a:lnTo>
                  <a:pt x="2783205" y="1490567"/>
                </a:lnTo>
                <a:lnTo>
                  <a:pt x="2871502" y="1490567"/>
                </a:lnTo>
                <a:lnTo>
                  <a:pt x="2871502" y="1496092"/>
                </a:lnTo>
                <a:cubicBezTo>
                  <a:pt x="2871502" y="1501807"/>
                  <a:pt x="2876169" y="1506379"/>
                  <a:pt x="2881789" y="1506379"/>
                </a:cubicBezTo>
                <a:lnTo>
                  <a:pt x="2894552" y="1506379"/>
                </a:lnTo>
                <a:lnTo>
                  <a:pt x="2894552" y="1517809"/>
                </a:lnTo>
                <a:close/>
                <a:moveTo>
                  <a:pt x="2917508" y="1496092"/>
                </a:moveTo>
                <a:cubicBezTo>
                  <a:pt x="2917508" y="1499140"/>
                  <a:pt x="2915031" y="1501616"/>
                  <a:pt x="2911983" y="1501616"/>
                </a:cubicBezTo>
                <a:lnTo>
                  <a:pt x="2881694" y="1501616"/>
                </a:lnTo>
                <a:cubicBezTo>
                  <a:pt x="2878646" y="1501616"/>
                  <a:pt x="2876169" y="1499140"/>
                  <a:pt x="2876169" y="1496092"/>
                </a:cubicBezTo>
                <a:lnTo>
                  <a:pt x="2876169" y="1465802"/>
                </a:lnTo>
                <a:cubicBezTo>
                  <a:pt x="2876169" y="1462754"/>
                  <a:pt x="2878646" y="1460278"/>
                  <a:pt x="2881694" y="1460278"/>
                </a:cubicBezTo>
                <a:lnTo>
                  <a:pt x="2911983" y="1460278"/>
                </a:lnTo>
                <a:cubicBezTo>
                  <a:pt x="2915031" y="1460278"/>
                  <a:pt x="2917508" y="1462754"/>
                  <a:pt x="2917508" y="1465802"/>
                </a:cubicBezTo>
                <a:lnTo>
                  <a:pt x="2917508" y="1496092"/>
                </a:lnTo>
                <a:close/>
                <a:moveTo>
                  <a:pt x="3054858" y="1592771"/>
                </a:moveTo>
                <a:cubicBezTo>
                  <a:pt x="3054858" y="1590580"/>
                  <a:pt x="3056668" y="1588770"/>
                  <a:pt x="3058859" y="1588770"/>
                </a:cubicBezTo>
                <a:lnTo>
                  <a:pt x="3090482" y="1588770"/>
                </a:lnTo>
                <a:cubicBezTo>
                  <a:pt x="3092672" y="1588770"/>
                  <a:pt x="3094482" y="1590580"/>
                  <a:pt x="3094482" y="1592771"/>
                </a:cubicBezTo>
                <a:lnTo>
                  <a:pt x="3094482" y="1595819"/>
                </a:lnTo>
                <a:cubicBezTo>
                  <a:pt x="3094482" y="1598009"/>
                  <a:pt x="3092672" y="1599819"/>
                  <a:pt x="3090482" y="1599819"/>
                </a:cubicBezTo>
                <a:lnTo>
                  <a:pt x="3058859" y="1599819"/>
                </a:lnTo>
                <a:cubicBezTo>
                  <a:pt x="3056668" y="1599819"/>
                  <a:pt x="3054858" y="1598009"/>
                  <a:pt x="3054858" y="1595819"/>
                </a:cubicBezTo>
                <a:lnTo>
                  <a:pt x="3054858" y="1592771"/>
                </a:lnTo>
                <a:close/>
                <a:moveTo>
                  <a:pt x="3054382" y="1555528"/>
                </a:moveTo>
                <a:cubicBezTo>
                  <a:pt x="3054382" y="1553337"/>
                  <a:pt x="3056192" y="1551527"/>
                  <a:pt x="3058382" y="1551527"/>
                </a:cubicBezTo>
                <a:lnTo>
                  <a:pt x="3090005" y="1551527"/>
                </a:lnTo>
                <a:cubicBezTo>
                  <a:pt x="3092196" y="1551527"/>
                  <a:pt x="3094006" y="1553337"/>
                  <a:pt x="3094006" y="1555528"/>
                </a:cubicBezTo>
                <a:lnTo>
                  <a:pt x="3094006" y="1558576"/>
                </a:lnTo>
                <a:cubicBezTo>
                  <a:pt x="3094006" y="1560767"/>
                  <a:pt x="3092196" y="1562576"/>
                  <a:pt x="3090005" y="1562576"/>
                </a:cubicBezTo>
                <a:lnTo>
                  <a:pt x="3058382" y="1562576"/>
                </a:lnTo>
                <a:cubicBezTo>
                  <a:pt x="3056192" y="1562576"/>
                  <a:pt x="3054382" y="1560767"/>
                  <a:pt x="3054382" y="1558576"/>
                </a:cubicBezTo>
                <a:lnTo>
                  <a:pt x="3054382" y="1555528"/>
                </a:lnTo>
                <a:close/>
                <a:moveTo>
                  <a:pt x="3053810" y="1518190"/>
                </a:moveTo>
                <a:cubicBezTo>
                  <a:pt x="3053810" y="1515999"/>
                  <a:pt x="3055620" y="1514189"/>
                  <a:pt x="3057811" y="1514189"/>
                </a:cubicBezTo>
                <a:lnTo>
                  <a:pt x="3089434" y="1514189"/>
                </a:lnTo>
                <a:cubicBezTo>
                  <a:pt x="3091625" y="1514189"/>
                  <a:pt x="3093434" y="1515999"/>
                  <a:pt x="3093434" y="1518190"/>
                </a:cubicBezTo>
                <a:lnTo>
                  <a:pt x="3093434" y="1521238"/>
                </a:lnTo>
                <a:cubicBezTo>
                  <a:pt x="3093434" y="1523428"/>
                  <a:pt x="3091625" y="1525238"/>
                  <a:pt x="3089434" y="1525238"/>
                </a:cubicBezTo>
                <a:lnTo>
                  <a:pt x="3057811" y="1525238"/>
                </a:lnTo>
                <a:cubicBezTo>
                  <a:pt x="3055620" y="1525238"/>
                  <a:pt x="3053810" y="1523428"/>
                  <a:pt x="3053810" y="1521238"/>
                </a:cubicBezTo>
                <a:lnTo>
                  <a:pt x="3053810" y="1518190"/>
                </a:lnTo>
                <a:close/>
                <a:moveTo>
                  <a:pt x="3053334" y="1480947"/>
                </a:moveTo>
                <a:cubicBezTo>
                  <a:pt x="3053334" y="1478756"/>
                  <a:pt x="3055144" y="1476947"/>
                  <a:pt x="3057335" y="1476947"/>
                </a:cubicBezTo>
                <a:lnTo>
                  <a:pt x="3088958" y="1476947"/>
                </a:lnTo>
                <a:cubicBezTo>
                  <a:pt x="3091148" y="1476947"/>
                  <a:pt x="3092958" y="1478756"/>
                  <a:pt x="3092958" y="1480947"/>
                </a:cubicBezTo>
                <a:lnTo>
                  <a:pt x="3092958" y="1483995"/>
                </a:lnTo>
                <a:cubicBezTo>
                  <a:pt x="3092958" y="1486186"/>
                  <a:pt x="3091148" y="1487996"/>
                  <a:pt x="3088958" y="1487996"/>
                </a:cubicBezTo>
                <a:lnTo>
                  <a:pt x="3057335" y="1487996"/>
                </a:lnTo>
                <a:cubicBezTo>
                  <a:pt x="3055144" y="1487996"/>
                  <a:pt x="3053334" y="1486186"/>
                  <a:pt x="3053334" y="1483995"/>
                </a:cubicBezTo>
                <a:lnTo>
                  <a:pt x="3053334" y="1480947"/>
                </a:lnTo>
                <a:close/>
                <a:moveTo>
                  <a:pt x="3052858" y="1443609"/>
                </a:moveTo>
                <a:cubicBezTo>
                  <a:pt x="3052858" y="1441418"/>
                  <a:pt x="3054668" y="1439609"/>
                  <a:pt x="3056859" y="1439609"/>
                </a:cubicBezTo>
                <a:lnTo>
                  <a:pt x="3088481" y="1439609"/>
                </a:lnTo>
                <a:cubicBezTo>
                  <a:pt x="3090672" y="1439609"/>
                  <a:pt x="3092482" y="1441418"/>
                  <a:pt x="3092482" y="1443609"/>
                </a:cubicBezTo>
                <a:lnTo>
                  <a:pt x="3092482" y="1446657"/>
                </a:lnTo>
                <a:cubicBezTo>
                  <a:pt x="3092482" y="1448848"/>
                  <a:pt x="3090672" y="1450657"/>
                  <a:pt x="3088481" y="1450657"/>
                </a:cubicBezTo>
                <a:lnTo>
                  <a:pt x="3056859" y="1450657"/>
                </a:lnTo>
                <a:cubicBezTo>
                  <a:pt x="3054668" y="1450657"/>
                  <a:pt x="3052858" y="1448848"/>
                  <a:pt x="3052858" y="1446657"/>
                </a:cubicBezTo>
                <a:lnTo>
                  <a:pt x="3052858" y="1443609"/>
                </a:lnTo>
                <a:close/>
                <a:moveTo>
                  <a:pt x="3052286" y="1406366"/>
                </a:moveTo>
                <a:cubicBezTo>
                  <a:pt x="3052286" y="1404176"/>
                  <a:pt x="3054096" y="1402366"/>
                  <a:pt x="3056287" y="1402366"/>
                </a:cubicBezTo>
                <a:lnTo>
                  <a:pt x="3087910" y="1402366"/>
                </a:lnTo>
                <a:cubicBezTo>
                  <a:pt x="3090101" y="1402366"/>
                  <a:pt x="3091910" y="1404176"/>
                  <a:pt x="3091910" y="1406366"/>
                </a:cubicBezTo>
                <a:lnTo>
                  <a:pt x="3091910" y="1409414"/>
                </a:lnTo>
                <a:cubicBezTo>
                  <a:pt x="3091910" y="1411605"/>
                  <a:pt x="3090101" y="1413415"/>
                  <a:pt x="3087910" y="1413415"/>
                </a:cubicBezTo>
                <a:lnTo>
                  <a:pt x="3056287" y="1413415"/>
                </a:lnTo>
                <a:cubicBezTo>
                  <a:pt x="3054096" y="1413415"/>
                  <a:pt x="3052286" y="1411605"/>
                  <a:pt x="3052286" y="1409414"/>
                </a:cubicBezTo>
                <a:lnTo>
                  <a:pt x="3052286" y="1406366"/>
                </a:lnTo>
                <a:close/>
                <a:moveTo>
                  <a:pt x="3051810" y="1369028"/>
                </a:moveTo>
                <a:cubicBezTo>
                  <a:pt x="3051810" y="1366838"/>
                  <a:pt x="3053620" y="1365028"/>
                  <a:pt x="3055811" y="1365028"/>
                </a:cubicBezTo>
                <a:lnTo>
                  <a:pt x="3087434" y="1365028"/>
                </a:lnTo>
                <a:cubicBezTo>
                  <a:pt x="3089624" y="1365028"/>
                  <a:pt x="3091434" y="1366838"/>
                  <a:pt x="3091434" y="1369028"/>
                </a:cubicBezTo>
                <a:lnTo>
                  <a:pt x="3091434" y="1372076"/>
                </a:lnTo>
                <a:cubicBezTo>
                  <a:pt x="3091434" y="1374267"/>
                  <a:pt x="3089624" y="1376077"/>
                  <a:pt x="3087434" y="1376077"/>
                </a:cubicBezTo>
                <a:lnTo>
                  <a:pt x="3055811" y="1376077"/>
                </a:lnTo>
                <a:cubicBezTo>
                  <a:pt x="3053620" y="1376077"/>
                  <a:pt x="3051810" y="1374267"/>
                  <a:pt x="3051810" y="1372076"/>
                </a:cubicBezTo>
                <a:lnTo>
                  <a:pt x="3051810" y="1369028"/>
                </a:lnTo>
                <a:close/>
                <a:moveTo>
                  <a:pt x="2249996" y="2829497"/>
                </a:moveTo>
                <a:cubicBezTo>
                  <a:pt x="2256187" y="2829497"/>
                  <a:pt x="2261235" y="2824448"/>
                  <a:pt x="2261235" y="2818257"/>
                </a:cubicBezTo>
                <a:cubicBezTo>
                  <a:pt x="2261235" y="2812066"/>
                  <a:pt x="2256187" y="2807018"/>
                  <a:pt x="2249996" y="2807018"/>
                </a:cubicBezTo>
                <a:cubicBezTo>
                  <a:pt x="2247233" y="2807018"/>
                  <a:pt x="2244757" y="2808161"/>
                  <a:pt x="2242852" y="2809780"/>
                </a:cubicBezTo>
                <a:lnTo>
                  <a:pt x="2107025" y="2686050"/>
                </a:lnTo>
                <a:lnTo>
                  <a:pt x="2107025" y="2667762"/>
                </a:lnTo>
                <a:cubicBezTo>
                  <a:pt x="2107025" y="2665667"/>
                  <a:pt x="2105311" y="2663857"/>
                  <a:pt x="2103120" y="2663857"/>
                </a:cubicBezTo>
                <a:lnTo>
                  <a:pt x="2084737" y="2663857"/>
                </a:lnTo>
                <a:cubicBezTo>
                  <a:pt x="2083499" y="2663857"/>
                  <a:pt x="2082451" y="2664428"/>
                  <a:pt x="2081784" y="2665381"/>
                </a:cubicBezTo>
                <a:lnTo>
                  <a:pt x="1993964" y="2665381"/>
                </a:lnTo>
                <a:cubicBezTo>
                  <a:pt x="1993964" y="2665381"/>
                  <a:pt x="1972913" y="2640711"/>
                  <a:pt x="1972913" y="2640711"/>
                </a:cubicBezTo>
                <a:lnTo>
                  <a:pt x="1959578" y="2640711"/>
                </a:lnTo>
                <a:cubicBezTo>
                  <a:pt x="1959578" y="2640711"/>
                  <a:pt x="1939290" y="2665381"/>
                  <a:pt x="1939290" y="2665381"/>
                </a:cubicBezTo>
                <a:lnTo>
                  <a:pt x="1854613" y="2665381"/>
                </a:lnTo>
                <a:cubicBezTo>
                  <a:pt x="1854422" y="2664905"/>
                  <a:pt x="1854422" y="2664333"/>
                  <a:pt x="1854137" y="2663857"/>
                </a:cubicBezTo>
                <a:cubicBezTo>
                  <a:pt x="1852041" y="2659856"/>
                  <a:pt x="1846993" y="2658332"/>
                  <a:pt x="1842992" y="2660523"/>
                </a:cubicBezTo>
                <a:cubicBezTo>
                  <a:pt x="1841087" y="2661571"/>
                  <a:pt x="1839659" y="2663285"/>
                  <a:pt x="1838992" y="2665381"/>
                </a:cubicBezTo>
                <a:lnTo>
                  <a:pt x="1773460" y="2665381"/>
                </a:lnTo>
                <a:lnTo>
                  <a:pt x="1760696" y="2677287"/>
                </a:lnTo>
                <a:lnTo>
                  <a:pt x="1700022" y="2677287"/>
                </a:lnTo>
                <a:lnTo>
                  <a:pt x="1700022" y="2677097"/>
                </a:lnTo>
                <a:cubicBezTo>
                  <a:pt x="1700022" y="2674144"/>
                  <a:pt x="1697927" y="2671763"/>
                  <a:pt x="1695260" y="2671763"/>
                </a:cubicBezTo>
                <a:lnTo>
                  <a:pt x="1676114" y="2671763"/>
                </a:lnTo>
                <a:cubicBezTo>
                  <a:pt x="1673447" y="2671763"/>
                  <a:pt x="1671352" y="2674144"/>
                  <a:pt x="1671352" y="2677097"/>
                </a:cubicBezTo>
                <a:lnTo>
                  <a:pt x="1671352" y="2678430"/>
                </a:lnTo>
                <a:lnTo>
                  <a:pt x="1645634" y="2678430"/>
                </a:lnTo>
                <a:lnTo>
                  <a:pt x="1635538" y="2670238"/>
                </a:lnTo>
                <a:lnTo>
                  <a:pt x="1635538" y="2618899"/>
                </a:lnTo>
                <a:lnTo>
                  <a:pt x="1697069" y="2618899"/>
                </a:lnTo>
                <a:lnTo>
                  <a:pt x="1697069" y="2636996"/>
                </a:lnTo>
                <a:lnTo>
                  <a:pt x="1704689" y="2645093"/>
                </a:lnTo>
                <a:lnTo>
                  <a:pt x="1722215" y="2645093"/>
                </a:lnTo>
                <a:lnTo>
                  <a:pt x="1722215" y="2653284"/>
                </a:lnTo>
                <a:cubicBezTo>
                  <a:pt x="1722215" y="2655380"/>
                  <a:pt x="1723930" y="2657189"/>
                  <a:pt x="1726121" y="2657189"/>
                </a:cubicBezTo>
                <a:lnTo>
                  <a:pt x="1744504" y="2657189"/>
                </a:lnTo>
                <a:cubicBezTo>
                  <a:pt x="1746695" y="2657189"/>
                  <a:pt x="1748409" y="2655475"/>
                  <a:pt x="1748409" y="2653284"/>
                </a:cubicBezTo>
                <a:lnTo>
                  <a:pt x="1748409" y="2646426"/>
                </a:lnTo>
                <a:lnTo>
                  <a:pt x="1824323" y="2646426"/>
                </a:lnTo>
                <a:lnTo>
                  <a:pt x="1837468" y="2634710"/>
                </a:lnTo>
                <a:lnTo>
                  <a:pt x="1868234" y="2634710"/>
                </a:lnTo>
                <a:lnTo>
                  <a:pt x="1868234" y="2635663"/>
                </a:lnTo>
                <a:cubicBezTo>
                  <a:pt x="1868234" y="2638425"/>
                  <a:pt x="1870520" y="2640711"/>
                  <a:pt x="1873282" y="2640711"/>
                </a:cubicBezTo>
                <a:lnTo>
                  <a:pt x="1880045" y="2640711"/>
                </a:lnTo>
                <a:cubicBezTo>
                  <a:pt x="1882807" y="2640711"/>
                  <a:pt x="1885093" y="2638425"/>
                  <a:pt x="1885093" y="2635663"/>
                </a:cubicBezTo>
                <a:lnTo>
                  <a:pt x="1885093" y="2634710"/>
                </a:lnTo>
                <a:lnTo>
                  <a:pt x="1941576" y="2634710"/>
                </a:lnTo>
                <a:lnTo>
                  <a:pt x="1961864" y="2609850"/>
                </a:lnTo>
                <a:lnTo>
                  <a:pt x="1970818" y="2609850"/>
                </a:lnTo>
                <a:cubicBezTo>
                  <a:pt x="1970818" y="2609850"/>
                  <a:pt x="1991868" y="2634425"/>
                  <a:pt x="1991868" y="2634425"/>
                </a:cubicBezTo>
                <a:lnTo>
                  <a:pt x="2034921" y="2634615"/>
                </a:lnTo>
                <a:lnTo>
                  <a:pt x="2034921" y="2635568"/>
                </a:lnTo>
                <a:cubicBezTo>
                  <a:pt x="2034921" y="2638330"/>
                  <a:pt x="2037207" y="2640616"/>
                  <a:pt x="2039969" y="2640616"/>
                </a:cubicBezTo>
                <a:lnTo>
                  <a:pt x="2046732" y="2640616"/>
                </a:lnTo>
                <a:cubicBezTo>
                  <a:pt x="2049494" y="2640616"/>
                  <a:pt x="2051780" y="2638330"/>
                  <a:pt x="2051780" y="2635568"/>
                </a:cubicBezTo>
                <a:lnTo>
                  <a:pt x="2051780" y="2628805"/>
                </a:lnTo>
                <a:cubicBezTo>
                  <a:pt x="2051780" y="2626043"/>
                  <a:pt x="2049494" y="2623757"/>
                  <a:pt x="2046732" y="2623757"/>
                </a:cubicBezTo>
                <a:lnTo>
                  <a:pt x="2039969" y="2623757"/>
                </a:lnTo>
                <a:cubicBezTo>
                  <a:pt x="2037207" y="2623757"/>
                  <a:pt x="2034921" y="2626043"/>
                  <a:pt x="2034921" y="2628805"/>
                </a:cubicBezTo>
                <a:lnTo>
                  <a:pt x="2034921" y="2629757"/>
                </a:lnTo>
                <a:lnTo>
                  <a:pt x="1994059" y="2629567"/>
                </a:lnTo>
                <a:lnTo>
                  <a:pt x="1973009" y="2604992"/>
                </a:lnTo>
                <a:lnTo>
                  <a:pt x="1959578" y="2604992"/>
                </a:lnTo>
                <a:cubicBezTo>
                  <a:pt x="1959578" y="2604992"/>
                  <a:pt x="1939290" y="2629853"/>
                  <a:pt x="1939290" y="2629853"/>
                </a:cubicBezTo>
                <a:lnTo>
                  <a:pt x="1885093" y="2629853"/>
                </a:lnTo>
                <a:lnTo>
                  <a:pt x="1885093" y="2628900"/>
                </a:lnTo>
                <a:cubicBezTo>
                  <a:pt x="1885093" y="2626138"/>
                  <a:pt x="1882807" y="2623852"/>
                  <a:pt x="1880045" y="2623852"/>
                </a:cubicBezTo>
                <a:lnTo>
                  <a:pt x="1873282" y="2623852"/>
                </a:lnTo>
                <a:cubicBezTo>
                  <a:pt x="1870520" y="2623852"/>
                  <a:pt x="1868234" y="2626138"/>
                  <a:pt x="1868234" y="2628900"/>
                </a:cubicBezTo>
                <a:lnTo>
                  <a:pt x="1868234" y="2629853"/>
                </a:lnTo>
                <a:lnTo>
                  <a:pt x="1835658" y="2629853"/>
                </a:lnTo>
                <a:lnTo>
                  <a:pt x="1822514" y="2641568"/>
                </a:lnTo>
                <a:lnTo>
                  <a:pt x="1748409" y="2641568"/>
                </a:lnTo>
                <a:lnTo>
                  <a:pt x="1748409" y="2634710"/>
                </a:lnTo>
                <a:cubicBezTo>
                  <a:pt x="1748409" y="2632615"/>
                  <a:pt x="1746695" y="2630805"/>
                  <a:pt x="1744504" y="2630805"/>
                </a:cubicBezTo>
                <a:lnTo>
                  <a:pt x="1726121" y="2630805"/>
                </a:lnTo>
                <a:cubicBezTo>
                  <a:pt x="1723930" y="2630805"/>
                  <a:pt x="1722215" y="2632520"/>
                  <a:pt x="1722215" y="2634710"/>
                </a:cubicBezTo>
                <a:lnTo>
                  <a:pt x="1722215" y="2642711"/>
                </a:lnTo>
                <a:lnTo>
                  <a:pt x="1705737" y="2642711"/>
                </a:lnTo>
                <a:cubicBezTo>
                  <a:pt x="1705737" y="2642711"/>
                  <a:pt x="1699451" y="2635853"/>
                  <a:pt x="1699451" y="2635853"/>
                </a:cubicBezTo>
                <a:lnTo>
                  <a:pt x="1699451" y="2618804"/>
                </a:lnTo>
                <a:lnTo>
                  <a:pt x="1751648" y="2618804"/>
                </a:lnTo>
                <a:cubicBezTo>
                  <a:pt x="1751648" y="2618804"/>
                  <a:pt x="1753934" y="2618899"/>
                  <a:pt x="1753934" y="2618899"/>
                </a:cubicBezTo>
                <a:lnTo>
                  <a:pt x="1754124" y="2613088"/>
                </a:lnTo>
                <a:lnTo>
                  <a:pt x="1854994" y="2613088"/>
                </a:lnTo>
                <a:cubicBezTo>
                  <a:pt x="1854994" y="2613088"/>
                  <a:pt x="1952149" y="2498693"/>
                  <a:pt x="1952149" y="2498693"/>
                </a:cubicBezTo>
                <a:lnTo>
                  <a:pt x="1963388" y="2498693"/>
                </a:lnTo>
                <a:lnTo>
                  <a:pt x="1963388" y="2505551"/>
                </a:lnTo>
                <a:cubicBezTo>
                  <a:pt x="1963388" y="2507647"/>
                  <a:pt x="1965103" y="2509457"/>
                  <a:pt x="1967294" y="2509457"/>
                </a:cubicBezTo>
                <a:lnTo>
                  <a:pt x="1985677" y="2509457"/>
                </a:lnTo>
                <a:cubicBezTo>
                  <a:pt x="1985677" y="2509457"/>
                  <a:pt x="1986248" y="2509361"/>
                  <a:pt x="1986534" y="2509266"/>
                </a:cubicBezTo>
                <a:lnTo>
                  <a:pt x="2022920" y="2547080"/>
                </a:lnTo>
                <a:lnTo>
                  <a:pt x="2023205" y="2557463"/>
                </a:lnTo>
                <a:lnTo>
                  <a:pt x="2062258" y="2597944"/>
                </a:lnTo>
                <a:lnTo>
                  <a:pt x="2070735" y="2597944"/>
                </a:lnTo>
                <a:lnTo>
                  <a:pt x="2082832" y="2610231"/>
                </a:lnTo>
                <a:cubicBezTo>
                  <a:pt x="2082070" y="2611755"/>
                  <a:pt x="2081498" y="2613374"/>
                  <a:pt x="2081498" y="2615184"/>
                </a:cubicBezTo>
                <a:cubicBezTo>
                  <a:pt x="2081498" y="2621375"/>
                  <a:pt x="2086547" y="2626424"/>
                  <a:pt x="2092738" y="2626424"/>
                </a:cubicBezTo>
                <a:cubicBezTo>
                  <a:pt x="2095119" y="2626424"/>
                  <a:pt x="2097215" y="2625471"/>
                  <a:pt x="2099024" y="2624233"/>
                </a:cubicBezTo>
                <a:lnTo>
                  <a:pt x="2110740" y="2634996"/>
                </a:lnTo>
                <a:lnTo>
                  <a:pt x="2113979" y="2631472"/>
                </a:lnTo>
                <a:lnTo>
                  <a:pt x="2102263" y="2620709"/>
                </a:lnTo>
                <a:cubicBezTo>
                  <a:pt x="2103215" y="2618994"/>
                  <a:pt x="2103977" y="2617184"/>
                  <a:pt x="2103977" y="2615089"/>
                </a:cubicBezTo>
                <a:cubicBezTo>
                  <a:pt x="2103977" y="2608898"/>
                  <a:pt x="2098929" y="2603849"/>
                  <a:pt x="2092738" y="2603849"/>
                </a:cubicBezTo>
                <a:cubicBezTo>
                  <a:pt x="2090071" y="2603849"/>
                  <a:pt x="2087785" y="2604897"/>
                  <a:pt x="2085880" y="2606421"/>
                </a:cubicBezTo>
                <a:lnTo>
                  <a:pt x="2072735" y="2593086"/>
                </a:lnTo>
                <a:lnTo>
                  <a:pt x="2064353" y="2593086"/>
                </a:lnTo>
                <a:lnTo>
                  <a:pt x="2027968" y="2555367"/>
                </a:lnTo>
                <a:lnTo>
                  <a:pt x="2027682" y="2544985"/>
                </a:lnTo>
                <a:lnTo>
                  <a:pt x="1989582" y="2505456"/>
                </a:lnTo>
                <a:cubicBezTo>
                  <a:pt x="1989582" y="2505456"/>
                  <a:pt x="1989582" y="2505456"/>
                  <a:pt x="1989582" y="2505456"/>
                </a:cubicBezTo>
                <a:lnTo>
                  <a:pt x="1989582" y="2487073"/>
                </a:lnTo>
                <a:cubicBezTo>
                  <a:pt x="1989582" y="2484882"/>
                  <a:pt x="1987868" y="2483168"/>
                  <a:pt x="1985677" y="2483168"/>
                </a:cubicBezTo>
                <a:lnTo>
                  <a:pt x="1967294" y="2483168"/>
                </a:lnTo>
                <a:cubicBezTo>
                  <a:pt x="1965103" y="2483168"/>
                  <a:pt x="1963388" y="2484882"/>
                  <a:pt x="1963388" y="2487073"/>
                </a:cubicBezTo>
                <a:lnTo>
                  <a:pt x="1963388" y="2493931"/>
                </a:lnTo>
                <a:lnTo>
                  <a:pt x="1949958" y="2493931"/>
                </a:lnTo>
                <a:lnTo>
                  <a:pt x="1852803" y="2608421"/>
                </a:lnTo>
                <a:lnTo>
                  <a:pt x="1749552" y="2608421"/>
                </a:lnTo>
                <a:cubicBezTo>
                  <a:pt x="1749552" y="2608421"/>
                  <a:pt x="1749362" y="2614232"/>
                  <a:pt x="1749362" y="2614232"/>
                </a:cubicBezTo>
                <a:lnTo>
                  <a:pt x="1699451" y="2614232"/>
                </a:lnTo>
                <a:lnTo>
                  <a:pt x="1699451" y="2608040"/>
                </a:lnTo>
                <a:lnTo>
                  <a:pt x="1710595" y="2608040"/>
                </a:lnTo>
                <a:lnTo>
                  <a:pt x="1710595" y="2583275"/>
                </a:lnTo>
                <a:lnTo>
                  <a:pt x="1685830" y="2583275"/>
                </a:lnTo>
                <a:lnTo>
                  <a:pt x="1685830" y="2608040"/>
                </a:lnTo>
                <a:lnTo>
                  <a:pt x="1696974" y="2608040"/>
                </a:lnTo>
                <a:lnTo>
                  <a:pt x="1696974" y="2614136"/>
                </a:lnTo>
                <a:lnTo>
                  <a:pt x="1635443" y="2614136"/>
                </a:lnTo>
                <a:lnTo>
                  <a:pt x="1635443" y="2608040"/>
                </a:lnTo>
                <a:lnTo>
                  <a:pt x="1646587" y="2608040"/>
                </a:lnTo>
                <a:lnTo>
                  <a:pt x="1646587" y="2583275"/>
                </a:lnTo>
                <a:lnTo>
                  <a:pt x="1621822" y="2583275"/>
                </a:lnTo>
                <a:lnTo>
                  <a:pt x="1621822" y="2608040"/>
                </a:lnTo>
                <a:lnTo>
                  <a:pt x="1632966" y="2608040"/>
                </a:lnTo>
                <a:lnTo>
                  <a:pt x="1632966" y="2614041"/>
                </a:lnTo>
                <a:lnTo>
                  <a:pt x="1603629" y="2614041"/>
                </a:lnTo>
                <a:lnTo>
                  <a:pt x="1603629" y="2608040"/>
                </a:lnTo>
                <a:lnTo>
                  <a:pt x="1614773" y="2608040"/>
                </a:lnTo>
                <a:lnTo>
                  <a:pt x="1614773" y="2583275"/>
                </a:lnTo>
                <a:lnTo>
                  <a:pt x="1590008" y="2583275"/>
                </a:lnTo>
                <a:lnTo>
                  <a:pt x="1590008" y="2608040"/>
                </a:lnTo>
                <a:lnTo>
                  <a:pt x="1601153" y="2608040"/>
                </a:lnTo>
                <a:lnTo>
                  <a:pt x="1601153" y="2613946"/>
                </a:lnTo>
                <a:lnTo>
                  <a:pt x="1580198" y="2613946"/>
                </a:lnTo>
                <a:cubicBezTo>
                  <a:pt x="1580198" y="2613946"/>
                  <a:pt x="1579245" y="2613946"/>
                  <a:pt x="1579245" y="2613946"/>
                </a:cubicBezTo>
                <a:lnTo>
                  <a:pt x="1575626" y="2617565"/>
                </a:lnTo>
                <a:lnTo>
                  <a:pt x="1575626" y="2721102"/>
                </a:lnTo>
                <a:lnTo>
                  <a:pt x="1594485" y="2739580"/>
                </a:lnTo>
                <a:lnTo>
                  <a:pt x="1786319" y="2739962"/>
                </a:lnTo>
                <a:lnTo>
                  <a:pt x="1809464" y="2761679"/>
                </a:lnTo>
                <a:lnTo>
                  <a:pt x="1901190" y="2762441"/>
                </a:lnTo>
                <a:lnTo>
                  <a:pt x="1901190" y="2765870"/>
                </a:lnTo>
                <a:cubicBezTo>
                  <a:pt x="1901190" y="2768632"/>
                  <a:pt x="1903476" y="2770918"/>
                  <a:pt x="1906238" y="2770918"/>
                </a:cubicBezTo>
                <a:lnTo>
                  <a:pt x="1919192" y="2770918"/>
                </a:lnTo>
                <a:cubicBezTo>
                  <a:pt x="1921955" y="2770918"/>
                  <a:pt x="1924241" y="2768632"/>
                  <a:pt x="1924241" y="2765870"/>
                </a:cubicBezTo>
                <a:lnTo>
                  <a:pt x="1924241" y="2761774"/>
                </a:lnTo>
                <a:lnTo>
                  <a:pt x="1936814" y="2761774"/>
                </a:lnTo>
                <a:lnTo>
                  <a:pt x="1961388" y="2732723"/>
                </a:lnTo>
                <a:lnTo>
                  <a:pt x="1973104" y="2732532"/>
                </a:lnTo>
                <a:lnTo>
                  <a:pt x="1997297" y="2761488"/>
                </a:lnTo>
                <a:lnTo>
                  <a:pt x="2018538" y="2761679"/>
                </a:lnTo>
                <a:lnTo>
                  <a:pt x="2018538" y="2765774"/>
                </a:lnTo>
                <a:cubicBezTo>
                  <a:pt x="2018538" y="2768537"/>
                  <a:pt x="2020824" y="2770823"/>
                  <a:pt x="2023586" y="2770823"/>
                </a:cubicBezTo>
                <a:lnTo>
                  <a:pt x="2036445" y="2770823"/>
                </a:lnTo>
                <a:cubicBezTo>
                  <a:pt x="2039207" y="2770823"/>
                  <a:pt x="2041493" y="2768537"/>
                  <a:pt x="2041493" y="2765774"/>
                </a:cubicBezTo>
                <a:lnTo>
                  <a:pt x="2041493" y="2761679"/>
                </a:lnTo>
                <a:lnTo>
                  <a:pt x="2059305" y="2761679"/>
                </a:lnTo>
                <a:lnTo>
                  <a:pt x="2059305" y="2756916"/>
                </a:lnTo>
                <a:lnTo>
                  <a:pt x="2041493" y="2756916"/>
                </a:lnTo>
                <a:lnTo>
                  <a:pt x="2041493" y="2752820"/>
                </a:lnTo>
                <a:cubicBezTo>
                  <a:pt x="2041493" y="2750058"/>
                  <a:pt x="2039207" y="2747772"/>
                  <a:pt x="2036445" y="2747772"/>
                </a:cubicBezTo>
                <a:lnTo>
                  <a:pt x="2023586" y="2747772"/>
                </a:lnTo>
                <a:cubicBezTo>
                  <a:pt x="2020824" y="2747772"/>
                  <a:pt x="2018538" y="2750058"/>
                  <a:pt x="2018538" y="2752820"/>
                </a:cubicBezTo>
                <a:lnTo>
                  <a:pt x="2018538" y="2756916"/>
                </a:lnTo>
                <a:lnTo>
                  <a:pt x="1999583" y="2756726"/>
                </a:lnTo>
                <a:lnTo>
                  <a:pt x="1975390" y="2727674"/>
                </a:lnTo>
                <a:lnTo>
                  <a:pt x="1959197" y="2727960"/>
                </a:lnTo>
                <a:lnTo>
                  <a:pt x="1934623" y="2757011"/>
                </a:lnTo>
                <a:lnTo>
                  <a:pt x="1924241" y="2757011"/>
                </a:lnTo>
                <a:lnTo>
                  <a:pt x="1924241" y="2752916"/>
                </a:lnTo>
                <a:cubicBezTo>
                  <a:pt x="1924241" y="2750153"/>
                  <a:pt x="1921955" y="2747867"/>
                  <a:pt x="1919192" y="2747867"/>
                </a:cubicBezTo>
                <a:lnTo>
                  <a:pt x="1906238" y="2747867"/>
                </a:lnTo>
                <a:cubicBezTo>
                  <a:pt x="1903476" y="2747867"/>
                  <a:pt x="1901190" y="2750153"/>
                  <a:pt x="1901190" y="2752916"/>
                </a:cubicBezTo>
                <a:lnTo>
                  <a:pt x="1901190" y="2757678"/>
                </a:lnTo>
                <a:lnTo>
                  <a:pt x="1811369" y="2756916"/>
                </a:lnTo>
                <a:lnTo>
                  <a:pt x="1788128" y="2735199"/>
                </a:lnTo>
                <a:lnTo>
                  <a:pt x="1596390" y="2734818"/>
                </a:lnTo>
                <a:lnTo>
                  <a:pt x="1580388" y="2719102"/>
                </a:lnTo>
                <a:lnTo>
                  <a:pt x="1580388" y="2619470"/>
                </a:lnTo>
                <a:lnTo>
                  <a:pt x="1581150" y="2618709"/>
                </a:lnTo>
                <a:lnTo>
                  <a:pt x="1601153" y="2618709"/>
                </a:lnTo>
                <a:lnTo>
                  <a:pt x="1601153" y="2697861"/>
                </a:lnTo>
                <a:lnTo>
                  <a:pt x="1611821" y="2708624"/>
                </a:lnTo>
                <a:lnTo>
                  <a:pt x="1629823" y="2708624"/>
                </a:lnTo>
                <a:lnTo>
                  <a:pt x="1629823" y="2709958"/>
                </a:lnTo>
                <a:cubicBezTo>
                  <a:pt x="1629823" y="2713006"/>
                  <a:pt x="1632014" y="2715482"/>
                  <a:pt x="1634776" y="2715482"/>
                </a:cubicBezTo>
                <a:lnTo>
                  <a:pt x="1654493" y="2715482"/>
                </a:lnTo>
                <a:cubicBezTo>
                  <a:pt x="1657255" y="2715482"/>
                  <a:pt x="1659446" y="2713006"/>
                  <a:pt x="1659446" y="2709958"/>
                </a:cubicBezTo>
                <a:lnTo>
                  <a:pt x="1659446" y="2709767"/>
                </a:lnTo>
                <a:lnTo>
                  <a:pt x="1809464" y="2709767"/>
                </a:lnTo>
                <a:lnTo>
                  <a:pt x="1809464" y="2710720"/>
                </a:lnTo>
                <a:cubicBezTo>
                  <a:pt x="1809464" y="2713482"/>
                  <a:pt x="1811750" y="2715768"/>
                  <a:pt x="1814513" y="2715768"/>
                </a:cubicBezTo>
                <a:lnTo>
                  <a:pt x="1821275" y="2715768"/>
                </a:lnTo>
                <a:cubicBezTo>
                  <a:pt x="1824038" y="2715768"/>
                  <a:pt x="1826324" y="2713482"/>
                  <a:pt x="1826324" y="2710720"/>
                </a:cubicBezTo>
                <a:lnTo>
                  <a:pt x="1826324" y="2709101"/>
                </a:lnTo>
                <a:lnTo>
                  <a:pt x="1942148" y="2709101"/>
                </a:lnTo>
                <a:lnTo>
                  <a:pt x="1962436" y="2684431"/>
                </a:lnTo>
                <a:lnTo>
                  <a:pt x="1971389" y="2684431"/>
                </a:lnTo>
                <a:cubicBezTo>
                  <a:pt x="1971389" y="2684431"/>
                  <a:pt x="1992440" y="2709005"/>
                  <a:pt x="1992440" y="2709005"/>
                </a:cubicBezTo>
                <a:lnTo>
                  <a:pt x="2070830" y="2709005"/>
                </a:lnTo>
                <a:cubicBezTo>
                  <a:pt x="2070830" y="2709005"/>
                  <a:pt x="2082546" y="2721864"/>
                  <a:pt x="2082546" y="2721864"/>
                </a:cubicBezTo>
                <a:cubicBezTo>
                  <a:pt x="2082546" y="2721959"/>
                  <a:pt x="2082546" y="2722150"/>
                  <a:pt x="2082546" y="2722245"/>
                </a:cubicBezTo>
                <a:lnTo>
                  <a:pt x="2082546" y="2740628"/>
                </a:lnTo>
                <a:cubicBezTo>
                  <a:pt x="2082546" y="2742724"/>
                  <a:pt x="2084261" y="2744534"/>
                  <a:pt x="2086451" y="2744534"/>
                </a:cubicBezTo>
                <a:lnTo>
                  <a:pt x="2104835" y="2744534"/>
                </a:lnTo>
                <a:cubicBezTo>
                  <a:pt x="2107025" y="2744534"/>
                  <a:pt x="2108740" y="2742819"/>
                  <a:pt x="2108740" y="2740628"/>
                </a:cubicBezTo>
                <a:lnTo>
                  <a:pt x="2108740" y="2722245"/>
                </a:lnTo>
                <a:cubicBezTo>
                  <a:pt x="2108740" y="2720150"/>
                  <a:pt x="2107025" y="2718340"/>
                  <a:pt x="2104835" y="2718340"/>
                </a:cubicBezTo>
                <a:lnTo>
                  <a:pt x="2086451" y="2718340"/>
                </a:lnTo>
                <a:cubicBezTo>
                  <a:pt x="2086451" y="2718340"/>
                  <a:pt x="2086166" y="2718340"/>
                  <a:pt x="2085975" y="2718340"/>
                </a:cubicBezTo>
                <a:lnTo>
                  <a:pt x="2073021" y="2704243"/>
                </a:lnTo>
                <a:lnTo>
                  <a:pt x="1994726" y="2704243"/>
                </a:lnTo>
                <a:cubicBezTo>
                  <a:pt x="1994726" y="2704243"/>
                  <a:pt x="1973675" y="2679573"/>
                  <a:pt x="1973675" y="2679573"/>
                </a:cubicBezTo>
                <a:lnTo>
                  <a:pt x="1960340" y="2679573"/>
                </a:lnTo>
                <a:cubicBezTo>
                  <a:pt x="1960340" y="2679573"/>
                  <a:pt x="1940052" y="2704243"/>
                  <a:pt x="1940052" y="2704243"/>
                </a:cubicBezTo>
                <a:lnTo>
                  <a:pt x="1826419" y="2704243"/>
                </a:lnTo>
                <a:lnTo>
                  <a:pt x="1826419" y="2703862"/>
                </a:lnTo>
                <a:cubicBezTo>
                  <a:pt x="1826419" y="2701100"/>
                  <a:pt x="1824133" y="2698813"/>
                  <a:pt x="1821371" y="2698813"/>
                </a:cubicBezTo>
                <a:lnTo>
                  <a:pt x="1814608" y="2698813"/>
                </a:lnTo>
                <a:cubicBezTo>
                  <a:pt x="1811846" y="2698813"/>
                  <a:pt x="1809560" y="2701100"/>
                  <a:pt x="1809560" y="2703862"/>
                </a:cubicBezTo>
                <a:lnTo>
                  <a:pt x="1809560" y="2704814"/>
                </a:lnTo>
                <a:lnTo>
                  <a:pt x="1659541" y="2704814"/>
                </a:lnTo>
                <a:lnTo>
                  <a:pt x="1659541" y="2704624"/>
                </a:lnTo>
                <a:cubicBezTo>
                  <a:pt x="1659541" y="2701576"/>
                  <a:pt x="1657350" y="2699099"/>
                  <a:pt x="1654588" y="2699099"/>
                </a:cubicBezTo>
                <a:lnTo>
                  <a:pt x="1634871" y="2699099"/>
                </a:lnTo>
                <a:cubicBezTo>
                  <a:pt x="1632109" y="2699099"/>
                  <a:pt x="1629918" y="2701576"/>
                  <a:pt x="1629918" y="2704624"/>
                </a:cubicBezTo>
                <a:lnTo>
                  <a:pt x="1629918" y="2705957"/>
                </a:lnTo>
                <a:lnTo>
                  <a:pt x="1612868" y="2705957"/>
                </a:lnTo>
                <a:lnTo>
                  <a:pt x="1603534" y="2696623"/>
                </a:lnTo>
                <a:lnTo>
                  <a:pt x="1603534" y="2618518"/>
                </a:lnTo>
                <a:lnTo>
                  <a:pt x="1632871" y="2618518"/>
                </a:lnTo>
                <a:lnTo>
                  <a:pt x="1632871" y="2671001"/>
                </a:lnTo>
                <a:lnTo>
                  <a:pt x="1644491" y="2680526"/>
                </a:lnTo>
                <a:lnTo>
                  <a:pt x="1671066" y="2680526"/>
                </a:lnTo>
                <a:lnTo>
                  <a:pt x="1671066" y="2681764"/>
                </a:lnTo>
                <a:cubicBezTo>
                  <a:pt x="1671066" y="2684717"/>
                  <a:pt x="1673162" y="2687098"/>
                  <a:pt x="1675828" y="2687098"/>
                </a:cubicBezTo>
                <a:lnTo>
                  <a:pt x="1694974" y="2687098"/>
                </a:lnTo>
                <a:cubicBezTo>
                  <a:pt x="1697546" y="2687098"/>
                  <a:pt x="1699736" y="2684717"/>
                  <a:pt x="1699736" y="2681764"/>
                </a:cubicBezTo>
                <a:lnTo>
                  <a:pt x="1762220" y="2681764"/>
                </a:lnTo>
                <a:lnTo>
                  <a:pt x="1774984" y="2669858"/>
                </a:lnTo>
                <a:lnTo>
                  <a:pt x="1838801" y="2669858"/>
                </a:lnTo>
                <a:cubicBezTo>
                  <a:pt x="1838992" y="2670334"/>
                  <a:pt x="1838992" y="2670905"/>
                  <a:pt x="1839278" y="2671382"/>
                </a:cubicBezTo>
                <a:cubicBezTo>
                  <a:pt x="1840802" y="2674144"/>
                  <a:pt x="1843564" y="2675763"/>
                  <a:pt x="1846517" y="2675763"/>
                </a:cubicBezTo>
                <a:cubicBezTo>
                  <a:pt x="1847850" y="2675763"/>
                  <a:pt x="1849184" y="2675477"/>
                  <a:pt x="1850422" y="2674811"/>
                </a:cubicBezTo>
                <a:cubicBezTo>
                  <a:pt x="1852422" y="2673763"/>
                  <a:pt x="1853756" y="2671953"/>
                  <a:pt x="1854422" y="2669953"/>
                </a:cubicBezTo>
                <a:lnTo>
                  <a:pt x="1941195" y="2669953"/>
                </a:lnTo>
                <a:lnTo>
                  <a:pt x="1961483" y="2645283"/>
                </a:lnTo>
                <a:lnTo>
                  <a:pt x="1970437" y="2645283"/>
                </a:lnTo>
                <a:cubicBezTo>
                  <a:pt x="1970437" y="2645283"/>
                  <a:pt x="1991487" y="2669858"/>
                  <a:pt x="1991487" y="2669858"/>
                </a:cubicBezTo>
                <a:lnTo>
                  <a:pt x="2080641" y="2669858"/>
                </a:lnTo>
                <a:lnTo>
                  <a:pt x="2080641" y="2685955"/>
                </a:lnTo>
                <a:cubicBezTo>
                  <a:pt x="2080641" y="2688050"/>
                  <a:pt x="2082356" y="2689860"/>
                  <a:pt x="2084546" y="2689860"/>
                </a:cubicBezTo>
                <a:lnTo>
                  <a:pt x="2102930" y="2689860"/>
                </a:lnTo>
                <a:cubicBezTo>
                  <a:pt x="2102930" y="2689860"/>
                  <a:pt x="2103596" y="2689765"/>
                  <a:pt x="2103882" y="2689670"/>
                </a:cubicBezTo>
                <a:lnTo>
                  <a:pt x="2239709" y="2813399"/>
                </a:lnTo>
                <a:cubicBezTo>
                  <a:pt x="2239042" y="2814828"/>
                  <a:pt x="2238566" y="2816447"/>
                  <a:pt x="2238566" y="2818067"/>
                </a:cubicBezTo>
                <a:cubicBezTo>
                  <a:pt x="2238566" y="2822258"/>
                  <a:pt x="2241042" y="2825877"/>
                  <a:pt x="2244471" y="2827782"/>
                </a:cubicBezTo>
                <a:lnTo>
                  <a:pt x="2139315" y="2944559"/>
                </a:lnTo>
                <a:lnTo>
                  <a:pt x="2138744" y="2945225"/>
                </a:lnTo>
                <a:lnTo>
                  <a:pt x="2138267" y="3099530"/>
                </a:lnTo>
                <a:lnTo>
                  <a:pt x="2143030" y="3099530"/>
                </a:lnTo>
                <a:cubicBezTo>
                  <a:pt x="2143030" y="3099530"/>
                  <a:pt x="2143506" y="2947035"/>
                  <a:pt x="2143506" y="2947035"/>
                </a:cubicBezTo>
                <a:lnTo>
                  <a:pt x="2249615" y="2829211"/>
                </a:lnTo>
                <a:cubicBezTo>
                  <a:pt x="2249615" y="2829211"/>
                  <a:pt x="2249805" y="2829211"/>
                  <a:pt x="2249900" y="2829211"/>
                </a:cubicBezTo>
                <a:close/>
                <a:moveTo>
                  <a:pt x="2039684" y="2628424"/>
                </a:moveTo>
                <a:lnTo>
                  <a:pt x="2046732" y="2628710"/>
                </a:lnTo>
                <a:lnTo>
                  <a:pt x="2046732" y="2635472"/>
                </a:lnTo>
                <a:cubicBezTo>
                  <a:pt x="2046732" y="2635472"/>
                  <a:pt x="2046637" y="2635758"/>
                  <a:pt x="2046446" y="2635758"/>
                </a:cubicBezTo>
                <a:lnTo>
                  <a:pt x="2039398" y="2635472"/>
                </a:lnTo>
                <a:lnTo>
                  <a:pt x="2039684" y="2628424"/>
                </a:lnTo>
                <a:close/>
                <a:moveTo>
                  <a:pt x="1872901" y="2628424"/>
                </a:moveTo>
                <a:lnTo>
                  <a:pt x="1879949" y="2628710"/>
                </a:lnTo>
                <a:lnTo>
                  <a:pt x="1879949" y="2635472"/>
                </a:lnTo>
                <a:cubicBezTo>
                  <a:pt x="1879949" y="2635472"/>
                  <a:pt x="1879759" y="2635758"/>
                  <a:pt x="1879664" y="2635758"/>
                </a:cubicBezTo>
                <a:lnTo>
                  <a:pt x="1872615" y="2635472"/>
                </a:lnTo>
                <a:lnTo>
                  <a:pt x="1872901" y="2628424"/>
                </a:lnTo>
                <a:close/>
                <a:moveTo>
                  <a:pt x="1724216" y="2634710"/>
                </a:moveTo>
                <a:cubicBezTo>
                  <a:pt x="1724216" y="2633853"/>
                  <a:pt x="1724882" y="2633186"/>
                  <a:pt x="1725740" y="2633186"/>
                </a:cubicBezTo>
                <a:lnTo>
                  <a:pt x="1744123" y="2633186"/>
                </a:lnTo>
                <a:cubicBezTo>
                  <a:pt x="1744980" y="2633186"/>
                  <a:pt x="1745647" y="2633853"/>
                  <a:pt x="1745647" y="2634710"/>
                </a:cubicBezTo>
                <a:lnTo>
                  <a:pt x="1745647" y="2653094"/>
                </a:lnTo>
                <a:cubicBezTo>
                  <a:pt x="1745647" y="2653951"/>
                  <a:pt x="1744980" y="2654618"/>
                  <a:pt x="1744123" y="2654618"/>
                </a:cubicBezTo>
                <a:lnTo>
                  <a:pt x="1725740" y="2654618"/>
                </a:lnTo>
                <a:cubicBezTo>
                  <a:pt x="1724882" y="2654618"/>
                  <a:pt x="1724216" y="2653951"/>
                  <a:pt x="1724216" y="2653094"/>
                </a:cubicBezTo>
                <a:lnTo>
                  <a:pt x="1724216" y="2634710"/>
                </a:lnTo>
                <a:close/>
                <a:moveTo>
                  <a:pt x="2092452" y="2608707"/>
                </a:moveTo>
                <a:cubicBezTo>
                  <a:pt x="2096072" y="2608707"/>
                  <a:pt x="2098929" y="2611565"/>
                  <a:pt x="2098929" y="2615184"/>
                </a:cubicBezTo>
                <a:cubicBezTo>
                  <a:pt x="2098929" y="2618804"/>
                  <a:pt x="2095976" y="2621661"/>
                  <a:pt x="2092452" y="2621661"/>
                </a:cubicBezTo>
                <a:cubicBezTo>
                  <a:pt x="2088928" y="2621661"/>
                  <a:pt x="2085975" y="2618709"/>
                  <a:pt x="2085975" y="2615184"/>
                </a:cubicBezTo>
                <a:cubicBezTo>
                  <a:pt x="2085975" y="2611660"/>
                  <a:pt x="2088928" y="2608707"/>
                  <a:pt x="2092452" y="2608707"/>
                </a:cubicBezTo>
                <a:close/>
                <a:moveTo>
                  <a:pt x="1965484" y="2487073"/>
                </a:moveTo>
                <a:cubicBezTo>
                  <a:pt x="1965484" y="2486216"/>
                  <a:pt x="1966151" y="2485549"/>
                  <a:pt x="1967008" y="2485549"/>
                </a:cubicBezTo>
                <a:lnTo>
                  <a:pt x="1985391" y="2485549"/>
                </a:lnTo>
                <a:cubicBezTo>
                  <a:pt x="1986248" y="2485549"/>
                  <a:pt x="1986915" y="2486216"/>
                  <a:pt x="1986915" y="2487073"/>
                </a:cubicBezTo>
                <a:lnTo>
                  <a:pt x="1986915" y="2505456"/>
                </a:lnTo>
                <a:cubicBezTo>
                  <a:pt x="1986915" y="2506313"/>
                  <a:pt x="1986248" y="2506980"/>
                  <a:pt x="1985391" y="2506980"/>
                </a:cubicBezTo>
                <a:lnTo>
                  <a:pt x="1967008" y="2506980"/>
                </a:lnTo>
                <a:cubicBezTo>
                  <a:pt x="1966151" y="2506980"/>
                  <a:pt x="1965484" y="2506313"/>
                  <a:pt x="1965484" y="2505456"/>
                </a:cubicBezTo>
                <a:lnTo>
                  <a:pt x="1965484" y="2487073"/>
                </a:lnTo>
                <a:close/>
                <a:moveTo>
                  <a:pt x="1690307" y="2603183"/>
                </a:moveTo>
                <a:lnTo>
                  <a:pt x="1690307" y="2587943"/>
                </a:lnTo>
                <a:lnTo>
                  <a:pt x="1705547" y="2587943"/>
                </a:lnTo>
                <a:lnTo>
                  <a:pt x="1705547" y="2603183"/>
                </a:lnTo>
                <a:lnTo>
                  <a:pt x="1690307" y="2603183"/>
                </a:lnTo>
                <a:close/>
                <a:moveTo>
                  <a:pt x="2023682" y="2752439"/>
                </a:moveTo>
                <a:lnTo>
                  <a:pt x="2036921" y="2752725"/>
                </a:lnTo>
                <a:lnTo>
                  <a:pt x="2036921" y="2765679"/>
                </a:lnTo>
                <a:cubicBezTo>
                  <a:pt x="2036921" y="2765679"/>
                  <a:pt x="2036731" y="2765965"/>
                  <a:pt x="2036636" y="2765965"/>
                </a:cubicBezTo>
                <a:lnTo>
                  <a:pt x="2023396" y="2765679"/>
                </a:lnTo>
                <a:lnTo>
                  <a:pt x="2023682" y="2752439"/>
                </a:lnTo>
                <a:close/>
                <a:moveTo>
                  <a:pt x="1906334" y="2752439"/>
                </a:moveTo>
                <a:lnTo>
                  <a:pt x="1919573" y="2752725"/>
                </a:lnTo>
                <a:lnTo>
                  <a:pt x="1919573" y="2765679"/>
                </a:lnTo>
                <a:cubicBezTo>
                  <a:pt x="1919573" y="2765679"/>
                  <a:pt x="1919383" y="2765965"/>
                  <a:pt x="1919288" y="2765965"/>
                </a:cubicBezTo>
                <a:lnTo>
                  <a:pt x="1906048" y="2765679"/>
                </a:lnTo>
                <a:lnTo>
                  <a:pt x="1906334" y="2752439"/>
                </a:lnTo>
                <a:close/>
                <a:moveTo>
                  <a:pt x="2084927" y="2722340"/>
                </a:moveTo>
                <a:cubicBezTo>
                  <a:pt x="2084927" y="2721483"/>
                  <a:pt x="2085594" y="2720817"/>
                  <a:pt x="2086451" y="2720817"/>
                </a:cubicBezTo>
                <a:lnTo>
                  <a:pt x="2104835" y="2720817"/>
                </a:lnTo>
                <a:cubicBezTo>
                  <a:pt x="2105692" y="2720817"/>
                  <a:pt x="2106359" y="2721483"/>
                  <a:pt x="2106359" y="2722340"/>
                </a:cubicBezTo>
                <a:lnTo>
                  <a:pt x="2106359" y="2740724"/>
                </a:lnTo>
                <a:cubicBezTo>
                  <a:pt x="2106359" y="2741581"/>
                  <a:pt x="2105692" y="2742248"/>
                  <a:pt x="2104835" y="2742248"/>
                </a:cubicBezTo>
                <a:lnTo>
                  <a:pt x="2086451" y="2742248"/>
                </a:lnTo>
                <a:cubicBezTo>
                  <a:pt x="2085594" y="2742248"/>
                  <a:pt x="2084927" y="2741581"/>
                  <a:pt x="2084927" y="2740724"/>
                </a:cubicBezTo>
                <a:lnTo>
                  <a:pt x="2084927" y="2722340"/>
                </a:lnTo>
                <a:close/>
                <a:moveTo>
                  <a:pt x="1814513" y="2703671"/>
                </a:moveTo>
                <a:lnTo>
                  <a:pt x="1821561" y="2703957"/>
                </a:lnTo>
                <a:lnTo>
                  <a:pt x="1821561" y="2710720"/>
                </a:lnTo>
                <a:cubicBezTo>
                  <a:pt x="1821561" y="2710720"/>
                  <a:pt x="1821371" y="2711005"/>
                  <a:pt x="1821275" y="2711005"/>
                </a:cubicBezTo>
                <a:lnTo>
                  <a:pt x="1814227" y="2710720"/>
                </a:lnTo>
                <a:lnTo>
                  <a:pt x="1814513" y="2703671"/>
                </a:lnTo>
                <a:close/>
                <a:moveTo>
                  <a:pt x="1651445" y="2701767"/>
                </a:moveTo>
                <a:lnTo>
                  <a:pt x="1654493" y="2701767"/>
                </a:lnTo>
                <a:cubicBezTo>
                  <a:pt x="1655921" y="2701767"/>
                  <a:pt x="1657160" y="2703100"/>
                  <a:pt x="1657160" y="2704719"/>
                </a:cubicBezTo>
                <a:lnTo>
                  <a:pt x="1657160" y="2709863"/>
                </a:lnTo>
                <a:cubicBezTo>
                  <a:pt x="1657160" y="2711482"/>
                  <a:pt x="1656017" y="2712815"/>
                  <a:pt x="1654493" y="2712815"/>
                </a:cubicBezTo>
                <a:lnTo>
                  <a:pt x="1651445" y="2712815"/>
                </a:lnTo>
                <a:lnTo>
                  <a:pt x="1651445" y="2701767"/>
                </a:lnTo>
                <a:close/>
                <a:moveTo>
                  <a:pt x="1632109" y="2704814"/>
                </a:moveTo>
                <a:cubicBezTo>
                  <a:pt x="1632109" y="2703195"/>
                  <a:pt x="1633252" y="2701862"/>
                  <a:pt x="1634776" y="2701862"/>
                </a:cubicBezTo>
                <a:lnTo>
                  <a:pt x="1638967" y="2701862"/>
                </a:lnTo>
                <a:lnTo>
                  <a:pt x="1638967" y="2712911"/>
                </a:lnTo>
                <a:lnTo>
                  <a:pt x="1634776" y="2712911"/>
                </a:lnTo>
                <a:cubicBezTo>
                  <a:pt x="1633347" y="2712911"/>
                  <a:pt x="1632109" y="2711577"/>
                  <a:pt x="1632109" y="2709958"/>
                </a:cubicBezTo>
                <a:lnTo>
                  <a:pt x="1632109" y="2704814"/>
                </a:lnTo>
                <a:close/>
                <a:moveTo>
                  <a:pt x="1594676" y="2603183"/>
                </a:moveTo>
                <a:lnTo>
                  <a:pt x="1594676" y="2587943"/>
                </a:lnTo>
                <a:lnTo>
                  <a:pt x="1609916" y="2587943"/>
                </a:lnTo>
                <a:lnTo>
                  <a:pt x="1609916" y="2603183"/>
                </a:lnTo>
                <a:lnTo>
                  <a:pt x="1594676" y="2603183"/>
                </a:lnTo>
                <a:close/>
                <a:moveTo>
                  <a:pt x="1626489" y="2603183"/>
                </a:moveTo>
                <a:lnTo>
                  <a:pt x="1626489" y="2587943"/>
                </a:lnTo>
                <a:lnTo>
                  <a:pt x="1641729" y="2587943"/>
                </a:lnTo>
                <a:lnTo>
                  <a:pt x="1641729" y="2603183"/>
                </a:lnTo>
                <a:lnTo>
                  <a:pt x="1626489" y="2603183"/>
                </a:lnTo>
                <a:close/>
                <a:moveTo>
                  <a:pt x="1679924" y="2684812"/>
                </a:moveTo>
                <a:lnTo>
                  <a:pt x="1675828" y="2684812"/>
                </a:lnTo>
                <a:cubicBezTo>
                  <a:pt x="1674400" y="2684812"/>
                  <a:pt x="1673257" y="2683478"/>
                  <a:pt x="1673257" y="2681954"/>
                </a:cubicBezTo>
                <a:lnTo>
                  <a:pt x="1673257" y="2677001"/>
                </a:lnTo>
                <a:cubicBezTo>
                  <a:pt x="1673257" y="2675382"/>
                  <a:pt x="1674400" y="2674144"/>
                  <a:pt x="1675828" y="2674144"/>
                </a:cubicBezTo>
                <a:lnTo>
                  <a:pt x="1679924" y="2674144"/>
                </a:lnTo>
                <a:lnTo>
                  <a:pt x="1679924" y="2684907"/>
                </a:lnTo>
                <a:close/>
                <a:moveTo>
                  <a:pt x="1697546" y="2681954"/>
                </a:moveTo>
                <a:cubicBezTo>
                  <a:pt x="1697546" y="2683574"/>
                  <a:pt x="1696403" y="2684812"/>
                  <a:pt x="1694974" y="2684812"/>
                </a:cubicBezTo>
                <a:lnTo>
                  <a:pt x="1692021" y="2684812"/>
                </a:lnTo>
                <a:lnTo>
                  <a:pt x="1692021" y="2674049"/>
                </a:lnTo>
                <a:lnTo>
                  <a:pt x="1694974" y="2674049"/>
                </a:lnTo>
                <a:cubicBezTo>
                  <a:pt x="1696403" y="2674049"/>
                  <a:pt x="1697546" y="2675382"/>
                  <a:pt x="1697546" y="2676906"/>
                </a:cubicBezTo>
                <a:lnTo>
                  <a:pt x="1697546" y="2681859"/>
                </a:lnTo>
                <a:close/>
                <a:moveTo>
                  <a:pt x="1848231" y="2670810"/>
                </a:moveTo>
                <a:cubicBezTo>
                  <a:pt x="1846517" y="2671763"/>
                  <a:pt x="1844421" y="2671096"/>
                  <a:pt x="1843564" y="2669381"/>
                </a:cubicBezTo>
                <a:cubicBezTo>
                  <a:pt x="1843088" y="2668524"/>
                  <a:pt x="1842992" y="2667667"/>
                  <a:pt x="1843278" y="2666714"/>
                </a:cubicBezTo>
                <a:cubicBezTo>
                  <a:pt x="1843564" y="2665857"/>
                  <a:pt x="1844135" y="2665095"/>
                  <a:pt x="1844993" y="2664714"/>
                </a:cubicBezTo>
                <a:lnTo>
                  <a:pt x="1844993" y="2664714"/>
                </a:lnTo>
                <a:cubicBezTo>
                  <a:pt x="1845469" y="2664428"/>
                  <a:pt x="1846040" y="2664333"/>
                  <a:pt x="1846612" y="2664333"/>
                </a:cubicBezTo>
                <a:cubicBezTo>
                  <a:pt x="1847850" y="2664333"/>
                  <a:pt x="1849088" y="2665000"/>
                  <a:pt x="1849660" y="2666143"/>
                </a:cubicBezTo>
                <a:cubicBezTo>
                  <a:pt x="1850517" y="2667857"/>
                  <a:pt x="1849946" y="2669953"/>
                  <a:pt x="1848231" y="2670810"/>
                </a:cubicBezTo>
                <a:close/>
                <a:moveTo>
                  <a:pt x="2104549" y="2686145"/>
                </a:moveTo>
                <a:cubicBezTo>
                  <a:pt x="2104549" y="2687003"/>
                  <a:pt x="2103882" y="2687669"/>
                  <a:pt x="2103025" y="2687669"/>
                </a:cubicBezTo>
                <a:lnTo>
                  <a:pt x="2084642" y="2687669"/>
                </a:lnTo>
                <a:cubicBezTo>
                  <a:pt x="2083784" y="2687669"/>
                  <a:pt x="2083118" y="2687003"/>
                  <a:pt x="2083118" y="2686145"/>
                </a:cubicBezTo>
                <a:lnTo>
                  <a:pt x="2083118" y="2667762"/>
                </a:lnTo>
                <a:cubicBezTo>
                  <a:pt x="2083118" y="2666905"/>
                  <a:pt x="2083784" y="2666238"/>
                  <a:pt x="2084642" y="2666238"/>
                </a:cubicBezTo>
                <a:lnTo>
                  <a:pt x="2103025" y="2666238"/>
                </a:lnTo>
                <a:cubicBezTo>
                  <a:pt x="2103882" y="2666238"/>
                  <a:pt x="2104549" y="2666905"/>
                  <a:pt x="2104549" y="2667762"/>
                </a:cubicBezTo>
                <a:lnTo>
                  <a:pt x="2104549" y="2686145"/>
                </a:lnTo>
                <a:close/>
                <a:moveTo>
                  <a:pt x="2243519" y="2818257"/>
                </a:moveTo>
                <a:cubicBezTo>
                  <a:pt x="2243519" y="2814638"/>
                  <a:pt x="2246471" y="2811780"/>
                  <a:pt x="2249996" y="2811780"/>
                </a:cubicBezTo>
                <a:cubicBezTo>
                  <a:pt x="2253520" y="2811780"/>
                  <a:pt x="2256473" y="2814638"/>
                  <a:pt x="2256473" y="2818257"/>
                </a:cubicBezTo>
                <a:cubicBezTo>
                  <a:pt x="2256473" y="2821877"/>
                  <a:pt x="2253520" y="2824734"/>
                  <a:pt x="2249996" y="2824734"/>
                </a:cubicBezTo>
                <a:cubicBezTo>
                  <a:pt x="2246471" y="2824734"/>
                  <a:pt x="2243519" y="2821781"/>
                  <a:pt x="2243519" y="2818257"/>
                </a:cubicBezTo>
                <a:close/>
                <a:moveTo>
                  <a:pt x="2101215" y="3098102"/>
                </a:moveTo>
                <a:cubicBezTo>
                  <a:pt x="2104263" y="3100388"/>
                  <a:pt x="2108073" y="3101245"/>
                  <a:pt x="2111883" y="3100673"/>
                </a:cubicBezTo>
                <a:cubicBezTo>
                  <a:pt x="2115693" y="3100102"/>
                  <a:pt x="2119027" y="3098102"/>
                  <a:pt x="2121218" y="3094959"/>
                </a:cubicBezTo>
                <a:cubicBezTo>
                  <a:pt x="2125885" y="3088577"/>
                  <a:pt x="2124551" y="3079623"/>
                  <a:pt x="2118170" y="3074956"/>
                </a:cubicBezTo>
                <a:cubicBezTo>
                  <a:pt x="2116265" y="3073622"/>
                  <a:pt x="2114169" y="3072955"/>
                  <a:pt x="2112074" y="3072575"/>
                </a:cubicBezTo>
                <a:lnTo>
                  <a:pt x="2112074" y="3054096"/>
                </a:lnTo>
                <a:lnTo>
                  <a:pt x="2107311" y="3054096"/>
                </a:lnTo>
                <a:lnTo>
                  <a:pt x="2107311" y="3072479"/>
                </a:lnTo>
                <a:cubicBezTo>
                  <a:pt x="2103787" y="3073051"/>
                  <a:pt x="2100453" y="3074956"/>
                  <a:pt x="2098167" y="3078099"/>
                </a:cubicBezTo>
                <a:cubicBezTo>
                  <a:pt x="2093500" y="3084481"/>
                  <a:pt x="2094833" y="3093434"/>
                  <a:pt x="2101215" y="3098102"/>
                </a:cubicBezTo>
                <a:close/>
                <a:moveTo>
                  <a:pt x="2100263" y="3079623"/>
                </a:moveTo>
                <a:cubicBezTo>
                  <a:pt x="2104073" y="3074480"/>
                  <a:pt x="2111407" y="3073337"/>
                  <a:pt x="2116646" y="3077147"/>
                </a:cubicBezTo>
                <a:cubicBezTo>
                  <a:pt x="2119122" y="3078956"/>
                  <a:pt x="2120837" y="3081719"/>
                  <a:pt x="2121313" y="3084767"/>
                </a:cubicBezTo>
                <a:cubicBezTo>
                  <a:pt x="2121789" y="3087815"/>
                  <a:pt x="2121027" y="3090958"/>
                  <a:pt x="2119217" y="3093434"/>
                </a:cubicBezTo>
                <a:cubicBezTo>
                  <a:pt x="2117408" y="3095911"/>
                  <a:pt x="2114645" y="3097625"/>
                  <a:pt x="2111597" y="3098102"/>
                </a:cubicBezTo>
                <a:cubicBezTo>
                  <a:pt x="2111026" y="3098102"/>
                  <a:pt x="2110359" y="3098197"/>
                  <a:pt x="2109788" y="3098197"/>
                </a:cubicBezTo>
                <a:cubicBezTo>
                  <a:pt x="2107311" y="3098197"/>
                  <a:pt x="2104930" y="3097435"/>
                  <a:pt x="2102930" y="3095911"/>
                </a:cubicBezTo>
                <a:cubicBezTo>
                  <a:pt x="2097691" y="3092101"/>
                  <a:pt x="2096643" y="3084767"/>
                  <a:pt x="2100453" y="3079528"/>
                </a:cubicBezTo>
                <a:close/>
                <a:moveTo>
                  <a:pt x="3079052" y="4104227"/>
                </a:moveTo>
                <a:lnTo>
                  <a:pt x="3079052" y="4104227"/>
                </a:lnTo>
                <a:cubicBezTo>
                  <a:pt x="3073813" y="4101179"/>
                  <a:pt x="3067145" y="4102989"/>
                  <a:pt x="3064097" y="4108228"/>
                </a:cubicBezTo>
                <a:cubicBezTo>
                  <a:pt x="3061049" y="4113467"/>
                  <a:pt x="3062859" y="4120134"/>
                  <a:pt x="3068098" y="4123182"/>
                </a:cubicBezTo>
                <a:cubicBezTo>
                  <a:pt x="3069812" y="4124135"/>
                  <a:pt x="3071717" y="4124611"/>
                  <a:pt x="3073527" y="4124611"/>
                </a:cubicBezTo>
                <a:cubicBezTo>
                  <a:pt x="3077337" y="4124611"/>
                  <a:pt x="3080957" y="4122611"/>
                  <a:pt x="3083052" y="4119182"/>
                </a:cubicBezTo>
                <a:cubicBezTo>
                  <a:pt x="3083624" y="4118229"/>
                  <a:pt x="3083814" y="4117181"/>
                  <a:pt x="3084100" y="4116038"/>
                </a:cubicBezTo>
                <a:lnTo>
                  <a:pt x="3114866" y="4116038"/>
                </a:lnTo>
                <a:lnTo>
                  <a:pt x="3114866" y="4111180"/>
                </a:lnTo>
                <a:lnTo>
                  <a:pt x="3084195" y="4111180"/>
                </a:lnTo>
                <a:cubicBezTo>
                  <a:pt x="3083528" y="4108323"/>
                  <a:pt x="3081814" y="4105751"/>
                  <a:pt x="3079052" y="4104132"/>
                </a:cubicBezTo>
                <a:close/>
                <a:moveTo>
                  <a:pt x="3078861" y="4116800"/>
                </a:moveTo>
                <a:cubicBezTo>
                  <a:pt x="3077147" y="4119753"/>
                  <a:pt x="3073337" y="4120801"/>
                  <a:pt x="3070384" y="4119086"/>
                </a:cubicBezTo>
                <a:cubicBezTo>
                  <a:pt x="3067431" y="4117372"/>
                  <a:pt x="3066384" y="4113562"/>
                  <a:pt x="3068098" y="4110609"/>
                </a:cubicBezTo>
                <a:cubicBezTo>
                  <a:pt x="3069241" y="4108609"/>
                  <a:pt x="3071336" y="4107561"/>
                  <a:pt x="3073432" y="4107561"/>
                </a:cubicBezTo>
                <a:cubicBezTo>
                  <a:pt x="3074480" y="4107561"/>
                  <a:pt x="3075527" y="4107847"/>
                  <a:pt x="3076480" y="4108418"/>
                </a:cubicBezTo>
                <a:cubicBezTo>
                  <a:pt x="3079433" y="4110133"/>
                  <a:pt x="3080480" y="4113943"/>
                  <a:pt x="3078766" y="4116896"/>
                </a:cubicBezTo>
                <a:close/>
                <a:moveTo>
                  <a:pt x="682466" y="3504819"/>
                </a:moveTo>
                <a:lnTo>
                  <a:pt x="665321" y="3504819"/>
                </a:lnTo>
                <a:cubicBezTo>
                  <a:pt x="665321" y="3504819"/>
                  <a:pt x="665321" y="3500057"/>
                  <a:pt x="665321" y="3500057"/>
                </a:cubicBezTo>
                <a:lnTo>
                  <a:pt x="682466" y="3500057"/>
                </a:lnTo>
                <a:cubicBezTo>
                  <a:pt x="682466" y="3500057"/>
                  <a:pt x="682466" y="3504819"/>
                  <a:pt x="682466" y="3504819"/>
                </a:cubicBezTo>
                <a:close/>
                <a:moveTo>
                  <a:pt x="2867787" y="1592961"/>
                </a:moveTo>
                <a:cubicBezTo>
                  <a:pt x="2873217" y="1592961"/>
                  <a:pt x="2877598" y="1588580"/>
                  <a:pt x="2877788" y="1583246"/>
                </a:cubicBezTo>
                <a:lnTo>
                  <a:pt x="2928366" y="1582960"/>
                </a:lnTo>
                <a:lnTo>
                  <a:pt x="2934843" y="1597057"/>
                </a:lnTo>
                <a:lnTo>
                  <a:pt x="3003995" y="1597057"/>
                </a:lnTo>
                <a:cubicBezTo>
                  <a:pt x="3004185" y="1597724"/>
                  <a:pt x="3004185" y="1598295"/>
                  <a:pt x="3004471" y="1598962"/>
                </a:cubicBezTo>
                <a:cubicBezTo>
                  <a:pt x="3006852" y="1604010"/>
                  <a:pt x="3012853" y="1606201"/>
                  <a:pt x="3017901" y="1603915"/>
                </a:cubicBezTo>
                <a:lnTo>
                  <a:pt x="3017901" y="1603915"/>
                </a:lnTo>
                <a:cubicBezTo>
                  <a:pt x="3022949" y="1601534"/>
                  <a:pt x="3025140" y="1595533"/>
                  <a:pt x="3022854" y="1590485"/>
                </a:cubicBezTo>
                <a:cubicBezTo>
                  <a:pt x="3021140" y="1586770"/>
                  <a:pt x="3017520" y="1584579"/>
                  <a:pt x="3013615" y="1584579"/>
                </a:cubicBezTo>
                <a:cubicBezTo>
                  <a:pt x="3012186" y="1584579"/>
                  <a:pt x="3010757" y="1584865"/>
                  <a:pt x="3009329" y="1585532"/>
                </a:cubicBezTo>
                <a:cubicBezTo>
                  <a:pt x="3006852" y="1586675"/>
                  <a:pt x="3005042" y="1588675"/>
                  <a:pt x="3004090" y="1591247"/>
                </a:cubicBezTo>
                <a:cubicBezTo>
                  <a:pt x="3003995" y="1591628"/>
                  <a:pt x="3004090" y="1592009"/>
                  <a:pt x="3003899" y="1592294"/>
                </a:cubicBezTo>
                <a:lnTo>
                  <a:pt x="2937796" y="1592294"/>
                </a:lnTo>
                <a:lnTo>
                  <a:pt x="2931224" y="1578197"/>
                </a:lnTo>
                <a:lnTo>
                  <a:pt x="2876550" y="1578483"/>
                </a:lnTo>
                <a:cubicBezTo>
                  <a:pt x="2874931" y="1575149"/>
                  <a:pt x="2871502" y="1572768"/>
                  <a:pt x="2867501" y="1572768"/>
                </a:cubicBezTo>
                <a:cubicBezTo>
                  <a:pt x="2861977" y="1572768"/>
                  <a:pt x="2857405" y="1577340"/>
                  <a:pt x="2857405" y="1582865"/>
                </a:cubicBezTo>
                <a:cubicBezTo>
                  <a:pt x="2857405" y="1588389"/>
                  <a:pt x="2861977" y="1592961"/>
                  <a:pt x="2867501" y="1592961"/>
                </a:cubicBezTo>
                <a:close/>
                <a:moveTo>
                  <a:pt x="3008757" y="1592866"/>
                </a:moveTo>
                <a:cubicBezTo>
                  <a:pt x="3009234" y="1591532"/>
                  <a:pt x="3010281" y="1590485"/>
                  <a:pt x="3011519" y="1589818"/>
                </a:cubicBezTo>
                <a:cubicBezTo>
                  <a:pt x="3014186" y="1588580"/>
                  <a:pt x="3017425" y="1589818"/>
                  <a:pt x="3018663" y="1592390"/>
                </a:cubicBezTo>
                <a:cubicBezTo>
                  <a:pt x="3019901" y="1595057"/>
                  <a:pt x="3018663" y="1598295"/>
                  <a:pt x="3016092" y="1599533"/>
                </a:cubicBezTo>
                <a:cubicBezTo>
                  <a:pt x="3013424" y="1600772"/>
                  <a:pt x="3010186" y="1599533"/>
                  <a:pt x="3008948" y="1596962"/>
                </a:cubicBezTo>
                <a:cubicBezTo>
                  <a:pt x="3008376" y="1595628"/>
                  <a:pt x="3008281" y="1594199"/>
                  <a:pt x="3008757" y="1592866"/>
                </a:cubicBezTo>
                <a:close/>
                <a:moveTo>
                  <a:pt x="2867787" y="1577531"/>
                </a:moveTo>
                <a:cubicBezTo>
                  <a:pt x="2870740" y="1577531"/>
                  <a:pt x="2873121" y="1579912"/>
                  <a:pt x="2873121" y="1582865"/>
                </a:cubicBezTo>
                <a:cubicBezTo>
                  <a:pt x="2873121" y="1585817"/>
                  <a:pt x="2870740" y="1588199"/>
                  <a:pt x="2867787" y="1588199"/>
                </a:cubicBezTo>
                <a:cubicBezTo>
                  <a:pt x="2864834" y="1588199"/>
                  <a:pt x="2862453" y="1585817"/>
                  <a:pt x="2862453" y="1582865"/>
                </a:cubicBezTo>
                <a:cubicBezTo>
                  <a:pt x="2862453" y="1579912"/>
                  <a:pt x="2864834" y="1577531"/>
                  <a:pt x="2867787" y="1577531"/>
                </a:cubicBezTo>
                <a:close/>
                <a:moveTo>
                  <a:pt x="3068098" y="363093"/>
                </a:moveTo>
                <a:lnTo>
                  <a:pt x="3114770" y="410718"/>
                </a:lnTo>
                <a:lnTo>
                  <a:pt x="3114770" y="417481"/>
                </a:lnTo>
                <a:lnTo>
                  <a:pt x="3066098" y="367760"/>
                </a:lnTo>
                <a:lnTo>
                  <a:pt x="3032093" y="367760"/>
                </a:lnTo>
                <a:cubicBezTo>
                  <a:pt x="3031617" y="370904"/>
                  <a:pt x="3030188" y="373952"/>
                  <a:pt x="3027807" y="376333"/>
                </a:cubicBezTo>
                <a:cubicBezTo>
                  <a:pt x="3021711" y="382429"/>
                  <a:pt x="3011900" y="382429"/>
                  <a:pt x="3005804" y="376333"/>
                </a:cubicBezTo>
                <a:cubicBezTo>
                  <a:pt x="2999709" y="370237"/>
                  <a:pt x="2999709" y="360426"/>
                  <a:pt x="3005804" y="354330"/>
                </a:cubicBezTo>
                <a:cubicBezTo>
                  <a:pt x="3011900" y="348234"/>
                  <a:pt x="3021711" y="348234"/>
                  <a:pt x="3027807" y="354330"/>
                </a:cubicBezTo>
                <a:cubicBezTo>
                  <a:pt x="3030188" y="356711"/>
                  <a:pt x="3031617" y="359759"/>
                  <a:pt x="3032093" y="362903"/>
                </a:cubicBezTo>
                <a:lnTo>
                  <a:pt x="3068098" y="362903"/>
                </a:lnTo>
                <a:close/>
                <a:moveTo>
                  <a:pt x="2131981" y="2911507"/>
                </a:moveTo>
                <a:lnTo>
                  <a:pt x="2118932" y="2925413"/>
                </a:lnTo>
                <a:lnTo>
                  <a:pt x="2115407" y="2922175"/>
                </a:lnTo>
                <a:lnTo>
                  <a:pt x="2128457" y="2908268"/>
                </a:lnTo>
                <a:lnTo>
                  <a:pt x="2131981" y="2911507"/>
                </a:lnTo>
                <a:close/>
                <a:moveTo>
                  <a:pt x="2254663" y="2855690"/>
                </a:moveTo>
                <a:lnTo>
                  <a:pt x="2258187" y="2858834"/>
                </a:lnTo>
                <a:lnTo>
                  <a:pt x="2245519" y="2873121"/>
                </a:lnTo>
                <a:lnTo>
                  <a:pt x="2241995" y="2869978"/>
                </a:lnTo>
                <a:lnTo>
                  <a:pt x="2254663" y="2855690"/>
                </a:lnTo>
                <a:close/>
                <a:moveTo>
                  <a:pt x="2132267" y="3125629"/>
                </a:moveTo>
                <a:cubicBezTo>
                  <a:pt x="2135315" y="3127915"/>
                  <a:pt x="2139125" y="3128772"/>
                  <a:pt x="2142935" y="3128201"/>
                </a:cubicBezTo>
                <a:cubicBezTo>
                  <a:pt x="2146745" y="3127629"/>
                  <a:pt x="2150078" y="3125629"/>
                  <a:pt x="2152269" y="3122486"/>
                </a:cubicBezTo>
                <a:cubicBezTo>
                  <a:pt x="2156936" y="3116104"/>
                  <a:pt x="2155603" y="3107150"/>
                  <a:pt x="2149221" y="3102483"/>
                </a:cubicBezTo>
                <a:cubicBezTo>
                  <a:pt x="2146649" y="3100578"/>
                  <a:pt x="2143697" y="3099721"/>
                  <a:pt x="2140744" y="3099721"/>
                </a:cubicBezTo>
                <a:cubicBezTo>
                  <a:pt x="2136362" y="3099721"/>
                  <a:pt x="2131981" y="3101721"/>
                  <a:pt x="2129123" y="3105531"/>
                </a:cubicBezTo>
                <a:cubicBezTo>
                  <a:pt x="2124456" y="3111913"/>
                  <a:pt x="2125790" y="3120867"/>
                  <a:pt x="2132171" y="3125534"/>
                </a:cubicBezTo>
                <a:close/>
                <a:moveTo>
                  <a:pt x="2131314" y="3107150"/>
                </a:moveTo>
                <a:cubicBezTo>
                  <a:pt x="2135124" y="3102007"/>
                  <a:pt x="2142458" y="3100864"/>
                  <a:pt x="2147697" y="3104674"/>
                </a:cubicBezTo>
                <a:cubicBezTo>
                  <a:pt x="2150174" y="3106484"/>
                  <a:pt x="2151888" y="3109246"/>
                  <a:pt x="2152364" y="3112294"/>
                </a:cubicBezTo>
                <a:cubicBezTo>
                  <a:pt x="2152841" y="3115342"/>
                  <a:pt x="2152079" y="3118485"/>
                  <a:pt x="2150269" y="3120962"/>
                </a:cubicBezTo>
                <a:cubicBezTo>
                  <a:pt x="2148459" y="3123438"/>
                  <a:pt x="2145697" y="3125153"/>
                  <a:pt x="2142649" y="3125629"/>
                </a:cubicBezTo>
                <a:cubicBezTo>
                  <a:pt x="2142077" y="3125629"/>
                  <a:pt x="2141411" y="3125724"/>
                  <a:pt x="2140839" y="3125724"/>
                </a:cubicBezTo>
                <a:cubicBezTo>
                  <a:pt x="2138363" y="3125724"/>
                  <a:pt x="2135981" y="3124962"/>
                  <a:pt x="2133981" y="3123438"/>
                </a:cubicBezTo>
                <a:cubicBezTo>
                  <a:pt x="2128742" y="3119628"/>
                  <a:pt x="2127695" y="3112294"/>
                  <a:pt x="2131505" y="3107055"/>
                </a:cubicBezTo>
                <a:close/>
                <a:moveTo>
                  <a:pt x="2133695" y="3114104"/>
                </a:moveTo>
                <a:cubicBezTo>
                  <a:pt x="2133695" y="3110198"/>
                  <a:pt x="2136839" y="3107055"/>
                  <a:pt x="2140744" y="3107055"/>
                </a:cubicBezTo>
                <a:cubicBezTo>
                  <a:pt x="2144649" y="3107055"/>
                  <a:pt x="2147792" y="3110198"/>
                  <a:pt x="2147792" y="3114104"/>
                </a:cubicBezTo>
                <a:cubicBezTo>
                  <a:pt x="2147792" y="3118009"/>
                  <a:pt x="2144649" y="3121152"/>
                  <a:pt x="2140744" y="3121152"/>
                </a:cubicBezTo>
                <a:cubicBezTo>
                  <a:pt x="2136839" y="3121152"/>
                  <a:pt x="2133695" y="3118009"/>
                  <a:pt x="2133695" y="3114104"/>
                </a:cubicBezTo>
                <a:close/>
                <a:moveTo>
                  <a:pt x="2731294" y="919448"/>
                </a:moveTo>
                <a:cubicBezTo>
                  <a:pt x="2741295" y="919448"/>
                  <a:pt x="2749392" y="911352"/>
                  <a:pt x="2749392" y="901351"/>
                </a:cubicBezTo>
                <a:cubicBezTo>
                  <a:pt x="2749392" y="891350"/>
                  <a:pt x="2741295" y="883253"/>
                  <a:pt x="2731294" y="883253"/>
                </a:cubicBezTo>
                <a:cubicBezTo>
                  <a:pt x="2721293" y="883253"/>
                  <a:pt x="2713196" y="891350"/>
                  <a:pt x="2713196" y="901351"/>
                </a:cubicBezTo>
                <a:cubicBezTo>
                  <a:pt x="2713196" y="904208"/>
                  <a:pt x="2713959" y="906875"/>
                  <a:pt x="2715101" y="909257"/>
                </a:cubicBezTo>
                <a:lnTo>
                  <a:pt x="2689479" y="935355"/>
                </a:lnTo>
                <a:lnTo>
                  <a:pt x="2689479" y="1026795"/>
                </a:lnTo>
                <a:cubicBezTo>
                  <a:pt x="2689479" y="1026795"/>
                  <a:pt x="2627757" y="1089851"/>
                  <a:pt x="2627757" y="1089851"/>
                </a:cubicBezTo>
                <a:lnTo>
                  <a:pt x="2514981" y="1089851"/>
                </a:lnTo>
                <a:lnTo>
                  <a:pt x="2498979" y="1071563"/>
                </a:lnTo>
                <a:lnTo>
                  <a:pt x="2313908" y="1071563"/>
                </a:lnTo>
                <a:cubicBezTo>
                  <a:pt x="2312956" y="1066419"/>
                  <a:pt x="2308574" y="1062419"/>
                  <a:pt x="2303145" y="1062419"/>
                </a:cubicBezTo>
                <a:lnTo>
                  <a:pt x="2271522" y="1062419"/>
                </a:lnTo>
                <a:cubicBezTo>
                  <a:pt x="2266283" y="1062419"/>
                  <a:pt x="2262092" y="1066133"/>
                  <a:pt x="2260854" y="1070991"/>
                </a:cubicBezTo>
                <a:lnTo>
                  <a:pt x="2170367" y="1072325"/>
                </a:lnTo>
                <a:lnTo>
                  <a:pt x="2146268" y="1093756"/>
                </a:lnTo>
                <a:lnTo>
                  <a:pt x="2145411" y="1152906"/>
                </a:lnTo>
                <a:lnTo>
                  <a:pt x="2128076" y="1166717"/>
                </a:lnTo>
                <a:cubicBezTo>
                  <a:pt x="2124742" y="1163384"/>
                  <a:pt x="2120456" y="1161288"/>
                  <a:pt x="2115693" y="1160907"/>
                </a:cubicBezTo>
                <a:cubicBezTo>
                  <a:pt x="2115122" y="1160907"/>
                  <a:pt x="2114645" y="1160907"/>
                  <a:pt x="2114074" y="1160907"/>
                </a:cubicBezTo>
                <a:cubicBezTo>
                  <a:pt x="2109311" y="1160907"/>
                  <a:pt x="2104835" y="1162622"/>
                  <a:pt x="2101120" y="1165670"/>
                </a:cubicBezTo>
                <a:cubicBezTo>
                  <a:pt x="2097024" y="1169099"/>
                  <a:pt x="2094643" y="1173956"/>
                  <a:pt x="2094167" y="1179290"/>
                </a:cubicBezTo>
                <a:cubicBezTo>
                  <a:pt x="2093976" y="1182148"/>
                  <a:pt x="2094357" y="1185005"/>
                  <a:pt x="2095310" y="1187577"/>
                </a:cubicBezTo>
                <a:lnTo>
                  <a:pt x="1994821" y="1272731"/>
                </a:lnTo>
                <a:lnTo>
                  <a:pt x="1937480" y="1271873"/>
                </a:lnTo>
                <a:lnTo>
                  <a:pt x="1926336" y="1252633"/>
                </a:lnTo>
                <a:lnTo>
                  <a:pt x="1800225" y="1252633"/>
                </a:lnTo>
                <a:cubicBezTo>
                  <a:pt x="1800035" y="1251871"/>
                  <a:pt x="1800035" y="1251014"/>
                  <a:pt x="1799653" y="1250252"/>
                </a:cubicBezTo>
                <a:cubicBezTo>
                  <a:pt x="1796796" y="1244156"/>
                  <a:pt x="1789462" y="1241679"/>
                  <a:pt x="1783461" y="1244537"/>
                </a:cubicBezTo>
                <a:cubicBezTo>
                  <a:pt x="1777365" y="1247394"/>
                  <a:pt x="1774889" y="1254728"/>
                  <a:pt x="1777746" y="1260729"/>
                </a:cubicBezTo>
                <a:cubicBezTo>
                  <a:pt x="1780603" y="1266825"/>
                  <a:pt x="1787938" y="1269302"/>
                  <a:pt x="1793939" y="1266444"/>
                </a:cubicBezTo>
                <a:cubicBezTo>
                  <a:pt x="1796891" y="1265015"/>
                  <a:pt x="1798987" y="1262539"/>
                  <a:pt x="1800035" y="1259681"/>
                </a:cubicBezTo>
                <a:lnTo>
                  <a:pt x="1922240" y="1259681"/>
                </a:lnTo>
                <a:cubicBezTo>
                  <a:pt x="1922240" y="1259681"/>
                  <a:pt x="1933289" y="1278827"/>
                  <a:pt x="1933289" y="1278827"/>
                </a:cubicBezTo>
                <a:lnTo>
                  <a:pt x="1997393" y="1279779"/>
                </a:lnTo>
                <a:lnTo>
                  <a:pt x="2099024" y="1193768"/>
                </a:lnTo>
                <a:cubicBezTo>
                  <a:pt x="2106168" y="1202055"/>
                  <a:pt x="2118741" y="1203008"/>
                  <a:pt x="2127123" y="1195959"/>
                </a:cubicBezTo>
                <a:cubicBezTo>
                  <a:pt x="2131219" y="1192530"/>
                  <a:pt x="2133600" y="1187672"/>
                  <a:pt x="2134076" y="1182338"/>
                </a:cubicBezTo>
                <a:cubicBezTo>
                  <a:pt x="2134362" y="1178909"/>
                  <a:pt x="2133695" y="1175576"/>
                  <a:pt x="2132267" y="1172528"/>
                </a:cubicBezTo>
                <a:lnTo>
                  <a:pt x="2152650" y="1156526"/>
                </a:lnTo>
                <a:lnTo>
                  <a:pt x="2153507" y="1096899"/>
                </a:lnTo>
                <a:lnTo>
                  <a:pt x="2173224" y="1079373"/>
                </a:lnTo>
                <a:lnTo>
                  <a:pt x="2260759" y="1078135"/>
                </a:lnTo>
                <a:cubicBezTo>
                  <a:pt x="2261521" y="1083564"/>
                  <a:pt x="2265998" y="1087850"/>
                  <a:pt x="2271617" y="1087850"/>
                </a:cubicBezTo>
                <a:lnTo>
                  <a:pt x="2303240" y="1087850"/>
                </a:lnTo>
                <a:cubicBezTo>
                  <a:pt x="2308670" y="1087850"/>
                  <a:pt x="2313051" y="1083850"/>
                  <a:pt x="2314004" y="1078706"/>
                </a:cubicBezTo>
                <a:lnTo>
                  <a:pt x="2495836" y="1078706"/>
                </a:lnTo>
                <a:lnTo>
                  <a:pt x="2511838" y="1096994"/>
                </a:lnTo>
                <a:lnTo>
                  <a:pt x="2630805" y="1096994"/>
                </a:lnTo>
                <a:lnTo>
                  <a:pt x="2696909" y="1029652"/>
                </a:lnTo>
                <a:lnTo>
                  <a:pt x="2696909" y="938594"/>
                </a:lnTo>
                <a:cubicBezTo>
                  <a:pt x="2696909" y="938594"/>
                  <a:pt x="2719578" y="914972"/>
                  <a:pt x="2719578" y="914972"/>
                </a:cubicBezTo>
                <a:cubicBezTo>
                  <a:pt x="2722721" y="917734"/>
                  <a:pt x="2726817" y="919448"/>
                  <a:pt x="2731389" y="919448"/>
                </a:cubicBezTo>
                <a:close/>
                <a:moveTo>
                  <a:pt x="2122456" y="1190530"/>
                </a:moveTo>
                <a:cubicBezTo>
                  <a:pt x="2120075" y="1192625"/>
                  <a:pt x="2117122" y="1193578"/>
                  <a:pt x="2114169" y="1193578"/>
                </a:cubicBezTo>
                <a:cubicBezTo>
                  <a:pt x="2110550" y="1193578"/>
                  <a:pt x="2106930" y="1192054"/>
                  <a:pt x="2104358" y="1189101"/>
                </a:cubicBezTo>
                <a:cubicBezTo>
                  <a:pt x="2102168" y="1186529"/>
                  <a:pt x="2101025" y="1183196"/>
                  <a:pt x="2101310" y="1179767"/>
                </a:cubicBezTo>
                <a:cubicBezTo>
                  <a:pt x="2101596" y="1176338"/>
                  <a:pt x="2103120" y="1173290"/>
                  <a:pt x="2105787" y="1171004"/>
                </a:cubicBezTo>
                <a:cubicBezTo>
                  <a:pt x="2108359" y="1168813"/>
                  <a:pt x="2111693" y="1167765"/>
                  <a:pt x="2115122" y="1167956"/>
                </a:cubicBezTo>
                <a:cubicBezTo>
                  <a:pt x="2118551" y="1168241"/>
                  <a:pt x="2121599" y="1169765"/>
                  <a:pt x="2123885" y="1172432"/>
                </a:cubicBezTo>
                <a:cubicBezTo>
                  <a:pt x="2126075" y="1175004"/>
                  <a:pt x="2127218" y="1178338"/>
                  <a:pt x="2126933" y="1181767"/>
                </a:cubicBezTo>
                <a:cubicBezTo>
                  <a:pt x="2126647" y="1185196"/>
                  <a:pt x="2125123" y="1188244"/>
                  <a:pt x="2122456" y="1190530"/>
                </a:cubicBezTo>
                <a:close/>
                <a:moveTo>
                  <a:pt x="2307241" y="1076706"/>
                </a:moveTo>
                <a:cubicBezTo>
                  <a:pt x="2307241" y="1078897"/>
                  <a:pt x="2305431" y="1080707"/>
                  <a:pt x="2303240" y="1080707"/>
                </a:cubicBezTo>
                <a:lnTo>
                  <a:pt x="2271617" y="1080707"/>
                </a:lnTo>
                <a:cubicBezTo>
                  <a:pt x="2269427" y="1080707"/>
                  <a:pt x="2267617" y="1078897"/>
                  <a:pt x="2267617" y="1076706"/>
                </a:cubicBezTo>
                <a:lnTo>
                  <a:pt x="2267617" y="1073658"/>
                </a:lnTo>
                <a:cubicBezTo>
                  <a:pt x="2267617" y="1071467"/>
                  <a:pt x="2269427" y="1069658"/>
                  <a:pt x="2271617" y="1069658"/>
                </a:cubicBezTo>
                <a:lnTo>
                  <a:pt x="2303240" y="1069658"/>
                </a:lnTo>
                <a:cubicBezTo>
                  <a:pt x="2305431" y="1069658"/>
                  <a:pt x="2307241" y="1071467"/>
                  <a:pt x="2307241" y="1073658"/>
                </a:cubicBezTo>
                <a:lnTo>
                  <a:pt x="2307241" y="1076706"/>
                </a:lnTo>
                <a:close/>
                <a:moveTo>
                  <a:pt x="2731294" y="888302"/>
                </a:moveTo>
                <a:cubicBezTo>
                  <a:pt x="2738438" y="888302"/>
                  <a:pt x="2744248" y="894112"/>
                  <a:pt x="2744248" y="901256"/>
                </a:cubicBezTo>
                <a:cubicBezTo>
                  <a:pt x="2744248" y="908399"/>
                  <a:pt x="2738438" y="914210"/>
                  <a:pt x="2731294" y="914210"/>
                </a:cubicBezTo>
                <a:cubicBezTo>
                  <a:pt x="2724150" y="914210"/>
                  <a:pt x="2718340" y="908399"/>
                  <a:pt x="2718340" y="901256"/>
                </a:cubicBezTo>
                <a:cubicBezTo>
                  <a:pt x="2718340" y="894112"/>
                  <a:pt x="2724150" y="888302"/>
                  <a:pt x="2731294" y="888302"/>
                </a:cubicBezTo>
                <a:close/>
                <a:moveTo>
                  <a:pt x="2569559" y="1041940"/>
                </a:moveTo>
                <a:cubicBezTo>
                  <a:pt x="2570512" y="1049655"/>
                  <a:pt x="2565083" y="1056704"/>
                  <a:pt x="2557367" y="1057751"/>
                </a:cubicBezTo>
                <a:cubicBezTo>
                  <a:pt x="2549652" y="1058799"/>
                  <a:pt x="2542604" y="1053275"/>
                  <a:pt x="2541556" y="1045559"/>
                </a:cubicBezTo>
                <a:cubicBezTo>
                  <a:pt x="2540603" y="1037844"/>
                  <a:pt x="2546033" y="1030796"/>
                  <a:pt x="2553748" y="1029748"/>
                </a:cubicBezTo>
                <a:cubicBezTo>
                  <a:pt x="2561463" y="1028795"/>
                  <a:pt x="2568512" y="1034225"/>
                  <a:pt x="2569559" y="1041940"/>
                </a:cubicBezTo>
                <a:close/>
                <a:moveTo>
                  <a:pt x="2133029" y="2763584"/>
                </a:moveTo>
                <a:lnTo>
                  <a:pt x="2130933" y="2761584"/>
                </a:lnTo>
                <a:lnTo>
                  <a:pt x="2116646" y="2761584"/>
                </a:lnTo>
                <a:lnTo>
                  <a:pt x="2116646" y="2756821"/>
                </a:lnTo>
                <a:lnTo>
                  <a:pt x="2132838" y="2756821"/>
                </a:lnTo>
                <a:lnTo>
                  <a:pt x="2136267" y="2760059"/>
                </a:lnTo>
                <a:lnTo>
                  <a:pt x="2133029" y="2763584"/>
                </a:lnTo>
                <a:close/>
                <a:moveTo>
                  <a:pt x="2912269" y="1473422"/>
                </a:moveTo>
                <a:lnTo>
                  <a:pt x="2912269" y="1488472"/>
                </a:lnTo>
                <a:cubicBezTo>
                  <a:pt x="2912269" y="1492853"/>
                  <a:pt x="2908745" y="1496378"/>
                  <a:pt x="2904363" y="1496378"/>
                </a:cubicBezTo>
                <a:lnTo>
                  <a:pt x="2889313" y="1496378"/>
                </a:lnTo>
                <a:cubicBezTo>
                  <a:pt x="2884932" y="1496378"/>
                  <a:pt x="2881408" y="1492853"/>
                  <a:pt x="2881408" y="1488472"/>
                </a:cubicBezTo>
                <a:lnTo>
                  <a:pt x="2881408" y="1473422"/>
                </a:lnTo>
                <a:cubicBezTo>
                  <a:pt x="2881408" y="1469041"/>
                  <a:pt x="2884932" y="1465517"/>
                  <a:pt x="2889313" y="1465517"/>
                </a:cubicBezTo>
                <a:lnTo>
                  <a:pt x="2904363" y="1465517"/>
                </a:lnTo>
                <a:cubicBezTo>
                  <a:pt x="2908745" y="1465517"/>
                  <a:pt x="2912269" y="1469041"/>
                  <a:pt x="2912269" y="1473422"/>
                </a:cubicBezTo>
                <a:close/>
                <a:moveTo>
                  <a:pt x="3024759" y="3625787"/>
                </a:moveTo>
                <a:lnTo>
                  <a:pt x="3114770" y="3625787"/>
                </a:lnTo>
                <a:lnTo>
                  <a:pt x="3114770" y="3621024"/>
                </a:lnTo>
                <a:lnTo>
                  <a:pt x="3026474" y="3621024"/>
                </a:lnTo>
                <a:lnTo>
                  <a:pt x="2996565" y="3595021"/>
                </a:lnTo>
                <a:lnTo>
                  <a:pt x="2996565" y="3505676"/>
                </a:lnTo>
                <a:cubicBezTo>
                  <a:pt x="2999423" y="3505200"/>
                  <a:pt x="3001899" y="3503771"/>
                  <a:pt x="3003613" y="3501485"/>
                </a:cubicBezTo>
                <a:cubicBezTo>
                  <a:pt x="3007233" y="3496723"/>
                  <a:pt x="3006280" y="3489770"/>
                  <a:pt x="3001518" y="3486150"/>
                </a:cubicBezTo>
                <a:cubicBezTo>
                  <a:pt x="2999137" y="3484340"/>
                  <a:pt x="2996279" y="3483674"/>
                  <a:pt x="2993422" y="3484055"/>
                </a:cubicBezTo>
                <a:cubicBezTo>
                  <a:pt x="2990564" y="3484436"/>
                  <a:pt x="2987993" y="3485960"/>
                  <a:pt x="2986183" y="3488341"/>
                </a:cubicBezTo>
                <a:cubicBezTo>
                  <a:pt x="2982563" y="3493103"/>
                  <a:pt x="2983516" y="3500057"/>
                  <a:pt x="2988278" y="3503676"/>
                </a:cubicBezTo>
                <a:cubicBezTo>
                  <a:pt x="2989326" y="3504534"/>
                  <a:pt x="2990564" y="3505010"/>
                  <a:pt x="2991803" y="3505391"/>
                </a:cubicBezTo>
                <a:lnTo>
                  <a:pt x="2991803" y="3597307"/>
                </a:lnTo>
                <a:lnTo>
                  <a:pt x="3024664" y="3625882"/>
                </a:lnTo>
                <a:close/>
                <a:moveTo>
                  <a:pt x="2991136" y="3499866"/>
                </a:moveTo>
                <a:cubicBezTo>
                  <a:pt x="2988374" y="3497771"/>
                  <a:pt x="2987897" y="3493961"/>
                  <a:pt x="2989898" y="3491198"/>
                </a:cubicBezTo>
                <a:cubicBezTo>
                  <a:pt x="2990850" y="3489865"/>
                  <a:pt x="2992374" y="3489008"/>
                  <a:pt x="2993993" y="3488817"/>
                </a:cubicBezTo>
                <a:cubicBezTo>
                  <a:pt x="2994279" y="3488817"/>
                  <a:pt x="2994565" y="3488817"/>
                  <a:pt x="2994851" y="3488817"/>
                </a:cubicBezTo>
                <a:cubicBezTo>
                  <a:pt x="2996184" y="3488817"/>
                  <a:pt x="2997518" y="3489293"/>
                  <a:pt x="2998565" y="3490055"/>
                </a:cubicBezTo>
                <a:cubicBezTo>
                  <a:pt x="3001328" y="3492151"/>
                  <a:pt x="3001804" y="3495961"/>
                  <a:pt x="2999804" y="3498723"/>
                </a:cubicBezTo>
                <a:cubicBezTo>
                  <a:pt x="2998851" y="3500057"/>
                  <a:pt x="2997327" y="3500914"/>
                  <a:pt x="2995708" y="3501104"/>
                </a:cubicBezTo>
                <a:cubicBezTo>
                  <a:pt x="2994088" y="3501390"/>
                  <a:pt x="2992469" y="3500914"/>
                  <a:pt x="2991136" y="3499961"/>
                </a:cubicBezTo>
                <a:close/>
                <a:moveTo>
                  <a:pt x="2669000" y="3384423"/>
                </a:moveTo>
                <a:cubicBezTo>
                  <a:pt x="2669953" y="3384613"/>
                  <a:pt x="2671001" y="3384804"/>
                  <a:pt x="2671953" y="3384804"/>
                </a:cubicBezTo>
                <a:cubicBezTo>
                  <a:pt x="2674239" y="3384804"/>
                  <a:pt x="2676525" y="3384137"/>
                  <a:pt x="2678525" y="3382994"/>
                </a:cubicBezTo>
                <a:cubicBezTo>
                  <a:pt x="2678811" y="3382804"/>
                  <a:pt x="2679002" y="3382518"/>
                  <a:pt x="2679192" y="3382328"/>
                </a:cubicBezTo>
                <a:lnTo>
                  <a:pt x="2772251" y="3467576"/>
                </a:lnTo>
                <a:lnTo>
                  <a:pt x="2772918" y="3468243"/>
                </a:lnTo>
                <a:lnTo>
                  <a:pt x="2883599" y="3468243"/>
                </a:lnTo>
                <a:cubicBezTo>
                  <a:pt x="2883599" y="3468243"/>
                  <a:pt x="2922270" y="3499390"/>
                  <a:pt x="2922270" y="3499390"/>
                </a:cubicBezTo>
                <a:lnTo>
                  <a:pt x="2922651" y="3584734"/>
                </a:lnTo>
                <a:lnTo>
                  <a:pt x="2919413" y="3584734"/>
                </a:lnTo>
                <a:cubicBezTo>
                  <a:pt x="2916079" y="3584734"/>
                  <a:pt x="2913412" y="3587401"/>
                  <a:pt x="2913412" y="3590735"/>
                </a:cubicBezTo>
                <a:lnTo>
                  <a:pt x="2913412" y="3601784"/>
                </a:lnTo>
                <a:cubicBezTo>
                  <a:pt x="2913412" y="3605117"/>
                  <a:pt x="2916079" y="3607784"/>
                  <a:pt x="2919413" y="3607784"/>
                </a:cubicBezTo>
                <a:lnTo>
                  <a:pt x="2930462" y="3607784"/>
                </a:lnTo>
                <a:cubicBezTo>
                  <a:pt x="2933795" y="3607784"/>
                  <a:pt x="2936462" y="3605117"/>
                  <a:pt x="2936462" y="3601784"/>
                </a:cubicBezTo>
                <a:lnTo>
                  <a:pt x="2936462" y="3590735"/>
                </a:lnTo>
                <a:cubicBezTo>
                  <a:pt x="2936462" y="3587401"/>
                  <a:pt x="2933795" y="3584734"/>
                  <a:pt x="2930462" y="3584734"/>
                </a:cubicBezTo>
                <a:lnTo>
                  <a:pt x="2927413" y="3584734"/>
                </a:lnTo>
                <a:lnTo>
                  <a:pt x="2927033" y="3497104"/>
                </a:lnTo>
                <a:lnTo>
                  <a:pt x="2885980" y="3464052"/>
                </a:lnTo>
                <a:lnTo>
                  <a:pt x="2885313" y="3463480"/>
                </a:lnTo>
                <a:lnTo>
                  <a:pt x="2774728" y="3463480"/>
                </a:lnTo>
                <a:cubicBezTo>
                  <a:pt x="2774728" y="3463480"/>
                  <a:pt x="2682430" y="3378803"/>
                  <a:pt x="2682430" y="3378803"/>
                </a:cubicBezTo>
                <a:cubicBezTo>
                  <a:pt x="2683097" y="3377660"/>
                  <a:pt x="2683764" y="3376517"/>
                  <a:pt x="2684145" y="3375184"/>
                </a:cubicBezTo>
                <a:cubicBezTo>
                  <a:pt x="2684907" y="3371945"/>
                  <a:pt x="2684431" y="3368517"/>
                  <a:pt x="2682621" y="3365659"/>
                </a:cubicBezTo>
                <a:cubicBezTo>
                  <a:pt x="2680907" y="3362801"/>
                  <a:pt x="2678144" y="3360801"/>
                  <a:pt x="2674811" y="3360039"/>
                </a:cubicBezTo>
                <a:cubicBezTo>
                  <a:pt x="2671572" y="3359277"/>
                  <a:pt x="2668143" y="3359753"/>
                  <a:pt x="2665286" y="3361563"/>
                </a:cubicBezTo>
                <a:cubicBezTo>
                  <a:pt x="2662428" y="3363278"/>
                  <a:pt x="2660428" y="3366040"/>
                  <a:pt x="2659571" y="3369374"/>
                </a:cubicBezTo>
                <a:cubicBezTo>
                  <a:pt x="2658809" y="3372612"/>
                  <a:pt x="2659285" y="3376041"/>
                  <a:pt x="2661095" y="3378899"/>
                </a:cubicBezTo>
                <a:cubicBezTo>
                  <a:pt x="2662809" y="3381756"/>
                  <a:pt x="2665571" y="3383756"/>
                  <a:pt x="2668905" y="3384518"/>
                </a:cubicBezTo>
                <a:close/>
                <a:moveTo>
                  <a:pt x="2930557" y="3589401"/>
                </a:moveTo>
                <a:cubicBezTo>
                  <a:pt x="2931224" y="3589401"/>
                  <a:pt x="2931795" y="3589973"/>
                  <a:pt x="2931795" y="3590639"/>
                </a:cubicBezTo>
                <a:lnTo>
                  <a:pt x="2931795" y="3601688"/>
                </a:lnTo>
                <a:cubicBezTo>
                  <a:pt x="2931795" y="3602355"/>
                  <a:pt x="2931224" y="3602927"/>
                  <a:pt x="2930557" y="3602927"/>
                </a:cubicBezTo>
                <a:lnTo>
                  <a:pt x="2919508" y="3602927"/>
                </a:lnTo>
                <a:cubicBezTo>
                  <a:pt x="2918841" y="3602927"/>
                  <a:pt x="2918270" y="3602355"/>
                  <a:pt x="2918270" y="3601688"/>
                </a:cubicBezTo>
                <a:lnTo>
                  <a:pt x="2918270" y="3590639"/>
                </a:lnTo>
                <a:cubicBezTo>
                  <a:pt x="2918270" y="3589973"/>
                  <a:pt x="2918841" y="3589401"/>
                  <a:pt x="2919508" y="3589401"/>
                </a:cubicBezTo>
                <a:lnTo>
                  <a:pt x="2930557" y="3589401"/>
                </a:lnTo>
                <a:close/>
                <a:moveTo>
                  <a:pt x="2664333" y="3370421"/>
                </a:moveTo>
                <a:cubicBezTo>
                  <a:pt x="2664809" y="3368421"/>
                  <a:pt x="2666048" y="3366707"/>
                  <a:pt x="2667857" y="3365563"/>
                </a:cubicBezTo>
                <a:cubicBezTo>
                  <a:pt x="2669096" y="3364802"/>
                  <a:pt x="2670524" y="3364421"/>
                  <a:pt x="2671953" y="3364421"/>
                </a:cubicBezTo>
                <a:cubicBezTo>
                  <a:pt x="2672525" y="3364421"/>
                  <a:pt x="2673192" y="3364421"/>
                  <a:pt x="2673763" y="3364611"/>
                </a:cubicBezTo>
                <a:lnTo>
                  <a:pt x="2673763" y="3364611"/>
                </a:lnTo>
                <a:cubicBezTo>
                  <a:pt x="2675763" y="3365087"/>
                  <a:pt x="2677478" y="3366326"/>
                  <a:pt x="2678621" y="3368135"/>
                </a:cubicBezTo>
                <a:cubicBezTo>
                  <a:pt x="2679668" y="3369945"/>
                  <a:pt x="2680049" y="3372041"/>
                  <a:pt x="2679573" y="3374041"/>
                </a:cubicBezTo>
                <a:cubicBezTo>
                  <a:pt x="2679097" y="3376041"/>
                  <a:pt x="2677859" y="3377755"/>
                  <a:pt x="2676049" y="3378899"/>
                </a:cubicBezTo>
                <a:cubicBezTo>
                  <a:pt x="2674239" y="3379946"/>
                  <a:pt x="2672144" y="3380327"/>
                  <a:pt x="2670143" y="3379851"/>
                </a:cubicBezTo>
                <a:cubicBezTo>
                  <a:pt x="2668143" y="3379375"/>
                  <a:pt x="2666429" y="3378137"/>
                  <a:pt x="2665286" y="3376327"/>
                </a:cubicBezTo>
                <a:cubicBezTo>
                  <a:pt x="2664238" y="3374517"/>
                  <a:pt x="2663857" y="3372422"/>
                  <a:pt x="2664333" y="3370421"/>
                </a:cubicBezTo>
                <a:close/>
                <a:moveTo>
                  <a:pt x="2899791" y="1550956"/>
                </a:moveTo>
                <a:lnTo>
                  <a:pt x="2955988" y="1550956"/>
                </a:lnTo>
                <a:cubicBezTo>
                  <a:pt x="2957132" y="1555337"/>
                  <a:pt x="2960846" y="1558671"/>
                  <a:pt x="2965609" y="1558671"/>
                </a:cubicBezTo>
                <a:cubicBezTo>
                  <a:pt x="2971229" y="1558671"/>
                  <a:pt x="2975705" y="1554099"/>
                  <a:pt x="2975705" y="1548575"/>
                </a:cubicBezTo>
                <a:cubicBezTo>
                  <a:pt x="2975705" y="1543050"/>
                  <a:pt x="2971134" y="1538478"/>
                  <a:pt x="2965609" y="1538478"/>
                </a:cubicBezTo>
                <a:cubicBezTo>
                  <a:pt x="2960846" y="1538478"/>
                  <a:pt x="2957036" y="1541812"/>
                  <a:pt x="2955988" y="1546193"/>
                </a:cubicBezTo>
                <a:lnTo>
                  <a:pt x="2896743" y="1546193"/>
                </a:lnTo>
                <a:lnTo>
                  <a:pt x="2890266" y="1560290"/>
                </a:lnTo>
                <a:lnTo>
                  <a:pt x="2828925" y="1560100"/>
                </a:lnTo>
                <a:cubicBezTo>
                  <a:pt x="2827782" y="1555814"/>
                  <a:pt x="2823972" y="1552575"/>
                  <a:pt x="2819305" y="1552575"/>
                </a:cubicBezTo>
                <a:cubicBezTo>
                  <a:pt x="2813685" y="1552575"/>
                  <a:pt x="2809209" y="1557147"/>
                  <a:pt x="2809209" y="1562672"/>
                </a:cubicBezTo>
                <a:cubicBezTo>
                  <a:pt x="2809209" y="1568196"/>
                  <a:pt x="2813780" y="1572768"/>
                  <a:pt x="2819305" y="1572768"/>
                </a:cubicBezTo>
                <a:cubicBezTo>
                  <a:pt x="2824067" y="1572768"/>
                  <a:pt x="2827973" y="1569339"/>
                  <a:pt x="2829020" y="1564862"/>
                </a:cubicBezTo>
                <a:lnTo>
                  <a:pt x="2893314" y="1565053"/>
                </a:lnTo>
                <a:lnTo>
                  <a:pt x="2899791" y="1550956"/>
                </a:lnTo>
                <a:close/>
                <a:moveTo>
                  <a:pt x="2965704" y="1543241"/>
                </a:moveTo>
                <a:cubicBezTo>
                  <a:pt x="2968657" y="1543241"/>
                  <a:pt x="2971038" y="1545622"/>
                  <a:pt x="2971038" y="1548575"/>
                </a:cubicBezTo>
                <a:cubicBezTo>
                  <a:pt x="2971038" y="1551527"/>
                  <a:pt x="2968657" y="1553909"/>
                  <a:pt x="2965704" y="1553909"/>
                </a:cubicBezTo>
                <a:cubicBezTo>
                  <a:pt x="2962751" y="1553909"/>
                  <a:pt x="2960370" y="1551527"/>
                  <a:pt x="2960370" y="1548575"/>
                </a:cubicBezTo>
                <a:cubicBezTo>
                  <a:pt x="2960370" y="1545622"/>
                  <a:pt x="2962751" y="1543241"/>
                  <a:pt x="2965704" y="1543241"/>
                </a:cubicBezTo>
                <a:close/>
                <a:moveTo>
                  <a:pt x="2819305" y="1568101"/>
                </a:moveTo>
                <a:cubicBezTo>
                  <a:pt x="2816352" y="1568101"/>
                  <a:pt x="2813971" y="1565720"/>
                  <a:pt x="2813971" y="1562767"/>
                </a:cubicBezTo>
                <a:cubicBezTo>
                  <a:pt x="2813971" y="1559814"/>
                  <a:pt x="2816352" y="1557433"/>
                  <a:pt x="2819305" y="1557433"/>
                </a:cubicBezTo>
                <a:cubicBezTo>
                  <a:pt x="2822258" y="1557433"/>
                  <a:pt x="2824639" y="1559814"/>
                  <a:pt x="2824639" y="1562767"/>
                </a:cubicBezTo>
                <a:cubicBezTo>
                  <a:pt x="2824639" y="1565720"/>
                  <a:pt x="2822258" y="1568101"/>
                  <a:pt x="2819305" y="1568101"/>
                </a:cubicBezTo>
                <a:close/>
                <a:moveTo>
                  <a:pt x="2107311" y="3015996"/>
                </a:moveTo>
                <a:lnTo>
                  <a:pt x="2112074" y="3015996"/>
                </a:lnTo>
                <a:lnTo>
                  <a:pt x="2112074" y="3035046"/>
                </a:lnTo>
                <a:lnTo>
                  <a:pt x="2107311" y="3035046"/>
                </a:lnTo>
                <a:lnTo>
                  <a:pt x="2107311" y="3015996"/>
                </a:lnTo>
                <a:close/>
                <a:moveTo>
                  <a:pt x="2592134" y="3414427"/>
                </a:moveTo>
                <a:lnTo>
                  <a:pt x="2642140" y="3414808"/>
                </a:lnTo>
                <a:cubicBezTo>
                  <a:pt x="2643569" y="3419189"/>
                  <a:pt x="2647569" y="3422142"/>
                  <a:pt x="2652141" y="3422142"/>
                </a:cubicBezTo>
                <a:cubicBezTo>
                  <a:pt x="2652903" y="3422142"/>
                  <a:pt x="2653665" y="3422142"/>
                  <a:pt x="2654427" y="3421856"/>
                </a:cubicBezTo>
                <a:cubicBezTo>
                  <a:pt x="2657189" y="3421190"/>
                  <a:pt x="2659571" y="3419570"/>
                  <a:pt x="2661095" y="3417189"/>
                </a:cubicBezTo>
                <a:cubicBezTo>
                  <a:pt x="2662619" y="3414808"/>
                  <a:pt x="2663095" y="3411950"/>
                  <a:pt x="2662523" y="3409188"/>
                </a:cubicBezTo>
                <a:cubicBezTo>
                  <a:pt x="2661285" y="3403473"/>
                  <a:pt x="2655570" y="3399854"/>
                  <a:pt x="2649855" y="3401092"/>
                </a:cubicBezTo>
                <a:cubicBezTo>
                  <a:pt x="2647093" y="3401759"/>
                  <a:pt x="2644712" y="3403378"/>
                  <a:pt x="2643188" y="3405759"/>
                </a:cubicBezTo>
                <a:cubicBezTo>
                  <a:pt x="2642330" y="3407093"/>
                  <a:pt x="2641949" y="3408521"/>
                  <a:pt x="2641663" y="3409950"/>
                </a:cubicBezTo>
                <a:lnTo>
                  <a:pt x="2590229" y="3409569"/>
                </a:lnTo>
                <a:lnTo>
                  <a:pt x="2575084" y="3423952"/>
                </a:lnTo>
                <a:lnTo>
                  <a:pt x="2495169" y="3423952"/>
                </a:lnTo>
                <a:cubicBezTo>
                  <a:pt x="2495169" y="3423952"/>
                  <a:pt x="2478881" y="3406902"/>
                  <a:pt x="2478881" y="3406902"/>
                </a:cubicBezTo>
                <a:lnTo>
                  <a:pt x="2414207" y="3406712"/>
                </a:lnTo>
                <a:lnTo>
                  <a:pt x="2414207" y="3404426"/>
                </a:lnTo>
                <a:cubicBezTo>
                  <a:pt x="2414207" y="3400711"/>
                  <a:pt x="2411159" y="3397568"/>
                  <a:pt x="2407349" y="3397568"/>
                </a:cubicBezTo>
                <a:lnTo>
                  <a:pt x="2399252" y="3397568"/>
                </a:lnTo>
                <a:cubicBezTo>
                  <a:pt x="2395538" y="3397568"/>
                  <a:pt x="2392394" y="3400616"/>
                  <a:pt x="2392394" y="3404426"/>
                </a:cubicBezTo>
                <a:lnTo>
                  <a:pt x="2392394" y="3412522"/>
                </a:lnTo>
                <a:cubicBezTo>
                  <a:pt x="2392394" y="3416237"/>
                  <a:pt x="2395442" y="3419380"/>
                  <a:pt x="2399252" y="3419380"/>
                </a:cubicBezTo>
                <a:lnTo>
                  <a:pt x="2407349" y="3419380"/>
                </a:lnTo>
                <a:cubicBezTo>
                  <a:pt x="2411063" y="3419380"/>
                  <a:pt x="2414207" y="3416332"/>
                  <a:pt x="2414207" y="3412522"/>
                </a:cubicBezTo>
                <a:lnTo>
                  <a:pt x="2414207" y="3411569"/>
                </a:lnTo>
                <a:lnTo>
                  <a:pt x="2476881" y="3411760"/>
                </a:lnTo>
                <a:lnTo>
                  <a:pt x="2493169" y="3428810"/>
                </a:lnTo>
                <a:lnTo>
                  <a:pt x="2577084" y="3428810"/>
                </a:lnTo>
                <a:cubicBezTo>
                  <a:pt x="2577084" y="3428810"/>
                  <a:pt x="2592229" y="3414332"/>
                  <a:pt x="2592229" y="3414332"/>
                </a:cubicBezTo>
                <a:close/>
                <a:moveTo>
                  <a:pt x="2647188" y="3408426"/>
                </a:moveTo>
                <a:cubicBezTo>
                  <a:pt x="2648045" y="3407093"/>
                  <a:pt x="2649379" y="3406235"/>
                  <a:pt x="2650903" y="3405854"/>
                </a:cubicBezTo>
                <a:cubicBezTo>
                  <a:pt x="2651284" y="3405854"/>
                  <a:pt x="2651760" y="3405759"/>
                  <a:pt x="2652141" y="3405759"/>
                </a:cubicBezTo>
                <a:cubicBezTo>
                  <a:pt x="2654808" y="3405759"/>
                  <a:pt x="2657285" y="3407664"/>
                  <a:pt x="2657856" y="3410331"/>
                </a:cubicBezTo>
                <a:cubicBezTo>
                  <a:pt x="2658237" y="3411855"/>
                  <a:pt x="2657856" y="3413474"/>
                  <a:pt x="2657094" y="3414713"/>
                </a:cubicBezTo>
                <a:cubicBezTo>
                  <a:pt x="2656237" y="3416046"/>
                  <a:pt x="2654999" y="3416903"/>
                  <a:pt x="2653379" y="3417284"/>
                </a:cubicBezTo>
                <a:cubicBezTo>
                  <a:pt x="2650236" y="3418046"/>
                  <a:pt x="2647093" y="3416046"/>
                  <a:pt x="2646426" y="3412808"/>
                </a:cubicBezTo>
                <a:cubicBezTo>
                  <a:pt x="2646045" y="3411284"/>
                  <a:pt x="2646426" y="3409664"/>
                  <a:pt x="2647188" y="3408426"/>
                </a:cubicBezTo>
                <a:close/>
                <a:moveTo>
                  <a:pt x="2409444" y="3412617"/>
                </a:moveTo>
                <a:cubicBezTo>
                  <a:pt x="2409444" y="3413760"/>
                  <a:pt x="2408492" y="3414713"/>
                  <a:pt x="2407349" y="3414713"/>
                </a:cubicBezTo>
                <a:lnTo>
                  <a:pt x="2399252" y="3414713"/>
                </a:lnTo>
                <a:cubicBezTo>
                  <a:pt x="2398109" y="3414713"/>
                  <a:pt x="2397157" y="3413760"/>
                  <a:pt x="2397157" y="3412617"/>
                </a:cubicBezTo>
                <a:lnTo>
                  <a:pt x="2397157" y="3404521"/>
                </a:lnTo>
                <a:cubicBezTo>
                  <a:pt x="2397157" y="3403378"/>
                  <a:pt x="2398109" y="3402425"/>
                  <a:pt x="2399252" y="3402425"/>
                </a:cubicBezTo>
                <a:lnTo>
                  <a:pt x="2407349" y="3402425"/>
                </a:lnTo>
                <a:cubicBezTo>
                  <a:pt x="2408492" y="3402425"/>
                  <a:pt x="2409444" y="3403378"/>
                  <a:pt x="2409444" y="3404521"/>
                </a:cubicBezTo>
                <a:lnTo>
                  <a:pt x="2409444" y="3412617"/>
                </a:lnTo>
                <a:close/>
                <a:moveTo>
                  <a:pt x="2981706" y="3438335"/>
                </a:moveTo>
                <a:lnTo>
                  <a:pt x="2970657" y="3438335"/>
                </a:lnTo>
                <a:cubicBezTo>
                  <a:pt x="2967323" y="3438335"/>
                  <a:pt x="2964656" y="3441002"/>
                  <a:pt x="2964656" y="3444335"/>
                </a:cubicBezTo>
                <a:lnTo>
                  <a:pt x="2964656" y="3455384"/>
                </a:lnTo>
                <a:cubicBezTo>
                  <a:pt x="2964656" y="3458718"/>
                  <a:pt x="2967323" y="3461385"/>
                  <a:pt x="2970657" y="3461385"/>
                </a:cubicBezTo>
                <a:lnTo>
                  <a:pt x="2981706" y="3461385"/>
                </a:lnTo>
                <a:cubicBezTo>
                  <a:pt x="2985040" y="3461385"/>
                  <a:pt x="2987707" y="3458718"/>
                  <a:pt x="2987707" y="3455384"/>
                </a:cubicBezTo>
                <a:lnTo>
                  <a:pt x="2987707" y="3452241"/>
                </a:lnTo>
                <a:lnTo>
                  <a:pt x="3009805" y="3452241"/>
                </a:lnTo>
                <a:lnTo>
                  <a:pt x="3024378" y="3466338"/>
                </a:lnTo>
                <a:lnTo>
                  <a:pt x="3024378" y="3569494"/>
                </a:lnTo>
                <a:lnTo>
                  <a:pt x="3048667" y="3591973"/>
                </a:lnTo>
                <a:lnTo>
                  <a:pt x="3114770" y="3591973"/>
                </a:lnTo>
                <a:lnTo>
                  <a:pt x="3114770" y="3587210"/>
                </a:lnTo>
                <a:lnTo>
                  <a:pt x="3050477" y="3587210"/>
                </a:lnTo>
                <a:lnTo>
                  <a:pt x="3029045" y="3567398"/>
                </a:lnTo>
                <a:lnTo>
                  <a:pt x="3029045" y="3464243"/>
                </a:lnTo>
                <a:lnTo>
                  <a:pt x="3011615" y="3447479"/>
                </a:lnTo>
                <a:lnTo>
                  <a:pt x="2987612" y="3447479"/>
                </a:lnTo>
                <a:lnTo>
                  <a:pt x="2987612" y="3444335"/>
                </a:lnTo>
                <a:cubicBezTo>
                  <a:pt x="2987612" y="3441002"/>
                  <a:pt x="2984945" y="3438335"/>
                  <a:pt x="2981611" y="3438335"/>
                </a:cubicBezTo>
                <a:close/>
                <a:moveTo>
                  <a:pt x="2982849" y="3455384"/>
                </a:moveTo>
                <a:cubicBezTo>
                  <a:pt x="2982849" y="3456051"/>
                  <a:pt x="2982278" y="3456623"/>
                  <a:pt x="2981611" y="3456623"/>
                </a:cubicBezTo>
                <a:lnTo>
                  <a:pt x="2970562" y="3456623"/>
                </a:lnTo>
                <a:cubicBezTo>
                  <a:pt x="2969895" y="3456623"/>
                  <a:pt x="2969324" y="3456051"/>
                  <a:pt x="2969324" y="3455384"/>
                </a:cubicBezTo>
                <a:lnTo>
                  <a:pt x="2969324" y="3444335"/>
                </a:lnTo>
                <a:cubicBezTo>
                  <a:pt x="2969324" y="3443669"/>
                  <a:pt x="2969895" y="3443097"/>
                  <a:pt x="2970562" y="3443097"/>
                </a:cubicBezTo>
                <a:lnTo>
                  <a:pt x="2981611" y="3443097"/>
                </a:lnTo>
                <a:cubicBezTo>
                  <a:pt x="2982278" y="3443097"/>
                  <a:pt x="2982849" y="3443669"/>
                  <a:pt x="2982849" y="3444335"/>
                </a:cubicBezTo>
                <a:lnTo>
                  <a:pt x="2982849" y="3455384"/>
                </a:lnTo>
                <a:close/>
                <a:moveTo>
                  <a:pt x="2112074" y="2996946"/>
                </a:moveTo>
                <a:lnTo>
                  <a:pt x="2107311" y="2996946"/>
                </a:lnTo>
                <a:lnTo>
                  <a:pt x="2107311" y="2977896"/>
                </a:lnTo>
                <a:lnTo>
                  <a:pt x="2112074" y="2977896"/>
                </a:lnTo>
                <a:lnTo>
                  <a:pt x="2112074" y="2996946"/>
                </a:lnTo>
                <a:close/>
                <a:moveTo>
                  <a:pt x="3054096" y="879348"/>
                </a:moveTo>
                <a:lnTo>
                  <a:pt x="3092958" y="879348"/>
                </a:lnTo>
                <a:cubicBezTo>
                  <a:pt x="3097721" y="879348"/>
                  <a:pt x="3101626" y="875443"/>
                  <a:pt x="3101626" y="870680"/>
                </a:cubicBezTo>
                <a:lnTo>
                  <a:pt x="3101626" y="857060"/>
                </a:lnTo>
                <a:cubicBezTo>
                  <a:pt x="3101626" y="852297"/>
                  <a:pt x="3097721" y="848392"/>
                  <a:pt x="3093053" y="848392"/>
                </a:cubicBezTo>
                <a:lnTo>
                  <a:pt x="3054192" y="848392"/>
                </a:lnTo>
                <a:cubicBezTo>
                  <a:pt x="3049429" y="848392"/>
                  <a:pt x="3045524" y="852297"/>
                  <a:pt x="3045524" y="856964"/>
                </a:cubicBezTo>
                <a:lnTo>
                  <a:pt x="3045524" y="870585"/>
                </a:lnTo>
                <a:cubicBezTo>
                  <a:pt x="3045524" y="875348"/>
                  <a:pt x="3049429" y="879253"/>
                  <a:pt x="3054192" y="879253"/>
                </a:cubicBezTo>
                <a:close/>
                <a:moveTo>
                  <a:pt x="3087053" y="853250"/>
                </a:moveTo>
                <a:lnTo>
                  <a:pt x="3092958" y="853250"/>
                </a:lnTo>
                <a:cubicBezTo>
                  <a:pt x="3095054" y="853250"/>
                  <a:pt x="3096863" y="854964"/>
                  <a:pt x="3096863" y="857155"/>
                </a:cubicBezTo>
                <a:lnTo>
                  <a:pt x="3096863" y="870776"/>
                </a:lnTo>
                <a:cubicBezTo>
                  <a:pt x="3096863" y="872871"/>
                  <a:pt x="3095149" y="874681"/>
                  <a:pt x="3092958" y="874681"/>
                </a:cubicBezTo>
                <a:lnTo>
                  <a:pt x="3087053" y="874681"/>
                </a:lnTo>
                <a:cubicBezTo>
                  <a:pt x="3087053" y="874681"/>
                  <a:pt x="3087053" y="853345"/>
                  <a:pt x="3087053" y="853345"/>
                </a:cubicBezTo>
                <a:close/>
                <a:moveTo>
                  <a:pt x="3050286" y="857060"/>
                </a:moveTo>
                <a:cubicBezTo>
                  <a:pt x="3050286" y="854964"/>
                  <a:pt x="3052001" y="853154"/>
                  <a:pt x="3054192" y="853154"/>
                </a:cubicBezTo>
                <a:lnTo>
                  <a:pt x="3061811" y="853154"/>
                </a:lnTo>
                <a:cubicBezTo>
                  <a:pt x="3061811" y="853154"/>
                  <a:pt x="3061811" y="874490"/>
                  <a:pt x="3061811" y="874490"/>
                </a:cubicBezTo>
                <a:lnTo>
                  <a:pt x="3054192" y="874490"/>
                </a:lnTo>
                <a:cubicBezTo>
                  <a:pt x="3052096" y="874490"/>
                  <a:pt x="3050286" y="872776"/>
                  <a:pt x="3050286" y="870585"/>
                </a:cubicBezTo>
                <a:lnTo>
                  <a:pt x="3050286" y="856964"/>
                </a:lnTo>
                <a:close/>
                <a:moveTo>
                  <a:pt x="2102739" y="3086576"/>
                </a:moveTo>
                <a:cubicBezTo>
                  <a:pt x="2102739" y="3082671"/>
                  <a:pt x="2105882" y="3079528"/>
                  <a:pt x="2109788" y="3079528"/>
                </a:cubicBezTo>
                <a:cubicBezTo>
                  <a:pt x="2113693" y="3079528"/>
                  <a:pt x="2116836" y="3082671"/>
                  <a:pt x="2116836" y="3086576"/>
                </a:cubicBezTo>
                <a:cubicBezTo>
                  <a:pt x="2116836" y="3090482"/>
                  <a:pt x="2113693" y="3093625"/>
                  <a:pt x="2109788" y="3093625"/>
                </a:cubicBezTo>
                <a:cubicBezTo>
                  <a:pt x="2105882" y="3093625"/>
                  <a:pt x="2102739" y="3090482"/>
                  <a:pt x="2102739" y="3086576"/>
                </a:cubicBezTo>
                <a:close/>
                <a:moveTo>
                  <a:pt x="3061526" y="1121093"/>
                </a:moveTo>
                <a:lnTo>
                  <a:pt x="3114770" y="1122236"/>
                </a:lnTo>
                <a:lnTo>
                  <a:pt x="3114770" y="1117473"/>
                </a:lnTo>
                <a:lnTo>
                  <a:pt x="3060002" y="1116235"/>
                </a:lnTo>
                <a:lnTo>
                  <a:pt x="3032379" y="1139762"/>
                </a:lnTo>
                <a:lnTo>
                  <a:pt x="3032379" y="1203579"/>
                </a:lnTo>
                <a:cubicBezTo>
                  <a:pt x="3025140" y="1204532"/>
                  <a:pt x="3019520" y="1210628"/>
                  <a:pt x="3019520" y="1218057"/>
                </a:cubicBezTo>
                <a:cubicBezTo>
                  <a:pt x="3019520" y="1225487"/>
                  <a:pt x="3025140" y="1231582"/>
                  <a:pt x="3032284" y="1232535"/>
                </a:cubicBezTo>
                <a:lnTo>
                  <a:pt x="3032284" y="1277493"/>
                </a:lnTo>
                <a:lnTo>
                  <a:pt x="2951036" y="1349121"/>
                </a:lnTo>
                <a:lnTo>
                  <a:pt x="2809113" y="1349121"/>
                </a:lnTo>
                <a:cubicBezTo>
                  <a:pt x="2809113" y="1349121"/>
                  <a:pt x="2809113" y="1342073"/>
                  <a:pt x="2809113" y="1342073"/>
                </a:cubicBezTo>
                <a:cubicBezTo>
                  <a:pt x="2809113" y="1337786"/>
                  <a:pt x="2805589" y="1334262"/>
                  <a:pt x="2801303" y="1334262"/>
                </a:cubicBezTo>
                <a:lnTo>
                  <a:pt x="2779776" y="1334262"/>
                </a:lnTo>
                <a:cubicBezTo>
                  <a:pt x="2775490" y="1334262"/>
                  <a:pt x="2771966" y="1337786"/>
                  <a:pt x="2771966" y="1342073"/>
                </a:cubicBezTo>
                <a:lnTo>
                  <a:pt x="2771966" y="1346930"/>
                </a:lnTo>
                <a:lnTo>
                  <a:pt x="2737866" y="1346930"/>
                </a:lnTo>
                <a:cubicBezTo>
                  <a:pt x="2737866" y="1346930"/>
                  <a:pt x="2737866" y="1346835"/>
                  <a:pt x="2737866" y="1346835"/>
                </a:cubicBezTo>
                <a:cubicBezTo>
                  <a:pt x="2736913" y="1346835"/>
                  <a:pt x="2735961" y="1347216"/>
                  <a:pt x="2735294" y="1347883"/>
                </a:cubicBezTo>
                <a:cubicBezTo>
                  <a:pt x="2734628" y="1348550"/>
                  <a:pt x="2734247" y="1349502"/>
                  <a:pt x="2734247" y="1350455"/>
                </a:cubicBezTo>
                <a:lnTo>
                  <a:pt x="2734437" y="1378649"/>
                </a:lnTo>
                <a:lnTo>
                  <a:pt x="2722055" y="1378649"/>
                </a:lnTo>
                <a:lnTo>
                  <a:pt x="2722055" y="1336548"/>
                </a:lnTo>
                <a:cubicBezTo>
                  <a:pt x="2721864" y="1334548"/>
                  <a:pt x="2720340" y="1333024"/>
                  <a:pt x="2718340" y="1333024"/>
                </a:cubicBezTo>
                <a:lnTo>
                  <a:pt x="2694242" y="1333024"/>
                </a:lnTo>
                <a:cubicBezTo>
                  <a:pt x="2693289" y="1333024"/>
                  <a:pt x="2692337" y="1333405"/>
                  <a:pt x="2691670" y="1334072"/>
                </a:cubicBezTo>
                <a:cubicBezTo>
                  <a:pt x="2691003" y="1334738"/>
                  <a:pt x="2690622" y="1335691"/>
                  <a:pt x="2690622" y="1336643"/>
                </a:cubicBezTo>
                <a:lnTo>
                  <a:pt x="2691194" y="1389602"/>
                </a:lnTo>
                <a:lnTo>
                  <a:pt x="2676716" y="1389602"/>
                </a:lnTo>
                <a:lnTo>
                  <a:pt x="2676716" y="1336548"/>
                </a:lnTo>
                <a:cubicBezTo>
                  <a:pt x="2676525" y="1334548"/>
                  <a:pt x="2675001" y="1333024"/>
                  <a:pt x="2673001" y="1333024"/>
                </a:cubicBezTo>
                <a:lnTo>
                  <a:pt x="2649188" y="1333024"/>
                </a:lnTo>
                <a:cubicBezTo>
                  <a:pt x="2648236" y="1333024"/>
                  <a:pt x="2647284" y="1333405"/>
                  <a:pt x="2646617" y="1334072"/>
                </a:cubicBezTo>
                <a:cubicBezTo>
                  <a:pt x="2645950" y="1334738"/>
                  <a:pt x="2645569" y="1335691"/>
                  <a:pt x="2645569" y="1336643"/>
                </a:cubicBezTo>
                <a:lnTo>
                  <a:pt x="2645569" y="1399413"/>
                </a:lnTo>
                <a:cubicBezTo>
                  <a:pt x="2645569" y="1399413"/>
                  <a:pt x="2631377" y="1399413"/>
                  <a:pt x="2631377" y="1399413"/>
                </a:cubicBezTo>
                <a:lnTo>
                  <a:pt x="2631377" y="1336643"/>
                </a:lnTo>
                <a:cubicBezTo>
                  <a:pt x="2631377" y="1334643"/>
                  <a:pt x="2629757" y="1333024"/>
                  <a:pt x="2627757" y="1333024"/>
                </a:cubicBezTo>
                <a:lnTo>
                  <a:pt x="2604802" y="1333024"/>
                </a:lnTo>
                <a:cubicBezTo>
                  <a:pt x="2603849" y="1333024"/>
                  <a:pt x="2602897" y="1333405"/>
                  <a:pt x="2602230" y="1334072"/>
                </a:cubicBezTo>
                <a:cubicBezTo>
                  <a:pt x="2601563" y="1334738"/>
                  <a:pt x="2601182" y="1335691"/>
                  <a:pt x="2601182" y="1336643"/>
                </a:cubicBezTo>
                <a:lnTo>
                  <a:pt x="2601944" y="1407414"/>
                </a:lnTo>
                <a:lnTo>
                  <a:pt x="2584418" y="1407414"/>
                </a:lnTo>
                <a:lnTo>
                  <a:pt x="2584037" y="1372267"/>
                </a:lnTo>
                <a:cubicBezTo>
                  <a:pt x="2584037" y="1370267"/>
                  <a:pt x="2582418" y="1368743"/>
                  <a:pt x="2580418" y="1368743"/>
                </a:cubicBezTo>
                <a:lnTo>
                  <a:pt x="2561082" y="1368743"/>
                </a:lnTo>
                <a:lnTo>
                  <a:pt x="2561082" y="1361503"/>
                </a:lnTo>
                <a:cubicBezTo>
                  <a:pt x="2561082" y="1359122"/>
                  <a:pt x="2559177" y="1357217"/>
                  <a:pt x="2556796" y="1357217"/>
                </a:cubicBezTo>
                <a:lnTo>
                  <a:pt x="2535269" y="1357217"/>
                </a:lnTo>
                <a:cubicBezTo>
                  <a:pt x="2532888" y="1357217"/>
                  <a:pt x="2530983" y="1359122"/>
                  <a:pt x="2530983" y="1361503"/>
                </a:cubicBezTo>
                <a:lnTo>
                  <a:pt x="2530983" y="1383697"/>
                </a:lnTo>
                <a:cubicBezTo>
                  <a:pt x="2530983" y="1385697"/>
                  <a:pt x="2532602" y="1387221"/>
                  <a:pt x="2534507" y="1387221"/>
                </a:cubicBezTo>
                <a:lnTo>
                  <a:pt x="2556701" y="1387221"/>
                </a:lnTo>
                <a:cubicBezTo>
                  <a:pt x="2559082" y="1387221"/>
                  <a:pt x="2560987" y="1385316"/>
                  <a:pt x="2560987" y="1382935"/>
                </a:cubicBezTo>
                <a:lnTo>
                  <a:pt x="2560987" y="1375696"/>
                </a:lnTo>
                <a:lnTo>
                  <a:pt x="2576798" y="1375696"/>
                </a:lnTo>
                <a:lnTo>
                  <a:pt x="2577179" y="1410843"/>
                </a:lnTo>
                <a:cubicBezTo>
                  <a:pt x="2577179" y="1412843"/>
                  <a:pt x="2578799" y="1414367"/>
                  <a:pt x="2580799" y="1414367"/>
                </a:cubicBezTo>
                <a:lnTo>
                  <a:pt x="2605469" y="1414367"/>
                </a:lnTo>
                <a:cubicBezTo>
                  <a:pt x="2606421" y="1414367"/>
                  <a:pt x="2607374" y="1413986"/>
                  <a:pt x="2608040" y="1413320"/>
                </a:cubicBezTo>
                <a:cubicBezTo>
                  <a:pt x="2608707" y="1412653"/>
                  <a:pt x="2609088" y="1411700"/>
                  <a:pt x="2609088" y="1410748"/>
                </a:cubicBezTo>
                <a:lnTo>
                  <a:pt x="2608326" y="1339977"/>
                </a:lnTo>
                <a:lnTo>
                  <a:pt x="2624042" y="1339977"/>
                </a:lnTo>
                <a:lnTo>
                  <a:pt x="2624042" y="1402747"/>
                </a:lnTo>
                <a:cubicBezTo>
                  <a:pt x="2624042" y="1404747"/>
                  <a:pt x="2625662" y="1406366"/>
                  <a:pt x="2627662" y="1406366"/>
                </a:cubicBezTo>
                <a:lnTo>
                  <a:pt x="2649188" y="1406366"/>
                </a:lnTo>
                <a:cubicBezTo>
                  <a:pt x="2650141" y="1406366"/>
                  <a:pt x="2651093" y="1405985"/>
                  <a:pt x="2651760" y="1405319"/>
                </a:cubicBezTo>
                <a:cubicBezTo>
                  <a:pt x="2652427" y="1404652"/>
                  <a:pt x="2652808" y="1403699"/>
                  <a:pt x="2652808" y="1402747"/>
                </a:cubicBezTo>
                <a:lnTo>
                  <a:pt x="2652808" y="1339977"/>
                </a:lnTo>
                <a:cubicBezTo>
                  <a:pt x="2652808" y="1339977"/>
                  <a:pt x="2669286" y="1339977"/>
                  <a:pt x="2669286" y="1339977"/>
                </a:cubicBezTo>
                <a:lnTo>
                  <a:pt x="2669286" y="1393031"/>
                </a:lnTo>
                <a:cubicBezTo>
                  <a:pt x="2669477" y="1395032"/>
                  <a:pt x="2671001" y="1396556"/>
                  <a:pt x="2673001" y="1396556"/>
                </a:cubicBezTo>
                <a:lnTo>
                  <a:pt x="2694623" y="1396556"/>
                </a:lnTo>
                <a:cubicBezTo>
                  <a:pt x="2695575" y="1396556"/>
                  <a:pt x="2696528" y="1396175"/>
                  <a:pt x="2697194" y="1395508"/>
                </a:cubicBezTo>
                <a:cubicBezTo>
                  <a:pt x="2697861" y="1394841"/>
                  <a:pt x="2698242" y="1393889"/>
                  <a:pt x="2698242" y="1392936"/>
                </a:cubicBezTo>
                <a:lnTo>
                  <a:pt x="2697671" y="1339977"/>
                </a:lnTo>
                <a:lnTo>
                  <a:pt x="2714530" y="1339977"/>
                </a:lnTo>
                <a:lnTo>
                  <a:pt x="2714530" y="1382078"/>
                </a:lnTo>
                <a:cubicBezTo>
                  <a:pt x="2714720" y="1384078"/>
                  <a:pt x="2716244" y="1385602"/>
                  <a:pt x="2718245" y="1385602"/>
                </a:cubicBezTo>
                <a:lnTo>
                  <a:pt x="2737771" y="1385602"/>
                </a:lnTo>
                <a:cubicBezTo>
                  <a:pt x="2738723" y="1385602"/>
                  <a:pt x="2739676" y="1385221"/>
                  <a:pt x="2740343" y="1384554"/>
                </a:cubicBezTo>
                <a:cubicBezTo>
                  <a:pt x="2741009" y="1383887"/>
                  <a:pt x="2741390" y="1382935"/>
                  <a:pt x="2741390" y="1381982"/>
                </a:cubicBezTo>
                <a:lnTo>
                  <a:pt x="2741200" y="1353788"/>
                </a:lnTo>
                <a:lnTo>
                  <a:pt x="2771680" y="1353788"/>
                </a:lnTo>
                <a:lnTo>
                  <a:pt x="2771680" y="1364171"/>
                </a:lnTo>
                <a:cubicBezTo>
                  <a:pt x="2771680" y="1368076"/>
                  <a:pt x="2774918" y="1371314"/>
                  <a:pt x="2778824" y="1371314"/>
                </a:cubicBezTo>
                <a:lnTo>
                  <a:pt x="2801017" y="1371314"/>
                </a:lnTo>
                <a:cubicBezTo>
                  <a:pt x="2805303" y="1371314"/>
                  <a:pt x="2808827" y="1367790"/>
                  <a:pt x="2808827" y="1363504"/>
                </a:cubicBezTo>
                <a:lnTo>
                  <a:pt x="2808827" y="1353788"/>
                </a:lnTo>
                <a:lnTo>
                  <a:pt x="2952560" y="1353788"/>
                </a:lnTo>
                <a:cubicBezTo>
                  <a:pt x="2952560" y="1353788"/>
                  <a:pt x="3036761" y="1279493"/>
                  <a:pt x="3036761" y="1279493"/>
                </a:cubicBezTo>
                <a:lnTo>
                  <a:pt x="3036761" y="1232345"/>
                </a:lnTo>
                <a:cubicBezTo>
                  <a:pt x="3043428" y="1231011"/>
                  <a:pt x="3048476" y="1225106"/>
                  <a:pt x="3048476" y="1217962"/>
                </a:cubicBezTo>
                <a:cubicBezTo>
                  <a:pt x="3048476" y="1210818"/>
                  <a:pt x="3043428" y="1205008"/>
                  <a:pt x="3036761" y="1203579"/>
                </a:cubicBezTo>
                <a:lnTo>
                  <a:pt x="3036761" y="1142048"/>
                </a:lnTo>
                <a:cubicBezTo>
                  <a:pt x="3036761" y="1142048"/>
                  <a:pt x="3061240" y="1120902"/>
                  <a:pt x="3061240" y="1120902"/>
                </a:cubicBezTo>
                <a:close/>
                <a:moveTo>
                  <a:pt x="2801969" y="1363599"/>
                </a:moveTo>
                <a:cubicBezTo>
                  <a:pt x="2801969" y="1363599"/>
                  <a:pt x="2801684" y="1364266"/>
                  <a:pt x="2801303" y="1364266"/>
                </a:cubicBezTo>
                <a:lnTo>
                  <a:pt x="2779109" y="1364266"/>
                </a:lnTo>
                <a:cubicBezTo>
                  <a:pt x="2779109" y="1364266"/>
                  <a:pt x="2779109" y="1342073"/>
                  <a:pt x="2779109" y="1342073"/>
                </a:cubicBezTo>
                <a:cubicBezTo>
                  <a:pt x="2779109" y="1341692"/>
                  <a:pt x="2779395" y="1341406"/>
                  <a:pt x="2779776" y="1341406"/>
                </a:cubicBezTo>
                <a:lnTo>
                  <a:pt x="2801303" y="1341406"/>
                </a:lnTo>
                <a:cubicBezTo>
                  <a:pt x="2801303" y="1341406"/>
                  <a:pt x="2801969" y="1341692"/>
                  <a:pt x="2801969" y="1342073"/>
                </a:cubicBezTo>
                <a:lnTo>
                  <a:pt x="2801969" y="1363599"/>
                </a:lnTo>
                <a:close/>
                <a:moveTo>
                  <a:pt x="3044000" y="1218057"/>
                </a:moveTo>
                <a:cubicBezTo>
                  <a:pt x="3044000" y="1223486"/>
                  <a:pt x="3039618" y="1227963"/>
                  <a:pt x="3034094" y="1227963"/>
                </a:cubicBezTo>
                <a:cubicBezTo>
                  <a:pt x="3028569" y="1227963"/>
                  <a:pt x="3024188" y="1223582"/>
                  <a:pt x="3024188" y="1218057"/>
                </a:cubicBezTo>
                <a:cubicBezTo>
                  <a:pt x="3024188" y="1213199"/>
                  <a:pt x="3027807" y="1209294"/>
                  <a:pt x="3032379" y="1208532"/>
                </a:cubicBezTo>
                <a:lnTo>
                  <a:pt x="3035713" y="1208532"/>
                </a:lnTo>
                <a:cubicBezTo>
                  <a:pt x="3040380" y="1209389"/>
                  <a:pt x="3043904" y="1213199"/>
                  <a:pt x="3043904" y="1218057"/>
                </a:cubicBezTo>
                <a:close/>
                <a:moveTo>
                  <a:pt x="3067812" y="4063175"/>
                </a:moveTo>
                <a:cubicBezTo>
                  <a:pt x="3068765" y="4063175"/>
                  <a:pt x="3069812" y="4063079"/>
                  <a:pt x="3070860" y="4062794"/>
                </a:cubicBezTo>
                <a:cubicBezTo>
                  <a:pt x="3075051" y="4061555"/>
                  <a:pt x="3077909" y="4058031"/>
                  <a:pt x="3078575" y="4054030"/>
                </a:cubicBezTo>
                <a:lnTo>
                  <a:pt x="3114770" y="4054221"/>
                </a:lnTo>
                <a:lnTo>
                  <a:pt x="3114770" y="4049459"/>
                </a:lnTo>
                <a:lnTo>
                  <a:pt x="3078385" y="4049268"/>
                </a:lnTo>
                <a:cubicBezTo>
                  <a:pt x="3078385" y="4049268"/>
                  <a:pt x="3078385" y="4049268"/>
                  <a:pt x="3078385" y="4049268"/>
                </a:cubicBezTo>
                <a:lnTo>
                  <a:pt x="3078385" y="4049268"/>
                </a:lnTo>
                <a:cubicBezTo>
                  <a:pt x="3076766" y="4043458"/>
                  <a:pt x="3070670" y="4040124"/>
                  <a:pt x="3064859" y="4041743"/>
                </a:cubicBezTo>
                <a:cubicBezTo>
                  <a:pt x="3059049" y="4043363"/>
                  <a:pt x="3055715" y="4049459"/>
                  <a:pt x="3057335" y="4055269"/>
                </a:cubicBezTo>
                <a:cubicBezTo>
                  <a:pt x="3058668" y="4060031"/>
                  <a:pt x="3063145" y="4063175"/>
                  <a:pt x="3067907" y="4063175"/>
                </a:cubicBezTo>
                <a:close/>
                <a:moveTo>
                  <a:pt x="3066193" y="4046220"/>
                </a:moveTo>
                <a:cubicBezTo>
                  <a:pt x="3066764" y="4046030"/>
                  <a:pt x="3067336" y="4045934"/>
                  <a:pt x="3067907" y="4045934"/>
                </a:cubicBezTo>
                <a:cubicBezTo>
                  <a:pt x="3070574" y="4045934"/>
                  <a:pt x="3073051" y="4047744"/>
                  <a:pt x="3073908" y="4050411"/>
                </a:cubicBezTo>
                <a:cubicBezTo>
                  <a:pt x="3074861" y="4053745"/>
                  <a:pt x="3072955" y="4057174"/>
                  <a:pt x="3069622" y="4058031"/>
                </a:cubicBezTo>
                <a:cubicBezTo>
                  <a:pt x="3066288" y="4058888"/>
                  <a:pt x="3062954" y="4057079"/>
                  <a:pt x="3062002" y="4053745"/>
                </a:cubicBezTo>
                <a:cubicBezTo>
                  <a:pt x="3061049" y="4050411"/>
                  <a:pt x="3062954" y="4046982"/>
                  <a:pt x="3066288" y="4046125"/>
                </a:cubicBezTo>
                <a:close/>
                <a:moveTo>
                  <a:pt x="3028569" y="919925"/>
                </a:moveTo>
                <a:lnTo>
                  <a:pt x="3046571" y="901637"/>
                </a:lnTo>
                <a:lnTo>
                  <a:pt x="3047524" y="901637"/>
                </a:lnTo>
                <a:lnTo>
                  <a:pt x="3114770" y="901446"/>
                </a:lnTo>
                <a:lnTo>
                  <a:pt x="3114770" y="906209"/>
                </a:lnTo>
                <a:lnTo>
                  <a:pt x="3048572" y="906209"/>
                </a:lnTo>
                <a:cubicBezTo>
                  <a:pt x="3048572" y="906209"/>
                  <a:pt x="3033332" y="921829"/>
                  <a:pt x="3033332" y="921829"/>
                </a:cubicBezTo>
                <a:lnTo>
                  <a:pt x="3033332" y="1050989"/>
                </a:lnTo>
                <a:cubicBezTo>
                  <a:pt x="3033332" y="1050989"/>
                  <a:pt x="3072194" y="1082516"/>
                  <a:pt x="3072194" y="1082516"/>
                </a:cubicBezTo>
                <a:lnTo>
                  <a:pt x="3114770" y="1082516"/>
                </a:lnTo>
                <a:lnTo>
                  <a:pt x="3114770" y="1087279"/>
                </a:lnTo>
                <a:lnTo>
                  <a:pt x="3070479" y="1087279"/>
                </a:lnTo>
                <a:lnTo>
                  <a:pt x="3028474" y="1053275"/>
                </a:lnTo>
                <a:lnTo>
                  <a:pt x="3028474" y="919925"/>
                </a:lnTo>
                <a:close/>
                <a:moveTo>
                  <a:pt x="2107311" y="2939796"/>
                </a:moveTo>
                <a:lnTo>
                  <a:pt x="2112074" y="2939796"/>
                </a:lnTo>
                <a:lnTo>
                  <a:pt x="2112074" y="2958846"/>
                </a:lnTo>
                <a:lnTo>
                  <a:pt x="2107311" y="2958846"/>
                </a:lnTo>
                <a:lnTo>
                  <a:pt x="2107311" y="2939796"/>
                </a:lnTo>
                <a:close/>
                <a:moveTo>
                  <a:pt x="3045524" y="4037457"/>
                </a:moveTo>
                <a:cubicBezTo>
                  <a:pt x="3046476" y="4037457"/>
                  <a:pt x="3047524" y="4037362"/>
                  <a:pt x="3048572" y="4037076"/>
                </a:cubicBezTo>
                <a:cubicBezTo>
                  <a:pt x="3051334" y="4036314"/>
                  <a:pt x="3053715" y="4034409"/>
                  <a:pt x="3055144" y="4031837"/>
                </a:cubicBezTo>
                <a:cubicBezTo>
                  <a:pt x="3055620" y="4030885"/>
                  <a:pt x="3055906" y="4029932"/>
                  <a:pt x="3056096" y="4028885"/>
                </a:cubicBezTo>
                <a:lnTo>
                  <a:pt x="3114770" y="4029170"/>
                </a:lnTo>
                <a:lnTo>
                  <a:pt x="3114770" y="4024408"/>
                </a:lnTo>
                <a:lnTo>
                  <a:pt x="3056096" y="4024122"/>
                </a:lnTo>
                <a:cubicBezTo>
                  <a:pt x="3056096" y="4024122"/>
                  <a:pt x="3056096" y="4023741"/>
                  <a:pt x="3056096" y="4023455"/>
                </a:cubicBezTo>
                <a:cubicBezTo>
                  <a:pt x="3054477" y="4017645"/>
                  <a:pt x="3048381" y="4014216"/>
                  <a:pt x="3042571" y="4015930"/>
                </a:cubicBezTo>
                <a:cubicBezTo>
                  <a:pt x="3039713" y="4016693"/>
                  <a:pt x="3037427" y="4018598"/>
                  <a:pt x="3035999" y="4021169"/>
                </a:cubicBezTo>
                <a:cubicBezTo>
                  <a:pt x="3034570" y="4023741"/>
                  <a:pt x="3034284" y="4026694"/>
                  <a:pt x="3035046" y="4029551"/>
                </a:cubicBezTo>
                <a:cubicBezTo>
                  <a:pt x="3036380" y="4034314"/>
                  <a:pt x="3040856" y="4037457"/>
                  <a:pt x="3045619" y="4037457"/>
                </a:cubicBezTo>
                <a:close/>
                <a:moveTo>
                  <a:pt x="3040094" y="4023551"/>
                </a:moveTo>
                <a:cubicBezTo>
                  <a:pt x="3040856" y="4022122"/>
                  <a:pt x="3042190" y="4021074"/>
                  <a:pt x="3043809" y="4020598"/>
                </a:cubicBezTo>
                <a:cubicBezTo>
                  <a:pt x="3044380" y="4020407"/>
                  <a:pt x="3044952" y="4020312"/>
                  <a:pt x="3045524" y="4020312"/>
                </a:cubicBezTo>
                <a:cubicBezTo>
                  <a:pt x="3046571" y="4020312"/>
                  <a:pt x="3047619" y="4020598"/>
                  <a:pt x="3048476" y="4021074"/>
                </a:cubicBezTo>
                <a:cubicBezTo>
                  <a:pt x="3049905" y="4021836"/>
                  <a:pt x="3050953" y="4023170"/>
                  <a:pt x="3051429" y="4024789"/>
                </a:cubicBezTo>
                <a:cubicBezTo>
                  <a:pt x="3052382" y="4028027"/>
                  <a:pt x="3050477" y="4031552"/>
                  <a:pt x="3047143" y="4032409"/>
                </a:cubicBezTo>
                <a:cubicBezTo>
                  <a:pt x="3043904" y="4033361"/>
                  <a:pt x="3040475" y="4031456"/>
                  <a:pt x="3039523" y="4028123"/>
                </a:cubicBezTo>
                <a:cubicBezTo>
                  <a:pt x="3039047" y="4026503"/>
                  <a:pt x="3039237" y="4024884"/>
                  <a:pt x="3040094" y="4023455"/>
                </a:cubicBezTo>
                <a:close/>
                <a:moveTo>
                  <a:pt x="2216658" y="2898362"/>
                </a:moveTo>
                <a:lnTo>
                  <a:pt x="2229326" y="2884075"/>
                </a:lnTo>
                <a:lnTo>
                  <a:pt x="2232851" y="2887218"/>
                </a:lnTo>
                <a:lnTo>
                  <a:pt x="2220182" y="2901505"/>
                </a:lnTo>
                <a:lnTo>
                  <a:pt x="2216658" y="2898362"/>
                </a:lnTo>
                <a:close/>
                <a:moveTo>
                  <a:pt x="2141506" y="2894362"/>
                </a:moveTo>
                <a:lnTo>
                  <a:pt x="2154555" y="2880455"/>
                </a:lnTo>
                <a:lnTo>
                  <a:pt x="2158079" y="2883694"/>
                </a:lnTo>
                <a:lnTo>
                  <a:pt x="2145030" y="2897600"/>
                </a:lnTo>
                <a:lnTo>
                  <a:pt x="2141506" y="2894362"/>
                </a:lnTo>
                <a:close/>
                <a:moveTo>
                  <a:pt x="2197799" y="2708910"/>
                </a:moveTo>
                <a:lnTo>
                  <a:pt x="2194560" y="2712434"/>
                </a:lnTo>
                <a:lnTo>
                  <a:pt x="2180558" y="2699576"/>
                </a:lnTo>
                <a:lnTo>
                  <a:pt x="2183797" y="2696051"/>
                </a:lnTo>
                <a:lnTo>
                  <a:pt x="2197799" y="2708910"/>
                </a:lnTo>
                <a:close/>
                <a:moveTo>
                  <a:pt x="2225897" y="2734723"/>
                </a:moveTo>
                <a:lnTo>
                  <a:pt x="2222659" y="2738247"/>
                </a:lnTo>
                <a:lnTo>
                  <a:pt x="2208657" y="2725388"/>
                </a:lnTo>
                <a:lnTo>
                  <a:pt x="2211896" y="2721864"/>
                </a:lnTo>
                <a:lnTo>
                  <a:pt x="2225897" y="2734723"/>
                </a:lnTo>
                <a:close/>
                <a:moveTo>
                  <a:pt x="2303812" y="1809178"/>
                </a:moveTo>
                <a:lnTo>
                  <a:pt x="2303812" y="1797844"/>
                </a:lnTo>
                <a:cubicBezTo>
                  <a:pt x="2303812" y="1794320"/>
                  <a:pt x="2306669" y="1791462"/>
                  <a:pt x="2310194" y="1791462"/>
                </a:cubicBezTo>
                <a:lnTo>
                  <a:pt x="2407063" y="1791462"/>
                </a:lnTo>
                <a:cubicBezTo>
                  <a:pt x="2410587" y="1791462"/>
                  <a:pt x="2413349" y="1794320"/>
                  <a:pt x="2413349" y="1797844"/>
                </a:cubicBezTo>
                <a:lnTo>
                  <a:pt x="2413349" y="1809178"/>
                </a:lnTo>
                <a:cubicBezTo>
                  <a:pt x="2413349" y="1812703"/>
                  <a:pt x="2410492" y="1815560"/>
                  <a:pt x="2407063" y="1815560"/>
                </a:cubicBezTo>
                <a:lnTo>
                  <a:pt x="2310194" y="1815560"/>
                </a:lnTo>
                <a:cubicBezTo>
                  <a:pt x="2306669" y="1815560"/>
                  <a:pt x="2303812" y="1812703"/>
                  <a:pt x="2303812" y="1809178"/>
                </a:cubicBezTo>
                <a:close/>
                <a:moveTo>
                  <a:pt x="1610011" y="2809875"/>
                </a:moveTo>
                <a:lnTo>
                  <a:pt x="1579531" y="2809589"/>
                </a:lnTo>
                <a:cubicBezTo>
                  <a:pt x="1577912" y="2806446"/>
                  <a:pt x="1574673" y="2804160"/>
                  <a:pt x="1570863" y="2804160"/>
                </a:cubicBezTo>
                <a:cubicBezTo>
                  <a:pt x="1565434" y="2804160"/>
                  <a:pt x="1561052" y="2808542"/>
                  <a:pt x="1561052" y="2813971"/>
                </a:cubicBezTo>
                <a:cubicBezTo>
                  <a:pt x="1561052" y="2819400"/>
                  <a:pt x="1565434" y="2823782"/>
                  <a:pt x="1570863" y="2823782"/>
                </a:cubicBezTo>
                <a:cubicBezTo>
                  <a:pt x="1576292" y="2823782"/>
                  <a:pt x="1580293" y="2819591"/>
                  <a:pt x="1580578" y="2814447"/>
                </a:cubicBezTo>
                <a:lnTo>
                  <a:pt x="1608201" y="2814733"/>
                </a:lnTo>
                <a:lnTo>
                  <a:pt x="1622679" y="2827306"/>
                </a:lnTo>
                <a:lnTo>
                  <a:pt x="1719263" y="2827592"/>
                </a:lnTo>
                <a:lnTo>
                  <a:pt x="1719263" y="2832068"/>
                </a:lnTo>
                <a:cubicBezTo>
                  <a:pt x="1719263" y="2835974"/>
                  <a:pt x="1722501" y="2839212"/>
                  <a:pt x="1726406" y="2839117"/>
                </a:cubicBezTo>
                <a:lnTo>
                  <a:pt x="1739932" y="2839117"/>
                </a:lnTo>
                <a:cubicBezTo>
                  <a:pt x="1743837" y="2839117"/>
                  <a:pt x="1747076" y="2835878"/>
                  <a:pt x="1746980" y="2831878"/>
                </a:cubicBezTo>
                <a:lnTo>
                  <a:pt x="1746980" y="2818352"/>
                </a:lnTo>
                <a:cubicBezTo>
                  <a:pt x="1746980" y="2814447"/>
                  <a:pt x="1743742" y="2811209"/>
                  <a:pt x="1739837" y="2811304"/>
                </a:cubicBezTo>
                <a:lnTo>
                  <a:pt x="1726311" y="2811304"/>
                </a:lnTo>
                <a:cubicBezTo>
                  <a:pt x="1722406" y="2811304"/>
                  <a:pt x="1719167" y="2814542"/>
                  <a:pt x="1719263" y="2818543"/>
                </a:cubicBezTo>
                <a:lnTo>
                  <a:pt x="1719263" y="2822829"/>
                </a:lnTo>
                <a:cubicBezTo>
                  <a:pt x="1719263" y="2822829"/>
                  <a:pt x="1624489" y="2822543"/>
                  <a:pt x="1624489" y="2822543"/>
                </a:cubicBezTo>
                <a:lnTo>
                  <a:pt x="1610011" y="2809970"/>
                </a:lnTo>
                <a:close/>
                <a:moveTo>
                  <a:pt x="1570958" y="2818924"/>
                </a:moveTo>
                <a:cubicBezTo>
                  <a:pt x="1568196" y="2818924"/>
                  <a:pt x="1565910" y="2816638"/>
                  <a:pt x="1565910" y="2813876"/>
                </a:cubicBezTo>
                <a:cubicBezTo>
                  <a:pt x="1565910" y="2811113"/>
                  <a:pt x="1568196" y="2808827"/>
                  <a:pt x="1570958" y="2808827"/>
                </a:cubicBezTo>
                <a:cubicBezTo>
                  <a:pt x="1573721" y="2808827"/>
                  <a:pt x="1575911" y="2811113"/>
                  <a:pt x="1575911" y="2813876"/>
                </a:cubicBezTo>
                <a:cubicBezTo>
                  <a:pt x="1575911" y="2816638"/>
                  <a:pt x="1573625" y="2818924"/>
                  <a:pt x="1570958" y="2818924"/>
                </a:cubicBezTo>
                <a:close/>
                <a:moveTo>
                  <a:pt x="1726406" y="2816067"/>
                </a:moveTo>
                <a:lnTo>
                  <a:pt x="1739932" y="2816067"/>
                </a:lnTo>
                <a:cubicBezTo>
                  <a:pt x="1741265" y="2816067"/>
                  <a:pt x="1742313" y="2817019"/>
                  <a:pt x="1742313" y="2818352"/>
                </a:cubicBezTo>
                <a:lnTo>
                  <a:pt x="1742313" y="2831878"/>
                </a:lnTo>
                <a:cubicBezTo>
                  <a:pt x="1742313" y="2833211"/>
                  <a:pt x="1741361" y="2834259"/>
                  <a:pt x="1740027" y="2834259"/>
                </a:cubicBezTo>
                <a:lnTo>
                  <a:pt x="1726502" y="2834259"/>
                </a:lnTo>
                <a:cubicBezTo>
                  <a:pt x="1725168" y="2834259"/>
                  <a:pt x="1724120" y="2833307"/>
                  <a:pt x="1724120" y="2831973"/>
                </a:cubicBezTo>
                <a:lnTo>
                  <a:pt x="1724120" y="2818448"/>
                </a:lnTo>
                <a:cubicBezTo>
                  <a:pt x="1724120" y="2817114"/>
                  <a:pt x="1725073" y="2816067"/>
                  <a:pt x="1726406" y="2816067"/>
                </a:cubicBezTo>
                <a:close/>
                <a:moveTo>
                  <a:pt x="2089023" y="1070039"/>
                </a:moveTo>
                <a:lnTo>
                  <a:pt x="2089023" y="1073087"/>
                </a:lnTo>
                <a:cubicBezTo>
                  <a:pt x="2089023" y="1079278"/>
                  <a:pt x="2094071" y="1084231"/>
                  <a:pt x="2100167" y="1084231"/>
                </a:cubicBezTo>
                <a:lnTo>
                  <a:pt x="2112455" y="1084231"/>
                </a:lnTo>
                <a:lnTo>
                  <a:pt x="2112455" y="1112139"/>
                </a:lnTo>
                <a:cubicBezTo>
                  <a:pt x="2112455" y="1112139"/>
                  <a:pt x="2096548" y="1126427"/>
                  <a:pt x="2096548" y="1126427"/>
                </a:cubicBezTo>
                <a:cubicBezTo>
                  <a:pt x="2093976" y="1124045"/>
                  <a:pt x="2090833" y="1122521"/>
                  <a:pt x="2087213" y="1122236"/>
                </a:cubicBezTo>
                <a:cubicBezTo>
                  <a:pt x="2086832" y="1122236"/>
                  <a:pt x="2086356" y="1122236"/>
                  <a:pt x="2085975" y="1122236"/>
                </a:cubicBezTo>
                <a:cubicBezTo>
                  <a:pt x="2082356" y="1122236"/>
                  <a:pt x="2078831" y="1123474"/>
                  <a:pt x="2076069" y="1125950"/>
                </a:cubicBezTo>
                <a:cubicBezTo>
                  <a:pt x="2069687" y="1131475"/>
                  <a:pt x="2068925" y="1141095"/>
                  <a:pt x="2074355" y="1147572"/>
                </a:cubicBezTo>
                <a:cubicBezTo>
                  <a:pt x="2079879" y="1154049"/>
                  <a:pt x="2089499" y="1154716"/>
                  <a:pt x="2095976" y="1149287"/>
                </a:cubicBezTo>
                <a:cubicBezTo>
                  <a:pt x="2099120" y="1146620"/>
                  <a:pt x="2101025" y="1142905"/>
                  <a:pt x="2101310" y="1138809"/>
                </a:cubicBezTo>
                <a:cubicBezTo>
                  <a:pt x="2101501" y="1136714"/>
                  <a:pt x="2101215" y="1134618"/>
                  <a:pt x="2100453" y="1132618"/>
                </a:cubicBezTo>
                <a:lnTo>
                  <a:pt x="2119598" y="1115854"/>
                </a:lnTo>
                <a:lnTo>
                  <a:pt x="2119598" y="1084326"/>
                </a:lnTo>
                <a:cubicBezTo>
                  <a:pt x="2119598" y="1084326"/>
                  <a:pt x="2131790" y="1084326"/>
                  <a:pt x="2131790" y="1084326"/>
                </a:cubicBezTo>
                <a:cubicBezTo>
                  <a:pt x="2137982" y="1084326"/>
                  <a:pt x="2142935" y="1079278"/>
                  <a:pt x="2142935" y="1073182"/>
                </a:cubicBezTo>
                <a:lnTo>
                  <a:pt x="2142935" y="1070134"/>
                </a:lnTo>
                <a:cubicBezTo>
                  <a:pt x="2142935" y="1063943"/>
                  <a:pt x="2137886" y="1058990"/>
                  <a:pt x="2131790" y="1058990"/>
                </a:cubicBezTo>
                <a:lnTo>
                  <a:pt x="2100167" y="1058990"/>
                </a:lnTo>
                <a:cubicBezTo>
                  <a:pt x="2093976" y="1058990"/>
                  <a:pt x="2089023" y="1064038"/>
                  <a:pt x="2089023" y="1070134"/>
                </a:cubicBezTo>
                <a:close/>
                <a:moveTo>
                  <a:pt x="2092357" y="1145000"/>
                </a:moveTo>
                <a:cubicBezTo>
                  <a:pt x="2090547" y="1146524"/>
                  <a:pt x="2088356" y="1147382"/>
                  <a:pt x="2085975" y="1147382"/>
                </a:cubicBezTo>
                <a:cubicBezTo>
                  <a:pt x="2085689" y="1147382"/>
                  <a:pt x="2085403" y="1147382"/>
                  <a:pt x="2085213" y="1147382"/>
                </a:cubicBezTo>
                <a:cubicBezTo>
                  <a:pt x="2082546" y="1147191"/>
                  <a:pt x="2080165" y="1145953"/>
                  <a:pt x="2078546" y="1143953"/>
                </a:cubicBezTo>
                <a:cubicBezTo>
                  <a:pt x="2075021" y="1139857"/>
                  <a:pt x="2075498" y="1133570"/>
                  <a:pt x="2079593" y="1130046"/>
                </a:cubicBezTo>
                <a:cubicBezTo>
                  <a:pt x="2081594" y="1128332"/>
                  <a:pt x="2084165" y="1127570"/>
                  <a:pt x="2086737" y="1127760"/>
                </a:cubicBezTo>
                <a:cubicBezTo>
                  <a:pt x="2089404" y="1127951"/>
                  <a:pt x="2091785" y="1129189"/>
                  <a:pt x="2093405" y="1131189"/>
                </a:cubicBezTo>
                <a:cubicBezTo>
                  <a:pt x="2095119" y="1133189"/>
                  <a:pt x="2095976" y="1135761"/>
                  <a:pt x="2095691" y="1138333"/>
                </a:cubicBezTo>
                <a:cubicBezTo>
                  <a:pt x="2095500" y="1141000"/>
                  <a:pt x="2094262" y="1143381"/>
                  <a:pt x="2092262" y="1145000"/>
                </a:cubicBezTo>
                <a:close/>
                <a:moveTo>
                  <a:pt x="2135791" y="1070039"/>
                </a:moveTo>
                <a:lnTo>
                  <a:pt x="2135791" y="1073087"/>
                </a:lnTo>
                <a:cubicBezTo>
                  <a:pt x="2135791" y="1075277"/>
                  <a:pt x="2133981" y="1077087"/>
                  <a:pt x="2131790" y="1077087"/>
                </a:cubicBezTo>
                <a:lnTo>
                  <a:pt x="2100167" y="1077087"/>
                </a:lnTo>
                <a:cubicBezTo>
                  <a:pt x="2097977" y="1077087"/>
                  <a:pt x="2096167" y="1075277"/>
                  <a:pt x="2096167" y="1073087"/>
                </a:cubicBezTo>
                <a:lnTo>
                  <a:pt x="2096167" y="1070039"/>
                </a:lnTo>
                <a:cubicBezTo>
                  <a:pt x="2096167" y="1067848"/>
                  <a:pt x="2097977" y="1066038"/>
                  <a:pt x="2100167" y="1066038"/>
                </a:cubicBezTo>
                <a:lnTo>
                  <a:pt x="2131790" y="1066038"/>
                </a:lnTo>
                <a:cubicBezTo>
                  <a:pt x="2133981" y="1066038"/>
                  <a:pt x="2135791" y="1067848"/>
                  <a:pt x="2135791" y="1070039"/>
                </a:cubicBezTo>
                <a:close/>
                <a:moveTo>
                  <a:pt x="2787301" y="876872"/>
                </a:moveTo>
                <a:cubicBezTo>
                  <a:pt x="2779586" y="877824"/>
                  <a:pt x="2772537" y="872395"/>
                  <a:pt x="2771489" y="864679"/>
                </a:cubicBezTo>
                <a:cubicBezTo>
                  <a:pt x="2770537" y="856964"/>
                  <a:pt x="2775966" y="849916"/>
                  <a:pt x="2783681" y="848868"/>
                </a:cubicBezTo>
                <a:cubicBezTo>
                  <a:pt x="2791397" y="847916"/>
                  <a:pt x="2798445" y="853345"/>
                  <a:pt x="2799493" y="861060"/>
                </a:cubicBezTo>
                <a:cubicBezTo>
                  <a:pt x="2800445" y="868775"/>
                  <a:pt x="2795016" y="875824"/>
                  <a:pt x="2787301" y="876872"/>
                </a:cubicBezTo>
                <a:close/>
                <a:moveTo>
                  <a:pt x="2169795" y="2683097"/>
                </a:moveTo>
                <a:lnTo>
                  <a:pt x="2166557" y="2686622"/>
                </a:lnTo>
                <a:lnTo>
                  <a:pt x="2152555" y="2673763"/>
                </a:lnTo>
                <a:lnTo>
                  <a:pt x="2155793" y="2670238"/>
                </a:lnTo>
                <a:lnTo>
                  <a:pt x="2169795" y="2683097"/>
                </a:lnTo>
                <a:close/>
                <a:moveTo>
                  <a:pt x="2219516" y="1873568"/>
                </a:moveTo>
                <a:cubicBezTo>
                  <a:pt x="2226088" y="1872425"/>
                  <a:pt x="2231136" y="1866710"/>
                  <a:pt x="2231136" y="1859852"/>
                </a:cubicBezTo>
                <a:cubicBezTo>
                  <a:pt x="2231136" y="1852136"/>
                  <a:pt x="2224850" y="1845850"/>
                  <a:pt x="2217134" y="1845850"/>
                </a:cubicBezTo>
                <a:cubicBezTo>
                  <a:pt x="2209419" y="1845850"/>
                  <a:pt x="2203133" y="1852136"/>
                  <a:pt x="2203133" y="1859852"/>
                </a:cubicBezTo>
                <a:cubicBezTo>
                  <a:pt x="2203133" y="1866710"/>
                  <a:pt x="2208181" y="1872425"/>
                  <a:pt x="2214753" y="1873568"/>
                </a:cubicBezTo>
                <a:lnTo>
                  <a:pt x="2214753" y="2114836"/>
                </a:lnTo>
                <a:lnTo>
                  <a:pt x="2156651" y="2179892"/>
                </a:lnTo>
                <a:lnTo>
                  <a:pt x="2156651" y="2377535"/>
                </a:lnTo>
                <a:lnTo>
                  <a:pt x="2161413" y="2377535"/>
                </a:lnTo>
                <a:lnTo>
                  <a:pt x="2161413" y="2181701"/>
                </a:lnTo>
                <a:lnTo>
                  <a:pt x="2219516" y="2116646"/>
                </a:lnTo>
                <a:lnTo>
                  <a:pt x="2219516" y="1873568"/>
                </a:lnTo>
                <a:close/>
                <a:moveTo>
                  <a:pt x="2207895" y="1859852"/>
                </a:moveTo>
                <a:cubicBezTo>
                  <a:pt x="2207895" y="1854803"/>
                  <a:pt x="2211991" y="1850612"/>
                  <a:pt x="2217134" y="1850612"/>
                </a:cubicBezTo>
                <a:cubicBezTo>
                  <a:pt x="2222278" y="1850612"/>
                  <a:pt x="2226374" y="1854708"/>
                  <a:pt x="2226374" y="1859852"/>
                </a:cubicBezTo>
                <a:cubicBezTo>
                  <a:pt x="2226374" y="1864995"/>
                  <a:pt x="2222278" y="1869091"/>
                  <a:pt x="2217134" y="1869091"/>
                </a:cubicBezTo>
                <a:cubicBezTo>
                  <a:pt x="2211991" y="1869091"/>
                  <a:pt x="2207895" y="1864995"/>
                  <a:pt x="2207895" y="1859852"/>
                </a:cubicBezTo>
                <a:close/>
                <a:moveTo>
                  <a:pt x="2165223" y="1871472"/>
                </a:moveTo>
                <a:cubicBezTo>
                  <a:pt x="2158841" y="1871472"/>
                  <a:pt x="2153603" y="1866233"/>
                  <a:pt x="2153603" y="1859852"/>
                </a:cubicBezTo>
                <a:cubicBezTo>
                  <a:pt x="2153603" y="1853470"/>
                  <a:pt x="2158841" y="1848231"/>
                  <a:pt x="2165223" y="1848231"/>
                </a:cubicBezTo>
                <a:cubicBezTo>
                  <a:pt x="2171605" y="1848231"/>
                  <a:pt x="2176844" y="1853470"/>
                  <a:pt x="2176844" y="1859852"/>
                </a:cubicBezTo>
                <a:cubicBezTo>
                  <a:pt x="2176844" y="1866233"/>
                  <a:pt x="2171605" y="1871472"/>
                  <a:pt x="2165223" y="1871472"/>
                </a:cubicBezTo>
                <a:close/>
                <a:moveTo>
                  <a:pt x="1765268" y="1317974"/>
                </a:moveTo>
                <a:cubicBezTo>
                  <a:pt x="1767364" y="1317974"/>
                  <a:pt x="1769555" y="1317498"/>
                  <a:pt x="1771555" y="1316546"/>
                </a:cubicBezTo>
                <a:cubicBezTo>
                  <a:pt x="1775079" y="1314831"/>
                  <a:pt x="1777746" y="1311878"/>
                  <a:pt x="1778984" y="1308259"/>
                </a:cubicBezTo>
                <a:cubicBezTo>
                  <a:pt x="1779270" y="1307402"/>
                  <a:pt x="1779461" y="1306544"/>
                  <a:pt x="1779651" y="1305687"/>
                </a:cubicBezTo>
                <a:lnTo>
                  <a:pt x="1902428" y="1305687"/>
                </a:lnTo>
                <a:cubicBezTo>
                  <a:pt x="1902428" y="1305687"/>
                  <a:pt x="1915097" y="1326928"/>
                  <a:pt x="1915097" y="1326928"/>
                </a:cubicBezTo>
                <a:lnTo>
                  <a:pt x="2035112" y="1326928"/>
                </a:lnTo>
                <a:lnTo>
                  <a:pt x="2135886" y="1243013"/>
                </a:lnTo>
                <a:cubicBezTo>
                  <a:pt x="2139220" y="1246156"/>
                  <a:pt x="2143411" y="1248156"/>
                  <a:pt x="2148078" y="1248537"/>
                </a:cubicBezTo>
                <a:cubicBezTo>
                  <a:pt x="2153412" y="1248918"/>
                  <a:pt x="2158556" y="1247299"/>
                  <a:pt x="2162651" y="1243775"/>
                </a:cubicBezTo>
                <a:cubicBezTo>
                  <a:pt x="2166747" y="1240346"/>
                  <a:pt x="2169128" y="1235488"/>
                  <a:pt x="2169605" y="1230154"/>
                </a:cubicBezTo>
                <a:cubicBezTo>
                  <a:pt x="2169795" y="1227677"/>
                  <a:pt x="2169509" y="1225201"/>
                  <a:pt x="2168843" y="1222915"/>
                </a:cubicBezTo>
                <a:lnTo>
                  <a:pt x="2189702" y="1206437"/>
                </a:lnTo>
                <a:lnTo>
                  <a:pt x="2190369" y="1128903"/>
                </a:lnTo>
                <a:lnTo>
                  <a:pt x="2205990" y="1115378"/>
                </a:lnTo>
                <a:lnTo>
                  <a:pt x="2299335" y="1115378"/>
                </a:lnTo>
                <a:cubicBezTo>
                  <a:pt x="2300288" y="1120426"/>
                  <a:pt x="2304669" y="1124426"/>
                  <a:pt x="2310098" y="1124426"/>
                </a:cubicBezTo>
                <a:lnTo>
                  <a:pt x="2341721" y="1124426"/>
                </a:lnTo>
                <a:cubicBezTo>
                  <a:pt x="2347151" y="1124426"/>
                  <a:pt x="2351532" y="1120426"/>
                  <a:pt x="2352485" y="1115282"/>
                </a:cubicBezTo>
                <a:lnTo>
                  <a:pt x="2479167" y="1115282"/>
                </a:lnTo>
                <a:lnTo>
                  <a:pt x="2495169" y="1133570"/>
                </a:lnTo>
                <a:lnTo>
                  <a:pt x="2661666" y="1133570"/>
                </a:lnTo>
                <a:lnTo>
                  <a:pt x="2743391" y="1053275"/>
                </a:lnTo>
                <a:lnTo>
                  <a:pt x="2743867" y="961644"/>
                </a:lnTo>
                <a:lnTo>
                  <a:pt x="2789396" y="917829"/>
                </a:lnTo>
                <a:lnTo>
                  <a:pt x="2789396" y="883539"/>
                </a:lnTo>
                <a:cubicBezTo>
                  <a:pt x="2799302" y="881825"/>
                  <a:pt x="2806922" y="873252"/>
                  <a:pt x="2806922" y="862870"/>
                </a:cubicBezTo>
                <a:cubicBezTo>
                  <a:pt x="2806922" y="851249"/>
                  <a:pt x="2797493" y="841820"/>
                  <a:pt x="2785872" y="841820"/>
                </a:cubicBezTo>
                <a:cubicBezTo>
                  <a:pt x="2774252" y="841820"/>
                  <a:pt x="2764822" y="851249"/>
                  <a:pt x="2764822" y="862870"/>
                </a:cubicBezTo>
                <a:cubicBezTo>
                  <a:pt x="2764822" y="873252"/>
                  <a:pt x="2772442" y="881825"/>
                  <a:pt x="2782348" y="883539"/>
                </a:cubicBezTo>
                <a:lnTo>
                  <a:pt x="2782348" y="914305"/>
                </a:lnTo>
                <a:cubicBezTo>
                  <a:pt x="2782348" y="914305"/>
                  <a:pt x="2736818" y="958120"/>
                  <a:pt x="2736818" y="958120"/>
                </a:cubicBezTo>
                <a:lnTo>
                  <a:pt x="2736342" y="1050322"/>
                </a:lnTo>
                <a:lnTo>
                  <a:pt x="2658904" y="1126522"/>
                </a:lnTo>
                <a:lnTo>
                  <a:pt x="2498598" y="1126522"/>
                </a:lnTo>
                <a:lnTo>
                  <a:pt x="2482596" y="1108234"/>
                </a:lnTo>
                <a:lnTo>
                  <a:pt x="2352675" y="1108234"/>
                </a:lnTo>
                <a:cubicBezTo>
                  <a:pt x="2351723" y="1103090"/>
                  <a:pt x="2347341" y="1099090"/>
                  <a:pt x="2341912" y="1099090"/>
                </a:cubicBezTo>
                <a:lnTo>
                  <a:pt x="2310289" y="1099090"/>
                </a:lnTo>
                <a:cubicBezTo>
                  <a:pt x="2304860" y="1099090"/>
                  <a:pt x="2300573" y="1102995"/>
                  <a:pt x="2299526" y="1108139"/>
                </a:cubicBezTo>
                <a:lnTo>
                  <a:pt x="2203418" y="1108139"/>
                </a:lnTo>
                <a:cubicBezTo>
                  <a:pt x="2203418" y="1108139"/>
                  <a:pt x="2183321" y="1125665"/>
                  <a:pt x="2183321" y="1125665"/>
                </a:cubicBezTo>
                <a:lnTo>
                  <a:pt x="2182654" y="1203008"/>
                </a:lnTo>
                <a:lnTo>
                  <a:pt x="2165604" y="1216533"/>
                </a:lnTo>
                <a:cubicBezTo>
                  <a:pt x="2165604" y="1216533"/>
                  <a:pt x="2165223" y="1215962"/>
                  <a:pt x="2165033" y="1215771"/>
                </a:cubicBezTo>
                <a:cubicBezTo>
                  <a:pt x="2161127" y="1211199"/>
                  <a:pt x="2155508" y="1208818"/>
                  <a:pt x="2149793" y="1208818"/>
                </a:cubicBezTo>
                <a:cubicBezTo>
                  <a:pt x="2145221" y="1208818"/>
                  <a:pt x="2140553" y="1210437"/>
                  <a:pt x="2136839" y="1213580"/>
                </a:cubicBezTo>
                <a:cubicBezTo>
                  <a:pt x="2129219" y="1220153"/>
                  <a:pt x="2127790" y="1231202"/>
                  <a:pt x="2133029" y="1239393"/>
                </a:cubicBezTo>
                <a:lnTo>
                  <a:pt x="2033588" y="1322261"/>
                </a:lnTo>
                <a:lnTo>
                  <a:pt x="1917954" y="1322261"/>
                </a:lnTo>
                <a:lnTo>
                  <a:pt x="1905286" y="1300925"/>
                </a:lnTo>
                <a:lnTo>
                  <a:pt x="1779746" y="1300925"/>
                </a:lnTo>
                <a:cubicBezTo>
                  <a:pt x="1779556" y="1299686"/>
                  <a:pt x="1779175" y="1298448"/>
                  <a:pt x="1778603" y="1297210"/>
                </a:cubicBezTo>
                <a:cubicBezTo>
                  <a:pt x="1775174" y="1289971"/>
                  <a:pt x="1766411" y="1286923"/>
                  <a:pt x="1759172" y="1290352"/>
                </a:cubicBezTo>
                <a:cubicBezTo>
                  <a:pt x="1751933" y="1293781"/>
                  <a:pt x="1748885" y="1302544"/>
                  <a:pt x="1752314" y="1309783"/>
                </a:cubicBezTo>
                <a:cubicBezTo>
                  <a:pt x="1754791" y="1315022"/>
                  <a:pt x="1760030" y="1318070"/>
                  <a:pt x="1765459" y="1318070"/>
                </a:cubicBezTo>
                <a:close/>
                <a:moveTo>
                  <a:pt x="2770442" y="862870"/>
                </a:moveTo>
                <a:cubicBezTo>
                  <a:pt x="2770442" y="854583"/>
                  <a:pt x="2777204" y="847725"/>
                  <a:pt x="2785586" y="847725"/>
                </a:cubicBezTo>
                <a:cubicBezTo>
                  <a:pt x="2793968" y="847725"/>
                  <a:pt x="2800731" y="854488"/>
                  <a:pt x="2800731" y="862870"/>
                </a:cubicBezTo>
                <a:cubicBezTo>
                  <a:pt x="2800731" y="871252"/>
                  <a:pt x="2793968" y="878015"/>
                  <a:pt x="2785586" y="878015"/>
                </a:cubicBezTo>
                <a:cubicBezTo>
                  <a:pt x="2777204" y="878015"/>
                  <a:pt x="2770442" y="871252"/>
                  <a:pt x="2770442" y="862870"/>
                </a:cubicBezTo>
                <a:close/>
                <a:moveTo>
                  <a:pt x="2305907" y="1110329"/>
                </a:moveTo>
                <a:cubicBezTo>
                  <a:pt x="2305907" y="1108139"/>
                  <a:pt x="2307717" y="1106329"/>
                  <a:pt x="2309908" y="1106329"/>
                </a:cubicBezTo>
                <a:lnTo>
                  <a:pt x="2341531" y="1106329"/>
                </a:lnTo>
                <a:cubicBezTo>
                  <a:pt x="2343722" y="1106329"/>
                  <a:pt x="2345531" y="1108139"/>
                  <a:pt x="2345531" y="1110329"/>
                </a:cubicBezTo>
                <a:lnTo>
                  <a:pt x="2345531" y="1113377"/>
                </a:lnTo>
                <a:cubicBezTo>
                  <a:pt x="2345531" y="1115568"/>
                  <a:pt x="2343722" y="1117378"/>
                  <a:pt x="2341531" y="1117378"/>
                </a:cubicBezTo>
                <a:lnTo>
                  <a:pt x="2309908" y="1117378"/>
                </a:lnTo>
                <a:cubicBezTo>
                  <a:pt x="2307717" y="1117378"/>
                  <a:pt x="2305907" y="1115568"/>
                  <a:pt x="2305907" y="1113377"/>
                </a:cubicBezTo>
                <a:lnTo>
                  <a:pt x="2305907" y="1110329"/>
                </a:lnTo>
                <a:close/>
                <a:moveTo>
                  <a:pt x="2141220" y="1219010"/>
                </a:moveTo>
                <a:cubicBezTo>
                  <a:pt x="2143792" y="1216819"/>
                  <a:pt x="2147126" y="1215771"/>
                  <a:pt x="2150555" y="1215962"/>
                </a:cubicBezTo>
                <a:cubicBezTo>
                  <a:pt x="2153984" y="1216247"/>
                  <a:pt x="2157032" y="1217771"/>
                  <a:pt x="2159318" y="1220438"/>
                </a:cubicBezTo>
                <a:cubicBezTo>
                  <a:pt x="2161508" y="1223010"/>
                  <a:pt x="2162651" y="1226344"/>
                  <a:pt x="2162366" y="1229773"/>
                </a:cubicBezTo>
                <a:cubicBezTo>
                  <a:pt x="2162080" y="1233202"/>
                  <a:pt x="2160556" y="1236250"/>
                  <a:pt x="2157889" y="1238536"/>
                </a:cubicBezTo>
                <a:cubicBezTo>
                  <a:pt x="2155508" y="1240536"/>
                  <a:pt x="2152650" y="1241584"/>
                  <a:pt x="2149602" y="1241584"/>
                </a:cubicBezTo>
                <a:cubicBezTo>
                  <a:pt x="2149221" y="1241584"/>
                  <a:pt x="2148935" y="1241584"/>
                  <a:pt x="2148554" y="1241584"/>
                </a:cubicBezTo>
                <a:cubicBezTo>
                  <a:pt x="2145125" y="1241298"/>
                  <a:pt x="2142077" y="1239774"/>
                  <a:pt x="2139791" y="1237107"/>
                </a:cubicBezTo>
                <a:cubicBezTo>
                  <a:pt x="2137601" y="1234535"/>
                  <a:pt x="2136458" y="1231202"/>
                  <a:pt x="2136743" y="1227773"/>
                </a:cubicBezTo>
                <a:cubicBezTo>
                  <a:pt x="2137029" y="1224344"/>
                  <a:pt x="2138553" y="1221296"/>
                  <a:pt x="2141220" y="1219010"/>
                </a:cubicBezTo>
                <a:close/>
                <a:moveTo>
                  <a:pt x="1756029" y="1300258"/>
                </a:moveTo>
                <a:cubicBezTo>
                  <a:pt x="1756886" y="1297781"/>
                  <a:pt x="1758696" y="1295781"/>
                  <a:pt x="1760982" y="1294638"/>
                </a:cubicBezTo>
                <a:cubicBezTo>
                  <a:pt x="1762316" y="1293971"/>
                  <a:pt x="1763744" y="1293686"/>
                  <a:pt x="1765173" y="1293686"/>
                </a:cubicBezTo>
                <a:cubicBezTo>
                  <a:pt x="1768793" y="1293686"/>
                  <a:pt x="1772317" y="1295781"/>
                  <a:pt x="1774031" y="1299210"/>
                </a:cubicBezTo>
                <a:cubicBezTo>
                  <a:pt x="1775174" y="1301591"/>
                  <a:pt x="1775270" y="1304258"/>
                  <a:pt x="1774412" y="1306735"/>
                </a:cubicBezTo>
                <a:cubicBezTo>
                  <a:pt x="1773555" y="1309211"/>
                  <a:pt x="1771745" y="1311212"/>
                  <a:pt x="1769459" y="1312355"/>
                </a:cubicBezTo>
                <a:cubicBezTo>
                  <a:pt x="1764602" y="1314641"/>
                  <a:pt x="1758696" y="1312640"/>
                  <a:pt x="1756410" y="1307782"/>
                </a:cubicBezTo>
                <a:cubicBezTo>
                  <a:pt x="1755267" y="1305401"/>
                  <a:pt x="1755172" y="1302734"/>
                  <a:pt x="1756029" y="1300258"/>
                </a:cubicBezTo>
                <a:close/>
                <a:moveTo>
                  <a:pt x="2169033" y="2059781"/>
                </a:moveTo>
                <a:lnTo>
                  <a:pt x="2171891" y="2059781"/>
                </a:lnTo>
                <a:cubicBezTo>
                  <a:pt x="2174653" y="2059781"/>
                  <a:pt x="2176939" y="2057495"/>
                  <a:pt x="2176939" y="2054733"/>
                </a:cubicBezTo>
                <a:lnTo>
                  <a:pt x="2176939" y="2041779"/>
                </a:lnTo>
                <a:cubicBezTo>
                  <a:pt x="2176939" y="2039017"/>
                  <a:pt x="2174653" y="2036731"/>
                  <a:pt x="2171891" y="2036731"/>
                </a:cubicBezTo>
                <a:lnTo>
                  <a:pt x="2169033" y="2036731"/>
                </a:lnTo>
                <a:lnTo>
                  <a:pt x="2169033" y="1871472"/>
                </a:lnTo>
                <a:lnTo>
                  <a:pt x="2161889" y="1871472"/>
                </a:lnTo>
                <a:lnTo>
                  <a:pt x="2161889" y="2036731"/>
                </a:lnTo>
                <a:lnTo>
                  <a:pt x="2159032" y="2036731"/>
                </a:lnTo>
                <a:cubicBezTo>
                  <a:pt x="2156270" y="2036731"/>
                  <a:pt x="2153984" y="2039017"/>
                  <a:pt x="2153984" y="2041779"/>
                </a:cubicBezTo>
                <a:lnTo>
                  <a:pt x="2153984" y="2054733"/>
                </a:lnTo>
                <a:cubicBezTo>
                  <a:pt x="2153984" y="2057495"/>
                  <a:pt x="2156270" y="2059781"/>
                  <a:pt x="2159032" y="2059781"/>
                </a:cubicBezTo>
                <a:lnTo>
                  <a:pt x="2161889" y="2059781"/>
                </a:lnTo>
                <a:lnTo>
                  <a:pt x="2161889" y="2114360"/>
                </a:lnTo>
                <a:lnTo>
                  <a:pt x="2103787" y="2176272"/>
                </a:lnTo>
                <a:lnTo>
                  <a:pt x="2104549" y="2392585"/>
                </a:lnTo>
                <a:lnTo>
                  <a:pt x="2111693" y="2392585"/>
                </a:lnTo>
                <a:cubicBezTo>
                  <a:pt x="2111693" y="2392585"/>
                  <a:pt x="2110931" y="2179130"/>
                  <a:pt x="2110931" y="2179130"/>
                </a:cubicBezTo>
                <a:lnTo>
                  <a:pt x="2169033" y="2117217"/>
                </a:lnTo>
                <a:lnTo>
                  <a:pt x="2169033" y="2059781"/>
                </a:lnTo>
                <a:close/>
                <a:moveTo>
                  <a:pt x="2158651" y="2054638"/>
                </a:moveTo>
                <a:lnTo>
                  <a:pt x="2158937" y="2041398"/>
                </a:lnTo>
                <a:lnTo>
                  <a:pt x="2172176" y="2041684"/>
                </a:lnTo>
                <a:lnTo>
                  <a:pt x="2172176" y="2054638"/>
                </a:lnTo>
                <a:cubicBezTo>
                  <a:pt x="2172176" y="2054638"/>
                  <a:pt x="2171986" y="2054924"/>
                  <a:pt x="2171891" y="2054924"/>
                </a:cubicBezTo>
                <a:lnTo>
                  <a:pt x="2158651" y="2054638"/>
                </a:lnTo>
                <a:close/>
                <a:moveTo>
                  <a:pt x="2126837" y="2417064"/>
                </a:moveTo>
                <a:lnTo>
                  <a:pt x="2130076" y="2413635"/>
                </a:lnTo>
                <a:lnTo>
                  <a:pt x="2143506" y="2426399"/>
                </a:lnTo>
                <a:lnTo>
                  <a:pt x="2140268" y="2429828"/>
                </a:lnTo>
                <a:lnTo>
                  <a:pt x="2126837" y="2417064"/>
                </a:lnTo>
                <a:close/>
                <a:moveTo>
                  <a:pt x="1747076" y="2771775"/>
                </a:moveTo>
                <a:cubicBezTo>
                  <a:pt x="1747076" y="2767870"/>
                  <a:pt x="1743837" y="2764631"/>
                  <a:pt x="1739932" y="2764727"/>
                </a:cubicBezTo>
                <a:lnTo>
                  <a:pt x="1726406" y="2764727"/>
                </a:lnTo>
                <a:cubicBezTo>
                  <a:pt x="1722501" y="2764727"/>
                  <a:pt x="1719263" y="2767965"/>
                  <a:pt x="1719358" y="2771966"/>
                </a:cubicBezTo>
                <a:lnTo>
                  <a:pt x="1719358" y="2776252"/>
                </a:lnTo>
                <a:cubicBezTo>
                  <a:pt x="1719358" y="2776252"/>
                  <a:pt x="1623060" y="2775966"/>
                  <a:pt x="1623060" y="2775966"/>
                </a:cubicBezTo>
                <a:lnTo>
                  <a:pt x="1606963" y="2761679"/>
                </a:lnTo>
                <a:lnTo>
                  <a:pt x="1555623" y="2761679"/>
                </a:lnTo>
                <a:cubicBezTo>
                  <a:pt x="1555623" y="2761679"/>
                  <a:pt x="1531715" y="2793492"/>
                  <a:pt x="1531715" y="2793492"/>
                </a:cubicBezTo>
                <a:lnTo>
                  <a:pt x="1531715" y="2804732"/>
                </a:lnTo>
                <a:cubicBezTo>
                  <a:pt x="1527524" y="2805779"/>
                  <a:pt x="1524381" y="2809494"/>
                  <a:pt x="1524381" y="2813971"/>
                </a:cubicBezTo>
                <a:cubicBezTo>
                  <a:pt x="1524381" y="2819400"/>
                  <a:pt x="1528763" y="2823782"/>
                  <a:pt x="1534192" y="2823782"/>
                </a:cubicBezTo>
                <a:cubicBezTo>
                  <a:pt x="1539621" y="2823782"/>
                  <a:pt x="1543907" y="2819400"/>
                  <a:pt x="1543907" y="2813971"/>
                </a:cubicBezTo>
                <a:cubicBezTo>
                  <a:pt x="1543907" y="2809399"/>
                  <a:pt x="1540764" y="2805779"/>
                  <a:pt x="1536573" y="2804732"/>
                </a:cubicBezTo>
                <a:lnTo>
                  <a:pt x="1536573" y="2795016"/>
                </a:lnTo>
                <a:cubicBezTo>
                  <a:pt x="1536573" y="2795016"/>
                  <a:pt x="1558100" y="2766346"/>
                  <a:pt x="1558100" y="2766346"/>
                </a:cubicBezTo>
                <a:lnTo>
                  <a:pt x="1605153" y="2766346"/>
                </a:lnTo>
                <a:cubicBezTo>
                  <a:pt x="1605153" y="2766346"/>
                  <a:pt x="1621250" y="2780729"/>
                  <a:pt x="1621250" y="2780729"/>
                </a:cubicBezTo>
                <a:lnTo>
                  <a:pt x="1719453" y="2781014"/>
                </a:lnTo>
                <a:lnTo>
                  <a:pt x="1719453" y="2785491"/>
                </a:lnTo>
                <a:cubicBezTo>
                  <a:pt x="1719453" y="2789396"/>
                  <a:pt x="1722692" y="2792635"/>
                  <a:pt x="1726597" y="2792540"/>
                </a:cubicBezTo>
                <a:lnTo>
                  <a:pt x="1740122" y="2792540"/>
                </a:lnTo>
                <a:cubicBezTo>
                  <a:pt x="1744028" y="2792540"/>
                  <a:pt x="1747266" y="2789301"/>
                  <a:pt x="1747171" y="2785396"/>
                </a:cubicBezTo>
                <a:lnTo>
                  <a:pt x="1747171" y="2771870"/>
                </a:lnTo>
                <a:close/>
                <a:moveTo>
                  <a:pt x="1539050" y="2813876"/>
                </a:moveTo>
                <a:cubicBezTo>
                  <a:pt x="1539050" y="2816638"/>
                  <a:pt x="1536764" y="2818924"/>
                  <a:pt x="1534097" y="2818924"/>
                </a:cubicBezTo>
                <a:cubicBezTo>
                  <a:pt x="1531430" y="2818924"/>
                  <a:pt x="1529048" y="2816638"/>
                  <a:pt x="1529048" y="2813876"/>
                </a:cubicBezTo>
                <a:cubicBezTo>
                  <a:pt x="1529048" y="2811113"/>
                  <a:pt x="1531334" y="2808827"/>
                  <a:pt x="1534097" y="2808827"/>
                </a:cubicBezTo>
                <a:cubicBezTo>
                  <a:pt x="1536859" y="2808827"/>
                  <a:pt x="1539050" y="2811113"/>
                  <a:pt x="1539050" y="2813876"/>
                </a:cubicBezTo>
                <a:close/>
                <a:moveTo>
                  <a:pt x="1740027" y="2787682"/>
                </a:moveTo>
                <a:lnTo>
                  <a:pt x="1726502" y="2787682"/>
                </a:lnTo>
                <a:cubicBezTo>
                  <a:pt x="1725168" y="2787682"/>
                  <a:pt x="1724120" y="2786729"/>
                  <a:pt x="1724120" y="2785396"/>
                </a:cubicBezTo>
                <a:lnTo>
                  <a:pt x="1724120" y="2771870"/>
                </a:lnTo>
                <a:cubicBezTo>
                  <a:pt x="1724120" y="2770537"/>
                  <a:pt x="1725073" y="2769489"/>
                  <a:pt x="1726406" y="2769489"/>
                </a:cubicBezTo>
                <a:lnTo>
                  <a:pt x="1739932" y="2769489"/>
                </a:lnTo>
                <a:cubicBezTo>
                  <a:pt x="1741265" y="2769489"/>
                  <a:pt x="1742313" y="2770442"/>
                  <a:pt x="1742313" y="2771775"/>
                </a:cubicBezTo>
                <a:lnTo>
                  <a:pt x="1742313" y="2785301"/>
                </a:lnTo>
                <a:cubicBezTo>
                  <a:pt x="1742313" y="2786634"/>
                  <a:pt x="1741361" y="2787682"/>
                  <a:pt x="1740027" y="2787682"/>
                </a:cubicBezTo>
                <a:close/>
                <a:moveTo>
                  <a:pt x="2109788" y="2394204"/>
                </a:moveTo>
                <a:lnTo>
                  <a:pt x="2116646" y="2400776"/>
                </a:lnTo>
                <a:lnTo>
                  <a:pt x="2113407" y="2404205"/>
                </a:lnTo>
                <a:lnTo>
                  <a:pt x="2106549" y="2397633"/>
                </a:lnTo>
                <a:lnTo>
                  <a:pt x="2109788" y="2394204"/>
                </a:lnTo>
                <a:close/>
                <a:moveTo>
                  <a:pt x="2250662" y="2763965"/>
                </a:moveTo>
                <a:lnTo>
                  <a:pt x="2236661" y="2751106"/>
                </a:lnTo>
                <a:lnTo>
                  <a:pt x="2239899" y="2747582"/>
                </a:lnTo>
                <a:lnTo>
                  <a:pt x="2253901" y="2760440"/>
                </a:lnTo>
                <a:lnTo>
                  <a:pt x="2250662" y="2763965"/>
                </a:lnTo>
                <a:close/>
                <a:moveTo>
                  <a:pt x="2193608" y="2838736"/>
                </a:moveTo>
                <a:lnTo>
                  <a:pt x="2203133" y="2828639"/>
                </a:lnTo>
                <a:lnTo>
                  <a:pt x="2202847" y="2828354"/>
                </a:lnTo>
                <a:lnTo>
                  <a:pt x="2206085" y="2824829"/>
                </a:lnTo>
                <a:lnTo>
                  <a:pt x="2209895" y="2828354"/>
                </a:lnTo>
                <a:lnTo>
                  <a:pt x="2197132" y="2841974"/>
                </a:lnTo>
                <a:lnTo>
                  <a:pt x="2193608" y="2838736"/>
                </a:lnTo>
                <a:close/>
                <a:moveTo>
                  <a:pt x="2046065" y="1745266"/>
                </a:moveTo>
                <a:cubicBezTo>
                  <a:pt x="2047113" y="1745266"/>
                  <a:pt x="2048256" y="1745075"/>
                  <a:pt x="2049304" y="1744599"/>
                </a:cubicBezTo>
                <a:cubicBezTo>
                  <a:pt x="2051018" y="1743932"/>
                  <a:pt x="2052257" y="1742599"/>
                  <a:pt x="2053209" y="1741170"/>
                </a:cubicBezTo>
                <a:cubicBezTo>
                  <a:pt x="2053400" y="1741361"/>
                  <a:pt x="2053685" y="1741456"/>
                  <a:pt x="2054066" y="1741456"/>
                </a:cubicBezTo>
                <a:cubicBezTo>
                  <a:pt x="2055019" y="1741456"/>
                  <a:pt x="2055400" y="1740789"/>
                  <a:pt x="2055686" y="1739551"/>
                </a:cubicBezTo>
                <a:cubicBezTo>
                  <a:pt x="2055971" y="1740789"/>
                  <a:pt x="2056352" y="1741456"/>
                  <a:pt x="2057305" y="1741456"/>
                </a:cubicBezTo>
                <a:cubicBezTo>
                  <a:pt x="2058257" y="1741456"/>
                  <a:pt x="2058638" y="1740789"/>
                  <a:pt x="2058924" y="1739551"/>
                </a:cubicBezTo>
                <a:cubicBezTo>
                  <a:pt x="2059210" y="1740789"/>
                  <a:pt x="2059591" y="1741456"/>
                  <a:pt x="2060543" y="1741456"/>
                </a:cubicBezTo>
                <a:cubicBezTo>
                  <a:pt x="2061496" y="1741456"/>
                  <a:pt x="2061877" y="1740789"/>
                  <a:pt x="2062163" y="1739551"/>
                </a:cubicBezTo>
                <a:cubicBezTo>
                  <a:pt x="2062448" y="1740789"/>
                  <a:pt x="2062829" y="1741456"/>
                  <a:pt x="2063782" y="1741456"/>
                </a:cubicBezTo>
                <a:cubicBezTo>
                  <a:pt x="2064734" y="1741456"/>
                  <a:pt x="2065115" y="1740789"/>
                  <a:pt x="2065401" y="1739551"/>
                </a:cubicBezTo>
                <a:cubicBezTo>
                  <a:pt x="2065687" y="1740789"/>
                  <a:pt x="2066068" y="1741456"/>
                  <a:pt x="2067020" y="1741456"/>
                </a:cubicBezTo>
                <a:cubicBezTo>
                  <a:pt x="2067973" y="1741456"/>
                  <a:pt x="2068354" y="1740789"/>
                  <a:pt x="2068640" y="1739551"/>
                </a:cubicBezTo>
                <a:cubicBezTo>
                  <a:pt x="2068925" y="1740789"/>
                  <a:pt x="2069306" y="1741456"/>
                  <a:pt x="2070259" y="1741456"/>
                </a:cubicBezTo>
                <a:cubicBezTo>
                  <a:pt x="2071211" y="1741456"/>
                  <a:pt x="2071592" y="1740789"/>
                  <a:pt x="2071878" y="1739551"/>
                </a:cubicBezTo>
                <a:cubicBezTo>
                  <a:pt x="2072164" y="1740789"/>
                  <a:pt x="2072545" y="1741456"/>
                  <a:pt x="2073497" y="1741456"/>
                </a:cubicBezTo>
                <a:cubicBezTo>
                  <a:pt x="2074450" y="1741456"/>
                  <a:pt x="2074831" y="1740789"/>
                  <a:pt x="2075117" y="1739551"/>
                </a:cubicBezTo>
                <a:cubicBezTo>
                  <a:pt x="2075402" y="1740789"/>
                  <a:pt x="2075783" y="1741456"/>
                  <a:pt x="2076736" y="1741456"/>
                </a:cubicBezTo>
                <a:cubicBezTo>
                  <a:pt x="2077688" y="1741456"/>
                  <a:pt x="2078069" y="1740789"/>
                  <a:pt x="2078355" y="1739551"/>
                </a:cubicBezTo>
                <a:cubicBezTo>
                  <a:pt x="2078641" y="1740789"/>
                  <a:pt x="2079022" y="1741456"/>
                  <a:pt x="2079974" y="1741456"/>
                </a:cubicBezTo>
                <a:cubicBezTo>
                  <a:pt x="2080927" y="1741456"/>
                  <a:pt x="2081308" y="1740789"/>
                  <a:pt x="2081594" y="1739551"/>
                </a:cubicBezTo>
                <a:cubicBezTo>
                  <a:pt x="2081879" y="1740789"/>
                  <a:pt x="2082260" y="1741456"/>
                  <a:pt x="2083213" y="1741456"/>
                </a:cubicBezTo>
                <a:cubicBezTo>
                  <a:pt x="2084165" y="1741456"/>
                  <a:pt x="2084546" y="1740789"/>
                  <a:pt x="2084832" y="1739551"/>
                </a:cubicBezTo>
                <a:cubicBezTo>
                  <a:pt x="2085118" y="1740789"/>
                  <a:pt x="2085499" y="1741456"/>
                  <a:pt x="2086451" y="1741456"/>
                </a:cubicBezTo>
                <a:cubicBezTo>
                  <a:pt x="2087404" y="1741456"/>
                  <a:pt x="2087785" y="1740789"/>
                  <a:pt x="2088071" y="1739551"/>
                </a:cubicBezTo>
                <a:cubicBezTo>
                  <a:pt x="2088356" y="1740789"/>
                  <a:pt x="2088737" y="1741456"/>
                  <a:pt x="2089690" y="1741456"/>
                </a:cubicBezTo>
                <a:cubicBezTo>
                  <a:pt x="2090642" y="1741456"/>
                  <a:pt x="2091023" y="1740789"/>
                  <a:pt x="2091309" y="1739456"/>
                </a:cubicBezTo>
                <a:cubicBezTo>
                  <a:pt x="2091595" y="1740789"/>
                  <a:pt x="2091976" y="1741456"/>
                  <a:pt x="2092928" y="1741456"/>
                </a:cubicBezTo>
                <a:cubicBezTo>
                  <a:pt x="2093881" y="1741456"/>
                  <a:pt x="2094262" y="1740789"/>
                  <a:pt x="2094548" y="1739456"/>
                </a:cubicBezTo>
                <a:cubicBezTo>
                  <a:pt x="2094833" y="1740789"/>
                  <a:pt x="2095214" y="1741456"/>
                  <a:pt x="2096167" y="1741456"/>
                </a:cubicBezTo>
                <a:cubicBezTo>
                  <a:pt x="2097119" y="1741456"/>
                  <a:pt x="2097596" y="1740694"/>
                  <a:pt x="2097786" y="1739360"/>
                </a:cubicBezTo>
                <a:cubicBezTo>
                  <a:pt x="2098072" y="1740694"/>
                  <a:pt x="2098453" y="1741456"/>
                  <a:pt x="2099405" y="1741456"/>
                </a:cubicBezTo>
                <a:cubicBezTo>
                  <a:pt x="2100358" y="1741456"/>
                  <a:pt x="2100834" y="1740694"/>
                  <a:pt x="2101120" y="1739360"/>
                </a:cubicBezTo>
                <a:cubicBezTo>
                  <a:pt x="2101406" y="1740694"/>
                  <a:pt x="2101787" y="1741456"/>
                  <a:pt x="2102834" y="1741456"/>
                </a:cubicBezTo>
                <a:cubicBezTo>
                  <a:pt x="2103882" y="1741456"/>
                  <a:pt x="2104263" y="1740694"/>
                  <a:pt x="2104549" y="1739360"/>
                </a:cubicBezTo>
                <a:cubicBezTo>
                  <a:pt x="2104835" y="1740694"/>
                  <a:pt x="2105216" y="1741456"/>
                  <a:pt x="2106263" y="1741456"/>
                </a:cubicBezTo>
                <a:cubicBezTo>
                  <a:pt x="2107311" y="1741456"/>
                  <a:pt x="2107692" y="1740694"/>
                  <a:pt x="2107978" y="1739360"/>
                </a:cubicBezTo>
                <a:cubicBezTo>
                  <a:pt x="2108264" y="1740694"/>
                  <a:pt x="2108645" y="1741456"/>
                  <a:pt x="2109597" y="1741456"/>
                </a:cubicBezTo>
                <a:cubicBezTo>
                  <a:pt x="2110550" y="1741456"/>
                  <a:pt x="2111026" y="1740694"/>
                  <a:pt x="2111216" y="1739360"/>
                </a:cubicBezTo>
                <a:cubicBezTo>
                  <a:pt x="2111502" y="1740694"/>
                  <a:pt x="2111883" y="1741456"/>
                  <a:pt x="2112836" y="1741456"/>
                </a:cubicBezTo>
                <a:cubicBezTo>
                  <a:pt x="2113788" y="1741456"/>
                  <a:pt x="2114264" y="1740789"/>
                  <a:pt x="2114455" y="1739456"/>
                </a:cubicBezTo>
                <a:cubicBezTo>
                  <a:pt x="2114741" y="1740789"/>
                  <a:pt x="2115122" y="1741456"/>
                  <a:pt x="2116074" y="1741456"/>
                </a:cubicBezTo>
                <a:cubicBezTo>
                  <a:pt x="2117027" y="1741456"/>
                  <a:pt x="2117503" y="1740789"/>
                  <a:pt x="2117693" y="1739456"/>
                </a:cubicBezTo>
                <a:cubicBezTo>
                  <a:pt x="2117979" y="1740789"/>
                  <a:pt x="2118360" y="1741456"/>
                  <a:pt x="2119313" y="1741456"/>
                </a:cubicBezTo>
                <a:cubicBezTo>
                  <a:pt x="2120265" y="1741456"/>
                  <a:pt x="2120741" y="1740789"/>
                  <a:pt x="2120932" y="1739456"/>
                </a:cubicBezTo>
                <a:cubicBezTo>
                  <a:pt x="2121218" y="1740789"/>
                  <a:pt x="2121599" y="1741456"/>
                  <a:pt x="2122551" y="1741456"/>
                </a:cubicBezTo>
                <a:cubicBezTo>
                  <a:pt x="2123504" y="1741456"/>
                  <a:pt x="2123980" y="1740694"/>
                  <a:pt x="2124170" y="1739360"/>
                </a:cubicBezTo>
                <a:cubicBezTo>
                  <a:pt x="2124456" y="1740694"/>
                  <a:pt x="2124837" y="1741456"/>
                  <a:pt x="2125790" y="1741456"/>
                </a:cubicBezTo>
                <a:cubicBezTo>
                  <a:pt x="2126742" y="1741456"/>
                  <a:pt x="2127218" y="1740694"/>
                  <a:pt x="2127504" y="1739360"/>
                </a:cubicBezTo>
                <a:cubicBezTo>
                  <a:pt x="2127790" y="1740694"/>
                  <a:pt x="2128171" y="1741456"/>
                  <a:pt x="2129219" y="1741456"/>
                </a:cubicBezTo>
                <a:cubicBezTo>
                  <a:pt x="2130266" y="1741456"/>
                  <a:pt x="2130647" y="1740694"/>
                  <a:pt x="2130933" y="1739265"/>
                </a:cubicBezTo>
                <a:cubicBezTo>
                  <a:pt x="2131219" y="1740694"/>
                  <a:pt x="2131600" y="1741456"/>
                  <a:pt x="2132648" y="1741456"/>
                </a:cubicBezTo>
                <a:cubicBezTo>
                  <a:pt x="2133695" y="1741456"/>
                  <a:pt x="2134076" y="1740694"/>
                  <a:pt x="2134362" y="1739360"/>
                </a:cubicBezTo>
                <a:cubicBezTo>
                  <a:pt x="2134648" y="1740789"/>
                  <a:pt x="2135029" y="1741456"/>
                  <a:pt x="2136077" y="1741456"/>
                </a:cubicBezTo>
                <a:cubicBezTo>
                  <a:pt x="2137124" y="1741456"/>
                  <a:pt x="2137505" y="1740789"/>
                  <a:pt x="2137696" y="1739456"/>
                </a:cubicBezTo>
                <a:cubicBezTo>
                  <a:pt x="2137982" y="1740789"/>
                  <a:pt x="2138363" y="1741456"/>
                  <a:pt x="2139315" y="1741456"/>
                </a:cubicBezTo>
                <a:cubicBezTo>
                  <a:pt x="2140268" y="1741456"/>
                  <a:pt x="2140649" y="1740789"/>
                  <a:pt x="2140934" y="1739456"/>
                </a:cubicBezTo>
                <a:cubicBezTo>
                  <a:pt x="2141220" y="1740789"/>
                  <a:pt x="2141601" y="1741456"/>
                  <a:pt x="2142554" y="1741456"/>
                </a:cubicBezTo>
                <a:cubicBezTo>
                  <a:pt x="2143506" y="1741456"/>
                  <a:pt x="2143982" y="1740789"/>
                  <a:pt x="2144173" y="1739456"/>
                </a:cubicBezTo>
                <a:cubicBezTo>
                  <a:pt x="2144459" y="1740789"/>
                  <a:pt x="2144840" y="1741456"/>
                  <a:pt x="2145792" y="1741456"/>
                </a:cubicBezTo>
                <a:cubicBezTo>
                  <a:pt x="2146745" y="1741456"/>
                  <a:pt x="2147221" y="1740694"/>
                  <a:pt x="2147411" y="1739360"/>
                </a:cubicBezTo>
                <a:cubicBezTo>
                  <a:pt x="2147697" y="1740694"/>
                  <a:pt x="2148078" y="1741456"/>
                  <a:pt x="2149126" y="1741456"/>
                </a:cubicBezTo>
                <a:cubicBezTo>
                  <a:pt x="2150174" y="1741456"/>
                  <a:pt x="2150555" y="1740694"/>
                  <a:pt x="2150840" y="1739265"/>
                </a:cubicBezTo>
                <a:cubicBezTo>
                  <a:pt x="2151126" y="1740694"/>
                  <a:pt x="2151507" y="1741456"/>
                  <a:pt x="2152555" y="1741456"/>
                </a:cubicBezTo>
                <a:cubicBezTo>
                  <a:pt x="2153603" y="1741456"/>
                  <a:pt x="2153984" y="1740694"/>
                  <a:pt x="2154269" y="1739265"/>
                </a:cubicBezTo>
                <a:cubicBezTo>
                  <a:pt x="2154555" y="1740694"/>
                  <a:pt x="2154936" y="1741456"/>
                  <a:pt x="2155984" y="1741456"/>
                </a:cubicBezTo>
                <a:cubicBezTo>
                  <a:pt x="2157032" y="1741456"/>
                  <a:pt x="2157413" y="1740694"/>
                  <a:pt x="2157698" y="1739265"/>
                </a:cubicBezTo>
                <a:cubicBezTo>
                  <a:pt x="2157984" y="1740694"/>
                  <a:pt x="2158365" y="1741456"/>
                  <a:pt x="2159413" y="1741456"/>
                </a:cubicBezTo>
                <a:cubicBezTo>
                  <a:pt x="2160461" y="1741456"/>
                  <a:pt x="2160842" y="1740694"/>
                  <a:pt x="2161127" y="1739265"/>
                </a:cubicBezTo>
                <a:cubicBezTo>
                  <a:pt x="2161413" y="1740694"/>
                  <a:pt x="2161794" y="1741456"/>
                  <a:pt x="2162842" y="1741456"/>
                </a:cubicBezTo>
                <a:cubicBezTo>
                  <a:pt x="2163890" y="1741456"/>
                  <a:pt x="2164271" y="1740694"/>
                  <a:pt x="2164556" y="1739170"/>
                </a:cubicBezTo>
                <a:cubicBezTo>
                  <a:pt x="2164842" y="1740694"/>
                  <a:pt x="2165223" y="1741456"/>
                  <a:pt x="2166271" y="1741456"/>
                </a:cubicBezTo>
                <a:cubicBezTo>
                  <a:pt x="2167319" y="1741456"/>
                  <a:pt x="2167700" y="1740599"/>
                  <a:pt x="2167985" y="1739075"/>
                </a:cubicBezTo>
                <a:cubicBezTo>
                  <a:pt x="2168271" y="1740503"/>
                  <a:pt x="2168652" y="1741361"/>
                  <a:pt x="2169700" y="1741456"/>
                </a:cubicBezTo>
                <a:cubicBezTo>
                  <a:pt x="2170652" y="1742789"/>
                  <a:pt x="2171795" y="1744028"/>
                  <a:pt x="2173319" y="1744599"/>
                </a:cubicBezTo>
                <a:cubicBezTo>
                  <a:pt x="2174367" y="1745075"/>
                  <a:pt x="2175510" y="1745266"/>
                  <a:pt x="2176653" y="1745266"/>
                </a:cubicBezTo>
                <a:cubicBezTo>
                  <a:pt x="2177796" y="1745266"/>
                  <a:pt x="2178844" y="1745075"/>
                  <a:pt x="2179892" y="1744599"/>
                </a:cubicBezTo>
                <a:cubicBezTo>
                  <a:pt x="2184273" y="1742789"/>
                  <a:pt x="2186369" y="1737836"/>
                  <a:pt x="2184559" y="1733455"/>
                </a:cubicBezTo>
                <a:cubicBezTo>
                  <a:pt x="2182749" y="1729073"/>
                  <a:pt x="2177796" y="1726978"/>
                  <a:pt x="2173415" y="1728788"/>
                </a:cubicBezTo>
                <a:cubicBezTo>
                  <a:pt x="2171510" y="1729550"/>
                  <a:pt x="2170081" y="1731074"/>
                  <a:pt x="2169224" y="1732693"/>
                </a:cubicBezTo>
                <a:cubicBezTo>
                  <a:pt x="2168938" y="1732217"/>
                  <a:pt x="2168557" y="1731931"/>
                  <a:pt x="2168081" y="1731931"/>
                </a:cubicBezTo>
                <a:cubicBezTo>
                  <a:pt x="2167033" y="1731931"/>
                  <a:pt x="2166652" y="1732788"/>
                  <a:pt x="2166366" y="1734312"/>
                </a:cubicBezTo>
                <a:cubicBezTo>
                  <a:pt x="2166080" y="1732788"/>
                  <a:pt x="2165699" y="1731931"/>
                  <a:pt x="2164652" y="1731931"/>
                </a:cubicBezTo>
                <a:cubicBezTo>
                  <a:pt x="2163604" y="1731931"/>
                  <a:pt x="2163223" y="1732693"/>
                  <a:pt x="2162937" y="1734122"/>
                </a:cubicBezTo>
                <a:cubicBezTo>
                  <a:pt x="2162651" y="1732693"/>
                  <a:pt x="2162270" y="1731931"/>
                  <a:pt x="2161223" y="1731931"/>
                </a:cubicBezTo>
                <a:cubicBezTo>
                  <a:pt x="2160175" y="1731931"/>
                  <a:pt x="2159794" y="1732693"/>
                  <a:pt x="2159508" y="1734217"/>
                </a:cubicBezTo>
                <a:cubicBezTo>
                  <a:pt x="2159222" y="1732788"/>
                  <a:pt x="2158841" y="1731931"/>
                  <a:pt x="2157794" y="1731931"/>
                </a:cubicBezTo>
                <a:cubicBezTo>
                  <a:pt x="2156746" y="1731931"/>
                  <a:pt x="2156365" y="1732693"/>
                  <a:pt x="2156079" y="1734122"/>
                </a:cubicBezTo>
                <a:cubicBezTo>
                  <a:pt x="2155793" y="1732693"/>
                  <a:pt x="2155412" y="1731931"/>
                  <a:pt x="2154365" y="1731931"/>
                </a:cubicBezTo>
                <a:cubicBezTo>
                  <a:pt x="2153317" y="1731931"/>
                  <a:pt x="2152936" y="1732693"/>
                  <a:pt x="2152650" y="1734122"/>
                </a:cubicBezTo>
                <a:cubicBezTo>
                  <a:pt x="2152364" y="1732693"/>
                  <a:pt x="2151983" y="1731931"/>
                  <a:pt x="2150936" y="1731931"/>
                </a:cubicBezTo>
                <a:cubicBezTo>
                  <a:pt x="2149888" y="1731931"/>
                  <a:pt x="2149507" y="1732693"/>
                  <a:pt x="2149221" y="1734026"/>
                </a:cubicBezTo>
                <a:cubicBezTo>
                  <a:pt x="2148935" y="1732598"/>
                  <a:pt x="2148554" y="1731931"/>
                  <a:pt x="2147507" y="1731931"/>
                </a:cubicBezTo>
                <a:cubicBezTo>
                  <a:pt x="2146459" y="1731931"/>
                  <a:pt x="2146078" y="1732598"/>
                  <a:pt x="2145887" y="1733931"/>
                </a:cubicBezTo>
                <a:cubicBezTo>
                  <a:pt x="2145602" y="1732598"/>
                  <a:pt x="2145221" y="1731931"/>
                  <a:pt x="2144268" y="1731931"/>
                </a:cubicBezTo>
                <a:cubicBezTo>
                  <a:pt x="2143316" y="1731931"/>
                  <a:pt x="2142935" y="1732598"/>
                  <a:pt x="2142649" y="1733931"/>
                </a:cubicBezTo>
                <a:cubicBezTo>
                  <a:pt x="2142363" y="1732598"/>
                  <a:pt x="2141982" y="1731931"/>
                  <a:pt x="2141030" y="1731931"/>
                </a:cubicBezTo>
                <a:cubicBezTo>
                  <a:pt x="2140077" y="1731931"/>
                  <a:pt x="2139601" y="1732598"/>
                  <a:pt x="2139410" y="1733931"/>
                </a:cubicBezTo>
                <a:cubicBezTo>
                  <a:pt x="2139125" y="1732598"/>
                  <a:pt x="2138744" y="1731931"/>
                  <a:pt x="2137791" y="1731931"/>
                </a:cubicBezTo>
                <a:cubicBezTo>
                  <a:pt x="2136839" y="1731931"/>
                  <a:pt x="2136362" y="1732693"/>
                  <a:pt x="2136172" y="1734026"/>
                </a:cubicBezTo>
                <a:cubicBezTo>
                  <a:pt x="2135886" y="1732693"/>
                  <a:pt x="2135505" y="1731931"/>
                  <a:pt x="2134457" y="1731931"/>
                </a:cubicBezTo>
                <a:cubicBezTo>
                  <a:pt x="2133410" y="1731931"/>
                  <a:pt x="2133029" y="1732693"/>
                  <a:pt x="2132743" y="1734122"/>
                </a:cubicBezTo>
                <a:cubicBezTo>
                  <a:pt x="2132457" y="1732693"/>
                  <a:pt x="2132076" y="1731931"/>
                  <a:pt x="2131028" y="1731931"/>
                </a:cubicBezTo>
                <a:cubicBezTo>
                  <a:pt x="2129981" y="1731931"/>
                  <a:pt x="2129600" y="1732693"/>
                  <a:pt x="2129314" y="1734026"/>
                </a:cubicBezTo>
                <a:cubicBezTo>
                  <a:pt x="2129028" y="1732598"/>
                  <a:pt x="2128647" y="1731931"/>
                  <a:pt x="2127599" y="1731931"/>
                </a:cubicBezTo>
                <a:cubicBezTo>
                  <a:pt x="2126552" y="1731931"/>
                  <a:pt x="2126171" y="1732693"/>
                  <a:pt x="2125885" y="1734026"/>
                </a:cubicBezTo>
                <a:cubicBezTo>
                  <a:pt x="2125599" y="1732693"/>
                  <a:pt x="2125218" y="1731931"/>
                  <a:pt x="2124170" y="1731931"/>
                </a:cubicBezTo>
                <a:cubicBezTo>
                  <a:pt x="2123123" y="1731931"/>
                  <a:pt x="2122742" y="1732693"/>
                  <a:pt x="2122551" y="1734026"/>
                </a:cubicBezTo>
                <a:cubicBezTo>
                  <a:pt x="2122265" y="1732693"/>
                  <a:pt x="2121884" y="1731931"/>
                  <a:pt x="2120932" y="1731931"/>
                </a:cubicBezTo>
                <a:cubicBezTo>
                  <a:pt x="2119979" y="1731931"/>
                  <a:pt x="2119503" y="1732598"/>
                  <a:pt x="2119313" y="1733931"/>
                </a:cubicBezTo>
                <a:cubicBezTo>
                  <a:pt x="2119027" y="1732598"/>
                  <a:pt x="2118646" y="1731931"/>
                  <a:pt x="2117693" y="1731931"/>
                </a:cubicBezTo>
                <a:cubicBezTo>
                  <a:pt x="2116741" y="1731931"/>
                  <a:pt x="2116265" y="1732598"/>
                  <a:pt x="2116074" y="1733931"/>
                </a:cubicBezTo>
                <a:cubicBezTo>
                  <a:pt x="2115788" y="1732598"/>
                  <a:pt x="2115407" y="1731931"/>
                  <a:pt x="2114455" y="1731931"/>
                </a:cubicBezTo>
                <a:cubicBezTo>
                  <a:pt x="2113502" y="1731931"/>
                  <a:pt x="2113026" y="1732598"/>
                  <a:pt x="2112836" y="1733931"/>
                </a:cubicBezTo>
                <a:cubicBezTo>
                  <a:pt x="2112550" y="1732598"/>
                  <a:pt x="2112169" y="1731931"/>
                  <a:pt x="2111216" y="1731931"/>
                </a:cubicBezTo>
                <a:cubicBezTo>
                  <a:pt x="2110264" y="1731931"/>
                  <a:pt x="2109788" y="1732693"/>
                  <a:pt x="2109597" y="1734026"/>
                </a:cubicBezTo>
                <a:cubicBezTo>
                  <a:pt x="2109311" y="1732693"/>
                  <a:pt x="2108930" y="1731931"/>
                  <a:pt x="2107978" y="1731931"/>
                </a:cubicBezTo>
                <a:cubicBezTo>
                  <a:pt x="2107025" y="1731931"/>
                  <a:pt x="2106549" y="1732693"/>
                  <a:pt x="2106263" y="1734026"/>
                </a:cubicBezTo>
                <a:cubicBezTo>
                  <a:pt x="2105978" y="1732693"/>
                  <a:pt x="2105597" y="1731931"/>
                  <a:pt x="2104549" y="1731931"/>
                </a:cubicBezTo>
                <a:cubicBezTo>
                  <a:pt x="2103501" y="1731931"/>
                  <a:pt x="2103120" y="1732693"/>
                  <a:pt x="2102834" y="1734026"/>
                </a:cubicBezTo>
                <a:cubicBezTo>
                  <a:pt x="2102549" y="1732598"/>
                  <a:pt x="2102168" y="1731931"/>
                  <a:pt x="2101120" y="1731931"/>
                </a:cubicBezTo>
                <a:cubicBezTo>
                  <a:pt x="2100072" y="1731931"/>
                  <a:pt x="2099691" y="1732693"/>
                  <a:pt x="2099501" y="1734026"/>
                </a:cubicBezTo>
                <a:cubicBezTo>
                  <a:pt x="2099215" y="1732693"/>
                  <a:pt x="2098834" y="1731931"/>
                  <a:pt x="2097881" y="1731931"/>
                </a:cubicBezTo>
                <a:cubicBezTo>
                  <a:pt x="2096929" y="1731931"/>
                  <a:pt x="2096453" y="1732598"/>
                  <a:pt x="2096262" y="1733931"/>
                </a:cubicBezTo>
                <a:cubicBezTo>
                  <a:pt x="2095976" y="1732598"/>
                  <a:pt x="2095595" y="1731931"/>
                  <a:pt x="2094643" y="1731931"/>
                </a:cubicBezTo>
                <a:cubicBezTo>
                  <a:pt x="2093690" y="1731931"/>
                  <a:pt x="2093309" y="1732598"/>
                  <a:pt x="2093024" y="1733931"/>
                </a:cubicBezTo>
                <a:cubicBezTo>
                  <a:pt x="2092738" y="1732598"/>
                  <a:pt x="2092357" y="1731931"/>
                  <a:pt x="2091404" y="1731931"/>
                </a:cubicBezTo>
                <a:cubicBezTo>
                  <a:pt x="2090452" y="1731931"/>
                  <a:pt x="2090071" y="1732598"/>
                  <a:pt x="2089785" y="1733931"/>
                </a:cubicBezTo>
                <a:cubicBezTo>
                  <a:pt x="2089499" y="1732693"/>
                  <a:pt x="2089118" y="1731931"/>
                  <a:pt x="2088166" y="1731931"/>
                </a:cubicBezTo>
                <a:cubicBezTo>
                  <a:pt x="2087213" y="1731931"/>
                  <a:pt x="2086832" y="1732598"/>
                  <a:pt x="2086547" y="1733836"/>
                </a:cubicBezTo>
                <a:cubicBezTo>
                  <a:pt x="2086261" y="1732598"/>
                  <a:pt x="2085880" y="1731931"/>
                  <a:pt x="2084927" y="1731931"/>
                </a:cubicBezTo>
                <a:cubicBezTo>
                  <a:pt x="2083975" y="1731931"/>
                  <a:pt x="2083594" y="1732598"/>
                  <a:pt x="2083308" y="1733836"/>
                </a:cubicBezTo>
                <a:cubicBezTo>
                  <a:pt x="2083022" y="1732598"/>
                  <a:pt x="2082641" y="1731931"/>
                  <a:pt x="2081689" y="1731931"/>
                </a:cubicBezTo>
                <a:cubicBezTo>
                  <a:pt x="2080736" y="1731931"/>
                  <a:pt x="2080355" y="1732598"/>
                  <a:pt x="2080070" y="1733836"/>
                </a:cubicBezTo>
                <a:cubicBezTo>
                  <a:pt x="2079784" y="1732598"/>
                  <a:pt x="2079403" y="1731931"/>
                  <a:pt x="2078450" y="1731931"/>
                </a:cubicBezTo>
                <a:cubicBezTo>
                  <a:pt x="2077498" y="1731931"/>
                  <a:pt x="2077117" y="1732598"/>
                  <a:pt x="2076831" y="1733836"/>
                </a:cubicBezTo>
                <a:cubicBezTo>
                  <a:pt x="2076545" y="1732598"/>
                  <a:pt x="2076164" y="1731931"/>
                  <a:pt x="2075212" y="1731931"/>
                </a:cubicBezTo>
                <a:cubicBezTo>
                  <a:pt x="2074259" y="1731931"/>
                  <a:pt x="2073878" y="1732598"/>
                  <a:pt x="2073593" y="1733836"/>
                </a:cubicBezTo>
                <a:cubicBezTo>
                  <a:pt x="2073307" y="1732598"/>
                  <a:pt x="2072926" y="1731931"/>
                  <a:pt x="2071973" y="1731931"/>
                </a:cubicBezTo>
                <a:cubicBezTo>
                  <a:pt x="2071021" y="1731931"/>
                  <a:pt x="2070640" y="1732598"/>
                  <a:pt x="2070354" y="1733836"/>
                </a:cubicBezTo>
                <a:cubicBezTo>
                  <a:pt x="2070068" y="1732598"/>
                  <a:pt x="2069687" y="1731931"/>
                  <a:pt x="2068735" y="1731931"/>
                </a:cubicBezTo>
                <a:cubicBezTo>
                  <a:pt x="2067782" y="1731931"/>
                  <a:pt x="2067401" y="1732598"/>
                  <a:pt x="2067116" y="1733836"/>
                </a:cubicBezTo>
                <a:cubicBezTo>
                  <a:pt x="2066830" y="1732598"/>
                  <a:pt x="2066449" y="1731931"/>
                  <a:pt x="2065496" y="1731931"/>
                </a:cubicBezTo>
                <a:cubicBezTo>
                  <a:pt x="2064544" y="1731931"/>
                  <a:pt x="2064163" y="1732598"/>
                  <a:pt x="2063877" y="1733836"/>
                </a:cubicBezTo>
                <a:cubicBezTo>
                  <a:pt x="2063591" y="1732598"/>
                  <a:pt x="2063210" y="1731931"/>
                  <a:pt x="2062258" y="1731931"/>
                </a:cubicBezTo>
                <a:cubicBezTo>
                  <a:pt x="2061305" y="1731931"/>
                  <a:pt x="2060924" y="1732598"/>
                  <a:pt x="2060639" y="1733836"/>
                </a:cubicBezTo>
                <a:cubicBezTo>
                  <a:pt x="2060353" y="1732598"/>
                  <a:pt x="2059972" y="1731931"/>
                  <a:pt x="2059019" y="1731931"/>
                </a:cubicBezTo>
                <a:cubicBezTo>
                  <a:pt x="2058067" y="1731931"/>
                  <a:pt x="2057686" y="1732598"/>
                  <a:pt x="2057400" y="1733836"/>
                </a:cubicBezTo>
                <a:cubicBezTo>
                  <a:pt x="2057114" y="1732598"/>
                  <a:pt x="2056733" y="1731931"/>
                  <a:pt x="2055781" y="1731931"/>
                </a:cubicBezTo>
                <a:cubicBezTo>
                  <a:pt x="2054828" y="1731931"/>
                  <a:pt x="2054447" y="1732598"/>
                  <a:pt x="2054162" y="1733836"/>
                </a:cubicBezTo>
                <a:cubicBezTo>
                  <a:pt x="2054162" y="1733741"/>
                  <a:pt x="2054162" y="1733550"/>
                  <a:pt x="2054162" y="1733455"/>
                </a:cubicBezTo>
                <a:cubicBezTo>
                  <a:pt x="2054162" y="1733264"/>
                  <a:pt x="2053971" y="1733169"/>
                  <a:pt x="2053876" y="1732978"/>
                </a:cubicBezTo>
                <a:cubicBezTo>
                  <a:pt x="2053781" y="1732693"/>
                  <a:pt x="2053590" y="1732502"/>
                  <a:pt x="2053495" y="1732312"/>
                </a:cubicBezTo>
                <a:cubicBezTo>
                  <a:pt x="2051399" y="1728788"/>
                  <a:pt x="2047018" y="1727168"/>
                  <a:pt x="2043113" y="1728692"/>
                </a:cubicBezTo>
                <a:cubicBezTo>
                  <a:pt x="2038731" y="1730502"/>
                  <a:pt x="2036636" y="1735455"/>
                  <a:pt x="2038445" y="1739837"/>
                </a:cubicBezTo>
                <a:cubicBezTo>
                  <a:pt x="2039779" y="1743170"/>
                  <a:pt x="2043017" y="1745171"/>
                  <a:pt x="2046351" y="1745171"/>
                </a:cubicBezTo>
                <a:close/>
                <a:moveTo>
                  <a:pt x="2171033" y="1734407"/>
                </a:moveTo>
                <a:cubicBezTo>
                  <a:pt x="2171700" y="1732883"/>
                  <a:pt x="2172843" y="1731740"/>
                  <a:pt x="2174367" y="1731074"/>
                </a:cubicBezTo>
                <a:cubicBezTo>
                  <a:pt x="2177510" y="1729835"/>
                  <a:pt x="2181130" y="1731264"/>
                  <a:pt x="2182368" y="1734407"/>
                </a:cubicBezTo>
                <a:cubicBezTo>
                  <a:pt x="2182940" y="1735931"/>
                  <a:pt x="2182940" y="1737551"/>
                  <a:pt x="2182368" y="1739075"/>
                </a:cubicBezTo>
                <a:cubicBezTo>
                  <a:pt x="2181701" y="1740599"/>
                  <a:pt x="2180558" y="1741742"/>
                  <a:pt x="2179034" y="1742408"/>
                </a:cubicBezTo>
                <a:cubicBezTo>
                  <a:pt x="2177510" y="1743075"/>
                  <a:pt x="2175891" y="1742980"/>
                  <a:pt x="2174367" y="1742408"/>
                </a:cubicBezTo>
                <a:cubicBezTo>
                  <a:pt x="2172843" y="1741742"/>
                  <a:pt x="2171700" y="1740599"/>
                  <a:pt x="2171033" y="1739075"/>
                </a:cubicBezTo>
                <a:cubicBezTo>
                  <a:pt x="2170462" y="1737551"/>
                  <a:pt x="2170462" y="1735931"/>
                  <a:pt x="2171033" y="1734407"/>
                </a:cubicBezTo>
                <a:close/>
                <a:moveTo>
                  <a:pt x="2043779" y="1731074"/>
                </a:moveTo>
                <a:cubicBezTo>
                  <a:pt x="2046827" y="1729835"/>
                  <a:pt x="2050256" y="1731264"/>
                  <a:pt x="2051590" y="1734217"/>
                </a:cubicBezTo>
                <a:cubicBezTo>
                  <a:pt x="2051780" y="1734693"/>
                  <a:pt x="2051876" y="1736027"/>
                  <a:pt x="2051971" y="1736884"/>
                </a:cubicBezTo>
                <a:cubicBezTo>
                  <a:pt x="2051971" y="1737074"/>
                  <a:pt x="2051971" y="1737265"/>
                  <a:pt x="2051971" y="1737455"/>
                </a:cubicBezTo>
                <a:cubicBezTo>
                  <a:pt x="2051971" y="1738027"/>
                  <a:pt x="2051876" y="1738598"/>
                  <a:pt x="2051590" y="1739170"/>
                </a:cubicBezTo>
                <a:cubicBezTo>
                  <a:pt x="2050923" y="1740694"/>
                  <a:pt x="2049780" y="1741837"/>
                  <a:pt x="2048256" y="1742503"/>
                </a:cubicBezTo>
                <a:cubicBezTo>
                  <a:pt x="2046732" y="1743170"/>
                  <a:pt x="2045113" y="1743075"/>
                  <a:pt x="2043589" y="1742503"/>
                </a:cubicBezTo>
                <a:cubicBezTo>
                  <a:pt x="2042065" y="1741837"/>
                  <a:pt x="2040922" y="1740694"/>
                  <a:pt x="2040255" y="1739170"/>
                </a:cubicBezTo>
                <a:cubicBezTo>
                  <a:pt x="2039017" y="1736027"/>
                  <a:pt x="2040446" y="1732407"/>
                  <a:pt x="2043589" y="1731169"/>
                </a:cubicBezTo>
                <a:close/>
                <a:moveTo>
                  <a:pt x="2188845" y="2815400"/>
                </a:moveTo>
                <a:lnTo>
                  <a:pt x="2174843" y="2802446"/>
                </a:lnTo>
                <a:lnTo>
                  <a:pt x="2178082" y="2798921"/>
                </a:lnTo>
                <a:lnTo>
                  <a:pt x="2192084" y="2811875"/>
                </a:lnTo>
                <a:lnTo>
                  <a:pt x="2188845" y="2815400"/>
                </a:lnTo>
                <a:close/>
                <a:moveTo>
                  <a:pt x="2167604" y="2866549"/>
                </a:moveTo>
                <a:lnTo>
                  <a:pt x="2180654" y="2852642"/>
                </a:lnTo>
                <a:lnTo>
                  <a:pt x="2184178" y="2855881"/>
                </a:lnTo>
                <a:lnTo>
                  <a:pt x="2171129" y="2869787"/>
                </a:lnTo>
                <a:lnTo>
                  <a:pt x="2167604" y="2866549"/>
                </a:lnTo>
                <a:close/>
                <a:moveTo>
                  <a:pt x="2160937" y="2789492"/>
                </a:moveTo>
                <a:lnTo>
                  <a:pt x="2146935" y="2776538"/>
                </a:lnTo>
                <a:lnTo>
                  <a:pt x="2150174" y="2773013"/>
                </a:lnTo>
                <a:lnTo>
                  <a:pt x="2164175" y="2785967"/>
                </a:lnTo>
                <a:lnTo>
                  <a:pt x="2160937" y="2789492"/>
                </a:lnTo>
                <a:close/>
                <a:moveTo>
                  <a:pt x="2767108" y="791718"/>
                </a:moveTo>
                <a:lnTo>
                  <a:pt x="2767394" y="643128"/>
                </a:lnTo>
                <a:lnTo>
                  <a:pt x="2770823" y="643128"/>
                </a:lnTo>
                <a:cubicBezTo>
                  <a:pt x="2777109" y="643128"/>
                  <a:pt x="2782348" y="637985"/>
                  <a:pt x="2782348" y="631603"/>
                </a:cubicBezTo>
                <a:lnTo>
                  <a:pt x="2782348" y="580263"/>
                </a:lnTo>
                <a:cubicBezTo>
                  <a:pt x="2782348" y="573977"/>
                  <a:pt x="2777204" y="568738"/>
                  <a:pt x="2770823" y="568738"/>
                </a:cubicBezTo>
                <a:lnTo>
                  <a:pt x="2767394" y="568738"/>
                </a:lnTo>
                <a:lnTo>
                  <a:pt x="2767394" y="487871"/>
                </a:lnTo>
                <a:lnTo>
                  <a:pt x="2772823" y="487871"/>
                </a:lnTo>
                <a:cubicBezTo>
                  <a:pt x="2774156" y="487871"/>
                  <a:pt x="2775204" y="486823"/>
                  <a:pt x="2775204" y="485489"/>
                </a:cubicBezTo>
                <a:lnTo>
                  <a:pt x="2775204" y="467487"/>
                </a:lnTo>
                <a:cubicBezTo>
                  <a:pt x="2775204" y="466154"/>
                  <a:pt x="2774156" y="465106"/>
                  <a:pt x="2772823" y="465106"/>
                </a:cubicBezTo>
                <a:lnTo>
                  <a:pt x="2754821" y="465106"/>
                </a:lnTo>
                <a:cubicBezTo>
                  <a:pt x="2753487" y="465106"/>
                  <a:pt x="2752439" y="466154"/>
                  <a:pt x="2752439" y="467487"/>
                </a:cubicBezTo>
                <a:lnTo>
                  <a:pt x="2752439" y="485489"/>
                </a:lnTo>
                <a:cubicBezTo>
                  <a:pt x="2752439" y="486823"/>
                  <a:pt x="2753487" y="487871"/>
                  <a:pt x="2754821" y="487871"/>
                </a:cubicBezTo>
                <a:lnTo>
                  <a:pt x="2760250" y="487871"/>
                </a:lnTo>
                <a:lnTo>
                  <a:pt x="2760250" y="568738"/>
                </a:lnTo>
                <a:lnTo>
                  <a:pt x="2756821" y="568738"/>
                </a:lnTo>
                <a:cubicBezTo>
                  <a:pt x="2750534" y="568738"/>
                  <a:pt x="2745296" y="573881"/>
                  <a:pt x="2745296" y="580263"/>
                </a:cubicBezTo>
                <a:lnTo>
                  <a:pt x="2745296" y="631603"/>
                </a:lnTo>
                <a:cubicBezTo>
                  <a:pt x="2745296" y="637889"/>
                  <a:pt x="2750439" y="643128"/>
                  <a:pt x="2756821" y="643128"/>
                </a:cubicBezTo>
                <a:lnTo>
                  <a:pt x="2760250" y="643128"/>
                </a:lnTo>
                <a:lnTo>
                  <a:pt x="2759964" y="790575"/>
                </a:lnTo>
                <a:lnTo>
                  <a:pt x="2713959" y="838676"/>
                </a:lnTo>
                <a:cubicBezTo>
                  <a:pt x="2711101" y="836962"/>
                  <a:pt x="2707862" y="835914"/>
                  <a:pt x="2704338" y="835914"/>
                </a:cubicBezTo>
                <a:cubicBezTo>
                  <a:pt x="2694146" y="835914"/>
                  <a:pt x="2685955" y="844201"/>
                  <a:pt x="2685955" y="854297"/>
                </a:cubicBezTo>
                <a:cubicBezTo>
                  <a:pt x="2685955" y="857822"/>
                  <a:pt x="2687003" y="861060"/>
                  <a:pt x="2688717" y="863918"/>
                </a:cubicBezTo>
                <a:cubicBezTo>
                  <a:pt x="2688717" y="863918"/>
                  <a:pt x="2688622" y="863918"/>
                  <a:pt x="2688527" y="863918"/>
                </a:cubicBezTo>
                <a:lnTo>
                  <a:pt x="2656618" y="896874"/>
                </a:lnTo>
                <a:lnTo>
                  <a:pt x="2657189" y="998506"/>
                </a:lnTo>
                <a:lnTo>
                  <a:pt x="2613184" y="1040130"/>
                </a:lnTo>
                <a:lnTo>
                  <a:pt x="2576227" y="1040130"/>
                </a:lnTo>
                <a:cubicBezTo>
                  <a:pt x="2574512" y="1030224"/>
                  <a:pt x="2565940" y="1022604"/>
                  <a:pt x="2555558" y="1022604"/>
                </a:cubicBezTo>
                <a:cubicBezTo>
                  <a:pt x="2543937" y="1022604"/>
                  <a:pt x="2534507" y="1032034"/>
                  <a:pt x="2534507" y="1043654"/>
                </a:cubicBezTo>
                <a:cubicBezTo>
                  <a:pt x="2534507" y="1055275"/>
                  <a:pt x="2543937" y="1064705"/>
                  <a:pt x="2555558" y="1064705"/>
                </a:cubicBezTo>
                <a:cubicBezTo>
                  <a:pt x="2565940" y="1064705"/>
                  <a:pt x="2574512" y="1057085"/>
                  <a:pt x="2576227" y="1047179"/>
                </a:cubicBezTo>
                <a:lnTo>
                  <a:pt x="2615946" y="1047179"/>
                </a:lnTo>
                <a:lnTo>
                  <a:pt x="2664238" y="1001459"/>
                </a:lnTo>
                <a:lnTo>
                  <a:pt x="2663667" y="899732"/>
                </a:lnTo>
                <a:lnTo>
                  <a:pt x="2693384" y="868966"/>
                </a:lnTo>
                <a:cubicBezTo>
                  <a:pt x="2696432" y="871252"/>
                  <a:pt x="2700147" y="872585"/>
                  <a:pt x="2704243" y="872585"/>
                </a:cubicBezTo>
                <a:cubicBezTo>
                  <a:pt x="2714435" y="872585"/>
                  <a:pt x="2722626" y="864299"/>
                  <a:pt x="2722626" y="854202"/>
                </a:cubicBezTo>
                <a:cubicBezTo>
                  <a:pt x="2722626" y="850202"/>
                  <a:pt x="2721293" y="846487"/>
                  <a:pt x="2719102" y="843439"/>
                </a:cubicBezTo>
                <a:lnTo>
                  <a:pt x="2765965" y="794099"/>
                </a:lnTo>
                <a:cubicBezTo>
                  <a:pt x="2766632" y="793433"/>
                  <a:pt x="2767013" y="792575"/>
                  <a:pt x="2767013" y="791623"/>
                </a:cubicBezTo>
                <a:close/>
                <a:moveTo>
                  <a:pt x="2555558" y="1058799"/>
                </a:moveTo>
                <a:cubicBezTo>
                  <a:pt x="2547271" y="1058799"/>
                  <a:pt x="2540413" y="1052036"/>
                  <a:pt x="2540413" y="1043654"/>
                </a:cubicBezTo>
                <a:cubicBezTo>
                  <a:pt x="2540413" y="1035272"/>
                  <a:pt x="2547176" y="1028510"/>
                  <a:pt x="2555558" y="1028510"/>
                </a:cubicBezTo>
                <a:cubicBezTo>
                  <a:pt x="2563940" y="1028510"/>
                  <a:pt x="2570702" y="1035272"/>
                  <a:pt x="2570702" y="1043654"/>
                </a:cubicBezTo>
                <a:cubicBezTo>
                  <a:pt x="2570702" y="1052036"/>
                  <a:pt x="2563940" y="1058799"/>
                  <a:pt x="2555558" y="1058799"/>
                </a:cubicBezTo>
                <a:close/>
                <a:moveTo>
                  <a:pt x="2704338" y="865537"/>
                </a:moveTo>
                <a:cubicBezTo>
                  <a:pt x="2698147" y="865537"/>
                  <a:pt x="2693099" y="860489"/>
                  <a:pt x="2693099" y="854297"/>
                </a:cubicBezTo>
                <a:cubicBezTo>
                  <a:pt x="2693099" y="848106"/>
                  <a:pt x="2698147" y="843058"/>
                  <a:pt x="2704338" y="843058"/>
                </a:cubicBezTo>
                <a:cubicBezTo>
                  <a:pt x="2710529" y="843058"/>
                  <a:pt x="2715578" y="848106"/>
                  <a:pt x="2715578" y="854297"/>
                </a:cubicBezTo>
                <a:cubicBezTo>
                  <a:pt x="2715578" y="860489"/>
                  <a:pt x="2710529" y="865537"/>
                  <a:pt x="2704338" y="865537"/>
                </a:cubicBezTo>
                <a:close/>
                <a:moveTo>
                  <a:pt x="2757202" y="483203"/>
                </a:moveTo>
                <a:lnTo>
                  <a:pt x="2757202" y="469964"/>
                </a:lnTo>
                <a:lnTo>
                  <a:pt x="2770442" y="469964"/>
                </a:lnTo>
                <a:lnTo>
                  <a:pt x="2770442" y="483203"/>
                </a:lnTo>
                <a:lnTo>
                  <a:pt x="2757202" y="483203"/>
                </a:lnTo>
                <a:close/>
                <a:moveTo>
                  <a:pt x="2752535" y="580263"/>
                </a:moveTo>
                <a:cubicBezTo>
                  <a:pt x="2752535" y="577882"/>
                  <a:pt x="2754440" y="575882"/>
                  <a:pt x="2756916" y="575882"/>
                </a:cubicBezTo>
                <a:lnTo>
                  <a:pt x="2770918" y="575882"/>
                </a:lnTo>
                <a:cubicBezTo>
                  <a:pt x="2773299" y="575882"/>
                  <a:pt x="2775299" y="577787"/>
                  <a:pt x="2775299" y="580263"/>
                </a:cubicBezTo>
                <a:lnTo>
                  <a:pt x="2775299" y="589217"/>
                </a:lnTo>
                <a:lnTo>
                  <a:pt x="2752630" y="589217"/>
                </a:lnTo>
                <a:lnTo>
                  <a:pt x="2752630" y="580263"/>
                </a:lnTo>
                <a:close/>
                <a:moveTo>
                  <a:pt x="2756821" y="635889"/>
                </a:moveTo>
                <a:cubicBezTo>
                  <a:pt x="2754440" y="635889"/>
                  <a:pt x="2752439" y="633984"/>
                  <a:pt x="2752439" y="631508"/>
                </a:cubicBezTo>
                <a:lnTo>
                  <a:pt x="2752439" y="619792"/>
                </a:lnTo>
                <a:lnTo>
                  <a:pt x="2775109" y="619792"/>
                </a:lnTo>
                <a:lnTo>
                  <a:pt x="2775109" y="631508"/>
                </a:lnTo>
                <a:cubicBezTo>
                  <a:pt x="2775109" y="633889"/>
                  <a:pt x="2773204" y="635889"/>
                  <a:pt x="2770727" y="635889"/>
                </a:cubicBezTo>
                <a:lnTo>
                  <a:pt x="2756726" y="635889"/>
                </a:lnTo>
                <a:close/>
                <a:moveTo>
                  <a:pt x="2024253" y="1917287"/>
                </a:moveTo>
                <a:lnTo>
                  <a:pt x="2010728" y="1917287"/>
                </a:lnTo>
                <a:cubicBezTo>
                  <a:pt x="2006822" y="1917287"/>
                  <a:pt x="2003584" y="1920431"/>
                  <a:pt x="2003584" y="1924431"/>
                </a:cubicBezTo>
                <a:lnTo>
                  <a:pt x="2003584" y="1937957"/>
                </a:lnTo>
                <a:cubicBezTo>
                  <a:pt x="2003584" y="1941862"/>
                  <a:pt x="2006822" y="1945100"/>
                  <a:pt x="2010728" y="1945100"/>
                </a:cubicBezTo>
                <a:lnTo>
                  <a:pt x="2024253" y="1945100"/>
                </a:lnTo>
                <a:cubicBezTo>
                  <a:pt x="2028158" y="1945100"/>
                  <a:pt x="2031397" y="1941957"/>
                  <a:pt x="2031397" y="1937957"/>
                </a:cubicBezTo>
                <a:lnTo>
                  <a:pt x="2031397" y="1931384"/>
                </a:lnTo>
                <a:lnTo>
                  <a:pt x="2048637" y="1931384"/>
                </a:lnTo>
                <a:lnTo>
                  <a:pt x="2063401" y="1916811"/>
                </a:lnTo>
                <a:lnTo>
                  <a:pt x="2063401" y="1860518"/>
                </a:lnTo>
                <a:lnTo>
                  <a:pt x="2067782" y="1860518"/>
                </a:lnTo>
                <a:cubicBezTo>
                  <a:pt x="2070354" y="1860518"/>
                  <a:pt x="2072545" y="1858423"/>
                  <a:pt x="2072545" y="1855756"/>
                </a:cubicBezTo>
                <a:lnTo>
                  <a:pt x="2072545" y="1842230"/>
                </a:lnTo>
                <a:cubicBezTo>
                  <a:pt x="2072545" y="1839659"/>
                  <a:pt x="2070449" y="1837468"/>
                  <a:pt x="2067782" y="1837468"/>
                </a:cubicBezTo>
                <a:lnTo>
                  <a:pt x="2054257" y="1837468"/>
                </a:lnTo>
                <a:cubicBezTo>
                  <a:pt x="2051685" y="1837468"/>
                  <a:pt x="2049494" y="1839563"/>
                  <a:pt x="2049494" y="1842230"/>
                </a:cubicBezTo>
                <a:lnTo>
                  <a:pt x="2049494" y="1855756"/>
                </a:lnTo>
                <a:cubicBezTo>
                  <a:pt x="2049494" y="1858328"/>
                  <a:pt x="2051590" y="1860518"/>
                  <a:pt x="2054257" y="1860518"/>
                </a:cubicBezTo>
                <a:lnTo>
                  <a:pt x="2058638" y="1860518"/>
                </a:lnTo>
                <a:lnTo>
                  <a:pt x="2058638" y="1914906"/>
                </a:lnTo>
                <a:lnTo>
                  <a:pt x="2046732" y="1926622"/>
                </a:lnTo>
                <a:lnTo>
                  <a:pt x="2031492" y="1926622"/>
                </a:lnTo>
                <a:lnTo>
                  <a:pt x="2031492" y="1924431"/>
                </a:lnTo>
                <a:cubicBezTo>
                  <a:pt x="2031492" y="1920526"/>
                  <a:pt x="2028349" y="1917287"/>
                  <a:pt x="2024348" y="1917287"/>
                </a:cubicBezTo>
                <a:close/>
                <a:moveTo>
                  <a:pt x="2026634" y="1937957"/>
                </a:moveTo>
                <a:cubicBezTo>
                  <a:pt x="2026634" y="1939290"/>
                  <a:pt x="2025587" y="1940338"/>
                  <a:pt x="2024253" y="1940338"/>
                </a:cubicBezTo>
                <a:lnTo>
                  <a:pt x="2010728" y="1940338"/>
                </a:lnTo>
                <a:cubicBezTo>
                  <a:pt x="2009394" y="1940338"/>
                  <a:pt x="2008346" y="1939290"/>
                  <a:pt x="2008346" y="1937957"/>
                </a:cubicBezTo>
                <a:lnTo>
                  <a:pt x="2008346" y="1924431"/>
                </a:lnTo>
                <a:cubicBezTo>
                  <a:pt x="2008346" y="1923098"/>
                  <a:pt x="2009394" y="1922050"/>
                  <a:pt x="2010728" y="1922050"/>
                </a:cubicBezTo>
                <a:lnTo>
                  <a:pt x="2024253" y="1922050"/>
                </a:lnTo>
                <a:cubicBezTo>
                  <a:pt x="2025587" y="1922050"/>
                  <a:pt x="2026634" y="1923098"/>
                  <a:pt x="2026634" y="1924431"/>
                </a:cubicBezTo>
                <a:lnTo>
                  <a:pt x="2026634" y="1937957"/>
                </a:lnTo>
                <a:close/>
                <a:moveTo>
                  <a:pt x="2133029" y="1032129"/>
                </a:moveTo>
                <a:cubicBezTo>
                  <a:pt x="2139791" y="1041273"/>
                  <a:pt x="2152650" y="1043273"/>
                  <a:pt x="2161794" y="1036511"/>
                </a:cubicBezTo>
                <a:cubicBezTo>
                  <a:pt x="2164556" y="1034510"/>
                  <a:pt x="2166652" y="1031843"/>
                  <a:pt x="2167985" y="1028891"/>
                </a:cubicBezTo>
                <a:lnTo>
                  <a:pt x="2186845" y="1038225"/>
                </a:lnTo>
                <a:cubicBezTo>
                  <a:pt x="2187321" y="1038511"/>
                  <a:pt x="2187893" y="1038606"/>
                  <a:pt x="2188464" y="1038606"/>
                </a:cubicBezTo>
                <a:lnTo>
                  <a:pt x="2426684" y="1038606"/>
                </a:lnTo>
                <a:cubicBezTo>
                  <a:pt x="2427637" y="1038606"/>
                  <a:pt x="2428589" y="1038225"/>
                  <a:pt x="2429256" y="1037558"/>
                </a:cubicBezTo>
                <a:lnTo>
                  <a:pt x="2466689" y="999839"/>
                </a:lnTo>
                <a:lnTo>
                  <a:pt x="2582132" y="998315"/>
                </a:lnTo>
                <a:cubicBezTo>
                  <a:pt x="2582990" y="998315"/>
                  <a:pt x="2583942" y="997934"/>
                  <a:pt x="2584513" y="997363"/>
                </a:cubicBezTo>
                <a:lnTo>
                  <a:pt x="2621280" y="962216"/>
                </a:lnTo>
                <a:cubicBezTo>
                  <a:pt x="2621947" y="961549"/>
                  <a:pt x="2622423" y="960596"/>
                  <a:pt x="2622423" y="959644"/>
                </a:cubicBezTo>
                <a:lnTo>
                  <a:pt x="2622137" y="886111"/>
                </a:lnTo>
                <a:lnTo>
                  <a:pt x="2628995" y="877919"/>
                </a:lnTo>
                <a:cubicBezTo>
                  <a:pt x="2631186" y="878681"/>
                  <a:pt x="2633663" y="879158"/>
                  <a:pt x="2636330" y="879158"/>
                </a:cubicBezTo>
                <a:cubicBezTo>
                  <a:pt x="2646617" y="879158"/>
                  <a:pt x="2654903" y="870871"/>
                  <a:pt x="2654903" y="860774"/>
                </a:cubicBezTo>
                <a:cubicBezTo>
                  <a:pt x="2654903" y="855631"/>
                  <a:pt x="2652713" y="850964"/>
                  <a:pt x="2649188" y="847630"/>
                </a:cubicBezTo>
                <a:lnTo>
                  <a:pt x="2718721" y="772097"/>
                </a:lnTo>
                <a:cubicBezTo>
                  <a:pt x="2719292" y="771430"/>
                  <a:pt x="2719673" y="770573"/>
                  <a:pt x="2719673" y="769715"/>
                </a:cubicBezTo>
                <a:lnTo>
                  <a:pt x="2719673" y="643319"/>
                </a:lnTo>
                <a:lnTo>
                  <a:pt x="2723102" y="643319"/>
                </a:lnTo>
                <a:cubicBezTo>
                  <a:pt x="2729389" y="643319"/>
                  <a:pt x="2734628" y="638175"/>
                  <a:pt x="2734628" y="631793"/>
                </a:cubicBezTo>
                <a:lnTo>
                  <a:pt x="2734628" y="580454"/>
                </a:lnTo>
                <a:cubicBezTo>
                  <a:pt x="2734628" y="574167"/>
                  <a:pt x="2729484" y="568928"/>
                  <a:pt x="2723102" y="568928"/>
                </a:cubicBezTo>
                <a:lnTo>
                  <a:pt x="2719673" y="568928"/>
                </a:lnTo>
                <a:lnTo>
                  <a:pt x="2719673" y="487871"/>
                </a:lnTo>
                <a:cubicBezTo>
                  <a:pt x="2723674" y="486442"/>
                  <a:pt x="2726531" y="482632"/>
                  <a:pt x="2726531" y="478155"/>
                </a:cubicBezTo>
                <a:cubicBezTo>
                  <a:pt x="2726531" y="472440"/>
                  <a:pt x="2721864" y="467773"/>
                  <a:pt x="2716149" y="467773"/>
                </a:cubicBezTo>
                <a:cubicBezTo>
                  <a:pt x="2710434" y="467773"/>
                  <a:pt x="2705767" y="472440"/>
                  <a:pt x="2705767" y="478155"/>
                </a:cubicBezTo>
                <a:cubicBezTo>
                  <a:pt x="2705767" y="482632"/>
                  <a:pt x="2708624" y="486347"/>
                  <a:pt x="2712625" y="487871"/>
                </a:cubicBezTo>
                <a:lnTo>
                  <a:pt x="2712625" y="568928"/>
                </a:lnTo>
                <a:lnTo>
                  <a:pt x="2709196" y="568928"/>
                </a:lnTo>
                <a:cubicBezTo>
                  <a:pt x="2702909" y="568928"/>
                  <a:pt x="2697671" y="574072"/>
                  <a:pt x="2697671" y="580454"/>
                </a:cubicBezTo>
                <a:lnTo>
                  <a:pt x="2697671" y="631793"/>
                </a:lnTo>
                <a:cubicBezTo>
                  <a:pt x="2697671" y="638080"/>
                  <a:pt x="2702814" y="643319"/>
                  <a:pt x="2709196" y="643319"/>
                </a:cubicBezTo>
                <a:lnTo>
                  <a:pt x="2712625" y="643319"/>
                </a:lnTo>
                <a:lnTo>
                  <a:pt x="2712625" y="768382"/>
                </a:lnTo>
                <a:lnTo>
                  <a:pt x="2643092" y="843915"/>
                </a:lnTo>
                <a:cubicBezTo>
                  <a:pt x="2640997" y="843058"/>
                  <a:pt x="2638711" y="842582"/>
                  <a:pt x="2636330" y="842582"/>
                </a:cubicBezTo>
                <a:cubicBezTo>
                  <a:pt x="2626043" y="842582"/>
                  <a:pt x="2617756" y="850868"/>
                  <a:pt x="2617756" y="860965"/>
                </a:cubicBezTo>
                <a:cubicBezTo>
                  <a:pt x="2617756" y="866585"/>
                  <a:pt x="2619566" y="871157"/>
                  <a:pt x="2622804" y="874300"/>
                </a:cubicBezTo>
                <a:lnTo>
                  <a:pt x="2615755" y="882682"/>
                </a:lnTo>
                <a:cubicBezTo>
                  <a:pt x="2615184" y="883349"/>
                  <a:pt x="2614898" y="884111"/>
                  <a:pt x="2614898" y="884968"/>
                </a:cubicBezTo>
                <a:lnTo>
                  <a:pt x="2615184" y="958310"/>
                </a:lnTo>
                <a:lnTo>
                  <a:pt x="2580513" y="991457"/>
                </a:lnTo>
                <a:lnTo>
                  <a:pt x="2465070" y="992981"/>
                </a:lnTo>
                <a:cubicBezTo>
                  <a:pt x="2464118" y="992981"/>
                  <a:pt x="2463260" y="993362"/>
                  <a:pt x="2462594" y="994029"/>
                </a:cubicBezTo>
                <a:lnTo>
                  <a:pt x="2425160" y="1031748"/>
                </a:lnTo>
                <a:lnTo>
                  <a:pt x="2189226" y="1031748"/>
                </a:lnTo>
                <a:lnTo>
                  <a:pt x="2169890" y="1022223"/>
                </a:lnTo>
                <a:cubicBezTo>
                  <a:pt x="2170367" y="1017365"/>
                  <a:pt x="2169224" y="1012317"/>
                  <a:pt x="2166080" y="1008126"/>
                </a:cubicBezTo>
                <a:cubicBezTo>
                  <a:pt x="2162080" y="1002602"/>
                  <a:pt x="2155793" y="999744"/>
                  <a:pt x="2149507" y="999744"/>
                </a:cubicBezTo>
                <a:cubicBezTo>
                  <a:pt x="2145316" y="999744"/>
                  <a:pt x="2141030" y="1001077"/>
                  <a:pt x="2137410" y="1003745"/>
                </a:cubicBezTo>
                <a:cubicBezTo>
                  <a:pt x="2128266" y="1010412"/>
                  <a:pt x="2126266" y="1023366"/>
                  <a:pt x="2133029" y="1032510"/>
                </a:cubicBezTo>
                <a:close/>
                <a:moveTo>
                  <a:pt x="2704814" y="580263"/>
                </a:moveTo>
                <a:cubicBezTo>
                  <a:pt x="2704814" y="577882"/>
                  <a:pt x="2706719" y="575882"/>
                  <a:pt x="2709196" y="575882"/>
                </a:cubicBezTo>
                <a:lnTo>
                  <a:pt x="2723198" y="575882"/>
                </a:lnTo>
                <a:cubicBezTo>
                  <a:pt x="2725579" y="575882"/>
                  <a:pt x="2727579" y="577787"/>
                  <a:pt x="2727579" y="580263"/>
                </a:cubicBezTo>
                <a:lnTo>
                  <a:pt x="2727579" y="589217"/>
                </a:lnTo>
                <a:lnTo>
                  <a:pt x="2704910" y="589217"/>
                </a:lnTo>
                <a:lnTo>
                  <a:pt x="2704910" y="580263"/>
                </a:lnTo>
                <a:close/>
                <a:moveTo>
                  <a:pt x="2709196" y="635889"/>
                </a:moveTo>
                <a:cubicBezTo>
                  <a:pt x="2706815" y="635889"/>
                  <a:pt x="2704814" y="633984"/>
                  <a:pt x="2704814" y="631508"/>
                </a:cubicBezTo>
                <a:lnTo>
                  <a:pt x="2704814" y="619792"/>
                </a:lnTo>
                <a:lnTo>
                  <a:pt x="2727484" y="619792"/>
                </a:lnTo>
                <a:lnTo>
                  <a:pt x="2727484" y="631508"/>
                </a:lnTo>
                <a:cubicBezTo>
                  <a:pt x="2727484" y="633889"/>
                  <a:pt x="2725579" y="635889"/>
                  <a:pt x="2723102" y="635889"/>
                </a:cubicBezTo>
                <a:lnTo>
                  <a:pt x="2709101" y="635889"/>
                </a:lnTo>
                <a:close/>
                <a:moveTo>
                  <a:pt x="2636330" y="848677"/>
                </a:moveTo>
                <a:cubicBezTo>
                  <a:pt x="2642997" y="848677"/>
                  <a:pt x="2648426" y="854012"/>
                  <a:pt x="2648426" y="860679"/>
                </a:cubicBezTo>
                <a:cubicBezTo>
                  <a:pt x="2648426" y="867347"/>
                  <a:pt x="2642997" y="872681"/>
                  <a:pt x="2636330" y="872681"/>
                </a:cubicBezTo>
                <a:cubicBezTo>
                  <a:pt x="2628614" y="872681"/>
                  <a:pt x="2624233" y="868299"/>
                  <a:pt x="2624233" y="860679"/>
                </a:cubicBezTo>
                <a:cubicBezTo>
                  <a:pt x="2624233" y="854107"/>
                  <a:pt x="2629662" y="848677"/>
                  <a:pt x="2636330" y="848677"/>
                </a:cubicBezTo>
                <a:close/>
                <a:moveTo>
                  <a:pt x="2141601" y="1009174"/>
                </a:moveTo>
                <a:cubicBezTo>
                  <a:pt x="2147507" y="1004792"/>
                  <a:pt x="2155984" y="1006126"/>
                  <a:pt x="2160365" y="1012031"/>
                </a:cubicBezTo>
                <a:cubicBezTo>
                  <a:pt x="2164747" y="1018032"/>
                  <a:pt x="2163413" y="1026414"/>
                  <a:pt x="2157508" y="1030796"/>
                </a:cubicBezTo>
                <a:cubicBezTo>
                  <a:pt x="2155127" y="1032510"/>
                  <a:pt x="2152364" y="1033367"/>
                  <a:pt x="2149602" y="1033367"/>
                </a:cubicBezTo>
                <a:cubicBezTo>
                  <a:pt x="2145506" y="1033367"/>
                  <a:pt x="2141411" y="1031462"/>
                  <a:pt x="2138744" y="1027938"/>
                </a:cubicBezTo>
                <a:cubicBezTo>
                  <a:pt x="2134362" y="1021937"/>
                  <a:pt x="2135696" y="1013555"/>
                  <a:pt x="2141601" y="1009174"/>
                </a:cubicBezTo>
                <a:close/>
                <a:moveTo>
                  <a:pt x="1986248" y="2052352"/>
                </a:moveTo>
                <a:lnTo>
                  <a:pt x="2030825" y="2095976"/>
                </a:lnTo>
                <a:cubicBezTo>
                  <a:pt x="2030825" y="2095976"/>
                  <a:pt x="2031873" y="2096643"/>
                  <a:pt x="2032445" y="2096643"/>
                </a:cubicBezTo>
                <a:lnTo>
                  <a:pt x="2032445" y="2096643"/>
                </a:lnTo>
                <a:cubicBezTo>
                  <a:pt x="2033111" y="2096643"/>
                  <a:pt x="2033683" y="2096357"/>
                  <a:pt x="2034159" y="2095881"/>
                </a:cubicBezTo>
                <a:lnTo>
                  <a:pt x="2065020" y="2061401"/>
                </a:lnTo>
                <a:cubicBezTo>
                  <a:pt x="2065020" y="2061401"/>
                  <a:pt x="2065592" y="2060353"/>
                  <a:pt x="2065592" y="2059781"/>
                </a:cubicBezTo>
                <a:lnTo>
                  <a:pt x="2065592" y="1979867"/>
                </a:lnTo>
                <a:lnTo>
                  <a:pt x="2070354" y="1979867"/>
                </a:lnTo>
                <a:cubicBezTo>
                  <a:pt x="2074069" y="1979867"/>
                  <a:pt x="2077117" y="1976819"/>
                  <a:pt x="2077117" y="1973104"/>
                </a:cubicBezTo>
                <a:lnTo>
                  <a:pt x="2077117" y="1969580"/>
                </a:lnTo>
                <a:cubicBezTo>
                  <a:pt x="2077117" y="1965865"/>
                  <a:pt x="2074069" y="1962817"/>
                  <a:pt x="2070354" y="1962817"/>
                </a:cubicBezTo>
                <a:lnTo>
                  <a:pt x="2056162" y="1962817"/>
                </a:lnTo>
                <a:cubicBezTo>
                  <a:pt x="2052447" y="1962817"/>
                  <a:pt x="2049399" y="1965865"/>
                  <a:pt x="2049399" y="1969580"/>
                </a:cubicBezTo>
                <a:lnTo>
                  <a:pt x="2049399" y="1973104"/>
                </a:lnTo>
                <a:cubicBezTo>
                  <a:pt x="2049399" y="1976819"/>
                  <a:pt x="2052447" y="1979867"/>
                  <a:pt x="2056162" y="1979867"/>
                </a:cubicBezTo>
                <a:lnTo>
                  <a:pt x="2060924" y="1979867"/>
                </a:lnTo>
                <a:lnTo>
                  <a:pt x="2060924" y="2058829"/>
                </a:lnTo>
                <a:lnTo>
                  <a:pt x="2032254" y="2090833"/>
                </a:lnTo>
                <a:lnTo>
                  <a:pt x="1990153" y="2049590"/>
                </a:lnTo>
                <a:lnTo>
                  <a:pt x="1990153" y="2002441"/>
                </a:lnTo>
                <a:cubicBezTo>
                  <a:pt x="1992059" y="2001679"/>
                  <a:pt x="1993678" y="2000060"/>
                  <a:pt x="1994154" y="1997964"/>
                </a:cubicBezTo>
                <a:cubicBezTo>
                  <a:pt x="1995011" y="1994440"/>
                  <a:pt x="1992725" y="1990916"/>
                  <a:pt x="1989201" y="1990058"/>
                </a:cubicBezTo>
                <a:cubicBezTo>
                  <a:pt x="1985677" y="1989201"/>
                  <a:pt x="1982153" y="1991487"/>
                  <a:pt x="1981295" y="1995011"/>
                </a:cubicBezTo>
                <a:cubicBezTo>
                  <a:pt x="1980533" y="1998250"/>
                  <a:pt x="1982343" y="2001298"/>
                  <a:pt x="1985296" y="2002536"/>
                </a:cubicBezTo>
                <a:lnTo>
                  <a:pt x="1985296" y="2050732"/>
                </a:lnTo>
                <a:cubicBezTo>
                  <a:pt x="1985296" y="2051399"/>
                  <a:pt x="1985582" y="2051971"/>
                  <a:pt x="1986058" y="2052447"/>
                </a:cubicBezTo>
                <a:close/>
                <a:moveTo>
                  <a:pt x="2056257" y="1975104"/>
                </a:moveTo>
                <a:cubicBezTo>
                  <a:pt x="2055114" y="1975104"/>
                  <a:pt x="2054257" y="1974247"/>
                  <a:pt x="2054257" y="1973104"/>
                </a:cubicBezTo>
                <a:lnTo>
                  <a:pt x="2054257" y="1969580"/>
                </a:lnTo>
                <a:cubicBezTo>
                  <a:pt x="2054257" y="1968437"/>
                  <a:pt x="2055114" y="1967579"/>
                  <a:pt x="2056257" y="1967579"/>
                </a:cubicBezTo>
                <a:lnTo>
                  <a:pt x="2070449" y="1967579"/>
                </a:lnTo>
                <a:cubicBezTo>
                  <a:pt x="2071592" y="1967579"/>
                  <a:pt x="2072450" y="1968437"/>
                  <a:pt x="2072450" y="1969580"/>
                </a:cubicBezTo>
                <a:lnTo>
                  <a:pt x="2072450" y="1973104"/>
                </a:lnTo>
                <a:cubicBezTo>
                  <a:pt x="2072450" y="1974247"/>
                  <a:pt x="2071592" y="1975104"/>
                  <a:pt x="2070449" y="1975104"/>
                </a:cubicBezTo>
                <a:lnTo>
                  <a:pt x="2056257" y="1975104"/>
                </a:lnTo>
                <a:close/>
                <a:moveTo>
                  <a:pt x="2140363" y="1019937"/>
                </a:moveTo>
                <a:cubicBezTo>
                  <a:pt x="2140363" y="1014889"/>
                  <a:pt x="2144459" y="1010793"/>
                  <a:pt x="2149507" y="1010793"/>
                </a:cubicBezTo>
                <a:cubicBezTo>
                  <a:pt x="2154555" y="1010793"/>
                  <a:pt x="2158651" y="1014889"/>
                  <a:pt x="2158651" y="1019937"/>
                </a:cubicBezTo>
                <a:cubicBezTo>
                  <a:pt x="2158651" y="1024985"/>
                  <a:pt x="2154555" y="1029081"/>
                  <a:pt x="2149507" y="1029081"/>
                </a:cubicBezTo>
                <a:cubicBezTo>
                  <a:pt x="2144459" y="1029081"/>
                  <a:pt x="2140363" y="1024985"/>
                  <a:pt x="2140363" y="1019937"/>
                </a:cubicBezTo>
                <a:close/>
                <a:moveTo>
                  <a:pt x="2111216" y="1805083"/>
                </a:moveTo>
                <a:lnTo>
                  <a:pt x="2118741" y="1805083"/>
                </a:lnTo>
                <a:cubicBezTo>
                  <a:pt x="2123218" y="1805083"/>
                  <a:pt x="2126837" y="1801559"/>
                  <a:pt x="2126837" y="1797272"/>
                </a:cubicBezTo>
                <a:lnTo>
                  <a:pt x="2126837" y="1792129"/>
                </a:lnTo>
                <a:lnTo>
                  <a:pt x="2175891" y="1792129"/>
                </a:lnTo>
                <a:lnTo>
                  <a:pt x="2194084" y="1804702"/>
                </a:lnTo>
                <a:lnTo>
                  <a:pt x="2275999" y="1804702"/>
                </a:lnTo>
                <a:lnTo>
                  <a:pt x="2275999" y="1814703"/>
                </a:lnTo>
                <a:cubicBezTo>
                  <a:pt x="2275999" y="1819466"/>
                  <a:pt x="2279904" y="1823466"/>
                  <a:pt x="2284667" y="1823466"/>
                </a:cubicBezTo>
                <a:lnTo>
                  <a:pt x="2432685" y="1823466"/>
                </a:lnTo>
                <a:cubicBezTo>
                  <a:pt x="2437448" y="1823466"/>
                  <a:pt x="2441448" y="1819561"/>
                  <a:pt x="2441448" y="1814703"/>
                </a:cubicBezTo>
                <a:lnTo>
                  <a:pt x="2441448" y="1805940"/>
                </a:lnTo>
                <a:lnTo>
                  <a:pt x="2564321" y="1806702"/>
                </a:lnTo>
                <a:lnTo>
                  <a:pt x="2606135" y="1766888"/>
                </a:lnTo>
                <a:lnTo>
                  <a:pt x="2605754" y="1640586"/>
                </a:lnTo>
                <a:lnTo>
                  <a:pt x="2626709" y="1618964"/>
                </a:lnTo>
                <a:lnTo>
                  <a:pt x="2649093" y="1618583"/>
                </a:lnTo>
                <a:lnTo>
                  <a:pt x="2649093" y="1620869"/>
                </a:lnTo>
                <a:cubicBezTo>
                  <a:pt x="2649093" y="1624775"/>
                  <a:pt x="2652332" y="1628013"/>
                  <a:pt x="2656237" y="1628013"/>
                </a:cubicBezTo>
                <a:lnTo>
                  <a:pt x="2669762" y="1628013"/>
                </a:lnTo>
                <a:cubicBezTo>
                  <a:pt x="2673668" y="1628013"/>
                  <a:pt x="2676906" y="1624870"/>
                  <a:pt x="2676906" y="1620869"/>
                </a:cubicBezTo>
                <a:lnTo>
                  <a:pt x="2676906" y="1618678"/>
                </a:lnTo>
                <a:lnTo>
                  <a:pt x="2692146" y="1618678"/>
                </a:lnTo>
                <a:lnTo>
                  <a:pt x="2704052" y="1630394"/>
                </a:lnTo>
                <a:lnTo>
                  <a:pt x="2704052" y="1684782"/>
                </a:lnTo>
                <a:lnTo>
                  <a:pt x="2699671" y="1684782"/>
                </a:lnTo>
                <a:cubicBezTo>
                  <a:pt x="2697099" y="1684782"/>
                  <a:pt x="2694909" y="1686878"/>
                  <a:pt x="2694909" y="1689545"/>
                </a:cubicBezTo>
                <a:lnTo>
                  <a:pt x="2694909" y="1703070"/>
                </a:lnTo>
                <a:cubicBezTo>
                  <a:pt x="2694909" y="1705642"/>
                  <a:pt x="2697004" y="1707832"/>
                  <a:pt x="2699671" y="1707832"/>
                </a:cubicBezTo>
                <a:lnTo>
                  <a:pt x="2713196" y="1707832"/>
                </a:lnTo>
                <a:cubicBezTo>
                  <a:pt x="2715768" y="1707832"/>
                  <a:pt x="2717959" y="1705737"/>
                  <a:pt x="2717959" y="1703070"/>
                </a:cubicBezTo>
                <a:lnTo>
                  <a:pt x="2717959" y="1689545"/>
                </a:lnTo>
                <a:cubicBezTo>
                  <a:pt x="2717959" y="1686973"/>
                  <a:pt x="2715863" y="1684782"/>
                  <a:pt x="2713196" y="1684782"/>
                </a:cubicBezTo>
                <a:lnTo>
                  <a:pt x="2708815" y="1684782"/>
                </a:lnTo>
                <a:lnTo>
                  <a:pt x="2708815" y="1628489"/>
                </a:lnTo>
                <a:lnTo>
                  <a:pt x="2694051" y="1613916"/>
                </a:lnTo>
                <a:lnTo>
                  <a:pt x="2676811" y="1613916"/>
                </a:lnTo>
                <a:lnTo>
                  <a:pt x="2676811" y="1607344"/>
                </a:lnTo>
                <a:cubicBezTo>
                  <a:pt x="2676811" y="1603439"/>
                  <a:pt x="2673668" y="1600200"/>
                  <a:pt x="2669667" y="1600200"/>
                </a:cubicBezTo>
                <a:lnTo>
                  <a:pt x="2656142" y="1600200"/>
                </a:lnTo>
                <a:cubicBezTo>
                  <a:pt x="2652236" y="1600200"/>
                  <a:pt x="2648998" y="1603343"/>
                  <a:pt x="2648998" y="1607344"/>
                </a:cubicBezTo>
                <a:lnTo>
                  <a:pt x="2648998" y="1613821"/>
                </a:lnTo>
                <a:lnTo>
                  <a:pt x="2624519" y="1614297"/>
                </a:lnTo>
                <a:lnTo>
                  <a:pt x="2600897" y="1638776"/>
                </a:lnTo>
                <a:lnTo>
                  <a:pt x="2601278" y="1764982"/>
                </a:lnTo>
                <a:lnTo>
                  <a:pt x="2562320" y="1802035"/>
                </a:lnTo>
                <a:lnTo>
                  <a:pt x="2441353" y="1801273"/>
                </a:lnTo>
                <a:lnTo>
                  <a:pt x="2441353" y="1792319"/>
                </a:lnTo>
                <a:cubicBezTo>
                  <a:pt x="2441353" y="1787557"/>
                  <a:pt x="2437448" y="1783556"/>
                  <a:pt x="2432590" y="1783556"/>
                </a:cubicBezTo>
                <a:lnTo>
                  <a:pt x="2284571" y="1783556"/>
                </a:lnTo>
                <a:cubicBezTo>
                  <a:pt x="2279809" y="1783556"/>
                  <a:pt x="2275904" y="1787462"/>
                  <a:pt x="2275904" y="1792319"/>
                </a:cubicBezTo>
                <a:lnTo>
                  <a:pt x="2275904" y="1800130"/>
                </a:lnTo>
                <a:lnTo>
                  <a:pt x="2195513" y="1800130"/>
                </a:lnTo>
                <a:lnTo>
                  <a:pt x="2177320" y="1787557"/>
                </a:lnTo>
                <a:lnTo>
                  <a:pt x="2126837" y="1787557"/>
                </a:lnTo>
                <a:lnTo>
                  <a:pt x="2126837" y="1771269"/>
                </a:lnTo>
                <a:lnTo>
                  <a:pt x="2177320" y="1771269"/>
                </a:lnTo>
                <a:lnTo>
                  <a:pt x="2195513" y="1758696"/>
                </a:lnTo>
                <a:lnTo>
                  <a:pt x="2277999" y="1758696"/>
                </a:lnTo>
                <a:lnTo>
                  <a:pt x="2277999" y="1765840"/>
                </a:lnTo>
                <a:cubicBezTo>
                  <a:pt x="2277999" y="1770602"/>
                  <a:pt x="2281904" y="1774603"/>
                  <a:pt x="2286762" y="1774603"/>
                </a:cubicBezTo>
                <a:lnTo>
                  <a:pt x="2430494" y="1774603"/>
                </a:lnTo>
                <a:cubicBezTo>
                  <a:pt x="2435257" y="1774603"/>
                  <a:pt x="2439257" y="1770698"/>
                  <a:pt x="2439257" y="1765840"/>
                </a:cubicBezTo>
                <a:lnTo>
                  <a:pt x="2439257" y="1761363"/>
                </a:lnTo>
                <a:lnTo>
                  <a:pt x="2538317" y="1761363"/>
                </a:lnTo>
                <a:cubicBezTo>
                  <a:pt x="2538317" y="1761363"/>
                  <a:pt x="2575084" y="1729740"/>
                  <a:pt x="2575084" y="1729740"/>
                </a:cubicBezTo>
                <a:lnTo>
                  <a:pt x="2574608" y="1617155"/>
                </a:lnTo>
                <a:lnTo>
                  <a:pt x="2599563" y="1591342"/>
                </a:lnTo>
                <a:lnTo>
                  <a:pt x="2621947" y="1590961"/>
                </a:lnTo>
                <a:cubicBezTo>
                  <a:pt x="2623090" y="1595152"/>
                  <a:pt x="2626709" y="1598295"/>
                  <a:pt x="2631186" y="1598295"/>
                </a:cubicBezTo>
                <a:cubicBezTo>
                  <a:pt x="2636520" y="1598295"/>
                  <a:pt x="2640902" y="1593914"/>
                  <a:pt x="2640902" y="1588580"/>
                </a:cubicBezTo>
                <a:cubicBezTo>
                  <a:pt x="2640902" y="1583246"/>
                  <a:pt x="2636520" y="1578864"/>
                  <a:pt x="2631186" y="1578864"/>
                </a:cubicBezTo>
                <a:cubicBezTo>
                  <a:pt x="2626614" y="1578864"/>
                  <a:pt x="2622995" y="1582103"/>
                  <a:pt x="2621947" y="1586294"/>
                </a:cubicBezTo>
                <a:lnTo>
                  <a:pt x="2597563" y="1586770"/>
                </a:lnTo>
                <a:lnTo>
                  <a:pt x="2569940" y="1615345"/>
                </a:lnTo>
                <a:lnTo>
                  <a:pt x="2570417" y="1727645"/>
                </a:lnTo>
                <a:lnTo>
                  <a:pt x="2536698" y="1756505"/>
                </a:lnTo>
                <a:lnTo>
                  <a:pt x="2439448" y="1756505"/>
                </a:lnTo>
                <a:cubicBezTo>
                  <a:pt x="2439448" y="1756505"/>
                  <a:pt x="2439448" y="1746695"/>
                  <a:pt x="2439448" y="1746695"/>
                </a:cubicBezTo>
                <a:cubicBezTo>
                  <a:pt x="2439448" y="1741932"/>
                  <a:pt x="2435543" y="1737932"/>
                  <a:pt x="2430685" y="1737932"/>
                </a:cubicBezTo>
                <a:lnTo>
                  <a:pt x="2286953" y="1737932"/>
                </a:lnTo>
                <a:cubicBezTo>
                  <a:pt x="2282190" y="1737932"/>
                  <a:pt x="2278190" y="1741837"/>
                  <a:pt x="2278190" y="1746695"/>
                </a:cubicBezTo>
                <a:lnTo>
                  <a:pt x="2278190" y="1753838"/>
                </a:lnTo>
                <a:lnTo>
                  <a:pt x="2194179" y="1753838"/>
                </a:lnTo>
                <a:lnTo>
                  <a:pt x="2175986" y="1766411"/>
                </a:lnTo>
                <a:lnTo>
                  <a:pt x="2126933" y="1766411"/>
                </a:lnTo>
                <a:cubicBezTo>
                  <a:pt x="2126933" y="1762030"/>
                  <a:pt x="2123313" y="1758506"/>
                  <a:pt x="2118836" y="1758506"/>
                </a:cubicBezTo>
                <a:lnTo>
                  <a:pt x="2111312" y="1758506"/>
                </a:lnTo>
                <a:cubicBezTo>
                  <a:pt x="2106835" y="1758506"/>
                  <a:pt x="2103215" y="1762030"/>
                  <a:pt x="2103215" y="1766316"/>
                </a:cubicBezTo>
                <a:lnTo>
                  <a:pt x="2103215" y="1779461"/>
                </a:lnTo>
                <a:lnTo>
                  <a:pt x="2054543" y="1778222"/>
                </a:lnTo>
                <a:lnTo>
                  <a:pt x="1950911" y="1927955"/>
                </a:lnTo>
                <a:lnTo>
                  <a:pt x="1882331" y="1927955"/>
                </a:lnTo>
                <a:cubicBezTo>
                  <a:pt x="1882331" y="1927955"/>
                  <a:pt x="1864424" y="1908239"/>
                  <a:pt x="1864424" y="1908239"/>
                </a:cubicBezTo>
                <a:lnTo>
                  <a:pt x="1801463" y="1908524"/>
                </a:lnTo>
                <a:lnTo>
                  <a:pt x="1801463" y="1906429"/>
                </a:lnTo>
                <a:cubicBezTo>
                  <a:pt x="1801463" y="1901476"/>
                  <a:pt x="1797463" y="1897380"/>
                  <a:pt x="1792415" y="1897380"/>
                </a:cubicBezTo>
                <a:lnTo>
                  <a:pt x="1782128" y="1897380"/>
                </a:lnTo>
                <a:cubicBezTo>
                  <a:pt x="1777175" y="1897380"/>
                  <a:pt x="1773079" y="1901381"/>
                  <a:pt x="1773079" y="1906429"/>
                </a:cubicBezTo>
                <a:lnTo>
                  <a:pt x="1773079" y="1916716"/>
                </a:lnTo>
                <a:cubicBezTo>
                  <a:pt x="1773079" y="1921669"/>
                  <a:pt x="1777079" y="1925765"/>
                  <a:pt x="1782128" y="1925765"/>
                </a:cubicBezTo>
                <a:lnTo>
                  <a:pt x="1792415" y="1925765"/>
                </a:lnTo>
                <a:cubicBezTo>
                  <a:pt x="1797368" y="1925765"/>
                  <a:pt x="1801463" y="1921764"/>
                  <a:pt x="1801463" y="1916716"/>
                </a:cubicBezTo>
                <a:lnTo>
                  <a:pt x="1801463" y="1913287"/>
                </a:lnTo>
                <a:lnTo>
                  <a:pt x="1862328" y="1913001"/>
                </a:lnTo>
                <a:lnTo>
                  <a:pt x="1880235" y="1932813"/>
                </a:lnTo>
                <a:lnTo>
                  <a:pt x="1953387" y="1932813"/>
                </a:lnTo>
                <a:cubicBezTo>
                  <a:pt x="1953387" y="1932813"/>
                  <a:pt x="2056924" y="1783080"/>
                  <a:pt x="2056924" y="1783080"/>
                </a:cubicBezTo>
                <a:lnTo>
                  <a:pt x="2103025" y="1784223"/>
                </a:lnTo>
                <a:lnTo>
                  <a:pt x="2103025" y="1781937"/>
                </a:lnTo>
                <a:cubicBezTo>
                  <a:pt x="2103025" y="1781937"/>
                  <a:pt x="2103025" y="1797368"/>
                  <a:pt x="2103025" y="1797368"/>
                </a:cubicBezTo>
                <a:cubicBezTo>
                  <a:pt x="2103025" y="1801654"/>
                  <a:pt x="2106644" y="1805178"/>
                  <a:pt x="2111121" y="1805178"/>
                </a:cubicBezTo>
                <a:close/>
                <a:moveTo>
                  <a:pt x="2653570" y="1607344"/>
                </a:moveTo>
                <a:cubicBezTo>
                  <a:pt x="2653570" y="1606010"/>
                  <a:pt x="2654618" y="1604963"/>
                  <a:pt x="2655951" y="1604963"/>
                </a:cubicBezTo>
                <a:lnTo>
                  <a:pt x="2669477" y="1604963"/>
                </a:lnTo>
                <a:cubicBezTo>
                  <a:pt x="2670810" y="1604963"/>
                  <a:pt x="2671858" y="1606010"/>
                  <a:pt x="2671858" y="1607344"/>
                </a:cubicBezTo>
                <a:lnTo>
                  <a:pt x="2671858" y="1620869"/>
                </a:lnTo>
                <a:cubicBezTo>
                  <a:pt x="2671858" y="1622203"/>
                  <a:pt x="2670810" y="1623251"/>
                  <a:pt x="2669477" y="1623251"/>
                </a:cubicBezTo>
                <a:lnTo>
                  <a:pt x="2655951" y="1623251"/>
                </a:lnTo>
                <a:cubicBezTo>
                  <a:pt x="2654618" y="1623251"/>
                  <a:pt x="2653570" y="1622203"/>
                  <a:pt x="2653570" y="1620869"/>
                </a:cubicBezTo>
                <a:lnTo>
                  <a:pt x="2653570" y="1607344"/>
                </a:lnTo>
                <a:close/>
                <a:moveTo>
                  <a:pt x="2280666" y="1792319"/>
                </a:moveTo>
                <a:cubicBezTo>
                  <a:pt x="2280666" y="1790128"/>
                  <a:pt x="2282476" y="1788319"/>
                  <a:pt x="2284571" y="1788319"/>
                </a:cubicBezTo>
                <a:lnTo>
                  <a:pt x="2432590" y="1788319"/>
                </a:lnTo>
                <a:cubicBezTo>
                  <a:pt x="2434781" y="1788319"/>
                  <a:pt x="2436590" y="1790128"/>
                  <a:pt x="2436590" y="1792319"/>
                </a:cubicBezTo>
                <a:lnTo>
                  <a:pt x="2436590" y="1814798"/>
                </a:lnTo>
                <a:cubicBezTo>
                  <a:pt x="2436590" y="1816989"/>
                  <a:pt x="2434781" y="1818799"/>
                  <a:pt x="2432590" y="1818799"/>
                </a:cubicBezTo>
                <a:lnTo>
                  <a:pt x="2284571" y="1818799"/>
                </a:lnTo>
                <a:cubicBezTo>
                  <a:pt x="2282381" y="1818799"/>
                  <a:pt x="2280666" y="1816989"/>
                  <a:pt x="2280666" y="1814798"/>
                </a:cubicBezTo>
                <a:lnTo>
                  <a:pt x="2280666" y="1792319"/>
                </a:lnTo>
                <a:close/>
                <a:moveTo>
                  <a:pt x="2631091" y="1583436"/>
                </a:moveTo>
                <a:cubicBezTo>
                  <a:pt x="2633853" y="1583436"/>
                  <a:pt x="2636044" y="1585627"/>
                  <a:pt x="2636044" y="1588389"/>
                </a:cubicBezTo>
                <a:cubicBezTo>
                  <a:pt x="2636044" y="1591151"/>
                  <a:pt x="2633853" y="1593342"/>
                  <a:pt x="2631091" y="1593342"/>
                </a:cubicBezTo>
                <a:cubicBezTo>
                  <a:pt x="2628329" y="1593342"/>
                  <a:pt x="2626138" y="1591151"/>
                  <a:pt x="2626138" y="1588389"/>
                </a:cubicBezTo>
                <a:cubicBezTo>
                  <a:pt x="2626138" y="1585627"/>
                  <a:pt x="2628329" y="1583436"/>
                  <a:pt x="2631091" y="1583436"/>
                </a:cubicBezTo>
                <a:close/>
                <a:moveTo>
                  <a:pt x="2282762" y="1746599"/>
                </a:moveTo>
                <a:cubicBezTo>
                  <a:pt x="2282762" y="1744409"/>
                  <a:pt x="2284571" y="1742599"/>
                  <a:pt x="2286762" y="1742599"/>
                </a:cubicBezTo>
                <a:lnTo>
                  <a:pt x="2430494" y="1742599"/>
                </a:lnTo>
                <a:cubicBezTo>
                  <a:pt x="2432685" y="1742599"/>
                  <a:pt x="2434495" y="1744409"/>
                  <a:pt x="2434495" y="1746599"/>
                </a:cubicBezTo>
                <a:lnTo>
                  <a:pt x="2434495" y="1765745"/>
                </a:lnTo>
                <a:cubicBezTo>
                  <a:pt x="2434495" y="1767935"/>
                  <a:pt x="2432685" y="1769745"/>
                  <a:pt x="2430494" y="1769745"/>
                </a:cubicBezTo>
                <a:lnTo>
                  <a:pt x="2286762" y="1769745"/>
                </a:lnTo>
                <a:cubicBezTo>
                  <a:pt x="2284571" y="1769745"/>
                  <a:pt x="2282762" y="1767935"/>
                  <a:pt x="2282762" y="1765745"/>
                </a:cubicBezTo>
                <a:lnTo>
                  <a:pt x="2282762" y="1746599"/>
                </a:lnTo>
                <a:close/>
                <a:moveTo>
                  <a:pt x="2106835" y="1766221"/>
                </a:moveTo>
                <a:cubicBezTo>
                  <a:pt x="2106835" y="1763935"/>
                  <a:pt x="2108835" y="1762030"/>
                  <a:pt x="2111216" y="1762030"/>
                </a:cubicBezTo>
                <a:lnTo>
                  <a:pt x="2118741" y="1762030"/>
                </a:lnTo>
                <a:cubicBezTo>
                  <a:pt x="2121122" y="1762030"/>
                  <a:pt x="2123123" y="1763935"/>
                  <a:pt x="2123123" y="1766221"/>
                </a:cubicBezTo>
                <a:lnTo>
                  <a:pt x="2123123" y="1771078"/>
                </a:lnTo>
                <a:lnTo>
                  <a:pt x="2106930" y="1771078"/>
                </a:lnTo>
                <a:lnTo>
                  <a:pt x="2106930" y="1766221"/>
                </a:lnTo>
                <a:close/>
                <a:moveTo>
                  <a:pt x="2106835" y="1790700"/>
                </a:moveTo>
                <a:lnTo>
                  <a:pt x="2123027" y="1790700"/>
                </a:lnTo>
                <a:lnTo>
                  <a:pt x="2123027" y="1797272"/>
                </a:lnTo>
                <a:cubicBezTo>
                  <a:pt x="2123027" y="1799558"/>
                  <a:pt x="2121027" y="1801463"/>
                  <a:pt x="2118646" y="1801463"/>
                </a:cubicBezTo>
                <a:lnTo>
                  <a:pt x="2111121" y="1801463"/>
                </a:lnTo>
                <a:cubicBezTo>
                  <a:pt x="2108740" y="1801463"/>
                  <a:pt x="2106740" y="1799558"/>
                  <a:pt x="2106740" y="1797272"/>
                </a:cubicBezTo>
                <a:lnTo>
                  <a:pt x="2106740" y="1790700"/>
                </a:lnTo>
                <a:close/>
                <a:moveTo>
                  <a:pt x="1796701" y="1916621"/>
                </a:moveTo>
                <a:cubicBezTo>
                  <a:pt x="1796701" y="1919002"/>
                  <a:pt x="1794796" y="1920907"/>
                  <a:pt x="1792415" y="1920907"/>
                </a:cubicBezTo>
                <a:lnTo>
                  <a:pt x="1782128" y="1920907"/>
                </a:lnTo>
                <a:cubicBezTo>
                  <a:pt x="1779746" y="1920907"/>
                  <a:pt x="1777841" y="1919002"/>
                  <a:pt x="1777841" y="1916621"/>
                </a:cubicBezTo>
                <a:lnTo>
                  <a:pt x="1777841" y="1906334"/>
                </a:lnTo>
                <a:cubicBezTo>
                  <a:pt x="1777841" y="1903952"/>
                  <a:pt x="1779746" y="1902047"/>
                  <a:pt x="1782128" y="1902047"/>
                </a:cubicBezTo>
                <a:lnTo>
                  <a:pt x="1792415" y="1902047"/>
                </a:lnTo>
                <a:cubicBezTo>
                  <a:pt x="1794796" y="1902047"/>
                  <a:pt x="1796701" y="1903952"/>
                  <a:pt x="1796701" y="1906334"/>
                </a:cubicBezTo>
                <a:lnTo>
                  <a:pt x="1796701" y="1916621"/>
                </a:lnTo>
                <a:close/>
                <a:moveTo>
                  <a:pt x="2078546" y="2756821"/>
                </a:moveTo>
                <a:lnTo>
                  <a:pt x="2097596" y="2756821"/>
                </a:lnTo>
                <a:lnTo>
                  <a:pt x="2097596" y="2761584"/>
                </a:lnTo>
                <a:lnTo>
                  <a:pt x="2078546" y="2761584"/>
                </a:lnTo>
                <a:lnTo>
                  <a:pt x="2078546" y="2756821"/>
                </a:lnTo>
                <a:close/>
                <a:moveTo>
                  <a:pt x="1974342" y="1965865"/>
                </a:moveTo>
                <a:lnTo>
                  <a:pt x="2002155" y="1965865"/>
                </a:lnTo>
                <a:cubicBezTo>
                  <a:pt x="2002155" y="1965865"/>
                  <a:pt x="2025396" y="1988915"/>
                  <a:pt x="2025396" y="1988915"/>
                </a:cubicBezTo>
                <a:lnTo>
                  <a:pt x="2025396" y="2023015"/>
                </a:lnTo>
                <a:cubicBezTo>
                  <a:pt x="2022253" y="2024444"/>
                  <a:pt x="2019967" y="2027587"/>
                  <a:pt x="2019967" y="2031206"/>
                </a:cubicBezTo>
                <a:cubicBezTo>
                  <a:pt x="2019967" y="2036159"/>
                  <a:pt x="2023967" y="2040160"/>
                  <a:pt x="2028920" y="2040160"/>
                </a:cubicBezTo>
                <a:cubicBezTo>
                  <a:pt x="2033873" y="2040160"/>
                  <a:pt x="2037874" y="2036159"/>
                  <a:pt x="2037874" y="2031206"/>
                </a:cubicBezTo>
                <a:cubicBezTo>
                  <a:pt x="2037874" y="2027492"/>
                  <a:pt x="2035683" y="2024444"/>
                  <a:pt x="2032445" y="2023015"/>
                </a:cubicBezTo>
                <a:lnTo>
                  <a:pt x="2032445" y="1985963"/>
                </a:lnTo>
                <a:lnTo>
                  <a:pt x="2004917" y="1958626"/>
                </a:lnTo>
                <a:lnTo>
                  <a:pt x="1971580" y="1958626"/>
                </a:lnTo>
                <a:cubicBezTo>
                  <a:pt x="1971580" y="1958626"/>
                  <a:pt x="1943005" y="1982343"/>
                  <a:pt x="1943005" y="1982343"/>
                </a:cubicBezTo>
                <a:lnTo>
                  <a:pt x="1943005" y="2014157"/>
                </a:lnTo>
                <a:lnTo>
                  <a:pt x="1939481" y="2014157"/>
                </a:lnTo>
                <a:cubicBezTo>
                  <a:pt x="1937099" y="2014157"/>
                  <a:pt x="1935099" y="2016157"/>
                  <a:pt x="1935099" y="2018538"/>
                </a:cubicBezTo>
                <a:lnTo>
                  <a:pt x="1935099" y="2022062"/>
                </a:lnTo>
                <a:cubicBezTo>
                  <a:pt x="1935099" y="2024444"/>
                  <a:pt x="1937099" y="2026444"/>
                  <a:pt x="1939481" y="2026444"/>
                </a:cubicBezTo>
                <a:lnTo>
                  <a:pt x="1953673" y="2026444"/>
                </a:lnTo>
                <a:cubicBezTo>
                  <a:pt x="1956054" y="2026444"/>
                  <a:pt x="1958054" y="2024444"/>
                  <a:pt x="1958054" y="2022062"/>
                </a:cubicBezTo>
                <a:lnTo>
                  <a:pt x="1958054" y="2018538"/>
                </a:lnTo>
                <a:cubicBezTo>
                  <a:pt x="1958054" y="2016157"/>
                  <a:pt x="1956054" y="2014157"/>
                  <a:pt x="1953673" y="2014157"/>
                </a:cubicBezTo>
                <a:lnTo>
                  <a:pt x="1950149" y="2014157"/>
                </a:lnTo>
                <a:lnTo>
                  <a:pt x="1950149" y="1985677"/>
                </a:lnTo>
                <a:lnTo>
                  <a:pt x="1974152" y="1965865"/>
                </a:lnTo>
                <a:close/>
                <a:moveTo>
                  <a:pt x="2029016" y="2027015"/>
                </a:moveTo>
                <a:cubicBezTo>
                  <a:pt x="2031302" y="2027015"/>
                  <a:pt x="2033207" y="2028920"/>
                  <a:pt x="2033207" y="2031206"/>
                </a:cubicBezTo>
                <a:cubicBezTo>
                  <a:pt x="2033207" y="2033492"/>
                  <a:pt x="2031302" y="2035397"/>
                  <a:pt x="2029016" y="2035397"/>
                </a:cubicBezTo>
                <a:cubicBezTo>
                  <a:pt x="2026730" y="2035397"/>
                  <a:pt x="2024825" y="2033492"/>
                  <a:pt x="2024825" y="2031206"/>
                </a:cubicBezTo>
                <a:cubicBezTo>
                  <a:pt x="2024825" y="2028920"/>
                  <a:pt x="2026730" y="2027015"/>
                  <a:pt x="2029016" y="2027015"/>
                </a:cubicBezTo>
                <a:close/>
                <a:moveTo>
                  <a:pt x="2149221" y="3216402"/>
                </a:moveTo>
                <a:cubicBezTo>
                  <a:pt x="2146649" y="3214497"/>
                  <a:pt x="2143697" y="3213640"/>
                  <a:pt x="2140744" y="3213640"/>
                </a:cubicBezTo>
                <a:cubicBezTo>
                  <a:pt x="2136362" y="3213640"/>
                  <a:pt x="2131981" y="3215640"/>
                  <a:pt x="2129219" y="3219450"/>
                </a:cubicBezTo>
                <a:cubicBezTo>
                  <a:pt x="2124551" y="3225832"/>
                  <a:pt x="2125885" y="3234785"/>
                  <a:pt x="2132267" y="3239453"/>
                </a:cubicBezTo>
                <a:cubicBezTo>
                  <a:pt x="2134076" y="3240786"/>
                  <a:pt x="2136172" y="3241643"/>
                  <a:pt x="2138363" y="3241929"/>
                </a:cubicBezTo>
                <a:lnTo>
                  <a:pt x="2138363" y="3251168"/>
                </a:lnTo>
                <a:lnTo>
                  <a:pt x="2143125" y="3251168"/>
                </a:lnTo>
                <a:lnTo>
                  <a:pt x="2143125" y="3241929"/>
                </a:lnTo>
                <a:cubicBezTo>
                  <a:pt x="2146840" y="3241262"/>
                  <a:pt x="2150078" y="3239357"/>
                  <a:pt x="2152269" y="3236309"/>
                </a:cubicBezTo>
                <a:cubicBezTo>
                  <a:pt x="2156936" y="3229928"/>
                  <a:pt x="2155603" y="3220974"/>
                  <a:pt x="2149221" y="3216307"/>
                </a:cubicBezTo>
                <a:close/>
                <a:moveTo>
                  <a:pt x="2142554" y="3239548"/>
                </a:moveTo>
                <a:cubicBezTo>
                  <a:pt x="2141982" y="3239548"/>
                  <a:pt x="2141315" y="3239643"/>
                  <a:pt x="2140744" y="3239643"/>
                </a:cubicBezTo>
                <a:cubicBezTo>
                  <a:pt x="2138267" y="3239643"/>
                  <a:pt x="2135886" y="3238881"/>
                  <a:pt x="2133886" y="3237357"/>
                </a:cubicBezTo>
                <a:cubicBezTo>
                  <a:pt x="2128647" y="3233547"/>
                  <a:pt x="2127599" y="3226213"/>
                  <a:pt x="2131409" y="3220974"/>
                </a:cubicBezTo>
                <a:cubicBezTo>
                  <a:pt x="2135219" y="3215830"/>
                  <a:pt x="2142554" y="3214688"/>
                  <a:pt x="2147792" y="3218498"/>
                </a:cubicBezTo>
                <a:cubicBezTo>
                  <a:pt x="2150269" y="3220307"/>
                  <a:pt x="2151983" y="3223070"/>
                  <a:pt x="2152460" y="3226118"/>
                </a:cubicBezTo>
                <a:cubicBezTo>
                  <a:pt x="2152936" y="3229166"/>
                  <a:pt x="2152174" y="3232309"/>
                  <a:pt x="2150364" y="3234785"/>
                </a:cubicBezTo>
                <a:cubicBezTo>
                  <a:pt x="2148554" y="3237262"/>
                  <a:pt x="2145792" y="3238976"/>
                  <a:pt x="2142744" y="3239453"/>
                </a:cubicBezTo>
                <a:close/>
                <a:moveTo>
                  <a:pt x="2716149" y="3228404"/>
                </a:moveTo>
                <a:lnTo>
                  <a:pt x="2721864" y="3234023"/>
                </a:lnTo>
                <a:cubicBezTo>
                  <a:pt x="2722912" y="3235071"/>
                  <a:pt x="2724341" y="3235643"/>
                  <a:pt x="2725769" y="3235643"/>
                </a:cubicBezTo>
                <a:cubicBezTo>
                  <a:pt x="2727198" y="3235643"/>
                  <a:pt x="2728627" y="3235071"/>
                  <a:pt x="2729675" y="3234023"/>
                </a:cubicBezTo>
                <a:lnTo>
                  <a:pt x="2735390" y="3228309"/>
                </a:lnTo>
                <a:cubicBezTo>
                  <a:pt x="2737485" y="3226118"/>
                  <a:pt x="2737485" y="3222688"/>
                  <a:pt x="2735390" y="3220498"/>
                </a:cubicBezTo>
                <a:lnTo>
                  <a:pt x="2729675" y="3214783"/>
                </a:lnTo>
                <a:cubicBezTo>
                  <a:pt x="2729675" y="3214783"/>
                  <a:pt x="2728722" y="3214021"/>
                  <a:pt x="2728151" y="3213830"/>
                </a:cubicBezTo>
                <a:lnTo>
                  <a:pt x="2728151" y="3148679"/>
                </a:lnTo>
                <a:lnTo>
                  <a:pt x="2746343" y="3130677"/>
                </a:lnTo>
                <a:lnTo>
                  <a:pt x="2756440" y="3140393"/>
                </a:lnTo>
                <a:lnTo>
                  <a:pt x="2756440" y="3153728"/>
                </a:lnTo>
                <a:cubicBezTo>
                  <a:pt x="2754916" y="3154109"/>
                  <a:pt x="2753392" y="3154680"/>
                  <a:pt x="2752249" y="3155823"/>
                </a:cubicBezTo>
                <a:cubicBezTo>
                  <a:pt x="2750630" y="3157442"/>
                  <a:pt x="2749677" y="3159633"/>
                  <a:pt x="2749677" y="3161919"/>
                </a:cubicBezTo>
                <a:cubicBezTo>
                  <a:pt x="2749677" y="3164205"/>
                  <a:pt x="2750534" y="3166396"/>
                  <a:pt x="2752154" y="3168110"/>
                </a:cubicBezTo>
                <a:cubicBezTo>
                  <a:pt x="2753773" y="3169730"/>
                  <a:pt x="2755963" y="3170682"/>
                  <a:pt x="2758250" y="3170682"/>
                </a:cubicBezTo>
                <a:lnTo>
                  <a:pt x="2758250" y="3170682"/>
                </a:lnTo>
                <a:cubicBezTo>
                  <a:pt x="2763012" y="3170682"/>
                  <a:pt x="2766822" y="3166872"/>
                  <a:pt x="2766917" y="3162110"/>
                </a:cubicBezTo>
                <a:cubicBezTo>
                  <a:pt x="2766917" y="3159824"/>
                  <a:pt x="2766060" y="3157633"/>
                  <a:pt x="2764441" y="3155918"/>
                </a:cubicBezTo>
                <a:cubicBezTo>
                  <a:pt x="2763488" y="3154966"/>
                  <a:pt x="2762345" y="3154394"/>
                  <a:pt x="2761202" y="3153918"/>
                </a:cubicBezTo>
                <a:lnTo>
                  <a:pt x="2761202" y="3138392"/>
                </a:lnTo>
                <a:cubicBezTo>
                  <a:pt x="2761202" y="3138392"/>
                  <a:pt x="2749296" y="3126962"/>
                  <a:pt x="2749296" y="3126962"/>
                </a:cubicBezTo>
                <a:lnTo>
                  <a:pt x="2749296" y="3072479"/>
                </a:lnTo>
                <a:cubicBezTo>
                  <a:pt x="2749296" y="3072479"/>
                  <a:pt x="2771013" y="3047810"/>
                  <a:pt x="2771013" y="3047810"/>
                </a:cubicBezTo>
                <a:lnTo>
                  <a:pt x="2771299" y="2910840"/>
                </a:lnTo>
                <a:lnTo>
                  <a:pt x="2771299" y="2909983"/>
                </a:lnTo>
                <a:lnTo>
                  <a:pt x="2739295" y="2872550"/>
                </a:lnTo>
                <a:lnTo>
                  <a:pt x="2739295" y="2757678"/>
                </a:lnTo>
                <a:lnTo>
                  <a:pt x="2751392" y="2741486"/>
                </a:lnTo>
                <a:lnTo>
                  <a:pt x="2751392" y="2659856"/>
                </a:lnTo>
                <a:lnTo>
                  <a:pt x="2757869" y="2659856"/>
                </a:lnTo>
                <a:cubicBezTo>
                  <a:pt x="2761202" y="2659856"/>
                  <a:pt x="2763869" y="2657189"/>
                  <a:pt x="2763869" y="2653855"/>
                </a:cubicBezTo>
                <a:lnTo>
                  <a:pt x="2763869" y="2633758"/>
                </a:lnTo>
                <a:cubicBezTo>
                  <a:pt x="2763869" y="2630424"/>
                  <a:pt x="2761202" y="2627757"/>
                  <a:pt x="2757869" y="2627757"/>
                </a:cubicBezTo>
                <a:lnTo>
                  <a:pt x="2737771" y="2627757"/>
                </a:lnTo>
                <a:cubicBezTo>
                  <a:pt x="2734437" y="2627757"/>
                  <a:pt x="2731770" y="2630424"/>
                  <a:pt x="2731770" y="2633758"/>
                </a:cubicBezTo>
                <a:lnTo>
                  <a:pt x="2731770" y="2653855"/>
                </a:lnTo>
                <a:cubicBezTo>
                  <a:pt x="2731770" y="2657189"/>
                  <a:pt x="2734437" y="2659856"/>
                  <a:pt x="2737771" y="2659856"/>
                </a:cubicBezTo>
                <a:lnTo>
                  <a:pt x="2746629" y="2659856"/>
                </a:lnTo>
                <a:lnTo>
                  <a:pt x="2746629" y="2739867"/>
                </a:lnTo>
                <a:lnTo>
                  <a:pt x="2734532" y="2756059"/>
                </a:lnTo>
                <a:lnTo>
                  <a:pt x="2734532" y="2874264"/>
                </a:lnTo>
                <a:lnTo>
                  <a:pt x="2766536" y="2911697"/>
                </a:lnTo>
                <a:lnTo>
                  <a:pt x="2766251" y="3046000"/>
                </a:lnTo>
                <a:lnTo>
                  <a:pt x="2744629" y="3070670"/>
                </a:lnTo>
                <a:lnTo>
                  <a:pt x="2744629" y="3125819"/>
                </a:lnTo>
                <a:cubicBezTo>
                  <a:pt x="2744629" y="3125819"/>
                  <a:pt x="2723388" y="3146774"/>
                  <a:pt x="2723388" y="3146774"/>
                </a:cubicBezTo>
                <a:lnTo>
                  <a:pt x="2723388" y="3213926"/>
                </a:lnTo>
                <a:cubicBezTo>
                  <a:pt x="2722817" y="3214211"/>
                  <a:pt x="2722340" y="3214497"/>
                  <a:pt x="2721864" y="3214878"/>
                </a:cubicBezTo>
                <a:lnTo>
                  <a:pt x="2716149" y="3220593"/>
                </a:lnTo>
                <a:cubicBezTo>
                  <a:pt x="2714054" y="3222688"/>
                  <a:pt x="2714054" y="3226213"/>
                  <a:pt x="2716149" y="3228404"/>
                </a:cubicBezTo>
                <a:close/>
                <a:moveTo>
                  <a:pt x="2758250" y="3158204"/>
                </a:moveTo>
                <a:lnTo>
                  <a:pt x="2758250" y="3158204"/>
                </a:lnTo>
                <a:cubicBezTo>
                  <a:pt x="2759297" y="3158204"/>
                  <a:pt x="2760250" y="3158585"/>
                  <a:pt x="2761012" y="3159347"/>
                </a:cubicBezTo>
                <a:cubicBezTo>
                  <a:pt x="2761774" y="3160109"/>
                  <a:pt x="2762155" y="3161062"/>
                  <a:pt x="2762155" y="3162110"/>
                </a:cubicBezTo>
                <a:cubicBezTo>
                  <a:pt x="2762155" y="3164205"/>
                  <a:pt x="2760345" y="3166015"/>
                  <a:pt x="2758250" y="3166015"/>
                </a:cubicBezTo>
                <a:lnTo>
                  <a:pt x="2758250" y="3166015"/>
                </a:lnTo>
                <a:cubicBezTo>
                  <a:pt x="2757202" y="3166015"/>
                  <a:pt x="2756249" y="3165634"/>
                  <a:pt x="2755487" y="3164872"/>
                </a:cubicBezTo>
                <a:cubicBezTo>
                  <a:pt x="2754725" y="3164110"/>
                  <a:pt x="2754344" y="3163157"/>
                  <a:pt x="2754344" y="3162110"/>
                </a:cubicBezTo>
                <a:cubicBezTo>
                  <a:pt x="2754344" y="3161062"/>
                  <a:pt x="2754725" y="3160109"/>
                  <a:pt x="2755487" y="3159347"/>
                </a:cubicBezTo>
                <a:cubicBezTo>
                  <a:pt x="2756249" y="3158585"/>
                  <a:pt x="2757202" y="3158204"/>
                  <a:pt x="2758250" y="3158204"/>
                </a:cubicBezTo>
                <a:lnTo>
                  <a:pt x="2758250" y="3158204"/>
                </a:lnTo>
                <a:close/>
                <a:moveTo>
                  <a:pt x="2725198" y="3218307"/>
                </a:moveTo>
                <a:cubicBezTo>
                  <a:pt x="2725198" y="3218307"/>
                  <a:pt x="2725579" y="3218117"/>
                  <a:pt x="2725769" y="3218117"/>
                </a:cubicBezTo>
                <a:cubicBezTo>
                  <a:pt x="2725960" y="3218117"/>
                  <a:pt x="2726150" y="3218117"/>
                  <a:pt x="2726246" y="3218307"/>
                </a:cubicBezTo>
                <a:lnTo>
                  <a:pt x="2731961" y="3224022"/>
                </a:lnTo>
                <a:cubicBezTo>
                  <a:pt x="2731961" y="3224022"/>
                  <a:pt x="2732246" y="3224784"/>
                  <a:pt x="2731961" y="3225070"/>
                </a:cubicBezTo>
                <a:lnTo>
                  <a:pt x="2726246" y="3230690"/>
                </a:lnTo>
                <a:cubicBezTo>
                  <a:pt x="2726246" y="3230690"/>
                  <a:pt x="2725484" y="3230975"/>
                  <a:pt x="2725198" y="3230690"/>
                </a:cubicBezTo>
                <a:lnTo>
                  <a:pt x="2719578" y="3225070"/>
                </a:lnTo>
                <a:cubicBezTo>
                  <a:pt x="2719578" y="3225070"/>
                  <a:pt x="2719292" y="3224308"/>
                  <a:pt x="2719578" y="3224022"/>
                </a:cubicBezTo>
                <a:lnTo>
                  <a:pt x="2725293" y="3218307"/>
                </a:lnTo>
                <a:close/>
                <a:moveTo>
                  <a:pt x="2088071" y="2736342"/>
                </a:moveTo>
                <a:lnTo>
                  <a:pt x="2088071" y="2726627"/>
                </a:lnTo>
                <a:cubicBezTo>
                  <a:pt x="2088071" y="2725103"/>
                  <a:pt x="2089309" y="2723960"/>
                  <a:pt x="2090738" y="2723960"/>
                </a:cubicBezTo>
                <a:lnTo>
                  <a:pt x="2100453" y="2723960"/>
                </a:lnTo>
                <a:cubicBezTo>
                  <a:pt x="2101977" y="2723960"/>
                  <a:pt x="2103120" y="2725198"/>
                  <a:pt x="2103120" y="2726627"/>
                </a:cubicBezTo>
                <a:lnTo>
                  <a:pt x="2103120" y="2736342"/>
                </a:lnTo>
                <a:cubicBezTo>
                  <a:pt x="2103120" y="2737866"/>
                  <a:pt x="2101882" y="2739009"/>
                  <a:pt x="2100453" y="2739009"/>
                </a:cubicBezTo>
                <a:lnTo>
                  <a:pt x="2090738" y="2739009"/>
                </a:lnTo>
                <a:cubicBezTo>
                  <a:pt x="2089214" y="2739009"/>
                  <a:pt x="2088071" y="2737771"/>
                  <a:pt x="2088071" y="2736342"/>
                </a:cubicBezTo>
                <a:close/>
                <a:moveTo>
                  <a:pt x="3055525" y="2039207"/>
                </a:moveTo>
                <a:lnTo>
                  <a:pt x="3114770" y="2039207"/>
                </a:lnTo>
                <a:lnTo>
                  <a:pt x="3114770" y="2029682"/>
                </a:lnTo>
                <a:lnTo>
                  <a:pt x="3052096" y="2029682"/>
                </a:lnTo>
                <a:lnTo>
                  <a:pt x="3013234" y="2061496"/>
                </a:lnTo>
                <a:lnTo>
                  <a:pt x="2791492" y="2061496"/>
                </a:lnTo>
                <a:lnTo>
                  <a:pt x="2774252" y="2044446"/>
                </a:lnTo>
                <a:cubicBezTo>
                  <a:pt x="2776061" y="2041303"/>
                  <a:pt x="2777204" y="2037588"/>
                  <a:pt x="2777204" y="2033683"/>
                </a:cubicBezTo>
                <a:cubicBezTo>
                  <a:pt x="2777204" y="2021777"/>
                  <a:pt x="2767489" y="2012061"/>
                  <a:pt x="2755583" y="2012061"/>
                </a:cubicBezTo>
                <a:cubicBezTo>
                  <a:pt x="2743676" y="2012061"/>
                  <a:pt x="2733961" y="2021777"/>
                  <a:pt x="2733961" y="2033683"/>
                </a:cubicBezTo>
                <a:cubicBezTo>
                  <a:pt x="2733961" y="2045589"/>
                  <a:pt x="2743676" y="2055305"/>
                  <a:pt x="2755583" y="2055305"/>
                </a:cubicBezTo>
                <a:cubicBezTo>
                  <a:pt x="2760059" y="2055305"/>
                  <a:pt x="2764250" y="2053876"/>
                  <a:pt x="2767775" y="2051495"/>
                </a:cubicBezTo>
                <a:lnTo>
                  <a:pt x="2787587" y="2071021"/>
                </a:lnTo>
                <a:lnTo>
                  <a:pt x="3016663" y="2071021"/>
                </a:lnTo>
                <a:lnTo>
                  <a:pt x="3055525" y="2039207"/>
                </a:lnTo>
                <a:close/>
                <a:moveTo>
                  <a:pt x="2755678" y="2047303"/>
                </a:moveTo>
                <a:cubicBezTo>
                  <a:pt x="2748153" y="2047303"/>
                  <a:pt x="2742057" y="2041207"/>
                  <a:pt x="2742057" y="2033683"/>
                </a:cubicBezTo>
                <a:cubicBezTo>
                  <a:pt x="2742057" y="2026158"/>
                  <a:pt x="2748153" y="2020062"/>
                  <a:pt x="2755678" y="2020062"/>
                </a:cubicBezTo>
                <a:cubicBezTo>
                  <a:pt x="2763203" y="2020062"/>
                  <a:pt x="2769299" y="2026158"/>
                  <a:pt x="2769299" y="2033683"/>
                </a:cubicBezTo>
                <a:cubicBezTo>
                  <a:pt x="2769299" y="2041207"/>
                  <a:pt x="2763203" y="2047303"/>
                  <a:pt x="2755678" y="2047303"/>
                </a:cubicBezTo>
                <a:close/>
                <a:moveTo>
                  <a:pt x="2257711" y="3114104"/>
                </a:moveTo>
                <a:cubicBezTo>
                  <a:pt x="2257711" y="3110198"/>
                  <a:pt x="2260854" y="3107055"/>
                  <a:pt x="2264759" y="3107055"/>
                </a:cubicBezTo>
                <a:cubicBezTo>
                  <a:pt x="2268665" y="3107055"/>
                  <a:pt x="2271808" y="3110198"/>
                  <a:pt x="2271808" y="3114104"/>
                </a:cubicBezTo>
                <a:cubicBezTo>
                  <a:pt x="2271808" y="3118009"/>
                  <a:pt x="2268665" y="3121152"/>
                  <a:pt x="2264759" y="3121152"/>
                </a:cubicBezTo>
                <a:cubicBezTo>
                  <a:pt x="2260854" y="3121152"/>
                  <a:pt x="2257711" y="3118009"/>
                  <a:pt x="2257711" y="3114104"/>
                </a:cubicBezTo>
                <a:close/>
                <a:moveTo>
                  <a:pt x="2719578" y="1871663"/>
                </a:moveTo>
                <a:lnTo>
                  <a:pt x="2733009" y="1871663"/>
                </a:lnTo>
                <a:lnTo>
                  <a:pt x="2773680" y="1912715"/>
                </a:lnTo>
                <a:lnTo>
                  <a:pt x="2866263" y="1912715"/>
                </a:lnTo>
                <a:lnTo>
                  <a:pt x="2874740" y="1921002"/>
                </a:lnTo>
                <a:lnTo>
                  <a:pt x="2955703" y="1921002"/>
                </a:lnTo>
                <a:cubicBezTo>
                  <a:pt x="2956846" y="1927003"/>
                  <a:pt x="2962085" y="1931480"/>
                  <a:pt x="2968371" y="1931480"/>
                </a:cubicBezTo>
                <a:cubicBezTo>
                  <a:pt x="2975515" y="1931480"/>
                  <a:pt x="2981230" y="1925669"/>
                  <a:pt x="2981230" y="1918621"/>
                </a:cubicBezTo>
                <a:cubicBezTo>
                  <a:pt x="2981230" y="1911572"/>
                  <a:pt x="2975420" y="1905762"/>
                  <a:pt x="2968371" y="1905762"/>
                </a:cubicBezTo>
                <a:cubicBezTo>
                  <a:pt x="2962085" y="1905762"/>
                  <a:pt x="2956846" y="1910334"/>
                  <a:pt x="2955703" y="1916240"/>
                </a:cubicBezTo>
                <a:lnTo>
                  <a:pt x="2876645" y="1916240"/>
                </a:lnTo>
                <a:lnTo>
                  <a:pt x="2868168" y="1907953"/>
                </a:lnTo>
                <a:lnTo>
                  <a:pt x="2775585" y="1907953"/>
                </a:lnTo>
                <a:lnTo>
                  <a:pt x="2737104" y="1869186"/>
                </a:lnTo>
                <a:cubicBezTo>
                  <a:pt x="2737485" y="1868519"/>
                  <a:pt x="2737771" y="1867757"/>
                  <a:pt x="2737771" y="1866995"/>
                </a:cubicBezTo>
                <a:lnTo>
                  <a:pt x="2737771" y="1853470"/>
                </a:lnTo>
                <a:cubicBezTo>
                  <a:pt x="2737771" y="1850898"/>
                  <a:pt x="2735675" y="1848707"/>
                  <a:pt x="2733009" y="1848707"/>
                </a:cubicBezTo>
                <a:lnTo>
                  <a:pt x="2719483" y="1848707"/>
                </a:lnTo>
                <a:cubicBezTo>
                  <a:pt x="2716911" y="1848707"/>
                  <a:pt x="2714720" y="1850803"/>
                  <a:pt x="2714720" y="1853470"/>
                </a:cubicBezTo>
                <a:lnTo>
                  <a:pt x="2714720" y="1859947"/>
                </a:lnTo>
                <a:lnTo>
                  <a:pt x="2691194" y="1859947"/>
                </a:lnTo>
                <a:lnTo>
                  <a:pt x="2644997" y="1900047"/>
                </a:lnTo>
                <a:lnTo>
                  <a:pt x="2644617" y="2207800"/>
                </a:lnTo>
                <a:lnTo>
                  <a:pt x="2644617" y="2208657"/>
                </a:lnTo>
                <a:lnTo>
                  <a:pt x="2667953" y="2235518"/>
                </a:lnTo>
                <a:lnTo>
                  <a:pt x="2667667" y="2298764"/>
                </a:lnTo>
                <a:lnTo>
                  <a:pt x="2692622" y="2326100"/>
                </a:lnTo>
                <a:cubicBezTo>
                  <a:pt x="2690432" y="2329339"/>
                  <a:pt x="2689384" y="2333339"/>
                  <a:pt x="2690336" y="2337435"/>
                </a:cubicBezTo>
                <a:cubicBezTo>
                  <a:pt x="2691194" y="2341245"/>
                  <a:pt x="2693384" y="2344388"/>
                  <a:pt x="2696718" y="2346484"/>
                </a:cubicBezTo>
                <a:cubicBezTo>
                  <a:pt x="2699099" y="2348008"/>
                  <a:pt x="2701767" y="2348770"/>
                  <a:pt x="2704434" y="2348770"/>
                </a:cubicBezTo>
                <a:cubicBezTo>
                  <a:pt x="2705481" y="2348770"/>
                  <a:pt x="2706529" y="2348675"/>
                  <a:pt x="2707577" y="2348389"/>
                </a:cubicBezTo>
                <a:cubicBezTo>
                  <a:pt x="2711387" y="2347532"/>
                  <a:pt x="2714530" y="2345341"/>
                  <a:pt x="2716625" y="2342007"/>
                </a:cubicBezTo>
                <a:cubicBezTo>
                  <a:pt x="2718721" y="2338769"/>
                  <a:pt x="2719388" y="2334863"/>
                  <a:pt x="2718530" y="2331149"/>
                </a:cubicBezTo>
                <a:cubicBezTo>
                  <a:pt x="2717673" y="2327339"/>
                  <a:pt x="2715482" y="2324195"/>
                  <a:pt x="2712149" y="2322100"/>
                </a:cubicBezTo>
                <a:cubicBezTo>
                  <a:pt x="2708910" y="2320004"/>
                  <a:pt x="2705100" y="2319338"/>
                  <a:pt x="2701290" y="2320195"/>
                </a:cubicBezTo>
                <a:cubicBezTo>
                  <a:pt x="2699290" y="2320671"/>
                  <a:pt x="2697480" y="2321528"/>
                  <a:pt x="2695956" y="2322671"/>
                </a:cubicBezTo>
                <a:lnTo>
                  <a:pt x="2672429" y="2296954"/>
                </a:lnTo>
                <a:lnTo>
                  <a:pt x="2672715" y="2233803"/>
                </a:lnTo>
                <a:lnTo>
                  <a:pt x="2649379" y="2206943"/>
                </a:lnTo>
                <a:lnTo>
                  <a:pt x="2649760" y="1902238"/>
                </a:lnTo>
                <a:lnTo>
                  <a:pt x="2693003" y="1864805"/>
                </a:lnTo>
                <a:lnTo>
                  <a:pt x="2714720" y="1864805"/>
                </a:lnTo>
                <a:lnTo>
                  <a:pt x="2714720" y="1867091"/>
                </a:lnTo>
                <a:cubicBezTo>
                  <a:pt x="2714720" y="1869662"/>
                  <a:pt x="2716816" y="1871853"/>
                  <a:pt x="2719483" y="1871853"/>
                </a:cubicBezTo>
                <a:close/>
                <a:moveTo>
                  <a:pt x="2968467" y="1910525"/>
                </a:moveTo>
                <a:cubicBezTo>
                  <a:pt x="2972943" y="1910525"/>
                  <a:pt x="2976563" y="1914144"/>
                  <a:pt x="2976563" y="1918621"/>
                </a:cubicBezTo>
                <a:cubicBezTo>
                  <a:pt x="2976563" y="1923098"/>
                  <a:pt x="2972943" y="1926717"/>
                  <a:pt x="2968467" y="1926717"/>
                </a:cubicBezTo>
                <a:cubicBezTo>
                  <a:pt x="2963990" y="1926717"/>
                  <a:pt x="2960370" y="1923098"/>
                  <a:pt x="2960370" y="1918621"/>
                </a:cubicBezTo>
                <a:cubicBezTo>
                  <a:pt x="2960370" y="1914144"/>
                  <a:pt x="2963990" y="1910525"/>
                  <a:pt x="2968467" y="1910525"/>
                </a:cubicBezTo>
                <a:close/>
                <a:moveTo>
                  <a:pt x="2702528" y="2324767"/>
                </a:moveTo>
                <a:cubicBezTo>
                  <a:pt x="2703195" y="2324576"/>
                  <a:pt x="2703957" y="2324576"/>
                  <a:pt x="2704624" y="2324576"/>
                </a:cubicBezTo>
                <a:cubicBezTo>
                  <a:pt x="2709101" y="2324576"/>
                  <a:pt x="2713101" y="2327624"/>
                  <a:pt x="2714054" y="2332196"/>
                </a:cubicBezTo>
                <a:cubicBezTo>
                  <a:pt x="2714625" y="2334768"/>
                  <a:pt x="2714149" y="2337340"/>
                  <a:pt x="2712720" y="2339531"/>
                </a:cubicBezTo>
                <a:cubicBezTo>
                  <a:pt x="2711292" y="2341721"/>
                  <a:pt x="2709196" y="2343245"/>
                  <a:pt x="2706624" y="2343817"/>
                </a:cubicBezTo>
                <a:cubicBezTo>
                  <a:pt x="2704052" y="2344388"/>
                  <a:pt x="2701480" y="2343912"/>
                  <a:pt x="2699290" y="2342579"/>
                </a:cubicBezTo>
                <a:cubicBezTo>
                  <a:pt x="2697099" y="2341150"/>
                  <a:pt x="2695575" y="2339054"/>
                  <a:pt x="2695004" y="2336483"/>
                </a:cubicBezTo>
                <a:cubicBezTo>
                  <a:pt x="2693861" y="2331244"/>
                  <a:pt x="2697194" y="2326100"/>
                  <a:pt x="2702338" y="2324957"/>
                </a:cubicBezTo>
                <a:close/>
                <a:moveTo>
                  <a:pt x="2700242" y="2013395"/>
                </a:moveTo>
                <a:cubicBezTo>
                  <a:pt x="2700242" y="2010918"/>
                  <a:pt x="2702243" y="2008918"/>
                  <a:pt x="2704719" y="2008918"/>
                </a:cubicBezTo>
                <a:cubicBezTo>
                  <a:pt x="2707196" y="2008918"/>
                  <a:pt x="2709196" y="2010918"/>
                  <a:pt x="2709196" y="2013395"/>
                </a:cubicBezTo>
                <a:cubicBezTo>
                  <a:pt x="2709196" y="2015871"/>
                  <a:pt x="2707196" y="2017871"/>
                  <a:pt x="2704719" y="2017871"/>
                </a:cubicBezTo>
                <a:cubicBezTo>
                  <a:pt x="2702243" y="2017871"/>
                  <a:pt x="2700242" y="2015871"/>
                  <a:pt x="2700242" y="2013395"/>
                </a:cubicBezTo>
                <a:close/>
                <a:moveTo>
                  <a:pt x="2701195" y="2273903"/>
                </a:moveTo>
                <a:cubicBezTo>
                  <a:pt x="2701195" y="2271427"/>
                  <a:pt x="2703195" y="2269427"/>
                  <a:pt x="2705672" y="2269427"/>
                </a:cubicBezTo>
                <a:cubicBezTo>
                  <a:pt x="2708148" y="2269427"/>
                  <a:pt x="2710148" y="2271427"/>
                  <a:pt x="2710148" y="2273903"/>
                </a:cubicBezTo>
                <a:cubicBezTo>
                  <a:pt x="2710148" y="2276380"/>
                  <a:pt x="2708148" y="2278380"/>
                  <a:pt x="2705672" y="2278380"/>
                </a:cubicBezTo>
                <a:cubicBezTo>
                  <a:pt x="2703195" y="2278380"/>
                  <a:pt x="2701195" y="2276380"/>
                  <a:pt x="2701195" y="2273903"/>
                </a:cubicBezTo>
                <a:close/>
                <a:moveTo>
                  <a:pt x="2256568" y="2929223"/>
                </a:moveTo>
                <a:lnTo>
                  <a:pt x="2269236" y="2914936"/>
                </a:lnTo>
                <a:lnTo>
                  <a:pt x="2272760" y="2918079"/>
                </a:lnTo>
                <a:lnTo>
                  <a:pt x="2260092" y="2932367"/>
                </a:lnTo>
                <a:lnTo>
                  <a:pt x="2256568" y="2929223"/>
                </a:lnTo>
                <a:close/>
                <a:moveTo>
                  <a:pt x="2281904" y="2900744"/>
                </a:moveTo>
                <a:lnTo>
                  <a:pt x="2294573" y="2886456"/>
                </a:lnTo>
                <a:lnTo>
                  <a:pt x="2298097" y="2889599"/>
                </a:lnTo>
                <a:lnTo>
                  <a:pt x="2285429" y="2903887"/>
                </a:lnTo>
                <a:lnTo>
                  <a:pt x="2281904" y="2900744"/>
                </a:lnTo>
                <a:close/>
                <a:moveTo>
                  <a:pt x="2755678" y="2023110"/>
                </a:moveTo>
                <a:cubicBezTo>
                  <a:pt x="2749868" y="2023110"/>
                  <a:pt x="2745200" y="2027873"/>
                  <a:pt x="2745200" y="2033588"/>
                </a:cubicBezTo>
                <a:cubicBezTo>
                  <a:pt x="2745200" y="2039303"/>
                  <a:pt x="2749963" y="2044065"/>
                  <a:pt x="2755678" y="2044065"/>
                </a:cubicBezTo>
                <a:cubicBezTo>
                  <a:pt x="2761393" y="2044065"/>
                  <a:pt x="2766155" y="2039303"/>
                  <a:pt x="2766155" y="2033588"/>
                </a:cubicBezTo>
                <a:cubicBezTo>
                  <a:pt x="2766155" y="2027873"/>
                  <a:pt x="2761393" y="2023110"/>
                  <a:pt x="2755678" y="2023110"/>
                </a:cubicBezTo>
                <a:close/>
                <a:moveTo>
                  <a:pt x="2755678" y="2040255"/>
                </a:moveTo>
                <a:cubicBezTo>
                  <a:pt x="2752059" y="2040255"/>
                  <a:pt x="2749010" y="2037302"/>
                  <a:pt x="2749010" y="2033588"/>
                </a:cubicBezTo>
                <a:cubicBezTo>
                  <a:pt x="2749010" y="2029873"/>
                  <a:pt x="2751963" y="2026920"/>
                  <a:pt x="2755678" y="2026920"/>
                </a:cubicBezTo>
                <a:cubicBezTo>
                  <a:pt x="2759393" y="2026920"/>
                  <a:pt x="2762345" y="2029873"/>
                  <a:pt x="2762345" y="2033588"/>
                </a:cubicBezTo>
                <a:cubicBezTo>
                  <a:pt x="2762345" y="2037302"/>
                  <a:pt x="2759393" y="2040255"/>
                  <a:pt x="2755678" y="2040255"/>
                </a:cubicBezTo>
                <a:close/>
                <a:moveTo>
                  <a:pt x="2801303" y="2331434"/>
                </a:moveTo>
                <a:lnTo>
                  <a:pt x="2808446" y="2331434"/>
                </a:lnTo>
                <a:lnTo>
                  <a:pt x="2808446" y="2335911"/>
                </a:lnTo>
                <a:lnTo>
                  <a:pt x="2814923" y="2335911"/>
                </a:lnTo>
                <a:cubicBezTo>
                  <a:pt x="2818257" y="2335911"/>
                  <a:pt x="2820924" y="2338578"/>
                  <a:pt x="2820924" y="2341912"/>
                </a:cubicBezTo>
                <a:lnTo>
                  <a:pt x="2820924" y="2362010"/>
                </a:lnTo>
                <a:cubicBezTo>
                  <a:pt x="2820924" y="2365343"/>
                  <a:pt x="2818257" y="2368010"/>
                  <a:pt x="2814923" y="2368010"/>
                </a:cubicBezTo>
                <a:lnTo>
                  <a:pt x="2794826" y="2368010"/>
                </a:lnTo>
                <a:cubicBezTo>
                  <a:pt x="2791492" y="2368010"/>
                  <a:pt x="2788825" y="2365343"/>
                  <a:pt x="2788825" y="2362010"/>
                </a:cubicBezTo>
                <a:lnTo>
                  <a:pt x="2788825" y="2341912"/>
                </a:lnTo>
                <a:cubicBezTo>
                  <a:pt x="2788825" y="2338578"/>
                  <a:pt x="2791492" y="2335911"/>
                  <a:pt x="2794826" y="2335911"/>
                </a:cubicBezTo>
                <a:lnTo>
                  <a:pt x="2801303" y="2335911"/>
                </a:lnTo>
                <a:lnTo>
                  <a:pt x="2801303" y="2331434"/>
                </a:lnTo>
                <a:close/>
                <a:moveTo>
                  <a:pt x="2796921" y="2113217"/>
                </a:moveTo>
                <a:lnTo>
                  <a:pt x="2796921" y="2103596"/>
                </a:lnTo>
                <a:cubicBezTo>
                  <a:pt x="2796921" y="2101787"/>
                  <a:pt x="2798350" y="2100358"/>
                  <a:pt x="2800160" y="2100358"/>
                </a:cubicBezTo>
                <a:lnTo>
                  <a:pt x="2809780" y="2100358"/>
                </a:lnTo>
                <a:cubicBezTo>
                  <a:pt x="2811590" y="2100358"/>
                  <a:pt x="2813018" y="2101787"/>
                  <a:pt x="2813018" y="2103596"/>
                </a:cubicBezTo>
                <a:lnTo>
                  <a:pt x="2813018" y="2113217"/>
                </a:lnTo>
                <a:cubicBezTo>
                  <a:pt x="2813018" y="2114931"/>
                  <a:pt x="2811590" y="2116455"/>
                  <a:pt x="2809780" y="2116455"/>
                </a:cubicBezTo>
                <a:lnTo>
                  <a:pt x="2800160" y="2116455"/>
                </a:lnTo>
                <a:cubicBezTo>
                  <a:pt x="2798445" y="2116455"/>
                  <a:pt x="2796921" y="2115026"/>
                  <a:pt x="2796921" y="2113217"/>
                </a:cubicBezTo>
                <a:close/>
                <a:moveTo>
                  <a:pt x="2256282" y="3125629"/>
                </a:moveTo>
                <a:cubicBezTo>
                  <a:pt x="2259330" y="3127915"/>
                  <a:pt x="2263140" y="3128772"/>
                  <a:pt x="2266950" y="3128201"/>
                </a:cubicBezTo>
                <a:cubicBezTo>
                  <a:pt x="2270760" y="3127629"/>
                  <a:pt x="2274094" y="3125629"/>
                  <a:pt x="2276285" y="3122486"/>
                </a:cubicBezTo>
                <a:cubicBezTo>
                  <a:pt x="2280952" y="3116104"/>
                  <a:pt x="2279618" y="3107150"/>
                  <a:pt x="2273237" y="3102483"/>
                </a:cubicBezTo>
                <a:cubicBezTo>
                  <a:pt x="2270665" y="3100578"/>
                  <a:pt x="2267712" y="3099721"/>
                  <a:pt x="2264759" y="3099721"/>
                </a:cubicBezTo>
                <a:cubicBezTo>
                  <a:pt x="2260378" y="3099721"/>
                  <a:pt x="2255996" y="3101721"/>
                  <a:pt x="2253139" y="3105531"/>
                </a:cubicBezTo>
                <a:cubicBezTo>
                  <a:pt x="2248472" y="3111913"/>
                  <a:pt x="2249805" y="3120867"/>
                  <a:pt x="2256187" y="3125534"/>
                </a:cubicBezTo>
                <a:close/>
                <a:moveTo>
                  <a:pt x="2255330" y="3107150"/>
                </a:moveTo>
                <a:cubicBezTo>
                  <a:pt x="2259140" y="3102007"/>
                  <a:pt x="2266474" y="3100864"/>
                  <a:pt x="2271713" y="3104674"/>
                </a:cubicBezTo>
                <a:cubicBezTo>
                  <a:pt x="2274189" y="3106484"/>
                  <a:pt x="2275904" y="3109246"/>
                  <a:pt x="2276380" y="3112294"/>
                </a:cubicBezTo>
                <a:cubicBezTo>
                  <a:pt x="2276856" y="3115342"/>
                  <a:pt x="2276094" y="3118485"/>
                  <a:pt x="2274284" y="3120962"/>
                </a:cubicBezTo>
                <a:cubicBezTo>
                  <a:pt x="2272475" y="3123438"/>
                  <a:pt x="2269712" y="3125153"/>
                  <a:pt x="2266664" y="3125629"/>
                </a:cubicBezTo>
                <a:cubicBezTo>
                  <a:pt x="2266093" y="3125629"/>
                  <a:pt x="2265426" y="3125724"/>
                  <a:pt x="2264855" y="3125724"/>
                </a:cubicBezTo>
                <a:cubicBezTo>
                  <a:pt x="2262378" y="3125724"/>
                  <a:pt x="2259997" y="3124962"/>
                  <a:pt x="2257997" y="3123438"/>
                </a:cubicBezTo>
                <a:cubicBezTo>
                  <a:pt x="2252758" y="3119628"/>
                  <a:pt x="2251710" y="3112294"/>
                  <a:pt x="2255520" y="3107055"/>
                </a:cubicBezTo>
                <a:close/>
                <a:moveTo>
                  <a:pt x="2823305" y="2124456"/>
                </a:moveTo>
                <a:lnTo>
                  <a:pt x="2823305" y="2092452"/>
                </a:lnTo>
                <a:cubicBezTo>
                  <a:pt x="2823305" y="2091119"/>
                  <a:pt x="2822258" y="2090071"/>
                  <a:pt x="2820924" y="2090071"/>
                </a:cubicBezTo>
                <a:lnTo>
                  <a:pt x="2788920" y="2090071"/>
                </a:lnTo>
                <a:cubicBezTo>
                  <a:pt x="2787587" y="2090071"/>
                  <a:pt x="2786539" y="2091119"/>
                  <a:pt x="2786539" y="2092452"/>
                </a:cubicBezTo>
                <a:lnTo>
                  <a:pt x="2786539" y="2124456"/>
                </a:lnTo>
                <a:cubicBezTo>
                  <a:pt x="2786539" y="2125790"/>
                  <a:pt x="2787587" y="2126837"/>
                  <a:pt x="2788920" y="2126837"/>
                </a:cubicBezTo>
                <a:lnTo>
                  <a:pt x="2802541" y="2126837"/>
                </a:lnTo>
                <a:lnTo>
                  <a:pt x="2802541" y="2234089"/>
                </a:lnTo>
                <a:lnTo>
                  <a:pt x="2801398" y="2234089"/>
                </a:lnTo>
                <a:lnTo>
                  <a:pt x="2801398" y="2238851"/>
                </a:lnTo>
                <a:lnTo>
                  <a:pt x="2808542" y="2238851"/>
                </a:lnTo>
                <a:lnTo>
                  <a:pt x="2808542" y="2234089"/>
                </a:lnTo>
                <a:lnTo>
                  <a:pt x="2807399" y="2234089"/>
                </a:lnTo>
                <a:lnTo>
                  <a:pt x="2807399" y="2126837"/>
                </a:lnTo>
                <a:lnTo>
                  <a:pt x="2821019" y="2126837"/>
                </a:lnTo>
                <a:cubicBezTo>
                  <a:pt x="2822353" y="2126837"/>
                  <a:pt x="2823401" y="2125790"/>
                  <a:pt x="2823401" y="2124456"/>
                </a:cubicBezTo>
                <a:close/>
                <a:moveTo>
                  <a:pt x="2818543" y="2122075"/>
                </a:moveTo>
                <a:lnTo>
                  <a:pt x="2791301" y="2122075"/>
                </a:lnTo>
                <a:lnTo>
                  <a:pt x="2791301" y="2094833"/>
                </a:lnTo>
                <a:lnTo>
                  <a:pt x="2818543" y="2094833"/>
                </a:lnTo>
                <a:lnTo>
                  <a:pt x="2818543" y="2122075"/>
                </a:lnTo>
                <a:close/>
                <a:moveTo>
                  <a:pt x="2138363" y="3268313"/>
                </a:moveTo>
                <a:lnTo>
                  <a:pt x="2143125" y="3268313"/>
                </a:lnTo>
                <a:lnTo>
                  <a:pt x="2143125" y="3285363"/>
                </a:lnTo>
                <a:lnTo>
                  <a:pt x="2138363" y="3285363"/>
                </a:lnTo>
                <a:lnTo>
                  <a:pt x="2138363" y="3268313"/>
                </a:lnTo>
                <a:close/>
                <a:moveTo>
                  <a:pt x="2943701" y="3352991"/>
                </a:moveTo>
                <a:lnTo>
                  <a:pt x="2923413" y="3352991"/>
                </a:lnTo>
                <a:cubicBezTo>
                  <a:pt x="2920079" y="3352991"/>
                  <a:pt x="2917412" y="3355658"/>
                  <a:pt x="2917412" y="3358992"/>
                </a:cubicBezTo>
                <a:lnTo>
                  <a:pt x="2917412" y="3366611"/>
                </a:lnTo>
                <a:cubicBezTo>
                  <a:pt x="2917412" y="3369945"/>
                  <a:pt x="2920079" y="3372612"/>
                  <a:pt x="2923413" y="3372612"/>
                </a:cubicBezTo>
                <a:lnTo>
                  <a:pt x="2943701" y="3372612"/>
                </a:lnTo>
                <a:cubicBezTo>
                  <a:pt x="2947035" y="3372612"/>
                  <a:pt x="2949702" y="3369945"/>
                  <a:pt x="2949702" y="3366611"/>
                </a:cubicBezTo>
                <a:lnTo>
                  <a:pt x="2949702" y="3364421"/>
                </a:lnTo>
                <a:cubicBezTo>
                  <a:pt x="2953131" y="3364706"/>
                  <a:pt x="2962085" y="3364611"/>
                  <a:pt x="2987421" y="3364421"/>
                </a:cubicBezTo>
                <a:lnTo>
                  <a:pt x="3061240" y="3434239"/>
                </a:lnTo>
                <a:lnTo>
                  <a:pt x="3060954" y="3532918"/>
                </a:lnTo>
                <a:lnTo>
                  <a:pt x="3080099" y="3551301"/>
                </a:lnTo>
                <a:lnTo>
                  <a:pt x="3114770" y="3551301"/>
                </a:lnTo>
                <a:lnTo>
                  <a:pt x="3114770" y="3546538"/>
                </a:lnTo>
                <a:lnTo>
                  <a:pt x="3082004" y="3546538"/>
                </a:lnTo>
                <a:lnTo>
                  <a:pt x="3065717" y="3530918"/>
                </a:lnTo>
                <a:lnTo>
                  <a:pt x="3066002" y="3432238"/>
                </a:lnTo>
                <a:lnTo>
                  <a:pt x="2989326" y="3359658"/>
                </a:lnTo>
                <a:lnTo>
                  <a:pt x="2988374" y="3359658"/>
                </a:lnTo>
                <a:cubicBezTo>
                  <a:pt x="2974181" y="3359753"/>
                  <a:pt x="2952845" y="3359849"/>
                  <a:pt x="2949797" y="3359658"/>
                </a:cubicBezTo>
                <a:lnTo>
                  <a:pt x="2949797" y="3358896"/>
                </a:lnTo>
                <a:cubicBezTo>
                  <a:pt x="2949797" y="3355562"/>
                  <a:pt x="2947130" y="3352895"/>
                  <a:pt x="2943797" y="3352895"/>
                </a:cubicBezTo>
                <a:close/>
                <a:moveTo>
                  <a:pt x="2927033" y="3367945"/>
                </a:moveTo>
                <a:lnTo>
                  <a:pt x="2923413" y="3367945"/>
                </a:lnTo>
                <a:cubicBezTo>
                  <a:pt x="2922746" y="3367945"/>
                  <a:pt x="2922175" y="3367373"/>
                  <a:pt x="2922175" y="3366707"/>
                </a:cubicBezTo>
                <a:lnTo>
                  <a:pt x="2922175" y="3359087"/>
                </a:lnTo>
                <a:cubicBezTo>
                  <a:pt x="2922175" y="3358420"/>
                  <a:pt x="2922746" y="3357848"/>
                  <a:pt x="2923413" y="3357848"/>
                </a:cubicBezTo>
                <a:lnTo>
                  <a:pt x="2927033" y="3357848"/>
                </a:lnTo>
                <a:lnTo>
                  <a:pt x="2927033" y="3368040"/>
                </a:lnTo>
                <a:close/>
                <a:moveTo>
                  <a:pt x="2936748" y="3366421"/>
                </a:moveTo>
                <a:lnTo>
                  <a:pt x="2931795" y="3366421"/>
                </a:lnTo>
                <a:lnTo>
                  <a:pt x="2931795" y="3357753"/>
                </a:lnTo>
                <a:lnTo>
                  <a:pt x="2936748" y="3357753"/>
                </a:lnTo>
                <a:lnTo>
                  <a:pt x="2936748" y="3366421"/>
                </a:lnTo>
                <a:close/>
                <a:moveTo>
                  <a:pt x="2944940" y="3366611"/>
                </a:moveTo>
                <a:cubicBezTo>
                  <a:pt x="2944940" y="3367278"/>
                  <a:pt x="2944368" y="3367850"/>
                  <a:pt x="2943701" y="3367850"/>
                </a:cubicBezTo>
                <a:lnTo>
                  <a:pt x="2941511" y="3367850"/>
                </a:lnTo>
                <a:lnTo>
                  <a:pt x="2941511" y="3357658"/>
                </a:lnTo>
                <a:lnTo>
                  <a:pt x="2943701" y="3357658"/>
                </a:lnTo>
                <a:cubicBezTo>
                  <a:pt x="2944368" y="3357658"/>
                  <a:pt x="2944940" y="3358229"/>
                  <a:pt x="2944940" y="3358896"/>
                </a:cubicBezTo>
                <a:lnTo>
                  <a:pt x="2944940" y="3366516"/>
                </a:lnTo>
                <a:close/>
                <a:moveTo>
                  <a:pt x="2129885" y="3453955"/>
                </a:moveTo>
                <a:lnTo>
                  <a:pt x="2129885" y="3462052"/>
                </a:lnTo>
                <a:cubicBezTo>
                  <a:pt x="2129885" y="3465767"/>
                  <a:pt x="2132933" y="3468910"/>
                  <a:pt x="2136743" y="3468910"/>
                </a:cubicBezTo>
                <a:lnTo>
                  <a:pt x="2144840" y="3468910"/>
                </a:lnTo>
                <a:cubicBezTo>
                  <a:pt x="2148554" y="3468910"/>
                  <a:pt x="2151698" y="3465862"/>
                  <a:pt x="2151698" y="3462052"/>
                </a:cubicBezTo>
                <a:lnTo>
                  <a:pt x="2151698" y="3453955"/>
                </a:lnTo>
                <a:cubicBezTo>
                  <a:pt x="2151698" y="3450241"/>
                  <a:pt x="2148650" y="3447098"/>
                  <a:pt x="2144840" y="3447098"/>
                </a:cubicBezTo>
                <a:lnTo>
                  <a:pt x="2143220" y="3447098"/>
                </a:lnTo>
                <a:lnTo>
                  <a:pt x="2143220" y="3438906"/>
                </a:lnTo>
                <a:lnTo>
                  <a:pt x="2138458" y="3438906"/>
                </a:lnTo>
                <a:lnTo>
                  <a:pt x="2138458" y="3447098"/>
                </a:lnTo>
                <a:lnTo>
                  <a:pt x="2136743" y="3447098"/>
                </a:lnTo>
                <a:cubicBezTo>
                  <a:pt x="2133029" y="3447098"/>
                  <a:pt x="2129885" y="3450146"/>
                  <a:pt x="2129885" y="3453955"/>
                </a:cubicBezTo>
                <a:close/>
                <a:moveTo>
                  <a:pt x="2144744" y="3451955"/>
                </a:moveTo>
                <a:cubicBezTo>
                  <a:pt x="2145887" y="3451955"/>
                  <a:pt x="2146840" y="3452908"/>
                  <a:pt x="2146840" y="3454051"/>
                </a:cubicBezTo>
                <a:lnTo>
                  <a:pt x="2146840" y="3462147"/>
                </a:lnTo>
                <a:cubicBezTo>
                  <a:pt x="2146840" y="3463290"/>
                  <a:pt x="2145887" y="3464243"/>
                  <a:pt x="2144744" y="3464243"/>
                </a:cubicBezTo>
                <a:lnTo>
                  <a:pt x="2136648" y="3464243"/>
                </a:lnTo>
                <a:cubicBezTo>
                  <a:pt x="2135505" y="3464243"/>
                  <a:pt x="2134553" y="3463290"/>
                  <a:pt x="2134553" y="3462147"/>
                </a:cubicBezTo>
                <a:lnTo>
                  <a:pt x="2134553" y="3454051"/>
                </a:lnTo>
                <a:cubicBezTo>
                  <a:pt x="2134553" y="3452908"/>
                  <a:pt x="2135505" y="3451955"/>
                  <a:pt x="2136648" y="3451955"/>
                </a:cubicBezTo>
                <a:lnTo>
                  <a:pt x="2144744" y="3451955"/>
                </a:lnTo>
                <a:close/>
                <a:moveTo>
                  <a:pt x="2327815" y="2935986"/>
                </a:moveTo>
                <a:lnTo>
                  <a:pt x="2324291" y="2932843"/>
                </a:lnTo>
                <a:lnTo>
                  <a:pt x="2336959" y="2918651"/>
                </a:lnTo>
                <a:lnTo>
                  <a:pt x="2340483" y="2921794"/>
                </a:lnTo>
                <a:lnTo>
                  <a:pt x="2327815" y="2935986"/>
                </a:lnTo>
                <a:close/>
                <a:moveTo>
                  <a:pt x="2682430" y="1823371"/>
                </a:moveTo>
                <a:lnTo>
                  <a:pt x="2743391" y="1823371"/>
                </a:lnTo>
                <a:cubicBezTo>
                  <a:pt x="2744915" y="1828705"/>
                  <a:pt x="2749868" y="1832705"/>
                  <a:pt x="2755773" y="1832705"/>
                </a:cubicBezTo>
                <a:cubicBezTo>
                  <a:pt x="2762917" y="1832705"/>
                  <a:pt x="2768632" y="1826895"/>
                  <a:pt x="2768632" y="1819847"/>
                </a:cubicBezTo>
                <a:cubicBezTo>
                  <a:pt x="2768632" y="1812798"/>
                  <a:pt x="2762822" y="1806988"/>
                  <a:pt x="2755773" y="1806988"/>
                </a:cubicBezTo>
                <a:cubicBezTo>
                  <a:pt x="2749868" y="1806988"/>
                  <a:pt x="2745010" y="1810988"/>
                  <a:pt x="2743391" y="1816322"/>
                </a:cubicBezTo>
                <a:lnTo>
                  <a:pt x="2679763" y="1816322"/>
                </a:lnTo>
                <a:lnTo>
                  <a:pt x="2601468" y="1884331"/>
                </a:lnTo>
                <a:lnTo>
                  <a:pt x="2601468" y="1977581"/>
                </a:lnTo>
                <a:lnTo>
                  <a:pt x="2598896" y="1977581"/>
                </a:lnTo>
                <a:cubicBezTo>
                  <a:pt x="2593467" y="1977581"/>
                  <a:pt x="2589086" y="1981962"/>
                  <a:pt x="2589086" y="1987391"/>
                </a:cubicBezTo>
                <a:lnTo>
                  <a:pt x="2589086" y="2026063"/>
                </a:lnTo>
                <a:cubicBezTo>
                  <a:pt x="2589086" y="2031492"/>
                  <a:pt x="2593467" y="2035874"/>
                  <a:pt x="2598896" y="2035874"/>
                </a:cubicBezTo>
                <a:lnTo>
                  <a:pt x="2602706" y="2035874"/>
                </a:lnTo>
                <a:lnTo>
                  <a:pt x="2602706" y="2227517"/>
                </a:lnTo>
                <a:lnTo>
                  <a:pt x="2619756" y="2248091"/>
                </a:lnTo>
                <a:lnTo>
                  <a:pt x="2619756" y="2330101"/>
                </a:lnTo>
                <a:cubicBezTo>
                  <a:pt x="2612898" y="2331911"/>
                  <a:pt x="2608136" y="2338483"/>
                  <a:pt x="2608993" y="2345722"/>
                </a:cubicBezTo>
                <a:cubicBezTo>
                  <a:pt x="2609469" y="2349532"/>
                  <a:pt x="2611374" y="2352961"/>
                  <a:pt x="2614422" y="2355342"/>
                </a:cubicBezTo>
                <a:cubicBezTo>
                  <a:pt x="2616994" y="2357342"/>
                  <a:pt x="2620137" y="2358390"/>
                  <a:pt x="2623280" y="2358390"/>
                </a:cubicBezTo>
                <a:cubicBezTo>
                  <a:pt x="2623852" y="2358390"/>
                  <a:pt x="2624423" y="2358390"/>
                  <a:pt x="2624995" y="2358295"/>
                </a:cubicBezTo>
                <a:cubicBezTo>
                  <a:pt x="2628805" y="2357819"/>
                  <a:pt x="2632234" y="2355914"/>
                  <a:pt x="2634615" y="2352866"/>
                </a:cubicBezTo>
                <a:cubicBezTo>
                  <a:pt x="2636996" y="2349818"/>
                  <a:pt x="2638044" y="2346008"/>
                  <a:pt x="2637568" y="2342198"/>
                </a:cubicBezTo>
                <a:cubicBezTo>
                  <a:pt x="2637092" y="2338388"/>
                  <a:pt x="2635187" y="2334959"/>
                  <a:pt x="2632138" y="2332577"/>
                </a:cubicBezTo>
                <a:cubicBezTo>
                  <a:pt x="2629853" y="2330768"/>
                  <a:pt x="2627186" y="2329720"/>
                  <a:pt x="2624423" y="2329529"/>
                </a:cubicBezTo>
                <a:lnTo>
                  <a:pt x="2624423" y="2246281"/>
                </a:lnTo>
                <a:lnTo>
                  <a:pt x="2607374" y="2225707"/>
                </a:lnTo>
                <a:lnTo>
                  <a:pt x="2607374" y="2035778"/>
                </a:lnTo>
                <a:lnTo>
                  <a:pt x="2611184" y="2035778"/>
                </a:lnTo>
                <a:cubicBezTo>
                  <a:pt x="2616613" y="2035778"/>
                  <a:pt x="2620994" y="2031397"/>
                  <a:pt x="2620994" y="2025968"/>
                </a:cubicBezTo>
                <a:lnTo>
                  <a:pt x="2620994" y="1987296"/>
                </a:lnTo>
                <a:cubicBezTo>
                  <a:pt x="2620994" y="1981867"/>
                  <a:pt x="2616613" y="1977485"/>
                  <a:pt x="2611184" y="1977485"/>
                </a:cubicBezTo>
                <a:lnTo>
                  <a:pt x="2608612" y="1977485"/>
                </a:lnTo>
                <a:lnTo>
                  <a:pt x="2608612" y="1887474"/>
                </a:lnTo>
                <a:lnTo>
                  <a:pt x="2682430" y="1823371"/>
                </a:lnTo>
                <a:close/>
                <a:moveTo>
                  <a:pt x="2747582" y="1819847"/>
                </a:moveTo>
                <a:cubicBezTo>
                  <a:pt x="2747582" y="1815370"/>
                  <a:pt x="2751201" y="1811750"/>
                  <a:pt x="2755678" y="1811750"/>
                </a:cubicBezTo>
                <a:cubicBezTo>
                  <a:pt x="2760155" y="1811750"/>
                  <a:pt x="2763774" y="1815370"/>
                  <a:pt x="2763774" y="1819847"/>
                </a:cubicBezTo>
                <a:cubicBezTo>
                  <a:pt x="2763774" y="1824323"/>
                  <a:pt x="2760155" y="1827943"/>
                  <a:pt x="2755678" y="1827943"/>
                </a:cubicBezTo>
                <a:cubicBezTo>
                  <a:pt x="2751201" y="1827943"/>
                  <a:pt x="2747582" y="1824323"/>
                  <a:pt x="2747582" y="1819847"/>
                </a:cubicBezTo>
                <a:lnTo>
                  <a:pt x="2747582" y="1819847"/>
                </a:lnTo>
                <a:close/>
                <a:moveTo>
                  <a:pt x="2623185" y="2334292"/>
                </a:moveTo>
                <a:cubicBezTo>
                  <a:pt x="2625376" y="2334292"/>
                  <a:pt x="2627471" y="2335054"/>
                  <a:pt x="2629186" y="2336387"/>
                </a:cubicBezTo>
                <a:cubicBezTo>
                  <a:pt x="2631186" y="2338007"/>
                  <a:pt x="2632520" y="2340293"/>
                  <a:pt x="2632805" y="2342864"/>
                </a:cubicBezTo>
                <a:cubicBezTo>
                  <a:pt x="2633091" y="2345436"/>
                  <a:pt x="2632424" y="2348008"/>
                  <a:pt x="2630805" y="2350008"/>
                </a:cubicBezTo>
                <a:cubicBezTo>
                  <a:pt x="2629186" y="2352008"/>
                  <a:pt x="2626900" y="2353342"/>
                  <a:pt x="2624328" y="2353628"/>
                </a:cubicBezTo>
                <a:cubicBezTo>
                  <a:pt x="2618994" y="2354199"/>
                  <a:pt x="2614232" y="2350484"/>
                  <a:pt x="2613565" y="2345150"/>
                </a:cubicBezTo>
                <a:cubicBezTo>
                  <a:pt x="2612898" y="2339816"/>
                  <a:pt x="2616708" y="2335054"/>
                  <a:pt x="2622042" y="2334387"/>
                </a:cubicBezTo>
                <a:cubicBezTo>
                  <a:pt x="2622423" y="2334387"/>
                  <a:pt x="2622804" y="2334387"/>
                  <a:pt x="2623185" y="2334387"/>
                </a:cubicBezTo>
                <a:close/>
                <a:moveTo>
                  <a:pt x="2616137" y="2025968"/>
                </a:moveTo>
                <a:cubicBezTo>
                  <a:pt x="2616137" y="2028730"/>
                  <a:pt x="2613851" y="2031016"/>
                  <a:pt x="2611088" y="2031016"/>
                </a:cubicBezTo>
                <a:lnTo>
                  <a:pt x="2598706" y="2031016"/>
                </a:lnTo>
                <a:cubicBezTo>
                  <a:pt x="2595944" y="2031016"/>
                  <a:pt x="2593658" y="2028730"/>
                  <a:pt x="2593658" y="2025968"/>
                </a:cubicBezTo>
                <a:lnTo>
                  <a:pt x="2593658" y="2024634"/>
                </a:lnTo>
                <a:lnTo>
                  <a:pt x="2616042" y="2024634"/>
                </a:lnTo>
                <a:lnTo>
                  <a:pt x="2616042" y="2025968"/>
                </a:lnTo>
                <a:close/>
                <a:moveTo>
                  <a:pt x="2616137" y="2018728"/>
                </a:moveTo>
                <a:lnTo>
                  <a:pt x="2593753" y="2018728"/>
                </a:lnTo>
                <a:lnTo>
                  <a:pt x="2593753" y="2000250"/>
                </a:lnTo>
                <a:lnTo>
                  <a:pt x="2616137" y="2000250"/>
                </a:lnTo>
                <a:lnTo>
                  <a:pt x="2616137" y="2018728"/>
                </a:lnTo>
                <a:close/>
                <a:moveTo>
                  <a:pt x="2616137" y="1997297"/>
                </a:moveTo>
                <a:lnTo>
                  <a:pt x="2593753" y="1997297"/>
                </a:lnTo>
                <a:lnTo>
                  <a:pt x="2593753" y="1992059"/>
                </a:lnTo>
                <a:lnTo>
                  <a:pt x="2616137" y="1992059"/>
                </a:lnTo>
                <a:lnTo>
                  <a:pt x="2616137" y="1997297"/>
                </a:lnTo>
                <a:close/>
                <a:moveTo>
                  <a:pt x="2611184" y="1982248"/>
                </a:moveTo>
                <a:cubicBezTo>
                  <a:pt x="2613946" y="1982248"/>
                  <a:pt x="2616232" y="1984534"/>
                  <a:pt x="2616232" y="1987296"/>
                </a:cubicBezTo>
                <a:lnTo>
                  <a:pt x="2616232" y="1987487"/>
                </a:lnTo>
                <a:lnTo>
                  <a:pt x="2593848" y="1987487"/>
                </a:lnTo>
                <a:lnTo>
                  <a:pt x="2593848" y="1987296"/>
                </a:lnTo>
                <a:cubicBezTo>
                  <a:pt x="2593848" y="1984534"/>
                  <a:pt x="2596134" y="1982248"/>
                  <a:pt x="2598896" y="1982248"/>
                </a:cubicBezTo>
                <a:lnTo>
                  <a:pt x="2611279" y="1982248"/>
                </a:lnTo>
                <a:close/>
                <a:moveTo>
                  <a:pt x="2138363" y="3302508"/>
                </a:moveTo>
                <a:lnTo>
                  <a:pt x="2143125" y="3302508"/>
                </a:lnTo>
                <a:lnTo>
                  <a:pt x="2143125" y="3319558"/>
                </a:lnTo>
                <a:lnTo>
                  <a:pt x="2138363" y="3319558"/>
                </a:lnTo>
                <a:lnTo>
                  <a:pt x="2138363" y="3302508"/>
                </a:lnTo>
                <a:close/>
                <a:moveTo>
                  <a:pt x="2801303" y="2314670"/>
                </a:moveTo>
                <a:lnTo>
                  <a:pt x="2808446" y="2314670"/>
                </a:lnTo>
                <a:lnTo>
                  <a:pt x="2808446" y="2323052"/>
                </a:lnTo>
                <a:lnTo>
                  <a:pt x="2801303" y="2323052"/>
                </a:lnTo>
                <a:lnTo>
                  <a:pt x="2801303" y="2314670"/>
                </a:lnTo>
                <a:close/>
                <a:moveTo>
                  <a:pt x="3091720" y="3274600"/>
                </a:moveTo>
                <a:cubicBezTo>
                  <a:pt x="3090005" y="3271742"/>
                  <a:pt x="3087243" y="3269742"/>
                  <a:pt x="3083909" y="3268980"/>
                </a:cubicBezTo>
                <a:cubicBezTo>
                  <a:pt x="3077147" y="3267361"/>
                  <a:pt x="3070384" y="3271552"/>
                  <a:pt x="3068765" y="3278219"/>
                </a:cubicBezTo>
                <a:cubicBezTo>
                  <a:pt x="3068003" y="3281458"/>
                  <a:pt x="3068479" y="3284887"/>
                  <a:pt x="3070288" y="3287744"/>
                </a:cubicBezTo>
                <a:cubicBezTo>
                  <a:pt x="3072003" y="3290602"/>
                  <a:pt x="3074765" y="3292602"/>
                  <a:pt x="3078099" y="3293364"/>
                </a:cubicBezTo>
                <a:cubicBezTo>
                  <a:pt x="3079052" y="3293555"/>
                  <a:pt x="3080099" y="3293745"/>
                  <a:pt x="3081052" y="3293745"/>
                </a:cubicBezTo>
                <a:cubicBezTo>
                  <a:pt x="3084481" y="3293745"/>
                  <a:pt x="3087624" y="3292221"/>
                  <a:pt x="3090005" y="3289745"/>
                </a:cubicBezTo>
                <a:lnTo>
                  <a:pt x="3114770" y="3311367"/>
                </a:lnTo>
                <a:lnTo>
                  <a:pt x="3114770" y="3305080"/>
                </a:lnTo>
                <a:lnTo>
                  <a:pt x="3092577" y="3285649"/>
                </a:lnTo>
                <a:cubicBezTo>
                  <a:pt x="3092768" y="3285077"/>
                  <a:pt x="3093149" y="3284696"/>
                  <a:pt x="3093244" y="3284030"/>
                </a:cubicBezTo>
                <a:cubicBezTo>
                  <a:pt x="3094006" y="3280791"/>
                  <a:pt x="3093530" y="3277362"/>
                  <a:pt x="3091720" y="3274505"/>
                </a:cubicBezTo>
                <a:close/>
                <a:moveTo>
                  <a:pt x="3088672" y="3282982"/>
                </a:moveTo>
                <a:cubicBezTo>
                  <a:pt x="3087624" y="3287173"/>
                  <a:pt x="3083433" y="3289745"/>
                  <a:pt x="3079242" y="3288697"/>
                </a:cubicBezTo>
                <a:cubicBezTo>
                  <a:pt x="3077242" y="3288221"/>
                  <a:pt x="3075527" y="3286982"/>
                  <a:pt x="3074384" y="3285173"/>
                </a:cubicBezTo>
                <a:cubicBezTo>
                  <a:pt x="3073337" y="3283363"/>
                  <a:pt x="3072955" y="3281267"/>
                  <a:pt x="3073432" y="3279267"/>
                </a:cubicBezTo>
                <a:cubicBezTo>
                  <a:pt x="3074289" y="3275648"/>
                  <a:pt x="3077528" y="3273267"/>
                  <a:pt x="3081052" y="3273267"/>
                </a:cubicBezTo>
                <a:cubicBezTo>
                  <a:pt x="3081623" y="3273267"/>
                  <a:pt x="3082290" y="3273267"/>
                  <a:pt x="3082862" y="3273457"/>
                </a:cubicBezTo>
                <a:cubicBezTo>
                  <a:pt x="3084862" y="3273933"/>
                  <a:pt x="3086576" y="3275171"/>
                  <a:pt x="3087719" y="3276981"/>
                </a:cubicBezTo>
                <a:cubicBezTo>
                  <a:pt x="3088767" y="3278791"/>
                  <a:pt x="3089148" y="3280886"/>
                  <a:pt x="3088672" y="3282887"/>
                </a:cubicBezTo>
                <a:close/>
                <a:moveTo>
                  <a:pt x="2340102" y="2842355"/>
                </a:moveTo>
                <a:lnTo>
                  <a:pt x="2336102" y="2846927"/>
                </a:lnTo>
                <a:lnTo>
                  <a:pt x="2332577" y="2843784"/>
                </a:lnTo>
                <a:lnTo>
                  <a:pt x="2338007" y="2837688"/>
                </a:lnTo>
                <a:lnTo>
                  <a:pt x="2350961" y="2837688"/>
                </a:lnTo>
                <a:lnTo>
                  <a:pt x="2350961" y="2842451"/>
                </a:lnTo>
                <a:lnTo>
                  <a:pt x="2340102" y="2842451"/>
                </a:lnTo>
                <a:close/>
                <a:moveTo>
                  <a:pt x="2679573" y="2155222"/>
                </a:moveTo>
                <a:lnTo>
                  <a:pt x="2702052" y="2180558"/>
                </a:lnTo>
                <a:lnTo>
                  <a:pt x="2702052" y="2261521"/>
                </a:lnTo>
                <a:cubicBezTo>
                  <a:pt x="2696718" y="2263045"/>
                  <a:pt x="2692718" y="2267998"/>
                  <a:pt x="2692718" y="2273903"/>
                </a:cubicBezTo>
                <a:cubicBezTo>
                  <a:pt x="2692718" y="2281047"/>
                  <a:pt x="2698528" y="2286762"/>
                  <a:pt x="2705576" y="2286762"/>
                </a:cubicBezTo>
                <a:cubicBezTo>
                  <a:pt x="2712625" y="2286762"/>
                  <a:pt x="2718435" y="2280952"/>
                  <a:pt x="2718435" y="2273903"/>
                </a:cubicBezTo>
                <a:cubicBezTo>
                  <a:pt x="2718435" y="2267998"/>
                  <a:pt x="2714435" y="2263140"/>
                  <a:pt x="2709101" y="2261521"/>
                </a:cubicBezTo>
                <a:lnTo>
                  <a:pt x="2709101" y="2177891"/>
                </a:lnTo>
                <a:lnTo>
                  <a:pt x="2686622" y="2152555"/>
                </a:lnTo>
                <a:lnTo>
                  <a:pt x="2686622" y="2035112"/>
                </a:lnTo>
                <a:lnTo>
                  <a:pt x="2697385" y="2024158"/>
                </a:lnTo>
                <a:cubicBezTo>
                  <a:pt x="2699480" y="2025587"/>
                  <a:pt x="2701957" y="2026349"/>
                  <a:pt x="2704529" y="2026349"/>
                </a:cubicBezTo>
                <a:cubicBezTo>
                  <a:pt x="2711672" y="2026349"/>
                  <a:pt x="2717387" y="2020538"/>
                  <a:pt x="2717387" y="2013490"/>
                </a:cubicBezTo>
                <a:cubicBezTo>
                  <a:pt x="2717387" y="2006441"/>
                  <a:pt x="2711577" y="2000631"/>
                  <a:pt x="2704529" y="2000631"/>
                </a:cubicBezTo>
                <a:cubicBezTo>
                  <a:pt x="2697480" y="2000631"/>
                  <a:pt x="2691670" y="2006441"/>
                  <a:pt x="2691670" y="2013490"/>
                </a:cubicBezTo>
                <a:cubicBezTo>
                  <a:pt x="2691670" y="2015300"/>
                  <a:pt x="2692051" y="2017109"/>
                  <a:pt x="2692813" y="2018728"/>
                </a:cubicBezTo>
                <a:lnTo>
                  <a:pt x="2679478" y="2032349"/>
                </a:lnTo>
                <a:lnTo>
                  <a:pt x="2679478" y="2155412"/>
                </a:lnTo>
                <a:close/>
                <a:moveTo>
                  <a:pt x="2713768" y="2273903"/>
                </a:moveTo>
                <a:cubicBezTo>
                  <a:pt x="2713768" y="2278380"/>
                  <a:pt x="2710148" y="2282000"/>
                  <a:pt x="2705672" y="2282000"/>
                </a:cubicBezTo>
                <a:cubicBezTo>
                  <a:pt x="2701195" y="2282000"/>
                  <a:pt x="2697575" y="2278380"/>
                  <a:pt x="2697575" y="2273903"/>
                </a:cubicBezTo>
                <a:cubicBezTo>
                  <a:pt x="2697575" y="2269427"/>
                  <a:pt x="2701195" y="2265807"/>
                  <a:pt x="2705672" y="2265807"/>
                </a:cubicBezTo>
                <a:cubicBezTo>
                  <a:pt x="2710148" y="2265807"/>
                  <a:pt x="2713768" y="2269427"/>
                  <a:pt x="2713768" y="2273903"/>
                </a:cubicBezTo>
                <a:close/>
                <a:moveTo>
                  <a:pt x="2704719" y="2005298"/>
                </a:moveTo>
                <a:cubicBezTo>
                  <a:pt x="2709196" y="2005298"/>
                  <a:pt x="2712815" y="2008918"/>
                  <a:pt x="2712815" y="2013395"/>
                </a:cubicBezTo>
                <a:cubicBezTo>
                  <a:pt x="2712815" y="2017871"/>
                  <a:pt x="2709196" y="2021491"/>
                  <a:pt x="2704719" y="2021491"/>
                </a:cubicBezTo>
                <a:cubicBezTo>
                  <a:pt x="2700242" y="2021491"/>
                  <a:pt x="2696623" y="2017871"/>
                  <a:pt x="2696623" y="2013395"/>
                </a:cubicBezTo>
                <a:cubicBezTo>
                  <a:pt x="2696623" y="2008918"/>
                  <a:pt x="2700242" y="2005298"/>
                  <a:pt x="2704719" y="2005298"/>
                </a:cubicBezTo>
                <a:close/>
                <a:moveTo>
                  <a:pt x="2147792" y="3228023"/>
                </a:moveTo>
                <a:cubicBezTo>
                  <a:pt x="2147792" y="3231928"/>
                  <a:pt x="2144649" y="3235071"/>
                  <a:pt x="2140744" y="3235071"/>
                </a:cubicBezTo>
                <a:cubicBezTo>
                  <a:pt x="2136839" y="3235071"/>
                  <a:pt x="2133695" y="3231928"/>
                  <a:pt x="2133695" y="3228023"/>
                </a:cubicBezTo>
                <a:cubicBezTo>
                  <a:pt x="2133695" y="3224117"/>
                  <a:pt x="2136839" y="3220974"/>
                  <a:pt x="2140744" y="3220974"/>
                </a:cubicBezTo>
                <a:cubicBezTo>
                  <a:pt x="2144649" y="3220974"/>
                  <a:pt x="2147792" y="3224117"/>
                  <a:pt x="2147792" y="3228023"/>
                </a:cubicBezTo>
                <a:close/>
                <a:moveTo>
                  <a:pt x="2341150" y="3081147"/>
                </a:moveTo>
                <a:lnTo>
                  <a:pt x="2350294" y="3072003"/>
                </a:lnTo>
                <a:cubicBezTo>
                  <a:pt x="2350770" y="3071527"/>
                  <a:pt x="2351151" y="3070955"/>
                  <a:pt x="2351437" y="3070288"/>
                </a:cubicBezTo>
                <a:lnTo>
                  <a:pt x="2448878" y="3070765"/>
                </a:lnTo>
                <a:lnTo>
                  <a:pt x="2449925" y="3070765"/>
                </a:lnTo>
                <a:cubicBezTo>
                  <a:pt x="2449925" y="3070765"/>
                  <a:pt x="2489073" y="3030760"/>
                  <a:pt x="2489073" y="3030760"/>
                </a:cubicBezTo>
                <a:lnTo>
                  <a:pt x="2547461" y="3031141"/>
                </a:lnTo>
                <a:cubicBezTo>
                  <a:pt x="2548128" y="3033713"/>
                  <a:pt x="2549652" y="3035903"/>
                  <a:pt x="2551938" y="3037427"/>
                </a:cubicBezTo>
                <a:cubicBezTo>
                  <a:pt x="2553653" y="3038475"/>
                  <a:pt x="2555653" y="3039047"/>
                  <a:pt x="2557653" y="3039047"/>
                </a:cubicBezTo>
                <a:cubicBezTo>
                  <a:pt x="2558415" y="3039047"/>
                  <a:pt x="2559177" y="3039047"/>
                  <a:pt x="2560034" y="3038761"/>
                </a:cubicBezTo>
                <a:cubicBezTo>
                  <a:pt x="2565749" y="3037523"/>
                  <a:pt x="2569369" y="3031808"/>
                  <a:pt x="2568130" y="3026093"/>
                </a:cubicBezTo>
                <a:cubicBezTo>
                  <a:pt x="2567464" y="3023330"/>
                  <a:pt x="2565845" y="3020949"/>
                  <a:pt x="2563463" y="3019425"/>
                </a:cubicBezTo>
                <a:cubicBezTo>
                  <a:pt x="2561082" y="3017901"/>
                  <a:pt x="2558225" y="3017425"/>
                  <a:pt x="2555462" y="3017996"/>
                </a:cubicBezTo>
                <a:cubicBezTo>
                  <a:pt x="2552700" y="3018568"/>
                  <a:pt x="2550319" y="3020282"/>
                  <a:pt x="2548795" y="3022663"/>
                </a:cubicBezTo>
                <a:cubicBezTo>
                  <a:pt x="2548033" y="3023807"/>
                  <a:pt x="2547652" y="3025045"/>
                  <a:pt x="2547366" y="3026283"/>
                </a:cubicBezTo>
                <a:lnTo>
                  <a:pt x="2487263" y="3025902"/>
                </a:lnTo>
                <a:lnTo>
                  <a:pt x="2448116" y="3066002"/>
                </a:lnTo>
                <a:lnTo>
                  <a:pt x="2350961" y="3065526"/>
                </a:lnTo>
                <a:cubicBezTo>
                  <a:pt x="2350961" y="3065526"/>
                  <a:pt x="2350675" y="3065050"/>
                  <a:pt x="2350484" y="3064859"/>
                </a:cubicBezTo>
                <a:lnTo>
                  <a:pt x="2341340" y="3055715"/>
                </a:lnTo>
                <a:cubicBezTo>
                  <a:pt x="2339340" y="3053715"/>
                  <a:pt x="2336102" y="3053715"/>
                  <a:pt x="2334197" y="3055715"/>
                </a:cubicBezTo>
                <a:lnTo>
                  <a:pt x="2325053" y="3064859"/>
                </a:lnTo>
                <a:cubicBezTo>
                  <a:pt x="2324100" y="3065812"/>
                  <a:pt x="2323529" y="3067050"/>
                  <a:pt x="2323529" y="3068479"/>
                </a:cubicBezTo>
                <a:cubicBezTo>
                  <a:pt x="2323529" y="3069908"/>
                  <a:pt x="2324100" y="3071146"/>
                  <a:pt x="2325053" y="3072098"/>
                </a:cubicBezTo>
                <a:lnTo>
                  <a:pt x="2334197" y="3081242"/>
                </a:lnTo>
                <a:cubicBezTo>
                  <a:pt x="2335149" y="3082195"/>
                  <a:pt x="2336483" y="3082767"/>
                  <a:pt x="2337816" y="3082767"/>
                </a:cubicBezTo>
                <a:cubicBezTo>
                  <a:pt x="2339150" y="3082767"/>
                  <a:pt x="2340388" y="3082290"/>
                  <a:pt x="2341436" y="3081242"/>
                </a:cubicBezTo>
                <a:close/>
                <a:moveTo>
                  <a:pt x="2552605" y="3025235"/>
                </a:moveTo>
                <a:cubicBezTo>
                  <a:pt x="2553462" y="3023902"/>
                  <a:pt x="2554700" y="3023045"/>
                  <a:pt x="2556224" y="3022663"/>
                </a:cubicBezTo>
                <a:cubicBezTo>
                  <a:pt x="2556701" y="3022568"/>
                  <a:pt x="2557082" y="3022473"/>
                  <a:pt x="2557558" y="3022473"/>
                </a:cubicBezTo>
                <a:cubicBezTo>
                  <a:pt x="2558701" y="3022473"/>
                  <a:pt x="2559749" y="3022759"/>
                  <a:pt x="2560701" y="3023426"/>
                </a:cubicBezTo>
                <a:cubicBezTo>
                  <a:pt x="2562035" y="3024283"/>
                  <a:pt x="2562892" y="3025617"/>
                  <a:pt x="2563273" y="3027140"/>
                </a:cubicBezTo>
                <a:cubicBezTo>
                  <a:pt x="2563940" y="3030284"/>
                  <a:pt x="2561939" y="3033427"/>
                  <a:pt x="2558796" y="3034094"/>
                </a:cubicBezTo>
                <a:cubicBezTo>
                  <a:pt x="2557272" y="3034475"/>
                  <a:pt x="2555653" y="3034094"/>
                  <a:pt x="2554415" y="3033332"/>
                </a:cubicBezTo>
                <a:cubicBezTo>
                  <a:pt x="2553081" y="3032474"/>
                  <a:pt x="2552224" y="3031236"/>
                  <a:pt x="2551843" y="3029712"/>
                </a:cubicBezTo>
                <a:cubicBezTo>
                  <a:pt x="2551462" y="3028188"/>
                  <a:pt x="2551843" y="3026569"/>
                  <a:pt x="2552605" y="3025330"/>
                </a:cubicBezTo>
                <a:close/>
                <a:moveTo>
                  <a:pt x="2328196" y="3068193"/>
                </a:moveTo>
                <a:lnTo>
                  <a:pt x="2337816" y="3059049"/>
                </a:lnTo>
                <a:lnTo>
                  <a:pt x="2346960" y="3068193"/>
                </a:lnTo>
                <a:cubicBezTo>
                  <a:pt x="2346960" y="3068193"/>
                  <a:pt x="2347055" y="3068479"/>
                  <a:pt x="2346960" y="3068669"/>
                </a:cubicBezTo>
                <a:lnTo>
                  <a:pt x="2337340" y="3077813"/>
                </a:lnTo>
                <a:lnTo>
                  <a:pt x="2328196" y="3068193"/>
                </a:lnTo>
                <a:close/>
                <a:moveTo>
                  <a:pt x="2349627" y="2904363"/>
                </a:moveTo>
                <a:lnTo>
                  <a:pt x="2362295" y="2890171"/>
                </a:lnTo>
                <a:lnTo>
                  <a:pt x="2365820" y="2893314"/>
                </a:lnTo>
                <a:lnTo>
                  <a:pt x="2353151" y="2907506"/>
                </a:lnTo>
                <a:lnTo>
                  <a:pt x="2349627" y="2904363"/>
                </a:lnTo>
                <a:close/>
                <a:moveTo>
                  <a:pt x="1968627" y="2501170"/>
                </a:moveTo>
                <a:lnTo>
                  <a:pt x="1968627" y="2491454"/>
                </a:lnTo>
                <a:cubicBezTo>
                  <a:pt x="1968627" y="2489930"/>
                  <a:pt x="1969865" y="2488787"/>
                  <a:pt x="1971294" y="2488787"/>
                </a:cubicBezTo>
                <a:lnTo>
                  <a:pt x="1981010" y="2488787"/>
                </a:lnTo>
                <a:cubicBezTo>
                  <a:pt x="1982534" y="2488787"/>
                  <a:pt x="1983677" y="2490026"/>
                  <a:pt x="1983677" y="2491454"/>
                </a:cubicBezTo>
                <a:lnTo>
                  <a:pt x="1983677" y="2501170"/>
                </a:lnTo>
                <a:cubicBezTo>
                  <a:pt x="1983677" y="2502694"/>
                  <a:pt x="1982438" y="2503837"/>
                  <a:pt x="1981010" y="2503837"/>
                </a:cubicBezTo>
                <a:lnTo>
                  <a:pt x="1971294" y="2503837"/>
                </a:lnTo>
                <a:cubicBezTo>
                  <a:pt x="1969770" y="2503837"/>
                  <a:pt x="1968627" y="2502599"/>
                  <a:pt x="1968627" y="2501170"/>
                </a:cubicBezTo>
                <a:close/>
                <a:moveTo>
                  <a:pt x="2189798" y="2418683"/>
                </a:moveTo>
                <a:lnTo>
                  <a:pt x="2177034" y="2406587"/>
                </a:lnTo>
                <a:lnTo>
                  <a:pt x="2180273" y="2403158"/>
                </a:lnTo>
                <a:lnTo>
                  <a:pt x="2193036" y="2415254"/>
                </a:lnTo>
                <a:lnTo>
                  <a:pt x="2189798" y="2418683"/>
                </a:lnTo>
                <a:close/>
                <a:moveTo>
                  <a:pt x="3096197" y="950500"/>
                </a:moveTo>
                <a:lnTo>
                  <a:pt x="3070098" y="950500"/>
                </a:lnTo>
                <a:cubicBezTo>
                  <a:pt x="3066384" y="950500"/>
                  <a:pt x="3063430" y="953548"/>
                  <a:pt x="3063430" y="957167"/>
                </a:cubicBezTo>
                <a:lnTo>
                  <a:pt x="3063430" y="965549"/>
                </a:lnTo>
                <a:cubicBezTo>
                  <a:pt x="3063430" y="969264"/>
                  <a:pt x="3066384" y="972217"/>
                  <a:pt x="3070098" y="972217"/>
                </a:cubicBezTo>
                <a:lnTo>
                  <a:pt x="3096197" y="972217"/>
                </a:lnTo>
                <a:cubicBezTo>
                  <a:pt x="3097435" y="972217"/>
                  <a:pt x="3098483" y="971836"/>
                  <a:pt x="3099530" y="971169"/>
                </a:cubicBezTo>
                <a:cubicBezTo>
                  <a:pt x="3100292" y="974217"/>
                  <a:pt x="3101245" y="976027"/>
                  <a:pt x="3103245" y="976027"/>
                </a:cubicBezTo>
                <a:cubicBezTo>
                  <a:pt x="3106769" y="976027"/>
                  <a:pt x="3107341" y="971264"/>
                  <a:pt x="3108388" y="961739"/>
                </a:cubicBezTo>
                <a:cubicBezTo>
                  <a:pt x="3108484" y="960692"/>
                  <a:pt x="3108674" y="959358"/>
                  <a:pt x="3108770" y="958120"/>
                </a:cubicBezTo>
                <a:cubicBezTo>
                  <a:pt x="3108960" y="959358"/>
                  <a:pt x="3109055" y="960596"/>
                  <a:pt x="3109246" y="961739"/>
                </a:cubicBezTo>
                <a:cubicBezTo>
                  <a:pt x="3110389" y="971264"/>
                  <a:pt x="3110960" y="976027"/>
                  <a:pt x="3114389" y="976027"/>
                </a:cubicBezTo>
                <a:lnTo>
                  <a:pt x="3114389" y="976027"/>
                </a:lnTo>
                <a:cubicBezTo>
                  <a:pt x="3114389" y="976027"/>
                  <a:pt x="3114580" y="975932"/>
                  <a:pt x="3114675" y="975932"/>
                </a:cubicBezTo>
                <a:lnTo>
                  <a:pt x="3114675" y="962216"/>
                </a:lnTo>
                <a:cubicBezTo>
                  <a:pt x="3114580" y="963073"/>
                  <a:pt x="3114485" y="963930"/>
                  <a:pt x="3114389" y="964883"/>
                </a:cubicBezTo>
                <a:cubicBezTo>
                  <a:pt x="3114199" y="963644"/>
                  <a:pt x="3114104" y="962311"/>
                  <a:pt x="3113913" y="961263"/>
                </a:cubicBezTo>
                <a:cubicBezTo>
                  <a:pt x="3112770" y="951738"/>
                  <a:pt x="3112199" y="946976"/>
                  <a:pt x="3108770" y="946976"/>
                </a:cubicBezTo>
                <a:cubicBezTo>
                  <a:pt x="3105055" y="946976"/>
                  <a:pt x="3104674" y="951738"/>
                  <a:pt x="3103626" y="961263"/>
                </a:cubicBezTo>
                <a:cubicBezTo>
                  <a:pt x="3103531" y="962311"/>
                  <a:pt x="3103340" y="963644"/>
                  <a:pt x="3103245" y="964883"/>
                </a:cubicBezTo>
                <a:cubicBezTo>
                  <a:pt x="3103150" y="963740"/>
                  <a:pt x="3102959" y="962787"/>
                  <a:pt x="3102864" y="961835"/>
                </a:cubicBezTo>
                <a:lnTo>
                  <a:pt x="3102864" y="957167"/>
                </a:lnTo>
                <a:cubicBezTo>
                  <a:pt x="3102864" y="953452"/>
                  <a:pt x="3099911" y="950500"/>
                  <a:pt x="3096197" y="950500"/>
                </a:cubicBezTo>
                <a:close/>
                <a:moveTo>
                  <a:pt x="3098197" y="965549"/>
                </a:moveTo>
                <a:cubicBezTo>
                  <a:pt x="3098197" y="966597"/>
                  <a:pt x="3097340" y="967454"/>
                  <a:pt x="3096292" y="967454"/>
                </a:cubicBezTo>
                <a:lnTo>
                  <a:pt x="3070193" y="967454"/>
                </a:lnTo>
                <a:cubicBezTo>
                  <a:pt x="3069146" y="967454"/>
                  <a:pt x="3068288" y="966597"/>
                  <a:pt x="3068288" y="965549"/>
                </a:cubicBezTo>
                <a:lnTo>
                  <a:pt x="3068288" y="957167"/>
                </a:lnTo>
                <a:cubicBezTo>
                  <a:pt x="3068288" y="956120"/>
                  <a:pt x="3069146" y="955262"/>
                  <a:pt x="3070193" y="955262"/>
                </a:cubicBezTo>
                <a:lnTo>
                  <a:pt x="3096292" y="955262"/>
                </a:lnTo>
                <a:cubicBezTo>
                  <a:pt x="3097340" y="955262"/>
                  <a:pt x="3098197" y="956120"/>
                  <a:pt x="3098197" y="957167"/>
                </a:cubicBezTo>
                <a:lnTo>
                  <a:pt x="3098197" y="965549"/>
                </a:lnTo>
                <a:close/>
                <a:moveTo>
                  <a:pt x="2101310" y="2672144"/>
                </a:moveTo>
                <a:lnTo>
                  <a:pt x="2101310" y="2681859"/>
                </a:lnTo>
                <a:cubicBezTo>
                  <a:pt x="2101310" y="2683383"/>
                  <a:pt x="2100072" y="2684526"/>
                  <a:pt x="2098643" y="2684526"/>
                </a:cubicBezTo>
                <a:lnTo>
                  <a:pt x="2088928" y="2684526"/>
                </a:lnTo>
                <a:cubicBezTo>
                  <a:pt x="2087404" y="2684526"/>
                  <a:pt x="2086261" y="2683288"/>
                  <a:pt x="2086261" y="2681859"/>
                </a:cubicBezTo>
                <a:lnTo>
                  <a:pt x="2086261" y="2672144"/>
                </a:lnTo>
                <a:cubicBezTo>
                  <a:pt x="2086261" y="2670620"/>
                  <a:pt x="2087499" y="2669477"/>
                  <a:pt x="2088928" y="2669477"/>
                </a:cubicBezTo>
                <a:lnTo>
                  <a:pt x="2098643" y="2669477"/>
                </a:lnTo>
                <a:cubicBezTo>
                  <a:pt x="2100167" y="2669477"/>
                  <a:pt x="2101310" y="2670715"/>
                  <a:pt x="2101310" y="2672144"/>
                </a:cubicBezTo>
                <a:close/>
                <a:moveTo>
                  <a:pt x="2938367" y="2395442"/>
                </a:moveTo>
                <a:cubicBezTo>
                  <a:pt x="2933795" y="2395442"/>
                  <a:pt x="2930176" y="2399157"/>
                  <a:pt x="2930176" y="2403634"/>
                </a:cubicBezTo>
                <a:cubicBezTo>
                  <a:pt x="2930176" y="2408111"/>
                  <a:pt x="2933891" y="2411825"/>
                  <a:pt x="2938367" y="2411825"/>
                </a:cubicBezTo>
                <a:cubicBezTo>
                  <a:pt x="2939701" y="2411825"/>
                  <a:pt x="2940844" y="2411444"/>
                  <a:pt x="2941892" y="2410968"/>
                </a:cubicBezTo>
                <a:lnTo>
                  <a:pt x="2960561" y="2429637"/>
                </a:lnTo>
                <a:lnTo>
                  <a:pt x="2959703" y="2527268"/>
                </a:lnTo>
                <a:cubicBezTo>
                  <a:pt x="2957894" y="2528221"/>
                  <a:pt x="2956655" y="2530030"/>
                  <a:pt x="2956655" y="2532221"/>
                </a:cubicBezTo>
                <a:cubicBezTo>
                  <a:pt x="2956655" y="2535365"/>
                  <a:pt x="2959227" y="2537936"/>
                  <a:pt x="2962370" y="2537936"/>
                </a:cubicBezTo>
                <a:cubicBezTo>
                  <a:pt x="2965513" y="2537936"/>
                  <a:pt x="2968085" y="2535365"/>
                  <a:pt x="2968085" y="2532221"/>
                </a:cubicBezTo>
                <a:cubicBezTo>
                  <a:pt x="2968085" y="2529840"/>
                  <a:pt x="2966657" y="2527840"/>
                  <a:pt x="2964561" y="2526983"/>
                </a:cubicBezTo>
                <a:lnTo>
                  <a:pt x="2965418" y="2427637"/>
                </a:lnTo>
                <a:lnTo>
                  <a:pt x="2945321" y="2407634"/>
                </a:lnTo>
                <a:cubicBezTo>
                  <a:pt x="2945987" y="2406396"/>
                  <a:pt x="2946559" y="2405063"/>
                  <a:pt x="2946559" y="2403634"/>
                </a:cubicBezTo>
                <a:cubicBezTo>
                  <a:pt x="2946559" y="2399062"/>
                  <a:pt x="2942844" y="2395442"/>
                  <a:pt x="2938367" y="2395442"/>
                </a:cubicBezTo>
                <a:close/>
                <a:moveTo>
                  <a:pt x="2941034" y="2405729"/>
                </a:moveTo>
                <a:lnTo>
                  <a:pt x="2940463" y="2406301"/>
                </a:lnTo>
                <a:cubicBezTo>
                  <a:pt x="2939892" y="2406777"/>
                  <a:pt x="2939129" y="2407063"/>
                  <a:pt x="2938367" y="2407063"/>
                </a:cubicBezTo>
                <a:cubicBezTo>
                  <a:pt x="2936462" y="2407063"/>
                  <a:pt x="2934938" y="2405539"/>
                  <a:pt x="2934938" y="2403634"/>
                </a:cubicBezTo>
                <a:cubicBezTo>
                  <a:pt x="2934938" y="2401729"/>
                  <a:pt x="2936462" y="2400205"/>
                  <a:pt x="2938367" y="2400205"/>
                </a:cubicBezTo>
                <a:cubicBezTo>
                  <a:pt x="2940272" y="2400205"/>
                  <a:pt x="2941796" y="2401729"/>
                  <a:pt x="2941796" y="2403634"/>
                </a:cubicBezTo>
                <a:cubicBezTo>
                  <a:pt x="2941796" y="2404396"/>
                  <a:pt x="2941511" y="2405158"/>
                  <a:pt x="2941034" y="2405729"/>
                </a:cubicBezTo>
                <a:close/>
                <a:moveTo>
                  <a:pt x="2778443" y="2544699"/>
                </a:moveTo>
                <a:cubicBezTo>
                  <a:pt x="2777395" y="2546033"/>
                  <a:pt x="2776728" y="2547652"/>
                  <a:pt x="2776728" y="2549557"/>
                </a:cubicBezTo>
                <a:cubicBezTo>
                  <a:pt x="2776728" y="2554129"/>
                  <a:pt x="2780443" y="2557748"/>
                  <a:pt x="2784920" y="2557748"/>
                </a:cubicBezTo>
                <a:cubicBezTo>
                  <a:pt x="2789396" y="2557748"/>
                  <a:pt x="2793111" y="2554034"/>
                  <a:pt x="2793111" y="2549557"/>
                </a:cubicBezTo>
                <a:cubicBezTo>
                  <a:pt x="2793111" y="2545080"/>
                  <a:pt x="2789396" y="2541365"/>
                  <a:pt x="2784920" y="2541365"/>
                </a:cubicBezTo>
                <a:cubicBezTo>
                  <a:pt x="2783967" y="2541365"/>
                  <a:pt x="2783110" y="2541651"/>
                  <a:pt x="2782253" y="2541937"/>
                </a:cubicBezTo>
                <a:lnTo>
                  <a:pt x="2765774" y="2516600"/>
                </a:lnTo>
                <a:lnTo>
                  <a:pt x="2766632" y="2420207"/>
                </a:lnTo>
                <a:cubicBezTo>
                  <a:pt x="2768442" y="2419255"/>
                  <a:pt x="2769680" y="2417445"/>
                  <a:pt x="2769680" y="2415254"/>
                </a:cubicBezTo>
                <a:cubicBezTo>
                  <a:pt x="2769680" y="2412111"/>
                  <a:pt x="2767108" y="2409539"/>
                  <a:pt x="2763965" y="2409539"/>
                </a:cubicBezTo>
                <a:cubicBezTo>
                  <a:pt x="2760821" y="2409539"/>
                  <a:pt x="2758250" y="2412111"/>
                  <a:pt x="2758250" y="2415254"/>
                </a:cubicBezTo>
                <a:cubicBezTo>
                  <a:pt x="2758250" y="2417636"/>
                  <a:pt x="2759678" y="2419636"/>
                  <a:pt x="2761774" y="2420493"/>
                </a:cubicBezTo>
                <a:lnTo>
                  <a:pt x="2760917" y="2518029"/>
                </a:lnTo>
                <a:lnTo>
                  <a:pt x="2778347" y="2544890"/>
                </a:lnTo>
                <a:close/>
                <a:moveTo>
                  <a:pt x="2782443" y="2547176"/>
                </a:moveTo>
                <a:lnTo>
                  <a:pt x="2783681" y="2546413"/>
                </a:lnTo>
                <a:cubicBezTo>
                  <a:pt x="2783681" y="2546413"/>
                  <a:pt x="2784443" y="2546128"/>
                  <a:pt x="2784920" y="2546128"/>
                </a:cubicBezTo>
                <a:cubicBezTo>
                  <a:pt x="2786825" y="2546128"/>
                  <a:pt x="2788349" y="2547652"/>
                  <a:pt x="2788349" y="2549557"/>
                </a:cubicBezTo>
                <a:cubicBezTo>
                  <a:pt x="2788349" y="2551462"/>
                  <a:pt x="2786825" y="2552986"/>
                  <a:pt x="2784920" y="2552986"/>
                </a:cubicBezTo>
                <a:cubicBezTo>
                  <a:pt x="2783015" y="2552986"/>
                  <a:pt x="2781491" y="2551462"/>
                  <a:pt x="2781491" y="2549557"/>
                </a:cubicBezTo>
                <a:cubicBezTo>
                  <a:pt x="2781491" y="2548604"/>
                  <a:pt x="2781872" y="2547747"/>
                  <a:pt x="2782443" y="2547176"/>
                </a:cubicBezTo>
                <a:close/>
                <a:moveTo>
                  <a:pt x="2324100" y="3276791"/>
                </a:moveTo>
                <a:cubicBezTo>
                  <a:pt x="2321338" y="3277457"/>
                  <a:pt x="2318957" y="3279077"/>
                  <a:pt x="2317433" y="3281458"/>
                </a:cubicBezTo>
                <a:cubicBezTo>
                  <a:pt x="2315909" y="3283839"/>
                  <a:pt x="2315432" y="3286697"/>
                  <a:pt x="2316004" y="3289459"/>
                </a:cubicBezTo>
                <a:cubicBezTo>
                  <a:pt x="2317147" y="3294412"/>
                  <a:pt x="2321528" y="3297746"/>
                  <a:pt x="2326386" y="3297746"/>
                </a:cubicBezTo>
                <a:cubicBezTo>
                  <a:pt x="2327148" y="3297746"/>
                  <a:pt x="2327910" y="3297746"/>
                  <a:pt x="2328672" y="3297460"/>
                </a:cubicBezTo>
                <a:cubicBezTo>
                  <a:pt x="2332768" y="3296507"/>
                  <a:pt x="2335721" y="3293269"/>
                  <a:pt x="2336578" y="3289459"/>
                </a:cubicBezTo>
                <a:lnTo>
                  <a:pt x="2374297" y="3289459"/>
                </a:lnTo>
                <a:lnTo>
                  <a:pt x="2430399" y="3344990"/>
                </a:lnTo>
                <a:lnTo>
                  <a:pt x="2578513" y="3344990"/>
                </a:lnTo>
                <a:cubicBezTo>
                  <a:pt x="2578513" y="3344990"/>
                  <a:pt x="2654808" y="3274124"/>
                  <a:pt x="2654808" y="3274124"/>
                </a:cubicBezTo>
                <a:lnTo>
                  <a:pt x="2676430" y="3274124"/>
                </a:lnTo>
                <a:cubicBezTo>
                  <a:pt x="2676430" y="3274124"/>
                  <a:pt x="2676430" y="3278029"/>
                  <a:pt x="2676430" y="3278029"/>
                </a:cubicBezTo>
                <a:cubicBezTo>
                  <a:pt x="2676430" y="3280505"/>
                  <a:pt x="2678430" y="3282505"/>
                  <a:pt x="2680907" y="3282505"/>
                </a:cubicBezTo>
                <a:lnTo>
                  <a:pt x="2693575" y="3282505"/>
                </a:lnTo>
                <a:cubicBezTo>
                  <a:pt x="2696051" y="3282505"/>
                  <a:pt x="2698052" y="3280505"/>
                  <a:pt x="2698052" y="3278029"/>
                </a:cubicBezTo>
                <a:lnTo>
                  <a:pt x="2698052" y="3265361"/>
                </a:lnTo>
                <a:cubicBezTo>
                  <a:pt x="2698052" y="3262884"/>
                  <a:pt x="2696051" y="3260884"/>
                  <a:pt x="2693575" y="3260884"/>
                </a:cubicBezTo>
                <a:lnTo>
                  <a:pt x="2680907" y="3260884"/>
                </a:lnTo>
                <a:cubicBezTo>
                  <a:pt x="2678430" y="3260884"/>
                  <a:pt x="2676430" y="3262884"/>
                  <a:pt x="2676430" y="3265361"/>
                </a:cubicBezTo>
                <a:lnTo>
                  <a:pt x="2676430" y="3271457"/>
                </a:lnTo>
                <a:lnTo>
                  <a:pt x="2676430" y="3269266"/>
                </a:lnTo>
                <a:cubicBezTo>
                  <a:pt x="2676430" y="3269266"/>
                  <a:pt x="2652998" y="3269266"/>
                  <a:pt x="2652998" y="3269266"/>
                </a:cubicBezTo>
                <a:lnTo>
                  <a:pt x="2576703" y="3340132"/>
                </a:lnTo>
                <a:lnTo>
                  <a:pt x="2432399" y="3340132"/>
                </a:lnTo>
                <a:cubicBezTo>
                  <a:pt x="2432399" y="3340132"/>
                  <a:pt x="2376297" y="3284696"/>
                  <a:pt x="2376297" y="3284696"/>
                </a:cubicBezTo>
                <a:lnTo>
                  <a:pt x="2336673" y="3284696"/>
                </a:lnTo>
                <a:cubicBezTo>
                  <a:pt x="2335340" y="3278981"/>
                  <a:pt x="2329720" y="3275457"/>
                  <a:pt x="2324005" y="3276695"/>
                </a:cubicBezTo>
                <a:close/>
                <a:moveTo>
                  <a:pt x="2327720" y="3292888"/>
                </a:moveTo>
                <a:cubicBezTo>
                  <a:pt x="2324576" y="3293555"/>
                  <a:pt x="2321433" y="3291554"/>
                  <a:pt x="2320766" y="3288411"/>
                </a:cubicBezTo>
                <a:cubicBezTo>
                  <a:pt x="2320385" y="3286887"/>
                  <a:pt x="2320766" y="3285268"/>
                  <a:pt x="2321528" y="3284030"/>
                </a:cubicBezTo>
                <a:cubicBezTo>
                  <a:pt x="2322386" y="3282696"/>
                  <a:pt x="2323719" y="3281839"/>
                  <a:pt x="2325243" y="3281458"/>
                </a:cubicBezTo>
                <a:cubicBezTo>
                  <a:pt x="2325624" y="3281363"/>
                  <a:pt x="2326100" y="3281363"/>
                  <a:pt x="2326481" y="3281363"/>
                </a:cubicBezTo>
                <a:cubicBezTo>
                  <a:pt x="2329148" y="3281363"/>
                  <a:pt x="2331625" y="3283172"/>
                  <a:pt x="2332196" y="3285935"/>
                </a:cubicBezTo>
                <a:cubicBezTo>
                  <a:pt x="2332863" y="3289078"/>
                  <a:pt x="2330958" y="3292221"/>
                  <a:pt x="2327720" y="3292983"/>
                </a:cubicBezTo>
                <a:close/>
                <a:moveTo>
                  <a:pt x="2517267" y="3274600"/>
                </a:moveTo>
                <a:cubicBezTo>
                  <a:pt x="2514886" y="3273076"/>
                  <a:pt x="2512028" y="3272600"/>
                  <a:pt x="2509266" y="3273171"/>
                </a:cubicBezTo>
                <a:cubicBezTo>
                  <a:pt x="2505170" y="3274124"/>
                  <a:pt x="2502218" y="3277362"/>
                  <a:pt x="2501360" y="3281172"/>
                </a:cubicBezTo>
                <a:lnTo>
                  <a:pt x="2472214" y="3281172"/>
                </a:lnTo>
                <a:cubicBezTo>
                  <a:pt x="2472214" y="3281172"/>
                  <a:pt x="2446687" y="3257360"/>
                  <a:pt x="2446687" y="3257360"/>
                </a:cubicBezTo>
                <a:lnTo>
                  <a:pt x="2437067" y="3257360"/>
                </a:lnTo>
                <a:cubicBezTo>
                  <a:pt x="2435733" y="3251645"/>
                  <a:pt x="2430113" y="3248120"/>
                  <a:pt x="2424398" y="3249359"/>
                </a:cubicBezTo>
                <a:cubicBezTo>
                  <a:pt x="2418683" y="3250597"/>
                  <a:pt x="2415064" y="3256312"/>
                  <a:pt x="2416302" y="3262027"/>
                </a:cubicBezTo>
                <a:cubicBezTo>
                  <a:pt x="2417445" y="3266980"/>
                  <a:pt x="2421827" y="3270313"/>
                  <a:pt x="2426684" y="3270313"/>
                </a:cubicBezTo>
                <a:cubicBezTo>
                  <a:pt x="2427446" y="3270313"/>
                  <a:pt x="2428208" y="3270313"/>
                  <a:pt x="2428970" y="3270028"/>
                </a:cubicBezTo>
                <a:cubicBezTo>
                  <a:pt x="2431733" y="3269361"/>
                  <a:pt x="2434114" y="3267742"/>
                  <a:pt x="2435638" y="3265361"/>
                </a:cubicBezTo>
                <a:cubicBezTo>
                  <a:pt x="2436305" y="3264313"/>
                  <a:pt x="2436686" y="3263170"/>
                  <a:pt x="2436876" y="3262027"/>
                </a:cubicBezTo>
                <a:lnTo>
                  <a:pt x="2444687" y="3262027"/>
                </a:lnTo>
                <a:cubicBezTo>
                  <a:pt x="2444687" y="3262027"/>
                  <a:pt x="2470213" y="3285839"/>
                  <a:pt x="2470213" y="3285839"/>
                </a:cubicBezTo>
                <a:lnTo>
                  <a:pt x="2501170" y="3285839"/>
                </a:lnTo>
                <a:cubicBezTo>
                  <a:pt x="2502313" y="3290792"/>
                  <a:pt x="2506694" y="3294126"/>
                  <a:pt x="2511552" y="3294126"/>
                </a:cubicBezTo>
                <a:cubicBezTo>
                  <a:pt x="2512314" y="3294126"/>
                  <a:pt x="2513076" y="3294126"/>
                  <a:pt x="2513838" y="3293840"/>
                </a:cubicBezTo>
                <a:cubicBezTo>
                  <a:pt x="2519553" y="3292602"/>
                  <a:pt x="2523173" y="3286887"/>
                  <a:pt x="2521839" y="3281172"/>
                </a:cubicBezTo>
                <a:cubicBezTo>
                  <a:pt x="2521268" y="3278410"/>
                  <a:pt x="2519553" y="3276029"/>
                  <a:pt x="2517172" y="3274505"/>
                </a:cubicBezTo>
                <a:close/>
                <a:moveTo>
                  <a:pt x="2431542" y="3262884"/>
                </a:moveTo>
                <a:cubicBezTo>
                  <a:pt x="2430685" y="3264218"/>
                  <a:pt x="2429351" y="3265075"/>
                  <a:pt x="2427827" y="3265456"/>
                </a:cubicBezTo>
                <a:cubicBezTo>
                  <a:pt x="2424684" y="3266218"/>
                  <a:pt x="2421541" y="3264218"/>
                  <a:pt x="2420874" y="3260979"/>
                </a:cubicBezTo>
                <a:cubicBezTo>
                  <a:pt x="2420207" y="3257836"/>
                  <a:pt x="2422112" y="3254693"/>
                  <a:pt x="2425351" y="3253930"/>
                </a:cubicBezTo>
                <a:cubicBezTo>
                  <a:pt x="2425827" y="3253930"/>
                  <a:pt x="2426208" y="3253835"/>
                  <a:pt x="2426589" y="3253835"/>
                </a:cubicBezTo>
                <a:cubicBezTo>
                  <a:pt x="2429256" y="3253835"/>
                  <a:pt x="2431733" y="3255740"/>
                  <a:pt x="2432304" y="3258407"/>
                </a:cubicBezTo>
                <a:cubicBezTo>
                  <a:pt x="2432685" y="3259931"/>
                  <a:pt x="2432304" y="3261551"/>
                  <a:pt x="2431542" y="3262789"/>
                </a:cubicBezTo>
                <a:close/>
                <a:moveTo>
                  <a:pt x="2512790" y="3289363"/>
                </a:moveTo>
                <a:cubicBezTo>
                  <a:pt x="2509647" y="3290030"/>
                  <a:pt x="2506504" y="3288030"/>
                  <a:pt x="2505742" y="3284887"/>
                </a:cubicBezTo>
                <a:cubicBezTo>
                  <a:pt x="2505075" y="3281744"/>
                  <a:pt x="2507075" y="3278600"/>
                  <a:pt x="2510219" y="3277934"/>
                </a:cubicBezTo>
                <a:cubicBezTo>
                  <a:pt x="2510600" y="3277838"/>
                  <a:pt x="2511076" y="3277743"/>
                  <a:pt x="2511552" y="3277743"/>
                </a:cubicBezTo>
                <a:cubicBezTo>
                  <a:pt x="2512695" y="3277743"/>
                  <a:pt x="2513743" y="3278029"/>
                  <a:pt x="2514695" y="3278696"/>
                </a:cubicBezTo>
                <a:cubicBezTo>
                  <a:pt x="2516029" y="3279553"/>
                  <a:pt x="2516886" y="3280791"/>
                  <a:pt x="2517267" y="3282315"/>
                </a:cubicBezTo>
                <a:cubicBezTo>
                  <a:pt x="2517934" y="3285459"/>
                  <a:pt x="2516029" y="3288602"/>
                  <a:pt x="2512790" y="3289363"/>
                </a:cubicBezTo>
                <a:close/>
                <a:moveTo>
                  <a:pt x="2194274" y="3125629"/>
                </a:moveTo>
                <a:cubicBezTo>
                  <a:pt x="2197322" y="3127915"/>
                  <a:pt x="2201132" y="3128772"/>
                  <a:pt x="2204942" y="3128201"/>
                </a:cubicBezTo>
                <a:cubicBezTo>
                  <a:pt x="2208752" y="3127629"/>
                  <a:pt x="2212086" y="3125629"/>
                  <a:pt x="2214277" y="3122486"/>
                </a:cubicBezTo>
                <a:cubicBezTo>
                  <a:pt x="2218944" y="3116104"/>
                  <a:pt x="2217611" y="3107150"/>
                  <a:pt x="2211229" y="3102483"/>
                </a:cubicBezTo>
                <a:cubicBezTo>
                  <a:pt x="2208657" y="3100578"/>
                  <a:pt x="2205704" y="3099721"/>
                  <a:pt x="2202752" y="3099721"/>
                </a:cubicBezTo>
                <a:cubicBezTo>
                  <a:pt x="2198370" y="3099721"/>
                  <a:pt x="2193989" y="3101721"/>
                  <a:pt x="2191131" y="3105531"/>
                </a:cubicBezTo>
                <a:cubicBezTo>
                  <a:pt x="2186464" y="3111913"/>
                  <a:pt x="2187797" y="3120867"/>
                  <a:pt x="2194179" y="3125534"/>
                </a:cubicBezTo>
                <a:close/>
                <a:moveTo>
                  <a:pt x="2193322" y="3107150"/>
                </a:moveTo>
                <a:cubicBezTo>
                  <a:pt x="2197132" y="3102007"/>
                  <a:pt x="2204466" y="3100864"/>
                  <a:pt x="2209705" y="3104674"/>
                </a:cubicBezTo>
                <a:cubicBezTo>
                  <a:pt x="2212181" y="3106484"/>
                  <a:pt x="2213896" y="3109246"/>
                  <a:pt x="2214372" y="3112294"/>
                </a:cubicBezTo>
                <a:cubicBezTo>
                  <a:pt x="2214848" y="3115342"/>
                  <a:pt x="2214086" y="3118485"/>
                  <a:pt x="2212277" y="3120962"/>
                </a:cubicBezTo>
                <a:cubicBezTo>
                  <a:pt x="2210467" y="3123438"/>
                  <a:pt x="2207705" y="3125153"/>
                  <a:pt x="2204657" y="3125629"/>
                </a:cubicBezTo>
                <a:cubicBezTo>
                  <a:pt x="2204085" y="3125629"/>
                  <a:pt x="2203418" y="3125724"/>
                  <a:pt x="2202847" y="3125724"/>
                </a:cubicBezTo>
                <a:cubicBezTo>
                  <a:pt x="2200370" y="3125724"/>
                  <a:pt x="2197989" y="3124962"/>
                  <a:pt x="2195989" y="3123438"/>
                </a:cubicBezTo>
                <a:cubicBezTo>
                  <a:pt x="2190750" y="3119628"/>
                  <a:pt x="2189702" y="3112294"/>
                  <a:pt x="2193512" y="3107055"/>
                </a:cubicBezTo>
                <a:close/>
                <a:moveTo>
                  <a:pt x="2821210" y="2465070"/>
                </a:moveTo>
                <a:cubicBezTo>
                  <a:pt x="2822448" y="2467166"/>
                  <a:pt x="2821686" y="2469833"/>
                  <a:pt x="2819591" y="2470976"/>
                </a:cubicBezTo>
                <a:cubicBezTo>
                  <a:pt x="2817495" y="2472214"/>
                  <a:pt x="2814828" y="2471452"/>
                  <a:pt x="2813685" y="2469356"/>
                </a:cubicBezTo>
                <a:cubicBezTo>
                  <a:pt x="2812447" y="2467261"/>
                  <a:pt x="2813209" y="2464594"/>
                  <a:pt x="2815304" y="2463451"/>
                </a:cubicBezTo>
                <a:cubicBezTo>
                  <a:pt x="2817400" y="2462213"/>
                  <a:pt x="2820067" y="2462975"/>
                  <a:pt x="2821210" y="2465070"/>
                </a:cubicBezTo>
                <a:close/>
                <a:moveTo>
                  <a:pt x="2881694" y="2536127"/>
                </a:moveTo>
                <a:lnTo>
                  <a:pt x="2881694" y="2532984"/>
                </a:lnTo>
                <a:cubicBezTo>
                  <a:pt x="2881694" y="2531364"/>
                  <a:pt x="2883027" y="2530030"/>
                  <a:pt x="2884646" y="2530030"/>
                </a:cubicBezTo>
                <a:lnTo>
                  <a:pt x="2887790" y="2530030"/>
                </a:lnTo>
                <a:cubicBezTo>
                  <a:pt x="2889409" y="2530030"/>
                  <a:pt x="2890742" y="2531364"/>
                  <a:pt x="2890742" y="2532984"/>
                </a:cubicBezTo>
                <a:lnTo>
                  <a:pt x="2890742" y="2536127"/>
                </a:lnTo>
                <a:cubicBezTo>
                  <a:pt x="2890742" y="2537746"/>
                  <a:pt x="2889409" y="2539079"/>
                  <a:pt x="2887790" y="2539079"/>
                </a:cubicBezTo>
                <a:lnTo>
                  <a:pt x="2884646" y="2539079"/>
                </a:lnTo>
                <a:cubicBezTo>
                  <a:pt x="2883027" y="2539079"/>
                  <a:pt x="2881694" y="2537746"/>
                  <a:pt x="2881694" y="2536127"/>
                </a:cubicBezTo>
                <a:close/>
                <a:moveTo>
                  <a:pt x="3024283" y="3328511"/>
                </a:moveTo>
                <a:cubicBezTo>
                  <a:pt x="3022568" y="3325654"/>
                  <a:pt x="3019806" y="3323654"/>
                  <a:pt x="3016472" y="3322892"/>
                </a:cubicBezTo>
                <a:cubicBezTo>
                  <a:pt x="3013234" y="3322130"/>
                  <a:pt x="3009805" y="3322606"/>
                  <a:pt x="3006947" y="3324416"/>
                </a:cubicBezTo>
                <a:cubicBezTo>
                  <a:pt x="3004090" y="3326130"/>
                  <a:pt x="3002090" y="3328892"/>
                  <a:pt x="3001232" y="3332226"/>
                </a:cubicBezTo>
                <a:cubicBezTo>
                  <a:pt x="3000470" y="3335465"/>
                  <a:pt x="3000947" y="3338894"/>
                  <a:pt x="3002756" y="3341751"/>
                </a:cubicBezTo>
                <a:cubicBezTo>
                  <a:pt x="3004471" y="3344609"/>
                  <a:pt x="3007233" y="3346609"/>
                  <a:pt x="3010567" y="3347371"/>
                </a:cubicBezTo>
                <a:cubicBezTo>
                  <a:pt x="3011519" y="3347561"/>
                  <a:pt x="3012567" y="3347752"/>
                  <a:pt x="3013520" y="3347752"/>
                </a:cubicBezTo>
                <a:cubicBezTo>
                  <a:pt x="3015996" y="3347752"/>
                  <a:pt x="3018377" y="3346895"/>
                  <a:pt x="3020378" y="3345561"/>
                </a:cubicBezTo>
                <a:lnTo>
                  <a:pt x="3100292" y="3423095"/>
                </a:lnTo>
                <a:lnTo>
                  <a:pt x="3100769" y="3498533"/>
                </a:lnTo>
                <a:lnTo>
                  <a:pt x="3114770" y="3512630"/>
                </a:lnTo>
                <a:lnTo>
                  <a:pt x="3114770" y="3505867"/>
                </a:lnTo>
                <a:lnTo>
                  <a:pt x="3105531" y="3496532"/>
                </a:lnTo>
                <a:lnTo>
                  <a:pt x="3105055" y="3421094"/>
                </a:lnTo>
                <a:lnTo>
                  <a:pt x="3023902" y="3342323"/>
                </a:lnTo>
                <a:cubicBezTo>
                  <a:pt x="3024759" y="3341084"/>
                  <a:pt x="3025426" y="3339655"/>
                  <a:pt x="3025807" y="3338132"/>
                </a:cubicBezTo>
                <a:cubicBezTo>
                  <a:pt x="3026569" y="3334893"/>
                  <a:pt x="3026093" y="3331464"/>
                  <a:pt x="3024283" y="3328607"/>
                </a:cubicBezTo>
                <a:close/>
                <a:moveTo>
                  <a:pt x="3021140" y="3336893"/>
                </a:moveTo>
                <a:cubicBezTo>
                  <a:pt x="3020092" y="3341084"/>
                  <a:pt x="3015901" y="3343656"/>
                  <a:pt x="3011710" y="3342609"/>
                </a:cubicBezTo>
                <a:cubicBezTo>
                  <a:pt x="3009710" y="3342132"/>
                  <a:pt x="3007995" y="3340894"/>
                  <a:pt x="3006852" y="3339084"/>
                </a:cubicBezTo>
                <a:cubicBezTo>
                  <a:pt x="3005804" y="3337274"/>
                  <a:pt x="3005423" y="3335179"/>
                  <a:pt x="3005900" y="3333179"/>
                </a:cubicBezTo>
                <a:cubicBezTo>
                  <a:pt x="3006376" y="3331178"/>
                  <a:pt x="3007614" y="3329464"/>
                  <a:pt x="3009424" y="3328321"/>
                </a:cubicBezTo>
                <a:cubicBezTo>
                  <a:pt x="3010662" y="3327559"/>
                  <a:pt x="3012091" y="3327178"/>
                  <a:pt x="3013520" y="3327178"/>
                </a:cubicBezTo>
                <a:cubicBezTo>
                  <a:pt x="3014091" y="3327178"/>
                  <a:pt x="3014758" y="3327178"/>
                  <a:pt x="3015329" y="3327368"/>
                </a:cubicBezTo>
                <a:cubicBezTo>
                  <a:pt x="3017330" y="3327845"/>
                  <a:pt x="3019044" y="3329083"/>
                  <a:pt x="3020187" y="3330893"/>
                </a:cubicBezTo>
                <a:cubicBezTo>
                  <a:pt x="3021235" y="3332702"/>
                  <a:pt x="3021616" y="3334798"/>
                  <a:pt x="3021140" y="3336798"/>
                </a:cubicBezTo>
                <a:close/>
                <a:moveTo>
                  <a:pt x="2991422" y="3249263"/>
                </a:moveTo>
                <a:lnTo>
                  <a:pt x="2991422" y="3227927"/>
                </a:lnTo>
                <a:lnTo>
                  <a:pt x="2962275" y="3195733"/>
                </a:lnTo>
                <a:lnTo>
                  <a:pt x="2962275" y="3090672"/>
                </a:lnTo>
                <a:cubicBezTo>
                  <a:pt x="2962275" y="3090672"/>
                  <a:pt x="2986469" y="3057620"/>
                  <a:pt x="2986469" y="3057620"/>
                </a:cubicBezTo>
                <a:lnTo>
                  <a:pt x="2986469" y="2904363"/>
                </a:lnTo>
                <a:lnTo>
                  <a:pt x="2959894" y="2865596"/>
                </a:lnTo>
                <a:lnTo>
                  <a:pt x="2959513" y="2755106"/>
                </a:lnTo>
                <a:lnTo>
                  <a:pt x="2971610" y="2738914"/>
                </a:lnTo>
                <a:lnTo>
                  <a:pt x="2971610" y="2659666"/>
                </a:lnTo>
                <a:lnTo>
                  <a:pt x="2966371" y="2659666"/>
                </a:lnTo>
                <a:cubicBezTo>
                  <a:pt x="2963037" y="2659666"/>
                  <a:pt x="2960370" y="2656999"/>
                  <a:pt x="2960370" y="2653665"/>
                </a:cubicBezTo>
                <a:lnTo>
                  <a:pt x="2960370" y="2633567"/>
                </a:lnTo>
                <a:cubicBezTo>
                  <a:pt x="2960370" y="2630234"/>
                  <a:pt x="2963037" y="2627567"/>
                  <a:pt x="2966371" y="2627567"/>
                </a:cubicBezTo>
                <a:lnTo>
                  <a:pt x="2986469" y="2627567"/>
                </a:lnTo>
                <a:cubicBezTo>
                  <a:pt x="2989802" y="2627567"/>
                  <a:pt x="2992469" y="2630234"/>
                  <a:pt x="2992469" y="2633567"/>
                </a:cubicBezTo>
                <a:lnTo>
                  <a:pt x="2992469" y="2653665"/>
                </a:lnTo>
                <a:cubicBezTo>
                  <a:pt x="2992469" y="2656999"/>
                  <a:pt x="2989802" y="2659666"/>
                  <a:pt x="2986469" y="2659666"/>
                </a:cubicBezTo>
                <a:lnTo>
                  <a:pt x="2981230" y="2659666"/>
                </a:lnTo>
                <a:lnTo>
                  <a:pt x="2981230" y="2742057"/>
                </a:lnTo>
                <a:lnTo>
                  <a:pt x="2969133" y="2758250"/>
                </a:lnTo>
                <a:lnTo>
                  <a:pt x="2969514" y="2862548"/>
                </a:lnTo>
                <a:lnTo>
                  <a:pt x="2996089" y="2901315"/>
                </a:lnTo>
                <a:lnTo>
                  <a:pt x="2996089" y="3060668"/>
                </a:lnTo>
                <a:lnTo>
                  <a:pt x="2971895" y="3093720"/>
                </a:lnTo>
                <a:lnTo>
                  <a:pt x="2971895" y="3191923"/>
                </a:lnTo>
                <a:cubicBezTo>
                  <a:pt x="2971895" y="3191923"/>
                  <a:pt x="3001137" y="3224117"/>
                  <a:pt x="3001137" y="3224117"/>
                </a:cubicBezTo>
                <a:lnTo>
                  <a:pt x="3001137" y="3249073"/>
                </a:lnTo>
                <a:cubicBezTo>
                  <a:pt x="3003423" y="3250597"/>
                  <a:pt x="3005042" y="3252978"/>
                  <a:pt x="3005138" y="3255836"/>
                </a:cubicBezTo>
                <a:cubicBezTo>
                  <a:pt x="3005423" y="3260693"/>
                  <a:pt x="3001613" y="3264789"/>
                  <a:pt x="2996755" y="3265075"/>
                </a:cubicBezTo>
                <a:cubicBezTo>
                  <a:pt x="2991898" y="3265361"/>
                  <a:pt x="2987802" y="3261551"/>
                  <a:pt x="2987517" y="3256693"/>
                </a:cubicBezTo>
                <a:cubicBezTo>
                  <a:pt x="2987326" y="3253454"/>
                  <a:pt x="2989040" y="3250692"/>
                  <a:pt x="2991517" y="3249073"/>
                </a:cubicBezTo>
                <a:close/>
                <a:moveTo>
                  <a:pt x="2974658" y="2411159"/>
                </a:moveTo>
                <a:cubicBezTo>
                  <a:pt x="2971800" y="2414016"/>
                  <a:pt x="2971800" y="2418588"/>
                  <a:pt x="2974658" y="2421350"/>
                </a:cubicBezTo>
                <a:cubicBezTo>
                  <a:pt x="2976086" y="2422779"/>
                  <a:pt x="2977896" y="2423446"/>
                  <a:pt x="2979801" y="2423446"/>
                </a:cubicBezTo>
                <a:cubicBezTo>
                  <a:pt x="2981706" y="2423446"/>
                  <a:pt x="2983516" y="2422779"/>
                  <a:pt x="2984945" y="2421350"/>
                </a:cubicBezTo>
                <a:cubicBezTo>
                  <a:pt x="2987802" y="2418493"/>
                  <a:pt x="2987802" y="2413921"/>
                  <a:pt x="2984945" y="2411159"/>
                </a:cubicBezTo>
                <a:cubicBezTo>
                  <a:pt x="2984183" y="2410397"/>
                  <a:pt x="2983230" y="2409920"/>
                  <a:pt x="2982182" y="2409539"/>
                </a:cubicBezTo>
                <a:lnTo>
                  <a:pt x="2982182" y="2398681"/>
                </a:lnTo>
                <a:lnTo>
                  <a:pt x="2966466" y="2383441"/>
                </a:lnTo>
                <a:lnTo>
                  <a:pt x="2849118" y="2384108"/>
                </a:lnTo>
                <a:lnTo>
                  <a:pt x="2833973" y="2399252"/>
                </a:lnTo>
                <a:cubicBezTo>
                  <a:pt x="2831402" y="2398300"/>
                  <a:pt x="2828354" y="2398776"/>
                  <a:pt x="2826258" y="2400872"/>
                </a:cubicBezTo>
                <a:cubicBezTo>
                  <a:pt x="2824925" y="2402205"/>
                  <a:pt x="2824163" y="2404015"/>
                  <a:pt x="2824163" y="2406015"/>
                </a:cubicBezTo>
                <a:cubicBezTo>
                  <a:pt x="2824163" y="2408015"/>
                  <a:pt x="2824925" y="2409730"/>
                  <a:pt x="2826258" y="2411159"/>
                </a:cubicBezTo>
                <a:cubicBezTo>
                  <a:pt x="2827687" y="2412587"/>
                  <a:pt x="2829497" y="2413254"/>
                  <a:pt x="2831402" y="2413254"/>
                </a:cubicBezTo>
                <a:cubicBezTo>
                  <a:pt x="2833307" y="2413254"/>
                  <a:pt x="2835117" y="2412587"/>
                  <a:pt x="2836545" y="2411159"/>
                </a:cubicBezTo>
                <a:cubicBezTo>
                  <a:pt x="2838926" y="2408777"/>
                  <a:pt x="2839212" y="2405253"/>
                  <a:pt x="2837593" y="2402491"/>
                </a:cubicBezTo>
                <a:lnTo>
                  <a:pt x="2851118" y="2388965"/>
                </a:lnTo>
                <a:lnTo>
                  <a:pt x="2964561" y="2388299"/>
                </a:lnTo>
                <a:lnTo>
                  <a:pt x="2977420" y="2400776"/>
                </a:lnTo>
                <a:lnTo>
                  <a:pt x="2977420" y="2409635"/>
                </a:lnTo>
                <a:cubicBezTo>
                  <a:pt x="2976372" y="2410016"/>
                  <a:pt x="2975420" y="2410492"/>
                  <a:pt x="2974658" y="2411254"/>
                </a:cubicBezTo>
                <a:close/>
                <a:moveTo>
                  <a:pt x="2834830" y="2409349"/>
                </a:moveTo>
                <a:cubicBezTo>
                  <a:pt x="2832926" y="2411254"/>
                  <a:pt x="2829878" y="2411254"/>
                  <a:pt x="2827973" y="2409349"/>
                </a:cubicBezTo>
                <a:cubicBezTo>
                  <a:pt x="2826068" y="2407444"/>
                  <a:pt x="2826068" y="2404396"/>
                  <a:pt x="2827973" y="2402491"/>
                </a:cubicBezTo>
                <a:cubicBezTo>
                  <a:pt x="2828925" y="2401538"/>
                  <a:pt x="2830163" y="2401062"/>
                  <a:pt x="2831402" y="2401062"/>
                </a:cubicBezTo>
                <a:cubicBezTo>
                  <a:pt x="2832640" y="2401062"/>
                  <a:pt x="2833878" y="2401538"/>
                  <a:pt x="2834830" y="2402491"/>
                </a:cubicBezTo>
                <a:cubicBezTo>
                  <a:pt x="2836736" y="2404396"/>
                  <a:pt x="2836736" y="2407444"/>
                  <a:pt x="2834830" y="2409349"/>
                </a:cubicBezTo>
                <a:close/>
                <a:moveTo>
                  <a:pt x="2979801" y="2411444"/>
                </a:moveTo>
                <a:cubicBezTo>
                  <a:pt x="2981135" y="2411444"/>
                  <a:pt x="2982278" y="2411921"/>
                  <a:pt x="2983230" y="2412873"/>
                </a:cubicBezTo>
                <a:cubicBezTo>
                  <a:pt x="2985135" y="2414778"/>
                  <a:pt x="2985135" y="2417826"/>
                  <a:pt x="2983230" y="2419731"/>
                </a:cubicBezTo>
                <a:cubicBezTo>
                  <a:pt x="2981325" y="2421636"/>
                  <a:pt x="2978277" y="2421636"/>
                  <a:pt x="2976372" y="2419731"/>
                </a:cubicBezTo>
                <a:cubicBezTo>
                  <a:pt x="2975420" y="2418779"/>
                  <a:pt x="2974943" y="2417636"/>
                  <a:pt x="2974943" y="2416302"/>
                </a:cubicBezTo>
                <a:cubicBezTo>
                  <a:pt x="2974943" y="2414969"/>
                  <a:pt x="2975420" y="2413826"/>
                  <a:pt x="2976372" y="2412873"/>
                </a:cubicBezTo>
                <a:cubicBezTo>
                  <a:pt x="2977325" y="2411921"/>
                  <a:pt x="2978468" y="2411444"/>
                  <a:pt x="2979801" y="2411444"/>
                </a:cubicBezTo>
                <a:close/>
                <a:moveTo>
                  <a:pt x="2191417" y="2926842"/>
                </a:moveTo>
                <a:lnTo>
                  <a:pt x="2204085" y="2912555"/>
                </a:lnTo>
                <a:lnTo>
                  <a:pt x="2207609" y="2915698"/>
                </a:lnTo>
                <a:lnTo>
                  <a:pt x="2194941" y="2929985"/>
                </a:lnTo>
                <a:lnTo>
                  <a:pt x="2191417" y="2926842"/>
                </a:lnTo>
                <a:close/>
                <a:moveTo>
                  <a:pt x="2315623" y="3394520"/>
                </a:moveTo>
                <a:cubicBezTo>
                  <a:pt x="2315623" y="3398234"/>
                  <a:pt x="2318671" y="3401378"/>
                  <a:pt x="2322481" y="3401378"/>
                </a:cubicBezTo>
                <a:lnTo>
                  <a:pt x="2330577" y="3401378"/>
                </a:lnTo>
                <a:cubicBezTo>
                  <a:pt x="2334292" y="3401378"/>
                  <a:pt x="2337435" y="3398330"/>
                  <a:pt x="2337435" y="3394520"/>
                </a:cubicBezTo>
                <a:lnTo>
                  <a:pt x="2337435" y="3386423"/>
                </a:lnTo>
                <a:cubicBezTo>
                  <a:pt x="2337435" y="3382709"/>
                  <a:pt x="2334387" y="3379565"/>
                  <a:pt x="2330577" y="3379565"/>
                </a:cubicBezTo>
                <a:lnTo>
                  <a:pt x="2328958" y="3379565"/>
                </a:lnTo>
                <a:lnTo>
                  <a:pt x="2328958" y="3324892"/>
                </a:lnTo>
                <a:lnTo>
                  <a:pt x="2338388" y="3314224"/>
                </a:lnTo>
                <a:lnTo>
                  <a:pt x="2360962" y="3314224"/>
                </a:lnTo>
                <a:lnTo>
                  <a:pt x="2371820" y="3325463"/>
                </a:lnTo>
                <a:lnTo>
                  <a:pt x="2371820" y="3415189"/>
                </a:lnTo>
                <a:cubicBezTo>
                  <a:pt x="2366105" y="3416522"/>
                  <a:pt x="2362581" y="3422142"/>
                  <a:pt x="2363819" y="3427857"/>
                </a:cubicBezTo>
                <a:cubicBezTo>
                  <a:pt x="2364391" y="3430619"/>
                  <a:pt x="2366105" y="3433001"/>
                  <a:pt x="2368487" y="3434525"/>
                </a:cubicBezTo>
                <a:cubicBezTo>
                  <a:pt x="2370201" y="3435572"/>
                  <a:pt x="2372201" y="3436144"/>
                  <a:pt x="2374202" y="3436144"/>
                </a:cubicBezTo>
                <a:cubicBezTo>
                  <a:pt x="2374964" y="3436144"/>
                  <a:pt x="2375726" y="3436144"/>
                  <a:pt x="2376583" y="3435858"/>
                </a:cubicBezTo>
                <a:cubicBezTo>
                  <a:pt x="2379345" y="3435287"/>
                  <a:pt x="2381726" y="3433572"/>
                  <a:pt x="2383250" y="3431191"/>
                </a:cubicBezTo>
                <a:cubicBezTo>
                  <a:pt x="2384774" y="3428810"/>
                  <a:pt x="2385251" y="3425952"/>
                  <a:pt x="2384679" y="3423190"/>
                </a:cubicBezTo>
                <a:cubicBezTo>
                  <a:pt x="2383727" y="3419094"/>
                  <a:pt x="2380488" y="3416142"/>
                  <a:pt x="2376678" y="3415284"/>
                </a:cubicBezTo>
                <a:lnTo>
                  <a:pt x="2376678" y="3323559"/>
                </a:lnTo>
                <a:lnTo>
                  <a:pt x="2363057" y="3309461"/>
                </a:lnTo>
                <a:lnTo>
                  <a:pt x="2336292" y="3309461"/>
                </a:lnTo>
                <a:lnTo>
                  <a:pt x="2324195" y="3323082"/>
                </a:lnTo>
                <a:lnTo>
                  <a:pt x="2324195" y="3379565"/>
                </a:lnTo>
                <a:lnTo>
                  <a:pt x="2322576" y="3379565"/>
                </a:lnTo>
                <a:cubicBezTo>
                  <a:pt x="2318861" y="3379565"/>
                  <a:pt x="2315718" y="3382613"/>
                  <a:pt x="2315718" y="3386423"/>
                </a:cubicBezTo>
                <a:lnTo>
                  <a:pt x="2315718" y="3394520"/>
                </a:lnTo>
                <a:close/>
                <a:moveTo>
                  <a:pt x="2374011" y="3419666"/>
                </a:moveTo>
                <a:cubicBezTo>
                  <a:pt x="2376678" y="3419666"/>
                  <a:pt x="2379155" y="3421475"/>
                  <a:pt x="2379726" y="3424238"/>
                </a:cubicBezTo>
                <a:cubicBezTo>
                  <a:pt x="2380107" y="3425762"/>
                  <a:pt x="2379726" y="3427381"/>
                  <a:pt x="2378964" y="3428619"/>
                </a:cubicBezTo>
                <a:cubicBezTo>
                  <a:pt x="2378107" y="3429953"/>
                  <a:pt x="2376869" y="3430810"/>
                  <a:pt x="2375249" y="3431191"/>
                </a:cubicBezTo>
                <a:cubicBezTo>
                  <a:pt x="2373725" y="3431572"/>
                  <a:pt x="2372106" y="3431191"/>
                  <a:pt x="2370868" y="3430429"/>
                </a:cubicBezTo>
                <a:cubicBezTo>
                  <a:pt x="2369534" y="3429572"/>
                  <a:pt x="2368677" y="3428334"/>
                  <a:pt x="2368296" y="3426809"/>
                </a:cubicBezTo>
                <a:cubicBezTo>
                  <a:pt x="2367629" y="3423666"/>
                  <a:pt x="2369534" y="3420523"/>
                  <a:pt x="2372773" y="3419856"/>
                </a:cubicBezTo>
                <a:cubicBezTo>
                  <a:pt x="2373154" y="3419761"/>
                  <a:pt x="2373630" y="3419761"/>
                  <a:pt x="2374011" y="3419761"/>
                </a:cubicBezTo>
                <a:close/>
                <a:moveTo>
                  <a:pt x="2320385" y="3386423"/>
                </a:moveTo>
                <a:cubicBezTo>
                  <a:pt x="2320385" y="3385280"/>
                  <a:pt x="2321338" y="3384328"/>
                  <a:pt x="2322481" y="3384328"/>
                </a:cubicBezTo>
                <a:lnTo>
                  <a:pt x="2330577" y="3384328"/>
                </a:lnTo>
                <a:cubicBezTo>
                  <a:pt x="2331720" y="3384328"/>
                  <a:pt x="2332673" y="3385280"/>
                  <a:pt x="2332673" y="3386423"/>
                </a:cubicBezTo>
                <a:lnTo>
                  <a:pt x="2332673" y="3394520"/>
                </a:lnTo>
                <a:cubicBezTo>
                  <a:pt x="2332673" y="3395663"/>
                  <a:pt x="2331720" y="3396615"/>
                  <a:pt x="2330577" y="3396615"/>
                </a:cubicBezTo>
                <a:lnTo>
                  <a:pt x="2322481" y="3396615"/>
                </a:lnTo>
                <a:cubicBezTo>
                  <a:pt x="2321338" y="3396615"/>
                  <a:pt x="2320385" y="3395663"/>
                  <a:pt x="2320385" y="3394520"/>
                </a:cubicBezTo>
                <a:lnTo>
                  <a:pt x="2320385" y="3386423"/>
                </a:lnTo>
                <a:close/>
                <a:moveTo>
                  <a:pt x="2195703" y="3114104"/>
                </a:moveTo>
                <a:cubicBezTo>
                  <a:pt x="2195703" y="3110198"/>
                  <a:pt x="2198846" y="3107055"/>
                  <a:pt x="2202752" y="3107055"/>
                </a:cubicBezTo>
                <a:cubicBezTo>
                  <a:pt x="2206657" y="3107055"/>
                  <a:pt x="2209800" y="3110198"/>
                  <a:pt x="2209800" y="3114104"/>
                </a:cubicBezTo>
                <a:cubicBezTo>
                  <a:pt x="2209800" y="3118009"/>
                  <a:pt x="2206657" y="3121152"/>
                  <a:pt x="2202752" y="3121152"/>
                </a:cubicBezTo>
                <a:cubicBezTo>
                  <a:pt x="2198846" y="3121152"/>
                  <a:pt x="2195703" y="3118009"/>
                  <a:pt x="2195703" y="3114104"/>
                </a:cubicBezTo>
                <a:close/>
                <a:moveTo>
                  <a:pt x="2267236" y="2841403"/>
                </a:moveTo>
                <a:lnTo>
                  <a:pt x="2279904" y="2827115"/>
                </a:lnTo>
                <a:lnTo>
                  <a:pt x="2283428" y="2830259"/>
                </a:lnTo>
                <a:lnTo>
                  <a:pt x="2270760" y="2844546"/>
                </a:lnTo>
                <a:lnTo>
                  <a:pt x="2267236" y="2841403"/>
                </a:lnTo>
                <a:close/>
                <a:moveTo>
                  <a:pt x="2700528" y="3314034"/>
                </a:moveTo>
                <a:cubicBezTo>
                  <a:pt x="2700528" y="3310319"/>
                  <a:pt x="2697480" y="3307175"/>
                  <a:pt x="2693670" y="3307175"/>
                </a:cubicBezTo>
                <a:lnTo>
                  <a:pt x="2681002" y="3307175"/>
                </a:lnTo>
                <a:cubicBezTo>
                  <a:pt x="2677287" y="3307175"/>
                  <a:pt x="2674144" y="3310223"/>
                  <a:pt x="2674144" y="3314034"/>
                </a:cubicBezTo>
                <a:lnTo>
                  <a:pt x="2674144" y="3318701"/>
                </a:lnTo>
                <a:lnTo>
                  <a:pt x="2653094" y="3318701"/>
                </a:lnTo>
                <a:cubicBezTo>
                  <a:pt x="2653094" y="3318701"/>
                  <a:pt x="2576798" y="3389662"/>
                  <a:pt x="2576798" y="3389662"/>
                </a:cubicBezTo>
                <a:lnTo>
                  <a:pt x="2512124" y="3389471"/>
                </a:lnTo>
                <a:lnTo>
                  <a:pt x="2495645" y="3370898"/>
                </a:lnTo>
                <a:lnTo>
                  <a:pt x="2414969" y="3370612"/>
                </a:lnTo>
                <a:cubicBezTo>
                  <a:pt x="2414969" y="3366897"/>
                  <a:pt x="2411921" y="3363944"/>
                  <a:pt x="2408206" y="3363944"/>
                </a:cubicBezTo>
                <a:lnTo>
                  <a:pt x="2400110" y="3363944"/>
                </a:lnTo>
                <a:cubicBezTo>
                  <a:pt x="2396395" y="3363944"/>
                  <a:pt x="2393252" y="3366992"/>
                  <a:pt x="2393252" y="3370802"/>
                </a:cubicBezTo>
                <a:lnTo>
                  <a:pt x="2393252" y="3378899"/>
                </a:lnTo>
                <a:cubicBezTo>
                  <a:pt x="2393252" y="3382613"/>
                  <a:pt x="2396300" y="3385757"/>
                  <a:pt x="2400110" y="3385757"/>
                </a:cubicBezTo>
                <a:lnTo>
                  <a:pt x="2408206" y="3385757"/>
                </a:lnTo>
                <a:cubicBezTo>
                  <a:pt x="2411921" y="3385757"/>
                  <a:pt x="2415064" y="3382709"/>
                  <a:pt x="2415064" y="3378899"/>
                </a:cubicBezTo>
                <a:lnTo>
                  <a:pt x="2415064" y="3375470"/>
                </a:lnTo>
                <a:lnTo>
                  <a:pt x="2493550" y="3375755"/>
                </a:lnTo>
                <a:lnTo>
                  <a:pt x="2510028" y="3394329"/>
                </a:lnTo>
                <a:lnTo>
                  <a:pt x="2578703" y="3394520"/>
                </a:lnTo>
                <a:lnTo>
                  <a:pt x="2654999" y="3323654"/>
                </a:lnTo>
                <a:lnTo>
                  <a:pt x="2674239" y="3323654"/>
                </a:lnTo>
                <a:cubicBezTo>
                  <a:pt x="2674239" y="3323654"/>
                  <a:pt x="2674239" y="3326892"/>
                  <a:pt x="2674239" y="3326892"/>
                </a:cubicBezTo>
                <a:cubicBezTo>
                  <a:pt x="2674239" y="3330607"/>
                  <a:pt x="2677287" y="3333750"/>
                  <a:pt x="2681097" y="3333750"/>
                </a:cubicBezTo>
                <a:lnTo>
                  <a:pt x="2693765" y="3333750"/>
                </a:lnTo>
                <a:cubicBezTo>
                  <a:pt x="2697480" y="3333750"/>
                  <a:pt x="2700623" y="3330702"/>
                  <a:pt x="2700623" y="3326892"/>
                </a:cubicBezTo>
                <a:lnTo>
                  <a:pt x="2700623" y="3323654"/>
                </a:lnTo>
                <a:lnTo>
                  <a:pt x="2722626" y="3323654"/>
                </a:lnTo>
                <a:lnTo>
                  <a:pt x="2780252" y="3376232"/>
                </a:lnTo>
                <a:lnTo>
                  <a:pt x="2780252" y="3396710"/>
                </a:lnTo>
                <a:lnTo>
                  <a:pt x="2773109" y="3396710"/>
                </a:lnTo>
                <a:cubicBezTo>
                  <a:pt x="2769394" y="3396710"/>
                  <a:pt x="2766251" y="3399759"/>
                  <a:pt x="2766251" y="3403568"/>
                </a:cubicBezTo>
                <a:lnTo>
                  <a:pt x="2766251" y="3411665"/>
                </a:lnTo>
                <a:cubicBezTo>
                  <a:pt x="2766251" y="3415379"/>
                  <a:pt x="2769299" y="3418523"/>
                  <a:pt x="2773109" y="3418523"/>
                </a:cubicBezTo>
                <a:lnTo>
                  <a:pt x="2792159" y="3418523"/>
                </a:lnTo>
                <a:cubicBezTo>
                  <a:pt x="2795873" y="3418523"/>
                  <a:pt x="2799017" y="3415475"/>
                  <a:pt x="2799017" y="3411665"/>
                </a:cubicBezTo>
                <a:lnTo>
                  <a:pt x="2799017" y="3403568"/>
                </a:lnTo>
                <a:cubicBezTo>
                  <a:pt x="2799017" y="3399854"/>
                  <a:pt x="2795969" y="3396710"/>
                  <a:pt x="2792159" y="3396710"/>
                </a:cubicBezTo>
                <a:lnTo>
                  <a:pt x="2785015" y="3396710"/>
                </a:lnTo>
                <a:lnTo>
                  <a:pt x="2785015" y="3374136"/>
                </a:lnTo>
                <a:lnTo>
                  <a:pt x="2724436" y="3318891"/>
                </a:lnTo>
                <a:lnTo>
                  <a:pt x="2700528" y="3318891"/>
                </a:lnTo>
                <a:lnTo>
                  <a:pt x="2700528" y="3314224"/>
                </a:lnTo>
                <a:close/>
                <a:moveTo>
                  <a:pt x="2410397" y="3378803"/>
                </a:moveTo>
                <a:cubicBezTo>
                  <a:pt x="2410397" y="3379946"/>
                  <a:pt x="2409444" y="3380899"/>
                  <a:pt x="2408301" y="3380899"/>
                </a:cubicBezTo>
                <a:lnTo>
                  <a:pt x="2400205" y="3380899"/>
                </a:lnTo>
                <a:cubicBezTo>
                  <a:pt x="2399062" y="3380899"/>
                  <a:pt x="2398109" y="3379946"/>
                  <a:pt x="2398109" y="3378803"/>
                </a:cubicBezTo>
                <a:lnTo>
                  <a:pt x="2398109" y="3370707"/>
                </a:lnTo>
                <a:cubicBezTo>
                  <a:pt x="2398109" y="3369564"/>
                  <a:pt x="2399062" y="3368612"/>
                  <a:pt x="2400205" y="3368612"/>
                </a:cubicBezTo>
                <a:lnTo>
                  <a:pt x="2408301" y="3368612"/>
                </a:lnTo>
                <a:cubicBezTo>
                  <a:pt x="2409444" y="3368612"/>
                  <a:pt x="2410397" y="3369564"/>
                  <a:pt x="2410397" y="3370707"/>
                </a:cubicBezTo>
                <a:lnTo>
                  <a:pt x="2410397" y="3378803"/>
                </a:lnTo>
                <a:close/>
                <a:moveTo>
                  <a:pt x="2695766" y="3326702"/>
                </a:moveTo>
                <a:cubicBezTo>
                  <a:pt x="2695766" y="3327845"/>
                  <a:pt x="2694813" y="3328797"/>
                  <a:pt x="2693670" y="3328797"/>
                </a:cubicBezTo>
                <a:lnTo>
                  <a:pt x="2681002" y="3328797"/>
                </a:lnTo>
                <a:cubicBezTo>
                  <a:pt x="2679859" y="3328797"/>
                  <a:pt x="2678906" y="3327845"/>
                  <a:pt x="2678906" y="3326702"/>
                </a:cubicBezTo>
                <a:lnTo>
                  <a:pt x="2678906" y="3314034"/>
                </a:lnTo>
                <a:cubicBezTo>
                  <a:pt x="2678906" y="3312890"/>
                  <a:pt x="2679859" y="3311938"/>
                  <a:pt x="2681002" y="3311938"/>
                </a:cubicBezTo>
                <a:lnTo>
                  <a:pt x="2693670" y="3311938"/>
                </a:lnTo>
                <a:cubicBezTo>
                  <a:pt x="2694813" y="3311938"/>
                  <a:pt x="2695766" y="3312890"/>
                  <a:pt x="2695766" y="3314034"/>
                </a:cubicBezTo>
                <a:lnTo>
                  <a:pt x="2695766" y="3326702"/>
                </a:lnTo>
                <a:close/>
                <a:moveTo>
                  <a:pt x="2777490" y="3413284"/>
                </a:moveTo>
                <a:lnTo>
                  <a:pt x="2773109" y="3413284"/>
                </a:lnTo>
                <a:cubicBezTo>
                  <a:pt x="2771966" y="3413284"/>
                  <a:pt x="2771013" y="3412331"/>
                  <a:pt x="2771013" y="3411188"/>
                </a:cubicBezTo>
                <a:lnTo>
                  <a:pt x="2771013" y="3403092"/>
                </a:lnTo>
                <a:cubicBezTo>
                  <a:pt x="2771013" y="3401949"/>
                  <a:pt x="2771966" y="3400997"/>
                  <a:pt x="2773109" y="3400997"/>
                </a:cubicBezTo>
                <a:lnTo>
                  <a:pt x="2777490" y="3400997"/>
                </a:lnTo>
                <a:lnTo>
                  <a:pt x="2777490" y="3413188"/>
                </a:lnTo>
                <a:close/>
                <a:moveTo>
                  <a:pt x="2788063" y="3401092"/>
                </a:moveTo>
                <a:lnTo>
                  <a:pt x="2792159" y="3401092"/>
                </a:lnTo>
                <a:cubicBezTo>
                  <a:pt x="2793302" y="3401092"/>
                  <a:pt x="2794254" y="3402044"/>
                  <a:pt x="2794254" y="3403187"/>
                </a:cubicBezTo>
                <a:lnTo>
                  <a:pt x="2794254" y="3411284"/>
                </a:lnTo>
                <a:cubicBezTo>
                  <a:pt x="2794254" y="3412427"/>
                  <a:pt x="2793302" y="3413379"/>
                  <a:pt x="2792159" y="3413379"/>
                </a:cubicBezTo>
                <a:lnTo>
                  <a:pt x="2788063" y="3413379"/>
                </a:lnTo>
                <a:lnTo>
                  <a:pt x="2788063" y="3401187"/>
                </a:lnTo>
                <a:close/>
                <a:moveTo>
                  <a:pt x="2319814" y="2857976"/>
                </a:moveTo>
                <a:lnTo>
                  <a:pt x="2323338" y="2861120"/>
                </a:lnTo>
                <a:lnTo>
                  <a:pt x="2310670" y="2875407"/>
                </a:lnTo>
                <a:lnTo>
                  <a:pt x="2307146" y="2872264"/>
                </a:lnTo>
                <a:lnTo>
                  <a:pt x="2319814" y="2857976"/>
                </a:lnTo>
                <a:close/>
                <a:moveTo>
                  <a:pt x="2969895" y="2559272"/>
                </a:moveTo>
                <a:cubicBezTo>
                  <a:pt x="2969895" y="2554034"/>
                  <a:pt x="2965609" y="2549747"/>
                  <a:pt x="2960370" y="2549747"/>
                </a:cubicBezTo>
                <a:cubicBezTo>
                  <a:pt x="2955131" y="2549747"/>
                  <a:pt x="2950845" y="2554034"/>
                  <a:pt x="2950845" y="2559272"/>
                </a:cubicBezTo>
                <a:cubicBezTo>
                  <a:pt x="2950845" y="2559368"/>
                  <a:pt x="2950845" y="2559463"/>
                  <a:pt x="2950845" y="2559558"/>
                </a:cubicBezTo>
                <a:lnTo>
                  <a:pt x="2821019" y="2559558"/>
                </a:lnTo>
                <a:lnTo>
                  <a:pt x="2793778" y="2518505"/>
                </a:lnTo>
                <a:lnTo>
                  <a:pt x="2793778" y="2454117"/>
                </a:lnTo>
                <a:cubicBezTo>
                  <a:pt x="2795207" y="2453830"/>
                  <a:pt x="2796635" y="2453354"/>
                  <a:pt x="2797683" y="2452211"/>
                </a:cubicBezTo>
                <a:cubicBezTo>
                  <a:pt x="2799017" y="2450878"/>
                  <a:pt x="2799779" y="2449068"/>
                  <a:pt x="2799779" y="2447068"/>
                </a:cubicBezTo>
                <a:cubicBezTo>
                  <a:pt x="2799779" y="2445068"/>
                  <a:pt x="2799017" y="2443353"/>
                  <a:pt x="2797683" y="2441924"/>
                </a:cubicBezTo>
                <a:cubicBezTo>
                  <a:pt x="2794921" y="2439162"/>
                  <a:pt x="2790159" y="2439162"/>
                  <a:pt x="2787492" y="2441924"/>
                </a:cubicBezTo>
                <a:cubicBezTo>
                  <a:pt x="2786158" y="2443258"/>
                  <a:pt x="2785396" y="2445068"/>
                  <a:pt x="2785396" y="2447068"/>
                </a:cubicBezTo>
                <a:cubicBezTo>
                  <a:pt x="2785396" y="2449068"/>
                  <a:pt x="2786158" y="2450783"/>
                  <a:pt x="2787492" y="2452211"/>
                </a:cubicBezTo>
                <a:cubicBezTo>
                  <a:pt x="2788539" y="2453259"/>
                  <a:pt x="2789968" y="2453830"/>
                  <a:pt x="2791397" y="2454117"/>
                </a:cubicBezTo>
                <a:lnTo>
                  <a:pt x="2791397" y="2519172"/>
                </a:lnTo>
                <a:lnTo>
                  <a:pt x="2819781" y="2561939"/>
                </a:lnTo>
                <a:lnTo>
                  <a:pt x="2951321" y="2561939"/>
                </a:lnTo>
                <a:cubicBezTo>
                  <a:pt x="2952464" y="2565845"/>
                  <a:pt x="2955988" y="2568797"/>
                  <a:pt x="2960275" y="2568797"/>
                </a:cubicBezTo>
                <a:cubicBezTo>
                  <a:pt x="2965513" y="2568797"/>
                  <a:pt x="2969800" y="2564511"/>
                  <a:pt x="2969800" y="2559272"/>
                </a:cubicBezTo>
                <a:close/>
                <a:moveTo>
                  <a:pt x="2789206" y="2450592"/>
                </a:moveTo>
                <a:cubicBezTo>
                  <a:pt x="2788253" y="2449640"/>
                  <a:pt x="2787777" y="2448497"/>
                  <a:pt x="2787777" y="2447163"/>
                </a:cubicBezTo>
                <a:cubicBezTo>
                  <a:pt x="2787777" y="2445830"/>
                  <a:pt x="2788253" y="2444687"/>
                  <a:pt x="2789206" y="2443734"/>
                </a:cubicBezTo>
                <a:cubicBezTo>
                  <a:pt x="2790159" y="2442782"/>
                  <a:pt x="2791397" y="2442305"/>
                  <a:pt x="2792635" y="2442305"/>
                </a:cubicBezTo>
                <a:cubicBezTo>
                  <a:pt x="2793873" y="2442305"/>
                  <a:pt x="2795111" y="2442782"/>
                  <a:pt x="2796064" y="2443734"/>
                </a:cubicBezTo>
                <a:cubicBezTo>
                  <a:pt x="2797969" y="2445639"/>
                  <a:pt x="2797969" y="2448687"/>
                  <a:pt x="2796064" y="2450592"/>
                </a:cubicBezTo>
                <a:cubicBezTo>
                  <a:pt x="2794159" y="2452497"/>
                  <a:pt x="2791111" y="2452497"/>
                  <a:pt x="2789206" y="2450592"/>
                </a:cubicBezTo>
                <a:close/>
                <a:moveTo>
                  <a:pt x="2955608" y="2559272"/>
                </a:moveTo>
                <a:cubicBezTo>
                  <a:pt x="2955608" y="2556605"/>
                  <a:pt x="2957703" y="2554510"/>
                  <a:pt x="2960370" y="2554510"/>
                </a:cubicBezTo>
                <a:cubicBezTo>
                  <a:pt x="2963037" y="2554510"/>
                  <a:pt x="2965133" y="2556605"/>
                  <a:pt x="2965133" y="2559272"/>
                </a:cubicBezTo>
                <a:cubicBezTo>
                  <a:pt x="2965133" y="2561939"/>
                  <a:pt x="2963037" y="2564035"/>
                  <a:pt x="2960370" y="2564035"/>
                </a:cubicBezTo>
                <a:cubicBezTo>
                  <a:pt x="2957703" y="2564035"/>
                  <a:pt x="2955608" y="2561939"/>
                  <a:pt x="2955608" y="2559272"/>
                </a:cubicBezTo>
                <a:close/>
                <a:moveTo>
                  <a:pt x="2775395" y="2580513"/>
                </a:moveTo>
                <a:cubicBezTo>
                  <a:pt x="2777300" y="2580513"/>
                  <a:pt x="2779109" y="2579846"/>
                  <a:pt x="2780538" y="2578418"/>
                </a:cubicBezTo>
                <a:cubicBezTo>
                  <a:pt x="2781586" y="2577370"/>
                  <a:pt x="2782157" y="2575941"/>
                  <a:pt x="2782443" y="2574417"/>
                </a:cubicBezTo>
                <a:lnTo>
                  <a:pt x="2793587" y="2574417"/>
                </a:lnTo>
                <a:lnTo>
                  <a:pt x="2801493" y="2582609"/>
                </a:lnTo>
                <a:lnTo>
                  <a:pt x="2894838" y="2583085"/>
                </a:lnTo>
                <a:lnTo>
                  <a:pt x="2907506" y="2593658"/>
                </a:lnTo>
                <a:lnTo>
                  <a:pt x="2941415" y="2593658"/>
                </a:lnTo>
                <a:cubicBezTo>
                  <a:pt x="2941987" y="2596992"/>
                  <a:pt x="2944844" y="2599659"/>
                  <a:pt x="2948369" y="2599659"/>
                </a:cubicBezTo>
                <a:cubicBezTo>
                  <a:pt x="2952369" y="2599659"/>
                  <a:pt x="2955512" y="2596420"/>
                  <a:pt x="2955512" y="2592515"/>
                </a:cubicBezTo>
                <a:cubicBezTo>
                  <a:pt x="2955512" y="2588609"/>
                  <a:pt x="2952274" y="2585371"/>
                  <a:pt x="2948369" y="2585371"/>
                </a:cubicBezTo>
                <a:cubicBezTo>
                  <a:pt x="2944844" y="2585371"/>
                  <a:pt x="2941987" y="2587943"/>
                  <a:pt x="2941415" y="2591372"/>
                </a:cubicBezTo>
                <a:lnTo>
                  <a:pt x="2908363" y="2591372"/>
                </a:lnTo>
                <a:lnTo>
                  <a:pt x="2895695" y="2580799"/>
                </a:lnTo>
                <a:lnTo>
                  <a:pt x="2802446" y="2580323"/>
                </a:lnTo>
                <a:lnTo>
                  <a:pt x="2794540" y="2572131"/>
                </a:lnTo>
                <a:lnTo>
                  <a:pt x="2782348" y="2572131"/>
                </a:lnTo>
                <a:cubicBezTo>
                  <a:pt x="2782062" y="2570607"/>
                  <a:pt x="2781491" y="2569274"/>
                  <a:pt x="2780443" y="2568130"/>
                </a:cubicBezTo>
                <a:cubicBezTo>
                  <a:pt x="2777585" y="2565273"/>
                  <a:pt x="2772918" y="2565273"/>
                  <a:pt x="2770061" y="2568130"/>
                </a:cubicBezTo>
                <a:cubicBezTo>
                  <a:pt x="2767203" y="2570988"/>
                  <a:pt x="2767203" y="2575655"/>
                  <a:pt x="2770061" y="2578513"/>
                </a:cubicBezTo>
                <a:cubicBezTo>
                  <a:pt x="2771489" y="2579942"/>
                  <a:pt x="2773394" y="2580609"/>
                  <a:pt x="2775204" y="2580609"/>
                </a:cubicBezTo>
                <a:close/>
                <a:moveTo>
                  <a:pt x="2948369" y="2590038"/>
                </a:moveTo>
                <a:cubicBezTo>
                  <a:pt x="2949702" y="2590038"/>
                  <a:pt x="2950750" y="2591086"/>
                  <a:pt x="2950750" y="2592419"/>
                </a:cubicBezTo>
                <a:cubicBezTo>
                  <a:pt x="2950750" y="2593753"/>
                  <a:pt x="2949702" y="2594801"/>
                  <a:pt x="2948369" y="2594801"/>
                </a:cubicBezTo>
                <a:cubicBezTo>
                  <a:pt x="2947035" y="2594801"/>
                  <a:pt x="2945987" y="2593753"/>
                  <a:pt x="2945987" y="2592419"/>
                </a:cubicBezTo>
                <a:cubicBezTo>
                  <a:pt x="2945987" y="2591086"/>
                  <a:pt x="2947035" y="2590038"/>
                  <a:pt x="2948369" y="2590038"/>
                </a:cubicBezTo>
                <a:close/>
                <a:moveTo>
                  <a:pt x="2773585" y="2571369"/>
                </a:moveTo>
                <a:cubicBezTo>
                  <a:pt x="2774061" y="2570893"/>
                  <a:pt x="2774728" y="2570607"/>
                  <a:pt x="2775395" y="2570607"/>
                </a:cubicBezTo>
                <a:cubicBezTo>
                  <a:pt x="2776061" y="2570607"/>
                  <a:pt x="2776728" y="2570893"/>
                  <a:pt x="2777204" y="2571369"/>
                </a:cubicBezTo>
                <a:cubicBezTo>
                  <a:pt x="2777680" y="2571845"/>
                  <a:pt x="2777967" y="2572512"/>
                  <a:pt x="2777967" y="2573179"/>
                </a:cubicBezTo>
                <a:cubicBezTo>
                  <a:pt x="2777967" y="2573846"/>
                  <a:pt x="2777680" y="2574512"/>
                  <a:pt x="2777204" y="2574988"/>
                </a:cubicBezTo>
                <a:cubicBezTo>
                  <a:pt x="2776252" y="2575941"/>
                  <a:pt x="2774633" y="2575941"/>
                  <a:pt x="2773585" y="2574988"/>
                </a:cubicBezTo>
                <a:cubicBezTo>
                  <a:pt x="2772632" y="2574036"/>
                  <a:pt x="2772632" y="2572417"/>
                  <a:pt x="2773585" y="2571369"/>
                </a:cubicBezTo>
                <a:close/>
                <a:moveTo>
                  <a:pt x="2801303" y="2280952"/>
                </a:moveTo>
                <a:lnTo>
                  <a:pt x="2808446" y="2280952"/>
                </a:lnTo>
                <a:lnTo>
                  <a:pt x="2808446" y="2289334"/>
                </a:lnTo>
                <a:lnTo>
                  <a:pt x="2801303" y="2289334"/>
                </a:lnTo>
                <a:lnTo>
                  <a:pt x="2801303" y="2280952"/>
                </a:lnTo>
                <a:close/>
                <a:moveTo>
                  <a:pt x="2801303" y="2264093"/>
                </a:moveTo>
                <a:lnTo>
                  <a:pt x="2808446" y="2264093"/>
                </a:lnTo>
                <a:lnTo>
                  <a:pt x="2808446" y="2272475"/>
                </a:lnTo>
                <a:lnTo>
                  <a:pt x="2801303" y="2272475"/>
                </a:lnTo>
                <a:lnTo>
                  <a:pt x="2801303" y="2264093"/>
                </a:lnTo>
                <a:close/>
                <a:moveTo>
                  <a:pt x="2808446" y="2255615"/>
                </a:moveTo>
                <a:lnTo>
                  <a:pt x="2801303" y="2255615"/>
                </a:lnTo>
                <a:lnTo>
                  <a:pt x="2801303" y="2247233"/>
                </a:lnTo>
                <a:lnTo>
                  <a:pt x="2808446" y="2247233"/>
                </a:lnTo>
                <a:lnTo>
                  <a:pt x="2808446" y="2255615"/>
                </a:lnTo>
                <a:close/>
                <a:moveTo>
                  <a:pt x="2932843" y="2524030"/>
                </a:moveTo>
                <a:lnTo>
                  <a:pt x="2944178" y="2524030"/>
                </a:lnTo>
                <a:cubicBezTo>
                  <a:pt x="2944844" y="2524030"/>
                  <a:pt x="2945321" y="2523459"/>
                  <a:pt x="2945321" y="2522887"/>
                </a:cubicBezTo>
                <a:lnTo>
                  <a:pt x="2945321" y="2511552"/>
                </a:lnTo>
                <a:cubicBezTo>
                  <a:pt x="2945321" y="2510885"/>
                  <a:pt x="2944749" y="2510409"/>
                  <a:pt x="2944178" y="2510409"/>
                </a:cubicBezTo>
                <a:lnTo>
                  <a:pt x="2932843" y="2510409"/>
                </a:lnTo>
                <a:cubicBezTo>
                  <a:pt x="2932176" y="2510409"/>
                  <a:pt x="2931700" y="2510980"/>
                  <a:pt x="2931700" y="2511552"/>
                </a:cubicBezTo>
                <a:lnTo>
                  <a:pt x="2931700" y="2514886"/>
                </a:lnTo>
                <a:lnTo>
                  <a:pt x="2910935" y="2514886"/>
                </a:lnTo>
                <a:lnTo>
                  <a:pt x="2910935" y="2439829"/>
                </a:lnTo>
                <a:cubicBezTo>
                  <a:pt x="2910935" y="2438495"/>
                  <a:pt x="2909888" y="2437448"/>
                  <a:pt x="2908554" y="2437448"/>
                </a:cubicBezTo>
                <a:lnTo>
                  <a:pt x="2831497" y="2437448"/>
                </a:lnTo>
                <a:cubicBezTo>
                  <a:pt x="2830735" y="2437448"/>
                  <a:pt x="2829973" y="2437829"/>
                  <a:pt x="2829592" y="2438495"/>
                </a:cubicBezTo>
                <a:lnTo>
                  <a:pt x="2816162" y="2457450"/>
                </a:lnTo>
                <a:cubicBezTo>
                  <a:pt x="2815114" y="2457641"/>
                  <a:pt x="2813971" y="2457831"/>
                  <a:pt x="2812923" y="2458307"/>
                </a:cubicBezTo>
                <a:cubicBezTo>
                  <a:pt x="2807970" y="2460784"/>
                  <a:pt x="2805970" y="2466880"/>
                  <a:pt x="2808446" y="2471833"/>
                </a:cubicBezTo>
                <a:cubicBezTo>
                  <a:pt x="2809685" y="2474214"/>
                  <a:pt x="2811780" y="2475929"/>
                  <a:pt x="2814161" y="2476786"/>
                </a:cubicBezTo>
                <a:lnTo>
                  <a:pt x="2814161" y="2515076"/>
                </a:lnTo>
                <a:lnTo>
                  <a:pt x="2828163" y="2537460"/>
                </a:lnTo>
                <a:lnTo>
                  <a:pt x="2876264" y="2537460"/>
                </a:lnTo>
                <a:lnTo>
                  <a:pt x="2876264" y="2540508"/>
                </a:lnTo>
                <a:cubicBezTo>
                  <a:pt x="2876264" y="2542794"/>
                  <a:pt x="2878074" y="2544604"/>
                  <a:pt x="2880360" y="2544604"/>
                </a:cubicBezTo>
                <a:lnTo>
                  <a:pt x="2891885" y="2544604"/>
                </a:lnTo>
                <a:cubicBezTo>
                  <a:pt x="2894171" y="2544604"/>
                  <a:pt x="2895981" y="2542794"/>
                  <a:pt x="2895981" y="2540508"/>
                </a:cubicBezTo>
                <a:lnTo>
                  <a:pt x="2895981" y="2528983"/>
                </a:lnTo>
                <a:cubicBezTo>
                  <a:pt x="2895981" y="2526697"/>
                  <a:pt x="2894171" y="2524887"/>
                  <a:pt x="2891885" y="2524887"/>
                </a:cubicBezTo>
                <a:lnTo>
                  <a:pt x="2887313" y="2524887"/>
                </a:lnTo>
                <a:lnTo>
                  <a:pt x="2887313" y="2481834"/>
                </a:lnTo>
                <a:lnTo>
                  <a:pt x="2870645" y="2467070"/>
                </a:lnTo>
                <a:cubicBezTo>
                  <a:pt x="2870645" y="2467070"/>
                  <a:pt x="2870835" y="2466309"/>
                  <a:pt x="2870835" y="2465927"/>
                </a:cubicBezTo>
                <a:cubicBezTo>
                  <a:pt x="2870835" y="2464403"/>
                  <a:pt x="2870263" y="2462879"/>
                  <a:pt x="2869025" y="2461641"/>
                </a:cubicBezTo>
                <a:cubicBezTo>
                  <a:pt x="2866644" y="2459260"/>
                  <a:pt x="2862834" y="2459260"/>
                  <a:pt x="2860453" y="2461641"/>
                </a:cubicBezTo>
                <a:cubicBezTo>
                  <a:pt x="2859596" y="2462498"/>
                  <a:pt x="2859119" y="2463642"/>
                  <a:pt x="2858929" y="2464689"/>
                </a:cubicBezTo>
                <a:lnTo>
                  <a:pt x="2846546" y="2464689"/>
                </a:lnTo>
                <a:lnTo>
                  <a:pt x="2836069" y="2475929"/>
                </a:lnTo>
                <a:lnTo>
                  <a:pt x="2836069" y="2496884"/>
                </a:lnTo>
                <a:lnTo>
                  <a:pt x="2845213" y="2509838"/>
                </a:lnTo>
                <a:lnTo>
                  <a:pt x="2859881" y="2509838"/>
                </a:lnTo>
                <a:cubicBezTo>
                  <a:pt x="2860167" y="2511267"/>
                  <a:pt x="2860738" y="2512695"/>
                  <a:pt x="2861786" y="2513743"/>
                </a:cubicBezTo>
                <a:cubicBezTo>
                  <a:pt x="2863120" y="2515076"/>
                  <a:pt x="2864930" y="2515838"/>
                  <a:pt x="2866930" y="2515838"/>
                </a:cubicBezTo>
                <a:cubicBezTo>
                  <a:pt x="2868930" y="2515838"/>
                  <a:pt x="2870645" y="2515076"/>
                  <a:pt x="2872073" y="2513743"/>
                </a:cubicBezTo>
                <a:cubicBezTo>
                  <a:pt x="2874931" y="2510885"/>
                  <a:pt x="2874931" y="2506313"/>
                  <a:pt x="2872073" y="2503551"/>
                </a:cubicBezTo>
                <a:cubicBezTo>
                  <a:pt x="2869216" y="2500694"/>
                  <a:pt x="2864644" y="2500694"/>
                  <a:pt x="2861882" y="2503551"/>
                </a:cubicBezTo>
                <a:cubicBezTo>
                  <a:pt x="2860834" y="2504599"/>
                  <a:pt x="2860262" y="2506028"/>
                  <a:pt x="2859977" y="2507456"/>
                </a:cubicBezTo>
                <a:lnTo>
                  <a:pt x="2846546" y="2507456"/>
                </a:lnTo>
                <a:lnTo>
                  <a:pt x="2838545" y="2496122"/>
                </a:lnTo>
                <a:lnTo>
                  <a:pt x="2838545" y="2476881"/>
                </a:lnTo>
                <a:lnTo>
                  <a:pt x="2847689" y="2467070"/>
                </a:lnTo>
                <a:lnTo>
                  <a:pt x="2859024" y="2467070"/>
                </a:lnTo>
                <a:cubicBezTo>
                  <a:pt x="2859215" y="2468213"/>
                  <a:pt x="2859691" y="2469261"/>
                  <a:pt x="2860548" y="2470118"/>
                </a:cubicBezTo>
                <a:cubicBezTo>
                  <a:pt x="2862929" y="2472500"/>
                  <a:pt x="2866739" y="2472500"/>
                  <a:pt x="2869121" y="2470118"/>
                </a:cubicBezTo>
                <a:cubicBezTo>
                  <a:pt x="2869406" y="2469833"/>
                  <a:pt x="2869502" y="2469547"/>
                  <a:pt x="2869692" y="2469261"/>
                </a:cubicBezTo>
                <a:lnTo>
                  <a:pt x="2884932" y="2482882"/>
                </a:lnTo>
                <a:lnTo>
                  <a:pt x="2884932" y="2524792"/>
                </a:lnTo>
                <a:lnTo>
                  <a:pt x="2880360" y="2524792"/>
                </a:lnTo>
                <a:cubicBezTo>
                  <a:pt x="2878074" y="2524792"/>
                  <a:pt x="2876264" y="2526602"/>
                  <a:pt x="2876264" y="2528888"/>
                </a:cubicBezTo>
                <a:lnTo>
                  <a:pt x="2876264" y="2532602"/>
                </a:lnTo>
                <a:lnTo>
                  <a:pt x="2830735" y="2532602"/>
                </a:lnTo>
                <a:lnTo>
                  <a:pt x="2818829" y="2513648"/>
                </a:lnTo>
                <a:lnTo>
                  <a:pt x="2818829" y="2477167"/>
                </a:lnTo>
                <a:cubicBezTo>
                  <a:pt x="2819876" y="2476976"/>
                  <a:pt x="2820924" y="2476786"/>
                  <a:pt x="2821877" y="2476214"/>
                </a:cubicBezTo>
                <a:cubicBezTo>
                  <a:pt x="2826830" y="2473738"/>
                  <a:pt x="2828830" y="2467642"/>
                  <a:pt x="2826353" y="2462689"/>
                </a:cubicBezTo>
                <a:cubicBezTo>
                  <a:pt x="2825305" y="2460593"/>
                  <a:pt x="2823496" y="2459069"/>
                  <a:pt x="2821305" y="2458117"/>
                </a:cubicBezTo>
                <a:lnTo>
                  <a:pt x="2832640" y="2442115"/>
                </a:lnTo>
                <a:lnTo>
                  <a:pt x="2906078" y="2442115"/>
                </a:lnTo>
                <a:lnTo>
                  <a:pt x="2906078" y="2517172"/>
                </a:lnTo>
                <a:cubicBezTo>
                  <a:pt x="2906078" y="2518505"/>
                  <a:pt x="2907125" y="2519553"/>
                  <a:pt x="2908459" y="2519553"/>
                </a:cubicBezTo>
                <a:lnTo>
                  <a:pt x="2931605" y="2519553"/>
                </a:lnTo>
                <a:lnTo>
                  <a:pt x="2931605" y="2522887"/>
                </a:lnTo>
                <a:cubicBezTo>
                  <a:pt x="2931605" y="2523554"/>
                  <a:pt x="2932176" y="2524030"/>
                  <a:pt x="2932748" y="2524030"/>
                </a:cubicBezTo>
                <a:close/>
                <a:moveTo>
                  <a:pt x="2933986" y="2512695"/>
                </a:moveTo>
                <a:lnTo>
                  <a:pt x="2942939" y="2512695"/>
                </a:lnTo>
                <a:lnTo>
                  <a:pt x="2942939" y="2521649"/>
                </a:lnTo>
                <a:lnTo>
                  <a:pt x="2933986" y="2521649"/>
                </a:lnTo>
                <a:lnTo>
                  <a:pt x="2933986" y="2512695"/>
                </a:lnTo>
                <a:close/>
                <a:moveTo>
                  <a:pt x="2863596" y="2505075"/>
                </a:moveTo>
                <a:cubicBezTo>
                  <a:pt x="2864549" y="2504123"/>
                  <a:pt x="2865787" y="2503646"/>
                  <a:pt x="2867025" y="2503646"/>
                </a:cubicBezTo>
                <a:cubicBezTo>
                  <a:pt x="2868263" y="2503646"/>
                  <a:pt x="2869502" y="2504123"/>
                  <a:pt x="2870454" y="2505075"/>
                </a:cubicBezTo>
                <a:cubicBezTo>
                  <a:pt x="2872359" y="2506980"/>
                  <a:pt x="2872359" y="2510028"/>
                  <a:pt x="2870454" y="2511933"/>
                </a:cubicBezTo>
                <a:cubicBezTo>
                  <a:pt x="2868549" y="2513838"/>
                  <a:pt x="2865501" y="2513838"/>
                  <a:pt x="2863596" y="2511933"/>
                </a:cubicBezTo>
                <a:cubicBezTo>
                  <a:pt x="2862644" y="2510980"/>
                  <a:pt x="2862167" y="2509838"/>
                  <a:pt x="2862167" y="2508504"/>
                </a:cubicBezTo>
                <a:cubicBezTo>
                  <a:pt x="2862167" y="2507171"/>
                  <a:pt x="2862644" y="2506028"/>
                  <a:pt x="2863596" y="2505075"/>
                </a:cubicBezTo>
                <a:close/>
                <a:moveTo>
                  <a:pt x="2878646" y="2528792"/>
                </a:moveTo>
                <a:cubicBezTo>
                  <a:pt x="2878646" y="2527840"/>
                  <a:pt x="2879408" y="2527078"/>
                  <a:pt x="2880360" y="2527078"/>
                </a:cubicBezTo>
                <a:lnTo>
                  <a:pt x="2891885" y="2527078"/>
                </a:lnTo>
                <a:cubicBezTo>
                  <a:pt x="2892838" y="2527078"/>
                  <a:pt x="2893600" y="2527840"/>
                  <a:pt x="2893600" y="2528792"/>
                </a:cubicBezTo>
                <a:lnTo>
                  <a:pt x="2893600" y="2540318"/>
                </a:lnTo>
                <a:cubicBezTo>
                  <a:pt x="2893600" y="2541270"/>
                  <a:pt x="2892838" y="2542032"/>
                  <a:pt x="2891885" y="2542032"/>
                </a:cubicBezTo>
                <a:lnTo>
                  <a:pt x="2880360" y="2542032"/>
                </a:lnTo>
                <a:cubicBezTo>
                  <a:pt x="2879408" y="2542032"/>
                  <a:pt x="2878646" y="2541270"/>
                  <a:pt x="2878646" y="2540318"/>
                </a:cubicBezTo>
                <a:lnTo>
                  <a:pt x="2878646" y="2528792"/>
                </a:lnTo>
                <a:close/>
                <a:moveTo>
                  <a:pt x="2824353" y="2463737"/>
                </a:moveTo>
                <a:cubicBezTo>
                  <a:pt x="2826258" y="2467547"/>
                  <a:pt x="2824734" y="2472214"/>
                  <a:pt x="2820924" y="2474119"/>
                </a:cubicBezTo>
                <a:cubicBezTo>
                  <a:pt x="2817114" y="2476024"/>
                  <a:pt x="2812447" y="2474500"/>
                  <a:pt x="2810542" y="2470690"/>
                </a:cubicBezTo>
                <a:cubicBezTo>
                  <a:pt x="2808637" y="2466880"/>
                  <a:pt x="2810161" y="2462213"/>
                  <a:pt x="2813971" y="2460308"/>
                </a:cubicBezTo>
                <a:cubicBezTo>
                  <a:pt x="2815019" y="2459736"/>
                  <a:pt x="2816257" y="2459450"/>
                  <a:pt x="2817400" y="2459450"/>
                </a:cubicBezTo>
                <a:cubicBezTo>
                  <a:pt x="2818162" y="2459450"/>
                  <a:pt x="2818829" y="2459546"/>
                  <a:pt x="2819591" y="2459831"/>
                </a:cubicBezTo>
                <a:lnTo>
                  <a:pt x="2819972" y="2460117"/>
                </a:lnTo>
                <a:lnTo>
                  <a:pt x="2819972" y="2460117"/>
                </a:lnTo>
                <a:cubicBezTo>
                  <a:pt x="2821877" y="2460688"/>
                  <a:pt x="2823401" y="2461927"/>
                  <a:pt x="2824258" y="2463737"/>
                </a:cubicBezTo>
                <a:close/>
                <a:moveTo>
                  <a:pt x="2292572" y="2812923"/>
                </a:moveTo>
                <a:lnTo>
                  <a:pt x="2297716" y="2807208"/>
                </a:lnTo>
                <a:lnTo>
                  <a:pt x="2292763" y="2802636"/>
                </a:lnTo>
                <a:lnTo>
                  <a:pt x="2296001" y="2799112"/>
                </a:lnTo>
                <a:lnTo>
                  <a:pt x="2304383" y="2806827"/>
                </a:lnTo>
                <a:lnTo>
                  <a:pt x="2296192" y="2816067"/>
                </a:lnTo>
                <a:lnTo>
                  <a:pt x="2292668" y="2812923"/>
                </a:lnTo>
                <a:close/>
                <a:moveTo>
                  <a:pt x="2578703" y="3247644"/>
                </a:moveTo>
                <a:lnTo>
                  <a:pt x="2654999" y="3176778"/>
                </a:lnTo>
                <a:lnTo>
                  <a:pt x="2676620" y="3176778"/>
                </a:lnTo>
                <a:cubicBezTo>
                  <a:pt x="2676620" y="3176778"/>
                  <a:pt x="2676620" y="3180684"/>
                  <a:pt x="2676620" y="3180684"/>
                </a:cubicBezTo>
                <a:cubicBezTo>
                  <a:pt x="2676620" y="3183160"/>
                  <a:pt x="2678621" y="3185160"/>
                  <a:pt x="2681097" y="3185160"/>
                </a:cubicBezTo>
                <a:lnTo>
                  <a:pt x="2693765" y="3185160"/>
                </a:lnTo>
                <a:cubicBezTo>
                  <a:pt x="2696242" y="3185160"/>
                  <a:pt x="2698242" y="3183160"/>
                  <a:pt x="2698242" y="3180684"/>
                </a:cubicBezTo>
                <a:lnTo>
                  <a:pt x="2698242" y="3168015"/>
                </a:lnTo>
                <a:cubicBezTo>
                  <a:pt x="2698242" y="3165538"/>
                  <a:pt x="2696242" y="3163538"/>
                  <a:pt x="2693765" y="3163538"/>
                </a:cubicBezTo>
                <a:lnTo>
                  <a:pt x="2681097" y="3163538"/>
                </a:lnTo>
                <a:cubicBezTo>
                  <a:pt x="2678621" y="3163538"/>
                  <a:pt x="2676620" y="3165538"/>
                  <a:pt x="2676620" y="3168015"/>
                </a:cubicBezTo>
                <a:lnTo>
                  <a:pt x="2676620" y="3174111"/>
                </a:lnTo>
                <a:lnTo>
                  <a:pt x="2676620" y="3171920"/>
                </a:lnTo>
                <a:cubicBezTo>
                  <a:pt x="2676620" y="3171920"/>
                  <a:pt x="2653189" y="3171920"/>
                  <a:pt x="2653189" y="3171920"/>
                </a:cubicBezTo>
                <a:lnTo>
                  <a:pt x="2576894" y="3242786"/>
                </a:lnTo>
                <a:lnTo>
                  <a:pt x="2534984" y="3242977"/>
                </a:lnTo>
                <a:lnTo>
                  <a:pt x="2512505" y="3225451"/>
                </a:lnTo>
                <a:lnTo>
                  <a:pt x="2441924" y="3225451"/>
                </a:lnTo>
                <a:cubicBezTo>
                  <a:pt x="2441258" y="3222879"/>
                  <a:pt x="2439638" y="3220593"/>
                  <a:pt x="2437352" y="3219069"/>
                </a:cubicBezTo>
                <a:cubicBezTo>
                  <a:pt x="2434971" y="3217545"/>
                  <a:pt x="2432114" y="3217069"/>
                  <a:pt x="2429351" y="3217640"/>
                </a:cubicBezTo>
                <a:cubicBezTo>
                  <a:pt x="2426589" y="3218307"/>
                  <a:pt x="2424208" y="3219926"/>
                  <a:pt x="2422684" y="3222308"/>
                </a:cubicBezTo>
                <a:cubicBezTo>
                  <a:pt x="2421160" y="3224689"/>
                  <a:pt x="2420684" y="3227546"/>
                  <a:pt x="2421255" y="3230309"/>
                </a:cubicBezTo>
                <a:cubicBezTo>
                  <a:pt x="2422398" y="3235262"/>
                  <a:pt x="2426780" y="3238595"/>
                  <a:pt x="2431637" y="3238595"/>
                </a:cubicBezTo>
                <a:cubicBezTo>
                  <a:pt x="2432399" y="3238595"/>
                  <a:pt x="2433161" y="3238595"/>
                  <a:pt x="2433923" y="3238310"/>
                </a:cubicBezTo>
                <a:cubicBezTo>
                  <a:pt x="2438114" y="3237357"/>
                  <a:pt x="2441067" y="3234119"/>
                  <a:pt x="2441924" y="3230213"/>
                </a:cubicBezTo>
                <a:lnTo>
                  <a:pt x="2510790" y="3230213"/>
                </a:lnTo>
                <a:cubicBezTo>
                  <a:pt x="2510790" y="3230213"/>
                  <a:pt x="2533269" y="3247644"/>
                  <a:pt x="2533269" y="3247644"/>
                </a:cubicBezTo>
                <a:lnTo>
                  <a:pt x="2578703" y="3247359"/>
                </a:lnTo>
                <a:close/>
                <a:moveTo>
                  <a:pt x="2432876" y="3233928"/>
                </a:moveTo>
                <a:cubicBezTo>
                  <a:pt x="2429732" y="3234595"/>
                  <a:pt x="2426589" y="3232690"/>
                  <a:pt x="2425827" y="3229451"/>
                </a:cubicBezTo>
                <a:cubicBezTo>
                  <a:pt x="2425446" y="3227927"/>
                  <a:pt x="2425827" y="3226403"/>
                  <a:pt x="2426589" y="3225070"/>
                </a:cubicBezTo>
                <a:cubicBezTo>
                  <a:pt x="2427446" y="3223736"/>
                  <a:pt x="2428780" y="3222879"/>
                  <a:pt x="2430304" y="3222498"/>
                </a:cubicBezTo>
                <a:cubicBezTo>
                  <a:pt x="2430685" y="3222403"/>
                  <a:pt x="2431161" y="3222308"/>
                  <a:pt x="2431637" y="3222308"/>
                </a:cubicBezTo>
                <a:cubicBezTo>
                  <a:pt x="2432780" y="3222308"/>
                  <a:pt x="2433828" y="3222593"/>
                  <a:pt x="2434781" y="3223260"/>
                </a:cubicBezTo>
                <a:cubicBezTo>
                  <a:pt x="2436114" y="3224117"/>
                  <a:pt x="2436971" y="3225355"/>
                  <a:pt x="2437352" y="3226880"/>
                </a:cubicBezTo>
                <a:cubicBezTo>
                  <a:pt x="2438019" y="3230023"/>
                  <a:pt x="2436114" y="3233166"/>
                  <a:pt x="2432876" y="3233928"/>
                </a:cubicBezTo>
                <a:close/>
                <a:moveTo>
                  <a:pt x="2267903" y="2773394"/>
                </a:moveTo>
                <a:lnTo>
                  <a:pt x="2281904" y="2786253"/>
                </a:lnTo>
                <a:lnTo>
                  <a:pt x="2278666" y="2789777"/>
                </a:lnTo>
                <a:lnTo>
                  <a:pt x="2264664" y="2776919"/>
                </a:lnTo>
                <a:lnTo>
                  <a:pt x="2267903" y="2773394"/>
                </a:lnTo>
                <a:close/>
                <a:moveTo>
                  <a:pt x="2801303" y="2297811"/>
                </a:moveTo>
                <a:lnTo>
                  <a:pt x="2808446" y="2297811"/>
                </a:lnTo>
                <a:lnTo>
                  <a:pt x="2808446" y="2306193"/>
                </a:lnTo>
                <a:lnTo>
                  <a:pt x="2801303" y="2306193"/>
                </a:lnTo>
                <a:lnTo>
                  <a:pt x="2801303" y="2297811"/>
                </a:lnTo>
                <a:close/>
                <a:moveTo>
                  <a:pt x="2861501" y="2409063"/>
                </a:moveTo>
                <a:lnTo>
                  <a:pt x="2849594" y="2421350"/>
                </a:lnTo>
                <a:lnTo>
                  <a:pt x="2796635" y="2421350"/>
                </a:lnTo>
                <a:cubicBezTo>
                  <a:pt x="2796064" y="2418207"/>
                  <a:pt x="2793492" y="2415826"/>
                  <a:pt x="2790159" y="2415826"/>
                </a:cubicBezTo>
                <a:cubicBezTo>
                  <a:pt x="2786444" y="2415826"/>
                  <a:pt x="2783491" y="2418874"/>
                  <a:pt x="2783491" y="2422493"/>
                </a:cubicBezTo>
                <a:cubicBezTo>
                  <a:pt x="2783491" y="2426113"/>
                  <a:pt x="2786539" y="2429161"/>
                  <a:pt x="2790159" y="2429161"/>
                </a:cubicBezTo>
                <a:cubicBezTo>
                  <a:pt x="2793397" y="2429161"/>
                  <a:pt x="2796064" y="2426780"/>
                  <a:pt x="2796635" y="2423636"/>
                </a:cubicBezTo>
                <a:lnTo>
                  <a:pt x="2850642" y="2423636"/>
                </a:lnTo>
                <a:lnTo>
                  <a:pt x="2862548" y="2411349"/>
                </a:lnTo>
                <a:lnTo>
                  <a:pt x="2906840" y="2411349"/>
                </a:lnTo>
                <a:lnTo>
                  <a:pt x="2937129" y="2441448"/>
                </a:lnTo>
                <a:lnTo>
                  <a:pt x="2937129" y="2484406"/>
                </a:lnTo>
                <a:cubicBezTo>
                  <a:pt x="2933986" y="2484977"/>
                  <a:pt x="2931605" y="2487549"/>
                  <a:pt x="2931605" y="2490883"/>
                </a:cubicBezTo>
                <a:cubicBezTo>
                  <a:pt x="2931605" y="2494598"/>
                  <a:pt x="2934653" y="2497550"/>
                  <a:pt x="2938272" y="2497550"/>
                </a:cubicBezTo>
                <a:cubicBezTo>
                  <a:pt x="2941892" y="2497550"/>
                  <a:pt x="2944940" y="2494502"/>
                  <a:pt x="2944940" y="2490883"/>
                </a:cubicBezTo>
                <a:cubicBezTo>
                  <a:pt x="2944940" y="2487644"/>
                  <a:pt x="2942559" y="2484977"/>
                  <a:pt x="2939415" y="2484406"/>
                </a:cubicBezTo>
                <a:lnTo>
                  <a:pt x="2939415" y="2440400"/>
                </a:lnTo>
                <a:lnTo>
                  <a:pt x="2907697" y="2408873"/>
                </a:lnTo>
                <a:lnTo>
                  <a:pt x="2861405" y="2408873"/>
                </a:lnTo>
                <a:close/>
                <a:moveTo>
                  <a:pt x="2790159" y="2426875"/>
                </a:moveTo>
                <a:cubicBezTo>
                  <a:pt x="2787777" y="2426875"/>
                  <a:pt x="2785872" y="2424970"/>
                  <a:pt x="2785872" y="2422589"/>
                </a:cubicBezTo>
                <a:cubicBezTo>
                  <a:pt x="2785872" y="2420207"/>
                  <a:pt x="2787777" y="2418302"/>
                  <a:pt x="2790159" y="2418302"/>
                </a:cubicBezTo>
                <a:cubicBezTo>
                  <a:pt x="2792540" y="2418302"/>
                  <a:pt x="2794445" y="2420207"/>
                  <a:pt x="2794445" y="2422589"/>
                </a:cubicBezTo>
                <a:cubicBezTo>
                  <a:pt x="2794445" y="2424970"/>
                  <a:pt x="2792540" y="2426875"/>
                  <a:pt x="2790159" y="2426875"/>
                </a:cubicBezTo>
                <a:close/>
                <a:moveTo>
                  <a:pt x="2942654" y="2490978"/>
                </a:moveTo>
                <a:cubicBezTo>
                  <a:pt x="2942654" y="2493359"/>
                  <a:pt x="2940749" y="2495264"/>
                  <a:pt x="2938367" y="2495264"/>
                </a:cubicBezTo>
                <a:cubicBezTo>
                  <a:pt x="2935986" y="2495264"/>
                  <a:pt x="2934081" y="2493359"/>
                  <a:pt x="2934081" y="2490978"/>
                </a:cubicBezTo>
                <a:cubicBezTo>
                  <a:pt x="2934081" y="2488597"/>
                  <a:pt x="2935986" y="2486692"/>
                  <a:pt x="2938367" y="2486692"/>
                </a:cubicBezTo>
                <a:cubicBezTo>
                  <a:pt x="2940749" y="2486692"/>
                  <a:pt x="2942654" y="2488597"/>
                  <a:pt x="2942654" y="2490978"/>
                </a:cubicBezTo>
                <a:close/>
                <a:moveTo>
                  <a:pt x="2681097" y="3236214"/>
                </a:moveTo>
                <a:lnTo>
                  <a:pt x="2693765" y="3236214"/>
                </a:lnTo>
                <a:cubicBezTo>
                  <a:pt x="2697480" y="3236214"/>
                  <a:pt x="2700623" y="3233166"/>
                  <a:pt x="2700623" y="3229356"/>
                </a:cubicBezTo>
                <a:lnTo>
                  <a:pt x="2700623" y="3216688"/>
                </a:lnTo>
                <a:cubicBezTo>
                  <a:pt x="2700623" y="3212973"/>
                  <a:pt x="2697575" y="3209830"/>
                  <a:pt x="2693765" y="3209830"/>
                </a:cubicBezTo>
                <a:lnTo>
                  <a:pt x="2681097" y="3209830"/>
                </a:lnTo>
                <a:cubicBezTo>
                  <a:pt x="2677382" y="3209830"/>
                  <a:pt x="2674239" y="3212878"/>
                  <a:pt x="2674239" y="3216688"/>
                </a:cubicBezTo>
                <a:lnTo>
                  <a:pt x="2674239" y="3222022"/>
                </a:lnTo>
                <a:lnTo>
                  <a:pt x="2653189" y="3222022"/>
                </a:lnTo>
                <a:cubicBezTo>
                  <a:pt x="2653189" y="3222022"/>
                  <a:pt x="2576894" y="3292983"/>
                  <a:pt x="2576894" y="3292983"/>
                </a:cubicBezTo>
                <a:lnTo>
                  <a:pt x="2552700" y="3292983"/>
                </a:lnTo>
                <a:cubicBezTo>
                  <a:pt x="2552034" y="3290316"/>
                  <a:pt x="2550414" y="3287935"/>
                  <a:pt x="2548033" y="3286411"/>
                </a:cubicBezTo>
                <a:cubicBezTo>
                  <a:pt x="2545652" y="3284887"/>
                  <a:pt x="2542794" y="3284411"/>
                  <a:pt x="2540032" y="3284982"/>
                </a:cubicBezTo>
                <a:cubicBezTo>
                  <a:pt x="2534317" y="3286220"/>
                  <a:pt x="2530697" y="3291935"/>
                  <a:pt x="2531936" y="3297650"/>
                </a:cubicBezTo>
                <a:cubicBezTo>
                  <a:pt x="2533079" y="3302603"/>
                  <a:pt x="2537460" y="3305937"/>
                  <a:pt x="2542318" y="3305937"/>
                </a:cubicBezTo>
                <a:cubicBezTo>
                  <a:pt x="2543080" y="3305937"/>
                  <a:pt x="2543842" y="3305937"/>
                  <a:pt x="2544604" y="3305651"/>
                </a:cubicBezTo>
                <a:cubicBezTo>
                  <a:pt x="2548700" y="3304699"/>
                  <a:pt x="2551652" y="3301460"/>
                  <a:pt x="2552510" y="3297650"/>
                </a:cubicBezTo>
                <a:lnTo>
                  <a:pt x="2578608" y="3297650"/>
                </a:lnTo>
                <a:cubicBezTo>
                  <a:pt x="2578608" y="3297650"/>
                  <a:pt x="2654903" y="3226784"/>
                  <a:pt x="2654903" y="3226784"/>
                </a:cubicBezTo>
                <a:lnTo>
                  <a:pt x="2674144" y="3226784"/>
                </a:lnTo>
                <a:cubicBezTo>
                  <a:pt x="2674144" y="3226784"/>
                  <a:pt x="2674144" y="3229261"/>
                  <a:pt x="2674144" y="3229261"/>
                </a:cubicBezTo>
                <a:cubicBezTo>
                  <a:pt x="2674144" y="3232976"/>
                  <a:pt x="2677192" y="3236119"/>
                  <a:pt x="2681002" y="3236119"/>
                </a:cubicBezTo>
                <a:close/>
                <a:moveTo>
                  <a:pt x="2679002" y="3216688"/>
                </a:moveTo>
                <a:cubicBezTo>
                  <a:pt x="2679002" y="3215545"/>
                  <a:pt x="2679954" y="3214592"/>
                  <a:pt x="2681097" y="3214592"/>
                </a:cubicBezTo>
                <a:lnTo>
                  <a:pt x="2693765" y="3214592"/>
                </a:lnTo>
                <a:cubicBezTo>
                  <a:pt x="2694909" y="3214592"/>
                  <a:pt x="2695861" y="3215545"/>
                  <a:pt x="2695861" y="3216688"/>
                </a:cubicBezTo>
                <a:lnTo>
                  <a:pt x="2695861" y="3229356"/>
                </a:lnTo>
                <a:cubicBezTo>
                  <a:pt x="2695861" y="3230499"/>
                  <a:pt x="2694909" y="3231452"/>
                  <a:pt x="2693765" y="3231452"/>
                </a:cubicBezTo>
                <a:lnTo>
                  <a:pt x="2681097" y="3231452"/>
                </a:lnTo>
                <a:cubicBezTo>
                  <a:pt x="2679954" y="3231452"/>
                  <a:pt x="2679002" y="3230499"/>
                  <a:pt x="2679002" y="3229356"/>
                </a:cubicBezTo>
                <a:lnTo>
                  <a:pt x="2679002" y="3216688"/>
                </a:lnTo>
                <a:close/>
                <a:moveTo>
                  <a:pt x="2543651" y="3301079"/>
                </a:moveTo>
                <a:cubicBezTo>
                  <a:pt x="2540508" y="3301842"/>
                  <a:pt x="2537365" y="3299841"/>
                  <a:pt x="2536698" y="3296603"/>
                </a:cubicBezTo>
                <a:cubicBezTo>
                  <a:pt x="2536031" y="3293459"/>
                  <a:pt x="2538032" y="3290316"/>
                  <a:pt x="2541175" y="3289554"/>
                </a:cubicBezTo>
                <a:cubicBezTo>
                  <a:pt x="2541556" y="3289459"/>
                  <a:pt x="2542032" y="3289363"/>
                  <a:pt x="2542509" y="3289363"/>
                </a:cubicBezTo>
                <a:cubicBezTo>
                  <a:pt x="2543651" y="3289363"/>
                  <a:pt x="2544699" y="3289649"/>
                  <a:pt x="2545652" y="3290316"/>
                </a:cubicBezTo>
                <a:cubicBezTo>
                  <a:pt x="2546985" y="3291173"/>
                  <a:pt x="2547938" y="3292412"/>
                  <a:pt x="2548223" y="3294031"/>
                </a:cubicBezTo>
                <a:cubicBezTo>
                  <a:pt x="2548890" y="3297174"/>
                  <a:pt x="2546890" y="3300317"/>
                  <a:pt x="2543747" y="3300984"/>
                </a:cubicBezTo>
                <a:close/>
                <a:moveTo>
                  <a:pt x="2291810" y="2515743"/>
                </a:moveTo>
                <a:lnTo>
                  <a:pt x="2279047" y="2503646"/>
                </a:lnTo>
                <a:lnTo>
                  <a:pt x="2282285" y="2500217"/>
                </a:lnTo>
                <a:lnTo>
                  <a:pt x="2295049" y="2512314"/>
                </a:lnTo>
                <a:lnTo>
                  <a:pt x="2291810" y="2515743"/>
                </a:lnTo>
                <a:close/>
                <a:moveTo>
                  <a:pt x="1557528" y="1726025"/>
                </a:moveTo>
                <a:lnTo>
                  <a:pt x="1657160" y="1726025"/>
                </a:lnTo>
                <a:lnTo>
                  <a:pt x="1680496" y="1700879"/>
                </a:lnTo>
                <a:cubicBezTo>
                  <a:pt x="1681258" y="1701260"/>
                  <a:pt x="1682020" y="1701451"/>
                  <a:pt x="1682877" y="1701451"/>
                </a:cubicBezTo>
                <a:cubicBezTo>
                  <a:pt x="1683258" y="1701451"/>
                  <a:pt x="1683734" y="1701451"/>
                  <a:pt x="1684115" y="1701260"/>
                </a:cubicBezTo>
                <a:cubicBezTo>
                  <a:pt x="1685639" y="1700879"/>
                  <a:pt x="1686878" y="1700022"/>
                  <a:pt x="1687640" y="1698689"/>
                </a:cubicBezTo>
                <a:cubicBezTo>
                  <a:pt x="1688402" y="1697355"/>
                  <a:pt x="1688687" y="1695831"/>
                  <a:pt x="1688402" y="1694402"/>
                </a:cubicBezTo>
                <a:cubicBezTo>
                  <a:pt x="1687735" y="1691354"/>
                  <a:pt x="1684687" y="1689449"/>
                  <a:pt x="1681544" y="1690116"/>
                </a:cubicBezTo>
                <a:cubicBezTo>
                  <a:pt x="1678496" y="1690783"/>
                  <a:pt x="1676591" y="1693831"/>
                  <a:pt x="1677257" y="1696974"/>
                </a:cubicBezTo>
                <a:cubicBezTo>
                  <a:pt x="1677257" y="1696974"/>
                  <a:pt x="1677257" y="1697069"/>
                  <a:pt x="1677257" y="1697165"/>
                </a:cubicBezTo>
                <a:lnTo>
                  <a:pt x="1654969" y="1721168"/>
                </a:lnTo>
                <a:lnTo>
                  <a:pt x="1555432" y="1721168"/>
                </a:lnTo>
                <a:lnTo>
                  <a:pt x="1525810" y="1750505"/>
                </a:lnTo>
                <a:lnTo>
                  <a:pt x="1525810" y="1793557"/>
                </a:lnTo>
                <a:cubicBezTo>
                  <a:pt x="1523048" y="1794510"/>
                  <a:pt x="1521047" y="1797082"/>
                  <a:pt x="1521047" y="1800225"/>
                </a:cubicBezTo>
                <a:cubicBezTo>
                  <a:pt x="1521047" y="1804130"/>
                  <a:pt x="1524286" y="1807369"/>
                  <a:pt x="1528191" y="1807369"/>
                </a:cubicBezTo>
                <a:cubicBezTo>
                  <a:pt x="1532096" y="1807369"/>
                  <a:pt x="1535335" y="1804130"/>
                  <a:pt x="1535335" y="1800225"/>
                </a:cubicBezTo>
                <a:cubicBezTo>
                  <a:pt x="1535335" y="1797082"/>
                  <a:pt x="1533335" y="1794510"/>
                  <a:pt x="1530572" y="1793557"/>
                </a:cubicBezTo>
                <a:lnTo>
                  <a:pt x="1530572" y="1752410"/>
                </a:lnTo>
                <a:lnTo>
                  <a:pt x="1557338" y="1725835"/>
                </a:lnTo>
                <a:close/>
                <a:moveTo>
                  <a:pt x="1682210" y="1692593"/>
                </a:moveTo>
                <a:cubicBezTo>
                  <a:pt x="1682210" y="1692593"/>
                  <a:pt x="1682687" y="1692593"/>
                  <a:pt x="1682972" y="1692593"/>
                </a:cubicBezTo>
                <a:cubicBezTo>
                  <a:pt x="1684496" y="1692593"/>
                  <a:pt x="1685830" y="1693640"/>
                  <a:pt x="1686211" y="1695164"/>
                </a:cubicBezTo>
                <a:cubicBezTo>
                  <a:pt x="1686401" y="1696022"/>
                  <a:pt x="1686211" y="1696879"/>
                  <a:pt x="1685830" y="1697641"/>
                </a:cubicBezTo>
                <a:cubicBezTo>
                  <a:pt x="1685353" y="1698403"/>
                  <a:pt x="1684592" y="1698879"/>
                  <a:pt x="1683734" y="1699070"/>
                </a:cubicBezTo>
                <a:cubicBezTo>
                  <a:pt x="1682877" y="1699260"/>
                  <a:pt x="1682020" y="1699070"/>
                  <a:pt x="1681258" y="1698689"/>
                </a:cubicBezTo>
                <a:cubicBezTo>
                  <a:pt x="1680496" y="1698212"/>
                  <a:pt x="1680020" y="1697450"/>
                  <a:pt x="1679829" y="1696593"/>
                </a:cubicBezTo>
                <a:cubicBezTo>
                  <a:pt x="1679448" y="1694783"/>
                  <a:pt x="1680496" y="1693069"/>
                  <a:pt x="1682306" y="1692593"/>
                </a:cubicBezTo>
                <a:close/>
                <a:moveTo>
                  <a:pt x="1533144" y="1800416"/>
                </a:moveTo>
                <a:cubicBezTo>
                  <a:pt x="1533144" y="1803082"/>
                  <a:pt x="1531049" y="1805178"/>
                  <a:pt x="1528382" y="1805178"/>
                </a:cubicBezTo>
                <a:cubicBezTo>
                  <a:pt x="1525715" y="1805178"/>
                  <a:pt x="1523619" y="1802987"/>
                  <a:pt x="1523619" y="1800416"/>
                </a:cubicBezTo>
                <a:cubicBezTo>
                  <a:pt x="1523619" y="1797844"/>
                  <a:pt x="1525715" y="1795653"/>
                  <a:pt x="1528286" y="1795653"/>
                </a:cubicBezTo>
                <a:lnTo>
                  <a:pt x="1528382" y="1795653"/>
                </a:lnTo>
                <a:cubicBezTo>
                  <a:pt x="1530953" y="1795653"/>
                  <a:pt x="1533049" y="1797844"/>
                  <a:pt x="1533049" y="1800416"/>
                </a:cubicBezTo>
                <a:close/>
                <a:moveTo>
                  <a:pt x="468725" y="772573"/>
                </a:moveTo>
                <a:cubicBezTo>
                  <a:pt x="462629" y="772573"/>
                  <a:pt x="457772" y="777145"/>
                  <a:pt x="457010" y="783050"/>
                </a:cubicBezTo>
                <a:lnTo>
                  <a:pt x="364046" y="783050"/>
                </a:lnTo>
                <a:cubicBezTo>
                  <a:pt x="363474" y="783050"/>
                  <a:pt x="362903" y="783241"/>
                  <a:pt x="362522" y="783622"/>
                </a:cubicBezTo>
                <a:lnTo>
                  <a:pt x="319564" y="819626"/>
                </a:lnTo>
                <a:lnTo>
                  <a:pt x="207264" y="819626"/>
                </a:lnTo>
                <a:lnTo>
                  <a:pt x="181166" y="837724"/>
                </a:lnTo>
                <a:lnTo>
                  <a:pt x="15621" y="837724"/>
                </a:lnTo>
                <a:lnTo>
                  <a:pt x="95" y="856488"/>
                </a:lnTo>
                <a:lnTo>
                  <a:pt x="95" y="863918"/>
                </a:lnTo>
                <a:lnTo>
                  <a:pt x="17907" y="842486"/>
                </a:lnTo>
                <a:lnTo>
                  <a:pt x="182690" y="842486"/>
                </a:lnTo>
                <a:lnTo>
                  <a:pt x="208788" y="824389"/>
                </a:lnTo>
                <a:lnTo>
                  <a:pt x="320516" y="824389"/>
                </a:lnTo>
                <a:lnTo>
                  <a:pt x="350234" y="842201"/>
                </a:lnTo>
                <a:cubicBezTo>
                  <a:pt x="350234" y="842201"/>
                  <a:pt x="350996" y="842582"/>
                  <a:pt x="351473" y="842582"/>
                </a:cubicBezTo>
                <a:lnTo>
                  <a:pt x="398050" y="842582"/>
                </a:lnTo>
                <a:cubicBezTo>
                  <a:pt x="399383" y="847249"/>
                  <a:pt x="403289" y="850868"/>
                  <a:pt x="408432" y="851630"/>
                </a:cubicBezTo>
                <a:cubicBezTo>
                  <a:pt x="409004" y="851630"/>
                  <a:pt x="409670" y="851726"/>
                  <a:pt x="410242" y="851726"/>
                </a:cubicBezTo>
                <a:cubicBezTo>
                  <a:pt x="416433" y="851726"/>
                  <a:pt x="421862" y="847154"/>
                  <a:pt x="422815" y="840867"/>
                </a:cubicBezTo>
                <a:cubicBezTo>
                  <a:pt x="423767" y="833914"/>
                  <a:pt x="419005" y="827532"/>
                  <a:pt x="412052" y="826484"/>
                </a:cubicBezTo>
                <a:cubicBezTo>
                  <a:pt x="405098" y="825532"/>
                  <a:pt x="398717" y="830294"/>
                  <a:pt x="397669" y="837248"/>
                </a:cubicBezTo>
                <a:cubicBezTo>
                  <a:pt x="397669" y="837438"/>
                  <a:pt x="397669" y="837629"/>
                  <a:pt x="397669" y="837724"/>
                </a:cubicBezTo>
                <a:lnTo>
                  <a:pt x="352139" y="837724"/>
                </a:lnTo>
                <a:lnTo>
                  <a:pt x="324898" y="821341"/>
                </a:lnTo>
                <a:lnTo>
                  <a:pt x="364903" y="787813"/>
                </a:lnTo>
                <a:lnTo>
                  <a:pt x="457390" y="787813"/>
                </a:lnTo>
                <a:cubicBezTo>
                  <a:pt x="458819" y="792861"/>
                  <a:pt x="463296" y="796576"/>
                  <a:pt x="468725" y="796576"/>
                </a:cubicBezTo>
                <a:cubicBezTo>
                  <a:pt x="475393" y="796576"/>
                  <a:pt x="480727" y="791147"/>
                  <a:pt x="480727" y="784574"/>
                </a:cubicBezTo>
                <a:cubicBezTo>
                  <a:pt x="480727" y="778002"/>
                  <a:pt x="475298" y="772573"/>
                  <a:pt x="468725" y="772573"/>
                </a:cubicBezTo>
                <a:close/>
                <a:moveTo>
                  <a:pt x="411385" y="831152"/>
                </a:moveTo>
                <a:cubicBezTo>
                  <a:pt x="415671" y="831818"/>
                  <a:pt x="418719" y="835819"/>
                  <a:pt x="418052" y="840105"/>
                </a:cubicBezTo>
                <a:cubicBezTo>
                  <a:pt x="417481" y="844391"/>
                  <a:pt x="413480" y="847439"/>
                  <a:pt x="409099" y="846773"/>
                </a:cubicBezTo>
                <a:cubicBezTo>
                  <a:pt x="404813" y="846106"/>
                  <a:pt x="401764" y="842105"/>
                  <a:pt x="402431" y="837819"/>
                </a:cubicBezTo>
                <a:cubicBezTo>
                  <a:pt x="403098" y="833533"/>
                  <a:pt x="407003" y="830485"/>
                  <a:pt x="411385" y="831152"/>
                </a:cubicBezTo>
                <a:close/>
                <a:moveTo>
                  <a:pt x="468725" y="791813"/>
                </a:moveTo>
                <a:cubicBezTo>
                  <a:pt x="464725" y="791813"/>
                  <a:pt x="461486" y="788575"/>
                  <a:pt x="461486" y="784574"/>
                </a:cubicBezTo>
                <a:cubicBezTo>
                  <a:pt x="461486" y="780574"/>
                  <a:pt x="464725" y="777335"/>
                  <a:pt x="468725" y="777335"/>
                </a:cubicBezTo>
                <a:cubicBezTo>
                  <a:pt x="472726" y="777335"/>
                  <a:pt x="475964" y="780574"/>
                  <a:pt x="475964" y="784574"/>
                </a:cubicBezTo>
                <a:cubicBezTo>
                  <a:pt x="475964" y="788575"/>
                  <a:pt x="472726" y="791813"/>
                  <a:pt x="468725" y="791813"/>
                </a:cubicBezTo>
                <a:close/>
                <a:moveTo>
                  <a:pt x="758571" y="3008186"/>
                </a:moveTo>
                <a:lnTo>
                  <a:pt x="775240" y="3022759"/>
                </a:lnTo>
                <a:lnTo>
                  <a:pt x="772097" y="3026378"/>
                </a:lnTo>
                <a:lnTo>
                  <a:pt x="755428" y="3011805"/>
                </a:lnTo>
                <a:lnTo>
                  <a:pt x="758571" y="3008186"/>
                </a:lnTo>
                <a:close/>
                <a:moveTo>
                  <a:pt x="784479" y="2992755"/>
                </a:moveTo>
                <a:cubicBezTo>
                  <a:pt x="785336" y="2992755"/>
                  <a:pt x="786194" y="2992660"/>
                  <a:pt x="787051" y="2992374"/>
                </a:cubicBezTo>
                <a:cubicBezTo>
                  <a:pt x="789527" y="2991707"/>
                  <a:pt x="791623" y="2989993"/>
                  <a:pt x="792956" y="2987802"/>
                </a:cubicBezTo>
                <a:cubicBezTo>
                  <a:pt x="794195" y="2985516"/>
                  <a:pt x="794576" y="2982944"/>
                  <a:pt x="793909" y="2980373"/>
                </a:cubicBezTo>
                <a:lnTo>
                  <a:pt x="793909" y="2980373"/>
                </a:lnTo>
                <a:cubicBezTo>
                  <a:pt x="793814" y="2979896"/>
                  <a:pt x="793433" y="2979515"/>
                  <a:pt x="793242" y="2979039"/>
                </a:cubicBezTo>
                <a:lnTo>
                  <a:pt x="817721" y="2962561"/>
                </a:lnTo>
                <a:lnTo>
                  <a:pt x="947357" y="2962561"/>
                </a:lnTo>
                <a:cubicBezTo>
                  <a:pt x="947357" y="2962561"/>
                  <a:pt x="947357" y="2962751"/>
                  <a:pt x="947357" y="2962847"/>
                </a:cubicBezTo>
                <a:cubicBezTo>
                  <a:pt x="948023" y="2965323"/>
                  <a:pt x="949738" y="2967419"/>
                  <a:pt x="951929" y="2968752"/>
                </a:cubicBezTo>
                <a:cubicBezTo>
                  <a:pt x="953452" y="2969609"/>
                  <a:pt x="955072" y="2969990"/>
                  <a:pt x="956691" y="2969990"/>
                </a:cubicBezTo>
                <a:cubicBezTo>
                  <a:pt x="957548" y="2969990"/>
                  <a:pt x="958406" y="2969895"/>
                  <a:pt x="959358" y="2969609"/>
                </a:cubicBezTo>
                <a:cubicBezTo>
                  <a:pt x="961835" y="2968943"/>
                  <a:pt x="963930" y="2967228"/>
                  <a:pt x="965264" y="2965037"/>
                </a:cubicBezTo>
                <a:cubicBezTo>
                  <a:pt x="966502" y="2962751"/>
                  <a:pt x="966883" y="2960084"/>
                  <a:pt x="966216" y="2957608"/>
                </a:cubicBezTo>
                <a:cubicBezTo>
                  <a:pt x="965549" y="2955131"/>
                  <a:pt x="963835" y="2953036"/>
                  <a:pt x="961644" y="2951702"/>
                </a:cubicBezTo>
                <a:cubicBezTo>
                  <a:pt x="959358" y="2950464"/>
                  <a:pt x="956786" y="2950083"/>
                  <a:pt x="954215" y="2950845"/>
                </a:cubicBezTo>
                <a:cubicBezTo>
                  <a:pt x="951738" y="2951512"/>
                  <a:pt x="949643" y="2953226"/>
                  <a:pt x="948309" y="2955417"/>
                </a:cubicBezTo>
                <a:cubicBezTo>
                  <a:pt x="947833" y="2956179"/>
                  <a:pt x="947738" y="2957036"/>
                  <a:pt x="947547" y="2957798"/>
                </a:cubicBezTo>
                <a:lnTo>
                  <a:pt x="816293" y="2957798"/>
                </a:lnTo>
                <a:lnTo>
                  <a:pt x="790289" y="2975229"/>
                </a:lnTo>
                <a:cubicBezTo>
                  <a:pt x="787908" y="2973515"/>
                  <a:pt x="784955" y="2972657"/>
                  <a:pt x="781907" y="2973515"/>
                </a:cubicBezTo>
                <a:cubicBezTo>
                  <a:pt x="776764" y="2974943"/>
                  <a:pt x="773716" y="2980373"/>
                  <a:pt x="775145" y="2985516"/>
                </a:cubicBezTo>
                <a:cubicBezTo>
                  <a:pt x="776383" y="2989802"/>
                  <a:pt x="780288" y="2992660"/>
                  <a:pt x="784574" y="2992660"/>
                </a:cubicBezTo>
                <a:close/>
                <a:moveTo>
                  <a:pt x="952500" y="2957798"/>
                </a:moveTo>
                <a:cubicBezTo>
                  <a:pt x="953167" y="2956655"/>
                  <a:pt x="954215" y="2955798"/>
                  <a:pt x="955548" y="2955417"/>
                </a:cubicBezTo>
                <a:cubicBezTo>
                  <a:pt x="956024" y="2955322"/>
                  <a:pt x="956405" y="2955227"/>
                  <a:pt x="956882" y="2955227"/>
                </a:cubicBezTo>
                <a:cubicBezTo>
                  <a:pt x="957739" y="2955227"/>
                  <a:pt x="958596" y="2955417"/>
                  <a:pt x="959358" y="2955893"/>
                </a:cubicBezTo>
                <a:cubicBezTo>
                  <a:pt x="960501" y="2956560"/>
                  <a:pt x="961358" y="2957608"/>
                  <a:pt x="961739" y="2958942"/>
                </a:cubicBezTo>
                <a:cubicBezTo>
                  <a:pt x="962120" y="2960180"/>
                  <a:pt x="961930" y="2961609"/>
                  <a:pt x="961263" y="2962751"/>
                </a:cubicBezTo>
                <a:cubicBezTo>
                  <a:pt x="960596" y="2963894"/>
                  <a:pt x="959549" y="2964752"/>
                  <a:pt x="958215" y="2965133"/>
                </a:cubicBezTo>
                <a:cubicBezTo>
                  <a:pt x="956977" y="2965513"/>
                  <a:pt x="955548" y="2965323"/>
                  <a:pt x="954405" y="2964656"/>
                </a:cubicBezTo>
                <a:cubicBezTo>
                  <a:pt x="953262" y="2963990"/>
                  <a:pt x="952405" y="2962942"/>
                  <a:pt x="952024" y="2961609"/>
                </a:cubicBezTo>
                <a:lnTo>
                  <a:pt x="952024" y="2961609"/>
                </a:lnTo>
                <a:cubicBezTo>
                  <a:pt x="951643" y="2960275"/>
                  <a:pt x="951833" y="2958942"/>
                  <a:pt x="952500" y="2957798"/>
                </a:cubicBezTo>
                <a:close/>
                <a:moveTo>
                  <a:pt x="783146" y="2978182"/>
                </a:moveTo>
                <a:cubicBezTo>
                  <a:pt x="783146" y="2978182"/>
                  <a:pt x="784003" y="2977992"/>
                  <a:pt x="784479" y="2977992"/>
                </a:cubicBezTo>
                <a:cubicBezTo>
                  <a:pt x="786670" y="2977992"/>
                  <a:pt x="788670" y="2979420"/>
                  <a:pt x="789337" y="2981706"/>
                </a:cubicBezTo>
                <a:cubicBezTo>
                  <a:pt x="789718" y="2982944"/>
                  <a:pt x="789527" y="2984373"/>
                  <a:pt x="788861" y="2985516"/>
                </a:cubicBezTo>
                <a:cubicBezTo>
                  <a:pt x="788194" y="2986659"/>
                  <a:pt x="787146" y="2987517"/>
                  <a:pt x="785813" y="2987897"/>
                </a:cubicBezTo>
                <a:cubicBezTo>
                  <a:pt x="783146" y="2988659"/>
                  <a:pt x="780383" y="2987040"/>
                  <a:pt x="779621" y="2984373"/>
                </a:cubicBezTo>
                <a:cubicBezTo>
                  <a:pt x="778859" y="2981706"/>
                  <a:pt x="780479" y="2978944"/>
                  <a:pt x="783146" y="2978182"/>
                </a:cubicBezTo>
                <a:close/>
                <a:moveTo>
                  <a:pt x="1770126" y="1394936"/>
                </a:moveTo>
                <a:lnTo>
                  <a:pt x="1757458" y="1394936"/>
                </a:lnTo>
                <a:cubicBezTo>
                  <a:pt x="1753743" y="1394936"/>
                  <a:pt x="1750600" y="1397984"/>
                  <a:pt x="1750600" y="1401794"/>
                </a:cubicBezTo>
                <a:lnTo>
                  <a:pt x="1750600" y="1414463"/>
                </a:lnTo>
                <a:cubicBezTo>
                  <a:pt x="1750600" y="1418177"/>
                  <a:pt x="1753648" y="1421321"/>
                  <a:pt x="1757458" y="1421321"/>
                </a:cubicBezTo>
                <a:lnTo>
                  <a:pt x="1770126" y="1421321"/>
                </a:lnTo>
                <a:cubicBezTo>
                  <a:pt x="1773841" y="1421321"/>
                  <a:pt x="1776984" y="1418273"/>
                  <a:pt x="1776984" y="1414463"/>
                </a:cubicBezTo>
                <a:lnTo>
                  <a:pt x="1776984" y="1408748"/>
                </a:lnTo>
                <a:cubicBezTo>
                  <a:pt x="1778127" y="1410176"/>
                  <a:pt x="1779175" y="1412462"/>
                  <a:pt x="1780127" y="1414748"/>
                </a:cubicBezTo>
                <a:cubicBezTo>
                  <a:pt x="1782223" y="1419606"/>
                  <a:pt x="1784604" y="1425226"/>
                  <a:pt x="1790033" y="1425226"/>
                </a:cubicBezTo>
                <a:cubicBezTo>
                  <a:pt x="1795463" y="1425226"/>
                  <a:pt x="1797844" y="1419701"/>
                  <a:pt x="1799939" y="1414748"/>
                </a:cubicBezTo>
                <a:cubicBezTo>
                  <a:pt x="1801559" y="1411034"/>
                  <a:pt x="1803178" y="1407224"/>
                  <a:pt x="1805559" y="1407224"/>
                </a:cubicBezTo>
                <a:cubicBezTo>
                  <a:pt x="1807940" y="1407224"/>
                  <a:pt x="1809560" y="1411034"/>
                  <a:pt x="1811179" y="1414748"/>
                </a:cubicBezTo>
                <a:cubicBezTo>
                  <a:pt x="1813274" y="1419606"/>
                  <a:pt x="1815656" y="1425226"/>
                  <a:pt x="1821180" y="1425226"/>
                </a:cubicBezTo>
                <a:cubicBezTo>
                  <a:pt x="1826705" y="1425226"/>
                  <a:pt x="1828991" y="1419701"/>
                  <a:pt x="1831181" y="1414748"/>
                </a:cubicBezTo>
                <a:cubicBezTo>
                  <a:pt x="1832801" y="1411034"/>
                  <a:pt x="1834420" y="1407224"/>
                  <a:pt x="1836801" y="1407224"/>
                </a:cubicBezTo>
                <a:cubicBezTo>
                  <a:pt x="1839182" y="1407224"/>
                  <a:pt x="1840802" y="1411034"/>
                  <a:pt x="1842421" y="1414748"/>
                </a:cubicBezTo>
                <a:cubicBezTo>
                  <a:pt x="1844516" y="1419606"/>
                  <a:pt x="1846898" y="1425226"/>
                  <a:pt x="1852422" y="1425226"/>
                </a:cubicBezTo>
                <a:cubicBezTo>
                  <a:pt x="1857947" y="1425226"/>
                  <a:pt x="1860232" y="1419701"/>
                  <a:pt x="1862328" y="1414748"/>
                </a:cubicBezTo>
                <a:cubicBezTo>
                  <a:pt x="1863947" y="1411034"/>
                  <a:pt x="1865567" y="1407224"/>
                  <a:pt x="1867948" y="1407224"/>
                </a:cubicBezTo>
                <a:cubicBezTo>
                  <a:pt x="1870329" y="1407224"/>
                  <a:pt x="1871948" y="1411034"/>
                  <a:pt x="1873568" y="1414748"/>
                </a:cubicBezTo>
                <a:cubicBezTo>
                  <a:pt x="1875663" y="1419606"/>
                  <a:pt x="1878044" y="1425226"/>
                  <a:pt x="1883569" y="1425226"/>
                </a:cubicBezTo>
                <a:cubicBezTo>
                  <a:pt x="1889093" y="1425226"/>
                  <a:pt x="1891379" y="1419701"/>
                  <a:pt x="1893570" y="1414748"/>
                </a:cubicBezTo>
                <a:cubicBezTo>
                  <a:pt x="1895189" y="1411034"/>
                  <a:pt x="1896809" y="1407224"/>
                  <a:pt x="1899190" y="1407224"/>
                </a:cubicBezTo>
                <a:cubicBezTo>
                  <a:pt x="1901571" y="1407224"/>
                  <a:pt x="1903190" y="1411034"/>
                  <a:pt x="1904810" y="1414748"/>
                </a:cubicBezTo>
                <a:cubicBezTo>
                  <a:pt x="1906905" y="1419606"/>
                  <a:pt x="1909286" y="1425226"/>
                  <a:pt x="1914811" y="1425226"/>
                </a:cubicBezTo>
                <a:cubicBezTo>
                  <a:pt x="1920335" y="1425226"/>
                  <a:pt x="1922621" y="1419701"/>
                  <a:pt x="1924812" y="1414748"/>
                </a:cubicBezTo>
                <a:cubicBezTo>
                  <a:pt x="1926431" y="1411034"/>
                  <a:pt x="1928051" y="1407224"/>
                  <a:pt x="1930432" y="1407224"/>
                </a:cubicBezTo>
                <a:cubicBezTo>
                  <a:pt x="1932813" y="1407224"/>
                  <a:pt x="1934432" y="1411034"/>
                  <a:pt x="1936052" y="1414748"/>
                </a:cubicBezTo>
                <a:cubicBezTo>
                  <a:pt x="1938147" y="1419606"/>
                  <a:pt x="1940528" y="1425226"/>
                  <a:pt x="1946053" y="1425226"/>
                </a:cubicBezTo>
                <a:cubicBezTo>
                  <a:pt x="1951577" y="1425226"/>
                  <a:pt x="1953863" y="1419701"/>
                  <a:pt x="1956054" y="1414748"/>
                </a:cubicBezTo>
                <a:cubicBezTo>
                  <a:pt x="1957673" y="1411034"/>
                  <a:pt x="1959293" y="1407224"/>
                  <a:pt x="1961674" y="1407224"/>
                </a:cubicBezTo>
                <a:cubicBezTo>
                  <a:pt x="1964055" y="1407224"/>
                  <a:pt x="1965674" y="1411034"/>
                  <a:pt x="1967294" y="1414748"/>
                </a:cubicBezTo>
                <a:cubicBezTo>
                  <a:pt x="1969389" y="1419606"/>
                  <a:pt x="1971770" y="1425226"/>
                  <a:pt x="1977295" y="1425226"/>
                </a:cubicBezTo>
                <a:cubicBezTo>
                  <a:pt x="1982819" y="1425226"/>
                  <a:pt x="1985105" y="1419701"/>
                  <a:pt x="1987296" y="1414748"/>
                </a:cubicBezTo>
                <a:cubicBezTo>
                  <a:pt x="1988915" y="1411034"/>
                  <a:pt x="1990535" y="1407224"/>
                  <a:pt x="1992916" y="1407224"/>
                </a:cubicBezTo>
                <a:cubicBezTo>
                  <a:pt x="1995297" y="1407224"/>
                  <a:pt x="1996916" y="1411034"/>
                  <a:pt x="1998536" y="1414748"/>
                </a:cubicBezTo>
                <a:cubicBezTo>
                  <a:pt x="2000631" y="1419606"/>
                  <a:pt x="2003012" y="1425226"/>
                  <a:pt x="2008442" y="1425226"/>
                </a:cubicBezTo>
                <a:cubicBezTo>
                  <a:pt x="2013871" y="1425226"/>
                  <a:pt x="2016252" y="1419701"/>
                  <a:pt x="2018443" y="1414748"/>
                </a:cubicBezTo>
                <a:cubicBezTo>
                  <a:pt x="2020062" y="1411034"/>
                  <a:pt x="2021681" y="1407224"/>
                  <a:pt x="2024063" y="1407224"/>
                </a:cubicBezTo>
                <a:cubicBezTo>
                  <a:pt x="2026444" y="1407224"/>
                  <a:pt x="2028063" y="1411034"/>
                  <a:pt x="2029682" y="1414748"/>
                </a:cubicBezTo>
                <a:cubicBezTo>
                  <a:pt x="2031778" y="1419606"/>
                  <a:pt x="2034159" y="1425226"/>
                  <a:pt x="2039684" y="1425226"/>
                </a:cubicBezTo>
                <a:cubicBezTo>
                  <a:pt x="2045208" y="1425226"/>
                  <a:pt x="2047589" y="1419701"/>
                  <a:pt x="2049685" y="1414748"/>
                </a:cubicBezTo>
                <a:cubicBezTo>
                  <a:pt x="2051304" y="1411034"/>
                  <a:pt x="2052923" y="1407224"/>
                  <a:pt x="2055305" y="1407224"/>
                </a:cubicBezTo>
                <a:cubicBezTo>
                  <a:pt x="2057686" y="1407224"/>
                  <a:pt x="2059305" y="1411034"/>
                  <a:pt x="2060924" y="1414748"/>
                </a:cubicBezTo>
                <a:cubicBezTo>
                  <a:pt x="2063020" y="1419606"/>
                  <a:pt x="2065401" y="1425226"/>
                  <a:pt x="2070926" y="1425226"/>
                </a:cubicBezTo>
                <a:cubicBezTo>
                  <a:pt x="2076450" y="1425226"/>
                  <a:pt x="2078831" y="1419701"/>
                  <a:pt x="2080927" y="1414748"/>
                </a:cubicBezTo>
                <a:cubicBezTo>
                  <a:pt x="2082546" y="1411034"/>
                  <a:pt x="2084165" y="1407224"/>
                  <a:pt x="2086547" y="1407224"/>
                </a:cubicBezTo>
                <a:cubicBezTo>
                  <a:pt x="2088928" y="1407224"/>
                  <a:pt x="2090547" y="1411034"/>
                  <a:pt x="2092166" y="1414748"/>
                </a:cubicBezTo>
                <a:cubicBezTo>
                  <a:pt x="2094262" y="1419606"/>
                  <a:pt x="2096738" y="1425226"/>
                  <a:pt x="2102168" y="1425226"/>
                </a:cubicBezTo>
                <a:lnTo>
                  <a:pt x="2102168" y="1424654"/>
                </a:lnTo>
                <a:cubicBezTo>
                  <a:pt x="2103692" y="1427512"/>
                  <a:pt x="2106168" y="1429798"/>
                  <a:pt x="2109502" y="1430941"/>
                </a:cubicBezTo>
                <a:cubicBezTo>
                  <a:pt x="2116455" y="1433417"/>
                  <a:pt x="2124170" y="1429703"/>
                  <a:pt x="2126647" y="1422749"/>
                </a:cubicBezTo>
                <a:cubicBezTo>
                  <a:pt x="2129123" y="1415796"/>
                  <a:pt x="2125409" y="1408081"/>
                  <a:pt x="2118455" y="1405604"/>
                </a:cubicBezTo>
                <a:cubicBezTo>
                  <a:pt x="2111502" y="1403128"/>
                  <a:pt x="2103787" y="1406843"/>
                  <a:pt x="2101310" y="1413796"/>
                </a:cubicBezTo>
                <a:cubicBezTo>
                  <a:pt x="2100644" y="1415796"/>
                  <a:pt x="2100453" y="1417892"/>
                  <a:pt x="2100644" y="1419797"/>
                </a:cubicBezTo>
                <a:cubicBezTo>
                  <a:pt x="2099024" y="1418558"/>
                  <a:pt x="2097786" y="1415701"/>
                  <a:pt x="2096548" y="1412843"/>
                </a:cubicBezTo>
                <a:cubicBezTo>
                  <a:pt x="2094452" y="1407986"/>
                  <a:pt x="2091976" y="1402366"/>
                  <a:pt x="2086547" y="1402366"/>
                </a:cubicBezTo>
                <a:cubicBezTo>
                  <a:pt x="2081117" y="1402366"/>
                  <a:pt x="2078641" y="1407890"/>
                  <a:pt x="2076545" y="1412843"/>
                </a:cubicBezTo>
                <a:cubicBezTo>
                  <a:pt x="2074926" y="1416558"/>
                  <a:pt x="2073307" y="1420368"/>
                  <a:pt x="2070926" y="1420368"/>
                </a:cubicBezTo>
                <a:cubicBezTo>
                  <a:pt x="2068544" y="1420368"/>
                  <a:pt x="2066925" y="1416558"/>
                  <a:pt x="2065306" y="1412843"/>
                </a:cubicBezTo>
                <a:cubicBezTo>
                  <a:pt x="2063210" y="1407986"/>
                  <a:pt x="2060829" y="1402366"/>
                  <a:pt x="2055305" y="1402366"/>
                </a:cubicBezTo>
                <a:cubicBezTo>
                  <a:pt x="2049780" y="1402366"/>
                  <a:pt x="2047399" y="1407890"/>
                  <a:pt x="2045303" y="1412843"/>
                </a:cubicBezTo>
                <a:cubicBezTo>
                  <a:pt x="2043684" y="1416558"/>
                  <a:pt x="2042065" y="1420368"/>
                  <a:pt x="2039684" y="1420368"/>
                </a:cubicBezTo>
                <a:cubicBezTo>
                  <a:pt x="2037302" y="1420368"/>
                  <a:pt x="2035683" y="1416558"/>
                  <a:pt x="2034064" y="1412843"/>
                </a:cubicBezTo>
                <a:cubicBezTo>
                  <a:pt x="2031968" y="1407986"/>
                  <a:pt x="2029587" y="1402366"/>
                  <a:pt x="2024063" y="1402366"/>
                </a:cubicBezTo>
                <a:cubicBezTo>
                  <a:pt x="2018538" y="1402366"/>
                  <a:pt x="2016252" y="1407890"/>
                  <a:pt x="2014061" y="1412843"/>
                </a:cubicBezTo>
                <a:cubicBezTo>
                  <a:pt x="2012442" y="1416558"/>
                  <a:pt x="2010823" y="1420368"/>
                  <a:pt x="2008442" y="1420368"/>
                </a:cubicBezTo>
                <a:cubicBezTo>
                  <a:pt x="2006060" y="1420368"/>
                  <a:pt x="2004441" y="1416558"/>
                  <a:pt x="2002822" y="1412843"/>
                </a:cubicBezTo>
                <a:cubicBezTo>
                  <a:pt x="2000726" y="1407986"/>
                  <a:pt x="1998345" y="1402366"/>
                  <a:pt x="1992821" y="1402366"/>
                </a:cubicBezTo>
                <a:cubicBezTo>
                  <a:pt x="1987296" y="1402366"/>
                  <a:pt x="1985010" y="1407890"/>
                  <a:pt x="1982819" y="1412843"/>
                </a:cubicBezTo>
                <a:cubicBezTo>
                  <a:pt x="1981200" y="1416558"/>
                  <a:pt x="1979581" y="1420368"/>
                  <a:pt x="1977200" y="1420368"/>
                </a:cubicBezTo>
                <a:cubicBezTo>
                  <a:pt x="1974818" y="1420368"/>
                  <a:pt x="1973199" y="1416558"/>
                  <a:pt x="1971580" y="1412843"/>
                </a:cubicBezTo>
                <a:cubicBezTo>
                  <a:pt x="1969484" y="1407986"/>
                  <a:pt x="1967103" y="1402366"/>
                  <a:pt x="1961578" y="1402366"/>
                </a:cubicBezTo>
                <a:cubicBezTo>
                  <a:pt x="1956054" y="1402366"/>
                  <a:pt x="1953768" y="1407890"/>
                  <a:pt x="1951577" y="1412843"/>
                </a:cubicBezTo>
                <a:cubicBezTo>
                  <a:pt x="1949958" y="1416558"/>
                  <a:pt x="1948339" y="1420368"/>
                  <a:pt x="1945957" y="1420368"/>
                </a:cubicBezTo>
                <a:cubicBezTo>
                  <a:pt x="1943576" y="1420368"/>
                  <a:pt x="1941957" y="1416558"/>
                  <a:pt x="1940338" y="1412843"/>
                </a:cubicBezTo>
                <a:cubicBezTo>
                  <a:pt x="1938242" y="1407986"/>
                  <a:pt x="1935861" y="1402366"/>
                  <a:pt x="1930337" y="1402366"/>
                </a:cubicBezTo>
                <a:cubicBezTo>
                  <a:pt x="1924812" y="1402366"/>
                  <a:pt x="1922526" y="1407890"/>
                  <a:pt x="1920335" y="1412843"/>
                </a:cubicBezTo>
                <a:cubicBezTo>
                  <a:pt x="1918716" y="1416558"/>
                  <a:pt x="1917097" y="1420368"/>
                  <a:pt x="1914716" y="1420368"/>
                </a:cubicBezTo>
                <a:cubicBezTo>
                  <a:pt x="1912334" y="1420368"/>
                  <a:pt x="1910715" y="1416558"/>
                  <a:pt x="1909096" y="1412843"/>
                </a:cubicBezTo>
                <a:cubicBezTo>
                  <a:pt x="1907000" y="1407986"/>
                  <a:pt x="1904619" y="1402366"/>
                  <a:pt x="1899095" y="1402366"/>
                </a:cubicBezTo>
                <a:cubicBezTo>
                  <a:pt x="1893570" y="1402366"/>
                  <a:pt x="1891284" y="1407890"/>
                  <a:pt x="1889093" y="1412843"/>
                </a:cubicBezTo>
                <a:cubicBezTo>
                  <a:pt x="1887474" y="1416558"/>
                  <a:pt x="1885855" y="1420368"/>
                  <a:pt x="1883474" y="1420368"/>
                </a:cubicBezTo>
                <a:cubicBezTo>
                  <a:pt x="1881092" y="1420368"/>
                  <a:pt x="1879473" y="1416558"/>
                  <a:pt x="1877854" y="1412843"/>
                </a:cubicBezTo>
                <a:cubicBezTo>
                  <a:pt x="1875758" y="1407986"/>
                  <a:pt x="1873377" y="1402366"/>
                  <a:pt x="1867853" y="1402366"/>
                </a:cubicBezTo>
                <a:cubicBezTo>
                  <a:pt x="1862328" y="1402366"/>
                  <a:pt x="1860042" y="1407890"/>
                  <a:pt x="1857851" y="1412843"/>
                </a:cubicBezTo>
                <a:cubicBezTo>
                  <a:pt x="1856232" y="1416558"/>
                  <a:pt x="1854613" y="1420368"/>
                  <a:pt x="1852232" y="1420368"/>
                </a:cubicBezTo>
                <a:cubicBezTo>
                  <a:pt x="1849850" y="1420368"/>
                  <a:pt x="1848231" y="1416558"/>
                  <a:pt x="1846612" y="1412843"/>
                </a:cubicBezTo>
                <a:cubicBezTo>
                  <a:pt x="1844516" y="1407986"/>
                  <a:pt x="1842135" y="1402366"/>
                  <a:pt x="1836706" y="1402366"/>
                </a:cubicBezTo>
                <a:cubicBezTo>
                  <a:pt x="1831277" y="1402366"/>
                  <a:pt x="1828895" y="1407890"/>
                  <a:pt x="1826705" y="1412843"/>
                </a:cubicBezTo>
                <a:cubicBezTo>
                  <a:pt x="1825085" y="1416558"/>
                  <a:pt x="1823466" y="1420368"/>
                  <a:pt x="1821085" y="1420368"/>
                </a:cubicBezTo>
                <a:cubicBezTo>
                  <a:pt x="1818703" y="1420368"/>
                  <a:pt x="1817084" y="1416558"/>
                  <a:pt x="1815465" y="1412843"/>
                </a:cubicBezTo>
                <a:cubicBezTo>
                  <a:pt x="1813370" y="1407986"/>
                  <a:pt x="1810988" y="1402366"/>
                  <a:pt x="1805464" y="1402366"/>
                </a:cubicBezTo>
                <a:cubicBezTo>
                  <a:pt x="1799939" y="1402366"/>
                  <a:pt x="1797653" y="1407890"/>
                  <a:pt x="1795558" y="1412843"/>
                </a:cubicBezTo>
                <a:cubicBezTo>
                  <a:pt x="1793939" y="1416558"/>
                  <a:pt x="1792319" y="1420368"/>
                  <a:pt x="1789938" y="1420368"/>
                </a:cubicBezTo>
                <a:cubicBezTo>
                  <a:pt x="1787557" y="1420368"/>
                  <a:pt x="1785938" y="1416558"/>
                  <a:pt x="1784318" y="1412843"/>
                </a:cubicBezTo>
                <a:cubicBezTo>
                  <a:pt x="1782604" y="1408748"/>
                  <a:pt x="1780508" y="1404461"/>
                  <a:pt x="1776794" y="1403032"/>
                </a:cubicBezTo>
                <a:lnTo>
                  <a:pt x="1776794" y="1401699"/>
                </a:lnTo>
                <a:cubicBezTo>
                  <a:pt x="1776794" y="1397984"/>
                  <a:pt x="1773746" y="1394841"/>
                  <a:pt x="1769936" y="1394841"/>
                </a:cubicBezTo>
                <a:close/>
                <a:moveTo>
                  <a:pt x="1772222" y="1414463"/>
                </a:moveTo>
                <a:cubicBezTo>
                  <a:pt x="1772222" y="1415606"/>
                  <a:pt x="1771269" y="1416558"/>
                  <a:pt x="1770126" y="1416558"/>
                </a:cubicBezTo>
                <a:lnTo>
                  <a:pt x="1757458" y="1416558"/>
                </a:lnTo>
                <a:cubicBezTo>
                  <a:pt x="1756315" y="1416558"/>
                  <a:pt x="1755362" y="1415606"/>
                  <a:pt x="1755362" y="1414463"/>
                </a:cubicBezTo>
                <a:lnTo>
                  <a:pt x="1755362" y="1401794"/>
                </a:lnTo>
                <a:cubicBezTo>
                  <a:pt x="1755362" y="1400651"/>
                  <a:pt x="1756315" y="1399699"/>
                  <a:pt x="1757458" y="1399699"/>
                </a:cubicBezTo>
                <a:lnTo>
                  <a:pt x="1770126" y="1399699"/>
                </a:lnTo>
                <a:cubicBezTo>
                  <a:pt x="1771269" y="1399699"/>
                  <a:pt x="1772222" y="1400651"/>
                  <a:pt x="1772222" y="1401794"/>
                </a:cubicBezTo>
                <a:lnTo>
                  <a:pt x="1772222" y="1414463"/>
                </a:lnTo>
                <a:close/>
                <a:moveTo>
                  <a:pt x="409670" y="874109"/>
                </a:moveTo>
                <a:lnTo>
                  <a:pt x="330137" y="873538"/>
                </a:lnTo>
                <a:lnTo>
                  <a:pt x="311753" y="857917"/>
                </a:lnTo>
                <a:lnTo>
                  <a:pt x="243269" y="858107"/>
                </a:lnTo>
                <a:cubicBezTo>
                  <a:pt x="242888" y="856202"/>
                  <a:pt x="242221" y="854393"/>
                  <a:pt x="241078" y="852869"/>
                </a:cubicBezTo>
                <a:cubicBezTo>
                  <a:pt x="239078" y="850202"/>
                  <a:pt x="236125" y="848392"/>
                  <a:pt x="232696" y="847916"/>
                </a:cubicBezTo>
                <a:cubicBezTo>
                  <a:pt x="229362" y="847439"/>
                  <a:pt x="226028" y="848297"/>
                  <a:pt x="223266" y="850297"/>
                </a:cubicBezTo>
                <a:cubicBezTo>
                  <a:pt x="220599" y="852297"/>
                  <a:pt x="218789" y="855250"/>
                  <a:pt x="218313" y="858679"/>
                </a:cubicBezTo>
                <a:cubicBezTo>
                  <a:pt x="218123" y="860298"/>
                  <a:pt x="218218" y="861822"/>
                  <a:pt x="218599" y="863346"/>
                </a:cubicBezTo>
                <a:lnTo>
                  <a:pt x="199168" y="875919"/>
                </a:lnTo>
                <a:lnTo>
                  <a:pt x="32290" y="875919"/>
                </a:lnTo>
                <a:lnTo>
                  <a:pt x="9239" y="903637"/>
                </a:lnTo>
                <a:lnTo>
                  <a:pt x="95" y="903637"/>
                </a:lnTo>
                <a:lnTo>
                  <a:pt x="95" y="908399"/>
                </a:lnTo>
                <a:lnTo>
                  <a:pt x="11525" y="908399"/>
                </a:lnTo>
                <a:lnTo>
                  <a:pt x="34576" y="880682"/>
                </a:lnTo>
                <a:lnTo>
                  <a:pt x="200692" y="880682"/>
                </a:lnTo>
                <a:lnTo>
                  <a:pt x="220694" y="867727"/>
                </a:lnTo>
                <a:cubicBezTo>
                  <a:pt x="220694" y="867727"/>
                  <a:pt x="220694" y="867918"/>
                  <a:pt x="220885" y="868013"/>
                </a:cubicBezTo>
                <a:cubicBezTo>
                  <a:pt x="222885" y="870680"/>
                  <a:pt x="225838" y="872490"/>
                  <a:pt x="229267" y="872966"/>
                </a:cubicBezTo>
                <a:cubicBezTo>
                  <a:pt x="229838" y="872966"/>
                  <a:pt x="230505" y="873062"/>
                  <a:pt x="231077" y="873062"/>
                </a:cubicBezTo>
                <a:cubicBezTo>
                  <a:pt x="233839" y="873062"/>
                  <a:pt x="236411" y="872204"/>
                  <a:pt x="238601" y="870490"/>
                </a:cubicBezTo>
                <a:cubicBezTo>
                  <a:pt x="241173" y="868585"/>
                  <a:pt x="242697" y="865823"/>
                  <a:pt x="243364" y="862775"/>
                </a:cubicBezTo>
                <a:lnTo>
                  <a:pt x="310134" y="862584"/>
                </a:lnTo>
                <a:lnTo>
                  <a:pt x="328422" y="878205"/>
                </a:lnTo>
                <a:lnTo>
                  <a:pt x="411575" y="878777"/>
                </a:lnTo>
                <a:lnTo>
                  <a:pt x="476917" y="820007"/>
                </a:lnTo>
                <a:lnTo>
                  <a:pt x="582740" y="819436"/>
                </a:lnTo>
                <a:lnTo>
                  <a:pt x="610172" y="843344"/>
                </a:lnTo>
                <a:lnTo>
                  <a:pt x="630936" y="843629"/>
                </a:lnTo>
                <a:lnTo>
                  <a:pt x="630936" y="846296"/>
                </a:lnTo>
                <a:cubicBezTo>
                  <a:pt x="630936" y="850106"/>
                  <a:pt x="634079" y="853250"/>
                  <a:pt x="637889" y="853250"/>
                </a:cubicBezTo>
                <a:lnTo>
                  <a:pt x="658654" y="853250"/>
                </a:lnTo>
                <a:cubicBezTo>
                  <a:pt x="662464" y="853250"/>
                  <a:pt x="665607" y="850106"/>
                  <a:pt x="665607" y="846296"/>
                </a:cubicBezTo>
                <a:lnTo>
                  <a:pt x="665607" y="836295"/>
                </a:lnTo>
                <a:cubicBezTo>
                  <a:pt x="665607" y="832485"/>
                  <a:pt x="662464" y="829342"/>
                  <a:pt x="658654" y="829342"/>
                </a:cubicBezTo>
                <a:lnTo>
                  <a:pt x="637889" y="829342"/>
                </a:lnTo>
                <a:cubicBezTo>
                  <a:pt x="634079" y="829342"/>
                  <a:pt x="630936" y="832485"/>
                  <a:pt x="630936" y="836295"/>
                </a:cubicBezTo>
                <a:lnTo>
                  <a:pt x="630936" y="838962"/>
                </a:lnTo>
                <a:lnTo>
                  <a:pt x="611981" y="838772"/>
                </a:lnTo>
                <a:lnTo>
                  <a:pt x="584549" y="814769"/>
                </a:lnTo>
                <a:lnTo>
                  <a:pt x="475107" y="815435"/>
                </a:lnTo>
                <a:lnTo>
                  <a:pt x="409861" y="874204"/>
                </a:lnTo>
                <a:close/>
                <a:moveTo>
                  <a:pt x="235744" y="866775"/>
                </a:moveTo>
                <a:cubicBezTo>
                  <a:pt x="234029" y="868013"/>
                  <a:pt x="232029" y="868585"/>
                  <a:pt x="229933" y="868299"/>
                </a:cubicBezTo>
                <a:cubicBezTo>
                  <a:pt x="227838" y="868013"/>
                  <a:pt x="226028" y="866870"/>
                  <a:pt x="224695" y="865251"/>
                </a:cubicBezTo>
                <a:cubicBezTo>
                  <a:pt x="223457" y="863537"/>
                  <a:pt x="222885" y="861441"/>
                  <a:pt x="223171" y="859441"/>
                </a:cubicBezTo>
                <a:cubicBezTo>
                  <a:pt x="223457" y="857345"/>
                  <a:pt x="224600" y="855536"/>
                  <a:pt x="226219" y="854202"/>
                </a:cubicBezTo>
                <a:cubicBezTo>
                  <a:pt x="227552" y="853154"/>
                  <a:pt x="229267" y="852583"/>
                  <a:pt x="230981" y="852583"/>
                </a:cubicBezTo>
                <a:cubicBezTo>
                  <a:pt x="231362" y="852583"/>
                  <a:pt x="231743" y="852583"/>
                  <a:pt x="232124" y="852583"/>
                </a:cubicBezTo>
                <a:cubicBezTo>
                  <a:pt x="234220" y="852869"/>
                  <a:pt x="236030" y="854012"/>
                  <a:pt x="237363" y="855631"/>
                </a:cubicBezTo>
                <a:cubicBezTo>
                  <a:pt x="238601" y="857345"/>
                  <a:pt x="239173" y="859441"/>
                  <a:pt x="238887" y="861441"/>
                </a:cubicBezTo>
                <a:cubicBezTo>
                  <a:pt x="238601" y="863537"/>
                  <a:pt x="237458" y="865346"/>
                  <a:pt x="235839" y="866680"/>
                </a:cubicBezTo>
                <a:close/>
                <a:moveTo>
                  <a:pt x="635508" y="836295"/>
                </a:moveTo>
                <a:cubicBezTo>
                  <a:pt x="635508" y="835057"/>
                  <a:pt x="636461" y="834104"/>
                  <a:pt x="637699" y="834104"/>
                </a:cubicBezTo>
                <a:lnTo>
                  <a:pt x="658463" y="834104"/>
                </a:lnTo>
                <a:cubicBezTo>
                  <a:pt x="659702" y="834104"/>
                  <a:pt x="660654" y="835057"/>
                  <a:pt x="660654" y="836295"/>
                </a:cubicBezTo>
                <a:lnTo>
                  <a:pt x="660654" y="846296"/>
                </a:lnTo>
                <a:cubicBezTo>
                  <a:pt x="660654" y="847535"/>
                  <a:pt x="659702" y="848487"/>
                  <a:pt x="658463" y="848487"/>
                </a:cubicBezTo>
                <a:lnTo>
                  <a:pt x="637699" y="848487"/>
                </a:lnTo>
                <a:cubicBezTo>
                  <a:pt x="636461" y="848487"/>
                  <a:pt x="635508" y="847535"/>
                  <a:pt x="635508" y="846296"/>
                </a:cubicBezTo>
                <a:lnTo>
                  <a:pt x="635508" y="836295"/>
                </a:lnTo>
                <a:close/>
                <a:moveTo>
                  <a:pt x="1373410" y="1652397"/>
                </a:moveTo>
                <a:lnTo>
                  <a:pt x="1404271" y="1677924"/>
                </a:lnTo>
                <a:lnTo>
                  <a:pt x="1511999" y="1677734"/>
                </a:lnTo>
                <a:lnTo>
                  <a:pt x="1532858" y="1659065"/>
                </a:lnTo>
                <a:lnTo>
                  <a:pt x="1565720" y="1659065"/>
                </a:lnTo>
                <a:lnTo>
                  <a:pt x="1575340" y="1666208"/>
                </a:lnTo>
                <a:lnTo>
                  <a:pt x="1575340" y="1666208"/>
                </a:lnTo>
                <a:cubicBezTo>
                  <a:pt x="1575340" y="1670685"/>
                  <a:pt x="1579055" y="1674305"/>
                  <a:pt x="1583531" y="1674305"/>
                </a:cubicBezTo>
                <a:cubicBezTo>
                  <a:pt x="1586770" y="1674305"/>
                  <a:pt x="1589437" y="1672400"/>
                  <a:pt x="1590770" y="1669732"/>
                </a:cubicBezTo>
                <a:lnTo>
                  <a:pt x="1621060" y="1669447"/>
                </a:lnTo>
                <a:lnTo>
                  <a:pt x="1637919" y="1649540"/>
                </a:lnTo>
                <a:lnTo>
                  <a:pt x="1637157" y="1603439"/>
                </a:lnTo>
                <a:lnTo>
                  <a:pt x="1651921" y="1581245"/>
                </a:lnTo>
                <a:lnTo>
                  <a:pt x="1772793" y="1581055"/>
                </a:lnTo>
                <a:lnTo>
                  <a:pt x="1772793" y="1579912"/>
                </a:lnTo>
                <a:cubicBezTo>
                  <a:pt x="1774222" y="1582388"/>
                  <a:pt x="1776698" y="1584103"/>
                  <a:pt x="1779746" y="1584103"/>
                </a:cubicBezTo>
                <a:cubicBezTo>
                  <a:pt x="1784223" y="1584103"/>
                  <a:pt x="1787938" y="1580483"/>
                  <a:pt x="1787938" y="1575911"/>
                </a:cubicBezTo>
                <a:cubicBezTo>
                  <a:pt x="1787938" y="1571339"/>
                  <a:pt x="1784318" y="1567720"/>
                  <a:pt x="1779746" y="1567720"/>
                </a:cubicBezTo>
                <a:cubicBezTo>
                  <a:pt x="1775936" y="1567720"/>
                  <a:pt x="1772888" y="1570387"/>
                  <a:pt x="1772031" y="1573911"/>
                </a:cubicBezTo>
                <a:lnTo>
                  <a:pt x="1648111" y="1574102"/>
                </a:lnTo>
                <a:lnTo>
                  <a:pt x="1630013" y="1601343"/>
                </a:lnTo>
                <a:lnTo>
                  <a:pt x="1630775" y="1646968"/>
                </a:lnTo>
                <a:lnTo>
                  <a:pt x="1617726" y="1662303"/>
                </a:lnTo>
                <a:lnTo>
                  <a:pt x="1590770" y="1662494"/>
                </a:lnTo>
                <a:cubicBezTo>
                  <a:pt x="1589437" y="1659827"/>
                  <a:pt x="1586770" y="1657922"/>
                  <a:pt x="1583531" y="1657922"/>
                </a:cubicBezTo>
                <a:cubicBezTo>
                  <a:pt x="1580769" y="1657922"/>
                  <a:pt x="1578483" y="1659350"/>
                  <a:pt x="1577054" y="1661446"/>
                </a:cubicBezTo>
                <a:lnTo>
                  <a:pt x="1567434" y="1654207"/>
                </a:lnTo>
                <a:lnTo>
                  <a:pt x="1531144" y="1654207"/>
                </a:lnTo>
                <a:lnTo>
                  <a:pt x="1510189" y="1672876"/>
                </a:lnTo>
                <a:lnTo>
                  <a:pt x="1405985" y="1673066"/>
                </a:lnTo>
                <a:lnTo>
                  <a:pt x="1375124" y="1647539"/>
                </a:lnTo>
                <a:lnTo>
                  <a:pt x="1284637" y="1647349"/>
                </a:lnTo>
                <a:lnTo>
                  <a:pt x="1262539" y="1671066"/>
                </a:lnTo>
                <a:cubicBezTo>
                  <a:pt x="1261205" y="1670495"/>
                  <a:pt x="1259681" y="1670495"/>
                  <a:pt x="1258253" y="1671066"/>
                </a:cubicBezTo>
                <a:cubicBezTo>
                  <a:pt x="1255300" y="1672304"/>
                  <a:pt x="1253871" y="1675638"/>
                  <a:pt x="1255109" y="1678591"/>
                </a:cubicBezTo>
                <a:cubicBezTo>
                  <a:pt x="1256348" y="1681544"/>
                  <a:pt x="1259681" y="1682972"/>
                  <a:pt x="1262634" y="1681734"/>
                </a:cubicBezTo>
                <a:cubicBezTo>
                  <a:pt x="1265492" y="1680591"/>
                  <a:pt x="1266920" y="1677353"/>
                  <a:pt x="1265873" y="1674400"/>
                </a:cubicBezTo>
                <a:lnTo>
                  <a:pt x="1286732" y="1652016"/>
                </a:lnTo>
                <a:lnTo>
                  <a:pt x="1373505" y="1652207"/>
                </a:lnTo>
                <a:close/>
                <a:moveTo>
                  <a:pt x="1779746" y="1570101"/>
                </a:moveTo>
                <a:cubicBezTo>
                  <a:pt x="1782890" y="1570101"/>
                  <a:pt x="1785557" y="1572673"/>
                  <a:pt x="1785557" y="1575911"/>
                </a:cubicBezTo>
                <a:cubicBezTo>
                  <a:pt x="1785557" y="1579150"/>
                  <a:pt x="1782985" y="1581722"/>
                  <a:pt x="1779746" y="1581722"/>
                </a:cubicBezTo>
                <a:cubicBezTo>
                  <a:pt x="1776508" y="1581722"/>
                  <a:pt x="1773936" y="1579150"/>
                  <a:pt x="1773936" y="1575911"/>
                </a:cubicBezTo>
                <a:cubicBezTo>
                  <a:pt x="1773936" y="1572673"/>
                  <a:pt x="1776508" y="1570101"/>
                  <a:pt x="1779746" y="1570101"/>
                </a:cubicBezTo>
                <a:close/>
                <a:moveTo>
                  <a:pt x="1583436" y="1660398"/>
                </a:moveTo>
                <a:cubicBezTo>
                  <a:pt x="1586579" y="1660398"/>
                  <a:pt x="1589246" y="1662970"/>
                  <a:pt x="1589246" y="1666208"/>
                </a:cubicBezTo>
                <a:cubicBezTo>
                  <a:pt x="1589246" y="1669447"/>
                  <a:pt x="1586675" y="1672019"/>
                  <a:pt x="1583436" y="1672019"/>
                </a:cubicBezTo>
                <a:cubicBezTo>
                  <a:pt x="1580198" y="1672019"/>
                  <a:pt x="1577626" y="1669447"/>
                  <a:pt x="1577626" y="1666208"/>
                </a:cubicBezTo>
                <a:cubicBezTo>
                  <a:pt x="1577626" y="1662970"/>
                  <a:pt x="1580198" y="1660398"/>
                  <a:pt x="1583436" y="1660398"/>
                </a:cubicBezTo>
                <a:close/>
                <a:moveTo>
                  <a:pt x="1653826" y="2583180"/>
                </a:moveTo>
                <a:lnTo>
                  <a:pt x="1653826" y="2607945"/>
                </a:lnTo>
                <a:lnTo>
                  <a:pt x="1678591" y="2607945"/>
                </a:lnTo>
                <a:lnTo>
                  <a:pt x="1678591" y="2583180"/>
                </a:lnTo>
                <a:lnTo>
                  <a:pt x="1653826" y="2583180"/>
                </a:lnTo>
                <a:close/>
                <a:moveTo>
                  <a:pt x="1673828" y="2603183"/>
                </a:moveTo>
                <a:lnTo>
                  <a:pt x="1658588" y="2603183"/>
                </a:lnTo>
                <a:lnTo>
                  <a:pt x="1658588" y="2587943"/>
                </a:lnTo>
                <a:lnTo>
                  <a:pt x="1673828" y="2587943"/>
                </a:lnTo>
                <a:lnTo>
                  <a:pt x="1673828" y="2603183"/>
                </a:lnTo>
                <a:close/>
                <a:moveTo>
                  <a:pt x="1958626" y="1615916"/>
                </a:moveTo>
                <a:lnTo>
                  <a:pt x="1979676" y="1615916"/>
                </a:lnTo>
                <a:cubicBezTo>
                  <a:pt x="1984820" y="1615916"/>
                  <a:pt x="1988915" y="1611725"/>
                  <a:pt x="1988915" y="1606677"/>
                </a:cubicBezTo>
                <a:lnTo>
                  <a:pt x="1988915" y="1603248"/>
                </a:lnTo>
                <a:cubicBezTo>
                  <a:pt x="1988915" y="1598105"/>
                  <a:pt x="1984724" y="1594009"/>
                  <a:pt x="1979676" y="1594009"/>
                </a:cubicBezTo>
                <a:lnTo>
                  <a:pt x="1958626" y="1594009"/>
                </a:lnTo>
                <a:cubicBezTo>
                  <a:pt x="1953482" y="1594009"/>
                  <a:pt x="1949387" y="1598200"/>
                  <a:pt x="1949387" y="1603248"/>
                </a:cubicBezTo>
                <a:lnTo>
                  <a:pt x="1949387" y="1604010"/>
                </a:lnTo>
                <a:lnTo>
                  <a:pt x="1912430" y="1650778"/>
                </a:lnTo>
                <a:lnTo>
                  <a:pt x="1912430" y="1651635"/>
                </a:lnTo>
                <a:cubicBezTo>
                  <a:pt x="1912620" y="1685163"/>
                  <a:pt x="1912811" y="1735836"/>
                  <a:pt x="1912620" y="1740218"/>
                </a:cubicBezTo>
                <a:lnTo>
                  <a:pt x="1870234" y="1799082"/>
                </a:lnTo>
                <a:lnTo>
                  <a:pt x="1700784" y="1799082"/>
                </a:lnTo>
                <a:cubicBezTo>
                  <a:pt x="1699546" y="1796225"/>
                  <a:pt x="1696688" y="1794224"/>
                  <a:pt x="1693355" y="1794224"/>
                </a:cubicBezTo>
                <a:cubicBezTo>
                  <a:pt x="1688878" y="1794224"/>
                  <a:pt x="1685163" y="1797844"/>
                  <a:pt x="1685163" y="1802416"/>
                </a:cubicBezTo>
                <a:cubicBezTo>
                  <a:pt x="1685163" y="1806988"/>
                  <a:pt x="1688782" y="1810607"/>
                  <a:pt x="1693355" y="1810607"/>
                </a:cubicBezTo>
                <a:cubicBezTo>
                  <a:pt x="1697355" y="1810607"/>
                  <a:pt x="1700498" y="1807655"/>
                  <a:pt x="1701260" y="1803845"/>
                </a:cubicBezTo>
                <a:lnTo>
                  <a:pt x="1872710" y="1803845"/>
                </a:lnTo>
                <a:lnTo>
                  <a:pt x="1916906" y="1742503"/>
                </a:lnTo>
                <a:lnTo>
                  <a:pt x="1917192" y="1741837"/>
                </a:lnTo>
                <a:cubicBezTo>
                  <a:pt x="1917668" y="1740408"/>
                  <a:pt x="1917668" y="1710309"/>
                  <a:pt x="1917287" y="1652302"/>
                </a:cubicBezTo>
                <a:lnTo>
                  <a:pt x="1950339" y="1610487"/>
                </a:lnTo>
                <a:cubicBezTo>
                  <a:pt x="1951768" y="1613630"/>
                  <a:pt x="1955006" y="1615821"/>
                  <a:pt x="1958721" y="1615821"/>
                </a:cubicBezTo>
                <a:close/>
                <a:moveTo>
                  <a:pt x="1954149" y="1603343"/>
                </a:moveTo>
                <a:cubicBezTo>
                  <a:pt x="1954149" y="1600867"/>
                  <a:pt x="1956149" y="1598867"/>
                  <a:pt x="1958626" y="1598867"/>
                </a:cubicBezTo>
                <a:lnTo>
                  <a:pt x="1979676" y="1598867"/>
                </a:lnTo>
                <a:cubicBezTo>
                  <a:pt x="1982153" y="1598867"/>
                  <a:pt x="1984153" y="1600867"/>
                  <a:pt x="1984153" y="1603343"/>
                </a:cubicBezTo>
                <a:lnTo>
                  <a:pt x="1984153" y="1606772"/>
                </a:lnTo>
                <a:cubicBezTo>
                  <a:pt x="1984153" y="1609249"/>
                  <a:pt x="1982153" y="1611249"/>
                  <a:pt x="1979676" y="1611249"/>
                </a:cubicBezTo>
                <a:lnTo>
                  <a:pt x="1958626" y="1611249"/>
                </a:lnTo>
                <a:cubicBezTo>
                  <a:pt x="1956149" y="1611249"/>
                  <a:pt x="1954149" y="1609249"/>
                  <a:pt x="1954149" y="1606772"/>
                </a:cubicBezTo>
                <a:lnTo>
                  <a:pt x="1954149" y="1603343"/>
                </a:lnTo>
                <a:close/>
                <a:moveTo>
                  <a:pt x="1698879" y="1803749"/>
                </a:moveTo>
                <a:cubicBezTo>
                  <a:pt x="1698307" y="1806321"/>
                  <a:pt x="1696117" y="1808226"/>
                  <a:pt x="1693355" y="1808226"/>
                </a:cubicBezTo>
                <a:cubicBezTo>
                  <a:pt x="1690211" y="1808226"/>
                  <a:pt x="1687544" y="1805654"/>
                  <a:pt x="1687544" y="1802416"/>
                </a:cubicBezTo>
                <a:cubicBezTo>
                  <a:pt x="1687544" y="1799177"/>
                  <a:pt x="1690116" y="1796606"/>
                  <a:pt x="1693355" y="1796606"/>
                </a:cubicBezTo>
                <a:cubicBezTo>
                  <a:pt x="1696117" y="1796606"/>
                  <a:pt x="1698212" y="1798511"/>
                  <a:pt x="1698879" y="1801082"/>
                </a:cubicBezTo>
                <a:lnTo>
                  <a:pt x="1698879" y="1803654"/>
                </a:lnTo>
                <a:close/>
                <a:moveTo>
                  <a:pt x="32576" y="572548"/>
                </a:moveTo>
                <a:cubicBezTo>
                  <a:pt x="39434" y="572548"/>
                  <a:pt x="45053" y="566928"/>
                  <a:pt x="45053" y="560070"/>
                </a:cubicBezTo>
                <a:cubicBezTo>
                  <a:pt x="45053" y="553212"/>
                  <a:pt x="39434" y="547592"/>
                  <a:pt x="32576" y="547592"/>
                </a:cubicBezTo>
                <a:cubicBezTo>
                  <a:pt x="26575" y="547592"/>
                  <a:pt x="21717" y="551974"/>
                  <a:pt x="20574" y="557689"/>
                </a:cubicBezTo>
                <a:lnTo>
                  <a:pt x="95" y="557689"/>
                </a:lnTo>
                <a:lnTo>
                  <a:pt x="95" y="562451"/>
                </a:lnTo>
                <a:lnTo>
                  <a:pt x="20574" y="562451"/>
                </a:lnTo>
                <a:cubicBezTo>
                  <a:pt x="21717" y="568166"/>
                  <a:pt x="26575" y="572548"/>
                  <a:pt x="32576" y="572548"/>
                </a:cubicBezTo>
                <a:close/>
                <a:moveTo>
                  <a:pt x="32576" y="552355"/>
                </a:moveTo>
                <a:cubicBezTo>
                  <a:pt x="36862" y="552355"/>
                  <a:pt x="40291" y="555784"/>
                  <a:pt x="40291" y="560070"/>
                </a:cubicBezTo>
                <a:cubicBezTo>
                  <a:pt x="40291" y="564356"/>
                  <a:pt x="36862" y="567785"/>
                  <a:pt x="32576" y="567785"/>
                </a:cubicBezTo>
                <a:cubicBezTo>
                  <a:pt x="28289" y="567785"/>
                  <a:pt x="24860" y="564356"/>
                  <a:pt x="24860" y="560070"/>
                </a:cubicBezTo>
                <a:cubicBezTo>
                  <a:pt x="24860" y="555784"/>
                  <a:pt x="28289" y="552355"/>
                  <a:pt x="32576" y="552355"/>
                </a:cubicBezTo>
                <a:close/>
                <a:moveTo>
                  <a:pt x="806958" y="2908554"/>
                </a:moveTo>
                <a:lnTo>
                  <a:pt x="836962" y="2908363"/>
                </a:lnTo>
                <a:lnTo>
                  <a:pt x="836962" y="2917222"/>
                </a:lnTo>
                <a:cubicBezTo>
                  <a:pt x="836962" y="2920746"/>
                  <a:pt x="839819" y="2923509"/>
                  <a:pt x="843344" y="2923509"/>
                </a:cubicBezTo>
                <a:lnTo>
                  <a:pt x="963740" y="2923509"/>
                </a:lnTo>
                <a:cubicBezTo>
                  <a:pt x="967264" y="2923509"/>
                  <a:pt x="970121" y="2920651"/>
                  <a:pt x="970121" y="2917222"/>
                </a:cubicBezTo>
                <a:lnTo>
                  <a:pt x="970121" y="2908363"/>
                </a:lnTo>
                <a:lnTo>
                  <a:pt x="1203293" y="2908363"/>
                </a:lnTo>
                <a:lnTo>
                  <a:pt x="1217867" y="2897981"/>
                </a:lnTo>
                <a:cubicBezTo>
                  <a:pt x="1219581" y="2899601"/>
                  <a:pt x="1221867" y="2900648"/>
                  <a:pt x="1224439" y="2900648"/>
                </a:cubicBezTo>
                <a:cubicBezTo>
                  <a:pt x="1229868" y="2900648"/>
                  <a:pt x="1234250" y="2896267"/>
                  <a:pt x="1234250" y="2890838"/>
                </a:cubicBezTo>
                <a:cubicBezTo>
                  <a:pt x="1234250" y="2885409"/>
                  <a:pt x="1229868" y="2881027"/>
                  <a:pt x="1224439" y="2881027"/>
                </a:cubicBezTo>
                <a:cubicBezTo>
                  <a:pt x="1219010" y="2881027"/>
                  <a:pt x="1214628" y="2885409"/>
                  <a:pt x="1214628" y="2890838"/>
                </a:cubicBezTo>
                <a:cubicBezTo>
                  <a:pt x="1214628" y="2891885"/>
                  <a:pt x="1214914" y="2892933"/>
                  <a:pt x="1215295" y="2893886"/>
                </a:cubicBezTo>
                <a:lnTo>
                  <a:pt x="1201769" y="2903506"/>
                </a:lnTo>
                <a:lnTo>
                  <a:pt x="970121" y="2903506"/>
                </a:lnTo>
                <a:lnTo>
                  <a:pt x="970121" y="2894648"/>
                </a:lnTo>
                <a:cubicBezTo>
                  <a:pt x="970121" y="2891123"/>
                  <a:pt x="967264" y="2888266"/>
                  <a:pt x="963740" y="2888266"/>
                </a:cubicBezTo>
                <a:lnTo>
                  <a:pt x="843344" y="2888266"/>
                </a:lnTo>
                <a:cubicBezTo>
                  <a:pt x="839819" y="2888266"/>
                  <a:pt x="836962" y="2891123"/>
                  <a:pt x="836962" y="2894648"/>
                </a:cubicBezTo>
                <a:lnTo>
                  <a:pt x="836962" y="2905792"/>
                </a:lnTo>
                <a:lnTo>
                  <a:pt x="836962" y="2903506"/>
                </a:lnTo>
                <a:cubicBezTo>
                  <a:pt x="836962" y="2903506"/>
                  <a:pt x="804863" y="2903696"/>
                  <a:pt x="804863" y="2903696"/>
                </a:cubicBezTo>
                <a:lnTo>
                  <a:pt x="790194" y="2919794"/>
                </a:lnTo>
                <a:lnTo>
                  <a:pt x="546926" y="2919984"/>
                </a:lnTo>
                <a:cubicBezTo>
                  <a:pt x="548354" y="2916555"/>
                  <a:pt x="547783" y="2912459"/>
                  <a:pt x="545021" y="2909602"/>
                </a:cubicBezTo>
                <a:lnTo>
                  <a:pt x="529685" y="2893600"/>
                </a:lnTo>
                <a:cubicBezTo>
                  <a:pt x="527876" y="2891790"/>
                  <a:pt x="525494" y="2890742"/>
                  <a:pt x="522923" y="2890647"/>
                </a:cubicBezTo>
                <a:cubicBezTo>
                  <a:pt x="521684" y="2890647"/>
                  <a:pt x="520541" y="2890838"/>
                  <a:pt x="519398" y="2891219"/>
                </a:cubicBezTo>
                <a:lnTo>
                  <a:pt x="522351" y="2867882"/>
                </a:lnTo>
                <a:lnTo>
                  <a:pt x="465868" y="2808827"/>
                </a:lnTo>
                <a:lnTo>
                  <a:pt x="465487" y="2808446"/>
                </a:lnTo>
                <a:lnTo>
                  <a:pt x="434340" y="2808446"/>
                </a:lnTo>
                <a:cubicBezTo>
                  <a:pt x="434340" y="2808446"/>
                  <a:pt x="377000" y="2748534"/>
                  <a:pt x="377000" y="2748534"/>
                </a:cubicBezTo>
                <a:cubicBezTo>
                  <a:pt x="377381" y="2747867"/>
                  <a:pt x="377666" y="2747201"/>
                  <a:pt x="377666" y="2746343"/>
                </a:cubicBezTo>
                <a:lnTo>
                  <a:pt x="377952" y="2731580"/>
                </a:lnTo>
                <a:cubicBezTo>
                  <a:pt x="377952" y="2729103"/>
                  <a:pt x="376047" y="2727008"/>
                  <a:pt x="373475" y="2726912"/>
                </a:cubicBezTo>
                <a:lnTo>
                  <a:pt x="367951" y="2726912"/>
                </a:lnTo>
                <a:cubicBezTo>
                  <a:pt x="367951" y="2726912"/>
                  <a:pt x="368141" y="2589657"/>
                  <a:pt x="368141" y="2589657"/>
                </a:cubicBezTo>
                <a:lnTo>
                  <a:pt x="426434" y="2534507"/>
                </a:lnTo>
                <a:cubicBezTo>
                  <a:pt x="429482" y="2535841"/>
                  <a:pt x="433007" y="2535746"/>
                  <a:pt x="435864" y="2533841"/>
                </a:cubicBezTo>
                <a:cubicBezTo>
                  <a:pt x="438055" y="2532317"/>
                  <a:pt x="439579" y="2530126"/>
                  <a:pt x="439960" y="2527554"/>
                </a:cubicBezTo>
                <a:cubicBezTo>
                  <a:pt x="440436" y="2524982"/>
                  <a:pt x="439864" y="2522411"/>
                  <a:pt x="438340" y="2520315"/>
                </a:cubicBezTo>
                <a:cubicBezTo>
                  <a:pt x="436436" y="2517648"/>
                  <a:pt x="433388" y="2516219"/>
                  <a:pt x="430339" y="2516219"/>
                </a:cubicBezTo>
                <a:cubicBezTo>
                  <a:pt x="428435" y="2516219"/>
                  <a:pt x="426530" y="2516791"/>
                  <a:pt x="424815" y="2517838"/>
                </a:cubicBezTo>
                <a:cubicBezTo>
                  <a:pt x="422624" y="2519267"/>
                  <a:pt x="421100" y="2521553"/>
                  <a:pt x="420719" y="2524125"/>
                </a:cubicBezTo>
                <a:cubicBezTo>
                  <a:pt x="420243" y="2526697"/>
                  <a:pt x="420814" y="2529269"/>
                  <a:pt x="422339" y="2531364"/>
                </a:cubicBezTo>
                <a:cubicBezTo>
                  <a:pt x="422339" y="2531364"/>
                  <a:pt x="422529" y="2531459"/>
                  <a:pt x="422529" y="2531555"/>
                </a:cubicBezTo>
                <a:lnTo>
                  <a:pt x="363284" y="2587562"/>
                </a:lnTo>
                <a:lnTo>
                  <a:pt x="363093" y="2726627"/>
                </a:lnTo>
                <a:lnTo>
                  <a:pt x="358616" y="2726627"/>
                </a:lnTo>
                <a:cubicBezTo>
                  <a:pt x="356140" y="2726436"/>
                  <a:pt x="354044" y="2728436"/>
                  <a:pt x="353949" y="2731008"/>
                </a:cubicBezTo>
                <a:lnTo>
                  <a:pt x="353663" y="2745772"/>
                </a:lnTo>
                <a:cubicBezTo>
                  <a:pt x="353663" y="2748248"/>
                  <a:pt x="355568" y="2750344"/>
                  <a:pt x="358140" y="2750439"/>
                </a:cubicBezTo>
                <a:lnTo>
                  <a:pt x="372904" y="2750725"/>
                </a:lnTo>
                <a:cubicBezTo>
                  <a:pt x="373761" y="2750725"/>
                  <a:pt x="374428" y="2750439"/>
                  <a:pt x="375095" y="2750153"/>
                </a:cubicBezTo>
                <a:lnTo>
                  <a:pt x="432816" y="2810542"/>
                </a:lnTo>
                <a:lnTo>
                  <a:pt x="433197" y="2810923"/>
                </a:lnTo>
                <a:lnTo>
                  <a:pt x="464344" y="2810923"/>
                </a:lnTo>
                <a:cubicBezTo>
                  <a:pt x="464344" y="2810923"/>
                  <a:pt x="519684" y="2868644"/>
                  <a:pt x="519684" y="2868644"/>
                </a:cubicBezTo>
                <a:lnTo>
                  <a:pt x="516636" y="2892743"/>
                </a:lnTo>
                <a:cubicBezTo>
                  <a:pt x="516636" y="2892743"/>
                  <a:pt x="516160" y="2893028"/>
                  <a:pt x="515874" y="2893219"/>
                </a:cubicBezTo>
                <a:lnTo>
                  <a:pt x="513493" y="2895505"/>
                </a:lnTo>
                <a:cubicBezTo>
                  <a:pt x="509683" y="2899124"/>
                  <a:pt x="509492" y="2905316"/>
                  <a:pt x="513207" y="2909126"/>
                </a:cubicBezTo>
                <a:lnTo>
                  <a:pt x="528542" y="2925128"/>
                </a:lnTo>
                <a:cubicBezTo>
                  <a:pt x="530447" y="2927128"/>
                  <a:pt x="532924" y="2928080"/>
                  <a:pt x="535496" y="2928080"/>
                </a:cubicBezTo>
                <a:cubicBezTo>
                  <a:pt x="537877" y="2928080"/>
                  <a:pt x="540258" y="2927223"/>
                  <a:pt x="542163" y="2925413"/>
                </a:cubicBezTo>
                <a:lnTo>
                  <a:pt x="542925" y="2924651"/>
                </a:lnTo>
                <a:lnTo>
                  <a:pt x="792099" y="2924461"/>
                </a:lnTo>
                <a:lnTo>
                  <a:pt x="806768" y="2908363"/>
                </a:lnTo>
                <a:close/>
                <a:moveTo>
                  <a:pt x="1224344" y="2885885"/>
                </a:moveTo>
                <a:cubicBezTo>
                  <a:pt x="1227106" y="2885885"/>
                  <a:pt x="1229392" y="2888171"/>
                  <a:pt x="1229392" y="2890933"/>
                </a:cubicBezTo>
                <a:cubicBezTo>
                  <a:pt x="1229392" y="2893695"/>
                  <a:pt x="1227106" y="2895981"/>
                  <a:pt x="1224344" y="2895981"/>
                </a:cubicBezTo>
                <a:cubicBezTo>
                  <a:pt x="1221581" y="2895981"/>
                  <a:pt x="1219295" y="2893695"/>
                  <a:pt x="1219295" y="2890933"/>
                </a:cubicBezTo>
                <a:cubicBezTo>
                  <a:pt x="1219295" y="2888171"/>
                  <a:pt x="1221581" y="2885885"/>
                  <a:pt x="1224344" y="2885885"/>
                </a:cubicBezTo>
                <a:close/>
                <a:moveTo>
                  <a:pt x="933260" y="2890933"/>
                </a:moveTo>
                <a:lnTo>
                  <a:pt x="939737" y="2890933"/>
                </a:lnTo>
                <a:lnTo>
                  <a:pt x="939737" y="2921127"/>
                </a:lnTo>
                <a:lnTo>
                  <a:pt x="933260" y="2921127"/>
                </a:lnTo>
                <a:lnTo>
                  <a:pt x="933260" y="2890933"/>
                </a:lnTo>
                <a:close/>
                <a:moveTo>
                  <a:pt x="900303" y="2890933"/>
                </a:moveTo>
                <a:lnTo>
                  <a:pt x="906780" y="2890933"/>
                </a:lnTo>
                <a:lnTo>
                  <a:pt x="906780" y="2921127"/>
                </a:lnTo>
                <a:lnTo>
                  <a:pt x="900303" y="2921127"/>
                </a:lnTo>
                <a:lnTo>
                  <a:pt x="900303" y="2890933"/>
                </a:lnTo>
                <a:close/>
                <a:moveTo>
                  <a:pt x="870680" y="2890933"/>
                </a:moveTo>
                <a:lnTo>
                  <a:pt x="877157" y="2890933"/>
                </a:lnTo>
                <a:lnTo>
                  <a:pt x="877157" y="2921127"/>
                </a:lnTo>
                <a:lnTo>
                  <a:pt x="870680" y="2921127"/>
                </a:lnTo>
                <a:lnTo>
                  <a:pt x="870680" y="2890933"/>
                </a:lnTo>
                <a:close/>
                <a:moveTo>
                  <a:pt x="517017" y="2899124"/>
                </a:moveTo>
                <a:lnTo>
                  <a:pt x="519398" y="2896838"/>
                </a:lnTo>
                <a:cubicBezTo>
                  <a:pt x="520351" y="2895981"/>
                  <a:pt x="521494" y="2895505"/>
                  <a:pt x="522732" y="2895505"/>
                </a:cubicBezTo>
                <a:lnTo>
                  <a:pt x="522827" y="2895505"/>
                </a:lnTo>
                <a:cubicBezTo>
                  <a:pt x="523780" y="2895505"/>
                  <a:pt x="524637" y="2895886"/>
                  <a:pt x="525399" y="2896362"/>
                </a:cubicBezTo>
                <a:lnTo>
                  <a:pt x="516255" y="2905030"/>
                </a:lnTo>
                <a:cubicBezTo>
                  <a:pt x="515112" y="2903125"/>
                  <a:pt x="515303" y="2900648"/>
                  <a:pt x="516922" y="2899029"/>
                </a:cubicBezTo>
                <a:close/>
                <a:moveTo>
                  <a:pt x="528352" y="2917984"/>
                </a:moveTo>
                <a:lnTo>
                  <a:pt x="520065" y="2909316"/>
                </a:lnTo>
                <a:lnTo>
                  <a:pt x="529495" y="2900363"/>
                </a:lnTo>
                <a:lnTo>
                  <a:pt x="537782" y="2909030"/>
                </a:lnTo>
                <a:lnTo>
                  <a:pt x="528352" y="2917984"/>
                </a:lnTo>
                <a:close/>
                <a:moveTo>
                  <a:pt x="541496" y="2919889"/>
                </a:moveTo>
                <a:lnTo>
                  <a:pt x="539115" y="2922175"/>
                </a:lnTo>
                <a:cubicBezTo>
                  <a:pt x="537210" y="2923985"/>
                  <a:pt x="534067" y="2923985"/>
                  <a:pt x="532257" y="2921984"/>
                </a:cubicBezTo>
                <a:lnTo>
                  <a:pt x="531781" y="2921508"/>
                </a:lnTo>
                <a:lnTo>
                  <a:pt x="541211" y="2912555"/>
                </a:lnTo>
                <a:lnTo>
                  <a:pt x="541687" y="2913031"/>
                </a:lnTo>
                <a:cubicBezTo>
                  <a:pt x="543497" y="2914936"/>
                  <a:pt x="543497" y="2918079"/>
                  <a:pt x="541496" y="2919889"/>
                </a:cubicBezTo>
                <a:close/>
                <a:moveTo>
                  <a:pt x="1787366" y="1710976"/>
                </a:moveTo>
                <a:lnTo>
                  <a:pt x="1809178" y="1678210"/>
                </a:lnTo>
                <a:lnTo>
                  <a:pt x="1809178" y="1602772"/>
                </a:lnTo>
                <a:cubicBezTo>
                  <a:pt x="1814798" y="1602105"/>
                  <a:pt x="1819275" y="1597533"/>
                  <a:pt x="1819275" y="1591723"/>
                </a:cubicBezTo>
                <a:cubicBezTo>
                  <a:pt x="1819275" y="1585532"/>
                  <a:pt x="1814227" y="1580388"/>
                  <a:pt x="1807940" y="1580388"/>
                </a:cubicBezTo>
                <a:cubicBezTo>
                  <a:pt x="1801654" y="1580388"/>
                  <a:pt x="1796606" y="1585436"/>
                  <a:pt x="1796606" y="1591723"/>
                </a:cubicBezTo>
                <a:cubicBezTo>
                  <a:pt x="1796606" y="1597533"/>
                  <a:pt x="1801082" y="1602200"/>
                  <a:pt x="1806702" y="1602772"/>
                </a:cubicBezTo>
                <a:lnTo>
                  <a:pt x="1806702" y="1677543"/>
                </a:lnTo>
                <a:lnTo>
                  <a:pt x="1786033" y="1708690"/>
                </a:lnTo>
                <a:lnTo>
                  <a:pt x="1703642" y="1708023"/>
                </a:lnTo>
                <a:lnTo>
                  <a:pt x="1671828" y="1742313"/>
                </a:lnTo>
                <a:lnTo>
                  <a:pt x="1664208" y="1742313"/>
                </a:lnTo>
                <a:cubicBezTo>
                  <a:pt x="1661160" y="1742313"/>
                  <a:pt x="1658588" y="1744790"/>
                  <a:pt x="1658588" y="1747933"/>
                </a:cubicBezTo>
                <a:lnTo>
                  <a:pt x="1658588" y="1751457"/>
                </a:lnTo>
                <a:cubicBezTo>
                  <a:pt x="1658588" y="1754505"/>
                  <a:pt x="1661065" y="1757077"/>
                  <a:pt x="1664208" y="1757077"/>
                </a:cubicBezTo>
                <a:lnTo>
                  <a:pt x="1678400" y="1757077"/>
                </a:lnTo>
                <a:cubicBezTo>
                  <a:pt x="1681448" y="1757077"/>
                  <a:pt x="1684020" y="1754600"/>
                  <a:pt x="1684020" y="1751457"/>
                </a:cubicBezTo>
                <a:lnTo>
                  <a:pt x="1684020" y="1747933"/>
                </a:lnTo>
                <a:cubicBezTo>
                  <a:pt x="1684020" y="1744885"/>
                  <a:pt x="1681544" y="1742313"/>
                  <a:pt x="1678400" y="1742313"/>
                </a:cubicBezTo>
                <a:lnTo>
                  <a:pt x="1675067" y="1742313"/>
                </a:lnTo>
                <a:lnTo>
                  <a:pt x="1704689" y="1710404"/>
                </a:lnTo>
                <a:lnTo>
                  <a:pt x="1787271" y="1711071"/>
                </a:lnTo>
                <a:close/>
                <a:moveTo>
                  <a:pt x="1799082" y="1591628"/>
                </a:moveTo>
                <a:cubicBezTo>
                  <a:pt x="1799082" y="1586675"/>
                  <a:pt x="1803082" y="1582674"/>
                  <a:pt x="1808036" y="1582674"/>
                </a:cubicBezTo>
                <a:cubicBezTo>
                  <a:pt x="1812989" y="1582674"/>
                  <a:pt x="1816989" y="1586675"/>
                  <a:pt x="1816989" y="1591628"/>
                </a:cubicBezTo>
                <a:cubicBezTo>
                  <a:pt x="1816989" y="1596581"/>
                  <a:pt x="1812989" y="1600581"/>
                  <a:pt x="1808036" y="1600581"/>
                </a:cubicBezTo>
                <a:cubicBezTo>
                  <a:pt x="1803082" y="1600581"/>
                  <a:pt x="1799082" y="1596581"/>
                  <a:pt x="1799082" y="1591628"/>
                </a:cubicBezTo>
                <a:close/>
                <a:moveTo>
                  <a:pt x="1678591" y="1744504"/>
                </a:moveTo>
                <a:cubicBezTo>
                  <a:pt x="1680401" y="1744504"/>
                  <a:pt x="1681829" y="1745932"/>
                  <a:pt x="1681829" y="1747742"/>
                </a:cubicBezTo>
                <a:lnTo>
                  <a:pt x="1681829" y="1751267"/>
                </a:lnTo>
                <a:cubicBezTo>
                  <a:pt x="1681829" y="1753076"/>
                  <a:pt x="1680401" y="1754505"/>
                  <a:pt x="1678591" y="1754505"/>
                </a:cubicBezTo>
                <a:lnTo>
                  <a:pt x="1664399" y="1754505"/>
                </a:lnTo>
                <a:cubicBezTo>
                  <a:pt x="1662589" y="1754505"/>
                  <a:pt x="1661160" y="1753076"/>
                  <a:pt x="1661160" y="1751267"/>
                </a:cubicBezTo>
                <a:lnTo>
                  <a:pt x="1661160" y="1747742"/>
                </a:lnTo>
                <a:cubicBezTo>
                  <a:pt x="1661160" y="1746028"/>
                  <a:pt x="1662589" y="1744504"/>
                  <a:pt x="1664399" y="1744504"/>
                </a:cubicBezTo>
                <a:lnTo>
                  <a:pt x="1678591" y="1744504"/>
                </a:lnTo>
                <a:close/>
                <a:moveTo>
                  <a:pt x="95" y="677609"/>
                </a:moveTo>
                <a:lnTo>
                  <a:pt x="95" y="631508"/>
                </a:lnTo>
                <a:cubicBezTo>
                  <a:pt x="12764" y="631508"/>
                  <a:pt x="22955" y="641890"/>
                  <a:pt x="22955" y="654558"/>
                </a:cubicBezTo>
                <a:cubicBezTo>
                  <a:pt x="22955" y="667226"/>
                  <a:pt x="12764" y="677513"/>
                  <a:pt x="95" y="677609"/>
                </a:cubicBezTo>
                <a:close/>
                <a:moveTo>
                  <a:pt x="309182" y="774764"/>
                </a:moveTo>
                <a:cubicBezTo>
                  <a:pt x="304610" y="774764"/>
                  <a:pt x="300990" y="777907"/>
                  <a:pt x="299942" y="782193"/>
                </a:cubicBezTo>
                <a:lnTo>
                  <a:pt x="267367" y="782193"/>
                </a:lnTo>
                <a:lnTo>
                  <a:pt x="243840" y="797624"/>
                </a:lnTo>
                <a:lnTo>
                  <a:pt x="2858" y="797624"/>
                </a:lnTo>
                <a:lnTo>
                  <a:pt x="95" y="800672"/>
                </a:lnTo>
                <a:lnTo>
                  <a:pt x="95" y="807815"/>
                </a:lnTo>
                <a:lnTo>
                  <a:pt x="4953" y="802386"/>
                </a:lnTo>
                <a:lnTo>
                  <a:pt x="245269" y="802386"/>
                </a:lnTo>
                <a:lnTo>
                  <a:pt x="268796" y="786956"/>
                </a:lnTo>
                <a:lnTo>
                  <a:pt x="299942" y="786956"/>
                </a:lnTo>
                <a:cubicBezTo>
                  <a:pt x="300990" y="791147"/>
                  <a:pt x="304705" y="794385"/>
                  <a:pt x="309182" y="794385"/>
                </a:cubicBezTo>
                <a:cubicBezTo>
                  <a:pt x="314611" y="794385"/>
                  <a:pt x="318992" y="790004"/>
                  <a:pt x="318992" y="784574"/>
                </a:cubicBezTo>
                <a:cubicBezTo>
                  <a:pt x="318992" y="779145"/>
                  <a:pt x="314611" y="774764"/>
                  <a:pt x="309182" y="774764"/>
                </a:cubicBezTo>
                <a:close/>
                <a:moveTo>
                  <a:pt x="309182" y="789623"/>
                </a:moveTo>
                <a:cubicBezTo>
                  <a:pt x="306419" y="789623"/>
                  <a:pt x="304133" y="787337"/>
                  <a:pt x="304133" y="784574"/>
                </a:cubicBezTo>
                <a:cubicBezTo>
                  <a:pt x="304133" y="781812"/>
                  <a:pt x="306419" y="779526"/>
                  <a:pt x="309182" y="779526"/>
                </a:cubicBezTo>
                <a:cubicBezTo>
                  <a:pt x="311944" y="779526"/>
                  <a:pt x="314230" y="781812"/>
                  <a:pt x="314230" y="784574"/>
                </a:cubicBezTo>
                <a:cubicBezTo>
                  <a:pt x="314230" y="787337"/>
                  <a:pt x="311944" y="789623"/>
                  <a:pt x="309182" y="789623"/>
                </a:cubicBezTo>
                <a:close/>
                <a:moveTo>
                  <a:pt x="1807940" y="1598581"/>
                </a:moveTo>
                <a:cubicBezTo>
                  <a:pt x="1804130" y="1598581"/>
                  <a:pt x="1800987" y="1595438"/>
                  <a:pt x="1800987" y="1591628"/>
                </a:cubicBezTo>
                <a:cubicBezTo>
                  <a:pt x="1800987" y="1587818"/>
                  <a:pt x="1804130" y="1584674"/>
                  <a:pt x="1807940" y="1584674"/>
                </a:cubicBezTo>
                <a:cubicBezTo>
                  <a:pt x="1811750" y="1584674"/>
                  <a:pt x="1814894" y="1587818"/>
                  <a:pt x="1814894" y="1591628"/>
                </a:cubicBezTo>
                <a:cubicBezTo>
                  <a:pt x="1814894" y="1595438"/>
                  <a:pt x="1811750" y="1598581"/>
                  <a:pt x="1807940" y="1598581"/>
                </a:cubicBezTo>
                <a:close/>
                <a:moveTo>
                  <a:pt x="1180624" y="1952435"/>
                </a:moveTo>
                <a:lnTo>
                  <a:pt x="1289304" y="1952435"/>
                </a:lnTo>
                <a:lnTo>
                  <a:pt x="1289304" y="1957197"/>
                </a:lnTo>
                <a:lnTo>
                  <a:pt x="1180624" y="1957197"/>
                </a:lnTo>
                <a:lnTo>
                  <a:pt x="1180624" y="1952435"/>
                </a:lnTo>
                <a:close/>
                <a:moveTo>
                  <a:pt x="2526983" y="1193959"/>
                </a:moveTo>
                <a:lnTo>
                  <a:pt x="2266950" y="1193959"/>
                </a:lnTo>
                <a:lnTo>
                  <a:pt x="2245424" y="1213104"/>
                </a:lnTo>
                <a:lnTo>
                  <a:pt x="2245424" y="1311497"/>
                </a:lnTo>
                <a:lnTo>
                  <a:pt x="2270760" y="1331214"/>
                </a:lnTo>
                <a:lnTo>
                  <a:pt x="2270760" y="1348454"/>
                </a:lnTo>
                <a:cubicBezTo>
                  <a:pt x="2270760" y="1351693"/>
                  <a:pt x="2273427" y="1354360"/>
                  <a:pt x="2276666" y="1354360"/>
                </a:cubicBezTo>
                <a:lnTo>
                  <a:pt x="2318861" y="1354360"/>
                </a:lnTo>
                <a:cubicBezTo>
                  <a:pt x="2322481" y="1354360"/>
                  <a:pt x="2325529" y="1351407"/>
                  <a:pt x="2325529" y="1347692"/>
                </a:cubicBezTo>
                <a:lnTo>
                  <a:pt x="2325529" y="1306259"/>
                </a:lnTo>
                <a:cubicBezTo>
                  <a:pt x="2325529" y="1302639"/>
                  <a:pt x="2322576" y="1299591"/>
                  <a:pt x="2318861" y="1299591"/>
                </a:cubicBezTo>
                <a:lnTo>
                  <a:pt x="2277428" y="1299591"/>
                </a:lnTo>
                <a:cubicBezTo>
                  <a:pt x="2273808" y="1299591"/>
                  <a:pt x="2270760" y="1302544"/>
                  <a:pt x="2270760" y="1306259"/>
                </a:cubicBezTo>
                <a:lnTo>
                  <a:pt x="2270760" y="1319117"/>
                </a:lnTo>
                <a:lnTo>
                  <a:pt x="2254949" y="1306830"/>
                </a:lnTo>
                <a:lnTo>
                  <a:pt x="2254949" y="1217390"/>
                </a:lnTo>
                <a:lnTo>
                  <a:pt x="2270570" y="1203484"/>
                </a:lnTo>
                <a:lnTo>
                  <a:pt x="2522030" y="1203484"/>
                </a:lnTo>
                <a:lnTo>
                  <a:pt x="2537460" y="1225106"/>
                </a:lnTo>
                <a:lnTo>
                  <a:pt x="2855786" y="1226915"/>
                </a:lnTo>
                <a:lnTo>
                  <a:pt x="2856262" y="1226915"/>
                </a:lnTo>
                <a:cubicBezTo>
                  <a:pt x="2856262" y="1226915"/>
                  <a:pt x="2907887" y="1177957"/>
                  <a:pt x="2907887" y="1177957"/>
                </a:cubicBezTo>
                <a:lnTo>
                  <a:pt x="2907887" y="1015651"/>
                </a:lnTo>
                <a:lnTo>
                  <a:pt x="2882265" y="993458"/>
                </a:lnTo>
                <a:lnTo>
                  <a:pt x="2882265" y="861727"/>
                </a:lnTo>
                <a:lnTo>
                  <a:pt x="2866739" y="841534"/>
                </a:lnTo>
                <a:cubicBezTo>
                  <a:pt x="2869216" y="838105"/>
                  <a:pt x="2870740" y="834009"/>
                  <a:pt x="2870740" y="829437"/>
                </a:cubicBezTo>
                <a:cubicBezTo>
                  <a:pt x="2870740" y="818102"/>
                  <a:pt x="2861501" y="808863"/>
                  <a:pt x="2850166" y="808863"/>
                </a:cubicBezTo>
                <a:cubicBezTo>
                  <a:pt x="2846261" y="808863"/>
                  <a:pt x="2842641" y="810006"/>
                  <a:pt x="2839498" y="811911"/>
                </a:cubicBezTo>
                <a:lnTo>
                  <a:pt x="2814352" y="776573"/>
                </a:lnTo>
                <a:lnTo>
                  <a:pt x="2815019" y="643033"/>
                </a:lnTo>
                <a:lnTo>
                  <a:pt x="2818448" y="643033"/>
                </a:lnTo>
                <a:cubicBezTo>
                  <a:pt x="2824734" y="643033"/>
                  <a:pt x="2829973" y="637889"/>
                  <a:pt x="2829973" y="631508"/>
                </a:cubicBezTo>
                <a:lnTo>
                  <a:pt x="2829973" y="580168"/>
                </a:lnTo>
                <a:cubicBezTo>
                  <a:pt x="2829973" y="573881"/>
                  <a:pt x="2824829" y="568643"/>
                  <a:pt x="2818448" y="568643"/>
                </a:cubicBezTo>
                <a:lnTo>
                  <a:pt x="2815019" y="568643"/>
                </a:lnTo>
                <a:lnTo>
                  <a:pt x="2815019" y="487585"/>
                </a:lnTo>
                <a:cubicBezTo>
                  <a:pt x="2818734" y="486251"/>
                  <a:pt x="2821496" y="482822"/>
                  <a:pt x="2821877" y="478631"/>
                </a:cubicBezTo>
                <a:cubicBezTo>
                  <a:pt x="2822353" y="472916"/>
                  <a:pt x="2818067" y="467868"/>
                  <a:pt x="2812256" y="467392"/>
                </a:cubicBezTo>
                <a:cubicBezTo>
                  <a:pt x="2806542" y="466915"/>
                  <a:pt x="2801493" y="471202"/>
                  <a:pt x="2801017" y="477012"/>
                </a:cubicBezTo>
                <a:cubicBezTo>
                  <a:pt x="2800636" y="481775"/>
                  <a:pt x="2803588" y="485870"/>
                  <a:pt x="2807875" y="487394"/>
                </a:cubicBezTo>
                <a:lnTo>
                  <a:pt x="2807875" y="568547"/>
                </a:lnTo>
                <a:lnTo>
                  <a:pt x="2804446" y="568547"/>
                </a:lnTo>
                <a:cubicBezTo>
                  <a:pt x="2798159" y="568547"/>
                  <a:pt x="2792921" y="573691"/>
                  <a:pt x="2792921" y="580073"/>
                </a:cubicBezTo>
                <a:lnTo>
                  <a:pt x="2792921" y="631412"/>
                </a:lnTo>
                <a:cubicBezTo>
                  <a:pt x="2792921" y="637699"/>
                  <a:pt x="2798064" y="642938"/>
                  <a:pt x="2804446" y="642938"/>
                </a:cubicBezTo>
                <a:lnTo>
                  <a:pt x="2807780" y="642938"/>
                </a:lnTo>
                <a:lnTo>
                  <a:pt x="2807113" y="777907"/>
                </a:lnTo>
                <a:cubicBezTo>
                  <a:pt x="2807113" y="778859"/>
                  <a:pt x="2807494" y="779717"/>
                  <a:pt x="2808161" y="780383"/>
                </a:cubicBezTo>
                <a:lnTo>
                  <a:pt x="2834164" y="816483"/>
                </a:lnTo>
                <a:cubicBezTo>
                  <a:pt x="2831306" y="820007"/>
                  <a:pt x="2829592" y="824389"/>
                  <a:pt x="2829592" y="829247"/>
                </a:cubicBezTo>
                <a:cubicBezTo>
                  <a:pt x="2829592" y="840581"/>
                  <a:pt x="2838831" y="849821"/>
                  <a:pt x="2850166" y="849821"/>
                </a:cubicBezTo>
                <a:cubicBezTo>
                  <a:pt x="2853500" y="849821"/>
                  <a:pt x="2856643" y="848963"/>
                  <a:pt x="2859405" y="847535"/>
                </a:cubicBezTo>
                <a:lnTo>
                  <a:pt x="2872645" y="864775"/>
                </a:lnTo>
                <a:lnTo>
                  <a:pt x="2872645" y="997649"/>
                </a:lnTo>
                <a:lnTo>
                  <a:pt x="2898267" y="1019842"/>
                </a:lnTo>
                <a:lnTo>
                  <a:pt x="2898267" y="1173671"/>
                </a:lnTo>
                <a:lnTo>
                  <a:pt x="2852452" y="1217200"/>
                </a:lnTo>
                <a:lnTo>
                  <a:pt x="2542318" y="1215485"/>
                </a:lnTo>
                <a:lnTo>
                  <a:pt x="2526887" y="1193768"/>
                </a:lnTo>
                <a:close/>
                <a:moveTo>
                  <a:pt x="2275427" y="1325880"/>
                </a:moveTo>
                <a:lnTo>
                  <a:pt x="2276951" y="1323975"/>
                </a:lnTo>
                <a:lnTo>
                  <a:pt x="2275427" y="1322832"/>
                </a:lnTo>
                <a:lnTo>
                  <a:pt x="2275427" y="1306259"/>
                </a:lnTo>
                <a:cubicBezTo>
                  <a:pt x="2275427" y="1305211"/>
                  <a:pt x="2276285" y="1304353"/>
                  <a:pt x="2277332" y="1304353"/>
                </a:cubicBezTo>
                <a:lnTo>
                  <a:pt x="2318766" y="1304353"/>
                </a:lnTo>
                <a:cubicBezTo>
                  <a:pt x="2319814" y="1304353"/>
                  <a:pt x="2320671" y="1305211"/>
                  <a:pt x="2320671" y="1306259"/>
                </a:cubicBezTo>
                <a:lnTo>
                  <a:pt x="2320671" y="1347692"/>
                </a:lnTo>
                <a:cubicBezTo>
                  <a:pt x="2320671" y="1348740"/>
                  <a:pt x="2319814" y="1349597"/>
                  <a:pt x="2318766" y="1349597"/>
                </a:cubicBezTo>
                <a:lnTo>
                  <a:pt x="2276570" y="1349597"/>
                </a:lnTo>
                <a:cubicBezTo>
                  <a:pt x="2275904" y="1349597"/>
                  <a:pt x="2275427" y="1349026"/>
                  <a:pt x="2275427" y="1348454"/>
                </a:cubicBezTo>
                <a:lnTo>
                  <a:pt x="2275427" y="1325880"/>
                </a:lnTo>
                <a:close/>
                <a:moveTo>
                  <a:pt x="2800255" y="580263"/>
                </a:moveTo>
                <a:cubicBezTo>
                  <a:pt x="2800255" y="577882"/>
                  <a:pt x="2802160" y="575882"/>
                  <a:pt x="2804636" y="575882"/>
                </a:cubicBezTo>
                <a:lnTo>
                  <a:pt x="2818638" y="575882"/>
                </a:lnTo>
                <a:cubicBezTo>
                  <a:pt x="2821019" y="575882"/>
                  <a:pt x="2823020" y="577787"/>
                  <a:pt x="2823020" y="580263"/>
                </a:cubicBezTo>
                <a:lnTo>
                  <a:pt x="2823020" y="589217"/>
                </a:lnTo>
                <a:lnTo>
                  <a:pt x="2800350" y="589217"/>
                </a:lnTo>
                <a:lnTo>
                  <a:pt x="2800350" y="580263"/>
                </a:lnTo>
                <a:close/>
                <a:moveTo>
                  <a:pt x="2807970" y="635889"/>
                </a:moveTo>
                <a:lnTo>
                  <a:pt x="2804541" y="635889"/>
                </a:lnTo>
                <a:cubicBezTo>
                  <a:pt x="2802160" y="635889"/>
                  <a:pt x="2800160" y="633984"/>
                  <a:pt x="2800160" y="631508"/>
                </a:cubicBezTo>
                <a:lnTo>
                  <a:pt x="2800160" y="619792"/>
                </a:lnTo>
                <a:lnTo>
                  <a:pt x="2822829" y="619792"/>
                </a:lnTo>
                <a:lnTo>
                  <a:pt x="2822829" y="631508"/>
                </a:lnTo>
                <a:cubicBezTo>
                  <a:pt x="2822829" y="633889"/>
                  <a:pt x="2820924" y="635889"/>
                  <a:pt x="2818448" y="635889"/>
                </a:cubicBezTo>
                <a:lnTo>
                  <a:pt x="2807875" y="635889"/>
                </a:lnTo>
                <a:close/>
                <a:moveTo>
                  <a:pt x="2850261" y="842772"/>
                </a:moveTo>
                <a:cubicBezTo>
                  <a:pt x="2842832" y="842772"/>
                  <a:pt x="2836831" y="836771"/>
                  <a:pt x="2836831" y="829342"/>
                </a:cubicBezTo>
                <a:cubicBezTo>
                  <a:pt x="2836831" y="821912"/>
                  <a:pt x="2842832" y="815912"/>
                  <a:pt x="2850261" y="815912"/>
                </a:cubicBezTo>
                <a:cubicBezTo>
                  <a:pt x="2857691" y="815912"/>
                  <a:pt x="2863692" y="821912"/>
                  <a:pt x="2863692" y="829342"/>
                </a:cubicBezTo>
                <a:cubicBezTo>
                  <a:pt x="2863692" y="836771"/>
                  <a:pt x="2857691" y="842772"/>
                  <a:pt x="2850261" y="842772"/>
                </a:cubicBezTo>
                <a:close/>
                <a:moveTo>
                  <a:pt x="1997774" y="2571845"/>
                </a:moveTo>
                <a:cubicBezTo>
                  <a:pt x="1997774" y="2571845"/>
                  <a:pt x="1997869" y="2571369"/>
                  <a:pt x="1997964" y="2571084"/>
                </a:cubicBezTo>
                <a:lnTo>
                  <a:pt x="1971008" y="2539555"/>
                </a:lnTo>
                <a:lnTo>
                  <a:pt x="1962055" y="2539555"/>
                </a:lnTo>
                <a:cubicBezTo>
                  <a:pt x="1962055" y="2539555"/>
                  <a:pt x="1936528" y="2571274"/>
                  <a:pt x="1936528" y="2571274"/>
                </a:cubicBezTo>
                <a:lnTo>
                  <a:pt x="1936337" y="2571084"/>
                </a:lnTo>
                <a:cubicBezTo>
                  <a:pt x="1936337" y="2571084"/>
                  <a:pt x="1936432" y="2571464"/>
                  <a:pt x="1936432" y="2571750"/>
                </a:cubicBezTo>
                <a:cubicBezTo>
                  <a:pt x="1936432" y="2574036"/>
                  <a:pt x="1934623" y="2575846"/>
                  <a:pt x="1932337" y="2575846"/>
                </a:cubicBezTo>
                <a:cubicBezTo>
                  <a:pt x="1930051" y="2575846"/>
                  <a:pt x="1928241" y="2574036"/>
                  <a:pt x="1928241" y="2571750"/>
                </a:cubicBezTo>
                <a:cubicBezTo>
                  <a:pt x="1928241" y="2569464"/>
                  <a:pt x="1930051" y="2567654"/>
                  <a:pt x="1932337" y="2567654"/>
                </a:cubicBezTo>
                <a:cubicBezTo>
                  <a:pt x="1932623" y="2567654"/>
                  <a:pt x="1932908" y="2567750"/>
                  <a:pt x="1933194" y="2567845"/>
                </a:cubicBezTo>
                <a:lnTo>
                  <a:pt x="1959769" y="2534793"/>
                </a:lnTo>
                <a:lnTo>
                  <a:pt x="1973199" y="2534793"/>
                </a:lnTo>
                <a:cubicBezTo>
                  <a:pt x="1973199" y="2534793"/>
                  <a:pt x="2001488" y="2567750"/>
                  <a:pt x="2001488" y="2567750"/>
                </a:cubicBezTo>
                <a:cubicBezTo>
                  <a:pt x="2001679" y="2567750"/>
                  <a:pt x="2001774" y="2567654"/>
                  <a:pt x="2001965" y="2567654"/>
                </a:cubicBezTo>
                <a:cubicBezTo>
                  <a:pt x="2004251" y="2567654"/>
                  <a:pt x="2006060" y="2569464"/>
                  <a:pt x="2006060" y="2571750"/>
                </a:cubicBezTo>
                <a:cubicBezTo>
                  <a:pt x="2006060" y="2574036"/>
                  <a:pt x="2004251" y="2575846"/>
                  <a:pt x="2001965" y="2575846"/>
                </a:cubicBezTo>
                <a:cubicBezTo>
                  <a:pt x="1999678" y="2575846"/>
                  <a:pt x="1997869" y="2574036"/>
                  <a:pt x="1997869" y="2571750"/>
                </a:cubicBezTo>
                <a:close/>
                <a:moveTo>
                  <a:pt x="2764060" y="1179386"/>
                </a:moveTo>
                <a:cubicBezTo>
                  <a:pt x="2772251" y="1181005"/>
                  <a:pt x="2780252" y="1175766"/>
                  <a:pt x="2781872" y="1167575"/>
                </a:cubicBezTo>
                <a:cubicBezTo>
                  <a:pt x="2782729" y="1163574"/>
                  <a:pt x="2781872" y="1159574"/>
                  <a:pt x="2779681" y="1156240"/>
                </a:cubicBezTo>
                <a:cubicBezTo>
                  <a:pt x="2777490" y="1152906"/>
                  <a:pt x="2774061" y="1150620"/>
                  <a:pt x="2770061" y="1149763"/>
                </a:cubicBezTo>
                <a:cubicBezTo>
                  <a:pt x="2769013" y="1149572"/>
                  <a:pt x="2768060" y="1149477"/>
                  <a:pt x="2767013" y="1149477"/>
                </a:cubicBezTo>
                <a:cubicBezTo>
                  <a:pt x="2759964" y="1149477"/>
                  <a:pt x="2753678" y="1154430"/>
                  <a:pt x="2752154" y="1161574"/>
                </a:cubicBezTo>
                <a:cubicBezTo>
                  <a:pt x="2751392" y="1165574"/>
                  <a:pt x="2752154" y="1169575"/>
                  <a:pt x="2754344" y="1172909"/>
                </a:cubicBezTo>
                <a:cubicBezTo>
                  <a:pt x="2756535" y="1176242"/>
                  <a:pt x="2759964" y="1178528"/>
                  <a:pt x="2763965" y="1179386"/>
                </a:cubicBezTo>
                <a:close/>
                <a:moveTo>
                  <a:pt x="2756916" y="1162431"/>
                </a:moveTo>
                <a:cubicBezTo>
                  <a:pt x="2758059" y="1156811"/>
                  <a:pt x="2763584" y="1153192"/>
                  <a:pt x="2769108" y="1154335"/>
                </a:cubicBezTo>
                <a:cubicBezTo>
                  <a:pt x="2771870" y="1154906"/>
                  <a:pt x="2774156" y="1156430"/>
                  <a:pt x="2775680" y="1158812"/>
                </a:cubicBezTo>
                <a:cubicBezTo>
                  <a:pt x="2777204" y="1161098"/>
                  <a:pt x="2777776" y="1163860"/>
                  <a:pt x="2777204" y="1166622"/>
                </a:cubicBezTo>
                <a:cubicBezTo>
                  <a:pt x="2776252" y="1171575"/>
                  <a:pt x="2771870" y="1174909"/>
                  <a:pt x="2767013" y="1174909"/>
                </a:cubicBezTo>
                <a:cubicBezTo>
                  <a:pt x="2766346" y="1174909"/>
                  <a:pt x="2765679" y="1174909"/>
                  <a:pt x="2764917" y="1174718"/>
                </a:cubicBezTo>
                <a:cubicBezTo>
                  <a:pt x="2762155" y="1174147"/>
                  <a:pt x="2759869" y="1172623"/>
                  <a:pt x="2758345" y="1170242"/>
                </a:cubicBezTo>
                <a:cubicBezTo>
                  <a:pt x="2756821" y="1167956"/>
                  <a:pt x="2756249" y="1165193"/>
                  <a:pt x="2756821" y="1162431"/>
                </a:cubicBezTo>
                <a:close/>
                <a:moveTo>
                  <a:pt x="2163413" y="1333786"/>
                </a:moveTo>
                <a:cubicBezTo>
                  <a:pt x="2157508" y="1333786"/>
                  <a:pt x="2152650" y="1338644"/>
                  <a:pt x="2152650" y="1344549"/>
                </a:cubicBezTo>
                <a:lnTo>
                  <a:pt x="2152650" y="1389126"/>
                </a:lnTo>
                <a:lnTo>
                  <a:pt x="2145887" y="1389126"/>
                </a:lnTo>
                <a:cubicBezTo>
                  <a:pt x="2144554" y="1389126"/>
                  <a:pt x="2143506" y="1390174"/>
                  <a:pt x="2143506" y="1391507"/>
                </a:cubicBezTo>
                <a:lnTo>
                  <a:pt x="2143506" y="1399508"/>
                </a:lnTo>
                <a:cubicBezTo>
                  <a:pt x="2143506" y="1400842"/>
                  <a:pt x="2144554" y="1401890"/>
                  <a:pt x="2145887" y="1401890"/>
                </a:cubicBezTo>
                <a:lnTo>
                  <a:pt x="2164080" y="1401890"/>
                </a:lnTo>
                <a:cubicBezTo>
                  <a:pt x="2165414" y="1401890"/>
                  <a:pt x="2166461" y="1400842"/>
                  <a:pt x="2166461" y="1399508"/>
                </a:cubicBezTo>
                <a:lnTo>
                  <a:pt x="2166461" y="1391507"/>
                </a:lnTo>
                <a:cubicBezTo>
                  <a:pt x="2166461" y="1390174"/>
                  <a:pt x="2165414" y="1389126"/>
                  <a:pt x="2164080" y="1389126"/>
                </a:cubicBezTo>
                <a:lnTo>
                  <a:pt x="2157413" y="1389126"/>
                </a:lnTo>
                <a:lnTo>
                  <a:pt x="2157413" y="1344549"/>
                </a:lnTo>
                <a:cubicBezTo>
                  <a:pt x="2157413" y="1341215"/>
                  <a:pt x="2160080" y="1338548"/>
                  <a:pt x="2163413" y="1338548"/>
                </a:cubicBezTo>
                <a:cubicBezTo>
                  <a:pt x="2166747" y="1338548"/>
                  <a:pt x="2169414" y="1341215"/>
                  <a:pt x="2169414" y="1344549"/>
                </a:cubicBezTo>
                <a:lnTo>
                  <a:pt x="2169414" y="1382554"/>
                </a:lnTo>
                <a:cubicBezTo>
                  <a:pt x="2169414" y="1388459"/>
                  <a:pt x="2174272" y="1393317"/>
                  <a:pt x="2180177" y="1393317"/>
                </a:cubicBezTo>
                <a:cubicBezTo>
                  <a:pt x="2186083" y="1393317"/>
                  <a:pt x="2190941" y="1388459"/>
                  <a:pt x="2190941" y="1382554"/>
                </a:cubicBezTo>
                <a:lnTo>
                  <a:pt x="2190941" y="1344549"/>
                </a:lnTo>
                <a:cubicBezTo>
                  <a:pt x="2190941" y="1341215"/>
                  <a:pt x="2193608" y="1338548"/>
                  <a:pt x="2196941" y="1338548"/>
                </a:cubicBezTo>
                <a:cubicBezTo>
                  <a:pt x="2200275" y="1338548"/>
                  <a:pt x="2202942" y="1341215"/>
                  <a:pt x="2202942" y="1344549"/>
                </a:cubicBezTo>
                <a:lnTo>
                  <a:pt x="2202942" y="1382554"/>
                </a:lnTo>
                <a:cubicBezTo>
                  <a:pt x="2202942" y="1388459"/>
                  <a:pt x="2207800" y="1393317"/>
                  <a:pt x="2213705" y="1393317"/>
                </a:cubicBezTo>
                <a:cubicBezTo>
                  <a:pt x="2219611" y="1393317"/>
                  <a:pt x="2224469" y="1388459"/>
                  <a:pt x="2224469" y="1382554"/>
                </a:cubicBezTo>
                <a:lnTo>
                  <a:pt x="2224469" y="1340072"/>
                </a:lnTo>
                <a:lnTo>
                  <a:pt x="2231231" y="1340072"/>
                </a:lnTo>
                <a:cubicBezTo>
                  <a:pt x="2232565" y="1340072"/>
                  <a:pt x="2233613" y="1339025"/>
                  <a:pt x="2233613" y="1337691"/>
                </a:cubicBezTo>
                <a:lnTo>
                  <a:pt x="2233613" y="1329690"/>
                </a:lnTo>
                <a:cubicBezTo>
                  <a:pt x="2233613" y="1328357"/>
                  <a:pt x="2232565" y="1327309"/>
                  <a:pt x="2231231" y="1327309"/>
                </a:cubicBezTo>
                <a:lnTo>
                  <a:pt x="2213039" y="1327309"/>
                </a:lnTo>
                <a:cubicBezTo>
                  <a:pt x="2211705" y="1327309"/>
                  <a:pt x="2210657" y="1328357"/>
                  <a:pt x="2210657" y="1329690"/>
                </a:cubicBezTo>
                <a:lnTo>
                  <a:pt x="2210657" y="1337691"/>
                </a:lnTo>
                <a:cubicBezTo>
                  <a:pt x="2210657" y="1339025"/>
                  <a:pt x="2211705" y="1340072"/>
                  <a:pt x="2213039" y="1340072"/>
                </a:cubicBezTo>
                <a:lnTo>
                  <a:pt x="2219801" y="1340072"/>
                </a:lnTo>
                <a:lnTo>
                  <a:pt x="2219801" y="1382554"/>
                </a:lnTo>
                <a:cubicBezTo>
                  <a:pt x="2219801" y="1385888"/>
                  <a:pt x="2217134" y="1388555"/>
                  <a:pt x="2213801" y="1388555"/>
                </a:cubicBezTo>
                <a:cubicBezTo>
                  <a:pt x="2210467" y="1388555"/>
                  <a:pt x="2207800" y="1385888"/>
                  <a:pt x="2207800" y="1382554"/>
                </a:cubicBezTo>
                <a:lnTo>
                  <a:pt x="2207800" y="1344549"/>
                </a:lnTo>
                <a:cubicBezTo>
                  <a:pt x="2207800" y="1338644"/>
                  <a:pt x="2202942" y="1333786"/>
                  <a:pt x="2197037" y="1333786"/>
                </a:cubicBezTo>
                <a:cubicBezTo>
                  <a:pt x="2191131" y="1333786"/>
                  <a:pt x="2186273" y="1338644"/>
                  <a:pt x="2186273" y="1344549"/>
                </a:cubicBezTo>
                <a:lnTo>
                  <a:pt x="2186273" y="1382554"/>
                </a:lnTo>
                <a:cubicBezTo>
                  <a:pt x="2186273" y="1385888"/>
                  <a:pt x="2183606" y="1388555"/>
                  <a:pt x="2180273" y="1388555"/>
                </a:cubicBezTo>
                <a:cubicBezTo>
                  <a:pt x="2176939" y="1388555"/>
                  <a:pt x="2174272" y="1385888"/>
                  <a:pt x="2174272" y="1382554"/>
                </a:cubicBezTo>
                <a:lnTo>
                  <a:pt x="2174272" y="1344549"/>
                </a:lnTo>
                <a:cubicBezTo>
                  <a:pt x="2174272" y="1338644"/>
                  <a:pt x="2169414" y="1333786"/>
                  <a:pt x="2163509" y="1333786"/>
                </a:cubicBezTo>
                <a:close/>
                <a:moveTo>
                  <a:pt x="2161699" y="1393889"/>
                </a:moveTo>
                <a:lnTo>
                  <a:pt x="2161699" y="1397127"/>
                </a:lnTo>
                <a:lnTo>
                  <a:pt x="2148269" y="1397127"/>
                </a:lnTo>
                <a:lnTo>
                  <a:pt x="2148269" y="1393889"/>
                </a:lnTo>
                <a:lnTo>
                  <a:pt x="2161699" y="1393889"/>
                </a:lnTo>
                <a:close/>
                <a:moveTo>
                  <a:pt x="2215229" y="1335405"/>
                </a:moveTo>
                <a:lnTo>
                  <a:pt x="2215229" y="1332167"/>
                </a:lnTo>
                <a:lnTo>
                  <a:pt x="2228660" y="1332167"/>
                </a:lnTo>
                <a:lnTo>
                  <a:pt x="2228660" y="1335405"/>
                </a:lnTo>
                <a:lnTo>
                  <a:pt x="2215229" y="1335405"/>
                </a:lnTo>
                <a:close/>
                <a:moveTo>
                  <a:pt x="2857405" y="1062609"/>
                </a:moveTo>
                <a:cubicBezTo>
                  <a:pt x="2856357" y="1062419"/>
                  <a:pt x="2855405" y="1062323"/>
                  <a:pt x="2854357" y="1062323"/>
                </a:cubicBezTo>
                <a:cubicBezTo>
                  <a:pt x="2851404" y="1062323"/>
                  <a:pt x="2848547" y="1063181"/>
                  <a:pt x="2846070" y="1064800"/>
                </a:cubicBezTo>
                <a:cubicBezTo>
                  <a:pt x="2842736" y="1066991"/>
                  <a:pt x="2840355" y="1070420"/>
                  <a:pt x="2839593" y="1074420"/>
                </a:cubicBezTo>
                <a:cubicBezTo>
                  <a:pt x="2837974" y="1082612"/>
                  <a:pt x="2843213" y="1090613"/>
                  <a:pt x="2851404" y="1092232"/>
                </a:cubicBezTo>
                <a:cubicBezTo>
                  <a:pt x="2855405" y="1092994"/>
                  <a:pt x="2859405" y="1092232"/>
                  <a:pt x="2862739" y="1090041"/>
                </a:cubicBezTo>
                <a:cubicBezTo>
                  <a:pt x="2866073" y="1087850"/>
                  <a:pt x="2868359" y="1084421"/>
                  <a:pt x="2869216" y="1080421"/>
                </a:cubicBezTo>
                <a:cubicBezTo>
                  <a:pt x="2870073" y="1076420"/>
                  <a:pt x="2869216" y="1072420"/>
                  <a:pt x="2867025" y="1069086"/>
                </a:cubicBezTo>
                <a:cubicBezTo>
                  <a:pt x="2864834" y="1065752"/>
                  <a:pt x="2861405" y="1063371"/>
                  <a:pt x="2857405" y="1062609"/>
                </a:cubicBezTo>
                <a:close/>
                <a:moveTo>
                  <a:pt x="2864549" y="1079468"/>
                </a:moveTo>
                <a:cubicBezTo>
                  <a:pt x="2863977" y="1082135"/>
                  <a:pt x="2862453" y="1084517"/>
                  <a:pt x="2860167" y="1086041"/>
                </a:cubicBezTo>
                <a:cubicBezTo>
                  <a:pt x="2858453" y="1087184"/>
                  <a:pt x="2856452" y="1087755"/>
                  <a:pt x="2854452" y="1087755"/>
                </a:cubicBezTo>
                <a:cubicBezTo>
                  <a:pt x="2853785" y="1087755"/>
                  <a:pt x="2853023" y="1087755"/>
                  <a:pt x="2852357" y="1087565"/>
                </a:cubicBezTo>
                <a:cubicBezTo>
                  <a:pt x="2846737" y="1086422"/>
                  <a:pt x="2843117" y="1080897"/>
                  <a:pt x="2844260" y="1075373"/>
                </a:cubicBezTo>
                <a:cubicBezTo>
                  <a:pt x="2844832" y="1072706"/>
                  <a:pt x="2846356" y="1070324"/>
                  <a:pt x="2848642" y="1068800"/>
                </a:cubicBezTo>
                <a:cubicBezTo>
                  <a:pt x="2850928" y="1067276"/>
                  <a:pt x="2853785" y="1066705"/>
                  <a:pt x="2856452" y="1067276"/>
                </a:cubicBezTo>
                <a:cubicBezTo>
                  <a:pt x="2859215" y="1067848"/>
                  <a:pt x="2861501" y="1069372"/>
                  <a:pt x="2863025" y="1071753"/>
                </a:cubicBezTo>
                <a:cubicBezTo>
                  <a:pt x="2864549" y="1074039"/>
                  <a:pt x="2865120" y="1076801"/>
                  <a:pt x="2864549" y="1079564"/>
                </a:cubicBezTo>
                <a:close/>
                <a:moveTo>
                  <a:pt x="1636490" y="1952339"/>
                </a:moveTo>
                <a:lnTo>
                  <a:pt x="1646015" y="1952339"/>
                </a:lnTo>
                <a:lnTo>
                  <a:pt x="1646015" y="1957102"/>
                </a:lnTo>
                <a:lnTo>
                  <a:pt x="1636490" y="1957102"/>
                </a:lnTo>
                <a:lnTo>
                  <a:pt x="1636490" y="1952339"/>
                </a:lnTo>
                <a:close/>
                <a:moveTo>
                  <a:pt x="2869406" y="1123474"/>
                </a:moveTo>
                <a:cubicBezTo>
                  <a:pt x="2867978" y="1130332"/>
                  <a:pt x="2861310" y="1134809"/>
                  <a:pt x="2854357" y="1133475"/>
                </a:cubicBezTo>
                <a:cubicBezTo>
                  <a:pt x="2847404" y="1132142"/>
                  <a:pt x="2843022" y="1125379"/>
                  <a:pt x="2844355" y="1118426"/>
                </a:cubicBezTo>
                <a:cubicBezTo>
                  <a:pt x="2845784" y="1111568"/>
                  <a:pt x="2852452" y="1107091"/>
                  <a:pt x="2859405" y="1108424"/>
                </a:cubicBezTo>
                <a:cubicBezTo>
                  <a:pt x="2866263" y="1109853"/>
                  <a:pt x="2870740" y="1116521"/>
                  <a:pt x="2869406" y="1123474"/>
                </a:cubicBezTo>
                <a:close/>
                <a:moveTo>
                  <a:pt x="1983296" y="1494568"/>
                </a:moveTo>
                <a:lnTo>
                  <a:pt x="1897856" y="1494187"/>
                </a:lnTo>
                <a:cubicBezTo>
                  <a:pt x="1897094" y="1491520"/>
                  <a:pt x="1895666" y="1489043"/>
                  <a:pt x="1893380" y="1487138"/>
                </a:cubicBezTo>
                <a:cubicBezTo>
                  <a:pt x="1887284" y="1481900"/>
                  <a:pt x="1878140" y="1482566"/>
                  <a:pt x="1872901" y="1488567"/>
                </a:cubicBezTo>
                <a:cubicBezTo>
                  <a:pt x="1870329" y="1491520"/>
                  <a:pt x="1869091" y="1495235"/>
                  <a:pt x="1869377" y="1499140"/>
                </a:cubicBezTo>
                <a:cubicBezTo>
                  <a:pt x="1869662" y="1503045"/>
                  <a:pt x="1871377" y="1506569"/>
                  <a:pt x="1874330" y="1509141"/>
                </a:cubicBezTo>
                <a:cubicBezTo>
                  <a:pt x="1877092" y="1511522"/>
                  <a:pt x="1880426" y="1512665"/>
                  <a:pt x="1883855" y="1512665"/>
                </a:cubicBezTo>
                <a:cubicBezTo>
                  <a:pt x="1887950" y="1512665"/>
                  <a:pt x="1891951" y="1510951"/>
                  <a:pt x="1894903" y="1507617"/>
                </a:cubicBezTo>
                <a:cubicBezTo>
                  <a:pt x="1896523" y="1505712"/>
                  <a:pt x="1897475" y="1503521"/>
                  <a:pt x="1898047" y="1501235"/>
                </a:cubicBezTo>
                <a:lnTo>
                  <a:pt x="1985582" y="1501616"/>
                </a:lnTo>
                <a:lnTo>
                  <a:pt x="2053590" y="1453420"/>
                </a:lnTo>
                <a:lnTo>
                  <a:pt x="2208943" y="1454468"/>
                </a:lnTo>
                <a:lnTo>
                  <a:pt x="2270760" y="1398651"/>
                </a:lnTo>
                <a:cubicBezTo>
                  <a:pt x="2275523" y="1400651"/>
                  <a:pt x="2281142" y="1399699"/>
                  <a:pt x="2284667" y="1395603"/>
                </a:cubicBezTo>
                <a:cubicBezTo>
                  <a:pt x="2289048" y="1390555"/>
                  <a:pt x="2288477" y="1382840"/>
                  <a:pt x="2283428" y="1378458"/>
                </a:cubicBezTo>
                <a:cubicBezTo>
                  <a:pt x="2278380" y="1374077"/>
                  <a:pt x="2270665" y="1374648"/>
                  <a:pt x="2266283" y="1379696"/>
                </a:cubicBezTo>
                <a:cubicBezTo>
                  <a:pt x="2262664" y="1383792"/>
                  <a:pt x="2262569" y="1389602"/>
                  <a:pt x="2265331" y="1393984"/>
                </a:cubicBezTo>
                <a:lnTo>
                  <a:pt x="2206181" y="1447324"/>
                </a:lnTo>
                <a:lnTo>
                  <a:pt x="2051304" y="1446276"/>
                </a:lnTo>
                <a:lnTo>
                  <a:pt x="1983296" y="1494473"/>
                </a:lnTo>
                <a:close/>
                <a:moveTo>
                  <a:pt x="1891379" y="1504569"/>
                </a:moveTo>
                <a:cubicBezTo>
                  <a:pt x="1887855" y="1508665"/>
                  <a:pt x="1881664" y="1509141"/>
                  <a:pt x="1877568" y="1505522"/>
                </a:cubicBezTo>
                <a:cubicBezTo>
                  <a:pt x="1873472" y="1501997"/>
                  <a:pt x="1873091" y="1495806"/>
                  <a:pt x="1876616" y="1491710"/>
                </a:cubicBezTo>
                <a:cubicBezTo>
                  <a:pt x="1878521" y="1489520"/>
                  <a:pt x="1881283" y="1488377"/>
                  <a:pt x="1884045" y="1488377"/>
                </a:cubicBezTo>
                <a:cubicBezTo>
                  <a:pt x="1886331" y="1488377"/>
                  <a:pt x="1888617" y="1489139"/>
                  <a:pt x="1890427" y="1490758"/>
                </a:cubicBezTo>
                <a:cubicBezTo>
                  <a:pt x="1894523" y="1494282"/>
                  <a:pt x="1894903" y="1500473"/>
                  <a:pt x="1891379" y="1504569"/>
                </a:cubicBezTo>
                <a:close/>
                <a:moveTo>
                  <a:pt x="2285429" y="1335405"/>
                </a:moveTo>
                <a:lnTo>
                  <a:pt x="2285429" y="1318546"/>
                </a:lnTo>
                <a:cubicBezTo>
                  <a:pt x="2285429" y="1316165"/>
                  <a:pt x="2287334" y="1314260"/>
                  <a:pt x="2289715" y="1314260"/>
                </a:cubicBezTo>
                <a:lnTo>
                  <a:pt x="2306574" y="1314260"/>
                </a:lnTo>
                <a:cubicBezTo>
                  <a:pt x="2308955" y="1314260"/>
                  <a:pt x="2310860" y="1316165"/>
                  <a:pt x="2310860" y="1318546"/>
                </a:cubicBezTo>
                <a:lnTo>
                  <a:pt x="2310860" y="1335405"/>
                </a:lnTo>
                <a:cubicBezTo>
                  <a:pt x="2310860" y="1337786"/>
                  <a:pt x="2308955" y="1339691"/>
                  <a:pt x="2306574" y="1339691"/>
                </a:cubicBezTo>
                <a:lnTo>
                  <a:pt x="2289715" y="1339691"/>
                </a:lnTo>
                <a:cubicBezTo>
                  <a:pt x="2287334" y="1339691"/>
                  <a:pt x="2285429" y="1337786"/>
                  <a:pt x="2285429" y="1335405"/>
                </a:cubicBezTo>
                <a:close/>
                <a:moveTo>
                  <a:pt x="731615" y="805529"/>
                </a:moveTo>
                <a:lnTo>
                  <a:pt x="710851" y="805529"/>
                </a:lnTo>
                <a:cubicBezTo>
                  <a:pt x="708279" y="805529"/>
                  <a:pt x="706279" y="807529"/>
                  <a:pt x="706279" y="810101"/>
                </a:cubicBezTo>
                <a:lnTo>
                  <a:pt x="706279" y="812768"/>
                </a:lnTo>
                <a:lnTo>
                  <a:pt x="653987" y="813149"/>
                </a:lnTo>
                <a:lnTo>
                  <a:pt x="597599" y="764858"/>
                </a:lnTo>
                <a:lnTo>
                  <a:pt x="524351" y="764381"/>
                </a:lnTo>
                <a:cubicBezTo>
                  <a:pt x="523304" y="760190"/>
                  <a:pt x="519589" y="756952"/>
                  <a:pt x="515017" y="756952"/>
                </a:cubicBezTo>
                <a:cubicBezTo>
                  <a:pt x="509588" y="756952"/>
                  <a:pt x="505206" y="761333"/>
                  <a:pt x="505206" y="766763"/>
                </a:cubicBezTo>
                <a:cubicBezTo>
                  <a:pt x="505206" y="772192"/>
                  <a:pt x="509588" y="776573"/>
                  <a:pt x="515017" y="776573"/>
                </a:cubicBezTo>
                <a:cubicBezTo>
                  <a:pt x="519589" y="776573"/>
                  <a:pt x="523208" y="773430"/>
                  <a:pt x="524256" y="769239"/>
                </a:cubicBezTo>
                <a:lnTo>
                  <a:pt x="595789" y="769715"/>
                </a:lnTo>
                <a:lnTo>
                  <a:pt x="652177" y="818007"/>
                </a:lnTo>
                <a:lnTo>
                  <a:pt x="706184" y="817531"/>
                </a:lnTo>
                <a:lnTo>
                  <a:pt x="706184" y="820102"/>
                </a:lnTo>
                <a:cubicBezTo>
                  <a:pt x="706184" y="822674"/>
                  <a:pt x="708279" y="824675"/>
                  <a:pt x="710756" y="824675"/>
                </a:cubicBezTo>
                <a:lnTo>
                  <a:pt x="731520" y="824675"/>
                </a:lnTo>
                <a:cubicBezTo>
                  <a:pt x="734092" y="824675"/>
                  <a:pt x="736092" y="822579"/>
                  <a:pt x="736092" y="820102"/>
                </a:cubicBezTo>
                <a:lnTo>
                  <a:pt x="736092" y="810101"/>
                </a:lnTo>
                <a:cubicBezTo>
                  <a:pt x="736092" y="807529"/>
                  <a:pt x="733997" y="805529"/>
                  <a:pt x="731520" y="805529"/>
                </a:cubicBezTo>
                <a:close/>
                <a:moveTo>
                  <a:pt x="520065" y="766763"/>
                </a:moveTo>
                <a:cubicBezTo>
                  <a:pt x="520065" y="769525"/>
                  <a:pt x="517779" y="771716"/>
                  <a:pt x="515112" y="771716"/>
                </a:cubicBezTo>
                <a:cubicBezTo>
                  <a:pt x="512445" y="771716"/>
                  <a:pt x="510064" y="769429"/>
                  <a:pt x="510064" y="766667"/>
                </a:cubicBezTo>
                <a:cubicBezTo>
                  <a:pt x="510064" y="763905"/>
                  <a:pt x="512350" y="761619"/>
                  <a:pt x="515112" y="761619"/>
                </a:cubicBezTo>
                <a:cubicBezTo>
                  <a:pt x="517874" y="761619"/>
                  <a:pt x="520065" y="763810"/>
                  <a:pt x="520065" y="766572"/>
                </a:cubicBezTo>
                <a:lnTo>
                  <a:pt x="520065" y="766572"/>
                </a:lnTo>
                <a:close/>
                <a:moveTo>
                  <a:pt x="1248156" y="1964341"/>
                </a:moveTo>
                <a:lnTo>
                  <a:pt x="1223391" y="1964341"/>
                </a:lnTo>
                <a:lnTo>
                  <a:pt x="1223391" y="1989106"/>
                </a:lnTo>
                <a:lnTo>
                  <a:pt x="1248156" y="1989106"/>
                </a:lnTo>
                <a:lnTo>
                  <a:pt x="1248156" y="1964341"/>
                </a:lnTo>
                <a:close/>
                <a:moveTo>
                  <a:pt x="1243394" y="1984343"/>
                </a:moveTo>
                <a:lnTo>
                  <a:pt x="1228153" y="1984343"/>
                </a:lnTo>
                <a:lnTo>
                  <a:pt x="1228153" y="1969103"/>
                </a:lnTo>
                <a:lnTo>
                  <a:pt x="1243394" y="1969103"/>
                </a:lnTo>
                <a:lnTo>
                  <a:pt x="1243394" y="1984343"/>
                </a:lnTo>
                <a:close/>
                <a:moveTo>
                  <a:pt x="1717262" y="2583180"/>
                </a:moveTo>
                <a:lnTo>
                  <a:pt x="1717262" y="2607945"/>
                </a:lnTo>
                <a:lnTo>
                  <a:pt x="1742027" y="2607945"/>
                </a:lnTo>
                <a:lnTo>
                  <a:pt x="1742027" y="2583180"/>
                </a:lnTo>
                <a:lnTo>
                  <a:pt x="1717262" y="2583180"/>
                </a:lnTo>
                <a:close/>
                <a:moveTo>
                  <a:pt x="1737265" y="2603183"/>
                </a:moveTo>
                <a:lnTo>
                  <a:pt x="1722025" y="2603183"/>
                </a:lnTo>
                <a:lnTo>
                  <a:pt x="1722025" y="2587943"/>
                </a:lnTo>
                <a:lnTo>
                  <a:pt x="1737265" y="2587943"/>
                </a:lnTo>
                <a:lnTo>
                  <a:pt x="1737265" y="2603183"/>
                </a:lnTo>
                <a:close/>
                <a:moveTo>
                  <a:pt x="1180814" y="1995297"/>
                </a:moveTo>
                <a:lnTo>
                  <a:pt x="1289114" y="1995297"/>
                </a:lnTo>
                <a:lnTo>
                  <a:pt x="1289114" y="2000060"/>
                </a:lnTo>
                <a:lnTo>
                  <a:pt x="1180814" y="2000060"/>
                </a:lnTo>
                <a:lnTo>
                  <a:pt x="1180814" y="1995297"/>
                </a:lnTo>
                <a:close/>
                <a:moveTo>
                  <a:pt x="362712" y="3442335"/>
                </a:moveTo>
                <a:lnTo>
                  <a:pt x="362712" y="3461099"/>
                </a:lnTo>
                <a:cubicBezTo>
                  <a:pt x="362712" y="3463195"/>
                  <a:pt x="360998" y="3464909"/>
                  <a:pt x="358902" y="3464909"/>
                </a:cubicBezTo>
                <a:lnTo>
                  <a:pt x="340138" y="3464909"/>
                </a:lnTo>
                <a:cubicBezTo>
                  <a:pt x="338042" y="3464909"/>
                  <a:pt x="336328" y="3463195"/>
                  <a:pt x="336328" y="3461099"/>
                </a:cubicBezTo>
                <a:lnTo>
                  <a:pt x="336328" y="3442335"/>
                </a:lnTo>
                <a:cubicBezTo>
                  <a:pt x="336328" y="3440240"/>
                  <a:pt x="338042" y="3438525"/>
                  <a:pt x="340138" y="3438525"/>
                </a:cubicBezTo>
                <a:lnTo>
                  <a:pt x="358902" y="3438525"/>
                </a:lnTo>
                <a:cubicBezTo>
                  <a:pt x="360998" y="3438525"/>
                  <a:pt x="362712" y="3440240"/>
                  <a:pt x="362712" y="3442335"/>
                </a:cubicBezTo>
                <a:close/>
                <a:moveTo>
                  <a:pt x="1439323" y="2145125"/>
                </a:moveTo>
                <a:cubicBezTo>
                  <a:pt x="1439323" y="2142458"/>
                  <a:pt x="1441418" y="2140363"/>
                  <a:pt x="1444085" y="2140363"/>
                </a:cubicBezTo>
                <a:cubicBezTo>
                  <a:pt x="1446752" y="2140363"/>
                  <a:pt x="1448848" y="2142458"/>
                  <a:pt x="1448848" y="2145125"/>
                </a:cubicBezTo>
                <a:cubicBezTo>
                  <a:pt x="1448848" y="2147792"/>
                  <a:pt x="1446752" y="2149888"/>
                  <a:pt x="1444085" y="2149888"/>
                </a:cubicBezTo>
                <a:cubicBezTo>
                  <a:pt x="1441418" y="2149888"/>
                  <a:pt x="1439323" y="2147792"/>
                  <a:pt x="1439323" y="2145125"/>
                </a:cubicBezTo>
                <a:close/>
                <a:moveTo>
                  <a:pt x="1475803" y="2277142"/>
                </a:moveTo>
                <a:lnTo>
                  <a:pt x="1475803" y="2262473"/>
                </a:lnTo>
                <a:cubicBezTo>
                  <a:pt x="1475803" y="2260378"/>
                  <a:pt x="1477518" y="2258663"/>
                  <a:pt x="1479614" y="2258663"/>
                </a:cubicBezTo>
                <a:lnTo>
                  <a:pt x="1494282" y="2258663"/>
                </a:lnTo>
                <a:cubicBezTo>
                  <a:pt x="1496378" y="2258663"/>
                  <a:pt x="1498092" y="2260378"/>
                  <a:pt x="1498092" y="2262473"/>
                </a:cubicBezTo>
                <a:lnTo>
                  <a:pt x="1498092" y="2277142"/>
                </a:lnTo>
                <a:cubicBezTo>
                  <a:pt x="1498092" y="2279237"/>
                  <a:pt x="1496378" y="2280952"/>
                  <a:pt x="1494282" y="2280952"/>
                </a:cubicBezTo>
                <a:lnTo>
                  <a:pt x="1479614" y="2280952"/>
                </a:lnTo>
                <a:cubicBezTo>
                  <a:pt x="1477518" y="2280952"/>
                  <a:pt x="1475803" y="2279237"/>
                  <a:pt x="1475803" y="2277142"/>
                </a:cubicBezTo>
                <a:close/>
                <a:moveTo>
                  <a:pt x="1440180" y="2112740"/>
                </a:moveTo>
                <a:cubicBezTo>
                  <a:pt x="1440180" y="2110550"/>
                  <a:pt x="1441990" y="2108835"/>
                  <a:pt x="1444085" y="2108835"/>
                </a:cubicBezTo>
                <a:cubicBezTo>
                  <a:pt x="1446181" y="2108835"/>
                  <a:pt x="1447991" y="2110645"/>
                  <a:pt x="1447991" y="2112740"/>
                </a:cubicBezTo>
                <a:cubicBezTo>
                  <a:pt x="1447991" y="2114836"/>
                  <a:pt x="1446276" y="2116646"/>
                  <a:pt x="1444085" y="2116646"/>
                </a:cubicBezTo>
                <a:cubicBezTo>
                  <a:pt x="1441895" y="2116646"/>
                  <a:pt x="1440180" y="2114931"/>
                  <a:pt x="1440180" y="2112740"/>
                </a:cubicBezTo>
                <a:close/>
                <a:moveTo>
                  <a:pt x="1474756" y="2254377"/>
                </a:moveTo>
                <a:cubicBezTo>
                  <a:pt x="1473041" y="2254377"/>
                  <a:pt x="1471613" y="2255806"/>
                  <a:pt x="1471613" y="2257520"/>
                </a:cubicBezTo>
                <a:lnTo>
                  <a:pt x="1471613" y="2281904"/>
                </a:lnTo>
                <a:cubicBezTo>
                  <a:pt x="1471613" y="2283619"/>
                  <a:pt x="1473041" y="2285048"/>
                  <a:pt x="1474756" y="2285048"/>
                </a:cubicBezTo>
                <a:lnTo>
                  <a:pt x="1499140" y="2285048"/>
                </a:lnTo>
                <a:cubicBezTo>
                  <a:pt x="1500854" y="2285048"/>
                  <a:pt x="1502283" y="2283619"/>
                  <a:pt x="1502283" y="2281904"/>
                </a:cubicBezTo>
                <a:lnTo>
                  <a:pt x="1502283" y="2257520"/>
                </a:lnTo>
                <a:cubicBezTo>
                  <a:pt x="1502283" y="2255806"/>
                  <a:pt x="1500854" y="2254377"/>
                  <a:pt x="1499140" y="2254377"/>
                </a:cubicBezTo>
                <a:lnTo>
                  <a:pt x="1489329" y="2254377"/>
                </a:lnTo>
                <a:lnTo>
                  <a:pt x="1489329" y="2155603"/>
                </a:lnTo>
                <a:cubicBezTo>
                  <a:pt x="1493806" y="2154460"/>
                  <a:pt x="1497140" y="2150650"/>
                  <a:pt x="1497140" y="2145887"/>
                </a:cubicBezTo>
                <a:cubicBezTo>
                  <a:pt x="1497140" y="2140268"/>
                  <a:pt x="1492568" y="2135696"/>
                  <a:pt x="1486948" y="2135696"/>
                </a:cubicBezTo>
                <a:cubicBezTo>
                  <a:pt x="1481328" y="2135696"/>
                  <a:pt x="1476756" y="2140268"/>
                  <a:pt x="1476756" y="2145887"/>
                </a:cubicBezTo>
                <a:cubicBezTo>
                  <a:pt x="1476756" y="2150650"/>
                  <a:pt x="1480090" y="2154460"/>
                  <a:pt x="1484567" y="2155603"/>
                </a:cubicBezTo>
                <a:lnTo>
                  <a:pt x="1484567" y="2254377"/>
                </a:lnTo>
                <a:lnTo>
                  <a:pt x="1474756" y="2254377"/>
                </a:lnTo>
                <a:close/>
                <a:moveTo>
                  <a:pt x="1481614" y="2145887"/>
                </a:moveTo>
                <a:cubicBezTo>
                  <a:pt x="1481614" y="2142935"/>
                  <a:pt x="1483995" y="2140458"/>
                  <a:pt x="1487043" y="2140458"/>
                </a:cubicBezTo>
                <a:cubicBezTo>
                  <a:pt x="1490091" y="2140458"/>
                  <a:pt x="1492472" y="2142839"/>
                  <a:pt x="1492472" y="2145887"/>
                </a:cubicBezTo>
                <a:cubicBezTo>
                  <a:pt x="1492472" y="2148935"/>
                  <a:pt x="1489996" y="2151317"/>
                  <a:pt x="1487043" y="2151317"/>
                </a:cubicBezTo>
                <a:cubicBezTo>
                  <a:pt x="1484090" y="2151317"/>
                  <a:pt x="1481614" y="2148840"/>
                  <a:pt x="1481614" y="2145887"/>
                </a:cubicBezTo>
                <a:close/>
                <a:moveTo>
                  <a:pt x="1499235" y="2256758"/>
                </a:moveTo>
                <a:cubicBezTo>
                  <a:pt x="1499235" y="2256758"/>
                  <a:pt x="1499997" y="2257139"/>
                  <a:pt x="1499997" y="2257520"/>
                </a:cubicBezTo>
                <a:lnTo>
                  <a:pt x="1499997" y="2281904"/>
                </a:lnTo>
                <a:cubicBezTo>
                  <a:pt x="1499997" y="2281904"/>
                  <a:pt x="1499616" y="2282666"/>
                  <a:pt x="1499235" y="2282666"/>
                </a:cubicBezTo>
                <a:lnTo>
                  <a:pt x="1474851" y="2282666"/>
                </a:lnTo>
                <a:cubicBezTo>
                  <a:pt x="1474851" y="2282666"/>
                  <a:pt x="1474089" y="2282285"/>
                  <a:pt x="1474089" y="2281904"/>
                </a:cubicBezTo>
                <a:lnTo>
                  <a:pt x="1474089" y="2257520"/>
                </a:lnTo>
                <a:cubicBezTo>
                  <a:pt x="1474089" y="2257520"/>
                  <a:pt x="1474470" y="2256758"/>
                  <a:pt x="1474851" y="2256758"/>
                </a:cubicBezTo>
                <a:lnTo>
                  <a:pt x="1499235" y="2256758"/>
                </a:lnTo>
                <a:close/>
                <a:moveTo>
                  <a:pt x="321469" y="2617565"/>
                </a:moveTo>
                <a:lnTo>
                  <a:pt x="321469" y="2624042"/>
                </a:lnTo>
                <a:cubicBezTo>
                  <a:pt x="321469" y="2625471"/>
                  <a:pt x="320326" y="2626614"/>
                  <a:pt x="318897" y="2626614"/>
                </a:cubicBezTo>
                <a:lnTo>
                  <a:pt x="312420" y="2626614"/>
                </a:lnTo>
                <a:cubicBezTo>
                  <a:pt x="310991" y="2626614"/>
                  <a:pt x="309848" y="2625471"/>
                  <a:pt x="309848" y="2624042"/>
                </a:cubicBezTo>
                <a:lnTo>
                  <a:pt x="309848" y="2617565"/>
                </a:lnTo>
                <a:cubicBezTo>
                  <a:pt x="309848" y="2616137"/>
                  <a:pt x="310991" y="2614994"/>
                  <a:pt x="312420" y="2614994"/>
                </a:cubicBezTo>
                <a:lnTo>
                  <a:pt x="318897" y="2614994"/>
                </a:lnTo>
                <a:cubicBezTo>
                  <a:pt x="320326" y="2614994"/>
                  <a:pt x="321469" y="2616137"/>
                  <a:pt x="321469" y="2617565"/>
                </a:cubicBezTo>
                <a:close/>
                <a:moveTo>
                  <a:pt x="1752219" y="1850707"/>
                </a:moveTo>
                <a:lnTo>
                  <a:pt x="1737265" y="1850707"/>
                </a:lnTo>
                <a:cubicBezTo>
                  <a:pt x="1731645" y="1850707"/>
                  <a:pt x="1727073" y="1855280"/>
                  <a:pt x="1727073" y="1860899"/>
                </a:cubicBezTo>
                <a:lnTo>
                  <a:pt x="1727073" y="1875853"/>
                </a:lnTo>
                <a:cubicBezTo>
                  <a:pt x="1727073" y="1881473"/>
                  <a:pt x="1731645" y="1886045"/>
                  <a:pt x="1737265" y="1886045"/>
                </a:cubicBezTo>
                <a:lnTo>
                  <a:pt x="1752219" y="1886045"/>
                </a:lnTo>
                <a:cubicBezTo>
                  <a:pt x="1757839" y="1886045"/>
                  <a:pt x="1762411" y="1881473"/>
                  <a:pt x="1762411" y="1875853"/>
                </a:cubicBezTo>
                <a:lnTo>
                  <a:pt x="1762411" y="1873853"/>
                </a:lnTo>
                <a:lnTo>
                  <a:pt x="1829372" y="1873853"/>
                </a:lnTo>
                <a:lnTo>
                  <a:pt x="1839944" y="1884236"/>
                </a:lnTo>
                <a:lnTo>
                  <a:pt x="1926336" y="1884236"/>
                </a:lnTo>
                <a:lnTo>
                  <a:pt x="2003489" y="1771936"/>
                </a:lnTo>
                <a:lnTo>
                  <a:pt x="2003774" y="1724597"/>
                </a:lnTo>
                <a:lnTo>
                  <a:pt x="2034064" y="1686020"/>
                </a:lnTo>
                <a:lnTo>
                  <a:pt x="2102930" y="1685353"/>
                </a:lnTo>
                <a:lnTo>
                  <a:pt x="2102930" y="1696117"/>
                </a:lnTo>
                <a:cubicBezTo>
                  <a:pt x="2102930" y="1700403"/>
                  <a:pt x="2106549" y="1703927"/>
                  <a:pt x="2111026" y="1703927"/>
                </a:cubicBezTo>
                <a:lnTo>
                  <a:pt x="2118551" y="1703927"/>
                </a:lnTo>
                <a:cubicBezTo>
                  <a:pt x="2122932" y="1703927"/>
                  <a:pt x="2126552" y="1700594"/>
                  <a:pt x="2126647" y="1696403"/>
                </a:cubicBezTo>
                <a:lnTo>
                  <a:pt x="2173796" y="1696403"/>
                </a:lnTo>
                <a:lnTo>
                  <a:pt x="2191988" y="1708976"/>
                </a:lnTo>
                <a:lnTo>
                  <a:pt x="2275713" y="1708976"/>
                </a:lnTo>
                <a:lnTo>
                  <a:pt x="2275713" y="1717262"/>
                </a:lnTo>
                <a:cubicBezTo>
                  <a:pt x="2275713" y="1722025"/>
                  <a:pt x="2279618" y="1726025"/>
                  <a:pt x="2284381" y="1726025"/>
                </a:cubicBezTo>
                <a:lnTo>
                  <a:pt x="2432399" y="1726025"/>
                </a:lnTo>
                <a:cubicBezTo>
                  <a:pt x="2437162" y="1726025"/>
                  <a:pt x="2441162" y="1722120"/>
                  <a:pt x="2441162" y="1717262"/>
                </a:cubicBezTo>
                <a:lnTo>
                  <a:pt x="2441162" y="1708404"/>
                </a:lnTo>
                <a:lnTo>
                  <a:pt x="2532221" y="1708976"/>
                </a:lnTo>
                <a:lnTo>
                  <a:pt x="2546223" y="1694212"/>
                </a:lnTo>
                <a:lnTo>
                  <a:pt x="2546223" y="1666589"/>
                </a:lnTo>
                <a:cubicBezTo>
                  <a:pt x="2550033" y="1665827"/>
                  <a:pt x="2553653" y="1663256"/>
                  <a:pt x="2555177" y="1659255"/>
                </a:cubicBezTo>
                <a:cubicBezTo>
                  <a:pt x="2557558" y="1652969"/>
                  <a:pt x="2554415" y="1645920"/>
                  <a:pt x="2548223" y="1643539"/>
                </a:cubicBezTo>
                <a:cubicBezTo>
                  <a:pt x="2547176" y="1643158"/>
                  <a:pt x="2546128" y="1643063"/>
                  <a:pt x="2545080" y="1642967"/>
                </a:cubicBezTo>
                <a:lnTo>
                  <a:pt x="2545080" y="1580769"/>
                </a:lnTo>
                <a:lnTo>
                  <a:pt x="2568417" y="1558957"/>
                </a:lnTo>
                <a:lnTo>
                  <a:pt x="2691289" y="1558957"/>
                </a:lnTo>
                <a:lnTo>
                  <a:pt x="2691289" y="1558671"/>
                </a:lnTo>
                <a:cubicBezTo>
                  <a:pt x="2692718" y="1564291"/>
                  <a:pt x="2697766" y="1568482"/>
                  <a:pt x="2703767" y="1568482"/>
                </a:cubicBezTo>
                <a:cubicBezTo>
                  <a:pt x="2710910" y="1568482"/>
                  <a:pt x="2716625" y="1562672"/>
                  <a:pt x="2716625" y="1555623"/>
                </a:cubicBezTo>
                <a:cubicBezTo>
                  <a:pt x="2716625" y="1549337"/>
                  <a:pt x="2712053" y="1544098"/>
                  <a:pt x="2706148" y="1542955"/>
                </a:cubicBezTo>
                <a:lnTo>
                  <a:pt x="2706148" y="1442276"/>
                </a:lnTo>
                <a:lnTo>
                  <a:pt x="2753011" y="1401032"/>
                </a:lnTo>
                <a:lnTo>
                  <a:pt x="2885218" y="1400461"/>
                </a:lnTo>
                <a:lnTo>
                  <a:pt x="2964561" y="1399794"/>
                </a:lnTo>
                <a:lnTo>
                  <a:pt x="3073337" y="1304163"/>
                </a:lnTo>
                <a:lnTo>
                  <a:pt x="3074099" y="1303496"/>
                </a:lnTo>
                <a:lnTo>
                  <a:pt x="3074099" y="1262634"/>
                </a:lnTo>
                <a:cubicBezTo>
                  <a:pt x="3080766" y="1261205"/>
                  <a:pt x="3085719" y="1255300"/>
                  <a:pt x="3085719" y="1248347"/>
                </a:cubicBezTo>
                <a:cubicBezTo>
                  <a:pt x="3085719" y="1241393"/>
                  <a:pt x="3080385" y="1235107"/>
                  <a:pt x="3073432" y="1233964"/>
                </a:cubicBezTo>
                <a:lnTo>
                  <a:pt x="3073432" y="1173861"/>
                </a:lnTo>
                <a:cubicBezTo>
                  <a:pt x="3073432" y="1173861"/>
                  <a:pt x="3090196" y="1159478"/>
                  <a:pt x="3090196" y="1159478"/>
                </a:cubicBezTo>
                <a:lnTo>
                  <a:pt x="3114485" y="1159478"/>
                </a:lnTo>
                <a:lnTo>
                  <a:pt x="3114485" y="1154716"/>
                </a:lnTo>
                <a:lnTo>
                  <a:pt x="3088767" y="1154716"/>
                </a:lnTo>
                <a:lnTo>
                  <a:pt x="3068669" y="1171194"/>
                </a:lnTo>
                <a:lnTo>
                  <a:pt x="3068669" y="1233869"/>
                </a:lnTo>
                <a:cubicBezTo>
                  <a:pt x="3061716" y="1235012"/>
                  <a:pt x="3056382" y="1241012"/>
                  <a:pt x="3056382" y="1248251"/>
                </a:cubicBezTo>
                <a:cubicBezTo>
                  <a:pt x="3056382" y="1255490"/>
                  <a:pt x="3062097" y="1261872"/>
                  <a:pt x="3069431" y="1262729"/>
                </a:cubicBezTo>
                <a:lnTo>
                  <a:pt x="3069431" y="1301210"/>
                </a:lnTo>
                <a:cubicBezTo>
                  <a:pt x="3069431" y="1301210"/>
                  <a:pt x="2962656" y="1395032"/>
                  <a:pt x="2962656" y="1395032"/>
                </a:cubicBezTo>
                <a:lnTo>
                  <a:pt x="2751011" y="1396270"/>
                </a:lnTo>
                <a:lnTo>
                  <a:pt x="2701195" y="1440085"/>
                </a:lnTo>
                <a:lnTo>
                  <a:pt x="2701195" y="1542860"/>
                </a:lnTo>
                <a:cubicBezTo>
                  <a:pt x="2695194" y="1544003"/>
                  <a:pt x="2690717" y="1549241"/>
                  <a:pt x="2690717" y="1555528"/>
                </a:cubicBezTo>
                <a:cubicBezTo>
                  <a:pt x="2690717" y="1555814"/>
                  <a:pt x="2690717" y="1556195"/>
                  <a:pt x="2690813" y="1556480"/>
                </a:cubicBezTo>
                <a:lnTo>
                  <a:pt x="2567273" y="1556480"/>
                </a:lnTo>
                <a:lnTo>
                  <a:pt x="2542509" y="1579626"/>
                </a:lnTo>
                <a:lnTo>
                  <a:pt x="2542509" y="1642777"/>
                </a:lnTo>
                <a:cubicBezTo>
                  <a:pt x="2538127" y="1643253"/>
                  <a:pt x="2534031" y="1645920"/>
                  <a:pt x="2532317" y="1650397"/>
                </a:cubicBezTo>
                <a:cubicBezTo>
                  <a:pt x="2529935" y="1656683"/>
                  <a:pt x="2533079" y="1663732"/>
                  <a:pt x="2539270" y="1666113"/>
                </a:cubicBezTo>
                <a:cubicBezTo>
                  <a:pt x="2539842" y="1666303"/>
                  <a:pt x="2540508" y="1666303"/>
                  <a:pt x="2541080" y="1666399"/>
                </a:cubicBezTo>
                <a:lnTo>
                  <a:pt x="2541080" y="1692212"/>
                </a:lnTo>
                <a:cubicBezTo>
                  <a:pt x="2541080" y="1692212"/>
                  <a:pt x="2529935" y="1704118"/>
                  <a:pt x="2529935" y="1704118"/>
                </a:cubicBezTo>
                <a:lnTo>
                  <a:pt x="2440972" y="1703546"/>
                </a:lnTo>
                <a:lnTo>
                  <a:pt x="2440972" y="1694593"/>
                </a:lnTo>
                <a:cubicBezTo>
                  <a:pt x="2440972" y="1689830"/>
                  <a:pt x="2437067" y="1685925"/>
                  <a:pt x="2432209" y="1685925"/>
                </a:cubicBezTo>
                <a:lnTo>
                  <a:pt x="2284190" y="1685925"/>
                </a:lnTo>
                <a:cubicBezTo>
                  <a:pt x="2279428" y="1685925"/>
                  <a:pt x="2275523" y="1689830"/>
                  <a:pt x="2275523" y="1694593"/>
                </a:cubicBezTo>
                <a:lnTo>
                  <a:pt x="2275523" y="1704118"/>
                </a:lnTo>
                <a:lnTo>
                  <a:pt x="2193227" y="1704118"/>
                </a:lnTo>
                <a:lnTo>
                  <a:pt x="2175034" y="1691545"/>
                </a:lnTo>
                <a:lnTo>
                  <a:pt x="2126456" y="1691545"/>
                </a:lnTo>
                <a:lnTo>
                  <a:pt x="2126456" y="1674019"/>
                </a:lnTo>
                <a:lnTo>
                  <a:pt x="2175034" y="1674019"/>
                </a:lnTo>
                <a:lnTo>
                  <a:pt x="2193227" y="1661446"/>
                </a:lnTo>
                <a:lnTo>
                  <a:pt x="2277618" y="1661446"/>
                </a:lnTo>
                <a:lnTo>
                  <a:pt x="2277618" y="1668113"/>
                </a:lnTo>
                <a:cubicBezTo>
                  <a:pt x="2277618" y="1672876"/>
                  <a:pt x="2281523" y="1676876"/>
                  <a:pt x="2286381" y="1676876"/>
                </a:cubicBezTo>
                <a:lnTo>
                  <a:pt x="2430113" y="1676876"/>
                </a:lnTo>
                <a:cubicBezTo>
                  <a:pt x="2434876" y="1676876"/>
                  <a:pt x="2438876" y="1672971"/>
                  <a:pt x="2438876" y="1668113"/>
                </a:cubicBezTo>
                <a:lnTo>
                  <a:pt x="2438876" y="1660970"/>
                </a:lnTo>
                <a:lnTo>
                  <a:pt x="2485739" y="1660970"/>
                </a:lnTo>
                <a:lnTo>
                  <a:pt x="2505170" y="1645253"/>
                </a:lnTo>
                <a:lnTo>
                  <a:pt x="2505170" y="1626775"/>
                </a:lnTo>
                <a:cubicBezTo>
                  <a:pt x="2506409" y="1626584"/>
                  <a:pt x="2507552" y="1626299"/>
                  <a:pt x="2508695" y="1625727"/>
                </a:cubicBezTo>
                <a:cubicBezTo>
                  <a:pt x="2512219" y="1624108"/>
                  <a:pt x="2514981" y="1621250"/>
                  <a:pt x="2516410" y="1617631"/>
                </a:cubicBezTo>
                <a:cubicBezTo>
                  <a:pt x="2517838" y="1614011"/>
                  <a:pt x="2517743" y="1610011"/>
                  <a:pt x="2516124" y="1606487"/>
                </a:cubicBezTo>
                <a:cubicBezTo>
                  <a:pt x="2514505" y="1602962"/>
                  <a:pt x="2511647" y="1600200"/>
                  <a:pt x="2508028" y="1598771"/>
                </a:cubicBezTo>
                <a:cubicBezTo>
                  <a:pt x="2507456" y="1598581"/>
                  <a:pt x="2506885" y="1598486"/>
                  <a:pt x="2506409" y="1598295"/>
                </a:cubicBezTo>
                <a:lnTo>
                  <a:pt x="2506409" y="1538478"/>
                </a:lnTo>
                <a:lnTo>
                  <a:pt x="2528316" y="1517999"/>
                </a:lnTo>
                <a:lnTo>
                  <a:pt x="2631758" y="1517999"/>
                </a:lnTo>
                <a:cubicBezTo>
                  <a:pt x="2632424" y="1521238"/>
                  <a:pt x="2633948" y="1524286"/>
                  <a:pt x="2636425" y="1526857"/>
                </a:cubicBezTo>
                <a:cubicBezTo>
                  <a:pt x="2639759" y="1530191"/>
                  <a:pt x="2644140" y="1531906"/>
                  <a:pt x="2648522" y="1531906"/>
                </a:cubicBezTo>
                <a:cubicBezTo>
                  <a:pt x="2652903" y="1531906"/>
                  <a:pt x="2657285" y="1530191"/>
                  <a:pt x="2660618" y="1526857"/>
                </a:cubicBezTo>
                <a:cubicBezTo>
                  <a:pt x="2667286" y="1520190"/>
                  <a:pt x="2667286" y="1509332"/>
                  <a:pt x="2660618" y="1502664"/>
                </a:cubicBezTo>
                <a:cubicBezTo>
                  <a:pt x="2653951" y="1495997"/>
                  <a:pt x="2643092" y="1495997"/>
                  <a:pt x="2636425" y="1502664"/>
                </a:cubicBezTo>
                <a:cubicBezTo>
                  <a:pt x="2634044" y="1505045"/>
                  <a:pt x="2632615" y="1507903"/>
                  <a:pt x="2631853" y="1510951"/>
                </a:cubicBezTo>
                <a:lnTo>
                  <a:pt x="2525363" y="1510951"/>
                </a:lnTo>
                <a:lnTo>
                  <a:pt x="2499170" y="1535430"/>
                </a:lnTo>
                <a:lnTo>
                  <a:pt x="2499170" y="1598295"/>
                </a:lnTo>
                <a:cubicBezTo>
                  <a:pt x="2498408" y="1598486"/>
                  <a:pt x="2497550" y="1598771"/>
                  <a:pt x="2496788" y="1599057"/>
                </a:cubicBezTo>
                <a:cubicBezTo>
                  <a:pt x="2493264" y="1600676"/>
                  <a:pt x="2490502" y="1603534"/>
                  <a:pt x="2489073" y="1607153"/>
                </a:cubicBezTo>
                <a:cubicBezTo>
                  <a:pt x="2487644" y="1610773"/>
                  <a:pt x="2487740" y="1614773"/>
                  <a:pt x="2489359" y="1618298"/>
                </a:cubicBezTo>
                <a:cubicBezTo>
                  <a:pt x="2490978" y="1621822"/>
                  <a:pt x="2493836" y="1624584"/>
                  <a:pt x="2497455" y="1626013"/>
                </a:cubicBezTo>
                <a:cubicBezTo>
                  <a:pt x="2498408" y="1626394"/>
                  <a:pt x="2499360" y="1626394"/>
                  <a:pt x="2500313" y="1626584"/>
                </a:cubicBezTo>
                <a:lnTo>
                  <a:pt x="2500313" y="1642967"/>
                </a:lnTo>
                <a:lnTo>
                  <a:pt x="2483930" y="1656207"/>
                </a:lnTo>
                <a:lnTo>
                  <a:pt x="2438781" y="1656207"/>
                </a:lnTo>
                <a:lnTo>
                  <a:pt x="2438781" y="1649063"/>
                </a:lnTo>
                <a:cubicBezTo>
                  <a:pt x="2438781" y="1644301"/>
                  <a:pt x="2434876" y="1640300"/>
                  <a:pt x="2430018" y="1640300"/>
                </a:cubicBezTo>
                <a:lnTo>
                  <a:pt x="2286286" y="1640300"/>
                </a:lnTo>
                <a:cubicBezTo>
                  <a:pt x="2281523" y="1640300"/>
                  <a:pt x="2277523" y="1644206"/>
                  <a:pt x="2277523" y="1649063"/>
                </a:cubicBezTo>
                <a:lnTo>
                  <a:pt x="2277523" y="1656778"/>
                </a:lnTo>
                <a:lnTo>
                  <a:pt x="2191607" y="1656778"/>
                </a:lnTo>
                <a:lnTo>
                  <a:pt x="2173415" y="1669352"/>
                </a:lnTo>
                <a:lnTo>
                  <a:pt x="2126266" y="1669352"/>
                </a:lnTo>
                <a:lnTo>
                  <a:pt x="2126266" y="1665065"/>
                </a:lnTo>
                <a:cubicBezTo>
                  <a:pt x="2126266" y="1660779"/>
                  <a:pt x="2122646" y="1657255"/>
                  <a:pt x="2118170" y="1657255"/>
                </a:cubicBezTo>
                <a:lnTo>
                  <a:pt x="2110645" y="1657255"/>
                </a:lnTo>
                <a:cubicBezTo>
                  <a:pt x="2106168" y="1657255"/>
                  <a:pt x="2102549" y="1660779"/>
                  <a:pt x="2102549" y="1665065"/>
                </a:cubicBezTo>
                <a:lnTo>
                  <a:pt x="2102549" y="1680496"/>
                </a:lnTo>
                <a:lnTo>
                  <a:pt x="2102549" y="1675924"/>
                </a:lnTo>
                <a:cubicBezTo>
                  <a:pt x="2102549" y="1675924"/>
                  <a:pt x="2029016" y="1676686"/>
                  <a:pt x="2029016" y="1676686"/>
                </a:cubicBezTo>
                <a:lnTo>
                  <a:pt x="1993868" y="1721358"/>
                </a:lnTo>
                <a:lnTo>
                  <a:pt x="1993582" y="1769078"/>
                </a:lnTo>
                <a:lnTo>
                  <a:pt x="1920907" y="1874806"/>
                </a:lnTo>
                <a:lnTo>
                  <a:pt x="1843373" y="1874806"/>
                </a:lnTo>
                <a:lnTo>
                  <a:pt x="1832801" y="1864424"/>
                </a:lnTo>
                <a:lnTo>
                  <a:pt x="1761935" y="1864424"/>
                </a:lnTo>
                <a:lnTo>
                  <a:pt x="1761935" y="1860899"/>
                </a:lnTo>
                <a:cubicBezTo>
                  <a:pt x="1761935" y="1855280"/>
                  <a:pt x="1757363" y="1850707"/>
                  <a:pt x="1751743" y="1850707"/>
                </a:cubicBezTo>
                <a:close/>
                <a:moveTo>
                  <a:pt x="1755267" y="1875853"/>
                </a:moveTo>
                <a:cubicBezTo>
                  <a:pt x="1755267" y="1877568"/>
                  <a:pt x="1753934" y="1878902"/>
                  <a:pt x="1752219" y="1878902"/>
                </a:cubicBezTo>
                <a:lnTo>
                  <a:pt x="1737265" y="1878902"/>
                </a:lnTo>
                <a:cubicBezTo>
                  <a:pt x="1735550" y="1878902"/>
                  <a:pt x="1734217" y="1877568"/>
                  <a:pt x="1734217" y="1875853"/>
                </a:cubicBezTo>
                <a:lnTo>
                  <a:pt x="1734217" y="1860899"/>
                </a:lnTo>
                <a:cubicBezTo>
                  <a:pt x="1734217" y="1859185"/>
                  <a:pt x="1735550" y="1857851"/>
                  <a:pt x="1737265" y="1857851"/>
                </a:cubicBezTo>
                <a:lnTo>
                  <a:pt x="1752219" y="1857851"/>
                </a:lnTo>
                <a:cubicBezTo>
                  <a:pt x="1753934" y="1857851"/>
                  <a:pt x="1755267" y="1859185"/>
                  <a:pt x="1755267" y="1860899"/>
                </a:cubicBezTo>
                <a:lnTo>
                  <a:pt x="1755267" y="1875853"/>
                </a:lnTo>
                <a:close/>
                <a:moveTo>
                  <a:pt x="3061526" y="1248442"/>
                </a:moveTo>
                <a:cubicBezTo>
                  <a:pt x="3061526" y="1243013"/>
                  <a:pt x="3065907" y="1238536"/>
                  <a:pt x="3071432" y="1238536"/>
                </a:cubicBezTo>
                <a:cubicBezTo>
                  <a:pt x="3076956" y="1238536"/>
                  <a:pt x="3081338" y="1242917"/>
                  <a:pt x="3081338" y="1248442"/>
                </a:cubicBezTo>
                <a:cubicBezTo>
                  <a:pt x="3081338" y="1253966"/>
                  <a:pt x="3076956" y="1258348"/>
                  <a:pt x="3071432" y="1258348"/>
                </a:cubicBezTo>
                <a:cubicBezTo>
                  <a:pt x="3065907" y="1258348"/>
                  <a:pt x="3061526" y="1253966"/>
                  <a:pt x="3061526" y="1248442"/>
                </a:cubicBezTo>
                <a:close/>
                <a:moveTo>
                  <a:pt x="2703862" y="1547527"/>
                </a:moveTo>
                <a:cubicBezTo>
                  <a:pt x="2708338" y="1547527"/>
                  <a:pt x="2711958" y="1551146"/>
                  <a:pt x="2711958" y="1555623"/>
                </a:cubicBezTo>
                <a:cubicBezTo>
                  <a:pt x="2711958" y="1560100"/>
                  <a:pt x="2708338" y="1563719"/>
                  <a:pt x="2703862" y="1563719"/>
                </a:cubicBezTo>
                <a:cubicBezTo>
                  <a:pt x="2699385" y="1563719"/>
                  <a:pt x="2695766" y="1560100"/>
                  <a:pt x="2695766" y="1555623"/>
                </a:cubicBezTo>
                <a:cubicBezTo>
                  <a:pt x="2695766" y="1551146"/>
                  <a:pt x="2699385" y="1547527"/>
                  <a:pt x="2703862" y="1547527"/>
                </a:cubicBezTo>
                <a:close/>
                <a:moveTo>
                  <a:pt x="2280666" y="1694783"/>
                </a:moveTo>
                <a:cubicBezTo>
                  <a:pt x="2280666" y="1692593"/>
                  <a:pt x="2282476" y="1690878"/>
                  <a:pt x="2284571" y="1690878"/>
                </a:cubicBezTo>
                <a:lnTo>
                  <a:pt x="2432590" y="1690878"/>
                </a:lnTo>
                <a:cubicBezTo>
                  <a:pt x="2434781" y="1690878"/>
                  <a:pt x="2436590" y="1692688"/>
                  <a:pt x="2436590" y="1694783"/>
                </a:cubicBezTo>
                <a:lnTo>
                  <a:pt x="2436590" y="1717262"/>
                </a:lnTo>
                <a:cubicBezTo>
                  <a:pt x="2436590" y="1719453"/>
                  <a:pt x="2434781" y="1721263"/>
                  <a:pt x="2432590" y="1721263"/>
                </a:cubicBezTo>
                <a:lnTo>
                  <a:pt x="2284571" y="1721263"/>
                </a:lnTo>
                <a:cubicBezTo>
                  <a:pt x="2282381" y="1721263"/>
                  <a:pt x="2280666" y="1719453"/>
                  <a:pt x="2280666" y="1717262"/>
                </a:cubicBezTo>
                <a:lnTo>
                  <a:pt x="2280666" y="1694783"/>
                </a:lnTo>
                <a:close/>
                <a:moveTo>
                  <a:pt x="2638425" y="1504474"/>
                </a:moveTo>
                <a:cubicBezTo>
                  <a:pt x="2641283" y="1501616"/>
                  <a:pt x="2645093" y="1500188"/>
                  <a:pt x="2648903" y="1500188"/>
                </a:cubicBezTo>
                <a:cubicBezTo>
                  <a:pt x="2652713" y="1500188"/>
                  <a:pt x="2656427" y="1501616"/>
                  <a:pt x="2659380" y="1504474"/>
                </a:cubicBezTo>
                <a:cubicBezTo>
                  <a:pt x="2665095" y="1510189"/>
                  <a:pt x="2665095" y="1519619"/>
                  <a:pt x="2659380" y="1525334"/>
                </a:cubicBezTo>
                <a:cubicBezTo>
                  <a:pt x="2653665" y="1531049"/>
                  <a:pt x="2644235" y="1531049"/>
                  <a:pt x="2638520" y="1525334"/>
                </a:cubicBezTo>
                <a:cubicBezTo>
                  <a:pt x="2632805" y="1519619"/>
                  <a:pt x="2632805" y="1510189"/>
                  <a:pt x="2638520" y="1504474"/>
                </a:cubicBezTo>
                <a:close/>
                <a:moveTo>
                  <a:pt x="2499551" y="1621631"/>
                </a:moveTo>
                <a:cubicBezTo>
                  <a:pt x="2497074" y="1620679"/>
                  <a:pt x="2495169" y="1618869"/>
                  <a:pt x="2494121" y="1616488"/>
                </a:cubicBezTo>
                <a:cubicBezTo>
                  <a:pt x="2493074" y="1614107"/>
                  <a:pt x="2492978" y="1611440"/>
                  <a:pt x="2493931" y="1608963"/>
                </a:cubicBezTo>
                <a:cubicBezTo>
                  <a:pt x="2494884" y="1606487"/>
                  <a:pt x="2496693" y="1604582"/>
                  <a:pt x="2499074" y="1603534"/>
                </a:cubicBezTo>
                <a:cubicBezTo>
                  <a:pt x="2500313" y="1602962"/>
                  <a:pt x="2501646" y="1602677"/>
                  <a:pt x="2503075" y="1602677"/>
                </a:cubicBezTo>
                <a:cubicBezTo>
                  <a:pt x="2504218" y="1602677"/>
                  <a:pt x="2505456" y="1602867"/>
                  <a:pt x="2506599" y="1603343"/>
                </a:cubicBezTo>
                <a:cubicBezTo>
                  <a:pt x="2509076" y="1604296"/>
                  <a:pt x="2510980" y="1606106"/>
                  <a:pt x="2512028" y="1608487"/>
                </a:cubicBezTo>
                <a:cubicBezTo>
                  <a:pt x="2513076" y="1610868"/>
                  <a:pt x="2513171" y="1613535"/>
                  <a:pt x="2512219" y="1616012"/>
                </a:cubicBezTo>
                <a:cubicBezTo>
                  <a:pt x="2511267" y="1618488"/>
                  <a:pt x="2509457" y="1620393"/>
                  <a:pt x="2507075" y="1621441"/>
                </a:cubicBezTo>
                <a:cubicBezTo>
                  <a:pt x="2504694" y="1622489"/>
                  <a:pt x="2502027" y="1622584"/>
                  <a:pt x="2499551" y="1621631"/>
                </a:cubicBezTo>
                <a:close/>
                <a:moveTo>
                  <a:pt x="2282762" y="1649063"/>
                </a:moveTo>
                <a:cubicBezTo>
                  <a:pt x="2282762" y="1646873"/>
                  <a:pt x="2284571" y="1645063"/>
                  <a:pt x="2286762" y="1645063"/>
                </a:cubicBezTo>
                <a:lnTo>
                  <a:pt x="2430494" y="1645063"/>
                </a:lnTo>
                <a:cubicBezTo>
                  <a:pt x="2432685" y="1645063"/>
                  <a:pt x="2434495" y="1646873"/>
                  <a:pt x="2434495" y="1649063"/>
                </a:cubicBezTo>
                <a:lnTo>
                  <a:pt x="2434495" y="1668209"/>
                </a:lnTo>
                <a:cubicBezTo>
                  <a:pt x="2434495" y="1670399"/>
                  <a:pt x="2432685" y="1672209"/>
                  <a:pt x="2430494" y="1672209"/>
                </a:cubicBezTo>
                <a:lnTo>
                  <a:pt x="2286762" y="1672209"/>
                </a:lnTo>
                <a:cubicBezTo>
                  <a:pt x="2284571" y="1672209"/>
                  <a:pt x="2282762" y="1670399"/>
                  <a:pt x="2282762" y="1668209"/>
                </a:cubicBezTo>
                <a:lnTo>
                  <a:pt x="2282762" y="1649063"/>
                </a:lnTo>
                <a:close/>
                <a:moveTo>
                  <a:pt x="2106835" y="1665065"/>
                </a:moveTo>
                <a:cubicBezTo>
                  <a:pt x="2106835" y="1662779"/>
                  <a:pt x="2108835" y="1660874"/>
                  <a:pt x="2111216" y="1660874"/>
                </a:cubicBezTo>
                <a:lnTo>
                  <a:pt x="2118741" y="1660874"/>
                </a:lnTo>
                <a:cubicBezTo>
                  <a:pt x="2121122" y="1660874"/>
                  <a:pt x="2123123" y="1662779"/>
                  <a:pt x="2123123" y="1665065"/>
                </a:cubicBezTo>
                <a:lnTo>
                  <a:pt x="2123123" y="1669923"/>
                </a:lnTo>
                <a:lnTo>
                  <a:pt x="2106930" y="1669923"/>
                </a:lnTo>
                <a:lnTo>
                  <a:pt x="2106930" y="1665065"/>
                </a:lnTo>
                <a:close/>
                <a:moveTo>
                  <a:pt x="2106835" y="1689545"/>
                </a:moveTo>
                <a:lnTo>
                  <a:pt x="2123027" y="1689545"/>
                </a:lnTo>
                <a:lnTo>
                  <a:pt x="2123027" y="1696117"/>
                </a:lnTo>
                <a:cubicBezTo>
                  <a:pt x="2123027" y="1698403"/>
                  <a:pt x="2121027" y="1700308"/>
                  <a:pt x="2118646" y="1700308"/>
                </a:cubicBezTo>
                <a:lnTo>
                  <a:pt x="2111121" y="1700308"/>
                </a:lnTo>
                <a:cubicBezTo>
                  <a:pt x="2108740" y="1700308"/>
                  <a:pt x="2106740" y="1698403"/>
                  <a:pt x="2106740" y="1696117"/>
                </a:cubicBezTo>
                <a:lnTo>
                  <a:pt x="2106740" y="1689545"/>
                </a:lnTo>
                <a:close/>
                <a:moveTo>
                  <a:pt x="760381" y="3309938"/>
                </a:moveTo>
                <a:cubicBezTo>
                  <a:pt x="758571" y="3308128"/>
                  <a:pt x="756095" y="3307080"/>
                  <a:pt x="753523" y="3307080"/>
                </a:cubicBezTo>
                <a:lnTo>
                  <a:pt x="753523" y="3307080"/>
                </a:lnTo>
                <a:cubicBezTo>
                  <a:pt x="750951" y="3307080"/>
                  <a:pt x="748475" y="3308128"/>
                  <a:pt x="746665" y="3309938"/>
                </a:cubicBezTo>
                <a:cubicBezTo>
                  <a:pt x="744855" y="3311747"/>
                  <a:pt x="743807" y="3314224"/>
                  <a:pt x="743807" y="3316796"/>
                </a:cubicBezTo>
                <a:cubicBezTo>
                  <a:pt x="743807" y="3319367"/>
                  <a:pt x="744760" y="3321844"/>
                  <a:pt x="746665" y="3323749"/>
                </a:cubicBezTo>
                <a:cubicBezTo>
                  <a:pt x="748475" y="3325559"/>
                  <a:pt x="750951" y="3326606"/>
                  <a:pt x="753523" y="3326606"/>
                </a:cubicBezTo>
                <a:lnTo>
                  <a:pt x="753523" y="3326606"/>
                </a:lnTo>
                <a:cubicBezTo>
                  <a:pt x="757809" y="3326606"/>
                  <a:pt x="761333" y="3323749"/>
                  <a:pt x="762667" y="3319939"/>
                </a:cubicBezTo>
                <a:lnTo>
                  <a:pt x="867537" y="3319939"/>
                </a:lnTo>
                <a:lnTo>
                  <a:pt x="891635" y="3338894"/>
                </a:lnTo>
                <a:lnTo>
                  <a:pt x="954786" y="3338894"/>
                </a:lnTo>
                <a:cubicBezTo>
                  <a:pt x="955167" y="3340703"/>
                  <a:pt x="955929" y="3342323"/>
                  <a:pt x="957263" y="3343656"/>
                </a:cubicBezTo>
                <a:cubicBezTo>
                  <a:pt x="959072" y="3345466"/>
                  <a:pt x="961549" y="3346513"/>
                  <a:pt x="964121" y="3346513"/>
                </a:cubicBezTo>
                <a:lnTo>
                  <a:pt x="964121" y="3346513"/>
                </a:lnTo>
                <a:cubicBezTo>
                  <a:pt x="969550" y="3346513"/>
                  <a:pt x="973836" y="3342132"/>
                  <a:pt x="973836" y="3336703"/>
                </a:cubicBezTo>
                <a:cubicBezTo>
                  <a:pt x="973836" y="3331369"/>
                  <a:pt x="969454" y="3326987"/>
                  <a:pt x="964121" y="3326987"/>
                </a:cubicBezTo>
                <a:lnTo>
                  <a:pt x="964121" y="3326987"/>
                </a:lnTo>
                <a:cubicBezTo>
                  <a:pt x="961549" y="3326987"/>
                  <a:pt x="959072" y="3328035"/>
                  <a:pt x="957263" y="3329845"/>
                </a:cubicBezTo>
                <a:cubicBezTo>
                  <a:pt x="956024" y="3331083"/>
                  <a:pt x="955358" y="3332607"/>
                  <a:pt x="954881" y="3334131"/>
                </a:cubicBezTo>
                <a:lnTo>
                  <a:pt x="893254" y="3334131"/>
                </a:lnTo>
                <a:cubicBezTo>
                  <a:pt x="893254" y="3334131"/>
                  <a:pt x="869156" y="3315176"/>
                  <a:pt x="869156" y="3315176"/>
                </a:cubicBezTo>
                <a:lnTo>
                  <a:pt x="762857" y="3315176"/>
                </a:lnTo>
                <a:cubicBezTo>
                  <a:pt x="762476" y="3313271"/>
                  <a:pt x="761810" y="3311462"/>
                  <a:pt x="760381" y="3310033"/>
                </a:cubicBezTo>
                <a:close/>
                <a:moveTo>
                  <a:pt x="753427" y="3321844"/>
                </a:moveTo>
                <a:lnTo>
                  <a:pt x="753427" y="3321844"/>
                </a:lnTo>
                <a:cubicBezTo>
                  <a:pt x="752094" y="3321844"/>
                  <a:pt x="750856" y="3321272"/>
                  <a:pt x="749903" y="3320320"/>
                </a:cubicBezTo>
                <a:cubicBezTo>
                  <a:pt x="748951" y="3319367"/>
                  <a:pt x="748475" y="3318129"/>
                  <a:pt x="748475" y="3316796"/>
                </a:cubicBezTo>
                <a:cubicBezTo>
                  <a:pt x="748475" y="3315462"/>
                  <a:pt x="749046" y="3314224"/>
                  <a:pt x="749999" y="3313271"/>
                </a:cubicBezTo>
                <a:cubicBezTo>
                  <a:pt x="750951" y="3312319"/>
                  <a:pt x="752189" y="3311843"/>
                  <a:pt x="753523" y="3311843"/>
                </a:cubicBezTo>
                <a:lnTo>
                  <a:pt x="753523" y="3311843"/>
                </a:lnTo>
                <a:cubicBezTo>
                  <a:pt x="754856" y="3311843"/>
                  <a:pt x="756095" y="3312414"/>
                  <a:pt x="757047" y="3313367"/>
                </a:cubicBezTo>
                <a:cubicBezTo>
                  <a:pt x="758000" y="3314319"/>
                  <a:pt x="758476" y="3315557"/>
                  <a:pt x="758476" y="3316891"/>
                </a:cubicBezTo>
                <a:cubicBezTo>
                  <a:pt x="758476" y="3319653"/>
                  <a:pt x="756190" y="3321844"/>
                  <a:pt x="753427" y="3321844"/>
                </a:cubicBezTo>
                <a:close/>
                <a:moveTo>
                  <a:pt x="960596" y="3333179"/>
                </a:moveTo>
                <a:cubicBezTo>
                  <a:pt x="961549" y="3332226"/>
                  <a:pt x="962787" y="3331750"/>
                  <a:pt x="964121" y="3331750"/>
                </a:cubicBezTo>
                <a:lnTo>
                  <a:pt x="964121" y="3331750"/>
                </a:lnTo>
                <a:cubicBezTo>
                  <a:pt x="966883" y="3331750"/>
                  <a:pt x="969074" y="3333941"/>
                  <a:pt x="969074" y="3336703"/>
                </a:cubicBezTo>
                <a:cubicBezTo>
                  <a:pt x="969074" y="3339465"/>
                  <a:pt x="966883" y="3341751"/>
                  <a:pt x="964121" y="3341751"/>
                </a:cubicBezTo>
                <a:lnTo>
                  <a:pt x="964121" y="3341751"/>
                </a:lnTo>
                <a:cubicBezTo>
                  <a:pt x="962787" y="3341751"/>
                  <a:pt x="961549" y="3341275"/>
                  <a:pt x="960596" y="3340322"/>
                </a:cubicBezTo>
                <a:cubicBezTo>
                  <a:pt x="959644" y="3339370"/>
                  <a:pt x="959168" y="3338132"/>
                  <a:pt x="959168" y="3336798"/>
                </a:cubicBezTo>
                <a:cubicBezTo>
                  <a:pt x="959168" y="3335465"/>
                  <a:pt x="959644" y="3334226"/>
                  <a:pt x="960596" y="3333274"/>
                </a:cubicBezTo>
                <a:close/>
                <a:moveTo>
                  <a:pt x="533591" y="3030474"/>
                </a:moveTo>
                <a:lnTo>
                  <a:pt x="538448" y="3030474"/>
                </a:lnTo>
                <a:cubicBezTo>
                  <a:pt x="542163" y="3030474"/>
                  <a:pt x="545306" y="3027426"/>
                  <a:pt x="545306" y="3023616"/>
                </a:cubicBezTo>
                <a:lnTo>
                  <a:pt x="545306" y="3009234"/>
                </a:lnTo>
                <a:cubicBezTo>
                  <a:pt x="545306" y="3005519"/>
                  <a:pt x="542258" y="3002375"/>
                  <a:pt x="538448" y="3002375"/>
                </a:cubicBezTo>
                <a:lnTo>
                  <a:pt x="533591" y="3002375"/>
                </a:lnTo>
                <a:lnTo>
                  <a:pt x="533591" y="2966085"/>
                </a:lnTo>
                <a:lnTo>
                  <a:pt x="381190" y="2815400"/>
                </a:lnTo>
                <a:cubicBezTo>
                  <a:pt x="383096" y="2812161"/>
                  <a:pt x="382905" y="2807970"/>
                  <a:pt x="380333" y="2804922"/>
                </a:cubicBezTo>
                <a:cubicBezTo>
                  <a:pt x="377095" y="2801017"/>
                  <a:pt x="371285" y="2800541"/>
                  <a:pt x="367379" y="2803779"/>
                </a:cubicBezTo>
                <a:cubicBezTo>
                  <a:pt x="363474" y="2807018"/>
                  <a:pt x="362998" y="2812828"/>
                  <a:pt x="366236" y="2816733"/>
                </a:cubicBezTo>
                <a:cubicBezTo>
                  <a:pt x="369094" y="2820162"/>
                  <a:pt x="373952" y="2820829"/>
                  <a:pt x="377666" y="2818734"/>
                </a:cubicBezTo>
                <a:lnTo>
                  <a:pt x="528733" y="2968180"/>
                </a:lnTo>
                <a:lnTo>
                  <a:pt x="528733" y="3002471"/>
                </a:lnTo>
                <a:lnTo>
                  <a:pt x="523875" y="3002471"/>
                </a:lnTo>
                <a:cubicBezTo>
                  <a:pt x="520160" y="3002471"/>
                  <a:pt x="517017" y="3005519"/>
                  <a:pt x="517017" y="3009329"/>
                </a:cubicBezTo>
                <a:lnTo>
                  <a:pt x="517017" y="3023711"/>
                </a:lnTo>
                <a:cubicBezTo>
                  <a:pt x="517017" y="3027426"/>
                  <a:pt x="520065" y="3030569"/>
                  <a:pt x="523875" y="3030569"/>
                </a:cubicBezTo>
                <a:lnTo>
                  <a:pt x="528733" y="3030569"/>
                </a:lnTo>
                <a:lnTo>
                  <a:pt x="528733" y="3037713"/>
                </a:lnTo>
                <a:lnTo>
                  <a:pt x="533495" y="3037713"/>
                </a:lnTo>
                <a:lnTo>
                  <a:pt x="533495" y="3030569"/>
                </a:lnTo>
                <a:close/>
                <a:moveTo>
                  <a:pt x="524065" y="3025712"/>
                </a:moveTo>
                <a:cubicBezTo>
                  <a:pt x="522923" y="3025712"/>
                  <a:pt x="521970" y="3024759"/>
                  <a:pt x="521970" y="3023616"/>
                </a:cubicBezTo>
                <a:lnTo>
                  <a:pt x="521970" y="3009234"/>
                </a:lnTo>
                <a:cubicBezTo>
                  <a:pt x="521970" y="3008090"/>
                  <a:pt x="522923" y="3007138"/>
                  <a:pt x="524065" y="3007138"/>
                </a:cubicBezTo>
                <a:lnTo>
                  <a:pt x="538544" y="3007138"/>
                </a:lnTo>
                <a:cubicBezTo>
                  <a:pt x="539687" y="3007138"/>
                  <a:pt x="540639" y="3008090"/>
                  <a:pt x="540639" y="3009234"/>
                </a:cubicBezTo>
                <a:lnTo>
                  <a:pt x="540639" y="3023616"/>
                </a:lnTo>
                <a:cubicBezTo>
                  <a:pt x="540639" y="3024759"/>
                  <a:pt x="539687" y="3025712"/>
                  <a:pt x="538544" y="3025712"/>
                </a:cubicBezTo>
                <a:lnTo>
                  <a:pt x="524065" y="3025712"/>
                </a:lnTo>
                <a:close/>
                <a:moveTo>
                  <a:pt x="776954" y="3290888"/>
                </a:moveTo>
                <a:cubicBezTo>
                  <a:pt x="779526" y="3290888"/>
                  <a:pt x="782002" y="3289840"/>
                  <a:pt x="783812" y="3288030"/>
                </a:cubicBezTo>
                <a:cubicBezTo>
                  <a:pt x="784860" y="3286982"/>
                  <a:pt x="785622" y="3285649"/>
                  <a:pt x="786098" y="3284220"/>
                </a:cubicBezTo>
                <a:lnTo>
                  <a:pt x="864489" y="3284220"/>
                </a:lnTo>
                <a:lnTo>
                  <a:pt x="878777" y="3295364"/>
                </a:lnTo>
                <a:lnTo>
                  <a:pt x="941927" y="3295364"/>
                </a:lnTo>
                <a:cubicBezTo>
                  <a:pt x="942975" y="3299651"/>
                  <a:pt x="946690" y="3302984"/>
                  <a:pt x="951262" y="3302984"/>
                </a:cubicBezTo>
                <a:lnTo>
                  <a:pt x="951262" y="3302984"/>
                </a:lnTo>
                <a:cubicBezTo>
                  <a:pt x="956691" y="3302984"/>
                  <a:pt x="960977" y="3298603"/>
                  <a:pt x="960977" y="3293174"/>
                </a:cubicBezTo>
                <a:cubicBezTo>
                  <a:pt x="960977" y="3290602"/>
                  <a:pt x="959929" y="3288125"/>
                  <a:pt x="958120" y="3286316"/>
                </a:cubicBezTo>
                <a:cubicBezTo>
                  <a:pt x="956310" y="3284506"/>
                  <a:pt x="953834" y="3283458"/>
                  <a:pt x="951262" y="3283458"/>
                </a:cubicBezTo>
                <a:lnTo>
                  <a:pt x="951262" y="3283458"/>
                </a:lnTo>
                <a:cubicBezTo>
                  <a:pt x="948690" y="3283458"/>
                  <a:pt x="946214" y="3284506"/>
                  <a:pt x="944404" y="3286316"/>
                </a:cubicBezTo>
                <a:cubicBezTo>
                  <a:pt x="943166" y="3287554"/>
                  <a:pt x="942499" y="3289078"/>
                  <a:pt x="942023" y="3290602"/>
                </a:cubicBezTo>
                <a:lnTo>
                  <a:pt x="880396" y="3290602"/>
                </a:lnTo>
                <a:cubicBezTo>
                  <a:pt x="880396" y="3290602"/>
                  <a:pt x="866108" y="3279458"/>
                  <a:pt x="866108" y="3279458"/>
                </a:cubicBezTo>
                <a:lnTo>
                  <a:pt x="786384" y="3279458"/>
                </a:lnTo>
                <a:cubicBezTo>
                  <a:pt x="785622" y="3274886"/>
                  <a:pt x="781812" y="3271361"/>
                  <a:pt x="776954" y="3271361"/>
                </a:cubicBezTo>
                <a:lnTo>
                  <a:pt x="776954" y="3271361"/>
                </a:lnTo>
                <a:cubicBezTo>
                  <a:pt x="771620" y="3271361"/>
                  <a:pt x="767239" y="3275743"/>
                  <a:pt x="767144" y="3281077"/>
                </a:cubicBezTo>
                <a:cubicBezTo>
                  <a:pt x="767144" y="3283649"/>
                  <a:pt x="768096" y="3286125"/>
                  <a:pt x="770001" y="3288030"/>
                </a:cubicBezTo>
                <a:cubicBezTo>
                  <a:pt x="771811" y="3289840"/>
                  <a:pt x="774287" y="3290888"/>
                  <a:pt x="776859" y="3290888"/>
                </a:cubicBezTo>
                <a:lnTo>
                  <a:pt x="776859" y="3290888"/>
                </a:lnTo>
                <a:close/>
                <a:moveTo>
                  <a:pt x="947738" y="3289649"/>
                </a:moveTo>
                <a:cubicBezTo>
                  <a:pt x="948690" y="3288697"/>
                  <a:pt x="949928" y="3288221"/>
                  <a:pt x="951262" y="3288221"/>
                </a:cubicBezTo>
                <a:lnTo>
                  <a:pt x="951262" y="3288221"/>
                </a:lnTo>
                <a:cubicBezTo>
                  <a:pt x="952595" y="3288221"/>
                  <a:pt x="953834" y="3288697"/>
                  <a:pt x="954786" y="3289649"/>
                </a:cubicBezTo>
                <a:cubicBezTo>
                  <a:pt x="955739" y="3290602"/>
                  <a:pt x="956215" y="3291840"/>
                  <a:pt x="956215" y="3293174"/>
                </a:cubicBezTo>
                <a:cubicBezTo>
                  <a:pt x="956215" y="3295936"/>
                  <a:pt x="954024" y="3298222"/>
                  <a:pt x="951262" y="3298222"/>
                </a:cubicBezTo>
                <a:lnTo>
                  <a:pt x="951262" y="3298222"/>
                </a:lnTo>
                <a:cubicBezTo>
                  <a:pt x="948500" y="3298222"/>
                  <a:pt x="946309" y="3296031"/>
                  <a:pt x="946309" y="3293269"/>
                </a:cubicBezTo>
                <a:cubicBezTo>
                  <a:pt x="946309" y="3291935"/>
                  <a:pt x="946785" y="3290697"/>
                  <a:pt x="947738" y="3289745"/>
                </a:cubicBezTo>
                <a:close/>
                <a:moveTo>
                  <a:pt x="772001" y="3281077"/>
                </a:moveTo>
                <a:cubicBezTo>
                  <a:pt x="772001" y="3278315"/>
                  <a:pt x="774287" y="3276124"/>
                  <a:pt x="777050" y="3276124"/>
                </a:cubicBezTo>
                <a:lnTo>
                  <a:pt x="777050" y="3276124"/>
                </a:lnTo>
                <a:cubicBezTo>
                  <a:pt x="779812" y="3276124"/>
                  <a:pt x="782002" y="3278410"/>
                  <a:pt x="782002" y="3281172"/>
                </a:cubicBezTo>
                <a:cubicBezTo>
                  <a:pt x="782002" y="3282505"/>
                  <a:pt x="781431" y="3283744"/>
                  <a:pt x="780574" y="3284696"/>
                </a:cubicBezTo>
                <a:cubicBezTo>
                  <a:pt x="779621" y="3285649"/>
                  <a:pt x="778383" y="3286125"/>
                  <a:pt x="777050" y="3286125"/>
                </a:cubicBezTo>
                <a:lnTo>
                  <a:pt x="777050" y="3286125"/>
                </a:lnTo>
                <a:cubicBezTo>
                  <a:pt x="775716" y="3286125"/>
                  <a:pt x="774478" y="3285554"/>
                  <a:pt x="773525" y="3284601"/>
                </a:cubicBezTo>
                <a:cubicBezTo>
                  <a:pt x="772573" y="3283649"/>
                  <a:pt x="772097" y="3282410"/>
                  <a:pt x="772097" y="3281077"/>
                </a:cubicBezTo>
                <a:close/>
                <a:moveTo>
                  <a:pt x="1401509" y="2122646"/>
                </a:moveTo>
                <a:cubicBezTo>
                  <a:pt x="1397222" y="2122646"/>
                  <a:pt x="1393793" y="2126171"/>
                  <a:pt x="1393793" y="2130362"/>
                </a:cubicBezTo>
                <a:cubicBezTo>
                  <a:pt x="1393793" y="2134553"/>
                  <a:pt x="1397318" y="2138077"/>
                  <a:pt x="1401509" y="2138077"/>
                </a:cubicBezTo>
                <a:cubicBezTo>
                  <a:pt x="1405700" y="2138077"/>
                  <a:pt x="1409224" y="2134553"/>
                  <a:pt x="1409224" y="2130362"/>
                </a:cubicBezTo>
                <a:cubicBezTo>
                  <a:pt x="1409224" y="2126171"/>
                  <a:pt x="1405700" y="2122646"/>
                  <a:pt x="1401509" y="2122646"/>
                </a:cubicBezTo>
                <a:close/>
                <a:moveTo>
                  <a:pt x="1401509" y="2135791"/>
                </a:moveTo>
                <a:cubicBezTo>
                  <a:pt x="1398556" y="2135791"/>
                  <a:pt x="1396175" y="2133410"/>
                  <a:pt x="1396175" y="2130457"/>
                </a:cubicBezTo>
                <a:cubicBezTo>
                  <a:pt x="1396175" y="2127504"/>
                  <a:pt x="1398556" y="2125123"/>
                  <a:pt x="1401509" y="2125123"/>
                </a:cubicBezTo>
                <a:cubicBezTo>
                  <a:pt x="1404461" y="2125123"/>
                  <a:pt x="1406843" y="2127504"/>
                  <a:pt x="1406843" y="2130457"/>
                </a:cubicBezTo>
                <a:cubicBezTo>
                  <a:pt x="1406843" y="2133410"/>
                  <a:pt x="1404461" y="2135791"/>
                  <a:pt x="1401509" y="2135791"/>
                </a:cubicBezTo>
                <a:close/>
                <a:moveTo>
                  <a:pt x="1413129" y="2130457"/>
                </a:moveTo>
                <a:cubicBezTo>
                  <a:pt x="1413129" y="2124075"/>
                  <a:pt x="1407890" y="2118836"/>
                  <a:pt x="1401509" y="2118836"/>
                </a:cubicBezTo>
                <a:cubicBezTo>
                  <a:pt x="1395127" y="2118836"/>
                  <a:pt x="1389888" y="2124075"/>
                  <a:pt x="1389888" y="2130457"/>
                </a:cubicBezTo>
                <a:cubicBezTo>
                  <a:pt x="1389888" y="2136077"/>
                  <a:pt x="1393889" y="2140458"/>
                  <a:pt x="1399127" y="2141601"/>
                </a:cubicBezTo>
                <a:lnTo>
                  <a:pt x="1399127" y="2297144"/>
                </a:lnTo>
                <a:lnTo>
                  <a:pt x="1416749" y="2315718"/>
                </a:lnTo>
                <a:lnTo>
                  <a:pt x="1454753" y="2315718"/>
                </a:lnTo>
                <a:lnTo>
                  <a:pt x="1454753" y="2322576"/>
                </a:lnTo>
                <a:cubicBezTo>
                  <a:pt x="1454753" y="2324767"/>
                  <a:pt x="1456468" y="2326481"/>
                  <a:pt x="1458659" y="2326481"/>
                </a:cubicBezTo>
                <a:lnTo>
                  <a:pt x="1477042" y="2326481"/>
                </a:lnTo>
                <a:cubicBezTo>
                  <a:pt x="1479232" y="2326481"/>
                  <a:pt x="1480947" y="2324767"/>
                  <a:pt x="1480947" y="2322576"/>
                </a:cubicBezTo>
                <a:lnTo>
                  <a:pt x="1480947" y="2304193"/>
                </a:lnTo>
                <a:cubicBezTo>
                  <a:pt x="1480947" y="2302002"/>
                  <a:pt x="1479232" y="2300288"/>
                  <a:pt x="1477042" y="2300288"/>
                </a:cubicBezTo>
                <a:lnTo>
                  <a:pt x="1458659" y="2300288"/>
                </a:lnTo>
                <a:cubicBezTo>
                  <a:pt x="1456468" y="2300288"/>
                  <a:pt x="1454753" y="2302002"/>
                  <a:pt x="1454753" y="2304193"/>
                </a:cubicBezTo>
                <a:lnTo>
                  <a:pt x="1454753" y="2311051"/>
                </a:lnTo>
                <a:lnTo>
                  <a:pt x="1418749" y="2311051"/>
                </a:lnTo>
                <a:lnTo>
                  <a:pt x="1403890" y="2295335"/>
                </a:lnTo>
                <a:lnTo>
                  <a:pt x="1403890" y="2141696"/>
                </a:lnTo>
                <a:cubicBezTo>
                  <a:pt x="1409128" y="2140553"/>
                  <a:pt x="1413129" y="2136077"/>
                  <a:pt x="1413129" y="2130552"/>
                </a:cubicBezTo>
                <a:close/>
                <a:moveTo>
                  <a:pt x="1457135" y="2304193"/>
                </a:moveTo>
                <a:cubicBezTo>
                  <a:pt x="1457135" y="2303336"/>
                  <a:pt x="1457801" y="2302669"/>
                  <a:pt x="1458659" y="2302669"/>
                </a:cubicBezTo>
                <a:lnTo>
                  <a:pt x="1477042" y="2302669"/>
                </a:lnTo>
                <a:cubicBezTo>
                  <a:pt x="1477899" y="2302669"/>
                  <a:pt x="1478566" y="2303336"/>
                  <a:pt x="1478566" y="2304193"/>
                </a:cubicBezTo>
                <a:lnTo>
                  <a:pt x="1478566" y="2322576"/>
                </a:lnTo>
                <a:cubicBezTo>
                  <a:pt x="1478566" y="2323433"/>
                  <a:pt x="1477899" y="2324100"/>
                  <a:pt x="1477042" y="2324100"/>
                </a:cubicBezTo>
                <a:lnTo>
                  <a:pt x="1458659" y="2324100"/>
                </a:lnTo>
                <a:cubicBezTo>
                  <a:pt x="1457801" y="2324100"/>
                  <a:pt x="1457135" y="2323433"/>
                  <a:pt x="1457135" y="2322576"/>
                </a:cubicBezTo>
                <a:lnTo>
                  <a:pt x="1457135" y="2304193"/>
                </a:lnTo>
                <a:close/>
                <a:moveTo>
                  <a:pt x="1401509" y="2139696"/>
                </a:moveTo>
                <a:cubicBezTo>
                  <a:pt x="1396365" y="2139696"/>
                  <a:pt x="1392269" y="2135505"/>
                  <a:pt x="1392269" y="2130457"/>
                </a:cubicBezTo>
                <a:cubicBezTo>
                  <a:pt x="1392269" y="2125409"/>
                  <a:pt x="1396460" y="2121218"/>
                  <a:pt x="1401509" y="2121218"/>
                </a:cubicBezTo>
                <a:cubicBezTo>
                  <a:pt x="1406557" y="2121218"/>
                  <a:pt x="1410748" y="2125409"/>
                  <a:pt x="1410748" y="2130457"/>
                </a:cubicBezTo>
                <a:cubicBezTo>
                  <a:pt x="1410748" y="2135505"/>
                  <a:pt x="1406557" y="2139696"/>
                  <a:pt x="1401509" y="2139696"/>
                </a:cubicBezTo>
                <a:close/>
                <a:moveTo>
                  <a:pt x="792290" y="3037523"/>
                </a:moveTo>
                <a:lnTo>
                  <a:pt x="812197" y="3037523"/>
                </a:lnTo>
                <a:lnTo>
                  <a:pt x="812197" y="3042285"/>
                </a:lnTo>
                <a:lnTo>
                  <a:pt x="790480" y="3042285"/>
                </a:lnTo>
                <a:lnTo>
                  <a:pt x="788765" y="3040856"/>
                </a:lnTo>
                <a:lnTo>
                  <a:pt x="791909" y="3037237"/>
                </a:lnTo>
                <a:lnTo>
                  <a:pt x="792290" y="3037523"/>
                </a:lnTo>
                <a:close/>
                <a:moveTo>
                  <a:pt x="1432941" y="2277142"/>
                </a:moveTo>
                <a:lnTo>
                  <a:pt x="1432941" y="2262473"/>
                </a:lnTo>
                <a:cubicBezTo>
                  <a:pt x="1432941" y="2260378"/>
                  <a:pt x="1434656" y="2258663"/>
                  <a:pt x="1436751" y="2258663"/>
                </a:cubicBezTo>
                <a:lnTo>
                  <a:pt x="1451420" y="2258663"/>
                </a:lnTo>
                <a:cubicBezTo>
                  <a:pt x="1453515" y="2258663"/>
                  <a:pt x="1455230" y="2260378"/>
                  <a:pt x="1455230" y="2262473"/>
                </a:cubicBezTo>
                <a:lnTo>
                  <a:pt x="1455230" y="2277142"/>
                </a:lnTo>
                <a:cubicBezTo>
                  <a:pt x="1455230" y="2279237"/>
                  <a:pt x="1453515" y="2280952"/>
                  <a:pt x="1451420" y="2280952"/>
                </a:cubicBezTo>
                <a:lnTo>
                  <a:pt x="1436751" y="2280952"/>
                </a:lnTo>
                <a:cubicBezTo>
                  <a:pt x="1434656" y="2280952"/>
                  <a:pt x="1432941" y="2279237"/>
                  <a:pt x="1432941" y="2277142"/>
                </a:cubicBezTo>
                <a:close/>
                <a:moveTo>
                  <a:pt x="1431893" y="2254377"/>
                </a:moveTo>
                <a:cubicBezTo>
                  <a:pt x="1430179" y="2254377"/>
                  <a:pt x="1428750" y="2255806"/>
                  <a:pt x="1428750" y="2257520"/>
                </a:cubicBezTo>
                <a:lnTo>
                  <a:pt x="1428750" y="2281904"/>
                </a:lnTo>
                <a:cubicBezTo>
                  <a:pt x="1428750" y="2283619"/>
                  <a:pt x="1430179" y="2285048"/>
                  <a:pt x="1431893" y="2285048"/>
                </a:cubicBezTo>
                <a:lnTo>
                  <a:pt x="1456277" y="2285048"/>
                </a:lnTo>
                <a:cubicBezTo>
                  <a:pt x="1457992" y="2285048"/>
                  <a:pt x="1459421" y="2283619"/>
                  <a:pt x="1459421" y="2281904"/>
                </a:cubicBezTo>
                <a:lnTo>
                  <a:pt x="1459421" y="2257520"/>
                </a:lnTo>
                <a:cubicBezTo>
                  <a:pt x="1459421" y="2255806"/>
                  <a:pt x="1457992" y="2254377"/>
                  <a:pt x="1456277" y="2254377"/>
                </a:cubicBezTo>
                <a:lnTo>
                  <a:pt x="1446467" y="2254377"/>
                </a:lnTo>
                <a:lnTo>
                  <a:pt x="1446467" y="2172081"/>
                </a:lnTo>
                <a:cubicBezTo>
                  <a:pt x="1449610" y="2171033"/>
                  <a:pt x="1451896" y="2168271"/>
                  <a:pt x="1451896" y="2164747"/>
                </a:cubicBezTo>
                <a:cubicBezTo>
                  <a:pt x="1451896" y="2160461"/>
                  <a:pt x="1448372" y="2156936"/>
                  <a:pt x="1444085" y="2156936"/>
                </a:cubicBezTo>
                <a:cubicBezTo>
                  <a:pt x="1439799" y="2156936"/>
                  <a:pt x="1436275" y="2160461"/>
                  <a:pt x="1436275" y="2164747"/>
                </a:cubicBezTo>
                <a:cubicBezTo>
                  <a:pt x="1436275" y="2168176"/>
                  <a:pt x="1438561" y="2171033"/>
                  <a:pt x="1441704" y="2172081"/>
                </a:cubicBezTo>
                <a:lnTo>
                  <a:pt x="1441704" y="2254377"/>
                </a:lnTo>
                <a:lnTo>
                  <a:pt x="1431893" y="2254377"/>
                </a:lnTo>
                <a:close/>
                <a:moveTo>
                  <a:pt x="1456373" y="2256758"/>
                </a:moveTo>
                <a:cubicBezTo>
                  <a:pt x="1456373" y="2256758"/>
                  <a:pt x="1457135" y="2257139"/>
                  <a:pt x="1457135" y="2257520"/>
                </a:cubicBezTo>
                <a:lnTo>
                  <a:pt x="1457135" y="2281904"/>
                </a:lnTo>
                <a:cubicBezTo>
                  <a:pt x="1457135" y="2281904"/>
                  <a:pt x="1456753" y="2282666"/>
                  <a:pt x="1456373" y="2282666"/>
                </a:cubicBezTo>
                <a:lnTo>
                  <a:pt x="1431989" y="2282666"/>
                </a:lnTo>
                <a:cubicBezTo>
                  <a:pt x="1431989" y="2282666"/>
                  <a:pt x="1431227" y="2282285"/>
                  <a:pt x="1431227" y="2281904"/>
                </a:cubicBezTo>
                <a:lnTo>
                  <a:pt x="1431227" y="2257520"/>
                </a:lnTo>
                <a:cubicBezTo>
                  <a:pt x="1431227" y="2257520"/>
                  <a:pt x="1431607" y="2256758"/>
                  <a:pt x="1431989" y="2256758"/>
                </a:cubicBezTo>
                <a:lnTo>
                  <a:pt x="1456373" y="2256758"/>
                </a:lnTo>
                <a:close/>
                <a:moveTo>
                  <a:pt x="1441132" y="2125504"/>
                </a:moveTo>
                <a:cubicBezTo>
                  <a:pt x="1442847" y="2123789"/>
                  <a:pt x="1445514" y="2123789"/>
                  <a:pt x="1447228" y="2125504"/>
                </a:cubicBezTo>
                <a:cubicBezTo>
                  <a:pt x="1448943" y="2127218"/>
                  <a:pt x="1448943" y="2129885"/>
                  <a:pt x="1447228" y="2131600"/>
                </a:cubicBezTo>
                <a:cubicBezTo>
                  <a:pt x="1445514" y="2133314"/>
                  <a:pt x="1442847" y="2133314"/>
                  <a:pt x="1441132" y="2131600"/>
                </a:cubicBezTo>
                <a:cubicBezTo>
                  <a:pt x="1439418" y="2129885"/>
                  <a:pt x="1439418" y="2127218"/>
                  <a:pt x="1441132" y="2125504"/>
                </a:cubicBezTo>
                <a:close/>
                <a:moveTo>
                  <a:pt x="364236" y="3433763"/>
                </a:moveTo>
                <a:lnTo>
                  <a:pt x="334613" y="3433763"/>
                </a:lnTo>
                <a:cubicBezTo>
                  <a:pt x="332899" y="3433763"/>
                  <a:pt x="331470" y="3435192"/>
                  <a:pt x="331470" y="3436906"/>
                </a:cubicBezTo>
                <a:lnTo>
                  <a:pt x="331470" y="3466529"/>
                </a:lnTo>
                <a:cubicBezTo>
                  <a:pt x="331470" y="3468243"/>
                  <a:pt x="332899" y="3469672"/>
                  <a:pt x="334613" y="3469672"/>
                </a:cubicBezTo>
                <a:lnTo>
                  <a:pt x="364236" y="3469672"/>
                </a:lnTo>
                <a:cubicBezTo>
                  <a:pt x="365951" y="3469672"/>
                  <a:pt x="367379" y="3468243"/>
                  <a:pt x="367379" y="3466529"/>
                </a:cubicBezTo>
                <a:lnTo>
                  <a:pt x="367379" y="3454146"/>
                </a:lnTo>
                <a:lnTo>
                  <a:pt x="464820" y="3454146"/>
                </a:lnTo>
                <a:cubicBezTo>
                  <a:pt x="465868" y="3458051"/>
                  <a:pt x="469297" y="3461004"/>
                  <a:pt x="473583" y="3461004"/>
                </a:cubicBezTo>
                <a:cubicBezTo>
                  <a:pt x="478631" y="3461004"/>
                  <a:pt x="482822" y="3456909"/>
                  <a:pt x="482822" y="3451765"/>
                </a:cubicBezTo>
                <a:cubicBezTo>
                  <a:pt x="482822" y="3446621"/>
                  <a:pt x="478727" y="3442526"/>
                  <a:pt x="473583" y="3442526"/>
                </a:cubicBezTo>
                <a:cubicBezTo>
                  <a:pt x="469297" y="3442526"/>
                  <a:pt x="465868" y="3445478"/>
                  <a:pt x="464820" y="3449384"/>
                </a:cubicBezTo>
                <a:lnTo>
                  <a:pt x="367379" y="3449384"/>
                </a:lnTo>
                <a:lnTo>
                  <a:pt x="367379" y="3437001"/>
                </a:lnTo>
                <a:cubicBezTo>
                  <a:pt x="367379" y="3435287"/>
                  <a:pt x="365951" y="3433858"/>
                  <a:pt x="364236" y="3433858"/>
                </a:cubicBezTo>
                <a:close/>
                <a:moveTo>
                  <a:pt x="364998" y="3466529"/>
                </a:moveTo>
                <a:cubicBezTo>
                  <a:pt x="364998" y="3466529"/>
                  <a:pt x="364617" y="3467291"/>
                  <a:pt x="364236" y="3467291"/>
                </a:cubicBezTo>
                <a:lnTo>
                  <a:pt x="334613" y="3467291"/>
                </a:lnTo>
                <a:cubicBezTo>
                  <a:pt x="334613" y="3467291"/>
                  <a:pt x="333851" y="3466910"/>
                  <a:pt x="333851" y="3466529"/>
                </a:cubicBezTo>
                <a:lnTo>
                  <a:pt x="333851" y="3436906"/>
                </a:lnTo>
                <a:cubicBezTo>
                  <a:pt x="333851" y="3436906"/>
                  <a:pt x="334232" y="3436144"/>
                  <a:pt x="334613" y="3436144"/>
                </a:cubicBezTo>
                <a:lnTo>
                  <a:pt x="364236" y="3436144"/>
                </a:lnTo>
                <a:cubicBezTo>
                  <a:pt x="364236" y="3436144"/>
                  <a:pt x="364998" y="3436525"/>
                  <a:pt x="364998" y="3436906"/>
                </a:cubicBezTo>
                <a:lnTo>
                  <a:pt x="364998" y="3466529"/>
                </a:lnTo>
                <a:close/>
                <a:moveTo>
                  <a:pt x="533591" y="3074575"/>
                </a:moveTo>
                <a:lnTo>
                  <a:pt x="528828" y="3074575"/>
                </a:lnTo>
                <a:lnTo>
                  <a:pt x="528828" y="3056096"/>
                </a:lnTo>
                <a:lnTo>
                  <a:pt x="533591" y="3056096"/>
                </a:lnTo>
                <a:lnTo>
                  <a:pt x="533591" y="3074575"/>
                </a:lnTo>
                <a:close/>
                <a:moveTo>
                  <a:pt x="2639949" y="1523810"/>
                </a:moveTo>
                <a:cubicBezTo>
                  <a:pt x="2635092" y="1518952"/>
                  <a:pt x="2635092" y="1511046"/>
                  <a:pt x="2639949" y="1506093"/>
                </a:cubicBezTo>
                <a:cubicBezTo>
                  <a:pt x="2644807" y="1501235"/>
                  <a:pt x="2652713" y="1501235"/>
                  <a:pt x="2657666" y="1506093"/>
                </a:cubicBezTo>
                <a:cubicBezTo>
                  <a:pt x="2662619" y="1510951"/>
                  <a:pt x="2662523" y="1518857"/>
                  <a:pt x="2657666" y="1523810"/>
                </a:cubicBezTo>
                <a:cubicBezTo>
                  <a:pt x="2652808" y="1528763"/>
                  <a:pt x="2644902" y="1528667"/>
                  <a:pt x="2639949" y="1523810"/>
                </a:cubicBezTo>
                <a:close/>
                <a:moveTo>
                  <a:pt x="524256" y="3349657"/>
                </a:moveTo>
                <a:lnTo>
                  <a:pt x="619506" y="3349657"/>
                </a:lnTo>
                <a:lnTo>
                  <a:pt x="637794" y="3333750"/>
                </a:lnTo>
                <a:lnTo>
                  <a:pt x="683609" y="3333750"/>
                </a:lnTo>
                <a:cubicBezTo>
                  <a:pt x="684562" y="3336608"/>
                  <a:pt x="687229" y="3338703"/>
                  <a:pt x="690467" y="3338703"/>
                </a:cubicBezTo>
                <a:cubicBezTo>
                  <a:pt x="694563" y="3338703"/>
                  <a:pt x="697897" y="3335465"/>
                  <a:pt x="697897" y="3331369"/>
                </a:cubicBezTo>
                <a:cubicBezTo>
                  <a:pt x="697897" y="3327273"/>
                  <a:pt x="694658" y="3323939"/>
                  <a:pt x="690563" y="3323939"/>
                </a:cubicBezTo>
                <a:cubicBezTo>
                  <a:pt x="687324" y="3323939"/>
                  <a:pt x="684657" y="3326035"/>
                  <a:pt x="683609" y="3328988"/>
                </a:cubicBezTo>
                <a:lnTo>
                  <a:pt x="635984" y="3328988"/>
                </a:lnTo>
                <a:lnTo>
                  <a:pt x="617696" y="3344894"/>
                </a:lnTo>
                <a:lnTo>
                  <a:pt x="524447" y="3344894"/>
                </a:lnTo>
                <a:cubicBezTo>
                  <a:pt x="523494" y="3339465"/>
                  <a:pt x="518922" y="3335179"/>
                  <a:pt x="513207" y="3335179"/>
                </a:cubicBezTo>
                <a:cubicBezTo>
                  <a:pt x="506825" y="3335179"/>
                  <a:pt x="501587" y="3340418"/>
                  <a:pt x="501587" y="3346799"/>
                </a:cubicBezTo>
                <a:cubicBezTo>
                  <a:pt x="501587" y="3353181"/>
                  <a:pt x="506825" y="3358420"/>
                  <a:pt x="513207" y="3358420"/>
                </a:cubicBezTo>
                <a:cubicBezTo>
                  <a:pt x="518636" y="3358420"/>
                  <a:pt x="522923" y="3354705"/>
                  <a:pt x="524256" y="3349657"/>
                </a:cubicBezTo>
                <a:close/>
                <a:moveTo>
                  <a:pt x="506349" y="3346799"/>
                </a:moveTo>
                <a:cubicBezTo>
                  <a:pt x="506349" y="3342989"/>
                  <a:pt x="509397" y="3339942"/>
                  <a:pt x="513207" y="3339942"/>
                </a:cubicBezTo>
                <a:cubicBezTo>
                  <a:pt x="517017" y="3339942"/>
                  <a:pt x="520065" y="3342989"/>
                  <a:pt x="520065" y="3346799"/>
                </a:cubicBezTo>
                <a:cubicBezTo>
                  <a:pt x="520065" y="3350609"/>
                  <a:pt x="517017" y="3353657"/>
                  <a:pt x="513207" y="3353657"/>
                </a:cubicBezTo>
                <a:cubicBezTo>
                  <a:pt x="509397" y="3353657"/>
                  <a:pt x="506349" y="3350609"/>
                  <a:pt x="506349" y="3346799"/>
                </a:cubicBezTo>
                <a:close/>
                <a:moveTo>
                  <a:pt x="559689" y="3156490"/>
                </a:moveTo>
                <a:lnTo>
                  <a:pt x="563118" y="3153156"/>
                </a:lnTo>
                <a:lnTo>
                  <a:pt x="569024" y="3159347"/>
                </a:lnTo>
                <a:lnTo>
                  <a:pt x="577501" y="3159347"/>
                </a:lnTo>
                <a:cubicBezTo>
                  <a:pt x="577501" y="3159347"/>
                  <a:pt x="577501" y="3164110"/>
                  <a:pt x="577501" y="3164110"/>
                </a:cubicBezTo>
                <a:lnTo>
                  <a:pt x="566928" y="3164110"/>
                </a:lnTo>
                <a:cubicBezTo>
                  <a:pt x="566928" y="3164110"/>
                  <a:pt x="559689" y="3156395"/>
                  <a:pt x="559689" y="3156395"/>
                </a:cubicBezTo>
                <a:close/>
                <a:moveTo>
                  <a:pt x="84868" y="2068830"/>
                </a:moveTo>
                <a:cubicBezTo>
                  <a:pt x="86011" y="2073974"/>
                  <a:pt x="90392" y="2077974"/>
                  <a:pt x="95917" y="2077974"/>
                </a:cubicBezTo>
                <a:cubicBezTo>
                  <a:pt x="102298" y="2077974"/>
                  <a:pt x="107442" y="2072831"/>
                  <a:pt x="107442" y="2066449"/>
                </a:cubicBezTo>
                <a:cubicBezTo>
                  <a:pt x="107442" y="2060067"/>
                  <a:pt x="102298" y="2054924"/>
                  <a:pt x="95917" y="2054924"/>
                </a:cubicBezTo>
                <a:cubicBezTo>
                  <a:pt x="90392" y="2054924"/>
                  <a:pt x="86011" y="2058924"/>
                  <a:pt x="84868" y="2064068"/>
                </a:cubicBezTo>
                <a:lnTo>
                  <a:pt x="95" y="2064068"/>
                </a:lnTo>
                <a:lnTo>
                  <a:pt x="95" y="2068830"/>
                </a:lnTo>
                <a:lnTo>
                  <a:pt x="84868" y="2068830"/>
                </a:lnTo>
                <a:close/>
                <a:moveTo>
                  <a:pt x="95917" y="2059686"/>
                </a:moveTo>
                <a:cubicBezTo>
                  <a:pt x="99632" y="2059686"/>
                  <a:pt x="102680" y="2062734"/>
                  <a:pt x="102680" y="2066449"/>
                </a:cubicBezTo>
                <a:cubicBezTo>
                  <a:pt x="102680" y="2070164"/>
                  <a:pt x="99632" y="2073212"/>
                  <a:pt x="95917" y="2073212"/>
                </a:cubicBezTo>
                <a:cubicBezTo>
                  <a:pt x="92202" y="2073212"/>
                  <a:pt x="89154" y="2070164"/>
                  <a:pt x="89154" y="2066449"/>
                </a:cubicBezTo>
                <a:cubicBezTo>
                  <a:pt x="89154" y="2062734"/>
                  <a:pt x="92202" y="2059686"/>
                  <a:pt x="95917" y="2059686"/>
                </a:cubicBezTo>
                <a:close/>
                <a:moveTo>
                  <a:pt x="1653159" y="1954054"/>
                </a:moveTo>
                <a:cubicBezTo>
                  <a:pt x="1652778" y="1959864"/>
                  <a:pt x="1657160" y="1964817"/>
                  <a:pt x="1662970" y="1965198"/>
                </a:cubicBezTo>
                <a:cubicBezTo>
                  <a:pt x="1663160" y="1965198"/>
                  <a:pt x="1663446" y="1965198"/>
                  <a:pt x="1663637" y="1965198"/>
                </a:cubicBezTo>
                <a:cubicBezTo>
                  <a:pt x="1669161" y="1965198"/>
                  <a:pt x="1673733" y="1960912"/>
                  <a:pt x="1674114" y="1955387"/>
                </a:cubicBezTo>
                <a:cubicBezTo>
                  <a:pt x="1674495" y="1949577"/>
                  <a:pt x="1670114" y="1944624"/>
                  <a:pt x="1664303" y="1944243"/>
                </a:cubicBezTo>
                <a:cubicBezTo>
                  <a:pt x="1658493" y="1943767"/>
                  <a:pt x="1653540" y="1948244"/>
                  <a:pt x="1653159" y="1954054"/>
                </a:cubicBezTo>
                <a:close/>
                <a:moveTo>
                  <a:pt x="1669352" y="1955102"/>
                </a:moveTo>
                <a:cubicBezTo>
                  <a:pt x="1669161" y="1958245"/>
                  <a:pt x="1666399" y="1960721"/>
                  <a:pt x="1663256" y="1960436"/>
                </a:cubicBezTo>
                <a:cubicBezTo>
                  <a:pt x="1660112" y="1960245"/>
                  <a:pt x="1657731" y="1957483"/>
                  <a:pt x="1657922" y="1954340"/>
                </a:cubicBezTo>
                <a:cubicBezTo>
                  <a:pt x="1658112" y="1951292"/>
                  <a:pt x="1660684" y="1949006"/>
                  <a:pt x="1663637" y="1949006"/>
                </a:cubicBezTo>
                <a:cubicBezTo>
                  <a:pt x="1663732" y="1949006"/>
                  <a:pt x="1663922" y="1949006"/>
                  <a:pt x="1664018" y="1949006"/>
                </a:cubicBezTo>
                <a:cubicBezTo>
                  <a:pt x="1667161" y="1949196"/>
                  <a:pt x="1669542" y="1951958"/>
                  <a:pt x="1669352" y="1955102"/>
                </a:cubicBezTo>
                <a:close/>
                <a:moveTo>
                  <a:pt x="362712" y="3391567"/>
                </a:moveTo>
                <a:lnTo>
                  <a:pt x="362712" y="3410331"/>
                </a:lnTo>
                <a:cubicBezTo>
                  <a:pt x="362712" y="3412427"/>
                  <a:pt x="360998" y="3414141"/>
                  <a:pt x="358902" y="3414141"/>
                </a:cubicBezTo>
                <a:lnTo>
                  <a:pt x="340138" y="3414141"/>
                </a:lnTo>
                <a:cubicBezTo>
                  <a:pt x="338042" y="3414141"/>
                  <a:pt x="336328" y="3412427"/>
                  <a:pt x="336328" y="3410331"/>
                </a:cubicBezTo>
                <a:lnTo>
                  <a:pt x="336328" y="3391567"/>
                </a:lnTo>
                <a:cubicBezTo>
                  <a:pt x="336328" y="3389471"/>
                  <a:pt x="338042" y="3387757"/>
                  <a:pt x="340138" y="3387757"/>
                </a:cubicBezTo>
                <a:lnTo>
                  <a:pt x="358902" y="3387757"/>
                </a:lnTo>
                <a:cubicBezTo>
                  <a:pt x="360998" y="3387757"/>
                  <a:pt x="362712" y="3389471"/>
                  <a:pt x="362712" y="3391567"/>
                </a:cubicBezTo>
                <a:close/>
                <a:moveTo>
                  <a:pt x="2303812" y="1711643"/>
                </a:moveTo>
                <a:lnTo>
                  <a:pt x="2303812" y="1700308"/>
                </a:lnTo>
                <a:cubicBezTo>
                  <a:pt x="2303812" y="1696784"/>
                  <a:pt x="2306669" y="1694021"/>
                  <a:pt x="2310194" y="1694021"/>
                </a:cubicBezTo>
                <a:lnTo>
                  <a:pt x="2407063" y="1694021"/>
                </a:lnTo>
                <a:cubicBezTo>
                  <a:pt x="2410587" y="1694021"/>
                  <a:pt x="2413349" y="1696879"/>
                  <a:pt x="2413349" y="1700308"/>
                </a:cubicBezTo>
                <a:lnTo>
                  <a:pt x="2413349" y="1711643"/>
                </a:lnTo>
                <a:cubicBezTo>
                  <a:pt x="2413349" y="1715167"/>
                  <a:pt x="2410492" y="1717929"/>
                  <a:pt x="2407063" y="1717929"/>
                </a:cubicBezTo>
                <a:lnTo>
                  <a:pt x="2310194" y="1717929"/>
                </a:lnTo>
                <a:cubicBezTo>
                  <a:pt x="2306669" y="1717929"/>
                  <a:pt x="2303812" y="1715072"/>
                  <a:pt x="2303812" y="1711643"/>
                </a:cubicBezTo>
                <a:close/>
                <a:moveTo>
                  <a:pt x="496062" y="3389376"/>
                </a:moveTo>
                <a:cubicBezTo>
                  <a:pt x="490538" y="3389376"/>
                  <a:pt x="486061" y="3393377"/>
                  <a:pt x="484918" y="3398615"/>
                </a:cubicBezTo>
                <a:lnTo>
                  <a:pt x="367475" y="3398615"/>
                </a:lnTo>
                <a:lnTo>
                  <a:pt x="367475" y="3386233"/>
                </a:lnTo>
                <a:cubicBezTo>
                  <a:pt x="367475" y="3384518"/>
                  <a:pt x="366046" y="3383090"/>
                  <a:pt x="364331" y="3383090"/>
                </a:cubicBezTo>
                <a:lnTo>
                  <a:pt x="334709" y="3383090"/>
                </a:lnTo>
                <a:cubicBezTo>
                  <a:pt x="332994" y="3383090"/>
                  <a:pt x="331565" y="3384518"/>
                  <a:pt x="331565" y="3386233"/>
                </a:cubicBezTo>
                <a:lnTo>
                  <a:pt x="331565" y="3398615"/>
                </a:lnTo>
                <a:lnTo>
                  <a:pt x="233839" y="3398615"/>
                </a:lnTo>
                <a:lnTo>
                  <a:pt x="218980" y="3380709"/>
                </a:lnTo>
                <a:lnTo>
                  <a:pt x="218980" y="3249073"/>
                </a:lnTo>
                <a:lnTo>
                  <a:pt x="159639" y="3192590"/>
                </a:lnTo>
                <a:lnTo>
                  <a:pt x="158972" y="3191923"/>
                </a:lnTo>
                <a:lnTo>
                  <a:pt x="95" y="3191923"/>
                </a:lnTo>
                <a:lnTo>
                  <a:pt x="95" y="3196685"/>
                </a:lnTo>
                <a:lnTo>
                  <a:pt x="156972" y="3196685"/>
                </a:lnTo>
                <a:lnTo>
                  <a:pt x="214122" y="3251168"/>
                </a:lnTo>
                <a:lnTo>
                  <a:pt x="214122" y="3382518"/>
                </a:lnTo>
                <a:lnTo>
                  <a:pt x="231553" y="3403473"/>
                </a:lnTo>
                <a:lnTo>
                  <a:pt x="331565" y="3403473"/>
                </a:lnTo>
                <a:lnTo>
                  <a:pt x="331565" y="3415855"/>
                </a:lnTo>
                <a:cubicBezTo>
                  <a:pt x="331565" y="3417570"/>
                  <a:pt x="332994" y="3418999"/>
                  <a:pt x="334709" y="3418999"/>
                </a:cubicBezTo>
                <a:lnTo>
                  <a:pt x="364331" y="3418999"/>
                </a:lnTo>
                <a:cubicBezTo>
                  <a:pt x="366046" y="3418999"/>
                  <a:pt x="367475" y="3417570"/>
                  <a:pt x="367475" y="3415855"/>
                </a:cubicBezTo>
                <a:lnTo>
                  <a:pt x="367475" y="3403473"/>
                </a:lnTo>
                <a:lnTo>
                  <a:pt x="484918" y="3403473"/>
                </a:lnTo>
                <a:cubicBezTo>
                  <a:pt x="486061" y="3408712"/>
                  <a:pt x="490442" y="3412712"/>
                  <a:pt x="496062" y="3412712"/>
                </a:cubicBezTo>
                <a:cubicBezTo>
                  <a:pt x="502444" y="3412712"/>
                  <a:pt x="507683" y="3407474"/>
                  <a:pt x="507683" y="3401092"/>
                </a:cubicBezTo>
                <a:cubicBezTo>
                  <a:pt x="507683" y="3394710"/>
                  <a:pt x="502444" y="3389471"/>
                  <a:pt x="496062" y="3389471"/>
                </a:cubicBezTo>
                <a:close/>
                <a:moveTo>
                  <a:pt x="364998" y="3415760"/>
                </a:moveTo>
                <a:cubicBezTo>
                  <a:pt x="364998" y="3415760"/>
                  <a:pt x="364617" y="3416522"/>
                  <a:pt x="364236" y="3416522"/>
                </a:cubicBezTo>
                <a:lnTo>
                  <a:pt x="334613" y="3416522"/>
                </a:lnTo>
                <a:cubicBezTo>
                  <a:pt x="334613" y="3416522"/>
                  <a:pt x="333851" y="3416142"/>
                  <a:pt x="333851" y="3415760"/>
                </a:cubicBezTo>
                <a:lnTo>
                  <a:pt x="333851" y="3386138"/>
                </a:lnTo>
                <a:cubicBezTo>
                  <a:pt x="333851" y="3386138"/>
                  <a:pt x="334232" y="3385376"/>
                  <a:pt x="334613" y="3385376"/>
                </a:cubicBezTo>
                <a:lnTo>
                  <a:pt x="364236" y="3385376"/>
                </a:lnTo>
                <a:cubicBezTo>
                  <a:pt x="364236" y="3385376"/>
                  <a:pt x="364998" y="3385757"/>
                  <a:pt x="364998" y="3386138"/>
                </a:cubicBezTo>
                <a:lnTo>
                  <a:pt x="364998" y="3415760"/>
                </a:lnTo>
                <a:close/>
                <a:moveTo>
                  <a:pt x="496062" y="3407855"/>
                </a:moveTo>
                <a:cubicBezTo>
                  <a:pt x="492252" y="3407855"/>
                  <a:pt x="489204" y="3404807"/>
                  <a:pt x="489204" y="3400997"/>
                </a:cubicBezTo>
                <a:cubicBezTo>
                  <a:pt x="489204" y="3397187"/>
                  <a:pt x="492252" y="3394138"/>
                  <a:pt x="496062" y="3394138"/>
                </a:cubicBezTo>
                <a:cubicBezTo>
                  <a:pt x="499872" y="3394138"/>
                  <a:pt x="502920" y="3397187"/>
                  <a:pt x="502920" y="3400997"/>
                </a:cubicBezTo>
                <a:cubicBezTo>
                  <a:pt x="502920" y="3404807"/>
                  <a:pt x="499872" y="3407855"/>
                  <a:pt x="496062" y="3407855"/>
                </a:cubicBezTo>
                <a:close/>
                <a:moveTo>
                  <a:pt x="1712786" y="2063401"/>
                </a:moveTo>
                <a:cubicBezTo>
                  <a:pt x="1712786" y="2060639"/>
                  <a:pt x="1710500" y="2058353"/>
                  <a:pt x="1707737" y="2058353"/>
                </a:cubicBezTo>
                <a:lnTo>
                  <a:pt x="1694783" y="2058353"/>
                </a:lnTo>
                <a:cubicBezTo>
                  <a:pt x="1694783" y="2058353"/>
                  <a:pt x="1694212" y="2058448"/>
                  <a:pt x="1694021" y="2058543"/>
                </a:cubicBezTo>
                <a:lnTo>
                  <a:pt x="1680686" y="2045399"/>
                </a:lnTo>
                <a:lnTo>
                  <a:pt x="1570958" y="2045018"/>
                </a:lnTo>
                <a:lnTo>
                  <a:pt x="1570196" y="2045018"/>
                </a:lnTo>
                <a:lnTo>
                  <a:pt x="1539335" y="2066449"/>
                </a:lnTo>
                <a:lnTo>
                  <a:pt x="1492853" y="2066163"/>
                </a:lnTo>
                <a:cubicBezTo>
                  <a:pt x="1492663" y="2065496"/>
                  <a:pt x="1492472" y="2064830"/>
                  <a:pt x="1492091" y="2064258"/>
                </a:cubicBezTo>
                <a:cubicBezTo>
                  <a:pt x="1491234" y="2062925"/>
                  <a:pt x="1489805" y="2061972"/>
                  <a:pt x="1488281" y="2061686"/>
                </a:cubicBezTo>
                <a:cubicBezTo>
                  <a:pt x="1486662" y="2061305"/>
                  <a:pt x="1485043" y="2061686"/>
                  <a:pt x="1483709" y="2062544"/>
                </a:cubicBezTo>
                <a:cubicBezTo>
                  <a:pt x="1482376" y="2063401"/>
                  <a:pt x="1481423" y="2064830"/>
                  <a:pt x="1481138" y="2066353"/>
                </a:cubicBezTo>
                <a:cubicBezTo>
                  <a:pt x="1480852" y="2067973"/>
                  <a:pt x="1481138" y="2069592"/>
                  <a:pt x="1481995" y="2070926"/>
                </a:cubicBezTo>
                <a:cubicBezTo>
                  <a:pt x="1482852" y="2072259"/>
                  <a:pt x="1484281" y="2073212"/>
                  <a:pt x="1485805" y="2073497"/>
                </a:cubicBezTo>
                <a:cubicBezTo>
                  <a:pt x="1486186" y="2073497"/>
                  <a:pt x="1486662" y="2073593"/>
                  <a:pt x="1487043" y="2073593"/>
                </a:cubicBezTo>
                <a:cubicBezTo>
                  <a:pt x="1488186" y="2073593"/>
                  <a:pt x="1489329" y="2073212"/>
                  <a:pt x="1490377" y="2072640"/>
                </a:cubicBezTo>
                <a:cubicBezTo>
                  <a:pt x="1491044" y="2072164"/>
                  <a:pt x="1491615" y="2071592"/>
                  <a:pt x="1492091" y="2070926"/>
                </a:cubicBezTo>
                <a:lnTo>
                  <a:pt x="1540859" y="2071211"/>
                </a:lnTo>
                <a:lnTo>
                  <a:pt x="1571720" y="2049780"/>
                </a:lnTo>
                <a:lnTo>
                  <a:pt x="1678781" y="2050161"/>
                </a:lnTo>
                <a:lnTo>
                  <a:pt x="1690211" y="2061401"/>
                </a:lnTo>
                <a:cubicBezTo>
                  <a:pt x="1689926" y="2062067"/>
                  <a:pt x="1689735" y="2062734"/>
                  <a:pt x="1689735" y="2063401"/>
                </a:cubicBezTo>
                <a:lnTo>
                  <a:pt x="1689735" y="2076355"/>
                </a:lnTo>
                <a:cubicBezTo>
                  <a:pt x="1689735" y="2079117"/>
                  <a:pt x="1692021" y="2081403"/>
                  <a:pt x="1694783" y="2081403"/>
                </a:cubicBezTo>
                <a:lnTo>
                  <a:pt x="1707737" y="2081403"/>
                </a:lnTo>
                <a:cubicBezTo>
                  <a:pt x="1708499" y="2081403"/>
                  <a:pt x="1709261" y="2081213"/>
                  <a:pt x="1709928" y="2080832"/>
                </a:cubicBezTo>
                <a:lnTo>
                  <a:pt x="1945196" y="2304764"/>
                </a:lnTo>
                <a:lnTo>
                  <a:pt x="2009013" y="2304479"/>
                </a:lnTo>
                <a:cubicBezTo>
                  <a:pt x="2010156" y="2309813"/>
                  <a:pt x="2014633" y="2313908"/>
                  <a:pt x="2020348" y="2313908"/>
                </a:cubicBezTo>
                <a:cubicBezTo>
                  <a:pt x="2026825" y="2313908"/>
                  <a:pt x="2032159" y="2308574"/>
                  <a:pt x="2032159" y="2302097"/>
                </a:cubicBezTo>
                <a:cubicBezTo>
                  <a:pt x="2032159" y="2295620"/>
                  <a:pt x="2026825" y="2290286"/>
                  <a:pt x="2020348" y="2290286"/>
                </a:cubicBezTo>
                <a:cubicBezTo>
                  <a:pt x="2014728" y="2290286"/>
                  <a:pt x="2010156" y="2294382"/>
                  <a:pt x="2009013" y="2299716"/>
                </a:cubicBezTo>
                <a:lnTo>
                  <a:pt x="1947101" y="2300002"/>
                </a:lnTo>
                <a:lnTo>
                  <a:pt x="1712690" y="2076831"/>
                </a:lnTo>
                <a:cubicBezTo>
                  <a:pt x="1712690" y="2076831"/>
                  <a:pt x="1712786" y="2076450"/>
                  <a:pt x="1712786" y="2076260"/>
                </a:cubicBezTo>
                <a:lnTo>
                  <a:pt x="1712786" y="2063306"/>
                </a:lnTo>
                <a:close/>
                <a:moveTo>
                  <a:pt x="1487710" y="2068735"/>
                </a:moveTo>
                <a:cubicBezTo>
                  <a:pt x="1487138" y="2069116"/>
                  <a:pt x="1486281" y="2068925"/>
                  <a:pt x="1485900" y="2068354"/>
                </a:cubicBezTo>
                <a:cubicBezTo>
                  <a:pt x="1485519" y="2067782"/>
                  <a:pt x="1485710" y="2066925"/>
                  <a:pt x="1486281" y="2066544"/>
                </a:cubicBezTo>
                <a:cubicBezTo>
                  <a:pt x="1486472" y="2066353"/>
                  <a:pt x="1486757" y="2066353"/>
                  <a:pt x="1486948" y="2066353"/>
                </a:cubicBezTo>
                <a:cubicBezTo>
                  <a:pt x="1487329" y="2066353"/>
                  <a:pt x="1487805" y="2066544"/>
                  <a:pt x="1487996" y="2066925"/>
                </a:cubicBezTo>
                <a:cubicBezTo>
                  <a:pt x="1488377" y="2067497"/>
                  <a:pt x="1488186" y="2068354"/>
                  <a:pt x="1487615" y="2068735"/>
                </a:cubicBezTo>
                <a:close/>
                <a:moveTo>
                  <a:pt x="1708023" y="2076355"/>
                </a:moveTo>
                <a:cubicBezTo>
                  <a:pt x="1708023" y="2076355"/>
                  <a:pt x="1707832" y="2076641"/>
                  <a:pt x="1707737" y="2076641"/>
                </a:cubicBezTo>
                <a:lnTo>
                  <a:pt x="1694498" y="2076355"/>
                </a:lnTo>
                <a:lnTo>
                  <a:pt x="1694783" y="2063115"/>
                </a:lnTo>
                <a:lnTo>
                  <a:pt x="1708023" y="2063401"/>
                </a:lnTo>
                <a:lnTo>
                  <a:pt x="1708023" y="2076355"/>
                </a:lnTo>
                <a:close/>
                <a:moveTo>
                  <a:pt x="2020348" y="2295144"/>
                </a:moveTo>
                <a:cubicBezTo>
                  <a:pt x="2024253" y="2295144"/>
                  <a:pt x="2027396" y="2298287"/>
                  <a:pt x="2027396" y="2302193"/>
                </a:cubicBezTo>
                <a:cubicBezTo>
                  <a:pt x="2027396" y="2306098"/>
                  <a:pt x="2024253" y="2309241"/>
                  <a:pt x="2020348" y="2309241"/>
                </a:cubicBezTo>
                <a:cubicBezTo>
                  <a:pt x="2016443" y="2309241"/>
                  <a:pt x="2013299" y="2306098"/>
                  <a:pt x="2013299" y="2302193"/>
                </a:cubicBezTo>
                <a:cubicBezTo>
                  <a:pt x="2013299" y="2298287"/>
                  <a:pt x="2016443" y="2295144"/>
                  <a:pt x="2020348" y="2295144"/>
                </a:cubicBezTo>
                <a:close/>
                <a:moveTo>
                  <a:pt x="1733741" y="1968437"/>
                </a:moveTo>
                <a:cubicBezTo>
                  <a:pt x="1733741" y="1964722"/>
                  <a:pt x="1730693" y="1961674"/>
                  <a:pt x="1726978" y="1961674"/>
                </a:cubicBezTo>
                <a:lnTo>
                  <a:pt x="1706499" y="1961674"/>
                </a:lnTo>
                <a:cubicBezTo>
                  <a:pt x="1702784" y="1961674"/>
                  <a:pt x="1699736" y="1964722"/>
                  <a:pt x="1699736" y="1968437"/>
                </a:cubicBezTo>
                <a:lnTo>
                  <a:pt x="1699736" y="1975295"/>
                </a:lnTo>
                <a:cubicBezTo>
                  <a:pt x="1699736" y="1979009"/>
                  <a:pt x="1702784" y="1982057"/>
                  <a:pt x="1706499" y="1982057"/>
                </a:cubicBezTo>
                <a:lnTo>
                  <a:pt x="1726978" y="1982057"/>
                </a:lnTo>
                <a:cubicBezTo>
                  <a:pt x="1726978" y="1982057"/>
                  <a:pt x="1727454" y="1981962"/>
                  <a:pt x="1727645" y="1981962"/>
                </a:cubicBezTo>
                <a:lnTo>
                  <a:pt x="1965103" y="2207990"/>
                </a:lnTo>
                <a:lnTo>
                  <a:pt x="2011394" y="2207609"/>
                </a:lnTo>
                <a:cubicBezTo>
                  <a:pt x="2012347" y="2211991"/>
                  <a:pt x="2016252" y="2215229"/>
                  <a:pt x="2020824" y="2214944"/>
                </a:cubicBezTo>
                <a:cubicBezTo>
                  <a:pt x="2026063" y="2214658"/>
                  <a:pt x="2030063" y="2210276"/>
                  <a:pt x="2029778" y="2205133"/>
                </a:cubicBezTo>
                <a:cubicBezTo>
                  <a:pt x="2029492" y="2199894"/>
                  <a:pt x="2025110" y="2195894"/>
                  <a:pt x="2019967" y="2196179"/>
                </a:cubicBezTo>
                <a:cubicBezTo>
                  <a:pt x="2015871" y="2196370"/>
                  <a:pt x="2012632" y="2199132"/>
                  <a:pt x="2011490" y="2202847"/>
                </a:cubicBezTo>
                <a:lnTo>
                  <a:pt x="1967008" y="2203228"/>
                </a:lnTo>
                <a:lnTo>
                  <a:pt x="1732121" y="1979581"/>
                </a:lnTo>
                <a:cubicBezTo>
                  <a:pt x="1733074" y="1978438"/>
                  <a:pt x="1733741" y="1976914"/>
                  <a:pt x="1733741" y="1975295"/>
                </a:cubicBezTo>
                <a:lnTo>
                  <a:pt x="1733741" y="1968437"/>
                </a:lnTo>
                <a:close/>
                <a:moveTo>
                  <a:pt x="1728978" y="1975295"/>
                </a:moveTo>
                <a:cubicBezTo>
                  <a:pt x="1728978" y="1976438"/>
                  <a:pt x="1728121" y="1977295"/>
                  <a:pt x="1726978" y="1977295"/>
                </a:cubicBezTo>
                <a:lnTo>
                  <a:pt x="1706499" y="1977295"/>
                </a:lnTo>
                <a:cubicBezTo>
                  <a:pt x="1705356" y="1977295"/>
                  <a:pt x="1704499" y="1976438"/>
                  <a:pt x="1704499" y="1975295"/>
                </a:cubicBezTo>
                <a:lnTo>
                  <a:pt x="1704499" y="1968437"/>
                </a:lnTo>
                <a:cubicBezTo>
                  <a:pt x="1704499" y="1967294"/>
                  <a:pt x="1705356" y="1966436"/>
                  <a:pt x="1706499" y="1966436"/>
                </a:cubicBezTo>
                <a:lnTo>
                  <a:pt x="1726978" y="1966436"/>
                </a:lnTo>
                <a:cubicBezTo>
                  <a:pt x="1728121" y="1966436"/>
                  <a:pt x="1728978" y="1967294"/>
                  <a:pt x="1728978" y="1968437"/>
                </a:cubicBezTo>
                <a:lnTo>
                  <a:pt x="1728978" y="1975295"/>
                </a:lnTo>
                <a:close/>
                <a:moveTo>
                  <a:pt x="537020" y="3013043"/>
                </a:moveTo>
                <a:lnTo>
                  <a:pt x="537020" y="3019806"/>
                </a:lnTo>
                <a:cubicBezTo>
                  <a:pt x="537020" y="3021140"/>
                  <a:pt x="535877" y="3022283"/>
                  <a:pt x="534543" y="3022283"/>
                </a:cubicBezTo>
                <a:lnTo>
                  <a:pt x="527780" y="3022283"/>
                </a:lnTo>
                <a:cubicBezTo>
                  <a:pt x="526447" y="3022283"/>
                  <a:pt x="525304" y="3021140"/>
                  <a:pt x="525304" y="3019806"/>
                </a:cubicBezTo>
                <a:lnTo>
                  <a:pt x="525304" y="3013043"/>
                </a:lnTo>
                <a:cubicBezTo>
                  <a:pt x="525304" y="3011710"/>
                  <a:pt x="526447" y="3010567"/>
                  <a:pt x="527780" y="3010567"/>
                </a:cubicBezTo>
                <a:lnTo>
                  <a:pt x="534543" y="3010567"/>
                </a:lnTo>
                <a:cubicBezTo>
                  <a:pt x="535877" y="3010567"/>
                  <a:pt x="537020" y="3011710"/>
                  <a:pt x="537020" y="3013043"/>
                </a:cubicBezTo>
                <a:close/>
                <a:moveTo>
                  <a:pt x="528828" y="3093053"/>
                </a:moveTo>
                <a:lnTo>
                  <a:pt x="533591" y="3093053"/>
                </a:lnTo>
                <a:lnTo>
                  <a:pt x="533591" y="3111532"/>
                </a:lnTo>
                <a:lnTo>
                  <a:pt x="528828" y="3111532"/>
                </a:lnTo>
                <a:lnTo>
                  <a:pt x="528828" y="3093053"/>
                </a:lnTo>
                <a:close/>
                <a:moveTo>
                  <a:pt x="2970467" y="489776"/>
                </a:moveTo>
                <a:cubicBezTo>
                  <a:pt x="2976944" y="485775"/>
                  <a:pt x="2978944" y="477298"/>
                  <a:pt x="2974943" y="470821"/>
                </a:cubicBezTo>
                <a:cubicBezTo>
                  <a:pt x="2970943" y="464344"/>
                  <a:pt x="2962466" y="462344"/>
                  <a:pt x="2955988" y="466344"/>
                </a:cubicBezTo>
                <a:cubicBezTo>
                  <a:pt x="2949512" y="470345"/>
                  <a:pt x="2947511" y="478822"/>
                  <a:pt x="2951512" y="485299"/>
                </a:cubicBezTo>
                <a:cubicBezTo>
                  <a:pt x="2953703" y="488728"/>
                  <a:pt x="2957132" y="490919"/>
                  <a:pt x="2960846" y="491585"/>
                </a:cubicBezTo>
                <a:lnTo>
                  <a:pt x="2960846" y="722948"/>
                </a:lnTo>
                <a:lnTo>
                  <a:pt x="3029807" y="806768"/>
                </a:lnTo>
                <a:lnTo>
                  <a:pt x="3080480" y="806768"/>
                </a:lnTo>
                <a:cubicBezTo>
                  <a:pt x="3081623" y="816197"/>
                  <a:pt x="3089624" y="823436"/>
                  <a:pt x="3099340" y="823436"/>
                </a:cubicBezTo>
                <a:cubicBezTo>
                  <a:pt x="3105722" y="823436"/>
                  <a:pt x="3111342" y="820293"/>
                  <a:pt x="3114866" y="815435"/>
                </a:cubicBezTo>
                <a:lnTo>
                  <a:pt x="3114866" y="793337"/>
                </a:lnTo>
                <a:cubicBezTo>
                  <a:pt x="3111437" y="788479"/>
                  <a:pt x="3105722" y="785336"/>
                  <a:pt x="3099340" y="785336"/>
                </a:cubicBezTo>
                <a:cubicBezTo>
                  <a:pt x="3089624" y="785336"/>
                  <a:pt x="3081719" y="792671"/>
                  <a:pt x="3080480" y="802005"/>
                </a:cubicBezTo>
                <a:lnTo>
                  <a:pt x="3032093" y="802005"/>
                </a:lnTo>
                <a:lnTo>
                  <a:pt x="2965609" y="721233"/>
                </a:lnTo>
                <a:lnTo>
                  <a:pt x="2965609" y="491585"/>
                </a:lnTo>
                <a:cubicBezTo>
                  <a:pt x="2967323" y="491300"/>
                  <a:pt x="2968943" y="490728"/>
                  <a:pt x="2970467" y="489776"/>
                </a:cubicBezTo>
                <a:close/>
                <a:moveTo>
                  <a:pt x="3099245" y="790099"/>
                </a:moveTo>
                <a:cubicBezTo>
                  <a:pt x="3107150" y="790099"/>
                  <a:pt x="3113532" y="796481"/>
                  <a:pt x="3113532" y="804386"/>
                </a:cubicBezTo>
                <a:cubicBezTo>
                  <a:pt x="3113532" y="812292"/>
                  <a:pt x="3107150" y="818674"/>
                  <a:pt x="3099245" y="818674"/>
                </a:cubicBezTo>
                <a:cubicBezTo>
                  <a:pt x="3091339" y="818674"/>
                  <a:pt x="3084957" y="812292"/>
                  <a:pt x="3084957" y="804386"/>
                </a:cubicBezTo>
                <a:cubicBezTo>
                  <a:pt x="3084957" y="796481"/>
                  <a:pt x="3091339" y="790099"/>
                  <a:pt x="3099245" y="790099"/>
                </a:cubicBezTo>
                <a:close/>
                <a:moveTo>
                  <a:pt x="972122" y="3070955"/>
                </a:moveTo>
                <a:cubicBezTo>
                  <a:pt x="972122" y="3074861"/>
                  <a:pt x="968978" y="3078004"/>
                  <a:pt x="965073" y="3078004"/>
                </a:cubicBezTo>
                <a:cubicBezTo>
                  <a:pt x="961168" y="3078004"/>
                  <a:pt x="958025" y="3074861"/>
                  <a:pt x="958025" y="3070955"/>
                </a:cubicBezTo>
                <a:cubicBezTo>
                  <a:pt x="958025" y="3067050"/>
                  <a:pt x="961168" y="3063907"/>
                  <a:pt x="965073" y="3063907"/>
                </a:cubicBezTo>
                <a:cubicBezTo>
                  <a:pt x="968978" y="3063907"/>
                  <a:pt x="972122" y="3067050"/>
                  <a:pt x="972122" y="3070955"/>
                </a:cubicBezTo>
                <a:close/>
                <a:moveTo>
                  <a:pt x="1493615" y="2857214"/>
                </a:moveTo>
                <a:lnTo>
                  <a:pt x="1521619" y="2857214"/>
                </a:lnTo>
                <a:cubicBezTo>
                  <a:pt x="1522667" y="2861501"/>
                  <a:pt x="1526381" y="2864644"/>
                  <a:pt x="1530858" y="2864644"/>
                </a:cubicBezTo>
                <a:cubicBezTo>
                  <a:pt x="1536287" y="2864644"/>
                  <a:pt x="1540669" y="2860262"/>
                  <a:pt x="1540669" y="2854928"/>
                </a:cubicBezTo>
                <a:cubicBezTo>
                  <a:pt x="1540669" y="2849594"/>
                  <a:pt x="1536287" y="2845118"/>
                  <a:pt x="1530858" y="2845118"/>
                </a:cubicBezTo>
                <a:cubicBezTo>
                  <a:pt x="1526286" y="2845118"/>
                  <a:pt x="1522667" y="2848261"/>
                  <a:pt x="1521619" y="2852547"/>
                </a:cubicBezTo>
                <a:lnTo>
                  <a:pt x="1495425" y="2852547"/>
                </a:lnTo>
                <a:cubicBezTo>
                  <a:pt x="1495425" y="2852547"/>
                  <a:pt x="1479328" y="2838164"/>
                  <a:pt x="1479328" y="2838164"/>
                </a:cubicBezTo>
                <a:lnTo>
                  <a:pt x="1363694" y="2837879"/>
                </a:lnTo>
                <a:lnTo>
                  <a:pt x="1363694" y="2833402"/>
                </a:lnTo>
                <a:cubicBezTo>
                  <a:pt x="1363694" y="2829497"/>
                  <a:pt x="1360456" y="2826258"/>
                  <a:pt x="1356551" y="2826353"/>
                </a:cubicBezTo>
                <a:lnTo>
                  <a:pt x="1343025" y="2826353"/>
                </a:lnTo>
                <a:cubicBezTo>
                  <a:pt x="1339120" y="2826353"/>
                  <a:pt x="1335881" y="2829592"/>
                  <a:pt x="1335977" y="2833592"/>
                </a:cubicBezTo>
                <a:lnTo>
                  <a:pt x="1335977" y="2847118"/>
                </a:lnTo>
                <a:cubicBezTo>
                  <a:pt x="1335977" y="2848166"/>
                  <a:pt x="1336262" y="2849213"/>
                  <a:pt x="1336739" y="2850071"/>
                </a:cubicBezTo>
                <a:lnTo>
                  <a:pt x="1233678" y="2929795"/>
                </a:lnTo>
                <a:lnTo>
                  <a:pt x="1192816" y="2930176"/>
                </a:lnTo>
                <a:lnTo>
                  <a:pt x="1008126" y="3068669"/>
                </a:lnTo>
                <a:lnTo>
                  <a:pt x="979456" y="3068669"/>
                </a:lnTo>
                <a:lnTo>
                  <a:pt x="979456" y="3071051"/>
                </a:lnTo>
                <a:cubicBezTo>
                  <a:pt x="979456" y="3066669"/>
                  <a:pt x="977456" y="3062288"/>
                  <a:pt x="973646" y="3059525"/>
                </a:cubicBezTo>
                <a:cubicBezTo>
                  <a:pt x="967264" y="3054858"/>
                  <a:pt x="958310" y="3056192"/>
                  <a:pt x="953643" y="3062573"/>
                </a:cubicBezTo>
                <a:cubicBezTo>
                  <a:pt x="952310" y="3064383"/>
                  <a:pt x="951452" y="3066479"/>
                  <a:pt x="951167" y="3068669"/>
                </a:cubicBezTo>
                <a:lnTo>
                  <a:pt x="710946" y="3068669"/>
                </a:lnTo>
                <a:cubicBezTo>
                  <a:pt x="710946" y="3068669"/>
                  <a:pt x="685038" y="3047334"/>
                  <a:pt x="685038" y="3047334"/>
                </a:cubicBezTo>
                <a:lnTo>
                  <a:pt x="685324" y="2990945"/>
                </a:lnTo>
                <a:cubicBezTo>
                  <a:pt x="685324" y="2990945"/>
                  <a:pt x="685324" y="2990945"/>
                  <a:pt x="685324" y="2990945"/>
                </a:cubicBezTo>
                <a:cubicBezTo>
                  <a:pt x="690182" y="2989612"/>
                  <a:pt x="693134" y="2984468"/>
                  <a:pt x="691706" y="2979611"/>
                </a:cubicBezTo>
                <a:cubicBezTo>
                  <a:pt x="690372" y="2974753"/>
                  <a:pt x="685229" y="2971800"/>
                  <a:pt x="680371" y="2973229"/>
                </a:cubicBezTo>
                <a:cubicBezTo>
                  <a:pt x="675513" y="2974562"/>
                  <a:pt x="672560" y="2979706"/>
                  <a:pt x="673989" y="2984563"/>
                </a:cubicBezTo>
                <a:cubicBezTo>
                  <a:pt x="674846" y="2987802"/>
                  <a:pt x="677418" y="2989993"/>
                  <a:pt x="680466" y="2990850"/>
                </a:cubicBezTo>
                <a:lnTo>
                  <a:pt x="680180" y="3048476"/>
                </a:lnTo>
                <a:cubicBezTo>
                  <a:pt x="680180" y="3049238"/>
                  <a:pt x="680466" y="3049905"/>
                  <a:pt x="681038" y="3050286"/>
                </a:cubicBezTo>
                <a:lnTo>
                  <a:pt x="708470" y="3072860"/>
                </a:lnTo>
                <a:cubicBezTo>
                  <a:pt x="708470" y="3072860"/>
                  <a:pt x="709422" y="3073432"/>
                  <a:pt x="709994" y="3073432"/>
                </a:cubicBezTo>
                <a:lnTo>
                  <a:pt x="951071" y="3073432"/>
                </a:lnTo>
                <a:cubicBezTo>
                  <a:pt x="951738" y="3077051"/>
                  <a:pt x="953643" y="3080385"/>
                  <a:pt x="956691" y="3082576"/>
                </a:cubicBezTo>
                <a:cubicBezTo>
                  <a:pt x="963073" y="3087243"/>
                  <a:pt x="972026" y="3085910"/>
                  <a:pt x="976694" y="3079528"/>
                </a:cubicBezTo>
                <a:cubicBezTo>
                  <a:pt x="978599" y="3076956"/>
                  <a:pt x="979456" y="3074003"/>
                  <a:pt x="979456" y="3071051"/>
                </a:cubicBezTo>
                <a:lnTo>
                  <a:pt x="979456" y="3073432"/>
                </a:lnTo>
                <a:lnTo>
                  <a:pt x="1009650" y="3073432"/>
                </a:lnTo>
                <a:lnTo>
                  <a:pt x="1194340" y="2934843"/>
                </a:lnTo>
                <a:lnTo>
                  <a:pt x="1235297" y="2934462"/>
                </a:lnTo>
                <a:lnTo>
                  <a:pt x="1340072" y="2853404"/>
                </a:lnTo>
                <a:cubicBezTo>
                  <a:pt x="1341025" y="2853880"/>
                  <a:pt x="1341977" y="2854167"/>
                  <a:pt x="1343120" y="2854167"/>
                </a:cubicBezTo>
                <a:lnTo>
                  <a:pt x="1356646" y="2854167"/>
                </a:lnTo>
                <a:cubicBezTo>
                  <a:pt x="1360551" y="2854167"/>
                  <a:pt x="1363790" y="2850928"/>
                  <a:pt x="1363694" y="2846927"/>
                </a:cubicBezTo>
                <a:lnTo>
                  <a:pt x="1363694" y="2842641"/>
                </a:lnTo>
                <a:cubicBezTo>
                  <a:pt x="1363694" y="2842641"/>
                  <a:pt x="1477518" y="2842927"/>
                  <a:pt x="1477518" y="2842927"/>
                </a:cubicBezTo>
                <a:lnTo>
                  <a:pt x="1493615" y="2857214"/>
                </a:lnTo>
                <a:close/>
                <a:moveTo>
                  <a:pt x="1530953" y="2849880"/>
                </a:moveTo>
                <a:cubicBezTo>
                  <a:pt x="1533716" y="2849880"/>
                  <a:pt x="1536002" y="2852166"/>
                  <a:pt x="1536002" y="2854928"/>
                </a:cubicBezTo>
                <a:cubicBezTo>
                  <a:pt x="1536002" y="2857691"/>
                  <a:pt x="1533716" y="2859881"/>
                  <a:pt x="1530953" y="2859881"/>
                </a:cubicBezTo>
                <a:cubicBezTo>
                  <a:pt x="1528191" y="2859881"/>
                  <a:pt x="1526000" y="2857595"/>
                  <a:pt x="1526000" y="2854928"/>
                </a:cubicBezTo>
                <a:cubicBezTo>
                  <a:pt x="1526000" y="2852261"/>
                  <a:pt x="1528286" y="2849880"/>
                  <a:pt x="1530953" y="2849880"/>
                </a:cubicBezTo>
                <a:close/>
                <a:moveTo>
                  <a:pt x="974598" y="3077909"/>
                </a:moveTo>
                <a:cubicBezTo>
                  <a:pt x="972788" y="3080385"/>
                  <a:pt x="970026" y="3082100"/>
                  <a:pt x="966978" y="3082576"/>
                </a:cubicBezTo>
                <a:cubicBezTo>
                  <a:pt x="963930" y="3083052"/>
                  <a:pt x="960787" y="3082290"/>
                  <a:pt x="958310" y="3080480"/>
                </a:cubicBezTo>
                <a:cubicBezTo>
                  <a:pt x="955834" y="3078671"/>
                  <a:pt x="954119" y="3075909"/>
                  <a:pt x="953643" y="3072860"/>
                </a:cubicBezTo>
                <a:cubicBezTo>
                  <a:pt x="953643" y="3072289"/>
                  <a:pt x="953548" y="3071622"/>
                  <a:pt x="953548" y="3071051"/>
                </a:cubicBezTo>
                <a:cubicBezTo>
                  <a:pt x="953548" y="3068574"/>
                  <a:pt x="954310" y="3066193"/>
                  <a:pt x="955834" y="3064193"/>
                </a:cubicBezTo>
                <a:cubicBezTo>
                  <a:pt x="959644" y="3058954"/>
                  <a:pt x="966978" y="3057906"/>
                  <a:pt x="972217" y="3061716"/>
                </a:cubicBezTo>
                <a:cubicBezTo>
                  <a:pt x="977360" y="3065526"/>
                  <a:pt x="978503" y="3072860"/>
                  <a:pt x="974693" y="3078099"/>
                </a:cubicBezTo>
                <a:close/>
                <a:moveTo>
                  <a:pt x="1356646" y="2849309"/>
                </a:moveTo>
                <a:lnTo>
                  <a:pt x="1343120" y="2849309"/>
                </a:lnTo>
                <a:cubicBezTo>
                  <a:pt x="1341787" y="2849309"/>
                  <a:pt x="1340739" y="2848356"/>
                  <a:pt x="1340739" y="2847023"/>
                </a:cubicBezTo>
                <a:lnTo>
                  <a:pt x="1340739" y="2833497"/>
                </a:lnTo>
                <a:cubicBezTo>
                  <a:pt x="1340739" y="2832163"/>
                  <a:pt x="1341692" y="2831116"/>
                  <a:pt x="1343025" y="2831116"/>
                </a:cubicBezTo>
                <a:lnTo>
                  <a:pt x="1356551" y="2831116"/>
                </a:lnTo>
                <a:cubicBezTo>
                  <a:pt x="1357884" y="2831116"/>
                  <a:pt x="1358932" y="2832068"/>
                  <a:pt x="1358932" y="2833402"/>
                </a:cubicBezTo>
                <a:lnTo>
                  <a:pt x="1358932" y="2846927"/>
                </a:lnTo>
                <a:cubicBezTo>
                  <a:pt x="1358932" y="2848261"/>
                  <a:pt x="1357979" y="2849309"/>
                  <a:pt x="1356646" y="2849309"/>
                </a:cubicBezTo>
                <a:close/>
                <a:moveTo>
                  <a:pt x="2959227" y="3779425"/>
                </a:moveTo>
                <a:lnTo>
                  <a:pt x="2937605" y="3764375"/>
                </a:lnTo>
                <a:lnTo>
                  <a:pt x="2908078" y="3764375"/>
                </a:lnTo>
                <a:cubicBezTo>
                  <a:pt x="2907602" y="3762661"/>
                  <a:pt x="2906649" y="3761042"/>
                  <a:pt x="2905220" y="3759899"/>
                </a:cubicBezTo>
                <a:cubicBezTo>
                  <a:pt x="2901410" y="3757041"/>
                  <a:pt x="2896076" y="3757803"/>
                  <a:pt x="2893219" y="3761518"/>
                </a:cubicBezTo>
                <a:cubicBezTo>
                  <a:pt x="2890361" y="3765328"/>
                  <a:pt x="2891123" y="3770662"/>
                  <a:pt x="2894838" y="3773519"/>
                </a:cubicBezTo>
                <a:cubicBezTo>
                  <a:pt x="2898648" y="3776377"/>
                  <a:pt x="2903982" y="3775615"/>
                  <a:pt x="2906840" y="3771900"/>
                </a:cubicBezTo>
                <a:cubicBezTo>
                  <a:pt x="2907506" y="3771043"/>
                  <a:pt x="2907887" y="3770090"/>
                  <a:pt x="2908173" y="3769138"/>
                </a:cubicBezTo>
                <a:lnTo>
                  <a:pt x="2936081" y="3769138"/>
                </a:lnTo>
                <a:lnTo>
                  <a:pt x="2957703" y="3784187"/>
                </a:lnTo>
                <a:lnTo>
                  <a:pt x="2992565" y="3784187"/>
                </a:lnTo>
                <a:lnTo>
                  <a:pt x="2992565" y="3757803"/>
                </a:lnTo>
                <a:cubicBezTo>
                  <a:pt x="2992565" y="3757803"/>
                  <a:pt x="2963990" y="3732467"/>
                  <a:pt x="2963990" y="3732467"/>
                </a:cubicBezTo>
                <a:lnTo>
                  <a:pt x="2963132" y="3732467"/>
                </a:lnTo>
                <a:cubicBezTo>
                  <a:pt x="2962275" y="3732467"/>
                  <a:pt x="2945797" y="3732467"/>
                  <a:pt x="2938463" y="3732467"/>
                </a:cubicBezTo>
                <a:cubicBezTo>
                  <a:pt x="2937891" y="3729990"/>
                  <a:pt x="2936653" y="3727704"/>
                  <a:pt x="2934557" y="3726085"/>
                </a:cubicBezTo>
                <a:cubicBezTo>
                  <a:pt x="2929700" y="3722465"/>
                  <a:pt x="2922842" y="3723418"/>
                  <a:pt x="2919222" y="3728180"/>
                </a:cubicBezTo>
                <a:cubicBezTo>
                  <a:pt x="2915603" y="3732943"/>
                  <a:pt x="2916555" y="3739896"/>
                  <a:pt x="2921318" y="3743516"/>
                </a:cubicBezTo>
                <a:cubicBezTo>
                  <a:pt x="2923223" y="3744944"/>
                  <a:pt x="2925509" y="3745706"/>
                  <a:pt x="2927890" y="3745706"/>
                </a:cubicBezTo>
                <a:cubicBezTo>
                  <a:pt x="2928366" y="3745706"/>
                  <a:pt x="2928938" y="3745706"/>
                  <a:pt x="2929414" y="3745611"/>
                </a:cubicBezTo>
                <a:cubicBezTo>
                  <a:pt x="2932271" y="3745230"/>
                  <a:pt x="2934843" y="3743706"/>
                  <a:pt x="2936653" y="3741420"/>
                </a:cubicBezTo>
                <a:cubicBezTo>
                  <a:pt x="2937605" y="3740182"/>
                  <a:pt x="2938177" y="3738753"/>
                  <a:pt x="2938558" y="3737229"/>
                </a:cubicBezTo>
                <a:cubicBezTo>
                  <a:pt x="2944940" y="3737229"/>
                  <a:pt x="2958560" y="3737229"/>
                  <a:pt x="2962275" y="3737229"/>
                </a:cubicBezTo>
                <a:lnTo>
                  <a:pt x="2987897" y="3759994"/>
                </a:lnTo>
                <a:lnTo>
                  <a:pt x="2987897" y="3779520"/>
                </a:lnTo>
                <a:lnTo>
                  <a:pt x="2959322" y="3779520"/>
                </a:lnTo>
                <a:close/>
                <a:moveTo>
                  <a:pt x="2932843" y="3738467"/>
                </a:moveTo>
                <a:cubicBezTo>
                  <a:pt x="2931890" y="3739801"/>
                  <a:pt x="2930367" y="3740658"/>
                  <a:pt x="2928747" y="3740849"/>
                </a:cubicBezTo>
                <a:cubicBezTo>
                  <a:pt x="2927128" y="3741134"/>
                  <a:pt x="2925509" y="3740658"/>
                  <a:pt x="2924175" y="3739705"/>
                </a:cubicBezTo>
                <a:cubicBezTo>
                  <a:pt x="2921413" y="3737610"/>
                  <a:pt x="2920937" y="3733800"/>
                  <a:pt x="2922937" y="3731038"/>
                </a:cubicBezTo>
                <a:cubicBezTo>
                  <a:pt x="2925032" y="3728276"/>
                  <a:pt x="2928938" y="3727799"/>
                  <a:pt x="2931605" y="3729800"/>
                </a:cubicBezTo>
                <a:cubicBezTo>
                  <a:pt x="2932938" y="3730752"/>
                  <a:pt x="2933795" y="3732276"/>
                  <a:pt x="2933986" y="3733895"/>
                </a:cubicBezTo>
                <a:cubicBezTo>
                  <a:pt x="2934176" y="3735515"/>
                  <a:pt x="2933795" y="3737134"/>
                  <a:pt x="2932748" y="3738467"/>
                </a:cubicBezTo>
                <a:close/>
                <a:moveTo>
                  <a:pt x="2952560" y="3281553"/>
                </a:moveTo>
                <a:lnTo>
                  <a:pt x="3022092" y="3281553"/>
                </a:lnTo>
                <a:lnTo>
                  <a:pt x="3022092" y="3284315"/>
                </a:lnTo>
                <a:cubicBezTo>
                  <a:pt x="3022092" y="3287649"/>
                  <a:pt x="3024759" y="3290316"/>
                  <a:pt x="3028093" y="3290316"/>
                </a:cubicBezTo>
                <a:lnTo>
                  <a:pt x="3039142" y="3290316"/>
                </a:lnTo>
                <a:cubicBezTo>
                  <a:pt x="3042476" y="3290316"/>
                  <a:pt x="3045143" y="3287649"/>
                  <a:pt x="3045143" y="3284315"/>
                </a:cubicBezTo>
                <a:lnTo>
                  <a:pt x="3045143" y="3273267"/>
                </a:lnTo>
                <a:cubicBezTo>
                  <a:pt x="3045143" y="3269933"/>
                  <a:pt x="3042476" y="3267266"/>
                  <a:pt x="3039142" y="3267266"/>
                </a:cubicBezTo>
                <a:lnTo>
                  <a:pt x="3028093" y="3267266"/>
                </a:lnTo>
                <a:cubicBezTo>
                  <a:pt x="3024759" y="3267266"/>
                  <a:pt x="3022092" y="3269933"/>
                  <a:pt x="3022092" y="3273267"/>
                </a:cubicBezTo>
                <a:lnTo>
                  <a:pt x="3022092" y="3276791"/>
                </a:lnTo>
                <a:lnTo>
                  <a:pt x="2950655" y="3276791"/>
                </a:lnTo>
                <a:lnTo>
                  <a:pt x="2932176" y="3294317"/>
                </a:lnTo>
                <a:lnTo>
                  <a:pt x="2830735" y="3294317"/>
                </a:lnTo>
                <a:lnTo>
                  <a:pt x="2786063" y="3255359"/>
                </a:lnTo>
                <a:lnTo>
                  <a:pt x="2786729" y="3254693"/>
                </a:lnTo>
                <a:cubicBezTo>
                  <a:pt x="2788920" y="3252502"/>
                  <a:pt x="2788920" y="3249073"/>
                  <a:pt x="2786729" y="3246882"/>
                </a:cubicBezTo>
                <a:lnTo>
                  <a:pt x="2781014" y="3241262"/>
                </a:lnTo>
                <a:cubicBezTo>
                  <a:pt x="2781014" y="3241262"/>
                  <a:pt x="2780062" y="3240500"/>
                  <a:pt x="2779490" y="3240215"/>
                </a:cubicBezTo>
                <a:lnTo>
                  <a:pt x="2779490" y="3193828"/>
                </a:lnTo>
                <a:lnTo>
                  <a:pt x="2797302" y="3176111"/>
                </a:lnTo>
                <a:lnTo>
                  <a:pt x="2825210" y="3199638"/>
                </a:lnTo>
                <a:lnTo>
                  <a:pt x="2825210" y="3215735"/>
                </a:lnTo>
                <a:cubicBezTo>
                  <a:pt x="2822448" y="3216688"/>
                  <a:pt x="2820543" y="3219260"/>
                  <a:pt x="2820543" y="3222308"/>
                </a:cubicBezTo>
                <a:cubicBezTo>
                  <a:pt x="2820543" y="3226213"/>
                  <a:pt x="2823686" y="3229356"/>
                  <a:pt x="2827592" y="3229356"/>
                </a:cubicBezTo>
                <a:cubicBezTo>
                  <a:pt x="2831497" y="3229356"/>
                  <a:pt x="2834640" y="3226213"/>
                  <a:pt x="2834640" y="3222308"/>
                </a:cubicBezTo>
                <a:cubicBezTo>
                  <a:pt x="2834640" y="3219260"/>
                  <a:pt x="2832640" y="3216688"/>
                  <a:pt x="2829973" y="3215735"/>
                </a:cubicBezTo>
                <a:lnTo>
                  <a:pt x="2829973" y="3198495"/>
                </a:lnTo>
                <a:cubicBezTo>
                  <a:pt x="2829973" y="3197828"/>
                  <a:pt x="2829687" y="3197162"/>
                  <a:pt x="2829116" y="3196685"/>
                </a:cubicBezTo>
                <a:lnTo>
                  <a:pt x="2799588" y="3171825"/>
                </a:lnTo>
                <a:lnTo>
                  <a:pt x="2799588" y="3077337"/>
                </a:lnTo>
                <a:cubicBezTo>
                  <a:pt x="2799588" y="3077337"/>
                  <a:pt x="2822924" y="3049048"/>
                  <a:pt x="2822924" y="3049048"/>
                </a:cubicBezTo>
                <a:cubicBezTo>
                  <a:pt x="2823305" y="3048667"/>
                  <a:pt x="2823496" y="3048095"/>
                  <a:pt x="2823496" y="3047524"/>
                </a:cubicBezTo>
                <a:lnTo>
                  <a:pt x="2823972" y="2909983"/>
                </a:lnTo>
                <a:cubicBezTo>
                  <a:pt x="2823972" y="2909411"/>
                  <a:pt x="2823782" y="2908935"/>
                  <a:pt x="2823401" y="2908459"/>
                </a:cubicBezTo>
                <a:lnTo>
                  <a:pt x="2792825" y="2870645"/>
                </a:lnTo>
                <a:lnTo>
                  <a:pt x="2794445" y="2757488"/>
                </a:lnTo>
                <a:lnTo>
                  <a:pt x="2806065" y="2741962"/>
                </a:lnTo>
                <a:cubicBezTo>
                  <a:pt x="2806065" y="2741962"/>
                  <a:pt x="2806542" y="2741009"/>
                  <a:pt x="2806542" y="2740533"/>
                </a:cubicBezTo>
                <a:lnTo>
                  <a:pt x="2806542" y="2724055"/>
                </a:lnTo>
                <a:lnTo>
                  <a:pt x="2801779" y="2724055"/>
                </a:lnTo>
                <a:lnTo>
                  <a:pt x="2801779" y="2739771"/>
                </a:lnTo>
                <a:lnTo>
                  <a:pt x="2790159" y="2755297"/>
                </a:lnTo>
                <a:cubicBezTo>
                  <a:pt x="2790159" y="2755297"/>
                  <a:pt x="2789682" y="2756154"/>
                  <a:pt x="2789682" y="2756726"/>
                </a:cubicBezTo>
                <a:lnTo>
                  <a:pt x="2787968" y="2871502"/>
                </a:lnTo>
                <a:cubicBezTo>
                  <a:pt x="2787968" y="2872073"/>
                  <a:pt x="2788158" y="2872645"/>
                  <a:pt x="2788539" y="2873026"/>
                </a:cubicBezTo>
                <a:lnTo>
                  <a:pt x="2819114" y="2910840"/>
                </a:lnTo>
                <a:lnTo>
                  <a:pt x="2818638" y="3046667"/>
                </a:lnTo>
                <a:lnTo>
                  <a:pt x="2795397" y="3074956"/>
                </a:lnTo>
                <a:cubicBezTo>
                  <a:pt x="2795397" y="3074956"/>
                  <a:pt x="2794826" y="3075909"/>
                  <a:pt x="2794826" y="3076480"/>
                </a:cubicBezTo>
                <a:lnTo>
                  <a:pt x="2794826" y="3172016"/>
                </a:lnTo>
                <a:cubicBezTo>
                  <a:pt x="2794826" y="3172016"/>
                  <a:pt x="2774633" y="3191923"/>
                  <a:pt x="2774633" y="3191923"/>
                </a:cubicBezTo>
                <a:lnTo>
                  <a:pt x="2774633" y="3240310"/>
                </a:lnTo>
                <a:cubicBezTo>
                  <a:pt x="2774061" y="3240596"/>
                  <a:pt x="2773585" y="3240881"/>
                  <a:pt x="2773109" y="3241262"/>
                </a:cubicBezTo>
                <a:lnTo>
                  <a:pt x="2767489" y="3246882"/>
                </a:lnTo>
                <a:cubicBezTo>
                  <a:pt x="2765298" y="3249073"/>
                  <a:pt x="2765298" y="3252502"/>
                  <a:pt x="2767489" y="3254693"/>
                </a:cubicBezTo>
                <a:lnTo>
                  <a:pt x="2773204" y="3260312"/>
                </a:lnTo>
                <a:cubicBezTo>
                  <a:pt x="2774252" y="3261360"/>
                  <a:pt x="2775680" y="3261932"/>
                  <a:pt x="2777109" y="3261932"/>
                </a:cubicBezTo>
                <a:cubicBezTo>
                  <a:pt x="2778538" y="3261932"/>
                  <a:pt x="2779967" y="3261360"/>
                  <a:pt x="2781014" y="3260312"/>
                </a:cubicBezTo>
                <a:lnTo>
                  <a:pt x="2782634" y="3258693"/>
                </a:lnTo>
                <a:lnTo>
                  <a:pt x="2828925" y="3298984"/>
                </a:lnTo>
                <a:lnTo>
                  <a:pt x="2934081" y="3298984"/>
                </a:lnTo>
                <a:lnTo>
                  <a:pt x="2952560" y="3281458"/>
                </a:lnTo>
                <a:close/>
                <a:moveTo>
                  <a:pt x="3026855" y="3273362"/>
                </a:moveTo>
                <a:cubicBezTo>
                  <a:pt x="3026855" y="3272695"/>
                  <a:pt x="3027426" y="3272123"/>
                  <a:pt x="3028093" y="3272123"/>
                </a:cubicBezTo>
                <a:lnTo>
                  <a:pt x="3039142" y="3272123"/>
                </a:lnTo>
                <a:cubicBezTo>
                  <a:pt x="3039809" y="3272123"/>
                  <a:pt x="3040380" y="3272695"/>
                  <a:pt x="3040380" y="3273362"/>
                </a:cubicBezTo>
                <a:lnTo>
                  <a:pt x="3040380" y="3284411"/>
                </a:lnTo>
                <a:cubicBezTo>
                  <a:pt x="3040380" y="3285077"/>
                  <a:pt x="3039809" y="3285649"/>
                  <a:pt x="3039142" y="3285649"/>
                </a:cubicBezTo>
                <a:lnTo>
                  <a:pt x="3028093" y="3285649"/>
                </a:lnTo>
                <a:cubicBezTo>
                  <a:pt x="3027426" y="3285649"/>
                  <a:pt x="3026855" y="3285077"/>
                  <a:pt x="3026855" y="3284411"/>
                </a:cubicBezTo>
                <a:lnTo>
                  <a:pt x="3026855" y="3273362"/>
                </a:lnTo>
                <a:close/>
                <a:moveTo>
                  <a:pt x="2783396" y="3251454"/>
                </a:moveTo>
                <a:lnTo>
                  <a:pt x="2777680" y="3257074"/>
                </a:lnTo>
                <a:cubicBezTo>
                  <a:pt x="2777680" y="3257074"/>
                  <a:pt x="2776919" y="3257360"/>
                  <a:pt x="2776633" y="3257074"/>
                </a:cubicBezTo>
                <a:lnTo>
                  <a:pt x="2771013" y="3251454"/>
                </a:lnTo>
                <a:cubicBezTo>
                  <a:pt x="2771013" y="3251454"/>
                  <a:pt x="2770727" y="3250692"/>
                  <a:pt x="2771013" y="3250406"/>
                </a:cubicBezTo>
                <a:lnTo>
                  <a:pt x="2776633" y="3244787"/>
                </a:lnTo>
                <a:cubicBezTo>
                  <a:pt x="2776633" y="3244787"/>
                  <a:pt x="2777014" y="3244596"/>
                  <a:pt x="2777204" y="3244596"/>
                </a:cubicBezTo>
                <a:cubicBezTo>
                  <a:pt x="2777395" y="3244596"/>
                  <a:pt x="2777585" y="3244596"/>
                  <a:pt x="2777776" y="3244787"/>
                </a:cubicBezTo>
                <a:lnTo>
                  <a:pt x="2783491" y="3250406"/>
                </a:lnTo>
                <a:cubicBezTo>
                  <a:pt x="2783491" y="3250406"/>
                  <a:pt x="2783777" y="3251168"/>
                  <a:pt x="2783491" y="3251454"/>
                </a:cubicBezTo>
                <a:close/>
                <a:moveTo>
                  <a:pt x="1899285" y="2589181"/>
                </a:moveTo>
                <a:cubicBezTo>
                  <a:pt x="1895475" y="2589181"/>
                  <a:pt x="1892332" y="2592324"/>
                  <a:pt x="1892332" y="2596134"/>
                </a:cubicBezTo>
                <a:cubicBezTo>
                  <a:pt x="1892332" y="2599944"/>
                  <a:pt x="1895475" y="2603087"/>
                  <a:pt x="1899285" y="2603087"/>
                </a:cubicBezTo>
                <a:cubicBezTo>
                  <a:pt x="1902333" y="2603087"/>
                  <a:pt x="1904905" y="2601087"/>
                  <a:pt x="1905762" y="2598325"/>
                </a:cubicBezTo>
                <a:lnTo>
                  <a:pt x="1941671" y="2598515"/>
                </a:lnTo>
                <a:lnTo>
                  <a:pt x="1961483" y="2573846"/>
                </a:lnTo>
                <a:lnTo>
                  <a:pt x="1970437" y="2573846"/>
                </a:lnTo>
                <a:cubicBezTo>
                  <a:pt x="1970437" y="2573846"/>
                  <a:pt x="1991487" y="2598420"/>
                  <a:pt x="1991487" y="2598420"/>
                </a:cubicBezTo>
                <a:lnTo>
                  <a:pt x="2008346" y="2598420"/>
                </a:lnTo>
                <a:cubicBezTo>
                  <a:pt x="2009299" y="2601087"/>
                  <a:pt x="2011871" y="2602992"/>
                  <a:pt x="2014823" y="2602992"/>
                </a:cubicBezTo>
                <a:cubicBezTo>
                  <a:pt x="2018633" y="2602992"/>
                  <a:pt x="2021777" y="2599849"/>
                  <a:pt x="2021777" y="2596039"/>
                </a:cubicBezTo>
                <a:cubicBezTo>
                  <a:pt x="2021777" y="2592229"/>
                  <a:pt x="2018633" y="2589086"/>
                  <a:pt x="2014823" y="2589086"/>
                </a:cubicBezTo>
                <a:cubicBezTo>
                  <a:pt x="2011871" y="2589086"/>
                  <a:pt x="2009299" y="2590991"/>
                  <a:pt x="2008346" y="2593658"/>
                </a:cubicBezTo>
                <a:lnTo>
                  <a:pt x="1993678" y="2593658"/>
                </a:lnTo>
                <a:lnTo>
                  <a:pt x="1972628" y="2569083"/>
                </a:lnTo>
                <a:lnTo>
                  <a:pt x="1959197" y="2569083"/>
                </a:lnTo>
                <a:cubicBezTo>
                  <a:pt x="1959197" y="2569083"/>
                  <a:pt x="1939385" y="2593753"/>
                  <a:pt x="1939385" y="2593753"/>
                </a:cubicBezTo>
                <a:lnTo>
                  <a:pt x="1905667" y="2593562"/>
                </a:lnTo>
                <a:cubicBezTo>
                  <a:pt x="1904619" y="2590991"/>
                  <a:pt x="1902143" y="2589181"/>
                  <a:pt x="1899190" y="2589181"/>
                </a:cubicBezTo>
                <a:close/>
                <a:moveTo>
                  <a:pt x="1899285" y="2598420"/>
                </a:moveTo>
                <a:cubicBezTo>
                  <a:pt x="1898047" y="2598420"/>
                  <a:pt x="1897094" y="2597468"/>
                  <a:pt x="1897094" y="2596229"/>
                </a:cubicBezTo>
                <a:cubicBezTo>
                  <a:pt x="1897094" y="2594991"/>
                  <a:pt x="1898047" y="2594038"/>
                  <a:pt x="1899285" y="2594038"/>
                </a:cubicBezTo>
                <a:cubicBezTo>
                  <a:pt x="1900523" y="2594038"/>
                  <a:pt x="1901476" y="2594991"/>
                  <a:pt x="1901476" y="2596229"/>
                </a:cubicBezTo>
                <a:cubicBezTo>
                  <a:pt x="1901476" y="2597468"/>
                  <a:pt x="1900523" y="2598420"/>
                  <a:pt x="1899285" y="2598420"/>
                </a:cubicBezTo>
                <a:close/>
                <a:moveTo>
                  <a:pt x="2014823" y="2593943"/>
                </a:moveTo>
                <a:cubicBezTo>
                  <a:pt x="2016062" y="2593943"/>
                  <a:pt x="2017014" y="2594896"/>
                  <a:pt x="2017014" y="2596134"/>
                </a:cubicBezTo>
                <a:cubicBezTo>
                  <a:pt x="2017014" y="2597372"/>
                  <a:pt x="2016062" y="2598325"/>
                  <a:pt x="2014823" y="2598325"/>
                </a:cubicBezTo>
                <a:cubicBezTo>
                  <a:pt x="2013585" y="2598325"/>
                  <a:pt x="2012632" y="2597372"/>
                  <a:pt x="2012632" y="2596134"/>
                </a:cubicBezTo>
                <a:cubicBezTo>
                  <a:pt x="2012632" y="2594896"/>
                  <a:pt x="2013585" y="2593943"/>
                  <a:pt x="2014823" y="2593943"/>
                </a:cubicBezTo>
                <a:close/>
                <a:moveTo>
                  <a:pt x="1715453" y="1329214"/>
                </a:moveTo>
                <a:cubicBezTo>
                  <a:pt x="1711928" y="1327499"/>
                  <a:pt x="1708023" y="1327214"/>
                  <a:pt x="1704308" y="1328452"/>
                </a:cubicBezTo>
                <a:cubicBezTo>
                  <a:pt x="1700594" y="1329690"/>
                  <a:pt x="1697641" y="1332262"/>
                  <a:pt x="1695926" y="1335786"/>
                </a:cubicBezTo>
                <a:cubicBezTo>
                  <a:pt x="1692402" y="1342930"/>
                  <a:pt x="1695355" y="1351693"/>
                  <a:pt x="1702499" y="1355312"/>
                </a:cubicBezTo>
                <a:cubicBezTo>
                  <a:pt x="1704594" y="1356360"/>
                  <a:pt x="1706785" y="1356836"/>
                  <a:pt x="1708880" y="1356836"/>
                </a:cubicBezTo>
                <a:cubicBezTo>
                  <a:pt x="1714214" y="1356836"/>
                  <a:pt x="1719453" y="1353884"/>
                  <a:pt x="1721930" y="1348740"/>
                </a:cubicBezTo>
                <a:cubicBezTo>
                  <a:pt x="1722406" y="1347692"/>
                  <a:pt x="1722787" y="1346645"/>
                  <a:pt x="1723073" y="1345597"/>
                </a:cubicBezTo>
                <a:lnTo>
                  <a:pt x="1854613" y="1344644"/>
                </a:lnTo>
                <a:lnTo>
                  <a:pt x="1872520" y="1374077"/>
                </a:lnTo>
                <a:lnTo>
                  <a:pt x="2075974" y="1374077"/>
                </a:lnTo>
                <a:cubicBezTo>
                  <a:pt x="2075974" y="1374077"/>
                  <a:pt x="2182273" y="1285113"/>
                  <a:pt x="2182273" y="1285113"/>
                </a:cubicBezTo>
                <a:cubicBezTo>
                  <a:pt x="2185416" y="1287685"/>
                  <a:pt x="2189131" y="1289209"/>
                  <a:pt x="2193227" y="1289495"/>
                </a:cubicBezTo>
                <a:cubicBezTo>
                  <a:pt x="2198561" y="1289876"/>
                  <a:pt x="2203704" y="1288256"/>
                  <a:pt x="2207800" y="1284732"/>
                </a:cubicBezTo>
                <a:cubicBezTo>
                  <a:pt x="2211896" y="1281303"/>
                  <a:pt x="2214277" y="1276445"/>
                  <a:pt x="2214753" y="1271111"/>
                </a:cubicBezTo>
                <a:cubicBezTo>
                  <a:pt x="2215134" y="1266063"/>
                  <a:pt x="2213610" y="1261110"/>
                  <a:pt x="2210467" y="1257205"/>
                </a:cubicBezTo>
                <a:lnTo>
                  <a:pt x="2227898" y="1243394"/>
                </a:lnTo>
                <a:lnTo>
                  <a:pt x="2228564" y="1166051"/>
                </a:lnTo>
                <a:lnTo>
                  <a:pt x="2243709" y="1155192"/>
                </a:lnTo>
                <a:lnTo>
                  <a:pt x="2322386" y="1154811"/>
                </a:lnTo>
                <a:cubicBezTo>
                  <a:pt x="2323814" y="1159288"/>
                  <a:pt x="2327910" y="1162622"/>
                  <a:pt x="2332863" y="1162622"/>
                </a:cubicBezTo>
                <a:lnTo>
                  <a:pt x="2364486" y="1162622"/>
                </a:lnTo>
                <a:cubicBezTo>
                  <a:pt x="2369344" y="1162622"/>
                  <a:pt x="2373440" y="1159383"/>
                  <a:pt x="2374964" y="1155002"/>
                </a:cubicBezTo>
                <a:lnTo>
                  <a:pt x="2465070" y="1155002"/>
                </a:lnTo>
                <a:lnTo>
                  <a:pt x="2481072" y="1173290"/>
                </a:lnTo>
                <a:lnTo>
                  <a:pt x="2696813" y="1173290"/>
                </a:lnTo>
                <a:lnTo>
                  <a:pt x="2797302" y="1074325"/>
                </a:lnTo>
                <a:lnTo>
                  <a:pt x="2796445" y="966692"/>
                </a:lnTo>
                <a:lnTo>
                  <a:pt x="2820734" y="943927"/>
                </a:lnTo>
                <a:cubicBezTo>
                  <a:pt x="2823686" y="945737"/>
                  <a:pt x="2827115" y="946880"/>
                  <a:pt x="2830830" y="946880"/>
                </a:cubicBezTo>
                <a:cubicBezTo>
                  <a:pt x="2841593" y="946880"/>
                  <a:pt x="2850261" y="938117"/>
                  <a:pt x="2850261" y="927449"/>
                </a:cubicBezTo>
                <a:cubicBezTo>
                  <a:pt x="2850261" y="916781"/>
                  <a:pt x="2841498" y="908018"/>
                  <a:pt x="2830830" y="908018"/>
                </a:cubicBezTo>
                <a:cubicBezTo>
                  <a:pt x="2820162" y="908018"/>
                  <a:pt x="2811399" y="916781"/>
                  <a:pt x="2811399" y="927449"/>
                </a:cubicBezTo>
                <a:cubicBezTo>
                  <a:pt x="2811399" y="931831"/>
                  <a:pt x="2812923" y="935927"/>
                  <a:pt x="2815400" y="939165"/>
                </a:cubicBezTo>
                <a:lnTo>
                  <a:pt x="2789206" y="963454"/>
                </a:lnTo>
                <a:lnTo>
                  <a:pt x="2790063" y="1071467"/>
                </a:lnTo>
                <a:lnTo>
                  <a:pt x="2693861" y="1166241"/>
                </a:lnTo>
                <a:lnTo>
                  <a:pt x="2484311" y="1166241"/>
                </a:lnTo>
                <a:lnTo>
                  <a:pt x="2468309" y="1147953"/>
                </a:lnTo>
                <a:lnTo>
                  <a:pt x="2375535" y="1147953"/>
                </a:lnTo>
                <a:cubicBezTo>
                  <a:pt x="2375249" y="1142048"/>
                  <a:pt x="2370487" y="1137285"/>
                  <a:pt x="2364486" y="1137285"/>
                </a:cubicBezTo>
                <a:lnTo>
                  <a:pt x="2332863" y="1137285"/>
                </a:lnTo>
                <a:cubicBezTo>
                  <a:pt x="2326958" y="1137285"/>
                  <a:pt x="2322195" y="1141952"/>
                  <a:pt x="2321814" y="1147763"/>
                </a:cubicBezTo>
                <a:lnTo>
                  <a:pt x="2241328" y="1148144"/>
                </a:lnTo>
                <a:lnTo>
                  <a:pt x="2221421" y="1162431"/>
                </a:lnTo>
                <a:lnTo>
                  <a:pt x="2220754" y="1239965"/>
                </a:lnTo>
                <a:lnTo>
                  <a:pt x="2204847" y="1252538"/>
                </a:lnTo>
                <a:cubicBezTo>
                  <a:pt x="2201704" y="1250728"/>
                  <a:pt x="2198275" y="1249680"/>
                  <a:pt x="2194751" y="1249680"/>
                </a:cubicBezTo>
                <a:cubicBezTo>
                  <a:pt x="2190179" y="1249680"/>
                  <a:pt x="2185511" y="1251299"/>
                  <a:pt x="2181797" y="1254443"/>
                </a:cubicBezTo>
                <a:cubicBezTo>
                  <a:pt x="2177701" y="1257872"/>
                  <a:pt x="2175320" y="1262729"/>
                  <a:pt x="2174843" y="1268063"/>
                </a:cubicBezTo>
                <a:cubicBezTo>
                  <a:pt x="2174558" y="1272159"/>
                  <a:pt x="2175510" y="1276160"/>
                  <a:pt x="2177510" y="1279684"/>
                </a:cubicBezTo>
                <a:lnTo>
                  <a:pt x="2073307" y="1366933"/>
                </a:lnTo>
                <a:lnTo>
                  <a:pt x="1876520" y="1366933"/>
                </a:lnTo>
                <a:cubicBezTo>
                  <a:pt x="1876520" y="1366933"/>
                  <a:pt x="1858613" y="1337501"/>
                  <a:pt x="1858613" y="1337501"/>
                </a:cubicBezTo>
                <a:lnTo>
                  <a:pt x="1722977" y="1338453"/>
                </a:lnTo>
                <a:cubicBezTo>
                  <a:pt x="1721930" y="1334643"/>
                  <a:pt x="1719358" y="1331214"/>
                  <a:pt x="1715453" y="1329309"/>
                </a:cubicBezTo>
                <a:close/>
                <a:moveTo>
                  <a:pt x="1717739" y="1346645"/>
                </a:moveTo>
                <a:cubicBezTo>
                  <a:pt x="1715357" y="1351502"/>
                  <a:pt x="1709452" y="1353503"/>
                  <a:pt x="1704594" y="1351026"/>
                </a:cubicBezTo>
                <a:cubicBezTo>
                  <a:pt x="1699736" y="1348645"/>
                  <a:pt x="1697736" y="1342739"/>
                  <a:pt x="1700213" y="1337882"/>
                </a:cubicBezTo>
                <a:cubicBezTo>
                  <a:pt x="1701356" y="1335500"/>
                  <a:pt x="1703356" y="1333786"/>
                  <a:pt x="1705832" y="1332928"/>
                </a:cubicBezTo>
                <a:cubicBezTo>
                  <a:pt x="1706880" y="1332548"/>
                  <a:pt x="1707928" y="1332452"/>
                  <a:pt x="1708976" y="1332452"/>
                </a:cubicBezTo>
                <a:cubicBezTo>
                  <a:pt x="1710500" y="1332452"/>
                  <a:pt x="1711928" y="1332833"/>
                  <a:pt x="1713262" y="1333500"/>
                </a:cubicBezTo>
                <a:cubicBezTo>
                  <a:pt x="1718120" y="1335881"/>
                  <a:pt x="1720120" y="1341787"/>
                  <a:pt x="1717643" y="1346645"/>
                </a:cubicBezTo>
                <a:close/>
                <a:moveTo>
                  <a:pt x="2830830" y="913448"/>
                </a:moveTo>
                <a:cubicBezTo>
                  <a:pt x="2838545" y="913448"/>
                  <a:pt x="2844832" y="919734"/>
                  <a:pt x="2844832" y="927449"/>
                </a:cubicBezTo>
                <a:cubicBezTo>
                  <a:pt x="2844832" y="935165"/>
                  <a:pt x="2838545" y="941451"/>
                  <a:pt x="2830830" y="941451"/>
                </a:cubicBezTo>
                <a:cubicBezTo>
                  <a:pt x="2823115" y="941451"/>
                  <a:pt x="2816828" y="935165"/>
                  <a:pt x="2816828" y="927449"/>
                </a:cubicBezTo>
                <a:cubicBezTo>
                  <a:pt x="2816828" y="919734"/>
                  <a:pt x="2823115" y="913448"/>
                  <a:pt x="2830830" y="913448"/>
                </a:cubicBezTo>
                <a:close/>
                <a:moveTo>
                  <a:pt x="2328767" y="1148429"/>
                </a:moveTo>
                <a:cubicBezTo>
                  <a:pt x="2328767" y="1146239"/>
                  <a:pt x="2330577" y="1144429"/>
                  <a:pt x="2332768" y="1144429"/>
                </a:cubicBezTo>
                <a:lnTo>
                  <a:pt x="2364391" y="1144429"/>
                </a:lnTo>
                <a:cubicBezTo>
                  <a:pt x="2366582" y="1144429"/>
                  <a:pt x="2368391" y="1146239"/>
                  <a:pt x="2368391" y="1148429"/>
                </a:cubicBezTo>
                <a:lnTo>
                  <a:pt x="2368391" y="1151477"/>
                </a:lnTo>
                <a:cubicBezTo>
                  <a:pt x="2368391" y="1153668"/>
                  <a:pt x="2366582" y="1155478"/>
                  <a:pt x="2364391" y="1155478"/>
                </a:cubicBezTo>
                <a:lnTo>
                  <a:pt x="2332768" y="1155478"/>
                </a:lnTo>
                <a:cubicBezTo>
                  <a:pt x="2330577" y="1155478"/>
                  <a:pt x="2328767" y="1153668"/>
                  <a:pt x="2328767" y="1151477"/>
                </a:cubicBezTo>
                <a:lnTo>
                  <a:pt x="2328767" y="1148429"/>
                </a:lnTo>
                <a:close/>
                <a:moveTo>
                  <a:pt x="2186369" y="1259777"/>
                </a:moveTo>
                <a:cubicBezTo>
                  <a:pt x="2188940" y="1257586"/>
                  <a:pt x="2192369" y="1256443"/>
                  <a:pt x="2195703" y="1256728"/>
                </a:cubicBezTo>
                <a:cubicBezTo>
                  <a:pt x="2199132" y="1257014"/>
                  <a:pt x="2202180" y="1258538"/>
                  <a:pt x="2204466" y="1261205"/>
                </a:cubicBezTo>
                <a:cubicBezTo>
                  <a:pt x="2206657" y="1263777"/>
                  <a:pt x="2207800" y="1267111"/>
                  <a:pt x="2207514" y="1270540"/>
                </a:cubicBezTo>
                <a:cubicBezTo>
                  <a:pt x="2207228" y="1273969"/>
                  <a:pt x="2205704" y="1277017"/>
                  <a:pt x="2203037" y="1279303"/>
                </a:cubicBezTo>
                <a:cubicBezTo>
                  <a:pt x="2200656" y="1281303"/>
                  <a:pt x="2197799" y="1282351"/>
                  <a:pt x="2194751" y="1282351"/>
                </a:cubicBezTo>
                <a:cubicBezTo>
                  <a:pt x="2194370" y="1282351"/>
                  <a:pt x="2194084" y="1282351"/>
                  <a:pt x="2193703" y="1282351"/>
                </a:cubicBezTo>
                <a:cubicBezTo>
                  <a:pt x="2190274" y="1282065"/>
                  <a:pt x="2187226" y="1280541"/>
                  <a:pt x="2184940" y="1277874"/>
                </a:cubicBezTo>
                <a:cubicBezTo>
                  <a:pt x="2182749" y="1275302"/>
                  <a:pt x="2181606" y="1271969"/>
                  <a:pt x="2181892" y="1268540"/>
                </a:cubicBezTo>
                <a:cubicBezTo>
                  <a:pt x="2182178" y="1265111"/>
                  <a:pt x="2183702" y="1262063"/>
                  <a:pt x="2186369" y="1259777"/>
                </a:cubicBezTo>
                <a:close/>
                <a:moveTo>
                  <a:pt x="3114770" y="3653028"/>
                </a:moveTo>
                <a:lnTo>
                  <a:pt x="3077051" y="3653028"/>
                </a:lnTo>
                <a:cubicBezTo>
                  <a:pt x="3076480" y="3650552"/>
                  <a:pt x="3075146" y="3648266"/>
                  <a:pt x="3073146" y="3646646"/>
                </a:cubicBezTo>
                <a:cubicBezTo>
                  <a:pt x="3068288" y="3643027"/>
                  <a:pt x="3061430" y="3643979"/>
                  <a:pt x="3057811" y="3648742"/>
                </a:cubicBezTo>
                <a:cubicBezTo>
                  <a:pt x="3056859" y="3649980"/>
                  <a:pt x="3056287" y="3651409"/>
                  <a:pt x="3055906" y="3652933"/>
                </a:cubicBezTo>
                <a:lnTo>
                  <a:pt x="2999042" y="3652933"/>
                </a:lnTo>
                <a:lnTo>
                  <a:pt x="2963704" y="3622643"/>
                </a:lnTo>
                <a:lnTo>
                  <a:pt x="2963132" y="3478625"/>
                </a:lnTo>
                <a:lnTo>
                  <a:pt x="2907983" y="3431477"/>
                </a:lnTo>
                <a:lnTo>
                  <a:pt x="2907030" y="3431477"/>
                </a:lnTo>
                <a:cubicBezTo>
                  <a:pt x="2900839" y="3431762"/>
                  <a:pt x="2892076" y="3432048"/>
                  <a:pt x="2889980" y="3432048"/>
                </a:cubicBezTo>
                <a:lnTo>
                  <a:pt x="2889980" y="3431286"/>
                </a:lnTo>
                <a:cubicBezTo>
                  <a:pt x="2889980" y="3427952"/>
                  <a:pt x="2887313" y="3425285"/>
                  <a:pt x="2883980" y="3425285"/>
                </a:cubicBezTo>
                <a:lnTo>
                  <a:pt x="2863692" y="3425285"/>
                </a:lnTo>
                <a:cubicBezTo>
                  <a:pt x="2860358" y="3425285"/>
                  <a:pt x="2857691" y="3427952"/>
                  <a:pt x="2857691" y="3431286"/>
                </a:cubicBezTo>
                <a:lnTo>
                  <a:pt x="2857691" y="3438906"/>
                </a:lnTo>
                <a:cubicBezTo>
                  <a:pt x="2857691" y="3442240"/>
                  <a:pt x="2860358" y="3444907"/>
                  <a:pt x="2863692" y="3444907"/>
                </a:cubicBezTo>
                <a:lnTo>
                  <a:pt x="2883980" y="3444907"/>
                </a:lnTo>
                <a:cubicBezTo>
                  <a:pt x="2887313" y="3444907"/>
                  <a:pt x="2889980" y="3442240"/>
                  <a:pt x="2889980" y="3438906"/>
                </a:cubicBezTo>
                <a:lnTo>
                  <a:pt x="2889980" y="3436715"/>
                </a:lnTo>
                <a:cubicBezTo>
                  <a:pt x="2892171" y="3436811"/>
                  <a:pt x="2896457" y="3436715"/>
                  <a:pt x="2906363" y="3436239"/>
                </a:cubicBezTo>
                <a:lnTo>
                  <a:pt x="2958465" y="3480721"/>
                </a:lnTo>
                <a:lnTo>
                  <a:pt x="2959037" y="3624739"/>
                </a:lnTo>
                <a:lnTo>
                  <a:pt x="2997422" y="3657600"/>
                </a:lnTo>
                <a:lnTo>
                  <a:pt x="3056096" y="3657600"/>
                </a:lnTo>
                <a:cubicBezTo>
                  <a:pt x="3056668" y="3660077"/>
                  <a:pt x="3057906" y="3662363"/>
                  <a:pt x="3060002" y="3663982"/>
                </a:cubicBezTo>
                <a:cubicBezTo>
                  <a:pt x="3062002" y="3665506"/>
                  <a:pt x="3064288" y="3666173"/>
                  <a:pt x="3066574" y="3666173"/>
                </a:cubicBezTo>
                <a:cubicBezTo>
                  <a:pt x="3069908" y="3666173"/>
                  <a:pt x="3073146" y="3664649"/>
                  <a:pt x="3075337" y="3661791"/>
                </a:cubicBezTo>
                <a:cubicBezTo>
                  <a:pt x="3076289" y="3660553"/>
                  <a:pt x="3076861" y="3659029"/>
                  <a:pt x="3077242" y="3657600"/>
                </a:cubicBezTo>
                <a:lnTo>
                  <a:pt x="3114961" y="3657600"/>
                </a:lnTo>
                <a:lnTo>
                  <a:pt x="3114961" y="3652838"/>
                </a:lnTo>
                <a:close/>
                <a:moveTo>
                  <a:pt x="2867216" y="3440240"/>
                </a:moveTo>
                <a:lnTo>
                  <a:pt x="2863596" y="3440240"/>
                </a:lnTo>
                <a:cubicBezTo>
                  <a:pt x="2862929" y="3440240"/>
                  <a:pt x="2862358" y="3439668"/>
                  <a:pt x="2862358" y="3439001"/>
                </a:cubicBezTo>
                <a:lnTo>
                  <a:pt x="2862358" y="3431381"/>
                </a:lnTo>
                <a:cubicBezTo>
                  <a:pt x="2862358" y="3430715"/>
                  <a:pt x="2862929" y="3430143"/>
                  <a:pt x="2863596" y="3430143"/>
                </a:cubicBezTo>
                <a:lnTo>
                  <a:pt x="2867216" y="3430143"/>
                </a:lnTo>
                <a:lnTo>
                  <a:pt x="2867216" y="3440335"/>
                </a:lnTo>
                <a:close/>
                <a:moveTo>
                  <a:pt x="2877026" y="3438716"/>
                </a:moveTo>
                <a:lnTo>
                  <a:pt x="2872073" y="3438716"/>
                </a:lnTo>
                <a:lnTo>
                  <a:pt x="2872073" y="3430048"/>
                </a:lnTo>
                <a:lnTo>
                  <a:pt x="2877026" y="3430048"/>
                </a:lnTo>
                <a:lnTo>
                  <a:pt x="2877026" y="3438716"/>
                </a:lnTo>
                <a:close/>
                <a:moveTo>
                  <a:pt x="2885218" y="3439001"/>
                </a:moveTo>
                <a:cubicBezTo>
                  <a:pt x="2885218" y="3439668"/>
                  <a:pt x="2884646" y="3440240"/>
                  <a:pt x="2883980" y="3440240"/>
                </a:cubicBezTo>
                <a:lnTo>
                  <a:pt x="2881789" y="3440240"/>
                </a:lnTo>
                <a:lnTo>
                  <a:pt x="2881789" y="3430048"/>
                </a:lnTo>
                <a:lnTo>
                  <a:pt x="2883980" y="3430048"/>
                </a:lnTo>
                <a:cubicBezTo>
                  <a:pt x="2884646" y="3430048"/>
                  <a:pt x="2885218" y="3430619"/>
                  <a:pt x="2885218" y="3431286"/>
                </a:cubicBezTo>
                <a:lnTo>
                  <a:pt x="2885218" y="3438906"/>
                </a:lnTo>
                <a:close/>
                <a:moveTo>
                  <a:pt x="2889980" y="3434429"/>
                </a:moveTo>
                <a:lnTo>
                  <a:pt x="2889980" y="3434429"/>
                </a:lnTo>
                <a:cubicBezTo>
                  <a:pt x="2889980" y="3434429"/>
                  <a:pt x="2891504" y="3434429"/>
                  <a:pt x="2891504" y="3434429"/>
                </a:cubicBezTo>
                <a:lnTo>
                  <a:pt x="2889980" y="3434429"/>
                </a:lnTo>
                <a:close/>
                <a:moveTo>
                  <a:pt x="3071432" y="3659124"/>
                </a:moveTo>
                <a:cubicBezTo>
                  <a:pt x="3069336" y="3661886"/>
                  <a:pt x="3065526" y="3662363"/>
                  <a:pt x="3062764" y="3660362"/>
                </a:cubicBezTo>
                <a:cubicBezTo>
                  <a:pt x="3061430" y="3659410"/>
                  <a:pt x="3060573" y="3657886"/>
                  <a:pt x="3060383" y="3656267"/>
                </a:cubicBezTo>
                <a:cubicBezTo>
                  <a:pt x="3060192" y="3654647"/>
                  <a:pt x="3060573" y="3653028"/>
                  <a:pt x="3061621" y="3651695"/>
                </a:cubicBezTo>
                <a:cubicBezTo>
                  <a:pt x="3062859" y="3650075"/>
                  <a:pt x="3064669" y="3649218"/>
                  <a:pt x="3066574" y="3649218"/>
                </a:cubicBezTo>
                <a:cubicBezTo>
                  <a:pt x="3067907" y="3649218"/>
                  <a:pt x="3069146" y="3649599"/>
                  <a:pt x="3070288" y="3650456"/>
                </a:cubicBezTo>
                <a:cubicBezTo>
                  <a:pt x="3071622" y="3651409"/>
                  <a:pt x="3072479" y="3652933"/>
                  <a:pt x="3072670" y="3654552"/>
                </a:cubicBezTo>
                <a:cubicBezTo>
                  <a:pt x="3072860" y="3656171"/>
                  <a:pt x="3072479" y="3657791"/>
                  <a:pt x="3071432" y="3659124"/>
                </a:cubicBezTo>
                <a:close/>
                <a:moveTo>
                  <a:pt x="2824829" y="3420999"/>
                </a:moveTo>
                <a:cubicBezTo>
                  <a:pt x="2821972" y="3422713"/>
                  <a:pt x="2819972" y="3425476"/>
                  <a:pt x="2819210" y="3428810"/>
                </a:cubicBezTo>
                <a:cubicBezTo>
                  <a:pt x="2817590" y="3435572"/>
                  <a:pt x="2821781" y="3442335"/>
                  <a:pt x="2828449" y="3443954"/>
                </a:cubicBezTo>
                <a:cubicBezTo>
                  <a:pt x="2829401" y="3444145"/>
                  <a:pt x="2830449" y="3444335"/>
                  <a:pt x="2831402" y="3444335"/>
                </a:cubicBezTo>
                <a:cubicBezTo>
                  <a:pt x="2833688" y="3444335"/>
                  <a:pt x="2835974" y="3443669"/>
                  <a:pt x="2837974" y="3442526"/>
                </a:cubicBezTo>
                <a:cubicBezTo>
                  <a:pt x="2840831" y="3440811"/>
                  <a:pt x="2842832" y="3438049"/>
                  <a:pt x="2843594" y="3434715"/>
                </a:cubicBezTo>
                <a:cubicBezTo>
                  <a:pt x="2845213" y="3427952"/>
                  <a:pt x="2841022" y="3421190"/>
                  <a:pt x="2834354" y="3419570"/>
                </a:cubicBezTo>
                <a:cubicBezTo>
                  <a:pt x="2834164" y="3419570"/>
                  <a:pt x="2833973" y="3419570"/>
                  <a:pt x="2833783" y="3419570"/>
                </a:cubicBezTo>
                <a:lnTo>
                  <a:pt x="2833783" y="3361944"/>
                </a:lnTo>
                <a:lnTo>
                  <a:pt x="2740057" y="3276124"/>
                </a:lnTo>
                <a:cubicBezTo>
                  <a:pt x="2740724" y="3274981"/>
                  <a:pt x="2741295" y="3273743"/>
                  <a:pt x="2741676" y="3272409"/>
                </a:cubicBezTo>
                <a:cubicBezTo>
                  <a:pt x="2742438" y="3269171"/>
                  <a:pt x="2741962" y="3265742"/>
                  <a:pt x="2740152" y="3262884"/>
                </a:cubicBezTo>
                <a:cubicBezTo>
                  <a:pt x="2738342" y="3260027"/>
                  <a:pt x="2735675" y="3258026"/>
                  <a:pt x="2732342" y="3257264"/>
                </a:cubicBezTo>
                <a:cubicBezTo>
                  <a:pt x="2729103" y="3256502"/>
                  <a:pt x="2725674" y="3256979"/>
                  <a:pt x="2722817" y="3258788"/>
                </a:cubicBezTo>
                <a:cubicBezTo>
                  <a:pt x="2719959" y="3260503"/>
                  <a:pt x="2717959" y="3263265"/>
                  <a:pt x="2717197" y="3266599"/>
                </a:cubicBezTo>
                <a:cubicBezTo>
                  <a:pt x="2716435" y="3269837"/>
                  <a:pt x="2716911" y="3273267"/>
                  <a:pt x="2718721" y="3276124"/>
                </a:cubicBezTo>
                <a:cubicBezTo>
                  <a:pt x="2720435" y="3278981"/>
                  <a:pt x="2723198" y="3280982"/>
                  <a:pt x="2726531" y="3281744"/>
                </a:cubicBezTo>
                <a:cubicBezTo>
                  <a:pt x="2727484" y="3281934"/>
                  <a:pt x="2728532" y="3282125"/>
                  <a:pt x="2729484" y="3282125"/>
                </a:cubicBezTo>
                <a:cubicBezTo>
                  <a:pt x="2732151" y="3282125"/>
                  <a:pt x="2734723" y="3281172"/>
                  <a:pt x="2736818" y="3279648"/>
                </a:cubicBezTo>
                <a:lnTo>
                  <a:pt x="2829020" y="3364135"/>
                </a:lnTo>
                <a:lnTo>
                  <a:pt x="2829020" y="3419666"/>
                </a:lnTo>
                <a:cubicBezTo>
                  <a:pt x="2827592" y="3419951"/>
                  <a:pt x="2826163" y="3420428"/>
                  <a:pt x="2824829" y="3421190"/>
                </a:cubicBezTo>
                <a:close/>
                <a:moveTo>
                  <a:pt x="2737104" y="3271171"/>
                </a:moveTo>
                <a:cubicBezTo>
                  <a:pt x="2736056" y="3275362"/>
                  <a:pt x="2731865" y="3277934"/>
                  <a:pt x="2727674" y="3276886"/>
                </a:cubicBezTo>
                <a:cubicBezTo>
                  <a:pt x="2725674" y="3276410"/>
                  <a:pt x="2723960" y="3275171"/>
                  <a:pt x="2722817" y="3273362"/>
                </a:cubicBezTo>
                <a:cubicBezTo>
                  <a:pt x="2721769" y="3271552"/>
                  <a:pt x="2721388" y="3269456"/>
                  <a:pt x="2721864" y="3267456"/>
                </a:cubicBezTo>
                <a:cubicBezTo>
                  <a:pt x="2722340" y="3265456"/>
                  <a:pt x="2723579" y="3263742"/>
                  <a:pt x="2725388" y="3262598"/>
                </a:cubicBezTo>
                <a:cubicBezTo>
                  <a:pt x="2726627" y="3261836"/>
                  <a:pt x="2728055" y="3261455"/>
                  <a:pt x="2729484" y="3261455"/>
                </a:cubicBezTo>
                <a:cubicBezTo>
                  <a:pt x="2730055" y="3261455"/>
                  <a:pt x="2730722" y="3261455"/>
                  <a:pt x="2731294" y="3261646"/>
                </a:cubicBezTo>
                <a:cubicBezTo>
                  <a:pt x="2733294" y="3262122"/>
                  <a:pt x="2735009" y="3263360"/>
                  <a:pt x="2736152" y="3265170"/>
                </a:cubicBezTo>
                <a:cubicBezTo>
                  <a:pt x="2737199" y="3266980"/>
                  <a:pt x="2737580" y="3269075"/>
                  <a:pt x="2737104" y="3271076"/>
                </a:cubicBezTo>
                <a:close/>
                <a:moveTo>
                  <a:pt x="2831402" y="3423952"/>
                </a:moveTo>
                <a:cubicBezTo>
                  <a:pt x="2831973" y="3423952"/>
                  <a:pt x="2832640" y="3423952"/>
                  <a:pt x="2833211" y="3424142"/>
                </a:cubicBezTo>
                <a:cubicBezTo>
                  <a:pt x="2837402" y="3425190"/>
                  <a:pt x="2839974" y="3429381"/>
                  <a:pt x="2838926" y="3433572"/>
                </a:cubicBezTo>
                <a:cubicBezTo>
                  <a:pt x="2838450" y="3435572"/>
                  <a:pt x="2837212" y="3437287"/>
                  <a:pt x="2835402" y="3438430"/>
                </a:cubicBezTo>
                <a:cubicBezTo>
                  <a:pt x="2833592" y="3439478"/>
                  <a:pt x="2831497" y="3439859"/>
                  <a:pt x="2829497" y="3439382"/>
                </a:cubicBezTo>
                <a:cubicBezTo>
                  <a:pt x="2825305" y="3438335"/>
                  <a:pt x="2822734" y="3434144"/>
                  <a:pt x="2823782" y="3429953"/>
                </a:cubicBezTo>
                <a:cubicBezTo>
                  <a:pt x="2824258" y="3427952"/>
                  <a:pt x="2825496" y="3426238"/>
                  <a:pt x="2827306" y="3425095"/>
                </a:cubicBezTo>
                <a:cubicBezTo>
                  <a:pt x="2828544" y="3424333"/>
                  <a:pt x="2829973" y="3423952"/>
                  <a:pt x="2831402" y="3423952"/>
                </a:cubicBezTo>
                <a:close/>
                <a:moveTo>
                  <a:pt x="2866263" y="3757136"/>
                </a:moveTo>
                <a:cubicBezTo>
                  <a:pt x="2868263" y="3758946"/>
                  <a:pt x="2870835" y="3759899"/>
                  <a:pt x="2873597" y="3759899"/>
                </a:cubicBezTo>
                <a:cubicBezTo>
                  <a:pt x="2873788" y="3759899"/>
                  <a:pt x="2873978" y="3759899"/>
                  <a:pt x="2874169" y="3759899"/>
                </a:cubicBezTo>
                <a:cubicBezTo>
                  <a:pt x="2877122" y="3759708"/>
                  <a:pt x="2879788" y="3758470"/>
                  <a:pt x="2881694" y="3756279"/>
                </a:cubicBezTo>
                <a:cubicBezTo>
                  <a:pt x="2885694" y="3751802"/>
                  <a:pt x="2885313" y="3744849"/>
                  <a:pt x="2880836" y="3740849"/>
                </a:cubicBezTo>
                <a:cubicBezTo>
                  <a:pt x="2878646" y="3738848"/>
                  <a:pt x="2875884" y="3737991"/>
                  <a:pt x="2872930" y="3738086"/>
                </a:cubicBezTo>
                <a:cubicBezTo>
                  <a:pt x="2870740" y="3738182"/>
                  <a:pt x="2868740" y="3739134"/>
                  <a:pt x="2867025" y="3740468"/>
                </a:cubicBezTo>
                <a:lnTo>
                  <a:pt x="2775680" y="3656267"/>
                </a:lnTo>
                <a:lnTo>
                  <a:pt x="2775680" y="3561779"/>
                </a:lnTo>
                <a:cubicBezTo>
                  <a:pt x="2779586" y="3560731"/>
                  <a:pt x="2782538" y="3557397"/>
                  <a:pt x="2782729" y="3553206"/>
                </a:cubicBezTo>
                <a:cubicBezTo>
                  <a:pt x="2783015" y="3547967"/>
                  <a:pt x="2778919" y="3543586"/>
                  <a:pt x="2773680" y="3543300"/>
                </a:cubicBezTo>
                <a:cubicBezTo>
                  <a:pt x="2768442" y="3543014"/>
                  <a:pt x="2764060" y="3547110"/>
                  <a:pt x="2763774" y="3552349"/>
                </a:cubicBezTo>
                <a:cubicBezTo>
                  <a:pt x="2763584" y="3556921"/>
                  <a:pt x="2766632" y="3560636"/>
                  <a:pt x="2770823" y="3561779"/>
                </a:cubicBezTo>
                <a:lnTo>
                  <a:pt x="2770823" y="3658362"/>
                </a:lnTo>
                <a:lnTo>
                  <a:pt x="2863787" y="3744182"/>
                </a:lnTo>
                <a:cubicBezTo>
                  <a:pt x="2862929" y="3745897"/>
                  <a:pt x="2862358" y="3747707"/>
                  <a:pt x="2862453" y="3749707"/>
                </a:cubicBezTo>
                <a:cubicBezTo>
                  <a:pt x="2862644" y="3752660"/>
                  <a:pt x="2863882" y="3755327"/>
                  <a:pt x="2866073" y="3757232"/>
                </a:cubicBezTo>
                <a:close/>
                <a:moveTo>
                  <a:pt x="2868930" y="3744849"/>
                </a:moveTo>
                <a:cubicBezTo>
                  <a:pt x="2870073" y="3743611"/>
                  <a:pt x="2871597" y="3742849"/>
                  <a:pt x="2873217" y="3742754"/>
                </a:cubicBezTo>
                <a:cubicBezTo>
                  <a:pt x="2873312" y="3742754"/>
                  <a:pt x="2873407" y="3742754"/>
                  <a:pt x="2873597" y="3742754"/>
                </a:cubicBezTo>
                <a:cubicBezTo>
                  <a:pt x="2875121" y="3742754"/>
                  <a:pt x="2876550" y="3743325"/>
                  <a:pt x="2877693" y="3744373"/>
                </a:cubicBezTo>
                <a:cubicBezTo>
                  <a:pt x="2880265" y="3746659"/>
                  <a:pt x="2880455" y="3750564"/>
                  <a:pt x="2878169" y="3753136"/>
                </a:cubicBezTo>
                <a:cubicBezTo>
                  <a:pt x="2877026" y="3754374"/>
                  <a:pt x="2875598" y="3755136"/>
                  <a:pt x="2873883" y="3755136"/>
                </a:cubicBezTo>
                <a:cubicBezTo>
                  <a:pt x="2872264" y="3755327"/>
                  <a:pt x="2870645" y="3754660"/>
                  <a:pt x="2869406" y="3753612"/>
                </a:cubicBezTo>
                <a:lnTo>
                  <a:pt x="2869406" y="3753612"/>
                </a:lnTo>
                <a:cubicBezTo>
                  <a:pt x="2868168" y="3752469"/>
                  <a:pt x="2867406" y="3750945"/>
                  <a:pt x="2867406" y="3749326"/>
                </a:cubicBezTo>
                <a:cubicBezTo>
                  <a:pt x="2867406" y="3747707"/>
                  <a:pt x="2867882" y="3746087"/>
                  <a:pt x="2868930" y="3744849"/>
                </a:cubicBezTo>
                <a:close/>
                <a:moveTo>
                  <a:pt x="932117" y="3099721"/>
                </a:moveTo>
                <a:lnTo>
                  <a:pt x="949738" y="3099721"/>
                </a:lnTo>
                <a:cubicBezTo>
                  <a:pt x="949738" y="3099721"/>
                  <a:pt x="949738" y="3104484"/>
                  <a:pt x="949738" y="3104484"/>
                </a:cubicBezTo>
                <a:lnTo>
                  <a:pt x="932117" y="3104484"/>
                </a:lnTo>
                <a:cubicBezTo>
                  <a:pt x="932117" y="3104484"/>
                  <a:pt x="932117" y="3099721"/>
                  <a:pt x="932117" y="3099721"/>
                </a:cubicBezTo>
                <a:close/>
                <a:moveTo>
                  <a:pt x="979075" y="3093434"/>
                </a:moveTo>
                <a:cubicBezTo>
                  <a:pt x="977741" y="3095244"/>
                  <a:pt x="976884" y="3097340"/>
                  <a:pt x="976598" y="3099530"/>
                </a:cubicBezTo>
                <a:lnTo>
                  <a:pt x="967359" y="3099530"/>
                </a:lnTo>
                <a:cubicBezTo>
                  <a:pt x="967359" y="3099530"/>
                  <a:pt x="967359" y="3104293"/>
                  <a:pt x="967359" y="3104293"/>
                </a:cubicBezTo>
                <a:lnTo>
                  <a:pt x="976598" y="3104293"/>
                </a:lnTo>
                <a:cubicBezTo>
                  <a:pt x="977265" y="3108008"/>
                  <a:pt x="979170" y="3111246"/>
                  <a:pt x="982218" y="3113437"/>
                </a:cubicBezTo>
                <a:cubicBezTo>
                  <a:pt x="988600" y="3118104"/>
                  <a:pt x="997553" y="3116771"/>
                  <a:pt x="1002221" y="3110389"/>
                </a:cubicBezTo>
                <a:cubicBezTo>
                  <a:pt x="1004126" y="3107817"/>
                  <a:pt x="1004983" y="3104864"/>
                  <a:pt x="1004983" y="3101912"/>
                </a:cubicBezTo>
                <a:cubicBezTo>
                  <a:pt x="1004983" y="3097530"/>
                  <a:pt x="1002983" y="3093149"/>
                  <a:pt x="999173" y="3090291"/>
                </a:cubicBezTo>
                <a:cubicBezTo>
                  <a:pt x="992791" y="3085624"/>
                  <a:pt x="983837" y="3086957"/>
                  <a:pt x="979170" y="3093339"/>
                </a:cubicBezTo>
                <a:close/>
                <a:moveTo>
                  <a:pt x="1000030" y="3108865"/>
                </a:moveTo>
                <a:cubicBezTo>
                  <a:pt x="998220" y="3111342"/>
                  <a:pt x="995458" y="3113056"/>
                  <a:pt x="992410" y="3113532"/>
                </a:cubicBezTo>
                <a:cubicBezTo>
                  <a:pt x="989362" y="3114009"/>
                  <a:pt x="986219" y="3113246"/>
                  <a:pt x="983742" y="3111437"/>
                </a:cubicBezTo>
                <a:cubicBezTo>
                  <a:pt x="981266" y="3109627"/>
                  <a:pt x="979551" y="3106865"/>
                  <a:pt x="979075" y="3103817"/>
                </a:cubicBezTo>
                <a:cubicBezTo>
                  <a:pt x="979075" y="3103245"/>
                  <a:pt x="978979" y="3102578"/>
                  <a:pt x="978979" y="3102007"/>
                </a:cubicBezTo>
                <a:cubicBezTo>
                  <a:pt x="978979" y="3099530"/>
                  <a:pt x="979742" y="3097149"/>
                  <a:pt x="981266" y="3095149"/>
                </a:cubicBezTo>
                <a:cubicBezTo>
                  <a:pt x="985076" y="3089910"/>
                  <a:pt x="992410" y="3088862"/>
                  <a:pt x="997649" y="3092672"/>
                </a:cubicBezTo>
                <a:cubicBezTo>
                  <a:pt x="1002792" y="3096482"/>
                  <a:pt x="1003935" y="3103817"/>
                  <a:pt x="1000125" y="3109055"/>
                </a:cubicBezTo>
                <a:close/>
                <a:moveTo>
                  <a:pt x="1369886" y="1516285"/>
                </a:moveTo>
                <a:cubicBezTo>
                  <a:pt x="1367123" y="1516285"/>
                  <a:pt x="1364837" y="1518571"/>
                  <a:pt x="1364837" y="1521333"/>
                </a:cubicBezTo>
                <a:lnTo>
                  <a:pt x="1364837" y="1534287"/>
                </a:lnTo>
                <a:cubicBezTo>
                  <a:pt x="1364837" y="1537049"/>
                  <a:pt x="1367123" y="1539335"/>
                  <a:pt x="1369886" y="1539335"/>
                </a:cubicBezTo>
                <a:lnTo>
                  <a:pt x="1382840" y="1539335"/>
                </a:lnTo>
                <a:cubicBezTo>
                  <a:pt x="1385602" y="1539335"/>
                  <a:pt x="1387888" y="1537049"/>
                  <a:pt x="1387888" y="1534287"/>
                </a:cubicBezTo>
                <a:lnTo>
                  <a:pt x="1387888" y="1521333"/>
                </a:lnTo>
                <a:cubicBezTo>
                  <a:pt x="1387888" y="1518571"/>
                  <a:pt x="1385602" y="1516285"/>
                  <a:pt x="1382840" y="1516285"/>
                </a:cubicBezTo>
                <a:lnTo>
                  <a:pt x="1369886" y="1516285"/>
                </a:lnTo>
                <a:close/>
                <a:moveTo>
                  <a:pt x="1383125" y="1534287"/>
                </a:moveTo>
                <a:cubicBezTo>
                  <a:pt x="1383125" y="1534287"/>
                  <a:pt x="1382935" y="1534573"/>
                  <a:pt x="1382840" y="1534573"/>
                </a:cubicBezTo>
                <a:lnTo>
                  <a:pt x="1369600" y="1534287"/>
                </a:lnTo>
                <a:lnTo>
                  <a:pt x="1369886" y="1521047"/>
                </a:lnTo>
                <a:lnTo>
                  <a:pt x="1383125" y="1521333"/>
                </a:lnTo>
                <a:lnTo>
                  <a:pt x="1383125" y="1534287"/>
                </a:lnTo>
                <a:close/>
                <a:moveTo>
                  <a:pt x="1352264" y="1518666"/>
                </a:moveTo>
                <a:cubicBezTo>
                  <a:pt x="1353788" y="1518666"/>
                  <a:pt x="1354931" y="1519904"/>
                  <a:pt x="1354931" y="1521333"/>
                </a:cubicBezTo>
                <a:lnTo>
                  <a:pt x="1354931" y="1534287"/>
                </a:lnTo>
                <a:cubicBezTo>
                  <a:pt x="1354931" y="1535811"/>
                  <a:pt x="1353693" y="1536954"/>
                  <a:pt x="1352264" y="1536954"/>
                </a:cubicBezTo>
                <a:lnTo>
                  <a:pt x="1339310" y="1536954"/>
                </a:lnTo>
                <a:cubicBezTo>
                  <a:pt x="1337786" y="1536954"/>
                  <a:pt x="1336643" y="1535716"/>
                  <a:pt x="1336643" y="1534287"/>
                </a:cubicBezTo>
                <a:lnTo>
                  <a:pt x="1336643" y="1521333"/>
                </a:lnTo>
                <a:cubicBezTo>
                  <a:pt x="1336643" y="1519809"/>
                  <a:pt x="1337882" y="1518666"/>
                  <a:pt x="1339310" y="1518666"/>
                </a:cubicBezTo>
                <a:lnTo>
                  <a:pt x="1352264" y="1518666"/>
                </a:lnTo>
                <a:close/>
                <a:moveTo>
                  <a:pt x="856488" y="1504474"/>
                </a:moveTo>
                <a:cubicBezTo>
                  <a:pt x="854964" y="1501807"/>
                  <a:pt x="852964" y="1498759"/>
                  <a:pt x="849440" y="1498092"/>
                </a:cubicBezTo>
                <a:lnTo>
                  <a:pt x="838200" y="1486853"/>
                </a:lnTo>
                <a:cubicBezTo>
                  <a:pt x="837152" y="1485805"/>
                  <a:pt x="835438" y="1485805"/>
                  <a:pt x="834390" y="1486853"/>
                </a:cubicBezTo>
                <a:lnTo>
                  <a:pt x="822960" y="1498282"/>
                </a:lnTo>
                <a:cubicBezTo>
                  <a:pt x="821912" y="1499330"/>
                  <a:pt x="821912" y="1501045"/>
                  <a:pt x="822960" y="1502093"/>
                </a:cubicBezTo>
                <a:lnTo>
                  <a:pt x="834390" y="1513523"/>
                </a:lnTo>
                <a:cubicBezTo>
                  <a:pt x="835438" y="1514570"/>
                  <a:pt x="837152" y="1514570"/>
                  <a:pt x="838200" y="1513523"/>
                </a:cubicBezTo>
                <a:lnTo>
                  <a:pt x="848963" y="1502759"/>
                </a:lnTo>
                <a:cubicBezTo>
                  <a:pt x="850106" y="1503140"/>
                  <a:pt x="851059" y="1504474"/>
                  <a:pt x="852392" y="1506855"/>
                </a:cubicBezTo>
                <a:cubicBezTo>
                  <a:pt x="854107" y="1509808"/>
                  <a:pt x="856202" y="1513523"/>
                  <a:pt x="860774" y="1513523"/>
                </a:cubicBezTo>
                <a:cubicBezTo>
                  <a:pt x="865346" y="1513523"/>
                  <a:pt x="867442" y="1509808"/>
                  <a:pt x="869156" y="1506855"/>
                </a:cubicBezTo>
                <a:cubicBezTo>
                  <a:pt x="870871" y="1503998"/>
                  <a:pt x="871823" y="1502569"/>
                  <a:pt x="873443" y="1502569"/>
                </a:cubicBezTo>
                <a:cubicBezTo>
                  <a:pt x="875062" y="1502569"/>
                  <a:pt x="876014" y="1503902"/>
                  <a:pt x="877729" y="1506855"/>
                </a:cubicBezTo>
                <a:cubicBezTo>
                  <a:pt x="879443" y="1509808"/>
                  <a:pt x="881539" y="1513523"/>
                  <a:pt x="886111" y="1513523"/>
                </a:cubicBezTo>
                <a:cubicBezTo>
                  <a:pt x="890683" y="1513523"/>
                  <a:pt x="892778" y="1509808"/>
                  <a:pt x="894493" y="1506855"/>
                </a:cubicBezTo>
                <a:cubicBezTo>
                  <a:pt x="896207" y="1503998"/>
                  <a:pt x="897160" y="1502569"/>
                  <a:pt x="898779" y="1502569"/>
                </a:cubicBezTo>
                <a:cubicBezTo>
                  <a:pt x="900398" y="1502569"/>
                  <a:pt x="901351" y="1503902"/>
                  <a:pt x="903065" y="1506855"/>
                </a:cubicBezTo>
                <a:cubicBezTo>
                  <a:pt x="904780" y="1509808"/>
                  <a:pt x="906875" y="1513523"/>
                  <a:pt x="911447" y="1513523"/>
                </a:cubicBezTo>
                <a:cubicBezTo>
                  <a:pt x="916019" y="1513523"/>
                  <a:pt x="918115" y="1509808"/>
                  <a:pt x="919829" y="1506855"/>
                </a:cubicBezTo>
                <a:cubicBezTo>
                  <a:pt x="921544" y="1503998"/>
                  <a:pt x="922496" y="1502569"/>
                  <a:pt x="924116" y="1502569"/>
                </a:cubicBezTo>
                <a:cubicBezTo>
                  <a:pt x="925735" y="1502569"/>
                  <a:pt x="926687" y="1503902"/>
                  <a:pt x="928402" y="1506855"/>
                </a:cubicBezTo>
                <a:cubicBezTo>
                  <a:pt x="930116" y="1509808"/>
                  <a:pt x="932212" y="1513523"/>
                  <a:pt x="936784" y="1513523"/>
                </a:cubicBezTo>
                <a:cubicBezTo>
                  <a:pt x="941356" y="1513523"/>
                  <a:pt x="943451" y="1509808"/>
                  <a:pt x="945166" y="1506855"/>
                </a:cubicBezTo>
                <a:cubicBezTo>
                  <a:pt x="946880" y="1503998"/>
                  <a:pt x="947833" y="1502569"/>
                  <a:pt x="949452" y="1502569"/>
                </a:cubicBezTo>
                <a:cubicBezTo>
                  <a:pt x="951071" y="1502569"/>
                  <a:pt x="952024" y="1503902"/>
                  <a:pt x="953738" y="1506855"/>
                </a:cubicBezTo>
                <a:cubicBezTo>
                  <a:pt x="955453" y="1509808"/>
                  <a:pt x="957548" y="1513523"/>
                  <a:pt x="962120" y="1513523"/>
                </a:cubicBezTo>
                <a:cubicBezTo>
                  <a:pt x="966692" y="1513523"/>
                  <a:pt x="968788" y="1509808"/>
                  <a:pt x="970502" y="1506855"/>
                </a:cubicBezTo>
                <a:cubicBezTo>
                  <a:pt x="972217" y="1503998"/>
                  <a:pt x="973169" y="1502569"/>
                  <a:pt x="974789" y="1502569"/>
                </a:cubicBezTo>
                <a:cubicBezTo>
                  <a:pt x="976408" y="1502569"/>
                  <a:pt x="977360" y="1503902"/>
                  <a:pt x="979075" y="1506855"/>
                </a:cubicBezTo>
                <a:cubicBezTo>
                  <a:pt x="980789" y="1509808"/>
                  <a:pt x="982885" y="1513523"/>
                  <a:pt x="987457" y="1513523"/>
                </a:cubicBezTo>
                <a:cubicBezTo>
                  <a:pt x="992029" y="1513523"/>
                  <a:pt x="994124" y="1509808"/>
                  <a:pt x="995839" y="1506855"/>
                </a:cubicBezTo>
                <a:cubicBezTo>
                  <a:pt x="997553" y="1503998"/>
                  <a:pt x="998506" y="1502569"/>
                  <a:pt x="1000125" y="1502569"/>
                </a:cubicBezTo>
                <a:cubicBezTo>
                  <a:pt x="1001744" y="1502569"/>
                  <a:pt x="1002697" y="1503902"/>
                  <a:pt x="1004411" y="1506855"/>
                </a:cubicBezTo>
                <a:cubicBezTo>
                  <a:pt x="1006126" y="1509808"/>
                  <a:pt x="1008221" y="1513523"/>
                  <a:pt x="1012793" y="1513523"/>
                </a:cubicBezTo>
                <a:cubicBezTo>
                  <a:pt x="1017365" y="1513523"/>
                  <a:pt x="1019461" y="1509808"/>
                  <a:pt x="1021175" y="1506950"/>
                </a:cubicBezTo>
                <a:cubicBezTo>
                  <a:pt x="1022890" y="1504093"/>
                  <a:pt x="1023842" y="1502664"/>
                  <a:pt x="1025462" y="1502664"/>
                </a:cubicBezTo>
                <a:cubicBezTo>
                  <a:pt x="1027081" y="1502664"/>
                  <a:pt x="1028033" y="1503998"/>
                  <a:pt x="1029748" y="1506950"/>
                </a:cubicBezTo>
                <a:cubicBezTo>
                  <a:pt x="1031462" y="1509903"/>
                  <a:pt x="1033558" y="1513618"/>
                  <a:pt x="1038130" y="1513618"/>
                </a:cubicBezTo>
                <a:cubicBezTo>
                  <a:pt x="1042702" y="1513618"/>
                  <a:pt x="1044797" y="1509903"/>
                  <a:pt x="1046512" y="1506950"/>
                </a:cubicBezTo>
                <a:cubicBezTo>
                  <a:pt x="1048226" y="1504093"/>
                  <a:pt x="1049179" y="1502664"/>
                  <a:pt x="1050798" y="1502664"/>
                </a:cubicBezTo>
                <a:cubicBezTo>
                  <a:pt x="1052417" y="1502664"/>
                  <a:pt x="1053370" y="1503998"/>
                  <a:pt x="1055084" y="1506950"/>
                </a:cubicBezTo>
                <a:cubicBezTo>
                  <a:pt x="1056799" y="1509903"/>
                  <a:pt x="1058894" y="1513523"/>
                  <a:pt x="1063466" y="1513523"/>
                </a:cubicBezTo>
                <a:cubicBezTo>
                  <a:pt x="1068038" y="1513523"/>
                  <a:pt x="1070134" y="1509808"/>
                  <a:pt x="1071848" y="1506950"/>
                </a:cubicBezTo>
                <a:cubicBezTo>
                  <a:pt x="1073563" y="1504093"/>
                  <a:pt x="1074515" y="1502664"/>
                  <a:pt x="1076135" y="1502664"/>
                </a:cubicBezTo>
                <a:cubicBezTo>
                  <a:pt x="1077754" y="1502664"/>
                  <a:pt x="1078706" y="1503998"/>
                  <a:pt x="1080421" y="1506950"/>
                </a:cubicBezTo>
                <a:cubicBezTo>
                  <a:pt x="1082135" y="1509903"/>
                  <a:pt x="1084326" y="1513618"/>
                  <a:pt x="1088803" y="1513618"/>
                </a:cubicBezTo>
                <a:cubicBezTo>
                  <a:pt x="1093280" y="1513618"/>
                  <a:pt x="1095470" y="1509903"/>
                  <a:pt x="1097185" y="1507046"/>
                </a:cubicBezTo>
                <a:cubicBezTo>
                  <a:pt x="1098899" y="1504188"/>
                  <a:pt x="1099852" y="1502759"/>
                  <a:pt x="1101471" y="1502759"/>
                </a:cubicBezTo>
                <a:cubicBezTo>
                  <a:pt x="1103090" y="1502759"/>
                  <a:pt x="1104043" y="1504093"/>
                  <a:pt x="1105757" y="1507046"/>
                </a:cubicBezTo>
                <a:cubicBezTo>
                  <a:pt x="1107281" y="1509713"/>
                  <a:pt x="1109282" y="1512856"/>
                  <a:pt x="1113092" y="1513427"/>
                </a:cubicBezTo>
                <a:lnTo>
                  <a:pt x="1113092" y="1513618"/>
                </a:lnTo>
                <a:cubicBezTo>
                  <a:pt x="1113092" y="1515713"/>
                  <a:pt x="1114806" y="1517428"/>
                  <a:pt x="1116902" y="1517428"/>
                </a:cubicBezTo>
                <a:lnTo>
                  <a:pt x="1136999" y="1517428"/>
                </a:lnTo>
                <a:cubicBezTo>
                  <a:pt x="1139095" y="1517428"/>
                  <a:pt x="1140809" y="1515713"/>
                  <a:pt x="1140809" y="1513618"/>
                </a:cubicBezTo>
                <a:lnTo>
                  <a:pt x="1140809" y="1511522"/>
                </a:lnTo>
                <a:lnTo>
                  <a:pt x="1317689" y="1511522"/>
                </a:lnTo>
                <a:lnTo>
                  <a:pt x="1384649" y="1449705"/>
                </a:lnTo>
                <a:lnTo>
                  <a:pt x="1404461" y="1449705"/>
                </a:lnTo>
                <a:lnTo>
                  <a:pt x="1404461" y="1518761"/>
                </a:lnTo>
                <a:lnTo>
                  <a:pt x="1400366" y="1518761"/>
                </a:lnTo>
                <a:cubicBezTo>
                  <a:pt x="1398842" y="1518761"/>
                  <a:pt x="1397699" y="1520000"/>
                  <a:pt x="1397699" y="1521428"/>
                </a:cubicBezTo>
                <a:lnTo>
                  <a:pt x="1397699" y="1534382"/>
                </a:lnTo>
                <a:cubicBezTo>
                  <a:pt x="1397699" y="1535906"/>
                  <a:pt x="1398937" y="1537049"/>
                  <a:pt x="1400366" y="1537049"/>
                </a:cubicBezTo>
                <a:lnTo>
                  <a:pt x="1413320" y="1537049"/>
                </a:lnTo>
                <a:cubicBezTo>
                  <a:pt x="1414844" y="1537049"/>
                  <a:pt x="1415987" y="1535811"/>
                  <a:pt x="1415987" y="1534382"/>
                </a:cubicBezTo>
                <a:lnTo>
                  <a:pt x="1415987" y="1521428"/>
                </a:lnTo>
                <a:cubicBezTo>
                  <a:pt x="1415987" y="1519904"/>
                  <a:pt x="1414748" y="1518761"/>
                  <a:pt x="1413320" y="1518761"/>
                </a:cubicBezTo>
                <a:lnTo>
                  <a:pt x="1409224" y="1518761"/>
                </a:lnTo>
                <a:lnTo>
                  <a:pt x="1409224" y="1444943"/>
                </a:lnTo>
                <a:lnTo>
                  <a:pt x="1382744" y="1444943"/>
                </a:lnTo>
                <a:lnTo>
                  <a:pt x="1315784" y="1506760"/>
                </a:lnTo>
                <a:lnTo>
                  <a:pt x="1140714" y="1506760"/>
                </a:lnTo>
                <a:lnTo>
                  <a:pt x="1140714" y="1504569"/>
                </a:lnTo>
                <a:cubicBezTo>
                  <a:pt x="1140714" y="1502474"/>
                  <a:pt x="1139000" y="1500759"/>
                  <a:pt x="1136904" y="1500759"/>
                </a:cubicBezTo>
                <a:lnTo>
                  <a:pt x="1116806" y="1500759"/>
                </a:lnTo>
                <a:cubicBezTo>
                  <a:pt x="1114711" y="1500759"/>
                  <a:pt x="1112996" y="1502474"/>
                  <a:pt x="1112996" y="1504569"/>
                </a:cubicBezTo>
                <a:lnTo>
                  <a:pt x="1112996" y="1508570"/>
                </a:lnTo>
                <a:cubicBezTo>
                  <a:pt x="1111949" y="1508093"/>
                  <a:pt x="1111091" y="1506760"/>
                  <a:pt x="1109853" y="1504569"/>
                </a:cubicBezTo>
                <a:cubicBezTo>
                  <a:pt x="1108139" y="1501616"/>
                  <a:pt x="1105948" y="1497997"/>
                  <a:pt x="1101471" y="1497997"/>
                </a:cubicBezTo>
                <a:cubicBezTo>
                  <a:pt x="1096994" y="1497997"/>
                  <a:pt x="1094804" y="1501712"/>
                  <a:pt x="1093089" y="1504569"/>
                </a:cubicBezTo>
                <a:cubicBezTo>
                  <a:pt x="1091375" y="1507427"/>
                  <a:pt x="1090422" y="1508855"/>
                  <a:pt x="1088803" y="1508855"/>
                </a:cubicBezTo>
                <a:cubicBezTo>
                  <a:pt x="1087184" y="1508855"/>
                  <a:pt x="1086231" y="1507522"/>
                  <a:pt x="1084517" y="1504569"/>
                </a:cubicBezTo>
                <a:cubicBezTo>
                  <a:pt x="1082802" y="1501616"/>
                  <a:pt x="1080707" y="1497997"/>
                  <a:pt x="1076135" y="1497997"/>
                </a:cubicBezTo>
                <a:cubicBezTo>
                  <a:pt x="1071563" y="1497997"/>
                  <a:pt x="1069467" y="1501712"/>
                  <a:pt x="1067753" y="1504664"/>
                </a:cubicBezTo>
                <a:cubicBezTo>
                  <a:pt x="1066038" y="1507522"/>
                  <a:pt x="1065086" y="1508951"/>
                  <a:pt x="1063466" y="1508951"/>
                </a:cubicBezTo>
                <a:cubicBezTo>
                  <a:pt x="1061847" y="1508951"/>
                  <a:pt x="1060895" y="1507617"/>
                  <a:pt x="1059180" y="1504664"/>
                </a:cubicBezTo>
                <a:cubicBezTo>
                  <a:pt x="1057466" y="1501712"/>
                  <a:pt x="1055275" y="1497997"/>
                  <a:pt x="1050798" y="1497997"/>
                </a:cubicBezTo>
                <a:cubicBezTo>
                  <a:pt x="1046321" y="1497997"/>
                  <a:pt x="1044131" y="1501712"/>
                  <a:pt x="1042416" y="1504664"/>
                </a:cubicBezTo>
                <a:cubicBezTo>
                  <a:pt x="1040702" y="1507522"/>
                  <a:pt x="1039749" y="1508951"/>
                  <a:pt x="1038130" y="1508951"/>
                </a:cubicBezTo>
                <a:cubicBezTo>
                  <a:pt x="1036511" y="1508951"/>
                  <a:pt x="1035558" y="1507617"/>
                  <a:pt x="1033844" y="1504664"/>
                </a:cubicBezTo>
                <a:cubicBezTo>
                  <a:pt x="1032129" y="1501712"/>
                  <a:pt x="1030034" y="1497997"/>
                  <a:pt x="1025462" y="1497997"/>
                </a:cubicBezTo>
                <a:cubicBezTo>
                  <a:pt x="1020890" y="1497997"/>
                  <a:pt x="1018794" y="1501712"/>
                  <a:pt x="1017079" y="1504664"/>
                </a:cubicBezTo>
                <a:cubicBezTo>
                  <a:pt x="1015365" y="1507522"/>
                  <a:pt x="1014413" y="1508951"/>
                  <a:pt x="1012793" y="1508951"/>
                </a:cubicBezTo>
                <a:cubicBezTo>
                  <a:pt x="1011174" y="1508951"/>
                  <a:pt x="1010222" y="1507617"/>
                  <a:pt x="1008507" y="1504664"/>
                </a:cubicBezTo>
                <a:cubicBezTo>
                  <a:pt x="1006793" y="1501712"/>
                  <a:pt x="1004697" y="1497997"/>
                  <a:pt x="1000125" y="1497997"/>
                </a:cubicBezTo>
                <a:cubicBezTo>
                  <a:pt x="995553" y="1497997"/>
                  <a:pt x="993458" y="1501712"/>
                  <a:pt x="991743" y="1504664"/>
                </a:cubicBezTo>
                <a:cubicBezTo>
                  <a:pt x="990029" y="1507522"/>
                  <a:pt x="989076" y="1508951"/>
                  <a:pt x="987457" y="1508951"/>
                </a:cubicBezTo>
                <a:cubicBezTo>
                  <a:pt x="985838" y="1508951"/>
                  <a:pt x="984885" y="1507617"/>
                  <a:pt x="983171" y="1504664"/>
                </a:cubicBezTo>
                <a:cubicBezTo>
                  <a:pt x="981456" y="1501712"/>
                  <a:pt x="979361" y="1497997"/>
                  <a:pt x="974789" y="1497997"/>
                </a:cubicBezTo>
                <a:cubicBezTo>
                  <a:pt x="970217" y="1497997"/>
                  <a:pt x="968121" y="1501712"/>
                  <a:pt x="966407" y="1504664"/>
                </a:cubicBezTo>
                <a:cubicBezTo>
                  <a:pt x="964692" y="1507522"/>
                  <a:pt x="963740" y="1508951"/>
                  <a:pt x="962120" y="1508951"/>
                </a:cubicBezTo>
                <a:cubicBezTo>
                  <a:pt x="960501" y="1508951"/>
                  <a:pt x="959549" y="1507617"/>
                  <a:pt x="957834" y="1504664"/>
                </a:cubicBezTo>
                <a:cubicBezTo>
                  <a:pt x="956120" y="1501712"/>
                  <a:pt x="954024" y="1497997"/>
                  <a:pt x="949452" y="1497997"/>
                </a:cubicBezTo>
                <a:cubicBezTo>
                  <a:pt x="944880" y="1497997"/>
                  <a:pt x="942785" y="1501712"/>
                  <a:pt x="941070" y="1504664"/>
                </a:cubicBezTo>
                <a:cubicBezTo>
                  <a:pt x="939356" y="1507522"/>
                  <a:pt x="938403" y="1508951"/>
                  <a:pt x="936784" y="1508951"/>
                </a:cubicBezTo>
                <a:cubicBezTo>
                  <a:pt x="935165" y="1508951"/>
                  <a:pt x="934212" y="1507617"/>
                  <a:pt x="932498" y="1504664"/>
                </a:cubicBezTo>
                <a:cubicBezTo>
                  <a:pt x="930783" y="1501712"/>
                  <a:pt x="928688" y="1497997"/>
                  <a:pt x="924116" y="1497997"/>
                </a:cubicBezTo>
                <a:cubicBezTo>
                  <a:pt x="919544" y="1497997"/>
                  <a:pt x="917448" y="1501712"/>
                  <a:pt x="915734" y="1504664"/>
                </a:cubicBezTo>
                <a:cubicBezTo>
                  <a:pt x="914019" y="1507522"/>
                  <a:pt x="913067" y="1508951"/>
                  <a:pt x="911447" y="1508951"/>
                </a:cubicBezTo>
                <a:cubicBezTo>
                  <a:pt x="909828" y="1508951"/>
                  <a:pt x="908876" y="1507617"/>
                  <a:pt x="907161" y="1504664"/>
                </a:cubicBezTo>
                <a:cubicBezTo>
                  <a:pt x="905447" y="1501712"/>
                  <a:pt x="903351" y="1497997"/>
                  <a:pt x="898779" y="1497997"/>
                </a:cubicBezTo>
                <a:cubicBezTo>
                  <a:pt x="894207" y="1497997"/>
                  <a:pt x="892112" y="1501712"/>
                  <a:pt x="890397" y="1504664"/>
                </a:cubicBezTo>
                <a:cubicBezTo>
                  <a:pt x="888683" y="1507522"/>
                  <a:pt x="887730" y="1508951"/>
                  <a:pt x="886111" y="1508951"/>
                </a:cubicBezTo>
                <a:cubicBezTo>
                  <a:pt x="884492" y="1508951"/>
                  <a:pt x="883539" y="1507617"/>
                  <a:pt x="881825" y="1504664"/>
                </a:cubicBezTo>
                <a:cubicBezTo>
                  <a:pt x="880110" y="1501712"/>
                  <a:pt x="878015" y="1497997"/>
                  <a:pt x="873443" y="1497997"/>
                </a:cubicBezTo>
                <a:cubicBezTo>
                  <a:pt x="868871" y="1497997"/>
                  <a:pt x="866775" y="1501712"/>
                  <a:pt x="865061" y="1504664"/>
                </a:cubicBezTo>
                <a:cubicBezTo>
                  <a:pt x="863346" y="1507522"/>
                  <a:pt x="862394" y="1508951"/>
                  <a:pt x="860774" y="1508951"/>
                </a:cubicBezTo>
                <a:cubicBezTo>
                  <a:pt x="859155" y="1508951"/>
                  <a:pt x="858202" y="1507617"/>
                  <a:pt x="856488" y="1504664"/>
                </a:cubicBezTo>
                <a:close/>
                <a:moveTo>
                  <a:pt x="1135952" y="1505426"/>
                </a:moveTo>
                <a:lnTo>
                  <a:pt x="1135952" y="1512570"/>
                </a:lnTo>
                <a:lnTo>
                  <a:pt x="1129475" y="1512570"/>
                </a:lnTo>
                <a:lnTo>
                  <a:pt x="1126522" y="1510284"/>
                </a:lnTo>
                <a:lnTo>
                  <a:pt x="1130046" y="1507903"/>
                </a:lnTo>
                <a:cubicBezTo>
                  <a:pt x="1130046" y="1507903"/>
                  <a:pt x="1130522" y="1507331"/>
                  <a:pt x="1130522" y="1506950"/>
                </a:cubicBezTo>
                <a:cubicBezTo>
                  <a:pt x="1130522" y="1506569"/>
                  <a:pt x="1130332" y="1506188"/>
                  <a:pt x="1130046" y="1505998"/>
                </a:cubicBezTo>
                <a:lnTo>
                  <a:pt x="1129379" y="1505522"/>
                </a:lnTo>
                <a:lnTo>
                  <a:pt x="1135856" y="1505522"/>
                </a:lnTo>
                <a:close/>
                <a:moveTo>
                  <a:pt x="1117759" y="1505426"/>
                </a:moveTo>
                <a:lnTo>
                  <a:pt x="1125665" y="1505426"/>
                </a:lnTo>
                <a:lnTo>
                  <a:pt x="1127379" y="1506760"/>
                </a:lnTo>
                <a:lnTo>
                  <a:pt x="1123855" y="1509141"/>
                </a:lnTo>
                <a:cubicBezTo>
                  <a:pt x="1123855" y="1509141"/>
                  <a:pt x="1123379" y="1509713"/>
                  <a:pt x="1123379" y="1510094"/>
                </a:cubicBezTo>
                <a:cubicBezTo>
                  <a:pt x="1123379" y="1510475"/>
                  <a:pt x="1123569" y="1510856"/>
                  <a:pt x="1123855" y="1511046"/>
                </a:cubicBezTo>
                <a:lnTo>
                  <a:pt x="1125760" y="1512475"/>
                </a:lnTo>
                <a:lnTo>
                  <a:pt x="1117854" y="1512475"/>
                </a:lnTo>
                <a:lnTo>
                  <a:pt x="1117854" y="1505331"/>
                </a:lnTo>
                <a:close/>
                <a:moveTo>
                  <a:pt x="997649" y="3101912"/>
                </a:moveTo>
                <a:cubicBezTo>
                  <a:pt x="997649" y="3105817"/>
                  <a:pt x="994505" y="3108960"/>
                  <a:pt x="990600" y="3108960"/>
                </a:cubicBezTo>
                <a:cubicBezTo>
                  <a:pt x="986695" y="3108960"/>
                  <a:pt x="983552" y="3105817"/>
                  <a:pt x="983552" y="3101912"/>
                </a:cubicBezTo>
                <a:cubicBezTo>
                  <a:pt x="983552" y="3098006"/>
                  <a:pt x="986695" y="3094863"/>
                  <a:pt x="990600" y="3094863"/>
                </a:cubicBezTo>
                <a:cubicBezTo>
                  <a:pt x="994505" y="3094863"/>
                  <a:pt x="997649" y="3098006"/>
                  <a:pt x="997649" y="3101912"/>
                </a:cubicBezTo>
                <a:close/>
                <a:moveTo>
                  <a:pt x="2311432" y="2534507"/>
                </a:moveTo>
                <a:lnTo>
                  <a:pt x="2304574" y="2527935"/>
                </a:lnTo>
                <a:lnTo>
                  <a:pt x="2307812" y="2524506"/>
                </a:lnTo>
                <a:lnTo>
                  <a:pt x="2314670" y="2531078"/>
                </a:lnTo>
                <a:lnTo>
                  <a:pt x="2311432" y="2534507"/>
                </a:lnTo>
                <a:close/>
                <a:moveTo>
                  <a:pt x="2143125" y="3353657"/>
                </a:moveTo>
                <a:lnTo>
                  <a:pt x="2138363" y="3353657"/>
                </a:lnTo>
                <a:lnTo>
                  <a:pt x="2138363" y="3336608"/>
                </a:lnTo>
                <a:lnTo>
                  <a:pt x="2143125" y="3336608"/>
                </a:lnTo>
                <a:lnTo>
                  <a:pt x="2143125" y="3353657"/>
                </a:lnTo>
                <a:close/>
                <a:moveTo>
                  <a:pt x="2274856" y="2557939"/>
                </a:moveTo>
                <a:lnTo>
                  <a:pt x="2261426" y="2545175"/>
                </a:lnTo>
                <a:lnTo>
                  <a:pt x="2264664" y="2541746"/>
                </a:lnTo>
                <a:lnTo>
                  <a:pt x="2278094" y="2554510"/>
                </a:lnTo>
                <a:lnTo>
                  <a:pt x="2274856" y="2557939"/>
                </a:lnTo>
                <a:close/>
                <a:moveTo>
                  <a:pt x="2247900" y="2532317"/>
                </a:moveTo>
                <a:lnTo>
                  <a:pt x="2234470" y="2519553"/>
                </a:lnTo>
                <a:lnTo>
                  <a:pt x="2237708" y="2516124"/>
                </a:lnTo>
                <a:lnTo>
                  <a:pt x="2251139" y="2528888"/>
                </a:lnTo>
                <a:lnTo>
                  <a:pt x="2247900" y="2532317"/>
                </a:lnTo>
                <a:close/>
                <a:moveTo>
                  <a:pt x="2240852" y="2467261"/>
                </a:moveTo>
                <a:lnTo>
                  <a:pt x="2228088" y="2455164"/>
                </a:lnTo>
                <a:lnTo>
                  <a:pt x="2231327" y="2451735"/>
                </a:lnTo>
                <a:lnTo>
                  <a:pt x="2244090" y="2463832"/>
                </a:lnTo>
                <a:lnTo>
                  <a:pt x="2240852" y="2467261"/>
                </a:lnTo>
                <a:close/>
                <a:moveTo>
                  <a:pt x="2266283" y="2491454"/>
                </a:moveTo>
                <a:lnTo>
                  <a:pt x="2253520" y="2479358"/>
                </a:lnTo>
                <a:lnTo>
                  <a:pt x="2256758" y="2475929"/>
                </a:lnTo>
                <a:lnTo>
                  <a:pt x="2269522" y="2488025"/>
                </a:lnTo>
                <a:lnTo>
                  <a:pt x="2266283" y="2491454"/>
                </a:lnTo>
                <a:close/>
                <a:moveTo>
                  <a:pt x="2301716" y="2583466"/>
                </a:moveTo>
                <a:lnTo>
                  <a:pt x="2288286" y="2570702"/>
                </a:lnTo>
                <a:lnTo>
                  <a:pt x="2291525" y="2567273"/>
                </a:lnTo>
                <a:lnTo>
                  <a:pt x="2304955" y="2580037"/>
                </a:lnTo>
                <a:lnTo>
                  <a:pt x="2301716" y="2583466"/>
                </a:lnTo>
                <a:close/>
                <a:moveTo>
                  <a:pt x="2269141" y="1871472"/>
                </a:moveTo>
                <a:cubicBezTo>
                  <a:pt x="2262759" y="1871472"/>
                  <a:pt x="2257520" y="1866233"/>
                  <a:pt x="2257520" y="1859852"/>
                </a:cubicBezTo>
                <a:cubicBezTo>
                  <a:pt x="2257520" y="1853470"/>
                  <a:pt x="2262759" y="1848231"/>
                  <a:pt x="2269141" y="1848231"/>
                </a:cubicBezTo>
                <a:cubicBezTo>
                  <a:pt x="2275523" y="1848231"/>
                  <a:pt x="2280761" y="1853470"/>
                  <a:pt x="2280761" y="1859852"/>
                </a:cubicBezTo>
                <a:cubicBezTo>
                  <a:pt x="2280761" y="1866233"/>
                  <a:pt x="2275523" y="1871472"/>
                  <a:pt x="2269141" y="1871472"/>
                </a:cubicBezTo>
                <a:close/>
                <a:moveTo>
                  <a:pt x="2689670" y="2622518"/>
                </a:moveTo>
                <a:lnTo>
                  <a:pt x="2689670" y="2614994"/>
                </a:lnTo>
                <a:lnTo>
                  <a:pt x="2534507" y="2614803"/>
                </a:lnTo>
                <a:lnTo>
                  <a:pt x="2514029" y="2598134"/>
                </a:lnTo>
                <a:lnTo>
                  <a:pt x="2380488" y="2597944"/>
                </a:lnTo>
                <a:lnTo>
                  <a:pt x="2319719" y="2540984"/>
                </a:lnTo>
                <a:lnTo>
                  <a:pt x="2322957" y="2537555"/>
                </a:lnTo>
                <a:lnTo>
                  <a:pt x="2382393" y="2593277"/>
                </a:lnTo>
                <a:lnTo>
                  <a:pt x="2515743" y="2593467"/>
                </a:lnTo>
                <a:lnTo>
                  <a:pt x="2536222" y="2610136"/>
                </a:lnTo>
                <a:lnTo>
                  <a:pt x="2689670" y="2610326"/>
                </a:lnTo>
                <a:lnTo>
                  <a:pt x="2689670" y="2602516"/>
                </a:lnTo>
                <a:cubicBezTo>
                  <a:pt x="2689670" y="2599182"/>
                  <a:pt x="2692337" y="2596515"/>
                  <a:pt x="2695670" y="2596515"/>
                </a:cubicBezTo>
                <a:lnTo>
                  <a:pt x="2715768" y="2596515"/>
                </a:lnTo>
                <a:cubicBezTo>
                  <a:pt x="2719102" y="2596515"/>
                  <a:pt x="2721769" y="2599182"/>
                  <a:pt x="2721769" y="2602516"/>
                </a:cubicBezTo>
                <a:lnTo>
                  <a:pt x="2721769" y="2622613"/>
                </a:lnTo>
                <a:cubicBezTo>
                  <a:pt x="2721769" y="2625947"/>
                  <a:pt x="2719102" y="2628614"/>
                  <a:pt x="2715768" y="2628614"/>
                </a:cubicBezTo>
                <a:lnTo>
                  <a:pt x="2695670" y="2628614"/>
                </a:lnTo>
                <a:cubicBezTo>
                  <a:pt x="2692337" y="2628614"/>
                  <a:pt x="2689670" y="2625947"/>
                  <a:pt x="2689670" y="2622613"/>
                </a:cubicBezTo>
                <a:close/>
                <a:moveTo>
                  <a:pt x="2721674" y="2545366"/>
                </a:moveTo>
                <a:cubicBezTo>
                  <a:pt x="2721674" y="2542032"/>
                  <a:pt x="2719007" y="2539365"/>
                  <a:pt x="2715673" y="2539365"/>
                </a:cubicBezTo>
                <a:lnTo>
                  <a:pt x="2695575" y="2539365"/>
                </a:lnTo>
                <a:cubicBezTo>
                  <a:pt x="2692242" y="2539365"/>
                  <a:pt x="2689574" y="2542032"/>
                  <a:pt x="2689574" y="2545366"/>
                </a:cubicBezTo>
                <a:lnTo>
                  <a:pt x="2689574" y="2552129"/>
                </a:lnTo>
                <a:lnTo>
                  <a:pt x="2584133" y="2552605"/>
                </a:lnTo>
                <a:lnTo>
                  <a:pt x="2565368" y="2565654"/>
                </a:lnTo>
                <a:lnTo>
                  <a:pt x="2498027" y="2566130"/>
                </a:lnTo>
                <a:lnTo>
                  <a:pt x="2466404" y="2536984"/>
                </a:lnTo>
                <a:lnTo>
                  <a:pt x="2390775" y="2535841"/>
                </a:lnTo>
                <a:lnTo>
                  <a:pt x="2220563" y="2378774"/>
                </a:lnTo>
                <a:lnTo>
                  <a:pt x="2220563" y="2278475"/>
                </a:lnTo>
                <a:lnTo>
                  <a:pt x="2222278" y="2278475"/>
                </a:lnTo>
                <a:cubicBezTo>
                  <a:pt x="2225040" y="2278475"/>
                  <a:pt x="2227326" y="2276189"/>
                  <a:pt x="2227326" y="2273427"/>
                </a:cubicBezTo>
                <a:lnTo>
                  <a:pt x="2227326" y="2260473"/>
                </a:lnTo>
                <a:cubicBezTo>
                  <a:pt x="2227326" y="2257711"/>
                  <a:pt x="2225040" y="2255425"/>
                  <a:pt x="2222278" y="2255425"/>
                </a:cubicBezTo>
                <a:lnTo>
                  <a:pt x="2220563" y="2255425"/>
                </a:lnTo>
                <a:lnTo>
                  <a:pt x="2220563" y="2183606"/>
                </a:lnTo>
                <a:lnTo>
                  <a:pt x="2272570" y="2123313"/>
                </a:lnTo>
                <a:lnTo>
                  <a:pt x="2272570" y="1871472"/>
                </a:lnTo>
                <a:lnTo>
                  <a:pt x="2265426" y="1871472"/>
                </a:lnTo>
                <a:lnTo>
                  <a:pt x="2265426" y="2120646"/>
                </a:lnTo>
                <a:lnTo>
                  <a:pt x="2213420" y="2180939"/>
                </a:lnTo>
                <a:lnTo>
                  <a:pt x="2213420" y="2255425"/>
                </a:lnTo>
                <a:lnTo>
                  <a:pt x="2209324" y="2255425"/>
                </a:lnTo>
                <a:cubicBezTo>
                  <a:pt x="2206562" y="2255425"/>
                  <a:pt x="2204276" y="2257711"/>
                  <a:pt x="2204276" y="2260473"/>
                </a:cubicBezTo>
                <a:lnTo>
                  <a:pt x="2204276" y="2273427"/>
                </a:lnTo>
                <a:cubicBezTo>
                  <a:pt x="2204276" y="2276189"/>
                  <a:pt x="2206562" y="2278475"/>
                  <a:pt x="2209324" y="2278475"/>
                </a:cubicBezTo>
                <a:lnTo>
                  <a:pt x="2213420" y="2278475"/>
                </a:lnTo>
                <a:lnTo>
                  <a:pt x="2213420" y="2381917"/>
                </a:lnTo>
                <a:lnTo>
                  <a:pt x="2387918" y="2542985"/>
                </a:lnTo>
                <a:lnTo>
                  <a:pt x="2463546" y="2544128"/>
                </a:lnTo>
                <a:lnTo>
                  <a:pt x="2495169" y="2573369"/>
                </a:lnTo>
                <a:lnTo>
                  <a:pt x="2567464" y="2572798"/>
                </a:lnTo>
                <a:lnTo>
                  <a:pt x="2586228" y="2559749"/>
                </a:lnTo>
                <a:lnTo>
                  <a:pt x="2689384" y="2559272"/>
                </a:lnTo>
                <a:lnTo>
                  <a:pt x="2689384" y="2565368"/>
                </a:lnTo>
                <a:cubicBezTo>
                  <a:pt x="2689384" y="2568702"/>
                  <a:pt x="2692051" y="2571369"/>
                  <a:pt x="2695385" y="2571369"/>
                </a:cubicBezTo>
                <a:lnTo>
                  <a:pt x="2715482" y="2571369"/>
                </a:lnTo>
                <a:cubicBezTo>
                  <a:pt x="2718816" y="2571369"/>
                  <a:pt x="2721483" y="2568702"/>
                  <a:pt x="2721483" y="2565368"/>
                </a:cubicBezTo>
                <a:lnTo>
                  <a:pt x="2721483" y="2545271"/>
                </a:lnTo>
                <a:close/>
                <a:moveTo>
                  <a:pt x="2209133" y="2273427"/>
                </a:moveTo>
                <a:lnTo>
                  <a:pt x="2209419" y="2260187"/>
                </a:lnTo>
                <a:lnTo>
                  <a:pt x="2222659" y="2260473"/>
                </a:lnTo>
                <a:lnTo>
                  <a:pt x="2222659" y="2273427"/>
                </a:lnTo>
                <a:cubicBezTo>
                  <a:pt x="2222659" y="2273427"/>
                  <a:pt x="2222468" y="2273713"/>
                  <a:pt x="2222373" y="2273713"/>
                </a:cubicBezTo>
                <a:lnTo>
                  <a:pt x="2209133" y="2273427"/>
                </a:lnTo>
                <a:close/>
                <a:moveTo>
                  <a:pt x="2817876" y="928973"/>
                </a:moveTo>
                <a:cubicBezTo>
                  <a:pt x="2817019" y="921829"/>
                  <a:pt x="2822067" y="915352"/>
                  <a:pt x="2829211" y="914400"/>
                </a:cubicBezTo>
                <a:cubicBezTo>
                  <a:pt x="2836355" y="913543"/>
                  <a:pt x="2842832" y="918591"/>
                  <a:pt x="2843784" y="925735"/>
                </a:cubicBezTo>
                <a:cubicBezTo>
                  <a:pt x="2844642" y="932879"/>
                  <a:pt x="2839593" y="939356"/>
                  <a:pt x="2832449" y="940308"/>
                </a:cubicBezTo>
                <a:cubicBezTo>
                  <a:pt x="2825305" y="941165"/>
                  <a:pt x="2818829" y="936117"/>
                  <a:pt x="2817876" y="928973"/>
                </a:cubicBezTo>
                <a:close/>
                <a:moveTo>
                  <a:pt x="2742914" y="2582894"/>
                </a:moveTo>
                <a:cubicBezTo>
                  <a:pt x="2742914" y="2586228"/>
                  <a:pt x="2745677" y="2588990"/>
                  <a:pt x="2749010" y="2588990"/>
                </a:cubicBezTo>
                <a:cubicBezTo>
                  <a:pt x="2752344" y="2588990"/>
                  <a:pt x="2755106" y="2586228"/>
                  <a:pt x="2755106" y="2582894"/>
                </a:cubicBezTo>
                <a:cubicBezTo>
                  <a:pt x="2755106" y="2579942"/>
                  <a:pt x="2753011" y="2577655"/>
                  <a:pt x="2750249" y="2577084"/>
                </a:cubicBezTo>
                <a:lnTo>
                  <a:pt x="2750630" y="2540222"/>
                </a:lnTo>
                <a:lnTo>
                  <a:pt x="2736818" y="2521744"/>
                </a:lnTo>
                <a:lnTo>
                  <a:pt x="2736247" y="2410587"/>
                </a:lnTo>
                <a:lnTo>
                  <a:pt x="2755678" y="2388394"/>
                </a:lnTo>
                <a:lnTo>
                  <a:pt x="2813780" y="2388394"/>
                </a:lnTo>
                <a:cubicBezTo>
                  <a:pt x="2814066" y="2389823"/>
                  <a:pt x="2814542" y="2391251"/>
                  <a:pt x="2815685" y="2392299"/>
                </a:cubicBezTo>
                <a:cubicBezTo>
                  <a:pt x="2817114" y="2393728"/>
                  <a:pt x="2818924" y="2394395"/>
                  <a:pt x="2820829" y="2394395"/>
                </a:cubicBezTo>
                <a:cubicBezTo>
                  <a:pt x="2822734" y="2394395"/>
                  <a:pt x="2824544" y="2393728"/>
                  <a:pt x="2825972" y="2392299"/>
                </a:cubicBezTo>
                <a:cubicBezTo>
                  <a:pt x="2828830" y="2389442"/>
                  <a:pt x="2828830" y="2384870"/>
                  <a:pt x="2825972" y="2382107"/>
                </a:cubicBezTo>
                <a:cubicBezTo>
                  <a:pt x="2823115" y="2379250"/>
                  <a:pt x="2818543" y="2379345"/>
                  <a:pt x="2815780" y="2382107"/>
                </a:cubicBezTo>
                <a:cubicBezTo>
                  <a:pt x="2814638" y="2383250"/>
                  <a:pt x="2814161" y="2384584"/>
                  <a:pt x="2813876" y="2386013"/>
                </a:cubicBezTo>
                <a:lnTo>
                  <a:pt x="2754725" y="2386013"/>
                </a:lnTo>
                <a:lnTo>
                  <a:pt x="2734342" y="2409349"/>
                </a:lnTo>
                <a:lnTo>
                  <a:pt x="2734056" y="2409730"/>
                </a:lnTo>
                <a:lnTo>
                  <a:pt x="2734628" y="2522220"/>
                </a:lnTo>
                <a:lnTo>
                  <a:pt x="2734628" y="2522601"/>
                </a:lnTo>
                <a:lnTo>
                  <a:pt x="2748439" y="2541080"/>
                </a:lnTo>
                <a:lnTo>
                  <a:pt x="2748058" y="2577084"/>
                </a:lnTo>
                <a:cubicBezTo>
                  <a:pt x="2745296" y="2577655"/>
                  <a:pt x="2743105" y="2579942"/>
                  <a:pt x="2743105" y="2582894"/>
                </a:cubicBezTo>
                <a:close/>
                <a:moveTo>
                  <a:pt x="2815876" y="2386584"/>
                </a:moveTo>
                <a:cubicBezTo>
                  <a:pt x="2815971" y="2385536"/>
                  <a:pt x="2816352" y="2384489"/>
                  <a:pt x="2817209" y="2383727"/>
                </a:cubicBezTo>
                <a:cubicBezTo>
                  <a:pt x="2818162" y="2382774"/>
                  <a:pt x="2819400" y="2382298"/>
                  <a:pt x="2820638" y="2382298"/>
                </a:cubicBezTo>
                <a:cubicBezTo>
                  <a:pt x="2821877" y="2382298"/>
                  <a:pt x="2823115" y="2382774"/>
                  <a:pt x="2824067" y="2383727"/>
                </a:cubicBezTo>
                <a:cubicBezTo>
                  <a:pt x="2825972" y="2385632"/>
                  <a:pt x="2825972" y="2388680"/>
                  <a:pt x="2824067" y="2390585"/>
                </a:cubicBezTo>
                <a:cubicBezTo>
                  <a:pt x="2822162" y="2392490"/>
                  <a:pt x="2819114" y="2392490"/>
                  <a:pt x="2817209" y="2390585"/>
                </a:cubicBezTo>
                <a:cubicBezTo>
                  <a:pt x="2816447" y="2389823"/>
                  <a:pt x="2815971" y="2388775"/>
                  <a:pt x="2815876" y="2387727"/>
                </a:cubicBezTo>
                <a:lnTo>
                  <a:pt x="2815876" y="2386679"/>
                </a:lnTo>
                <a:close/>
                <a:moveTo>
                  <a:pt x="2141696" y="2657285"/>
                </a:moveTo>
                <a:lnTo>
                  <a:pt x="2138458" y="2660809"/>
                </a:lnTo>
                <a:lnTo>
                  <a:pt x="2124456" y="2647950"/>
                </a:lnTo>
                <a:lnTo>
                  <a:pt x="2127695" y="2644426"/>
                </a:lnTo>
                <a:lnTo>
                  <a:pt x="2141696" y="2657285"/>
                </a:lnTo>
                <a:close/>
                <a:moveTo>
                  <a:pt x="2836069" y="2600325"/>
                </a:moveTo>
                <a:lnTo>
                  <a:pt x="2850356" y="2613851"/>
                </a:lnTo>
                <a:lnTo>
                  <a:pt x="2965037" y="2613851"/>
                </a:lnTo>
                <a:cubicBezTo>
                  <a:pt x="2965037" y="2613851"/>
                  <a:pt x="2987135" y="2588514"/>
                  <a:pt x="2987135" y="2588514"/>
                </a:cubicBezTo>
                <a:lnTo>
                  <a:pt x="2987135" y="2451830"/>
                </a:lnTo>
                <a:cubicBezTo>
                  <a:pt x="2990660" y="2450783"/>
                  <a:pt x="2993231" y="2447639"/>
                  <a:pt x="2993231" y="2443829"/>
                </a:cubicBezTo>
                <a:cubicBezTo>
                  <a:pt x="2993231" y="2439162"/>
                  <a:pt x="2989421" y="2435352"/>
                  <a:pt x="2984754" y="2435352"/>
                </a:cubicBezTo>
                <a:cubicBezTo>
                  <a:pt x="2980087" y="2435352"/>
                  <a:pt x="2976277" y="2439162"/>
                  <a:pt x="2976277" y="2443829"/>
                </a:cubicBezTo>
                <a:cubicBezTo>
                  <a:pt x="2976277" y="2447639"/>
                  <a:pt x="2978849" y="2450783"/>
                  <a:pt x="2982373" y="2451830"/>
                </a:cubicBezTo>
                <a:lnTo>
                  <a:pt x="2982373" y="2586704"/>
                </a:lnTo>
                <a:lnTo>
                  <a:pt x="2962847" y="2608898"/>
                </a:lnTo>
                <a:lnTo>
                  <a:pt x="2852261" y="2608898"/>
                </a:lnTo>
                <a:cubicBezTo>
                  <a:pt x="2852261" y="2608898"/>
                  <a:pt x="2837974" y="2595467"/>
                  <a:pt x="2837974" y="2595467"/>
                </a:cubicBezTo>
                <a:lnTo>
                  <a:pt x="2768918" y="2595467"/>
                </a:lnTo>
                <a:lnTo>
                  <a:pt x="2757678" y="2604897"/>
                </a:lnTo>
                <a:cubicBezTo>
                  <a:pt x="2756249" y="2603754"/>
                  <a:pt x="2754440" y="2602897"/>
                  <a:pt x="2752439" y="2602897"/>
                </a:cubicBezTo>
                <a:cubicBezTo>
                  <a:pt x="2747772" y="2602897"/>
                  <a:pt x="2743962" y="2606707"/>
                  <a:pt x="2743962" y="2611374"/>
                </a:cubicBezTo>
                <a:cubicBezTo>
                  <a:pt x="2743962" y="2616042"/>
                  <a:pt x="2747772" y="2619851"/>
                  <a:pt x="2752439" y="2619851"/>
                </a:cubicBezTo>
                <a:cubicBezTo>
                  <a:pt x="2757107" y="2619851"/>
                  <a:pt x="2760917" y="2616042"/>
                  <a:pt x="2760917" y="2611374"/>
                </a:cubicBezTo>
                <a:cubicBezTo>
                  <a:pt x="2760917" y="2610422"/>
                  <a:pt x="2760631" y="2609660"/>
                  <a:pt x="2760440" y="2608802"/>
                </a:cubicBezTo>
                <a:lnTo>
                  <a:pt x="2770632" y="2600230"/>
                </a:lnTo>
                <a:lnTo>
                  <a:pt x="2836069" y="2600230"/>
                </a:lnTo>
                <a:close/>
                <a:moveTo>
                  <a:pt x="2978563" y="2443925"/>
                </a:moveTo>
                <a:cubicBezTo>
                  <a:pt x="2978563" y="2440591"/>
                  <a:pt x="2981325" y="2437829"/>
                  <a:pt x="2984659" y="2437829"/>
                </a:cubicBezTo>
                <a:cubicBezTo>
                  <a:pt x="2987993" y="2437829"/>
                  <a:pt x="2990755" y="2440591"/>
                  <a:pt x="2990755" y="2443925"/>
                </a:cubicBezTo>
                <a:cubicBezTo>
                  <a:pt x="2990755" y="2447259"/>
                  <a:pt x="2987993" y="2450021"/>
                  <a:pt x="2984659" y="2450021"/>
                </a:cubicBezTo>
                <a:cubicBezTo>
                  <a:pt x="2981325" y="2450021"/>
                  <a:pt x="2978563" y="2447259"/>
                  <a:pt x="2978563" y="2443925"/>
                </a:cubicBezTo>
                <a:close/>
                <a:moveTo>
                  <a:pt x="2752439" y="2617565"/>
                </a:moveTo>
                <a:cubicBezTo>
                  <a:pt x="2749105" y="2617565"/>
                  <a:pt x="2746343" y="2614803"/>
                  <a:pt x="2746343" y="2611469"/>
                </a:cubicBezTo>
                <a:cubicBezTo>
                  <a:pt x="2746343" y="2608136"/>
                  <a:pt x="2749105" y="2605373"/>
                  <a:pt x="2752439" y="2605373"/>
                </a:cubicBezTo>
                <a:cubicBezTo>
                  <a:pt x="2755773" y="2605373"/>
                  <a:pt x="2758535" y="2608136"/>
                  <a:pt x="2758535" y="2611469"/>
                </a:cubicBezTo>
                <a:cubicBezTo>
                  <a:pt x="2758535" y="2614803"/>
                  <a:pt x="2755773" y="2617565"/>
                  <a:pt x="2752439" y="2617565"/>
                </a:cubicBezTo>
                <a:close/>
                <a:moveTo>
                  <a:pt x="2852261" y="568833"/>
                </a:moveTo>
                <a:cubicBezTo>
                  <a:pt x="2845975" y="568833"/>
                  <a:pt x="2840736" y="573977"/>
                  <a:pt x="2840736" y="580358"/>
                </a:cubicBezTo>
                <a:lnTo>
                  <a:pt x="2840736" y="631698"/>
                </a:lnTo>
                <a:cubicBezTo>
                  <a:pt x="2840736" y="637985"/>
                  <a:pt x="2845880" y="643223"/>
                  <a:pt x="2852261" y="643223"/>
                </a:cubicBezTo>
                <a:lnTo>
                  <a:pt x="2866263" y="643223"/>
                </a:lnTo>
                <a:cubicBezTo>
                  <a:pt x="2872550" y="643223"/>
                  <a:pt x="2877788" y="638080"/>
                  <a:pt x="2877788" y="631698"/>
                </a:cubicBezTo>
                <a:lnTo>
                  <a:pt x="2877788" y="580358"/>
                </a:lnTo>
                <a:cubicBezTo>
                  <a:pt x="2877788" y="574072"/>
                  <a:pt x="2872645" y="568833"/>
                  <a:pt x="2866263" y="568833"/>
                </a:cubicBezTo>
                <a:lnTo>
                  <a:pt x="2862834" y="568833"/>
                </a:lnTo>
                <a:lnTo>
                  <a:pt x="2862834" y="490157"/>
                </a:lnTo>
                <a:cubicBezTo>
                  <a:pt x="2868168" y="488537"/>
                  <a:pt x="2872073" y="483870"/>
                  <a:pt x="2872073" y="478060"/>
                </a:cubicBezTo>
                <a:cubicBezTo>
                  <a:pt x="2872073" y="471011"/>
                  <a:pt x="2866359" y="465296"/>
                  <a:pt x="2859310" y="465296"/>
                </a:cubicBezTo>
                <a:cubicBezTo>
                  <a:pt x="2852261" y="465296"/>
                  <a:pt x="2846546" y="471011"/>
                  <a:pt x="2846546" y="478060"/>
                </a:cubicBezTo>
                <a:cubicBezTo>
                  <a:pt x="2846546" y="483870"/>
                  <a:pt x="2850452" y="488537"/>
                  <a:pt x="2855786" y="490157"/>
                </a:cubicBezTo>
                <a:lnTo>
                  <a:pt x="2855786" y="568833"/>
                </a:lnTo>
                <a:lnTo>
                  <a:pt x="2852357" y="568833"/>
                </a:lnTo>
                <a:close/>
                <a:moveTo>
                  <a:pt x="2870549" y="631603"/>
                </a:moveTo>
                <a:cubicBezTo>
                  <a:pt x="2870549" y="633984"/>
                  <a:pt x="2868644" y="635984"/>
                  <a:pt x="2866168" y="635984"/>
                </a:cubicBezTo>
                <a:lnTo>
                  <a:pt x="2852166" y="635984"/>
                </a:lnTo>
                <a:cubicBezTo>
                  <a:pt x="2849785" y="635984"/>
                  <a:pt x="2847785" y="634079"/>
                  <a:pt x="2847785" y="631603"/>
                </a:cubicBezTo>
                <a:lnTo>
                  <a:pt x="2847785" y="619887"/>
                </a:lnTo>
                <a:lnTo>
                  <a:pt x="2870454" y="619887"/>
                </a:lnTo>
                <a:lnTo>
                  <a:pt x="2870454" y="631603"/>
                </a:lnTo>
                <a:close/>
                <a:moveTo>
                  <a:pt x="2851213" y="478060"/>
                </a:moveTo>
                <a:cubicBezTo>
                  <a:pt x="2851213" y="473583"/>
                  <a:pt x="2854833" y="470059"/>
                  <a:pt x="2859215" y="470059"/>
                </a:cubicBezTo>
                <a:cubicBezTo>
                  <a:pt x="2863596" y="470059"/>
                  <a:pt x="2867216" y="473678"/>
                  <a:pt x="2867216" y="478060"/>
                </a:cubicBezTo>
                <a:cubicBezTo>
                  <a:pt x="2867216" y="482441"/>
                  <a:pt x="2863596" y="486061"/>
                  <a:pt x="2859215" y="486061"/>
                </a:cubicBezTo>
                <a:cubicBezTo>
                  <a:pt x="2854833" y="486061"/>
                  <a:pt x="2851213" y="482441"/>
                  <a:pt x="2851213" y="478060"/>
                </a:cubicBezTo>
                <a:close/>
                <a:moveTo>
                  <a:pt x="2862834" y="575977"/>
                </a:moveTo>
                <a:lnTo>
                  <a:pt x="2866263" y="575977"/>
                </a:lnTo>
                <a:cubicBezTo>
                  <a:pt x="2868644" y="575977"/>
                  <a:pt x="2870645" y="577882"/>
                  <a:pt x="2870645" y="580358"/>
                </a:cubicBezTo>
                <a:lnTo>
                  <a:pt x="2870645" y="589312"/>
                </a:lnTo>
                <a:lnTo>
                  <a:pt x="2847975" y="589312"/>
                </a:lnTo>
                <a:lnTo>
                  <a:pt x="2847975" y="580358"/>
                </a:lnTo>
                <a:cubicBezTo>
                  <a:pt x="2847975" y="577977"/>
                  <a:pt x="2849880" y="575977"/>
                  <a:pt x="2852357" y="575977"/>
                </a:cubicBezTo>
                <a:lnTo>
                  <a:pt x="2862929" y="575977"/>
                </a:lnTo>
                <a:close/>
                <a:moveTo>
                  <a:pt x="896969" y="3099721"/>
                </a:moveTo>
                <a:lnTo>
                  <a:pt x="914591" y="3099721"/>
                </a:lnTo>
                <a:cubicBezTo>
                  <a:pt x="914591" y="3099721"/>
                  <a:pt x="914591" y="3104484"/>
                  <a:pt x="914591" y="3104484"/>
                </a:cubicBezTo>
                <a:lnTo>
                  <a:pt x="896969" y="3104484"/>
                </a:lnTo>
                <a:cubicBezTo>
                  <a:pt x="896969" y="3104484"/>
                  <a:pt x="896969" y="3099721"/>
                  <a:pt x="896969" y="3099721"/>
                </a:cubicBezTo>
                <a:close/>
                <a:moveTo>
                  <a:pt x="1661351" y="1834039"/>
                </a:moveTo>
                <a:cubicBezTo>
                  <a:pt x="1661351" y="1838516"/>
                  <a:pt x="1664970" y="1842230"/>
                  <a:pt x="1669542" y="1842230"/>
                </a:cubicBezTo>
                <a:cubicBezTo>
                  <a:pt x="1672781" y="1842230"/>
                  <a:pt x="1675448" y="1840325"/>
                  <a:pt x="1676781" y="1837658"/>
                </a:cubicBezTo>
                <a:lnTo>
                  <a:pt x="1902143" y="1838039"/>
                </a:lnTo>
                <a:lnTo>
                  <a:pt x="1951958" y="1769650"/>
                </a:lnTo>
                <a:lnTo>
                  <a:pt x="1952435" y="1768697"/>
                </a:lnTo>
                <a:cubicBezTo>
                  <a:pt x="1952625" y="1768031"/>
                  <a:pt x="1953197" y="1766411"/>
                  <a:pt x="1952625" y="1679162"/>
                </a:cubicBezTo>
                <a:lnTo>
                  <a:pt x="1979295" y="1644682"/>
                </a:lnTo>
                <a:lnTo>
                  <a:pt x="2022253" y="1644682"/>
                </a:lnTo>
                <a:cubicBezTo>
                  <a:pt x="2023872" y="1650302"/>
                  <a:pt x="2029016" y="1654493"/>
                  <a:pt x="2035207" y="1654493"/>
                </a:cubicBezTo>
                <a:cubicBezTo>
                  <a:pt x="2042636" y="1654493"/>
                  <a:pt x="2048637" y="1648492"/>
                  <a:pt x="2048637" y="1640967"/>
                </a:cubicBezTo>
                <a:cubicBezTo>
                  <a:pt x="2048637" y="1633442"/>
                  <a:pt x="2042636" y="1627537"/>
                  <a:pt x="2035207" y="1627537"/>
                </a:cubicBezTo>
                <a:cubicBezTo>
                  <a:pt x="2029016" y="1627537"/>
                  <a:pt x="2023872" y="1631728"/>
                  <a:pt x="2022253" y="1637443"/>
                </a:cubicBezTo>
                <a:lnTo>
                  <a:pt x="1975771" y="1637443"/>
                </a:lnTo>
                <a:cubicBezTo>
                  <a:pt x="1975771" y="1637443"/>
                  <a:pt x="1945386" y="1676686"/>
                  <a:pt x="1945386" y="1676686"/>
                </a:cubicBezTo>
                <a:lnTo>
                  <a:pt x="1945386" y="1677924"/>
                </a:lnTo>
                <a:cubicBezTo>
                  <a:pt x="1945577" y="1710976"/>
                  <a:pt x="1945767" y="1760887"/>
                  <a:pt x="1945577" y="1766030"/>
                </a:cubicBezTo>
                <a:lnTo>
                  <a:pt x="1898332" y="1830800"/>
                </a:lnTo>
                <a:lnTo>
                  <a:pt x="1676591" y="1830419"/>
                </a:lnTo>
                <a:cubicBezTo>
                  <a:pt x="1675257" y="1827752"/>
                  <a:pt x="1672590" y="1825847"/>
                  <a:pt x="1669352" y="1825847"/>
                </a:cubicBezTo>
                <a:cubicBezTo>
                  <a:pt x="1664875" y="1825847"/>
                  <a:pt x="1661160" y="1829467"/>
                  <a:pt x="1661160" y="1834039"/>
                </a:cubicBezTo>
                <a:close/>
                <a:moveTo>
                  <a:pt x="2035302" y="1632299"/>
                </a:moveTo>
                <a:cubicBezTo>
                  <a:pt x="2040065" y="1632299"/>
                  <a:pt x="2043970" y="1636205"/>
                  <a:pt x="2043970" y="1640967"/>
                </a:cubicBezTo>
                <a:cubicBezTo>
                  <a:pt x="2043970" y="1645730"/>
                  <a:pt x="2040065" y="1649730"/>
                  <a:pt x="2035302" y="1649730"/>
                </a:cubicBezTo>
                <a:cubicBezTo>
                  <a:pt x="2030540" y="1649730"/>
                  <a:pt x="2026634" y="1645825"/>
                  <a:pt x="2026634" y="1640967"/>
                </a:cubicBezTo>
                <a:cubicBezTo>
                  <a:pt x="2026634" y="1636109"/>
                  <a:pt x="2030540" y="1632299"/>
                  <a:pt x="2035302" y="1632299"/>
                </a:cubicBezTo>
                <a:close/>
                <a:moveTo>
                  <a:pt x="1669542" y="1828324"/>
                </a:moveTo>
                <a:cubicBezTo>
                  <a:pt x="1672685" y="1828324"/>
                  <a:pt x="1675352" y="1830896"/>
                  <a:pt x="1675352" y="1834134"/>
                </a:cubicBezTo>
                <a:cubicBezTo>
                  <a:pt x="1675352" y="1837373"/>
                  <a:pt x="1672781" y="1839944"/>
                  <a:pt x="1669542" y="1839944"/>
                </a:cubicBezTo>
                <a:cubicBezTo>
                  <a:pt x="1666303" y="1839944"/>
                  <a:pt x="1663732" y="1837373"/>
                  <a:pt x="1663732" y="1834134"/>
                </a:cubicBezTo>
                <a:cubicBezTo>
                  <a:pt x="1663732" y="1830896"/>
                  <a:pt x="1666303" y="1828324"/>
                  <a:pt x="1669542" y="1828324"/>
                </a:cubicBezTo>
                <a:close/>
                <a:moveTo>
                  <a:pt x="2833783" y="1134237"/>
                </a:moveTo>
                <a:cubicBezTo>
                  <a:pt x="2830830" y="1134237"/>
                  <a:pt x="2827973" y="1135094"/>
                  <a:pt x="2825496" y="1136714"/>
                </a:cubicBezTo>
                <a:cubicBezTo>
                  <a:pt x="2822162" y="1138904"/>
                  <a:pt x="2819781" y="1142333"/>
                  <a:pt x="2819019" y="1146334"/>
                </a:cubicBezTo>
                <a:cubicBezTo>
                  <a:pt x="2818257" y="1150334"/>
                  <a:pt x="2819019" y="1154335"/>
                  <a:pt x="2821210" y="1157669"/>
                </a:cubicBezTo>
                <a:cubicBezTo>
                  <a:pt x="2823401" y="1161002"/>
                  <a:pt x="2826830" y="1163384"/>
                  <a:pt x="2830830" y="1164146"/>
                </a:cubicBezTo>
                <a:cubicBezTo>
                  <a:pt x="2834735" y="1164908"/>
                  <a:pt x="2838831" y="1164146"/>
                  <a:pt x="2842165" y="1161955"/>
                </a:cubicBezTo>
                <a:cubicBezTo>
                  <a:pt x="2845499" y="1159764"/>
                  <a:pt x="2847785" y="1156335"/>
                  <a:pt x="2848642" y="1152335"/>
                </a:cubicBezTo>
                <a:cubicBezTo>
                  <a:pt x="2849404" y="1148334"/>
                  <a:pt x="2848642" y="1144334"/>
                  <a:pt x="2846451" y="1141000"/>
                </a:cubicBezTo>
                <a:cubicBezTo>
                  <a:pt x="2844260" y="1137666"/>
                  <a:pt x="2840831" y="1135285"/>
                  <a:pt x="2836831" y="1134523"/>
                </a:cubicBezTo>
                <a:cubicBezTo>
                  <a:pt x="2835783" y="1134332"/>
                  <a:pt x="2834830" y="1134237"/>
                  <a:pt x="2833783" y="1134237"/>
                </a:cubicBezTo>
                <a:close/>
                <a:moveTo>
                  <a:pt x="2842451" y="1143667"/>
                </a:moveTo>
                <a:cubicBezTo>
                  <a:pt x="2843975" y="1145953"/>
                  <a:pt x="2844546" y="1148715"/>
                  <a:pt x="2843975" y="1151477"/>
                </a:cubicBezTo>
                <a:cubicBezTo>
                  <a:pt x="2843403" y="1154240"/>
                  <a:pt x="2841879" y="1156526"/>
                  <a:pt x="2839593" y="1158050"/>
                </a:cubicBezTo>
                <a:cubicBezTo>
                  <a:pt x="2837879" y="1159193"/>
                  <a:pt x="2835878" y="1159764"/>
                  <a:pt x="2833878" y="1159764"/>
                </a:cubicBezTo>
                <a:cubicBezTo>
                  <a:pt x="2833211" y="1159764"/>
                  <a:pt x="2832449" y="1159764"/>
                  <a:pt x="2831783" y="1159574"/>
                </a:cubicBezTo>
                <a:cubicBezTo>
                  <a:pt x="2829020" y="1159002"/>
                  <a:pt x="2826734" y="1157478"/>
                  <a:pt x="2825210" y="1155097"/>
                </a:cubicBezTo>
                <a:cubicBezTo>
                  <a:pt x="2823686" y="1152811"/>
                  <a:pt x="2823115" y="1150049"/>
                  <a:pt x="2823686" y="1147286"/>
                </a:cubicBezTo>
                <a:cubicBezTo>
                  <a:pt x="2824258" y="1144619"/>
                  <a:pt x="2825782" y="1142238"/>
                  <a:pt x="2828068" y="1140714"/>
                </a:cubicBezTo>
                <a:cubicBezTo>
                  <a:pt x="2830354" y="1139190"/>
                  <a:pt x="2833211" y="1138619"/>
                  <a:pt x="2835878" y="1139190"/>
                </a:cubicBezTo>
                <a:cubicBezTo>
                  <a:pt x="2838641" y="1139762"/>
                  <a:pt x="2840927" y="1141286"/>
                  <a:pt x="2842451" y="1143667"/>
                </a:cubicBezTo>
                <a:close/>
                <a:moveTo>
                  <a:pt x="756190" y="3100102"/>
                </a:moveTo>
                <a:lnTo>
                  <a:pt x="773811" y="3100102"/>
                </a:lnTo>
                <a:cubicBezTo>
                  <a:pt x="773811" y="3100102"/>
                  <a:pt x="773811" y="3104864"/>
                  <a:pt x="773811" y="3104864"/>
                </a:cubicBezTo>
                <a:lnTo>
                  <a:pt x="756190" y="3104864"/>
                </a:lnTo>
                <a:cubicBezTo>
                  <a:pt x="756190" y="3104864"/>
                  <a:pt x="756190" y="3100102"/>
                  <a:pt x="756190" y="3100102"/>
                </a:cubicBezTo>
                <a:close/>
                <a:moveTo>
                  <a:pt x="1548384" y="1699832"/>
                </a:moveTo>
                <a:lnTo>
                  <a:pt x="1570673" y="1699832"/>
                </a:lnTo>
                <a:cubicBezTo>
                  <a:pt x="1571625" y="1702975"/>
                  <a:pt x="1574864" y="1704880"/>
                  <a:pt x="1578007" y="1704023"/>
                </a:cubicBezTo>
                <a:cubicBezTo>
                  <a:pt x="1581245" y="1703165"/>
                  <a:pt x="1583246" y="1699832"/>
                  <a:pt x="1582388" y="1696593"/>
                </a:cubicBezTo>
                <a:cubicBezTo>
                  <a:pt x="1581531" y="1693355"/>
                  <a:pt x="1578197" y="1691354"/>
                  <a:pt x="1574959" y="1692212"/>
                </a:cubicBezTo>
                <a:cubicBezTo>
                  <a:pt x="1572387" y="1692878"/>
                  <a:pt x="1570673" y="1694974"/>
                  <a:pt x="1570387" y="1697450"/>
                </a:cubicBezTo>
                <a:lnTo>
                  <a:pt x="1547146" y="1697450"/>
                </a:lnTo>
                <a:lnTo>
                  <a:pt x="1542574" y="1703070"/>
                </a:lnTo>
                <a:lnTo>
                  <a:pt x="1391031" y="1703070"/>
                </a:lnTo>
                <a:cubicBezTo>
                  <a:pt x="1391031" y="1703070"/>
                  <a:pt x="1365409" y="1679257"/>
                  <a:pt x="1365409" y="1679257"/>
                </a:cubicBezTo>
                <a:lnTo>
                  <a:pt x="1365028" y="1678972"/>
                </a:lnTo>
                <a:lnTo>
                  <a:pt x="1304735" y="1678972"/>
                </a:lnTo>
                <a:lnTo>
                  <a:pt x="1294162" y="1690211"/>
                </a:lnTo>
                <a:cubicBezTo>
                  <a:pt x="1293590" y="1690021"/>
                  <a:pt x="1293019" y="1689830"/>
                  <a:pt x="1292447" y="1689830"/>
                </a:cubicBezTo>
                <a:cubicBezTo>
                  <a:pt x="1288637" y="1689830"/>
                  <a:pt x="1285494" y="1692974"/>
                  <a:pt x="1285494" y="1696784"/>
                </a:cubicBezTo>
                <a:cubicBezTo>
                  <a:pt x="1285494" y="1700594"/>
                  <a:pt x="1288637" y="1703737"/>
                  <a:pt x="1292447" y="1703737"/>
                </a:cubicBezTo>
                <a:cubicBezTo>
                  <a:pt x="1296257" y="1703737"/>
                  <a:pt x="1299401" y="1700594"/>
                  <a:pt x="1299401" y="1696784"/>
                </a:cubicBezTo>
                <a:cubicBezTo>
                  <a:pt x="1299401" y="1694402"/>
                  <a:pt x="1298162" y="1692497"/>
                  <a:pt x="1296353" y="1691164"/>
                </a:cubicBezTo>
                <a:lnTo>
                  <a:pt x="1305687" y="1681258"/>
                </a:lnTo>
                <a:lnTo>
                  <a:pt x="1363980" y="1681258"/>
                </a:lnTo>
                <a:lnTo>
                  <a:pt x="1389602" y="1705070"/>
                </a:lnTo>
                <a:lnTo>
                  <a:pt x="1389983" y="1705356"/>
                </a:lnTo>
                <a:lnTo>
                  <a:pt x="1543622" y="1705356"/>
                </a:lnTo>
                <a:cubicBezTo>
                  <a:pt x="1543622" y="1705356"/>
                  <a:pt x="1548194" y="1699736"/>
                  <a:pt x="1548194" y="1699736"/>
                </a:cubicBezTo>
                <a:close/>
                <a:moveTo>
                  <a:pt x="1297210" y="1696784"/>
                </a:moveTo>
                <a:cubicBezTo>
                  <a:pt x="1297210" y="1699355"/>
                  <a:pt x="1295114" y="1701356"/>
                  <a:pt x="1292638" y="1701356"/>
                </a:cubicBezTo>
                <a:cubicBezTo>
                  <a:pt x="1290161" y="1701356"/>
                  <a:pt x="1288066" y="1699260"/>
                  <a:pt x="1288066" y="1696784"/>
                </a:cubicBezTo>
                <a:cubicBezTo>
                  <a:pt x="1288066" y="1694307"/>
                  <a:pt x="1290161" y="1692212"/>
                  <a:pt x="1292638" y="1692212"/>
                </a:cubicBezTo>
                <a:cubicBezTo>
                  <a:pt x="1295114" y="1692212"/>
                  <a:pt x="1297210" y="1694307"/>
                  <a:pt x="1297210" y="1696784"/>
                </a:cubicBezTo>
                <a:close/>
                <a:moveTo>
                  <a:pt x="2194084" y="2481072"/>
                </a:moveTo>
                <a:lnTo>
                  <a:pt x="2180654" y="2468309"/>
                </a:lnTo>
                <a:lnTo>
                  <a:pt x="2183892" y="2464880"/>
                </a:lnTo>
                <a:lnTo>
                  <a:pt x="2197322" y="2477643"/>
                </a:lnTo>
                <a:lnTo>
                  <a:pt x="2194084" y="2481072"/>
                </a:lnTo>
                <a:close/>
                <a:moveTo>
                  <a:pt x="1511046" y="1836039"/>
                </a:moveTo>
                <a:cubicBezTo>
                  <a:pt x="1509998" y="1832801"/>
                  <a:pt x="1511713" y="1829372"/>
                  <a:pt x="1514856" y="1828228"/>
                </a:cubicBezTo>
                <a:cubicBezTo>
                  <a:pt x="1518095" y="1827181"/>
                  <a:pt x="1521524" y="1828895"/>
                  <a:pt x="1522667" y="1832039"/>
                </a:cubicBezTo>
                <a:cubicBezTo>
                  <a:pt x="1522667" y="1832324"/>
                  <a:pt x="1522667" y="1832515"/>
                  <a:pt x="1522762" y="1832801"/>
                </a:cubicBezTo>
                <a:lnTo>
                  <a:pt x="1543812" y="1832610"/>
                </a:lnTo>
                <a:lnTo>
                  <a:pt x="1562386" y="1812607"/>
                </a:lnTo>
                <a:lnTo>
                  <a:pt x="1562386" y="1769936"/>
                </a:lnTo>
                <a:cubicBezTo>
                  <a:pt x="1562386" y="1769936"/>
                  <a:pt x="1582865" y="1750219"/>
                  <a:pt x="1582865" y="1750219"/>
                </a:cubicBezTo>
                <a:lnTo>
                  <a:pt x="1630204" y="1749743"/>
                </a:lnTo>
                <a:cubicBezTo>
                  <a:pt x="1630585" y="1747647"/>
                  <a:pt x="1632014" y="1745837"/>
                  <a:pt x="1634204" y="1745075"/>
                </a:cubicBezTo>
                <a:cubicBezTo>
                  <a:pt x="1637443" y="1744028"/>
                  <a:pt x="1640872" y="1745742"/>
                  <a:pt x="1642015" y="1748885"/>
                </a:cubicBezTo>
                <a:cubicBezTo>
                  <a:pt x="1643063" y="1752124"/>
                  <a:pt x="1641348" y="1755553"/>
                  <a:pt x="1638205" y="1756696"/>
                </a:cubicBezTo>
                <a:cubicBezTo>
                  <a:pt x="1634966" y="1757744"/>
                  <a:pt x="1631537" y="1756029"/>
                  <a:pt x="1630394" y="1752886"/>
                </a:cubicBezTo>
                <a:cubicBezTo>
                  <a:pt x="1630394" y="1752600"/>
                  <a:pt x="1630394" y="1752410"/>
                  <a:pt x="1630299" y="1752124"/>
                </a:cubicBezTo>
                <a:lnTo>
                  <a:pt x="1583817" y="1752600"/>
                </a:lnTo>
                <a:lnTo>
                  <a:pt x="1564672" y="1770983"/>
                </a:lnTo>
                <a:lnTo>
                  <a:pt x="1564672" y="1813560"/>
                </a:lnTo>
                <a:cubicBezTo>
                  <a:pt x="1564672" y="1813560"/>
                  <a:pt x="1544860" y="1834991"/>
                  <a:pt x="1544860" y="1834991"/>
                </a:cubicBezTo>
                <a:lnTo>
                  <a:pt x="1522857" y="1835182"/>
                </a:lnTo>
                <a:cubicBezTo>
                  <a:pt x="1522476" y="1837277"/>
                  <a:pt x="1521047" y="1839087"/>
                  <a:pt x="1518952" y="1839849"/>
                </a:cubicBezTo>
                <a:cubicBezTo>
                  <a:pt x="1515713" y="1840897"/>
                  <a:pt x="1512284" y="1839182"/>
                  <a:pt x="1511141" y="1836039"/>
                </a:cubicBezTo>
                <a:close/>
                <a:moveTo>
                  <a:pt x="2899982" y="568833"/>
                </a:moveTo>
                <a:cubicBezTo>
                  <a:pt x="2893695" y="568833"/>
                  <a:pt x="2888456" y="573977"/>
                  <a:pt x="2888456" y="580358"/>
                </a:cubicBezTo>
                <a:lnTo>
                  <a:pt x="2888456" y="631698"/>
                </a:lnTo>
                <a:cubicBezTo>
                  <a:pt x="2888456" y="637985"/>
                  <a:pt x="2893600" y="643223"/>
                  <a:pt x="2899982" y="643223"/>
                </a:cubicBezTo>
                <a:lnTo>
                  <a:pt x="2913984" y="643223"/>
                </a:lnTo>
                <a:cubicBezTo>
                  <a:pt x="2920270" y="643223"/>
                  <a:pt x="2925509" y="638080"/>
                  <a:pt x="2925509" y="631698"/>
                </a:cubicBezTo>
                <a:lnTo>
                  <a:pt x="2925509" y="580358"/>
                </a:lnTo>
                <a:cubicBezTo>
                  <a:pt x="2925509" y="574072"/>
                  <a:pt x="2920365" y="568833"/>
                  <a:pt x="2913984" y="568833"/>
                </a:cubicBezTo>
                <a:lnTo>
                  <a:pt x="2910554" y="568833"/>
                </a:lnTo>
                <a:lnTo>
                  <a:pt x="2910554" y="487966"/>
                </a:lnTo>
                <a:lnTo>
                  <a:pt x="2915984" y="487966"/>
                </a:lnTo>
                <a:cubicBezTo>
                  <a:pt x="2917317" y="487966"/>
                  <a:pt x="2918365" y="486918"/>
                  <a:pt x="2918365" y="485585"/>
                </a:cubicBezTo>
                <a:lnTo>
                  <a:pt x="2918365" y="467582"/>
                </a:lnTo>
                <a:cubicBezTo>
                  <a:pt x="2918365" y="466249"/>
                  <a:pt x="2917317" y="465201"/>
                  <a:pt x="2915984" y="465201"/>
                </a:cubicBezTo>
                <a:lnTo>
                  <a:pt x="2897981" y="465201"/>
                </a:lnTo>
                <a:cubicBezTo>
                  <a:pt x="2896648" y="465201"/>
                  <a:pt x="2895600" y="466249"/>
                  <a:pt x="2895600" y="467582"/>
                </a:cubicBezTo>
                <a:lnTo>
                  <a:pt x="2895600" y="485585"/>
                </a:lnTo>
                <a:cubicBezTo>
                  <a:pt x="2895600" y="486918"/>
                  <a:pt x="2896648" y="487966"/>
                  <a:pt x="2897981" y="487966"/>
                </a:cubicBezTo>
                <a:lnTo>
                  <a:pt x="2903411" y="487966"/>
                </a:lnTo>
                <a:lnTo>
                  <a:pt x="2903411" y="568833"/>
                </a:lnTo>
                <a:lnTo>
                  <a:pt x="2899982" y="568833"/>
                </a:lnTo>
                <a:close/>
                <a:moveTo>
                  <a:pt x="2918270" y="631603"/>
                </a:moveTo>
                <a:cubicBezTo>
                  <a:pt x="2918270" y="633984"/>
                  <a:pt x="2916365" y="635984"/>
                  <a:pt x="2913888" y="635984"/>
                </a:cubicBezTo>
                <a:lnTo>
                  <a:pt x="2899886" y="635984"/>
                </a:lnTo>
                <a:cubicBezTo>
                  <a:pt x="2897505" y="635984"/>
                  <a:pt x="2895505" y="634079"/>
                  <a:pt x="2895505" y="631603"/>
                </a:cubicBezTo>
                <a:lnTo>
                  <a:pt x="2895505" y="619887"/>
                </a:lnTo>
                <a:lnTo>
                  <a:pt x="2918174" y="619887"/>
                </a:lnTo>
                <a:lnTo>
                  <a:pt x="2918174" y="631603"/>
                </a:lnTo>
                <a:close/>
                <a:moveTo>
                  <a:pt x="2900363" y="483203"/>
                </a:moveTo>
                <a:lnTo>
                  <a:pt x="2900363" y="469964"/>
                </a:lnTo>
                <a:lnTo>
                  <a:pt x="2913602" y="469964"/>
                </a:lnTo>
                <a:lnTo>
                  <a:pt x="2913602" y="483203"/>
                </a:lnTo>
                <a:lnTo>
                  <a:pt x="2900363" y="483203"/>
                </a:lnTo>
                <a:close/>
                <a:moveTo>
                  <a:pt x="2910554" y="575977"/>
                </a:moveTo>
                <a:lnTo>
                  <a:pt x="2913984" y="575977"/>
                </a:lnTo>
                <a:cubicBezTo>
                  <a:pt x="2916365" y="575977"/>
                  <a:pt x="2918365" y="577882"/>
                  <a:pt x="2918365" y="580358"/>
                </a:cubicBezTo>
                <a:lnTo>
                  <a:pt x="2918365" y="589312"/>
                </a:lnTo>
                <a:lnTo>
                  <a:pt x="2895695" y="589312"/>
                </a:lnTo>
                <a:lnTo>
                  <a:pt x="2895695" y="580358"/>
                </a:lnTo>
                <a:cubicBezTo>
                  <a:pt x="2895695" y="577977"/>
                  <a:pt x="2897600" y="575977"/>
                  <a:pt x="2900077" y="575977"/>
                </a:cubicBezTo>
                <a:lnTo>
                  <a:pt x="2910650" y="575977"/>
                </a:lnTo>
                <a:close/>
                <a:moveTo>
                  <a:pt x="735330" y="2987993"/>
                </a:moveTo>
                <a:lnTo>
                  <a:pt x="741902" y="2993708"/>
                </a:lnTo>
                <a:lnTo>
                  <a:pt x="738759" y="2997327"/>
                </a:lnTo>
                <a:lnTo>
                  <a:pt x="731615" y="2991136"/>
                </a:lnTo>
                <a:cubicBezTo>
                  <a:pt x="731139" y="2991422"/>
                  <a:pt x="730663" y="2991707"/>
                  <a:pt x="730091" y="2991898"/>
                </a:cubicBezTo>
                <a:cubicBezTo>
                  <a:pt x="725234" y="2993231"/>
                  <a:pt x="720090" y="2990374"/>
                  <a:pt x="718757" y="2985516"/>
                </a:cubicBezTo>
                <a:cubicBezTo>
                  <a:pt x="717423" y="2980659"/>
                  <a:pt x="720281" y="2975515"/>
                  <a:pt x="725138" y="2974181"/>
                </a:cubicBezTo>
                <a:cubicBezTo>
                  <a:pt x="729996" y="2972848"/>
                  <a:pt x="735140" y="2975705"/>
                  <a:pt x="736473" y="2980563"/>
                </a:cubicBezTo>
                <a:cubicBezTo>
                  <a:pt x="737235" y="2983230"/>
                  <a:pt x="736664" y="2985897"/>
                  <a:pt x="735235" y="2987993"/>
                </a:cubicBezTo>
                <a:close/>
                <a:moveTo>
                  <a:pt x="2837402" y="1108710"/>
                </a:moveTo>
                <a:cubicBezTo>
                  <a:pt x="2835974" y="1115568"/>
                  <a:pt x="2829306" y="1120045"/>
                  <a:pt x="2822353" y="1118711"/>
                </a:cubicBezTo>
                <a:cubicBezTo>
                  <a:pt x="2815495" y="1117283"/>
                  <a:pt x="2811018" y="1110615"/>
                  <a:pt x="2812352" y="1103662"/>
                </a:cubicBezTo>
                <a:cubicBezTo>
                  <a:pt x="2813780" y="1096804"/>
                  <a:pt x="2820448" y="1092327"/>
                  <a:pt x="2827401" y="1093661"/>
                </a:cubicBezTo>
                <a:cubicBezTo>
                  <a:pt x="2834354" y="1094994"/>
                  <a:pt x="2838736" y="1101757"/>
                  <a:pt x="2837402" y="1108710"/>
                </a:cubicBezTo>
                <a:close/>
                <a:moveTo>
                  <a:pt x="2818829" y="1179767"/>
                </a:moveTo>
                <a:cubicBezTo>
                  <a:pt x="2817400" y="1186625"/>
                  <a:pt x="2810732" y="1191101"/>
                  <a:pt x="2803779" y="1189768"/>
                </a:cubicBezTo>
                <a:cubicBezTo>
                  <a:pt x="2796921" y="1188339"/>
                  <a:pt x="2792444" y="1181672"/>
                  <a:pt x="2793778" y="1174718"/>
                </a:cubicBezTo>
                <a:cubicBezTo>
                  <a:pt x="2795207" y="1167860"/>
                  <a:pt x="2801874" y="1163384"/>
                  <a:pt x="2808827" y="1164717"/>
                </a:cubicBezTo>
                <a:cubicBezTo>
                  <a:pt x="2815780" y="1166051"/>
                  <a:pt x="2820162" y="1172813"/>
                  <a:pt x="2818829" y="1179767"/>
                </a:cubicBezTo>
                <a:close/>
                <a:moveTo>
                  <a:pt x="1649825" y="1903381"/>
                </a:moveTo>
                <a:cubicBezTo>
                  <a:pt x="1645349" y="1903095"/>
                  <a:pt x="1641443" y="1906524"/>
                  <a:pt x="1641157" y="1911001"/>
                </a:cubicBezTo>
                <a:cubicBezTo>
                  <a:pt x="1640872" y="1915478"/>
                  <a:pt x="1644301" y="1919383"/>
                  <a:pt x="1648778" y="1919669"/>
                </a:cubicBezTo>
                <a:cubicBezTo>
                  <a:pt x="1652588" y="1919954"/>
                  <a:pt x="1655826" y="1917478"/>
                  <a:pt x="1656874" y="1913953"/>
                </a:cubicBezTo>
                <a:lnTo>
                  <a:pt x="1720501" y="1914335"/>
                </a:lnTo>
                <a:lnTo>
                  <a:pt x="1737170" y="1936909"/>
                </a:lnTo>
                <a:cubicBezTo>
                  <a:pt x="1735550" y="1938623"/>
                  <a:pt x="1734407" y="1940719"/>
                  <a:pt x="1734312" y="1943195"/>
                </a:cubicBezTo>
                <a:cubicBezTo>
                  <a:pt x="1733931" y="1949006"/>
                  <a:pt x="1738313" y="1953959"/>
                  <a:pt x="1744123" y="1954340"/>
                </a:cubicBezTo>
                <a:cubicBezTo>
                  <a:pt x="1744313" y="1954340"/>
                  <a:pt x="1744599" y="1954340"/>
                  <a:pt x="1744790" y="1954340"/>
                </a:cubicBezTo>
                <a:cubicBezTo>
                  <a:pt x="1747361" y="1954340"/>
                  <a:pt x="1749743" y="1953387"/>
                  <a:pt x="1751743" y="1951768"/>
                </a:cubicBezTo>
                <a:cubicBezTo>
                  <a:pt x="1753838" y="1949958"/>
                  <a:pt x="1755077" y="1947386"/>
                  <a:pt x="1755267" y="1944529"/>
                </a:cubicBezTo>
                <a:cubicBezTo>
                  <a:pt x="1755457" y="1941767"/>
                  <a:pt x="1754505" y="1939004"/>
                  <a:pt x="1752695" y="1936909"/>
                </a:cubicBezTo>
                <a:cubicBezTo>
                  <a:pt x="1750886" y="1934813"/>
                  <a:pt x="1748314" y="1933575"/>
                  <a:pt x="1745456" y="1933385"/>
                </a:cubicBezTo>
                <a:cubicBezTo>
                  <a:pt x="1743932" y="1933289"/>
                  <a:pt x="1742408" y="1933575"/>
                  <a:pt x="1741075" y="1934147"/>
                </a:cubicBezTo>
                <a:lnTo>
                  <a:pt x="1722882" y="1909572"/>
                </a:lnTo>
                <a:lnTo>
                  <a:pt x="1656969" y="1909096"/>
                </a:lnTo>
                <a:cubicBezTo>
                  <a:pt x="1656017" y="1905953"/>
                  <a:pt x="1653254" y="1903571"/>
                  <a:pt x="1649825" y="1903381"/>
                </a:cubicBezTo>
                <a:close/>
                <a:moveTo>
                  <a:pt x="1744694" y="1938147"/>
                </a:moveTo>
                <a:cubicBezTo>
                  <a:pt x="1744694" y="1938147"/>
                  <a:pt x="1744980" y="1938147"/>
                  <a:pt x="1745075" y="1938147"/>
                </a:cubicBezTo>
                <a:cubicBezTo>
                  <a:pt x="1746599" y="1938242"/>
                  <a:pt x="1748028" y="1938909"/>
                  <a:pt x="1748981" y="1940052"/>
                </a:cubicBezTo>
                <a:cubicBezTo>
                  <a:pt x="1750028" y="1941195"/>
                  <a:pt x="1750505" y="1942719"/>
                  <a:pt x="1750409" y="1944243"/>
                </a:cubicBezTo>
                <a:cubicBezTo>
                  <a:pt x="1750314" y="1945767"/>
                  <a:pt x="1749647" y="1947196"/>
                  <a:pt x="1748504" y="1948148"/>
                </a:cubicBezTo>
                <a:cubicBezTo>
                  <a:pt x="1747361" y="1949196"/>
                  <a:pt x="1745932" y="1949672"/>
                  <a:pt x="1744313" y="1949577"/>
                </a:cubicBezTo>
                <a:cubicBezTo>
                  <a:pt x="1741170" y="1949387"/>
                  <a:pt x="1738789" y="1946624"/>
                  <a:pt x="1738979" y="1943481"/>
                </a:cubicBezTo>
                <a:cubicBezTo>
                  <a:pt x="1739170" y="1940433"/>
                  <a:pt x="1741742" y="1938147"/>
                  <a:pt x="1744694" y="1938147"/>
                </a:cubicBezTo>
                <a:close/>
                <a:moveTo>
                  <a:pt x="685895" y="3100292"/>
                </a:moveTo>
                <a:lnTo>
                  <a:pt x="703517" y="3100292"/>
                </a:lnTo>
                <a:cubicBezTo>
                  <a:pt x="703517" y="3100292"/>
                  <a:pt x="703517" y="3105055"/>
                  <a:pt x="703517" y="3105055"/>
                </a:cubicBezTo>
                <a:lnTo>
                  <a:pt x="685895" y="3105055"/>
                </a:lnTo>
                <a:cubicBezTo>
                  <a:pt x="685895" y="3105055"/>
                  <a:pt x="685895" y="3100292"/>
                  <a:pt x="685895" y="3100292"/>
                </a:cubicBezTo>
                <a:close/>
                <a:moveTo>
                  <a:pt x="2802446" y="1118902"/>
                </a:moveTo>
                <a:cubicBezTo>
                  <a:pt x="2801398" y="1118711"/>
                  <a:pt x="2800445" y="1118616"/>
                  <a:pt x="2799398" y="1118616"/>
                </a:cubicBezTo>
                <a:cubicBezTo>
                  <a:pt x="2792349" y="1118616"/>
                  <a:pt x="2786063" y="1123569"/>
                  <a:pt x="2784538" y="1130713"/>
                </a:cubicBezTo>
                <a:cubicBezTo>
                  <a:pt x="2782919" y="1138904"/>
                  <a:pt x="2788158" y="1146905"/>
                  <a:pt x="2796350" y="1148525"/>
                </a:cubicBezTo>
                <a:cubicBezTo>
                  <a:pt x="2800350" y="1149287"/>
                  <a:pt x="2804351" y="1148525"/>
                  <a:pt x="2807684" y="1146334"/>
                </a:cubicBezTo>
                <a:cubicBezTo>
                  <a:pt x="2811018" y="1144143"/>
                  <a:pt x="2813304" y="1140714"/>
                  <a:pt x="2814161" y="1136714"/>
                </a:cubicBezTo>
                <a:cubicBezTo>
                  <a:pt x="2814923" y="1132713"/>
                  <a:pt x="2814161" y="1128713"/>
                  <a:pt x="2811971" y="1125379"/>
                </a:cubicBezTo>
                <a:cubicBezTo>
                  <a:pt x="2809780" y="1122045"/>
                  <a:pt x="2806351" y="1119664"/>
                  <a:pt x="2802350" y="1118902"/>
                </a:cubicBezTo>
                <a:close/>
                <a:moveTo>
                  <a:pt x="2809589" y="1135761"/>
                </a:moveTo>
                <a:cubicBezTo>
                  <a:pt x="2809018" y="1138428"/>
                  <a:pt x="2807494" y="1140809"/>
                  <a:pt x="2805208" y="1142333"/>
                </a:cubicBezTo>
                <a:cubicBezTo>
                  <a:pt x="2803493" y="1143476"/>
                  <a:pt x="2801493" y="1144048"/>
                  <a:pt x="2799493" y="1144048"/>
                </a:cubicBezTo>
                <a:cubicBezTo>
                  <a:pt x="2798826" y="1144048"/>
                  <a:pt x="2798064" y="1144048"/>
                  <a:pt x="2797397" y="1143857"/>
                </a:cubicBezTo>
                <a:cubicBezTo>
                  <a:pt x="2791778" y="1142714"/>
                  <a:pt x="2788158" y="1137285"/>
                  <a:pt x="2789301" y="1131665"/>
                </a:cubicBezTo>
                <a:cubicBezTo>
                  <a:pt x="2790444" y="1126046"/>
                  <a:pt x="2795969" y="1122426"/>
                  <a:pt x="2801493" y="1123569"/>
                </a:cubicBezTo>
                <a:cubicBezTo>
                  <a:pt x="2804255" y="1124141"/>
                  <a:pt x="2806542" y="1125665"/>
                  <a:pt x="2808065" y="1128046"/>
                </a:cubicBezTo>
                <a:cubicBezTo>
                  <a:pt x="2809589" y="1130332"/>
                  <a:pt x="2810161" y="1133094"/>
                  <a:pt x="2809589" y="1135856"/>
                </a:cubicBezTo>
                <a:close/>
                <a:moveTo>
                  <a:pt x="721043" y="3100197"/>
                </a:moveTo>
                <a:lnTo>
                  <a:pt x="738664" y="3100197"/>
                </a:lnTo>
                <a:cubicBezTo>
                  <a:pt x="738664" y="3100197"/>
                  <a:pt x="738664" y="3104960"/>
                  <a:pt x="738664" y="3104960"/>
                </a:cubicBezTo>
                <a:lnTo>
                  <a:pt x="721043" y="3104960"/>
                </a:lnTo>
                <a:cubicBezTo>
                  <a:pt x="721043" y="3104960"/>
                  <a:pt x="721043" y="3100197"/>
                  <a:pt x="721043" y="3100197"/>
                </a:cubicBezTo>
                <a:close/>
                <a:moveTo>
                  <a:pt x="2791682" y="3507581"/>
                </a:moveTo>
                <a:cubicBezTo>
                  <a:pt x="2791682" y="3514535"/>
                  <a:pt x="2786063" y="3520250"/>
                  <a:pt x="2779014" y="3520250"/>
                </a:cubicBezTo>
                <a:cubicBezTo>
                  <a:pt x="2771966" y="3520250"/>
                  <a:pt x="2766346" y="3514630"/>
                  <a:pt x="2766346" y="3507581"/>
                </a:cubicBezTo>
                <a:cubicBezTo>
                  <a:pt x="2766346" y="3500533"/>
                  <a:pt x="2771966" y="3494913"/>
                  <a:pt x="2779014" y="3494913"/>
                </a:cubicBezTo>
                <a:cubicBezTo>
                  <a:pt x="2786063" y="3494913"/>
                  <a:pt x="2791682" y="3500533"/>
                  <a:pt x="2791682" y="3507581"/>
                </a:cubicBezTo>
                <a:close/>
                <a:moveTo>
                  <a:pt x="2960942" y="3687699"/>
                </a:moveTo>
                <a:lnTo>
                  <a:pt x="3093815" y="3687509"/>
                </a:lnTo>
                <a:cubicBezTo>
                  <a:pt x="3094577" y="3689033"/>
                  <a:pt x="3095530" y="3690557"/>
                  <a:pt x="3096959" y="3691604"/>
                </a:cubicBezTo>
                <a:cubicBezTo>
                  <a:pt x="3098863" y="3693033"/>
                  <a:pt x="3101150" y="3693795"/>
                  <a:pt x="3103531" y="3693795"/>
                </a:cubicBezTo>
                <a:cubicBezTo>
                  <a:pt x="3104007" y="3693795"/>
                  <a:pt x="3104579" y="3693795"/>
                  <a:pt x="3105055" y="3693700"/>
                </a:cubicBezTo>
                <a:cubicBezTo>
                  <a:pt x="3107912" y="3693319"/>
                  <a:pt x="3110484" y="3691795"/>
                  <a:pt x="3112294" y="3689413"/>
                </a:cubicBezTo>
                <a:cubicBezTo>
                  <a:pt x="3115913" y="3684651"/>
                  <a:pt x="3114961" y="3677698"/>
                  <a:pt x="3110198" y="3674078"/>
                </a:cubicBezTo>
                <a:cubicBezTo>
                  <a:pt x="3107817" y="3672269"/>
                  <a:pt x="3104960" y="3671507"/>
                  <a:pt x="3102102" y="3671983"/>
                </a:cubicBezTo>
                <a:cubicBezTo>
                  <a:pt x="3099245" y="3672364"/>
                  <a:pt x="3096673" y="3673888"/>
                  <a:pt x="3094863" y="3676269"/>
                </a:cubicBezTo>
                <a:cubicBezTo>
                  <a:pt x="3094482" y="3676745"/>
                  <a:pt x="3094387" y="3677412"/>
                  <a:pt x="3094101" y="3677984"/>
                </a:cubicBezTo>
                <a:lnTo>
                  <a:pt x="2964561" y="3678174"/>
                </a:lnTo>
                <a:lnTo>
                  <a:pt x="2893600" y="3616928"/>
                </a:lnTo>
                <a:lnTo>
                  <a:pt x="2893886" y="3525107"/>
                </a:lnTo>
                <a:lnTo>
                  <a:pt x="2863025" y="3502819"/>
                </a:lnTo>
                <a:lnTo>
                  <a:pt x="2804351" y="3502819"/>
                </a:lnTo>
                <a:cubicBezTo>
                  <a:pt x="2803208" y="3496628"/>
                  <a:pt x="2799779" y="3490817"/>
                  <a:pt x="2794349" y="3486722"/>
                </a:cubicBezTo>
                <a:cubicBezTo>
                  <a:pt x="2789873" y="3483388"/>
                  <a:pt x="2784538" y="3481673"/>
                  <a:pt x="2779109" y="3481673"/>
                </a:cubicBezTo>
                <a:cubicBezTo>
                  <a:pt x="2777776" y="3481673"/>
                  <a:pt x="2776442" y="3481769"/>
                  <a:pt x="2775109" y="3481959"/>
                </a:cubicBezTo>
                <a:cubicBezTo>
                  <a:pt x="2768251" y="3483007"/>
                  <a:pt x="2762250" y="3486626"/>
                  <a:pt x="2758154" y="3492246"/>
                </a:cubicBezTo>
                <a:cubicBezTo>
                  <a:pt x="2754059" y="3497771"/>
                  <a:pt x="2752439" y="3504629"/>
                  <a:pt x="2753392" y="3511487"/>
                </a:cubicBezTo>
                <a:cubicBezTo>
                  <a:pt x="2754440" y="3518345"/>
                  <a:pt x="2758059" y="3524345"/>
                  <a:pt x="2763679" y="3528441"/>
                </a:cubicBezTo>
                <a:cubicBezTo>
                  <a:pt x="2775204" y="3536918"/>
                  <a:pt x="2791397" y="3534347"/>
                  <a:pt x="2799779" y="3522917"/>
                </a:cubicBezTo>
                <a:lnTo>
                  <a:pt x="2799779" y="3522917"/>
                </a:lnTo>
                <a:cubicBezTo>
                  <a:pt x="2802160" y="3519678"/>
                  <a:pt x="2803588" y="3516059"/>
                  <a:pt x="2804255" y="3512344"/>
                </a:cubicBezTo>
                <a:lnTo>
                  <a:pt x="2859881" y="3512344"/>
                </a:lnTo>
                <a:lnTo>
                  <a:pt x="2884265" y="3529965"/>
                </a:lnTo>
                <a:lnTo>
                  <a:pt x="2883980" y="3621310"/>
                </a:lnTo>
                <a:lnTo>
                  <a:pt x="2960942" y="3687699"/>
                </a:lnTo>
                <a:close/>
                <a:moveTo>
                  <a:pt x="3098673" y="3679127"/>
                </a:moveTo>
                <a:cubicBezTo>
                  <a:pt x="3099721" y="3677793"/>
                  <a:pt x="3101150" y="3676936"/>
                  <a:pt x="3102769" y="3676745"/>
                </a:cubicBezTo>
                <a:cubicBezTo>
                  <a:pt x="3103055" y="3676745"/>
                  <a:pt x="3103340" y="3676745"/>
                  <a:pt x="3103626" y="3676745"/>
                </a:cubicBezTo>
                <a:cubicBezTo>
                  <a:pt x="3104960" y="3676745"/>
                  <a:pt x="3106293" y="3677222"/>
                  <a:pt x="3107341" y="3677984"/>
                </a:cubicBezTo>
                <a:cubicBezTo>
                  <a:pt x="3110103" y="3680079"/>
                  <a:pt x="3110579" y="3683889"/>
                  <a:pt x="3108579" y="3686651"/>
                </a:cubicBezTo>
                <a:cubicBezTo>
                  <a:pt x="3107627" y="3687985"/>
                  <a:pt x="3106103" y="3688842"/>
                  <a:pt x="3104484" y="3689033"/>
                </a:cubicBezTo>
                <a:cubicBezTo>
                  <a:pt x="3102864" y="3689223"/>
                  <a:pt x="3101245" y="3688842"/>
                  <a:pt x="3099911" y="3687794"/>
                </a:cubicBezTo>
                <a:lnTo>
                  <a:pt x="3099911" y="3687794"/>
                </a:lnTo>
                <a:cubicBezTo>
                  <a:pt x="3097149" y="3685699"/>
                  <a:pt x="3096673" y="3681889"/>
                  <a:pt x="3098673" y="3679127"/>
                </a:cubicBezTo>
                <a:close/>
                <a:moveTo>
                  <a:pt x="2795969" y="3520059"/>
                </a:moveTo>
                <a:cubicBezTo>
                  <a:pt x="2789111" y="3529394"/>
                  <a:pt x="2775871" y="3531394"/>
                  <a:pt x="2766441" y="3524631"/>
                </a:cubicBezTo>
                <a:cubicBezTo>
                  <a:pt x="2761869" y="3521297"/>
                  <a:pt x="2758917" y="3516440"/>
                  <a:pt x="2758059" y="3510820"/>
                </a:cubicBezTo>
                <a:cubicBezTo>
                  <a:pt x="2757202" y="3505295"/>
                  <a:pt x="2758535" y="3499676"/>
                  <a:pt x="2761869" y="3495104"/>
                </a:cubicBezTo>
                <a:cubicBezTo>
                  <a:pt x="2765203" y="3490532"/>
                  <a:pt x="2770061" y="3487579"/>
                  <a:pt x="2775680" y="3486722"/>
                </a:cubicBezTo>
                <a:cubicBezTo>
                  <a:pt x="2781300" y="3485864"/>
                  <a:pt x="2786825" y="3487198"/>
                  <a:pt x="2791397" y="3490532"/>
                </a:cubicBezTo>
                <a:cubicBezTo>
                  <a:pt x="2795969" y="3493865"/>
                  <a:pt x="2798921" y="3498723"/>
                  <a:pt x="2799779" y="3504343"/>
                </a:cubicBezTo>
                <a:cubicBezTo>
                  <a:pt x="2800636" y="3509867"/>
                  <a:pt x="2799302" y="3515487"/>
                  <a:pt x="2795969" y="3519964"/>
                </a:cubicBezTo>
                <a:close/>
                <a:moveTo>
                  <a:pt x="791432" y="3100007"/>
                </a:moveTo>
                <a:lnTo>
                  <a:pt x="809054" y="3100007"/>
                </a:lnTo>
                <a:cubicBezTo>
                  <a:pt x="809054" y="3100007"/>
                  <a:pt x="809054" y="3104769"/>
                  <a:pt x="809054" y="3104769"/>
                </a:cubicBezTo>
                <a:lnTo>
                  <a:pt x="791432" y="3104769"/>
                </a:lnTo>
                <a:cubicBezTo>
                  <a:pt x="791432" y="3104769"/>
                  <a:pt x="791432" y="3100007"/>
                  <a:pt x="791432" y="3100007"/>
                </a:cubicBezTo>
                <a:close/>
                <a:moveTo>
                  <a:pt x="861727" y="3099816"/>
                </a:moveTo>
                <a:lnTo>
                  <a:pt x="879348" y="3099816"/>
                </a:lnTo>
                <a:cubicBezTo>
                  <a:pt x="879348" y="3099816"/>
                  <a:pt x="879348" y="3104579"/>
                  <a:pt x="879348" y="3104579"/>
                </a:cubicBezTo>
                <a:lnTo>
                  <a:pt x="861727" y="3104579"/>
                </a:lnTo>
                <a:cubicBezTo>
                  <a:pt x="861727" y="3104579"/>
                  <a:pt x="861727" y="3099816"/>
                  <a:pt x="861727" y="3099816"/>
                </a:cubicBezTo>
                <a:close/>
                <a:moveTo>
                  <a:pt x="2825305" y="3557683"/>
                </a:moveTo>
                <a:cubicBezTo>
                  <a:pt x="2827973" y="3551777"/>
                  <a:pt x="2825305" y="3544729"/>
                  <a:pt x="2819400" y="3542062"/>
                </a:cubicBezTo>
                <a:cubicBezTo>
                  <a:pt x="2816543" y="3540728"/>
                  <a:pt x="2813304" y="3540633"/>
                  <a:pt x="2810351" y="3541776"/>
                </a:cubicBezTo>
                <a:cubicBezTo>
                  <a:pt x="2807399" y="3542919"/>
                  <a:pt x="2805017" y="3545110"/>
                  <a:pt x="2803779" y="3547967"/>
                </a:cubicBezTo>
                <a:cubicBezTo>
                  <a:pt x="2802446" y="3550825"/>
                  <a:pt x="2802350" y="3554063"/>
                  <a:pt x="2803493" y="3557016"/>
                </a:cubicBezTo>
                <a:cubicBezTo>
                  <a:pt x="2804636" y="3559969"/>
                  <a:pt x="2806827" y="3562350"/>
                  <a:pt x="2809685" y="3563588"/>
                </a:cubicBezTo>
                <a:cubicBezTo>
                  <a:pt x="2810542" y="3563969"/>
                  <a:pt x="2811399" y="3564255"/>
                  <a:pt x="2812256" y="3564446"/>
                </a:cubicBezTo>
                <a:lnTo>
                  <a:pt x="2812542" y="3649218"/>
                </a:lnTo>
                <a:lnTo>
                  <a:pt x="2878931" y="3709988"/>
                </a:lnTo>
                <a:cubicBezTo>
                  <a:pt x="2878741" y="3710559"/>
                  <a:pt x="2878550" y="3711130"/>
                  <a:pt x="2878550" y="3711797"/>
                </a:cubicBezTo>
                <a:lnTo>
                  <a:pt x="2878550" y="3719417"/>
                </a:lnTo>
                <a:cubicBezTo>
                  <a:pt x="2878550" y="3722751"/>
                  <a:pt x="2881217" y="3725418"/>
                  <a:pt x="2884551" y="3725418"/>
                </a:cubicBezTo>
                <a:lnTo>
                  <a:pt x="2904839" y="3725418"/>
                </a:lnTo>
                <a:cubicBezTo>
                  <a:pt x="2908173" y="3725418"/>
                  <a:pt x="2910840" y="3722751"/>
                  <a:pt x="2910840" y="3719417"/>
                </a:cubicBezTo>
                <a:lnTo>
                  <a:pt x="2910840" y="3711797"/>
                </a:lnTo>
                <a:cubicBezTo>
                  <a:pt x="2910840" y="3708463"/>
                  <a:pt x="2908173" y="3705797"/>
                  <a:pt x="2904839" y="3705797"/>
                </a:cubicBezTo>
                <a:lnTo>
                  <a:pt x="2884551" y="3705797"/>
                </a:lnTo>
                <a:cubicBezTo>
                  <a:pt x="2883599" y="3705797"/>
                  <a:pt x="2882742" y="3706082"/>
                  <a:pt x="2881979" y="3706463"/>
                </a:cubicBezTo>
                <a:lnTo>
                  <a:pt x="2817305" y="3647218"/>
                </a:lnTo>
                <a:lnTo>
                  <a:pt x="2817019" y="3564446"/>
                </a:lnTo>
                <a:cubicBezTo>
                  <a:pt x="2820543" y="3563684"/>
                  <a:pt x="2823686" y="3561398"/>
                  <a:pt x="2825305" y="3557873"/>
                </a:cubicBezTo>
                <a:close/>
                <a:moveTo>
                  <a:pt x="2883313" y="3711702"/>
                </a:moveTo>
                <a:cubicBezTo>
                  <a:pt x="2883313" y="3711035"/>
                  <a:pt x="2883884" y="3710464"/>
                  <a:pt x="2884551" y="3710464"/>
                </a:cubicBezTo>
                <a:lnTo>
                  <a:pt x="2904839" y="3710464"/>
                </a:lnTo>
                <a:cubicBezTo>
                  <a:pt x="2905506" y="3710464"/>
                  <a:pt x="2906078" y="3711035"/>
                  <a:pt x="2906078" y="3711702"/>
                </a:cubicBezTo>
                <a:lnTo>
                  <a:pt x="2906078" y="3719322"/>
                </a:lnTo>
                <a:cubicBezTo>
                  <a:pt x="2906078" y="3719989"/>
                  <a:pt x="2905506" y="3720560"/>
                  <a:pt x="2904839" y="3720560"/>
                </a:cubicBezTo>
                <a:lnTo>
                  <a:pt x="2884551" y="3720560"/>
                </a:lnTo>
                <a:cubicBezTo>
                  <a:pt x="2883884" y="3720560"/>
                  <a:pt x="2883313" y="3719989"/>
                  <a:pt x="2883313" y="3719322"/>
                </a:cubicBezTo>
                <a:lnTo>
                  <a:pt x="2883313" y="3711702"/>
                </a:lnTo>
                <a:close/>
                <a:moveTo>
                  <a:pt x="2820924" y="3555683"/>
                </a:moveTo>
                <a:cubicBezTo>
                  <a:pt x="2819305" y="3559207"/>
                  <a:pt x="2815114" y="3560826"/>
                  <a:pt x="2811590" y="3559207"/>
                </a:cubicBezTo>
                <a:cubicBezTo>
                  <a:pt x="2809875" y="3558445"/>
                  <a:pt x="2808542" y="3557016"/>
                  <a:pt x="2807875" y="3555302"/>
                </a:cubicBezTo>
                <a:cubicBezTo>
                  <a:pt x="2807208" y="3553492"/>
                  <a:pt x="2807303" y="3551587"/>
                  <a:pt x="2808065" y="3549872"/>
                </a:cubicBezTo>
                <a:lnTo>
                  <a:pt x="2808065" y="3549872"/>
                </a:lnTo>
                <a:cubicBezTo>
                  <a:pt x="2808827" y="3548158"/>
                  <a:pt x="2810256" y="3546824"/>
                  <a:pt x="2811971" y="3546158"/>
                </a:cubicBezTo>
                <a:cubicBezTo>
                  <a:pt x="2812828" y="3545872"/>
                  <a:pt x="2813590" y="3545681"/>
                  <a:pt x="2814447" y="3545681"/>
                </a:cubicBezTo>
                <a:cubicBezTo>
                  <a:pt x="2815400" y="3545681"/>
                  <a:pt x="2816447" y="3545872"/>
                  <a:pt x="2817400" y="3546348"/>
                </a:cubicBezTo>
                <a:cubicBezTo>
                  <a:pt x="2820924" y="3547967"/>
                  <a:pt x="2822543" y="3552159"/>
                  <a:pt x="2820924" y="3555683"/>
                </a:cubicBezTo>
                <a:close/>
                <a:moveTo>
                  <a:pt x="836486" y="1576197"/>
                </a:moveTo>
                <a:cubicBezTo>
                  <a:pt x="842296" y="1576197"/>
                  <a:pt x="846963" y="1571911"/>
                  <a:pt x="848106" y="1566482"/>
                </a:cubicBezTo>
                <a:lnTo>
                  <a:pt x="972122" y="1566863"/>
                </a:lnTo>
                <a:lnTo>
                  <a:pt x="1003173" y="1541907"/>
                </a:lnTo>
                <a:lnTo>
                  <a:pt x="1145572" y="1542288"/>
                </a:lnTo>
                <a:lnTo>
                  <a:pt x="1175290" y="1570196"/>
                </a:lnTo>
                <a:lnTo>
                  <a:pt x="1248442" y="1570006"/>
                </a:lnTo>
                <a:cubicBezTo>
                  <a:pt x="1249585" y="1575530"/>
                  <a:pt x="1254252" y="1579721"/>
                  <a:pt x="1260062" y="1579721"/>
                </a:cubicBezTo>
                <a:cubicBezTo>
                  <a:pt x="1265873" y="1579721"/>
                  <a:pt x="1270540" y="1575435"/>
                  <a:pt x="1271683" y="1570006"/>
                </a:cubicBezTo>
                <a:lnTo>
                  <a:pt x="1417415" y="1570006"/>
                </a:lnTo>
                <a:lnTo>
                  <a:pt x="1441418" y="1546479"/>
                </a:lnTo>
                <a:lnTo>
                  <a:pt x="1441418" y="1445419"/>
                </a:lnTo>
                <a:lnTo>
                  <a:pt x="1488948" y="1398746"/>
                </a:lnTo>
                <a:cubicBezTo>
                  <a:pt x="1490186" y="1399985"/>
                  <a:pt x="1491615" y="1400937"/>
                  <a:pt x="1493330" y="1401509"/>
                </a:cubicBezTo>
                <a:cubicBezTo>
                  <a:pt x="1494663" y="1401985"/>
                  <a:pt x="1495997" y="1402175"/>
                  <a:pt x="1497330" y="1402175"/>
                </a:cubicBezTo>
                <a:cubicBezTo>
                  <a:pt x="1499140" y="1402175"/>
                  <a:pt x="1500950" y="1401794"/>
                  <a:pt x="1502569" y="1400937"/>
                </a:cubicBezTo>
                <a:cubicBezTo>
                  <a:pt x="1508570" y="1398080"/>
                  <a:pt x="1511141" y="1390745"/>
                  <a:pt x="1508284" y="1384745"/>
                </a:cubicBezTo>
                <a:cubicBezTo>
                  <a:pt x="1506855" y="1381792"/>
                  <a:pt x="1504378" y="1379601"/>
                  <a:pt x="1501331" y="1378553"/>
                </a:cubicBezTo>
                <a:cubicBezTo>
                  <a:pt x="1498282" y="1377506"/>
                  <a:pt x="1494949" y="1377696"/>
                  <a:pt x="1492091" y="1379030"/>
                </a:cubicBezTo>
                <a:cubicBezTo>
                  <a:pt x="1489139" y="1380458"/>
                  <a:pt x="1486948" y="1382935"/>
                  <a:pt x="1485900" y="1385983"/>
                </a:cubicBezTo>
                <a:cubicBezTo>
                  <a:pt x="1484852" y="1388840"/>
                  <a:pt x="1485043" y="1391888"/>
                  <a:pt x="1486281" y="1394651"/>
                </a:cubicBezTo>
                <a:lnTo>
                  <a:pt x="1436656" y="1443323"/>
                </a:lnTo>
                <a:lnTo>
                  <a:pt x="1436656" y="1544384"/>
                </a:lnTo>
                <a:lnTo>
                  <a:pt x="1415510" y="1565148"/>
                </a:lnTo>
                <a:lnTo>
                  <a:pt x="1271778" y="1565148"/>
                </a:lnTo>
                <a:cubicBezTo>
                  <a:pt x="1270635" y="1559624"/>
                  <a:pt x="1265968" y="1555432"/>
                  <a:pt x="1260157" y="1555432"/>
                </a:cubicBezTo>
                <a:cubicBezTo>
                  <a:pt x="1254347" y="1555432"/>
                  <a:pt x="1249680" y="1559719"/>
                  <a:pt x="1248537" y="1565148"/>
                </a:cubicBezTo>
                <a:lnTo>
                  <a:pt x="1177195" y="1565339"/>
                </a:lnTo>
                <a:lnTo>
                  <a:pt x="1147477" y="1537430"/>
                </a:lnTo>
                <a:lnTo>
                  <a:pt x="1002411" y="1537049"/>
                </a:lnTo>
                <a:lnTo>
                  <a:pt x="1001554" y="1537049"/>
                </a:lnTo>
                <a:lnTo>
                  <a:pt x="970502" y="1562005"/>
                </a:lnTo>
                <a:lnTo>
                  <a:pt x="848201" y="1561624"/>
                </a:lnTo>
                <a:cubicBezTo>
                  <a:pt x="847058" y="1556099"/>
                  <a:pt x="842391" y="1551813"/>
                  <a:pt x="836581" y="1551813"/>
                </a:cubicBezTo>
                <a:cubicBezTo>
                  <a:pt x="829913" y="1551813"/>
                  <a:pt x="824484" y="1557242"/>
                  <a:pt x="824484" y="1563910"/>
                </a:cubicBezTo>
                <a:cubicBezTo>
                  <a:pt x="824484" y="1570577"/>
                  <a:pt x="829913" y="1576007"/>
                  <a:pt x="836581" y="1576007"/>
                </a:cubicBezTo>
                <a:close/>
                <a:moveTo>
                  <a:pt x="1490472" y="1387507"/>
                </a:moveTo>
                <a:cubicBezTo>
                  <a:pt x="1491139" y="1385602"/>
                  <a:pt x="1492472" y="1384173"/>
                  <a:pt x="1494282" y="1383316"/>
                </a:cubicBezTo>
                <a:cubicBezTo>
                  <a:pt x="1495330" y="1382840"/>
                  <a:pt x="1496378" y="1382554"/>
                  <a:pt x="1497425" y="1382554"/>
                </a:cubicBezTo>
                <a:cubicBezTo>
                  <a:pt x="1500188" y="1382554"/>
                  <a:pt x="1502855" y="1384078"/>
                  <a:pt x="1504093" y="1386745"/>
                </a:cubicBezTo>
                <a:cubicBezTo>
                  <a:pt x="1505807" y="1390460"/>
                  <a:pt x="1504283" y="1394841"/>
                  <a:pt x="1500664" y="1396556"/>
                </a:cubicBezTo>
                <a:cubicBezTo>
                  <a:pt x="1496949" y="1398270"/>
                  <a:pt x="1492568" y="1396746"/>
                  <a:pt x="1490853" y="1393127"/>
                </a:cubicBezTo>
                <a:cubicBezTo>
                  <a:pt x="1489996" y="1391317"/>
                  <a:pt x="1489901" y="1389317"/>
                  <a:pt x="1490567" y="1387507"/>
                </a:cubicBezTo>
                <a:close/>
                <a:moveTo>
                  <a:pt x="1260157" y="1560100"/>
                </a:moveTo>
                <a:cubicBezTo>
                  <a:pt x="1264253" y="1560100"/>
                  <a:pt x="1267492" y="1563434"/>
                  <a:pt x="1267492" y="1567434"/>
                </a:cubicBezTo>
                <a:cubicBezTo>
                  <a:pt x="1267492" y="1571435"/>
                  <a:pt x="1264158" y="1574768"/>
                  <a:pt x="1260157" y="1574768"/>
                </a:cubicBezTo>
                <a:cubicBezTo>
                  <a:pt x="1256157" y="1574768"/>
                  <a:pt x="1252823" y="1571435"/>
                  <a:pt x="1252823" y="1567434"/>
                </a:cubicBezTo>
                <a:cubicBezTo>
                  <a:pt x="1252823" y="1563434"/>
                  <a:pt x="1256157" y="1560100"/>
                  <a:pt x="1260157" y="1560100"/>
                </a:cubicBezTo>
                <a:close/>
                <a:moveTo>
                  <a:pt x="836486" y="1556671"/>
                </a:moveTo>
                <a:cubicBezTo>
                  <a:pt x="840581" y="1556671"/>
                  <a:pt x="843820" y="1560005"/>
                  <a:pt x="843820" y="1564005"/>
                </a:cubicBezTo>
                <a:cubicBezTo>
                  <a:pt x="843820" y="1568006"/>
                  <a:pt x="840486" y="1571339"/>
                  <a:pt x="836486" y="1571339"/>
                </a:cubicBezTo>
                <a:cubicBezTo>
                  <a:pt x="832485" y="1571339"/>
                  <a:pt x="829151" y="1568006"/>
                  <a:pt x="829151" y="1564005"/>
                </a:cubicBezTo>
                <a:cubicBezTo>
                  <a:pt x="829151" y="1560005"/>
                  <a:pt x="832485" y="1556671"/>
                  <a:pt x="836486" y="1556671"/>
                </a:cubicBezTo>
                <a:close/>
                <a:moveTo>
                  <a:pt x="830104" y="1614202"/>
                </a:moveTo>
                <a:lnTo>
                  <a:pt x="843058" y="1614202"/>
                </a:lnTo>
                <a:cubicBezTo>
                  <a:pt x="845820" y="1614202"/>
                  <a:pt x="848106" y="1611916"/>
                  <a:pt x="848106" y="1609153"/>
                </a:cubicBezTo>
                <a:lnTo>
                  <a:pt x="848106" y="1604010"/>
                </a:lnTo>
                <a:lnTo>
                  <a:pt x="991838" y="1604010"/>
                </a:lnTo>
                <a:lnTo>
                  <a:pt x="1016794" y="1581150"/>
                </a:lnTo>
                <a:lnTo>
                  <a:pt x="1134428" y="1581150"/>
                </a:lnTo>
                <a:lnTo>
                  <a:pt x="1159002" y="1606296"/>
                </a:lnTo>
                <a:lnTo>
                  <a:pt x="1204627" y="1606296"/>
                </a:lnTo>
                <a:lnTo>
                  <a:pt x="1204627" y="1601534"/>
                </a:lnTo>
                <a:lnTo>
                  <a:pt x="1161002" y="1601534"/>
                </a:lnTo>
                <a:lnTo>
                  <a:pt x="1136428" y="1576388"/>
                </a:lnTo>
                <a:lnTo>
                  <a:pt x="1014889" y="1576388"/>
                </a:lnTo>
                <a:lnTo>
                  <a:pt x="989933" y="1599248"/>
                </a:lnTo>
                <a:lnTo>
                  <a:pt x="848011" y="1599248"/>
                </a:lnTo>
                <a:lnTo>
                  <a:pt x="848011" y="1596200"/>
                </a:lnTo>
                <a:cubicBezTo>
                  <a:pt x="848011" y="1593437"/>
                  <a:pt x="845725" y="1591151"/>
                  <a:pt x="842963" y="1591151"/>
                </a:cubicBezTo>
                <a:lnTo>
                  <a:pt x="830009" y="1591151"/>
                </a:lnTo>
                <a:cubicBezTo>
                  <a:pt x="827246" y="1591151"/>
                  <a:pt x="824960" y="1593437"/>
                  <a:pt x="824960" y="1596200"/>
                </a:cubicBezTo>
                <a:lnTo>
                  <a:pt x="824960" y="1609153"/>
                </a:lnTo>
                <a:cubicBezTo>
                  <a:pt x="824960" y="1611916"/>
                  <a:pt x="827246" y="1614202"/>
                  <a:pt x="830009" y="1614202"/>
                </a:cubicBezTo>
                <a:close/>
                <a:moveTo>
                  <a:pt x="830104" y="1595914"/>
                </a:moveTo>
                <a:lnTo>
                  <a:pt x="843344" y="1596200"/>
                </a:lnTo>
                <a:lnTo>
                  <a:pt x="843344" y="1609153"/>
                </a:lnTo>
                <a:cubicBezTo>
                  <a:pt x="843344" y="1609153"/>
                  <a:pt x="843248" y="1609439"/>
                  <a:pt x="843058" y="1609439"/>
                </a:cubicBezTo>
                <a:lnTo>
                  <a:pt x="829818" y="1609153"/>
                </a:lnTo>
                <a:lnTo>
                  <a:pt x="830104" y="1595914"/>
                </a:lnTo>
                <a:close/>
                <a:moveTo>
                  <a:pt x="827342" y="1686401"/>
                </a:moveTo>
                <a:lnTo>
                  <a:pt x="827342" y="1673447"/>
                </a:lnTo>
                <a:cubicBezTo>
                  <a:pt x="827342" y="1671923"/>
                  <a:pt x="828580" y="1670780"/>
                  <a:pt x="830009" y="1670780"/>
                </a:cubicBezTo>
                <a:lnTo>
                  <a:pt x="842963" y="1670780"/>
                </a:lnTo>
                <a:cubicBezTo>
                  <a:pt x="844487" y="1670780"/>
                  <a:pt x="845629" y="1672019"/>
                  <a:pt x="845629" y="1673447"/>
                </a:cubicBezTo>
                <a:lnTo>
                  <a:pt x="845629" y="1677543"/>
                </a:lnTo>
                <a:lnTo>
                  <a:pt x="1028795" y="1677543"/>
                </a:lnTo>
                <a:lnTo>
                  <a:pt x="1058799" y="1652302"/>
                </a:lnTo>
                <a:lnTo>
                  <a:pt x="1115949" y="1652302"/>
                </a:lnTo>
                <a:cubicBezTo>
                  <a:pt x="1115949" y="1652302"/>
                  <a:pt x="1140524" y="1677448"/>
                  <a:pt x="1140524" y="1677448"/>
                </a:cubicBezTo>
                <a:lnTo>
                  <a:pt x="1205103" y="1677448"/>
                </a:lnTo>
                <a:cubicBezTo>
                  <a:pt x="1206151" y="1673257"/>
                  <a:pt x="1209866" y="1670114"/>
                  <a:pt x="1214342" y="1670114"/>
                </a:cubicBezTo>
                <a:cubicBezTo>
                  <a:pt x="1219772" y="1670114"/>
                  <a:pt x="1224058" y="1674495"/>
                  <a:pt x="1224058" y="1679829"/>
                </a:cubicBezTo>
                <a:cubicBezTo>
                  <a:pt x="1224058" y="1685163"/>
                  <a:pt x="1219676" y="1689545"/>
                  <a:pt x="1214342" y="1689545"/>
                </a:cubicBezTo>
                <a:cubicBezTo>
                  <a:pt x="1209770" y="1689545"/>
                  <a:pt x="1206151" y="1686401"/>
                  <a:pt x="1205103" y="1682210"/>
                </a:cubicBezTo>
                <a:lnTo>
                  <a:pt x="1138523" y="1682210"/>
                </a:lnTo>
                <a:lnTo>
                  <a:pt x="1113949" y="1657064"/>
                </a:lnTo>
                <a:lnTo>
                  <a:pt x="1060609" y="1657064"/>
                </a:lnTo>
                <a:cubicBezTo>
                  <a:pt x="1060609" y="1657064"/>
                  <a:pt x="1030605" y="1682306"/>
                  <a:pt x="1030605" y="1682306"/>
                </a:cubicBezTo>
                <a:lnTo>
                  <a:pt x="845629" y="1682306"/>
                </a:lnTo>
                <a:lnTo>
                  <a:pt x="845629" y="1686306"/>
                </a:lnTo>
                <a:cubicBezTo>
                  <a:pt x="845629" y="1687830"/>
                  <a:pt x="844391" y="1688973"/>
                  <a:pt x="842963" y="1688973"/>
                </a:cubicBezTo>
                <a:lnTo>
                  <a:pt x="830009" y="1688973"/>
                </a:lnTo>
                <a:cubicBezTo>
                  <a:pt x="828485" y="1688973"/>
                  <a:pt x="827342" y="1687735"/>
                  <a:pt x="827342" y="1686306"/>
                </a:cubicBezTo>
                <a:close/>
                <a:moveTo>
                  <a:pt x="3084957" y="437483"/>
                </a:moveTo>
                <a:cubicBezTo>
                  <a:pt x="3083052" y="434435"/>
                  <a:pt x="3080099" y="432245"/>
                  <a:pt x="3076575" y="431483"/>
                </a:cubicBezTo>
                <a:cubicBezTo>
                  <a:pt x="3073051" y="430625"/>
                  <a:pt x="3069431" y="431292"/>
                  <a:pt x="3066384" y="433197"/>
                </a:cubicBezTo>
                <a:cubicBezTo>
                  <a:pt x="3063335" y="435102"/>
                  <a:pt x="3061240" y="438055"/>
                  <a:pt x="3060383" y="441579"/>
                </a:cubicBezTo>
                <a:cubicBezTo>
                  <a:pt x="3059525" y="445103"/>
                  <a:pt x="3060192" y="448723"/>
                  <a:pt x="3062097" y="451771"/>
                </a:cubicBezTo>
                <a:cubicBezTo>
                  <a:pt x="3064669" y="455867"/>
                  <a:pt x="3069050" y="458153"/>
                  <a:pt x="3073527" y="458153"/>
                </a:cubicBezTo>
                <a:cubicBezTo>
                  <a:pt x="3075909" y="458153"/>
                  <a:pt x="3078385" y="457486"/>
                  <a:pt x="3080576" y="456152"/>
                </a:cubicBezTo>
                <a:cubicBezTo>
                  <a:pt x="3081528" y="455581"/>
                  <a:pt x="3082195" y="454724"/>
                  <a:pt x="3082957" y="453962"/>
                </a:cubicBezTo>
                <a:lnTo>
                  <a:pt x="3109627" y="479393"/>
                </a:lnTo>
                <a:lnTo>
                  <a:pt x="3109627" y="610743"/>
                </a:lnTo>
                <a:lnTo>
                  <a:pt x="3114675" y="616839"/>
                </a:lnTo>
                <a:lnTo>
                  <a:pt x="3114675" y="609410"/>
                </a:lnTo>
                <a:lnTo>
                  <a:pt x="3114389" y="609029"/>
                </a:lnTo>
                <a:lnTo>
                  <a:pt x="3114389" y="477393"/>
                </a:lnTo>
                <a:lnTo>
                  <a:pt x="3085624" y="449961"/>
                </a:lnTo>
                <a:cubicBezTo>
                  <a:pt x="3085910" y="449199"/>
                  <a:pt x="3086386" y="448628"/>
                  <a:pt x="3086576" y="447865"/>
                </a:cubicBezTo>
                <a:cubicBezTo>
                  <a:pt x="3087434" y="444341"/>
                  <a:pt x="3086767" y="440722"/>
                  <a:pt x="3084862" y="437674"/>
                </a:cubicBezTo>
                <a:close/>
                <a:moveTo>
                  <a:pt x="3082004" y="446627"/>
                </a:moveTo>
                <a:cubicBezTo>
                  <a:pt x="3081433" y="448913"/>
                  <a:pt x="3080099" y="450818"/>
                  <a:pt x="3078099" y="452057"/>
                </a:cubicBezTo>
                <a:cubicBezTo>
                  <a:pt x="3076099" y="453295"/>
                  <a:pt x="3073813" y="453676"/>
                  <a:pt x="3071527" y="453104"/>
                </a:cubicBezTo>
                <a:cubicBezTo>
                  <a:pt x="3069241" y="452533"/>
                  <a:pt x="3067336" y="451199"/>
                  <a:pt x="3066098" y="449199"/>
                </a:cubicBezTo>
                <a:cubicBezTo>
                  <a:pt x="3064859" y="447199"/>
                  <a:pt x="3064478" y="444913"/>
                  <a:pt x="3065050" y="442627"/>
                </a:cubicBezTo>
                <a:cubicBezTo>
                  <a:pt x="3065621" y="440341"/>
                  <a:pt x="3066955" y="438436"/>
                  <a:pt x="3068955" y="437198"/>
                </a:cubicBezTo>
                <a:cubicBezTo>
                  <a:pt x="3070384" y="436340"/>
                  <a:pt x="3071908" y="435864"/>
                  <a:pt x="3073527" y="435864"/>
                </a:cubicBezTo>
                <a:cubicBezTo>
                  <a:pt x="3074194" y="435864"/>
                  <a:pt x="3074861" y="435864"/>
                  <a:pt x="3075527" y="436055"/>
                </a:cubicBezTo>
                <a:cubicBezTo>
                  <a:pt x="3077813" y="436626"/>
                  <a:pt x="3079718" y="437960"/>
                  <a:pt x="3080957" y="439960"/>
                </a:cubicBezTo>
                <a:cubicBezTo>
                  <a:pt x="3082195" y="441960"/>
                  <a:pt x="3082576" y="444246"/>
                  <a:pt x="3082004" y="446532"/>
                </a:cubicBezTo>
                <a:close/>
                <a:moveTo>
                  <a:pt x="3113437" y="4140518"/>
                </a:moveTo>
                <a:cubicBezTo>
                  <a:pt x="3112675" y="4137660"/>
                  <a:pt x="3110865" y="4135374"/>
                  <a:pt x="3108293" y="4133850"/>
                </a:cubicBezTo>
                <a:cubicBezTo>
                  <a:pt x="3105722" y="4132421"/>
                  <a:pt x="3102769" y="4131945"/>
                  <a:pt x="3100007" y="4132707"/>
                </a:cubicBezTo>
                <a:cubicBezTo>
                  <a:pt x="3097149" y="4133469"/>
                  <a:pt x="3094863" y="4135279"/>
                  <a:pt x="3093339" y="4137851"/>
                </a:cubicBezTo>
                <a:cubicBezTo>
                  <a:pt x="3091910" y="4140422"/>
                  <a:pt x="3091529" y="4143375"/>
                  <a:pt x="3092196" y="4146137"/>
                </a:cubicBezTo>
                <a:cubicBezTo>
                  <a:pt x="3092958" y="4148995"/>
                  <a:pt x="3094768" y="4151281"/>
                  <a:pt x="3097340" y="4152805"/>
                </a:cubicBezTo>
                <a:cubicBezTo>
                  <a:pt x="3099054" y="4153757"/>
                  <a:pt x="3100959" y="4154234"/>
                  <a:pt x="3102769" y="4154234"/>
                </a:cubicBezTo>
                <a:cubicBezTo>
                  <a:pt x="3104579" y="4154234"/>
                  <a:pt x="3106579" y="4153757"/>
                  <a:pt x="3108198" y="4152805"/>
                </a:cubicBezTo>
                <a:lnTo>
                  <a:pt x="3114675" y="4159472"/>
                </a:lnTo>
                <a:lnTo>
                  <a:pt x="3114675" y="4152614"/>
                </a:lnTo>
                <a:lnTo>
                  <a:pt x="3111722" y="4149567"/>
                </a:lnTo>
                <a:cubicBezTo>
                  <a:pt x="3111722" y="4149567"/>
                  <a:pt x="3112103" y="4149090"/>
                  <a:pt x="3112294" y="4148804"/>
                </a:cubicBezTo>
                <a:cubicBezTo>
                  <a:pt x="3113723" y="4146233"/>
                  <a:pt x="3114104" y="4143280"/>
                  <a:pt x="3113437" y="4140518"/>
                </a:cubicBezTo>
                <a:close/>
                <a:moveTo>
                  <a:pt x="3108293" y="4146423"/>
                </a:moveTo>
                <a:cubicBezTo>
                  <a:pt x="3106579" y="4149376"/>
                  <a:pt x="3102769" y="4150424"/>
                  <a:pt x="3099816" y="4148709"/>
                </a:cubicBezTo>
                <a:cubicBezTo>
                  <a:pt x="3098387" y="4147852"/>
                  <a:pt x="3097340" y="4146518"/>
                  <a:pt x="3096959" y="4144994"/>
                </a:cubicBezTo>
                <a:cubicBezTo>
                  <a:pt x="3096578" y="4143375"/>
                  <a:pt x="3096768" y="4141756"/>
                  <a:pt x="3097530" y="4140327"/>
                </a:cubicBezTo>
                <a:cubicBezTo>
                  <a:pt x="3098387" y="4138898"/>
                  <a:pt x="3099721" y="4137851"/>
                  <a:pt x="3101245" y="4137470"/>
                </a:cubicBezTo>
                <a:cubicBezTo>
                  <a:pt x="3101817" y="4137279"/>
                  <a:pt x="3102293" y="4137279"/>
                  <a:pt x="3102864" y="4137279"/>
                </a:cubicBezTo>
                <a:cubicBezTo>
                  <a:pt x="3103912" y="4137279"/>
                  <a:pt x="3104960" y="4137565"/>
                  <a:pt x="3105912" y="4138136"/>
                </a:cubicBezTo>
                <a:cubicBezTo>
                  <a:pt x="3107341" y="4138994"/>
                  <a:pt x="3108388" y="4140327"/>
                  <a:pt x="3108770" y="4141851"/>
                </a:cubicBezTo>
                <a:cubicBezTo>
                  <a:pt x="3109246" y="4143470"/>
                  <a:pt x="3108960" y="4145090"/>
                  <a:pt x="3108198" y="4146518"/>
                </a:cubicBezTo>
                <a:close/>
                <a:moveTo>
                  <a:pt x="3026474" y="3886962"/>
                </a:moveTo>
                <a:lnTo>
                  <a:pt x="3016568" y="3886962"/>
                </a:lnTo>
                <a:cubicBezTo>
                  <a:pt x="3013138" y="3886962"/>
                  <a:pt x="3010281" y="3889724"/>
                  <a:pt x="3010281" y="3893249"/>
                </a:cubicBezTo>
                <a:lnTo>
                  <a:pt x="3010281" y="3903155"/>
                </a:lnTo>
                <a:cubicBezTo>
                  <a:pt x="3010281" y="3906584"/>
                  <a:pt x="3013043" y="3909441"/>
                  <a:pt x="3016568" y="3909441"/>
                </a:cubicBezTo>
                <a:lnTo>
                  <a:pt x="3026474" y="3909441"/>
                </a:lnTo>
                <a:cubicBezTo>
                  <a:pt x="3029903" y="3909441"/>
                  <a:pt x="3032760" y="3906679"/>
                  <a:pt x="3032760" y="3903155"/>
                </a:cubicBezTo>
                <a:lnTo>
                  <a:pt x="3032760" y="3900202"/>
                </a:lnTo>
                <a:lnTo>
                  <a:pt x="3090291" y="3900202"/>
                </a:lnTo>
                <a:lnTo>
                  <a:pt x="3108008" y="3884676"/>
                </a:lnTo>
                <a:lnTo>
                  <a:pt x="3114770" y="3884676"/>
                </a:lnTo>
                <a:lnTo>
                  <a:pt x="3114770" y="3879913"/>
                </a:lnTo>
                <a:lnTo>
                  <a:pt x="3106198" y="3879913"/>
                </a:lnTo>
                <a:lnTo>
                  <a:pt x="3088481" y="3895439"/>
                </a:lnTo>
                <a:lnTo>
                  <a:pt x="3032760" y="3895439"/>
                </a:lnTo>
                <a:lnTo>
                  <a:pt x="3032760" y="3893153"/>
                </a:lnTo>
                <a:cubicBezTo>
                  <a:pt x="3032760" y="3889724"/>
                  <a:pt x="3029998" y="3886867"/>
                  <a:pt x="3026474" y="3886867"/>
                </a:cubicBezTo>
                <a:close/>
                <a:moveTo>
                  <a:pt x="3027998" y="3903155"/>
                </a:moveTo>
                <a:cubicBezTo>
                  <a:pt x="3027998" y="3904012"/>
                  <a:pt x="3027331" y="3904679"/>
                  <a:pt x="3026474" y="3904679"/>
                </a:cubicBezTo>
                <a:lnTo>
                  <a:pt x="3016568" y="3904679"/>
                </a:lnTo>
                <a:cubicBezTo>
                  <a:pt x="3015710" y="3904679"/>
                  <a:pt x="3015044" y="3904012"/>
                  <a:pt x="3015044" y="3903155"/>
                </a:cubicBezTo>
                <a:lnTo>
                  <a:pt x="3015044" y="3893249"/>
                </a:lnTo>
                <a:cubicBezTo>
                  <a:pt x="3015044" y="3892392"/>
                  <a:pt x="3015710" y="3891725"/>
                  <a:pt x="3016568" y="3891725"/>
                </a:cubicBezTo>
                <a:lnTo>
                  <a:pt x="3026474" y="3891725"/>
                </a:lnTo>
                <a:cubicBezTo>
                  <a:pt x="3027331" y="3891725"/>
                  <a:pt x="3027998" y="3892392"/>
                  <a:pt x="3027998" y="3893249"/>
                </a:cubicBezTo>
                <a:lnTo>
                  <a:pt x="3027998" y="3903155"/>
                </a:lnTo>
                <a:close/>
                <a:moveTo>
                  <a:pt x="836486" y="1651064"/>
                </a:moveTo>
                <a:cubicBezTo>
                  <a:pt x="840486" y="1651064"/>
                  <a:pt x="844010" y="1648587"/>
                  <a:pt x="845439" y="1645063"/>
                </a:cubicBezTo>
                <a:lnTo>
                  <a:pt x="1003840" y="1645349"/>
                </a:lnTo>
                <a:lnTo>
                  <a:pt x="1004697" y="1645349"/>
                </a:lnTo>
                <a:lnTo>
                  <a:pt x="1037939" y="1618488"/>
                </a:lnTo>
                <a:lnTo>
                  <a:pt x="1120807" y="1618012"/>
                </a:lnTo>
                <a:lnTo>
                  <a:pt x="1147191" y="1645063"/>
                </a:lnTo>
                <a:lnTo>
                  <a:pt x="1225201" y="1645349"/>
                </a:lnTo>
                <a:lnTo>
                  <a:pt x="1225201" y="1648301"/>
                </a:lnTo>
                <a:cubicBezTo>
                  <a:pt x="1225201" y="1651064"/>
                  <a:pt x="1227487" y="1653350"/>
                  <a:pt x="1230249" y="1653350"/>
                </a:cubicBezTo>
                <a:lnTo>
                  <a:pt x="1243203" y="1653350"/>
                </a:lnTo>
                <a:cubicBezTo>
                  <a:pt x="1245965" y="1653350"/>
                  <a:pt x="1248251" y="1651064"/>
                  <a:pt x="1248251" y="1648301"/>
                </a:cubicBezTo>
                <a:lnTo>
                  <a:pt x="1248251" y="1635347"/>
                </a:lnTo>
                <a:cubicBezTo>
                  <a:pt x="1248251" y="1632585"/>
                  <a:pt x="1245965" y="1630299"/>
                  <a:pt x="1243203" y="1630299"/>
                </a:cubicBezTo>
                <a:lnTo>
                  <a:pt x="1230249" y="1630299"/>
                </a:lnTo>
                <a:cubicBezTo>
                  <a:pt x="1227487" y="1630299"/>
                  <a:pt x="1225201" y="1632585"/>
                  <a:pt x="1225201" y="1635347"/>
                </a:cubicBezTo>
                <a:lnTo>
                  <a:pt x="1225201" y="1640491"/>
                </a:lnTo>
                <a:lnTo>
                  <a:pt x="1149287" y="1640205"/>
                </a:lnTo>
                <a:lnTo>
                  <a:pt x="1122902" y="1613154"/>
                </a:lnTo>
                <a:lnTo>
                  <a:pt x="1036320" y="1613630"/>
                </a:lnTo>
                <a:lnTo>
                  <a:pt x="1003078" y="1640491"/>
                </a:lnTo>
                <a:lnTo>
                  <a:pt x="846106" y="1640205"/>
                </a:lnTo>
                <a:cubicBezTo>
                  <a:pt x="845629" y="1635252"/>
                  <a:pt x="841629" y="1631442"/>
                  <a:pt x="836581" y="1631442"/>
                </a:cubicBezTo>
                <a:cubicBezTo>
                  <a:pt x="831152" y="1631442"/>
                  <a:pt x="826865" y="1635824"/>
                  <a:pt x="826865" y="1641157"/>
                </a:cubicBezTo>
                <a:cubicBezTo>
                  <a:pt x="826865" y="1646492"/>
                  <a:pt x="831247" y="1650873"/>
                  <a:pt x="836581" y="1650873"/>
                </a:cubicBezTo>
                <a:close/>
                <a:moveTo>
                  <a:pt x="1230249" y="1635157"/>
                </a:moveTo>
                <a:lnTo>
                  <a:pt x="1243489" y="1635443"/>
                </a:lnTo>
                <a:lnTo>
                  <a:pt x="1243489" y="1648397"/>
                </a:lnTo>
                <a:cubicBezTo>
                  <a:pt x="1243489" y="1648397"/>
                  <a:pt x="1243298" y="1648682"/>
                  <a:pt x="1243203" y="1648682"/>
                </a:cubicBezTo>
                <a:lnTo>
                  <a:pt x="1229963" y="1648397"/>
                </a:lnTo>
                <a:lnTo>
                  <a:pt x="1230249" y="1635157"/>
                </a:lnTo>
                <a:close/>
                <a:moveTo>
                  <a:pt x="826579" y="3099911"/>
                </a:moveTo>
                <a:lnTo>
                  <a:pt x="844201" y="3099911"/>
                </a:lnTo>
                <a:cubicBezTo>
                  <a:pt x="844201" y="3099911"/>
                  <a:pt x="844201" y="3104674"/>
                  <a:pt x="844201" y="3104674"/>
                </a:cubicBezTo>
                <a:lnTo>
                  <a:pt x="826579" y="3104674"/>
                </a:lnTo>
                <a:cubicBezTo>
                  <a:pt x="826579" y="3104674"/>
                  <a:pt x="826579" y="3099911"/>
                  <a:pt x="826579" y="3099911"/>
                </a:cubicBezTo>
                <a:close/>
                <a:moveTo>
                  <a:pt x="2929223" y="2659856"/>
                </a:moveTo>
                <a:lnTo>
                  <a:pt x="2909126" y="2659856"/>
                </a:lnTo>
                <a:cubicBezTo>
                  <a:pt x="2905792" y="2659856"/>
                  <a:pt x="2903125" y="2657189"/>
                  <a:pt x="2903125" y="2653855"/>
                </a:cubicBezTo>
                <a:lnTo>
                  <a:pt x="2903125" y="2633758"/>
                </a:lnTo>
                <a:cubicBezTo>
                  <a:pt x="2903125" y="2630424"/>
                  <a:pt x="2905792" y="2627757"/>
                  <a:pt x="2909126" y="2627757"/>
                </a:cubicBezTo>
                <a:lnTo>
                  <a:pt x="2929223" y="2627757"/>
                </a:lnTo>
                <a:cubicBezTo>
                  <a:pt x="2932557" y="2627757"/>
                  <a:pt x="2935224" y="2630424"/>
                  <a:pt x="2935224" y="2633758"/>
                </a:cubicBezTo>
                <a:lnTo>
                  <a:pt x="2935224" y="2653855"/>
                </a:lnTo>
                <a:cubicBezTo>
                  <a:pt x="2935224" y="2657189"/>
                  <a:pt x="2932557" y="2659856"/>
                  <a:pt x="2929223" y="2659856"/>
                </a:cubicBezTo>
                <a:close/>
                <a:moveTo>
                  <a:pt x="2297335" y="2979611"/>
                </a:moveTo>
                <a:lnTo>
                  <a:pt x="2297525" y="2998661"/>
                </a:lnTo>
                <a:lnTo>
                  <a:pt x="2292763" y="2998661"/>
                </a:lnTo>
                <a:cubicBezTo>
                  <a:pt x="2292763" y="2998661"/>
                  <a:pt x="2292572" y="2979611"/>
                  <a:pt x="2292572" y="2979611"/>
                </a:cubicBezTo>
                <a:lnTo>
                  <a:pt x="2297335" y="2979611"/>
                </a:lnTo>
                <a:close/>
                <a:moveTo>
                  <a:pt x="146114" y="2338197"/>
                </a:moveTo>
                <a:lnTo>
                  <a:pt x="188976" y="2303050"/>
                </a:lnTo>
                <a:lnTo>
                  <a:pt x="235172" y="2303050"/>
                </a:lnTo>
                <a:cubicBezTo>
                  <a:pt x="237077" y="2307812"/>
                  <a:pt x="241649" y="2311241"/>
                  <a:pt x="246983" y="2311241"/>
                </a:cubicBezTo>
                <a:cubicBezTo>
                  <a:pt x="254032" y="2311241"/>
                  <a:pt x="259747" y="2305431"/>
                  <a:pt x="259747" y="2298287"/>
                </a:cubicBezTo>
                <a:cubicBezTo>
                  <a:pt x="259747" y="2295430"/>
                  <a:pt x="258794" y="2292858"/>
                  <a:pt x="257270" y="2290667"/>
                </a:cubicBezTo>
                <a:lnTo>
                  <a:pt x="258413" y="2289524"/>
                </a:lnTo>
                <a:lnTo>
                  <a:pt x="255080" y="2286095"/>
                </a:lnTo>
                <a:lnTo>
                  <a:pt x="253746" y="2287334"/>
                </a:lnTo>
                <a:cubicBezTo>
                  <a:pt x="251746" y="2286000"/>
                  <a:pt x="249460" y="2285238"/>
                  <a:pt x="246888" y="2285238"/>
                </a:cubicBezTo>
                <a:cubicBezTo>
                  <a:pt x="241554" y="2285238"/>
                  <a:pt x="236982" y="2288667"/>
                  <a:pt x="235077" y="2293430"/>
                </a:cubicBezTo>
                <a:lnTo>
                  <a:pt x="185452" y="2293430"/>
                </a:lnTo>
                <a:lnTo>
                  <a:pt x="142589" y="2328577"/>
                </a:lnTo>
                <a:lnTo>
                  <a:pt x="95" y="2328577"/>
                </a:lnTo>
                <a:lnTo>
                  <a:pt x="95" y="2338102"/>
                </a:lnTo>
                <a:lnTo>
                  <a:pt x="146114" y="2338102"/>
                </a:lnTo>
                <a:close/>
                <a:moveTo>
                  <a:pt x="246983" y="2290096"/>
                </a:moveTo>
                <a:cubicBezTo>
                  <a:pt x="251365" y="2290096"/>
                  <a:pt x="254984" y="2293811"/>
                  <a:pt x="254984" y="2298287"/>
                </a:cubicBezTo>
                <a:cubicBezTo>
                  <a:pt x="254984" y="2302764"/>
                  <a:pt x="251365" y="2306479"/>
                  <a:pt x="246983" y="2306479"/>
                </a:cubicBezTo>
                <a:cubicBezTo>
                  <a:pt x="242602" y="2306479"/>
                  <a:pt x="238982" y="2302764"/>
                  <a:pt x="238982" y="2298287"/>
                </a:cubicBezTo>
                <a:cubicBezTo>
                  <a:pt x="238982" y="2293811"/>
                  <a:pt x="242602" y="2290096"/>
                  <a:pt x="246983" y="2290096"/>
                </a:cubicBezTo>
                <a:close/>
                <a:moveTo>
                  <a:pt x="2863977" y="2742057"/>
                </a:moveTo>
                <a:cubicBezTo>
                  <a:pt x="2863977" y="2742057"/>
                  <a:pt x="2864453" y="2741105"/>
                  <a:pt x="2864453" y="2740628"/>
                </a:cubicBezTo>
                <a:lnTo>
                  <a:pt x="2864453" y="2659856"/>
                </a:lnTo>
                <a:lnTo>
                  <a:pt x="2872073" y="2659856"/>
                </a:lnTo>
                <a:cubicBezTo>
                  <a:pt x="2875407" y="2659856"/>
                  <a:pt x="2878074" y="2657189"/>
                  <a:pt x="2878074" y="2653855"/>
                </a:cubicBezTo>
                <a:lnTo>
                  <a:pt x="2878074" y="2633758"/>
                </a:lnTo>
                <a:cubicBezTo>
                  <a:pt x="2878074" y="2630424"/>
                  <a:pt x="2875407" y="2627757"/>
                  <a:pt x="2872073" y="2627757"/>
                </a:cubicBezTo>
                <a:lnTo>
                  <a:pt x="2851976" y="2627757"/>
                </a:lnTo>
                <a:cubicBezTo>
                  <a:pt x="2848642" y="2627757"/>
                  <a:pt x="2845975" y="2630424"/>
                  <a:pt x="2845975" y="2633758"/>
                </a:cubicBezTo>
                <a:lnTo>
                  <a:pt x="2845975" y="2653855"/>
                </a:lnTo>
                <a:cubicBezTo>
                  <a:pt x="2845975" y="2657189"/>
                  <a:pt x="2848642" y="2659856"/>
                  <a:pt x="2851976" y="2659856"/>
                </a:cubicBezTo>
                <a:lnTo>
                  <a:pt x="2859596" y="2659856"/>
                </a:lnTo>
                <a:lnTo>
                  <a:pt x="2859596" y="2739867"/>
                </a:lnTo>
                <a:lnTo>
                  <a:pt x="2847975" y="2755392"/>
                </a:lnTo>
                <a:cubicBezTo>
                  <a:pt x="2847975" y="2755392"/>
                  <a:pt x="2847499" y="2756345"/>
                  <a:pt x="2847499" y="2756821"/>
                </a:cubicBezTo>
                <a:lnTo>
                  <a:pt x="2847309" y="2872264"/>
                </a:lnTo>
                <a:cubicBezTo>
                  <a:pt x="2847309" y="2872740"/>
                  <a:pt x="2847499" y="2873217"/>
                  <a:pt x="2847785" y="2873693"/>
                </a:cubicBezTo>
                <a:lnTo>
                  <a:pt x="2878074" y="2915412"/>
                </a:lnTo>
                <a:lnTo>
                  <a:pt x="2878741" y="3054382"/>
                </a:lnTo>
                <a:lnTo>
                  <a:pt x="2850166" y="3089720"/>
                </a:lnTo>
                <a:cubicBezTo>
                  <a:pt x="2850166" y="3089720"/>
                  <a:pt x="2849594" y="3090672"/>
                  <a:pt x="2849594" y="3091244"/>
                </a:cubicBezTo>
                <a:lnTo>
                  <a:pt x="2849975" y="3165634"/>
                </a:lnTo>
                <a:cubicBezTo>
                  <a:pt x="2849975" y="3166301"/>
                  <a:pt x="2850261" y="3166872"/>
                  <a:pt x="2850737" y="3167348"/>
                </a:cubicBezTo>
                <a:lnTo>
                  <a:pt x="2867311" y="3183446"/>
                </a:lnTo>
                <a:lnTo>
                  <a:pt x="2867311" y="3214497"/>
                </a:lnTo>
                <a:cubicBezTo>
                  <a:pt x="2865501" y="3214973"/>
                  <a:pt x="2863787" y="3215735"/>
                  <a:pt x="2862358" y="3217069"/>
                </a:cubicBezTo>
                <a:cubicBezTo>
                  <a:pt x="2860262" y="3219069"/>
                  <a:pt x="2859119" y="3221831"/>
                  <a:pt x="2859119" y="3224689"/>
                </a:cubicBezTo>
                <a:cubicBezTo>
                  <a:pt x="2859119" y="3227546"/>
                  <a:pt x="2860167" y="3230309"/>
                  <a:pt x="2862263" y="3232404"/>
                </a:cubicBezTo>
                <a:cubicBezTo>
                  <a:pt x="2864263" y="3234500"/>
                  <a:pt x="2867025" y="3235643"/>
                  <a:pt x="2869883" y="3235643"/>
                </a:cubicBezTo>
                <a:lnTo>
                  <a:pt x="2869978" y="3235643"/>
                </a:lnTo>
                <a:cubicBezTo>
                  <a:pt x="2872835" y="3235643"/>
                  <a:pt x="2875502" y="3234500"/>
                  <a:pt x="2877503" y="3232595"/>
                </a:cubicBezTo>
                <a:cubicBezTo>
                  <a:pt x="2879598" y="3230594"/>
                  <a:pt x="2880741" y="3227832"/>
                  <a:pt x="2880741" y="3224975"/>
                </a:cubicBezTo>
                <a:cubicBezTo>
                  <a:pt x="2880741" y="3222117"/>
                  <a:pt x="2879693" y="3219355"/>
                  <a:pt x="2877693" y="3217259"/>
                </a:cubicBezTo>
                <a:cubicBezTo>
                  <a:pt x="2876169" y="3215735"/>
                  <a:pt x="2874169" y="3214878"/>
                  <a:pt x="2872073" y="3214402"/>
                </a:cubicBezTo>
                <a:lnTo>
                  <a:pt x="2872073" y="3182398"/>
                </a:lnTo>
                <a:cubicBezTo>
                  <a:pt x="2872073" y="3181731"/>
                  <a:pt x="2871788" y="3181160"/>
                  <a:pt x="2871311" y="3180684"/>
                </a:cubicBezTo>
                <a:lnTo>
                  <a:pt x="2854738" y="3164586"/>
                </a:lnTo>
                <a:lnTo>
                  <a:pt x="2854357" y="3092005"/>
                </a:lnTo>
                <a:lnTo>
                  <a:pt x="2882932" y="3056668"/>
                </a:lnTo>
                <a:cubicBezTo>
                  <a:pt x="2882932" y="3056668"/>
                  <a:pt x="2883503" y="3055715"/>
                  <a:pt x="2883503" y="3055144"/>
                </a:cubicBezTo>
                <a:lnTo>
                  <a:pt x="2882837" y="2914555"/>
                </a:lnTo>
                <a:cubicBezTo>
                  <a:pt x="2882837" y="2914079"/>
                  <a:pt x="2882646" y="2913602"/>
                  <a:pt x="2882360" y="2913126"/>
                </a:cubicBezTo>
                <a:lnTo>
                  <a:pt x="2852071" y="2871407"/>
                </a:lnTo>
                <a:lnTo>
                  <a:pt x="2852261" y="2757488"/>
                </a:lnTo>
                <a:lnTo>
                  <a:pt x="2863882" y="2741962"/>
                </a:lnTo>
                <a:close/>
                <a:moveTo>
                  <a:pt x="2870168" y="3218784"/>
                </a:moveTo>
                <a:cubicBezTo>
                  <a:pt x="2873502" y="3218784"/>
                  <a:pt x="2876169" y="3221546"/>
                  <a:pt x="2876169" y="3224879"/>
                </a:cubicBezTo>
                <a:cubicBezTo>
                  <a:pt x="2876169" y="3226499"/>
                  <a:pt x="2875502" y="3228023"/>
                  <a:pt x="2874359" y="3229166"/>
                </a:cubicBezTo>
                <a:cubicBezTo>
                  <a:pt x="2873217" y="3230309"/>
                  <a:pt x="2871692" y="3230880"/>
                  <a:pt x="2870073" y="3230880"/>
                </a:cubicBezTo>
                <a:cubicBezTo>
                  <a:pt x="2866739" y="3230880"/>
                  <a:pt x="2864072" y="3228118"/>
                  <a:pt x="2864072" y="3224784"/>
                </a:cubicBezTo>
                <a:cubicBezTo>
                  <a:pt x="2864072" y="3221450"/>
                  <a:pt x="2866835" y="3218784"/>
                  <a:pt x="2870168" y="3218784"/>
                </a:cubicBezTo>
                <a:lnTo>
                  <a:pt x="2870168" y="3218784"/>
                </a:lnTo>
                <a:close/>
                <a:moveTo>
                  <a:pt x="2836164" y="3251454"/>
                </a:moveTo>
                <a:lnTo>
                  <a:pt x="2836164" y="3251454"/>
                </a:lnTo>
                <a:cubicBezTo>
                  <a:pt x="2830259" y="3251454"/>
                  <a:pt x="2825401" y="3256217"/>
                  <a:pt x="2825305" y="3262122"/>
                </a:cubicBezTo>
                <a:cubicBezTo>
                  <a:pt x="2825305" y="3264980"/>
                  <a:pt x="2826353" y="3267742"/>
                  <a:pt x="2828449" y="3269837"/>
                </a:cubicBezTo>
                <a:cubicBezTo>
                  <a:pt x="2830449" y="3271933"/>
                  <a:pt x="2833211" y="3273076"/>
                  <a:pt x="2836069" y="3273076"/>
                </a:cubicBezTo>
                <a:lnTo>
                  <a:pt x="2836164" y="3273076"/>
                </a:lnTo>
                <a:cubicBezTo>
                  <a:pt x="2839022" y="3273076"/>
                  <a:pt x="2841688" y="3271933"/>
                  <a:pt x="2843689" y="3270028"/>
                </a:cubicBezTo>
                <a:cubicBezTo>
                  <a:pt x="2845213" y="3268599"/>
                  <a:pt x="2845975" y="3266694"/>
                  <a:pt x="2846451" y="3264789"/>
                </a:cubicBezTo>
                <a:lnTo>
                  <a:pt x="2902363" y="3264789"/>
                </a:lnTo>
                <a:lnTo>
                  <a:pt x="2935224" y="3232404"/>
                </a:lnTo>
                <a:cubicBezTo>
                  <a:pt x="2936177" y="3232880"/>
                  <a:pt x="2937034" y="3233452"/>
                  <a:pt x="2938082" y="3233738"/>
                </a:cubicBezTo>
                <a:cubicBezTo>
                  <a:pt x="2939034" y="3233928"/>
                  <a:pt x="2940082" y="3234119"/>
                  <a:pt x="2941034" y="3234119"/>
                </a:cubicBezTo>
                <a:cubicBezTo>
                  <a:pt x="2943320" y="3234119"/>
                  <a:pt x="2945606" y="3233452"/>
                  <a:pt x="2947607" y="3232309"/>
                </a:cubicBezTo>
                <a:cubicBezTo>
                  <a:pt x="2950464" y="3230594"/>
                  <a:pt x="2952464" y="3227832"/>
                  <a:pt x="2953322" y="3224498"/>
                </a:cubicBezTo>
                <a:cubicBezTo>
                  <a:pt x="2954084" y="3221260"/>
                  <a:pt x="2953607" y="3217831"/>
                  <a:pt x="2951798" y="3214973"/>
                </a:cubicBezTo>
                <a:cubicBezTo>
                  <a:pt x="2950369" y="3212592"/>
                  <a:pt x="2948178" y="3211068"/>
                  <a:pt x="2945606" y="3210020"/>
                </a:cubicBezTo>
                <a:lnTo>
                  <a:pt x="2945606" y="3173063"/>
                </a:lnTo>
                <a:lnTo>
                  <a:pt x="2912459" y="3134011"/>
                </a:lnTo>
                <a:lnTo>
                  <a:pt x="2912459" y="3091815"/>
                </a:lnTo>
                <a:cubicBezTo>
                  <a:pt x="2912459" y="3091815"/>
                  <a:pt x="2941796" y="3053144"/>
                  <a:pt x="2941796" y="3053144"/>
                </a:cubicBezTo>
                <a:lnTo>
                  <a:pt x="2941130" y="2910554"/>
                </a:lnTo>
                <a:lnTo>
                  <a:pt x="2908745" y="2870263"/>
                </a:lnTo>
                <a:lnTo>
                  <a:pt x="2908745" y="2757583"/>
                </a:lnTo>
                <a:cubicBezTo>
                  <a:pt x="2908745" y="2757583"/>
                  <a:pt x="2920842" y="2741390"/>
                  <a:pt x="2920842" y="2741390"/>
                </a:cubicBezTo>
                <a:lnTo>
                  <a:pt x="2920842" y="2724150"/>
                </a:lnTo>
                <a:lnTo>
                  <a:pt x="2916079" y="2724150"/>
                </a:lnTo>
                <a:lnTo>
                  <a:pt x="2916079" y="2739867"/>
                </a:lnTo>
                <a:lnTo>
                  <a:pt x="2903982" y="2756059"/>
                </a:lnTo>
                <a:lnTo>
                  <a:pt x="2903982" y="2871978"/>
                </a:lnTo>
                <a:cubicBezTo>
                  <a:pt x="2903982" y="2871978"/>
                  <a:pt x="2936367" y="2912269"/>
                  <a:pt x="2936367" y="2912269"/>
                </a:cubicBezTo>
                <a:lnTo>
                  <a:pt x="2936938" y="3051620"/>
                </a:lnTo>
                <a:lnTo>
                  <a:pt x="2907697" y="3090291"/>
                </a:lnTo>
                <a:lnTo>
                  <a:pt x="2907697" y="3135154"/>
                </a:lnTo>
                <a:cubicBezTo>
                  <a:pt x="2907697" y="3135154"/>
                  <a:pt x="2892743" y="3150680"/>
                  <a:pt x="2892743" y="3150680"/>
                </a:cubicBezTo>
                <a:lnTo>
                  <a:pt x="2892743" y="3171730"/>
                </a:lnTo>
                <a:cubicBezTo>
                  <a:pt x="2888933" y="3172873"/>
                  <a:pt x="2886170" y="3176302"/>
                  <a:pt x="2886361" y="3180493"/>
                </a:cubicBezTo>
                <a:cubicBezTo>
                  <a:pt x="2886647" y="3185351"/>
                  <a:pt x="2890742" y="3189065"/>
                  <a:pt x="2895600" y="3188875"/>
                </a:cubicBezTo>
                <a:cubicBezTo>
                  <a:pt x="2900458" y="3188589"/>
                  <a:pt x="2904173" y="3184493"/>
                  <a:pt x="2903982" y="3179636"/>
                </a:cubicBezTo>
                <a:cubicBezTo>
                  <a:pt x="2903792" y="3175826"/>
                  <a:pt x="2901125" y="3172682"/>
                  <a:pt x="2897600" y="3171730"/>
                </a:cubicBezTo>
                <a:lnTo>
                  <a:pt x="2897600" y="3152680"/>
                </a:lnTo>
                <a:lnTo>
                  <a:pt x="2910459" y="3139250"/>
                </a:lnTo>
                <a:lnTo>
                  <a:pt x="2940844" y="3174968"/>
                </a:lnTo>
                <a:lnTo>
                  <a:pt x="2940844" y="3209259"/>
                </a:lnTo>
                <a:cubicBezTo>
                  <a:pt x="2938653" y="3209259"/>
                  <a:pt x="2936462" y="3209735"/>
                  <a:pt x="2934462" y="3210878"/>
                </a:cubicBezTo>
                <a:cubicBezTo>
                  <a:pt x="2931605" y="3212592"/>
                  <a:pt x="2929604" y="3215354"/>
                  <a:pt x="2928842" y="3218688"/>
                </a:cubicBezTo>
                <a:cubicBezTo>
                  <a:pt x="2928080" y="3221927"/>
                  <a:pt x="2928557" y="3225355"/>
                  <a:pt x="2930367" y="3228213"/>
                </a:cubicBezTo>
                <a:cubicBezTo>
                  <a:pt x="2930652" y="3228785"/>
                  <a:pt x="2931224" y="3229070"/>
                  <a:pt x="2931605" y="3229547"/>
                </a:cubicBezTo>
                <a:lnTo>
                  <a:pt x="2900553" y="3260217"/>
                </a:lnTo>
                <a:lnTo>
                  <a:pt x="2846642" y="3260217"/>
                </a:lnTo>
                <a:cubicBezTo>
                  <a:pt x="2846165" y="3258217"/>
                  <a:pt x="2845403" y="3256407"/>
                  <a:pt x="2843975" y="3254978"/>
                </a:cubicBezTo>
                <a:cubicBezTo>
                  <a:pt x="2841974" y="3252883"/>
                  <a:pt x="2839212" y="3251740"/>
                  <a:pt x="2836355" y="3251740"/>
                </a:cubicBezTo>
                <a:close/>
                <a:moveTo>
                  <a:pt x="2836069" y="3268313"/>
                </a:moveTo>
                <a:cubicBezTo>
                  <a:pt x="2834450" y="3268028"/>
                  <a:pt x="2832926" y="3267647"/>
                  <a:pt x="2831783" y="3266504"/>
                </a:cubicBezTo>
                <a:cubicBezTo>
                  <a:pt x="2830640" y="3265361"/>
                  <a:pt x="2830068" y="3263837"/>
                  <a:pt x="2830068" y="3262217"/>
                </a:cubicBezTo>
                <a:cubicBezTo>
                  <a:pt x="2830068" y="3258884"/>
                  <a:pt x="2832830" y="3256217"/>
                  <a:pt x="2836164" y="3256217"/>
                </a:cubicBezTo>
                <a:lnTo>
                  <a:pt x="2836164" y="3256217"/>
                </a:lnTo>
                <a:cubicBezTo>
                  <a:pt x="2839498" y="3256217"/>
                  <a:pt x="2842165" y="3258979"/>
                  <a:pt x="2842165" y="3262313"/>
                </a:cubicBezTo>
                <a:cubicBezTo>
                  <a:pt x="2842165" y="3265646"/>
                  <a:pt x="2839403" y="3268313"/>
                  <a:pt x="2836069" y="3268313"/>
                </a:cubicBezTo>
                <a:close/>
                <a:moveTo>
                  <a:pt x="2933414" y="3219641"/>
                </a:moveTo>
                <a:cubicBezTo>
                  <a:pt x="2933891" y="3217640"/>
                  <a:pt x="2935129" y="3215926"/>
                  <a:pt x="2936938" y="3214783"/>
                </a:cubicBezTo>
                <a:cubicBezTo>
                  <a:pt x="2938177" y="3214021"/>
                  <a:pt x="2939605" y="3213640"/>
                  <a:pt x="2941034" y="3213640"/>
                </a:cubicBezTo>
                <a:cubicBezTo>
                  <a:pt x="2941606" y="3213640"/>
                  <a:pt x="2942273" y="3213640"/>
                  <a:pt x="2942844" y="3213830"/>
                </a:cubicBezTo>
                <a:cubicBezTo>
                  <a:pt x="2944844" y="3214307"/>
                  <a:pt x="2946559" y="3215545"/>
                  <a:pt x="2947702" y="3217355"/>
                </a:cubicBezTo>
                <a:cubicBezTo>
                  <a:pt x="2948750" y="3219164"/>
                  <a:pt x="2949130" y="3221260"/>
                  <a:pt x="2948654" y="3223260"/>
                </a:cubicBezTo>
                <a:cubicBezTo>
                  <a:pt x="2948178" y="3225260"/>
                  <a:pt x="2946940" y="3226975"/>
                  <a:pt x="2945130" y="3228118"/>
                </a:cubicBezTo>
                <a:cubicBezTo>
                  <a:pt x="2943320" y="3229166"/>
                  <a:pt x="2941225" y="3229547"/>
                  <a:pt x="2939225" y="3229070"/>
                </a:cubicBezTo>
                <a:cubicBezTo>
                  <a:pt x="2937224" y="3228594"/>
                  <a:pt x="2935510" y="3227356"/>
                  <a:pt x="2934367" y="3225546"/>
                </a:cubicBezTo>
                <a:cubicBezTo>
                  <a:pt x="2933319" y="3223736"/>
                  <a:pt x="2932938" y="3221641"/>
                  <a:pt x="2933414" y="3219641"/>
                </a:cubicBezTo>
                <a:close/>
                <a:moveTo>
                  <a:pt x="2247519" y="2946559"/>
                </a:moveTo>
                <a:lnTo>
                  <a:pt x="2234851" y="2960846"/>
                </a:lnTo>
                <a:lnTo>
                  <a:pt x="2231327" y="2957703"/>
                </a:lnTo>
                <a:lnTo>
                  <a:pt x="2243995" y="2943416"/>
                </a:lnTo>
                <a:lnTo>
                  <a:pt x="2247519" y="2946559"/>
                </a:lnTo>
                <a:close/>
                <a:moveTo>
                  <a:pt x="2916079" y="2704338"/>
                </a:moveTo>
                <a:lnTo>
                  <a:pt x="2920842" y="2704338"/>
                </a:lnTo>
                <a:lnTo>
                  <a:pt x="2920842" y="2714244"/>
                </a:lnTo>
                <a:lnTo>
                  <a:pt x="2916079" y="2714244"/>
                </a:lnTo>
                <a:lnTo>
                  <a:pt x="2916079" y="2704338"/>
                </a:lnTo>
                <a:close/>
                <a:moveTo>
                  <a:pt x="2920842" y="2674525"/>
                </a:moveTo>
                <a:lnTo>
                  <a:pt x="2916079" y="2674525"/>
                </a:lnTo>
                <a:lnTo>
                  <a:pt x="2916079" y="2664619"/>
                </a:lnTo>
                <a:lnTo>
                  <a:pt x="2920842" y="2664619"/>
                </a:lnTo>
                <a:lnTo>
                  <a:pt x="2920842" y="2674525"/>
                </a:lnTo>
                <a:close/>
                <a:moveTo>
                  <a:pt x="2920842" y="2694337"/>
                </a:moveTo>
                <a:lnTo>
                  <a:pt x="2916079" y="2694337"/>
                </a:lnTo>
                <a:lnTo>
                  <a:pt x="2916079" y="2684431"/>
                </a:lnTo>
                <a:lnTo>
                  <a:pt x="2920842" y="2684431"/>
                </a:lnTo>
                <a:lnTo>
                  <a:pt x="2920842" y="2694337"/>
                </a:lnTo>
                <a:close/>
                <a:moveTo>
                  <a:pt x="2836069" y="1998250"/>
                </a:moveTo>
                <a:cubicBezTo>
                  <a:pt x="2843213" y="1998250"/>
                  <a:pt x="2848928" y="1992440"/>
                  <a:pt x="2848928" y="1985391"/>
                </a:cubicBezTo>
                <a:cubicBezTo>
                  <a:pt x="2848928" y="1978343"/>
                  <a:pt x="2843117" y="1972532"/>
                  <a:pt x="2836069" y="1972532"/>
                </a:cubicBezTo>
                <a:cubicBezTo>
                  <a:pt x="2829306" y="1972532"/>
                  <a:pt x="2823877" y="1977771"/>
                  <a:pt x="2823305" y="1984343"/>
                </a:cubicBezTo>
                <a:lnTo>
                  <a:pt x="2721578" y="1985010"/>
                </a:lnTo>
                <a:lnTo>
                  <a:pt x="2684717" y="1942338"/>
                </a:lnTo>
                <a:lnTo>
                  <a:pt x="2706529" y="1917478"/>
                </a:lnTo>
                <a:lnTo>
                  <a:pt x="2712625" y="1917478"/>
                </a:lnTo>
                <a:cubicBezTo>
                  <a:pt x="2714149" y="1922907"/>
                  <a:pt x="2719102" y="1926907"/>
                  <a:pt x="2725007" y="1926907"/>
                </a:cubicBezTo>
                <a:cubicBezTo>
                  <a:pt x="2725865" y="1926907"/>
                  <a:pt x="2726627" y="1926907"/>
                  <a:pt x="2727388" y="1926622"/>
                </a:cubicBezTo>
                <a:lnTo>
                  <a:pt x="2753297" y="1951387"/>
                </a:lnTo>
                <a:lnTo>
                  <a:pt x="2993136" y="1952530"/>
                </a:lnTo>
                <a:cubicBezTo>
                  <a:pt x="2994946" y="1952530"/>
                  <a:pt x="2997232" y="1952530"/>
                  <a:pt x="3015329" y="1938719"/>
                </a:cubicBezTo>
                <a:lnTo>
                  <a:pt x="3114770" y="1938528"/>
                </a:lnTo>
                <a:lnTo>
                  <a:pt x="3114770" y="1926622"/>
                </a:lnTo>
                <a:lnTo>
                  <a:pt x="3012567" y="1926812"/>
                </a:lnTo>
                <a:lnTo>
                  <a:pt x="3010757" y="1927289"/>
                </a:lnTo>
                <a:lnTo>
                  <a:pt x="3009805" y="1928051"/>
                </a:lnTo>
                <a:cubicBezTo>
                  <a:pt x="3001899" y="1934051"/>
                  <a:pt x="2994374" y="1939385"/>
                  <a:pt x="2992374" y="1940624"/>
                </a:cubicBezTo>
                <a:lnTo>
                  <a:pt x="2758345" y="1939481"/>
                </a:lnTo>
                <a:lnTo>
                  <a:pt x="2736913" y="1919192"/>
                </a:lnTo>
                <a:cubicBezTo>
                  <a:pt x="2737580" y="1917573"/>
                  <a:pt x="2737961" y="1915859"/>
                  <a:pt x="2737961" y="1914049"/>
                </a:cubicBezTo>
                <a:cubicBezTo>
                  <a:pt x="2737961" y="1906905"/>
                  <a:pt x="2732151" y="1901190"/>
                  <a:pt x="2725103" y="1901190"/>
                </a:cubicBezTo>
                <a:cubicBezTo>
                  <a:pt x="2718435" y="1901190"/>
                  <a:pt x="2713006" y="1906238"/>
                  <a:pt x="2712339" y="1912811"/>
                </a:cubicBezTo>
                <a:lnTo>
                  <a:pt x="2704529" y="1912811"/>
                </a:lnTo>
                <a:lnTo>
                  <a:pt x="2678525" y="1942433"/>
                </a:lnTo>
                <a:lnTo>
                  <a:pt x="2719578" y="1989868"/>
                </a:lnTo>
                <a:lnTo>
                  <a:pt x="2823877" y="1989201"/>
                </a:lnTo>
                <a:cubicBezTo>
                  <a:pt x="2825496" y="1994535"/>
                  <a:pt x="2830354" y="1998440"/>
                  <a:pt x="2836164" y="1998440"/>
                </a:cubicBezTo>
                <a:close/>
                <a:moveTo>
                  <a:pt x="2836069" y="1977200"/>
                </a:moveTo>
                <a:cubicBezTo>
                  <a:pt x="2840546" y="1977200"/>
                  <a:pt x="2844165" y="1980819"/>
                  <a:pt x="2844165" y="1985296"/>
                </a:cubicBezTo>
                <a:cubicBezTo>
                  <a:pt x="2844165" y="1989773"/>
                  <a:pt x="2840546" y="1993392"/>
                  <a:pt x="2836069" y="1993392"/>
                </a:cubicBezTo>
                <a:cubicBezTo>
                  <a:pt x="2831592" y="1993392"/>
                  <a:pt x="2827973" y="1989773"/>
                  <a:pt x="2827973" y="1985296"/>
                </a:cubicBezTo>
                <a:cubicBezTo>
                  <a:pt x="2827973" y="1980819"/>
                  <a:pt x="2831592" y="1977200"/>
                  <a:pt x="2836069" y="1977200"/>
                </a:cubicBezTo>
                <a:close/>
                <a:moveTo>
                  <a:pt x="2725007" y="1905762"/>
                </a:moveTo>
                <a:cubicBezTo>
                  <a:pt x="2729484" y="1905762"/>
                  <a:pt x="2733104" y="1909382"/>
                  <a:pt x="2733104" y="1913858"/>
                </a:cubicBezTo>
                <a:cubicBezTo>
                  <a:pt x="2733104" y="1914620"/>
                  <a:pt x="2732818" y="1915382"/>
                  <a:pt x="2732627" y="1916144"/>
                </a:cubicBezTo>
                <a:lnTo>
                  <a:pt x="2726627" y="1921669"/>
                </a:lnTo>
                <a:cubicBezTo>
                  <a:pt x="2726055" y="1921764"/>
                  <a:pt x="2725579" y="1922050"/>
                  <a:pt x="2725007" y="1922050"/>
                </a:cubicBezTo>
                <a:cubicBezTo>
                  <a:pt x="2720530" y="1922050"/>
                  <a:pt x="2716911" y="1918430"/>
                  <a:pt x="2716911" y="1913953"/>
                </a:cubicBezTo>
                <a:cubicBezTo>
                  <a:pt x="2716911" y="1909477"/>
                  <a:pt x="2720530" y="1905857"/>
                  <a:pt x="2725007" y="1905857"/>
                </a:cubicBezTo>
                <a:close/>
                <a:moveTo>
                  <a:pt x="2731770" y="2362010"/>
                </a:moveTo>
                <a:lnTo>
                  <a:pt x="2731770" y="2341912"/>
                </a:lnTo>
                <a:cubicBezTo>
                  <a:pt x="2731770" y="2338578"/>
                  <a:pt x="2734437" y="2335911"/>
                  <a:pt x="2737771" y="2335911"/>
                </a:cubicBezTo>
                <a:lnTo>
                  <a:pt x="2744248" y="2335911"/>
                </a:lnTo>
                <a:lnTo>
                  <a:pt x="2744248" y="2330101"/>
                </a:lnTo>
                <a:lnTo>
                  <a:pt x="2751392" y="2330101"/>
                </a:lnTo>
                <a:lnTo>
                  <a:pt x="2751392" y="2335911"/>
                </a:lnTo>
                <a:lnTo>
                  <a:pt x="2757869" y="2335911"/>
                </a:lnTo>
                <a:cubicBezTo>
                  <a:pt x="2761202" y="2335911"/>
                  <a:pt x="2763869" y="2338578"/>
                  <a:pt x="2763869" y="2341912"/>
                </a:cubicBezTo>
                <a:lnTo>
                  <a:pt x="2763869" y="2362010"/>
                </a:lnTo>
                <a:cubicBezTo>
                  <a:pt x="2763869" y="2365343"/>
                  <a:pt x="2761202" y="2368010"/>
                  <a:pt x="2757869" y="2368010"/>
                </a:cubicBezTo>
                <a:lnTo>
                  <a:pt x="2737771" y="2368010"/>
                </a:lnTo>
                <a:cubicBezTo>
                  <a:pt x="2734437" y="2368010"/>
                  <a:pt x="2731770" y="2365343"/>
                  <a:pt x="2731770" y="2362010"/>
                </a:cubicBezTo>
                <a:close/>
                <a:moveTo>
                  <a:pt x="2731770" y="2126837"/>
                </a:moveTo>
                <a:lnTo>
                  <a:pt x="2745391" y="2126837"/>
                </a:lnTo>
                <a:lnTo>
                  <a:pt x="2745391" y="2281714"/>
                </a:lnTo>
                <a:lnTo>
                  <a:pt x="2750153" y="2281714"/>
                </a:lnTo>
                <a:lnTo>
                  <a:pt x="2750153" y="2126837"/>
                </a:lnTo>
                <a:lnTo>
                  <a:pt x="2763774" y="2126837"/>
                </a:lnTo>
                <a:cubicBezTo>
                  <a:pt x="2765108" y="2126837"/>
                  <a:pt x="2766155" y="2125790"/>
                  <a:pt x="2766155" y="2124456"/>
                </a:cubicBezTo>
                <a:lnTo>
                  <a:pt x="2766155" y="2092452"/>
                </a:lnTo>
                <a:cubicBezTo>
                  <a:pt x="2766155" y="2091119"/>
                  <a:pt x="2765108" y="2090071"/>
                  <a:pt x="2763774" y="2090071"/>
                </a:cubicBezTo>
                <a:lnTo>
                  <a:pt x="2731770" y="2090071"/>
                </a:lnTo>
                <a:cubicBezTo>
                  <a:pt x="2730437" y="2090071"/>
                  <a:pt x="2729389" y="2091119"/>
                  <a:pt x="2729389" y="2092452"/>
                </a:cubicBezTo>
                <a:lnTo>
                  <a:pt x="2729389" y="2124456"/>
                </a:lnTo>
                <a:cubicBezTo>
                  <a:pt x="2729389" y="2125790"/>
                  <a:pt x="2730437" y="2126837"/>
                  <a:pt x="2731770" y="2126837"/>
                </a:cubicBezTo>
                <a:close/>
                <a:moveTo>
                  <a:pt x="2734151" y="2094833"/>
                </a:moveTo>
                <a:lnTo>
                  <a:pt x="2761393" y="2094833"/>
                </a:lnTo>
                <a:lnTo>
                  <a:pt x="2761393" y="2122075"/>
                </a:lnTo>
                <a:lnTo>
                  <a:pt x="2734151" y="2122075"/>
                </a:lnTo>
                <a:lnTo>
                  <a:pt x="2734151" y="2094833"/>
                </a:lnTo>
                <a:close/>
                <a:moveTo>
                  <a:pt x="2755773" y="2103596"/>
                </a:moveTo>
                <a:lnTo>
                  <a:pt x="2755773" y="2113217"/>
                </a:lnTo>
                <a:cubicBezTo>
                  <a:pt x="2755773" y="2114931"/>
                  <a:pt x="2754344" y="2116455"/>
                  <a:pt x="2752535" y="2116455"/>
                </a:cubicBezTo>
                <a:lnTo>
                  <a:pt x="2742914" y="2116455"/>
                </a:lnTo>
                <a:cubicBezTo>
                  <a:pt x="2741105" y="2116455"/>
                  <a:pt x="2739676" y="2115026"/>
                  <a:pt x="2739676" y="2113217"/>
                </a:cubicBezTo>
                <a:lnTo>
                  <a:pt x="2739676" y="2103596"/>
                </a:lnTo>
                <a:cubicBezTo>
                  <a:pt x="2739676" y="2101787"/>
                  <a:pt x="2741105" y="2100358"/>
                  <a:pt x="2742914" y="2100358"/>
                </a:cubicBezTo>
                <a:lnTo>
                  <a:pt x="2752535" y="2100358"/>
                </a:lnTo>
                <a:cubicBezTo>
                  <a:pt x="2754344" y="2100358"/>
                  <a:pt x="2755773" y="2101787"/>
                  <a:pt x="2755773" y="2103596"/>
                </a:cubicBezTo>
                <a:close/>
                <a:moveTo>
                  <a:pt x="2744153" y="2310479"/>
                </a:moveTo>
                <a:lnTo>
                  <a:pt x="2751296" y="2310479"/>
                </a:lnTo>
                <a:lnTo>
                  <a:pt x="2751296" y="2320290"/>
                </a:lnTo>
                <a:lnTo>
                  <a:pt x="2744153" y="2320290"/>
                </a:lnTo>
                <a:lnTo>
                  <a:pt x="2744153" y="2310479"/>
                </a:lnTo>
                <a:close/>
                <a:moveTo>
                  <a:pt x="2751296" y="2300669"/>
                </a:moveTo>
                <a:lnTo>
                  <a:pt x="2744153" y="2300669"/>
                </a:lnTo>
                <a:lnTo>
                  <a:pt x="2744153" y="2291144"/>
                </a:lnTo>
                <a:lnTo>
                  <a:pt x="2751296" y="2291144"/>
                </a:lnTo>
                <a:lnTo>
                  <a:pt x="2751296" y="2300669"/>
                </a:lnTo>
                <a:close/>
                <a:moveTo>
                  <a:pt x="75248" y="3342989"/>
                </a:moveTo>
                <a:cubicBezTo>
                  <a:pt x="77819" y="3347085"/>
                  <a:pt x="82201" y="3349371"/>
                  <a:pt x="86678" y="3349371"/>
                </a:cubicBezTo>
                <a:cubicBezTo>
                  <a:pt x="89059" y="3349371"/>
                  <a:pt x="91535" y="3348704"/>
                  <a:pt x="93726" y="3347371"/>
                </a:cubicBezTo>
                <a:cubicBezTo>
                  <a:pt x="100013" y="3343466"/>
                  <a:pt x="102013" y="3335084"/>
                  <a:pt x="98108" y="3328797"/>
                </a:cubicBezTo>
                <a:cubicBezTo>
                  <a:pt x="94202" y="3322511"/>
                  <a:pt x="85916" y="3320510"/>
                  <a:pt x="79534" y="3324416"/>
                </a:cubicBezTo>
                <a:cubicBezTo>
                  <a:pt x="76486" y="3326321"/>
                  <a:pt x="74390" y="3329273"/>
                  <a:pt x="73533" y="3332798"/>
                </a:cubicBezTo>
                <a:cubicBezTo>
                  <a:pt x="73533" y="3332988"/>
                  <a:pt x="73533" y="3333274"/>
                  <a:pt x="73533" y="3333464"/>
                </a:cubicBezTo>
                <a:lnTo>
                  <a:pt x="95" y="3333464"/>
                </a:lnTo>
                <a:lnTo>
                  <a:pt x="95" y="3338227"/>
                </a:lnTo>
                <a:lnTo>
                  <a:pt x="73438" y="3338227"/>
                </a:lnTo>
                <a:cubicBezTo>
                  <a:pt x="73724" y="3339846"/>
                  <a:pt x="74295" y="3341465"/>
                  <a:pt x="75248" y="3342989"/>
                </a:cubicBezTo>
                <a:close/>
                <a:moveTo>
                  <a:pt x="78200" y="3333941"/>
                </a:moveTo>
                <a:cubicBezTo>
                  <a:pt x="78772" y="3331655"/>
                  <a:pt x="80105" y="3329750"/>
                  <a:pt x="82106" y="3328511"/>
                </a:cubicBezTo>
                <a:cubicBezTo>
                  <a:pt x="83534" y="3327654"/>
                  <a:pt x="85154" y="3327178"/>
                  <a:pt x="86678" y="3327178"/>
                </a:cubicBezTo>
                <a:cubicBezTo>
                  <a:pt x="89630" y="3327178"/>
                  <a:pt x="92488" y="3328607"/>
                  <a:pt x="94107" y="3331274"/>
                </a:cubicBezTo>
                <a:cubicBezTo>
                  <a:pt x="96679" y="3335369"/>
                  <a:pt x="95345" y="3340703"/>
                  <a:pt x="91345" y="3343275"/>
                </a:cubicBezTo>
                <a:cubicBezTo>
                  <a:pt x="87249" y="3345847"/>
                  <a:pt x="81915" y="3344513"/>
                  <a:pt x="79343" y="3340513"/>
                </a:cubicBezTo>
                <a:cubicBezTo>
                  <a:pt x="78105" y="3338513"/>
                  <a:pt x="77724" y="3336227"/>
                  <a:pt x="78296" y="3333941"/>
                </a:cubicBezTo>
                <a:close/>
                <a:moveTo>
                  <a:pt x="2293049" y="3036856"/>
                </a:moveTo>
                <a:lnTo>
                  <a:pt x="2292858" y="3017806"/>
                </a:lnTo>
                <a:lnTo>
                  <a:pt x="2297621" y="3017806"/>
                </a:lnTo>
                <a:cubicBezTo>
                  <a:pt x="2297621" y="3017806"/>
                  <a:pt x="2297811" y="3036856"/>
                  <a:pt x="2297811" y="3036856"/>
                </a:cubicBezTo>
                <a:lnTo>
                  <a:pt x="2293049" y="3036856"/>
                </a:lnTo>
                <a:close/>
                <a:moveTo>
                  <a:pt x="3027045" y="467297"/>
                </a:moveTo>
                <a:cubicBezTo>
                  <a:pt x="3026950" y="465106"/>
                  <a:pt x="3026474" y="462915"/>
                  <a:pt x="3025235" y="460915"/>
                </a:cubicBezTo>
                <a:cubicBezTo>
                  <a:pt x="3021330" y="454628"/>
                  <a:pt x="3012948" y="452628"/>
                  <a:pt x="3006662" y="456533"/>
                </a:cubicBezTo>
                <a:cubicBezTo>
                  <a:pt x="3003613" y="458438"/>
                  <a:pt x="3001518" y="461391"/>
                  <a:pt x="3000661" y="464915"/>
                </a:cubicBezTo>
                <a:cubicBezTo>
                  <a:pt x="2999804" y="468439"/>
                  <a:pt x="3000470" y="472059"/>
                  <a:pt x="3002375" y="475107"/>
                </a:cubicBezTo>
                <a:cubicBezTo>
                  <a:pt x="3004280" y="478155"/>
                  <a:pt x="3007233" y="480251"/>
                  <a:pt x="3010757" y="481108"/>
                </a:cubicBezTo>
                <a:cubicBezTo>
                  <a:pt x="3011805" y="481394"/>
                  <a:pt x="3012853" y="481489"/>
                  <a:pt x="3013901" y="481489"/>
                </a:cubicBezTo>
                <a:cubicBezTo>
                  <a:pt x="3016377" y="481489"/>
                  <a:pt x="3018854" y="480822"/>
                  <a:pt x="3020949" y="479489"/>
                </a:cubicBezTo>
                <a:cubicBezTo>
                  <a:pt x="3023711" y="477774"/>
                  <a:pt x="3025521" y="475107"/>
                  <a:pt x="3026569" y="472059"/>
                </a:cubicBezTo>
                <a:lnTo>
                  <a:pt x="3043428" y="472059"/>
                </a:lnTo>
                <a:lnTo>
                  <a:pt x="3066574" y="496824"/>
                </a:lnTo>
                <a:lnTo>
                  <a:pt x="3066098" y="659225"/>
                </a:lnTo>
                <a:lnTo>
                  <a:pt x="3066098" y="660178"/>
                </a:lnTo>
                <a:cubicBezTo>
                  <a:pt x="3066098" y="660178"/>
                  <a:pt x="3085910" y="682371"/>
                  <a:pt x="3085910" y="682371"/>
                </a:cubicBezTo>
                <a:lnTo>
                  <a:pt x="3114961" y="682371"/>
                </a:lnTo>
                <a:lnTo>
                  <a:pt x="3114961" y="677609"/>
                </a:lnTo>
                <a:lnTo>
                  <a:pt x="3088100" y="677609"/>
                </a:lnTo>
                <a:lnTo>
                  <a:pt x="3070955" y="658368"/>
                </a:lnTo>
                <a:lnTo>
                  <a:pt x="3071432" y="495967"/>
                </a:lnTo>
                <a:lnTo>
                  <a:pt x="3071432" y="495014"/>
                </a:lnTo>
                <a:cubicBezTo>
                  <a:pt x="3071432" y="495014"/>
                  <a:pt x="3045619" y="467392"/>
                  <a:pt x="3045619" y="467392"/>
                </a:cubicBezTo>
                <a:lnTo>
                  <a:pt x="3027236" y="467392"/>
                </a:lnTo>
                <a:close/>
                <a:moveTo>
                  <a:pt x="3018377" y="475393"/>
                </a:moveTo>
                <a:cubicBezTo>
                  <a:pt x="3014282" y="477964"/>
                  <a:pt x="3008948" y="476631"/>
                  <a:pt x="3006376" y="472631"/>
                </a:cubicBezTo>
                <a:cubicBezTo>
                  <a:pt x="3005138" y="470630"/>
                  <a:pt x="3004757" y="468344"/>
                  <a:pt x="3005328" y="466058"/>
                </a:cubicBezTo>
                <a:cubicBezTo>
                  <a:pt x="3005900" y="463772"/>
                  <a:pt x="3007233" y="461867"/>
                  <a:pt x="3009234" y="460629"/>
                </a:cubicBezTo>
                <a:cubicBezTo>
                  <a:pt x="3010662" y="459772"/>
                  <a:pt x="3012186" y="459296"/>
                  <a:pt x="3013805" y="459296"/>
                </a:cubicBezTo>
                <a:cubicBezTo>
                  <a:pt x="3014472" y="459296"/>
                  <a:pt x="3015139" y="459296"/>
                  <a:pt x="3015805" y="459486"/>
                </a:cubicBezTo>
                <a:cubicBezTo>
                  <a:pt x="3018092" y="460058"/>
                  <a:pt x="3019997" y="461391"/>
                  <a:pt x="3021235" y="463391"/>
                </a:cubicBezTo>
                <a:cubicBezTo>
                  <a:pt x="3023807" y="467487"/>
                  <a:pt x="3022473" y="472821"/>
                  <a:pt x="3018473" y="475393"/>
                </a:cubicBezTo>
                <a:close/>
                <a:moveTo>
                  <a:pt x="3105817" y="3732657"/>
                </a:moveTo>
                <a:lnTo>
                  <a:pt x="3114770" y="3732657"/>
                </a:lnTo>
                <a:cubicBezTo>
                  <a:pt x="3114770" y="3732657"/>
                  <a:pt x="3114770" y="3737420"/>
                  <a:pt x="3114770" y="3737420"/>
                </a:cubicBezTo>
                <a:lnTo>
                  <a:pt x="3106674" y="3737420"/>
                </a:lnTo>
                <a:cubicBezTo>
                  <a:pt x="3106674" y="3737420"/>
                  <a:pt x="3081052" y="3760184"/>
                  <a:pt x="3081052" y="3760184"/>
                </a:cubicBezTo>
                <a:lnTo>
                  <a:pt x="3081052" y="3779711"/>
                </a:lnTo>
                <a:lnTo>
                  <a:pt x="3109627" y="3779711"/>
                </a:lnTo>
                <a:lnTo>
                  <a:pt x="3114770" y="3776186"/>
                </a:lnTo>
                <a:lnTo>
                  <a:pt x="3114770" y="3781997"/>
                </a:lnTo>
                <a:lnTo>
                  <a:pt x="3111722" y="3784092"/>
                </a:lnTo>
                <a:cubicBezTo>
                  <a:pt x="3111722" y="3784092"/>
                  <a:pt x="3110865" y="3784473"/>
                  <a:pt x="3110389" y="3784473"/>
                </a:cubicBezTo>
                <a:lnTo>
                  <a:pt x="3078671" y="3784473"/>
                </a:lnTo>
                <a:cubicBezTo>
                  <a:pt x="3077337" y="3784473"/>
                  <a:pt x="3076289" y="3783425"/>
                  <a:pt x="3076289" y="3782092"/>
                </a:cubicBezTo>
                <a:lnTo>
                  <a:pt x="3076289" y="3759137"/>
                </a:lnTo>
                <a:cubicBezTo>
                  <a:pt x="3076289" y="3758470"/>
                  <a:pt x="3076575" y="3757803"/>
                  <a:pt x="3077051" y="3757327"/>
                </a:cubicBezTo>
                <a:lnTo>
                  <a:pt x="3104198" y="3733229"/>
                </a:lnTo>
                <a:cubicBezTo>
                  <a:pt x="3104198" y="3733229"/>
                  <a:pt x="3105150" y="3732657"/>
                  <a:pt x="3105722" y="3732657"/>
                </a:cubicBezTo>
                <a:close/>
                <a:moveTo>
                  <a:pt x="2463070" y="1390650"/>
                </a:moveTo>
                <a:lnTo>
                  <a:pt x="2463070" y="1373791"/>
                </a:lnTo>
                <a:cubicBezTo>
                  <a:pt x="2463070" y="1371410"/>
                  <a:pt x="2464975" y="1369505"/>
                  <a:pt x="2467356" y="1369505"/>
                </a:cubicBezTo>
                <a:lnTo>
                  <a:pt x="2484215" y="1369505"/>
                </a:lnTo>
                <a:cubicBezTo>
                  <a:pt x="2486597" y="1369505"/>
                  <a:pt x="2488502" y="1371410"/>
                  <a:pt x="2488502" y="1373791"/>
                </a:cubicBezTo>
                <a:lnTo>
                  <a:pt x="2488502" y="1390650"/>
                </a:lnTo>
                <a:cubicBezTo>
                  <a:pt x="2488502" y="1393031"/>
                  <a:pt x="2486597" y="1394936"/>
                  <a:pt x="2484215" y="1394936"/>
                </a:cubicBezTo>
                <a:lnTo>
                  <a:pt x="2467356" y="1394936"/>
                </a:lnTo>
                <a:cubicBezTo>
                  <a:pt x="2464975" y="1394936"/>
                  <a:pt x="2463070" y="1393031"/>
                  <a:pt x="2463070" y="1390650"/>
                </a:cubicBezTo>
                <a:close/>
                <a:moveTo>
                  <a:pt x="95" y="2105978"/>
                </a:moveTo>
                <a:lnTo>
                  <a:pt x="130778" y="2105978"/>
                </a:lnTo>
                <a:lnTo>
                  <a:pt x="145828" y="2092547"/>
                </a:lnTo>
                <a:lnTo>
                  <a:pt x="145637" y="2092357"/>
                </a:lnTo>
                <a:cubicBezTo>
                  <a:pt x="145637" y="2092357"/>
                  <a:pt x="145828" y="2092357"/>
                  <a:pt x="146018" y="2092357"/>
                </a:cubicBezTo>
                <a:lnTo>
                  <a:pt x="158687" y="2092357"/>
                </a:lnTo>
                <a:cubicBezTo>
                  <a:pt x="162401" y="2092357"/>
                  <a:pt x="165545" y="2089309"/>
                  <a:pt x="165545" y="2085499"/>
                </a:cubicBezTo>
                <a:lnTo>
                  <a:pt x="165545" y="2072831"/>
                </a:lnTo>
                <a:cubicBezTo>
                  <a:pt x="165545" y="2072259"/>
                  <a:pt x="165354" y="2071783"/>
                  <a:pt x="165259" y="2071211"/>
                </a:cubicBezTo>
                <a:lnTo>
                  <a:pt x="219647" y="2020538"/>
                </a:lnTo>
                <a:lnTo>
                  <a:pt x="297752" y="2020538"/>
                </a:lnTo>
                <a:cubicBezTo>
                  <a:pt x="298895" y="2025682"/>
                  <a:pt x="303276" y="2029682"/>
                  <a:pt x="308801" y="2029682"/>
                </a:cubicBezTo>
                <a:cubicBezTo>
                  <a:pt x="315182" y="2029682"/>
                  <a:pt x="320326" y="2024539"/>
                  <a:pt x="320326" y="2018157"/>
                </a:cubicBezTo>
                <a:cubicBezTo>
                  <a:pt x="320326" y="2011775"/>
                  <a:pt x="315182" y="2006632"/>
                  <a:pt x="308801" y="2006632"/>
                </a:cubicBezTo>
                <a:cubicBezTo>
                  <a:pt x="303276" y="2006632"/>
                  <a:pt x="298895" y="2010632"/>
                  <a:pt x="297752" y="2015776"/>
                </a:cubicBezTo>
                <a:lnTo>
                  <a:pt x="217742" y="2015776"/>
                </a:lnTo>
                <a:lnTo>
                  <a:pt x="162497" y="2067306"/>
                </a:lnTo>
                <a:cubicBezTo>
                  <a:pt x="161449" y="2066544"/>
                  <a:pt x="160211" y="2066068"/>
                  <a:pt x="158782" y="2066068"/>
                </a:cubicBezTo>
                <a:lnTo>
                  <a:pt x="146114" y="2066068"/>
                </a:lnTo>
                <a:cubicBezTo>
                  <a:pt x="142399" y="2066068"/>
                  <a:pt x="139256" y="2069116"/>
                  <a:pt x="139256" y="2072926"/>
                </a:cubicBezTo>
                <a:lnTo>
                  <a:pt x="139256" y="2085594"/>
                </a:lnTo>
                <a:cubicBezTo>
                  <a:pt x="139256" y="2085594"/>
                  <a:pt x="139256" y="2085689"/>
                  <a:pt x="139256" y="2085785"/>
                </a:cubicBezTo>
                <a:lnTo>
                  <a:pt x="127159" y="2096453"/>
                </a:lnTo>
                <a:lnTo>
                  <a:pt x="95" y="2096453"/>
                </a:lnTo>
                <a:lnTo>
                  <a:pt x="95" y="2105978"/>
                </a:lnTo>
                <a:close/>
                <a:moveTo>
                  <a:pt x="308705" y="2011394"/>
                </a:moveTo>
                <a:cubicBezTo>
                  <a:pt x="312420" y="2011394"/>
                  <a:pt x="315468" y="2014442"/>
                  <a:pt x="315468" y="2018157"/>
                </a:cubicBezTo>
                <a:cubicBezTo>
                  <a:pt x="315468" y="2021872"/>
                  <a:pt x="312420" y="2024920"/>
                  <a:pt x="308705" y="2024920"/>
                </a:cubicBezTo>
                <a:cubicBezTo>
                  <a:pt x="304990" y="2024920"/>
                  <a:pt x="301943" y="2021872"/>
                  <a:pt x="301943" y="2018157"/>
                </a:cubicBezTo>
                <a:cubicBezTo>
                  <a:pt x="301943" y="2014442"/>
                  <a:pt x="304990" y="2011394"/>
                  <a:pt x="308705" y="2011394"/>
                </a:cubicBezTo>
                <a:close/>
                <a:moveTo>
                  <a:pt x="143923" y="2072831"/>
                </a:moveTo>
                <a:cubicBezTo>
                  <a:pt x="143923" y="2071688"/>
                  <a:pt x="144875" y="2070735"/>
                  <a:pt x="146018" y="2070735"/>
                </a:cubicBezTo>
                <a:lnTo>
                  <a:pt x="158687" y="2070735"/>
                </a:lnTo>
                <a:cubicBezTo>
                  <a:pt x="159830" y="2070735"/>
                  <a:pt x="160782" y="2071688"/>
                  <a:pt x="160782" y="2072831"/>
                </a:cubicBezTo>
                <a:lnTo>
                  <a:pt x="160782" y="2085499"/>
                </a:lnTo>
                <a:cubicBezTo>
                  <a:pt x="160782" y="2086642"/>
                  <a:pt x="159830" y="2087594"/>
                  <a:pt x="158687" y="2087594"/>
                </a:cubicBezTo>
                <a:lnTo>
                  <a:pt x="146018" y="2087594"/>
                </a:lnTo>
                <a:cubicBezTo>
                  <a:pt x="144875" y="2087594"/>
                  <a:pt x="143923" y="2086642"/>
                  <a:pt x="143923" y="2085499"/>
                </a:cubicBezTo>
                <a:lnTo>
                  <a:pt x="143923" y="2072831"/>
                </a:lnTo>
                <a:close/>
                <a:moveTo>
                  <a:pt x="549688" y="3376994"/>
                </a:moveTo>
                <a:cubicBezTo>
                  <a:pt x="549688" y="3380899"/>
                  <a:pt x="546545" y="3384042"/>
                  <a:pt x="542639" y="3384042"/>
                </a:cubicBezTo>
                <a:cubicBezTo>
                  <a:pt x="538734" y="3384042"/>
                  <a:pt x="535591" y="3380899"/>
                  <a:pt x="535591" y="3376994"/>
                </a:cubicBezTo>
                <a:cubicBezTo>
                  <a:pt x="535591" y="3373088"/>
                  <a:pt x="538734" y="3369945"/>
                  <a:pt x="542639" y="3369945"/>
                </a:cubicBezTo>
                <a:cubicBezTo>
                  <a:pt x="546545" y="3369945"/>
                  <a:pt x="549688" y="3373088"/>
                  <a:pt x="549688" y="3376994"/>
                </a:cubicBezTo>
                <a:close/>
                <a:moveTo>
                  <a:pt x="2298859" y="2961227"/>
                </a:moveTo>
                <a:lnTo>
                  <a:pt x="2311527" y="2947035"/>
                </a:lnTo>
                <a:lnTo>
                  <a:pt x="2315051" y="2950178"/>
                </a:lnTo>
                <a:lnTo>
                  <a:pt x="2302383" y="2964371"/>
                </a:lnTo>
                <a:lnTo>
                  <a:pt x="2298859" y="2961227"/>
                </a:lnTo>
                <a:close/>
                <a:moveTo>
                  <a:pt x="2999423" y="519875"/>
                </a:moveTo>
                <a:cubicBezTo>
                  <a:pt x="3001613" y="523399"/>
                  <a:pt x="3005042" y="525494"/>
                  <a:pt x="3008852" y="526161"/>
                </a:cubicBezTo>
                <a:lnTo>
                  <a:pt x="3008852" y="690944"/>
                </a:lnTo>
                <a:lnTo>
                  <a:pt x="3042095" y="729044"/>
                </a:lnTo>
                <a:lnTo>
                  <a:pt x="3050096" y="729044"/>
                </a:lnTo>
                <a:lnTo>
                  <a:pt x="3050096" y="736187"/>
                </a:lnTo>
                <a:cubicBezTo>
                  <a:pt x="3050096" y="740950"/>
                  <a:pt x="3054001" y="744855"/>
                  <a:pt x="3058763" y="744855"/>
                </a:cubicBezTo>
                <a:lnTo>
                  <a:pt x="3097625" y="744855"/>
                </a:lnTo>
                <a:cubicBezTo>
                  <a:pt x="3102388" y="744855"/>
                  <a:pt x="3106293" y="740950"/>
                  <a:pt x="3106293" y="736187"/>
                </a:cubicBezTo>
                <a:lnTo>
                  <a:pt x="3106293" y="731711"/>
                </a:lnTo>
                <a:cubicBezTo>
                  <a:pt x="3106293" y="731711"/>
                  <a:pt x="3114866" y="731711"/>
                  <a:pt x="3114866" y="731711"/>
                </a:cubicBezTo>
                <a:lnTo>
                  <a:pt x="3114866" y="726948"/>
                </a:lnTo>
                <a:lnTo>
                  <a:pt x="3106293" y="726948"/>
                </a:lnTo>
                <a:cubicBezTo>
                  <a:pt x="3106293" y="726948"/>
                  <a:pt x="3106293" y="722567"/>
                  <a:pt x="3106293" y="722567"/>
                </a:cubicBezTo>
                <a:cubicBezTo>
                  <a:pt x="3106293" y="717804"/>
                  <a:pt x="3102388" y="713899"/>
                  <a:pt x="3097625" y="713899"/>
                </a:cubicBezTo>
                <a:lnTo>
                  <a:pt x="3058763" y="713899"/>
                </a:lnTo>
                <a:cubicBezTo>
                  <a:pt x="3054001" y="713899"/>
                  <a:pt x="3050096" y="717709"/>
                  <a:pt x="3050096" y="722471"/>
                </a:cubicBezTo>
                <a:lnTo>
                  <a:pt x="3050096" y="724186"/>
                </a:lnTo>
                <a:lnTo>
                  <a:pt x="3044285" y="724186"/>
                </a:lnTo>
                <a:lnTo>
                  <a:pt x="3013615" y="689039"/>
                </a:lnTo>
                <a:lnTo>
                  <a:pt x="3013615" y="526066"/>
                </a:lnTo>
                <a:cubicBezTo>
                  <a:pt x="3015329" y="525780"/>
                  <a:pt x="3017044" y="525209"/>
                  <a:pt x="3018568" y="524161"/>
                </a:cubicBezTo>
                <a:cubicBezTo>
                  <a:pt x="3025045" y="520160"/>
                  <a:pt x="3027045" y="511588"/>
                  <a:pt x="3023045" y="505015"/>
                </a:cubicBezTo>
                <a:cubicBezTo>
                  <a:pt x="3019044" y="498539"/>
                  <a:pt x="3010472" y="496538"/>
                  <a:pt x="3003899" y="500539"/>
                </a:cubicBezTo>
                <a:cubicBezTo>
                  <a:pt x="2997422" y="504539"/>
                  <a:pt x="2995422" y="513112"/>
                  <a:pt x="2999423" y="519684"/>
                </a:cubicBezTo>
                <a:close/>
                <a:moveTo>
                  <a:pt x="3091720" y="718757"/>
                </a:moveTo>
                <a:lnTo>
                  <a:pt x="3097625" y="718757"/>
                </a:lnTo>
                <a:cubicBezTo>
                  <a:pt x="3099721" y="718757"/>
                  <a:pt x="3101530" y="720471"/>
                  <a:pt x="3101530" y="722662"/>
                </a:cubicBezTo>
                <a:lnTo>
                  <a:pt x="3101530" y="736283"/>
                </a:lnTo>
                <a:cubicBezTo>
                  <a:pt x="3101530" y="738378"/>
                  <a:pt x="3099816" y="740188"/>
                  <a:pt x="3097625" y="740188"/>
                </a:cubicBezTo>
                <a:lnTo>
                  <a:pt x="3091720" y="740188"/>
                </a:lnTo>
                <a:cubicBezTo>
                  <a:pt x="3091720" y="740188"/>
                  <a:pt x="3091720" y="718852"/>
                  <a:pt x="3091720" y="718852"/>
                </a:cubicBezTo>
                <a:close/>
                <a:moveTo>
                  <a:pt x="3054858" y="722567"/>
                </a:moveTo>
                <a:cubicBezTo>
                  <a:pt x="3054858" y="720471"/>
                  <a:pt x="3056573" y="718661"/>
                  <a:pt x="3058763" y="718661"/>
                </a:cubicBezTo>
                <a:lnTo>
                  <a:pt x="3066384" y="718661"/>
                </a:lnTo>
                <a:cubicBezTo>
                  <a:pt x="3066384" y="718661"/>
                  <a:pt x="3066384" y="739997"/>
                  <a:pt x="3066384" y="739997"/>
                </a:cubicBezTo>
                <a:lnTo>
                  <a:pt x="3058763" y="739997"/>
                </a:lnTo>
                <a:cubicBezTo>
                  <a:pt x="3056668" y="739997"/>
                  <a:pt x="3054858" y="738283"/>
                  <a:pt x="3054858" y="736092"/>
                </a:cubicBezTo>
                <a:lnTo>
                  <a:pt x="3054858" y="722471"/>
                </a:lnTo>
                <a:close/>
                <a:moveTo>
                  <a:pt x="2806732" y="2674525"/>
                </a:moveTo>
                <a:lnTo>
                  <a:pt x="2801969" y="2674525"/>
                </a:lnTo>
                <a:lnTo>
                  <a:pt x="2801969" y="2664619"/>
                </a:lnTo>
                <a:lnTo>
                  <a:pt x="2806732" y="2664619"/>
                </a:lnTo>
                <a:lnTo>
                  <a:pt x="2806732" y="2674525"/>
                </a:lnTo>
                <a:close/>
                <a:moveTo>
                  <a:pt x="2927890" y="3410426"/>
                </a:moveTo>
                <a:cubicBezTo>
                  <a:pt x="2927890" y="3410426"/>
                  <a:pt x="2928842" y="3410998"/>
                  <a:pt x="2929414" y="3410998"/>
                </a:cubicBezTo>
                <a:lnTo>
                  <a:pt x="2974086" y="3410998"/>
                </a:lnTo>
                <a:cubicBezTo>
                  <a:pt x="2974372" y="3412427"/>
                  <a:pt x="2974848" y="3413855"/>
                  <a:pt x="2975610" y="3415189"/>
                </a:cubicBezTo>
                <a:cubicBezTo>
                  <a:pt x="2977325" y="3418046"/>
                  <a:pt x="2980087" y="3420047"/>
                  <a:pt x="2983421" y="3420809"/>
                </a:cubicBezTo>
                <a:cubicBezTo>
                  <a:pt x="2984373" y="3420999"/>
                  <a:pt x="2985421" y="3421190"/>
                  <a:pt x="2986373" y="3421190"/>
                </a:cubicBezTo>
                <a:cubicBezTo>
                  <a:pt x="2992088" y="3421190"/>
                  <a:pt x="2997232" y="3417284"/>
                  <a:pt x="2998565" y="3411569"/>
                </a:cubicBezTo>
                <a:cubicBezTo>
                  <a:pt x="2999327" y="3408331"/>
                  <a:pt x="2998851" y="3404902"/>
                  <a:pt x="2997042" y="3402044"/>
                </a:cubicBezTo>
                <a:cubicBezTo>
                  <a:pt x="2995327" y="3399187"/>
                  <a:pt x="2992565" y="3397187"/>
                  <a:pt x="2989231" y="3396425"/>
                </a:cubicBezTo>
                <a:cubicBezTo>
                  <a:pt x="2982468" y="3394805"/>
                  <a:pt x="2975705" y="3398996"/>
                  <a:pt x="2974086" y="3405664"/>
                </a:cubicBezTo>
                <a:cubicBezTo>
                  <a:pt x="2974086" y="3405854"/>
                  <a:pt x="2974086" y="3406045"/>
                  <a:pt x="2974086" y="3406235"/>
                </a:cubicBezTo>
                <a:lnTo>
                  <a:pt x="2930176" y="3406235"/>
                </a:lnTo>
                <a:lnTo>
                  <a:pt x="2857214" y="3347276"/>
                </a:lnTo>
                <a:lnTo>
                  <a:pt x="2871311" y="3332607"/>
                </a:lnTo>
                <a:lnTo>
                  <a:pt x="2961894" y="3332607"/>
                </a:lnTo>
                <a:cubicBezTo>
                  <a:pt x="2963132" y="3336227"/>
                  <a:pt x="2966466" y="3338798"/>
                  <a:pt x="2970467" y="3338608"/>
                </a:cubicBezTo>
                <a:cubicBezTo>
                  <a:pt x="2975324" y="3338322"/>
                  <a:pt x="2979039" y="3334226"/>
                  <a:pt x="2978849" y="3329369"/>
                </a:cubicBezTo>
                <a:cubicBezTo>
                  <a:pt x="2978563" y="3324511"/>
                  <a:pt x="2974467" y="3320796"/>
                  <a:pt x="2969609" y="3320987"/>
                </a:cubicBezTo>
                <a:cubicBezTo>
                  <a:pt x="2965609" y="3321177"/>
                  <a:pt x="2962466" y="3324130"/>
                  <a:pt x="2961609" y="3327845"/>
                </a:cubicBezTo>
                <a:lnTo>
                  <a:pt x="2870263" y="3327845"/>
                </a:lnTo>
                <a:cubicBezTo>
                  <a:pt x="2869597" y="3327845"/>
                  <a:pt x="2869025" y="3328130"/>
                  <a:pt x="2868549" y="3328607"/>
                </a:cubicBezTo>
                <a:lnTo>
                  <a:pt x="2851976" y="3345847"/>
                </a:lnTo>
                <a:cubicBezTo>
                  <a:pt x="2851499" y="3346323"/>
                  <a:pt x="2851309" y="3346990"/>
                  <a:pt x="2851309" y="3347657"/>
                </a:cubicBezTo>
                <a:cubicBezTo>
                  <a:pt x="2851309" y="3348323"/>
                  <a:pt x="2851690" y="3348895"/>
                  <a:pt x="2852166" y="3349371"/>
                </a:cubicBezTo>
                <a:lnTo>
                  <a:pt x="2927795" y="3410522"/>
                </a:lnTo>
                <a:close/>
                <a:moveTo>
                  <a:pt x="2978753" y="3406807"/>
                </a:moveTo>
                <a:cubicBezTo>
                  <a:pt x="2979611" y="3403187"/>
                  <a:pt x="2982849" y="3400806"/>
                  <a:pt x="2986373" y="3400806"/>
                </a:cubicBezTo>
                <a:cubicBezTo>
                  <a:pt x="2986945" y="3400806"/>
                  <a:pt x="2987612" y="3400806"/>
                  <a:pt x="2988183" y="3400997"/>
                </a:cubicBezTo>
                <a:cubicBezTo>
                  <a:pt x="2990184" y="3401473"/>
                  <a:pt x="2991898" y="3402711"/>
                  <a:pt x="2993041" y="3404521"/>
                </a:cubicBezTo>
                <a:cubicBezTo>
                  <a:pt x="2994088" y="3406330"/>
                  <a:pt x="2994470" y="3408426"/>
                  <a:pt x="2993993" y="3410426"/>
                </a:cubicBezTo>
                <a:cubicBezTo>
                  <a:pt x="2992946" y="3414617"/>
                  <a:pt x="2988755" y="3417189"/>
                  <a:pt x="2984563" y="3416142"/>
                </a:cubicBezTo>
                <a:cubicBezTo>
                  <a:pt x="2982563" y="3415665"/>
                  <a:pt x="2980849" y="3414427"/>
                  <a:pt x="2979706" y="3412617"/>
                </a:cubicBezTo>
                <a:cubicBezTo>
                  <a:pt x="2978658" y="3410807"/>
                  <a:pt x="2978277" y="3408712"/>
                  <a:pt x="2978753" y="3406712"/>
                </a:cubicBezTo>
                <a:close/>
                <a:moveTo>
                  <a:pt x="2806732" y="2694337"/>
                </a:moveTo>
                <a:lnTo>
                  <a:pt x="2801969" y="2694337"/>
                </a:lnTo>
                <a:lnTo>
                  <a:pt x="2801969" y="2684431"/>
                </a:lnTo>
                <a:lnTo>
                  <a:pt x="2806732" y="2684431"/>
                </a:lnTo>
                <a:lnTo>
                  <a:pt x="2806732" y="2694337"/>
                </a:lnTo>
                <a:close/>
                <a:moveTo>
                  <a:pt x="2801969" y="2704338"/>
                </a:moveTo>
                <a:lnTo>
                  <a:pt x="2806732" y="2704338"/>
                </a:lnTo>
                <a:lnTo>
                  <a:pt x="2806732" y="2714244"/>
                </a:lnTo>
                <a:lnTo>
                  <a:pt x="2801969" y="2714244"/>
                </a:lnTo>
                <a:lnTo>
                  <a:pt x="2801969" y="2704338"/>
                </a:lnTo>
                <a:close/>
                <a:moveTo>
                  <a:pt x="91345" y="2298859"/>
                </a:moveTo>
                <a:cubicBezTo>
                  <a:pt x="92583" y="2304764"/>
                  <a:pt x="97727" y="2309146"/>
                  <a:pt x="103823" y="2309146"/>
                </a:cubicBezTo>
                <a:cubicBezTo>
                  <a:pt x="110871" y="2309146"/>
                  <a:pt x="116586" y="2303336"/>
                  <a:pt x="116586" y="2296192"/>
                </a:cubicBezTo>
                <a:cubicBezTo>
                  <a:pt x="116586" y="2289048"/>
                  <a:pt x="110871" y="2283238"/>
                  <a:pt x="103823" y="2283238"/>
                </a:cubicBezTo>
                <a:cubicBezTo>
                  <a:pt x="97536" y="2283238"/>
                  <a:pt x="92297" y="2288000"/>
                  <a:pt x="91250" y="2294096"/>
                </a:cubicBezTo>
                <a:lnTo>
                  <a:pt x="95" y="2293906"/>
                </a:lnTo>
                <a:lnTo>
                  <a:pt x="95" y="2298668"/>
                </a:lnTo>
                <a:lnTo>
                  <a:pt x="91345" y="2298859"/>
                </a:lnTo>
                <a:close/>
                <a:moveTo>
                  <a:pt x="103823" y="2288000"/>
                </a:moveTo>
                <a:cubicBezTo>
                  <a:pt x="108204" y="2288000"/>
                  <a:pt x="111823" y="2291715"/>
                  <a:pt x="111823" y="2296192"/>
                </a:cubicBezTo>
                <a:cubicBezTo>
                  <a:pt x="111823" y="2300669"/>
                  <a:pt x="108204" y="2304383"/>
                  <a:pt x="103823" y="2304383"/>
                </a:cubicBezTo>
                <a:cubicBezTo>
                  <a:pt x="99441" y="2304383"/>
                  <a:pt x="95822" y="2300669"/>
                  <a:pt x="95822" y="2296192"/>
                </a:cubicBezTo>
                <a:cubicBezTo>
                  <a:pt x="95822" y="2291715"/>
                  <a:pt x="99441" y="2288000"/>
                  <a:pt x="103823" y="2288000"/>
                </a:cubicBezTo>
                <a:close/>
                <a:moveTo>
                  <a:pt x="2814923" y="2659856"/>
                </a:moveTo>
                <a:lnTo>
                  <a:pt x="2794826" y="2659856"/>
                </a:lnTo>
                <a:cubicBezTo>
                  <a:pt x="2791492" y="2659856"/>
                  <a:pt x="2788825" y="2657189"/>
                  <a:pt x="2788825" y="2653855"/>
                </a:cubicBezTo>
                <a:lnTo>
                  <a:pt x="2788825" y="2633758"/>
                </a:lnTo>
                <a:cubicBezTo>
                  <a:pt x="2788825" y="2630424"/>
                  <a:pt x="2791492" y="2627757"/>
                  <a:pt x="2794826" y="2627757"/>
                </a:cubicBezTo>
                <a:lnTo>
                  <a:pt x="2814923" y="2627757"/>
                </a:lnTo>
                <a:cubicBezTo>
                  <a:pt x="2818257" y="2627757"/>
                  <a:pt x="2820924" y="2630424"/>
                  <a:pt x="2820924" y="2633758"/>
                </a:cubicBezTo>
                <a:lnTo>
                  <a:pt x="2820924" y="2653855"/>
                </a:lnTo>
                <a:cubicBezTo>
                  <a:pt x="2820924" y="2657189"/>
                  <a:pt x="2818257" y="2659856"/>
                  <a:pt x="2814923" y="2659856"/>
                </a:cubicBezTo>
                <a:close/>
                <a:moveTo>
                  <a:pt x="3078480" y="3969544"/>
                </a:moveTo>
                <a:cubicBezTo>
                  <a:pt x="3078480" y="3963638"/>
                  <a:pt x="3083338" y="3958780"/>
                  <a:pt x="3089243" y="3958780"/>
                </a:cubicBezTo>
                <a:lnTo>
                  <a:pt x="3114770" y="3958780"/>
                </a:lnTo>
                <a:lnTo>
                  <a:pt x="3114770" y="3963543"/>
                </a:lnTo>
                <a:lnTo>
                  <a:pt x="3089243" y="3963543"/>
                </a:lnTo>
                <a:cubicBezTo>
                  <a:pt x="3085910" y="3963543"/>
                  <a:pt x="3083243" y="3966210"/>
                  <a:pt x="3083243" y="3969544"/>
                </a:cubicBezTo>
                <a:cubicBezTo>
                  <a:pt x="3083243" y="3972878"/>
                  <a:pt x="3085910" y="3975545"/>
                  <a:pt x="3089243" y="3975545"/>
                </a:cubicBezTo>
                <a:lnTo>
                  <a:pt x="3114770" y="3975545"/>
                </a:lnTo>
                <a:lnTo>
                  <a:pt x="3114770" y="3980307"/>
                </a:lnTo>
                <a:lnTo>
                  <a:pt x="3089243" y="3980307"/>
                </a:lnTo>
                <a:cubicBezTo>
                  <a:pt x="3083338" y="3980307"/>
                  <a:pt x="3078480" y="3975449"/>
                  <a:pt x="3078480" y="3969544"/>
                </a:cubicBezTo>
                <a:close/>
                <a:moveTo>
                  <a:pt x="2215325" y="2442972"/>
                </a:moveTo>
                <a:lnTo>
                  <a:pt x="2202561" y="2430875"/>
                </a:lnTo>
                <a:lnTo>
                  <a:pt x="2205800" y="2427446"/>
                </a:lnTo>
                <a:lnTo>
                  <a:pt x="2218563" y="2439543"/>
                </a:lnTo>
                <a:lnTo>
                  <a:pt x="2215325" y="2442972"/>
                </a:lnTo>
                <a:close/>
                <a:moveTo>
                  <a:pt x="2221040" y="2506694"/>
                </a:moveTo>
                <a:lnTo>
                  <a:pt x="2207609" y="2493931"/>
                </a:lnTo>
                <a:lnTo>
                  <a:pt x="2210848" y="2490502"/>
                </a:lnTo>
                <a:lnTo>
                  <a:pt x="2224278" y="2503265"/>
                </a:lnTo>
                <a:lnTo>
                  <a:pt x="2221040" y="2506694"/>
                </a:lnTo>
                <a:close/>
                <a:moveTo>
                  <a:pt x="294894" y="3020092"/>
                </a:moveTo>
                <a:lnTo>
                  <a:pt x="294894" y="3038856"/>
                </a:lnTo>
                <a:cubicBezTo>
                  <a:pt x="294894" y="3040952"/>
                  <a:pt x="293180" y="3042666"/>
                  <a:pt x="291084" y="3042666"/>
                </a:cubicBezTo>
                <a:lnTo>
                  <a:pt x="272320" y="3042666"/>
                </a:lnTo>
                <a:cubicBezTo>
                  <a:pt x="270224" y="3042666"/>
                  <a:pt x="268510" y="3040952"/>
                  <a:pt x="268510" y="3038856"/>
                </a:cubicBezTo>
                <a:lnTo>
                  <a:pt x="268510" y="3020092"/>
                </a:lnTo>
                <a:cubicBezTo>
                  <a:pt x="268510" y="3017996"/>
                  <a:pt x="270224" y="3016282"/>
                  <a:pt x="272320" y="3016282"/>
                </a:cubicBezTo>
                <a:lnTo>
                  <a:pt x="291084" y="3016282"/>
                </a:lnTo>
                <a:cubicBezTo>
                  <a:pt x="293180" y="3016282"/>
                  <a:pt x="294894" y="3017996"/>
                  <a:pt x="294894" y="3020092"/>
                </a:cubicBezTo>
                <a:close/>
                <a:moveTo>
                  <a:pt x="2167604" y="2390966"/>
                </a:moveTo>
                <a:lnTo>
                  <a:pt x="2164366" y="2394395"/>
                </a:lnTo>
                <a:lnTo>
                  <a:pt x="2157508" y="2387822"/>
                </a:lnTo>
                <a:lnTo>
                  <a:pt x="2160746" y="2384393"/>
                </a:lnTo>
                <a:lnTo>
                  <a:pt x="2167604" y="2390966"/>
                </a:lnTo>
                <a:close/>
                <a:moveTo>
                  <a:pt x="2396681" y="2488216"/>
                </a:moveTo>
                <a:lnTo>
                  <a:pt x="2382203" y="2474214"/>
                </a:lnTo>
                <a:lnTo>
                  <a:pt x="2385536" y="2470785"/>
                </a:lnTo>
                <a:lnTo>
                  <a:pt x="2400014" y="2484787"/>
                </a:lnTo>
                <a:lnTo>
                  <a:pt x="2396681" y="2488216"/>
                </a:lnTo>
                <a:close/>
                <a:moveTo>
                  <a:pt x="2370963" y="2456784"/>
                </a:moveTo>
                <a:lnTo>
                  <a:pt x="2367629" y="2460212"/>
                </a:lnTo>
                <a:lnTo>
                  <a:pt x="2353151" y="2446211"/>
                </a:lnTo>
                <a:lnTo>
                  <a:pt x="2356485" y="2442782"/>
                </a:lnTo>
                <a:lnTo>
                  <a:pt x="2370963" y="2456784"/>
                </a:lnTo>
                <a:close/>
                <a:moveTo>
                  <a:pt x="2342007" y="2428780"/>
                </a:moveTo>
                <a:lnTo>
                  <a:pt x="2338673" y="2432209"/>
                </a:lnTo>
                <a:lnTo>
                  <a:pt x="2324195" y="2418207"/>
                </a:lnTo>
                <a:lnTo>
                  <a:pt x="2327529" y="2414778"/>
                </a:lnTo>
                <a:lnTo>
                  <a:pt x="2342007" y="2428780"/>
                </a:lnTo>
                <a:close/>
                <a:moveTo>
                  <a:pt x="517779" y="3223641"/>
                </a:moveTo>
                <a:lnTo>
                  <a:pt x="517779" y="3228404"/>
                </a:lnTo>
                <a:lnTo>
                  <a:pt x="499777" y="3228404"/>
                </a:lnTo>
                <a:lnTo>
                  <a:pt x="499777" y="3223641"/>
                </a:lnTo>
                <a:lnTo>
                  <a:pt x="517779" y="3223641"/>
                </a:lnTo>
                <a:close/>
                <a:moveTo>
                  <a:pt x="481870" y="3228404"/>
                </a:moveTo>
                <a:lnTo>
                  <a:pt x="471202" y="3228404"/>
                </a:lnTo>
                <a:lnTo>
                  <a:pt x="464630" y="3220022"/>
                </a:lnTo>
                <a:lnTo>
                  <a:pt x="468344" y="3217069"/>
                </a:lnTo>
                <a:lnTo>
                  <a:pt x="473488" y="3223641"/>
                </a:lnTo>
                <a:lnTo>
                  <a:pt x="481870" y="3223641"/>
                </a:lnTo>
                <a:lnTo>
                  <a:pt x="481870" y="3228404"/>
                </a:lnTo>
                <a:close/>
                <a:moveTo>
                  <a:pt x="2434019" y="2495645"/>
                </a:moveTo>
                <a:lnTo>
                  <a:pt x="2434019" y="2500408"/>
                </a:lnTo>
                <a:lnTo>
                  <a:pt x="2413826" y="2500408"/>
                </a:lnTo>
                <a:lnTo>
                  <a:pt x="2413826" y="2495645"/>
                </a:lnTo>
                <a:lnTo>
                  <a:pt x="2434019" y="2495645"/>
                </a:lnTo>
                <a:close/>
                <a:moveTo>
                  <a:pt x="2458403" y="2337054"/>
                </a:moveTo>
                <a:cubicBezTo>
                  <a:pt x="2459831" y="2343531"/>
                  <a:pt x="2455736" y="2350008"/>
                  <a:pt x="2449259" y="2351437"/>
                </a:cubicBezTo>
                <a:cubicBezTo>
                  <a:pt x="2442782" y="2352866"/>
                  <a:pt x="2436305" y="2348770"/>
                  <a:pt x="2434876" y="2342293"/>
                </a:cubicBezTo>
                <a:cubicBezTo>
                  <a:pt x="2433447" y="2335816"/>
                  <a:pt x="2437543" y="2329339"/>
                  <a:pt x="2444020" y="2327910"/>
                </a:cubicBezTo>
                <a:cubicBezTo>
                  <a:pt x="2450497" y="2326481"/>
                  <a:pt x="2456974" y="2330577"/>
                  <a:pt x="2458403" y="2337054"/>
                </a:cubicBezTo>
                <a:close/>
                <a:moveTo>
                  <a:pt x="2335054" y="1859852"/>
                </a:moveTo>
                <a:cubicBezTo>
                  <a:pt x="2335054" y="1852136"/>
                  <a:pt x="2328767" y="1845850"/>
                  <a:pt x="2321052" y="1845850"/>
                </a:cubicBezTo>
                <a:cubicBezTo>
                  <a:pt x="2313337" y="1845850"/>
                  <a:pt x="2307050" y="1852136"/>
                  <a:pt x="2307050" y="1859852"/>
                </a:cubicBezTo>
                <a:cubicBezTo>
                  <a:pt x="2307050" y="1866710"/>
                  <a:pt x="2312099" y="1872425"/>
                  <a:pt x="2318671" y="1873568"/>
                </a:cubicBezTo>
                <a:lnTo>
                  <a:pt x="2318671" y="2057495"/>
                </a:lnTo>
                <a:cubicBezTo>
                  <a:pt x="2318671" y="2057495"/>
                  <a:pt x="2314575" y="2057495"/>
                  <a:pt x="2314575" y="2057495"/>
                </a:cubicBezTo>
                <a:cubicBezTo>
                  <a:pt x="2311813" y="2057495"/>
                  <a:pt x="2309527" y="2059781"/>
                  <a:pt x="2309527" y="2062544"/>
                </a:cubicBezTo>
                <a:lnTo>
                  <a:pt x="2309527" y="2075498"/>
                </a:lnTo>
                <a:cubicBezTo>
                  <a:pt x="2309527" y="2078260"/>
                  <a:pt x="2311813" y="2080546"/>
                  <a:pt x="2314575" y="2080546"/>
                </a:cubicBezTo>
                <a:lnTo>
                  <a:pt x="2318671" y="2080546"/>
                </a:lnTo>
                <a:lnTo>
                  <a:pt x="2318671" y="2123599"/>
                </a:lnTo>
                <a:cubicBezTo>
                  <a:pt x="2318671" y="2123599"/>
                  <a:pt x="2273141" y="2178177"/>
                  <a:pt x="2273141" y="2178177"/>
                </a:cubicBezTo>
                <a:lnTo>
                  <a:pt x="2273141" y="2360105"/>
                </a:lnTo>
                <a:cubicBezTo>
                  <a:pt x="2273141" y="2360105"/>
                  <a:pt x="2277904" y="2360105"/>
                  <a:pt x="2277904" y="2360105"/>
                </a:cubicBezTo>
                <a:lnTo>
                  <a:pt x="2277904" y="2179892"/>
                </a:lnTo>
                <a:cubicBezTo>
                  <a:pt x="2277904" y="2179892"/>
                  <a:pt x="2323433" y="2125313"/>
                  <a:pt x="2323433" y="2125313"/>
                </a:cubicBezTo>
                <a:lnTo>
                  <a:pt x="2323433" y="2080546"/>
                </a:lnTo>
                <a:cubicBezTo>
                  <a:pt x="2323433" y="2080546"/>
                  <a:pt x="2327529" y="2080546"/>
                  <a:pt x="2327529" y="2080546"/>
                </a:cubicBezTo>
                <a:cubicBezTo>
                  <a:pt x="2330291" y="2080546"/>
                  <a:pt x="2332577" y="2078260"/>
                  <a:pt x="2332577" y="2075498"/>
                </a:cubicBezTo>
                <a:lnTo>
                  <a:pt x="2332577" y="2062544"/>
                </a:lnTo>
                <a:cubicBezTo>
                  <a:pt x="2332577" y="2059781"/>
                  <a:pt x="2330291" y="2057495"/>
                  <a:pt x="2327529" y="2057495"/>
                </a:cubicBezTo>
                <a:lnTo>
                  <a:pt x="2323433" y="2057495"/>
                </a:lnTo>
                <a:lnTo>
                  <a:pt x="2323433" y="1873568"/>
                </a:lnTo>
                <a:cubicBezTo>
                  <a:pt x="2330006" y="1872425"/>
                  <a:pt x="2335054" y="1866710"/>
                  <a:pt x="2335054" y="1859852"/>
                </a:cubicBezTo>
                <a:close/>
                <a:moveTo>
                  <a:pt x="2327910" y="2062544"/>
                </a:moveTo>
                <a:lnTo>
                  <a:pt x="2327910" y="2075498"/>
                </a:lnTo>
                <a:cubicBezTo>
                  <a:pt x="2327910" y="2075498"/>
                  <a:pt x="2327720" y="2075783"/>
                  <a:pt x="2327624" y="2075783"/>
                </a:cubicBezTo>
                <a:lnTo>
                  <a:pt x="2314385" y="2075498"/>
                </a:lnTo>
                <a:lnTo>
                  <a:pt x="2314670" y="2062258"/>
                </a:lnTo>
                <a:lnTo>
                  <a:pt x="2327910" y="2062544"/>
                </a:lnTo>
                <a:close/>
                <a:moveTo>
                  <a:pt x="2321147" y="1869091"/>
                </a:moveTo>
                <a:cubicBezTo>
                  <a:pt x="2316099" y="1869091"/>
                  <a:pt x="2311908" y="1864995"/>
                  <a:pt x="2311908" y="1859852"/>
                </a:cubicBezTo>
                <a:cubicBezTo>
                  <a:pt x="2311908" y="1854708"/>
                  <a:pt x="2316004" y="1850612"/>
                  <a:pt x="2321147" y="1850612"/>
                </a:cubicBezTo>
                <a:cubicBezTo>
                  <a:pt x="2326291" y="1850612"/>
                  <a:pt x="2330387" y="1854708"/>
                  <a:pt x="2330387" y="1859852"/>
                </a:cubicBezTo>
                <a:cubicBezTo>
                  <a:pt x="2330387" y="1864995"/>
                  <a:pt x="2326291" y="1869091"/>
                  <a:pt x="2321147" y="1869091"/>
                </a:cubicBezTo>
                <a:close/>
                <a:moveTo>
                  <a:pt x="2295144" y="2390204"/>
                </a:moveTo>
                <a:lnTo>
                  <a:pt x="2298478" y="2386775"/>
                </a:lnTo>
                <a:lnTo>
                  <a:pt x="2312956" y="2400776"/>
                </a:lnTo>
                <a:lnTo>
                  <a:pt x="2309622" y="2404205"/>
                </a:lnTo>
                <a:lnTo>
                  <a:pt x="2295144" y="2390204"/>
                </a:lnTo>
                <a:close/>
                <a:moveTo>
                  <a:pt x="2277047" y="2366201"/>
                </a:moveTo>
                <a:lnTo>
                  <a:pt x="2283905" y="2372773"/>
                </a:lnTo>
                <a:lnTo>
                  <a:pt x="2280571" y="2376202"/>
                </a:lnTo>
                <a:lnTo>
                  <a:pt x="2273713" y="2369630"/>
                </a:lnTo>
                <a:lnTo>
                  <a:pt x="2277047" y="2366201"/>
                </a:lnTo>
                <a:close/>
                <a:moveTo>
                  <a:pt x="2157032" y="2439162"/>
                </a:moveTo>
                <a:lnTo>
                  <a:pt x="2170462" y="2451926"/>
                </a:lnTo>
                <a:lnTo>
                  <a:pt x="2167223" y="2455355"/>
                </a:lnTo>
                <a:lnTo>
                  <a:pt x="2153793" y="2442591"/>
                </a:lnTo>
                <a:lnTo>
                  <a:pt x="2157032" y="2439162"/>
                </a:lnTo>
                <a:close/>
                <a:moveTo>
                  <a:pt x="2492693" y="2026063"/>
                </a:moveTo>
                <a:lnTo>
                  <a:pt x="2492693" y="1987201"/>
                </a:lnTo>
                <a:cubicBezTo>
                  <a:pt x="2492693" y="1981867"/>
                  <a:pt x="2487740" y="1977485"/>
                  <a:pt x="2481739" y="1977485"/>
                </a:cubicBezTo>
                <a:lnTo>
                  <a:pt x="2479072" y="1977485"/>
                </a:lnTo>
                <a:lnTo>
                  <a:pt x="2478691" y="1861376"/>
                </a:lnTo>
                <a:lnTo>
                  <a:pt x="2506599" y="1840230"/>
                </a:lnTo>
                <a:cubicBezTo>
                  <a:pt x="2509076" y="1842611"/>
                  <a:pt x="2512505" y="1844135"/>
                  <a:pt x="2516219" y="1844135"/>
                </a:cubicBezTo>
                <a:cubicBezTo>
                  <a:pt x="2523935" y="1844135"/>
                  <a:pt x="2530221" y="1837849"/>
                  <a:pt x="2530221" y="1830134"/>
                </a:cubicBezTo>
                <a:cubicBezTo>
                  <a:pt x="2530221" y="1822418"/>
                  <a:pt x="2523935" y="1816132"/>
                  <a:pt x="2516219" y="1816132"/>
                </a:cubicBezTo>
                <a:cubicBezTo>
                  <a:pt x="2508504" y="1816132"/>
                  <a:pt x="2502218" y="1822418"/>
                  <a:pt x="2502218" y="1830134"/>
                </a:cubicBezTo>
                <a:cubicBezTo>
                  <a:pt x="2502218" y="1832420"/>
                  <a:pt x="2502789" y="1834515"/>
                  <a:pt x="2503742" y="1836420"/>
                </a:cubicBezTo>
                <a:lnTo>
                  <a:pt x="2473928" y="1859090"/>
                </a:lnTo>
                <a:lnTo>
                  <a:pt x="2474309" y="1977581"/>
                </a:lnTo>
                <a:lnTo>
                  <a:pt x="2471642" y="1977581"/>
                </a:lnTo>
                <a:cubicBezTo>
                  <a:pt x="2465642" y="1977581"/>
                  <a:pt x="2460688" y="1981962"/>
                  <a:pt x="2460688" y="1987296"/>
                </a:cubicBezTo>
                <a:lnTo>
                  <a:pt x="2460688" y="2026158"/>
                </a:lnTo>
                <a:cubicBezTo>
                  <a:pt x="2460688" y="2031492"/>
                  <a:pt x="2465642" y="2035874"/>
                  <a:pt x="2471642" y="2035874"/>
                </a:cubicBezTo>
                <a:lnTo>
                  <a:pt x="2473738" y="2035874"/>
                </a:lnTo>
                <a:lnTo>
                  <a:pt x="2472690" y="2035874"/>
                </a:lnTo>
                <a:cubicBezTo>
                  <a:pt x="2472690" y="2035874"/>
                  <a:pt x="2473452" y="2120837"/>
                  <a:pt x="2473452" y="2120837"/>
                </a:cubicBezTo>
                <a:lnTo>
                  <a:pt x="2443353" y="2161699"/>
                </a:lnTo>
                <a:lnTo>
                  <a:pt x="2443353" y="2327720"/>
                </a:lnTo>
                <a:lnTo>
                  <a:pt x="2450497" y="2327720"/>
                </a:lnTo>
                <a:lnTo>
                  <a:pt x="2450497" y="2164080"/>
                </a:lnTo>
                <a:lnTo>
                  <a:pt x="2480596" y="2123218"/>
                </a:lnTo>
                <a:lnTo>
                  <a:pt x="2479834" y="2035969"/>
                </a:lnTo>
                <a:lnTo>
                  <a:pt x="2481644" y="2035969"/>
                </a:lnTo>
                <a:cubicBezTo>
                  <a:pt x="2487644" y="2035969"/>
                  <a:pt x="2492597" y="2031587"/>
                  <a:pt x="2492597" y="2026253"/>
                </a:cubicBezTo>
                <a:close/>
                <a:moveTo>
                  <a:pt x="2516315" y="1820894"/>
                </a:moveTo>
                <a:cubicBezTo>
                  <a:pt x="2521363" y="1820894"/>
                  <a:pt x="2525554" y="1824990"/>
                  <a:pt x="2525554" y="1830134"/>
                </a:cubicBezTo>
                <a:cubicBezTo>
                  <a:pt x="2525554" y="1835277"/>
                  <a:pt x="2521458" y="1839373"/>
                  <a:pt x="2516315" y="1839373"/>
                </a:cubicBezTo>
                <a:cubicBezTo>
                  <a:pt x="2511171" y="1839373"/>
                  <a:pt x="2507075" y="1835277"/>
                  <a:pt x="2507075" y="1830134"/>
                </a:cubicBezTo>
                <a:cubicBezTo>
                  <a:pt x="2507075" y="1824990"/>
                  <a:pt x="2511171" y="1820894"/>
                  <a:pt x="2516315" y="1820894"/>
                </a:cubicBezTo>
                <a:close/>
                <a:moveTo>
                  <a:pt x="2465832" y="1987201"/>
                </a:moveTo>
                <a:cubicBezTo>
                  <a:pt x="2465832" y="1984343"/>
                  <a:pt x="2468499" y="1981962"/>
                  <a:pt x="2471738" y="1981962"/>
                </a:cubicBezTo>
                <a:lnTo>
                  <a:pt x="2481834" y="1981962"/>
                </a:lnTo>
                <a:cubicBezTo>
                  <a:pt x="2485073" y="1981962"/>
                  <a:pt x="2487740" y="1984343"/>
                  <a:pt x="2487740" y="1987201"/>
                </a:cubicBezTo>
                <a:lnTo>
                  <a:pt x="2487740" y="1993297"/>
                </a:lnTo>
                <a:lnTo>
                  <a:pt x="2465927" y="1993297"/>
                </a:lnTo>
                <a:lnTo>
                  <a:pt x="2465927" y="1987201"/>
                </a:lnTo>
                <a:close/>
                <a:moveTo>
                  <a:pt x="2471738" y="2031302"/>
                </a:moveTo>
                <a:cubicBezTo>
                  <a:pt x="2468499" y="2031302"/>
                  <a:pt x="2465832" y="2028920"/>
                  <a:pt x="2465832" y="2026063"/>
                </a:cubicBezTo>
                <a:lnTo>
                  <a:pt x="2465832" y="2017776"/>
                </a:lnTo>
                <a:lnTo>
                  <a:pt x="2487644" y="2017776"/>
                </a:lnTo>
                <a:lnTo>
                  <a:pt x="2487644" y="2026063"/>
                </a:lnTo>
                <a:cubicBezTo>
                  <a:pt x="2487644" y="2028920"/>
                  <a:pt x="2484977" y="2031302"/>
                  <a:pt x="2481739" y="2031302"/>
                </a:cubicBezTo>
                <a:lnTo>
                  <a:pt x="2471642" y="2031302"/>
                </a:lnTo>
                <a:close/>
                <a:moveTo>
                  <a:pt x="2721674" y="2431066"/>
                </a:moveTo>
                <a:cubicBezTo>
                  <a:pt x="2721674" y="2427732"/>
                  <a:pt x="2719007" y="2425065"/>
                  <a:pt x="2715673" y="2425065"/>
                </a:cubicBezTo>
                <a:lnTo>
                  <a:pt x="2695575" y="2425065"/>
                </a:lnTo>
                <a:cubicBezTo>
                  <a:pt x="2692242" y="2425065"/>
                  <a:pt x="2689574" y="2427732"/>
                  <a:pt x="2689574" y="2431066"/>
                </a:cubicBezTo>
                <a:lnTo>
                  <a:pt x="2689574" y="2437448"/>
                </a:lnTo>
                <a:lnTo>
                  <a:pt x="2571179" y="2436971"/>
                </a:lnTo>
                <a:lnTo>
                  <a:pt x="2555462" y="2450592"/>
                </a:lnTo>
                <a:lnTo>
                  <a:pt x="2425637" y="2450402"/>
                </a:lnTo>
                <a:lnTo>
                  <a:pt x="2337816" y="2366391"/>
                </a:lnTo>
                <a:lnTo>
                  <a:pt x="2338197" y="2274380"/>
                </a:lnTo>
                <a:lnTo>
                  <a:pt x="2340674" y="2274380"/>
                </a:lnTo>
                <a:cubicBezTo>
                  <a:pt x="2343436" y="2274380"/>
                  <a:pt x="2345722" y="2272094"/>
                  <a:pt x="2345722" y="2269331"/>
                </a:cubicBezTo>
                <a:lnTo>
                  <a:pt x="2345722" y="2256377"/>
                </a:lnTo>
                <a:cubicBezTo>
                  <a:pt x="2345722" y="2253615"/>
                  <a:pt x="2343436" y="2251329"/>
                  <a:pt x="2340674" y="2251329"/>
                </a:cubicBezTo>
                <a:lnTo>
                  <a:pt x="2338197" y="2251329"/>
                </a:lnTo>
                <a:lnTo>
                  <a:pt x="2338483" y="2169033"/>
                </a:lnTo>
                <a:lnTo>
                  <a:pt x="2376011" y="2124170"/>
                </a:lnTo>
                <a:lnTo>
                  <a:pt x="2376011" y="1871472"/>
                </a:lnTo>
                <a:lnTo>
                  <a:pt x="2368772" y="1871472"/>
                </a:lnTo>
                <a:lnTo>
                  <a:pt x="2368772" y="2121599"/>
                </a:lnTo>
                <a:cubicBezTo>
                  <a:pt x="2368772" y="2121599"/>
                  <a:pt x="2331339" y="2166461"/>
                  <a:pt x="2331339" y="2166461"/>
                </a:cubicBezTo>
                <a:lnTo>
                  <a:pt x="2331053" y="2251424"/>
                </a:lnTo>
                <a:lnTo>
                  <a:pt x="2327720" y="2251424"/>
                </a:lnTo>
                <a:cubicBezTo>
                  <a:pt x="2324957" y="2251424"/>
                  <a:pt x="2322671" y="2253710"/>
                  <a:pt x="2322671" y="2256473"/>
                </a:cubicBezTo>
                <a:lnTo>
                  <a:pt x="2322671" y="2269427"/>
                </a:lnTo>
                <a:cubicBezTo>
                  <a:pt x="2322671" y="2272189"/>
                  <a:pt x="2324957" y="2274475"/>
                  <a:pt x="2327720" y="2274475"/>
                </a:cubicBezTo>
                <a:lnTo>
                  <a:pt x="2330958" y="2274475"/>
                </a:lnTo>
                <a:lnTo>
                  <a:pt x="2330577" y="2369534"/>
                </a:lnTo>
                <a:lnTo>
                  <a:pt x="2422684" y="2457641"/>
                </a:lnTo>
                <a:lnTo>
                  <a:pt x="2558034" y="2457831"/>
                </a:lnTo>
                <a:lnTo>
                  <a:pt x="2573750" y="2444305"/>
                </a:lnTo>
                <a:lnTo>
                  <a:pt x="2689479" y="2444687"/>
                </a:lnTo>
                <a:lnTo>
                  <a:pt x="2689479" y="2451163"/>
                </a:lnTo>
                <a:cubicBezTo>
                  <a:pt x="2689479" y="2454497"/>
                  <a:pt x="2692146" y="2457164"/>
                  <a:pt x="2695480" y="2457164"/>
                </a:cubicBezTo>
                <a:lnTo>
                  <a:pt x="2715578" y="2457164"/>
                </a:lnTo>
                <a:cubicBezTo>
                  <a:pt x="2718911" y="2457164"/>
                  <a:pt x="2721578" y="2454497"/>
                  <a:pt x="2721578" y="2451163"/>
                </a:cubicBezTo>
                <a:lnTo>
                  <a:pt x="2721578" y="2431066"/>
                </a:lnTo>
                <a:close/>
                <a:moveTo>
                  <a:pt x="2327529" y="2269331"/>
                </a:moveTo>
                <a:lnTo>
                  <a:pt x="2327815" y="2256092"/>
                </a:lnTo>
                <a:lnTo>
                  <a:pt x="2341055" y="2256377"/>
                </a:lnTo>
                <a:lnTo>
                  <a:pt x="2341055" y="2269331"/>
                </a:lnTo>
                <a:cubicBezTo>
                  <a:pt x="2341055" y="2269331"/>
                  <a:pt x="2340864" y="2269617"/>
                  <a:pt x="2340769" y="2269617"/>
                </a:cubicBezTo>
                <a:lnTo>
                  <a:pt x="2327529" y="2269331"/>
                </a:lnTo>
                <a:close/>
                <a:moveTo>
                  <a:pt x="457295" y="3203162"/>
                </a:moveTo>
                <a:lnTo>
                  <a:pt x="453581" y="3206115"/>
                </a:lnTo>
                <a:lnTo>
                  <a:pt x="442627" y="3192209"/>
                </a:lnTo>
                <a:lnTo>
                  <a:pt x="446342" y="3189256"/>
                </a:lnTo>
                <a:lnTo>
                  <a:pt x="457295" y="3203162"/>
                </a:lnTo>
                <a:close/>
                <a:moveTo>
                  <a:pt x="2373059" y="1871472"/>
                </a:moveTo>
                <a:cubicBezTo>
                  <a:pt x="2366677" y="1871472"/>
                  <a:pt x="2361438" y="1866233"/>
                  <a:pt x="2361438" y="1859852"/>
                </a:cubicBezTo>
                <a:cubicBezTo>
                  <a:pt x="2361438" y="1853470"/>
                  <a:pt x="2366677" y="1848231"/>
                  <a:pt x="2373059" y="1848231"/>
                </a:cubicBezTo>
                <a:cubicBezTo>
                  <a:pt x="2379440" y="1848231"/>
                  <a:pt x="2384679" y="1853470"/>
                  <a:pt x="2384679" y="1859852"/>
                </a:cubicBezTo>
                <a:cubicBezTo>
                  <a:pt x="2384679" y="1866233"/>
                  <a:pt x="2379440" y="1871472"/>
                  <a:pt x="2373059" y="1871472"/>
                </a:cubicBezTo>
                <a:close/>
                <a:moveTo>
                  <a:pt x="2474309" y="2500408"/>
                </a:moveTo>
                <a:lnTo>
                  <a:pt x="2454117" y="2500408"/>
                </a:lnTo>
                <a:lnTo>
                  <a:pt x="2454117" y="2495645"/>
                </a:lnTo>
                <a:lnTo>
                  <a:pt x="2474309" y="2495645"/>
                </a:lnTo>
                <a:lnTo>
                  <a:pt x="2474309" y="2500408"/>
                </a:lnTo>
                <a:close/>
                <a:moveTo>
                  <a:pt x="2720530" y="1913953"/>
                </a:moveTo>
                <a:cubicBezTo>
                  <a:pt x="2720530" y="1911477"/>
                  <a:pt x="2722531" y="1909477"/>
                  <a:pt x="2725007" y="1909477"/>
                </a:cubicBezTo>
                <a:cubicBezTo>
                  <a:pt x="2727484" y="1909477"/>
                  <a:pt x="2729484" y="1911477"/>
                  <a:pt x="2729484" y="1913953"/>
                </a:cubicBezTo>
                <a:cubicBezTo>
                  <a:pt x="2729484" y="1916430"/>
                  <a:pt x="2727484" y="1918430"/>
                  <a:pt x="2725007" y="1918430"/>
                </a:cubicBezTo>
                <a:cubicBezTo>
                  <a:pt x="2722531" y="1918430"/>
                  <a:pt x="2720530" y="1916430"/>
                  <a:pt x="2720530" y="1913953"/>
                </a:cubicBezTo>
                <a:close/>
                <a:moveTo>
                  <a:pt x="2230946" y="3016377"/>
                </a:moveTo>
                <a:lnTo>
                  <a:pt x="2235708" y="3016377"/>
                </a:lnTo>
                <a:cubicBezTo>
                  <a:pt x="2235708" y="3016377"/>
                  <a:pt x="2235899" y="3035427"/>
                  <a:pt x="2235899" y="3035427"/>
                </a:cubicBezTo>
                <a:lnTo>
                  <a:pt x="2231136" y="3035427"/>
                </a:lnTo>
                <a:cubicBezTo>
                  <a:pt x="2231136" y="3035427"/>
                  <a:pt x="2230946" y="3016377"/>
                  <a:pt x="2230946" y="3016377"/>
                </a:cubicBezTo>
                <a:close/>
                <a:moveTo>
                  <a:pt x="2721674" y="2373916"/>
                </a:moveTo>
                <a:cubicBezTo>
                  <a:pt x="2721674" y="2370582"/>
                  <a:pt x="2719007" y="2367915"/>
                  <a:pt x="2715673" y="2367915"/>
                </a:cubicBezTo>
                <a:lnTo>
                  <a:pt x="2695575" y="2367915"/>
                </a:lnTo>
                <a:cubicBezTo>
                  <a:pt x="2692242" y="2367915"/>
                  <a:pt x="2689574" y="2370582"/>
                  <a:pt x="2689574" y="2373916"/>
                </a:cubicBezTo>
                <a:lnTo>
                  <a:pt x="2689574" y="2375440"/>
                </a:lnTo>
                <a:lnTo>
                  <a:pt x="2571464" y="2375440"/>
                </a:lnTo>
                <a:lnTo>
                  <a:pt x="2541651" y="2399824"/>
                </a:lnTo>
                <a:lnTo>
                  <a:pt x="2430494" y="2399824"/>
                </a:lnTo>
                <a:lnTo>
                  <a:pt x="2396681" y="2366963"/>
                </a:lnTo>
                <a:lnTo>
                  <a:pt x="2397252" y="2164652"/>
                </a:lnTo>
                <a:lnTo>
                  <a:pt x="2429732" y="2126171"/>
                </a:lnTo>
                <a:lnTo>
                  <a:pt x="2429732" y="1872901"/>
                </a:lnTo>
                <a:cubicBezTo>
                  <a:pt x="2435066" y="1870901"/>
                  <a:pt x="2438972" y="1865852"/>
                  <a:pt x="2438972" y="1859756"/>
                </a:cubicBezTo>
                <a:cubicBezTo>
                  <a:pt x="2438972" y="1852041"/>
                  <a:pt x="2432685" y="1845755"/>
                  <a:pt x="2424970" y="1845755"/>
                </a:cubicBezTo>
                <a:cubicBezTo>
                  <a:pt x="2417255" y="1845755"/>
                  <a:pt x="2410968" y="1852041"/>
                  <a:pt x="2410968" y="1859756"/>
                </a:cubicBezTo>
                <a:cubicBezTo>
                  <a:pt x="2410968" y="1865757"/>
                  <a:pt x="2414873" y="1870901"/>
                  <a:pt x="2420207" y="1872901"/>
                </a:cubicBezTo>
                <a:lnTo>
                  <a:pt x="2420207" y="2122646"/>
                </a:lnTo>
                <a:lnTo>
                  <a:pt x="2387727" y="2161127"/>
                </a:lnTo>
                <a:lnTo>
                  <a:pt x="2387156" y="2370963"/>
                </a:lnTo>
                <a:lnTo>
                  <a:pt x="2426684" y="2409349"/>
                </a:lnTo>
                <a:lnTo>
                  <a:pt x="2545080" y="2409349"/>
                </a:lnTo>
                <a:lnTo>
                  <a:pt x="2574893" y="2384965"/>
                </a:lnTo>
                <a:lnTo>
                  <a:pt x="2689670" y="2384965"/>
                </a:lnTo>
                <a:lnTo>
                  <a:pt x="2689670" y="2394014"/>
                </a:lnTo>
                <a:cubicBezTo>
                  <a:pt x="2689670" y="2397347"/>
                  <a:pt x="2692337" y="2400014"/>
                  <a:pt x="2695670" y="2400014"/>
                </a:cubicBezTo>
                <a:lnTo>
                  <a:pt x="2715768" y="2400014"/>
                </a:lnTo>
                <a:cubicBezTo>
                  <a:pt x="2719102" y="2400014"/>
                  <a:pt x="2721769" y="2397347"/>
                  <a:pt x="2721769" y="2394014"/>
                </a:cubicBezTo>
                <a:lnTo>
                  <a:pt x="2721769" y="2373916"/>
                </a:lnTo>
                <a:close/>
                <a:moveTo>
                  <a:pt x="2415826" y="1859852"/>
                </a:moveTo>
                <a:cubicBezTo>
                  <a:pt x="2415826" y="1854803"/>
                  <a:pt x="2419922" y="1850612"/>
                  <a:pt x="2425065" y="1850612"/>
                </a:cubicBezTo>
                <a:cubicBezTo>
                  <a:pt x="2430209" y="1850612"/>
                  <a:pt x="2434304" y="1854708"/>
                  <a:pt x="2434304" y="1859852"/>
                </a:cubicBezTo>
                <a:cubicBezTo>
                  <a:pt x="2434304" y="1864995"/>
                  <a:pt x="2430209" y="1869091"/>
                  <a:pt x="2425065" y="1869091"/>
                </a:cubicBezTo>
                <a:cubicBezTo>
                  <a:pt x="2419922" y="1869091"/>
                  <a:pt x="2415826" y="1864995"/>
                  <a:pt x="2415826" y="1859852"/>
                </a:cubicBezTo>
                <a:close/>
                <a:moveTo>
                  <a:pt x="2595277" y="2500503"/>
                </a:moveTo>
                <a:lnTo>
                  <a:pt x="2575084" y="2500503"/>
                </a:lnTo>
                <a:lnTo>
                  <a:pt x="2575084" y="2495741"/>
                </a:lnTo>
                <a:lnTo>
                  <a:pt x="2595277" y="2495741"/>
                </a:lnTo>
                <a:lnTo>
                  <a:pt x="2595277" y="2500503"/>
                </a:lnTo>
                <a:close/>
                <a:moveTo>
                  <a:pt x="2554986" y="2495741"/>
                </a:moveTo>
                <a:lnTo>
                  <a:pt x="2554986" y="2500503"/>
                </a:lnTo>
                <a:lnTo>
                  <a:pt x="2534793" y="2500503"/>
                </a:lnTo>
                <a:lnTo>
                  <a:pt x="2534793" y="2495741"/>
                </a:lnTo>
                <a:lnTo>
                  <a:pt x="2554986" y="2495741"/>
                </a:lnTo>
                <a:close/>
                <a:moveTo>
                  <a:pt x="2514695" y="2500408"/>
                </a:moveTo>
                <a:lnTo>
                  <a:pt x="2494502" y="2500408"/>
                </a:lnTo>
                <a:lnTo>
                  <a:pt x="2494502" y="2495645"/>
                </a:lnTo>
                <a:lnTo>
                  <a:pt x="2514695" y="2495645"/>
                </a:lnTo>
                <a:lnTo>
                  <a:pt x="2514695" y="2500408"/>
                </a:lnTo>
                <a:close/>
                <a:moveTo>
                  <a:pt x="2635663" y="2495741"/>
                </a:moveTo>
                <a:lnTo>
                  <a:pt x="2635663" y="2500503"/>
                </a:lnTo>
                <a:lnTo>
                  <a:pt x="2615470" y="2500503"/>
                </a:lnTo>
                <a:lnTo>
                  <a:pt x="2615470" y="2495741"/>
                </a:lnTo>
                <a:lnTo>
                  <a:pt x="2635663" y="2495741"/>
                </a:lnTo>
                <a:close/>
                <a:moveTo>
                  <a:pt x="2721674" y="2508218"/>
                </a:moveTo>
                <a:cubicBezTo>
                  <a:pt x="2721674" y="2511552"/>
                  <a:pt x="2719007" y="2514219"/>
                  <a:pt x="2715673" y="2514219"/>
                </a:cubicBezTo>
                <a:lnTo>
                  <a:pt x="2695575" y="2514219"/>
                </a:lnTo>
                <a:cubicBezTo>
                  <a:pt x="2692242" y="2514219"/>
                  <a:pt x="2689574" y="2511552"/>
                  <a:pt x="2689574" y="2508218"/>
                </a:cubicBezTo>
                <a:lnTo>
                  <a:pt x="2689574" y="2488121"/>
                </a:lnTo>
                <a:cubicBezTo>
                  <a:pt x="2689574" y="2484787"/>
                  <a:pt x="2692242" y="2482120"/>
                  <a:pt x="2695575" y="2482120"/>
                </a:cubicBezTo>
                <a:lnTo>
                  <a:pt x="2715673" y="2482120"/>
                </a:lnTo>
                <a:cubicBezTo>
                  <a:pt x="2719007" y="2482120"/>
                  <a:pt x="2721674" y="2484787"/>
                  <a:pt x="2721674" y="2488121"/>
                </a:cubicBezTo>
                <a:lnTo>
                  <a:pt x="2721674" y="2508218"/>
                </a:lnTo>
                <a:close/>
                <a:moveTo>
                  <a:pt x="2675954" y="2495836"/>
                </a:moveTo>
                <a:lnTo>
                  <a:pt x="2675954" y="2500598"/>
                </a:lnTo>
                <a:lnTo>
                  <a:pt x="2655761" y="2500598"/>
                </a:lnTo>
                <a:lnTo>
                  <a:pt x="2655761" y="2495836"/>
                </a:lnTo>
                <a:lnTo>
                  <a:pt x="2675954" y="2495836"/>
                </a:lnTo>
                <a:close/>
                <a:moveTo>
                  <a:pt x="296513" y="3011519"/>
                </a:moveTo>
                <a:lnTo>
                  <a:pt x="266891" y="3011519"/>
                </a:lnTo>
                <a:cubicBezTo>
                  <a:pt x="265176" y="3011519"/>
                  <a:pt x="263747" y="3012948"/>
                  <a:pt x="263747" y="3014663"/>
                </a:cubicBezTo>
                <a:lnTo>
                  <a:pt x="263747" y="3025902"/>
                </a:lnTo>
                <a:lnTo>
                  <a:pt x="99346" y="3025902"/>
                </a:lnTo>
                <a:lnTo>
                  <a:pt x="44958" y="2971229"/>
                </a:lnTo>
                <a:lnTo>
                  <a:pt x="95" y="2971229"/>
                </a:lnTo>
                <a:lnTo>
                  <a:pt x="95" y="2978372"/>
                </a:lnTo>
                <a:lnTo>
                  <a:pt x="42005" y="2978372"/>
                </a:lnTo>
                <a:lnTo>
                  <a:pt x="96393" y="3033046"/>
                </a:lnTo>
                <a:lnTo>
                  <a:pt x="263747" y="3033046"/>
                </a:lnTo>
                <a:lnTo>
                  <a:pt x="263747" y="3044285"/>
                </a:lnTo>
                <a:cubicBezTo>
                  <a:pt x="263747" y="3046000"/>
                  <a:pt x="265176" y="3047429"/>
                  <a:pt x="266891" y="3047429"/>
                </a:cubicBezTo>
                <a:lnTo>
                  <a:pt x="296513" y="3047429"/>
                </a:lnTo>
                <a:cubicBezTo>
                  <a:pt x="298228" y="3047429"/>
                  <a:pt x="299657" y="3046000"/>
                  <a:pt x="299657" y="3044285"/>
                </a:cubicBezTo>
                <a:lnTo>
                  <a:pt x="299657" y="3014663"/>
                </a:lnTo>
                <a:cubicBezTo>
                  <a:pt x="299657" y="3012948"/>
                  <a:pt x="298228" y="3011519"/>
                  <a:pt x="296513" y="3011519"/>
                </a:cubicBezTo>
                <a:close/>
                <a:moveTo>
                  <a:pt x="297275" y="3044285"/>
                </a:moveTo>
                <a:cubicBezTo>
                  <a:pt x="297275" y="3044285"/>
                  <a:pt x="296894" y="3045047"/>
                  <a:pt x="296513" y="3045047"/>
                </a:cubicBezTo>
                <a:lnTo>
                  <a:pt x="266891" y="3045047"/>
                </a:lnTo>
                <a:cubicBezTo>
                  <a:pt x="266891" y="3045047"/>
                  <a:pt x="266129" y="3044667"/>
                  <a:pt x="266129" y="3044285"/>
                </a:cubicBezTo>
                <a:lnTo>
                  <a:pt x="266129" y="3014663"/>
                </a:lnTo>
                <a:cubicBezTo>
                  <a:pt x="266129" y="3014663"/>
                  <a:pt x="266510" y="3013901"/>
                  <a:pt x="266891" y="3013901"/>
                </a:cubicBezTo>
                <a:lnTo>
                  <a:pt x="296513" y="3013901"/>
                </a:lnTo>
                <a:cubicBezTo>
                  <a:pt x="296513" y="3013901"/>
                  <a:pt x="297275" y="3014282"/>
                  <a:pt x="297275" y="3014663"/>
                </a:cubicBezTo>
                <a:lnTo>
                  <a:pt x="297275" y="3044285"/>
                </a:lnTo>
                <a:close/>
                <a:moveTo>
                  <a:pt x="2002060" y="1565624"/>
                </a:moveTo>
                <a:cubicBezTo>
                  <a:pt x="2005298" y="1563815"/>
                  <a:pt x="2007489" y="1560862"/>
                  <a:pt x="2008537" y="1557623"/>
                </a:cubicBezTo>
                <a:lnTo>
                  <a:pt x="2098072" y="1558004"/>
                </a:lnTo>
                <a:lnTo>
                  <a:pt x="2165985" y="1509617"/>
                </a:lnTo>
                <a:lnTo>
                  <a:pt x="2321338" y="1510665"/>
                </a:lnTo>
                <a:lnTo>
                  <a:pt x="2384108" y="1454087"/>
                </a:lnTo>
                <a:cubicBezTo>
                  <a:pt x="2387727" y="1455611"/>
                  <a:pt x="2392013" y="1455611"/>
                  <a:pt x="2395633" y="1453229"/>
                </a:cubicBezTo>
                <a:cubicBezTo>
                  <a:pt x="2401157" y="1449515"/>
                  <a:pt x="2402681" y="1441895"/>
                  <a:pt x="2398871" y="1436370"/>
                </a:cubicBezTo>
                <a:cubicBezTo>
                  <a:pt x="2395157" y="1430846"/>
                  <a:pt x="2387537" y="1429322"/>
                  <a:pt x="2382012" y="1433132"/>
                </a:cubicBezTo>
                <a:cubicBezTo>
                  <a:pt x="2377345" y="1436275"/>
                  <a:pt x="2375726" y="1442180"/>
                  <a:pt x="2377631" y="1447228"/>
                </a:cubicBezTo>
                <a:lnTo>
                  <a:pt x="2317814" y="1501235"/>
                </a:lnTo>
                <a:lnTo>
                  <a:pt x="2163032" y="1500188"/>
                </a:lnTo>
                <a:lnTo>
                  <a:pt x="2095119" y="1548575"/>
                </a:lnTo>
                <a:lnTo>
                  <a:pt x="2008537" y="1548194"/>
                </a:lnTo>
                <a:cubicBezTo>
                  <a:pt x="2008251" y="1547432"/>
                  <a:pt x="2007965" y="1546670"/>
                  <a:pt x="2007489" y="1545907"/>
                </a:cubicBezTo>
                <a:cubicBezTo>
                  <a:pt x="2003489" y="1538954"/>
                  <a:pt x="1994535" y="1536573"/>
                  <a:pt x="1987582" y="1540574"/>
                </a:cubicBezTo>
                <a:cubicBezTo>
                  <a:pt x="1980628" y="1544574"/>
                  <a:pt x="1978247" y="1553528"/>
                  <a:pt x="1982248" y="1560481"/>
                </a:cubicBezTo>
                <a:cubicBezTo>
                  <a:pt x="1984915" y="1565148"/>
                  <a:pt x="1989868" y="1567720"/>
                  <a:pt x="1994916" y="1567720"/>
                </a:cubicBezTo>
                <a:cubicBezTo>
                  <a:pt x="1997393" y="1567720"/>
                  <a:pt x="1999869" y="1567053"/>
                  <a:pt x="2002155" y="1565815"/>
                </a:cubicBezTo>
                <a:close/>
                <a:moveTo>
                  <a:pt x="1986344" y="1557909"/>
                </a:moveTo>
                <a:cubicBezTo>
                  <a:pt x="1983677" y="1553242"/>
                  <a:pt x="1985296" y="1547241"/>
                  <a:pt x="1989963" y="1544574"/>
                </a:cubicBezTo>
                <a:cubicBezTo>
                  <a:pt x="1991487" y="1543717"/>
                  <a:pt x="1993106" y="1543241"/>
                  <a:pt x="1994821" y="1543241"/>
                </a:cubicBezTo>
                <a:cubicBezTo>
                  <a:pt x="1995678" y="1543241"/>
                  <a:pt x="1996535" y="1543336"/>
                  <a:pt x="1997393" y="1543622"/>
                </a:cubicBezTo>
                <a:cubicBezTo>
                  <a:pt x="1999964" y="1544288"/>
                  <a:pt x="2002060" y="1545907"/>
                  <a:pt x="2003298" y="1548194"/>
                </a:cubicBezTo>
                <a:cubicBezTo>
                  <a:pt x="2005965" y="1552861"/>
                  <a:pt x="2004346" y="1558862"/>
                  <a:pt x="1999678" y="1561528"/>
                </a:cubicBezTo>
                <a:cubicBezTo>
                  <a:pt x="1995011" y="1564196"/>
                  <a:pt x="1989011" y="1562576"/>
                  <a:pt x="1986344" y="1557909"/>
                </a:cubicBezTo>
                <a:close/>
                <a:moveTo>
                  <a:pt x="1287590" y="2121980"/>
                </a:moveTo>
                <a:lnTo>
                  <a:pt x="1284923" y="2121980"/>
                </a:lnTo>
                <a:lnTo>
                  <a:pt x="1258443" y="2097405"/>
                </a:lnTo>
                <a:lnTo>
                  <a:pt x="1120331" y="2097405"/>
                </a:lnTo>
                <a:lnTo>
                  <a:pt x="1090708" y="2121980"/>
                </a:lnTo>
                <a:lnTo>
                  <a:pt x="1088041" y="2121980"/>
                </a:lnTo>
                <a:cubicBezTo>
                  <a:pt x="1085279" y="2121980"/>
                  <a:pt x="1082993" y="2124266"/>
                  <a:pt x="1082993" y="2127028"/>
                </a:cubicBezTo>
                <a:lnTo>
                  <a:pt x="1082993" y="2133886"/>
                </a:lnTo>
                <a:cubicBezTo>
                  <a:pt x="1082993" y="2136648"/>
                  <a:pt x="1085279" y="2138934"/>
                  <a:pt x="1088041" y="2138934"/>
                </a:cubicBezTo>
                <a:lnTo>
                  <a:pt x="1094232" y="2138934"/>
                </a:lnTo>
                <a:cubicBezTo>
                  <a:pt x="1096994" y="2138934"/>
                  <a:pt x="1099280" y="2136648"/>
                  <a:pt x="1099280" y="2133886"/>
                </a:cubicBezTo>
                <a:lnTo>
                  <a:pt x="1099280" y="2127028"/>
                </a:lnTo>
                <a:cubicBezTo>
                  <a:pt x="1099280" y="2124266"/>
                  <a:pt x="1097090" y="2122075"/>
                  <a:pt x="1094423" y="2121980"/>
                </a:cubicBezTo>
                <a:lnTo>
                  <a:pt x="1121188" y="2099786"/>
                </a:lnTo>
                <a:lnTo>
                  <a:pt x="1257586" y="2099786"/>
                </a:lnTo>
                <a:lnTo>
                  <a:pt x="1281494" y="2121980"/>
                </a:lnTo>
                <a:lnTo>
                  <a:pt x="1281494" y="2121980"/>
                </a:lnTo>
                <a:cubicBezTo>
                  <a:pt x="1278731" y="2121980"/>
                  <a:pt x="1276445" y="2124266"/>
                  <a:pt x="1276445" y="2127028"/>
                </a:cubicBezTo>
                <a:lnTo>
                  <a:pt x="1276445" y="2133886"/>
                </a:lnTo>
                <a:cubicBezTo>
                  <a:pt x="1276445" y="2136648"/>
                  <a:pt x="1278731" y="2138934"/>
                  <a:pt x="1281494" y="2138934"/>
                </a:cubicBezTo>
                <a:lnTo>
                  <a:pt x="1287685" y="2138934"/>
                </a:lnTo>
                <a:cubicBezTo>
                  <a:pt x="1290447" y="2138934"/>
                  <a:pt x="1292733" y="2136648"/>
                  <a:pt x="1292733" y="2133886"/>
                </a:cubicBezTo>
                <a:lnTo>
                  <a:pt x="1292733" y="2127028"/>
                </a:lnTo>
                <a:cubicBezTo>
                  <a:pt x="1292733" y="2124266"/>
                  <a:pt x="1290447" y="2121980"/>
                  <a:pt x="1287685" y="2121980"/>
                </a:cubicBezTo>
                <a:close/>
                <a:moveTo>
                  <a:pt x="1096899" y="2127028"/>
                </a:moveTo>
                <a:lnTo>
                  <a:pt x="1096899" y="2133886"/>
                </a:lnTo>
                <a:cubicBezTo>
                  <a:pt x="1096899" y="2135315"/>
                  <a:pt x="1095661" y="2136553"/>
                  <a:pt x="1094232" y="2136553"/>
                </a:cubicBezTo>
                <a:lnTo>
                  <a:pt x="1088041" y="2136553"/>
                </a:lnTo>
                <a:cubicBezTo>
                  <a:pt x="1086612" y="2136553"/>
                  <a:pt x="1085374" y="2135315"/>
                  <a:pt x="1085374" y="2133886"/>
                </a:cubicBezTo>
                <a:lnTo>
                  <a:pt x="1085374" y="2127028"/>
                </a:lnTo>
                <a:cubicBezTo>
                  <a:pt x="1085374" y="2125599"/>
                  <a:pt x="1086612" y="2124361"/>
                  <a:pt x="1088041" y="2124361"/>
                </a:cubicBezTo>
                <a:lnTo>
                  <a:pt x="1094232" y="2124361"/>
                </a:lnTo>
                <a:cubicBezTo>
                  <a:pt x="1095661" y="2124361"/>
                  <a:pt x="1096899" y="2125599"/>
                  <a:pt x="1096899" y="2127028"/>
                </a:cubicBezTo>
                <a:close/>
                <a:moveTo>
                  <a:pt x="1290257" y="2133886"/>
                </a:moveTo>
                <a:cubicBezTo>
                  <a:pt x="1290257" y="2135315"/>
                  <a:pt x="1289018" y="2136553"/>
                  <a:pt x="1287590" y="2136553"/>
                </a:cubicBezTo>
                <a:lnTo>
                  <a:pt x="1281398" y="2136553"/>
                </a:lnTo>
                <a:cubicBezTo>
                  <a:pt x="1279970" y="2136553"/>
                  <a:pt x="1278731" y="2135315"/>
                  <a:pt x="1278731" y="2133886"/>
                </a:cubicBezTo>
                <a:lnTo>
                  <a:pt x="1278731" y="2127028"/>
                </a:lnTo>
                <a:cubicBezTo>
                  <a:pt x="1278731" y="2125599"/>
                  <a:pt x="1279970" y="2124361"/>
                  <a:pt x="1281398" y="2124361"/>
                </a:cubicBezTo>
                <a:lnTo>
                  <a:pt x="1287590" y="2124361"/>
                </a:lnTo>
                <a:cubicBezTo>
                  <a:pt x="1289018" y="2124361"/>
                  <a:pt x="1290257" y="2125599"/>
                  <a:pt x="1290257" y="2127028"/>
                </a:cubicBezTo>
                <a:lnTo>
                  <a:pt x="1290257" y="2133886"/>
                </a:lnTo>
                <a:close/>
                <a:moveTo>
                  <a:pt x="1702403" y="1688306"/>
                </a:moveTo>
                <a:cubicBezTo>
                  <a:pt x="1705642" y="1688306"/>
                  <a:pt x="1708309" y="1686211"/>
                  <a:pt x="1709357" y="1683258"/>
                </a:cubicBezTo>
                <a:lnTo>
                  <a:pt x="1763268" y="1683258"/>
                </a:lnTo>
                <a:lnTo>
                  <a:pt x="1778603" y="1660207"/>
                </a:lnTo>
                <a:lnTo>
                  <a:pt x="1778603" y="1618869"/>
                </a:lnTo>
                <a:cubicBezTo>
                  <a:pt x="1780508" y="1618298"/>
                  <a:pt x="1782223" y="1617059"/>
                  <a:pt x="1783271" y="1615154"/>
                </a:cubicBezTo>
                <a:cubicBezTo>
                  <a:pt x="1785557" y="1611249"/>
                  <a:pt x="1784223" y="1606296"/>
                  <a:pt x="1780318" y="1604010"/>
                </a:cubicBezTo>
                <a:cubicBezTo>
                  <a:pt x="1776413" y="1601819"/>
                  <a:pt x="1771460" y="1603153"/>
                  <a:pt x="1769174" y="1606963"/>
                </a:cubicBezTo>
                <a:cubicBezTo>
                  <a:pt x="1766888" y="1610868"/>
                  <a:pt x="1768316" y="1615821"/>
                  <a:pt x="1772126" y="1618107"/>
                </a:cubicBezTo>
                <a:cubicBezTo>
                  <a:pt x="1772698" y="1618393"/>
                  <a:pt x="1773269" y="1618583"/>
                  <a:pt x="1773841" y="1618774"/>
                </a:cubicBezTo>
                <a:lnTo>
                  <a:pt x="1773841" y="1658684"/>
                </a:lnTo>
                <a:lnTo>
                  <a:pt x="1760696" y="1678400"/>
                </a:lnTo>
                <a:lnTo>
                  <a:pt x="1709357" y="1678400"/>
                </a:lnTo>
                <a:cubicBezTo>
                  <a:pt x="1708309" y="1675448"/>
                  <a:pt x="1705642" y="1673352"/>
                  <a:pt x="1702403" y="1673352"/>
                </a:cubicBezTo>
                <a:cubicBezTo>
                  <a:pt x="1698307" y="1673352"/>
                  <a:pt x="1694974" y="1676686"/>
                  <a:pt x="1694974" y="1680782"/>
                </a:cubicBezTo>
                <a:cubicBezTo>
                  <a:pt x="1694974" y="1684877"/>
                  <a:pt x="1698307" y="1688211"/>
                  <a:pt x="1702403" y="1688211"/>
                </a:cubicBezTo>
                <a:close/>
                <a:moveTo>
                  <a:pt x="1773365" y="1616107"/>
                </a:moveTo>
                <a:cubicBezTo>
                  <a:pt x="1770602" y="1614488"/>
                  <a:pt x="1769650" y="1610963"/>
                  <a:pt x="1771269" y="1608201"/>
                </a:cubicBezTo>
                <a:cubicBezTo>
                  <a:pt x="1772317" y="1606391"/>
                  <a:pt x="1774317" y="1605344"/>
                  <a:pt x="1776317" y="1605344"/>
                </a:cubicBezTo>
                <a:cubicBezTo>
                  <a:pt x="1777270" y="1605344"/>
                  <a:pt x="1778318" y="1605629"/>
                  <a:pt x="1779175" y="1606106"/>
                </a:cubicBezTo>
                <a:cubicBezTo>
                  <a:pt x="1781937" y="1607725"/>
                  <a:pt x="1782890" y="1611249"/>
                  <a:pt x="1781270" y="1614011"/>
                </a:cubicBezTo>
                <a:cubicBezTo>
                  <a:pt x="1779651" y="1616774"/>
                  <a:pt x="1776127" y="1617726"/>
                  <a:pt x="1773365" y="1616107"/>
                </a:cubicBezTo>
                <a:close/>
                <a:moveTo>
                  <a:pt x="1702403" y="1675828"/>
                </a:moveTo>
                <a:cubicBezTo>
                  <a:pt x="1705166" y="1675828"/>
                  <a:pt x="1707452" y="1678115"/>
                  <a:pt x="1707452" y="1680877"/>
                </a:cubicBezTo>
                <a:cubicBezTo>
                  <a:pt x="1707452" y="1683639"/>
                  <a:pt x="1705166" y="1685925"/>
                  <a:pt x="1702403" y="1685925"/>
                </a:cubicBezTo>
                <a:cubicBezTo>
                  <a:pt x="1699641" y="1685925"/>
                  <a:pt x="1697355" y="1683639"/>
                  <a:pt x="1697355" y="1680877"/>
                </a:cubicBezTo>
                <a:cubicBezTo>
                  <a:pt x="1697355" y="1678115"/>
                  <a:pt x="1699641" y="1675828"/>
                  <a:pt x="1702403" y="1675828"/>
                </a:cubicBezTo>
                <a:close/>
                <a:moveTo>
                  <a:pt x="2435352" y="1582293"/>
                </a:moveTo>
                <a:cubicBezTo>
                  <a:pt x="2427637" y="1587532"/>
                  <a:pt x="2425541" y="1598009"/>
                  <a:pt x="2430780" y="1605820"/>
                </a:cubicBezTo>
                <a:cubicBezTo>
                  <a:pt x="2434019" y="1610678"/>
                  <a:pt x="2439353" y="1613249"/>
                  <a:pt x="2444877" y="1613249"/>
                </a:cubicBezTo>
                <a:cubicBezTo>
                  <a:pt x="2448116" y="1613249"/>
                  <a:pt x="2451449" y="1612297"/>
                  <a:pt x="2454307" y="1610392"/>
                </a:cubicBezTo>
                <a:cubicBezTo>
                  <a:pt x="2458022" y="1607820"/>
                  <a:pt x="2460593" y="1604010"/>
                  <a:pt x="2461451" y="1599628"/>
                </a:cubicBezTo>
                <a:cubicBezTo>
                  <a:pt x="2462308" y="1595152"/>
                  <a:pt x="2461451" y="1590675"/>
                  <a:pt x="2458879" y="1586960"/>
                </a:cubicBezTo>
                <a:cubicBezTo>
                  <a:pt x="2453640" y="1579245"/>
                  <a:pt x="2443067" y="1577150"/>
                  <a:pt x="2435352" y="1582388"/>
                </a:cubicBezTo>
                <a:close/>
                <a:moveTo>
                  <a:pt x="2448973" y="1602486"/>
                </a:moveTo>
                <a:cubicBezTo>
                  <a:pt x="2445544" y="1604772"/>
                  <a:pt x="2440972" y="1603820"/>
                  <a:pt x="2438686" y="1600486"/>
                </a:cubicBezTo>
                <a:cubicBezTo>
                  <a:pt x="2436400" y="1597152"/>
                  <a:pt x="2437257" y="1592485"/>
                  <a:pt x="2440686" y="1590199"/>
                </a:cubicBezTo>
                <a:cubicBezTo>
                  <a:pt x="2441924" y="1589342"/>
                  <a:pt x="2443353" y="1588961"/>
                  <a:pt x="2444782" y="1588961"/>
                </a:cubicBezTo>
                <a:cubicBezTo>
                  <a:pt x="2445258" y="1588961"/>
                  <a:pt x="2445734" y="1588961"/>
                  <a:pt x="2446211" y="1589056"/>
                </a:cubicBezTo>
                <a:cubicBezTo>
                  <a:pt x="2448116" y="1589437"/>
                  <a:pt x="2449830" y="1590580"/>
                  <a:pt x="2450973" y="1592199"/>
                </a:cubicBezTo>
                <a:cubicBezTo>
                  <a:pt x="2452116" y="1593818"/>
                  <a:pt x="2452497" y="1595819"/>
                  <a:pt x="2452116" y="1597724"/>
                </a:cubicBezTo>
                <a:cubicBezTo>
                  <a:pt x="2451735" y="1599628"/>
                  <a:pt x="2450592" y="1601343"/>
                  <a:pt x="2448973" y="1602486"/>
                </a:cubicBezTo>
                <a:close/>
                <a:moveTo>
                  <a:pt x="2452783" y="2640425"/>
                </a:moveTo>
                <a:lnTo>
                  <a:pt x="2452783" y="2659190"/>
                </a:lnTo>
                <a:cubicBezTo>
                  <a:pt x="2452783" y="2661285"/>
                  <a:pt x="2451068" y="2663000"/>
                  <a:pt x="2448973" y="2663000"/>
                </a:cubicBezTo>
                <a:lnTo>
                  <a:pt x="2430209" y="2663000"/>
                </a:lnTo>
                <a:cubicBezTo>
                  <a:pt x="2428113" y="2663000"/>
                  <a:pt x="2426399" y="2661285"/>
                  <a:pt x="2426399" y="2659190"/>
                </a:cubicBezTo>
                <a:lnTo>
                  <a:pt x="2426399" y="2640425"/>
                </a:lnTo>
                <a:cubicBezTo>
                  <a:pt x="2426399" y="2638330"/>
                  <a:pt x="2428113" y="2636615"/>
                  <a:pt x="2430209" y="2636615"/>
                </a:cubicBezTo>
                <a:lnTo>
                  <a:pt x="2448973" y="2636615"/>
                </a:lnTo>
                <a:cubicBezTo>
                  <a:pt x="2451068" y="2636615"/>
                  <a:pt x="2452783" y="2638330"/>
                  <a:pt x="2452783" y="2640425"/>
                </a:cubicBezTo>
                <a:close/>
                <a:moveTo>
                  <a:pt x="1976628" y="2344388"/>
                </a:moveTo>
                <a:cubicBezTo>
                  <a:pt x="1978247" y="2344388"/>
                  <a:pt x="1979867" y="2344007"/>
                  <a:pt x="1981486" y="2343341"/>
                </a:cubicBezTo>
                <a:cubicBezTo>
                  <a:pt x="1987391" y="2340674"/>
                  <a:pt x="1990058" y="2333625"/>
                  <a:pt x="1987391" y="2327720"/>
                </a:cubicBezTo>
                <a:cubicBezTo>
                  <a:pt x="1984724" y="2321814"/>
                  <a:pt x="1977676" y="2319147"/>
                  <a:pt x="1971675" y="2321814"/>
                </a:cubicBezTo>
                <a:cubicBezTo>
                  <a:pt x="1968818" y="2323148"/>
                  <a:pt x="1966627" y="2325434"/>
                  <a:pt x="1965484" y="2328386"/>
                </a:cubicBezTo>
                <a:cubicBezTo>
                  <a:pt x="1964341" y="2331339"/>
                  <a:pt x="1964436" y="2334578"/>
                  <a:pt x="1965770" y="2337435"/>
                </a:cubicBezTo>
                <a:cubicBezTo>
                  <a:pt x="1967770" y="2341817"/>
                  <a:pt x="1972056" y="2344388"/>
                  <a:pt x="1976533" y="2344388"/>
                </a:cubicBezTo>
                <a:close/>
                <a:moveTo>
                  <a:pt x="1969961" y="2330006"/>
                </a:moveTo>
                <a:cubicBezTo>
                  <a:pt x="1970627" y="2328196"/>
                  <a:pt x="1971961" y="2326862"/>
                  <a:pt x="1973675" y="2326100"/>
                </a:cubicBezTo>
                <a:cubicBezTo>
                  <a:pt x="1974628" y="2325719"/>
                  <a:pt x="1975580" y="2325434"/>
                  <a:pt x="1976533" y="2325434"/>
                </a:cubicBezTo>
                <a:cubicBezTo>
                  <a:pt x="1979200" y="2325434"/>
                  <a:pt x="1981772" y="2326958"/>
                  <a:pt x="1983010" y="2329625"/>
                </a:cubicBezTo>
                <a:cubicBezTo>
                  <a:pt x="1984629" y="2333149"/>
                  <a:pt x="1983010" y="2337340"/>
                  <a:pt x="1979486" y="2338959"/>
                </a:cubicBezTo>
                <a:cubicBezTo>
                  <a:pt x="1975961" y="2340578"/>
                  <a:pt x="1971770" y="2338959"/>
                  <a:pt x="1970151" y="2335435"/>
                </a:cubicBezTo>
                <a:cubicBezTo>
                  <a:pt x="1969389" y="2333720"/>
                  <a:pt x="1969294" y="2331815"/>
                  <a:pt x="1969961" y="2330006"/>
                </a:cubicBezTo>
                <a:close/>
                <a:moveTo>
                  <a:pt x="2040446" y="1604963"/>
                </a:moveTo>
                <a:cubicBezTo>
                  <a:pt x="2046923" y="1606868"/>
                  <a:pt x="2053685" y="1603153"/>
                  <a:pt x="2055590" y="1596771"/>
                </a:cubicBezTo>
                <a:cubicBezTo>
                  <a:pt x="2055686" y="1596390"/>
                  <a:pt x="2055590" y="1596009"/>
                  <a:pt x="2055686" y="1595628"/>
                </a:cubicBezTo>
                <a:lnTo>
                  <a:pt x="2147792" y="1596009"/>
                </a:lnTo>
                <a:lnTo>
                  <a:pt x="2224183" y="1540764"/>
                </a:lnTo>
                <a:lnTo>
                  <a:pt x="2379536" y="1541812"/>
                </a:lnTo>
                <a:lnTo>
                  <a:pt x="2440877" y="1486472"/>
                </a:lnTo>
                <a:lnTo>
                  <a:pt x="2439924" y="1485424"/>
                </a:lnTo>
                <a:cubicBezTo>
                  <a:pt x="2441543" y="1485995"/>
                  <a:pt x="2443163" y="1486376"/>
                  <a:pt x="2444877" y="1486376"/>
                </a:cubicBezTo>
                <a:cubicBezTo>
                  <a:pt x="2447639" y="1486376"/>
                  <a:pt x="2450497" y="1485614"/>
                  <a:pt x="2452973" y="1483900"/>
                </a:cubicBezTo>
                <a:cubicBezTo>
                  <a:pt x="2459641" y="1479423"/>
                  <a:pt x="2461355" y="1470374"/>
                  <a:pt x="2456879" y="1463707"/>
                </a:cubicBezTo>
                <a:cubicBezTo>
                  <a:pt x="2456879" y="1463612"/>
                  <a:pt x="2456688" y="1463516"/>
                  <a:pt x="2456688" y="1463421"/>
                </a:cubicBezTo>
                <a:lnTo>
                  <a:pt x="2476881" y="1447228"/>
                </a:lnTo>
                <a:lnTo>
                  <a:pt x="2630900" y="1447228"/>
                </a:lnTo>
                <a:lnTo>
                  <a:pt x="2630900" y="1456658"/>
                </a:lnTo>
                <a:cubicBezTo>
                  <a:pt x="2630900" y="1457135"/>
                  <a:pt x="2631091" y="1457516"/>
                  <a:pt x="2631186" y="1457992"/>
                </a:cubicBezTo>
                <a:lnTo>
                  <a:pt x="2503075" y="1457992"/>
                </a:lnTo>
                <a:lnTo>
                  <a:pt x="2476024" y="1481138"/>
                </a:lnTo>
                <a:lnTo>
                  <a:pt x="2476024" y="1524381"/>
                </a:lnTo>
                <a:lnTo>
                  <a:pt x="2456688" y="1541621"/>
                </a:lnTo>
                <a:cubicBezTo>
                  <a:pt x="2452688" y="1537716"/>
                  <a:pt x="2446401" y="1536859"/>
                  <a:pt x="2441638" y="1540097"/>
                </a:cubicBezTo>
                <a:cubicBezTo>
                  <a:pt x="2436114" y="1543812"/>
                  <a:pt x="2434590" y="1551432"/>
                  <a:pt x="2438400" y="1556957"/>
                </a:cubicBezTo>
                <a:cubicBezTo>
                  <a:pt x="2442115" y="1562481"/>
                  <a:pt x="2449735" y="1564005"/>
                  <a:pt x="2455259" y="1560195"/>
                </a:cubicBezTo>
                <a:cubicBezTo>
                  <a:pt x="2460784" y="1556480"/>
                  <a:pt x="2462308" y="1548860"/>
                  <a:pt x="2458498" y="1543336"/>
                </a:cubicBezTo>
                <a:cubicBezTo>
                  <a:pt x="2458498" y="1543336"/>
                  <a:pt x="2458498" y="1543336"/>
                  <a:pt x="2458403" y="1543241"/>
                </a:cubicBezTo>
                <a:lnTo>
                  <a:pt x="2478405" y="1525429"/>
                </a:lnTo>
                <a:lnTo>
                  <a:pt x="2478405" y="1482185"/>
                </a:lnTo>
                <a:lnTo>
                  <a:pt x="2504027" y="1460373"/>
                </a:lnTo>
                <a:lnTo>
                  <a:pt x="2631758" y="1460373"/>
                </a:lnTo>
                <a:cubicBezTo>
                  <a:pt x="2633377" y="1465231"/>
                  <a:pt x="2637759" y="1468850"/>
                  <a:pt x="2643188" y="1468850"/>
                </a:cubicBezTo>
                <a:lnTo>
                  <a:pt x="2654618" y="1468850"/>
                </a:lnTo>
                <a:cubicBezTo>
                  <a:pt x="2661380" y="1468850"/>
                  <a:pt x="2666810" y="1463421"/>
                  <a:pt x="2666810" y="1456658"/>
                </a:cubicBezTo>
                <a:lnTo>
                  <a:pt x="2666810" y="1445228"/>
                </a:lnTo>
                <a:cubicBezTo>
                  <a:pt x="2666810" y="1438466"/>
                  <a:pt x="2661380" y="1433036"/>
                  <a:pt x="2654618" y="1433036"/>
                </a:cubicBezTo>
                <a:lnTo>
                  <a:pt x="2643188" y="1433036"/>
                </a:lnTo>
                <a:cubicBezTo>
                  <a:pt x="2636615" y="1433036"/>
                  <a:pt x="2631281" y="1438275"/>
                  <a:pt x="2631091" y="1444847"/>
                </a:cubicBezTo>
                <a:lnTo>
                  <a:pt x="2476119" y="1444847"/>
                </a:lnTo>
                <a:lnTo>
                  <a:pt x="2455259" y="1461611"/>
                </a:lnTo>
                <a:cubicBezTo>
                  <a:pt x="2450402" y="1456753"/>
                  <a:pt x="2442686" y="1455801"/>
                  <a:pt x="2436781" y="1459802"/>
                </a:cubicBezTo>
                <a:cubicBezTo>
                  <a:pt x="2430113" y="1464278"/>
                  <a:pt x="2428399" y="1473327"/>
                  <a:pt x="2432876" y="1479995"/>
                </a:cubicBezTo>
                <a:cubicBezTo>
                  <a:pt x="2432971" y="1480185"/>
                  <a:pt x="2433161" y="1480280"/>
                  <a:pt x="2433257" y="1480471"/>
                </a:cubicBezTo>
                <a:lnTo>
                  <a:pt x="2375916" y="1532192"/>
                </a:lnTo>
                <a:lnTo>
                  <a:pt x="2221135" y="1531144"/>
                </a:lnTo>
                <a:lnTo>
                  <a:pt x="2144744" y="1586389"/>
                </a:lnTo>
                <a:lnTo>
                  <a:pt x="2053400" y="1586008"/>
                </a:lnTo>
                <a:cubicBezTo>
                  <a:pt x="2051876" y="1584007"/>
                  <a:pt x="2049875" y="1582293"/>
                  <a:pt x="2047303" y="1581531"/>
                </a:cubicBezTo>
                <a:cubicBezTo>
                  <a:pt x="2040827" y="1579626"/>
                  <a:pt x="2034064" y="1583341"/>
                  <a:pt x="2032159" y="1589723"/>
                </a:cubicBezTo>
                <a:cubicBezTo>
                  <a:pt x="2030254" y="1596200"/>
                  <a:pt x="2033969" y="1602962"/>
                  <a:pt x="2040350" y="1604867"/>
                </a:cubicBezTo>
                <a:close/>
                <a:moveTo>
                  <a:pt x="2635663" y="1445324"/>
                </a:moveTo>
                <a:cubicBezTo>
                  <a:pt x="2635663" y="1441228"/>
                  <a:pt x="2638997" y="1437894"/>
                  <a:pt x="2643092" y="1437894"/>
                </a:cubicBezTo>
                <a:lnTo>
                  <a:pt x="2654522" y="1437894"/>
                </a:lnTo>
                <a:cubicBezTo>
                  <a:pt x="2658618" y="1437894"/>
                  <a:pt x="2661952" y="1441228"/>
                  <a:pt x="2661952" y="1445324"/>
                </a:cubicBezTo>
                <a:lnTo>
                  <a:pt x="2661952" y="1456753"/>
                </a:lnTo>
                <a:cubicBezTo>
                  <a:pt x="2661952" y="1460849"/>
                  <a:pt x="2658618" y="1464183"/>
                  <a:pt x="2654522" y="1464183"/>
                </a:cubicBezTo>
                <a:lnTo>
                  <a:pt x="2643092" y="1464183"/>
                </a:lnTo>
                <a:cubicBezTo>
                  <a:pt x="2638997" y="1464183"/>
                  <a:pt x="2635663" y="1460849"/>
                  <a:pt x="2635663" y="1456753"/>
                </a:cubicBezTo>
                <a:lnTo>
                  <a:pt x="2635663" y="1445324"/>
                </a:lnTo>
                <a:close/>
                <a:moveTo>
                  <a:pt x="2439353" y="1463802"/>
                </a:moveTo>
                <a:cubicBezTo>
                  <a:pt x="2440972" y="1462659"/>
                  <a:pt x="2442877" y="1462088"/>
                  <a:pt x="2444782" y="1462088"/>
                </a:cubicBezTo>
                <a:cubicBezTo>
                  <a:pt x="2445449" y="1462088"/>
                  <a:pt x="2446020" y="1462088"/>
                  <a:pt x="2446687" y="1462278"/>
                </a:cubicBezTo>
                <a:cubicBezTo>
                  <a:pt x="2449259" y="1462754"/>
                  <a:pt x="2451449" y="1464278"/>
                  <a:pt x="2452973" y="1466374"/>
                </a:cubicBezTo>
                <a:cubicBezTo>
                  <a:pt x="2456021" y="1470851"/>
                  <a:pt x="2454783" y="1476947"/>
                  <a:pt x="2450306" y="1479995"/>
                </a:cubicBezTo>
                <a:cubicBezTo>
                  <a:pt x="2445830" y="1483043"/>
                  <a:pt x="2439734" y="1481804"/>
                  <a:pt x="2436686" y="1477328"/>
                </a:cubicBezTo>
                <a:cubicBezTo>
                  <a:pt x="2433638" y="1472851"/>
                  <a:pt x="2434876" y="1466755"/>
                  <a:pt x="2439353" y="1463707"/>
                </a:cubicBezTo>
                <a:close/>
                <a:moveTo>
                  <a:pt x="2348579" y="2881503"/>
                </a:moveTo>
                <a:cubicBezTo>
                  <a:pt x="2354771" y="2881503"/>
                  <a:pt x="2359819" y="2876455"/>
                  <a:pt x="2359819" y="2870263"/>
                </a:cubicBezTo>
                <a:cubicBezTo>
                  <a:pt x="2359819" y="2864072"/>
                  <a:pt x="2354771" y="2859024"/>
                  <a:pt x="2348579" y="2859024"/>
                </a:cubicBezTo>
                <a:cubicBezTo>
                  <a:pt x="2342388" y="2859024"/>
                  <a:pt x="2337340" y="2864072"/>
                  <a:pt x="2337340" y="2870263"/>
                </a:cubicBezTo>
                <a:cubicBezTo>
                  <a:pt x="2337340" y="2872454"/>
                  <a:pt x="2338102" y="2874264"/>
                  <a:pt x="2339150" y="2875979"/>
                </a:cubicBezTo>
                <a:lnTo>
                  <a:pt x="2262759" y="2962370"/>
                </a:lnTo>
                <a:lnTo>
                  <a:pt x="2262378" y="3099721"/>
                </a:lnTo>
                <a:lnTo>
                  <a:pt x="2267141" y="3099721"/>
                </a:lnTo>
                <a:cubicBezTo>
                  <a:pt x="2267141" y="3099721"/>
                  <a:pt x="2267522" y="2964180"/>
                  <a:pt x="2267522" y="2964180"/>
                </a:cubicBezTo>
                <a:lnTo>
                  <a:pt x="2342483" y="2879408"/>
                </a:lnTo>
                <a:cubicBezTo>
                  <a:pt x="2344293" y="2880646"/>
                  <a:pt x="2346293" y="2881503"/>
                  <a:pt x="2348579" y="2881503"/>
                </a:cubicBezTo>
                <a:close/>
                <a:moveTo>
                  <a:pt x="2348579" y="2863692"/>
                </a:moveTo>
                <a:cubicBezTo>
                  <a:pt x="2352199" y="2863692"/>
                  <a:pt x="2355056" y="2866644"/>
                  <a:pt x="2355056" y="2870168"/>
                </a:cubicBezTo>
                <a:cubicBezTo>
                  <a:pt x="2355056" y="2873693"/>
                  <a:pt x="2352104" y="2876645"/>
                  <a:pt x="2348579" y="2876645"/>
                </a:cubicBezTo>
                <a:cubicBezTo>
                  <a:pt x="2345055" y="2876645"/>
                  <a:pt x="2342102" y="2873693"/>
                  <a:pt x="2342102" y="2870168"/>
                </a:cubicBezTo>
                <a:cubicBezTo>
                  <a:pt x="2342102" y="2866644"/>
                  <a:pt x="2345055" y="2863692"/>
                  <a:pt x="2348579" y="2863692"/>
                </a:cubicBezTo>
                <a:close/>
                <a:moveTo>
                  <a:pt x="1684211" y="1374648"/>
                </a:moveTo>
                <a:lnTo>
                  <a:pt x="1670971" y="1374648"/>
                </a:lnTo>
                <a:cubicBezTo>
                  <a:pt x="1666208" y="1374648"/>
                  <a:pt x="1662303" y="1378553"/>
                  <a:pt x="1662303" y="1383316"/>
                </a:cubicBezTo>
                <a:lnTo>
                  <a:pt x="1662303" y="1387602"/>
                </a:lnTo>
                <a:lnTo>
                  <a:pt x="1603343" y="1387602"/>
                </a:lnTo>
                <a:lnTo>
                  <a:pt x="1515047" y="1488662"/>
                </a:lnTo>
                <a:lnTo>
                  <a:pt x="1515047" y="1570768"/>
                </a:lnTo>
                <a:cubicBezTo>
                  <a:pt x="1514380" y="1570958"/>
                  <a:pt x="1513618" y="1570958"/>
                  <a:pt x="1512951" y="1571339"/>
                </a:cubicBezTo>
                <a:cubicBezTo>
                  <a:pt x="1509998" y="1572768"/>
                  <a:pt x="1507807" y="1575149"/>
                  <a:pt x="1506760" y="1578293"/>
                </a:cubicBezTo>
                <a:cubicBezTo>
                  <a:pt x="1505712" y="1581341"/>
                  <a:pt x="1505903" y="1584674"/>
                  <a:pt x="1507236" y="1587532"/>
                </a:cubicBezTo>
                <a:cubicBezTo>
                  <a:pt x="1508665" y="1590485"/>
                  <a:pt x="1511046" y="1592675"/>
                  <a:pt x="1514189" y="1593723"/>
                </a:cubicBezTo>
                <a:cubicBezTo>
                  <a:pt x="1515523" y="1594199"/>
                  <a:pt x="1516856" y="1594390"/>
                  <a:pt x="1518190" y="1594390"/>
                </a:cubicBezTo>
                <a:cubicBezTo>
                  <a:pt x="1520000" y="1594390"/>
                  <a:pt x="1521809" y="1594009"/>
                  <a:pt x="1523428" y="1593152"/>
                </a:cubicBezTo>
                <a:cubicBezTo>
                  <a:pt x="1526381" y="1591723"/>
                  <a:pt x="1528572" y="1589246"/>
                  <a:pt x="1529620" y="1586198"/>
                </a:cubicBezTo>
                <a:cubicBezTo>
                  <a:pt x="1530668" y="1583150"/>
                  <a:pt x="1530477" y="1579817"/>
                  <a:pt x="1529144" y="1576959"/>
                </a:cubicBezTo>
                <a:cubicBezTo>
                  <a:pt x="1527715" y="1574006"/>
                  <a:pt x="1525238" y="1571816"/>
                  <a:pt x="1522190" y="1570768"/>
                </a:cubicBezTo>
                <a:cubicBezTo>
                  <a:pt x="1521428" y="1570482"/>
                  <a:pt x="1520571" y="1570577"/>
                  <a:pt x="1519809" y="1570387"/>
                </a:cubicBezTo>
                <a:lnTo>
                  <a:pt x="1519809" y="1490377"/>
                </a:lnTo>
                <a:lnTo>
                  <a:pt x="1605534" y="1392365"/>
                </a:lnTo>
                <a:lnTo>
                  <a:pt x="1662303" y="1392365"/>
                </a:lnTo>
                <a:lnTo>
                  <a:pt x="1662303" y="1396651"/>
                </a:lnTo>
                <a:cubicBezTo>
                  <a:pt x="1662303" y="1401413"/>
                  <a:pt x="1666208" y="1405319"/>
                  <a:pt x="1670971" y="1405319"/>
                </a:cubicBezTo>
                <a:lnTo>
                  <a:pt x="1684211" y="1405319"/>
                </a:lnTo>
                <a:cubicBezTo>
                  <a:pt x="1688973" y="1405319"/>
                  <a:pt x="1692878" y="1401413"/>
                  <a:pt x="1692878" y="1396651"/>
                </a:cubicBezTo>
                <a:lnTo>
                  <a:pt x="1692878" y="1383411"/>
                </a:lnTo>
                <a:cubicBezTo>
                  <a:pt x="1692878" y="1378649"/>
                  <a:pt x="1688973" y="1374743"/>
                  <a:pt x="1684211" y="1374743"/>
                </a:cubicBezTo>
                <a:close/>
                <a:moveTo>
                  <a:pt x="1524762" y="1578959"/>
                </a:moveTo>
                <a:cubicBezTo>
                  <a:pt x="1526477" y="1582674"/>
                  <a:pt x="1524953" y="1587056"/>
                  <a:pt x="1521333" y="1588770"/>
                </a:cubicBezTo>
                <a:cubicBezTo>
                  <a:pt x="1519523" y="1589627"/>
                  <a:pt x="1517523" y="1589723"/>
                  <a:pt x="1515713" y="1589056"/>
                </a:cubicBezTo>
                <a:cubicBezTo>
                  <a:pt x="1513808" y="1588389"/>
                  <a:pt x="1512380" y="1587056"/>
                  <a:pt x="1511522" y="1585246"/>
                </a:cubicBezTo>
                <a:cubicBezTo>
                  <a:pt x="1510665" y="1583436"/>
                  <a:pt x="1510570" y="1581436"/>
                  <a:pt x="1511237" y="1579626"/>
                </a:cubicBezTo>
                <a:cubicBezTo>
                  <a:pt x="1511903" y="1577721"/>
                  <a:pt x="1513237" y="1576292"/>
                  <a:pt x="1515047" y="1575435"/>
                </a:cubicBezTo>
                <a:cubicBezTo>
                  <a:pt x="1516094" y="1574959"/>
                  <a:pt x="1517142" y="1574673"/>
                  <a:pt x="1518190" y="1574673"/>
                </a:cubicBezTo>
                <a:cubicBezTo>
                  <a:pt x="1520952" y="1574673"/>
                  <a:pt x="1523619" y="1576197"/>
                  <a:pt x="1524857" y="1578864"/>
                </a:cubicBezTo>
                <a:close/>
                <a:moveTo>
                  <a:pt x="1688021" y="1396556"/>
                </a:moveTo>
                <a:cubicBezTo>
                  <a:pt x="1688021" y="1398651"/>
                  <a:pt x="1686306" y="1400461"/>
                  <a:pt x="1684115" y="1400461"/>
                </a:cubicBezTo>
                <a:lnTo>
                  <a:pt x="1670876" y="1400461"/>
                </a:lnTo>
                <a:cubicBezTo>
                  <a:pt x="1668780" y="1400461"/>
                  <a:pt x="1666970" y="1398746"/>
                  <a:pt x="1666970" y="1396556"/>
                </a:cubicBezTo>
                <a:lnTo>
                  <a:pt x="1666970" y="1383316"/>
                </a:lnTo>
                <a:cubicBezTo>
                  <a:pt x="1666970" y="1381220"/>
                  <a:pt x="1668685" y="1379411"/>
                  <a:pt x="1670876" y="1379411"/>
                </a:cubicBezTo>
                <a:lnTo>
                  <a:pt x="1684115" y="1379411"/>
                </a:lnTo>
                <a:cubicBezTo>
                  <a:pt x="1686211" y="1379411"/>
                  <a:pt x="1688021" y="1381125"/>
                  <a:pt x="1688021" y="1383316"/>
                </a:cubicBezTo>
                <a:lnTo>
                  <a:pt x="1688021" y="1396556"/>
                </a:lnTo>
                <a:close/>
                <a:moveTo>
                  <a:pt x="658177" y="1629347"/>
                </a:moveTo>
                <a:cubicBezTo>
                  <a:pt x="658177" y="1636300"/>
                  <a:pt x="652558" y="1642015"/>
                  <a:pt x="645509" y="1642015"/>
                </a:cubicBezTo>
                <a:cubicBezTo>
                  <a:pt x="638461" y="1642015"/>
                  <a:pt x="632841" y="1636395"/>
                  <a:pt x="632841" y="1629347"/>
                </a:cubicBezTo>
                <a:cubicBezTo>
                  <a:pt x="632841" y="1622298"/>
                  <a:pt x="638461" y="1616678"/>
                  <a:pt x="645509" y="1616678"/>
                </a:cubicBezTo>
                <a:cubicBezTo>
                  <a:pt x="652558" y="1616678"/>
                  <a:pt x="658177" y="1622298"/>
                  <a:pt x="658177" y="1629347"/>
                </a:cubicBezTo>
                <a:close/>
                <a:moveTo>
                  <a:pt x="673799" y="1760506"/>
                </a:moveTo>
                <a:cubicBezTo>
                  <a:pt x="673799" y="1753648"/>
                  <a:pt x="668179" y="1748123"/>
                  <a:pt x="661416" y="1748123"/>
                </a:cubicBezTo>
                <a:cubicBezTo>
                  <a:pt x="654653" y="1748123"/>
                  <a:pt x="649034" y="1753648"/>
                  <a:pt x="649034" y="1760506"/>
                </a:cubicBezTo>
                <a:cubicBezTo>
                  <a:pt x="649034" y="1766697"/>
                  <a:pt x="653606" y="1771555"/>
                  <a:pt x="659511" y="1772507"/>
                </a:cubicBezTo>
                <a:lnTo>
                  <a:pt x="659511" y="1788414"/>
                </a:lnTo>
                <a:lnTo>
                  <a:pt x="566642" y="1887760"/>
                </a:lnTo>
                <a:cubicBezTo>
                  <a:pt x="564833" y="1886712"/>
                  <a:pt x="562737" y="1885855"/>
                  <a:pt x="560451" y="1885855"/>
                </a:cubicBezTo>
                <a:cubicBezTo>
                  <a:pt x="553593" y="1885855"/>
                  <a:pt x="548069" y="1891475"/>
                  <a:pt x="548069" y="1898237"/>
                </a:cubicBezTo>
                <a:cubicBezTo>
                  <a:pt x="548069" y="1905000"/>
                  <a:pt x="553593" y="1910620"/>
                  <a:pt x="560451" y="1910620"/>
                </a:cubicBezTo>
                <a:cubicBezTo>
                  <a:pt x="567309" y="1910620"/>
                  <a:pt x="572834" y="1905095"/>
                  <a:pt x="572834" y="1898237"/>
                </a:cubicBezTo>
                <a:cubicBezTo>
                  <a:pt x="572834" y="1895380"/>
                  <a:pt x="571691" y="1892903"/>
                  <a:pt x="570167" y="1890808"/>
                </a:cubicBezTo>
                <a:lnTo>
                  <a:pt x="664274" y="1790128"/>
                </a:lnTo>
                <a:lnTo>
                  <a:pt x="664274" y="1772222"/>
                </a:lnTo>
                <a:cubicBezTo>
                  <a:pt x="669703" y="1770888"/>
                  <a:pt x="673894" y="1766221"/>
                  <a:pt x="673894" y="1760411"/>
                </a:cubicBezTo>
                <a:close/>
                <a:moveTo>
                  <a:pt x="560356" y="1905953"/>
                </a:moveTo>
                <a:cubicBezTo>
                  <a:pt x="556165" y="1905953"/>
                  <a:pt x="552736" y="1902524"/>
                  <a:pt x="552736" y="1898332"/>
                </a:cubicBezTo>
                <a:cubicBezTo>
                  <a:pt x="552736" y="1894142"/>
                  <a:pt x="556165" y="1890713"/>
                  <a:pt x="560356" y="1890713"/>
                </a:cubicBezTo>
                <a:cubicBezTo>
                  <a:pt x="564547" y="1890713"/>
                  <a:pt x="567976" y="1894142"/>
                  <a:pt x="567976" y="1898332"/>
                </a:cubicBezTo>
                <a:cubicBezTo>
                  <a:pt x="567976" y="1902524"/>
                  <a:pt x="564547" y="1905953"/>
                  <a:pt x="560356" y="1905953"/>
                </a:cubicBezTo>
                <a:close/>
                <a:moveTo>
                  <a:pt x="661321" y="1768126"/>
                </a:moveTo>
                <a:cubicBezTo>
                  <a:pt x="657130" y="1768126"/>
                  <a:pt x="653701" y="1764697"/>
                  <a:pt x="653701" y="1760506"/>
                </a:cubicBezTo>
                <a:cubicBezTo>
                  <a:pt x="653701" y="1756315"/>
                  <a:pt x="657130" y="1752886"/>
                  <a:pt x="661321" y="1752886"/>
                </a:cubicBezTo>
                <a:cubicBezTo>
                  <a:pt x="665512" y="1752886"/>
                  <a:pt x="668941" y="1756315"/>
                  <a:pt x="668941" y="1760506"/>
                </a:cubicBezTo>
                <a:cubicBezTo>
                  <a:pt x="668941" y="1764697"/>
                  <a:pt x="665512" y="1768126"/>
                  <a:pt x="661321" y="1768126"/>
                </a:cubicBezTo>
                <a:close/>
                <a:moveTo>
                  <a:pt x="2452783" y="2691194"/>
                </a:moveTo>
                <a:lnTo>
                  <a:pt x="2452783" y="2709958"/>
                </a:lnTo>
                <a:cubicBezTo>
                  <a:pt x="2452783" y="2712053"/>
                  <a:pt x="2451068" y="2713768"/>
                  <a:pt x="2448973" y="2713768"/>
                </a:cubicBezTo>
                <a:lnTo>
                  <a:pt x="2430209" y="2713768"/>
                </a:lnTo>
                <a:cubicBezTo>
                  <a:pt x="2428113" y="2713768"/>
                  <a:pt x="2426399" y="2712053"/>
                  <a:pt x="2426399" y="2709958"/>
                </a:cubicBezTo>
                <a:lnTo>
                  <a:pt x="2426399" y="2691194"/>
                </a:lnTo>
                <a:cubicBezTo>
                  <a:pt x="2426399" y="2689098"/>
                  <a:pt x="2428113" y="2687384"/>
                  <a:pt x="2430209" y="2687384"/>
                </a:cubicBezTo>
                <a:lnTo>
                  <a:pt x="2448973" y="2687384"/>
                </a:lnTo>
                <a:cubicBezTo>
                  <a:pt x="2451068" y="2687384"/>
                  <a:pt x="2452783" y="2689098"/>
                  <a:pt x="2452783" y="2691194"/>
                </a:cubicBezTo>
                <a:close/>
                <a:moveTo>
                  <a:pt x="660845" y="1608582"/>
                </a:moveTo>
                <a:cubicBezTo>
                  <a:pt x="656273" y="1605248"/>
                  <a:pt x="650939" y="1603534"/>
                  <a:pt x="645604" y="1603534"/>
                </a:cubicBezTo>
                <a:cubicBezTo>
                  <a:pt x="637604" y="1603534"/>
                  <a:pt x="629793" y="1607153"/>
                  <a:pt x="624745" y="1614107"/>
                </a:cubicBezTo>
                <a:cubicBezTo>
                  <a:pt x="620649" y="1619631"/>
                  <a:pt x="619030" y="1626489"/>
                  <a:pt x="619982" y="1633347"/>
                </a:cubicBezTo>
                <a:cubicBezTo>
                  <a:pt x="621030" y="1640205"/>
                  <a:pt x="624650" y="1646206"/>
                  <a:pt x="630269" y="1650302"/>
                </a:cubicBezTo>
                <a:cubicBezTo>
                  <a:pt x="641795" y="1658779"/>
                  <a:pt x="657987" y="1656207"/>
                  <a:pt x="666369" y="1644777"/>
                </a:cubicBezTo>
                <a:lnTo>
                  <a:pt x="666369" y="1644777"/>
                </a:lnTo>
                <a:cubicBezTo>
                  <a:pt x="674751" y="1633252"/>
                  <a:pt x="672275" y="1617059"/>
                  <a:pt x="660845" y="1608677"/>
                </a:cubicBezTo>
                <a:close/>
                <a:moveTo>
                  <a:pt x="662559" y="1641824"/>
                </a:moveTo>
                <a:cubicBezTo>
                  <a:pt x="655701" y="1651159"/>
                  <a:pt x="642461" y="1653159"/>
                  <a:pt x="633032" y="1646301"/>
                </a:cubicBezTo>
                <a:cubicBezTo>
                  <a:pt x="628460" y="1642967"/>
                  <a:pt x="625507" y="1638110"/>
                  <a:pt x="624650" y="1632490"/>
                </a:cubicBezTo>
                <a:cubicBezTo>
                  <a:pt x="623792" y="1626965"/>
                  <a:pt x="625126" y="1621346"/>
                  <a:pt x="628460" y="1616774"/>
                </a:cubicBezTo>
                <a:cubicBezTo>
                  <a:pt x="631793" y="1612202"/>
                  <a:pt x="636651" y="1609249"/>
                  <a:pt x="642271" y="1608392"/>
                </a:cubicBezTo>
                <a:cubicBezTo>
                  <a:pt x="647891" y="1607534"/>
                  <a:pt x="653415" y="1608868"/>
                  <a:pt x="657987" y="1612202"/>
                </a:cubicBezTo>
                <a:cubicBezTo>
                  <a:pt x="667322" y="1619060"/>
                  <a:pt x="669417" y="1632299"/>
                  <a:pt x="662559" y="1641729"/>
                </a:cubicBezTo>
                <a:close/>
                <a:moveTo>
                  <a:pt x="1461421" y="1628870"/>
                </a:moveTo>
                <a:cubicBezTo>
                  <a:pt x="1458944" y="1628680"/>
                  <a:pt x="1456658" y="1630013"/>
                  <a:pt x="1455515" y="1632109"/>
                </a:cubicBezTo>
                <a:lnTo>
                  <a:pt x="1412939" y="1632109"/>
                </a:lnTo>
                <a:lnTo>
                  <a:pt x="1370457" y="1601534"/>
                </a:lnTo>
                <a:lnTo>
                  <a:pt x="1223677" y="1601534"/>
                </a:lnTo>
                <a:cubicBezTo>
                  <a:pt x="1222724" y="1597628"/>
                  <a:pt x="1219391" y="1594580"/>
                  <a:pt x="1215200" y="1594199"/>
                </a:cubicBezTo>
                <a:cubicBezTo>
                  <a:pt x="1209866" y="1593723"/>
                  <a:pt x="1205103" y="1597628"/>
                  <a:pt x="1204627" y="1603057"/>
                </a:cubicBezTo>
                <a:cubicBezTo>
                  <a:pt x="1204151" y="1608392"/>
                  <a:pt x="1208056" y="1613154"/>
                  <a:pt x="1213485" y="1613630"/>
                </a:cubicBezTo>
                <a:cubicBezTo>
                  <a:pt x="1218343" y="1614107"/>
                  <a:pt x="1222439" y="1610868"/>
                  <a:pt x="1223677" y="1606296"/>
                </a:cubicBezTo>
                <a:lnTo>
                  <a:pt x="1368933" y="1606296"/>
                </a:lnTo>
                <a:lnTo>
                  <a:pt x="1411415" y="1636871"/>
                </a:lnTo>
                <a:lnTo>
                  <a:pt x="1455134" y="1636871"/>
                </a:lnTo>
                <a:cubicBezTo>
                  <a:pt x="1455896" y="1639157"/>
                  <a:pt x="1457992" y="1640872"/>
                  <a:pt x="1460468" y="1641062"/>
                </a:cubicBezTo>
                <a:cubicBezTo>
                  <a:pt x="1463135" y="1641253"/>
                  <a:pt x="1465517" y="1639634"/>
                  <a:pt x="1466469" y="1637348"/>
                </a:cubicBezTo>
                <a:lnTo>
                  <a:pt x="1522286" y="1637348"/>
                </a:lnTo>
                <a:lnTo>
                  <a:pt x="1568863" y="1598486"/>
                </a:lnTo>
                <a:lnTo>
                  <a:pt x="1568863" y="1585055"/>
                </a:lnTo>
                <a:cubicBezTo>
                  <a:pt x="1570292" y="1584770"/>
                  <a:pt x="1571720" y="1584293"/>
                  <a:pt x="1572959" y="1583436"/>
                </a:cubicBezTo>
                <a:cubicBezTo>
                  <a:pt x="1578293" y="1579817"/>
                  <a:pt x="1579721" y="1572578"/>
                  <a:pt x="1576197" y="1567244"/>
                </a:cubicBezTo>
                <a:cubicBezTo>
                  <a:pt x="1572578" y="1561910"/>
                  <a:pt x="1565339" y="1560481"/>
                  <a:pt x="1560005" y="1564005"/>
                </a:cubicBezTo>
                <a:cubicBezTo>
                  <a:pt x="1557433" y="1565720"/>
                  <a:pt x="1555623" y="1568387"/>
                  <a:pt x="1555052" y="1571435"/>
                </a:cubicBezTo>
                <a:cubicBezTo>
                  <a:pt x="1554480" y="1574482"/>
                  <a:pt x="1555052" y="1577626"/>
                  <a:pt x="1556766" y="1580198"/>
                </a:cubicBezTo>
                <a:cubicBezTo>
                  <a:pt x="1558481" y="1582865"/>
                  <a:pt x="1561148" y="1584484"/>
                  <a:pt x="1564100" y="1585055"/>
                </a:cubicBezTo>
                <a:lnTo>
                  <a:pt x="1564100" y="1596200"/>
                </a:lnTo>
                <a:lnTo>
                  <a:pt x="1520571" y="1632490"/>
                </a:lnTo>
                <a:lnTo>
                  <a:pt x="1466469" y="1632490"/>
                </a:lnTo>
                <a:cubicBezTo>
                  <a:pt x="1465612" y="1630490"/>
                  <a:pt x="1463707" y="1628966"/>
                  <a:pt x="1461326" y="1628775"/>
                </a:cubicBezTo>
                <a:close/>
                <a:moveTo>
                  <a:pt x="1560767" y="1577626"/>
                </a:moveTo>
                <a:cubicBezTo>
                  <a:pt x="1559719" y="1576102"/>
                  <a:pt x="1559338" y="1574292"/>
                  <a:pt x="1559719" y="1572482"/>
                </a:cubicBezTo>
                <a:cubicBezTo>
                  <a:pt x="1560100" y="1570673"/>
                  <a:pt x="1561148" y="1569149"/>
                  <a:pt x="1562672" y="1568101"/>
                </a:cubicBezTo>
                <a:cubicBezTo>
                  <a:pt x="1563815" y="1567339"/>
                  <a:pt x="1565148" y="1566958"/>
                  <a:pt x="1566482" y="1566958"/>
                </a:cubicBezTo>
                <a:cubicBezTo>
                  <a:pt x="1568672" y="1566958"/>
                  <a:pt x="1570863" y="1568006"/>
                  <a:pt x="1572197" y="1570006"/>
                </a:cubicBezTo>
                <a:cubicBezTo>
                  <a:pt x="1574292" y="1573149"/>
                  <a:pt x="1573435" y="1577435"/>
                  <a:pt x="1570292" y="1579531"/>
                </a:cubicBezTo>
                <a:cubicBezTo>
                  <a:pt x="1567148" y="1581626"/>
                  <a:pt x="1562862" y="1580769"/>
                  <a:pt x="1560767" y="1577626"/>
                </a:cubicBezTo>
                <a:close/>
                <a:moveTo>
                  <a:pt x="1685735" y="1612773"/>
                </a:moveTo>
                <a:lnTo>
                  <a:pt x="1668685" y="1634395"/>
                </a:lnTo>
                <a:lnTo>
                  <a:pt x="1669066" y="1666113"/>
                </a:lnTo>
                <a:lnTo>
                  <a:pt x="1639824" y="1696593"/>
                </a:lnTo>
                <a:lnTo>
                  <a:pt x="1614392" y="1696593"/>
                </a:lnTo>
                <a:cubicBezTo>
                  <a:pt x="1614011" y="1698593"/>
                  <a:pt x="1612582" y="1700498"/>
                  <a:pt x="1610392" y="1701165"/>
                </a:cubicBezTo>
                <a:cubicBezTo>
                  <a:pt x="1607153" y="1702213"/>
                  <a:pt x="1603724" y="1700498"/>
                  <a:pt x="1602581" y="1697355"/>
                </a:cubicBezTo>
                <a:cubicBezTo>
                  <a:pt x="1601534" y="1694117"/>
                  <a:pt x="1603248" y="1690688"/>
                  <a:pt x="1606391" y="1689545"/>
                </a:cubicBezTo>
                <a:cubicBezTo>
                  <a:pt x="1609630" y="1688497"/>
                  <a:pt x="1613059" y="1690211"/>
                  <a:pt x="1614202" y="1693355"/>
                </a:cubicBezTo>
                <a:cubicBezTo>
                  <a:pt x="1614202" y="1693545"/>
                  <a:pt x="1614202" y="1693831"/>
                  <a:pt x="1614202" y="1694021"/>
                </a:cubicBezTo>
                <a:lnTo>
                  <a:pt x="1638681" y="1694021"/>
                </a:lnTo>
                <a:cubicBezTo>
                  <a:pt x="1638681" y="1694021"/>
                  <a:pt x="1666494" y="1665065"/>
                  <a:pt x="1666494" y="1665065"/>
                </a:cubicBezTo>
                <a:lnTo>
                  <a:pt x="1666113" y="1633538"/>
                </a:lnTo>
                <a:lnTo>
                  <a:pt x="1684401" y="1610297"/>
                </a:lnTo>
                <a:lnTo>
                  <a:pt x="1734026" y="1609820"/>
                </a:lnTo>
                <a:cubicBezTo>
                  <a:pt x="1734407" y="1607725"/>
                  <a:pt x="1735836" y="1605915"/>
                  <a:pt x="1738027" y="1605153"/>
                </a:cubicBezTo>
                <a:cubicBezTo>
                  <a:pt x="1741265" y="1604105"/>
                  <a:pt x="1744694" y="1605820"/>
                  <a:pt x="1745837" y="1608963"/>
                </a:cubicBezTo>
                <a:cubicBezTo>
                  <a:pt x="1746885" y="1612202"/>
                  <a:pt x="1745171" y="1615631"/>
                  <a:pt x="1742027" y="1616774"/>
                </a:cubicBezTo>
                <a:cubicBezTo>
                  <a:pt x="1738884" y="1617917"/>
                  <a:pt x="1735360" y="1616107"/>
                  <a:pt x="1734217" y="1612964"/>
                </a:cubicBezTo>
                <a:cubicBezTo>
                  <a:pt x="1734217" y="1612678"/>
                  <a:pt x="1734217" y="1612487"/>
                  <a:pt x="1734217" y="1612202"/>
                </a:cubicBezTo>
                <a:lnTo>
                  <a:pt x="1685735" y="1612678"/>
                </a:lnTo>
                <a:close/>
                <a:moveTo>
                  <a:pt x="2004155" y="2342102"/>
                </a:moveTo>
                <a:cubicBezTo>
                  <a:pt x="1999583" y="2338292"/>
                  <a:pt x="1998917" y="2331530"/>
                  <a:pt x="2002631" y="2326958"/>
                </a:cubicBezTo>
                <a:cubicBezTo>
                  <a:pt x="2006441" y="2322386"/>
                  <a:pt x="2013204" y="2321719"/>
                  <a:pt x="2017776" y="2325434"/>
                </a:cubicBezTo>
                <a:cubicBezTo>
                  <a:pt x="2022348" y="2329244"/>
                  <a:pt x="2023015" y="2336006"/>
                  <a:pt x="2019300" y="2340578"/>
                </a:cubicBezTo>
                <a:cubicBezTo>
                  <a:pt x="2015490" y="2345150"/>
                  <a:pt x="2008727" y="2345817"/>
                  <a:pt x="2004155" y="2342102"/>
                </a:cubicBezTo>
                <a:close/>
                <a:moveTo>
                  <a:pt x="1903095" y="1962150"/>
                </a:moveTo>
                <a:cubicBezTo>
                  <a:pt x="1903095" y="1958340"/>
                  <a:pt x="1906143" y="1955292"/>
                  <a:pt x="1909953" y="1955292"/>
                </a:cubicBezTo>
                <a:cubicBezTo>
                  <a:pt x="1913763" y="1955292"/>
                  <a:pt x="1916811" y="1958340"/>
                  <a:pt x="1916811" y="1962150"/>
                </a:cubicBezTo>
                <a:cubicBezTo>
                  <a:pt x="1916811" y="1965960"/>
                  <a:pt x="1913763" y="1969008"/>
                  <a:pt x="1909953" y="1969008"/>
                </a:cubicBezTo>
                <a:cubicBezTo>
                  <a:pt x="1906143" y="1969008"/>
                  <a:pt x="1903095" y="1965960"/>
                  <a:pt x="1903095" y="1962150"/>
                </a:cubicBezTo>
                <a:close/>
                <a:moveTo>
                  <a:pt x="1357122" y="2322290"/>
                </a:moveTo>
                <a:cubicBezTo>
                  <a:pt x="1352360" y="2322290"/>
                  <a:pt x="1348454" y="2326196"/>
                  <a:pt x="1348454" y="2331053"/>
                </a:cubicBezTo>
                <a:lnTo>
                  <a:pt x="1348454" y="2334673"/>
                </a:lnTo>
                <a:lnTo>
                  <a:pt x="1339501" y="2334673"/>
                </a:lnTo>
                <a:lnTo>
                  <a:pt x="1255395" y="2405825"/>
                </a:lnTo>
                <a:lnTo>
                  <a:pt x="1228153" y="2405634"/>
                </a:lnTo>
                <a:lnTo>
                  <a:pt x="1114711" y="2495741"/>
                </a:lnTo>
                <a:cubicBezTo>
                  <a:pt x="1113663" y="2494502"/>
                  <a:pt x="1112520" y="2493455"/>
                  <a:pt x="1111091" y="2492597"/>
                </a:cubicBezTo>
                <a:cubicBezTo>
                  <a:pt x="1107662" y="2490692"/>
                  <a:pt x="1103757" y="2490216"/>
                  <a:pt x="1100042" y="2491264"/>
                </a:cubicBezTo>
                <a:cubicBezTo>
                  <a:pt x="1097852" y="2491930"/>
                  <a:pt x="1095947" y="2493169"/>
                  <a:pt x="1094232" y="2494693"/>
                </a:cubicBezTo>
                <a:lnTo>
                  <a:pt x="1092803" y="2493169"/>
                </a:lnTo>
                <a:lnTo>
                  <a:pt x="1087565" y="2498027"/>
                </a:lnTo>
                <a:lnTo>
                  <a:pt x="1090041" y="2500694"/>
                </a:lnTo>
                <a:cubicBezTo>
                  <a:pt x="1089089" y="2503456"/>
                  <a:pt x="1089089" y="2506313"/>
                  <a:pt x="1089851" y="2509171"/>
                </a:cubicBezTo>
                <a:cubicBezTo>
                  <a:pt x="1090898" y="2512886"/>
                  <a:pt x="1093375" y="2516029"/>
                  <a:pt x="1096709" y="2517934"/>
                </a:cubicBezTo>
                <a:cubicBezTo>
                  <a:pt x="1098899" y="2519172"/>
                  <a:pt x="1101376" y="2519839"/>
                  <a:pt x="1103852" y="2519839"/>
                </a:cubicBezTo>
                <a:cubicBezTo>
                  <a:pt x="1105186" y="2519839"/>
                  <a:pt x="1106519" y="2519648"/>
                  <a:pt x="1107758" y="2519267"/>
                </a:cubicBezTo>
                <a:cubicBezTo>
                  <a:pt x="1115473" y="2517077"/>
                  <a:pt x="1120045" y="2509076"/>
                  <a:pt x="1117854" y="2501360"/>
                </a:cubicBezTo>
                <a:cubicBezTo>
                  <a:pt x="1117664" y="2500789"/>
                  <a:pt x="1117283" y="2500408"/>
                  <a:pt x="1117092" y="2499836"/>
                </a:cubicBezTo>
                <a:lnTo>
                  <a:pt x="1229678" y="2410397"/>
                </a:lnTo>
                <a:lnTo>
                  <a:pt x="1257014" y="2410587"/>
                </a:lnTo>
                <a:lnTo>
                  <a:pt x="1341120" y="2339435"/>
                </a:lnTo>
                <a:lnTo>
                  <a:pt x="1348454" y="2339435"/>
                </a:lnTo>
                <a:cubicBezTo>
                  <a:pt x="1348740" y="2344007"/>
                  <a:pt x="1352455" y="2347627"/>
                  <a:pt x="1357027" y="2347627"/>
                </a:cubicBezTo>
                <a:lnTo>
                  <a:pt x="1383982" y="2347627"/>
                </a:lnTo>
                <a:cubicBezTo>
                  <a:pt x="1388745" y="2347627"/>
                  <a:pt x="1392746" y="2343722"/>
                  <a:pt x="1392746" y="2338959"/>
                </a:cubicBezTo>
                <a:lnTo>
                  <a:pt x="1392746" y="2331149"/>
                </a:lnTo>
                <a:cubicBezTo>
                  <a:pt x="1392746" y="2326386"/>
                  <a:pt x="1388840" y="2322386"/>
                  <a:pt x="1383982" y="2322386"/>
                </a:cubicBezTo>
                <a:lnTo>
                  <a:pt x="1357027" y="2322386"/>
                </a:lnTo>
                <a:close/>
                <a:moveTo>
                  <a:pt x="1106519" y="2514695"/>
                </a:moveTo>
                <a:cubicBezTo>
                  <a:pt x="1104043" y="2515362"/>
                  <a:pt x="1101376" y="2515076"/>
                  <a:pt x="1099090" y="2513838"/>
                </a:cubicBezTo>
                <a:cubicBezTo>
                  <a:pt x="1096804" y="2512505"/>
                  <a:pt x="1095185" y="2510409"/>
                  <a:pt x="1094518" y="2507933"/>
                </a:cubicBezTo>
                <a:cubicBezTo>
                  <a:pt x="1093851" y="2505456"/>
                  <a:pt x="1094137" y="2502789"/>
                  <a:pt x="1095375" y="2500503"/>
                </a:cubicBezTo>
                <a:cubicBezTo>
                  <a:pt x="1096709" y="2498217"/>
                  <a:pt x="1098804" y="2496598"/>
                  <a:pt x="1101281" y="2495931"/>
                </a:cubicBezTo>
                <a:cubicBezTo>
                  <a:pt x="1102138" y="2495645"/>
                  <a:pt x="1102995" y="2495550"/>
                  <a:pt x="1103948" y="2495550"/>
                </a:cubicBezTo>
                <a:cubicBezTo>
                  <a:pt x="1105567" y="2495550"/>
                  <a:pt x="1107281" y="2495931"/>
                  <a:pt x="1108710" y="2496788"/>
                </a:cubicBezTo>
                <a:cubicBezTo>
                  <a:pt x="1110996" y="2498122"/>
                  <a:pt x="1112615" y="2500122"/>
                  <a:pt x="1113282" y="2502694"/>
                </a:cubicBezTo>
                <a:cubicBezTo>
                  <a:pt x="1114711" y="2507933"/>
                  <a:pt x="1111663" y="2513267"/>
                  <a:pt x="1106519" y="2514791"/>
                </a:cubicBezTo>
                <a:close/>
                <a:moveTo>
                  <a:pt x="1388078" y="2331053"/>
                </a:moveTo>
                <a:lnTo>
                  <a:pt x="1388078" y="2338864"/>
                </a:lnTo>
                <a:cubicBezTo>
                  <a:pt x="1388078" y="2341055"/>
                  <a:pt x="1386269" y="2342769"/>
                  <a:pt x="1384078" y="2342769"/>
                </a:cubicBezTo>
                <a:lnTo>
                  <a:pt x="1357122" y="2342769"/>
                </a:lnTo>
                <a:cubicBezTo>
                  <a:pt x="1354931" y="2342769"/>
                  <a:pt x="1353217" y="2340959"/>
                  <a:pt x="1353217" y="2338864"/>
                </a:cubicBezTo>
                <a:lnTo>
                  <a:pt x="1353217" y="2331053"/>
                </a:lnTo>
                <a:cubicBezTo>
                  <a:pt x="1353217" y="2328863"/>
                  <a:pt x="1355027" y="2327053"/>
                  <a:pt x="1357122" y="2327053"/>
                </a:cubicBezTo>
                <a:lnTo>
                  <a:pt x="1384078" y="2327053"/>
                </a:lnTo>
                <a:cubicBezTo>
                  <a:pt x="1386269" y="2327053"/>
                  <a:pt x="1388078" y="2328863"/>
                  <a:pt x="1388078" y="2331053"/>
                </a:cubicBezTo>
                <a:close/>
                <a:moveTo>
                  <a:pt x="1482281" y="2108645"/>
                </a:moveTo>
                <a:cubicBezTo>
                  <a:pt x="1483614" y="2109978"/>
                  <a:pt x="1485328" y="2110550"/>
                  <a:pt x="1486948" y="2110550"/>
                </a:cubicBezTo>
                <a:cubicBezTo>
                  <a:pt x="1488567" y="2110550"/>
                  <a:pt x="1490377" y="2109883"/>
                  <a:pt x="1491615" y="2108645"/>
                </a:cubicBezTo>
                <a:cubicBezTo>
                  <a:pt x="1492853" y="2107406"/>
                  <a:pt x="1493615" y="2105692"/>
                  <a:pt x="1493615" y="2103882"/>
                </a:cubicBezTo>
                <a:cubicBezTo>
                  <a:pt x="1493615" y="2102072"/>
                  <a:pt x="1492949" y="2100453"/>
                  <a:pt x="1491710" y="2099215"/>
                </a:cubicBezTo>
                <a:cubicBezTo>
                  <a:pt x="1490472" y="2097977"/>
                  <a:pt x="1488757" y="2097215"/>
                  <a:pt x="1487043" y="2097215"/>
                </a:cubicBezTo>
                <a:lnTo>
                  <a:pt x="1487043" y="2097215"/>
                </a:lnTo>
                <a:cubicBezTo>
                  <a:pt x="1485233" y="2097215"/>
                  <a:pt x="1483614" y="2097881"/>
                  <a:pt x="1482376" y="2099215"/>
                </a:cubicBezTo>
                <a:cubicBezTo>
                  <a:pt x="1479804" y="2101787"/>
                  <a:pt x="1479804" y="2106073"/>
                  <a:pt x="1482376" y="2108645"/>
                </a:cubicBezTo>
                <a:close/>
                <a:moveTo>
                  <a:pt x="1485614" y="2102549"/>
                </a:moveTo>
                <a:cubicBezTo>
                  <a:pt x="1485614" y="2102549"/>
                  <a:pt x="1486472" y="2101977"/>
                  <a:pt x="1486948" y="2101977"/>
                </a:cubicBezTo>
                <a:lnTo>
                  <a:pt x="1486948" y="2101977"/>
                </a:lnTo>
                <a:cubicBezTo>
                  <a:pt x="1487424" y="2101977"/>
                  <a:pt x="1487900" y="2102168"/>
                  <a:pt x="1488281" y="2102549"/>
                </a:cubicBezTo>
                <a:cubicBezTo>
                  <a:pt x="1488662" y="2102930"/>
                  <a:pt x="1488853" y="2103406"/>
                  <a:pt x="1488853" y="2103882"/>
                </a:cubicBezTo>
                <a:cubicBezTo>
                  <a:pt x="1488853" y="2104358"/>
                  <a:pt x="1488662" y="2104835"/>
                  <a:pt x="1488281" y="2105216"/>
                </a:cubicBezTo>
                <a:cubicBezTo>
                  <a:pt x="1487519" y="2105978"/>
                  <a:pt x="1486376" y="2105978"/>
                  <a:pt x="1485614" y="2105216"/>
                </a:cubicBezTo>
                <a:cubicBezTo>
                  <a:pt x="1484852" y="2104454"/>
                  <a:pt x="1484852" y="2103311"/>
                  <a:pt x="1485614" y="2102549"/>
                </a:cubicBezTo>
                <a:close/>
                <a:moveTo>
                  <a:pt x="1486948" y="2091785"/>
                </a:moveTo>
                <a:cubicBezTo>
                  <a:pt x="1490472" y="2091785"/>
                  <a:pt x="1493234" y="2088928"/>
                  <a:pt x="1493234" y="2085499"/>
                </a:cubicBezTo>
                <a:cubicBezTo>
                  <a:pt x="1493234" y="2082070"/>
                  <a:pt x="1490377" y="2079212"/>
                  <a:pt x="1486948" y="2079212"/>
                </a:cubicBezTo>
                <a:cubicBezTo>
                  <a:pt x="1483519" y="2079212"/>
                  <a:pt x="1480661" y="2082070"/>
                  <a:pt x="1480661" y="2085499"/>
                </a:cubicBezTo>
                <a:cubicBezTo>
                  <a:pt x="1480661" y="2088928"/>
                  <a:pt x="1483519" y="2091785"/>
                  <a:pt x="1486948" y="2091785"/>
                </a:cubicBezTo>
                <a:close/>
                <a:moveTo>
                  <a:pt x="1486948" y="2083880"/>
                </a:moveTo>
                <a:cubicBezTo>
                  <a:pt x="1487805" y="2083880"/>
                  <a:pt x="1488472" y="2084546"/>
                  <a:pt x="1488472" y="2085403"/>
                </a:cubicBezTo>
                <a:cubicBezTo>
                  <a:pt x="1488472" y="2087118"/>
                  <a:pt x="1485328" y="2087118"/>
                  <a:pt x="1485328" y="2085403"/>
                </a:cubicBezTo>
                <a:cubicBezTo>
                  <a:pt x="1485328" y="2084546"/>
                  <a:pt x="1485995" y="2083880"/>
                  <a:pt x="1486853" y="2083880"/>
                </a:cubicBezTo>
                <a:close/>
                <a:moveTo>
                  <a:pt x="1486948" y="2130362"/>
                </a:moveTo>
                <a:cubicBezTo>
                  <a:pt x="1490948" y="2130362"/>
                  <a:pt x="1494092" y="2127123"/>
                  <a:pt x="1494092" y="2123218"/>
                </a:cubicBezTo>
                <a:cubicBezTo>
                  <a:pt x="1494092" y="2119313"/>
                  <a:pt x="1490853" y="2116074"/>
                  <a:pt x="1486948" y="2116074"/>
                </a:cubicBezTo>
                <a:cubicBezTo>
                  <a:pt x="1483043" y="2116074"/>
                  <a:pt x="1479804" y="2119313"/>
                  <a:pt x="1479804" y="2123218"/>
                </a:cubicBezTo>
                <a:cubicBezTo>
                  <a:pt x="1479804" y="2127123"/>
                  <a:pt x="1483043" y="2130362"/>
                  <a:pt x="1486948" y="2130362"/>
                </a:cubicBezTo>
                <a:close/>
                <a:moveTo>
                  <a:pt x="1486948" y="2120837"/>
                </a:moveTo>
                <a:cubicBezTo>
                  <a:pt x="1488281" y="2120837"/>
                  <a:pt x="1489329" y="2121884"/>
                  <a:pt x="1489329" y="2123218"/>
                </a:cubicBezTo>
                <a:cubicBezTo>
                  <a:pt x="1489329" y="2124551"/>
                  <a:pt x="1488281" y="2125599"/>
                  <a:pt x="1486948" y="2125599"/>
                </a:cubicBezTo>
                <a:cubicBezTo>
                  <a:pt x="1485614" y="2125599"/>
                  <a:pt x="1484567" y="2124551"/>
                  <a:pt x="1484567" y="2123218"/>
                </a:cubicBezTo>
                <a:cubicBezTo>
                  <a:pt x="1484567" y="2121884"/>
                  <a:pt x="1485614" y="2120837"/>
                  <a:pt x="1486948" y="2120837"/>
                </a:cubicBezTo>
                <a:close/>
                <a:moveTo>
                  <a:pt x="2452783" y="2792635"/>
                </a:moveTo>
                <a:lnTo>
                  <a:pt x="2452783" y="2811399"/>
                </a:lnTo>
                <a:cubicBezTo>
                  <a:pt x="2452783" y="2813495"/>
                  <a:pt x="2451068" y="2815209"/>
                  <a:pt x="2448973" y="2815209"/>
                </a:cubicBezTo>
                <a:lnTo>
                  <a:pt x="2430209" y="2815209"/>
                </a:lnTo>
                <a:cubicBezTo>
                  <a:pt x="2428113" y="2815209"/>
                  <a:pt x="2426399" y="2813495"/>
                  <a:pt x="2426399" y="2811399"/>
                </a:cubicBezTo>
                <a:lnTo>
                  <a:pt x="2426399" y="2792635"/>
                </a:lnTo>
                <a:cubicBezTo>
                  <a:pt x="2426399" y="2790539"/>
                  <a:pt x="2428113" y="2788825"/>
                  <a:pt x="2430209" y="2788825"/>
                </a:cubicBezTo>
                <a:lnTo>
                  <a:pt x="2448973" y="2788825"/>
                </a:lnTo>
                <a:cubicBezTo>
                  <a:pt x="2451068" y="2788825"/>
                  <a:pt x="2452783" y="2790539"/>
                  <a:pt x="2452783" y="2792635"/>
                </a:cubicBezTo>
                <a:close/>
                <a:moveTo>
                  <a:pt x="2056828" y="2128742"/>
                </a:moveTo>
                <a:cubicBezTo>
                  <a:pt x="2063306" y="2128742"/>
                  <a:pt x="2068640" y="2123408"/>
                  <a:pt x="2068640" y="2116931"/>
                </a:cubicBezTo>
                <a:cubicBezTo>
                  <a:pt x="2068640" y="2110454"/>
                  <a:pt x="2063306" y="2105120"/>
                  <a:pt x="2056828" y="2105120"/>
                </a:cubicBezTo>
                <a:cubicBezTo>
                  <a:pt x="2051209" y="2105120"/>
                  <a:pt x="2046637" y="2109216"/>
                  <a:pt x="2045494" y="2114550"/>
                </a:cubicBezTo>
                <a:lnTo>
                  <a:pt x="1998631" y="2114550"/>
                </a:lnTo>
                <a:cubicBezTo>
                  <a:pt x="1998631" y="2114550"/>
                  <a:pt x="1840421" y="1963484"/>
                  <a:pt x="1840421" y="1963484"/>
                </a:cubicBezTo>
                <a:lnTo>
                  <a:pt x="1898332" y="1963484"/>
                </a:lnTo>
                <a:cubicBezTo>
                  <a:pt x="1898999" y="1969389"/>
                  <a:pt x="1903857" y="1974056"/>
                  <a:pt x="1909953" y="1974056"/>
                </a:cubicBezTo>
                <a:cubicBezTo>
                  <a:pt x="1916525" y="1974056"/>
                  <a:pt x="1921859" y="1968722"/>
                  <a:pt x="1921859" y="1962150"/>
                </a:cubicBezTo>
                <a:cubicBezTo>
                  <a:pt x="1921859" y="1955578"/>
                  <a:pt x="1916525" y="1950244"/>
                  <a:pt x="1909953" y="1950244"/>
                </a:cubicBezTo>
                <a:cubicBezTo>
                  <a:pt x="1904619" y="1950244"/>
                  <a:pt x="1900333" y="1953863"/>
                  <a:pt x="1898809" y="1958626"/>
                </a:cubicBezTo>
                <a:lnTo>
                  <a:pt x="1834515" y="1958626"/>
                </a:lnTo>
                <a:cubicBezTo>
                  <a:pt x="1833563" y="1958626"/>
                  <a:pt x="1832705" y="1959197"/>
                  <a:pt x="1832324" y="1960150"/>
                </a:cubicBezTo>
                <a:cubicBezTo>
                  <a:pt x="1831943" y="1961102"/>
                  <a:pt x="1832229" y="1962055"/>
                  <a:pt x="1832896" y="1962722"/>
                </a:cubicBezTo>
                <a:lnTo>
                  <a:pt x="1996154" y="2118646"/>
                </a:lnTo>
                <a:cubicBezTo>
                  <a:pt x="1996154" y="2118646"/>
                  <a:pt x="1997202" y="2119313"/>
                  <a:pt x="1997774" y="2119313"/>
                </a:cubicBezTo>
                <a:lnTo>
                  <a:pt x="2045589" y="2119313"/>
                </a:lnTo>
                <a:cubicBezTo>
                  <a:pt x="2046732" y="2124551"/>
                  <a:pt x="2051209" y="2128647"/>
                  <a:pt x="2056924" y="2128647"/>
                </a:cubicBezTo>
                <a:close/>
                <a:moveTo>
                  <a:pt x="2056828" y="2109883"/>
                </a:moveTo>
                <a:cubicBezTo>
                  <a:pt x="2060734" y="2109883"/>
                  <a:pt x="2063877" y="2113026"/>
                  <a:pt x="2063877" y="2116931"/>
                </a:cubicBezTo>
                <a:cubicBezTo>
                  <a:pt x="2063877" y="2120837"/>
                  <a:pt x="2060734" y="2123980"/>
                  <a:pt x="2056828" y="2123980"/>
                </a:cubicBezTo>
                <a:cubicBezTo>
                  <a:pt x="2052923" y="2123980"/>
                  <a:pt x="2049780" y="2120837"/>
                  <a:pt x="2049780" y="2116931"/>
                </a:cubicBezTo>
                <a:cubicBezTo>
                  <a:pt x="2049780" y="2113026"/>
                  <a:pt x="2052923" y="2109883"/>
                  <a:pt x="2056828" y="2109883"/>
                </a:cubicBezTo>
                <a:close/>
                <a:moveTo>
                  <a:pt x="1909953" y="1952720"/>
                </a:moveTo>
                <a:cubicBezTo>
                  <a:pt x="1915192" y="1952720"/>
                  <a:pt x="1919478" y="1957007"/>
                  <a:pt x="1919478" y="1962245"/>
                </a:cubicBezTo>
                <a:cubicBezTo>
                  <a:pt x="1919478" y="1967484"/>
                  <a:pt x="1915192" y="1971770"/>
                  <a:pt x="1909953" y="1971770"/>
                </a:cubicBezTo>
                <a:cubicBezTo>
                  <a:pt x="1904714" y="1971770"/>
                  <a:pt x="1900428" y="1967484"/>
                  <a:pt x="1900428" y="1962245"/>
                </a:cubicBezTo>
                <a:cubicBezTo>
                  <a:pt x="1900428" y="1957007"/>
                  <a:pt x="1904714" y="1952720"/>
                  <a:pt x="1909953" y="1952720"/>
                </a:cubicBezTo>
                <a:close/>
                <a:moveTo>
                  <a:pt x="1993773" y="2366772"/>
                </a:moveTo>
                <a:cubicBezTo>
                  <a:pt x="1993773" y="2374011"/>
                  <a:pt x="1999678" y="2379917"/>
                  <a:pt x="2006918" y="2379917"/>
                </a:cubicBezTo>
                <a:cubicBezTo>
                  <a:pt x="2014157" y="2379917"/>
                  <a:pt x="2020062" y="2374011"/>
                  <a:pt x="2020062" y="2366772"/>
                </a:cubicBezTo>
                <a:cubicBezTo>
                  <a:pt x="2020062" y="2359533"/>
                  <a:pt x="2014157" y="2353628"/>
                  <a:pt x="2006918" y="2353628"/>
                </a:cubicBezTo>
                <a:cubicBezTo>
                  <a:pt x="1999678" y="2353628"/>
                  <a:pt x="1993773" y="2359533"/>
                  <a:pt x="1993773" y="2366772"/>
                </a:cubicBezTo>
                <a:close/>
                <a:moveTo>
                  <a:pt x="2006918" y="2358390"/>
                </a:moveTo>
                <a:cubicBezTo>
                  <a:pt x="2011585" y="2358390"/>
                  <a:pt x="2015300" y="2362200"/>
                  <a:pt x="2015300" y="2366772"/>
                </a:cubicBezTo>
                <a:cubicBezTo>
                  <a:pt x="2015300" y="2371344"/>
                  <a:pt x="2011585" y="2375154"/>
                  <a:pt x="2006918" y="2375154"/>
                </a:cubicBezTo>
                <a:cubicBezTo>
                  <a:pt x="2002250" y="2375154"/>
                  <a:pt x="1998536" y="2371344"/>
                  <a:pt x="1998536" y="2366772"/>
                </a:cubicBezTo>
                <a:cubicBezTo>
                  <a:pt x="1998536" y="2362200"/>
                  <a:pt x="2002250" y="2358390"/>
                  <a:pt x="2006918" y="2358390"/>
                </a:cubicBezTo>
                <a:close/>
                <a:moveTo>
                  <a:pt x="2357628" y="1583055"/>
                </a:moveTo>
                <a:cubicBezTo>
                  <a:pt x="2360581" y="1589437"/>
                  <a:pt x="2357914" y="1597057"/>
                  <a:pt x="2351437" y="1600105"/>
                </a:cubicBezTo>
                <a:cubicBezTo>
                  <a:pt x="2345055" y="1603057"/>
                  <a:pt x="2337435" y="1600391"/>
                  <a:pt x="2334387" y="1593914"/>
                </a:cubicBezTo>
                <a:cubicBezTo>
                  <a:pt x="2331434" y="1587532"/>
                  <a:pt x="2334101" y="1579912"/>
                  <a:pt x="2340578" y="1576864"/>
                </a:cubicBezTo>
                <a:cubicBezTo>
                  <a:pt x="2346960" y="1573911"/>
                  <a:pt x="2354580" y="1576578"/>
                  <a:pt x="2357628" y="1583055"/>
                </a:cubicBezTo>
                <a:close/>
                <a:moveTo>
                  <a:pt x="2020348" y="2150459"/>
                </a:moveTo>
                <a:cubicBezTo>
                  <a:pt x="2016443" y="2150459"/>
                  <a:pt x="2013014" y="2152841"/>
                  <a:pt x="2011680" y="2156270"/>
                </a:cubicBezTo>
                <a:lnTo>
                  <a:pt x="1980248" y="2156270"/>
                </a:lnTo>
                <a:lnTo>
                  <a:pt x="1792796" y="1977390"/>
                </a:lnTo>
                <a:cubicBezTo>
                  <a:pt x="1793843" y="1976438"/>
                  <a:pt x="1794605" y="1975104"/>
                  <a:pt x="1794605" y="1973580"/>
                </a:cubicBezTo>
                <a:lnTo>
                  <a:pt x="1794605" y="1960626"/>
                </a:lnTo>
                <a:cubicBezTo>
                  <a:pt x="1794605" y="1957864"/>
                  <a:pt x="1792319" y="1955578"/>
                  <a:pt x="1789557" y="1955578"/>
                </a:cubicBezTo>
                <a:lnTo>
                  <a:pt x="1776603" y="1955578"/>
                </a:lnTo>
                <a:cubicBezTo>
                  <a:pt x="1773841" y="1955578"/>
                  <a:pt x="1771555" y="1957864"/>
                  <a:pt x="1771555" y="1960626"/>
                </a:cubicBezTo>
                <a:lnTo>
                  <a:pt x="1771555" y="1973580"/>
                </a:lnTo>
                <a:cubicBezTo>
                  <a:pt x="1771555" y="1976342"/>
                  <a:pt x="1773841" y="1978628"/>
                  <a:pt x="1776603" y="1978628"/>
                </a:cubicBezTo>
                <a:lnTo>
                  <a:pt x="1784223" y="1978628"/>
                </a:lnTo>
                <a:lnTo>
                  <a:pt x="1784032" y="1978819"/>
                </a:lnTo>
                <a:lnTo>
                  <a:pt x="1977390" y="2163413"/>
                </a:lnTo>
                <a:lnTo>
                  <a:pt x="2011680" y="2163413"/>
                </a:lnTo>
                <a:cubicBezTo>
                  <a:pt x="2013109" y="2166842"/>
                  <a:pt x="2016443" y="2169224"/>
                  <a:pt x="2020348" y="2169224"/>
                </a:cubicBezTo>
                <a:cubicBezTo>
                  <a:pt x="2025587" y="2169224"/>
                  <a:pt x="2029778" y="2165033"/>
                  <a:pt x="2029778" y="2159794"/>
                </a:cubicBezTo>
                <a:cubicBezTo>
                  <a:pt x="2029778" y="2154555"/>
                  <a:pt x="2025587" y="2150364"/>
                  <a:pt x="2020348" y="2150364"/>
                </a:cubicBezTo>
                <a:close/>
                <a:moveTo>
                  <a:pt x="1789843" y="1973580"/>
                </a:moveTo>
                <a:cubicBezTo>
                  <a:pt x="1789843" y="1973580"/>
                  <a:pt x="1789652" y="1973866"/>
                  <a:pt x="1789557" y="1973866"/>
                </a:cubicBezTo>
                <a:lnTo>
                  <a:pt x="1789176" y="1973866"/>
                </a:lnTo>
                <a:cubicBezTo>
                  <a:pt x="1789176" y="1973866"/>
                  <a:pt x="1788986" y="1973675"/>
                  <a:pt x="1788986" y="1973675"/>
                </a:cubicBezTo>
                <a:lnTo>
                  <a:pt x="1788795" y="1973866"/>
                </a:lnTo>
                <a:lnTo>
                  <a:pt x="1776317" y="1973580"/>
                </a:lnTo>
                <a:lnTo>
                  <a:pt x="1776603" y="1960340"/>
                </a:lnTo>
                <a:lnTo>
                  <a:pt x="1789843" y="1960626"/>
                </a:lnTo>
                <a:lnTo>
                  <a:pt x="1789843" y="1973580"/>
                </a:lnTo>
                <a:close/>
                <a:moveTo>
                  <a:pt x="2399919" y="1562386"/>
                </a:moveTo>
                <a:cubicBezTo>
                  <a:pt x="2397443" y="1564862"/>
                  <a:pt x="2396014" y="1568291"/>
                  <a:pt x="2396014" y="1571816"/>
                </a:cubicBezTo>
                <a:cubicBezTo>
                  <a:pt x="2396014" y="1575340"/>
                  <a:pt x="2397443" y="1578769"/>
                  <a:pt x="2399919" y="1581245"/>
                </a:cubicBezTo>
                <a:cubicBezTo>
                  <a:pt x="2402491" y="1583817"/>
                  <a:pt x="2405825" y="1585151"/>
                  <a:pt x="2409349" y="1585151"/>
                </a:cubicBezTo>
                <a:cubicBezTo>
                  <a:pt x="2412873" y="1585151"/>
                  <a:pt x="2416302" y="1583722"/>
                  <a:pt x="2418779" y="1581245"/>
                </a:cubicBezTo>
                <a:cubicBezTo>
                  <a:pt x="2421255" y="1578769"/>
                  <a:pt x="2422684" y="1575340"/>
                  <a:pt x="2422684" y="1571816"/>
                </a:cubicBezTo>
                <a:cubicBezTo>
                  <a:pt x="2422684" y="1568291"/>
                  <a:pt x="2421255" y="1564862"/>
                  <a:pt x="2418779" y="1562386"/>
                </a:cubicBezTo>
                <a:cubicBezTo>
                  <a:pt x="2416207" y="1559814"/>
                  <a:pt x="2412873" y="1558481"/>
                  <a:pt x="2409349" y="1558481"/>
                </a:cubicBezTo>
                <a:cubicBezTo>
                  <a:pt x="2405825" y="1558481"/>
                  <a:pt x="2402396" y="1559909"/>
                  <a:pt x="2399919" y="1562386"/>
                </a:cubicBezTo>
                <a:close/>
                <a:moveTo>
                  <a:pt x="2417064" y="1579626"/>
                </a:moveTo>
                <a:cubicBezTo>
                  <a:pt x="2412778" y="1583912"/>
                  <a:pt x="2405825" y="1583912"/>
                  <a:pt x="2401538" y="1579626"/>
                </a:cubicBezTo>
                <a:cubicBezTo>
                  <a:pt x="2397252" y="1575340"/>
                  <a:pt x="2397252" y="1568387"/>
                  <a:pt x="2401538" y="1564100"/>
                </a:cubicBezTo>
                <a:cubicBezTo>
                  <a:pt x="2403634" y="1562005"/>
                  <a:pt x="2406491" y="1560862"/>
                  <a:pt x="2409254" y="1560862"/>
                </a:cubicBezTo>
                <a:cubicBezTo>
                  <a:pt x="2412016" y="1560862"/>
                  <a:pt x="2414873" y="1561910"/>
                  <a:pt x="2416969" y="1564100"/>
                </a:cubicBezTo>
                <a:cubicBezTo>
                  <a:pt x="2421255" y="1568387"/>
                  <a:pt x="2421255" y="1575340"/>
                  <a:pt x="2416969" y="1579626"/>
                </a:cubicBezTo>
                <a:close/>
                <a:moveTo>
                  <a:pt x="2353818" y="1567148"/>
                </a:moveTo>
                <a:cubicBezTo>
                  <a:pt x="2348198" y="1565053"/>
                  <a:pt x="2342007" y="1565339"/>
                  <a:pt x="2336578" y="1567910"/>
                </a:cubicBezTo>
                <a:cubicBezTo>
                  <a:pt x="2331149" y="1570482"/>
                  <a:pt x="2326958" y="1575054"/>
                  <a:pt x="2324957" y="1580674"/>
                </a:cubicBezTo>
                <a:cubicBezTo>
                  <a:pt x="2324672" y="1581341"/>
                  <a:pt x="2324576" y="1582007"/>
                  <a:pt x="2324481" y="1582674"/>
                </a:cubicBezTo>
                <a:lnTo>
                  <a:pt x="2259806" y="1582674"/>
                </a:lnTo>
                <a:lnTo>
                  <a:pt x="2213515" y="1620012"/>
                </a:lnTo>
                <a:lnTo>
                  <a:pt x="2119884" y="1620012"/>
                </a:lnTo>
                <a:cubicBezTo>
                  <a:pt x="2119694" y="1619155"/>
                  <a:pt x="2119408" y="1618298"/>
                  <a:pt x="2119027" y="1617440"/>
                </a:cubicBezTo>
                <a:cubicBezTo>
                  <a:pt x="2117312" y="1613726"/>
                  <a:pt x="2114264" y="1610963"/>
                  <a:pt x="2110454" y="1609630"/>
                </a:cubicBezTo>
                <a:cubicBezTo>
                  <a:pt x="2106644" y="1608296"/>
                  <a:pt x="2102549" y="1608392"/>
                  <a:pt x="2098834" y="1610201"/>
                </a:cubicBezTo>
                <a:cubicBezTo>
                  <a:pt x="2095119" y="1611916"/>
                  <a:pt x="2092357" y="1614964"/>
                  <a:pt x="2091023" y="1618774"/>
                </a:cubicBezTo>
                <a:cubicBezTo>
                  <a:pt x="2089690" y="1622584"/>
                  <a:pt x="2089880" y="1626680"/>
                  <a:pt x="2091595" y="1630394"/>
                </a:cubicBezTo>
                <a:cubicBezTo>
                  <a:pt x="2093309" y="1634109"/>
                  <a:pt x="2096357" y="1636871"/>
                  <a:pt x="2100167" y="1638205"/>
                </a:cubicBezTo>
                <a:cubicBezTo>
                  <a:pt x="2101882" y="1638776"/>
                  <a:pt x="2103596" y="1639157"/>
                  <a:pt x="2105311" y="1639157"/>
                </a:cubicBezTo>
                <a:cubicBezTo>
                  <a:pt x="2107502" y="1639157"/>
                  <a:pt x="2109692" y="1638681"/>
                  <a:pt x="2111693" y="1637728"/>
                </a:cubicBezTo>
                <a:cubicBezTo>
                  <a:pt x="2115407" y="1636014"/>
                  <a:pt x="2118170" y="1632966"/>
                  <a:pt x="2119503" y="1629156"/>
                </a:cubicBezTo>
                <a:cubicBezTo>
                  <a:pt x="2119694" y="1628489"/>
                  <a:pt x="2119884" y="1627918"/>
                  <a:pt x="2119979" y="1627251"/>
                </a:cubicBezTo>
                <a:lnTo>
                  <a:pt x="2216087" y="1627251"/>
                </a:lnTo>
                <a:lnTo>
                  <a:pt x="2262378" y="1589913"/>
                </a:lnTo>
                <a:lnTo>
                  <a:pt x="2323719" y="1589913"/>
                </a:lnTo>
                <a:cubicBezTo>
                  <a:pt x="2323910" y="1592675"/>
                  <a:pt x="2324576" y="1595438"/>
                  <a:pt x="2325815" y="1598009"/>
                </a:cubicBezTo>
                <a:cubicBezTo>
                  <a:pt x="2328386" y="1603439"/>
                  <a:pt x="2332958" y="1607630"/>
                  <a:pt x="2338578" y="1609630"/>
                </a:cubicBezTo>
                <a:cubicBezTo>
                  <a:pt x="2341150" y="1610582"/>
                  <a:pt x="2343722" y="1610963"/>
                  <a:pt x="2346293" y="1610963"/>
                </a:cubicBezTo>
                <a:cubicBezTo>
                  <a:pt x="2355533" y="1610963"/>
                  <a:pt x="2364200" y="1605248"/>
                  <a:pt x="2367534" y="1596009"/>
                </a:cubicBezTo>
                <a:cubicBezTo>
                  <a:pt x="2369630" y="1590294"/>
                  <a:pt x="2369344" y="1584198"/>
                  <a:pt x="2366772" y="1578769"/>
                </a:cubicBezTo>
                <a:cubicBezTo>
                  <a:pt x="2364200" y="1573340"/>
                  <a:pt x="2359628" y="1569149"/>
                  <a:pt x="2354009" y="1567148"/>
                </a:cubicBezTo>
                <a:close/>
                <a:moveTo>
                  <a:pt x="2114836" y="1627537"/>
                </a:moveTo>
                <a:cubicBezTo>
                  <a:pt x="2113883" y="1630109"/>
                  <a:pt x="2111978" y="1632204"/>
                  <a:pt x="2109502" y="1633442"/>
                </a:cubicBezTo>
                <a:cubicBezTo>
                  <a:pt x="2107025" y="1634585"/>
                  <a:pt x="2104168" y="1634776"/>
                  <a:pt x="2101501" y="1633823"/>
                </a:cubicBezTo>
                <a:cubicBezTo>
                  <a:pt x="2098929" y="1632871"/>
                  <a:pt x="2096834" y="1630966"/>
                  <a:pt x="2095595" y="1628489"/>
                </a:cubicBezTo>
                <a:cubicBezTo>
                  <a:pt x="2094452" y="1626013"/>
                  <a:pt x="2094262" y="1623155"/>
                  <a:pt x="2095214" y="1620488"/>
                </a:cubicBezTo>
                <a:cubicBezTo>
                  <a:pt x="2096167" y="1617917"/>
                  <a:pt x="2098072" y="1615821"/>
                  <a:pt x="2100548" y="1614583"/>
                </a:cubicBezTo>
                <a:cubicBezTo>
                  <a:pt x="2101977" y="1613916"/>
                  <a:pt x="2103406" y="1613630"/>
                  <a:pt x="2104930" y="1613630"/>
                </a:cubicBezTo>
                <a:cubicBezTo>
                  <a:pt x="2106168" y="1613630"/>
                  <a:pt x="2107311" y="1613821"/>
                  <a:pt x="2108454" y="1614297"/>
                </a:cubicBezTo>
                <a:cubicBezTo>
                  <a:pt x="2111026" y="1615250"/>
                  <a:pt x="2113121" y="1617155"/>
                  <a:pt x="2114360" y="1619631"/>
                </a:cubicBezTo>
                <a:cubicBezTo>
                  <a:pt x="2115503" y="1622107"/>
                  <a:pt x="2115693" y="1624965"/>
                  <a:pt x="2114741" y="1627632"/>
                </a:cubicBezTo>
                <a:close/>
                <a:moveTo>
                  <a:pt x="2362867" y="1594485"/>
                </a:moveTo>
                <a:cubicBezTo>
                  <a:pt x="2361248" y="1598962"/>
                  <a:pt x="2358009" y="1602581"/>
                  <a:pt x="2353628" y="1604582"/>
                </a:cubicBezTo>
                <a:cubicBezTo>
                  <a:pt x="2349341" y="1606582"/>
                  <a:pt x="2344484" y="1606868"/>
                  <a:pt x="2340007" y="1605248"/>
                </a:cubicBezTo>
                <a:cubicBezTo>
                  <a:pt x="2335530" y="1603629"/>
                  <a:pt x="2331911" y="1600391"/>
                  <a:pt x="2329910" y="1596009"/>
                </a:cubicBezTo>
                <a:cubicBezTo>
                  <a:pt x="2327910" y="1591723"/>
                  <a:pt x="2327624" y="1586865"/>
                  <a:pt x="2329244" y="1582388"/>
                </a:cubicBezTo>
                <a:cubicBezTo>
                  <a:pt x="2330863" y="1577912"/>
                  <a:pt x="2334101" y="1574292"/>
                  <a:pt x="2338483" y="1572292"/>
                </a:cubicBezTo>
                <a:cubicBezTo>
                  <a:pt x="2340864" y="1571149"/>
                  <a:pt x="2343436" y="1570577"/>
                  <a:pt x="2346008" y="1570577"/>
                </a:cubicBezTo>
                <a:cubicBezTo>
                  <a:pt x="2348008" y="1570577"/>
                  <a:pt x="2350103" y="1570958"/>
                  <a:pt x="2352104" y="1571625"/>
                </a:cubicBezTo>
                <a:cubicBezTo>
                  <a:pt x="2356580" y="1573244"/>
                  <a:pt x="2360200" y="1576483"/>
                  <a:pt x="2362200" y="1580864"/>
                </a:cubicBezTo>
                <a:cubicBezTo>
                  <a:pt x="2364200" y="1585151"/>
                  <a:pt x="2364486" y="1590008"/>
                  <a:pt x="2362867" y="1594485"/>
                </a:cubicBezTo>
                <a:close/>
                <a:moveTo>
                  <a:pt x="1109377" y="2505266"/>
                </a:moveTo>
                <a:cubicBezTo>
                  <a:pt x="1109377" y="2508313"/>
                  <a:pt x="1106900" y="2510790"/>
                  <a:pt x="1103852" y="2510790"/>
                </a:cubicBezTo>
                <a:cubicBezTo>
                  <a:pt x="1100804" y="2510790"/>
                  <a:pt x="1098328" y="2508313"/>
                  <a:pt x="1098328" y="2505266"/>
                </a:cubicBezTo>
                <a:cubicBezTo>
                  <a:pt x="1098328" y="2502218"/>
                  <a:pt x="1100804" y="2499741"/>
                  <a:pt x="1103852" y="2499741"/>
                </a:cubicBezTo>
                <a:cubicBezTo>
                  <a:pt x="1106900" y="2499741"/>
                  <a:pt x="1109377" y="2502218"/>
                  <a:pt x="1109377" y="2505266"/>
                </a:cubicBezTo>
                <a:close/>
                <a:moveTo>
                  <a:pt x="2575941" y="2869025"/>
                </a:moveTo>
                <a:lnTo>
                  <a:pt x="2674430" y="2869025"/>
                </a:lnTo>
                <a:lnTo>
                  <a:pt x="2695861" y="2847785"/>
                </a:lnTo>
                <a:lnTo>
                  <a:pt x="2695861" y="2792921"/>
                </a:lnTo>
                <a:cubicBezTo>
                  <a:pt x="2698813" y="2792254"/>
                  <a:pt x="2701480" y="2790349"/>
                  <a:pt x="2702909" y="2787492"/>
                </a:cubicBezTo>
                <a:cubicBezTo>
                  <a:pt x="2705576" y="2782253"/>
                  <a:pt x="2703481" y="2775871"/>
                  <a:pt x="2698337" y="2773204"/>
                </a:cubicBezTo>
                <a:cubicBezTo>
                  <a:pt x="2693194" y="2770537"/>
                  <a:pt x="2686717" y="2772632"/>
                  <a:pt x="2684050" y="2777776"/>
                </a:cubicBezTo>
                <a:cubicBezTo>
                  <a:pt x="2682717" y="2780348"/>
                  <a:pt x="2682526" y="2783205"/>
                  <a:pt x="2683383" y="2785872"/>
                </a:cubicBezTo>
                <a:cubicBezTo>
                  <a:pt x="2684240" y="2788539"/>
                  <a:pt x="2686145" y="2790730"/>
                  <a:pt x="2688622" y="2792063"/>
                </a:cubicBezTo>
                <a:cubicBezTo>
                  <a:pt x="2689384" y="2792444"/>
                  <a:pt x="2690241" y="2792730"/>
                  <a:pt x="2691098" y="2792921"/>
                </a:cubicBezTo>
                <a:lnTo>
                  <a:pt x="2691098" y="2845689"/>
                </a:lnTo>
                <a:lnTo>
                  <a:pt x="2672429" y="2864168"/>
                </a:lnTo>
                <a:lnTo>
                  <a:pt x="2577942" y="2864168"/>
                </a:lnTo>
                <a:lnTo>
                  <a:pt x="2557272" y="2843117"/>
                </a:lnTo>
                <a:lnTo>
                  <a:pt x="2453354" y="2842641"/>
                </a:lnTo>
                <a:cubicBezTo>
                  <a:pt x="2451640" y="2836355"/>
                  <a:pt x="2445258" y="2832354"/>
                  <a:pt x="2438876" y="2833783"/>
                </a:cubicBezTo>
                <a:cubicBezTo>
                  <a:pt x="2432209" y="2835307"/>
                  <a:pt x="2428018" y="2841879"/>
                  <a:pt x="2429542" y="2848547"/>
                </a:cubicBezTo>
                <a:cubicBezTo>
                  <a:pt x="2430304" y="2851785"/>
                  <a:pt x="2432209" y="2854547"/>
                  <a:pt x="2434971" y="2856262"/>
                </a:cubicBezTo>
                <a:cubicBezTo>
                  <a:pt x="2436971" y="2857500"/>
                  <a:pt x="2439257" y="2858167"/>
                  <a:pt x="2441543" y="2858167"/>
                </a:cubicBezTo>
                <a:cubicBezTo>
                  <a:pt x="2442496" y="2858167"/>
                  <a:pt x="2443353" y="2858167"/>
                  <a:pt x="2444305" y="2857881"/>
                </a:cubicBezTo>
                <a:cubicBezTo>
                  <a:pt x="2447544" y="2857119"/>
                  <a:pt x="2450306" y="2855214"/>
                  <a:pt x="2452021" y="2852452"/>
                </a:cubicBezTo>
                <a:cubicBezTo>
                  <a:pt x="2452973" y="2850928"/>
                  <a:pt x="2453545" y="2849118"/>
                  <a:pt x="2453735" y="2847404"/>
                </a:cubicBezTo>
                <a:lnTo>
                  <a:pt x="2555272" y="2847880"/>
                </a:lnTo>
                <a:lnTo>
                  <a:pt x="2575941" y="2868930"/>
                </a:lnTo>
                <a:close/>
                <a:moveTo>
                  <a:pt x="2690717" y="2787872"/>
                </a:moveTo>
                <a:cubicBezTo>
                  <a:pt x="2689288" y="2787110"/>
                  <a:pt x="2688336" y="2785967"/>
                  <a:pt x="2687860" y="2784443"/>
                </a:cubicBezTo>
                <a:cubicBezTo>
                  <a:pt x="2687384" y="2782919"/>
                  <a:pt x="2687479" y="2781395"/>
                  <a:pt x="2688241" y="2779967"/>
                </a:cubicBezTo>
                <a:cubicBezTo>
                  <a:pt x="2689670" y="2777109"/>
                  <a:pt x="2693194" y="2775966"/>
                  <a:pt x="2696147" y="2777395"/>
                </a:cubicBezTo>
                <a:cubicBezTo>
                  <a:pt x="2699004" y="2778824"/>
                  <a:pt x="2700147" y="2782443"/>
                  <a:pt x="2698718" y="2785301"/>
                </a:cubicBezTo>
                <a:cubicBezTo>
                  <a:pt x="2697194" y="2788158"/>
                  <a:pt x="2693670" y="2789301"/>
                  <a:pt x="2690813" y="2787872"/>
                </a:cubicBezTo>
                <a:close/>
                <a:moveTo>
                  <a:pt x="2447925" y="2849975"/>
                </a:moveTo>
                <a:cubicBezTo>
                  <a:pt x="2446877" y="2851690"/>
                  <a:pt x="2445163" y="2852833"/>
                  <a:pt x="2443163" y="2853309"/>
                </a:cubicBezTo>
                <a:cubicBezTo>
                  <a:pt x="2441162" y="2853785"/>
                  <a:pt x="2439162" y="2853309"/>
                  <a:pt x="2437448" y="2852357"/>
                </a:cubicBezTo>
                <a:cubicBezTo>
                  <a:pt x="2435733" y="2851309"/>
                  <a:pt x="2434590" y="2849594"/>
                  <a:pt x="2434114" y="2847594"/>
                </a:cubicBezTo>
                <a:cubicBezTo>
                  <a:pt x="2433161" y="2843498"/>
                  <a:pt x="2435733" y="2839498"/>
                  <a:pt x="2439829" y="2838545"/>
                </a:cubicBezTo>
                <a:cubicBezTo>
                  <a:pt x="2443925" y="2837688"/>
                  <a:pt x="2448020" y="2840165"/>
                  <a:pt x="2448878" y="2844260"/>
                </a:cubicBezTo>
                <a:cubicBezTo>
                  <a:pt x="2449354" y="2846261"/>
                  <a:pt x="2448878" y="2848261"/>
                  <a:pt x="2447925" y="2849975"/>
                </a:cubicBezTo>
                <a:close/>
                <a:moveTo>
                  <a:pt x="1640396" y="1438180"/>
                </a:moveTo>
                <a:lnTo>
                  <a:pt x="1640396" y="1433894"/>
                </a:lnTo>
                <a:cubicBezTo>
                  <a:pt x="1640396" y="1429131"/>
                  <a:pt x="1636490" y="1425226"/>
                  <a:pt x="1631728" y="1425226"/>
                </a:cubicBezTo>
                <a:lnTo>
                  <a:pt x="1618488" y="1425226"/>
                </a:lnTo>
                <a:cubicBezTo>
                  <a:pt x="1613726" y="1425226"/>
                  <a:pt x="1609820" y="1429131"/>
                  <a:pt x="1609820" y="1433894"/>
                </a:cubicBezTo>
                <a:lnTo>
                  <a:pt x="1609820" y="1447133"/>
                </a:lnTo>
                <a:cubicBezTo>
                  <a:pt x="1609820" y="1451896"/>
                  <a:pt x="1613726" y="1455801"/>
                  <a:pt x="1618488" y="1455801"/>
                </a:cubicBezTo>
                <a:lnTo>
                  <a:pt x="1631728" y="1455801"/>
                </a:lnTo>
                <a:cubicBezTo>
                  <a:pt x="1636490" y="1455801"/>
                  <a:pt x="1640396" y="1451896"/>
                  <a:pt x="1640396" y="1447133"/>
                </a:cubicBezTo>
                <a:lnTo>
                  <a:pt x="1640396" y="1442847"/>
                </a:lnTo>
                <a:lnTo>
                  <a:pt x="1731074" y="1442847"/>
                </a:lnTo>
                <a:lnTo>
                  <a:pt x="1750219" y="1465040"/>
                </a:lnTo>
                <a:lnTo>
                  <a:pt x="1820990" y="1465040"/>
                </a:lnTo>
                <a:cubicBezTo>
                  <a:pt x="1821656" y="1467041"/>
                  <a:pt x="1822609" y="1469041"/>
                  <a:pt x="1824228" y="1470660"/>
                </a:cubicBezTo>
                <a:cubicBezTo>
                  <a:pt x="1826895" y="1473518"/>
                  <a:pt x="1830515" y="1475137"/>
                  <a:pt x="1834325" y="1475327"/>
                </a:cubicBezTo>
                <a:cubicBezTo>
                  <a:pt x="1834515" y="1475327"/>
                  <a:pt x="1834706" y="1475327"/>
                  <a:pt x="1834896" y="1475327"/>
                </a:cubicBezTo>
                <a:cubicBezTo>
                  <a:pt x="1838611" y="1475327"/>
                  <a:pt x="1842040" y="1473994"/>
                  <a:pt x="1844802" y="1471422"/>
                </a:cubicBezTo>
                <a:cubicBezTo>
                  <a:pt x="1850707" y="1465993"/>
                  <a:pt x="1850993" y="1456753"/>
                  <a:pt x="1845564" y="1450848"/>
                </a:cubicBezTo>
                <a:cubicBezTo>
                  <a:pt x="1840040" y="1444943"/>
                  <a:pt x="1830896" y="1444657"/>
                  <a:pt x="1824990" y="1450086"/>
                </a:cubicBezTo>
                <a:cubicBezTo>
                  <a:pt x="1822037" y="1452848"/>
                  <a:pt x="1820513" y="1456563"/>
                  <a:pt x="1820418" y="1460278"/>
                </a:cubicBezTo>
                <a:lnTo>
                  <a:pt x="1752505" y="1460278"/>
                </a:lnTo>
                <a:lnTo>
                  <a:pt x="1733360" y="1438085"/>
                </a:lnTo>
                <a:lnTo>
                  <a:pt x="1640491" y="1438085"/>
                </a:lnTo>
                <a:close/>
                <a:moveTo>
                  <a:pt x="1635633" y="1447133"/>
                </a:moveTo>
                <a:cubicBezTo>
                  <a:pt x="1635633" y="1449229"/>
                  <a:pt x="1633919" y="1451039"/>
                  <a:pt x="1631728" y="1451039"/>
                </a:cubicBezTo>
                <a:lnTo>
                  <a:pt x="1618488" y="1451039"/>
                </a:lnTo>
                <a:cubicBezTo>
                  <a:pt x="1616393" y="1451039"/>
                  <a:pt x="1614583" y="1449324"/>
                  <a:pt x="1614583" y="1447133"/>
                </a:cubicBezTo>
                <a:lnTo>
                  <a:pt x="1614583" y="1433894"/>
                </a:lnTo>
                <a:cubicBezTo>
                  <a:pt x="1614583" y="1431798"/>
                  <a:pt x="1616297" y="1429988"/>
                  <a:pt x="1618488" y="1429988"/>
                </a:cubicBezTo>
                <a:lnTo>
                  <a:pt x="1631728" y="1429988"/>
                </a:lnTo>
                <a:cubicBezTo>
                  <a:pt x="1633823" y="1429988"/>
                  <a:pt x="1635633" y="1431703"/>
                  <a:pt x="1635633" y="1433894"/>
                </a:cubicBezTo>
                <a:lnTo>
                  <a:pt x="1635633" y="1447133"/>
                </a:lnTo>
                <a:close/>
                <a:moveTo>
                  <a:pt x="1828228" y="1453706"/>
                </a:moveTo>
                <a:cubicBezTo>
                  <a:pt x="1832229" y="1449991"/>
                  <a:pt x="1838420" y="1450277"/>
                  <a:pt x="1842040" y="1454182"/>
                </a:cubicBezTo>
                <a:cubicBezTo>
                  <a:pt x="1845755" y="1458182"/>
                  <a:pt x="1845469" y="1464374"/>
                  <a:pt x="1841564" y="1467993"/>
                </a:cubicBezTo>
                <a:cubicBezTo>
                  <a:pt x="1839659" y="1469803"/>
                  <a:pt x="1837277" y="1470755"/>
                  <a:pt x="1834515" y="1470660"/>
                </a:cubicBezTo>
                <a:cubicBezTo>
                  <a:pt x="1831943" y="1470660"/>
                  <a:pt x="1829467" y="1469422"/>
                  <a:pt x="1827752" y="1467517"/>
                </a:cubicBezTo>
                <a:cubicBezTo>
                  <a:pt x="1825943" y="1465612"/>
                  <a:pt x="1824990" y="1463135"/>
                  <a:pt x="1825085" y="1460468"/>
                </a:cubicBezTo>
                <a:cubicBezTo>
                  <a:pt x="1825085" y="1457897"/>
                  <a:pt x="1826324" y="1455420"/>
                  <a:pt x="1828228" y="1453610"/>
                </a:cubicBezTo>
                <a:close/>
                <a:moveTo>
                  <a:pt x="2424303" y="2837688"/>
                </a:moveTo>
                <a:lnTo>
                  <a:pt x="2427637" y="2838641"/>
                </a:lnTo>
                <a:lnTo>
                  <a:pt x="2426399" y="2843213"/>
                </a:lnTo>
                <a:lnTo>
                  <a:pt x="2423446" y="2842355"/>
                </a:lnTo>
                <a:lnTo>
                  <a:pt x="2408111" y="2842355"/>
                </a:lnTo>
                <a:lnTo>
                  <a:pt x="2408111" y="2837593"/>
                </a:lnTo>
                <a:lnTo>
                  <a:pt x="2424398" y="2837593"/>
                </a:lnTo>
                <a:close/>
                <a:moveTo>
                  <a:pt x="1924717" y="1584960"/>
                </a:moveTo>
                <a:lnTo>
                  <a:pt x="1945767" y="1584960"/>
                </a:lnTo>
                <a:cubicBezTo>
                  <a:pt x="1950911" y="1584960"/>
                  <a:pt x="1955006" y="1580769"/>
                  <a:pt x="1955006" y="1575721"/>
                </a:cubicBezTo>
                <a:lnTo>
                  <a:pt x="1955006" y="1572292"/>
                </a:lnTo>
                <a:cubicBezTo>
                  <a:pt x="1955006" y="1567148"/>
                  <a:pt x="1950815" y="1563053"/>
                  <a:pt x="1945767" y="1563053"/>
                </a:cubicBezTo>
                <a:lnTo>
                  <a:pt x="1924717" y="1563053"/>
                </a:lnTo>
                <a:cubicBezTo>
                  <a:pt x="1919573" y="1563053"/>
                  <a:pt x="1915478" y="1567244"/>
                  <a:pt x="1915478" y="1572292"/>
                </a:cubicBezTo>
                <a:lnTo>
                  <a:pt x="1915478" y="1575721"/>
                </a:lnTo>
                <a:cubicBezTo>
                  <a:pt x="1915478" y="1577435"/>
                  <a:pt x="1916049" y="1578959"/>
                  <a:pt x="1916906" y="1580293"/>
                </a:cubicBezTo>
                <a:lnTo>
                  <a:pt x="1882045" y="1624394"/>
                </a:lnTo>
                <a:lnTo>
                  <a:pt x="1881569" y="1625060"/>
                </a:lnTo>
                <a:lnTo>
                  <a:pt x="1881569" y="1625918"/>
                </a:lnTo>
                <a:cubicBezTo>
                  <a:pt x="1881759" y="1659446"/>
                  <a:pt x="1881950" y="1710119"/>
                  <a:pt x="1881759" y="1714500"/>
                </a:cubicBezTo>
                <a:lnTo>
                  <a:pt x="1843278" y="1768126"/>
                </a:lnTo>
                <a:lnTo>
                  <a:pt x="1721453" y="1768126"/>
                </a:lnTo>
                <a:cubicBezTo>
                  <a:pt x="1720406" y="1764792"/>
                  <a:pt x="1717453" y="1762316"/>
                  <a:pt x="1713738" y="1762316"/>
                </a:cubicBezTo>
                <a:cubicBezTo>
                  <a:pt x="1709261" y="1762316"/>
                  <a:pt x="1705547" y="1765935"/>
                  <a:pt x="1705547" y="1770507"/>
                </a:cubicBezTo>
                <a:cubicBezTo>
                  <a:pt x="1705547" y="1775079"/>
                  <a:pt x="1709166" y="1778699"/>
                  <a:pt x="1713738" y="1778699"/>
                </a:cubicBezTo>
                <a:cubicBezTo>
                  <a:pt x="1717357" y="1778699"/>
                  <a:pt x="1720406" y="1776222"/>
                  <a:pt x="1721453" y="1772888"/>
                </a:cubicBezTo>
                <a:lnTo>
                  <a:pt x="1845755" y="1772888"/>
                </a:lnTo>
                <a:lnTo>
                  <a:pt x="1885950" y="1716881"/>
                </a:lnTo>
                <a:lnTo>
                  <a:pt x="1886236" y="1716215"/>
                </a:lnTo>
                <a:cubicBezTo>
                  <a:pt x="1886712" y="1714786"/>
                  <a:pt x="1886712" y="1684687"/>
                  <a:pt x="1886331" y="1626680"/>
                </a:cubicBezTo>
                <a:lnTo>
                  <a:pt x="1920335" y="1583627"/>
                </a:lnTo>
                <a:cubicBezTo>
                  <a:pt x="1921669" y="1584389"/>
                  <a:pt x="1923098" y="1584960"/>
                  <a:pt x="1924812" y="1584960"/>
                </a:cubicBezTo>
                <a:close/>
                <a:moveTo>
                  <a:pt x="1713643" y="1776317"/>
                </a:moveTo>
                <a:cubicBezTo>
                  <a:pt x="1710500" y="1776317"/>
                  <a:pt x="1707832" y="1773746"/>
                  <a:pt x="1707832" y="1770507"/>
                </a:cubicBezTo>
                <a:cubicBezTo>
                  <a:pt x="1707832" y="1767269"/>
                  <a:pt x="1710404" y="1764697"/>
                  <a:pt x="1713643" y="1764697"/>
                </a:cubicBezTo>
                <a:cubicBezTo>
                  <a:pt x="1716881" y="1764697"/>
                  <a:pt x="1719453" y="1767269"/>
                  <a:pt x="1719453" y="1770507"/>
                </a:cubicBezTo>
                <a:cubicBezTo>
                  <a:pt x="1719453" y="1773746"/>
                  <a:pt x="1716881" y="1776317"/>
                  <a:pt x="1713643" y="1776317"/>
                </a:cubicBezTo>
                <a:close/>
                <a:moveTo>
                  <a:pt x="1920240" y="1572387"/>
                </a:moveTo>
                <a:cubicBezTo>
                  <a:pt x="1920240" y="1569911"/>
                  <a:pt x="1922240" y="1567910"/>
                  <a:pt x="1924717" y="1567910"/>
                </a:cubicBezTo>
                <a:lnTo>
                  <a:pt x="1945767" y="1567910"/>
                </a:lnTo>
                <a:cubicBezTo>
                  <a:pt x="1948244" y="1567910"/>
                  <a:pt x="1950244" y="1569911"/>
                  <a:pt x="1950244" y="1572387"/>
                </a:cubicBezTo>
                <a:lnTo>
                  <a:pt x="1950244" y="1575816"/>
                </a:lnTo>
                <a:cubicBezTo>
                  <a:pt x="1950244" y="1578293"/>
                  <a:pt x="1948244" y="1580293"/>
                  <a:pt x="1945767" y="1580293"/>
                </a:cubicBezTo>
                <a:lnTo>
                  <a:pt x="1924717" y="1580293"/>
                </a:lnTo>
                <a:cubicBezTo>
                  <a:pt x="1922240" y="1580293"/>
                  <a:pt x="1920240" y="1578293"/>
                  <a:pt x="1920240" y="1575816"/>
                </a:cubicBezTo>
                <a:lnTo>
                  <a:pt x="1920240" y="1572387"/>
                </a:lnTo>
                <a:close/>
                <a:moveTo>
                  <a:pt x="91059" y="1976533"/>
                </a:moveTo>
                <a:cubicBezTo>
                  <a:pt x="97441" y="1976533"/>
                  <a:pt x="102584" y="1971389"/>
                  <a:pt x="102584" y="1965007"/>
                </a:cubicBezTo>
                <a:cubicBezTo>
                  <a:pt x="102584" y="1958626"/>
                  <a:pt x="97441" y="1953482"/>
                  <a:pt x="91059" y="1953482"/>
                </a:cubicBezTo>
                <a:cubicBezTo>
                  <a:pt x="85535" y="1953482"/>
                  <a:pt x="81153" y="1957483"/>
                  <a:pt x="80010" y="1962626"/>
                </a:cubicBezTo>
                <a:lnTo>
                  <a:pt x="95" y="1962626"/>
                </a:lnTo>
                <a:lnTo>
                  <a:pt x="95" y="1967389"/>
                </a:lnTo>
                <a:lnTo>
                  <a:pt x="80010" y="1967389"/>
                </a:lnTo>
                <a:cubicBezTo>
                  <a:pt x="81153" y="1972532"/>
                  <a:pt x="85535" y="1976533"/>
                  <a:pt x="91059" y="1976533"/>
                </a:cubicBezTo>
                <a:close/>
                <a:moveTo>
                  <a:pt x="91059" y="1958245"/>
                </a:moveTo>
                <a:cubicBezTo>
                  <a:pt x="94774" y="1958245"/>
                  <a:pt x="97822" y="1961293"/>
                  <a:pt x="97822" y="1965007"/>
                </a:cubicBezTo>
                <a:cubicBezTo>
                  <a:pt x="97822" y="1968722"/>
                  <a:pt x="94774" y="1971770"/>
                  <a:pt x="91059" y="1971770"/>
                </a:cubicBezTo>
                <a:cubicBezTo>
                  <a:pt x="87344" y="1971770"/>
                  <a:pt x="84296" y="1968722"/>
                  <a:pt x="84296" y="1965007"/>
                </a:cubicBezTo>
                <a:cubicBezTo>
                  <a:pt x="84296" y="1961293"/>
                  <a:pt x="87344" y="1958245"/>
                  <a:pt x="91059" y="1958245"/>
                </a:cubicBezTo>
                <a:close/>
                <a:moveTo>
                  <a:pt x="1719834" y="1550670"/>
                </a:moveTo>
                <a:lnTo>
                  <a:pt x="1820609" y="1550670"/>
                </a:lnTo>
                <a:cubicBezTo>
                  <a:pt x="1820799" y="1551718"/>
                  <a:pt x="1821085" y="1552766"/>
                  <a:pt x="1821466" y="1553813"/>
                </a:cubicBezTo>
                <a:cubicBezTo>
                  <a:pt x="1822895" y="1557433"/>
                  <a:pt x="1825752" y="1560195"/>
                  <a:pt x="1829276" y="1561719"/>
                </a:cubicBezTo>
                <a:cubicBezTo>
                  <a:pt x="1831086" y="1562481"/>
                  <a:pt x="1832991" y="1562862"/>
                  <a:pt x="1834896" y="1562862"/>
                </a:cubicBezTo>
                <a:cubicBezTo>
                  <a:pt x="1840611" y="1562862"/>
                  <a:pt x="1846040" y="1559528"/>
                  <a:pt x="1848326" y="1553909"/>
                </a:cubicBezTo>
                <a:cubicBezTo>
                  <a:pt x="1849850" y="1550289"/>
                  <a:pt x="1849850" y="1546384"/>
                  <a:pt x="1848326" y="1542764"/>
                </a:cubicBezTo>
                <a:cubicBezTo>
                  <a:pt x="1846898" y="1539145"/>
                  <a:pt x="1844040" y="1536382"/>
                  <a:pt x="1840516" y="1534859"/>
                </a:cubicBezTo>
                <a:cubicBezTo>
                  <a:pt x="1833086" y="1531715"/>
                  <a:pt x="1824609" y="1535240"/>
                  <a:pt x="1821466" y="1542669"/>
                </a:cubicBezTo>
                <a:cubicBezTo>
                  <a:pt x="1820990" y="1543717"/>
                  <a:pt x="1820704" y="1544860"/>
                  <a:pt x="1820609" y="1545907"/>
                </a:cubicBezTo>
                <a:lnTo>
                  <a:pt x="1722025" y="1545907"/>
                </a:lnTo>
                <a:lnTo>
                  <a:pt x="1702880" y="1523714"/>
                </a:lnTo>
                <a:lnTo>
                  <a:pt x="1571625" y="1523714"/>
                </a:lnTo>
                <a:lnTo>
                  <a:pt x="1571625" y="1521143"/>
                </a:lnTo>
                <a:cubicBezTo>
                  <a:pt x="1571625" y="1516380"/>
                  <a:pt x="1567720" y="1512475"/>
                  <a:pt x="1562957" y="1512475"/>
                </a:cubicBezTo>
                <a:lnTo>
                  <a:pt x="1549718" y="1512475"/>
                </a:lnTo>
                <a:cubicBezTo>
                  <a:pt x="1544955" y="1512475"/>
                  <a:pt x="1541050" y="1516380"/>
                  <a:pt x="1541050" y="1521143"/>
                </a:cubicBezTo>
                <a:lnTo>
                  <a:pt x="1541050" y="1534382"/>
                </a:lnTo>
                <a:cubicBezTo>
                  <a:pt x="1541050" y="1539145"/>
                  <a:pt x="1544955" y="1543050"/>
                  <a:pt x="1549718" y="1543050"/>
                </a:cubicBezTo>
                <a:lnTo>
                  <a:pt x="1562957" y="1543050"/>
                </a:lnTo>
                <a:cubicBezTo>
                  <a:pt x="1567720" y="1543050"/>
                  <a:pt x="1571625" y="1539145"/>
                  <a:pt x="1571625" y="1534382"/>
                </a:cubicBezTo>
                <a:lnTo>
                  <a:pt x="1571625" y="1528382"/>
                </a:lnTo>
                <a:lnTo>
                  <a:pt x="1700689" y="1528382"/>
                </a:lnTo>
                <a:lnTo>
                  <a:pt x="1719834" y="1550575"/>
                </a:lnTo>
                <a:close/>
                <a:moveTo>
                  <a:pt x="1825847" y="1544574"/>
                </a:moveTo>
                <a:cubicBezTo>
                  <a:pt x="1827467" y="1540859"/>
                  <a:pt x="1831086" y="1538573"/>
                  <a:pt x="1834896" y="1538573"/>
                </a:cubicBezTo>
                <a:cubicBezTo>
                  <a:pt x="1836134" y="1538573"/>
                  <a:pt x="1837468" y="1538859"/>
                  <a:pt x="1838706" y="1539335"/>
                </a:cubicBezTo>
                <a:cubicBezTo>
                  <a:pt x="1841087" y="1540383"/>
                  <a:pt x="1842992" y="1542193"/>
                  <a:pt x="1843945" y="1544669"/>
                </a:cubicBezTo>
                <a:cubicBezTo>
                  <a:pt x="1844897" y="1547051"/>
                  <a:pt x="1844897" y="1549718"/>
                  <a:pt x="1843945" y="1552194"/>
                </a:cubicBezTo>
                <a:cubicBezTo>
                  <a:pt x="1841849" y="1557147"/>
                  <a:pt x="1836134" y="1559528"/>
                  <a:pt x="1831181" y="1557433"/>
                </a:cubicBezTo>
                <a:cubicBezTo>
                  <a:pt x="1826228" y="1555337"/>
                  <a:pt x="1823847" y="1549622"/>
                  <a:pt x="1825943" y="1544574"/>
                </a:cubicBezTo>
                <a:close/>
                <a:moveTo>
                  <a:pt x="1566863" y="1534478"/>
                </a:moveTo>
                <a:cubicBezTo>
                  <a:pt x="1566863" y="1536573"/>
                  <a:pt x="1565148" y="1538383"/>
                  <a:pt x="1562957" y="1538383"/>
                </a:cubicBezTo>
                <a:lnTo>
                  <a:pt x="1549718" y="1538383"/>
                </a:lnTo>
                <a:cubicBezTo>
                  <a:pt x="1547622" y="1538383"/>
                  <a:pt x="1545812" y="1536668"/>
                  <a:pt x="1545812" y="1534478"/>
                </a:cubicBezTo>
                <a:lnTo>
                  <a:pt x="1545812" y="1521238"/>
                </a:lnTo>
                <a:cubicBezTo>
                  <a:pt x="1545812" y="1519142"/>
                  <a:pt x="1547527" y="1517332"/>
                  <a:pt x="1549718" y="1517332"/>
                </a:cubicBezTo>
                <a:lnTo>
                  <a:pt x="1562957" y="1517332"/>
                </a:lnTo>
                <a:cubicBezTo>
                  <a:pt x="1565053" y="1517332"/>
                  <a:pt x="1566863" y="1519047"/>
                  <a:pt x="1566863" y="1521238"/>
                </a:cubicBezTo>
                <a:lnTo>
                  <a:pt x="1566863" y="1534478"/>
                </a:lnTo>
                <a:close/>
                <a:moveTo>
                  <a:pt x="715994" y="1147382"/>
                </a:moveTo>
                <a:cubicBezTo>
                  <a:pt x="712946" y="1146143"/>
                  <a:pt x="709517" y="1146143"/>
                  <a:pt x="706469" y="1147382"/>
                </a:cubicBezTo>
                <a:cubicBezTo>
                  <a:pt x="703421" y="1148620"/>
                  <a:pt x="701040" y="1151001"/>
                  <a:pt x="699707" y="1154144"/>
                </a:cubicBezTo>
                <a:cubicBezTo>
                  <a:pt x="699421" y="1154906"/>
                  <a:pt x="699421" y="1155668"/>
                  <a:pt x="699230" y="1156526"/>
                </a:cubicBezTo>
                <a:lnTo>
                  <a:pt x="603028" y="1156526"/>
                </a:lnTo>
                <a:cubicBezTo>
                  <a:pt x="603028" y="1156526"/>
                  <a:pt x="587407" y="1142333"/>
                  <a:pt x="587407" y="1142333"/>
                </a:cubicBezTo>
                <a:lnTo>
                  <a:pt x="507016" y="1142333"/>
                </a:lnTo>
                <a:cubicBezTo>
                  <a:pt x="506254" y="1138809"/>
                  <a:pt x="504254" y="1135571"/>
                  <a:pt x="500825" y="1133856"/>
                </a:cubicBezTo>
                <a:cubicBezTo>
                  <a:pt x="497967" y="1132427"/>
                  <a:pt x="494729" y="1132142"/>
                  <a:pt x="491681" y="1133189"/>
                </a:cubicBezTo>
                <a:cubicBezTo>
                  <a:pt x="488633" y="1134237"/>
                  <a:pt x="486156" y="1136333"/>
                  <a:pt x="484727" y="1139190"/>
                </a:cubicBezTo>
                <a:cubicBezTo>
                  <a:pt x="481775" y="1145096"/>
                  <a:pt x="484156" y="1152335"/>
                  <a:pt x="490157" y="1155287"/>
                </a:cubicBezTo>
                <a:cubicBezTo>
                  <a:pt x="491871" y="1156145"/>
                  <a:pt x="493681" y="1156526"/>
                  <a:pt x="495490" y="1156526"/>
                </a:cubicBezTo>
                <a:cubicBezTo>
                  <a:pt x="496729" y="1156526"/>
                  <a:pt x="498062" y="1156335"/>
                  <a:pt x="499301" y="1155859"/>
                </a:cubicBezTo>
                <a:cubicBezTo>
                  <a:pt x="502349" y="1154811"/>
                  <a:pt x="504825" y="1152716"/>
                  <a:pt x="506254" y="1149858"/>
                </a:cubicBezTo>
                <a:cubicBezTo>
                  <a:pt x="506730" y="1148906"/>
                  <a:pt x="506825" y="1147858"/>
                  <a:pt x="507016" y="1146905"/>
                </a:cubicBezTo>
                <a:lnTo>
                  <a:pt x="585597" y="1146905"/>
                </a:lnTo>
                <a:cubicBezTo>
                  <a:pt x="585597" y="1146905"/>
                  <a:pt x="601218" y="1161193"/>
                  <a:pt x="601218" y="1161193"/>
                </a:cubicBezTo>
                <a:lnTo>
                  <a:pt x="699230" y="1161193"/>
                </a:lnTo>
                <a:cubicBezTo>
                  <a:pt x="699992" y="1165098"/>
                  <a:pt x="702469" y="1168622"/>
                  <a:pt x="706469" y="1170242"/>
                </a:cubicBezTo>
                <a:cubicBezTo>
                  <a:pt x="707993" y="1170908"/>
                  <a:pt x="709613" y="1171194"/>
                  <a:pt x="711232" y="1171194"/>
                </a:cubicBezTo>
                <a:cubicBezTo>
                  <a:pt x="712851" y="1171194"/>
                  <a:pt x="714470" y="1170908"/>
                  <a:pt x="715994" y="1170242"/>
                </a:cubicBezTo>
                <a:cubicBezTo>
                  <a:pt x="719042" y="1169003"/>
                  <a:pt x="721424" y="1166622"/>
                  <a:pt x="722757" y="1163479"/>
                </a:cubicBezTo>
                <a:cubicBezTo>
                  <a:pt x="723995" y="1160431"/>
                  <a:pt x="723995" y="1157002"/>
                  <a:pt x="722757" y="1153954"/>
                </a:cubicBezTo>
                <a:cubicBezTo>
                  <a:pt x="721519" y="1150906"/>
                  <a:pt x="719138" y="1148525"/>
                  <a:pt x="715994" y="1147191"/>
                </a:cubicBezTo>
                <a:close/>
                <a:moveTo>
                  <a:pt x="502063" y="1147858"/>
                </a:moveTo>
                <a:cubicBezTo>
                  <a:pt x="501206" y="1149572"/>
                  <a:pt x="499682" y="1150906"/>
                  <a:pt x="497872" y="1151477"/>
                </a:cubicBezTo>
                <a:cubicBezTo>
                  <a:pt x="496062" y="1152049"/>
                  <a:pt x="494062" y="1151954"/>
                  <a:pt x="492347" y="1151096"/>
                </a:cubicBezTo>
                <a:cubicBezTo>
                  <a:pt x="488728" y="1149287"/>
                  <a:pt x="487299" y="1144905"/>
                  <a:pt x="489109" y="1141381"/>
                </a:cubicBezTo>
                <a:cubicBezTo>
                  <a:pt x="489966" y="1139666"/>
                  <a:pt x="491490" y="1138333"/>
                  <a:pt x="493300" y="1137761"/>
                </a:cubicBezTo>
                <a:cubicBezTo>
                  <a:pt x="495110" y="1137190"/>
                  <a:pt x="497110" y="1137285"/>
                  <a:pt x="498824" y="1138142"/>
                </a:cubicBezTo>
                <a:cubicBezTo>
                  <a:pt x="502444" y="1139952"/>
                  <a:pt x="503873" y="1144334"/>
                  <a:pt x="502063" y="1147858"/>
                </a:cubicBezTo>
                <a:close/>
                <a:moveTo>
                  <a:pt x="718376" y="1161860"/>
                </a:moveTo>
                <a:cubicBezTo>
                  <a:pt x="717614" y="1163765"/>
                  <a:pt x="716090" y="1165193"/>
                  <a:pt x="714185" y="1166051"/>
                </a:cubicBezTo>
                <a:cubicBezTo>
                  <a:pt x="712279" y="1166813"/>
                  <a:pt x="710184" y="1166813"/>
                  <a:pt x="708374" y="1166051"/>
                </a:cubicBezTo>
                <a:cubicBezTo>
                  <a:pt x="704469" y="1164431"/>
                  <a:pt x="702659" y="1159955"/>
                  <a:pt x="704183" y="1156049"/>
                </a:cubicBezTo>
                <a:cubicBezTo>
                  <a:pt x="704945" y="1154144"/>
                  <a:pt x="706469" y="1152716"/>
                  <a:pt x="708374" y="1151858"/>
                </a:cubicBezTo>
                <a:cubicBezTo>
                  <a:pt x="709327" y="1151477"/>
                  <a:pt x="710279" y="1151287"/>
                  <a:pt x="711327" y="1151287"/>
                </a:cubicBezTo>
                <a:cubicBezTo>
                  <a:pt x="712375" y="1151287"/>
                  <a:pt x="713327" y="1151477"/>
                  <a:pt x="714280" y="1151858"/>
                </a:cubicBezTo>
                <a:cubicBezTo>
                  <a:pt x="716185" y="1152620"/>
                  <a:pt x="717614" y="1154144"/>
                  <a:pt x="718471" y="1156049"/>
                </a:cubicBezTo>
                <a:cubicBezTo>
                  <a:pt x="719233" y="1157954"/>
                  <a:pt x="719233" y="1160050"/>
                  <a:pt x="718471" y="1161860"/>
                </a:cubicBezTo>
                <a:close/>
                <a:moveTo>
                  <a:pt x="1974247" y="2382679"/>
                </a:moveTo>
                <a:lnTo>
                  <a:pt x="1974247" y="2369725"/>
                </a:lnTo>
                <a:cubicBezTo>
                  <a:pt x="1974247" y="2368201"/>
                  <a:pt x="1973009" y="2367058"/>
                  <a:pt x="1971580" y="2367058"/>
                </a:cubicBezTo>
                <a:lnTo>
                  <a:pt x="1958626" y="2367058"/>
                </a:lnTo>
                <a:cubicBezTo>
                  <a:pt x="1957102" y="2367058"/>
                  <a:pt x="1955959" y="2368296"/>
                  <a:pt x="1955959" y="2369725"/>
                </a:cubicBezTo>
                <a:lnTo>
                  <a:pt x="1955959" y="2382679"/>
                </a:lnTo>
                <a:cubicBezTo>
                  <a:pt x="1955959" y="2384203"/>
                  <a:pt x="1957197" y="2385346"/>
                  <a:pt x="1958626" y="2385346"/>
                </a:cubicBezTo>
                <a:lnTo>
                  <a:pt x="1968818" y="2385346"/>
                </a:lnTo>
                <a:lnTo>
                  <a:pt x="2046161" y="2458974"/>
                </a:lnTo>
                <a:lnTo>
                  <a:pt x="2057495" y="2459831"/>
                </a:lnTo>
                <a:lnTo>
                  <a:pt x="2118646" y="2515838"/>
                </a:lnTo>
                <a:lnTo>
                  <a:pt x="2118646" y="2526887"/>
                </a:lnTo>
                <a:cubicBezTo>
                  <a:pt x="2118646" y="2526887"/>
                  <a:pt x="2196370" y="2601944"/>
                  <a:pt x="2196370" y="2601944"/>
                </a:cubicBezTo>
                <a:cubicBezTo>
                  <a:pt x="2196179" y="2602421"/>
                  <a:pt x="2196084" y="2602992"/>
                  <a:pt x="2196084" y="2603468"/>
                </a:cubicBezTo>
                <a:lnTo>
                  <a:pt x="2196084" y="2616422"/>
                </a:lnTo>
                <a:cubicBezTo>
                  <a:pt x="2196084" y="2619185"/>
                  <a:pt x="2198370" y="2621471"/>
                  <a:pt x="2201132" y="2621471"/>
                </a:cubicBezTo>
                <a:lnTo>
                  <a:pt x="2214086" y="2621471"/>
                </a:lnTo>
                <a:cubicBezTo>
                  <a:pt x="2214086" y="2621471"/>
                  <a:pt x="2214944" y="2621280"/>
                  <a:pt x="2215325" y="2621185"/>
                </a:cubicBezTo>
                <a:lnTo>
                  <a:pt x="2359438" y="2753297"/>
                </a:lnTo>
                <a:lnTo>
                  <a:pt x="2421731" y="2753582"/>
                </a:lnTo>
                <a:lnTo>
                  <a:pt x="2421731" y="2765965"/>
                </a:lnTo>
                <a:cubicBezTo>
                  <a:pt x="2421731" y="2767679"/>
                  <a:pt x="2423160" y="2769108"/>
                  <a:pt x="2424875" y="2769108"/>
                </a:cubicBezTo>
                <a:lnTo>
                  <a:pt x="2454497" y="2769108"/>
                </a:lnTo>
                <a:cubicBezTo>
                  <a:pt x="2456212" y="2769108"/>
                  <a:pt x="2457641" y="2767679"/>
                  <a:pt x="2457641" y="2765965"/>
                </a:cubicBezTo>
                <a:lnTo>
                  <a:pt x="2457641" y="2753582"/>
                </a:lnTo>
                <a:lnTo>
                  <a:pt x="2575084" y="2753582"/>
                </a:lnTo>
                <a:cubicBezTo>
                  <a:pt x="2576227" y="2758821"/>
                  <a:pt x="2580609" y="2762822"/>
                  <a:pt x="2586228" y="2762822"/>
                </a:cubicBezTo>
                <a:cubicBezTo>
                  <a:pt x="2591848" y="2762822"/>
                  <a:pt x="2596229" y="2758821"/>
                  <a:pt x="2597372" y="2753582"/>
                </a:cubicBezTo>
                <a:lnTo>
                  <a:pt x="2642330" y="2753582"/>
                </a:lnTo>
                <a:lnTo>
                  <a:pt x="2645093" y="2750725"/>
                </a:lnTo>
                <a:lnTo>
                  <a:pt x="2645093" y="2788634"/>
                </a:lnTo>
                <a:lnTo>
                  <a:pt x="2632329" y="2801779"/>
                </a:lnTo>
                <a:lnTo>
                  <a:pt x="2573084" y="2801779"/>
                </a:lnTo>
                <a:cubicBezTo>
                  <a:pt x="2573084" y="2796730"/>
                  <a:pt x="2568893" y="2792635"/>
                  <a:pt x="2563844" y="2792635"/>
                </a:cubicBezTo>
                <a:cubicBezTo>
                  <a:pt x="2559558" y="2792635"/>
                  <a:pt x="2556129" y="2795588"/>
                  <a:pt x="2555081" y="2799493"/>
                </a:cubicBezTo>
                <a:lnTo>
                  <a:pt x="2457641" y="2799493"/>
                </a:lnTo>
                <a:lnTo>
                  <a:pt x="2457641" y="2787110"/>
                </a:lnTo>
                <a:cubicBezTo>
                  <a:pt x="2457641" y="2785396"/>
                  <a:pt x="2456212" y="2783967"/>
                  <a:pt x="2454497" y="2783967"/>
                </a:cubicBezTo>
                <a:lnTo>
                  <a:pt x="2424875" y="2783967"/>
                </a:lnTo>
                <a:cubicBezTo>
                  <a:pt x="2423160" y="2783967"/>
                  <a:pt x="2421731" y="2785396"/>
                  <a:pt x="2421731" y="2787110"/>
                </a:cubicBezTo>
                <a:lnTo>
                  <a:pt x="2421731" y="2799493"/>
                </a:lnTo>
                <a:lnTo>
                  <a:pt x="2353247" y="2799493"/>
                </a:lnTo>
                <a:lnTo>
                  <a:pt x="2157317" y="2616613"/>
                </a:lnTo>
                <a:lnTo>
                  <a:pt x="2157317" y="2601468"/>
                </a:lnTo>
                <a:cubicBezTo>
                  <a:pt x="2157317" y="2599944"/>
                  <a:pt x="2156079" y="2598801"/>
                  <a:pt x="2154650" y="2598801"/>
                </a:cubicBezTo>
                <a:lnTo>
                  <a:pt x="2140458" y="2598801"/>
                </a:lnTo>
                <a:lnTo>
                  <a:pt x="2073402" y="2532602"/>
                </a:lnTo>
                <a:lnTo>
                  <a:pt x="2073402" y="2521934"/>
                </a:lnTo>
                <a:lnTo>
                  <a:pt x="2021872" y="2472214"/>
                </a:lnTo>
                <a:lnTo>
                  <a:pt x="2008727" y="2471928"/>
                </a:lnTo>
                <a:lnTo>
                  <a:pt x="1934623" y="2400491"/>
                </a:lnTo>
                <a:cubicBezTo>
                  <a:pt x="1935004" y="2399919"/>
                  <a:pt x="1935480" y="2399348"/>
                  <a:pt x="1935766" y="2398681"/>
                </a:cubicBezTo>
                <a:cubicBezTo>
                  <a:pt x="1936909" y="2395728"/>
                  <a:pt x="1936814" y="2392490"/>
                  <a:pt x="1935480" y="2389632"/>
                </a:cubicBezTo>
                <a:cubicBezTo>
                  <a:pt x="1932813" y="2383727"/>
                  <a:pt x="1925765" y="2381060"/>
                  <a:pt x="1919764" y="2383727"/>
                </a:cubicBezTo>
                <a:cubicBezTo>
                  <a:pt x="1913858" y="2386394"/>
                  <a:pt x="1911191" y="2393442"/>
                  <a:pt x="1913858" y="2399348"/>
                </a:cubicBezTo>
                <a:cubicBezTo>
                  <a:pt x="1914620" y="2401062"/>
                  <a:pt x="1915954" y="2402491"/>
                  <a:pt x="1917382" y="2403634"/>
                </a:cubicBezTo>
                <a:lnTo>
                  <a:pt x="1916811" y="2475452"/>
                </a:lnTo>
                <a:lnTo>
                  <a:pt x="1828800" y="2577751"/>
                </a:lnTo>
                <a:lnTo>
                  <a:pt x="1754029" y="2577751"/>
                </a:lnTo>
                <a:lnTo>
                  <a:pt x="1754029" y="2573655"/>
                </a:lnTo>
                <a:cubicBezTo>
                  <a:pt x="1754029" y="2572988"/>
                  <a:pt x="1753743" y="2572417"/>
                  <a:pt x="1753362" y="2571941"/>
                </a:cubicBezTo>
                <a:cubicBezTo>
                  <a:pt x="1752886" y="2571464"/>
                  <a:pt x="1752314" y="2571274"/>
                  <a:pt x="1751648" y="2571274"/>
                </a:cubicBezTo>
                <a:lnTo>
                  <a:pt x="1751648" y="2571274"/>
                </a:lnTo>
                <a:lnTo>
                  <a:pt x="1581341" y="2571655"/>
                </a:lnTo>
                <a:lnTo>
                  <a:pt x="1580483" y="2571084"/>
                </a:lnTo>
                <a:lnTo>
                  <a:pt x="1580483" y="2549652"/>
                </a:lnTo>
                <a:lnTo>
                  <a:pt x="1799463" y="2549367"/>
                </a:lnTo>
                <a:cubicBezTo>
                  <a:pt x="1800606" y="2554796"/>
                  <a:pt x="1805178" y="2558892"/>
                  <a:pt x="1810893" y="2558892"/>
                </a:cubicBezTo>
                <a:cubicBezTo>
                  <a:pt x="1817465" y="2558892"/>
                  <a:pt x="1822799" y="2553557"/>
                  <a:pt x="1822799" y="2546985"/>
                </a:cubicBezTo>
                <a:cubicBezTo>
                  <a:pt x="1822799" y="2540413"/>
                  <a:pt x="1817465" y="2535079"/>
                  <a:pt x="1810893" y="2535079"/>
                </a:cubicBezTo>
                <a:cubicBezTo>
                  <a:pt x="1805178" y="2535079"/>
                  <a:pt x="1800606" y="2539270"/>
                  <a:pt x="1799463" y="2544604"/>
                </a:cubicBezTo>
                <a:lnTo>
                  <a:pt x="1578102" y="2544985"/>
                </a:lnTo>
                <a:cubicBezTo>
                  <a:pt x="1576769" y="2544985"/>
                  <a:pt x="1575721" y="2546033"/>
                  <a:pt x="1575721" y="2547366"/>
                </a:cubicBezTo>
                <a:lnTo>
                  <a:pt x="1575721" y="2572417"/>
                </a:lnTo>
                <a:cubicBezTo>
                  <a:pt x="1575721" y="2573179"/>
                  <a:pt x="1576102" y="2573846"/>
                  <a:pt x="1576673" y="2574322"/>
                </a:cubicBezTo>
                <a:lnTo>
                  <a:pt x="1579150" y="2576132"/>
                </a:lnTo>
                <a:cubicBezTo>
                  <a:pt x="1579150" y="2576132"/>
                  <a:pt x="1580102" y="2576608"/>
                  <a:pt x="1580578" y="2576608"/>
                </a:cubicBezTo>
                <a:lnTo>
                  <a:pt x="1580578" y="2576608"/>
                </a:lnTo>
                <a:lnTo>
                  <a:pt x="1749266" y="2576227"/>
                </a:lnTo>
                <a:lnTo>
                  <a:pt x="1749266" y="2580323"/>
                </a:lnTo>
                <a:cubicBezTo>
                  <a:pt x="1749266" y="2581656"/>
                  <a:pt x="1750314" y="2582704"/>
                  <a:pt x="1751648" y="2582704"/>
                </a:cubicBezTo>
                <a:lnTo>
                  <a:pt x="1829943" y="2582704"/>
                </a:lnTo>
                <a:cubicBezTo>
                  <a:pt x="1830610" y="2582704"/>
                  <a:pt x="1831277" y="2582418"/>
                  <a:pt x="1831753" y="2581847"/>
                </a:cubicBezTo>
                <a:lnTo>
                  <a:pt x="1921097" y="2478024"/>
                </a:lnTo>
                <a:cubicBezTo>
                  <a:pt x="1921097" y="2478024"/>
                  <a:pt x="1921669" y="2477072"/>
                  <a:pt x="1921669" y="2476500"/>
                </a:cubicBezTo>
                <a:lnTo>
                  <a:pt x="1922145" y="2406015"/>
                </a:lnTo>
                <a:cubicBezTo>
                  <a:pt x="1923002" y="2406206"/>
                  <a:pt x="1923860" y="2406491"/>
                  <a:pt x="1924717" y="2406491"/>
                </a:cubicBezTo>
                <a:cubicBezTo>
                  <a:pt x="1926336" y="2406491"/>
                  <a:pt x="1927860" y="2406110"/>
                  <a:pt x="1929384" y="2405444"/>
                </a:cubicBezTo>
                <a:lnTo>
                  <a:pt x="2005775" y="2479072"/>
                </a:lnTo>
                <a:lnTo>
                  <a:pt x="2018919" y="2479358"/>
                </a:lnTo>
                <a:lnTo>
                  <a:pt x="2066353" y="2525078"/>
                </a:lnTo>
                <a:lnTo>
                  <a:pt x="2066353" y="2535746"/>
                </a:lnTo>
                <a:lnTo>
                  <a:pt x="2136553" y="2605088"/>
                </a:lnTo>
                <a:lnTo>
                  <a:pt x="2136553" y="2605088"/>
                </a:lnTo>
                <a:cubicBezTo>
                  <a:pt x="2136553" y="2605088"/>
                  <a:pt x="2136553" y="2617184"/>
                  <a:pt x="2136553" y="2617184"/>
                </a:cubicBezTo>
                <a:cubicBezTo>
                  <a:pt x="2136553" y="2618709"/>
                  <a:pt x="2137791" y="2619851"/>
                  <a:pt x="2139220" y="2619851"/>
                </a:cubicBezTo>
                <a:lnTo>
                  <a:pt x="2153698" y="2619851"/>
                </a:lnTo>
                <a:lnTo>
                  <a:pt x="2350770" y="2803874"/>
                </a:lnTo>
                <a:lnTo>
                  <a:pt x="2351437" y="2804541"/>
                </a:lnTo>
                <a:lnTo>
                  <a:pt x="2421731" y="2804541"/>
                </a:lnTo>
                <a:lnTo>
                  <a:pt x="2421731" y="2816924"/>
                </a:lnTo>
                <a:cubicBezTo>
                  <a:pt x="2421731" y="2818638"/>
                  <a:pt x="2423160" y="2820067"/>
                  <a:pt x="2424875" y="2820067"/>
                </a:cubicBezTo>
                <a:lnTo>
                  <a:pt x="2454497" y="2820067"/>
                </a:lnTo>
                <a:cubicBezTo>
                  <a:pt x="2456212" y="2820067"/>
                  <a:pt x="2457641" y="2818638"/>
                  <a:pt x="2457641" y="2816924"/>
                </a:cubicBezTo>
                <a:lnTo>
                  <a:pt x="2457641" y="2804541"/>
                </a:lnTo>
                <a:lnTo>
                  <a:pt x="2555081" y="2804541"/>
                </a:lnTo>
                <a:cubicBezTo>
                  <a:pt x="2556129" y="2808446"/>
                  <a:pt x="2559558" y="2811399"/>
                  <a:pt x="2563844" y="2811399"/>
                </a:cubicBezTo>
                <a:cubicBezTo>
                  <a:pt x="2567178" y="2811399"/>
                  <a:pt x="2570036" y="2809494"/>
                  <a:pt x="2571655" y="2806827"/>
                </a:cubicBezTo>
                <a:lnTo>
                  <a:pt x="2634329" y="2806827"/>
                </a:lnTo>
                <a:lnTo>
                  <a:pt x="2649855" y="2790825"/>
                </a:lnTo>
                <a:lnTo>
                  <a:pt x="2649855" y="2771585"/>
                </a:lnTo>
                <a:lnTo>
                  <a:pt x="2684050" y="2731770"/>
                </a:lnTo>
                <a:lnTo>
                  <a:pt x="2684050" y="2735961"/>
                </a:lnTo>
                <a:cubicBezTo>
                  <a:pt x="2684050" y="2740343"/>
                  <a:pt x="2687574" y="2743962"/>
                  <a:pt x="2692051" y="2743962"/>
                </a:cubicBezTo>
                <a:lnTo>
                  <a:pt x="2709482" y="2743962"/>
                </a:lnTo>
                <a:cubicBezTo>
                  <a:pt x="2713863" y="2743962"/>
                  <a:pt x="2717483" y="2740343"/>
                  <a:pt x="2717483" y="2735961"/>
                </a:cubicBezTo>
                <a:lnTo>
                  <a:pt x="2717483" y="2718530"/>
                </a:lnTo>
                <a:cubicBezTo>
                  <a:pt x="2717483" y="2714149"/>
                  <a:pt x="2713959" y="2710529"/>
                  <a:pt x="2709482" y="2710529"/>
                </a:cubicBezTo>
                <a:lnTo>
                  <a:pt x="2692051" y="2710529"/>
                </a:lnTo>
                <a:cubicBezTo>
                  <a:pt x="2687669" y="2710529"/>
                  <a:pt x="2684050" y="2714149"/>
                  <a:pt x="2684050" y="2718530"/>
                </a:cubicBezTo>
                <a:lnTo>
                  <a:pt x="2684050" y="2719959"/>
                </a:lnTo>
                <a:lnTo>
                  <a:pt x="2649855" y="2681954"/>
                </a:lnTo>
                <a:lnTo>
                  <a:pt x="2649855" y="2681954"/>
                </a:lnTo>
                <a:cubicBezTo>
                  <a:pt x="2649855" y="2681954"/>
                  <a:pt x="2649855" y="2662333"/>
                  <a:pt x="2649855" y="2662333"/>
                </a:cubicBezTo>
                <a:lnTo>
                  <a:pt x="2633567" y="2647569"/>
                </a:lnTo>
                <a:lnTo>
                  <a:pt x="2597372" y="2647569"/>
                </a:lnTo>
                <a:cubicBezTo>
                  <a:pt x="2596229" y="2642330"/>
                  <a:pt x="2591848" y="2638330"/>
                  <a:pt x="2586228" y="2638330"/>
                </a:cubicBezTo>
                <a:cubicBezTo>
                  <a:pt x="2580609" y="2638330"/>
                  <a:pt x="2576227" y="2642330"/>
                  <a:pt x="2575084" y="2647569"/>
                </a:cubicBezTo>
                <a:lnTo>
                  <a:pt x="2457641" y="2647569"/>
                </a:lnTo>
                <a:lnTo>
                  <a:pt x="2457641" y="2635187"/>
                </a:lnTo>
                <a:cubicBezTo>
                  <a:pt x="2457641" y="2633472"/>
                  <a:pt x="2456212" y="2632043"/>
                  <a:pt x="2454497" y="2632043"/>
                </a:cubicBezTo>
                <a:lnTo>
                  <a:pt x="2424875" y="2632043"/>
                </a:lnTo>
                <a:cubicBezTo>
                  <a:pt x="2423160" y="2632043"/>
                  <a:pt x="2421731" y="2633472"/>
                  <a:pt x="2421731" y="2635187"/>
                </a:cubicBezTo>
                <a:lnTo>
                  <a:pt x="2421731" y="2647569"/>
                </a:lnTo>
                <a:lnTo>
                  <a:pt x="2372201" y="2647569"/>
                </a:lnTo>
                <a:lnTo>
                  <a:pt x="2342198" y="2619661"/>
                </a:lnTo>
                <a:cubicBezTo>
                  <a:pt x="2342864" y="2618804"/>
                  <a:pt x="2343341" y="2617756"/>
                  <a:pt x="2343341" y="2616518"/>
                </a:cubicBezTo>
                <a:lnTo>
                  <a:pt x="2343341" y="2603563"/>
                </a:lnTo>
                <a:cubicBezTo>
                  <a:pt x="2343341" y="2600801"/>
                  <a:pt x="2341055" y="2598515"/>
                  <a:pt x="2338292" y="2598515"/>
                </a:cubicBezTo>
                <a:lnTo>
                  <a:pt x="2325338" y="2598515"/>
                </a:lnTo>
                <a:cubicBezTo>
                  <a:pt x="2325338" y="2598515"/>
                  <a:pt x="2324767" y="2598611"/>
                  <a:pt x="2324576" y="2598706"/>
                </a:cubicBezTo>
                <a:lnTo>
                  <a:pt x="2318576" y="2592991"/>
                </a:lnTo>
                <a:lnTo>
                  <a:pt x="2315337" y="2596420"/>
                </a:lnTo>
                <a:lnTo>
                  <a:pt x="2320766" y="2601563"/>
                </a:lnTo>
                <a:cubicBezTo>
                  <a:pt x="2320481" y="2602230"/>
                  <a:pt x="2320385" y="2602897"/>
                  <a:pt x="2320385" y="2603563"/>
                </a:cubicBezTo>
                <a:lnTo>
                  <a:pt x="2320385" y="2616518"/>
                </a:lnTo>
                <a:cubicBezTo>
                  <a:pt x="2320385" y="2619280"/>
                  <a:pt x="2322671" y="2621566"/>
                  <a:pt x="2325434" y="2621566"/>
                </a:cubicBezTo>
                <a:lnTo>
                  <a:pt x="2337435" y="2621566"/>
                </a:lnTo>
                <a:lnTo>
                  <a:pt x="2370392" y="2652332"/>
                </a:lnTo>
                <a:lnTo>
                  <a:pt x="2421827" y="2652332"/>
                </a:lnTo>
                <a:lnTo>
                  <a:pt x="2421827" y="2664714"/>
                </a:lnTo>
                <a:cubicBezTo>
                  <a:pt x="2421827" y="2666429"/>
                  <a:pt x="2423255" y="2667857"/>
                  <a:pt x="2424970" y="2667857"/>
                </a:cubicBezTo>
                <a:lnTo>
                  <a:pt x="2454593" y="2667857"/>
                </a:lnTo>
                <a:cubicBezTo>
                  <a:pt x="2456307" y="2667857"/>
                  <a:pt x="2457736" y="2666429"/>
                  <a:pt x="2457736" y="2664714"/>
                </a:cubicBezTo>
                <a:lnTo>
                  <a:pt x="2457736" y="2652332"/>
                </a:lnTo>
                <a:lnTo>
                  <a:pt x="2575179" y="2652332"/>
                </a:lnTo>
                <a:cubicBezTo>
                  <a:pt x="2576322" y="2657570"/>
                  <a:pt x="2580704" y="2661571"/>
                  <a:pt x="2586323" y="2661571"/>
                </a:cubicBezTo>
                <a:cubicBezTo>
                  <a:pt x="2591943" y="2661571"/>
                  <a:pt x="2596325" y="2657570"/>
                  <a:pt x="2597468" y="2652332"/>
                </a:cubicBezTo>
                <a:lnTo>
                  <a:pt x="2631758" y="2652332"/>
                </a:lnTo>
                <a:lnTo>
                  <a:pt x="2645093" y="2664428"/>
                </a:lnTo>
                <a:lnTo>
                  <a:pt x="2645093" y="2700433"/>
                </a:lnTo>
                <a:lnTo>
                  <a:pt x="2641949" y="2697575"/>
                </a:lnTo>
                <a:lnTo>
                  <a:pt x="2572512" y="2697575"/>
                </a:lnTo>
                <a:cubicBezTo>
                  <a:pt x="2571274" y="2694051"/>
                  <a:pt x="2567940" y="2691479"/>
                  <a:pt x="2563940" y="2691479"/>
                </a:cubicBezTo>
                <a:cubicBezTo>
                  <a:pt x="2559653" y="2691479"/>
                  <a:pt x="2556224" y="2694432"/>
                  <a:pt x="2555177" y="2698337"/>
                </a:cubicBezTo>
                <a:lnTo>
                  <a:pt x="2457736" y="2698337"/>
                </a:lnTo>
                <a:lnTo>
                  <a:pt x="2457736" y="2685955"/>
                </a:lnTo>
                <a:cubicBezTo>
                  <a:pt x="2457736" y="2684240"/>
                  <a:pt x="2456307" y="2682812"/>
                  <a:pt x="2454593" y="2682812"/>
                </a:cubicBezTo>
                <a:lnTo>
                  <a:pt x="2424970" y="2682812"/>
                </a:lnTo>
                <a:cubicBezTo>
                  <a:pt x="2423255" y="2682812"/>
                  <a:pt x="2421827" y="2684240"/>
                  <a:pt x="2421827" y="2685955"/>
                </a:cubicBezTo>
                <a:lnTo>
                  <a:pt x="2421827" y="2698337"/>
                </a:lnTo>
                <a:lnTo>
                  <a:pt x="2369534" y="2698052"/>
                </a:lnTo>
                <a:lnTo>
                  <a:pt x="2279047" y="2615565"/>
                </a:lnTo>
                <a:lnTo>
                  <a:pt x="2279047" y="2603659"/>
                </a:lnTo>
                <a:cubicBezTo>
                  <a:pt x="2279047" y="2602135"/>
                  <a:pt x="2277809" y="2600992"/>
                  <a:pt x="2276380" y="2600992"/>
                </a:cubicBezTo>
                <a:lnTo>
                  <a:pt x="2266855" y="2600992"/>
                </a:lnTo>
                <a:lnTo>
                  <a:pt x="2060448" y="2404586"/>
                </a:lnTo>
                <a:lnTo>
                  <a:pt x="2060067" y="2179796"/>
                </a:lnTo>
                <a:lnTo>
                  <a:pt x="2118170" y="2117884"/>
                </a:lnTo>
                <a:lnTo>
                  <a:pt x="2118170" y="1873187"/>
                </a:lnTo>
                <a:cubicBezTo>
                  <a:pt x="2123504" y="1871186"/>
                  <a:pt x="2127409" y="1866138"/>
                  <a:pt x="2127409" y="1860042"/>
                </a:cubicBezTo>
                <a:cubicBezTo>
                  <a:pt x="2127409" y="1852327"/>
                  <a:pt x="2121122" y="1846040"/>
                  <a:pt x="2113407" y="1846040"/>
                </a:cubicBezTo>
                <a:cubicBezTo>
                  <a:pt x="2105692" y="1846040"/>
                  <a:pt x="2099405" y="1852327"/>
                  <a:pt x="2099405" y="1860042"/>
                </a:cubicBezTo>
                <a:cubicBezTo>
                  <a:pt x="2099405" y="1866043"/>
                  <a:pt x="2103311" y="1871186"/>
                  <a:pt x="2108645" y="1873187"/>
                </a:cubicBezTo>
                <a:lnTo>
                  <a:pt x="2108645" y="2114169"/>
                </a:lnTo>
                <a:lnTo>
                  <a:pt x="2050542" y="2176082"/>
                </a:lnTo>
                <a:lnTo>
                  <a:pt x="2050923" y="2408777"/>
                </a:lnTo>
                <a:lnTo>
                  <a:pt x="2260664" y="2608421"/>
                </a:lnTo>
                <a:lnTo>
                  <a:pt x="2260664" y="2616708"/>
                </a:lnTo>
                <a:cubicBezTo>
                  <a:pt x="2260664" y="2618232"/>
                  <a:pt x="2261902" y="2619375"/>
                  <a:pt x="2263331" y="2619375"/>
                </a:cubicBezTo>
                <a:lnTo>
                  <a:pt x="2275999" y="2619375"/>
                </a:lnTo>
                <a:lnTo>
                  <a:pt x="2367534" y="2702909"/>
                </a:lnTo>
                <a:lnTo>
                  <a:pt x="2421731" y="2703195"/>
                </a:lnTo>
                <a:lnTo>
                  <a:pt x="2421731" y="2715578"/>
                </a:lnTo>
                <a:cubicBezTo>
                  <a:pt x="2421731" y="2717292"/>
                  <a:pt x="2423160" y="2718721"/>
                  <a:pt x="2424875" y="2718721"/>
                </a:cubicBezTo>
                <a:lnTo>
                  <a:pt x="2454497" y="2718721"/>
                </a:lnTo>
                <a:cubicBezTo>
                  <a:pt x="2456212" y="2718721"/>
                  <a:pt x="2457641" y="2717292"/>
                  <a:pt x="2457641" y="2715578"/>
                </a:cubicBezTo>
                <a:lnTo>
                  <a:pt x="2457641" y="2703195"/>
                </a:lnTo>
                <a:lnTo>
                  <a:pt x="2555081" y="2703195"/>
                </a:lnTo>
                <a:cubicBezTo>
                  <a:pt x="2556129" y="2707100"/>
                  <a:pt x="2559558" y="2710053"/>
                  <a:pt x="2563844" y="2710053"/>
                </a:cubicBezTo>
                <a:cubicBezTo>
                  <a:pt x="2568321" y="2710053"/>
                  <a:pt x="2571941" y="2706719"/>
                  <a:pt x="2572703" y="2702528"/>
                </a:cubicBezTo>
                <a:lnTo>
                  <a:pt x="2640044" y="2702528"/>
                </a:lnTo>
                <a:lnTo>
                  <a:pt x="2644997" y="2707005"/>
                </a:lnTo>
                <a:lnTo>
                  <a:pt x="2644997" y="2744248"/>
                </a:lnTo>
                <a:lnTo>
                  <a:pt x="2640235" y="2749201"/>
                </a:lnTo>
                <a:lnTo>
                  <a:pt x="2597372" y="2749201"/>
                </a:lnTo>
                <a:cubicBezTo>
                  <a:pt x="2596229" y="2743962"/>
                  <a:pt x="2591848" y="2739962"/>
                  <a:pt x="2586228" y="2739962"/>
                </a:cubicBezTo>
                <a:cubicBezTo>
                  <a:pt x="2580609" y="2739962"/>
                  <a:pt x="2576227" y="2743962"/>
                  <a:pt x="2575084" y="2749201"/>
                </a:cubicBezTo>
                <a:lnTo>
                  <a:pt x="2457641" y="2749201"/>
                </a:lnTo>
                <a:lnTo>
                  <a:pt x="2457641" y="2736818"/>
                </a:lnTo>
                <a:cubicBezTo>
                  <a:pt x="2457641" y="2735104"/>
                  <a:pt x="2456212" y="2733675"/>
                  <a:pt x="2454497" y="2733675"/>
                </a:cubicBezTo>
                <a:lnTo>
                  <a:pt x="2424875" y="2733675"/>
                </a:lnTo>
                <a:cubicBezTo>
                  <a:pt x="2423160" y="2733675"/>
                  <a:pt x="2421731" y="2735104"/>
                  <a:pt x="2421731" y="2736818"/>
                </a:cubicBezTo>
                <a:lnTo>
                  <a:pt x="2421731" y="2749201"/>
                </a:lnTo>
                <a:lnTo>
                  <a:pt x="2361343" y="2748915"/>
                </a:lnTo>
                <a:lnTo>
                  <a:pt x="2218944" y="2618327"/>
                </a:lnTo>
                <a:cubicBezTo>
                  <a:pt x="2219135" y="2617851"/>
                  <a:pt x="2219230" y="2617280"/>
                  <a:pt x="2219230" y="2616708"/>
                </a:cubicBezTo>
                <a:lnTo>
                  <a:pt x="2219230" y="2603754"/>
                </a:lnTo>
                <a:cubicBezTo>
                  <a:pt x="2219230" y="2600992"/>
                  <a:pt x="2216944" y="2598706"/>
                  <a:pt x="2214182" y="2598706"/>
                </a:cubicBezTo>
                <a:lnTo>
                  <a:pt x="2201228" y="2598706"/>
                </a:lnTo>
                <a:cubicBezTo>
                  <a:pt x="2201228" y="2598706"/>
                  <a:pt x="2200370" y="2598896"/>
                  <a:pt x="2199894" y="2598992"/>
                </a:cubicBezTo>
                <a:lnTo>
                  <a:pt x="2123504" y="2525173"/>
                </a:lnTo>
                <a:lnTo>
                  <a:pt x="2123504" y="2514029"/>
                </a:lnTo>
                <a:cubicBezTo>
                  <a:pt x="2123504" y="2514029"/>
                  <a:pt x="2059496" y="2455545"/>
                  <a:pt x="2059496" y="2455545"/>
                </a:cubicBezTo>
                <a:lnTo>
                  <a:pt x="2048256" y="2454688"/>
                </a:lnTo>
                <a:lnTo>
                  <a:pt x="1973866" y="2383822"/>
                </a:lnTo>
                <a:cubicBezTo>
                  <a:pt x="1973866" y="2383822"/>
                  <a:pt x="1974247" y="2383250"/>
                  <a:pt x="1974247" y="2382965"/>
                </a:cubicBezTo>
                <a:close/>
                <a:moveTo>
                  <a:pt x="1810798" y="2539651"/>
                </a:moveTo>
                <a:cubicBezTo>
                  <a:pt x="1814798" y="2539651"/>
                  <a:pt x="1817942" y="2542889"/>
                  <a:pt x="1817942" y="2546795"/>
                </a:cubicBezTo>
                <a:cubicBezTo>
                  <a:pt x="1817942" y="2550700"/>
                  <a:pt x="1814703" y="2553938"/>
                  <a:pt x="1810798" y="2553938"/>
                </a:cubicBezTo>
                <a:cubicBezTo>
                  <a:pt x="1806893" y="2553938"/>
                  <a:pt x="1803654" y="2550700"/>
                  <a:pt x="1803654" y="2546795"/>
                </a:cubicBezTo>
                <a:cubicBezTo>
                  <a:pt x="1803654" y="2542889"/>
                  <a:pt x="1806893" y="2539651"/>
                  <a:pt x="1810798" y="2539651"/>
                </a:cubicBezTo>
                <a:close/>
                <a:moveTo>
                  <a:pt x="1931194" y="2396966"/>
                </a:moveTo>
                <a:cubicBezTo>
                  <a:pt x="1930527" y="2398776"/>
                  <a:pt x="1929194" y="2400110"/>
                  <a:pt x="1927479" y="2400967"/>
                </a:cubicBezTo>
                <a:cubicBezTo>
                  <a:pt x="1925765" y="2401729"/>
                  <a:pt x="1923860" y="2401824"/>
                  <a:pt x="1922050" y="2401157"/>
                </a:cubicBezTo>
                <a:cubicBezTo>
                  <a:pt x="1920240" y="2400491"/>
                  <a:pt x="1918907" y="2399157"/>
                  <a:pt x="1918145" y="2397443"/>
                </a:cubicBezTo>
                <a:cubicBezTo>
                  <a:pt x="1916525" y="2393918"/>
                  <a:pt x="1918145" y="2389727"/>
                  <a:pt x="1921669" y="2388108"/>
                </a:cubicBezTo>
                <a:cubicBezTo>
                  <a:pt x="1922621" y="2387727"/>
                  <a:pt x="1923574" y="2387441"/>
                  <a:pt x="1924526" y="2387441"/>
                </a:cubicBezTo>
                <a:cubicBezTo>
                  <a:pt x="1927193" y="2387441"/>
                  <a:pt x="1929765" y="2388965"/>
                  <a:pt x="1931003" y="2391632"/>
                </a:cubicBezTo>
                <a:cubicBezTo>
                  <a:pt x="1931765" y="2393347"/>
                  <a:pt x="1931861" y="2395252"/>
                  <a:pt x="1931194" y="2397062"/>
                </a:cubicBezTo>
                <a:close/>
                <a:moveTo>
                  <a:pt x="2455164" y="2816828"/>
                </a:moveTo>
                <a:cubicBezTo>
                  <a:pt x="2455164" y="2816828"/>
                  <a:pt x="2454783" y="2817590"/>
                  <a:pt x="2454402" y="2817590"/>
                </a:cubicBezTo>
                <a:lnTo>
                  <a:pt x="2424779" y="2817590"/>
                </a:lnTo>
                <a:cubicBezTo>
                  <a:pt x="2424779" y="2817590"/>
                  <a:pt x="2424017" y="2817209"/>
                  <a:pt x="2424017" y="2816828"/>
                </a:cubicBezTo>
                <a:lnTo>
                  <a:pt x="2424017" y="2787205"/>
                </a:lnTo>
                <a:cubicBezTo>
                  <a:pt x="2424017" y="2787205"/>
                  <a:pt x="2424398" y="2786444"/>
                  <a:pt x="2424779" y="2786444"/>
                </a:cubicBezTo>
                <a:lnTo>
                  <a:pt x="2454402" y="2786444"/>
                </a:lnTo>
                <a:cubicBezTo>
                  <a:pt x="2454402" y="2786444"/>
                  <a:pt x="2455164" y="2786825"/>
                  <a:pt x="2455164" y="2787205"/>
                </a:cubicBezTo>
                <a:lnTo>
                  <a:pt x="2455164" y="2816828"/>
                </a:lnTo>
                <a:close/>
                <a:moveTo>
                  <a:pt x="2688241" y="2718340"/>
                </a:moveTo>
                <a:cubicBezTo>
                  <a:pt x="2688241" y="2716340"/>
                  <a:pt x="2689860" y="2714720"/>
                  <a:pt x="2691860" y="2714720"/>
                </a:cubicBezTo>
                <a:lnTo>
                  <a:pt x="2709291" y="2714720"/>
                </a:lnTo>
                <a:cubicBezTo>
                  <a:pt x="2711292" y="2714720"/>
                  <a:pt x="2712911" y="2716340"/>
                  <a:pt x="2712911" y="2718340"/>
                </a:cubicBezTo>
                <a:lnTo>
                  <a:pt x="2712911" y="2735771"/>
                </a:lnTo>
                <a:cubicBezTo>
                  <a:pt x="2712911" y="2737771"/>
                  <a:pt x="2711292" y="2739390"/>
                  <a:pt x="2709291" y="2739390"/>
                </a:cubicBezTo>
                <a:lnTo>
                  <a:pt x="2691860" y="2739390"/>
                </a:lnTo>
                <a:cubicBezTo>
                  <a:pt x="2689860" y="2739390"/>
                  <a:pt x="2688241" y="2737771"/>
                  <a:pt x="2688241" y="2735771"/>
                </a:cubicBezTo>
                <a:lnTo>
                  <a:pt x="2688241" y="2718340"/>
                </a:lnTo>
                <a:close/>
                <a:moveTo>
                  <a:pt x="2649760" y="2704624"/>
                </a:moveTo>
                <a:lnTo>
                  <a:pt x="2649760" y="2688812"/>
                </a:lnTo>
                <a:lnTo>
                  <a:pt x="2679573" y="2721959"/>
                </a:lnTo>
                <a:lnTo>
                  <a:pt x="2649760" y="2721959"/>
                </a:lnTo>
                <a:lnTo>
                  <a:pt x="2649760" y="2704624"/>
                </a:lnTo>
                <a:close/>
                <a:moveTo>
                  <a:pt x="2649760" y="2745867"/>
                </a:moveTo>
                <a:lnTo>
                  <a:pt x="2649760" y="2729103"/>
                </a:lnTo>
                <a:lnTo>
                  <a:pt x="2679763" y="2729103"/>
                </a:lnTo>
                <a:lnTo>
                  <a:pt x="2649760" y="2764060"/>
                </a:lnTo>
                <a:lnTo>
                  <a:pt x="2649760" y="2745867"/>
                </a:lnTo>
                <a:close/>
                <a:moveTo>
                  <a:pt x="2338483" y="2616422"/>
                </a:moveTo>
                <a:cubicBezTo>
                  <a:pt x="2338483" y="2616422"/>
                  <a:pt x="2338388" y="2616708"/>
                  <a:pt x="2338197" y="2616708"/>
                </a:cubicBezTo>
                <a:lnTo>
                  <a:pt x="2324957" y="2616422"/>
                </a:lnTo>
                <a:lnTo>
                  <a:pt x="2325243" y="2603183"/>
                </a:lnTo>
                <a:lnTo>
                  <a:pt x="2338483" y="2603468"/>
                </a:lnTo>
                <a:lnTo>
                  <a:pt x="2338483" y="2616422"/>
                </a:lnTo>
                <a:close/>
                <a:moveTo>
                  <a:pt x="2455164" y="2664619"/>
                </a:moveTo>
                <a:cubicBezTo>
                  <a:pt x="2455164" y="2664619"/>
                  <a:pt x="2454783" y="2665381"/>
                  <a:pt x="2454402" y="2665381"/>
                </a:cubicBezTo>
                <a:lnTo>
                  <a:pt x="2424779" y="2665381"/>
                </a:lnTo>
                <a:cubicBezTo>
                  <a:pt x="2424779" y="2665381"/>
                  <a:pt x="2424017" y="2665000"/>
                  <a:pt x="2424017" y="2664619"/>
                </a:cubicBezTo>
                <a:lnTo>
                  <a:pt x="2424017" y="2634996"/>
                </a:lnTo>
                <a:cubicBezTo>
                  <a:pt x="2424017" y="2634996"/>
                  <a:pt x="2424398" y="2634234"/>
                  <a:pt x="2424779" y="2634234"/>
                </a:cubicBezTo>
                <a:lnTo>
                  <a:pt x="2454402" y="2634234"/>
                </a:lnTo>
                <a:cubicBezTo>
                  <a:pt x="2454402" y="2634234"/>
                  <a:pt x="2455164" y="2634615"/>
                  <a:pt x="2455164" y="2634996"/>
                </a:cubicBezTo>
                <a:lnTo>
                  <a:pt x="2455164" y="2664619"/>
                </a:lnTo>
                <a:close/>
                <a:moveTo>
                  <a:pt x="2586133" y="2656713"/>
                </a:moveTo>
                <a:cubicBezTo>
                  <a:pt x="2582323" y="2656713"/>
                  <a:pt x="2579275" y="2653665"/>
                  <a:pt x="2579275" y="2649855"/>
                </a:cubicBezTo>
                <a:cubicBezTo>
                  <a:pt x="2579275" y="2646045"/>
                  <a:pt x="2582323" y="2642997"/>
                  <a:pt x="2586133" y="2642997"/>
                </a:cubicBezTo>
                <a:cubicBezTo>
                  <a:pt x="2589943" y="2642997"/>
                  <a:pt x="2592991" y="2646045"/>
                  <a:pt x="2592991" y="2649855"/>
                </a:cubicBezTo>
                <a:cubicBezTo>
                  <a:pt x="2592991" y="2653665"/>
                  <a:pt x="2589943" y="2656713"/>
                  <a:pt x="2586133" y="2656713"/>
                </a:cubicBezTo>
                <a:close/>
                <a:moveTo>
                  <a:pt x="2103977" y="1859852"/>
                </a:moveTo>
                <a:cubicBezTo>
                  <a:pt x="2103977" y="1854803"/>
                  <a:pt x="2108073" y="1850612"/>
                  <a:pt x="2113217" y="1850612"/>
                </a:cubicBezTo>
                <a:cubicBezTo>
                  <a:pt x="2118360" y="1850612"/>
                  <a:pt x="2122456" y="1854708"/>
                  <a:pt x="2122456" y="1859852"/>
                </a:cubicBezTo>
                <a:cubicBezTo>
                  <a:pt x="2122456" y="1864995"/>
                  <a:pt x="2118360" y="1869091"/>
                  <a:pt x="2113217" y="1869091"/>
                </a:cubicBezTo>
                <a:cubicBezTo>
                  <a:pt x="2108073" y="1869091"/>
                  <a:pt x="2103977" y="1864995"/>
                  <a:pt x="2103977" y="1859852"/>
                </a:cubicBezTo>
                <a:close/>
                <a:moveTo>
                  <a:pt x="2455164" y="2715387"/>
                </a:moveTo>
                <a:cubicBezTo>
                  <a:pt x="2455164" y="2715387"/>
                  <a:pt x="2454783" y="2716149"/>
                  <a:pt x="2454402" y="2716149"/>
                </a:cubicBezTo>
                <a:lnTo>
                  <a:pt x="2424779" y="2716149"/>
                </a:lnTo>
                <a:cubicBezTo>
                  <a:pt x="2424779" y="2716149"/>
                  <a:pt x="2424017" y="2715768"/>
                  <a:pt x="2424017" y="2715387"/>
                </a:cubicBezTo>
                <a:lnTo>
                  <a:pt x="2424017" y="2685764"/>
                </a:lnTo>
                <a:cubicBezTo>
                  <a:pt x="2424017" y="2685764"/>
                  <a:pt x="2424398" y="2685002"/>
                  <a:pt x="2424779" y="2685002"/>
                </a:cubicBezTo>
                <a:lnTo>
                  <a:pt x="2454402" y="2685002"/>
                </a:lnTo>
                <a:cubicBezTo>
                  <a:pt x="2454402" y="2685002"/>
                  <a:pt x="2455164" y="2685384"/>
                  <a:pt x="2455164" y="2685764"/>
                </a:cubicBezTo>
                <a:lnTo>
                  <a:pt x="2455164" y="2715387"/>
                </a:lnTo>
                <a:close/>
                <a:moveTo>
                  <a:pt x="2586133" y="2744438"/>
                </a:moveTo>
                <a:cubicBezTo>
                  <a:pt x="2589943" y="2744438"/>
                  <a:pt x="2592991" y="2747486"/>
                  <a:pt x="2592991" y="2751296"/>
                </a:cubicBezTo>
                <a:cubicBezTo>
                  <a:pt x="2592991" y="2755106"/>
                  <a:pt x="2589943" y="2758154"/>
                  <a:pt x="2586133" y="2758154"/>
                </a:cubicBezTo>
                <a:cubicBezTo>
                  <a:pt x="2582323" y="2758154"/>
                  <a:pt x="2579275" y="2755106"/>
                  <a:pt x="2579275" y="2751296"/>
                </a:cubicBezTo>
                <a:cubicBezTo>
                  <a:pt x="2579275" y="2747486"/>
                  <a:pt x="2582323" y="2744438"/>
                  <a:pt x="2586133" y="2744438"/>
                </a:cubicBezTo>
                <a:close/>
                <a:moveTo>
                  <a:pt x="2424017" y="2736533"/>
                </a:moveTo>
                <a:cubicBezTo>
                  <a:pt x="2424017" y="2736533"/>
                  <a:pt x="2424398" y="2735771"/>
                  <a:pt x="2424779" y="2735771"/>
                </a:cubicBezTo>
                <a:lnTo>
                  <a:pt x="2454402" y="2735771"/>
                </a:lnTo>
                <a:cubicBezTo>
                  <a:pt x="2454402" y="2735771"/>
                  <a:pt x="2455164" y="2736152"/>
                  <a:pt x="2455164" y="2736533"/>
                </a:cubicBezTo>
                <a:lnTo>
                  <a:pt x="2455164" y="2766155"/>
                </a:lnTo>
                <a:cubicBezTo>
                  <a:pt x="2455164" y="2766155"/>
                  <a:pt x="2454783" y="2766917"/>
                  <a:pt x="2454402" y="2766917"/>
                </a:cubicBezTo>
                <a:lnTo>
                  <a:pt x="2424779" y="2766917"/>
                </a:lnTo>
                <a:cubicBezTo>
                  <a:pt x="2424779" y="2766917"/>
                  <a:pt x="2424017" y="2766536"/>
                  <a:pt x="2424017" y="2766155"/>
                </a:cubicBezTo>
                <a:lnTo>
                  <a:pt x="2424017" y="2736533"/>
                </a:lnTo>
                <a:close/>
                <a:moveTo>
                  <a:pt x="2201132" y="2603183"/>
                </a:moveTo>
                <a:lnTo>
                  <a:pt x="2214372" y="2603468"/>
                </a:lnTo>
                <a:lnTo>
                  <a:pt x="2214372" y="2616422"/>
                </a:lnTo>
                <a:cubicBezTo>
                  <a:pt x="2214372" y="2616422"/>
                  <a:pt x="2214277" y="2616708"/>
                  <a:pt x="2214086" y="2616708"/>
                </a:cubicBezTo>
                <a:lnTo>
                  <a:pt x="2200847" y="2616422"/>
                </a:lnTo>
                <a:lnTo>
                  <a:pt x="2201132" y="2603183"/>
                </a:lnTo>
                <a:close/>
                <a:moveTo>
                  <a:pt x="1620012" y="1557528"/>
                </a:moveTo>
                <a:lnTo>
                  <a:pt x="1602962" y="1579245"/>
                </a:lnTo>
                <a:lnTo>
                  <a:pt x="1602962" y="1618488"/>
                </a:lnTo>
                <a:cubicBezTo>
                  <a:pt x="1602962" y="1618488"/>
                  <a:pt x="1583150" y="1639919"/>
                  <a:pt x="1583150" y="1639919"/>
                </a:cubicBezTo>
                <a:lnTo>
                  <a:pt x="1561148" y="1640110"/>
                </a:lnTo>
                <a:cubicBezTo>
                  <a:pt x="1560767" y="1642205"/>
                  <a:pt x="1559338" y="1644015"/>
                  <a:pt x="1557242" y="1644777"/>
                </a:cubicBezTo>
                <a:cubicBezTo>
                  <a:pt x="1554004" y="1645825"/>
                  <a:pt x="1550575" y="1644110"/>
                  <a:pt x="1549432" y="1640967"/>
                </a:cubicBezTo>
                <a:cubicBezTo>
                  <a:pt x="1548384" y="1637728"/>
                  <a:pt x="1550099" y="1634300"/>
                  <a:pt x="1553242" y="1633157"/>
                </a:cubicBezTo>
                <a:cubicBezTo>
                  <a:pt x="1556480" y="1632109"/>
                  <a:pt x="1559909" y="1633823"/>
                  <a:pt x="1561052" y="1636967"/>
                </a:cubicBezTo>
                <a:cubicBezTo>
                  <a:pt x="1561052" y="1637252"/>
                  <a:pt x="1561052" y="1637443"/>
                  <a:pt x="1561148" y="1637728"/>
                </a:cubicBezTo>
                <a:lnTo>
                  <a:pt x="1582198" y="1637538"/>
                </a:lnTo>
                <a:lnTo>
                  <a:pt x="1600772" y="1617536"/>
                </a:lnTo>
                <a:lnTo>
                  <a:pt x="1600772" y="1578388"/>
                </a:lnTo>
                <a:cubicBezTo>
                  <a:pt x="1600772" y="1578388"/>
                  <a:pt x="1618964" y="1555147"/>
                  <a:pt x="1618964" y="1555147"/>
                </a:cubicBezTo>
                <a:lnTo>
                  <a:pt x="1668590" y="1554671"/>
                </a:lnTo>
                <a:cubicBezTo>
                  <a:pt x="1668971" y="1552575"/>
                  <a:pt x="1670399" y="1550765"/>
                  <a:pt x="1672590" y="1550003"/>
                </a:cubicBezTo>
                <a:cubicBezTo>
                  <a:pt x="1675828" y="1548956"/>
                  <a:pt x="1679257" y="1550670"/>
                  <a:pt x="1680401" y="1553813"/>
                </a:cubicBezTo>
                <a:cubicBezTo>
                  <a:pt x="1681448" y="1557052"/>
                  <a:pt x="1679734" y="1560481"/>
                  <a:pt x="1676591" y="1561624"/>
                </a:cubicBezTo>
                <a:cubicBezTo>
                  <a:pt x="1673447" y="1562767"/>
                  <a:pt x="1669923" y="1560957"/>
                  <a:pt x="1668780" y="1557814"/>
                </a:cubicBezTo>
                <a:cubicBezTo>
                  <a:pt x="1668780" y="1557528"/>
                  <a:pt x="1668780" y="1557338"/>
                  <a:pt x="1668780" y="1557052"/>
                </a:cubicBezTo>
                <a:lnTo>
                  <a:pt x="1620203" y="1557528"/>
                </a:lnTo>
                <a:close/>
                <a:moveTo>
                  <a:pt x="2933795" y="756476"/>
                </a:moveTo>
                <a:lnTo>
                  <a:pt x="2910554" y="729234"/>
                </a:lnTo>
                <a:lnTo>
                  <a:pt x="2910554" y="643223"/>
                </a:lnTo>
                <a:lnTo>
                  <a:pt x="2903411" y="643223"/>
                </a:lnTo>
                <a:lnTo>
                  <a:pt x="2903411" y="730568"/>
                </a:lnTo>
                <a:cubicBezTo>
                  <a:pt x="2903411" y="731425"/>
                  <a:pt x="2903696" y="732282"/>
                  <a:pt x="2904268" y="732854"/>
                </a:cubicBezTo>
                <a:lnTo>
                  <a:pt x="2927985" y="760571"/>
                </a:lnTo>
                <a:cubicBezTo>
                  <a:pt x="2924366" y="764286"/>
                  <a:pt x="2922175" y="769334"/>
                  <a:pt x="2922175" y="774859"/>
                </a:cubicBezTo>
                <a:cubicBezTo>
                  <a:pt x="2922175" y="786194"/>
                  <a:pt x="2931414" y="795433"/>
                  <a:pt x="2942749" y="795433"/>
                </a:cubicBezTo>
                <a:cubicBezTo>
                  <a:pt x="2945702" y="795433"/>
                  <a:pt x="2948559" y="794766"/>
                  <a:pt x="2951131" y="793623"/>
                </a:cubicBezTo>
                <a:lnTo>
                  <a:pt x="2967800" y="813721"/>
                </a:lnTo>
                <a:lnTo>
                  <a:pt x="2968276" y="948309"/>
                </a:lnTo>
                <a:cubicBezTo>
                  <a:pt x="2968276" y="949452"/>
                  <a:pt x="2968847" y="950500"/>
                  <a:pt x="2969705" y="951167"/>
                </a:cubicBezTo>
                <a:lnTo>
                  <a:pt x="2993422" y="973265"/>
                </a:lnTo>
                <a:lnTo>
                  <a:pt x="2993422" y="1247680"/>
                </a:lnTo>
                <a:lnTo>
                  <a:pt x="2929604" y="1310640"/>
                </a:lnTo>
                <a:lnTo>
                  <a:pt x="2538317" y="1310640"/>
                </a:lnTo>
                <a:lnTo>
                  <a:pt x="2530983" y="1300353"/>
                </a:lnTo>
                <a:cubicBezTo>
                  <a:pt x="2530317" y="1299401"/>
                  <a:pt x="2529269" y="1298829"/>
                  <a:pt x="2528030" y="1298829"/>
                </a:cubicBezTo>
                <a:lnTo>
                  <a:pt x="2445734" y="1298829"/>
                </a:lnTo>
                <a:cubicBezTo>
                  <a:pt x="2444877" y="1298829"/>
                  <a:pt x="2444020" y="1299115"/>
                  <a:pt x="2443353" y="1299686"/>
                </a:cubicBezTo>
                <a:lnTo>
                  <a:pt x="2433257" y="1308640"/>
                </a:lnTo>
                <a:cubicBezTo>
                  <a:pt x="2432495" y="1309307"/>
                  <a:pt x="2432018" y="1310259"/>
                  <a:pt x="2432018" y="1311307"/>
                </a:cubicBezTo>
                <a:lnTo>
                  <a:pt x="2432018" y="1371886"/>
                </a:lnTo>
                <a:cubicBezTo>
                  <a:pt x="2432018" y="1373029"/>
                  <a:pt x="2432495" y="1373981"/>
                  <a:pt x="2433352" y="1374743"/>
                </a:cubicBezTo>
                <a:lnTo>
                  <a:pt x="2448116" y="1386269"/>
                </a:lnTo>
                <a:lnTo>
                  <a:pt x="2448401" y="1385888"/>
                </a:lnTo>
                <a:lnTo>
                  <a:pt x="2448401" y="1403509"/>
                </a:lnTo>
                <a:cubicBezTo>
                  <a:pt x="2448401" y="1406747"/>
                  <a:pt x="2451068" y="1409414"/>
                  <a:pt x="2454307" y="1409414"/>
                </a:cubicBezTo>
                <a:lnTo>
                  <a:pt x="2496503" y="1409414"/>
                </a:lnTo>
                <a:cubicBezTo>
                  <a:pt x="2500122" y="1409414"/>
                  <a:pt x="2503170" y="1406462"/>
                  <a:pt x="2503170" y="1402747"/>
                </a:cubicBezTo>
                <a:lnTo>
                  <a:pt x="2503170" y="1361313"/>
                </a:lnTo>
                <a:cubicBezTo>
                  <a:pt x="2503170" y="1357694"/>
                  <a:pt x="2500217" y="1354646"/>
                  <a:pt x="2496503" y="1354646"/>
                </a:cubicBezTo>
                <a:lnTo>
                  <a:pt x="2455069" y="1354646"/>
                </a:lnTo>
                <a:cubicBezTo>
                  <a:pt x="2451449" y="1354646"/>
                  <a:pt x="2448401" y="1357598"/>
                  <a:pt x="2448401" y="1361313"/>
                </a:cubicBezTo>
                <a:lnTo>
                  <a:pt x="2448401" y="1377410"/>
                </a:lnTo>
                <a:lnTo>
                  <a:pt x="2439067" y="1370171"/>
                </a:lnTo>
                <a:lnTo>
                  <a:pt x="2439067" y="1312926"/>
                </a:lnTo>
                <a:lnTo>
                  <a:pt x="2446973" y="1305878"/>
                </a:lnTo>
                <a:lnTo>
                  <a:pt x="2526125" y="1305878"/>
                </a:lnTo>
                <a:lnTo>
                  <a:pt x="2533460" y="1316165"/>
                </a:lnTo>
                <a:cubicBezTo>
                  <a:pt x="2534126" y="1317117"/>
                  <a:pt x="2535174" y="1317689"/>
                  <a:pt x="2536412" y="1317689"/>
                </a:cubicBezTo>
                <a:lnTo>
                  <a:pt x="2931033" y="1317689"/>
                </a:lnTo>
                <a:cubicBezTo>
                  <a:pt x="2931986" y="1317689"/>
                  <a:pt x="2932843" y="1317307"/>
                  <a:pt x="2933510" y="1316641"/>
                </a:cubicBezTo>
                <a:lnTo>
                  <a:pt x="2999423" y="1251680"/>
                </a:lnTo>
                <a:cubicBezTo>
                  <a:pt x="3000089" y="1251014"/>
                  <a:pt x="3000470" y="1250061"/>
                  <a:pt x="3000470" y="1249109"/>
                </a:cubicBezTo>
                <a:lnTo>
                  <a:pt x="3000470" y="971360"/>
                </a:lnTo>
                <a:cubicBezTo>
                  <a:pt x="3000470" y="970217"/>
                  <a:pt x="2999899" y="969169"/>
                  <a:pt x="2999042" y="968502"/>
                </a:cubicBezTo>
                <a:lnTo>
                  <a:pt x="2975324" y="946404"/>
                </a:lnTo>
                <a:lnTo>
                  <a:pt x="2974848" y="812387"/>
                </a:lnTo>
                <a:cubicBezTo>
                  <a:pt x="2974848" y="811530"/>
                  <a:pt x="2974562" y="810768"/>
                  <a:pt x="2973991" y="810101"/>
                </a:cubicBezTo>
                <a:lnTo>
                  <a:pt x="2956941" y="789527"/>
                </a:lnTo>
                <a:cubicBezTo>
                  <a:pt x="2960751" y="785813"/>
                  <a:pt x="2963228" y="780574"/>
                  <a:pt x="2963228" y="774764"/>
                </a:cubicBezTo>
                <a:cubicBezTo>
                  <a:pt x="2963228" y="763429"/>
                  <a:pt x="2953988" y="754190"/>
                  <a:pt x="2942654" y="754190"/>
                </a:cubicBezTo>
                <a:cubicBezTo>
                  <a:pt x="2939415" y="754190"/>
                  <a:pt x="2936462" y="754952"/>
                  <a:pt x="2933700" y="756285"/>
                </a:cubicBezTo>
                <a:close/>
                <a:moveTo>
                  <a:pt x="2453164" y="1361503"/>
                </a:moveTo>
                <a:cubicBezTo>
                  <a:pt x="2453164" y="1360456"/>
                  <a:pt x="2454021" y="1359599"/>
                  <a:pt x="2455069" y="1359599"/>
                </a:cubicBezTo>
                <a:lnTo>
                  <a:pt x="2496503" y="1359599"/>
                </a:lnTo>
                <a:cubicBezTo>
                  <a:pt x="2497550" y="1359599"/>
                  <a:pt x="2498408" y="1360456"/>
                  <a:pt x="2498408" y="1361503"/>
                </a:cubicBezTo>
                <a:lnTo>
                  <a:pt x="2498408" y="1402937"/>
                </a:lnTo>
                <a:cubicBezTo>
                  <a:pt x="2498408" y="1403985"/>
                  <a:pt x="2497550" y="1404842"/>
                  <a:pt x="2496503" y="1404842"/>
                </a:cubicBezTo>
                <a:lnTo>
                  <a:pt x="2454307" y="1404842"/>
                </a:lnTo>
                <a:cubicBezTo>
                  <a:pt x="2453640" y="1404842"/>
                  <a:pt x="2453164" y="1404271"/>
                  <a:pt x="2453164" y="1403699"/>
                </a:cubicBezTo>
                <a:lnTo>
                  <a:pt x="2453164" y="1361503"/>
                </a:lnTo>
                <a:close/>
                <a:moveTo>
                  <a:pt x="2956084" y="774859"/>
                </a:moveTo>
                <a:cubicBezTo>
                  <a:pt x="2956084" y="778478"/>
                  <a:pt x="2954655" y="781717"/>
                  <a:pt x="2952369" y="784098"/>
                </a:cubicBezTo>
                <a:lnTo>
                  <a:pt x="2949893" y="786098"/>
                </a:lnTo>
                <a:cubicBezTo>
                  <a:pt x="2947797" y="787432"/>
                  <a:pt x="2945321" y="788289"/>
                  <a:pt x="2942654" y="788289"/>
                </a:cubicBezTo>
                <a:cubicBezTo>
                  <a:pt x="2935224" y="788289"/>
                  <a:pt x="2929223" y="782288"/>
                  <a:pt x="2929223" y="774859"/>
                </a:cubicBezTo>
                <a:cubicBezTo>
                  <a:pt x="2929223" y="767429"/>
                  <a:pt x="2935224" y="761429"/>
                  <a:pt x="2942654" y="761429"/>
                </a:cubicBezTo>
                <a:cubicBezTo>
                  <a:pt x="2950083" y="761429"/>
                  <a:pt x="2956084" y="767429"/>
                  <a:pt x="2956084" y="774859"/>
                </a:cubicBezTo>
                <a:close/>
                <a:moveTo>
                  <a:pt x="2690146" y="2943130"/>
                </a:moveTo>
                <a:cubicBezTo>
                  <a:pt x="2687479" y="2942368"/>
                  <a:pt x="2684621" y="2942749"/>
                  <a:pt x="2682240" y="2944082"/>
                </a:cubicBezTo>
                <a:cubicBezTo>
                  <a:pt x="2679763" y="2945511"/>
                  <a:pt x="2678049" y="2947702"/>
                  <a:pt x="2677287" y="2950369"/>
                </a:cubicBezTo>
                <a:cubicBezTo>
                  <a:pt x="2677287" y="2950464"/>
                  <a:pt x="2677287" y="2950655"/>
                  <a:pt x="2677287" y="2950750"/>
                </a:cubicBezTo>
                <a:lnTo>
                  <a:pt x="2538508" y="2949893"/>
                </a:lnTo>
                <a:lnTo>
                  <a:pt x="2512124" y="2921699"/>
                </a:lnTo>
                <a:lnTo>
                  <a:pt x="2398205" y="2921699"/>
                </a:lnTo>
                <a:cubicBezTo>
                  <a:pt x="2398205" y="2921699"/>
                  <a:pt x="2397728" y="2920842"/>
                  <a:pt x="2397443" y="2920460"/>
                </a:cubicBezTo>
                <a:lnTo>
                  <a:pt x="2388299" y="2911317"/>
                </a:lnTo>
                <a:cubicBezTo>
                  <a:pt x="2386298" y="2909316"/>
                  <a:pt x="2383060" y="2909316"/>
                  <a:pt x="2381155" y="2911317"/>
                </a:cubicBezTo>
                <a:lnTo>
                  <a:pt x="2372011" y="2920460"/>
                </a:lnTo>
                <a:cubicBezTo>
                  <a:pt x="2371058" y="2921413"/>
                  <a:pt x="2370487" y="2922651"/>
                  <a:pt x="2370487" y="2924080"/>
                </a:cubicBezTo>
                <a:cubicBezTo>
                  <a:pt x="2370487" y="2925509"/>
                  <a:pt x="2371058" y="2926747"/>
                  <a:pt x="2372011" y="2927699"/>
                </a:cubicBezTo>
                <a:lnTo>
                  <a:pt x="2381155" y="2936843"/>
                </a:lnTo>
                <a:cubicBezTo>
                  <a:pt x="2382107" y="2937796"/>
                  <a:pt x="2383441" y="2938367"/>
                  <a:pt x="2384774" y="2938367"/>
                </a:cubicBezTo>
                <a:cubicBezTo>
                  <a:pt x="2386108" y="2938367"/>
                  <a:pt x="2387346" y="2937891"/>
                  <a:pt x="2388394" y="2936843"/>
                </a:cubicBezTo>
                <a:lnTo>
                  <a:pt x="2397538" y="2927699"/>
                </a:lnTo>
                <a:cubicBezTo>
                  <a:pt x="2397538" y="2927699"/>
                  <a:pt x="2398109" y="2926937"/>
                  <a:pt x="2398300" y="2926461"/>
                </a:cubicBezTo>
                <a:lnTo>
                  <a:pt x="2510123" y="2926461"/>
                </a:lnTo>
                <a:lnTo>
                  <a:pt x="2536508" y="2954655"/>
                </a:lnTo>
                <a:lnTo>
                  <a:pt x="2677478" y="2955512"/>
                </a:lnTo>
                <a:cubicBezTo>
                  <a:pt x="2677668" y="2956465"/>
                  <a:pt x="2677954" y="2957417"/>
                  <a:pt x="2678430" y="2958275"/>
                </a:cubicBezTo>
                <a:cubicBezTo>
                  <a:pt x="2679859" y="2960656"/>
                  <a:pt x="2682050" y="2962466"/>
                  <a:pt x="2684717" y="2963228"/>
                </a:cubicBezTo>
                <a:cubicBezTo>
                  <a:pt x="2685669" y="2963513"/>
                  <a:pt x="2686526" y="2963609"/>
                  <a:pt x="2687479" y="2963609"/>
                </a:cubicBezTo>
                <a:cubicBezTo>
                  <a:pt x="2689288" y="2963609"/>
                  <a:pt x="2691003" y="2963132"/>
                  <a:pt x="2692622" y="2962275"/>
                </a:cubicBezTo>
                <a:cubicBezTo>
                  <a:pt x="2695004" y="2960942"/>
                  <a:pt x="2696813" y="2958655"/>
                  <a:pt x="2697575" y="2955988"/>
                </a:cubicBezTo>
                <a:cubicBezTo>
                  <a:pt x="2698337" y="2953322"/>
                  <a:pt x="2697956" y="2950464"/>
                  <a:pt x="2696623" y="2948083"/>
                </a:cubicBezTo>
                <a:cubicBezTo>
                  <a:pt x="2695194" y="2945702"/>
                  <a:pt x="2693003" y="2943892"/>
                  <a:pt x="2690336" y="2943130"/>
                </a:cubicBezTo>
                <a:close/>
                <a:moveTo>
                  <a:pt x="2394014" y="2924366"/>
                </a:moveTo>
                <a:lnTo>
                  <a:pt x="2384393" y="2933510"/>
                </a:lnTo>
                <a:lnTo>
                  <a:pt x="2375249" y="2923889"/>
                </a:lnTo>
                <a:lnTo>
                  <a:pt x="2384870" y="2914745"/>
                </a:lnTo>
                <a:lnTo>
                  <a:pt x="2394014" y="2923889"/>
                </a:lnTo>
                <a:cubicBezTo>
                  <a:pt x="2394014" y="2923889"/>
                  <a:pt x="2394109" y="2924175"/>
                  <a:pt x="2394014" y="2924366"/>
                </a:cubicBezTo>
                <a:close/>
                <a:moveTo>
                  <a:pt x="2692908" y="2954655"/>
                </a:moveTo>
                <a:cubicBezTo>
                  <a:pt x="2692527" y="2956084"/>
                  <a:pt x="2691575" y="2957322"/>
                  <a:pt x="2690241" y="2958084"/>
                </a:cubicBezTo>
                <a:cubicBezTo>
                  <a:pt x="2688908" y="2958846"/>
                  <a:pt x="2687384" y="2959037"/>
                  <a:pt x="2685955" y="2958655"/>
                </a:cubicBezTo>
                <a:cubicBezTo>
                  <a:pt x="2684526" y="2958275"/>
                  <a:pt x="2683288" y="2957322"/>
                  <a:pt x="2682526" y="2955988"/>
                </a:cubicBezTo>
                <a:cubicBezTo>
                  <a:pt x="2681764" y="2954655"/>
                  <a:pt x="2681573" y="2953131"/>
                  <a:pt x="2681954" y="2951702"/>
                </a:cubicBezTo>
                <a:cubicBezTo>
                  <a:pt x="2682335" y="2950274"/>
                  <a:pt x="2683288" y="2949035"/>
                  <a:pt x="2684621" y="2948273"/>
                </a:cubicBezTo>
                <a:cubicBezTo>
                  <a:pt x="2685479" y="2947797"/>
                  <a:pt x="2686431" y="2947511"/>
                  <a:pt x="2687479" y="2947511"/>
                </a:cubicBezTo>
                <a:cubicBezTo>
                  <a:pt x="2687955" y="2947511"/>
                  <a:pt x="2688527" y="2947511"/>
                  <a:pt x="2689003" y="2947702"/>
                </a:cubicBezTo>
                <a:lnTo>
                  <a:pt x="2689003" y="2947702"/>
                </a:lnTo>
                <a:cubicBezTo>
                  <a:pt x="2690432" y="2948083"/>
                  <a:pt x="2691670" y="2949035"/>
                  <a:pt x="2692432" y="2950369"/>
                </a:cubicBezTo>
                <a:cubicBezTo>
                  <a:pt x="2693194" y="2951702"/>
                  <a:pt x="2693384" y="2953226"/>
                  <a:pt x="2693003" y="2954655"/>
                </a:cubicBezTo>
                <a:close/>
                <a:moveTo>
                  <a:pt x="133636" y="2047018"/>
                </a:moveTo>
                <a:lnTo>
                  <a:pt x="146304" y="2047018"/>
                </a:lnTo>
                <a:cubicBezTo>
                  <a:pt x="150019" y="2047018"/>
                  <a:pt x="153162" y="2043970"/>
                  <a:pt x="153162" y="2040160"/>
                </a:cubicBezTo>
                <a:lnTo>
                  <a:pt x="153162" y="2027492"/>
                </a:lnTo>
                <a:cubicBezTo>
                  <a:pt x="153162" y="2026444"/>
                  <a:pt x="152876" y="2025491"/>
                  <a:pt x="152495" y="2024634"/>
                </a:cubicBezTo>
                <a:lnTo>
                  <a:pt x="199454" y="1981867"/>
                </a:lnTo>
                <a:lnTo>
                  <a:pt x="267938" y="1981867"/>
                </a:lnTo>
                <a:cubicBezTo>
                  <a:pt x="269081" y="1987010"/>
                  <a:pt x="273463" y="1991011"/>
                  <a:pt x="278987" y="1991011"/>
                </a:cubicBezTo>
                <a:cubicBezTo>
                  <a:pt x="285369" y="1991011"/>
                  <a:pt x="290513" y="1985867"/>
                  <a:pt x="290513" y="1979486"/>
                </a:cubicBezTo>
                <a:cubicBezTo>
                  <a:pt x="290513" y="1973104"/>
                  <a:pt x="285369" y="1967960"/>
                  <a:pt x="278987" y="1967960"/>
                </a:cubicBezTo>
                <a:cubicBezTo>
                  <a:pt x="273463" y="1967960"/>
                  <a:pt x="269081" y="1971961"/>
                  <a:pt x="267938" y="1977104"/>
                </a:cubicBezTo>
                <a:lnTo>
                  <a:pt x="197549" y="1977104"/>
                </a:lnTo>
                <a:lnTo>
                  <a:pt x="149066" y="2021300"/>
                </a:lnTo>
                <a:cubicBezTo>
                  <a:pt x="148209" y="2020919"/>
                  <a:pt x="147257" y="2020634"/>
                  <a:pt x="146304" y="2020634"/>
                </a:cubicBezTo>
                <a:lnTo>
                  <a:pt x="133636" y="2020634"/>
                </a:lnTo>
                <a:cubicBezTo>
                  <a:pt x="129921" y="2020634"/>
                  <a:pt x="126778" y="2023682"/>
                  <a:pt x="126778" y="2027492"/>
                </a:cubicBezTo>
                <a:lnTo>
                  <a:pt x="126778" y="2040160"/>
                </a:lnTo>
                <a:cubicBezTo>
                  <a:pt x="126778" y="2043875"/>
                  <a:pt x="129826" y="2047018"/>
                  <a:pt x="133636" y="2047018"/>
                </a:cubicBezTo>
                <a:close/>
                <a:moveTo>
                  <a:pt x="278892" y="1972723"/>
                </a:moveTo>
                <a:cubicBezTo>
                  <a:pt x="282607" y="1972723"/>
                  <a:pt x="285655" y="1975771"/>
                  <a:pt x="285655" y="1979486"/>
                </a:cubicBezTo>
                <a:cubicBezTo>
                  <a:pt x="285655" y="1983200"/>
                  <a:pt x="282607" y="1986248"/>
                  <a:pt x="278892" y="1986248"/>
                </a:cubicBezTo>
                <a:cubicBezTo>
                  <a:pt x="275177" y="1986248"/>
                  <a:pt x="272129" y="1983200"/>
                  <a:pt x="272129" y="1979486"/>
                </a:cubicBezTo>
                <a:cubicBezTo>
                  <a:pt x="272129" y="1975771"/>
                  <a:pt x="275177" y="1972723"/>
                  <a:pt x="278892" y="1972723"/>
                </a:cubicBezTo>
                <a:close/>
                <a:moveTo>
                  <a:pt x="131540" y="2027492"/>
                </a:moveTo>
                <a:cubicBezTo>
                  <a:pt x="131540" y="2026349"/>
                  <a:pt x="132493" y="2025396"/>
                  <a:pt x="133636" y="2025396"/>
                </a:cubicBezTo>
                <a:lnTo>
                  <a:pt x="146304" y="2025396"/>
                </a:lnTo>
                <a:cubicBezTo>
                  <a:pt x="147447" y="2025396"/>
                  <a:pt x="148400" y="2026349"/>
                  <a:pt x="148400" y="2027492"/>
                </a:cubicBezTo>
                <a:lnTo>
                  <a:pt x="148400" y="2040160"/>
                </a:lnTo>
                <a:cubicBezTo>
                  <a:pt x="148400" y="2041303"/>
                  <a:pt x="147447" y="2042255"/>
                  <a:pt x="146304" y="2042255"/>
                </a:cubicBezTo>
                <a:lnTo>
                  <a:pt x="133636" y="2042255"/>
                </a:lnTo>
                <a:cubicBezTo>
                  <a:pt x="132493" y="2042255"/>
                  <a:pt x="131540" y="2041303"/>
                  <a:pt x="131540" y="2040160"/>
                </a:cubicBezTo>
                <a:lnTo>
                  <a:pt x="131540" y="2027492"/>
                </a:lnTo>
                <a:close/>
                <a:moveTo>
                  <a:pt x="144590" y="1968722"/>
                </a:moveTo>
                <a:cubicBezTo>
                  <a:pt x="146399" y="1969865"/>
                  <a:pt x="148400" y="1970723"/>
                  <a:pt x="150686" y="1970723"/>
                </a:cubicBezTo>
                <a:cubicBezTo>
                  <a:pt x="157067" y="1970723"/>
                  <a:pt x="162211" y="1965579"/>
                  <a:pt x="162211" y="1959197"/>
                </a:cubicBezTo>
                <a:cubicBezTo>
                  <a:pt x="162211" y="1952816"/>
                  <a:pt x="157067" y="1947672"/>
                  <a:pt x="150686" y="1947672"/>
                </a:cubicBezTo>
                <a:cubicBezTo>
                  <a:pt x="144304" y="1947672"/>
                  <a:pt x="139160" y="1952816"/>
                  <a:pt x="139160" y="1959197"/>
                </a:cubicBezTo>
                <a:cubicBezTo>
                  <a:pt x="139160" y="1961483"/>
                  <a:pt x="140018" y="1963484"/>
                  <a:pt x="141161" y="1965293"/>
                </a:cubicBezTo>
                <a:lnTo>
                  <a:pt x="88964" y="2011966"/>
                </a:lnTo>
                <a:lnTo>
                  <a:pt x="95" y="2011394"/>
                </a:lnTo>
                <a:lnTo>
                  <a:pt x="95" y="2016157"/>
                </a:lnTo>
                <a:lnTo>
                  <a:pt x="90773" y="2016728"/>
                </a:lnTo>
                <a:lnTo>
                  <a:pt x="144590" y="1968722"/>
                </a:lnTo>
                <a:close/>
                <a:moveTo>
                  <a:pt x="150686" y="1952530"/>
                </a:moveTo>
                <a:cubicBezTo>
                  <a:pt x="154400" y="1952530"/>
                  <a:pt x="157448" y="1955578"/>
                  <a:pt x="157448" y="1959293"/>
                </a:cubicBezTo>
                <a:cubicBezTo>
                  <a:pt x="157448" y="1963007"/>
                  <a:pt x="154400" y="1966055"/>
                  <a:pt x="150686" y="1966055"/>
                </a:cubicBezTo>
                <a:cubicBezTo>
                  <a:pt x="146971" y="1966055"/>
                  <a:pt x="143923" y="1963007"/>
                  <a:pt x="143923" y="1959293"/>
                </a:cubicBezTo>
                <a:cubicBezTo>
                  <a:pt x="143923" y="1955578"/>
                  <a:pt x="146971" y="1952530"/>
                  <a:pt x="150686" y="1952530"/>
                </a:cubicBezTo>
                <a:close/>
                <a:moveTo>
                  <a:pt x="2380393" y="1379696"/>
                </a:moveTo>
                <a:lnTo>
                  <a:pt x="2397252" y="1379696"/>
                </a:lnTo>
                <a:cubicBezTo>
                  <a:pt x="2400872" y="1379696"/>
                  <a:pt x="2403920" y="1376744"/>
                  <a:pt x="2403920" y="1373029"/>
                </a:cubicBezTo>
                <a:lnTo>
                  <a:pt x="2403920" y="1356170"/>
                </a:lnTo>
                <a:cubicBezTo>
                  <a:pt x="2403920" y="1352550"/>
                  <a:pt x="2400967" y="1349502"/>
                  <a:pt x="2397252" y="1349502"/>
                </a:cubicBezTo>
                <a:lnTo>
                  <a:pt x="2380393" y="1349502"/>
                </a:lnTo>
                <a:cubicBezTo>
                  <a:pt x="2376773" y="1349502"/>
                  <a:pt x="2373725" y="1352455"/>
                  <a:pt x="2373725" y="1356170"/>
                </a:cubicBezTo>
                <a:lnTo>
                  <a:pt x="2373725" y="1373029"/>
                </a:lnTo>
                <a:cubicBezTo>
                  <a:pt x="2373725" y="1376648"/>
                  <a:pt x="2376678" y="1379696"/>
                  <a:pt x="2380393" y="1379696"/>
                </a:cubicBezTo>
                <a:close/>
                <a:moveTo>
                  <a:pt x="2378488" y="1356170"/>
                </a:moveTo>
                <a:cubicBezTo>
                  <a:pt x="2378488" y="1355122"/>
                  <a:pt x="2379345" y="1354265"/>
                  <a:pt x="2380393" y="1354265"/>
                </a:cubicBezTo>
                <a:lnTo>
                  <a:pt x="2397252" y="1354265"/>
                </a:lnTo>
                <a:cubicBezTo>
                  <a:pt x="2398300" y="1354265"/>
                  <a:pt x="2399157" y="1355122"/>
                  <a:pt x="2399157" y="1356170"/>
                </a:cubicBezTo>
                <a:lnTo>
                  <a:pt x="2399157" y="1373029"/>
                </a:lnTo>
                <a:cubicBezTo>
                  <a:pt x="2399157" y="1374077"/>
                  <a:pt x="2398300" y="1374934"/>
                  <a:pt x="2397252" y="1374934"/>
                </a:cubicBezTo>
                <a:lnTo>
                  <a:pt x="2380393" y="1374934"/>
                </a:lnTo>
                <a:cubicBezTo>
                  <a:pt x="2379345" y="1374934"/>
                  <a:pt x="2378488" y="1374077"/>
                  <a:pt x="2378488" y="1373029"/>
                </a:cubicBezTo>
                <a:lnTo>
                  <a:pt x="2378488" y="1356170"/>
                </a:lnTo>
                <a:close/>
                <a:moveTo>
                  <a:pt x="2460308" y="3004757"/>
                </a:moveTo>
                <a:cubicBezTo>
                  <a:pt x="2460974" y="3007519"/>
                  <a:pt x="2462594" y="3009805"/>
                  <a:pt x="2464975" y="3011329"/>
                </a:cubicBezTo>
                <a:cubicBezTo>
                  <a:pt x="2466689" y="3012377"/>
                  <a:pt x="2468690" y="3012948"/>
                  <a:pt x="2470595" y="3012948"/>
                </a:cubicBezTo>
                <a:cubicBezTo>
                  <a:pt x="2471357" y="3012948"/>
                  <a:pt x="2472119" y="3012948"/>
                  <a:pt x="2472976" y="3012662"/>
                </a:cubicBezTo>
                <a:cubicBezTo>
                  <a:pt x="2475738" y="3012091"/>
                  <a:pt x="2478119" y="3010376"/>
                  <a:pt x="2479643" y="3007995"/>
                </a:cubicBezTo>
                <a:cubicBezTo>
                  <a:pt x="2481167" y="3005614"/>
                  <a:pt x="2481644" y="3002756"/>
                  <a:pt x="2481072" y="2999994"/>
                </a:cubicBezTo>
                <a:cubicBezTo>
                  <a:pt x="2479738" y="2994279"/>
                  <a:pt x="2474119" y="2990660"/>
                  <a:pt x="2468404" y="2991993"/>
                </a:cubicBezTo>
                <a:cubicBezTo>
                  <a:pt x="2464308" y="2992946"/>
                  <a:pt x="2461355" y="2996184"/>
                  <a:pt x="2460498" y="2999994"/>
                </a:cubicBezTo>
                <a:lnTo>
                  <a:pt x="2359152" y="2999994"/>
                </a:lnTo>
                <a:lnTo>
                  <a:pt x="2338673" y="3020663"/>
                </a:lnTo>
                <a:cubicBezTo>
                  <a:pt x="2337054" y="3019901"/>
                  <a:pt x="2335244" y="3019520"/>
                  <a:pt x="2333435" y="3019997"/>
                </a:cubicBezTo>
                <a:cubicBezTo>
                  <a:pt x="2328958" y="3020949"/>
                  <a:pt x="2326196" y="3025426"/>
                  <a:pt x="2327148" y="3029807"/>
                </a:cubicBezTo>
                <a:cubicBezTo>
                  <a:pt x="2328101" y="3034284"/>
                  <a:pt x="2332577" y="3037046"/>
                  <a:pt x="2336959" y="3036094"/>
                </a:cubicBezTo>
                <a:cubicBezTo>
                  <a:pt x="2341436" y="3035142"/>
                  <a:pt x="2344198" y="3030665"/>
                  <a:pt x="2343245" y="3026283"/>
                </a:cubicBezTo>
                <a:cubicBezTo>
                  <a:pt x="2343055" y="3025426"/>
                  <a:pt x="2342674" y="3024664"/>
                  <a:pt x="2342198" y="3023902"/>
                </a:cubicBezTo>
                <a:lnTo>
                  <a:pt x="2361152" y="3004757"/>
                </a:lnTo>
                <a:lnTo>
                  <a:pt x="2460403" y="3004757"/>
                </a:lnTo>
                <a:close/>
                <a:moveTo>
                  <a:pt x="2469356" y="2996660"/>
                </a:moveTo>
                <a:cubicBezTo>
                  <a:pt x="2472500" y="2995898"/>
                  <a:pt x="2475643" y="2997899"/>
                  <a:pt x="2476310" y="3001137"/>
                </a:cubicBezTo>
                <a:cubicBezTo>
                  <a:pt x="2476691" y="3002661"/>
                  <a:pt x="2476310" y="3004280"/>
                  <a:pt x="2475548" y="3005519"/>
                </a:cubicBezTo>
                <a:cubicBezTo>
                  <a:pt x="2474690" y="3006852"/>
                  <a:pt x="2473452" y="3007805"/>
                  <a:pt x="2471833" y="3008090"/>
                </a:cubicBezTo>
                <a:cubicBezTo>
                  <a:pt x="2470309" y="3008471"/>
                  <a:pt x="2468690" y="3008090"/>
                  <a:pt x="2467451" y="3007328"/>
                </a:cubicBezTo>
                <a:cubicBezTo>
                  <a:pt x="2466118" y="3006471"/>
                  <a:pt x="2465165" y="3005138"/>
                  <a:pt x="2464880" y="3003613"/>
                </a:cubicBezTo>
                <a:cubicBezTo>
                  <a:pt x="2464213" y="3000470"/>
                  <a:pt x="2466213" y="2997327"/>
                  <a:pt x="2469356" y="2996660"/>
                </a:cubicBezTo>
                <a:close/>
                <a:moveTo>
                  <a:pt x="2138363" y="3404807"/>
                </a:moveTo>
                <a:lnTo>
                  <a:pt x="2143125" y="3404807"/>
                </a:lnTo>
                <a:lnTo>
                  <a:pt x="2143125" y="3421856"/>
                </a:lnTo>
                <a:lnTo>
                  <a:pt x="2138363" y="3421856"/>
                </a:lnTo>
                <a:lnTo>
                  <a:pt x="2138363" y="3404807"/>
                </a:lnTo>
                <a:close/>
                <a:moveTo>
                  <a:pt x="1909953" y="1470565"/>
                </a:moveTo>
                <a:cubicBezTo>
                  <a:pt x="1907857" y="1470565"/>
                  <a:pt x="1906143" y="1468850"/>
                  <a:pt x="1906143" y="1466755"/>
                </a:cubicBezTo>
                <a:lnTo>
                  <a:pt x="1906143" y="1452086"/>
                </a:lnTo>
                <a:cubicBezTo>
                  <a:pt x="1906143" y="1449991"/>
                  <a:pt x="1907857" y="1448276"/>
                  <a:pt x="1909953" y="1448276"/>
                </a:cubicBezTo>
                <a:lnTo>
                  <a:pt x="1924622" y="1448276"/>
                </a:lnTo>
                <a:cubicBezTo>
                  <a:pt x="1926717" y="1448276"/>
                  <a:pt x="1928432" y="1449991"/>
                  <a:pt x="1928432" y="1452086"/>
                </a:cubicBezTo>
                <a:lnTo>
                  <a:pt x="1928432" y="1466755"/>
                </a:lnTo>
                <a:cubicBezTo>
                  <a:pt x="1928432" y="1468850"/>
                  <a:pt x="1926717" y="1470565"/>
                  <a:pt x="1924622" y="1470565"/>
                </a:cubicBezTo>
                <a:lnTo>
                  <a:pt x="1909953" y="1470565"/>
                </a:lnTo>
                <a:close/>
                <a:moveTo>
                  <a:pt x="1872710" y="1466660"/>
                </a:moveTo>
                <a:lnTo>
                  <a:pt x="1872710" y="1451991"/>
                </a:lnTo>
                <a:cubicBezTo>
                  <a:pt x="1872710" y="1449896"/>
                  <a:pt x="1874425" y="1448181"/>
                  <a:pt x="1876520" y="1448181"/>
                </a:cubicBezTo>
                <a:lnTo>
                  <a:pt x="1891189" y="1448181"/>
                </a:lnTo>
                <a:cubicBezTo>
                  <a:pt x="1893284" y="1448181"/>
                  <a:pt x="1894999" y="1449896"/>
                  <a:pt x="1894999" y="1451991"/>
                </a:cubicBezTo>
                <a:lnTo>
                  <a:pt x="1894999" y="1466660"/>
                </a:lnTo>
                <a:cubicBezTo>
                  <a:pt x="1894999" y="1468755"/>
                  <a:pt x="1893284" y="1470470"/>
                  <a:pt x="1891189" y="1470470"/>
                </a:cubicBezTo>
                <a:lnTo>
                  <a:pt x="1876520" y="1470470"/>
                </a:lnTo>
                <a:cubicBezTo>
                  <a:pt x="1874425" y="1470470"/>
                  <a:pt x="1872710" y="1468755"/>
                  <a:pt x="1872710" y="1466660"/>
                </a:cubicBezTo>
                <a:close/>
                <a:moveTo>
                  <a:pt x="657892" y="1394651"/>
                </a:moveTo>
                <a:cubicBezTo>
                  <a:pt x="657892" y="1389221"/>
                  <a:pt x="653510" y="1384840"/>
                  <a:pt x="648081" y="1384840"/>
                </a:cubicBezTo>
                <a:cubicBezTo>
                  <a:pt x="643509" y="1384840"/>
                  <a:pt x="639890" y="1387983"/>
                  <a:pt x="638842" y="1392269"/>
                </a:cubicBezTo>
                <a:lnTo>
                  <a:pt x="610838" y="1392269"/>
                </a:lnTo>
                <a:cubicBezTo>
                  <a:pt x="610838" y="1392269"/>
                  <a:pt x="554831" y="1443800"/>
                  <a:pt x="554831" y="1443800"/>
                </a:cubicBezTo>
                <a:lnTo>
                  <a:pt x="527495" y="1443800"/>
                </a:lnTo>
                <a:cubicBezTo>
                  <a:pt x="526352" y="1438275"/>
                  <a:pt x="521589" y="1433894"/>
                  <a:pt x="515588" y="1433894"/>
                </a:cubicBezTo>
                <a:cubicBezTo>
                  <a:pt x="508730" y="1433894"/>
                  <a:pt x="503206" y="1439418"/>
                  <a:pt x="503206" y="1446276"/>
                </a:cubicBezTo>
                <a:cubicBezTo>
                  <a:pt x="503206" y="1453134"/>
                  <a:pt x="508826" y="1458659"/>
                  <a:pt x="515588" y="1458659"/>
                </a:cubicBezTo>
                <a:cubicBezTo>
                  <a:pt x="521589" y="1458659"/>
                  <a:pt x="526352" y="1454277"/>
                  <a:pt x="527495" y="1448657"/>
                </a:cubicBezTo>
                <a:lnTo>
                  <a:pt x="556736" y="1448657"/>
                </a:lnTo>
                <a:cubicBezTo>
                  <a:pt x="556736" y="1448657"/>
                  <a:pt x="612743" y="1397032"/>
                  <a:pt x="612743" y="1397032"/>
                </a:cubicBezTo>
                <a:lnTo>
                  <a:pt x="638937" y="1397032"/>
                </a:lnTo>
                <a:cubicBezTo>
                  <a:pt x="639985" y="1401223"/>
                  <a:pt x="643700" y="1404366"/>
                  <a:pt x="648176" y="1404366"/>
                </a:cubicBezTo>
                <a:cubicBezTo>
                  <a:pt x="653606" y="1404366"/>
                  <a:pt x="657987" y="1399985"/>
                  <a:pt x="657987" y="1394651"/>
                </a:cubicBezTo>
                <a:close/>
                <a:moveTo>
                  <a:pt x="515588" y="1453991"/>
                </a:moveTo>
                <a:cubicBezTo>
                  <a:pt x="511397" y="1453991"/>
                  <a:pt x="507968" y="1450562"/>
                  <a:pt x="507968" y="1446371"/>
                </a:cubicBezTo>
                <a:cubicBezTo>
                  <a:pt x="507968" y="1442180"/>
                  <a:pt x="511397" y="1438751"/>
                  <a:pt x="515588" y="1438751"/>
                </a:cubicBezTo>
                <a:cubicBezTo>
                  <a:pt x="519779" y="1438751"/>
                  <a:pt x="523208" y="1442180"/>
                  <a:pt x="523208" y="1446371"/>
                </a:cubicBezTo>
                <a:cubicBezTo>
                  <a:pt x="523208" y="1450562"/>
                  <a:pt x="519779" y="1453991"/>
                  <a:pt x="515588" y="1453991"/>
                </a:cubicBezTo>
                <a:close/>
                <a:moveTo>
                  <a:pt x="643128" y="1394651"/>
                </a:moveTo>
                <a:cubicBezTo>
                  <a:pt x="643128" y="1391888"/>
                  <a:pt x="645414" y="1389602"/>
                  <a:pt x="648081" y="1389602"/>
                </a:cubicBezTo>
                <a:cubicBezTo>
                  <a:pt x="650748" y="1389602"/>
                  <a:pt x="653129" y="1391888"/>
                  <a:pt x="653129" y="1394651"/>
                </a:cubicBezTo>
                <a:cubicBezTo>
                  <a:pt x="653129" y="1397413"/>
                  <a:pt x="650843" y="1399603"/>
                  <a:pt x="648081" y="1399603"/>
                </a:cubicBezTo>
                <a:cubicBezTo>
                  <a:pt x="645319" y="1399603"/>
                  <a:pt x="643128" y="1397318"/>
                  <a:pt x="643128" y="1394651"/>
                </a:cubicBezTo>
                <a:close/>
                <a:moveTo>
                  <a:pt x="2106454" y="1480566"/>
                </a:moveTo>
                <a:lnTo>
                  <a:pt x="2261902" y="1481614"/>
                </a:lnTo>
                <a:lnTo>
                  <a:pt x="2322576" y="1426845"/>
                </a:lnTo>
                <a:cubicBezTo>
                  <a:pt x="2322576" y="1426845"/>
                  <a:pt x="2322767" y="1426940"/>
                  <a:pt x="2322862" y="1427036"/>
                </a:cubicBezTo>
                <a:cubicBezTo>
                  <a:pt x="2325148" y="1428369"/>
                  <a:pt x="2327624" y="1428941"/>
                  <a:pt x="2330101" y="1428941"/>
                </a:cubicBezTo>
                <a:cubicBezTo>
                  <a:pt x="2335149" y="1428941"/>
                  <a:pt x="2340007" y="1426369"/>
                  <a:pt x="2342769" y="1421702"/>
                </a:cubicBezTo>
                <a:cubicBezTo>
                  <a:pt x="2346770" y="1414748"/>
                  <a:pt x="2344388" y="1405795"/>
                  <a:pt x="2337435" y="1401794"/>
                </a:cubicBezTo>
                <a:cubicBezTo>
                  <a:pt x="2334101" y="1399889"/>
                  <a:pt x="2330101" y="1399318"/>
                  <a:pt x="2326386" y="1400366"/>
                </a:cubicBezTo>
                <a:cubicBezTo>
                  <a:pt x="2322671" y="1401413"/>
                  <a:pt x="2319528" y="1403795"/>
                  <a:pt x="2317528" y="1407128"/>
                </a:cubicBezTo>
                <a:cubicBezTo>
                  <a:pt x="2315242" y="1411034"/>
                  <a:pt x="2315147" y="1415510"/>
                  <a:pt x="2316575" y="1419416"/>
                </a:cubicBezTo>
                <a:lnTo>
                  <a:pt x="2258282" y="1471994"/>
                </a:lnTo>
                <a:lnTo>
                  <a:pt x="2103596" y="1470946"/>
                </a:lnTo>
                <a:lnTo>
                  <a:pt x="2033683" y="1519428"/>
                </a:lnTo>
                <a:lnTo>
                  <a:pt x="1946243" y="1519047"/>
                </a:lnTo>
                <a:cubicBezTo>
                  <a:pt x="1946243" y="1519047"/>
                  <a:pt x="1946053" y="1518190"/>
                  <a:pt x="1945862" y="1517904"/>
                </a:cubicBezTo>
                <a:cubicBezTo>
                  <a:pt x="1942528" y="1512094"/>
                  <a:pt x="1935099" y="1510094"/>
                  <a:pt x="1929289" y="1513427"/>
                </a:cubicBezTo>
                <a:cubicBezTo>
                  <a:pt x="1923478" y="1516761"/>
                  <a:pt x="1921478" y="1524191"/>
                  <a:pt x="1924812" y="1530001"/>
                </a:cubicBezTo>
                <a:cubicBezTo>
                  <a:pt x="1928146" y="1535811"/>
                  <a:pt x="1935575" y="1537811"/>
                  <a:pt x="1941386" y="1534478"/>
                </a:cubicBezTo>
                <a:cubicBezTo>
                  <a:pt x="1943767" y="1533049"/>
                  <a:pt x="1945386" y="1530953"/>
                  <a:pt x="1946339" y="1528572"/>
                </a:cubicBezTo>
                <a:lnTo>
                  <a:pt x="2036636" y="1528953"/>
                </a:lnTo>
                <a:lnTo>
                  <a:pt x="2106549" y="1480566"/>
                </a:lnTo>
                <a:close/>
                <a:moveTo>
                  <a:pt x="2321624" y="1409605"/>
                </a:moveTo>
                <a:cubicBezTo>
                  <a:pt x="2322957" y="1407319"/>
                  <a:pt x="2325053" y="1405700"/>
                  <a:pt x="2327529" y="1405033"/>
                </a:cubicBezTo>
                <a:cubicBezTo>
                  <a:pt x="2328386" y="1404842"/>
                  <a:pt x="2329244" y="1404652"/>
                  <a:pt x="2330101" y="1404652"/>
                </a:cubicBezTo>
                <a:cubicBezTo>
                  <a:pt x="2331815" y="1404652"/>
                  <a:pt x="2333435" y="1405128"/>
                  <a:pt x="2334959" y="1405985"/>
                </a:cubicBezTo>
                <a:cubicBezTo>
                  <a:pt x="2339626" y="1408652"/>
                  <a:pt x="2341245" y="1414653"/>
                  <a:pt x="2338578" y="1419320"/>
                </a:cubicBezTo>
                <a:cubicBezTo>
                  <a:pt x="2335911" y="1423988"/>
                  <a:pt x="2329910" y="1425607"/>
                  <a:pt x="2325243" y="1422940"/>
                </a:cubicBezTo>
                <a:cubicBezTo>
                  <a:pt x="2322957" y="1421606"/>
                  <a:pt x="2321338" y="1419511"/>
                  <a:pt x="2320671" y="1417034"/>
                </a:cubicBezTo>
                <a:cubicBezTo>
                  <a:pt x="2320004" y="1414558"/>
                  <a:pt x="2320385" y="1411891"/>
                  <a:pt x="2321624" y="1409605"/>
                </a:cubicBezTo>
                <a:close/>
                <a:moveTo>
                  <a:pt x="1976628" y="1470565"/>
                </a:moveTo>
                <a:cubicBezTo>
                  <a:pt x="1974532" y="1470565"/>
                  <a:pt x="1972818" y="1468850"/>
                  <a:pt x="1972818" y="1466755"/>
                </a:cubicBezTo>
                <a:lnTo>
                  <a:pt x="1972818" y="1452086"/>
                </a:lnTo>
                <a:cubicBezTo>
                  <a:pt x="1972818" y="1449991"/>
                  <a:pt x="1974532" y="1448276"/>
                  <a:pt x="1976628" y="1448276"/>
                </a:cubicBezTo>
                <a:lnTo>
                  <a:pt x="1991297" y="1448276"/>
                </a:lnTo>
                <a:cubicBezTo>
                  <a:pt x="1993392" y="1448276"/>
                  <a:pt x="1995107" y="1449991"/>
                  <a:pt x="1995107" y="1452086"/>
                </a:cubicBezTo>
                <a:lnTo>
                  <a:pt x="1995107" y="1466755"/>
                </a:lnTo>
                <a:cubicBezTo>
                  <a:pt x="1995107" y="1468850"/>
                  <a:pt x="1993392" y="1470565"/>
                  <a:pt x="1991297" y="1470565"/>
                </a:cubicBezTo>
                <a:lnTo>
                  <a:pt x="1976628" y="1470565"/>
                </a:lnTo>
                <a:close/>
                <a:moveTo>
                  <a:pt x="1943291" y="1470565"/>
                </a:moveTo>
                <a:cubicBezTo>
                  <a:pt x="1941195" y="1470565"/>
                  <a:pt x="1939481" y="1468850"/>
                  <a:pt x="1939481" y="1466755"/>
                </a:cubicBezTo>
                <a:lnTo>
                  <a:pt x="1939481" y="1452086"/>
                </a:lnTo>
                <a:cubicBezTo>
                  <a:pt x="1939481" y="1449991"/>
                  <a:pt x="1941195" y="1448276"/>
                  <a:pt x="1943291" y="1448276"/>
                </a:cubicBezTo>
                <a:lnTo>
                  <a:pt x="1957959" y="1448276"/>
                </a:lnTo>
                <a:cubicBezTo>
                  <a:pt x="1960055" y="1448276"/>
                  <a:pt x="1961769" y="1449991"/>
                  <a:pt x="1961769" y="1452086"/>
                </a:cubicBezTo>
                <a:lnTo>
                  <a:pt x="1961769" y="1466755"/>
                </a:lnTo>
                <a:cubicBezTo>
                  <a:pt x="1961769" y="1468850"/>
                  <a:pt x="1960055" y="1470565"/>
                  <a:pt x="1957959" y="1470565"/>
                </a:cubicBezTo>
                <a:lnTo>
                  <a:pt x="1943291" y="1470565"/>
                </a:lnTo>
                <a:close/>
                <a:moveTo>
                  <a:pt x="1885950" y="1556766"/>
                </a:moveTo>
                <a:cubicBezTo>
                  <a:pt x="1886712" y="1557052"/>
                  <a:pt x="1887569" y="1557242"/>
                  <a:pt x="1888427" y="1557242"/>
                </a:cubicBezTo>
                <a:cubicBezTo>
                  <a:pt x="1889284" y="1557242"/>
                  <a:pt x="1890046" y="1557052"/>
                  <a:pt x="1890808" y="1556766"/>
                </a:cubicBezTo>
                <a:cubicBezTo>
                  <a:pt x="1894046" y="1555432"/>
                  <a:pt x="1895570" y="1551813"/>
                  <a:pt x="1894237" y="1548575"/>
                </a:cubicBezTo>
                <a:cubicBezTo>
                  <a:pt x="1893570" y="1547051"/>
                  <a:pt x="1892427" y="1545812"/>
                  <a:pt x="1890903" y="1545146"/>
                </a:cubicBezTo>
                <a:cubicBezTo>
                  <a:pt x="1889379" y="1544479"/>
                  <a:pt x="1887665" y="1544479"/>
                  <a:pt x="1886141" y="1545146"/>
                </a:cubicBezTo>
                <a:cubicBezTo>
                  <a:pt x="1882902" y="1546479"/>
                  <a:pt x="1881378" y="1550099"/>
                  <a:pt x="1882712" y="1553337"/>
                </a:cubicBezTo>
                <a:cubicBezTo>
                  <a:pt x="1883378" y="1554861"/>
                  <a:pt x="1884521" y="1556099"/>
                  <a:pt x="1886045" y="1556766"/>
                </a:cubicBezTo>
                <a:close/>
                <a:moveTo>
                  <a:pt x="1886998" y="1551527"/>
                </a:moveTo>
                <a:cubicBezTo>
                  <a:pt x="1886998" y="1551527"/>
                  <a:pt x="1886807" y="1550765"/>
                  <a:pt x="1886998" y="1550384"/>
                </a:cubicBezTo>
                <a:cubicBezTo>
                  <a:pt x="1887188" y="1550003"/>
                  <a:pt x="1887474" y="1549718"/>
                  <a:pt x="1887855" y="1549527"/>
                </a:cubicBezTo>
                <a:cubicBezTo>
                  <a:pt x="1888046" y="1549527"/>
                  <a:pt x="1888236" y="1549432"/>
                  <a:pt x="1888427" y="1549432"/>
                </a:cubicBezTo>
                <a:cubicBezTo>
                  <a:pt x="1888998" y="1549432"/>
                  <a:pt x="1889570" y="1549813"/>
                  <a:pt x="1889855" y="1550384"/>
                </a:cubicBezTo>
                <a:cubicBezTo>
                  <a:pt x="1890141" y="1551146"/>
                  <a:pt x="1889855" y="1552003"/>
                  <a:pt x="1888998" y="1552385"/>
                </a:cubicBezTo>
                <a:cubicBezTo>
                  <a:pt x="1888617" y="1552575"/>
                  <a:pt x="1888236" y="1552575"/>
                  <a:pt x="1887855" y="1552385"/>
                </a:cubicBezTo>
                <a:cubicBezTo>
                  <a:pt x="1887474" y="1552194"/>
                  <a:pt x="1887188" y="1551908"/>
                  <a:pt x="1887093" y="1551527"/>
                </a:cubicBezTo>
                <a:lnTo>
                  <a:pt x="1887093" y="1551527"/>
                </a:lnTo>
                <a:close/>
                <a:moveTo>
                  <a:pt x="881063" y="1124045"/>
                </a:moveTo>
                <a:cubicBezTo>
                  <a:pt x="878015" y="1122807"/>
                  <a:pt x="874586" y="1122807"/>
                  <a:pt x="871538" y="1124045"/>
                </a:cubicBezTo>
                <a:cubicBezTo>
                  <a:pt x="868490" y="1125284"/>
                  <a:pt x="866108" y="1127665"/>
                  <a:pt x="864870" y="1130808"/>
                </a:cubicBezTo>
                <a:cubicBezTo>
                  <a:pt x="864584" y="1131570"/>
                  <a:pt x="864584" y="1132427"/>
                  <a:pt x="864394" y="1133189"/>
                </a:cubicBezTo>
                <a:lnTo>
                  <a:pt x="841534" y="1133189"/>
                </a:lnTo>
                <a:cubicBezTo>
                  <a:pt x="841534" y="1133189"/>
                  <a:pt x="840677" y="1133285"/>
                  <a:pt x="840200" y="1133570"/>
                </a:cubicBezTo>
                <a:lnTo>
                  <a:pt x="747998" y="1192911"/>
                </a:lnTo>
                <a:lnTo>
                  <a:pt x="714089" y="1193387"/>
                </a:lnTo>
                <a:cubicBezTo>
                  <a:pt x="714089" y="1193387"/>
                  <a:pt x="713232" y="1193578"/>
                  <a:pt x="712851" y="1193768"/>
                </a:cubicBezTo>
                <a:lnTo>
                  <a:pt x="686943" y="1210913"/>
                </a:lnTo>
                <a:cubicBezTo>
                  <a:pt x="686276" y="1211390"/>
                  <a:pt x="685895" y="1212056"/>
                  <a:pt x="685895" y="1212914"/>
                </a:cubicBezTo>
                <a:lnTo>
                  <a:pt x="685895" y="1231582"/>
                </a:lnTo>
                <a:cubicBezTo>
                  <a:pt x="682943" y="1232345"/>
                  <a:pt x="680276" y="1234250"/>
                  <a:pt x="679037" y="1237298"/>
                </a:cubicBezTo>
                <a:cubicBezTo>
                  <a:pt x="676942" y="1242441"/>
                  <a:pt x="679323" y="1248251"/>
                  <a:pt x="684467" y="1250442"/>
                </a:cubicBezTo>
                <a:cubicBezTo>
                  <a:pt x="689610" y="1252538"/>
                  <a:pt x="695420" y="1250156"/>
                  <a:pt x="697611" y="1245013"/>
                </a:cubicBezTo>
                <a:cubicBezTo>
                  <a:pt x="699707" y="1239869"/>
                  <a:pt x="697325" y="1234059"/>
                  <a:pt x="692182" y="1231868"/>
                </a:cubicBezTo>
                <a:cubicBezTo>
                  <a:pt x="691706" y="1231678"/>
                  <a:pt x="691229" y="1231678"/>
                  <a:pt x="690753" y="1231582"/>
                </a:cubicBezTo>
                <a:lnTo>
                  <a:pt x="690753" y="1214247"/>
                </a:lnTo>
                <a:lnTo>
                  <a:pt x="715042" y="1198245"/>
                </a:lnTo>
                <a:lnTo>
                  <a:pt x="748951" y="1197769"/>
                </a:lnTo>
                <a:cubicBezTo>
                  <a:pt x="748951" y="1197769"/>
                  <a:pt x="749808" y="1197674"/>
                  <a:pt x="750189" y="1197388"/>
                </a:cubicBezTo>
                <a:lnTo>
                  <a:pt x="842391" y="1138047"/>
                </a:lnTo>
                <a:lnTo>
                  <a:pt x="864489" y="1138047"/>
                </a:lnTo>
                <a:cubicBezTo>
                  <a:pt x="864679" y="1138809"/>
                  <a:pt x="864679" y="1139666"/>
                  <a:pt x="864965" y="1140428"/>
                </a:cubicBezTo>
                <a:cubicBezTo>
                  <a:pt x="866204" y="1143476"/>
                  <a:pt x="868585" y="1145858"/>
                  <a:pt x="871728" y="1147191"/>
                </a:cubicBezTo>
                <a:cubicBezTo>
                  <a:pt x="873252" y="1147858"/>
                  <a:pt x="874871" y="1148144"/>
                  <a:pt x="876491" y="1148144"/>
                </a:cubicBezTo>
                <a:cubicBezTo>
                  <a:pt x="878110" y="1148144"/>
                  <a:pt x="879729" y="1147858"/>
                  <a:pt x="881253" y="1147191"/>
                </a:cubicBezTo>
                <a:cubicBezTo>
                  <a:pt x="884301" y="1145953"/>
                  <a:pt x="886682" y="1143572"/>
                  <a:pt x="888016" y="1140428"/>
                </a:cubicBezTo>
                <a:cubicBezTo>
                  <a:pt x="889254" y="1137380"/>
                  <a:pt x="889254" y="1133951"/>
                  <a:pt x="888016" y="1130903"/>
                </a:cubicBezTo>
                <a:cubicBezTo>
                  <a:pt x="886777" y="1127855"/>
                  <a:pt x="884396" y="1125474"/>
                  <a:pt x="881253" y="1124141"/>
                </a:cubicBezTo>
                <a:close/>
                <a:moveTo>
                  <a:pt x="883349" y="1138428"/>
                </a:moveTo>
                <a:cubicBezTo>
                  <a:pt x="882587" y="1140333"/>
                  <a:pt x="881063" y="1141762"/>
                  <a:pt x="879253" y="1142619"/>
                </a:cubicBezTo>
                <a:cubicBezTo>
                  <a:pt x="877348" y="1143381"/>
                  <a:pt x="875252" y="1143381"/>
                  <a:pt x="873347" y="1142619"/>
                </a:cubicBezTo>
                <a:cubicBezTo>
                  <a:pt x="871442" y="1141857"/>
                  <a:pt x="870014" y="1140333"/>
                  <a:pt x="869156" y="1138523"/>
                </a:cubicBezTo>
                <a:cubicBezTo>
                  <a:pt x="868394" y="1136618"/>
                  <a:pt x="868394" y="1134523"/>
                  <a:pt x="869156" y="1132618"/>
                </a:cubicBezTo>
                <a:cubicBezTo>
                  <a:pt x="869918" y="1130713"/>
                  <a:pt x="871442" y="1129284"/>
                  <a:pt x="873252" y="1128427"/>
                </a:cubicBezTo>
                <a:cubicBezTo>
                  <a:pt x="874204" y="1128046"/>
                  <a:pt x="875157" y="1127855"/>
                  <a:pt x="876205" y="1127855"/>
                </a:cubicBezTo>
                <a:cubicBezTo>
                  <a:pt x="877252" y="1127855"/>
                  <a:pt x="878205" y="1128046"/>
                  <a:pt x="879158" y="1128427"/>
                </a:cubicBezTo>
                <a:cubicBezTo>
                  <a:pt x="881063" y="1129189"/>
                  <a:pt x="882491" y="1130713"/>
                  <a:pt x="883253" y="1132523"/>
                </a:cubicBezTo>
                <a:cubicBezTo>
                  <a:pt x="884015" y="1134428"/>
                  <a:pt x="884015" y="1136523"/>
                  <a:pt x="883253" y="1138428"/>
                </a:cubicBezTo>
                <a:close/>
                <a:moveTo>
                  <a:pt x="2454688" y="2879027"/>
                </a:moveTo>
                <a:lnTo>
                  <a:pt x="2473738" y="2879027"/>
                </a:lnTo>
                <a:lnTo>
                  <a:pt x="2473738" y="2883789"/>
                </a:lnTo>
                <a:lnTo>
                  <a:pt x="2454688" y="2883789"/>
                </a:lnTo>
                <a:lnTo>
                  <a:pt x="2454688" y="2879027"/>
                </a:lnTo>
                <a:close/>
                <a:moveTo>
                  <a:pt x="1742218" y="1736217"/>
                </a:moveTo>
                <a:cubicBezTo>
                  <a:pt x="1741456" y="1732598"/>
                  <a:pt x="1738313" y="1729740"/>
                  <a:pt x="1734407" y="1729740"/>
                </a:cubicBezTo>
                <a:cubicBezTo>
                  <a:pt x="1729931" y="1729740"/>
                  <a:pt x="1726216" y="1733360"/>
                  <a:pt x="1726216" y="1737932"/>
                </a:cubicBezTo>
                <a:cubicBezTo>
                  <a:pt x="1726216" y="1742503"/>
                  <a:pt x="1729835" y="1746123"/>
                  <a:pt x="1734407" y="1746123"/>
                </a:cubicBezTo>
                <a:cubicBezTo>
                  <a:pt x="1737836" y="1746123"/>
                  <a:pt x="1740694" y="1744028"/>
                  <a:pt x="1741932" y="1741075"/>
                </a:cubicBezTo>
                <a:lnTo>
                  <a:pt x="1817751" y="1741075"/>
                </a:lnTo>
                <a:lnTo>
                  <a:pt x="1846421" y="1698593"/>
                </a:lnTo>
                <a:lnTo>
                  <a:pt x="1846707" y="1698022"/>
                </a:lnTo>
                <a:cubicBezTo>
                  <a:pt x="1847183" y="1696593"/>
                  <a:pt x="1847183" y="1666494"/>
                  <a:pt x="1846802" y="1608487"/>
                </a:cubicBezTo>
                <a:lnTo>
                  <a:pt x="1881950" y="1564005"/>
                </a:lnTo>
                <a:cubicBezTo>
                  <a:pt x="1883950" y="1565053"/>
                  <a:pt x="1886141" y="1565720"/>
                  <a:pt x="1888427" y="1565720"/>
                </a:cubicBezTo>
                <a:cubicBezTo>
                  <a:pt x="1890236" y="1565720"/>
                  <a:pt x="1892141" y="1565339"/>
                  <a:pt x="1893951" y="1564672"/>
                </a:cubicBezTo>
                <a:cubicBezTo>
                  <a:pt x="1901381" y="1561624"/>
                  <a:pt x="1905000" y="1553147"/>
                  <a:pt x="1901952" y="1545622"/>
                </a:cubicBezTo>
                <a:cubicBezTo>
                  <a:pt x="1898904" y="1538192"/>
                  <a:pt x="1890427" y="1534573"/>
                  <a:pt x="1882902" y="1537621"/>
                </a:cubicBezTo>
                <a:cubicBezTo>
                  <a:pt x="1875473" y="1540669"/>
                  <a:pt x="1871853" y="1549146"/>
                  <a:pt x="1874901" y="1556671"/>
                </a:cubicBezTo>
                <a:lnTo>
                  <a:pt x="1874901" y="1556671"/>
                </a:lnTo>
                <a:cubicBezTo>
                  <a:pt x="1875663" y="1558481"/>
                  <a:pt x="1876806" y="1559909"/>
                  <a:pt x="1878044" y="1561243"/>
                </a:cubicBezTo>
                <a:lnTo>
                  <a:pt x="1842516" y="1606201"/>
                </a:lnTo>
                <a:lnTo>
                  <a:pt x="1842040" y="1606868"/>
                </a:lnTo>
                <a:lnTo>
                  <a:pt x="1842040" y="1607725"/>
                </a:lnTo>
                <a:cubicBezTo>
                  <a:pt x="1842230" y="1641348"/>
                  <a:pt x="1842421" y="1692116"/>
                  <a:pt x="1842230" y="1696403"/>
                </a:cubicBezTo>
                <a:lnTo>
                  <a:pt x="1815275" y="1736407"/>
                </a:lnTo>
                <a:lnTo>
                  <a:pt x="1742218" y="1736407"/>
                </a:lnTo>
                <a:close/>
                <a:moveTo>
                  <a:pt x="1734407" y="1743647"/>
                </a:moveTo>
                <a:cubicBezTo>
                  <a:pt x="1731264" y="1743647"/>
                  <a:pt x="1728597" y="1741075"/>
                  <a:pt x="1728597" y="1737836"/>
                </a:cubicBezTo>
                <a:cubicBezTo>
                  <a:pt x="1728597" y="1734598"/>
                  <a:pt x="1731169" y="1732026"/>
                  <a:pt x="1734407" y="1732026"/>
                </a:cubicBezTo>
                <a:cubicBezTo>
                  <a:pt x="1737646" y="1732026"/>
                  <a:pt x="1740218" y="1734598"/>
                  <a:pt x="1740218" y="1737836"/>
                </a:cubicBezTo>
                <a:cubicBezTo>
                  <a:pt x="1740218" y="1741075"/>
                  <a:pt x="1737646" y="1743647"/>
                  <a:pt x="1734407" y="1743647"/>
                </a:cubicBezTo>
                <a:close/>
                <a:moveTo>
                  <a:pt x="1884712" y="1541907"/>
                </a:moveTo>
                <a:cubicBezTo>
                  <a:pt x="1889665" y="1539907"/>
                  <a:pt x="1895475" y="1542288"/>
                  <a:pt x="1897475" y="1547241"/>
                </a:cubicBezTo>
                <a:cubicBezTo>
                  <a:pt x="1899476" y="1552289"/>
                  <a:pt x="1897094" y="1558004"/>
                  <a:pt x="1892141" y="1560005"/>
                </a:cubicBezTo>
                <a:cubicBezTo>
                  <a:pt x="1887093" y="1562005"/>
                  <a:pt x="1881378" y="1559624"/>
                  <a:pt x="1879378" y="1554671"/>
                </a:cubicBezTo>
                <a:cubicBezTo>
                  <a:pt x="1877378" y="1549622"/>
                  <a:pt x="1879759" y="1543907"/>
                  <a:pt x="1884712" y="1541907"/>
                </a:cubicBezTo>
                <a:close/>
                <a:moveTo>
                  <a:pt x="1584389" y="1469136"/>
                </a:moveTo>
                <a:lnTo>
                  <a:pt x="1571149" y="1469136"/>
                </a:lnTo>
                <a:cubicBezTo>
                  <a:pt x="1567720" y="1469136"/>
                  <a:pt x="1564862" y="1471898"/>
                  <a:pt x="1564862" y="1475423"/>
                </a:cubicBezTo>
                <a:lnTo>
                  <a:pt x="1564862" y="1488662"/>
                </a:lnTo>
                <a:cubicBezTo>
                  <a:pt x="1564862" y="1492091"/>
                  <a:pt x="1567625" y="1494949"/>
                  <a:pt x="1571149" y="1494949"/>
                </a:cubicBezTo>
                <a:lnTo>
                  <a:pt x="1584389" y="1494949"/>
                </a:lnTo>
                <a:cubicBezTo>
                  <a:pt x="1587818" y="1494949"/>
                  <a:pt x="1590675" y="1492187"/>
                  <a:pt x="1590675" y="1488662"/>
                </a:cubicBezTo>
                <a:lnTo>
                  <a:pt x="1590675" y="1485710"/>
                </a:lnTo>
                <a:lnTo>
                  <a:pt x="1712119" y="1485710"/>
                </a:lnTo>
                <a:lnTo>
                  <a:pt x="1731264" y="1507903"/>
                </a:lnTo>
                <a:lnTo>
                  <a:pt x="1820609" y="1507903"/>
                </a:lnTo>
                <a:cubicBezTo>
                  <a:pt x="1820799" y="1508951"/>
                  <a:pt x="1821085" y="1509998"/>
                  <a:pt x="1821466" y="1511046"/>
                </a:cubicBezTo>
                <a:cubicBezTo>
                  <a:pt x="1822895" y="1514666"/>
                  <a:pt x="1825752" y="1517428"/>
                  <a:pt x="1829276" y="1518952"/>
                </a:cubicBezTo>
                <a:cubicBezTo>
                  <a:pt x="1831086" y="1519714"/>
                  <a:pt x="1832991" y="1520095"/>
                  <a:pt x="1834896" y="1520095"/>
                </a:cubicBezTo>
                <a:cubicBezTo>
                  <a:pt x="1836801" y="1520095"/>
                  <a:pt x="1838611" y="1519714"/>
                  <a:pt x="1840421" y="1519047"/>
                </a:cubicBezTo>
                <a:cubicBezTo>
                  <a:pt x="1844040" y="1517618"/>
                  <a:pt x="1846802" y="1514761"/>
                  <a:pt x="1848326" y="1511237"/>
                </a:cubicBezTo>
                <a:cubicBezTo>
                  <a:pt x="1849850" y="1507617"/>
                  <a:pt x="1849850" y="1503712"/>
                  <a:pt x="1848326" y="1500092"/>
                </a:cubicBezTo>
                <a:cubicBezTo>
                  <a:pt x="1846898" y="1496473"/>
                  <a:pt x="1844040" y="1493711"/>
                  <a:pt x="1840516" y="1492187"/>
                </a:cubicBezTo>
                <a:cubicBezTo>
                  <a:pt x="1836896" y="1490663"/>
                  <a:pt x="1832991" y="1490663"/>
                  <a:pt x="1829372" y="1492187"/>
                </a:cubicBezTo>
                <a:cubicBezTo>
                  <a:pt x="1825752" y="1493615"/>
                  <a:pt x="1822990" y="1496473"/>
                  <a:pt x="1821466" y="1499997"/>
                </a:cubicBezTo>
                <a:cubicBezTo>
                  <a:pt x="1820990" y="1501045"/>
                  <a:pt x="1820704" y="1502188"/>
                  <a:pt x="1820609" y="1503236"/>
                </a:cubicBezTo>
                <a:lnTo>
                  <a:pt x="1733455" y="1503236"/>
                </a:lnTo>
                <a:lnTo>
                  <a:pt x="1714310" y="1481042"/>
                </a:lnTo>
                <a:lnTo>
                  <a:pt x="1590675" y="1481042"/>
                </a:lnTo>
                <a:lnTo>
                  <a:pt x="1590675" y="1475518"/>
                </a:lnTo>
                <a:cubicBezTo>
                  <a:pt x="1590675" y="1472089"/>
                  <a:pt x="1587913" y="1469231"/>
                  <a:pt x="1584389" y="1469231"/>
                </a:cubicBezTo>
                <a:close/>
                <a:moveTo>
                  <a:pt x="1825847" y="1501712"/>
                </a:moveTo>
                <a:cubicBezTo>
                  <a:pt x="1826895" y="1499330"/>
                  <a:pt x="1828705" y="1497425"/>
                  <a:pt x="1831181" y="1496473"/>
                </a:cubicBezTo>
                <a:cubicBezTo>
                  <a:pt x="1832420" y="1495997"/>
                  <a:pt x="1833658" y="1495711"/>
                  <a:pt x="1834896" y="1495711"/>
                </a:cubicBezTo>
                <a:cubicBezTo>
                  <a:pt x="1836134" y="1495711"/>
                  <a:pt x="1837468" y="1495997"/>
                  <a:pt x="1838706" y="1496473"/>
                </a:cubicBezTo>
                <a:cubicBezTo>
                  <a:pt x="1841087" y="1497521"/>
                  <a:pt x="1842992" y="1499330"/>
                  <a:pt x="1843945" y="1501807"/>
                </a:cubicBezTo>
                <a:cubicBezTo>
                  <a:pt x="1844897" y="1504188"/>
                  <a:pt x="1844897" y="1506855"/>
                  <a:pt x="1843945" y="1509332"/>
                </a:cubicBezTo>
                <a:cubicBezTo>
                  <a:pt x="1842897" y="1511713"/>
                  <a:pt x="1841087" y="1513618"/>
                  <a:pt x="1838611" y="1514570"/>
                </a:cubicBezTo>
                <a:cubicBezTo>
                  <a:pt x="1836230" y="1515523"/>
                  <a:pt x="1833563" y="1515523"/>
                  <a:pt x="1831086" y="1514570"/>
                </a:cubicBezTo>
                <a:cubicBezTo>
                  <a:pt x="1828705" y="1513523"/>
                  <a:pt x="1826800" y="1511713"/>
                  <a:pt x="1825847" y="1509236"/>
                </a:cubicBezTo>
                <a:cubicBezTo>
                  <a:pt x="1824895" y="1506855"/>
                  <a:pt x="1824895" y="1504188"/>
                  <a:pt x="1825847" y="1501712"/>
                </a:cubicBezTo>
                <a:close/>
                <a:moveTo>
                  <a:pt x="2416588" y="2879027"/>
                </a:moveTo>
                <a:lnTo>
                  <a:pt x="2435638" y="2879027"/>
                </a:lnTo>
                <a:lnTo>
                  <a:pt x="2435638" y="2883789"/>
                </a:lnTo>
                <a:lnTo>
                  <a:pt x="2416588" y="2883789"/>
                </a:lnTo>
                <a:lnTo>
                  <a:pt x="2416588" y="2879027"/>
                </a:lnTo>
                <a:close/>
                <a:moveTo>
                  <a:pt x="2426399" y="2760726"/>
                </a:moveTo>
                <a:lnTo>
                  <a:pt x="2426399" y="2741962"/>
                </a:lnTo>
                <a:cubicBezTo>
                  <a:pt x="2426399" y="2739867"/>
                  <a:pt x="2428113" y="2738152"/>
                  <a:pt x="2430209" y="2738152"/>
                </a:cubicBezTo>
                <a:lnTo>
                  <a:pt x="2448973" y="2738152"/>
                </a:lnTo>
                <a:cubicBezTo>
                  <a:pt x="2451068" y="2738152"/>
                  <a:pt x="2452783" y="2739867"/>
                  <a:pt x="2452783" y="2741962"/>
                </a:cubicBezTo>
                <a:lnTo>
                  <a:pt x="2452783" y="2760726"/>
                </a:lnTo>
                <a:cubicBezTo>
                  <a:pt x="2452783" y="2762822"/>
                  <a:pt x="2451068" y="2764536"/>
                  <a:pt x="2448973" y="2764536"/>
                </a:cubicBezTo>
                <a:lnTo>
                  <a:pt x="2430209" y="2764536"/>
                </a:lnTo>
                <a:cubicBezTo>
                  <a:pt x="2428113" y="2764536"/>
                  <a:pt x="2426399" y="2762822"/>
                  <a:pt x="2426399" y="2760726"/>
                </a:cubicBezTo>
                <a:close/>
                <a:moveTo>
                  <a:pt x="2861501" y="751523"/>
                </a:moveTo>
                <a:lnTo>
                  <a:pt x="2861501" y="643223"/>
                </a:lnTo>
                <a:lnTo>
                  <a:pt x="2854357" y="643223"/>
                </a:lnTo>
                <a:lnTo>
                  <a:pt x="2854357" y="752761"/>
                </a:lnTo>
                <a:cubicBezTo>
                  <a:pt x="2854357" y="753618"/>
                  <a:pt x="2854643" y="754380"/>
                  <a:pt x="2855119" y="755047"/>
                </a:cubicBezTo>
                <a:lnTo>
                  <a:pt x="2880551" y="786289"/>
                </a:lnTo>
                <a:cubicBezTo>
                  <a:pt x="2877693" y="789813"/>
                  <a:pt x="2875884" y="794290"/>
                  <a:pt x="2875884" y="799148"/>
                </a:cubicBezTo>
                <a:cubicBezTo>
                  <a:pt x="2875884" y="810482"/>
                  <a:pt x="2885123" y="819722"/>
                  <a:pt x="2896457" y="819722"/>
                </a:cubicBezTo>
                <a:cubicBezTo>
                  <a:pt x="2899982" y="819722"/>
                  <a:pt x="2903220" y="818769"/>
                  <a:pt x="2906173" y="817150"/>
                </a:cubicBezTo>
                <a:lnTo>
                  <a:pt x="2922746" y="837438"/>
                </a:lnTo>
                <a:lnTo>
                  <a:pt x="2922746" y="974027"/>
                </a:lnTo>
                <a:cubicBezTo>
                  <a:pt x="2922746" y="975074"/>
                  <a:pt x="2923223" y="976027"/>
                  <a:pt x="2923985" y="976694"/>
                </a:cubicBezTo>
                <a:lnTo>
                  <a:pt x="2948369" y="997839"/>
                </a:lnTo>
                <a:lnTo>
                  <a:pt x="2948369" y="1219772"/>
                </a:lnTo>
                <a:lnTo>
                  <a:pt x="2901696" y="1265206"/>
                </a:lnTo>
                <a:lnTo>
                  <a:pt x="2660047" y="1268540"/>
                </a:lnTo>
                <a:lnTo>
                  <a:pt x="2545366" y="1268540"/>
                </a:lnTo>
                <a:lnTo>
                  <a:pt x="2532507" y="1250442"/>
                </a:lnTo>
                <a:cubicBezTo>
                  <a:pt x="2531840" y="1249490"/>
                  <a:pt x="2530793" y="1248918"/>
                  <a:pt x="2529554" y="1248918"/>
                </a:cubicBezTo>
                <a:lnTo>
                  <a:pt x="2357819" y="1248918"/>
                </a:lnTo>
                <a:cubicBezTo>
                  <a:pt x="2356961" y="1248918"/>
                  <a:pt x="2356104" y="1249204"/>
                  <a:pt x="2355437" y="1249775"/>
                </a:cubicBezTo>
                <a:lnTo>
                  <a:pt x="2338673" y="1264730"/>
                </a:lnTo>
                <a:cubicBezTo>
                  <a:pt x="2337911" y="1265396"/>
                  <a:pt x="2337435" y="1266349"/>
                  <a:pt x="2337435" y="1267397"/>
                </a:cubicBezTo>
                <a:lnTo>
                  <a:pt x="2337435" y="1352264"/>
                </a:lnTo>
                <a:cubicBezTo>
                  <a:pt x="2337435" y="1353407"/>
                  <a:pt x="2337911" y="1354360"/>
                  <a:pt x="2338769" y="1355122"/>
                </a:cubicBezTo>
                <a:lnTo>
                  <a:pt x="2361438" y="1372743"/>
                </a:lnTo>
                <a:lnTo>
                  <a:pt x="2361438" y="1385983"/>
                </a:lnTo>
                <a:cubicBezTo>
                  <a:pt x="2361438" y="1389221"/>
                  <a:pt x="2364105" y="1391888"/>
                  <a:pt x="2367344" y="1391888"/>
                </a:cubicBezTo>
                <a:lnTo>
                  <a:pt x="2409539" y="1391888"/>
                </a:lnTo>
                <a:cubicBezTo>
                  <a:pt x="2413159" y="1391888"/>
                  <a:pt x="2416207" y="1388936"/>
                  <a:pt x="2416207" y="1385221"/>
                </a:cubicBezTo>
                <a:lnTo>
                  <a:pt x="2416207" y="1343787"/>
                </a:lnTo>
                <a:cubicBezTo>
                  <a:pt x="2416207" y="1340168"/>
                  <a:pt x="2413254" y="1337120"/>
                  <a:pt x="2409539" y="1337120"/>
                </a:cubicBezTo>
                <a:lnTo>
                  <a:pt x="2368106" y="1337120"/>
                </a:lnTo>
                <a:cubicBezTo>
                  <a:pt x="2364486" y="1337120"/>
                  <a:pt x="2361438" y="1340072"/>
                  <a:pt x="2361438" y="1343787"/>
                </a:cubicBezTo>
                <a:lnTo>
                  <a:pt x="2361438" y="1363694"/>
                </a:lnTo>
                <a:lnTo>
                  <a:pt x="2344579" y="1350550"/>
                </a:lnTo>
                <a:lnTo>
                  <a:pt x="2344579" y="1269016"/>
                </a:lnTo>
                <a:lnTo>
                  <a:pt x="2359152" y="1256062"/>
                </a:lnTo>
                <a:lnTo>
                  <a:pt x="2527745" y="1256062"/>
                </a:lnTo>
                <a:lnTo>
                  <a:pt x="2540603" y="1274159"/>
                </a:lnTo>
                <a:cubicBezTo>
                  <a:pt x="2541270" y="1275112"/>
                  <a:pt x="2542318" y="1275683"/>
                  <a:pt x="2543556" y="1275683"/>
                </a:cubicBezTo>
                <a:lnTo>
                  <a:pt x="2660142" y="1275683"/>
                </a:lnTo>
                <a:lnTo>
                  <a:pt x="2903315" y="1272350"/>
                </a:lnTo>
                <a:cubicBezTo>
                  <a:pt x="2904268" y="1272350"/>
                  <a:pt x="2905125" y="1271969"/>
                  <a:pt x="2905792" y="1271302"/>
                </a:cubicBezTo>
                <a:lnTo>
                  <a:pt x="2954560" y="1223772"/>
                </a:lnTo>
                <a:cubicBezTo>
                  <a:pt x="2955227" y="1223105"/>
                  <a:pt x="2955608" y="1222153"/>
                  <a:pt x="2955608" y="1221200"/>
                </a:cubicBezTo>
                <a:lnTo>
                  <a:pt x="2955608" y="996125"/>
                </a:lnTo>
                <a:cubicBezTo>
                  <a:pt x="2955608" y="995077"/>
                  <a:pt x="2955131" y="994124"/>
                  <a:pt x="2954369" y="993458"/>
                </a:cubicBezTo>
                <a:lnTo>
                  <a:pt x="2929985" y="972312"/>
                </a:lnTo>
                <a:lnTo>
                  <a:pt x="2929985" y="836104"/>
                </a:lnTo>
                <a:cubicBezTo>
                  <a:pt x="2929985" y="835247"/>
                  <a:pt x="2929700" y="834485"/>
                  <a:pt x="2929128" y="833819"/>
                </a:cubicBezTo>
                <a:lnTo>
                  <a:pt x="2911793" y="812673"/>
                </a:lnTo>
                <a:cubicBezTo>
                  <a:pt x="2915031" y="809054"/>
                  <a:pt x="2917031" y="804291"/>
                  <a:pt x="2917031" y="799052"/>
                </a:cubicBezTo>
                <a:cubicBezTo>
                  <a:pt x="2917031" y="787718"/>
                  <a:pt x="2907792" y="778478"/>
                  <a:pt x="2896457" y="778478"/>
                </a:cubicBezTo>
                <a:cubicBezTo>
                  <a:pt x="2892552" y="778478"/>
                  <a:pt x="2889028" y="779621"/>
                  <a:pt x="2885885" y="781526"/>
                </a:cubicBezTo>
                <a:lnTo>
                  <a:pt x="2861405" y="751427"/>
                </a:lnTo>
                <a:close/>
                <a:moveTo>
                  <a:pt x="2366201" y="1343882"/>
                </a:moveTo>
                <a:cubicBezTo>
                  <a:pt x="2366201" y="1342835"/>
                  <a:pt x="2367058" y="1341977"/>
                  <a:pt x="2368106" y="1341977"/>
                </a:cubicBezTo>
                <a:lnTo>
                  <a:pt x="2409539" y="1341977"/>
                </a:lnTo>
                <a:cubicBezTo>
                  <a:pt x="2410587" y="1341977"/>
                  <a:pt x="2411444" y="1342835"/>
                  <a:pt x="2411444" y="1343882"/>
                </a:cubicBezTo>
                <a:lnTo>
                  <a:pt x="2411444" y="1385316"/>
                </a:lnTo>
                <a:cubicBezTo>
                  <a:pt x="2411444" y="1386364"/>
                  <a:pt x="2410587" y="1387221"/>
                  <a:pt x="2409539" y="1387221"/>
                </a:cubicBezTo>
                <a:lnTo>
                  <a:pt x="2367344" y="1387221"/>
                </a:lnTo>
                <a:cubicBezTo>
                  <a:pt x="2366677" y="1387221"/>
                  <a:pt x="2366201" y="1386650"/>
                  <a:pt x="2366201" y="1386078"/>
                </a:cubicBezTo>
                <a:lnTo>
                  <a:pt x="2366201" y="1343882"/>
                </a:lnTo>
                <a:close/>
                <a:moveTo>
                  <a:pt x="2896457" y="785717"/>
                </a:moveTo>
                <a:cubicBezTo>
                  <a:pt x="2903887" y="785717"/>
                  <a:pt x="2909888" y="791718"/>
                  <a:pt x="2909888" y="799148"/>
                </a:cubicBezTo>
                <a:cubicBezTo>
                  <a:pt x="2909888" y="803339"/>
                  <a:pt x="2907887" y="807053"/>
                  <a:pt x="2904839" y="809530"/>
                </a:cubicBezTo>
                <a:lnTo>
                  <a:pt x="2903887" y="810292"/>
                </a:lnTo>
                <a:cubicBezTo>
                  <a:pt x="2901792" y="811721"/>
                  <a:pt x="2899220" y="812578"/>
                  <a:pt x="2896457" y="812578"/>
                </a:cubicBezTo>
                <a:cubicBezTo>
                  <a:pt x="2889028" y="812578"/>
                  <a:pt x="2883027" y="806577"/>
                  <a:pt x="2883027" y="799148"/>
                </a:cubicBezTo>
                <a:cubicBezTo>
                  <a:pt x="2883027" y="791718"/>
                  <a:pt x="2889028" y="785717"/>
                  <a:pt x="2896457" y="785717"/>
                </a:cubicBezTo>
                <a:close/>
                <a:moveTo>
                  <a:pt x="3107150" y="2440115"/>
                </a:moveTo>
                <a:lnTo>
                  <a:pt x="3114770" y="2440115"/>
                </a:lnTo>
                <a:lnTo>
                  <a:pt x="3114770" y="2447259"/>
                </a:lnTo>
                <a:lnTo>
                  <a:pt x="3107150" y="2447259"/>
                </a:lnTo>
                <a:cubicBezTo>
                  <a:pt x="3107150" y="2447259"/>
                  <a:pt x="3107150" y="2440115"/>
                  <a:pt x="3107150" y="2440115"/>
                </a:cubicBezTo>
                <a:close/>
                <a:moveTo>
                  <a:pt x="3008757" y="2367915"/>
                </a:moveTo>
                <a:lnTo>
                  <a:pt x="3028855" y="2367915"/>
                </a:lnTo>
                <a:cubicBezTo>
                  <a:pt x="3032188" y="2367915"/>
                  <a:pt x="3034855" y="2370582"/>
                  <a:pt x="3034855" y="2373916"/>
                </a:cubicBezTo>
                <a:lnTo>
                  <a:pt x="3034855" y="2382298"/>
                </a:lnTo>
                <a:lnTo>
                  <a:pt x="3042095" y="2382298"/>
                </a:lnTo>
                <a:lnTo>
                  <a:pt x="3042095" y="2389442"/>
                </a:lnTo>
                <a:lnTo>
                  <a:pt x="3034855" y="2389442"/>
                </a:lnTo>
                <a:lnTo>
                  <a:pt x="3034855" y="2394014"/>
                </a:lnTo>
                <a:cubicBezTo>
                  <a:pt x="3034855" y="2397347"/>
                  <a:pt x="3032188" y="2400014"/>
                  <a:pt x="3028855" y="2400014"/>
                </a:cubicBezTo>
                <a:lnTo>
                  <a:pt x="3008757" y="2400014"/>
                </a:lnTo>
                <a:cubicBezTo>
                  <a:pt x="3005423" y="2400014"/>
                  <a:pt x="3002756" y="2397347"/>
                  <a:pt x="3002756" y="2394014"/>
                </a:cubicBezTo>
                <a:lnTo>
                  <a:pt x="3002756" y="2373916"/>
                </a:lnTo>
                <a:cubicBezTo>
                  <a:pt x="3002756" y="2370582"/>
                  <a:pt x="3005423" y="2367915"/>
                  <a:pt x="3008757" y="2367915"/>
                </a:cubicBezTo>
                <a:close/>
                <a:moveTo>
                  <a:pt x="1545622" y="2965990"/>
                </a:moveTo>
                <a:lnTo>
                  <a:pt x="1528953" y="2982373"/>
                </a:lnTo>
                <a:cubicBezTo>
                  <a:pt x="1528953" y="2982373"/>
                  <a:pt x="1528001" y="2982087"/>
                  <a:pt x="1527524" y="2982087"/>
                </a:cubicBezTo>
                <a:lnTo>
                  <a:pt x="1515047" y="2982087"/>
                </a:lnTo>
                <a:cubicBezTo>
                  <a:pt x="1511999" y="2982087"/>
                  <a:pt x="1509522" y="2984563"/>
                  <a:pt x="1509522" y="2987612"/>
                </a:cubicBezTo>
                <a:lnTo>
                  <a:pt x="1509522" y="3000089"/>
                </a:lnTo>
                <a:cubicBezTo>
                  <a:pt x="1509522" y="3003137"/>
                  <a:pt x="1511999" y="3005614"/>
                  <a:pt x="1515047" y="3005614"/>
                </a:cubicBezTo>
                <a:lnTo>
                  <a:pt x="1527524" y="3005614"/>
                </a:lnTo>
                <a:cubicBezTo>
                  <a:pt x="1530572" y="3005614"/>
                  <a:pt x="1533049" y="3003137"/>
                  <a:pt x="1533049" y="3000089"/>
                </a:cubicBezTo>
                <a:lnTo>
                  <a:pt x="1533049" y="2987612"/>
                </a:lnTo>
                <a:cubicBezTo>
                  <a:pt x="1533049" y="2986850"/>
                  <a:pt x="1532858" y="2986088"/>
                  <a:pt x="1532573" y="2985421"/>
                </a:cubicBezTo>
                <a:lnTo>
                  <a:pt x="1547527" y="2970752"/>
                </a:lnTo>
                <a:lnTo>
                  <a:pt x="1650778" y="2971038"/>
                </a:lnTo>
                <a:lnTo>
                  <a:pt x="1660684" y="2980087"/>
                </a:lnTo>
                <a:lnTo>
                  <a:pt x="1717453" y="2980087"/>
                </a:lnTo>
                <a:cubicBezTo>
                  <a:pt x="1718882" y="2984468"/>
                  <a:pt x="1722882" y="2987707"/>
                  <a:pt x="1727740" y="2987707"/>
                </a:cubicBezTo>
                <a:cubicBezTo>
                  <a:pt x="1733741" y="2987707"/>
                  <a:pt x="1738694" y="2982849"/>
                  <a:pt x="1738694" y="2976753"/>
                </a:cubicBezTo>
                <a:cubicBezTo>
                  <a:pt x="1738694" y="2970657"/>
                  <a:pt x="1733836" y="2965799"/>
                  <a:pt x="1727740" y="2965799"/>
                </a:cubicBezTo>
                <a:cubicBezTo>
                  <a:pt x="1722215" y="2965799"/>
                  <a:pt x="1717834" y="2969990"/>
                  <a:pt x="1717167" y="2975229"/>
                </a:cubicBezTo>
                <a:lnTo>
                  <a:pt x="1662589" y="2975229"/>
                </a:lnTo>
                <a:cubicBezTo>
                  <a:pt x="1662589" y="2975229"/>
                  <a:pt x="1652683" y="2966085"/>
                  <a:pt x="1652683" y="2966085"/>
                </a:cubicBezTo>
                <a:lnTo>
                  <a:pt x="1546670" y="2965799"/>
                </a:lnTo>
                <a:lnTo>
                  <a:pt x="1545717" y="2965799"/>
                </a:lnTo>
                <a:close/>
                <a:moveTo>
                  <a:pt x="1528382" y="3000185"/>
                </a:moveTo>
                <a:cubicBezTo>
                  <a:pt x="1528382" y="3000185"/>
                  <a:pt x="1528001" y="3000947"/>
                  <a:pt x="1527620" y="3000947"/>
                </a:cubicBezTo>
                <a:lnTo>
                  <a:pt x="1515142" y="3000947"/>
                </a:lnTo>
                <a:cubicBezTo>
                  <a:pt x="1515142" y="3000947"/>
                  <a:pt x="1514380" y="3000566"/>
                  <a:pt x="1514380" y="3000185"/>
                </a:cubicBezTo>
                <a:lnTo>
                  <a:pt x="1514380" y="2987707"/>
                </a:lnTo>
                <a:cubicBezTo>
                  <a:pt x="1514380" y="2987707"/>
                  <a:pt x="1514761" y="2986945"/>
                  <a:pt x="1515142" y="2986945"/>
                </a:cubicBezTo>
                <a:lnTo>
                  <a:pt x="1527620" y="2986945"/>
                </a:lnTo>
                <a:cubicBezTo>
                  <a:pt x="1527620" y="2986945"/>
                  <a:pt x="1528382" y="2987326"/>
                  <a:pt x="1528382" y="2987707"/>
                </a:cubicBezTo>
                <a:lnTo>
                  <a:pt x="1528382" y="3000185"/>
                </a:lnTo>
                <a:close/>
                <a:moveTo>
                  <a:pt x="1727835" y="2970752"/>
                </a:moveTo>
                <a:cubicBezTo>
                  <a:pt x="1731264" y="2970752"/>
                  <a:pt x="1734026" y="2973515"/>
                  <a:pt x="1734026" y="2976944"/>
                </a:cubicBezTo>
                <a:cubicBezTo>
                  <a:pt x="1734026" y="2980373"/>
                  <a:pt x="1731264" y="2983135"/>
                  <a:pt x="1727835" y="2983135"/>
                </a:cubicBezTo>
                <a:cubicBezTo>
                  <a:pt x="1724406" y="2983135"/>
                  <a:pt x="1721644" y="2980373"/>
                  <a:pt x="1721644" y="2976944"/>
                </a:cubicBezTo>
                <a:cubicBezTo>
                  <a:pt x="1721644" y="2973515"/>
                  <a:pt x="1724406" y="2970752"/>
                  <a:pt x="1727835" y="2970752"/>
                </a:cubicBezTo>
                <a:close/>
                <a:moveTo>
                  <a:pt x="3088100" y="2440019"/>
                </a:moveTo>
                <a:lnTo>
                  <a:pt x="3097625" y="2440019"/>
                </a:lnTo>
                <a:cubicBezTo>
                  <a:pt x="3097625" y="2440019"/>
                  <a:pt x="3097625" y="2447163"/>
                  <a:pt x="3097625" y="2447163"/>
                </a:cubicBezTo>
                <a:lnTo>
                  <a:pt x="3088100" y="2447163"/>
                </a:lnTo>
                <a:cubicBezTo>
                  <a:pt x="3088100" y="2447163"/>
                  <a:pt x="3088100" y="2440019"/>
                  <a:pt x="3088100" y="2440019"/>
                </a:cubicBezTo>
                <a:close/>
                <a:moveTo>
                  <a:pt x="2174081" y="2996470"/>
                </a:moveTo>
                <a:lnTo>
                  <a:pt x="2169319" y="2996470"/>
                </a:lnTo>
                <a:lnTo>
                  <a:pt x="2169319" y="2977420"/>
                </a:lnTo>
                <a:lnTo>
                  <a:pt x="2174081" y="2977420"/>
                </a:lnTo>
                <a:lnTo>
                  <a:pt x="2174081" y="2996470"/>
                </a:lnTo>
                <a:close/>
                <a:moveTo>
                  <a:pt x="3069050" y="2440019"/>
                </a:moveTo>
                <a:lnTo>
                  <a:pt x="3078575" y="2440019"/>
                </a:lnTo>
                <a:cubicBezTo>
                  <a:pt x="3078575" y="2440019"/>
                  <a:pt x="3078575" y="2447163"/>
                  <a:pt x="3078575" y="2447163"/>
                </a:cubicBezTo>
                <a:lnTo>
                  <a:pt x="3069050" y="2447163"/>
                </a:lnTo>
                <a:cubicBezTo>
                  <a:pt x="3069050" y="2447163"/>
                  <a:pt x="3069050" y="2440019"/>
                  <a:pt x="3069050" y="2440019"/>
                </a:cubicBezTo>
                <a:close/>
                <a:moveTo>
                  <a:pt x="3061145" y="2389442"/>
                </a:moveTo>
                <a:lnTo>
                  <a:pt x="3051620" y="2389442"/>
                </a:lnTo>
                <a:lnTo>
                  <a:pt x="3051620" y="2382298"/>
                </a:lnTo>
                <a:lnTo>
                  <a:pt x="3061145" y="2382298"/>
                </a:lnTo>
                <a:lnTo>
                  <a:pt x="3061145" y="2389442"/>
                </a:lnTo>
                <a:close/>
                <a:moveTo>
                  <a:pt x="3080195" y="2389442"/>
                </a:moveTo>
                <a:lnTo>
                  <a:pt x="3070670" y="2389442"/>
                </a:lnTo>
                <a:lnTo>
                  <a:pt x="3070670" y="2382298"/>
                </a:lnTo>
                <a:lnTo>
                  <a:pt x="3080195" y="2382298"/>
                </a:lnTo>
                <a:lnTo>
                  <a:pt x="3080195" y="2389442"/>
                </a:lnTo>
                <a:close/>
                <a:moveTo>
                  <a:pt x="3084005" y="2176367"/>
                </a:moveTo>
                <a:lnTo>
                  <a:pt x="3084005" y="2179606"/>
                </a:lnTo>
                <a:lnTo>
                  <a:pt x="3114770" y="2179606"/>
                </a:lnTo>
                <a:lnTo>
                  <a:pt x="3114770" y="2183797"/>
                </a:lnTo>
                <a:lnTo>
                  <a:pt x="3084005" y="2183797"/>
                </a:lnTo>
                <a:lnTo>
                  <a:pt x="3084005" y="2187035"/>
                </a:lnTo>
                <a:cubicBezTo>
                  <a:pt x="3084005" y="2189607"/>
                  <a:pt x="3081909" y="2191798"/>
                  <a:pt x="3079242" y="2191798"/>
                </a:cubicBezTo>
                <a:lnTo>
                  <a:pt x="3068669" y="2191798"/>
                </a:lnTo>
                <a:cubicBezTo>
                  <a:pt x="3066098" y="2191798"/>
                  <a:pt x="3063907" y="2189702"/>
                  <a:pt x="3063907" y="2187035"/>
                </a:cubicBezTo>
                <a:lnTo>
                  <a:pt x="3063907" y="2176463"/>
                </a:lnTo>
                <a:cubicBezTo>
                  <a:pt x="3063907" y="2173891"/>
                  <a:pt x="3066002" y="2171700"/>
                  <a:pt x="3068669" y="2171700"/>
                </a:cubicBezTo>
                <a:lnTo>
                  <a:pt x="3079242" y="2171700"/>
                </a:lnTo>
                <a:cubicBezTo>
                  <a:pt x="3081814" y="2171700"/>
                  <a:pt x="3084005" y="2173796"/>
                  <a:pt x="3084005" y="2176463"/>
                </a:cubicBezTo>
                <a:close/>
                <a:moveTo>
                  <a:pt x="3108770" y="2382298"/>
                </a:moveTo>
                <a:lnTo>
                  <a:pt x="3114770" y="2382298"/>
                </a:lnTo>
                <a:lnTo>
                  <a:pt x="3114770" y="2389442"/>
                </a:lnTo>
                <a:lnTo>
                  <a:pt x="3108770" y="2389442"/>
                </a:lnTo>
                <a:lnTo>
                  <a:pt x="3108770" y="2382298"/>
                </a:lnTo>
                <a:close/>
                <a:moveTo>
                  <a:pt x="3067907" y="2311527"/>
                </a:moveTo>
                <a:cubicBezTo>
                  <a:pt x="3073622" y="2311527"/>
                  <a:pt x="3078194" y="2307336"/>
                  <a:pt x="3079337" y="2302002"/>
                </a:cubicBezTo>
                <a:lnTo>
                  <a:pt x="3114770" y="2302002"/>
                </a:lnTo>
                <a:lnTo>
                  <a:pt x="3114770" y="2268569"/>
                </a:lnTo>
                <a:lnTo>
                  <a:pt x="3072575" y="2229422"/>
                </a:lnTo>
                <a:cubicBezTo>
                  <a:pt x="3074575" y="2227231"/>
                  <a:pt x="3075909" y="2224278"/>
                  <a:pt x="3075909" y="2221135"/>
                </a:cubicBezTo>
                <a:cubicBezTo>
                  <a:pt x="3075909" y="2214182"/>
                  <a:pt x="3070193" y="2208467"/>
                  <a:pt x="3063240" y="2208467"/>
                </a:cubicBezTo>
                <a:cubicBezTo>
                  <a:pt x="3056287" y="2208467"/>
                  <a:pt x="3050572" y="2214182"/>
                  <a:pt x="3050572" y="2221135"/>
                </a:cubicBezTo>
                <a:cubicBezTo>
                  <a:pt x="3050572" y="2228088"/>
                  <a:pt x="3056287" y="2233803"/>
                  <a:pt x="3063240" y="2233803"/>
                </a:cubicBezTo>
                <a:cubicBezTo>
                  <a:pt x="3065240" y="2233803"/>
                  <a:pt x="3067050" y="2233232"/>
                  <a:pt x="3068765" y="2232374"/>
                </a:cubicBezTo>
                <a:lnTo>
                  <a:pt x="3114675" y="2275046"/>
                </a:lnTo>
                <a:lnTo>
                  <a:pt x="3114675" y="2297335"/>
                </a:lnTo>
                <a:lnTo>
                  <a:pt x="3079337" y="2297335"/>
                </a:lnTo>
                <a:cubicBezTo>
                  <a:pt x="3078194" y="2291906"/>
                  <a:pt x="3073622" y="2287810"/>
                  <a:pt x="3067907" y="2287810"/>
                </a:cubicBezTo>
                <a:cubicBezTo>
                  <a:pt x="3061335" y="2287810"/>
                  <a:pt x="3056001" y="2293144"/>
                  <a:pt x="3056001" y="2299716"/>
                </a:cubicBezTo>
                <a:cubicBezTo>
                  <a:pt x="3056001" y="2306288"/>
                  <a:pt x="3061335" y="2311622"/>
                  <a:pt x="3067907" y="2311622"/>
                </a:cubicBezTo>
                <a:close/>
                <a:moveTo>
                  <a:pt x="3063240" y="2228945"/>
                </a:moveTo>
                <a:cubicBezTo>
                  <a:pt x="3058859" y="2228945"/>
                  <a:pt x="3055334" y="2225421"/>
                  <a:pt x="3055334" y="2221040"/>
                </a:cubicBezTo>
                <a:cubicBezTo>
                  <a:pt x="3055334" y="2216658"/>
                  <a:pt x="3058859" y="2213134"/>
                  <a:pt x="3063240" y="2213134"/>
                </a:cubicBezTo>
                <a:cubicBezTo>
                  <a:pt x="3067622" y="2213134"/>
                  <a:pt x="3071146" y="2216658"/>
                  <a:pt x="3071146" y="2221040"/>
                </a:cubicBezTo>
                <a:cubicBezTo>
                  <a:pt x="3071146" y="2225421"/>
                  <a:pt x="3067622" y="2228945"/>
                  <a:pt x="3063240" y="2228945"/>
                </a:cubicBezTo>
                <a:close/>
                <a:moveTo>
                  <a:pt x="3067907" y="2292477"/>
                </a:moveTo>
                <a:cubicBezTo>
                  <a:pt x="3071813" y="2292477"/>
                  <a:pt x="3075051" y="2295716"/>
                  <a:pt x="3075051" y="2299621"/>
                </a:cubicBezTo>
                <a:cubicBezTo>
                  <a:pt x="3075051" y="2303526"/>
                  <a:pt x="3071813" y="2306765"/>
                  <a:pt x="3067907" y="2306765"/>
                </a:cubicBezTo>
                <a:cubicBezTo>
                  <a:pt x="3064002" y="2306765"/>
                  <a:pt x="3060763" y="2303526"/>
                  <a:pt x="3060763" y="2299621"/>
                </a:cubicBezTo>
                <a:cubicBezTo>
                  <a:pt x="3060763" y="2295716"/>
                  <a:pt x="3064002" y="2292477"/>
                  <a:pt x="3067907" y="2292477"/>
                </a:cubicBezTo>
                <a:close/>
                <a:moveTo>
                  <a:pt x="3063240" y="2274951"/>
                </a:moveTo>
                <a:cubicBezTo>
                  <a:pt x="3057525" y="2274951"/>
                  <a:pt x="3052953" y="2270379"/>
                  <a:pt x="3052953" y="2264664"/>
                </a:cubicBezTo>
                <a:cubicBezTo>
                  <a:pt x="3052953" y="2258949"/>
                  <a:pt x="3057525" y="2254377"/>
                  <a:pt x="3063240" y="2254377"/>
                </a:cubicBezTo>
                <a:cubicBezTo>
                  <a:pt x="3068955" y="2254377"/>
                  <a:pt x="3073527" y="2258949"/>
                  <a:pt x="3073527" y="2264664"/>
                </a:cubicBezTo>
                <a:cubicBezTo>
                  <a:pt x="3073527" y="2270379"/>
                  <a:pt x="3068955" y="2274951"/>
                  <a:pt x="3063240" y="2274951"/>
                </a:cubicBezTo>
                <a:close/>
                <a:moveTo>
                  <a:pt x="3094387" y="2337149"/>
                </a:moveTo>
                <a:lnTo>
                  <a:pt x="3094387" y="2323624"/>
                </a:lnTo>
                <a:cubicBezTo>
                  <a:pt x="3094387" y="2321052"/>
                  <a:pt x="3096482" y="2318861"/>
                  <a:pt x="3099149" y="2318861"/>
                </a:cubicBezTo>
                <a:lnTo>
                  <a:pt x="3112675" y="2318861"/>
                </a:lnTo>
                <a:cubicBezTo>
                  <a:pt x="3113437" y="2318861"/>
                  <a:pt x="3114199" y="2319147"/>
                  <a:pt x="3114866" y="2319433"/>
                </a:cubicBezTo>
                <a:lnTo>
                  <a:pt x="3114866" y="2341245"/>
                </a:lnTo>
                <a:cubicBezTo>
                  <a:pt x="3114199" y="2341626"/>
                  <a:pt x="3113532" y="2341817"/>
                  <a:pt x="3112675" y="2341817"/>
                </a:cubicBezTo>
                <a:lnTo>
                  <a:pt x="3099149" y="2341817"/>
                </a:lnTo>
                <a:cubicBezTo>
                  <a:pt x="3096578" y="2341817"/>
                  <a:pt x="3094387" y="2339721"/>
                  <a:pt x="3094387" y="2337054"/>
                </a:cubicBezTo>
                <a:close/>
                <a:moveTo>
                  <a:pt x="3109055" y="2208371"/>
                </a:moveTo>
                <a:cubicBezTo>
                  <a:pt x="3111151" y="2208371"/>
                  <a:pt x="3113056" y="2209038"/>
                  <a:pt x="3114770" y="2209895"/>
                </a:cubicBezTo>
                <a:lnTo>
                  <a:pt x="3114770" y="2215706"/>
                </a:lnTo>
                <a:cubicBezTo>
                  <a:pt x="3113342" y="2214182"/>
                  <a:pt x="3111342" y="2213134"/>
                  <a:pt x="3109055" y="2213134"/>
                </a:cubicBezTo>
                <a:cubicBezTo>
                  <a:pt x="3104674" y="2213134"/>
                  <a:pt x="3101150" y="2216658"/>
                  <a:pt x="3101150" y="2221040"/>
                </a:cubicBezTo>
                <a:cubicBezTo>
                  <a:pt x="3101150" y="2225421"/>
                  <a:pt x="3104674" y="2228945"/>
                  <a:pt x="3109055" y="2228945"/>
                </a:cubicBezTo>
                <a:cubicBezTo>
                  <a:pt x="3111342" y="2228945"/>
                  <a:pt x="3113342" y="2227898"/>
                  <a:pt x="3114770" y="2226374"/>
                </a:cubicBezTo>
                <a:lnTo>
                  <a:pt x="3114770" y="2233136"/>
                </a:lnTo>
                <a:lnTo>
                  <a:pt x="3114199" y="2232565"/>
                </a:lnTo>
                <a:cubicBezTo>
                  <a:pt x="3112580" y="2233327"/>
                  <a:pt x="3110865" y="2233708"/>
                  <a:pt x="3109055" y="2233708"/>
                </a:cubicBezTo>
                <a:cubicBezTo>
                  <a:pt x="3102102" y="2233708"/>
                  <a:pt x="3096387" y="2227993"/>
                  <a:pt x="3096387" y="2221040"/>
                </a:cubicBezTo>
                <a:cubicBezTo>
                  <a:pt x="3096387" y="2214086"/>
                  <a:pt x="3102102" y="2208371"/>
                  <a:pt x="3109055" y="2208371"/>
                </a:cubicBezTo>
                <a:close/>
                <a:moveTo>
                  <a:pt x="3099245" y="2389442"/>
                </a:moveTo>
                <a:lnTo>
                  <a:pt x="3089720" y="2389442"/>
                </a:lnTo>
                <a:lnTo>
                  <a:pt x="3089720" y="2382298"/>
                </a:lnTo>
                <a:lnTo>
                  <a:pt x="3099245" y="2382298"/>
                </a:lnTo>
                <a:lnTo>
                  <a:pt x="3099245" y="2389442"/>
                </a:lnTo>
                <a:close/>
                <a:moveTo>
                  <a:pt x="3081909" y="3027426"/>
                </a:moveTo>
                <a:lnTo>
                  <a:pt x="3082004" y="3027426"/>
                </a:lnTo>
                <a:lnTo>
                  <a:pt x="3082767" y="3142298"/>
                </a:lnTo>
                <a:lnTo>
                  <a:pt x="3114770" y="3172397"/>
                </a:lnTo>
                <a:lnTo>
                  <a:pt x="3114770" y="3165824"/>
                </a:lnTo>
                <a:lnTo>
                  <a:pt x="3087529" y="3140202"/>
                </a:lnTo>
                <a:lnTo>
                  <a:pt x="3086767" y="3027331"/>
                </a:lnTo>
                <a:lnTo>
                  <a:pt x="3097244" y="3027331"/>
                </a:lnTo>
                <a:lnTo>
                  <a:pt x="3096768" y="3088100"/>
                </a:lnTo>
                <a:lnTo>
                  <a:pt x="3114770" y="3104579"/>
                </a:lnTo>
                <a:lnTo>
                  <a:pt x="3114770" y="3098102"/>
                </a:lnTo>
                <a:lnTo>
                  <a:pt x="3101530" y="3085910"/>
                </a:lnTo>
                <a:lnTo>
                  <a:pt x="3102007" y="3027236"/>
                </a:lnTo>
                <a:lnTo>
                  <a:pt x="3102197" y="3027236"/>
                </a:lnTo>
                <a:cubicBezTo>
                  <a:pt x="3105531" y="3027236"/>
                  <a:pt x="3108198" y="3024569"/>
                  <a:pt x="3108198" y="3021235"/>
                </a:cubicBezTo>
                <a:lnTo>
                  <a:pt x="3108198" y="3013615"/>
                </a:lnTo>
                <a:cubicBezTo>
                  <a:pt x="3108198" y="3010281"/>
                  <a:pt x="3105531" y="3007614"/>
                  <a:pt x="3102197" y="3007614"/>
                </a:cubicBezTo>
                <a:lnTo>
                  <a:pt x="3081909" y="3007614"/>
                </a:lnTo>
                <a:cubicBezTo>
                  <a:pt x="3078575" y="3007614"/>
                  <a:pt x="3075909" y="3010281"/>
                  <a:pt x="3075909" y="3013615"/>
                </a:cubicBezTo>
                <a:lnTo>
                  <a:pt x="3075909" y="3021235"/>
                </a:lnTo>
                <a:cubicBezTo>
                  <a:pt x="3075909" y="3024569"/>
                  <a:pt x="3078575" y="3027236"/>
                  <a:pt x="3081909" y="3027236"/>
                </a:cubicBezTo>
                <a:close/>
                <a:moveTo>
                  <a:pt x="3096768" y="3012472"/>
                </a:moveTo>
                <a:lnTo>
                  <a:pt x="3102197" y="3012472"/>
                </a:lnTo>
                <a:cubicBezTo>
                  <a:pt x="3102864" y="3012472"/>
                  <a:pt x="3103436" y="3013043"/>
                  <a:pt x="3103436" y="3013710"/>
                </a:cubicBezTo>
                <a:lnTo>
                  <a:pt x="3103436" y="3021330"/>
                </a:lnTo>
                <a:cubicBezTo>
                  <a:pt x="3103436" y="3021997"/>
                  <a:pt x="3102864" y="3022568"/>
                  <a:pt x="3102197" y="3022568"/>
                </a:cubicBezTo>
                <a:lnTo>
                  <a:pt x="3096768" y="3022568"/>
                </a:lnTo>
                <a:lnTo>
                  <a:pt x="3096768" y="3012377"/>
                </a:lnTo>
                <a:close/>
                <a:moveTo>
                  <a:pt x="3080671" y="3013805"/>
                </a:moveTo>
                <a:cubicBezTo>
                  <a:pt x="3080671" y="3013138"/>
                  <a:pt x="3081242" y="3012567"/>
                  <a:pt x="3081909" y="3012567"/>
                </a:cubicBezTo>
                <a:lnTo>
                  <a:pt x="3087624" y="3012567"/>
                </a:lnTo>
                <a:lnTo>
                  <a:pt x="3087624" y="3022759"/>
                </a:lnTo>
                <a:lnTo>
                  <a:pt x="3081909" y="3022759"/>
                </a:lnTo>
                <a:cubicBezTo>
                  <a:pt x="3081242" y="3022759"/>
                  <a:pt x="3080671" y="3022187"/>
                  <a:pt x="3080671" y="3021521"/>
                </a:cubicBezTo>
                <a:lnTo>
                  <a:pt x="3080671" y="3013901"/>
                </a:lnTo>
                <a:close/>
                <a:moveTo>
                  <a:pt x="2164747" y="3086576"/>
                </a:moveTo>
                <a:cubicBezTo>
                  <a:pt x="2164747" y="3082671"/>
                  <a:pt x="2167890" y="3079528"/>
                  <a:pt x="2171795" y="3079528"/>
                </a:cubicBezTo>
                <a:cubicBezTo>
                  <a:pt x="2175701" y="3079528"/>
                  <a:pt x="2178844" y="3082671"/>
                  <a:pt x="2178844" y="3086576"/>
                </a:cubicBezTo>
                <a:cubicBezTo>
                  <a:pt x="2178844" y="3090482"/>
                  <a:pt x="2175701" y="3093625"/>
                  <a:pt x="2171795" y="3093625"/>
                </a:cubicBezTo>
                <a:cubicBezTo>
                  <a:pt x="2167890" y="3093625"/>
                  <a:pt x="2164747" y="3090482"/>
                  <a:pt x="2164747" y="3086576"/>
                </a:cubicBezTo>
                <a:close/>
                <a:moveTo>
                  <a:pt x="3114770" y="3353086"/>
                </a:moveTo>
                <a:lnTo>
                  <a:pt x="3114770" y="3358992"/>
                </a:lnTo>
                <a:cubicBezTo>
                  <a:pt x="3113723" y="3359944"/>
                  <a:pt x="3112675" y="3361087"/>
                  <a:pt x="3111818" y="3362230"/>
                </a:cubicBezTo>
                <a:cubicBezTo>
                  <a:pt x="3108484" y="3366802"/>
                  <a:pt x="3107150" y="3372326"/>
                  <a:pt x="3108008" y="3377946"/>
                </a:cubicBezTo>
                <a:cubicBezTo>
                  <a:pt x="3108770" y="3382804"/>
                  <a:pt x="3111246" y="3387090"/>
                  <a:pt x="3114866" y="3390424"/>
                </a:cubicBezTo>
                <a:lnTo>
                  <a:pt x="3114866" y="3396425"/>
                </a:lnTo>
                <a:cubicBezTo>
                  <a:pt x="3114866" y="3396425"/>
                  <a:pt x="3114009" y="3395948"/>
                  <a:pt x="3113532" y="3395663"/>
                </a:cubicBezTo>
                <a:cubicBezTo>
                  <a:pt x="3108008" y="3391567"/>
                  <a:pt x="3104293" y="3385566"/>
                  <a:pt x="3103245" y="3378708"/>
                </a:cubicBezTo>
                <a:cubicBezTo>
                  <a:pt x="3102197" y="3371850"/>
                  <a:pt x="3103912" y="3365087"/>
                  <a:pt x="3108008" y="3359468"/>
                </a:cubicBezTo>
                <a:cubicBezTo>
                  <a:pt x="3109913" y="3356896"/>
                  <a:pt x="3112199" y="3354800"/>
                  <a:pt x="3114866" y="3353086"/>
                </a:cubicBezTo>
                <a:close/>
                <a:moveTo>
                  <a:pt x="3114770" y="1712119"/>
                </a:moveTo>
                <a:lnTo>
                  <a:pt x="3114770" y="1740313"/>
                </a:lnTo>
                <a:cubicBezTo>
                  <a:pt x="3112580" y="1738884"/>
                  <a:pt x="3111055" y="1736598"/>
                  <a:pt x="3111055" y="1733741"/>
                </a:cubicBezTo>
                <a:lnTo>
                  <a:pt x="3111055" y="1718691"/>
                </a:lnTo>
                <a:cubicBezTo>
                  <a:pt x="3111055" y="1715929"/>
                  <a:pt x="3112580" y="1713548"/>
                  <a:pt x="3114770" y="1712119"/>
                </a:cubicBezTo>
                <a:close/>
                <a:moveTo>
                  <a:pt x="1604296" y="2908745"/>
                </a:moveTo>
                <a:cubicBezTo>
                  <a:pt x="1608868" y="2908745"/>
                  <a:pt x="1612487" y="2905601"/>
                  <a:pt x="1613535" y="2901410"/>
                </a:cubicBezTo>
                <a:lnTo>
                  <a:pt x="1671352" y="2901696"/>
                </a:lnTo>
                <a:lnTo>
                  <a:pt x="1687449" y="2915984"/>
                </a:lnTo>
                <a:lnTo>
                  <a:pt x="1719644" y="2915984"/>
                </a:lnTo>
                <a:cubicBezTo>
                  <a:pt x="1719644" y="2915984"/>
                  <a:pt x="1719644" y="2925128"/>
                  <a:pt x="1719644" y="2925128"/>
                </a:cubicBezTo>
                <a:lnTo>
                  <a:pt x="1687449" y="2925128"/>
                </a:lnTo>
                <a:cubicBezTo>
                  <a:pt x="1687449" y="2925128"/>
                  <a:pt x="1671352" y="2939415"/>
                  <a:pt x="1671352" y="2939415"/>
                </a:cubicBezTo>
                <a:lnTo>
                  <a:pt x="1642110" y="2939701"/>
                </a:lnTo>
                <a:cubicBezTo>
                  <a:pt x="1640967" y="2935510"/>
                  <a:pt x="1637348" y="2932367"/>
                  <a:pt x="1632871" y="2932367"/>
                </a:cubicBezTo>
                <a:cubicBezTo>
                  <a:pt x="1627442" y="2932367"/>
                  <a:pt x="1623060" y="2936748"/>
                  <a:pt x="1623060" y="2942177"/>
                </a:cubicBezTo>
                <a:cubicBezTo>
                  <a:pt x="1623060" y="2947607"/>
                  <a:pt x="1627442" y="2951988"/>
                  <a:pt x="1632871" y="2951988"/>
                </a:cubicBezTo>
                <a:cubicBezTo>
                  <a:pt x="1637443" y="2951988"/>
                  <a:pt x="1641062" y="2948750"/>
                  <a:pt x="1642205" y="2944559"/>
                </a:cubicBezTo>
                <a:lnTo>
                  <a:pt x="1673257" y="2944273"/>
                </a:lnTo>
                <a:lnTo>
                  <a:pt x="1689354" y="2929985"/>
                </a:lnTo>
                <a:lnTo>
                  <a:pt x="1720215" y="2929985"/>
                </a:lnTo>
                <a:cubicBezTo>
                  <a:pt x="1721263" y="2932652"/>
                  <a:pt x="1723835" y="2934653"/>
                  <a:pt x="1726882" y="2934653"/>
                </a:cubicBezTo>
                <a:lnTo>
                  <a:pt x="1740408" y="2934653"/>
                </a:lnTo>
                <a:cubicBezTo>
                  <a:pt x="1744313" y="2934653"/>
                  <a:pt x="1747552" y="2931414"/>
                  <a:pt x="1747457" y="2927509"/>
                </a:cubicBezTo>
                <a:lnTo>
                  <a:pt x="1747457" y="2913984"/>
                </a:lnTo>
                <a:cubicBezTo>
                  <a:pt x="1747457" y="2910078"/>
                  <a:pt x="1744218" y="2906840"/>
                  <a:pt x="1740218" y="2906935"/>
                </a:cubicBezTo>
                <a:lnTo>
                  <a:pt x="1726692" y="2906935"/>
                </a:lnTo>
                <a:cubicBezTo>
                  <a:pt x="1723739" y="2906935"/>
                  <a:pt x="1721168" y="2908840"/>
                  <a:pt x="1720120" y="2911412"/>
                </a:cubicBezTo>
                <a:lnTo>
                  <a:pt x="1689259" y="2911412"/>
                </a:lnTo>
                <a:cubicBezTo>
                  <a:pt x="1689259" y="2911412"/>
                  <a:pt x="1673162" y="2897124"/>
                  <a:pt x="1673162" y="2897124"/>
                </a:cubicBezTo>
                <a:lnTo>
                  <a:pt x="1613535" y="2896838"/>
                </a:lnTo>
                <a:cubicBezTo>
                  <a:pt x="1612487" y="2892647"/>
                  <a:pt x="1608773" y="2889409"/>
                  <a:pt x="1604201" y="2889409"/>
                </a:cubicBezTo>
                <a:cubicBezTo>
                  <a:pt x="1598771" y="2889409"/>
                  <a:pt x="1594390" y="2893790"/>
                  <a:pt x="1594390" y="2899220"/>
                </a:cubicBezTo>
                <a:cubicBezTo>
                  <a:pt x="1594390" y="2904649"/>
                  <a:pt x="1598771" y="2909030"/>
                  <a:pt x="1604201" y="2909030"/>
                </a:cubicBezTo>
                <a:close/>
                <a:moveTo>
                  <a:pt x="1632871" y="2947226"/>
                </a:moveTo>
                <a:cubicBezTo>
                  <a:pt x="1630109" y="2947226"/>
                  <a:pt x="1627823" y="2944940"/>
                  <a:pt x="1627823" y="2942177"/>
                </a:cubicBezTo>
                <a:cubicBezTo>
                  <a:pt x="1627823" y="2939415"/>
                  <a:pt x="1630109" y="2937129"/>
                  <a:pt x="1632871" y="2937129"/>
                </a:cubicBezTo>
                <a:cubicBezTo>
                  <a:pt x="1635633" y="2937129"/>
                  <a:pt x="1637919" y="2939415"/>
                  <a:pt x="1637919" y="2942177"/>
                </a:cubicBezTo>
                <a:cubicBezTo>
                  <a:pt x="1637919" y="2944940"/>
                  <a:pt x="1635633" y="2947226"/>
                  <a:pt x="1632871" y="2947226"/>
                </a:cubicBezTo>
                <a:close/>
                <a:moveTo>
                  <a:pt x="1726692" y="2911602"/>
                </a:moveTo>
                <a:lnTo>
                  <a:pt x="1740218" y="2911602"/>
                </a:lnTo>
                <a:cubicBezTo>
                  <a:pt x="1741551" y="2911602"/>
                  <a:pt x="1742599" y="2912555"/>
                  <a:pt x="1742599" y="2913888"/>
                </a:cubicBezTo>
                <a:lnTo>
                  <a:pt x="1742599" y="2927413"/>
                </a:lnTo>
                <a:cubicBezTo>
                  <a:pt x="1742599" y="2928747"/>
                  <a:pt x="1741646" y="2929795"/>
                  <a:pt x="1740313" y="2929795"/>
                </a:cubicBezTo>
                <a:lnTo>
                  <a:pt x="1726787" y="2929795"/>
                </a:lnTo>
                <a:cubicBezTo>
                  <a:pt x="1725454" y="2929795"/>
                  <a:pt x="1724406" y="2928842"/>
                  <a:pt x="1724406" y="2927509"/>
                </a:cubicBezTo>
                <a:lnTo>
                  <a:pt x="1724406" y="2913984"/>
                </a:lnTo>
                <a:cubicBezTo>
                  <a:pt x="1724406" y="2912650"/>
                  <a:pt x="1725359" y="2911602"/>
                  <a:pt x="1726692" y="2911602"/>
                </a:cubicBezTo>
                <a:close/>
                <a:moveTo>
                  <a:pt x="1604296" y="2893981"/>
                </a:moveTo>
                <a:cubicBezTo>
                  <a:pt x="1607058" y="2893981"/>
                  <a:pt x="1609344" y="2896267"/>
                  <a:pt x="1609344" y="2899029"/>
                </a:cubicBezTo>
                <a:cubicBezTo>
                  <a:pt x="1609344" y="2901792"/>
                  <a:pt x="1607058" y="2904077"/>
                  <a:pt x="1604296" y="2904077"/>
                </a:cubicBezTo>
                <a:cubicBezTo>
                  <a:pt x="1601534" y="2904077"/>
                  <a:pt x="1599248" y="2901792"/>
                  <a:pt x="1599248" y="2899029"/>
                </a:cubicBezTo>
                <a:cubicBezTo>
                  <a:pt x="1599248" y="2896267"/>
                  <a:pt x="1601534" y="2893981"/>
                  <a:pt x="1604296" y="2893981"/>
                </a:cubicBezTo>
                <a:close/>
                <a:moveTo>
                  <a:pt x="3063430" y="1019747"/>
                </a:moveTo>
                <a:cubicBezTo>
                  <a:pt x="3063430" y="1023461"/>
                  <a:pt x="3066384" y="1026414"/>
                  <a:pt x="3070098" y="1026414"/>
                </a:cubicBezTo>
                <a:lnTo>
                  <a:pt x="3096197" y="1026414"/>
                </a:lnTo>
                <a:cubicBezTo>
                  <a:pt x="3097435" y="1026414"/>
                  <a:pt x="3098578" y="1025938"/>
                  <a:pt x="3099530" y="1025366"/>
                </a:cubicBezTo>
                <a:cubicBezTo>
                  <a:pt x="3100292" y="1028605"/>
                  <a:pt x="3101245" y="1030415"/>
                  <a:pt x="3103340" y="1030415"/>
                </a:cubicBezTo>
                <a:lnTo>
                  <a:pt x="3103340" y="1030415"/>
                </a:lnTo>
                <a:cubicBezTo>
                  <a:pt x="3106865" y="1030415"/>
                  <a:pt x="3107436" y="1025843"/>
                  <a:pt x="3108484" y="1016889"/>
                </a:cubicBezTo>
                <a:cubicBezTo>
                  <a:pt x="3108579" y="1015841"/>
                  <a:pt x="3108770" y="1014698"/>
                  <a:pt x="3108865" y="1013555"/>
                </a:cubicBezTo>
                <a:cubicBezTo>
                  <a:pt x="3109055" y="1014698"/>
                  <a:pt x="3109151" y="1015937"/>
                  <a:pt x="3109246" y="1016889"/>
                </a:cubicBezTo>
                <a:cubicBezTo>
                  <a:pt x="3110294" y="1025938"/>
                  <a:pt x="3110865" y="1030415"/>
                  <a:pt x="3114389" y="1030415"/>
                </a:cubicBezTo>
                <a:lnTo>
                  <a:pt x="3114389" y="1030415"/>
                </a:lnTo>
                <a:cubicBezTo>
                  <a:pt x="3114389" y="1030415"/>
                  <a:pt x="3114485" y="1030415"/>
                  <a:pt x="3114580" y="1030415"/>
                </a:cubicBezTo>
                <a:lnTo>
                  <a:pt x="3114580" y="1018223"/>
                </a:lnTo>
                <a:cubicBezTo>
                  <a:pt x="3114580" y="1018699"/>
                  <a:pt x="3114485" y="1019175"/>
                  <a:pt x="3114389" y="1019747"/>
                </a:cubicBezTo>
                <a:cubicBezTo>
                  <a:pt x="3114199" y="1018604"/>
                  <a:pt x="3114104" y="1017365"/>
                  <a:pt x="3114009" y="1016318"/>
                </a:cubicBezTo>
                <a:cubicBezTo>
                  <a:pt x="3112961" y="1007269"/>
                  <a:pt x="3112389" y="1002792"/>
                  <a:pt x="3108865" y="1002792"/>
                </a:cubicBezTo>
                <a:lnTo>
                  <a:pt x="3108865" y="1002792"/>
                </a:lnTo>
                <a:cubicBezTo>
                  <a:pt x="3105341" y="1002792"/>
                  <a:pt x="3104769" y="1007364"/>
                  <a:pt x="3103721" y="1016318"/>
                </a:cubicBezTo>
                <a:cubicBezTo>
                  <a:pt x="3103626" y="1017365"/>
                  <a:pt x="3103436" y="1018508"/>
                  <a:pt x="3103340" y="1019651"/>
                </a:cubicBezTo>
                <a:cubicBezTo>
                  <a:pt x="3103150" y="1018508"/>
                  <a:pt x="3103055" y="1017270"/>
                  <a:pt x="3102959" y="1016318"/>
                </a:cubicBezTo>
                <a:lnTo>
                  <a:pt x="3102959" y="1015460"/>
                </a:lnTo>
                <a:cubicBezTo>
                  <a:pt x="3102959" y="1015460"/>
                  <a:pt x="3102864" y="1011365"/>
                  <a:pt x="3102864" y="1011365"/>
                </a:cubicBezTo>
                <a:cubicBezTo>
                  <a:pt x="3102864" y="1007650"/>
                  <a:pt x="3099911" y="1004697"/>
                  <a:pt x="3096197" y="1004697"/>
                </a:cubicBezTo>
                <a:lnTo>
                  <a:pt x="3070098" y="1004697"/>
                </a:lnTo>
                <a:cubicBezTo>
                  <a:pt x="3066384" y="1004697"/>
                  <a:pt x="3063430" y="1007650"/>
                  <a:pt x="3063430" y="1011365"/>
                </a:cubicBezTo>
                <a:lnTo>
                  <a:pt x="3063430" y="1019747"/>
                </a:lnTo>
                <a:close/>
                <a:moveTo>
                  <a:pt x="3068193" y="1011365"/>
                </a:moveTo>
                <a:cubicBezTo>
                  <a:pt x="3068193" y="1010317"/>
                  <a:pt x="3069050" y="1009460"/>
                  <a:pt x="3070098" y="1009460"/>
                </a:cubicBezTo>
                <a:lnTo>
                  <a:pt x="3096197" y="1009460"/>
                </a:lnTo>
                <a:cubicBezTo>
                  <a:pt x="3097244" y="1009460"/>
                  <a:pt x="3098102" y="1010317"/>
                  <a:pt x="3098102" y="1011365"/>
                </a:cubicBezTo>
                <a:lnTo>
                  <a:pt x="3098102" y="1019747"/>
                </a:lnTo>
                <a:cubicBezTo>
                  <a:pt x="3098102" y="1020794"/>
                  <a:pt x="3097244" y="1021652"/>
                  <a:pt x="3096197" y="1021652"/>
                </a:cubicBezTo>
                <a:lnTo>
                  <a:pt x="3070098" y="1021652"/>
                </a:lnTo>
                <a:cubicBezTo>
                  <a:pt x="3069050" y="1021652"/>
                  <a:pt x="3068193" y="1020794"/>
                  <a:pt x="3068193" y="1019747"/>
                </a:cubicBezTo>
                <a:lnTo>
                  <a:pt x="3068193" y="1011365"/>
                </a:lnTo>
                <a:close/>
                <a:moveTo>
                  <a:pt x="2182273" y="2944273"/>
                </a:moveTo>
                <a:lnTo>
                  <a:pt x="2174081" y="2953417"/>
                </a:lnTo>
                <a:lnTo>
                  <a:pt x="2174081" y="2958370"/>
                </a:lnTo>
                <a:lnTo>
                  <a:pt x="2169319" y="2958370"/>
                </a:lnTo>
                <a:lnTo>
                  <a:pt x="2169319" y="2951607"/>
                </a:lnTo>
                <a:lnTo>
                  <a:pt x="2178653" y="2941034"/>
                </a:lnTo>
                <a:lnTo>
                  <a:pt x="2182178" y="2944178"/>
                </a:lnTo>
                <a:close/>
                <a:moveTo>
                  <a:pt x="3111627" y="2616232"/>
                </a:moveTo>
                <a:lnTo>
                  <a:pt x="3102102" y="2616232"/>
                </a:lnTo>
                <a:cubicBezTo>
                  <a:pt x="3102102" y="2616232"/>
                  <a:pt x="3102102" y="2609088"/>
                  <a:pt x="3102102" y="2609088"/>
                </a:cubicBezTo>
                <a:lnTo>
                  <a:pt x="3111627" y="2609088"/>
                </a:lnTo>
                <a:cubicBezTo>
                  <a:pt x="3111627" y="2609088"/>
                  <a:pt x="3111627" y="2616232"/>
                  <a:pt x="3111627" y="2616232"/>
                </a:cubicBezTo>
                <a:close/>
                <a:moveTo>
                  <a:pt x="3114770" y="2558510"/>
                </a:moveTo>
                <a:lnTo>
                  <a:pt x="3107150" y="2558510"/>
                </a:lnTo>
                <a:cubicBezTo>
                  <a:pt x="3107150" y="2558510"/>
                  <a:pt x="3107150" y="2551367"/>
                  <a:pt x="3107150" y="2551367"/>
                </a:cubicBezTo>
                <a:lnTo>
                  <a:pt x="3114770" y="2551367"/>
                </a:lnTo>
                <a:lnTo>
                  <a:pt x="3114770" y="2558510"/>
                </a:lnTo>
                <a:close/>
                <a:moveTo>
                  <a:pt x="2163223" y="3098197"/>
                </a:moveTo>
                <a:cubicBezTo>
                  <a:pt x="2166271" y="3100483"/>
                  <a:pt x="2170081" y="3101340"/>
                  <a:pt x="2173891" y="3100769"/>
                </a:cubicBezTo>
                <a:cubicBezTo>
                  <a:pt x="2177701" y="3100197"/>
                  <a:pt x="2181035" y="3098197"/>
                  <a:pt x="2183225" y="3095054"/>
                </a:cubicBezTo>
                <a:cubicBezTo>
                  <a:pt x="2187893" y="3088672"/>
                  <a:pt x="2186559" y="3079718"/>
                  <a:pt x="2180177" y="3075051"/>
                </a:cubicBezTo>
                <a:cubicBezTo>
                  <a:pt x="2178272" y="3073718"/>
                  <a:pt x="2176177" y="3073051"/>
                  <a:pt x="2174081" y="3072670"/>
                </a:cubicBezTo>
                <a:lnTo>
                  <a:pt x="2174081" y="3053715"/>
                </a:lnTo>
                <a:lnTo>
                  <a:pt x="2169319" y="3053715"/>
                </a:lnTo>
                <a:lnTo>
                  <a:pt x="2169319" y="3072575"/>
                </a:lnTo>
                <a:cubicBezTo>
                  <a:pt x="2165795" y="3073146"/>
                  <a:pt x="2162461" y="3075051"/>
                  <a:pt x="2160175" y="3078194"/>
                </a:cubicBezTo>
                <a:cubicBezTo>
                  <a:pt x="2155508" y="3084576"/>
                  <a:pt x="2156841" y="3093530"/>
                  <a:pt x="2163223" y="3098197"/>
                </a:cubicBezTo>
                <a:close/>
                <a:moveTo>
                  <a:pt x="2162270" y="3079718"/>
                </a:moveTo>
                <a:cubicBezTo>
                  <a:pt x="2166080" y="3074575"/>
                  <a:pt x="2173415" y="3073432"/>
                  <a:pt x="2178653" y="3077242"/>
                </a:cubicBezTo>
                <a:cubicBezTo>
                  <a:pt x="2181130" y="3079052"/>
                  <a:pt x="2182844" y="3081814"/>
                  <a:pt x="2183321" y="3084862"/>
                </a:cubicBezTo>
                <a:cubicBezTo>
                  <a:pt x="2183797" y="3087910"/>
                  <a:pt x="2183035" y="3091053"/>
                  <a:pt x="2181225" y="3093530"/>
                </a:cubicBezTo>
                <a:cubicBezTo>
                  <a:pt x="2179415" y="3096006"/>
                  <a:pt x="2176653" y="3097721"/>
                  <a:pt x="2173605" y="3098197"/>
                </a:cubicBezTo>
                <a:cubicBezTo>
                  <a:pt x="2173034" y="3098197"/>
                  <a:pt x="2172367" y="3098292"/>
                  <a:pt x="2171795" y="3098292"/>
                </a:cubicBezTo>
                <a:cubicBezTo>
                  <a:pt x="2169319" y="3098292"/>
                  <a:pt x="2166938" y="3097530"/>
                  <a:pt x="2164937" y="3096006"/>
                </a:cubicBezTo>
                <a:cubicBezTo>
                  <a:pt x="2159699" y="3092196"/>
                  <a:pt x="2158651" y="3084862"/>
                  <a:pt x="2162461" y="3079623"/>
                </a:cubicBezTo>
                <a:close/>
                <a:moveTo>
                  <a:pt x="3080385" y="2967133"/>
                </a:moveTo>
                <a:cubicBezTo>
                  <a:pt x="3081719" y="2967800"/>
                  <a:pt x="3083052" y="2968085"/>
                  <a:pt x="3084386" y="2968085"/>
                </a:cubicBezTo>
                <a:cubicBezTo>
                  <a:pt x="3085814" y="2968085"/>
                  <a:pt x="3087243" y="2967704"/>
                  <a:pt x="3088577" y="2967038"/>
                </a:cubicBezTo>
                <a:lnTo>
                  <a:pt x="3114770" y="2991993"/>
                </a:lnTo>
                <a:lnTo>
                  <a:pt x="3114770" y="2985421"/>
                </a:lnTo>
                <a:lnTo>
                  <a:pt x="3092005" y="2963799"/>
                </a:lnTo>
                <a:cubicBezTo>
                  <a:pt x="3092005" y="2963799"/>
                  <a:pt x="3092387" y="2963323"/>
                  <a:pt x="3092577" y="2963037"/>
                </a:cubicBezTo>
                <a:cubicBezTo>
                  <a:pt x="3093625" y="2960846"/>
                  <a:pt x="3093815" y="2958370"/>
                  <a:pt x="3093053" y="2956084"/>
                </a:cubicBezTo>
                <a:cubicBezTo>
                  <a:pt x="3092292" y="2953798"/>
                  <a:pt x="3090672" y="2951893"/>
                  <a:pt x="3088481" y="2950845"/>
                </a:cubicBezTo>
                <a:cubicBezTo>
                  <a:pt x="3084005" y="2948654"/>
                  <a:pt x="3078480" y="2950464"/>
                  <a:pt x="3076289" y="2955036"/>
                </a:cubicBezTo>
                <a:cubicBezTo>
                  <a:pt x="3075242" y="2957227"/>
                  <a:pt x="3075051" y="2959703"/>
                  <a:pt x="3075813" y="2961989"/>
                </a:cubicBezTo>
                <a:cubicBezTo>
                  <a:pt x="3076575" y="2964275"/>
                  <a:pt x="3078194" y="2966180"/>
                  <a:pt x="3080385" y="2967228"/>
                </a:cubicBezTo>
                <a:close/>
                <a:moveTo>
                  <a:pt x="3080480" y="2956941"/>
                </a:moveTo>
                <a:cubicBezTo>
                  <a:pt x="3081242" y="2955417"/>
                  <a:pt x="3082767" y="2954465"/>
                  <a:pt x="3084386" y="2954465"/>
                </a:cubicBezTo>
                <a:cubicBezTo>
                  <a:pt x="3085052" y="2954465"/>
                  <a:pt x="3085719" y="2954655"/>
                  <a:pt x="3086291" y="2954941"/>
                </a:cubicBezTo>
                <a:cubicBezTo>
                  <a:pt x="3088481" y="2955988"/>
                  <a:pt x="3089338" y="2958655"/>
                  <a:pt x="3088291" y="2960751"/>
                </a:cubicBezTo>
                <a:cubicBezTo>
                  <a:pt x="3087243" y="2962942"/>
                  <a:pt x="3084576" y="2963799"/>
                  <a:pt x="3082385" y="2962751"/>
                </a:cubicBezTo>
                <a:cubicBezTo>
                  <a:pt x="3081338" y="2962275"/>
                  <a:pt x="3080576" y="2961323"/>
                  <a:pt x="3080195" y="2960275"/>
                </a:cubicBezTo>
                <a:cubicBezTo>
                  <a:pt x="3079813" y="2959132"/>
                  <a:pt x="3079909" y="2957989"/>
                  <a:pt x="3080385" y="2956941"/>
                </a:cubicBezTo>
                <a:close/>
                <a:moveTo>
                  <a:pt x="3002852" y="2431066"/>
                </a:moveTo>
                <a:cubicBezTo>
                  <a:pt x="3002852" y="2427732"/>
                  <a:pt x="3005519" y="2425065"/>
                  <a:pt x="3008852" y="2425065"/>
                </a:cubicBezTo>
                <a:lnTo>
                  <a:pt x="3028950" y="2425065"/>
                </a:lnTo>
                <a:cubicBezTo>
                  <a:pt x="3032284" y="2425065"/>
                  <a:pt x="3034951" y="2427732"/>
                  <a:pt x="3034951" y="2431066"/>
                </a:cubicBezTo>
                <a:lnTo>
                  <a:pt x="3034951" y="2439924"/>
                </a:lnTo>
                <a:lnTo>
                  <a:pt x="3040571" y="2439924"/>
                </a:lnTo>
                <a:cubicBezTo>
                  <a:pt x="3040571" y="2439924"/>
                  <a:pt x="3040571" y="2447068"/>
                  <a:pt x="3040571" y="2447068"/>
                </a:cubicBezTo>
                <a:lnTo>
                  <a:pt x="3034951" y="2447068"/>
                </a:lnTo>
                <a:cubicBezTo>
                  <a:pt x="3034951" y="2447068"/>
                  <a:pt x="3034951" y="2451068"/>
                  <a:pt x="3034951" y="2451068"/>
                </a:cubicBezTo>
                <a:cubicBezTo>
                  <a:pt x="3034951" y="2454402"/>
                  <a:pt x="3032284" y="2457069"/>
                  <a:pt x="3028950" y="2457069"/>
                </a:cubicBezTo>
                <a:lnTo>
                  <a:pt x="3008852" y="2457069"/>
                </a:lnTo>
                <a:cubicBezTo>
                  <a:pt x="3005519" y="2457069"/>
                  <a:pt x="3002852" y="2454402"/>
                  <a:pt x="3002852" y="2451068"/>
                </a:cubicBezTo>
                <a:lnTo>
                  <a:pt x="3002852" y="2430971"/>
                </a:lnTo>
                <a:close/>
                <a:moveTo>
                  <a:pt x="2378488" y="2879027"/>
                </a:moveTo>
                <a:lnTo>
                  <a:pt x="2397538" y="2879027"/>
                </a:lnTo>
                <a:lnTo>
                  <a:pt x="2397538" y="2883789"/>
                </a:lnTo>
                <a:lnTo>
                  <a:pt x="2378488" y="2883789"/>
                </a:lnTo>
                <a:lnTo>
                  <a:pt x="2378488" y="2879027"/>
                </a:lnTo>
                <a:close/>
                <a:moveTo>
                  <a:pt x="3042380" y="2756249"/>
                </a:moveTo>
                <a:cubicBezTo>
                  <a:pt x="3043714" y="2759107"/>
                  <a:pt x="3046000" y="2761298"/>
                  <a:pt x="3048953" y="2762441"/>
                </a:cubicBezTo>
                <a:cubicBezTo>
                  <a:pt x="3050286" y="2762917"/>
                  <a:pt x="3051715" y="2763203"/>
                  <a:pt x="3053144" y="2763203"/>
                </a:cubicBezTo>
                <a:cubicBezTo>
                  <a:pt x="3054763" y="2763203"/>
                  <a:pt x="3056477" y="2762822"/>
                  <a:pt x="3058001" y="2762155"/>
                </a:cubicBezTo>
                <a:cubicBezTo>
                  <a:pt x="3058478" y="2761964"/>
                  <a:pt x="3058859" y="2761488"/>
                  <a:pt x="3059335" y="2761202"/>
                </a:cubicBezTo>
                <a:lnTo>
                  <a:pt x="3114199" y="2815114"/>
                </a:lnTo>
                <a:lnTo>
                  <a:pt x="3114675" y="2815590"/>
                </a:lnTo>
                <a:lnTo>
                  <a:pt x="3114675" y="2808923"/>
                </a:lnTo>
                <a:lnTo>
                  <a:pt x="3062764" y="2757869"/>
                </a:lnTo>
                <a:cubicBezTo>
                  <a:pt x="3063240" y="2757107"/>
                  <a:pt x="3063907" y="2756440"/>
                  <a:pt x="3064193" y="2755583"/>
                </a:cubicBezTo>
                <a:cubicBezTo>
                  <a:pt x="3065336" y="2752630"/>
                  <a:pt x="3065240" y="2749392"/>
                  <a:pt x="3063907" y="2746534"/>
                </a:cubicBezTo>
                <a:lnTo>
                  <a:pt x="3063907" y="2746534"/>
                </a:lnTo>
                <a:cubicBezTo>
                  <a:pt x="3061240" y="2740628"/>
                  <a:pt x="3054192" y="2737961"/>
                  <a:pt x="3048286" y="2740628"/>
                </a:cubicBezTo>
                <a:cubicBezTo>
                  <a:pt x="3042380" y="2743295"/>
                  <a:pt x="3039713" y="2750344"/>
                  <a:pt x="3042380" y="2756249"/>
                </a:cubicBezTo>
                <a:close/>
                <a:moveTo>
                  <a:pt x="3050286" y="2744915"/>
                </a:moveTo>
                <a:cubicBezTo>
                  <a:pt x="3051238" y="2744534"/>
                  <a:pt x="3052191" y="2744248"/>
                  <a:pt x="3053144" y="2744248"/>
                </a:cubicBezTo>
                <a:cubicBezTo>
                  <a:pt x="3055811" y="2744248"/>
                  <a:pt x="3058382" y="2745772"/>
                  <a:pt x="3059621" y="2748439"/>
                </a:cubicBezTo>
                <a:cubicBezTo>
                  <a:pt x="3060383" y="2750153"/>
                  <a:pt x="3060478" y="2752059"/>
                  <a:pt x="3059811" y="2753868"/>
                </a:cubicBezTo>
                <a:cubicBezTo>
                  <a:pt x="3059144" y="2755678"/>
                  <a:pt x="3057811" y="2757011"/>
                  <a:pt x="3056096" y="2757869"/>
                </a:cubicBezTo>
                <a:cubicBezTo>
                  <a:pt x="3054382" y="2758630"/>
                  <a:pt x="3052477" y="2758726"/>
                  <a:pt x="3050667" y="2758059"/>
                </a:cubicBezTo>
                <a:cubicBezTo>
                  <a:pt x="3048857" y="2757392"/>
                  <a:pt x="3047524" y="2756059"/>
                  <a:pt x="3046762" y="2754344"/>
                </a:cubicBezTo>
                <a:cubicBezTo>
                  <a:pt x="3045143" y="2750820"/>
                  <a:pt x="3046762" y="2746629"/>
                  <a:pt x="3050286" y="2745010"/>
                </a:cubicBezTo>
                <a:close/>
                <a:moveTo>
                  <a:pt x="3050000" y="2439924"/>
                </a:moveTo>
                <a:lnTo>
                  <a:pt x="3059525" y="2439924"/>
                </a:lnTo>
                <a:cubicBezTo>
                  <a:pt x="3059525" y="2439924"/>
                  <a:pt x="3059525" y="2447068"/>
                  <a:pt x="3059525" y="2447068"/>
                </a:cubicBezTo>
                <a:lnTo>
                  <a:pt x="3050000" y="2447068"/>
                </a:lnTo>
                <a:cubicBezTo>
                  <a:pt x="3050000" y="2447068"/>
                  <a:pt x="3050000" y="2439924"/>
                  <a:pt x="3050000" y="2439924"/>
                </a:cubicBezTo>
                <a:close/>
                <a:moveTo>
                  <a:pt x="2076355" y="3371374"/>
                </a:moveTo>
                <a:lnTo>
                  <a:pt x="2081117" y="3371374"/>
                </a:lnTo>
                <a:lnTo>
                  <a:pt x="2081117" y="3388519"/>
                </a:lnTo>
                <a:lnTo>
                  <a:pt x="2076355" y="3388519"/>
                </a:lnTo>
                <a:lnTo>
                  <a:pt x="2076355" y="3371374"/>
                </a:lnTo>
                <a:close/>
                <a:moveTo>
                  <a:pt x="3114770" y="2930462"/>
                </a:moveTo>
                <a:lnTo>
                  <a:pt x="3114770" y="2927033"/>
                </a:lnTo>
                <a:lnTo>
                  <a:pt x="3042190" y="2851690"/>
                </a:lnTo>
                <a:cubicBezTo>
                  <a:pt x="3042190" y="2851690"/>
                  <a:pt x="3041333" y="2851213"/>
                  <a:pt x="3040856" y="2851404"/>
                </a:cubicBezTo>
                <a:cubicBezTo>
                  <a:pt x="3040380" y="2851595"/>
                  <a:pt x="3040094" y="2851976"/>
                  <a:pt x="3040094" y="2852547"/>
                </a:cubicBezTo>
                <a:lnTo>
                  <a:pt x="3040094" y="2896172"/>
                </a:lnTo>
                <a:lnTo>
                  <a:pt x="3031141" y="2896172"/>
                </a:lnTo>
                <a:cubicBezTo>
                  <a:pt x="3029045" y="2896172"/>
                  <a:pt x="3027331" y="2897886"/>
                  <a:pt x="3027331" y="2899982"/>
                </a:cubicBezTo>
                <a:lnTo>
                  <a:pt x="3027331" y="2908935"/>
                </a:lnTo>
                <a:cubicBezTo>
                  <a:pt x="3027331" y="2911030"/>
                  <a:pt x="3029045" y="2912745"/>
                  <a:pt x="3031141" y="2912745"/>
                </a:cubicBezTo>
                <a:lnTo>
                  <a:pt x="3039999" y="2912745"/>
                </a:lnTo>
                <a:lnTo>
                  <a:pt x="3039999" y="2933795"/>
                </a:lnTo>
                <a:lnTo>
                  <a:pt x="3031141" y="2933795"/>
                </a:lnTo>
                <a:cubicBezTo>
                  <a:pt x="3029045" y="2933795"/>
                  <a:pt x="3027331" y="2935510"/>
                  <a:pt x="3027331" y="2937605"/>
                </a:cubicBezTo>
                <a:lnTo>
                  <a:pt x="3027331" y="2946654"/>
                </a:lnTo>
                <a:cubicBezTo>
                  <a:pt x="3027331" y="2948750"/>
                  <a:pt x="3029045" y="2950464"/>
                  <a:pt x="3031141" y="2950464"/>
                </a:cubicBezTo>
                <a:lnTo>
                  <a:pt x="3039999" y="2950464"/>
                </a:lnTo>
                <a:lnTo>
                  <a:pt x="3039999" y="2971514"/>
                </a:lnTo>
                <a:lnTo>
                  <a:pt x="3031141" y="2971514"/>
                </a:lnTo>
                <a:cubicBezTo>
                  <a:pt x="3029045" y="2971514"/>
                  <a:pt x="3027331" y="2973229"/>
                  <a:pt x="3027331" y="2975324"/>
                </a:cubicBezTo>
                <a:lnTo>
                  <a:pt x="3027331" y="2984373"/>
                </a:lnTo>
                <a:cubicBezTo>
                  <a:pt x="3027331" y="2986469"/>
                  <a:pt x="3029045" y="2988183"/>
                  <a:pt x="3031141" y="2988183"/>
                </a:cubicBezTo>
                <a:lnTo>
                  <a:pt x="3040380" y="2988183"/>
                </a:lnTo>
                <a:lnTo>
                  <a:pt x="3040380" y="3009234"/>
                </a:lnTo>
                <a:lnTo>
                  <a:pt x="3031141" y="3009234"/>
                </a:lnTo>
                <a:cubicBezTo>
                  <a:pt x="3029045" y="3009234"/>
                  <a:pt x="3027331" y="3010948"/>
                  <a:pt x="3027331" y="3013043"/>
                </a:cubicBezTo>
                <a:lnTo>
                  <a:pt x="3027331" y="3022092"/>
                </a:lnTo>
                <a:cubicBezTo>
                  <a:pt x="3027331" y="3024188"/>
                  <a:pt x="3029045" y="3025902"/>
                  <a:pt x="3031141" y="3025902"/>
                </a:cubicBezTo>
                <a:lnTo>
                  <a:pt x="3039999" y="3025902"/>
                </a:lnTo>
                <a:lnTo>
                  <a:pt x="3039999" y="3046952"/>
                </a:lnTo>
                <a:lnTo>
                  <a:pt x="3031141" y="3046952"/>
                </a:lnTo>
                <a:cubicBezTo>
                  <a:pt x="3029045" y="3046952"/>
                  <a:pt x="3027331" y="3048667"/>
                  <a:pt x="3027331" y="3050762"/>
                </a:cubicBezTo>
                <a:lnTo>
                  <a:pt x="3027331" y="3059811"/>
                </a:lnTo>
                <a:cubicBezTo>
                  <a:pt x="3027331" y="3061907"/>
                  <a:pt x="3029045" y="3063621"/>
                  <a:pt x="3031141" y="3063621"/>
                </a:cubicBezTo>
                <a:lnTo>
                  <a:pt x="3039999" y="3063621"/>
                </a:lnTo>
                <a:lnTo>
                  <a:pt x="3039999" y="3084671"/>
                </a:lnTo>
                <a:lnTo>
                  <a:pt x="3031141" y="3084671"/>
                </a:lnTo>
                <a:cubicBezTo>
                  <a:pt x="3029045" y="3084671"/>
                  <a:pt x="3027331" y="3086386"/>
                  <a:pt x="3027331" y="3088481"/>
                </a:cubicBezTo>
                <a:lnTo>
                  <a:pt x="3027331" y="3097435"/>
                </a:lnTo>
                <a:cubicBezTo>
                  <a:pt x="3027331" y="3099530"/>
                  <a:pt x="3029045" y="3101245"/>
                  <a:pt x="3031141" y="3101245"/>
                </a:cubicBezTo>
                <a:lnTo>
                  <a:pt x="3039999" y="3101245"/>
                </a:lnTo>
                <a:lnTo>
                  <a:pt x="3039999" y="3122295"/>
                </a:lnTo>
                <a:lnTo>
                  <a:pt x="3031141" y="3122295"/>
                </a:lnTo>
                <a:cubicBezTo>
                  <a:pt x="3029045" y="3122295"/>
                  <a:pt x="3027331" y="3124010"/>
                  <a:pt x="3027331" y="3126105"/>
                </a:cubicBezTo>
                <a:lnTo>
                  <a:pt x="3027331" y="3135059"/>
                </a:lnTo>
                <a:cubicBezTo>
                  <a:pt x="3027331" y="3137154"/>
                  <a:pt x="3029045" y="3138869"/>
                  <a:pt x="3031141" y="3138869"/>
                </a:cubicBezTo>
                <a:lnTo>
                  <a:pt x="3051238" y="3138869"/>
                </a:lnTo>
                <a:cubicBezTo>
                  <a:pt x="3053334" y="3138869"/>
                  <a:pt x="3055049" y="3137154"/>
                  <a:pt x="3055049" y="3135059"/>
                </a:cubicBezTo>
                <a:lnTo>
                  <a:pt x="3055049" y="3126105"/>
                </a:lnTo>
                <a:cubicBezTo>
                  <a:pt x="3055049" y="3124010"/>
                  <a:pt x="3053334" y="3122295"/>
                  <a:pt x="3051238" y="3122295"/>
                </a:cubicBezTo>
                <a:lnTo>
                  <a:pt x="3042380" y="3122295"/>
                </a:lnTo>
                <a:lnTo>
                  <a:pt x="3042380" y="3101245"/>
                </a:lnTo>
                <a:lnTo>
                  <a:pt x="3051238" y="3101245"/>
                </a:lnTo>
                <a:cubicBezTo>
                  <a:pt x="3053334" y="3101245"/>
                  <a:pt x="3055049" y="3099530"/>
                  <a:pt x="3055049" y="3097435"/>
                </a:cubicBezTo>
                <a:lnTo>
                  <a:pt x="3055049" y="3088481"/>
                </a:lnTo>
                <a:cubicBezTo>
                  <a:pt x="3055049" y="3086386"/>
                  <a:pt x="3053334" y="3084671"/>
                  <a:pt x="3051238" y="3084671"/>
                </a:cubicBezTo>
                <a:lnTo>
                  <a:pt x="3042380" y="3084671"/>
                </a:lnTo>
                <a:lnTo>
                  <a:pt x="3042380" y="3063621"/>
                </a:lnTo>
                <a:lnTo>
                  <a:pt x="3051238" y="3063621"/>
                </a:lnTo>
                <a:cubicBezTo>
                  <a:pt x="3053334" y="3063621"/>
                  <a:pt x="3055049" y="3061907"/>
                  <a:pt x="3055049" y="3059811"/>
                </a:cubicBezTo>
                <a:lnTo>
                  <a:pt x="3055049" y="3050762"/>
                </a:lnTo>
                <a:cubicBezTo>
                  <a:pt x="3055049" y="3048667"/>
                  <a:pt x="3053334" y="3046952"/>
                  <a:pt x="3051238" y="3046952"/>
                </a:cubicBezTo>
                <a:lnTo>
                  <a:pt x="3042380" y="3046952"/>
                </a:lnTo>
                <a:lnTo>
                  <a:pt x="3042380" y="3025902"/>
                </a:lnTo>
                <a:lnTo>
                  <a:pt x="3051238" y="3025902"/>
                </a:lnTo>
                <a:cubicBezTo>
                  <a:pt x="3053334" y="3025902"/>
                  <a:pt x="3055049" y="3024188"/>
                  <a:pt x="3055049" y="3022092"/>
                </a:cubicBezTo>
                <a:lnTo>
                  <a:pt x="3055049" y="3013043"/>
                </a:lnTo>
                <a:cubicBezTo>
                  <a:pt x="3055049" y="3010948"/>
                  <a:pt x="3053334" y="3009234"/>
                  <a:pt x="3051238" y="3009234"/>
                </a:cubicBezTo>
                <a:lnTo>
                  <a:pt x="3042761" y="3009234"/>
                </a:lnTo>
                <a:lnTo>
                  <a:pt x="3042761" y="2988183"/>
                </a:lnTo>
                <a:lnTo>
                  <a:pt x="3051238" y="2988183"/>
                </a:lnTo>
                <a:cubicBezTo>
                  <a:pt x="3053334" y="2988183"/>
                  <a:pt x="3055049" y="2986469"/>
                  <a:pt x="3055049" y="2984373"/>
                </a:cubicBezTo>
                <a:lnTo>
                  <a:pt x="3055049" y="2975324"/>
                </a:lnTo>
                <a:cubicBezTo>
                  <a:pt x="3055049" y="2973229"/>
                  <a:pt x="3053334" y="2971514"/>
                  <a:pt x="3051238" y="2971514"/>
                </a:cubicBezTo>
                <a:lnTo>
                  <a:pt x="3042380" y="2971514"/>
                </a:lnTo>
                <a:lnTo>
                  <a:pt x="3042380" y="2950464"/>
                </a:lnTo>
                <a:lnTo>
                  <a:pt x="3051238" y="2950464"/>
                </a:lnTo>
                <a:cubicBezTo>
                  <a:pt x="3053334" y="2950464"/>
                  <a:pt x="3055049" y="2948750"/>
                  <a:pt x="3055049" y="2946654"/>
                </a:cubicBezTo>
                <a:lnTo>
                  <a:pt x="3055049" y="2937605"/>
                </a:lnTo>
                <a:cubicBezTo>
                  <a:pt x="3055049" y="2935510"/>
                  <a:pt x="3053334" y="2933795"/>
                  <a:pt x="3051238" y="2933795"/>
                </a:cubicBezTo>
                <a:lnTo>
                  <a:pt x="3042380" y="2933795"/>
                </a:lnTo>
                <a:lnTo>
                  <a:pt x="3042380" y="2912745"/>
                </a:lnTo>
                <a:lnTo>
                  <a:pt x="3051238" y="2912745"/>
                </a:lnTo>
                <a:cubicBezTo>
                  <a:pt x="3053334" y="2912745"/>
                  <a:pt x="3055049" y="2911030"/>
                  <a:pt x="3055049" y="2908935"/>
                </a:cubicBezTo>
                <a:lnTo>
                  <a:pt x="3055049" y="2899982"/>
                </a:lnTo>
                <a:cubicBezTo>
                  <a:pt x="3055049" y="2897886"/>
                  <a:pt x="3053334" y="2896172"/>
                  <a:pt x="3051238" y="2896172"/>
                </a:cubicBezTo>
                <a:lnTo>
                  <a:pt x="3042285" y="2896172"/>
                </a:lnTo>
                <a:lnTo>
                  <a:pt x="3042285" y="2855500"/>
                </a:lnTo>
                <a:cubicBezTo>
                  <a:pt x="3042285" y="2855500"/>
                  <a:pt x="3114675" y="2930557"/>
                  <a:pt x="3114675" y="2930557"/>
                </a:cubicBezTo>
                <a:close/>
                <a:moveTo>
                  <a:pt x="3037809" y="2906554"/>
                </a:moveTo>
                <a:lnTo>
                  <a:pt x="3039713" y="2907983"/>
                </a:lnTo>
                <a:lnTo>
                  <a:pt x="3032188" y="2907983"/>
                </a:lnTo>
                <a:lnTo>
                  <a:pt x="3032188" y="2900839"/>
                </a:lnTo>
                <a:lnTo>
                  <a:pt x="3039713" y="2900839"/>
                </a:lnTo>
                <a:lnTo>
                  <a:pt x="3041428" y="2902172"/>
                </a:lnTo>
                <a:lnTo>
                  <a:pt x="3037904" y="2904554"/>
                </a:lnTo>
                <a:cubicBezTo>
                  <a:pt x="3037904" y="2904554"/>
                  <a:pt x="3037427" y="2905125"/>
                  <a:pt x="3037427" y="2905506"/>
                </a:cubicBezTo>
                <a:cubicBezTo>
                  <a:pt x="3037427" y="2905887"/>
                  <a:pt x="3037618" y="2906268"/>
                  <a:pt x="3037904" y="2906459"/>
                </a:cubicBezTo>
                <a:close/>
                <a:moveTo>
                  <a:pt x="3032188" y="2945702"/>
                </a:moveTo>
                <a:lnTo>
                  <a:pt x="3032188" y="2938558"/>
                </a:lnTo>
                <a:lnTo>
                  <a:pt x="3040094" y="2938558"/>
                </a:lnTo>
                <a:lnTo>
                  <a:pt x="3041809" y="2939892"/>
                </a:lnTo>
                <a:lnTo>
                  <a:pt x="3038285" y="2942273"/>
                </a:lnTo>
                <a:cubicBezTo>
                  <a:pt x="3038285" y="2942273"/>
                  <a:pt x="3037809" y="2942844"/>
                  <a:pt x="3037809" y="2943225"/>
                </a:cubicBezTo>
                <a:cubicBezTo>
                  <a:pt x="3037809" y="2943606"/>
                  <a:pt x="3037999" y="2943987"/>
                  <a:pt x="3038285" y="2944178"/>
                </a:cubicBezTo>
                <a:lnTo>
                  <a:pt x="3040190" y="2945606"/>
                </a:lnTo>
                <a:lnTo>
                  <a:pt x="3032284" y="2945606"/>
                </a:lnTo>
                <a:close/>
                <a:moveTo>
                  <a:pt x="3038189" y="2981992"/>
                </a:moveTo>
                <a:lnTo>
                  <a:pt x="3040094" y="2983421"/>
                </a:lnTo>
                <a:lnTo>
                  <a:pt x="3032188" y="2983421"/>
                </a:lnTo>
                <a:lnTo>
                  <a:pt x="3032188" y="2976277"/>
                </a:lnTo>
                <a:lnTo>
                  <a:pt x="3040094" y="2976277"/>
                </a:lnTo>
                <a:lnTo>
                  <a:pt x="3041809" y="2977610"/>
                </a:lnTo>
                <a:lnTo>
                  <a:pt x="3038285" y="2979992"/>
                </a:lnTo>
                <a:cubicBezTo>
                  <a:pt x="3038285" y="2979992"/>
                  <a:pt x="3037809" y="2980563"/>
                  <a:pt x="3037809" y="2980944"/>
                </a:cubicBezTo>
                <a:cubicBezTo>
                  <a:pt x="3037809" y="2981325"/>
                  <a:pt x="3037999" y="2981706"/>
                  <a:pt x="3038285" y="2981897"/>
                </a:cubicBezTo>
                <a:close/>
                <a:moveTo>
                  <a:pt x="3038189" y="3019711"/>
                </a:moveTo>
                <a:lnTo>
                  <a:pt x="3040094" y="3021140"/>
                </a:lnTo>
                <a:lnTo>
                  <a:pt x="3032188" y="3021140"/>
                </a:lnTo>
                <a:lnTo>
                  <a:pt x="3032188" y="3013996"/>
                </a:lnTo>
                <a:lnTo>
                  <a:pt x="3040094" y="3013996"/>
                </a:lnTo>
                <a:lnTo>
                  <a:pt x="3041809" y="3015329"/>
                </a:lnTo>
                <a:lnTo>
                  <a:pt x="3038285" y="3017711"/>
                </a:lnTo>
                <a:cubicBezTo>
                  <a:pt x="3038285" y="3017711"/>
                  <a:pt x="3037809" y="3018282"/>
                  <a:pt x="3037809" y="3018663"/>
                </a:cubicBezTo>
                <a:cubicBezTo>
                  <a:pt x="3037809" y="3019044"/>
                  <a:pt x="3037999" y="3019425"/>
                  <a:pt x="3038285" y="3019616"/>
                </a:cubicBezTo>
                <a:close/>
                <a:moveTo>
                  <a:pt x="3038189" y="3057430"/>
                </a:moveTo>
                <a:lnTo>
                  <a:pt x="3040094" y="3058859"/>
                </a:lnTo>
                <a:lnTo>
                  <a:pt x="3032188" y="3058859"/>
                </a:lnTo>
                <a:lnTo>
                  <a:pt x="3032188" y="3051715"/>
                </a:lnTo>
                <a:lnTo>
                  <a:pt x="3040094" y="3051715"/>
                </a:lnTo>
                <a:lnTo>
                  <a:pt x="3041809" y="3053048"/>
                </a:lnTo>
                <a:lnTo>
                  <a:pt x="3038285" y="3055430"/>
                </a:lnTo>
                <a:cubicBezTo>
                  <a:pt x="3038285" y="3055430"/>
                  <a:pt x="3037809" y="3056001"/>
                  <a:pt x="3037809" y="3056382"/>
                </a:cubicBezTo>
                <a:cubicBezTo>
                  <a:pt x="3037809" y="3056763"/>
                  <a:pt x="3037999" y="3057144"/>
                  <a:pt x="3038285" y="3057335"/>
                </a:cubicBezTo>
                <a:close/>
                <a:moveTo>
                  <a:pt x="3038189" y="3095149"/>
                </a:moveTo>
                <a:lnTo>
                  <a:pt x="3040094" y="3096578"/>
                </a:lnTo>
                <a:lnTo>
                  <a:pt x="3032188" y="3096578"/>
                </a:lnTo>
                <a:lnTo>
                  <a:pt x="3032188" y="3089434"/>
                </a:lnTo>
                <a:lnTo>
                  <a:pt x="3040094" y="3089434"/>
                </a:lnTo>
                <a:lnTo>
                  <a:pt x="3041809" y="3090767"/>
                </a:lnTo>
                <a:lnTo>
                  <a:pt x="3038285" y="3093149"/>
                </a:lnTo>
                <a:cubicBezTo>
                  <a:pt x="3038285" y="3093149"/>
                  <a:pt x="3037809" y="3093720"/>
                  <a:pt x="3037809" y="3094101"/>
                </a:cubicBezTo>
                <a:cubicBezTo>
                  <a:pt x="3037809" y="3094482"/>
                  <a:pt x="3037999" y="3094863"/>
                  <a:pt x="3038285" y="3095054"/>
                </a:cubicBezTo>
                <a:close/>
                <a:moveTo>
                  <a:pt x="3032188" y="3134392"/>
                </a:moveTo>
                <a:lnTo>
                  <a:pt x="3032188" y="3127248"/>
                </a:lnTo>
                <a:lnTo>
                  <a:pt x="3040094" y="3127248"/>
                </a:lnTo>
                <a:lnTo>
                  <a:pt x="3041809" y="3128582"/>
                </a:lnTo>
                <a:lnTo>
                  <a:pt x="3038285" y="3130963"/>
                </a:lnTo>
                <a:cubicBezTo>
                  <a:pt x="3038285" y="3130963"/>
                  <a:pt x="3037809" y="3131534"/>
                  <a:pt x="3037809" y="3131915"/>
                </a:cubicBezTo>
                <a:cubicBezTo>
                  <a:pt x="3037809" y="3132296"/>
                  <a:pt x="3037999" y="3132677"/>
                  <a:pt x="3038285" y="3132868"/>
                </a:cubicBezTo>
                <a:lnTo>
                  <a:pt x="3040190" y="3134297"/>
                </a:lnTo>
                <a:lnTo>
                  <a:pt x="3032284" y="3134297"/>
                </a:lnTo>
                <a:close/>
                <a:moveTo>
                  <a:pt x="3044571" y="3127724"/>
                </a:moveTo>
                <a:lnTo>
                  <a:pt x="3043904" y="3127248"/>
                </a:lnTo>
                <a:lnTo>
                  <a:pt x="3050381" y="3127248"/>
                </a:lnTo>
                <a:lnTo>
                  <a:pt x="3050381" y="3134392"/>
                </a:lnTo>
                <a:lnTo>
                  <a:pt x="3044000" y="3134392"/>
                </a:lnTo>
                <a:lnTo>
                  <a:pt x="3041047" y="3132011"/>
                </a:lnTo>
                <a:lnTo>
                  <a:pt x="3044571" y="3129629"/>
                </a:lnTo>
                <a:cubicBezTo>
                  <a:pt x="3044571" y="3129629"/>
                  <a:pt x="3045047" y="3129058"/>
                  <a:pt x="3045047" y="3128677"/>
                </a:cubicBezTo>
                <a:cubicBezTo>
                  <a:pt x="3045047" y="3128296"/>
                  <a:pt x="3044857" y="3127915"/>
                  <a:pt x="3044571" y="3127724"/>
                </a:cubicBezTo>
                <a:close/>
                <a:moveTo>
                  <a:pt x="3044571" y="3090005"/>
                </a:moveTo>
                <a:lnTo>
                  <a:pt x="3043904" y="3089529"/>
                </a:lnTo>
                <a:lnTo>
                  <a:pt x="3050381" y="3089529"/>
                </a:lnTo>
                <a:lnTo>
                  <a:pt x="3050381" y="3096673"/>
                </a:lnTo>
                <a:lnTo>
                  <a:pt x="3043904" y="3096673"/>
                </a:lnTo>
                <a:lnTo>
                  <a:pt x="3040952" y="3094387"/>
                </a:lnTo>
                <a:lnTo>
                  <a:pt x="3044476" y="3092005"/>
                </a:lnTo>
                <a:cubicBezTo>
                  <a:pt x="3044476" y="3092005"/>
                  <a:pt x="3044952" y="3091434"/>
                  <a:pt x="3044952" y="3091053"/>
                </a:cubicBezTo>
                <a:cubicBezTo>
                  <a:pt x="3044952" y="3090672"/>
                  <a:pt x="3044762" y="3090291"/>
                  <a:pt x="3044476" y="3090101"/>
                </a:cubicBezTo>
                <a:close/>
                <a:moveTo>
                  <a:pt x="3044571" y="3052286"/>
                </a:moveTo>
                <a:lnTo>
                  <a:pt x="3043904" y="3051810"/>
                </a:lnTo>
                <a:lnTo>
                  <a:pt x="3050381" y="3051810"/>
                </a:lnTo>
                <a:lnTo>
                  <a:pt x="3050381" y="3058954"/>
                </a:lnTo>
                <a:lnTo>
                  <a:pt x="3043904" y="3058954"/>
                </a:lnTo>
                <a:lnTo>
                  <a:pt x="3040952" y="3056668"/>
                </a:lnTo>
                <a:lnTo>
                  <a:pt x="3044476" y="3054287"/>
                </a:lnTo>
                <a:cubicBezTo>
                  <a:pt x="3044476" y="3054287"/>
                  <a:pt x="3044952" y="3053715"/>
                  <a:pt x="3044952" y="3053334"/>
                </a:cubicBezTo>
                <a:cubicBezTo>
                  <a:pt x="3044952" y="3052953"/>
                  <a:pt x="3044762" y="3052572"/>
                  <a:pt x="3044476" y="3052382"/>
                </a:cubicBezTo>
                <a:close/>
                <a:moveTo>
                  <a:pt x="3044571" y="3014472"/>
                </a:moveTo>
                <a:lnTo>
                  <a:pt x="3043904" y="3013996"/>
                </a:lnTo>
                <a:lnTo>
                  <a:pt x="3050381" y="3013996"/>
                </a:lnTo>
                <a:lnTo>
                  <a:pt x="3050381" y="3021140"/>
                </a:lnTo>
                <a:lnTo>
                  <a:pt x="3043904" y="3021140"/>
                </a:lnTo>
                <a:lnTo>
                  <a:pt x="3040952" y="3018854"/>
                </a:lnTo>
                <a:lnTo>
                  <a:pt x="3044476" y="3016472"/>
                </a:lnTo>
                <a:cubicBezTo>
                  <a:pt x="3044476" y="3016472"/>
                  <a:pt x="3044952" y="3015901"/>
                  <a:pt x="3044952" y="3015520"/>
                </a:cubicBezTo>
                <a:cubicBezTo>
                  <a:pt x="3044952" y="3015139"/>
                  <a:pt x="3044762" y="3014758"/>
                  <a:pt x="3044476" y="3014567"/>
                </a:cubicBezTo>
                <a:close/>
                <a:moveTo>
                  <a:pt x="3044571" y="2976753"/>
                </a:moveTo>
                <a:lnTo>
                  <a:pt x="3044000" y="2976277"/>
                </a:lnTo>
                <a:lnTo>
                  <a:pt x="3050477" y="2976277"/>
                </a:lnTo>
                <a:lnTo>
                  <a:pt x="3050477" y="2983421"/>
                </a:lnTo>
                <a:lnTo>
                  <a:pt x="3044000" y="2983421"/>
                </a:lnTo>
                <a:lnTo>
                  <a:pt x="3041047" y="2981135"/>
                </a:lnTo>
                <a:lnTo>
                  <a:pt x="3044571" y="2978753"/>
                </a:lnTo>
                <a:cubicBezTo>
                  <a:pt x="3044571" y="2978753"/>
                  <a:pt x="3045047" y="2978182"/>
                  <a:pt x="3045047" y="2977801"/>
                </a:cubicBezTo>
                <a:cubicBezTo>
                  <a:pt x="3045047" y="2977420"/>
                  <a:pt x="3044857" y="2977039"/>
                  <a:pt x="3044571" y="2976848"/>
                </a:cubicBezTo>
                <a:close/>
                <a:moveTo>
                  <a:pt x="3044571" y="2939034"/>
                </a:moveTo>
                <a:lnTo>
                  <a:pt x="3044000" y="2938558"/>
                </a:lnTo>
                <a:lnTo>
                  <a:pt x="3050477" y="2938558"/>
                </a:lnTo>
                <a:lnTo>
                  <a:pt x="3050477" y="2945702"/>
                </a:lnTo>
                <a:lnTo>
                  <a:pt x="3044095" y="2945702"/>
                </a:lnTo>
                <a:lnTo>
                  <a:pt x="3041047" y="2943320"/>
                </a:lnTo>
                <a:lnTo>
                  <a:pt x="3044571" y="2940939"/>
                </a:lnTo>
                <a:cubicBezTo>
                  <a:pt x="3044571" y="2940939"/>
                  <a:pt x="3045047" y="2940368"/>
                  <a:pt x="3045047" y="2939987"/>
                </a:cubicBezTo>
                <a:cubicBezTo>
                  <a:pt x="3045047" y="2939605"/>
                  <a:pt x="3044857" y="2939225"/>
                  <a:pt x="3044571" y="2939034"/>
                </a:cubicBezTo>
                <a:close/>
                <a:moveTo>
                  <a:pt x="3044190" y="2901315"/>
                </a:moveTo>
                <a:lnTo>
                  <a:pt x="3043523" y="2900839"/>
                </a:lnTo>
                <a:lnTo>
                  <a:pt x="3050381" y="2900839"/>
                </a:lnTo>
                <a:lnTo>
                  <a:pt x="3050381" y="2907983"/>
                </a:lnTo>
                <a:lnTo>
                  <a:pt x="3043523" y="2907983"/>
                </a:lnTo>
                <a:lnTo>
                  <a:pt x="3040571" y="2905601"/>
                </a:lnTo>
                <a:lnTo>
                  <a:pt x="3044095" y="2903220"/>
                </a:lnTo>
                <a:cubicBezTo>
                  <a:pt x="3044095" y="2903220"/>
                  <a:pt x="3044571" y="2902649"/>
                  <a:pt x="3044571" y="2902268"/>
                </a:cubicBezTo>
                <a:cubicBezTo>
                  <a:pt x="3044571" y="2901887"/>
                  <a:pt x="3044380" y="2901505"/>
                  <a:pt x="3044095" y="2901315"/>
                </a:cubicBezTo>
                <a:close/>
                <a:moveTo>
                  <a:pt x="2070259" y="3239548"/>
                </a:moveTo>
                <a:cubicBezTo>
                  <a:pt x="2072069" y="3240881"/>
                  <a:pt x="2074164" y="3241738"/>
                  <a:pt x="2076355" y="3242024"/>
                </a:cubicBezTo>
                <a:lnTo>
                  <a:pt x="2076355" y="3251263"/>
                </a:lnTo>
                <a:lnTo>
                  <a:pt x="2081117" y="3251263"/>
                </a:lnTo>
                <a:lnTo>
                  <a:pt x="2081117" y="3242024"/>
                </a:lnTo>
                <a:cubicBezTo>
                  <a:pt x="2084832" y="3241358"/>
                  <a:pt x="2088071" y="3239453"/>
                  <a:pt x="2090261" y="3236405"/>
                </a:cubicBezTo>
                <a:cubicBezTo>
                  <a:pt x="2094928" y="3230023"/>
                  <a:pt x="2093595" y="3221069"/>
                  <a:pt x="2087213" y="3216402"/>
                </a:cubicBezTo>
                <a:cubicBezTo>
                  <a:pt x="2084642" y="3214497"/>
                  <a:pt x="2081689" y="3213640"/>
                  <a:pt x="2078736" y="3213640"/>
                </a:cubicBezTo>
                <a:cubicBezTo>
                  <a:pt x="2074355" y="3213640"/>
                  <a:pt x="2069973" y="3215640"/>
                  <a:pt x="2067211" y="3219450"/>
                </a:cubicBezTo>
                <a:cubicBezTo>
                  <a:pt x="2062544" y="3225832"/>
                  <a:pt x="2063877" y="3234785"/>
                  <a:pt x="2070259" y="3239453"/>
                </a:cubicBezTo>
                <a:close/>
                <a:moveTo>
                  <a:pt x="2069306" y="3221069"/>
                </a:moveTo>
                <a:cubicBezTo>
                  <a:pt x="2073116" y="3215926"/>
                  <a:pt x="2080451" y="3214783"/>
                  <a:pt x="2085689" y="3218593"/>
                </a:cubicBezTo>
                <a:cubicBezTo>
                  <a:pt x="2088166" y="3220403"/>
                  <a:pt x="2089880" y="3223165"/>
                  <a:pt x="2090357" y="3226213"/>
                </a:cubicBezTo>
                <a:cubicBezTo>
                  <a:pt x="2090833" y="3229261"/>
                  <a:pt x="2090071" y="3232404"/>
                  <a:pt x="2088261" y="3234880"/>
                </a:cubicBezTo>
                <a:cubicBezTo>
                  <a:pt x="2086451" y="3237357"/>
                  <a:pt x="2083689" y="3239072"/>
                  <a:pt x="2080641" y="3239548"/>
                </a:cubicBezTo>
                <a:cubicBezTo>
                  <a:pt x="2080070" y="3239548"/>
                  <a:pt x="2079403" y="3239643"/>
                  <a:pt x="2078831" y="3239643"/>
                </a:cubicBezTo>
                <a:cubicBezTo>
                  <a:pt x="2076355" y="3239643"/>
                  <a:pt x="2073974" y="3238881"/>
                  <a:pt x="2071973" y="3237357"/>
                </a:cubicBezTo>
                <a:cubicBezTo>
                  <a:pt x="2066735" y="3233547"/>
                  <a:pt x="2065687" y="3226213"/>
                  <a:pt x="2069497" y="3220974"/>
                </a:cubicBezTo>
                <a:close/>
                <a:moveTo>
                  <a:pt x="3113056" y="2699480"/>
                </a:moveTo>
                <a:lnTo>
                  <a:pt x="3113056" y="2691860"/>
                </a:lnTo>
                <a:cubicBezTo>
                  <a:pt x="3113056" y="2688527"/>
                  <a:pt x="3110389" y="2685860"/>
                  <a:pt x="3107055" y="2685860"/>
                </a:cubicBezTo>
                <a:lnTo>
                  <a:pt x="3086767" y="2685860"/>
                </a:lnTo>
                <a:cubicBezTo>
                  <a:pt x="3083433" y="2685860"/>
                  <a:pt x="3080766" y="2688527"/>
                  <a:pt x="3080766" y="2691860"/>
                </a:cubicBezTo>
                <a:lnTo>
                  <a:pt x="3080766" y="2699480"/>
                </a:lnTo>
                <a:cubicBezTo>
                  <a:pt x="3080766" y="2702814"/>
                  <a:pt x="3083433" y="2705481"/>
                  <a:pt x="3086767" y="2705481"/>
                </a:cubicBezTo>
                <a:lnTo>
                  <a:pt x="3101340" y="2705481"/>
                </a:lnTo>
                <a:lnTo>
                  <a:pt x="3114770" y="2718721"/>
                </a:lnTo>
                <a:lnTo>
                  <a:pt x="3114770" y="2712053"/>
                </a:lnTo>
                <a:lnTo>
                  <a:pt x="3107912" y="2705291"/>
                </a:lnTo>
                <a:cubicBezTo>
                  <a:pt x="3110770" y="2704814"/>
                  <a:pt x="3113056" y="2702433"/>
                  <a:pt x="3113056" y="2699480"/>
                </a:cubicBezTo>
                <a:close/>
                <a:moveTo>
                  <a:pt x="3108293" y="2699480"/>
                </a:moveTo>
                <a:cubicBezTo>
                  <a:pt x="3108293" y="2700147"/>
                  <a:pt x="3107722" y="2700719"/>
                  <a:pt x="3107055" y="2700719"/>
                </a:cubicBezTo>
                <a:lnTo>
                  <a:pt x="3103245" y="2700719"/>
                </a:lnTo>
                <a:lnTo>
                  <a:pt x="3102674" y="2700147"/>
                </a:lnTo>
                <a:lnTo>
                  <a:pt x="3102102" y="2700719"/>
                </a:lnTo>
                <a:lnTo>
                  <a:pt x="3086767" y="2700719"/>
                </a:lnTo>
                <a:cubicBezTo>
                  <a:pt x="3086100" y="2700719"/>
                  <a:pt x="3085529" y="2700147"/>
                  <a:pt x="3085529" y="2699480"/>
                </a:cubicBezTo>
                <a:lnTo>
                  <a:pt x="3085529" y="2691860"/>
                </a:lnTo>
                <a:cubicBezTo>
                  <a:pt x="3085529" y="2691194"/>
                  <a:pt x="3086100" y="2690622"/>
                  <a:pt x="3086767" y="2690622"/>
                </a:cubicBezTo>
                <a:lnTo>
                  <a:pt x="3107055" y="2690622"/>
                </a:lnTo>
                <a:cubicBezTo>
                  <a:pt x="3107722" y="2690622"/>
                  <a:pt x="3108293" y="2691194"/>
                  <a:pt x="3108293" y="2691860"/>
                </a:cubicBezTo>
                <a:lnTo>
                  <a:pt x="3108293" y="2699480"/>
                </a:lnTo>
                <a:close/>
                <a:moveTo>
                  <a:pt x="1473137" y="2985040"/>
                </a:moveTo>
                <a:cubicBezTo>
                  <a:pt x="1474184" y="2989231"/>
                  <a:pt x="1477899" y="2992469"/>
                  <a:pt x="1482376" y="2992469"/>
                </a:cubicBezTo>
                <a:cubicBezTo>
                  <a:pt x="1487805" y="2992469"/>
                  <a:pt x="1492187" y="2988088"/>
                  <a:pt x="1492187" y="2982659"/>
                </a:cubicBezTo>
                <a:cubicBezTo>
                  <a:pt x="1492187" y="2977229"/>
                  <a:pt x="1487805" y="2972848"/>
                  <a:pt x="1482376" y="2972848"/>
                </a:cubicBezTo>
                <a:cubicBezTo>
                  <a:pt x="1477804" y="2972848"/>
                  <a:pt x="1474184" y="2975991"/>
                  <a:pt x="1473137" y="2980277"/>
                </a:cubicBezTo>
                <a:lnTo>
                  <a:pt x="1425893" y="2980277"/>
                </a:lnTo>
                <a:lnTo>
                  <a:pt x="1347978" y="3043523"/>
                </a:lnTo>
                <a:lnTo>
                  <a:pt x="1347978" y="3130677"/>
                </a:lnTo>
                <a:lnTo>
                  <a:pt x="1352741" y="3130677"/>
                </a:lnTo>
                <a:lnTo>
                  <a:pt x="1352741" y="3045809"/>
                </a:lnTo>
                <a:lnTo>
                  <a:pt x="1427607" y="2985040"/>
                </a:lnTo>
                <a:lnTo>
                  <a:pt x="1473137" y="2985040"/>
                </a:lnTo>
                <a:close/>
                <a:moveTo>
                  <a:pt x="1482376" y="2977705"/>
                </a:moveTo>
                <a:cubicBezTo>
                  <a:pt x="1485138" y="2977705"/>
                  <a:pt x="1487424" y="2979992"/>
                  <a:pt x="1487424" y="2982754"/>
                </a:cubicBezTo>
                <a:cubicBezTo>
                  <a:pt x="1487424" y="2985516"/>
                  <a:pt x="1485138" y="2987802"/>
                  <a:pt x="1482376" y="2987802"/>
                </a:cubicBezTo>
                <a:cubicBezTo>
                  <a:pt x="1479614" y="2987802"/>
                  <a:pt x="1477423" y="2985516"/>
                  <a:pt x="1477423" y="2982754"/>
                </a:cubicBezTo>
                <a:cubicBezTo>
                  <a:pt x="1477423" y="2979992"/>
                  <a:pt x="1479709" y="2977705"/>
                  <a:pt x="1482376" y="2977705"/>
                </a:cubicBezTo>
                <a:close/>
                <a:moveTo>
                  <a:pt x="3064764" y="2697194"/>
                </a:moveTo>
                <a:cubicBezTo>
                  <a:pt x="3064764" y="2694432"/>
                  <a:pt x="3062478" y="2692146"/>
                  <a:pt x="3059716" y="2692146"/>
                </a:cubicBezTo>
                <a:lnTo>
                  <a:pt x="3046762" y="2692146"/>
                </a:lnTo>
                <a:cubicBezTo>
                  <a:pt x="3044000" y="2692146"/>
                  <a:pt x="3041713" y="2694432"/>
                  <a:pt x="3041713" y="2697194"/>
                </a:cubicBezTo>
                <a:lnTo>
                  <a:pt x="3041713" y="2710148"/>
                </a:lnTo>
                <a:cubicBezTo>
                  <a:pt x="3041713" y="2712911"/>
                  <a:pt x="3044000" y="2715197"/>
                  <a:pt x="3046762" y="2715197"/>
                </a:cubicBezTo>
                <a:lnTo>
                  <a:pt x="3059716" y="2715197"/>
                </a:lnTo>
                <a:cubicBezTo>
                  <a:pt x="3059716" y="2715197"/>
                  <a:pt x="3060287" y="2715101"/>
                  <a:pt x="3060573" y="2715006"/>
                </a:cubicBezTo>
                <a:lnTo>
                  <a:pt x="3114866" y="2768346"/>
                </a:lnTo>
                <a:lnTo>
                  <a:pt x="3114866" y="2761679"/>
                </a:lnTo>
                <a:lnTo>
                  <a:pt x="3064383" y="2712053"/>
                </a:lnTo>
                <a:cubicBezTo>
                  <a:pt x="3064669" y="2711482"/>
                  <a:pt x="3064764" y="2710720"/>
                  <a:pt x="3064764" y="2710053"/>
                </a:cubicBezTo>
                <a:lnTo>
                  <a:pt x="3064764" y="2697099"/>
                </a:lnTo>
                <a:close/>
                <a:moveTo>
                  <a:pt x="3060002" y="2710053"/>
                </a:moveTo>
                <a:cubicBezTo>
                  <a:pt x="3060002" y="2710053"/>
                  <a:pt x="3059906" y="2710339"/>
                  <a:pt x="3059716" y="2710339"/>
                </a:cubicBezTo>
                <a:lnTo>
                  <a:pt x="3046476" y="2710053"/>
                </a:lnTo>
                <a:lnTo>
                  <a:pt x="3046762" y="2696813"/>
                </a:lnTo>
                <a:lnTo>
                  <a:pt x="3060002" y="2697099"/>
                </a:lnTo>
                <a:lnTo>
                  <a:pt x="3060002" y="2710053"/>
                </a:lnTo>
                <a:close/>
                <a:moveTo>
                  <a:pt x="2071688" y="3228023"/>
                </a:moveTo>
                <a:cubicBezTo>
                  <a:pt x="2071688" y="3224117"/>
                  <a:pt x="2074831" y="3220974"/>
                  <a:pt x="2078736" y="3220974"/>
                </a:cubicBezTo>
                <a:cubicBezTo>
                  <a:pt x="2082641" y="3220974"/>
                  <a:pt x="2085785" y="3224117"/>
                  <a:pt x="2085785" y="3228023"/>
                </a:cubicBezTo>
                <a:cubicBezTo>
                  <a:pt x="2085785" y="3231928"/>
                  <a:pt x="2082641" y="3235071"/>
                  <a:pt x="2078736" y="3235071"/>
                </a:cubicBezTo>
                <a:cubicBezTo>
                  <a:pt x="2074831" y="3235071"/>
                  <a:pt x="2071688" y="3231928"/>
                  <a:pt x="2071688" y="3228023"/>
                </a:cubicBezTo>
                <a:close/>
                <a:moveTo>
                  <a:pt x="1727454" y="2648712"/>
                </a:moveTo>
                <a:lnTo>
                  <a:pt x="1727454" y="2638997"/>
                </a:lnTo>
                <a:cubicBezTo>
                  <a:pt x="1727454" y="2637473"/>
                  <a:pt x="1728692" y="2636330"/>
                  <a:pt x="1730121" y="2636330"/>
                </a:cubicBezTo>
                <a:lnTo>
                  <a:pt x="1739837" y="2636330"/>
                </a:lnTo>
                <a:cubicBezTo>
                  <a:pt x="1741361" y="2636330"/>
                  <a:pt x="1742503" y="2637568"/>
                  <a:pt x="1742503" y="2638997"/>
                </a:cubicBezTo>
                <a:lnTo>
                  <a:pt x="1742503" y="2648712"/>
                </a:lnTo>
                <a:cubicBezTo>
                  <a:pt x="1742503" y="2650236"/>
                  <a:pt x="1741265" y="2651379"/>
                  <a:pt x="1739837" y="2651379"/>
                </a:cubicBezTo>
                <a:lnTo>
                  <a:pt x="1730121" y="2651379"/>
                </a:lnTo>
                <a:cubicBezTo>
                  <a:pt x="1728597" y="2651379"/>
                  <a:pt x="1727454" y="2650141"/>
                  <a:pt x="1727454" y="2648712"/>
                </a:cubicBezTo>
                <a:close/>
                <a:moveTo>
                  <a:pt x="2081117" y="3268504"/>
                </a:moveTo>
                <a:lnTo>
                  <a:pt x="2081117" y="3285649"/>
                </a:lnTo>
                <a:cubicBezTo>
                  <a:pt x="2081117" y="3285649"/>
                  <a:pt x="2076355" y="3285649"/>
                  <a:pt x="2076355" y="3285649"/>
                </a:cubicBezTo>
                <a:lnTo>
                  <a:pt x="2076355" y="3268504"/>
                </a:lnTo>
                <a:cubicBezTo>
                  <a:pt x="2076355" y="3268504"/>
                  <a:pt x="2081117" y="3268504"/>
                  <a:pt x="2081117" y="3268504"/>
                </a:cubicBezTo>
                <a:close/>
                <a:moveTo>
                  <a:pt x="2067878" y="3453955"/>
                </a:moveTo>
                <a:lnTo>
                  <a:pt x="2067878" y="3462052"/>
                </a:lnTo>
                <a:cubicBezTo>
                  <a:pt x="2067878" y="3465767"/>
                  <a:pt x="2070926" y="3468910"/>
                  <a:pt x="2074736" y="3468910"/>
                </a:cubicBezTo>
                <a:lnTo>
                  <a:pt x="2082832" y="3468910"/>
                </a:lnTo>
                <a:cubicBezTo>
                  <a:pt x="2086547" y="3468910"/>
                  <a:pt x="2089690" y="3465862"/>
                  <a:pt x="2089690" y="3462052"/>
                </a:cubicBezTo>
                <a:lnTo>
                  <a:pt x="2089690" y="3453955"/>
                </a:lnTo>
                <a:cubicBezTo>
                  <a:pt x="2089690" y="3450241"/>
                  <a:pt x="2086642" y="3447098"/>
                  <a:pt x="2082832" y="3447098"/>
                </a:cubicBezTo>
                <a:lnTo>
                  <a:pt x="2081213" y="3447098"/>
                </a:lnTo>
                <a:lnTo>
                  <a:pt x="2081213" y="3439954"/>
                </a:lnTo>
                <a:lnTo>
                  <a:pt x="2076450" y="3439954"/>
                </a:lnTo>
                <a:lnTo>
                  <a:pt x="2076450" y="3447098"/>
                </a:lnTo>
                <a:lnTo>
                  <a:pt x="2074736" y="3447098"/>
                </a:lnTo>
                <a:cubicBezTo>
                  <a:pt x="2071021" y="3447098"/>
                  <a:pt x="2067878" y="3450146"/>
                  <a:pt x="2067878" y="3453955"/>
                </a:cubicBezTo>
                <a:close/>
                <a:moveTo>
                  <a:pt x="2082737" y="3451955"/>
                </a:moveTo>
                <a:cubicBezTo>
                  <a:pt x="2083880" y="3451955"/>
                  <a:pt x="2084832" y="3452908"/>
                  <a:pt x="2084832" y="3454051"/>
                </a:cubicBezTo>
                <a:lnTo>
                  <a:pt x="2084832" y="3462147"/>
                </a:lnTo>
                <a:cubicBezTo>
                  <a:pt x="2084832" y="3463290"/>
                  <a:pt x="2083880" y="3464243"/>
                  <a:pt x="2082737" y="3464243"/>
                </a:cubicBezTo>
                <a:lnTo>
                  <a:pt x="2074640" y="3464243"/>
                </a:lnTo>
                <a:cubicBezTo>
                  <a:pt x="2073497" y="3464243"/>
                  <a:pt x="2072545" y="3463290"/>
                  <a:pt x="2072545" y="3462147"/>
                </a:cubicBezTo>
                <a:lnTo>
                  <a:pt x="2072545" y="3454051"/>
                </a:lnTo>
                <a:cubicBezTo>
                  <a:pt x="2072545" y="3452908"/>
                  <a:pt x="2073497" y="3451955"/>
                  <a:pt x="2074640" y="3451955"/>
                </a:cubicBezTo>
                <a:lnTo>
                  <a:pt x="2082737" y="3451955"/>
                </a:lnTo>
                <a:close/>
                <a:moveTo>
                  <a:pt x="2138363" y="3370707"/>
                </a:moveTo>
                <a:lnTo>
                  <a:pt x="2143125" y="3370707"/>
                </a:lnTo>
                <a:lnTo>
                  <a:pt x="2143125" y="3387757"/>
                </a:lnTo>
                <a:lnTo>
                  <a:pt x="2138363" y="3387757"/>
                </a:lnTo>
                <a:lnTo>
                  <a:pt x="2138363" y="3370707"/>
                </a:lnTo>
                <a:close/>
                <a:moveTo>
                  <a:pt x="2081117" y="3319939"/>
                </a:moveTo>
                <a:lnTo>
                  <a:pt x="2076355" y="3319939"/>
                </a:lnTo>
                <a:lnTo>
                  <a:pt x="2076355" y="3302794"/>
                </a:lnTo>
                <a:lnTo>
                  <a:pt x="2081117" y="3302794"/>
                </a:lnTo>
                <a:lnTo>
                  <a:pt x="2081117" y="3319939"/>
                </a:lnTo>
                <a:close/>
                <a:moveTo>
                  <a:pt x="2081117" y="3405759"/>
                </a:moveTo>
                <a:lnTo>
                  <a:pt x="2081117" y="3422904"/>
                </a:lnTo>
                <a:cubicBezTo>
                  <a:pt x="2081117" y="3422904"/>
                  <a:pt x="2076355" y="3422904"/>
                  <a:pt x="2076355" y="3422904"/>
                </a:cubicBezTo>
                <a:lnTo>
                  <a:pt x="2076355" y="3405759"/>
                </a:lnTo>
                <a:cubicBezTo>
                  <a:pt x="2076355" y="3405759"/>
                  <a:pt x="2081117" y="3405759"/>
                  <a:pt x="2081117" y="3405759"/>
                </a:cubicBezTo>
                <a:close/>
                <a:moveTo>
                  <a:pt x="2076355" y="3337084"/>
                </a:moveTo>
                <a:lnTo>
                  <a:pt x="2081117" y="3337084"/>
                </a:lnTo>
                <a:lnTo>
                  <a:pt x="2081117" y="3354229"/>
                </a:lnTo>
                <a:lnTo>
                  <a:pt x="2076355" y="3354229"/>
                </a:lnTo>
                <a:lnTo>
                  <a:pt x="2076355" y="3337084"/>
                </a:lnTo>
                <a:close/>
                <a:moveTo>
                  <a:pt x="1342835" y="3151727"/>
                </a:moveTo>
                <a:lnTo>
                  <a:pt x="1342835" y="3142964"/>
                </a:lnTo>
                <a:cubicBezTo>
                  <a:pt x="1342835" y="3141250"/>
                  <a:pt x="1344263" y="3139821"/>
                  <a:pt x="1345978" y="3139821"/>
                </a:cubicBezTo>
                <a:lnTo>
                  <a:pt x="1354741" y="3139821"/>
                </a:lnTo>
                <a:cubicBezTo>
                  <a:pt x="1356455" y="3139821"/>
                  <a:pt x="1357884" y="3141250"/>
                  <a:pt x="1357884" y="3142964"/>
                </a:cubicBezTo>
                <a:lnTo>
                  <a:pt x="1357884" y="3151727"/>
                </a:lnTo>
                <a:cubicBezTo>
                  <a:pt x="1357884" y="3153442"/>
                  <a:pt x="1356455" y="3154871"/>
                  <a:pt x="1354741" y="3154871"/>
                </a:cubicBezTo>
                <a:lnTo>
                  <a:pt x="1345978" y="3154871"/>
                </a:lnTo>
                <a:cubicBezTo>
                  <a:pt x="1344263" y="3154871"/>
                  <a:pt x="1342835" y="3153442"/>
                  <a:pt x="1342835" y="3151727"/>
                </a:cubicBezTo>
                <a:close/>
                <a:moveTo>
                  <a:pt x="3036856" y="2096357"/>
                </a:moveTo>
                <a:lnTo>
                  <a:pt x="3025045" y="2096357"/>
                </a:lnTo>
                <a:cubicBezTo>
                  <a:pt x="3021616" y="2096357"/>
                  <a:pt x="3018854" y="2099120"/>
                  <a:pt x="3018854" y="2102549"/>
                </a:cubicBezTo>
                <a:lnTo>
                  <a:pt x="3018854" y="2114360"/>
                </a:lnTo>
                <a:cubicBezTo>
                  <a:pt x="3018854" y="2117789"/>
                  <a:pt x="3021616" y="2120551"/>
                  <a:pt x="3025045" y="2120551"/>
                </a:cubicBezTo>
                <a:lnTo>
                  <a:pt x="3027426" y="2120551"/>
                </a:lnTo>
                <a:lnTo>
                  <a:pt x="3027426" y="2331911"/>
                </a:lnTo>
                <a:lnTo>
                  <a:pt x="3048381" y="2356961"/>
                </a:lnTo>
                <a:lnTo>
                  <a:pt x="3114866" y="2356961"/>
                </a:lnTo>
                <a:lnTo>
                  <a:pt x="3114866" y="2349818"/>
                </a:lnTo>
                <a:lnTo>
                  <a:pt x="3051810" y="2349818"/>
                </a:lnTo>
                <a:lnTo>
                  <a:pt x="3034665" y="2329339"/>
                </a:lnTo>
                <a:lnTo>
                  <a:pt x="3034665" y="2120551"/>
                </a:lnTo>
                <a:lnTo>
                  <a:pt x="3037046" y="2120551"/>
                </a:lnTo>
                <a:cubicBezTo>
                  <a:pt x="3040475" y="2120551"/>
                  <a:pt x="3043238" y="2117789"/>
                  <a:pt x="3043238" y="2114360"/>
                </a:cubicBezTo>
                <a:lnTo>
                  <a:pt x="3043238" y="2110454"/>
                </a:lnTo>
                <a:lnTo>
                  <a:pt x="3114961" y="2110169"/>
                </a:lnTo>
                <a:lnTo>
                  <a:pt x="3114961" y="2105978"/>
                </a:lnTo>
                <a:lnTo>
                  <a:pt x="3043238" y="2106454"/>
                </a:lnTo>
                <a:lnTo>
                  <a:pt x="3043238" y="2102549"/>
                </a:lnTo>
                <a:cubicBezTo>
                  <a:pt x="3043238" y="2099120"/>
                  <a:pt x="3040475" y="2096357"/>
                  <a:pt x="3037046" y="2096357"/>
                </a:cubicBezTo>
                <a:close/>
                <a:moveTo>
                  <a:pt x="3038856" y="2114360"/>
                </a:moveTo>
                <a:cubicBezTo>
                  <a:pt x="3038856" y="2115503"/>
                  <a:pt x="3037904" y="2116455"/>
                  <a:pt x="3036761" y="2116455"/>
                </a:cubicBezTo>
                <a:lnTo>
                  <a:pt x="3034379" y="2116455"/>
                </a:lnTo>
                <a:lnTo>
                  <a:pt x="3034379" y="2116074"/>
                </a:lnTo>
                <a:lnTo>
                  <a:pt x="3027236" y="2116074"/>
                </a:lnTo>
                <a:lnTo>
                  <a:pt x="3027236" y="2116455"/>
                </a:lnTo>
                <a:lnTo>
                  <a:pt x="3024854" y="2116455"/>
                </a:lnTo>
                <a:cubicBezTo>
                  <a:pt x="3023711" y="2116455"/>
                  <a:pt x="3022759" y="2115503"/>
                  <a:pt x="3022759" y="2114360"/>
                </a:cubicBezTo>
                <a:lnTo>
                  <a:pt x="3022759" y="2102549"/>
                </a:lnTo>
                <a:cubicBezTo>
                  <a:pt x="3022759" y="2101406"/>
                  <a:pt x="3023711" y="2100453"/>
                  <a:pt x="3024854" y="2100453"/>
                </a:cubicBezTo>
                <a:lnTo>
                  <a:pt x="3036665" y="2100453"/>
                </a:lnTo>
                <a:cubicBezTo>
                  <a:pt x="3037809" y="2100453"/>
                  <a:pt x="3038761" y="2101406"/>
                  <a:pt x="3038761" y="2102549"/>
                </a:cubicBezTo>
                <a:lnTo>
                  <a:pt x="3038761" y="2114360"/>
                </a:lnTo>
                <a:close/>
                <a:moveTo>
                  <a:pt x="3097625" y="2558510"/>
                </a:moveTo>
                <a:lnTo>
                  <a:pt x="3088100" y="2558510"/>
                </a:lnTo>
                <a:cubicBezTo>
                  <a:pt x="3088100" y="2558510"/>
                  <a:pt x="3088100" y="2551367"/>
                  <a:pt x="3088100" y="2551367"/>
                </a:cubicBezTo>
                <a:lnTo>
                  <a:pt x="3097625" y="2551367"/>
                </a:lnTo>
                <a:cubicBezTo>
                  <a:pt x="3097625" y="2551367"/>
                  <a:pt x="3097625" y="2558510"/>
                  <a:pt x="3097625" y="2558510"/>
                </a:cubicBezTo>
                <a:close/>
                <a:moveTo>
                  <a:pt x="1341692" y="3164015"/>
                </a:moveTo>
                <a:lnTo>
                  <a:pt x="1359122" y="3164015"/>
                </a:lnTo>
                <a:cubicBezTo>
                  <a:pt x="1363504" y="3164015"/>
                  <a:pt x="1367123" y="3160490"/>
                  <a:pt x="1367123" y="3156013"/>
                </a:cubicBezTo>
                <a:lnTo>
                  <a:pt x="1367123" y="3138583"/>
                </a:lnTo>
                <a:cubicBezTo>
                  <a:pt x="1367123" y="3134201"/>
                  <a:pt x="1363504" y="3130582"/>
                  <a:pt x="1359122" y="3130582"/>
                </a:cubicBezTo>
                <a:lnTo>
                  <a:pt x="1341692" y="3130582"/>
                </a:lnTo>
                <a:cubicBezTo>
                  <a:pt x="1337310" y="3130582"/>
                  <a:pt x="1333691" y="3134106"/>
                  <a:pt x="1333691" y="3138583"/>
                </a:cubicBezTo>
                <a:lnTo>
                  <a:pt x="1333691" y="3156013"/>
                </a:lnTo>
                <a:cubicBezTo>
                  <a:pt x="1333691" y="3160395"/>
                  <a:pt x="1337310" y="3164015"/>
                  <a:pt x="1341692" y="3164015"/>
                </a:cubicBezTo>
                <a:close/>
                <a:moveTo>
                  <a:pt x="1338072" y="3138678"/>
                </a:moveTo>
                <a:cubicBezTo>
                  <a:pt x="1338072" y="3136678"/>
                  <a:pt x="1339691" y="3135059"/>
                  <a:pt x="1341692" y="3135059"/>
                </a:cubicBezTo>
                <a:lnTo>
                  <a:pt x="1359122" y="3135059"/>
                </a:lnTo>
                <a:cubicBezTo>
                  <a:pt x="1361123" y="3135059"/>
                  <a:pt x="1362742" y="3136678"/>
                  <a:pt x="1362742" y="3138678"/>
                </a:cubicBezTo>
                <a:lnTo>
                  <a:pt x="1362742" y="3156109"/>
                </a:lnTo>
                <a:cubicBezTo>
                  <a:pt x="1362742" y="3158109"/>
                  <a:pt x="1361123" y="3159728"/>
                  <a:pt x="1359122" y="3159728"/>
                </a:cubicBezTo>
                <a:lnTo>
                  <a:pt x="1341692" y="3159728"/>
                </a:lnTo>
                <a:cubicBezTo>
                  <a:pt x="1339691" y="3159728"/>
                  <a:pt x="1338072" y="3158109"/>
                  <a:pt x="1338072" y="3156109"/>
                </a:cubicBezTo>
                <a:lnTo>
                  <a:pt x="1338072" y="3138678"/>
                </a:lnTo>
                <a:close/>
                <a:moveTo>
                  <a:pt x="2810637" y="1798796"/>
                </a:moveTo>
                <a:cubicBezTo>
                  <a:pt x="2803493" y="1798796"/>
                  <a:pt x="2797778" y="1804607"/>
                  <a:pt x="2797778" y="1811655"/>
                </a:cubicBezTo>
                <a:cubicBezTo>
                  <a:pt x="2797778" y="1818703"/>
                  <a:pt x="2803588" y="1824514"/>
                  <a:pt x="2810637" y="1824514"/>
                </a:cubicBezTo>
                <a:cubicBezTo>
                  <a:pt x="2812256" y="1824514"/>
                  <a:pt x="2813876" y="1824133"/>
                  <a:pt x="2815304" y="1823657"/>
                </a:cubicBezTo>
                <a:lnTo>
                  <a:pt x="2829497" y="1836992"/>
                </a:lnTo>
                <a:lnTo>
                  <a:pt x="2964275" y="1836801"/>
                </a:lnTo>
                <a:lnTo>
                  <a:pt x="2986469" y="1860518"/>
                </a:lnTo>
                <a:lnTo>
                  <a:pt x="3074194" y="1861090"/>
                </a:lnTo>
                <a:lnTo>
                  <a:pt x="3114866" y="1813751"/>
                </a:lnTo>
                <a:lnTo>
                  <a:pt x="3114866" y="1800130"/>
                </a:lnTo>
                <a:lnTo>
                  <a:pt x="3110865" y="1800130"/>
                </a:lnTo>
                <a:cubicBezTo>
                  <a:pt x="3110865" y="1800130"/>
                  <a:pt x="3068669" y="1849279"/>
                  <a:pt x="3068669" y="1849279"/>
                </a:cubicBezTo>
                <a:lnTo>
                  <a:pt x="2991612" y="1848612"/>
                </a:lnTo>
                <a:lnTo>
                  <a:pt x="2969419" y="1824895"/>
                </a:lnTo>
                <a:lnTo>
                  <a:pt x="2834164" y="1825085"/>
                </a:lnTo>
                <a:lnTo>
                  <a:pt x="2823115" y="1814703"/>
                </a:lnTo>
                <a:cubicBezTo>
                  <a:pt x="2823401" y="1813751"/>
                  <a:pt x="2823496" y="1812703"/>
                  <a:pt x="2823496" y="1811655"/>
                </a:cubicBezTo>
                <a:cubicBezTo>
                  <a:pt x="2823496" y="1804511"/>
                  <a:pt x="2817686" y="1798796"/>
                  <a:pt x="2810637" y="1798796"/>
                </a:cubicBezTo>
                <a:close/>
                <a:moveTo>
                  <a:pt x="2817305" y="1816037"/>
                </a:moveTo>
                <a:lnTo>
                  <a:pt x="2815400" y="1818037"/>
                </a:lnTo>
                <a:cubicBezTo>
                  <a:pt x="2814066" y="1819085"/>
                  <a:pt x="2812447" y="1819751"/>
                  <a:pt x="2810637" y="1819751"/>
                </a:cubicBezTo>
                <a:cubicBezTo>
                  <a:pt x="2806160" y="1819751"/>
                  <a:pt x="2802541" y="1816132"/>
                  <a:pt x="2802541" y="1811655"/>
                </a:cubicBezTo>
                <a:cubicBezTo>
                  <a:pt x="2802541" y="1807178"/>
                  <a:pt x="2806160" y="1803559"/>
                  <a:pt x="2810637" y="1803559"/>
                </a:cubicBezTo>
                <a:cubicBezTo>
                  <a:pt x="2815114" y="1803559"/>
                  <a:pt x="2818734" y="1807178"/>
                  <a:pt x="2818734" y="1811655"/>
                </a:cubicBezTo>
                <a:cubicBezTo>
                  <a:pt x="2818734" y="1813274"/>
                  <a:pt x="2818162" y="1814798"/>
                  <a:pt x="2817305" y="1816037"/>
                </a:cubicBezTo>
                <a:close/>
                <a:moveTo>
                  <a:pt x="3034855" y="2545366"/>
                </a:moveTo>
                <a:lnTo>
                  <a:pt x="3034855" y="2551271"/>
                </a:lnTo>
                <a:lnTo>
                  <a:pt x="3040571" y="2551271"/>
                </a:lnTo>
                <a:cubicBezTo>
                  <a:pt x="3040571" y="2551271"/>
                  <a:pt x="3040571" y="2558415"/>
                  <a:pt x="3040571" y="2558415"/>
                </a:cubicBezTo>
                <a:lnTo>
                  <a:pt x="3034951" y="2558415"/>
                </a:lnTo>
                <a:cubicBezTo>
                  <a:pt x="3034951" y="2558415"/>
                  <a:pt x="3034951" y="2565368"/>
                  <a:pt x="3034951" y="2565368"/>
                </a:cubicBezTo>
                <a:cubicBezTo>
                  <a:pt x="3034951" y="2568702"/>
                  <a:pt x="3032284" y="2571369"/>
                  <a:pt x="3028950" y="2571369"/>
                </a:cubicBezTo>
                <a:lnTo>
                  <a:pt x="3008852" y="2571369"/>
                </a:lnTo>
                <a:cubicBezTo>
                  <a:pt x="3005519" y="2571369"/>
                  <a:pt x="3002852" y="2568702"/>
                  <a:pt x="3002852" y="2565368"/>
                </a:cubicBezTo>
                <a:lnTo>
                  <a:pt x="3002852" y="2545271"/>
                </a:lnTo>
                <a:cubicBezTo>
                  <a:pt x="3002852" y="2541937"/>
                  <a:pt x="3005519" y="2539270"/>
                  <a:pt x="3008852" y="2539270"/>
                </a:cubicBezTo>
                <a:lnTo>
                  <a:pt x="3028950" y="2539270"/>
                </a:lnTo>
                <a:cubicBezTo>
                  <a:pt x="3032284" y="2539270"/>
                  <a:pt x="3034951" y="2541937"/>
                  <a:pt x="3034951" y="2545271"/>
                </a:cubicBezTo>
                <a:close/>
                <a:moveTo>
                  <a:pt x="3097721" y="2060162"/>
                </a:moveTo>
                <a:lnTo>
                  <a:pt x="3088196" y="2060162"/>
                </a:lnTo>
                <a:cubicBezTo>
                  <a:pt x="3084386" y="2060162"/>
                  <a:pt x="3081242" y="2063306"/>
                  <a:pt x="3081242" y="2067116"/>
                </a:cubicBezTo>
                <a:lnTo>
                  <a:pt x="3081242" y="2076641"/>
                </a:lnTo>
                <a:cubicBezTo>
                  <a:pt x="3081242" y="2080451"/>
                  <a:pt x="3084386" y="2083594"/>
                  <a:pt x="3088196" y="2083594"/>
                </a:cubicBezTo>
                <a:lnTo>
                  <a:pt x="3097721" y="2083594"/>
                </a:lnTo>
                <a:cubicBezTo>
                  <a:pt x="3101530" y="2083594"/>
                  <a:pt x="3104674" y="2080451"/>
                  <a:pt x="3104674" y="2076641"/>
                </a:cubicBezTo>
                <a:lnTo>
                  <a:pt x="3104674" y="2075402"/>
                </a:lnTo>
                <a:lnTo>
                  <a:pt x="3114770" y="2075402"/>
                </a:lnTo>
                <a:lnTo>
                  <a:pt x="3114770" y="2068259"/>
                </a:lnTo>
                <a:lnTo>
                  <a:pt x="3104674" y="2068259"/>
                </a:lnTo>
                <a:lnTo>
                  <a:pt x="3104674" y="2067020"/>
                </a:lnTo>
                <a:cubicBezTo>
                  <a:pt x="3104674" y="2063210"/>
                  <a:pt x="3101530" y="2060067"/>
                  <a:pt x="3097721" y="2060067"/>
                </a:cubicBezTo>
                <a:close/>
                <a:moveTo>
                  <a:pt x="3099911" y="2076736"/>
                </a:moveTo>
                <a:cubicBezTo>
                  <a:pt x="3099911" y="2077974"/>
                  <a:pt x="3098959" y="2078927"/>
                  <a:pt x="3097721" y="2078927"/>
                </a:cubicBezTo>
                <a:lnTo>
                  <a:pt x="3088196" y="2078927"/>
                </a:lnTo>
                <a:cubicBezTo>
                  <a:pt x="3086957" y="2078927"/>
                  <a:pt x="3086005" y="2077974"/>
                  <a:pt x="3086005" y="2076736"/>
                </a:cubicBezTo>
                <a:lnTo>
                  <a:pt x="3086005" y="2067211"/>
                </a:lnTo>
                <a:cubicBezTo>
                  <a:pt x="3086005" y="2065973"/>
                  <a:pt x="3086957" y="2065020"/>
                  <a:pt x="3088196" y="2065020"/>
                </a:cubicBezTo>
                <a:lnTo>
                  <a:pt x="3097721" y="2065020"/>
                </a:lnTo>
                <a:cubicBezTo>
                  <a:pt x="3098959" y="2065020"/>
                  <a:pt x="3099911" y="2065973"/>
                  <a:pt x="3099911" y="2067211"/>
                </a:cubicBezTo>
                <a:lnTo>
                  <a:pt x="3099911" y="2076736"/>
                </a:lnTo>
                <a:close/>
                <a:moveTo>
                  <a:pt x="553784" y="3223641"/>
                </a:moveTo>
                <a:lnTo>
                  <a:pt x="553784" y="3228404"/>
                </a:lnTo>
                <a:lnTo>
                  <a:pt x="535781" y="3228404"/>
                </a:lnTo>
                <a:lnTo>
                  <a:pt x="535781" y="3223641"/>
                </a:lnTo>
                <a:lnTo>
                  <a:pt x="553784" y="3223641"/>
                </a:lnTo>
                <a:close/>
                <a:moveTo>
                  <a:pt x="2523839" y="2998375"/>
                </a:moveTo>
                <a:lnTo>
                  <a:pt x="2676906" y="2999327"/>
                </a:lnTo>
                <a:lnTo>
                  <a:pt x="2685479" y="3007900"/>
                </a:lnTo>
                <a:cubicBezTo>
                  <a:pt x="2686526" y="3008948"/>
                  <a:pt x="2688241" y="3008948"/>
                  <a:pt x="2689288" y="3007900"/>
                </a:cubicBezTo>
                <a:lnTo>
                  <a:pt x="2698433" y="2998756"/>
                </a:lnTo>
                <a:cubicBezTo>
                  <a:pt x="2699480" y="2997708"/>
                  <a:pt x="2699480" y="2995994"/>
                  <a:pt x="2698433" y="2994946"/>
                </a:cubicBezTo>
                <a:lnTo>
                  <a:pt x="2689288" y="2985802"/>
                </a:lnTo>
                <a:cubicBezTo>
                  <a:pt x="2688241" y="2984754"/>
                  <a:pt x="2686526" y="2984754"/>
                  <a:pt x="2685479" y="2985802"/>
                </a:cubicBezTo>
                <a:lnTo>
                  <a:pt x="2676811" y="2994470"/>
                </a:lnTo>
                <a:lnTo>
                  <a:pt x="2525935" y="2993517"/>
                </a:lnTo>
                <a:lnTo>
                  <a:pt x="2499551" y="2965323"/>
                </a:lnTo>
                <a:lnTo>
                  <a:pt x="2348008" y="2966180"/>
                </a:lnTo>
                <a:cubicBezTo>
                  <a:pt x="2348008" y="2966180"/>
                  <a:pt x="2348008" y="2965609"/>
                  <a:pt x="2348008" y="2965323"/>
                </a:cubicBezTo>
                <a:cubicBezTo>
                  <a:pt x="2346770" y="2959608"/>
                  <a:pt x="2341055" y="2955988"/>
                  <a:pt x="2335340" y="2957227"/>
                </a:cubicBezTo>
                <a:cubicBezTo>
                  <a:pt x="2329625" y="2958465"/>
                  <a:pt x="2326005" y="2964180"/>
                  <a:pt x="2327339" y="2969895"/>
                </a:cubicBezTo>
                <a:cubicBezTo>
                  <a:pt x="2327910" y="2972657"/>
                  <a:pt x="2329625" y="2975038"/>
                  <a:pt x="2332006" y="2976563"/>
                </a:cubicBezTo>
                <a:cubicBezTo>
                  <a:pt x="2333720" y="2977610"/>
                  <a:pt x="2335721" y="2978182"/>
                  <a:pt x="2337721" y="2978182"/>
                </a:cubicBezTo>
                <a:cubicBezTo>
                  <a:pt x="2338483" y="2978182"/>
                  <a:pt x="2339245" y="2978182"/>
                  <a:pt x="2340102" y="2977896"/>
                </a:cubicBezTo>
                <a:cubicBezTo>
                  <a:pt x="2342864" y="2977229"/>
                  <a:pt x="2345246" y="2975610"/>
                  <a:pt x="2346770" y="2973229"/>
                </a:cubicBezTo>
                <a:cubicBezTo>
                  <a:pt x="2347246" y="2972467"/>
                  <a:pt x="2347436" y="2971610"/>
                  <a:pt x="2347722" y="2970848"/>
                </a:cubicBezTo>
                <a:lnTo>
                  <a:pt x="2497741" y="2969990"/>
                </a:lnTo>
                <a:lnTo>
                  <a:pt x="2524030" y="2998089"/>
                </a:lnTo>
                <a:close/>
                <a:moveTo>
                  <a:pt x="2342483" y="2971038"/>
                </a:moveTo>
                <a:cubicBezTo>
                  <a:pt x="2341626" y="2972372"/>
                  <a:pt x="2340293" y="2973229"/>
                  <a:pt x="2338769" y="2973610"/>
                </a:cubicBezTo>
                <a:cubicBezTo>
                  <a:pt x="2337245" y="2973991"/>
                  <a:pt x="2335625" y="2973610"/>
                  <a:pt x="2334387" y="2972848"/>
                </a:cubicBezTo>
                <a:cubicBezTo>
                  <a:pt x="2333054" y="2971991"/>
                  <a:pt x="2332196" y="2970752"/>
                  <a:pt x="2331815" y="2969228"/>
                </a:cubicBezTo>
                <a:cubicBezTo>
                  <a:pt x="2331149" y="2966085"/>
                  <a:pt x="2333054" y="2962942"/>
                  <a:pt x="2336292" y="2962180"/>
                </a:cubicBezTo>
                <a:cubicBezTo>
                  <a:pt x="2336673" y="2962180"/>
                  <a:pt x="2337149" y="2962085"/>
                  <a:pt x="2337530" y="2962085"/>
                </a:cubicBezTo>
                <a:cubicBezTo>
                  <a:pt x="2340197" y="2962085"/>
                  <a:pt x="2342674" y="2963990"/>
                  <a:pt x="2343245" y="2966657"/>
                </a:cubicBezTo>
                <a:cubicBezTo>
                  <a:pt x="2343626" y="2968180"/>
                  <a:pt x="2343245" y="2969705"/>
                  <a:pt x="2342483" y="2971038"/>
                </a:cubicBezTo>
                <a:close/>
                <a:moveTo>
                  <a:pt x="3114770" y="2500408"/>
                </a:moveTo>
                <a:lnTo>
                  <a:pt x="3034855" y="2500789"/>
                </a:lnTo>
                <a:lnTo>
                  <a:pt x="3034855" y="2508218"/>
                </a:lnTo>
                <a:cubicBezTo>
                  <a:pt x="3034855" y="2511552"/>
                  <a:pt x="3032188" y="2514219"/>
                  <a:pt x="3028855" y="2514219"/>
                </a:cubicBezTo>
                <a:lnTo>
                  <a:pt x="3008757" y="2514219"/>
                </a:lnTo>
                <a:cubicBezTo>
                  <a:pt x="3005423" y="2514219"/>
                  <a:pt x="3002756" y="2511552"/>
                  <a:pt x="3002756" y="2508218"/>
                </a:cubicBezTo>
                <a:lnTo>
                  <a:pt x="3002756" y="2488121"/>
                </a:lnTo>
                <a:cubicBezTo>
                  <a:pt x="3002756" y="2484787"/>
                  <a:pt x="3005423" y="2482120"/>
                  <a:pt x="3008757" y="2482120"/>
                </a:cubicBezTo>
                <a:lnTo>
                  <a:pt x="3028855" y="2482120"/>
                </a:lnTo>
                <a:cubicBezTo>
                  <a:pt x="3032188" y="2482120"/>
                  <a:pt x="3034855" y="2484787"/>
                  <a:pt x="3034855" y="2488121"/>
                </a:cubicBezTo>
                <a:lnTo>
                  <a:pt x="3034855" y="2496026"/>
                </a:lnTo>
                <a:lnTo>
                  <a:pt x="3114770" y="2495645"/>
                </a:lnTo>
                <a:lnTo>
                  <a:pt x="3114770" y="2500408"/>
                </a:lnTo>
                <a:close/>
                <a:moveTo>
                  <a:pt x="3083052" y="2608993"/>
                </a:moveTo>
                <a:lnTo>
                  <a:pt x="3092577" y="2608993"/>
                </a:lnTo>
                <a:cubicBezTo>
                  <a:pt x="3092577" y="2608993"/>
                  <a:pt x="3092577" y="2616137"/>
                  <a:pt x="3092577" y="2616137"/>
                </a:cubicBezTo>
                <a:lnTo>
                  <a:pt x="3083052" y="2616137"/>
                </a:lnTo>
                <a:cubicBezTo>
                  <a:pt x="3083052" y="2616137"/>
                  <a:pt x="3083052" y="2608993"/>
                  <a:pt x="3083052" y="2608993"/>
                </a:cubicBezTo>
                <a:close/>
                <a:moveTo>
                  <a:pt x="3078575" y="2558510"/>
                </a:moveTo>
                <a:lnTo>
                  <a:pt x="3069050" y="2558510"/>
                </a:lnTo>
                <a:cubicBezTo>
                  <a:pt x="3069050" y="2558510"/>
                  <a:pt x="3069050" y="2551367"/>
                  <a:pt x="3069050" y="2551367"/>
                </a:cubicBezTo>
                <a:lnTo>
                  <a:pt x="3078575" y="2551367"/>
                </a:lnTo>
                <a:cubicBezTo>
                  <a:pt x="3078575" y="2551367"/>
                  <a:pt x="3078575" y="2558510"/>
                  <a:pt x="3078575" y="2558510"/>
                </a:cubicBezTo>
                <a:close/>
                <a:moveTo>
                  <a:pt x="3059525" y="2558415"/>
                </a:moveTo>
                <a:lnTo>
                  <a:pt x="3050000" y="2558415"/>
                </a:lnTo>
                <a:cubicBezTo>
                  <a:pt x="3050000" y="2558415"/>
                  <a:pt x="3050000" y="2551271"/>
                  <a:pt x="3050000" y="2551271"/>
                </a:cubicBezTo>
                <a:lnTo>
                  <a:pt x="3059525" y="2551271"/>
                </a:lnTo>
                <a:cubicBezTo>
                  <a:pt x="3059525" y="2551271"/>
                  <a:pt x="3059525" y="2558415"/>
                  <a:pt x="3059525" y="2558415"/>
                </a:cubicBezTo>
                <a:close/>
                <a:moveTo>
                  <a:pt x="3044952" y="2608802"/>
                </a:moveTo>
                <a:lnTo>
                  <a:pt x="3054477" y="2608802"/>
                </a:lnTo>
                <a:cubicBezTo>
                  <a:pt x="3054477" y="2608802"/>
                  <a:pt x="3054477" y="2615946"/>
                  <a:pt x="3054477" y="2615946"/>
                </a:cubicBezTo>
                <a:lnTo>
                  <a:pt x="3044952" y="2615946"/>
                </a:lnTo>
                <a:cubicBezTo>
                  <a:pt x="3044952" y="2615946"/>
                  <a:pt x="3044952" y="2608802"/>
                  <a:pt x="3044952" y="2608802"/>
                </a:cubicBezTo>
                <a:close/>
                <a:moveTo>
                  <a:pt x="3064002" y="2608898"/>
                </a:moveTo>
                <a:lnTo>
                  <a:pt x="3073527" y="2608898"/>
                </a:lnTo>
                <a:cubicBezTo>
                  <a:pt x="3073527" y="2608898"/>
                  <a:pt x="3073527" y="2616042"/>
                  <a:pt x="3073527" y="2616042"/>
                </a:cubicBezTo>
                <a:lnTo>
                  <a:pt x="3064002" y="2616042"/>
                </a:lnTo>
                <a:cubicBezTo>
                  <a:pt x="3064002" y="2616042"/>
                  <a:pt x="3064002" y="2608898"/>
                  <a:pt x="3064002" y="2608898"/>
                </a:cubicBezTo>
                <a:close/>
                <a:moveTo>
                  <a:pt x="2369915" y="2837593"/>
                </a:moveTo>
                <a:lnTo>
                  <a:pt x="2388965" y="2837593"/>
                </a:lnTo>
                <a:lnTo>
                  <a:pt x="2388965" y="2842355"/>
                </a:lnTo>
                <a:lnTo>
                  <a:pt x="2369915" y="2842355"/>
                </a:lnTo>
                <a:lnTo>
                  <a:pt x="2369915" y="2837593"/>
                </a:lnTo>
                <a:close/>
                <a:moveTo>
                  <a:pt x="2226755" y="3086576"/>
                </a:moveTo>
                <a:cubicBezTo>
                  <a:pt x="2226755" y="3082671"/>
                  <a:pt x="2229898" y="3079528"/>
                  <a:pt x="2233803" y="3079528"/>
                </a:cubicBezTo>
                <a:cubicBezTo>
                  <a:pt x="2237708" y="3079528"/>
                  <a:pt x="2240852" y="3082671"/>
                  <a:pt x="2240852" y="3086576"/>
                </a:cubicBezTo>
                <a:cubicBezTo>
                  <a:pt x="2240852" y="3090482"/>
                  <a:pt x="2237708" y="3093625"/>
                  <a:pt x="2233803" y="3093625"/>
                </a:cubicBezTo>
                <a:cubicBezTo>
                  <a:pt x="2229898" y="3093625"/>
                  <a:pt x="2226755" y="3090482"/>
                  <a:pt x="2226755" y="3086576"/>
                </a:cubicBezTo>
                <a:close/>
                <a:moveTo>
                  <a:pt x="2230660" y="2978277"/>
                </a:moveTo>
                <a:lnTo>
                  <a:pt x="2235422" y="2978277"/>
                </a:lnTo>
                <a:cubicBezTo>
                  <a:pt x="2235422" y="2978277"/>
                  <a:pt x="2235613" y="2997327"/>
                  <a:pt x="2235613" y="2997327"/>
                </a:cubicBezTo>
                <a:lnTo>
                  <a:pt x="2230850" y="2997327"/>
                </a:lnTo>
                <a:cubicBezTo>
                  <a:pt x="2230850" y="2997327"/>
                  <a:pt x="2230660" y="2978277"/>
                  <a:pt x="2230660" y="2978277"/>
                </a:cubicBezTo>
                <a:close/>
                <a:moveTo>
                  <a:pt x="3031903" y="3177540"/>
                </a:moveTo>
                <a:lnTo>
                  <a:pt x="3052191" y="3177540"/>
                </a:lnTo>
                <a:cubicBezTo>
                  <a:pt x="3055525" y="3177540"/>
                  <a:pt x="3058192" y="3174873"/>
                  <a:pt x="3058192" y="3171539"/>
                </a:cubicBezTo>
                <a:lnTo>
                  <a:pt x="3058192" y="3170111"/>
                </a:lnTo>
                <a:lnTo>
                  <a:pt x="3066288" y="3170111"/>
                </a:lnTo>
                <a:lnTo>
                  <a:pt x="3100007" y="3201353"/>
                </a:lnTo>
                <a:lnTo>
                  <a:pt x="3078671" y="3219641"/>
                </a:lnTo>
                <a:cubicBezTo>
                  <a:pt x="3078004" y="3219450"/>
                  <a:pt x="3077432" y="3219260"/>
                  <a:pt x="3076670" y="3219260"/>
                </a:cubicBezTo>
                <a:lnTo>
                  <a:pt x="3056382" y="3219260"/>
                </a:lnTo>
                <a:cubicBezTo>
                  <a:pt x="3053048" y="3219260"/>
                  <a:pt x="3050381" y="3221927"/>
                  <a:pt x="3050381" y="3225260"/>
                </a:cubicBezTo>
                <a:lnTo>
                  <a:pt x="3050381" y="3232880"/>
                </a:lnTo>
                <a:cubicBezTo>
                  <a:pt x="3050381" y="3236214"/>
                  <a:pt x="3053048" y="3238881"/>
                  <a:pt x="3056382" y="3238881"/>
                </a:cubicBezTo>
                <a:lnTo>
                  <a:pt x="3076670" y="3238881"/>
                </a:lnTo>
                <a:cubicBezTo>
                  <a:pt x="3080004" y="3238881"/>
                  <a:pt x="3082671" y="3236214"/>
                  <a:pt x="3082671" y="3232880"/>
                </a:cubicBezTo>
                <a:lnTo>
                  <a:pt x="3082671" y="3225260"/>
                </a:lnTo>
                <a:cubicBezTo>
                  <a:pt x="3082671" y="3224403"/>
                  <a:pt x="3082480" y="3223641"/>
                  <a:pt x="3082195" y="3222879"/>
                </a:cubicBezTo>
                <a:lnTo>
                  <a:pt x="3102483" y="3205544"/>
                </a:lnTo>
                <a:lnTo>
                  <a:pt x="3102483" y="3243072"/>
                </a:lnTo>
                <a:lnTo>
                  <a:pt x="3114866" y="3254312"/>
                </a:lnTo>
                <a:lnTo>
                  <a:pt x="3114866" y="3247930"/>
                </a:lnTo>
                <a:lnTo>
                  <a:pt x="3107246" y="3241072"/>
                </a:lnTo>
                <a:lnTo>
                  <a:pt x="3107246" y="3201638"/>
                </a:lnTo>
                <a:lnTo>
                  <a:pt x="3107055" y="3201638"/>
                </a:lnTo>
                <a:lnTo>
                  <a:pt x="3068193" y="3165538"/>
                </a:lnTo>
                <a:lnTo>
                  <a:pt x="3058287" y="3165538"/>
                </a:lnTo>
                <a:lnTo>
                  <a:pt x="3058287" y="3164110"/>
                </a:lnTo>
                <a:cubicBezTo>
                  <a:pt x="3058287" y="3160776"/>
                  <a:pt x="3055620" y="3158109"/>
                  <a:pt x="3052286" y="3158109"/>
                </a:cubicBezTo>
                <a:lnTo>
                  <a:pt x="3031998" y="3158109"/>
                </a:lnTo>
                <a:cubicBezTo>
                  <a:pt x="3028664" y="3158109"/>
                  <a:pt x="3025997" y="3160776"/>
                  <a:pt x="3025997" y="3164110"/>
                </a:cubicBezTo>
                <a:lnTo>
                  <a:pt x="3025997" y="3171730"/>
                </a:lnTo>
                <a:cubicBezTo>
                  <a:pt x="3025997" y="3175063"/>
                  <a:pt x="3028664" y="3177730"/>
                  <a:pt x="3031998" y="3177730"/>
                </a:cubicBezTo>
                <a:close/>
                <a:moveTo>
                  <a:pt x="3059906" y="3234023"/>
                </a:moveTo>
                <a:lnTo>
                  <a:pt x="3056287" y="3234023"/>
                </a:lnTo>
                <a:cubicBezTo>
                  <a:pt x="3055620" y="3234023"/>
                  <a:pt x="3055049" y="3233452"/>
                  <a:pt x="3055049" y="3232785"/>
                </a:cubicBezTo>
                <a:lnTo>
                  <a:pt x="3055049" y="3225165"/>
                </a:lnTo>
                <a:cubicBezTo>
                  <a:pt x="3055049" y="3224498"/>
                  <a:pt x="3055620" y="3223927"/>
                  <a:pt x="3056287" y="3223927"/>
                </a:cubicBezTo>
                <a:lnTo>
                  <a:pt x="3059906" y="3223927"/>
                </a:lnTo>
                <a:lnTo>
                  <a:pt x="3059906" y="3234119"/>
                </a:lnTo>
                <a:close/>
                <a:moveTo>
                  <a:pt x="3069622" y="3232595"/>
                </a:moveTo>
                <a:lnTo>
                  <a:pt x="3064669" y="3232595"/>
                </a:lnTo>
                <a:lnTo>
                  <a:pt x="3064669" y="3223927"/>
                </a:lnTo>
                <a:lnTo>
                  <a:pt x="3069622" y="3223927"/>
                </a:lnTo>
                <a:lnTo>
                  <a:pt x="3069622" y="3232595"/>
                </a:lnTo>
                <a:close/>
                <a:moveTo>
                  <a:pt x="3077813" y="3232785"/>
                </a:moveTo>
                <a:cubicBezTo>
                  <a:pt x="3077813" y="3233452"/>
                  <a:pt x="3077242" y="3234023"/>
                  <a:pt x="3076575" y="3234023"/>
                </a:cubicBezTo>
                <a:lnTo>
                  <a:pt x="3074384" y="3234023"/>
                </a:lnTo>
                <a:lnTo>
                  <a:pt x="3074384" y="3223832"/>
                </a:lnTo>
                <a:lnTo>
                  <a:pt x="3076575" y="3223832"/>
                </a:lnTo>
                <a:cubicBezTo>
                  <a:pt x="3077242" y="3223832"/>
                  <a:pt x="3077813" y="3224403"/>
                  <a:pt x="3077813" y="3225070"/>
                </a:cubicBezTo>
                <a:lnTo>
                  <a:pt x="3077813" y="3232690"/>
                </a:lnTo>
                <a:close/>
                <a:moveTo>
                  <a:pt x="3050000" y="3162586"/>
                </a:moveTo>
                <a:lnTo>
                  <a:pt x="3052191" y="3162586"/>
                </a:lnTo>
                <a:cubicBezTo>
                  <a:pt x="3052858" y="3162586"/>
                  <a:pt x="3053429" y="3163157"/>
                  <a:pt x="3053429" y="3163824"/>
                </a:cubicBezTo>
                <a:lnTo>
                  <a:pt x="3053429" y="3171444"/>
                </a:lnTo>
                <a:cubicBezTo>
                  <a:pt x="3053429" y="3172111"/>
                  <a:pt x="3052858" y="3172682"/>
                  <a:pt x="3052191" y="3172682"/>
                </a:cubicBezTo>
                <a:lnTo>
                  <a:pt x="3050000" y="3172682"/>
                </a:lnTo>
                <a:lnTo>
                  <a:pt x="3050000" y="3162491"/>
                </a:lnTo>
                <a:close/>
                <a:moveTo>
                  <a:pt x="3040190" y="3162586"/>
                </a:moveTo>
                <a:lnTo>
                  <a:pt x="3045143" y="3162586"/>
                </a:lnTo>
                <a:lnTo>
                  <a:pt x="3045143" y="3171254"/>
                </a:lnTo>
                <a:lnTo>
                  <a:pt x="3040190" y="3171254"/>
                </a:lnTo>
                <a:lnTo>
                  <a:pt x="3040190" y="3162586"/>
                </a:lnTo>
                <a:close/>
                <a:moveTo>
                  <a:pt x="3030569" y="3163824"/>
                </a:moveTo>
                <a:cubicBezTo>
                  <a:pt x="3030569" y="3163157"/>
                  <a:pt x="3031141" y="3162586"/>
                  <a:pt x="3031808" y="3162586"/>
                </a:cubicBezTo>
                <a:lnTo>
                  <a:pt x="3035427" y="3162586"/>
                </a:lnTo>
                <a:lnTo>
                  <a:pt x="3035427" y="3172778"/>
                </a:lnTo>
                <a:lnTo>
                  <a:pt x="3031808" y="3172778"/>
                </a:lnTo>
                <a:cubicBezTo>
                  <a:pt x="3031141" y="3172778"/>
                  <a:pt x="3030569" y="3172206"/>
                  <a:pt x="3030569" y="3171539"/>
                </a:cubicBezTo>
                <a:lnTo>
                  <a:pt x="3030569" y="3163919"/>
                </a:lnTo>
                <a:close/>
                <a:moveTo>
                  <a:pt x="946785" y="3161443"/>
                </a:moveTo>
                <a:lnTo>
                  <a:pt x="946785" y="3166205"/>
                </a:lnTo>
                <a:cubicBezTo>
                  <a:pt x="946785" y="3166205"/>
                  <a:pt x="926211" y="3166110"/>
                  <a:pt x="926211" y="3166110"/>
                </a:cubicBezTo>
                <a:lnTo>
                  <a:pt x="926211" y="3161348"/>
                </a:lnTo>
                <a:cubicBezTo>
                  <a:pt x="926211" y="3161348"/>
                  <a:pt x="946785" y="3161443"/>
                  <a:pt x="946785" y="3161443"/>
                </a:cubicBezTo>
                <a:close/>
                <a:moveTo>
                  <a:pt x="590264" y="3013043"/>
                </a:moveTo>
                <a:lnTo>
                  <a:pt x="590264" y="3019806"/>
                </a:lnTo>
                <a:cubicBezTo>
                  <a:pt x="590264" y="3021140"/>
                  <a:pt x="589121" y="3022283"/>
                  <a:pt x="587788" y="3022283"/>
                </a:cubicBezTo>
                <a:lnTo>
                  <a:pt x="581025" y="3022283"/>
                </a:lnTo>
                <a:cubicBezTo>
                  <a:pt x="579692" y="3022283"/>
                  <a:pt x="578549" y="3021140"/>
                  <a:pt x="578549" y="3019806"/>
                </a:cubicBezTo>
                <a:lnTo>
                  <a:pt x="578549" y="3013043"/>
                </a:lnTo>
                <a:cubicBezTo>
                  <a:pt x="578549" y="3011710"/>
                  <a:pt x="579692" y="3010567"/>
                  <a:pt x="581025" y="3010567"/>
                </a:cubicBezTo>
                <a:lnTo>
                  <a:pt x="587788" y="3010567"/>
                </a:lnTo>
                <a:cubicBezTo>
                  <a:pt x="589121" y="3010567"/>
                  <a:pt x="590264" y="3011710"/>
                  <a:pt x="590264" y="3013043"/>
                </a:cubicBezTo>
                <a:close/>
                <a:moveTo>
                  <a:pt x="3089243" y="3925348"/>
                </a:moveTo>
                <a:lnTo>
                  <a:pt x="3114770" y="3925348"/>
                </a:lnTo>
                <a:lnTo>
                  <a:pt x="3114770" y="3930110"/>
                </a:lnTo>
                <a:lnTo>
                  <a:pt x="3089243" y="3930110"/>
                </a:lnTo>
                <a:cubicBezTo>
                  <a:pt x="3085910" y="3930110"/>
                  <a:pt x="3083243" y="3932777"/>
                  <a:pt x="3083243" y="3936111"/>
                </a:cubicBezTo>
                <a:cubicBezTo>
                  <a:pt x="3083243" y="3939445"/>
                  <a:pt x="3085910" y="3942112"/>
                  <a:pt x="3089243" y="3942112"/>
                </a:cubicBezTo>
                <a:lnTo>
                  <a:pt x="3114770" y="3942112"/>
                </a:lnTo>
                <a:lnTo>
                  <a:pt x="3114770" y="3946874"/>
                </a:lnTo>
                <a:lnTo>
                  <a:pt x="3089243" y="3946874"/>
                </a:lnTo>
                <a:cubicBezTo>
                  <a:pt x="3083338" y="3946874"/>
                  <a:pt x="3078480" y="3942017"/>
                  <a:pt x="3078480" y="3936111"/>
                </a:cubicBezTo>
                <a:cubicBezTo>
                  <a:pt x="3078480" y="3930205"/>
                  <a:pt x="3083338" y="3925348"/>
                  <a:pt x="3089243" y="3925348"/>
                </a:cubicBezTo>
                <a:close/>
                <a:moveTo>
                  <a:pt x="3043619" y="3339370"/>
                </a:moveTo>
                <a:cubicBezTo>
                  <a:pt x="3043619" y="3342704"/>
                  <a:pt x="3046286" y="3345371"/>
                  <a:pt x="3049619" y="3345371"/>
                </a:cubicBezTo>
                <a:lnTo>
                  <a:pt x="3069908" y="3345371"/>
                </a:lnTo>
                <a:cubicBezTo>
                  <a:pt x="3073242" y="3345371"/>
                  <a:pt x="3075909" y="3342704"/>
                  <a:pt x="3075909" y="3339370"/>
                </a:cubicBezTo>
                <a:lnTo>
                  <a:pt x="3075909" y="3338227"/>
                </a:lnTo>
                <a:lnTo>
                  <a:pt x="3106865" y="3338227"/>
                </a:lnTo>
                <a:lnTo>
                  <a:pt x="3114770" y="3332131"/>
                </a:lnTo>
                <a:lnTo>
                  <a:pt x="3114770" y="3326130"/>
                </a:lnTo>
                <a:lnTo>
                  <a:pt x="3105245" y="3333464"/>
                </a:lnTo>
                <a:lnTo>
                  <a:pt x="3075909" y="3333464"/>
                </a:lnTo>
                <a:lnTo>
                  <a:pt x="3075909" y="3331655"/>
                </a:lnTo>
                <a:cubicBezTo>
                  <a:pt x="3075909" y="3328321"/>
                  <a:pt x="3073242" y="3325654"/>
                  <a:pt x="3069908" y="3325654"/>
                </a:cubicBezTo>
                <a:lnTo>
                  <a:pt x="3049619" y="3325654"/>
                </a:lnTo>
                <a:cubicBezTo>
                  <a:pt x="3046286" y="3325654"/>
                  <a:pt x="3043619" y="3328321"/>
                  <a:pt x="3043619" y="3331655"/>
                </a:cubicBezTo>
                <a:lnTo>
                  <a:pt x="3043619" y="3339275"/>
                </a:lnTo>
                <a:close/>
                <a:moveTo>
                  <a:pt x="3067717" y="3330512"/>
                </a:moveTo>
                <a:lnTo>
                  <a:pt x="3069908" y="3330512"/>
                </a:lnTo>
                <a:cubicBezTo>
                  <a:pt x="3070574" y="3330512"/>
                  <a:pt x="3071146" y="3331083"/>
                  <a:pt x="3071146" y="3331750"/>
                </a:cubicBezTo>
                <a:lnTo>
                  <a:pt x="3071146" y="3339370"/>
                </a:lnTo>
                <a:cubicBezTo>
                  <a:pt x="3071146" y="3340037"/>
                  <a:pt x="3070574" y="3340608"/>
                  <a:pt x="3069908" y="3340608"/>
                </a:cubicBezTo>
                <a:lnTo>
                  <a:pt x="3067717" y="3340608"/>
                </a:lnTo>
                <a:lnTo>
                  <a:pt x="3067717" y="3330417"/>
                </a:lnTo>
                <a:close/>
                <a:moveTo>
                  <a:pt x="3058001" y="3330512"/>
                </a:moveTo>
                <a:lnTo>
                  <a:pt x="3062954" y="3330512"/>
                </a:lnTo>
                <a:lnTo>
                  <a:pt x="3062954" y="3339179"/>
                </a:lnTo>
                <a:lnTo>
                  <a:pt x="3058001" y="3339179"/>
                </a:lnTo>
                <a:lnTo>
                  <a:pt x="3058001" y="3330512"/>
                </a:lnTo>
                <a:close/>
                <a:moveTo>
                  <a:pt x="3048381" y="3331750"/>
                </a:moveTo>
                <a:cubicBezTo>
                  <a:pt x="3048381" y="3331083"/>
                  <a:pt x="3048953" y="3330512"/>
                  <a:pt x="3049619" y="3330512"/>
                </a:cubicBezTo>
                <a:lnTo>
                  <a:pt x="3053239" y="3330512"/>
                </a:lnTo>
                <a:lnTo>
                  <a:pt x="3053239" y="3340703"/>
                </a:lnTo>
                <a:lnTo>
                  <a:pt x="3049619" y="3340703"/>
                </a:lnTo>
                <a:cubicBezTo>
                  <a:pt x="3048953" y="3340703"/>
                  <a:pt x="3048381" y="3340132"/>
                  <a:pt x="3048381" y="3339465"/>
                </a:cubicBezTo>
                <a:lnTo>
                  <a:pt x="3048381" y="3331845"/>
                </a:lnTo>
                <a:close/>
                <a:moveTo>
                  <a:pt x="3101626" y="861536"/>
                </a:moveTo>
                <a:lnTo>
                  <a:pt x="3114770" y="861536"/>
                </a:lnTo>
                <a:lnTo>
                  <a:pt x="3114770" y="866299"/>
                </a:lnTo>
                <a:lnTo>
                  <a:pt x="3101626" y="866299"/>
                </a:lnTo>
                <a:lnTo>
                  <a:pt x="3101626" y="861536"/>
                </a:lnTo>
                <a:close/>
                <a:moveTo>
                  <a:pt x="972122" y="3132963"/>
                </a:moveTo>
                <a:cubicBezTo>
                  <a:pt x="972122" y="3136868"/>
                  <a:pt x="968978" y="3140012"/>
                  <a:pt x="965073" y="3140012"/>
                </a:cubicBezTo>
                <a:cubicBezTo>
                  <a:pt x="961168" y="3140012"/>
                  <a:pt x="958025" y="3136868"/>
                  <a:pt x="958025" y="3132963"/>
                </a:cubicBezTo>
                <a:cubicBezTo>
                  <a:pt x="958025" y="3129058"/>
                  <a:pt x="961168" y="3125915"/>
                  <a:pt x="965073" y="3125915"/>
                </a:cubicBezTo>
                <a:cubicBezTo>
                  <a:pt x="968978" y="3125915"/>
                  <a:pt x="972122" y="3129058"/>
                  <a:pt x="972122" y="3132963"/>
                </a:cubicBezTo>
                <a:close/>
                <a:moveTo>
                  <a:pt x="3114770" y="2869311"/>
                </a:moveTo>
                <a:lnTo>
                  <a:pt x="3016282" y="2771299"/>
                </a:lnTo>
                <a:lnTo>
                  <a:pt x="3016472" y="2696909"/>
                </a:lnTo>
                <a:lnTo>
                  <a:pt x="3055715" y="2657666"/>
                </a:lnTo>
                <a:lnTo>
                  <a:pt x="3114866" y="2657666"/>
                </a:lnTo>
                <a:lnTo>
                  <a:pt x="3114866" y="2662523"/>
                </a:lnTo>
                <a:lnTo>
                  <a:pt x="3057716" y="2662523"/>
                </a:lnTo>
                <a:cubicBezTo>
                  <a:pt x="3057716" y="2662523"/>
                  <a:pt x="3021235" y="2698909"/>
                  <a:pt x="3021235" y="2698909"/>
                </a:cubicBezTo>
                <a:lnTo>
                  <a:pt x="3021044" y="2769394"/>
                </a:lnTo>
                <a:lnTo>
                  <a:pt x="3114770" y="2862644"/>
                </a:lnTo>
                <a:lnTo>
                  <a:pt x="3114770" y="2869311"/>
                </a:lnTo>
                <a:close/>
                <a:moveTo>
                  <a:pt x="3008757" y="2628519"/>
                </a:moveTo>
                <a:cubicBezTo>
                  <a:pt x="3005423" y="2628519"/>
                  <a:pt x="3002756" y="2625852"/>
                  <a:pt x="3002756" y="2622518"/>
                </a:cubicBezTo>
                <a:lnTo>
                  <a:pt x="3002756" y="2602421"/>
                </a:lnTo>
                <a:cubicBezTo>
                  <a:pt x="3002756" y="2599087"/>
                  <a:pt x="3005423" y="2596420"/>
                  <a:pt x="3008757" y="2596420"/>
                </a:cubicBezTo>
                <a:lnTo>
                  <a:pt x="3028855" y="2596420"/>
                </a:lnTo>
                <a:cubicBezTo>
                  <a:pt x="3032188" y="2596420"/>
                  <a:pt x="3034855" y="2599087"/>
                  <a:pt x="3034855" y="2602421"/>
                </a:cubicBezTo>
                <a:lnTo>
                  <a:pt x="3034855" y="2608707"/>
                </a:lnTo>
                <a:lnTo>
                  <a:pt x="3035522" y="2608707"/>
                </a:lnTo>
                <a:cubicBezTo>
                  <a:pt x="3035522" y="2608707"/>
                  <a:pt x="3035522" y="2615851"/>
                  <a:pt x="3035522" y="2615851"/>
                </a:cubicBezTo>
                <a:lnTo>
                  <a:pt x="3034951" y="2615851"/>
                </a:lnTo>
                <a:cubicBezTo>
                  <a:pt x="3034951" y="2615851"/>
                  <a:pt x="3034951" y="2622518"/>
                  <a:pt x="3034951" y="2622518"/>
                </a:cubicBezTo>
                <a:cubicBezTo>
                  <a:pt x="3034951" y="2625852"/>
                  <a:pt x="3032284" y="2628519"/>
                  <a:pt x="3028950" y="2628519"/>
                </a:cubicBezTo>
                <a:lnTo>
                  <a:pt x="3008852" y="2628519"/>
                </a:lnTo>
                <a:close/>
                <a:moveTo>
                  <a:pt x="654939" y="3088958"/>
                </a:moveTo>
                <a:lnTo>
                  <a:pt x="658082" y="3085338"/>
                </a:lnTo>
                <a:lnTo>
                  <a:pt x="671322" y="3096959"/>
                </a:lnTo>
                <a:lnTo>
                  <a:pt x="668179" y="3100578"/>
                </a:lnTo>
                <a:lnTo>
                  <a:pt x="654939" y="3088958"/>
                </a:lnTo>
                <a:close/>
                <a:moveTo>
                  <a:pt x="2225326" y="3098197"/>
                </a:moveTo>
                <a:cubicBezTo>
                  <a:pt x="2228374" y="3100483"/>
                  <a:pt x="2232184" y="3101340"/>
                  <a:pt x="2235994" y="3100769"/>
                </a:cubicBezTo>
                <a:cubicBezTo>
                  <a:pt x="2239804" y="3100197"/>
                  <a:pt x="2243138" y="3098197"/>
                  <a:pt x="2245328" y="3095054"/>
                </a:cubicBezTo>
                <a:cubicBezTo>
                  <a:pt x="2249996" y="3088672"/>
                  <a:pt x="2248662" y="3079718"/>
                  <a:pt x="2242280" y="3075051"/>
                </a:cubicBezTo>
                <a:cubicBezTo>
                  <a:pt x="2240375" y="3073718"/>
                  <a:pt x="2238280" y="3073051"/>
                  <a:pt x="2236184" y="3072670"/>
                </a:cubicBezTo>
                <a:lnTo>
                  <a:pt x="2236184" y="3054477"/>
                </a:lnTo>
                <a:cubicBezTo>
                  <a:pt x="2236184" y="3054477"/>
                  <a:pt x="2231327" y="3054477"/>
                  <a:pt x="2231327" y="3054477"/>
                </a:cubicBezTo>
                <a:lnTo>
                  <a:pt x="2231327" y="3072575"/>
                </a:lnTo>
                <a:cubicBezTo>
                  <a:pt x="2227898" y="3073146"/>
                  <a:pt x="2224564" y="3075051"/>
                  <a:pt x="2222278" y="3078194"/>
                </a:cubicBezTo>
                <a:cubicBezTo>
                  <a:pt x="2217611" y="3084576"/>
                  <a:pt x="2218944" y="3093530"/>
                  <a:pt x="2225326" y="3098197"/>
                </a:cubicBezTo>
                <a:close/>
                <a:moveTo>
                  <a:pt x="2224373" y="3079718"/>
                </a:moveTo>
                <a:cubicBezTo>
                  <a:pt x="2228183" y="3074575"/>
                  <a:pt x="2235518" y="3073432"/>
                  <a:pt x="2240756" y="3077242"/>
                </a:cubicBezTo>
                <a:cubicBezTo>
                  <a:pt x="2243233" y="3079052"/>
                  <a:pt x="2244947" y="3081814"/>
                  <a:pt x="2245424" y="3084862"/>
                </a:cubicBezTo>
                <a:cubicBezTo>
                  <a:pt x="2245900" y="3087910"/>
                  <a:pt x="2245138" y="3091053"/>
                  <a:pt x="2243328" y="3093530"/>
                </a:cubicBezTo>
                <a:cubicBezTo>
                  <a:pt x="2241518" y="3096006"/>
                  <a:pt x="2238756" y="3097721"/>
                  <a:pt x="2235708" y="3098197"/>
                </a:cubicBezTo>
                <a:cubicBezTo>
                  <a:pt x="2235137" y="3098197"/>
                  <a:pt x="2234470" y="3098292"/>
                  <a:pt x="2233898" y="3098292"/>
                </a:cubicBezTo>
                <a:cubicBezTo>
                  <a:pt x="2231422" y="3098292"/>
                  <a:pt x="2229041" y="3097530"/>
                  <a:pt x="2227040" y="3096006"/>
                </a:cubicBezTo>
                <a:cubicBezTo>
                  <a:pt x="2221802" y="3092196"/>
                  <a:pt x="2220754" y="3084862"/>
                  <a:pt x="2224564" y="3079623"/>
                </a:cubicBezTo>
                <a:close/>
                <a:moveTo>
                  <a:pt x="976694" y="3141440"/>
                </a:moveTo>
                <a:cubicBezTo>
                  <a:pt x="978313" y="3139250"/>
                  <a:pt x="979075" y="3136773"/>
                  <a:pt x="979265" y="3134297"/>
                </a:cubicBezTo>
                <a:lnTo>
                  <a:pt x="1009174" y="3134678"/>
                </a:lnTo>
                <a:lnTo>
                  <a:pt x="1218438" y="2969514"/>
                </a:lnTo>
                <a:lnTo>
                  <a:pt x="1255681" y="2969324"/>
                </a:lnTo>
                <a:lnTo>
                  <a:pt x="1370552" y="2879312"/>
                </a:lnTo>
                <a:lnTo>
                  <a:pt x="1388269" y="2879312"/>
                </a:lnTo>
                <a:cubicBezTo>
                  <a:pt x="1388555" y="2880551"/>
                  <a:pt x="1389126" y="2881694"/>
                  <a:pt x="1390078" y="2882646"/>
                </a:cubicBezTo>
                <a:lnTo>
                  <a:pt x="1399699" y="2892171"/>
                </a:lnTo>
                <a:cubicBezTo>
                  <a:pt x="1402461" y="2894934"/>
                  <a:pt x="1407033" y="2894934"/>
                  <a:pt x="1409795" y="2892171"/>
                </a:cubicBezTo>
                <a:lnTo>
                  <a:pt x="1419320" y="2882551"/>
                </a:lnTo>
                <a:cubicBezTo>
                  <a:pt x="1420082" y="2881789"/>
                  <a:pt x="1420559" y="2880932"/>
                  <a:pt x="1420940" y="2879979"/>
                </a:cubicBezTo>
                <a:lnTo>
                  <a:pt x="1516380" y="2880265"/>
                </a:lnTo>
                <a:lnTo>
                  <a:pt x="1534001" y="2895981"/>
                </a:lnTo>
                <a:lnTo>
                  <a:pt x="1560386" y="2895981"/>
                </a:lnTo>
                <a:cubicBezTo>
                  <a:pt x="1561433" y="2900172"/>
                  <a:pt x="1565148" y="2903411"/>
                  <a:pt x="1569625" y="2903411"/>
                </a:cubicBezTo>
                <a:cubicBezTo>
                  <a:pt x="1575054" y="2903411"/>
                  <a:pt x="1579436" y="2899029"/>
                  <a:pt x="1579436" y="2893600"/>
                </a:cubicBezTo>
                <a:cubicBezTo>
                  <a:pt x="1579436" y="2888171"/>
                  <a:pt x="1575054" y="2883789"/>
                  <a:pt x="1569625" y="2883789"/>
                </a:cubicBezTo>
                <a:cubicBezTo>
                  <a:pt x="1565053" y="2883789"/>
                  <a:pt x="1561433" y="2886932"/>
                  <a:pt x="1560386" y="2891219"/>
                </a:cubicBezTo>
                <a:lnTo>
                  <a:pt x="1535811" y="2891219"/>
                </a:lnTo>
                <a:lnTo>
                  <a:pt x="1518190" y="2875502"/>
                </a:lnTo>
                <a:lnTo>
                  <a:pt x="1420940" y="2875217"/>
                </a:lnTo>
                <a:cubicBezTo>
                  <a:pt x="1420559" y="2874264"/>
                  <a:pt x="1420082" y="2873312"/>
                  <a:pt x="1419320" y="2872550"/>
                </a:cubicBezTo>
                <a:lnTo>
                  <a:pt x="1409700" y="2863025"/>
                </a:lnTo>
                <a:cubicBezTo>
                  <a:pt x="1406938" y="2860262"/>
                  <a:pt x="1402366" y="2860262"/>
                  <a:pt x="1399603" y="2863025"/>
                </a:cubicBezTo>
                <a:lnTo>
                  <a:pt x="1390078" y="2872645"/>
                </a:lnTo>
                <a:cubicBezTo>
                  <a:pt x="1389507" y="2873217"/>
                  <a:pt x="1389126" y="2873883"/>
                  <a:pt x="1388840" y="2874550"/>
                </a:cubicBezTo>
                <a:lnTo>
                  <a:pt x="1369028" y="2874550"/>
                </a:lnTo>
                <a:lnTo>
                  <a:pt x="1254157" y="2964561"/>
                </a:lnTo>
                <a:lnTo>
                  <a:pt x="1216914" y="2964752"/>
                </a:lnTo>
                <a:lnTo>
                  <a:pt x="1007745" y="3129915"/>
                </a:lnTo>
                <a:lnTo>
                  <a:pt x="979265" y="3129534"/>
                </a:lnTo>
                <a:cubicBezTo>
                  <a:pt x="978503" y="3126391"/>
                  <a:pt x="976694" y="3123438"/>
                  <a:pt x="973836" y="3121438"/>
                </a:cubicBezTo>
                <a:cubicBezTo>
                  <a:pt x="967454" y="3116771"/>
                  <a:pt x="958501" y="3118104"/>
                  <a:pt x="953834" y="3124486"/>
                </a:cubicBezTo>
                <a:cubicBezTo>
                  <a:pt x="952500" y="3126296"/>
                  <a:pt x="951643" y="3128391"/>
                  <a:pt x="951357" y="3130582"/>
                </a:cubicBezTo>
                <a:lnTo>
                  <a:pt x="604266" y="3130582"/>
                </a:lnTo>
                <a:cubicBezTo>
                  <a:pt x="604266" y="3130582"/>
                  <a:pt x="587788" y="3114199"/>
                  <a:pt x="587788" y="3114199"/>
                </a:cubicBezTo>
                <a:lnTo>
                  <a:pt x="587121" y="3030474"/>
                </a:lnTo>
                <a:lnTo>
                  <a:pt x="591979" y="3030474"/>
                </a:lnTo>
                <a:cubicBezTo>
                  <a:pt x="595694" y="3030474"/>
                  <a:pt x="598837" y="3027426"/>
                  <a:pt x="598837" y="3023616"/>
                </a:cubicBezTo>
                <a:lnTo>
                  <a:pt x="598837" y="3009234"/>
                </a:lnTo>
                <a:cubicBezTo>
                  <a:pt x="598837" y="3007614"/>
                  <a:pt x="598170" y="3006280"/>
                  <a:pt x="597313" y="3005042"/>
                </a:cubicBezTo>
                <a:lnTo>
                  <a:pt x="598551" y="3005900"/>
                </a:lnTo>
                <a:lnTo>
                  <a:pt x="636937" y="2953322"/>
                </a:lnTo>
                <a:lnTo>
                  <a:pt x="750761" y="2953322"/>
                </a:lnTo>
                <a:cubicBezTo>
                  <a:pt x="750761" y="2953322"/>
                  <a:pt x="750761" y="2953322"/>
                  <a:pt x="750761" y="2953322"/>
                </a:cubicBezTo>
                <a:cubicBezTo>
                  <a:pt x="752094" y="2958179"/>
                  <a:pt x="757238" y="2961132"/>
                  <a:pt x="762095" y="2959703"/>
                </a:cubicBezTo>
                <a:cubicBezTo>
                  <a:pt x="766953" y="2958370"/>
                  <a:pt x="769906" y="2953226"/>
                  <a:pt x="768477" y="2948369"/>
                </a:cubicBezTo>
                <a:cubicBezTo>
                  <a:pt x="767048" y="2943511"/>
                  <a:pt x="762000" y="2940558"/>
                  <a:pt x="757142" y="2941987"/>
                </a:cubicBezTo>
                <a:cubicBezTo>
                  <a:pt x="753904" y="2942844"/>
                  <a:pt x="751713" y="2945416"/>
                  <a:pt x="750856" y="2948464"/>
                </a:cubicBezTo>
                <a:lnTo>
                  <a:pt x="634460" y="2948464"/>
                </a:lnTo>
                <a:lnTo>
                  <a:pt x="594836" y="3002852"/>
                </a:lnTo>
                <a:cubicBezTo>
                  <a:pt x="593979" y="3002471"/>
                  <a:pt x="593027" y="3002280"/>
                  <a:pt x="592074" y="3002280"/>
                </a:cubicBezTo>
                <a:lnTo>
                  <a:pt x="577691" y="3002280"/>
                </a:lnTo>
                <a:cubicBezTo>
                  <a:pt x="573977" y="3002280"/>
                  <a:pt x="570833" y="3005328"/>
                  <a:pt x="570833" y="3009138"/>
                </a:cubicBezTo>
                <a:lnTo>
                  <a:pt x="570833" y="3023521"/>
                </a:lnTo>
                <a:cubicBezTo>
                  <a:pt x="570833" y="3027236"/>
                  <a:pt x="573881" y="3030379"/>
                  <a:pt x="577691" y="3030379"/>
                </a:cubicBezTo>
                <a:lnTo>
                  <a:pt x="582549" y="3030379"/>
                </a:lnTo>
                <a:lnTo>
                  <a:pt x="583216" y="3116009"/>
                </a:lnTo>
                <a:lnTo>
                  <a:pt x="602456" y="3135249"/>
                </a:lnTo>
                <a:lnTo>
                  <a:pt x="951548" y="3135249"/>
                </a:lnTo>
                <a:cubicBezTo>
                  <a:pt x="952214" y="3138869"/>
                  <a:pt x="954119" y="3142202"/>
                  <a:pt x="957167" y="3144393"/>
                </a:cubicBezTo>
                <a:cubicBezTo>
                  <a:pt x="963549" y="3149060"/>
                  <a:pt x="972502" y="3147727"/>
                  <a:pt x="977170" y="3141345"/>
                </a:cubicBezTo>
                <a:close/>
                <a:moveTo>
                  <a:pt x="1569530" y="2888552"/>
                </a:moveTo>
                <a:cubicBezTo>
                  <a:pt x="1572292" y="2888552"/>
                  <a:pt x="1574578" y="2890838"/>
                  <a:pt x="1574578" y="2893600"/>
                </a:cubicBezTo>
                <a:cubicBezTo>
                  <a:pt x="1574578" y="2896362"/>
                  <a:pt x="1572292" y="2898648"/>
                  <a:pt x="1569530" y="2898648"/>
                </a:cubicBezTo>
                <a:cubicBezTo>
                  <a:pt x="1566767" y="2898648"/>
                  <a:pt x="1564481" y="2896362"/>
                  <a:pt x="1564481" y="2893600"/>
                </a:cubicBezTo>
                <a:cubicBezTo>
                  <a:pt x="1564481" y="2890838"/>
                  <a:pt x="1566767" y="2888552"/>
                  <a:pt x="1569530" y="2888552"/>
                </a:cubicBezTo>
                <a:close/>
                <a:moveTo>
                  <a:pt x="1393317" y="2875884"/>
                </a:moveTo>
                <a:lnTo>
                  <a:pt x="1402842" y="2866263"/>
                </a:lnTo>
                <a:cubicBezTo>
                  <a:pt x="1403795" y="2865311"/>
                  <a:pt x="1405223" y="2865311"/>
                  <a:pt x="1406176" y="2866263"/>
                </a:cubicBezTo>
                <a:lnTo>
                  <a:pt x="1415796" y="2875788"/>
                </a:lnTo>
                <a:cubicBezTo>
                  <a:pt x="1416749" y="2876741"/>
                  <a:pt x="1416749" y="2878169"/>
                  <a:pt x="1415796" y="2879122"/>
                </a:cubicBezTo>
                <a:lnTo>
                  <a:pt x="1406271" y="2888742"/>
                </a:lnTo>
                <a:cubicBezTo>
                  <a:pt x="1405319" y="2889695"/>
                  <a:pt x="1403890" y="2889695"/>
                  <a:pt x="1402937" y="2888742"/>
                </a:cubicBezTo>
                <a:lnTo>
                  <a:pt x="1393317" y="2879217"/>
                </a:lnTo>
                <a:cubicBezTo>
                  <a:pt x="1392365" y="2878265"/>
                  <a:pt x="1392365" y="2876836"/>
                  <a:pt x="1393317" y="2875884"/>
                </a:cubicBezTo>
                <a:close/>
                <a:moveTo>
                  <a:pt x="577215" y="3025712"/>
                </a:moveTo>
                <a:cubicBezTo>
                  <a:pt x="576072" y="3025712"/>
                  <a:pt x="575120" y="3024759"/>
                  <a:pt x="575120" y="3023616"/>
                </a:cubicBezTo>
                <a:lnTo>
                  <a:pt x="575120" y="3009234"/>
                </a:lnTo>
                <a:cubicBezTo>
                  <a:pt x="575120" y="3008090"/>
                  <a:pt x="576072" y="3007138"/>
                  <a:pt x="577215" y="3007138"/>
                </a:cubicBezTo>
                <a:lnTo>
                  <a:pt x="591598" y="3007138"/>
                </a:lnTo>
                <a:cubicBezTo>
                  <a:pt x="592741" y="3007138"/>
                  <a:pt x="593693" y="3008090"/>
                  <a:pt x="593693" y="3009234"/>
                </a:cubicBezTo>
                <a:lnTo>
                  <a:pt x="593693" y="3023616"/>
                </a:lnTo>
                <a:cubicBezTo>
                  <a:pt x="593693" y="3024759"/>
                  <a:pt x="592741" y="3025712"/>
                  <a:pt x="591598" y="3025712"/>
                </a:cubicBezTo>
                <a:lnTo>
                  <a:pt x="577215" y="3025712"/>
                </a:lnTo>
                <a:close/>
                <a:moveTo>
                  <a:pt x="966883" y="3144488"/>
                </a:moveTo>
                <a:cubicBezTo>
                  <a:pt x="963835" y="3144965"/>
                  <a:pt x="960692" y="3144203"/>
                  <a:pt x="958215" y="3142393"/>
                </a:cubicBezTo>
                <a:cubicBezTo>
                  <a:pt x="955739" y="3140583"/>
                  <a:pt x="954024" y="3137821"/>
                  <a:pt x="953548" y="3134773"/>
                </a:cubicBezTo>
                <a:cubicBezTo>
                  <a:pt x="953548" y="3134201"/>
                  <a:pt x="953452" y="3133535"/>
                  <a:pt x="953452" y="3132963"/>
                </a:cubicBezTo>
                <a:cubicBezTo>
                  <a:pt x="953452" y="3130487"/>
                  <a:pt x="954215" y="3128105"/>
                  <a:pt x="955739" y="3126105"/>
                </a:cubicBezTo>
                <a:cubicBezTo>
                  <a:pt x="959549" y="3120867"/>
                  <a:pt x="966883" y="3119819"/>
                  <a:pt x="972122" y="3123629"/>
                </a:cubicBezTo>
                <a:cubicBezTo>
                  <a:pt x="977265" y="3127438"/>
                  <a:pt x="978408" y="3134773"/>
                  <a:pt x="974598" y="3140012"/>
                </a:cubicBezTo>
                <a:cubicBezTo>
                  <a:pt x="972788" y="3142488"/>
                  <a:pt x="970026" y="3144203"/>
                  <a:pt x="966978" y="3144679"/>
                </a:cubicBezTo>
                <a:close/>
                <a:moveTo>
                  <a:pt x="864679" y="3160967"/>
                </a:moveTo>
                <a:lnTo>
                  <a:pt x="864679" y="3165729"/>
                </a:lnTo>
                <a:cubicBezTo>
                  <a:pt x="864679" y="3165729"/>
                  <a:pt x="844106" y="3165634"/>
                  <a:pt x="844106" y="3165634"/>
                </a:cubicBezTo>
                <a:lnTo>
                  <a:pt x="844106" y="3160871"/>
                </a:lnTo>
                <a:cubicBezTo>
                  <a:pt x="844106" y="3160871"/>
                  <a:pt x="864679" y="3160967"/>
                  <a:pt x="864679" y="3160967"/>
                </a:cubicBezTo>
                <a:close/>
                <a:moveTo>
                  <a:pt x="697611" y="3228404"/>
                </a:moveTo>
                <a:lnTo>
                  <a:pt x="679609" y="3228404"/>
                </a:lnTo>
                <a:lnTo>
                  <a:pt x="679609" y="3223641"/>
                </a:lnTo>
                <a:lnTo>
                  <a:pt x="697611" y="3223641"/>
                </a:lnTo>
                <a:lnTo>
                  <a:pt x="697611" y="3228404"/>
                </a:lnTo>
                <a:close/>
                <a:moveTo>
                  <a:pt x="618554" y="3159633"/>
                </a:moveTo>
                <a:lnTo>
                  <a:pt x="618554" y="3164396"/>
                </a:lnTo>
                <a:cubicBezTo>
                  <a:pt x="618554" y="3164396"/>
                  <a:pt x="597980" y="3164300"/>
                  <a:pt x="597980" y="3164300"/>
                </a:cubicBezTo>
                <a:lnTo>
                  <a:pt x="597980" y="3159538"/>
                </a:lnTo>
                <a:cubicBezTo>
                  <a:pt x="597980" y="3159538"/>
                  <a:pt x="618554" y="3159633"/>
                  <a:pt x="618554" y="3159633"/>
                </a:cubicBezTo>
                <a:close/>
                <a:moveTo>
                  <a:pt x="659511" y="3159919"/>
                </a:moveTo>
                <a:lnTo>
                  <a:pt x="659511" y="3164681"/>
                </a:lnTo>
                <a:cubicBezTo>
                  <a:pt x="659511" y="3164681"/>
                  <a:pt x="638937" y="3164586"/>
                  <a:pt x="638937" y="3164586"/>
                </a:cubicBezTo>
                <a:lnTo>
                  <a:pt x="638937" y="3159824"/>
                </a:lnTo>
                <a:cubicBezTo>
                  <a:pt x="638937" y="3159824"/>
                  <a:pt x="659511" y="3159919"/>
                  <a:pt x="659511" y="3159919"/>
                </a:cubicBezTo>
                <a:close/>
                <a:moveTo>
                  <a:pt x="661607" y="3223641"/>
                </a:moveTo>
                <a:lnTo>
                  <a:pt x="661607" y="3228404"/>
                </a:lnTo>
                <a:lnTo>
                  <a:pt x="643604" y="3228404"/>
                </a:lnTo>
                <a:lnTo>
                  <a:pt x="643604" y="3223641"/>
                </a:lnTo>
                <a:lnTo>
                  <a:pt x="661607" y="3223641"/>
                </a:lnTo>
                <a:close/>
                <a:moveTo>
                  <a:pt x="589693" y="3223641"/>
                </a:moveTo>
                <a:lnTo>
                  <a:pt x="589693" y="3228404"/>
                </a:lnTo>
                <a:lnTo>
                  <a:pt x="571691" y="3228404"/>
                </a:lnTo>
                <a:cubicBezTo>
                  <a:pt x="571691" y="3228404"/>
                  <a:pt x="571691" y="3223641"/>
                  <a:pt x="571691" y="3223641"/>
                </a:cubicBezTo>
                <a:lnTo>
                  <a:pt x="589693" y="3223641"/>
                </a:lnTo>
                <a:close/>
                <a:moveTo>
                  <a:pt x="2535746" y="2026063"/>
                </a:moveTo>
                <a:lnTo>
                  <a:pt x="2535746" y="1987201"/>
                </a:lnTo>
                <a:cubicBezTo>
                  <a:pt x="2535746" y="1981867"/>
                  <a:pt x="2530793" y="1977485"/>
                  <a:pt x="2524792" y="1977485"/>
                </a:cubicBezTo>
                <a:lnTo>
                  <a:pt x="2523363" y="1977485"/>
                </a:lnTo>
                <a:lnTo>
                  <a:pt x="2523554" y="1869757"/>
                </a:lnTo>
                <a:lnTo>
                  <a:pt x="2556034" y="1843183"/>
                </a:lnTo>
                <a:cubicBezTo>
                  <a:pt x="2558510" y="1845374"/>
                  <a:pt x="2561749" y="1846707"/>
                  <a:pt x="2565273" y="1846707"/>
                </a:cubicBezTo>
                <a:cubicBezTo>
                  <a:pt x="2572988" y="1846707"/>
                  <a:pt x="2579275" y="1840421"/>
                  <a:pt x="2579275" y="1832705"/>
                </a:cubicBezTo>
                <a:cubicBezTo>
                  <a:pt x="2579275" y="1824990"/>
                  <a:pt x="2572988" y="1818703"/>
                  <a:pt x="2565273" y="1818703"/>
                </a:cubicBezTo>
                <a:cubicBezTo>
                  <a:pt x="2557558" y="1818703"/>
                  <a:pt x="2551271" y="1824990"/>
                  <a:pt x="2551271" y="1832705"/>
                </a:cubicBezTo>
                <a:cubicBezTo>
                  <a:pt x="2551271" y="1834229"/>
                  <a:pt x="2551557" y="1835753"/>
                  <a:pt x="2552034" y="1837182"/>
                </a:cubicBezTo>
                <a:lnTo>
                  <a:pt x="2516315" y="1866328"/>
                </a:lnTo>
                <a:lnTo>
                  <a:pt x="2516124" y="1977485"/>
                </a:lnTo>
                <a:lnTo>
                  <a:pt x="2514695" y="1977485"/>
                </a:lnTo>
                <a:cubicBezTo>
                  <a:pt x="2508695" y="1977485"/>
                  <a:pt x="2503742" y="1981867"/>
                  <a:pt x="2503742" y="1987201"/>
                </a:cubicBezTo>
                <a:lnTo>
                  <a:pt x="2503742" y="2026063"/>
                </a:lnTo>
                <a:cubicBezTo>
                  <a:pt x="2503742" y="2031397"/>
                  <a:pt x="2508695" y="2035778"/>
                  <a:pt x="2514695" y="2035778"/>
                </a:cubicBezTo>
                <a:lnTo>
                  <a:pt x="2516600" y="2035778"/>
                </a:lnTo>
                <a:lnTo>
                  <a:pt x="2517077" y="2142554"/>
                </a:lnTo>
                <a:lnTo>
                  <a:pt x="2492217" y="2176653"/>
                </a:lnTo>
                <a:lnTo>
                  <a:pt x="2492217" y="2272475"/>
                </a:lnTo>
                <a:cubicBezTo>
                  <a:pt x="2492217" y="2272475"/>
                  <a:pt x="2501455" y="2291620"/>
                  <a:pt x="2501455" y="2291620"/>
                </a:cubicBezTo>
                <a:lnTo>
                  <a:pt x="2501455" y="2359628"/>
                </a:lnTo>
                <a:lnTo>
                  <a:pt x="2498312" y="2359628"/>
                </a:lnTo>
                <a:cubicBezTo>
                  <a:pt x="2494502" y="2359628"/>
                  <a:pt x="2491359" y="2362772"/>
                  <a:pt x="2491359" y="2366582"/>
                </a:cubicBezTo>
                <a:lnTo>
                  <a:pt x="2491359" y="2377631"/>
                </a:lnTo>
                <a:cubicBezTo>
                  <a:pt x="2491359" y="2381441"/>
                  <a:pt x="2494502" y="2384584"/>
                  <a:pt x="2498312" y="2384584"/>
                </a:cubicBezTo>
                <a:lnTo>
                  <a:pt x="2509361" y="2384584"/>
                </a:lnTo>
                <a:cubicBezTo>
                  <a:pt x="2513171" y="2384584"/>
                  <a:pt x="2516315" y="2381441"/>
                  <a:pt x="2516315" y="2377631"/>
                </a:cubicBezTo>
                <a:lnTo>
                  <a:pt x="2516315" y="2366582"/>
                </a:lnTo>
                <a:cubicBezTo>
                  <a:pt x="2516315" y="2362772"/>
                  <a:pt x="2513171" y="2359628"/>
                  <a:pt x="2509361" y="2359628"/>
                </a:cubicBezTo>
                <a:lnTo>
                  <a:pt x="2506218" y="2359628"/>
                </a:lnTo>
                <a:lnTo>
                  <a:pt x="2506218" y="2291048"/>
                </a:lnTo>
                <a:lnTo>
                  <a:pt x="2497169" y="2271903"/>
                </a:lnTo>
                <a:lnTo>
                  <a:pt x="2497169" y="2178177"/>
                </a:lnTo>
                <a:cubicBezTo>
                  <a:pt x="2497169" y="2178177"/>
                  <a:pt x="2521934" y="2144078"/>
                  <a:pt x="2521934" y="2144078"/>
                </a:cubicBezTo>
                <a:lnTo>
                  <a:pt x="2521458" y="2035778"/>
                </a:lnTo>
                <a:lnTo>
                  <a:pt x="2524887" y="2035778"/>
                </a:lnTo>
                <a:cubicBezTo>
                  <a:pt x="2530888" y="2035778"/>
                  <a:pt x="2535841" y="2031397"/>
                  <a:pt x="2535841" y="2026063"/>
                </a:cubicBezTo>
                <a:close/>
                <a:moveTo>
                  <a:pt x="2565273" y="1823561"/>
                </a:moveTo>
                <a:cubicBezTo>
                  <a:pt x="2570321" y="1823561"/>
                  <a:pt x="2574512" y="1827657"/>
                  <a:pt x="2574512" y="1832801"/>
                </a:cubicBezTo>
                <a:cubicBezTo>
                  <a:pt x="2574512" y="1837944"/>
                  <a:pt x="2570417" y="1842040"/>
                  <a:pt x="2565273" y="1842040"/>
                </a:cubicBezTo>
                <a:cubicBezTo>
                  <a:pt x="2560130" y="1842040"/>
                  <a:pt x="2556034" y="1837944"/>
                  <a:pt x="2556034" y="1832801"/>
                </a:cubicBezTo>
                <a:cubicBezTo>
                  <a:pt x="2556034" y="1827657"/>
                  <a:pt x="2560130" y="1823561"/>
                  <a:pt x="2565273" y="1823561"/>
                </a:cubicBezTo>
                <a:close/>
                <a:moveTo>
                  <a:pt x="2509361" y="2364486"/>
                </a:moveTo>
                <a:cubicBezTo>
                  <a:pt x="2510600" y="2364486"/>
                  <a:pt x="2511552" y="2365439"/>
                  <a:pt x="2511552" y="2366677"/>
                </a:cubicBezTo>
                <a:lnTo>
                  <a:pt x="2511552" y="2377726"/>
                </a:lnTo>
                <a:cubicBezTo>
                  <a:pt x="2511552" y="2378964"/>
                  <a:pt x="2510600" y="2379917"/>
                  <a:pt x="2509361" y="2379917"/>
                </a:cubicBezTo>
                <a:lnTo>
                  <a:pt x="2498312" y="2379917"/>
                </a:lnTo>
                <a:cubicBezTo>
                  <a:pt x="2497074" y="2379917"/>
                  <a:pt x="2496122" y="2378964"/>
                  <a:pt x="2496122" y="2377726"/>
                </a:cubicBezTo>
                <a:lnTo>
                  <a:pt x="2496122" y="2366677"/>
                </a:lnTo>
                <a:cubicBezTo>
                  <a:pt x="2496122" y="2365439"/>
                  <a:pt x="2497074" y="2364486"/>
                  <a:pt x="2498312" y="2364486"/>
                </a:cubicBezTo>
                <a:lnTo>
                  <a:pt x="2509361" y="2364486"/>
                </a:lnTo>
                <a:close/>
                <a:moveTo>
                  <a:pt x="2508885" y="1987201"/>
                </a:moveTo>
                <a:cubicBezTo>
                  <a:pt x="2508885" y="1984343"/>
                  <a:pt x="2511552" y="1981962"/>
                  <a:pt x="2514791" y="1981962"/>
                </a:cubicBezTo>
                <a:lnTo>
                  <a:pt x="2524887" y="1981962"/>
                </a:lnTo>
                <a:cubicBezTo>
                  <a:pt x="2528126" y="1981962"/>
                  <a:pt x="2530793" y="1984343"/>
                  <a:pt x="2530793" y="1987201"/>
                </a:cubicBezTo>
                <a:lnTo>
                  <a:pt x="2530793" y="1993297"/>
                </a:lnTo>
                <a:lnTo>
                  <a:pt x="2508980" y="1993297"/>
                </a:lnTo>
                <a:lnTo>
                  <a:pt x="2508980" y="1987201"/>
                </a:lnTo>
                <a:close/>
                <a:moveTo>
                  <a:pt x="2514695" y="2031302"/>
                </a:moveTo>
                <a:cubicBezTo>
                  <a:pt x="2511457" y="2031302"/>
                  <a:pt x="2508790" y="2028920"/>
                  <a:pt x="2508790" y="2026063"/>
                </a:cubicBezTo>
                <a:lnTo>
                  <a:pt x="2508790" y="2017776"/>
                </a:lnTo>
                <a:lnTo>
                  <a:pt x="2530602" y="2017776"/>
                </a:lnTo>
                <a:lnTo>
                  <a:pt x="2530602" y="2026063"/>
                </a:lnTo>
                <a:cubicBezTo>
                  <a:pt x="2530602" y="2028920"/>
                  <a:pt x="2527935" y="2031302"/>
                  <a:pt x="2524697" y="2031302"/>
                </a:cubicBezTo>
                <a:lnTo>
                  <a:pt x="2514600" y="2031302"/>
                </a:lnTo>
                <a:close/>
                <a:moveTo>
                  <a:pt x="625697" y="3223641"/>
                </a:moveTo>
                <a:lnTo>
                  <a:pt x="625697" y="3228404"/>
                </a:lnTo>
                <a:lnTo>
                  <a:pt x="607695" y="3228404"/>
                </a:lnTo>
                <a:lnTo>
                  <a:pt x="607695" y="3223641"/>
                </a:lnTo>
                <a:lnTo>
                  <a:pt x="625697" y="3223641"/>
                </a:lnTo>
                <a:close/>
                <a:moveTo>
                  <a:pt x="2711482" y="1726311"/>
                </a:moveTo>
                <a:lnTo>
                  <a:pt x="2711482" y="1739837"/>
                </a:lnTo>
                <a:cubicBezTo>
                  <a:pt x="2711482" y="1740503"/>
                  <a:pt x="2711577" y="1741170"/>
                  <a:pt x="2711863" y="1741646"/>
                </a:cubicBezTo>
                <a:lnTo>
                  <a:pt x="2659571" y="1789843"/>
                </a:lnTo>
                <a:cubicBezTo>
                  <a:pt x="2659094" y="1789367"/>
                  <a:pt x="2658618" y="1788986"/>
                  <a:pt x="2658047" y="1788605"/>
                </a:cubicBezTo>
                <a:cubicBezTo>
                  <a:pt x="2656142" y="1787271"/>
                  <a:pt x="2653855" y="1786509"/>
                  <a:pt x="2651570" y="1786128"/>
                </a:cubicBezTo>
                <a:lnTo>
                  <a:pt x="2650808" y="1709642"/>
                </a:lnTo>
                <a:cubicBezTo>
                  <a:pt x="2652236" y="1709357"/>
                  <a:pt x="2653570" y="1708880"/>
                  <a:pt x="2654618" y="1707832"/>
                </a:cubicBezTo>
                <a:lnTo>
                  <a:pt x="2664238" y="1698212"/>
                </a:lnTo>
                <a:cubicBezTo>
                  <a:pt x="2667000" y="1695450"/>
                  <a:pt x="2667000" y="1690973"/>
                  <a:pt x="2664238" y="1688116"/>
                </a:cubicBezTo>
                <a:lnTo>
                  <a:pt x="2654618" y="1678496"/>
                </a:lnTo>
                <a:cubicBezTo>
                  <a:pt x="2651855" y="1675733"/>
                  <a:pt x="2647379" y="1675733"/>
                  <a:pt x="2644521" y="1678496"/>
                </a:cubicBezTo>
                <a:lnTo>
                  <a:pt x="2634901" y="1688116"/>
                </a:lnTo>
                <a:cubicBezTo>
                  <a:pt x="2632138" y="1690878"/>
                  <a:pt x="2632138" y="1695355"/>
                  <a:pt x="2634901" y="1698212"/>
                </a:cubicBezTo>
                <a:lnTo>
                  <a:pt x="2644521" y="1707832"/>
                </a:lnTo>
                <a:cubicBezTo>
                  <a:pt x="2645569" y="1708880"/>
                  <a:pt x="2646998" y="1709452"/>
                  <a:pt x="2648331" y="1709642"/>
                </a:cubicBezTo>
                <a:lnTo>
                  <a:pt x="2649093" y="1786033"/>
                </a:lnTo>
                <a:cubicBezTo>
                  <a:pt x="2648331" y="1786033"/>
                  <a:pt x="2647664" y="1786033"/>
                  <a:pt x="2646902" y="1786223"/>
                </a:cubicBezTo>
                <a:cubicBezTo>
                  <a:pt x="2643092" y="1786890"/>
                  <a:pt x="2639663" y="1789081"/>
                  <a:pt x="2637473" y="1792319"/>
                </a:cubicBezTo>
                <a:cubicBezTo>
                  <a:pt x="2633948" y="1797368"/>
                  <a:pt x="2633853" y="1805369"/>
                  <a:pt x="2638711" y="1810607"/>
                </a:cubicBezTo>
                <a:lnTo>
                  <a:pt x="2559844" y="1875377"/>
                </a:lnTo>
                <a:lnTo>
                  <a:pt x="2559844" y="1977485"/>
                </a:lnTo>
                <a:lnTo>
                  <a:pt x="2556224" y="1977485"/>
                </a:lnTo>
                <a:cubicBezTo>
                  <a:pt x="2550795" y="1977485"/>
                  <a:pt x="2546413" y="1981867"/>
                  <a:pt x="2546413" y="1987296"/>
                </a:cubicBezTo>
                <a:lnTo>
                  <a:pt x="2546413" y="2025968"/>
                </a:lnTo>
                <a:cubicBezTo>
                  <a:pt x="2546413" y="2031397"/>
                  <a:pt x="2550795" y="2035778"/>
                  <a:pt x="2556224" y="2035778"/>
                </a:cubicBezTo>
                <a:lnTo>
                  <a:pt x="2559558" y="2035778"/>
                </a:lnTo>
                <a:lnTo>
                  <a:pt x="2560034" y="2142268"/>
                </a:lnTo>
                <a:lnTo>
                  <a:pt x="2535174" y="2180654"/>
                </a:lnTo>
                <a:lnTo>
                  <a:pt x="2535174" y="2225993"/>
                </a:lnTo>
                <a:cubicBezTo>
                  <a:pt x="2535174" y="2225993"/>
                  <a:pt x="2574798" y="2275142"/>
                  <a:pt x="2574798" y="2275142"/>
                </a:cubicBezTo>
                <a:lnTo>
                  <a:pt x="2574798" y="2315623"/>
                </a:lnTo>
                <a:cubicBezTo>
                  <a:pt x="2574798" y="2315623"/>
                  <a:pt x="2566226" y="2332673"/>
                  <a:pt x="2566226" y="2332673"/>
                </a:cubicBezTo>
                <a:cubicBezTo>
                  <a:pt x="2564511" y="2332101"/>
                  <a:pt x="2562701" y="2331720"/>
                  <a:pt x="2560796" y="2332006"/>
                </a:cubicBezTo>
                <a:cubicBezTo>
                  <a:pt x="2554224" y="2332768"/>
                  <a:pt x="2549462" y="2338769"/>
                  <a:pt x="2550224" y="2345436"/>
                </a:cubicBezTo>
                <a:cubicBezTo>
                  <a:pt x="2550986" y="2352008"/>
                  <a:pt x="2556986" y="2356771"/>
                  <a:pt x="2563654" y="2356009"/>
                </a:cubicBezTo>
                <a:cubicBezTo>
                  <a:pt x="2570226" y="2355247"/>
                  <a:pt x="2574988" y="2349246"/>
                  <a:pt x="2574227" y="2342579"/>
                </a:cubicBezTo>
                <a:cubicBezTo>
                  <a:pt x="2573941" y="2340483"/>
                  <a:pt x="2573084" y="2338769"/>
                  <a:pt x="2571941" y="2337149"/>
                </a:cubicBezTo>
                <a:lnTo>
                  <a:pt x="2581561" y="2318099"/>
                </a:lnTo>
                <a:lnTo>
                  <a:pt x="2581942" y="2272665"/>
                </a:lnTo>
                <a:lnTo>
                  <a:pt x="2542318" y="2223516"/>
                </a:lnTo>
                <a:lnTo>
                  <a:pt x="2542318" y="2182844"/>
                </a:lnTo>
                <a:cubicBezTo>
                  <a:pt x="2542318" y="2182844"/>
                  <a:pt x="2567178" y="2144459"/>
                  <a:pt x="2567178" y="2144459"/>
                </a:cubicBezTo>
                <a:lnTo>
                  <a:pt x="2566702" y="2035874"/>
                </a:lnTo>
                <a:lnTo>
                  <a:pt x="2568607" y="2035874"/>
                </a:lnTo>
                <a:cubicBezTo>
                  <a:pt x="2574036" y="2035874"/>
                  <a:pt x="2578418" y="2031492"/>
                  <a:pt x="2578418" y="2026063"/>
                </a:cubicBezTo>
                <a:lnTo>
                  <a:pt x="2578418" y="1987391"/>
                </a:lnTo>
                <a:cubicBezTo>
                  <a:pt x="2578418" y="1981962"/>
                  <a:pt x="2574036" y="1977581"/>
                  <a:pt x="2568607" y="1977581"/>
                </a:cubicBezTo>
                <a:lnTo>
                  <a:pt x="2564702" y="1977581"/>
                </a:lnTo>
                <a:lnTo>
                  <a:pt x="2564702" y="1877759"/>
                </a:lnTo>
                <a:lnTo>
                  <a:pt x="2642807" y="1813655"/>
                </a:lnTo>
                <a:cubicBezTo>
                  <a:pt x="2644902" y="1814798"/>
                  <a:pt x="2647188" y="1815465"/>
                  <a:pt x="2649569" y="1815465"/>
                </a:cubicBezTo>
                <a:cubicBezTo>
                  <a:pt x="2650427" y="1815465"/>
                  <a:pt x="2651284" y="1815465"/>
                  <a:pt x="2652141" y="1815275"/>
                </a:cubicBezTo>
                <a:cubicBezTo>
                  <a:pt x="2655951" y="1814608"/>
                  <a:pt x="2659380" y="1812417"/>
                  <a:pt x="2661571" y="1809178"/>
                </a:cubicBezTo>
                <a:cubicBezTo>
                  <a:pt x="2663857" y="1805940"/>
                  <a:pt x="2664619" y="1802035"/>
                  <a:pt x="2663952" y="1798225"/>
                </a:cubicBezTo>
                <a:cubicBezTo>
                  <a:pt x="2663476" y="1795844"/>
                  <a:pt x="2662428" y="1793653"/>
                  <a:pt x="2660999" y="1791843"/>
                </a:cubicBezTo>
                <a:lnTo>
                  <a:pt x="2713196" y="1743647"/>
                </a:lnTo>
                <a:cubicBezTo>
                  <a:pt x="2713959" y="1744218"/>
                  <a:pt x="2714911" y="1744694"/>
                  <a:pt x="2716054" y="1744694"/>
                </a:cubicBezTo>
                <a:lnTo>
                  <a:pt x="2729579" y="1744694"/>
                </a:lnTo>
                <a:cubicBezTo>
                  <a:pt x="2732151" y="1744694"/>
                  <a:pt x="2734342" y="1742599"/>
                  <a:pt x="2734342" y="1739932"/>
                </a:cubicBezTo>
                <a:lnTo>
                  <a:pt x="2734342" y="1726406"/>
                </a:lnTo>
                <a:cubicBezTo>
                  <a:pt x="2734342" y="1723835"/>
                  <a:pt x="2732246" y="1721644"/>
                  <a:pt x="2729579" y="1721644"/>
                </a:cubicBezTo>
                <a:lnTo>
                  <a:pt x="2716054" y="1721644"/>
                </a:lnTo>
                <a:cubicBezTo>
                  <a:pt x="2713482" y="1721644"/>
                  <a:pt x="2711292" y="1723739"/>
                  <a:pt x="2711292" y="1726406"/>
                </a:cubicBezTo>
                <a:close/>
                <a:moveTo>
                  <a:pt x="2573750" y="2025968"/>
                </a:moveTo>
                <a:cubicBezTo>
                  <a:pt x="2573750" y="2028730"/>
                  <a:pt x="2571464" y="2031016"/>
                  <a:pt x="2568702" y="2031016"/>
                </a:cubicBezTo>
                <a:lnTo>
                  <a:pt x="2556320" y="2031016"/>
                </a:lnTo>
                <a:cubicBezTo>
                  <a:pt x="2553557" y="2031016"/>
                  <a:pt x="2551271" y="2028730"/>
                  <a:pt x="2551271" y="2025968"/>
                </a:cubicBezTo>
                <a:lnTo>
                  <a:pt x="2551271" y="2024634"/>
                </a:lnTo>
                <a:lnTo>
                  <a:pt x="2573655" y="2024634"/>
                </a:lnTo>
                <a:lnTo>
                  <a:pt x="2573655" y="2025968"/>
                </a:lnTo>
                <a:close/>
                <a:moveTo>
                  <a:pt x="2573750" y="2018728"/>
                </a:moveTo>
                <a:lnTo>
                  <a:pt x="2551367" y="2018728"/>
                </a:lnTo>
                <a:lnTo>
                  <a:pt x="2551367" y="2000250"/>
                </a:lnTo>
                <a:lnTo>
                  <a:pt x="2573750" y="2000250"/>
                </a:lnTo>
                <a:lnTo>
                  <a:pt x="2573750" y="2018728"/>
                </a:lnTo>
                <a:close/>
                <a:moveTo>
                  <a:pt x="2573750" y="1997297"/>
                </a:moveTo>
                <a:lnTo>
                  <a:pt x="2551367" y="1997297"/>
                </a:lnTo>
                <a:lnTo>
                  <a:pt x="2551367" y="1992059"/>
                </a:lnTo>
                <a:lnTo>
                  <a:pt x="2573750" y="1992059"/>
                </a:lnTo>
                <a:lnTo>
                  <a:pt x="2573750" y="1997297"/>
                </a:lnTo>
                <a:close/>
                <a:moveTo>
                  <a:pt x="2568702" y="1982248"/>
                </a:moveTo>
                <a:cubicBezTo>
                  <a:pt x="2571464" y="1982248"/>
                  <a:pt x="2573750" y="1984534"/>
                  <a:pt x="2573750" y="1987296"/>
                </a:cubicBezTo>
                <a:lnTo>
                  <a:pt x="2573750" y="1987487"/>
                </a:lnTo>
                <a:lnTo>
                  <a:pt x="2551367" y="1987487"/>
                </a:lnTo>
                <a:lnTo>
                  <a:pt x="2551367" y="1987296"/>
                </a:lnTo>
                <a:cubicBezTo>
                  <a:pt x="2551367" y="1984534"/>
                  <a:pt x="2553653" y="1982248"/>
                  <a:pt x="2556415" y="1982248"/>
                </a:cubicBezTo>
                <a:lnTo>
                  <a:pt x="2568797" y="1982248"/>
                </a:lnTo>
                <a:close/>
                <a:moveTo>
                  <a:pt x="2647950" y="1704499"/>
                </a:moveTo>
                <a:lnTo>
                  <a:pt x="2638330" y="1694878"/>
                </a:lnTo>
                <a:cubicBezTo>
                  <a:pt x="2637377" y="1693926"/>
                  <a:pt x="2637377" y="1692497"/>
                  <a:pt x="2638330" y="1691545"/>
                </a:cubicBezTo>
                <a:lnTo>
                  <a:pt x="2647950" y="1681925"/>
                </a:lnTo>
                <a:cubicBezTo>
                  <a:pt x="2647950" y="1681925"/>
                  <a:pt x="2648998" y="1681258"/>
                  <a:pt x="2649569" y="1681258"/>
                </a:cubicBezTo>
                <a:cubicBezTo>
                  <a:pt x="2650141" y="1681258"/>
                  <a:pt x="2650808" y="1681448"/>
                  <a:pt x="2651188" y="1681925"/>
                </a:cubicBezTo>
                <a:lnTo>
                  <a:pt x="2660809" y="1691545"/>
                </a:lnTo>
                <a:cubicBezTo>
                  <a:pt x="2661761" y="1692497"/>
                  <a:pt x="2661761" y="1693926"/>
                  <a:pt x="2660809" y="1694878"/>
                </a:cubicBezTo>
                <a:lnTo>
                  <a:pt x="2651188" y="1704499"/>
                </a:lnTo>
                <a:cubicBezTo>
                  <a:pt x="2650236" y="1705451"/>
                  <a:pt x="2648807" y="1705451"/>
                  <a:pt x="2647855" y="1704499"/>
                </a:cubicBezTo>
                <a:close/>
                <a:moveTo>
                  <a:pt x="2657761" y="1806416"/>
                </a:moveTo>
                <a:cubicBezTo>
                  <a:pt x="2656237" y="1808607"/>
                  <a:pt x="2653951" y="1810036"/>
                  <a:pt x="2651379" y="1810512"/>
                </a:cubicBezTo>
                <a:cubicBezTo>
                  <a:pt x="2648807" y="1810988"/>
                  <a:pt x="2646140" y="1810417"/>
                  <a:pt x="2643950" y="1808893"/>
                </a:cubicBezTo>
                <a:cubicBezTo>
                  <a:pt x="2638711" y="1805273"/>
                  <a:pt x="2639187" y="1798415"/>
                  <a:pt x="2641473" y="1795082"/>
                </a:cubicBezTo>
                <a:cubicBezTo>
                  <a:pt x="2642997" y="1792891"/>
                  <a:pt x="2645283" y="1791462"/>
                  <a:pt x="2647855" y="1790986"/>
                </a:cubicBezTo>
                <a:cubicBezTo>
                  <a:pt x="2648426" y="1790891"/>
                  <a:pt x="2648998" y="1790795"/>
                  <a:pt x="2649569" y="1790795"/>
                </a:cubicBezTo>
                <a:cubicBezTo>
                  <a:pt x="2651570" y="1790795"/>
                  <a:pt x="2653570" y="1791367"/>
                  <a:pt x="2655189" y="1792605"/>
                </a:cubicBezTo>
                <a:lnTo>
                  <a:pt x="2655189" y="1792605"/>
                </a:lnTo>
                <a:cubicBezTo>
                  <a:pt x="2657380" y="1794129"/>
                  <a:pt x="2658809" y="1796415"/>
                  <a:pt x="2659285" y="1798987"/>
                </a:cubicBezTo>
                <a:cubicBezTo>
                  <a:pt x="2659761" y="1801559"/>
                  <a:pt x="2659190" y="1804226"/>
                  <a:pt x="2657666" y="1806416"/>
                </a:cubicBezTo>
                <a:close/>
                <a:moveTo>
                  <a:pt x="823722" y="3160776"/>
                </a:moveTo>
                <a:lnTo>
                  <a:pt x="823722" y="3165538"/>
                </a:lnTo>
                <a:cubicBezTo>
                  <a:pt x="823722" y="3165538"/>
                  <a:pt x="803148" y="3165443"/>
                  <a:pt x="803148" y="3165443"/>
                </a:cubicBezTo>
                <a:lnTo>
                  <a:pt x="803148" y="3160681"/>
                </a:lnTo>
                <a:cubicBezTo>
                  <a:pt x="803148" y="3160681"/>
                  <a:pt x="823722" y="3160776"/>
                  <a:pt x="823722" y="3160776"/>
                </a:cubicBezTo>
                <a:close/>
                <a:moveTo>
                  <a:pt x="905732" y="3161252"/>
                </a:moveTo>
                <a:lnTo>
                  <a:pt x="905732" y="3166015"/>
                </a:lnTo>
                <a:cubicBezTo>
                  <a:pt x="905732" y="3166015"/>
                  <a:pt x="885158" y="3165920"/>
                  <a:pt x="885158" y="3165920"/>
                </a:cubicBezTo>
                <a:lnTo>
                  <a:pt x="885158" y="3161157"/>
                </a:lnTo>
                <a:cubicBezTo>
                  <a:pt x="885158" y="3161157"/>
                  <a:pt x="905732" y="3161252"/>
                  <a:pt x="905732" y="3161252"/>
                </a:cubicBezTo>
                <a:close/>
                <a:moveTo>
                  <a:pt x="782669" y="3160586"/>
                </a:moveTo>
                <a:lnTo>
                  <a:pt x="782669" y="3165348"/>
                </a:lnTo>
                <a:cubicBezTo>
                  <a:pt x="782669" y="3165348"/>
                  <a:pt x="762095" y="3165253"/>
                  <a:pt x="762095" y="3165253"/>
                </a:cubicBezTo>
                <a:lnTo>
                  <a:pt x="762095" y="3160490"/>
                </a:lnTo>
                <a:cubicBezTo>
                  <a:pt x="762095" y="3160490"/>
                  <a:pt x="782669" y="3160586"/>
                  <a:pt x="782669" y="3160586"/>
                </a:cubicBezTo>
                <a:close/>
                <a:moveTo>
                  <a:pt x="2994755" y="2124456"/>
                </a:moveTo>
                <a:lnTo>
                  <a:pt x="2994755" y="2092452"/>
                </a:lnTo>
                <a:cubicBezTo>
                  <a:pt x="2994755" y="2091119"/>
                  <a:pt x="2993708" y="2090071"/>
                  <a:pt x="2992374" y="2090071"/>
                </a:cubicBezTo>
                <a:lnTo>
                  <a:pt x="2960370" y="2090071"/>
                </a:lnTo>
                <a:cubicBezTo>
                  <a:pt x="2959037" y="2090071"/>
                  <a:pt x="2957989" y="2091119"/>
                  <a:pt x="2957989" y="2092452"/>
                </a:cubicBezTo>
                <a:lnTo>
                  <a:pt x="2957989" y="2124456"/>
                </a:lnTo>
                <a:cubicBezTo>
                  <a:pt x="2957989" y="2125790"/>
                  <a:pt x="2959037" y="2126837"/>
                  <a:pt x="2960370" y="2126837"/>
                </a:cubicBezTo>
                <a:lnTo>
                  <a:pt x="2973991" y="2126837"/>
                </a:lnTo>
                <a:lnTo>
                  <a:pt x="2973991" y="2281714"/>
                </a:lnTo>
                <a:lnTo>
                  <a:pt x="2978753" y="2281714"/>
                </a:lnTo>
                <a:lnTo>
                  <a:pt x="2978753" y="2126837"/>
                </a:lnTo>
                <a:lnTo>
                  <a:pt x="2992374" y="2126837"/>
                </a:lnTo>
                <a:cubicBezTo>
                  <a:pt x="2993708" y="2126837"/>
                  <a:pt x="2994755" y="2125790"/>
                  <a:pt x="2994755" y="2124456"/>
                </a:cubicBezTo>
                <a:close/>
                <a:moveTo>
                  <a:pt x="2989993" y="2122075"/>
                </a:moveTo>
                <a:lnTo>
                  <a:pt x="2962751" y="2122075"/>
                </a:lnTo>
                <a:lnTo>
                  <a:pt x="2962751" y="2094833"/>
                </a:lnTo>
                <a:lnTo>
                  <a:pt x="2989993" y="2094833"/>
                </a:lnTo>
                <a:lnTo>
                  <a:pt x="2989993" y="2122075"/>
                </a:lnTo>
                <a:close/>
                <a:moveTo>
                  <a:pt x="741617" y="3160300"/>
                </a:moveTo>
                <a:lnTo>
                  <a:pt x="741617" y="3165062"/>
                </a:lnTo>
                <a:cubicBezTo>
                  <a:pt x="741617" y="3165062"/>
                  <a:pt x="721043" y="3164967"/>
                  <a:pt x="721043" y="3164967"/>
                </a:cubicBezTo>
                <a:lnTo>
                  <a:pt x="721043" y="3160205"/>
                </a:lnTo>
                <a:cubicBezTo>
                  <a:pt x="721043" y="3160205"/>
                  <a:pt x="741617" y="3160300"/>
                  <a:pt x="741617" y="3160300"/>
                </a:cubicBezTo>
                <a:close/>
                <a:moveTo>
                  <a:pt x="700564" y="3160109"/>
                </a:moveTo>
                <a:lnTo>
                  <a:pt x="700564" y="3164872"/>
                </a:lnTo>
                <a:cubicBezTo>
                  <a:pt x="700564" y="3164872"/>
                  <a:pt x="679990" y="3164777"/>
                  <a:pt x="679990" y="3164777"/>
                </a:cubicBezTo>
                <a:lnTo>
                  <a:pt x="679990" y="3160014"/>
                </a:lnTo>
                <a:cubicBezTo>
                  <a:pt x="679990" y="3160014"/>
                  <a:pt x="700564" y="3160109"/>
                  <a:pt x="700564" y="3160109"/>
                </a:cubicBezTo>
                <a:close/>
                <a:moveTo>
                  <a:pt x="647510" y="3013329"/>
                </a:moveTo>
                <a:cubicBezTo>
                  <a:pt x="646652" y="3010376"/>
                  <a:pt x="644747" y="3007900"/>
                  <a:pt x="642080" y="3006376"/>
                </a:cubicBezTo>
                <a:cubicBezTo>
                  <a:pt x="639413" y="3004852"/>
                  <a:pt x="636270" y="3004471"/>
                  <a:pt x="633317" y="3005328"/>
                </a:cubicBezTo>
                <a:cubicBezTo>
                  <a:pt x="630365" y="3006185"/>
                  <a:pt x="627888" y="3008090"/>
                  <a:pt x="626364" y="3010757"/>
                </a:cubicBezTo>
                <a:cubicBezTo>
                  <a:pt x="624840" y="3013424"/>
                  <a:pt x="624459" y="3016568"/>
                  <a:pt x="625316" y="3019520"/>
                </a:cubicBezTo>
                <a:cubicBezTo>
                  <a:pt x="626459" y="3023711"/>
                  <a:pt x="629888" y="3026664"/>
                  <a:pt x="633889" y="3027521"/>
                </a:cubicBezTo>
                <a:lnTo>
                  <a:pt x="633889" y="3035046"/>
                </a:lnTo>
                <a:lnTo>
                  <a:pt x="638651" y="3035046"/>
                </a:lnTo>
                <a:lnTo>
                  <a:pt x="638651" y="3027617"/>
                </a:lnTo>
                <a:cubicBezTo>
                  <a:pt x="638651" y="3027617"/>
                  <a:pt x="639318" y="3027617"/>
                  <a:pt x="639604" y="3027521"/>
                </a:cubicBezTo>
                <a:cubicBezTo>
                  <a:pt x="642557" y="3026664"/>
                  <a:pt x="645033" y="3024759"/>
                  <a:pt x="646557" y="3022092"/>
                </a:cubicBezTo>
                <a:cubicBezTo>
                  <a:pt x="648081" y="3019425"/>
                  <a:pt x="648462" y="3016282"/>
                  <a:pt x="647605" y="3013329"/>
                </a:cubicBezTo>
                <a:close/>
                <a:moveTo>
                  <a:pt x="642271" y="3019806"/>
                </a:moveTo>
                <a:cubicBezTo>
                  <a:pt x="641414" y="3021425"/>
                  <a:pt x="639890" y="3022568"/>
                  <a:pt x="638175" y="3023045"/>
                </a:cubicBezTo>
                <a:cubicBezTo>
                  <a:pt x="634556" y="3023997"/>
                  <a:pt x="630746" y="3021902"/>
                  <a:pt x="629793" y="3018282"/>
                </a:cubicBezTo>
                <a:cubicBezTo>
                  <a:pt x="629317" y="3016568"/>
                  <a:pt x="629507" y="3014663"/>
                  <a:pt x="630460" y="3013138"/>
                </a:cubicBezTo>
                <a:cubicBezTo>
                  <a:pt x="631317" y="3011519"/>
                  <a:pt x="632841" y="3010376"/>
                  <a:pt x="634556" y="3009900"/>
                </a:cubicBezTo>
                <a:cubicBezTo>
                  <a:pt x="638175" y="3008948"/>
                  <a:pt x="641985" y="3011043"/>
                  <a:pt x="642938" y="3014663"/>
                </a:cubicBezTo>
                <a:cubicBezTo>
                  <a:pt x="643414" y="3016377"/>
                  <a:pt x="643223" y="3018282"/>
                  <a:pt x="642271" y="3019806"/>
                </a:cubicBezTo>
                <a:close/>
                <a:moveTo>
                  <a:pt x="2915603" y="2260568"/>
                </a:moveTo>
                <a:lnTo>
                  <a:pt x="2922746" y="2260568"/>
                </a:lnTo>
                <a:lnTo>
                  <a:pt x="2922746" y="2268950"/>
                </a:lnTo>
                <a:lnTo>
                  <a:pt x="2915603" y="2268950"/>
                </a:lnTo>
                <a:lnTo>
                  <a:pt x="2915603" y="2260568"/>
                </a:lnTo>
                <a:close/>
                <a:moveTo>
                  <a:pt x="3054572" y="1748695"/>
                </a:moveTo>
                <a:lnTo>
                  <a:pt x="2975801" y="1750600"/>
                </a:lnTo>
                <a:lnTo>
                  <a:pt x="2953703" y="1726978"/>
                </a:lnTo>
                <a:lnTo>
                  <a:pt x="2779967" y="1727168"/>
                </a:lnTo>
                <a:cubicBezTo>
                  <a:pt x="2777776" y="1723073"/>
                  <a:pt x="2773585" y="1720215"/>
                  <a:pt x="2768632" y="1720215"/>
                </a:cubicBezTo>
                <a:cubicBezTo>
                  <a:pt x="2761488" y="1720215"/>
                  <a:pt x="2755773" y="1726025"/>
                  <a:pt x="2755773" y="1733074"/>
                </a:cubicBezTo>
                <a:cubicBezTo>
                  <a:pt x="2755773" y="1740122"/>
                  <a:pt x="2761584" y="1745932"/>
                  <a:pt x="2768632" y="1745932"/>
                </a:cubicBezTo>
                <a:cubicBezTo>
                  <a:pt x="2773585" y="1745932"/>
                  <a:pt x="2777871" y="1743075"/>
                  <a:pt x="2779967" y="1738979"/>
                </a:cubicBezTo>
                <a:lnTo>
                  <a:pt x="2948559" y="1738789"/>
                </a:lnTo>
                <a:lnTo>
                  <a:pt x="2970752" y="1762601"/>
                </a:lnTo>
                <a:lnTo>
                  <a:pt x="3049238" y="1760696"/>
                </a:lnTo>
                <a:lnTo>
                  <a:pt x="3071146" y="1786223"/>
                </a:lnTo>
                <a:lnTo>
                  <a:pt x="3114675" y="1786223"/>
                </a:lnTo>
                <a:lnTo>
                  <a:pt x="3114675" y="1774317"/>
                </a:lnTo>
                <a:lnTo>
                  <a:pt x="3076575" y="1774317"/>
                </a:lnTo>
                <a:lnTo>
                  <a:pt x="3054477" y="1748600"/>
                </a:lnTo>
                <a:close/>
                <a:moveTo>
                  <a:pt x="2775585" y="1737074"/>
                </a:moveTo>
                <a:cubicBezTo>
                  <a:pt x="2774156" y="1739551"/>
                  <a:pt x="2771680" y="1741265"/>
                  <a:pt x="2768632" y="1741265"/>
                </a:cubicBezTo>
                <a:cubicBezTo>
                  <a:pt x="2764155" y="1741265"/>
                  <a:pt x="2760536" y="1737646"/>
                  <a:pt x="2760536" y="1733169"/>
                </a:cubicBezTo>
                <a:cubicBezTo>
                  <a:pt x="2760536" y="1728692"/>
                  <a:pt x="2764155" y="1725073"/>
                  <a:pt x="2768632" y="1725073"/>
                </a:cubicBezTo>
                <a:cubicBezTo>
                  <a:pt x="2771680" y="1725073"/>
                  <a:pt x="2774156" y="1726787"/>
                  <a:pt x="2775585" y="1729264"/>
                </a:cubicBezTo>
                <a:lnTo>
                  <a:pt x="2775585" y="1737265"/>
                </a:lnTo>
                <a:close/>
                <a:moveTo>
                  <a:pt x="2922746" y="2252186"/>
                </a:moveTo>
                <a:lnTo>
                  <a:pt x="2915603" y="2252186"/>
                </a:lnTo>
                <a:lnTo>
                  <a:pt x="2915603" y="2243804"/>
                </a:lnTo>
                <a:lnTo>
                  <a:pt x="2922746" y="2243804"/>
                </a:lnTo>
                <a:lnTo>
                  <a:pt x="2922746" y="2252186"/>
                </a:lnTo>
                <a:close/>
                <a:moveTo>
                  <a:pt x="2853880" y="2008632"/>
                </a:moveTo>
                <a:cubicBezTo>
                  <a:pt x="2846737" y="2008632"/>
                  <a:pt x="2841022" y="2014442"/>
                  <a:pt x="2841022" y="2021491"/>
                </a:cubicBezTo>
                <a:cubicBezTo>
                  <a:pt x="2841022" y="2028539"/>
                  <a:pt x="2846832" y="2034350"/>
                  <a:pt x="2853880" y="2034350"/>
                </a:cubicBezTo>
                <a:cubicBezTo>
                  <a:pt x="2860167" y="2034350"/>
                  <a:pt x="2865406" y="2029778"/>
                  <a:pt x="2866549" y="2023872"/>
                </a:cubicBezTo>
                <a:lnTo>
                  <a:pt x="3003518" y="2023872"/>
                </a:lnTo>
                <a:lnTo>
                  <a:pt x="3035808" y="1997393"/>
                </a:lnTo>
                <a:lnTo>
                  <a:pt x="3114770" y="1997107"/>
                </a:lnTo>
                <a:lnTo>
                  <a:pt x="3114770" y="1992344"/>
                </a:lnTo>
                <a:lnTo>
                  <a:pt x="3034094" y="1992725"/>
                </a:lnTo>
                <a:lnTo>
                  <a:pt x="3001804" y="2019205"/>
                </a:lnTo>
                <a:lnTo>
                  <a:pt x="2866549" y="2019205"/>
                </a:lnTo>
                <a:cubicBezTo>
                  <a:pt x="2865406" y="2013204"/>
                  <a:pt x="2860167" y="2008727"/>
                  <a:pt x="2853880" y="2008727"/>
                </a:cubicBezTo>
                <a:close/>
                <a:moveTo>
                  <a:pt x="2853880" y="2029682"/>
                </a:moveTo>
                <a:cubicBezTo>
                  <a:pt x="2849404" y="2029682"/>
                  <a:pt x="2845784" y="2026063"/>
                  <a:pt x="2845784" y="2021586"/>
                </a:cubicBezTo>
                <a:cubicBezTo>
                  <a:pt x="2845784" y="2017109"/>
                  <a:pt x="2849404" y="2013490"/>
                  <a:pt x="2853880" y="2013490"/>
                </a:cubicBezTo>
                <a:cubicBezTo>
                  <a:pt x="2858357" y="2013490"/>
                  <a:pt x="2861977" y="2017109"/>
                  <a:pt x="2861977" y="2021586"/>
                </a:cubicBezTo>
                <a:cubicBezTo>
                  <a:pt x="2861977" y="2026063"/>
                  <a:pt x="2858357" y="2029682"/>
                  <a:pt x="2853880" y="2029682"/>
                </a:cubicBezTo>
                <a:close/>
                <a:moveTo>
                  <a:pt x="2915603" y="2277428"/>
                </a:moveTo>
                <a:lnTo>
                  <a:pt x="2922746" y="2277428"/>
                </a:lnTo>
                <a:lnTo>
                  <a:pt x="2922746" y="2285810"/>
                </a:lnTo>
                <a:lnTo>
                  <a:pt x="2915603" y="2285810"/>
                </a:lnTo>
                <a:lnTo>
                  <a:pt x="2915603" y="2277428"/>
                </a:lnTo>
                <a:close/>
                <a:moveTo>
                  <a:pt x="2915603" y="2311146"/>
                </a:moveTo>
                <a:lnTo>
                  <a:pt x="2922746" y="2311146"/>
                </a:lnTo>
                <a:lnTo>
                  <a:pt x="2922746" y="2319528"/>
                </a:lnTo>
                <a:lnTo>
                  <a:pt x="2915603" y="2319528"/>
                </a:lnTo>
                <a:lnTo>
                  <a:pt x="2915603" y="2311146"/>
                </a:lnTo>
                <a:close/>
                <a:moveTo>
                  <a:pt x="2915603" y="2294287"/>
                </a:moveTo>
                <a:lnTo>
                  <a:pt x="2922746" y="2294287"/>
                </a:lnTo>
                <a:lnTo>
                  <a:pt x="2922746" y="2302669"/>
                </a:lnTo>
                <a:lnTo>
                  <a:pt x="2915603" y="2302669"/>
                </a:lnTo>
                <a:lnTo>
                  <a:pt x="2915603" y="2294287"/>
                </a:lnTo>
                <a:close/>
                <a:moveTo>
                  <a:pt x="2174081" y="3034570"/>
                </a:moveTo>
                <a:lnTo>
                  <a:pt x="2169319" y="3034570"/>
                </a:lnTo>
                <a:lnTo>
                  <a:pt x="2169319" y="3015520"/>
                </a:lnTo>
                <a:lnTo>
                  <a:pt x="2174081" y="3015520"/>
                </a:lnTo>
                <a:lnTo>
                  <a:pt x="2174081" y="3034570"/>
                </a:lnTo>
                <a:close/>
                <a:moveTo>
                  <a:pt x="2915603" y="2328005"/>
                </a:moveTo>
                <a:lnTo>
                  <a:pt x="2922746" y="2328005"/>
                </a:lnTo>
                <a:lnTo>
                  <a:pt x="2922746" y="2332768"/>
                </a:lnTo>
                <a:lnTo>
                  <a:pt x="2915603" y="2332768"/>
                </a:lnTo>
                <a:lnTo>
                  <a:pt x="2915603" y="2328005"/>
                </a:lnTo>
                <a:close/>
                <a:moveTo>
                  <a:pt x="2740819" y="1758887"/>
                </a:moveTo>
                <a:cubicBezTo>
                  <a:pt x="2732818" y="1758887"/>
                  <a:pt x="2726246" y="1765459"/>
                  <a:pt x="2726246" y="1773460"/>
                </a:cubicBezTo>
                <a:cubicBezTo>
                  <a:pt x="2726246" y="1781461"/>
                  <a:pt x="2732818" y="1788033"/>
                  <a:pt x="2740819" y="1788033"/>
                </a:cubicBezTo>
                <a:cubicBezTo>
                  <a:pt x="2747867" y="1788033"/>
                  <a:pt x="2753678" y="1783080"/>
                  <a:pt x="2755106" y="1776413"/>
                </a:cubicBezTo>
                <a:lnTo>
                  <a:pt x="2840355" y="1776413"/>
                </a:lnTo>
                <a:lnTo>
                  <a:pt x="2858548" y="1798796"/>
                </a:lnTo>
                <a:lnTo>
                  <a:pt x="3014377" y="1798796"/>
                </a:lnTo>
                <a:cubicBezTo>
                  <a:pt x="3015615" y="1805654"/>
                  <a:pt x="3021521" y="1810893"/>
                  <a:pt x="3028664" y="1810893"/>
                </a:cubicBezTo>
                <a:cubicBezTo>
                  <a:pt x="3036665" y="1810893"/>
                  <a:pt x="3043238" y="1804321"/>
                  <a:pt x="3043238" y="1796320"/>
                </a:cubicBezTo>
                <a:cubicBezTo>
                  <a:pt x="3043238" y="1788319"/>
                  <a:pt x="3036665" y="1781747"/>
                  <a:pt x="3028664" y="1781747"/>
                </a:cubicBezTo>
                <a:cubicBezTo>
                  <a:pt x="3021425" y="1781747"/>
                  <a:pt x="3015425" y="1787081"/>
                  <a:pt x="3014282" y="1794034"/>
                </a:cubicBezTo>
                <a:lnTo>
                  <a:pt x="2860738" y="1794034"/>
                </a:lnTo>
                <a:lnTo>
                  <a:pt x="2842546" y="1771650"/>
                </a:lnTo>
                <a:lnTo>
                  <a:pt x="2755106" y="1771650"/>
                </a:lnTo>
                <a:cubicBezTo>
                  <a:pt x="2754249" y="1764506"/>
                  <a:pt x="2748153" y="1758887"/>
                  <a:pt x="2740724" y="1758887"/>
                </a:cubicBezTo>
                <a:close/>
                <a:moveTo>
                  <a:pt x="2740819" y="1783271"/>
                </a:moveTo>
                <a:cubicBezTo>
                  <a:pt x="2735390" y="1783271"/>
                  <a:pt x="2731008" y="1778889"/>
                  <a:pt x="2731008" y="1773460"/>
                </a:cubicBezTo>
                <a:cubicBezTo>
                  <a:pt x="2731008" y="1768031"/>
                  <a:pt x="2735390" y="1763649"/>
                  <a:pt x="2740819" y="1763649"/>
                </a:cubicBezTo>
                <a:cubicBezTo>
                  <a:pt x="2746248" y="1763649"/>
                  <a:pt x="2750630" y="1768031"/>
                  <a:pt x="2750630" y="1773460"/>
                </a:cubicBezTo>
                <a:cubicBezTo>
                  <a:pt x="2750630" y="1778889"/>
                  <a:pt x="2746248" y="1783271"/>
                  <a:pt x="2740819" y="1783271"/>
                </a:cubicBezTo>
                <a:close/>
                <a:moveTo>
                  <a:pt x="3028664" y="1786414"/>
                </a:moveTo>
                <a:cubicBezTo>
                  <a:pt x="3034094" y="1786414"/>
                  <a:pt x="3038475" y="1790795"/>
                  <a:pt x="3038475" y="1796225"/>
                </a:cubicBezTo>
                <a:cubicBezTo>
                  <a:pt x="3038475" y="1801654"/>
                  <a:pt x="3034094" y="1806035"/>
                  <a:pt x="3028664" y="1806035"/>
                </a:cubicBezTo>
                <a:cubicBezTo>
                  <a:pt x="3023235" y="1806035"/>
                  <a:pt x="3018854" y="1801654"/>
                  <a:pt x="3018854" y="1796225"/>
                </a:cubicBezTo>
                <a:cubicBezTo>
                  <a:pt x="3018854" y="1790795"/>
                  <a:pt x="3023235" y="1786414"/>
                  <a:pt x="3028664" y="1786414"/>
                </a:cubicBezTo>
                <a:close/>
                <a:moveTo>
                  <a:pt x="2993708" y="1985010"/>
                </a:moveTo>
                <a:lnTo>
                  <a:pt x="2902077" y="1985010"/>
                </a:lnTo>
                <a:cubicBezTo>
                  <a:pt x="2900934" y="1979009"/>
                  <a:pt x="2895695" y="1974532"/>
                  <a:pt x="2889409" y="1974532"/>
                </a:cubicBezTo>
                <a:cubicBezTo>
                  <a:pt x="2882265" y="1974532"/>
                  <a:pt x="2876550" y="1980343"/>
                  <a:pt x="2876550" y="1987391"/>
                </a:cubicBezTo>
                <a:cubicBezTo>
                  <a:pt x="2876550" y="1994440"/>
                  <a:pt x="2882360" y="2000250"/>
                  <a:pt x="2889409" y="2000250"/>
                </a:cubicBezTo>
                <a:cubicBezTo>
                  <a:pt x="2895695" y="2000250"/>
                  <a:pt x="2900934" y="1995678"/>
                  <a:pt x="2902077" y="1989773"/>
                </a:cubicBezTo>
                <a:lnTo>
                  <a:pt x="2995422" y="1989773"/>
                </a:lnTo>
                <a:lnTo>
                  <a:pt x="3027712" y="1963293"/>
                </a:lnTo>
                <a:lnTo>
                  <a:pt x="3114770" y="1964055"/>
                </a:lnTo>
                <a:lnTo>
                  <a:pt x="3114770" y="1959293"/>
                </a:lnTo>
                <a:lnTo>
                  <a:pt x="3025997" y="1958531"/>
                </a:lnTo>
                <a:lnTo>
                  <a:pt x="2993708" y="1985010"/>
                </a:lnTo>
                <a:close/>
                <a:moveTo>
                  <a:pt x="2889409" y="1995488"/>
                </a:moveTo>
                <a:cubicBezTo>
                  <a:pt x="2884932" y="1995488"/>
                  <a:pt x="2881313" y="1991868"/>
                  <a:pt x="2881313" y="1987391"/>
                </a:cubicBezTo>
                <a:cubicBezTo>
                  <a:pt x="2881313" y="1982915"/>
                  <a:pt x="2884932" y="1979295"/>
                  <a:pt x="2889409" y="1979295"/>
                </a:cubicBezTo>
                <a:cubicBezTo>
                  <a:pt x="2893886" y="1979295"/>
                  <a:pt x="2897505" y="1982915"/>
                  <a:pt x="2897505" y="1987391"/>
                </a:cubicBezTo>
                <a:cubicBezTo>
                  <a:pt x="2897505" y="1991868"/>
                  <a:pt x="2893886" y="1995488"/>
                  <a:pt x="2889409" y="1995488"/>
                </a:cubicBezTo>
                <a:close/>
                <a:moveTo>
                  <a:pt x="1606582" y="2859500"/>
                </a:moveTo>
                <a:lnTo>
                  <a:pt x="1622679" y="2873788"/>
                </a:lnTo>
                <a:lnTo>
                  <a:pt x="1719263" y="2874074"/>
                </a:lnTo>
                <a:lnTo>
                  <a:pt x="1719263" y="2878550"/>
                </a:lnTo>
                <a:cubicBezTo>
                  <a:pt x="1719263" y="2882455"/>
                  <a:pt x="1722501" y="2885694"/>
                  <a:pt x="1726406" y="2885599"/>
                </a:cubicBezTo>
                <a:lnTo>
                  <a:pt x="1739932" y="2885599"/>
                </a:lnTo>
                <a:cubicBezTo>
                  <a:pt x="1743837" y="2885599"/>
                  <a:pt x="1747076" y="2882360"/>
                  <a:pt x="1746980" y="2878455"/>
                </a:cubicBezTo>
                <a:lnTo>
                  <a:pt x="1746980" y="2864930"/>
                </a:lnTo>
                <a:cubicBezTo>
                  <a:pt x="1746980" y="2861024"/>
                  <a:pt x="1743742" y="2857786"/>
                  <a:pt x="1739837" y="2857881"/>
                </a:cubicBezTo>
                <a:lnTo>
                  <a:pt x="1726311" y="2857881"/>
                </a:lnTo>
                <a:cubicBezTo>
                  <a:pt x="1722406" y="2857881"/>
                  <a:pt x="1719167" y="2861120"/>
                  <a:pt x="1719263" y="2865120"/>
                </a:cubicBezTo>
                <a:lnTo>
                  <a:pt x="1719263" y="2869406"/>
                </a:lnTo>
                <a:cubicBezTo>
                  <a:pt x="1719263" y="2869406"/>
                  <a:pt x="1624489" y="2869121"/>
                  <a:pt x="1624489" y="2869121"/>
                </a:cubicBezTo>
                <a:lnTo>
                  <a:pt x="1608392" y="2854833"/>
                </a:lnTo>
                <a:lnTo>
                  <a:pt x="1580388" y="2854833"/>
                </a:lnTo>
                <a:cubicBezTo>
                  <a:pt x="1579340" y="2850547"/>
                  <a:pt x="1575626" y="2847404"/>
                  <a:pt x="1571149" y="2847404"/>
                </a:cubicBezTo>
                <a:cubicBezTo>
                  <a:pt x="1565720" y="2847404"/>
                  <a:pt x="1561338" y="2851785"/>
                  <a:pt x="1561338" y="2857214"/>
                </a:cubicBezTo>
                <a:cubicBezTo>
                  <a:pt x="1561338" y="2862644"/>
                  <a:pt x="1565720" y="2867025"/>
                  <a:pt x="1571149" y="2867025"/>
                </a:cubicBezTo>
                <a:cubicBezTo>
                  <a:pt x="1575721" y="2867025"/>
                  <a:pt x="1579340" y="2863882"/>
                  <a:pt x="1580388" y="2859596"/>
                </a:cubicBezTo>
                <a:lnTo>
                  <a:pt x="1606582" y="2859596"/>
                </a:lnTo>
                <a:close/>
                <a:moveTo>
                  <a:pt x="1726406" y="2862644"/>
                </a:moveTo>
                <a:lnTo>
                  <a:pt x="1739932" y="2862644"/>
                </a:lnTo>
                <a:cubicBezTo>
                  <a:pt x="1741265" y="2862644"/>
                  <a:pt x="1742313" y="2863596"/>
                  <a:pt x="1742313" y="2864930"/>
                </a:cubicBezTo>
                <a:lnTo>
                  <a:pt x="1742313" y="2878455"/>
                </a:lnTo>
                <a:cubicBezTo>
                  <a:pt x="1742313" y="2879788"/>
                  <a:pt x="1741361" y="2880836"/>
                  <a:pt x="1740027" y="2880836"/>
                </a:cubicBezTo>
                <a:lnTo>
                  <a:pt x="1726502" y="2880836"/>
                </a:lnTo>
                <a:cubicBezTo>
                  <a:pt x="1725168" y="2880836"/>
                  <a:pt x="1724120" y="2879884"/>
                  <a:pt x="1724120" y="2878550"/>
                </a:cubicBezTo>
                <a:lnTo>
                  <a:pt x="1724120" y="2865025"/>
                </a:lnTo>
                <a:cubicBezTo>
                  <a:pt x="1724120" y="2863692"/>
                  <a:pt x="1725073" y="2862644"/>
                  <a:pt x="1726406" y="2862644"/>
                </a:cubicBezTo>
                <a:close/>
                <a:moveTo>
                  <a:pt x="1571149" y="2862072"/>
                </a:moveTo>
                <a:cubicBezTo>
                  <a:pt x="1568387" y="2862072"/>
                  <a:pt x="1566101" y="2859786"/>
                  <a:pt x="1566101" y="2857024"/>
                </a:cubicBezTo>
                <a:cubicBezTo>
                  <a:pt x="1566101" y="2854262"/>
                  <a:pt x="1568387" y="2851976"/>
                  <a:pt x="1571149" y="2851976"/>
                </a:cubicBezTo>
                <a:cubicBezTo>
                  <a:pt x="1573911" y="2851976"/>
                  <a:pt x="1576102" y="2854262"/>
                  <a:pt x="1576102" y="2857024"/>
                </a:cubicBezTo>
                <a:cubicBezTo>
                  <a:pt x="1576102" y="2859786"/>
                  <a:pt x="1573816" y="2862072"/>
                  <a:pt x="1571149" y="2862072"/>
                </a:cubicBezTo>
                <a:close/>
                <a:moveTo>
                  <a:pt x="2993517" y="1884331"/>
                </a:moveTo>
                <a:lnTo>
                  <a:pt x="2796350" y="1883188"/>
                </a:lnTo>
                <a:lnTo>
                  <a:pt x="2781395" y="1868043"/>
                </a:lnTo>
                <a:cubicBezTo>
                  <a:pt x="2779586" y="1869091"/>
                  <a:pt x="2777585" y="1869853"/>
                  <a:pt x="2775395" y="1869853"/>
                </a:cubicBezTo>
                <a:cubicBezTo>
                  <a:pt x="2768632" y="1869853"/>
                  <a:pt x="2763203" y="1864424"/>
                  <a:pt x="2763203" y="1857661"/>
                </a:cubicBezTo>
                <a:cubicBezTo>
                  <a:pt x="2763203" y="1850898"/>
                  <a:pt x="2768632" y="1845469"/>
                  <a:pt x="2775395" y="1845469"/>
                </a:cubicBezTo>
                <a:cubicBezTo>
                  <a:pt x="2782157" y="1845469"/>
                  <a:pt x="2787587" y="1850898"/>
                  <a:pt x="2787587" y="1857661"/>
                </a:cubicBezTo>
                <a:cubicBezTo>
                  <a:pt x="2787587" y="1860423"/>
                  <a:pt x="2786539" y="1862804"/>
                  <a:pt x="2785015" y="1864805"/>
                </a:cubicBezTo>
                <a:lnTo>
                  <a:pt x="2798445" y="1878330"/>
                </a:lnTo>
                <a:lnTo>
                  <a:pt x="2995708" y="1879473"/>
                </a:lnTo>
                <a:lnTo>
                  <a:pt x="3007614" y="1892332"/>
                </a:lnTo>
                <a:lnTo>
                  <a:pt x="3090577" y="1892332"/>
                </a:lnTo>
                <a:lnTo>
                  <a:pt x="3114866" y="1864805"/>
                </a:lnTo>
                <a:lnTo>
                  <a:pt x="3114866" y="1872044"/>
                </a:lnTo>
                <a:lnTo>
                  <a:pt x="3092672" y="1897094"/>
                </a:lnTo>
                <a:lnTo>
                  <a:pt x="3005519" y="1897094"/>
                </a:lnTo>
                <a:lnTo>
                  <a:pt x="2993612" y="1884140"/>
                </a:lnTo>
                <a:close/>
                <a:moveTo>
                  <a:pt x="2317052" y="2831211"/>
                </a:moveTo>
                <a:cubicBezTo>
                  <a:pt x="2318195" y="2831592"/>
                  <a:pt x="2319338" y="2831973"/>
                  <a:pt x="2320671" y="2831973"/>
                </a:cubicBezTo>
                <a:cubicBezTo>
                  <a:pt x="2326862" y="2831973"/>
                  <a:pt x="2331911" y="2826925"/>
                  <a:pt x="2331911" y="2820734"/>
                </a:cubicBezTo>
                <a:cubicBezTo>
                  <a:pt x="2331911" y="2814542"/>
                  <a:pt x="2326862" y="2809494"/>
                  <a:pt x="2320671" y="2809494"/>
                </a:cubicBezTo>
                <a:cubicBezTo>
                  <a:pt x="2314480" y="2809494"/>
                  <a:pt x="2309432" y="2814542"/>
                  <a:pt x="2309432" y="2820734"/>
                </a:cubicBezTo>
                <a:cubicBezTo>
                  <a:pt x="2309432" y="2823972"/>
                  <a:pt x="2310860" y="2826830"/>
                  <a:pt x="2313051" y="2828925"/>
                </a:cubicBezTo>
                <a:lnTo>
                  <a:pt x="2201513" y="2952655"/>
                </a:lnTo>
                <a:lnTo>
                  <a:pt x="2200942" y="2953322"/>
                </a:lnTo>
                <a:lnTo>
                  <a:pt x="2200466" y="3099721"/>
                </a:lnTo>
                <a:lnTo>
                  <a:pt x="2205228" y="3099721"/>
                </a:lnTo>
                <a:cubicBezTo>
                  <a:pt x="2205228" y="3099721"/>
                  <a:pt x="2205704" y="2955131"/>
                  <a:pt x="2205704" y="2955131"/>
                </a:cubicBezTo>
                <a:lnTo>
                  <a:pt x="2317242" y="2831306"/>
                </a:lnTo>
                <a:lnTo>
                  <a:pt x="2317052" y="2831116"/>
                </a:lnTo>
                <a:close/>
                <a:moveTo>
                  <a:pt x="2314099" y="2820638"/>
                </a:moveTo>
                <a:cubicBezTo>
                  <a:pt x="2314099" y="2817019"/>
                  <a:pt x="2317052" y="2814161"/>
                  <a:pt x="2320576" y="2814161"/>
                </a:cubicBezTo>
                <a:cubicBezTo>
                  <a:pt x="2324100" y="2814161"/>
                  <a:pt x="2327053" y="2817114"/>
                  <a:pt x="2327053" y="2820638"/>
                </a:cubicBezTo>
                <a:cubicBezTo>
                  <a:pt x="2327053" y="2824163"/>
                  <a:pt x="2324100" y="2827115"/>
                  <a:pt x="2320576" y="2827115"/>
                </a:cubicBezTo>
                <a:cubicBezTo>
                  <a:pt x="2317052" y="2827115"/>
                  <a:pt x="2314099" y="2824163"/>
                  <a:pt x="2314099" y="2820638"/>
                </a:cubicBezTo>
                <a:close/>
                <a:moveTo>
                  <a:pt x="2880455" y="2124456"/>
                </a:moveTo>
                <a:lnTo>
                  <a:pt x="2880455" y="2092452"/>
                </a:lnTo>
                <a:cubicBezTo>
                  <a:pt x="2880455" y="2091119"/>
                  <a:pt x="2879408" y="2090071"/>
                  <a:pt x="2878074" y="2090071"/>
                </a:cubicBezTo>
                <a:lnTo>
                  <a:pt x="2846070" y="2090071"/>
                </a:lnTo>
                <a:cubicBezTo>
                  <a:pt x="2844737" y="2090071"/>
                  <a:pt x="2843689" y="2091119"/>
                  <a:pt x="2843689" y="2092452"/>
                </a:cubicBezTo>
                <a:lnTo>
                  <a:pt x="2843689" y="2124456"/>
                </a:lnTo>
                <a:cubicBezTo>
                  <a:pt x="2843689" y="2125790"/>
                  <a:pt x="2844737" y="2126837"/>
                  <a:pt x="2846070" y="2126837"/>
                </a:cubicBezTo>
                <a:lnTo>
                  <a:pt x="2859691" y="2126837"/>
                </a:lnTo>
                <a:lnTo>
                  <a:pt x="2859691" y="2281714"/>
                </a:lnTo>
                <a:lnTo>
                  <a:pt x="2864453" y="2281714"/>
                </a:lnTo>
                <a:lnTo>
                  <a:pt x="2864453" y="2126837"/>
                </a:lnTo>
                <a:lnTo>
                  <a:pt x="2878074" y="2126837"/>
                </a:lnTo>
                <a:cubicBezTo>
                  <a:pt x="2879408" y="2126837"/>
                  <a:pt x="2880455" y="2125790"/>
                  <a:pt x="2880455" y="2124456"/>
                </a:cubicBezTo>
                <a:close/>
                <a:moveTo>
                  <a:pt x="2875693" y="2122075"/>
                </a:moveTo>
                <a:lnTo>
                  <a:pt x="2848451" y="2122075"/>
                </a:lnTo>
                <a:lnTo>
                  <a:pt x="2848451" y="2094833"/>
                </a:lnTo>
                <a:lnTo>
                  <a:pt x="2875693" y="2094833"/>
                </a:lnTo>
                <a:lnTo>
                  <a:pt x="2875693" y="2122075"/>
                </a:lnTo>
                <a:close/>
                <a:moveTo>
                  <a:pt x="2986373" y="2367915"/>
                </a:moveTo>
                <a:lnTo>
                  <a:pt x="2966276" y="2367915"/>
                </a:lnTo>
                <a:cubicBezTo>
                  <a:pt x="2962942" y="2367915"/>
                  <a:pt x="2960275" y="2365248"/>
                  <a:pt x="2960275" y="2361914"/>
                </a:cubicBezTo>
                <a:lnTo>
                  <a:pt x="2960275" y="2341817"/>
                </a:lnTo>
                <a:cubicBezTo>
                  <a:pt x="2960275" y="2338483"/>
                  <a:pt x="2962942" y="2335816"/>
                  <a:pt x="2966276" y="2335816"/>
                </a:cubicBezTo>
                <a:lnTo>
                  <a:pt x="2972753" y="2335816"/>
                </a:lnTo>
                <a:lnTo>
                  <a:pt x="2972753" y="2329815"/>
                </a:lnTo>
                <a:lnTo>
                  <a:pt x="2979896" y="2329815"/>
                </a:lnTo>
                <a:lnTo>
                  <a:pt x="2979896" y="2335816"/>
                </a:lnTo>
                <a:lnTo>
                  <a:pt x="2986373" y="2335816"/>
                </a:lnTo>
                <a:cubicBezTo>
                  <a:pt x="2989707" y="2335816"/>
                  <a:pt x="2992374" y="2338483"/>
                  <a:pt x="2992374" y="2341817"/>
                </a:cubicBezTo>
                <a:lnTo>
                  <a:pt x="2992374" y="2361914"/>
                </a:lnTo>
                <a:cubicBezTo>
                  <a:pt x="2992374" y="2365248"/>
                  <a:pt x="2989707" y="2367915"/>
                  <a:pt x="2986373" y="2367915"/>
                </a:cubicBezTo>
                <a:close/>
                <a:moveTo>
                  <a:pt x="633698" y="3059811"/>
                </a:moveTo>
                <a:lnTo>
                  <a:pt x="638461" y="3059811"/>
                </a:lnTo>
                <a:lnTo>
                  <a:pt x="638461" y="3068288"/>
                </a:lnTo>
                <a:lnTo>
                  <a:pt x="644843" y="3073813"/>
                </a:lnTo>
                <a:lnTo>
                  <a:pt x="641699" y="3077432"/>
                </a:lnTo>
                <a:lnTo>
                  <a:pt x="633698" y="3070479"/>
                </a:lnTo>
                <a:lnTo>
                  <a:pt x="633698" y="3059906"/>
                </a:lnTo>
                <a:close/>
                <a:moveTo>
                  <a:pt x="2909126" y="2335911"/>
                </a:moveTo>
                <a:lnTo>
                  <a:pt x="2929223" y="2335911"/>
                </a:lnTo>
                <a:cubicBezTo>
                  <a:pt x="2932557" y="2335911"/>
                  <a:pt x="2935224" y="2338578"/>
                  <a:pt x="2935224" y="2341912"/>
                </a:cubicBezTo>
                <a:lnTo>
                  <a:pt x="2935224" y="2362010"/>
                </a:lnTo>
                <a:cubicBezTo>
                  <a:pt x="2935224" y="2365343"/>
                  <a:pt x="2932557" y="2368010"/>
                  <a:pt x="2929223" y="2368010"/>
                </a:cubicBezTo>
                <a:lnTo>
                  <a:pt x="2909126" y="2368010"/>
                </a:lnTo>
                <a:cubicBezTo>
                  <a:pt x="2905792" y="2368010"/>
                  <a:pt x="2903125" y="2365343"/>
                  <a:pt x="2903125" y="2362010"/>
                </a:cubicBezTo>
                <a:lnTo>
                  <a:pt x="2903125" y="2341912"/>
                </a:lnTo>
                <a:cubicBezTo>
                  <a:pt x="2903125" y="2338578"/>
                  <a:pt x="2905792" y="2335911"/>
                  <a:pt x="2909126" y="2335911"/>
                </a:cubicBezTo>
                <a:close/>
                <a:moveTo>
                  <a:pt x="638461" y="3051620"/>
                </a:moveTo>
                <a:lnTo>
                  <a:pt x="633698" y="3051620"/>
                </a:lnTo>
                <a:lnTo>
                  <a:pt x="633698" y="3043428"/>
                </a:lnTo>
                <a:lnTo>
                  <a:pt x="638461" y="3043428"/>
                </a:lnTo>
                <a:lnTo>
                  <a:pt x="638461" y="3051620"/>
                </a:lnTo>
                <a:close/>
                <a:moveTo>
                  <a:pt x="2979896" y="2300478"/>
                </a:moveTo>
                <a:lnTo>
                  <a:pt x="2972753" y="2300478"/>
                </a:lnTo>
                <a:lnTo>
                  <a:pt x="2972753" y="2290953"/>
                </a:lnTo>
                <a:lnTo>
                  <a:pt x="2979896" y="2290953"/>
                </a:lnTo>
                <a:lnTo>
                  <a:pt x="2979896" y="2300478"/>
                </a:lnTo>
                <a:close/>
                <a:moveTo>
                  <a:pt x="2968371" y="2113217"/>
                </a:moveTo>
                <a:lnTo>
                  <a:pt x="2968371" y="2103596"/>
                </a:lnTo>
                <a:cubicBezTo>
                  <a:pt x="2968371" y="2101787"/>
                  <a:pt x="2969800" y="2100358"/>
                  <a:pt x="2971610" y="2100358"/>
                </a:cubicBezTo>
                <a:lnTo>
                  <a:pt x="2981230" y="2100358"/>
                </a:lnTo>
                <a:cubicBezTo>
                  <a:pt x="2982944" y="2100358"/>
                  <a:pt x="2984468" y="2101787"/>
                  <a:pt x="2984468" y="2103596"/>
                </a:cubicBezTo>
                <a:lnTo>
                  <a:pt x="2984468" y="2113217"/>
                </a:lnTo>
                <a:cubicBezTo>
                  <a:pt x="2984468" y="2114931"/>
                  <a:pt x="2983040" y="2116455"/>
                  <a:pt x="2981230" y="2116455"/>
                </a:cubicBezTo>
                <a:lnTo>
                  <a:pt x="2971610" y="2116455"/>
                </a:lnTo>
                <a:cubicBezTo>
                  <a:pt x="2969800" y="2116455"/>
                  <a:pt x="2968371" y="2115026"/>
                  <a:pt x="2968371" y="2113217"/>
                </a:cubicBezTo>
                <a:close/>
                <a:moveTo>
                  <a:pt x="2972753" y="2310289"/>
                </a:moveTo>
                <a:lnTo>
                  <a:pt x="2979896" y="2310289"/>
                </a:lnTo>
                <a:lnTo>
                  <a:pt x="2979896" y="2320100"/>
                </a:lnTo>
                <a:lnTo>
                  <a:pt x="2972753" y="2320100"/>
                </a:lnTo>
                <a:lnTo>
                  <a:pt x="2972753" y="2310289"/>
                </a:lnTo>
                <a:close/>
                <a:moveTo>
                  <a:pt x="2937605" y="2124456"/>
                </a:moveTo>
                <a:lnTo>
                  <a:pt x="2937605" y="2092452"/>
                </a:lnTo>
                <a:cubicBezTo>
                  <a:pt x="2937605" y="2091119"/>
                  <a:pt x="2936558" y="2090071"/>
                  <a:pt x="2935224" y="2090071"/>
                </a:cubicBezTo>
                <a:lnTo>
                  <a:pt x="2903220" y="2090071"/>
                </a:lnTo>
                <a:cubicBezTo>
                  <a:pt x="2901887" y="2090071"/>
                  <a:pt x="2900839" y="2091119"/>
                  <a:pt x="2900839" y="2092452"/>
                </a:cubicBezTo>
                <a:lnTo>
                  <a:pt x="2900839" y="2124456"/>
                </a:lnTo>
                <a:cubicBezTo>
                  <a:pt x="2900839" y="2125790"/>
                  <a:pt x="2901887" y="2126837"/>
                  <a:pt x="2903220" y="2126837"/>
                </a:cubicBezTo>
                <a:lnTo>
                  <a:pt x="2916841" y="2126837"/>
                </a:lnTo>
                <a:lnTo>
                  <a:pt x="2916841" y="2230565"/>
                </a:lnTo>
                <a:lnTo>
                  <a:pt x="2915698" y="2230565"/>
                </a:lnTo>
                <a:lnTo>
                  <a:pt x="2915698" y="2235327"/>
                </a:lnTo>
                <a:lnTo>
                  <a:pt x="2922842" y="2235327"/>
                </a:lnTo>
                <a:lnTo>
                  <a:pt x="2922842" y="2230565"/>
                </a:lnTo>
                <a:lnTo>
                  <a:pt x="2921699" y="2230565"/>
                </a:lnTo>
                <a:lnTo>
                  <a:pt x="2921699" y="2126837"/>
                </a:lnTo>
                <a:lnTo>
                  <a:pt x="2935319" y="2126837"/>
                </a:lnTo>
                <a:cubicBezTo>
                  <a:pt x="2936653" y="2126837"/>
                  <a:pt x="2937701" y="2125790"/>
                  <a:pt x="2937701" y="2124456"/>
                </a:cubicBezTo>
                <a:close/>
                <a:moveTo>
                  <a:pt x="2932843" y="2122075"/>
                </a:moveTo>
                <a:lnTo>
                  <a:pt x="2905601" y="2122075"/>
                </a:lnTo>
                <a:lnTo>
                  <a:pt x="2905601" y="2094833"/>
                </a:lnTo>
                <a:lnTo>
                  <a:pt x="2932843" y="2094833"/>
                </a:lnTo>
                <a:lnTo>
                  <a:pt x="2932843" y="2122075"/>
                </a:lnTo>
                <a:close/>
                <a:moveTo>
                  <a:pt x="2858453" y="2308670"/>
                </a:moveTo>
                <a:lnTo>
                  <a:pt x="2865596" y="2308670"/>
                </a:lnTo>
                <a:lnTo>
                  <a:pt x="2865596" y="2318480"/>
                </a:lnTo>
                <a:lnTo>
                  <a:pt x="2858453" y="2318480"/>
                </a:lnTo>
                <a:lnTo>
                  <a:pt x="2858453" y="2308670"/>
                </a:lnTo>
                <a:close/>
                <a:moveTo>
                  <a:pt x="2911221" y="2113217"/>
                </a:moveTo>
                <a:lnTo>
                  <a:pt x="2911221" y="2103596"/>
                </a:lnTo>
                <a:cubicBezTo>
                  <a:pt x="2911221" y="2101787"/>
                  <a:pt x="2912650" y="2100358"/>
                  <a:pt x="2914460" y="2100358"/>
                </a:cubicBezTo>
                <a:lnTo>
                  <a:pt x="2924080" y="2100358"/>
                </a:lnTo>
                <a:cubicBezTo>
                  <a:pt x="2925794" y="2100358"/>
                  <a:pt x="2927318" y="2101787"/>
                  <a:pt x="2927318" y="2103596"/>
                </a:cubicBezTo>
                <a:lnTo>
                  <a:pt x="2927318" y="2113217"/>
                </a:lnTo>
                <a:cubicBezTo>
                  <a:pt x="2927318" y="2114931"/>
                  <a:pt x="2925890" y="2116455"/>
                  <a:pt x="2924080" y="2116455"/>
                </a:cubicBezTo>
                <a:lnTo>
                  <a:pt x="2914460" y="2116455"/>
                </a:lnTo>
                <a:cubicBezTo>
                  <a:pt x="2912650" y="2116455"/>
                  <a:pt x="2911221" y="2115026"/>
                  <a:pt x="2911221" y="2113217"/>
                </a:cubicBezTo>
                <a:close/>
                <a:moveTo>
                  <a:pt x="2854071" y="2113217"/>
                </a:moveTo>
                <a:lnTo>
                  <a:pt x="2854071" y="2103596"/>
                </a:lnTo>
                <a:cubicBezTo>
                  <a:pt x="2854071" y="2101787"/>
                  <a:pt x="2855500" y="2100358"/>
                  <a:pt x="2857310" y="2100358"/>
                </a:cubicBezTo>
                <a:lnTo>
                  <a:pt x="2866930" y="2100358"/>
                </a:lnTo>
                <a:cubicBezTo>
                  <a:pt x="2868740" y="2100358"/>
                  <a:pt x="2870168" y="2101787"/>
                  <a:pt x="2870168" y="2103596"/>
                </a:cubicBezTo>
                <a:lnTo>
                  <a:pt x="2870168" y="2113217"/>
                </a:lnTo>
                <a:cubicBezTo>
                  <a:pt x="2870168" y="2114931"/>
                  <a:pt x="2868740" y="2116455"/>
                  <a:pt x="2866930" y="2116455"/>
                </a:cubicBezTo>
                <a:lnTo>
                  <a:pt x="2857310" y="2116455"/>
                </a:lnTo>
                <a:cubicBezTo>
                  <a:pt x="2855500" y="2116455"/>
                  <a:pt x="2854071" y="2115026"/>
                  <a:pt x="2854071" y="2113217"/>
                </a:cubicBezTo>
                <a:close/>
                <a:moveTo>
                  <a:pt x="2865596" y="2298859"/>
                </a:moveTo>
                <a:lnTo>
                  <a:pt x="2858453" y="2298859"/>
                </a:lnTo>
                <a:lnTo>
                  <a:pt x="2858453" y="2289334"/>
                </a:lnTo>
                <a:lnTo>
                  <a:pt x="2865596" y="2289334"/>
                </a:lnTo>
                <a:lnTo>
                  <a:pt x="2865596" y="2298859"/>
                </a:lnTo>
                <a:close/>
                <a:moveTo>
                  <a:pt x="2858453" y="2328386"/>
                </a:moveTo>
                <a:lnTo>
                  <a:pt x="2865596" y="2328386"/>
                </a:lnTo>
                <a:lnTo>
                  <a:pt x="2865596" y="2336006"/>
                </a:lnTo>
                <a:lnTo>
                  <a:pt x="2872073" y="2336006"/>
                </a:lnTo>
                <a:cubicBezTo>
                  <a:pt x="2875407" y="2336006"/>
                  <a:pt x="2878074" y="2338673"/>
                  <a:pt x="2878074" y="2342007"/>
                </a:cubicBezTo>
                <a:lnTo>
                  <a:pt x="2878074" y="2362105"/>
                </a:lnTo>
                <a:cubicBezTo>
                  <a:pt x="2878074" y="2365439"/>
                  <a:pt x="2875407" y="2368106"/>
                  <a:pt x="2872073" y="2368106"/>
                </a:cubicBezTo>
                <a:lnTo>
                  <a:pt x="2851976" y="2368106"/>
                </a:lnTo>
                <a:cubicBezTo>
                  <a:pt x="2848642" y="2368106"/>
                  <a:pt x="2845975" y="2365439"/>
                  <a:pt x="2845975" y="2362105"/>
                </a:cubicBezTo>
                <a:lnTo>
                  <a:pt x="2845975" y="2342007"/>
                </a:lnTo>
                <a:cubicBezTo>
                  <a:pt x="2845975" y="2338673"/>
                  <a:pt x="2848642" y="2336006"/>
                  <a:pt x="2851976" y="2336006"/>
                </a:cubicBezTo>
                <a:lnTo>
                  <a:pt x="2858453" y="2336006"/>
                </a:lnTo>
                <a:lnTo>
                  <a:pt x="2858453" y="2328386"/>
                </a:lnTo>
                <a:close/>
                <a:moveTo>
                  <a:pt x="2719292" y="902875"/>
                </a:moveTo>
                <a:cubicBezTo>
                  <a:pt x="2718435" y="896207"/>
                  <a:pt x="2723198" y="890207"/>
                  <a:pt x="2729770" y="889349"/>
                </a:cubicBezTo>
                <a:cubicBezTo>
                  <a:pt x="2736437" y="888492"/>
                  <a:pt x="2742438" y="893254"/>
                  <a:pt x="2743295" y="899827"/>
                </a:cubicBezTo>
                <a:cubicBezTo>
                  <a:pt x="2744153" y="906494"/>
                  <a:pt x="2739390" y="912495"/>
                  <a:pt x="2732818" y="913352"/>
                </a:cubicBezTo>
                <a:cubicBezTo>
                  <a:pt x="2726150" y="914210"/>
                  <a:pt x="2720150" y="909447"/>
                  <a:pt x="2719292" y="902875"/>
                </a:cubicBezTo>
                <a:close/>
                <a:moveTo>
                  <a:pt x="362712" y="3493008"/>
                </a:moveTo>
                <a:lnTo>
                  <a:pt x="362712" y="3511772"/>
                </a:lnTo>
                <a:cubicBezTo>
                  <a:pt x="362712" y="3513868"/>
                  <a:pt x="360998" y="3515582"/>
                  <a:pt x="358902" y="3515582"/>
                </a:cubicBezTo>
                <a:lnTo>
                  <a:pt x="340138" y="3515582"/>
                </a:lnTo>
                <a:cubicBezTo>
                  <a:pt x="338042" y="3515582"/>
                  <a:pt x="336328" y="3513868"/>
                  <a:pt x="336328" y="3511772"/>
                </a:cubicBezTo>
                <a:lnTo>
                  <a:pt x="336328" y="3493008"/>
                </a:lnTo>
                <a:cubicBezTo>
                  <a:pt x="336328" y="3490913"/>
                  <a:pt x="338042" y="3489198"/>
                  <a:pt x="340138" y="3489198"/>
                </a:cubicBezTo>
                <a:lnTo>
                  <a:pt x="358902" y="3489198"/>
                </a:lnTo>
                <a:cubicBezTo>
                  <a:pt x="360998" y="3489198"/>
                  <a:pt x="362712" y="3490913"/>
                  <a:pt x="362712" y="3493008"/>
                </a:cubicBezTo>
                <a:close/>
                <a:moveTo>
                  <a:pt x="1161764" y="2191798"/>
                </a:moveTo>
                <a:cubicBezTo>
                  <a:pt x="1157478" y="2191798"/>
                  <a:pt x="1154049" y="2195322"/>
                  <a:pt x="1154049" y="2199513"/>
                </a:cubicBezTo>
                <a:cubicBezTo>
                  <a:pt x="1154049" y="2203704"/>
                  <a:pt x="1157573" y="2207228"/>
                  <a:pt x="1161764" y="2207228"/>
                </a:cubicBezTo>
                <a:cubicBezTo>
                  <a:pt x="1165955" y="2207228"/>
                  <a:pt x="1169575" y="2203704"/>
                  <a:pt x="1169575" y="2199513"/>
                </a:cubicBezTo>
                <a:cubicBezTo>
                  <a:pt x="1169575" y="2195322"/>
                  <a:pt x="1166051" y="2191798"/>
                  <a:pt x="1161764" y="2191798"/>
                </a:cubicBezTo>
                <a:close/>
                <a:moveTo>
                  <a:pt x="1161764" y="2204847"/>
                </a:moveTo>
                <a:cubicBezTo>
                  <a:pt x="1158812" y="2204847"/>
                  <a:pt x="1156430" y="2202466"/>
                  <a:pt x="1156430" y="2199513"/>
                </a:cubicBezTo>
                <a:cubicBezTo>
                  <a:pt x="1156430" y="2196560"/>
                  <a:pt x="1158812" y="2194179"/>
                  <a:pt x="1161764" y="2194179"/>
                </a:cubicBezTo>
                <a:cubicBezTo>
                  <a:pt x="1164717" y="2194179"/>
                  <a:pt x="1167194" y="2196560"/>
                  <a:pt x="1167194" y="2199513"/>
                </a:cubicBezTo>
                <a:cubicBezTo>
                  <a:pt x="1167194" y="2202466"/>
                  <a:pt x="1164812" y="2204847"/>
                  <a:pt x="1161764" y="2204847"/>
                </a:cubicBezTo>
                <a:close/>
                <a:moveTo>
                  <a:pt x="153162" y="735425"/>
                </a:moveTo>
                <a:cubicBezTo>
                  <a:pt x="153733" y="735425"/>
                  <a:pt x="154400" y="735521"/>
                  <a:pt x="154972" y="735521"/>
                </a:cubicBezTo>
                <a:cubicBezTo>
                  <a:pt x="161163" y="735521"/>
                  <a:pt x="166592" y="730949"/>
                  <a:pt x="167545" y="724662"/>
                </a:cubicBezTo>
                <a:cubicBezTo>
                  <a:pt x="168497" y="717709"/>
                  <a:pt x="163735" y="711327"/>
                  <a:pt x="156782" y="710279"/>
                </a:cubicBezTo>
                <a:cubicBezTo>
                  <a:pt x="150876" y="709422"/>
                  <a:pt x="145447" y="712851"/>
                  <a:pt x="143256" y="718090"/>
                </a:cubicBezTo>
                <a:lnTo>
                  <a:pt x="95" y="718090"/>
                </a:lnTo>
                <a:lnTo>
                  <a:pt x="95" y="727615"/>
                </a:lnTo>
                <a:lnTo>
                  <a:pt x="143256" y="727615"/>
                </a:lnTo>
                <a:cubicBezTo>
                  <a:pt x="144875" y="731615"/>
                  <a:pt x="148495" y="734759"/>
                  <a:pt x="153162" y="735425"/>
                </a:cubicBezTo>
                <a:close/>
                <a:moveTo>
                  <a:pt x="156115" y="715137"/>
                </a:moveTo>
                <a:cubicBezTo>
                  <a:pt x="160401" y="715804"/>
                  <a:pt x="163449" y="719804"/>
                  <a:pt x="162782" y="724091"/>
                </a:cubicBezTo>
                <a:cubicBezTo>
                  <a:pt x="162211" y="728377"/>
                  <a:pt x="158115" y="731425"/>
                  <a:pt x="153829" y="730758"/>
                </a:cubicBezTo>
                <a:cubicBezTo>
                  <a:pt x="151733" y="730472"/>
                  <a:pt x="149924" y="729329"/>
                  <a:pt x="148590" y="727710"/>
                </a:cubicBezTo>
                <a:cubicBezTo>
                  <a:pt x="147352" y="725996"/>
                  <a:pt x="146780" y="723900"/>
                  <a:pt x="147066" y="721804"/>
                </a:cubicBezTo>
                <a:cubicBezTo>
                  <a:pt x="147638" y="717518"/>
                  <a:pt x="151733" y="714470"/>
                  <a:pt x="156020" y="715137"/>
                </a:cubicBezTo>
                <a:close/>
                <a:moveTo>
                  <a:pt x="1108139" y="2203990"/>
                </a:moveTo>
                <a:lnTo>
                  <a:pt x="1106615" y="2203990"/>
                </a:lnTo>
                <a:cubicBezTo>
                  <a:pt x="1101852" y="2203990"/>
                  <a:pt x="1097852" y="2207895"/>
                  <a:pt x="1097852" y="2212658"/>
                </a:cubicBezTo>
                <a:lnTo>
                  <a:pt x="1097852" y="2239613"/>
                </a:lnTo>
                <a:cubicBezTo>
                  <a:pt x="1097852" y="2244376"/>
                  <a:pt x="1101757" y="2248281"/>
                  <a:pt x="1106615" y="2248281"/>
                </a:cubicBezTo>
                <a:lnTo>
                  <a:pt x="1108139" y="2248281"/>
                </a:lnTo>
                <a:lnTo>
                  <a:pt x="1108139" y="2267522"/>
                </a:lnTo>
                <a:lnTo>
                  <a:pt x="1116425" y="2275999"/>
                </a:lnTo>
                <a:lnTo>
                  <a:pt x="1129094" y="2275999"/>
                </a:lnTo>
                <a:lnTo>
                  <a:pt x="1129094" y="2277523"/>
                </a:lnTo>
                <a:cubicBezTo>
                  <a:pt x="1129094" y="2281047"/>
                  <a:pt x="1131951" y="2283905"/>
                  <a:pt x="1135475" y="2283905"/>
                </a:cubicBezTo>
                <a:lnTo>
                  <a:pt x="1162431" y="2283905"/>
                </a:lnTo>
                <a:cubicBezTo>
                  <a:pt x="1165955" y="2283905"/>
                  <a:pt x="1168813" y="2281047"/>
                  <a:pt x="1168813" y="2277523"/>
                </a:cubicBezTo>
                <a:lnTo>
                  <a:pt x="1168813" y="2269712"/>
                </a:lnTo>
                <a:cubicBezTo>
                  <a:pt x="1168813" y="2266188"/>
                  <a:pt x="1165955" y="2263426"/>
                  <a:pt x="1162431" y="2263426"/>
                </a:cubicBezTo>
                <a:lnTo>
                  <a:pt x="1135475" y="2263426"/>
                </a:lnTo>
                <a:cubicBezTo>
                  <a:pt x="1131951" y="2263426"/>
                  <a:pt x="1129094" y="2266283"/>
                  <a:pt x="1129094" y="2269712"/>
                </a:cubicBezTo>
                <a:lnTo>
                  <a:pt x="1129094" y="2271236"/>
                </a:lnTo>
                <a:lnTo>
                  <a:pt x="1118426" y="2271236"/>
                </a:lnTo>
                <a:lnTo>
                  <a:pt x="1112901" y="2265521"/>
                </a:lnTo>
                <a:lnTo>
                  <a:pt x="1112901" y="2248281"/>
                </a:lnTo>
                <a:lnTo>
                  <a:pt x="1114425" y="2248281"/>
                </a:lnTo>
                <a:cubicBezTo>
                  <a:pt x="1119188" y="2248281"/>
                  <a:pt x="1123188" y="2244376"/>
                  <a:pt x="1123188" y="2239613"/>
                </a:cubicBezTo>
                <a:lnTo>
                  <a:pt x="1123188" y="2212658"/>
                </a:lnTo>
                <a:cubicBezTo>
                  <a:pt x="1123188" y="2207895"/>
                  <a:pt x="1119283" y="2203990"/>
                  <a:pt x="1114425" y="2203990"/>
                </a:cubicBezTo>
                <a:lnTo>
                  <a:pt x="1112901" y="2203990"/>
                </a:lnTo>
                <a:lnTo>
                  <a:pt x="1112901" y="2161318"/>
                </a:lnTo>
                <a:lnTo>
                  <a:pt x="1137952" y="2140268"/>
                </a:lnTo>
                <a:cubicBezTo>
                  <a:pt x="1139762" y="2141315"/>
                  <a:pt x="1141667" y="2142173"/>
                  <a:pt x="1143953" y="2142173"/>
                </a:cubicBezTo>
                <a:cubicBezTo>
                  <a:pt x="1150334" y="2142173"/>
                  <a:pt x="1155573" y="2136934"/>
                  <a:pt x="1155573" y="2130552"/>
                </a:cubicBezTo>
                <a:cubicBezTo>
                  <a:pt x="1155573" y="2124170"/>
                  <a:pt x="1150334" y="2118932"/>
                  <a:pt x="1143953" y="2118932"/>
                </a:cubicBezTo>
                <a:cubicBezTo>
                  <a:pt x="1137571" y="2118932"/>
                  <a:pt x="1132332" y="2124170"/>
                  <a:pt x="1132332" y="2130552"/>
                </a:cubicBezTo>
                <a:cubicBezTo>
                  <a:pt x="1132332" y="2133029"/>
                  <a:pt x="1133285" y="2135124"/>
                  <a:pt x="1134523" y="2137029"/>
                </a:cubicBezTo>
                <a:lnTo>
                  <a:pt x="1108234" y="2159222"/>
                </a:lnTo>
                <a:lnTo>
                  <a:pt x="1108234" y="2204085"/>
                </a:lnTo>
                <a:close/>
                <a:moveTo>
                  <a:pt x="1143857" y="2121218"/>
                </a:moveTo>
                <a:cubicBezTo>
                  <a:pt x="1149001" y="2121218"/>
                  <a:pt x="1153097" y="2125409"/>
                  <a:pt x="1153097" y="2130457"/>
                </a:cubicBezTo>
                <a:cubicBezTo>
                  <a:pt x="1153097" y="2135505"/>
                  <a:pt x="1148906" y="2139696"/>
                  <a:pt x="1143857" y="2139696"/>
                </a:cubicBezTo>
                <a:cubicBezTo>
                  <a:pt x="1138809" y="2139696"/>
                  <a:pt x="1134618" y="2135505"/>
                  <a:pt x="1134618" y="2130457"/>
                </a:cubicBezTo>
                <a:cubicBezTo>
                  <a:pt x="1134618" y="2125409"/>
                  <a:pt x="1138809" y="2121218"/>
                  <a:pt x="1143857" y="2121218"/>
                </a:cubicBezTo>
                <a:close/>
                <a:moveTo>
                  <a:pt x="1114425" y="2208752"/>
                </a:moveTo>
                <a:cubicBezTo>
                  <a:pt x="1116616" y="2208752"/>
                  <a:pt x="1118426" y="2210562"/>
                  <a:pt x="1118426" y="2212658"/>
                </a:cubicBezTo>
                <a:lnTo>
                  <a:pt x="1118426" y="2239613"/>
                </a:lnTo>
                <a:cubicBezTo>
                  <a:pt x="1118426" y="2241804"/>
                  <a:pt x="1116616" y="2243519"/>
                  <a:pt x="1114425" y="2243519"/>
                </a:cubicBezTo>
                <a:lnTo>
                  <a:pt x="1106615" y="2243519"/>
                </a:lnTo>
                <a:cubicBezTo>
                  <a:pt x="1104424" y="2243519"/>
                  <a:pt x="1102614" y="2241709"/>
                  <a:pt x="1102614" y="2239613"/>
                </a:cubicBezTo>
                <a:lnTo>
                  <a:pt x="1102614" y="2212658"/>
                </a:lnTo>
                <a:cubicBezTo>
                  <a:pt x="1102614" y="2210467"/>
                  <a:pt x="1104424" y="2208752"/>
                  <a:pt x="1106615" y="2208752"/>
                </a:cubicBezTo>
                <a:lnTo>
                  <a:pt x="1114425" y="2208752"/>
                </a:lnTo>
                <a:close/>
                <a:moveTo>
                  <a:pt x="184785" y="2877693"/>
                </a:moveTo>
                <a:lnTo>
                  <a:pt x="184785" y="2877693"/>
                </a:lnTo>
                <a:cubicBezTo>
                  <a:pt x="183928" y="2870740"/>
                  <a:pt x="177641" y="2865977"/>
                  <a:pt x="170688" y="2866739"/>
                </a:cubicBezTo>
                <a:cubicBezTo>
                  <a:pt x="167354" y="2867120"/>
                  <a:pt x="164402" y="2868835"/>
                  <a:pt x="162306" y="2871502"/>
                </a:cubicBezTo>
                <a:cubicBezTo>
                  <a:pt x="161354" y="2872740"/>
                  <a:pt x="160687" y="2874169"/>
                  <a:pt x="160211" y="2875693"/>
                </a:cubicBezTo>
                <a:lnTo>
                  <a:pt x="94774" y="2875693"/>
                </a:lnTo>
                <a:lnTo>
                  <a:pt x="73343" y="2893790"/>
                </a:lnTo>
                <a:lnTo>
                  <a:pt x="95" y="2893790"/>
                </a:lnTo>
                <a:cubicBezTo>
                  <a:pt x="95" y="2893790"/>
                  <a:pt x="95" y="2900934"/>
                  <a:pt x="95" y="2900934"/>
                </a:cubicBezTo>
                <a:lnTo>
                  <a:pt x="75914" y="2900934"/>
                </a:lnTo>
                <a:cubicBezTo>
                  <a:pt x="75914" y="2900934"/>
                  <a:pt x="97346" y="2882837"/>
                  <a:pt x="97346" y="2882837"/>
                </a:cubicBezTo>
                <a:lnTo>
                  <a:pt x="160401" y="2882837"/>
                </a:lnTo>
                <a:cubicBezTo>
                  <a:pt x="162020" y="2888075"/>
                  <a:pt x="166783" y="2891885"/>
                  <a:pt x="172307" y="2891885"/>
                </a:cubicBezTo>
                <a:cubicBezTo>
                  <a:pt x="172879" y="2891885"/>
                  <a:pt x="173355" y="2891885"/>
                  <a:pt x="173927" y="2891790"/>
                </a:cubicBezTo>
                <a:cubicBezTo>
                  <a:pt x="180880" y="2890933"/>
                  <a:pt x="185738" y="2884551"/>
                  <a:pt x="184880" y="2877693"/>
                </a:cubicBezTo>
                <a:close/>
                <a:moveTo>
                  <a:pt x="173260" y="2887123"/>
                </a:moveTo>
                <a:cubicBezTo>
                  <a:pt x="169069" y="2887790"/>
                  <a:pt x="164973" y="2884646"/>
                  <a:pt x="164402" y="2880360"/>
                </a:cubicBezTo>
                <a:cubicBezTo>
                  <a:pt x="164116" y="2878265"/>
                  <a:pt x="164687" y="2876169"/>
                  <a:pt x="166021" y="2874550"/>
                </a:cubicBezTo>
                <a:cubicBezTo>
                  <a:pt x="167354" y="2872930"/>
                  <a:pt x="169164" y="2871788"/>
                  <a:pt x="171260" y="2871597"/>
                </a:cubicBezTo>
                <a:cubicBezTo>
                  <a:pt x="171641" y="2871597"/>
                  <a:pt x="171926" y="2871597"/>
                  <a:pt x="172212" y="2871597"/>
                </a:cubicBezTo>
                <a:cubicBezTo>
                  <a:pt x="176117" y="2871597"/>
                  <a:pt x="179546" y="2874550"/>
                  <a:pt x="180023" y="2878455"/>
                </a:cubicBezTo>
                <a:cubicBezTo>
                  <a:pt x="180594" y="2882742"/>
                  <a:pt x="177546" y="2886742"/>
                  <a:pt x="173165" y="2887218"/>
                </a:cubicBezTo>
                <a:close/>
                <a:moveTo>
                  <a:pt x="706279" y="666274"/>
                </a:moveTo>
                <a:cubicBezTo>
                  <a:pt x="705136" y="662083"/>
                  <a:pt x="701516" y="658940"/>
                  <a:pt x="697040" y="658940"/>
                </a:cubicBezTo>
                <a:cubicBezTo>
                  <a:pt x="691610" y="658940"/>
                  <a:pt x="687229" y="663321"/>
                  <a:pt x="687229" y="668750"/>
                </a:cubicBezTo>
                <a:cubicBezTo>
                  <a:pt x="687229" y="674179"/>
                  <a:pt x="691610" y="678561"/>
                  <a:pt x="697040" y="678561"/>
                </a:cubicBezTo>
                <a:cubicBezTo>
                  <a:pt x="701612" y="678561"/>
                  <a:pt x="705231" y="675323"/>
                  <a:pt x="706279" y="671132"/>
                </a:cubicBezTo>
                <a:lnTo>
                  <a:pt x="725996" y="670846"/>
                </a:lnTo>
                <a:lnTo>
                  <a:pt x="746474" y="653320"/>
                </a:lnTo>
                <a:lnTo>
                  <a:pt x="810292" y="653320"/>
                </a:lnTo>
                <a:cubicBezTo>
                  <a:pt x="811625" y="657035"/>
                  <a:pt x="815150" y="659797"/>
                  <a:pt x="819436" y="659797"/>
                </a:cubicBezTo>
                <a:cubicBezTo>
                  <a:pt x="824865" y="659797"/>
                  <a:pt x="829247" y="655415"/>
                  <a:pt x="829247" y="649986"/>
                </a:cubicBezTo>
                <a:cubicBezTo>
                  <a:pt x="829247" y="644557"/>
                  <a:pt x="824865" y="640175"/>
                  <a:pt x="819436" y="640175"/>
                </a:cubicBezTo>
                <a:cubicBezTo>
                  <a:pt x="814578" y="640175"/>
                  <a:pt x="810768" y="643700"/>
                  <a:pt x="810006" y="648367"/>
                </a:cubicBezTo>
                <a:lnTo>
                  <a:pt x="744760" y="648367"/>
                </a:lnTo>
                <a:cubicBezTo>
                  <a:pt x="744760" y="648367"/>
                  <a:pt x="724281" y="665988"/>
                  <a:pt x="724281" y="665988"/>
                </a:cubicBezTo>
                <a:lnTo>
                  <a:pt x="706279" y="666179"/>
                </a:lnTo>
                <a:close/>
                <a:moveTo>
                  <a:pt x="697040" y="673703"/>
                </a:moveTo>
                <a:cubicBezTo>
                  <a:pt x="694277" y="673703"/>
                  <a:pt x="691991" y="671417"/>
                  <a:pt x="691991" y="668655"/>
                </a:cubicBezTo>
                <a:cubicBezTo>
                  <a:pt x="691991" y="665893"/>
                  <a:pt x="694277" y="663607"/>
                  <a:pt x="697040" y="663607"/>
                </a:cubicBezTo>
                <a:cubicBezTo>
                  <a:pt x="699802" y="663607"/>
                  <a:pt x="701993" y="665893"/>
                  <a:pt x="701993" y="668655"/>
                </a:cubicBezTo>
                <a:cubicBezTo>
                  <a:pt x="701993" y="671417"/>
                  <a:pt x="699707" y="673703"/>
                  <a:pt x="697040" y="673703"/>
                </a:cubicBezTo>
                <a:close/>
                <a:moveTo>
                  <a:pt x="819531" y="645033"/>
                </a:moveTo>
                <a:cubicBezTo>
                  <a:pt x="822293" y="645033"/>
                  <a:pt x="824579" y="647319"/>
                  <a:pt x="824579" y="650081"/>
                </a:cubicBezTo>
                <a:cubicBezTo>
                  <a:pt x="824579" y="652844"/>
                  <a:pt x="822293" y="655129"/>
                  <a:pt x="819531" y="655129"/>
                </a:cubicBezTo>
                <a:cubicBezTo>
                  <a:pt x="816769" y="655129"/>
                  <a:pt x="814483" y="652844"/>
                  <a:pt x="814483" y="650081"/>
                </a:cubicBezTo>
                <a:cubicBezTo>
                  <a:pt x="814483" y="647319"/>
                  <a:pt x="816769" y="645033"/>
                  <a:pt x="819531" y="645033"/>
                </a:cubicBezTo>
                <a:close/>
                <a:moveTo>
                  <a:pt x="681038" y="762857"/>
                </a:moveTo>
                <a:cubicBezTo>
                  <a:pt x="681038" y="768382"/>
                  <a:pt x="676561" y="772954"/>
                  <a:pt x="670941" y="772954"/>
                </a:cubicBezTo>
                <a:cubicBezTo>
                  <a:pt x="665321" y="772954"/>
                  <a:pt x="660845" y="768477"/>
                  <a:pt x="660845" y="762857"/>
                </a:cubicBezTo>
                <a:cubicBezTo>
                  <a:pt x="660845" y="757238"/>
                  <a:pt x="665321" y="752761"/>
                  <a:pt x="670941" y="752761"/>
                </a:cubicBezTo>
                <a:cubicBezTo>
                  <a:pt x="676561" y="752761"/>
                  <a:pt x="681038" y="757238"/>
                  <a:pt x="681038" y="762857"/>
                </a:cubicBezTo>
                <a:close/>
                <a:moveTo>
                  <a:pt x="95" y="690658"/>
                </a:moveTo>
                <a:lnTo>
                  <a:pt x="95" y="683514"/>
                </a:lnTo>
                <a:cubicBezTo>
                  <a:pt x="16002" y="683514"/>
                  <a:pt x="28956" y="670465"/>
                  <a:pt x="28956" y="654463"/>
                </a:cubicBezTo>
                <a:cubicBezTo>
                  <a:pt x="28956" y="638461"/>
                  <a:pt x="16002" y="625507"/>
                  <a:pt x="95" y="625412"/>
                </a:cubicBezTo>
                <a:lnTo>
                  <a:pt x="95" y="618268"/>
                </a:lnTo>
                <a:cubicBezTo>
                  <a:pt x="20003" y="618268"/>
                  <a:pt x="36100" y="634556"/>
                  <a:pt x="36100" y="654463"/>
                </a:cubicBezTo>
                <a:cubicBezTo>
                  <a:pt x="36100" y="674370"/>
                  <a:pt x="20003" y="690563"/>
                  <a:pt x="95" y="690658"/>
                </a:cubicBezTo>
                <a:close/>
                <a:moveTo>
                  <a:pt x="144590" y="2957322"/>
                </a:moveTo>
                <a:cubicBezTo>
                  <a:pt x="143351" y="2950845"/>
                  <a:pt x="137351" y="2946368"/>
                  <a:pt x="130683" y="2947130"/>
                </a:cubicBezTo>
                <a:cubicBezTo>
                  <a:pt x="127349" y="2947511"/>
                  <a:pt x="124397" y="2949226"/>
                  <a:pt x="122301" y="2951893"/>
                </a:cubicBezTo>
                <a:cubicBezTo>
                  <a:pt x="120206" y="2954560"/>
                  <a:pt x="119348" y="2957894"/>
                  <a:pt x="119729" y="2961227"/>
                </a:cubicBezTo>
                <a:cubicBezTo>
                  <a:pt x="120587" y="2967609"/>
                  <a:pt x="126016" y="2972276"/>
                  <a:pt x="132302" y="2972276"/>
                </a:cubicBezTo>
                <a:cubicBezTo>
                  <a:pt x="132874" y="2972276"/>
                  <a:pt x="133350" y="2972276"/>
                  <a:pt x="133922" y="2972181"/>
                </a:cubicBezTo>
                <a:cubicBezTo>
                  <a:pt x="139446" y="2971419"/>
                  <a:pt x="143637" y="2967228"/>
                  <a:pt x="144685" y="2961989"/>
                </a:cubicBezTo>
                <a:lnTo>
                  <a:pt x="166021" y="2961989"/>
                </a:lnTo>
                <a:lnTo>
                  <a:pt x="179832" y="2930938"/>
                </a:lnTo>
                <a:lnTo>
                  <a:pt x="163925" y="2918079"/>
                </a:lnTo>
                <a:lnTo>
                  <a:pt x="111728" y="2918079"/>
                </a:lnTo>
                <a:cubicBezTo>
                  <a:pt x="110490" y="2913126"/>
                  <a:pt x="105823" y="2909602"/>
                  <a:pt x="100584" y="2910269"/>
                </a:cubicBezTo>
                <a:cubicBezTo>
                  <a:pt x="94964" y="2911030"/>
                  <a:pt x="90964" y="2916079"/>
                  <a:pt x="91726" y="2921699"/>
                </a:cubicBezTo>
                <a:cubicBezTo>
                  <a:pt x="92488" y="2927318"/>
                  <a:pt x="97536" y="2931319"/>
                  <a:pt x="103156" y="2930557"/>
                </a:cubicBezTo>
                <a:cubicBezTo>
                  <a:pt x="107537" y="2929985"/>
                  <a:pt x="110776" y="2926747"/>
                  <a:pt x="111728" y="2922746"/>
                </a:cubicBezTo>
                <a:lnTo>
                  <a:pt x="162116" y="2922746"/>
                </a:lnTo>
                <a:lnTo>
                  <a:pt x="173831" y="2932176"/>
                </a:lnTo>
                <a:lnTo>
                  <a:pt x="162782" y="2957036"/>
                </a:lnTo>
                <a:lnTo>
                  <a:pt x="144399" y="2957036"/>
                </a:lnTo>
                <a:close/>
                <a:moveTo>
                  <a:pt x="133350" y="2967514"/>
                </a:moveTo>
                <a:cubicBezTo>
                  <a:pt x="129064" y="2968180"/>
                  <a:pt x="125063" y="2965037"/>
                  <a:pt x="124492" y="2960751"/>
                </a:cubicBezTo>
                <a:cubicBezTo>
                  <a:pt x="124206" y="2958655"/>
                  <a:pt x="124778" y="2956560"/>
                  <a:pt x="126111" y="2954941"/>
                </a:cubicBezTo>
                <a:cubicBezTo>
                  <a:pt x="127445" y="2953322"/>
                  <a:pt x="129254" y="2952179"/>
                  <a:pt x="131350" y="2951988"/>
                </a:cubicBezTo>
                <a:cubicBezTo>
                  <a:pt x="131731" y="2951988"/>
                  <a:pt x="132017" y="2951988"/>
                  <a:pt x="132302" y="2951988"/>
                </a:cubicBezTo>
                <a:cubicBezTo>
                  <a:pt x="136208" y="2951988"/>
                  <a:pt x="139637" y="2954941"/>
                  <a:pt x="140113" y="2958846"/>
                </a:cubicBezTo>
                <a:cubicBezTo>
                  <a:pt x="140684" y="2963132"/>
                  <a:pt x="137636" y="2967133"/>
                  <a:pt x="133255" y="2967609"/>
                </a:cubicBezTo>
                <a:close/>
                <a:moveTo>
                  <a:pt x="210122" y="3856577"/>
                </a:moveTo>
                <a:lnTo>
                  <a:pt x="260509" y="3856577"/>
                </a:lnTo>
                <a:lnTo>
                  <a:pt x="260509" y="3860578"/>
                </a:lnTo>
                <a:cubicBezTo>
                  <a:pt x="260509" y="3864293"/>
                  <a:pt x="263557" y="3867436"/>
                  <a:pt x="267367" y="3867436"/>
                </a:cubicBezTo>
                <a:lnTo>
                  <a:pt x="271367" y="3867436"/>
                </a:lnTo>
                <a:lnTo>
                  <a:pt x="271367" y="3897725"/>
                </a:lnTo>
                <a:lnTo>
                  <a:pt x="303848" y="3930015"/>
                </a:lnTo>
                <a:lnTo>
                  <a:pt x="419100" y="3930015"/>
                </a:lnTo>
                <a:cubicBezTo>
                  <a:pt x="419195" y="3930587"/>
                  <a:pt x="419100" y="3931253"/>
                  <a:pt x="419386" y="3931825"/>
                </a:cubicBezTo>
                <a:cubicBezTo>
                  <a:pt x="420529" y="3934968"/>
                  <a:pt x="422815" y="3937540"/>
                  <a:pt x="425863" y="3939064"/>
                </a:cubicBezTo>
                <a:cubicBezTo>
                  <a:pt x="427577" y="3939921"/>
                  <a:pt x="429482" y="3940302"/>
                  <a:pt x="431387" y="3940302"/>
                </a:cubicBezTo>
                <a:cubicBezTo>
                  <a:pt x="432816" y="3940302"/>
                  <a:pt x="434245" y="3940017"/>
                  <a:pt x="435578" y="3939540"/>
                </a:cubicBezTo>
                <a:cubicBezTo>
                  <a:pt x="438722" y="3938397"/>
                  <a:pt x="441293" y="3936111"/>
                  <a:pt x="442817" y="3933063"/>
                </a:cubicBezTo>
                <a:cubicBezTo>
                  <a:pt x="444246" y="3930015"/>
                  <a:pt x="444437" y="3926586"/>
                  <a:pt x="443389" y="3923443"/>
                </a:cubicBezTo>
                <a:cubicBezTo>
                  <a:pt x="442246" y="3920204"/>
                  <a:pt x="439960" y="3917728"/>
                  <a:pt x="436912" y="3916204"/>
                </a:cubicBezTo>
                <a:cubicBezTo>
                  <a:pt x="433864" y="3914775"/>
                  <a:pt x="430435" y="3914585"/>
                  <a:pt x="427292" y="3915632"/>
                </a:cubicBezTo>
                <a:cubicBezTo>
                  <a:pt x="424148" y="3916775"/>
                  <a:pt x="421577" y="3919061"/>
                  <a:pt x="420053" y="3922109"/>
                </a:cubicBezTo>
                <a:cubicBezTo>
                  <a:pt x="419576" y="3923062"/>
                  <a:pt x="419481" y="3924205"/>
                  <a:pt x="419290" y="3925253"/>
                </a:cubicBezTo>
                <a:lnTo>
                  <a:pt x="306038" y="3925253"/>
                </a:lnTo>
                <a:lnTo>
                  <a:pt x="276320" y="3895725"/>
                </a:lnTo>
                <a:lnTo>
                  <a:pt x="276320" y="3867436"/>
                </a:lnTo>
                <a:lnTo>
                  <a:pt x="280321" y="3867436"/>
                </a:lnTo>
                <a:cubicBezTo>
                  <a:pt x="284036" y="3867436"/>
                  <a:pt x="287179" y="3864388"/>
                  <a:pt x="287179" y="3860578"/>
                </a:cubicBezTo>
                <a:lnTo>
                  <a:pt x="287179" y="3847910"/>
                </a:lnTo>
                <a:cubicBezTo>
                  <a:pt x="287179" y="3844195"/>
                  <a:pt x="284131" y="3841052"/>
                  <a:pt x="280321" y="3841052"/>
                </a:cubicBezTo>
                <a:lnTo>
                  <a:pt x="267653" y="3841052"/>
                </a:lnTo>
                <a:cubicBezTo>
                  <a:pt x="263938" y="3841052"/>
                  <a:pt x="260795" y="3844100"/>
                  <a:pt x="260795" y="3847910"/>
                </a:cubicBezTo>
                <a:lnTo>
                  <a:pt x="260795" y="3851815"/>
                </a:lnTo>
                <a:lnTo>
                  <a:pt x="208502" y="3851815"/>
                </a:lnTo>
                <a:cubicBezTo>
                  <a:pt x="208502" y="3851815"/>
                  <a:pt x="186690" y="3872960"/>
                  <a:pt x="186690" y="3872960"/>
                </a:cubicBezTo>
                <a:lnTo>
                  <a:pt x="121825" y="3872960"/>
                </a:lnTo>
                <a:lnTo>
                  <a:pt x="121825" y="3877723"/>
                </a:lnTo>
                <a:lnTo>
                  <a:pt x="188595" y="3877723"/>
                </a:lnTo>
                <a:lnTo>
                  <a:pt x="210407" y="3856482"/>
                </a:lnTo>
                <a:close/>
                <a:moveTo>
                  <a:pt x="424148" y="3924205"/>
                </a:moveTo>
                <a:cubicBezTo>
                  <a:pt x="425101" y="3922300"/>
                  <a:pt x="426625" y="3920871"/>
                  <a:pt x="428625" y="3920204"/>
                </a:cubicBezTo>
                <a:cubicBezTo>
                  <a:pt x="429482" y="3919919"/>
                  <a:pt x="430339" y="3919728"/>
                  <a:pt x="431197" y="3919728"/>
                </a:cubicBezTo>
                <a:cubicBezTo>
                  <a:pt x="434435" y="3919728"/>
                  <a:pt x="437483" y="3921728"/>
                  <a:pt x="438626" y="3924967"/>
                </a:cubicBezTo>
                <a:cubicBezTo>
                  <a:pt x="440055" y="3929063"/>
                  <a:pt x="437864" y="3933539"/>
                  <a:pt x="433769" y="3934968"/>
                </a:cubicBezTo>
                <a:cubicBezTo>
                  <a:pt x="429673" y="3936397"/>
                  <a:pt x="425196" y="3934206"/>
                  <a:pt x="423767" y="3930110"/>
                </a:cubicBezTo>
                <a:cubicBezTo>
                  <a:pt x="423101" y="3928110"/>
                  <a:pt x="423196" y="3926015"/>
                  <a:pt x="424148" y="3924110"/>
                </a:cubicBezTo>
                <a:close/>
                <a:moveTo>
                  <a:pt x="265271" y="3848005"/>
                </a:moveTo>
                <a:cubicBezTo>
                  <a:pt x="265271" y="3846862"/>
                  <a:pt x="266224" y="3845909"/>
                  <a:pt x="267367" y="3845909"/>
                </a:cubicBezTo>
                <a:lnTo>
                  <a:pt x="280035" y="3845909"/>
                </a:lnTo>
                <a:cubicBezTo>
                  <a:pt x="281178" y="3845909"/>
                  <a:pt x="282131" y="3846862"/>
                  <a:pt x="282131" y="3848005"/>
                </a:cubicBezTo>
                <a:lnTo>
                  <a:pt x="282131" y="3860673"/>
                </a:lnTo>
                <a:cubicBezTo>
                  <a:pt x="282131" y="3861816"/>
                  <a:pt x="281178" y="3862769"/>
                  <a:pt x="280035" y="3862769"/>
                </a:cubicBezTo>
                <a:lnTo>
                  <a:pt x="267367" y="3862769"/>
                </a:lnTo>
                <a:cubicBezTo>
                  <a:pt x="266224" y="3862769"/>
                  <a:pt x="265271" y="3861816"/>
                  <a:pt x="265271" y="3860673"/>
                </a:cubicBezTo>
                <a:lnTo>
                  <a:pt x="265271" y="3848005"/>
                </a:lnTo>
                <a:close/>
                <a:moveTo>
                  <a:pt x="492633" y="3490817"/>
                </a:moveTo>
                <a:cubicBezTo>
                  <a:pt x="487109" y="3490817"/>
                  <a:pt x="482632" y="3494818"/>
                  <a:pt x="481489" y="3500057"/>
                </a:cubicBezTo>
                <a:lnTo>
                  <a:pt x="367475" y="3500057"/>
                </a:lnTo>
                <a:lnTo>
                  <a:pt x="367475" y="3487674"/>
                </a:lnTo>
                <a:cubicBezTo>
                  <a:pt x="367475" y="3485960"/>
                  <a:pt x="366046" y="3484531"/>
                  <a:pt x="364331" y="3484531"/>
                </a:cubicBezTo>
                <a:lnTo>
                  <a:pt x="334709" y="3484531"/>
                </a:lnTo>
                <a:cubicBezTo>
                  <a:pt x="332994" y="3484531"/>
                  <a:pt x="331565" y="3485960"/>
                  <a:pt x="331565" y="3487674"/>
                </a:cubicBezTo>
                <a:lnTo>
                  <a:pt x="331565" y="3491389"/>
                </a:lnTo>
                <a:lnTo>
                  <a:pt x="181737" y="3491389"/>
                </a:lnTo>
                <a:lnTo>
                  <a:pt x="36957" y="3364897"/>
                </a:lnTo>
                <a:lnTo>
                  <a:pt x="36290" y="3364325"/>
                </a:lnTo>
                <a:lnTo>
                  <a:pt x="191" y="3364040"/>
                </a:lnTo>
                <a:lnTo>
                  <a:pt x="191" y="3368802"/>
                </a:lnTo>
                <a:lnTo>
                  <a:pt x="34481" y="3369088"/>
                </a:lnTo>
                <a:lnTo>
                  <a:pt x="179261" y="3495580"/>
                </a:lnTo>
                <a:lnTo>
                  <a:pt x="179927" y="3496151"/>
                </a:lnTo>
                <a:lnTo>
                  <a:pt x="331565" y="3496151"/>
                </a:lnTo>
                <a:lnTo>
                  <a:pt x="331565" y="3510248"/>
                </a:lnTo>
                <a:lnTo>
                  <a:pt x="231362" y="3510248"/>
                </a:lnTo>
                <a:lnTo>
                  <a:pt x="209074" y="3527203"/>
                </a:lnTo>
                <a:lnTo>
                  <a:pt x="149638" y="3527203"/>
                </a:lnTo>
                <a:lnTo>
                  <a:pt x="4572" y="3400520"/>
                </a:lnTo>
                <a:lnTo>
                  <a:pt x="3905" y="3399949"/>
                </a:lnTo>
                <a:lnTo>
                  <a:pt x="95" y="3399949"/>
                </a:lnTo>
                <a:cubicBezTo>
                  <a:pt x="95" y="3399949"/>
                  <a:pt x="95" y="3404711"/>
                  <a:pt x="95" y="3404711"/>
                </a:cubicBezTo>
                <a:lnTo>
                  <a:pt x="2096" y="3404711"/>
                </a:lnTo>
                <a:cubicBezTo>
                  <a:pt x="2096" y="3404711"/>
                  <a:pt x="147161" y="3531394"/>
                  <a:pt x="147161" y="3531394"/>
                </a:cubicBezTo>
                <a:lnTo>
                  <a:pt x="147828" y="3531965"/>
                </a:lnTo>
                <a:lnTo>
                  <a:pt x="210693" y="3531965"/>
                </a:lnTo>
                <a:lnTo>
                  <a:pt x="232982" y="3515011"/>
                </a:lnTo>
                <a:lnTo>
                  <a:pt x="331565" y="3515011"/>
                </a:lnTo>
                <a:lnTo>
                  <a:pt x="331565" y="3517297"/>
                </a:lnTo>
                <a:cubicBezTo>
                  <a:pt x="331565" y="3519011"/>
                  <a:pt x="332994" y="3520440"/>
                  <a:pt x="334709" y="3520440"/>
                </a:cubicBezTo>
                <a:lnTo>
                  <a:pt x="364331" y="3520440"/>
                </a:lnTo>
                <a:cubicBezTo>
                  <a:pt x="366046" y="3520440"/>
                  <a:pt x="367475" y="3519011"/>
                  <a:pt x="367475" y="3517297"/>
                </a:cubicBezTo>
                <a:lnTo>
                  <a:pt x="367475" y="3504914"/>
                </a:lnTo>
                <a:lnTo>
                  <a:pt x="481489" y="3504914"/>
                </a:lnTo>
                <a:cubicBezTo>
                  <a:pt x="482632" y="3510153"/>
                  <a:pt x="487013" y="3514154"/>
                  <a:pt x="492633" y="3514154"/>
                </a:cubicBezTo>
                <a:cubicBezTo>
                  <a:pt x="498253" y="3514154"/>
                  <a:pt x="502539" y="3510248"/>
                  <a:pt x="503682" y="3505105"/>
                </a:cubicBezTo>
                <a:lnTo>
                  <a:pt x="511302" y="3505105"/>
                </a:lnTo>
                <a:lnTo>
                  <a:pt x="511302" y="3500342"/>
                </a:lnTo>
                <a:lnTo>
                  <a:pt x="503777" y="3500342"/>
                </a:lnTo>
                <a:cubicBezTo>
                  <a:pt x="502730" y="3495009"/>
                  <a:pt x="498253" y="3490913"/>
                  <a:pt x="492633" y="3490913"/>
                </a:cubicBezTo>
                <a:close/>
                <a:moveTo>
                  <a:pt x="364998" y="3517202"/>
                </a:moveTo>
                <a:cubicBezTo>
                  <a:pt x="364998" y="3517202"/>
                  <a:pt x="364617" y="3517963"/>
                  <a:pt x="364236" y="3517963"/>
                </a:cubicBezTo>
                <a:lnTo>
                  <a:pt x="334613" y="3517963"/>
                </a:lnTo>
                <a:cubicBezTo>
                  <a:pt x="334613" y="3517963"/>
                  <a:pt x="333851" y="3517583"/>
                  <a:pt x="333851" y="3517202"/>
                </a:cubicBezTo>
                <a:lnTo>
                  <a:pt x="333851" y="3487579"/>
                </a:lnTo>
                <a:cubicBezTo>
                  <a:pt x="333851" y="3487579"/>
                  <a:pt x="334232" y="3486817"/>
                  <a:pt x="334613" y="3486817"/>
                </a:cubicBezTo>
                <a:lnTo>
                  <a:pt x="364236" y="3486817"/>
                </a:lnTo>
                <a:cubicBezTo>
                  <a:pt x="364236" y="3486817"/>
                  <a:pt x="364998" y="3487198"/>
                  <a:pt x="364998" y="3487579"/>
                </a:cubicBezTo>
                <a:lnTo>
                  <a:pt x="364998" y="3517202"/>
                </a:lnTo>
                <a:close/>
                <a:moveTo>
                  <a:pt x="492633" y="3509296"/>
                </a:moveTo>
                <a:cubicBezTo>
                  <a:pt x="489395" y="3509296"/>
                  <a:pt x="486728" y="3506915"/>
                  <a:pt x="486061" y="3503867"/>
                </a:cubicBezTo>
                <a:lnTo>
                  <a:pt x="486061" y="3501009"/>
                </a:lnTo>
                <a:cubicBezTo>
                  <a:pt x="486728" y="3497961"/>
                  <a:pt x="489299" y="3495580"/>
                  <a:pt x="492633" y="3495580"/>
                </a:cubicBezTo>
                <a:cubicBezTo>
                  <a:pt x="496443" y="3495580"/>
                  <a:pt x="499491" y="3498628"/>
                  <a:pt x="499491" y="3502438"/>
                </a:cubicBezTo>
                <a:cubicBezTo>
                  <a:pt x="499491" y="3506248"/>
                  <a:pt x="496443" y="3509296"/>
                  <a:pt x="492633" y="3509296"/>
                </a:cubicBezTo>
                <a:close/>
                <a:moveTo>
                  <a:pt x="1161764" y="2187893"/>
                </a:moveTo>
                <a:cubicBezTo>
                  <a:pt x="1155383" y="2187893"/>
                  <a:pt x="1150144" y="2193131"/>
                  <a:pt x="1150144" y="2199513"/>
                </a:cubicBezTo>
                <a:cubicBezTo>
                  <a:pt x="1150144" y="2205895"/>
                  <a:pt x="1155383" y="2211134"/>
                  <a:pt x="1161764" y="2211134"/>
                </a:cubicBezTo>
                <a:cubicBezTo>
                  <a:pt x="1168146" y="2211134"/>
                  <a:pt x="1173385" y="2205895"/>
                  <a:pt x="1173385" y="2199513"/>
                </a:cubicBezTo>
                <a:cubicBezTo>
                  <a:pt x="1173385" y="2193131"/>
                  <a:pt x="1168146" y="2187893"/>
                  <a:pt x="1161764" y="2187893"/>
                </a:cubicBezTo>
                <a:close/>
                <a:moveTo>
                  <a:pt x="1161764" y="2208752"/>
                </a:moveTo>
                <a:cubicBezTo>
                  <a:pt x="1156621" y="2208752"/>
                  <a:pt x="1152525" y="2204561"/>
                  <a:pt x="1152525" y="2199513"/>
                </a:cubicBezTo>
                <a:cubicBezTo>
                  <a:pt x="1152525" y="2194465"/>
                  <a:pt x="1156716" y="2190274"/>
                  <a:pt x="1161764" y="2190274"/>
                </a:cubicBezTo>
                <a:cubicBezTo>
                  <a:pt x="1166813" y="2190274"/>
                  <a:pt x="1171004" y="2194465"/>
                  <a:pt x="1171004" y="2199513"/>
                </a:cubicBezTo>
                <a:cubicBezTo>
                  <a:pt x="1171004" y="2204561"/>
                  <a:pt x="1166813" y="2208752"/>
                  <a:pt x="1161764" y="2208752"/>
                </a:cubicBezTo>
                <a:close/>
                <a:moveTo>
                  <a:pt x="119253" y="3571589"/>
                </a:moveTo>
                <a:lnTo>
                  <a:pt x="136398" y="3571589"/>
                </a:lnTo>
                <a:cubicBezTo>
                  <a:pt x="136684" y="3572923"/>
                  <a:pt x="136970" y="3574256"/>
                  <a:pt x="137732" y="3575495"/>
                </a:cubicBezTo>
                <a:cubicBezTo>
                  <a:pt x="139446" y="3578447"/>
                  <a:pt x="142113" y="3580543"/>
                  <a:pt x="145447" y="3581400"/>
                </a:cubicBezTo>
                <a:cubicBezTo>
                  <a:pt x="146495" y="3581686"/>
                  <a:pt x="147638" y="3581876"/>
                  <a:pt x="148781" y="3581876"/>
                </a:cubicBezTo>
                <a:cubicBezTo>
                  <a:pt x="150971" y="3581876"/>
                  <a:pt x="153162" y="3581305"/>
                  <a:pt x="155067" y="3580162"/>
                </a:cubicBezTo>
                <a:cubicBezTo>
                  <a:pt x="158020" y="3578447"/>
                  <a:pt x="160115" y="3575780"/>
                  <a:pt x="160973" y="3572447"/>
                </a:cubicBezTo>
                <a:cubicBezTo>
                  <a:pt x="161830" y="3569208"/>
                  <a:pt x="161354" y="3565779"/>
                  <a:pt x="159734" y="3562826"/>
                </a:cubicBezTo>
                <a:cubicBezTo>
                  <a:pt x="156210" y="3556826"/>
                  <a:pt x="148495" y="3554730"/>
                  <a:pt x="142494" y="3558159"/>
                </a:cubicBezTo>
                <a:cubicBezTo>
                  <a:pt x="139160" y="3560064"/>
                  <a:pt x="137255" y="3563303"/>
                  <a:pt x="136589" y="3566732"/>
                </a:cubicBezTo>
                <a:lnTo>
                  <a:pt x="121253" y="3566732"/>
                </a:lnTo>
                <a:lnTo>
                  <a:pt x="286" y="3461290"/>
                </a:lnTo>
                <a:lnTo>
                  <a:pt x="286" y="3467576"/>
                </a:lnTo>
                <a:lnTo>
                  <a:pt x="118777" y="3570827"/>
                </a:lnTo>
                <a:lnTo>
                  <a:pt x="119444" y="3571399"/>
                </a:lnTo>
                <a:close/>
                <a:moveTo>
                  <a:pt x="144780" y="3562350"/>
                </a:moveTo>
                <a:cubicBezTo>
                  <a:pt x="148495" y="3560159"/>
                  <a:pt x="153353" y="3561493"/>
                  <a:pt x="155543" y="3565208"/>
                </a:cubicBezTo>
                <a:cubicBezTo>
                  <a:pt x="156591" y="3567017"/>
                  <a:pt x="156877" y="3569113"/>
                  <a:pt x="156305" y="3571209"/>
                </a:cubicBezTo>
                <a:cubicBezTo>
                  <a:pt x="155734" y="3573209"/>
                  <a:pt x="154495" y="3574923"/>
                  <a:pt x="152591" y="3575971"/>
                </a:cubicBezTo>
                <a:cubicBezTo>
                  <a:pt x="150781" y="3577019"/>
                  <a:pt x="148590" y="3577304"/>
                  <a:pt x="146590" y="3576733"/>
                </a:cubicBezTo>
                <a:cubicBezTo>
                  <a:pt x="144590" y="3576161"/>
                  <a:pt x="142875" y="3574923"/>
                  <a:pt x="141827" y="3573113"/>
                </a:cubicBezTo>
                <a:cubicBezTo>
                  <a:pt x="139637" y="3569399"/>
                  <a:pt x="140970" y="3564541"/>
                  <a:pt x="144685" y="3562350"/>
                </a:cubicBezTo>
                <a:close/>
                <a:moveTo>
                  <a:pt x="786194" y="803148"/>
                </a:moveTo>
                <a:lnTo>
                  <a:pt x="765429" y="803148"/>
                </a:lnTo>
                <a:cubicBezTo>
                  <a:pt x="761619" y="803148"/>
                  <a:pt x="758476" y="806291"/>
                  <a:pt x="758476" y="810101"/>
                </a:cubicBezTo>
                <a:lnTo>
                  <a:pt x="758476" y="820102"/>
                </a:lnTo>
                <a:cubicBezTo>
                  <a:pt x="758476" y="823913"/>
                  <a:pt x="761619" y="827056"/>
                  <a:pt x="765429" y="827056"/>
                </a:cubicBezTo>
                <a:lnTo>
                  <a:pt x="786194" y="827056"/>
                </a:lnTo>
                <a:cubicBezTo>
                  <a:pt x="790004" y="827056"/>
                  <a:pt x="793147" y="823913"/>
                  <a:pt x="793147" y="820102"/>
                </a:cubicBezTo>
                <a:lnTo>
                  <a:pt x="793147" y="817436"/>
                </a:lnTo>
                <a:lnTo>
                  <a:pt x="899541" y="817436"/>
                </a:lnTo>
                <a:lnTo>
                  <a:pt x="923925" y="876491"/>
                </a:lnTo>
                <a:lnTo>
                  <a:pt x="898684" y="895255"/>
                </a:lnTo>
                <a:lnTo>
                  <a:pt x="898684" y="925544"/>
                </a:lnTo>
                <a:cubicBezTo>
                  <a:pt x="897350" y="925830"/>
                  <a:pt x="896112" y="926116"/>
                  <a:pt x="894874" y="926878"/>
                </a:cubicBezTo>
                <a:cubicBezTo>
                  <a:pt x="888968" y="930307"/>
                  <a:pt x="886873" y="937927"/>
                  <a:pt x="890302" y="943832"/>
                </a:cubicBezTo>
                <a:cubicBezTo>
                  <a:pt x="892588" y="947833"/>
                  <a:pt x="896779" y="950024"/>
                  <a:pt x="901065" y="950024"/>
                </a:cubicBezTo>
                <a:cubicBezTo>
                  <a:pt x="903161" y="950024"/>
                  <a:pt x="905256" y="949452"/>
                  <a:pt x="907256" y="948404"/>
                </a:cubicBezTo>
                <a:cubicBezTo>
                  <a:pt x="913162" y="944975"/>
                  <a:pt x="915257" y="937355"/>
                  <a:pt x="911828" y="931450"/>
                </a:cubicBezTo>
                <a:lnTo>
                  <a:pt x="911828" y="931450"/>
                </a:lnTo>
                <a:cubicBezTo>
                  <a:pt x="909923" y="928211"/>
                  <a:pt x="906875" y="926306"/>
                  <a:pt x="903446" y="925640"/>
                </a:cubicBezTo>
                <a:lnTo>
                  <a:pt x="903446" y="897731"/>
                </a:lnTo>
                <a:lnTo>
                  <a:pt x="925735" y="881158"/>
                </a:lnTo>
                <a:lnTo>
                  <a:pt x="942023" y="920496"/>
                </a:lnTo>
                <a:lnTo>
                  <a:pt x="942023" y="956977"/>
                </a:lnTo>
                <a:lnTo>
                  <a:pt x="944594" y="956977"/>
                </a:lnTo>
                <a:cubicBezTo>
                  <a:pt x="943356" y="956977"/>
                  <a:pt x="942023" y="957167"/>
                  <a:pt x="940784" y="957644"/>
                </a:cubicBezTo>
                <a:cubicBezTo>
                  <a:pt x="935641" y="959644"/>
                  <a:pt x="933069" y="965454"/>
                  <a:pt x="935069" y="970598"/>
                </a:cubicBezTo>
                <a:cubicBezTo>
                  <a:pt x="937070" y="975741"/>
                  <a:pt x="942880" y="978313"/>
                  <a:pt x="948023" y="976313"/>
                </a:cubicBezTo>
                <a:cubicBezTo>
                  <a:pt x="953167" y="974312"/>
                  <a:pt x="955739" y="968502"/>
                  <a:pt x="953738" y="963359"/>
                </a:cubicBezTo>
                <a:cubicBezTo>
                  <a:pt x="952214" y="959549"/>
                  <a:pt x="948690" y="957167"/>
                  <a:pt x="944785" y="956977"/>
                </a:cubicBezTo>
                <a:lnTo>
                  <a:pt x="946785" y="956977"/>
                </a:lnTo>
                <a:lnTo>
                  <a:pt x="946785" y="920020"/>
                </a:lnTo>
                <a:lnTo>
                  <a:pt x="902684" y="812768"/>
                </a:lnTo>
                <a:lnTo>
                  <a:pt x="793052" y="812768"/>
                </a:lnTo>
                <a:lnTo>
                  <a:pt x="793052" y="810101"/>
                </a:lnTo>
                <a:cubicBezTo>
                  <a:pt x="793052" y="806291"/>
                  <a:pt x="789908" y="803148"/>
                  <a:pt x="786098" y="803148"/>
                </a:cubicBezTo>
                <a:close/>
                <a:moveTo>
                  <a:pt x="788384" y="820102"/>
                </a:moveTo>
                <a:cubicBezTo>
                  <a:pt x="788384" y="821341"/>
                  <a:pt x="787432" y="822293"/>
                  <a:pt x="786194" y="822293"/>
                </a:cubicBezTo>
                <a:lnTo>
                  <a:pt x="765429" y="822293"/>
                </a:lnTo>
                <a:cubicBezTo>
                  <a:pt x="764191" y="822293"/>
                  <a:pt x="763238" y="821341"/>
                  <a:pt x="763238" y="820102"/>
                </a:cubicBezTo>
                <a:lnTo>
                  <a:pt x="763238" y="810101"/>
                </a:lnTo>
                <a:cubicBezTo>
                  <a:pt x="763238" y="808863"/>
                  <a:pt x="764191" y="807911"/>
                  <a:pt x="765429" y="807911"/>
                </a:cubicBezTo>
                <a:lnTo>
                  <a:pt x="786194" y="807911"/>
                </a:lnTo>
                <a:cubicBezTo>
                  <a:pt x="787432" y="807911"/>
                  <a:pt x="788384" y="808863"/>
                  <a:pt x="788384" y="810101"/>
                </a:cubicBezTo>
                <a:lnTo>
                  <a:pt x="788384" y="820102"/>
                </a:lnTo>
                <a:close/>
                <a:moveTo>
                  <a:pt x="907733" y="933831"/>
                </a:moveTo>
                <a:cubicBezTo>
                  <a:pt x="909828" y="937451"/>
                  <a:pt x="908590" y="942213"/>
                  <a:pt x="904970" y="944309"/>
                </a:cubicBezTo>
                <a:cubicBezTo>
                  <a:pt x="901351" y="946404"/>
                  <a:pt x="896588" y="945166"/>
                  <a:pt x="894493" y="941546"/>
                </a:cubicBezTo>
                <a:cubicBezTo>
                  <a:pt x="892397" y="937927"/>
                  <a:pt x="893636" y="933164"/>
                  <a:pt x="897255" y="931069"/>
                </a:cubicBezTo>
                <a:cubicBezTo>
                  <a:pt x="898493" y="930402"/>
                  <a:pt x="899732" y="930021"/>
                  <a:pt x="901065" y="930021"/>
                </a:cubicBezTo>
                <a:cubicBezTo>
                  <a:pt x="903732" y="930021"/>
                  <a:pt x="906304" y="931354"/>
                  <a:pt x="907733" y="933831"/>
                </a:cubicBezTo>
                <a:close/>
                <a:moveTo>
                  <a:pt x="683133" y="746284"/>
                </a:moveTo>
                <a:cubicBezTo>
                  <a:pt x="679514" y="743617"/>
                  <a:pt x="675227" y="742283"/>
                  <a:pt x="671036" y="742283"/>
                </a:cubicBezTo>
                <a:cubicBezTo>
                  <a:pt x="664654" y="742283"/>
                  <a:pt x="658463" y="745141"/>
                  <a:pt x="654463" y="750665"/>
                </a:cubicBezTo>
                <a:cubicBezTo>
                  <a:pt x="651224" y="755047"/>
                  <a:pt x="649891" y="760476"/>
                  <a:pt x="650748" y="766001"/>
                </a:cubicBezTo>
                <a:cubicBezTo>
                  <a:pt x="651605" y="771430"/>
                  <a:pt x="654463" y="776192"/>
                  <a:pt x="658940" y="779431"/>
                </a:cubicBezTo>
                <a:cubicBezTo>
                  <a:pt x="663416" y="782669"/>
                  <a:pt x="668846" y="784003"/>
                  <a:pt x="674275" y="783146"/>
                </a:cubicBezTo>
                <a:cubicBezTo>
                  <a:pt x="679704" y="782288"/>
                  <a:pt x="684467" y="779431"/>
                  <a:pt x="687705" y="774954"/>
                </a:cubicBezTo>
                <a:cubicBezTo>
                  <a:pt x="690277" y="771430"/>
                  <a:pt x="691515" y="767334"/>
                  <a:pt x="691610" y="763238"/>
                </a:cubicBezTo>
                <a:lnTo>
                  <a:pt x="763334" y="762095"/>
                </a:lnTo>
                <a:lnTo>
                  <a:pt x="801624" y="795623"/>
                </a:lnTo>
                <a:lnTo>
                  <a:pt x="858488" y="795623"/>
                </a:lnTo>
                <a:cubicBezTo>
                  <a:pt x="859536" y="799910"/>
                  <a:pt x="863251" y="803148"/>
                  <a:pt x="867727" y="803148"/>
                </a:cubicBezTo>
                <a:cubicBezTo>
                  <a:pt x="873157" y="803148"/>
                  <a:pt x="877538" y="798767"/>
                  <a:pt x="877538" y="793337"/>
                </a:cubicBezTo>
                <a:cubicBezTo>
                  <a:pt x="877538" y="787908"/>
                  <a:pt x="873157" y="783527"/>
                  <a:pt x="867727" y="783527"/>
                </a:cubicBezTo>
                <a:cubicBezTo>
                  <a:pt x="863156" y="783527"/>
                  <a:pt x="859536" y="786670"/>
                  <a:pt x="858488" y="790861"/>
                </a:cubicBezTo>
                <a:lnTo>
                  <a:pt x="803434" y="790861"/>
                </a:lnTo>
                <a:cubicBezTo>
                  <a:pt x="803434" y="790861"/>
                  <a:pt x="765143" y="757142"/>
                  <a:pt x="765143" y="757142"/>
                </a:cubicBezTo>
                <a:lnTo>
                  <a:pt x="691134" y="758285"/>
                </a:lnTo>
                <a:cubicBezTo>
                  <a:pt x="690086" y="753523"/>
                  <a:pt x="687515" y="749046"/>
                  <a:pt x="683228" y="745998"/>
                </a:cubicBezTo>
                <a:close/>
                <a:moveTo>
                  <a:pt x="867632" y="788479"/>
                </a:moveTo>
                <a:cubicBezTo>
                  <a:pt x="870395" y="788479"/>
                  <a:pt x="872681" y="790766"/>
                  <a:pt x="872681" y="793528"/>
                </a:cubicBezTo>
                <a:cubicBezTo>
                  <a:pt x="872681" y="796290"/>
                  <a:pt x="870395" y="798576"/>
                  <a:pt x="867632" y="798576"/>
                </a:cubicBezTo>
                <a:cubicBezTo>
                  <a:pt x="864870" y="798576"/>
                  <a:pt x="862584" y="796290"/>
                  <a:pt x="862584" y="793528"/>
                </a:cubicBezTo>
                <a:cubicBezTo>
                  <a:pt x="862584" y="790766"/>
                  <a:pt x="864870" y="788479"/>
                  <a:pt x="867632" y="788479"/>
                </a:cubicBezTo>
                <a:close/>
                <a:moveTo>
                  <a:pt x="684467" y="772763"/>
                </a:moveTo>
                <a:cubicBezTo>
                  <a:pt x="681800" y="776383"/>
                  <a:pt x="677894" y="778764"/>
                  <a:pt x="673513" y="779431"/>
                </a:cubicBezTo>
                <a:cubicBezTo>
                  <a:pt x="669036" y="780098"/>
                  <a:pt x="664654" y="779050"/>
                  <a:pt x="661035" y="776383"/>
                </a:cubicBezTo>
                <a:cubicBezTo>
                  <a:pt x="657416" y="773716"/>
                  <a:pt x="655034" y="769811"/>
                  <a:pt x="654368" y="765429"/>
                </a:cubicBezTo>
                <a:cubicBezTo>
                  <a:pt x="653701" y="761048"/>
                  <a:pt x="654749" y="756571"/>
                  <a:pt x="657416" y="752951"/>
                </a:cubicBezTo>
                <a:cubicBezTo>
                  <a:pt x="662940" y="745522"/>
                  <a:pt x="673418" y="743902"/>
                  <a:pt x="680847" y="749332"/>
                </a:cubicBezTo>
                <a:cubicBezTo>
                  <a:pt x="688277" y="754856"/>
                  <a:pt x="689896" y="765334"/>
                  <a:pt x="684467" y="772763"/>
                </a:cubicBezTo>
                <a:close/>
                <a:moveTo>
                  <a:pt x="1201198" y="691896"/>
                </a:moveTo>
                <a:lnTo>
                  <a:pt x="1200626" y="691896"/>
                </a:lnTo>
                <a:lnTo>
                  <a:pt x="1200626" y="631127"/>
                </a:lnTo>
                <a:cubicBezTo>
                  <a:pt x="1200626" y="631127"/>
                  <a:pt x="1162145" y="586550"/>
                  <a:pt x="1162145" y="586550"/>
                </a:cubicBezTo>
                <a:lnTo>
                  <a:pt x="1044416" y="586359"/>
                </a:lnTo>
                <a:lnTo>
                  <a:pt x="988504" y="534829"/>
                </a:lnTo>
                <a:lnTo>
                  <a:pt x="960501" y="534829"/>
                </a:lnTo>
                <a:cubicBezTo>
                  <a:pt x="959453" y="530543"/>
                  <a:pt x="955739" y="527399"/>
                  <a:pt x="951262" y="527399"/>
                </a:cubicBezTo>
                <a:cubicBezTo>
                  <a:pt x="945928" y="527399"/>
                  <a:pt x="941546" y="531781"/>
                  <a:pt x="941546" y="537210"/>
                </a:cubicBezTo>
                <a:cubicBezTo>
                  <a:pt x="941546" y="542639"/>
                  <a:pt x="945928" y="546926"/>
                  <a:pt x="951262" y="546926"/>
                </a:cubicBezTo>
                <a:cubicBezTo>
                  <a:pt x="955834" y="546926"/>
                  <a:pt x="959453" y="543782"/>
                  <a:pt x="960501" y="539591"/>
                </a:cubicBezTo>
                <a:lnTo>
                  <a:pt x="986695" y="539591"/>
                </a:lnTo>
                <a:cubicBezTo>
                  <a:pt x="986695" y="539591"/>
                  <a:pt x="1042607" y="591122"/>
                  <a:pt x="1042607" y="591122"/>
                </a:cubicBezTo>
                <a:lnTo>
                  <a:pt x="1160050" y="591312"/>
                </a:lnTo>
                <a:lnTo>
                  <a:pt x="1195864" y="632936"/>
                </a:lnTo>
                <a:lnTo>
                  <a:pt x="1195864" y="691896"/>
                </a:lnTo>
                <a:cubicBezTo>
                  <a:pt x="1195864" y="691896"/>
                  <a:pt x="1195388" y="691896"/>
                  <a:pt x="1195388" y="691896"/>
                </a:cubicBezTo>
                <a:cubicBezTo>
                  <a:pt x="1193864" y="691896"/>
                  <a:pt x="1192721" y="693134"/>
                  <a:pt x="1192721" y="694563"/>
                </a:cubicBezTo>
                <a:lnTo>
                  <a:pt x="1192721" y="707517"/>
                </a:lnTo>
                <a:cubicBezTo>
                  <a:pt x="1192721" y="709041"/>
                  <a:pt x="1193959" y="710184"/>
                  <a:pt x="1195388" y="710184"/>
                </a:cubicBezTo>
                <a:lnTo>
                  <a:pt x="1201388" y="710184"/>
                </a:lnTo>
                <a:cubicBezTo>
                  <a:pt x="1202912" y="710184"/>
                  <a:pt x="1204055" y="708946"/>
                  <a:pt x="1204055" y="707517"/>
                </a:cubicBezTo>
                <a:lnTo>
                  <a:pt x="1204055" y="694563"/>
                </a:lnTo>
                <a:cubicBezTo>
                  <a:pt x="1204055" y="693039"/>
                  <a:pt x="1202817" y="691896"/>
                  <a:pt x="1201388" y="691896"/>
                </a:cubicBezTo>
                <a:close/>
                <a:moveTo>
                  <a:pt x="951071" y="542163"/>
                </a:moveTo>
                <a:cubicBezTo>
                  <a:pt x="948309" y="542163"/>
                  <a:pt x="946118" y="539877"/>
                  <a:pt x="946118" y="537210"/>
                </a:cubicBezTo>
                <a:cubicBezTo>
                  <a:pt x="946118" y="534543"/>
                  <a:pt x="948404" y="532162"/>
                  <a:pt x="951071" y="532162"/>
                </a:cubicBezTo>
                <a:cubicBezTo>
                  <a:pt x="953738" y="532162"/>
                  <a:pt x="956120" y="534448"/>
                  <a:pt x="956120" y="537210"/>
                </a:cubicBezTo>
                <a:cubicBezTo>
                  <a:pt x="956120" y="539972"/>
                  <a:pt x="953834" y="542163"/>
                  <a:pt x="951071" y="542163"/>
                </a:cubicBezTo>
                <a:close/>
                <a:moveTo>
                  <a:pt x="95" y="2735771"/>
                </a:moveTo>
                <a:cubicBezTo>
                  <a:pt x="2667" y="2739962"/>
                  <a:pt x="2572" y="2745010"/>
                  <a:pt x="95" y="2749010"/>
                </a:cubicBezTo>
                <a:lnTo>
                  <a:pt x="95" y="2735771"/>
                </a:lnTo>
                <a:close/>
                <a:moveTo>
                  <a:pt x="95" y="2700719"/>
                </a:moveTo>
                <a:cubicBezTo>
                  <a:pt x="2286" y="2704719"/>
                  <a:pt x="2381" y="2709482"/>
                  <a:pt x="95" y="2713292"/>
                </a:cubicBezTo>
                <a:lnTo>
                  <a:pt x="95" y="2700719"/>
                </a:lnTo>
                <a:close/>
                <a:moveTo>
                  <a:pt x="729044" y="865442"/>
                </a:moveTo>
                <a:lnTo>
                  <a:pt x="637318" y="865442"/>
                </a:lnTo>
                <a:lnTo>
                  <a:pt x="608076" y="881729"/>
                </a:lnTo>
                <a:lnTo>
                  <a:pt x="579120" y="881729"/>
                </a:lnTo>
                <a:lnTo>
                  <a:pt x="579120" y="879634"/>
                </a:lnTo>
                <a:cubicBezTo>
                  <a:pt x="579120" y="877538"/>
                  <a:pt x="577406" y="875824"/>
                  <a:pt x="575310" y="875824"/>
                </a:cubicBezTo>
                <a:lnTo>
                  <a:pt x="555212" y="875824"/>
                </a:lnTo>
                <a:cubicBezTo>
                  <a:pt x="553117" y="875824"/>
                  <a:pt x="551402" y="877538"/>
                  <a:pt x="551402" y="879634"/>
                </a:cubicBezTo>
                <a:lnTo>
                  <a:pt x="551402" y="888587"/>
                </a:lnTo>
                <a:cubicBezTo>
                  <a:pt x="551402" y="890683"/>
                  <a:pt x="553117" y="892397"/>
                  <a:pt x="555212" y="892397"/>
                </a:cubicBezTo>
                <a:lnTo>
                  <a:pt x="564071" y="892397"/>
                </a:lnTo>
                <a:lnTo>
                  <a:pt x="564071" y="913448"/>
                </a:lnTo>
                <a:lnTo>
                  <a:pt x="555212" y="913448"/>
                </a:lnTo>
                <a:cubicBezTo>
                  <a:pt x="553117" y="913448"/>
                  <a:pt x="551402" y="915162"/>
                  <a:pt x="551402" y="917258"/>
                </a:cubicBezTo>
                <a:lnTo>
                  <a:pt x="551402" y="926211"/>
                </a:lnTo>
                <a:cubicBezTo>
                  <a:pt x="551402" y="928307"/>
                  <a:pt x="553117" y="930021"/>
                  <a:pt x="555212" y="930021"/>
                </a:cubicBezTo>
                <a:lnTo>
                  <a:pt x="564071" y="930021"/>
                </a:lnTo>
                <a:lnTo>
                  <a:pt x="564071" y="951071"/>
                </a:lnTo>
                <a:lnTo>
                  <a:pt x="555212" y="951071"/>
                </a:lnTo>
                <a:cubicBezTo>
                  <a:pt x="553117" y="951071"/>
                  <a:pt x="551402" y="952786"/>
                  <a:pt x="551402" y="954881"/>
                </a:cubicBezTo>
                <a:lnTo>
                  <a:pt x="551402" y="963835"/>
                </a:lnTo>
                <a:cubicBezTo>
                  <a:pt x="551402" y="965930"/>
                  <a:pt x="553117" y="967645"/>
                  <a:pt x="555212" y="967645"/>
                </a:cubicBezTo>
                <a:lnTo>
                  <a:pt x="564452" y="967645"/>
                </a:lnTo>
                <a:lnTo>
                  <a:pt x="564452" y="988695"/>
                </a:lnTo>
                <a:lnTo>
                  <a:pt x="555212" y="988695"/>
                </a:lnTo>
                <a:cubicBezTo>
                  <a:pt x="553117" y="988695"/>
                  <a:pt x="551402" y="990410"/>
                  <a:pt x="551402" y="992505"/>
                </a:cubicBezTo>
                <a:lnTo>
                  <a:pt x="551402" y="1001459"/>
                </a:lnTo>
                <a:cubicBezTo>
                  <a:pt x="551402" y="1003554"/>
                  <a:pt x="553117" y="1005269"/>
                  <a:pt x="555212" y="1005269"/>
                </a:cubicBezTo>
                <a:lnTo>
                  <a:pt x="564071" y="1005269"/>
                </a:lnTo>
                <a:lnTo>
                  <a:pt x="564071" y="1026319"/>
                </a:lnTo>
                <a:lnTo>
                  <a:pt x="555212" y="1026319"/>
                </a:lnTo>
                <a:cubicBezTo>
                  <a:pt x="553117" y="1026319"/>
                  <a:pt x="551402" y="1028033"/>
                  <a:pt x="551402" y="1030129"/>
                </a:cubicBezTo>
                <a:lnTo>
                  <a:pt x="551402" y="1039082"/>
                </a:lnTo>
                <a:cubicBezTo>
                  <a:pt x="551402" y="1041178"/>
                  <a:pt x="553117" y="1042892"/>
                  <a:pt x="555212" y="1042892"/>
                </a:cubicBezTo>
                <a:lnTo>
                  <a:pt x="564071" y="1042892"/>
                </a:lnTo>
                <a:lnTo>
                  <a:pt x="564071" y="1063943"/>
                </a:lnTo>
                <a:lnTo>
                  <a:pt x="555212" y="1063943"/>
                </a:lnTo>
                <a:cubicBezTo>
                  <a:pt x="553117" y="1063943"/>
                  <a:pt x="551402" y="1065657"/>
                  <a:pt x="551402" y="1067753"/>
                </a:cubicBezTo>
                <a:lnTo>
                  <a:pt x="551402" y="1076706"/>
                </a:lnTo>
                <a:cubicBezTo>
                  <a:pt x="551402" y="1078802"/>
                  <a:pt x="553117" y="1080516"/>
                  <a:pt x="555212" y="1080516"/>
                </a:cubicBezTo>
                <a:lnTo>
                  <a:pt x="564071" y="1080516"/>
                </a:lnTo>
                <a:lnTo>
                  <a:pt x="564071" y="1101566"/>
                </a:lnTo>
                <a:lnTo>
                  <a:pt x="555212" y="1101566"/>
                </a:lnTo>
                <a:cubicBezTo>
                  <a:pt x="553117" y="1101566"/>
                  <a:pt x="551402" y="1103281"/>
                  <a:pt x="551402" y="1105376"/>
                </a:cubicBezTo>
                <a:lnTo>
                  <a:pt x="551402" y="1114330"/>
                </a:lnTo>
                <a:cubicBezTo>
                  <a:pt x="551402" y="1116425"/>
                  <a:pt x="553117" y="1118140"/>
                  <a:pt x="555212" y="1118140"/>
                </a:cubicBezTo>
                <a:lnTo>
                  <a:pt x="575310" y="1118140"/>
                </a:lnTo>
                <a:cubicBezTo>
                  <a:pt x="577406" y="1118140"/>
                  <a:pt x="579120" y="1116425"/>
                  <a:pt x="579120" y="1114330"/>
                </a:cubicBezTo>
                <a:lnTo>
                  <a:pt x="579120" y="1112234"/>
                </a:lnTo>
                <a:lnTo>
                  <a:pt x="651891" y="1112234"/>
                </a:lnTo>
                <a:cubicBezTo>
                  <a:pt x="651891" y="1112234"/>
                  <a:pt x="667512" y="1126522"/>
                  <a:pt x="667512" y="1126522"/>
                </a:cubicBezTo>
                <a:lnTo>
                  <a:pt x="765524" y="1126522"/>
                </a:lnTo>
                <a:cubicBezTo>
                  <a:pt x="765715" y="1127284"/>
                  <a:pt x="765715" y="1128141"/>
                  <a:pt x="766001" y="1128903"/>
                </a:cubicBezTo>
                <a:cubicBezTo>
                  <a:pt x="767239" y="1131951"/>
                  <a:pt x="769620" y="1134332"/>
                  <a:pt x="772763" y="1135666"/>
                </a:cubicBezTo>
                <a:cubicBezTo>
                  <a:pt x="774287" y="1136333"/>
                  <a:pt x="775907" y="1136618"/>
                  <a:pt x="777526" y="1136618"/>
                </a:cubicBezTo>
                <a:cubicBezTo>
                  <a:pt x="782384" y="1136618"/>
                  <a:pt x="787051" y="1133761"/>
                  <a:pt x="789051" y="1128903"/>
                </a:cubicBezTo>
                <a:cubicBezTo>
                  <a:pt x="791623" y="1122617"/>
                  <a:pt x="788670" y="1115282"/>
                  <a:pt x="782288" y="1112711"/>
                </a:cubicBezTo>
                <a:cubicBezTo>
                  <a:pt x="779240" y="1111472"/>
                  <a:pt x="775811" y="1111472"/>
                  <a:pt x="772763" y="1112711"/>
                </a:cubicBezTo>
                <a:cubicBezTo>
                  <a:pt x="769715" y="1113949"/>
                  <a:pt x="767334" y="1116330"/>
                  <a:pt x="766001" y="1119473"/>
                </a:cubicBezTo>
                <a:cubicBezTo>
                  <a:pt x="765715" y="1120235"/>
                  <a:pt x="765715" y="1120997"/>
                  <a:pt x="765524" y="1121855"/>
                </a:cubicBezTo>
                <a:lnTo>
                  <a:pt x="669417" y="1121855"/>
                </a:lnTo>
                <a:cubicBezTo>
                  <a:pt x="669417" y="1121855"/>
                  <a:pt x="653796" y="1107662"/>
                  <a:pt x="653796" y="1107662"/>
                </a:cubicBezTo>
                <a:lnTo>
                  <a:pt x="579215" y="1107662"/>
                </a:lnTo>
                <a:lnTo>
                  <a:pt x="579215" y="1105472"/>
                </a:lnTo>
                <a:cubicBezTo>
                  <a:pt x="579215" y="1103376"/>
                  <a:pt x="577501" y="1101662"/>
                  <a:pt x="575405" y="1101662"/>
                </a:cubicBezTo>
                <a:lnTo>
                  <a:pt x="566547" y="1101662"/>
                </a:lnTo>
                <a:lnTo>
                  <a:pt x="566547" y="1080611"/>
                </a:lnTo>
                <a:lnTo>
                  <a:pt x="575405" y="1080611"/>
                </a:lnTo>
                <a:cubicBezTo>
                  <a:pt x="577501" y="1080611"/>
                  <a:pt x="579215" y="1078897"/>
                  <a:pt x="579215" y="1076801"/>
                </a:cubicBezTo>
                <a:lnTo>
                  <a:pt x="579215" y="1074706"/>
                </a:lnTo>
                <a:lnTo>
                  <a:pt x="724948" y="1074706"/>
                </a:lnTo>
                <a:cubicBezTo>
                  <a:pt x="724948" y="1074706"/>
                  <a:pt x="740569" y="1088993"/>
                  <a:pt x="740569" y="1088993"/>
                </a:cubicBezTo>
                <a:lnTo>
                  <a:pt x="800576" y="1088993"/>
                </a:lnTo>
                <a:cubicBezTo>
                  <a:pt x="800576" y="1088993"/>
                  <a:pt x="800576" y="1091565"/>
                  <a:pt x="800576" y="1091565"/>
                </a:cubicBezTo>
                <a:cubicBezTo>
                  <a:pt x="800576" y="1095375"/>
                  <a:pt x="803720" y="1098518"/>
                  <a:pt x="807529" y="1098518"/>
                </a:cubicBezTo>
                <a:lnTo>
                  <a:pt x="828294" y="1098518"/>
                </a:lnTo>
                <a:cubicBezTo>
                  <a:pt x="832104" y="1098518"/>
                  <a:pt x="835247" y="1095375"/>
                  <a:pt x="835247" y="1091565"/>
                </a:cubicBezTo>
                <a:lnTo>
                  <a:pt x="835247" y="1081564"/>
                </a:lnTo>
                <a:cubicBezTo>
                  <a:pt x="835247" y="1077754"/>
                  <a:pt x="832104" y="1074611"/>
                  <a:pt x="828294" y="1074611"/>
                </a:cubicBezTo>
                <a:lnTo>
                  <a:pt x="807529" y="1074611"/>
                </a:lnTo>
                <a:cubicBezTo>
                  <a:pt x="803720" y="1074611"/>
                  <a:pt x="800576" y="1077754"/>
                  <a:pt x="800576" y="1081564"/>
                </a:cubicBezTo>
                <a:lnTo>
                  <a:pt x="800576" y="1084231"/>
                </a:lnTo>
                <a:lnTo>
                  <a:pt x="742379" y="1084231"/>
                </a:lnTo>
                <a:cubicBezTo>
                  <a:pt x="742379" y="1084231"/>
                  <a:pt x="726758" y="1070134"/>
                  <a:pt x="726758" y="1070134"/>
                </a:cubicBezTo>
                <a:lnTo>
                  <a:pt x="579215" y="1070134"/>
                </a:lnTo>
                <a:lnTo>
                  <a:pt x="579215" y="1067943"/>
                </a:lnTo>
                <a:cubicBezTo>
                  <a:pt x="579215" y="1065848"/>
                  <a:pt x="577501" y="1064133"/>
                  <a:pt x="575405" y="1064133"/>
                </a:cubicBezTo>
                <a:lnTo>
                  <a:pt x="566547" y="1064133"/>
                </a:lnTo>
                <a:lnTo>
                  <a:pt x="566547" y="1043083"/>
                </a:lnTo>
                <a:lnTo>
                  <a:pt x="575405" y="1043083"/>
                </a:lnTo>
                <a:cubicBezTo>
                  <a:pt x="577501" y="1043083"/>
                  <a:pt x="579215" y="1041368"/>
                  <a:pt x="579215" y="1039273"/>
                </a:cubicBezTo>
                <a:lnTo>
                  <a:pt x="579215" y="1037844"/>
                </a:lnTo>
                <a:lnTo>
                  <a:pt x="765048" y="1037368"/>
                </a:lnTo>
                <a:lnTo>
                  <a:pt x="778478" y="1047464"/>
                </a:lnTo>
                <a:lnTo>
                  <a:pt x="954215" y="1048226"/>
                </a:lnTo>
                <a:lnTo>
                  <a:pt x="974312" y="1068515"/>
                </a:lnTo>
                <a:lnTo>
                  <a:pt x="1016032" y="1068324"/>
                </a:lnTo>
                <a:cubicBezTo>
                  <a:pt x="1016889" y="1072991"/>
                  <a:pt x="1020794" y="1076611"/>
                  <a:pt x="1025747" y="1076611"/>
                </a:cubicBezTo>
                <a:cubicBezTo>
                  <a:pt x="1031272" y="1076611"/>
                  <a:pt x="1035749" y="1072134"/>
                  <a:pt x="1035749" y="1066610"/>
                </a:cubicBezTo>
                <a:cubicBezTo>
                  <a:pt x="1035749" y="1061085"/>
                  <a:pt x="1031272" y="1056608"/>
                  <a:pt x="1025747" y="1056608"/>
                </a:cubicBezTo>
                <a:cubicBezTo>
                  <a:pt x="1024700" y="1056608"/>
                  <a:pt x="1023652" y="1056894"/>
                  <a:pt x="1022699" y="1057180"/>
                </a:cubicBezTo>
                <a:lnTo>
                  <a:pt x="978122" y="1006888"/>
                </a:lnTo>
                <a:lnTo>
                  <a:pt x="886206" y="1006697"/>
                </a:lnTo>
                <a:cubicBezTo>
                  <a:pt x="886016" y="1005935"/>
                  <a:pt x="886016" y="1005078"/>
                  <a:pt x="885730" y="1004316"/>
                </a:cubicBezTo>
                <a:cubicBezTo>
                  <a:pt x="884492" y="1001268"/>
                  <a:pt x="882110" y="998887"/>
                  <a:pt x="878967" y="997553"/>
                </a:cubicBezTo>
                <a:cubicBezTo>
                  <a:pt x="875919" y="996315"/>
                  <a:pt x="872490" y="996315"/>
                  <a:pt x="869442" y="997553"/>
                </a:cubicBezTo>
                <a:cubicBezTo>
                  <a:pt x="866394" y="998792"/>
                  <a:pt x="864013" y="1001173"/>
                  <a:pt x="862679" y="1004316"/>
                </a:cubicBezTo>
                <a:cubicBezTo>
                  <a:pt x="861441" y="1007364"/>
                  <a:pt x="861441" y="1010793"/>
                  <a:pt x="862679" y="1013841"/>
                </a:cubicBezTo>
                <a:cubicBezTo>
                  <a:pt x="863918" y="1016889"/>
                  <a:pt x="866299" y="1019270"/>
                  <a:pt x="869442" y="1020604"/>
                </a:cubicBezTo>
                <a:cubicBezTo>
                  <a:pt x="870966" y="1021271"/>
                  <a:pt x="872585" y="1021556"/>
                  <a:pt x="874204" y="1021556"/>
                </a:cubicBezTo>
                <a:cubicBezTo>
                  <a:pt x="879062" y="1021556"/>
                  <a:pt x="883729" y="1018699"/>
                  <a:pt x="885730" y="1013841"/>
                </a:cubicBezTo>
                <a:cubicBezTo>
                  <a:pt x="886016" y="1013079"/>
                  <a:pt x="886016" y="1012222"/>
                  <a:pt x="886206" y="1011460"/>
                </a:cubicBezTo>
                <a:lnTo>
                  <a:pt x="975932" y="1011650"/>
                </a:lnTo>
                <a:lnTo>
                  <a:pt x="1018508" y="1059656"/>
                </a:lnTo>
                <a:cubicBezTo>
                  <a:pt x="1017461" y="1060799"/>
                  <a:pt x="1016794" y="1062133"/>
                  <a:pt x="1016318" y="1063657"/>
                </a:cubicBezTo>
                <a:lnTo>
                  <a:pt x="976313" y="1063847"/>
                </a:lnTo>
                <a:lnTo>
                  <a:pt x="956215" y="1043559"/>
                </a:lnTo>
                <a:lnTo>
                  <a:pt x="780098" y="1042797"/>
                </a:lnTo>
                <a:lnTo>
                  <a:pt x="766572" y="1032701"/>
                </a:lnTo>
                <a:lnTo>
                  <a:pt x="579215" y="1033177"/>
                </a:lnTo>
                <a:lnTo>
                  <a:pt x="579215" y="1030319"/>
                </a:lnTo>
                <a:cubicBezTo>
                  <a:pt x="579215" y="1028224"/>
                  <a:pt x="577501" y="1026509"/>
                  <a:pt x="575405" y="1026509"/>
                </a:cubicBezTo>
                <a:lnTo>
                  <a:pt x="566547" y="1026509"/>
                </a:lnTo>
                <a:lnTo>
                  <a:pt x="566547" y="1005459"/>
                </a:lnTo>
                <a:lnTo>
                  <a:pt x="575405" y="1005459"/>
                </a:lnTo>
                <a:cubicBezTo>
                  <a:pt x="577501" y="1005459"/>
                  <a:pt x="579215" y="1003745"/>
                  <a:pt x="579215" y="1001649"/>
                </a:cubicBezTo>
                <a:lnTo>
                  <a:pt x="579215" y="999554"/>
                </a:lnTo>
                <a:lnTo>
                  <a:pt x="694373" y="999554"/>
                </a:lnTo>
                <a:lnTo>
                  <a:pt x="709994" y="1013746"/>
                </a:lnTo>
                <a:lnTo>
                  <a:pt x="808387" y="1013746"/>
                </a:lnTo>
                <a:cubicBezTo>
                  <a:pt x="809149" y="1016699"/>
                  <a:pt x="811054" y="1019366"/>
                  <a:pt x="814102" y="1020604"/>
                </a:cubicBezTo>
                <a:cubicBezTo>
                  <a:pt x="819245" y="1022699"/>
                  <a:pt x="825056" y="1020318"/>
                  <a:pt x="827246" y="1015175"/>
                </a:cubicBezTo>
                <a:cubicBezTo>
                  <a:pt x="829437" y="1010031"/>
                  <a:pt x="826961" y="1004221"/>
                  <a:pt x="821817" y="1002030"/>
                </a:cubicBezTo>
                <a:cubicBezTo>
                  <a:pt x="816674" y="999935"/>
                  <a:pt x="810863" y="1002316"/>
                  <a:pt x="808673" y="1007459"/>
                </a:cubicBezTo>
                <a:cubicBezTo>
                  <a:pt x="808482" y="1007936"/>
                  <a:pt x="808482" y="1008412"/>
                  <a:pt x="808387" y="1008888"/>
                </a:cubicBezTo>
                <a:lnTo>
                  <a:pt x="711803" y="1008888"/>
                </a:lnTo>
                <a:lnTo>
                  <a:pt x="696182" y="994696"/>
                </a:lnTo>
                <a:lnTo>
                  <a:pt x="579215" y="994696"/>
                </a:lnTo>
                <a:lnTo>
                  <a:pt x="579215" y="992600"/>
                </a:lnTo>
                <a:cubicBezTo>
                  <a:pt x="579215" y="990505"/>
                  <a:pt x="577501" y="988790"/>
                  <a:pt x="575405" y="988790"/>
                </a:cubicBezTo>
                <a:lnTo>
                  <a:pt x="566928" y="988790"/>
                </a:lnTo>
                <a:lnTo>
                  <a:pt x="566928" y="967740"/>
                </a:lnTo>
                <a:lnTo>
                  <a:pt x="575405" y="967740"/>
                </a:lnTo>
                <a:cubicBezTo>
                  <a:pt x="577501" y="967740"/>
                  <a:pt x="579215" y="966026"/>
                  <a:pt x="579215" y="963930"/>
                </a:cubicBezTo>
                <a:lnTo>
                  <a:pt x="579215" y="961835"/>
                </a:lnTo>
                <a:lnTo>
                  <a:pt x="637889" y="962311"/>
                </a:lnTo>
                <a:lnTo>
                  <a:pt x="657416" y="979170"/>
                </a:lnTo>
                <a:lnTo>
                  <a:pt x="836200" y="979170"/>
                </a:lnTo>
                <a:cubicBezTo>
                  <a:pt x="836200" y="979170"/>
                  <a:pt x="860298" y="958977"/>
                  <a:pt x="860298" y="958977"/>
                </a:cubicBezTo>
                <a:lnTo>
                  <a:pt x="860298" y="912019"/>
                </a:lnTo>
                <a:cubicBezTo>
                  <a:pt x="861632" y="911733"/>
                  <a:pt x="862965" y="911352"/>
                  <a:pt x="864108" y="910685"/>
                </a:cubicBezTo>
                <a:cubicBezTo>
                  <a:pt x="870014" y="907256"/>
                  <a:pt x="872109" y="899636"/>
                  <a:pt x="868680" y="893731"/>
                </a:cubicBezTo>
                <a:cubicBezTo>
                  <a:pt x="865251" y="887825"/>
                  <a:pt x="857631" y="885730"/>
                  <a:pt x="851726" y="889159"/>
                </a:cubicBezTo>
                <a:cubicBezTo>
                  <a:pt x="845820" y="892588"/>
                  <a:pt x="843725" y="900208"/>
                  <a:pt x="847154" y="906113"/>
                </a:cubicBezTo>
                <a:cubicBezTo>
                  <a:pt x="848773" y="908971"/>
                  <a:pt x="851535" y="911066"/>
                  <a:pt x="854678" y="911924"/>
                </a:cubicBezTo>
                <a:cubicBezTo>
                  <a:pt x="854964" y="911924"/>
                  <a:pt x="855250" y="911924"/>
                  <a:pt x="855536" y="912019"/>
                </a:cubicBezTo>
                <a:lnTo>
                  <a:pt x="855536" y="956786"/>
                </a:lnTo>
                <a:lnTo>
                  <a:pt x="834485" y="974312"/>
                </a:lnTo>
                <a:lnTo>
                  <a:pt x="659225" y="974312"/>
                </a:lnTo>
                <a:cubicBezTo>
                  <a:pt x="659225" y="974312"/>
                  <a:pt x="639699" y="957548"/>
                  <a:pt x="639699" y="957548"/>
                </a:cubicBezTo>
                <a:lnTo>
                  <a:pt x="579311" y="957072"/>
                </a:lnTo>
                <a:lnTo>
                  <a:pt x="579311" y="954881"/>
                </a:lnTo>
                <a:cubicBezTo>
                  <a:pt x="579311" y="952786"/>
                  <a:pt x="577596" y="951071"/>
                  <a:pt x="575501" y="951071"/>
                </a:cubicBezTo>
                <a:lnTo>
                  <a:pt x="566642" y="951071"/>
                </a:lnTo>
                <a:lnTo>
                  <a:pt x="566642" y="930021"/>
                </a:lnTo>
                <a:lnTo>
                  <a:pt x="575501" y="930021"/>
                </a:lnTo>
                <a:cubicBezTo>
                  <a:pt x="577596" y="930021"/>
                  <a:pt x="579311" y="928307"/>
                  <a:pt x="579311" y="926211"/>
                </a:cubicBezTo>
                <a:lnTo>
                  <a:pt x="579311" y="924877"/>
                </a:lnTo>
                <a:lnTo>
                  <a:pt x="637985" y="925354"/>
                </a:lnTo>
                <a:lnTo>
                  <a:pt x="657511" y="942213"/>
                </a:lnTo>
                <a:lnTo>
                  <a:pt x="800672" y="941642"/>
                </a:lnTo>
                <a:lnTo>
                  <a:pt x="820484" y="922306"/>
                </a:lnTo>
                <a:lnTo>
                  <a:pt x="820484" y="895636"/>
                </a:lnTo>
                <a:lnTo>
                  <a:pt x="690372" y="895636"/>
                </a:lnTo>
                <a:cubicBezTo>
                  <a:pt x="690086" y="894302"/>
                  <a:pt x="689801" y="893064"/>
                  <a:pt x="689134" y="891826"/>
                </a:cubicBezTo>
                <a:lnTo>
                  <a:pt x="689134" y="891826"/>
                </a:lnTo>
                <a:cubicBezTo>
                  <a:pt x="685705" y="885920"/>
                  <a:pt x="678085" y="883825"/>
                  <a:pt x="672179" y="887254"/>
                </a:cubicBezTo>
                <a:cubicBezTo>
                  <a:pt x="666274" y="890683"/>
                  <a:pt x="664178" y="898303"/>
                  <a:pt x="667607" y="904208"/>
                </a:cubicBezTo>
                <a:cubicBezTo>
                  <a:pt x="669893" y="908209"/>
                  <a:pt x="674084" y="910400"/>
                  <a:pt x="678371" y="910400"/>
                </a:cubicBezTo>
                <a:cubicBezTo>
                  <a:pt x="680466" y="910400"/>
                  <a:pt x="682562" y="909828"/>
                  <a:pt x="684562" y="908780"/>
                </a:cubicBezTo>
                <a:cubicBezTo>
                  <a:pt x="687800" y="906875"/>
                  <a:pt x="689705" y="903827"/>
                  <a:pt x="690372" y="900398"/>
                </a:cubicBezTo>
                <a:lnTo>
                  <a:pt x="815721" y="900398"/>
                </a:lnTo>
                <a:lnTo>
                  <a:pt x="815721" y="920306"/>
                </a:lnTo>
                <a:lnTo>
                  <a:pt x="798767" y="936879"/>
                </a:lnTo>
                <a:lnTo>
                  <a:pt x="659321" y="937451"/>
                </a:lnTo>
                <a:lnTo>
                  <a:pt x="639794" y="920591"/>
                </a:lnTo>
                <a:lnTo>
                  <a:pt x="579406" y="920115"/>
                </a:lnTo>
                <a:lnTo>
                  <a:pt x="579406" y="917258"/>
                </a:lnTo>
                <a:cubicBezTo>
                  <a:pt x="579406" y="915162"/>
                  <a:pt x="577691" y="913448"/>
                  <a:pt x="575596" y="913448"/>
                </a:cubicBezTo>
                <a:lnTo>
                  <a:pt x="566738" y="913448"/>
                </a:lnTo>
                <a:lnTo>
                  <a:pt x="566738" y="892397"/>
                </a:lnTo>
                <a:lnTo>
                  <a:pt x="575596" y="892397"/>
                </a:lnTo>
                <a:cubicBezTo>
                  <a:pt x="577691" y="892397"/>
                  <a:pt x="579406" y="890683"/>
                  <a:pt x="579406" y="888587"/>
                </a:cubicBezTo>
                <a:lnTo>
                  <a:pt x="579406" y="886492"/>
                </a:lnTo>
                <a:lnTo>
                  <a:pt x="609600" y="886492"/>
                </a:lnTo>
                <a:lnTo>
                  <a:pt x="638842" y="870204"/>
                </a:lnTo>
                <a:lnTo>
                  <a:pt x="731139" y="870204"/>
                </a:lnTo>
                <a:lnTo>
                  <a:pt x="746760" y="856012"/>
                </a:lnTo>
                <a:lnTo>
                  <a:pt x="850487" y="856012"/>
                </a:lnTo>
                <a:lnTo>
                  <a:pt x="850487" y="857536"/>
                </a:lnTo>
                <a:cubicBezTo>
                  <a:pt x="850487" y="861346"/>
                  <a:pt x="853631" y="864489"/>
                  <a:pt x="857441" y="864489"/>
                </a:cubicBezTo>
                <a:lnTo>
                  <a:pt x="878205" y="864489"/>
                </a:lnTo>
                <a:cubicBezTo>
                  <a:pt x="882015" y="864489"/>
                  <a:pt x="885158" y="861346"/>
                  <a:pt x="885158" y="857536"/>
                </a:cubicBezTo>
                <a:lnTo>
                  <a:pt x="885158" y="847535"/>
                </a:lnTo>
                <a:cubicBezTo>
                  <a:pt x="885158" y="843725"/>
                  <a:pt x="882015" y="840581"/>
                  <a:pt x="878205" y="840581"/>
                </a:cubicBezTo>
                <a:lnTo>
                  <a:pt x="857441" y="840581"/>
                </a:lnTo>
                <a:cubicBezTo>
                  <a:pt x="853631" y="840581"/>
                  <a:pt x="850487" y="843725"/>
                  <a:pt x="850487" y="847535"/>
                </a:cubicBezTo>
                <a:lnTo>
                  <a:pt x="850487" y="851249"/>
                </a:lnTo>
                <a:lnTo>
                  <a:pt x="744855" y="851249"/>
                </a:lnTo>
                <a:lnTo>
                  <a:pt x="729234" y="865442"/>
                </a:lnTo>
                <a:close/>
                <a:moveTo>
                  <a:pt x="770382" y="1121759"/>
                </a:moveTo>
                <a:cubicBezTo>
                  <a:pt x="771144" y="1119854"/>
                  <a:pt x="772668" y="1118426"/>
                  <a:pt x="774573" y="1117664"/>
                </a:cubicBezTo>
                <a:cubicBezTo>
                  <a:pt x="775526" y="1117283"/>
                  <a:pt x="776478" y="1117092"/>
                  <a:pt x="777526" y="1117092"/>
                </a:cubicBezTo>
                <a:cubicBezTo>
                  <a:pt x="778574" y="1117092"/>
                  <a:pt x="779526" y="1117283"/>
                  <a:pt x="780479" y="1117664"/>
                </a:cubicBezTo>
                <a:cubicBezTo>
                  <a:pt x="784384" y="1119283"/>
                  <a:pt x="786194" y="1123760"/>
                  <a:pt x="784670" y="1127665"/>
                </a:cubicBezTo>
                <a:cubicBezTo>
                  <a:pt x="783050" y="1131570"/>
                  <a:pt x="778574" y="1133380"/>
                  <a:pt x="774668" y="1131761"/>
                </a:cubicBezTo>
                <a:cubicBezTo>
                  <a:pt x="772763" y="1130999"/>
                  <a:pt x="771335" y="1129475"/>
                  <a:pt x="770477" y="1127665"/>
                </a:cubicBezTo>
                <a:cubicBezTo>
                  <a:pt x="769715" y="1125760"/>
                  <a:pt x="769715" y="1123664"/>
                  <a:pt x="770477" y="1121759"/>
                </a:cubicBezTo>
                <a:close/>
                <a:moveTo>
                  <a:pt x="805244" y="1081850"/>
                </a:moveTo>
                <a:cubicBezTo>
                  <a:pt x="805244" y="1080611"/>
                  <a:pt x="806196" y="1079659"/>
                  <a:pt x="807434" y="1079659"/>
                </a:cubicBezTo>
                <a:lnTo>
                  <a:pt x="828199" y="1079659"/>
                </a:lnTo>
                <a:cubicBezTo>
                  <a:pt x="829437" y="1079659"/>
                  <a:pt x="830390" y="1080611"/>
                  <a:pt x="830390" y="1081850"/>
                </a:cubicBezTo>
                <a:lnTo>
                  <a:pt x="830390" y="1091851"/>
                </a:lnTo>
                <a:cubicBezTo>
                  <a:pt x="830390" y="1093089"/>
                  <a:pt x="829437" y="1094042"/>
                  <a:pt x="828199" y="1094042"/>
                </a:cubicBezTo>
                <a:lnTo>
                  <a:pt x="807434" y="1094042"/>
                </a:lnTo>
                <a:cubicBezTo>
                  <a:pt x="806196" y="1094042"/>
                  <a:pt x="805244" y="1093089"/>
                  <a:pt x="805244" y="1091851"/>
                </a:cubicBezTo>
                <a:lnTo>
                  <a:pt x="805244" y="1081850"/>
                </a:lnTo>
                <a:close/>
                <a:moveTo>
                  <a:pt x="881158" y="1012127"/>
                </a:moveTo>
                <a:cubicBezTo>
                  <a:pt x="879539" y="1016032"/>
                  <a:pt x="875062" y="1017842"/>
                  <a:pt x="871157" y="1016318"/>
                </a:cubicBezTo>
                <a:cubicBezTo>
                  <a:pt x="869252" y="1015556"/>
                  <a:pt x="867823" y="1014032"/>
                  <a:pt x="866966" y="1012222"/>
                </a:cubicBezTo>
                <a:cubicBezTo>
                  <a:pt x="866204" y="1010317"/>
                  <a:pt x="866204" y="1008221"/>
                  <a:pt x="866966" y="1006412"/>
                </a:cubicBezTo>
                <a:cubicBezTo>
                  <a:pt x="867727" y="1004507"/>
                  <a:pt x="869252" y="1003078"/>
                  <a:pt x="871157" y="1002221"/>
                </a:cubicBezTo>
                <a:cubicBezTo>
                  <a:pt x="872109" y="1001840"/>
                  <a:pt x="873062" y="1001649"/>
                  <a:pt x="874109" y="1001649"/>
                </a:cubicBezTo>
                <a:cubicBezTo>
                  <a:pt x="875157" y="1001649"/>
                  <a:pt x="876110" y="1001840"/>
                  <a:pt x="877062" y="1002221"/>
                </a:cubicBezTo>
                <a:cubicBezTo>
                  <a:pt x="878967" y="1002983"/>
                  <a:pt x="880396" y="1004507"/>
                  <a:pt x="881253" y="1006316"/>
                </a:cubicBezTo>
                <a:cubicBezTo>
                  <a:pt x="882015" y="1008221"/>
                  <a:pt x="882015" y="1010317"/>
                  <a:pt x="881253" y="1012127"/>
                </a:cubicBezTo>
                <a:close/>
                <a:moveTo>
                  <a:pt x="851059" y="903827"/>
                </a:moveTo>
                <a:cubicBezTo>
                  <a:pt x="848963" y="900208"/>
                  <a:pt x="850202" y="895445"/>
                  <a:pt x="853821" y="893350"/>
                </a:cubicBezTo>
                <a:cubicBezTo>
                  <a:pt x="855059" y="892683"/>
                  <a:pt x="856298" y="892302"/>
                  <a:pt x="857631" y="892302"/>
                </a:cubicBezTo>
                <a:cubicBezTo>
                  <a:pt x="860298" y="892302"/>
                  <a:pt x="862870" y="893636"/>
                  <a:pt x="864299" y="896112"/>
                </a:cubicBezTo>
                <a:cubicBezTo>
                  <a:pt x="866394" y="899732"/>
                  <a:pt x="865156" y="904494"/>
                  <a:pt x="861536" y="906590"/>
                </a:cubicBezTo>
                <a:cubicBezTo>
                  <a:pt x="859727" y="907637"/>
                  <a:pt x="857726" y="907923"/>
                  <a:pt x="855726" y="907352"/>
                </a:cubicBezTo>
                <a:cubicBezTo>
                  <a:pt x="853726" y="906780"/>
                  <a:pt x="852107" y="905542"/>
                  <a:pt x="851059" y="903827"/>
                </a:cubicBezTo>
                <a:close/>
                <a:moveTo>
                  <a:pt x="681895" y="904685"/>
                </a:moveTo>
                <a:cubicBezTo>
                  <a:pt x="678275" y="906780"/>
                  <a:pt x="673513" y="905542"/>
                  <a:pt x="671417" y="901922"/>
                </a:cubicBezTo>
                <a:cubicBezTo>
                  <a:pt x="669322" y="898303"/>
                  <a:pt x="670560" y="893540"/>
                  <a:pt x="674179" y="891445"/>
                </a:cubicBezTo>
                <a:cubicBezTo>
                  <a:pt x="675418" y="890778"/>
                  <a:pt x="676656" y="890397"/>
                  <a:pt x="677990" y="890397"/>
                </a:cubicBezTo>
                <a:cubicBezTo>
                  <a:pt x="680657" y="890397"/>
                  <a:pt x="683228" y="891731"/>
                  <a:pt x="684657" y="894207"/>
                </a:cubicBezTo>
                <a:cubicBezTo>
                  <a:pt x="686752" y="897827"/>
                  <a:pt x="685514" y="902589"/>
                  <a:pt x="681895" y="904685"/>
                </a:cubicBezTo>
                <a:close/>
                <a:moveTo>
                  <a:pt x="561785" y="886206"/>
                </a:moveTo>
                <a:lnTo>
                  <a:pt x="563690" y="887635"/>
                </a:lnTo>
                <a:lnTo>
                  <a:pt x="556165" y="887635"/>
                </a:lnTo>
                <a:lnTo>
                  <a:pt x="556165" y="880491"/>
                </a:lnTo>
                <a:lnTo>
                  <a:pt x="563690" y="880491"/>
                </a:lnTo>
                <a:lnTo>
                  <a:pt x="565404" y="881825"/>
                </a:lnTo>
                <a:lnTo>
                  <a:pt x="561880" y="884206"/>
                </a:lnTo>
                <a:cubicBezTo>
                  <a:pt x="561880" y="884206"/>
                  <a:pt x="561404" y="884777"/>
                  <a:pt x="561404" y="885158"/>
                </a:cubicBezTo>
                <a:cubicBezTo>
                  <a:pt x="561404" y="885539"/>
                  <a:pt x="561594" y="885920"/>
                  <a:pt x="561880" y="886111"/>
                </a:cubicBezTo>
                <a:close/>
                <a:moveTo>
                  <a:pt x="562166" y="923925"/>
                </a:moveTo>
                <a:lnTo>
                  <a:pt x="564071" y="925354"/>
                </a:lnTo>
                <a:lnTo>
                  <a:pt x="556165" y="925354"/>
                </a:lnTo>
                <a:lnTo>
                  <a:pt x="556165" y="918210"/>
                </a:lnTo>
                <a:lnTo>
                  <a:pt x="564071" y="918210"/>
                </a:lnTo>
                <a:lnTo>
                  <a:pt x="565785" y="919544"/>
                </a:lnTo>
                <a:lnTo>
                  <a:pt x="562261" y="921925"/>
                </a:lnTo>
                <a:cubicBezTo>
                  <a:pt x="562261" y="921925"/>
                  <a:pt x="561785" y="922496"/>
                  <a:pt x="561785" y="922877"/>
                </a:cubicBezTo>
                <a:cubicBezTo>
                  <a:pt x="561785" y="923258"/>
                  <a:pt x="561975" y="923639"/>
                  <a:pt x="562261" y="923830"/>
                </a:cubicBezTo>
                <a:close/>
                <a:moveTo>
                  <a:pt x="562166" y="961644"/>
                </a:moveTo>
                <a:lnTo>
                  <a:pt x="564071" y="963073"/>
                </a:lnTo>
                <a:lnTo>
                  <a:pt x="556165" y="963073"/>
                </a:lnTo>
                <a:lnTo>
                  <a:pt x="556165" y="955929"/>
                </a:lnTo>
                <a:lnTo>
                  <a:pt x="564071" y="955929"/>
                </a:lnTo>
                <a:lnTo>
                  <a:pt x="565785" y="957263"/>
                </a:lnTo>
                <a:lnTo>
                  <a:pt x="562261" y="959644"/>
                </a:lnTo>
                <a:cubicBezTo>
                  <a:pt x="562261" y="959644"/>
                  <a:pt x="561785" y="960215"/>
                  <a:pt x="561785" y="960596"/>
                </a:cubicBezTo>
                <a:cubicBezTo>
                  <a:pt x="561785" y="960977"/>
                  <a:pt x="561975" y="961358"/>
                  <a:pt x="562261" y="961549"/>
                </a:cubicBezTo>
                <a:close/>
                <a:moveTo>
                  <a:pt x="562166" y="999363"/>
                </a:moveTo>
                <a:lnTo>
                  <a:pt x="564071" y="1000792"/>
                </a:lnTo>
                <a:lnTo>
                  <a:pt x="556165" y="1000792"/>
                </a:lnTo>
                <a:lnTo>
                  <a:pt x="556165" y="993648"/>
                </a:lnTo>
                <a:lnTo>
                  <a:pt x="564071" y="993648"/>
                </a:lnTo>
                <a:lnTo>
                  <a:pt x="565785" y="994982"/>
                </a:lnTo>
                <a:lnTo>
                  <a:pt x="562261" y="997363"/>
                </a:lnTo>
                <a:cubicBezTo>
                  <a:pt x="562261" y="997363"/>
                  <a:pt x="561785" y="997934"/>
                  <a:pt x="561785" y="998315"/>
                </a:cubicBezTo>
                <a:cubicBezTo>
                  <a:pt x="561785" y="998696"/>
                  <a:pt x="561975" y="999077"/>
                  <a:pt x="562261" y="999268"/>
                </a:cubicBezTo>
                <a:close/>
                <a:moveTo>
                  <a:pt x="562166" y="1037082"/>
                </a:moveTo>
                <a:lnTo>
                  <a:pt x="564071" y="1038511"/>
                </a:lnTo>
                <a:lnTo>
                  <a:pt x="556165" y="1038511"/>
                </a:lnTo>
                <a:lnTo>
                  <a:pt x="556165" y="1031367"/>
                </a:lnTo>
                <a:lnTo>
                  <a:pt x="564071" y="1031367"/>
                </a:lnTo>
                <a:lnTo>
                  <a:pt x="565785" y="1032701"/>
                </a:lnTo>
                <a:lnTo>
                  <a:pt x="562261" y="1035082"/>
                </a:lnTo>
                <a:cubicBezTo>
                  <a:pt x="562261" y="1035082"/>
                  <a:pt x="561785" y="1035653"/>
                  <a:pt x="561785" y="1036034"/>
                </a:cubicBezTo>
                <a:cubicBezTo>
                  <a:pt x="561785" y="1036415"/>
                  <a:pt x="561975" y="1036796"/>
                  <a:pt x="562261" y="1036987"/>
                </a:cubicBezTo>
                <a:close/>
                <a:moveTo>
                  <a:pt x="562166" y="1074801"/>
                </a:moveTo>
                <a:lnTo>
                  <a:pt x="564071" y="1076230"/>
                </a:lnTo>
                <a:lnTo>
                  <a:pt x="556165" y="1076230"/>
                </a:lnTo>
                <a:lnTo>
                  <a:pt x="556165" y="1069086"/>
                </a:lnTo>
                <a:lnTo>
                  <a:pt x="564071" y="1069086"/>
                </a:lnTo>
                <a:lnTo>
                  <a:pt x="565785" y="1070420"/>
                </a:lnTo>
                <a:lnTo>
                  <a:pt x="562261" y="1072801"/>
                </a:lnTo>
                <a:cubicBezTo>
                  <a:pt x="562261" y="1072801"/>
                  <a:pt x="561785" y="1073372"/>
                  <a:pt x="561785" y="1073753"/>
                </a:cubicBezTo>
                <a:cubicBezTo>
                  <a:pt x="561785" y="1074134"/>
                  <a:pt x="561975" y="1074515"/>
                  <a:pt x="562261" y="1074706"/>
                </a:cubicBezTo>
                <a:close/>
                <a:moveTo>
                  <a:pt x="556070" y="1113949"/>
                </a:moveTo>
                <a:lnTo>
                  <a:pt x="556070" y="1106805"/>
                </a:lnTo>
                <a:lnTo>
                  <a:pt x="563975" y="1106805"/>
                </a:lnTo>
                <a:lnTo>
                  <a:pt x="565690" y="1108139"/>
                </a:lnTo>
                <a:lnTo>
                  <a:pt x="562166" y="1110520"/>
                </a:lnTo>
                <a:cubicBezTo>
                  <a:pt x="562166" y="1110520"/>
                  <a:pt x="561689" y="1111091"/>
                  <a:pt x="561689" y="1111472"/>
                </a:cubicBezTo>
                <a:cubicBezTo>
                  <a:pt x="561689" y="1111853"/>
                  <a:pt x="561880" y="1112234"/>
                  <a:pt x="562166" y="1112425"/>
                </a:cubicBezTo>
                <a:lnTo>
                  <a:pt x="564071" y="1113854"/>
                </a:lnTo>
                <a:lnTo>
                  <a:pt x="556165" y="1113854"/>
                </a:lnTo>
                <a:close/>
                <a:moveTo>
                  <a:pt x="568452" y="1107377"/>
                </a:moveTo>
                <a:lnTo>
                  <a:pt x="567785" y="1106900"/>
                </a:lnTo>
                <a:lnTo>
                  <a:pt x="574262" y="1106900"/>
                </a:lnTo>
                <a:lnTo>
                  <a:pt x="574262" y="1114044"/>
                </a:lnTo>
                <a:lnTo>
                  <a:pt x="567785" y="1114044"/>
                </a:lnTo>
                <a:lnTo>
                  <a:pt x="564833" y="1111758"/>
                </a:lnTo>
                <a:lnTo>
                  <a:pt x="568357" y="1109377"/>
                </a:lnTo>
                <a:cubicBezTo>
                  <a:pt x="568357" y="1109377"/>
                  <a:pt x="568833" y="1108805"/>
                  <a:pt x="568833" y="1108424"/>
                </a:cubicBezTo>
                <a:cubicBezTo>
                  <a:pt x="568833" y="1108043"/>
                  <a:pt x="568643" y="1107662"/>
                  <a:pt x="568357" y="1107472"/>
                </a:cubicBezTo>
                <a:close/>
                <a:moveTo>
                  <a:pt x="568452" y="1069562"/>
                </a:moveTo>
                <a:lnTo>
                  <a:pt x="567881" y="1069086"/>
                </a:lnTo>
                <a:lnTo>
                  <a:pt x="574358" y="1069086"/>
                </a:lnTo>
                <a:lnTo>
                  <a:pt x="574358" y="1076230"/>
                </a:lnTo>
                <a:lnTo>
                  <a:pt x="567881" y="1076230"/>
                </a:lnTo>
                <a:lnTo>
                  <a:pt x="564928" y="1073849"/>
                </a:lnTo>
                <a:lnTo>
                  <a:pt x="568452" y="1071467"/>
                </a:lnTo>
                <a:cubicBezTo>
                  <a:pt x="568452" y="1071467"/>
                  <a:pt x="568928" y="1070896"/>
                  <a:pt x="568928" y="1070515"/>
                </a:cubicBezTo>
                <a:cubicBezTo>
                  <a:pt x="568928" y="1070134"/>
                  <a:pt x="568738" y="1069753"/>
                  <a:pt x="568452" y="1069562"/>
                </a:cubicBezTo>
                <a:close/>
                <a:moveTo>
                  <a:pt x="568452" y="1031843"/>
                </a:moveTo>
                <a:lnTo>
                  <a:pt x="567785" y="1031367"/>
                </a:lnTo>
                <a:lnTo>
                  <a:pt x="574262" y="1031367"/>
                </a:lnTo>
                <a:lnTo>
                  <a:pt x="574262" y="1038511"/>
                </a:lnTo>
                <a:lnTo>
                  <a:pt x="567785" y="1038511"/>
                </a:lnTo>
                <a:lnTo>
                  <a:pt x="564833" y="1036129"/>
                </a:lnTo>
                <a:lnTo>
                  <a:pt x="568357" y="1033748"/>
                </a:lnTo>
                <a:cubicBezTo>
                  <a:pt x="568357" y="1033748"/>
                  <a:pt x="568833" y="1033177"/>
                  <a:pt x="568833" y="1032796"/>
                </a:cubicBezTo>
                <a:cubicBezTo>
                  <a:pt x="568833" y="1032415"/>
                  <a:pt x="568643" y="1032034"/>
                  <a:pt x="568357" y="1031843"/>
                </a:cubicBezTo>
                <a:close/>
                <a:moveTo>
                  <a:pt x="568452" y="994124"/>
                </a:moveTo>
                <a:lnTo>
                  <a:pt x="567785" y="993648"/>
                </a:lnTo>
                <a:lnTo>
                  <a:pt x="574262" y="993648"/>
                </a:lnTo>
                <a:lnTo>
                  <a:pt x="574262" y="1000792"/>
                </a:lnTo>
                <a:lnTo>
                  <a:pt x="567785" y="1000792"/>
                </a:lnTo>
                <a:lnTo>
                  <a:pt x="564833" y="998506"/>
                </a:lnTo>
                <a:lnTo>
                  <a:pt x="568357" y="996125"/>
                </a:lnTo>
                <a:cubicBezTo>
                  <a:pt x="568357" y="996125"/>
                  <a:pt x="568833" y="995553"/>
                  <a:pt x="568833" y="995172"/>
                </a:cubicBezTo>
                <a:cubicBezTo>
                  <a:pt x="568833" y="994791"/>
                  <a:pt x="568643" y="994410"/>
                  <a:pt x="568357" y="994220"/>
                </a:cubicBezTo>
                <a:close/>
                <a:moveTo>
                  <a:pt x="568452" y="956405"/>
                </a:moveTo>
                <a:lnTo>
                  <a:pt x="567785" y="955929"/>
                </a:lnTo>
                <a:lnTo>
                  <a:pt x="574262" y="955929"/>
                </a:lnTo>
                <a:lnTo>
                  <a:pt x="574262" y="963073"/>
                </a:lnTo>
                <a:lnTo>
                  <a:pt x="567785" y="963073"/>
                </a:lnTo>
                <a:lnTo>
                  <a:pt x="564833" y="960787"/>
                </a:lnTo>
                <a:lnTo>
                  <a:pt x="568357" y="958406"/>
                </a:lnTo>
                <a:cubicBezTo>
                  <a:pt x="568357" y="958406"/>
                  <a:pt x="568833" y="957834"/>
                  <a:pt x="568833" y="957453"/>
                </a:cubicBezTo>
                <a:cubicBezTo>
                  <a:pt x="568833" y="957072"/>
                  <a:pt x="568643" y="956691"/>
                  <a:pt x="568357" y="956501"/>
                </a:cubicBezTo>
                <a:close/>
                <a:moveTo>
                  <a:pt x="568452" y="918686"/>
                </a:moveTo>
                <a:lnTo>
                  <a:pt x="567881" y="918210"/>
                </a:lnTo>
                <a:lnTo>
                  <a:pt x="574358" y="918210"/>
                </a:lnTo>
                <a:lnTo>
                  <a:pt x="574358" y="925354"/>
                </a:lnTo>
                <a:lnTo>
                  <a:pt x="567881" y="925354"/>
                </a:lnTo>
                <a:lnTo>
                  <a:pt x="564928" y="923068"/>
                </a:lnTo>
                <a:lnTo>
                  <a:pt x="568452" y="920687"/>
                </a:lnTo>
                <a:cubicBezTo>
                  <a:pt x="568452" y="920687"/>
                  <a:pt x="568928" y="920115"/>
                  <a:pt x="568928" y="919734"/>
                </a:cubicBezTo>
                <a:cubicBezTo>
                  <a:pt x="568928" y="919353"/>
                  <a:pt x="568738" y="918972"/>
                  <a:pt x="568452" y="918782"/>
                </a:cubicBezTo>
                <a:close/>
                <a:moveTo>
                  <a:pt x="574358" y="887635"/>
                </a:moveTo>
                <a:lnTo>
                  <a:pt x="567500" y="887635"/>
                </a:lnTo>
                <a:lnTo>
                  <a:pt x="564547" y="885254"/>
                </a:lnTo>
                <a:lnTo>
                  <a:pt x="568071" y="882872"/>
                </a:lnTo>
                <a:cubicBezTo>
                  <a:pt x="568071" y="882872"/>
                  <a:pt x="568547" y="882301"/>
                  <a:pt x="568547" y="881920"/>
                </a:cubicBezTo>
                <a:cubicBezTo>
                  <a:pt x="568547" y="881539"/>
                  <a:pt x="568357" y="881158"/>
                  <a:pt x="568071" y="880967"/>
                </a:cubicBezTo>
                <a:lnTo>
                  <a:pt x="567500" y="880491"/>
                </a:lnTo>
                <a:lnTo>
                  <a:pt x="574358" y="880491"/>
                </a:lnTo>
                <a:lnTo>
                  <a:pt x="574358" y="887635"/>
                </a:lnTo>
                <a:close/>
                <a:moveTo>
                  <a:pt x="855059" y="847439"/>
                </a:moveTo>
                <a:cubicBezTo>
                  <a:pt x="855059" y="846201"/>
                  <a:pt x="856012" y="845249"/>
                  <a:pt x="857250" y="845249"/>
                </a:cubicBezTo>
                <a:lnTo>
                  <a:pt x="878015" y="845249"/>
                </a:lnTo>
                <a:cubicBezTo>
                  <a:pt x="879253" y="845249"/>
                  <a:pt x="880205" y="846201"/>
                  <a:pt x="880205" y="847439"/>
                </a:cubicBezTo>
                <a:lnTo>
                  <a:pt x="880205" y="857441"/>
                </a:lnTo>
                <a:cubicBezTo>
                  <a:pt x="880205" y="858679"/>
                  <a:pt x="879253" y="859631"/>
                  <a:pt x="878015" y="859631"/>
                </a:cubicBezTo>
                <a:lnTo>
                  <a:pt x="857250" y="859631"/>
                </a:lnTo>
                <a:cubicBezTo>
                  <a:pt x="856012" y="859631"/>
                  <a:pt x="855059" y="858679"/>
                  <a:pt x="855059" y="857441"/>
                </a:cubicBezTo>
                <a:lnTo>
                  <a:pt x="855059" y="847439"/>
                </a:lnTo>
                <a:close/>
                <a:moveTo>
                  <a:pt x="1109567" y="1100519"/>
                </a:moveTo>
                <a:lnTo>
                  <a:pt x="959739" y="1100519"/>
                </a:lnTo>
                <a:cubicBezTo>
                  <a:pt x="959739" y="1100519"/>
                  <a:pt x="943356" y="1083564"/>
                  <a:pt x="943356" y="1083564"/>
                </a:cubicBezTo>
                <a:lnTo>
                  <a:pt x="883634" y="1083564"/>
                </a:lnTo>
                <a:cubicBezTo>
                  <a:pt x="882491" y="1079183"/>
                  <a:pt x="878777" y="1075849"/>
                  <a:pt x="874109" y="1075849"/>
                </a:cubicBezTo>
                <a:cubicBezTo>
                  <a:pt x="868585" y="1075849"/>
                  <a:pt x="864108" y="1080326"/>
                  <a:pt x="864108" y="1085850"/>
                </a:cubicBezTo>
                <a:cubicBezTo>
                  <a:pt x="864108" y="1091375"/>
                  <a:pt x="868585" y="1095851"/>
                  <a:pt x="874109" y="1095851"/>
                </a:cubicBezTo>
                <a:cubicBezTo>
                  <a:pt x="878777" y="1095851"/>
                  <a:pt x="882587" y="1092518"/>
                  <a:pt x="883634" y="1088136"/>
                </a:cubicBezTo>
                <a:lnTo>
                  <a:pt x="941356" y="1088136"/>
                </a:lnTo>
                <a:cubicBezTo>
                  <a:pt x="941356" y="1088136"/>
                  <a:pt x="957739" y="1104995"/>
                  <a:pt x="957739" y="1104995"/>
                </a:cubicBezTo>
                <a:lnTo>
                  <a:pt x="1111377" y="1104995"/>
                </a:lnTo>
                <a:cubicBezTo>
                  <a:pt x="1111377" y="1104995"/>
                  <a:pt x="1134428" y="1084612"/>
                  <a:pt x="1134428" y="1084612"/>
                </a:cubicBezTo>
                <a:lnTo>
                  <a:pt x="1134428" y="1048607"/>
                </a:lnTo>
                <a:lnTo>
                  <a:pt x="1098614" y="1010126"/>
                </a:lnTo>
                <a:cubicBezTo>
                  <a:pt x="1099852" y="1008221"/>
                  <a:pt x="1100804" y="1006031"/>
                  <a:pt x="1100804" y="1003554"/>
                </a:cubicBezTo>
                <a:cubicBezTo>
                  <a:pt x="1100804" y="996696"/>
                  <a:pt x="1095280" y="991172"/>
                  <a:pt x="1088422" y="991172"/>
                </a:cubicBezTo>
                <a:cubicBezTo>
                  <a:pt x="1081564" y="991172"/>
                  <a:pt x="1076039" y="996791"/>
                  <a:pt x="1076039" y="1003554"/>
                </a:cubicBezTo>
                <a:cubicBezTo>
                  <a:pt x="1076039" y="1010317"/>
                  <a:pt x="1081659" y="1015937"/>
                  <a:pt x="1088422" y="1015937"/>
                </a:cubicBezTo>
                <a:cubicBezTo>
                  <a:pt x="1091089" y="1015937"/>
                  <a:pt x="1093375" y="1014889"/>
                  <a:pt x="1095375" y="1013555"/>
                </a:cubicBezTo>
                <a:lnTo>
                  <a:pt x="1129760" y="1050417"/>
                </a:lnTo>
                <a:lnTo>
                  <a:pt x="1129760" y="1082421"/>
                </a:lnTo>
                <a:lnTo>
                  <a:pt x="1109663" y="1100328"/>
                </a:lnTo>
                <a:close/>
                <a:moveTo>
                  <a:pt x="1088327" y="1011460"/>
                </a:moveTo>
                <a:cubicBezTo>
                  <a:pt x="1084136" y="1011460"/>
                  <a:pt x="1080707" y="1008031"/>
                  <a:pt x="1080707" y="1003840"/>
                </a:cubicBezTo>
                <a:cubicBezTo>
                  <a:pt x="1080707" y="999649"/>
                  <a:pt x="1084136" y="996220"/>
                  <a:pt x="1088327" y="996220"/>
                </a:cubicBezTo>
                <a:cubicBezTo>
                  <a:pt x="1092518" y="996220"/>
                  <a:pt x="1095947" y="999649"/>
                  <a:pt x="1095947" y="1003840"/>
                </a:cubicBezTo>
                <a:cubicBezTo>
                  <a:pt x="1095947" y="1008031"/>
                  <a:pt x="1092518" y="1011460"/>
                  <a:pt x="1088327" y="1011460"/>
                </a:cubicBezTo>
                <a:close/>
                <a:moveTo>
                  <a:pt x="1182529" y="735140"/>
                </a:moveTo>
                <a:cubicBezTo>
                  <a:pt x="1182529" y="730472"/>
                  <a:pt x="1186244" y="726758"/>
                  <a:pt x="1190911" y="726758"/>
                </a:cubicBezTo>
                <a:cubicBezTo>
                  <a:pt x="1195578" y="726758"/>
                  <a:pt x="1199293" y="730472"/>
                  <a:pt x="1199293" y="735140"/>
                </a:cubicBezTo>
                <a:cubicBezTo>
                  <a:pt x="1199293" y="739807"/>
                  <a:pt x="1195578" y="743522"/>
                  <a:pt x="1190911" y="743522"/>
                </a:cubicBezTo>
                <a:cubicBezTo>
                  <a:pt x="1186244" y="743522"/>
                  <a:pt x="1182529" y="739807"/>
                  <a:pt x="1182529" y="735140"/>
                </a:cubicBezTo>
                <a:close/>
                <a:moveTo>
                  <a:pt x="916496" y="554927"/>
                </a:moveTo>
                <a:cubicBezTo>
                  <a:pt x="911066" y="554927"/>
                  <a:pt x="906685" y="559308"/>
                  <a:pt x="906685" y="564737"/>
                </a:cubicBezTo>
                <a:cubicBezTo>
                  <a:pt x="906685" y="570167"/>
                  <a:pt x="911066" y="574548"/>
                  <a:pt x="916496" y="574548"/>
                </a:cubicBezTo>
                <a:cubicBezTo>
                  <a:pt x="921068" y="574548"/>
                  <a:pt x="924687" y="571405"/>
                  <a:pt x="925735" y="567119"/>
                </a:cubicBezTo>
                <a:lnTo>
                  <a:pt x="951833" y="567119"/>
                </a:lnTo>
                <a:cubicBezTo>
                  <a:pt x="951833" y="567119"/>
                  <a:pt x="1007078" y="618077"/>
                  <a:pt x="1007078" y="618077"/>
                </a:cubicBezTo>
                <a:lnTo>
                  <a:pt x="1007745" y="618744"/>
                </a:lnTo>
                <a:lnTo>
                  <a:pt x="1137190" y="619030"/>
                </a:lnTo>
                <a:lnTo>
                  <a:pt x="1165574" y="650843"/>
                </a:lnTo>
                <a:lnTo>
                  <a:pt x="1165574" y="705041"/>
                </a:lnTo>
                <a:lnTo>
                  <a:pt x="1170337" y="705041"/>
                </a:lnTo>
                <a:lnTo>
                  <a:pt x="1170337" y="649034"/>
                </a:lnTo>
                <a:lnTo>
                  <a:pt x="1139285" y="614267"/>
                </a:lnTo>
                <a:lnTo>
                  <a:pt x="1009555" y="613982"/>
                </a:lnTo>
                <a:lnTo>
                  <a:pt x="953548" y="562451"/>
                </a:lnTo>
                <a:lnTo>
                  <a:pt x="925544" y="562451"/>
                </a:lnTo>
                <a:cubicBezTo>
                  <a:pt x="924497" y="558165"/>
                  <a:pt x="920782" y="555022"/>
                  <a:pt x="916305" y="555022"/>
                </a:cubicBezTo>
                <a:close/>
                <a:moveTo>
                  <a:pt x="916496" y="569690"/>
                </a:moveTo>
                <a:cubicBezTo>
                  <a:pt x="913733" y="569690"/>
                  <a:pt x="911447" y="567404"/>
                  <a:pt x="911447" y="564642"/>
                </a:cubicBezTo>
                <a:cubicBezTo>
                  <a:pt x="911447" y="561880"/>
                  <a:pt x="913733" y="559594"/>
                  <a:pt x="916496" y="559594"/>
                </a:cubicBezTo>
                <a:cubicBezTo>
                  <a:pt x="919258" y="559594"/>
                  <a:pt x="921544" y="561880"/>
                  <a:pt x="921544" y="564642"/>
                </a:cubicBezTo>
                <a:cubicBezTo>
                  <a:pt x="921544" y="567404"/>
                  <a:pt x="919258" y="569690"/>
                  <a:pt x="916496" y="569690"/>
                </a:cubicBezTo>
                <a:close/>
                <a:moveTo>
                  <a:pt x="6001" y="2473928"/>
                </a:moveTo>
                <a:lnTo>
                  <a:pt x="95" y="2473928"/>
                </a:lnTo>
                <a:lnTo>
                  <a:pt x="95" y="2469166"/>
                </a:lnTo>
                <a:lnTo>
                  <a:pt x="6001" y="2469166"/>
                </a:lnTo>
                <a:cubicBezTo>
                  <a:pt x="6668" y="2469166"/>
                  <a:pt x="7239" y="2468594"/>
                  <a:pt x="7239" y="2467928"/>
                </a:cubicBezTo>
                <a:lnTo>
                  <a:pt x="7239" y="2457831"/>
                </a:lnTo>
                <a:cubicBezTo>
                  <a:pt x="7239" y="2457164"/>
                  <a:pt x="6668" y="2456593"/>
                  <a:pt x="6001" y="2456593"/>
                </a:cubicBezTo>
                <a:lnTo>
                  <a:pt x="95" y="2456593"/>
                </a:lnTo>
                <a:lnTo>
                  <a:pt x="95" y="2451830"/>
                </a:lnTo>
                <a:lnTo>
                  <a:pt x="6001" y="2451830"/>
                </a:lnTo>
                <a:cubicBezTo>
                  <a:pt x="9335" y="2451830"/>
                  <a:pt x="12002" y="2454497"/>
                  <a:pt x="12002" y="2457831"/>
                </a:cubicBezTo>
                <a:lnTo>
                  <a:pt x="12002" y="2467928"/>
                </a:lnTo>
                <a:cubicBezTo>
                  <a:pt x="12002" y="2471261"/>
                  <a:pt x="9335" y="2473928"/>
                  <a:pt x="6001" y="2473928"/>
                </a:cubicBezTo>
                <a:close/>
                <a:moveTo>
                  <a:pt x="1143857" y="2138172"/>
                </a:moveTo>
                <a:cubicBezTo>
                  <a:pt x="1148144" y="2138172"/>
                  <a:pt x="1151573" y="2134648"/>
                  <a:pt x="1151573" y="2130457"/>
                </a:cubicBezTo>
                <a:cubicBezTo>
                  <a:pt x="1151573" y="2126266"/>
                  <a:pt x="1148048" y="2122742"/>
                  <a:pt x="1143857" y="2122742"/>
                </a:cubicBezTo>
                <a:cubicBezTo>
                  <a:pt x="1139666" y="2122742"/>
                  <a:pt x="1136142" y="2126266"/>
                  <a:pt x="1136142" y="2130457"/>
                </a:cubicBezTo>
                <a:cubicBezTo>
                  <a:pt x="1136142" y="2134648"/>
                  <a:pt x="1139666" y="2138172"/>
                  <a:pt x="1143857" y="2138172"/>
                </a:cubicBezTo>
                <a:close/>
                <a:moveTo>
                  <a:pt x="1143857" y="2125028"/>
                </a:moveTo>
                <a:cubicBezTo>
                  <a:pt x="1146810" y="2125028"/>
                  <a:pt x="1149191" y="2127409"/>
                  <a:pt x="1149191" y="2130362"/>
                </a:cubicBezTo>
                <a:cubicBezTo>
                  <a:pt x="1149191" y="2133314"/>
                  <a:pt x="1146810" y="2135696"/>
                  <a:pt x="1143857" y="2135696"/>
                </a:cubicBezTo>
                <a:cubicBezTo>
                  <a:pt x="1140905" y="2135696"/>
                  <a:pt x="1138523" y="2133314"/>
                  <a:pt x="1138523" y="2130362"/>
                </a:cubicBezTo>
                <a:cubicBezTo>
                  <a:pt x="1138523" y="2127409"/>
                  <a:pt x="1140905" y="2125028"/>
                  <a:pt x="1143857" y="2125028"/>
                </a:cubicBezTo>
                <a:close/>
                <a:moveTo>
                  <a:pt x="851535" y="616458"/>
                </a:moveTo>
                <a:lnTo>
                  <a:pt x="754190" y="616458"/>
                </a:lnTo>
                <a:cubicBezTo>
                  <a:pt x="753142" y="612267"/>
                  <a:pt x="749427" y="609029"/>
                  <a:pt x="744950" y="609029"/>
                </a:cubicBezTo>
                <a:cubicBezTo>
                  <a:pt x="739521" y="609029"/>
                  <a:pt x="735140" y="613410"/>
                  <a:pt x="735140" y="618839"/>
                </a:cubicBezTo>
                <a:cubicBezTo>
                  <a:pt x="735140" y="624269"/>
                  <a:pt x="739521" y="628555"/>
                  <a:pt x="744950" y="628555"/>
                </a:cubicBezTo>
                <a:cubicBezTo>
                  <a:pt x="749522" y="628555"/>
                  <a:pt x="753142" y="625412"/>
                  <a:pt x="754190" y="621221"/>
                </a:cubicBezTo>
                <a:lnTo>
                  <a:pt x="849725" y="621221"/>
                </a:lnTo>
                <a:lnTo>
                  <a:pt x="870204" y="638747"/>
                </a:lnTo>
                <a:lnTo>
                  <a:pt x="906018" y="639127"/>
                </a:lnTo>
                <a:cubicBezTo>
                  <a:pt x="907066" y="643319"/>
                  <a:pt x="910781" y="646557"/>
                  <a:pt x="915257" y="646557"/>
                </a:cubicBezTo>
                <a:cubicBezTo>
                  <a:pt x="920687" y="646557"/>
                  <a:pt x="925068" y="642176"/>
                  <a:pt x="925068" y="636746"/>
                </a:cubicBezTo>
                <a:cubicBezTo>
                  <a:pt x="925068" y="631317"/>
                  <a:pt x="920687" y="626936"/>
                  <a:pt x="915257" y="626936"/>
                </a:cubicBezTo>
                <a:cubicBezTo>
                  <a:pt x="910685" y="626936"/>
                  <a:pt x="907066" y="630079"/>
                  <a:pt x="906018" y="634270"/>
                </a:cubicBezTo>
                <a:lnTo>
                  <a:pt x="872014" y="633984"/>
                </a:lnTo>
                <a:lnTo>
                  <a:pt x="851535" y="616458"/>
                </a:lnTo>
                <a:close/>
                <a:moveTo>
                  <a:pt x="744950" y="623888"/>
                </a:moveTo>
                <a:cubicBezTo>
                  <a:pt x="742188" y="623888"/>
                  <a:pt x="739902" y="621602"/>
                  <a:pt x="739902" y="618935"/>
                </a:cubicBezTo>
                <a:cubicBezTo>
                  <a:pt x="739902" y="616268"/>
                  <a:pt x="742188" y="613886"/>
                  <a:pt x="744950" y="613886"/>
                </a:cubicBezTo>
                <a:cubicBezTo>
                  <a:pt x="747713" y="613886"/>
                  <a:pt x="749903" y="616172"/>
                  <a:pt x="749903" y="618935"/>
                </a:cubicBezTo>
                <a:cubicBezTo>
                  <a:pt x="749903" y="621697"/>
                  <a:pt x="747617" y="623888"/>
                  <a:pt x="744950" y="623888"/>
                </a:cubicBezTo>
                <a:close/>
                <a:moveTo>
                  <a:pt x="915352" y="631698"/>
                </a:moveTo>
                <a:cubicBezTo>
                  <a:pt x="918115" y="631698"/>
                  <a:pt x="920401" y="633984"/>
                  <a:pt x="920401" y="636746"/>
                </a:cubicBezTo>
                <a:cubicBezTo>
                  <a:pt x="920401" y="639509"/>
                  <a:pt x="918115" y="641795"/>
                  <a:pt x="915352" y="641795"/>
                </a:cubicBezTo>
                <a:cubicBezTo>
                  <a:pt x="912590" y="641795"/>
                  <a:pt x="910400" y="639509"/>
                  <a:pt x="910400" y="636746"/>
                </a:cubicBezTo>
                <a:cubicBezTo>
                  <a:pt x="910400" y="633984"/>
                  <a:pt x="912686" y="631698"/>
                  <a:pt x="915352" y="631698"/>
                </a:cubicBezTo>
                <a:close/>
                <a:moveTo>
                  <a:pt x="4477" y="2393823"/>
                </a:moveTo>
                <a:lnTo>
                  <a:pt x="95" y="2393823"/>
                </a:lnTo>
                <a:lnTo>
                  <a:pt x="95" y="2389061"/>
                </a:lnTo>
                <a:lnTo>
                  <a:pt x="4477" y="2389061"/>
                </a:lnTo>
                <a:cubicBezTo>
                  <a:pt x="5143" y="2389061"/>
                  <a:pt x="5715" y="2388489"/>
                  <a:pt x="5715" y="2387822"/>
                </a:cubicBezTo>
                <a:lnTo>
                  <a:pt x="5715" y="2377726"/>
                </a:lnTo>
                <a:cubicBezTo>
                  <a:pt x="5715" y="2377059"/>
                  <a:pt x="5143" y="2376488"/>
                  <a:pt x="4477" y="2376488"/>
                </a:cubicBezTo>
                <a:lnTo>
                  <a:pt x="95" y="2376488"/>
                </a:lnTo>
                <a:lnTo>
                  <a:pt x="95" y="2371725"/>
                </a:lnTo>
                <a:lnTo>
                  <a:pt x="4477" y="2371725"/>
                </a:lnTo>
                <a:cubicBezTo>
                  <a:pt x="7811" y="2371725"/>
                  <a:pt x="10478" y="2374392"/>
                  <a:pt x="10478" y="2377726"/>
                </a:cubicBezTo>
                <a:lnTo>
                  <a:pt x="10478" y="2387822"/>
                </a:lnTo>
                <a:cubicBezTo>
                  <a:pt x="10478" y="2391156"/>
                  <a:pt x="7811" y="2393823"/>
                  <a:pt x="4477" y="2393823"/>
                </a:cubicBezTo>
                <a:close/>
                <a:moveTo>
                  <a:pt x="852011" y="2300669"/>
                </a:moveTo>
                <a:cubicBezTo>
                  <a:pt x="848773" y="2299526"/>
                  <a:pt x="845344" y="2299716"/>
                  <a:pt x="842296" y="2301145"/>
                </a:cubicBezTo>
                <a:cubicBezTo>
                  <a:pt x="839248" y="2302574"/>
                  <a:pt x="836867" y="2305145"/>
                  <a:pt x="835819" y="2308384"/>
                </a:cubicBezTo>
                <a:cubicBezTo>
                  <a:pt x="833438" y="2314956"/>
                  <a:pt x="836962" y="2322290"/>
                  <a:pt x="843534" y="2324672"/>
                </a:cubicBezTo>
                <a:cubicBezTo>
                  <a:pt x="844963" y="2325148"/>
                  <a:pt x="846392" y="2325434"/>
                  <a:pt x="847820" y="2325434"/>
                </a:cubicBezTo>
                <a:cubicBezTo>
                  <a:pt x="849725" y="2325434"/>
                  <a:pt x="851535" y="2325053"/>
                  <a:pt x="853250" y="2324195"/>
                </a:cubicBezTo>
                <a:cubicBezTo>
                  <a:pt x="853535" y="2324100"/>
                  <a:pt x="853726" y="2323814"/>
                  <a:pt x="854012" y="2323624"/>
                </a:cubicBezTo>
                <a:lnTo>
                  <a:pt x="904113" y="2379821"/>
                </a:lnTo>
                <a:lnTo>
                  <a:pt x="904113" y="2517934"/>
                </a:lnTo>
                <a:lnTo>
                  <a:pt x="811149" y="2626233"/>
                </a:lnTo>
                <a:cubicBezTo>
                  <a:pt x="810292" y="2625567"/>
                  <a:pt x="809435" y="2624900"/>
                  <a:pt x="808482" y="2624423"/>
                </a:cubicBezTo>
                <a:cubicBezTo>
                  <a:pt x="805339" y="2623185"/>
                  <a:pt x="801910" y="2623185"/>
                  <a:pt x="798767" y="2624423"/>
                </a:cubicBezTo>
                <a:cubicBezTo>
                  <a:pt x="795623" y="2625757"/>
                  <a:pt x="793147" y="2628234"/>
                  <a:pt x="791909" y="2631377"/>
                </a:cubicBezTo>
                <a:cubicBezTo>
                  <a:pt x="790575" y="2634520"/>
                  <a:pt x="790670" y="2637949"/>
                  <a:pt x="791909" y="2641092"/>
                </a:cubicBezTo>
                <a:cubicBezTo>
                  <a:pt x="793242" y="2644235"/>
                  <a:pt x="795719" y="2646617"/>
                  <a:pt x="798862" y="2647950"/>
                </a:cubicBezTo>
                <a:cubicBezTo>
                  <a:pt x="800481" y="2648617"/>
                  <a:pt x="802100" y="2648903"/>
                  <a:pt x="803624" y="2648903"/>
                </a:cubicBezTo>
                <a:cubicBezTo>
                  <a:pt x="808673" y="2648903"/>
                  <a:pt x="813435" y="2645950"/>
                  <a:pt x="815435" y="2640997"/>
                </a:cubicBezTo>
                <a:cubicBezTo>
                  <a:pt x="816674" y="2637854"/>
                  <a:pt x="816674" y="2634425"/>
                  <a:pt x="815435" y="2631281"/>
                </a:cubicBezTo>
                <a:cubicBezTo>
                  <a:pt x="815245" y="2630710"/>
                  <a:pt x="814769" y="2630329"/>
                  <a:pt x="814483" y="2629757"/>
                </a:cubicBezTo>
                <a:lnTo>
                  <a:pt x="908971" y="2519648"/>
                </a:lnTo>
                <a:lnTo>
                  <a:pt x="908971" y="2377916"/>
                </a:lnTo>
                <a:lnTo>
                  <a:pt x="857822" y="2320481"/>
                </a:lnTo>
                <a:cubicBezTo>
                  <a:pt x="858679" y="2319433"/>
                  <a:pt x="859441" y="2318290"/>
                  <a:pt x="859917" y="2316861"/>
                </a:cubicBezTo>
                <a:cubicBezTo>
                  <a:pt x="862298" y="2310289"/>
                  <a:pt x="858774" y="2302955"/>
                  <a:pt x="852202" y="2300573"/>
                </a:cubicBezTo>
                <a:close/>
                <a:moveTo>
                  <a:pt x="855250" y="2315337"/>
                </a:moveTo>
                <a:cubicBezTo>
                  <a:pt x="853821" y="2319433"/>
                  <a:pt x="849249" y="2321624"/>
                  <a:pt x="845058" y="2320195"/>
                </a:cubicBezTo>
                <a:cubicBezTo>
                  <a:pt x="840962" y="2318766"/>
                  <a:pt x="838772" y="2314194"/>
                  <a:pt x="840200" y="2310003"/>
                </a:cubicBezTo>
                <a:cubicBezTo>
                  <a:pt x="840867" y="2308003"/>
                  <a:pt x="842391" y="2306384"/>
                  <a:pt x="844296" y="2305526"/>
                </a:cubicBezTo>
                <a:cubicBezTo>
                  <a:pt x="845344" y="2305050"/>
                  <a:pt x="846582" y="2304764"/>
                  <a:pt x="847725" y="2304764"/>
                </a:cubicBezTo>
                <a:cubicBezTo>
                  <a:pt x="848582" y="2304764"/>
                  <a:pt x="849535" y="2304955"/>
                  <a:pt x="850392" y="2305241"/>
                </a:cubicBezTo>
                <a:lnTo>
                  <a:pt x="850392" y="2305241"/>
                </a:lnTo>
                <a:cubicBezTo>
                  <a:pt x="854488" y="2306669"/>
                  <a:pt x="856679" y="2311241"/>
                  <a:pt x="855250" y="2315432"/>
                </a:cubicBezTo>
                <a:close/>
                <a:moveTo>
                  <a:pt x="810959" y="2639187"/>
                </a:moveTo>
                <a:cubicBezTo>
                  <a:pt x="809339" y="2643283"/>
                  <a:pt x="804672" y="2645188"/>
                  <a:pt x="800576" y="2643569"/>
                </a:cubicBezTo>
                <a:cubicBezTo>
                  <a:pt x="798576" y="2642807"/>
                  <a:pt x="797052" y="2641283"/>
                  <a:pt x="796290" y="2639282"/>
                </a:cubicBezTo>
                <a:cubicBezTo>
                  <a:pt x="795433" y="2637282"/>
                  <a:pt x="795433" y="2635187"/>
                  <a:pt x="796290" y="2633186"/>
                </a:cubicBezTo>
                <a:cubicBezTo>
                  <a:pt x="797052" y="2631186"/>
                  <a:pt x="798576" y="2629662"/>
                  <a:pt x="800576" y="2628900"/>
                </a:cubicBezTo>
                <a:cubicBezTo>
                  <a:pt x="801529" y="2628519"/>
                  <a:pt x="802577" y="2628234"/>
                  <a:pt x="803624" y="2628234"/>
                </a:cubicBezTo>
                <a:cubicBezTo>
                  <a:pt x="804672" y="2628234"/>
                  <a:pt x="805625" y="2628424"/>
                  <a:pt x="806672" y="2628805"/>
                </a:cubicBezTo>
                <a:cubicBezTo>
                  <a:pt x="808673" y="2629567"/>
                  <a:pt x="810197" y="2631091"/>
                  <a:pt x="810959" y="2633091"/>
                </a:cubicBezTo>
                <a:cubicBezTo>
                  <a:pt x="811816" y="2635092"/>
                  <a:pt x="811816" y="2637187"/>
                  <a:pt x="810959" y="2639187"/>
                </a:cubicBezTo>
                <a:close/>
                <a:moveTo>
                  <a:pt x="95" y="2784920"/>
                </a:moveTo>
                <a:lnTo>
                  <a:pt x="95" y="2770918"/>
                </a:lnTo>
                <a:cubicBezTo>
                  <a:pt x="2953" y="2775299"/>
                  <a:pt x="2858" y="2780729"/>
                  <a:pt x="95" y="2784920"/>
                </a:cubicBezTo>
                <a:close/>
                <a:moveTo>
                  <a:pt x="890778" y="586169"/>
                </a:moveTo>
                <a:cubicBezTo>
                  <a:pt x="885349" y="586169"/>
                  <a:pt x="880967" y="590550"/>
                  <a:pt x="880967" y="595979"/>
                </a:cubicBezTo>
                <a:cubicBezTo>
                  <a:pt x="880967" y="601409"/>
                  <a:pt x="885349" y="605790"/>
                  <a:pt x="890778" y="605790"/>
                </a:cubicBezTo>
                <a:cubicBezTo>
                  <a:pt x="895350" y="605790"/>
                  <a:pt x="898970" y="602647"/>
                  <a:pt x="900017" y="598456"/>
                </a:cubicBezTo>
                <a:lnTo>
                  <a:pt x="926116" y="598456"/>
                </a:lnTo>
                <a:cubicBezTo>
                  <a:pt x="926116" y="598456"/>
                  <a:pt x="982123" y="649986"/>
                  <a:pt x="982123" y="649986"/>
                </a:cubicBezTo>
                <a:lnTo>
                  <a:pt x="1111663" y="650272"/>
                </a:lnTo>
                <a:lnTo>
                  <a:pt x="1129951" y="669131"/>
                </a:lnTo>
                <a:lnTo>
                  <a:pt x="1129951" y="693229"/>
                </a:lnTo>
                <a:lnTo>
                  <a:pt x="1129760" y="693229"/>
                </a:lnTo>
                <a:cubicBezTo>
                  <a:pt x="1128236" y="693229"/>
                  <a:pt x="1127093" y="694468"/>
                  <a:pt x="1127093" y="695897"/>
                </a:cubicBezTo>
                <a:lnTo>
                  <a:pt x="1127093" y="708851"/>
                </a:lnTo>
                <a:cubicBezTo>
                  <a:pt x="1127093" y="710375"/>
                  <a:pt x="1128332" y="711518"/>
                  <a:pt x="1129760" y="711518"/>
                </a:cubicBezTo>
                <a:lnTo>
                  <a:pt x="1135761" y="711518"/>
                </a:lnTo>
                <a:cubicBezTo>
                  <a:pt x="1137285" y="711518"/>
                  <a:pt x="1138428" y="710279"/>
                  <a:pt x="1138428" y="708851"/>
                </a:cubicBezTo>
                <a:lnTo>
                  <a:pt x="1138428" y="695897"/>
                </a:lnTo>
                <a:cubicBezTo>
                  <a:pt x="1138428" y="694373"/>
                  <a:pt x="1137190" y="693229"/>
                  <a:pt x="1135761" y="693229"/>
                </a:cubicBezTo>
                <a:lnTo>
                  <a:pt x="1134713" y="693229"/>
                </a:lnTo>
                <a:lnTo>
                  <a:pt x="1134713" y="667226"/>
                </a:lnTo>
                <a:lnTo>
                  <a:pt x="1113758" y="645509"/>
                </a:lnTo>
                <a:lnTo>
                  <a:pt x="984123" y="645128"/>
                </a:lnTo>
                <a:lnTo>
                  <a:pt x="928116" y="593598"/>
                </a:lnTo>
                <a:lnTo>
                  <a:pt x="900113" y="593598"/>
                </a:lnTo>
                <a:cubicBezTo>
                  <a:pt x="899065" y="589312"/>
                  <a:pt x="895350" y="586169"/>
                  <a:pt x="890873" y="586169"/>
                </a:cubicBezTo>
                <a:close/>
                <a:moveTo>
                  <a:pt x="890778" y="600932"/>
                </a:moveTo>
                <a:cubicBezTo>
                  <a:pt x="888016" y="600932"/>
                  <a:pt x="885730" y="598646"/>
                  <a:pt x="885730" y="595884"/>
                </a:cubicBezTo>
                <a:cubicBezTo>
                  <a:pt x="885730" y="593122"/>
                  <a:pt x="888016" y="590836"/>
                  <a:pt x="890778" y="590836"/>
                </a:cubicBezTo>
                <a:cubicBezTo>
                  <a:pt x="893540" y="590836"/>
                  <a:pt x="895731" y="593122"/>
                  <a:pt x="895731" y="595884"/>
                </a:cubicBezTo>
                <a:cubicBezTo>
                  <a:pt x="895731" y="598646"/>
                  <a:pt x="893445" y="600932"/>
                  <a:pt x="890778" y="600932"/>
                </a:cubicBezTo>
                <a:close/>
                <a:moveTo>
                  <a:pt x="192119" y="2629472"/>
                </a:moveTo>
                <a:lnTo>
                  <a:pt x="192119" y="2624804"/>
                </a:lnTo>
                <a:cubicBezTo>
                  <a:pt x="192119" y="2621185"/>
                  <a:pt x="189167" y="2618232"/>
                  <a:pt x="185547" y="2618232"/>
                </a:cubicBezTo>
                <a:lnTo>
                  <a:pt x="158782" y="2618232"/>
                </a:lnTo>
                <a:cubicBezTo>
                  <a:pt x="155543" y="2618232"/>
                  <a:pt x="152876" y="2620709"/>
                  <a:pt x="152400" y="2623852"/>
                </a:cubicBezTo>
                <a:lnTo>
                  <a:pt x="95822" y="2623852"/>
                </a:lnTo>
                <a:lnTo>
                  <a:pt x="79629" y="2647284"/>
                </a:lnTo>
                <a:lnTo>
                  <a:pt x="95" y="2647284"/>
                </a:lnTo>
                <a:lnTo>
                  <a:pt x="95" y="2652046"/>
                </a:lnTo>
                <a:lnTo>
                  <a:pt x="82201" y="2652046"/>
                </a:lnTo>
                <a:lnTo>
                  <a:pt x="98393" y="2628614"/>
                </a:lnTo>
                <a:lnTo>
                  <a:pt x="152305" y="2628614"/>
                </a:lnTo>
                <a:lnTo>
                  <a:pt x="152305" y="2629472"/>
                </a:lnTo>
                <a:cubicBezTo>
                  <a:pt x="152305" y="2633091"/>
                  <a:pt x="155258" y="2636044"/>
                  <a:pt x="158877" y="2636044"/>
                </a:cubicBezTo>
                <a:lnTo>
                  <a:pt x="169926" y="2636044"/>
                </a:lnTo>
                <a:lnTo>
                  <a:pt x="169926" y="2762250"/>
                </a:lnTo>
                <a:cubicBezTo>
                  <a:pt x="169926" y="2762250"/>
                  <a:pt x="200025" y="2793016"/>
                  <a:pt x="200025" y="2793016"/>
                </a:cubicBezTo>
                <a:lnTo>
                  <a:pt x="199644" y="2947511"/>
                </a:lnTo>
                <a:cubicBezTo>
                  <a:pt x="196787" y="2948178"/>
                  <a:pt x="194215" y="2949607"/>
                  <a:pt x="192405" y="2951893"/>
                </a:cubicBezTo>
                <a:cubicBezTo>
                  <a:pt x="190310" y="2954560"/>
                  <a:pt x="189452" y="2957894"/>
                  <a:pt x="189833" y="2961227"/>
                </a:cubicBezTo>
                <a:cubicBezTo>
                  <a:pt x="190691" y="2967609"/>
                  <a:pt x="196120" y="2972276"/>
                  <a:pt x="202406" y="2972276"/>
                </a:cubicBezTo>
                <a:cubicBezTo>
                  <a:pt x="202978" y="2972276"/>
                  <a:pt x="203454" y="2972276"/>
                  <a:pt x="204026" y="2972181"/>
                </a:cubicBezTo>
                <a:cubicBezTo>
                  <a:pt x="210979" y="2971324"/>
                  <a:pt x="215837" y="2964942"/>
                  <a:pt x="214979" y="2957989"/>
                </a:cubicBezTo>
                <a:cubicBezTo>
                  <a:pt x="214598" y="2954655"/>
                  <a:pt x="212884" y="2951702"/>
                  <a:pt x="210217" y="2949607"/>
                </a:cubicBezTo>
                <a:cubicBezTo>
                  <a:pt x="208502" y="2948273"/>
                  <a:pt x="206502" y="2947607"/>
                  <a:pt x="204502" y="2947321"/>
                </a:cubicBezTo>
                <a:lnTo>
                  <a:pt x="204883" y="2792063"/>
                </a:lnTo>
                <a:lnTo>
                  <a:pt x="204883" y="2791111"/>
                </a:lnTo>
                <a:cubicBezTo>
                  <a:pt x="204883" y="2791111"/>
                  <a:pt x="174879" y="2760345"/>
                  <a:pt x="174879" y="2760345"/>
                </a:cubicBezTo>
                <a:lnTo>
                  <a:pt x="174879" y="2636044"/>
                </a:lnTo>
                <a:cubicBezTo>
                  <a:pt x="174879" y="2636044"/>
                  <a:pt x="185738" y="2636044"/>
                  <a:pt x="185738" y="2636044"/>
                </a:cubicBezTo>
                <a:cubicBezTo>
                  <a:pt x="189357" y="2636044"/>
                  <a:pt x="192310" y="2633091"/>
                  <a:pt x="192310" y="2629472"/>
                </a:cubicBezTo>
                <a:close/>
                <a:moveTo>
                  <a:pt x="202311" y="2951798"/>
                </a:moveTo>
                <a:cubicBezTo>
                  <a:pt x="204026" y="2951798"/>
                  <a:pt x="205740" y="2952369"/>
                  <a:pt x="207074" y="2953417"/>
                </a:cubicBezTo>
                <a:cubicBezTo>
                  <a:pt x="208693" y="2954655"/>
                  <a:pt x="209836" y="2956560"/>
                  <a:pt x="210026" y="2958655"/>
                </a:cubicBezTo>
                <a:lnTo>
                  <a:pt x="210026" y="2958655"/>
                </a:lnTo>
                <a:cubicBezTo>
                  <a:pt x="210598" y="2962942"/>
                  <a:pt x="207550" y="2966942"/>
                  <a:pt x="203264" y="2967514"/>
                </a:cubicBezTo>
                <a:cubicBezTo>
                  <a:pt x="199073" y="2968180"/>
                  <a:pt x="194977" y="2965037"/>
                  <a:pt x="194405" y="2960656"/>
                </a:cubicBezTo>
                <a:cubicBezTo>
                  <a:pt x="194120" y="2958560"/>
                  <a:pt x="194691" y="2956465"/>
                  <a:pt x="196025" y="2954846"/>
                </a:cubicBezTo>
                <a:cubicBezTo>
                  <a:pt x="197263" y="2953226"/>
                  <a:pt x="199168" y="2952084"/>
                  <a:pt x="201263" y="2951893"/>
                </a:cubicBezTo>
                <a:cubicBezTo>
                  <a:pt x="201644" y="2951893"/>
                  <a:pt x="201930" y="2951893"/>
                  <a:pt x="202311" y="2951893"/>
                </a:cubicBezTo>
                <a:close/>
                <a:moveTo>
                  <a:pt x="157067" y="2624804"/>
                </a:moveTo>
                <a:cubicBezTo>
                  <a:pt x="157067" y="2623852"/>
                  <a:pt x="157829" y="2622995"/>
                  <a:pt x="158877" y="2622995"/>
                </a:cubicBezTo>
                <a:lnTo>
                  <a:pt x="185642" y="2622995"/>
                </a:lnTo>
                <a:cubicBezTo>
                  <a:pt x="186595" y="2622995"/>
                  <a:pt x="187452" y="2623757"/>
                  <a:pt x="187452" y="2624804"/>
                </a:cubicBezTo>
                <a:lnTo>
                  <a:pt x="187452" y="2625280"/>
                </a:lnTo>
                <a:lnTo>
                  <a:pt x="157067" y="2625280"/>
                </a:lnTo>
                <a:lnTo>
                  <a:pt x="157067" y="2624804"/>
                </a:lnTo>
                <a:close/>
                <a:moveTo>
                  <a:pt x="158782" y="2631281"/>
                </a:moveTo>
                <a:cubicBezTo>
                  <a:pt x="157829" y="2631281"/>
                  <a:pt x="156972" y="2630519"/>
                  <a:pt x="156972" y="2629472"/>
                </a:cubicBezTo>
                <a:lnTo>
                  <a:pt x="156972" y="2628710"/>
                </a:lnTo>
                <a:lnTo>
                  <a:pt x="187357" y="2628710"/>
                </a:lnTo>
                <a:lnTo>
                  <a:pt x="187357" y="2629472"/>
                </a:lnTo>
                <a:cubicBezTo>
                  <a:pt x="187357" y="2630424"/>
                  <a:pt x="186595" y="2631281"/>
                  <a:pt x="185547" y="2631281"/>
                </a:cubicBezTo>
                <a:lnTo>
                  <a:pt x="158782" y="2631281"/>
                </a:lnTo>
                <a:close/>
                <a:moveTo>
                  <a:pt x="445389" y="4343877"/>
                </a:moveTo>
                <a:lnTo>
                  <a:pt x="438245" y="4343877"/>
                </a:lnTo>
                <a:lnTo>
                  <a:pt x="438245" y="4336256"/>
                </a:lnTo>
                <a:lnTo>
                  <a:pt x="445389" y="4336256"/>
                </a:lnTo>
                <a:lnTo>
                  <a:pt x="445389" y="4343877"/>
                </a:lnTo>
                <a:close/>
                <a:moveTo>
                  <a:pt x="445389" y="4328637"/>
                </a:moveTo>
                <a:lnTo>
                  <a:pt x="438245" y="4328637"/>
                </a:lnTo>
                <a:lnTo>
                  <a:pt x="438245" y="4321017"/>
                </a:lnTo>
                <a:lnTo>
                  <a:pt x="445389" y="4321017"/>
                </a:lnTo>
                <a:lnTo>
                  <a:pt x="445389" y="4328637"/>
                </a:lnTo>
                <a:close/>
                <a:moveTo>
                  <a:pt x="307181" y="3993547"/>
                </a:moveTo>
                <a:cubicBezTo>
                  <a:pt x="307181" y="3991070"/>
                  <a:pt x="305181" y="3989070"/>
                  <a:pt x="302705" y="3989070"/>
                </a:cubicBezTo>
                <a:lnTo>
                  <a:pt x="290036" y="3989070"/>
                </a:lnTo>
                <a:cubicBezTo>
                  <a:pt x="287560" y="3989070"/>
                  <a:pt x="285560" y="3991070"/>
                  <a:pt x="285560" y="3993547"/>
                </a:cubicBezTo>
                <a:lnTo>
                  <a:pt x="285560" y="4006215"/>
                </a:lnTo>
                <a:cubicBezTo>
                  <a:pt x="285560" y="4008692"/>
                  <a:pt x="287560" y="4010692"/>
                  <a:pt x="290036" y="4010692"/>
                </a:cubicBezTo>
                <a:lnTo>
                  <a:pt x="302705" y="4010692"/>
                </a:lnTo>
                <a:cubicBezTo>
                  <a:pt x="302705" y="4010692"/>
                  <a:pt x="303276" y="4010597"/>
                  <a:pt x="303467" y="4010501"/>
                </a:cubicBezTo>
                <a:lnTo>
                  <a:pt x="443865" y="4173188"/>
                </a:lnTo>
                <a:lnTo>
                  <a:pt x="443865" y="4230529"/>
                </a:lnTo>
                <a:lnTo>
                  <a:pt x="441198" y="4230529"/>
                </a:lnTo>
                <a:cubicBezTo>
                  <a:pt x="435197" y="4230529"/>
                  <a:pt x="430244" y="4234911"/>
                  <a:pt x="430244" y="4240245"/>
                </a:cubicBezTo>
                <a:lnTo>
                  <a:pt x="430244" y="4279106"/>
                </a:lnTo>
                <a:cubicBezTo>
                  <a:pt x="430244" y="4284440"/>
                  <a:pt x="435197" y="4288822"/>
                  <a:pt x="441198" y="4288822"/>
                </a:cubicBezTo>
                <a:lnTo>
                  <a:pt x="451295" y="4288822"/>
                </a:lnTo>
                <a:cubicBezTo>
                  <a:pt x="457295" y="4288822"/>
                  <a:pt x="462248" y="4284440"/>
                  <a:pt x="462248" y="4279106"/>
                </a:cubicBezTo>
                <a:lnTo>
                  <a:pt x="462248" y="4240245"/>
                </a:lnTo>
                <a:cubicBezTo>
                  <a:pt x="462248" y="4234911"/>
                  <a:pt x="457295" y="4230529"/>
                  <a:pt x="451295" y="4230529"/>
                </a:cubicBezTo>
                <a:lnTo>
                  <a:pt x="448628" y="4230529"/>
                </a:lnTo>
                <a:lnTo>
                  <a:pt x="448628" y="4171474"/>
                </a:lnTo>
                <a:lnTo>
                  <a:pt x="306896" y="4007168"/>
                </a:lnTo>
                <a:cubicBezTo>
                  <a:pt x="306896" y="4007168"/>
                  <a:pt x="307086" y="4006501"/>
                  <a:pt x="307086" y="4006215"/>
                </a:cubicBezTo>
                <a:lnTo>
                  <a:pt x="307086" y="3993547"/>
                </a:lnTo>
                <a:close/>
                <a:moveTo>
                  <a:pt x="457200" y="4279202"/>
                </a:moveTo>
                <a:cubicBezTo>
                  <a:pt x="457200" y="4282059"/>
                  <a:pt x="454533" y="4284440"/>
                  <a:pt x="451295" y="4284440"/>
                </a:cubicBezTo>
                <a:lnTo>
                  <a:pt x="441198" y="4284440"/>
                </a:lnTo>
                <a:cubicBezTo>
                  <a:pt x="437960" y="4284440"/>
                  <a:pt x="435293" y="4282059"/>
                  <a:pt x="435293" y="4279202"/>
                </a:cubicBezTo>
                <a:lnTo>
                  <a:pt x="435293" y="4270915"/>
                </a:lnTo>
                <a:lnTo>
                  <a:pt x="457105" y="4270915"/>
                </a:lnTo>
                <a:lnTo>
                  <a:pt x="457105" y="4279202"/>
                </a:lnTo>
                <a:close/>
                <a:moveTo>
                  <a:pt x="451295" y="4235006"/>
                </a:moveTo>
                <a:cubicBezTo>
                  <a:pt x="454533" y="4235006"/>
                  <a:pt x="457200" y="4237387"/>
                  <a:pt x="457200" y="4240245"/>
                </a:cubicBezTo>
                <a:lnTo>
                  <a:pt x="457200" y="4246340"/>
                </a:lnTo>
                <a:lnTo>
                  <a:pt x="435388" y="4246340"/>
                </a:lnTo>
                <a:lnTo>
                  <a:pt x="435388" y="4240245"/>
                </a:lnTo>
                <a:cubicBezTo>
                  <a:pt x="435388" y="4237387"/>
                  <a:pt x="438055" y="4235006"/>
                  <a:pt x="441293" y="4235006"/>
                </a:cubicBezTo>
                <a:lnTo>
                  <a:pt x="451390" y="4235006"/>
                </a:lnTo>
                <a:close/>
                <a:moveTo>
                  <a:pt x="438245" y="4351592"/>
                </a:moveTo>
                <a:lnTo>
                  <a:pt x="445389" y="4351592"/>
                </a:lnTo>
                <a:lnTo>
                  <a:pt x="445389" y="4358069"/>
                </a:lnTo>
                <a:lnTo>
                  <a:pt x="440436" y="4362164"/>
                </a:lnTo>
                <a:lnTo>
                  <a:pt x="435864" y="4356640"/>
                </a:lnTo>
                <a:lnTo>
                  <a:pt x="438245" y="4354735"/>
                </a:lnTo>
                <a:lnTo>
                  <a:pt x="438245" y="4351687"/>
                </a:lnTo>
                <a:close/>
                <a:moveTo>
                  <a:pt x="950119" y="3376613"/>
                </a:moveTo>
                <a:cubicBezTo>
                  <a:pt x="950119" y="3380518"/>
                  <a:pt x="946976" y="3383661"/>
                  <a:pt x="943070" y="3383661"/>
                </a:cubicBezTo>
                <a:cubicBezTo>
                  <a:pt x="939165" y="3383661"/>
                  <a:pt x="936022" y="3380518"/>
                  <a:pt x="936022" y="3376613"/>
                </a:cubicBezTo>
                <a:cubicBezTo>
                  <a:pt x="936022" y="3372707"/>
                  <a:pt x="939165" y="3369564"/>
                  <a:pt x="943070" y="3369564"/>
                </a:cubicBezTo>
                <a:cubicBezTo>
                  <a:pt x="946976" y="3369564"/>
                  <a:pt x="950119" y="3372707"/>
                  <a:pt x="950119" y="3376613"/>
                </a:cubicBezTo>
                <a:close/>
                <a:moveTo>
                  <a:pt x="1132427" y="3312414"/>
                </a:moveTo>
                <a:lnTo>
                  <a:pt x="1132427" y="3338608"/>
                </a:lnTo>
                <a:cubicBezTo>
                  <a:pt x="1128236" y="3339655"/>
                  <a:pt x="1125093" y="3343370"/>
                  <a:pt x="1124998" y="3347847"/>
                </a:cubicBezTo>
                <a:cubicBezTo>
                  <a:pt x="1124998" y="3350419"/>
                  <a:pt x="1125950" y="3352895"/>
                  <a:pt x="1127855" y="3354800"/>
                </a:cubicBezTo>
                <a:cubicBezTo>
                  <a:pt x="1129665" y="3356705"/>
                  <a:pt x="1132142" y="3357944"/>
                  <a:pt x="1134809" y="3357658"/>
                </a:cubicBezTo>
                <a:cubicBezTo>
                  <a:pt x="1140143" y="3357658"/>
                  <a:pt x="1144524" y="3353276"/>
                  <a:pt x="1144619" y="3347942"/>
                </a:cubicBezTo>
                <a:cubicBezTo>
                  <a:pt x="1144619" y="3343370"/>
                  <a:pt x="1141476" y="3339751"/>
                  <a:pt x="1137190" y="3338608"/>
                </a:cubicBezTo>
                <a:lnTo>
                  <a:pt x="1137190" y="3310033"/>
                </a:lnTo>
                <a:cubicBezTo>
                  <a:pt x="1137190" y="3308699"/>
                  <a:pt x="1136142" y="3307652"/>
                  <a:pt x="1134809" y="3307652"/>
                </a:cubicBezTo>
                <a:lnTo>
                  <a:pt x="1089279" y="3307366"/>
                </a:lnTo>
                <a:lnTo>
                  <a:pt x="1089279" y="3307366"/>
                </a:lnTo>
                <a:cubicBezTo>
                  <a:pt x="1088708" y="3307366"/>
                  <a:pt x="1088136" y="3307556"/>
                  <a:pt x="1087755" y="3307937"/>
                </a:cubicBezTo>
                <a:lnTo>
                  <a:pt x="1072991" y="3320415"/>
                </a:lnTo>
                <a:cubicBezTo>
                  <a:pt x="1072420" y="3320892"/>
                  <a:pt x="1072134" y="3321558"/>
                  <a:pt x="1072134" y="3322225"/>
                </a:cubicBezTo>
                <a:lnTo>
                  <a:pt x="1072134" y="3360230"/>
                </a:lnTo>
                <a:cubicBezTo>
                  <a:pt x="1072134" y="3360230"/>
                  <a:pt x="966311" y="3360230"/>
                  <a:pt x="966311" y="3360230"/>
                </a:cubicBezTo>
                <a:cubicBezTo>
                  <a:pt x="965835" y="3360230"/>
                  <a:pt x="965359" y="3360420"/>
                  <a:pt x="964883" y="3360706"/>
                </a:cubicBezTo>
                <a:lnTo>
                  <a:pt x="954310" y="3368230"/>
                </a:lnTo>
                <a:cubicBezTo>
                  <a:pt x="953452" y="3367088"/>
                  <a:pt x="952595" y="3365945"/>
                  <a:pt x="951452" y="3365183"/>
                </a:cubicBezTo>
                <a:cubicBezTo>
                  <a:pt x="945071" y="3360515"/>
                  <a:pt x="936117" y="3361849"/>
                  <a:pt x="931450" y="3368230"/>
                </a:cubicBezTo>
                <a:cubicBezTo>
                  <a:pt x="930116" y="3370040"/>
                  <a:pt x="929450" y="3372231"/>
                  <a:pt x="929069" y="3374327"/>
                </a:cubicBezTo>
                <a:lnTo>
                  <a:pt x="738092" y="3374136"/>
                </a:lnTo>
                <a:lnTo>
                  <a:pt x="703136" y="3404616"/>
                </a:lnTo>
                <a:lnTo>
                  <a:pt x="649891" y="3404616"/>
                </a:lnTo>
                <a:cubicBezTo>
                  <a:pt x="648367" y="3404616"/>
                  <a:pt x="647033" y="3405854"/>
                  <a:pt x="647033" y="3407474"/>
                </a:cubicBezTo>
                <a:lnTo>
                  <a:pt x="647033" y="3417570"/>
                </a:lnTo>
                <a:cubicBezTo>
                  <a:pt x="647033" y="3417570"/>
                  <a:pt x="647033" y="3417665"/>
                  <a:pt x="647033" y="3417761"/>
                </a:cubicBezTo>
                <a:lnTo>
                  <a:pt x="636937" y="3425952"/>
                </a:lnTo>
                <a:lnTo>
                  <a:pt x="535591" y="3425952"/>
                </a:lnTo>
                <a:cubicBezTo>
                  <a:pt x="534543" y="3420713"/>
                  <a:pt x="530066" y="3416618"/>
                  <a:pt x="524447" y="3416618"/>
                </a:cubicBezTo>
                <a:cubicBezTo>
                  <a:pt x="518065" y="3416618"/>
                  <a:pt x="512826" y="3421856"/>
                  <a:pt x="512826" y="3428238"/>
                </a:cubicBezTo>
                <a:cubicBezTo>
                  <a:pt x="512826" y="3434620"/>
                  <a:pt x="518065" y="3439859"/>
                  <a:pt x="524447" y="3439859"/>
                </a:cubicBezTo>
                <a:cubicBezTo>
                  <a:pt x="529971" y="3439859"/>
                  <a:pt x="534353" y="3435953"/>
                  <a:pt x="535496" y="3430810"/>
                </a:cubicBezTo>
                <a:lnTo>
                  <a:pt x="638651" y="3430810"/>
                </a:lnTo>
                <a:cubicBezTo>
                  <a:pt x="638651" y="3430810"/>
                  <a:pt x="651320" y="3420332"/>
                  <a:pt x="651320" y="3420332"/>
                </a:cubicBezTo>
                <a:lnTo>
                  <a:pt x="703707" y="3420332"/>
                </a:lnTo>
                <a:cubicBezTo>
                  <a:pt x="705231" y="3420332"/>
                  <a:pt x="706565" y="3419094"/>
                  <a:pt x="706565" y="3417475"/>
                </a:cubicBezTo>
                <a:lnTo>
                  <a:pt x="706565" y="3407759"/>
                </a:lnTo>
                <a:lnTo>
                  <a:pt x="739712" y="3378803"/>
                </a:lnTo>
                <a:lnTo>
                  <a:pt x="928783" y="3378994"/>
                </a:lnTo>
                <a:cubicBezTo>
                  <a:pt x="929354" y="3382518"/>
                  <a:pt x="931259" y="3385852"/>
                  <a:pt x="934402" y="3388138"/>
                </a:cubicBezTo>
                <a:cubicBezTo>
                  <a:pt x="940784" y="3392805"/>
                  <a:pt x="949738" y="3391472"/>
                  <a:pt x="954405" y="3385090"/>
                </a:cubicBezTo>
                <a:cubicBezTo>
                  <a:pt x="956691" y="3382042"/>
                  <a:pt x="957548" y="3378232"/>
                  <a:pt x="956977" y="3374422"/>
                </a:cubicBezTo>
                <a:cubicBezTo>
                  <a:pt x="956882" y="3373755"/>
                  <a:pt x="956501" y="3373088"/>
                  <a:pt x="956215" y="3372422"/>
                </a:cubicBezTo>
                <a:lnTo>
                  <a:pt x="966788" y="3364897"/>
                </a:lnTo>
                <a:lnTo>
                  <a:pt x="1074230" y="3364897"/>
                </a:lnTo>
                <a:cubicBezTo>
                  <a:pt x="1074896" y="3364897"/>
                  <a:pt x="1075468" y="3364706"/>
                  <a:pt x="1075944" y="3364230"/>
                </a:cubicBezTo>
                <a:cubicBezTo>
                  <a:pt x="1076420" y="3363754"/>
                  <a:pt x="1076611" y="3363182"/>
                  <a:pt x="1076611" y="3362516"/>
                </a:cubicBezTo>
                <a:lnTo>
                  <a:pt x="1076611" y="3323273"/>
                </a:lnTo>
                <a:cubicBezTo>
                  <a:pt x="1076611" y="3323273"/>
                  <a:pt x="1089851" y="3312033"/>
                  <a:pt x="1089851" y="3312033"/>
                </a:cubicBezTo>
                <a:lnTo>
                  <a:pt x="1132142" y="3312319"/>
                </a:lnTo>
                <a:close/>
                <a:moveTo>
                  <a:pt x="1134809" y="3342799"/>
                </a:moveTo>
                <a:cubicBezTo>
                  <a:pt x="1137571" y="3342799"/>
                  <a:pt x="1139762" y="3345085"/>
                  <a:pt x="1139762" y="3347847"/>
                </a:cubicBezTo>
                <a:cubicBezTo>
                  <a:pt x="1139762" y="3350609"/>
                  <a:pt x="1137476" y="3352800"/>
                  <a:pt x="1134713" y="3352800"/>
                </a:cubicBezTo>
                <a:lnTo>
                  <a:pt x="1134713" y="3352800"/>
                </a:lnTo>
                <a:cubicBezTo>
                  <a:pt x="1133380" y="3352800"/>
                  <a:pt x="1132142" y="3352229"/>
                  <a:pt x="1131189" y="3351276"/>
                </a:cubicBezTo>
                <a:cubicBezTo>
                  <a:pt x="1130237" y="3350324"/>
                  <a:pt x="1129760" y="3349085"/>
                  <a:pt x="1129760" y="3347752"/>
                </a:cubicBezTo>
                <a:cubicBezTo>
                  <a:pt x="1129760" y="3344990"/>
                  <a:pt x="1132046" y="3342799"/>
                  <a:pt x="1134809" y="3342799"/>
                </a:cubicBezTo>
                <a:lnTo>
                  <a:pt x="1134809" y="3342799"/>
                </a:lnTo>
                <a:close/>
                <a:moveTo>
                  <a:pt x="524637" y="3435096"/>
                </a:moveTo>
                <a:cubicBezTo>
                  <a:pt x="520827" y="3435096"/>
                  <a:pt x="517779" y="3432048"/>
                  <a:pt x="517779" y="3428238"/>
                </a:cubicBezTo>
                <a:cubicBezTo>
                  <a:pt x="517779" y="3424428"/>
                  <a:pt x="520827" y="3421380"/>
                  <a:pt x="524637" y="3421380"/>
                </a:cubicBezTo>
                <a:cubicBezTo>
                  <a:pt x="528447" y="3421380"/>
                  <a:pt x="531495" y="3424428"/>
                  <a:pt x="531495" y="3428238"/>
                </a:cubicBezTo>
                <a:cubicBezTo>
                  <a:pt x="531495" y="3432048"/>
                  <a:pt x="528447" y="3435096"/>
                  <a:pt x="524637" y="3435096"/>
                </a:cubicBezTo>
                <a:close/>
                <a:moveTo>
                  <a:pt x="665131" y="3419189"/>
                </a:moveTo>
                <a:lnTo>
                  <a:pt x="662178" y="3419189"/>
                </a:lnTo>
                <a:lnTo>
                  <a:pt x="662178" y="3405664"/>
                </a:lnTo>
                <a:lnTo>
                  <a:pt x="665131" y="3405664"/>
                </a:lnTo>
                <a:lnTo>
                  <a:pt x="665131" y="3419189"/>
                </a:lnTo>
                <a:close/>
                <a:moveTo>
                  <a:pt x="678371" y="3419189"/>
                </a:moveTo>
                <a:lnTo>
                  <a:pt x="675418" y="3419189"/>
                </a:lnTo>
                <a:lnTo>
                  <a:pt x="675418" y="3405664"/>
                </a:lnTo>
                <a:lnTo>
                  <a:pt x="678371" y="3405664"/>
                </a:lnTo>
                <a:lnTo>
                  <a:pt x="678371" y="3419189"/>
                </a:lnTo>
                <a:close/>
                <a:moveTo>
                  <a:pt x="693229" y="3419189"/>
                </a:moveTo>
                <a:lnTo>
                  <a:pt x="690277" y="3419189"/>
                </a:lnTo>
                <a:lnTo>
                  <a:pt x="690277" y="3405664"/>
                </a:lnTo>
                <a:lnTo>
                  <a:pt x="693229" y="3405664"/>
                </a:lnTo>
                <a:lnTo>
                  <a:pt x="693229" y="3419189"/>
                </a:lnTo>
                <a:close/>
                <a:moveTo>
                  <a:pt x="952500" y="3383566"/>
                </a:moveTo>
                <a:cubicBezTo>
                  <a:pt x="948690" y="3388805"/>
                  <a:pt x="941356" y="3389852"/>
                  <a:pt x="936117" y="3386042"/>
                </a:cubicBezTo>
                <a:cubicBezTo>
                  <a:pt x="930974" y="3382232"/>
                  <a:pt x="929831" y="3374898"/>
                  <a:pt x="933641" y="3369659"/>
                </a:cubicBezTo>
                <a:cubicBezTo>
                  <a:pt x="935450" y="3367183"/>
                  <a:pt x="938213" y="3365468"/>
                  <a:pt x="941261" y="3364992"/>
                </a:cubicBezTo>
                <a:cubicBezTo>
                  <a:pt x="944309" y="3364516"/>
                  <a:pt x="947452" y="3365278"/>
                  <a:pt x="949928" y="3367088"/>
                </a:cubicBezTo>
                <a:cubicBezTo>
                  <a:pt x="952405" y="3368897"/>
                  <a:pt x="954119" y="3371660"/>
                  <a:pt x="954596" y="3374708"/>
                </a:cubicBezTo>
                <a:cubicBezTo>
                  <a:pt x="954596" y="3375279"/>
                  <a:pt x="954691" y="3375946"/>
                  <a:pt x="954691" y="3376517"/>
                </a:cubicBezTo>
                <a:cubicBezTo>
                  <a:pt x="954691" y="3378994"/>
                  <a:pt x="953929" y="3381375"/>
                  <a:pt x="952405" y="3383375"/>
                </a:cubicBezTo>
                <a:close/>
                <a:moveTo>
                  <a:pt x="1161764" y="2154174"/>
                </a:moveTo>
                <a:cubicBezTo>
                  <a:pt x="1155383" y="2154174"/>
                  <a:pt x="1150144" y="2159413"/>
                  <a:pt x="1150144" y="2165795"/>
                </a:cubicBezTo>
                <a:cubicBezTo>
                  <a:pt x="1150144" y="2172176"/>
                  <a:pt x="1155383" y="2177415"/>
                  <a:pt x="1161764" y="2177415"/>
                </a:cubicBezTo>
                <a:cubicBezTo>
                  <a:pt x="1168146" y="2177415"/>
                  <a:pt x="1173385" y="2172176"/>
                  <a:pt x="1173385" y="2165795"/>
                </a:cubicBezTo>
                <a:cubicBezTo>
                  <a:pt x="1173385" y="2159413"/>
                  <a:pt x="1168146" y="2154174"/>
                  <a:pt x="1161764" y="2154174"/>
                </a:cubicBezTo>
                <a:close/>
                <a:moveTo>
                  <a:pt x="1161764" y="2175129"/>
                </a:moveTo>
                <a:cubicBezTo>
                  <a:pt x="1156621" y="2175129"/>
                  <a:pt x="1152525" y="2170938"/>
                  <a:pt x="1152525" y="2165890"/>
                </a:cubicBezTo>
                <a:cubicBezTo>
                  <a:pt x="1152525" y="2160842"/>
                  <a:pt x="1156716" y="2156651"/>
                  <a:pt x="1161764" y="2156651"/>
                </a:cubicBezTo>
                <a:cubicBezTo>
                  <a:pt x="1166813" y="2156651"/>
                  <a:pt x="1171004" y="2160842"/>
                  <a:pt x="1171004" y="2165890"/>
                </a:cubicBezTo>
                <a:cubicBezTo>
                  <a:pt x="1171004" y="2170938"/>
                  <a:pt x="1166813" y="2175129"/>
                  <a:pt x="1161764" y="2175129"/>
                </a:cubicBezTo>
                <a:close/>
                <a:moveTo>
                  <a:pt x="1166051" y="3183065"/>
                </a:moveTo>
                <a:cubicBezTo>
                  <a:pt x="1166051" y="3180302"/>
                  <a:pt x="1163765" y="3178112"/>
                  <a:pt x="1161098" y="3178112"/>
                </a:cubicBezTo>
                <a:cubicBezTo>
                  <a:pt x="1158335" y="3178112"/>
                  <a:pt x="1156145" y="3180398"/>
                  <a:pt x="1156145" y="3183065"/>
                </a:cubicBezTo>
                <a:cubicBezTo>
                  <a:pt x="1156145" y="3183541"/>
                  <a:pt x="1156335" y="3184017"/>
                  <a:pt x="1156430" y="3184493"/>
                </a:cubicBezTo>
                <a:lnTo>
                  <a:pt x="1061085" y="3254693"/>
                </a:lnTo>
                <a:lnTo>
                  <a:pt x="979361" y="3255455"/>
                </a:lnTo>
                <a:cubicBezTo>
                  <a:pt x="978979" y="3251549"/>
                  <a:pt x="977075" y="3247739"/>
                  <a:pt x="973646" y="3245263"/>
                </a:cubicBezTo>
                <a:cubicBezTo>
                  <a:pt x="967264" y="3240596"/>
                  <a:pt x="958310" y="3241929"/>
                  <a:pt x="953643" y="3248311"/>
                </a:cubicBezTo>
                <a:cubicBezTo>
                  <a:pt x="952310" y="3250121"/>
                  <a:pt x="951452" y="3252216"/>
                  <a:pt x="951167" y="3254407"/>
                </a:cubicBezTo>
                <a:lnTo>
                  <a:pt x="758666" y="3254407"/>
                </a:lnTo>
                <a:cubicBezTo>
                  <a:pt x="758666" y="3254407"/>
                  <a:pt x="725519" y="3284696"/>
                  <a:pt x="725519" y="3284696"/>
                </a:cubicBezTo>
                <a:lnTo>
                  <a:pt x="672275" y="3284696"/>
                </a:lnTo>
                <a:cubicBezTo>
                  <a:pt x="670751" y="3284696"/>
                  <a:pt x="669417" y="3285935"/>
                  <a:pt x="669417" y="3287554"/>
                </a:cubicBezTo>
                <a:lnTo>
                  <a:pt x="669417" y="3290411"/>
                </a:lnTo>
                <a:lnTo>
                  <a:pt x="606933" y="3290411"/>
                </a:lnTo>
                <a:cubicBezTo>
                  <a:pt x="606933" y="3290411"/>
                  <a:pt x="580739" y="3311938"/>
                  <a:pt x="580739" y="3311938"/>
                </a:cubicBezTo>
                <a:lnTo>
                  <a:pt x="319659" y="3311938"/>
                </a:lnTo>
                <a:cubicBezTo>
                  <a:pt x="319183" y="3307271"/>
                  <a:pt x="315373" y="3303556"/>
                  <a:pt x="310610" y="3303556"/>
                </a:cubicBezTo>
                <a:cubicBezTo>
                  <a:pt x="305562" y="3303556"/>
                  <a:pt x="301371" y="3307652"/>
                  <a:pt x="301371" y="3312795"/>
                </a:cubicBezTo>
                <a:cubicBezTo>
                  <a:pt x="301371" y="3317938"/>
                  <a:pt x="305467" y="3322034"/>
                  <a:pt x="310610" y="3322034"/>
                </a:cubicBezTo>
                <a:cubicBezTo>
                  <a:pt x="314325" y="3322034"/>
                  <a:pt x="317468" y="3319844"/>
                  <a:pt x="318897" y="3316700"/>
                </a:cubicBezTo>
                <a:lnTo>
                  <a:pt x="582454" y="3316700"/>
                </a:lnTo>
                <a:lnTo>
                  <a:pt x="608648" y="3295174"/>
                </a:lnTo>
                <a:lnTo>
                  <a:pt x="669417" y="3295174"/>
                </a:lnTo>
                <a:cubicBezTo>
                  <a:pt x="669417" y="3295174"/>
                  <a:pt x="669417" y="3297650"/>
                  <a:pt x="669417" y="3297650"/>
                </a:cubicBezTo>
                <a:cubicBezTo>
                  <a:pt x="669417" y="3299174"/>
                  <a:pt x="670655" y="3300508"/>
                  <a:pt x="672275" y="3300508"/>
                </a:cubicBezTo>
                <a:lnTo>
                  <a:pt x="726281" y="3300508"/>
                </a:lnTo>
                <a:cubicBezTo>
                  <a:pt x="727805" y="3300508"/>
                  <a:pt x="729139" y="3299270"/>
                  <a:pt x="729139" y="3297650"/>
                </a:cubicBezTo>
                <a:lnTo>
                  <a:pt x="729139" y="3287840"/>
                </a:lnTo>
                <a:lnTo>
                  <a:pt x="760571" y="3259169"/>
                </a:lnTo>
                <a:lnTo>
                  <a:pt x="951262" y="3259169"/>
                </a:lnTo>
                <a:cubicBezTo>
                  <a:pt x="951929" y="3262884"/>
                  <a:pt x="953834" y="3266123"/>
                  <a:pt x="956882" y="3268313"/>
                </a:cubicBezTo>
                <a:cubicBezTo>
                  <a:pt x="963263" y="3272980"/>
                  <a:pt x="972217" y="3271647"/>
                  <a:pt x="976884" y="3265265"/>
                </a:cubicBezTo>
                <a:cubicBezTo>
                  <a:pt x="978503" y="3262979"/>
                  <a:pt x="979361" y="3260408"/>
                  <a:pt x="979551" y="3257741"/>
                </a:cubicBezTo>
                <a:lnTo>
                  <a:pt x="1061657" y="3256979"/>
                </a:lnTo>
                <a:lnTo>
                  <a:pt x="1062038" y="3256979"/>
                </a:lnTo>
                <a:lnTo>
                  <a:pt x="1157859" y="3186398"/>
                </a:lnTo>
                <a:cubicBezTo>
                  <a:pt x="1157859" y="3186398"/>
                  <a:pt x="1158621" y="3186970"/>
                  <a:pt x="1159002" y="3187160"/>
                </a:cubicBezTo>
                <a:lnTo>
                  <a:pt x="1159002" y="3360134"/>
                </a:lnTo>
                <a:cubicBezTo>
                  <a:pt x="1159002" y="3360134"/>
                  <a:pt x="1145858" y="3371374"/>
                  <a:pt x="1145858" y="3371374"/>
                </a:cubicBezTo>
                <a:lnTo>
                  <a:pt x="1103662" y="3371088"/>
                </a:lnTo>
                <a:lnTo>
                  <a:pt x="1103662" y="3344894"/>
                </a:lnTo>
                <a:cubicBezTo>
                  <a:pt x="1105281" y="3344513"/>
                  <a:pt x="1106900" y="3343751"/>
                  <a:pt x="1108139" y="3342513"/>
                </a:cubicBezTo>
                <a:cubicBezTo>
                  <a:pt x="1109948" y="3340703"/>
                  <a:pt x="1110996" y="3338227"/>
                  <a:pt x="1110996" y="3335655"/>
                </a:cubicBezTo>
                <a:cubicBezTo>
                  <a:pt x="1110996" y="3333084"/>
                  <a:pt x="1110044" y="3330607"/>
                  <a:pt x="1108139" y="3328702"/>
                </a:cubicBezTo>
                <a:cubicBezTo>
                  <a:pt x="1106329" y="3326892"/>
                  <a:pt x="1103852" y="3325844"/>
                  <a:pt x="1101281" y="3325844"/>
                </a:cubicBezTo>
                <a:lnTo>
                  <a:pt x="1101281" y="3325844"/>
                </a:lnTo>
                <a:cubicBezTo>
                  <a:pt x="1098709" y="3325844"/>
                  <a:pt x="1096232" y="3326892"/>
                  <a:pt x="1094423" y="3328702"/>
                </a:cubicBezTo>
                <a:cubicBezTo>
                  <a:pt x="1092613" y="3330512"/>
                  <a:pt x="1091565" y="3332988"/>
                  <a:pt x="1091565" y="3335560"/>
                </a:cubicBezTo>
                <a:cubicBezTo>
                  <a:pt x="1091565" y="3338132"/>
                  <a:pt x="1092518" y="3340608"/>
                  <a:pt x="1094423" y="3342513"/>
                </a:cubicBezTo>
                <a:cubicBezTo>
                  <a:pt x="1095661" y="3343751"/>
                  <a:pt x="1097280" y="3344513"/>
                  <a:pt x="1098995" y="3344894"/>
                </a:cubicBezTo>
                <a:lnTo>
                  <a:pt x="1098995" y="3373374"/>
                </a:lnTo>
                <a:cubicBezTo>
                  <a:pt x="1098995" y="3374708"/>
                  <a:pt x="1100042" y="3375755"/>
                  <a:pt x="1101376" y="3375755"/>
                </a:cubicBezTo>
                <a:lnTo>
                  <a:pt x="1146905" y="3376041"/>
                </a:lnTo>
                <a:lnTo>
                  <a:pt x="1146905" y="3376041"/>
                </a:lnTo>
                <a:cubicBezTo>
                  <a:pt x="1147477" y="3376041"/>
                  <a:pt x="1148048" y="3375851"/>
                  <a:pt x="1148429" y="3375470"/>
                </a:cubicBezTo>
                <a:lnTo>
                  <a:pt x="1163193" y="3362992"/>
                </a:lnTo>
                <a:cubicBezTo>
                  <a:pt x="1163765" y="3362516"/>
                  <a:pt x="1164050" y="3361849"/>
                  <a:pt x="1164050" y="3361182"/>
                </a:cubicBezTo>
                <a:lnTo>
                  <a:pt x="1164050" y="3187065"/>
                </a:lnTo>
                <a:cubicBezTo>
                  <a:pt x="1165479" y="3186208"/>
                  <a:pt x="1166527" y="3184684"/>
                  <a:pt x="1166527" y="3182779"/>
                </a:cubicBezTo>
                <a:close/>
                <a:moveTo>
                  <a:pt x="687324" y="3299555"/>
                </a:moveTo>
                <a:lnTo>
                  <a:pt x="684371" y="3299555"/>
                </a:lnTo>
                <a:lnTo>
                  <a:pt x="684371" y="3286030"/>
                </a:lnTo>
                <a:lnTo>
                  <a:pt x="687324" y="3286030"/>
                </a:lnTo>
                <a:lnTo>
                  <a:pt x="687324" y="3299555"/>
                </a:lnTo>
                <a:close/>
                <a:moveTo>
                  <a:pt x="700564" y="3299555"/>
                </a:moveTo>
                <a:lnTo>
                  <a:pt x="697611" y="3299555"/>
                </a:lnTo>
                <a:lnTo>
                  <a:pt x="697611" y="3286030"/>
                </a:lnTo>
                <a:lnTo>
                  <a:pt x="700564" y="3286030"/>
                </a:lnTo>
                <a:lnTo>
                  <a:pt x="700564" y="3299555"/>
                </a:lnTo>
                <a:close/>
                <a:moveTo>
                  <a:pt x="715327" y="3299555"/>
                </a:moveTo>
                <a:lnTo>
                  <a:pt x="712375" y="3299555"/>
                </a:lnTo>
                <a:lnTo>
                  <a:pt x="712375" y="3286030"/>
                </a:lnTo>
                <a:lnTo>
                  <a:pt x="715327" y="3286030"/>
                </a:lnTo>
                <a:lnTo>
                  <a:pt x="715327" y="3299555"/>
                </a:lnTo>
                <a:close/>
                <a:moveTo>
                  <a:pt x="974598" y="3263932"/>
                </a:moveTo>
                <a:cubicBezTo>
                  <a:pt x="972788" y="3266409"/>
                  <a:pt x="970026" y="3268123"/>
                  <a:pt x="966978" y="3268599"/>
                </a:cubicBezTo>
                <a:cubicBezTo>
                  <a:pt x="963930" y="3269075"/>
                  <a:pt x="960787" y="3268313"/>
                  <a:pt x="958310" y="3266504"/>
                </a:cubicBezTo>
                <a:cubicBezTo>
                  <a:pt x="955834" y="3264694"/>
                  <a:pt x="954119" y="3261932"/>
                  <a:pt x="953643" y="3258884"/>
                </a:cubicBezTo>
                <a:cubicBezTo>
                  <a:pt x="953643" y="3258312"/>
                  <a:pt x="953548" y="3257645"/>
                  <a:pt x="953548" y="3257074"/>
                </a:cubicBezTo>
                <a:cubicBezTo>
                  <a:pt x="953548" y="3254597"/>
                  <a:pt x="954310" y="3252216"/>
                  <a:pt x="955834" y="3250216"/>
                </a:cubicBezTo>
                <a:cubicBezTo>
                  <a:pt x="959644" y="3244977"/>
                  <a:pt x="966978" y="3243929"/>
                  <a:pt x="972217" y="3247739"/>
                </a:cubicBezTo>
                <a:cubicBezTo>
                  <a:pt x="977360" y="3251549"/>
                  <a:pt x="978503" y="3258884"/>
                  <a:pt x="974693" y="3264122"/>
                </a:cubicBezTo>
                <a:close/>
                <a:moveTo>
                  <a:pt x="1100900" y="3340894"/>
                </a:moveTo>
                <a:cubicBezTo>
                  <a:pt x="1099566" y="3340894"/>
                  <a:pt x="1098328" y="3340322"/>
                  <a:pt x="1097375" y="3339370"/>
                </a:cubicBezTo>
                <a:cubicBezTo>
                  <a:pt x="1096423" y="3338417"/>
                  <a:pt x="1095947" y="3337179"/>
                  <a:pt x="1095947" y="3335846"/>
                </a:cubicBezTo>
                <a:cubicBezTo>
                  <a:pt x="1095947" y="3334512"/>
                  <a:pt x="1096518" y="3333274"/>
                  <a:pt x="1097471" y="3332321"/>
                </a:cubicBezTo>
                <a:cubicBezTo>
                  <a:pt x="1098423" y="3331369"/>
                  <a:pt x="1099661" y="3330893"/>
                  <a:pt x="1100995" y="3330893"/>
                </a:cubicBezTo>
                <a:lnTo>
                  <a:pt x="1100995" y="3330893"/>
                </a:lnTo>
                <a:cubicBezTo>
                  <a:pt x="1102328" y="3330893"/>
                  <a:pt x="1103567" y="3331464"/>
                  <a:pt x="1104519" y="3332417"/>
                </a:cubicBezTo>
                <a:cubicBezTo>
                  <a:pt x="1105472" y="3333369"/>
                  <a:pt x="1105948" y="3334607"/>
                  <a:pt x="1105948" y="3335941"/>
                </a:cubicBezTo>
                <a:cubicBezTo>
                  <a:pt x="1105948" y="3337274"/>
                  <a:pt x="1105376" y="3338513"/>
                  <a:pt x="1104424" y="3339465"/>
                </a:cubicBezTo>
                <a:cubicBezTo>
                  <a:pt x="1103471" y="3340418"/>
                  <a:pt x="1102233" y="3340894"/>
                  <a:pt x="1100900" y="3340894"/>
                </a:cubicBezTo>
                <a:lnTo>
                  <a:pt x="1100900" y="3340894"/>
                </a:lnTo>
                <a:close/>
                <a:moveTo>
                  <a:pt x="972122" y="3256979"/>
                </a:moveTo>
                <a:cubicBezTo>
                  <a:pt x="972122" y="3260884"/>
                  <a:pt x="968978" y="3264027"/>
                  <a:pt x="965073" y="3264027"/>
                </a:cubicBezTo>
                <a:cubicBezTo>
                  <a:pt x="961168" y="3264027"/>
                  <a:pt x="958025" y="3260884"/>
                  <a:pt x="958025" y="3256979"/>
                </a:cubicBezTo>
                <a:cubicBezTo>
                  <a:pt x="958025" y="3253073"/>
                  <a:pt x="961168" y="3249930"/>
                  <a:pt x="965073" y="3249930"/>
                </a:cubicBezTo>
                <a:cubicBezTo>
                  <a:pt x="968978" y="3249930"/>
                  <a:pt x="972122" y="3253073"/>
                  <a:pt x="972122" y="3256979"/>
                </a:cubicBezTo>
                <a:close/>
                <a:moveTo>
                  <a:pt x="445389" y="4313301"/>
                </a:moveTo>
                <a:lnTo>
                  <a:pt x="438245" y="4313301"/>
                </a:lnTo>
                <a:lnTo>
                  <a:pt x="438245" y="4305681"/>
                </a:lnTo>
                <a:lnTo>
                  <a:pt x="445389" y="4305681"/>
                </a:lnTo>
                <a:lnTo>
                  <a:pt x="445389" y="4313301"/>
                </a:lnTo>
                <a:close/>
                <a:moveTo>
                  <a:pt x="430625" y="4360926"/>
                </a:moveTo>
                <a:lnTo>
                  <a:pt x="435197" y="4366451"/>
                </a:lnTo>
                <a:lnTo>
                  <a:pt x="429959" y="4370737"/>
                </a:lnTo>
                <a:lnTo>
                  <a:pt x="425387" y="4365212"/>
                </a:lnTo>
                <a:lnTo>
                  <a:pt x="430625" y="4360926"/>
                </a:lnTo>
                <a:close/>
                <a:moveTo>
                  <a:pt x="414814" y="4373880"/>
                </a:moveTo>
                <a:lnTo>
                  <a:pt x="420053" y="4369594"/>
                </a:lnTo>
                <a:lnTo>
                  <a:pt x="424625" y="4375119"/>
                </a:lnTo>
                <a:lnTo>
                  <a:pt x="419386" y="4379405"/>
                </a:lnTo>
                <a:lnTo>
                  <a:pt x="414814" y="4373880"/>
                </a:lnTo>
                <a:close/>
                <a:moveTo>
                  <a:pt x="445389" y="4298061"/>
                </a:moveTo>
                <a:lnTo>
                  <a:pt x="438245" y="4298061"/>
                </a:lnTo>
                <a:lnTo>
                  <a:pt x="438245" y="4293299"/>
                </a:lnTo>
                <a:lnTo>
                  <a:pt x="445389" y="4293299"/>
                </a:lnTo>
                <a:lnTo>
                  <a:pt x="445389" y="4298061"/>
                </a:lnTo>
                <a:close/>
                <a:moveTo>
                  <a:pt x="516064" y="3583115"/>
                </a:moveTo>
                <a:lnTo>
                  <a:pt x="536829" y="3583115"/>
                </a:lnTo>
                <a:cubicBezTo>
                  <a:pt x="536829" y="3583115"/>
                  <a:pt x="536829" y="3587782"/>
                  <a:pt x="536829" y="3587782"/>
                </a:cubicBezTo>
                <a:lnTo>
                  <a:pt x="516064" y="3587782"/>
                </a:lnTo>
                <a:cubicBezTo>
                  <a:pt x="516064" y="3587782"/>
                  <a:pt x="516064" y="3583115"/>
                  <a:pt x="516064" y="3583115"/>
                </a:cubicBezTo>
                <a:close/>
                <a:moveTo>
                  <a:pt x="513017" y="3537680"/>
                </a:moveTo>
                <a:cubicBezTo>
                  <a:pt x="507492" y="3537680"/>
                  <a:pt x="503015" y="3541681"/>
                  <a:pt x="501872" y="3546920"/>
                </a:cubicBezTo>
                <a:lnTo>
                  <a:pt x="226219" y="3546920"/>
                </a:lnTo>
                <a:lnTo>
                  <a:pt x="169069" y="3593211"/>
                </a:lnTo>
                <a:lnTo>
                  <a:pt x="169545" y="3766566"/>
                </a:lnTo>
                <a:lnTo>
                  <a:pt x="169545" y="3767519"/>
                </a:lnTo>
                <a:cubicBezTo>
                  <a:pt x="169545" y="3767519"/>
                  <a:pt x="202025" y="3799809"/>
                  <a:pt x="202025" y="3799809"/>
                </a:cubicBezTo>
                <a:lnTo>
                  <a:pt x="276987" y="3799809"/>
                </a:lnTo>
                <a:cubicBezTo>
                  <a:pt x="276987" y="3799809"/>
                  <a:pt x="277082" y="3800666"/>
                  <a:pt x="277273" y="3801047"/>
                </a:cubicBezTo>
                <a:cubicBezTo>
                  <a:pt x="278225" y="3804285"/>
                  <a:pt x="280416" y="3806952"/>
                  <a:pt x="283369" y="3808571"/>
                </a:cubicBezTo>
                <a:cubicBezTo>
                  <a:pt x="285274" y="3809524"/>
                  <a:pt x="287274" y="3810095"/>
                  <a:pt x="289370" y="3810095"/>
                </a:cubicBezTo>
                <a:cubicBezTo>
                  <a:pt x="290608" y="3810095"/>
                  <a:pt x="291846" y="3809905"/>
                  <a:pt x="293084" y="3809524"/>
                </a:cubicBezTo>
                <a:cubicBezTo>
                  <a:pt x="296323" y="3808571"/>
                  <a:pt x="298990" y="3806380"/>
                  <a:pt x="300609" y="3803428"/>
                </a:cubicBezTo>
                <a:cubicBezTo>
                  <a:pt x="302228" y="3800475"/>
                  <a:pt x="302514" y="3797046"/>
                  <a:pt x="301562" y="3793808"/>
                </a:cubicBezTo>
                <a:cubicBezTo>
                  <a:pt x="300609" y="3790569"/>
                  <a:pt x="298418" y="3787902"/>
                  <a:pt x="295466" y="3786283"/>
                </a:cubicBezTo>
                <a:cubicBezTo>
                  <a:pt x="292513" y="3784663"/>
                  <a:pt x="289084" y="3784378"/>
                  <a:pt x="285845" y="3785330"/>
                </a:cubicBezTo>
                <a:cubicBezTo>
                  <a:pt x="281178" y="3786759"/>
                  <a:pt x="278035" y="3790569"/>
                  <a:pt x="277178" y="3795046"/>
                </a:cubicBezTo>
                <a:lnTo>
                  <a:pt x="204216" y="3795046"/>
                </a:lnTo>
                <a:lnTo>
                  <a:pt x="174498" y="3765518"/>
                </a:lnTo>
                <a:lnTo>
                  <a:pt x="174022" y="3595402"/>
                </a:lnTo>
                <a:lnTo>
                  <a:pt x="228124" y="3551587"/>
                </a:lnTo>
                <a:lnTo>
                  <a:pt x="502063" y="3551587"/>
                </a:lnTo>
                <a:cubicBezTo>
                  <a:pt x="503206" y="3556826"/>
                  <a:pt x="507587" y="3560826"/>
                  <a:pt x="513207" y="3560826"/>
                </a:cubicBezTo>
                <a:cubicBezTo>
                  <a:pt x="519589" y="3560826"/>
                  <a:pt x="524828" y="3555587"/>
                  <a:pt x="524828" y="3549205"/>
                </a:cubicBezTo>
                <a:cubicBezTo>
                  <a:pt x="524828" y="3542824"/>
                  <a:pt x="519589" y="3537585"/>
                  <a:pt x="513207" y="3537585"/>
                </a:cubicBezTo>
                <a:close/>
                <a:moveTo>
                  <a:pt x="287179" y="3789902"/>
                </a:moveTo>
                <a:cubicBezTo>
                  <a:pt x="287941" y="3789712"/>
                  <a:pt x="288703" y="3789521"/>
                  <a:pt x="289465" y="3789521"/>
                </a:cubicBezTo>
                <a:cubicBezTo>
                  <a:pt x="290703" y="3789521"/>
                  <a:pt x="292037" y="3789807"/>
                  <a:pt x="293180" y="3790474"/>
                </a:cubicBezTo>
                <a:cubicBezTo>
                  <a:pt x="294989" y="3791426"/>
                  <a:pt x="296418" y="3793141"/>
                  <a:pt x="296990" y="3795141"/>
                </a:cubicBezTo>
                <a:cubicBezTo>
                  <a:pt x="297561" y="3797142"/>
                  <a:pt x="297371" y="3799237"/>
                  <a:pt x="296418" y="3801142"/>
                </a:cubicBezTo>
                <a:cubicBezTo>
                  <a:pt x="295466" y="3802952"/>
                  <a:pt x="293751" y="3804380"/>
                  <a:pt x="291751" y="3804952"/>
                </a:cubicBezTo>
                <a:cubicBezTo>
                  <a:pt x="289751" y="3805523"/>
                  <a:pt x="287560" y="3805333"/>
                  <a:pt x="285750" y="3804380"/>
                </a:cubicBezTo>
                <a:cubicBezTo>
                  <a:pt x="283940" y="3803428"/>
                  <a:pt x="282512" y="3801713"/>
                  <a:pt x="281940" y="3799713"/>
                </a:cubicBezTo>
                <a:cubicBezTo>
                  <a:pt x="280702" y="3795522"/>
                  <a:pt x="283083" y="3791141"/>
                  <a:pt x="287179" y="3789902"/>
                </a:cubicBezTo>
                <a:close/>
                <a:moveTo>
                  <a:pt x="513017" y="3556159"/>
                </a:moveTo>
                <a:cubicBezTo>
                  <a:pt x="509778" y="3556159"/>
                  <a:pt x="507111" y="3553778"/>
                  <a:pt x="506444" y="3550730"/>
                </a:cubicBezTo>
                <a:lnTo>
                  <a:pt x="506444" y="3547967"/>
                </a:lnTo>
                <a:cubicBezTo>
                  <a:pt x="507111" y="3544919"/>
                  <a:pt x="509683" y="3542538"/>
                  <a:pt x="513017" y="3542538"/>
                </a:cubicBezTo>
                <a:cubicBezTo>
                  <a:pt x="516827" y="3542538"/>
                  <a:pt x="519875" y="3545586"/>
                  <a:pt x="519875" y="3549396"/>
                </a:cubicBezTo>
                <a:cubicBezTo>
                  <a:pt x="519875" y="3553206"/>
                  <a:pt x="516827" y="3556254"/>
                  <a:pt x="513017" y="3556254"/>
                </a:cubicBezTo>
                <a:close/>
                <a:moveTo>
                  <a:pt x="95" y="4171093"/>
                </a:moveTo>
                <a:lnTo>
                  <a:pt x="95" y="4175855"/>
                </a:lnTo>
                <a:lnTo>
                  <a:pt x="73152" y="4175855"/>
                </a:lnTo>
                <a:cubicBezTo>
                  <a:pt x="73152" y="4175855"/>
                  <a:pt x="217837" y="4051363"/>
                  <a:pt x="217837" y="4051363"/>
                </a:cubicBezTo>
                <a:cubicBezTo>
                  <a:pt x="218694" y="4052030"/>
                  <a:pt x="219456" y="4052888"/>
                  <a:pt x="220504" y="4053364"/>
                </a:cubicBezTo>
                <a:cubicBezTo>
                  <a:pt x="222218" y="4054221"/>
                  <a:pt x="224123" y="4054602"/>
                  <a:pt x="225933" y="4054602"/>
                </a:cubicBezTo>
                <a:cubicBezTo>
                  <a:pt x="227362" y="4054602"/>
                  <a:pt x="228791" y="4054317"/>
                  <a:pt x="230124" y="4053840"/>
                </a:cubicBezTo>
                <a:cubicBezTo>
                  <a:pt x="236696" y="4051554"/>
                  <a:pt x="240220" y="4044315"/>
                  <a:pt x="237935" y="4037743"/>
                </a:cubicBezTo>
                <a:cubicBezTo>
                  <a:pt x="235649" y="4031171"/>
                  <a:pt x="228410" y="4027742"/>
                  <a:pt x="221837" y="4030028"/>
                </a:cubicBezTo>
                <a:cubicBezTo>
                  <a:pt x="215265" y="4032313"/>
                  <a:pt x="211741" y="4039553"/>
                  <a:pt x="214122" y="4046125"/>
                </a:cubicBezTo>
                <a:cubicBezTo>
                  <a:pt x="214313" y="4046696"/>
                  <a:pt x="214694" y="4047077"/>
                  <a:pt x="214979" y="4047649"/>
                </a:cubicBezTo>
                <a:lnTo>
                  <a:pt x="71533" y="4170998"/>
                </a:lnTo>
                <a:lnTo>
                  <a:pt x="95" y="4170998"/>
                </a:lnTo>
                <a:close/>
                <a:moveTo>
                  <a:pt x="223361" y="4034504"/>
                </a:moveTo>
                <a:cubicBezTo>
                  <a:pt x="224219" y="4034219"/>
                  <a:pt x="225076" y="4034028"/>
                  <a:pt x="225933" y="4034028"/>
                </a:cubicBezTo>
                <a:cubicBezTo>
                  <a:pt x="229172" y="4034028"/>
                  <a:pt x="232220" y="4036028"/>
                  <a:pt x="233363" y="4039267"/>
                </a:cubicBezTo>
                <a:cubicBezTo>
                  <a:pt x="234791" y="4043363"/>
                  <a:pt x="232601" y="4047839"/>
                  <a:pt x="228505" y="4049268"/>
                </a:cubicBezTo>
                <a:cubicBezTo>
                  <a:pt x="226505" y="4050030"/>
                  <a:pt x="224409" y="4049840"/>
                  <a:pt x="222504" y="4048982"/>
                </a:cubicBezTo>
                <a:cubicBezTo>
                  <a:pt x="220599" y="4048030"/>
                  <a:pt x="219170" y="4046506"/>
                  <a:pt x="218504" y="4044505"/>
                </a:cubicBezTo>
                <a:cubicBezTo>
                  <a:pt x="217075" y="4040410"/>
                  <a:pt x="219266" y="4035933"/>
                  <a:pt x="223361" y="4034504"/>
                </a:cubicBezTo>
                <a:close/>
                <a:moveTo>
                  <a:pt x="238316" y="3713226"/>
                </a:moveTo>
                <a:cubicBezTo>
                  <a:pt x="248317" y="3713226"/>
                  <a:pt x="256413" y="3721418"/>
                  <a:pt x="256318" y="3731419"/>
                </a:cubicBezTo>
                <a:cubicBezTo>
                  <a:pt x="256318" y="3741420"/>
                  <a:pt x="248126" y="3749517"/>
                  <a:pt x="238125" y="3749421"/>
                </a:cubicBezTo>
                <a:cubicBezTo>
                  <a:pt x="228124" y="3749326"/>
                  <a:pt x="220028" y="3741230"/>
                  <a:pt x="220123" y="3731228"/>
                </a:cubicBezTo>
                <a:cubicBezTo>
                  <a:pt x="220123" y="3721227"/>
                  <a:pt x="228314" y="3713131"/>
                  <a:pt x="238316" y="3713226"/>
                </a:cubicBezTo>
                <a:close/>
                <a:moveTo>
                  <a:pt x="1182529" y="766572"/>
                </a:moveTo>
                <a:cubicBezTo>
                  <a:pt x="1182529" y="761905"/>
                  <a:pt x="1186244" y="758190"/>
                  <a:pt x="1190911" y="758190"/>
                </a:cubicBezTo>
                <a:cubicBezTo>
                  <a:pt x="1195578" y="758190"/>
                  <a:pt x="1199293" y="761905"/>
                  <a:pt x="1199293" y="766572"/>
                </a:cubicBezTo>
                <a:cubicBezTo>
                  <a:pt x="1199293" y="771239"/>
                  <a:pt x="1195578" y="774954"/>
                  <a:pt x="1190911" y="774954"/>
                </a:cubicBezTo>
                <a:cubicBezTo>
                  <a:pt x="1186244" y="774954"/>
                  <a:pt x="1182529" y="771239"/>
                  <a:pt x="1182529" y="766572"/>
                </a:cubicBezTo>
                <a:close/>
                <a:moveTo>
                  <a:pt x="1161764" y="2223135"/>
                </a:moveTo>
                <a:cubicBezTo>
                  <a:pt x="1155383" y="2223135"/>
                  <a:pt x="1150144" y="2228374"/>
                  <a:pt x="1150144" y="2234756"/>
                </a:cubicBezTo>
                <a:cubicBezTo>
                  <a:pt x="1150144" y="2241137"/>
                  <a:pt x="1155383" y="2246376"/>
                  <a:pt x="1161764" y="2246376"/>
                </a:cubicBezTo>
                <a:cubicBezTo>
                  <a:pt x="1168146" y="2246376"/>
                  <a:pt x="1173385" y="2241137"/>
                  <a:pt x="1173385" y="2234756"/>
                </a:cubicBezTo>
                <a:cubicBezTo>
                  <a:pt x="1173385" y="2228374"/>
                  <a:pt x="1168146" y="2223135"/>
                  <a:pt x="1161764" y="2223135"/>
                </a:cubicBezTo>
                <a:close/>
                <a:moveTo>
                  <a:pt x="1161764" y="2244090"/>
                </a:moveTo>
                <a:cubicBezTo>
                  <a:pt x="1156621" y="2244090"/>
                  <a:pt x="1152525" y="2239899"/>
                  <a:pt x="1152525" y="2234851"/>
                </a:cubicBezTo>
                <a:cubicBezTo>
                  <a:pt x="1152525" y="2229803"/>
                  <a:pt x="1156716" y="2225612"/>
                  <a:pt x="1161764" y="2225612"/>
                </a:cubicBezTo>
                <a:cubicBezTo>
                  <a:pt x="1166813" y="2225612"/>
                  <a:pt x="1171004" y="2229803"/>
                  <a:pt x="1171004" y="2234851"/>
                </a:cubicBezTo>
                <a:cubicBezTo>
                  <a:pt x="1171004" y="2239899"/>
                  <a:pt x="1166813" y="2244090"/>
                  <a:pt x="1161764" y="2244090"/>
                </a:cubicBezTo>
                <a:close/>
                <a:moveTo>
                  <a:pt x="1161764" y="2227040"/>
                </a:moveTo>
                <a:cubicBezTo>
                  <a:pt x="1157478" y="2227040"/>
                  <a:pt x="1154049" y="2230565"/>
                  <a:pt x="1154049" y="2234756"/>
                </a:cubicBezTo>
                <a:cubicBezTo>
                  <a:pt x="1154049" y="2238947"/>
                  <a:pt x="1157573" y="2242471"/>
                  <a:pt x="1161764" y="2242471"/>
                </a:cubicBezTo>
                <a:cubicBezTo>
                  <a:pt x="1165955" y="2242471"/>
                  <a:pt x="1169575" y="2238947"/>
                  <a:pt x="1169575" y="2234756"/>
                </a:cubicBezTo>
                <a:cubicBezTo>
                  <a:pt x="1169575" y="2230565"/>
                  <a:pt x="1166051" y="2227040"/>
                  <a:pt x="1161764" y="2227040"/>
                </a:cubicBezTo>
                <a:close/>
                <a:moveTo>
                  <a:pt x="1161764" y="2240185"/>
                </a:moveTo>
                <a:cubicBezTo>
                  <a:pt x="1158812" y="2240185"/>
                  <a:pt x="1156430" y="2237804"/>
                  <a:pt x="1156430" y="2234851"/>
                </a:cubicBezTo>
                <a:cubicBezTo>
                  <a:pt x="1156430" y="2231898"/>
                  <a:pt x="1158812" y="2229517"/>
                  <a:pt x="1161764" y="2229517"/>
                </a:cubicBezTo>
                <a:cubicBezTo>
                  <a:pt x="1164717" y="2229517"/>
                  <a:pt x="1167194" y="2231898"/>
                  <a:pt x="1167194" y="2234851"/>
                </a:cubicBezTo>
                <a:cubicBezTo>
                  <a:pt x="1167194" y="2237804"/>
                  <a:pt x="1164812" y="2240185"/>
                  <a:pt x="1161764" y="2240185"/>
                </a:cubicBezTo>
                <a:close/>
                <a:moveTo>
                  <a:pt x="347758" y="3609213"/>
                </a:moveTo>
                <a:lnTo>
                  <a:pt x="355283" y="3609213"/>
                </a:lnTo>
                <a:cubicBezTo>
                  <a:pt x="359759" y="3609213"/>
                  <a:pt x="363379" y="3605689"/>
                  <a:pt x="363379" y="3601403"/>
                </a:cubicBezTo>
                <a:lnTo>
                  <a:pt x="363379" y="3588258"/>
                </a:lnTo>
                <a:lnTo>
                  <a:pt x="370904" y="3588258"/>
                </a:lnTo>
                <a:cubicBezTo>
                  <a:pt x="370904" y="3588258"/>
                  <a:pt x="370904" y="3583496"/>
                  <a:pt x="370904" y="3583496"/>
                </a:cubicBezTo>
                <a:lnTo>
                  <a:pt x="363379" y="3583496"/>
                </a:lnTo>
                <a:cubicBezTo>
                  <a:pt x="363379" y="3583496"/>
                  <a:pt x="363379" y="3570351"/>
                  <a:pt x="363379" y="3570351"/>
                </a:cubicBezTo>
                <a:cubicBezTo>
                  <a:pt x="363379" y="3566065"/>
                  <a:pt x="359759" y="3562541"/>
                  <a:pt x="355283" y="3562541"/>
                </a:cubicBezTo>
                <a:lnTo>
                  <a:pt x="347758" y="3562541"/>
                </a:lnTo>
                <a:cubicBezTo>
                  <a:pt x="343281" y="3562541"/>
                  <a:pt x="339662" y="3566065"/>
                  <a:pt x="339662" y="3570351"/>
                </a:cubicBezTo>
                <a:lnTo>
                  <a:pt x="339662" y="3570637"/>
                </a:lnTo>
                <a:lnTo>
                  <a:pt x="271082" y="3570637"/>
                </a:lnTo>
                <a:lnTo>
                  <a:pt x="222314" y="3611975"/>
                </a:lnTo>
                <a:lnTo>
                  <a:pt x="222314" y="3700272"/>
                </a:lnTo>
                <a:cubicBezTo>
                  <a:pt x="211169" y="3706082"/>
                  <a:pt x="203359" y="3717608"/>
                  <a:pt x="203359" y="3731133"/>
                </a:cubicBezTo>
                <a:cubicBezTo>
                  <a:pt x="203359" y="3750469"/>
                  <a:pt x="218980" y="3766185"/>
                  <a:pt x="238220" y="3766280"/>
                </a:cubicBezTo>
                <a:cubicBezTo>
                  <a:pt x="257556" y="3766280"/>
                  <a:pt x="273272" y="3750659"/>
                  <a:pt x="273368" y="3731419"/>
                </a:cubicBezTo>
                <a:cubicBezTo>
                  <a:pt x="273368" y="3718655"/>
                  <a:pt x="266510" y="3707511"/>
                  <a:pt x="256318" y="3701415"/>
                </a:cubicBezTo>
                <a:lnTo>
                  <a:pt x="256318" y="3617214"/>
                </a:lnTo>
                <a:lnTo>
                  <a:pt x="277940" y="3599688"/>
                </a:lnTo>
                <a:lnTo>
                  <a:pt x="339757" y="3599688"/>
                </a:lnTo>
                <a:lnTo>
                  <a:pt x="339757" y="3601498"/>
                </a:lnTo>
                <a:cubicBezTo>
                  <a:pt x="339757" y="3605784"/>
                  <a:pt x="343376" y="3609309"/>
                  <a:pt x="347853" y="3609309"/>
                </a:cubicBezTo>
                <a:close/>
                <a:moveTo>
                  <a:pt x="343376" y="3570446"/>
                </a:moveTo>
                <a:cubicBezTo>
                  <a:pt x="343376" y="3568160"/>
                  <a:pt x="345377" y="3566255"/>
                  <a:pt x="347758" y="3566255"/>
                </a:cubicBezTo>
                <a:lnTo>
                  <a:pt x="355283" y="3566255"/>
                </a:lnTo>
                <a:cubicBezTo>
                  <a:pt x="357664" y="3566255"/>
                  <a:pt x="359664" y="3568160"/>
                  <a:pt x="359664" y="3570446"/>
                </a:cubicBezTo>
                <a:lnTo>
                  <a:pt x="359664" y="3575304"/>
                </a:lnTo>
                <a:lnTo>
                  <a:pt x="343472" y="3575304"/>
                </a:lnTo>
                <a:lnTo>
                  <a:pt x="343472" y="3570446"/>
                </a:lnTo>
                <a:close/>
                <a:moveTo>
                  <a:pt x="343376" y="3594926"/>
                </a:moveTo>
                <a:lnTo>
                  <a:pt x="359569" y="3594926"/>
                </a:lnTo>
                <a:lnTo>
                  <a:pt x="359569" y="3601498"/>
                </a:lnTo>
                <a:cubicBezTo>
                  <a:pt x="359569" y="3603784"/>
                  <a:pt x="357569" y="3605689"/>
                  <a:pt x="355187" y="3605689"/>
                </a:cubicBezTo>
                <a:lnTo>
                  <a:pt x="347663" y="3605689"/>
                </a:lnTo>
                <a:cubicBezTo>
                  <a:pt x="345281" y="3605689"/>
                  <a:pt x="343281" y="3603784"/>
                  <a:pt x="343281" y="3601498"/>
                </a:cubicBezTo>
                <a:lnTo>
                  <a:pt x="343281" y="3594926"/>
                </a:lnTo>
                <a:close/>
                <a:moveTo>
                  <a:pt x="266033" y="3731419"/>
                </a:moveTo>
                <a:cubicBezTo>
                  <a:pt x="266033" y="3746754"/>
                  <a:pt x="253460" y="3759232"/>
                  <a:pt x="238125" y="3759232"/>
                </a:cubicBezTo>
                <a:cubicBezTo>
                  <a:pt x="222790" y="3759232"/>
                  <a:pt x="210312" y="3746659"/>
                  <a:pt x="210312" y="3731324"/>
                </a:cubicBezTo>
                <a:cubicBezTo>
                  <a:pt x="210312" y="3715988"/>
                  <a:pt x="222885" y="3703511"/>
                  <a:pt x="238220" y="3703511"/>
                </a:cubicBezTo>
                <a:cubicBezTo>
                  <a:pt x="253556" y="3703511"/>
                  <a:pt x="266033" y="3716084"/>
                  <a:pt x="265938" y="3731419"/>
                </a:cubicBezTo>
                <a:close/>
                <a:moveTo>
                  <a:pt x="276035" y="3594926"/>
                </a:moveTo>
                <a:lnTo>
                  <a:pt x="251365" y="3614928"/>
                </a:lnTo>
                <a:lnTo>
                  <a:pt x="251365" y="3698938"/>
                </a:lnTo>
                <a:cubicBezTo>
                  <a:pt x="247364" y="3697319"/>
                  <a:pt x="242983" y="3696367"/>
                  <a:pt x="238316" y="3696272"/>
                </a:cubicBezTo>
                <a:cubicBezTo>
                  <a:pt x="234315" y="3696272"/>
                  <a:pt x="230505" y="3697034"/>
                  <a:pt x="226981" y="3698272"/>
                </a:cubicBezTo>
                <a:lnTo>
                  <a:pt x="226981" y="3614166"/>
                </a:lnTo>
                <a:lnTo>
                  <a:pt x="272796" y="3575399"/>
                </a:lnTo>
                <a:lnTo>
                  <a:pt x="339662" y="3575399"/>
                </a:lnTo>
                <a:lnTo>
                  <a:pt x="339662" y="3594926"/>
                </a:lnTo>
                <a:lnTo>
                  <a:pt x="276130" y="3594926"/>
                </a:lnTo>
                <a:close/>
                <a:moveTo>
                  <a:pt x="180308" y="3977164"/>
                </a:moveTo>
                <a:cubicBezTo>
                  <a:pt x="181642" y="3977830"/>
                  <a:pt x="183070" y="3978117"/>
                  <a:pt x="184499" y="3978117"/>
                </a:cubicBezTo>
                <a:cubicBezTo>
                  <a:pt x="185642" y="3978117"/>
                  <a:pt x="186785" y="3977926"/>
                  <a:pt x="187833" y="3977545"/>
                </a:cubicBezTo>
                <a:cubicBezTo>
                  <a:pt x="192977" y="3975735"/>
                  <a:pt x="195644" y="3970020"/>
                  <a:pt x="193834" y="3964877"/>
                </a:cubicBezTo>
                <a:cubicBezTo>
                  <a:pt x="192977" y="3962400"/>
                  <a:pt x="191167" y="3960400"/>
                  <a:pt x="188786" y="3959257"/>
                </a:cubicBezTo>
                <a:cubicBezTo>
                  <a:pt x="186404" y="3958114"/>
                  <a:pt x="183737" y="3958019"/>
                  <a:pt x="181166" y="3958876"/>
                </a:cubicBezTo>
                <a:cubicBezTo>
                  <a:pt x="176022" y="3960686"/>
                  <a:pt x="173355" y="3966401"/>
                  <a:pt x="175165" y="3971544"/>
                </a:cubicBezTo>
                <a:cubicBezTo>
                  <a:pt x="175355" y="3972116"/>
                  <a:pt x="175736" y="3972497"/>
                  <a:pt x="176022" y="3972973"/>
                </a:cubicBezTo>
                <a:lnTo>
                  <a:pt x="124778" y="4018407"/>
                </a:lnTo>
                <a:lnTo>
                  <a:pt x="125063" y="4066413"/>
                </a:lnTo>
                <a:lnTo>
                  <a:pt x="46482" y="4134517"/>
                </a:lnTo>
                <a:cubicBezTo>
                  <a:pt x="43910" y="4132517"/>
                  <a:pt x="40481" y="4131659"/>
                  <a:pt x="37148" y="4132802"/>
                </a:cubicBezTo>
                <a:cubicBezTo>
                  <a:pt x="32004" y="4134612"/>
                  <a:pt x="29337" y="4140327"/>
                  <a:pt x="31147" y="4145471"/>
                </a:cubicBezTo>
                <a:cubicBezTo>
                  <a:pt x="32004" y="4147947"/>
                  <a:pt x="33814" y="4149947"/>
                  <a:pt x="36290" y="4151090"/>
                </a:cubicBezTo>
                <a:cubicBezTo>
                  <a:pt x="37624" y="4151757"/>
                  <a:pt x="39053" y="4152043"/>
                  <a:pt x="40481" y="4152043"/>
                </a:cubicBezTo>
                <a:cubicBezTo>
                  <a:pt x="41624" y="4152043"/>
                  <a:pt x="42767" y="4151852"/>
                  <a:pt x="43815" y="4151471"/>
                </a:cubicBezTo>
                <a:cubicBezTo>
                  <a:pt x="46292" y="4150614"/>
                  <a:pt x="48292" y="4148804"/>
                  <a:pt x="49435" y="4146423"/>
                </a:cubicBezTo>
                <a:cubicBezTo>
                  <a:pt x="50578" y="4144042"/>
                  <a:pt x="50673" y="4141375"/>
                  <a:pt x="49816" y="4138803"/>
                </a:cubicBezTo>
                <a:cubicBezTo>
                  <a:pt x="49816" y="4138613"/>
                  <a:pt x="49530" y="4138422"/>
                  <a:pt x="49435" y="4138232"/>
                </a:cubicBezTo>
                <a:lnTo>
                  <a:pt x="129826" y="4068604"/>
                </a:lnTo>
                <a:lnTo>
                  <a:pt x="129540" y="4020598"/>
                </a:lnTo>
                <a:lnTo>
                  <a:pt x="179261" y="3976497"/>
                </a:lnTo>
                <a:cubicBezTo>
                  <a:pt x="179261" y="3976497"/>
                  <a:pt x="179832" y="3977069"/>
                  <a:pt x="180213" y="3977259"/>
                </a:cubicBezTo>
                <a:close/>
                <a:moveTo>
                  <a:pt x="182785" y="3963353"/>
                </a:moveTo>
                <a:cubicBezTo>
                  <a:pt x="183356" y="3963162"/>
                  <a:pt x="183928" y="3963067"/>
                  <a:pt x="184499" y="3963067"/>
                </a:cubicBezTo>
                <a:cubicBezTo>
                  <a:pt x="185261" y="3963067"/>
                  <a:pt x="186023" y="3963257"/>
                  <a:pt x="186690" y="3963543"/>
                </a:cubicBezTo>
                <a:cubicBezTo>
                  <a:pt x="187928" y="3964115"/>
                  <a:pt x="188881" y="3965162"/>
                  <a:pt x="189357" y="3966496"/>
                </a:cubicBezTo>
                <a:cubicBezTo>
                  <a:pt x="189833" y="3967829"/>
                  <a:pt x="189738" y="3969163"/>
                  <a:pt x="189167" y="3970401"/>
                </a:cubicBezTo>
                <a:cubicBezTo>
                  <a:pt x="188595" y="3971639"/>
                  <a:pt x="187547" y="3972592"/>
                  <a:pt x="186214" y="3973068"/>
                </a:cubicBezTo>
                <a:cubicBezTo>
                  <a:pt x="184880" y="3973544"/>
                  <a:pt x="183547" y="3973449"/>
                  <a:pt x="182308" y="3972878"/>
                </a:cubicBezTo>
                <a:cubicBezTo>
                  <a:pt x="181070" y="3972306"/>
                  <a:pt x="180118" y="3971259"/>
                  <a:pt x="179642" y="3969925"/>
                </a:cubicBezTo>
                <a:cubicBezTo>
                  <a:pt x="178689" y="3967258"/>
                  <a:pt x="180118" y="3964305"/>
                  <a:pt x="182785" y="3963353"/>
                </a:cubicBezTo>
                <a:close/>
                <a:moveTo>
                  <a:pt x="45149" y="4144328"/>
                </a:moveTo>
                <a:cubicBezTo>
                  <a:pt x="44577" y="4145566"/>
                  <a:pt x="43529" y="4146518"/>
                  <a:pt x="42196" y="4146995"/>
                </a:cubicBezTo>
                <a:lnTo>
                  <a:pt x="42196" y="4146995"/>
                </a:lnTo>
                <a:cubicBezTo>
                  <a:pt x="40862" y="4147471"/>
                  <a:pt x="39529" y="4147376"/>
                  <a:pt x="38291" y="4146804"/>
                </a:cubicBezTo>
                <a:cubicBezTo>
                  <a:pt x="37052" y="4146233"/>
                  <a:pt x="36100" y="4145185"/>
                  <a:pt x="35624" y="4143851"/>
                </a:cubicBezTo>
                <a:cubicBezTo>
                  <a:pt x="34671" y="4141184"/>
                  <a:pt x="36100" y="4138232"/>
                  <a:pt x="38767" y="4137279"/>
                </a:cubicBezTo>
                <a:cubicBezTo>
                  <a:pt x="39338" y="4137088"/>
                  <a:pt x="39910" y="4136993"/>
                  <a:pt x="40481" y="4136993"/>
                </a:cubicBezTo>
                <a:cubicBezTo>
                  <a:pt x="42577" y="4136993"/>
                  <a:pt x="44577" y="4138327"/>
                  <a:pt x="45339" y="4140422"/>
                </a:cubicBezTo>
                <a:cubicBezTo>
                  <a:pt x="45815" y="4141756"/>
                  <a:pt x="45720" y="4143089"/>
                  <a:pt x="45149" y="4144328"/>
                </a:cubicBezTo>
                <a:close/>
                <a:moveTo>
                  <a:pt x="545592" y="3505010"/>
                </a:moveTo>
                <a:lnTo>
                  <a:pt x="528447" y="3505010"/>
                </a:lnTo>
                <a:cubicBezTo>
                  <a:pt x="528447" y="3505010"/>
                  <a:pt x="528447" y="3500247"/>
                  <a:pt x="528447" y="3500247"/>
                </a:cubicBezTo>
                <a:lnTo>
                  <a:pt x="545592" y="3500247"/>
                </a:lnTo>
                <a:cubicBezTo>
                  <a:pt x="545592" y="3500247"/>
                  <a:pt x="545592" y="3505010"/>
                  <a:pt x="545592" y="3505010"/>
                </a:cubicBezTo>
                <a:close/>
                <a:moveTo>
                  <a:pt x="305943" y="3712845"/>
                </a:moveTo>
                <a:cubicBezTo>
                  <a:pt x="307658" y="3712178"/>
                  <a:pt x="308896" y="3710845"/>
                  <a:pt x="309848" y="3709416"/>
                </a:cubicBezTo>
                <a:cubicBezTo>
                  <a:pt x="310039" y="3709607"/>
                  <a:pt x="310325" y="3709702"/>
                  <a:pt x="310706" y="3709702"/>
                </a:cubicBezTo>
                <a:cubicBezTo>
                  <a:pt x="311658" y="3709702"/>
                  <a:pt x="312039" y="3709035"/>
                  <a:pt x="312325" y="3707797"/>
                </a:cubicBezTo>
                <a:cubicBezTo>
                  <a:pt x="312611" y="3709035"/>
                  <a:pt x="312992" y="3709702"/>
                  <a:pt x="313944" y="3709702"/>
                </a:cubicBezTo>
                <a:cubicBezTo>
                  <a:pt x="314897" y="3709702"/>
                  <a:pt x="315278" y="3709035"/>
                  <a:pt x="315563" y="3707797"/>
                </a:cubicBezTo>
                <a:cubicBezTo>
                  <a:pt x="315849" y="3709035"/>
                  <a:pt x="316230" y="3709702"/>
                  <a:pt x="317183" y="3709702"/>
                </a:cubicBezTo>
                <a:cubicBezTo>
                  <a:pt x="318135" y="3709702"/>
                  <a:pt x="318516" y="3709035"/>
                  <a:pt x="318802" y="3707797"/>
                </a:cubicBezTo>
                <a:cubicBezTo>
                  <a:pt x="319088" y="3709035"/>
                  <a:pt x="319469" y="3709702"/>
                  <a:pt x="320421" y="3709702"/>
                </a:cubicBezTo>
                <a:cubicBezTo>
                  <a:pt x="321374" y="3709702"/>
                  <a:pt x="321755" y="3709035"/>
                  <a:pt x="322040" y="3707797"/>
                </a:cubicBezTo>
                <a:cubicBezTo>
                  <a:pt x="322326" y="3709035"/>
                  <a:pt x="322707" y="3709702"/>
                  <a:pt x="323660" y="3709702"/>
                </a:cubicBezTo>
                <a:cubicBezTo>
                  <a:pt x="324612" y="3709702"/>
                  <a:pt x="324993" y="3709035"/>
                  <a:pt x="325279" y="3707797"/>
                </a:cubicBezTo>
                <a:cubicBezTo>
                  <a:pt x="325564" y="3709035"/>
                  <a:pt x="325946" y="3709702"/>
                  <a:pt x="326898" y="3709702"/>
                </a:cubicBezTo>
                <a:cubicBezTo>
                  <a:pt x="327851" y="3709702"/>
                  <a:pt x="328232" y="3709035"/>
                  <a:pt x="328517" y="3707797"/>
                </a:cubicBezTo>
                <a:cubicBezTo>
                  <a:pt x="328803" y="3709035"/>
                  <a:pt x="329184" y="3709702"/>
                  <a:pt x="330137" y="3709702"/>
                </a:cubicBezTo>
                <a:cubicBezTo>
                  <a:pt x="331089" y="3709702"/>
                  <a:pt x="331470" y="3709035"/>
                  <a:pt x="331756" y="3707797"/>
                </a:cubicBezTo>
                <a:cubicBezTo>
                  <a:pt x="332042" y="3709035"/>
                  <a:pt x="332423" y="3709702"/>
                  <a:pt x="333375" y="3709702"/>
                </a:cubicBezTo>
                <a:cubicBezTo>
                  <a:pt x="334328" y="3709702"/>
                  <a:pt x="334709" y="3709035"/>
                  <a:pt x="334994" y="3707797"/>
                </a:cubicBezTo>
                <a:cubicBezTo>
                  <a:pt x="335280" y="3709035"/>
                  <a:pt x="335661" y="3709702"/>
                  <a:pt x="336614" y="3709702"/>
                </a:cubicBezTo>
                <a:cubicBezTo>
                  <a:pt x="337566" y="3709702"/>
                  <a:pt x="337947" y="3709035"/>
                  <a:pt x="338233" y="3707797"/>
                </a:cubicBezTo>
                <a:cubicBezTo>
                  <a:pt x="338519" y="3709035"/>
                  <a:pt x="338900" y="3709702"/>
                  <a:pt x="339852" y="3709702"/>
                </a:cubicBezTo>
                <a:cubicBezTo>
                  <a:pt x="340805" y="3709702"/>
                  <a:pt x="341186" y="3709035"/>
                  <a:pt x="341471" y="3707797"/>
                </a:cubicBezTo>
                <a:cubicBezTo>
                  <a:pt x="341757" y="3709035"/>
                  <a:pt x="342138" y="3709702"/>
                  <a:pt x="343090" y="3709702"/>
                </a:cubicBezTo>
                <a:cubicBezTo>
                  <a:pt x="344043" y="3709702"/>
                  <a:pt x="344424" y="3709035"/>
                  <a:pt x="344710" y="3707702"/>
                </a:cubicBezTo>
                <a:cubicBezTo>
                  <a:pt x="344996" y="3708940"/>
                  <a:pt x="345377" y="3709702"/>
                  <a:pt x="346329" y="3709702"/>
                </a:cubicBezTo>
                <a:cubicBezTo>
                  <a:pt x="347282" y="3709702"/>
                  <a:pt x="347663" y="3709035"/>
                  <a:pt x="347948" y="3707702"/>
                </a:cubicBezTo>
                <a:cubicBezTo>
                  <a:pt x="348234" y="3709035"/>
                  <a:pt x="348615" y="3709702"/>
                  <a:pt x="349568" y="3709702"/>
                </a:cubicBezTo>
                <a:cubicBezTo>
                  <a:pt x="350520" y="3709702"/>
                  <a:pt x="350901" y="3709035"/>
                  <a:pt x="351187" y="3707702"/>
                </a:cubicBezTo>
                <a:cubicBezTo>
                  <a:pt x="351473" y="3709035"/>
                  <a:pt x="351854" y="3709702"/>
                  <a:pt x="352806" y="3709702"/>
                </a:cubicBezTo>
                <a:cubicBezTo>
                  <a:pt x="353759" y="3709702"/>
                  <a:pt x="354235" y="3709035"/>
                  <a:pt x="354425" y="3707702"/>
                </a:cubicBezTo>
                <a:cubicBezTo>
                  <a:pt x="354711" y="3709035"/>
                  <a:pt x="355092" y="3709702"/>
                  <a:pt x="356045" y="3709702"/>
                </a:cubicBezTo>
                <a:cubicBezTo>
                  <a:pt x="356997" y="3709702"/>
                  <a:pt x="357473" y="3708940"/>
                  <a:pt x="357759" y="3707606"/>
                </a:cubicBezTo>
                <a:cubicBezTo>
                  <a:pt x="358045" y="3708940"/>
                  <a:pt x="358426" y="3709702"/>
                  <a:pt x="359474" y="3709702"/>
                </a:cubicBezTo>
                <a:cubicBezTo>
                  <a:pt x="360521" y="3709702"/>
                  <a:pt x="360902" y="3708940"/>
                  <a:pt x="361188" y="3707606"/>
                </a:cubicBezTo>
                <a:cubicBezTo>
                  <a:pt x="361474" y="3708940"/>
                  <a:pt x="361855" y="3709702"/>
                  <a:pt x="362903" y="3709702"/>
                </a:cubicBezTo>
                <a:cubicBezTo>
                  <a:pt x="363950" y="3709702"/>
                  <a:pt x="364331" y="3708940"/>
                  <a:pt x="364522" y="3707606"/>
                </a:cubicBezTo>
                <a:cubicBezTo>
                  <a:pt x="364808" y="3708940"/>
                  <a:pt x="365189" y="3709702"/>
                  <a:pt x="366141" y="3709702"/>
                </a:cubicBezTo>
                <a:cubicBezTo>
                  <a:pt x="367094" y="3709702"/>
                  <a:pt x="367570" y="3708940"/>
                  <a:pt x="367760" y="3707606"/>
                </a:cubicBezTo>
                <a:cubicBezTo>
                  <a:pt x="368046" y="3708940"/>
                  <a:pt x="368427" y="3709702"/>
                  <a:pt x="369380" y="3709702"/>
                </a:cubicBezTo>
                <a:cubicBezTo>
                  <a:pt x="370332" y="3709702"/>
                  <a:pt x="370808" y="3709035"/>
                  <a:pt x="370999" y="3707702"/>
                </a:cubicBezTo>
                <a:cubicBezTo>
                  <a:pt x="371285" y="3709035"/>
                  <a:pt x="371665" y="3709702"/>
                  <a:pt x="372618" y="3709702"/>
                </a:cubicBezTo>
                <a:cubicBezTo>
                  <a:pt x="373571" y="3709702"/>
                  <a:pt x="374047" y="3709035"/>
                  <a:pt x="374237" y="3707702"/>
                </a:cubicBezTo>
                <a:cubicBezTo>
                  <a:pt x="374523" y="3709035"/>
                  <a:pt x="374904" y="3709702"/>
                  <a:pt x="375857" y="3709702"/>
                </a:cubicBezTo>
                <a:cubicBezTo>
                  <a:pt x="376809" y="3709702"/>
                  <a:pt x="377285" y="3708940"/>
                  <a:pt x="377476" y="3707606"/>
                </a:cubicBezTo>
                <a:cubicBezTo>
                  <a:pt x="377762" y="3708940"/>
                  <a:pt x="378143" y="3709702"/>
                  <a:pt x="379095" y="3709702"/>
                </a:cubicBezTo>
                <a:cubicBezTo>
                  <a:pt x="380048" y="3709702"/>
                  <a:pt x="380524" y="3708940"/>
                  <a:pt x="380714" y="3707606"/>
                </a:cubicBezTo>
                <a:cubicBezTo>
                  <a:pt x="381000" y="3708940"/>
                  <a:pt x="381381" y="3709702"/>
                  <a:pt x="382334" y="3709702"/>
                </a:cubicBezTo>
                <a:cubicBezTo>
                  <a:pt x="383286" y="3709702"/>
                  <a:pt x="383762" y="3708940"/>
                  <a:pt x="384048" y="3707606"/>
                </a:cubicBezTo>
                <a:cubicBezTo>
                  <a:pt x="384334" y="3708940"/>
                  <a:pt x="384715" y="3709702"/>
                  <a:pt x="385763" y="3709702"/>
                </a:cubicBezTo>
                <a:cubicBezTo>
                  <a:pt x="386810" y="3709702"/>
                  <a:pt x="387191" y="3708940"/>
                  <a:pt x="387477" y="3707606"/>
                </a:cubicBezTo>
                <a:cubicBezTo>
                  <a:pt x="387763" y="3709035"/>
                  <a:pt x="388144" y="3709702"/>
                  <a:pt x="389192" y="3709702"/>
                </a:cubicBezTo>
                <a:cubicBezTo>
                  <a:pt x="390239" y="3709702"/>
                  <a:pt x="390620" y="3708940"/>
                  <a:pt x="390906" y="3707606"/>
                </a:cubicBezTo>
                <a:cubicBezTo>
                  <a:pt x="391192" y="3709035"/>
                  <a:pt x="391573" y="3709702"/>
                  <a:pt x="392621" y="3709702"/>
                </a:cubicBezTo>
                <a:cubicBezTo>
                  <a:pt x="393668" y="3709702"/>
                  <a:pt x="394049" y="3709035"/>
                  <a:pt x="394240" y="3707702"/>
                </a:cubicBezTo>
                <a:cubicBezTo>
                  <a:pt x="394526" y="3709035"/>
                  <a:pt x="394907" y="3709702"/>
                  <a:pt x="395859" y="3709702"/>
                </a:cubicBezTo>
                <a:cubicBezTo>
                  <a:pt x="396812" y="3709702"/>
                  <a:pt x="397193" y="3709035"/>
                  <a:pt x="397478" y="3707702"/>
                </a:cubicBezTo>
                <a:cubicBezTo>
                  <a:pt x="397764" y="3709035"/>
                  <a:pt x="398145" y="3709702"/>
                  <a:pt x="399098" y="3709702"/>
                </a:cubicBezTo>
                <a:cubicBezTo>
                  <a:pt x="400050" y="3709702"/>
                  <a:pt x="400526" y="3709035"/>
                  <a:pt x="400717" y="3707702"/>
                </a:cubicBezTo>
                <a:cubicBezTo>
                  <a:pt x="401003" y="3709035"/>
                  <a:pt x="401384" y="3709702"/>
                  <a:pt x="402336" y="3709702"/>
                </a:cubicBezTo>
                <a:cubicBezTo>
                  <a:pt x="403289" y="3709702"/>
                  <a:pt x="403765" y="3708940"/>
                  <a:pt x="403955" y="3707606"/>
                </a:cubicBezTo>
                <a:cubicBezTo>
                  <a:pt x="404241" y="3708940"/>
                  <a:pt x="404622" y="3709702"/>
                  <a:pt x="405670" y="3709702"/>
                </a:cubicBezTo>
                <a:cubicBezTo>
                  <a:pt x="406718" y="3709702"/>
                  <a:pt x="407099" y="3708940"/>
                  <a:pt x="407384" y="3707511"/>
                </a:cubicBezTo>
                <a:cubicBezTo>
                  <a:pt x="407670" y="3708940"/>
                  <a:pt x="408051" y="3709702"/>
                  <a:pt x="409099" y="3709702"/>
                </a:cubicBezTo>
                <a:cubicBezTo>
                  <a:pt x="410147" y="3709702"/>
                  <a:pt x="410528" y="3708940"/>
                  <a:pt x="410813" y="3707511"/>
                </a:cubicBezTo>
                <a:cubicBezTo>
                  <a:pt x="411099" y="3708940"/>
                  <a:pt x="411480" y="3709702"/>
                  <a:pt x="412528" y="3709702"/>
                </a:cubicBezTo>
                <a:cubicBezTo>
                  <a:pt x="413576" y="3709702"/>
                  <a:pt x="413957" y="3708940"/>
                  <a:pt x="414242" y="3707511"/>
                </a:cubicBezTo>
                <a:cubicBezTo>
                  <a:pt x="414528" y="3708940"/>
                  <a:pt x="414909" y="3709702"/>
                  <a:pt x="415957" y="3709702"/>
                </a:cubicBezTo>
                <a:cubicBezTo>
                  <a:pt x="417005" y="3709702"/>
                  <a:pt x="417386" y="3708940"/>
                  <a:pt x="417671" y="3707511"/>
                </a:cubicBezTo>
                <a:cubicBezTo>
                  <a:pt x="417957" y="3708940"/>
                  <a:pt x="418338" y="3709702"/>
                  <a:pt x="419386" y="3709702"/>
                </a:cubicBezTo>
                <a:cubicBezTo>
                  <a:pt x="420434" y="3709702"/>
                  <a:pt x="420814" y="3708940"/>
                  <a:pt x="421100" y="3707416"/>
                </a:cubicBezTo>
                <a:cubicBezTo>
                  <a:pt x="421386" y="3708940"/>
                  <a:pt x="421767" y="3709702"/>
                  <a:pt x="422815" y="3709702"/>
                </a:cubicBezTo>
                <a:cubicBezTo>
                  <a:pt x="423863" y="3709702"/>
                  <a:pt x="424244" y="3708845"/>
                  <a:pt x="424529" y="3707321"/>
                </a:cubicBezTo>
                <a:cubicBezTo>
                  <a:pt x="424815" y="3708749"/>
                  <a:pt x="425196" y="3709416"/>
                  <a:pt x="426053" y="3709607"/>
                </a:cubicBezTo>
                <a:cubicBezTo>
                  <a:pt x="427673" y="3711988"/>
                  <a:pt x="430244" y="3713512"/>
                  <a:pt x="433102" y="3713512"/>
                </a:cubicBezTo>
                <a:cubicBezTo>
                  <a:pt x="434150" y="3713512"/>
                  <a:pt x="435293" y="3713321"/>
                  <a:pt x="436340" y="3712845"/>
                </a:cubicBezTo>
                <a:cubicBezTo>
                  <a:pt x="440722" y="3711035"/>
                  <a:pt x="442817" y="3706082"/>
                  <a:pt x="441008" y="3701701"/>
                </a:cubicBezTo>
                <a:cubicBezTo>
                  <a:pt x="439198" y="3697319"/>
                  <a:pt x="434245" y="3695319"/>
                  <a:pt x="429863" y="3697034"/>
                </a:cubicBezTo>
                <a:lnTo>
                  <a:pt x="429863" y="3697034"/>
                </a:lnTo>
                <a:cubicBezTo>
                  <a:pt x="427958" y="3697796"/>
                  <a:pt x="426530" y="3699320"/>
                  <a:pt x="425672" y="3701034"/>
                </a:cubicBezTo>
                <a:cubicBezTo>
                  <a:pt x="425387" y="3700558"/>
                  <a:pt x="425006" y="3700272"/>
                  <a:pt x="424529" y="3700272"/>
                </a:cubicBezTo>
                <a:cubicBezTo>
                  <a:pt x="423482" y="3700272"/>
                  <a:pt x="423101" y="3701129"/>
                  <a:pt x="422815" y="3702653"/>
                </a:cubicBezTo>
                <a:cubicBezTo>
                  <a:pt x="422529" y="3701129"/>
                  <a:pt x="422148" y="3700272"/>
                  <a:pt x="421100" y="3700272"/>
                </a:cubicBezTo>
                <a:cubicBezTo>
                  <a:pt x="420053" y="3700272"/>
                  <a:pt x="419672" y="3701034"/>
                  <a:pt x="419386" y="3702463"/>
                </a:cubicBezTo>
                <a:cubicBezTo>
                  <a:pt x="419100" y="3701034"/>
                  <a:pt x="418719" y="3700272"/>
                  <a:pt x="417671" y="3700272"/>
                </a:cubicBezTo>
                <a:cubicBezTo>
                  <a:pt x="416624" y="3700272"/>
                  <a:pt x="416243" y="3701034"/>
                  <a:pt x="415957" y="3702558"/>
                </a:cubicBezTo>
                <a:cubicBezTo>
                  <a:pt x="415671" y="3701129"/>
                  <a:pt x="415290" y="3700272"/>
                  <a:pt x="414242" y="3700272"/>
                </a:cubicBezTo>
                <a:cubicBezTo>
                  <a:pt x="413195" y="3700272"/>
                  <a:pt x="412814" y="3701034"/>
                  <a:pt x="412528" y="3702463"/>
                </a:cubicBezTo>
                <a:cubicBezTo>
                  <a:pt x="412242" y="3701034"/>
                  <a:pt x="411861" y="3700272"/>
                  <a:pt x="410813" y="3700272"/>
                </a:cubicBezTo>
                <a:cubicBezTo>
                  <a:pt x="409765" y="3700272"/>
                  <a:pt x="409385" y="3701034"/>
                  <a:pt x="409099" y="3702463"/>
                </a:cubicBezTo>
                <a:cubicBezTo>
                  <a:pt x="408813" y="3701034"/>
                  <a:pt x="408432" y="3700272"/>
                  <a:pt x="407384" y="3700272"/>
                </a:cubicBezTo>
                <a:cubicBezTo>
                  <a:pt x="406337" y="3700272"/>
                  <a:pt x="405956" y="3701034"/>
                  <a:pt x="405670" y="3702368"/>
                </a:cubicBezTo>
                <a:cubicBezTo>
                  <a:pt x="405384" y="3700939"/>
                  <a:pt x="405003" y="3700272"/>
                  <a:pt x="403955" y="3700272"/>
                </a:cubicBezTo>
                <a:cubicBezTo>
                  <a:pt x="402908" y="3700272"/>
                  <a:pt x="402527" y="3701034"/>
                  <a:pt x="402336" y="3702272"/>
                </a:cubicBezTo>
                <a:cubicBezTo>
                  <a:pt x="402050" y="3700939"/>
                  <a:pt x="401669" y="3700272"/>
                  <a:pt x="400717" y="3700272"/>
                </a:cubicBezTo>
                <a:cubicBezTo>
                  <a:pt x="399764" y="3700272"/>
                  <a:pt x="399383" y="3700939"/>
                  <a:pt x="399098" y="3702272"/>
                </a:cubicBezTo>
                <a:cubicBezTo>
                  <a:pt x="398812" y="3700939"/>
                  <a:pt x="398431" y="3700272"/>
                  <a:pt x="397478" y="3700272"/>
                </a:cubicBezTo>
                <a:cubicBezTo>
                  <a:pt x="396526" y="3700272"/>
                  <a:pt x="396145" y="3700939"/>
                  <a:pt x="395859" y="3702272"/>
                </a:cubicBezTo>
                <a:cubicBezTo>
                  <a:pt x="395573" y="3700939"/>
                  <a:pt x="395192" y="3700272"/>
                  <a:pt x="394240" y="3700272"/>
                </a:cubicBezTo>
                <a:cubicBezTo>
                  <a:pt x="393287" y="3700272"/>
                  <a:pt x="392811" y="3701034"/>
                  <a:pt x="392621" y="3702368"/>
                </a:cubicBezTo>
                <a:cubicBezTo>
                  <a:pt x="392335" y="3701034"/>
                  <a:pt x="391954" y="3700272"/>
                  <a:pt x="390906" y="3700272"/>
                </a:cubicBezTo>
                <a:cubicBezTo>
                  <a:pt x="389858" y="3700272"/>
                  <a:pt x="389477" y="3701034"/>
                  <a:pt x="389192" y="3702463"/>
                </a:cubicBezTo>
                <a:cubicBezTo>
                  <a:pt x="388906" y="3701034"/>
                  <a:pt x="388525" y="3700272"/>
                  <a:pt x="387477" y="3700272"/>
                </a:cubicBezTo>
                <a:cubicBezTo>
                  <a:pt x="386429" y="3700272"/>
                  <a:pt x="386048" y="3701034"/>
                  <a:pt x="385763" y="3702368"/>
                </a:cubicBezTo>
                <a:cubicBezTo>
                  <a:pt x="385477" y="3700939"/>
                  <a:pt x="385096" y="3700272"/>
                  <a:pt x="384048" y="3700272"/>
                </a:cubicBezTo>
                <a:cubicBezTo>
                  <a:pt x="383000" y="3700272"/>
                  <a:pt x="382619" y="3701034"/>
                  <a:pt x="382334" y="3702368"/>
                </a:cubicBezTo>
                <a:cubicBezTo>
                  <a:pt x="382048" y="3701034"/>
                  <a:pt x="381667" y="3700272"/>
                  <a:pt x="380714" y="3700272"/>
                </a:cubicBezTo>
                <a:cubicBezTo>
                  <a:pt x="379762" y="3700272"/>
                  <a:pt x="379286" y="3701034"/>
                  <a:pt x="379095" y="3702368"/>
                </a:cubicBezTo>
                <a:cubicBezTo>
                  <a:pt x="378809" y="3701034"/>
                  <a:pt x="378428" y="3700272"/>
                  <a:pt x="377476" y="3700272"/>
                </a:cubicBezTo>
                <a:cubicBezTo>
                  <a:pt x="376523" y="3700272"/>
                  <a:pt x="376047" y="3700939"/>
                  <a:pt x="375857" y="3702272"/>
                </a:cubicBezTo>
                <a:cubicBezTo>
                  <a:pt x="375571" y="3700939"/>
                  <a:pt x="375190" y="3700272"/>
                  <a:pt x="374237" y="3700272"/>
                </a:cubicBezTo>
                <a:cubicBezTo>
                  <a:pt x="373285" y="3700272"/>
                  <a:pt x="372809" y="3700939"/>
                  <a:pt x="372618" y="3702272"/>
                </a:cubicBezTo>
                <a:cubicBezTo>
                  <a:pt x="372332" y="3700939"/>
                  <a:pt x="371951" y="3700272"/>
                  <a:pt x="370999" y="3700272"/>
                </a:cubicBezTo>
                <a:cubicBezTo>
                  <a:pt x="370046" y="3700272"/>
                  <a:pt x="369570" y="3701034"/>
                  <a:pt x="369380" y="3702368"/>
                </a:cubicBezTo>
                <a:cubicBezTo>
                  <a:pt x="369094" y="3701034"/>
                  <a:pt x="368713" y="3700272"/>
                  <a:pt x="367760" y="3700272"/>
                </a:cubicBezTo>
                <a:cubicBezTo>
                  <a:pt x="366808" y="3700272"/>
                  <a:pt x="366332" y="3701034"/>
                  <a:pt x="366141" y="3702368"/>
                </a:cubicBezTo>
                <a:cubicBezTo>
                  <a:pt x="365855" y="3701034"/>
                  <a:pt x="365474" y="3700272"/>
                  <a:pt x="364522" y="3700272"/>
                </a:cubicBezTo>
                <a:cubicBezTo>
                  <a:pt x="363569" y="3700272"/>
                  <a:pt x="363093" y="3701034"/>
                  <a:pt x="362807" y="3702368"/>
                </a:cubicBezTo>
                <a:cubicBezTo>
                  <a:pt x="362522" y="3701034"/>
                  <a:pt x="362140" y="3700272"/>
                  <a:pt x="361093" y="3700272"/>
                </a:cubicBezTo>
                <a:cubicBezTo>
                  <a:pt x="360045" y="3700272"/>
                  <a:pt x="359664" y="3701034"/>
                  <a:pt x="359378" y="3702368"/>
                </a:cubicBezTo>
                <a:cubicBezTo>
                  <a:pt x="359093" y="3701034"/>
                  <a:pt x="358712" y="3700272"/>
                  <a:pt x="357664" y="3700272"/>
                </a:cubicBezTo>
                <a:cubicBezTo>
                  <a:pt x="356616" y="3700272"/>
                  <a:pt x="356235" y="3701034"/>
                  <a:pt x="355949" y="3702368"/>
                </a:cubicBezTo>
                <a:cubicBezTo>
                  <a:pt x="355664" y="3701034"/>
                  <a:pt x="355283" y="3700272"/>
                  <a:pt x="354330" y="3700272"/>
                </a:cubicBezTo>
                <a:cubicBezTo>
                  <a:pt x="353378" y="3700272"/>
                  <a:pt x="352901" y="3700939"/>
                  <a:pt x="352711" y="3702272"/>
                </a:cubicBezTo>
                <a:cubicBezTo>
                  <a:pt x="352425" y="3700939"/>
                  <a:pt x="352044" y="3700272"/>
                  <a:pt x="351092" y="3700272"/>
                </a:cubicBezTo>
                <a:cubicBezTo>
                  <a:pt x="350139" y="3700272"/>
                  <a:pt x="349758" y="3700939"/>
                  <a:pt x="349472" y="3702272"/>
                </a:cubicBezTo>
                <a:cubicBezTo>
                  <a:pt x="349187" y="3700939"/>
                  <a:pt x="348806" y="3700272"/>
                  <a:pt x="347853" y="3700272"/>
                </a:cubicBezTo>
                <a:cubicBezTo>
                  <a:pt x="346901" y="3700272"/>
                  <a:pt x="346520" y="3700939"/>
                  <a:pt x="346234" y="3702272"/>
                </a:cubicBezTo>
                <a:cubicBezTo>
                  <a:pt x="345948" y="3701034"/>
                  <a:pt x="345567" y="3700272"/>
                  <a:pt x="344614" y="3700272"/>
                </a:cubicBezTo>
                <a:cubicBezTo>
                  <a:pt x="343662" y="3700272"/>
                  <a:pt x="343281" y="3700939"/>
                  <a:pt x="342995" y="3702177"/>
                </a:cubicBezTo>
                <a:cubicBezTo>
                  <a:pt x="342710" y="3700939"/>
                  <a:pt x="342329" y="3700272"/>
                  <a:pt x="341376" y="3700272"/>
                </a:cubicBezTo>
                <a:cubicBezTo>
                  <a:pt x="340424" y="3700272"/>
                  <a:pt x="340043" y="3700939"/>
                  <a:pt x="339757" y="3702177"/>
                </a:cubicBezTo>
                <a:cubicBezTo>
                  <a:pt x="339471" y="3700939"/>
                  <a:pt x="339090" y="3700272"/>
                  <a:pt x="338138" y="3700272"/>
                </a:cubicBezTo>
                <a:cubicBezTo>
                  <a:pt x="337185" y="3700272"/>
                  <a:pt x="336804" y="3700939"/>
                  <a:pt x="336518" y="3702177"/>
                </a:cubicBezTo>
                <a:cubicBezTo>
                  <a:pt x="336233" y="3700939"/>
                  <a:pt x="335852" y="3700272"/>
                  <a:pt x="334899" y="3700272"/>
                </a:cubicBezTo>
                <a:cubicBezTo>
                  <a:pt x="333947" y="3700272"/>
                  <a:pt x="333565" y="3700939"/>
                  <a:pt x="333280" y="3702177"/>
                </a:cubicBezTo>
                <a:cubicBezTo>
                  <a:pt x="332994" y="3700939"/>
                  <a:pt x="332613" y="3700272"/>
                  <a:pt x="331661" y="3700272"/>
                </a:cubicBezTo>
                <a:cubicBezTo>
                  <a:pt x="330708" y="3700272"/>
                  <a:pt x="330327" y="3700939"/>
                  <a:pt x="330041" y="3702177"/>
                </a:cubicBezTo>
                <a:cubicBezTo>
                  <a:pt x="329756" y="3700939"/>
                  <a:pt x="329375" y="3700272"/>
                  <a:pt x="328422" y="3700272"/>
                </a:cubicBezTo>
                <a:cubicBezTo>
                  <a:pt x="327470" y="3700272"/>
                  <a:pt x="327089" y="3700939"/>
                  <a:pt x="326803" y="3702177"/>
                </a:cubicBezTo>
                <a:cubicBezTo>
                  <a:pt x="326517" y="3700939"/>
                  <a:pt x="326136" y="3700272"/>
                  <a:pt x="325184" y="3700272"/>
                </a:cubicBezTo>
                <a:cubicBezTo>
                  <a:pt x="324231" y="3700272"/>
                  <a:pt x="323850" y="3700939"/>
                  <a:pt x="323564" y="3702177"/>
                </a:cubicBezTo>
                <a:cubicBezTo>
                  <a:pt x="323279" y="3700939"/>
                  <a:pt x="322898" y="3700272"/>
                  <a:pt x="321945" y="3700272"/>
                </a:cubicBezTo>
                <a:cubicBezTo>
                  <a:pt x="320993" y="3700272"/>
                  <a:pt x="320612" y="3700939"/>
                  <a:pt x="320326" y="3702177"/>
                </a:cubicBezTo>
                <a:cubicBezTo>
                  <a:pt x="320040" y="3700939"/>
                  <a:pt x="319659" y="3700272"/>
                  <a:pt x="318707" y="3700272"/>
                </a:cubicBezTo>
                <a:cubicBezTo>
                  <a:pt x="317754" y="3700272"/>
                  <a:pt x="317373" y="3700939"/>
                  <a:pt x="317087" y="3702177"/>
                </a:cubicBezTo>
                <a:cubicBezTo>
                  <a:pt x="316802" y="3700939"/>
                  <a:pt x="316421" y="3700272"/>
                  <a:pt x="315468" y="3700272"/>
                </a:cubicBezTo>
                <a:cubicBezTo>
                  <a:pt x="314515" y="3700272"/>
                  <a:pt x="314135" y="3700939"/>
                  <a:pt x="313849" y="3702177"/>
                </a:cubicBezTo>
                <a:cubicBezTo>
                  <a:pt x="313563" y="3700939"/>
                  <a:pt x="313182" y="3700272"/>
                  <a:pt x="312230" y="3700272"/>
                </a:cubicBezTo>
                <a:cubicBezTo>
                  <a:pt x="311277" y="3700272"/>
                  <a:pt x="310896" y="3700939"/>
                  <a:pt x="310610" y="3702177"/>
                </a:cubicBezTo>
                <a:cubicBezTo>
                  <a:pt x="310610" y="3702082"/>
                  <a:pt x="310610" y="3701892"/>
                  <a:pt x="310610" y="3701796"/>
                </a:cubicBezTo>
                <a:cubicBezTo>
                  <a:pt x="310610" y="3701605"/>
                  <a:pt x="310420" y="3701510"/>
                  <a:pt x="310325" y="3701320"/>
                </a:cubicBezTo>
                <a:cubicBezTo>
                  <a:pt x="310229" y="3701034"/>
                  <a:pt x="310039" y="3700844"/>
                  <a:pt x="309848" y="3700653"/>
                </a:cubicBezTo>
                <a:cubicBezTo>
                  <a:pt x="307753" y="3697129"/>
                  <a:pt x="303371" y="3695510"/>
                  <a:pt x="299466" y="3697034"/>
                </a:cubicBezTo>
                <a:lnTo>
                  <a:pt x="299466" y="3697034"/>
                </a:lnTo>
                <a:cubicBezTo>
                  <a:pt x="295085" y="3698843"/>
                  <a:pt x="292989" y="3703796"/>
                  <a:pt x="294799" y="3708178"/>
                </a:cubicBezTo>
                <a:cubicBezTo>
                  <a:pt x="295847" y="3710654"/>
                  <a:pt x="297942" y="3712464"/>
                  <a:pt x="300323" y="3713131"/>
                </a:cubicBezTo>
                <a:lnTo>
                  <a:pt x="300323" y="3767995"/>
                </a:lnTo>
                <a:lnTo>
                  <a:pt x="333851" y="3799046"/>
                </a:lnTo>
                <a:lnTo>
                  <a:pt x="398526" y="3799046"/>
                </a:lnTo>
                <a:cubicBezTo>
                  <a:pt x="398621" y="3799523"/>
                  <a:pt x="398526" y="3800189"/>
                  <a:pt x="398812" y="3800761"/>
                </a:cubicBezTo>
                <a:cubicBezTo>
                  <a:pt x="399955" y="3803904"/>
                  <a:pt x="402241" y="3806476"/>
                  <a:pt x="405289" y="3808000"/>
                </a:cubicBezTo>
                <a:cubicBezTo>
                  <a:pt x="407003" y="3808857"/>
                  <a:pt x="408908" y="3809238"/>
                  <a:pt x="410813" y="3809238"/>
                </a:cubicBezTo>
                <a:cubicBezTo>
                  <a:pt x="412242" y="3809238"/>
                  <a:pt x="413671" y="3808952"/>
                  <a:pt x="415004" y="3808476"/>
                </a:cubicBezTo>
                <a:cubicBezTo>
                  <a:pt x="418148" y="3807333"/>
                  <a:pt x="420719" y="3805047"/>
                  <a:pt x="422243" y="3801999"/>
                </a:cubicBezTo>
                <a:cubicBezTo>
                  <a:pt x="423672" y="3798951"/>
                  <a:pt x="423863" y="3795522"/>
                  <a:pt x="422815" y="3792379"/>
                </a:cubicBezTo>
                <a:cubicBezTo>
                  <a:pt x="421672" y="3789236"/>
                  <a:pt x="419386" y="3786664"/>
                  <a:pt x="416338" y="3785140"/>
                </a:cubicBezTo>
                <a:cubicBezTo>
                  <a:pt x="413290" y="3783711"/>
                  <a:pt x="409861" y="3783521"/>
                  <a:pt x="406718" y="3784568"/>
                </a:cubicBezTo>
                <a:cubicBezTo>
                  <a:pt x="403574" y="3785711"/>
                  <a:pt x="401003" y="3787997"/>
                  <a:pt x="399479" y="3791045"/>
                </a:cubicBezTo>
                <a:cubicBezTo>
                  <a:pt x="399002" y="3791998"/>
                  <a:pt x="398907" y="3793141"/>
                  <a:pt x="398717" y="3794188"/>
                </a:cubicBezTo>
                <a:lnTo>
                  <a:pt x="335947" y="3794188"/>
                </a:lnTo>
                <a:cubicBezTo>
                  <a:pt x="335947" y="3794188"/>
                  <a:pt x="305276" y="3765899"/>
                  <a:pt x="305276" y="3765899"/>
                </a:cubicBezTo>
                <a:lnTo>
                  <a:pt x="305276" y="3713036"/>
                </a:lnTo>
                <a:cubicBezTo>
                  <a:pt x="305276" y="3713036"/>
                  <a:pt x="305848" y="3713036"/>
                  <a:pt x="306134" y="3712845"/>
                </a:cubicBezTo>
                <a:close/>
                <a:moveTo>
                  <a:pt x="431006" y="3699224"/>
                </a:moveTo>
                <a:cubicBezTo>
                  <a:pt x="434150" y="3697986"/>
                  <a:pt x="437769" y="3699510"/>
                  <a:pt x="439007" y="3702558"/>
                </a:cubicBezTo>
                <a:cubicBezTo>
                  <a:pt x="440246" y="3705701"/>
                  <a:pt x="438817" y="3709321"/>
                  <a:pt x="435674" y="3710559"/>
                </a:cubicBezTo>
                <a:cubicBezTo>
                  <a:pt x="432530" y="3711893"/>
                  <a:pt x="428911" y="3710369"/>
                  <a:pt x="427673" y="3707225"/>
                </a:cubicBezTo>
                <a:cubicBezTo>
                  <a:pt x="426434" y="3704082"/>
                  <a:pt x="427863" y="3700463"/>
                  <a:pt x="431006" y="3699224"/>
                </a:cubicBezTo>
                <a:close/>
                <a:moveTo>
                  <a:pt x="408146" y="3789045"/>
                </a:moveTo>
                <a:cubicBezTo>
                  <a:pt x="409004" y="3788759"/>
                  <a:pt x="409861" y="3788569"/>
                  <a:pt x="410718" y="3788569"/>
                </a:cubicBezTo>
                <a:cubicBezTo>
                  <a:pt x="413957" y="3788569"/>
                  <a:pt x="417005" y="3790569"/>
                  <a:pt x="418148" y="3793808"/>
                </a:cubicBezTo>
                <a:cubicBezTo>
                  <a:pt x="418814" y="3795808"/>
                  <a:pt x="418719" y="3797903"/>
                  <a:pt x="417767" y="3799809"/>
                </a:cubicBezTo>
                <a:cubicBezTo>
                  <a:pt x="416814" y="3801713"/>
                  <a:pt x="415290" y="3803142"/>
                  <a:pt x="413290" y="3803809"/>
                </a:cubicBezTo>
                <a:cubicBezTo>
                  <a:pt x="409194" y="3805238"/>
                  <a:pt x="404717" y="3803047"/>
                  <a:pt x="403289" y="3798951"/>
                </a:cubicBezTo>
                <a:cubicBezTo>
                  <a:pt x="401860" y="3794855"/>
                  <a:pt x="404051" y="3790379"/>
                  <a:pt x="408146" y="3788950"/>
                </a:cubicBezTo>
                <a:close/>
                <a:moveTo>
                  <a:pt x="305086" y="3710654"/>
                </a:moveTo>
                <a:cubicBezTo>
                  <a:pt x="301943" y="3711988"/>
                  <a:pt x="298323" y="3710464"/>
                  <a:pt x="297085" y="3707321"/>
                </a:cubicBezTo>
                <a:cubicBezTo>
                  <a:pt x="295847" y="3704177"/>
                  <a:pt x="297275" y="3700558"/>
                  <a:pt x="300419" y="3699320"/>
                </a:cubicBezTo>
                <a:cubicBezTo>
                  <a:pt x="303467" y="3698081"/>
                  <a:pt x="306896" y="3699510"/>
                  <a:pt x="308229" y="3702463"/>
                </a:cubicBezTo>
                <a:cubicBezTo>
                  <a:pt x="308420" y="3702939"/>
                  <a:pt x="308515" y="3704273"/>
                  <a:pt x="308610" y="3705130"/>
                </a:cubicBezTo>
                <a:cubicBezTo>
                  <a:pt x="308610" y="3705320"/>
                  <a:pt x="308610" y="3705511"/>
                  <a:pt x="308610" y="3705701"/>
                </a:cubicBezTo>
                <a:cubicBezTo>
                  <a:pt x="308324" y="3707892"/>
                  <a:pt x="307086" y="3709797"/>
                  <a:pt x="304895" y="3710750"/>
                </a:cubicBezTo>
                <a:close/>
                <a:moveTo>
                  <a:pt x="474536" y="3583210"/>
                </a:moveTo>
                <a:lnTo>
                  <a:pt x="495300" y="3583210"/>
                </a:lnTo>
                <a:cubicBezTo>
                  <a:pt x="495300" y="3583210"/>
                  <a:pt x="495300" y="3587877"/>
                  <a:pt x="495300" y="3587877"/>
                </a:cubicBezTo>
                <a:lnTo>
                  <a:pt x="474536" y="3587877"/>
                </a:lnTo>
                <a:cubicBezTo>
                  <a:pt x="474536" y="3587877"/>
                  <a:pt x="474536" y="3583210"/>
                  <a:pt x="474536" y="3583210"/>
                </a:cubicBezTo>
                <a:close/>
                <a:moveTo>
                  <a:pt x="269653" y="4012883"/>
                </a:moveTo>
                <a:cubicBezTo>
                  <a:pt x="267367" y="4006310"/>
                  <a:pt x="260128" y="4002881"/>
                  <a:pt x="253556" y="4005072"/>
                </a:cubicBezTo>
                <a:cubicBezTo>
                  <a:pt x="246983" y="4007358"/>
                  <a:pt x="243459" y="4014597"/>
                  <a:pt x="245840" y="4021169"/>
                </a:cubicBezTo>
                <a:cubicBezTo>
                  <a:pt x="246983" y="4024408"/>
                  <a:pt x="249269" y="4026884"/>
                  <a:pt x="252317" y="4028409"/>
                </a:cubicBezTo>
                <a:cubicBezTo>
                  <a:pt x="254032" y="4029266"/>
                  <a:pt x="255937" y="4029647"/>
                  <a:pt x="257842" y="4029647"/>
                </a:cubicBezTo>
                <a:cubicBezTo>
                  <a:pt x="259270" y="4029647"/>
                  <a:pt x="260699" y="4029456"/>
                  <a:pt x="262033" y="4028980"/>
                </a:cubicBezTo>
                <a:lnTo>
                  <a:pt x="262033" y="4028980"/>
                </a:lnTo>
                <a:cubicBezTo>
                  <a:pt x="262604" y="4028789"/>
                  <a:pt x="263081" y="4028504"/>
                  <a:pt x="263652" y="4028218"/>
                </a:cubicBezTo>
                <a:lnTo>
                  <a:pt x="386906" y="4171569"/>
                </a:lnTo>
                <a:lnTo>
                  <a:pt x="387096" y="4309872"/>
                </a:lnTo>
                <a:lnTo>
                  <a:pt x="383191" y="4309872"/>
                </a:lnTo>
                <a:cubicBezTo>
                  <a:pt x="379476" y="4309872"/>
                  <a:pt x="376333" y="4312920"/>
                  <a:pt x="376333" y="4316635"/>
                </a:cubicBezTo>
                <a:lnTo>
                  <a:pt x="376333" y="4329303"/>
                </a:lnTo>
                <a:cubicBezTo>
                  <a:pt x="376333" y="4333018"/>
                  <a:pt x="379381" y="4336066"/>
                  <a:pt x="383191" y="4336066"/>
                </a:cubicBezTo>
                <a:lnTo>
                  <a:pt x="395859" y="4336066"/>
                </a:lnTo>
                <a:cubicBezTo>
                  <a:pt x="399574" y="4336066"/>
                  <a:pt x="402717" y="4333018"/>
                  <a:pt x="402717" y="4329303"/>
                </a:cubicBezTo>
                <a:lnTo>
                  <a:pt x="402717" y="4316635"/>
                </a:lnTo>
                <a:cubicBezTo>
                  <a:pt x="402717" y="4312920"/>
                  <a:pt x="399669" y="4309872"/>
                  <a:pt x="395859" y="4309872"/>
                </a:cubicBezTo>
                <a:lnTo>
                  <a:pt x="391859" y="4309872"/>
                </a:lnTo>
                <a:lnTo>
                  <a:pt x="391668" y="4169759"/>
                </a:lnTo>
                <a:lnTo>
                  <a:pt x="267367" y="4025170"/>
                </a:lnTo>
                <a:cubicBezTo>
                  <a:pt x="270224" y="4021836"/>
                  <a:pt x="271272" y="4017169"/>
                  <a:pt x="269748" y="4012787"/>
                </a:cubicBezTo>
                <a:close/>
                <a:moveTo>
                  <a:pt x="260318" y="4024503"/>
                </a:moveTo>
                <a:cubicBezTo>
                  <a:pt x="256223" y="4025932"/>
                  <a:pt x="251746" y="4023741"/>
                  <a:pt x="250317" y="4019645"/>
                </a:cubicBezTo>
                <a:cubicBezTo>
                  <a:pt x="248888" y="4015550"/>
                  <a:pt x="251079" y="4011073"/>
                  <a:pt x="255175" y="4009644"/>
                </a:cubicBezTo>
                <a:cubicBezTo>
                  <a:pt x="256032" y="4009359"/>
                  <a:pt x="256889" y="4009168"/>
                  <a:pt x="257747" y="4009168"/>
                </a:cubicBezTo>
                <a:cubicBezTo>
                  <a:pt x="260985" y="4009168"/>
                  <a:pt x="264033" y="4011168"/>
                  <a:pt x="265176" y="4014407"/>
                </a:cubicBezTo>
                <a:cubicBezTo>
                  <a:pt x="266605" y="4018502"/>
                  <a:pt x="264414" y="4022979"/>
                  <a:pt x="260318" y="4024408"/>
                </a:cubicBezTo>
                <a:close/>
                <a:moveTo>
                  <a:pt x="395669" y="4314635"/>
                </a:moveTo>
                <a:cubicBezTo>
                  <a:pt x="396812" y="4314635"/>
                  <a:pt x="397764" y="4315587"/>
                  <a:pt x="397764" y="4316635"/>
                </a:cubicBezTo>
                <a:lnTo>
                  <a:pt x="397764" y="4329303"/>
                </a:lnTo>
                <a:cubicBezTo>
                  <a:pt x="397764" y="4330446"/>
                  <a:pt x="396812" y="4331304"/>
                  <a:pt x="395669" y="4331304"/>
                </a:cubicBezTo>
                <a:lnTo>
                  <a:pt x="383000" y="4331304"/>
                </a:lnTo>
                <a:cubicBezTo>
                  <a:pt x="381857" y="4331304"/>
                  <a:pt x="380905" y="4330351"/>
                  <a:pt x="380905" y="4329303"/>
                </a:cubicBezTo>
                <a:lnTo>
                  <a:pt x="380905" y="4316635"/>
                </a:lnTo>
                <a:cubicBezTo>
                  <a:pt x="380905" y="4315492"/>
                  <a:pt x="381857" y="4314635"/>
                  <a:pt x="383000" y="4314635"/>
                </a:cubicBezTo>
                <a:lnTo>
                  <a:pt x="395669" y="4314635"/>
                </a:lnTo>
                <a:close/>
                <a:moveTo>
                  <a:pt x="1161764" y="2158079"/>
                </a:moveTo>
                <a:cubicBezTo>
                  <a:pt x="1157478" y="2158079"/>
                  <a:pt x="1154049" y="2161604"/>
                  <a:pt x="1154049" y="2165795"/>
                </a:cubicBezTo>
                <a:cubicBezTo>
                  <a:pt x="1154049" y="2169986"/>
                  <a:pt x="1157573" y="2173510"/>
                  <a:pt x="1161764" y="2173510"/>
                </a:cubicBezTo>
                <a:cubicBezTo>
                  <a:pt x="1165955" y="2173510"/>
                  <a:pt x="1169575" y="2169986"/>
                  <a:pt x="1169575" y="2165795"/>
                </a:cubicBezTo>
                <a:cubicBezTo>
                  <a:pt x="1169575" y="2161604"/>
                  <a:pt x="1166051" y="2158079"/>
                  <a:pt x="1161764" y="2158079"/>
                </a:cubicBezTo>
                <a:close/>
                <a:moveTo>
                  <a:pt x="1161764" y="2171224"/>
                </a:moveTo>
                <a:cubicBezTo>
                  <a:pt x="1158812" y="2171224"/>
                  <a:pt x="1156430" y="2168843"/>
                  <a:pt x="1156430" y="2165890"/>
                </a:cubicBezTo>
                <a:cubicBezTo>
                  <a:pt x="1156430" y="2162937"/>
                  <a:pt x="1158812" y="2160556"/>
                  <a:pt x="1161764" y="2160556"/>
                </a:cubicBezTo>
                <a:cubicBezTo>
                  <a:pt x="1164717" y="2160556"/>
                  <a:pt x="1167194" y="2162937"/>
                  <a:pt x="1167194" y="2165890"/>
                </a:cubicBezTo>
                <a:cubicBezTo>
                  <a:pt x="1167194" y="2168843"/>
                  <a:pt x="1164812" y="2171224"/>
                  <a:pt x="1161764" y="2171224"/>
                </a:cubicBezTo>
                <a:close/>
                <a:moveTo>
                  <a:pt x="391668" y="3583496"/>
                </a:moveTo>
                <a:lnTo>
                  <a:pt x="412433" y="3583496"/>
                </a:lnTo>
                <a:cubicBezTo>
                  <a:pt x="412433" y="3583496"/>
                  <a:pt x="412433" y="3588163"/>
                  <a:pt x="412433" y="3588163"/>
                </a:cubicBezTo>
                <a:lnTo>
                  <a:pt x="391668" y="3588163"/>
                </a:lnTo>
                <a:cubicBezTo>
                  <a:pt x="391668" y="3588163"/>
                  <a:pt x="391668" y="3583496"/>
                  <a:pt x="391668" y="3583496"/>
                </a:cubicBezTo>
                <a:close/>
                <a:moveTo>
                  <a:pt x="433102" y="3583400"/>
                </a:moveTo>
                <a:lnTo>
                  <a:pt x="453866" y="3583400"/>
                </a:lnTo>
                <a:cubicBezTo>
                  <a:pt x="453866" y="3583400"/>
                  <a:pt x="453866" y="3588068"/>
                  <a:pt x="453866" y="3588068"/>
                </a:cubicBezTo>
                <a:lnTo>
                  <a:pt x="433102" y="3588068"/>
                </a:lnTo>
                <a:cubicBezTo>
                  <a:pt x="433102" y="3588068"/>
                  <a:pt x="433102" y="3583400"/>
                  <a:pt x="433102" y="3583400"/>
                </a:cubicBezTo>
                <a:close/>
                <a:moveTo>
                  <a:pt x="2555272" y="667893"/>
                </a:moveTo>
                <a:cubicBezTo>
                  <a:pt x="2556701" y="661035"/>
                  <a:pt x="2563368" y="656558"/>
                  <a:pt x="2570321" y="657892"/>
                </a:cubicBezTo>
                <a:cubicBezTo>
                  <a:pt x="2577179" y="659321"/>
                  <a:pt x="2581656" y="665988"/>
                  <a:pt x="2580323" y="672941"/>
                </a:cubicBezTo>
                <a:cubicBezTo>
                  <a:pt x="2578989" y="679895"/>
                  <a:pt x="2572226" y="684276"/>
                  <a:pt x="2565273" y="682943"/>
                </a:cubicBezTo>
                <a:cubicBezTo>
                  <a:pt x="2558320" y="681609"/>
                  <a:pt x="2553938" y="674846"/>
                  <a:pt x="2555272" y="667893"/>
                </a:cubicBezTo>
                <a:close/>
                <a:moveTo>
                  <a:pt x="1031939" y="1898332"/>
                </a:moveTo>
                <a:cubicBezTo>
                  <a:pt x="1031939" y="1891379"/>
                  <a:pt x="1037558" y="1885664"/>
                  <a:pt x="1044607" y="1885664"/>
                </a:cubicBezTo>
                <a:cubicBezTo>
                  <a:pt x="1051655" y="1885664"/>
                  <a:pt x="1057275" y="1891284"/>
                  <a:pt x="1057275" y="1898332"/>
                </a:cubicBezTo>
                <a:cubicBezTo>
                  <a:pt x="1057275" y="1905381"/>
                  <a:pt x="1051655" y="1911001"/>
                  <a:pt x="1044607" y="1911001"/>
                </a:cubicBezTo>
                <a:cubicBezTo>
                  <a:pt x="1037558" y="1911001"/>
                  <a:pt x="1031939" y="1905381"/>
                  <a:pt x="1031939" y="1898332"/>
                </a:cubicBezTo>
                <a:close/>
                <a:moveTo>
                  <a:pt x="11144" y="2798255"/>
                </a:moveTo>
                <a:cubicBezTo>
                  <a:pt x="12573" y="2791397"/>
                  <a:pt x="19241" y="2786920"/>
                  <a:pt x="26194" y="2788253"/>
                </a:cubicBezTo>
                <a:cubicBezTo>
                  <a:pt x="33052" y="2789682"/>
                  <a:pt x="37529" y="2796350"/>
                  <a:pt x="36195" y="2803303"/>
                </a:cubicBezTo>
                <a:cubicBezTo>
                  <a:pt x="34766" y="2810161"/>
                  <a:pt x="28099" y="2814638"/>
                  <a:pt x="21146" y="2813304"/>
                </a:cubicBezTo>
                <a:cubicBezTo>
                  <a:pt x="14192" y="2811971"/>
                  <a:pt x="9811" y="2805208"/>
                  <a:pt x="11144" y="2798255"/>
                </a:cubicBezTo>
                <a:close/>
                <a:moveTo>
                  <a:pt x="68104" y="2734628"/>
                </a:moveTo>
                <a:cubicBezTo>
                  <a:pt x="72390" y="2740247"/>
                  <a:pt x="71247" y="2748248"/>
                  <a:pt x="65627" y="2752535"/>
                </a:cubicBezTo>
                <a:cubicBezTo>
                  <a:pt x="60008" y="2756821"/>
                  <a:pt x="52007" y="2755678"/>
                  <a:pt x="47720" y="2750058"/>
                </a:cubicBezTo>
                <a:cubicBezTo>
                  <a:pt x="43434" y="2744438"/>
                  <a:pt x="44577" y="2736437"/>
                  <a:pt x="50197" y="2732151"/>
                </a:cubicBezTo>
                <a:cubicBezTo>
                  <a:pt x="55817" y="2727865"/>
                  <a:pt x="63818" y="2729008"/>
                  <a:pt x="68104" y="2734628"/>
                </a:cubicBezTo>
                <a:close/>
                <a:moveTo>
                  <a:pt x="761238" y="2277999"/>
                </a:moveTo>
                <a:lnTo>
                  <a:pt x="762381" y="2276856"/>
                </a:lnTo>
                <a:lnTo>
                  <a:pt x="762381" y="2275237"/>
                </a:lnTo>
                <a:cubicBezTo>
                  <a:pt x="762381" y="2275237"/>
                  <a:pt x="764000" y="2275237"/>
                  <a:pt x="764000" y="2275237"/>
                </a:cubicBezTo>
                <a:lnTo>
                  <a:pt x="766191" y="2272951"/>
                </a:lnTo>
                <a:lnTo>
                  <a:pt x="769620" y="2276285"/>
                </a:lnTo>
                <a:cubicBezTo>
                  <a:pt x="770668" y="2277332"/>
                  <a:pt x="770954" y="2278856"/>
                  <a:pt x="770477" y="2280190"/>
                </a:cubicBezTo>
                <a:cubicBezTo>
                  <a:pt x="769906" y="2281523"/>
                  <a:pt x="768668" y="2282381"/>
                  <a:pt x="767144" y="2282476"/>
                </a:cubicBezTo>
                <a:lnTo>
                  <a:pt x="762381" y="2282476"/>
                </a:lnTo>
                <a:cubicBezTo>
                  <a:pt x="762381" y="2282476"/>
                  <a:pt x="762381" y="2279237"/>
                  <a:pt x="762381" y="2279237"/>
                </a:cubicBezTo>
                <a:lnTo>
                  <a:pt x="761238" y="2278094"/>
                </a:lnTo>
                <a:close/>
                <a:moveTo>
                  <a:pt x="1058323" y="1771460"/>
                </a:moveTo>
                <a:cubicBezTo>
                  <a:pt x="1058323" y="1778413"/>
                  <a:pt x="1052703" y="1784128"/>
                  <a:pt x="1045654" y="1784128"/>
                </a:cubicBezTo>
                <a:cubicBezTo>
                  <a:pt x="1038606" y="1784128"/>
                  <a:pt x="1032986" y="1778508"/>
                  <a:pt x="1032986" y="1771460"/>
                </a:cubicBezTo>
                <a:cubicBezTo>
                  <a:pt x="1032986" y="1764411"/>
                  <a:pt x="1038606" y="1758791"/>
                  <a:pt x="1045654" y="1758791"/>
                </a:cubicBezTo>
                <a:cubicBezTo>
                  <a:pt x="1052703" y="1758791"/>
                  <a:pt x="1058323" y="1764411"/>
                  <a:pt x="1058323" y="1771460"/>
                </a:cubicBezTo>
                <a:close/>
                <a:moveTo>
                  <a:pt x="1181386" y="1898332"/>
                </a:moveTo>
                <a:cubicBezTo>
                  <a:pt x="1181386" y="1891379"/>
                  <a:pt x="1187006" y="1885664"/>
                  <a:pt x="1194054" y="1885664"/>
                </a:cubicBezTo>
                <a:cubicBezTo>
                  <a:pt x="1201103" y="1885664"/>
                  <a:pt x="1206722" y="1891284"/>
                  <a:pt x="1206722" y="1898332"/>
                </a:cubicBezTo>
                <a:cubicBezTo>
                  <a:pt x="1206722" y="1905381"/>
                  <a:pt x="1201103" y="1911001"/>
                  <a:pt x="1194054" y="1911001"/>
                </a:cubicBezTo>
                <a:cubicBezTo>
                  <a:pt x="1187006" y="1911001"/>
                  <a:pt x="1181386" y="1905381"/>
                  <a:pt x="1181386" y="1898332"/>
                </a:cubicBezTo>
                <a:close/>
                <a:moveTo>
                  <a:pt x="68390" y="2770156"/>
                </a:moveTo>
                <a:cubicBezTo>
                  <a:pt x="72676" y="2775776"/>
                  <a:pt x="71533" y="2783777"/>
                  <a:pt x="65913" y="2788063"/>
                </a:cubicBezTo>
                <a:cubicBezTo>
                  <a:pt x="60293" y="2792349"/>
                  <a:pt x="52292" y="2791206"/>
                  <a:pt x="48006" y="2785586"/>
                </a:cubicBezTo>
                <a:cubicBezTo>
                  <a:pt x="43720" y="2779967"/>
                  <a:pt x="44863" y="2771966"/>
                  <a:pt x="50483" y="2767679"/>
                </a:cubicBezTo>
                <a:cubicBezTo>
                  <a:pt x="56102" y="2763393"/>
                  <a:pt x="64103" y="2764536"/>
                  <a:pt x="68390" y="2770156"/>
                </a:cubicBezTo>
                <a:close/>
                <a:moveTo>
                  <a:pt x="1607820" y="1779556"/>
                </a:moveTo>
                <a:lnTo>
                  <a:pt x="1591437" y="1798130"/>
                </a:lnTo>
                <a:lnTo>
                  <a:pt x="1591437" y="1839754"/>
                </a:lnTo>
                <a:cubicBezTo>
                  <a:pt x="1591437" y="1839754"/>
                  <a:pt x="1570958" y="1861947"/>
                  <a:pt x="1570958" y="1861947"/>
                </a:cubicBezTo>
                <a:lnTo>
                  <a:pt x="1548098" y="1862138"/>
                </a:lnTo>
                <a:cubicBezTo>
                  <a:pt x="1547432" y="1863662"/>
                  <a:pt x="1546193" y="1864995"/>
                  <a:pt x="1544479" y="1865567"/>
                </a:cubicBezTo>
                <a:cubicBezTo>
                  <a:pt x="1541240" y="1866614"/>
                  <a:pt x="1537811" y="1864900"/>
                  <a:pt x="1536668" y="1861757"/>
                </a:cubicBezTo>
                <a:cubicBezTo>
                  <a:pt x="1535621" y="1858518"/>
                  <a:pt x="1537335" y="1855089"/>
                  <a:pt x="1540478" y="1853946"/>
                </a:cubicBezTo>
                <a:cubicBezTo>
                  <a:pt x="1543526" y="1852898"/>
                  <a:pt x="1546765" y="1854422"/>
                  <a:pt x="1548003" y="1857375"/>
                </a:cubicBezTo>
                <a:lnTo>
                  <a:pt x="1568863" y="1857185"/>
                </a:lnTo>
                <a:lnTo>
                  <a:pt x="1586770" y="1837849"/>
                </a:lnTo>
                <a:lnTo>
                  <a:pt x="1586770" y="1796320"/>
                </a:lnTo>
                <a:cubicBezTo>
                  <a:pt x="1586770" y="1796320"/>
                  <a:pt x="1605629" y="1774793"/>
                  <a:pt x="1605629" y="1774793"/>
                </a:cubicBezTo>
                <a:lnTo>
                  <a:pt x="1675162" y="1774317"/>
                </a:lnTo>
                <a:cubicBezTo>
                  <a:pt x="1675828" y="1772793"/>
                  <a:pt x="1677067" y="1771460"/>
                  <a:pt x="1678781" y="1770888"/>
                </a:cubicBezTo>
                <a:cubicBezTo>
                  <a:pt x="1682020" y="1769840"/>
                  <a:pt x="1685449" y="1771555"/>
                  <a:pt x="1686592" y="1774698"/>
                </a:cubicBezTo>
                <a:cubicBezTo>
                  <a:pt x="1687640" y="1777937"/>
                  <a:pt x="1685925" y="1781366"/>
                  <a:pt x="1682782" y="1782509"/>
                </a:cubicBezTo>
                <a:cubicBezTo>
                  <a:pt x="1679734" y="1783556"/>
                  <a:pt x="1676495" y="1782032"/>
                  <a:pt x="1675257" y="1779080"/>
                </a:cubicBezTo>
                <a:lnTo>
                  <a:pt x="1607820" y="1779556"/>
                </a:lnTo>
                <a:close/>
                <a:moveTo>
                  <a:pt x="1576197" y="1965389"/>
                </a:moveTo>
                <a:lnTo>
                  <a:pt x="1576197" y="1970151"/>
                </a:lnTo>
                <a:lnTo>
                  <a:pt x="1566672" y="1970151"/>
                </a:lnTo>
                <a:lnTo>
                  <a:pt x="1566672" y="1965389"/>
                </a:lnTo>
                <a:lnTo>
                  <a:pt x="1576197" y="1965389"/>
                </a:lnTo>
                <a:close/>
                <a:moveTo>
                  <a:pt x="1557147" y="1965389"/>
                </a:moveTo>
                <a:lnTo>
                  <a:pt x="1557147" y="1970151"/>
                </a:lnTo>
                <a:lnTo>
                  <a:pt x="1547622" y="1970151"/>
                </a:lnTo>
                <a:lnTo>
                  <a:pt x="1547622" y="1965389"/>
                </a:lnTo>
                <a:lnTo>
                  <a:pt x="1557147" y="1965389"/>
                </a:lnTo>
                <a:close/>
                <a:moveTo>
                  <a:pt x="1626965" y="1957102"/>
                </a:moveTo>
                <a:lnTo>
                  <a:pt x="1617440" y="1957102"/>
                </a:lnTo>
                <a:lnTo>
                  <a:pt x="1617440" y="1952339"/>
                </a:lnTo>
                <a:lnTo>
                  <a:pt x="1626965" y="1952339"/>
                </a:lnTo>
                <a:lnTo>
                  <a:pt x="1626965" y="1957102"/>
                </a:lnTo>
                <a:close/>
                <a:moveTo>
                  <a:pt x="1538097" y="1965389"/>
                </a:moveTo>
                <a:lnTo>
                  <a:pt x="1538097" y="1970151"/>
                </a:lnTo>
                <a:lnTo>
                  <a:pt x="1528572" y="1970151"/>
                </a:lnTo>
                <a:lnTo>
                  <a:pt x="1528572" y="1965389"/>
                </a:lnTo>
                <a:lnTo>
                  <a:pt x="1538097" y="1965389"/>
                </a:lnTo>
                <a:close/>
                <a:moveTo>
                  <a:pt x="1594009" y="1965389"/>
                </a:moveTo>
                <a:lnTo>
                  <a:pt x="1594009" y="1966246"/>
                </a:lnTo>
                <a:lnTo>
                  <a:pt x="1596676" y="1968246"/>
                </a:lnTo>
                <a:lnTo>
                  <a:pt x="1595247" y="1970151"/>
                </a:lnTo>
                <a:lnTo>
                  <a:pt x="1585722" y="1970151"/>
                </a:lnTo>
                <a:lnTo>
                  <a:pt x="1585722" y="1965389"/>
                </a:lnTo>
                <a:lnTo>
                  <a:pt x="1594009" y="1965389"/>
                </a:lnTo>
                <a:close/>
                <a:moveTo>
                  <a:pt x="1605153" y="1957102"/>
                </a:moveTo>
                <a:lnTo>
                  <a:pt x="1602391" y="1960626"/>
                </a:lnTo>
                <a:lnTo>
                  <a:pt x="1598581" y="1957769"/>
                </a:lnTo>
                <a:lnTo>
                  <a:pt x="1602772" y="1952339"/>
                </a:lnTo>
                <a:lnTo>
                  <a:pt x="1607820" y="1952339"/>
                </a:lnTo>
                <a:lnTo>
                  <a:pt x="1607820" y="1957102"/>
                </a:lnTo>
                <a:lnTo>
                  <a:pt x="1605153" y="1957102"/>
                </a:lnTo>
                <a:close/>
                <a:moveTo>
                  <a:pt x="1248823" y="1714881"/>
                </a:moveTo>
                <a:lnTo>
                  <a:pt x="1268730" y="1742694"/>
                </a:lnTo>
                <a:lnTo>
                  <a:pt x="1313878" y="1742694"/>
                </a:lnTo>
                <a:cubicBezTo>
                  <a:pt x="1313974" y="1743170"/>
                  <a:pt x="1313878" y="1743742"/>
                  <a:pt x="1314164" y="1744218"/>
                </a:cubicBezTo>
                <a:cubicBezTo>
                  <a:pt x="1315212" y="1746790"/>
                  <a:pt x="1317212" y="1748790"/>
                  <a:pt x="1319689" y="1749838"/>
                </a:cubicBezTo>
                <a:cubicBezTo>
                  <a:pt x="1320927" y="1750409"/>
                  <a:pt x="1322356" y="1750600"/>
                  <a:pt x="1323689" y="1750600"/>
                </a:cubicBezTo>
                <a:cubicBezTo>
                  <a:pt x="1325023" y="1750600"/>
                  <a:pt x="1326356" y="1750314"/>
                  <a:pt x="1327595" y="1749838"/>
                </a:cubicBezTo>
                <a:cubicBezTo>
                  <a:pt x="1329785" y="1748981"/>
                  <a:pt x="1331405" y="1747361"/>
                  <a:pt x="1332452" y="1745361"/>
                </a:cubicBezTo>
                <a:cubicBezTo>
                  <a:pt x="1332738" y="1745647"/>
                  <a:pt x="1333024" y="1745932"/>
                  <a:pt x="1333500" y="1745932"/>
                </a:cubicBezTo>
                <a:cubicBezTo>
                  <a:pt x="1334834" y="1745932"/>
                  <a:pt x="1335215" y="1744599"/>
                  <a:pt x="1335500" y="1742027"/>
                </a:cubicBezTo>
                <a:cubicBezTo>
                  <a:pt x="1335786" y="1744599"/>
                  <a:pt x="1336167" y="1745932"/>
                  <a:pt x="1337501" y="1745932"/>
                </a:cubicBezTo>
                <a:cubicBezTo>
                  <a:pt x="1338834" y="1745932"/>
                  <a:pt x="1339120" y="1744694"/>
                  <a:pt x="1339501" y="1742123"/>
                </a:cubicBezTo>
                <a:cubicBezTo>
                  <a:pt x="1339787" y="1744694"/>
                  <a:pt x="1340168" y="1745932"/>
                  <a:pt x="1341501" y="1745932"/>
                </a:cubicBezTo>
                <a:cubicBezTo>
                  <a:pt x="1342835" y="1745932"/>
                  <a:pt x="1343120" y="1744694"/>
                  <a:pt x="1343501" y="1742123"/>
                </a:cubicBezTo>
                <a:cubicBezTo>
                  <a:pt x="1343787" y="1744694"/>
                  <a:pt x="1344168" y="1745932"/>
                  <a:pt x="1345502" y="1745932"/>
                </a:cubicBezTo>
                <a:cubicBezTo>
                  <a:pt x="1346835" y="1745932"/>
                  <a:pt x="1347121" y="1744694"/>
                  <a:pt x="1347502" y="1742123"/>
                </a:cubicBezTo>
                <a:cubicBezTo>
                  <a:pt x="1347788" y="1744694"/>
                  <a:pt x="1348169" y="1745932"/>
                  <a:pt x="1349502" y="1745932"/>
                </a:cubicBezTo>
                <a:cubicBezTo>
                  <a:pt x="1350836" y="1745932"/>
                  <a:pt x="1351121" y="1744694"/>
                  <a:pt x="1351502" y="1742123"/>
                </a:cubicBezTo>
                <a:cubicBezTo>
                  <a:pt x="1351788" y="1744694"/>
                  <a:pt x="1352169" y="1745932"/>
                  <a:pt x="1353503" y="1745932"/>
                </a:cubicBezTo>
                <a:cubicBezTo>
                  <a:pt x="1354836" y="1745932"/>
                  <a:pt x="1355122" y="1744694"/>
                  <a:pt x="1355503" y="1742123"/>
                </a:cubicBezTo>
                <a:cubicBezTo>
                  <a:pt x="1355789" y="1744694"/>
                  <a:pt x="1356170" y="1745932"/>
                  <a:pt x="1357503" y="1745932"/>
                </a:cubicBezTo>
                <a:cubicBezTo>
                  <a:pt x="1358837" y="1745932"/>
                  <a:pt x="1359122" y="1744694"/>
                  <a:pt x="1359503" y="1742123"/>
                </a:cubicBezTo>
                <a:cubicBezTo>
                  <a:pt x="1359789" y="1744694"/>
                  <a:pt x="1360170" y="1745932"/>
                  <a:pt x="1361503" y="1745932"/>
                </a:cubicBezTo>
                <a:cubicBezTo>
                  <a:pt x="1362837" y="1745932"/>
                  <a:pt x="1363218" y="1744599"/>
                  <a:pt x="1363504" y="1742123"/>
                </a:cubicBezTo>
                <a:cubicBezTo>
                  <a:pt x="1363790" y="1744694"/>
                  <a:pt x="1364171" y="1745932"/>
                  <a:pt x="1365504" y="1745932"/>
                </a:cubicBezTo>
                <a:cubicBezTo>
                  <a:pt x="1366838" y="1745932"/>
                  <a:pt x="1367219" y="1744599"/>
                  <a:pt x="1367504" y="1742027"/>
                </a:cubicBezTo>
                <a:cubicBezTo>
                  <a:pt x="1367790" y="1744599"/>
                  <a:pt x="1368171" y="1745932"/>
                  <a:pt x="1369505" y="1745932"/>
                </a:cubicBezTo>
                <a:cubicBezTo>
                  <a:pt x="1370838" y="1745932"/>
                  <a:pt x="1371219" y="1744599"/>
                  <a:pt x="1371505" y="1742027"/>
                </a:cubicBezTo>
                <a:cubicBezTo>
                  <a:pt x="1371886" y="1744694"/>
                  <a:pt x="1372172" y="1745932"/>
                  <a:pt x="1373505" y="1745932"/>
                </a:cubicBezTo>
                <a:cubicBezTo>
                  <a:pt x="1374839" y="1745932"/>
                  <a:pt x="1375220" y="1744599"/>
                  <a:pt x="1375505" y="1741932"/>
                </a:cubicBezTo>
                <a:cubicBezTo>
                  <a:pt x="1375886" y="1744599"/>
                  <a:pt x="1376172" y="1745932"/>
                  <a:pt x="1377506" y="1745932"/>
                </a:cubicBezTo>
                <a:cubicBezTo>
                  <a:pt x="1378839" y="1745932"/>
                  <a:pt x="1379220" y="1744599"/>
                  <a:pt x="1379506" y="1741932"/>
                </a:cubicBezTo>
                <a:cubicBezTo>
                  <a:pt x="1379887" y="1744599"/>
                  <a:pt x="1380173" y="1745932"/>
                  <a:pt x="1381506" y="1745932"/>
                </a:cubicBezTo>
                <a:cubicBezTo>
                  <a:pt x="1382840" y="1745932"/>
                  <a:pt x="1383221" y="1744599"/>
                  <a:pt x="1383506" y="1741837"/>
                </a:cubicBezTo>
                <a:cubicBezTo>
                  <a:pt x="1383887" y="1744504"/>
                  <a:pt x="1384173" y="1745932"/>
                  <a:pt x="1385507" y="1745932"/>
                </a:cubicBezTo>
                <a:cubicBezTo>
                  <a:pt x="1386840" y="1745932"/>
                  <a:pt x="1387221" y="1744504"/>
                  <a:pt x="1387602" y="1741837"/>
                </a:cubicBezTo>
                <a:cubicBezTo>
                  <a:pt x="1387983" y="1744599"/>
                  <a:pt x="1388269" y="1745932"/>
                  <a:pt x="1389698" y="1745932"/>
                </a:cubicBezTo>
                <a:cubicBezTo>
                  <a:pt x="1391126" y="1745932"/>
                  <a:pt x="1391412" y="1744504"/>
                  <a:pt x="1391793" y="1741742"/>
                </a:cubicBezTo>
                <a:cubicBezTo>
                  <a:pt x="1392174" y="1744504"/>
                  <a:pt x="1392460" y="1745932"/>
                  <a:pt x="1393889" y="1745932"/>
                </a:cubicBezTo>
                <a:cubicBezTo>
                  <a:pt x="1395317" y="1745932"/>
                  <a:pt x="1395603" y="1744504"/>
                  <a:pt x="1395984" y="1741742"/>
                </a:cubicBezTo>
                <a:cubicBezTo>
                  <a:pt x="1396365" y="1744599"/>
                  <a:pt x="1396651" y="1745932"/>
                  <a:pt x="1398080" y="1745932"/>
                </a:cubicBezTo>
                <a:cubicBezTo>
                  <a:pt x="1399508" y="1745932"/>
                  <a:pt x="1399794" y="1744504"/>
                  <a:pt x="1400175" y="1741742"/>
                </a:cubicBezTo>
                <a:cubicBezTo>
                  <a:pt x="1400556" y="1744504"/>
                  <a:pt x="1400842" y="1745932"/>
                  <a:pt x="1402271" y="1745932"/>
                </a:cubicBezTo>
                <a:cubicBezTo>
                  <a:pt x="1403699" y="1745932"/>
                  <a:pt x="1403985" y="1744504"/>
                  <a:pt x="1404366" y="1741742"/>
                </a:cubicBezTo>
                <a:cubicBezTo>
                  <a:pt x="1404747" y="1744504"/>
                  <a:pt x="1405033" y="1745932"/>
                  <a:pt x="1406462" y="1745932"/>
                </a:cubicBezTo>
                <a:cubicBezTo>
                  <a:pt x="1407890" y="1745932"/>
                  <a:pt x="1408176" y="1744504"/>
                  <a:pt x="1408557" y="1741837"/>
                </a:cubicBezTo>
                <a:cubicBezTo>
                  <a:pt x="1408938" y="1744599"/>
                  <a:pt x="1409224" y="1745932"/>
                  <a:pt x="1410653" y="1745932"/>
                </a:cubicBezTo>
                <a:cubicBezTo>
                  <a:pt x="1412081" y="1745932"/>
                  <a:pt x="1412367" y="1744599"/>
                  <a:pt x="1412748" y="1741837"/>
                </a:cubicBezTo>
                <a:cubicBezTo>
                  <a:pt x="1413129" y="1744599"/>
                  <a:pt x="1413415" y="1745932"/>
                  <a:pt x="1414844" y="1745932"/>
                </a:cubicBezTo>
                <a:cubicBezTo>
                  <a:pt x="1416272" y="1745932"/>
                  <a:pt x="1416558" y="1744504"/>
                  <a:pt x="1416939" y="1741837"/>
                </a:cubicBezTo>
                <a:cubicBezTo>
                  <a:pt x="1417320" y="1744599"/>
                  <a:pt x="1417606" y="1745932"/>
                  <a:pt x="1419035" y="1745932"/>
                </a:cubicBezTo>
                <a:cubicBezTo>
                  <a:pt x="1420463" y="1745932"/>
                  <a:pt x="1420749" y="1744504"/>
                  <a:pt x="1421130" y="1741742"/>
                </a:cubicBezTo>
                <a:cubicBezTo>
                  <a:pt x="1421511" y="1744504"/>
                  <a:pt x="1421797" y="1745932"/>
                  <a:pt x="1423226" y="1745932"/>
                </a:cubicBezTo>
                <a:cubicBezTo>
                  <a:pt x="1424654" y="1745932"/>
                  <a:pt x="1424940" y="1744504"/>
                  <a:pt x="1425321" y="1741742"/>
                </a:cubicBezTo>
                <a:cubicBezTo>
                  <a:pt x="1425702" y="1744599"/>
                  <a:pt x="1425988" y="1745932"/>
                  <a:pt x="1427417" y="1745932"/>
                </a:cubicBezTo>
                <a:cubicBezTo>
                  <a:pt x="1428845" y="1745932"/>
                  <a:pt x="1429131" y="1744504"/>
                  <a:pt x="1429512" y="1741646"/>
                </a:cubicBezTo>
                <a:cubicBezTo>
                  <a:pt x="1429893" y="1744409"/>
                  <a:pt x="1430179" y="1745932"/>
                  <a:pt x="1431607" y="1745932"/>
                </a:cubicBezTo>
                <a:cubicBezTo>
                  <a:pt x="1433036" y="1745932"/>
                  <a:pt x="1433322" y="1744504"/>
                  <a:pt x="1433703" y="1741646"/>
                </a:cubicBezTo>
                <a:cubicBezTo>
                  <a:pt x="1434084" y="1744504"/>
                  <a:pt x="1434370" y="1745932"/>
                  <a:pt x="1435799" y="1745932"/>
                </a:cubicBezTo>
                <a:cubicBezTo>
                  <a:pt x="1437227" y="1745932"/>
                  <a:pt x="1437513" y="1744599"/>
                  <a:pt x="1437894" y="1741837"/>
                </a:cubicBezTo>
                <a:cubicBezTo>
                  <a:pt x="1438275" y="1744599"/>
                  <a:pt x="1438561" y="1745932"/>
                  <a:pt x="1439990" y="1745932"/>
                </a:cubicBezTo>
                <a:cubicBezTo>
                  <a:pt x="1441418" y="1745932"/>
                  <a:pt x="1441704" y="1744599"/>
                  <a:pt x="1441990" y="1741837"/>
                </a:cubicBezTo>
                <a:cubicBezTo>
                  <a:pt x="1442371" y="1744504"/>
                  <a:pt x="1442657" y="1745932"/>
                  <a:pt x="1443990" y="1745932"/>
                </a:cubicBezTo>
                <a:cubicBezTo>
                  <a:pt x="1445324" y="1745932"/>
                  <a:pt x="1445705" y="1744599"/>
                  <a:pt x="1445990" y="1741837"/>
                </a:cubicBezTo>
                <a:cubicBezTo>
                  <a:pt x="1446371" y="1744599"/>
                  <a:pt x="1446657" y="1745932"/>
                  <a:pt x="1447991" y="1745932"/>
                </a:cubicBezTo>
                <a:cubicBezTo>
                  <a:pt x="1449324" y="1745932"/>
                  <a:pt x="1449705" y="1744504"/>
                  <a:pt x="1450086" y="1741742"/>
                </a:cubicBezTo>
                <a:cubicBezTo>
                  <a:pt x="1450467" y="1744504"/>
                  <a:pt x="1450753" y="1745932"/>
                  <a:pt x="1452182" y="1745932"/>
                </a:cubicBezTo>
                <a:cubicBezTo>
                  <a:pt x="1453610" y="1745932"/>
                  <a:pt x="1453896" y="1744409"/>
                  <a:pt x="1454277" y="1741551"/>
                </a:cubicBezTo>
                <a:cubicBezTo>
                  <a:pt x="1454658" y="1744409"/>
                  <a:pt x="1454944" y="1745932"/>
                  <a:pt x="1456373" y="1745932"/>
                </a:cubicBezTo>
                <a:cubicBezTo>
                  <a:pt x="1457801" y="1745932"/>
                  <a:pt x="1458087" y="1744409"/>
                  <a:pt x="1458468" y="1741551"/>
                </a:cubicBezTo>
                <a:cubicBezTo>
                  <a:pt x="1458849" y="1744409"/>
                  <a:pt x="1459135" y="1745932"/>
                  <a:pt x="1460564" y="1745932"/>
                </a:cubicBezTo>
                <a:cubicBezTo>
                  <a:pt x="1461992" y="1745932"/>
                  <a:pt x="1462278" y="1744409"/>
                  <a:pt x="1462659" y="1741551"/>
                </a:cubicBezTo>
                <a:cubicBezTo>
                  <a:pt x="1463040" y="1744409"/>
                  <a:pt x="1463326" y="1745932"/>
                  <a:pt x="1464755" y="1745932"/>
                </a:cubicBezTo>
                <a:cubicBezTo>
                  <a:pt x="1466183" y="1745932"/>
                  <a:pt x="1466469" y="1744409"/>
                  <a:pt x="1466850" y="1741551"/>
                </a:cubicBezTo>
                <a:cubicBezTo>
                  <a:pt x="1467231" y="1744409"/>
                  <a:pt x="1467517" y="1745932"/>
                  <a:pt x="1468946" y="1745932"/>
                </a:cubicBezTo>
                <a:cubicBezTo>
                  <a:pt x="1470374" y="1745932"/>
                  <a:pt x="1470755" y="1744313"/>
                  <a:pt x="1471041" y="1741456"/>
                </a:cubicBezTo>
                <a:cubicBezTo>
                  <a:pt x="1471422" y="1744409"/>
                  <a:pt x="1471708" y="1745932"/>
                  <a:pt x="1473232" y="1745932"/>
                </a:cubicBezTo>
                <a:cubicBezTo>
                  <a:pt x="1474756" y="1745932"/>
                  <a:pt x="1475042" y="1744313"/>
                  <a:pt x="1475423" y="1741265"/>
                </a:cubicBezTo>
                <a:cubicBezTo>
                  <a:pt x="1475803" y="1744218"/>
                  <a:pt x="1476089" y="1745932"/>
                  <a:pt x="1477613" y="1745932"/>
                </a:cubicBezTo>
                <a:lnTo>
                  <a:pt x="1477613" y="1745932"/>
                </a:lnTo>
                <a:cubicBezTo>
                  <a:pt x="1478756" y="1747552"/>
                  <a:pt x="1480185" y="1749076"/>
                  <a:pt x="1482090" y="1749838"/>
                </a:cubicBezTo>
                <a:cubicBezTo>
                  <a:pt x="1483328" y="1750409"/>
                  <a:pt x="1484757" y="1750600"/>
                  <a:pt x="1486091" y="1750600"/>
                </a:cubicBezTo>
                <a:cubicBezTo>
                  <a:pt x="1487424" y="1750600"/>
                  <a:pt x="1488757" y="1750314"/>
                  <a:pt x="1489996" y="1749838"/>
                </a:cubicBezTo>
                <a:cubicBezTo>
                  <a:pt x="1492568" y="1748790"/>
                  <a:pt x="1494568" y="1746790"/>
                  <a:pt x="1495616" y="1744313"/>
                </a:cubicBezTo>
                <a:cubicBezTo>
                  <a:pt x="1496663" y="1741742"/>
                  <a:pt x="1496663" y="1738979"/>
                  <a:pt x="1495616" y="1736407"/>
                </a:cubicBezTo>
                <a:cubicBezTo>
                  <a:pt x="1493425" y="1731169"/>
                  <a:pt x="1487424" y="1728692"/>
                  <a:pt x="1482185" y="1730788"/>
                </a:cubicBezTo>
                <a:cubicBezTo>
                  <a:pt x="1479709" y="1731836"/>
                  <a:pt x="1477899" y="1733741"/>
                  <a:pt x="1476851" y="1735931"/>
                </a:cubicBezTo>
                <a:cubicBezTo>
                  <a:pt x="1476566" y="1735169"/>
                  <a:pt x="1476089" y="1734693"/>
                  <a:pt x="1475423" y="1734693"/>
                </a:cubicBezTo>
                <a:cubicBezTo>
                  <a:pt x="1473994" y="1734693"/>
                  <a:pt x="1473613" y="1736312"/>
                  <a:pt x="1473232" y="1739360"/>
                </a:cubicBezTo>
                <a:cubicBezTo>
                  <a:pt x="1472851" y="1736407"/>
                  <a:pt x="1472565" y="1734693"/>
                  <a:pt x="1471041" y="1734693"/>
                </a:cubicBezTo>
                <a:cubicBezTo>
                  <a:pt x="1469517" y="1734693"/>
                  <a:pt x="1469327" y="1736217"/>
                  <a:pt x="1468946" y="1739075"/>
                </a:cubicBezTo>
                <a:cubicBezTo>
                  <a:pt x="1468565" y="1736217"/>
                  <a:pt x="1468279" y="1734693"/>
                  <a:pt x="1466850" y="1734693"/>
                </a:cubicBezTo>
                <a:cubicBezTo>
                  <a:pt x="1465421" y="1734693"/>
                  <a:pt x="1465136" y="1736217"/>
                  <a:pt x="1464755" y="1739170"/>
                </a:cubicBezTo>
                <a:cubicBezTo>
                  <a:pt x="1464374" y="1736312"/>
                  <a:pt x="1464088" y="1734693"/>
                  <a:pt x="1462659" y="1734693"/>
                </a:cubicBezTo>
                <a:cubicBezTo>
                  <a:pt x="1461230" y="1734693"/>
                  <a:pt x="1460945" y="1736217"/>
                  <a:pt x="1460564" y="1739075"/>
                </a:cubicBezTo>
                <a:cubicBezTo>
                  <a:pt x="1460182" y="1736217"/>
                  <a:pt x="1459897" y="1734693"/>
                  <a:pt x="1458468" y="1734693"/>
                </a:cubicBezTo>
                <a:cubicBezTo>
                  <a:pt x="1457039" y="1734693"/>
                  <a:pt x="1456753" y="1736217"/>
                  <a:pt x="1456373" y="1739075"/>
                </a:cubicBezTo>
                <a:cubicBezTo>
                  <a:pt x="1455992" y="1736217"/>
                  <a:pt x="1455706" y="1734693"/>
                  <a:pt x="1454277" y="1734693"/>
                </a:cubicBezTo>
                <a:cubicBezTo>
                  <a:pt x="1452848" y="1734693"/>
                  <a:pt x="1452563" y="1736217"/>
                  <a:pt x="1452182" y="1738979"/>
                </a:cubicBezTo>
                <a:cubicBezTo>
                  <a:pt x="1451801" y="1736122"/>
                  <a:pt x="1451515" y="1734693"/>
                  <a:pt x="1450086" y="1734693"/>
                </a:cubicBezTo>
                <a:cubicBezTo>
                  <a:pt x="1448657" y="1734693"/>
                  <a:pt x="1448372" y="1736027"/>
                  <a:pt x="1447991" y="1738789"/>
                </a:cubicBezTo>
                <a:cubicBezTo>
                  <a:pt x="1447610" y="1736027"/>
                  <a:pt x="1447324" y="1734693"/>
                  <a:pt x="1445895" y="1734693"/>
                </a:cubicBezTo>
                <a:cubicBezTo>
                  <a:pt x="1444466" y="1734693"/>
                  <a:pt x="1444181" y="1736027"/>
                  <a:pt x="1443895" y="1738789"/>
                </a:cubicBezTo>
                <a:cubicBezTo>
                  <a:pt x="1443514" y="1736027"/>
                  <a:pt x="1443228" y="1734693"/>
                  <a:pt x="1441895" y="1734693"/>
                </a:cubicBezTo>
                <a:cubicBezTo>
                  <a:pt x="1440561" y="1734693"/>
                  <a:pt x="1440180" y="1736027"/>
                  <a:pt x="1439894" y="1738789"/>
                </a:cubicBezTo>
                <a:cubicBezTo>
                  <a:pt x="1439513" y="1736027"/>
                  <a:pt x="1439228" y="1734693"/>
                  <a:pt x="1437894" y="1734693"/>
                </a:cubicBezTo>
                <a:cubicBezTo>
                  <a:pt x="1436561" y="1734693"/>
                  <a:pt x="1436180" y="1736122"/>
                  <a:pt x="1435799" y="1738884"/>
                </a:cubicBezTo>
                <a:cubicBezTo>
                  <a:pt x="1435418" y="1736122"/>
                  <a:pt x="1435132" y="1734693"/>
                  <a:pt x="1433703" y="1734693"/>
                </a:cubicBezTo>
                <a:cubicBezTo>
                  <a:pt x="1432274" y="1734693"/>
                  <a:pt x="1431989" y="1736217"/>
                  <a:pt x="1431607" y="1738979"/>
                </a:cubicBezTo>
                <a:cubicBezTo>
                  <a:pt x="1431227" y="1736217"/>
                  <a:pt x="1430941" y="1734693"/>
                  <a:pt x="1429512" y="1734693"/>
                </a:cubicBezTo>
                <a:cubicBezTo>
                  <a:pt x="1428083" y="1734693"/>
                  <a:pt x="1427798" y="1736217"/>
                  <a:pt x="1427417" y="1738979"/>
                </a:cubicBezTo>
                <a:cubicBezTo>
                  <a:pt x="1427036" y="1736122"/>
                  <a:pt x="1426750" y="1734693"/>
                  <a:pt x="1425321" y="1734693"/>
                </a:cubicBezTo>
                <a:cubicBezTo>
                  <a:pt x="1423892" y="1734693"/>
                  <a:pt x="1423607" y="1736122"/>
                  <a:pt x="1423226" y="1738884"/>
                </a:cubicBezTo>
                <a:cubicBezTo>
                  <a:pt x="1422845" y="1736122"/>
                  <a:pt x="1422559" y="1734693"/>
                  <a:pt x="1421130" y="1734693"/>
                </a:cubicBezTo>
                <a:cubicBezTo>
                  <a:pt x="1419701" y="1734693"/>
                  <a:pt x="1419416" y="1736027"/>
                  <a:pt x="1419035" y="1738789"/>
                </a:cubicBezTo>
                <a:cubicBezTo>
                  <a:pt x="1418653" y="1736027"/>
                  <a:pt x="1418368" y="1734693"/>
                  <a:pt x="1416939" y="1734693"/>
                </a:cubicBezTo>
                <a:cubicBezTo>
                  <a:pt x="1415510" y="1734693"/>
                  <a:pt x="1415225" y="1736027"/>
                  <a:pt x="1414844" y="1738789"/>
                </a:cubicBezTo>
                <a:cubicBezTo>
                  <a:pt x="1414463" y="1736027"/>
                  <a:pt x="1414177" y="1734693"/>
                  <a:pt x="1412748" y="1734693"/>
                </a:cubicBezTo>
                <a:cubicBezTo>
                  <a:pt x="1411319" y="1734693"/>
                  <a:pt x="1411034" y="1736027"/>
                  <a:pt x="1410653" y="1738789"/>
                </a:cubicBezTo>
                <a:cubicBezTo>
                  <a:pt x="1410272" y="1736027"/>
                  <a:pt x="1409986" y="1734693"/>
                  <a:pt x="1408557" y="1734693"/>
                </a:cubicBezTo>
                <a:cubicBezTo>
                  <a:pt x="1407128" y="1734693"/>
                  <a:pt x="1406843" y="1736027"/>
                  <a:pt x="1406462" y="1738789"/>
                </a:cubicBezTo>
                <a:cubicBezTo>
                  <a:pt x="1406081" y="1736027"/>
                  <a:pt x="1405795" y="1734693"/>
                  <a:pt x="1404366" y="1734693"/>
                </a:cubicBezTo>
                <a:cubicBezTo>
                  <a:pt x="1402937" y="1734693"/>
                  <a:pt x="1402652" y="1736122"/>
                  <a:pt x="1402271" y="1738884"/>
                </a:cubicBezTo>
                <a:cubicBezTo>
                  <a:pt x="1401890" y="1736122"/>
                  <a:pt x="1401604" y="1734693"/>
                  <a:pt x="1400175" y="1734693"/>
                </a:cubicBezTo>
                <a:cubicBezTo>
                  <a:pt x="1398746" y="1734693"/>
                  <a:pt x="1398461" y="1736122"/>
                  <a:pt x="1398080" y="1738884"/>
                </a:cubicBezTo>
                <a:cubicBezTo>
                  <a:pt x="1397699" y="1736122"/>
                  <a:pt x="1397413" y="1734693"/>
                  <a:pt x="1395984" y="1734693"/>
                </a:cubicBezTo>
                <a:cubicBezTo>
                  <a:pt x="1394555" y="1734693"/>
                  <a:pt x="1394270" y="1736122"/>
                  <a:pt x="1393889" y="1738884"/>
                </a:cubicBezTo>
                <a:cubicBezTo>
                  <a:pt x="1393507" y="1736027"/>
                  <a:pt x="1393222" y="1734693"/>
                  <a:pt x="1391793" y="1734693"/>
                </a:cubicBezTo>
                <a:cubicBezTo>
                  <a:pt x="1390364" y="1734693"/>
                  <a:pt x="1390078" y="1736122"/>
                  <a:pt x="1389698" y="1738884"/>
                </a:cubicBezTo>
                <a:cubicBezTo>
                  <a:pt x="1389317" y="1736122"/>
                  <a:pt x="1389031" y="1734693"/>
                  <a:pt x="1387602" y="1734693"/>
                </a:cubicBezTo>
                <a:cubicBezTo>
                  <a:pt x="1386173" y="1734693"/>
                  <a:pt x="1385888" y="1736027"/>
                  <a:pt x="1385507" y="1738789"/>
                </a:cubicBezTo>
                <a:cubicBezTo>
                  <a:pt x="1385126" y="1736027"/>
                  <a:pt x="1384840" y="1734693"/>
                  <a:pt x="1383506" y="1734693"/>
                </a:cubicBezTo>
                <a:cubicBezTo>
                  <a:pt x="1382173" y="1734693"/>
                  <a:pt x="1381792" y="1736027"/>
                  <a:pt x="1381506" y="1738694"/>
                </a:cubicBezTo>
                <a:cubicBezTo>
                  <a:pt x="1381125" y="1736027"/>
                  <a:pt x="1380839" y="1734693"/>
                  <a:pt x="1379506" y="1734693"/>
                </a:cubicBezTo>
                <a:cubicBezTo>
                  <a:pt x="1378172" y="1734693"/>
                  <a:pt x="1377791" y="1736027"/>
                  <a:pt x="1377506" y="1738694"/>
                </a:cubicBezTo>
                <a:cubicBezTo>
                  <a:pt x="1377125" y="1736027"/>
                  <a:pt x="1376839" y="1734693"/>
                  <a:pt x="1375505" y="1734693"/>
                </a:cubicBezTo>
                <a:cubicBezTo>
                  <a:pt x="1374172" y="1734693"/>
                  <a:pt x="1373791" y="1736027"/>
                  <a:pt x="1373505" y="1738598"/>
                </a:cubicBezTo>
                <a:cubicBezTo>
                  <a:pt x="1373219" y="1735931"/>
                  <a:pt x="1372838" y="1734693"/>
                  <a:pt x="1371505" y="1734693"/>
                </a:cubicBezTo>
                <a:cubicBezTo>
                  <a:pt x="1370171" y="1734693"/>
                  <a:pt x="1369790" y="1736027"/>
                  <a:pt x="1369505" y="1738598"/>
                </a:cubicBezTo>
                <a:cubicBezTo>
                  <a:pt x="1369219" y="1736027"/>
                  <a:pt x="1368838" y="1734693"/>
                  <a:pt x="1367504" y="1734693"/>
                </a:cubicBezTo>
                <a:cubicBezTo>
                  <a:pt x="1366171" y="1734693"/>
                  <a:pt x="1365790" y="1736027"/>
                  <a:pt x="1365504" y="1738598"/>
                </a:cubicBezTo>
                <a:cubicBezTo>
                  <a:pt x="1365218" y="1736027"/>
                  <a:pt x="1364837" y="1734693"/>
                  <a:pt x="1363504" y="1734693"/>
                </a:cubicBezTo>
                <a:cubicBezTo>
                  <a:pt x="1362170" y="1734693"/>
                  <a:pt x="1361789" y="1736027"/>
                  <a:pt x="1361503" y="1738503"/>
                </a:cubicBezTo>
                <a:cubicBezTo>
                  <a:pt x="1361218" y="1735931"/>
                  <a:pt x="1360837" y="1734693"/>
                  <a:pt x="1359503" y="1734693"/>
                </a:cubicBezTo>
                <a:cubicBezTo>
                  <a:pt x="1358170" y="1734693"/>
                  <a:pt x="1357884" y="1735931"/>
                  <a:pt x="1357503" y="1738503"/>
                </a:cubicBezTo>
                <a:cubicBezTo>
                  <a:pt x="1357217" y="1735931"/>
                  <a:pt x="1356836" y="1734693"/>
                  <a:pt x="1355503" y="1734693"/>
                </a:cubicBezTo>
                <a:cubicBezTo>
                  <a:pt x="1354169" y="1734693"/>
                  <a:pt x="1353884" y="1735931"/>
                  <a:pt x="1353503" y="1738503"/>
                </a:cubicBezTo>
                <a:cubicBezTo>
                  <a:pt x="1353217" y="1735931"/>
                  <a:pt x="1352836" y="1734693"/>
                  <a:pt x="1351502" y="1734693"/>
                </a:cubicBezTo>
                <a:cubicBezTo>
                  <a:pt x="1350169" y="1734693"/>
                  <a:pt x="1349883" y="1735931"/>
                  <a:pt x="1349502" y="1738503"/>
                </a:cubicBezTo>
                <a:cubicBezTo>
                  <a:pt x="1349216" y="1735931"/>
                  <a:pt x="1348835" y="1734693"/>
                  <a:pt x="1347502" y="1734693"/>
                </a:cubicBezTo>
                <a:cubicBezTo>
                  <a:pt x="1346168" y="1734693"/>
                  <a:pt x="1345882" y="1735931"/>
                  <a:pt x="1345502" y="1738503"/>
                </a:cubicBezTo>
                <a:cubicBezTo>
                  <a:pt x="1345216" y="1735931"/>
                  <a:pt x="1344835" y="1734693"/>
                  <a:pt x="1343501" y="1734693"/>
                </a:cubicBezTo>
                <a:cubicBezTo>
                  <a:pt x="1342168" y="1734693"/>
                  <a:pt x="1341882" y="1735931"/>
                  <a:pt x="1341501" y="1738503"/>
                </a:cubicBezTo>
                <a:cubicBezTo>
                  <a:pt x="1341215" y="1735931"/>
                  <a:pt x="1340834" y="1734693"/>
                  <a:pt x="1339501" y="1734693"/>
                </a:cubicBezTo>
                <a:cubicBezTo>
                  <a:pt x="1338167" y="1734693"/>
                  <a:pt x="1337882" y="1735931"/>
                  <a:pt x="1337501" y="1738503"/>
                </a:cubicBezTo>
                <a:cubicBezTo>
                  <a:pt x="1337215" y="1735931"/>
                  <a:pt x="1336834" y="1734693"/>
                  <a:pt x="1335500" y="1734693"/>
                </a:cubicBezTo>
                <a:cubicBezTo>
                  <a:pt x="1334167" y="1734693"/>
                  <a:pt x="1333881" y="1736027"/>
                  <a:pt x="1333500" y="1738408"/>
                </a:cubicBezTo>
                <a:cubicBezTo>
                  <a:pt x="1333405" y="1737741"/>
                  <a:pt x="1333405" y="1737074"/>
                  <a:pt x="1333119" y="1736407"/>
                </a:cubicBezTo>
                <a:cubicBezTo>
                  <a:pt x="1333119" y="1736312"/>
                  <a:pt x="1332928" y="1736217"/>
                  <a:pt x="1332928" y="1736027"/>
                </a:cubicBezTo>
                <a:cubicBezTo>
                  <a:pt x="1332928" y="1735836"/>
                  <a:pt x="1332643" y="1735646"/>
                  <a:pt x="1332548" y="1735455"/>
                </a:cubicBezTo>
                <a:cubicBezTo>
                  <a:pt x="1330071" y="1730883"/>
                  <a:pt x="1324642" y="1728692"/>
                  <a:pt x="1319689" y="1730693"/>
                </a:cubicBezTo>
                <a:cubicBezTo>
                  <a:pt x="1317117" y="1731740"/>
                  <a:pt x="1315117" y="1733741"/>
                  <a:pt x="1314069" y="1736217"/>
                </a:cubicBezTo>
                <a:cubicBezTo>
                  <a:pt x="1313878" y="1736693"/>
                  <a:pt x="1313878" y="1737265"/>
                  <a:pt x="1313783" y="1737836"/>
                </a:cubicBezTo>
                <a:lnTo>
                  <a:pt x="1271111" y="1737836"/>
                </a:lnTo>
                <a:lnTo>
                  <a:pt x="1251204" y="1710023"/>
                </a:lnTo>
                <a:lnTo>
                  <a:pt x="1120235" y="1710023"/>
                </a:lnTo>
                <a:lnTo>
                  <a:pt x="1070515" y="1764887"/>
                </a:lnTo>
                <a:cubicBezTo>
                  <a:pt x="1068991" y="1759172"/>
                  <a:pt x="1065752" y="1754124"/>
                  <a:pt x="1060895" y="1750600"/>
                </a:cubicBezTo>
                <a:cubicBezTo>
                  <a:pt x="1056418" y="1747266"/>
                  <a:pt x="1051084" y="1745552"/>
                  <a:pt x="1045654" y="1745552"/>
                </a:cubicBezTo>
                <a:cubicBezTo>
                  <a:pt x="1044321" y="1745552"/>
                  <a:pt x="1042988" y="1745647"/>
                  <a:pt x="1041654" y="1745837"/>
                </a:cubicBezTo>
                <a:cubicBezTo>
                  <a:pt x="1034796" y="1746885"/>
                  <a:pt x="1028795" y="1750505"/>
                  <a:pt x="1024700" y="1756124"/>
                </a:cubicBezTo>
                <a:cubicBezTo>
                  <a:pt x="1022604" y="1758887"/>
                  <a:pt x="1021271" y="1762030"/>
                  <a:pt x="1020509" y="1765173"/>
                </a:cubicBezTo>
                <a:lnTo>
                  <a:pt x="986028" y="1717453"/>
                </a:lnTo>
                <a:lnTo>
                  <a:pt x="897065" y="1717453"/>
                </a:lnTo>
                <a:lnTo>
                  <a:pt x="888397" y="1708785"/>
                </a:lnTo>
                <a:cubicBezTo>
                  <a:pt x="886397" y="1706785"/>
                  <a:pt x="883158" y="1706785"/>
                  <a:pt x="881253" y="1708785"/>
                </a:cubicBezTo>
                <a:lnTo>
                  <a:pt x="872109" y="1717929"/>
                </a:lnTo>
                <a:cubicBezTo>
                  <a:pt x="870109" y="1719929"/>
                  <a:pt x="870109" y="1723168"/>
                  <a:pt x="872109" y="1725073"/>
                </a:cubicBezTo>
                <a:lnTo>
                  <a:pt x="881253" y="1734217"/>
                </a:lnTo>
                <a:cubicBezTo>
                  <a:pt x="882206" y="1735169"/>
                  <a:pt x="883539" y="1735741"/>
                  <a:pt x="884873" y="1735741"/>
                </a:cubicBezTo>
                <a:cubicBezTo>
                  <a:pt x="886206" y="1735741"/>
                  <a:pt x="887444" y="1735265"/>
                  <a:pt x="888492" y="1734217"/>
                </a:cubicBezTo>
                <a:lnTo>
                  <a:pt x="897636" y="1725073"/>
                </a:lnTo>
                <a:cubicBezTo>
                  <a:pt x="898398" y="1724311"/>
                  <a:pt x="898874" y="1723263"/>
                  <a:pt x="898970" y="1722215"/>
                </a:cubicBezTo>
                <a:lnTo>
                  <a:pt x="983742" y="1722215"/>
                </a:lnTo>
                <a:lnTo>
                  <a:pt x="1016222" y="1767269"/>
                </a:lnTo>
                <a:lnTo>
                  <a:pt x="896302" y="1767269"/>
                </a:lnTo>
                <a:cubicBezTo>
                  <a:pt x="896112" y="1766792"/>
                  <a:pt x="895826" y="1766221"/>
                  <a:pt x="895445" y="1765745"/>
                </a:cubicBezTo>
                <a:lnTo>
                  <a:pt x="886968" y="1756029"/>
                </a:lnTo>
                <a:cubicBezTo>
                  <a:pt x="886111" y="1754981"/>
                  <a:pt x="884873" y="1754410"/>
                  <a:pt x="883444" y="1754315"/>
                </a:cubicBezTo>
                <a:cubicBezTo>
                  <a:pt x="882110" y="1754315"/>
                  <a:pt x="880777" y="1754696"/>
                  <a:pt x="879729" y="1755553"/>
                </a:cubicBezTo>
                <a:lnTo>
                  <a:pt x="870014" y="1764030"/>
                </a:lnTo>
                <a:cubicBezTo>
                  <a:pt x="867918" y="1765840"/>
                  <a:pt x="867727" y="1769078"/>
                  <a:pt x="869537" y="1771174"/>
                </a:cubicBezTo>
                <a:lnTo>
                  <a:pt x="878015" y="1780889"/>
                </a:lnTo>
                <a:cubicBezTo>
                  <a:pt x="878872" y="1781937"/>
                  <a:pt x="880110" y="1782509"/>
                  <a:pt x="881539" y="1782604"/>
                </a:cubicBezTo>
                <a:cubicBezTo>
                  <a:pt x="881634" y="1782604"/>
                  <a:pt x="881729" y="1782604"/>
                  <a:pt x="881920" y="1782604"/>
                </a:cubicBezTo>
                <a:cubicBezTo>
                  <a:pt x="883158" y="1782604"/>
                  <a:pt x="884301" y="1782128"/>
                  <a:pt x="885254" y="1781366"/>
                </a:cubicBezTo>
                <a:lnTo>
                  <a:pt x="894969" y="1772888"/>
                </a:lnTo>
                <a:cubicBezTo>
                  <a:pt x="894969" y="1772888"/>
                  <a:pt x="895445" y="1772317"/>
                  <a:pt x="895731" y="1771936"/>
                </a:cubicBezTo>
                <a:lnTo>
                  <a:pt x="1016222" y="1771936"/>
                </a:lnTo>
                <a:lnTo>
                  <a:pt x="983742" y="1816418"/>
                </a:lnTo>
                <a:lnTo>
                  <a:pt x="896874" y="1816418"/>
                </a:lnTo>
                <a:cubicBezTo>
                  <a:pt x="896874" y="1816418"/>
                  <a:pt x="896779" y="1816132"/>
                  <a:pt x="896684" y="1816037"/>
                </a:cubicBezTo>
                <a:lnTo>
                  <a:pt x="888206" y="1806321"/>
                </a:lnTo>
                <a:cubicBezTo>
                  <a:pt x="886397" y="1804226"/>
                  <a:pt x="883158" y="1803940"/>
                  <a:pt x="881063" y="1805845"/>
                </a:cubicBezTo>
                <a:lnTo>
                  <a:pt x="871347" y="1814322"/>
                </a:lnTo>
                <a:cubicBezTo>
                  <a:pt x="869252" y="1816132"/>
                  <a:pt x="869061" y="1819370"/>
                  <a:pt x="870871" y="1821466"/>
                </a:cubicBezTo>
                <a:lnTo>
                  <a:pt x="879348" y="1831181"/>
                </a:lnTo>
                <a:cubicBezTo>
                  <a:pt x="880205" y="1832229"/>
                  <a:pt x="881444" y="1832801"/>
                  <a:pt x="882872" y="1832896"/>
                </a:cubicBezTo>
                <a:cubicBezTo>
                  <a:pt x="882968" y="1832896"/>
                  <a:pt x="883063" y="1832896"/>
                  <a:pt x="883253" y="1832896"/>
                </a:cubicBezTo>
                <a:cubicBezTo>
                  <a:pt x="884492" y="1832896"/>
                  <a:pt x="885635" y="1832420"/>
                  <a:pt x="886587" y="1831657"/>
                </a:cubicBezTo>
                <a:lnTo>
                  <a:pt x="896302" y="1823180"/>
                </a:lnTo>
                <a:cubicBezTo>
                  <a:pt x="896969" y="1822609"/>
                  <a:pt x="897350" y="1821942"/>
                  <a:pt x="897636" y="1821085"/>
                </a:cubicBezTo>
                <a:lnTo>
                  <a:pt x="986219" y="1821085"/>
                </a:lnTo>
                <a:lnTo>
                  <a:pt x="1020223" y="1774507"/>
                </a:lnTo>
                <a:cubicBezTo>
                  <a:pt x="1021080" y="1781270"/>
                  <a:pt x="1024604" y="1787652"/>
                  <a:pt x="1030510" y="1791938"/>
                </a:cubicBezTo>
                <a:cubicBezTo>
                  <a:pt x="1042035" y="1800416"/>
                  <a:pt x="1058228" y="1797844"/>
                  <a:pt x="1066610" y="1786414"/>
                </a:cubicBezTo>
                <a:lnTo>
                  <a:pt x="1066610" y="1786414"/>
                </a:lnTo>
                <a:cubicBezTo>
                  <a:pt x="1069562" y="1782413"/>
                  <a:pt x="1071182" y="1777746"/>
                  <a:pt x="1071563" y="1772888"/>
                </a:cubicBezTo>
                <a:lnTo>
                  <a:pt x="1120426" y="1827371"/>
                </a:lnTo>
                <a:lnTo>
                  <a:pt x="1248918" y="1827371"/>
                </a:lnTo>
                <a:lnTo>
                  <a:pt x="1268825" y="1855184"/>
                </a:lnTo>
                <a:lnTo>
                  <a:pt x="1314069" y="1855184"/>
                </a:lnTo>
                <a:cubicBezTo>
                  <a:pt x="1314069" y="1855184"/>
                  <a:pt x="1314069" y="1855756"/>
                  <a:pt x="1314260" y="1856137"/>
                </a:cubicBezTo>
                <a:cubicBezTo>
                  <a:pt x="1315879" y="1860137"/>
                  <a:pt x="1319689" y="1862519"/>
                  <a:pt x="1323785" y="1862519"/>
                </a:cubicBezTo>
                <a:cubicBezTo>
                  <a:pt x="1325118" y="1862519"/>
                  <a:pt x="1326356" y="1862233"/>
                  <a:pt x="1327690" y="1861757"/>
                </a:cubicBezTo>
                <a:cubicBezTo>
                  <a:pt x="1329881" y="1860899"/>
                  <a:pt x="1331405" y="1859280"/>
                  <a:pt x="1332548" y="1857280"/>
                </a:cubicBezTo>
                <a:cubicBezTo>
                  <a:pt x="1332833" y="1857566"/>
                  <a:pt x="1333119" y="1857851"/>
                  <a:pt x="1333595" y="1857851"/>
                </a:cubicBezTo>
                <a:cubicBezTo>
                  <a:pt x="1334929" y="1857851"/>
                  <a:pt x="1335310" y="1856518"/>
                  <a:pt x="1335596" y="1853946"/>
                </a:cubicBezTo>
                <a:cubicBezTo>
                  <a:pt x="1335881" y="1856518"/>
                  <a:pt x="1336262" y="1857851"/>
                  <a:pt x="1337596" y="1857851"/>
                </a:cubicBezTo>
                <a:cubicBezTo>
                  <a:pt x="1338929" y="1857851"/>
                  <a:pt x="1339215" y="1856613"/>
                  <a:pt x="1339596" y="1854041"/>
                </a:cubicBezTo>
                <a:cubicBezTo>
                  <a:pt x="1339882" y="1856613"/>
                  <a:pt x="1340263" y="1857851"/>
                  <a:pt x="1341596" y="1857851"/>
                </a:cubicBezTo>
                <a:cubicBezTo>
                  <a:pt x="1342930" y="1857851"/>
                  <a:pt x="1343216" y="1856613"/>
                  <a:pt x="1343597" y="1854041"/>
                </a:cubicBezTo>
                <a:cubicBezTo>
                  <a:pt x="1343882" y="1856613"/>
                  <a:pt x="1344263" y="1857851"/>
                  <a:pt x="1345597" y="1857851"/>
                </a:cubicBezTo>
                <a:cubicBezTo>
                  <a:pt x="1346930" y="1857851"/>
                  <a:pt x="1347216" y="1856613"/>
                  <a:pt x="1347597" y="1854041"/>
                </a:cubicBezTo>
                <a:cubicBezTo>
                  <a:pt x="1347883" y="1856613"/>
                  <a:pt x="1348264" y="1857851"/>
                  <a:pt x="1349597" y="1857851"/>
                </a:cubicBezTo>
                <a:cubicBezTo>
                  <a:pt x="1350931" y="1857851"/>
                  <a:pt x="1351217" y="1856613"/>
                  <a:pt x="1351598" y="1854041"/>
                </a:cubicBezTo>
                <a:cubicBezTo>
                  <a:pt x="1351883" y="1856613"/>
                  <a:pt x="1352264" y="1857851"/>
                  <a:pt x="1353598" y="1857851"/>
                </a:cubicBezTo>
                <a:cubicBezTo>
                  <a:pt x="1354931" y="1857851"/>
                  <a:pt x="1355217" y="1856613"/>
                  <a:pt x="1355598" y="1854041"/>
                </a:cubicBezTo>
                <a:cubicBezTo>
                  <a:pt x="1355884" y="1856613"/>
                  <a:pt x="1356265" y="1857851"/>
                  <a:pt x="1357598" y="1857851"/>
                </a:cubicBezTo>
                <a:cubicBezTo>
                  <a:pt x="1358932" y="1857851"/>
                  <a:pt x="1359218" y="1856613"/>
                  <a:pt x="1359599" y="1854041"/>
                </a:cubicBezTo>
                <a:cubicBezTo>
                  <a:pt x="1359884" y="1856613"/>
                  <a:pt x="1360265" y="1857851"/>
                  <a:pt x="1361599" y="1857851"/>
                </a:cubicBezTo>
                <a:cubicBezTo>
                  <a:pt x="1362932" y="1857851"/>
                  <a:pt x="1363313" y="1856518"/>
                  <a:pt x="1363599" y="1854041"/>
                </a:cubicBezTo>
                <a:cubicBezTo>
                  <a:pt x="1363885" y="1856613"/>
                  <a:pt x="1364266" y="1857851"/>
                  <a:pt x="1365599" y="1857851"/>
                </a:cubicBezTo>
                <a:cubicBezTo>
                  <a:pt x="1366933" y="1857851"/>
                  <a:pt x="1367314" y="1856518"/>
                  <a:pt x="1367600" y="1853946"/>
                </a:cubicBezTo>
                <a:cubicBezTo>
                  <a:pt x="1367885" y="1856518"/>
                  <a:pt x="1368266" y="1857851"/>
                  <a:pt x="1369600" y="1857851"/>
                </a:cubicBezTo>
                <a:cubicBezTo>
                  <a:pt x="1370933" y="1857851"/>
                  <a:pt x="1371314" y="1856518"/>
                  <a:pt x="1371600" y="1853946"/>
                </a:cubicBezTo>
                <a:cubicBezTo>
                  <a:pt x="1371981" y="1856613"/>
                  <a:pt x="1372267" y="1857851"/>
                  <a:pt x="1373600" y="1857851"/>
                </a:cubicBezTo>
                <a:cubicBezTo>
                  <a:pt x="1374934" y="1857851"/>
                  <a:pt x="1375315" y="1856518"/>
                  <a:pt x="1375601" y="1853851"/>
                </a:cubicBezTo>
                <a:cubicBezTo>
                  <a:pt x="1375982" y="1856518"/>
                  <a:pt x="1376267" y="1857851"/>
                  <a:pt x="1377601" y="1857851"/>
                </a:cubicBezTo>
                <a:cubicBezTo>
                  <a:pt x="1378934" y="1857851"/>
                  <a:pt x="1379315" y="1856518"/>
                  <a:pt x="1379601" y="1853851"/>
                </a:cubicBezTo>
                <a:cubicBezTo>
                  <a:pt x="1379982" y="1856518"/>
                  <a:pt x="1380268" y="1857851"/>
                  <a:pt x="1381601" y="1857851"/>
                </a:cubicBezTo>
                <a:cubicBezTo>
                  <a:pt x="1382935" y="1857851"/>
                  <a:pt x="1383316" y="1856518"/>
                  <a:pt x="1383602" y="1853756"/>
                </a:cubicBezTo>
                <a:cubicBezTo>
                  <a:pt x="1383982" y="1856423"/>
                  <a:pt x="1384268" y="1857851"/>
                  <a:pt x="1385602" y="1857851"/>
                </a:cubicBezTo>
                <a:cubicBezTo>
                  <a:pt x="1386935" y="1857851"/>
                  <a:pt x="1387316" y="1856423"/>
                  <a:pt x="1387697" y="1853756"/>
                </a:cubicBezTo>
                <a:cubicBezTo>
                  <a:pt x="1388078" y="1856518"/>
                  <a:pt x="1388364" y="1857851"/>
                  <a:pt x="1389793" y="1857851"/>
                </a:cubicBezTo>
                <a:cubicBezTo>
                  <a:pt x="1391222" y="1857851"/>
                  <a:pt x="1391507" y="1856423"/>
                  <a:pt x="1391888" y="1853660"/>
                </a:cubicBezTo>
                <a:cubicBezTo>
                  <a:pt x="1392269" y="1856423"/>
                  <a:pt x="1392555" y="1857851"/>
                  <a:pt x="1393984" y="1857851"/>
                </a:cubicBezTo>
                <a:cubicBezTo>
                  <a:pt x="1395413" y="1857851"/>
                  <a:pt x="1395698" y="1856423"/>
                  <a:pt x="1396079" y="1853660"/>
                </a:cubicBezTo>
                <a:cubicBezTo>
                  <a:pt x="1396460" y="1856518"/>
                  <a:pt x="1396746" y="1857851"/>
                  <a:pt x="1398175" y="1857851"/>
                </a:cubicBezTo>
                <a:cubicBezTo>
                  <a:pt x="1399603" y="1857851"/>
                  <a:pt x="1399889" y="1856423"/>
                  <a:pt x="1400270" y="1853660"/>
                </a:cubicBezTo>
                <a:cubicBezTo>
                  <a:pt x="1400651" y="1856423"/>
                  <a:pt x="1400937" y="1857851"/>
                  <a:pt x="1402366" y="1857851"/>
                </a:cubicBezTo>
                <a:cubicBezTo>
                  <a:pt x="1403795" y="1857851"/>
                  <a:pt x="1404080" y="1856423"/>
                  <a:pt x="1404461" y="1853660"/>
                </a:cubicBezTo>
                <a:cubicBezTo>
                  <a:pt x="1404842" y="1856423"/>
                  <a:pt x="1405128" y="1857851"/>
                  <a:pt x="1406557" y="1857851"/>
                </a:cubicBezTo>
                <a:cubicBezTo>
                  <a:pt x="1407986" y="1857851"/>
                  <a:pt x="1408271" y="1856423"/>
                  <a:pt x="1408652" y="1853756"/>
                </a:cubicBezTo>
                <a:cubicBezTo>
                  <a:pt x="1409033" y="1856518"/>
                  <a:pt x="1409319" y="1857851"/>
                  <a:pt x="1410748" y="1857851"/>
                </a:cubicBezTo>
                <a:cubicBezTo>
                  <a:pt x="1412177" y="1857851"/>
                  <a:pt x="1412462" y="1856518"/>
                  <a:pt x="1412843" y="1853756"/>
                </a:cubicBezTo>
                <a:cubicBezTo>
                  <a:pt x="1413224" y="1856518"/>
                  <a:pt x="1413510" y="1857851"/>
                  <a:pt x="1414939" y="1857851"/>
                </a:cubicBezTo>
                <a:cubicBezTo>
                  <a:pt x="1416368" y="1857851"/>
                  <a:pt x="1416653" y="1856423"/>
                  <a:pt x="1417034" y="1853756"/>
                </a:cubicBezTo>
                <a:cubicBezTo>
                  <a:pt x="1417415" y="1856518"/>
                  <a:pt x="1417701" y="1857851"/>
                  <a:pt x="1419130" y="1857851"/>
                </a:cubicBezTo>
                <a:cubicBezTo>
                  <a:pt x="1420559" y="1857851"/>
                  <a:pt x="1420844" y="1856423"/>
                  <a:pt x="1421225" y="1853660"/>
                </a:cubicBezTo>
                <a:cubicBezTo>
                  <a:pt x="1421606" y="1856423"/>
                  <a:pt x="1421892" y="1857851"/>
                  <a:pt x="1423321" y="1857851"/>
                </a:cubicBezTo>
                <a:cubicBezTo>
                  <a:pt x="1424750" y="1857851"/>
                  <a:pt x="1425035" y="1856423"/>
                  <a:pt x="1425416" y="1853660"/>
                </a:cubicBezTo>
                <a:cubicBezTo>
                  <a:pt x="1425797" y="1856518"/>
                  <a:pt x="1426083" y="1857851"/>
                  <a:pt x="1427512" y="1857851"/>
                </a:cubicBezTo>
                <a:cubicBezTo>
                  <a:pt x="1428941" y="1857851"/>
                  <a:pt x="1429226" y="1856423"/>
                  <a:pt x="1429607" y="1853565"/>
                </a:cubicBezTo>
                <a:cubicBezTo>
                  <a:pt x="1429988" y="1856327"/>
                  <a:pt x="1430274" y="1857851"/>
                  <a:pt x="1431703" y="1857851"/>
                </a:cubicBezTo>
                <a:cubicBezTo>
                  <a:pt x="1433132" y="1857851"/>
                  <a:pt x="1433417" y="1856423"/>
                  <a:pt x="1433798" y="1853565"/>
                </a:cubicBezTo>
                <a:cubicBezTo>
                  <a:pt x="1434179" y="1856423"/>
                  <a:pt x="1434465" y="1857851"/>
                  <a:pt x="1435894" y="1857851"/>
                </a:cubicBezTo>
                <a:cubicBezTo>
                  <a:pt x="1437323" y="1857851"/>
                  <a:pt x="1437608" y="1856518"/>
                  <a:pt x="1437989" y="1853756"/>
                </a:cubicBezTo>
                <a:cubicBezTo>
                  <a:pt x="1438370" y="1856518"/>
                  <a:pt x="1438656" y="1857851"/>
                  <a:pt x="1440085" y="1857851"/>
                </a:cubicBezTo>
                <a:cubicBezTo>
                  <a:pt x="1441514" y="1857851"/>
                  <a:pt x="1441799" y="1856518"/>
                  <a:pt x="1442085" y="1853756"/>
                </a:cubicBezTo>
                <a:cubicBezTo>
                  <a:pt x="1442466" y="1856423"/>
                  <a:pt x="1442752" y="1857851"/>
                  <a:pt x="1444085" y="1857851"/>
                </a:cubicBezTo>
                <a:cubicBezTo>
                  <a:pt x="1445419" y="1857851"/>
                  <a:pt x="1445800" y="1856518"/>
                  <a:pt x="1446086" y="1853756"/>
                </a:cubicBezTo>
                <a:cubicBezTo>
                  <a:pt x="1446467" y="1856518"/>
                  <a:pt x="1446752" y="1857851"/>
                  <a:pt x="1448086" y="1857851"/>
                </a:cubicBezTo>
                <a:cubicBezTo>
                  <a:pt x="1449419" y="1857851"/>
                  <a:pt x="1449800" y="1856423"/>
                  <a:pt x="1450181" y="1853660"/>
                </a:cubicBezTo>
                <a:cubicBezTo>
                  <a:pt x="1450562" y="1856423"/>
                  <a:pt x="1450848" y="1857851"/>
                  <a:pt x="1452277" y="1857851"/>
                </a:cubicBezTo>
                <a:cubicBezTo>
                  <a:pt x="1453706" y="1857851"/>
                  <a:pt x="1453991" y="1856327"/>
                  <a:pt x="1454372" y="1853470"/>
                </a:cubicBezTo>
                <a:cubicBezTo>
                  <a:pt x="1454753" y="1856327"/>
                  <a:pt x="1455039" y="1857851"/>
                  <a:pt x="1456468" y="1857851"/>
                </a:cubicBezTo>
                <a:cubicBezTo>
                  <a:pt x="1457897" y="1857851"/>
                  <a:pt x="1458182" y="1856327"/>
                  <a:pt x="1458563" y="1853470"/>
                </a:cubicBezTo>
                <a:cubicBezTo>
                  <a:pt x="1458944" y="1856327"/>
                  <a:pt x="1459230" y="1857851"/>
                  <a:pt x="1460659" y="1857851"/>
                </a:cubicBezTo>
                <a:cubicBezTo>
                  <a:pt x="1462088" y="1857851"/>
                  <a:pt x="1462373" y="1856327"/>
                  <a:pt x="1462754" y="1853470"/>
                </a:cubicBezTo>
                <a:cubicBezTo>
                  <a:pt x="1463135" y="1856327"/>
                  <a:pt x="1463421" y="1857851"/>
                  <a:pt x="1464850" y="1857851"/>
                </a:cubicBezTo>
                <a:cubicBezTo>
                  <a:pt x="1466278" y="1857851"/>
                  <a:pt x="1466564" y="1856327"/>
                  <a:pt x="1466945" y="1853470"/>
                </a:cubicBezTo>
                <a:cubicBezTo>
                  <a:pt x="1467326" y="1856327"/>
                  <a:pt x="1467612" y="1857851"/>
                  <a:pt x="1469041" y="1857851"/>
                </a:cubicBezTo>
                <a:cubicBezTo>
                  <a:pt x="1470470" y="1857851"/>
                  <a:pt x="1470851" y="1856232"/>
                  <a:pt x="1471136" y="1853375"/>
                </a:cubicBezTo>
                <a:cubicBezTo>
                  <a:pt x="1471517" y="1856327"/>
                  <a:pt x="1471803" y="1857851"/>
                  <a:pt x="1473327" y="1857851"/>
                </a:cubicBezTo>
                <a:cubicBezTo>
                  <a:pt x="1474851" y="1857851"/>
                  <a:pt x="1475137" y="1856232"/>
                  <a:pt x="1475518" y="1853184"/>
                </a:cubicBezTo>
                <a:cubicBezTo>
                  <a:pt x="1475899" y="1856137"/>
                  <a:pt x="1476185" y="1857851"/>
                  <a:pt x="1477709" y="1857851"/>
                </a:cubicBezTo>
                <a:lnTo>
                  <a:pt x="1477709" y="1857851"/>
                </a:lnTo>
                <a:cubicBezTo>
                  <a:pt x="1478852" y="1859471"/>
                  <a:pt x="1480280" y="1860899"/>
                  <a:pt x="1482185" y="1861757"/>
                </a:cubicBezTo>
                <a:cubicBezTo>
                  <a:pt x="1483424" y="1862328"/>
                  <a:pt x="1484852" y="1862519"/>
                  <a:pt x="1486186" y="1862519"/>
                </a:cubicBezTo>
                <a:cubicBezTo>
                  <a:pt x="1487519" y="1862519"/>
                  <a:pt x="1488853" y="1862233"/>
                  <a:pt x="1490091" y="1861757"/>
                </a:cubicBezTo>
                <a:cubicBezTo>
                  <a:pt x="1492663" y="1860709"/>
                  <a:pt x="1494663" y="1858709"/>
                  <a:pt x="1495711" y="1856232"/>
                </a:cubicBezTo>
                <a:cubicBezTo>
                  <a:pt x="1496759" y="1853660"/>
                  <a:pt x="1496759" y="1850898"/>
                  <a:pt x="1495711" y="1848326"/>
                </a:cubicBezTo>
                <a:cubicBezTo>
                  <a:pt x="1494663" y="1845755"/>
                  <a:pt x="1492663" y="1843754"/>
                  <a:pt x="1490186" y="1842707"/>
                </a:cubicBezTo>
                <a:cubicBezTo>
                  <a:pt x="1487615" y="1841659"/>
                  <a:pt x="1484852" y="1841659"/>
                  <a:pt x="1482281" y="1842707"/>
                </a:cubicBezTo>
                <a:cubicBezTo>
                  <a:pt x="1479804" y="1843754"/>
                  <a:pt x="1477994" y="1845659"/>
                  <a:pt x="1476947" y="1847850"/>
                </a:cubicBezTo>
                <a:cubicBezTo>
                  <a:pt x="1476661" y="1847088"/>
                  <a:pt x="1476185" y="1846612"/>
                  <a:pt x="1475518" y="1846612"/>
                </a:cubicBezTo>
                <a:cubicBezTo>
                  <a:pt x="1474089" y="1846612"/>
                  <a:pt x="1473708" y="1848231"/>
                  <a:pt x="1473327" y="1851279"/>
                </a:cubicBezTo>
                <a:cubicBezTo>
                  <a:pt x="1472946" y="1848326"/>
                  <a:pt x="1472660" y="1846612"/>
                  <a:pt x="1471136" y="1846612"/>
                </a:cubicBezTo>
                <a:cubicBezTo>
                  <a:pt x="1469612" y="1846612"/>
                  <a:pt x="1469422" y="1848136"/>
                  <a:pt x="1469041" y="1850993"/>
                </a:cubicBezTo>
                <a:cubicBezTo>
                  <a:pt x="1468660" y="1848136"/>
                  <a:pt x="1468374" y="1846612"/>
                  <a:pt x="1466945" y="1846612"/>
                </a:cubicBezTo>
                <a:cubicBezTo>
                  <a:pt x="1465517" y="1846612"/>
                  <a:pt x="1465231" y="1848231"/>
                  <a:pt x="1464850" y="1851089"/>
                </a:cubicBezTo>
                <a:cubicBezTo>
                  <a:pt x="1464469" y="1848231"/>
                  <a:pt x="1464183" y="1846612"/>
                  <a:pt x="1462754" y="1846612"/>
                </a:cubicBezTo>
                <a:cubicBezTo>
                  <a:pt x="1461326" y="1846612"/>
                  <a:pt x="1461040" y="1848136"/>
                  <a:pt x="1460659" y="1850993"/>
                </a:cubicBezTo>
                <a:cubicBezTo>
                  <a:pt x="1460278" y="1848136"/>
                  <a:pt x="1459992" y="1846612"/>
                  <a:pt x="1458563" y="1846612"/>
                </a:cubicBezTo>
                <a:cubicBezTo>
                  <a:pt x="1457135" y="1846612"/>
                  <a:pt x="1456849" y="1848136"/>
                  <a:pt x="1456468" y="1850993"/>
                </a:cubicBezTo>
                <a:cubicBezTo>
                  <a:pt x="1456087" y="1848136"/>
                  <a:pt x="1455801" y="1846612"/>
                  <a:pt x="1454372" y="1846612"/>
                </a:cubicBezTo>
                <a:cubicBezTo>
                  <a:pt x="1452944" y="1846612"/>
                  <a:pt x="1452658" y="1848136"/>
                  <a:pt x="1452277" y="1850898"/>
                </a:cubicBezTo>
                <a:cubicBezTo>
                  <a:pt x="1451896" y="1848041"/>
                  <a:pt x="1451610" y="1846612"/>
                  <a:pt x="1450181" y="1846612"/>
                </a:cubicBezTo>
                <a:cubicBezTo>
                  <a:pt x="1448753" y="1846612"/>
                  <a:pt x="1448467" y="1848041"/>
                  <a:pt x="1448086" y="1850707"/>
                </a:cubicBezTo>
                <a:cubicBezTo>
                  <a:pt x="1447705" y="1847945"/>
                  <a:pt x="1447419" y="1846612"/>
                  <a:pt x="1445990" y="1846612"/>
                </a:cubicBezTo>
                <a:cubicBezTo>
                  <a:pt x="1444562" y="1846612"/>
                  <a:pt x="1444276" y="1847945"/>
                  <a:pt x="1443990" y="1850707"/>
                </a:cubicBezTo>
                <a:cubicBezTo>
                  <a:pt x="1443609" y="1847945"/>
                  <a:pt x="1443323" y="1846612"/>
                  <a:pt x="1441990" y="1846612"/>
                </a:cubicBezTo>
                <a:cubicBezTo>
                  <a:pt x="1440656" y="1846612"/>
                  <a:pt x="1440275" y="1847945"/>
                  <a:pt x="1439990" y="1850707"/>
                </a:cubicBezTo>
                <a:cubicBezTo>
                  <a:pt x="1439609" y="1847945"/>
                  <a:pt x="1439323" y="1846612"/>
                  <a:pt x="1437989" y="1846612"/>
                </a:cubicBezTo>
                <a:cubicBezTo>
                  <a:pt x="1436656" y="1846612"/>
                  <a:pt x="1436275" y="1848041"/>
                  <a:pt x="1435894" y="1850803"/>
                </a:cubicBezTo>
                <a:cubicBezTo>
                  <a:pt x="1435513" y="1848041"/>
                  <a:pt x="1435227" y="1846612"/>
                  <a:pt x="1433798" y="1846612"/>
                </a:cubicBezTo>
                <a:cubicBezTo>
                  <a:pt x="1432370" y="1846612"/>
                  <a:pt x="1432084" y="1848136"/>
                  <a:pt x="1431703" y="1850898"/>
                </a:cubicBezTo>
                <a:cubicBezTo>
                  <a:pt x="1431322" y="1848136"/>
                  <a:pt x="1431036" y="1846612"/>
                  <a:pt x="1429607" y="1846612"/>
                </a:cubicBezTo>
                <a:cubicBezTo>
                  <a:pt x="1428178" y="1846612"/>
                  <a:pt x="1427893" y="1848136"/>
                  <a:pt x="1427512" y="1850898"/>
                </a:cubicBezTo>
                <a:cubicBezTo>
                  <a:pt x="1427131" y="1848041"/>
                  <a:pt x="1426845" y="1846612"/>
                  <a:pt x="1425416" y="1846612"/>
                </a:cubicBezTo>
                <a:cubicBezTo>
                  <a:pt x="1423988" y="1846612"/>
                  <a:pt x="1423702" y="1848041"/>
                  <a:pt x="1423321" y="1850803"/>
                </a:cubicBezTo>
                <a:cubicBezTo>
                  <a:pt x="1422940" y="1848041"/>
                  <a:pt x="1422654" y="1846612"/>
                  <a:pt x="1421225" y="1846612"/>
                </a:cubicBezTo>
                <a:cubicBezTo>
                  <a:pt x="1419797" y="1846612"/>
                  <a:pt x="1419511" y="1848041"/>
                  <a:pt x="1419130" y="1850707"/>
                </a:cubicBezTo>
                <a:cubicBezTo>
                  <a:pt x="1418749" y="1847945"/>
                  <a:pt x="1418463" y="1846612"/>
                  <a:pt x="1417034" y="1846612"/>
                </a:cubicBezTo>
                <a:cubicBezTo>
                  <a:pt x="1415606" y="1846612"/>
                  <a:pt x="1415320" y="1848041"/>
                  <a:pt x="1414939" y="1850707"/>
                </a:cubicBezTo>
                <a:cubicBezTo>
                  <a:pt x="1414558" y="1847945"/>
                  <a:pt x="1414272" y="1846612"/>
                  <a:pt x="1412843" y="1846612"/>
                </a:cubicBezTo>
                <a:cubicBezTo>
                  <a:pt x="1411415" y="1846612"/>
                  <a:pt x="1411129" y="1847945"/>
                  <a:pt x="1410748" y="1850707"/>
                </a:cubicBezTo>
                <a:cubicBezTo>
                  <a:pt x="1410367" y="1847945"/>
                  <a:pt x="1410081" y="1846612"/>
                  <a:pt x="1408652" y="1846612"/>
                </a:cubicBezTo>
                <a:cubicBezTo>
                  <a:pt x="1407224" y="1846612"/>
                  <a:pt x="1406938" y="1847945"/>
                  <a:pt x="1406557" y="1850707"/>
                </a:cubicBezTo>
                <a:cubicBezTo>
                  <a:pt x="1406176" y="1847945"/>
                  <a:pt x="1405890" y="1846612"/>
                  <a:pt x="1404461" y="1846612"/>
                </a:cubicBezTo>
                <a:cubicBezTo>
                  <a:pt x="1403032" y="1846612"/>
                  <a:pt x="1402747" y="1848041"/>
                  <a:pt x="1402366" y="1850803"/>
                </a:cubicBezTo>
                <a:cubicBezTo>
                  <a:pt x="1401985" y="1848041"/>
                  <a:pt x="1401699" y="1846612"/>
                  <a:pt x="1400270" y="1846612"/>
                </a:cubicBezTo>
                <a:cubicBezTo>
                  <a:pt x="1398842" y="1846612"/>
                  <a:pt x="1398556" y="1848041"/>
                  <a:pt x="1398175" y="1850803"/>
                </a:cubicBezTo>
                <a:cubicBezTo>
                  <a:pt x="1397794" y="1848041"/>
                  <a:pt x="1397508" y="1846612"/>
                  <a:pt x="1396079" y="1846612"/>
                </a:cubicBezTo>
                <a:cubicBezTo>
                  <a:pt x="1394651" y="1846612"/>
                  <a:pt x="1394365" y="1848041"/>
                  <a:pt x="1393984" y="1850803"/>
                </a:cubicBezTo>
                <a:cubicBezTo>
                  <a:pt x="1393603" y="1847945"/>
                  <a:pt x="1393317" y="1846612"/>
                  <a:pt x="1391888" y="1846612"/>
                </a:cubicBezTo>
                <a:cubicBezTo>
                  <a:pt x="1390460" y="1846612"/>
                  <a:pt x="1390174" y="1848041"/>
                  <a:pt x="1389793" y="1850803"/>
                </a:cubicBezTo>
                <a:cubicBezTo>
                  <a:pt x="1389412" y="1848041"/>
                  <a:pt x="1389126" y="1846612"/>
                  <a:pt x="1387697" y="1846612"/>
                </a:cubicBezTo>
                <a:cubicBezTo>
                  <a:pt x="1386269" y="1846612"/>
                  <a:pt x="1385983" y="1847945"/>
                  <a:pt x="1385602" y="1850707"/>
                </a:cubicBezTo>
                <a:cubicBezTo>
                  <a:pt x="1385221" y="1847945"/>
                  <a:pt x="1384935" y="1846612"/>
                  <a:pt x="1383602" y="1846612"/>
                </a:cubicBezTo>
                <a:cubicBezTo>
                  <a:pt x="1382268" y="1846612"/>
                  <a:pt x="1381887" y="1847945"/>
                  <a:pt x="1381601" y="1850612"/>
                </a:cubicBezTo>
                <a:cubicBezTo>
                  <a:pt x="1381220" y="1847945"/>
                  <a:pt x="1380935" y="1846612"/>
                  <a:pt x="1379601" y="1846612"/>
                </a:cubicBezTo>
                <a:cubicBezTo>
                  <a:pt x="1378268" y="1846612"/>
                  <a:pt x="1377887" y="1847945"/>
                  <a:pt x="1377601" y="1850612"/>
                </a:cubicBezTo>
                <a:cubicBezTo>
                  <a:pt x="1377220" y="1847945"/>
                  <a:pt x="1376934" y="1846612"/>
                  <a:pt x="1375601" y="1846612"/>
                </a:cubicBezTo>
                <a:cubicBezTo>
                  <a:pt x="1374267" y="1846612"/>
                  <a:pt x="1373886" y="1847945"/>
                  <a:pt x="1373600" y="1850517"/>
                </a:cubicBezTo>
                <a:cubicBezTo>
                  <a:pt x="1373315" y="1847850"/>
                  <a:pt x="1372934" y="1846612"/>
                  <a:pt x="1371600" y="1846612"/>
                </a:cubicBezTo>
                <a:cubicBezTo>
                  <a:pt x="1370267" y="1846612"/>
                  <a:pt x="1369886" y="1847945"/>
                  <a:pt x="1369600" y="1850517"/>
                </a:cubicBezTo>
                <a:cubicBezTo>
                  <a:pt x="1369314" y="1847945"/>
                  <a:pt x="1368933" y="1846612"/>
                  <a:pt x="1367600" y="1846612"/>
                </a:cubicBezTo>
                <a:cubicBezTo>
                  <a:pt x="1366266" y="1846612"/>
                  <a:pt x="1365885" y="1847945"/>
                  <a:pt x="1365599" y="1850517"/>
                </a:cubicBezTo>
                <a:cubicBezTo>
                  <a:pt x="1365314" y="1847945"/>
                  <a:pt x="1364932" y="1846612"/>
                  <a:pt x="1363599" y="1846612"/>
                </a:cubicBezTo>
                <a:cubicBezTo>
                  <a:pt x="1362266" y="1846612"/>
                  <a:pt x="1361885" y="1847945"/>
                  <a:pt x="1361599" y="1850422"/>
                </a:cubicBezTo>
                <a:cubicBezTo>
                  <a:pt x="1361313" y="1847850"/>
                  <a:pt x="1360932" y="1846612"/>
                  <a:pt x="1359599" y="1846612"/>
                </a:cubicBezTo>
                <a:cubicBezTo>
                  <a:pt x="1358265" y="1846612"/>
                  <a:pt x="1357979" y="1847850"/>
                  <a:pt x="1357598" y="1850422"/>
                </a:cubicBezTo>
                <a:cubicBezTo>
                  <a:pt x="1357313" y="1847850"/>
                  <a:pt x="1356932" y="1846612"/>
                  <a:pt x="1355598" y="1846612"/>
                </a:cubicBezTo>
                <a:cubicBezTo>
                  <a:pt x="1354265" y="1846612"/>
                  <a:pt x="1353979" y="1847850"/>
                  <a:pt x="1353598" y="1850422"/>
                </a:cubicBezTo>
                <a:cubicBezTo>
                  <a:pt x="1353312" y="1847850"/>
                  <a:pt x="1352931" y="1846612"/>
                  <a:pt x="1351598" y="1846612"/>
                </a:cubicBezTo>
                <a:cubicBezTo>
                  <a:pt x="1350264" y="1846612"/>
                  <a:pt x="1349978" y="1847850"/>
                  <a:pt x="1349597" y="1850422"/>
                </a:cubicBezTo>
                <a:cubicBezTo>
                  <a:pt x="1349312" y="1847850"/>
                  <a:pt x="1348931" y="1846612"/>
                  <a:pt x="1347597" y="1846612"/>
                </a:cubicBezTo>
                <a:cubicBezTo>
                  <a:pt x="1346264" y="1846612"/>
                  <a:pt x="1345978" y="1847850"/>
                  <a:pt x="1345597" y="1850422"/>
                </a:cubicBezTo>
                <a:cubicBezTo>
                  <a:pt x="1345311" y="1847850"/>
                  <a:pt x="1344930" y="1846612"/>
                  <a:pt x="1343597" y="1846612"/>
                </a:cubicBezTo>
                <a:cubicBezTo>
                  <a:pt x="1342263" y="1846612"/>
                  <a:pt x="1341977" y="1847850"/>
                  <a:pt x="1341596" y="1850422"/>
                </a:cubicBezTo>
                <a:cubicBezTo>
                  <a:pt x="1341311" y="1847850"/>
                  <a:pt x="1340930" y="1846612"/>
                  <a:pt x="1339596" y="1846612"/>
                </a:cubicBezTo>
                <a:cubicBezTo>
                  <a:pt x="1338263" y="1846612"/>
                  <a:pt x="1337977" y="1847850"/>
                  <a:pt x="1337596" y="1850422"/>
                </a:cubicBezTo>
                <a:cubicBezTo>
                  <a:pt x="1337310" y="1847850"/>
                  <a:pt x="1336929" y="1846612"/>
                  <a:pt x="1335596" y="1846612"/>
                </a:cubicBezTo>
                <a:cubicBezTo>
                  <a:pt x="1334262" y="1846612"/>
                  <a:pt x="1333976" y="1847945"/>
                  <a:pt x="1333595" y="1850327"/>
                </a:cubicBezTo>
                <a:cubicBezTo>
                  <a:pt x="1333500" y="1849660"/>
                  <a:pt x="1333500" y="1848993"/>
                  <a:pt x="1333214" y="1848326"/>
                </a:cubicBezTo>
                <a:cubicBezTo>
                  <a:pt x="1333214" y="1848231"/>
                  <a:pt x="1333024" y="1848136"/>
                  <a:pt x="1333024" y="1847945"/>
                </a:cubicBezTo>
                <a:cubicBezTo>
                  <a:pt x="1333024" y="1847755"/>
                  <a:pt x="1332833" y="1847564"/>
                  <a:pt x="1332643" y="1847469"/>
                </a:cubicBezTo>
                <a:cubicBezTo>
                  <a:pt x="1331500" y="1845374"/>
                  <a:pt x="1329881" y="1843659"/>
                  <a:pt x="1327690" y="1842707"/>
                </a:cubicBezTo>
                <a:cubicBezTo>
                  <a:pt x="1325118" y="1841659"/>
                  <a:pt x="1322356" y="1841659"/>
                  <a:pt x="1319784" y="1842707"/>
                </a:cubicBezTo>
                <a:cubicBezTo>
                  <a:pt x="1317212" y="1843754"/>
                  <a:pt x="1315212" y="1845755"/>
                  <a:pt x="1314164" y="1848231"/>
                </a:cubicBezTo>
                <a:cubicBezTo>
                  <a:pt x="1313878" y="1848898"/>
                  <a:pt x="1313878" y="1849660"/>
                  <a:pt x="1313688" y="1850422"/>
                </a:cubicBezTo>
                <a:lnTo>
                  <a:pt x="1271111" y="1850422"/>
                </a:lnTo>
                <a:lnTo>
                  <a:pt x="1251204" y="1822609"/>
                </a:lnTo>
                <a:lnTo>
                  <a:pt x="1122331" y="1822609"/>
                </a:lnTo>
                <a:lnTo>
                  <a:pt x="1075658" y="1770698"/>
                </a:lnTo>
                <a:lnTo>
                  <a:pt x="1248632" y="1770698"/>
                </a:lnTo>
                <a:lnTo>
                  <a:pt x="1268540" y="1798511"/>
                </a:lnTo>
                <a:lnTo>
                  <a:pt x="1313688" y="1798511"/>
                </a:lnTo>
                <a:cubicBezTo>
                  <a:pt x="1313783" y="1798987"/>
                  <a:pt x="1313783" y="1799558"/>
                  <a:pt x="1313974" y="1800035"/>
                </a:cubicBezTo>
                <a:cubicBezTo>
                  <a:pt x="1315593" y="1804035"/>
                  <a:pt x="1319403" y="1806416"/>
                  <a:pt x="1323499" y="1806416"/>
                </a:cubicBezTo>
                <a:cubicBezTo>
                  <a:pt x="1324832" y="1806416"/>
                  <a:pt x="1326071" y="1806131"/>
                  <a:pt x="1327404" y="1805654"/>
                </a:cubicBezTo>
                <a:cubicBezTo>
                  <a:pt x="1329595" y="1804797"/>
                  <a:pt x="1331214" y="1803178"/>
                  <a:pt x="1332262" y="1801178"/>
                </a:cubicBezTo>
                <a:cubicBezTo>
                  <a:pt x="1332548" y="1801463"/>
                  <a:pt x="1332833" y="1801749"/>
                  <a:pt x="1333310" y="1801749"/>
                </a:cubicBezTo>
                <a:cubicBezTo>
                  <a:pt x="1334643" y="1801749"/>
                  <a:pt x="1335024" y="1800416"/>
                  <a:pt x="1335310" y="1797844"/>
                </a:cubicBezTo>
                <a:cubicBezTo>
                  <a:pt x="1335596" y="1800416"/>
                  <a:pt x="1335977" y="1801749"/>
                  <a:pt x="1337310" y="1801749"/>
                </a:cubicBezTo>
                <a:cubicBezTo>
                  <a:pt x="1338644" y="1801749"/>
                  <a:pt x="1338929" y="1800511"/>
                  <a:pt x="1339310" y="1797939"/>
                </a:cubicBezTo>
                <a:cubicBezTo>
                  <a:pt x="1339596" y="1800511"/>
                  <a:pt x="1339977" y="1801749"/>
                  <a:pt x="1341311" y="1801749"/>
                </a:cubicBezTo>
                <a:cubicBezTo>
                  <a:pt x="1342644" y="1801749"/>
                  <a:pt x="1342930" y="1800511"/>
                  <a:pt x="1343311" y="1797939"/>
                </a:cubicBezTo>
                <a:cubicBezTo>
                  <a:pt x="1343597" y="1800511"/>
                  <a:pt x="1343978" y="1801749"/>
                  <a:pt x="1345311" y="1801749"/>
                </a:cubicBezTo>
                <a:cubicBezTo>
                  <a:pt x="1346645" y="1801749"/>
                  <a:pt x="1346930" y="1800511"/>
                  <a:pt x="1347311" y="1797939"/>
                </a:cubicBezTo>
                <a:cubicBezTo>
                  <a:pt x="1347597" y="1800511"/>
                  <a:pt x="1347978" y="1801749"/>
                  <a:pt x="1349312" y="1801749"/>
                </a:cubicBezTo>
                <a:cubicBezTo>
                  <a:pt x="1350645" y="1801749"/>
                  <a:pt x="1350931" y="1800511"/>
                  <a:pt x="1351312" y="1797939"/>
                </a:cubicBezTo>
                <a:cubicBezTo>
                  <a:pt x="1351598" y="1800511"/>
                  <a:pt x="1351978" y="1801749"/>
                  <a:pt x="1353312" y="1801749"/>
                </a:cubicBezTo>
                <a:cubicBezTo>
                  <a:pt x="1354646" y="1801749"/>
                  <a:pt x="1354931" y="1800511"/>
                  <a:pt x="1355312" y="1797939"/>
                </a:cubicBezTo>
                <a:cubicBezTo>
                  <a:pt x="1355598" y="1800511"/>
                  <a:pt x="1355979" y="1801749"/>
                  <a:pt x="1357313" y="1801749"/>
                </a:cubicBezTo>
                <a:cubicBezTo>
                  <a:pt x="1358646" y="1801749"/>
                  <a:pt x="1358932" y="1800511"/>
                  <a:pt x="1359313" y="1797939"/>
                </a:cubicBezTo>
                <a:cubicBezTo>
                  <a:pt x="1359599" y="1800511"/>
                  <a:pt x="1359980" y="1801749"/>
                  <a:pt x="1361313" y="1801749"/>
                </a:cubicBezTo>
                <a:cubicBezTo>
                  <a:pt x="1362647" y="1801749"/>
                  <a:pt x="1363028" y="1800416"/>
                  <a:pt x="1363313" y="1797939"/>
                </a:cubicBezTo>
                <a:cubicBezTo>
                  <a:pt x="1363599" y="1800511"/>
                  <a:pt x="1363980" y="1801749"/>
                  <a:pt x="1365314" y="1801749"/>
                </a:cubicBezTo>
                <a:cubicBezTo>
                  <a:pt x="1366647" y="1801749"/>
                  <a:pt x="1367028" y="1800416"/>
                  <a:pt x="1367314" y="1797844"/>
                </a:cubicBezTo>
                <a:cubicBezTo>
                  <a:pt x="1367600" y="1800416"/>
                  <a:pt x="1367981" y="1801749"/>
                  <a:pt x="1369314" y="1801749"/>
                </a:cubicBezTo>
                <a:cubicBezTo>
                  <a:pt x="1370648" y="1801749"/>
                  <a:pt x="1371028" y="1800416"/>
                  <a:pt x="1371314" y="1797844"/>
                </a:cubicBezTo>
                <a:cubicBezTo>
                  <a:pt x="1371695" y="1800511"/>
                  <a:pt x="1371981" y="1801749"/>
                  <a:pt x="1373315" y="1801749"/>
                </a:cubicBezTo>
                <a:cubicBezTo>
                  <a:pt x="1374648" y="1801749"/>
                  <a:pt x="1375029" y="1800416"/>
                  <a:pt x="1375315" y="1797749"/>
                </a:cubicBezTo>
                <a:cubicBezTo>
                  <a:pt x="1375696" y="1800416"/>
                  <a:pt x="1375982" y="1801749"/>
                  <a:pt x="1377315" y="1801749"/>
                </a:cubicBezTo>
                <a:cubicBezTo>
                  <a:pt x="1378649" y="1801749"/>
                  <a:pt x="1379030" y="1800416"/>
                  <a:pt x="1379315" y="1797749"/>
                </a:cubicBezTo>
                <a:cubicBezTo>
                  <a:pt x="1379696" y="1800416"/>
                  <a:pt x="1379982" y="1801749"/>
                  <a:pt x="1381316" y="1801749"/>
                </a:cubicBezTo>
                <a:cubicBezTo>
                  <a:pt x="1382649" y="1801749"/>
                  <a:pt x="1383030" y="1800416"/>
                  <a:pt x="1383316" y="1797653"/>
                </a:cubicBezTo>
                <a:cubicBezTo>
                  <a:pt x="1383697" y="1800320"/>
                  <a:pt x="1383982" y="1801749"/>
                  <a:pt x="1385316" y="1801749"/>
                </a:cubicBezTo>
                <a:cubicBezTo>
                  <a:pt x="1386650" y="1801749"/>
                  <a:pt x="1387031" y="1800320"/>
                  <a:pt x="1387412" y="1797653"/>
                </a:cubicBezTo>
                <a:cubicBezTo>
                  <a:pt x="1387793" y="1800416"/>
                  <a:pt x="1388078" y="1801749"/>
                  <a:pt x="1389507" y="1801749"/>
                </a:cubicBezTo>
                <a:cubicBezTo>
                  <a:pt x="1390936" y="1801749"/>
                  <a:pt x="1391222" y="1800320"/>
                  <a:pt x="1391603" y="1797558"/>
                </a:cubicBezTo>
                <a:cubicBezTo>
                  <a:pt x="1391984" y="1800320"/>
                  <a:pt x="1392269" y="1801749"/>
                  <a:pt x="1393698" y="1801749"/>
                </a:cubicBezTo>
                <a:cubicBezTo>
                  <a:pt x="1395127" y="1801749"/>
                  <a:pt x="1395413" y="1800320"/>
                  <a:pt x="1395794" y="1797558"/>
                </a:cubicBezTo>
                <a:cubicBezTo>
                  <a:pt x="1396175" y="1800416"/>
                  <a:pt x="1396460" y="1801749"/>
                  <a:pt x="1397889" y="1801749"/>
                </a:cubicBezTo>
                <a:cubicBezTo>
                  <a:pt x="1399318" y="1801749"/>
                  <a:pt x="1399603" y="1800320"/>
                  <a:pt x="1399985" y="1797558"/>
                </a:cubicBezTo>
                <a:cubicBezTo>
                  <a:pt x="1400366" y="1800320"/>
                  <a:pt x="1400651" y="1801749"/>
                  <a:pt x="1402080" y="1801749"/>
                </a:cubicBezTo>
                <a:cubicBezTo>
                  <a:pt x="1403509" y="1801749"/>
                  <a:pt x="1403795" y="1800320"/>
                  <a:pt x="1404176" y="1797558"/>
                </a:cubicBezTo>
                <a:cubicBezTo>
                  <a:pt x="1404557" y="1800320"/>
                  <a:pt x="1404842" y="1801749"/>
                  <a:pt x="1406271" y="1801749"/>
                </a:cubicBezTo>
                <a:cubicBezTo>
                  <a:pt x="1407700" y="1801749"/>
                  <a:pt x="1407986" y="1800320"/>
                  <a:pt x="1408367" y="1797653"/>
                </a:cubicBezTo>
                <a:cubicBezTo>
                  <a:pt x="1408748" y="1800416"/>
                  <a:pt x="1409033" y="1801749"/>
                  <a:pt x="1410462" y="1801749"/>
                </a:cubicBezTo>
                <a:cubicBezTo>
                  <a:pt x="1411891" y="1801749"/>
                  <a:pt x="1412177" y="1800416"/>
                  <a:pt x="1412557" y="1797653"/>
                </a:cubicBezTo>
                <a:cubicBezTo>
                  <a:pt x="1412939" y="1800416"/>
                  <a:pt x="1413224" y="1801749"/>
                  <a:pt x="1414653" y="1801749"/>
                </a:cubicBezTo>
                <a:cubicBezTo>
                  <a:pt x="1416082" y="1801749"/>
                  <a:pt x="1416368" y="1800320"/>
                  <a:pt x="1416749" y="1797653"/>
                </a:cubicBezTo>
                <a:cubicBezTo>
                  <a:pt x="1417130" y="1800416"/>
                  <a:pt x="1417415" y="1801749"/>
                  <a:pt x="1418844" y="1801749"/>
                </a:cubicBezTo>
                <a:cubicBezTo>
                  <a:pt x="1420273" y="1801749"/>
                  <a:pt x="1420559" y="1800320"/>
                  <a:pt x="1420940" y="1797558"/>
                </a:cubicBezTo>
                <a:cubicBezTo>
                  <a:pt x="1421321" y="1800320"/>
                  <a:pt x="1421606" y="1801749"/>
                  <a:pt x="1423035" y="1801749"/>
                </a:cubicBezTo>
                <a:cubicBezTo>
                  <a:pt x="1424464" y="1801749"/>
                  <a:pt x="1424750" y="1800320"/>
                  <a:pt x="1425131" y="1797558"/>
                </a:cubicBezTo>
                <a:cubicBezTo>
                  <a:pt x="1425512" y="1800416"/>
                  <a:pt x="1425797" y="1801749"/>
                  <a:pt x="1427226" y="1801749"/>
                </a:cubicBezTo>
                <a:cubicBezTo>
                  <a:pt x="1428655" y="1801749"/>
                  <a:pt x="1428941" y="1800320"/>
                  <a:pt x="1429322" y="1797463"/>
                </a:cubicBezTo>
                <a:cubicBezTo>
                  <a:pt x="1429703" y="1800225"/>
                  <a:pt x="1429988" y="1801749"/>
                  <a:pt x="1431417" y="1801749"/>
                </a:cubicBezTo>
                <a:cubicBezTo>
                  <a:pt x="1432846" y="1801749"/>
                  <a:pt x="1433132" y="1800320"/>
                  <a:pt x="1433513" y="1797463"/>
                </a:cubicBezTo>
                <a:cubicBezTo>
                  <a:pt x="1433894" y="1800320"/>
                  <a:pt x="1434179" y="1801749"/>
                  <a:pt x="1435608" y="1801749"/>
                </a:cubicBezTo>
                <a:cubicBezTo>
                  <a:pt x="1437037" y="1801749"/>
                  <a:pt x="1437323" y="1800416"/>
                  <a:pt x="1437703" y="1797653"/>
                </a:cubicBezTo>
                <a:cubicBezTo>
                  <a:pt x="1438085" y="1800416"/>
                  <a:pt x="1438370" y="1801749"/>
                  <a:pt x="1439799" y="1801749"/>
                </a:cubicBezTo>
                <a:cubicBezTo>
                  <a:pt x="1441228" y="1801749"/>
                  <a:pt x="1441514" y="1800416"/>
                  <a:pt x="1441799" y="1797653"/>
                </a:cubicBezTo>
                <a:cubicBezTo>
                  <a:pt x="1442180" y="1800320"/>
                  <a:pt x="1442466" y="1801749"/>
                  <a:pt x="1443800" y="1801749"/>
                </a:cubicBezTo>
                <a:cubicBezTo>
                  <a:pt x="1445133" y="1801749"/>
                  <a:pt x="1445514" y="1800416"/>
                  <a:pt x="1445800" y="1797653"/>
                </a:cubicBezTo>
                <a:cubicBezTo>
                  <a:pt x="1446181" y="1800416"/>
                  <a:pt x="1446467" y="1801749"/>
                  <a:pt x="1447800" y="1801749"/>
                </a:cubicBezTo>
                <a:cubicBezTo>
                  <a:pt x="1449134" y="1801749"/>
                  <a:pt x="1449515" y="1800320"/>
                  <a:pt x="1449896" y="1797558"/>
                </a:cubicBezTo>
                <a:cubicBezTo>
                  <a:pt x="1450277" y="1800320"/>
                  <a:pt x="1450562" y="1801749"/>
                  <a:pt x="1451991" y="1801749"/>
                </a:cubicBezTo>
                <a:cubicBezTo>
                  <a:pt x="1453420" y="1801749"/>
                  <a:pt x="1453706" y="1800225"/>
                  <a:pt x="1454087" y="1797368"/>
                </a:cubicBezTo>
                <a:cubicBezTo>
                  <a:pt x="1454468" y="1800225"/>
                  <a:pt x="1454753" y="1801749"/>
                  <a:pt x="1456182" y="1801749"/>
                </a:cubicBezTo>
                <a:cubicBezTo>
                  <a:pt x="1457611" y="1801749"/>
                  <a:pt x="1457897" y="1800225"/>
                  <a:pt x="1458278" y="1797368"/>
                </a:cubicBezTo>
                <a:cubicBezTo>
                  <a:pt x="1458659" y="1800225"/>
                  <a:pt x="1458944" y="1801749"/>
                  <a:pt x="1460373" y="1801749"/>
                </a:cubicBezTo>
                <a:cubicBezTo>
                  <a:pt x="1461802" y="1801749"/>
                  <a:pt x="1462088" y="1800225"/>
                  <a:pt x="1462469" y="1797368"/>
                </a:cubicBezTo>
                <a:cubicBezTo>
                  <a:pt x="1462850" y="1800225"/>
                  <a:pt x="1463135" y="1801749"/>
                  <a:pt x="1464564" y="1801749"/>
                </a:cubicBezTo>
                <a:cubicBezTo>
                  <a:pt x="1465993" y="1801749"/>
                  <a:pt x="1466278" y="1800225"/>
                  <a:pt x="1466660" y="1797368"/>
                </a:cubicBezTo>
                <a:cubicBezTo>
                  <a:pt x="1467041" y="1800225"/>
                  <a:pt x="1467326" y="1801749"/>
                  <a:pt x="1468755" y="1801749"/>
                </a:cubicBezTo>
                <a:cubicBezTo>
                  <a:pt x="1470184" y="1801749"/>
                  <a:pt x="1470565" y="1800130"/>
                  <a:pt x="1470851" y="1797272"/>
                </a:cubicBezTo>
                <a:cubicBezTo>
                  <a:pt x="1471232" y="1800225"/>
                  <a:pt x="1471517" y="1801749"/>
                  <a:pt x="1473041" y="1801749"/>
                </a:cubicBezTo>
                <a:cubicBezTo>
                  <a:pt x="1474565" y="1801749"/>
                  <a:pt x="1474851" y="1800130"/>
                  <a:pt x="1475232" y="1797082"/>
                </a:cubicBezTo>
                <a:cubicBezTo>
                  <a:pt x="1475613" y="1800035"/>
                  <a:pt x="1475899" y="1801654"/>
                  <a:pt x="1477423" y="1801749"/>
                </a:cubicBezTo>
                <a:cubicBezTo>
                  <a:pt x="1479328" y="1804702"/>
                  <a:pt x="1482566" y="1806512"/>
                  <a:pt x="1485995" y="1806512"/>
                </a:cubicBezTo>
                <a:cubicBezTo>
                  <a:pt x="1487329" y="1806512"/>
                  <a:pt x="1488567" y="1806226"/>
                  <a:pt x="1489901" y="1805750"/>
                </a:cubicBezTo>
                <a:cubicBezTo>
                  <a:pt x="1492472" y="1804702"/>
                  <a:pt x="1494473" y="1802702"/>
                  <a:pt x="1495520" y="1800225"/>
                </a:cubicBezTo>
                <a:cubicBezTo>
                  <a:pt x="1496568" y="1797653"/>
                  <a:pt x="1496568" y="1794891"/>
                  <a:pt x="1495520" y="1792319"/>
                </a:cubicBezTo>
                <a:cubicBezTo>
                  <a:pt x="1494473" y="1789748"/>
                  <a:pt x="1492472" y="1787747"/>
                  <a:pt x="1489996" y="1786700"/>
                </a:cubicBezTo>
                <a:cubicBezTo>
                  <a:pt x="1487424" y="1785652"/>
                  <a:pt x="1484662" y="1785652"/>
                  <a:pt x="1482090" y="1786700"/>
                </a:cubicBezTo>
                <a:cubicBezTo>
                  <a:pt x="1479614" y="1787747"/>
                  <a:pt x="1477804" y="1789652"/>
                  <a:pt x="1476756" y="1791843"/>
                </a:cubicBezTo>
                <a:cubicBezTo>
                  <a:pt x="1476470" y="1791081"/>
                  <a:pt x="1475994" y="1790605"/>
                  <a:pt x="1475327" y="1790605"/>
                </a:cubicBezTo>
                <a:cubicBezTo>
                  <a:pt x="1473899" y="1790605"/>
                  <a:pt x="1473518" y="1792224"/>
                  <a:pt x="1473137" y="1795272"/>
                </a:cubicBezTo>
                <a:cubicBezTo>
                  <a:pt x="1472756" y="1792319"/>
                  <a:pt x="1472470" y="1790605"/>
                  <a:pt x="1470946" y="1790605"/>
                </a:cubicBezTo>
                <a:cubicBezTo>
                  <a:pt x="1469422" y="1790605"/>
                  <a:pt x="1469231" y="1792129"/>
                  <a:pt x="1468850" y="1794986"/>
                </a:cubicBezTo>
                <a:cubicBezTo>
                  <a:pt x="1468469" y="1792129"/>
                  <a:pt x="1468184" y="1790605"/>
                  <a:pt x="1466755" y="1790605"/>
                </a:cubicBezTo>
                <a:cubicBezTo>
                  <a:pt x="1465326" y="1790605"/>
                  <a:pt x="1465040" y="1792224"/>
                  <a:pt x="1464659" y="1795082"/>
                </a:cubicBezTo>
                <a:cubicBezTo>
                  <a:pt x="1464278" y="1792224"/>
                  <a:pt x="1463993" y="1790605"/>
                  <a:pt x="1462564" y="1790605"/>
                </a:cubicBezTo>
                <a:cubicBezTo>
                  <a:pt x="1461135" y="1790605"/>
                  <a:pt x="1460849" y="1792129"/>
                  <a:pt x="1460468" y="1794986"/>
                </a:cubicBezTo>
                <a:cubicBezTo>
                  <a:pt x="1460087" y="1792129"/>
                  <a:pt x="1459802" y="1790605"/>
                  <a:pt x="1458373" y="1790605"/>
                </a:cubicBezTo>
                <a:cubicBezTo>
                  <a:pt x="1456944" y="1790605"/>
                  <a:pt x="1456658" y="1792129"/>
                  <a:pt x="1456277" y="1794986"/>
                </a:cubicBezTo>
                <a:cubicBezTo>
                  <a:pt x="1455896" y="1792129"/>
                  <a:pt x="1455611" y="1790605"/>
                  <a:pt x="1454182" y="1790605"/>
                </a:cubicBezTo>
                <a:cubicBezTo>
                  <a:pt x="1452753" y="1790605"/>
                  <a:pt x="1452467" y="1792129"/>
                  <a:pt x="1452086" y="1794891"/>
                </a:cubicBezTo>
                <a:cubicBezTo>
                  <a:pt x="1451705" y="1792034"/>
                  <a:pt x="1451420" y="1790605"/>
                  <a:pt x="1449991" y="1790605"/>
                </a:cubicBezTo>
                <a:cubicBezTo>
                  <a:pt x="1448562" y="1790605"/>
                  <a:pt x="1448276" y="1792034"/>
                  <a:pt x="1447895" y="1794701"/>
                </a:cubicBezTo>
                <a:cubicBezTo>
                  <a:pt x="1447514" y="1791938"/>
                  <a:pt x="1447228" y="1790605"/>
                  <a:pt x="1445800" y="1790605"/>
                </a:cubicBezTo>
                <a:cubicBezTo>
                  <a:pt x="1444371" y="1790605"/>
                  <a:pt x="1444085" y="1791938"/>
                  <a:pt x="1443800" y="1794701"/>
                </a:cubicBezTo>
                <a:cubicBezTo>
                  <a:pt x="1443419" y="1791938"/>
                  <a:pt x="1443133" y="1790605"/>
                  <a:pt x="1441799" y="1790605"/>
                </a:cubicBezTo>
                <a:cubicBezTo>
                  <a:pt x="1440466" y="1790605"/>
                  <a:pt x="1440085" y="1791938"/>
                  <a:pt x="1439799" y="1794701"/>
                </a:cubicBezTo>
                <a:cubicBezTo>
                  <a:pt x="1439418" y="1791938"/>
                  <a:pt x="1439132" y="1790605"/>
                  <a:pt x="1437799" y="1790605"/>
                </a:cubicBezTo>
                <a:cubicBezTo>
                  <a:pt x="1436465" y="1790605"/>
                  <a:pt x="1436084" y="1792034"/>
                  <a:pt x="1435703" y="1794796"/>
                </a:cubicBezTo>
                <a:cubicBezTo>
                  <a:pt x="1435322" y="1792034"/>
                  <a:pt x="1435037" y="1790605"/>
                  <a:pt x="1433608" y="1790605"/>
                </a:cubicBezTo>
                <a:cubicBezTo>
                  <a:pt x="1432179" y="1790605"/>
                  <a:pt x="1431893" y="1792129"/>
                  <a:pt x="1431512" y="1794891"/>
                </a:cubicBezTo>
                <a:cubicBezTo>
                  <a:pt x="1431131" y="1792129"/>
                  <a:pt x="1430846" y="1790605"/>
                  <a:pt x="1429417" y="1790605"/>
                </a:cubicBezTo>
                <a:cubicBezTo>
                  <a:pt x="1427988" y="1790605"/>
                  <a:pt x="1427702" y="1792129"/>
                  <a:pt x="1427321" y="1794891"/>
                </a:cubicBezTo>
                <a:cubicBezTo>
                  <a:pt x="1426940" y="1792034"/>
                  <a:pt x="1426655" y="1790605"/>
                  <a:pt x="1425226" y="1790605"/>
                </a:cubicBezTo>
                <a:cubicBezTo>
                  <a:pt x="1423797" y="1790605"/>
                  <a:pt x="1423511" y="1792034"/>
                  <a:pt x="1423130" y="1794796"/>
                </a:cubicBezTo>
                <a:cubicBezTo>
                  <a:pt x="1422749" y="1792034"/>
                  <a:pt x="1422464" y="1790605"/>
                  <a:pt x="1421035" y="1790605"/>
                </a:cubicBezTo>
                <a:cubicBezTo>
                  <a:pt x="1419606" y="1790605"/>
                  <a:pt x="1419320" y="1792034"/>
                  <a:pt x="1418939" y="1794701"/>
                </a:cubicBezTo>
                <a:cubicBezTo>
                  <a:pt x="1418558" y="1791938"/>
                  <a:pt x="1418273" y="1790605"/>
                  <a:pt x="1416844" y="1790605"/>
                </a:cubicBezTo>
                <a:cubicBezTo>
                  <a:pt x="1415415" y="1790605"/>
                  <a:pt x="1415129" y="1792034"/>
                  <a:pt x="1414748" y="1794701"/>
                </a:cubicBezTo>
                <a:cubicBezTo>
                  <a:pt x="1414367" y="1791938"/>
                  <a:pt x="1414082" y="1790605"/>
                  <a:pt x="1412653" y="1790605"/>
                </a:cubicBezTo>
                <a:cubicBezTo>
                  <a:pt x="1411224" y="1790605"/>
                  <a:pt x="1410938" y="1791938"/>
                  <a:pt x="1410557" y="1794701"/>
                </a:cubicBezTo>
                <a:cubicBezTo>
                  <a:pt x="1410176" y="1791938"/>
                  <a:pt x="1409891" y="1790605"/>
                  <a:pt x="1408462" y="1790605"/>
                </a:cubicBezTo>
                <a:cubicBezTo>
                  <a:pt x="1407033" y="1790605"/>
                  <a:pt x="1406747" y="1791938"/>
                  <a:pt x="1406366" y="1794701"/>
                </a:cubicBezTo>
                <a:cubicBezTo>
                  <a:pt x="1405985" y="1791938"/>
                  <a:pt x="1405700" y="1790605"/>
                  <a:pt x="1404271" y="1790605"/>
                </a:cubicBezTo>
                <a:cubicBezTo>
                  <a:pt x="1402842" y="1790605"/>
                  <a:pt x="1402556" y="1792034"/>
                  <a:pt x="1402175" y="1794796"/>
                </a:cubicBezTo>
                <a:cubicBezTo>
                  <a:pt x="1401794" y="1792034"/>
                  <a:pt x="1401509" y="1790605"/>
                  <a:pt x="1400080" y="1790605"/>
                </a:cubicBezTo>
                <a:cubicBezTo>
                  <a:pt x="1398651" y="1790605"/>
                  <a:pt x="1398365" y="1792034"/>
                  <a:pt x="1397984" y="1794796"/>
                </a:cubicBezTo>
                <a:cubicBezTo>
                  <a:pt x="1397603" y="1792034"/>
                  <a:pt x="1397318" y="1790605"/>
                  <a:pt x="1395889" y="1790605"/>
                </a:cubicBezTo>
                <a:cubicBezTo>
                  <a:pt x="1394460" y="1790605"/>
                  <a:pt x="1394174" y="1792034"/>
                  <a:pt x="1393793" y="1794796"/>
                </a:cubicBezTo>
                <a:cubicBezTo>
                  <a:pt x="1393412" y="1791938"/>
                  <a:pt x="1393127" y="1790605"/>
                  <a:pt x="1391698" y="1790605"/>
                </a:cubicBezTo>
                <a:cubicBezTo>
                  <a:pt x="1390269" y="1790605"/>
                  <a:pt x="1389983" y="1792034"/>
                  <a:pt x="1389602" y="1794796"/>
                </a:cubicBezTo>
                <a:cubicBezTo>
                  <a:pt x="1389221" y="1792034"/>
                  <a:pt x="1388936" y="1790605"/>
                  <a:pt x="1387507" y="1790605"/>
                </a:cubicBezTo>
                <a:cubicBezTo>
                  <a:pt x="1386078" y="1790605"/>
                  <a:pt x="1385792" y="1791938"/>
                  <a:pt x="1385411" y="1794701"/>
                </a:cubicBezTo>
                <a:cubicBezTo>
                  <a:pt x="1385030" y="1791938"/>
                  <a:pt x="1384745" y="1790605"/>
                  <a:pt x="1383411" y="1790605"/>
                </a:cubicBezTo>
                <a:cubicBezTo>
                  <a:pt x="1382078" y="1790605"/>
                  <a:pt x="1381697" y="1791938"/>
                  <a:pt x="1381411" y="1794605"/>
                </a:cubicBezTo>
                <a:cubicBezTo>
                  <a:pt x="1381030" y="1791938"/>
                  <a:pt x="1380744" y="1790605"/>
                  <a:pt x="1379411" y="1790605"/>
                </a:cubicBezTo>
                <a:cubicBezTo>
                  <a:pt x="1378077" y="1790605"/>
                  <a:pt x="1377696" y="1791938"/>
                  <a:pt x="1377410" y="1794605"/>
                </a:cubicBezTo>
                <a:cubicBezTo>
                  <a:pt x="1377029" y="1791938"/>
                  <a:pt x="1376744" y="1790605"/>
                  <a:pt x="1375410" y="1790605"/>
                </a:cubicBezTo>
                <a:cubicBezTo>
                  <a:pt x="1374077" y="1790605"/>
                  <a:pt x="1373696" y="1791938"/>
                  <a:pt x="1373410" y="1794510"/>
                </a:cubicBezTo>
                <a:cubicBezTo>
                  <a:pt x="1373124" y="1791843"/>
                  <a:pt x="1372743" y="1790605"/>
                  <a:pt x="1371410" y="1790605"/>
                </a:cubicBezTo>
                <a:cubicBezTo>
                  <a:pt x="1370076" y="1790605"/>
                  <a:pt x="1369695" y="1791938"/>
                  <a:pt x="1369409" y="1794510"/>
                </a:cubicBezTo>
                <a:cubicBezTo>
                  <a:pt x="1369124" y="1791938"/>
                  <a:pt x="1368743" y="1790605"/>
                  <a:pt x="1367409" y="1790605"/>
                </a:cubicBezTo>
                <a:cubicBezTo>
                  <a:pt x="1366076" y="1790605"/>
                  <a:pt x="1365695" y="1791938"/>
                  <a:pt x="1365409" y="1794510"/>
                </a:cubicBezTo>
                <a:cubicBezTo>
                  <a:pt x="1365123" y="1791938"/>
                  <a:pt x="1364742" y="1790605"/>
                  <a:pt x="1363409" y="1790605"/>
                </a:cubicBezTo>
                <a:cubicBezTo>
                  <a:pt x="1362075" y="1790605"/>
                  <a:pt x="1361694" y="1791938"/>
                  <a:pt x="1361408" y="1794415"/>
                </a:cubicBezTo>
                <a:cubicBezTo>
                  <a:pt x="1361123" y="1791843"/>
                  <a:pt x="1360742" y="1790605"/>
                  <a:pt x="1359408" y="1790605"/>
                </a:cubicBezTo>
                <a:cubicBezTo>
                  <a:pt x="1358075" y="1790605"/>
                  <a:pt x="1357789" y="1791843"/>
                  <a:pt x="1357408" y="1794415"/>
                </a:cubicBezTo>
                <a:cubicBezTo>
                  <a:pt x="1357122" y="1791843"/>
                  <a:pt x="1356741" y="1790605"/>
                  <a:pt x="1355407" y="1790605"/>
                </a:cubicBezTo>
                <a:cubicBezTo>
                  <a:pt x="1354074" y="1790605"/>
                  <a:pt x="1353788" y="1791843"/>
                  <a:pt x="1353407" y="1794415"/>
                </a:cubicBezTo>
                <a:cubicBezTo>
                  <a:pt x="1353122" y="1791843"/>
                  <a:pt x="1352741" y="1790605"/>
                  <a:pt x="1351407" y="1790605"/>
                </a:cubicBezTo>
                <a:cubicBezTo>
                  <a:pt x="1350074" y="1790605"/>
                  <a:pt x="1349788" y="1791843"/>
                  <a:pt x="1349407" y="1794415"/>
                </a:cubicBezTo>
                <a:cubicBezTo>
                  <a:pt x="1349121" y="1791843"/>
                  <a:pt x="1348740" y="1790605"/>
                  <a:pt x="1347407" y="1790605"/>
                </a:cubicBezTo>
                <a:cubicBezTo>
                  <a:pt x="1346073" y="1790605"/>
                  <a:pt x="1345787" y="1791843"/>
                  <a:pt x="1345406" y="1794415"/>
                </a:cubicBezTo>
                <a:cubicBezTo>
                  <a:pt x="1345121" y="1791843"/>
                  <a:pt x="1344740" y="1790605"/>
                  <a:pt x="1343406" y="1790605"/>
                </a:cubicBezTo>
                <a:cubicBezTo>
                  <a:pt x="1342073" y="1790605"/>
                  <a:pt x="1341787" y="1791843"/>
                  <a:pt x="1341406" y="1794415"/>
                </a:cubicBezTo>
                <a:cubicBezTo>
                  <a:pt x="1341120" y="1791843"/>
                  <a:pt x="1340739" y="1790605"/>
                  <a:pt x="1339406" y="1790605"/>
                </a:cubicBezTo>
                <a:cubicBezTo>
                  <a:pt x="1338072" y="1790605"/>
                  <a:pt x="1337786" y="1791843"/>
                  <a:pt x="1337405" y="1794415"/>
                </a:cubicBezTo>
                <a:cubicBezTo>
                  <a:pt x="1337120" y="1791843"/>
                  <a:pt x="1336739" y="1790605"/>
                  <a:pt x="1335405" y="1790605"/>
                </a:cubicBezTo>
                <a:cubicBezTo>
                  <a:pt x="1334072" y="1790605"/>
                  <a:pt x="1333786" y="1791938"/>
                  <a:pt x="1333405" y="1794320"/>
                </a:cubicBezTo>
                <a:cubicBezTo>
                  <a:pt x="1333310" y="1793653"/>
                  <a:pt x="1333310" y="1792986"/>
                  <a:pt x="1333024" y="1792319"/>
                </a:cubicBezTo>
                <a:cubicBezTo>
                  <a:pt x="1333024" y="1792224"/>
                  <a:pt x="1332833" y="1792129"/>
                  <a:pt x="1332833" y="1791938"/>
                </a:cubicBezTo>
                <a:cubicBezTo>
                  <a:pt x="1332833" y="1791748"/>
                  <a:pt x="1332643" y="1791557"/>
                  <a:pt x="1332452" y="1791462"/>
                </a:cubicBezTo>
                <a:cubicBezTo>
                  <a:pt x="1331309" y="1789367"/>
                  <a:pt x="1329690" y="1787652"/>
                  <a:pt x="1327499" y="1786700"/>
                </a:cubicBezTo>
                <a:cubicBezTo>
                  <a:pt x="1324928" y="1785652"/>
                  <a:pt x="1322165" y="1785652"/>
                  <a:pt x="1319594" y="1786700"/>
                </a:cubicBezTo>
                <a:cubicBezTo>
                  <a:pt x="1317022" y="1787747"/>
                  <a:pt x="1315022" y="1789748"/>
                  <a:pt x="1313974" y="1792224"/>
                </a:cubicBezTo>
                <a:cubicBezTo>
                  <a:pt x="1313783" y="1792700"/>
                  <a:pt x="1313783" y="1793272"/>
                  <a:pt x="1313688" y="1793843"/>
                </a:cubicBezTo>
                <a:lnTo>
                  <a:pt x="1271016" y="1793843"/>
                </a:lnTo>
                <a:lnTo>
                  <a:pt x="1251109" y="1766030"/>
                </a:lnTo>
                <a:lnTo>
                  <a:pt x="1075658" y="1766030"/>
                </a:lnTo>
                <a:lnTo>
                  <a:pt x="1122236" y="1714691"/>
                </a:lnTo>
                <a:lnTo>
                  <a:pt x="1248632" y="1714691"/>
                </a:lnTo>
                <a:close/>
                <a:moveTo>
                  <a:pt x="1482662" y="1732978"/>
                </a:moveTo>
                <a:cubicBezTo>
                  <a:pt x="1486662" y="1731359"/>
                  <a:pt x="1491329" y="1733264"/>
                  <a:pt x="1492949" y="1737265"/>
                </a:cubicBezTo>
                <a:cubicBezTo>
                  <a:pt x="1494568" y="1741265"/>
                  <a:pt x="1492663" y="1745932"/>
                  <a:pt x="1488662" y="1747552"/>
                </a:cubicBezTo>
                <a:cubicBezTo>
                  <a:pt x="1486757" y="1748314"/>
                  <a:pt x="1484567" y="1748314"/>
                  <a:pt x="1482662" y="1747552"/>
                </a:cubicBezTo>
                <a:cubicBezTo>
                  <a:pt x="1480757" y="1746695"/>
                  <a:pt x="1479232" y="1745171"/>
                  <a:pt x="1478375" y="1743266"/>
                </a:cubicBezTo>
                <a:cubicBezTo>
                  <a:pt x="1476756" y="1739265"/>
                  <a:pt x="1478661" y="1734598"/>
                  <a:pt x="1482662" y="1732978"/>
                </a:cubicBezTo>
                <a:close/>
                <a:moveTo>
                  <a:pt x="1320641" y="1732978"/>
                </a:moveTo>
                <a:cubicBezTo>
                  <a:pt x="1324547" y="1731359"/>
                  <a:pt x="1329023" y="1733264"/>
                  <a:pt x="1330738" y="1737074"/>
                </a:cubicBezTo>
                <a:cubicBezTo>
                  <a:pt x="1330928" y="1737741"/>
                  <a:pt x="1331119" y="1739360"/>
                  <a:pt x="1331214" y="1740408"/>
                </a:cubicBezTo>
                <a:cubicBezTo>
                  <a:pt x="1331214" y="1740694"/>
                  <a:pt x="1331214" y="1740884"/>
                  <a:pt x="1331214" y="1741075"/>
                </a:cubicBezTo>
                <a:cubicBezTo>
                  <a:pt x="1330928" y="1743837"/>
                  <a:pt x="1329214" y="1746409"/>
                  <a:pt x="1326452" y="1747552"/>
                </a:cubicBezTo>
                <a:cubicBezTo>
                  <a:pt x="1322451" y="1749171"/>
                  <a:pt x="1317784" y="1747266"/>
                  <a:pt x="1316165" y="1743266"/>
                </a:cubicBezTo>
                <a:cubicBezTo>
                  <a:pt x="1314545" y="1739265"/>
                  <a:pt x="1316450" y="1734598"/>
                  <a:pt x="1320451" y="1732978"/>
                </a:cubicBezTo>
                <a:close/>
                <a:moveTo>
                  <a:pt x="894017" y="1722025"/>
                </a:moveTo>
                <a:lnTo>
                  <a:pt x="885063" y="1730978"/>
                </a:lnTo>
                <a:cubicBezTo>
                  <a:pt x="885063" y="1730978"/>
                  <a:pt x="884682" y="1731074"/>
                  <a:pt x="884587" y="1730978"/>
                </a:cubicBezTo>
                <a:lnTo>
                  <a:pt x="875443" y="1721358"/>
                </a:lnTo>
                <a:lnTo>
                  <a:pt x="885063" y="1712214"/>
                </a:lnTo>
                <a:lnTo>
                  <a:pt x="894017" y="1721549"/>
                </a:lnTo>
                <a:lnTo>
                  <a:pt x="894017" y="1721930"/>
                </a:lnTo>
                <a:close/>
                <a:moveTo>
                  <a:pt x="881920" y="1778032"/>
                </a:moveTo>
                <a:cubicBezTo>
                  <a:pt x="881920" y="1778032"/>
                  <a:pt x="881729" y="1778032"/>
                  <a:pt x="881729" y="1777937"/>
                </a:cubicBezTo>
                <a:lnTo>
                  <a:pt x="873252" y="1767745"/>
                </a:lnTo>
                <a:lnTo>
                  <a:pt x="883444" y="1759268"/>
                </a:lnTo>
                <a:lnTo>
                  <a:pt x="891921" y="1769459"/>
                </a:lnTo>
                <a:lnTo>
                  <a:pt x="882015" y="1778032"/>
                </a:lnTo>
                <a:close/>
                <a:moveTo>
                  <a:pt x="893064" y="1819847"/>
                </a:moveTo>
                <a:lnTo>
                  <a:pt x="882872" y="1828324"/>
                </a:lnTo>
                <a:lnTo>
                  <a:pt x="874395" y="1818132"/>
                </a:lnTo>
                <a:lnTo>
                  <a:pt x="884587" y="1809655"/>
                </a:lnTo>
                <a:lnTo>
                  <a:pt x="893159" y="1819561"/>
                </a:lnTo>
                <a:cubicBezTo>
                  <a:pt x="893159" y="1819561"/>
                  <a:pt x="893159" y="1819751"/>
                  <a:pt x="893064" y="1819751"/>
                </a:cubicBezTo>
                <a:close/>
                <a:moveTo>
                  <a:pt x="1062609" y="1783937"/>
                </a:moveTo>
                <a:cubicBezTo>
                  <a:pt x="1055751" y="1793272"/>
                  <a:pt x="1042511" y="1795367"/>
                  <a:pt x="1033082" y="1788509"/>
                </a:cubicBezTo>
                <a:cubicBezTo>
                  <a:pt x="1028510" y="1785176"/>
                  <a:pt x="1025557" y="1780318"/>
                  <a:pt x="1024700" y="1774698"/>
                </a:cubicBezTo>
                <a:cubicBezTo>
                  <a:pt x="1023842" y="1769174"/>
                  <a:pt x="1025176" y="1763554"/>
                  <a:pt x="1028510" y="1758982"/>
                </a:cubicBezTo>
                <a:cubicBezTo>
                  <a:pt x="1031843" y="1754410"/>
                  <a:pt x="1036701" y="1751457"/>
                  <a:pt x="1042321" y="1750600"/>
                </a:cubicBezTo>
                <a:cubicBezTo>
                  <a:pt x="1047845" y="1749743"/>
                  <a:pt x="1053465" y="1751076"/>
                  <a:pt x="1058037" y="1754410"/>
                </a:cubicBezTo>
                <a:cubicBezTo>
                  <a:pt x="1062609" y="1757744"/>
                  <a:pt x="1065562" y="1762601"/>
                  <a:pt x="1066419" y="1768221"/>
                </a:cubicBezTo>
                <a:cubicBezTo>
                  <a:pt x="1067276" y="1773746"/>
                  <a:pt x="1065943" y="1779365"/>
                  <a:pt x="1062609" y="1783842"/>
                </a:cubicBezTo>
                <a:close/>
                <a:moveTo>
                  <a:pt x="1482662" y="1845183"/>
                </a:moveTo>
                <a:cubicBezTo>
                  <a:pt x="1486662" y="1843564"/>
                  <a:pt x="1491329" y="1845469"/>
                  <a:pt x="1492949" y="1849469"/>
                </a:cubicBezTo>
                <a:cubicBezTo>
                  <a:pt x="1493711" y="1851374"/>
                  <a:pt x="1493711" y="1853565"/>
                  <a:pt x="1492949" y="1855470"/>
                </a:cubicBezTo>
                <a:cubicBezTo>
                  <a:pt x="1492091" y="1857375"/>
                  <a:pt x="1490567" y="1858899"/>
                  <a:pt x="1488662" y="1859756"/>
                </a:cubicBezTo>
                <a:cubicBezTo>
                  <a:pt x="1484662" y="1861376"/>
                  <a:pt x="1479995" y="1859471"/>
                  <a:pt x="1478375" y="1855470"/>
                </a:cubicBezTo>
                <a:cubicBezTo>
                  <a:pt x="1476756" y="1851470"/>
                  <a:pt x="1478661" y="1846802"/>
                  <a:pt x="1482662" y="1845183"/>
                </a:cubicBezTo>
                <a:close/>
                <a:moveTo>
                  <a:pt x="1320641" y="1845183"/>
                </a:moveTo>
                <a:cubicBezTo>
                  <a:pt x="1321594" y="1844802"/>
                  <a:pt x="1322642" y="1844612"/>
                  <a:pt x="1323594" y="1844612"/>
                </a:cubicBezTo>
                <a:cubicBezTo>
                  <a:pt x="1326642" y="1844612"/>
                  <a:pt x="1329404" y="1846326"/>
                  <a:pt x="1330738" y="1849184"/>
                </a:cubicBezTo>
                <a:cubicBezTo>
                  <a:pt x="1330928" y="1849850"/>
                  <a:pt x="1331119" y="1851470"/>
                  <a:pt x="1331309" y="1852613"/>
                </a:cubicBezTo>
                <a:cubicBezTo>
                  <a:pt x="1331309" y="1852898"/>
                  <a:pt x="1331309" y="1853089"/>
                  <a:pt x="1331309" y="1853279"/>
                </a:cubicBezTo>
                <a:cubicBezTo>
                  <a:pt x="1331309" y="1854041"/>
                  <a:pt x="1331119" y="1854803"/>
                  <a:pt x="1330833" y="1855470"/>
                </a:cubicBezTo>
                <a:cubicBezTo>
                  <a:pt x="1329976" y="1857375"/>
                  <a:pt x="1328452" y="1858899"/>
                  <a:pt x="1326547" y="1859756"/>
                </a:cubicBezTo>
                <a:cubicBezTo>
                  <a:pt x="1322546" y="1861376"/>
                  <a:pt x="1317879" y="1859471"/>
                  <a:pt x="1316260" y="1855470"/>
                </a:cubicBezTo>
                <a:cubicBezTo>
                  <a:pt x="1314641" y="1851470"/>
                  <a:pt x="1316546" y="1846802"/>
                  <a:pt x="1320546" y="1845183"/>
                </a:cubicBezTo>
                <a:close/>
                <a:moveTo>
                  <a:pt x="1482662" y="1789081"/>
                </a:moveTo>
                <a:cubicBezTo>
                  <a:pt x="1486662" y="1787462"/>
                  <a:pt x="1491329" y="1789367"/>
                  <a:pt x="1492949" y="1793367"/>
                </a:cubicBezTo>
                <a:cubicBezTo>
                  <a:pt x="1494568" y="1797368"/>
                  <a:pt x="1492663" y="1802035"/>
                  <a:pt x="1488662" y="1803654"/>
                </a:cubicBezTo>
                <a:cubicBezTo>
                  <a:pt x="1484662" y="1805273"/>
                  <a:pt x="1479995" y="1803368"/>
                  <a:pt x="1478375" y="1799368"/>
                </a:cubicBezTo>
                <a:cubicBezTo>
                  <a:pt x="1476756" y="1795367"/>
                  <a:pt x="1478661" y="1790700"/>
                  <a:pt x="1482662" y="1789081"/>
                </a:cubicBezTo>
                <a:close/>
                <a:moveTo>
                  <a:pt x="1320641" y="1789081"/>
                </a:moveTo>
                <a:cubicBezTo>
                  <a:pt x="1321594" y="1788700"/>
                  <a:pt x="1322642" y="1788509"/>
                  <a:pt x="1323594" y="1788509"/>
                </a:cubicBezTo>
                <a:cubicBezTo>
                  <a:pt x="1326642" y="1788509"/>
                  <a:pt x="1329404" y="1790224"/>
                  <a:pt x="1330738" y="1793081"/>
                </a:cubicBezTo>
                <a:cubicBezTo>
                  <a:pt x="1330928" y="1793748"/>
                  <a:pt x="1331119" y="1795367"/>
                  <a:pt x="1331309" y="1796510"/>
                </a:cubicBezTo>
                <a:cubicBezTo>
                  <a:pt x="1331309" y="1796796"/>
                  <a:pt x="1331309" y="1796987"/>
                  <a:pt x="1331309" y="1797177"/>
                </a:cubicBezTo>
                <a:cubicBezTo>
                  <a:pt x="1331024" y="1799939"/>
                  <a:pt x="1329309" y="1802511"/>
                  <a:pt x="1326547" y="1803654"/>
                </a:cubicBezTo>
                <a:cubicBezTo>
                  <a:pt x="1322546" y="1805273"/>
                  <a:pt x="1317879" y="1803368"/>
                  <a:pt x="1316260" y="1799368"/>
                </a:cubicBezTo>
                <a:cubicBezTo>
                  <a:pt x="1314641" y="1795367"/>
                  <a:pt x="1316546" y="1790700"/>
                  <a:pt x="1320546" y="1789081"/>
                </a:cubicBezTo>
                <a:close/>
                <a:moveTo>
                  <a:pt x="1073753" y="1843945"/>
                </a:moveTo>
                <a:cubicBezTo>
                  <a:pt x="1072420" y="1843945"/>
                  <a:pt x="1071372" y="1844993"/>
                  <a:pt x="1071372" y="1846326"/>
                </a:cubicBezTo>
                <a:lnTo>
                  <a:pt x="1071372" y="1866328"/>
                </a:lnTo>
                <a:cubicBezTo>
                  <a:pt x="1071372" y="1867662"/>
                  <a:pt x="1072420" y="1868710"/>
                  <a:pt x="1073753" y="1868710"/>
                </a:cubicBezTo>
                <a:lnTo>
                  <a:pt x="1093756" y="1868710"/>
                </a:lnTo>
                <a:cubicBezTo>
                  <a:pt x="1095089" y="1868710"/>
                  <a:pt x="1096137" y="1867662"/>
                  <a:pt x="1096137" y="1866328"/>
                </a:cubicBezTo>
                <a:lnTo>
                  <a:pt x="1096137" y="1846326"/>
                </a:lnTo>
                <a:cubicBezTo>
                  <a:pt x="1096137" y="1844993"/>
                  <a:pt x="1095089" y="1843945"/>
                  <a:pt x="1093756" y="1843945"/>
                </a:cubicBezTo>
                <a:lnTo>
                  <a:pt x="1073753" y="1843945"/>
                </a:lnTo>
                <a:close/>
                <a:moveTo>
                  <a:pt x="1091375" y="1863947"/>
                </a:moveTo>
                <a:lnTo>
                  <a:pt x="1076135" y="1863947"/>
                </a:lnTo>
                <a:lnTo>
                  <a:pt x="1076135" y="1848707"/>
                </a:lnTo>
                <a:lnTo>
                  <a:pt x="1091375" y="1848707"/>
                </a:lnTo>
                <a:lnTo>
                  <a:pt x="1091375" y="1863947"/>
                </a:lnTo>
                <a:close/>
                <a:moveTo>
                  <a:pt x="404336" y="4382548"/>
                </a:moveTo>
                <a:lnTo>
                  <a:pt x="409575" y="4378262"/>
                </a:lnTo>
                <a:lnTo>
                  <a:pt x="414147" y="4383786"/>
                </a:lnTo>
                <a:lnTo>
                  <a:pt x="408908" y="4388072"/>
                </a:lnTo>
                <a:lnTo>
                  <a:pt x="404336" y="4382548"/>
                </a:lnTo>
                <a:close/>
                <a:moveTo>
                  <a:pt x="1111949" y="1843945"/>
                </a:moveTo>
                <a:cubicBezTo>
                  <a:pt x="1110615" y="1843945"/>
                  <a:pt x="1109567" y="1844993"/>
                  <a:pt x="1109567" y="1846326"/>
                </a:cubicBezTo>
                <a:lnTo>
                  <a:pt x="1109567" y="1866328"/>
                </a:lnTo>
                <a:cubicBezTo>
                  <a:pt x="1109567" y="1867662"/>
                  <a:pt x="1110615" y="1868710"/>
                  <a:pt x="1111949" y="1868710"/>
                </a:cubicBezTo>
                <a:lnTo>
                  <a:pt x="1131951" y="1868710"/>
                </a:lnTo>
                <a:cubicBezTo>
                  <a:pt x="1133285" y="1868710"/>
                  <a:pt x="1134332" y="1867662"/>
                  <a:pt x="1134332" y="1866328"/>
                </a:cubicBezTo>
                <a:lnTo>
                  <a:pt x="1134332" y="1846326"/>
                </a:lnTo>
                <a:cubicBezTo>
                  <a:pt x="1134332" y="1844993"/>
                  <a:pt x="1133285" y="1843945"/>
                  <a:pt x="1131951" y="1843945"/>
                </a:cubicBezTo>
                <a:lnTo>
                  <a:pt x="1111949" y="1843945"/>
                </a:lnTo>
                <a:close/>
                <a:moveTo>
                  <a:pt x="1129570" y="1863947"/>
                </a:moveTo>
                <a:lnTo>
                  <a:pt x="1114330" y="1863947"/>
                </a:lnTo>
                <a:lnTo>
                  <a:pt x="1114330" y="1848707"/>
                </a:lnTo>
                <a:lnTo>
                  <a:pt x="1129570" y="1848707"/>
                </a:lnTo>
                <a:lnTo>
                  <a:pt x="1129570" y="1863947"/>
                </a:lnTo>
                <a:close/>
                <a:moveTo>
                  <a:pt x="736854" y="2244757"/>
                </a:moveTo>
                <a:lnTo>
                  <a:pt x="744188" y="2251805"/>
                </a:lnTo>
                <a:lnTo>
                  <a:pt x="739235" y="2256949"/>
                </a:lnTo>
                <a:lnTo>
                  <a:pt x="731901" y="2249900"/>
                </a:lnTo>
                <a:lnTo>
                  <a:pt x="736854" y="2244757"/>
                </a:lnTo>
                <a:close/>
                <a:moveTo>
                  <a:pt x="2555558" y="632841"/>
                </a:moveTo>
                <a:cubicBezTo>
                  <a:pt x="2556986" y="625983"/>
                  <a:pt x="2563654" y="621506"/>
                  <a:pt x="2570607" y="622840"/>
                </a:cubicBezTo>
                <a:cubicBezTo>
                  <a:pt x="2577465" y="624269"/>
                  <a:pt x="2581942" y="630936"/>
                  <a:pt x="2580609" y="637889"/>
                </a:cubicBezTo>
                <a:cubicBezTo>
                  <a:pt x="2579275" y="644843"/>
                  <a:pt x="2572512" y="649224"/>
                  <a:pt x="2565559" y="647891"/>
                </a:cubicBezTo>
                <a:cubicBezTo>
                  <a:pt x="2558701" y="646462"/>
                  <a:pt x="2554224" y="639794"/>
                  <a:pt x="2555558" y="632841"/>
                </a:cubicBezTo>
                <a:close/>
                <a:moveTo>
                  <a:pt x="2555081" y="702945"/>
                </a:moveTo>
                <a:cubicBezTo>
                  <a:pt x="2556510" y="696087"/>
                  <a:pt x="2563178" y="691610"/>
                  <a:pt x="2570131" y="692944"/>
                </a:cubicBezTo>
                <a:cubicBezTo>
                  <a:pt x="2576989" y="694373"/>
                  <a:pt x="2581466" y="701040"/>
                  <a:pt x="2580132" y="707993"/>
                </a:cubicBezTo>
                <a:cubicBezTo>
                  <a:pt x="2578799" y="714947"/>
                  <a:pt x="2572036" y="719328"/>
                  <a:pt x="2565083" y="717995"/>
                </a:cubicBezTo>
                <a:cubicBezTo>
                  <a:pt x="2558129" y="716661"/>
                  <a:pt x="2553748" y="709898"/>
                  <a:pt x="2555081" y="702945"/>
                </a:cubicBezTo>
                <a:close/>
                <a:moveTo>
                  <a:pt x="1043273" y="1862519"/>
                </a:moveTo>
                <a:lnTo>
                  <a:pt x="1043273" y="1843469"/>
                </a:lnTo>
                <a:cubicBezTo>
                  <a:pt x="1043273" y="1843469"/>
                  <a:pt x="1048036" y="1843469"/>
                  <a:pt x="1048036" y="1843469"/>
                </a:cubicBezTo>
                <a:lnTo>
                  <a:pt x="1048036" y="1862519"/>
                </a:lnTo>
                <a:cubicBezTo>
                  <a:pt x="1048036" y="1862519"/>
                  <a:pt x="1043273" y="1862519"/>
                  <a:pt x="1043273" y="1862519"/>
                </a:cubicBezTo>
                <a:close/>
                <a:moveTo>
                  <a:pt x="1048036" y="1805369"/>
                </a:moveTo>
                <a:lnTo>
                  <a:pt x="1048036" y="1824419"/>
                </a:lnTo>
                <a:cubicBezTo>
                  <a:pt x="1048036" y="1824419"/>
                  <a:pt x="1043273" y="1824419"/>
                  <a:pt x="1043273" y="1824419"/>
                </a:cubicBezTo>
                <a:lnTo>
                  <a:pt x="1043273" y="1805369"/>
                </a:lnTo>
                <a:cubicBezTo>
                  <a:pt x="1043273" y="1805369"/>
                  <a:pt x="1048036" y="1805369"/>
                  <a:pt x="1048036" y="1805369"/>
                </a:cubicBezTo>
                <a:close/>
                <a:moveTo>
                  <a:pt x="753904" y="2271046"/>
                </a:moveTo>
                <a:lnTo>
                  <a:pt x="746570" y="2263997"/>
                </a:lnTo>
                <a:lnTo>
                  <a:pt x="751523" y="2258854"/>
                </a:lnTo>
                <a:lnTo>
                  <a:pt x="758857" y="2265902"/>
                </a:lnTo>
                <a:lnTo>
                  <a:pt x="753904" y="2271046"/>
                </a:lnTo>
                <a:close/>
                <a:moveTo>
                  <a:pt x="1150144" y="1843945"/>
                </a:moveTo>
                <a:cubicBezTo>
                  <a:pt x="1148810" y="1843945"/>
                  <a:pt x="1147763" y="1844993"/>
                  <a:pt x="1147763" y="1846326"/>
                </a:cubicBezTo>
                <a:lnTo>
                  <a:pt x="1147763" y="1866328"/>
                </a:lnTo>
                <a:cubicBezTo>
                  <a:pt x="1147763" y="1867662"/>
                  <a:pt x="1148810" y="1868710"/>
                  <a:pt x="1150144" y="1868710"/>
                </a:cubicBezTo>
                <a:lnTo>
                  <a:pt x="1170146" y="1868710"/>
                </a:lnTo>
                <a:cubicBezTo>
                  <a:pt x="1171480" y="1868710"/>
                  <a:pt x="1172528" y="1867662"/>
                  <a:pt x="1172528" y="1866328"/>
                </a:cubicBezTo>
                <a:lnTo>
                  <a:pt x="1172528" y="1846326"/>
                </a:lnTo>
                <a:cubicBezTo>
                  <a:pt x="1172528" y="1844993"/>
                  <a:pt x="1171480" y="1843945"/>
                  <a:pt x="1170146" y="1843945"/>
                </a:cubicBezTo>
                <a:lnTo>
                  <a:pt x="1150144" y="1843945"/>
                </a:lnTo>
                <a:close/>
                <a:moveTo>
                  <a:pt x="1167765" y="1863947"/>
                </a:moveTo>
                <a:lnTo>
                  <a:pt x="1152525" y="1863947"/>
                </a:lnTo>
                <a:lnTo>
                  <a:pt x="1152525" y="1848707"/>
                </a:lnTo>
                <a:lnTo>
                  <a:pt x="1167765" y="1848707"/>
                </a:lnTo>
                <a:lnTo>
                  <a:pt x="1167765" y="1863947"/>
                </a:lnTo>
                <a:close/>
                <a:moveTo>
                  <a:pt x="739235" y="2275332"/>
                </a:moveTo>
                <a:lnTo>
                  <a:pt x="750856" y="2275332"/>
                </a:lnTo>
                <a:cubicBezTo>
                  <a:pt x="750856" y="2275332"/>
                  <a:pt x="750856" y="2282381"/>
                  <a:pt x="750856" y="2282381"/>
                </a:cubicBezTo>
                <a:lnTo>
                  <a:pt x="739235" y="2282381"/>
                </a:lnTo>
                <a:cubicBezTo>
                  <a:pt x="739235" y="2282381"/>
                  <a:pt x="739235" y="2275332"/>
                  <a:pt x="739235" y="2275332"/>
                </a:cubicBezTo>
                <a:close/>
                <a:moveTo>
                  <a:pt x="1804416" y="1162526"/>
                </a:moveTo>
                <a:lnTo>
                  <a:pt x="1777460" y="1137666"/>
                </a:lnTo>
                <a:lnTo>
                  <a:pt x="1667637" y="1137190"/>
                </a:lnTo>
                <a:cubicBezTo>
                  <a:pt x="1667447" y="1136618"/>
                  <a:pt x="1667351" y="1136047"/>
                  <a:pt x="1667066" y="1135475"/>
                </a:cubicBezTo>
                <a:cubicBezTo>
                  <a:pt x="1664208" y="1129379"/>
                  <a:pt x="1656874" y="1126903"/>
                  <a:pt x="1650873" y="1129760"/>
                </a:cubicBezTo>
                <a:cubicBezTo>
                  <a:pt x="1644777" y="1132618"/>
                  <a:pt x="1642301" y="1139952"/>
                  <a:pt x="1645158" y="1145953"/>
                </a:cubicBezTo>
                <a:cubicBezTo>
                  <a:pt x="1648016" y="1152049"/>
                  <a:pt x="1655350" y="1154525"/>
                  <a:pt x="1661351" y="1151668"/>
                </a:cubicBezTo>
                <a:cubicBezTo>
                  <a:pt x="1662779" y="1151001"/>
                  <a:pt x="1666208" y="1148239"/>
                  <a:pt x="1667637" y="1144334"/>
                </a:cubicBezTo>
                <a:lnTo>
                  <a:pt x="1774698" y="1144810"/>
                </a:lnTo>
                <a:lnTo>
                  <a:pt x="1801654" y="1169670"/>
                </a:lnTo>
                <a:lnTo>
                  <a:pt x="1965960" y="1169670"/>
                </a:lnTo>
                <a:lnTo>
                  <a:pt x="2012728" y="1131856"/>
                </a:lnTo>
                <a:lnTo>
                  <a:pt x="2012728" y="1044131"/>
                </a:lnTo>
                <a:lnTo>
                  <a:pt x="2016157" y="1044131"/>
                </a:lnTo>
                <a:cubicBezTo>
                  <a:pt x="2022443" y="1044131"/>
                  <a:pt x="2027587" y="1038987"/>
                  <a:pt x="2027587" y="1032701"/>
                </a:cubicBezTo>
                <a:lnTo>
                  <a:pt x="2027587" y="981361"/>
                </a:lnTo>
                <a:cubicBezTo>
                  <a:pt x="2027587" y="975074"/>
                  <a:pt x="2022443" y="969931"/>
                  <a:pt x="2016157" y="969931"/>
                </a:cubicBezTo>
                <a:lnTo>
                  <a:pt x="2012728" y="969931"/>
                </a:lnTo>
                <a:lnTo>
                  <a:pt x="2012156" y="752666"/>
                </a:lnTo>
                <a:lnTo>
                  <a:pt x="2300859" y="508921"/>
                </a:lnTo>
                <a:cubicBezTo>
                  <a:pt x="2307241" y="515303"/>
                  <a:pt x="2317433" y="516350"/>
                  <a:pt x="2324957" y="510826"/>
                </a:cubicBezTo>
                <a:cubicBezTo>
                  <a:pt x="2333244" y="504730"/>
                  <a:pt x="2334959" y="493109"/>
                  <a:pt x="2328958" y="484918"/>
                </a:cubicBezTo>
                <a:cubicBezTo>
                  <a:pt x="2325338" y="479965"/>
                  <a:pt x="2319719" y="477393"/>
                  <a:pt x="2314004" y="477393"/>
                </a:cubicBezTo>
                <a:cubicBezTo>
                  <a:pt x="2310194" y="477393"/>
                  <a:pt x="2306384" y="478536"/>
                  <a:pt x="2303050" y="481013"/>
                </a:cubicBezTo>
                <a:cubicBezTo>
                  <a:pt x="2296001" y="486156"/>
                  <a:pt x="2293715" y="495395"/>
                  <a:pt x="2296954" y="503111"/>
                </a:cubicBezTo>
                <a:lnTo>
                  <a:pt x="2006346" y="748475"/>
                </a:lnTo>
                <a:lnTo>
                  <a:pt x="2005108" y="749522"/>
                </a:lnTo>
                <a:lnTo>
                  <a:pt x="2005679" y="970026"/>
                </a:lnTo>
                <a:lnTo>
                  <a:pt x="2002250" y="970026"/>
                </a:lnTo>
                <a:cubicBezTo>
                  <a:pt x="1995964" y="970026"/>
                  <a:pt x="1990820" y="975170"/>
                  <a:pt x="1990820" y="981456"/>
                </a:cubicBezTo>
                <a:lnTo>
                  <a:pt x="1990820" y="1032796"/>
                </a:lnTo>
                <a:cubicBezTo>
                  <a:pt x="1990820" y="1039082"/>
                  <a:pt x="1995964" y="1044226"/>
                  <a:pt x="2002250" y="1044226"/>
                </a:cubicBezTo>
                <a:lnTo>
                  <a:pt x="2005679" y="1044226"/>
                </a:lnTo>
                <a:lnTo>
                  <a:pt x="2005679" y="1128522"/>
                </a:lnTo>
                <a:lnTo>
                  <a:pt x="1963484" y="1162622"/>
                </a:lnTo>
                <a:lnTo>
                  <a:pt x="1804511" y="1162622"/>
                </a:lnTo>
                <a:close/>
                <a:moveTo>
                  <a:pt x="2307241" y="486632"/>
                </a:moveTo>
                <a:cubicBezTo>
                  <a:pt x="2309717" y="484823"/>
                  <a:pt x="2312765" y="484061"/>
                  <a:pt x="2315718" y="484537"/>
                </a:cubicBezTo>
                <a:cubicBezTo>
                  <a:pt x="2318766" y="485013"/>
                  <a:pt x="2321433" y="486632"/>
                  <a:pt x="2323148" y="489109"/>
                </a:cubicBezTo>
                <a:cubicBezTo>
                  <a:pt x="2324957" y="491585"/>
                  <a:pt x="2325719" y="494633"/>
                  <a:pt x="2325243" y="497586"/>
                </a:cubicBezTo>
                <a:cubicBezTo>
                  <a:pt x="2324767" y="500634"/>
                  <a:pt x="2323148" y="503206"/>
                  <a:pt x="2320671" y="505015"/>
                </a:cubicBezTo>
                <a:cubicBezTo>
                  <a:pt x="2315623" y="508730"/>
                  <a:pt x="2308479" y="507683"/>
                  <a:pt x="2304764" y="502539"/>
                </a:cubicBezTo>
                <a:cubicBezTo>
                  <a:pt x="2301050" y="497491"/>
                  <a:pt x="2302097" y="490252"/>
                  <a:pt x="2307241" y="486537"/>
                </a:cubicBezTo>
                <a:close/>
                <a:moveTo>
                  <a:pt x="1997869" y="981361"/>
                </a:moveTo>
                <a:cubicBezTo>
                  <a:pt x="1997869" y="978979"/>
                  <a:pt x="1999774" y="977075"/>
                  <a:pt x="2002155" y="977075"/>
                </a:cubicBezTo>
                <a:lnTo>
                  <a:pt x="2016157" y="977075"/>
                </a:lnTo>
                <a:cubicBezTo>
                  <a:pt x="2018538" y="977075"/>
                  <a:pt x="2020443" y="978979"/>
                  <a:pt x="2020443" y="981361"/>
                </a:cubicBezTo>
                <a:lnTo>
                  <a:pt x="2020443" y="990314"/>
                </a:lnTo>
                <a:lnTo>
                  <a:pt x="1997774" y="990314"/>
                </a:lnTo>
                <a:lnTo>
                  <a:pt x="1997774" y="981361"/>
                </a:lnTo>
                <a:close/>
                <a:moveTo>
                  <a:pt x="2002250" y="1036987"/>
                </a:moveTo>
                <a:cubicBezTo>
                  <a:pt x="1999869" y="1036987"/>
                  <a:pt x="1997964" y="1035082"/>
                  <a:pt x="1997964" y="1032701"/>
                </a:cubicBezTo>
                <a:lnTo>
                  <a:pt x="1997964" y="1020985"/>
                </a:lnTo>
                <a:lnTo>
                  <a:pt x="2020634" y="1020985"/>
                </a:lnTo>
                <a:lnTo>
                  <a:pt x="2020634" y="1032701"/>
                </a:lnTo>
                <a:cubicBezTo>
                  <a:pt x="2020634" y="1035082"/>
                  <a:pt x="2018728" y="1036987"/>
                  <a:pt x="2016347" y="1036987"/>
                </a:cubicBezTo>
                <a:lnTo>
                  <a:pt x="2002346" y="1036987"/>
                </a:lnTo>
                <a:close/>
                <a:moveTo>
                  <a:pt x="1519047" y="1965389"/>
                </a:moveTo>
                <a:lnTo>
                  <a:pt x="1519047" y="1970151"/>
                </a:lnTo>
                <a:lnTo>
                  <a:pt x="1509522" y="1970151"/>
                </a:lnTo>
                <a:lnTo>
                  <a:pt x="1509522" y="1965389"/>
                </a:lnTo>
                <a:lnTo>
                  <a:pt x="1519047" y="1965389"/>
                </a:lnTo>
                <a:close/>
                <a:moveTo>
                  <a:pt x="707041" y="2308384"/>
                </a:moveTo>
                <a:cubicBezTo>
                  <a:pt x="704660" y="2314956"/>
                  <a:pt x="708184" y="2322290"/>
                  <a:pt x="714756" y="2324672"/>
                </a:cubicBezTo>
                <a:cubicBezTo>
                  <a:pt x="716185" y="2325148"/>
                  <a:pt x="717614" y="2325434"/>
                  <a:pt x="719042" y="2325434"/>
                </a:cubicBezTo>
                <a:cubicBezTo>
                  <a:pt x="720947" y="2325434"/>
                  <a:pt x="722757" y="2325053"/>
                  <a:pt x="724472" y="2324195"/>
                </a:cubicBezTo>
                <a:cubicBezTo>
                  <a:pt x="725424" y="2323719"/>
                  <a:pt x="726186" y="2323052"/>
                  <a:pt x="726948" y="2322386"/>
                </a:cubicBezTo>
                <a:lnTo>
                  <a:pt x="790766" y="2392775"/>
                </a:lnTo>
                <a:lnTo>
                  <a:pt x="790099" y="2508790"/>
                </a:lnTo>
                <a:lnTo>
                  <a:pt x="679323" y="2629662"/>
                </a:lnTo>
                <a:cubicBezTo>
                  <a:pt x="678466" y="2628995"/>
                  <a:pt x="677609" y="2628234"/>
                  <a:pt x="676561" y="2627852"/>
                </a:cubicBezTo>
                <a:cubicBezTo>
                  <a:pt x="670084" y="2625185"/>
                  <a:pt x="662654" y="2628329"/>
                  <a:pt x="659987" y="2634805"/>
                </a:cubicBezTo>
                <a:cubicBezTo>
                  <a:pt x="658749" y="2637949"/>
                  <a:pt x="658749" y="2641378"/>
                  <a:pt x="659987" y="2644521"/>
                </a:cubicBezTo>
                <a:cubicBezTo>
                  <a:pt x="661321" y="2647664"/>
                  <a:pt x="663797" y="2650046"/>
                  <a:pt x="666941" y="2651379"/>
                </a:cubicBezTo>
                <a:cubicBezTo>
                  <a:pt x="668465" y="2652046"/>
                  <a:pt x="670084" y="2652332"/>
                  <a:pt x="671703" y="2652332"/>
                </a:cubicBezTo>
                <a:cubicBezTo>
                  <a:pt x="673322" y="2652332"/>
                  <a:pt x="675037" y="2651951"/>
                  <a:pt x="676656" y="2651379"/>
                </a:cubicBezTo>
                <a:cubicBezTo>
                  <a:pt x="679799" y="2650046"/>
                  <a:pt x="682181" y="2647569"/>
                  <a:pt x="683514" y="2644426"/>
                </a:cubicBezTo>
                <a:cubicBezTo>
                  <a:pt x="684752" y="2641283"/>
                  <a:pt x="684752" y="2637854"/>
                  <a:pt x="683514" y="2634710"/>
                </a:cubicBezTo>
                <a:cubicBezTo>
                  <a:pt x="683324" y="2634139"/>
                  <a:pt x="682847" y="2633758"/>
                  <a:pt x="682562" y="2633282"/>
                </a:cubicBezTo>
                <a:lnTo>
                  <a:pt x="794957" y="2510695"/>
                </a:lnTo>
                <a:lnTo>
                  <a:pt x="795623" y="2390966"/>
                </a:lnTo>
                <a:lnTo>
                  <a:pt x="729996" y="2318671"/>
                </a:lnTo>
                <a:cubicBezTo>
                  <a:pt x="730282" y="2318099"/>
                  <a:pt x="730758" y="2317623"/>
                  <a:pt x="730949" y="2316956"/>
                </a:cubicBezTo>
                <a:cubicBezTo>
                  <a:pt x="733330" y="2310384"/>
                  <a:pt x="729806" y="2303050"/>
                  <a:pt x="723233" y="2300669"/>
                </a:cubicBezTo>
                <a:cubicBezTo>
                  <a:pt x="716661" y="2298287"/>
                  <a:pt x="709327" y="2301812"/>
                  <a:pt x="706946" y="2308384"/>
                </a:cubicBezTo>
                <a:close/>
                <a:moveTo>
                  <a:pt x="679133" y="2642521"/>
                </a:moveTo>
                <a:cubicBezTo>
                  <a:pt x="678371" y="2644521"/>
                  <a:pt x="676847" y="2646045"/>
                  <a:pt x="674846" y="2646902"/>
                </a:cubicBezTo>
                <a:cubicBezTo>
                  <a:pt x="672846" y="2647760"/>
                  <a:pt x="670751" y="2647760"/>
                  <a:pt x="668750" y="2646902"/>
                </a:cubicBezTo>
                <a:cubicBezTo>
                  <a:pt x="666750" y="2646140"/>
                  <a:pt x="665226" y="2644617"/>
                  <a:pt x="664464" y="2642616"/>
                </a:cubicBezTo>
                <a:cubicBezTo>
                  <a:pt x="663607" y="2640616"/>
                  <a:pt x="663607" y="2638520"/>
                  <a:pt x="664464" y="2636520"/>
                </a:cubicBezTo>
                <a:cubicBezTo>
                  <a:pt x="666083" y="2632424"/>
                  <a:pt x="670751" y="2630519"/>
                  <a:pt x="674846" y="2632138"/>
                </a:cubicBezTo>
                <a:cubicBezTo>
                  <a:pt x="676847" y="2632901"/>
                  <a:pt x="678371" y="2634425"/>
                  <a:pt x="679133" y="2636425"/>
                </a:cubicBezTo>
                <a:cubicBezTo>
                  <a:pt x="679990" y="2638425"/>
                  <a:pt x="679990" y="2640521"/>
                  <a:pt x="679133" y="2642521"/>
                </a:cubicBezTo>
                <a:close/>
                <a:moveTo>
                  <a:pt x="711518" y="2310003"/>
                </a:moveTo>
                <a:cubicBezTo>
                  <a:pt x="712279" y="2308003"/>
                  <a:pt x="713708" y="2306384"/>
                  <a:pt x="715613" y="2305431"/>
                </a:cubicBezTo>
                <a:cubicBezTo>
                  <a:pt x="716661" y="2304955"/>
                  <a:pt x="717899" y="2304669"/>
                  <a:pt x="719042" y="2304669"/>
                </a:cubicBezTo>
                <a:cubicBezTo>
                  <a:pt x="719900" y="2304669"/>
                  <a:pt x="720852" y="2304860"/>
                  <a:pt x="721709" y="2305145"/>
                </a:cubicBezTo>
                <a:lnTo>
                  <a:pt x="721709" y="2305145"/>
                </a:lnTo>
                <a:cubicBezTo>
                  <a:pt x="725805" y="2306574"/>
                  <a:pt x="727996" y="2311146"/>
                  <a:pt x="726567" y="2315337"/>
                </a:cubicBezTo>
                <a:cubicBezTo>
                  <a:pt x="725900" y="2317337"/>
                  <a:pt x="724376" y="2318957"/>
                  <a:pt x="722471" y="2319814"/>
                </a:cubicBezTo>
                <a:cubicBezTo>
                  <a:pt x="720566" y="2320766"/>
                  <a:pt x="718376" y="2320862"/>
                  <a:pt x="716375" y="2320100"/>
                </a:cubicBezTo>
                <a:cubicBezTo>
                  <a:pt x="712279" y="2318671"/>
                  <a:pt x="710089" y="2314099"/>
                  <a:pt x="711518" y="2309908"/>
                </a:cubicBezTo>
                <a:close/>
                <a:moveTo>
                  <a:pt x="1070610" y="1147477"/>
                </a:moveTo>
                <a:lnTo>
                  <a:pt x="1091375" y="1147477"/>
                </a:lnTo>
                <a:cubicBezTo>
                  <a:pt x="1095185" y="1147477"/>
                  <a:pt x="1098328" y="1144334"/>
                  <a:pt x="1098328" y="1140524"/>
                </a:cubicBezTo>
                <a:lnTo>
                  <a:pt x="1098328" y="1130522"/>
                </a:lnTo>
                <a:cubicBezTo>
                  <a:pt x="1098328" y="1126712"/>
                  <a:pt x="1095185" y="1123569"/>
                  <a:pt x="1091375" y="1123569"/>
                </a:cubicBezTo>
                <a:lnTo>
                  <a:pt x="1070610" y="1123569"/>
                </a:lnTo>
                <a:cubicBezTo>
                  <a:pt x="1066800" y="1123569"/>
                  <a:pt x="1063657" y="1126712"/>
                  <a:pt x="1063657" y="1130522"/>
                </a:cubicBezTo>
                <a:lnTo>
                  <a:pt x="1063657" y="1140524"/>
                </a:lnTo>
                <a:cubicBezTo>
                  <a:pt x="1063657" y="1141762"/>
                  <a:pt x="1064038" y="1142905"/>
                  <a:pt x="1064609" y="1143857"/>
                </a:cubicBezTo>
                <a:lnTo>
                  <a:pt x="980694" y="1217200"/>
                </a:lnTo>
                <a:cubicBezTo>
                  <a:pt x="980123" y="1217676"/>
                  <a:pt x="979837" y="1218343"/>
                  <a:pt x="979837" y="1219010"/>
                </a:cubicBezTo>
                <a:lnTo>
                  <a:pt x="980313" y="1260920"/>
                </a:lnTo>
                <a:cubicBezTo>
                  <a:pt x="974979" y="1261586"/>
                  <a:pt x="970883" y="1265492"/>
                  <a:pt x="969931" y="1270730"/>
                </a:cubicBezTo>
                <a:lnTo>
                  <a:pt x="921829" y="1270730"/>
                </a:lnTo>
                <a:cubicBezTo>
                  <a:pt x="921829" y="1270730"/>
                  <a:pt x="898303" y="1294638"/>
                  <a:pt x="898303" y="1294638"/>
                </a:cubicBezTo>
                <a:lnTo>
                  <a:pt x="829247" y="1294257"/>
                </a:lnTo>
                <a:lnTo>
                  <a:pt x="676942" y="1407128"/>
                </a:lnTo>
                <a:lnTo>
                  <a:pt x="676942" y="1418749"/>
                </a:lnTo>
                <a:lnTo>
                  <a:pt x="672941" y="1418749"/>
                </a:lnTo>
                <a:cubicBezTo>
                  <a:pt x="669227" y="1418749"/>
                  <a:pt x="666083" y="1421797"/>
                  <a:pt x="666083" y="1425607"/>
                </a:cubicBezTo>
                <a:lnTo>
                  <a:pt x="666083" y="1438275"/>
                </a:lnTo>
                <a:cubicBezTo>
                  <a:pt x="666083" y="1439323"/>
                  <a:pt x="666369" y="1440180"/>
                  <a:pt x="666750" y="1441037"/>
                </a:cubicBezTo>
                <a:lnTo>
                  <a:pt x="643223" y="1462183"/>
                </a:lnTo>
                <a:lnTo>
                  <a:pt x="643223" y="1603534"/>
                </a:lnTo>
                <a:lnTo>
                  <a:pt x="647986" y="1603534"/>
                </a:lnTo>
                <a:lnTo>
                  <a:pt x="647986" y="1464278"/>
                </a:lnTo>
                <a:cubicBezTo>
                  <a:pt x="647986" y="1464278"/>
                  <a:pt x="669989" y="1444371"/>
                  <a:pt x="669989" y="1444371"/>
                </a:cubicBezTo>
                <a:lnTo>
                  <a:pt x="669989" y="1444181"/>
                </a:lnTo>
                <a:cubicBezTo>
                  <a:pt x="670751" y="1444657"/>
                  <a:pt x="671703" y="1444943"/>
                  <a:pt x="672846" y="1444943"/>
                </a:cubicBezTo>
                <a:lnTo>
                  <a:pt x="685514" y="1444943"/>
                </a:lnTo>
                <a:cubicBezTo>
                  <a:pt x="689229" y="1444943"/>
                  <a:pt x="692372" y="1441895"/>
                  <a:pt x="692372" y="1438085"/>
                </a:cubicBezTo>
                <a:lnTo>
                  <a:pt x="692372" y="1425416"/>
                </a:lnTo>
                <a:cubicBezTo>
                  <a:pt x="692372" y="1421702"/>
                  <a:pt x="689324" y="1418558"/>
                  <a:pt x="685514" y="1418558"/>
                </a:cubicBezTo>
                <a:lnTo>
                  <a:pt x="681609" y="1418558"/>
                </a:lnTo>
                <a:lnTo>
                  <a:pt x="681609" y="1409319"/>
                </a:lnTo>
                <a:lnTo>
                  <a:pt x="830675" y="1298829"/>
                </a:lnTo>
                <a:lnTo>
                  <a:pt x="900113" y="1299210"/>
                </a:lnTo>
                <a:lnTo>
                  <a:pt x="923735" y="1275302"/>
                </a:lnTo>
                <a:lnTo>
                  <a:pt x="969931" y="1275302"/>
                </a:lnTo>
                <a:cubicBezTo>
                  <a:pt x="971074" y="1281017"/>
                  <a:pt x="975836" y="1285303"/>
                  <a:pt x="981837" y="1285303"/>
                </a:cubicBezTo>
                <a:cubicBezTo>
                  <a:pt x="988695" y="1285303"/>
                  <a:pt x="994220" y="1279779"/>
                  <a:pt x="994220" y="1272921"/>
                </a:cubicBezTo>
                <a:cubicBezTo>
                  <a:pt x="994220" y="1267206"/>
                  <a:pt x="990314" y="1262634"/>
                  <a:pt x="985076" y="1261205"/>
                </a:cubicBezTo>
                <a:lnTo>
                  <a:pt x="984599" y="1219962"/>
                </a:lnTo>
                <a:lnTo>
                  <a:pt x="1068229" y="1146905"/>
                </a:lnTo>
                <a:cubicBezTo>
                  <a:pt x="1068991" y="1147191"/>
                  <a:pt x="1069658" y="1147382"/>
                  <a:pt x="1070515" y="1147382"/>
                </a:cubicBezTo>
                <a:close/>
                <a:moveTo>
                  <a:pt x="1068419" y="1130522"/>
                </a:moveTo>
                <a:cubicBezTo>
                  <a:pt x="1068419" y="1129284"/>
                  <a:pt x="1069372" y="1128332"/>
                  <a:pt x="1070610" y="1128332"/>
                </a:cubicBezTo>
                <a:lnTo>
                  <a:pt x="1091375" y="1128332"/>
                </a:lnTo>
                <a:cubicBezTo>
                  <a:pt x="1092613" y="1128332"/>
                  <a:pt x="1093565" y="1129284"/>
                  <a:pt x="1093565" y="1130522"/>
                </a:cubicBezTo>
                <a:lnTo>
                  <a:pt x="1093565" y="1140524"/>
                </a:lnTo>
                <a:cubicBezTo>
                  <a:pt x="1093565" y="1141762"/>
                  <a:pt x="1092613" y="1142714"/>
                  <a:pt x="1091375" y="1142714"/>
                </a:cubicBezTo>
                <a:lnTo>
                  <a:pt x="1070610" y="1142714"/>
                </a:lnTo>
                <a:cubicBezTo>
                  <a:pt x="1069372" y="1142714"/>
                  <a:pt x="1068419" y="1141762"/>
                  <a:pt x="1068419" y="1140524"/>
                </a:cubicBezTo>
                <a:lnTo>
                  <a:pt x="1068419" y="1130522"/>
                </a:lnTo>
                <a:close/>
                <a:moveTo>
                  <a:pt x="685514" y="1423511"/>
                </a:moveTo>
                <a:cubicBezTo>
                  <a:pt x="686657" y="1423511"/>
                  <a:pt x="687610" y="1424464"/>
                  <a:pt x="687610" y="1425607"/>
                </a:cubicBezTo>
                <a:lnTo>
                  <a:pt x="687610" y="1438275"/>
                </a:lnTo>
                <a:cubicBezTo>
                  <a:pt x="687610" y="1439418"/>
                  <a:pt x="686657" y="1440371"/>
                  <a:pt x="685514" y="1440371"/>
                </a:cubicBezTo>
                <a:lnTo>
                  <a:pt x="672846" y="1440371"/>
                </a:lnTo>
                <a:cubicBezTo>
                  <a:pt x="671703" y="1440371"/>
                  <a:pt x="670751" y="1439418"/>
                  <a:pt x="670751" y="1438275"/>
                </a:cubicBezTo>
                <a:lnTo>
                  <a:pt x="670751" y="1425607"/>
                </a:lnTo>
                <a:cubicBezTo>
                  <a:pt x="670751" y="1424464"/>
                  <a:pt x="671703" y="1423511"/>
                  <a:pt x="672846" y="1423511"/>
                </a:cubicBezTo>
                <a:lnTo>
                  <a:pt x="685514" y="1423511"/>
                </a:lnTo>
                <a:close/>
                <a:moveTo>
                  <a:pt x="989457" y="1273016"/>
                </a:moveTo>
                <a:cubicBezTo>
                  <a:pt x="989457" y="1277207"/>
                  <a:pt x="986028" y="1280636"/>
                  <a:pt x="981837" y="1280636"/>
                </a:cubicBezTo>
                <a:cubicBezTo>
                  <a:pt x="977646" y="1280636"/>
                  <a:pt x="974217" y="1277207"/>
                  <a:pt x="974217" y="1273016"/>
                </a:cubicBezTo>
                <a:cubicBezTo>
                  <a:pt x="974217" y="1268825"/>
                  <a:pt x="977646" y="1265396"/>
                  <a:pt x="981837" y="1265396"/>
                </a:cubicBezTo>
                <a:cubicBezTo>
                  <a:pt x="986028" y="1265396"/>
                  <a:pt x="989457" y="1268825"/>
                  <a:pt x="989457" y="1273016"/>
                </a:cubicBezTo>
                <a:close/>
                <a:moveTo>
                  <a:pt x="184785" y="2834450"/>
                </a:moveTo>
                <a:lnTo>
                  <a:pt x="184785" y="2834450"/>
                </a:lnTo>
                <a:cubicBezTo>
                  <a:pt x="183928" y="2827496"/>
                  <a:pt x="177641" y="2822734"/>
                  <a:pt x="170688" y="2823496"/>
                </a:cubicBezTo>
                <a:cubicBezTo>
                  <a:pt x="167354" y="2823877"/>
                  <a:pt x="164402" y="2825592"/>
                  <a:pt x="162306" y="2828259"/>
                </a:cubicBezTo>
                <a:cubicBezTo>
                  <a:pt x="160782" y="2830163"/>
                  <a:pt x="160211" y="2832449"/>
                  <a:pt x="159925" y="2834830"/>
                </a:cubicBezTo>
                <a:lnTo>
                  <a:pt x="77915" y="2834830"/>
                </a:lnTo>
                <a:lnTo>
                  <a:pt x="53721" y="2856929"/>
                </a:lnTo>
                <a:lnTo>
                  <a:pt x="95" y="2856929"/>
                </a:lnTo>
                <a:lnTo>
                  <a:pt x="95" y="2859310"/>
                </a:lnTo>
                <a:lnTo>
                  <a:pt x="54578" y="2859310"/>
                </a:lnTo>
                <a:lnTo>
                  <a:pt x="78772" y="2837212"/>
                </a:lnTo>
                <a:lnTo>
                  <a:pt x="159639" y="2837212"/>
                </a:lnTo>
                <a:cubicBezTo>
                  <a:pt x="159639" y="2837212"/>
                  <a:pt x="159639" y="2837498"/>
                  <a:pt x="159639" y="2837593"/>
                </a:cubicBezTo>
                <a:cubicBezTo>
                  <a:pt x="160496" y="2843975"/>
                  <a:pt x="165926" y="2848642"/>
                  <a:pt x="172212" y="2848642"/>
                </a:cubicBezTo>
                <a:cubicBezTo>
                  <a:pt x="172783" y="2848642"/>
                  <a:pt x="173260" y="2848642"/>
                  <a:pt x="173831" y="2848547"/>
                </a:cubicBezTo>
                <a:cubicBezTo>
                  <a:pt x="180785" y="2847689"/>
                  <a:pt x="185642" y="2841308"/>
                  <a:pt x="184785" y="2834450"/>
                </a:cubicBezTo>
                <a:close/>
                <a:moveTo>
                  <a:pt x="173260" y="2843879"/>
                </a:moveTo>
                <a:cubicBezTo>
                  <a:pt x="169069" y="2844546"/>
                  <a:pt x="164973" y="2841403"/>
                  <a:pt x="164402" y="2837117"/>
                </a:cubicBezTo>
                <a:cubicBezTo>
                  <a:pt x="164116" y="2835021"/>
                  <a:pt x="164687" y="2832926"/>
                  <a:pt x="166021" y="2831306"/>
                </a:cubicBezTo>
                <a:cubicBezTo>
                  <a:pt x="167354" y="2829687"/>
                  <a:pt x="169164" y="2828544"/>
                  <a:pt x="171260" y="2828354"/>
                </a:cubicBezTo>
                <a:cubicBezTo>
                  <a:pt x="171641" y="2828354"/>
                  <a:pt x="171926" y="2828354"/>
                  <a:pt x="172212" y="2828354"/>
                </a:cubicBezTo>
                <a:cubicBezTo>
                  <a:pt x="176117" y="2828354"/>
                  <a:pt x="179546" y="2831306"/>
                  <a:pt x="180023" y="2835212"/>
                </a:cubicBezTo>
                <a:cubicBezTo>
                  <a:pt x="180594" y="2839498"/>
                  <a:pt x="177546" y="2843498"/>
                  <a:pt x="173165" y="2843975"/>
                </a:cubicBezTo>
                <a:close/>
                <a:moveTo>
                  <a:pt x="676466" y="1821466"/>
                </a:moveTo>
                <a:lnTo>
                  <a:pt x="666750" y="1829943"/>
                </a:lnTo>
                <a:cubicBezTo>
                  <a:pt x="665702" y="1830800"/>
                  <a:pt x="665131" y="1832039"/>
                  <a:pt x="665036" y="1833467"/>
                </a:cubicBezTo>
                <a:cubicBezTo>
                  <a:pt x="665036" y="1834801"/>
                  <a:pt x="665417" y="1836134"/>
                  <a:pt x="666274" y="1837182"/>
                </a:cubicBezTo>
                <a:lnTo>
                  <a:pt x="674751" y="1846898"/>
                </a:lnTo>
                <a:cubicBezTo>
                  <a:pt x="675799" y="1848041"/>
                  <a:pt x="677132" y="1848612"/>
                  <a:pt x="678561" y="1848612"/>
                </a:cubicBezTo>
                <a:cubicBezTo>
                  <a:pt x="679704" y="1848612"/>
                  <a:pt x="680942" y="1848231"/>
                  <a:pt x="681895" y="1847374"/>
                </a:cubicBezTo>
                <a:lnTo>
                  <a:pt x="691610" y="1838897"/>
                </a:lnTo>
                <a:cubicBezTo>
                  <a:pt x="692277" y="1838325"/>
                  <a:pt x="692658" y="1837658"/>
                  <a:pt x="692944" y="1836896"/>
                </a:cubicBezTo>
                <a:lnTo>
                  <a:pt x="779431" y="1836896"/>
                </a:lnTo>
                <a:lnTo>
                  <a:pt x="845249" y="1912525"/>
                </a:lnTo>
                <a:lnTo>
                  <a:pt x="845249" y="1998155"/>
                </a:lnTo>
                <a:lnTo>
                  <a:pt x="859536" y="2018348"/>
                </a:lnTo>
                <a:lnTo>
                  <a:pt x="859346" y="2106454"/>
                </a:lnTo>
                <a:lnTo>
                  <a:pt x="927259" y="2172272"/>
                </a:lnTo>
                <a:lnTo>
                  <a:pt x="984028" y="2172272"/>
                </a:lnTo>
                <a:cubicBezTo>
                  <a:pt x="985076" y="2176367"/>
                  <a:pt x="988695" y="2179511"/>
                  <a:pt x="993172" y="2179511"/>
                </a:cubicBezTo>
                <a:cubicBezTo>
                  <a:pt x="998506" y="2179511"/>
                  <a:pt x="1002792" y="2175224"/>
                  <a:pt x="1002792" y="2169890"/>
                </a:cubicBezTo>
                <a:cubicBezTo>
                  <a:pt x="1002792" y="2164556"/>
                  <a:pt x="998506" y="2160270"/>
                  <a:pt x="993172" y="2160270"/>
                </a:cubicBezTo>
                <a:cubicBezTo>
                  <a:pt x="988695" y="2160270"/>
                  <a:pt x="985076" y="2163413"/>
                  <a:pt x="984028" y="2167509"/>
                </a:cubicBezTo>
                <a:lnTo>
                  <a:pt x="929164" y="2167509"/>
                </a:lnTo>
                <a:lnTo>
                  <a:pt x="864013" y="2104454"/>
                </a:lnTo>
                <a:lnTo>
                  <a:pt x="864203" y="2016824"/>
                </a:lnTo>
                <a:lnTo>
                  <a:pt x="849916" y="1996631"/>
                </a:lnTo>
                <a:lnTo>
                  <a:pt x="849916" y="1910715"/>
                </a:lnTo>
                <a:lnTo>
                  <a:pt x="781431" y="1832134"/>
                </a:lnTo>
                <a:lnTo>
                  <a:pt x="692087" y="1832134"/>
                </a:lnTo>
                <a:cubicBezTo>
                  <a:pt x="692087" y="1832134"/>
                  <a:pt x="691991" y="1831848"/>
                  <a:pt x="691896" y="1831753"/>
                </a:cubicBezTo>
                <a:lnTo>
                  <a:pt x="683419" y="1822037"/>
                </a:lnTo>
                <a:cubicBezTo>
                  <a:pt x="682562" y="1820990"/>
                  <a:pt x="681323" y="1820418"/>
                  <a:pt x="679895" y="1820323"/>
                </a:cubicBezTo>
                <a:cubicBezTo>
                  <a:pt x="678466" y="1820228"/>
                  <a:pt x="677227" y="1820704"/>
                  <a:pt x="676180" y="1821561"/>
                </a:cubicBezTo>
                <a:close/>
                <a:moveTo>
                  <a:pt x="688562" y="1835277"/>
                </a:moveTo>
                <a:lnTo>
                  <a:pt x="678371" y="1843754"/>
                </a:lnTo>
                <a:lnTo>
                  <a:pt x="669798" y="1833848"/>
                </a:lnTo>
                <a:cubicBezTo>
                  <a:pt x="669798" y="1833848"/>
                  <a:pt x="669798" y="1833658"/>
                  <a:pt x="669893" y="1833658"/>
                </a:cubicBezTo>
                <a:lnTo>
                  <a:pt x="680085" y="1825181"/>
                </a:lnTo>
                <a:lnTo>
                  <a:pt x="688562" y="1835372"/>
                </a:lnTo>
                <a:close/>
                <a:moveTo>
                  <a:pt x="989457" y="2138172"/>
                </a:moveTo>
                <a:cubicBezTo>
                  <a:pt x="993743" y="2138172"/>
                  <a:pt x="997172" y="2134648"/>
                  <a:pt x="997172" y="2130457"/>
                </a:cubicBezTo>
                <a:cubicBezTo>
                  <a:pt x="997172" y="2126266"/>
                  <a:pt x="993648" y="2122742"/>
                  <a:pt x="989457" y="2122742"/>
                </a:cubicBezTo>
                <a:cubicBezTo>
                  <a:pt x="985266" y="2122742"/>
                  <a:pt x="981647" y="2126266"/>
                  <a:pt x="981647" y="2130457"/>
                </a:cubicBezTo>
                <a:cubicBezTo>
                  <a:pt x="981647" y="2134648"/>
                  <a:pt x="985171" y="2138172"/>
                  <a:pt x="989457" y="2138172"/>
                </a:cubicBezTo>
                <a:close/>
                <a:moveTo>
                  <a:pt x="989457" y="2125028"/>
                </a:moveTo>
                <a:cubicBezTo>
                  <a:pt x="992410" y="2125028"/>
                  <a:pt x="994791" y="2127409"/>
                  <a:pt x="994791" y="2130362"/>
                </a:cubicBezTo>
                <a:cubicBezTo>
                  <a:pt x="994791" y="2133314"/>
                  <a:pt x="992410" y="2135696"/>
                  <a:pt x="989457" y="2135696"/>
                </a:cubicBezTo>
                <a:cubicBezTo>
                  <a:pt x="986504" y="2135696"/>
                  <a:pt x="984028" y="2133314"/>
                  <a:pt x="984028" y="2130362"/>
                </a:cubicBezTo>
                <a:cubicBezTo>
                  <a:pt x="984028" y="2127409"/>
                  <a:pt x="986409" y="2125028"/>
                  <a:pt x="989457" y="2125028"/>
                </a:cubicBezTo>
                <a:close/>
                <a:moveTo>
                  <a:pt x="873347" y="671894"/>
                </a:moveTo>
                <a:cubicBezTo>
                  <a:pt x="873347" y="677418"/>
                  <a:pt x="868871" y="681990"/>
                  <a:pt x="863251" y="681990"/>
                </a:cubicBezTo>
                <a:cubicBezTo>
                  <a:pt x="857631" y="681990"/>
                  <a:pt x="853154" y="677513"/>
                  <a:pt x="853154" y="671894"/>
                </a:cubicBezTo>
                <a:cubicBezTo>
                  <a:pt x="853154" y="666274"/>
                  <a:pt x="857631" y="661797"/>
                  <a:pt x="863251" y="661797"/>
                </a:cubicBezTo>
                <a:cubicBezTo>
                  <a:pt x="868871" y="661797"/>
                  <a:pt x="873347" y="666274"/>
                  <a:pt x="873347" y="671894"/>
                </a:cubicBezTo>
                <a:close/>
                <a:moveTo>
                  <a:pt x="1067562" y="699135"/>
                </a:moveTo>
                <a:lnTo>
                  <a:pt x="1088327" y="699135"/>
                </a:lnTo>
                <a:cubicBezTo>
                  <a:pt x="1092137" y="699135"/>
                  <a:pt x="1095280" y="695992"/>
                  <a:pt x="1095280" y="692182"/>
                </a:cubicBezTo>
                <a:lnTo>
                  <a:pt x="1095280" y="682181"/>
                </a:lnTo>
                <a:cubicBezTo>
                  <a:pt x="1095280" y="678371"/>
                  <a:pt x="1092137" y="675227"/>
                  <a:pt x="1088327" y="675227"/>
                </a:cubicBezTo>
                <a:lnTo>
                  <a:pt x="1067562" y="675227"/>
                </a:lnTo>
                <a:cubicBezTo>
                  <a:pt x="1063752" y="675227"/>
                  <a:pt x="1060609" y="678371"/>
                  <a:pt x="1060609" y="682181"/>
                </a:cubicBezTo>
                <a:lnTo>
                  <a:pt x="1060609" y="684848"/>
                </a:lnTo>
                <a:lnTo>
                  <a:pt x="963263" y="684848"/>
                </a:lnTo>
                <a:lnTo>
                  <a:pt x="946214" y="669608"/>
                </a:lnTo>
                <a:lnTo>
                  <a:pt x="883634" y="669608"/>
                </a:lnTo>
                <a:cubicBezTo>
                  <a:pt x="882968" y="664083"/>
                  <a:pt x="880205" y="658940"/>
                  <a:pt x="875443" y="655415"/>
                </a:cubicBezTo>
                <a:cubicBezTo>
                  <a:pt x="871823" y="652748"/>
                  <a:pt x="867537" y="651415"/>
                  <a:pt x="863346" y="651415"/>
                </a:cubicBezTo>
                <a:cubicBezTo>
                  <a:pt x="856964" y="651415"/>
                  <a:pt x="850773" y="654272"/>
                  <a:pt x="846773" y="659797"/>
                </a:cubicBezTo>
                <a:cubicBezTo>
                  <a:pt x="843534" y="664178"/>
                  <a:pt x="842201" y="669608"/>
                  <a:pt x="843058" y="675132"/>
                </a:cubicBezTo>
                <a:cubicBezTo>
                  <a:pt x="843915" y="680561"/>
                  <a:pt x="846773" y="685324"/>
                  <a:pt x="851249" y="688562"/>
                </a:cubicBezTo>
                <a:cubicBezTo>
                  <a:pt x="855726" y="691801"/>
                  <a:pt x="861155" y="693134"/>
                  <a:pt x="866585" y="692277"/>
                </a:cubicBezTo>
                <a:cubicBezTo>
                  <a:pt x="872014" y="691420"/>
                  <a:pt x="876776" y="688562"/>
                  <a:pt x="880015" y="684086"/>
                </a:cubicBezTo>
                <a:cubicBezTo>
                  <a:pt x="882206" y="681133"/>
                  <a:pt x="883349" y="677704"/>
                  <a:pt x="883729" y="674275"/>
                </a:cubicBezTo>
                <a:lnTo>
                  <a:pt x="944499" y="674275"/>
                </a:lnTo>
                <a:lnTo>
                  <a:pt x="961549" y="689515"/>
                </a:lnTo>
                <a:lnTo>
                  <a:pt x="1060799" y="689515"/>
                </a:lnTo>
                <a:lnTo>
                  <a:pt x="1060799" y="692182"/>
                </a:lnTo>
                <a:cubicBezTo>
                  <a:pt x="1060799" y="695992"/>
                  <a:pt x="1063943" y="699135"/>
                  <a:pt x="1067753" y="699135"/>
                </a:cubicBezTo>
                <a:close/>
                <a:moveTo>
                  <a:pt x="1065371" y="682085"/>
                </a:moveTo>
                <a:cubicBezTo>
                  <a:pt x="1065371" y="680847"/>
                  <a:pt x="1066324" y="679895"/>
                  <a:pt x="1067562" y="679895"/>
                </a:cubicBezTo>
                <a:lnTo>
                  <a:pt x="1088327" y="679895"/>
                </a:lnTo>
                <a:cubicBezTo>
                  <a:pt x="1089565" y="679895"/>
                  <a:pt x="1090517" y="680847"/>
                  <a:pt x="1090517" y="682085"/>
                </a:cubicBezTo>
                <a:lnTo>
                  <a:pt x="1090517" y="692087"/>
                </a:lnTo>
                <a:cubicBezTo>
                  <a:pt x="1090517" y="693325"/>
                  <a:pt x="1089565" y="694277"/>
                  <a:pt x="1088327" y="694277"/>
                </a:cubicBezTo>
                <a:lnTo>
                  <a:pt x="1067562" y="694277"/>
                </a:lnTo>
                <a:cubicBezTo>
                  <a:pt x="1066324" y="694277"/>
                  <a:pt x="1065371" y="693325"/>
                  <a:pt x="1065371" y="692087"/>
                </a:cubicBezTo>
                <a:lnTo>
                  <a:pt x="1065371" y="682085"/>
                </a:lnTo>
                <a:close/>
                <a:moveTo>
                  <a:pt x="876776" y="681800"/>
                </a:moveTo>
                <a:cubicBezTo>
                  <a:pt x="874109" y="685419"/>
                  <a:pt x="870204" y="687800"/>
                  <a:pt x="865823" y="688467"/>
                </a:cubicBezTo>
                <a:cubicBezTo>
                  <a:pt x="861346" y="689134"/>
                  <a:pt x="856964" y="688086"/>
                  <a:pt x="853345" y="685419"/>
                </a:cubicBezTo>
                <a:cubicBezTo>
                  <a:pt x="849725" y="682752"/>
                  <a:pt x="847344" y="678847"/>
                  <a:pt x="846677" y="674465"/>
                </a:cubicBezTo>
                <a:cubicBezTo>
                  <a:pt x="846011" y="670084"/>
                  <a:pt x="847058" y="665607"/>
                  <a:pt x="849725" y="661988"/>
                </a:cubicBezTo>
                <a:cubicBezTo>
                  <a:pt x="855250" y="654558"/>
                  <a:pt x="865727" y="652939"/>
                  <a:pt x="873157" y="658368"/>
                </a:cubicBezTo>
                <a:cubicBezTo>
                  <a:pt x="880586" y="663893"/>
                  <a:pt x="882206" y="674370"/>
                  <a:pt x="876776" y="681800"/>
                </a:cubicBezTo>
                <a:close/>
                <a:moveTo>
                  <a:pt x="911447" y="1963103"/>
                </a:moveTo>
                <a:lnTo>
                  <a:pt x="921163" y="1954625"/>
                </a:lnTo>
                <a:cubicBezTo>
                  <a:pt x="923258" y="1952816"/>
                  <a:pt x="923449" y="1949577"/>
                  <a:pt x="921639" y="1947482"/>
                </a:cubicBezTo>
                <a:lnTo>
                  <a:pt x="913162" y="1937766"/>
                </a:lnTo>
                <a:cubicBezTo>
                  <a:pt x="912304" y="1936718"/>
                  <a:pt x="911066" y="1936147"/>
                  <a:pt x="909638" y="1936052"/>
                </a:cubicBezTo>
                <a:cubicBezTo>
                  <a:pt x="908304" y="1936052"/>
                  <a:pt x="906971" y="1936432"/>
                  <a:pt x="905923" y="1937290"/>
                </a:cubicBezTo>
                <a:lnTo>
                  <a:pt x="896207" y="1945767"/>
                </a:lnTo>
                <a:cubicBezTo>
                  <a:pt x="895160" y="1946624"/>
                  <a:pt x="894588" y="1947863"/>
                  <a:pt x="894493" y="1949291"/>
                </a:cubicBezTo>
                <a:cubicBezTo>
                  <a:pt x="894493" y="1950625"/>
                  <a:pt x="894874" y="1951958"/>
                  <a:pt x="895731" y="1953006"/>
                </a:cubicBezTo>
                <a:lnTo>
                  <a:pt x="904208" y="1962722"/>
                </a:lnTo>
                <a:cubicBezTo>
                  <a:pt x="904780" y="1963293"/>
                  <a:pt x="905447" y="1963769"/>
                  <a:pt x="906209" y="1964055"/>
                </a:cubicBezTo>
                <a:lnTo>
                  <a:pt x="906018" y="2054924"/>
                </a:lnTo>
                <a:lnTo>
                  <a:pt x="979075" y="2125409"/>
                </a:lnTo>
                <a:cubicBezTo>
                  <a:pt x="978313" y="2127028"/>
                  <a:pt x="977741" y="2128742"/>
                  <a:pt x="977741" y="2130552"/>
                </a:cubicBezTo>
                <a:cubicBezTo>
                  <a:pt x="977741" y="2136934"/>
                  <a:pt x="982980" y="2142173"/>
                  <a:pt x="989362" y="2142173"/>
                </a:cubicBezTo>
                <a:cubicBezTo>
                  <a:pt x="995744" y="2142173"/>
                  <a:pt x="1000982" y="2136934"/>
                  <a:pt x="1000982" y="2130552"/>
                </a:cubicBezTo>
                <a:cubicBezTo>
                  <a:pt x="1000982" y="2124170"/>
                  <a:pt x="995744" y="2118932"/>
                  <a:pt x="989362" y="2118932"/>
                </a:cubicBezTo>
                <a:cubicBezTo>
                  <a:pt x="986600" y="2118932"/>
                  <a:pt x="984123" y="2120075"/>
                  <a:pt x="982123" y="2121694"/>
                </a:cubicBezTo>
                <a:lnTo>
                  <a:pt x="910876" y="2052923"/>
                </a:lnTo>
                <a:lnTo>
                  <a:pt x="911066" y="1963484"/>
                </a:lnTo>
                <a:cubicBezTo>
                  <a:pt x="911066" y="1963484"/>
                  <a:pt x="911352" y="1963293"/>
                  <a:pt x="911543" y="1963198"/>
                </a:cubicBezTo>
                <a:close/>
                <a:moveTo>
                  <a:pt x="989457" y="2121218"/>
                </a:moveTo>
                <a:cubicBezTo>
                  <a:pt x="994601" y="2121218"/>
                  <a:pt x="998696" y="2125409"/>
                  <a:pt x="998696" y="2130457"/>
                </a:cubicBezTo>
                <a:cubicBezTo>
                  <a:pt x="998696" y="2135505"/>
                  <a:pt x="994505" y="2139696"/>
                  <a:pt x="989457" y="2139696"/>
                </a:cubicBezTo>
                <a:cubicBezTo>
                  <a:pt x="984409" y="2139696"/>
                  <a:pt x="980218" y="2135505"/>
                  <a:pt x="980218" y="2130457"/>
                </a:cubicBezTo>
                <a:cubicBezTo>
                  <a:pt x="980218" y="2125409"/>
                  <a:pt x="984409" y="2121218"/>
                  <a:pt x="989457" y="2121218"/>
                </a:cubicBezTo>
                <a:close/>
                <a:moveTo>
                  <a:pt x="908114" y="1959578"/>
                </a:moveTo>
                <a:cubicBezTo>
                  <a:pt x="908114" y="1959578"/>
                  <a:pt x="907923" y="1959578"/>
                  <a:pt x="907923" y="1959483"/>
                </a:cubicBezTo>
                <a:lnTo>
                  <a:pt x="899446" y="1949291"/>
                </a:lnTo>
                <a:lnTo>
                  <a:pt x="909638" y="1940814"/>
                </a:lnTo>
                <a:lnTo>
                  <a:pt x="918115" y="1951006"/>
                </a:lnTo>
                <a:lnTo>
                  <a:pt x="908209" y="1959578"/>
                </a:lnTo>
                <a:close/>
                <a:moveTo>
                  <a:pt x="13716" y="2720912"/>
                </a:moveTo>
                <a:cubicBezTo>
                  <a:pt x="18002" y="2715292"/>
                  <a:pt x="26003" y="2714244"/>
                  <a:pt x="31623" y="2718435"/>
                </a:cubicBezTo>
                <a:cubicBezTo>
                  <a:pt x="37243" y="2722721"/>
                  <a:pt x="38291" y="2730722"/>
                  <a:pt x="34100" y="2736342"/>
                </a:cubicBezTo>
                <a:cubicBezTo>
                  <a:pt x="29813" y="2741962"/>
                  <a:pt x="21812" y="2743010"/>
                  <a:pt x="16193" y="2738819"/>
                </a:cubicBezTo>
                <a:cubicBezTo>
                  <a:pt x="10573" y="2734628"/>
                  <a:pt x="9525" y="2726531"/>
                  <a:pt x="13716" y="2720912"/>
                </a:cubicBezTo>
                <a:close/>
                <a:moveTo>
                  <a:pt x="1165193" y="723233"/>
                </a:moveTo>
                <a:cubicBezTo>
                  <a:pt x="1163669" y="723233"/>
                  <a:pt x="1162526" y="721995"/>
                  <a:pt x="1162526" y="720566"/>
                </a:cubicBezTo>
                <a:lnTo>
                  <a:pt x="1162526" y="707612"/>
                </a:lnTo>
                <a:cubicBezTo>
                  <a:pt x="1162526" y="706088"/>
                  <a:pt x="1163765" y="704945"/>
                  <a:pt x="1165193" y="704945"/>
                </a:cubicBezTo>
                <a:lnTo>
                  <a:pt x="1171194" y="704945"/>
                </a:lnTo>
                <a:cubicBezTo>
                  <a:pt x="1172718" y="704945"/>
                  <a:pt x="1173861" y="706184"/>
                  <a:pt x="1173861" y="707612"/>
                </a:cubicBezTo>
                <a:lnTo>
                  <a:pt x="1173861" y="720566"/>
                </a:lnTo>
                <a:cubicBezTo>
                  <a:pt x="1173861" y="722090"/>
                  <a:pt x="1172623" y="723233"/>
                  <a:pt x="1171194" y="723233"/>
                </a:cubicBezTo>
                <a:lnTo>
                  <a:pt x="1165193" y="723233"/>
                </a:lnTo>
                <a:close/>
                <a:moveTo>
                  <a:pt x="737045" y="1573435"/>
                </a:moveTo>
                <a:cubicBezTo>
                  <a:pt x="740759" y="1573435"/>
                  <a:pt x="743902" y="1570387"/>
                  <a:pt x="743902" y="1566577"/>
                </a:cubicBezTo>
                <a:lnTo>
                  <a:pt x="743902" y="1553909"/>
                </a:lnTo>
                <a:cubicBezTo>
                  <a:pt x="743902" y="1550194"/>
                  <a:pt x="740854" y="1547051"/>
                  <a:pt x="737045" y="1547051"/>
                </a:cubicBezTo>
                <a:lnTo>
                  <a:pt x="724376" y="1547051"/>
                </a:lnTo>
                <a:cubicBezTo>
                  <a:pt x="720662" y="1547051"/>
                  <a:pt x="717518" y="1550099"/>
                  <a:pt x="717518" y="1553909"/>
                </a:cubicBezTo>
                <a:lnTo>
                  <a:pt x="717518" y="1566577"/>
                </a:lnTo>
                <a:cubicBezTo>
                  <a:pt x="717518" y="1570292"/>
                  <a:pt x="720566" y="1573435"/>
                  <a:pt x="724376" y="1573435"/>
                </a:cubicBezTo>
                <a:lnTo>
                  <a:pt x="728377" y="1573435"/>
                </a:lnTo>
                <a:lnTo>
                  <a:pt x="728377" y="1703737"/>
                </a:lnTo>
                <a:lnTo>
                  <a:pt x="764381" y="1738408"/>
                </a:lnTo>
                <a:lnTo>
                  <a:pt x="760952" y="1741456"/>
                </a:lnTo>
                <a:cubicBezTo>
                  <a:pt x="759904" y="1742313"/>
                  <a:pt x="759333" y="1743551"/>
                  <a:pt x="759238" y="1744980"/>
                </a:cubicBezTo>
                <a:cubicBezTo>
                  <a:pt x="759238" y="1746314"/>
                  <a:pt x="759619" y="1747647"/>
                  <a:pt x="760476" y="1748695"/>
                </a:cubicBezTo>
                <a:lnTo>
                  <a:pt x="768953" y="1758410"/>
                </a:lnTo>
                <a:cubicBezTo>
                  <a:pt x="769811" y="1759458"/>
                  <a:pt x="771049" y="1760030"/>
                  <a:pt x="772477" y="1760125"/>
                </a:cubicBezTo>
                <a:cubicBezTo>
                  <a:pt x="772573" y="1760125"/>
                  <a:pt x="772668" y="1760125"/>
                  <a:pt x="772859" y="1760125"/>
                </a:cubicBezTo>
                <a:cubicBezTo>
                  <a:pt x="774097" y="1760125"/>
                  <a:pt x="775240" y="1759649"/>
                  <a:pt x="776192" y="1758887"/>
                </a:cubicBezTo>
                <a:lnTo>
                  <a:pt x="785908" y="1750409"/>
                </a:lnTo>
                <a:cubicBezTo>
                  <a:pt x="786956" y="1749552"/>
                  <a:pt x="787527" y="1748314"/>
                  <a:pt x="787622" y="1746885"/>
                </a:cubicBezTo>
                <a:cubicBezTo>
                  <a:pt x="787622" y="1745552"/>
                  <a:pt x="787241" y="1744218"/>
                  <a:pt x="786384" y="1743170"/>
                </a:cubicBezTo>
                <a:lnTo>
                  <a:pt x="777907" y="1733455"/>
                </a:lnTo>
                <a:cubicBezTo>
                  <a:pt x="777050" y="1732407"/>
                  <a:pt x="775811" y="1731836"/>
                  <a:pt x="774383" y="1731740"/>
                </a:cubicBezTo>
                <a:cubicBezTo>
                  <a:pt x="772954" y="1731645"/>
                  <a:pt x="771716" y="1732121"/>
                  <a:pt x="770668" y="1732978"/>
                </a:cubicBezTo>
                <a:lnTo>
                  <a:pt x="768001" y="1735265"/>
                </a:lnTo>
                <a:lnTo>
                  <a:pt x="733235" y="1701737"/>
                </a:lnTo>
                <a:lnTo>
                  <a:pt x="733235" y="1573435"/>
                </a:lnTo>
                <a:lnTo>
                  <a:pt x="737235" y="1573435"/>
                </a:lnTo>
                <a:close/>
                <a:moveTo>
                  <a:pt x="774192" y="1736598"/>
                </a:moveTo>
                <a:lnTo>
                  <a:pt x="782669" y="1746790"/>
                </a:lnTo>
                <a:lnTo>
                  <a:pt x="772477" y="1755267"/>
                </a:lnTo>
                <a:lnTo>
                  <a:pt x="763905" y="1745361"/>
                </a:lnTo>
                <a:cubicBezTo>
                  <a:pt x="763905" y="1745361"/>
                  <a:pt x="763905" y="1745171"/>
                  <a:pt x="764000" y="1745171"/>
                </a:cubicBezTo>
                <a:lnTo>
                  <a:pt x="774192" y="1736693"/>
                </a:lnTo>
                <a:close/>
                <a:moveTo>
                  <a:pt x="724376" y="1568672"/>
                </a:moveTo>
                <a:cubicBezTo>
                  <a:pt x="723233" y="1568672"/>
                  <a:pt x="722281" y="1567720"/>
                  <a:pt x="722281" y="1566577"/>
                </a:cubicBezTo>
                <a:lnTo>
                  <a:pt x="722281" y="1553909"/>
                </a:lnTo>
                <a:cubicBezTo>
                  <a:pt x="722281" y="1552766"/>
                  <a:pt x="723233" y="1551813"/>
                  <a:pt x="724376" y="1551813"/>
                </a:cubicBezTo>
                <a:lnTo>
                  <a:pt x="737045" y="1551813"/>
                </a:lnTo>
                <a:cubicBezTo>
                  <a:pt x="738188" y="1551813"/>
                  <a:pt x="739140" y="1552766"/>
                  <a:pt x="739140" y="1553909"/>
                </a:cubicBezTo>
                <a:lnTo>
                  <a:pt x="739140" y="1566577"/>
                </a:lnTo>
                <a:cubicBezTo>
                  <a:pt x="739140" y="1567720"/>
                  <a:pt x="738188" y="1568672"/>
                  <a:pt x="737045" y="1568672"/>
                </a:cubicBezTo>
                <a:lnTo>
                  <a:pt x="724376" y="1568672"/>
                </a:lnTo>
                <a:close/>
                <a:moveTo>
                  <a:pt x="801815" y="679514"/>
                </a:moveTo>
                <a:lnTo>
                  <a:pt x="762381" y="679514"/>
                </a:lnTo>
                <a:cubicBezTo>
                  <a:pt x="761333" y="675323"/>
                  <a:pt x="757619" y="672179"/>
                  <a:pt x="753142" y="672179"/>
                </a:cubicBezTo>
                <a:cubicBezTo>
                  <a:pt x="747713" y="672179"/>
                  <a:pt x="743331" y="676561"/>
                  <a:pt x="743331" y="681895"/>
                </a:cubicBezTo>
                <a:cubicBezTo>
                  <a:pt x="743331" y="687229"/>
                  <a:pt x="747713" y="691706"/>
                  <a:pt x="753142" y="691706"/>
                </a:cubicBezTo>
                <a:cubicBezTo>
                  <a:pt x="757714" y="691706"/>
                  <a:pt x="761333" y="688562"/>
                  <a:pt x="762381" y="684276"/>
                </a:cubicBezTo>
                <a:lnTo>
                  <a:pt x="800005" y="684276"/>
                </a:lnTo>
                <a:lnTo>
                  <a:pt x="838295" y="717804"/>
                </a:lnTo>
                <a:lnTo>
                  <a:pt x="874109" y="718185"/>
                </a:lnTo>
                <a:cubicBezTo>
                  <a:pt x="875157" y="722376"/>
                  <a:pt x="878872" y="725615"/>
                  <a:pt x="883444" y="725615"/>
                </a:cubicBezTo>
                <a:cubicBezTo>
                  <a:pt x="888873" y="725615"/>
                  <a:pt x="893254" y="721233"/>
                  <a:pt x="893254" y="715899"/>
                </a:cubicBezTo>
                <a:cubicBezTo>
                  <a:pt x="893254" y="710565"/>
                  <a:pt x="888873" y="706088"/>
                  <a:pt x="883444" y="706088"/>
                </a:cubicBezTo>
                <a:cubicBezTo>
                  <a:pt x="878872" y="706088"/>
                  <a:pt x="875252" y="709232"/>
                  <a:pt x="874204" y="713423"/>
                </a:cubicBezTo>
                <a:lnTo>
                  <a:pt x="840200" y="713137"/>
                </a:lnTo>
                <a:lnTo>
                  <a:pt x="801910" y="679609"/>
                </a:lnTo>
                <a:close/>
                <a:moveTo>
                  <a:pt x="753142" y="686943"/>
                </a:moveTo>
                <a:cubicBezTo>
                  <a:pt x="750379" y="686943"/>
                  <a:pt x="748094" y="684657"/>
                  <a:pt x="748094" y="681895"/>
                </a:cubicBezTo>
                <a:cubicBezTo>
                  <a:pt x="748094" y="679133"/>
                  <a:pt x="750379" y="676942"/>
                  <a:pt x="753142" y="676942"/>
                </a:cubicBezTo>
                <a:cubicBezTo>
                  <a:pt x="755904" y="676942"/>
                  <a:pt x="758095" y="679228"/>
                  <a:pt x="758095" y="681895"/>
                </a:cubicBezTo>
                <a:cubicBezTo>
                  <a:pt x="758095" y="684562"/>
                  <a:pt x="755809" y="686943"/>
                  <a:pt x="753142" y="686943"/>
                </a:cubicBezTo>
                <a:close/>
                <a:moveTo>
                  <a:pt x="883444" y="710851"/>
                </a:moveTo>
                <a:cubicBezTo>
                  <a:pt x="886206" y="710851"/>
                  <a:pt x="888492" y="713137"/>
                  <a:pt x="888492" y="715899"/>
                </a:cubicBezTo>
                <a:cubicBezTo>
                  <a:pt x="888492" y="718661"/>
                  <a:pt x="886206" y="720852"/>
                  <a:pt x="883444" y="720852"/>
                </a:cubicBezTo>
                <a:cubicBezTo>
                  <a:pt x="880682" y="720852"/>
                  <a:pt x="878396" y="718566"/>
                  <a:pt x="878396" y="715899"/>
                </a:cubicBezTo>
                <a:cubicBezTo>
                  <a:pt x="878396" y="713232"/>
                  <a:pt x="880682" y="710851"/>
                  <a:pt x="883444" y="710851"/>
                </a:cubicBezTo>
                <a:close/>
                <a:moveTo>
                  <a:pt x="1499997" y="1965389"/>
                </a:moveTo>
                <a:lnTo>
                  <a:pt x="1499997" y="1970151"/>
                </a:lnTo>
                <a:lnTo>
                  <a:pt x="1490472" y="1970151"/>
                </a:lnTo>
                <a:lnTo>
                  <a:pt x="1490472" y="1965389"/>
                </a:lnTo>
                <a:lnTo>
                  <a:pt x="1499997" y="1965389"/>
                </a:lnTo>
                <a:close/>
                <a:moveTo>
                  <a:pt x="1107662" y="1904048"/>
                </a:moveTo>
                <a:lnTo>
                  <a:pt x="1107662" y="1899285"/>
                </a:lnTo>
                <a:lnTo>
                  <a:pt x="1126712" y="1899285"/>
                </a:lnTo>
                <a:lnTo>
                  <a:pt x="1126712" y="1904048"/>
                </a:lnTo>
                <a:lnTo>
                  <a:pt x="1107662" y="1904048"/>
                </a:lnTo>
                <a:close/>
                <a:moveTo>
                  <a:pt x="787622" y="2300669"/>
                </a:moveTo>
                <a:cubicBezTo>
                  <a:pt x="784384" y="2299526"/>
                  <a:pt x="780955" y="2299716"/>
                  <a:pt x="777907" y="2301145"/>
                </a:cubicBezTo>
                <a:cubicBezTo>
                  <a:pt x="774859" y="2302574"/>
                  <a:pt x="772477" y="2305145"/>
                  <a:pt x="771430" y="2308384"/>
                </a:cubicBezTo>
                <a:cubicBezTo>
                  <a:pt x="770287" y="2311622"/>
                  <a:pt x="770477" y="2315051"/>
                  <a:pt x="771906" y="2318099"/>
                </a:cubicBezTo>
                <a:cubicBezTo>
                  <a:pt x="773335" y="2321147"/>
                  <a:pt x="775907" y="2323529"/>
                  <a:pt x="779145" y="2324576"/>
                </a:cubicBezTo>
                <a:cubicBezTo>
                  <a:pt x="780574" y="2325053"/>
                  <a:pt x="782002" y="2325338"/>
                  <a:pt x="783431" y="2325338"/>
                </a:cubicBezTo>
                <a:cubicBezTo>
                  <a:pt x="784955" y="2325338"/>
                  <a:pt x="786479" y="2324957"/>
                  <a:pt x="788003" y="2324386"/>
                </a:cubicBezTo>
                <a:lnTo>
                  <a:pt x="848297" y="2389442"/>
                </a:lnTo>
                <a:lnTo>
                  <a:pt x="848297" y="2421160"/>
                </a:lnTo>
                <a:cubicBezTo>
                  <a:pt x="844868" y="2421827"/>
                  <a:pt x="842201" y="2424779"/>
                  <a:pt x="842201" y="2428399"/>
                </a:cubicBezTo>
                <a:lnTo>
                  <a:pt x="842201" y="2476214"/>
                </a:lnTo>
                <a:cubicBezTo>
                  <a:pt x="842201" y="2480405"/>
                  <a:pt x="845534" y="2483739"/>
                  <a:pt x="849725" y="2483739"/>
                </a:cubicBezTo>
                <a:lnTo>
                  <a:pt x="851916" y="2483739"/>
                </a:lnTo>
                <a:cubicBezTo>
                  <a:pt x="856107" y="2483739"/>
                  <a:pt x="859441" y="2480405"/>
                  <a:pt x="859441" y="2476214"/>
                </a:cubicBezTo>
                <a:lnTo>
                  <a:pt x="859441" y="2428399"/>
                </a:lnTo>
                <a:cubicBezTo>
                  <a:pt x="859441" y="2424684"/>
                  <a:pt x="856679" y="2421731"/>
                  <a:pt x="853154" y="2421160"/>
                </a:cubicBezTo>
                <a:lnTo>
                  <a:pt x="853154" y="2387537"/>
                </a:lnTo>
                <a:cubicBezTo>
                  <a:pt x="853154" y="2387537"/>
                  <a:pt x="792004" y="2321719"/>
                  <a:pt x="792004" y="2321719"/>
                </a:cubicBezTo>
                <a:cubicBezTo>
                  <a:pt x="793433" y="2320385"/>
                  <a:pt x="794671" y="2318766"/>
                  <a:pt x="795338" y="2316861"/>
                </a:cubicBezTo>
                <a:cubicBezTo>
                  <a:pt x="797719" y="2310289"/>
                  <a:pt x="794195" y="2302955"/>
                  <a:pt x="787622" y="2300573"/>
                </a:cubicBezTo>
                <a:close/>
                <a:moveTo>
                  <a:pt x="790861" y="2315337"/>
                </a:moveTo>
                <a:cubicBezTo>
                  <a:pt x="790194" y="2317337"/>
                  <a:pt x="788670" y="2318957"/>
                  <a:pt x="786765" y="2319814"/>
                </a:cubicBezTo>
                <a:cubicBezTo>
                  <a:pt x="784860" y="2320766"/>
                  <a:pt x="782669" y="2320862"/>
                  <a:pt x="780669" y="2320100"/>
                </a:cubicBezTo>
                <a:cubicBezTo>
                  <a:pt x="778669" y="2319433"/>
                  <a:pt x="777050" y="2317909"/>
                  <a:pt x="776192" y="2316004"/>
                </a:cubicBezTo>
                <a:cubicBezTo>
                  <a:pt x="775240" y="2314099"/>
                  <a:pt x="775145" y="2311908"/>
                  <a:pt x="775907" y="2309908"/>
                </a:cubicBezTo>
                <a:cubicBezTo>
                  <a:pt x="776573" y="2307908"/>
                  <a:pt x="778097" y="2306288"/>
                  <a:pt x="780002" y="2305431"/>
                </a:cubicBezTo>
                <a:cubicBezTo>
                  <a:pt x="781050" y="2304955"/>
                  <a:pt x="782288" y="2304669"/>
                  <a:pt x="783431" y="2304669"/>
                </a:cubicBezTo>
                <a:cubicBezTo>
                  <a:pt x="784289" y="2304669"/>
                  <a:pt x="785241" y="2304860"/>
                  <a:pt x="786098" y="2305145"/>
                </a:cubicBezTo>
                <a:lnTo>
                  <a:pt x="786098" y="2305145"/>
                </a:lnTo>
                <a:cubicBezTo>
                  <a:pt x="790194" y="2306574"/>
                  <a:pt x="792385" y="2311146"/>
                  <a:pt x="790956" y="2315337"/>
                </a:cubicBezTo>
                <a:close/>
                <a:moveTo>
                  <a:pt x="857060" y="2476310"/>
                </a:moveTo>
                <a:cubicBezTo>
                  <a:pt x="857060" y="2479167"/>
                  <a:pt x="854774" y="2481453"/>
                  <a:pt x="851916" y="2481453"/>
                </a:cubicBezTo>
                <a:lnTo>
                  <a:pt x="849725" y="2481453"/>
                </a:lnTo>
                <a:cubicBezTo>
                  <a:pt x="846868" y="2481453"/>
                  <a:pt x="844582" y="2479167"/>
                  <a:pt x="844582" y="2476310"/>
                </a:cubicBezTo>
                <a:lnTo>
                  <a:pt x="844582" y="2473452"/>
                </a:lnTo>
                <a:lnTo>
                  <a:pt x="857060" y="2473452"/>
                </a:lnTo>
                <a:lnTo>
                  <a:pt x="857060" y="2476310"/>
                </a:lnTo>
                <a:close/>
                <a:moveTo>
                  <a:pt x="857060" y="2471071"/>
                </a:moveTo>
                <a:lnTo>
                  <a:pt x="844582" y="2471071"/>
                </a:lnTo>
                <a:lnTo>
                  <a:pt x="844582" y="2470404"/>
                </a:lnTo>
                <a:lnTo>
                  <a:pt x="857060" y="2470404"/>
                </a:lnTo>
                <a:lnTo>
                  <a:pt x="857060" y="2471071"/>
                </a:lnTo>
                <a:close/>
                <a:moveTo>
                  <a:pt x="857060" y="2468023"/>
                </a:moveTo>
                <a:lnTo>
                  <a:pt x="844582" y="2468023"/>
                </a:lnTo>
                <a:lnTo>
                  <a:pt x="844582" y="2461165"/>
                </a:lnTo>
                <a:lnTo>
                  <a:pt x="857060" y="2461165"/>
                </a:lnTo>
                <a:lnTo>
                  <a:pt x="857060" y="2468023"/>
                </a:lnTo>
                <a:close/>
                <a:moveTo>
                  <a:pt x="857060" y="2458117"/>
                </a:moveTo>
                <a:lnTo>
                  <a:pt x="844582" y="2458117"/>
                </a:lnTo>
                <a:lnTo>
                  <a:pt x="844582" y="2449068"/>
                </a:lnTo>
                <a:lnTo>
                  <a:pt x="857060" y="2449068"/>
                </a:lnTo>
                <a:lnTo>
                  <a:pt x="857060" y="2458117"/>
                </a:lnTo>
                <a:close/>
                <a:moveTo>
                  <a:pt x="857060" y="2446687"/>
                </a:moveTo>
                <a:lnTo>
                  <a:pt x="844582" y="2446687"/>
                </a:lnTo>
                <a:lnTo>
                  <a:pt x="844582" y="2446020"/>
                </a:lnTo>
                <a:lnTo>
                  <a:pt x="857060" y="2446020"/>
                </a:lnTo>
                <a:lnTo>
                  <a:pt x="857060" y="2446687"/>
                </a:lnTo>
                <a:close/>
                <a:moveTo>
                  <a:pt x="857060" y="2443639"/>
                </a:moveTo>
                <a:lnTo>
                  <a:pt x="844582" y="2443639"/>
                </a:lnTo>
                <a:lnTo>
                  <a:pt x="844582" y="2434781"/>
                </a:lnTo>
                <a:lnTo>
                  <a:pt x="857060" y="2434781"/>
                </a:lnTo>
                <a:lnTo>
                  <a:pt x="857060" y="2443639"/>
                </a:lnTo>
                <a:close/>
                <a:moveTo>
                  <a:pt x="851916" y="2423351"/>
                </a:moveTo>
                <a:cubicBezTo>
                  <a:pt x="854774" y="2423351"/>
                  <a:pt x="857060" y="2425637"/>
                  <a:pt x="857060" y="2428494"/>
                </a:cubicBezTo>
                <a:lnTo>
                  <a:pt x="857060" y="2431923"/>
                </a:lnTo>
                <a:lnTo>
                  <a:pt x="844582" y="2431923"/>
                </a:lnTo>
                <a:lnTo>
                  <a:pt x="844582" y="2428494"/>
                </a:lnTo>
                <a:cubicBezTo>
                  <a:pt x="844582" y="2425637"/>
                  <a:pt x="846868" y="2423351"/>
                  <a:pt x="849725" y="2423351"/>
                </a:cubicBezTo>
                <a:lnTo>
                  <a:pt x="851916" y="2423351"/>
                </a:lnTo>
                <a:close/>
                <a:moveTo>
                  <a:pt x="705802" y="1665256"/>
                </a:moveTo>
                <a:cubicBezTo>
                  <a:pt x="705802" y="1658398"/>
                  <a:pt x="700183" y="1652873"/>
                  <a:pt x="693420" y="1652873"/>
                </a:cubicBezTo>
                <a:cubicBezTo>
                  <a:pt x="686657" y="1652873"/>
                  <a:pt x="681038" y="1658398"/>
                  <a:pt x="681038" y="1665256"/>
                </a:cubicBezTo>
                <a:cubicBezTo>
                  <a:pt x="681038" y="1671066"/>
                  <a:pt x="685133" y="1675733"/>
                  <a:pt x="690563" y="1677067"/>
                </a:cubicBezTo>
                <a:lnTo>
                  <a:pt x="690372" y="1750981"/>
                </a:lnTo>
                <a:lnTo>
                  <a:pt x="718852" y="1781461"/>
                </a:lnTo>
                <a:lnTo>
                  <a:pt x="715327" y="1784509"/>
                </a:lnTo>
                <a:cubicBezTo>
                  <a:pt x="714185" y="1785461"/>
                  <a:pt x="714089" y="1787176"/>
                  <a:pt x="715042" y="1788319"/>
                </a:cubicBezTo>
                <a:lnTo>
                  <a:pt x="723519" y="1798034"/>
                </a:lnTo>
                <a:cubicBezTo>
                  <a:pt x="724472" y="1799177"/>
                  <a:pt x="726186" y="1799273"/>
                  <a:pt x="727329" y="1798320"/>
                </a:cubicBezTo>
                <a:lnTo>
                  <a:pt x="737045" y="1789843"/>
                </a:lnTo>
                <a:cubicBezTo>
                  <a:pt x="738188" y="1788890"/>
                  <a:pt x="738283" y="1787176"/>
                  <a:pt x="737330" y="1786033"/>
                </a:cubicBezTo>
                <a:lnTo>
                  <a:pt x="728853" y="1776317"/>
                </a:lnTo>
                <a:cubicBezTo>
                  <a:pt x="727901" y="1775174"/>
                  <a:pt x="726186" y="1775079"/>
                  <a:pt x="725043" y="1776032"/>
                </a:cubicBezTo>
                <a:lnTo>
                  <a:pt x="722376" y="1778318"/>
                </a:lnTo>
                <a:lnTo>
                  <a:pt x="695135" y="1749076"/>
                </a:lnTo>
                <a:lnTo>
                  <a:pt x="695325" y="1677257"/>
                </a:lnTo>
                <a:cubicBezTo>
                  <a:pt x="701231" y="1676305"/>
                  <a:pt x="705898" y="1671447"/>
                  <a:pt x="705898" y="1665256"/>
                </a:cubicBezTo>
                <a:close/>
                <a:moveTo>
                  <a:pt x="693325" y="1672876"/>
                </a:moveTo>
                <a:cubicBezTo>
                  <a:pt x="689134" y="1672876"/>
                  <a:pt x="685705" y="1669447"/>
                  <a:pt x="685705" y="1665256"/>
                </a:cubicBezTo>
                <a:cubicBezTo>
                  <a:pt x="685705" y="1661065"/>
                  <a:pt x="689134" y="1657636"/>
                  <a:pt x="693325" y="1657636"/>
                </a:cubicBezTo>
                <a:cubicBezTo>
                  <a:pt x="697516" y="1657636"/>
                  <a:pt x="700945" y="1661065"/>
                  <a:pt x="700945" y="1665256"/>
                </a:cubicBezTo>
                <a:cubicBezTo>
                  <a:pt x="700945" y="1669447"/>
                  <a:pt x="697516" y="1672876"/>
                  <a:pt x="693325" y="1672876"/>
                </a:cubicBezTo>
                <a:close/>
                <a:moveTo>
                  <a:pt x="1162431" y="739807"/>
                </a:moveTo>
                <a:cubicBezTo>
                  <a:pt x="1167098" y="739807"/>
                  <a:pt x="1170813" y="743522"/>
                  <a:pt x="1170813" y="748189"/>
                </a:cubicBezTo>
                <a:cubicBezTo>
                  <a:pt x="1170813" y="752856"/>
                  <a:pt x="1167098" y="756571"/>
                  <a:pt x="1162431" y="756571"/>
                </a:cubicBezTo>
                <a:cubicBezTo>
                  <a:pt x="1157764" y="756571"/>
                  <a:pt x="1154049" y="752856"/>
                  <a:pt x="1154049" y="748189"/>
                </a:cubicBezTo>
                <a:cubicBezTo>
                  <a:pt x="1154049" y="743522"/>
                  <a:pt x="1157764" y="739807"/>
                  <a:pt x="1162431" y="739807"/>
                </a:cubicBezTo>
                <a:close/>
                <a:moveTo>
                  <a:pt x="882491" y="1898332"/>
                </a:moveTo>
                <a:cubicBezTo>
                  <a:pt x="882491" y="1891379"/>
                  <a:pt x="888111" y="1885664"/>
                  <a:pt x="895160" y="1885664"/>
                </a:cubicBezTo>
                <a:cubicBezTo>
                  <a:pt x="902208" y="1885664"/>
                  <a:pt x="907828" y="1891284"/>
                  <a:pt x="907828" y="1898332"/>
                </a:cubicBezTo>
                <a:cubicBezTo>
                  <a:pt x="907828" y="1905381"/>
                  <a:pt x="902208" y="1911001"/>
                  <a:pt x="895160" y="1911001"/>
                </a:cubicBezTo>
                <a:cubicBezTo>
                  <a:pt x="888111" y="1911001"/>
                  <a:pt x="882491" y="1905381"/>
                  <a:pt x="882491" y="1898332"/>
                </a:cubicBezTo>
                <a:close/>
                <a:moveTo>
                  <a:pt x="1634585" y="1999964"/>
                </a:moveTo>
                <a:cubicBezTo>
                  <a:pt x="1634585" y="1995392"/>
                  <a:pt x="1638300" y="1991678"/>
                  <a:pt x="1642872" y="1991678"/>
                </a:cubicBezTo>
                <a:cubicBezTo>
                  <a:pt x="1647444" y="1991678"/>
                  <a:pt x="1651159" y="1995392"/>
                  <a:pt x="1651159" y="1999964"/>
                </a:cubicBezTo>
                <a:cubicBezTo>
                  <a:pt x="1651159" y="2004536"/>
                  <a:pt x="1647444" y="2008251"/>
                  <a:pt x="1642872" y="2008251"/>
                </a:cubicBezTo>
                <a:cubicBezTo>
                  <a:pt x="1638300" y="2008251"/>
                  <a:pt x="1634585" y="2004536"/>
                  <a:pt x="1634585" y="1999964"/>
                </a:cubicBezTo>
                <a:close/>
                <a:moveTo>
                  <a:pt x="13430" y="2757011"/>
                </a:moveTo>
                <a:cubicBezTo>
                  <a:pt x="17717" y="2751392"/>
                  <a:pt x="25718" y="2750344"/>
                  <a:pt x="31337" y="2754535"/>
                </a:cubicBezTo>
                <a:cubicBezTo>
                  <a:pt x="36957" y="2758821"/>
                  <a:pt x="38005" y="2766822"/>
                  <a:pt x="33814" y="2772442"/>
                </a:cubicBezTo>
                <a:cubicBezTo>
                  <a:pt x="29528" y="2778062"/>
                  <a:pt x="21527" y="2779109"/>
                  <a:pt x="15907" y="2774918"/>
                </a:cubicBezTo>
                <a:cubicBezTo>
                  <a:pt x="10287" y="2770632"/>
                  <a:pt x="9239" y="2762631"/>
                  <a:pt x="13430" y="2757011"/>
                </a:cubicBezTo>
                <a:close/>
                <a:moveTo>
                  <a:pt x="1279874" y="1972437"/>
                </a:moveTo>
                <a:lnTo>
                  <a:pt x="1279874" y="1964341"/>
                </a:lnTo>
                <a:lnTo>
                  <a:pt x="1255109" y="1964341"/>
                </a:lnTo>
                <a:lnTo>
                  <a:pt x="1255109" y="1989106"/>
                </a:lnTo>
                <a:lnTo>
                  <a:pt x="1279874" y="1989106"/>
                </a:lnTo>
                <a:lnTo>
                  <a:pt x="1279874" y="1981962"/>
                </a:lnTo>
                <a:lnTo>
                  <a:pt x="1388936" y="1981962"/>
                </a:lnTo>
                <a:lnTo>
                  <a:pt x="1425512" y="2004632"/>
                </a:lnTo>
                <a:lnTo>
                  <a:pt x="1623632" y="2004632"/>
                </a:lnTo>
                <a:cubicBezTo>
                  <a:pt x="1625822" y="2013299"/>
                  <a:pt x="1633633" y="2019872"/>
                  <a:pt x="1642967" y="2019872"/>
                </a:cubicBezTo>
                <a:cubicBezTo>
                  <a:pt x="1653445" y="2019872"/>
                  <a:pt x="1661922" y="2011775"/>
                  <a:pt x="1662779" y="2001488"/>
                </a:cubicBezTo>
                <a:lnTo>
                  <a:pt x="1673924" y="2001298"/>
                </a:lnTo>
                <a:lnTo>
                  <a:pt x="1715167" y="2042160"/>
                </a:lnTo>
                <a:lnTo>
                  <a:pt x="1731169" y="2042541"/>
                </a:lnTo>
                <a:lnTo>
                  <a:pt x="1955006" y="2256377"/>
                </a:lnTo>
                <a:lnTo>
                  <a:pt x="1956054" y="2257330"/>
                </a:lnTo>
                <a:lnTo>
                  <a:pt x="2009299" y="2257330"/>
                </a:lnTo>
                <a:cubicBezTo>
                  <a:pt x="2010823" y="2261997"/>
                  <a:pt x="2015109" y="2265521"/>
                  <a:pt x="2020348" y="2265521"/>
                </a:cubicBezTo>
                <a:cubicBezTo>
                  <a:pt x="2026825" y="2265521"/>
                  <a:pt x="2032159" y="2260187"/>
                  <a:pt x="2032159" y="2253710"/>
                </a:cubicBezTo>
                <a:cubicBezTo>
                  <a:pt x="2032159" y="2247233"/>
                  <a:pt x="2026825" y="2241899"/>
                  <a:pt x="2020348" y="2241899"/>
                </a:cubicBezTo>
                <a:cubicBezTo>
                  <a:pt x="2015109" y="2241899"/>
                  <a:pt x="2010823" y="2245328"/>
                  <a:pt x="2009299" y="2250091"/>
                </a:cubicBezTo>
                <a:lnTo>
                  <a:pt x="1958816" y="2250091"/>
                </a:lnTo>
                <a:cubicBezTo>
                  <a:pt x="1958816" y="2250091"/>
                  <a:pt x="1734026" y="2035397"/>
                  <a:pt x="1734026" y="2035397"/>
                </a:cubicBezTo>
                <a:lnTo>
                  <a:pt x="1718024" y="2035016"/>
                </a:lnTo>
                <a:lnTo>
                  <a:pt x="1676686" y="1994059"/>
                </a:lnTo>
                <a:lnTo>
                  <a:pt x="1661922" y="1994249"/>
                </a:lnTo>
                <a:cubicBezTo>
                  <a:pt x="1659541" y="1985963"/>
                  <a:pt x="1651921" y="1979771"/>
                  <a:pt x="1642872" y="1979771"/>
                </a:cubicBezTo>
                <a:cubicBezTo>
                  <a:pt x="1633823" y="1979771"/>
                  <a:pt x="1625727" y="1986248"/>
                  <a:pt x="1623536" y="1995011"/>
                </a:cubicBezTo>
                <a:lnTo>
                  <a:pt x="1428083" y="1995011"/>
                </a:lnTo>
                <a:lnTo>
                  <a:pt x="1391507" y="1972342"/>
                </a:lnTo>
                <a:lnTo>
                  <a:pt x="1279779" y="1972342"/>
                </a:lnTo>
                <a:close/>
                <a:moveTo>
                  <a:pt x="1275112" y="1984343"/>
                </a:moveTo>
                <a:lnTo>
                  <a:pt x="1259872" y="1984343"/>
                </a:lnTo>
                <a:lnTo>
                  <a:pt x="1259872" y="1969103"/>
                </a:lnTo>
                <a:lnTo>
                  <a:pt x="1275112" y="1969103"/>
                </a:lnTo>
                <a:lnTo>
                  <a:pt x="1275112" y="1984343"/>
                </a:lnTo>
                <a:close/>
                <a:moveTo>
                  <a:pt x="2020348" y="2246852"/>
                </a:moveTo>
                <a:cubicBezTo>
                  <a:pt x="2024253" y="2246852"/>
                  <a:pt x="2027396" y="2249996"/>
                  <a:pt x="2027396" y="2253901"/>
                </a:cubicBezTo>
                <a:cubicBezTo>
                  <a:pt x="2027396" y="2257806"/>
                  <a:pt x="2024253" y="2260949"/>
                  <a:pt x="2020348" y="2260949"/>
                </a:cubicBezTo>
                <a:cubicBezTo>
                  <a:pt x="2016443" y="2260949"/>
                  <a:pt x="2013299" y="2257806"/>
                  <a:pt x="2013299" y="2253901"/>
                </a:cubicBezTo>
                <a:cubicBezTo>
                  <a:pt x="2013299" y="2249996"/>
                  <a:pt x="2016443" y="2246852"/>
                  <a:pt x="2020348" y="2246852"/>
                </a:cubicBezTo>
                <a:close/>
                <a:moveTo>
                  <a:pt x="1642872" y="1984724"/>
                </a:moveTo>
                <a:cubicBezTo>
                  <a:pt x="1651254" y="1984724"/>
                  <a:pt x="1658112" y="1991582"/>
                  <a:pt x="1658112" y="1999964"/>
                </a:cubicBezTo>
                <a:cubicBezTo>
                  <a:pt x="1658112" y="2008346"/>
                  <a:pt x="1651254" y="2015204"/>
                  <a:pt x="1642872" y="2015204"/>
                </a:cubicBezTo>
                <a:cubicBezTo>
                  <a:pt x="1634490" y="2015204"/>
                  <a:pt x="1627632" y="2008346"/>
                  <a:pt x="1627632" y="1999964"/>
                </a:cubicBezTo>
                <a:cubicBezTo>
                  <a:pt x="1627632" y="1991582"/>
                  <a:pt x="1634490" y="1984724"/>
                  <a:pt x="1642872" y="1984724"/>
                </a:cubicBezTo>
                <a:close/>
                <a:moveTo>
                  <a:pt x="1480947" y="1965389"/>
                </a:moveTo>
                <a:lnTo>
                  <a:pt x="1480947" y="1970151"/>
                </a:lnTo>
                <a:lnTo>
                  <a:pt x="1471422" y="1970151"/>
                </a:lnTo>
                <a:lnTo>
                  <a:pt x="1471422" y="1965389"/>
                </a:lnTo>
                <a:lnTo>
                  <a:pt x="1480947" y="1965389"/>
                </a:lnTo>
                <a:close/>
                <a:moveTo>
                  <a:pt x="1426655" y="1974247"/>
                </a:moveTo>
                <a:cubicBezTo>
                  <a:pt x="1422464" y="1974247"/>
                  <a:pt x="1419035" y="1970818"/>
                  <a:pt x="1419035" y="1966627"/>
                </a:cubicBezTo>
                <a:cubicBezTo>
                  <a:pt x="1419035" y="1962436"/>
                  <a:pt x="1422464" y="1959007"/>
                  <a:pt x="1426655" y="1959007"/>
                </a:cubicBezTo>
                <a:cubicBezTo>
                  <a:pt x="1430369" y="1959007"/>
                  <a:pt x="1433322" y="1961769"/>
                  <a:pt x="1433989" y="1965293"/>
                </a:cubicBezTo>
                <a:lnTo>
                  <a:pt x="1442847" y="1965293"/>
                </a:lnTo>
                <a:lnTo>
                  <a:pt x="1442847" y="1970056"/>
                </a:lnTo>
                <a:lnTo>
                  <a:pt x="1433322" y="1970056"/>
                </a:lnTo>
                <a:cubicBezTo>
                  <a:pt x="1432084" y="1972437"/>
                  <a:pt x="1429607" y="1974152"/>
                  <a:pt x="1426655" y="1974152"/>
                </a:cubicBezTo>
                <a:close/>
                <a:moveTo>
                  <a:pt x="1461897" y="1965389"/>
                </a:moveTo>
                <a:lnTo>
                  <a:pt x="1461897" y="1970151"/>
                </a:lnTo>
                <a:lnTo>
                  <a:pt x="1452372" y="1970151"/>
                </a:lnTo>
                <a:lnTo>
                  <a:pt x="1452372" y="1965389"/>
                </a:lnTo>
                <a:lnTo>
                  <a:pt x="1461897" y="1965389"/>
                </a:lnTo>
                <a:close/>
                <a:moveTo>
                  <a:pt x="1014889" y="1904048"/>
                </a:moveTo>
                <a:lnTo>
                  <a:pt x="995839" y="1904048"/>
                </a:lnTo>
                <a:lnTo>
                  <a:pt x="995839" y="1899285"/>
                </a:lnTo>
                <a:lnTo>
                  <a:pt x="1014889" y="1899285"/>
                </a:lnTo>
                <a:lnTo>
                  <a:pt x="1014889" y="1904048"/>
                </a:lnTo>
                <a:close/>
                <a:moveTo>
                  <a:pt x="1311212" y="1385602"/>
                </a:moveTo>
                <a:lnTo>
                  <a:pt x="1260157" y="1432084"/>
                </a:lnTo>
                <a:lnTo>
                  <a:pt x="835343" y="1432274"/>
                </a:lnTo>
                <a:lnTo>
                  <a:pt x="774097" y="1483805"/>
                </a:lnTo>
                <a:lnTo>
                  <a:pt x="775907" y="1693640"/>
                </a:lnTo>
                <a:lnTo>
                  <a:pt x="814007" y="1727835"/>
                </a:lnTo>
                <a:lnTo>
                  <a:pt x="812292" y="1823180"/>
                </a:lnTo>
                <a:lnTo>
                  <a:pt x="871347" y="1888331"/>
                </a:lnTo>
                <a:cubicBezTo>
                  <a:pt x="869537" y="1892713"/>
                  <a:pt x="868871" y="1897475"/>
                  <a:pt x="869537" y="1902238"/>
                </a:cubicBezTo>
                <a:cubicBezTo>
                  <a:pt x="870585" y="1909096"/>
                  <a:pt x="874204" y="1915097"/>
                  <a:pt x="879824" y="1919192"/>
                </a:cubicBezTo>
                <a:cubicBezTo>
                  <a:pt x="891350" y="1927574"/>
                  <a:pt x="907542" y="1925098"/>
                  <a:pt x="915924" y="1913668"/>
                </a:cubicBezTo>
                <a:cubicBezTo>
                  <a:pt x="918020" y="1910810"/>
                  <a:pt x="919448" y="1907477"/>
                  <a:pt x="920306" y="1904143"/>
                </a:cubicBezTo>
                <a:lnTo>
                  <a:pt x="938594" y="1904143"/>
                </a:lnTo>
                <a:lnTo>
                  <a:pt x="938594" y="1899380"/>
                </a:lnTo>
                <a:lnTo>
                  <a:pt x="920877" y="1899380"/>
                </a:lnTo>
                <a:cubicBezTo>
                  <a:pt x="920877" y="1898714"/>
                  <a:pt x="920877" y="1898047"/>
                  <a:pt x="920782" y="1897380"/>
                </a:cubicBezTo>
                <a:lnTo>
                  <a:pt x="1018699" y="1897380"/>
                </a:lnTo>
                <a:cubicBezTo>
                  <a:pt x="1018699" y="1898999"/>
                  <a:pt x="1018699" y="1900619"/>
                  <a:pt x="1018985" y="1902333"/>
                </a:cubicBezTo>
                <a:cubicBezTo>
                  <a:pt x="1020032" y="1909191"/>
                  <a:pt x="1023652" y="1915192"/>
                  <a:pt x="1029272" y="1919288"/>
                </a:cubicBezTo>
                <a:cubicBezTo>
                  <a:pt x="1032510" y="1921669"/>
                  <a:pt x="1036129" y="1923098"/>
                  <a:pt x="1039844" y="1923764"/>
                </a:cubicBezTo>
                <a:lnTo>
                  <a:pt x="1039844" y="1968627"/>
                </a:lnTo>
                <a:lnTo>
                  <a:pt x="1052227" y="1983010"/>
                </a:lnTo>
                <a:lnTo>
                  <a:pt x="1191673" y="1983010"/>
                </a:lnTo>
                <a:lnTo>
                  <a:pt x="1191673" y="1989296"/>
                </a:lnTo>
                <a:lnTo>
                  <a:pt x="1216438" y="1989296"/>
                </a:lnTo>
                <a:lnTo>
                  <a:pt x="1216438" y="1964531"/>
                </a:lnTo>
                <a:lnTo>
                  <a:pt x="1191673" y="1964531"/>
                </a:lnTo>
                <a:lnTo>
                  <a:pt x="1191673" y="1973485"/>
                </a:lnTo>
                <a:lnTo>
                  <a:pt x="1056608" y="1973485"/>
                </a:lnTo>
                <a:lnTo>
                  <a:pt x="1049369" y="1965103"/>
                </a:lnTo>
                <a:lnTo>
                  <a:pt x="1049369" y="1923764"/>
                </a:lnTo>
                <a:cubicBezTo>
                  <a:pt x="1055561" y="1922621"/>
                  <a:pt x="1061371" y="1919192"/>
                  <a:pt x="1065467" y="1913763"/>
                </a:cubicBezTo>
                <a:cubicBezTo>
                  <a:pt x="1067562" y="1910906"/>
                  <a:pt x="1068991" y="1907572"/>
                  <a:pt x="1069848" y="1904238"/>
                </a:cubicBezTo>
                <a:lnTo>
                  <a:pt x="1088708" y="1904238"/>
                </a:lnTo>
                <a:lnTo>
                  <a:pt x="1088708" y="1899476"/>
                </a:lnTo>
                <a:lnTo>
                  <a:pt x="1070515" y="1899476"/>
                </a:lnTo>
                <a:cubicBezTo>
                  <a:pt x="1070515" y="1898809"/>
                  <a:pt x="1070515" y="1898142"/>
                  <a:pt x="1070420" y="1897475"/>
                </a:cubicBezTo>
                <a:lnTo>
                  <a:pt x="1168337" y="1897475"/>
                </a:lnTo>
                <a:cubicBezTo>
                  <a:pt x="1168337" y="1899095"/>
                  <a:pt x="1168337" y="1900714"/>
                  <a:pt x="1168622" y="1902428"/>
                </a:cubicBezTo>
                <a:cubicBezTo>
                  <a:pt x="1169670" y="1909286"/>
                  <a:pt x="1173290" y="1915287"/>
                  <a:pt x="1178909" y="1919383"/>
                </a:cubicBezTo>
                <a:cubicBezTo>
                  <a:pt x="1190435" y="1927765"/>
                  <a:pt x="1206627" y="1925288"/>
                  <a:pt x="1215009" y="1913858"/>
                </a:cubicBezTo>
                <a:cubicBezTo>
                  <a:pt x="1217676" y="1910144"/>
                  <a:pt x="1219200" y="1905953"/>
                  <a:pt x="1219772" y="1901571"/>
                </a:cubicBezTo>
                <a:lnTo>
                  <a:pt x="1236821" y="1914430"/>
                </a:lnTo>
                <a:lnTo>
                  <a:pt x="1283780" y="1914430"/>
                </a:lnTo>
                <a:cubicBezTo>
                  <a:pt x="1284351" y="1916811"/>
                  <a:pt x="1286351" y="1918621"/>
                  <a:pt x="1289018" y="1918621"/>
                </a:cubicBezTo>
                <a:cubicBezTo>
                  <a:pt x="1291019" y="1918621"/>
                  <a:pt x="1292733" y="1917478"/>
                  <a:pt x="1293686" y="1915859"/>
                </a:cubicBezTo>
                <a:lnTo>
                  <a:pt x="1383316" y="1916240"/>
                </a:lnTo>
                <a:lnTo>
                  <a:pt x="1402366" y="1927384"/>
                </a:lnTo>
                <a:lnTo>
                  <a:pt x="1522286" y="1926622"/>
                </a:lnTo>
                <a:lnTo>
                  <a:pt x="1534192" y="1934051"/>
                </a:lnTo>
                <a:lnTo>
                  <a:pt x="1596866" y="1933670"/>
                </a:lnTo>
                <a:lnTo>
                  <a:pt x="1645825" y="1875568"/>
                </a:lnTo>
                <a:lnTo>
                  <a:pt x="1676591" y="1875568"/>
                </a:lnTo>
                <a:cubicBezTo>
                  <a:pt x="1677638" y="1879949"/>
                  <a:pt x="1681258" y="1883378"/>
                  <a:pt x="1686020" y="1883664"/>
                </a:cubicBezTo>
                <a:cubicBezTo>
                  <a:pt x="1686211" y="1883664"/>
                  <a:pt x="1686497" y="1883664"/>
                  <a:pt x="1686687" y="1883664"/>
                </a:cubicBezTo>
                <a:cubicBezTo>
                  <a:pt x="1692212" y="1883664"/>
                  <a:pt x="1696784" y="1879378"/>
                  <a:pt x="1697165" y="1873853"/>
                </a:cubicBezTo>
                <a:cubicBezTo>
                  <a:pt x="1697546" y="1868043"/>
                  <a:pt x="1693164" y="1863090"/>
                  <a:pt x="1687354" y="1862709"/>
                </a:cubicBezTo>
                <a:cubicBezTo>
                  <a:pt x="1682306" y="1862328"/>
                  <a:pt x="1677829" y="1865948"/>
                  <a:pt x="1676686" y="1870805"/>
                </a:cubicBezTo>
                <a:lnTo>
                  <a:pt x="1643634" y="1870805"/>
                </a:lnTo>
                <a:lnTo>
                  <a:pt x="1594676" y="1928908"/>
                </a:lnTo>
                <a:lnTo>
                  <a:pt x="1535621" y="1929289"/>
                </a:lnTo>
                <a:lnTo>
                  <a:pt x="1523714" y="1921859"/>
                </a:lnTo>
                <a:lnTo>
                  <a:pt x="1403795" y="1922621"/>
                </a:lnTo>
                <a:lnTo>
                  <a:pt x="1384840" y="1911477"/>
                </a:lnTo>
                <a:lnTo>
                  <a:pt x="1294257" y="1911096"/>
                </a:lnTo>
                <a:cubicBezTo>
                  <a:pt x="1293400" y="1909191"/>
                  <a:pt x="1291495" y="1907762"/>
                  <a:pt x="1289304" y="1907762"/>
                </a:cubicBezTo>
                <a:cubicBezTo>
                  <a:pt x="1286732" y="1907762"/>
                  <a:pt x="1284637" y="1909572"/>
                  <a:pt x="1284065" y="1912049"/>
                </a:cubicBezTo>
                <a:lnTo>
                  <a:pt x="1237964" y="1912049"/>
                </a:lnTo>
                <a:cubicBezTo>
                  <a:pt x="1237964" y="1912049"/>
                  <a:pt x="1220343" y="1898714"/>
                  <a:pt x="1220343" y="1898714"/>
                </a:cubicBezTo>
                <a:cubicBezTo>
                  <a:pt x="1220343" y="1898618"/>
                  <a:pt x="1220343" y="1898523"/>
                  <a:pt x="1220343" y="1898428"/>
                </a:cubicBezTo>
                <a:lnTo>
                  <a:pt x="1237964" y="1885093"/>
                </a:lnTo>
                <a:lnTo>
                  <a:pt x="1283970" y="1885093"/>
                </a:lnTo>
                <a:cubicBezTo>
                  <a:pt x="1283970" y="1885093"/>
                  <a:pt x="1283970" y="1885664"/>
                  <a:pt x="1284065" y="1885855"/>
                </a:cubicBezTo>
                <a:cubicBezTo>
                  <a:pt x="1285113" y="1889093"/>
                  <a:pt x="1288637" y="1890808"/>
                  <a:pt x="1291876" y="1889665"/>
                </a:cubicBezTo>
                <a:cubicBezTo>
                  <a:pt x="1293971" y="1888903"/>
                  <a:pt x="1295400" y="1887093"/>
                  <a:pt x="1295781" y="1884998"/>
                </a:cubicBezTo>
                <a:lnTo>
                  <a:pt x="1396841" y="1884998"/>
                </a:lnTo>
                <a:lnTo>
                  <a:pt x="1425797" y="1903095"/>
                </a:lnTo>
                <a:lnTo>
                  <a:pt x="1426083" y="1903286"/>
                </a:lnTo>
                <a:lnTo>
                  <a:pt x="1515809" y="1903571"/>
                </a:lnTo>
                <a:lnTo>
                  <a:pt x="1516285" y="1903571"/>
                </a:lnTo>
                <a:lnTo>
                  <a:pt x="1533144" y="1889189"/>
                </a:lnTo>
                <a:lnTo>
                  <a:pt x="1596962" y="1888903"/>
                </a:lnTo>
                <a:lnTo>
                  <a:pt x="1597533" y="1888903"/>
                </a:lnTo>
                <a:lnTo>
                  <a:pt x="1618107" y="1865757"/>
                </a:lnTo>
                <a:lnTo>
                  <a:pt x="1617917" y="1830324"/>
                </a:lnTo>
                <a:lnTo>
                  <a:pt x="1636490" y="1810322"/>
                </a:lnTo>
                <a:lnTo>
                  <a:pt x="1657541" y="1810131"/>
                </a:lnTo>
                <a:cubicBezTo>
                  <a:pt x="1657541" y="1810131"/>
                  <a:pt x="1657541" y="1810607"/>
                  <a:pt x="1657636" y="1810893"/>
                </a:cubicBezTo>
                <a:cubicBezTo>
                  <a:pt x="1658684" y="1814132"/>
                  <a:pt x="1662208" y="1815846"/>
                  <a:pt x="1665446" y="1814703"/>
                </a:cubicBezTo>
                <a:cubicBezTo>
                  <a:pt x="1668685" y="1813655"/>
                  <a:pt x="1670399" y="1810131"/>
                  <a:pt x="1669256" y="1806893"/>
                </a:cubicBezTo>
                <a:cubicBezTo>
                  <a:pt x="1668209" y="1803654"/>
                  <a:pt x="1664684" y="1801940"/>
                  <a:pt x="1661446" y="1803082"/>
                </a:cubicBezTo>
                <a:cubicBezTo>
                  <a:pt x="1659255" y="1803845"/>
                  <a:pt x="1657922" y="1805654"/>
                  <a:pt x="1657541" y="1807750"/>
                </a:cubicBezTo>
                <a:lnTo>
                  <a:pt x="1635538" y="1807940"/>
                </a:lnTo>
                <a:lnTo>
                  <a:pt x="1615631" y="1829372"/>
                </a:lnTo>
                <a:lnTo>
                  <a:pt x="1615821" y="1864900"/>
                </a:lnTo>
                <a:lnTo>
                  <a:pt x="1596581" y="1886617"/>
                </a:lnTo>
                <a:lnTo>
                  <a:pt x="1532858" y="1886903"/>
                </a:lnTo>
                <a:lnTo>
                  <a:pt x="1532382" y="1886903"/>
                </a:lnTo>
                <a:lnTo>
                  <a:pt x="1515523" y="1901285"/>
                </a:lnTo>
                <a:lnTo>
                  <a:pt x="1426845" y="1901000"/>
                </a:lnTo>
                <a:lnTo>
                  <a:pt x="1397603" y="1882712"/>
                </a:lnTo>
                <a:lnTo>
                  <a:pt x="1295876" y="1882712"/>
                </a:lnTo>
                <a:cubicBezTo>
                  <a:pt x="1295876" y="1882712"/>
                  <a:pt x="1295876" y="1882235"/>
                  <a:pt x="1295781" y="1881950"/>
                </a:cubicBezTo>
                <a:cubicBezTo>
                  <a:pt x="1294733" y="1878711"/>
                  <a:pt x="1291209" y="1876997"/>
                  <a:pt x="1287971" y="1878140"/>
                </a:cubicBezTo>
                <a:cubicBezTo>
                  <a:pt x="1285875" y="1878902"/>
                  <a:pt x="1284446" y="1880711"/>
                  <a:pt x="1284065" y="1882712"/>
                </a:cubicBezTo>
                <a:lnTo>
                  <a:pt x="1237298" y="1882712"/>
                </a:lnTo>
                <a:lnTo>
                  <a:pt x="1220343" y="1895570"/>
                </a:lnTo>
                <a:cubicBezTo>
                  <a:pt x="1220343" y="1895570"/>
                  <a:pt x="1220343" y="1894999"/>
                  <a:pt x="1220343" y="1894713"/>
                </a:cubicBezTo>
                <a:cubicBezTo>
                  <a:pt x="1219295" y="1887855"/>
                  <a:pt x="1215676" y="1881854"/>
                  <a:pt x="1210056" y="1877759"/>
                </a:cubicBezTo>
                <a:cubicBezTo>
                  <a:pt x="1205579" y="1874425"/>
                  <a:pt x="1200245" y="1872710"/>
                  <a:pt x="1194816" y="1872710"/>
                </a:cubicBezTo>
                <a:cubicBezTo>
                  <a:pt x="1193483" y="1872710"/>
                  <a:pt x="1192149" y="1872806"/>
                  <a:pt x="1190816" y="1872996"/>
                </a:cubicBezTo>
                <a:cubicBezTo>
                  <a:pt x="1183958" y="1874044"/>
                  <a:pt x="1177957" y="1877663"/>
                  <a:pt x="1173861" y="1883283"/>
                </a:cubicBezTo>
                <a:cubicBezTo>
                  <a:pt x="1171766" y="1886141"/>
                  <a:pt x="1170337" y="1889379"/>
                  <a:pt x="1169480" y="1892808"/>
                </a:cubicBezTo>
                <a:lnTo>
                  <a:pt x="1070324" y="1892808"/>
                </a:lnTo>
                <a:cubicBezTo>
                  <a:pt x="1068896" y="1886807"/>
                  <a:pt x="1065562" y="1881473"/>
                  <a:pt x="1060514" y="1877759"/>
                </a:cubicBezTo>
                <a:cubicBezTo>
                  <a:pt x="1056037" y="1874425"/>
                  <a:pt x="1050703" y="1872710"/>
                  <a:pt x="1045274" y="1872710"/>
                </a:cubicBezTo>
                <a:cubicBezTo>
                  <a:pt x="1043940" y="1872710"/>
                  <a:pt x="1042607" y="1872806"/>
                  <a:pt x="1041273" y="1872996"/>
                </a:cubicBezTo>
                <a:cubicBezTo>
                  <a:pt x="1034415" y="1874044"/>
                  <a:pt x="1028414" y="1877663"/>
                  <a:pt x="1024319" y="1883283"/>
                </a:cubicBezTo>
                <a:cubicBezTo>
                  <a:pt x="1022223" y="1886141"/>
                  <a:pt x="1020794" y="1889379"/>
                  <a:pt x="1019937" y="1892808"/>
                </a:cubicBezTo>
                <a:lnTo>
                  <a:pt x="920782" y="1892808"/>
                </a:lnTo>
                <a:cubicBezTo>
                  <a:pt x="919353" y="1886807"/>
                  <a:pt x="916019" y="1881473"/>
                  <a:pt x="910971" y="1877759"/>
                </a:cubicBezTo>
                <a:cubicBezTo>
                  <a:pt x="906494" y="1874425"/>
                  <a:pt x="901160" y="1872710"/>
                  <a:pt x="895731" y="1872710"/>
                </a:cubicBezTo>
                <a:cubicBezTo>
                  <a:pt x="894398" y="1872710"/>
                  <a:pt x="893064" y="1872806"/>
                  <a:pt x="891731" y="1872996"/>
                </a:cubicBezTo>
                <a:cubicBezTo>
                  <a:pt x="885349" y="1873949"/>
                  <a:pt x="879824" y="1877282"/>
                  <a:pt x="875729" y="1882235"/>
                </a:cubicBezTo>
                <a:lnTo>
                  <a:pt x="820007" y="1820704"/>
                </a:lnTo>
                <a:lnTo>
                  <a:pt x="821722" y="1724978"/>
                </a:lnTo>
                <a:lnTo>
                  <a:pt x="783527" y="1690688"/>
                </a:lnTo>
                <a:lnTo>
                  <a:pt x="781717" y="1487329"/>
                </a:lnTo>
                <a:lnTo>
                  <a:pt x="838391" y="1439609"/>
                </a:lnTo>
                <a:lnTo>
                  <a:pt x="1263301" y="1439418"/>
                </a:lnTo>
                <a:lnTo>
                  <a:pt x="1315307" y="1392079"/>
                </a:lnTo>
                <a:cubicBezTo>
                  <a:pt x="1315307" y="1392079"/>
                  <a:pt x="1316165" y="1392365"/>
                  <a:pt x="1316736" y="1392365"/>
                </a:cubicBezTo>
                <a:lnTo>
                  <a:pt x="1332833" y="1392365"/>
                </a:lnTo>
                <a:cubicBezTo>
                  <a:pt x="1335596" y="1392365"/>
                  <a:pt x="1337882" y="1390078"/>
                  <a:pt x="1337882" y="1387316"/>
                </a:cubicBezTo>
                <a:lnTo>
                  <a:pt x="1337882" y="1371219"/>
                </a:lnTo>
                <a:cubicBezTo>
                  <a:pt x="1337882" y="1368457"/>
                  <a:pt x="1335596" y="1366171"/>
                  <a:pt x="1332833" y="1366171"/>
                </a:cubicBezTo>
                <a:lnTo>
                  <a:pt x="1316736" y="1366171"/>
                </a:lnTo>
                <a:cubicBezTo>
                  <a:pt x="1313974" y="1366171"/>
                  <a:pt x="1311688" y="1368457"/>
                  <a:pt x="1311688" y="1371219"/>
                </a:cubicBezTo>
                <a:lnTo>
                  <a:pt x="1311688" y="1385888"/>
                </a:lnTo>
                <a:close/>
                <a:moveTo>
                  <a:pt x="1196435" y="1969103"/>
                </a:moveTo>
                <a:lnTo>
                  <a:pt x="1211675" y="1969103"/>
                </a:lnTo>
                <a:lnTo>
                  <a:pt x="1211675" y="1984343"/>
                </a:lnTo>
                <a:lnTo>
                  <a:pt x="1196435" y="1984343"/>
                </a:lnTo>
                <a:lnTo>
                  <a:pt x="1196435" y="1969103"/>
                </a:lnTo>
                <a:close/>
                <a:moveTo>
                  <a:pt x="1686211" y="1867186"/>
                </a:moveTo>
                <a:cubicBezTo>
                  <a:pt x="1686211" y="1867186"/>
                  <a:pt x="1686497" y="1867186"/>
                  <a:pt x="1686592" y="1867186"/>
                </a:cubicBezTo>
                <a:cubicBezTo>
                  <a:pt x="1689735" y="1867376"/>
                  <a:pt x="1692116" y="1870139"/>
                  <a:pt x="1691926" y="1873282"/>
                </a:cubicBezTo>
                <a:cubicBezTo>
                  <a:pt x="1691735" y="1876425"/>
                  <a:pt x="1689068" y="1878902"/>
                  <a:pt x="1685830" y="1878616"/>
                </a:cubicBezTo>
                <a:cubicBezTo>
                  <a:pt x="1682687" y="1878425"/>
                  <a:pt x="1680305" y="1875663"/>
                  <a:pt x="1680496" y="1872520"/>
                </a:cubicBezTo>
                <a:cubicBezTo>
                  <a:pt x="1680686" y="1869472"/>
                  <a:pt x="1683258" y="1867186"/>
                  <a:pt x="1686211" y="1867186"/>
                </a:cubicBezTo>
                <a:close/>
                <a:moveTo>
                  <a:pt x="1288732" y="1909858"/>
                </a:moveTo>
                <a:cubicBezTo>
                  <a:pt x="1290447" y="1909858"/>
                  <a:pt x="1291781" y="1911191"/>
                  <a:pt x="1291781" y="1912906"/>
                </a:cubicBezTo>
                <a:cubicBezTo>
                  <a:pt x="1291781" y="1914620"/>
                  <a:pt x="1290447" y="1915954"/>
                  <a:pt x="1288732" y="1915954"/>
                </a:cubicBezTo>
                <a:cubicBezTo>
                  <a:pt x="1287018" y="1915954"/>
                  <a:pt x="1285685" y="1914620"/>
                  <a:pt x="1285685" y="1912906"/>
                </a:cubicBezTo>
                <a:cubicBezTo>
                  <a:pt x="1285685" y="1911191"/>
                  <a:pt x="1287018" y="1909858"/>
                  <a:pt x="1288732" y="1909858"/>
                </a:cubicBezTo>
                <a:close/>
                <a:moveTo>
                  <a:pt x="1177004" y="1885855"/>
                </a:moveTo>
                <a:cubicBezTo>
                  <a:pt x="1180338" y="1881283"/>
                  <a:pt x="1185196" y="1878330"/>
                  <a:pt x="1190816" y="1877473"/>
                </a:cubicBezTo>
                <a:cubicBezTo>
                  <a:pt x="1196340" y="1876616"/>
                  <a:pt x="1201960" y="1877949"/>
                  <a:pt x="1206532" y="1881283"/>
                </a:cubicBezTo>
                <a:cubicBezTo>
                  <a:pt x="1211104" y="1884617"/>
                  <a:pt x="1214057" y="1889474"/>
                  <a:pt x="1214914" y="1895094"/>
                </a:cubicBezTo>
                <a:cubicBezTo>
                  <a:pt x="1215771" y="1900619"/>
                  <a:pt x="1214438" y="1906238"/>
                  <a:pt x="1211104" y="1910810"/>
                </a:cubicBezTo>
                <a:cubicBezTo>
                  <a:pt x="1204246" y="1920145"/>
                  <a:pt x="1191006" y="1922240"/>
                  <a:pt x="1181576" y="1915382"/>
                </a:cubicBezTo>
                <a:cubicBezTo>
                  <a:pt x="1172242" y="1908524"/>
                  <a:pt x="1170146" y="1895285"/>
                  <a:pt x="1177100" y="1885950"/>
                </a:cubicBezTo>
                <a:close/>
                <a:moveTo>
                  <a:pt x="1027557" y="1885855"/>
                </a:moveTo>
                <a:cubicBezTo>
                  <a:pt x="1030891" y="1881283"/>
                  <a:pt x="1035749" y="1878330"/>
                  <a:pt x="1041368" y="1877473"/>
                </a:cubicBezTo>
                <a:cubicBezTo>
                  <a:pt x="1046893" y="1876616"/>
                  <a:pt x="1052513" y="1877949"/>
                  <a:pt x="1057085" y="1881283"/>
                </a:cubicBezTo>
                <a:cubicBezTo>
                  <a:pt x="1061657" y="1884617"/>
                  <a:pt x="1064609" y="1889474"/>
                  <a:pt x="1065467" y="1895094"/>
                </a:cubicBezTo>
                <a:cubicBezTo>
                  <a:pt x="1066324" y="1900619"/>
                  <a:pt x="1064990" y="1906238"/>
                  <a:pt x="1061657" y="1910810"/>
                </a:cubicBezTo>
                <a:cubicBezTo>
                  <a:pt x="1054799" y="1920145"/>
                  <a:pt x="1041559" y="1922240"/>
                  <a:pt x="1032129" y="1915382"/>
                </a:cubicBezTo>
                <a:cubicBezTo>
                  <a:pt x="1022795" y="1908524"/>
                  <a:pt x="1020699" y="1895285"/>
                  <a:pt x="1027652" y="1885950"/>
                </a:cubicBezTo>
                <a:close/>
                <a:moveTo>
                  <a:pt x="878205" y="1885855"/>
                </a:moveTo>
                <a:cubicBezTo>
                  <a:pt x="881539" y="1881283"/>
                  <a:pt x="886397" y="1878330"/>
                  <a:pt x="892016" y="1877473"/>
                </a:cubicBezTo>
                <a:cubicBezTo>
                  <a:pt x="897541" y="1876616"/>
                  <a:pt x="903161" y="1877949"/>
                  <a:pt x="907733" y="1881283"/>
                </a:cubicBezTo>
                <a:cubicBezTo>
                  <a:pt x="912304" y="1884617"/>
                  <a:pt x="915257" y="1889474"/>
                  <a:pt x="916115" y="1895094"/>
                </a:cubicBezTo>
                <a:cubicBezTo>
                  <a:pt x="916972" y="1900619"/>
                  <a:pt x="915638" y="1906238"/>
                  <a:pt x="912304" y="1910810"/>
                </a:cubicBezTo>
                <a:cubicBezTo>
                  <a:pt x="905447" y="1920145"/>
                  <a:pt x="892207" y="1922240"/>
                  <a:pt x="882777" y="1915382"/>
                </a:cubicBezTo>
                <a:cubicBezTo>
                  <a:pt x="873443" y="1908524"/>
                  <a:pt x="871347" y="1895285"/>
                  <a:pt x="878300" y="1885950"/>
                </a:cubicBezTo>
                <a:close/>
                <a:moveTo>
                  <a:pt x="1316260" y="1370648"/>
                </a:moveTo>
                <a:lnTo>
                  <a:pt x="1332738" y="1370933"/>
                </a:lnTo>
                <a:lnTo>
                  <a:pt x="1332738" y="1387031"/>
                </a:lnTo>
                <a:cubicBezTo>
                  <a:pt x="1332738" y="1387031"/>
                  <a:pt x="1332548" y="1387316"/>
                  <a:pt x="1332452" y="1387316"/>
                </a:cubicBezTo>
                <a:lnTo>
                  <a:pt x="1315974" y="1387031"/>
                </a:lnTo>
                <a:lnTo>
                  <a:pt x="1316260" y="1370552"/>
                </a:lnTo>
                <a:close/>
                <a:moveTo>
                  <a:pt x="1145762" y="1904048"/>
                </a:moveTo>
                <a:lnTo>
                  <a:pt x="1145762" y="1899285"/>
                </a:lnTo>
                <a:lnTo>
                  <a:pt x="1164812" y="1899285"/>
                </a:lnTo>
                <a:lnTo>
                  <a:pt x="1164812" y="1904048"/>
                </a:lnTo>
                <a:lnTo>
                  <a:pt x="1145762" y="1904048"/>
                </a:lnTo>
                <a:close/>
                <a:moveTo>
                  <a:pt x="976789" y="1904048"/>
                </a:moveTo>
                <a:lnTo>
                  <a:pt x="957739" y="1904048"/>
                </a:lnTo>
                <a:lnTo>
                  <a:pt x="957739" y="1899285"/>
                </a:lnTo>
                <a:lnTo>
                  <a:pt x="976789" y="1899285"/>
                </a:lnTo>
                <a:lnTo>
                  <a:pt x="976789" y="1904048"/>
                </a:lnTo>
                <a:close/>
                <a:moveTo>
                  <a:pt x="16288" y="2702719"/>
                </a:moveTo>
                <a:cubicBezTo>
                  <a:pt x="10668" y="2698433"/>
                  <a:pt x="9620" y="2690432"/>
                  <a:pt x="13811" y="2684812"/>
                </a:cubicBezTo>
                <a:cubicBezTo>
                  <a:pt x="18098" y="2679192"/>
                  <a:pt x="26099" y="2678144"/>
                  <a:pt x="31718" y="2682335"/>
                </a:cubicBezTo>
                <a:cubicBezTo>
                  <a:pt x="37338" y="2686622"/>
                  <a:pt x="38386" y="2694623"/>
                  <a:pt x="34195" y="2700242"/>
                </a:cubicBezTo>
                <a:cubicBezTo>
                  <a:pt x="29909" y="2705862"/>
                  <a:pt x="21908" y="2706910"/>
                  <a:pt x="16288" y="2702719"/>
                </a:cubicBezTo>
                <a:close/>
                <a:moveTo>
                  <a:pt x="944975" y="1945767"/>
                </a:moveTo>
                <a:cubicBezTo>
                  <a:pt x="943927" y="1946624"/>
                  <a:pt x="943356" y="1947863"/>
                  <a:pt x="943261" y="1949291"/>
                </a:cubicBezTo>
                <a:cubicBezTo>
                  <a:pt x="943261" y="1950625"/>
                  <a:pt x="943642" y="1951958"/>
                  <a:pt x="944499" y="1953006"/>
                </a:cubicBezTo>
                <a:lnTo>
                  <a:pt x="952976" y="1962722"/>
                </a:lnTo>
                <a:cubicBezTo>
                  <a:pt x="952976" y="1962722"/>
                  <a:pt x="953452" y="1963103"/>
                  <a:pt x="953738" y="1963293"/>
                </a:cubicBezTo>
                <a:lnTo>
                  <a:pt x="953738" y="2034445"/>
                </a:lnTo>
                <a:lnTo>
                  <a:pt x="999649" y="2077403"/>
                </a:lnTo>
                <a:lnTo>
                  <a:pt x="1284161" y="2077403"/>
                </a:lnTo>
                <a:lnTo>
                  <a:pt x="1320737" y="2100072"/>
                </a:lnTo>
                <a:lnTo>
                  <a:pt x="1441418" y="2100072"/>
                </a:lnTo>
                <a:cubicBezTo>
                  <a:pt x="1442085" y="2100834"/>
                  <a:pt x="1443038" y="2101310"/>
                  <a:pt x="1444181" y="2101310"/>
                </a:cubicBezTo>
                <a:cubicBezTo>
                  <a:pt x="1446181" y="2101310"/>
                  <a:pt x="1447800" y="2099691"/>
                  <a:pt x="1447800" y="2097691"/>
                </a:cubicBezTo>
                <a:cubicBezTo>
                  <a:pt x="1447800" y="2095691"/>
                  <a:pt x="1446181" y="2094071"/>
                  <a:pt x="1444181" y="2094071"/>
                </a:cubicBezTo>
                <a:cubicBezTo>
                  <a:pt x="1443038" y="2094071"/>
                  <a:pt x="1442085" y="2094548"/>
                  <a:pt x="1441418" y="2095310"/>
                </a:cubicBezTo>
                <a:lnTo>
                  <a:pt x="1322070" y="2095310"/>
                </a:lnTo>
                <a:lnTo>
                  <a:pt x="1285494" y="2072640"/>
                </a:lnTo>
                <a:lnTo>
                  <a:pt x="1001554" y="2072640"/>
                </a:lnTo>
                <a:lnTo>
                  <a:pt x="958501" y="2032445"/>
                </a:lnTo>
                <a:lnTo>
                  <a:pt x="958501" y="1964150"/>
                </a:lnTo>
                <a:cubicBezTo>
                  <a:pt x="959072" y="1963960"/>
                  <a:pt x="959644" y="1963579"/>
                  <a:pt x="960120" y="1963198"/>
                </a:cubicBezTo>
                <a:lnTo>
                  <a:pt x="969836" y="1954721"/>
                </a:lnTo>
                <a:cubicBezTo>
                  <a:pt x="970883" y="1953863"/>
                  <a:pt x="971455" y="1952625"/>
                  <a:pt x="971550" y="1951196"/>
                </a:cubicBezTo>
                <a:cubicBezTo>
                  <a:pt x="971550" y="1949863"/>
                  <a:pt x="971169" y="1948529"/>
                  <a:pt x="970312" y="1947482"/>
                </a:cubicBezTo>
                <a:lnTo>
                  <a:pt x="961835" y="1937766"/>
                </a:lnTo>
                <a:cubicBezTo>
                  <a:pt x="960025" y="1935671"/>
                  <a:pt x="956786" y="1935480"/>
                  <a:pt x="954691" y="1937290"/>
                </a:cubicBezTo>
                <a:lnTo>
                  <a:pt x="944975" y="1945767"/>
                </a:lnTo>
                <a:close/>
                <a:moveTo>
                  <a:pt x="966788" y="1951006"/>
                </a:moveTo>
                <a:lnTo>
                  <a:pt x="956596" y="1959483"/>
                </a:lnTo>
                <a:lnTo>
                  <a:pt x="948119" y="1949768"/>
                </a:lnTo>
                <a:cubicBezTo>
                  <a:pt x="948119" y="1949768"/>
                  <a:pt x="948119" y="1949387"/>
                  <a:pt x="948119" y="1949291"/>
                </a:cubicBezTo>
                <a:lnTo>
                  <a:pt x="958310" y="1940814"/>
                </a:lnTo>
                <a:lnTo>
                  <a:pt x="966788" y="1951006"/>
                </a:lnTo>
                <a:close/>
                <a:moveTo>
                  <a:pt x="993362" y="1953768"/>
                </a:moveTo>
                <a:lnTo>
                  <a:pt x="1002506" y="1962912"/>
                </a:lnTo>
                <a:cubicBezTo>
                  <a:pt x="1002506" y="1962912"/>
                  <a:pt x="1003268" y="1963484"/>
                  <a:pt x="1003745" y="1963769"/>
                </a:cubicBezTo>
                <a:lnTo>
                  <a:pt x="1003173" y="2014823"/>
                </a:lnTo>
                <a:lnTo>
                  <a:pt x="1022033" y="2032921"/>
                </a:lnTo>
                <a:lnTo>
                  <a:pt x="1277779" y="2032921"/>
                </a:lnTo>
                <a:cubicBezTo>
                  <a:pt x="1277779" y="2032921"/>
                  <a:pt x="1314355" y="2055686"/>
                  <a:pt x="1314355" y="2055686"/>
                </a:cubicBezTo>
                <a:lnTo>
                  <a:pt x="1431417" y="2055686"/>
                </a:lnTo>
                <a:lnTo>
                  <a:pt x="1431417" y="2059019"/>
                </a:lnTo>
                <a:cubicBezTo>
                  <a:pt x="1431417" y="2062353"/>
                  <a:pt x="1434084" y="2065020"/>
                  <a:pt x="1437418" y="2065020"/>
                </a:cubicBezTo>
                <a:lnTo>
                  <a:pt x="1451420" y="2065020"/>
                </a:lnTo>
                <a:cubicBezTo>
                  <a:pt x="1454753" y="2065020"/>
                  <a:pt x="1457420" y="2062353"/>
                  <a:pt x="1457420" y="2059019"/>
                </a:cubicBezTo>
                <a:lnTo>
                  <a:pt x="1457420" y="2045018"/>
                </a:lnTo>
                <a:cubicBezTo>
                  <a:pt x="1457420" y="2041779"/>
                  <a:pt x="1454753" y="2039017"/>
                  <a:pt x="1451420" y="2039017"/>
                </a:cubicBezTo>
                <a:lnTo>
                  <a:pt x="1437418" y="2039017"/>
                </a:lnTo>
                <a:cubicBezTo>
                  <a:pt x="1434179" y="2039017"/>
                  <a:pt x="1431417" y="2041684"/>
                  <a:pt x="1431417" y="2045018"/>
                </a:cubicBezTo>
                <a:lnTo>
                  <a:pt x="1431417" y="2050923"/>
                </a:lnTo>
                <a:lnTo>
                  <a:pt x="1315784" y="2050923"/>
                </a:lnTo>
                <a:lnTo>
                  <a:pt x="1279207" y="2028253"/>
                </a:lnTo>
                <a:lnTo>
                  <a:pt x="1024033" y="2028253"/>
                </a:lnTo>
                <a:cubicBezTo>
                  <a:pt x="1024033" y="2028253"/>
                  <a:pt x="1008031" y="2012918"/>
                  <a:pt x="1008031" y="2012918"/>
                </a:cubicBezTo>
                <a:lnTo>
                  <a:pt x="1008602" y="1963865"/>
                </a:lnTo>
                <a:cubicBezTo>
                  <a:pt x="1008602" y="1963865"/>
                  <a:pt x="1009460" y="1963388"/>
                  <a:pt x="1009841" y="1963007"/>
                </a:cubicBezTo>
                <a:lnTo>
                  <a:pt x="1018985" y="1953863"/>
                </a:lnTo>
                <a:cubicBezTo>
                  <a:pt x="1020985" y="1951863"/>
                  <a:pt x="1020985" y="1948625"/>
                  <a:pt x="1018985" y="1946720"/>
                </a:cubicBezTo>
                <a:lnTo>
                  <a:pt x="1009841" y="1937576"/>
                </a:lnTo>
                <a:cubicBezTo>
                  <a:pt x="1008888" y="1936623"/>
                  <a:pt x="1007650" y="1936052"/>
                  <a:pt x="1006221" y="1936052"/>
                </a:cubicBezTo>
                <a:lnTo>
                  <a:pt x="1006221" y="1936052"/>
                </a:lnTo>
                <a:cubicBezTo>
                  <a:pt x="1004888" y="1936052"/>
                  <a:pt x="1003554" y="1936623"/>
                  <a:pt x="1002602" y="1937576"/>
                </a:cubicBezTo>
                <a:lnTo>
                  <a:pt x="993458" y="1946720"/>
                </a:lnTo>
                <a:cubicBezTo>
                  <a:pt x="991457" y="1948720"/>
                  <a:pt x="991457" y="1951958"/>
                  <a:pt x="993458" y="1953863"/>
                </a:cubicBezTo>
                <a:close/>
                <a:moveTo>
                  <a:pt x="1436084" y="2044827"/>
                </a:moveTo>
                <a:cubicBezTo>
                  <a:pt x="1436084" y="2044160"/>
                  <a:pt x="1436656" y="2043589"/>
                  <a:pt x="1437323" y="2043589"/>
                </a:cubicBezTo>
                <a:lnTo>
                  <a:pt x="1451324" y="2043589"/>
                </a:lnTo>
                <a:cubicBezTo>
                  <a:pt x="1451991" y="2043589"/>
                  <a:pt x="1452563" y="2044160"/>
                  <a:pt x="1452563" y="2044827"/>
                </a:cubicBezTo>
                <a:lnTo>
                  <a:pt x="1452563" y="2058829"/>
                </a:lnTo>
                <a:cubicBezTo>
                  <a:pt x="1452563" y="2059496"/>
                  <a:pt x="1451991" y="2060067"/>
                  <a:pt x="1451324" y="2060067"/>
                </a:cubicBezTo>
                <a:lnTo>
                  <a:pt x="1437323" y="2060067"/>
                </a:lnTo>
                <a:cubicBezTo>
                  <a:pt x="1436656" y="2060067"/>
                  <a:pt x="1436084" y="2059496"/>
                  <a:pt x="1436084" y="2058829"/>
                </a:cubicBezTo>
                <a:lnTo>
                  <a:pt x="1436084" y="2044827"/>
                </a:lnTo>
                <a:close/>
                <a:moveTo>
                  <a:pt x="1006316" y="1940814"/>
                </a:moveTo>
                <a:lnTo>
                  <a:pt x="1015460" y="1950434"/>
                </a:lnTo>
                <a:lnTo>
                  <a:pt x="1005840" y="1959578"/>
                </a:lnTo>
                <a:lnTo>
                  <a:pt x="996696" y="1950434"/>
                </a:lnTo>
                <a:cubicBezTo>
                  <a:pt x="996696" y="1950434"/>
                  <a:pt x="996601" y="1950053"/>
                  <a:pt x="996696" y="1949958"/>
                </a:cubicBezTo>
                <a:lnTo>
                  <a:pt x="1006316" y="1940814"/>
                </a:lnTo>
                <a:close/>
                <a:moveTo>
                  <a:pt x="1067467" y="2466118"/>
                </a:moveTo>
                <a:lnTo>
                  <a:pt x="1073753" y="2472880"/>
                </a:lnTo>
                <a:lnTo>
                  <a:pt x="1068515" y="2477738"/>
                </a:lnTo>
                <a:lnTo>
                  <a:pt x="1062228" y="2470976"/>
                </a:lnTo>
                <a:lnTo>
                  <a:pt x="1067467" y="2466118"/>
                </a:lnTo>
                <a:close/>
                <a:moveTo>
                  <a:pt x="1150334" y="3745516"/>
                </a:moveTo>
                <a:lnTo>
                  <a:pt x="1150334" y="3731990"/>
                </a:lnTo>
                <a:cubicBezTo>
                  <a:pt x="1150334" y="3728085"/>
                  <a:pt x="1147191" y="3724847"/>
                  <a:pt x="1143191" y="3724847"/>
                </a:cubicBezTo>
                <a:lnTo>
                  <a:pt x="1129665" y="3724847"/>
                </a:lnTo>
                <a:cubicBezTo>
                  <a:pt x="1125760" y="3724847"/>
                  <a:pt x="1122521" y="3727990"/>
                  <a:pt x="1122521" y="3731990"/>
                </a:cubicBezTo>
                <a:lnTo>
                  <a:pt x="1122521" y="3736372"/>
                </a:lnTo>
                <a:lnTo>
                  <a:pt x="1102519" y="3736372"/>
                </a:lnTo>
                <a:lnTo>
                  <a:pt x="1074134" y="3709226"/>
                </a:lnTo>
                <a:lnTo>
                  <a:pt x="974884" y="3708654"/>
                </a:lnTo>
                <a:lnTo>
                  <a:pt x="956310" y="3690366"/>
                </a:lnTo>
                <a:lnTo>
                  <a:pt x="956310" y="3543300"/>
                </a:lnTo>
                <a:lnTo>
                  <a:pt x="929926" y="3518154"/>
                </a:lnTo>
                <a:lnTo>
                  <a:pt x="844963" y="3518154"/>
                </a:lnTo>
                <a:cubicBezTo>
                  <a:pt x="843915" y="3513963"/>
                  <a:pt x="840200" y="3510820"/>
                  <a:pt x="835724" y="3510820"/>
                </a:cubicBezTo>
                <a:cubicBezTo>
                  <a:pt x="830390" y="3510820"/>
                  <a:pt x="826008" y="3515201"/>
                  <a:pt x="826008" y="3520535"/>
                </a:cubicBezTo>
                <a:cubicBezTo>
                  <a:pt x="826008" y="3525869"/>
                  <a:pt x="830390" y="3530251"/>
                  <a:pt x="835724" y="3530251"/>
                </a:cubicBezTo>
                <a:cubicBezTo>
                  <a:pt x="840296" y="3530251"/>
                  <a:pt x="843915" y="3527108"/>
                  <a:pt x="844963" y="3522917"/>
                </a:cubicBezTo>
                <a:lnTo>
                  <a:pt x="928021" y="3522917"/>
                </a:lnTo>
                <a:lnTo>
                  <a:pt x="951548" y="3545300"/>
                </a:lnTo>
                <a:lnTo>
                  <a:pt x="951548" y="3692271"/>
                </a:lnTo>
                <a:lnTo>
                  <a:pt x="972979" y="3713321"/>
                </a:lnTo>
                <a:lnTo>
                  <a:pt x="1072229" y="3713893"/>
                </a:lnTo>
                <a:lnTo>
                  <a:pt x="1100614" y="3741039"/>
                </a:lnTo>
                <a:lnTo>
                  <a:pt x="1122521" y="3741039"/>
                </a:lnTo>
                <a:lnTo>
                  <a:pt x="1122521" y="3745421"/>
                </a:lnTo>
                <a:cubicBezTo>
                  <a:pt x="1122521" y="3749326"/>
                  <a:pt x="1125760" y="3752564"/>
                  <a:pt x="1129665" y="3752564"/>
                </a:cubicBezTo>
                <a:lnTo>
                  <a:pt x="1143191" y="3752564"/>
                </a:lnTo>
                <a:cubicBezTo>
                  <a:pt x="1147096" y="3752564"/>
                  <a:pt x="1150334" y="3749421"/>
                  <a:pt x="1150334" y="3745421"/>
                </a:cubicBezTo>
                <a:close/>
                <a:moveTo>
                  <a:pt x="835724" y="3525584"/>
                </a:moveTo>
                <a:cubicBezTo>
                  <a:pt x="832961" y="3525584"/>
                  <a:pt x="830771" y="3523393"/>
                  <a:pt x="830771" y="3520630"/>
                </a:cubicBezTo>
                <a:cubicBezTo>
                  <a:pt x="830771" y="3517868"/>
                  <a:pt x="832961" y="3515678"/>
                  <a:pt x="835724" y="3515678"/>
                </a:cubicBezTo>
                <a:cubicBezTo>
                  <a:pt x="838486" y="3515678"/>
                  <a:pt x="840677" y="3517868"/>
                  <a:pt x="840677" y="3520630"/>
                </a:cubicBezTo>
                <a:cubicBezTo>
                  <a:pt x="840677" y="3523393"/>
                  <a:pt x="838486" y="3525584"/>
                  <a:pt x="835724" y="3525584"/>
                </a:cubicBezTo>
                <a:close/>
                <a:moveTo>
                  <a:pt x="1127284" y="3745516"/>
                </a:moveTo>
                <a:lnTo>
                  <a:pt x="1127284" y="3731990"/>
                </a:lnTo>
                <a:cubicBezTo>
                  <a:pt x="1127284" y="3730657"/>
                  <a:pt x="1128332" y="3729609"/>
                  <a:pt x="1129665" y="3729609"/>
                </a:cubicBezTo>
                <a:lnTo>
                  <a:pt x="1143191" y="3729609"/>
                </a:lnTo>
                <a:cubicBezTo>
                  <a:pt x="1144524" y="3729609"/>
                  <a:pt x="1145572" y="3730657"/>
                  <a:pt x="1145572" y="3731990"/>
                </a:cubicBezTo>
                <a:lnTo>
                  <a:pt x="1145572" y="3745516"/>
                </a:lnTo>
                <a:cubicBezTo>
                  <a:pt x="1145572" y="3746849"/>
                  <a:pt x="1144524" y="3747897"/>
                  <a:pt x="1143191" y="3747897"/>
                </a:cubicBezTo>
                <a:lnTo>
                  <a:pt x="1129665" y="3747897"/>
                </a:lnTo>
                <a:cubicBezTo>
                  <a:pt x="1128332" y="3747897"/>
                  <a:pt x="1127284" y="3746849"/>
                  <a:pt x="1127284" y="3745516"/>
                </a:cubicBezTo>
                <a:close/>
                <a:moveTo>
                  <a:pt x="1111949" y="3779139"/>
                </a:moveTo>
                <a:cubicBezTo>
                  <a:pt x="1111949" y="3779139"/>
                  <a:pt x="1111949" y="3779520"/>
                  <a:pt x="1111949" y="3779806"/>
                </a:cubicBezTo>
                <a:cubicBezTo>
                  <a:pt x="1113282" y="3784568"/>
                  <a:pt x="1117759" y="3787712"/>
                  <a:pt x="1122521" y="3787712"/>
                </a:cubicBezTo>
                <a:cubicBezTo>
                  <a:pt x="1123474" y="3787712"/>
                  <a:pt x="1124522" y="3787617"/>
                  <a:pt x="1125569" y="3787330"/>
                </a:cubicBezTo>
                <a:cubicBezTo>
                  <a:pt x="1128427" y="3786569"/>
                  <a:pt x="1130713" y="3784663"/>
                  <a:pt x="1132142" y="3782092"/>
                </a:cubicBezTo>
                <a:cubicBezTo>
                  <a:pt x="1133570" y="3779520"/>
                  <a:pt x="1133856" y="3776567"/>
                  <a:pt x="1133094" y="3773805"/>
                </a:cubicBezTo>
                <a:cubicBezTo>
                  <a:pt x="1131475" y="3767995"/>
                  <a:pt x="1125379" y="3764661"/>
                  <a:pt x="1119569" y="3766280"/>
                </a:cubicBezTo>
                <a:cubicBezTo>
                  <a:pt x="1115568" y="3767423"/>
                  <a:pt x="1112901" y="3770662"/>
                  <a:pt x="1112044" y="3774377"/>
                </a:cubicBezTo>
                <a:lnTo>
                  <a:pt x="1064705" y="3774377"/>
                </a:lnTo>
                <a:lnTo>
                  <a:pt x="1036320" y="3747230"/>
                </a:lnTo>
                <a:lnTo>
                  <a:pt x="923735" y="3748850"/>
                </a:lnTo>
                <a:lnTo>
                  <a:pt x="905161" y="3730562"/>
                </a:lnTo>
                <a:lnTo>
                  <a:pt x="904589" y="3652266"/>
                </a:lnTo>
                <a:cubicBezTo>
                  <a:pt x="908780" y="3651123"/>
                  <a:pt x="911924" y="3647504"/>
                  <a:pt x="911924" y="3643027"/>
                </a:cubicBezTo>
                <a:cubicBezTo>
                  <a:pt x="911924" y="3637693"/>
                  <a:pt x="907542" y="3633311"/>
                  <a:pt x="902208" y="3633311"/>
                </a:cubicBezTo>
                <a:cubicBezTo>
                  <a:pt x="896874" y="3633311"/>
                  <a:pt x="892493" y="3637693"/>
                  <a:pt x="892493" y="3643027"/>
                </a:cubicBezTo>
                <a:cubicBezTo>
                  <a:pt x="892493" y="3647599"/>
                  <a:pt x="895636" y="3651218"/>
                  <a:pt x="899922" y="3652266"/>
                </a:cubicBezTo>
                <a:lnTo>
                  <a:pt x="900494" y="3732562"/>
                </a:lnTo>
                <a:lnTo>
                  <a:pt x="921925" y="3753612"/>
                </a:lnTo>
                <a:lnTo>
                  <a:pt x="1034606" y="3751993"/>
                </a:lnTo>
                <a:lnTo>
                  <a:pt x="1062990" y="3779139"/>
                </a:lnTo>
                <a:lnTo>
                  <a:pt x="1112139" y="3779139"/>
                </a:lnTo>
                <a:close/>
                <a:moveTo>
                  <a:pt x="1120807" y="3770757"/>
                </a:moveTo>
                <a:cubicBezTo>
                  <a:pt x="1121378" y="3770567"/>
                  <a:pt x="1121950" y="3770471"/>
                  <a:pt x="1122521" y="3770471"/>
                </a:cubicBezTo>
                <a:cubicBezTo>
                  <a:pt x="1125188" y="3770471"/>
                  <a:pt x="1127665" y="3772281"/>
                  <a:pt x="1128427" y="3774948"/>
                </a:cubicBezTo>
                <a:cubicBezTo>
                  <a:pt x="1128903" y="3776567"/>
                  <a:pt x="1128713" y="3778187"/>
                  <a:pt x="1127855" y="3779615"/>
                </a:cubicBezTo>
                <a:cubicBezTo>
                  <a:pt x="1127093" y="3781044"/>
                  <a:pt x="1125760" y="3782092"/>
                  <a:pt x="1124141" y="3782568"/>
                </a:cubicBezTo>
                <a:cubicBezTo>
                  <a:pt x="1120807" y="3783521"/>
                  <a:pt x="1117473" y="3781616"/>
                  <a:pt x="1116521" y="3778282"/>
                </a:cubicBezTo>
                <a:cubicBezTo>
                  <a:pt x="1115568" y="3775043"/>
                  <a:pt x="1117473" y="3771519"/>
                  <a:pt x="1120807" y="3770662"/>
                </a:cubicBezTo>
                <a:close/>
                <a:moveTo>
                  <a:pt x="897160" y="3643027"/>
                </a:moveTo>
                <a:cubicBezTo>
                  <a:pt x="897160" y="3640265"/>
                  <a:pt x="899351" y="3638074"/>
                  <a:pt x="902113" y="3638074"/>
                </a:cubicBezTo>
                <a:cubicBezTo>
                  <a:pt x="904875" y="3638074"/>
                  <a:pt x="907066" y="3640265"/>
                  <a:pt x="907066" y="3643027"/>
                </a:cubicBezTo>
                <a:cubicBezTo>
                  <a:pt x="907066" y="3645789"/>
                  <a:pt x="904875" y="3647980"/>
                  <a:pt x="902113" y="3647980"/>
                </a:cubicBezTo>
                <a:cubicBezTo>
                  <a:pt x="899351" y="3647980"/>
                  <a:pt x="897160" y="3645789"/>
                  <a:pt x="897160" y="3643027"/>
                </a:cubicBezTo>
                <a:close/>
                <a:moveTo>
                  <a:pt x="2358962" y="3507010"/>
                </a:moveTo>
                <a:lnTo>
                  <a:pt x="2358962" y="3518916"/>
                </a:lnTo>
                <a:cubicBezTo>
                  <a:pt x="2358962" y="3522440"/>
                  <a:pt x="2356104" y="3525298"/>
                  <a:pt x="2352580" y="3525298"/>
                </a:cubicBezTo>
                <a:lnTo>
                  <a:pt x="2340578" y="3525298"/>
                </a:lnTo>
                <a:cubicBezTo>
                  <a:pt x="2337054" y="3525298"/>
                  <a:pt x="2334197" y="3522440"/>
                  <a:pt x="2334197" y="3518916"/>
                </a:cubicBezTo>
                <a:lnTo>
                  <a:pt x="2334197" y="3507010"/>
                </a:lnTo>
                <a:cubicBezTo>
                  <a:pt x="2334197" y="3503486"/>
                  <a:pt x="2337054" y="3500628"/>
                  <a:pt x="2340578" y="3500628"/>
                </a:cubicBezTo>
                <a:lnTo>
                  <a:pt x="2352580" y="3500628"/>
                </a:lnTo>
                <a:cubicBezTo>
                  <a:pt x="2356104" y="3500628"/>
                  <a:pt x="2358962" y="3503486"/>
                  <a:pt x="2358962" y="3507010"/>
                </a:cubicBezTo>
                <a:close/>
                <a:moveTo>
                  <a:pt x="2233803" y="3260503"/>
                </a:moveTo>
                <a:cubicBezTo>
                  <a:pt x="2229898" y="3260503"/>
                  <a:pt x="2226755" y="3257360"/>
                  <a:pt x="2226755" y="3253454"/>
                </a:cubicBezTo>
                <a:cubicBezTo>
                  <a:pt x="2226755" y="3249549"/>
                  <a:pt x="2229898" y="3246406"/>
                  <a:pt x="2233803" y="3246406"/>
                </a:cubicBezTo>
                <a:cubicBezTo>
                  <a:pt x="2237708" y="3246406"/>
                  <a:pt x="2240852" y="3249549"/>
                  <a:pt x="2240852" y="3253454"/>
                </a:cubicBezTo>
                <a:cubicBezTo>
                  <a:pt x="2240852" y="3257360"/>
                  <a:pt x="2237708" y="3260503"/>
                  <a:pt x="2233803" y="3260503"/>
                </a:cubicBezTo>
                <a:close/>
                <a:moveTo>
                  <a:pt x="262414" y="2279047"/>
                </a:moveTo>
                <a:lnTo>
                  <a:pt x="269653" y="2271998"/>
                </a:lnTo>
                <a:lnTo>
                  <a:pt x="272987" y="2275427"/>
                </a:lnTo>
                <a:lnTo>
                  <a:pt x="265748" y="2282476"/>
                </a:lnTo>
                <a:lnTo>
                  <a:pt x="262414" y="2279047"/>
                </a:lnTo>
                <a:close/>
                <a:moveTo>
                  <a:pt x="2744915" y="4045363"/>
                </a:moveTo>
                <a:cubicBezTo>
                  <a:pt x="2745486" y="4045172"/>
                  <a:pt x="2746153" y="4045268"/>
                  <a:pt x="2746724" y="4044982"/>
                </a:cubicBezTo>
                <a:cubicBezTo>
                  <a:pt x="2752630" y="4042315"/>
                  <a:pt x="2755297" y="4035267"/>
                  <a:pt x="2752630" y="4029361"/>
                </a:cubicBezTo>
                <a:lnTo>
                  <a:pt x="2752630" y="4029361"/>
                </a:lnTo>
                <a:cubicBezTo>
                  <a:pt x="2749963" y="4023455"/>
                  <a:pt x="2742914" y="4020693"/>
                  <a:pt x="2737009" y="4023455"/>
                </a:cubicBezTo>
                <a:cubicBezTo>
                  <a:pt x="2731103" y="4026122"/>
                  <a:pt x="2728436" y="4033171"/>
                  <a:pt x="2731103" y="4039076"/>
                </a:cubicBezTo>
                <a:cubicBezTo>
                  <a:pt x="2732437" y="4041934"/>
                  <a:pt x="2734723" y="4044125"/>
                  <a:pt x="2737676" y="4045268"/>
                </a:cubicBezTo>
                <a:cubicBezTo>
                  <a:pt x="2738438" y="4045553"/>
                  <a:pt x="2739295" y="4045553"/>
                  <a:pt x="2740152" y="4045744"/>
                </a:cubicBezTo>
                <a:lnTo>
                  <a:pt x="2739867" y="4212908"/>
                </a:lnTo>
                <a:lnTo>
                  <a:pt x="2677954" y="4269962"/>
                </a:lnTo>
                <a:cubicBezTo>
                  <a:pt x="2677287" y="4269677"/>
                  <a:pt x="2676620" y="4269581"/>
                  <a:pt x="2675859" y="4269581"/>
                </a:cubicBezTo>
                <a:lnTo>
                  <a:pt x="2655570" y="4269581"/>
                </a:lnTo>
                <a:cubicBezTo>
                  <a:pt x="2652236" y="4269581"/>
                  <a:pt x="2649569" y="4272248"/>
                  <a:pt x="2649569" y="4275582"/>
                </a:cubicBezTo>
                <a:lnTo>
                  <a:pt x="2649569" y="4277011"/>
                </a:lnTo>
                <a:lnTo>
                  <a:pt x="2600325" y="4277011"/>
                </a:lnTo>
                <a:lnTo>
                  <a:pt x="2584323" y="4297013"/>
                </a:lnTo>
                <a:lnTo>
                  <a:pt x="2520696" y="4297013"/>
                </a:lnTo>
                <a:lnTo>
                  <a:pt x="2386965" y="4171188"/>
                </a:lnTo>
                <a:lnTo>
                  <a:pt x="2386298" y="4170521"/>
                </a:lnTo>
                <a:lnTo>
                  <a:pt x="2330768" y="4170807"/>
                </a:lnTo>
                <a:cubicBezTo>
                  <a:pt x="2329720" y="4167092"/>
                  <a:pt x="2326481" y="4164330"/>
                  <a:pt x="2322386" y="4164330"/>
                </a:cubicBezTo>
                <a:cubicBezTo>
                  <a:pt x="2317528" y="4164330"/>
                  <a:pt x="2313527" y="4168330"/>
                  <a:pt x="2313527" y="4173188"/>
                </a:cubicBezTo>
                <a:cubicBezTo>
                  <a:pt x="2313527" y="4178046"/>
                  <a:pt x="2317528" y="4182047"/>
                  <a:pt x="2322386" y="4182047"/>
                </a:cubicBezTo>
                <a:cubicBezTo>
                  <a:pt x="2326481" y="4182047"/>
                  <a:pt x="2329720" y="4179284"/>
                  <a:pt x="2330768" y="4175570"/>
                </a:cubicBezTo>
                <a:lnTo>
                  <a:pt x="2384489" y="4175284"/>
                </a:lnTo>
                <a:lnTo>
                  <a:pt x="2518220" y="4301109"/>
                </a:lnTo>
                <a:lnTo>
                  <a:pt x="2518886" y="4301776"/>
                </a:lnTo>
                <a:lnTo>
                  <a:pt x="2586609" y="4301776"/>
                </a:lnTo>
                <a:lnTo>
                  <a:pt x="2602611" y="4281773"/>
                </a:lnTo>
                <a:lnTo>
                  <a:pt x="2649569" y="4281773"/>
                </a:lnTo>
                <a:lnTo>
                  <a:pt x="2649569" y="4283202"/>
                </a:lnTo>
                <a:cubicBezTo>
                  <a:pt x="2649569" y="4286536"/>
                  <a:pt x="2652236" y="4289203"/>
                  <a:pt x="2655570" y="4289203"/>
                </a:cubicBezTo>
                <a:lnTo>
                  <a:pt x="2675859" y="4289203"/>
                </a:lnTo>
                <a:cubicBezTo>
                  <a:pt x="2679192" y="4289203"/>
                  <a:pt x="2681859" y="4286536"/>
                  <a:pt x="2681859" y="4283202"/>
                </a:cubicBezTo>
                <a:lnTo>
                  <a:pt x="2681859" y="4275582"/>
                </a:lnTo>
                <a:cubicBezTo>
                  <a:pt x="2681859" y="4274725"/>
                  <a:pt x="2681669" y="4273963"/>
                  <a:pt x="2681383" y="4273296"/>
                </a:cubicBezTo>
                <a:lnTo>
                  <a:pt x="2744629" y="4215003"/>
                </a:lnTo>
                <a:lnTo>
                  <a:pt x="2744915" y="4045458"/>
                </a:lnTo>
                <a:close/>
                <a:moveTo>
                  <a:pt x="2677097" y="4283202"/>
                </a:moveTo>
                <a:cubicBezTo>
                  <a:pt x="2677097" y="4283869"/>
                  <a:pt x="2676525" y="4284440"/>
                  <a:pt x="2675859" y="4284440"/>
                </a:cubicBezTo>
                <a:lnTo>
                  <a:pt x="2655570" y="4284440"/>
                </a:lnTo>
                <a:cubicBezTo>
                  <a:pt x="2654903" y="4284440"/>
                  <a:pt x="2654332" y="4283869"/>
                  <a:pt x="2654332" y="4283202"/>
                </a:cubicBezTo>
                <a:lnTo>
                  <a:pt x="2654332" y="4275582"/>
                </a:lnTo>
                <a:cubicBezTo>
                  <a:pt x="2654332" y="4274915"/>
                  <a:pt x="2654903" y="4274344"/>
                  <a:pt x="2655570" y="4274344"/>
                </a:cubicBezTo>
                <a:lnTo>
                  <a:pt x="2675859" y="4274344"/>
                </a:lnTo>
                <a:cubicBezTo>
                  <a:pt x="2676525" y="4274344"/>
                  <a:pt x="2677097" y="4274915"/>
                  <a:pt x="2677097" y="4275582"/>
                </a:cubicBezTo>
                <a:lnTo>
                  <a:pt x="2677097" y="4283202"/>
                </a:lnTo>
                <a:close/>
                <a:moveTo>
                  <a:pt x="2735390" y="4037076"/>
                </a:moveTo>
                <a:cubicBezTo>
                  <a:pt x="2733770" y="4033552"/>
                  <a:pt x="2735390" y="4029361"/>
                  <a:pt x="2738914" y="4027742"/>
                </a:cubicBezTo>
                <a:cubicBezTo>
                  <a:pt x="2739867" y="4027361"/>
                  <a:pt x="2740819" y="4027075"/>
                  <a:pt x="2741771" y="4027075"/>
                </a:cubicBezTo>
                <a:cubicBezTo>
                  <a:pt x="2744438" y="4027075"/>
                  <a:pt x="2747010" y="4028599"/>
                  <a:pt x="2748248" y="4031266"/>
                </a:cubicBezTo>
                <a:cubicBezTo>
                  <a:pt x="2749868" y="4034790"/>
                  <a:pt x="2748248" y="4038981"/>
                  <a:pt x="2744724" y="4040600"/>
                </a:cubicBezTo>
                <a:cubicBezTo>
                  <a:pt x="2741105" y="4042220"/>
                  <a:pt x="2736913" y="4040600"/>
                  <a:pt x="2735390" y="4037076"/>
                </a:cubicBezTo>
                <a:close/>
                <a:moveTo>
                  <a:pt x="1143000" y="3735991"/>
                </a:moveTo>
                <a:lnTo>
                  <a:pt x="1143000" y="3741325"/>
                </a:lnTo>
                <a:cubicBezTo>
                  <a:pt x="1143000" y="3743420"/>
                  <a:pt x="1141286" y="3745230"/>
                  <a:pt x="1139095" y="3745230"/>
                </a:cubicBezTo>
                <a:lnTo>
                  <a:pt x="1133761" y="3745230"/>
                </a:lnTo>
                <a:cubicBezTo>
                  <a:pt x="1131665" y="3745230"/>
                  <a:pt x="1129856" y="3743516"/>
                  <a:pt x="1129856" y="3741325"/>
                </a:cubicBezTo>
                <a:lnTo>
                  <a:pt x="1129856" y="3735991"/>
                </a:lnTo>
                <a:cubicBezTo>
                  <a:pt x="1129856" y="3733895"/>
                  <a:pt x="1131570" y="3732086"/>
                  <a:pt x="1133761" y="3732086"/>
                </a:cubicBezTo>
                <a:lnTo>
                  <a:pt x="1139095" y="3732086"/>
                </a:lnTo>
                <a:cubicBezTo>
                  <a:pt x="1141190" y="3732086"/>
                  <a:pt x="1143000" y="3733800"/>
                  <a:pt x="1143000" y="3735991"/>
                </a:cubicBezTo>
                <a:close/>
                <a:moveTo>
                  <a:pt x="2334387" y="3705035"/>
                </a:moveTo>
                <a:lnTo>
                  <a:pt x="2334387" y="3693128"/>
                </a:lnTo>
                <a:cubicBezTo>
                  <a:pt x="2334387" y="3689604"/>
                  <a:pt x="2337245" y="3686747"/>
                  <a:pt x="2340769" y="3686747"/>
                </a:cubicBezTo>
                <a:lnTo>
                  <a:pt x="2352675" y="3686747"/>
                </a:lnTo>
                <a:cubicBezTo>
                  <a:pt x="2356199" y="3686747"/>
                  <a:pt x="2359057" y="3689604"/>
                  <a:pt x="2359057" y="3693128"/>
                </a:cubicBezTo>
                <a:lnTo>
                  <a:pt x="2359057" y="3705035"/>
                </a:lnTo>
                <a:cubicBezTo>
                  <a:pt x="2359057" y="3708559"/>
                  <a:pt x="2356199" y="3711417"/>
                  <a:pt x="2352675" y="3711417"/>
                </a:cubicBezTo>
                <a:lnTo>
                  <a:pt x="2340769" y="3711417"/>
                </a:lnTo>
                <a:cubicBezTo>
                  <a:pt x="2337245" y="3711417"/>
                  <a:pt x="2334387" y="3708559"/>
                  <a:pt x="2334387" y="3705035"/>
                </a:cubicBezTo>
                <a:close/>
                <a:moveTo>
                  <a:pt x="2302764" y="3253454"/>
                </a:moveTo>
                <a:cubicBezTo>
                  <a:pt x="2302764" y="3257360"/>
                  <a:pt x="2299621" y="3260503"/>
                  <a:pt x="2295716" y="3260503"/>
                </a:cubicBezTo>
                <a:cubicBezTo>
                  <a:pt x="2291810" y="3260503"/>
                  <a:pt x="2288667" y="3257360"/>
                  <a:pt x="2288667" y="3253454"/>
                </a:cubicBezTo>
                <a:cubicBezTo>
                  <a:pt x="2288667" y="3249549"/>
                  <a:pt x="2291810" y="3246406"/>
                  <a:pt x="2295716" y="3246406"/>
                </a:cubicBezTo>
                <a:cubicBezTo>
                  <a:pt x="2299621" y="3246406"/>
                  <a:pt x="2302764" y="3249549"/>
                  <a:pt x="2302764" y="3253454"/>
                </a:cubicBezTo>
                <a:close/>
                <a:moveTo>
                  <a:pt x="1896142" y="4031075"/>
                </a:moveTo>
                <a:lnTo>
                  <a:pt x="1882045" y="4031075"/>
                </a:lnTo>
                <a:cubicBezTo>
                  <a:pt x="1879568" y="4031075"/>
                  <a:pt x="1877473" y="4033076"/>
                  <a:pt x="1877473" y="4035647"/>
                </a:cubicBezTo>
                <a:lnTo>
                  <a:pt x="1877473" y="4050221"/>
                </a:lnTo>
                <a:cubicBezTo>
                  <a:pt x="1877473" y="4052697"/>
                  <a:pt x="1879473" y="4054793"/>
                  <a:pt x="1882045" y="4054793"/>
                </a:cubicBezTo>
                <a:lnTo>
                  <a:pt x="1896142" y="4054793"/>
                </a:lnTo>
                <a:cubicBezTo>
                  <a:pt x="1898618" y="4054793"/>
                  <a:pt x="1900714" y="4052792"/>
                  <a:pt x="1900714" y="4050221"/>
                </a:cubicBezTo>
                <a:lnTo>
                  <a:pt x="1900714" y="4035647"/>
                </a:lnTo>
                <a:cubicBezTo>
                  <a:pt x="1900714" y="4033171"/>
                  <a:pt x="1898714" y="4031075"/>
                  <a:pt x="1896142" y="4031075"/>
                </a:cubicBezTo>
                <a:close/>
                <a:moveTo>
                  <a:pt x="1897380" y="4050221"/>
                </a:moveTo>
                <a:cubicBezTo>
                  <a:pt x="1897380" y="4050887"/>
                  <a:pt x="1896809" y="4051459"/>
                  <a:pt x="1896142" y="4051459"/>
                </a:cubicBezTo>
                <a:lnTo>
                  <a:pt x="1882045" y="4051459"/>
                </a:lnTo>
                <a:cubicBezTo>
                  <a:pt x="1881378" y="4051459"/>
                  <a:pt x="1880807" y="4050887"/>
                  <a:pt x="1880807" y="4050221"/>
                </a:cubicBezTo>
                <a:lnTo>
                  <a:pt x="1880807" y="4035647"/>
                </a:lnTo>
                <a:cubicBezTo>
                  <a:pt x="1880807" y="4034980"/>
                  <a:pt x="1881378" y="4034409"/>
                  <a:pt x="1882045" y="4034409"/>
                </a:cubicBezTo>
                <a:lnTo>
                  <a:pt x="1896142" y="4034409"/>
                </a:lnTo>
                <a:cubicBezTo>
                  <a:pt x="1896809" y="4034409"/>
                  <a:pt x="1897380" y="4034980"/>
                  <a:pt x="1897380" y="4035647"/>
                </a:cubicBezTo>
                <a:lnTo>
                  <a:pt x="1897380" y="4050221"/>
                </a:lnTo>
                <a:close/>
                <a:moveTo>
                  <a:pt x="1000887" y="1842992"/>
                </a:moveTo>
                <a:cubicBezTo>
                  <a:pt x="999554" y="1842992"/>
                  <a:pt x="998506" y="1844040"/>
                  <a:pt x="998506" y="1845374"/>
                </a:cubicBezTo>
                <a:lnTo>
                  <a:pt x="998506" y="1865376"/>
                </a:lnTo>
                <a:cubicBezTo>
                  <a:pt x="998506" y="1866710"/>
                  <a:pt x="999554" y="1867757"/>
                  <a:pt x="1000887" y="1867757"/>
                </a:cubicBezTo>
                <a:lnTo>
                  <a:pt x="1020890" y="1867757"/>
                </a:lnTo>
                <a:cubicBezTo>
                  <a:pt x="1022223" y="1867757"/>
                  <a:pt x="1023271" y="1866710"/>
                  <a:pt x="1023271" y="1865376"/>
                </a:cubicBezTo>
                <a:lnTo>
                  <a:pt x="1023271" y="1845374"/>
                </a:lnTo>
                <a:cubicBezTo>
                  <a:pt x="1023271" y="1844040"/>
                  <a:pt x="1022223" y="1842992"/>
                  <a:pt x="1020890" y="1842992"/>
                </a:cubicBezTo>
                <a:lnTo>
                  <a:pt x="1000887" y="1842992"/>
                </a:lnTo>
                <a:close/>
                <a:moveTo>
                  <a:pt x="1018508" y="1862995"/>
                </a:moveTo>
                <a:lnTo>
                  <a:pt x="1003268" y="1862995"/>
                </a:lnTo>
                <a:lnTo>
                  <a:pt x="1003268" y="1847755"/>
                </a:lnTo>
                <a:lnTo>
                  <a:pt x="1018508" y="1847755"/>
                </a:lnTo>
                <a:lnTo>
                  <a:pt x="1018508" y="1862995"/>
                </a:lnTo>
                <a:close/>
                <a:moveTo>
                  <a:pt x="1049655" y="2457545"/>
                </a:moveTo>
                <a:lnTo>
                  <a:pt x="1054894" y="2452688"/>
                </a:lnTo>
                <a:lnTo>
                  <a:pt x="1061180" y="2459450"/>
                </a:lnTo>
                <a:lnTo>
                  <a:pt x="1055942" y="2464308"/>
                </a:lnTo>
                <a:lnTo>
                  <a:pt x="1049655" y="2457545"/>
                </a:lnTo>
                <a:close/>
                <a:moveTo>
                  <a:pt x="1080135" y="2479643"/>
                </a:moveTo>
                <a:lnTo>
                  <a:pt x="1086422" y="2486406"/>
                </a:lnTo>
                <a:lnTo>
                  <a:pt x="1081183" y="2491264"/>
                </a:lnTo>
                <a:lnTo>
                  <a:pt x="1074896" y="2484501"/>
                </a:lnTo>
                <a:lnTo>
                  <a:pt x="1080135" y="2479643"/>
                </a:lnTo>
                <a:close/>
                <a:moveTo>
                  <a:pt x="1095947" y="2439829"/>
                </a:moveTo>
                <a:cubicBezTo>
                  <a:pt x="1096994" y="2438781"/>
                  <a:pt x="1096994" y="2437067"/>
                  <a:pt x="1095947" y="2436019"/>
                </a:cubicBezTo>
                <a:lnTo>
                  <a:pt x="1086803" y="2426875"/>
                </a:lnTo>
                <a:cubicBezTo>
                  <a:pt x="1085755" y="2425827"/>
                  <a:pt x="1084040" y="2425827"/>
                  <a:pt x="1082993" y="2426875"/>
                </a:cubicBezTo>
                <a:lnTo>
                  <a:pt x="1080326" y="2429542"/>
                </a:lnTo>
                <a:lnTo>
                  <a:pt x="993743" y="2341245"/>
                </a:lnTo>
                <a:lnTo>
                  <a:pt x="1040797" y="2341245"/>
                </a:lnTo>
                <a:cubicBezTo>
                  <a:pt x="1040987" y="2342102"/>
                  <a:pt x="1040987" y="2342960"/>
                  <a:pt x="1041273" y="2343817"/>
                </a:cubicBezTo>
                <a:cubicBezTo>
                  <a:pt x="1042607" y="2346960"/>
                  <a:pt x="1045083" y="2349341"/>
                  <a:pt x="1048226" y="2350675"/>
                </a:cubicBezTo>
                <a:cubicBezTo>
                  <a:pt x="1049750" y="2351342"/>
                  <a:pt x="1051370" y="2351627"/>
                  <a:pt x="1053084" y="2351627"/>
                </a:cubicBezTo>
                <a:cubicBezTo>
                  <a:pt x="1054799" y="2351627"/>
                  <a:pt x="1056418" y="2351246"/>
                  <a:pt x="1058037" y="2350580"/>
                </a:cubicBezTo>
                <a:cubicBezTo>
                  <a:pt x="1061180" y="2349246"/>
                  <a:pt x="1063562" y="2346770"/>
                  <a:pt x="1064895" y="2343626"/>
                </a:cubicBezTo>
                <a:cubicBezTo>
                  <a:pt x="1066229" y="2340483"/>
                  <a:pt x="1066133" y="2337054"/>
                  <a:pt x="1064895" y="2333911"/>
                </a:cubicBezTo>
                <a:cubicBezTo>
                  <a:pt x="1063562" y="2330768"/>
                  <a:pt x="1061085" y="2328386"/>
                  <a:pt x="1057942" y="2327053"/>
                </a:cubicBezTo>
                <a:lnTo>
                  <a:pt x="1057942" y="2327053"/>
                </a:lnTo>
                <a:cubicBezTo>
                  <a:pt x="1054799" y="2325815"/>
                  <a:pt x="1051370" y="2325815"/>
                  <a:pt x="1048226" y="2327053"/>
                </a:cubicBezTo>
                <a:cubicBezTo>
                  <a:pt x="1045083" y="2328386"/>
                  <a:pt x="1042702" y="2330863"/>
                  <a:pt x="1041368" y="2334006"/>
                </a:cubicBezTo>
                <a:cubicBezTo>
                  <a:pt x="1041083" y="2334768"/>
                  <a:pt x="1041083" y="2335625"/>
                  <a:pt x="1040892" y="2336483"/>
                </a:cubicBezTo>
                <a:lnTo>
                  <a:pt x="988219" y="2336483"/>
                </a:lnTo>
                <a:cubicBezTo>
                  <a:pt x="987266" y="2336483"/>
                  <a:pt x="986409" y="2337054"/>
                  <a:pt x="986028" y="2337911"/>
                </a:cubicBezTo>
                <a:cubicBezTo>
                  <a:pt x="985647" y="2338769"/>
                  <a:pt x="985838" y="2339816"/>
                  <a:pt x="986504" y="2340483"/>
                </a:cubicBezTo>
                <a:lnTo>
                  <a:pt x="1077087" y="2432876"/>
                </a:lnTo>
                <a:lnTo>
                  <a:pt x="1074039" y="2435924"/>
                </a:lnTo>
                <a:cubicBezTo>
                  <a:pt x="1072991" y="2436971"/>
                  <a:pt x="1072991" y="2438686"/>
                  <a:pt x="1074039" y="2439734"/>
                </a:cubicBezTo>
                <a:lnTo>
                  <a:pt x="1083183" y="2448878"/>
                </a:lnTo>
                <a:cubicBezTo>
                  <a:pt x="1084231" y="2449925"/>
                  <a:pt x="1085945" y="2449925"/>
                  <a:pt x="1086993" y="2448878"/>
                </a:cubicBezTo>
                <a:lnTo>
                  <a:pt x="1096137" y="2439734"/>
                </a:lnTo>
                <a:close/>
                <a:moveTo>
                  <a:pt x="1045654" y="2335816"/>
                </a:moveTo>
                <a:cubicBezTo>
                  <a:pt x="1046417" y="2333816"/>
                  <a:pt x="1047941" y="2332292"/>
                  <a:pt x="1049941" y="2331530"/>
                </a:cubicBezTo>
                <a:cubicBezTo>
                  <a:pt x="1050893" y="2331149"/>
                  <a:pt x="1051941" y="2330863"/>
                  <a:pt x="1052989" y="2330863"/>
                </a:cubicBezTo>
                <a:cubicBezTo>
                  <a:pt x="1054037" y="2330863"/>
                  <a:pt x="1054989" y="2331053"/>
                  <a:pt x="1056037" y="2331434"/>
                </a:cubicBezTo>
                <a:cubicBezTo>
                  <a:pt x="1058037" y="2332196"/>
                  <a:pt x="1059561" y="2333720"/>
                  <a:pt x="1060323" y="2335721"/>
                </a:cubicBezTo>
                <a:cubicBezTo>
                  <a:pt x="1061180" y="2337721"/>
                  <a:pt x="1061180" y="2339816"/>
                  <a:pt x="1060323" y="2341817"/>
                </a:cubicBezTo>
                <a:cubicBezTo>
                  <a:pt x="1059561" y="2343817"/>
                  <a:pt x="1058037" y="2345341"/>
                  <a:pt x="1056037" y="2346103"/>
                </a:cubicBezTo>
                <a:cubicBezTo>
                  <a:pt x="1054037" y="2346960"/>
                  <a:pt x="1051941" y="2346960"/>
                  <a:pt x="1049941" y="2346103"/>
                </a:cubicBezTo>
                <a:cubicBezTo>
                  <a:pt x="1047941" y="2345341"/>
                  <a:pt x="1046417" y="2343817"/>
                  <a:pt x="1045654" y="2341817"/>
                </a:cubicBezTo>
                <a:cubicBezTo>
                  <a:pt x="1044797" y="2339816"/>
                  <a:pt x="1044797" y="2337721"/>
                  <a:pt x="1045654" y="2335721"/>
                </a:cubicBezTo>
                <a:close/>
                <a:moveTo>
                  <a:pt x="1180243" y="2410968"/>
                </a:moveTo>
                <a:lnTo>
                  <a:pt x="1194721" y="2410968"/>
                </a:lnTo>
                <a:cubicBezTo>
                  <a:pt x="1196245" y="2410968"/>
                  <a:pt x="1197388" y="2409730"/>
                  <a:pt x="1197388" y="2408301"/>
                </a:cubicBezTo>
                <a:lnTo>
                  <a:pt x="1197388" y="2394395"/>
                </a:lnTo>
                <a:cubicBezTo>
                  <a:pt x="1197388" y="2392871"/>
                  <a:pt x="1196150" y="2391728"/>
                  <a:pt x="1194721" y="2391728"/>
                </a:cubicBezTo>
                <a:lnTo>
                  <a:pt x="1180243" y="2391728"/>
                </a:lnTo>
                <a:cubicBezTo>
                  <a:pt x="1178719" y="2391728"/>
                  <a:pt x="1177576" y="2392966"/>
                  <a:pt x="1177576" y="2394395"/>
                </a:cubicBezTo>
                <a:lnTo>
                  <a:pt x="1177576" y="2397157"/>
                </a:lnTo>
                <a:lnTo>
                  <a:pt x="1160907" y="2397157"/>
                </a:lnTo>
                <a:cubicBezTo>
                  <a:pt x="1159574" y="2397157"/>
                  <a:pt x="1158526" y="2398205"/>
                  <a:pt x="1158526" y="2399538"/>
                </a:cubicBezTo>
                <a:lnTo>
                  <a:pt x="1158526" y="2431161"/>
                </a:lnTo>
                <a:lnTo>
                  <a:pt x="1122521" y="2458879"/>
                </a:lnTo>
                <a:lnTo>
                  <a:pt x="1122521" y="2409444"/>
                </a:lnTo>
                <a:cubicBezTo>
                  <a:pt x="1122521" y="2408777"/>
                  <a:pt x="1122236" y="2408206"/>
                  <a:pt x="1121855" y="2407730"/>
                </a:cubicBezTo>
                <a:lnTo>
                  <a:pt x="1090041" y="2376297"/>
                </a:lnTo>
                <a:cubicBezTo>
                  <a:pt x="1090898" y="2375345"/>
                  <a:pt x="1091660" y="2374297"/>
                  <a:pt x="1092137" y="2373059"/>
                </a:cubicBezTo>
                <a:cubicBezTo>
                  <a:pt x="1094804" y="2366582"/>
                  <a:pt x="1091660" y="2359152"/>
                  <a:pt x="1085183" y="2356485"/>
                </a:cubicBezTo>
                <a:lnTo>
                  <a:pt x="1085183" y="2356485"/>
                </a:lnTo>
                <a:cubicBezTo>
                  <a:pt x="1082040" y="2355152"/>
                  <a:pt x="1078611" y="2355247"/>
                  <a:pt x="1075468" y="2356485"/>
                </a:cubicBezTo>
                <a:cubicBezTo>
                  <a:pt x="1072325" y="2357819"/>
                  <a:pt x="1069943" y="2360295"/>
                  <a:pt x="1068610" y="2363438"/>
                </a:cubicBezTo>
                <a:cubicBezTo>
                  <a:pt x="1067372" y="2366582"/>
                  <a:pt x="1067372" y="2370011"/>
                  <a:pt x="1068610" y="2373154"/>
                </a:cubicBezTo>
                <a:cubicBezTo>
                  <a:pt x="1069943" y="2376297"/>
                  <a:pt x="1072420" y="2378678"/>
                  <a:pt x="1075563" y="2380012"/>
                </a:cubicBezTo>
                <a:cubicBezTo>
                  <a:pt x="1077087" y="2380679"/>
                  <a:pt x="1078706" y="2380964"/>
                  <a:pt x="1080421" y="2380964"/>
                </a:cubicBezTo>
                <a:cubicBezTo>
                  <a:pt x="1082135" y="2380964"/>
                  <a:pt x="1083755" y="2380583"/>
                  <a:pt x="1085374" y="2379917"/>
                </a:cubicBezTo>
                <a:cubicBezTo>
                  <a:pt x="1085755" y="2379726"/>
                  <a:pt x="1086041" y="2379440"/>
                  <a:pt x="1086422" y="2379250"/>
                </a:cubicBezTo>
                <a:lnTo>
                  <a:pt x="1117949" y="2410301"/>
                </a:lnTo>
                <a:lnTo>
                  <a:pt x="1117949" y="2463546"/>
                </a:lnTo>
                <a:cubicBezTo>
                  <a:pt x="1117949" y="2464499"/>
                  <a:pt x="1118426" y="2465261"/>
                  <a:pt x="1119283" y="2465642"/>
                </a:cubicBezTo>
                <a:cubicBezTo>
                  <a:pt x="1119664" y="2465832"/>
                  <a:pt x="1119950" y="2465927"/>
                  <a:pt x="1120331" y="2465927"/>
                </a:cubicBezTo>
                <a:cubicBezTo>
                  <a:pt x="1120807" y="2465927"/>
                  <a:pt x="1121378" y="2465737"/>
                  <a:pt x="1121759" y="2465451"/>
                </a:cubicBezTo>
                <a:lnTo>
                  <a:pt x="1162526" y="2434114"/>
                </a:lnTo>
                <a:cubicBezTo>
                  <a:pt x="1163098" y="2433638"/>
                  <a:pt x="1163479" y="2432971"/>
                  <a:pt x="1163479" y="2432209"/>
                </a:cubicBezTo>
                <a:lnTo>
                  <a:pt x="1163479" y="2401824"/>
                </a:lnTo>
                <a:lnTo>
                  <a:pt x="1177766" y="2401824"/>
                </a:lnTo>
                <a:lnTo>
                  <a:pt x="1177766" y="2408111"/>
                </a:lnTo>
                <a:cubicBezTo>
                  <a:pt x="1177766" y="2409635"/>
                  <a:pt x="1179005" y="2410778"/>
                  <a:pt x="1180433" y="2410778"/>
                </a:cubicBezTo>
                <a:close/>
                <a:moveTo>
                  <a:pt x="1087660" y="2371344"/>
                </a:moveTo>
                <a:cubicBezTo>
                  <a:pt x="1086898" y="2373344"/>
                  <a:pt x="1085374" y="2374868"/>
                  <a:pt x="1083374" y="2375630"/>
                </a:cubicBezTo>
                <a:cubicBezTo>
                  <a:pt x="1081373" y="2376488"/>
                  <a:pt x="1079278" y="2376488"/>
                  <a:pt x="1077278" y="2375630"/>
                </a:cubicBezTo>
                <a:cubicBezTo>
                  <a:pt x="1075277" y="2374868"/>
                  <a:pt x="1073753" y="2373344"/>
                  <a:pt x="1072991" y="2371344"/>
                </a:cubicBezTo>
                <a:cubicBezTo>
                  <a:pt x="1072134" y="2369344"/>
                  <a:pt x="1072134" y="2367248"/>
                  <a:pt x="1072991" y="2365248"/>
                </a:cubicBezTo>
                <a:cubicBezTo>
                  <a:pt x="1073753" y="2363248"/>
                  <a:pt x="1075277" y="2361724"/>
                  <a:pt x="1077278" y="2360962"/>
                </a:cubicBezTo>
                <a:cubicBezTo>
                  <a:pt x="1078230" y="2360581"/>
                  <a:pt x="1079278" y="2360295"/>
                  <a:pt x="1080326" y="2360295"/>
                </a:cubicBezTo>
                <a:cubicBezTo>
                  <a:pt x="1081373" y="2360295"/>
                  <a:pt x="1082326" y="2360486"/>
                  <a:pt x="1083374" y="2360867"/>
                </a:cubicBezTo>
                <a:cubicBezTo>
                  <a:pt x="1087469" y="2362486"/>
                  <a:pt x="1089374" y="2367153"/>
                  <a:pt x="1087755" y="2371249"/>
                </a:cubicBezTo>
                <a:close/>
                <a:moveTo>
                  <a:pt x="1214057" y="2246471"/>
                </a:moveTo>
                <a:cubicBezTo>
                  <a:pt x="1220438" y="2246471"/>
                  <a:pt x="1225677" y="2241233"/>
                  <a:pt x="1225677" y="2234851"/>
                </a:cubicBezTo>
                <a:cubicBezTo>
                  <a:pt x="1225677" y="2228469"/>
                  <a:pt x="1220438" y="2223230"/>
                  <a:pt x="1214057" y="2223230"/>
                </a:cubicBezTo>
                <a:cubicBezTo>
                  <a:pt x="1207675" y="2223230"/>
                  <a:pt x="1202436" y="2228469"/>
                  <a:pt x="1202436" y="2234851"/>
                </a:cubicBezTo>
                <a:cubicBezTo>
                  <a:pt x="1202436" y="2241233"/>
                  <a:pt x="1207675" y="2246471"/>
                  <a:pt x="1214057" y="2246471"/>
                </a:cubicBezTo>
                <a:close/>
                <a:moveTo>
                  <a:pt x="1214057" y="2225516"/>
                </a:moveTo>
                <a:cubicBezTo>
                  <a:pt x="1219200" y="2225516"/>
                  <a:pt x="1223296" y="2229707"/>
                  <a:pt x="1223296" y="2234756"/>
                </a:cubicBezTo>
                <a:cubicBezTo>
                  <a:pt x="1223296" y="2239804"/>
                  <a:pt x="1219105" y="2243995"/>
                  <a:pt x="1214057" y="2243995"/>
                </a:cubicBezTo>
                <a:cubicBezTo>
                  <a:pt x="1209008" y="2243995"/>
                  <a:pt x="1204817" y="2239804"/>
                  <a:pt x="1204817" y="2234756"/>
                </a:cubicBezTo>
                <a:cubicBezTo>
                  <a:pt x="1204817" y="2229707"/>
                  <a:pt x="1209008" y="2225516"/>
                  <a:pt x="1214057" y="2225516"/>
                </a:cubicBezTo>
                <a:close/>
                <a:moveTo>
                  <a:pt x="2114550" y="3982498"/>
                </a:moveTo>
                <a:lnTo>
                  <a:pt x="2114550" y="3972973"/>
                </a:lnTo>
                <a:cubicBezTo>
                  <a:pt x="2114550" y="3970592"/>
                  <a:pt x="2116455" y="3968687"/>
                  <a:pt x="2118836" y="3968687"/>
                </a:cubicBezTo>
                <a:lnTo>
                  <a:pt x="2129123" y="3968687"/>
                </a:lnTo>
                <a:cubicBezTo>
                  <a:pt x="2131124" y="3968687"/>
                  <a:pt x="2132648" y="3970306"/>
                  <a:pt x="2132648" y="3972211"/>
                </a:cubicBezTo>
                <a:lnTo>
                  <a:pt x="2132648" y="3982498"/>
                </a:lnTo>
                <a:cubicBezTo>
                  <a:pt x="2132648" y="3984879"/>
                  <a:pt x="2130743" y="3986784"/>
                  <a:pt x="2128361" y="3986784"/>
                </a:cubicBezTo>
                <a:lnTo>
                  <a:pt x="2118836" y="3986784"/>
                </a:lnTo>
                <a:cubicBezTo>
                  <a:pt x="2116455" y="3986784"/>
                  <a:pt x="2114550" y="3984879"/>
                  <a:pt x="2114550" y="3982498"/>
                </a:cubicBezTo>
                <a:close/>
                <a:moveTo>
                  <a:pt x="79343" y="4761929"/>
                </a:moveTo>
                <a:cubicBezTo>
                  <a:pt x="81344" y="4763167"/>
                  <a:pt x="83630" y="4763738"/>
                  <a:pt x="85916" y="4763738"/>
                </a:cubicBezTo>
                <a:cubicBezTo>
                  <a:pt x="86868" y="4763738"/>
                  <a:pt x="87916" y="4763643"/>
                  <a:pt x="88868" y="4763357"/>
                </a:cubicBezTo>
                <a:cubicBezTo>
                  <a:pt x="92107" y="4762595"/>
                  <a:pt x="94869" y="4760595"/>
                  <a:pt x="96679" y="4757738"/>
                </a:cubicBezTo>
                <a:cubicBezTo>
                  <a:pt x="98393" y="4754880"/>
                  <a:pt x="98965" y="4751451"/>
                  <a:pt x="98203" y="4748213"/>
                </a:cubicBezTo>
                <a:cubicBezTo>
                  <a:pt x="96584" y="4741450"/>
                  <a:pt x="89821" y="4737354"/>
                  <a:pt x="83058" y="4738973"/>
                </a:cubicBezTo>
                <a:cubicBezTo>
                  <a:pt x="79820" y="4739736"/>
                  <a:pt x="77057" y="4741736"/>
                  <a:pt x="75248" y="4744593"/>
                </a:cubicBezTo>
                <a:cubicBezTo>
                  <a:pt x="74009" y="4746498"/>
                  <a:pt x="73628" y="4748784"/>
                  <a:pt x="73628" y="4750975"/>
                </a:cubicBezTo>
                <a:lnTo>
                  <a:pt x="95" y="4750975"/>
                </a:lnTo>
                <a:lnTo>
                  <a:pt x="95" y="4755737"/>
                </a:lnTo>
                <a:lnTo>
                  <a:pt x="74486" y="4755737"/>
                </a:lnTo>
                <a:cubicBezTo>
                  <a:pt x="75533" y="4758214"/>
                  <a:pt x="77057" y="4760500"/>
                  <a:pt x="79439" y="4761929"/>
                </a:cubicBezTo>
                <a:close/>
                <a:moveTo>
                  <a:pt x="79248" y="4747165"/>
                </a:moveTo>
                <a:cubicBezTo>
                  <a:pt x="80296" y="4745355"/>
                  <a:pt x="82010" y="4744117"/>
                  <a:pt x="84106" y="4743641"/>
                </a:cubicBezTo>
                <a:cubicBezTo>
                  <a:pt x="84677" y="4743450"/>
                  <a:pt x="85344" y="4743450"/>
                  <a:pt x="85916" y="4743450"/>
                </a:cubicBezTo>
                <a:cubicBezTo>
                  <a:pt x="89440" y="4743450"/>
                  <a:pt x="92678" y="4745831"/>
                  <a:pt x="93536" y="4749451"/>
                </a:cubicBezTo>
                <a:cubicBezTo>
                  <a:pt x="94012" y="4751451"/>
                  <a:pt x="93726" y="4753547"/>
                  <a:pt x="92583" y="4755356"/>
                </a:cubicBezTo>
                <a:cubicBezTo>
                  <a:pt x="91535" y="4757166"/>
                  <a:pt x="89821" y="4758404"/>
                  <a:pt x="87725" y="4758881"/>
                </a:cubicBezTo>
                <a:cubicBezTo>
                  <a:pt x="85725" y="4759357"/>
                  <a:pt x="83630" y="4759071"/>
                  <a:pt x="81820" y="4757928"/>
                </a:cubicBezTo>
                <a:cubicBezTo>
                  <a:pt x="80010" y="4756880"/>
                  <a:pt x="78772" y="4755166"/>
                  <a:pt x="78296" y="4753070"/>
                </a:cubicBezTo>
                <a:cubicBezTo>
                  <a:pt x="77819" y="4751070"/>
                  <a:pt x="78105" y="4748975"/>
                  <a:pt x="79248" y="4747165"/>
                </a:cubicBezTo>
                <a:close/>
                <a:moveTo>
                  <a:pt x="96869" y="4672584"/>
                </a:moveTo>
                <a:cubicBezTo>
                  <a:pt x="94774" y="4670584"/>
                  <a:pt x="92202" y="4669727"/>
                  <a:pt x="89154" y="4669441"/>
                </a:cubicBezTo>
                <a:cubicBezTo>
                  <a:pt x="86297" y="4669441"/>
                  <a:pt x="83534" y="4670584"/>
                  <a:pt x="81534" y="4672679"/>
                </a:cubicBezTo>
                <a:cubicBezTo>
                  <a:pt x="80201" y="4674108"/>
                  <a:pt x="79439" y="4675823"/>
                  <a:pt x="78962" y="4677632"/>
                </a:cubicBezTo>
                <a:lnTo>
                  <a:pt x="286" y="4677632"/>
                </a:lnTo>
                <a:lnTo>
                  <a:pt x="95" y="4677442"/>
                </a:lnTo>
                <a:lnTo>
                  <a:pt x="95" y="4682395"/>
                </a:lnTo>
                <a:lnTo>
                  <a:pt x="78962" y="4682395"/>
                </a:lnTo>
                <a:cubicBezTo>
                  <a:pt x="79343" y="4684490"/>
                  <a:pt x="80201" y="4686491"/>
                  <a:pt x="81820" y="4688015"/>
                </a:cubicBezTo>
                <a:cubicBezTo>
                  <a:pt x="83820" y="4690015"/>
                  <a:pt x="86582" y="4691063"/>
                  <a:pt x="89345" y="4691063"/>
                </a:cubicBezTo>
                <a:lnTo>
                  <a:pt x="89440" y="4691063"/>
                </a:lnTo>
                <a:cubicBezTo>
                  <a:pt x="95441" y="4691063"/>
                  <a:pt x="100203" y="4686110"/>
                  <a:pt x="100108" y="4680109"/>
                </a:cubicBezTo>
                <a:cubicBezTo>
                  <a:pt x="100108" y="4677252"/>
                  <a:pt x="98965" y="4674489"/>
                  <a:pt x="96869" y="4672489"/>
                </a:cubicBezTo>
                <a:close/>
                <a:moveTo>
                  <a:pt x="89345" y="4686395"/>
                </a:moveTo>
                <a:cubicBezTo>
                  <a:pt x="87630" y="4686300"/>
                  <a:pt x="86201" y="4685824"/>
                  <a:pt x="85058" y="4684681"/>
                </a:cubicBezTo>
                <a:cubicBezTo>
                  <a:pt x="83915" y="4683538"/>
                  <a:pt x="83248" y="4682014"/>
                  <a:pt x="83248" y="4680395"/>
                </a:cubicBezTo>
                <a:lnTo>
                  <a:pt x="83248" y="4680395"/>
                </a:lnTo>
                <a:cubicBezTo>
                  <a:pt x="83248" y="4677061"/>
                  <a:pt x="85916" y="4674299"/>
                  <a:pt x="89249" y="4674299"/>
                </a:cubicBezTo>
                <a:lnTo>
                  <a:pt x="89249" y="4674299"/>
                </a:lnTo>
                <a:cubicBezTo>
                  <a:pt x="92583" y="4674299"/>
                  <a:pt x="95250" y="4676966"/>
                  <a:pt x="95345" y="4680299"/>
                </a:cubicBezTo>
                <a:cubicBezTo>
                  <a:pt x="95345" y="4683633"/>
                  <a:pt x="92678" y="4686395"/>
                  <a:pt x="89345" y="4686395"/>
                </a:cubicBezTo>
                <a:close/>
                <a:moveTo>
                  <a:pt x="110776" y="3929825"/>
                </a:moveTo>
                <a:cubicBezTo>
                  <a:pt x="108395" y="3928682"/>
                  <a:pt x="105728" y="3928586"/>
                  <a:pt x="103156" y="3929444"/>
                </a:cubicBezTo>
                <a:cubicBezTo>
                  <a:pt x="98012" y="3931253"/>
                  <a:pt x="95345" y="3936968"/>
                  <a:pt x="97155" y="3942112"/>
                </a:cubicBezTo>
                <a:cubicBezTo>
                  <a:pt x="97250" y="3942398"/>
                  <a:pt x="97536" y="3942588"/>
                  <a:pt x="97631" y="3942874"/>
                </a:cubicBezTo>
                <a:lnTo>
                  <a:pt x="72009" y="3965638"/>
                </a:lnTo>
                <a:lnTo>
                  <a:pt x="72295" y="4013645"/>
                </a:lnTo>
                <a:lnTo>
                  <a:pt x="47530" y="4035076"/>
                </a:lnTo>
                <a:cubicBezTo>
                  <a:pt x="47530" y="4035076"/>
                  <a:pt x="46863" y="4034504"/>
                  <a:pt x="46482" y="4034314"/>
                </a:cubicBezTo>
                <a:cubicBezTo>
                  <a:pt x="44101" y="4033171"/>
                  <a:pt x="41434" y="4033076"/>
                  <a:pt x="38862" y="4033933"/>
                </a:cubicBezTo>
                <a:cubicBezTo>
                  <a:pt x="33719" y="4035743"/>
                  <a:pt x="31052" y="4041458"/>
                  <a:pt x="32861" y="4046601"/>
                </a:cubicBezTo>
                <a:cubicBezTo>
                  <a:pt x="34290" y="4050602"/>
                  <a:pt x="38100" y="4053173"/>
                  <a:pt x="42196" y="4053173"/>
                </a:cubicBezTo>
                <a:cubicBezTo>
                  <a:pt x="43339" y="4053173"/>
                  <a:pt x="44387" y="4052983"/>
                  <a:pt x="45530" y="4052602"/>
                </a:cubicBezTo>
                <a:cubicBezTo>
                  <a:pt x="50673" y="4050792"/>
                  <a:pt x="53340" y="4045077"/>
                  <a:pt x="51530" y="4039934"/>
                </a:cubicBezTo>
                <a:cubicBezTo>
                  <a:pt x="51340" y="4039457"/>
                  <a:pt x="50959" y="4038981"/>
                  <a:pt x="50673" y="4038505"/>
                </a:cubicBezTo>
                <a:lnTo>
                  <a:pt x="76962" y="4015740"/>
                </a:lnTo>
                <a:lnTo>
                  <a:pt x="76676" y="3967734"/>
                </a:lnTo>
                <a:lnTo>
                  <a:pt x="100584" y="3946493"/>
                </a:lnTo>
                <a:cubicBezTo>
                  <a:pt x="101156" y="3946874"/>
                  <a:pt x="101537" y="3947351"/>
                  <a:pt x="102203" y="3947636"/>
                </a:cubicBezTo>
                <a:cubicBezTo>
                  <a:pt x="103537" y="3948303"/>
                  <a:pt x="104966" y="3948589"/>
                  <a:pt x="106394" y="3948589"/>
                </a:cubicBezTo>
                <a:cubicBezTo>
                  <a:pt x="107537" y="3948589"/>
                  <a:pt x="108680" y="3948398"/>
                  <a:pt x="109728" y="3948017"/>
                </a:cubicBezTo>
                <a:cubicBezTo>
                  <a:pt x="112205" y="3947160"/>
                  <a:pt x="114205" y="3945350"/>
                  <a:pt x="115348" y="3942874"/>
                </a:cubicBezTo>
                <a:cubicBezTo>
                  <a:pt x="116491" y="3940493"/>
                  <a:pt x="116586" y="3937826"/>
                  <a:pt x="115729" y="3935349"/>
                </a:cubicBezTo>
                <a:cubicBezTo>
                  <a:pt x="114872" y="3932873"/>
                  <a:pt x="113062" y="3930872"/>
                  <a:pt x="110681" y="3929729"/>
                </a:cubicBezTo>
                <a:close/>
                <a:moveTo>
                  <a:pt x="44101" y="4048220"/>
                </a:moveTo>
                <a:cubicBezTo>
                  <a:pt x="42767" y="4048697"/>
                  <a:pt x="41434" y="4048601"/>
                  <a:pt x="40196" y="4048030"/>
                </a:cubicBezTo>
                <a:cubicBezTo>
                  <a:pt x="38957" y="4047459"/>
                  <a:pt x="38005" y="4046411"/>
                  <a:pt x="37529" y="4045077"/>
                </a:cubicBezTo>
                <a:cubicBezTo>
                  <a:pt x="36576" y="4042410"/>
                  <a:pt x="38005" y="4039457"/>
                  <a:pt x="40672" y="4038505"/>
                </a:cubicBezTo>
                <a:cubicBezTo>
                  <a:pt x="41243" y="4038314"/>
                  <a:pt x="41815" y="4038219"/>
                  <a:pt x="42386" y="4038219"/>
                </a:cubicBezTo>
                <a:cubicBezTo>
                  <a:pt x="44482" y="4038219"/>
                  <a:pt x="46482" y="4039553"/>
                  <a:pt x="47244" y="4041648"/>
                </a:cubicBezTo>
                <a:cubicBezTo>
                  <a:pt x="48197" y="4044315"/>
                  <a:pt x="46768" y="4047268"/>
                  <a:pt x="44101" y="4048220"/>
                </a:cubicBezTo>
                <a:close/>
                <a:moveTo>
                  <a:pt x="108299" y="3943636"/>
                </a:moveTo>
                <a:cubicBezTo>
                  <a:pt x="106966" y="3944112"/>
                  <a:pt x="105632" y="3944017"/>
                  <a:pt x="104394" y="3943445"/>
                </a:cubicBezTo>
                <a:cubicBezTo>
                  <a:pt x="103156" y="3942874"/>
                  <a:pt x="102203" y="3941826"/>
                  <a:pt x="101727" y="3940493"/>
                </a:cubicBezTo>
                <a:cubicBezTo>
                  <a:pt x="100775" y="3937826"/>
                  <a:pt x="102203" y="3934873"/>
                  <a:pt x="104870" y="3933920"/>
                </a:cubicBezTo>
                <a:cubicBezTo>
                  <a:pt x="105442" y="3933730"/>
                  <a:pt x="106013" y="3933635"/>
                  <a:pt x="106585" y="3933635"/>
                </a:cubicBezTo>
                <a:cubicBezTo>
                  <a:pt x="107347" y="3933635"/>
                  <a:pt x="108109" y="3933825"/>
                  <a:pt x="108776" y="3934111"/>
                </a:cubicBezTo>
                <a:cubicBezTo>
                  <a:pt x="110014" y="3934682"/>
                  <a:pt x="110966" y="3935730"/>
                  <a:pt x="111442" y="3937063"/>
                </a:cubicBezTo>
                <a:cubicBezTo>
                  <a:pt x="112395" y="3939730"/>
                  <a:pt x="110966" y="3942684"/>
                  <a:pt x="108299" y="3943636"/>
                </a:cubicBezTo>
                <a:close/>
                <a:moveTo>
                  <a:pt x="1896142" y="3995261"/>
                </a:moveTo>
                <a:lnTo>
                  <a:pt x="1882045" y="3995261"/>
                </a:lnTo>
                <a:cubicBezTo>
                  <a:pt x="1879568" y="3995261"/>
                  <a:pt x="1877473" y="3997262"/>
                  <a:pt x="1877473" y="3999834"/>
                </a:cubicBezTo>
                <a:lnTo>
                  <a:pt x="1877473" y="4014407"/>
                </a:lnTo>
                <a:cubicBezTo>
                  <a:pt x="1877473" y="4016883"/>
                  <a:pt x="1879473" y="4018979"/>
                  <a:pt x="1882045" y="4018979"/>
                </a:cubicBezTo>
                <a:lnTo>
                  <a:pt x="1896142" y="4018979"/>
                </a:lnTo>
                <a:cubicBezTo>
                  <a:pt x="1898618" y="4018979"/>
                  <a:pt x="1900714" y="4016978"/>
                  <a:pt x="1900714" y="4014407"/>
                </a:cubicBezTo>
                <a:lnTo>
                  <a:pt x="1900714" y="3999834"/>
                </a:lnTo>
                <a:cubicBezTo>
                  <a:pt x="1900714" y="3997357"/>
                  <a:pt x="1898714" y="3995261"/>
                  <a:pt x="1896142" y="3995261"/>
                </a:cubicBezTo>
                <a:close/>
                <a:moveTo>
                  <a:pt x="1897380" y="4014407"/>
                </a:moveTo>
                <a:cubicBezTo>
                  <a:pt x="1897380" y="4015073"/>
                  <a:pt x="1896809" y="4015645"/>
                  <a:pt x="1896142" y="4015645"/>
                </a:cubicBezTo>
                <a:lnTo>
                  <a:pt x="1882045" y="4015645"/>
                </a:lnTo>
                <a:cubicBezTo>
                  <a:pt x="1881378" y="4015645"/>
                  <a:pt x="1880807" y="4015073"/>
                  <a:pt x="1880807" y="4014407"/>
                </a:cubicBezTo>
                <a:lnTo>
                  <a:pt x="1880807" y="3999834"/>
                </a:lnTo>
                <a:cubicBezTo>
                  <a:pt x="1880807" y="3999167"/>
                  <a:pt x="1881378" y="3998595"/>
                  <a:pt x="1882045" y="3998595"/>
                </a:cubicBezTo>
                <a:lnTo>
                  <a:pt x="1896142" y="3998595"/>
                </a:lnTo>
                <a:cubicBezTo>
                  <a:pt x="1896809" y="3998595"/>
                  <a:pt x="1897380" y="3999167"/>
                  <a:pt x="1897380" y="3999834"/>
                </a:cubicBezTo>
                <a:lnTo>
                  <a:pt x="1897380" y="4014407"/>
                </a:lnTo>
                <a:close/>
                <a:moveTo>
                  <a:pt x="392144" y="2250472"/>
                </a:moveTo>
                <a:lnTo>
                  <a:pt x="399002" y="2243423"/>
                </a:lnTo>
                <a:lnTo>
                  <a:pt x="402431" y="2246757"/>
                </a:lnTo>
                <a:lnTo>
                  <a:pt x="395573" y="2253806"/>
                </a:lnTo>
                <a:lnTo>
                  <a:pt x="392144" y="2250472"/>
                </a:lnTo>
                <a:close/>
                <a:moveTo>
                  <a:pt x="2138744" y="4154805"/>
                </a:moveTo>
                <a:lnTo>
                  <a:pt x="2138744" y="4149757"/>
                </a:lnTo>
                <a:lnTo>
                  <a:pt x="2153412" y="4149757"/>
                </a:lnTo>
                <a:cubicBezTo>
                  <a:pt x="2157698" y="4149757"/>
                  <a:pt x="2161223" y="4146233"/>
                  <a:pt x="2161223" y="4141946"/>
                </a:cubicBezTo>
                <a:lnTo>
                  <a:pt x="2161223" y="4132421"/>
                </a:lnTo>
                <a:cubicBezTo>
                  <a:pt x="2161223" y="4128135"/>
                  <a:pt x="2157698" y="4124611"/>
                  <a:pt x="2153412" y="4124611"/>
                </a:cubicBezTo>
                <a:lnTo>
                  <a:pt x="2138744" y="4124611"/>
                </a:lnTo>
                <a:lnTo>
                  <a:pt x="2138744" y="4117277"/>
                </a:lnTo>
                <a:lnTo>
                  <a:pt x="2197513" y="4043744"/>
                </a:lnTo>
                <a:lnTo>
                  <a:pt x="2197513" y="4027361"/>
                </a:lnTo>
                <a:lnTo>
                  <a:pt x="2201132" y="4027361"/>
                </a:lnTo>
                <a:cubicBezTo>
                  <a:pt x="2203514" y="4027361"/>
                  <a:pt x="2205419" y="4025455"/>
                  <a:pt x="2205419" y="4023074"/>
                </a:cubicBezTo>
                <a:lnTo>
                  <a:pt x="2205419" y="4010311"/>
                </a:lnTo>
                <a:cubicBezTo>
                  <a:pt x="2205419" y="4008311"/>
                  <a:pt x="2203799" y="4006787"/>
                  <a:pt x="2201894" y="4006787"/>
                </a:cubicBezTo>
                <a:lnTo>
                  <a:pt x="2189131" y="4006787"/>
                </a:lnTo>
                <a:cubicBezTo>
                  <a:pt x="2186750" y="4006787"/>
                  <a:pt x="2184845" y="4008692"/>
                  <a:pt x="2184845" y="4011073"/>
                </a:cubicBezTo>
                <a:lnTo>
                  <a:pt x="2184845" y="4023170"/>
                </a:lnTo>
                <a:cubicBezTo>
                  <a:pt x="2184845" y="4025551"/>
                  <a:pt x="2186750" y="4027456"/>
                  <a:pt x="2189131" y="4027456"/>
                </a:cubicBezTo>
                <a:lnTo>
                  <a:pt x="2192750" y="4027456"/>
                </a:lnTo>
                <a:lnTo>
                  <a:pt x="2192750" y="4042124"/>
                </a:lnTo>
                <a:lnTo>
                  <a:pt x="2133981" y="4115657"/>
                </a:lnTo>
                <a:lnTo>
                  <a:pt x="2133981" y="4124706"/>
                </a:lnTo>
                <a:lnTo>
                  <a:pt x="2118360" y="4124706"/>
                </a:lnTo>
                <a:cubicBezTo>
                  <a:pt x="2114074" y="4124706"/>
                  <a:pt x="2110550" y="4128230"/>
                  <a:pt x="2110550" y="4132517"/>
                </a:cubicBezTo>
                <a:lnTo>
                  <a:pt x="2110550" y="4142042"/>
                </a:lnTo>
                <a:cubicBezTo>
                  <a:pt x="2110550" y="4146328"/>
                  <a:pt x="2114074" y="4149852"/>
                  <a:pt x="2118360" y="4149852"/>
                </a:cubicBezTo>
                <a:lnTo>
                  <a:pt x="2133981" y="4149852"/>
                </a:lnTo>
                <a:lnTo>
                  <a:pt x="2133981" y="4156710"/>
                </a:lnTo>
                <a:lnTo>
                  <a:pt x="2187035" y="4218813"/>
                </a:lnTo>
                <a:lnTo>
                  <a:pt x="2187035" y="4244340"/>
                </a:lnTo>
                <a:cubicBezTo>
                  <a:pt x="2181320" y="4245864"/>
                  <a:pt x="2177701" y="4251484"/>
                  <a:pt x="2178844" y="4257294"/>
                </a:cubicBezTo>
                <a:cubicBezTo>
                  <a:pt x="2179415" y="4260247"/>
                  <a:pt x="2181130" y="4262723"/>
                  <a:pt x="2183606" y="4264343"/>
                </a:cubicBezTo>
                <a:cubicBezTo>
                  <a:pt x="2185416" y="4265581"/>
                  <a:pt x="2187607" y="4266248"/>
                  <a:pt x="2189798" y="4266248"/>
                </a:cubicBezTo>
                <a:cubicBezTo>
                  <a:pt x="2190560" y="4266248"/>
                  <a:pt x="2191322" y="4266248"/>
                  <a:pt x="2192084" y="4266057"/>
                </a:cubicBezTo>
                <a:cubicBezTo>
                  <a:pt x="2195036" y="4265486"/>
                  <a:pt x="2197513" y="4263771"/>
                  <a:pt x="2199132" y="4261295"/>
                </a:cubicBezTo>
                <a:cubicBezTo>
                  <a:pt x="2200751" y="4258818"/>
                  <a:pt x="2201323" y="4255865"/>
                  <a:pt x="2200751" y="4252913"/>
                </a:cubicBezTo>
                <a:cubicBezTo>
                  <a:pt x="2200180" y="4249960"/>
                  <a:pt x="2198465" y="4247484"/>
                  <a:pt x="2195989" y="4245864"/>
                </a:cubicBezTo>
                <a:cubicBezTo>
                  <a:pt x="2194751" y="4245007"/>
                  <a:pt x="2193322" y="4244531"/>
                  <a:pt x="2191893" y="4244245"/>
                </a:cubicBezTo>
                <a:lnTo>
                  <a:pt x="2191893" y="4217194"/>
                </a:lnTo>
                <a:lnTo>
                  <a:pt x="2138839" y="4155091"/>
                </a:lnTo>
                <a:close/>
                <a:moveTo>
                  <a:pt x="2145411" y="4129373"/>
                </a:moveTo>
                <a:lnTo>
                  <a:pt x="2153412" y="4129373"/>
                </a:lnTo>
                <a:cubicBezTo>
                  <a:pt x="2155031" y="4129373"/>
                  <a:pt x="2156365" y="4130707"/>
                  <a:pt x="2156365" y="4132326"/>
                </a:cubicBezTo>
                <a:lnTo>
                  <a:pt x="2156365" y="4141851"/>
                </a:lnTo>
                <a:cubicBezTo>
                  <a:pt x="2156365" y="4143470"/>
                  <a:pt x="2155031" y="4144804"/>
                  <a:pt x="2153412" y="4144804"/>
                </a:cubicBezTo>
                <a:lnTo>
                  <a:pt x="2145411" y="4144804"/>
                </a:lnTo>
                <a:lnTo>
                  <a:pt x="2145411" y="4129278"/>
                </a:lnTo>
                <a:close/>
                <a:moveTo>
                  <a:pt x="2124456" y="4144899"/>
                </a:moveTo>
                <a:lnTo>
                  <a:pt x="2118360" y="4144899"/>
                </a:lnTo>
                <a:cubicBezTo>
                  <a:pt x="2116741" y="4144899"/>
                  <a:pt x="2115407" y="4143566"/>
                  <a:pt x="2115407" y="4141946"/>
                </a:cubicBezTo>
                <a:lnTo>
                  <a:pt x="2115407" y="4132421"/>
                </a:lnTo>
                <a:cubicBezTo>
                  <a:pt x="2115407" y="4130802"/>
                  <a:pt x="2116741" y="4129469"/>
                  <a:pt x="2118360" y="4129469"/>
                </a:cubicBezTo>
                <a:lnTo>
                  <a:pt x="2124456" y="4129469"/>
                </a:lnTo>
                <a:lnTo>
                  <a:pt x="2124456" y="4144994"/>
                </a:lnTo>
                <a:close/>
                <a:moveTo>
                  <a:pt x="2193227" y="4249674"/>
                </a:moveTo>
                <a:cubicBezTo>
                  <a:pt x="2194655" y="4250627"/>
                  <a:pt x="2195608" y="4252055"/>
                  <a:pt x="2195894" y="4253675"/>
                </a:cubicBezTo>
                <a:cubicBezTo>
                  <a:pt x="2196275" y="4255294"/>
                  <a:pt x="2195894" y="4257009"/>
                  <a:pt x="2194941" y="4258437"/>
                </a:cubicBezTo>
                <a:cubicBezTo>
                  <a:pt x="2193989" y="4259866"/>
                  <a:pt x="2192560" y="4260819"/>
                  <a:pt x="2190941" y="4261104"/>
                </a:cubicBezTo>
                <a:cubicBezTo>
                  <a:pt x="2189321" y="4261485"/>
                  <a:pt x="2187607" y="4261104"/>
                  <a:pt x="2186178" y="4260152"/>
                </a:cubicBezTo>
                <a:cubicBezTo>
                  <a:pt x="2184749" y="4259199"/>
                  <a:pt x="2183797" y="4257770"/>
                  <a:pt x="2183511" y="4256151"/>
                </a:cubicBezTo>
                <a:cubicBezTo>
                  <a:pt x="2182844" y="4252722"/>
                  <a:pt x="2185035" y="4249484"/>
                  <a:pt x="2188464" y="4248722"/>
                </a:cubicBezTo>
                <a:cubicBezTo>
                  <a:pt x="2190083" y="4248341"/>
                  <a:pt x="2191798" y="4248722"/>
                  <a:pt x="2193227" y="4249674"/>
                </a:cubicBezTo>
                <a:close/>
                <a:moveTo>
                  <a:pt x="2234089" y="3909441"/>
                </a:moveTo>
                <a:lnTo>
                  <a:pt x="2173796" y="3850767"/>
                </a:lnTo>
                <a:lnTo>
                  <a:pt x="2070354" y="3850767"/>
                </a:lnTo>
                <a:lnTo>
                  <a:pt x="2043494" y="3881152"/>
                </a:lnTo>
                <a:cubicBezTo>
                  <a:pt x="2042065" y="3880676"/>
                  <a:pt x="2040541" y="3880295"/>
                  <a:pt x="2038922" y="3880295"/>
                </a:cubicBezTo>
                <a:cubicBezTo>
                  <a:pt x="2031302" y="3880295"/>
                  <a:pt x="2025110" y="3886486"/>
                  <a:pt x="2025110" y="3894106"/>
                </a:cubicBezTo>
                <a:cubicBezTo>
                  <a:pt x="2025110" y="3901726"/>
                  <a:pt x="2031302" y="3907917"/>
                  <a:pt x="2038922" y="3907917"/>
                </a:cubicBezTo>
                <a:cubicBezTo>
                  <a:pt x="2046542" y="3907917"/>
                  <a:pt x="2052733" y="3901726"/>
                  <a:pt x="2052733" y="3894106"/>
                </a:cubicBezTo>
                <a:cubicBezTo>
                  <a:pt x="2052733" y="3889915"/>
                  <a:pt x="2050828" y="3886105"/>
                  <a:pt x="2047780" y="3883628"/>
                </a:cubicBezTo>
                <a:lnTo>
                  <a:pt x="2072640" y="3855625"/>
                </a:lnTo>
                <a:lnTo>
                  <a:pt x="2171795" y="3855625"/>
                </a:lnTo>
                <a:lnTo>
                  <a:pt x="2229231" y="3911442"/>
                </a:lnTo>
                <a:lnTo>
                  <a:pt x="2230469" y="4046696"/>
                </a:lnTo>
                <a:lnTo>
                  <a:pt x="2190560" y="4103180"/>
                </a:lnTo>
                <a:cubicBezTo>
                  <a:pt x="2190560" y="4103180"/>
                  <a:pt x="2189893" y="4102608"/>
                  <a:pt x="2189512" y="4102418"/>
                </a:cubicBezTo>
                <a:cubicBezTo>
                  <a:pt x="2186464" y="4101179"/>
                  <a:pt x="2183130" y="4101179"/>
                  <a:pt x="2180177" y="4102418"/>
                </a:cubicBezTo>
                <a:cubicBezTo>
                  <a:pt x="2173891" y="4104989"/>
                  <a:pt x="2170938" y="4112133"/>
                  <a:pt x="2173510" y="4118420"/>
                </a:cubicBezTo>
                <a:cubicBezTo>
                  <a:pt x="2174748" y="4121468"/>
                  <a:pt x="2177129" y="4123849"/>
                  <a:pt x="2180082" y="4125087"/>
                </a:cubicBezTo>
                <a:cubicBezTo>
                  <a:pt x="2181606" y="4125754"/>
                  <a:pt x="2183225" y="4126040"/>
                  <a:pt x="2184845" y="4126040"/>
                </a:cubicBezTo>
                <a:cubicBezTo>
                  <a:pt x="2186464" y="4126040"/>
                  <a:pt x="2187988" y="4125754"/>
                  <a:pt x="2189512" y="4125087"/>
                </a:cubicBezTo>
                <a:cubicBezTo>
                  <a:pt x="2192560" y="4123849"/>
                  <a:pt x="2194941" y="4121468"/>
                  <a:pt x="2196179" y="4118515"/>
                </a:cubicBezTo>
                <a:cubicBezTo>
                  <a:pt x="2197418" y="4115467"/>
                  <a:pt x="2197418" y="4112133"/>
                  <a:pt x="2196179" y="4109180"/>
                </a:cubicBezTo>
                <a:cubicBezTo>
                  <a:pt x="2195798" y="4108133"/>
                  <a:pt x="2195036" y="4107275"/>
                  <a:pt x="2194370" y="4106418"/>
                </a:cubicBezTo>
                <a:lnTo>
                  <a:pt x="2235518" y="4048506"/>
                </a:lnTo>
                <a:lnTo>
                  <a:pt x="2234279" y="3909441"/>
                </a:lnTo>
                <a:close/>
                <a:moveTo>
                  <a:pt x="2187512" y="4120610"/>
                </a:moveTo>
                <a:cubicBezTo>
                  <a:pt x="2183702" y="4122134"/>
                  <a:pt x="2179415" y="4120325"/>
                  <a:pt x="2177891" y="4116610"/>
                </a:cubicBezTo>
                <a:cubicBezTo>
                  <a:pt x="2176367" y="4112895"/>
                  <a:pt x="2178177" y="4108513"/>
                  <a:pt x="2181892" y="4106990"/>
                </a:cubicBezTo>
                <a:cubicBezTo>
                  <a:pt x="2182749" y="4106609"/>
                  <a:pt x="2183702" y="4106418"/>
                  <a:pt x="2184654" y="4106418"/>
                </a:cubicBezTo>
                <a:cubicBezTo>
                  <a:pt x="2185607" y="4106418"/>
                  <a:pt x="2186559" y="4106609"/>
                  <a:pt x="2187512" y="4106990"/>
                </a:cubicBezTo>
                <a:cubicBezTo>
                  <a:pt x="2189321" y="4107752"/>
                  <a:pt x="2190750" y="4109180"/>
                  <a:pt x="2191512" y="4110990"/>
                </a:cubicBezTo>
                <a:cubicBezTo>
                  <a:pt x="2193036" y="4114705"/>
                  <a:pt x="2191226" y="4119086"/>
                  <a:pt x="2187512" y="4120610"/>
                </a:cubicBezTo>
                <a:close/>
                <a:moveTo>
                  <a:pt x="2260759" y="3607975"/>
                </a:moveTo>
                <a:lnTo>
                  <a:pt x="2260759" y="3609023"/>
                </a:lnTo>
                <a:cubicBezTo>
                  <a:pt x="2260759" y="3614261"/>
                  <a:pt x="2265045" y="3618548"/>
                  <a:pt x="2270284" y="3618548"/>
                </a:cubicBezTo>
                <a:lnTo>
                  <a:pt x="2298859" y="3618548"/>
                </a:lnTo>
                <a:cubicBezTo>
                  <a:pt x="2304098" y="3618548"/>
                  <a:pt x="2308384" y="3614261"/>
                  <a:pt x="2308384" y="3609023"/>
                </a:cubicBezTo>
                <a:lnTo>
                  <a:pt x="2308384" y="3609023"/>
                </a:lnTo>
                <a:cubicBezTo>
                  <a:pt x="2308384" y="3609023"/>
                  <a:pt x="2338197" y="3636359"/>
                  <a:pt x="2338197" y="3636359"/>
                </a:cubicBezTo>
                <a:lnTo>
                  <a:pt x="2338197" y="3671602"/>
                </a:lnTo>
                <a:cubicBezTo>
                  <a:pt x="2338197" y="3671602"/>
                  <a:pt x="2332387" y="3671602"/>
                  <a:pt x="2332387" y="3671602"/>
                </a:cubicBezTo>
                <a:cubicBezTo>
                  <a:pt x="2325148" y="3671602"/>
                  <a:pt x="2319338" y="3677507"/>
                  <a:pt x="2319338" y="3684651"/>
                </a:cubicBezTo>
                <a:lnTo>
                  <a:pt x="2319338" y="3713226"/>
                </a:lnTo>
                <a:cubicBezTo>
                  <a:pt x="2319338" y="3720465"/>
                  <a:pt x="2325243" y="3726275"/>
                  <a:pt x="2332387" y="3726275"/>
                </a:cubicBezTo>
                <a:lnTo>
                  <a:pt x="2344293" y="3726275"/>
                </a:lnTo>
                <a:lnTo>
                  <a:pt x="2344293" y="3755708"/>
                </a:lnTo>
                <a:lnTo>
                  <a:pt x="2361438" y="3775424"/>
                </a:lnTo>
                <a:lnTo>
                  <a:pt x="2411159" y="3775805"/>
                </a:lnTo>
                <a:lnTo>
                  <a:pt x="2420207" y="3785711"/>
                </a:lnTo>
                <a:cubicBezTo>
                  <a:pt x="2419160" y="3787330"/>
                  <a:pt x="2418398" y="3789236"/>
                  <a:pt x="2418398" y="3791331"/>
                </a:cubicBezTo>
                <a:cubicBezTo>
                  <a:pt x="2418398" y="3797142"/>
                  <a:pt x="2423160" y="3801904"/>
                  <a:pt x="2428970" y="3801904"/>
                </a:cubicBezTo>
                <a:cubicBezTo>
                  <a:pt x="2434781" y="3801904"/>
                  <a:pt x="2439543" y="3797142"/>
                  <a:pt x="2439543" y="3791331"/>
                </a:cubicBezTo>
                <a:cubicBezTo>
                  <a:pt x="2439543" y="3785521"/>
                  <a:pt x="2434781" y="3780759"/>
                  <a:pt x="2428970" y="3780759"/>
                </a:cubicBezTo>
                <a:cubicBezTo>
                  <a:pt x="2426970" y="3780759"/>
                  <a:pt x="2425256" y="3781425"/>
                  <a:pt x="2423636" y="3782378"/>
                </a:cubicBezTo>
                <a:lnTo>
                  <a:pt x="2413254" y="3771043"/>
                </a:lnTo>
                <a:lnTo>
                  <a:pt x="2363629" y="3770662"/>
                </a:lnTo>
                <a:lnTo>
                  <a:pt x="2349056" y="3753993"/>
                </a:lnTo>
                <a:lnTo>
                  <a:pt x="2349056" y="3726371"/>
                </a:lnTo>
                <a:lnTo>
                  <a:pt x="2360962" y="3726371"/>
                </a:lnTo>
                <a:cubicBezTo>
                  <a:pt x="2368201" y="3726371"/>
                  <a:pt x="2374011" y="3720465"/>
                  <a:pt x="2374011" y="3713321"/>
                </a:cubicBezTo>
                <a:lnTo>
                  <a:pt x="2374011" y="3684746"/>
                </a:lnTo>
                <a:cubicBezTo>
                  <a:pt x="2374011" y="3677507"/>
                  <a:pt x="2368106" y="3671697"/>
                  <a:pt x="2360962" y="3671697"/>
                </a:cubicBezTo>
                <a:lnTo>
                  <a:pt x="2356676" y="3671697"/>
                </a:lnTo>
                <a:lnTo>
                  <a:pt x="2356676" y="3634740"/>
                </a:lnTo>
                <a:cubicBezTo>
                  <a:pt x="2356676" y="3634740"/>
                  <a:pt x="2384489" y="3609213"/>
                  <a:pt x="2384489" y="3609213"/>
                </a:cubicBezTo>
                <a:cubicBezTo>
                  <a:pt x="2385060" y="3615214"/>
                  <a:pt x="2390013" y="3619976"/>
                  <a:pt x="2396109" y="3619976"/>
                </a:cubicBezTo>
                <a:lnTo>
                  <a:pt x="2424684" y="3619976"/>
                </a:lnTo>
                <a:cubicBezTo>
                  <a:pt x="2430780" y="3619976"/>
                  <a:pt x="2435733" y="3615214"/>
                  <a:pt x="2436305" y="3609309"/>
                </a:cubicBezTo>
                <a:lnTo>
                  <a:pt x="2463927" y="3634740"/>
                </a:lnTo>
                <a:lnTo>
                  <a:pt x="2463927" y="3672269"/>
                </a:lnTo>
                <a:cubicBezTo>
                  <a:pt x="2463927" y="3672269"/>
                  <a:pt x="2452116" y="3672269"/>
                  <a:pt x="2452116" y="3672269"/>
                </a:cubicBezTo>
                <a:cubicBezTo>
                  <a:pt x="2444401" y="3672269"/>
                  <a:pt x="2439067" y="3678555"/>
                  <a:pt x="2439067" y="3687509"/>
                </a:cubicBezTo>
                <a:lnTo>
                  <a:pt x="2439067" y="3716084"/>
                </a:lnTo>
                <a:cubicBezTo>
                  <a:pt x="2439067" y="3721132"/>
                  <a:pt x="2444782" y="3726942"/>
                  <a:pt x="2452116" y="3726942"/>
                </a:cubicBezTo>
                <a:lnTo>
                  <a:pt x="2480691" y="3726942"/>
                </a:lnTo>
                <a:cubicBezTo>
                  <a:pt x="2487930" y="3726942"/>
                  <a:pt x="2493740" y="3721037"/>
                  <a:pt x="2493740" y="3713893"/>
                </a:cubicBezTo>
                <a:lnTo>
                  <a:pt x="2493740" y="3685318"/>
                </a:lnTo>
                <a:cubicBezTo>
                  <a:pt x="2493740" y="3678079"/>
                  <a:pt x="2487835" y="3672269"/>
                  <a:pt x="2480691" y="3672269"/>
                </a:cubicBezTo>
                <a:lnTo>
                  <a:pt x="2468785" y="3672269"/>
                </a:lnTo>
                <a:lnTo>
                  <a:pt x="2468785" y="3632645"/>
                </a:lnTo>
                <a:cubicBezTo>
                  <a:pt x="2468785" y="3632645"/>
                  <a:pt x="2437543" y="3603974"/>
                  <a:pt x="2437543" y="3603974"/>
                </a:cubicBezTo>
                <a:lnTo>
                  <a:pt x="2468690" y="3575304"/>
                </a:lnTo>
                <a:lnTo>
                  <a:pt x="2468690" y="3536823"/>
                </a:lnTo>
                <a:lnTo>
                  <a:pt x="2480691" y="3536823"/>
                </a:lnTo>
                <a:cubicBezTo>
                  <a:pt x="2485930" y="3536823"/>
                  <a:pt x="2490216" y="3532537"/>
                  <a:pt x="2490216" y="3527298"/>
                </a:cubicBezTo>
                <a:lnTo>
                  <a:pt x="2490216" y="3498723"/>
                </a:lnTo>
                <a:cubicBezTo>
                  <a:pt x="2490216" y="3493484"/>
                  <a:pt x="2485930" y="3489198"/>
                  <a:pt x="2480691" y="3489198"/>
                </a:cubicBezTo>
                <a:lnTo>
                  <a:pt x="2452116" y="3489198"/>
                </a:lnTo>
                <a:cubicBezTo>
                  <a:pt x="2446877" y="3489198"/>
                  <a:pt x="2442591" y="3493484"/>
                  <a:pt x="2442591" y="3498723"/>
                </a:cubicBezTo>
                <a:lnTo>
                  <a:pt x="2442591" y="3527298"/>
                </a:lnTo>
                <a:cubicBezTo>
                  <a:pt x="2442591" y="3532537"/>
                  <a:pt x="2446877" y="3536823"/>
                  <a:pt x="2452116" y="3536823"/>
                </a:cubicBezTo>
                <a:lnTo>
                  <a:pt x="2464022" y="3536823"/>
                </a:lnTo>
                <a:lnTo>
                  <a:pt x="2464022" y="3573209"/>
                </a:lnTo>
                <a:cubicBezTo>
                  <a:pt x="2464022" y="3573209"/>
                  <a:pt x="2436114" y="3598831"/>
                  <a:pt x="2436114" y="3598831"/>
                </a:cubicBezTo>
                <a:cubicBezTo>
                  <a:pt x="2435257" y="3593116"/>
                  <a:pt x="2430494" y="3588734"/>
                  <a:pt x="2424589" y="3588734"/>
                </a:cubicBezTo>
                <a:lnTo>
                  <a:pt x="2396014" y="3588734"/>
                </a:lnTo>
                <a:cubicBezTo>
                  <a:pt x="2390108" y="3588734"/>
                  <a:pt x="2385346" y="3593211"/>
                  <a:pt x="2384489" y="3598926"/>
                </a:cubicBezTo>
                <a:lnTo>
                  <a:pt x="2356676" y="3573209"/>
                </a:lnTo>
                <a:lnTo>
                  <a:pt x="2356676" y="3540443"/>
                </a:lnTo>
                <a:cubicBezTo>
                  <a:pt x="2356676" y="3540443"/>
                  <a:pt x="2360867" y="3540443"/>
                  <a:pt x="2360867" y="3540443"/>
                </a:cubicBezTo>
                <a:cubicBezTo>
                  <a:pt x="2368106" y="3540443"/>
                  <a:pt x="2373916" y="3534537"/>
                  <a:pt x="2373916" y="3527393"/>
                </a:cubicBezTo>
                <a:lnTo>
                  <a:pt x="2373916" y="3498818"/>
                </a:lnTo>
                <a:cubicBezTo>
                  <a:pt x="2373916" y="3491579"/>
                  <a:pt x="2368010" y="3485769"/>
                  <a:pt x="2360867" y="3485769"/>
                </a:cubicBezTo>
                <a:lnTo>
                  <a:pt x="2332292" y="3485769"/>
                </a:lnTo>
                <a:cubicBezTo>
                  <a:pt x="2329625" y="3485769"/>
                  <a:pt x="2327148" y="3486626"/>
                  <a:pt x="2325053" y="3487960"/>
                </a:cubicBezTo>
                <a:lnTo>
                  <a:pt x="2298097" y="3458432"/>
                </a:lnTo>
                <a:lnTo>
                  <a:pt x="2298097" y="3267837"/>
                </a:lnTo>
                <a:cubicBezTo>
                  <a:pt x="2301812" y="3267170"/>
                  <a:pt x="2305050" y="3265265"/>
                  <a:pt x="2307241" y="3262217"/>
                </a:cubicBezTo>
                <a:cubicBezTo>
                  <a:pt x="2310956" y="3257074"/>
                  <a:pt x="2310765" y="3250311"/>
                  <a:pt x="2307241" y="3245453"/>
                </a:cubicBezTo>
                <a:lnTo>
                  <a:pt x="2380583" y="3186398"/>
                </a:lnTo>
                <a:lnTo>
                  <a:pt x="2381060" y="3186017"/>
                </a:lnTo>
                <a:lnTo>
                  <a:pt x="2381060" y="3128105"/>
                </a:lnTo>
                <a:cubicBezTo>
                  <a:pt x="2381060" y="3128105"/>
                  <a:pt x="2381631" y="3128105"/>
                  <a:pt x="2381822" y="3128105"/>
                </a:cubicBezTo>
                <a:cubicBezTo>
                  <a:pt x="2386203" y="3127153"/>
                  <a:pt x="2389346" y="3123534"/>
                  <a:pt x="2389918" y="3119342"/>
                </a:cubicBezTo>
                <a:lnTo>
                  <a:pt x="2541080" y="3120104"/>
                </a:lnTo>
                <a:lnTo>
                  <a:pt x="2542127" y="3120104"/>
                </a:lnTo>
                <a:cubicBezTo>
                  <a:pt x="2542127" y="3120104"/>
                  <a:pt x="2568512" y="3092005"/>
                  <a:pt x="2568512" y="3092005"/>
                </a:cubicBezTo>
                <a:lnTo>
                  <a:pt x="2697956" y="3092768"/>
                </a:lnTo>
                <a:cubicBezTo>
                  <a:pt x="2697956" y="3092768"/>
                  <a:pt x="2698433" y="3093625"/>
                  <a:pt x="2698813" y="3094006"/>
                </a:cubicBezTo>
                <a:lnTo>
                  <a:pt x="2704434" y="3099626"/>
                </a:lnTo>
                <a:cubicBezTo>
                  <a:pt x="2705481" y="3100673"/>
                  <a:pt x="2706815" y="3101245"/>
                  <a:pt x="2708338" y="3101245"/>
                </a:cubicBezTo>
                <a:lnTo>
                  <a:pt x="2708338" y="3101245"/>
                </a:lnTo>
                <a:cubicBezTo>
                  <a:pt x="2709767" y="3101245"/>
                  <a:pt x="2711196" y="3100673"/>
                  <a:pt x="2712244" y="3099626"/>
                </a:cubicBezTo>
                <a:lnTo>
                  <a:pt x="2717959" y="3094006"/>
                </a:lnTo>
                <a:cubicBezTo>
                  <a:pt x="2720150" y="3091815"/>
                  <a:pt x="2720150" y="3088386"/>
                  <a:pt x="2717959" y="3086195"/>
                </a:cubicBezTo>
                <a:lnTo>
                  <a:pt x="2712244" y="3080576"/>
                </a:lnTo>
                <a:cubicBezTo>
                  <a:pt x="2710148" y="3078480"/>
                  <a:pt x="2706624" y="3078480"/>
                  <a:pt x="2704434" y="3080576"/>
                </a:cubicBezTo>
                <a:lnTo>
                  <a:pt x="2698813" y="3086195"/>
                </a:lnTo>
                <a:cubicBezTo>
                  <a:pt x="2698242" y="3086767"/>
                  <a:pt x="2697861" y="3087338"/>
                  <a:pt x="2697671" y="3088005"/>
                </a:cubicBezTo>
                <a:lnTo>
                  <a:pt x="2567559" y="3087243"/>
                </a:lnTo>
                <a:lnTo>
                  <a:pt x="2566511" y="3087243"/>
                </a:lnTo>
                <a:cubicBezTo>
                  <a:pt x="2566511" y="3087243"/>
                  <a:pt x="2540127" y="3115342"/>
                  <a:pt x="2540127" y="3115342"/>
                </a:cubicBezTo>
                <a:lnTo>
                  <a:pt x="2389537" y="3114580"/>
                </a:lnTo>
                <a:cubicBezTo>
                  <a:pt x="2387918" y="3109436"/>
                  <a:pt x="2382679" y="3106198"/>
                  <a:pt x="2377250" y="3107341"/>
                </a:cubicBezTo>
                <a:cubicBezTo>
                  <a:pt x="2371535" y="3108579"/>
                  <a:pt x="2367915" y="3114294"/>
                  <a:pt x="2369249" y="3120009"/>
                </a:cubicBezTo>
                <a:cubicBezTo>
                  <a:pt x="2369820" y="3122771"/>
                  <a:pt x="2371535" y="3125153"/>
                  <a:pt x="2373916" y="3126677"/>
                </a:cubicBezTo>
                <a:cubicBezTo>
                  <a:pt x="2375440" y="3127629"/>
                  <a:pt x="2377154" y="3128105"/>
                  <a:pt x="2378869" y="3128201"/>
                </a:cubicBezTo>
                <a:lnTo>
                  <a:pt x="2378869" y="3184874"/>
                </a:lnTo>
                <a:cubicBezTo>
                  <a:pt x="2378869" y="3184874"/>
                  <a:pt x="2305907" y="3243644"/>
                  <a:pt x="2305907" y="3243644"/>
                </a:cubicBezTo>
                <a:cubicBezTo>
                  <a:pt x="2305431" y="3243167"/>
                  <a:pt x="2304860" y="3242596"/>
                  <a:pt x="2304288" y="3242215"/>
                </a:cubicBezTo>
                <a:cubicBezTo>
                  <a:pt x="2301716" y="3240310"/>
                  <a:pt x="2298764" y="3239453"/>
                  <a:pt x="2295811" y="3239453"/>
                </a:cubicBezTo>
                <a:cubicBezTo>
                  <a:pt x="2291429" y="3239453"/>
                  <a:pt x="2287048" y="3241453"/>
                  <a:pt x="2284190" y="3245263"/>
                </a:cubicBezTo>
                <a:cubicBezTo>
                  <a:pt x="2279523" y="3251645"/>
                  <a:pt x="2280857" y="3260598"/>
                  <a:pt x="2287238" y="3265265"/>
                </a:cubicBezTo>
                <a:cubicBezTo>
                  <a:pt x="2289048" y="3266599"/>
                  <a:pt x="2291144" y="3267456"/>
                  <a:pt x="2293334" y="3267742"/>
                </a:cubicBezTo>
                <a:lnTo>
                  <a:pt x="2293334" y="3460242"/>
                </a:lnTo>
                <a:cubicBezTo>
                  <a:pt x="2293334" y="3460242"/>
                  <a:pt x="2321719" y="3491294"/>
                  <a:pt x="2321719" y="3491294"/>
                </a:cubicBezTo>
                <a:cubicBezTo>
                  <a:pt x="2320195" y="3493389"/>
                  <a:pt x="2319242" y="3496056"/>
                  <a:pt x="2319242" y="3498818"/>
                </a:cubicBezTo>
                <a:lnTo>
                  <a:pt x="2319242" y="3527393"/>
                </a:lnTo>
                <a:cubicBezTo>
                  <a:pt x="2319242" y="3534632"/>
                  <a:pt x="2325148" y="3540443"/>
                  <a:pt x="2332292" y="3540443"/>
                </a:cubicBezTo>
                <a:lnTo>
                  <a:pt x="2336959" y="3540443"/>
                </a:lnTo>
                <a:lnTo>
                  <a:pt x="2336959" y="3573494"/>
                </a:lnTo>
                <a:cubicBezTo>
                  <a:pt x="2336959" y="3573494"/>
                  <a:pt x="2306193" y="3595973"/>
                  <a:pt x="2306193" y="3595973"/>
                </a:cubicBezTo>
                <a:cubicBezTo>
                  <a:pt x="2304479" y="3593687"/>
                  <a:pt x="2301812" y="3592163"/>
                  <a:pt x="2298764" y="3592163"/>
                </a:cubicBezTo>
                <a:lnTo>
                  <a:pt x="2270189" y="3592163"/>
                </a:lnTo>
                <a:cubicBezTo>
                  <a:pt x="2269046" y="3592163"/>
                  <a:pt x="2267998" y="3592449"/>
                  <a:pt x="2267045" y="3592830"/>
                </a:cubicBezTo>
                <a:lnTo>
                  <a:pt x="2229803" y="3563112"/>
                </a:lnTo>
                <a:lnTo>
                  <a:pt x="2229803" y="3539014"/>
                </a:lnTo>
                <a:lnTo>
                  <a:pt x="2242566" y="3539014"/>
                </a:lnTo>
                <a:cubicBezTo>
                  <a:pt x="2247805" y="3539014"/>
                  <a:pt x="2252091" y="3534728"/>
                  <a:pt x="2252091" y="3529489"/>
                </a:cubicBezTo>
                <a:lnTo>
                  <a:pt x="2252091" y="3500914"/>
                </a:lnTo>
                <a:cubicBezTo>
                  <a:pt x="2252091" y="3495675"/>
                  <a:pt x="2247805" y="3491389"/>
                  <a:pt x="2242566" y="3491389"/>
                </a:cubicBezTo>
                <a:lnTo>
                  <a:pt x="2235994" y="3491389"/>
                </a:lnTo>
                <a:lnTo>
                  <a:pt x="2235994" y="3267742"/>
                </a:lnTo>
                <a:cubicBezTo>
                  <a:pt x="2239709" y="3267075"/>
                  <a:pt x="2242947" y="3265170"/>
                  <a:pt x="2245138" y="3262122"/>
                </a:cubicBezTo>
                <a:cubicBezTo>
                  <a:pt x="2249805" y="3255740"/>
                  <a:pt x="2248472" y="3246787"/>
                  <a:pt x="2242090" y="3242120"/>
                </a:cubicBezTo>
                <a:cubicBezTo>
                  <a:pt x="2239518" y="3240215"/>
                  <a:pt x="2236565" y="3239357"/>
                  <a:pt x="2233613" y="3239357"/>
                </a:cubicBezTo>
                <a:cubicBezTo>
                  <a:pt x="2229231" y="3239357"/>
                  <a:pt x="2224850" y="3241358"/>
                  <a:pt x="2222087" y="3245168"/>
                </a:cubicBezTo>
                <a:cubicBezTo>
                  <a:pt x="2217420" y="3251549"/>
                  <a:pt x="2218754" y="3260503"/>
                  <a:pt x="2225135" y="3265170"/>
                </a:cubicBezTo>
                <a:cubicBezTo>
                  <a:pt x="2226945" y="3266504"/>
                  <a:pt x="2229041" y="3267361"/>
                  <a:pt x="2231231" y="3267647"/>
                </a:cubicBezTo>
                <a:lnTo>
                  <a:pt x="2231231" y="3491294"/>
                </a:lnTo>
                <a:cubicBezTo>
                  <a:pt x="2231231" y="3491294"/>
                  <a:pt x="2213991" y="3491294"/>
                  <a:pt x="2213991" y="3491294"/>
                </a:cubicBezTo>
                <a:cubicBezTo>
                  <a:pt x="2208752" y="3491294"/>
                  <a:pt x="2204466" y="3495580"/>
                  <a:pt x="2204466" y="3500819"/>
                </a:cubicBezTo>
                <a:lnTo>
                  <a:pt x="2204466" y="3529394"/>
                </a:lnTo>
                <a:cubicBezTo>
                  <a:pt x="2204466" y="3534632"/>
                  <a:pt x="2208752" y="3538919"/>
                  <a:pt x="2213991" y="3538919"/>
                </a:cubicBezTo>
                <a:lnTo>
                  <a:pt x="2225040" y="3538919"/>
                </a:lnTo>
                <a:lnTo>
                  <a:pt x="2225040" y="3565303"/>
                </a:lnTo>
                <a:lnTo>
                  <a:pt x="2262950" y="3595592"/>
                </a:lnTo>
                <a:cubicBezTo>
                  <a:pt x="2261616" y="3597212"/>
                  <a:pt x="2260664" y="3599307"/>
                  <a:pt x="2260664" y="3601593"/>
                </a:cubicBezTo>
                <a:lnTo>
                  <a:pt x="2260664" y="3601593"/>
                </a:lnTo>
                <a:cubicBezTo>
                  <a:pt x="2260664" y="3601593"/>
                  <a:pt x="2225993" y="3633597"/>
                  <a:pt x="2225993" y="3633597"/>
                </a:cubicBezTo>
                <a:lnTo>
                  <a:pt x="2225993" y="3671888"/>
                </a:lnTo>
                <a:lnTo>
                  <a:pt x="2213991" y="3671888"/>
                </a:lnTo>
                <a:cubicBezTo>
                  <a:pt x="2206752" y="3671888"/>
                  <a:pt x="2200942" y="3677793"/>
                  <a:pt x="2200942" y="3684937"/>
                </a:cubicBezTo>
                <a:lnTo>
                  <a:pt x="2200942" y="3713512"/>
                </a:lnTo>
                <a:cubicBezTo>
                  <a:pt x="2200942" y="3720751"/>
                  <a:pt x="2206847" y="3726561"/>
                  <a:pt x="2213991" y="3726561"/>
                </a:cubicBezTo>
                <a:lnTo>
                  <a:pt x="2225897" y="3726561"/>
                </a:lnTo>
                <a:lnTo>
                  <a:pt x="2225897" y="3765613"/>
                </a:lnTo>
                <a:lnTo>
                  <a:pt x="2207895" y="3786092"/>
                </a:lnTo>
                <a:lnTo>
                  <a:pt x="2015109" y="3786092"/>
                </a:lnTo>
                <a:cubicBezTo>
                  <a:pt x="2015109" y="3786092"/>
                  <a:pt x="1963484" y="3844385"/>
                  <a:pt x="1963484" y="3844385"/>
                </a:cubicBezTo>
                <a:lnTo>
                  <a:pt x="1963484" y="3947160"/>
                </a:lnTo>
                <a:cubicBezTo>
                  <a:pt x="1957769" y="3948589"/>
                  <a:pt x="1953292" y="3953828"/>
                  <a:pt x="1953292" y="3960114"/>
                </a:cubicBezTo>
                <a:cubicBezTo>
                  <a:pt x="1953292" y="3967448"/>
                  <a:pt x="1959293" y="3973449"/>
                  <a:pt x="1966627" y="3973449"/>
                </a:cubicBezTo>
                <a:cubicBezTo>
                  <a:pt x="1973961" y="3973449"/>
                  <a:pt x="1979962" y="3967448"/>
                  <a:pt x="1979962" y="3960114"/>
                </a:cubicBezTo>
                <a:cubicBezTo>
                  <a:pt x="1979962" y="3953256"/>
                  <a:pt x="1974818" y="3947732"/>
                  <a:pt x="1968246" y="3946874"/>
                </a:cubicBezTo>
                <a:lnTo>
                  <a:pt x="1968246" y="3846195"/>
                </a:lnTo>
                <a:cubicBezTo>
                  <a:pt x="1968246" y="3846195"/>
                  <a:pt x="2017205" y="3790855"/>
                  <a:pt x="2017205" y="3790855"/>
                </a:cubicBezTo>
                <a:lnTo>
                  <a:pt x="2209991" y="3790855"/>
                </a:lnTo>
                <a:cubicBezTo>
                  <a:pt x="2209991" y="3790855"/>
                  <a:pt x="2230660" y="3767423"/>
                  <a:pt x="2230660" y="3767423"/>
                </a:cubicBezTo>
                <a:lnTo>
                  <a:pt x="2230660" y="3726561"/>
                </a:lnTo>
                <a:lnTo>
                  <a:pt x="2242566" y="3726561"/>
                </a:lnTo>
                <a:cubicBezTo>
                  <a:pt x="2249805" y="3726561"/>
                  <a:pt x="2255615" y="3720655"/>
                  <a:pt x="2255615" y="3713512"/>
                </a:cubicBezTo>
                <a:lnTo>
                  <a:pt x="2255615" y="3684937"/>
                </a:lnTo>
                <a:cubicBezTo>
                  <a:pt x="2255615" y="3677698"/>
                  <a:pt x="2249710" y="3671888"/>
                  <a:pt x="2242566" y="3671888"/>
                </a:cubicBezTo>
                <a:lnTo>
                  <a:pt x="2230660" y="3671888"/>
                </a:lnTo>
                <a:lnTo>
                  <a:pt x="2230660" y="3635693"/>
                </a:lnTo>
                <a:cubicBezTo>
                  <a:pt x="2230660" y="3635693"/>
                  <a:pt x="2260664" y="3608165"/>
                  <a:pt x="2260664" y="3608165"/>
                </a:cubicBezTo>
                <a:close/>
                <a:moveTo>
                  <a:pt x="2428970" y="3785521"/>
                </a:moveTo>
                <a:cubicBezTo>
                  <a:pt x="2432209" y="3785521"/>
                  <a:pt x="2434781" y="3788093"/>
                  <a:pt x="2434781" y="3791331"/>
                </a:cubicBezTo>
                <a:cubicBezTo>
                  <a:pt x="2434781" y="3794570"/>
                  <a:pt x="2432209" y="3797142"/>
                  <a:pt x="2428970" y="3797142"/>
                </a:cubicBezTo>
                <a:cubicBezTo>
                  <a:pt x="2425732" y="3797142"/>
                  <a:pt x="2423160" y="3794570"/>
                  <a:pt x="2423160" y="3791331"/>
                </a:cubicBezTo>
                <a:cubicBezTo>
                  <a:pt x="2423160" y="3788093"/>
                  <a:pt x="2425732" y="3785521"/>
                  <a:pt x="2428970" y="3785521"/>
                </a:cubicBezTo>
                <a:close/>
                <a:moveTo>
                  <a:pt x="2480882" y="3679412"/>
                </a:moveTo>
                <a:cubicBezTo>
                  <a:pt x="2484120" y="3679412"/>
                  <a:pt x="2486787" y="3682079"/>
                  <a:pt x="2486787" y="3685318"/>
                </a:cubicBezTo>
                <a:lnTo>
                  <a:pt x="2486787" y="3713893"/>
                </a:lnTo>
                <a:cubicBezTo>
                  <a:pt x="2486787" y="3717131"/>
                  <a:pt x="2484120" y="3719798"/>
                  <a:pt x="2480882" y="3719798"/>
                </a:cubicBezTo>
                <a:lnTo>
                  <a:pt x="2452307" y="3719798"/>
                </a:lnTo>
                <a:cubicBezTo>
                  <a:pt x="2448878" y="3719798"/>
                  <a:pt x="2446401" y="3717036"/>
                  <a:pt x="2446401" y="3716084"/>
                </a:cubicBezTo>
                <a:lnTo>
                  <a:pt x="2446401" y="3687509"/>
                </a:lnTo>
                <a:cubicBezTo>
                  <a:pt x="2446401" y="3682555"/>
                  <a:pt x="2448687" y="3679412"/>
                  <a:pt x="2452307" y="3679412"/>
                </a:cubicBezTo>
                <a:lnTo>
                  <a:pt x="2480882" y="3679412"/>
                </a:lnTo>
                <a:close/>
                <a:moveTo>
                  <a:pt x="2389061" y="3600545"/>
                </a:moveTo>
                <a:cubicBezTo>
                  <a:pt x="2389061" y="3596640"/>
                  <a:pt x="2392299" y="3593402"/>
                  <a:pt x="2396204" y="3593402"/>
                </a:cubicBezTo>
                <a:lnTo>
                  <a:pt x="2424779" y="3593402"/>
                </a:lnTo>
                <a:cubicBezTo>
                  <a:pt x="2428685" y="3593402"/>
                  <a:pt x="2431923" y="3596640"/>
                  <a:pt x="2431923" y="3600545"/>
                </a:cubicBezTo>
                <a:lnTo>
                  <a:pt x="2431923" y="3608165"/>
                </a:lnTo>
                <a:cubicBezTo>
                  <a:pt x="2431923" y="3612071"/>
                  <a:pt x="2428685" y="3615309"/>
                  <a:pt x="2424779" y="3615309"/>
                </a:cubicBezTo>
                <a:lnTo>
                  <a:pt x="2396204" y="3615309"/>
                </a:lnTo>
                <a:cubicBezTo>
                  <a:pt x="2392299" y="3615309"/>
                  <a:pt x="2389061" y="3612166"/>
                  <a:pt x="2389061" y="3608165"/>
                </a:cubicBezTo>
                <a:lnTo>
                  <a:pt x="2389061" y="3600545"/>
                </a:lnTo>
                <a:close/>
                <a:moveTo>
                  <a:pt x="2702243" y="3089243"/>
                </a:moveTo>
                <a:lnTo>
                  <a:pt x="2707862" y="3083624"/>
                </a:lnTo>
                <a:cubicBezTo>
                  <a:pt x="2707862" y="3083624"/>
                  <a:pt x="2708243" y="3083433"/>
                  <a:pt x="2708434" y="3083433"/>
                </a:cubicBezTo>
                <a:cubicBezTo>
                  <a:pt x="2708624" y="3083433"/>
                  <a:pt x="2708815" y="3083433"/>
                  <a:pt x="2709005" y="3083624"/>
                </a:cubicBezTo>
                <a:lnTo>
                  <a:pt x="2714720" y="3089243"/>
                </a:lnTo>
                <a:cubicBezTo>
                  <a:pt x="2714720" y="3089243"/>
                  <a:pt x="2715006" y="3090005"/>
                  <a:pt x="2714720" y="3090291"/>
                </a:cubicBezTo>
                <a:lnTo>
                  <a:pt x="2709005" y="3095911"/>
                </a:lnTo>
                <a:lnTo>
                  <a:pt x="2707958" y="3095911"/>
                </a:lnTo>
                <a:lnTo>
                  <a:pt x="2702338" y="3090291"/>
                </a:lnTo>
                <a:cubicBezTo>
                  <a:pt x="2702338" y="3090291"/>
                  <a:pt x="2702052" y="3089529"/>
                  <a:pt x="2702338" y="3089243"/>
                </a:cubicBezTo>
                <a:close/>
                <a:moveTo>
                  <a:pt x="2376488" y="3122295"/>
                </a:moveTo>
                <a:cubicBezTo>
                  <a:pt x="2375154" y="3121438"/>
                  <a:pt x="2374297" y="3120200"/>
                  <a:pt x="2373916" y="3118676"/>
                </a:cubicBezTo>
                <a:cubicBezTo>
                  <a:pt x="2373249" y="3115532"/>
                  <a:pt x="2375154" y="3112389"/>
                  <a:pt x="2378393" y="3111627"/>
                </a:cubicBezTo>
                <a:cubicBezTo>
                  <a:pt x="2378774" y="3111627"/>
                  <a:pt x="2379250" y="3111532"/>
                  <a:pt x="2379631" y="3111532"/>
                </a:cubicBezTo>
                <a:cubicBezTo>
                  <a:pt x="2382298" y="3111532"/>
                  <a:pt x="2384774" y="3113437"/>
                  <a:pt x="2385346" y="3116104"/>
                </a:cubicBezTo>
                <a:cubicBezTo>
                  <a:pt x="2386013" y="3119247"/>
                  <a:pt x="2384012" y="3122390"/>
                  <a:pt x="2380869" y="3123057"/>
                </a:cubicBezTo>
                <a:cubicBezTo>
                  <a:pt x="2379345" y="3123438"/>
                  <a:pt x="2377726" y="3123057"/>
                  <a:pt x="2376488" y="3122295"/>
                </a:cubicBezTo>
                <a:close/>
                <a:moveTo>
                  <a:pt x="2295716" y="3265170"/>
                </a:moveTo>
                <a:cubicBezTo>
                  <a:pt x="2293239" y="3265170"/>
                  <a:pt x="2290858" y="3264408"/>
                  <a:pt x="2288858" y="3262884"/>
                </a:cubicBezTo>
                <a:cubicBezTo>
                  <a:pt x="2283619" y="3259074"/>
                  <a:pt x="2282571" y="3251740"/>
                  <a:pt x="2286381" y="3246501"/>
                </a:cubicBezTo>
                <a:cubicBezTo>
                  <a:pt x="2290191" y="3241358"/>
                  <a:pt x="2297525" y="3240215"/>
                  <a:pt x="2302764" y="3244025"/>
                </a:cubicBezTo>
                <a:cubicBezTo>
                  <a:pt x="2305241" y="3245834"/>
                  <a:pt x="2306955" y="3248597"/>
                  <a:pt x="2307431" y="3251645"/>
                </a:cubicBezTo>
                <a:cubicBezTo>
                  <a:pt x="2307908" y="3254693"/>
                  <a:pt x="2307146" y="3257836"/>
                  <a:pt x="2305336" y="3260312"/>
                </a:cubicBezTo>
                <a:cubicBezTo>
                  <a:pt x="2303526" y="3262789"/>
                  <a:pt x="2300764" y="3264503"/>
                  <a:pt x="2297716" y="3264980"/>
                </a:cubicBezTo>
                <a:cubicBezTo>
                  <a:pt x="2297144" y="3264980"/>
                  <a:pt x="2296478" y="3265075"/>
                  <a:pt x="2295906" y="3265075"/>
                </a:cubicBezTo>
                <a:close/>
                <a:moveTo>
                  <a:pt x="2360962" y="3678841"/>
                </a:moveTo>
                <a:cubicBezTo>
                  <a:pt x="2364200" y="3678841"/>
                  <a:pt x="2366867" y="3681508"/>
                  <a:pt x="2366867" y="3684746"/>
                </a:cubicBezTo>
                <a:lnTo>
                  <a:pt x="2366867" y="3713321"/>
                </a:lnTo>
                <a:cubicBezTo>
                  <a:pt x="2366867" y="3716560"/>
                  <a:pt x="2364200" y="3719227"/>
                  <a:pt x="2360962" y="3719227"/>
                </a:cubicBezTo>
                <a:lnTo>
                  <a:pt x="2332387" y="3719227"/>
                </a:lnTo>
                <a:cubicBezTo>
                  <a:pt x="2329148" y="3719227"/>
                  <a:pt x="2326481" y="3716560"/>
                  <a:pt x="2326481" y="3713321"/>
                </a:cubicBezTo>
                <a:lnTo>
                  <a:pt x="2326481" y="3684746"/>
                </a:lnTo>
                <a:cubicBezTo>
                  <a:pt x="2326481" y="3681508"/>
                  <a:pt x="2329148" y="3678841"/>
                  <a:pt x="2332387" y="3678841"/>
                </a:cubicBezTo>
                <a:lnTo>
                  <a:pt x="2360962" y="3678841"/>
                </a:lnTo>
                <a:close/>
                <a:moveTo>
                  <a:pt x="2332387" y="3533204"/>
                </a:moveTo>
                <a:cubicBezTo>
                  <a:pt x="2329148" y="3533204"/>
                  <a:pt x="2326481" y="3530537"/>
                  <a:pt x="2326481" y="3527298"/>
                </a:cubicBezTo>
                <a:lnTo>
                  <a:pt x="2326481" y="3498723"/>
                </a:lnTo>
                <a:cubicBezTo>
                  <a:pt x="2326481" y="3495485"/>
                  <a:pt x="2329148" y="3492818"/>
                  <a:pt x="2332387" y="3492818"/>
                </a:cubicBezTo>
                <a:lnTo>
                  <a:pt x="2360962" y="3492818"/>
                </a:lnTo>
                <a:cubicBezTo>
                  <a:pt x="2364200" y="3492818"/>
                  <a:pt x="2366867" y="3495485"/>
                  <a:pt x="2366867" y="3498723"/>
                </a:cubicBezTo>
                <a:lnTo>
                  <a:pt x="2366867" y="3527298"/>
                </a:lnTo>
                <a:cubicBezTo>
                  <a:pt x="2366867" y="3530537"/>
                  <a:pt x="2364200" y="3533204"/>
                  <a:pt x="2360962" y="3533204"/>
                </a:cubicBezTo>
                <a:lnTo>
                  <a:pt x="2332387" y="3533204"/>
                </a:lnTo>
                <a:close/>
                <a:moveTo>
                  <a:pt x="2341721" y="3575495"/>
                </a:moveTo>
                <a:lnTo>
                  <a:pt x="2341721" y="3540347"/>
                </a:lnTo>
                <a:lnTo>
                  <a:pt x="2351913" y="3540347"/>
                </a:lnTo>
                <a:lnTo>
                  <a:pt x="2351913" y="3575209"/>
                </a:lnTo>
                <a:cubicBezTo>
                  <a:pt x="2351913" y="3575209"/>
                  <a:pt x="2383155" y="3603879"/>
                  <a:pt x="2383155" y="3603879"/>
                </a:cubicBezTo>
                <a:lnTo>
                  <a:pt x="2352008" y="3632549"/>
                </a:lnTo>
                <a:lnTo>
                  <a:pt x="2352008" y="3671602"/>
                </a:lnTo>
                <a:lnTo>
                  <a:pt x="2343055" y="3671602"/>
                </a:lnTo>
                <a:lnTo>
                  <a:pt x="2343055" y="3634264"/>
                </a:lnTo>
                <a:cubicBezTo>
                  <a:pt x="2343055" y="3634264"/>
                  <a:pt x="2308384" y="3602450"/>
                  <a:pt x="2308384" y="3602450"/>
                </a:cubicBezTo>
                <a:lnTo>
                  <a:pt x="2308384" y="3601403"/>
                </a:lnTo>
                <a:cubicBezTo>
                  <a:pt x="2308384" y="3601403"/>
                  <a:pt x="2308193" y="3600641"/>
                  <a:pt x="2308193" y="3600260"/>
                </a:cubicBezTo>
                <a:lnTo>
                  <a:pt x="2341721" y="3575399"/>
                </a:lnTo>
                <a:close/>
                <a:moveTo>
                  <a:pt x="2226850" y="3262884"/>
                </a:moveTo>
                <a:cubicBezTo>
                  <a:pt x="2221611" y="3259074"/>
                  <a:pt x="2220563" y="3251740"/>
                  <a:pt x="2224373" y="3246501"/>
                </a:cubicBezTo>
                <a:cubicBezTo>
                  <a:pt x="2228183" y="3241358"/>
                  <a:pt x="2235518" y="3240215"/>
                  <a:pt x="2240756" y="3244025"/>
                </a:cubicBezTo>
                <a:cubicBezTo>
                  <a:pt x="2243233" y="3245834"/>
                  <a:pt x="2244947" y="3248597"/>
                  <a:pt x="2245424" y="3251645"/>
                </a:cubicBezTo>
                <a:cubicBezTo>
                  <a:pt x="2245900" y="3254693"/>
                  <a:pt x="2245138" y="3257836"/>
                  <a:pt x="2243328" y="3260312"/>
                </a:cubicBezTo>
                <a:cubicBezTo>
                  <a:pt x="2241518" y="3262789"/>
                  <a:pt x="2238756" y="3264503"/>
                  <a:pt x="2235708" y="3264980"/>
                </a:cubicBezTo>
                <a:cubicBezTo>
                  <a:pt x="2235137" y="3264980"/>
                  <a:pt x="2234470" y="3265075"/>
                  <a:pt x="2233898" y="3265075"/>
                </a:cubicBezTo>
                <a:cubicBezTo>
                  <a:pt x="2231422" y="3265075"/>
                  <a:pt x="2229041" y="3264313"/>
                  <a:pt x="2227040" y="3262789"/>
                </a:cubicBezTo>
                <a:close/>
                <a:moveTo>
                  <a:pt x="1975295" y="3960019"/>
                </a:moveTo>
                <a:cubicBezTo>
                  <a:pt x="1975295" y="3964686"/>
                  <a:pt x="1971485" y="3968496"/>
                  <a:pt x="1966817" y="3968496"/>
                </a:cubicBezTo>
                <a:cubicBezTo>
                  <a:pt x="1962150" y="3968496"/>
                  <a:pt x="1958340" y="3964686"/>
                  <a:pt x="1958340" y="3960019"/>
                </a:cubicBezTo>
                <a:cubicBezTo>
                  <a:pt x="1958340" y="3955352"/>
                  <a:pt x="1962150" y="3951542"/>
                  <a:pt x="1966817" y="3951542"/>
                </a:cubicBezTo>
                <a:cubicBezTo>
                  <a:pt x="1971485" y="3951542"/>
                  <a:pt x="1975295" y="3955352"/>
                  <a:pt x="1975295" y="3960019"/>
                </a:cubicBezTo>
                <a:close/>
                <a:moveTo>
                  <a:pt x="2242757" y="3678841"/>
                </a:moveTo>
                <a:cubicBezTo>
                  <a:pt x="2245995" y="3678841"/>
                  <a:pt x="2248662" y="3681508"/>
                  <a:pt x="2248662" y="3684746"/>
                </a:cubicBezTo>
                <a:lnTo>
                  <a:pt x="2248662" y="3713321"/>
                </a:lnTo>
                <a:cubicBezTo>
                  <a:pt x="2248662" y="3716560"/>
                  <a:pt x="2245995" y="3719227"/>
                  <a:pt x="2242757" y="3719227"/>
                </a:cubicBezTo>
                <a:lnTo>
                  <a:pt x="2214182" y="3719227"/>
                </a:lnTo>
                <a:cubicBezTo>
                  <a:pt x="2210943" y="3719227"/>
                  <a:pt x="2208276" y="3716560"/>
                  <a:pt x="2208276" y="3713321"/>
                </a:cubicBezTo>
                <a:lnTo>
                  <a:pt x="2208276" y="3684746"/>
                </a:lnTo>
                <a:cubicBezTo>
                  <a:pt x="2208276" y="3681508"/>
                  <a:pt x="2210943" y="3678841"/>
                  <a:pt x="2214182" y="3678841"/>
                </a:cubicBezTo>
                <a:lnTo>
                  <a:pt x="2242757" y="3678841"/>
                </a:lnTo>
                <a:close/>
                <a:moveTo>
                  <a:pt x="508826" y="4394835"/>
                </a:moveTo>
                <a:lnTo>
                  <a:pt x="504254" y="4389311"/>
                </a:lnTo>
                <a:lnTo>
                  <a:pt x="510826" y="4383881"/>
                </a:lnTo>
                <a:lnTo>
                  <a:pt x="515398" y="4389406"/>
                </a:lnTo>
                <a:lnTo>
                  <a:pt x="508826" y="4394835"/>
                </a:lnTo>
                <a:close/>
                <a:moveTo>
                  <a:pt x="273272" y="2351913"/>
                </a:moveTo>
                <a:cubicBezTo>
                  <a:pt x="280702" y="2351913"/>
                  <a:pt x="286703" y="2345912"/>
                  <a:pt x="286703" y="2338483"/>
                </a:cubicBezTo>
                <a:cubicBezTo>
                  <a:pt x="286703" y="2335721"/>
                  <a:pt x="285845" y="2333054"/>
                  <a:pt x="284321" y="2330863"/>
                </a:cubicBezTo>
                <a:lnTo>
                  <a:pt x="299561" y="2317147"/>
                </a:lnTo>
                <a:lnTo>
                  <a:pt x="299561" y="2299240"/>
                </a:lnTo>
                <a:cubicBezTo>
                  <a:pt x="299561" y="2299240"/>
                  <a:pt x="479870" y="2121122"/>
                  <a:pt x="479870" y="2121122"/>
                </a:cubicBezTo>
                <a:lnTo>
                  <a:pt x="479870" y="2033588"/>
                </a:lnTo>
                <a:lnTo>
                  <a:pt x="483870" y="2033588"/>
                </a:lnTo>
                <a:cubicBezTo>
                  <a:pt x="487585" y="2033588"/>
                  <a:pt x="490728" y="2030540"/>
                  <a:pt x="490728" y="2026730"/>
                </a:cubicBezTo>
                <a:lnTo>
                  <a:pt x="490728" y="2014061"/>
                </a:lnTo>
                <a:cubicBezTo>
                  <a:pt x="490728" y="2010347"/>
                  <a:pt x="487680" y="2007203"/>
                  <a:pt x="483870" y="2007203"/>
                </a:cubicBezTo>
                <a:lnTo>
                  <a:pt x="471202" y="2007203"/>
                </a:lnTo>
                <a:cubicBezTo>
                  <a:pt x="467487" y="2007203"/>
                  <a:pt x="464344" y="2010251"/>
                  <a:pt x="464344" y="2014061"/>
                </a:cubicBezTo>
                <a:lnTo>
                  <a:pt x="464344" y="2026730"/>
                </a:lnTo>
                <a:cubicBezTo>
                  <a:pt x="464344" y="2030444"/>
                  <a:pt x="467392" y="2033588"/>
                  <a:pt x="471202" y="2033588"/>
                </a:cubicBezTo>
                <a:lnTo>
                  <a:pt x="475107" y="2033588"/>
                </a:lnTo>
                <a:lnTo>
                  <a:pt x="475107" y="2119217"/>
                </a:lnTo>
                <a:lnTo>
                  <a:pt x="295656" y="2296668"/>
                </a:lnTo>
                <a:lnTo>
                  <a:pt x="294989" y="2297335"/>
                </a:lnTo>
                <a:lnTo>
                  <a:pt x="294989" y="2315051"/>
                </a:lnTo>
                <a:cubicBezTo>
                  <a:pt x="294989" y="2315051"/>
                  <a:pt x="280988" y="2327529"/>
                  <a:pt x="280988" y="2327529"/>
                </a:cubicBezTo>
                <a:cubicBezTo>
                  <a:pt x="278797" y="2326005"/>
                  <a:pt x="276130" y="2325053"/>
                  <a:pt x="273272" y="2325053"/>
                </a:cubicBezTo>
                <a:cubicBezTo>
                  <a:pt x="265843" y="2325053"/>
                  <a:pt x="259842" y="2331053"/>
                  <a:pt x="259842" y="2338483"/>
                </a:cubicBezTo>
                <a:cubicBezTo>
                  <a:pt x="259842" y="2345912"/>
                  <a:pt x="265843" y="2351913"/>
                  <a:pt x="273272" y="2351913"/>
                </a:cubicBezTo>
                <a:close/>
                <a:moveTo>
                  <a:pt x="471202" y="2028825"/>
                </a:moveTo>
                <a:cubicBezTo>
                  <a:pt x="470059" y="2028825"/>
                  <a:pt x="469106" y="2027873"/>
                  <a:pt x="469106" y="2026730"/>
                </a:cubicBezTo>
                <a:lnTo>
                  <a:pt x="469106" y="2014061"/>
                </a:lnTo>
                <a:cubicBezTo>
                  <a:pt x="469106" y="2012918"/>
                  <a:pt x="470059" y="2011966"/>
                  <a:pt x="471202" y="2011966"/>
                </a:cubicBezTo>
                <a:lnTo>
                  <a:pt x="483870" y="2011966"/>
                </a:lnTo>
                <a:cubicBezTo>
                  <a:pt x="485013" y="2011966"/>
                  <a:pt x="485965" y="2012918"/>
                  <a:pt x="485965" y="2014061"/>
                </a:cubicBezTo>
                <a:lnTo>
                  <a:pt x="485965" y="2026730"/>
                </a:lnTo>
                <a:cubicBezTo>
                  <a:pt x="485965" y="2027873"/>
                  <a:pt x="485013" y="2028825"/>
                  <a:pt x="483870" y="2028825"/>
                </a:cubicBezTo>
                <a:lnTo>
                  <a:pt x="471202" y="2028825"/>
                </a:lnTo>
                <a:close/>
                <a:moveTo>
                  <a:pt x="273272" y="2329720"/>
                </a:moveTo>
                <a:cubicBezTo>
                  <a:pt x="278035" y="2329720"/>
                  <a:pt x="281940" y="2333625"/>
                  <a:pt x="281940" y="2338388"/>
                </a:cubicBezTo>
                <a:cubicBezTo>
                  <a:pt x="281940" y="2343150"/>
                  <a:pt x="278035" y="2347055"/>
                  <a:pt x="273272" y="2347055"/>
                </a:cubicBezTo>
                <a:cubicBezTo>
                  <a:pt x="268510" y="2347055"/>
                  <a:pt x="264605" y="2343150"/>
                  <a:pt x="264605" y="2338388"/>
                </a:cubicBezTo>
                <a:cubicBezTo>
                  <a:pt x="264605" y="2333625"/>
                  <a:pt x="268510" y="2329720"/>
                  <a:pt x="273272" y="2329720"/>
                </a:cubicBezTo>
                <a:close/>
                <a:moveTo>
                  <a:pt x="984218" y="2306955"/>
                </a:moveTo>
                <a:cubicBezTo>
                  <a:pt x="984218" y="2306955"/>
                  <a:pt x="984123" y="2306765"/>
                  <a:pt x="984028" y="2306574"/>
                </a:cubicBezTo>
                <a:lnTo>
                  <a:pt x="975551" y="2296859"/>
                </a:lnTo>
                <a:lnTo>
                  <a:pt x="975551" y="2296859"/>
                </a:lnTo>
                <a:cubicBezTo>
                  <a:pt x="973741" y="2294763"/>
                  <a:pt x="970502" y="2294477"/>
                  <a:pt x="968407" y="2296382"/>
                </a:cubicBezTo>
                <a:lnTo>
                  <a:pt x="958691" y="2304860"/>
                </a:lnTo>
                <a:cubicBezTo>
                  <a:pt x="956596" y="2306669"/>
                  <a:pt x="956405" y="2309908"/>
                  <a:pt x="958215" y="2312003"/>
                </a:cubicBezTo>
                <a:lnTo>
                  <a:pt x="966692" y="2321719"/>
                </a:lnTo>
                <a:cubicBezTo>
                  <a:pt x="967645" y="2322862"/>
                  <a:pt x="969074" y="2323433"/>
                  <a:pt x="970502" y="2323433"/>
                </a:cubicBezTo>
                <a:cubicBezTo>
                  <a:pt x="971645" y="2323433"/>
                  <a:pt x="972884" y="2323052"/>
                  <a:pt x="973836" y="2322195"/>
                </a:cubicBezTo>
                <a:lnTo>
                  <a:pt x="983552" y="2313718"/>
                </a:lnTo>
                <a:cubicBezTo>
                  <a:pt x="984218" y="2313146"/>
                  <a:pt x="984599" y="2312384"/>
                  <a:pt x="984885" y="2311622"/>
                </a:cubicBezTo>
                <a:lnTo>
                  <a:pt x="1061466" y="2311813"/>
                </a:lnTo>
                <a:lnTo>
                  <a:pt x="1125855" y="2370582"/>
                </a:lnTo>
                <a:lnTo>
                  <a:pt x="1245108" y="2370582"/>
                </a:lnTo>
                <a:cubicBezTo>
                  <a:pt x="1245108" y="2370582"/>
                  <a:pt x="1319689" y="2312194"/>
                  <a:pt x="1319689" y="2312194"/>
                </a:cubicBezTo>
                <a:cubicBezTo>
                  <a:pt x="1320451" y="2312670"/>
                  <a:pt x="1321213" y="2313051"/>
                  <a:pt x="1322070" y="2313337"/>
                </a:cubicBezTo>
                <a:cubicBezTo>
                  <a:pt x="1323499" y="2313813"/>
                  <a:pt x="1324928" y="2314099"/>
                  <a:pt x="1326356" y="2314099"/>
                </a:cubicBezTo>
                <a:cubicBezTo>
                  <a:pt x="1328261" y="2314099"/>
                  <a:pt x="1330071" y="2313718"/>
                  <a:pt x="1331786" y="2312861"/>
                </a:cubicBezTo>
                <a:cubicBezTo>
                  <a:pt x="1334834" y="2311432"/>
                  <a:pt x="1337215" y="2308860"/>
                  <a:pt x="1338263" y="2305622"/>
                </a:cubicBezTo>
                <a:cubicBezTo>
                  <a:pt x="1340644" y="2299049"/>
                  <a:pt x="1337120" y="2291715"/>
                  <a:pt x="1330547" y="2289334"/>
                </a:cubicBezTo>
                <a:cubicBezTo>
                  <a:pt x="1327309" y="2288191"/>
                  <a:pt x="1323880" y="2288381"/>
                  <a:pt x="1320832" y="2289810"/>
                </a:cubicBezTo>
                <a:cubicBezTo>
                  <a:pt x="1317784" y="2291239"/>
                  <a:pt x="1315403" y="2293811"/>
                  <a:pt x="1314260" y="2297049"/>
                </a:cubicBezTo>
                <a:cubicBezTo>
                  <a:pt x="1312831" y="2301240"/>
                  <a:pt x="1313593" y="2305622"/>
                  <a:pt x="1316069" y="2308955"/>
                </a:cubicBezTo>
                <a:lnTo>
                  <a:pt x="1243394" y="2365724"/>
                </a:lnTo>
                <a:lnTo>
                  <a:pt x="1127665" y="2365724"/>
                </a:lnTo>
                <a:cubicBezTo>
                  <a:pt x="1127665" y="2365724"/>
                  <a:pt x="1063276" y="2307050"/>
                  <a:pt x="1063276" y="2307050"/>
                </a:cubicBezTo>
                <a:lnTo>
                  <a:pt x="984218" y="2306860"/>
                </a:lnTo>
                <a:close/>
                <a:moveTo>
                  <a:pt x="970217" y="2318671"/>
                </a:moveTo>
                <a:lnTo>
                  <a:pt x="961739" y="2308479"/>
                </a:lnTo>
                <a:lnTo>
                  <a:pt x="971455" y="2300002"/>
                </a:lnTo>
                <a:cubicBezTo>
                  <a:pt x="971455" y="2300002"/>
                  <a:pt x="971550" y="2300002"/>
                  <a:pt x="971645" y="2300002"/>
                </a:cubicBezTo>
                <a:cubicBezTo>
                  <a:pt x="971645" y="2300002"/>
                  <a:pt x="971836" y="2300002"/>
                  <a:pt x="971931" y="2300097"/>
                </a:cubicBezTo>
                <a:lnTo>
                  <a:pt x="980408" y="2310289"/>
                </a:lnTo>
                <a:lnTo>
                  <a:pt x="970217" y="2318766"/>
                </a:lnTo>
                <a:close/>
                <a:moveTo>
                  <a:pt x="1318736" y="2298764"/>
                </a:moveTo>
                <a:cubicBezTo>
                  <a:pt x="1319879" y="2295525"/>
                  <a:pt x="1322927" y="2293430"/>
                  <a:pt x="1326261" y="2293430"/>
                </a:cubicBezTo>
                <a:cubicBezTo>
                  <a:pt x="1327118" y="2293430"/>
                  <a:pt x="1328071" y="2293620"/>
                  <a:pt x="1328928" y="2293906"/>
                </a:cubicBezTo>
                <a:cubicBezTo>
                  <a:pt x="1333024" y="2295335"/>
                  <a:pt x="1335215" y="2299907"/>
                  <a:pt x="1333786" y="2304098"/>
                </a:cubicBezTo>
                <a:lnTo>
                  <a:pt x="1333786" y="2304098"/>
                </a:lnTo>
                <a:cubicBezTo>
                  <a:pt x="1333119" y="2306098"/>
                  <a:pt x="1331595" y="2307717"/>
                  <a:pt x="1329690" y="2308574"/>
                </a:cubicBezTo>
                <a:cubicBezTo>
                  <a:pt x="1327785" y="2309527"/>
                  <a:pt x="1325594" y="2309622"/>
                  <a:pt x="1323594" y="2308860"/>
                </a:cubicBezTo>
                <a:cubicBezTo>
                  <a:pt x="1319498" y="2307431"/>
                  <a:pt x="1317307" y="2302859"/>
                  <a:pt x="1318736" y="2298668"/>
                </a:cubicBezTo>
                <a:close/>
                <a:moveTo>
                  <a:pt x="155829" y="4496943"/>
                </a:moveTo>
                <a:cubicBezTo>
                  <a:pt x="152591" y="4493419"/>
                  <a:pt x="147161" y="4493133"/>
                  <a:pt x="143637" y="4496372"/>
                </a:cubicBezTo>
                <a:cubicBezTo>
                  <a:pt x="142113" y="4497705"/>
                  <a:pt x="141351" y="4499610"/>
                  <a:pt x="141065" y="4501420"/>
                </a:cubicBezTo>
                <a:lnTo>
                  <a:pt x="57245" y="4500468"/>
                </a:lnTo>
                <a:lnTo>
                  <a:pt x="19622" y="4534853"/>
                </a:lnTo>
                <a:lnTo>
                  <a:pt x="95" y="4534853"/>
                </a:lnTo>
                <a:lnTo>
                  <a:pt x="95" y="4539615"/>
                </a:lnTo>
                <a:lnTo>
                  <a:pt x="21431" y="4539615"/>
                </a:lnTo>
                <a:lnTo>
                  <a:pt x="59055" y="4505230"/>
                </a:lnTo>
                <a:lnTo>
                  <a:pt x="141637" y="4506087"/>
                </a:lnTo>
                <a:cubicBezTo>
                  <a:pt x="142018" y="4506945"/>
                  <a:pt x="142399" y="4507706"/>
                  <a:pt x="143066" y="4508469"/>
                </a:cubicBezTo>
                <a:cubicBezTo>
                  <a:pt x="144590" y="4510183"/>
                  <a:pt x="146780" y="4511231"/>
                  <a:pt x="149066" y="4511326"/>
                </a:cubicBezTo>
                <a:cubicBezTo>
                  <a:pt x="149257" y="4511326"/>
                  <a:pt x="149352" y="4511326"/>
                  <a:pt x="149543" y="4511326"/>
                </a:cubicBezTo>
                <a:cubicBezTo>
                  <a:pt x="151733" y="4511326"/>
                  <a:pt x="153733" y="4510564"/>
                  <a:pt x="155353" y="4509135"/>
                </a:cubicBezTo>
                <a:cubicBezTo>
                  <a:pt x="157067" y="4507611"/>
                  <a:pt x="158115" y="4505420"/>
                  <a:pt x="158210" y="4503135"/>
                </a:cubicBezTo>
                <a:cubicBezTo>
                  <a:pt x="158306" y="4500848"/>
                  <a:pt x="157544" y="4498562"/>
                  <a:pt x="156020" y="4496848"/>
                </a:cubicBezTo>
                <a:lnTo>
                  <a:pt x="156020" y="4496848"/>
                </a:lnTo>
                <a:close/>
                <a:moveTo>
                  <a:pt x="152019" y="4505706"/>
                </a:moveTo>
                <a:cubicBezTo>
                  <a:pt x="151257" y="4506373"/>
                  <a:pt x="150209" y="4506754"/>
                  <a:pt x="149257" y="4506754"/>
                </a:cubicBezTo>
                <a:cubicBezTo>
                  <a:pt x="148209" y="4506754"/>
                  <a:pt x="147257" y="4506278"/>
                  <a:pt x="146590" y="4505516"/>
                </a:cubicBezTo>
                <a:cubicBezTo>
                  <a:pt x="146114" y="4504944"/>
                  <a:pt x="145828" y="4504278"/>
                  <a:pt x="145733" y="4503515"/>
                </a:cubicBezTo>
                <a:lnTo>
                  <a:pt x="145733" y="4502182"/>
                </a:lnTo>
                <a:cubicBezTo>
                  <a:pt x="145923" y="4501325"/>
                  <a:pt x="146304" y="4500563"/>
                  <a:pt x="146876" y="4499991"/>
                </a:cubicBezTo>
                <a:cubicBezTo>
                  <a:pt x="147638" y="4499324"/>
                  <a:pt x="148590" y="4498944"/>
                  <a:pt x="149543" y="4498944"/>
                </a:cubicBezTo>
                <a:cubicBezTo>
                  <a:pt x="150590" y="4498944"/>
                  <a:pt x="151638" y="4499420"/>
                  <a:pt x="152400" y="4500182"/>
                </a:cubicBezTo>
                <a:cubicBezTo>
                  <a:pt x="153067" y="4500944"/>
                  <a:pt x="153448" y="4501992"/>
                  <a:pt x="153448" y="4502944"/>
                </a:cubicBezTo>
                <a:cubicBezTo>
                  <a:pt x="153448" y="4503992"/>
                  <a:pt x="152972" y="4504944"/>
                  <a:pt x="152210" y="4505611"/>
                </a:cubicBezTo>
                <a:close/>
                <a:moveTo>
                  <a:pt x="1036987" y="2444020"/>
                </a:moveTo>
                <a:lnTo>
                  <a:pt x="1042226" y="2439162"/>
                </a:lnTo>
                <a:lnTo>
                  <a:pt x="1048512" y="2445925"/>
                </a:lnTo>
                <a:lnTo>
                  <a:pt x="1043273" y="2450783"/>
                </a:lnTo>
                <a:lnTo>
                  <a:pt x="1036987" y="2444020"/>
                </a:lnTo>
                <a:close/>
                <a:moveTo>
                  <a:pt x="546354" y="3549205"/>
                </a:moveTo>
                <a:cubicBezTo>
                  <a:pt x="546354" y="3555587"/>
                  <a:pt x="551593" y="3560826"/>
                  <a:pt x="557975" y="3560826"/>
                </a:cubicBezTo>
                <a:cubicBezTo>
                  <a:pt x="563499" y="3560826"/>
                  <a:pt x="567881" y="3556921"/>
                  <a:pt x="569024" y="3551777"/>
                </a:cubicBezTo>
                <a:lnTo>
                  <a:pt x="669512" y="3551777"/>
                </a:lnTo>
                <a:cubicBezTo>
                  <a:pt x="669512" y="3551777"/>
                  <a:pt x="714661" y="3513868"/>
                  <a:pt x="714661" y="3513868"/>
                </a:cubicBezTo>
                <a:cubicBezTo>
                  <a:pt x="720947" y="3517963"/>
                  <a:pt x="729425" y="3516440"/>
                  <a:pt x="733901" y="3510344"/>
                </a:cubicBezTo>
                <a:cubicBezTo>
                  <a:pt x="736187" y="3507296"/>
                  <a:pt x="737045" y="3503486"/>
                  <a:pt x="736473" y="3499676"/>
                </a:cubicBezTo>
                <a:cubicBezTo>
                  <a:pt x="735902" y="3495866"/>
                  <a:pt x="733901" y="3492532"/>
                  <a:pt x="730758" y="3490341"/>
                </a:cubicBezTo>
                <a:cubicBezTo>
                  <a:pt x="724376" y="3485674"/>
                  <a:pt x="715423" y="3487007"/>
                  <a:pt x="710756" y="3493389"/>
                </a:cubicBezTo>
                <a:cubicBezTo>
                  <a:pt x="709232" y="3495389"/>
                  <a:pt x="708565" y="3497675"/>
                  <a:pt x="708279" y="3500057"/>
                </a:cubicBezTo>
                <a:lnTo>
                  <a:pt x="699516" y="3500057"/>
                </a:lnTo>
                <a:lnTo>
                  <a:pt x="699516" y="3504819"/>
                </a:lnTo>
                <a:lnTo>
                  <a:pt x="708374" y="3504819"/>
                </a:lnTo>
                <a:cubicBezTo>
                  <a:pt x="708851" y="3506915"/>
                  <a:pt x="709708" y="3508915"/>
                  <a:pt x="711041" y="3510629"/>
                </a:cubicBezTo>
                <a:lnTo>
                  <a:pt x="667702" y="3546920"/>
                </a:lnTo>
                <a:lnTo>
                  <a:pt x="569024" y="3546920"/>
                </a:lnTo>
                <a:cubicBezTo>
                  <a:pt x="567976" y="3541681"/>
                  <a:pt x="563499" y="3537585"/>
                  <a:pt x="557879" y="3537585"/>
                </a:cubicBezTo>
                <a:cubicBezTo>
                  <a:pt x="551498" y="3537585"/>
                  <a:pt x="546259" y="3542824"/>
                  <a:pt x="546259" y="3549205"/>
                </a:cubicBezTo>
                <a:close/>
                <a:moveTo>
                  <a:pt x="712946" y="3494913"/>
                </a:moveTo>
                <a:cubicBezTo>
                  <a:pt x="714756" y="3492437"/>
                  <a:pt x="717518" y="3490722"/>
                  <a:pt x="720566" y="3490246"/>
                </a:cubicBezTo>
                <a:cubicBezTo>
                  <a:pt x="723614" y="3489770"/>
                  <a:pt x="726758" y="3490532"/>
                  <a:pt x="729234" y="3492342"/>
                </a:cubicBezTo>
                <a:cubicBezTo>
                  <a:pt x="731711" y="3494151"/>
                  <a:pt x="733425" y="3496913"/>
                  <a:pt x="733901" y="3499961"/>
                </a:cubicBezTo>
                <a:cubicBezTo>
                  <a:pt x="733901" y="3500533"/>
                  <a:pt x="733997" y="3501200"/>
                  <a:pt x="733997" y="3501771"/>
                </a:cubicBezTo>
                <a:cubicBezTo>
                  <a:pt x="733997" y="3504248"/>
                  <a:pt x="733235" y="3506629"/>
                  <a:pt x="731711" y="3508629"/>
                </a:cubicBezTo>
                <a:cubicBezTo>
                  <a:pt x="727901" y="3513868"/>
                  <a:pt x="720566" y="3514916"/>
                  <a:pt x="715327" y="3511105"/>
                </a:cubicBezTo>
                <a:cubicBezTo>
                  <a:pt x="710184" y="3507296"/>
                  <a:pt x="709041" y="3499961"/>
                  <a:pt x="712851" y="3494723"/>
                </a:cubicBezTo>
                <a:close/>
                <a:moveTo>
                  <a:pt x="564737" y="3549205"/>
                </a:moveTo>
                <a:cubicBezTo>
                  <a:pt x="564737" y="3553016"/>
                  <a:pt x="561689" y="3556063"/>
                  <a:pt x="557879" y="3556063"/>
                </a:cubicBezTo>
                <a:cubicBezTo>
                  <a:pt x="554069" y="3556063"/>
                  <a:pt x="551021" y="3553016"/>
                  <a:pt x="551021" y="3549205"/>
                </a:cubicBezTo>
                <a:cubicBezTo>
                  <a:pt x="551021" y="3545396"/>
                  <a:pt x="554069" y="3542348"/>
                  <a:pt x="557879" y="3542348"/>
                </a:cubicBezTo>
                <a:cubicBezTo>
                  <a:pt x="561689" y="3542348"/>
                  <a:pt x="564737" y="3545396"/>
                  <a:pt x="564737" y="3549205"/>
                </a:cubicBezTo>
                <a:close/>
                <a:moveTo>
                  <a:pt x="291560" y="2250662"/>
                </a:moveTo>
                <a:lnTo>
                  <a:pt x="298799" y="2243614"/>
                </a:lnTo>
                <a:lnTo>
                  <a:pt x="302133" y="2247043"/>
                </a:lnTo>
                <a:lnTo>
                  <a:pt x="294894" y="2254091"/>
                </a:lnTo>
                <a:lnTo>
                  <a:pt x="291560" y="2250662"/>
                </a:lnTo>
                <a:close/>
                <a:moveTo>
                  <a:pt x="3052382" y="4084606"/>
                </a:moveTo>
                <a:lnTo>
                  <a:pt x="3074861" y="4084606"/>
                </a:lnTo>
                <a:cubicBezTo>
                  <a:pt x="3074861" y="4084606"/>
                  <a:pt x="3074861" y="4084987"/>
                  <a:pt x="3074861" y="4085273"/>
                </a:cubicBezTo>
                <a:cubicBezTo>
                  <a:pt x="3076194" y="4090035"/>
                  <a:pt x="3080671" y="4093178"/>
                  <a:pt x="3085434" y="4093178"/>
                </a:cubicBezTo>
                <a:cubicBezTo>
                  <a:pt x="3086386" y="4093178"/>
                  <a:pt x="3087434" y="4093083"/>
                  <a:pt x="3088481" y="4092797"/>
                </a:cubicBezTo>
                <a:cubicBezTo>
                  <a:pt x="3092482" y="4091654"/>
                  <a:pt x="3095149" y="4088416"/>
                  <a:pt x="3096006" y="4084606"/>
                </a:cubicBezTo>
                <a:lnTo>
                  <a:pt x="3114866" y="4084606"/>
                </a:lnTo>
                <a:lnTo>
                  <a:pt x="3114866" y="4079748"/>
                </a:lnTo>
                <a:lnTo>
                  <a:pt x="3096101" y="4079748"/>
                </a:lnTo>
                <a:cubicBezTo>
                  <a:pt x="3096101" y="4079748"/>
                  <a:pt x="3096101" y="4079462"/>
                  <a:pt x="3096101" y="4079272"/>
                </a:cubicBezTo>
                <a:lnTo>
                  <a:pt x="3096101" y="4079272"/>
                </a:lnTo>
                <a:cubicBezTo>
                  <a:pt x="3094482" y="4073462"/>
                  <a:pt x="3088386" y="4070128"/>
                  <a:pt x="3082576" y="4071747"/>
                </a:cubicBezTo>
                <a:cubicBezTo>
                  <a:pt x="3078575" y="4072890"/>
                  <a:pt x="3075909" y="4076129"/>
                  <a:pt x="3075051" y="4079843"/>
                </a:cubicBezTo>
                <a:lnTo>
                  <a:pt x="3054572" y="4079843"/>
                </a:lnTo>
                <a:lnTo>
                  <a:pt x="2963418" y="3983355"/>
                </a:lnTo>
                <a:lnTo>
                  <a:pt x="2963418" y="3972878"/>
                </a:lnTo>
                <a:cubicBezTo>
                  <a:pt x="2963418" y="3972878"/>
                  <a:pt x="2963894" y="3972878"/>
                  <a:pt x="2964085" y="3972878"/>
                </a:cubicBezTo>
                <a:cubicBezTo>
                  <a:pt x="2969895" y="3971259"/>
                  <a:pt x="2973229" y="3965162"/>
                  <a:pt x="2971610" y="3959352"/>
                </a:cubicBezTo>
                <a:cubicBezTo>
                  <a:pt x="2969990" y="3953542"/>
                  <a:pt x="2963894" y="3950208"/>
                  <a:pt x="2958084" y="3951827"/>
                </a:cubicBezTo>
                <a:cubicBezTo>
                  <a:pt x="2955227" y="3952589"/>
                  <a:pt x="2952941" y="3954494"/>
                  <a:pt x="2951512" y="3957066"/>
                </a:cubicBezTo>
                <a:cubicBezTo>
                  <a:pt x="2950083" y="3959638"/>
                  <a:pt x="2949797" y="3962591"/>
                  <a:pt x="2950559" y="3965353"/>
                </a:cubicBezTo>
                <a:cubicBezTo>
                  <a:pt x="2951702" y="3969353"/>
                  <a:pt x="2954941" y="3972116"/>
                  <a:pt x="2958751" y="3972878"/>
                </a:cubicBezTo>
                <a:lnTo>
                  <a:pt x="2958751" y="3985260"/>
                </a:lnTo>
                <a:cubicBezTo>
                  <a:pt x="2958751" y="3985260"/>
                  <a:pt x="3052572" y="4084606"/>
                  <a:pt x="3052572" y="4084606"/>
                </a:cubicBezTo>
                <a:close/>
                <a:moveTo>
                  <a:pt x="3080004" y="4079177"/>
                </a:moveTo>
                <a:cubicBezTo>
                  <a:pt x="3080766" y="4077748"/>
                  <a:pt x="3082100" y="4076700"/>
                  <a:pt x="3083719" y="4076224"/>
                </a:cubicBezTo>
                <a:cubicBezTo>
                  <a:pt x="3084290" y="4076034"/>
                  <a:pt x="3084862" y="4075938"/>
                  <a:pt x="3085434" y="4075938"/>
                </a:cubicBezTo>
                <a:cubicBezTo>
                  <a:pt x="3088100" y="4075938"/>
                  <a:pt x="3090577" y="4077748"/>
                  <a:pt x="3091434" y="4080415"/>
                </a:cubicBezTo>
                <a:cubicBezTo>
                  <a:pt x="3092387" y="4083653"/>
                  <a:pt x="3090482" y="4087178"/>
                  <a:pt x="3087148" y="4088035"/>
                </a:cubicBezTo>
                <a:cubicBezTo>
                  <a:pt x="3083814" y="4088987"/>
                  <a:pt x="3080385" y="4087082"/>
                  <a:pt x="3079528" y="4083749"/>
                </a:cubicBezTo>
                <a:cubicBezTo>
                  <a:pt x="3079052" y="4082129"/>
                  <a:pt x="3079242" y="4080510"/>
                  <a:pt x="3080099" y="4079081"/>
                </a:cubicBezTo>
                <a:close/>
                <a:moveTo>
                  <a:pt x="2954846" y="3963924"/>
                </a:moveTo>
                <a:cubicBezTo>
                  <a:pt x="2954369" y="3962305"/>
                  <a:pt x="2954560" y="3960686"/>
                  <a:pt x="2955417" y="3959257"/>
                </a:cubicBezTo>
                <a:cubicBezTo>
                  <a:pt x="2956179" y="3957828"/>
                  <a:pt x="2957513" y="3956780"/>
                  <a:pt x="2959132" y="3956304"/>
                </a:cubicBezTo>
                <a:cubicBezTo>
                  <a:pt x="2959703" y="3956113"/>
                  <a:pt x="2960275" y="3956018"/>
                  <a:pt x="2960846" y="3956018"/>
                </a:cubicBezTo>
                <a:cubicBezTo>
                  <a:pt x="2963513" y="3956018"/>
                  <a:pt x="2965990" y="3957828"/>
                  <a:pt x="2966752" y="3960495"/>
                </a:cubicBezTo>
                <a:cubicBezTo>
                  <a:pt x="2967704" y="3963829"/>
                  <a:pt x="2965799" y="3967258"/>
                  <a:pt x="2962466" y="3968115"/>
                </a:cubicBezTo>
                <a:cubicBezTo>
                  <a:pt x="2959132" y="3969068"/>
                  <a:pt x="2955798" y="3967163"/>
                  <a:pt x="2954846" y="3963829"/>
                </a:cubicBezTo>
                <a:close/>
                <a:moveTo>
                  <a:pt x="1517618" y="2254377"/>
                </a:moveTo>
                <a:cubicBezTo>
                  <a:pt x="1515904" y="2254377"/>
                  <a:pt x="1514475" y="2255806"/>
                  <a:pt x="1514475" y="2257520"/>
                </a:cubicBezTo>
                <a:lnTo>
                  <a:pt x="1514475" y="2281904"/>
                </a:lnTo>
                <a:cubicBezTo>
                  <a:pt x="1514475" y="2283619"/>
                  <a:pt x="1515904" y="2285048"/>
                  <a:pt x="1517618" y="2285048"/>
                </a:cubicBezTo>
                <a:lnTo>
                  <a:pt x="1542002" y="2285048"/>
                </a:lnTo>
                <a:cubicBezTo>
                  <a:pt x="1543717" y="2285048"/>
                  <a:pt x="1545146" y="2283619"/>
                  <a:pt x="1545146" y="2281904"/>
                </a:cubicBezTo>
                <a:lnTo>
                  <a:pt x="1545146" y="2257520"/>
                </a:lnTo>
                <a:cubicBezTo>
                  <a:pt x="1545146" y="2255806"/>
                  <a:pt x="1543717" y="2254377"/>
                  <a:pt x="1542002" y="2254377"/>
                </a:cubicBezTo>
                <a:lnTo>
                  <a:pt x="1532192" y="2254377"/>
                </a:lnTo>
                <a:lnTo>
                  <a:pt x="1532192" y="2172081"/>
                </a:lnTo>
                <a:cubicBezTo>
                  <a:pt x="1535335" y="2171033"/>
                  <a:pt x="1537621" y="2168271"/>
                  <a:pt x="1537621" y="2164747"/>
                </a:cubicBezTo>
                <a:cubicBezTo>
                  <a:pt x="1537621" y="2160461"/>
                  <a:pt x="1534097" y="2156936"/>
                  <a:pt x="1529810" y="2156936"/>
                </a:cubicBezTo>
                <a:cubicBezTo>
                  <a:pt x="1525524" y="2156936"/>
                  <a:pt x="1522000" y="2160461"/>
                  <a:pt x="1522000" y="2164747"/>
                </a:cubicBezTo>
                <a:cubicBezTo>
                  <a:pt x="1522000" y="2168176"/>
                  <a:pt x="1524286" y="2171033"/>
                  <a:pt x="1527429" y="2172081"/>
                </a:cubicBezTo>
                <a:lnTo>
                  <a:pt x="1527429" y="2254377"/>
                </a:lnTo>
                <a:lnTo>
                  <a:pt x="1517618" y="2254377"/>
                </a:lnTo>
                <a:close/>
                <a:moveTo>
                  <a:pt x="1542098" y="2256758"/>
                </a:moveTo>
                <a:cubicBezTo>
                  <a:pt x="1542098" y="2256758"/>
                  <a:pt x="1542860" y="2257139"/>
                  <a:pt x="1542860" y="2257520"/>
                </a:cubicBezTo>
                <a:lnTo>
                  <a:pt x="1542860" y="2281904"/>
                </a:lnTo>
                <a:cubicBezTo>
                  <a:pt x="1542860" y="2281904"/>
                  <a:pt x="1542478" y="2282666"/>
                  <a:pt x="1542098" y="2282666"/>
                </a:cubicBezTo>
                <a:lnTo>
                  <a:pt x="1517714" y="2282666"/>
                </a:lnTo>
                <a:cubicBezTo>
                  <a:pt x="1517714" y="2282666"/>
                  <a:pt x="1516952" y="2282285"/>
                  <a:pt x="1516952" y="2281904"/>
                </a:cubicBezTo>
                <a:lnTo>
                  <a:pt x="1516952" y="2257520"/>
                </a:lnTo>
                <a:cubicBezTo>
                  <a:pt x="1516952" y="2257520"/>
                  <a:pt x="1517332" y="2256758"/>
                  <a:pt x="1517714" y="2256758"/>
                </a:cubicBezTo>
                <a:lnTo>
                  <a:pt x="1542098" y="2256758"/>
                </a:lnTo>
                <a:close/>
                <a:moveTo>
                  <a:pt x="1278350" y="3622453"/>
                </a:moveTo>
                <a:lnTo>
                  <a:pt x="1389507" y="3622262"/>
                </a:lnTo>
                <a:lnTo>
                  <a:pt x="1389507" y="3625310"/>
                </a:lnTo>
                <a:cubicBezTo>
                  <a:pt x="1389507" y="3628359"/>
                  <a:pt x="1391984" y="3630835"/>
                  <a:pt x="1395032" y="3630835"/>
                </a:cubicBezTo>
                <a:lnTo>
                  <a:pt x="1408462" y="3630835"/>
                </a:lnTo>
                <a:cubicBezTo>
                  <a:pt x="1411510" y="3630835"/>
                  <a:pt x="1413986" y="3628359"/>
                  <a:pt x="1413986" y="3625310"/>
                </a:cubicBezTo>
                <a:lnTo>
                  <a:pt x="1413986" y="3611880"/>
                </a:lnTo>
                <a:cubicBezTo>
                  <a:pt x="1413986" y="3611880"/>
                  <a:pt x="1413891" y="3611213"/>
                  <a:pt x="1413796" y="3610928"/>
                </a:cubicBezTo>
                <a:lnTo>
                  <a:pt x="1428178" y="3599593"/>
                </a:lnTo>
                <a:lnTo>
                  <a:pt x="1428178" y="3588925"/>
                </a:lnTo>
                <a:lnTo>
                  <a:pt x="1423416" y="3588925"/>
                </a:lnTo>
                <a:lnTo>
                  <a:pt x="1423416" y="3597307"/>
                </a:lnTo>
                <a:lnTo>
                  <a:pt x="1411034" y="3607022"/>
                </a:lnTo>
                <a:cubicBezTo>
                  <a:pt x="1410272" y="3606642"/>
                  <a:pt x="1409414" y="3606355"/>
                  <a:pt x="1408462" y="3606355"/>
                </a:cubicBezTo>
                <a:lnTo>
                  <a:pt x="1395032" y="3606355"/>
                </a:lnTo>
                <a:cubicBezTo>
                  <a:pt x="1391984" y="3606355"/>
                  <a:pt x="1389507" y="3608832"/>
                  <a:pt x="1389507" y="3611880"/>
                </a:cubicBezTo>
                <a:lnTo>
                  <a:pt x="1389507" y="3617500"/>
                </a:lnTo>
                <a:lnTo>
                  <a:pt x="1276731" y="3617690"/>
                </a:lnTo>
                <a:lnTo>
                  <a:pt x="1205389" y="3673317"/>
                </a:lnTo>
                <a:lnTo>
                  <a:pt x="1141571" y="3673317"/>
                </a:lnTo>
                <a:cubicBezTo>
                  <a:pt x="1139952" y="3667601"/>
                  <a:pt x="1133856" y="3664268"/>
                  <a:pt x="1128046" y="3665887"/>
                </a:cubicBezTo>
                <a:cubicBezTo>
                  <a:pt x="1124141" y="3667030"/>
                  <a:pt x="1121474" y="3670173"/>
                  <a:pt x="1120616" y="3673793"/>
                </a:cubicBezTo>
                <a:lnTo>
                  <a:pt x="1019651" y="3673793"/>
                </a:lnTo>
                <a:cubicBezTo>
                  <a:pt x="1019651" y="3673793"/>
                  <a:pt x="1001077" y="3655505"/>
                  <a:pt x="1001077" y="3655505"/>
                </a:cubicBezTo>
                <a:lnTo>
                  <a:pt x="1001077" y="3523774"/>
                </a:lnTo>
                <a:lnTo>
                  <a:pt x="967359" y="3490151"/>
                </a:lnTo>
                <a:cubicBezTo>
                  <a:pt x="968216" y="3489103"/>
                  <a:pt x="968978" y="3487865"/>
                  <a:pt x="969454" y="3486531"/>
                </a:cubicBezTo>
                <a:cubicBezTo>
                  <a:pt x="972312" y="3479006"/>
                  <a:pt x="968597" y="3470624"/>
                  <a:pt x="961073" y="3467767"/>
                </a:cubicBezTo>
                <a:cubicBezTo>
                  <a:pt x="957453" y="3466338"/>
                  <a:pt x="953452" y="3466434"/>
                  <a:pt x="949928" y="3468053"/>
                </a:cubicBezTo>
                <a:cubicBezTo>
                  <a:pt x="946404" y="3469577"/>
                  <a:pt x="943642" y="3472529"/>
                  <a:pt x="942213" y="3476149"/>
                </a:cubicBezTo>
                <a:cubicBezTo>
                  <a:pt x="941927" y="3476816"/>
                  <a:pt x="941832" y="3477387"/>
                  <a:pt x="941737" y="3478054"/>
                </a:cubicBezTo>
                <a:lnTo>
                  <a:pt x="818198" y="3478054"/>
                </a:lnTo>
                <a:lnTo>
                  <a:pt x="800005" y="3498818"/>
                </a:lnTo>
                <a:lnTo>
                  <a:pt x="799719" y="3499199"/>
                </a:lnTo>
                <a:lnTo>
                  <a:pt x="799719" y="3614642"/>
                </a:lnTo>
                <a:cubicBezTo>
                  <a:pt x="795338" y="3615119"/>
                  <a:pt x="791242" y="3617786"/>
                  <a:pt x="789527" y="3622262"/>
                </a:cubicBezTo>
                <a:cubicBezTo>
                  <a:pt x="787146" y="3628549"/>
                  <a:pt x="790289" y="3635597"/>
                  <a:pt x="796481" y="3637979"/>
                </a:cubicBezTo>
                <a:cubicBezTo>
                  <a:pt x="797052" y="3638169"/>
                  <a:pt x="797719" y="3638169"/>
                  <a:pt x="798290" y="3638264"/>
                </a:cubicBezTo>
                <a:lnTo>
                  <a:pt x="798290" y="3664077"/>
                </a:lnTo>
                <a:cubicBezTo>
                  <a:pt x="798290" y="3664077"/>
                  <a:pt x="787146" y="3675984"/>
                  <a:pt x="787146" y="3675984"/>
                </a:cubicBezTo>
                <a:lnTo>
                  <a:pt x="698183" y="3675412"/>
                </a:lnTo>
                <a:lnTo>
                  <a:pt x="698183" y="3666459"/>
                </a:lnTo>
                <a:cubicBezTo>
                  <a:pt x="698183" y="3661696"/>
                  <a:pt x="694277" y="3657791"/>
                  <a:pt x="689420" y="3657791"/>
                </a:cubicBezTo>
                <a:lnTo>
                  <a:pt x="541401" y="3657791"/>
                </a:lnTo>
                <a:cubicBezTo>
                  <a:pt x="536639" y="3657791"/>
                  <a:pt x="532733" y="3661696"/>
                  <a:pt x="532733" y="3666459"/>
                </a:cubicBezTo>
                <a:lnTo>
                  <a:pt x="532733" y="3675984"/>
                </a:lnTo>
                <a:lnTo>
                  <a:pt x="450437" y="3675984"/>
                </a:lnTo>
                <a:lnTo>
                  <a:pt x="432245" y="3663410"/>
                </a:lnTo>
                <a:lnTo>
                  <a:pt x="316992" y="3663410"/>
                </a:lnTo>
                <a:lnTo>
                  <a:pt x="316992" y="3645980"/>
                </a:lnTo>
                <a:lnTo>
                  <a:pt x="432245" y="3645980"/>
                </a:lnTo>
                <a:lnTo>
                  <a:pt x="450437" y="3633407"/>
                </a:lnTo>
                <a:lnTo>
                  <a:pt x="534829" y="3633407"/>
                </a:lnTo>
                <a:lnTo>
                  <a:pt x="534829" y="3640074"/>
                </a:lnTo>
                <a:cubicBezTo>
                  <a:pt x="534829" y="3644837"/>
                  <a:pt x="538734" y="3648837"/>
                  <a:pt x="543592" y="3648837"/>
                </a:cubicBezTo>
                <a:lnTo>
                  <a:pt x="687324" y="3648837"/>
                </a:lnTo>
                <a:cubicBezTo>
                  <a:pt x="692087" y="3648837"/>
                  <a:pt x="696087" y="3644932"/>
                  <a:pt x="696087" y="3640074"/>
                </a:cubicBezTo>
                <a:lnTo>
                  <a:pt x="696087" y="3632930"/>
                </a:lnTo>
                <a:lnTo>
                  <a:pt x="742950" y="3632930"/>
                </a:lnTo>
                <a:lnTo>
                  <a:pt x="762381" y="3617119"/>
                </a:lnTo>
                <a:lnTo>
                  <a:pt x="762381" y="3598640"/>
                </a:lnTo>
                <a:cubicBezTo>
                  <a:pt x="763619" y="3598450"/>
                  <a:pt x="764762" y="3598164"/>
                  <a:pt x="765905" y="3597593"/>
                </a:cubicBezTo>
                <a:cubicBezTo>
                  <a:pt x="769429" y="3595973"/>
                  <a:pt x="772192" y="3593116"/>
                  <a:pt x="773621" y="3589496"/>
                </a:cubicBezTo>
                <a:cubicBezTo>
                  <a:pt x="776478" y="3581972"/>
                  <a:pt x="772763" y="3573590"/>
                  <a:pt x="765239" y="3570732"/>
                </a:cubicBezTo>
                <a:cubicBezTo>
                  <a:pt x="764286" y="3570351"/>
                  <a:pt x="763334" y="3570161"/>
                  <a:pt x="762381" y="3569970"/>
                </a:cubicBezTo>
                <a:lnTo>
                  <a:pt x="762762" y="3463290"/>
                </a:lnTo>
                <a:lnTo>
                  <a:pt x="777335" y="3449574"/>
                </a:lnTo>
                <a:lnTo>
                  <a:pt x="987647" y="3449574"/>
                </a:lnTo>
                <a:lnTo>
                  <a:pt x="1028033" y="3490436"/>
                </a:lnTo>
                <a:lnTo>
                  <a:pt x="1028033" y="3507677"/>
                </a:lnTo>
                <a:cubicBezTo>
                  <a:pt x="1028033" y="3509010"/>
                  <a:pt x="1029081" y="3510058"/>
                  <a:pt x="1030415" y="3510058"/>
                </a:cubicBezTo>
                <a:lnTo>
                  <a:pt x="1038416" y="3510058"/>
                </a:lnTo>
                <a:cubicBezTo>
                  <a:pt x="1039749" y="3510058"/>
                  <a:pt x="1040797" y="3509010"/>
                  <a:pt x="1040797" y="3507677"/>
                </a:cubicBezTo>
                <a:lnTo>
                  <a:pt x="1040797" y="3500914"/>
                </a:lnTo>
                <a:lnTo>
                  <a:pt x="1085374" y="3500914"/>
                </a:lnTo>
                <a:cubicBezTo>
                  <a:pt x="1091279" y="3500914"/>
                  <a:pt x="1096137" y="3496056"/>
                  <a:pt x="1096137" y="3490151"/>
                </a:cubicBezTo>
                <a:cubicBezTo>
                  <a:pt x="1096137" y="3484245"/>
                  <a:pt x="1091279" y="3479387"/>
                  <a:pt x="1085374" y="3479387"/>
                </a:cubicBezTo>
                <a:lnTo>
                  <a:pt x="1047369" y="3479387"/>
                </a:lnTo>
                <a:cubicBezTo>
                  <a:pt x="1044035" y="3479387"/>
                  <a:pt x="1041368" y="3476720"/>
                  <a:pt x="1041368" y="3473387"/>
                </a:cubicBezTo>
                <a:cubicBezTo>
                  <a:pt x="1041368" y="3470053"/>
                  <a:pt x="1044035" y="3467386"/>
                  <a:pt x="1047369" y="3467386"/>
                </a:cubicBezTo>
                <a:lnTo>
                  <a:pt x="1085374" y="3467386"/>
                </a:lnTo>
                <a:cubicBezTo>
                  <a:pt x="1091279" y="3467386"/>
                  <a:pt x="1096137" y="3462528"/>
                  <a:pt x="1096137" y="3456623"/>
                </a:cubicBezTo>
                <a:cubicBezTo>
                  <a:pt x="1096137" y="3450717"/>
                  <a:pt x="1091279" y="3445859"/>
                  <a:pt x="1085374" y="3445859"/>
                </a:cubicBezTo>
                <a:lnTo>
                  <a:pt x="1047369" y="3445859"/>
                </a:lnTo>
                <a:cubicBezTo>
                  <a:pt x="1044035" y="3445859"/>
                  <a:pt x="1041368" y="3443192"/>
                  <a:pt x="1041368" y="3439859"/>
                </a:cubicBezTo>
                <a:cubicBezTo>
                  <a:pt x="1041368" y="3436525"/>
                  <a:pt x="1044035" y="3433858"/>
                  <a:pt x="1047369" y="3433858"/>
                </a:cubicBezTo>
                <a:lnTo>
                  <a:pt x="1089851" y="3433858"/>
                </a:lnTo>
                <a:lnTo>
                  <a:pt x="1089851" y="3440621"/>
                </a:lnTo>
                <a:cubicBezTo>
                  <a:pt x="1089851" y="3441954"/>
                  <a:pt x="1090898" y="3443002"/>
                  <a:pt x="1092232" y="3443002"/>
                </a:cubicBezTo>
                <a:lnTo>
                  <a:pt x="1100233" y="3443002"/>
                </a:lnTo>
                <a:cubicBezTo>
                  <a:pt x="1101566" y="3443002"/>
                  <a:pt x="1102614" y="3441954"/>
                  <a:pt x="1102614" y="3440621"/>
                </a:cubicBezTo>
                <a:lnTo>
                  <a:pt x="1102614" y="3433858"/>
                </a:lnTo>
                <a:lnTo>
                  <a:pt x="1110234" y="3433858"/>
                </a:lnTo>
                <a:lnTo>
                  <a:pt x="1110234" y="3440621"/>
                </a:lnTo>
                <a:cubicBezTo>
                  <a:pt x="1110234" y="3441954"/>
                  <a:pt x="1111282" y="3443002"/>
                  <a:pt x="1112615" y="3443002"/>
                </a:cubicBezTo>
                <a:lnTo>
                  <a:pt x="1120616" y="3443002"/>
                </a:lnTo>
                <a:cubicBezTo>
                  <a:pt x="1121950" y="3443002"/>
                  <a:pt x="1122998" y="3441954"/>
                  <a:pt x="1122998" y="3440621"/>
                </a:cubicBezTo>
                <a:lnTo>
                  <a:pt x="1122998" y="3433953"/>
                </a:lnTo>
                <a:lnTo>
                  <a:pt x="1167575" y="3433953"/>
                </a:lnTo>
                <a:cubicBezTo>
                  <a:pt x="1170908" y="3433953"/>
                  <a:pt x="1173575" y="3436620"/>
                  <a:pt x="1173575" y="3439954"/>
                </a:cubicBezTo>
                <a:cubicBezTo>
                  <a:pt x="1173575" y="3443288"/>
                  <a:pt x="1170908" y="3445955"/>
                  <a:pt x="1167575" y="3445955"/>
                </a:cubicBezTo>
                <a:lnTo>
                  <a:pt x="1129570" y="3445955"/>
                </a:lnTo>
                <a:cubicBezTo>
                  <a:pt x="1123664" y="3445955"/>
                  <a:pt x="1118807" y="3450812"/>
                  <a:pt x="1118807" y="3456718"/>
                </a:cubicBezTo>
                <a:cubicBezTo>
                  <a:pt x="1118807" y="3462623"/>
                  <a:pt x="1123664" y="3467481"/>
                  <a:pt x="1129570" y="3467481"/>
                </a:cubicBezTo>
                <a:lnTo>
                  <a:pt x="1167575" y="3467481"/>
                </a:lnTo>
                <a:cubicBezTo>
                  <a:pt x="1170908" y="3467481"/>
                  <a:pt x="1173575" y="3470148"/>
                  <a:pt x="1173575" y="3473482"/>
                </a:cubicBezTo>
                <a:cubicBezTo>
                  <a:pt x="1173575" y="3476816"/>
                  <a:pt x="1170908" y="3479483"/>
                  <a:pt x="1167575" y="3479483"/>
                </a:cubicBezTo>
                <a:lnTo>
                  <a:pt x="1129475" y="3479483"/>
                </a:lnTo>
                <a:cubicBezTo>
                  <a:pt x="1123569" y="3479483"/>
                  <a:pt x="1118711" y="3484340"/>
                  <a:pt x="1118711" y="3490246"/>
                </a:cubicBezTo>
                <a:cubicBezTo>
                  <a:pt x="1118711" y="3496151"/>
                  <a:pt x="1123569" y="3501009"/>
                  <a:pt x="1129475" y="3501009"/>
                </a:cubicBezTo>
                <a:lnTo>
                  <a:pt x="1171956" y="3501009"/>
                </a:lnTo>
                <a:lnTo>
                  <a:pt x="1171956" y="3506534"/>
                </a:lnTo>
                <a:lnTo>
                  <a:pt x="1120426" y="3541967"/>
                </a:lnTo>
                <a:lnTo>
                  <a:pt x="1051751" y="3541967"/>
                </a:lnTo>
                <a:lnTo>
                  <a:pt x="1039940" y="3550920"/>
                </a:lnTo>
                <a:lnTo>
                  <a:pt x="1039940" y="3612928"/>
                </a:lnTo>
                <a:cubicBezTo>
                  <a:pt x="1039940" y="3612928"/>
                  <a:pt x="1039559" y="3612928"/>
                  <a:pt x="1039273" y="3612928"/>
                </a:cubicBezTo>
                <a:cubicBezTo>
                  <a:pt x="1033463" y="3614547"/>
                  <a:pt x="1030129" y="3620643"/>
                  <a:pt x="1031748" y="3626453"/>
                </a:cubicBezTo>
                <a:cubicBezTo>
                  <a:pt x="1033082" y="3631216"/>
                  <a:pt x="1037558" y="3634359"/>
                  <a:pt x="1042321" y="3634359"/>
                </a:cubicBezTo>
                <a:cubicBezTo>
                  <a:pt x="1043273" y="3634359"/>
                  <a:pt x="1044321" y="3634264"/>
                  <a:pt x="1045369" y="3633978"/>
                </a:cubicBezTo>
                <a:cubicBezTo>
                  <a:pt x="1051179" y="3632359"/>
                  <a:pt x="1054513" y="3626263"/>
                  <a:pt x="1052894" y="3620453"/>
                </a:cubicBezTo>
                <a:cubicBezTo>
                  <a:pt x="1051751" y="3616452"/>
                  <a:pt x="1048512" y="3613785"/>
                  <a:pt x="1044797" y="3612928"/>
                </a:cubicBezTo>
                <a:lnTo>
                  <a:pt x="1044797" y="3553206"/>
                </a:lnTo>
                <a:lnTo>
                  <a:pt x="1053370" y="3546634"/>
                </a:lnTo>
                <a:lnTo>
                  <a:pt x="1121950" y="3546634"/>
                </a:lnTo>
                <a:lnTo>
                  <a:pt x="1175195" y="3510058"/>
                </a:lnTo>
                <a:lnTo>
                  <a:pt x="1182434" y="3510058"/>
                </a:lnTo>
                <a:cubicBezTo>
                  <a:pt x="1183767" y="3510058"/>
                  <a:pt x="1184815" y="3509010"/>
                  <a:pt x="1184815" y="3507677"/>
                </a:cubicBezTo>
                <a:lnTo>
                  <a:pt x="1184815" y="3500914"/>
                </a:lnTo>
                <a:lnTo>
                  <a:pt x="1212818" y="3500914"/>
                </a:lnTo>
                <a:cubicBezTo>
                  <a:pt x="1212818" y="3500914"/>
                  <a:pt x="1233964" y="3480435"/>
                  <a:pt x="1233964" y="3480435"/>
                </a:cubicBezTo>
                <a:lnTo>
                  <a:pt x="1234440" y="3267647"/>
                </a:lnTo>
                <a:cubicBezTo>
                  <a:pt x="1238631" y="3266599"/>
                  <a:pt x="1241870" y="3262884"/>
                  <a:pt x="1241870" y="3258407"/>
                </a:cubicBezTo>
                <a:cubicBezTo>
                  <a:pt x="1241870" y="3252978"/>
                  <a:pt x="1237488" y="3248597"/>
                  <a:pt x="1232059" y="3248597"/>
                </a:cubicBezTo>
                <a:cubicBezTo>
                  <a:pt x="1226630" y="3248597"/>
                  <a:pt x="1222248" y="3252978"/>
                  <a:pt x="1222248" y="3258407"/>
                </a:cubicBezTo>
                <a:cubicBezTo>
                  <a:pt x="1222248" y="3262979"/>
                  <a:pt x="1225391" y="3266599"/>
                  <a:pt x="1229582" y="3267647"/>
                </a:cubicBezTo>
                <a:lnTo>
                  <a:pt x="1229106" y="3478340"/>
                </a:lnTo>
                <a:lnTo>
                  <a:pt x="1210723" y="3496056"/>
                </a:lnTo>
                <a:lnTo>
                  <a:pt x="1184624" y="3496056"/>
                </a:lnTo>
                <a:cubicBezTo>
                  <a:pt x="1184624" y="3496056"/>
                  <a:pt x="1184624" y="3489293"/>
                  <a:pt x="1184624" y="3489293"/>
                </a:cubicBezTo>
                <a:cubicBezTo>
                  <a:pt x="1184624" y="3487960"/>
                  <a:pt x="1183577" y="3486912"/>
                  <a:pt x="1182243" y="3486912"/>
                </a:cubicBezTo>
                <a:lnTo>
                  <a:pt x="1174242" y="3486912"/>
                </a:lnTo>
                <a:cubicBezTo>
                  <a:pt x="1172909" y="3486912"/>
                  <a:pt x="1171861" y="3487960"/>
                  <a:pt x="1171861" y="3489293"/>
                </a:cubicBezTo>
                <a:lnTo>
                  <a:pt x="1171861" y="3496056"/>
                </a:lnTo>
                <a:lnTo>
                  <a:pt x="1129379" y="3496056"/>
                </a:lnTo>
                <a:cubicBezTo>
                  <a:pt x="1126046" y="3496056"/>
                  <a:pt x="1123379" y="3493389"/>
                  <a:pt x="1123379" y="3490055"/>
                </a:cubicBezTo>
                <a:cubicBezTo>
                  <a:pt x="1123379" y="3486722"/>
                  <a:pt x="1126046" y="3484055"/>
                  <a:pt x="1129379" y="3484055"/>
                </a:cubicBezTo>
                <a:lnTo>
                  <a:pt x="1167479" y="3484055"/>
                </a:lnTo>
                <a:cubicBezTo>
                  <a:pt x="1173385" y="3484055"/>
                  <a:pt x="1178243" y="3479197"/>
                  <a:pt x="1178243" y="3473292"/>
                </a:cubicBezTo>
                <a:cubicBezTo>
                  <a:pt x="1178243" y="3467386"/>
                  <a:pt x="1173385" y="3462528"/>
                  <a:pt x="1167479" y="3462528"/>
                </a:cubicBezTo>
                <a:lnTo>
                  <a:pt x="1129475" y="3462528"/>
                </a:lnTo>
                <a:cubicBezTo>
                  <a:pt x="1126141" y="3462528"/>
                  <a:pt x="1123474" y="3459861"/>
                  <a:pt x="1123474" y="3456527"/>
                </a:cubicBezTo>
                <a:cubicBezTo>
                  <a:pt x="1123474" y="3453194"/>
                  <a:pt x="1126141" y="3450527"/>
                  <a:pt x="1129475" y="3450527"/>
                </a:cubicBezTo>
                <a:lnTo>
                  <a:pt x="1167479" y="3450527"/>
                </a:lnTo>
                <a:cubicBezTo>
                  <a:pt x="1173385" y="3450527"/>
                  <a:pt x="1178243" y="3445669"/>
                  <a:pt x="1178243" y="3439763"/>
                </a:cubicBezTo>
                <a:cubicBezTo>
                  <a:pt x="1178243" y="3433858"/>
                  <a:pt x="1173385" y="3429000"/>
                  <a:pt x="1167479" y="3429000"/>
                </a:cubicBezTo>
                <a:lnTo>
                  <a:pt x="1122902" y="3429000"/>
                </a:lnTo>
                <a:lnTo>
                  <a:pt x="1122902" y="3422237"/>
                </a:lnTo>
                <a:cubicBezTo>
                  <a:pt x="1122902" y="3420904"/>
                  <a:pt x="1121855" y="3419856"/>
                  <a:pt x="1120521" y="3419856"/>
                </a:cubicBezTo>
                <a:lnTo>
                  <a:pt x="1118902" y="3419856"/>
                </a:lnTo>
                <a:lnTo>
                  <a:pt x="1118902" y="3401854"/>
                </a:lnTo>
                <a:lnTo>
                  <a:pt x="1183767" y="3402044"/>
                </a:lnTo>
                <a:lnTo>
                  <a:pt x="1183767" y="3402044"/>
                </a:lnTo>
                <a:cubicBezTo>
                  <a:pt x="1184339" y="3402044"/>
                  <a:pt x="1184910" y="3401854"/>
                  <a:pt x="1185291" y="3401473"/>
                </a:cubicBezTo>
                <a:lnTo>
                  <a:pt x="1199960" y="3388900"/>
                </a:lnTo>
                <a:cubicBezTo>
                  <a:pt x="1200531" y="3388424"/>
                  <a:pt x="1200817" y="3387757"/>
                  <a:pt x="1200817" y="3387090"/>
                </a:cubicBezTo>
                <a:lnTo>
                  <a:pt x="1201103" y="3268313"/>
                </a:lnTo>
                <a:cubicBezTo>
                  <a:pt x="1205294" y="3267266"/>
                  <a:pt x="1208532" y="3263551"/>
                  <a:pt x="1208532" y="3259074"/>
                </a:cubicBezTo>
                <a:cubicBezTo>
                  <a:pt x="1208532" y="3253645"/>
                  <a:pt x="1204151" y="3249263"/>
                  <a:pt x="1198721" y="3249263"/>
                </a:cubicBezTo>
                <a:cubicBezTo>
                  <a:pt x="1193292" y="3249263"/>
                  <a:pt x="1188911" y="3253645"/>
                  <a:pt x="1188911" y="3259074"/>
                </a:cubicBezTo>
                <a:cubicBezTo>
                  <a:pt x="1188911" y="3263646"/>
                  <a:pt x="1192054" y="3267266"/>
                  <a:pt x="1196245" y="3268313"/>
                </a:cubicBezTo>
                <a:lnTo>
                  <a:pt x="1195959" y="3386042"/>
                </a:lnTo>
                <a:lnTo>
                  <a:pt x="1182815" y="3397377"/>
                </a:lnTo>
                <a:lnTo>
                  <a:pt x="1116521" y="3397187"/>
                </a:lnTo>
                <a:lnTo>
                  <a:pt x="1116521" y="3397187"/>
                </a:lnTo>
                <a:cubicBezTo>
                  <a:pt x="1115854" y="3397187"/>
                  <a:pt x="1115282" y="3397472"/>
                  <a:pt x="1114806" y="3397853"/>
                </a:cubicBezTo>
                <a:cubicBezTo>
                  <a:pt x="1114330" y="3398330"/>
                  <a:pt x="1114139" y="3398901"/>
                  <a:pt x="1114139" y="3399568"/>
                </a:cubicBezTo>
                <a:lnTo>
                  <a:pt x="1114139" y="3419951"/>
                </a:lnTo>
                <a:lnTo>
                  <a:pt x="1112520" y="3419951"/>
                </a:lnTo>
                <a:cubicBezTo>
                  <a:pt x="1111187" y="3419951"/>
                  <a:pt x="1110139" y="3420999"/>
                  <a:pt x="1110139" y="3422333"/>
                </a:cubicBezTo>
                <a:lnTo>
                  <a:pt x="1110139" y="3429095"/>
                </a:lnTo>
                <a:lnTo>
                  <a:pt x="1102519" y="3429095"/>
                </a:lnTo>
                <a:lnTo>
                  <a:pt x="1102519" y="3422333"/>
                </a:lnTo>
                <a:cubicBezTo>
                  <a:pt x="1102519" y="3420999"/>
                  <a:pt x="1101471" y="3419951"/>
                  <a:pt x="1100138" y="3419951"/>
                </a:cubicBezTo>
                <a:lnTo>
                  <a:pt x="1098518" y="3419951"/>
                </a:lnTo>
                <a:lnTo>
                  <a:pt x="1098518" y="3400139"/>
                </a:lnTo>
                <a:cubicBezTo>
                  <a:pt x="1098518" y="3399473"/>
                  <a:pt x="1098233" y="3398901"/>
                  <a:pt x="1097852" y="3398425"/>
                </a:cubicBezTo>
                <a:cubicBezTo>
                  <a:pt x="1097375" y="3397949"/>
                  <a:pt x="1096804" y="3397758"/>
                  <a:pt x="1096137" y="3397758"/>
                </a:cubicBezTo>
                <a:lnTo>
                  <a:pt x="1096137" y="3397758"/>
                </a:lnTo>
                <a:lnTo>
                  <a:pt x="986409" y="3398139"/>
                </a:lnTo>
                <a:cubicBezTo>
                  <a:pt x="986409" y="3398139"/>
                  <a:pt x="985457" y="3398330"/>
                  <a:pt x="985076" y="3398520"/>
                </a:cubicBezTo>
                <a:lnTo>
                  <a:pt x="963359" y="3413379"/>
                </a:lnTo>
                <a:lnTo>
                  <a:pt x="848392" y="3413760"/>
                </a:lnTo>
                <a:cubicBezTo>
                  <a:pt x="847630" y="3410426"/>
                  <a:pt x="845820" y="3407474"/>
                  <a:pt x="843058" y="3405378"/>
                </a:cubicBezTo>
                <a:cubicBezTo>
                  <a:pt x="836676" y="3400711"/>
                  <a:pt x="827723" y="3402044"/>
                  <a:pt x="823055" y="3408426"/>
                </a:cubicBezTo>
                <a:cubicBezTo>
                  <a:pt x="821531" y="3410522"/>
                  <a:pt x="820865" y="3412808"/>
                  <a:pt x="820579" y="3415189"/>
                </a:cubicBezTo>
                <a:lnTo>
                  <a:pt x="751427" y="3415379"/>
                </a:lnTo>
                <a:lnTo>
                  <a:pt x="695230" y="3464338"/>
                </a:lnTo>
                <a:lnTo>
                  <a:pt x="524065" y="3464338"/>
                </a:lnTo>
                <a:cubicBezTo>
                  <a:pt x="523018" y="3460528"/>
                  <a:pt x="519589" y="3457670"/>
                  <a:pt x="515303" y="3457670"/>
                </a:cubicBezTo>
                <a:cubicBezTo>
                  <a:pt x="510254" y="3457670"/>
                  <a:pt x="506063" y="3461766"/>
                  <a:pt x="506063" y="3466910"/>
                </a:cubicBezTo>
                <a:cubicBezTo>
                  <a:pt x="506063" y="3472053"/>
                  <a:pt x="510159" y="3476149"/>
                  <a:pt x="515303" y="3476149"/>
                </a:cubicBezTo>
                <a:cubicBezTo>
                  <a:pt x="519589" y="3476149"/>
                  <a:pt x="523018" y="3473196"/>
                  <a:pt x="524065" y="3469291"/>
                </a:cubicBezTo>
                <a:lnTo>
                  <a:pt x="696944" y="3469291"/>
                </a:lnTo>
                <a:cubicBezTo>
                  <a:pt x="696944" y="3469291"/>
                  <a:pt x="753142" y="3420237"/>
                  <a:pt x="753142" y="3420237"/>
                </a:cubicBezTo>
                <a:lnTo>
                  <a:pt x="820579" y="3420047"/>
                </a:lnTo>
                <a:cubicBezTo>
                  <a:pt x="821341" y="3423285"/>
                  <a:pt x="823151" y="3426428"/>
                  <a:pt x="826103" y="3428524"/>
                </a:cubicBezTo>
                <a:cubicBezTo>
                  <a:pt x="832485" y="3433191"/>
                  <a:pt x="841439" y="3431858"/>
                  <a:pt x="846106" y="3425476"/>
                </a:cubicBezTo>
                <a:cubicBezTo>
                  <a:pt x="847630" y="3423380"/>
                  <a:pt x="848487" y="3420999"/>
                  <a:pt x="848773" y="3418523"/>
                </a:cubicBezTo>
                <a:lnTo>
                  <a:pt x="964121" y="3418142"/>
                </a:lnTo>
                <a:cubicBezTo>
                  <a:pt x="964121" y="3418142"/>
                  <a:pt x="965073" y="3417951"/>
                  <a:pt x="965454" y="3417761"/>
                </a:cubicBezTo>
                <a:lnTo>
                  <a:pt x="987171" y="3402902"/>
                </a:lnTo>
                <a:lnTo>
                  <a:pt x="1093756" y="3402521"/>
                </a:lnTo>
                <a:lnTo>
                  <a:pt x="1093756" y="3419856"/>
                </a:lnTo>
                <a:lnTo>
                  <a:pt x="1092137" y="3419856"/>
                </a:lnTo>
                <a:cubicBezTo>
                  <a:pt x="1090803" y="3419856"/>
                  <a:pt x="1089755" y="3420904"/>
                  <a:pt x="1089755" y="3422237"/>
                </a:cubicBezTo>
                <a:lnTo>
                  <a:pt x="1089755" y="3429000"/>
                </a:lnTo>
                <a:lnTo>
                  <a:pt x="1047274" y="3429000"/>
                </a:lnTo>
                <a:cubicBezTo>
                  <a:pt x="1041368" y="3429000"/>
                  <a:pt x="1036511" y="3433858"/>
                  <a:pt x="1036511" y="3439763"/>
                </a:cubicBezTo>
                <a:cubicBezTo>
                  <a:pt x="1036511" y="3445669"/>
                  <a:pt x="1041368" y="3450527"/>
                  <a:pt x="1047274" y="3450527"/>
                </a:cubicBezTo>
                <a:lnTo>
                  <a:pt x="1085279" y="3450527"/>
                </a:lnTo>
                <a:cubicBezTo>
                  <a:pt x="1088612" y="3450527"/>
                  <a:pt x="1091279" y="3453194"/>
                  <a:pt x="1091279" y="3456527"/>
                </a:cubicBezTo>
                <a:cubicBezTo>
                  <a:pt x="1091279" y="3459861"/>
                  <a:pt x="1088612" y="3462528"/>
                  <a:pt x="1085279" y="3462528"/>
                </a:cubicBezTo>
                <a:lnTo>
                  <a:pt x="1047274" y="3462528"/>
                </a:lnTo>
                <a:cubicBezTo>
                  <a:pt x="1041368" y="3462528"/>
                  <a:pt x="1036511" y="3467386"/>
                  <a:pt x="1036511" y="3473292"/>
                </a:cubicBezTo>
                <a:cubicBezTo>
                  <a:pt x="1036511" y="3479197"/>
                  <a:pt x="1041368" y="3484055"/>
                  <a:pt x="1047274" y="3484055"/>
                </a:cubicBezTo>
                <a:lnTo>
                  <a:pt x="1085279" y="3484055"/>
                </a:lnTo>
                <a:cubicBezTo>
                  <a:pt x="1088612" y="3484055"/>
                  <a:pt x="1091279" y="3486722"/>
                  <a:pt x="1091279" y="3490055"/>
                </a:cubicBezTo>
                <a:cubicBezTo>
                  <a:pt x="1091279" y="3493389"/>
                  <a:pt x="1088612" y="3496056"/>
                  <a:pt x="1085279" y="3496056"/>
                </a:cubicBezTo>
                <a:lnTo>
                  <a:pt x="1040702" y="3496056"/>
                </a:lnTo>
                <a:lnTo>
                  <a:pt x="1040702" y="3489388"/>
                </a:lnTo>
                <a:cubicBezTo>
                  <a:pt x="1040702" y="3488055"/>
                  <a:pt x="1039654" y="3487007"/>
                  <a:pt x="1038320" y="3487007"/>
                </a:cubicBezTo>
                <a:lnTo>
                  <a:pt x="1031367" y="3487007"/>
                </a:lnTo>
                <a:lnTo>
                  <a:pt x="990314" y="3445478"/>
                </a:lnTo>
                <a:cubicBezTo>
                  <a:pt x="990314" y="3445478"/>
                  <a:pt x="989267" y="3444812"/>
                  <a:pt x="988600" y="3444812"/>
                </a:cubicBezTo>
                <a:lnTo>
                  <a:pt x="776383" y="3444812"/>
                </a:lnTo>
                <a:cubicBezTo>
                  <a:pt x="775811" y="3444812"/>
                  <a:pt x="775240" y="3445002"/>
                  <a:pt x="774764" y="3445478"/>
                </a:cubicBezTo>
                <a:lnTo>
                  <a:pt x="758762" y="3460528"/>
                </a:lnTo>
                <a:cubicBezTo>
                  <a:pt x="758762" y="3460528"/>
                  <a:pt x="758000" y="3461576"/>
                  <a:pt x="758000" y="3462242"/>
                </a:cubicBezTo>
                <a:lnTo>
                  <a:pt x="757619" y="3569970"/>
                </a:lnTo>
                <a:cubicBezTo>
                  <a:pt x="756380" y="3570161"/>
                  <a:pt x="755237" y="3570446"/>
                  <a:pt x="754094" y="3571018"/>
                </a:cubicBezTo>
                <a:cubicBezTo>
                  <a:pt x="750570" y="3572542"/>
                  <a:pt x="747808" y="3575495"/>
                  <a:pt x="746379" y="3579114"/>
                </a:cubicBezTo>
                <a:cubicBezTo>
                  <a:pt x="743522" y="3586639"/>
                  <a:pt x="747236" y="3595021"/>
                  <a:pt x="754761" y="3597878"/>
                </a:cubicBezTo>
                <a:cubicBezTo>
                  <a:pt x="755714" y="3598259"/>
                  <a:pt x="756666" y="3598259"/>
                  <a:pt x="757619" y="3598450"/>
                </a:cubicBezTo>
                <a:lnTo>
                  <a:pt x="757619" y="3614833"/>
                </a:lnTo>
                <a:lnTo>
                  <a:pt x="741236" y="3628073"/>
                </a:lnTo>
                <a:lnTo>
                  <a:pt x="696087" y="3628073"/>
                </a:lnTo>
                <a:lnTo>
                  <a:pt x="696087" y="3620929"/>
                </a:lnTo>
                <a:cubicBezTo>
                  <a:pt x="696087" y="3616167"/>
                  <a:pt x="692182" y="3612261"/>
                  <a:pt x="687324" y="3612261"/>
                </a:cubicBezTo>
                <a:lnTo>
                  <a:pt x="543592" y="3612261"/>
                </a:lnTo>
                <a:cubicBezTo>
                  <a:pt x="538829" y="3612261"/>
                  <a:pt x="534829" y="3616167"/>
                  <a:pt x="534829" y="3620929"/>
                </a:cubicBezTo>
                <a:lnTo>
                  <a:pt x="534829" y="3628644"/>
                </a:lnTo>
                <a:lnTo>
                  <a:pt x="448913" y="3628644"/>
                </a:lnTo>
                <a:lnTo>
                  <a:pt x="430721" y="3641217"/>
                </a:lnTo>
                <a:lnTo>
                  <a:pt x="316897" y="3641217"/>
                </a:lnTo>
                <a:lnTo>
                  <a:pt x="316897" y="3636931"/>
                </a:lnTo>
                <a:cubicBezTo>
                  <a:pt x="316897" y="3632645"/>
                  <a:pt x="313277" y="3629120"/>
                  <a:pt x="308801" y="3629120"/>
                </a:cubicBezTo>
                <a:lnTo>
                  <a:pt x="301276" y="3629120"/>
                </a:lnTo>
                <a:cubicBezTo>
                  <a:pt x="296799" y="3629120"/>
                  <a:pt x="293180" y="3632645"/>
                  <a:pt x="293180" y="3636931"/>
                </a:cubicBezTo>
                <a:lnTo>
                  <a:pt x="293180" y="3667982"/>
                </a:lnTo>
                <a:cubicBezTo>
                  <a:pt x="293180" y="3672269"/>
                  <a:pt x="296799" y="3675793"/>
                  <a:pt x="301276" y="3675793"/>
                </a:cubicBezTo>
                <a:lnTo>
                  <a:pt x="308801" y="3675793"/>
                </a:lnTo>
                <a:cubicBezTo>
                  <a:pt x="313182" y="3675793"/>
                  <a:pt x="316802" y="3672459"/>
                  <a:pt x="316897" y="3668268"/>
                </a:cubicBezTo>
                <a:lnTo>
                  <a:pt x="430721" y="3668268"/>
                </a:lnTo>
                <a:lnTo>
                  <a:pt x="448913" y="3680841"/>
                </a:lnTo>
                <a:lnTo>
                  <a:pt x="532638" y="3680841"/>
                </a:lnTo>
                <a:lnTo>
                  <a:pt x="532638" y="3689128"/>
                </a:lnTo>
                <a:cubicBezTo>
                  <a:pt x="532638" y="3693890"/>
                  <a:pt x="536543" y="3697891"/>
                  <a:pt x="541306" y="3697891"/>
                </a:cubicBezTo>
                <a:lnTo>
                  <a:pt x="689324" y="3697891"/>
                </a:lnTo>
                <a:cubicBezTo>
                  <a:pt x="694087" y="3697891"/>
                  <a:pt x="698087" y="3693986"/>
                  <a:pt x="698087" y="3689128"/>
                </a:cubicBezTo>
                <a:lnTo>
                  <a:pt x="698087" y="3680270"/>
                </a:lnTo>
                <a:lnTo>
                  <a:pt x="789146" y="3680841"/>
                </a:lnTo>
                <a:lnTo>
                  <a:pt x="803148" y="3666077"/>
                </a:lnTo>
                <a:lnTo>
                  <a:pt x="803148" y="3638455"/>
                </a:lnTo>
                <a:cubicBezTo>
                  <a:pt x="806958" y="3637693"/>
                  <a:pt x="810577" y="3635121"/>
                  <a:pt x="812102" y="3631121"/>
                </a:cubicBezTo>
                <a:cubicBezTo>
                  <a:pt x="814483" y="3624834"/>
                  <a:pt x="811340" y="3617786"/>
                  <a:pt x="805148" y="3615404"/>
                </a:cubicBezTo>
                <a:cubicBezTo>
                  <a:pt x="804101" y="3615023"/>
                  <a:pt x="803053" y="3614928"/>
                  <a:pt x="802005" y="3614833"/>
                </a:cubicBezTo>
                <a:lnTo>
                  <a:pt x="802005" y="3500152"/>
                </a:lnTo>
                <a:lnTo>
                  <a:pt x="819150" y="3480626"/>
                </a:lnTo>
                <a:lnTo>
                  <a:pt x="941261" y="3480626"/>
                </a:lnTo>
                <a:cubicBezTo>
                  <a:pt x="940879" y="3486817"/>
                  <a:pt x="944404" y="3492818"/>
                  <a:pt x="950500" y="3495104"/>
                </a:cubicBezTo>
                <a:cubicBezTo>
                  <a:pt x="952214" y="3495770"/>
                  <a:pt x="953929" y="3496056"/>
                  <a:pt x="955739" y="3496056"/>
                </a:cubicBezTo>
                <a:cubicBezTo>
                  <a:pt x="958596" y="3496056"/>
                  <a:pt x="961358" y="3495199"/>
                  <a:pt x="963740" y="3493580"/>
                </a:cubicBezTo>
                <a:lnTo>
                  <a:pt x="996125" y="3525965"/>
                </a:lnTo>
                <a:lnTo>
                  <a:pt x="996125" y="3657695"/>
                </a:lnTo>
                <a:lnTo>
                  <a:pt x="1017556" y="3678746"/>
                </a:lnTo>
                <a:lnTo>
                  <a:pt x="1120331" y="3678746"/>
                </a:lnTo>
                <a:cubicBezTo>
                  <a:pt x="1120331" y="3678746"/>
                  <a:pt x="1120331" y="3679317"/>
                  <a:pt x="1120331" y="3679508"/>
                </a:cubicBezTo>
                <a:cubicBezTo>
                  <a:pt x="1121664" y="3684270"/>
                  <a:pt x="1126141" y="3687413"/>
                  <a:pt x="1130903" y="3687413"/>
                </a:cubicBezTo>
                <a:cubicBezTo>
                  <a:pt x="1131856" y="3687413"/>
                  <a:pt x="1132904" y="3687318"/>
                  <a:pt x="1133951" y="3687032"/>
                </a:cubicBezTo>
                <a:cubicBezTo>
                  <a:pt x="1138142" y="3685794"/>
                  <a:pt x="1141000" y="3682270"/>
                  <a:pt x="1141667" y="3678269"/>
                </a:cubicBezTo>
                <a:lnTo>
                  <a:pt x="1206913" y="3678269"/>
                </a:lnTo>
                <a:cubicBezTo>
                  <a:pt x="1206913" y="3678269"/>
                  <a:pt x="1278255" y="3622548"/>
                  <a:pt x="1278255" y="3622548"/>
                </a:cubicBezTo>
                <a:close/>
                <a:moveTo>
                  <a:pt x="1394270" y="3611880"/>
                </a:moveTo>
                <a:cubicBezTo>
                  <a:pt x="1394270" y="3611880"/>
                  <a:pt x="1394651" y="3611118"/>
                  <a:pt x="1395032" y="3611118"/>
                </a:cubicBezTo>
                <a:lnTo>
                  <a:pt x="1408462" y="3611118"/>
                </a:lnTo>
                <a:cubicBezTo>
                  <a:pt x="1408462" y="3611118"/>
                  <a:pt x="1409224" y="3611499"/>
                  <a:pt x="1409224" y="3611880"/>
                </a:cubicBezTo>
                <a:lnTo>
                  <a:pt x="1409224" y="3625310"/>
                </a:lnTo>
                <a:cubicBezTo>
                  <a:pt x="1409224" y="3625310"/>
                  <a:pt x="1408843" y="3626072"/>
                  <a:pt x="1408462" y="3626072"/>
                </a:cubicBezTo>
                <a:lnTo>
                  <a:pt x="1395032" y="3626072"/>
                </a:lnTo>
                <a:cubicBezTo>
                  <a:pt x="1395032" y="3626072"/>
                  <a:pt x="1394270" y="3625692"/>
                  <a:pt x="1394270" y="3625310"/>
                </a:cubicBezTo>
                <a:lnTo>
                  <a:pt x="1394270" y="3611880"/>
                </a:lnTo>
                <a:close/>
                <a:moveTo>
                  <a:pt x="1045274" y="3617786"/>
                </a:moveTo>
                <a:cubicBezTo>
                  <a:pt x="1046702" y="3618548"/>
                  <a:pt x="1047750" y="3619881"/>
                  <a:pt x="1048226" y="3621500"/>
                </a:cubicBezTo>
                <a:cubicBezTo>
                  <a:pt x="1049179" y="3624834"/>
                  <a:pt x="1047274" y="3628263"/>
                  <a:pt x="1043940" y="3629120"/>
                </a:cubicBezTo>
                <a:cubicBezTo>
                  <a:pt x="1040702" y="3630073"/>
                  <a:pt x="1037273" y="3628168"/>
                  <a:pt x="1036320" y="3624834"/>
                </a:cubicBezTo>
                <a:cubicBezTo>
                  <a:pt x="1035368" y="3621500"/>
                  <a:pt x="1037273" y="3618071"/>
                  <a:pt x="1040606" y="3617214"/>
                </a:cubicBezTo>
                <a:cubicBezTo>
                  <a:pt x="1041178" y="3617024"/>
                  <a:pt x="1041749" y="3616928"/>
                  <a:pt x="1042321" y="3616928"/>
                </a:cubicBezTo>
                <a:cubicBezTo>
                  <a:pt x="1043369" y="3616928"/>
                  <a:pt x="1044416" y="3617214"/>
                  <a:pt x="1045274" y="3617690"/>
                </a:cubicBezTo>
                <a:close/>
                <a:moveTo>
                  <a:pt x="1226915" y="3258217"/>
                </a:moveTo>
                <a:cubicBezTo>
                  <a:pt x="1226915" y="3255455"/>
                  <a:pt x="1229201" y="3253169"/>
                  <a:pt x="1231964" y="3253169"/>
                </a:cubicBezTo>
                <a:cubicBezTo>
                  <a:pt x="1234726" y="3253169"/>
                  <a:pt x="1237012" y="3255455"/>
                  <a:pt x="1237012" y="3258217"/>
                </a:cubicBezTo>
                <a:cubicBezTo>
                  <a:pt x="1237012" y="3260979"/>
                  <a:pt x="1234726" y="3263265"/>
                  <a:pt x="1231964" y="3263265"/>
                </a:cubicBezTo>
                <a:cubicBezTo>
                  <a:pt x="1229201" y="3263265"/>
                  <a:pt x="1226915" y="3260979"/>
                  <a:pt x="1226915" y="3258217"/>
                </a:cubicBezTo>
                <a:close/>
                <a:moveTo>
                  <a:pt x="1176623" y="3491675"/>
                </a:moveTo>
                <a:lnTo>
                  <a:pt x="1179862" y="3491675"/>
                </a:lnTo>
                <a:lnTo>
                  <a:pt x="1179862" y="3505105"/>
                </a:lnTo>
                <a:lnTo>
                  <a:pt x="1176623" y="3505105"/>
                </a:lnTo>
                <a:lnTo>
                  <a:pt x="1176623" y="3491675"/>
                </a:lnTo>
                <a:close/>
                <a:moveTo>
                  <a:pt x="1193673" y="3259169"/>
                </a:moveTo>
                <a:cubicBezTo>
                  <a:pt x="1193673" y="3256407"/>
                  <a:pt x="1195959" y="3254121"/>
                  <a:pt x="1198721" y="3254121"/>
                </a:cubicBezTo>
                <a:cubicBezTo>
                  <a:pt x="1201484" y="3254121"/>
                  <a:pt x="1203770" y="3256407"/>
                  <a:pt x="1203770" y="3259169"/>
                </a:cubicBezTo>
                <a:cubicBezTo>
                  <a:pt x="1203770" y="3261932"/>
                  <a:pt x="1201484" y="3264218"/>
                  <a:pt x="1198721" y="3264218"/>
                </a:cubicBezTo>
                <a:cubicBezTo>
                  <a:pt x="1195959" y="3264218"/>
                  <a:pt x="1193673" y="3261932"/>
                  <a:pt x="1193673" y="3259169"/>
                </a:cubicBezTo>
                <a:close/>
                <a:moveTo>
                  <a:pt x="1114901" y="3424714"/>
                </a:moveTo>
                <a:lnTo>
                  <a:pt x="1118140" y="3424714"/>
                </a:lnTo>
                <a:lnTo>
                  <a:pt x="1118140" y="3438144"/>
                </a:lnTo>
                <a:lnTo>
                  <a:pt x="1114901" y="3438144"/>
                </a:lnTo>
                <a:lnTo>
                  <a:pt x="1114901" y="3424714"/>
                </a:lnTo>
                <a:close/>
                <a:moveTo>
                  <a:pt x="844010" y="3423952"/>
                </a:moveTo>
                <a:cubicBezTo>
                  <a:pt x="840200" y="3429191"/>
                  <a:pt x="832866" y="3430238"/>
                  <a:pt x="827627" y="3426428"/>
                </a:cubicBezTo>
                <a:cubicBezTo>
                  <a:pt x="822484" y="3422618"/>
                  <a:pt x="821341" y="3415284"/>
                  <a:pt x="825151" y="3410045"/>
                </a:cubicBezTo>
                <a:cubicBezTo>
                  <a:pt x="826961" y="3407569"/>
                  <a:pt x="829723" y="3405854"/>
                  <a:pt x="832771" y="3405378"/>
                </a:cubicBezTo>
                <a:cubicBezTo>
                  <a:pt x="835819" y="3404902"/>
                  <a:pt x="838962" y="3405664"/>
                  <a:pt x="841439" y="3407474"/>
                </a:cubicBezTo>
                <a:cubicBezTo>
                  <a:pt x="843915" y="3409284"/>
                  <a:pt x="845629" y="3412046"/>
                  <a:pt x="846106" y="3415094"/>
                </a:cubicBezTo>
                <a:cubicBezTo>
                  <a:pt x="846106" y="3415665"/>
                  <a:pt x="846201" y="3416332"/>
                  <a:pt x="846201" y="3416903"/>
                </a:cubicBezTo>
                <a:cubicBezTo>
                  <a:pt x="846201" y="3419380"/>
                  <a:pt x="845439" y="3421761"/>
                  <a:pt x="843915" y="3423761"/>
                </a:cubicBezTo>
                <a:close/>
                <a:moveTo>
                  <a:pt x="1094518" y="3424714"/>
                </a:moveTo>
                <a:lnTo>
                  <a:pt x="1097756" y="3424714"/>
                </a:lnTo>
                <a:lnTo>
                  <a:pt x="1097756" y="3438144"/>
                </a:lnTo>
                <a:lnTo>
                  <a:pt x="1094518" y="3438144"/>
                </a:lnTo>
                <a:lnTo>
                  <a:pt x="1094518" y="3424714"/>
                </a:lnTo>
                <a:close/>
                <a:moveTo>
                  <a:pt x="1032796" y="3491675"/>
                </a:moveTo>
                <a:lnTo>
                  <a:pt x="1036034" y="3491675"/>
                </a:lnTo>
                <a:lnTo>
                  <a:pt x="1036034" y="3505105"/>
                </a:lnTo>
                <a:lnTo>
                  <a:pt x="1032796" y="3505105"/>
                </a:lnTo>
                <a:lnTo>
                  <a:pt x="1032796" y="3491675"/>
                </a:lnTo>
                <a:close/>
                <a:moveTo>
                  <a:pt x="756476" y="3593306"/>
                </a:moveTo>
                <a:cubicBezTo>
                  <a:pt x="751427" y="3591401"/>
                  <a:pt x="748951" y="3585686"/>
                  <a:pt x="750856" y="3580638"/>
                </a:cubicBezTo>
                <a:cubicBezTo>
                  <a:pt x="751808" y="3578162"/>
                  <a:pt x="753618" y="3576257"/>
                  <a:pt x="755999" y="3575209"/>
                </a:cubicBezTo>
                <a:cubicBezTo>
                  <a:pt x="757238" y="3574637"/>
                  <a:pt x="758571" y="3574352"/>
                  <a:pt x="760000" y="3574352"/>
                </a:cubicBezTo>
                <a:cubicBezTo>
                  <a:pt x="761143" y="3574352"/>
                  <a:pt x="762381" y="3574542"/>
                  <a:pt x="763524" y="3575018"/>
                </a:cubicBezTo>
                <a:cubicBezTo>
                  <a:pt x="768572" y="3576923"/>
                  <a:pt x="771049" y="3582638"/>
                  <a:pt x="769144" y="3587687"/>
                </a:cubicBezTo>
                <a:cubicBezTo>
                  <a:pt x="768191" y="3590163"/>
                  <a:pt x="766382" y="3592068"/>
                  <a:pt x="764000" y="3593116"/>
                </a:cubicBezTo>
                <a:cubicBezTo>
                  <a:pt x="761619" y="3594163"/>
                  <a:pt x="758952" y="3594259"/>
                  <a:pt x="756476" y="3593306"/>
                </a:cubicBezTo>
                <a:close/>
                <a:moveTo>
                  <a:pt x="539687" y="3620738"/>
                </a:moveTo>
                <a:cubicBezTo>
                  <a:pt x="539687" y="3618548"/>
                  <a:pt x="541496" y="3616833"/>
                  <a:pt x="543687" y="3616833"/>
                </a:cubicBezTo>
                <a:lnTo>
                  <a:pt x="687419" y="3616833"/>
                </a:lnTo>
                <a:cubicBezTo>
                  <a:pt x="689610" y="3616833"/>
                  <a:pt x="691420" y="3618643"/>
                  <a:pt x="691420" y="3620738"/>
                </a:cubicBezTo>
                <a:lnTo>
                  <a:pt x="691420" y="3639884"/>
                </a:lnTo>
                <a:cubicBezTo>
                  <a:pt x="691420" y="3642074"/>
                  <a:pt x="689610" y="3643884"/>
                  <a:pt x="687419" y="3643884"/>
                </a:cubicBezTo>
                <a:lnTo>
                  <a:pt x="543687" y="3643884"/>
                </a:lnTo>
                <a:cubicBezTo>
                  <a:pt x="541496" y="3643884"/>
                  <a:pt x="539687" y="3642074"/>
                  <a:pt x="539687" y="3639884"/>
                </a:cubicBezTo>
                <a:lnTo>
                  <a:pt x="539687" y="3620738"/>
                </a:lnTo>
                <a:close/>
                <a:moveTo>
                  <a:pt x="313373" y="3667887"/>
                </a:moveTo>
                <a:cubicBezTo>
                  <a:pt x="313373" y="3670173"/>
                  <a:pt x="311372" y="3672078"/>
                  <a:pt x="308991" y="3672078"/>
                </a:cubicBezTo>
                <a:lnTo>
                  <a:pt x="301466" y="3672078"/>
                </a:lnTo>
                <a:cubicBezTo>
                  <a:pt x="299085" y="3672078"/>
                  <a:pt x="297085" y="3670173"/>
                  <a:pt x="297085" y="3667887"/>
                </a:cubicBezTo>
                <a:lnTo>
                  <a:pt x="297085" y="3661315"/>
                </a:lnTo>
                <a:lnTo>
                  <a:pt x="313277" y="3661315"/>
                </a:lnTo>
                <a:lnTo>
                  <a:pt x="313277" y="3667887"/>
                </a:lnTo>
                <a:close/>
                <a:moveTo>
                  <a:pt x="313373" y="3641598"/>
                </a:moveTo>
                <a:lnTo>
                  <a:pt x="297180" y="3641598"/>
                </a:lnTo>
                <a:lnTo>
                  <a:pt x="297180" y="3636740"/>
                </a:lnTo>
                <a:cubicBezTo>
                  <a:pt x="297180" y="3634454"/>
                  <a:pt x="299180" y="3632549"/>
                  <a:pt x="301562" y="3632549"/>
                </a:cubicBezTo>
                <a:lnTo>
                  <a:pt x="309086" y="3632549"/>
                </a:lnTo>
                <a:cubicBezTo>
                  <a:pt x="311468" y="3632549"/>
                  <a:pt x="313468" y="3634454"/>
                  <a:pt x="313468" y="3636740"/>
                </a:cubicBezTo>
                <a:lnTo>
                  <a:pt x="313468" y="3641598"/>
                </a:lnTo>
                <a:close/>
                <a:moveTo>
                  <a:pt x="693515" y="3688937"/>
                </a:moveTo>
                <a:cubicBezTo>
                  <a:pt x="693515" y="3691128"/>
                  <a:pt x="691706" y="3692938"/>
                  <a:pt x="689515" y="3692938"/>
                </a:cubicBezTo>
                <a:lnTo>
                  <a:pt x="541496" y="3692938"/>
                </a:lnTo>
                <a:cubicBezTo>
                  <a:pt x="539306" y="3692938"/>
                  <a:pt x="537591" y="3691128"/>
                  <a:pt x="537591" y="3688937"/>
                </a:cubicBezTo>
                <a:lnTo>
                  <a:pt x="537591" y="3666459"/>
                </a:lnTo>
                <a:cubicBezTo>
                  <a:pt x="537591" y="3664268"/>
                  <a:pt x="539401" y="3662553"/>
                  <a:pt x="541496" y="3662553"/>
                </a:cubicBezTo>
                <a:lnTo>
                  <a:pt x="689515" y="3662553"/>
                </a:lnTo>
                <a:cubicBezTo>
                  <a:pt x="691706" y="3662553"/>
                  <a:pt x="693515" y="3664363"/>
                  <a:pt x="693515" y="3666459"/>
                </a:cubicBezTo>
                <a:lnTo>
                  <a:pt x="693515" y="3688937"/>
                </a:lnTo>
                <a:close/>
                <a:moveTo>
                  <a:pt x="964978" y="3484912"/>
                </a:moveTo>
                <a:cubicBezTo>
                  <a:pt x="963073" y="3489960"/>
                  <a:pt x="957358" y="3492532"/>
                  <a:pt x="952310" y="3490532"/>
                </a:cubicBezTo>
                <a:cubicBezTo>
                  <a:pt x="947261" y="3488627"/>
                  <a:pt x="944785" y="3482912"/>
                  <a:pt x="946690" y="3477863"/>
                </a:cubicBezTo>
                <a:cubicBezTo>
                  <a:pt x="947642" y="3475387"/>
                  <a:pt x="949452" y="3473482"/>
                  <a:pt x="951833" y="3472434"/>
                </a:cubicBezTo>
                <a:cubicBezTo>
                  <a:pt x="953072" y="3471863"/>
                  <a:pt x="954405" y="3471577"/>
                  <a:pt x="955834" y="3471577"/>
                </a:cubicBezTo>
                <a:cubicBezTo>
                  <a:pt x="956977" y="3471577"/>
                  <a:pt x="958215" y="3471767"/>
                  <a:pt x="959358" y="3472244"/>
                </a:cubicBezTo>
                <a:cubicBezTo>
                  <a:pt x="964406" y="3474149"/>
                  <a:pt x="966883" y="3479863"/>
                  <a:pt x="964978" y="3484912"/>
                </a:cubicBezTo>
                <a:close/>
                <a:moveTo>
                  <a:pt x="1132808" y="3682365"/>
                </a:moveTo>
                <a:cubicBezTo>
                  <a:pt x="1129475" y="3683318"/>
                  <a:pt x="1126141" y="3681413"/>
                  <a:pt x="1125188" y="3678079"/>
                </a:cubicBezTo>
                <a:cubicBezTo>
                  <a:pt x="1124236" y="3674840"/>
                  <a:pt x="1126141" y="3671316"/>
                  <a:pt x="1129475" y="3670459"/>
                </a:cubicBezTo>
                <a:cubicBezTo>
                  <a:pt x="1130046" y="3670268"/>
                  <a:pt x="1130618" y="3670173"/>
                  <a:pt x="1131189" y="3670173"/>
                </a:cubicBezTo>
                <a:cubicBezTo>
                  <a:pt x="1133856" y="3670173"/>
                  <a:pt x="1136333" y="3671983"/>
                  <a:pt x="1137095" y="3674650"/>
                </a:cubicBezTo>
                <a:cubicBezTo>
                  <a:pt x="1138047" y="3677888"/>
                  <a:pt x="1136142" y="3681413"/>
                  <a:pt x="1132808" y="3682270"/>
                </a:cubicBezTo>
                <a:close/>
                <a:moveTo>
                  <a:pt x="715327" y="3501867"/>
                </a:moveTo>
                <a:cubicBezTo>
                  <a:pt x="715327" y="3497961"/>
                  <a:pt x="718471" y="3494818"/>
                  <a:pt x="722376" y="3494818"/>
                </a:cubicBezTo>
                <a:cubicBezTo>
                  <a:pt x="726281" y="3494818"/>
                  <a:pt x="729425" y="3497961"/>
                  <a:pt x="729425" y="3501867"/>
                </a:cubicBezTo>
                <a:cubicBezTo>
                  <a:pt x="729425" y="3505772"/>
                  <a:pt x="726281" y="3508915"/>
                  <a:pt x="722376" y="3508915"/>
                </a:cubicBezTo>
                <a:cubicBezTo>
                  <a:pt x="718471" y="3508915"/>
                  <a:pt x="715327" y="3505772"/>
                  <a:pt x="715327" y="3501867"/>
                </a:cubicBezTo>
                <a:close/>
                <a:moveTo>
                  <a:pt x="2541746" y="3508058"/>
                </a:moveTo>
                <a:lnTo>
                  <a:pt x="2541746" y="3519964"/>
                </a:lnTo>
                <a:cubicBezTo>
                  <a:pt x="2541746" y="3523488"/>
                  <a:pt x="2538889" y="3526346"/>
                  <a:pt x="2535365" y="3526346"/>
                </a:cubicBezTo>
                <a:lnTo>
                  <a:pt x="2523459" y="3526346"/>
                </a:lnTo>
                <a:cubicBezTo>
                  <a:pt x="2519934" y="3526346"/>
                  <a:pt x="2517077" y="3523488"/>
                  <a:pt x="2517077" y="3519964"/>
                </a:cubicBezTo>
                <a:lnTo>
                  <a:pt x="2517077" y="3508058"/>
                </a:lnTo>
                <a:cubicBezTo>
                  <a:pt x="2517077" y="3504534"/>
                  <a:pt x="2519934" y="3501676"/>
                  <a:pt x="2523459" y="3501676"/>
                </a:cubicBezTo>
                <a:lnTo>
                  <a:pt x="2535365" y="3501676"/>
                </a:lnTo>
                <a:cubicBezTo>
                  <a:pt x="2538889" y="3501676"/>
                  <a:pt x="2541746" y="3504534"/>
                  <a:pt x="2541746" y="3508058"/>
                </a:cubicBezTo>
                <a:close/>
                <a:moveTo>
                  <a:pt x="613982" y="3504914"/>
                </a:moveTo>
                <a:lnTo>
                  <a:pt x="596837" y="3504914"/>
                </a:lnTo>
                <a:cubicBezTo>
                  <a:pt x="596837" y="3504914"/>
                  <a:pt x="596837" y="3500152"/>
                  <a:pt x="596837" y="3500152"/>
                </a:cubicBezTo>
                <a:lnTo>
                  <a:pt x="613982" y="3500152"/>
                </a:lnTo>
                <a:cubicBezTo>
                  <a:pt x="613982" y="3500152"/>
                  <a:pt x="613982" y="3504914"/>
                  <a:pt x="613982" y="3504914"/>
                </a:cubicBezTo>
                <a:close/>
                <a:moveTo>
                  <a:pt x="648176" y="3504914"/>
                </a:moveTo>
                <a:lnTo>
                  <a:pt x="631031" y="3504914"/>
                </a:lnTo>
                <a:cubicBezTo>
                  <a:pt x="631031" y="3504914"/>
                  <a:pt x="631031" y="3500152"/>
                  <a:pt x="631031" y="3500152"/>
                </a:cubicBezTo>
                <a:lnTo>
                  <a:pt x="648176" y="3500152"/>
                </a:lnTo>
                <a:cubicBezTo>
                  <a:pt x="648176" y="3500152"/>
                  <a:pt x="648176" y="3504914"/>
                  <a:pt x="648176" y="3504914"/>
                </a:cubicBezTo>
                <a:close/>
                <a:moveTo>
                  <a:pt x="579787" y="3504914"/>
                </a:moveTo>
                <a:lnTo>
                  <a:pt x="562642" y="3504914"/>
                </a:lnTo>
                <a:cubicBezTo>
                  <a:pt x="562642" y="3504914"/>
                  <a:pt x="562642" y="3500152"/>
                  <a:pt x="562642" y="3500152"/>
                </a:cubicBezTo>
                <a:lnTo>
                  <a:pt x="579787" y="3500152"/>
                </a:lnTo>
                <a:cubicBezTo>
                  <a:pt x="579787" y="3500152"/>
                  <a:pt x="579787" y="3504914"/>
                  <a:pt x="579787" y="3504914"/>
                </a:cubicBezTo>
                <a:close/>
                <a:moveTo>
                  <a:pt x="3094101" y="4622673"/>
                </a:moveTo>
                <a:lnTo>
                  <a:pt x="3114770" y="4641723"/>
                </a:lnTo>
                <a:lnTo>
                  <a:pt x="3114770" y="4635246"/>
                </a:lnTo>
                <a:lnTo>
                  <a:pt x="3098863" y="4620578"/>
                </a:lnTo>
                <a:lnTo>
                  <a:pt x="3099340" y="4427982"/>
                </a:lnTo>
                <a:cubicBezTo>
                  <a:pt x="3105436" y="4426649"/>
                  <a:pt x="3109436" y="4420648"/>
                  <a:pt x="3108293" y="4414457"/>
                </a:cubicBezTo>
                <a:cubicBezTo>
                  <a:pt x="3107722" y="4411409"/>
                  <a:pt x="3106007" y="4408742"/>
                  <a:pt x="3103436" y="4407027"/>
                </a:cubicBezTo>
                <a:cubicBezTo>
                  <a:pt x="3100864" y="4405218"/>
                  <a:pt x="3097721" y="4404646"/>
                  <a:pt x="3094673" y="4405218"/>
                </a:cubicBezTo>
                <a:cubicBezTo>
                  <a:pt x="3088386" y="4406456"/>
                  <a:pt x="3084195" y="4412552"/>
                  <a:pt x="3085338" y="4418838"/>
                </a:cubicBezTo>
                <a:cubicBezTo>
                  <a:pt x="3086291" y="4423601"/>
                  <a:pt x="3090005" y="4427030"/>
                  <a:pt x="3094577" y="4427982"/>
                </a:cubicBezTo>
                <a:lnTo>
                  <a:pt x="3094101" y="4621721"/>
                </a:lnTo>
                <a:lnTo>
                  <a:pt x="3094101" y="4622769"/>
                </a:lnTo>
                <a:close/>
                <a:moveTo>
                  <a:pt x="3090005" y="4417981"/>
                </a:moveTo>
                <a:cubicBezTo>
                  <a:pt x="3089338" y="4414266"/>
                  <a:pt x="3091720" y="4410647"/>
                  <a:pt x="3095530" y="4409885"/>
                </a:cubicBezTo>
                <a:cubicBezTo>
                  <a:pt x="3096006" y="4409885"/>
                  <a:pt x="3096387" y="4409789"/>
                  <a:pt x="3096863" y="4409789"/>
                </a:cubicBezTo>
                <a:cubicBezTo>
                  <a:pt x="3098197" y="4409789"/>
                  <a:pt x="3099626" y="4410170"/>
                  <a:pt x="3100769" y="4411028"/>
                </a:cubicBezTo>
                <a:cubicBezTo>
                  <a:pt x="3102293" y="4412076"/>
                  <a:pt x="3103340" y="4413599"/>
                  <a:pt x="3103626" y="4415409"/>
                </a:cubicBezTo>
                <a:cubicBezTo>
                  <a:pt x="3104293" y="4419124"/>
                  <a:pt x="3101912" y="4422744"/>
                  <a:pt x="3098102" y="4423505"/>
                </a:cubicBezTo>
                <a:cubicBezTo>
                  <a:pt x="3094387" y="4424268"/>
                  <a:pt x="3090767" y="4421696"/>
                  <a:pt x="3090005" y="4417981"/>
                </a:cubicBezTo>
                <a:close/>
                <a:moveTo>
                  <a:pt x="2942082" y="319183"/>
                </a:moveTo>
                <a:lnTo>
                  <a:pt x="2930176" y="319183"/>
                </a:lnTo>
                <a:cubicBezTo>
                  <a:pt x="2927795" y="319183"/>
                  <a:pt x="2925890" y="321088"/>
                  <a:pt x="2925890" y="323469"/>
                </a:cubicBezTo>
                <a:lnTo>
                  <a:pt x="2925890" y="335375"/>
                </a:lnTo>
                <a:cubicBezTo>
                  <a:pt x="2925890" y="337757"/>
                  <a:pt x="2927795" y="339662"/>
                  <a:pt x="2930176" y="339662"/>
                </a:cubicBezTo>
                <a:lnTo>
                  <a:pt x="2942082" y="339662"/>
                </a:lnTo>
                <a:cubicBezTo>
                  <a:pt x="2944463" y="339662"/>
                  <a:pt x="2946368" y="337757"/>
                  <a:pt x="2946368" y="335375"/>
                </a:cubicBezTo>
                <a:lnTo>
                  <a:pt x="2946368" y="331756"/>
                </a:lnTo>
                <a:lnTo>
                  <a:pt x="3099721" y="332137"/>
                </a:lnTo>
                <a:lnTo>
                  <a:pt x="3114770" y="347282"/>
                </a:lnTo>
                <a:lnTo>
                  <a:pt x="3114770" y="340519"/>
                </a:lnTo>
                <a:lnTo>
                  <a:pt x="3101721" y="327374"/>
                </a:lnTo>
                <a:lnTo>
                  <a:pt x="2946368" y="326993"/>
                </a:lnTo>
                <a:lnTo>
                  <a:pt x="2946368" y="323374"/>
                </a:lnTo>
                <a:cubicBezTo>
                  <a:pt x="2946368" y="320993"/>
                  <a:pt x="2944463" y="319088"/>
                  <a:pt x="2942082" y="319088"/>
                </a:cubicBezTo>
                <a:close/>
                <a:moveTo>
                  <a:pt x="2941606" y="334994"/>
                </a:moveTo>
                <a:lnTo>
                  <a:pt x="2930652" y="334994"/>
                </a:lnTo>
                <a:lnTo>
                  <a:pt x="2930652" y="324040"/>
                </a:lnTo>
                <a:lnTo>
                  <a:pt x="2941606" y="324040"/>
                </a:lnTo>
                <a:lnTo>
                  <a:pt x="2941606" y="334994"/>
                </a:lnTo>
                <a:close/>
                <a:moveTo>
                  <a:pt x="3114770" y="4343305"/>
                </a:moveTo>
                <a:lnTo>
                  <a:pt x="3114770" y="4336637"/>
                </a:lnTo>
                <a:lnTo>
                  <a:pt x="3034094" y="4256532"/>
                </a:lnTo>
                <a:lnTo>
                  <a:pt x="3034094" y="4247769"/>
                </a:lnTo>
                <a:cubicBezTo>
                  <a:pt x="3039809" y="4246055"/>
                  <a:pt x="3043047" y="4240054"/>
                  <a:pt x="3041428" y="4234339"/>
                </a:cubicBezTo>
                <a:cubicBezTo>
                  <a:pt x="3040666" y="4231481"/>
                  <a:pt x="3038761" y="4229195"/>
                  <a:pt x="3036189" y="4227767"/>
                </a:cubicBezTo>
                <a:cubicBezTo>
                  <a:pt x="3033617" y="4226338"/>
                  <a:pt x="3030665" y="4226052"/>
                  <a:pt x="3027902" y="4226814"/>
                </a:cubicBezTo>
                <a:cubicBezTo>
                  <a:pt x="3025045" y="4227576"/>
                  <a:pt x="3022759" y="4229481"/>
                  <a:pt x="3021330" y="4232053"/>
                </a:cubicBezTo>
                <a:cubicBezTo>
                  <a:pt x="3019901" y="4234625"/>
                  <a:pt x="3019616" y="4237578"/>
                  <a:pt x="3020378" y="4240435"/>
                </a:cubicBezTo>
                <a:cubicBezTo>
                  <a:pt x="3021616" y="4244721"/>
                  <a:pt x="3025235" y="4247484"/>
                  <a:pt x="3029331" y="4248150"/>
                </a:cubicBezTo>
                <a:lnTo>
                  <a:pt x="3029331" y="4258628"/>
                </a:lnTo>
                <a:cubicBezTo>
                  <a:pt x="3029331" y="4258628"/>
                  <a:pt x="3114675" y="4343495"/>
                  <a:pt x="3114675" y="4343495"/>
                </a:cubicBezTo>
                <a:close/>
                <a:moveTo>
                  <a:pt x="3024950" y="4239006"/>
                </a:moveTo>
                <a:cubicBezTo>
                  <a:pt x="3024473" y="4237387"/>
                  <a:pt x="3024664" y="4235768"/>
                  <a:pt x="3025521" y="4234339"/>
                </a:cubicBezTo>
                <a:cubicBezTo>
                  <a:pt x="3026283" y="4232910"/>
                  <a:pt x="3027617" y="4231862"/>
                  <a:pt x="3029236" y="4231386"/>
                </a:cubicBezTo>
                <a:cubicBezTo>
                  <a:pt x="3029807" y="4231196"/>
                  <a:pt x="3030379" y="4231101"/>
                  <a:pt x="3030950" y="4231101"/>
                </a:cubicBezTo>
                <a:cubicBezTo>
                  <a:pt x="3031998" y="4231101"/>
                  <a:pt x="3033046" y="4231386"/>
                  <a:pt x="3033903" y="4231862"/>
                </a:cubicBezTo>
                <a:cubicBezTo>
                  <a:pt x="3035332" y="4232624"/>
                  <a:pt x="3036380" y="4233958"/>
                  <a:pt x="3036856" y="4235577"/>
                </a:cubicBezTo>
                <a:cubicBezTo>
                  <a:pt x="3037809" y="4238816"/>
                  <a:pt x="3035903" y="4242340"/>
                  <a:pt x="3032570" y="4243197"/>
                </a:cubicBezTo>
                <a:cubicBezTo>
                  <a:pt x="3029331" y="4244150"/>
                  <a:pt x="3025902" y="4242245"/>
                  <a:pt x="3024950" y="4238911"/>
                </a:cubicBezTo>
                <a:close/>
                <a:moveTo>
                  <a:pt x="1518666" y="2277142"/>
                </a:moveTo>
                <a:lnTo>
                  <a:pt x="1518666" y="2262473"/>
                </a:lnTo>
                <a:cubicBezTo>
                  <a:pt x="1518666" y="2260378"/>
                  <a:pt x="1520381" y="2258663"/>
                  <a:pt x="1522476" y="2258663"/>
                </a:cubicBezTo>
                <a:lnTo>
                  <a:pt x="1537145" y="2258663"/>
                </a:lnTo>
                <a:cubicBezTo>
                  <a:pt x="1539240" y="2258663"/>
                  <a:pt x="1540955" y="2260378"/>
                  <a:pt x="1540955" y="2262473"/>
                </a:cubicBezTo>
                <a:lnTo>
                  <a:pt x="1540955" y="2277142"/>
                </a:lnTo>
                <a:cubicBezTo>
                  <a:pt x="1540955" y="2279237"/>
                  <a:pt x="1539240" y="2280952"/>
                  <a:pt x="1537145" y="2280952"/>
                </a:cubicBezTo>
                <a:lnTo>
                  <a:pt x="1522476" y="2280952"/>
                </a:lnTo>
                <a:cubicBezTo>
                  <a:pt x="1520381" y="2280952"/>
                  <a:pt x="1518666" y="2279237"/>
                  <a:pt x="1518666" y="2277142"/>
                </a:cubicBezTo>
                <a:close/>
                <a:moveTo>
                  <a:pt x="276987" y="2264855"/>
                </a:moveTo>
                <a:lnTo>
                  <a:pt x="284226" y="2257806"/>
                </a:lnTo>
                <a:lnTo>
                  <a:pt x="287560" y="2261235"/>
                </a:lnTo>
                <a:lnTo>
                  <a:pt x="280321" y="2268284"/>
                </a:lnTo>
                <a:lnTo>
                  <a:pt x="276987" y="2264855"/>
                </a:lnTo>
                <a:close/>
                <a:moveTo>
                  <a:pt x="1378458" y="3506819"/>
                </a:moveTo>
                <a:lnTo>
                  <a:pt x="1373696" y="3506819"/>
                </a:lnTo>
                <a:lnTo>
                  <a:pt x="1373696" y="3496628"/>
                </a:lnTo>
                <a:lnTo>
                  <a:pt x="1378458" y="3496628"/>
                </a:lnTo>
                <a:lnTo>
                  <a:pt x="1378458" y="3506819"/>
                </a:lnTo>
                <a:close/>
                <a:moveTo>
                  <a:pt x="2820353" y="4033266"/>
                </a:moveTo>
                <a:cubicBezTo>
                  <a:pt x="2816924" y="4033266"/>
                  <a:pt x="2814066" y="4036028"/>
                  <a:pt x="2814066" y="4039553"/>
                </a:cubicBezTo>
                <a:lnTo>
                  <a:pt x="2814066" y="4049459"/>
                </a:lnTo>
                <a:cubicBezTo>
                  <a:pt x="2814066" y="4052888"/>
                  <a:pt x="2816828" y="4055745"/>
                  <a:pt x="2820353" y="4055745"/>
                </a:cubicBezTo>
                <a:lnTo>
                  <a:pt x="2830259" y="4055745"/>
                </a:lnTo>
                <a:cubicBezTo>
                  <a:pt x="2833688" y="4055745"/>
                  <a:pt x="2836545" y="4052983"/>
                  <a:pt x="2836545" y="4049459"/>
                </a:cubicBezTo>
                <a:lnTo>
                  <a:pt x="2836545" y="4039553"/>
                </a:lnTo>
                <a:cubicBezTo>
                  <a:pt x="2836545" y="4036124"/>
                  <a:pt x="2833688" y="4033266"/>
                  <a:pt x="2830259" y="4033266"/>
                </a:cubicBezTo>
                <a:lnTo>
                  <a:pt x="2827687" y="4033266"/>
                </a:lnTo>
                <a:lnTo>
                  <a:pt x="2827687" y="3954018"/>
                </a:lnTo>
                <a:lnTo>
                  <a:pt x="2790444" y="3918585"/>
                </a:lnTo>
                <a:lnTo>
                  <a:pt x="2790444" y="3898392"/>
                </a:lnTo>
                <a:cubicBezTo>
                  <a:pt x="2790444" y="3898392"/>
                  <a:pt x="2699195" y="3813810"/>
                  <a:pt x="2699195" y="3813810"/>
                </a:cubicBezTo>
                <a:cubicBezTo>
                  <a:pt x="2700052" y="3812667"/>
                  <a:pt x="2700623" y="3811334"/>
                  <a:pt x="2700623" y="3809810"/>
                </a:cubicBezTo>
                <a:lnTo>
                  <a:pt x="2700623" y="3801713"/>
                </a:lnTo>
                <a:cubicBezTo>
                  <a:pt x="2700623" y="3797999"/>
                  <a:pt x="2697575" y="3794855"/>
                  <a:pt x="2693765" y="3794855"/>
                </a:cubicBezTo>
                <a:lnTo>
                  <a:pt x="2674715" y="3794855"/>
                </a:lnTo>
                <a:cubicBezTo>
                  <a:pt x="2671001" y="3794855"/>
                  <a:pt x="2667857" y="3797903"/>
                  <a:pt x="2667857" y="3801713"/>
                </a:cubicBezTo>
                <a:lnTo>
                  <a:pt x="2667857" y="3809810"/>
                </a:lnTo>
                <a:cubicBezTo>
                  <a:pt x="2667857" y="3813524"/>
                  <a:pt x="2670905" y="3816668"/>
                  <a:pt x="2674715" y="3816668"/>
                </a:cubicBezTo>
                <a:lnTo>
                  <a:pt x="2693765" y="3816668"/>
                </a:lnTo>
                <a:cubicBezTo>
                  <a:pt x="2693765" y="3816668"/>
                  <a:pt x="2694527" y="3816477"/>
                  <a:pt x="2694909" y="3816382"/>
                </a:cubicBezTo>
                <a:lnTo>
                  <a:pt x="2785491" y="3900488"/>
                </a:lnTo>
                <a:lnTo>
                  <a:pt x="2785491" y="3920680"/>
                </a:lnTo>
                <a:cubicBezTo>
                  <a:pt x="2785491" y="3920680"/>
                  <a:pt x="2822734" y="3956113"/>
                  <a:pt x="2822734" y="3956113"/>
                </a:cubicBezTo>
                <a:lnTo>
                  <a:pt x="2822734" y="4033361"/>
                </a:lnTo>
                <a:lnTo>
                  <a:pt x="2820162" y="4033361"/>
                </a:lnTo>
                <a:close/>
                <a:moveTo>
                  <a:pt x="2679192" y="3811810"/>
                </a:moveTo>
                <a:lnTo>
                  <a:pt x="2674811" y="3811810"/>
                </a:lnTo>
                <a:cubicBezTo>
                  <a:pt x="2673668" y="3811810"/>
                  <a:pt x="2672715" y="3810857"/>
                  <a:pt x="2672715" y="3809714"/>
                </a:cubicBezTo>
                <a:lnTo>
                  <a:pt x="2672715" y="3801618"/>
                </a:lnTo>
                <a:cubicBezTo>
                  <a:pt x="2672715" y="3800475"/>
                  <a:pt x="2673668" y="3799523"/>
                  <a:pt x="2674811" y="3799523"/>
                </a:cubicBezTo>
                <a:lnTo>
                  <a:pt x="2679192" y="3799523"/>
                </a:lnTo>
                <a:lnTo>
                  <a:pt x="2679192" y="3811715"/>
                </a:lnTo>
                <a:close/>
                <a:moveTo>
                  <a:pt x="2695861" y="3809714"/>
                </a:moveTo>
                <a:cubicBezTo>
                  <a:pt x="2695861" y="3810857"/>
                  <a:pt x="2694909" y="3811810"/>
                  <a:pt x="2693765" y="3811810"/>
                </a:cubicBezTo>
                <a:lnTo>
                  <a:pt x="2689670" y="3811810"/>
                </a:lnTo>
                <a:lnTo>
                  <a:pt x="2689670" y="3799618"/>
                </a:lnTo>
                <a:lnTo>
                  <a:pt x="2693765" y="3799618"/>
                </a:lnTo>
                <a:cubicBezTo>
                  <a:pt x="2694909" y="3799618"/>
                  <a:pt x="2695861" y="3800570"/>
                  <a:pt x="2695861" y="3801713"/>
                </a:cubicBezTo>
                <a:lnTo>
                  <a:pt x="2695861" y="3809810"/>
                </a:lnTo>
                <a:close/>
                <a:moveTo>
                  <a:pt x="2830259" y="4038029"/>
                </a:moveTo>
                <a:cubicBezTo>
                  <a:pt x="2831116" y="4038029"/>
                  <a:pt x="2831783" y="4038695"/>
                  <a:pt x="2831783" y="4039553"/>
                </a:cubicBezTo>
                <a:lnTo>
                  <a:pt x="2831783" y="4049459"/>
                </a:lnTo>
                <a:cubicBezTo>
                  <a:pt x="2831783" y="4050316"/>
                  <a:pt x="2831116" y="4050983"/>
                  <a:pt x="2830259" y="4050983"/>
                </a:cubicBezTo>
                <a:lnTo>
                  <a:pt x="2820353" y="4050983"/>
                </a:lnTo>
                <a:cubicBezTo>
                  <a:pt x="2819495" y="4050983"/>
                  <a:pt x="2818829" y="4050316"/>
                  <a:pt x="2818829" y="4049459"/>
                </a:cubicBezTo>
                <a:lnTo>
                  <a:pt x="2818829" y="4039553"/>
                </a:lnTo>
                <a:cubicBezTo>
                  <a:pt x="2818829" y="4038695"/>
                  <a:pt x="2819495" y="4038029"/>
                  <a:pt x="2820353" y="4038029"/>
                </a:cubicBezTo>
                <a:lnTo>
                  <a:pt x="2830259" y="4038029"/>
                </a:lnTo>
                <a:close/>
                <a:moveTo>
                  <a:pt x="979075" y="2371630"/>
                </a:moveTo>
                <a:lnTo>
                  <a:pt x="985361" y="2378393"/>
                </a:lnTo>
                <a:lnTo>
                  <a:pt x="980123" y="2383250"/>
                </a:lnTo>
                <a:lnTo>
                  <a:pt x="973836" y="2376488"/>
                </a:lnTo>
                <a:lnTo>
                  <a:pt x="979075" y="2371630"/>
                </a:lnTo>
                <a:close/>
                <a:moveTo>
                  <a:pt x="986504" y="2390013"/>
                </a:moveTo>
                <a:lnTo>
                  <a:pt x="991743" y="2385155"/>
                </a:lnTo>
                <a:lnTo>
                  <a:pt x="998029" y="2391918"/>
                </a:lnTo>
                <a:lnTo>
                  <a:pt x="992791" y="2396776"/>
                </a:lnTo>
                <a:lnTo>
                  <a:pt x="986504" y="2390013"/>
                </a:lnTo>
                <a:close/>
                <a:moveTo>
                  <a:pt x="1024414" y="2430494"/>
                </a:moveTo>
                <a:lnTo>
                  <a:pt x="1029652" y="2425637"/>
                </a:lnTo>
                <a:lnTo>
                  <a:pt x="1035939" y="2432399"/>
                </a:lnTo>
                <a:lnTo>
                  <a:pt x="1030700" y="2437257"/>
                </a:lnTo>
                <a:lnTo>
                  <a:pt x="1024414" y="2430494"/>
                </a:lnTo>
                <a:close/>
                <a:moveTo>
                  <a:pt x="2778919" y="4084511"/>
                </a:moveTo>
                <a:cubicBezTo>
                  <a:pt x="2776061" y="4085844"/>
                  <a:pt x="2773871" y="4088130"/>
                  <a:pt x="2772728" y="4091083"/>
                </a:cubicBezTo>
                <a:cubicBezTo>
                  <a:pt x="2771585" y="4094036"/>
                  <a:pt x="2771680" y="4097274"/>
                  <a:pt x="2773013" y="4100132"/>
                </a:cubicBezTo>
                <a:cubicBezTo>
                  <a:pt x="2774347" y="4102989"/>
                  <a:pt x="2776633" y="4105180"/>
                  <a:pt x="2779586" y="4106323"/>
                </a:cubicBezTo>
                <a:cubicBezTo>
                  <a:pt x="2780919" y="4106799"/>
                  <a:pt x="2782348" y="4107085"/>
                  <a:pt x="2783777" y="4107085"/>
                </a:cubicBezTo>
                <a:cubicBezTo>
                  <a:pt x="2785396" y="4107085"/>
                  <a:pt x="2787110" y="4106704"/>
                  <a:pt x="2788634" y="4106037"/>
                </a:cubicBezTo>
                <a:cubicBezTo>
                  <a:pt x="2794540" y="4103370"/>
                  <a:pt x="2797207" y="4096322"/>
                  <a:pt x="2794540" y="4090416"/>
                </a:cubicBezTo>
                <a:cubicBezTo>
                  <a:pt x="2793016" y="4086987"/>
                  <a:pt x="2789968" y="4084796"/>
                  <a:pt x="2786539" y="4083939"/>
                </a:cubicBezTo>
                <a:lnTo>
                  <a:pt x="2786539" y="3958495"/>
                </a:lnTo>
                <a:lnTo>
                  <a:pt x="2605754" y="3791426"/>
                </a:lnTo>
                <a:lnTo>
                  <a:pt x="2546318" y="3790569"/>
                </a:lnTo>
                <a:lnTo>
                  <a:pt x="2535936" y="3779139"/>
                </a:lnTo>
                <a:lnTo>
                  <a:pt x="2486978" y="3779139"/>
                </a:lnTo>
                <a:cubicBezTo>
                  <a:pt x="2485835" y="3774472"/>
                  <a:pt x="2481834" y="3770948"/>
                  <a:pt x="2476881" y="3770948"/>
                </a:cubicBezTo>
                <a:cubicBezTo>
                  <a:pt x="2471071" y="3770948"/>
                  <a:pt x="2466309" y="3775710"/>
                  <a:pt x="2466309" y="3781520"/>
                </a:cubicBezTo>
                <a:cubicBezTo>
                  <a:pt x="2466309" y="3787330"/>
                  <a:pt x="2471071" y="3792093"/>
                  <a:pt x="2476881" y="3792093"/>
                </a:cubicBezTo>
                <a:cubicBezTo>
                  <a:pt x="2481834" y="3792093"/>
                  <a:pt x="2485835" y="3788569"/>
                  <a:pt x="2486978" y="3783902"/>
                </a:cubicBezTo>
                <a:lnTo>
                  <a:pt x="2533841" y="3783902"/>
                </a:lnTo>
                <a:lnTo>
                  <a:pt x="2544128" y="3795332"/>
                </a:lnTo>
                <a:lnTo>
                  <a:pt x="2603849" y="3796189"/>
                </a:lnTo>
                <a:lnTo>
                  <a:pt x="2781776" y="3960590"/>
                </a:lnTo>
                <a:lnTo>
                  <a:pt x="2781776" y="4083749"/>
                </a:lnTo>
                <a:cubicBezTo>
                  <a:pt x="2780824" y="4083939"/>
                  <a:pt x="2779776" y="4084034"/>
                  <a:pt x="2778824" y="4084415"/>
                </a:cubicBezTo>
                <a:close/>
                <a:moveTo>
                  <a:pt x="2477072" y="3787330"/>
                </a:moveTo>
                <a:cubicBezTo>
                  <a:pt x="2473833" y="3787330"/>
                  <a:pt x="2471261" y="3784759"/>
                  <a:pt x="2471261" y="3781520"/>
                </a:cubicBezTo>
                <a:cubicBezTo>
                  <a:pt x="2471261" y="3778282"/>
                  <a:pt x="2473833" y="3775710"/>
                  <a:pt x="2477072" y="3775710"/>
                </a:cubicBezTo>
                <a:cubicBezTo>
                  <a:pt x="2480310" y="3775710"/>
                  <a:pt x="2482882" y="3778282"/>
                  <a:pt x="2482882" y="3781520"/>
                </a:cubicBezTo>
                <a:cubicBezTo>
                  <a:pt x="2482882" y="3784759"/>
                  <a:pt x="2480310" y="3787330"/>
                  <a:pt x="2477072" y="3787330"/>
                </a:cubicBezTo>
                <a:close/>
                <a:moveTo>
                  <a:pt x="2783872" y="4088225"/>
                </a:moveTo>
                <a:cubicBezTo>
                  <a:pt x="2786539" y="4088225"/>
                  <a:pt x="2789111" y="4089749"/>
                  <a:pt x="2790349" y="4092417"/>
                </a:cubicBezTo>
                <a:cubicBezTo>
                  <a:pt x="2791968" y="4095941"/>
                  <a:pt x="2790349" y="4100132"/>
                  <a:pt x="2786825" y="4101751"/>
                </a:cubicBezTo>
                <a:cubicBezTo>
                  <a:pt x="2783205" y="4103370"/>
                  <a:pt x="2779109" y="4101751"/>
                  <a:pt x="2777490" y="4098227"/>
                </a:cubicBezTo>
                <a:cubicBezTo>
                  <a:pt x="2775871" y="4094702"/>
                  <a:pt x="2777490" y="4090511"/>
                  <a:pt x="2781014" y="4088892"/>
                </a:cubicBezTo>
                <a:cubicBezTo>
                  <a:pt x="2781967" y="4088511"/>
                  <a:pt x="2782919" y="4088225"/>
                  <a:pt x="2783872" y="4088225"/>
                </a:cubicBezTo>
                <a:close/>
                <a:moveTo>
                  <a:pt x="1011746" y="2416969"/>
                </a:moveTo>
                <a:lnTo>
                  <a:pt x="1016984" y="2412111"/>
                </a:lnTo>
                <a:lnTo>
                  <a:pt x="1023271" y="2418874"/>
                </a:lnTo>
                <a:lnTo>
                  <a:pt x="1018032" y="2423732"/>
                </a:lnTo>
                <a:lnTo>
                  <a:pt x="1011746" y="2416969"/>
                </a:lnTo>
                <a:close/>
                <a:moveTo>
                  <a:pt x="2837307" y="3911918"/>
                </a:moveTo>
                <a:cubicBezTo>
                  <a:pt x="2837307" y="3915251"/>
                  <a:pt x="2839974" y="3917918"/>
                  <a:pt x="2843308" y="3917918"/>
                </a:cubicBezTo>
                <a:lnTo>
                  <a:pt x="2863596" y="3917918"/>
                </a:lnTo>
                <a:cubicBezTo>
                  <a:pt x="2866930" y="3917918"/>
                  <a:pt x="2869597" y="3915251"/>
                  <a:pt x="2869597" y="3911918"/>
                </a:cubicBezTo>
                <a:lnTo>
                  <a:pt x="2869597" y="3910489"/>
                </a:lnTo>
                <a:lnTo>
                  <a:pt x="2923699" y="3910489"/>
                </a:lnTo>
                <a:lnTo>
                  <a:pt x="2944940" y="3930205"/>
                </a:lnTo>
                <a:lnTo>
                  <a:pt x="2989993" y="3930205"/>
                </a:lnTo>
                <a:lnTo>
                  <a:pt x="2989993" y="3925443"/>
                </a:lnTo>
                <a:lnTo>
                  <a:pt x="2946845" y="3925443"/>
                </a:lnTo>
                <a:lnTo>
                  <a:pt x="2925604" y="3905726"/>
                </a:lnTo>
                <a:lnTo>
                  <a:pt x="2869692" y="3905726"/>
                </a:lnTo>
                <a:lnTo>
                  <a:pt x="2869692" y="3904298"/>
                </a:lnTo>
                <a:cubicBezTo>
                  <a:pt x="2869692" y="3900964"/>
                  <a:pt x="2867025" y="3898297"/>
                  <a:pt x="2863692" y="3898297"/>
                </a:cubicBezTo>
                <a:lnTo>
                  <a:pt x="2843403" y="3898297"/>
                </a:lnTo>
                <a:cubicBezTo>
                  <a:pt x="2842451" y="3898297"/>
                  <a:pt x="2841593" y="3898583"/>
                  <a:pt x="2840831" y="3898868"/>
                </a:cubicBezTo>
                <a:lnTo>
                  <a:pt x="2771299" y="3833336"/>
                </a:lnTo>
                <a:lnTo>
                  <a:pt x="2771299" y="3820382"/>
                </a:lnTo>
                <a:lnTo>
                  <a:pt x="2661952" y="3718846"/>
                </a:lnTo>
                <a:cubicBezTo>
                  <a:pt x="2663095" y="3717227"/>
                  <a:pt x="2663952" y="3715417"/>
                  <a:pt x="2663952" y="3713321"/>
                </a:cubicBezTo>
                <a:lnTo>
                  <a:pt x="2663952" y="3684746"/>
                </a:lnTo>
                <a:cubicBezTo>
                  <a:pt x="2663952" y="3679508"/>
                  <a:pt x="2659666" y="3675221"/>
                  <a:pt x="2654427" y="3675221"/>
                </a:cubicBezTo>
                <a:lnTo>
                  <a:pt x="2643950" y="3675221"/>
                </a:lnTo>
                <a:lnTo>
                  <a:pt x="2643950" y="3635693"/>
                </a:lnTo>
                <a:cubicBezTo>
                  <a:pt x="2643950" y="3635693"/>
                  <a:pt x="2611565" y="3605975"/>
                  <a:pt x="2611565" y="3605975"/>
                </a:cubicBezTo>
                <a:lnTo>
                  <a:pt x="2643854" y="3576257"/>
                </a:lnTo>
                <a:lnTo>
                  <a:pt x="2643854" y="3542634"/>
                </a:lnTo>
                <a:lnTo>
                  <a:pt x="2655856" y="3542634"/>
                </a:lnTo>
                <a:cubicBezTo>
                  <a:pt x="2663095" y="3542634"/>
                  <a:pt x="2668905" y="3536728"/>
                  <a:pt x="2668905" y="3529584"/>
                </a:cubicBezTo>
                <a:lnTo>
                  <a:pt x="2668905" y="3515392"/>
                </a:lnTo>
                <a:lnTo>
                  <a:pt x="2729389" y="3515392"/>
                </a:lnTo>
                <a:cubicBezTo>
                  <a:pt x="2730722" y="3515392"/>
                  <a:pt x="2731770" y="3514344"/>
                  <a:pt x="2731770" y="3513011"/>
                </a:cubicBezTo>
                <a:lnTo>
                  <a:pt x="2731770" y="3482435"/>
                </a:lnTo>
                <a:cubicBezTo>
                  <a:pt x="2731770" y="3481769"/>
                  <a:pt x="2731484" y="3481102"/>
                  <a:pt x="2731008" y="3480721"/>
                </a:cubicBezTo>
                <a:lnTo>
                  <a:pt x="2697671" y="3450146"/>
                </a:lnTo>
                <a:cubicBezTo>
                  <a:pt x="2697671" y="3450146"/>
                  <a:pt x="2696623" y="3449479"/>
                  <a:pt x="2696051" y="3449479"/>
                </a:cubicBezTo>
                <a:lnTo>
                  <a:pt x="2612136" y="3449479"/>
                </a:lnTo>
                <a:lnTo>
                  <a:pt x="2612136" y="3447860"/>
                </a:lnTo>
                <a:cubicBezTo>
                  <a:pt x="2612136" y="3444145"/>
                  <a:pt x="2609088" y="3441097"/>
                  <a:pt x="2605278" y="3441097"/>
                </a:cubicBezTo>
                <a:lnTo>
                  <a:pt x="2597182" y="3441097"/>
                </a:lnTo>
                <a:cubicBezTo>
                  <a:pt x="2593467" y="3441097"/>
                  <a:pt x="2590324" y="3444145"/>
                  <a:pt x="2590324" y="3447860"/>
                </a:cubicBezTo>
                <a:lnTo>
                  <a:pt x="2590324" y="3455956"/>
                </a:lnTo>
                <a:cubicBezTo>
                  <a:pt x="2590324" y="3459671"/>
                  <a:pt x="2593372" y="3462719"/>
                  <a:pt x="2597182" y="3462719"/>
                </a:cubicBezTo>
                <a:lnTo>
                  <a:pt x="2605278" y="3462719"/>
                </a:lnTo>
                <a:cubicBezTo>
                  <a:pt x="2608993" y="3462719"/>
                  <a:pt x="2612136" y="3459671"/>
                  <a:pt x="2612136" y="3455956"/>
                </a:cubicBezTo>
                <a:lnTo>
                  <a:pt x="2612136" y="3454337"/>
                </a:lnTo>
                <a:lnTo>
                  <a:pt x="2695194" y="3454337"/>
                </a:lnTo>
                <a:lnTo>
                  <a:pt x="2727103" y="3483578"/>
                </a:lnTo>
                <a:lnTo>
                  <a:pt x="2727103" y="3510725"/>
                </a:lnTo>
                <a:lnTo>
                  <a:pt x="2669000" y="3510725"/>
                </a:lnTo>
                <a:lnTo>
                  <a:pt x="2669000" y="3501104"/>
                </a:lnTo>
                <a:cubicBezTo>
                  <a:pt x="2669000" y="3493865"/>
                  <a:pt x="2663095" y="3488055"/>
                  <a:pt x="2655951" y="3488055"/>
                </a:cubicBezTo>
                <a:lnTo>
                  <a:pt x="2627376" y="3488055"/>
                </a:lnTo>
                <a:cubicBezTo>
                  <a:pt x="2620137" y="3488055"/>
                  <a:pt x="2614327" y="3493961"/>
                  <a:pt x="2614327" y="3501104"/>
                </a:cubicBezTo>
                <a:lnTo>
                  <a:pt x="2614327" y="3529679"/>
                </a:lnTo>
                <a:cubicBezTo>
                  <a:pt x="2614327" y="3536918"/>
                  <a:pt x="2620232" y="3542729"/>
                  <a:pt x="2627376" y="3542729"/>
                </a:cubicBezTo>
                <a:lnTo>
                  <a:pt x="2639282" y="3542729"/>
                </a:lnTo>
                <a:lnTo>
                  <a:pt x="2639282" y="3574256"/>
                </a:lnTo>
                <a:cubicBezTo>
                  <a:pt x="2639282" y="3574256"/>
                  <a:pt x="2609374" y="3601688"/>
                  <a:pt x="2609374" y="3601688"/>
                </a:cubicBezTo>
                <a:lnTo>
                  <a:pt x="2609374" y="3601688"/>
                </a:lnTo>
                <a:cubicBezTo>
                  <a:pt x="2609374" y="3596354"/>
                  <a:pt x="2605088" y="3592068"/>
                  <a:pt x="2599849" y="3592068"/>
                </a:cubicBezTo>
                <a:lnTo>
                  <a:pt x="2571274" y="3592068"/>
                </a:lnTo>
                <a:cubicBezTo>
                  <a:pt x="2566035" y="3592068"/>
                  <a:pt x="2561749" y="3596354"/>
                  <a:pt x="2561749" y="3601593"/>
                </a:cubicBezTo>
                <a:lnTo>
                  <a:pt x="2561749" y="3604451"/>
                </a:lnTo>
                <a:lnTo>
                  <a:pt x="2531840" y="3576923"/>
                </a:lnTo>
                <a:lnTo>
                  <a:pt x="2531840" y="3541395"/>
                </a:lnTo>
                <a:cubicBezTo>
                  <a:pt x="2531840" y="3541395"/>
                  <a:pt x="2543842" y="3541395"/>
                  <a:pt x="2543842" y="3541395"/>
                </a:cubicBezTo>
                <a:cubicBezTo>
                  <a:pt x="2551081" y="3541395"/>
                  <a:pt x="2556891" y="3535490"/>
                  <a:pt x="2556891" y="3528346"/>
                </a:cubicBezTo>
                <a:lnTo>
                  <a:pt x="2556891" y="3499771"/>
                </a:lnTo>
                <a:cubicBezTo>
                  <a:pt x="2556891" y="3492532"/>
                  <a:pt x="2550986" y="3486722"/>
                  <a:pt x="2543842" y="3486722"/>
                </a:cubicBezTo>
                <a:lnTo>
                  <a:pt x="2515267" y="3486722"/>
                </a:lnTo>
                <a:cubicBezTo>
                  <a:pt x="2508028" y="3486722"/>
                  <a:pt x="2502218" y="3492627"/>
                  <a:pt x="2502218" y="3499771"/>
                </a:cubicBezTo>
                <a:lnTo>
                  <a:pt x="2502218" y="3528346"/>
                </a:lnTo>
                <a:cubicBezTo>
                  <a:pt x="2502218" y="3535585"/>
                  <a:pt x="2508123" y="3541395"/>
                  <a:pt x="2515267" y="3541395"/>
                </a:cubicBezTo>
                <a:lnTo>
                  <a:pt x="2526983" y="3541395"/>
                </a:lnTo>
                <a:lnTo>
                  <a:pt x="2526983" y="3579019"/>
                </a:lnTo>
                <a:cubicBezTo>
                  <a:pt x="2526983" y="3579019"/>
                  <a:pt x="2558987" y="3608451"/>
                  <a:pt x="2558987" y="3608451"/>
                </a:cubicBezTo>
                <a:lnTo>
                  <a:pt x="2527078" y="3637884"/>
                </a:lnTo>
                <a:lnTo>
                  <a:pt x="2527078" y="3674078"/>
                </a:lnTo>
                <a:lnTo>
                  <a:pt x="2515267" y="3674078"/>
                </a:lnTo>
                <a:cubicBezTo>
                  <a:pt x="2508028" y="3674078"/>
                  <a:pt x="2502218" y="3679984"/>
                  <a:pt x="2502218" y="3687128"/>
                </a:cubicBezTo>
                <a:lnTo>
                  <a:pt x="2502218" y="3715703"/>
                </a:lnTo>
                <a:cubicBezTo>
                  <a:pt x="2502218" y="3722942"/>
                  <a:pt x="2508123" y="3728752"/>
                  <a:pt x="2515267" y="3728752"/>
                </a:cubicBezTo>
                <a:lnTo>
                  <a:pt x="2527173" y="3728752"/>
                </a:lnTo>
                <a:lnTo>
                  <a:pt x="2527173" y="3749897"/>
                </a:lnTo>
                <a:lnTo>
                  <a:pt x="2540508" y="3761423"/>
                </a:lnTo>
                <a:lnTo>
                  <a:pt x="2621375" y="3761423"/>
                </a:lnTo>
                <a:lnTo>
                  <a:pt x="2621375" y="3763042"/>
                </a:lnTo>
                <a:cubicBezTo>
                  <a:pt x="2621375" y="3766757"/>
                  <a:pt x="2624423" y="3769805"/>
                  <a:pt x="2628234" y="3769805"/>
                </a:cubicBezTo>
                <a:lnTo>
                  <a:pt x="2647284" y="3769805"/>
                </a:lnTo>
                <a:cubicBezTo>
                  <a:pt x="2650998" y="3769805"/>
                  <a:pt x="2654142" y="3766757"/>
                  <a:pt x="2654142" y="3763042"/>
                </a:cubicBezTo>
                <a:lnTo>
                  <a:pt x="2654142" y="3754946"/>
                </a:lnTo>
                <a:cubicBezTo>
                  <a:pt x="2654142" y="3751231"/>
                  <a:pt x="2651093" y="3748088"/>
                  <a:pt x="2647284" y="3748088"/>
                </a:cubicBezTo>
                <a:lnTo>
                  <a:pt x="2628234" y="3748088"/>
                </a:lnTo>
                <a:cubicBezTo>
                  <a:pt x="2624519" y="3748088"/>
                  <a:pt x="2621375" y="3751136"/>
                  <a:pt x="2621375" y="3754946"/>
                </a:cubicBezTo>
                <a:lnTo>
                  <a:pt x="2621375" y="3756565"/>
                </a:lnTo>
                <a:lnTo>
                  <a:pt x="2542318" y="3756565"/>
                </a:lnTo>
                <a:lnTo>
                  <a:pt x="2532031" y="3747611"/>
                </a:lnTo>
                <a:lnTo>
                  <a:pt x="2532031" y="3728561"/>
                </a:lnTo>
                <a:lnTo>
                  <a:pt x="2543937" y="3728561"/>
                </a:lnTo>
                <a:cubicBezTo>
                  <a:pt x="2551176" y="3728561"/>
                  <a:pt x="2556986" y="3722656"/>
                  <a:pt x="2556986" y="3715512"/>
                </a:cubicBezTo>
                <a:lnTo>
                  <a:pt x="2556986" y="3686937"/>
                </a:lnTo>
                <a:cubicBezTo>
                  <a:pt x="2556986" y="3679698"/>
                  <a:pt x="2551081" y="3673888"/>
                  <a:pt x="2543937" y="3673888"/>
                </a:cubicBezTo>
                <a:lnTo>
                  <a:pt x="2531840" y="3673888"/>
                </a:lnTo>
                <a:lnTo>
                  <a:pt x="2531840" y="3639788"/>
                </a:lnTo>
                <a:cubicBezTo>
                  <a:pt x="2531840" y="3639788"/>
                  <a:pt x="2562416" y="3611690"/>
                  <a:pt x="2562416" y="3611690"/>
                </a:cubicBezTo>
                <a:cubicBezTo>
                  <a:pt x="2563559" y="3615595"/>
                  <a:pt x="2567083" y="3618452"/>
                  <a:pt x="2571369" y="3618452"/>
                </a:cubicBezTo>
                <a:lnTo>
                  <a:pt x="2599944" y="3618452"/>
                </a:lnTo>
                <a:cubicBezTo>
                  <a:pt x="2604802" y="3618452"/>
                  <a:pt x="2608707" y="3614738"/>
                  <a:pt x="2609279" y="3609975"/>
                </a:cubicBezTo>
                <a:lnTo>
                  <a:pt x="2639282" y="3637598"/>
                </a:lnTo>
                <a:lnTo>
                  <a:pt x="2639282" y="3675031"/>
                </a:lnTo>
                <a:cubicBezTo>
                  <a:pt x="2639282" y="3675031"/>
                  <a:pt x="2626043" y="3675031"/>
                  <a:pt x="2626043" y="3675031"/>
                </a:cubicBezTo>
                <a:cubicBezTo>
                  <a:pt x="2620804" y="3675031"/>
                  <a:pt x="2616518" y="3679317"/>
                  <a:pt x="2616518" y="3684556"/>
                </a:cubicBezTo>
                <a:lnTo>
                  <a:pt x="2616518" y="3713131"/>
                </a:lnTo>
                <a:cubicBezTo>
                  <a:pt x="2616518" y="3718370"/>
                  <a:pt x="2620804" y="3722656"/>
                  <a:pt x="2626043" y="3722656"/>
                </a:cubicBezTo>
                <a:lnTo>
                  <a:pt x="2654618" y="3722656"/>
                </a:lnTo>
                <a:cubicBezTo>
                  <a:pt x="2656046" y="3722656"/>
                  <a:pt x="2657285" y="3722275"/>
                  <a:pt x="2658523" y="3721799"/>
                </a:cubicBezTo>
                <a:lnTo>
                  <a:pt x="2766822" y="3822287"/>
                </a:lnTo>
                <a:lnTo>
                  <a:pt x="2766822" y="3835146"/>
                </a:lnTo>
                <a:lnTo>
                  <a:pt x="2837974" y="3902202"/>
                </a:lnTo>
                <a:cubicBezTo>
                  <a:pt x="2837784" y="3902774"/>
                  <a:pt x="2837593" y="3903345"/>
                  <a:pt x="2837593" y="3904012"/>
                </a:cubicBezTo>
                <a:lnTo>
                  <a:pt x="2837593" y="3911632"/>
                </a:lnTo>
                <a:close/>
                <a:moveTo>
                  <a:pt x="2842070" y="3904298"/>
                </a:moveTo>
                <a:cubicBezTo>
                  <a:pt x="2842070" y="3903631"/>
                  <a:pt x="2842641" y="3903059"/>
                  <a:pt x="2843308" y="3903059"/>
                </a:cubicBezTo>
                <a:lnTo>
                  <a:pt x="2863596" y="3903059"/>
                </a:lnTo>
                <a:cubicBezTo>
                  <a:pt x="2864263" y="3903059"/>
                  <a:pt x="2864834" y="3903631"/>
                  <a:pt x="2864834" y="3904298"/>
                </a:cubicBezTo>
                <a:lnTo>
                  <a:pt x="2864834" y="3911918"/>
                </a:lnTo>
                <a:cubicBezTo>
                  <a:pt x="2864834" y="3912584"/>
                  <a:pt x="2864263" y="3913156"/>
                  <a:pt x="2863596" y="3913156"/>
                </a:cubicBezTo>
                <a:lnTo>
                  <a:pt x="2843308" y="3913156"/>
                </a:lnTo>
                <a:cubicBezTo>
                  <a:pt x="2842641" y="3913156"/>
                  <a:pt x="2842070" y="3912584"/>
                  <a:pt x="2842070" y="3911918"/>
                </a:cubicBezTo>
                <a:lnTo>
                  <a:pt x="2842070" y="3904298"/>
                </a:lnTo>
                <a:close/>
                <a:moveTo>
                  <a:pt x="2607374" y="3455861"/>
                </a:moveTo>
                <a:cubicBezTo>
                  <a:pt x="2607374" y="3457004"/>
                  <a:pt x="2606421" y="3457861"/>
                  <a:pt x="2605278" y="3457861"/>
                </a:cubicBezTo>
                <a:lnTo>
                  <a:pt x="2597182" y="3457861"/>
                </a:lnTo>
                <a:cubicBezTo>
                  <a:pt x="2596039" y="3457861"/>
                  <a:pt x="2595086" y="3456909"/>
                  <a:pt x="2595086" y="3455861"/>
                </a:cubicBezTo>
                <a:lnTo>
                  <a:pt x="2595086" y="3447764"/>
                </a:lnTo>
                <a:cubicBezTo>
                  <a:pt x="2595086" y="3446621"/>
                  <a:pt x="2596039" y="3445764"/>
                  <a:pt x="2597182" y="3445764"/>
                </a:cubicBezTo>
                <a:lnTo>
                  <a:pt x="2605278" y="3445764"/>
                </a:lnTo>
                <a:cubicBezTo>
                  <a:pt x="2606421" y="3445764"/>
                  <a:pt x="2607374" y="3446717"/>
                  <a:pt x="2607374" y="3447764"/>
                </a:cubicBezTo>
                <a:lnTo>
                  <a:pt x="2607374" y="3455861"/>
                </a:lnTo>
                <a:close/>
                <a:moveTo>
                  <a:pt x="2627281" y="3535490"/>
                </a:moveTo>
                <a:cubicBezTo>
                  <a:pt x="2624042" y="3535490"/>
                  <a:pt x="2621375" y="3532823"/>
                  <a:pt x="2621375" y="3529584"/>
                </a:cubicBezTo>
                <a:lnTo>
                  <a:pt x="2621375" y="3501009"/>
                </a:lnTo>
                <a:cubicBezTo>
                  <a:pt x="2621375" y="3497771"/>
                  <a:pt x="2624042" y="3495104"/>
                  <a:pt x="2627281" y="3495104"/>
                </a:cubicBezTo>
                <a:lnTo>
                  <a:pt x="2655856" y="3495104"/>
                </a:lnTo>
                <a:cubicBezTo>
                  <a:pt x="2659094" y="3495104"/>
                  <a:pt x="2661761" y="3497771"/>
                  <a:pt x="2661761" y="3501009"/>
                </a:cubicBezTo>
                <a:lnTo>
                  <a:pt x="2661761" y="3529584"/>
                </a:lnTo>
                <a:cubicBezTo>
                  <a:pt x="2661761" y="3532823"/>
                  <a:pt x="2659094" y="3535490"/>
                  <a:pt x="2655856" y="3535490"/>
                </a:cubicBezTo>
                <a:lnTo>
                  <a:pt x="2627281" y="3535490"/>
                </a:lnTo>
                <a:close/>
                <a:moveTo>
                  <a:pt x="2515172" y="3534251"/>
                </a:moveTo>
                <a:cubicBezTo>
                  <a:pt x="2511933" y="3534251"/>
                  <a:pt x="2509266" y="3531584"/>
                  <a:pt x="2509266" y="3528346"/>
                </a:cubicBezTo>
                <a:lnTo>
                  <a:pt x="2509266" y="3499771"/>
                </a:lnTo>
                <a:cubicBezTo>
                  <a:pt x="2509266" y="3496532"/>
                  <a:pt x="2511933" y="3493865"/>
                  <a:pt x="2515172" y="3493865"/>
                </a:cubicBezTo>
                <a:lnTo>
                  <a:pt x="2543747" y="3493865"/>
                </a:lnTo>
                <a:cubicBezTo>
                  <a:pt x="2546985" y="3493865"/>
                  <a:pt x="2549652" y="3496532"/>
                  <a:pt x="2549652" y="3499771"/>
                </a:cubicBezTo>
                <a:lnTo>
                  <a:pt x="2549652" y="3528346"/>
                </a:lnTo>
                <a:cubicBezTo>
                  <a:pt x="2549652" y="3531584"/>
                  <a:pt x="2546985" y="3534251"/>
                  <a:pt x="2543747" y="3534251"/>
                </a:cubicBezTo>
                <a:lnTo>
                  <a:pt x="2515172" y="3534251"/>
                </a:lnTo>
                <a:close/>
                <a:moveTo>
                  <a:pt x="2643092" y="3753041"/>
                </a:moveTo>
                <a:lnTo>
                  <a:pt x="2647188" y="3753041"/>
                </a:lnTo>
                <a:cubicBezTo>
                  <a:pt x="2648331" y="3753041"/>
                  <a:pt x="2649284" y="3753993"/>
                  <a:pt x="2649284" y="3755136"/>
                </a:cubicBezTo>
                <a:lnTo>
                  <a:pt x="2649284" y="3763232"/>
                </a:lnTo>
                <a:cubicBezTo>
                  <a:pt x="2649284" y="3764375"/>
                  <a:pt x="2648331" y="3765233"/>
                  <a:pt x="2647188" y="3765233"/>
                </a:cubicBezTo>
                <a:lnTo>
                  <a:pt x="2643092" y="3765233"/>
                </a:lnTo>
                <a:lnTo>
                  <a:pt x="2643092" y="3753041"/>
                </a:lnTo>
                <a:close/>
                <a:moveTo>
                  <a:pt x="2626043" y="3755041"/>
                </a:moveTo>
                <a:cubicBezTo>
                  <a:pt x="2626043" y="3753898"/>
                  <a:pt x="2626995" y="3752945"/>
                  <a:pt x="2628138" y="3752945"/>
                </a:cubicBezTo>
                <a:lnTo>
                  <a:pt x="2632520" y="3752945"/>
                </a:lnTo>
                <a:lnTo>
                  <a:pt x="2632520" y="3765137"/>
                </a:lnTo>
                <a:lnTo>
                  <a:pt x="2628138" y="3765137"/>
                </a:lnTo>
                <a:cubicBezTo>
                  <a:pt x="2626995" y="3765137"/>
                  <a:pt x="2626043" y="3764185"/>
                  <a:pt x="2626043" y="3763137"/>
                </a:cubicBezTo>
                <a:lnTo>
                  <a:pt x="2626043" y="3755041"/>
                </a:lnTo>
                <a:close/>
                <a:moveTo>
                  <a:pt x="2543747" y="3681127"/>
                </a:moveTo>
                <a:cubicBezTo>
                  <a:pt x="2546985" y="3681127"/>
                  <a:pt x="2549652" y="3683794"/>
                  <a:pt x="2549652" y="3687032"/>
                </a:cubicBezTo>
                <a:lnTo>
                  <a:pt x="2549652" y="3715607"/>
                </a:lnTo>
                <a:cubicBezTo>
                  <a:pt x="2549652" y="3718846"/>
                  <a:pt x="2546985" y="3721513"/>
                  <a:pt x="2543747" y="3721513"/>
                </a:cubicBezTo>
                <a:lnTo>
                  <a:pt x="2515172" y="3721513"/>
                </a:lnTo>
                <a:cubicBezTo>
                  <a:pt x="2511933" y="3721513"/>
                  <a:pt x="2509266" y="3718846"/>
                  <a:pt x="2509266" y="3715607"/>
                </a:cubicBezTo>
                <a:lnTo>
                  <a:pt x="2509266" y="3687032"/>
                </a:lnTo>
                <a:cubicBezTo>
                  <a:pt x="2509266" y="3683794"/>
                  <a:pt x="2511933" y="3681127"/>
                  <a:pt x="2515172" y="3681127"/>
                </a:cubicBezTo>
                <a:lnTo>
                  <a:pt x="2543747" y="3681127"/>
                </a:lnTo>
                <a:close/>
                <a:moveTo>
                  <a:pt x="2561654" y="3609118"/>
                </a:moveTo>
                <a:lnTo>
                  <a:pt x="2560987" y="3608451"/>
                </a:lnTo>
                <a:lnTo>
                  <a:pt x="2561654" y="3607784"/>
                </a:lnTo>
                <a:lnTo>
                  <a:pt x="2561654" y="3609213"/>
                </a:lnTo>
                <a:close/>
                <a:moveTo>
                  <a:pt x="2609279" y="3606927"/>
                </a:moveTo>
                <a:lnTo>
                  <a:pt x="2609279" y="3605117"/>
                </a:lnTo>
                <a:lnTo>
                  <a:pt x="2610136" y="3606070"/>
                </a:lnTo>
                <a:lnTo>
                  <a:pt x="2609279" y="3607022"/>
                </a:lnTo>
                <a:close/>
                <a:moveTo>
                  <a:pt x="966407" y="2358104"/>
                </a:moveTo>
                <a:lnTo>
                  <a:pt x="972693" y="2364867"/>
                </a:lnTo>
                <a:lnTo>
                  <a:pt x="967454" y="2369725"/>
                </a:lnTo>
                <a:lnTo>
                  <a:pt x="961168" y="2362962"/>
                </a:lnTo>
                <a:lnTo>
                  <a:pt x="966407" y="2358104"/>
                </a:lnTo>
                <a:close/>
                <a:moveTo>
                  <a:pt x="2517172" y="3707321"/>
                </a:moveTo>
                <a:lnTo>
                  <a:pt x="2517172" y="3695414"/>
                </a:lnTo>
                <a:cubicBezTo>
                  <a:pt x="2517172" y="3691890"/>
                  <a:pt x="2520029" y="3689033"/>
                  <a:pt x="2523554" y="3689033"/>
                </a:cubicBezTo>
                <a:lnTo>
                  <a:pt x="2535460" y="3689033"/>
                </a:lnTo>
                <a:cubicBezTo>
                  <a:pt x="2538984" y="3689033"/>
                  <a:pt x="2541842" y="3691890"/>
                  <a:pt x="2541842" y="3695414"/>
                </a:cubicBezTo>
                <a:lnTo>
                  <a:pt x="2541842" y="3707321"/>
                </a:lnTo>
                <a:cubicBezTo>
                  <a:pt x="2541842" y="3710845"/>
                  <a:pt x="2538984" y="3713702"/>
                  <a:pt x="2535460" y="3713702"/>
                </a:cubicBezTo>
                <a:lnTo>
                  <a:pt x="2523554" y="3713702"/>
                </a:lnTo>
                <a:cubicBezTo>
                  <a:pt x="2520029" y="3713702"/>
                  <a:pt x="2517172" y="3710845"/>
                  <a:pt x="2517172" y="3707321"/>
                </a:cubicBezTo>
                <a:close/>
                <a:moveTo>
                  <a:pt x="670274" y="3671983"/>
                </a:moveTo>
                <a:lnTo>
                  <a:pt x="670274" y="3683318"/>
                </a:lnTo>
                <a:cubicBezTo>
                  <a:pt x="670274" y="3686842"/>
                  <a:pt x="667417" y="3689604"/>
                  <a:pt x="663988" y="3689604"/>
                </a:cubicBezTo>
                <a:lnTo>
                  <a:pt x="567119" y="3689604"/>
                </a:lnTo>
                <a:cubicBezTo>
                  <a:pt x="563594" y="3689604"/>
                  <a:pt x="560737" y="3686747"/>
                  <a:pt x="560737" y="3683318"/>
                </a:cubicBezTo>
                <a:lnTo>
                  <a:pt x="560737" y="3671983"/>
                </a:lnTo>
                <a:cubicBezTo>
                  <a:pt x="560737" y="3668459"/>
                  <a:pt x="563594" y="3665696"/>
                  <a:pt x="567119" y="3665696"/>
                </a:cubicBezTo>
                <a:lnTo>
                  <a:pt x="663988" y="3665696"/>
                </a:lnTo>
                <a:cubicBezTo>
                  <a:pt x="667512" y="3665696"/>
                  <a:pt x="670274" y="3668554"/>
                  <a:pt x="670274" y="3671983"/>
                </a:cubicBezTo>
                <a:close/>
                <a:moveTo>
                  <a:pt x="841629" y="3417094"/>
                </a:moveTo>
                <a:cubicBezTo>
                  <a:pt x="841629" y="3420999"/>
                  <a:pt x="838486" y="3424142"/>
                  <a:pt x="834581" y="3424142"/>
                </a:cubicBezTo>
                <a:cubicBezTo>
                  <a:pt x="830675" y="3424142"/>
                  <a:pt x="827532" y="3420999"/>
                  <a:pt x="827532" y="3417094"/>
                </a:cubicBezTo>
                <a:cubicBezTo>
                  <a:pt x="827532" y="3413188"/>
                  <a:pt x="830675" y="3410045"/>
                  <a:pt x="834581" y="3410045"/>
                </a:cubicBezTo>
                <a:cubicBezTo>
                  <a:pt x="838486" y="3410045"/>
                  <a:pt x="841629" y="3413188"/>
                  <a:pt x="841629" y="3417094"/>
                </a:cubicBezTo>
                <a:close/>
                <a:moveTo>
                  <a:pt x="953738" y="2344579"/>
                </a:moveTo>
                <a:lnTo>
                  <a:pt x="960025" y="2351342"/>
                </a:lnTo>
                <a:lnTo>
                  <a:pt x="954786" y="2356199"/>
                </a:lnTo>
                <a:lnTo>
                  <a:pt x="948500" y="2349437"/>
                </a:lnTo>
                <a:lnTo>
                  <a:pt x="953738" y="2344579"/>
                </a:lnTo>
                <a:close/>
                <a:moveTo>
                  <a:pt x="946595" y="2399824"/>
                </a:moveTo>
                <a:cubicBezTo>
                  <a:pt x="945642" y="2400205"/>
                  <a:pt x="945071" y="2401062"/>
                  <a:pt x="945071" y="2402015"/>
                </a:cubicBezTo>
                <a:lnTo>
                  <a:pt x="945071" y="2486025"/>
                </a:lnTo>
                <a:cubicBezTo>
                  <a:pt x="940118" y="2487168"/>
                  <a:pt x="936403" y="2491359"/>
                  <a:pt x="936403" y="2496598"/>
                </a:cubicBezTo>
                <a:cubicBezTo>
                  <a:pt x="936403" y="2502694"/>
                  <a:pt x="941356" y="2507647"/>
                  <a:pt x="947452" y="2507647"/>
                </a:cubicBezTo>
                <a:cubicBezTo>
                  <a:pt x="953548" y="2507647"/>
                  <a:pt x="958501" y="2502694"/>
                  <a:pt x="958501" y="2496598"/>
                </a:cubicBezTo>
                <a:cubicBezTo>
                  <a:pt x="958501" y="2491359"/>
                  <a:pt x="954786" y="2487073"/>
                  <a:pt x="949833" y="2486025"/>
                </a:cubicBezTo>
                <a:lnTo>
                  <a:pt x="949833" y="2408111"/>
                </a:lnTo>
                <a:lnTo>
                  <a:pt x="1083469" y="2551176"/>
                </a:lnTo>
                <a:cubicBezTo>
                  <a:pt x="1082516" y="2552510"/>
                  <a:pt x="1081754" y="2554034"/>
                  <a:pt x="1081373" y="2555748"/>
                </a:cubicBezTo>
                <a:cubicBezTo>
                  <a:pt x="1080611" y="2558987"/>
                  <a:pt x="1081183" y="2562225"/>
                  <a:pt x="1082897" y="2565083"/>
                </a:cubicBezTo>
                <a:cubicBezTo>
                  <a:pt x="1084612" y="2567845"/>
                  <a:pt x="1087374" y="2569845"/>
                  <a:pt x="1090613" y="2570607"/>
                </a:cubicBezTo>
                <a:cubicBezTo>
                  <a:pt x="1091565" y="2570798"/>
                  <a:pt x="1092518" y="2570893"/>
                  <a:pt x="1093470" y="2570893"/>
                </a:cubicBezTo>
                <a:cubicBezTo>
                  <a:pt x="1095756" y="2570893"/>
                  <a:pt x="1097947" y="2570226"/>
                  <a:pt x="1099947" y="2568988"/>
                </a:cubicBezTo>
                <a:cubicBezTo>
                  <a:pt x="1105757" y="2565368"/>
                  <a:pt x="1107472" y="2557748"/>
                  <a:pt x="1103852" y="2551938"/>
                </a:cubicBezTo>
                <a:lnTo>
                  <a:pt x="1103852" y="2551938"/>
                </a:lnTo>
                <a:cubicBezTo>
                  <a:pt x="1100328" y="2546223"/>
                  <a:pt x="1092803" y="2544413"/>
                  <a:pt x="1086993" y="2547938"/>
                </a:cubicBezTo>
                <a:lnTo>
                  <a:pt x="949166" y="2400491"/>
                </a:lnTo>
                <a:cubicBezTo>
                  <a:pt x="948500" y="2399824"/>
                  <a:pt x="947452" y="2399538"/>
                  <a:pt x="946595" y="2399919"/>
                </a:cubicBezTo>
                <a:close/>
                <a:moveTo>
                  <a:pt x="1086041" y="2556796"/>
                </a:moveTo>
                <a:cubicBezTo>
                  <a:pt x="1086517" y="2554796"/>
                  <a:pt x="1087660" y="2553176"/>
                  <a:pt x="1089374" y="2552034"/>
                </a:cubicBezTo>
                <a:cubicBezTo>
                  <a:pt x="1090613" y="2551271"/>
                  <a:pt x="1092041" y="2550890"/>
                  <a:pt x="1093375" y="2550890"/>
                </a:cubicBezTo>
                <a:cubicBezTo>
                  <a:pt x="1095947" y="2550890"/>
                  <a:pt x="1098423" y="2552129"/>
                  <a:pt x="1099852" y="2554415"/>
                </a:cubicBezTo>
                <a:cubicBezTo>
                  <a:pt x="1102043" y="2557939"/>
                  <a:pt x="1100995" y="2562606"/>
                  <a:pt x="1097471" y="2564892"/>
                </a:cubicBezTo>
                <a:cubicBezTo>
                  <a:pt x="1095756" y="2565940"/>
                  <a:pt x="1093756" y="2566321"/>
                  <a:pt x="1091756" y="2565845"/>
                </a:cubicBezTo>
                <a:cubicBezTo>
                  <a:pt x="1089755" y="2565368"/>
                  <a:pt x="1088136" y="2564225"/>
                  <a:pt x="1086993" y="2562511"/>
                </a:cubicBezTo>
                <a:cubicBezTo>
                  <a:pt x="1085945" y="2560796"/>
                  <a:pt x="1085564" y="2558796"/>
                  <a:pt x="1086041" y="2556796"/>
                </a:cubicBezTo>
                <a:close/>
                <a:moveTo>
                  <a:pt x="999077" y="2403443"/>
                </a:moveTo>
                <a:lnTo>
                  <a:pt x="1004316" y="2398586"/>
                </a:lnTo>
                <a:lnTo>
                  <a:pt x="1010602" y="2405348"/>
                </a:lnTo>
                <a:lnTo>
                  <a:pt x="1005364" y="2410206"/>
                </a:lnTo>
                <a:lnTo>
                  <a:pt x="999077" y="2403443"/>
                </a:lnTo>
                <a:close/>
                <a:moveTo>
                  <a:pt x="1081754" y="2301431"/>
                </a:moveTo>
                <a:cubicBezTo>
                  <a:pt x="1081754" y="2307812"/>
                  <a:pt x="1086993" y="2313051"/>
                  <a:pt x="1093375" y="2313051"/>
                </a:cubicBezTo>
                <a:cubicBezTo>
                  <a:pt x="1094994" y="2313051"/>
                  <a:pt x="1096423" y="2312765"/>
                  <a:pt x="1097852" y="2312099"/>
                </a:cubicBezTo>
                <a:lnTo>
                  <a:pt x="1124903" y="2337149"/>
                </a:lnTo>
                <a:lnTo>
                  <a:pt x="1125284" y="2337435"/>
                </a:lnTo>
                <a:lnTo>
                  <a:pt x="1243679" y="2337435"/>
                </a:lnTo>
                <a:cubicBezTo>
                  <a:pt x="1243679" y="2337435"/>
                  <a:pt x="1275683" y="2310860"/>
                  <a:pt x="1275683" y="2310860"/>
                </a:cubicBezTo>
                <a:cubicBezTo>
                  <a:pt x="1277493" y="2312099"/>
                  <a:pt x="1279589" y="2312956"/>
                  <a:pt x="1282065" y="2312956"/>
                </a:cubicBezTo>
                <a:cubicBezTo>
                  <a:pt x="1288447" y="2312956"/>
                  <a:pt x="1293686" y="2307717"/>
                  <a:pt x="1293686" y="2301335"/>
                </a:cubicBezTo>
                <a:cubicBezTo>
                  <a:pt x="1293686" y="2294954"/>
                  <a:pt x="1288447" y="2289715"/>
                  <a:pt x="1282065" y="2289715"/>
                </a:cubicBezTo>
                <a:cubicBezTo>
                  <a:pt x="1275683" y="2289715"/>
                  <a:pt x="1270445" y="2294954"/>
                  <a:pt x="1270445" y="2301335"/>
                </a:cubicBezTo>
                <a:cubicBezTo>
                  <a:pt x="1270445" y="2304479"/>
                  <a:pt x="1271683" y="2307336"/>
                  <a:pt x="1273778" y="2309432"/>
                </a:cubicBezTo>
                <a:lnTo>
                  <a:pt x="1242917" y="2335054"/>
                </a:lnTo>
                <a:lnTo>
                  <a:pt x="1126331" y="2335054"/>
                </a:lnTo>
                <a:cubicBezTo>
                  <a:pt x="1126331" y="2335054"/>
                  <a:pt x="1100042" y="2310765"/>
                  <a:pt x="1100042" y="2310765"/>
                </a:cubicBezTo>
                <a:cubicBezTo>
                  <a:pt x="1103090" y="2308670"/>
                  <a:pt x="1105186" y="2305336"/>
                  <a:pt x="1105186" y="2301335"/>
                </a:cubicBezTo>
                <a:cubicBezTo>
                  <a:pt x="1105186" y="2294954"/>
                  <a:pt x="1099947" y="2289715"/>
                  <a:pt x="1093565" y="2289715"/>
                </a:cubicBezTo>
                <a:cubicBezTo>
                  <a:pt x="1087184" y="2289715"/>
                  <a:pt x="1081945" y="2294954"/>
                  <a:pt x="1081945" y="2301335"/>
                </a:cubicBezTo>
                <a:close/>
                <a:moveTo>
                  <a:pt x="1272731" y="2301431"/>
                </a:moveTo>
                <a:cubicBezTo>
                  <a:pt x="1272731" y="2296287"/>
                  <a:pt x="1276922" y="2292191"/>
                  <a:pt x="1281970" y="2292191"/>
                </a:cubicBezTo>
                <a:cubicBezTo>
                  <a:pt x="1287018" y="2292191"/>
                  <a:pt x="1291209" y="2296382"/>
                  <a:pt x="1291209" y="2301431"/>
                </a:cubicBezTo>
                <a:cubicBezTo>
                  <a:pt x="1291209" y="2306479"/>
                  <a:pt x="1287018" y="2310670"/>
                  <a:pt x="1281970" y="2310670"/>
                </a:cubicBezTo>
                <a:cubicBezTo>
                  <a:pt x="1276922" y="2310670"/>
                  <a:pt x="1272731" y="2306479"/>
                  <a:pt x="1272731" y="2301431"/>
                </a:cubicBezTo>
                <a:close/>
                <a:moveTo>
                  <a:pt x="1102709" y="2301431"/>
                </a:moveTo>
                <a:cubicBezTo>
                  <a:pt x="1102709" y="2306574"/>
                  <a:pt x="1098518" y="2310670"/>
                  <a:pt x="1093470" y="2310670"/>
                </a:cubicBezTo>
                <a:cubicBezTo>
                  <a:pt x="1088422" y="2310670"/>
                  <a:pt x="1084231" y="2306479"/>
                  <a:pt x="1084231" y="2301431"/>
                </a:cubicBezTo>
                <a:cubicBezTo>
                  <a:pt x="1084231" y="2296382"/>
                  <a:pt x="1088422" y="2292191"/>
                  <a:pt x="1093470" y="2292191"/>
                </a:cubicBezTo>
                <a:cubicBezTo>
                  <a:pt x="1098518" y="2292191"/>
                  <a:pt x="1102709" y="2296382"/>
                  <a:pt x="1102709" y="2301431"/>
                </a:cubicBezTo>
                <a:close/>
                <a:moveTo>
                  <a:pt x="1312069" y="3469577"/>
                </a:moveTo>
                <a:lnTo>
                  <a:pt x="1312069" y="3450812"/>
                </a:lnTo>
                <a:cubicBezTo>
                  <a:pt x="1312069" y="3448717"/>
                  <a:pt x="1313783" y="3447002"/>
                  <a:pt x="1315879" y="3447002"/>
                </a:cubicBezTo>
                <a:lnTo>
                  <a:pt x="1334643" y="3447002"/>
                </a:lnTo>
                <a:cubicBezTo>
                  <a:pt x="1336739" y="3447002"/>
                  <a:pt x="1338453" y="3448717"/>
                  <a:pt x="1338453" y="3450812"/>
                </a:cubicBezTo>
                <a:lnTo>
                  <a:pt x="1338453" y="3469577"/>
                </a:lnTo>
                <a:cubicBezTo>
                  <a:pt x="1338453" y="3471672"/>
                  <a:pt x="1336739" y="3473387"/>
                  <a:pt x="1334643" y="3473387"/>
                </a:cubicBezTo>
                <a:lnTo>
                  <a:pt x="1315879" y="3473387"/>
                </a:lnTo>
                <a:cubicBezTo>
                  <a:pt x="1313783" y="3473387"/>
                  <a:pt x="1312069" y="3471672"/>
                  <a:pt x="1312069" y="3469577"/>
                </a:cubicBezTo>
                <a:close/>
                <a:moveTo>
                  <a:pt x="117824" y="4471988"/>
                </a:moveTo>
                <a:cubicBezTo>
                  <a:pt x="118205" y="4472845"/>
                  <a:pt x="118586" y="4473702"/>
                  <a:pt x="119253" y="4474369"/>
                </a:cubicBezTo>
                <a:cubicBezTo>
                  <a:pt x="120967" y="4476274"/>
                  <a:pt x="123349" y="4477227"/>
                  <a:pt x="125635" y="4477227"/>
                </a:cubicBezTo>
                <a:cubicBezTo>
                  <a:pt x="127730" y="4477227"/>
                  <a:pt x="129826" y="4476464"/>
                  <a:pt x="131445" y="4475036"/>
                </a:cubicBezTo>
                <a:cubicBezTo>
                  <a:pt x="133160" y="4473512"/>
                  <a:pt x="134207" y="4471321"/>
                  <a:pt x="134303" y="4469035"/>
                </a:cubicBezTo>
                <a:cubicBezTo>
                  <a:pt x="134398" y="4466749"/>
                  <a:pt x="133636" y="4464558"/>
                  <a:pt x="132112" y="4462748"/>
                </a:cubicBezTo>
                <a:cubicBezTo>
                  <a:pt x="130588" y="4461034"/>
                  <a:pt x="128397" y="4459986"/>
                  <a:pt x="126111" y="4459891"/>
                </a:cubicBezTo>
                <a:cubicBezTo>
                  <a:pt x="123730" y="4459701"/>
                  <a:pt x="121539" y="4460558"/>
                  <a:pt x="119825" y="4462082"/>
                </a:cubicBezTo>
                <a:cubicBezTo>
                  <a:pt x="118301" y="4463415"/>
                  <a:pt x="117539" y="4465225"/>
                  <a:pt x="117253" y="4467130"/>
                </a:cubicBezTo>
                <a:lnTo>
                  <a:pt x="23908" y="4466178"/>
                </a:lnTo>
                <a:lnTo>
                  <a:pt x="95" y="4487990"/>
                </a:lnTo>
                <a:lnTo>
                  <a:pt x="95" y="4494467"/>
                </a:lnTo>
                <a:lnTo>
                  <a:pt x="25718" y="4471035"/>
                </a:lnTo>
                <a:lnTo>
                  <a:pt x="117729" y="4471893"/>
                </a:lnTo>
                <a:close/>
                <a:moveTo>
                  <a:pt x="121920" y="4467892"/>
                </a:moveTo>
                <a:cubicBezTo>
                  <a:pt x="122111" y="4467035"/>
                  <a:pt x="122396" y="4466273"/>
                  <a:pt x="123063" y="4465701"/>
                </a:cubicBezTo>
                <a:cubicBezTo>
                  <a:pt x="123825" y="4465035"/>
                  <a:pt x="124682" y="4464654"/>
                  <a:pt x="125635" y="4464654"/>
                </a:cubicBezTo>
                <a:lnTo>
                  <a:pt x="125825" y="4464654"/>
                </a:lnTo>
                <a:cubicBezTo>
                  <a:pt x="126873" y="4464654"/>
                  <a:pt x="127826" y="4465130"/>
                  <a:pt x="128492" y="4465892"/>
                </a:cubicBezTo>
                <a:lnTo>
                  <a:pt x="128492" y="4465892"/>
                </a:lnTo>
                <a:cubicBezTo>
                  <a:pt x="129159" y="4466654"/>
                  <a:pt x="129540" y="4467702"/>
                  <a:pt x="129540" y="4468654"/>
                </a:cubicBezTo>
                <a:cubicBezTo>
                  <a:pt x="129540" y="4469702"/>
                  <a:pt x="129064" y="4470654"/>
                  <a:pt x="128302" y="4471321"/>
                </a:cubicBezTo>
                <a:cubicBezTo>
                  <a:pt x="126683" y="4472750"/>
                  <a:pt x="124206" y="4472654"/>
                  <a:pt x="122777" y="4471035"/>
                </a:cubicBezTo>
                <a:cubicBezTo>
                  <a:pt x="122301" y="4470464"/>
                  <a:pt x="122015" y="4469702"/>
                  <a:pt x="121920" y="4469035"/>
                </a:cubicBezTo>
                <a:lnTo>
                  <a:pt x="121920" y="4467797"/>
                </a:lnTo>
                <a:close/>
                <a:moveTo>
                  <a:pt x="13716" y="4639437"/>
                </a:moveTo>
                <a:lnTo>
                  <a:pt x="95" y="4623340"/>
                </a:lnTo>
                <a:lnTo>
                  <a:pt x="95" y="4615911"/>
                </a:lnTo>
                <a:lnTo>
                  <a:pt x="16574" y="4635532"/>
                </a:lnTo>
                <a:lnTo>
                  <a:pt x="80296" y="4635532"/>
                </a:lnTo>
                <a:cubicBezTo>
                  <a:pt x="81248" y="4632770"/>
                  <a:pt x="83820" y="4630865"/>
                  <a:pt x="86868" y="4630865"/>
                </a:cubicBezTo>
                <a:cubicBezTo>
                  <a:pt x="90773" y="4630865"/>
                  <a:pt x="93917" y="4634008"/>
                  <a:pt x="93917" y="4637913"/>
                </a:cubicBezTo>
                <a:cubicBezTo>
                  <a:pt x="93917" y="4641819"/>
                  <a:pt x="90773" y="4644962"/>
                  <a:pt x="86868" y="4644962"/>
                </a:cubicBezTo>
                <a:cubicBezTo>
                  <a:pt x="83820" y="4644962"/>
                  <a:pt x="81248" y="4642962"/>
                  <a:pt x="80296" y="4640295"/>
                </a:cubicBezTo>
                <a:lnTo>
                  <a:pt x="15526" y="4640295"/>
                </a:lnTo>
                <a:cubicBezTo>
                  <a:pt x="14859" y="4640295"/>
                  <a:pt x="14192" y="4640009"/>
                  <a:pt x="13716" y="4639437"/>
                </a:cubicBezTo>
                <a:close/>
                <a:moveTo>
                  <a:pt x="364712" y="2550986"/>
                </a:moveTo>
                <a:lnTo>
                  <a:pt x="380333" y="2550986"/>
                </a:lnTo>
                <a:cubicBezTo>
                  <a:pt x="383572" y="2550986"/>
                  <a:pt x="386239" y="2548319"/>
                  <a:pt x="386239" y="2545080"/>
                </a:cubicBezTo>
                <a:lnTo>
                  <a:pt x="386239" y="2529459"/>
                </a:lnTo>
                <a:cubicBezTo>
                  <a:pt x="386239" y="2526221"/>
                  <a:pt x="383572" y="2523554"/>
                  <a:pt x="380333" y="2523554"/>
                </a:cubicBezTo>
                <a:lnTo>
                  <a:pt x="364712" y="2523554"/>
                </a:lnTo>
                <a:cubicBezTo>
                  <a:pt x="361474" y="2523554"/>
                  <a:pt x="358807" y="2526221"/>
                  <a:pt x="358807" y="2529459"/>
                </a:cubicBezTo>
                <a:lnTo>
                  <a:pt x="358807" y="2535174"/>
                </a:lnTo>
                <a:lnTo>
                  <a:pt x="339852" y="2535174"/>
                </a:lnTo>
                <a:lnTo>
                  <a:pt x="324707" y="2521363"/>
                </a:lnTo>
                <a:lnTo>
                  <a:pt x="234791" y="2521172"/>
                </a:lnTo>
                <a:lnTo>
                  <a:pt x="221266" y="2505551"/>
                </a:lnTo>
                <a:cubicBezTo>
                  <a:pt x="222123" y="2504409"/>
                  <a:pt x="222790" y="2503075"/>
                  <a:pt x="223076" y="2501551"/>
                </a:cubicBezTo>
                <a:cubicBezTo>
                  <a:pt x="223552" y="2498979"/>
                  <a:pt x="222980" y="2496407"/>
                  <a:pt x="221456" y="2494312"/>
                </a:cubicBezTo>
                <a:cubicBezTo>
                  <a:pt x="219551" y="2491645"/>
                  <a:pt x="216503" y="2490216"/>
                  <a:pt x="213455" y="2490216"/>
                </a:cubicBezTo>
                <a:cubicBezTo>
                  <a:pt x="211550" y="2490216"/>
                  <a:pt x="209645" y="2490788"/>
                  <a:pt x="207931" y="2491835"/>
                </a:cubicBezTo>
                <a:cubicBezTo>
                  <a:pt x="205740" y="2493264"/>
                  <a:pt x="204216" y="2495550"/>
                  <a:pt x="203835" y="2498122"/>
                </a:cubicBezTo>
                <a:cubicBezTo>
                  <a:pt x="203835" y="2498122"/>
                  <a:pt x="203835" y="2498312"/>
                  <a:pt x="203835" y="2498408"/>
                </a:cubicBezTo>
                <a:lnTo>
                  <a:pt x="141351" y="2498408"/>
                </a:lnTo>
                <a:cubicBezTo>
                  <a:pt x="141351" y="2498408"/>
                  <a:pt x="124587" y="2478310"/>
                  <a:pt x="124587" y="2478310"/>
                </a:cubicBezTo>
                <a:lnTo>
                  <a:pt x="124587" y="2426589"/>
                </a:lnTo>
                <a:cubicBezTo>
                  <a:pt x="125730" y="2426303"/>
                  <a:pt x="126778" y="2425922"/>
                  <a:pt x="127826" y="2425256"/>
                </a:cubicBezTo>
                <a:cubicBezTo>
                  <a:pt x="130016" y="2423732"/>
                  <a:pt x="131540" y="2421541"/>
                  <a:pt x="131921" y="2418969"/>
                </a:cubicBezTo>
                <a:cubicBezTo>
                  <a:pt x="132398" y="2416397"/>
                  <a:pt x="131826" y="2413826"/>
                  <a:pt x="130302" y="2411730"/>
                </a:cubicBezTo>
                <a:cubicBezTo>
                  <a:pt x="128397" y="2409063"/>
                  <a:pt x="125349" y="2407634"/>
                  <a:pt x="122301" y="2407634"/>
                </a:cubicBezTo>
                <a:cubicBezTo>
                  <a:pt x="120396" y="2407634"/>
                  <a:pt x="118491" y="2408206"/>
                  <a:pt x="116777" y="2409254"/>
                </a:cubicBezTo>
                <a:cubicBezTo>
                  <a:pt x="114586" y="2410682"/>
                  <a:pt x="113062" y="2412968"/>
                  <a:pt x="112681" y="2415540"/>
                </a:cubicBezTo>
                <a:cubicBezTo>
                  <a:pt x="112490" y="2416778"/>
                  <a:pt x="112490" y="2418017"/>
                  <a:pt x="112681" y="2419255"/>
                </a:cubicBezTo>
                <a:lnTo>
                  <a:pt x="109919" y="2420969"/>
                </a:lnTo>
                <a:lnTo>
                  <a:pt x="32957" y="2420969"/>
                </a:lnTo>
                <a:lnTo>
                  <a:pt x="32957" y="2412587"/>
                </a:lnTo>
                <a:cubicBezTo>
                  <a:pt x="32957" y="2408587"/>
                  <a:pt x="29718" y="2405444"/>
                  <a:pt x="25813" y="2405444"/>
                </a:cubicBezTo>
                <a:lnTo>
                  <a:pt x="95" y="2405444"/>
                </a:lnTo>
                <a:lnTo>
                  <a:pt x="95" y="2410206"/>
                </a:lnTo>
                <a:lnTo>
                  <a:pt x="25813" y="2410206"/>
                </a:lnTo>
                <a:cubicBezTo>
                  <a:pt x="27146" y="2410206"/>
                  <a:pt x="28194" y="2411254"/>
                  <a:pt x="28194" y="2412587"/>
                </a:cubicBezTo>
                <a:lnTo>
                  <a:pt x="28194" y="2434114"/>
                </a:lnTo>
                <a:cubicBezTo>
                  <a:pt x="28194" y="2435447"/>
                  <a:pt x="27146" y="2436495"/>
                  <a:pt x="25813" y="2436495"/>
                </a:cubicBezTo>
                <a:lnTo>
                  <a:pt x="95" y="2436495"/>
                </a:lnTo>
                <a:lnTo>
                  <a:pt x="95" y="2441258"/>
                </a:lnTo>
                <a:lnTo>
                  <a:pt x="25813" y="2441258"/>
                </a:lnTo>
                <a:cubicBezTo>
                  <a:pt x="29813" y="2441258"/>
                  <a:pt x="32957" y="2438019"/>
                  <a:pt x="32957" y="2434114"/>
                </a:cubicBezTo>
                <a:lnTo>
                  <a:pt x="32957" y="2425732"/>
                </a:lnTo>
                <a:lnTo>
                  <a:pt x="111252" y="2425732"/>
                </a:lnTo>
                <a:lnTo>
                  <a:pt x="114872" y="2423446"/>
                </a:lnTo>
                <a:cubicBezTo>
                  <a:pt x="116205" y="2424970"/>
                  <a:pt x="117920" y="2426018"/>
                  <a:pt x="119825" y="2426494"/>
                </a:cubicBezTo>
                <a:lnTo>
                  <a:pt x="119825" y="2479929"/>
                </a:lnTo>
                <a:cubicBezTo>
                  <a:pt x="119825" y="2479929"/>
                  <a:pt x="139065" y="2503075"/>
                  <a:pt x="139065" y="2503075"/>
                </a:cubicBezTo>
                <a:lnTo>
                  <a:pt x="204407" y="2503075"/>
                </a:lnTo>
                <a:cubicBezTo>
                  <a:pt x="204692" y="2503837"/>
                  <a:pt x="204978" y="2504599"/>
                  <a:pt x="205454" y="2505266"/>
                </a:cubicBezTo>
                <a:cubicBezTo>
                  <a:pt x="208217" y="2509076"/>
                  <a:pt x="213265" y="2510219"/>
                  <a:pt x="217551" y="2508313"/>
                </a:cubicBezTo>
                <a:lnTo>
                  <a:pt x="232696" y="2525744"/>
                </a:lnTo>
                <a:lnTo>
                  <a:pt x="322898" y="2525935"/>
                </a:lnTo>
                <a:lnTo>
                  <a:pt x="338042" y="2539746"/>
                </a:lnTo>
                <a:lnTo>
                  <a:pt x="358902" y="2539746"/>
                </a:lnTo>
                <a:lnTo>
                  <a:pt x="358902" y="2544794"/>
                </a:lnTo>
                <a:cubicBezTo>
                  <a:pt x="358902" y="2548033"/>
                  <a:pt x="361569" y="2550700"/>
                  <a:pt x="364808" y="2550700"/>
                </a:cubicBezTo>
                <a:close/>
                <a:moveTo>
                  <a:pt x="363569" y="2529459"/>
                </a:moveTo>
                <a:cubicBezTo>
                  <a:pt x="363569" y="2528792"/>
                  <a:pt x="364141" y="2528316"/>
                  <a:pt x="364712" y="2528316"/>
                </a:cubicBezTo>
                <a:lnTo>
                  <a:pt x="380333" y="2528316"/>
                </a:lnTo>
                <a:cubicBezTo>
                  <a:pt x="381000" y="2528316"/>
                  <a:pt x="381476" y="2528888"/>
                  <a:pt x="381476" y="2529459"/>
                </a:cubicBezTo>
                <a:lnTo>
                  <a:pt x="381476" y="2545080"/>
                </a:lnTo>
                <a:cubicBezTo>
                  <a:pt x="381476" y="2545747"/>
                  <a:pt x="380905" y="2546223"/>
                  <a:pt x="380333" y="2546223"/>
                </a:cubicBezTo>
                <a:lnTo>
                  <a:pt x="364712" y="2546223"/>
                </a:lnTo>
                <a:cubicBezTo>
                  <a:pt x="364046" y="2546223"/>
                  <a:pt x="363569" y="2545652"/>
                  <a:pt x="363569" y="2545080"/>
                </a:cubicBezTo>
                <a:lnTo>
                  <a:pt x="363569" y="2529459"/>
                </a:lnTo>
                <a:close/>
                <a:moveTo>
                  <a:pt x="142685" y="4545045"/>
                </a:moveTo>
                <a:cubicBezTo>
                  <a:pt x="144399" y="4546949"/>
                  <a:pt x="146780" y="4547902"/>
                  <a:pt x="149066" y="4547902"/>
                </a:cubicBezTo>
                <a:cubicBezTo>
                  <a:pt x="151162" y="4547902"/>
                  <a:pt x="153257" y="4547140"/>
                  <a:pt x="154877" y="4545711"/>
                </a:cubicBezTo>
                <a:cubicBezTo>
                  <a:pt x="156591" y="4544187"/>
                  <a:pt x="157639" y="4541996"/>
                  <a:pt x="157734" y="4539711"/>
                </a:cubicBezTo>
                <a:cubicBezTo>
                  <a:pt x="157829" y="4537424"/>
                  <a:pt x="157067" y="4535138"/>
                  <a:pt x="155543" y="4533424"/>
                </a:cubicBezTo>
                <a:cubicBezTo>
                  <a:pt x="154019" y="4531710"/>
                  <a:pt x="151829" y="4530662"/>
                  <a:pt x="149543" y="4530567"/>
                </a:cubicBezTo>
                <a:cubicBezTo>
                  <a:pt x="147161" y="4530376"/>
                  <a:pt x="145066" y="4531233"/>
                  <a:pt x="143256" y="4532757"/>
                </a:cubicBezTo>
                <a:cubicBezTo>
                  <a:pt x="141732" y="4534091"/>
                  <a:pt x="140970" y="4535901"/>
                  <a:pt x="140684" y="4537805"/>
                </a:cubicBezTo>
                <a:lnTo>
                  <a:pt x="75914" y="4536948"/>
                </a:lnTo>
                <a:lnTo>
                  <a:pt x="38291" y="4571334"/>
                </a:lnTo>
                <a:lnTo>
                  <a:pt x="95" y="4571334"/>
                </a:lnTo>
                <a:lnTo>
                  <a:pt x="95" y="4576096"/>
                </a:lnTo>
                <a:lnTo>
                  <a:pt x="40196" y="4576096"/>
                </a:lnTo>
                <a:lnTo>
                  <a:pt x="77819" y="4541711"/>
                </a:lnTo>
                <a:lnTo>
                  <a:pt x="141351" y="4542568"/>
                </a:lnTo>
                <a:cubicBezTo>
                  <a:pt x="141732" y="4543425"/>
                  <a:pt x="142113" y="4544282"/>
                  <a:pt x="142780" y="4544949"/>
                </a:cubicBezTo>
                <a:close/>
                <a:moveTo>
                  <a:pt x="145352" y="4538472"/>
                </a:moveTo>
                <a:cubicBezTo>
                  <a:pt x="145542" y="4537710"/>
                  <a:pt x="145828" y="4536853"/>
                  <a:pt x="146495" y="4536281"/>
                </a:cubicBezTo>
                <a:cubicBezTo>
                  <a:pt x="147257" y="4535615"/>
                  <a:pt x="148114" y="4535234"/>
                  <a:pt x="149066" y="4535234"/>
                </a:cubicBezTo>
                <a:lnTo>
                  <a:pt x="149257" y="4535234"/>
                </a:lnTo>
                <a:cubicBezTo>
                  <a:pt x="150305" y="4535234"/>
                  <a:pt x="151257" y="4535710"/>
                  <a:pt x="151924" y="4536472"/>
                </a:cubicBezTo>
                <a:lnTo>
                  <a:pt x="151924" y="4536472"/>
                </a:lnTo>
                <a:cubicBezTo>
                  <a:pt x="152591" y="4537234"/>
                  <a:pt x="152972" y="4538282"/>
                  <a:pt x="152972" y="4539234"/>
                </a:cubicBezTo>
                <a:cubicBezTo>
                  <a:pt x="152972" y="4540282"/>
                  <a:pt x="152495" y="4541235"/>
                  <a:pt x="151733" y="4541901"/>
                </a:cubicBezTo>
                <a:cubicBezTo>
                  <a:pt x="150114" y="4543330"/>
                  <a:pt x="147638" y="4543235"/>
                  <a:pt x="146209" y="4541615"/>
                </a:cubicBezTo>
                <a:cubicBezTo>
                  <a:pt x="145637" y="4541044"/>
                  <a:pt x="145447" y="4540282"/>
                  <a:pt x="145352" y="4539615"/>
                </a:cubicBezTo>
                <a:lnTo>
                  <a:pt x="145352" y="4538282"/>
                </a:lnTo>
                <a:close/>
                <a:moveTo>
                  <a:pt x="37243" y="3986784"/>
                </a:moveTo>
                <a:lnTo>
                  <a:pt x="95" y="4019550"/>
                </a:lnTo>
                <a:lnTo>
                  <a:pt x="95" y="4025932"/>
                </a:lnTo>
                <a:lnTo>
                  <a:pt x="42005" y="3988975"/>
                </a:lnTo>
                <a:lnTo>
                  <a:pt x="42005" y="3962591"/>
                </a:lnTo>
                <a:cubicBezTo>
                  <a:pt x="42005" y="3962591"/>
                  <a:pt x="58293" y="3947541"/>
                  <a:pt x="58293" y="3947541"/>
                </a:cubicBezTo>
                <a:cubicBezTo>
                  <a:pt x="58674" y="3947732"/>
                  <a:pt x="58865" y="3948113"/>
                  <a:pt x="59246" y="3948208"/>
                </a:cubicBezTo>
                <a:cubicBezTo>
                  <a:pt x="60579" y="3948875"/>
                  <a:pt x="62008" y="3949160"/>
                  <a:pt x="63437" y="3949160"/>
                </a:cubicBezTo>
                <a:cubicBezTo>
                  <a:pt x="64580" y="3949160"/>
                  <a:pt x="65723" y="3948970"/>
                  <a:pt x="66770" y="3948589"/>
                </a:cubicBezTo>
                <a:cubicBezTo>
                  <a:pt x="71914" y="3946779"/>
                  <a:pt x="74581" y="3941064"/>
                  <a:pt x="72771" y="3935921"/>
                </a:cubicBezTo>
                <a:cubicBezTo>
                  <a:pt x="71914" y="3933444"/>
                  <a:pt x="70104" y="3931444"/>
                  <a:pt x="67723" y="3930301"/>
                </a:cubicBezTo>
                <a:cubicBezTo>
                  <a:pt x="65342" y="3929158"/>
                  <a:pt x="62675" y="3929063"/>
                  <a:pt x="60103" y="3929920"/>
                </a:cubicBezTo>
                <a:cubicBezTo>
                  <a:pt x="54959" y="3931730"/>
                  <a:pt x="52292" y="3937445"/>
                  <a:pt x="54102" y="3942588"/>
                </a:cubicBezTo>
                <a:cubicBezTo>
                  <a:pt x="54293" y="3943160"/>
                  <a:pt x="54674" y="3943541"/>
                  <a:pt x="54959" y="3944017"/>
                </a:cubicBezTo>
                <a:lnTo>
                  <a:pt x="37243" y="3960400"/>
                </a:lnTo>
                <a:lnTo>
                  <a:pt x="37243" y="3986689"/>
                </a:lnTo>
                <a:close/>
                <a:moveTo>
                  <a:pt x="61817" y="3934492"/>
                </a:moveTo>
                <a:cubicBezTo>
                  <a:pt x="62389" y="3934301"/>
                  <a:pt x="62960" y="3934206"/>
                  <a:pt x="63532" y="3934206"/>
                </a:cubicBezTo>
                <a:cubicBezTo>
                  <a:pt x="64294" y="3934206"/>
                  <a:pt x="65056" y="3934397"/>
                  <a:pt x="65723" y="3934682"/>
                </a:cubicBezTo>
                <a:cubicBezTo>
                  <a:pt x="66961" y="3935254"/>
                  <a:pt x="67913" y="3936302"/>
                  <a:pt x="68390" y="3937635"/>
                </a:cubicBezTo>
                <a:cubicBezTo>
                  <a:pt x="69342" y="3940302"/>
                  <a:pt x="67913" y="3943255"/>
                  <a:pt x="65246" y="3944207"/>
                </a:cubicBezTo>
                <a:cubicBezTo>
                  <a:pt x="62579" y="3945160"/>
                  <a:pt x="59627" y="3943731"/>
                  <a:pt x="58674" y="3941064"/>
                </a:cubicBezTo>
                <a:cubicBezTo>
                  <a:pt x="57722" y="3938397"/>
                  <a:pt x="59150" y="3935444"/>
                  <a:pt x="61817" y="3934492"/>
                </a:cubicBezTo>
                <a:close/>
                <a:moveTo>
                  <a:pt x="1261396" y="3469577"/>
                </a:moveTo>
                <a:lnTo>
                  <a:pt x="1261396" y="3450812"/>
                </a:lnTo>
                <a:cubicBezTo>
                  <a:pt x="1261396" y="3448717"/>
                  <a:pt x="1263110" y="3447002"/>
                  <a:pt x="1265206" y="3447002"/>
                </a:cubicBezTo>
                <a:lnTo>
                  <a:pt x="1283970" y="3447002"/>
                </a:lnTo>
                <a:cubicBezTo>
                  <a:pt x="1286066" y="3447002"/>
                  <a:pt x="1287780" y="3448717"/>
                  <a:pt x="1287780" y="3450812"/>
                </a:cubicBezTo>
                <a:lnTo>
                  <a:pt x="1287780" y="3469577"/>
                </a:lnTo>
                <a:cubicBezTo>
                  <a:pt x="1287780" y="3471672"/>
                  <a:pt x="1286066" y="3473387"/>
                  <a:pt x="1283970" y="3473387"/>
                </a:cubicBezTo>
                <a:lnTo>
                  <a:pt x="1265206" y="3473387"/>
                </a:lnTo>
                <a:cubicBezTo>
                  <a:pt x="1263110" y="3473387"/>
                  <a:pt x="1261396" y="3471672"/>
                  <a:pt x="1261396" y="3469577"/>
                </a:cubicBezTo>
                <a:close/>
                <a:moveTo>
                  <a:pt x="1362837" y="3469577"/>
                </a:moveTo>
                <a:lnTo>
                  <a:pt x="1362837" y="3450812"/>
                </a:lnTo>
                <a:cubicBezTo>
                  <a:pt x="1362837" y="3448717"/>
                  <a:pt x="1364552" y="3447002"/>
                  <a:pt x="1366647" y="3447002"/>
                </a:cubicBezTo>
                <a:lnTo>
                  <a:pt x="1385411" y="3447002"/>
                </a:lnTo>
                <a:cubicBezTo>
                  <a:pt x="1387507" y="3447002"/>
                  <a:pt x="1389221" y="3448717"/>
                  <a:pt x="1389221" y="3450812"/>
                </a:cubicBezTo>
                <a:lnTo>
                  <a:pt x="1389221" y="3469577"/>
                </a:lnTo>
                <a:cubicBezTo>
                  <a:pt x="1389221" y="3471672"/>
                  <a:pt x="1387507" y="3473387"/>
                  <a:pt x="1385411" y="3473387"/>
                </a:cubicBezTo>
                <a:lnTo>
                  <a:pt x="1366647" y="3473387"/>
                </a:lnTo>
                <a:cubicBezTo>
                  <a:pt x="1364552" y="3473387"/>
                  <a:pt x="1362837" y="3471672"/>
                  <a:pt x="1362837" y="3469577"/>
                </a:cubicBezTo>
                <a:close/>
                <a:moveTo>
                  <a:pt x="1231202" y="2122646"/>
                </a:moveTo>
                <a:cubicBezTo>
                  <a:pt x="1226915" y="2122646"/>
                  <a:pt x="1223486" y="2126171"/>
                  <a:pt x="1223486" y="2130362"/>
                </a:cubicBezTo>
                <a:cubicBezTo>
                  <a:pt x="1223486" y="2134553"/>
                  <a:pt x="1227011" y="2138077"/>
                  <a:pt x="1231202" y="2138077"/>
                </a:cubicBezTo>
                <a:cubicBezTo>
                  <a:pt x="1235393" y="2138077"/>
                  <a:pt x="1239012" y="2134553"/>
                  <a:pt x="1239012" y="2130362"/>
                </a:cubicBezTo>
                <a:cubicBezTo>
                  <a:pt x="1239012" y="2126171"/>
                  <a:pt x="1235488" y="2122646"/>
                  <a:pt x="1231202" y="2122646"/>
                </a:cubicBezTo>
                <a:close/>
                <a:moveTo>
                  <a:pt x="1231202" y="2135791"/>
                </a:moveTo>
                <a:cubicBezTo>
                  <a:pt x="1228249" y="2135791"/>
                  <a:pt x="1225868" y="2133410"/>
                  <a:pt x="1225868" y="2130457"/>
                </a:cubicBezTo>
                <a:cubicBezTo>
                  <a:pt x="1225868" y="2127504"/>
                  <a:pt x="1228249" y="2125123"/>
                  <a:pt x="1231202" y="2125123"/>
                </a:cubicBezTo>
                <a:cubicBezTo>
                  <a:pt x="1234154" y="2125123"/>
                  <a:pt x="1236631" y="2127504"/>
                  <a:pt x="1236631" y="2130457"/>
                </a:cubicBezTo>
                <a:cubicBezTo>
                  <a:pt x="1236631" y="2133410"/>
                  <a:pt x="1234250" y="2135791"/>
                  <a:pt x="1231202" y="2135791"/>
                </a:cubicBezTo>
                <a:close/>
                <a:moveTo>
                  <a:pt x="1840611" y="3393853"/>
                </a:moveTo>
                <a:cubicBezTo>
                  <a:pt x="1839373" y="3393853"/>
                  <a:pt x="1838230" y="3394043"/>
                  <a:pt x="1837087" y="3394424"/>
                </a:cubicBezTo>
                <a:lnTo>
                  <a:pt x="1816703" y="3366897"/>
                </a:lnTo>
                <a:lnTo>
                  <a:pt x="1816703" y="3366230"/>
                </a:lnTo>
                <a:cubicBezTo>
                  <a:pt x="1816703" y="3362516"/>
                  <a:pt x="1813655" y="3359563"/>
                  <a:pt x="1810036" y="3359563"/>
                </a:cubicBezTo>
                <a:lnTo>
                  <a:pt x="1783937" y="3359563"/>
                </a:lnTo>
                <a:cubicBezTo>
                  <a:pt x="1780223" y="3359563"/>
                  <a:pt x="1777270" y="3362516"/>
                  <a:pt x="1777270" y="3366230"/>
                </a:cubicBezTo>
                <a:lnTo>
                  <a:pt x="1777270" y="3371374"/>
                </a:lnTo>
                <a:cubicBezTo>
                  <a:pt x="1777079" y="3372422"/>
                  <a:pt x="1776889" y="3373565"/>
                  <a:pt x="1776794" y="3374708"/>
                </a:cubicBezTo>
                <a:cubicBezTo>
                  <a:pt x="1776603" y="3373565"/>
                  <a:pt x="1776508" y="3372326"/>
                  <a:pt x="1776413" y="3371374"/>
                </a:cubicBezTo>
                <a:cubicBezTo>
                  <a:pt x="1775365" y="3362325"/>
                  <a:pt x="1774793" y="3357848"/>
                  <a:pt x="1771269" y="3357848"/>
                </a:cubicBezTo>
                <a:lnTo>
                  <a:pt x="1771269" y="3357848"/>
                </a:lnTo>
                <a:cubicBezTo>
                  <a:pt x="1767745" y="3357848"/>
                  <a:pt x="1767173" y="3362420"/>
                  <a:pt x="1766126" y="3371374"/>
                </a:cubicBezTo>
                <a:cubicBezTo>
                  <a:pt x="1766030" y="3372422"/>
                  <a:pt x="1765840" y="3373565"/>
                  <a:pt x="1765745" y="3374708"/>
                </a:cubicBezTo>
                <a:cubicBezTo>
                  <a:pt x="1765554" y="3373565"/>
                  <a:pt x="1765459" y="3372326"/>
                  <a:pt x="1765364" y="3371374"/>
                </a:cubicBezTo>
                <a:cubicBezTo>
                  <a:pt x="1764316" y="3362325"/>
                  <a:pt x="1763744" y="3357753"/>
                  <a:pt x="1760220" y="3357753"/>
                </a:cubicBezTo>
                <a:lnTo>
                  <a:pt x="1760220" y="3357753"/>
                </a:lnTo>
                <a:cubicBezTo>
                  <a:pt x="1756696" y="3357753"/>
                  <a:pt x="1756124" y="3362325"/>
                  <a:pt x="1755077" y="3371279"/>
                </a:cubicBezTo>
                <a:cubicBezTo>
                  <a:pt x="1754981" y="3372326"/>
                  <a:pt x="1754791" y="3373469"/>
                  <a:pt x="1754600" y="3374708"/>
                </a:cubicBezTo>
                <a:cubicBezTo>
                  <a:pt x="1754410" y="3373565"/>
                  <a:pt x="1754315" y="3372326"/>
                  <a:pt x="1754219" y="3371279"/>
                </a:cubicBezTo>
                <a:cubicBezTo>
                  <a:pt x="1753172" y="3362230"/>
                  <a:pt x="1752600" y="3357753"/>
                  <a:pt x="1749076" y="3357753"/>
                </a:cubicBezTo>
                <a:lnTo>
                  <a:pt x="1749076" y="3357753"/>
                </a:lnTo>
                <a:cubicBezTo>
                  <a:pt x="1745552" y="3357753"/>
                  <a:pt x="1744980" y="3362325"/>
                  <a:pt x="1743932" y="3371279"/>
                </a:cubicBezTo>
                <a:cubicBezTo>
                  <a:pt x="1743837" y="3372326"/>
                  <a:pt x="1743647" y="3373565"/>
                  <a:pt x="1743456" y="3374708"/>
                </a:cubicBezTo>
                <a:cubicBezTo>
                  <a:pt x="1743266" y="3373469"/>
                  <a:pt x="1743170" y="3372326"/>
                  <a:pt x="1742980" y="3371279"/>
                </a:cubicBezTo>
                <a:cubicBezTo>
                  <a:pt x="1741932" y="3362230"/>
                  <a:pt x="1741361" y="3357753"/>
                  <a:pt x="1737836" y="3357753"/>
                </a:cubicBezTo>
                <a:lnTo>
                  <a:pt x="1737836" y="3357753"/>
                </a:lnTo>
                <a:cubicBezTo>
                  <a:pt x="1734312" y="3357753"/>
                  <a:pt x="1733741" y="3362325"/>
                  <a:pt x="1732693" y="3371279"/>
                </a:cubicBezTo>
                <a:cubicBezTo>
                  <a:pt x="1732598" y="3372326"/>
                  <a:pt x="1732407" y="3373469"/>
                  <a:pt x="1732217" y="3374612"/>
                </a:cubicBezTo>
                <a:cubicBezTo>
                  <a:pt x="1732026" y="3373469"/>
                  <a:pt x="1731931" y="3372231"/>
                  <a:pt x="1731836" y="3371279"/>
                </a:cubicBezTo>
                <a:cubicBezTo>
                  <a:pt x="1730788" y="3362230"/>
                  <a:pt x="1730216" y="3357753"/>
                  <a:pt x="1726692" y="3357753"/>
                </a:cubicBezTo>
                <a:lnTo>
                  <a:pt x="1726692" y="3357753"/>
                </a:lnTo>
                <a:cubicBezTo>
                  <a:pt x="1723168" y="3357753"/>
                  <a:pt x="1722596" y="3362325"/>
                  <a:pt x="1721549" y="3371279"/>
                </a:cubicBezTo>
                <a:cubicBezTo>
                  <a:pt x="1721453" y="3372326"/>
                  <a:pt x="1721263" y="3373469"/>
                  <a:pt x="1721168" y="3374612"/>
                </a:cubicBezTo>
                <a:cubicBezTo>
                  <a:pt x="1720977" y="3373469"/>
                  <a:pt x="1720882" y="3372326"/>
                  <a:pt x="1720787" y="3371279"/>
                </a:cubicBezTo>
                <a:cubicBezTo>
                  <a:pt x="1719739" y="3362230"/>
                  <a:pt x="1719167" y="3357753"/>
                  <a:pt x="1715643" y="3357753"/>
                </a:cubicBezTo>
                <a:lnTo>
                  <a:pt x="1715643" y="3357753"/>
                </a:lnTo>
                <a:cubicBezTo>
                  <a:pt x="1712119" y="3357753"/>
                  <a:pt x="1711643" y="3362325"/>
                  <a:pt x="1710500" y="3371279"/>
                </a:cubicBezTo>
                <a:cubicBezTo>
                  <a:pt x="1710404" y="3372326"/>
                  <a:pt x="1710214" y="3373469"/>
                  <a:pt x="1710119" y="3374612"/>
                </a:cubicBezTo>
                <a:cubicBezTo>
                  <a:pt x="1709928" y="3373469"/>
                  <a:pt x="1709833" y="3372326"/>
                  <a:pt x="1709738" y="3371279"/>
                </a:cubicBezTo>
                <a:cubicBezTo>
                  <a:pt x="1708690" y="3362230"/>
                  <a:pt x="1708118" y="3357753"/>
                  <a:pt x="1704594" y="3357753"/>
                </a:cubicBezTo>
                <a:lnTo>
                  <a:pt x="1704594" y="3357753"/>
                </a:lnTo>
                <a:cubicBezTo>
                  <a:pt x="1701070" y="3357753"/>
                  <a:pt x="1700594" y="3362325"/>
                  <a:pt x="1699451" y="3371279"/>
                </a:cubicBezTo>
                <a:cubicBezTo>
                  <a:pt x="1699355" y="3372326"/>
                  <a:pt x="1699165" y="3373469"/>
                  <a:pt x="1699070" y="3374612"/>
                </a:cubicBezTo>
                <a:cubicBezTo>
                  <a:pt x="1698879" y="3373469"/>
                  <a:pt x="1698784" y="3372326"/>
                  <a:pt x="1698689" y="3371279"/>
                </a:cubicBezTo>
                <a:cubicBezTo>
                  <a:pt x="1697641" y="3362230"/>
                  <a:pt x="1697069" y="3357753"/>
                  <a:pt x="1693545" y="3357753"/>
                </a:cubicBezTo>
                <a:lnTo>
                  <a:pt x="1693545" y="3357753"/>
                </a:lnTo>
                <a:cubicBezTo>
                  <a:pt x="1690021" y="3357753"/>
                  <a:pt x="1689545" y="3362325"/>
                  <a:pt x="1688402" y="3371279"/>
                </a:cubicBezTo>
                <a:cubicBezTo>
                  <a:pt x="1688306" y="3372326"/>
                  <a:pt x="1688116" y="3373469"/>
                  <a:pt x="1688021" y="3374612"/>
                </a:cubicBezTo>
                <a:cubicBezTo>
                  <a:pt x="1687830" y="3373469"/>
                  <a:pt x="1687735" y="3372326"/>
                  <a:pt x="1687640" y="3371279"/>
                </a:cubicBezTo>
                <a:cubicBezTo>
                  <a:pt x="1686592" y="3362230"/>
                  <a:pt x="1686020" y="3357753"/>
                  <a:pt x="1682496" y="3357753"/>
                </a:cubicBezTo>
                <a:lnTo>
                  <a:pt x="1682496" y="3357753"/>
                </a:lnTo>
                <a:cubicBezTo>
                  <a:pt x="1678972" y="3357753"/>
                  <a:pt x="1678496" y="3362325"/>
                  <a:pt x="1677353" y="3371279"/>
                </a:cubicBezTo>
                <a:cubicBezTo>
                  <a:pt x="1677257" y="3372326"/>
                  <a:pt x="1677067" y="3373469"/>
                  <a:pt x="1676972" y="3374612"/>
                </a:cubicBezTo>
                <a:cubicBezTo>
                  <a:pt x="1676781" y="3373469"/>
                  <a:pt x="1676686" y="3372326"/>
                  <a:pt x="1676591" y="3371279"/>
                </a:cubicBezTo>
                <a:cubicBezTo>
                  <a:pt x="1675543" y="3362230"/>
                  <a:pt x="1674971" y="3357658"/>
                  <a:pt x="1671447" y="3357658"/>
                </a:cubicBezTo>
                <a:lnTo>
                  <a:pt x="1671447" y="3357658"/>
                </a:lnTo>
                <a:cubicBezTo>
                  <a:pt x="1667923" y="3357658"/>
                  <a:pt x="1667351" y="3362230"/>
                  <a:pt x="1666303" y="3371184"/>
                </a:cubicBezTo>
                <a:cubicBezTo>
                  <a:pt x="1666208" y="3372231"/>
                  <a:pt x="1666018" y="3373374"/>
                  <a:pt x="1665923" y="3374517"/>
                </a:cubicBezTo>
                <a:cubicBezTo>
                  <a:pt x="1665732" y="3373374"/>
                  <a:pt x="1665637" y="3372136"/>
                  <a:pt x="1665542" y="3371184"/>
                </a:cubicBezTo>
                <a:cubicBezTo>
                  <a:pt x="1664494" y="3362135"/>
                  <a:pt x="1663922" y="3357658"/>
                  <a:pt x="1660398" y="3357658"/>
                </a:cubicBezTo>
                <a:lnTo>
                  <a:pt x="1660398" y="3357658"/>
                </a:lnTo>
                <a:cubicBezTo>
                  <a:pt x="1656874" y="3357658"/>
                  <a:pt x="1656302" y="3362230"/>
                  <a:pt x="1655255" y="3371184"/>
                </a:cubicBezTo>
                <a:cubicBezTo>
                  <a:pt x="1655159" y="3372231"/>
                  <a:pt x="1654969" y="3373374"/>
                  <a:pt x="1654778" y="3374612"/>
                </a:cubicBezTo>
                <a:cubicBezTo>
                  <a:pt x="1654588" y="3373469"/>
                  <a:pt x="1654493" y="3372231"/>
                  <a:pt x="1654397" y="3371184"/>
                </a:cubicBezTo>
                <a:cubicBezTo>
                  <a:pt x="1653350" y="3362135"/>
                  <a:pt x="1652778" y="3357658"/>
                  <a:pt x="1649254" y="3357658"/>
                </a:cubicBezTo>
                <a:lnTo>
                  <a:pt x="1649254" y="3357658"/>
                </a:lnTo>
                <a:cubicBezTo>
                  <a:pt x="1645730" y="3357658"/>
                  <a:pt x="1645158" y="3362230"/>
                  <a:pt x="1644110" y="3371184"/>
                </a:cubicBezTo>
                <a:cubicBezTo>
                  <a:pt x="1644015" y="3372231"/>
                  <a:pt x="1643825" y="3373374"/>
                  <a:pt x="1643634" y="3374612"/>
                </a:cubicBezTo>
                <a:cubicBezTo>
                  <a:pt x="1643444" y="3373469"/>
                  <a:pt x="1643348" y="3372231"/>
                  <a:pt x="1643253" y="3371184"/>
                </a:cubicBezTo>
                <a:cubicBezTo>
                  <a:pt x="1642205" y="3362135"/>
                  <a:pt x="1641634" y="3357658"/>
                  <a:pt x="1638110" y="3357658"/>
                </a:cubicBezTo>
                <a:lnTo>
                  <a:pt x="1638110" y="3357658"/>
                </a:lnTo>
                <a:cubicBezTo>
                  <a:pt x="1634585" y="3357658"/>
                  <a:pt x="1634014" y="3362230"/>
                  <a:pt x="1632966" y="3371184"/>
                </a:cubicBezTo>
                <a:cubicBezTo>
                  <a:pt x="1632871" y="3372231"/>
                  <a:pt x="1632680" y="3373374"/>
                  <a:pt x="1632585" y="3374517"/>
                </a:cubicBezTo>
                <a:cubicBezTo>
                  <a:pt x="1632395" y="3373374"/>
                  <a:pt x="1632299" y="3372231"/>
                  <a:pt x="1632204" y="3371184"/>
                </a:cubicBezTo>
                <a:lnTo>
                  <a:pt x="1632204" y="3370231"/>
                </a:lnTo>
                <a:cubicBezTo>
                  <a:pt x="1632204" y="3370231"/>
                  <a:pt x="1632109" y="3366230"/>
                  <a:pt x="1632109" y="3366230"/>
                </a:cubicBezTo>
                <a:cubicBezTo>
                  <a:pt x="1632109" y="3362516"/>
                  <a:pt x="1629156" y="3359563"/>
                  <a:pt x="1625441" y="3359563"/>
                </a:cubicBezTo>
                <a:lnTo>
                  <a:pt x="1599343" y="3359563"/>
                </a:lnTo>
                <a:cubicBezTo>
                  <a:pt x="1595628" y="3359563"/>
                  <a:pt x="1592675" y="3362516"/>
                  <a:pt x="1592675" y="3366230"/>
                </a:cubicBezTo>
                <a:lnTo>
                  <a:pt x="1592675" y="3368040"/>
                </a:lnTo>
                <a:lnTo>
                  <a:pt x="1526572" y="3368040"/>
                </a:lnTo>
                <a:lnTo>
                  <a:pt x="1505807" y="3343275"/>
                </a:lnTo>
                <a:lnTo>
                  <a:pt x="1505522" y="3214116"/>
                </a:lnTo>
                <a:lnTo>
                  <a:pt x="1556004" y="3166872"/>
                </a:lnTo>
                <a:lnTo>
                  <a:pt x="1588580" y="3166872"/>
                </a:lnTo>
                <a:cubicBezTo>
                  <a:pt x="1589723" y="3172492"/>
                  <a:pt x="1594485" y="3176778"/>
                  <a:pt x="1600391" y="3176778"/>
                </a:cubicBezTo>
                <a:cubicBezTo>
                  <a:pt x="1606296" y="3176778"/>
                  <a:pt x="1610963" y="3172587"/>
                  <a:pt x="1612202" y="3167063"/>
                </a:cubicBezTo>
                <a:lnTo>
                  <a:pt x="1687354" y="3167063"/>
                </a:lnTo>
                <a:cubicBezTo>
                  <a:pt x="1687354" y="3167063"/>
                  <a:pt x="1724597" y="3206496"/>
                  <a:pt x="1724597" y="3206496"/>
                </a:cubicBezTo>
                <a:lnTo>
                  <a:pt x="1888903" y="3206115"/>
                </a:lnTo>
                <a:lnTo>
                  <a:pt x="1889855" y="3206115"/>
                </a:lnTo>
                <a:lnTo>
                  <a:pt x="1945767" y="3154585"/>
                </a:lnTo>
                <a:lnTo>
                  <a:pt x="1971961" y="3154585"/>
                </a:lnTo>
                <a:cubicBezTo>
                  <a:pt x="1973104" y="3158680"/>
                  <a:pt x="1976723" y="3161919"/>
                  <a:pt x="1981200" y="3161919"/>
                </a:cubicBezTo>
                <a:cubicBezTo>
                  <a:pt x="1986629" y="3161919"/>
                  <a:pt x="1990916" y="3157538"/>
                  <a:pt x="1990916" y="3152109"/>
                </a:cubicBezTo>
                <a:cubicBezTo>
                  <a:pt x="1990916" y="3146679"/>
                  <a:pt x="1986534" y="3142298"/>
                  <a:pt x="1981200" y="3142298"/>
                </a:cubicBezTo>
                <a:cubicBezTo>
                  <a:pt x="1976628" y="3142298"/>
                  <a:pt x="1973009" y="3145536"/>
                  <a:pt x="1971866" y="3149727"/>
                </a:cubicBezTo>
                <a:lnTo>
                  <a:pt x="1943862" y="3149727"/>
                </a:lnTo>
                <a:cubicBezTo>
                  <a:pt x="1943862" y="3149727"/>
                  <a:pt x="1887950" y="3201257"/>
                  <a:pt x="1887950" y="3201257"/>
                </a:cubicBezTo>
                <a:lnTo>
                  <a:pt x="1726692" y="3201638"/>
                </a:lnTo>
                <a:lnTo>
                  <a:pt x="1689449" y="3162110"/>
                </a:lnTo>
                <a:lnTo>
                  <a:pt x="1612297" y="3162110"/>
                </a:lnTo>
                <a:cubicBezTo>
                  <a:pt x="1611249" y="3156490"/>
                  <a:pt x="1606487" y="3152109"/>
                  <a:pt x="1600391" y="3152109"/>
                </a:cubicBezTo>
                <a:cubicBezTo>
                  <a:pt x="1594295" y="3152109"/>
                  <a:pt x="1589723" y="3156395"/>
                  <a:pt x="1588580" y="3162014"/>
                </a:cubicBezTo>
                <a:lnTo>
                  <a:pt x="1554099" y="3162014"/>
                </a:lnTo>
                <a:lnTo>
                  <a:pt x="1500664" y="3211925"/>
                </a:lnTo>
                <a:lnTo>
                  <a:pt x="1500950" y="3343942"/>
                </a:lnTo>
                <a:lnTo>
                  <a:pt x="1500950" y="3344799"/>
                </a:lnTo>
                <a:lnTo>
                  <a:pt x="1524286" y="3372612"/>
                </a:lnTo>
                <a:lnTo>
                  <a:pt x="1592675" y="3372612"/>
                </a:lnTo>
                <a:lnTo>
                  <a:pt x="1592675" y="3374422"/>
                </a:lnTo>
                <a:cubicBezTo>
                  <a:pt x="1592675" y="3378137"/>
                  <a:pt x="1595628" y="3381089"/>
                  <a:pt x="1599343" y="3381089"/>
                </a:cubicBezTo>
                <a:lnTo>
                  <a:pt x="1625441" y="3381089"/>
                </a:lnTo>
                <a:cubicBezTo>
                  <a:pt x="1626680" y="3381089"/>
                  <a:pt x="1627823" y="3380613"/>
                  <a:pt x="1628775" y="3380042"/>
                </a:cubicBezTo>
                <a:cubicBezTo>
                  <a:pt x="1629537" y="3383280"/>
                  <a:pt x="1630490" y="3385090"/>
                  <a:pt x="1632585" y="3385090"/>
                </a:cubicBezTo>
                <a:lnTo>
                  <a:pt x="1632585" y="3385090"/>
                </a:lnTo>
                <a:cubicBezTo>
                  <a:pt x="1636109" y="3385090"/>
                  <a:pt x="1636681" y="3380518"/>
                  <a:pt x="1637728" y="3371564"/>
                </a:cubicBezTo>
                <a:cubicBezTo>
                  <a:pt x="1637824" y="3370517"/>
                  <a:pt x="1638014" y="3369374"/>
                  <a:pt x="1638110" y="3368230"/>
                </a:cubicBezTo>
                <a:cubicBezTo>
                  <a:pt x="1638300" y="3369374"/>
                  <a:pt x="1638395" y="3370612"/>
                  <a:pt x="1638491" y="3371564"/>
                </a:cubicBezTo>
                <a:cubicBezTo>
                  <a:pt x="1639538" y="3380613"/>
                  <a:pt x="1640110" y="3385090"/>
                  <a:pt x="1643634" y="3385090"/>
                </a:cubicBezTo>
                <a:lnTo>
                  <a:pt x="1643634" y="3385090"/>
                </a:lnTo>
                <a:cubicBezTo>
                  <a:pt x="1647158" y="3385090"/>
                  <a:pt x="1647730" y="3380518"/>
                  <a:pt x="1648778" y="3371564"/>
                </a:cubicBezTo>
                <a:cubicBezTo>
                  <a:pt x="1648873" y="3370517"/>
                  <a:pt x="1649063" y="3369374"/>
                  <a:pt x="1649254" y="3368135"/>
                </a:cubicBezTo>
                <a:cubicBezTo>
                  <a:pt x="1649444" y="3369278"/>
                  <a:pt x="1649540" y="3370517"/>
                  <a:pt x="1649635" y="3371564"/>
                </a:cubicBezTo>
                <a:cubicBezTo>
                  <a:pt x="1650682" y="3380613"/>
                  <a:pt x="1651254" y="3385090"/>
                  <a:pt x="1654778" y="3385090"/>
                </a:cubicBezTo>
                <a:lnTo>
                  <a:pt x="1654778" y="3385090"/>
                </a:lnTo>
                <a:cubicBezTo>
                  <a:pt x="1658303" y="3385090"/>
                  <a:pt x="1658874" y="3380518"/>
                  <a:pt x="1659922" y="3371564"/>
                </a:cubicBezTo>
                <a:cubicBezTo>
                  <a:pt x="1660017" y="3370517"/>
                  <a:pt x="1660207" y="3369374"/>
                  <a:pt x="1660303" y="3368230"/>
                </a:cubicBezTo>
                <a:cubicBezTo>
                  <a:pt x="1660493" y="3369374"/>
                  <a:pt x="1660589" y="3370612"/>
                  <a:pt x="1660684" y="3371564"/>
                </a:cubicBezTo>
                <a:cubicBezTo>
                  <a:pt x="1661732" y="3380613"/>
                  <a:pt x="1662303" y="3385090"/>
                  <a:pt x="1665827" y="3385090"/>
                </a:cubicBezTo>
                <a:cubicBezTo>
                  <a:pt x="1669352" y="3385090"/>
                  <a:pt x="1669923" y="3380518"/>
                  <a:pt x="1670971" y="3371564"/>
                </a:cubicBezTo>
                <a:cubicBezTo>
                  <a:pt x="1671066" y="3370517"/>
                  <a:pt x="1671257" y="3369374"/>
                  <a:pt x="1671352" y="3368230"/>
                </a:cubicBezTo>
                <a:cubicBezTo>
                  <a:pt x="1671542" y="3369374"/>
                  <a:pt x="1671638" y="3370517"/>
                  <a:pt x="1671733" y="3371564"/>
                </a:cubicBezTo>
                <a:cubicBezTo>
                  <a:pt x="1672781" y="3380613"/>
                  <a:pt x="1673352" y="3385090"/>
                  <a:pt x="1676876" y="3385090"/>
                </a:cubicBezTo>
                <a:cubicBezTo>
                  <a:pt x="1680401" y="3385090"/>
                  <a:pt x="1680972" y="3380518"/>
                  <a:pt x="1682020" y="3371564"/>
                </a:cubicBezTo>
                <a:cubicBezTo>
                  <a:pt x="1682115" y="3370517"/>
                  <a:pt x="1682306" y="3369374"/>
                  <a:pt x="1682401" y="3368230"/>
                </a:cubicBezTo>
                <a:cubicBezTo>
                  <a:pt x="1682591" y="3369374"/>
                  <a:pt x="1682687" y="3370517"/>
                  <a:pt x="1682782" y="3371564"/>
                </a:cubicBezTo>
                <a:cubicBezTo>
                  <a:pt x="1683830" y="3380613"/>
                  <a:pt x="1684401" y="3385090"/>
                  <a:pt x="1687925" y="3385090"/>
                </a:cubicBezTo>
                <a:cubicBezTo>
                  <a:pt x="1691450" y="3385090"/>
                  <a:pt x="1692021" y="3380518"/>
                  <a:pt x="1693069" y="3371564"/>
                </a:cubicBezTo>
                <a:cubicBezTo>
                  <a:pt x="1693164" y="3370612"/>
                  <a:pt x="1693355" y="3369469"/>
                  <a:pt x="1693450" y="3368230"/>
                </a:cubicBezTo>
                <a:cubicBezTo>
                  <a:pt x="1693640" y="3369374"/>
                  <a:pt x="1693736" y="3370517"/>
                  <a:pt x="1693831" y="3371564"/>
                </a:cubicBezTo>
                <a:cubicBezTo>
                  <a:pt x="1694878" y="3380613"/>
                  <a:pt x="1695450" y="3385090"/>
                  <a:pt x="1698974" y="3385185"/>
                </a:cubicBezTo>
                <a:cubicBezTo>
                  <a:pt x="1702499" y="3385185"/>
                  <a:pt x="1703070" y="3380613"/>
                  <a:pt x="1704118" y="3371660"/>
                </a:cubicBezTo>
                <a:cubicBezTo>
                  <a:pt x="1704213" y="3370707"/>
                  <a:pt x="1704403" y="3369469"/>
                  <a:pt x="1704499" y="3368326"/>
                </a:cubicBezTo>
                <a:cubicBezTo>
                  <a:pt x="1704689" y="3369469"/>
                  <a:pt x="1704785" y="3370612"/>
                  <a:pt x="1704880" y="3371660"/>
                </a:cubicBezTo>
                <a:cubicBezTo>
                  <a:pt x="1705928" y="3380709"/>
                  <a:pt x="1706499" y="3385185"/>
                  <a:pt x="1710023" y="3385185"/>
                </a:cubicBezTo>
                <a:cubicBezTo>
                  <a:pt x="1713548" y="3385185"/>
                  <a:pt x="1714119" y="3380613"/>
                  <a:pt x="1715167" y="3371660"/>
                </a:cubicBezTo>
                <a:cubicBezTo>
                  <a:pt x="1715262" y="3370612"/>
                  <a:pt x="1715453" y="3369469"/>
                  <a:pt x="1715548" y="3368326"/>
                </a:cubicBezTo>
                <a:cubicBezTo>
                  <a:pt x="1715738" y="3369469"/>
                  <a:pt x="1715834" y="3370612"/>
                  <a:pt x="1715929" y="3371660"/>
                </a:cubicBezTo>
                <a:cubicBezTo>
                  <a:pt x="1716977" y="3380709"/>
                  <a:pt x="1717548" y="3385185"/>
                  <a:pt x="1721072" y="3385185"/>
                </a:cubicBezTo>
                <a:cubicBezTo>
                  <a:pt x="1724597" y="3385185"/>
                  <a:pt x="1725168" y="3380613"/>
                  <a:pt x="1726216" y="3371660"/>
                </a:cubicBezTo>
                <a:cubicBezTo>
                  <a:pt x="1726311" y="3370612"/>
                  <a:pt x="1726502" y="3369469"/>
                  <a:pt x="1726597" y="3368326"/>
                </a:cubicBezTo>
                <a:cubicBezTo>
                  <a:pt x="1726787" y="3369469"/>
                  <a:pt x="1726882" y="3370707"/>
                  <a:pt x="1726978" y="3371660"/>
                </a:cubicBezTo>
                <a:cubicBezTo>
                  <a:pt x="1728026" y="3380709"/>
                  <a:pt x="1728597" y="3385185"/>
                  <a:pt x="1732121" y="3385185"/>
                </a:cubicBezTo>
                <a:cubicBezTo>
                  <a:pt x="1735646" y="3385185"/>
                  <a:pt x="1736217" y="3380613"/>
                  <a:pt x="1737265" y="3371660"/>
                </a:cubicBezTo>
                <a:cubicBezTo>
                  <a:pt x="1737360" y="3370612"/>
                  <a:pt x="1737551" y="3369469"/>
                  <a:pt x="1737741" y="3368230"/>
                </a:cubicBezTo>
                <a:cubicBezTo>
                  <a:pt x="1737932" y="3369374"/>
                  <a:pt x="1738027" y="3370612"/>
                  <a:pt x="1738122" y="3371660"/>
                </a:cubicBezTo>
                <a:cubicBezTo>
                  <a:pt x="1739170" y="3380709"/>
                  <a:pt x="1739741" y="3385185"/>
                  <a:pt x="1743266" y="3385185"/>
                </a:cubicBezTo>
                <a:cubicBezTo>
                  <a:pt x="1746790" y="3385185"/>
                  <a:pt x="1747361" y="3380613"/>
                  <a:pt x="1748409" y="3371660"/>
                </a:cubicBezTo>
                <a:cubicBezTo>
                  <a:pt x="1748504" y="3370612"/>
                  <a:pt x="1748695" y="3369469"/>
                  <a:pt x="1748885" y="3368230"/>
                </a:cubicBezTo>
                <a:cubicBezTo>
                  <a:pt x="1749076" y="3369374"/>
                  <a:pt x="1749171" y="3370612"/>
                  <a:pt x="1749266" y="3371660"/>
                </a:cubicBezTo>
                <a:cubicBezTo>
                  <a:pt x="1750314" y="3380709"/>
                  <a:pt x="1750886" y="3385185"/>
                  <a:pt x="1754410" y="3385280"/>
                </a:cubicBezTo>
                <a:cubicBezTo>
                  <a:pt x="1757934" y="3385280"/>
                  <a:pt x="1758506" y="3380709"/>
                  <a:pt x="1759553" y="3371755"/>
                </a:cubicBezTo>
                <a:cubicBezTo>
                  <a:pt x="1759649" y="3370707"/>
                  <a:pt x="1759839" y="3369564"/>
                  <a:pt x="1759934" y="3368326"/>
                </a:cubicBezTo>
                <a:cubicBezTo>
                  <a:pt x="1760125" y="3369469"/>
                  <a:pt x="1760220" y="3370707"/>
                  <a:pt x="1760315" y="3371755"/>
                </a:cubicBezTo>
                <a:cubicBezTo>
                  <a:pt x="1761363" y="3380804"/>
                  <a:pt x="1761935" y="3385280"/>
                  <a:pt x="1765459" y="3385280"/>
                </a:cubicBezTo>
                <a:cubicBezTo>
                  <a:pt x="1768983" y="3385280"/>
                  <a:pt x="1769555" y="3380709"/>
                  <a:pt x="1770602" y="3371755"/>
                </a:cubicBezTo>
                <a:cubicBezTo>
                  <a:pt x="1770698" y="3370707"/>
                  <a:pt x="1770888" y="3369564"/>
                  <a:pt x="1770983" y="3368421"/>
                </a:cubicBezTo>
                <a:cubicBezTo>
                  <a:pt x="1771174" y="3369564"/>
                  <a:pt x="1771269" y="3370802"/>
                  <a:pt x="1771364" y="3371755"/>
                </a:cubicBezTo>
                <a:cubicBezTo>
                  <a:pt x="1772412" y="3380804"/>
                  <a:pt x="1772984" y="3385280"/>
                  <a:pt x="1776508" y="3385280"/>
                </a:cubicBezTo>
                <a:cubicBezTo>
                  <a:pt x="1778603" y="3385280"/>
                  <a:pt x="1779651" y="3383375"/>
                  <a:pt x="1780413" y="3379946"/>
                </a:cubicBezTo>
                <a:cubicBezTo>
                  <a:pt x="1781366" y="3380518"/>
                  <a:pt x="1782509" y="3380994"/>
                  <a:pt x="1783747" y="3380994"/>
                </a:cubicBezTo>
                <a:lnTo>
                  <a:pt x="1809845" y="3380994"/>
                </a:lnTo>
                <a:cubicBezTo>
                  <a:pt x="1813465" y="3380994"/>
                  <a:pt x="1816322" y="3378137"/>
                  <a:pt x="1816513" y="3374612"/>
                </a:cubicBezTo>
                <a:lnTo>
                  <a:pt x="1832515" y="3396234"/>
                </a:lnTo>
                <a:cubicBezTo>
                  <a:pt x="1829657" y="3398330"/>
                  <a:pt x="1827562" y="3401473"/>
                  <a:pt x="1826990" y="3405092"/>
                </a:cubicBezTo>
                <a:lnTo>
                  <a:pt x="1825752" y="3405092"/>
                </a:lnTo>
                <a:lnTo>
                  <a:pt x="1825752" y="3409855"/>
                </a:lnTo>
                <a:lnTo>
                  <a:pt x="1826990" y="3409855"/>
                </a:lnTo>
                <a:cubicBezTo>
                  <a:pt x="1827848" y="3414046"/>
                  <a:pt x="1830610" y="3417570"/>
                  <a:pt x="1834325" y="3419380"/>
                </a:cubicBezTo>
                <a:lnTo>
                  <a:pt x="1814608" y="3444717"/>
                </a:lnTo>
                <a:cubicBezTo>
                  <a:pt x="1813370" y="3443383"/>
                  <a:pt x="1811655" y="3442621"/>
                  <a:pt x="1809750" y="3442621"/>
                </a:cubicBezTo>
                <a:lnTo>
                  <a:pt x="1783652" y="3442621"/>
                </a:lnTo>
                <a:cubicBezTo>
                  <a:pt x="1779937" y="3442621"/>
                  <a:pt x="1776984" y="3445574"/>
                  <a:pt x="1776984" y="3449288"/>
                </a:cubicBezTo>
                <a:lnTo>
                  <a:pt x="1776984" y="3454432"/>
                </a:lnTo>
                <a:cubicBezTo>
                  <a:pt x="1776794" y="3455480"/>
                  <a:pt x="1776603" y="3456623"/>
                  <a:pt x="1776508" y="3457766"/>
                </a:cubicBezTo>
                <a:cubicBezTo>
                  <a:pt x="1776317" y="3456623"/>
                  <a:pt x="1776222" y="3455384"/>
                  <a:pt x="1776127" y="3454432"/>
                </a:cubicBezTo>
                <a:cubicBezTo>
                  <a:pt x="1775079" y="3445383"/>
                  <a:pt x="1774507" y="3440906"/>
                  <a:pt x="1770983" y="3440906"/>
                </a:cubicBezTo>
                <a:lnTo>
                  <a:pt x="1770983" y="3440906"/>
                </a:lnTo>
                <a:cubicBezTo>
                  <a:pt x="1767459" y="3440906"/>
                  <a:pt x="1766888" y="3445478"/>
                  <a:pt x="1765840" y="3454432"/>
                </a:cubicBezTo>
                <a:cubicBezTo>
                  <a:pt x="1765745" y="3455480"/>
                  <a:pt x="1765554" y="3456623"/>
                  <a:pt x="1765459" y="3457766"/>
                </a:cubicBezTo>
                <a:cubicBezTo>
                  <a:pt x="1765268" y="3456623"/>
                  <a:pt x="1765173" y="3455384"/>
                  <a:pt x="1765078" y="3454432"/>
                </a:cubicBezTo>
                <a:cubicBezTo>
                  <a:pt x="1764030" y="3445383"/>
                  <a:pt x="1763459" y="3440811"/>
                  <a:pt x="1759934" y="3440811"/>
                </a:cubicBezTo>
                <a:lnTo>
                  <a:pt x="1759934" y="3440811"/>
                </a:lnTo>
                <a:cubicBezTo>
                  <a:pt x="1756410" y="3440811"/>
                  <a:pt x="1755839" y="3445383"/>
                  <a:pt x="1754791" y="3454337"/>
                </a:cubicBezTo>
                <a:cubicBezTo>
                  <a:pt x="1754696" y="3455384"/>
                  <a:pt x="1754505" y="3456527"/>
                  <a:pt x="1754315" y="3457766"/>
                </a:cubicBezTo>
                <a:cubicBezTo>
                  <a:pt x="1754124" y="3456623"/>
                  <a:pt x="1754029" y="3455384"/>
                  <a:pt x="1753934" y="3454337"/>
                </a:cubicBezTo>
                <a:cubicBezTo>
                  <a:pt x="1752886" y="3445288"/>
                  <a:pt x="1752314" y="3440716"/>
                  <a:pt x="1748790" y="3440811"/>
                </a:cubicBezTo>
                <a:cubicBezTo>
                  <a:pt x="1745266" y="3440811"/>
                  <a:pt x="1744694" y="3445383"/>
                  <a:pt x="1743647" y="3454337"/>
                </a:cubicBezTo>
                <a:cubicBezTo>
                  <a:pt x="1743551" y="3455384"/>
                  <a:pt x="1743361" y="3456623"/>
                  <a:pt x="1743170" y="3457766"/>
                </a:cubicBezTo>
                <a:cubicBezTo>
                  <a:pt x="1742980" y="3456527"/>
                  <a:pt x="1742885" y="3455384"/>
                  <a:pt x="1742694" y="3454337"/>
                </a:cubicBezTo>
                <a:cubicBezTo>
                  <a:pt x="1741646" y="3445288"/>
                  <a:pt x="1741075" y="3440811"/>
                  <a:pt x="1737551" y="3440811"/>
                </a:cubicBezTo>
                <a:lnTo>
                  <a:pt x="1737551" y="3440811"/>
                </a:lnTo>
                <a:cubicBezTo>
                  <a:pt x="1734026" y="3440811"/>
                  <a:pt x="1733455" y="3445383"/>
                  <a:pt x="1732407" y="3454337"/>
                </a:cubicBezTo>
                <a:cubicBezTo>
                  <a:pt x="1732312" y="3455384"/>
                  <a:pt x="1732121" y="3456527"/>
                  <a:pt x="1731931" y="3457670"/>
                </a:cubicBezTo>
                <a:cubicBezTo>
                  <a:pt x="1731740" y="3456527"/>
                  <a:pt x="1731645" y="3455289"/>
                  <a:pt x="1731550" y="3454337"/>
                </a:cubicBezTo>
                <a:cubicBezTo>
                  <a:pt x="1730502" y="3445288"/>
                  <a:pt x="1729931" y="3440811"/>
                  <a:pt x="1726406" y="3440811"/>
                </a:cubicBezTo>
                <a:lnTo>
                  <a:pt x="1726406" y="3440811"/>
                </a:lnTo>
                <a:cubicBezTo>
                  <a:pt x="1722882" y="3440811"/>
                  <a:pt x="1722311" y="3445383"/>
                  <a:pt x="1721263" y="3454337"/>
                </a:cubicBezTo>
                <a:cubicBezTo>
                  <a:pt x="1721168" y="3455384"/>
                  <a:pt x="1720977" y="3456527"/>
                  <a:pt x="1720882" y="3457670"/>
                </a:cubicBezTo>
                <a:cubicBezTo>
                  <a:pt x="1720691" y="3456527"/>
                  <a:pt x="1720596" y="3455384"/>
                  <a:pt x="1720501" y="3454337"/>
                </a:cubicBezTo>
                <a:cubicBezTo>
                  <a:pt x="1719453" y="3445288"/>
                  <a:pt x="1718882" y="3440811"/>
                  <a:pt x="1715357" y="3440811"/>
                </a:cubicBezTo>
                <a:lnTo>
                  <a:pt x="1715357" y="3440811"/>
                </a:lnTo>
                <a:cubicBezTo>
                  <a:pt x="1711833" y="3440811"/>
                  <a:pt x="1711357" y="3445383"/>
                  <a:pt x="1710214" y="3454337"/>
                </a:cubicBezTo>
                <a:cubicBezTo>
                  <a:pt x="1710119" y="3455384"/>
                  <a:pt x="1709928" y="3456527"/>
                  <a:pt x="1709833" y="3457670"/>
                </a:cubicBezTo>
                <a:cubicBezTo>
                  <a:pt x="1709642" y="3456527"/>
                  <a:pt x="1709547" y="3455384"/>
                  <a:pt x="1709452" y="3454337"/>
                </a:cubicBezTo>
                <a:cubicBezTo>
                  <a:pt x="1708404" y="3445288"/>
                  <a:pt x="1707832" y="3440811"/>
                  <a:pt x="1704308" y="3440811"/>
                </a:cubicBezTo>
                <a:lnTo>
                  <a:pt x="1704308" y="3440811"/>
                </a:lnTo>
                <a:cubicBezTo>
                  <a:pt x="1700784" y="3440811"/>
                  <a:pt x="1700308" y="3445383"/>
                  <a:pt x="1699165" y="3454337"/>
                </a:cubicBezTo>
                <a:cubicBezTo>
                  <a:pt x="1699070" y="3455384"/>
                  <a:pt x="1698879" y="3456527"/>
                  <a:pt x="1698784" y="3457670"/>
                </a:cubicBezTo>
                <a:cubicBezTo>
                  <a:pt x="1698593" y="3456527"/>
                  <a:pt x="1698498" y="3455384"/>
                  <a:pt x="1698403" y="3454337"/>
                </a:cubicBezTo>
                <a:cubicBezTo>
                  <a:pt x="1697355" y="3445288"/>
                  <a:pt x="1696784" y="3440811"/>
                  <a:pt x="1693259" y="3440811"/>
                </a:cubicBezTo>
                <a:lnTo>
                  <a:pt x="1693259" y="3440811"/>
                </a:lnTo>
                <a:cubicBezTo>
                  <a:pt x="1689735" y="3440811"/>
                  <a:pt x="1689259" y="3445383"/>
                  <a:pt x="1688116" y="3454337"/>
                </a:cubicBezTo>
                <a:cubicBezTo>
                  <a:pt x="1688021" y="3455384"/>
                  <a:pt x="1687830" y="3456527"/>
                  <a:pt x="1687735" y="3457670"/>
                </a:cubicBezTo>
                <a:cubicBezTo>
                  <a:pt x="1687544" y="3456527"/>
                  <a:pt x="1687449" y="3455384"/>
                  <a:pt x="1687354" y="3454337"/>
                </a:cubicBezTo>
                <a:cubicBezTo>
                  <a:pt x="1686306" y="3445288"/>
                  <a:pt x="1685735" y="3440811"/>
                  <a:pt x="1682210" y="3440811"/>
                </a:cubicBezTo>
                <a:cubicBezTo>
                  <a:pt x="1678877" y="3440811"/>
                  <a:pt x="1678115" y="3445288"/>
                  <a:pt x="1677067" y="3454337"/>
                </a:cubicBezTo>
                <a:cubicBezTo>
                  <a:pt x="1676972" y="3455384"/>
                  <a:pt x="1676781" y="3456527"/>
                  <a:pt x="1676686" y="3457670"/>
                </a:cubicBezTo>
                <a:cubicBezTo>
                  <a:pt x="1676495" y="3456527"/>
                  <a:pt x="1676400" y="3455384"/>
                  <a:pt x="1676305" y="3454337"/>
                </a:cubicBezTo>
                <a:cubicBezTo>
                  <a:pt x="1675257" y="3445288"/>
                  <a:pt x="1674686" y="3440716"/>
                  <a:pt x="1671161" y="3440716"/>
                </a:cubicBezTo>
                <a:lnTo>
                  <a:pt x="1671161" y="3440716"/>
                </a:lnTo>
                <a:cubicBezTo>
                  <a:pt x="1667637" y="3440716"/>
                  <a:pt x="1667066" y="3445288"/>
                  <a:pt x="1666018" y="3454242"/>
                </a:cubicBezTo>
                <a:cubicBezTo>
                  <a:pt x="1665923" y="3455289"/>
                  <a:pt x="1665732" y="3456432"/>
                  <a:pt x="1665637" y="3457575"/>
                </a:cubicBezTo>
                <a:cubicBezTo>
                  <a:pt x="1665446" y="3456432"/>
                  <a:pt x="1665351" y="3455194"/>
                  <a:pt x="1665256" y="3454242"/>
                </a:cubicBezTo>
                <a:cubicBezTo>
                  <a:pt x="1664208" y="3445193"/>
                  <a:pt x="1663637" y="3440716"/>
                  <a:pt x="1660112" y="3440716"/>
                </a:cubicBezTo>
                <a:lnTo>
                  <a:pt x="1660112" y="3440716"/>
                </a:lnTo>
                <a:cubicBezTo>
                  <a:pt x="1656588" y="3440716"/>
                  <a:pt x="1656017" y="3445288"/>
                  <a:pt x="1654969" y="3454242"/>
                </a:cubicBezTo>
                <a:cubicBezTo>
                  <a:pt x="1654874" y="3455289"/>
                  <a:pt x="1654683" y="3456432"/>
                  <a:pt x="1654493" y="3457670"/>
                </a:cubicBezTo>
                <a:cubicBezTo>
                  <a:pt x="1654302" y="3456527"/>
                  <a:pt x="1654207" y="3455289"/>
                  <a:pt x="1654112" y="3454242"/>
                </a:cubicBezTo>
                <a:cubicBezTo>
                  <a:pt x="1653064" y="3445193"/>
                  <a:pt x="1652492" y="3440716"/>
                  <a:pt x="1648968" y="3440716"/>
                </a:cubicBezTo>
                <a:lnTo>
                  <a:pt x="1648968" y="3440716"/>
                </a:lnTo>
                <a:cubicBezTo>
                  <a:pt x="1645444" y="3440716"/>
                  <a:pt x="1644872" y="3445288"/>
                  <a:pt x="1643825" y="3454242"/>
                </a:cubicBezTo>
                <a:cubicBezTo>
                  <a:pt x="1643729" y="3455289"/>
                  <a:pt x="1643539" y="3456432"/>
                  <a:pt x="1643348" y="3457670"/>
                </a:cubicBezTo>
                <a:cubicBezTo>
                  <a:pt x="1643158" y="3456527"/>
                  <a:pt x="1643063" y="3455289"/>
                  <a:pt x="1642967" y="3454242"/>
                </a:cubicBezTo>
                <a:cubicBezTo>
                  <a:pt x="1641920" y="3445193"/>
                  <a:pt x="1641348" y="3440716"/>
                  <a:pt x="1637824" y="3440716"/>
                </a:cubicBezTo>
                <a:lnTo>
                  <a:pt x="1637824" y="3440716"/>
                </a:lnTo>
                <a:cubicBezTo>
                  <a:pt x="1634300" y="3440716"/>
                  <a:pt x="1633728" y="3445288"/>
                  <a:pt x="1632680" y="3454242"/>
                </a:cubicBezTo>
                <a:cubicBezTo>
                  <a:pt x="1632585" y="3455289"/>
                  <a:pt x="1632395" y="3456432"/>
                  <a:pt x="1632299" y="3457575"/>
                </a:cubicBezTo>
                <a:cubicBezTo>
                  <a:pt x="1632109" y="3456432"/>
                  <a:pt x="1632014" y="3455289"/>
                  <a:pt x="1631918" y="3454242"/>
                </a:cubicBezTo>
                <a:lnTo>
                  <a:pt x="1631918" y="3453289"/>
                </a:lnTo>
                <a:cubicBezTo>
                  <a:pt x="1631918" y="3453289"/>
                  <a:pt x="1631823" y="3449288"/>
                  <a:pt x="1631823" y="3449288"/>
                </a:cubicBezTo>
                <a:cubicBezTo>
                  <a:pt x="1631823" y="3445574"/>
                  <a:pt x="1628870" y="3442621"/>
                  <a:pt x="1625156" y="3442621"/>
                </a:cubicBezTo>
                <a:lnTo>
                  <a:pt x="1599057" y="3442621"/>
                </a:lnTo>
                <a:cubicBezTo>
                  <a:pt x="1595342" y="3442621"/>
                  <a:pt x="1592390" y="3445574"/>
                  <a:pt x="1592390" y="3449288"/>
                </a:cubicBezTo>
                <a:lnTo>
                  <a:pt x="1592390" y="3452241"/>
                </a:lnTo>
                <a:lnTo>
                  <a:pt x="1530668" y="3452241"/>
                </a:lnTo>
                <a:lnTo>
                  <a:pt x="1499711" y="3491579"/>
                </a:lnTo>
                <a:lnTo>
                  <a:pt x="1499711" y="3595021"/>
                </a:lnTo>
                <a:lnTo>
                  <a:pt x="1487234" y="3611594"/>
                </a:lnTo>
                <a:lnTo>
                  <a:pt x="1487234" y="3662267"/>
                </a:lnTo>
                <a:cubicBezTo>
                  <a:pt x="1480852" y="3663410"/>
                  <a:pt x="1475994" y="3668935"/>
                  <a:pt x="1475994" y="3675698"/>
                </a:cubicBezTo>
                <a:cubicBezTo>
                  <a:pt x="1475994" y="3678269"/>
                  <a:pt x="1476756" y="3680746"/>
                  <a:pt x="1477994" y="3682842"/>
                </a:cubicBezTo>
                <a:lnTo>
                  <a:pt x="1393698" y="3755708"/>
                </a:lnTo>
                <a:lnTo>
                  <a:pt x="1327690" y="3755898"/>
                </a:lnTo>
                <a:lnTo>
                  <a:pt x="1327690" y="3753231"/>
                </a:lnTo>
                <a:cubicBezTo>
                  <a:pt x="1327690" y="3751136"/>
                  <a:pt x="1325975" y="3749326"/>
                  <a:pt x="1323785" y="3749326"/>
                </a:cubicBezTo>
                <a:lnTo>
                  <a:pt x="1313878" y="3749326"/>
                </a:lnTo>
                <a:cubicBezTo>
                  <a:pt x="1311783" y="3749326"/>
                  <a:pt x="1309973" y="3751040"/>
                  <a:pt x="1309973" y="3753231"/>
                </a:cubicBezTo>
                <a:lnTo>
                  <a:pt x="1309973" y="3763137"/>
                </a:lnTo>
                <a:cubicBezTo>
                  <a:pt x="1309973" y="3765233"/>
                  <a:pt x="1311688" y="3767042"/>
                  <a:pt x="1313878" y="3767042"/>
                </a:cubicBezTo>
                <a:lnTo>
                  <a:pt x="1323785" y="3767042"/>
                </a:lnTo>
                <a:cubicBezTo>
                  <a:pt x="1325880" y="3767042"/>
                  <a:pt x="1327690" y="3765328"/>
                  <a:pt x="1327690" y="3763137"/>
                </a:cubicBezTo>
                <a:lnTo>
                  <a:pt x="1327690" y="3760661"/>
                </a:lnTo>
                <a:lnTo>
                  <a:pt x="1395413" y="3760470"/>
                </a:lnTo>
                <a:lnTo>
                  <a:pt x="1481138" y="3686366"/>
                </a:lnTo>
                <a:lnTo>
                  <a:pt x="1481138" y="3686366"/>
                </a:lnTo>
                <a:cubicBezTo>
                  <a:pt x="1483519" y="3688175"/>
                  <a:pt x="1486376" y="3689413"/>
                  <a:pt x="1489615" y="3689413"/>
                </a:cubicBezTo>
                <a:cubicBezTo>
                  <a:pt x="1497140" y="3689413"/>
                  <a:pt x="1503236" y="3683318"/>
                  <a:pt x="1503236" y="3675793"/>
                </a:cubicBezTo>
                <a:cubicBezTo>
                  <a:pt x="1503236" y="3669125"/>
                  <a:pt x="1498378" y="3663505"/>
                  <a:pt x="1491996" y="3662363"/>
                </a:cubicBezTo>
                <a:lnTo>
                  <a:pt x="1491996" y="3613309"/>
                </a:lnTo>
                <a:lnTo>
                  <a:pt x="1504474" y="3596735"/>
                </a:lnTo>
                <a:lnTo>
                  <a:pt x="1504474" y="3493294"/>
                </a:lnTo>
                <a:lnTo>
                  <a:pt x="1532953" y="3457004"/>
                </a:lnTo>
                <a:lnTo>
                  <a:pt x="1592294" y="3457004"/>
                </a:lnTo>
                <a:lnTo>
                  <a:pt x="1592294" y="3457575"/>
                </a:lnTo>
                <a:cubicBezTo>
                  <a:pt x="1592294" y="3461290"/>
                  <a:pt x="1595247" y="3464243"/>
                  <a:pt x="1598962" y="3464243"/>
                </a:cubicBezTo>
                <a:lnTo>
                  <a:pt x="1625060" y="3464243"/>
                </a:lnTo>
                <a:cubicBezTo>
                  <a:pt x="1626299" y="3464243"/>
                  <a:pt x="1627442" y="3463767"/>
                  <a:pt x="1628394" y="3463195"/>
                </a:cubicBezTo>
                <a:cubicBezTo>
                  <a:pt x="1629156" y="3466434"/>
                  <a:pt x="1630109" y="3468243"/>
                  <a:pt x="1632204" y="3468243"/>
                </a:cubicBezTo>
                <a:lnTo>
                  <a:pt x="1632204" y="3468243"/>
                </a:lnTo>
                <a:cubicBezTo>
                  <a:pt x="1635728" y="3468243"/>
                  <a:pt x="1636300" y="3463671"/>
                  <a:pt x="1637348" y="3454718"/>
                </a:cubicBezTo>
                <a:cubicBezTo>
                  <a:pt x="1637443" y="3453670"/>
                  <a:pt x="1637633" y="3452527"/>
                  <a:pt x="1637728" y="3451384"/>
                </a:cubicBezTo>
                <a:cubicBezTo>
                  <a:pt x="1637919" y="3452527"/>
                  <a:pt x="1638014" y="3453765"/>
                  <a:pt x="1638110" y="3454718"/>
                </a:cubicBezTo>
                <a:cubicBezTo>
                  <a:pt x="1639157" y="3463767"/>
                  <a:pt x="1639729" y="3468243"/>
                  <a:pt x="1643253" y="3468243"/>
                </a:cubicBezTo>
                <a:lnTo>
                  <a:pt x="1643253" y="3468243"/>
                </a:lnTo>
                <a:cubicBezTo>
                  <a:pt x="1646777" y="3468243"/>
                  <a:pt x="1647349" y="3463671"/>
                  <a:pt x="1648397" y="3454718"/>
                </a:cubicBezTo>
                <a:cubicBezTo>
                  <a:pt x="1648492" y="3453670"/>
                  <a:pt x="1648682" y="3452527"/>
                  <a:pt x="1648873" y="3451288"/>
                </a:cubicBezTo>
                <a:cubicBezTo>
                  <a:pt x="1649063" y="3452432"/>
                  <a:pt x="1649159" y="3453670"/>
                  <a:pt x="1649254" y="3454718"/>
                </a:cubicBezTo>
                <a:cubicBezTo>
                  <a:pt x="1650302" y="3463767"/>
                  <a:pt x="1650873" y="3468243"/>
                  <a:pt x="1654397" y="3468243"/>
                </a:cubicBezTo>
                <a:lnTo>
                  <a:pt x="1654397" y="3468243"/>
                </a:lnTo>
                <a:cubicBezTo>
                  <a:pt x="1657922" y="3468243"/>
                  <a:pt x="1658493" y="3463671"/>
                  <a:pt x="1659541" y="3454718"/>
                </a:cubicBezTo>
                <a:cubicBezTo>
                  <a:pt x="1659636" y="3453670"/>
                  <a:pt x="1659827" y="3452527"/>
                  <a:pt x="1659922" y="3451384"/>
                </a:cubicBezTo>
                <a:cubicBezTo>
                  <a:pt x="1660112" y="3452527"/>
                  <a:pt x="1660207" y="3453765"/>
                  <a:pt x="1660303" y="3454718"/>
                </a:cubicBezTo>
                <a:cubicBezTo>
                  <a:pt x="1661351" y="3463767"/>
                  <a:pt x="1661922" y="3468243"/>
                  <a:pt x="1665446" y="3468243"/>
                </a:cubicBezTo>
                <a:lnTo>
                  <a:pt x="1665446" y="3468243"/>
                </a:lnTo>
                <a:cubicBezTo>
                  <a:pt x="1668971" y="3468243"/>
                  <a:pt x="1669542" y="3463671"/>
                  <a:pt x="1670590" y="3454718"/>
                </a:cubicBezTo>
                <a:cubicBezTo>
                  <a:pt x="1670685" y="3453670"/>
                  <a:pt x="1670876" y="3452527"/>
                  <a:pt x="1670971" y="3451384"/>
                </a:cubicBezTo>
                <a:cubicBezTo>
                  <a:pt x="1671161" y="3452527"/>
                  <a:pt x="1671257" y="3453765"/>
                  <a:pt x="1671352" y="3454718"/>
                </a:cubicBezTo>
                <a:cubicBezTo>
                  <a:pt x="1672400" y="3463767"/>
                  <a:pt x="1672971" y="3468243"/>
                  <a:pt x="1676495" y="3468243"/>
                </a:cubicBezTo>
                <a:lnTo>
                  <a:pt x="1676495" y="3468243"/>
                </a:lnTo>
                <a:cubicBezTo>
                  <a:pt x="1680020" y="3468243"/>
                  <a:pt x="1680496" y="3463671"/>
                  <a:pt x="1681639" y="3454718"/>
                </a:cubicBezTo>
                <a:cubicBezTo>
                  <a:pt x="1681734" y="3453670"/>
                  <a:pt x="1681925" y="3452527"/>
                  <a:pt x="1682020" y="3451384"/>
                </a:cubicBezTo>
                <a:cubicBezTo>
                  <a:pt x="1682210" y="3452527"/>
                  <a:pt x="1682306" y="3453670"/>
                  <a:pt x="1682401" y="3454718"/>
                </a:cubicBezTo>
                <a:cubicBezTo>
                  <a:pt x="1683449" y="3463767"/>
                  <a:pt x="1684020" y="3468243"/>
                  <a:pt x="1687544" y="3468243"/>
                </a:cubicBezTo>
                <a:lnTo>
                  <a:pt x="1687544" y="3468243"/>
                </a:lnTo>
                <a:cubicBezTo>
                  <a:pt x="1691069" y="3468243"/>
                  <a:pt x="1691545" y="3463671"/>
                  <a:pt x="1692688" y="3454718"/>
                </a:cubicBezTo>
                <a:cubicBezTo>
                  <a:pt x="1692783" y="3453670"/>
                  <a:pt x="1692974" y="3452527"/>
                  <a:pt x="1693069" y="3451384"/>
                </a:cubicBezTo>
                <a:cubicBezTo>
                  <a:pt x="1693259" y="3452527"/>
                  <a:pt x="1693355" y="3453670"/>
                  <a:pt x="1693450" y="3454622"/>
                </a:cubicBezTo>
                <a:cubicBezTo>
                  <a:pt x="1694498" y="3463671"/>
                  <a:pt x="1695069" y="3468148"/>
                  <a:pt x="1698593" y="3468243"/>
                </a:cubicBezTo>
                <a:cubicBezTo>
                  <a:pt x="1702118" y="3468243"/>
                  <a:pt x="1702689" y="3463671"/>
                  <a:pt x="1703737" y="3454718"/>
                </a:cubicBezTo>
                <a:cubicBezTo>
                  <a:pt x="1703832" y="3453765"/>
                  <a:pt x="1704023" y="3452527"/>
                  <a:pt x="1704118" y="3451384"/>
                </a:cubicBezTo>
                <a:cubicBezTo>
                  <a:pt x="1704308" y="3452527"/>
                  <a:pt x="1704403" y="3453670"/>
                  <a:pt x="1704499" y="3454718"/>
                </a:cubicBezTo>
                <a:cubicBezTo>
                  <a:pt x="1705547" y="3463767"/>
                  <a:pt x="1706118" y="3468243"/>
                  <a:pt x="1709642" y="3468243"/>
                </a:cubicBezTo>
                <a:cubicBezTo>
                  <a:pt x="1713167" y="3468243"/>
                  <a:pt x="1713738" y="3463671"/>
                  <a:pt x="1714786" y="3454718"/>
                </a:cubicBezTo>
                <a:cubicBezTo>
                  <a:pt x="1714881" y="3453670"/>
                  <a:pt x="1715072" y="3452527"/>
                  <a:pt x="1715167" y="3451384"/>
                </a:cubicBezTo>
                <a:cubicBezTo>
                  <a:pt x="1715357" y="3452527"/>
                  <a:pt x="1715453" y="3453670"/>
                  <a:pt x="1715548" y="3454718"/>
                </a:cubicBezTo>
                <a:cubicBezTo>
                  <a:pt x="1716596" y="3463767"/>
                  <a:pt x="1717167" y="3468243"/>
                  <a:pt x="1720691" y="3468243"/>
                </a:cubicBezTo>
                <a:cubicBezTo>
                  <a:pt x="1724216" y="3468243"/>
                  <a:pt x="1724787" y="3463671"/>
                  <a:pt x="1725835" y="3454718"/>
                </a:cubicBezTo>
                <a:cubicBezTo>
                  <a:pt x="1725930" y="3453670"/>
                  <a:pt x="1726121" y="3452527"/>
                  <a:pt x="1726216" y="3451384"/>
                </a:cubicBezTo>
                <a:cubicBezTo>
                  <a:pt x="1726406" y="3452527"/>
                  <a:pt x="1726502" y="3453765"/>
                  <a:pt x="1726597" y="3454718"/>
                </a:cubicBezTo>
                <a:cubicBezTo>
                  <a:pt x="1727645" y="3463767"/>
                  <a:pt x="1728216" y="3468243"/>
                  <a:pt x="1731740" y="3468243"/>
                </a:cubicBezTo>
                <a:cubicBezTo>
                  <a:pt x="1735265" y="3468243"/>
                  <a:pt x="1735836" y="3463671"/>
                  <a:pt x="1736884" y="3454718"/>
                </a:cubicBezTo>
                <a:cubicBezTo>
                  <a:pt x="1736979" y="3453670"/>
                  <a:pt x="1737170" y="3452527"/>
                  <a:pt x="1737360" y="3451288"/>
                </a:cubicBezTo>
                <a:cubicBezTo>
                  <a:pt x="1737551" y="3452432"/>
                  <a:pt x="1737646" y="3453670"/>
                  <a:pt x="1737741" y="3454718"/>
                </a:cubicBezTo>
                <a:cubicBezTo>
                  <a:pt x="1738789" y="3463767"/>
                  <a:pt x="1739360" y="3468243"/>
                  <a:pt x="1742885" y="3468243"/>
                </a:cubicBezTo>
                <a:cubicBezTo>
                  <a:pt x="1746409" y="3468243"/>
                  <a:pt x="1746980" y="3463671"/>
                  <a:pt x="1748028" y="3454718"/>
                </a:cubicBezTo>
                <a:cubicBezTo>
                  <a:pt x="1748123" y="3453670"/>
                  <a:pt x="1748314" y="3452527"/>
                  <a:pt x="1748504" y="3451288"/>
                </a:cubicBezTo>
                <a:cubicBezTo>
                  <a:pt x="1748695" y="3452432"/>
                  <a:pt x="1748790" y="3453670"/>
                  <a:pt x="1748885" y="3454718"/>
                </a:cubicBezTo>
                <a:cubicBezTo>
                  <a:pt x="1749933" y="3463767"/>
                  <a:pt x="1750505" y="3468243"/>
                  <a:pt x="1754029" y="3468338"/>
                </a:cubicBezTo>
                <a:cubicBezTo>
                  <a:pt x="1757553" y="3468338"/>
                  <a:pt x="1758125" y="3463767"/>
                  <a:pt x="1759172" y="3454813"/>
                </a:cubicBezTo>
                <a:cubicBezTo>
                  <a:pt x="1759268" y="3453765"/>
                  <a:pt x="1759458" y="3452622"/>
                  <a:pt x="1759553" y="3451384"/>
                </a:cubicBezTo>
                <a:cubicBezTo>
                  <a:pt x="1759744" y="3452527"/>
                  <a:pt x="1759839" y="3453765"/>
                  <a:pt x="1759934" y="3454813"/>
                </a:cubicBezTo>
                <a:cubicBezTo>
                  <a:pt x="1760982" y="3463862"/>
                  <a:pt x="1761553" y="3468338"/>
                  <a:pt x="1765078" y="3468338"/>
                </a:cubicBezTo>
                <a:cubicBezTo>
                  <a:pt x="1768602" y="3468338"/>
                  <a:pt x="1769174" y="3463767"/>
                  <a:pt x="1770221" y="3454813"/>
                </a:cubicBezTo>
                <a:cubicBezTo>
                  <a:pt x="1770317" y="3453765"/>
                  <a:pt x="1770507" y="3452622"/>
                  <a:pt x="1770602" y="3451479"/>
                </a:cubicBezTo>
                <a:cubicBezTo>
                  <a:pt x="1770793" y="3452622"/>
                  <a:pt x="1770888" y="3453860"/>
                  <a:pt x="1770983" y="3454813"/>
                </a:cubicBezTo>
                <a:cubicBezTo>
                  <a:pt x="1772031" y="3463862"/>
                  <a:pt x="1772603" y="3468338"/>
                  <a:pt x="1776127" y="3468338"/>
                </a:cubicBezTo>
                <a:cubicBezTo>
                  <a:pt x="1778318" y="3468338"/>
                  <a:pt x="1779270" y="3466434"/>
                  <a:pt x="1780032" y="3463004"/>
                </a:cubicBezTo>
                <a:cubicBezTo>
                  <a:pt x="1780985" y="3463576"/>
                  <a:pt x="1782128" y="3464052"/>
                  <a:pt x="1783366" y="3464052"/>
                </a:cubicBezTo>
                <a:lnTo>
                  <a:pt x="1809464" y="3464052"/>
                </a:lnTo>
                <a:cubicBezTo>
                  <a:pt x="1813179" y="3464052"/>
                  <a:pt x="1816132" y="3461099"/>
                  <a:pt x="1816132" y="3457385"/>
                </a:cubicBezTo>
                <a:lnTo>
                  <a:pt x="1816132" y="3449860"/>
                </a:lnTo>
                <a:lnTo>
                  <a:pt x="1838897" y="3420523"/>
                </a:lnTo>
                <a:cubicBezTo>
                  <a:pt x="1838897" y="3420523"/>
                  <a:pt x="1839659" y="3420618"/>
                  <a:pt x="1840040" y="3420618"/>
                </a:cubicBezTo>
                <a:cubicBezTo>
                  <a:pt x="1847564" y="3420618"/>
                  <a:pt x="1853660" y="3414522"/>
                  <a:pt x="1853660" y="3406997"/>
                </a:cubicBezTo>
                <a:cubicBezTo>
                  <a:pt x="1853660" y="3399473"/>
                  <a:pt x="1847564" y="3393377"/>
                  <a:pt x="1840040" y="3393377"/>
                </a:cubicBezTo>
                <a:close/>
                <a:moveTo>
                  <a:pt x="1980343" y="3147060"/>
                </a:moveTo>
                <a:cubicBezTo>
                  <a:pt x="1983105" y="3147060"/>
                  <a:pt x="1985296" y="3149346"/>
                  <a:pt x="1985296" y="3152109"/>
                </a:cubicBezTo>
                <a:cubicBezTo>
                  <a:pt x="1985296" y="3154871"/>
                  <a:pt x="1983010" y="3157157"/>
                  <a:pt x="1980343" y="3157157"/>
                </a:cubicBezTo>
                <a:cubicBezTo>
                  <a:pt x="1977676" y="3157157"/>
                  <a:pt x="1975295" y="3154871"/>
                  <a:pt x="1975295" y="3152109"/>
                </a:cubicBezTo>
                <a:cubicBezTo>
                  <a:pt x="1975295" y="3149346"/>
                  <a:pt x="1977581" y="3147060"/>
                  <a:pt x="1980343" y="3147060"/>
                </a:cubicBezTo>
                <a:close/>
                <a:moveTo>
                  <a:pt x="1599533" y="3156871"/>
                </a:moveTo>
                <a:cubicBezTo>
                  <a:pt x="1603724" y="3156871"/>
                  <a:pt x="1607058" y="3160300"/>
                  <a:pt x="1607058" y="3164396"/>
                </a:cubicBezTo>
                <a:cubicBezTo>
                  <a:pt x="1607058" y="3168492"/>
                  <a:pt x="1603629" y="3171920"/>
                  <a:pt x="1599533" y="3171920"/>
                </a:cubicBezTo>
                <a:cubicBezTo>
                  <a:pt x="1595438" y="3171920"/>
                  <a:pt x="1592009" y="3168492"/>
                  <a:pt x="1592009" y="3164396"/>
                </a:cubicBezTo>
                <a:cubicBezTo>
                  <a:pt x="1592009" y="3160300"/>
                  <a:pt x="1595438" y="3156871"/>
                  <a:pt x="1599533" y="3156871"/>
                </a:cubicBezTo>
                <a:close/>
                <a:moveTo>
                  <a:pt x="1626584" y="3374517"/>
                </a:moveTo>
                <a:cubicBezTo>
                  <a:pt x="1626584" y="3375565"/>
                  <a:pt x="1625727" y="3376422"/>
                  <a:pt x="1624679" y="3376422"/>
                </a:cubicBezTo>
                <a:lnTo>
                  <a:pt x="1598581" y="3376422"/>
                </a:lnTo>
                <a:cubicBezTo>
                  <a:pt x="1597533" y="3376422"/>
                  <a:pt x="1596676" y="3375565"/>
                  <a:pt x="1596676" y="3374517"/>
                </a:cubicBezTo>
                <a:lnTo>
                  <a:pt x="1596676" y="3366135"/>
                </a:lnTo>
                <a:cubicBezTo>
                  <a:pt x="1596676" y="3365087"/>
                  <a:pt x="1597533" y="3364230"/>
                  <a:pt x="1598581" y="3364230"/>
                </a:cubicBezTo>
                <a:lnTo>
                  <a:pt x="1624679" y="3364230"/>
                </a:lnTo>
                <a:cubicBezTo>
                  <a:pt x="1625727" y="3364230"/>
                  <a:pt x="1626584" y="3365087"/>
                  <a:pt x="1626584" y="3366135"/>
                </a:cubicBezTo>
                <a:lnTo>
                  <a:pt x="1626584" y="3374517"/>
                </a:lnTo>
                <a:close/>
                <a:moveTo>
                  <a:pt x="1811941" y="3374517"/>
                </a:moveTo>
                <a:cubicBezTo>
                  <a:pt x="1811941" y="3375565"/>
                  <a:pt x="1811084" y="3376422"/>
                  <a:pt x="1810036" y="3376422"/>
                </a:cubicBezTo>
                <a:lnTo>
                  <a:pt x="1783937" y="3376422"/>
                </a:lnTo>
                <a:cubicBezTo>
                  <a:pt x="1782890" y="3376422"/>
                  <a:pt x="1782032" y="3375565"/>
                  <a:pt x="1782032" y="3374517"/>
                </a:cubicBezTo>
                <a:lnTo>
                  <a:pt x="1782032" y="3366135"/>
                </a:lnTo>
                <a:cubicBezTo>
                  <a:pt x="1782032" y="3365087"/>
                  <a:pt x="1782890" y="3364230"/>
                  <a:pt x="1783937" y="3364230"/>
                </a:cubicBezTo>
                <a:lnTo>
                  <a:pt x="1810036" y="3364230"/>
                </a:lnTo>
                <a:cubicBezTo>
                  <a:pt x="1811084" y="3364230"/>
                  <a:pt x="1811941" y="3365087"/>
                  <a:pt x="1811941" y="3366135"/>
                </a:cubicBezTo>
                <a:lnTo>
                  <a:pt x="1811941" y="3374517"/>
                </a:lnTo>
                <a:close/>
                <a:moveTo>
                  <a:pt x="1497997" y="3676079"/>
                </a:moveTo>
                <a:cubicBezTo>
                  <a:pt x="1497997" y="3681032"/>
                  <a:pt x="1493996" y="3684937"/>
                  <a:pt x="1489139" y="3684937"/>
                </a:cubicBezTo>
                <a:cubicBezTo>
                  <a:pt x="1484281" y="3684937"/>
                  <a:pt x="1480280" y="3680936"/>
                  <a:pt x="1480280" y="3676079"/>
                </a:cubicBezTo>
                <a:cubicBezTo>
                  <a:pt x="1480280" y="3671221"/>
                  <a:pt x="1484281" y="3667220"/>
                  <a:pt x="1489139" y="3667220"/>
                </a:cubicBezTo>
                <a:cubicBezTo>
                  <a:pt x="1493996" y="3667220"/>
                  <a:pt x="1497997" y="3671221"/>
                  <a:pt x="1497997" y="3676079"/>
                </a:cubicBezTo>
                <a:close/>
                <a:moveTo>
                  <a:pt x="1626584" y="3457956"/>
                </a:moveTo>
                <a:cubicBezTo>
                  <a:pt x="1626584" y="3459004"/>
                  <a:pt x="1625727" y="3459861"/>
                  <a:pt x="1624679" y="3459861"/>
                </a:cubicBezTo>
                <a:lnTo>
                  <a:pt x="1598581" y="3459861"/>
                </a:lnTo>
                <a:cubicBezTo>
                  <a:pt x="1597533" y="3459861"/>
                  <a:pt x="1596676" y="3459004"/>
                  <a:pt x="1596676" y="3457956"/>
                </a:cubicBezTo>
                <a:lnTo>
                  <a:pt x="1596676" y="3449574"/>
                </a:lnTo>
                <a:cubicBezTo>
                  <a:pt x="1596676" y="3448526"/>
                  <a:pt x="1597533" y="3447669"/>
                  <a:pt x="1598581" y="3447669"/>
                </a:cubicBezTo>
                <a:lnTo>
                  <a:pt x="1624679" y="3447669"/>
                </a:lnTo>
                <a:cubicBezTo>
                  <a:pt x="1625727" y="3447669"/>
                  <a:pt x="1626584" y="3448526"/>
                  <a:pt x="1626584" y="3449574"/>
                </a:cubicBezTo>
                <a:lnTo>
                  <a:pt x="1626584" y="3457956"/>
                </a:lnTo>
                <a:close/>
                <a:moveTo>
                  <a:pt x="1811941" y="3457956"/>
                </a:moveTo>
                <a:cubicBezTo>
                  <a:pt x="1811941" y="3459004"/>
                  <a:pt x="1811084" y="3459861"/>
                  <a:pt x="1810036" y="3459861"/>
                </a:cubicBezTo>
                <a:lnTo>
                  <a:pt x="1783937" y="3459861"/>
                </a:lnTo>
                <a:cubicBezTo>
                  <a:pt x="1782890" y="3459861"/>
                  <a:pt x="1782032" y="3459004"/>
                  <a:pt x="1782032" y="3457956"/>
                </a:cubicBezTo>
                <a:lnTo>
                  <a:pt x="1782032" y="3449574"/>
                </a:lnTo>
                <a:cubicBezTo>
                  <a:pt x="1782032" y="3448526"/>
                  <a:pt x="1782890" y="3447669"/>
                  <a:pt x="1783937" y="3447669"/>
                </a:cubicBezTo>
                <a:lnTo>
                  <a:pt x="1810036" y="3447669"/>
                </a:lnTo>
                <a:cubicBezTo>
                  <a:pt x="1811084" y="3447669"/>
                  <a:pt x="1811941" y="3448526"/>
                  <a:pt x="1811941" y="3449574"/>
                </a:cubicBezTo>
                <a:lnTo>
                  <a:pt x="1811941" y="3457956"/>
                </a:lnTo>
                <a:close/>
                <a:moveTo>
                  <a:pt x="1840611" y="3416427"/>
                </a:moveTo>
                <a:cubicBezTo>
                  <a:pt x="1835658" y="3416427"/>
                  <a:pt x="1831753" y="3412427"/>
                  <a:pt x="1831753" y="3407569"/>
                </a:cubicBezTo>
                <a:cubicBezTo>
                  <a:pt x="1831753" y="3402711"/>
                  <a:pt x="1835753" y="3398711"/>
                  <a:pt x="1840611" y="3398711"/>
                </a:cubicBezTo>
                <a:cubicBezTo>
                  <a:pt x="1845469" y="3398711"/>
                  <a:pt x="1849469" y="3402711"/>
                  <a:pt x="1849469" y="3407569"/>
                </a:cubicBezTo>
                <a:cubicBezTo>
                  <a:pt x="1849469" y="3412427"/>
                  <a:pt x="1845469" y="3416427"/>
                  <a:pt x="1840611" y="3416427"/>
                </a:cubicBezTo>
                <a:close/>
                <a:moveTo>
                  <a:pt x="17812" y="3939254"/>
                </a:moveTo>
                <a:cubicBezTo>
                  <a:pt x="16955" y="3938873"/>
                  <a:pt x="15907" y="3939064"/>
                  <a:pt x="15240" y="3939635"/>
                </a:cubicBezTo>
                <a:lnTo>
                  <a:pt x="95" y="3953161"/>
                </a:lnTo>
                <a:lnTo>
                  <a:pt x="95" y="3959543"/>
                </a:lnTo>
                <a:lnTo>
                  <a:pt x="14478" y="3946684"/>
                </a:lnTo>
                <a:lnTo>
                  <a:pt x="14478" y="3963448"/>
                </a:lnTo>
                <a:cubicBezTo>
                  <a:pt x="14478" y="3963448"/>
                  <a:pt x="13811" y="3963448"/>
                  <a:pt x="13526" y="3963638"/>
                </a:cubicBezTo>
                <a:cubicBezTo>
                  <a:pt x="8382" y="3965448"/>
                  <a:pt x="5715" y="3971163"/>
                  <a:pt x="7525" y="3976307"/>
                </a:cubicBezTo>
                <a:cubicBezTo>
                  <a:pt x="8382" y="3978783"/>
                  <a:pt x="10192" y="3980784"/>
                  <a:pt x="12668" y="3981926"/>
                </a:cubicBezTo>
                <a:cubicBezTo>
                  <a:pt x="14002" y="3982593"/>
                  <a:pt x="15431" y="3982879"/>
                  <a:pt x="16859" y="3982879"/>
                </a:cubicBezTo>
                <a:cubicBezTo>
                  <a:pt x="18002" y="3982879"/>
                  <a:pt x="19145" y="3982688"/>
                  <a:pt x="20193" y="3982307"/>
                </a:cubicBezTo>
                <a:cubicBezTo>
                  <a:pt x="22669" y="3981450"/>
                  <a:pt x="24670" y="3979640"/>
                  <a:pt x="25813" y="3977164"/>
                </a:cubicBezTo>
                <a:cubicBezTo>
                  <a:pt x="26956" y="3974783"/>
                  <a:pt x="27051" y="3972116"/>
                  <a:pt x="26194" y="3969639"/>
                </a:cubicBezTo>
                <a:cubicBezTo>
                  <a:pt x="25337" y="3967163"/>
                  <a:pt x="23527" y="3965162"/>
                  <a:pt x="21146" y="3964019"/>
                </a:cubicBezTo>
                <a:cubicBezTo>
                  <a:pt x="20574" y="3963734"/>
                  <a:pt x="19907" y="3963734"/>
                  <a:pt x="19336" y="3963543"/>
                </a:cubicBezTo>
                <a:lnTo>
                  <a:pt x="19336" y="3941445"/>
                </a:lnTo>
                <a:cubicBezTo>
                  <a:pt x="19336" y="3940493"/>
                  <a:pt x="18764" y="3939635"/>
                  <a:pt x="17907" y="3939254"/>
                </a:cubicBezTo>
                <a:close/>
                <a:moveTo>
                  <a:pt x="21717" y="3971163"/>
                </a:moveTo>
                <a:cubicBezTo>
                  <a:pt x="22669" y="3973830"/>
                  <a:pt x="21241" y="3976783"/>
                  <a:pt x="18574" y="3977735"/>
                </a:cubicBezTo>
                <a:cubicBezTo>
                  <a:pt x="17240" y="3978212"/>
                  <a:pt x="15907" y="3978117"/>
                  <a:pt x="14669" y="3977545"/>
                </a:cubicBezTo>
                <a:cubicBezTo>
                  <a:pt x="13430" y="3976973"/>
                  <a:pt x="12478" y="3975926"/>
                  <a:pt x="12002" y="3974592"/>
                </a:cubicBezTo>
                <a:cubicBezTo>
                  <a:pt x="11049" y="3971925"/>
                  <a:pt x="12478" y="3968972"/>
                  <a:pt x="15145" y="3968020"/>
                </a:cubicBezTo>
                <a:cubicBezTo>
                  <a:pt x="15716" y="3967829"/>
                  <a:pt x="16288" y="3967734"/>
                  <a:pt x="16859" y="3967734"/>
                </a:cubicBezTo>
                <a:cubicBezTo>
                  <a:pt x="17621" y="3967734"/>
                  <a:pt x="18383" y="3967925"/>
                  <a:pt x="19050" y="3968210"/>
                </a:cubicBezTo>
                <a:cubicBezTo>
                  <a:pt x="20288" y="3968782"/>
                  <a:pt x="21241" y="3969830"/>
                  <a:pt x="21717" y="3971163"/>
                </a:cubicBezTo>
                <a:close/>
                <a:moveTo>
                  <a:pt x="1501045" y="3725513"/>
                </a:moveTo>
                <a:cubicBezTo>
                  <a:pt x="1501997" y="3725513"/>
                  <a:pt x="1503045" y="3725418"/>
                  <a:pt x="1504093" y="3725132"/>
                </a:cubicBezTo>
                <a:cubicBezTo>
                  <a:pt x="1509903" y="3723513"/>
                  <a:pt x="1513237" y="3717417"/>
                  <a:pt x="1511618" y="3711607"/>
                </a:cubicBezTo>
                <a:cubicBezTo>
                  <a:pt x="1510856" y="3708749"/>
                  <a:pt x="1508951" y="3706463"/>
                  <a:pt x="1506379" y="3705035"/>
                </a:cubicBezTo>
                <a:cubicBezTo>
                  <a:pt x="1503807" y="3703606"/>
                  <a:pt x="1500854" y="3703225"/>
                  <a:pt x="1498092" y="3704082"/>
                </a:cubicBezTo>
                <a:cubicBezTo>
                  <a:pt x="1492282" y="3705797"/>
                  <a:pt x="1488948" y="3711797"/>
                  <a:pt x="1490567" y="3717608"/>
                </a:cubicBezTo>
                <a:cubicBezTo>
                  <a:pt x="1490758" y="3718370"/>
                  <a:pt x="1491139" y="3718941"/>
                  <a:pt x="1491520" y="3719608"/>
                </a:cubicBezTo>
                <a:lnTo>
                  <a:pt x="1387126" y="3816858"/>
                </a:lnTo>
                <a:lnTo>
                  <a:pt x="1386364" y="3817525"/>
                </a:lnTo>
                <a:lnTo>
                  <a:pt x="1387031" y="3945731"/>
                </a:lnTo>
                <a:cubicBezTo>
                  <a:pt x="1385792" y="3946017"/>
                  <a:pt x="1384649" y="3946588"/>
                  <a:pt x="1383602" y="3947446"/>
                </a:cubicBezTo>
                <a:cubicBezTo>
                  <a:pt x="1379506" y="3950684"/>
                  <a:pt x="1378744" y="3956590"/>
                  <a:pt x="1381982" y="3960686"/>
                </a:cubicBezTo>
                <a:cubicBezTo>
                  <a:pt x="1382173" y="3960971"/>
                  <a:pt x="1382459" y="3961067"/>
                  <a:pt x="1382744" y="3961352"/>
                </a:cubicBezTo>
                <a:lnTo>
                  <a:pt x="1345216" y="4003834"/>
                </a:lnTo>
                <a:lnTo>
                  <a:pt x="1227106" y="4003834"/>
                </a:lnTo>
                <a:lnTo>
                  <a:pt x="1227106" y="4001262"/>
                </a:lnTo>
                <a:cubicBezTo>
                  <a:pt x="1227106" y="3999167"/>
                  <a:pt x="1225391" y="3997357"/>
                  <a:pt x="1223201" y="3997357"/>
                </a:cubicBezTo>
                <a:lnTo>
                  <a:pt x="1213295" y="3997357"/>
                </a:lnTo>
                <a:cubicBezTo>
                  <a:pt x="1211199" y="3997357"/>
                  <a:pt x="1209389" y="3999071"/>
                  <a:pt x="1209389" y="4001262"/>
                </a:cubicBezTo>
                <a:lnTo>
                  <a:pt x="1209389" y="4011168"/>
                </a:lnTo>
                <a:cubicBezTo>
                  <a:pt x="1209389" y="4013263"/>
                  <a:pt x="1211104" y="4015073"/>
                  <a:pt x="1213295" y="4015073"/>
                </a:cubicBezTo>
                <a:lnTo>
                  <a:pt x="1223201" y="4015073"/>
                </a:lnTo>
                <a:cubicBezTo>
                  <a:pt x="1225296" y="4015073"/>
                  <a:pt x="1227106" y="4013359"/>
                  <a:pt x="1227106" y="4011168"/>
                </a:cubicBezTo>
                <a:lnTo>
                  <a:pt x="1227106" y="4008596"/>
                </a:lnTo>
                <a:lnTo>
                  <a:pt x="1347311" y="4008596"/>
                </a:lnTo>
                <a:lnTo>
                  <a:pt x="1386840" y="3963829"/>
                </a:lnTo>
                <a:cubicBezTo>
                  <a:pt x="1389602" y="3964591"/>
                  <a:pt x="1392746" y="3964305"/>
                  <a:pt x="1395222" y="3962305"/>
                </a:cubicBezTo>
                <a:cubicBezTo>
                  <a:pt x="1399318" y="3959067"/>
                  <a:pt x="1400080" y="3953161"/>
                  <a:pt x="1396841" y="3949065"/>
                </a:cubicBezTo>
                <a:cubicBezTo>
                  <a:pt x="1395508" y="3947351"/>
                  <a:pt x="1393698" y="3946398"/>
                  <a:pt x="1391698" y="3945922"/>
                </a:cubicBezTo>
                <a:lnTo>
                  <a:pt x="1391031" y="3819716"/>
                </a:lnTo>
                <a:lnTo>
                  <a:pt x="1494377" y="3723418"/>
                </a:lnTo>
                <a:cubicBezTo>
                  <a:pt x="1496282" y="3724847"/>
                  <a:pt x="1498568" y="3725609"/>
                  <a:pt x="1500950" y="3725609"/>
                </a:cubicBezTo>
                <a:close/>
                <a:moveTo>
                  <a:pt x="1499330" y="3708654"/>
                </a:moveTo>
                <a:cubicBezTo>
                  <a:pt x="1499902" y="3708463"/>
                  <a:pt x="1500473" y="3708368"/>
                  <a:pt x="1501045" y="3708368"/>
                </a:cubicBezTo>
                <a:cubicBezTo>
                  <a:pt x="1502093" y="3708368"/>
                  <a:pt x="1503140" y="3708654"/>
                  <a:pt x="1503998" y="3709130"/>
                </a:cubicBezTo>
                <a:cubicBezTo>
                  <a:pt x="1505426" y="3709892"/>
                  <a:pt x="1506474" y="3711226"/>
                  <a:pt x="1506950" y="3712845"/>
                </a:cubicBezTo>
                <a:cubicBezTo>
                  <a:pt x="1507903" y="3716084"/>
                  <a:pt x="1505998" y="3719608"/>
                  <a:pt x="1502664" y="3720465"/>
                </a:cubicBezTo>
                <a:cubicBezTo>
                  <a:pt x="1499330" y="3721418"/>
                  <a:pt x="1495997" y="3719513"/>
                  <a:pt x="1495044" y="3716179"/>
                </a:cubicBezTo>
                <a:cubicBezTo>
                  <a:pt x="1494092" y="3712940"/>
                  <a:pt x="1495997" y="3709416"/>
                  <a:pt x="1499330" y="3708559"/>
                </a:cubicBezTo>
                <a:close/>
                <a:moveTo>
                  <a:pt x="45053" y="4391025"/>
                </a:moveTo>
                <a:cubicBezTo>
                  <a:pt x="42577" y="4390168"/>
                  <a:pt x="39910" y="4390359"/>
                  <a:pt x="37624" y="4391406"/>
                </a:cubicBezTo>
                <a:cubicBezTo>
                  <a:pt x="37338" y="4391597"/>
                  <a:pt x="37148" y="4391787"/>
                  <a:pt x="36862" y="4391978"/>
                </a:cubicBezTo>
                <a:lnTo>
                  <a:pt x="14954" y="4372737"/>
                </a:lnTo>
                <a:lnTo>
                  <a:pt x="95" y="4372737"/>
                </a:lnTo>
                <a:cubicBezTo>
                  <a:pt x="95" y="4372737"/>
                  <a:pt x="95" y="4377500"/>
                  <a:pt x="95" y="4377500"/>
                </a:cubicBezTo>
                <a:lnTo>
                  <a:pt x="13049" y="4377500"/>
                </a:lnTo>
                <a:cubicBezTo>
                  <a:pt x="13049" y="4377500"/>
                  <a:pt x="33433" y="4395502"/>
                  <a:pt x="33433" y="4395502"/>
                </a:cubicBezTo>
                <a:cubicBezTo>
                  <a:pt x="33147" y="4395978"/>
                  <a:pt x="32766" y="4396454"/>
                  <a:pt x="32576" y="4397026"/>
                </a:cubicBezTo>
                <a:cubicBezTo>
                  <a:pt x="31718" y="4399503"/>
                  <a:pt x="31814" y="4402170"/>
                  <a:pt x="32957" y="4404455"/>
                </a:cubicBezTo>
                <a:cubicBezTo>
                  <a:pt x="34100" y="4406837"/>
                  <a:pt x="36100" y="4408551"/>
                  <a:pt x="38576" y="4409409"/>
                </a:cubicBezTo>
                <a:cubicBezTo>
                  <a:pt x="39624" y="4409789"/>
                  <a:pt x="40767" y="4409980"/>
                  <a:pt x="41815" y="4409980"/>
                </a:cubicBezTo>
                <a:cubicBezTo>
                  <a:pt x="43244" y="4409980"/>
                  <a:pt x="44672" y="4409694"/>
                  <a:pt x="46006" y="4409028"/>
                </a:cubicBezTo>
                <a:cubicBezTo>
                  <a:pt x="48387" y="4407885"/>
                  <a:pt x="50102" y="4405884"/>
                  <a:pt x="50959" y="4403408"/>
                </a:cubicBezTo>
                <a:cubicBezTo>
                  <a:pt x="51816" y="4400931"/>
                  <a:pt x="51721" y="4398264"/>
                  <a:pt x="50578" y="4395978"/>
                </a:cubicBezTo>
                <a:cubicBezTo>
                  <a:pt x="49435" y="4393597"/>
                  <a:pt x="47434" y="4391882"/>
                  <a:pt x="44958" y="4391025"/>
                </a:cubicBezTo>
                <a:close/>
                <a:moveTo>
                  <a:pt x="46577" y="4401884"/>
                </a:moveTo>
                <a:cubicBezTo>
                  <a:pt x="46101" y="4403122"/>
                  <a:pt x="45244" y="4404170"/>
                  <a:pt x="44006" y="4404741"/>
                </a:cubicBezTo>
                <a:cubicBezTo>
                  <a:pt x="42767" y="4405313"/>
                  <a:pt x="41434" y="4405408"/>
                  <a:pt x="40196" y="4404932"/>
                </a:cubicBezTo>
                <a:cubicBezTo>
                  <a:pt x="38957" y="4404455"/>
                  <a:pt x="37910" y="4403598"/>
                  <a:pt x="37338" y="4402360"/>
                </a:cubicBezTo>
                <a:cubicBezTo>
                  <a:pt x="36767" y="4401122"/>
                  <a:pt x="36671" y="4399788"/>
                  <a:pt x="37148" y="4398550"/>
                </a:cubicBezTo>
                <a:lnTo>
                  <a:pt x="37148" y="4398550"/>
                </a:lnTo>
                <a:cubicBezTo>
                  <a:pt x="37624" y="4397312"/>
                  <a:pt x="38481" y="4396264"/>
                  <a:pt x="39719" y="4395693"/>
                </a:cubicBezTo>
                <a:cubicBezTo>
                  <a:pt x="40386" y="4395312"/>
                  <a:pt x="41148" y="4395216"/>
                  <a:pt x="41910" y="4395216"/>
                </a:cubicBezTo>
                <a:cubicBezTo>
                  <a:pt x="42482" y="4395216"/>
                  <a:pt x="43053" y="4395216"/>
                  <a:pt x="43529" y="4395502"/>
                </a:cubicBezTo>
                <a:cubicBezTo>
                  <a:pt x="44768" y="4395978"/>
                  <a:pt x="45815" y="4396836"/>
                  <a:pt x="46387" y="4398074"/>
                </a:cubicBezTo>
                <a:cubicBezTo>
                  <a:pt x="46958" y="4399312"/>
                  <a:pt x="47054" y="4400645"/>
                  <a:pt x="46577" y="4401884"/>
                </a:cubicBezTo>
                <a:close/>
                <a:moveTo>
                  <a:pt x="1357884" y="3192780"/>
                </a:moveTo>
                <a:lnTo>
                  <a:pt x="1357884" y="3201543"/>
                </a:lnTo>
                <a:cubicBezTo>
                  <a:pt x="1357884" y="3203258"/>
                  <a:pt x="1356455" y="3204686"/>
                  <a:pt x="1354741" y="3204686"/>
                </a:cubicBezTo>
                <a:lnTo>
                  <a:pt x="1345978" y="3204686"/>
                </a:lnTo>
                <a:cubicBezTo>
                  <a:pt x="1344263" y="3204686"/>
                  <a:pt x="1342835" y="3203258"/>
                  <a:pt x="1342835" y="3201543"/>
                </a:cubicBezTo>
                <a:lnTo>
                  <a:pt x="1342835" y="3192780"/>
                </a:lnTo>
                <a:cubicBezTo>
                  <a:pt x="1342835" y="3191066"/>
                  <a:pt x="1344263" y="3189637"/>
                  <a:pt x="1345978" y="3189637"/>
                </a:cubicBezTo>
                <a:lnTo>
                  <a:pt x="1354741" y="3189637"/>
                </a:lnTo>
                <a:cubicBezTo>
                  <a:pt x="1356455" y="3189637"/>
                  <a:pt x="1357884" y="3191066"/>
                  <a:pt x="1357884" y="3192780"/>
                </a:cubicBezTo>
                <a:close/>
                <a:moveTo>
                  <a:pt x="1282065" y="2309241"/>
                </a:moveTo>
                <a:cubicBezTo>
                  <a:pt x="1282732" y="2309241"/>
                  <a:pt x="1283303" y="2309241"/>
                  <a:pt x="1283970" y="2309051"/>
                </a:cubicBezTo>
                <a:cubicBezTo>
                  <a:pt x="1288161" y="2308003"/>
                  <a:pt x="1290638" y="2303812"/>
                  <a:pt x="1289590" y="2299621"/>
                </a:cubicBezTo>
                <a:cubicBezTo>
                  <a:pt x="1288542" y="2295430"/>
                  <a:pt x="1284351" y="2292953"/>
                  <a:pt x="1280160" y="2294001"/>
                </a:cubicBezTo>
                <a:cubicBezTo>
                  <a:pt x="1278160" y="2294477"/>
                  <a:pt x="1276445" y="2295716"/>
                  <a:pt x="1275398" y="2297525"/>
                </a:cubicBezTo>
                <a:cubicBezTo>
                  <a:pt x="1274350" y="2299335"/>
                  <a:pt x="1274064" y="2301431"/>
                  <a:pt x="1274540" y="2303431"/>
                </a:cubicBezTo>
                <a:cubicBezTo>
                  <a:pt x="1275398" y="2306955"/>
                  <a:pt x="1278636" y="2309336"/>
                  <a:pt x="1282065" y="2309336"/>
                </a:cubicBezTo>
                <a:close/>
                <a:moveTo>
                  <a:pt x="1277398" y="2298668"/>
                </a:moveTo>
                <a:cubicBezTo>
                  <a:pt x="1278160" y="2297430"/>
                  <a:pt x="1279303" y="2296573"/>
                  <a:pt x="1280732" y="2296192"/>
                </a:cubicBezTo>
                <a:cubicBezTo>
                  <a:pt x="1282160" y="2295906"/>
                  <a:pt x="1283589" y="2296097"/>
                  <a:pt x="1284827" y="2296763"/>
                </a:cubicBezTo>
                <a:cubicBezTo>
                  <a:pt x="1286066" y="2297525"/>
                  <a:pt x="1286923" y="2298668"/>
                  <a:pt x="1287304" y="2300097"/>
                </a:cubicBezTo>
                <a:cubicBezTo>
                  <a:pt x="1288066" y="2302955"/>
                  <a:pt x="1286256" y="2305907"/>
                  <a:pt x="1283399" y="2306669"/>
                </a:cubicBezTo>
                <a:cubicBezTo>
                  <a:pt x="1281970" y="2307050"/>
                  <a:pt x="1280541" y="2306765"/>
                  <a:pt x="1279303" y="2306098"/>
                </a:cubicBezTo>
                <a:cubicBezTo>
                  <a:pt x="1278065" y="2305336"/>
                  <a:pt x="1277207" y="2304193"/>
                  <a:pt x="1276826" y="2302764"/>
                </a:cubicBezTo>
                <a:cubicBezTo>
                  <a:pt x="1276445" y="2301335"/>
                  <a:pt x="1276731" y="2299907"/>
                  <a:pt x="1277398" y="2298668"/>
                </a:cubicBezTo>
                <a:close/>
                <a:moveTo>
                  <a:pt x="403574" y="4392454"/>
                </a:moveTo>
                <a:lnTo>
                  <a:pt x="399002" y="4386929"/>
                </a:lnTo>
                <a:lnTo>
                  <a:pt x="395669" y="4389692"/>
                </a:lnTo>
                <a:cubicBezTo>
                  <a:pt x="393668" y="4388168"/>
                  <a:pt x="391382" y="4387311"/>
                  <a:pt x="388811" y="4387406"/>
                </a:cubicBezTo>
                <a:cubicBezTo>
                  <a:pt x="385953" y="4387501"/>
                  <a:pt x="383381" y="4388739"/>
                  <a:pt x="381476" y="4390930"/>
                </a:cubicBezTo>
                <a:cubicBezTo>
                  <a:pt x="379667" y="4392930"/>
                  <a:pt x="378809" y="4395407"/>
                  <a:pt x="378809" y="4398074"/>
                </a:cubicBezTo>
                <a:lnTo>
                  <a:pt x="281083" y="4397788"/>
                </a:lnTo>
                <a:lnTo>
                  <a:pt x="260699" y="4379881"/>
                </a:lnTo>
                <a:cubicBezTo>
                  <a:pt x="260985" y="4379405"/>
                  <a:pt x="261366" y="4378929"/>
                  <a:pt x="261557" y="4378357"/>
                </a:cubicBezTo>
                <a:cubicBezTo>
                  <a:pt x="263366" y="4373309"/>
                  <a:pt x="260604" y="4367689"/>
                  <a:pt x="255556" y="4365879"/>
                </a:cubicBezTo>
                <a:cubicBezTo>
                  <a:pt x="253079" y="4365022"/>
                  <a:pt x="250412" y="4365212"/>
                  <a:pt x="248126" y="4366260"/>
                </a:cubicBezTo>
                <a:cubicBezTo>
                  <a:pt x="245745" y="4367403"/>
                  <a:pt x="244031" y="4369404"/>
                  <a:pt x="243173" y="4371880"/>
                </a:cubicBezTo>
                <a:cubicBezTo>
                  <a:pt x="241364" y="4376928"/>
                  <a:pt x="244126" y="4382548"/>
                  <a:pt x="249174" y="4384358"/>
                </a:cubicBezTo>
                <a:cubicBezTo>
                  <a:pt x="250222" y="4384739"/>
                  <a:pt x="251365" y="4384929"/>
                  <a:pt x="252413" y="4384929"/>
                </a:cubicBezTo>
                <a:cubicBezTo>
                  <a:pt x="253841" y="4384929"/>
                  <a:pt x="255270" y="4384644"/>
                  <a:pt x="256699" y="4383977"/>
                </a:cubicBezTo>
                <a:cubicBezTo>
                  <a:pt x="256985" y="4383786"/>
                  <a:pt x="257175" y="4383596"/>
                  <a:pt x="257461" y="4383405"/>
                </a:cubicBezTo>
                <a:lnTo>
                  <a:pt x="279368" y="4402646"/>
                </a:lnTo>
                <a:lnTo>
                  <a:pt x="379952" y="4402931"/>
                </a:lnTo>
                <a:cubicBezTo>
                  <a:pt x="380524" y="4404074"/>
                  <a:pt x="381286" y="4405218"/>
                  <a:pt x="382334" y="4406075"/>
                </a:cubicBezTo>
                <a:cubicBezTo>
                  <a:pt x="384334" y="4407885"/>
                  <a:pt x="386810" y="4408837"/>
                  <a:pt x="389477" y="4408837"/>
                </a:cubicBezTo>
                <a:cubicBezTo>
                  <a:pt x="389668" y="4408837"/>
                  <a:pt x="389858" y="4408837"/>
                  <a:pt x="390049" y="4408837"/>
                </a:cubicBezTo>
                <a:cubicBezTo>
                  <a:pt x="392906" y="4408742"/>
                  <a:pt x="395478" y="4407504"/>
                  <a:pt x="397383" y="4405313"/>
                </a:cubicBezTo>
                <a:cubicBezTo>
                  <a:pt x="399288" y="4403217"/>
                  <a:pt x="400240" y="4400455"/>
                  <a:pt x="400145" y="4397597"/>
                </a:cubicBezTo>
                <a:cubicBezTo>
                  <a:pt x="400145" y="4396645"/>
                  <a:pt x="399764" y="4395693"/>
                  <a:pt x="399479" y="4394740"/>
                </a:cubicBezTo>
                <a:lnTo>
                  <a:pt x="400050" y="4395502"/>
                </a:lnTo>
                <a:lnTo>
                  <a:pt x="403765" y="4392454"/>
                </a:lnTo>
                <a:close/>
                <a:moveTo>
                  <a:pt x="256985" y="4376738"/>
                </a:moveTo>
                <a:lnTo>
                  <a:pt x="256985" y="4376738"/>
                </a:lnTo>
                <a:cubicBezTo>
                  <a:pt x="256508" y="4377976"/>
                  <a:pt x="255651" y="4379024"/>
                  <a:pt x="254413" y="4379595"/>
                </a:cubicBezTo>
                <a:cubicBezTo>
                  <a:pt x="253175" y="4380167"/>
                  <a:pt x="251841" y="4380262"/>
                  <a:pt x="250603" y="4379786"/>
                </a:cubicBezTo>
                <a:cubicBezTo>
                  <a:pt x="248031" y="4378833"/>
                  <a:pt x="246602" y="4375976"/>
                  <a:pt x="247555" y="4373404"/>
                </a:cubicBezTo>
                <a:cubicBezTo>
                  <a:pt x="248031" y="4372166"/>
                  <a:pt x="248888" y="4371118"/>
                  <a:pt x="250127" y="4370546"/>
                </a:cubicBezTo>
                <a:cubicBezTo>
                  <a:pt x="250793" y="4370165"/>
                  <a:pt x="251555" y="4370070"/>
                  <a:pt x="252317" y="4370070"/>
                </a:cubicBezTo>
                <a:cubicBezTo>
                  <a:pt x="252889" y="4370070"/>
                  <a:pt x="253460" y="4370070"/>
                  <a:pt x="253937" y="4370356"/>
                </a:cubicBezTo>
                <a:cubicBezTo>
                  <a:pt x="256508" y="4371309"/>
                  <a:pt x="257937" y="4374166"/>
                  <a:pt x="256985" y="4376738"/>
                </a:cubicBezTo>
                <a:close/>
                <a:moveTo>
                  <a:pt x="393668" y="4402074"/>
                </a:moveTo>
                <a:cubicBezTo>
                  <a:pt x="392621" y="4403217"/>
                  <a:pt x="391192" y="4403884"/>
                  <a:pt x="389573" y="4403979"/>
                </a:cubicBezTo>
                <a:cubicBezTo>
                  <a:pt x="387953" y="4404074"/>
                  <a:pt x="386525" y="4403503"/>
                  <a:pt x="385286" y="4402455"/>
                </a:cubicBezTo>
                <a:lnTo>
                  <a:pt x="385286" y="4402455"/>
                </a:lnTo>
                <a:cubicBezTo>
                  <a:pt x="384143" y="4401407"/>
                  <a:pt x="383477" y="4399979"/>
                  <a:pt x="383381" y="4398360"/>
                </a:cubicBezTo>
                <a:cubicBezTo>
                  <a:pt x="383381" y="4396740"/>
                  <a:pt x="383858" y="4395312"/>
                  <a:pt x="384905" y="4394073"/>
                </a:cubicBezTo>
                <a:cubicBezTo>
                  <a:pt x="385953" y="4392930"/>
                  <a:pt x="387382" y="4392263"/>
                  <a:pt x="389001" y="4392168"/>
                </a:cubicBezTo>
                <a:cubicBezTo>
                  <a:pt x="389096" y="4392168"/>
                  <a:pt x="389192" y="4392168"/>
                  <a:pt x="389287" y="4392168"/>
                </a:cubicBezTo>
                <a:cubicBezTo>
                  <a:pt x="390715" y="4392168"/>
                  <a:pt x="392144" y="4392740"/>
                  <a:pt x="393287" y="4393692"/>
                </a:cubicBezTo>
                <a:cubicBezTo>
                  <a:pt x="394430" y="4394740"/>
                  <a:pt x="395097" y="4396169"/>
                  <a:pt x="395192" y="4397788"/>
                </a:cubicBezTo>
                <a:cubicBezTo>
                  <a:pt x="395192" y="4399407"/>
                  <a:pt x="394716" y="4400836"/>
                  <a:pt x="393668" y="4402074"/>
                </a:cubicBezTo>
                <a:close/>
                <a:moveTo>
                  <a:pt x="1378458" y="3557683"/>
                </a:moveTo>
                <a:lnTo>
                  <a:pt x="1373696" y="3557683"/>
                </a:lnTo>
                <a:lnTo>
                  <a:pt x="1373696" y="3565779"/>
                </a:lnTo>
                <a:lnTo>
                  <a:pt x="1371695" y="3566922"/>
                </a:lnTo>
                <a:cubicBezTo>
                  <a:pt x="1370838" y="3566446"/>
                  <a:pt x="1369981" y="3566065"/>
                  <a:pt x="1368933" y="3566065"/>
                </a:cubicBezTo>
                <a:lnTo>
                  <a:pt x="1355503" y="3566065"/>
                </a:lnTo>
                <a:cubicBezTo>
                  <a:pt x="1352455" y="3566065"/>
                  <a:pt x="1349978" y="3568542"/>
                  <a:pt x="1349978" y="3571589"/>
                </a:cubicBezTo>
                <a:lnTo>
                  <a:pt x="1349978" y="3576447"/>
                </a:lnTo>
                <a:lnTo>
                  <a:pt x="1230344" y="3576638"/>
                </a:lnTo>
                <a:lnTo>
                  <a:pt x="1145572" y="3644742"/>
                </a:lnTo>
                <a:lnTo>
                  <a:pt x="1092613" y="3644455"/>
                </a:lnTo>
                <a:cubicBezTo>
                  <a:pt x="1092613" y="3644455"/>
                  <a:pt x="1092613" y="3644075"/>
                  <a:pt x="1092613" y="3643789"/>
                </a:cubicBezTo>
                <a:cubicBezTo>
                  <a:pt x="1090994" y="3637979"/>
                  <a:pt x="1084898" y="3634550"/>
                  <a:pt x="1079087" y="3636264"/>
                </a:cubicBezTo>
                <a:cubicBezTo>
                  <a:pt x="1073277" y="3637884"/>
                  <a:pt x="1069943" y="3643979"/>
                  <a:pt x="1071563" y="3649790"/>
                </a:cubicBezTo>
                <a:cubicBezTo>
                  <a:pt x="1072896" y="3654552"/>
                  <a:pt x="1077373" y="3657695"/>
                  <a:pt x="1082135" y="3657695"/>
                </a:cubicBezTo>
                <a:cubicBezTo>
                  <a:pt x="1083088" y="3657695"/>
                  <a:pt x="1084136" y="3657600"/>
                  <a:pt x="1085183" y="3657314"/>
                </a:cubicBezTo>
                <a:cubicBezTo>
                  <a:pt x="1089184" y="3656171"/>
                  <a:pt x="1091851" y="3652933"/>
                  <a:pt x="1092708" y="3649218"/>
                </a:cubicBezTo>
                <a:lnTo>
                  <a:pt x="1147382" y="3649504"/>
                </a:lnTo>
                <a:lnTo>
                  <a:pt x="1232249" y="3581400"/>
                </a:lnTo>
                <a:lnTo>
                  <a:pt x="1350264" y="3581210"/>
                </a:lnTo>
                <a:lnTo>
                  <a:pt x="1350264" y="3585020"/>
                </a:lnTo>
                <a:cubicBezTo>
                  <a:pt x="1350264" y="3588068"/>
                  <a:pt x="1352741" y="3590544"/>
                  <a:pt x="1355789" y="3590544"/>
                </a:cubicBezTo>
                <a:lnTo>
                  <a:pt x="1369219" y="3590544"/>
                </a:lnTo>
                <a:cubicBezTo>
                  <a:pt x="1372267" y="3590544"/>
                  <a:pt x="1374743" y="3588068"/>
                  <a:pt x="1374743" y="3585020"/>
                </a:cubicBezTo>
                <a:lnTo>
                  <a:pt x="1374743" y="3571589"/>
                </a:lnTo>
                <a:cubicBezTo>
                  <a:pt x="1374743" y="3571589"/>
                  <a:pt x="1374648" y="3571113"/>
                  <a:pt x="1374648" y="3570923"/>
                </a:cubicBezTo>
                <a:lnTo>
                  <a:pt x="1378744" y="3568637"/>
                </a:lnTo>
                <a:lnTo>
                  <a:pt x="1378744" y="3557683"/>
                </a:lnTo>
                <a:close/>
                <a:moveTo>
                  <a:pt x="1083659" y="3652742"/>
                </a:moveTo>
                <a:cubicBezTo>
                  <a:pt x="1080326" y="3653695"/>
                  <a:pt x="1076992" y="3651790"/>
                  <a:pt x="1076039" y="3648456"/>
                </a:cubicBezTo>
                <a:cubicBezTo>
                  <a:pt x="1075087" y="3645218"/>
                  <a:pt x="1076992" y="3641693"/>
                  <a:pt x="1080326" y="3640836"/>
                </a:cubicBezTo>
                <a:cubicBezTo>
                  <a:pt x="1080897" y="3640646"/>
                  <a:pt x="1081469" y="3640550"/>
                  <a:pt x="1082040" y="3640550"/>
                </a:cubicBezTo>
                <a:cubicBezTo>
                  <a:pt x="1084707" y="3640550"/>
                  <a:pt x="1087184" y="3642360"/>
                  <a:pt x="1087946" y="3645027"/>
                </a:cubicBezTo>
                <a:cubicBezTo>
                  <a:pt x="1088898" y="3648266"/>
                  <a:pt x="1086993" y="3651790"/>
                  <a:pt x="1083659" y="3652647"/>
                </a:cubicBezTo>
                <a:close/>
                <a:moveTo>
                  <a:pt x="1369695" y="3585020"/>
                </a:moveTo>
                <a:cubicBezTo>
                  <a:pt x="1369695" y="3585020"/>
                  <a:pt x="1369314" y="3585782"/>
                  <a:pt x="1368933" y="3585782"/>
                </a:cubicBezTo>
                <a:lnTo>
                  <a:pt x="1355503" y="3585782"/>
                </a:lnTo>
                <a:cubicBezTo>
                  <a:pt x="1355503" y="3585782"/>
                  <a:pt x="1354741" y="3585401"/>
                  <a:pt x="1354741" y="3585020"/>
                </a:cubicBezTo>
                <a:lnTo>
                  <a:pt x="1354741" y="3571589"/>
                </a:lnTo>
                <a:cubicBezTo>
                  <a:pt x="1354741" y="3571589"/>
                  <a:pt x="1355122" y="3570827"/>
                  <a:pt x="1355503" y="3570827"/>
                </a:cubicBezTo>
                <a:lnTo>
                  <a:pt x="1368933" y="3570827"/>
                </a:lnTo>
                <a:cubicBezTo>
                  <a:pt x="1368933" y="3570827"/>
                  <a:pt x="1369695" y="3571209"/>
                  <a:pt x="1369695" y="3571589"/>
                </a:cubicBezTo>
                <a:lnTo>
                  <a:pt x="1369695" y="3585020"/>
                </a:lnTo>
                <a:close/>
                <a:moveTo>
                  <a:pt x="296894" y="4374356"/>
                </a:moveTo>
                <a:lnTo>
                  <a:pt x="346805" y="4374356"/>
                </a:lnTo>
                <a:lnTo>
                  <a:pt x="346805" y="4378357"/>
                </a:lnTo>
                <a:cubicBezTo>
                  <a:pt x="346805" y="4380834"/>
                  <a:pt x="348806" y="4382834"/>
                  <a:pt x="351282" y="4382834"/>
                </a:cubicBezTo>
                <a:lnTo>
                  <a:pt x="363950" y="4382834"/>
                </a:lnTo>
                <a:cubicBezTo>
                  <a:pt x="366427" y="4382834"/>
                  <a:pt x="368427" y="4380834"/>
                  <a:pt x="368427" y="4378357"/>
                </a:cubicBezTo>
                <a:lnTo>
                  <a:pt x="368427" y="4365689"/>
                </a:lnTo>
                <a:cubicBezTo>
                  <a:pt x="368427" y="4363212"/>
                  <a:pt x="366427" y="4361212"/>
                  <a:pt x="363950" y="4361212"/>
                </a:cubicBezTo>
                <a:lnTo>
                  <a:pt x="351282" y="4361212"/>
                </a:lnTo>
                <a:cubicBezTo>
                  <a:pt x="348806" y="4361212"/>
                  <a:pt x="346805" y="4363212"/>
                  <a:pt x="346805" y="4365689"/>
                </a:cubicBezTo>
                <a:lnTo>
                  <a:pt x="346805" y="4369689"/>
                </a:lnTo>
                <a:lnTo>
                  <a:pt x="301657" y="4369689"/>
                </a:lnTo>
                <a:lnTo>
                  <a:pt x="301847" y="4335113"/>
                </a:lnTo>
                <a:lnTo>
                  <a:pt x="347567" y="4296061"/>
                </a:lnTo>
                <a:cubicBezTo>
                  <a:pt x="348806" y="4297299"/>
                  <a:pt x="350330" y="4298347"/>
                  <a:pt x="352139" y="4298919"/>
                </a:cubicBezTo>
                <a:cubicBezTo>
                  <a:pt x="353473" y="4299395"/>
                  <a:pt x="354902" y="4299585"/>
                  <a:pt x="356330" y="4299585"/>
                </a:cubicBezTo>
                <a:cubicBezTo>
                  <a:pt x="361569" y="4299585"/>
                  <a:pt x="366427" y="4296347"/>
                  <a:pt x="368237" y="4291108"/>
                </a:cubicBezTo>
                <a:cubicBezTo>
                  <a:pt x="370523" y="4284536"/>
                  <a:pt x="367094" y="4277297"/>
                  <a:pt x="360521" y="4275011"/>
                </a:cubicBezTo>
                <a:cubicBezTo>
                  <a:pt x="353949" y="4272725"/>
                  <a:pt x="346710" y="4276154"/>
                  <a:pt x="344424" y="4282821"/>
                </a:cubicBezTo>
                <a:cubicBezTo>
                  <a:pt x="343281" y="4285964"/>
                  <a:pt x="343567" y="4289298"/>
                  <a:pt x="344805" y="4292156"/>
                </a:cubicBezTo>
                <a:lnTo>
                  <a:pt x="297085" y="4332923"/>
                </a:lnTo>
                <a:lnTo>
                  <a:pt x="296894" y="4374547"/>
                </a:lnTo>
                <a:close/>
                <a:moveTo>
                  <a:pt x="348901" y="4284250"/>
                </a:moveTo>
                <a:cubicBezTo>
                  <a:pt x="350044" y="4281012"/>
                  <a:pt x="353092" y="4279011"/>
                  <a:pt x="356330" y="4279011"/>
                </a:cubicBezTo>
                <a:cubicBezTo>
                  <a:pt x="357188" y="4279011"/>
                  <a:pt x="358045" y="4279106"/>
                  <a:pt x="358902" y="4279487"/>
                </a:cubicBezTo>
                <a:cubicBezTo>
                  <a:pt x="362998" y="4280916"/>
                  <a:pt x="365189" y="4285393"/>
                  <a:pt x="363760" y="4289489"/>
                </a:cubicBezTo>
                <a:cubicBezTo>
                  <a:pt x="362331" y="4293585"/>
                  <a:pt x="357854" y="4295775"/>
                  <a:pt x="353759" y="4294346"/>
                </a:cubicBezTo>
                <a:cubicBezTo>
                  <a:pt x="349663" y="4292918"/>
                  <a:pt x="347472" y="4288441"/>
                  <a:pt x="348901" y="4284345"/>
                </a:cubicBezTo>
                <a:close/>
                <a:moveTo>
                  <a:pt x="45625" y="4707827"/>
                </a:moveTo>
                <a:lnTo>
                  <a:pt x="95" y="4707827"/>
                </a:lnTo>
                <a:lnTo>
                  <a:pt x="95" y="4703064"/>
                </a:lnTo>
                <a:lnTo>
                  <a:pt x="45625" y="4703064"/>
                </a:lnTo>
                <a:cubicBezTo>
                  <a:pt x="46768" y="4699254"/>
                  <a:pt x="50197" y="4696492"/>
                  <a:pt x="54388" y="4696682"/>
                </a:cubicBezTo>
                <a:cubicBezTo>
                  <a:pt x="59246" y="4696968"/>
                  <a:pt x="62960" y="4701064"/>
                  <a:pt x="62770" y="4705922"/>
                </a:cubicBezTo>
                <a:cubicBezTo>
                  <a:pt x="62484" y="4710779"/>
                  <a:pt x="58388" y="4714494"/>
                  <a:pt x="53531" y="4714304"/>
                </a:cubicBezTo>
                <a:cubicBezTo>
                  <a:pt x="49721" y="4714113"/>
                  <a:pt x="46577" y="4711446"/>
                  <a:pt x="45625" y="4707922"/>
                </a:cubicBezTo>
                <a:close/>
                <a:moveTo>
                  <a:pt x="1378458" y="3527203"/>
                </a:moveTo>
                <a:lnTo>
                  <a:pt x="1373696" y="3527203"/>
                </a:lnTo>
                <a:lnTo>
                  <a:pt x="1373696" y="3517011"/>
                </a:lnTo>
                <a:lnTo>
                  <a:pt x="1378458" y="3517011"/>
                </a:lnTo>
                <a:lnTo>
                  <a:pt x="1378458" y="3527203"/>
                </a:lnTo>
                <a:close/>
                <a:moveTo>
                  <a:pt x="1378458" y="3547491"/>
                </a:moveTo>
                <a:lnTo>
                  <a:pt x="1373696" y="3547491"/>
                </a:lnTo>
                <a:lnTo>
                  <a:pt x="1373696" y="3537299"/>
                </a:lnTo>
                <a:lnTo>
                  <a:pt x="1378458" y="3537299"/>
                </a:lnTo>
                <a:lnTo>
                  <a:pt x="1378458" y="3547491"/>
                </a:lnTo>
                <a:close/>
                <a:moveTo>
                  <a:pt x="1074896" y="3616547"/>
                </a:moveTo>
                <a:lnTo>
                  <a:pt x="1099947" y="3616547"/>
                </a:lnTo>
                <a:cubicBezTo>
                  <a:pt x="1102233" y="3616547"/>
                  <a:pt x="1104519" y="3615500"/>
                  <a:pt x="1105948" y="3613785"/>
                </a:cubicBezTo>
                <a:lnTo>
                  <a:pt x="1112234" y="3606355"/>
                </a:lnTo>
                <a:cubicBezTo>
                  <a:pt x="1113473" y="3604927"/>
                  <a:pt x="1114044" y="3603117"/>
                  <a:pt x="1114044" y="3601307"/>
                </a:cubicBezTo>
                <a:lnTo>
                  <a:pt x="1114044" y="3577495"/>
                </a:lnTo>
                <a:cubicBezTo>
                  <a:pt x="1114044" y="3573113"/>
                  <a:pt x="1110520" y="3569589"/>
                  <a:pt x="1106138" y="3569589"/>
                </a:cubicBezTo>
                <a:lnTo>
                  <a:pt x="1092899" y="3569589"/>
                </a:lnTo>
                <a:cubicBezTo>
                  <a:pt x="1092899" y="3569589"/>
                  <a:pt x="1092899" y="3569589"/>
                  <a:pt x="1092899" y="3569589"/>
                </a:cubicBezTo>
                <a:lnTo>
                  <a:pt x="1074896" y="3569589"/>
                </a:lnTo>
                <a:cubicBezTo>
                  <a:pt x="1070515" y="3569589"/>
                  <a:pt x="1066991" y="3573113"/>
                  <a:pt x="1066991" y="3577495"/>
                </a:cubicBezTo>
                <a:lnTo>
                  <a:pt x="1066991" y="3597402"/>
                </a:lnTo>
                <a:lnTo>
                  <a:pt x="1066800" y="3597688"/>
                </a:lnTo>
                <a:lnTo>
                  <a:pt x="1066991" y="3597878"/>
                </a:lnTo>
                <a:lnTo>
                  <a:pt x="1066991" y="3608832"/>
                </a:lnTo>
                <a:cubicBezTo>
                  <a:pt x="1066991" y="3613213"/>
                  <a:pt x="1070515" y="3616738"/>
                  <a:pt x="1074896" y="3616738"/>
                </a:cubicBezTo>
                <a:close/>
                <a:moveTo>
                  <a:pt x="1109282" y="3601212"/>
                </a:moveTo>
                <a:cubicBezTo>
                  <a:pt x="1109282" y="3601974"/>
                  <a:pt x="1108996" y="3602641"/>
                  <a:pt x="1108520" y="3603212"/>
                </a:cubicBezTo>
                <a:lnTo>
                  <a:pt x="1102233" y="3610642"/>
                </a:lnTo>
                <a:cubicBezTo>
                  <a:pt x="1101662" y="3611309"/>
                  <a:pt x="1100804" y="3611785"/>
                  <a:pt x="1099852" y="3611785"/>
                </a:cubicBezTo>
                <a:lnTo>
                  <a:pt x="1087374" y="3611785"/>
                </a:lnTo>
                <a:lnTo>
                  <a:pt x="1109186" y="3588353"/>
                </a:lnTo>
                <a:lnTo>
                  <a:pt x="1109186" y="3601212"/>
                </a:lnTo>
                <a:close/>
                <a:moveTo>
                  <a:pt x="1071753" y="3577400"/>
                </a:moveTo>
                <a:cubicBezTo>
                  <a:pt x="1071753" y="3575685"/>
                  <a:pt x="1073182" y="3574256"/>
                  <a:pt x="1074896" y="3574256"/>
                </a:cubicBezTo>
                <a:lnTo>
                  <a:pt x="1088422" y="3574256"/>
                </a:lnTo>
                <a:lnTo>
                  <a:pt x="1071753" y="3592163"/>
                </a:lnTo>
                <a:lnTo>
                  <a:pt x="1071753" y="3577400"/>
                </a:lnTo>
                <a:close/>
                <a:moveTo>
                  <a:pt x="1071753" y="3602165"/>
                </a:moveTo>
                <a:lnTo>
                  <a:pt x="1071944" y="3602355"/>
                </a:lnTo>
                <a:lnTo>
                  <a:pt x="1098137" y="3574256"/>
                </a:lnTo>
                <a:lnTo>
                  <a:pt x="1098137" y="3574256"/>
                </a:lnTo>
                <a:cubicBezTo>
                  <a:pt x="1098137" y="3574256"/>
                  <a:pt x="1106138" y="3574256"/>
                  <a:pt x="1106138" y="3574256"/>
                </a:cubicBezTo>
                <a:cubicBezTo>
                  <a:pt x="1107853" y="3574256"/>
                  <a:pt x="1109282" y="3575685"/>
                  <a:pt x="1109282" y="3577400"/>
                </a:cubicBezTo>
                <a:lnTo>
                  <a:pt x="1109282" y="3579400"/>
                </a:lnTo>
                <a:lnTo>
                  <a:pt x="1108520" y="3578638"/>
                </a:lnTo>
                <a:lnTo>
                  <a:pt x="1078135" y="3611213"/>
                </a:lnTo>
                <a:lnTo>
                  <a:pt x="1078706" y="3611785"/>
                </a:lnTo>
                <a:lnTo>
                  <a:pt x="1074896" y="3611785"/>
                </a:lnTo>
                <a:cubicBezTo>
                  <a:pt x="1073182" y="3611785"/>
                  <a:pt x="1071753" y="3610356"/>
                  <a:pt x="1071753" y="3608642"/>
                </a:cubicBezTo>
                <a:lnTo>
                  <a:pt x="1071753" y="3602165"/>
                </a:lnTo>
                <a:close/>
                <a:moveTo>
                  <a:pt x="1413510" y="3469577"/>
                </a:moveTo>
                <a:lnTo>
                  <a:pt x="1413510" y="3450812"/>
                </a:lnTo>
                <a:cubicBezTo>
                  <a:pt x="1413510" y="3448717"/>
                  <a:pt x="1415225" y="3447002"/>
                  <a:pt x="1417320" y="3447002"/>
                </a:cubicBezTo>
                <a:lnTo>
                  <a:pt x="1436084" y="3447002"/>
                </a:lnTo>
                <a:cubicBezTo>
                  <a:pt x="1438180" y="3447002"/>
                  <a:pt x="1439894" y="3448717"/>
                  <a:pt x="1439894" y="3450812"/>
                </a:cubicBezTo>
                <a:lnTo>
                  <a:pt x="1439894" y="3469577"/>
                </a:lnTo>
                <a:cubicBezTo>
                  <a:pt x="1439894" y="3471672"/>
                  <a:pt x="1438180" y="3473387"/>
                  <a:pt x="1436084" y="3473387"/>
                </a:cubicBezTo>
                <a:lnTo>
                  <a:pt x="1417320" y="3473387"/>
                </a:lnTo>
                <a:cubicBezTo>
                  <a:pt x="1415225" y="3473387"/>
                  <a:pt x="1413510" y="3471672"/>
                  <a:pt x="1413510" y="3469577"/>
                </a:cubicBezTo>
                <a:close/>
                <a:moveTo>
                  <a:pt x="1085660" y="2301431"/>
                </a:moveTo>
                <a:cubicBezTo>
                  <a:pt x="1085660" y="2305717"/>
                  <a:pt x="1089184" y="2309146"/>
                  <a:pt x="1093375" y="2309146"/>
                </a:cubicBezTo>
                <a:cubicBezTo>
                  <a:pt x="1097566" y="2309146"/>
                  <a:pt x="1101090" y="2305622"/>
                  <a:pt x="1101090" y="2301431"/>
                </a:cubicBezTo>
                <a:cubicBezTo>
                  <a:pt x="1101090" y="2297240"/>
                  <a:pt x="1097566" y="2293715"/>
                  <a:pt x="1093375" y="2293715"/>
                </a:cubicBezTo>
                <a:cubicBezTo>
                  <a:pt x="1089184" y="2293715"/>
                  <a:pt x="1085660" y="2297240"/>
                  <a:pt x="1085660" y="2301431"/>
                </a:cubicBezTo>
                <a:close/>
                <a:moveTo>
                  <a:pt x="1098804" y="2301431"/>
                </a:moveTo>
                <a:cubicBezTo>
                  <a:pt x="1098804" y="2304383"/>
                  <a:pt x="1096423" y="2306765"/>
                  <a:pt x="1093470" y="2306765"/>
                </a:cubicBezTo>
                <a:cubicBezTo>
                  <a:pt x="1090517" y="2306765"/>
                  <a:pt x="1088136" y="2304383"/>
                  <a:pt x="1088136" y="2301431"/>
                </a:cubicBezTo>
                <a:cubicBezTo>
                  <a:pt x="1088136" y="2298478"/>
                  <a:pt x="1090517" y="2296097"/>
                  <a:pt x="1093470" y="2296097"/>
                </a:cubicBezTo>
                <a:cubicBezTo>
                  <a:pt x="1096423" y="2296097"/>
                  <a:pt x="1098804" y="2298478"/>
                  <a:pt x="1098804" y="2301431"/>
                </a:cubicBezTo>
                <a:close/>
                <a:moveTo>
                  <a:pt x="57245" y="4589812"/>
                </a:moveTo>
                <a:cubicBezTo>
                  <a:pt x="57531" y="4590384"/>
                  <a:pt x="57817" y="4590860"/>
                  <a:pt x="58198" y="4591336"/>
                </a:cubicBezTo>
                <a:lnTo>
                  <a:pt x="63913" y="4597051"/>
                </a:lnTo>
                <a:cubicBezTo>
                  <a:pt x="64961" y="4598099"/>
                  <a:pt x="66389" y="4598670"/>
                  <a:pt x="67818" y="4598670"/>
                </a:cubicBezTo>
                <a:cubicBezTo>
                  <a:pt x="69247" y="4598670"/>
                  <a:pt x="70676" y="4598099"/>
                  <a:pt x="71723" y="4597051"/>
                </a:cubicBezTo>
                <a:lnTo>
                  <a:pt x="77438" y="4591336"/>
                </a:lnTo>
                <a:cubicBezTo>
                  <a:pt x="79534" y="4589240"/>
                  <a:pt x="79534" y="4585716"/>
                  <a:pt x="77438" y="4583526"/>
                </a:cubicBezTo>
                <a:lnTo>
                  <a:pt x="71723" y="4577906"/>
                </a:lnTo>
                <a:cubicBezTo>
                  <a:pt x="69533" y="4575715"/>
                  <a:pt x="66104" y="4575810"/>
                  <a:pt x="63913" y="4577906"/>
                </a:cubicBezTo>
                <a:lnTo>
                  <a:pt x="58198" y="4583621"/>
                </a:lnTo>
                <a:cubicBezTo>
                  <a:pt x="58198" y="4583621"/>
                  <a:pt x="57436" y="4584573"/>
                  <a:pt x="57245" y="4585145"/>
                </a:cubicBezTo>
                <a:lnTo>
                  <a:pt x="8858" y="4585145"/>
                </a:lnTo>
                <a:lnTo>
                  <a:pt x="95" y="4593908"/>
                </a:lnTo>
                <a:lnTo>
                  <a:pt x="95" y="4600670"/>
                </a:lnTo>
                <a:lnTo>
                  <a:pt x="10763" y="4589907"/>
                </a:lnTo>
                <a:lnTo>
                  <a:pt x="57150" y="4589907"/>
                </a:lnTo>
                <a:close/>
                <a:moveTo>
                  <a:pt x="61532" y="4586859"/>
                </a:moveTo>
                <a:lnTo>
                  <a:pt x="67247" y="4581239"/>
                </a:lnTo>
                <a:cubicBezTo>
                  <a:pt x="67247" y="4581239"/>
                  <a:pt x="67628" y="4581049"/>
                  <a:pt x="67723" y="4581049"/>
                </a:cubicBezTo>
                <a:cubicBezTo>
                  <a:pt x="67818" y="4581049"/>
                  <a:pt x="68104" y="4581049"/>
                  <a:pt x="68294" y="4581239"/>
                </a:cubicBezTo>
                <a:lnTo>
                  <a:pt x="73914" y="4586859"/>
                </a:lnTo>
                <a:cubicBezTo>
                  <a:pt x="73914" y="4586859"/>
                  <a:pt x="74200" y="4587621"/>
                  <a:pt x="73914" y="4587907"/>
                </a:cubicBezTo>
                <a:lnTo>
                  <a:pt x="68199" y="4593622"/>
                </a:lnTo>
                <a:cubicBezTo>
                  <a:pt x="68199" y="4593622"/>
                  <a:pt x="67437" y="4593908"/>
                  <a:pt x="67151" y="4593622"/>
                </a:cubicBezTo>
                <a:lnTo>
                  <a:pt x="61436" y="4587907"/>
                </a:lnTo>
                <a:cubicBezTo>
                  <a:pt x="61436" y="4587907"/>
                  <a:pt x="61151" y="4587145"/>
                  <a:pt x="61436" y="4586859"/>
                </a:cubicBezTo>
                <a:close/>
                <a:moveTo>
                  <a:pt x="116300" y="2531364"/>
                </a:moveTo>
                <a:cubicBezTo>
                  <a:pt x="122587" y="2531364"/>
                  <a:pt x="127730" y="2526221"/>
                  <a:pt x="127730" y="2519934"/>
                </a:cubicBezTo>
                <a:cubicBezTo>
                  <a:pt x="127730" y="2513648"/>
                  <a:pt x="122587" y="2508504"/>
                  <a:pt x="116300" y="2508504"/>
                </a:cubicBezTo>
                <a:cubicBezTo>
                  <a:pt x="114300" y="2508504"/>
                  <a:pt x="112586" y="2509171"/>
                  <a:pt x="110966" y="2510028"/>
                </a:cubicBezTo>
                <a:lnTo>
                  <a:pt x="70104" y="2460784"/>
                </a:lnTo>
                <a:lnTo>
                  <a:pt x="46768" y="2460498"/>
                </a:lnTo>
                <a:lnTo>
                  <a:pt x="46768" y="2452307"/>
                </a:lnTo>
                <a:cubicBezTo>
                  <a:pt x="46768" y="2448306"/>
                  <a:pt x="43529" y="2445163"/>
                  <a:pt x="39624" y="2445163"/>
                </a:cubicBezTo>
                <a:lnTo>
                  <a:pt x="95" y="2445163"/>
                </a:lnTo>
                <a:lnTo>
                  <a:pt x="95" y="2449925"/>
                </a:lnTo>
                <a:lnTo>
                  <a:pt x="39624" y="2449925"/>
                </a:lnTo>
                <a:cubicBezTo>
                  <a:pt x="40958" y="2449925"/>
                  <a:pt x="42005" y="2450973"/>
                  <a:pt x="42005" y="2452307"/>
                </a:cubicBezTo>
                <a:lnTo>
                  <a:pt x="42005" y="2473833"/>
                </a:lnTo>
                <a:cubicBezTo>
                  <a:pt x="42005" y="2475167"/>
                  <a:pt x="40958" y="2476214"/>
                  <a:pt x="39624" y="2476214"/>
                </a:cubicBezTo>
                <a:lnTo>
                  <a:pt x="95" y="2476214"/>
                </a:lnTo>
                <a:lnTo>
                  <a:pt x="95" y="2480977"/>
                </a:lnTo>
                <a:lnTo>
                  <a:pt x="39624" y="2480977"/>
                </a:lnTo>
                <a:cubicBezTo>
                  <a:pt x="43625" y="2480977"/>
                  <a:pt x="46768" y="2477738"/>
                  <a:pt x="46768" y="2473833"/>
                </a:cubicBezTo>
                <a:lnTo>
                  <a:pt x="46768" y="2465261"/>
                </a:lnTo>
                <a:lnTo>
                  <a:pt x="67818" y="2465546"/>
                </a:lnTo>
                <a:lnTo>
                  <a:pt x="107347" y="2513171"/>
                </a:lnTo>
                <a:cubicBezTo>
                  <a:pt x="105918" y="2515076"/>
                  <a:pt x="104870" y="2517362"/>
                  <a:pt x="104870" y="2519934"/>
                </a:cubicBezTo>
                <a:cubicBezTo>
                  <a:pt x="104870" y="2526221"/>
                  <a:pt x="110014" y="2531364"/>
                  <a:pt x="116300" y="2531364"/>
                </a:cubicBezTo>
                <a:close/>
                <a:moveTo>
                  <a:pt x="116300" y="2513362"/>
                </a:moveTo>
                <a:cubicBezTo>
                  <a:pt x="119920" y="2513362"/>
                  <a:pt x="122968" y="2516315"/>
                  <a:pt x="122968" y="2520029"/>
                </a:cubicBezTo>
                <a:cubicBezTo>
                  <a:pt x="122968" y="2523744"/>
                  <a:pt x="120015" y="2526697"/>
                  <a:pt x="116300" y="2526697"/>
                </a:cubicBezTo>
                <a:cubicBezTo>
                  <a:pt x="112586" y="2526697"/>
                  <a:pt x="109633" y="2523744"/>
                  <a:pt x="109633" y="2520029"/>
                </a:cubicBezTo>
                <a:cubicBezTo>
                  <a:pt x="109633" y="2516315"/>
                  <a:pt x="112586" y="2513362"/>
                  <a:pt x="116300" y="2513362"/>
                </a:cubicBezTo>
                <a:close/>
                <a:moveTo>
                  <a:pt x="32576" y="4438555"/>
                </a:moveTo>
                <a:cubicBezTo>
                  <a:pt x="30766" y="4443603"/>
                  <a:pt x="33528" y="4449223"/>
                  <a:pt x="38576" y="4451033"/>
                </a:cubicBezTo>
                <a:cubicBezTo>
                  <a:pt x="39624" y="4451414"/>
                  <a:pt x="40767" y="4451604"/>
                  <a:pt x="41815" y="4451604"/>
                </a:cubicBezTo>
                <a:cubicBezTo>
                  <a:pt x="45815" y="4451604"/>
                  <a:pt x="49625" y="4449032"/>
                  <a:pt x="51054" y="4445032"/>
                </a:cubicBezTo>
                <a:cubicBezTo>
                  <a:pt x="51911" y="4442555"/>
                  <a:pt x="51816" y="4439888"/>
                  <a:pt x="50673" y="4437507"/>
                </a:cubicBezTo>
                <a:cubicBezTo>
                  <a:pt x="49530" y="4435126"/>
                  <a:pt x="47530" y="4433412"/>
                  <a:pt x="45053" y="4432554"/>
                </a:cubicBezTo>
                <a:cubicBezTo>
                  <a:pt x="42196" y="4431602"/>
                  <a:pt x="39243" y="4432078"/>
                  <a:pt x="36767" y="4433602"/>
                </a:cubicBezTo>
                <a:lnTo>
                  <a:pt x="14859" y="4414362"/>
                </a:lnTo>
                <a:lnTo>
                  <a:pt x="95" y="4414362"/>
                </a:lnTo>
                <a:cubicBezTo>
                  <a:pt x="95" y="4414362"/>
                  <a:pt x="95" y="4419124"/>
                  <a:pt x="95" y="4419124"/>
                </a:cubicBezTo>
                <a:lnTo>
                  <a:pt x="13049" y="4419124"/>
                </a:lnTo>
                <a:cubicBezTo>
                  <a:pt x="13049" y="4419124"/>
                  <a:pt x="33433" y="4437126"/>
                  <a:pt x="33433" y="4437126"/>
                </a:cubicBezTo>
                <a:cubicBezTo>
                  <a:pt x="33147" y="4437603"/>
                  <a:pt x="32766" y="4438079"/>
                  <a:pt x="32480" y="4438650"/>
                </a:cubicBezTo>
                <a:lnTo>
                  <a:pt x="32480" y="4438650"/>
                </a:lnTo>
                <a:close/>
                <a:moveTo>
                  <a:pt x="37052" y="4440079"/>
                </a:moveTo>
                <a:cubicBezTo>
                  <a:pt x="38005" y="4437507"/>
                  <a:pt x="40862" y="4436079"/>
                  <a:pt x="43434" y="4437031"/>
                </a:cubicBezTo>
                <a:cubicBezTo>
                  <a:pt x="44672" y="4437507"/>
                  <a:pt x="45720" y="4438364"/>
                  <a:pt x="46292" y="4439603"/>
                </a:cubicBezTo>
                <a:cubicBezTo>
                  <a:pt x="46863" y="4440841"/>
                  <a:pt x="46958" y="4442174"/>
                  <a:pt x="46482" y="4443413"/>
                </a:cubicBezTo>
                <a:cubicBezTo>
                  <a:pt x="45530" y="4445985"/>
                  <a:pt x="42767" y="4447413"/>
                  <a:pt x="40100" y="4446461"/>
                </a:cubicBezTo>
                <a:cubicBezTo>
                  <a:pt x="37529" y="4445508"/>
                  <a:pt x="36100" y="4442651"/>
                  <a:pt x="37052" y="4440079"/>
                </a:cubicBezTo>
                <a:close/>
                <a:moveTo>
                  <a:pt x="1411986" y="3442240"/>
                </a:moveTo>
                <a:cubicBezTo>
                  <a:pt x="1410272" y="3442240"/>
                  <a:pt x="1408843" y="3443669"/>
                  <a:pt x="1408843" y="3445383"/>
                </a:cubicBezTo>
                <a:lnTo>
                  <a:pt x="1408843" y="3475006"/>
                </a:lnTo>
                <a:cubicBezTo>
                  <a:pt x="1408843" y="3476720"/>
                  <a:pt x="1410272" y="3478149"/>
                  <a:pt x="1411986" y="3478149"/>
                </a:cubicBezTo>
                <a:lnTo>
                  <a:pt x="1423416" y="3478149"/>
                </a:lnTo>
                <a:lnTo>
                  <a:pt x="1423416" y="3486531"/>
                </a:lnTo>
                <a:lnTo>
                  <a:pt x="1428178" y="3486531"/>
                </a:lnTo>
                <a:lnTo>
                  <a:pt x="1428178" y="3478149"/>
                </a:lnTo>
                <a:lnTo>
                  <a:pt x="1441609" y="3478149"/>
                </a:lnTo>
                <a:cubicBezTo>
                  <a:pt x="1443323" y="3478149"/>
                  <a:pt x="1444752" y="3476720"/>
                  <a:pt x="1444752" y="3475006"/>
                </a:cubicBezTo>
                <a:lnTo>
                  <a:pt x="1444752" y="3445383"/>
                </a:lnTo>
                <a:cubicBezTo>
                  <a:pt x="1444752" y="3443669"/>
                  <a:pt x="1443323" y="3442240"/>
                  <a:pt x="1441609" y="3442240"/>
                </a:cubicBezTo>
                <a:lnTo>
                  <a:pt x="1429226" y="3442240"/>
                </a:lnTo>
                <a:lnTo>
                  <a:pt x="1429226" y="3344799"/>
                </a:lnTo>
                <a:cubicBezTo>
                  <a:pt x="1433132" y="3343751"/>
                  <a:pt x="1436084" y="3340322"/>
                  <a:pt x="1436084" y="3336036"/>
                </a:cubicBezTo>
                <a:cubicBezTo>
                  <a:pt x="1436084" y="3332702"/>
                  <a:pt x="1434179" y="3329845"/>
                  <a:pt x="1431512" y="3328226"/>
                </a:cubicBezTo>
                <a:lnTo>
                  <a:pt x="1431512" y="3265551"/>
                </a:lnTo>
                <a:lnTo>
                  <a:pt x="1415510" y="3250025"/>
                </a:lnTo>
                <a:lnTo>
                  <a:pt x="1396270" y="3250025"/>
                </a:lnTo>
                <a:lnTo>
                  <a:pt x="1354074" y="3213830"/>
                </a:lnTo>
                <a:lnTo>
                  <a:pt x="1359122" y="3213830"/>
                </a:lnTo>
                <a:cubicBezTo>
                  <a:pt x="1363504" y="3213830"/>
                  <a:pt x="1367123" y="3210306"/>
                  <a:pt x="1367123" y="3205829"/>
                </a:cubicBezTo>
                <a:lnTo>
                  <a:pt x="1367123" y="3188399"/>
                </a:lnTo>
                <a:cubicBezTo>
                  <a:pt x="1367123" y="3184017"/>
                  <a:pt x="1363504" y="3180398"/>
                  <a:pt x="1359122" y="3180398"/>
                </a:cubicBezTo>
                <a:lnTo>
                  <a:pt x="1341692" y="3180398"/>
                </a:lnTo>
                <a:cubicBezTo>
                  <a:pt x="1337310" y="3180398"/>
                  <a:pt x="1333691" y="3183922"/>
                  <a:pt x="1333691" y="3188399"/>
                </a:cubicBezTo>
                <a:lnTo>
                  <a:pt x="1333691" y="3205829"/>
                </a:lnTo>
                <a:cubicBezTo>
                  <a:pt x="1333691" y="3210211"/>
                  <a:pt x="1337310" y="3213830"/>
                  <a:pt x="1341692" y="3213830"/>
                </a:cubicBezTo>
                <a:lnTo>
                  <a:pt x="1346835" y="3213830"/>
                </a:lnTo>
                <a:cubicBezTo>
                  <a:pt x="1346835" y="3213830"/>
                  <a:pt x="1306640" y="3250025"/>
                  <a:pt x="1306640" y="3250025"/>
                </a:cubicBezTo>
                <a:lnTo>
                  <a:pt x="1306640" y="3250025"/>
                </a:lnTo>
                <a:cubicBezTo>
                  <a:pt x="1306640" y="3250025"/>
                  <a:pt x="1287018" y="3250025"/>
                  <a:pt x="1287018" y="3250025"/>
                </a:cubicBezTo>
                <a:lnTo>
                  <a:pt x="1272254" y="3266313"/>
                </a:lnTo>
                <a:lnTo>
                  <a:pt x="1272254" y="3302508"/>
                </a:lnTo>
                <a:cubicBezTo>
                  <a:pt x="1267016" y="3303651"/>
                  <a:pt x="1263015" y="3308033"/>
                  <a:pt x="1263015" y="3313652"/>
                </a:cubicBezTo>
                <a:cubicBezTo>
                  <a:pt x="1263015" y="3319272"/>
                  <a:pt x="1267016" y="3323654"/>
                  <a:pt x="1272254" y="3324797"/>
                </a:cubicBezTo>
                <a:lnTo>
                  <a:pt x="1272254" y="3442240"/>
                </a:lnTo>
                <a:lnTo>
                  <a:pt x="1259872" y="3442240"/>
                </a:lnTo>
                <a:cubicBezTo>
                  <a:pt x="1258157" y="3442240"/>
                  <a:pt x="1256728" y="3443669"/>
                  <a:pt x="1256728" y="3445383"/>
                </a:cubicBezTo>
                <a:lnTo>
                  <a:pt x="1256728" y="3475006"/>
                </a:lnTo>
                <a:cubicBezTo>
                  <a:pt x="1256728" y="3476720"/>
                  <a:pt x="1258157" y="3478149"/>
                  <a:pt x="1259872" y="3478149"/>
                </a:cubicBezTo>
                <a:lnTo>
                  <a:pt x="1289495" y="3478149"/>
                </a:lnTo>
                <a:cubicBezTo>
                  <a:pt x="1291209" y="3478149"/>
                  <a:pt x="1292638" y="3476720"/>
                  <a:pt x="1292638" y="3475006"/>
                </a:cubicBezTo>
                <a:lnTo>
                  <a:pt x="1292638" y="3445383"/>
                </a:lnTo>
                <a:cubicBezTo>
                  <a:pt x="1292638" y="3443669"/>
                  <a:pt x="1291209" y="3442240"/>
                  <a:pt x="1289495" y="3442240"/>
                </a:cubicBezTo>
                <a:lnTo>
                  <a:pt x="1277112" y="3442240"/>
                </a:lnTo>
                <a:lnTo>
                  <a:pt x="1277112" y="3324797"/>
                </a:lnTo>
                <a:cubicBezTo>
                  <a:pt x="1282351" y="3323654"/>
                  <a:pt x="1286351" y="3319272"/>
                  <a:pt x="1286351" y="3313652"/>
                </a:cubicBezTo>
                <a:cubicBezTo>
                  <a:pt x="1286351" y="3308033"/>
                  <a:pt x="1282351" y="3303651"/>
                  <a:pt x="1277112" y="3302508"/>
                </a:cubicBezTo>
                <a:lnTo>
                  <a:pt x="1277112" y="3268218"/>
                </a:lnTo>
                <a:lnTo>
                  <a:pt x="1289209" y="3254883"/>
                </a:lnTo>
                <a:lnTo>
                  <a:pt x="1325213" y="3254883"/>
                </a:lnTo>
                <a:lnTo>
                  <a:pt x="1322356" y="3258026"/>
                </a:lnTo>
                <a:lnTo>
                  <a:pt x="1322356" y="3327463"/>
                </a:lnTo>
                <a:cubicBezTo>
                  <a:pt x="1318832" y="3328702"/>
                  <a:pt x="1316260" y="3332036"/>
                  <a:pt x="1316260" y="3336036"/>
                </a:cubicBezTo>
                <a:cubicBezTo>
                  <a:pt x="1316260" y="3340322"/>
                  <a:pt x="1319213" y="3343751"/>
                  <a:pt x="1323118" y="3344799"/>
                </a:cubicBezTo>
                <a:lnTo>
                  <a:pt x="1323118" y="3442240"/>
                </a:lnTo>
                <a:lnTo>
                  <a:pt x="1310735" y="3442240"/>
                </a:lnTo>
                <a:cubicBezTo>
                  <a:pt x="1309021" y="3442240"/>
                  <a:pt x="1307592" y="3443669"/>
                  <a:pt x="1307592" y="3445383"/>
                </a:cubicBezTo>
                <a:lnTo>
                  <a:pt x="1307592" y="3475006"/>
                </a:lnTo>
                <a:cubicBezTo>
                  <a:pt x="1307592" y="3476720"/>
                  <a:pt x="1309021" y="3478149"/>
                  <a:pt x="1310735" y="3478149"/>
                </a:cubicBezTo>
                <a:lnTo>
                  <a:pt x="1323118" y="3478149"/>
                </a:lnTo>
                <a:lnTo>
                  <a:pt x="1323118" y="3533109"/>
                </a:lnTo>
                <a:lnTo>
                  <a:pt x="1191387" y="3533109"/>
                </a:lnTo>
                <a:lnTo>
                  <a:pt x="1136237" y="3572637"/>
                </a:lnTo>
                <a:lnTo>
                  <a:pt x="1136237" y="3590735"/>
                </a:lnTo>
                <a:cubicBezTo>
                  <a:pt x="1136237" y="3590735"/>
                  <a:pt x="1135856" y="3590735"/>
                  <a:pt x="1135571" y="3590735"/>
                </a:cubicBezTo>
                <a:cubicBezTo>
                  <a:pt x="1132713" y="3591497"/>
                  <a:pt x="1130427" y="3593402"/>
                  <a:pt x="1128998" y="3595973"/>
                </a:cubicBezTo>
                <a:cubicBezTo>
                  <a:pt x="1127570" y="3598545"/>
                  <a:pt x="1127284" y="3601498"/>
                  <a:pt x="1128046" y="3604260"/>
                </a:cubicBezTo>
                <a:cubicBezTo>
                  <a:pt x="1128808" y="3607118"/>
                  <a:pt x="1130713" y="3609404"/>
                  <a:pt x="1133285" y="3610832"/>
                </a:cubicBezTo>
                <a:cubicBezTo>
                  <a:pt x="1134904" y="3611785"/>
                  <a:pt x="1136714" y="3612166"/>
                  <a:pt x="1138619" y="3612166"/>
                </a:cubicBezTo>
                <a:cubicBezTo>
                  <a:pt x="1139666" y="3612166"/>
                  <a:pt x="1140619" y="3612071"/>
                  <a:pt x="1141667" y="3611785"/>
                </a:cubicBezTo>
                <a:cubicBezTo>
                  <a:pt x="1147477" y="3610166"/>
                  <a:pt x="1150811" y="3604070"/>
                  <a:pt x="1149191" y="3598259"/>
                </a:cubicBezTo>
                <a:cubicBezTo>
                  <a:pt x="1148048" y="3594259"/>
                  <a:pt x="1144810" y="3591592"/>
                  <a:pt x="1141000" y="3590735"/>
                </a:cubicBezTo>
                <a:lnTo>
                  <a:pt x="1141000" y="3575018"/>
                </a:lnTo>
                <a:lnTo>
                  <a:pt x="1192911" y="3537871"/>
                </a:lnTo>
                <a:lnTo>
                  <a:pt x="1327880" y="3537871"/>
                </a:lnTo>
                <a:lnTo>
                  <a:pt x="1327880" y="3478149"/>
                </a:lnTo>
                <a:lnTo>
                  <a:pt x="1340263" y="3478149"/>
                </a:lnTo>
                <a:cubicBezTo>
                  <a:pt x="1341977" y="3478149"/>
                  <a:pt x="1343406" y="3476720"/>
                  <a:pt x="1343406" y="3475006"/>
                </a:cubicBezTo>
                <a:lnTo>
                  <a:pt x="1343406" y="3445383"/>
                </a:lnTo>
                <a:cubicBezTo>
                  <a:pt x="1343406" y="3443669"/>
                  <a:pt x="1341977" y="3442240"/>
                  <a:pt x="1340263" y="3442240"/>
                </a:cubicBezTo>
                <a:lnTo>
                  <a:pt x="1327880" y="3442240"/>
                </a:lnTo>
                <a:lnTo>
                  <a:pt x="1327880" y="3344799"/>
                </a:lnTo>
                <a:cubicBezTo>
                  <a:pt x="1331786" y="3343751"/>
                  <a:pt x="1334738" y="3340322"/>
                  <a:pt x="1334738" y="3336036"/>
                </a:cubicBezTo>
                <a:cubicBezTo>
                  <a:pt x="1334738" y="3331559"/>
                  <a:pt x="1331405" y="3327940"/>
                  <a:pt x="1327214" y="3327178"/>
                </a:cubicBezTo>
                <a:lnTo>
                  <a:pt x="1327214" y="3259836"/>
                </a:lnTo>
                <a:lnTo>
                  <a:pt x="1331690" y="3254883"/>
                </a:lnTo>
                <a:lnTo>
                  <a:pt x="1368933" y="3254883"/>
                </a:lnTo>
                <a:lnTo>
                  <a:pt x="1373886" y="3259646"/>
                </a:lnTo>
                <a:lnTo>
                  <a:pt x="1373886" y="3302508"/>
                </a:lnTo>
                <a:cubicBezTo>
                  <a:pt x="1368647" y="3303651"/>
                  <a:pt x="1364647" y="3308033"/>
                  <a:pt x="1364647" y="3313652"/>
                </a:cubicBezTo>
                <a:cubicBezTo>
                  <a:pt x="1364647" y="3319272"/>
                  <a:pt x="1368647" y="3323654"/>
                  <a:pt x="1373886" y="3324797"/>
                </a:cubicBezTo>
                <a:lnTo>
                  <a:pt x="1373886" y="3442240"/>
                </a:lnTo>
                <a:lnTo>
                  <a:pt x="1361503" y="3442240"/>
                </a:lnTo>
                <a:cubicBezTo>
                  <a:pt x="1359789" y="3442240"/>
                  <a:pt x="1358360" y="3443669"/>
                  <a:pt x="1358360" y="3445383"/>
                </a:cubicBezTo>
                <a:lnTo>
                  <a:pt x="1358360" y="3475006"/>
                </a:lnTo>
                <a:cubicBezTo>
                  <a:pt x="1358360" y="3476720"/>
                  <a:pt x="1359789" y="3478149"/>
                  <a:pt x="1361503" y="3478149"/>
                </a:cubicBezTo>
                <a:lnTo>
                  <a:pt x="1373886" y="3478149"/>
                </a:lnTo>
                <a:lnTo>
                  <a:pt x="1373886" y="3486531"/>
                </a:lnTo>
                <a:lnTo>
                  <a:pt x="1378649" y="3486531"/>
                </a:lnTo>
                <a:lnTo>
                  <a:pt x="1378649" y="3478149"/>
                </a:lnTo>
                <a:lnTo>
                  <a:pt x="1391031" y="3478149"/>
                </a:lnTo>
                <a:cubicBezTo>
                  <a:pt x="1392746" y="3478149"/>
                  <a:pt x="1394174" y="3476720"/>
                  <a:pt x="1394174" y="3475006"/>
                </a:cubicBezTo>
                <a:lnTo>
                  <a:pt x="1394174" y="3445383"/>
                </a:lnTo>
                <a:cubicBezTo>
                  <a:pt x="1394174" y="3443669"/>
                  <a:pt x="1392746" y="3442240"/>
                  <a:pt x="1391031" y="3442240"/>
                </a:cubicBezTo>
                <a:lnTo>
                  <a:pt x="1378649" y="3442240"/>
                </a:lnTo>
                <a:lnTo>
                  <a:pt x="1378649" y="3324797"/>
                </a:lnTo>
                <a:cubicBezTo>
                  <a:pt x="1383887" y="3323654"/>
                  <a:pt x="1387888" y="3319272"/>
                  <a:pt x="1387888" y="3313652"/>
                </a:cubicBezTo>
                <a:cubicBezTo>
                  <a:pt x="1387888" y="3308033"/>
                  <a:pt x="1383887" y="3303651"/>
                  <a:pt x="1378649" y="3302508"/>
                </a:cubicBezTo>
                <a:lnTo>
                  <a:pt x="1378649" y="3257550"/>
                </a:lnTo>
                <a:lnTo>
                  <a:pt x="1375791" y="3254788"/>
                </a:lnTo>
                <a:lnTo>
                  <a:pt x="1413701" y="3254788"/>
                </a:lnTo>
                <a:lnTo>
                  <a:pt x="1426845" y="3267551"/>
                </a:lnTo>
                <a:lnTo>
                  <a:pt x="1426845" y="3326797"/>
                </a:lnTo>
                <a:cubicBezTo>
                  <a:pt x="1421797" y="3326797"/>
                  <a:pt x="1417701" y="3330988"/>
                  <a:pt x="1417701" y="3336036"/>
                </a:cubicBezTo>
                <a:cubicBezTo>
                  <a:pt x="1417701" y="3340322"/>
                  <a:pt x="1420654" y="3343751"/>
                  <a:pt x="1424559" y="3344799"/>
                </a:cubicBezTo>
                <a:lnTo>
                  <a:pt x="1424559" y="3442240"/>
                </a:lnTo>
                <a:lnTo>
                  <a:pt x="1412177" y="3442240"/>
                </a:lnTo>
                <a:close/>
                <a:moveTo>
                  <a:pt x="1289399" y="3444621"/>
                </a:moveTo>
                <a:cubicBezTo>
                  <a:pt x="1289399" y="3444621"/>
                  <a:pt x="1290161" y="3445002"/>
                  <a:pt x="1290161" y="3445383"/>
                </a:cubicBezTo>
                <a:lnTo>
                  <a:pt x="1290161" y="3475006"/>
                </a:lnTo>
                <a:cubicBezTo>
                  <a:pt x="1290161" y="3475006"/>
                  <a:pt x="1289780" y="3475768"/>
                  <a:pt x="1289399" y="3475768"/>
                </a:cubicBezTo>
                <a:lnTo>
                  <a:pt x="1259777" y="3475768"/>
                </a:lnTo>
                <a:cubicBezTo>
                  <a:pt x="1259777" y="3475768"/>
                  <a:pt x="1259015" y="3475387"/>
                  <a:pt x="1259015" y="3475006"/>
                </a:cubicBezTo>
                <a:lnTo>
                  <a:pt x="1259015" y="3445383"/>
                </a:lnTo>
                <a:cubicBezTo>
                  <a:pt x="1259015" y="3445383"/>
                  <a:pt x="1259396" y="3444621"/>
                  <a:pt x="1259777" y="3444621"/>
                </a:cubicBezTo>
                <a:lnTo>
                  <a:pt x="1289399" y="3444621"/>
                </a:lnTo>
                <a:close/>
                <a:moveTo>
                  <a:pt x="1281494" y="3313652"/>
                </a:moveTo>
                <a:cubicBezTo>
                  <a:pt x="1281494" y="3317462"/>
                  <a:pt x="1278446" y="3320510"/>
                  <a:pt x="1274636" y="3320510"/>
                </a:cubicBezTo>
                <a:cubicBezTo>
                  <a:pt x="1270826" y="3320510"/>
                  <a:pt x="1267778" y="3317462"/>
                  <a:pt x="1267778" y="3313652"/>
                </a:cubicBezTo>
                <a:cubicBezTo>
                  <a:pt x="1267778" y="3309842"/>
                  <a:pt x="1270826" y="3306794"/>
                  <a:pt x="1274636" y="3306794"/>
                </a:cubicBezTo>
                <a:cubicBezTo>
                  <a:pt x="1278446" y="3306794"/>
                  <a:pt x="1281494" y="3309842"/>
                  <a:pt x="1281494" y="3313652"/>
                </a:cubicBezTo>
                <a:close/>
                <a:moveTo>
                  <a:pt x="1141476" y="3595783"/>
                </a:moveTo>
                <a:cubicBezTo>
                  <a:pt x="1142905" y="3596545"/>
                  <a:pt x="1143953" y="3597878"/>
                  <a:pt x="1144429" y="3599498"/>
                </a:cubicBezTo>
                <a:cubicBezTo>
                  <a:pt x="1144905" y="3601117"/>
                  <a:pt x="1144715" y="3602736"/>
                  <a:pt x="1143857" y="3604165"/>
                </a:cubicBezTo>
                <a:cubicBezTo>
                  <a:pt x="1143095" y="3605594"/>
                  <a:pt x="1141762" y="3606642"/>
                  <a:pt x="1140143" y="3607118"/>
                </a:cubicBezTo>
                <a:cubicBezTo>
                  <a:pt x="1136809" y="3608070"/>
                  <a:pt x="1133475" y="3606165"/>
                  <a:pt x="1132523" y="3602831"/>
                </a:cubicBezTo>
                <a:cubicBezTo>
                  <a:pt x="1132046" y="3601212"/>
                  <a:pt x="1132237" y="3599593"/>
                  <a:pt x="1133094" y="3598164"/>
                </a:cubicBezTo>
                <a:cubicBezTo>
                  <a:pt x="1133856" y="3596735"/>
                  <a:pt x="1135190" y="3595688"/>
                  <a:pt x="1136809" y="3595211"/>
                </a:cubicBezTo>
                <a:cubicBezTo>
                  <a:pt x="1137380" y="3595021"/>
                  <a:pt x="1137952" y="3594926"/>
                  <a:pt x="1138523" y="3594926"/>
                </a:cubicBezTo>
                <a:cubicBezTo>
                  <a:pt x="1139571" y="3594926"/>
                  <a:pt x="1140619" y="3595211"/>
                  <a:pt x="1141476" y="3595688"/>
                </a:cubicBezTo>
                <a:close/>
                <a:moveTo>
                  <a:pt x="1340168" y="3444621"/>
                </a:moveTo>
                <a:cubicBezTo>
                  <a:pt x="1340168" y="3444621"/>
                  <a:pt x="1340930" y="3445002"/>
                  <a:pt x="1340930" y="3445383"/>
                </a:cubicBezTo>
                <a:lnTo>
                  <a:pt x="1340930" y="3475006"/>
                </a:lnTo>
                <a:cubicBezTo>
                  <a:pt x="1340930" y="3475006"/>
                  <a:pt x="1340549" y="3475768"/>
                  <a:pt x="1340168" y="3475768"/>
                </a:cubicBezTo>
                <a:lnTo>
                  <a:pt x="1310545" y="3475768"/>
                </a:lnTo>
                <a:cubicBezTo>
                  <a:pt x="1310545" y="3475768"/>
                  <a:pt x="1309783" y="3475387"/>
                  <a:pt x="1309783" y="3475006"/>
                </a:cubicBezTo>
                <a:lnTo>
                  <a:pt x="1309783" y="3445383"/>
                </a:lnTo>
                <a:cubicBezTo>
                  <a:pt x="1309783" y="3445383"/>
                  <a:pt x="1310164" y="3444621"/>
                  <a:pt x="1310545" y="3444621"/>
                </a:cubicBezTo>
                <a:lnTo>
                  <a:pt x="1340168" y="3444621"/>
                </a:lnTo>
                <a:close/>
                <a:moveTo>
                  <a:pt x="1346740" y="3250025"/>
                </a:moveTo>
                <a:lnTo>
                  <a:pt x="1313593" y="3250025"/>
                </a:lnTo>
                <a:lnTo>
                  <a:pt x="1346740" y="3220212"/>
                </a:lnTo>
                <a:lnTo>
                  <a:pt x="1346740" y="3250025"/>
                </a:lnTo>
                <a:close/>
                <a:moveTo>
                  <a:pt x="1341692" y="3209449"/>
                </a:moveTo>
                <a:cubicBezTo>
                  <a:pt x="1339691" y="3209449"/>
                  <a:pt x="1338072" y="3207830"/>
                  <a:pt x="1338072" y="3205829"/>
                </a:cubicBezTo>
                <a:lnTo>
                  <a:pt x="1338072" y="3188399"/>
                </a:lnTo>
                <a:cubicBezTo>
                  <a:pt x="1338072" y="3186398"/>
                  <a:pt x="1339691" y="3184779"/>
                  <a:pt x="1341692" y="3184779"/>
                </a:cubicBezTo>
                <a:lnTo>
                  <a:pt x="1359122" y="3184779"/>
                </a:lnTo>
                <a:cubicBezTo>
                  <a:pt x="1361123" y="3184779"/>
                  <a:pt x="1362742" y="3186398"/>
                  <a:pt x="1362742" y="3188399"/>
                </a:cubicBezTo>
                <a:lnTo>
                  <a:pt x="1362742" y="3205829"/>
                </a:lnTo>
                <a:cubicBezTo>
                  <a:pt x="1362742" y="3207830"/>
                  <a:pt x="1361123" y="3209449"/>
                  <a:pt x="1359122" y="3209449"/>
                </a:cubicBezTo>
                <a:lnTo>
                  <a:pt x="1341692" y="3209449"/>
                </a:lnTo>
                <a:close/>
                <a:moveTo>
                  <a:pt x="1390841" y="3444621"/>
                </a:moveTo>
                <a:cubicBezTo>
                  <a:pt x="1390841" y="3444621"/>
                  <a:pt x="1391603" y="3445002"/>
                  <a:pt x="1391603" y="3445383"/>
                </a:cubicBezTo>
                <a:lnTo>
                  <a:pt x="1391603" y="3475006"/>
                </a:lnTo>
                <a:cubicBezTo>
                  <a:pt x="1391603" y="3475006"/>
                  <a:pt x="1391222" y="3475768"/>
                  <a:pt x="1390841" y="3475768"/>
                </a:cubicBezTo>
                <a:lnTo>
                  <a:pt x="1361218" y="3475768"/>
                </a:lnTo>
                <a:cubicBezTo>
                  <a:pt x="1361218" y="3475768"/>
                  <a:pt x="1360456" y="3475387"/>
                  <a:pt x="1360456" y="3475006"/>
                </a:cubicBezTo>
                <a:lnTo>
                  <a:pt x="1360456" y="3445383"/>
                </a:lnTo>
                <a:cubicBezTo>
                  <a:pt x="1360456" y="3445383"/>
                  <a:pt x="1360837" y="3444621"/>
                  <a:pt x="1361218" y="3444621"/>
                </a:cubicBezTo>
                <a:lnTo>
                  <a:pt x="1390841" y="3444621"/>
                </a:lnTo>
                <a:close/>
                <a:moveTo>
                  <a:pt x="1376077" y="3306794"/>
                </a:moveTo>
                <a:cubicBezTo>
                  <a:pt x="1379887" y="3306794"/>
                  <a:pt x="1382935" y="3309842"/>
                  <a:pt x="1382935" y="3313652"/>
                </a:cubicBezTo>
                <a:cubicBezTo>
                  <a:pt x="1382935" y="3317462"/>
                  <a:pt x="1379887" y="3320510"/>
                  <a:pt x="1376077" y="3320510"/>
                </a:cubicBezTo>
                <a:cubicBezTo>
                  <a:pt x="1372267" y="3320510"/>
                  <a:pt x="1369219" y="3317462"/>
                  <a:pt x="1369219" y="3313652"/>
                </a:cubicBezTo>
                <a:cubicBezTo>
                  <a:pt x="1369219" y="3309842"/>
                  <a:pt x="1372267" y="3306794"/>
                  <a:pt x="1376077" y="3306794"/>
                </a:cubicBezTo>
                <a:close/>
                <a:moveTo>
                  <a:pt x="1370648" y="3250025"/>
                </a:moveTo>
                <a:lnTo>
                  <a:pt x="1353884" y="3250025"/>
                </a:lnTo>
                <a:lnTo>
                  <a:pt x="1353884" y="3220022"/>
                </a:lnTo>
                <a:lnTo>
                  <a:pt x="1388840" y="3250025"/>
                </a:lnTo>
                <a:lnTo>
                  <a:pt x="1370648" y="3250025"/>
                </a:lnTo>
                <a:close/>
                <a:moveTo>
                  <a:pt x="1441609" y="3444621"/>
                </a:moveTo>
                <a:cubicBezTo>
                  <a:pt x="1441609" y="3444621"/>
                  <a:pt x="1442371" y="3445002"/>
                  <a:pt x="1442371" y="3445383"/>
                </a:cubicBezTo>
                <a:lnTo>
                  <a:pt x="1442371" y="3475006"/>
                </a:lnTo>
                <a:cubicBezTo>
                  <a:pt x="1442371" y="3475006"/>
                  <a:pt x="1441990" y="3475768"/>
                  <a:pt x="1441609" y="3475768"/>
                </a:cubicBezTo>
                <a:lnTo>
                  <a:pt x="1411986" y="3475768"/>
                </a:lnTo>
                <a:cubicBezTo>
                  <a:pt x="1411986" y="3475768"/>
                  <a:pt x="1411224" y="3475387"/>
                  <a:pt x="1411224" y="3475006"/>
                </a:cubicBezTo>
                <a:lnTo>
                  <a:pt x="1411224" y="3445383"/>
                </a:lnTo>
                <a:cubicBezTo>
                  <a:pt x="1411224" y="3445383"/>
                  <a:pt x="1411605" y="3444621"/>
                  <a:pt x="1411986" y="3444621"/>
                </a:cubicBezTo>
                <a:lnTo>
                  <a:pt x="1441609" y="3444621"/>
                </a:lnTo>
                <a:close/>
                <a:moveTo>
                  <a:pt x="102489" y="4032313"/>
                </a:moveTo>
                <a:lnTo>
                  <a:pt x="47339" y="4080796"/>
                </a:lnTo>
                <a:cubicBezTo>
                  <a:pt x="44768" y="4078796"/>
                  <a:pt x="41339" y="4077938"/>
                  <a:pt x="38005" y="4079081"/>
                </a:cubicBezTo>
                <a:cubicBezTo>
                  <a:pt x="32861" y="4080891"/>
                  <a:pt x="30194" y="4086606"/>
                  <a:pt x="32004" y="4091750"/>
                </a:cubicBezTo>
                <a:cubicBezTo>
                  <a:pt x="33433" y="4095750"/>
                  <a:pt x="37243" y="4098322"/>
                  <a:pt x="41339" y="4098322"/>
                </a:cubicBezTo>
                <a:cubicBezTo>
                  <a:pt x="42482" y="4098322"/>
                  <a:pt x="43529" y="4098131"/>
                  <a:pt x="44672" y="4097750"/>
                </a:cubicBezTo>
                <a:lnTo>
                  <a:pt x="44672" y="4097750"/>
                </a:lnTo>
                <a:cubicBezTo>
                  <a:pt x="49816" y="4095941"/>
                  <a:pt x="52483" y="4090226"/>
                  <a:pt x="50673" y="4085082"/>
                </a:cubicBezTo>
                <a:cubicBezTo>
                  <a:pt x="50673" y="4084892"/>
                  <a:pt x="50387" y="4084701"/>
                  <a:pt x="50292" y="4084511"/>
                </a:cubicBezTo>
                <a:lnTo>
                  <a:pt x="106394" y="4035076"/>
                </a:lnTo>
                <a:lnTo>
                  <a:pt x="107252" y="4034314"/>
                </a:lnTo>
                <a:lnTo>
                  <a:pt x="106394" y="3994785"/>
                </a:lnTo>
                <a:lnTo>
                  <a:pt x="148304" y="3958209"/>
                </a:lnTo>
                <a:cubicBezTo>
                  <a:pt x="149924" y="3959352"/>
                  <a:pt x="151829" y="3959924"/>
                  <a:pt x="153829" y="3959924"/>
                </a:cubicBezTo>
                <a:cubicBezTo>
                  <a:pt x="154972" y="3959924"/>
                  <a:pt x="156020" y="3959733"/>
                  <a:pt x="157163" y="3959352"/>
                </a:cubicBezTo>
                <a:cubicBezTo>
                  <a:pt x="159639" y="3958495"/>
                  <a:pt x="161639" y="3956685"/>
                  <a:pt x="162782" y="3954304"/>
                </a:cubicBezTo>
                <a:cubicBezTo>
                  <a:pt x="163925" y="3951923"/>
                  <a:pt x="164020" y="3949255"/>
                  <a:pt x="163163" y="3946684"/>
                </a:cubicBezTo>
                <a:cubicBezTo>
                  <a:pt x="161354" y="3941540"/>
                  <a:pt x="155639" y="3938873"/>
                  <a:pt x="150495" y="3940683"/>
                </a:cubicBezTo>
                <a:cubicBezTo>
                  <a:pt x="145352" y="3942493"/>
                  <a:pt x="142685" y="3948208"/>
                  <a:pt x="144494" y="3953351"/>
                </a:cubicBezTo>
                <a:cubicBezTo>
                  <a:pt x="144685" y="3953828"/>
                  <a:pt x="144971" y="3954209"/>
                  <a:pt x="145161" y="3954590"/>
                </a:cubicBezTo>
                <a:lnTo>
                  <a:pt x="101537" y="3992594"/>
                </a:lnTo>
                <a:lnTo>
                  <a:pt x="102394" y="4032123"/>
                </a:lnTo>
                <a:close/>
                <a:moveTo>
                  <a:pt x="43053" y="4093274"/>
                </a:moveTo>
                <a:cubicBezTo>
                  <a:pt x="40386" y="4094226"/>
                  <a:pt x="37433" y="4092797"/>
                  <a:pt x="36481" y="4090130"/>
                </a:cubicBezTo>
                <a:cubicBezTo>
                  <a:pt x="35528" y="4087463"/>
                  <a:pt x="36957" y="4084511"/>
                  <a:pt x="39624" y="4083558"/>
                </a:cubicBezTo>
                <a:cubicBezTo>
                  <a:pt x="40196" y="4083368"/>
                  <a:pt x="40767" y="4083272"/>
                  <a:pt x="41339" y="4083272"/>
                </a:cubicBezTo>
                <a:cubicBezTo>
                  <a:pt x="43434" y="4083272"/>
                  <a:pt x="45434" y="4084606"/>
                  <a:pt x="46196" y="4086701"/>
                </a:cubicBezTo>
                <a:cubicBezTo>
                  <a:pt x="47149" y="4089368"/>
                  <a:pt x="45720" y="4092321"/>
                  <a:pt x="43053" y="4093274"/>
                </a:cubicBezTo>
                <a:close/>
                <a:moveTo>
                  <a:pt x="152210" y="3945255"/>
                </a:moveTo>
                <a:cubicBezTo>
                  <a:pt x="152781" y="3945065"/>
                  <a:pt x="153353" y="3944969"/>
                  <a:pt x="153924" y="3944969"/>
                </a:cubicBezTo>
                <a:cubicBezTo>
                  <a:pt x="156020" y="3944969"/>
                  <a:pt x="158020" y="3946303"/>
                  <a:pt x="158782" y="3948398"/>
                </a:cubicBezTo>
                <a:cubicBezTo>
                  <a:pt x="159258" y="3949732"/>
                  <a:pt x="159163" y="3951065"/>
                  <a:pt x="158591" y="3952304"/>
                </a:cubicBezTo>
                <a:cubicBezTo>
                  <a:pt x="158020" y="3953542"/>
                  <a:pt x="156972" y="3954494"/>
                  <a:pt x="155639" y="3954971"/>
                </a:cubicBezTo>
                <a:cubicBezTo>
                  <a:pt x="154305" y="3955447"/>
                  <a:pt x="152972" y="3955352"/>
                  <a:pt x="151733" y="3954780"/>
                </a:cubicBezTo>
                <a:cubicBezTo>
                  <a:pt x="150495" y="3954209"/>
                  <a:pt x="149543" y="3953161"/>
                  <a:pt x="149066" y="3951827"/>
                </a:cubicBezTo>
                <a:cubicBezTo>
                  <a:pt x="148114" y="3949160"/>
                  <a:pt x="149543" y="3946208"/>
                  <a:pt x="152210" y="3945255"/>
                </a:cubicBezTo>
                <a:close/>
                <a:moveTo>
                  <a:pt x="199549" y="3948684"/>
                </a:moveTo>
                <a:cubicBezTo>
                  <a:pt x="200882" y="3949351"/>
                  <a:pt x="202311" y="3949637"/>
                  <a:pt x="203740" y="3949637"/>
                </a:cubicBezTo>
                <a:cubicBezTo>
                  <a:pt x="204883" y="3949637"/>
                  <a:pt x="206026" y="3949446"/>
                  <a:pt x="207074" y="3949065"/>
                </a:cubicBezTo>
                <a:cubicBezTo>
                  <a:pt x="210312" y="3947922"/>
                  <a:pt x="212408" y="3945160"/>
                  <a:pt x="213170" y="3942112"/>
                </a:cubicBezTo>
                <a:lnTo>
                  <a:pt x="273368" y="3942112"/>
                </a:lnTo>
                <a:cubicBezTo>
                  <a:pt x="274320" y="3942112"/>
                  <a:pt x="275177" y="3941540"/>
                  <a:pt x="275558" y="3940683"/>
                </a:cubicBezTo>
                <a:cubicBezTo>
                  <a:pt x="275939" y="3939826"/>
                  <a:pt x="275749" y="3938778"/>
                  <a:pt x="275177" y="3938111"/>
                </a:cubicBezTo>
                <a:lnTo>
                  <a:pt x="242411" y="3901440"/>
                </a:lnTo>
                <a:cubicBezTo>
                  <a:pt x="241935" y="3900964"/>
                  <a:pt x="241268" y="3900678"/>
                  <a:pt x="240602" y="3900678"/>
                </a:cubicBezTo>
                <a:lnTo>
                  <a:pt x="197072" y="3900678"/>
                </a:lnTo>
                <a:cubicBezTo>
                  <a:pt x="197072" y="3900678"/>
                  <a:pt x="197072" y="3900011"/>
                  <a:pt x="196977" y="3899726"/>
                </a:cubicBezTo>
                <a:cubicBezTo>
                  <a:pt x="196120" y="3897249"/>
                  <a:pt x="194310" y="3895249"/>
                  <a:pt x="191929" y="3894106"/>
                </a:cubicBezTo>
                <a:cubicBezTo>
                  <a:pt x="189548" y="3892963"/>
                  <a:pt x="186881" y="3892868"/>
                  <a:pt x="184309" y="3893725"/>
                </a:cubicBezTo>
                <a:cubicBezTo>
                  <a:pt x="179165" y="3895535"/>
                  <a:pt x="176498" y="3901250"/>
                  <a:pt x="178308" y="3906393"/>
                </a:cubicBezTo>
                <a:cubicBezTo>
                  <a:pt x="179165" y="3908870"/>
                  <a:pt x="180975" y="3910870"/>
                  <a:pt x="183452" y="3912013"/>
                </a:cubicBezTo>
                <a:cubicBezTo>
                  <a:pt x="184785" y="3912680"/>
                  <a:pt x="186214" y="3912965"/>
                  <a:pt x="187643" y="3912965"/>
                </a:cubicBezTo>
                <a:cubicBezTo>
                  <a:pt x="188786" y="3912965"/>
                  <a:pt x="189929" y="3912775"/>
                  <a:pt x="190976" y="3912394"/>
                </a:cubicBezTo>
                <a:cubicBezTo>
                  <a:pt x="194215" y="3911251"/>
                  <a:pt x="196310" y="3908488"/>
                  <a:pt x="197072" y="3905441"/>
                </a:cubicBezTo>
                <a:lnTo>
                  <a:pt x="239554" y="3905441"/>
                </a:lnTo>
                <a:lnTo>
                  <a:pt x="268034" y="3937349"/>
                </a:lnTo>
                <a:lnTo>
                  <a:pt x="213170" y="3937349"/>
                </a:lnTo>
                <a:cubicBezTo>
                  <a:pt x="213170" y="3937349"/>
                  <a:pt x="213170" y="3936683"/>
                  <a:pt x="213074" y="3936397"/>
                </a:cubicBezTo>
                <a:cubicBezTo>
                  <a:pt x="212217" y="3933920"/>
                  <a:pt x="210407" y="3931920"/>
                  <a:pt x="207931" y="3930777"/>
                </a:cubicBezTo>
                <a:cubicBezTo>
                  <a:pt x="205550" y="3929634"/>
                  <a:pt x="202883" y="3929539"/>
                  <a:pt x="200311" y="3930396"/>
                </a:cubicBezTo>
                <a:cubicBezTo>
                  <a:pt x="195167" y="3932206"/>
                  <a:pt x="192500" y="3937921"/>
                  <a:pt x="194310" y="3943064"/>
                </a:cubicBezTo>
                <a:cubicBezTo>
                  <a:pt x="195167" y="3945541"/>
                  <a:pt x="196977" y="3947541"/>
                  <a:pt x="199358" y="3948684"/>
                </a:cubicBezTo>
                <a:close/>
                <a:moveTo>
                  <a:pt x="192310" y="3905250"/>
                </a:moveTo>
                <a:cubicBezTo>
                  <a:pt x="191738" y="3906488"/>
                  <a:pt x="190691" y="3907441"/>
                  <a:pt x="189357" y="3907917"/>
                </a:cubicBezTo>
                <a:cubicBezTo>
                  <a:pt x="188024" y="3908393"/>
                  <a:pt x="186690" y="3908298"/>
                  <a:pt x="185452" y="3907727"/>
                </a:cubicBezTo>
                <a:cubicBezTo>
                  <a:pt x="184214" y="3907155"/>
                  <a:pt x="183261" y="3906107"/>
                  <a:pt x="182785" y="3904774"/>
                </a:cubicBezTo>
                <a:cubicBezTo>
                  <a:pt x="182308" y="3903440"/>
                  <a:pt x="182404" y="3902107"/>
                  <a:pt x="182975" y="3900869"/>
                </a:cubicBezTo>
                <a:cubicBezTo>
                  <a:pt x="183547" y="3899630"/>
                  <a:pt x="184595" y="3898678"/>
                  <a:pt x="185928" y="3898202"/>
                </a:cubicBezTo>
                <a:cubicBezTo>
                  <a:pt x="186500" y="3898011"/>
                  <a:pt x="187071" y="3897916"/>
                  <a:pt x="187643" y="3897916"/>
                </a:cubicBezTo>
                <a:cubicBezTo>
                  <a:pt x="188405" y="3897916"/>
                  <a:pt x="189167" y="3898106"/>
                  <a:pt x="189833" y="3898392"/>
                </a:cubicBezTo>
                <a:cubicBezTo>
                  <a:pt x="191072" y="3898963"/>
                  <a:pt x="192024" y="3900011"/>
                  <a:pt x="192500" y="3901345"/>
                </a:cubicBezTo>
                <a:cubicBezTo>
                  <a:pt x="192977" y="3902678"/>
                  <a:pt x="192881" y="3904012"/>
                  <a:pt x="192310" y="3905250"/>
                </a:cubicBezTo>
                <a:close/>
                <a:moveTo>
                  <a:pt x="199073" y="3937540"/>
                </a:moveTo>
                <a:cubicBezTo>
                  <a:pt x="199644" y="3936302"/>
                  <a:pt x="200692" y="3935349"/>
                  <a:pt x="202025" y="3934873"/>
                </a:cubicBezTo>
                <a:cubicBezTo>
                  <a:pt x="202597" y="3934682"/>
                  <a:pt x="203168" y="3934587"/>
                  <a:pt x="203740" y="3934587"/>
                </a:cubicBezTo>
                <a:cubicBezTo>
                  <a:pt x="204502" y="3934587"/>
                  <a:pt x="205264" y="3934778"/>
                  <a:pt x="205931" y="3935063"/>
                </a:cubicBezTo>
                <a:cubicBezTo>
                  <a:pt x="207169" y="3935635"/>
                  <a:pt x="208121" y="3936683"/>
                  <a:pt x="208598" y="3938016"/>
                </a:cubicBezTo>
                <a:cubicBezTo>
                  <a:pt x="209074" y="3939350"/>
                  <a:pt x="208979" y="3940683"/>
                  <a:pt x="208407" y="3941921"/>
                </a:cubicBezTo>
                <a:cubicBezTo>
                  <a:pt x="207836" y="3943160"/>
                  <a:pt x="206788" y="3944112"/>
                  <a:pt x="205454" y="3944588"/>
                </a:cubicBezTo>
                <a:cubicBezTo>
                  <a:pt x="204121" y="3945065"/>
                  <a:pt x="202787" y="3944969"/>
                  <a:pt x="201549" y="3944398"/>
                </a:cubicBezTo>
                <a:cubicBezTo>
                  <a:pt x="200311" y="3943826"/>
                  <a:pt x="199358" y="3942779"/>
                  <a:pt x="198882" y="3941445"/>
                </a:cubicBezTo>
                <a:cubicBezTo>
                  <a:pt x="198406" y="3940112"/>
                  <a:pt x="198501" y="3938778"/>
                  <a:pt x="199073" y="3937540"/>
                </a:cubicBezTo>
                <a:close/>
                <a:moveTo>
                  <a:pt x="137351" y="3898583"/>
                </a:moveTo>
                <a:cubicBezTo>
                  <a:pt x="133636" y="3898583"/>
                  <a:pt x="130492" y="3901630"/>
                  <a:pt x="130492" y="3905345"/>
                </a:cubicBezTo>
                <a:lnTo>
                  <a:pt x="130492" y="3918013"/>
                </a:lnTo>
                <a:cubicBezTo>
                  <a:pt x="130492" y="3921728"/>
                  <a:pt x="133541" y="3924872"/>
                  <a:pt x="137351" y="3924872"/>
                </a:cubicBezTo>
                <a:lnTo>
                  <a:pt x="150019" y="3924872"/>
                </a:lnTo>
                <a:cubicBezTo>
                  <a:pt x="153733" y="3924872"/>
                  <a:pt x="156877" y="3921824"/>
                  <a:pt x="156877" y="3918013"/>
                </a:cubicBezTo>
                <a:lnTo>
                  <a:pt x="156877" y="3905345"/>
                </a:lnTo>
                <a:cubicBezTo>
                  <a:pt x="156877" y="3901630"/>
                  <a:pt x="153829" y="3898583"/>
                  <a:pt x="150019" y="3898583"/>
                </a:cubicBezTo>
                <a:lnTo>
                  <a:pt x="137351" y="3898583"/>
                </a:lnTo>
                <a:close/>
                <a:moveTo>
                  <a:pt x="152114" y="3905441"/>
                </a:moveTo>
                <a:lnTo>
                  <a:pt x="152114" y="3918109"/>
                </a:lnTo>
                <a:cubicBezTo>
                  <a:pt x="152114" y="3919252"/>
                  <a:pt x="151162" y="3920204"/>
                  <a:pt x="150019" y="3920204"/>
                </a:cubicBezTo>
                <a:lnTo>
                  <a:pt x="137351" y="3920204"/>
                </a:lnTo>
                <a:cubicBezTo>
                  <a:pt x="136208" y="3920204"/>
                  <a:pt x="135255" y="3919252"/>
                  <a:pt x="135255" y="3918109"/>
                </a:cubicBezTo>
                <a:lnTo>
                  <a:pt x="135255" y="3905441"/>
                </a:lnTo>
                <a:cubicBezTo>
                  <a:pt x="135255" y="3904298"/>
                  <a:pt x="136208" y="3903440"/>
                  <a:pt x="137351" y="3903440"/>
                </a:cubicBezTo>
                <a:lnTo>
                  <a:pt x="150019" y="3903440"/>
                </a:lnTo>
                <a:cubicBezTo>
                  <a:pt x="151162" y="3903440"/>
                  <a:pt x="152114" y="3904393"/>
                  <a:pt x="152114" y="3905441"/>
                </a:cubicBezTo>
                <a:close/>
                <a:moveTo>
                  <a:pt x="1850422" y="4044792"/>
                </a:moveTo>
                <a:lnTo>
                  <a:pt x="1870329" y="4044792"/>
                </a:lnTo>
                <a:lnTo>
                  <a:pt x="1870329" y="4040029"/>
                </a:lnTo>
                <a:lnTo>
                  <a:pt x="1852422" y="4040029"/>
                </a:lnTo>
                <a:lnTo>
                  <a:pt x="1810322" y="3997071"/>
                </a:lnTo>
                <a:lnTo>
                  <a:pt x="1809941" y="3816763"/>
                </a:lnTo>
                <a:lnTo>
                  <a:pt x="1813846" y="3816763"/>
                </a:lnTo>
                <a:cubicBezTo>
                  <a:pt x="1816894" y="3816763"/>
                  <a:pt x="1819370" y="3814286"/>
                  <a:pt x="1819370" y="3811238"/>
                </a:cubicBezTo>
                <a:lnTo>
                  <a:pt x="1819370" y="3798761"/>
                </a:lnTo>
                <a:cubicBezTo>
                  <a:pt x="1819370" y="3798761"/>
                  <a:pt x="1819180" y="3797999"/>
                  <a:pt x="1819180" y="3797618"/>
                </a:cubicBezTo>
                <a:lnTo>
                  <a:pt x="1864138" y="3753517"/>
                </a:lnTo>
                <a:lnTo>
                  <a:pt x="1895856" y="3753517"/>
                </a:lnTo>
                <a:cubicBezTo>
                  <a:pt x="1895856" y="3753517"/>
                  <a:pt x="1956149" y="3689699"/>
                  <a:pt x="1956149" y="3689699"/>
                </a:cubicBezTo>
                <a:lnTo>
                  <a:pt x="1956149" y="3612356"/>
                </a:lnTo>
                <a:lnTo>
                  <a:pt x="1989677" y="3574066"/>
                </a:lnTo>
                <a:cubicBezTo>
                  <a:pt x="1991868" y="3575495"/>
                  <a:pt x="1994440" y="3576352"/>
                  <a:pt x="1997297" y="3576352"/>
                </a:cubicBezTo>
                <a:cubicBezTo>
                  <a:pt x="2004822" y="3576352"/>
                  <a:pt x="2011013" y="3570256"/>
                  <a:pt x="2011013" y="3562636"/>
                </a:cubicBezTo>
                <a:cubicBezTo>
                  <a:pt x="2011013" y="3555016"/>
                  <a:pt x="2004917" y="3548920"/>
                  <a:pt x="1997297" y="3548920"/>
                </a:cubicBezTo>
                <a:cubicBezTo>
                  <a:pt x="1989677" y="3548920"/>
                  <a:pt x="1983581" y="3555016"/>
                  <a:pt x="1983581" y="3562636"/>
                </a:cubicBezTo>
                <a:cubicBezTo>
                  <a:pt x="1983581" y="3565588"/>
                  <a:pt x="1984534" y="3568351"/>
                  <a:pt x="1986248" y="3570637"/>
                </a:cubicBezTo>
                <a:lnTo>
                  <a:pt x="1951387" y="3610451"/>
                </a:lnTo>
                <a:lnTo>
                  <a:pt x="1951387" y="3687699"/>
                </a:lnTo>
                <a:lnTo>
                  <a:pt x="1893761" y="3748564"/>
                </a:lnTo>
                <a:lnTo>
                  <a:pt x="1862138" y="3748564"/>
                </a:lnTo>
                <a:cubicBezTo>
                  <a:pt x="1862138" y="3748564"/>
                  <a:pt x="1816132" y="3793617"/>
                  <a:pt x="1816132" y="3793617"/>
                </a:cubicBezTo>
                <a:cubicBezTo>
                  <a:pt x="1815370" y="3793236"/>
                  <a:pt x="1814608" y="3792950"/>
                  <a:pt x="1813655" y="3792950"/>
                </a:cubicBezTo>
                <a:lnTo>
                  <a:pt x="1801178" y="3792950"/>
                </a:lnTo>
                <a:cubicBezTo>
                  <a:pt x="1798130" y="3792950"/>
                  <a:pt x="1795653" y="3795427"/>
                  <a:pt x="1795653" y="3798475"/>
                </a:cubicBezTo>
                <a:lnTo>
                  <a:pt x="1795653" y="3810953"/>
                </a:lnTo>
                <a:cubicBezTo>
                  <a:pt x="1795653" y="3814001"/>
                  <a:pt x="1798130" y="3816477"/>
                  <a:pt x="1801178" y="3816477"/>
                </a:cubicBezTo>
                <a:lnTo>
                  <a:pt x="1805083" y="3816477"/>
                </a:lnTo>
                <a:lnTo>
                  <a:pt x="1805464" y="3997738"/>
                </a:lnTo>
                <a:lnTo>
                  <a:pt x="1805464" y="3998690"/>
                </a:lnTo>
                <a:lnTo>
                  <a:pt x="1850327" y="4044505"/>
                </a:lnTo>
                <a:close/>
                <a:moveTo>
                  <a:pt x="1997297" y="3553778"/>
                </a:moveTo>
                <a:cubicBezTo>
                  <a:pt x="2002250" y="3553778"/>
                  <a:pt x="2006251" y="3557778"/>
                  <a:pt x="2006251" y="3562731"/>
                </a:cubicBezTo>
                <a:cubicBezTo>
                  <a:pt x="2006251" y="3567684"/>
                  <a:pt x="2002250" y="3571685"/>
                  <a:pt x="1997297" y="3571685"/>
                </a:cubicBezTo>
                <a:cubicBezTo>
                  <a:pt x="1992344" y="3571685"/>
                  <a:pt x="1988344" y="3567684"/>
                  <a:pt x="1988344" y="3562731"/>
                </a:cubicBezTo>
                <a:cubicBezTo>
                  <a:pt x="1988344" y="3557778"/>
                  <a:pt x="1992344" y="3553778"/>
                  <a:pt x="1997297" y="3553778"/>
                </a:cubicBezTo>
                <a:close/>
                <a:moveTo>
                  <a:pt x="1801273" y="3812000"/>
                </a:moveTo>
                <a:cubicBezTo>
                  <a:pt x="1801273" y="3812000"/>
                  <a:pt x="1800511" y="3811619"/>
                  <a:pt x="1800511" y="3811238"/>
                </a:cubicBezTo>
                <a:lnTo>
                  <a:pt x="1800511" y="3798761"/>
                </a:lnTo>
                <a:cubicBezTo>
                  <a:pt x="1800511" y="3798761"/>
                  <a:pt x="1800892" y="3797999"/>
                  <a:pt x="1801273" y="3797999"/>
                </a:cubicBezTo>
                <a:lnTo>
                  <a:pt x="1813751" y="3797999"/>
                </a:lnTo>
                <a:cubicBezTo>
                  <a:pt x="1813751" y="3797999"/>
                  <a:pt x="1814513" y="3798380"/>
                  <a:pt x="1814513" y="3798761"/>
                </a:cubicBezTo>
                <a:lnTo>
                  <a:pt x="1814513" y="3811238"/>
                </a:lnTo>
                <a:cubicBezTo>
                  <a:pt x="1814513" y="3811238"/>
                  <a:pt x="1814132" y="3812000"/>
                  <a:pt x="1813751" y="3812000"/>
                </a:cubicBezTo>
                <a:lnTo>
                  <a:pt x="1801273" y="3812000"/>
                </a:lnTo>
                <a:close/>
                <a:moveTo>
                  <a:pt x="1214057" y="2207228"/>
                </a:moveTo>
                <a:cubicBezTo>
                  <a:pt x="1218343" y="2207228"/>
                  <a:pt x="1221867" y="2203704"/>
                  <a:pt x="1221867" y="2199513"/>
                </a:cubicBezTo>
                <a:cubicBezTo>
                  <a:pt x="1221867" y="2195322"/>
                  <a:pt x="1218343" y="2191798"/>
                  <a:pt x="1214057" y="2191798"/>
                </a:cubicBezTo>
                <a:cubicBezTo>
                  <a:pt x="1209770" y="2191798"/>
                  <a:pt x="1206341" y="2195322"/>
                  <a:pt x="1206341" y="2199513"/>
                </a:cubicBezTo>
                <a:cubicBezTo>
                  <a:pt x="1206341" y="2203704"/>
                  <a:pt x="1209866" y="2207228"/>
                  <a:pt x="1214057" y="2207228"/>
                </a:cubicBezTo>
                <a:close/>
                <a:moveTo>
                  <a:pt x="1214057" y="2194179"/>
                </a:moveTo>
                <a:cubicBezTo>
                  <a:pt x="1217009" y="2194179"/>
                  <a:pt x="1219486" y="2196560"/>
                  <a:pt x="1219486" y="2199513"/>
                </a:cubicBezTo>
                <a:cubicBezTo>
                  <a:pt x="1219486" y="2202466"/>
                  <a:pt x="1217105" y="2204847"/>
                  <a:pt x="1214057" y="2204847"/>
                </a:cubicBezTo>
                <a:cubicBezTo>
                  <a:pt x="1211009" y="2204847"/>
                  <a:pt x="1208723" y="2202466"/>
                  <a:pt x="1208723" y="2199513"/>
                </a:cubicBezTo>
                <a:cubicBezTo>
                  <a:pt x="1208723" y="2196560"/>
                  <a:pt x="1211104" y="2194179"/>
                  <a:pt x="1214057" y="2194179"/>
                </a:cubicBezTo>
                <a:close/>
                <a:moveTo>
                  <a:pt x="419100" y="3019806"/>
                </a:moveTo>
                <a:lnTo>
                  <a:pt x="419100" y="3013043"/>
                </a:lnTo>
                <a:cubicBezTo>
                  <a:pt x="419100" y="3011710"/>
                  <a:pt x="420243" y="3010567"/>
                  <a:pt x="421577" y="3010567"/>
                </a:cubicBezTo>
                <a:lnTo>
                  <a:pt x="428339" y="3010567"/>
                </a:lnTo>
                <a:cubicBezTo>
                  <a:pt x="429673" y="3010567"/>
                  <a:pt x="430816" y="3011710"/>
                  <a:pt x="430816" y="3013043"/>
                </a:cubicBezTo>
                <a:lnTo>
                  <a:pt x="430816" y="3019806"/>
                </a:lnTo>
                <a:cubicBezTo>
                  <a:pt x="430816" y="3021140"/>
                  <a:pt x="429673" y="3022283"/>
                  <a:pt x="428339" y="3022283"/>
                </a:cubicBezTo>
                <a:lnTo>
                  <a:pt x="421577" y="3022283"/>
                </a:lnTo>
                <a:cubicBezTo>
                  <a:pt x="420243" y="3022283"/>
                  <a:pt x="419100" y="3021140"/>
                  <a:pt x="419100" y="3019806"/>
                </a:cubicBezTo>
                <a:close/>
                <a:moveTo>
                  <a:pt x="95" y="4203097"/>
                </a:moveTo>
                <a:lnTo>
                  <a:pt x="95" y="4207860"/>
                </a:lnTo>
                <a:lnTo>
                  <a:pt x="105537" y="4207860"/>
                </a:lnTo>
                <a:cubicBezTo>
                  <a:pt x="105537" y="4207860"/>
                  <a:pt x="250127" y="4083368"/>
                  <a:pt x="250127" y="4083368"/>
                </a:cubicBezTo>
                <a:cubicBezTo>
                  <a:pt x="252413" y="4085368"/>
                  <a:pt x="255270" y="4086511"/>
                  <a:pt x="258318" y="4086511"/>
                </a:cubicBezTo>
                <a:cubicBezTo>
                  <a:pt x="259652" y="4086511"/>
                  <a:pt x="261080" y="4086320"/>
                  <a:pt x="262509" y="4085844"/>
                </a:cubicBezTo>
                <a:cubicBezTo>
                  <a:pt x="265652" y="4084701"/>
                  <a:pt x="268224" y="4082415"/>
                  <a:pt x="269748" y="4079367"/>
                </a:cubicBezTo>
                <a:cubicBezTo>
                  <a:pt x="271177" y="4076319"/>
                  <a:pt x="271367" y="4072890"/>
                  <a:pt x="270320" y="4069747"/>
                </a:cubicBezTo>
                <a:cubicBezTo>
                  <a:pt x="268034" y="4063175"/>
                  <a:pt x="260795" y="4059650"/>
                  <a:pt x="254222" y="4061936"/>
                </a:cubicBezTo>
                <a:cubicBezTo>
                  <a:pt x="247650" y="4064222"/>
                  <a:pt x="244126" y="4071461"/>
                  <a:pt x="246507" y="4078034"/>
                </a:cubicBezTo>
                <a:cubicBezTo>
                  <a:pt x="246698" y="4078605"/>
                  <a:pt x="247079" y="4079081"/>
                  <a:pt x="247364" y="4079558"/>
                </a:cubicBezTo>
                <a:lnTo>
                  <a:pt x="103918" y="4202906"/>
                </a:lnTo>
                <a:lnTo>
                  <a:pt x="95" y="4202906"/>
                </a:lnTo>
                <a:close/>
                <a:moveTo>
                  <a:pt x="255746" y="4066509"/>
                </a:moveTo>
                <a:cubicBezTo>
                  <a:pt x="256604" y="4066223"/>
                  <a:pt x="257461" y="4066032"/>
                  <a:pt x="258318" y="4066032"/>
                </a:cubicBezTo>
                <a:cubicBezTo>
                  <a:pt x="259461" y="4066032"/>
                  <a:pt x="260604" y="4066318"/>
                  <a:pt x="261747" y="4066794"/>
                </a:cubicBezTo>
                <a:cubicBezTo>
                  <a:pt x="263652" y="4067747"/>
                  <a:pt x="265081" y="4069271"/>
                  <a:pt x="265748" y="4071271"/>
                </a:cubicBezTo>
                <a:cubicBezTo>
                  <a:pt x="266414" y="4073271"/>
                  <a:pt x="266319" y="4075367"/>
                  <a:pt x="265367" y="4077272"/>
                </a:cubicBezTo>
                <a:cubicBezTo>
                  <a:pt x="264414" y="4079177"/>
                  <a:pt x="262890" y="4080605"/>
                  <a:pt x="260890" y="4081272"/>
                </a:cubicBezTo>
                <a:cubicBezTo>
                  <a:pt x="256794" y="4082701"/>
                  <a:pt x="252317" y="4080510"/>
                  <a:pt x="250889" y="4076414"/>
                </a:cubicBezTo>
                <a:cubicBezTo>
                  <a:pt x="249460" y="4072319"/>
                  <a:pt x="251651" y="4067842"/>
                  <a:pt x="255746" y="4066413"/>
                </a:cubicBezTo>
                <a:close/>
                <a:moveTo>
                  <a:pt x="344614" y="2327720"/>
                </a:moveTo>
                <a:lnTo>
                  <a:pt x="348710" y="2327720"/>
                </a:lnTo>
                <a:lnTo>
                  <a:pt x="348710" y="2323243"/>
                </a:lnTo>
                <a:lnTo>
                  <a:pt x="353473" y="2323243"/>
                </a:lnTo>
                <a:lnTo>
                  <a:pt x="353473" y="2327720"/>
                </a:lnTo>
                <a:lnTo>
                  <a:pt x="357569" y="2327720"/>
                </a:lnTo>
                <a:cubicBezTo>
                  <a:pt x="359093" y="2327720"/>
                  <a:pt x="360236" y="2328958"/>
                  <a:pt x="360236" y="2330387"/>
                </a:cubicBezTo>
                <a:lnTo>
                  <a:pt x="360236" y="2343341"/>
                </a:lnTo>
                <a:cubicBezTo>
                  <a:pt x="360236" y="2344865"/>
                  <a:pt x="358997" y="2346008"/>
                  <a:pt x="357569" y="2346008"/>
                </a:cubicBezTo>
                <a:lnTo>
                  <a:pt x="344614" y="2346008"/>
                </a:lnTo>
                <a:cubicBezTo>
                  <a:pt x="343090" y="2346008"/>
                  <a:pt x="341948" y="2344769"/>
                  <a:pt x="341948" y="2343341"/>
                </a:cubicBezTo>
                <a:lnTo>
                  <a:pt x="341948" y="2330387"/>
                </a:lnTo>
                <a:cubicBezTo>
                  <a:pt x="341948" y="2328863"/>
                  <a:pt x="343186" y="2327720"/>
                  <a:pt x="344614" y="2327720"/>
                </a:cubicBezTo>
                <a:close/>
                <a:moveTo>
                  <a:pt x="1202436" y="2165795"/>
                </a:moveTo>
                <a:cubicBezTo>
                  <a:pt x="1202436" y="2172176"/>
                  <a:pt x="1207675" y="2177415"/>
                  <a:pt x="1214057" y="2177415"/>
                </a:cubicBezTo>
                <a:cubicBezTo>
                  <a:pt x="1220438" y="2177415"/>
                  <a:pt x="1225677" y="2172176"/>
                  <a:pt x="1225677" y="2165795"/>
                </a:cubicBezTo>
                <a:cubicBezTo>
                  <a:pt x="1225677" y="2159413"/>
                  <a:pt x="1220438" y="2154174"/>
                  <a:pt x="1214057" y="2154174"/>
                </a:cubicBezTo>
                <a:cubicBezTo>
                  <a:pt x="1207675" y="2154174"/>
                  <a:pt x="1202436" y="2159413"/>
                  <a:pt x="1202436" y="2165795"/>
                </a:cubicBezTo>
                <a:close/>
                <a:moveTo>
                  <a:pt x="1223296" y="2165795"/>
                </a:moveTo>
                <a:cubicBezTo>
                  <a:pt x="1223296" y="2170938"/>
                  <a:pt x="1219105" y="2175034"/>
                  <a:pt x="1214057" y="2175034"/>
                </a:cubicBezTo>
                <a:cubicBezTo>
                  <a:pt x="1209008" y="2175034"/>
                  <a:pt x="1204817" y="2170843"/>
                  <a:pt x="1204817" y="2165795"/>
                </a:cubicBezTo>
                <a:cubicBezTo>
                  <a:pt x="1204817" y="2160746"/>
                  <a:pt x="1209008" y="2156555"/>
                  <a:pt x="1214057" y="2156555"/>
                </a:cubicBezTo>
                <a:cubicBezTo>
                  <a:pt x="1219105" y="2156555"/>
                  <a:pt x="1223296" y="2160746"/>
                  <a:pt x="1223296" y="2165795"/>
                </a:cubicBezTo>
                <a:close/>
                <a:moveTo>
                  <a:pt x="1882045" y="4090607"/>
                </a:moveTo>
                <a:lnTo>
                  <a:pt x="1896142" y="4090607"/>
                </a:lnTo>
                <a:cubicBezTo>
                  <a:pt x="1898618" y="4090607"/>
                  <a:pt x="1900714" y="4088606"/>
                  <a:pt x="1900714" y="4086035"/>
                </a:cubicBezTo>
                <a:lnTo>
                  <a:pt x="1900714" y="4071461"/>
                </a:lnTo>
                <a:cubicBezTo>
                  <a:pt x="1900714" y="4068985"/>
                  <a:pt x="1898714" y="4066889"/>
                  <a:pt x="1896142" y="4066889"/>
                </a:cubicBezTo>
                <a:lnTo>
                  <a:pt x="1882045" y="4066889"/>
                </a:lnTo>
                <a:cubicBezTo>
                  <a:pt x="1879568" y="4066889"/>
                  <a:pt x="1877473" y="4068890"/>
                  <a:pt x="1877473" y="4071461"/>
                </a:cubicBezTo>
                <a:lnTo>
                  <a:pt x="1877473" y="4086035"/>
                </a:lnTo>
                <a:cubicBezTo>
                  <a:pt x="1877473" y="4088511"/>
                  <a:pt x="1879473" y="4090607"/>
                  <a:pt x="1882045" y="4090607"/>
                </a:cubicBezTo>
                <a:close/>
                <a:moveTo>
                  <a:pt x="1880711" y="4071461"/>
                </a:moveTo>
                <a:cubicBezTo>
                  <a:pt x="1880711" y="4070795"/>
                  <a:pt x="1881283" y="4070223"/>
                  <a:pt x="1881950" y="4070223"/>
                </a:cubicBezTo>
                <a:lnTo>
                  <a:pt x="1896047" y="4070223"/>
                </a:lnTo>
                <a:cubicBezTo>
                  <a:pt x="1896713" y="4070223"/>
                  <a:pt x="1897285" y="4070795"/>
                  <a:pt x="1897285" y="4071461"/>
                </a:cubicBezTo>
                <a:lnTo>
                  <a:pt x="1897285" y="4086035"/>
                </a:lnTo>
                <a:cubicBezTo>
                  <a:pt x="1897285" y="4086701"/>
                  <a:pt x="1896713" y="4087273"/>
                  <a:pt x="1896047" y="4087273"/>
                </a:cubicBezTo>
                <a:lnTo>
                  <a:pt x="1881950" y="4087273"/>
                </a:lnTo>
                <a:cubicBezTo>
                  <a:pt x="1881283" y="4087273"/>
                  <a:pt x="1880711" y="4086701"/>
                  <a:pt x="1880711" y="4086035"/>
                </a:cubicBezTo>
                <a:lnTo>
                  <a:pt x="1880711" y="4071461"/>
                </a:lnTo>
                <a:close/>
                <a:moveTo>
                  <a:pt x="364617" y="2278666"/>
                </a:moveTo>
                <a:lnTo>
                  <a:pt x="371475" y="2271617"/>
                </a:lnTo>
                <a:lnTo>
                  <a:pt x="374904" y="2274951"/>
                </a:lnTo>
                <a:lnTo>
                  <a:pt x="368046" y="2282000"/>
                </a:lnTo>
                <a:lnTo>
                  <a:pt x="364617" y="2278666"/>
                </a:lnTo>
                <a:close/>
                <a:moveTo>
                  <a:pt x="1214057" y="2242566"/>
                </a:moveTo>
                <a:cubicBezTo>
                  <a:pt x="1218343" y="2242566"/>
                  <a:pt x="1221867" y="2239042"/>
                  <a:pt x="1221867" y="2234851"/>
                </a:cubicBezTo>
                <a:cubicBezTo>
                  <a:pt x="1221867" y="2230660"/>
                  <a:pt x="1218343" y="2227136"/>
                  <a:pt x="1214057" y="2227136"/>
                </a:cubicBezTo>
                <a:cubicBezTo>
                  <a:pt x="1209770" y="2227136"/>
                  <a:pt x="1206341" y="2230660"/>
                  <a:pt x="1206341" y="2234851"/>
                </a:cubicBezTo>
                <a:cubicBezTo>
                  <a:pt x="1206341" y="2239042"/>
                  <a:pt x="1209866" y="2242566"/>
                  <a:pt x="1214057" y="2242566"/>
                </a:cubicBezTo>
                <a:close/>
                <a:moveTo>
                  <a:pt x="1214057" y="2229422"/>
                </a:moveTo>
                <a:cubicBezTo>
                  <a:pt x="1217009" y="2229422"/>
                  <a:pt x="1219486" y="2231803"/>
                  <a:pt x="1219486" y="2234756"/>
                </a:cubicBezTo>
                <a:cubicBezTo>
                  <a:pt x="1219486" y="2237708"/>
                  <a:pt x="1217105" y="2240090"/>
                  <a:pt x="1214057" y="2240090"/>
                </a:cubicBezTo>
                <a:cubicBezTo>
                  <a:pt x="1211009" y="2240090"/>
                  <a:pt x="1208723" y="2237708"/>
                  <a:pt x="1208723" y="2234756"/>
                </a:cubicBezTo>
                <a:cubicBezTo>
                  <a:pt x="1208723" y="2231803"/>
                  <a:pt x="1211104" y="2229422"/>
                  <a:pt x="1214057" y="2229422"/>
                </a:cubicBezTo>
                <a:close/>
                <a:moveTo>
                  <a:pt x="378428" y="2264569"/>
                </a:moveTo>
                <a:lnTo>
                  <a:pt x="385286" y="2257520"/>
                </a:lnTo>
                <a:lnTo>
                  <a:pt x="388715" y="2260854"/>
                </a:lnTo>
                <a:lnTo>
                  <a:pt x="381857" y="2267903"/>
                </a:lnTo>
                <a:lnTo>
                  <a:pt x="378428" y="2264569"/>
                </a:lnTo>
                <a:close/>
                <a:moveTo>
                  <a:pt x="1874901" y="4098608"/>
                </a:moveTo>
                <a:lnTo>
                  <a:pt x="1903286" y="4098608"/>
                </a:lnTo>
                <a:cubicBezTo>
                  <a:pt x="1905762" y="4098608"/>
                  <a:pt x="1907857" y="4096607"/>
                  <a:pt x="1907857" y="4094036"/>
                </a:cubicBezTo>
                <a:lnTo>
                  <a:pt x="1907857" y="4089749"/>
                </a:lnTo>
                <a:lnTo>
                  <a:pt x="1938052" y="4116991"/>
                </a:lnTo>
                <a:lnTo>
                  <a:pt x="2058448" y="4116991"/>
                </a:lnTo>
                <a:lnTo>
                  <a:pt x="2131028" y="4027265"/>
                </a:lnTo>
                <a:lnTo>
                  <a:pt x="2135886" y="4027265"/>
                </a:lnTo>
                <a:cubicBezTo>
                  <a:pt x="2138267" y="4027265"/>
                  <a:pt x="2140172" y="4025360"/>
                  <a:pt x="2140172" y="4022979"/>
                </a:cubicBezTo>
                <a:lnTo>
                  <a:pt x="2140172" y="4010216"/>
                </a:lnTo>
                <a:cubicBezTo>
                  <a:pt x="2140172" y="4008215"/>
                  <a:pt x="2138553" y="4006692"/>
                  <a:pt x="2136648" y="4006692"/>
                </a:cubicBezTo>
                <a:lnTo>
                  <a:pt x="2123885" y="4006692"/>
                </a:lnTo>
                <a:cubicBezTo>
                  <a:pt x="2121503" y="4006692"/>
                  <a:pt x="2119598" y="4008596"/>
                  <a:pt x="2119598" y="4010978"/>
                </a:cubicBezTo>
                <a:lnTo>
                  <a:pt x="2119598" y="4023074"/>
                </a:lnTo>
                <a:cubicBezTo>
                  <a:pt x="2119598" y="4025455"/>
                  <a:pt x="2121503" y="4027361"/>
                  <a:pt x="2123885" y="4027361"/>
                </a:cubicBezTo>
                <a:lnTo>
                  <a:pt x="2124837" y="4027361"/>
                </a:lnTo>
                <a:lnTo>
                  <a:pt x="2056162" y="4112228"/>
                </a:lnTo>
                <a:lnTo>
                  <a:pt x="1939957" y="4112228"/>
                </a:lnTo>
                <a:lnTo>
                  <a:pt x="1908334" y="4083653"/>
                </a:lnTo>
                <a:lnTo>
                  <a:pt x="1907857" y="4084130"/>
                </a:lnTo>
                <a:lnTo>
                  <a:pt x="1907857" y="4052697"/>
                </a:lnTo>
                <a:lnTo>
                  <a:pt x="1938052" y="4079938"/>
                </a:lnTo>
                <a:lnTo>
                  <a:pt x="2041493" y="4079938"/>
                </a:lnTo>
                <a:cubicBezTo>
                  <a:pt x="2041493" y="4079938"/>
                  <a:pt x="2110454" y="3994785"/>
                  <a:pt x="2110454" y="3994785"/>
                </a:cubicBezTo>
                <a:cubicBezTo>
                  <a:pt x="2110835" y="3994785"/>
                  <a:pt x="2111216" y="3995071"/>
                  <a:pt x="2111597" y="3995071"/>
                </a:cubicBezTo>
                <a:lnTo>
                  <a:pt x="2135505" y="3995071"/>
                </a:lnTo>
                <a:cubicBezTo>
                  <a:pt x="2138458" y="3995071"/>
                  <a:pt x="2140839" y="3992690"/>
                  <a:pt x="2140839" y="3989737"/>
                </a:cubicBezTo>
                <a:lnTo>
                  <a:pt x="2140839" y="3965353"/>
                </a:lnTo>
                <a:cubicBezTo>
                  <a:pt x="2140839" y="3962686"/>
                  <a:pt x="2138648" y="3960495"/>
                  <a:pt x="2135981" y="3960495"/>
                </a:cubicBezTo>
                <a:lnTo>
                  <a:pt x="2111597" y="3960495"/>
                </a:lnTo>
                <a:cubicBezTo>
                  <a:pt x="2108645" y="3960495"/>
                  <a:pt x="2106263" y="3962876"/>
                  <a:pt x="2106263" y="3965829"/>
                </a:cubicBezTo>
                <a:lnTo>
                  <a:pt x="2106263" y="3989737"/>
                </a:lnTo>
                <a:cubicBezTo>
                  <a:pt x="2106263" y="3990404"/>
                  <a:pt x="2106454" y="3991070"/>
                  <a:pt x="2106644" y="3991737"/>
                </a:cubicBezTo>
                <a:lnTo>
                  <a:pt x="2039112" y="4075176"/>
                </a:lnTo>
                <a:lnTo>
                  <a:pt x="1939862" y="4075176"/>
                </a:lnTo>
                <a:cubicBezTo>
                  <a:pt x="1939862" y="4075176"/>
                  <a:pt x="1908239" y="4046601"/>
                  <a:pt x="1908239" y="4046601"/>
                </a:cubicBezTo>
                <a:lnTo>
                  <a:pt x="1907762" y="4047077"/>
                </a:lnTo>
                <a:lnTo>
                  <a:pt x="1907762" y="4011454"/>
                </a:lnTo>
                <a:lnTo>
                  <a:pt x="1937957" y="4038695"/>
                </a:lnTo>
                <a:lnTo>
                  <a:pt x="2030540" y="4039743"/>
                </a:lnTo>
                <a:lnTo>
                  <a:pt x="2097310" y="3957161"/>
                </a:lnTo>
                <a:cubicBezTo>
                  <a:pt x="2098834" y="3957828"/>
                  <a:pt x="2100453" y="3958114"/>
                  <a:pt x="2102168" y="3958114"/>
                </a:cubicBezTo>
                <a:cubicBezTo>
                  <a:pt x="2109026" y="3958114"/>
                  <a:pt x="2114645" y="3952494"/>
                  <a:pt x="2114645" y="3945636"/>
                </a:cubicBezTo>
                <a:cubicBezTo>
                  <a:pt x="2114645" y="3944588"/>
                  <a:pt x="2114264" y="3943636"/>
                  <a:pt x="2114074" y="3942588"/>
                </a:cubicBezTo>
                <a:lnTo>
                  <a:pt x="2155698" y="3942588"/>
                </a:lnTo>
                <a:lnTo>
                  <a:pt x="2192750" y="3981069"/>
                </a:lnTo>
                <a:lnTo>
                  <a:pt x="2192941" y="3980879"/>
                </a:lnTo>
                <a:cubicBezTo>
                  <a:pt x="2192369" y="3982593"/>
                  <a:pt x="2191988" y="3984403"/>
                  <a:pt x="2192465" y="3986308"/>
                </a:cubicBezTo>
                <a:cubicBezTo>
                  <a:pt x="2193703" y="3991737"/>
                  <a:pt x="2199037" y="3995166"/>
                  <a:pt x="2204466" y="3993928"/>
                </a:cubicBezTo>
                <a:cubicBezTo>
                  <a:pt x="2209895" y="3992690"/>
                  <a:pt x="2213324" y="3987355"/>
                  <a:pt x="2212086" y="3981926"/>
                </a:cubicBezTo>
                <a:cubicBezTo>
                  <a:pt x="2210848" y="3976497"/>
                  <a:pt x="2205514" y="3973068"/>
                  <a:pt x="2200085" y="3974306"/>
                </a:cubicBezTo>
                <a:cubicBezTo>
                  <a:pt x="2198275" y="3974687"/>
                  <a:pt x="2196846" y="3975640"/>
                  <a:pt x="2195513" y="3976878"/>
                </a:cubicBezTo>
                <a:lnTo>
                  <a:pt x="2157794" y="3937730"/>
                </a:lnTo>
                <a:lnTo>
                  <a:pt x="2111693" y="3937730"/>
                </a:lnTo>
                <a:cubicBezTo>
                  <a:pt x="2109407" y="3934968"/>
                  <a:pt x="2106073" y="3933159"/>
                  <a:pt x="2102263" y="3933159"/>
                </a:cubicBezTo>
                <a:cubicBezTo>
                  <a:pt x="2095405" y="3933159"/>
                  <a:pt x="2089785" y="3938778"/>
                  <a:pt x="2089785" y="3945636"/>
                </a:cubicBezTo>
                <a:cubicBezTo>
                  <a:pt x="2089785" y="3949065"/>
                  <a:pt x="2091214" y="3952113"/>
                  <a:pt x="2093405" y="3954399"/>
                </a:cubicBezTo>
                <a:lnTo>
                  <a:pt x="2028349" y="4034790"/>
                </a:lnTo>
                <a:lnTo>
                  <a:pt x="1939957" y="4033742"/>
                </a:lnTo>
                <a:lnTo>
                  <a:pt x="1908334" y="4005167"/>
                </a:lnTo>
                <a:lnTo>
                  <a:pt x="1907857" y="4005644"/>
                </a:lnTo>
                <a:lnTo>
                  <a:pt x="1907857" y="3992499"/>
                </a:lnTo>
                <a:cubicBezTo>
                  <a:pt x="1907857" y="3990213"/>
                  <a:pt x="1906048" y="3988403"/>
                  <a:pt x="1903762" y="3988403"/>
                </a:cubicBezTo>
                <a:lnTo>
                  <a:pt x="1874901" y="3988403"/>
                </a:lnTo>
                <a:cubicBezTo>
                  <a:pt x="1872425" y="3988403"/>
                  <a:pt x="1870329" y="3990404"/>
                  <a:pt x="1870329" y="3992975"/>
                </a:cubicBezTo>
                <a:lnTo>
                  <a:pt x="1870329" y="4004977"/>
                </a:lnTo>
                <a:lnTo>
                  <a:pt x="1854327" y="3988689"/>
                </a:lnTo>
                <a:lnTo>
                  <a:pt x="1853851" y="3836384"/>
                </a:lnTo>
                <a:cubicBezTo>
                  <a:pt x="1856518" y="3836003"/>
                  <a:pt x="1859090" y="3835051"/>
                  <a:pt x="1861185" y="3833146"/>
                </a:cubicBezTo>
                <a:cubicBezTo>
                  <a:pt x="1863852" y="3830669"/>
                  <a:pt x="1865471" y="3827336"/>
                  <a:pt x="1865567" y="3823621"/>
                </a:cubicBezTo>
                <a:cubicBezTo>
                  <a:pt x="1865852" y="3816096"/>
                  <a:pt x="1860042" y="3809714"/>
                  <a:pt x="1852517" y="3809334"/>
                </a:cubicBezTo>
                <a:cubicBezTo>
                  <a:pt x="1845088" y="3808857"/>
                  <a:pt x="1838611" y="3814858"/>
                  <a:pt x="1838230" y="3822383"/>
                </a:cubicBezTo>
                <a:cubicBezTo>
                  <a:pt x="1838039" y="3826002"/>
                  <a:pt x="1839373" y="3829526"/>
                  <a:pt x="1841849" y="3832193"/>
                </a:cubicBezTo>
                <a:cubicBezTo>
                  <a:pt x="1843754" y="3834289"/>
                  <a:pt x="1846326" y="3835432"/>
                  <a:pt x="1849088" y="3836099"/>
                </a:cubicBezTo>
                <a:lnTo>
                  <a:pt x="1849565" y="3990594"/>
                </a:lnTo>
                <a:lnTo>
                  <a:pt x="1869567" y="4011073"/>
                </a:lnTo>
                <a:lnTo>
                  <a:pt x="1870234" y="4010406"/>
                </a:lnTo>
                <a:lnTo>
                  <a:pt x="1870234" y="4094036"/>
                </a:lnTo>
                <a:cubicBezTo>
                  <a:pt x="1870234" y="4096512"/>
                  <a:pt x="1872234" y="4098608"/>
                  <a:pt x="1874806" y="4098608"/>
                </a:cubicBezTo>
                <a:close/>
                <a:moveTo>
                  <a:pt x="2111121" y="3965734"/>
                </a:moveTo>
                <a:cubicBezTo>
                  <a:pt x="2111121" y="3965734"/>
                  <a:pt x="2111312" y="3965258"/>
                  <a:pt x="2111597" y="3965258"/>
                </a:cubicBezTo>
                <a:lnTo>
                  <a:pt x="2135981" y="3965258"/>
                </a:lnTo>
                <a:cubicBezTo>
                  <a:pt x="2135981" y="3965258"/>
                  <a:pt x="2135981" y="3989642"/>
                  <a:pt x="2135981" y="3989642"/>
                </a:cubicBezTo>
                <a:cubicBezTo>
                  <a:pt x="2135981" y="3989927"/>
                  <a:pt x="2135791" y="3990118"/>
                  <a:pt x="2135505" y="3990118"/>
                </a:cubicBezTo>
                <a:lnTo>
                  <a:pt x="2111788" y="3990118"/>
                </a:lnTo>
                <a:lnTo>
                  <a:pt x="2111121" y="3989546"/>
                </a:lnTo>
                <a:lnTo>
                  <a:pt x="2111121" y="3965734"/>
                </a:lnTo>
                <a:close/>
                <a:moveTo>
                  <a:pt x="2102168" y="3938016"/>
                </a:moveTo>
                <a:cubicBezTo>
                  <a:pt x="2106359" y="3938016"/>
                  <a:pt x="2109788" y="3941445"/>
                  <a:pt x="2109788" y="3945636"/>
                </a:cubicBezTo>
                <a:cubicBezTo>
                  <a:pt x="2109788" y="3949827"/>
                  <a:pt x="2106359" y="3953256"/>
                  <a:pt x="2102168" y="3953256"/>
                </a:cubicBezTo>
                <a:cubicBezTo>
                  <a:pt x="2097977" y="3953256"/>
                  <a:pt x="2094548" y="3949827"/>
                  <a:pt x="2094548" y="3945636"/>
                </a:cubicBezTo>
                <a:cubicBezTo>
                  <a:pt x="2094548" y="3941445"/>
                  <a:pt x="2097977" y="3938016"/>
                  <a:pt x="2102168" y="3938016"/>
                </a:cubicBezTo>
                <a:close/>
                <a:moveTo>
                  <a:pt x="1873568" y="3993071"/>
                </a:moveTo>
                <a:cubicBezTo>
                  <a:pt x="1873568" y="3992404"/>
                  <a:pt x="1874139" y="3991832"/>
                  <a:pt x="1874806" y="3991832"/>
                </a:cubicBezTo>
                <a:lnTo>
                  <a:pt x="1903667" y="3991832"/>
                </a:lnTo>
                <a:cubicBezTo>
                  <a:pt x="1903667" y="3991832"/>
                  <a:pt x="1904428" y="3992213"/>
                  <a:pt x="1904428" y="3992594"/>
                </a:cubicBezTo>
                <a:lnTo>
                  <a:pt x="1904428" y="4023265"/>
                </a:lnTo>
                <a:lnTo>
                  <a:pt x="1873472" y="4023265"/>
                </a:lnTo>
                <a:lnTo>
                  <a:pt x="1873472" y="3993071"/>
                </a:lnTo>
                <a:close/>
                <a:moveTo>
                  <a:pt x="1873568" y="4026408"/>
                </a:moveTo>
                <a:lnTo>
                  <a:pt x="1904524" y="4026408"/>
                </a:lnTo>
                <a:lnTo>
                  <a:pt x="1904524" y="4059365"/>
                </a:lnTo>
                <a:lnTo>
                  <a:pt x="1873568" y="4059365"/>
                </a:lnTo>
                <a:lnTo>
                  <a:pt x="1873568" y="4026408"/>
                </a:lnTo>
                <a:close/>
                <a:moveTo>
                  <a:pt x="1873568" y="4062698"/>
                </a:moveTo>
                <a:lnTo>
                  <a:pt x="1904524" y="4062698"/>
                </a:lnTo>
                <a:lnTo>
                  <a:pt x="1904524" y="4094036"/>
                </a:lnTo>
                <a:cubicBezTo>
                  <a:pt x="1904524" y="4094702"/>
                  <a:pt x="1903952" y="4095274"/>
                  <a:pt x="1903286" y="4095274"/>
                </a:cubicBezTo>
                <a:lnTo>
                  <a:pt x="1874901" y="4095274"/>
                </a:lnTo>
                <a:cubicBezTo>
                  <a:pt x="1874234" y="4095274"/>
                  <a:pt x="1873663" y="4094702"/>
                  <a:pt x="1873663" y="4094036"/>
                </a:cubicBezTo>
                <a:lnTo>
                  <a:pt x="1873663" y="4062698"/>
                </a:lnTo>
                <a:close/>
                <a:moveTo>
                  <a:pt x="1845374" y="3829050"/>
                </a:moveTo>
                <a:cubicBezTo>
                  <a:pt x="1843754" y="3827336"/>
                  <a:pt x="1842897" y="3825050"/>
                  <a:pt x="1843088" y="3822668"/>
                </a:cubicBezTo>
                <a:cubicBezTo>
                  <a:pt x="1843278" y="3817906"/>
                  <a:pt x="1847278" y="3814191"/>
                  <a:pt x="1851946" y="3814191"/>
                </a:cubicBezTo>
                <a:cubicBezTo>
                  <a:pt x="1852041" y="3814191"/>
                  <a:pt x="1852232" y="3814191"/>
                  <a:pt x="1852327" y="3814191"/>
                </a:cubicBezTo>
                <a:cubicBezTo>
                  <a:pt x="1857185" y="3814382"/>
                  <a:pt x="1861090" y="3818573"/>
                  <a:pt x="1860804" y="3823430"/>
                </a:cubicBezTo>
                <a:cubicBezTo>
                  <a:pt x="1860709" y="3825812"/>
                  <a:pt x="1859661" y="3828002"/>
                  <a:pt x="1857947" y="3829622"/>
                </a:cubicBezTo>
                <a:cubicBezTo>
                  <a:pt x="1856232" y="3831241"/>
                  <a:pt x="1853946" y="3832098"/>
                  <a:pt x="1851565" y="3831908"/>
                </a:cubicBezTo>
                <a:cubicBezTo>
                  <a:pt x="1849184" y="3831812"/>
                  <a:pt x="1846993" y="3830765"/>
                  <a:pt x="1845374" y="3829050"/>
                </a:cubicBezTo>
                <a:close/>
                <a:moveTo>
                  <a:pt x="1214057" y="2211134"/>
                </a:moveTo>
                <a:cubicBezTo>
                  <a:pt x="1220438" y="2211134"/>
                  <a:pt x="1225677" y="2205895"/>
                  <a:pt x="1225677" y="2199513"/>
                </a:cubicBezTo>
                <a:cubicBezTo>
                  <a:pt x="1225677" y="2193131"/>
                  <a:pt x="1220438" y="2187893"/>
                  <a:pt x="1214057" y="2187893"/>
                </a:cubicBezTo>
                <a:cubicBezTo>
                  <a:pt x="1207675" y="2187893"/>
                  <a:pt x="1202436" y="2193131"/>
                  <a:pt x="1202436" y="2199513"/>
                </a:cubicBezTo>
                <a:cubicBezTo>
                  <a:pt x="1202436" y="2205895"/>
                  <a:pt x="1207675" y="2211134"/>
                  <a:pt x="1214057" y="2211134"/>
                </a:cubicBezTo>
                <a:close/>
                <a:moveTo>
                  <a:pt x="1214057" y="2190274"/>
                </a:moveTo>
                <a:cubicBezTo>
                  <a:pt x="1219200" y="2190274"/>
                  <a:pt x="1223296" y="2194465"/>
                  <a:pt x="1223296" y="2199513"/>
                </a:cubicBezTo>
                <a:cubicBezTo>
                  <a:pt x="1223296" y="2204561"/>
                  <a:pt x="1219105" y="2208752"/>
                  <a:pt x="1214057" y="2208752"/>
                </a:cubicBezTo>
                <a:cubicBezTo>
                  <a:pt x="1209008" y="2208752"/>
                  <a:pt x="1204817" y="2204561"/>
                  <a:pt x="1204817" y="2199513"/>
                </a:cubicBezTo>
                <a:cubicBezTo>
                  <a:pt x="1204817" y="2194465"/>
                  <a:pt x="1209008" y="2190274"/>
                  <a:pt x="1214057" y="2190274"/>
                </a:cubicBezTo>
                <a:close/>
                <a:moveTo>
                  <a:pt x="95" y="4236815"/>
                </a:moveTo>
                <a:lnTo>
                  <a:pt x="95" y="4241578"/>
                </a:lnTo>
                <a:lnTo>
                  <a:pt x="133350" y="4241387"/>
                </a:lnTo>
                <a:lnTo>
                  <a:pt x="277940" y="4117086"/>
                </a:lnTo>
                <a:cubicBezTo>
                  <a:pt x="280226" y="4119086"/>
                  <a:pt x="283083" y="4120229"/>
                  <a:pt x="286131" y="4120229"/>
                </a:cubicBezTo>
                <a:cubicBezTo>
                  <a:pt x="287560" y="4120229"/>
                  <a:pt x="288893" y="4120039"/>
                  <a:pt x="290322" y="4119563"/>
                </a:cubicBezTo>
                <a:cubicBezTo>
                  <a:pt x="296894" y="4117277"/>
                  <a:pt x="300419" y="4110038"/>
                  <a:pt x="298037" y="4103465"/>
                </a:cubicBezTo>
                <a:cubicBezTo>
                  <a:pt x="295751" y="4096893"/>
                  <a:pt x="288512" y="4093464"/>
                  <a:pt x="281940" y="4095750"/>
                </a:cubicBezTo>
                <a:cubicBezTo>
                  <a:pt x="275368" y="4098036"/>
                  <a:pt x="271844" y="4105275"/>
                  <a:pt x="274225" y="4111847"/>
                </a:cubicBezTo>
                <a:cubicBezTo>
                  <a:pt x="274415" y="4112419"/>
                  <a:pt x="274796" y="4112895"/>
                  <a:pt x="275082" y="4113371"/>
                </a:cubicBezTo>
                <a:lnTo>
                  <a:pt x="131636" y="4236720"/>
                </a:lnTo>
                <a:lnTo>
                  <a:pt x="95" y="4236911"/>
                </a:lnTo>
                <a:close/>
                <a:moveTo>
                  <a:pt x="283559" y="4100132"/>
                </a:moveTo>
                <a:cubicBezTo>
                  <a:pt x="284417" y="4099846"/>
                  <a:pt x="285274" y="4099655"/>
                  <a:pt x="286131" y="4099655"/>
                </a:cubicBezTo>
                <a:cubicBezTo>
                  <a:pt x="289370" y="4099655"/>
                  <a:pt x="292418" y="4101655"/>
                  <a:pt x="293561" y="4104894"/>
                </a:cubicBezTo>
                <a:cubicBezTo>
                  <a:pt x="294227" y="4106894"/>
                  <a:pt x="294132" y="4108990"/>
                  <a:pt x="293180" y="4110895"/>
                </a:cubicBezTo>
                <a:cubicBezTo>
                  <a:pt x="292227" y="4112800"/>
                  <a:pt x="290703" y="4114229"/>
                  <a:pt x="288703" y="4114895"/>
                </a:cubicBezTo>
                <a:cubicBezTo>
                  <a:pt x="284607" y="4116324"/>
                  <a:pt x="280130" y="4114134"/>
                  <a:pt x="278702" y="4110038"/>
                </a:cubicBezTo>
                <a:cubicBezTo>
                  <a:pt x="277273" y="4105942"/>
                  <a:pt x="279464" y="4101465"/>
                  <a:pt x="283559" y="4100036"/>
                </a:cubicBezTo>
                <a:close/>
                <a:moveTo>
                  <a:pt x="366713" y="2540508"/>
                </a:moveTo>
                <a:lnTo>
                  <a:pt x="366713" y="2534031"/>
                </a:lnTo>
                <a:cubicBezTo>
                  <a:pt x="366713" y="2532602"/>
                  <a:pt x="367856" y="2531459"/>
                  <a:pt x="369284" y="2531459"/>
                </a:cubicBezTo>
                <a:lnTo>
                  <a:pt x="375761" y="2531459"/>
                </a:lnTo>
                <a:cubicBezTo>
                  <a:pt x="377190" y="2531459"/>
                  <a:pt x="378333" y="2532602"/>
                  <a:pt x="378333" y="2534031"/>
                </a:cubicBezTo>
                <a:lnTo>
                  <a:pt x="378333" y="2540508"/>
                </a:lnTo>
                <a:cubicBezTo>
                  <a:pt x="378333" y="2541937"/>
                  <a:pt x="377190" y="2543080"/>
                  <a:pt x="375761" y="2543080"/>
                </a:cubicBezTo>
                <a:lnTo>
                  <a:pt x="369284" y="2543080"/>
                </a:lnTo>
                <a:cubicBezTo>
                  <a:pt x="367856" y="2543080"/>
                  <a:pt x="366713" y="2541937"/>
                  <a:pt x="366713" y="2540508"/>
                </a:cubicBezTo>
                <a:close/>
                <a:moveTo>
                  <a:pt x="1594295" y="3164396"/>
                </a:moveTo>
                <a:cubicBezTo>
                  <a:pt x="1594295" y="3161538"/>
                  <a:pt x="1596676" y="3159157"/>
                  <a:pt x="1599533" y="3159157"/>
                </a:cubicBezTo>
                <a:cubicBezTo>
                  <a:pt x="1602391" y="3159157"/>
                  <a:pt x="1604772" y="3161538"/>
                  <a:pt x="1604772" y="3164396"/>
                </a:cubicBezTo>
                <a:cubicBezTo>
                  <a:pt x="1604772" y="3167253"/>
                  <a:pt x="1602391" y="3169634"/>
                  <a:pt x="1599533" y="3169634"/>
                </a:cubicBezTo>
                <a:cubicBezTo>
                  <a:pt x="1596676" y="3169634"/>
                  <a:pt x="1594295" y="3167253"/>
                  <a:pt x="1594295" y="3164396"/>
                </a:cubicBezTo>
                <a:close/>
                <a:moveTo>
                  <a:pt x="1808226" y="3509391"/>
                </a:moveTo>
                <a:lnTo>
                  <a:pt x="1820704" y="3509391"/>
                </a:lnTo>
                <a:cubicBezTo>
                  <a:pt x="1823752" y="3509391"/>
                  <a:pt x="1826228" y="3506915"/>
                  <a:pt x="1826228" y="3503867"/>
                </a:cubicBezTo>
                <a:lnTo>
                  <a:pt x="1826228" y="3491389"/>
                </a:lnTo>
                <a:cubicBezTo>
                  <a:pt x="1826228" y="3488341"/>
                  <a:pt x="1823752" y="3485864"/>
                  <a:pt x="1820704" y="3485864"/>
                </a:cubicBezTo>
                <a:lnTo>
                  <a:pt x="1808226" y="3485864"/>
                </a:lnTo>
                <a:cubicBezTo>
                  <a:pt x="1805178" y="3485864"/>
                  <a:pt x="1802702" y="3488341"/>
                  <a:pt x="1802702" y="3491389"/>
                </a:cubicBezTo>
                <a:lnTo>
                  <a:pt x="1802702" y="3493675"/>
                </a:lnTo>
                <a:lnTo>
                  <a:pt x="1682496" y="3493675"/>
                </a:lnTo>
                <a:lnTo>
                  <a:pt x="1671447" y="3504724"/>
                </a:lnTo>
                <a:lnTo>
                  <a:pt x="1562005" y="3504724"/>
                </a:lnTo>
                <a:cubicBezTo>
                  <a:pt x="1560862" y="3498342"/>
                  <a:pt x="1555337" y="3493484"/>
                  <a:pt x="1548575" y="3493484"/>
                </a:cubicBezTo>
                <a:cubicBezTo>
                  <a:pt x="1541050" y="3493484"/>
                  <a:pt x="1534954" y="3499580"/>
                  <a:pt x="1534954" y="3507105"/>
                </a:cubicBezTo>
                <a:cubicBezTo>
                  <a:pt x="1534954" y="3514630"/>
                  <a:pt x="1541050" y="3520726"/>
                  <a:pt x="1548575" y="3520726"/>
                </a:cubicBezTo>
                <a:cubicBezTo>
                  <a:pt x="1555337" y="3520726"/>
                  <a:pt x="1560862" y="3515868"/>
                  <a:pt x="1562005" y="3509486"/>
                </a:cubicBezTo>
                <a:lnTo>
                  <a:pt x="1673352" y="3509486"/>
                </a:lnTo>
                <a:lnTo>
                  <a:pt x="1684401" y="3498437"/>
                </a:lnTo>
                <a:lnTo>
                  <a:pt x="1802606" y="3498437"/>
                </a:lnTo>
                <a:lnTo>
                  <a:pt x="1802606" y="3503867"/>
                </a:lnTo>
                <a:cubicBezTo>
                  <a:pt x="1802606" y="3506915"/>
                  <a:pt x="1805083" y="3509391"/>
                  <a:pt x="1808131" y="3509391"/>
                </a:cubicBezTo>
                <a:close/>
                <a:moveTo>
                  <a:pt x="1807464" y="3491389"/>
                </a:moveTo>
                <a:cubicBezTo>
                  <a:pt x="1807464" y="3491389"/>
                  <a:pt x="1807845" y="3490627"/>
                  <a:pt x="1808226" y="3490627"/>
                </a:cubicBezTo>
                <a:lnTo>
                  <a:pt x="1820704" y="3490627"/>
                </a:lnTo>
                <a:cubicBezTo>
                  <a:pt x="1820704" y="3490627"/>
                  <a:pt x="1821466" y="3491008"/>
                  <a:pt x="1821466" y="3491389"/>
                </a:cubicBezTo>
                <a:lnTo>
                  <a:pt x="1821466" y="3503867"/>
                </a:lnTo>
                <a:cubicBezTo>
                  <a:pt x="1821466" y="3503867"/>
                  <a:pt x="1821085" y="3504629"/>
                  <a:pt x="1820704" y="3504629"/>
                </a:cubicBezTo>
                <a:lnTo>
                  <a:pt x="1808226" y="3504629"/>
                </a:lnTo>
                <a:cubicBezTo>
                  <a:pt x="1808226" y="3504629"/>
                  <a:pt x="1807464" y="3504248"/>
                  <a:pt x="1807464" y="3503867"/>
                </a:cubicBezTo>
                <a:lnTo>
                  <a:pt x="1807464" y="3491389"/>
                </a:lnTo>
                <a:close/>
                <a:moveTo>
                  <a:pt x="1548575" y="3515963"/>
                </a:moveTo>
                <a:cubicBezTo>
                  <a:pt x="1543622" y="3515963"/>
                  <a:pt x="1539716" y="3511963"/>
                  <a:pt x="1539716" y="3507105"/>
                </a:cubicBezTo>
                <a:cubicBezTo>
                  <a:pt x="1539716" y="3502247"/>
                  <a:pt x="1543717" y="3498247"/>
                  <a:pt x="1548575" y="3498247"/>
                </a:cubicBezTo>
                <a:cubicBezTo>
                  <a:pt x="1553432" y="3498247"/>
                  <a:pt x="1557433" y="3502247"/>
                  <a:pt x="1557433" y="3507105"/>
                </a:cubicBezTo>
                <a:cubicBezTo>
                  <a:pt x="1557433" y="3511963"/>
                  <a:pt x="1553432" y="3515963"/>
                  <a:pt x="1548575" y="3515963"/>
                </a:cubicBezTo>
                <a:close/>
                <a:moveTo>
                  <a:pt x="361188" y="2289048"/>
                </a:moveTo>
                <a:lnTo>
                  <a:pt x="354330" y="2296097"/>
                </a:lnTo>
                <a:lnTo>
                  <a:pt x="350901" y="2292763"/>
                </a:lnTo>
                <a:lnTo>
                  <a:pt x="357759" y="2285714"/>
                </a:lnTo>
                <a:lnTo>
                  <a:pt x="361188" y="2289048"/>
                </a:lnTo>
                <a:close/>
                <a:moveTo>
                  <a:pt x="19241" y="4118610"/>
                </a:moveTo>
                <a:lnTo>
                  <a:pt x="19241" y="4075081"/>
                </a:lnTo>
                <a:cubicBezTo>
                  <a:pt x="19241" y="4075081"/>
                  <a:pt x="19907" y="4075081"/>
                  <a:pt x="20193" y="4074890"/>
                </a:cubicBezTo>
                <a:lnTo>
                  <a:pt x="20193" y="4074890"/>
                </a:lnTo>
                <a:cubicBezTo>
                  <a:pt x="22669" y="4074033"/>
                  <a:pt x="24670" y="4072223"/>
                  <a:pt x="25813" y="4069747"/>
                </a:cubicBezTo>
                <a:cubicBezTo>
                  <a:pt x="26956" y="4067366"/>
                  <a:pt x="27051" y="4064699"/>
                  <a:pt x="26194" y="4062127"/>
                </a:cubicBezTo>
                <a:cubicBezTo>
                  <a:pt x="24384" y="4056984"/>
                  <a:pt x="18669" y="4054317"/>
                  <a:pt x="13526" y="4056126"/>
                </a:cubicBezTo>
                <a:cubicBezTo>
                  <a:pt x="8382" y="4057936"/>
                  <a:pt x="5715" y="4063651"/>
                  <a:pt x="7525" y="4068794"/>
                </a:cubicBezTo>
                <a:cubicBezTo>
                  <a:pt x="8668" y="4072033"/>
                  <a:pt x="11335" y="4074224"/>
                  <a:pt x="14478" y="4074986"/>
                </a:cubicBezTo>
                <a:lnTo>
                  <a:pt x="14478" y="4117372"/>
                </a:lnTo>
                <a:lnTo>
                  <a:pt x="95" y="4130230"/>
                </a:lnTo>
                <a:lnTo>
                  <a:pt x="95" y="4136612"/>
                </a:lnTo>
                <a:lnTo>
                  <a:pt x="18383" y="4120229"/>
                </a:lnTo>
                <a:cubicBezTo>
                  <a:pt x="18860" y="4119753"/>
                  <a:pt x="19145" y="4119086"/>
                  <a:pt x="19145" y="4118420"/>
                </a:cubicBezTo>
                <a:close/>
                <a:moveTo>
                  <a:pt x="12002" y="4067366"/>
                </a:moveTo>
                <a:cubicBezTo>
                  <a:pt x="11049" y="4064699"/>
                  <a:pt x="12478" y="4061746"/>
                  <a:pt x="15145" y="4060793"/>
                </a:cubicBezTo>
                <a:cubicBezTo>
                  <a:pt x="15716" y="4060603"/>
                  <a:pt x="16288" y="4060508"/>
                  <a:pt x="16859" y="4060508"/>
                </a:cubicBezTo>
                <a:cubicBezTo>
                  <a:pt x="18955" y="4060508"/>
                  <a:pt x="20955" y="4061841"/>
                  <a:pt x="21717" y="4063937"/>
                </a:cubicBezTo>
                <a:cubicBezTo>
                  <a:pt x="22669" y="4066604"/>
                  <a:pt x="21241" y="4069556"/>
                  <a:pt x="18574" y="4070509"/>
                </a:cubicBezTo>
                <a:cubicBezTo>
                  <a:pt x="15907" y="4071461"/>
                  <a:pt x="12954" y="4070033"/>
                  <a:pt x="12002" y="4067366"/>
                </a:cubicBezTo>
                <a:close/>
                <a:moveTo>
                  <a:pt x="1231202" y="2118836"/>
                </a:moveTo>
                <a:cubicBezTo>
                  <a:pt x="1224820" y="2118836"/>
                  <a:pt x="1219581" y="2124075"/>
                  <a:pt x="1219581" y="2130457"/>
                </a:cubicBezTo>
                <a:cubicBezTo>
                  <a:pt x="1219581" y="2136839"/>
                  <a:pt x="1224820" y="2142077"/>
                  <a:pt x="1231202" y="2142077"/>
                </a:cubicBezTo>
                <a:cubicBezTo>
                  <a:pt x="1233297" y="2142077"/>
                  <a:pt x="1235107" y="2141411"/>
                  <a:pt x="1236821" y="2140363"/>
                </a:cubicBezTo>
                <a:lnTo>
                  <a:pt x="1261586" y="2161223"/>
                </a:lnTo>
                <a:lnTo>
                  <a:pt x="1261586" y="2203895"/>
                </a:lnTo>
                <a:lnTo>
                  <a:pt x="1258824" y="2203895"/>
                </a:lnTo>
                <a:cubicBezTo>
                  <a:pt x="1254062" y="2203895"/>
                  <a:pt x="1250156" y="2207800"/>
                  <a:pt x="1250156" y="2212562"/>
                </a:cubicBezTo>
                <a:lnTo>
                  <a:pt x="1250156" y="2239518"/>
                </a:lnTo>
                <a:cubicBezTo>
                  <a:pt x="1250156" y="2244281"/>
                  <a:pt x="1254062" y="2248186"/>
                  <a:pt x="1258824" y="2248186"/>
                </a:cubicBezTo>
                <a:lnTo>
                  <a:pt x="1260348" y="2248186"/>
                </a:lnTo>
                <a:lnTo>
                  <a:pt x="1260348" y="2264283"/>
                </a:lnTo>
                <a:lnTo>
                  <a:pt x="1254824" y="2269998"/>
                </a:lnTo>
                <a:lnTo>
                  <a:pt x="1245299" y="2269998"/>
                </a:lnTo>
                <a:lnTo>
                  <a:pt x="1245299" y="2269617"/>
                </a:lnTo>
                <a:cubicBezTo>
                  <a:pt x="1245299" y="2266093"/>
                  <a:pt x="1242441" y="2263331"/>
                  <a:pt x="1238917" y="2263331"/>
                </a:cubicBezTo>
                <a:lnTo>
                  <a:pt x="1211961" y="2263331"/>
                </a:lnTo>
                <a:cubicBezTo>
                  <a:pt x="1208437" y="2263331"/>
                  <a:pt x="1205579" y="2266188"/>
                  <a:pt x="1205579" y="2269617"/>
                </a:cubicBezTo>
                <a:lnTo>
                  <a:pt x="1205579" y="2277428"/>
                </a:lnTo>
                <a:cubicBezTo>
                  <a:pt x="1205579" y="2280952"/>
                  <a:pt x="1208437" y="2283809"/>
                  <a:pt x="1211961" y="2283809"/>
                </a:cubicBezTo>
                <a:lnTo>
                  <a:pt x="1238917" y="2283809"/>
                </a:lnTo>
                <a:cubicBezTo>
                  <a:pt x="1242441" y="2283809"/>
                  <a:pt x="1245299" y="2280952"/>
                  <a:pt x="1245299" y="2277428"/>
                </a:cubicBezTo>
                <a:lnTo>
                  <a:pt x="1245299" y="2274761"/>
                </a:lnTo>
                <a:lnTo>
                  <a:pt x="1256824" y="2274761"/>
                </a:lnTo>
                <a:lnTo>
                  <a:pt x="1265111" y="2266283"/>
                </a:lnTo>
                <a:lnTo>
                  <a:pt x="1265111" y="2248186"/>
                </a:lnTo>
                <a:lnTo>
                  <a:pt x="1266635" y="2248186"/>
                </a:lnTo>
                <a:cubicBezTo>
                  <a:pt x="1271397" y="2248186"/>
                  <a:pt x="1275302" y="2244281"/>
                  <a:pt x="1275302" y="2239518"/>
                </a:cubicBezTo>
                <a:lnTo>
                  <a:pt x="1275302" y="2212562"/>
                </a:lnTo>
                <a:cubicBezTo>
                  <a:pt x="1275302" y="2207800"/>
                  <a:pt x="1271397" y="2203895"/>
                  <a:pt x="1266635" y="2203895"/>
                </a:cubicBezTo>
                <a:lnTo>
                  <a:pt x="1266349" y="2203895"/>
                </a:lnTo>
                <a:lnTo>
                  <a:pt x="1266349" y="2159032"/>
                </a:lnTo>
                <a:lnTo>
                  <a:pt x="1240346" y="2137124"/>
                </a:lnTo>
                <a:cubicBezTo>
                  <a:pt x="1241774" y="2135219"/>
                  <a:pt x="1242727" y="2132933"/>
                  <a:pt x="1242727" y="2130362"/>
                </a:cubicBezTo>
                <a:cubicBezTo>
                  <a:pt x="1242727" y="2123980"/>
                  <a:pt x="1237488" y="2118741"/>
                  <a:pt x="1231106" y="2118741"/>
                </a:cubicBezTo>
                <a:close/>
                <a:moveTo>
                  <a:pt x="1266730" y="2208752"/>
                </a:moveTo>
                <a:cubicBezTo>
                  <a:pt x="1268921" y="2208752"/>
                  <a:pt x="1270635" y="2210562"/>
                  <a:pt x="1270635" y="2212658"/>
                </a:cubicBezTo>
                <a:lnTo>
                  <a:pt x="1270635" y="2239613"/>
                </a:lnTo>
                <a:cubicBezTo>
                  <a:pt x="1270635" y="2241804"/>
                  <a:pt x="1268825" y="2243519"/>
                  <a:pt x="1266730" y="2243519"/>
                </a:cubicBezTo>
                <a:lnTo>
                  <a:pt x="1258919" y="2243519"/>
                </a:lnTo>
                <a:cubicBezTo>
                  <a:pt x="1256728" y="2243519"/>
                  <a:pt x="1255014" y="2241709"/>
                  <a:pt x="1255014" y="2239613"/>
                </a:cubicBezTo>
                <a:lnTo>
                  <a:pt x="1255014" y="2212658"/>
                </a:lnTo>
                <a:cubicBezTo>
                  <a:pt x="1255014" y="2210467"/>
                  <a:pt x="1256824" y="2208752"/>
                  <a:pt x="1258919" y="2208752"/>
                </a:cubicBezTo>
                <a:lnTo>
                  <a:pt x="1266730" y="2208752"/>
                </a:lnTo>
                <a:close/>
                <a:moveTo>
                  <a:pt x="1231202" y="2139696"/>
                </a:moveTo>
                <a:cubicBezTo>
                  <a:pt x="1226058" y="2139696"/>
                  <a:pt x="1221962" y="2135505"/>
                  <a:pt x="1221962" y="2130457"/>
                </a:cubicBezTo>
                <a:cubicBezTo>
                  <a:pt x="1221962" y="2125409"/>
                  <a:pt x="1226153" y="2121218"/>
                  <a:pt x="1231202" y="2121218"/>
                </a:cubicBezTo>
                <a:cubicBezTo>
                  <a:pt x="1236250" y="2121218"/>
                  <a:pt x="1240441" y="2125409"/>
                  <a:pt x="1240441" y="2130457"/>
                </a:cubicBezTo>
                <a:cubicBezTo>
                  <a:pt x="1240441" y="2135505"/>
                  <a:pt x="1236250" y="2139696"/>
                  <a:pt x="1231202" y="2139696"/>
                </a:cubicBezTo>
                <a:close/>
                <a:moveTo>
                  <a:pt x="1868138" y="3487960"/>
                </a:moveTo>
                <a:cubicBezTo>
                  <a:pt x="1868138" y="3481007"/>
                  <a:pt x="1873758" y="3475292"/>
                  <a:pt x="1880807" y="3475292"/>
                </a:cubicBezTo>
                <a:cubicBezTo>
                  <a:pt x="1887855" y="3475292"/>
                  <a:pt x="1893475" y="3480911"/>
                  <a:pt x="1893475" y="3487960"/>
                </a:cubicBezTo>
                <a:cubicBezTo>
                  <a:pt x="1893475" y="3495009"/>
                  <a:pt x="1887855" y="3500628"/>
                  <a:pt x="1880807" y="3500628"/>
                </a:cubicBezTo>
                <a:cubicBezTo>
                  <a:pt x="1873758" y="3500628"/>
                  <a:pt x="1868138" y="3495009"/>
                  <a:pt x="1868138" y="3487960"/>
                </a:cubicBezTo>
                <a:close/>
                <a:moveTo>
                  <a:pt x="1733741" y="3556349"/>
                </a:moveTo>
                <a:lnTo>
                  <a:pt x="1715357" y="3537776"/>
                </a:lnTo>
                <a:lnTo>
                  <a:pt x="1552385" y="3537776"/>
                </a:lnTo>
                <a:lnTo>
                  <a:pt x="1532192" y="3557016"/>
                </a:lnTo>
                <a:lnTo>
                  <a:pt x="1532192" y="3685032"/>
                </a:lnTo>
                <a:lnTo>
                  <a:pt x="1528286" y="3685032"/>
                </a:lnTo>
                <a:cubicBezTo>
                  <a:pt x="1525238" y="3685032"/>
                  <a:pt x="1522762" y="3687509"/>
                  <a:pt x="1522762" y="3690557"/>
                </a:cubicBezTo>
                <a:lnTo>
                  <a:pt x="1522762" y="3703034"/>
                </a:lnTo>
                <a:cubicBezTo>
                  <a:pt x="1522762" y="3706082"/>
                  <a:pt x="1525238" y="3708559"/>
                  <a:pt x="1528286" y="3708559"/>
                </a:cubicBezTo>
                <a:lnTo>
                  <a:pt x="1540764" y="3708559"/>
                </a:lnTo>
                <a:cubicBezTo>
                  <a:pt x="1543812" y="3708559"/>
                  <a:pt x="1546289" y="3706082"/>
                  <a:pt x="1546289" y="3703034"/>
                </a:cubicBezTo>
                <a:lnTo>
                  <a:pt x="1546289" y="3690557"/>
                </a:lnTo>
                <a:cubicBezTo>
                  <a:pt x="1546289" y="3687509"/>
                  <a:pt x="1543812" y="3685032"/>
                  <a:pt x="1540764" y="3685032"/>
                </a:cubicBezTo>
                <a:lnTo>
                  <a:pt x="1536859" y="3685032"/>
                </a:lnTo>
                <a:lnTo>
                  <a:pt x="1536859" y="3559112"/>
                </a:lnTo>
                <a:lnTo>
                  <a:pt x="1554194" y="3542634"/>
                </a:lnTo>
                <a:lnTo>
                  <a:pt x="1713262" y="3542634"/>
                </a:lnTo>
                <a:lnTo>
                  <a:pt x="1731645" y="3561207"/>
                </a:lnTo>
                <a:lnTo>
                  <a:pt x="1817370" y="3561207"/>
                </a:lnTo>
                <a:lnTo>
                  <a:pt x="1867567" y="3510058"/>
                </a:lnTo>
                <a:cubicBezTo>
                  <a:pt x="1872710" y="3513106"/>
                  <a:pt x="1878711" y="3514439"/>
                  <a:pt x="1884712" y="3513487"/>
                </a:cubicBezTo>
                <a:cubicBezTo>
                  <a:pt x="1891570" y="3512439"/>
                  <a:pt x="1897571" y="3508820"/>
                  <a:pt x="1901666" y="3503200"/>
                </a:cubicBezTo>
                <a:cubicBezTo>
                  <a:pt x="1905762" y="3497675"/>
                  <a:pt x="1907477" y="3490817"/>
                  <a:pt x="1906429" y="3483959"/>
                </a:cubicBezTo>
                <a:cubicBezTo>
                  <a:pt x="1905381" y="3477101"/>
                  <a:pt x="1901762" y="3471101"/>
                  <a:pt x="1896142" y="3467005"/>
                </a:cubicBezTo>
                <a:cubicBezTo>
                  <a:pt x="1891665" y="3463671"/>
                  <a:pt x="1886331" y="3461957"/>
                  <a:pt x="1880902" y="3461957"/>
                </a:cubicBezTo>
                <a:cubicBezTo>
                  <a:pt x="1879568" y="3461957"/>
                  <a:pt x="1878235" y="3462052"/>
                  <a:pt x="1876901" y="3462242"/>
                </a:cubicBezTo>
                <a:cubicBezTo>
                  <a:pt x="1870043" y="3463290"/>
                  <a:pt x="1864043" y="3466910"/>
                  <a:pt x="1859947" y="3472529"/>
                </a:cubicBezTo>
                <a:cubicBezTo>
                  <a:pt x="1855851" y="3478054"/>
                  <a:pt x="1854137" y="3484912"/>
                  <a:pt x="1855184" y="3491770"/>
                </a:cubicBezTo>
                <a:cubicBezTo>
                  <a:pt x="1856137" y="3497771"/>
                  <a:pt x="1859185" y="3503105"/>
                  <a:pt x="1863662" y="3507105"/>
                </a:cubicBezTo>
                <a:lnTo>
                  <a:pt x="1815370" y="3556254"/>
                </a:lnTo>
                <a:lnTo>
                  <a:pt x="1733645" y="3556254"/>
                </a:lnTo>
                <a:close/>
                <a:moveTo>
                  <a:pt x="1540859" y="3689795"/>
                </a:moveTo>
                <a:cubicBezTo>
                  <a:pt x="1540859" y="3689795"/>
                  <a:pt x="1541621" y="3690176"/>
                  <a:pt x="1541621" y="3690557"/>
                </a:cubicBezTo>
                <a:lnTo>
                  <a:pt x="1541621" y="3703034"/>
                </a:lnTo>
                <a:cubicBezTo>
                  <a:pt x="1541621" y="3703034"/>
                  <a:pt x="1541240" y="3703796"/>
                  <a:pt x="1540859" y="3703796"/>
                </a:cubicBezTo>
                <a:lnTo>
                  <a:pt x="1528382" y="3703796"/>
                </a:lnTo>
                <a:cubicBezTo>
                  <a:pt x="1528382" y="3703796"/>
                  <a:pt x="1527620" y="3703415"/>
                  <a:pt x="1527620" y="3703034"/>
                </a:cubicBezTo>
                <a:lnTo>
                  <a:pt x="1527620" y="3690557"/>
                </a:lnTo>
                <a:cubicBezTo>
                  <a:pt x="1527620" y="3690557"/>
                  <a:pt x="1528001" y="3689795"/>
                  <a:pt x="1528382" y="3689795"/>
                </a:cubicBezTo>
                <a:lnTo>
                  <a:pt x="1540859" y="3689795"/>
                </a:lnTo>
                <a:close/>
                <a:moveTo>
                  <a:pt x="1859947" y="3491103"/>
                </a:moveTo>
                <a:cubicBezTo>
                  <a:pt x="1859090" y="3485579"/>
                  <a:pt x="1860423" y="3479959"/>
                  <a:pt x="1863757" y="3475387"/>
                </a:cubicBezTo>
                <a:cubicBezTo>
                  <a:pt x="1867091" y="3470815"/>
                  <a:pt x="1871948" y="3467862"/>
                  <a:pt x="1877568" y="3467005"/>
                </a:cubicBezTo>
                <a:cubicBezTo>
                  <a:pt x="1883093" y="3466148"/>
                  <a:pt x="1888712" y="3467481"/>
                  <a:pt x="1893284" y="3470815"/>
                </a:cubicBezTo>
                <a:cubicBezTo>
                  <a:pt x="1897856" y="3474149"/>
                  <a:pt x="1900809" y="3479006"/>
                  <a:pt x="1901666" y="3484626"/>
                </a:cubicBezTo>
                <a:cubicBezTo>
                  <a:pt x="1902524" y="3490151"/>
                  <a:pt x="1901190" y="3495770"/>
                  <a:pt x="1897856" y="3500247"/>
                </a:cubicBezTo>
                <a:lnTo>
                  <a:pt x="1897856" y="3500247"/>
                </a:lnTo>
                <a:cubicBezTo>
                  <a:pt x="1894523" y="3504819"/>
                  <a:pt x="1889665" y="3507772"/>
                  <a:pt x="1884045" y="3508629"/>
                </a:cubicBezTo>
                <a:cubicBezTo>
                  <a:pt x="1882997" y="3508820"/>
                  <a:pt x="1881854" y="3508915"/>
                  <a:pt x="1880807" y="3508915"/>
                </a:cubicBezTo>
                <a:cubicBezTo>
                  <a:pt x="1876330" y="3508915"/>
                  <a:pt x="1872044" y="3507486"/>
                  <a:pt x="1868424" y="3504819"/>
                </a:cubicBezTo>
                <a:cubicBezTo>
                  <a:pt x="1863852" y="3501485"/>
                  <a:pt x="1860899" y="3496628"/>
                  <a:pt x="1860042" y="3491008"/>
                </a:cubicBezTo>
                <a:close/>
                <a:moveTo>
                  <a:pt x="196977" y="4314539"/>
                </a:moveTo>
                <a:lnTo>
                  <a:pt x="341567" y="4190238"/>
                </a:lnTo>
                <a:cubicBezTo>
                  <a:pt x="343853" y="4192238"/>
                  <a:pt x="346710" y="4193381"/>
                  <a:pt x="349758" y="4193381"/>
                </a:cubicBezTo>
                <a:cubicBezTo>
                  <a:pt x="351187" y="4193381"/>
                  <a:pt x="352520" y="4193191"/>
                  <a:pt x="353949" y="4192715"/>
                </a:cubicBezTo>
                <a:cubicBezTo>
                  <a:pt x="357092" y="4191572"/>
                  <a:pt x="359664" y="4189286"/>
                  <a:pt x="361188" y="4186238"/>
                </a:cubicBezTo>
                <a:cubicBezTo>
                  <a:pt x="362617" y="4183190"/>
                  <a:pt x="362807" y="4179761"/>
                  <a:pt x="361760" y="4176617"/>
                </a:cubicBezTo>
                <a:cubicBezTo>
                  <a:pt x="359474" y="4170045"/>
                  <a:pt x="352235" y="4166521"/>
                  <a:pt x="345662" y="4168807"/>
                </a:cubicBezTo>
                <a:cubicBezTo>
                  <a:pt x="339090" y="4171093"/>
                  <a:pt x="335566" y="4178332"/>
                  <a:pt x="337947" y="4184904"/>
                </a:cubicBezTo>
                <a:cubicBezTo>
                  <a:pt x="338138" y="4185476"/>
                  <a:pt x="338519" y="4185952"/>
                  <a:pt x="338804" y="4186428"/>
                </a:cubicBezTo>
                <a:lnTo>
                  <a:pt x="195358" y="4309777"/>
                </a:lnTo>
                <a:lnTo>
                  <a:pt x="286" y="4309968"/>
                </a:lnTo>
                <a:lnTo>
                  <a:pt x="286" y="4314730"/>
                </a:lnTo>
                <a:lnTo>
                  <a:pt x="196310" y="4314539"/>
                </a:lnTo>
                <a:lnTo>
                  <a:pt x="197168" y="4314539"/>
                </a:lnTo>
                <a:close/>
                <a:moveTo>
                  <a:pt x="347091" y="4173284"/>
                </a:moveTo>
                <a:cubicBezTo>
                  <a:pt x="347948" y="4172998"/>
                  <a:pt x="348806" y="4172807"/>
                  <a:pt x="349663" y="4172807"/>
                </a:cubicBezTo>
                <a:cubicBezTo>
                  <a:pt x="350806" y="4172807"/>
                  <a:pt x="351949" y="4173093"/>
                  <a:pt x="353092" y="4173569"/>
                </a:cubicBezTo>
                <a:cubicBezTo>
                  <a:pt x="354997" y="4174522"/>
                  <a:pt x="356426" y="4176046"/>
                  <a:pt x="357092" y="4178046"/>
                </a:cubicBezTo>
                <a:cubicBezTo>
                  <a:pt x="357759" y="4180046"/>
                  <a:pt x="357664" y="4182142"/>
                  <a:pt x="356711" y="4184047"/>
                </a:cubicBezTo>
                <a:cubicBezTo>
                  <a:pt x="355759" y="4185952"/>
                  <a:pt x="354235" y="4187380"/>
                  <a:pt x="352235" y="4188047"/>
                </a:cubicBezTo>
                <a:cubicBezTo>
                  <a:pt x="348139" y="4189476"/>
                  <a:pt x="343662" y="4187285"/>
                  <a:pt x="342233" y="4183190"/>
                </a:cubicBezTo>
                <a:cubicBezTo>
                  <a:pt x="340805" y="4179094"/>
                  <a:pt x="342995" y="4174617"/>
                  <a:pt x="347091" y="4173188"/>
                </a:cubicBezTo>
                <a:close/>
                <a:moveTo>
                  <a:pt x="348615" y="2313432"/>
                </a:moveTo>
                <a:lnTo>
                  <a:pt x="348615" y="2303621"/>
                </a:lnTo>
                <a:cubicBezTo>
                  <a:pt x="348615" y="2303621"/>
                  <a:pt x="353378" y="2303621"/>
                  <a:pt x="353378" y="2303621"/>
                </a:cubicBezTo>
                <a:lnTo>
                  <a:pt x="353378" y="2313432"/>
                </a:lnTo>
                <a:cubicBezTo>
                  <a:pt x="353378" y="2313432"/>
                  <a:pt x="348615" y="2313432"/>
                  <a:pt x="348615" y="2313432"/>
                </a:cubicBezTo>
                <a:close/>
                <a:moveTo>
                  <a:pt x="164973" y="4278630"/>
                </a:moveTo>
                <a:lnTo>
                  <a:pt x="309658" y="4154234"/>
                </a:lnTo>
                <a:cubicBezTo>
                  <a:pt x="310515" y="4154900"/>
                  <a:pt x="311277" y="4155758"/>
                  <a:pt x="312230" y="4156234"/>
                </a:cubicBezTo>
                <a:cubicBezTo>
                  <a:pt x="313944" y="4157091"/>
                  <a:pt x="315849" y="4157472"/>
                  <a:pt x="317754" y="4157472"/>
                </a:cubicBezTo>
                <a:cubicBezTo>
                  <a:pt x="319183" y="4157472"/>
                  <a:pt x="320612" y="4157186"/>
                  <a:pt x="321945" y="4156710"/>
                </a:cubicBezTo>
                <a:cubicBezTo>
                  <a:pt x="328517" y="4154424"/>
                  <a:pt x="332042" y="4147185"/>
                  <a:pt x="329660" y="4140613"/>
                </a:cubicBezTo>
                <a:cubicBezTo>
                  <a:pt x="327374" y="4134041"/>
                  <a:pt x="320135" y="4130612"/>
                  <a:pt x="313563" y="4132802"/>
                </a:cubicBezTo>
                <a:cubicBezTo>
                  <a:pt x="310420" y="4133945"/>
                  <a:pt x="307848" y="4136231"/>
                  <a:pt x="306324" y="4139279"/>
                </a:cubicBezTo>
                <a:cubicBezTo>
                  <a:pt x="304895" y="4142327"/>
                  <a:pt x="304705" y="4145756"/>
                  <a:pt x="305753" y="4148900"/>
                </a:cubicBezTo>
                <a:cubicBezTo>
                  <a:pt x="305943" y="4149471"/>
                  <a:pt x="306324" y="4149852"/>
                  <a:pt x="306610" y="4150424"/>
                </a:cubicBezTo>
                <a:lnTo>
                  <a:pt x="163163" y="4273772"/>
                </a:lnTo>
                <a:lnTo>
                  <a:pt x="95" y="4273963"/>
                </a:lnTo>
                <a:lnTo>
                  <a:pt x="95" y="4278726"/>
                </a:lnTo>
                <a:lnTo>
                  <a:pt x="164973" y="4278535"/>
                </a:lnTo>
                <a:close/>
                <a:moveTo>
                  <a:pt x="310610" y="4141470"/>
                </a:moveTo>
                <a:cubicBezTo>
                  <a:pt x="311563" y="4139565"/>
                  <a:pt x="313087" y="4138136"/>
                  <a:pt x="315087" y="4137470"/>
                </a:cubicBezTo>
                <a:cubicBezTo>
                  <a:pt x="315944" y="4137184"/>
                  <a:pt x="316802" y="4136993"/>
                  <a:pt x="317659" y="4136993"/>
                </a:cubicBezTo>
                <a:cubicBezTo>
                  <a:pt x="320897" y="4136993"/>
                  <a:pt x="323945" y="4138994"/>
                  <a:pt x="325088" y="4142232"/>
                </a:cubicBezTo>
                <a:cubicBezTo>
                  <a:pt x="326517" y="4146328"/>
                  <a:pt x="324326" y="4150805"/>
                  <a:pt x="320231" y="4152234"/>
                </a:cubicBezTo>
                <a:cubicBezTo>
                  <a:pt x="316135" y="4153662"/>
                  <a:pt x="311658" y="4151471"/>
                  <a:pt x="310229" y="4147376"/>
                </a:cubicBezTo>
                <a:cubicBezTo>
                  <a:pt x="309563" y="4145375"/>
                  <a:pt x="309658" y="4143280"/>
                  <a:pt x="310610" y="4141375"/>
                </a:cubicBezTo>
                <a:close/>
                <a:moveTo>
                  <a:pt x="1889379" y="3332321"/>
                </a:moveTo>
                <a:cubicBezTo>
                  <a:pt x="1890903" y="3329940"/>
                  <a:pt x="1891379" y="3327083"/>
                  <a:pt x="1890808" y="3324320"/>
                </a:cubicBezTo>
                <a:cubicBezTo>
                  <a:pt x="1890141" y="3321558"/>
                  <a:pt x="1888522" y="3319177"/>
                  <a:pt x="1886141" y="3317653"/>
                </a:cubicBezTo>
                <a:cubicBezTo>
                  <a:pt x="1883759" y="3316129"/>
                  <a:pt x="1880902" y="3315653"/>
                  <a:pt x="1878140" y="3316224"/>
                </a:cubicBezTo>
                <a:cubicBezTo>
                  <a:pt x="1875377" y="3316891"/>
                  <a:pt x="1872996" y="3318510"/>
                  <a:pt x="1871472" y="3320892"/>
                </a:cubicBezTo>
                <a:cubicBezTo>
                  <a:pt x="1869948" y="3323273"/>
                  <a:pt x="1869472" y="3326130"/>
                  <a:pt x="1870043" y="3328892"/>
                </a:cubicBezTo>
                <a:cubicBezTo>
                  <a:pt x="1870710" y="3331655"/>
                  <a:pt x="1872329" y="3334036"/>
                  <a:pt x="1874711" y="3335560"/>
                </a:cubicBezTo>
                <a:cubicBezTo>
                  <a:pt x="1875758" y="3336227"/>
                  <a:pt x="1876901" y="3336608"/>
                  <a:pt x="1878044" y="3336893"/>
                </a:cubicBezTo>
                <a:lnTo>
                  <a:pt x="1878044" y="3428524"/>
                </a:lnTo>
                <a:lnTo>
                  <a:pt x="1891665" y="3442621"/>
                </a:lnTo>
                <a:lnTo>
                  <a:pt x="1918430" y="3442621"/>
                </a:lnTo>
                <a:lnTo>
                  <a:pt x="1930432" y="3428905"/>
                </a:lnTo>
                <a:lnTo>
                  <a:pt x="1930432" y="3372422"/>
                </a:lnTo>
                <a:lnTo>
                  <a:pt x="1932051" y="3372422"/>
                </a:lnTo>
                <a:cubicBezTo>
                  <a:pt x="1935766" y="3372422"/>
                  <a:pt x="1938909" y="3369374"/>
                  <a:pt x="1938909" y="3365563"/>
                </a:cubicBezTo>
                <a:lnTo>
                  <a:pt x="1938909" y="3357467"/>
                </a:lnTo>
                <a:cubicBezTo>
                  <a:pt x="1938909" y="3353753"/>
                  <a:pt x="1935861" y="3350705"/>
                  <a:pt x="1932051" y="3350705"/>
                </a:cubicBezTo>
                <a:lnTo>
                  <a:pt x="1923955" y="3350705"/>
                </a:lnTo>
                <a:cubicBezTo>
                  <a:pt x="1920240" y="3350705"/>
                  <a:pt x="1917097" y="3353753"/>
                  <a:pt x="1917097" y="3357467"/>
                </a:cubicBezTo>
                <a:lnTo>
                  <a:pt x="1917097" y="3365563"/>
                </a:lnTo>
                <a:cubicBezTo>
                  <a:pt x="1917097" y="3369278"/>
                  <a:pt x="1920145" y="3372422"/>
                  <a:pt x="1923955" y="3372422"/>
                </a:cubicBezTo>
                <a:lnTo>
                  <a:pt x="1925574" y="3372422"/>
                </a:lnTo>
                <a:lnTo>
                  <a:pt x="1925574" y="3427095"/>
                </a:lnTo>
                <a:lnTo>
                  <a:pt x="1916144" y="3437763"/>
                </a:lnTo>
                <a:lnTo>
                  <a:pt x="1893570" y="3437763"/>
                </a:lnTo>
                <a:lnTo>
                  <a:pt x="1882712" y="3426524"/>
                </a:lnTo>
                <a:lnTo>
                  <a:pt x="1882712" y="3336798"/>
                </a:lnTo>
                <a:cubicBezTo>
                  <a:pt x="1885474" y="3336131"/>
                  <a:pt x="1887760" y="3334512"/>
                  <a:pt x="1889284" y="3332131"/>
                </a:cubicBezTo>
                <a:close/>
                <a:moveTo>
                  <a:pt x="1923955" y="3367754"/>
                </a:moveTo>
                <a:cubicBezTo>
                  <a:pt x="1922812" y="3367754"/>
                  <a:pt x="1921859" y="3366802"/>
                  <a:pt x="1921859" y="3365659"/>
                </a:cubicBezTo>
                <a:lnTo>
                  <a:pt x="1921859" y="3357563"/>
                </a:lnTo>
                <a:cubicBezTo>
                  <a:pt x="1921859" y="3356420"/>
                  <a:pt x="1922812" y="3355562"/>
                  <a:pt x="1923955" y="3355562"/>
                </a:cubicBezTo>
                <a:lnTo>
                  <a:pt x="1932051" y="3355562"/>
                </a:lnTo>
                <a:cubicBezTo>
                  <a:pt x="1933194" y="3355562"/>
                  <a:pt x="1934147" y="3356515"/>
                  <a:pt x="1934147" y="3357563"/>
                </a:cubicBezTo>
                <a:lnTo>
                  <a:pt x="1934147" y="3365659"/>
                </a:lnTo>
                <a:cubicBezTo>
                  <a:pt x="1934147" y="3366802"/>
                  <a:pt x="1933194" y="3367754"/>
                  <a:pt x="1932051" y="3367754"/>
                </a:cubicBezTo>
                <a:lnTo>
                  <a:pt x="1923955" y="3367754"/>
                </a:lnTo>
                <a:close/>
                <a:moveTo>
                  <a:pt x="1881664" y="3332321"/>
                </a:moveTo>
                <a:cubicBezTo>
                  <a:pt x="1880140" y="3332702"/>
                  <a:pt x="1878521" y="3332321"/>
                  <a:pt x="1877282" y="3331559"/>
                </a:cubicBezTo>
                <a:cubicBezTo>
                  <a:pt x="1875949" y="3330702"/>
                  <a:pt x="1874996" y="3329464"/>
                  <a:pt x="1874711" y="3327845"/>
                </a:cubicBezTo>
                <a:cubicBezTo>
                  <a:pt x="1874330" y="3326321"/>
                  <a:pt x="1874711" y="3324701"/>
                  <a:pt x="1875473" y="3323463"/>
                </a:cubicBezTo>
                <a:cubicBezTo>
                  <a:pt x="1876330" y="3322130"/>
                  <a:pt x="1877663" y="3321272"/>
                  <a:pt x="1879187" y="3320892"/>
                </a:cubicBezTo>
                <a:cubicBezTo>
                  <a:pt x="1879664" y="3320796"/>
                  <a:pt x="1880045" y="3320701"/>
                  <a:pt x="1880521" y="3320701"/>
                </a:cubicBezTo>
                <a:cubicBezTo>
                  <a:pt x="1881664" y="3320701"/>
                  <a:pt x="1882712" y="3320987"/>
                  <a:pt x="1883664" y="3321653"/>
                </a:cubicBezTo>
                <a:cubicBezTo>
                  <a:pt x="1884998" y="3322511"/>
                  <a:pt x="1885950" y="3323749"/>
                  <a:pt x="1886236" y="3325368"/>
                </a:cubicBezTo>
                <a:cubicBezTo>
                  <a:pt x="1886617" y="3326892"/>
                  <a:pt x="1886236" y="3328416"/>
                  <a:pt x="1885474" y="3329750"/>
                </a:cubicBezTo>
                <a:cubicBezTo>
                  <a:pt x="1884617" y="3331083"/>
                  <a:pt x="1883283" y="3331940"/>
                  <a:pt x="1881759" y="3332321"/>
                </a:cubicBezTo>
                <a:close/>
                <a:moveTo>
                  <a:pt x="1206246" y="2165795"/>
                </a:moveTo>
                <a:cubicBezTo>
                  <a:pt x="1206246" y="2170081"/>
                  <a:pt x="1209770" y="2173510"/>
                  <a:pt x="1213961" y="2173510"/>
                </a:cubicBezTo>
                <a:cubicBezTo>
                  <a:pt x="1218152" y="2173510"/>
                  <a:pt x="1221772" y="2169986"/>
                  <a:pt x="1221772" y="2165795"/>
                </a:cubicBezTo>
                <a:cubicBezTo>
                  <a:pt x="1221772" y="2161604"/>
                  <a:pt x="1218248" y="2158079"/>
                  <a:pt x="1213961" y="2158079"/>
                </a:cubicBezTo>
                <a:cubicBezTo>
                  <a:pt x="1209675" y="2158079"/>
                  <a:pt x="1206246" y="2161604"/>
                  <a:pt x="1206246" y="2165795"/>
                </a:cubicBezTo>
                <a:close/>
                <a:moveTo>
                  <a:pt x="1219391" y="2165795"/>
                </a:moveTo>
                <a:cubicBezTo>
                  <a:pt x="1219391" y="2168747"/>
                  <a:pt x="1217009" y="2171129"/>
                  <a:pt x="1213961" y="2171129"/>
                </a:cubicBezTo>
                <a:cubicBezTo>
                  <a:pt x="1210913" y="2171129"/>
                  <a:pt x="1208627" y="2168747"/>
                  <a:pt x="1208627" y="2165795"/>
                </a:cubicBezTo>
                <a:cubicBezTo>
                  <a:pt x="1208627" y="2162842"/>
                  <a:pt x="1211009" y="2160461"/>
                  <a:pt x="1213961" y="2160461"/>
                </a:cubicBezTo>
                <a:cubicBezTo>
                  <a:pt x="1216914" y="2160461"/>
                  <a:pt x="1219391" y="2162842"/>
                  <a:pt x="1219391" y="2165795"/>
                </a:cubicBezTo>
                <a:close/>
                <a:moveTo>
                  <a:pt x="1646301" y="3748183"/>
                </a:moveTo>
                <a:lnTo>
                  <a:pt x="1646301" y="3663220"/>
                </a:lnTo>
                <a:cubicBezTo>
                  <a:pt x="1646301" y="3663220"/>
                  <a:pt x="1667732" y="3639312"/>
                  <a:pt x="1667732" y="3639312"/>
                </a:cubicBezTo>
                <a:lnTo>
                  <a:pt x="1714310" y="3639312"/>
                </a:lnTo>
                <a:cubicBezTo>
                  <a:pt x="1715453" y="3645503"/>
                  <a:pt x="1720596" y="3650266"/>
                  <a:pt x="1727168" y="3650552"/>
                </a:cubicBezTo>
                <a:cubicBezTo>
                  <a:pt x="1727359" y="3650552"/>
                  <a:pt x="1727549" y="3650552"/>
                  <a:pt x="1727740" y="3650552"/>
                </a:cubicBezTo>
                <a:cubicBezTo>
                  <a:pt x="1734407" y="3650552"/>
                  <a:pt x="1739741" y="3645694"/>
                  <a:pt x="1740980" y="3639312"/>
                </a:cubicBezTo>
                <a:lnTo>
                  <a:pt x="1871758" y="3639312"/>
                </a:lnTo>
                <a:lnTo>
                  <a:pt x="2007203" y="3490913"/>
                </a:lnTo>
                <a:lnTo>
                  <a:pt x="2006346" y="3335084"/>
                </a:lnTo>
                <a:lnTo>
                  <a:pt x="1992059" y="3318986"/>
                </a:lnTo>
                <a:lnTo>
                  <a:pt x="1992059" y="3292030"/>
                </a:lnTo>
                <a:cubicBezTo>
                  <a:pt x="1992059" y="3292030"/>
                  <a:pt x="2002155" y="3292030"/>
                  <a:pt x="2002155" y="3292030"/>
                </a:cubicBezTo>
                <a:cubicBezTo>
                  <a:pt x="2005584" y="3292030"/>
                  <a:pt x="2008251" y="3289268"/>
                  <a:pt x="2008251" y="3285935"/>
                </a:cubicBezTo>
                <a:lnTo>
                  <a:pt x="2008251" y="3280315"/>
                </a:lnTo>
                <a:cubicBezTo>
                  <a:pt x="2008251" y="3276886"/>
                  <a:pt x="2005489" y="3274219"/>
                  <a:pt x="2002155" y="3274219"/>
                </a:cubicBezTo>
                <a:lnTo>
                  <a:pt x="1980533" y="3274219"/>
                </a:lnTo>
                <a:cubicBezTo>
                  <a:pt x="1977104" y="3274219"/>
                  <a:pt x="1974437" y="3276981"/>
                  <a:pt x="1974437" y="3280315"/>
                </a:cubicBezTo>
                <a:lnTo>
                  <a:pt x="1974437" y="3285935"/>
                </a:lnTo>
                <a:cubicBezTo>
                  <a:pt x="1974437" y="3289363"/>
                  <a:pt x="1977200" y="3292030"/>
                  <a:pt x="1980533" y="3292030"/>
                </a:cubicBezTo>
                <a:lnTo>
                  <a:pt x="1987296" y="3292030"/>
                </a:lnTo>
                <a:lnTo>
                  <a:pt x="1987296" y="3320796"/>
                </a:lnTo>
                <a:cubicBezTo>
                  <a:pt x="1987296" y="3320796"/>
                  <a:pt x="2001679" y="3336893"/>
                  <a:pt x="2001679" y="3336893"/>
                </a:cubicBezTo>
                <a:lnTo>
                  <a:pt x="2002536" y="3489008"/>
                </a:lnTo>
                <a:lnTo>
                  <a:pt x="1869757" y="3634550"/>
                </a:lnTo>
                <a:lnTo>
                  <a:pt x="1741075" y="3634550"/>
                </a:lnTo>
                <a:cubicBezTo>
                  <a:pt x="1740599" y="3632073"/>
                  <a:pt x="1739741" y="3629597"/>
                  <a:pt x="1737932" y="3627692"/>
                </a:cubicBezTo>
                <a:cubicBezTo>
                  <a:pt x="1735455" y="3625025"/>
                  <a:pt x="1732121" y="3623405"/>
                  <a:pt x="1728502" y="3623310"/>
                </a:cubicBezTo>
                <a:cubicBezTo>
                  <a:pt x="1724882" y="3623215"/>
                  <a:pt x="1721358" y="3624453"/>
                  <a:pt x="1718691" y="3626930"/>
                </a:cubicBezTo>
                <a:cubicBezTo>
                  <a:pt x="1716500" y="3628930"/>
                  <a:pt x="1715262" y="3631692"/>
                  <a:pt x="1714691" y="3634645"/>
                </a:cubicBezTo>
                <a:lnTo>
                  <a:pt x="1665732" y="3634645"/>
                </a:lnTo>
                <a:lnTo>
                  <a:pt x="1641824" y="3661505"/>
                </a:lnTo>
                <a:lnTo>
                  <a:pt x="1641824" y="3746183"/>
                </a:lnTo>
                <a:cubicBezTo>
                  <a:pt x="1641824" y="3746183"/>
                  <a:pt x="1588103" y="3793236"/>
                  <a:pt x="1588103" y="3793236"/>
                </a:cubicBezTo>
                <a:cubicBezTo>
                  <a:pt x="1587056" y="3792379"/>
                  <a:pt x="1585817" y="3791807"/>
                  <a:pt x="1584389" y="3791807"/>
                </a:cubicBezTo>
                <a:lnTo>
                  <a:pt x="1564100" y="3791807"/>
                </a:lnTo>
                <a:cubicBezTo>
                  <a:pt x="1560767" y="3791807"/>
                  <a:pt x="1558100" y="3794474"/>
                  <a:pt x="1558100" y="3797808"/>
                </a:cubicBezTo>
                <a:lnTo>
                  <a:pt x="1558100" y="3805428"/>
                </a:lnTo>
                <a:cubicBezTo>
                  <a:pt x="1558100" y="3806380"/>
                  <a:pt x="1558385" y="3807238"/>
                  <a:pt x="1558766" y="3808000"/>
                </a:cubicBezTo>
                <a:lnTo>
                  <a:pt x="1497806" y="3863817"/>
                </a:lnTo>
                <a:lnTo>
                  <a:pt x="1497521" y="3943541"/>
                </a:lnTo>
                <a:cubicBezTo>
                  <a:pt x="1496663" y="3943731"/>
                  <a:pt x="1495806" y="3943731"/>
                  <a:pt x="1495044" y="3944112"/>
                </a:cubicBezTo>
                <a:cubicBezTo>
                  <a:pt x="1492187" y="3945446"/>
                  <a:pt x="1489996" y="3947732"/>
                  <a:pt x="1488853" y="3950684"/>
                </a:cubicBezTo>
                <a:cubicBezTo>
                  <a:pt x="1487710" y="3953637"/>
                  <a:pt x="1487805" y="3956876"/>
                  <a:pt x="1489139" y="3959733"/>
                </a:cubicBezTo>
                <a:cubicBezTo>
                  <a:pt x="1490472" y="3962591"/>
                  <a:pt x="1492758" y="3964877"/>
                  <a:pt x="1495806" y="3965924"/>
                </a:cubicBezTo>
                <a:cubicBezTo>
                  <a:pt x="1497140" y="3966401"/>
                  <a:pt x="1498568" y="3966686"/>
                  <a:pt x="1499997" y="3966686"/>
                </a:cubicBezTo>
                <a:cubicBezTo>
                  <a:pt x="1501616" y="3966686"/>
                  <a:pt x="1503331" y="3966305"/>
                  <a:pt x="1504855" y="3965638"/>
                </a:cubicBezTo>
                <a:cubicBezTo>
                  <a:pt x="1507712" y="3964305"/>
                  <a:pt x="1509903" y="3962019"/>
                  <a:pt x="1511046" y="3959067"/>
                </a:cubicBezTo>
                <a:cubicBezTo>
                  <a:pt x="1512189" y="3956113"/>
                  <a:pt x="1512094" y="3952875"/>
                  <a:pt x="1510760" y="3950018"/>
                </a:cubicBezTo>
                <a:cubicBezTo>
                  <a:pt x="1509427" y="3947160"/>
                  <a:pt x="1507141" y="3944969"/>
                  <a:pt x="1504188" y="3943826"/>
                </a:cubicBezTo>
                <a:cubicBezTo>
                  <a:pt x="1503617" y="3943636"/>
                  <a:pt x="1502950" y="3943636"/>
                  <a:pt x="1502378" y="3943541"/>
                </a:cubicBezTo>
                <a:lnTo>
                  <a:pt x="1502664" y="3865912"/>
                </a:lnTo>
                <a:lnTo>
                  <a:pt x="1562576" y="3811048"/>
                </a:lnTo>
                <a:cubicBezTo>
                  <a:pt x="1563148" y="3811238"/>
                  <a:pt x="1563624" y="3811429"/>
                  <a:pt x="1564291" y="3811429"/>
                </a:cubicBezTo>
                <a:lnTo>
                  <a:pt x="1584579" y="3811429"/>
                </a:lnTo>
                <a:cubicBezTo>
                  <a:pt x="1587913" y="3811429"/>
                  <a:pt x="1590580" y="3808762"/>
                  <a:pt x="1590580" y="3805428"/>
                </a:cubicBezTo>
                <a:lnTo>
                  <a:pt x="1590580" y="3797808"/>
                </a:lnTo>
                <a:cubicBezTo>
                  <a:pt x="1590580" y="3797808"/>
                  <a:pt x="1590485" y="3797332"/>
                  <a:pt x="1590485" y="3797142"/>
                </a:cubicBezTo>
                <a:lnTo>
                  <a:pt x="1590770" y="3797427"/>
                </a:lnTo>
                <a:lnTo>
                  <a:pt x="1646682" y="3748278"/>
                </a:lnTo>
                <a:close/>
                <a:moveTo>
                  <a:pt x="1980533" y="3287268"/>
                </a:moveTo>
                <a:cubicBezTo>
                  <a:pt x="1979771" y="3287268"/>
                  <a:pt x="1979200" y="3286697"/>
                  <a:pt x="1979200" y="3285935"/>
                </a:cubicBezTo>
                <a:lnTo>
                  <a:pt x="1979200" y="3280315"/>
                </a:lnTo>
                <a:cubicBezTo>
                  <a:pt x="1979200" y="3279553"/>
                  <a:pt x="1979867" y="3278981"/>
                  <a:pt x="1980533" y="3278981"/>
                </a:cubicBezTo>
                <a:lnTo>
                  <a:pt x="2002155" y="3278981"/>
                </a:lnTo>
                <a:cubicBezTo>
                  <a:pt x="2002917" y="3278981"/>
                  <a:pt x="2003489" y="3279553"/>
                  <a:pt x="2003489" y="3280315"/>
                </a:cubicBezTo>
                <a:lnTo>
                  <a:pt x="2003489" y="3285935"/>
                </a:lnTo>
                <a:cubicBezTo>
                  <a:pt x="2003489" y="3286697"/>
                  <a:pt x="2002917" y="3287268"/>
                  <a:pt x="2002155" y="3287268"/>
                </a:cubicBezTo>
                <a:lnTo>
                  <a:pt x="1980533" y="3287268"/>
                </a:lnTo>
                <a:close/>
                <a:moveTo>
                  <a:pt x="1721834" y="3630359"/>
                </a:moveTo>
                <a:cubicBezTo>
                  <a:pt x="1723453" y="3628835"/>
                  <a:pt x="1725644" y="3627977"/>
                  <a:pt x="1727835" y="3627977"/>
                </a:cubicBezTo>
                <a:cubicBezTo>
                  <a:pt x="1727930" y="3627977"/>
                  <a:pt x="1728121" y="3627977"/>
                  <a:pt x="1728216" y="3627977"/>
                </a:cubicBezTo>
                <a:cubicBezTo>
                  <a:pt x="1730597" y="3628073"/>
                  <a:pt x="1732788" y="3629120"/>
                  <a:pt x="1734407" y="3630835"/>
                </a:cubicBezTo>
                <a:cubicBezTo>
                  <a:pt x="1736027" y="3632549"/>
                  <a:pt x="1736884" y="3634835"/>
                  <a:pt x="1736693" y="3637217"/>
                </a:cubicBezTo>
                <a:cubicBezTo>
                  <a:pt x="1736503" y="3642074"/>
                  <a:pt x="1732312" y="3646075"/>
                  <a:pt x="1727454" y="3645694"/>
                </a:cubicBezTo>
                <a:cubicBezTo>
                  <a:pt x="1722596" y="3645503"/>
                  <a:pt x="1718691" y="3641312"/>
                  <a:pt x="1718977" y="3636455"/>
                </a:cubicBezTo>
                <a:cubicBezTo>
                  <a:pt x="1719072" y="3634073"/>
                  <a:pt x="1720120" y="3631883"/>
                  <a:pt x="1721834" y="3630263"/>
                </a:cubicBezTo>
                <a:close/>
                <a:moveTo>
                  <a:pt x="1502283" y="3948303"/>
                </a:moveTo>
                <a:cubicBezTo>
                  <a:pt x="1504093" y="3948970"/>
                  <a:pt x="1505426" y="3950303"/>
                  <a:pt x="1506188" y="3952018"/>
                </a:cubicBezTo>
                <a:cubicBezTo>
                  <a:pt x="1506950" y="3953732"/>
                  <a:pt x="1507046" y="3955637"/>
                  <a:pt x="1506379" y="3957447"/>
                </a:cubicBezTo>
                <a:cubicBezTo>
                  <a:pt x="1505712" y="3959257"/>
                  <a:pt x="1504378" y="3960590"/>
                  <a:pt x="1502664" y="3961448"/>
                </a:cubicBezTo>
                <a:cubicBezTo>
                  <a:pt x="1500950" y="3962210"/>
                  <a:pt x="1499045" y="3962305"/>
                  <a:pt x="1497235" y="3961638"/>
                </a:cubicBezTo>
                <a:cubicBezTo>
                  <a:pt x="1495425" y="3960971"/>
                  <a:pt x="1494092" y="3959638"/>
                  <a:pt x="1493234" y="3957923"/>
                </a:cubicBezTo>
                <a:cubicBezTo>
                  <a:pt x="1492472" y="3956209"/>
                  <a:pt x="1492377" y="3954304"/>
                  <a:pt x="1493044" y="3952494"/>
                </a:cubicBezTo>
                <a:cubicBezTo>
                  <a:pt x="1493711" y="3950684"/>
                  <a:pt x="1495044" y="3949351"/>
                  <a:pt x="1496759" y="3948589"/>
                </a:cubicBezTo>
                <a:cubicBezTo>
                  <a:pt x="1498473" y="3947827"/>
                  <a:pt x="1500378" y="3947732"/>
                  <a:pt x="1502188" y="3948398"/>
                </a:cubicBezTo>
                <a:close/>
                <a:moveTo>
                  <a:pt x="1585532" y="3805333"/>
                </a:moveTo>
                <a:cubicBezTo>
                  <a:pt x="1585532" y="3806000"/>
                  <a:pt x="1584960" y="3806571"/>
                  <a:pt x="1584293" y="3806571"/>
                </a:cubicBezTo>
                <a:lnTo>
                  <a:pt x="1564005" y="3806571"/>
                </a:lnTo>
                <a:cubicBezTo>
                  <a:pt x="1563338" y="3806571"/>
                  <a:pt x="1562767" y="3806000"/>
                  <a:pt x="1562767" y="3805333"/>
                </a:cubicBezTo>
                <a:lnTo>
                  <a:pt x="1562767" y="3797713"/>
                </a:lnTo>
                <a:cubicBezTo>
                  <a:pt x="1562767" y="3797046"/>
                  <a:pt x="1563338" y="3796475"/>
                  <a:pt x="1564005" y="3796475"/>
                </a:cubicBezTo>
                <a:lnTo>
                  <a:pt x="1584293" y="3796475"/>
                </a:lnTo>
                <a:cubicBezTo>
                  <a:pt x="1584960" y="3796475"/>
                  <a:pt x="1585532" y="3797046"/>
                  <a:pt x="1585532" y="3797713"/>
                </a:cubicBezTo>
                <a:lnTo>
                  <a:pt x="1585532" y="3805333"/>
                </a:lnTo>
                <a:close/>
                <a:moveTo>
                  <a:pt x="1044512" y="3194018"/>
                </a:moveTo>
                <a:lnTo>
                  <a:pt x="979265" y="3193733"/>
                </a:lnTo>
                <a:cubicBezTo>
                  <a:pt x="978979" y="3189732"/>
                  <a:pt x="977075" y="3185922"/>
                  <a:pt x="973550" y="3183350"/>
                </a:cubicBezTo>
                <a:cubicBezTo>
                  <a:pt x="967169" y="3178683"/>
                  <a:pt x="958215" y="3180017"/>
                  <a:pt x="953548" y="3186398"/>
                </a:cubicBezTo>
                <a:cubicBezTo>
                  <a:pt x="952214" y="3188208"/>
                  <a:pt x="951357" y="3190304"/>
                  <a:pt x="951071" y="3192494"/>
                </a:cubicBezTo>
                <a:lnTo>
                  <a:pt x="528447" y="3192494"/>
                </a:lnTo>
                <a:cubicBezTo>
                  <a:pt x="528447" y="3192494"/>
                  <a:pt x="480536" y="3138773"/>
                  <a:pt x="480536" y="3138773"/>
                </a:cubicBezTo>
                <a:lnTo>
                  <a:pt x="480536" y="3030379"/>
                </a:lnTo>
                <a:lnTo>
                  <a:pt x="485394" y="3030379"/>
                </a:lnTo>
                <a:cubicBezTo>
                  <a:pt x="489109" y="3030379"/>
                  <a:pt x="492252" y="3027331"/>
                  <a:pt x="492252" y="3023521"/>
                </a:cubicBezTo>
                <a:lnTo>
                  <a:pt x="492252" y="3009138"/>
                </a:lnTo>
                <a:cubicBezTo>
                  <a:pt x="492252" y="3005423"/>
                  <a:pt x="489204" y="3002280"/>
                  <a:pt x="485394" y="3002280"/>
                </a:cubicBezTo>
                <a:lnTo>
                  <a:pt x="480536" y="3002280"/>
                </a:lnTo>
                <a:lnTo>
                  <a:pt x="480536" y="2963228"/>
                </a:lnTo>
                <a:lnTo>
                  <a:pt x="385096" y="2869121"/>
                </a:lnTo>
                <a:cubicBezTo>
                  <a:pt x="386334" y="2866073"/>
                  <a:pt x="385953" y="2862548"/>
                  <a:pt x="383762" y="2859881"/>
                </a:cubicBezTo>
                <a:cubicBezTo>
                  <a:pt x="380524" y="2855976"/>
                  <a:pt x="374714" y="2855500"/>
                  <a:pt x="370808" y="2858738"/>
                </a:cubicBezTo>
                <a:cubicBezTo>
                  <a:pt x="366903" y="2861977"/>
                  <a:pt x="366427" y="2867787"/>
                  <a:pt x="369665" y="2871692"/>
                </a:cubicBezTo>
                <a:cubicBezTo>
                  <a:pt x="372809" y="2875502"/>
                  <a:pt x="378428" y="2875979"/>
                  <a:pt x="382334" y="2873026"/>
                </a:cubicBezTo>
                <a:lnTo>
                  <a:pt x="475869" y="2965228"/>
                </a:lnTo>
                <a:lnTo>
                  <a:pt x="475869" y="3002280"/>
                </a:lnTo>
                <a:lnTo>
                  <a:pt x="471011" y="3002280"/>
                </a:lnTo>
                <a:cubicBezTo>
                  <a:pt x="467297" y="3002280"/>
                  <a:pt x="464153" y="3005328"/>
                  <a:pt x="464153" y="3009138"/>
                </a:cubicBezTo>
                <a:lnTo>
                  <a:pt x="464153" y="3023521"/>
                </a:lnTo>
                <a:cubicBezTo>
                  <a:pt x="464153" y="3027236"/>
                  <a:pt x="467201" y="3030379"/>
                  <a:pt x="471011" y="3030379"/>
                </a:cubicBezTo>
                <a:lnTo>
                  <a:pt x="475869" y="3030379"/>
                </a:lnTo>
                <a:lnTo>
                  <a:pt x="475869" y="3140678"/>
                </a:lnTo>
                <a:lnTo>
                  <a:pt x="526447" y="3197352"/>
                </a:lnTo>
                <a:lnTo>
                  <a:pt x="951167" y="3197352"/>
                </a:lnTo>
                <a:cubicBezTo>
                  <a:pt x="951833" y="3200972"/>
                  <a:pt x="953738" y="3204305"/>
                  <a:pt x="956786" y="3206496"/>
                </a:cubicBezTo>
                <a:cubicBezTo>
                  <a:pt x="963168" y="3211163"/>
                  <a:pt x="972122" y="3209830"/>
                  <a:pt x="976789" y="3203448"/>
                </a:cubicBezTo>
                <a:cubicBezTo>
                  <a:pt x="978408" y="3201257"/>
                  <a:pt x="979170" y="3198686"/>
                  <a:pt x="979361" y="3196209"/>
                </a:cubicBezTo>
                <a:lnTo>
                  <a:pt x="1045083" y="3196495"/>
                </a:lnTo>
                <a:lnTo>
                  <a:pt x="1045464" y="3196495"/>
                </a:lnTo>
                <a:lnTo>
                  <a:pt x="1151763" y="3112008"/>
                </a:lnTo>
                <a:lnTo>
                  <a:pt x="1151763" y="3111818"/>
                </a:lnTo>
                <a:cubicBezTo>
                  <a:pt x="1152716" y="3112484"/>
                  <a:pt x="1154240" y="3112580"/>
                  <a:pt x="1155383" y="3111818"/>
                </a:cubicBezTo>
                <a:cubicBezTo>
                  <a:pt x="1156907" y="3110770"/>
                  <a:pt x="1157288" y="3108674"/>
                  <a:pt x="1156240" y="3107150"/>
                </a:cubicBezTo>
                <a:cubicBezTo>
                  <a:pt x="1155192" y="3105626"/>
                  <a:pt x="1153097" y="3105245"/>
                  <a:pt x="1151573" y="3106293"/>
                </a:cubicBezTo>
                <a:cubicBezTo>
                  <a:pt x="1150239" y="3107246"/>
                  <a:pt x="1149858" y="3108960"/>
                  <a:pt x="1150430" y="3110389"/>
                </a:cubicBezTo>
                <a:lnTo>
                  <a:pt x="1150239" y="3110198"/>
                </a:lnTo>
                <a:lnTo>
                  <a:pt x="1044607" y="3194209"/>
                </a:lnTo>
                <a:close/>
                <a:moveTo>
                  <a:pt x="470916" y="3025712"/>
                </a:moveTo>
                <a:cubicBezTo>
                  <a:pt x="469773" y="3025712"/>
                  <a:pt x="468821" y="3024759"/>
                  <a:pt x="468821" y="3023616"/>
                </a:cubicBezTo>
                <a:lnTo>
                  <a:pt x="468821" y="3009234"/>
                </a:lnTo>
                <a:cubicBezTo>
                  <a:pt x="468821" y="3008090"/>
                  <a:pt x="469773" y="3007138"/>
                  <a:pt x="470916" y="3007138"/>
                </a:cubicBezTo>
                <a:lnTo>
                  <a:pt x="485299" y="3007138"/>
                </a:lnTo>
                <a:cubicBezTo>
                  <a:pt x="486442" y="3007138"/>
                  <a:pt x="487394" y="3008090"/>
                  <a:pt x="487394" y="3009234"/>
                </a:cubicBezTo>
                <a:lnTo>
                  <a:pt x="487394" y="3023616"/>
                </a:lnTo>
                <a:cubicBezTo>
                  <a:pt x="487394" y="3024759"/>
                  <a:pt x="486442" y="3025712"/>
                  <a:pt x="485299" y="3025712"/>
                </a:cubicBezTo>
                <a:lnTo>
                  <a:pt x="470916" y="3025712"/>
                </a:lnTo>
                <a:close/>
                <a:moveTo>
                  <a:pt x="974503" y="3201924"/>
                </a:moveTo>
                <a:cubicBezTo>
                  <a:pt x="972693" y="3204401"/>
                  <a:pt x="969931" y="3206115"/>
                  <a:pt x="966883" y="3206592"/>
                </a:cubicBezTo>
                <a:cubicBezTo>
                  <a:pt x="963835" y="3207068"/>
                  <a:pt x="960692" y="3206305"/>
                  <a:pt x="958215" y="3204496"/>
                </a:cubicBezTo>
                <a:cubicBezTo>
                  <a:pt x="955739" y="3202686"/>
                  <a:pt x="954024" y="3199924"/>
                  <a:pt x="953548" y="3196876"/>
                </a:cubicBezTo>
                <a:cubicBezTo>
                  <a:pt x="953548" y="3196304"/>
                  <a:pt x="953452" y="3195638"/>
                  <a:pt x="953452" y="3195066"/>
                </a:cubicBezTo>
                <a:cubicBezTo>
                  <a:pt x="953452" y="3192590"/>
                  <a:pt x="954215" y="3190209"/>
                  <a:pt x="955739" y="3188208"/>
                </a:cubicBezTo>
                <a:cubicBezTo>
                  <a:pt x="959549" y="3182969"/>
                  <a:pt x="966883" y="3181922"/>
                  <a:pt x="972122" y="3185732"/>
                </a:cubicBezTo>
                <a:cubicBezTo>
                  <a:pt x="977265" y="3189542"/>
                  <a:pt x="978408" y="3196876"/>
                  <a:pt x="974598" y="3202115"/>
                </a:cubicBezTo>
                <a:close/>
                <a:moveTo>
                  <a:pt x="972122" y="3194971"/>
                </a:moveTo>
                <a:cubicBezTo>
                  <a:pt x="972122" y="3198876"/>
                  <a:pt x="968978" y="3202019"/>
                  <a:pt x="965073" y="3202019"/>
                </a:cubicBezTo>
                <a:cubicBezTo>
                  <a:pt x="961168" y="3202019"/>
                  <a:pt x="958025" y="3198876"/>
                  <a:pt x="958025" y="3194971"/>
                </a:cubicBezTo>
                <a:cubicBezTo>
                  <a:pt x="958025" y="3191066"/>
                  <a:pt x="961168" y="3187922"/>
                  <a:pt x="965073" y="3187922"/>
                </a:cubicBezTo>
                <a:cubicBezTo>
                  <a:pt x="968978" y="3187922"/>
                  <a:pt x="972122" y="3191066"/>
                  <a:pt x="972122" y="3194971"/>
                </a:cubicBezTo>
                <a:close/>
                <a:moveTo>
                  <a:pt x="268415" y="3191066"/>
                </a:moveTo>
                <a:lnTo>
                  <a:pt x="268415" y="3172301"/>
                </a:lnTo>
                <a:cubicBezTo>
                  <a:pt x="268415" y="3170206"/>
                  <a:pt x="270129" y="3168492"/>
                  <a:pt x="272225" y="3168492"/>
                </a:cubicBezTo>
                <a:lnTo>
                  <a:pt x="290989" y="3168492"/>
                </a:lnTo>
                <a:cubicBezTo>
                  <a:pt x="293084" y="3168492"/>
                  <a:pt x="294799" y="3170206"/>
                  <a:pt x="294799" y="3172301"/>
                </a:cubicBezTo>
                <a:lnTo>
                  <a:pt x="294799" y="3191066"/>
                </a:lnTo>
                <a:cubicBezTo>
                  <a:pt x="294799" y="3193161"/>
                  <a:pt x="293084" y="3194876"/>
                  <a:pt x="290989" y="3194876"/>
                </a:cubicBezTo>
                <a:lnTo>
                  <a:pt x="272225" y="3194876"/>
                </a:lnTo>
                <a:cubicBezTo>
                  <a:pt x="270129" y="3194876"/>
                  <a:pt x="268415" y="3193161"/>
                  <a:pt x="268415" y="3191066"/>
                </a:cubicBezTo>
                <a:close/>
                <a:moveTo>
                  <a:pt x="997553" y="3226022"/>
                </a:moveTo>
                <a:cubicBezTo>
                  <a:pt x="997553" y="3229928"/>
                  <a:pt x="994410" y="3233071"/>
                  <a:pt x="990505" y="3233071"/>
                </a:cubicBezTo>
                <a:cubicBezTo>
                  <a:pt x="986600" y="3233071"/>
                  <a:pt x="983456" y="3229928"/>
                  <a:pt x="983456" y="3226022"/>
                </a:cubicBezTo>
                <a:cubicBezTo>
                  <a:pt x="983456" y="3222117"/>
                  <a:pt x="986600" y="3218974"/>
                  <a:pt x="990505" y="3218974"/>
                </a:cubicBezTo>
                <a:cubicBezTo>
                  <a:pt x="994410" y="3218974"/>
                  <a:pt x="997553" y="3222117"/>
                  <a:pt x="997553" y="3226022"/>
                </a:cubicBezTo>
                <a:close/>
                <a:moveTo>
                  <a:pt x="895350" y="3228404"/>
                </a:moveTo>
                <a:lnTo>
                  <a:pt x="895350" y="3223641"/>
                </a:lnTo>
                <a:lnTo>
                  <a:pt x="913352" y="3223641"/>
                </a:lnTo>
                <a:lnTo>
                  <a:pt x="913352" y="3228404"/>
                </a:lnTo>
                <a:lnTo>
                  <a:pt x="895350" y="3228404"/>
                </a:lnTo>
                <a:close/>
                <a:moveTo>
                  <a:pt x="999077" y="3214402"/>
                </a:moveTo>
                <a:cubicBezTo>
                  <a:pt x="992696" y="3209735"/>
                  <a:pt x="983742" y="3211068"/>
                  <a:pt x="979075" y="3217450"/>
                </a:cubicBezTo>
                <a:cubicBezTo>
                  <a:pt x="977741" y="3219260"/>
                  <a:pt x="976884" y="3221355"/>
                  <a:pt x="976598" y="3223546"/>
                </a:cubicBezTo>
                <a:lnTo>
                  <a:pt x="967359" y="3223546"/>
                </a:lnTo>
                <a:lnTo>
                  <a:pt x="967359" y="3228309"/>
                </a:lnTo>
                <a:lnTo>
                  <a:pt x="976503" y="3228309"/>
                </a:lnTo>
                <a:cubicBezTo>
                  <a:pt x="977170" y="3232023"/>
                  <a:pt x="979075" y="3235262"/>
                  <a:pt x="982123" y="3237452"/>
                </a:cubicBezTo>
                <a:cubicBezTo>
                  <a:pt x="988504" y="3242120"/>
                  <a:pt x="997458" y="3240786"/>
                  <a:pt x="1002125" y="3234404"/>
                </a:cubicBezTo>
                <a:cubicBezTo>
                  <a:pt x="1004030" y="3231833"/>
                  <a:pt x="1004888" y="3228880"/>
                  <a:pt x="1004888" y="3225927"/>
                </a:cubicBezTo>
                <a:lnTo>
                  <a:pt x="1004888" y="3227070"/>
                </a:lnTo>
                <a:cubicBezTo>
                  <a:pt x="1004888" y="3227070"/>
                  <a:pt x="1053656" y="3226880"/>
                  <a:pt x="1053656" y="3226880"/>
                </a:cubicBezTo>
                <a:lnTo>
                  <a:pt x="1054037" y="3226880"/>
                </a:lnTo>
                <a:lnTo>
                  <a:pt x="1154335" y="3150584"/>
                </a:lnTo>
                <a:cubicBezTo>
                  <a:pt x="1154335" y="3150584"/>
                  <a:pt x="1155097" y="3150870"/>
                  <a:pt x="1155573" y="3150870"/>
                </a:cubicBezTo>
                <a:cubicBezTo>
                  <a:pt x="1157383" y="3150870"/>
                  <a:pt x="1159002" y="3149442"/>
                  <a:pt x="1159002" y="3147632"/>
                </a:cubicBezTo>
                <a:cubicBezTo>
                  <a:pt x="1159002" y="3145822"/>
                  <a:pt x="1157573" y="3144203"/>
                  <a:pt x="1155764" y="3144203"/>
                </a:cubicBezTo>
                <a:cubicBezTo>
                  <a:pt x="1153954" y="3144203"/>
                  <a:pt x="1152335" y="3145631"/>
                  <a:pt x="1152335" y="3147441"/>
                </a:cubicBezTo>
                <a:cubicBezTo>
                  <a:pt x="1152335" y="3148013"/>
                  <a:pt x="1152430" y="3148489"/>
                  <a:pt x="1152716" y="3148965"/>
                </a:cubicBezTo>
                <a:lnTo>
                  <a:pt x="1053275" y="3224594"/>
                </a:lnTo>
                <a:lnTo>
                  <a:pt x="1004888" y="3224784"/>
                </a:lnTo>
                <a:lnTo>
                  <a:pt x="1004888" y="3225927"/>
                </a:lnTo>
                <a:cubicBezTo>
                  <a:pt x="1004888" y="3221546"/>
                  <a:pt x="1002887" y="3217164"/>
                  <a:pt x="999077" y="3214402"/>
                </a:cubicBezTo>
                <a:close/>
                <a:moveTo>
                  <a:pt x="1000030" y="3232880"/>
                </a:moveTo>
                <a:cubicBezTo>
                  <a:pt x="998220" y="3235357"/>
                  <a:pt x="995458" y="3237071"/>
                  <a:pt x="992410" y="3237548"/>
                </a:cubicBezTo>
                <a:cubicBezTo>
                  <a:pt x="989362" y="3238024"/>
                  <a:pt x="986219" y="3237262"/>
                  <a:pt x="983742" y="3235452"/>
                </a:cubicBezTo>
                <a:cubicBezTo>
                  <a:pt x="981266" y="3233642"/>
                  <a:pt x="979551" y="3230880"/>
                  <a:pt x="979075" y="3227832"/>
                </a:cubicBezTo>
                <a:cubicBezTo>
                  <a:pt x="979075" y="3227261"/>
                  <a:pt x="978979" y="3226594"/>
                  <a:pt x="978979" y="3226022"/>
                </a:cubicBezTo>
                <a:cubicBezTo>
                  <a:pt x="978979" y="3223546"/>
                  <a:pt x="979742" y="3221165"/>
                  <a:pt x="981266" y="3219164"/>
                </a:cubicBezTo>
                <a:cubicBezTo>
                  <a:pt x="985076" y="3213926"/>
                  <a:pt x="992410" y="3212878"/>
                  <a:pt x="997649" y="3216688"/>
                </a:cubicBezTo>
                <a:cubicBezTo>
                  <a:pt x="1002792" y="3220498"/>
                  <a:pt x="1003935" y="3227832"/>
                  <a:pt x="1000125" y="3233071"/>
                </a:cubicBezTo>
                <a:close/>
                <a:moveTo>
                  <a:pt x="1815751" y="3410141"/>
                </a:moveTo>
                <a:lnTo>
                  <a:pt x="1805559" y="3410141"/>
                </a:lnTo>
                <a:lnTo>
                  <a:pt x="1805559" y="3405378"/>
                </a:lnTo>
                <a:lnTo>
                  <a:pt x="1815751" y="3405378"/>
                </a:lnTo>
                <a:lnTo>
                  <a:pt x="1815751" y="3410141"/>
                </a:lnTo>
                <a:close/>
                <a:moveTo>
                  <a:pt x="931354" y="3228404"/>
                </a:moveTo>
                <a:lnTo>
                  <a:pt x="931354" y="3223641"/>
                </a:lnTo>
                <a:lnTo>
                  <a:pt x="949357" y="3223641"/>
                </a:lnTo>
                <a:lnTo>
                  <a:pt x="949357" y="3228404"/>
                </a:lnTo>
                <a:lnTo>
                  <a:pt x="931354" y="3228404"/>
                </a:lnTo>
                <a:close/>
                <a:moveTo>
                  <a:pt x="1251299" y="3056668"/>
                </a:moveTo>
                <a:cubicBezTo>
                  <a:pt x="1251299" y="3063621"/>
                  <a:pt x="1245680" y="3069336"/>
                  <a:pt x="1238631" y="3069336"/>
                </a:cubicBezTo>
                <a:cubicBezTo>
                  <a:pt x="1231582" y="3069336"/>
                  <a:pt x="1225963" y="3063717"/>
                  <a:pt x="1225963" y="3056668"/>
                </a:cubicBezTo>
                <a:cubicBezTo>
                  <a:pt x="1225963" y="3049619"/>
                  <a:pt x="1231582" y="3044000"/>
                  <a:pt x="1238631" y="3044000"/>
                </a:cubicBezTo>
                <a:cubicBezTo>
                  <a:pt x="1245680" y="3044000"/>
                  <a:pt x="1251299" y="3049619"/>
                  <a:pt x="1251299" y="3056668"/>
                </a:cubicBezTo>
                <a:close/>
                <a:moveTo>
                  <a:pt x="997649" y="3039904"/>
                </a:moveTo>
                <a:cubicBezTo>
                  <a:pt x="997649" y="3043809"/>
                  <a:pt x="994505" y="3046952"/>
                  <a:pt x="990600" y="3046952"/>
                </a:cubicBezTo>
                <a:cubicBezTo>
                  <a:pt x="986695" y="3046952"/>
                  <a:pt x="983552" y="3043809"/>
                  <a:pt x="983552" y="3039904"/>
                </a:cubicBezTo>
                <a:cubicBezTo>
                  <a:pt x="983552" y="3035999"/>
                  <a:pt x="986695" y="3032855"/>
                  <a:pt x="990600" y="3032855"/>
                </a:cubicBezTo>
                <a:cubicBezTo>
                  <a:pt x="994505" y="3032855"/>
                  <a:pt x="997649" y="3035999"/>
                  <a:pt x="997649" y="3039904"/>
                </a:cubicBezTo>
                <a:close/>
                <a:moveTo>
                  <a:pt x="1581341" y="3243548"/>
                </a:moveTo>
                <a:cubicBezTo>
                  <a:pt x="1583531" y="3245739"/>
                  <a:pt x="1586579" y="3247073"/>
                  <a:pt x="1590008" y="3247073"/>
                </a:cubicBezTo>
                <a:cubicBezTo>
                  <a:pt x="1596771" y="3247073"/>
                  <a:pt x="1602296" y="3241548"/>
                  <a:pt x="1602296" y="3234785"/>
                </a:cubicBezTo>
                <a:cubicBezTo>
                  <a:pt x="1602296" y="3228023"/>
                  <a:pt x="1596771" y="3222498"/>
                  <a:pt x="1590008" y="3222498"/>
                </a:cubicBezTo>
                <a:cubicBezTo>
                  <a:pt x="1583246" y="3222498"/>
                  <a:pt x="1577721" y="3228023"/>
                  <a:pt x="1577721" y="3234785"/>
                </a:cubicBezTo>
                <a:cubicBezTo>
                  <a:pt x="1577721" y="3236500"/>
                  <a:pt x="1578102" y="3238119"/>
                  <a:pt x="1578674" y="3239548"/>
                </a:cubicBezTo>
                <a:lnTo>
                  <a:pt x="1572387" y="3245072"/>
                </a:lnTo>
                <a:lnTo>
                  <a:pt x="1572387" y="3280124"/>
                </a:lnTo>
                <a:cubicBezTo>
                  <a:pt x="1566767" y="3281267"/>
                  <a:pt x="1562481" y="3286030"/>
                  <a:pt x="1562481" y="3291935"/>
                </a:cubicBezTo>
                <a:cubicBezTo>
                  <a:pt x="1562481" y="3298698"/>
                  <a:pt x="1568006" y="3304223"/>
                  <a:pt x="1574768" y="3304223"/>
                </a:cubicBezTo>
                <a:cubicBezTo>
                  <a:pt x="1581531" y="3304223"/>
                  <a:pt x="1587056" y="3298698"/>
                  <a:pt x="1587056" y="3291935"/>
                </a:cubicBezTo>
                <a:cubicBezTo>
                  <a:pt x="1587056" y="3286030"/>
                  <a:pt x="1582769" y="3281267"/>
                  <a:pt x="1577150" y="3280124"/>
                </a:cubicBezTo>
                <a:lnTo>
                  <a:pt x="1577150" y="3247263"/>
                </a:lnTo>
                <a:lnTo>
                  <a:pt x="1581341" y="3243548"/>
                </a:lnTo>
                <a:close/>
                <a:moveTo>
                  <a:pt x="1590008" y="3227261"/>
                </a:moveTo>
                <a:cubicBezTo>
                  <a:pt x="1594199" y="3227261"/>
                  <a:pt x="1597533" y="3230690"/>
                  <a:pt x="1597533" y="3234785"/>
                </a:cubicBezTo>
                <a:cubicBezTo>
                  <a:pt x="1597533" y="3238881"/>
                  <a:pt x="1594104" y="3242310"/>
                  <a:pt x="1590008" y="3242310"/>
                </a:cubicBezTo>
                <a:cubicBezTo>
                  <a:pt x="1585913" y="3242310"/>
                  <a:pt x="1582484" y="3238881"/>
                  <a:pt x="1582484" y="3234785"/>
                </a:cubicBezTo>
                <a:cubicBezTo>
                  <a:pt x="1582484" y="3230690"/>
                  <a:pt x="1585913" y="3227261"/>
                  <a:pt x="1590008" y="3227261"/>
                </a:cubicBezTo>
                <a:close/>
                <a:moveTo>
                  <a:pt x="1582293" y="3292030"/>
                </a:moveTo>
                <a:cubicBezTo>
                  <a:pt x="1582293" y="3296222"/>
                  <a:pt x="1578864" y="3299555"/>
                  <a:pt x="1574768" y="3299555"/>
                </a:cubicBezTo>
                <a:cubicBezTo>
                  <a:pt x="1570673" y="3299555"/>
                  <a:pt x="1567244" y="3296126"/>
                  <a:pt x="1567244" y="3292030"/>
                </a:cubicBezTo>
                <a:cubicBezTo>
                  <a:pt x="1567244" y="3287935"/>
                  <a:pt x="1570673" y="3284506"/>
                  <a:pt x="1574768" y="3284506"/>
                </a:cubicBezTo>
                <a:cubicBezTo>
                  <a:pt x="1578864" y="3284506"/>
                  <a:pt x="1582293" y="3287935"/>
                  <a:pt x="1582293" y="3292030"/>
                </a:cubicBezTo>
                <a:close/>
                <a:moveTo>
                  <a:pt x="266891" y="3199638"/>
                </a:moveTo>
                <a:lnTo>
                  <a:pt x="296513" y="3199638"/>
                </a:lnTo>
                <a:cubicBezTo>
                  <a:pt x="298228" y="3199638"/>
                  <a:pt x="299657" y="3198209"/>
                  <a:pt x="299657" y="3196495"/>
                </a:cubicBezTo>
                <a:lnTo>
                  <a:pt x="299657" y="3166872"/>
                </a:lnTo>
                <a:cubicBezTo>
                  <a:pt x="299657" y="3165158"/>
                  <a:pt x="298228" y="3163729"/>
                  <a:pt x="296513" y="3163729"/>
                </a:cubicBezTo>
                <a:lnTo>
                  <a:pt x="266891" y="3163729"/>
                </a:lnTo>
                <a:cubicBezTo>
                  <a:pt x="266414" y="3163729"/>
                  <a:pt x="266033" y="3164015"/>
                  <a:pt x="265652" y="3164300"/>
                </a:cubicBezTo>
                <a:lnTo>
                  <a:pt x="203359" y="3103245"/>
                </a:lnTo>
                <a:lnTo>
                  <a:pt x="61627" y="3103245"/>
                </a:lnTo>
                <a:lnTo>
                  <a:pt x="10478" y="3049524"/>
                </a:lnTo>
                <a:lnTo>
                  <a:pt x="9811" y="3048762"/>
                </a:lnTo>
                <a:lnTo>
                  <a:pt x="95" y="3048762"/>
                </a:lnTo>
                <a:cubicBezTo>
                  <a:pt x="95" y="3048762"/>
                  <a:pt x="95" y="3053429"/>
                  <a:pt x="95" y="3053429"/>
                </a:cubicBezTo>
                <a:lnTo>
                  <a:pt x="7811" y="3053429"/>
                </a:lnTo>
                <a:cubicBezTo>
                  <a:pt x="7811" y="3053429"/>
                  <a:pt x="58960" y="3107246"/>
                  <a:pt x="58960" y="3107246"/>
                </a:cubicBezTo>
                <a:lnTo>
                  <a:pt x="59627" y="3108008"/>
                </a:lnTo>
                <a:lnTo>
                  <a:pt x="201358" y="3108008"/>
                </a:lnTo>
                <a:lnTo>
                  <a:pt x="263271" y="3168587"/>
                </a:lnTo>
                <a:lnTo>
                  <a:pt x="263747" y="3168110"/>
                </a:lnTo>
                <a:lnTo>
                  <a:pt x="263747" y="3196495"/>
                </a:lnTo>
                <a:cubicBezTo>
                  <a:pt x="263747" y="3198209"/>
                  <a:pt x="265176" y="3199638"/>
                  <a:pt x="266891" y="3199638"/>
                </a:cubicBezTo>
                <a:close/>
                <a:moveTo>
                  <a:pt x="266129" y="3166872"/>
                </a:moveTo>
                <a:cubicBezTo>
                  <a:pt x="266129" y="3166872"/>
                  <a:pt x="266510" y="3166110"/>
                  <a:pt x="266891" y="3166110"/>
                </a:cubicBezTo>
                <a:lnTo>
                  <a:pt x="296513" y="3166110"/>
                </a:lnTo>
                <a:cubicBezTo>
                  <a:pt x="296513" y="3166110"/>
                  <a:pt x="297275" y="3166491"/>
                  <a:pt x="297275" y="3166872"/>
                </a:cubicBezTo>
                <a:lnTo>
                  <a:pt x="297275" y="3196495"/>
                </a:lnTo>
                <a:cubicBezTo>
                  <a:pt x="297275" y="3196495"/>
                  <a:pt x="296894" y="3197257"/>
                  <a:pt x="296513" y="3197257"/>
                </a:cubicBezTo>
                <a:lnTo>
                  <a:pt x="266891" y="3197257"/>
                </a:lnTo>
                <a:cubicBezTo>
                  <a:pt x="266891" y="3197257"/>
                  <a:pt x="266129" y="3196876"/>
                  <a:pt x="266129" y="3196495"/>
                </a:cubicBezTo>
                <a:lnTo>
                  <a:pt x="266129" y="3166872"/>
                </a:lnTo>
                <a:close/>
                <a:moveTo>
                  <a:pt x="483965" y="3013043"/>
                </a:moveTo>
                <a:lnTo>
                  <a:pt x="483965" y="3019806"/>
                </a:lnTo>
                <a:cubicBezTo>
                  <a:pt x="483965" y="3021140"/>
                  <a:pt x="482822" y="3022283"/>
                  <a:pt x="481489" y="3022283"/>
                </a:cubicBezTo>
                <a:lnTo>
                  <a:pt x="474726" y="3022283"/>
                </a:lnTo>
                <a:cubicBezTo>
                  <a:pt x="473393" y="3022283"/>
                  <a:pt x="472250" y="3021140"/>
                  <a:pt x="472250" y="3019806"/>
                </a:cubicBezTo>
                <a:lnTo>
                  <a:pt x="472250" y="3013043"/>
                </a:lnTo>
                <a:cubicBezTo>
                  <a:pt x="472250" y="3011710"/>
                  <a:pt x="473393" y="3010567"/>
                  <a:pt x="474726" y="3010567"/>
                </a:cubicBezTo>
                <a:lnTo>
                  <a:pt x="481489" y="3010567"/>
                </a:lnTo>
                <a:cubicBezTo>
                  <a:pt x="482822" y="3010567"/>
                  <a:pt x="483965" y="3011710"/>
                  <a:pt x="483965" y="3013043"/>
                </a:cubicBezTo>
                <a:close/>
                <a:moveTo>
                  <a:pt x="362712" y="3340894"/>
                </a:moveTo>
                <a:lnTo>
                  <a:pt x="362712" y="3359658"/>
                </a:lnTo>
                <a:cubicBezTo>
                  <a:pt x="362712" y="3361754"/>
                  <a:pt x="360998" y="3363468"/>
                  <a:pt x="358902" y="3363468"/>
                </a:cubicBezTo>
                <a:lnTo>
                  <a:pt x="340138" y="3363468"/>
                </a:lnTo>
                <a:cubicBezTo>
                  <a:pt x="338042" y="3363468"/>
                  <a:pt x="336328" y="3361754"/>
                  <a:pt x="336328" y="3359658"/>
                </a:cubicBezTo>
                <a:lnTo>
                  <a:pt x="336328" y="3340894"/>
                </a:lnTo>
                <a:cubicBezTo>
                  <a:pt x="336328" y="3338798"/>
                  <a:pt x="338042" y="3337084"/>
                  <a:pt x="340138" y="3337084"/>
                </a:cubicBezTo>
                <a:lnTo>
                  <a:pt x="358902" y="3337084"/>
                </a:lnTo>
                <a:cubicBezTo>
                  <a:pt x="360998" y="3337084"/>
                  <a:pt x="362712" y="3338798"/>
                  <a:pt x="362712" y="3340894"/>
                </a:cubicBezTo>
                <a:close/>
                <a:moveTo>
                  <a:pt x="1271969" y="3056954"/>
                </a:moveTo>
                <a:lnTo>
                  <a:pt x="1406366" y="2951798"/>
                </a:lnTo>
                <a:lnTo>
                  <a:pt x="1499330" y="2951988"/>
                </a:lnTo>
                <a:cubicBezTo>
                  <a:pt x="1500378" y="2956179"/>
                  <a:pt x="1504093" y="2959418"/>
                  <a:pt x="1508570" y="2959418"/>
                </a:cubicBezTo>
                <a:cubicBezTo>
                  <a:pt x="1513999" y="2959418"/>
                  <a:pt x="1518380" y="2955036"/>
                  <a:pt x="1518380" y="2949607"/>
                </a:cubicBezTo>
                <a:cubicBezTo>
                  <a:pt x="1518380" y="2944178"/>
                  <a:pt x="1513999" y="2939796"/>
                  <a:pt x="1508570" y="2939796"/>
                </a:cubicBezTo>
                <a:cubicBezTo>
                  <a:pt x="1503998" y="2939796"/>
                  <a:pt x="1500378" y="2942939"/>
                  <a:pt x="1499330" y="2947226"/>
                </a:cubicBezTo>
                <a:lnTo>
                  <a:pt x="1404747" y="2947035"/>
                </a:lnTo>
                <a:lnTo>
                  <a:pt x="1270254" y="3052191"/>
                </a:lnTo>
                <a:lnTo>
                  <a:pt x="1263872" y="3052191"/>
                </a:lnTo>
                <a:cubicBezTo>
                  <a:pt x="1262729" y="3045905"/>
                  <a:pt x="1259300" y="3039904"/>
                  <a:pt x="1253776" y="3035808"/>
                </a:cubicBezTo>
                <a:cubicBezTo>
                  <a:pt x="1249204" y="3032474"/>
                  <a:pt x="1243870" y="3030760"/>
                  <a:pt x="1238536" y="3030760"/>
                </a:cubicBezTo>
                <a:cubicBezTo>
                  <a:pt x="1230535" y="3030760"/>
                  <a:pt x="1222724" y="3034379"/>
                  <a:pt x="1217676" y="3041333"/>
                </a:cubicBezTo>
                <a:cubicBezTo>
                  <a:pt x="1209199" y="3052858"/>
                  <a:pt x="1211771" y="3069050"/>
                  <a:pt x="1223201" y="3077432"/>
                </a:cubicBezTo>
                <a:cubicBezTo>
                  <a:pt x="1234726" y="3085910"/>
                  <a:pt x="1250918" y="3083338"/>
                  <a:pt x="1259300" y="3071908"/>
                </a:cubicBezTo>
                <a:lnTo>
                  <a:pt x="1259300" y="3071908"/>
                </a:lnTo>
                <a:cubicBezTo>
                  <a:pt x="1261015" y="3069527"/>
                  <a:pt x="1262158" y="3066955"/>
                  <a:pt x="1263015" y="3064288"/>
                </a:cubicBezTo>
                <a:lnTo>
                  <a:pt x="1271588" y="3064288"/>
                </a:lnTo>
                <a:lnTo>
                  <a:pt x="1305687" y="3099149"/>
                </a:lnTo>
                <a:lnTo>
                  <a:pt x="1305973" y="3180684"/>
                </a:lnTo>
                <a:lnTo>
                  <a:pt x="1292638" y="3195352"/>
                </a:lnTo>
                <a:lnTo>
                  <a:pt x="1239869" y="3195352"/>
                </a:lnTo>
                <a:cubicBezTo>
                  <a:pt x="1238822" y="3191542"/>
                  <a:pt x="1235297" y="3188684"/>
                  <a:pt x="1231106" y="3188875"/>
                </a:cubicBezTo>
                <a:cubicBezTo>
                  <a:pt x="1226153" y="3189065"/>
                  <a:pt x="1222343" y="3193256"/>
                  <a:pt x="1222534" y="3198114"/>
                </a:cubicBezTo>
                <a:cubicBezTo>
                  <a:pt x="1222724" y="3203067"/>
                  <a:pt x="1226915" y="3206877"/>
                  <a:pt x="1231773" y="3206687"/>
                </a:cubicBezTo>
                <a:cubicBezTo>
                  <a:pt x="1235678" y="3206496"/>
                  <a:pt x="1238917" y="3203829"/>
                  <a:pt x="1239965" y="3200210"/>
                </a:cubicBezTo>
                <a:lnTo>
                  <a:pt x="1294828" y="3200210"/>
                </a:lnTo>
                <a:cubicBezTo>
                  <a:pt x="1294828" y="3200210"/>
                  <a:pt x="1310831" y="3182493"/>
                  <a:pt x="1310831" y="3182493"/>
                </a:cubicBezTo>
                <a:lnTo>
                  <a:pt x="1310545" y="3097149"/>
                </a:lnTo>
                <a:lnTo>
                  <a:pt x="1273778" y="3059430"/>
                </a:lnTo>
                <a:lnTo>
                  <a:pt x="1264253" y="3059430"/>
                </a:lnTo>
                <a:cubicBezTo>
                  <a:pt x="1264349" y="3058573"/>
                  <a:pt x="1264444" y="3057716"/>
                  <a:pt x="1264444" y="3056859"/>
                </a:cubicBezTo>
                <a:lnTo>
                  <a:pt x="1272064" y="3056859"/>
                </a:lnTo>
                <a:close/>
                <a:moveTo>
                  <a:pt x="1508665" y="2944559"/>
                </a:moveTo>
                <a:cubicBezTo>
                  <a:pt x="1511427" y="2944559"/>
                  <a:pt x="1513713" y="2946845"/>
                  <a:pt x="1513713" y="2949607"/>
                </a:cubicBezTo>
                <a:cubicBezTo>
                  <a:pt x="1513713" y="2952369"/>
                  <a:pt x="1511427" y="2954655"/>
                  <a:pt x="1508665" y="2954655"/>
                </a:cubicBezTo>
                <a:cubicBezTo>
                  <a:pt x="1505903" y="2954655"/>
                  <a:pt x="1503617" y="2952369"/>
                  <a:pt x="1503617" y="2949607"/>
                </a:cubicBezTo>
                <a:cubicBezTo>
                  <a:pt x="1503617" y="2946845"/>
                  <a:pt x="1505903" y="2944559"/>
                  <a:pt x="1508665" y="2944559"/>
                </a:cubicBezTo>
                <a:close/>
                <a:moveTo>
                  <a:pt x="1255586" y="3069146"/>
                </a:moveTo>
                <a:cubicBezTo>
                  <a:pt x="1248728" y="3078480"/>
                  <a:pt x="1235488" y="3080480"/>
                  <a:pt x="1226058" y="3073622"/>
                </a:cubicBezTo>
                <a:cubicBezTo>
                  <a:pt x="1221486" y="3070288"/>
                  <a:pt x="1218533" y="3065431"/>
                  <a:pt x="1217676" y="3059811"/>
                </a:cubicBezTo>
                <a:cubicBezTo>
                  <a:pt x="1216819" y="3054287"/>
                  <a:pt x="1218152" y="3048667"/>
                  <a:pt x="1221486" y="3044095"/>
                </a:cubicBezTo>
                <a:cubicBezTo>
                  <a:pt x="1224820" y="3039523"/>
                  <a:pt x="1229678" y="3036570"/>
                  <a:pt x="1235297" y="3035713"/>
                </a:cubicBezTo>
                <a:cubicBezTo>
                  <a:pt x="1240822" y="3034855"/>
                  <a:pt x="1246442" y="3036189"/>
                  <a:pt x="1250918" y="3039523"/>
                </a:cubicBezTo>
                <a:cubicBezTo>
                  <a:pt x="1260253" y="3046381"/>
                  <a:pt x="1262348" y="3059621"/>
                  <a:pt x="1255490" y="3069050"/>
                </a:cubicBezTo>
                <a:close/>
                <a:moveTo>
                  <a:pt x="2693099" y="2731484"/>
                </a:moveTo>
                <a:lnTo>
                  <a:pt x="2693099" y="2722721"/>
                </a:lnTo>
                <a:cubicBezTo>
                  <a:pt x="2693099" y="2721007"/>
                  <a:pt x="2694527" y="2719578"/>
                  <a:pt x="2696242" y="2719578"/>
                </a:cubicBezTo>
                <a:lnTo>
                  <a:pt x="2705005" y="2719578"/>
                </a:lnTo>
                <a:cubicBezTo>
                  <a:pt x="2706719" y="2719578"/>
                  <a:pt x="2708148" y="2721007"/>
                  <a:pt x="2708148" y="2722721"/>
                </a:cubicBezTo>
                <a:lnTo>
                  <a:pt x="2708148" y="2731484"/>
                </a:lnTo>
                <a:cubicBezTo>
                  <a:pt x="2708148" y="2733199"/>
                  <a:pt x="2706719" y="2734628"/>
                  <a:pt x="2705005" y="2734628"/>
                </a:cubicBezTo>
                <a:lnTo>
                  <a:pt x="2696242" y="2734628"/>
                </a:lnTo>
                <a:cubicBezTo>
                  <a:pt x="2694527" y="2734628"/>
                  <a:pt x="2693099" y="2733199"/>
                  <a:pt x="2693099" y="2731484"/>
                </a:cubicBezTo>
                <a:close/>
                <a:moveTo>
                  <a:pt x="1734217" y="3410141"/>
                </a:moveTo>
                <a:lnTo>
                  <a:pt x="1724025" y="3410141"/>
                </a:lnTo>
                <a:lnTo>
                  <a:pt x="1724025" y="3405378"/>
                </a:lnTo>
                <a:lnTo>
                  <a:pt x="1734217" y="3405378"/>
                </a:lnTo>
                <a:lnTo>
                  <a:pt x="1734217" y="3410141"/>
                </a:lnTo>
                <a:close/>
                <a:moveTo>
                  <a:pt x="859441" y="3228404"/>
                </a:moveTo>
                <a:lnTo>
                  <a:pt x="859441" y="3223641"/>
                </a:lnTo>
                <a:lnTo>
                  <a:pt x="877443" y="3223641"/>
                </a:lnTo>
                <a:lnTo>
                  <a:pt x="877443" y="3228404"/>
                </a:lnTo>
                <a:lnTo>
                  <a:pt x="859441" y="3228404"/>
                </a:lnTo>
                <a:close/>
                <a:moveTo>
                  <a:pt x="320326" y="3197352"/>
                </a:moveTo>
                <a:cubicBezTo>
                  <a:pt x="316802" y="3197352"/>
                  <a:pt x="313944" y="3200210"/>
                  <a:pt x="313944" y="3203734"/>
                </a:cubicBezTo>
                <a:lnTo>
                  <a:pt x="313944" y="3230690"/>
                </a:lnTo>
                <a:cubicBezTo>
                  <a:pt x="313944" y="3234214"/>
                  <a:pt x="316802" y="3237071"/>
                  <a:pt x="320326" y="3237071"/>
                </a:cubicBezTo>
                <a:lnTo>
                  <a:pt x="321945" y="3237071"/>
                </a:lnTo>
                <a:lnTo>
                  <a:pt x="322231" y="3273171"/>
                </a:lnTo>
                <a:lnTo>
                  <a:pt x="331565" y="3283934"/>
                </a:lnTo>
                <a:lnTo>
                  <a:pt x="352615" y="3283934"/>
                </a:lnTo>
                <a:cubicBezTo>
                  <a:pt x="352901" y="3284982"/>
                  <a:pt x="353187" y="3286030"/>
                  <a:pt x="353663" y="3286887"/>
                </a:cubicBezTo>
                <a:cubicBezTo>
                  <a:pt x="355283" y="3289554"/>
                  <a:pt x="357950" y="3291459"/>
                  <a:pt x="360998" y="3292126"/>
                </a:cubicBezTo>
                <a:cubicBezTo>
                  <a:pt x="361855" y="3292317"/>
                  <a:pt x="362807" y="3292412"/>
                  <a:pt x="363664" y="3292412"/>
                </a:cubicBezTo>
                <a:cubicBezTo>
                  <a:pt x="365855" y="3292412"/>
                  <a:pt x="367951" y="3291840"/>
                  <a:pt x="369856" y="3290602"/>
                </a:cubicBezTo>
                <a:cubicBezTo>
                  <a:pt x="372523" y="3288983"/>
                  <a:pt x="374428" y="3286316"/>
                  <a:pt x="375095" y="3283268"/>
                </a:cubicBezTo>
                <a:cubicBezTo>
                  <a:pt x="375761" y="3280220"/>
                  <a:pt x="375285" y="3277076"/>
                  <a:pt x="373666" y="3274409"/>
                </a:cubicBezTo>
                <a:cubicBezTo>
                  <a:pt x="372047" y="3271742"/>
                  <a:pt x="369380" y="3269837"/>
                  <a:pt x="366332" y="3269171"/>
                </a:cubicBezTo>
                <a:cubicBezTo>
                  <a:pt x="363284" y="3268409"/>
                  <a:pt x="360140" y="3268980"/>
                  <a:pt x="357473" y="3270599"/>
                </a:cubicBezTo>
                <a:cubicBezTo>
                  <a:pt x="354806" y="3272219"/>
                  <a:pt x="352901" y="3274886"/>
                  <a:pt x="352235" y="3277934"/>
                </a:cubicBezTo>
                <a:cubicBezTo>
                  <a:pt x="352139" y="3278315"/>
                  <a:pt x="352235" y="3278791"/>
                  <a:pt x="352235" y="3279172"/>
                </a:cubicBezTo>
                <a:lnTo>
                  <a:pt x="333756" y="3279172"/>
                </a:lnTo>
                <a:cubicBezTo>
                  <a:pt x="333756" y="3279172"/>
                  <a:pt x="326993" y="3271266"/>
                  <a:pt x="326993" y="3271266"/>
                </a:cubicBezTo>
                <a:lnTo>
                  <a:pt x="326708" y="3236976"/>
                </a:lnTo>
                <a:lnTo>
                  <a:pt x="328136" y="3236976"/>
                </a:lnTo>
                <a:cubicBezTo>
                  <a:pt x="331661" y="3236976"/>
                  <a:pt x="334518" y="3234119"/>
                  <a:pt x="334518" y="3230594"/>
                </a:cubicBezTo>
                <a:lnTo>
                  <a:pt x="334518" y="3203638"/>
                </a:lnTo>
                <a:cubicBezTo>
                  <a:pt x="334518" y="3200114"/>
                  <a:pt x="331661" y="3197257"/>
                  <a:pt x="328136" y="3197257"/>
                </a:cubicBezTo>
                <a:lnTo>
                  <a:pt x="326136" y="3197257"/>
                </a:lnTo>
                <a:lnTo>
                  <a:pt x="326136" y="2984659"/>
                </a:lnTo>
                <a:lnTo>
                  <a:pt x="287274" y="2947130"/>
                </a:lnTo>
                <a:cubicBezTo>
                  <a:pt x="288322" y="2945797"/>
                  <a:pt x="289179" y="2944273"/>
                  <a:pt x="289560" y="2942559"/>
                </a:cubicBezTo>
                <a:cubicBezTo>
                  <a:pt x="290322" y="2939510"/>
                  <a:pt x="289751" y="2936367"/>
                  <a:pt x="288131" y="2933700"/>
                </a:cubicBezTo>
                <a:cubicBezTo>
                  <a:pt x="284702" y="2928176"/>
                  <a:pt x="277463" y="2926461"/>
                  <a:pt x="271939" y="2929890"/>
                </a:cubicBezTo>
                <a:cubicBezTo>
                  <a:pt x="266414" y="2933319"/>
                  <a:pt x="264700" y="2940558"/>
                  <a:pt x="268129" y="2946083"/>
                </a:cubicBezTo>
                <a:cubicBezTo>
                  <a:pt x="269748" y="2948750"/>
                  <a:pt x="272415" y="2950655"/>
                  <a:pt x="275463" y="2951321"/>
                </a:cubicBezTo>
                <a:cubicBezTo>
                  <a:pt x="276320" y="2951512"/>
                  <a:pt x="277273" y="2951607"/>
                  <a:pt x="278130" y="2951607"/>
                </a:cubicBezTo>
                <a:cubicBezTo>
                  <a:pt x="280035" y="2951607"/>
                  <a:pt x="281845" y="2951036"/>
                  <a:pt x="283559" y="2950178"/>
                </a:cubicBezTo>
                <a:lnTo>
                  <a:pt x="321374" y="2986659"/>
                </a:lnTo>
                <a:lnTo>
                  <a:pt x="321374" y="3197162"/>
                </a:lnTo>
                <a:lnTo>
                  <a:pt x="320326" y="3197162"/>
                </a:lnTo>
                <a:close/>
                <a:moveTo>
                  <a:pt x="356902" y="3278981"/>
                </a:moveTo>
                <a:cubicBezTo>
                  <a:pt x="357283" y="3277172"/>
                  <a:pt x="358426" y="3275648"/>
                  <a:pt x="360045" y="3274600"/>
                </a:cubicBezTo>
                <a:cubicBezTo>
                  <a:pt x="361188" y="3273933"/>
                  <a:pt x="362426" y="3273552"/>
                  <a:pt x="363760" y="3273552"/>
                </a:cubicBezTo>
                <a:cubicBezTo>
                  <a:pt x="364331" y="3273552"/>
                  <a:pt x="364808" y="3273552"/>
                  <a:pt x="365379" y="3273743"/>
                </a:cubicBezTo>
                <a:cubicBezTo>
                  <a:pt x="367189" y="3274124"/>
                  <a:pt x="368713" y="3275267"/>
                  <a:pt x="369761" y="3276886"/>
                </a:cubicBezTo>
                <a:cubicBezTo>
                  <a:pt x="370713" y="3278505"/>
                  <a:pt x="371094" y="3280315"/>
                  <a:pt x="370618" y="3282125"/>
                </a:cubicBezTo>
                <a:cubicBezTo>
                  <a:pt x="370237" y="3283934"/>
                  <a:pt x="369094" y="3285459"/>
                  <a:pt x="367475" y="3286506"/>
                </a:cubicBezTo>
                <a:cubicBezTo>
                  <a:pt x="365855" y="3287459"/>
                  <a:pt x="364046" y="3287744"/>
                  <a:pt x="362236" y="3287363"/>
                </a:cubicBezTo>
                <a:cubicBezTo>
                  <a:pt x="360426" y="3286982"/>
                  <a:pt x="358902" y="3285839"/>
                  <a:pt x="357854" y="3284220"/>
                </a:cubicBezTo>
                <a:cubicBezTo>
                  <a:pt x="356902" y="3282601"/>
                  <a:pt x="356521" y="3280791"/>
                  <a:pt x="356997" y="3278981"/>
                </a:cubicBezTo>
                <a:close/>
                <a:moveTo>
                  <a:pt x="284988" y="2941606"/>
                </a:moveTo>
                <a:cubicBezTo>
                  <a:pt x="284607" y="2943416"/>
                  <a:pt x="283464" y="2944940"/>
                  <a:pt x="281845" y="2945987"/>
                </a:cubicBezTo>
                <a:cubicBezTo>
                  <a:pt x="280226" y="2946940"/>
                  <a:pt x="278416" y="2947226"/>
                  <a:pt x="276606" y="2946845"/>
                </a:cubicBezTo>
                <a:cubicBezTo>
                  <a:pt x="274796" y="2946463"/>
                  <a:pt x="273272" y="2945321"/>
                  <a:pt x="272225" y="2943701"/>
                </a:cubicBezTo>
                <a:cubicBezTo>
                  <a:pt x="270224" y="2940463"/>
                  <a:pt x="271177" y="2936081"/>
                  <a:pt x="274511" y="2934081"/>
                </a:cubicBezTo>
                <a:cubicBezTo>
                  <a:pt x="275654" y="2933319"/>
                  <a:pt x="276892" y="2933034"/>
                  <a:pt x="278225" y="2933034"/>
                </a:cubicBezTo>
                <a:cubicBezTo>
                  <a:pt x="280607" y="2933034"/>
                  <a:pt x="282893" y="2934176"/>
                  <a:pt x="284226" y="2936367"/>
                </a:cubicBezTo>
                <a:cubicBezTo>
                  <a:pt x="285179" y="2937986"/>
                  <a:pt x="285560" y="2939796"/>
                  <a:pt x="285083" y="2941606"/>
                </a:cubicBezTo>
                <a:close/>
                <a:moveTo>
                  <a:pt x="1754600" y="3410141"/>
                </a:moveTo>
                <a:lnTo>
                  <a:pt x="1744409" y="3410141"/>
                </a:lnTo>
                <a:lnTo>
                  <a:pt x="1744409" y="3405378"/>
                </a:lnTo>
                <a:lnTo>
                  <a:pt x="1754600" y="3405378"/>
                </a:lnTo>
                <a:lnTo>
                  <a:pt x="1754600" y="3410141"/>
                </a:lnTo>
                <a:close/>
                <a:moveTo>
                  <a:pt x="1702975" y="3413474"/>
                </a:moveTo>
                <a:lnTo>
                  <a:pt x="1707071" y="3415855"/>
                </a:lnTo>
                <a:lnTo>
                  <a:pt x="1703927" y="3421094"/>
                </a:lnTo>
                <a:lnTo>
                  <a:pt x="1697831" y="3421094"/>
                </a:lnTo>
                <a:lnTo>
                  <a:pt x="1697831" y="3416332"/>
                </a:lnTo>
                <a:lnTo>
                  <a:pt x="1701260" y="3416332"/>
                </a:lnTo>
                <a:lnTo>
                  <a:pt x="1702975" y="3413379"/>
                </a:lnTo>
                <a:close/>
                <a:moveTo>
                  <a:pt x="1708785" y="3413093"/>
                </a:moveTo>
                <a:lnTo>
                  <a:pt x="1704689" y="3410712"/>
                </a:lnTo>
                <a:lnTo>
                  <a:pt x="1707832" y="3405473"/>
                </a:lnTo>
                <a:lnTo>
                  <a:pt x="1713928" y="3405473"/>
                </a:lnTo>
                <a:lnTo>
                  <a:pt x="1713928" y="3410236"/>
                </a:lnTo>
                <a:lnTo>
                  <a:pt x="1710500" y="3410236"/>
                </a:lnTo>
                <a:lnTo>
                  <a:pt x="1708785" y="3413188"/>
                </a:lnTo>
                <a:close/>
                <a:moveTo>
                  <a:pt x="379190" y="3013043"/>
                </a:moveTo>
                <a:lnTo>
                  <a:pt x="379190" y="3019806"/>
                </a:lnTo>
                <a:cubicBezTo>
                  <a:pt x="379190" y="3021140"/>
                  <a:pt x="378047" y="3022283"/>
                  <a:pt x="376714" y="3022283"/>
                </a:cubicBezTo>
                <a:lnTo>
                  <a:pt x="369951" y="3022283"/>
                </a:lnTo>
                <a:cubicBezTo>
                  <a:pt x="368618" y="3022283"/>
                  <a:pt x="367475" y="3021140"/>
                  <a:pt x="367475" y="3019806"/>
                </a:cubicBezTo>
                <a:lnTo>
                  <a:pt x="367475" y="3013043"/>
                </a:lnTo>
                <a:cubicBezTo>
                  <a:pt x="367475" y="3011710"/>
                  <a:pt x="368618" y="3010567"/>
                  <a:pt x="369951" y="3010567"/>
                </a:cubicBezTo>
                <a:lnTo>
                  <a:pt x="376714" y="3010567"/>
                </a:lnTo>
                <a:cubicBezTo>
                  <a:pt x="378047" y="3010567"/>
                  <a:pt x="379190" y="3011710"/>
                  <a:pt x="379190" y="3013043"/>
                </a:cubicBezTo>
                <a:close/>
                <a:moveTo>
                  <a:pt x="787527" y="3228404"/>
                </a:moveTo>
                <a:lnTo>
                  <a:pt x="787527" y="3223641"/>
                </a:lnTo>
                <a:lnTo>
                  <a:pt x="805529" y="3223641"/>
                </a:lnTo>
                <a:lnTo>
                  <a:pt x="805529" y="3228404"/>
                </a:lnTo>
                <a:lnTo>
                  <a:pt x="787527" y="3228404"/>
                </a:lnTo>
                <a:close/>
                <a:moveTo>
                  <a:pt x="823436" y="3228404"/>
                </a:moveTo>
                <a:lnTo>
                  <a:pt x="823436" y="3223641"/>
                </a:lnTo>
                <a:lnTo>
                  <a:pt x="841439" y="3223641"/>
                </a:lnTo>
                <a:cubicBezTo>
                  <a:pt x="841439" y="3223641"/>
                  <a:pt x="841439" y="3228404"/>
                  <a:pt x="841439" y="3228404"/>
                </a:cubicBezTo>
                <a:lnTo>
                  <a:pt x="823436" y="3228404"/>
                </a:lnTo>
                <a:close/>
                <a:moveTo>
                  <a:pt x="1774984" y="3410141"/>
                </a:moveTo>
                <a:lnTo>
                  <a:pt x="1764792" y="3410141"/>
                </a:lnTo>
                <a:lnTo>
                  <a:pt x="1764792" y="3405378"/>
                </a:lnTo>
                <a:lnTo>
                  <a:pt x="1774984" y="3405378"/>
                </a:lnTo>
                <a:lnTo>
                  <a:pt x="1774984" y="3410141"/>
                </a:lnTo>
                <a:close/>
                <a:moveTo>
                  <a:pt x="751523" y="3228404"/>
                </a:moveTo>
                <a:lnTo>
                  <a:pt x="751523" y="3223641"/>
                </a:lnTo>
                <a:lnTo>
                  <a:pt x="769525" y="3223641"/>
                </a:lnTo>
                <a:lnTo>
                  <a:pt x="769525" y="3228404"/>
                </a:lnTo>
                <a:lnTo>
                  <a:pt x="751523" y="3228404"/>
                </a:lnTo>
                <a:close/>
                <a:moveTo>
                  <a:pt x="1795367" y="3405378"/>
                </a:moveTo>
                <a:lnTo>
                  <a:pt x="1795367" y="3410141"/>
                </a:lnTo>
                <a:lnTo>
                  <a:pt x="1785176" y="3410141"/>
                </a:lnTo>
                <a:lnTo>
                  <a:pt x="1785176" y="3405378"/>
                </a:lnTo>
                <a:lnTo>
                  <a:pt x="1795367" y="3405378"/>
                </a:lnTo>
                <a:close/>
                <a:moveTo>
                  <a:pt x="715613" y="3228404"/>
                </a:moveTo>
                <a:lnTo>
                  <a:pt x="715613" y="3223641"/>
                </a:lnTo>
                <a:lnTo>
                  <a:pt x="733616" y="3223641"/>
                </a:lnTo>
                <a:lnTo>
                  <a:pt x="733616" y="3228404"/>
                </a:lnTo>
                <a:lnTo>
                  <a:pt x="715613" y="3228404"/>
                </a:lnTo>
                <a:close/>
                <a:moveTo>
                  <a:pt x="1442657" y="3021425"/>
                </a:moveTo>
                <a:lnTo>
                  <a:pt x="1508379" y="3021044"/>
                </a:lnTo>
                <a:lnTo>
                  <a:pt x="1518285" y="3030093"/>
                </a:lnTo>
                <a:lnTo>
                  <a:pt x="1660779" y="3030093"/>
                </a:lnTo>
                <a:cubicBezTo>
                  <a:pt x="1662113" y="3033332"/>
                  <a:pt x="1665256" y="3035618"/>
                  <a:pt x="1668875" y="3035618"/>
                </a:cubicBezTo>
                <a:cubicBezTo>
                  <a:pt x="1673733" y="3035618"/>
                  <a:pt x="1677638" y="3031712"/>
                  <a:pt x="1677638" y="3026855"/>
                </a:cubicBezTo>
                <a:cubicBezTo>
                  <a:pt x="1677638" y="3021997"/>
                  <a:pt x="1673733" y="3018092"/>
                  <a:pt x="1668875" y="3018092"/>
                </a:cubicBezTo>
                <a:cubicBezTo>
                  <a:pt x="1664589" y="3018092"/>
                  <a:pt x="1661160" y="3021330"/>
                  <a:pt x="1660398" y="3025426"/>
                </a:cubicBezTo>
                <a:lnTo>
                  <a:pt x="1520095" y="3025426"/>
                </a:lnTo>
                <a:cubicBezTo>
                  <a:pt x="1520095" y="3025426"/>
                  <a:pt x="1510094" y="3016282"/>
                  <a:pt x="1510094" y="3016282"/>
                </a:cubicBezTo>
                <a:lnTo>
                  <a:pt x="1441609" y="3016663"/>
                </a:lnTo>
                <a:lnTo>
                  <a:pt x="1440752" y="3016663"/>
                </a:lnTo>
                <a:cubicBezTo>
                  <a:pt x="1440752" y="3016663"/>
                  <a:pt x="1398270" y="3052191"/>
                  <a:pt x="1398270" y="3052191"/>
                </a:cubicBezTo>
                <a:lnTo>
                  <a:pt x="1398270" y="3190399"/>
                </a:lnTo>
                <a:cubicBezTo>
                  <a:pt x="1393031" y="3191542"/>
                  <a:pt x="1389031" y="3195923"/>
                  <a:pt x="1389031" y="3201543"/>
                </a:cubicBezTo>
                <a:cubicBezTo>
                  <a:pt x="1389031" y="3207925"/>
                  <a:pt x="1394270" y="3213163"/>
                  <a:pt x="1400651" y="3213163"/>
                </a:cubicBezTo>
                <a:cubicBezTo>
                  <a:pt x="1407033" y="3213163"/>
                  <a:pt x="1412272" y="3207925"/>
                  <a:pt x="1412272" y="3201543"/>
                </a:cubicBezTo>
                <a:cubicBezTo>
                  <a:pt x="1412272" y="3196019"/>
                  <a:pt x="1408271" y="3191542"/>
                  <a:pt x="1403032" y="3190399"/>
                </a:cubicBezTo>
                <a:lnTo>
                  <a:pt x="1403032" y="3054382"/>
                </a:lnTo>
                <a:lnTo>
                  <a:pt x="1442466" y="3021330"/>
                </a:lnTo>
                <a:close/>
                <a:moveTo>
                  <a:pt x="1668971" y="3022854"/>
                </a:moveTo>
                <a:cubicBezTo>
                  <a:pt x="1671161" y="3022854"/>
                  <a:pt x="1672971" y="3024664"/>
                  <a:pt x="1672971" y="3026855"/>
                </a:cubicBezTo>
                <a:cubicBezTo>
                  <a:pt x="1672971" y="3029045"/>
                  <a:pt x="1671161" y="3030855"/>
                  <a:pt x="1668971" y="3030855"/>
                </a:cubicBezTo>
                <a:cubicBezTo>
                  <a:pt x="1666780" y="3030855"/>
                  <a:pt x="1664970" y="3029045"/>
                  <a:pt x="1664970" y="3026855"/>
                </a:cubicBezTo>
                <a:cubicBezTo>
                  <a:pt x="1664970" y="3024664"/>
                  <a:pt x="1666780" y="3022854"/>
                  <a:pt x="1668971" y="3022854"/>
                </a:cubicBezTo>
                <a:close/>
                <a:moveTo>
                  <a:pt x="1407700" y="3201543"/>
                </a:moveTo>
                <a:cubicBezTo>
                  <a:pt x="1407700" y="3205353"/>
                  <a:pt x="1404652" y="3208401"/>
                  <a:pt x="1400842" y="3208401"/>
                </a:cubicBezTo>
                <a:cubicBezTo>
                  <a:pt x="1397032" y="3208401"/>
                  <a:pt x="1393984" y="3205353"/>
                  <a:pt x="1393984" y="3201543"/>
                </a:cubicBezTo>
                <a:cubicBezTo>
                  <a:pt x="1393984" y="3197733"/>
                  <a:pt x="1397032" y="3194685"/>
                  <a:pt x="1400842" y="3194685"/>
                </a:cubicBezTo>
                <a:cubicBezTo>
                  <a:pt x="1404652" y="3194685"/>
                  <a:pt x="1407700" y="3197733"/>
                  <a:pt x="1407700" y="3201543"/>
                </a:cubicBezTo>
                <a:close/>
                <a:moveTo>
                  <a:pt x="2071688" y="3114009"/>
                </a:moveTo>
                <a:cubicBezTo>
                  <a:pt x="2071688" y="3110103"/>
                  <a:pt x="2074831" y="3106960"/>
                  <a:pt x="2078736" y="3106960"/>
                </a:cubicBezTo>
                <a:cubicBezTo>
                  <a:pt x="2082641" y="3106960"/>
                  <a:pt x="2085785" y="3110103"/>
                  <a:pt x="2085785" y="3114009"/>
                </a:cubicBezTo>
                <a:cubicBezTo>
                  <a:pt x="2085785" y="3117913"/>
                  <a:pt x="2082641" y="3121057"/>
                  <a:pt x="2078736" y="3121057"/>
                </a:cubicBezTo>
                <a:cubicBezTo>
                  <a:pt x="2074831" y="3121057"/>
                  <a:pt x="2071688" y="3117913"/>
                  <a:pt x="2071688" y="3114009"/>
                </a:cubicBezTo>
                <a:close/>
                <a:moveTo>
                  <a:pt x="517017" y="1108520"/>
                </a:moveTo>
                <a:lnTo>
                  <a:pt x="529685" y="1108520"/>
                </a:lnTo>
                <a:cubicBezTo>
                  <a:pt x="533400" y="1108520"/>
                  <a:pt x="536543" y="1105472"/>
                  <a:pt x="536543" y="1101662"/>
                </a:cubicBezTo>
                <a:lnTo>
                  <a:pt x="536543" y="1088993"/>
                </a:lnTo>
                <a:cubicBezTo>
                  <a:pt x="536543" y="1085279"/>
                  <a:pt x="533495" y="1082135"/>
                  <a:pt x="529685" y="1082135"/>
                </a:cubicBezTo>
                <a:lnTo>
                  <a:pt x="517017" y="1082135"/>
                </a:lnTo>
                <a:cubicBezTo>
                  <a:pt x="513302" y="1082135"/>
                  <a:pt x="510159" y="1085183"/>
                  <a:pt x="510159" y="1088993"/>
                </a:cubicBezTo>
                <a:lnTo>
                  <a:pt x="510159" y="1093661"/>
                </a:lnTo>
                <a:lnTo>
                  <a:pt x="489014" y="1093661"/>
                </a:lnTo>
                <a:cubicBezTo>
                  <a:pt x="489014" y="1093661"/>
                  <a:pt x="445484" y="1134523"/>
                  <a:pt x="445484" y="1134523"/>
                </a:cubicBezTo>
                <a:lnTo>
                  <a:pt x="256794" y="1134523"/>
                </a:lnTo>
                <a:cubicBezTo>
                  <a:pt x="255842" y="1129379"/>
                  <a:pt x="251651" y="1125188"/>
                  <a:pt x="246221" y="1124426"/>
                </a:cubicBezTo>
                <a:cubicBezTo>
                  <a:pt x="239268" y="1123474"/>
                  <a:pt x="232886" y="1128236"/>
                  <a:pt x="231934" y="1135190"/>
                </a:cubicBezTo>
                <a:cubicBezTo>
                  <a:pt x="230981" y="1142143"/>
                  <a:pt x="235744" y="1148525"/>
                  <a:pt x="242697" y="1149572"/>
                </a:cubicBezTo>
                <a:cubicBezTo>
                  <a:pt x="243269" y="1149572"/>
                  <a:pt x="243935" y="1149668"/>
                  <a:pt x="244507" y="1149668"/>
                </a:cubicBezTo>
                <a:cubicBezTo>
                  <a:pt x="250508" y="1149668"/>
                  <a:pt x="255651" y="1145381"/>
                  <a:pt x="256794" y="1139381"/>
                </a:cubicBezTo>
                <a:lnTo>
                  <a:pt x="447389" y="1139381"/>
                </a:lnTo>
                <a:cubicBezTo>
                  <a:pt x="447389" y="1139381"/>
                  <a:pt x="490919" y="1098614"/>
                  <a:pt x="490919" y="1098614"/>
                </a:cubicBezTo>
                <a:lnTo>
                  <a:pt x="510159" y="1098614"/>
                </a:lnTo>
                <a:cubicBezTo>
                  <a:pt x="510159" y="1098614"/>
                  <a:pt x="510159" y="1101852"/>
                  <a:pt x="510159" y="1101852"/>
                </a:cubicBezTo>
                <a:cubicBezTo>
                  <a:pt x="510159" y="1105567"/>
                  <a:pt x="513207" y="1108710"/>
                  <a:pt x="517017" y="1108710"/>
                </a:cubicBezTo>
                <a:close/>
                <a:moveTo>
                  <a:pt x="514922" y="1089089"/>
                </a:moveTo>
                <a:cubicBezTo>
                  <a:pt x="514922" y="1087946"/>
                  <a:pt x="515874" y="1086993"/>
                  <a:pt x="517017" y="1086993"/>
                </a:cubicBezTo>
                <a:lnTo>
                  <a:pt x="529685" y="1086993"/>
                </a:lnTo>
                <a:cubicBezTo>
                  <a:pt x="530828" y="1086993"/>
                  <a:pt x="531781" y="1087946"/>
                  <a:pt x="531781" y="1089089"/>
                </a:cubicBezTo>
                <a:lnTo>
                  <a:pt x="531781" y="1101757"/>
                </a:lnTo>
                <a:cubicBezTo>
                  <a:pt x="531781" y="1102900"/>
                  <a:pt x="530828" y="1103852"/>
                  <a:pt x="529685" y="1103852"/>
                </a:cubicBezTo>
                <a:lnTo>
                  <a:pt x="517017" y="1103852"/>
                </a:lnTo>
                <a:cubicBezTo>
                  <a:pt x="515874" y="1103852"/>
                  <a:pt x="514922" y="1102900"/>
                  <a:pt x="514922" y="1101757"/>
                </a:cubicBezTo>
                <a:lnTo>
                  <a:pt x="514922" y="1089089"/>
                </a:lnTo>
                <a:close/>
                <a:moveTo>
                  <a:pt x="243364" y="1144810"/>
                </a:moveTo>
                <a:cubicBezTo>
                  <a:pt x="239078" y="1144143"/>
                  <a:pt x="236030" y="1140143"/>
                  <a:pt x="236696" y="1135856"/>
                </a:cubicBezTo>
                <a:cubicBezTo>
                  <a:pt x="237268" y="1131570"/>
                  <a:pt x="241364" y="1128522"/>
                  <a:pt x="245650" y="1129189"/>
                </a:cubicBezTo>
                <a:cubicBezTo>
                  <a:pt x="247745" y="1129475"/>
                  <a:pt x="249555" y="1130618"/>
                  <a:pt x="250889" y="1132237"/>
                </a:cubicBezTo>
                <a:cubicBezTo>
                  <a:pt x="252127" y="1133951"/>
                  <a:pt x="252698" y="1136047"/>
                  <a:pt x="252413" y="1138142"/>
                </a:cubicBezTo>
                <a:cubicBezTo>
                  <a:pt x="251841" y="1142429"/>
                  <a:pt x="247841" y="1145477"/>
                  <a:pt x="243459" y="1144810"/>
                </a:cubicBezTo>
                <a:close/>
                <a:moveTo>
                  <a:pt x="2083594" y="4155567"/>
                </a:moveTo>
                <a:lnTo>
                  <a:pt x="2085689" y="4155567"/>
                </a:lnTo>
                <a:cubicBezTo>
                  <a:pt x="2088166" y="4155567"/>
                  <a:pt x="2090261" y="4154329"/>
                  <a:pt x="2091595" y="4152519"/>
                </a:cubicBezTo>
                <a:lnTo>
                  <a:pt x="2155412" y="4226814"/>
                </a:lnTo>
                <a:lnTo>
                  <a:pt x="2155793" y="4244531"/>
                </a:lnTo>
                <a:cubicBezTo>
                  <a:pt x="2150936" y="4246531"/>
                  <a:pt x="2147983" y="4251770"/>
                  <a:pt x="2149031" y="4257104"/>
                </a:cubicBezTo>
                <a:cubicBezTo>
                  <a:pt x="2149602" y="4260056"/>
                  <a:pt x="2151317" y="4262533"/>
                  <a:pt x="2153793" y="4264152"/>
                </a:cubicBezTo>
                <a:cubicBezTo>
                  <a:pt x="2155603" y="4265390"/>
                  <a:pt x="2157794" y="4266057"/>
                  <a:pt x="2159984" y="4266057"/>
                </a:cubicBezTo>
                <a:cubicBezTo>
                  <a:pt x="2160746" y="4266057"/>
                  <a:pt x="2161508" y="4266057"/>
                  <a:pt x="2162270" y="4265867"/>
                </a:cubicBezTo>
                <a:cubicBezTo>
                  <a:pt x="2165223" y="4265295"/>
                  <a:pt x="2167700" y="4263581"/>
                  <a:pt x="2169319" y="4261104"/>
                </a:cubicBezTo>
                <a:cubicBezTo>
                  <a:pt x="2170938" y="4258628"/>
                  <a:pt x="2171510" y="4255675"/>
                  <a:pt x="2170938" y="4252722"/>
                </a:cubicBezTo>
                <a:cubicBezTo>
                  <a:pt x="2170367" y="4249770"/>
                  <a:pt x="2168652" y="4247293"/>
                  <a:pt x="2166176" y="4245674"/>
                </a:cubicBezTo>
                <a:cubicBezTo>
                  <a:pt x="2164461" y="4244531"/>
                  <a:pt x="2162651" y="4243959"/>
                  <a:pt x="2160651" y="4243864"/>
                </a:cubicBezTo>
                <a:lnTo>
                  <a:pt x="2160270" y="4225100"/>
                </a:lnTo>
                <a:lnTo>
                  <a:pt x="2093309" y="4147185"/>
                </a:lnTo>
                <a:lnTo>
                  <a:pt x="2093309" y="4126421"/>
                </a:lnTo>
                <a:cubicBezTo>
                  <a:pt x="2093309" y="4125754"/>
                  <a:pt x="2093119" y="4125182"/>
                  <a:pt x="2092928" y="4124516"/>
                </a:cubicBezTo>
                <a:lnTo>
                  <a:pt x="2093595" y="4125087"/>
                </a:lnTo>
                <a:lnTo>
                  <a:pt x="2161032" y="4038314"/>
                </a:lnTo>
                <a:lnTo>
                  <a:pt x="2161508" y="4027837"/>
                </a:lnTo>
                <a:cubicBezTo>
                  <a:pt x="2163509" y="4027742"/>
                  <a:pt x="2165414" y="4027075"/>
                  <a:pt x="2167033" y="4026027"/>
                </a:cubicBezTo>
                <a:cubicBezTo>
                  <a:pt x="2169509" y="4024408"/>
                  <a:pt x="2171224" y="4021836"/>
                  <a:pt x="2171795" y="4018979"/>
                </a:cubicBezTo>
                <a:cubicBezTo>
                  <a:pt x="2172367" y="4016026"/>
                  <a:pt x="2171795" y="4013073"/>
                  <a:pt x="2170176" y="4010597"/>
                </a:cubicBezTo>
                <a:cubicBezTo>
                  <a:pt x="2168557" y="4008120"/>
                  <a:pt x="2165985" y="4006405"/>
                  <a:pt x="2163128" y="4005834"/>
                </a:cubicBezTo>
                <a:cubicBezTo>
                  <a:pt x="2160175" y="4005263"/>
                  <a:pt x="2157222" y="4005834"/>
                  <a:pt x="2154746" y="4007453"/>
                </a:cubicBezTo>
                <a:cubicBezTo>
                  <a:pt x="2152269" y="4009073"/>
                  <a:pt x="2150555" y="4011644"/>
                  <a:pt x="2149983" y="4014502"/>
                </a:cubicBezTo>
                <a:cubicBezTo>
                  <a:pt x="2149412" y="4017455"/>
                  <a:pt x="2149983" y="4020407"/>
                  <a:pt x="2151602" y="4022884"/>
                </a:cubicBezTo>
                <a:cubicBezTo>
                  <a:pt x="2152841" y="4024789"/>
                  <a:pt x="2154650" y="4026218"/>
                  <a:pt x="2156651" y="4027075"/>
                </a:cubicBezTo>
                <a:lnTo>
                  <a:pt x="2156270" y="4036600"/>
                </a:lnTo>
                <a:lnTo>
                  <a:pt x="2090833" y="4120896"/>
                </a:lnTo>
                <a:cubicBezTo>
                  <a:pt x="2089499" y="4119658"/>
                  <a:pt x="2087690" y="4118896"/>
                  <a:pt x="2085785" y="4118896"/>
                </a:cubicBezTo>
                <a:lnTo>
                  <a:pt x="2083689" y="4118896"/>
                </a:lnTo>
                <a:cubicBezTo>
                  <a:pt x="2079498" y="4118896"/>
                  <a:pt x="2076069" y="4122325"/>
                  <a:pt x="2076069" y="4126516"/>
                </a:cubicBezTo>
                <a:lnTo>
                  <a:pt x="2076069" y="4148138"/>
                </a:lnTo>
                <a:cubicBezTo>
                  <a:pt x="2076069" y="4152329"/>
                  <a:pt x="2079498" y="4155758"/>
                  <a:pt x="2083689" y="4155758"/>
                </a:cubicBezTo>
                <a:close/>
                <a:moveTo>
                  <a:pt x="2158746" y="4248722"/>
                </a:moveTo>
                <a:cubicBezTo>
                  <a:pt x="2160365" y="4248341"/>
                  <a:pt x="2162080" y="4248722"/>
                  <a:pt x="2163509" y="4249674"/>
                </a:cubicBezTo>
                <a:cubicBezTo>
                  <a:pt x="2164937" y="4250627"/>
                  <a:pt x="2165890" y="4252055"/>
                  <a:pt x="2166176" y="4253675"/>
                </a:cubicBezTo>
                <a:cubicBezTo>
                  <a:pt x="2166557" y="4255294"/>
                  <a:pt x="2166176" y="4257009"/>
                  <a:pt x="2165223" y="4258437"/>
                </a:cubicBezTo>
                <a:cubicBezTo>
                  <a:pt x="2164271" y="4259866"/>
                  <a:pt x="2162842" y="4260819"/>
                  <a:pt x="2161223" y="4261104"/>
                </a:cubicBezTo>
                <a:cubicBezTo>
                  <a:pt x="2157794" y="4261771"/>
                  <a:pt x="2154460" y="4259580"/>
                  <a:pt x="2153793" y="4256246"/>
                </a:cubicBezTo>
                <a:cubicBezTo>
                  <a:pt x="2153126" y="4252818"/>
                  <a:pt x="2155317" y="4249579"/>
                  <a:pt x="2158651" y="4248817"/>
                </a:cubicBezTo>
                <a:close/>
                <a:moveTo>
                  <a:pt x="2154650" y="4015264"/>
                </a:moveTo>
                <a:cubicBezTo>
                  <a:pt x="2155317" y="4011835"/>
                  <a:pt x="2158651" y="4009644"/>
                  <a:pt x="2162080" y="4010406"/>
                </a:cubicBezTo>
                <a:cubicBezTo>
                  <a:pt x="2163699" y="4010692"/>
                  <a:pt x="2165128" y="4011644"/>
                  <a:pt x="2166080" y="4013073"/>
                </a:cubicBezTo>
                <a:cubicBezTo>
                  <a:pt x="2167033" y="4014502"/>
                  <a:pt x="2167319" y="4016121"/>
                  <a:pt x="2167033" y="4017836"/>
                </a:cubicBezTo>
                <a:cubicBezTo>
                  <a:pt x="2166747" y="4019455"/>
                  <a:pt x="2165699" y="4020884"/>
                  <a:pt x="2164366" y="4021836"/>
                </a:cubicBezTo>
                <a:cubicBezTo>
                  <a:pt x="2162937" y="4022788"/>
                  <a:pt x="2161318" y="4023074"/>
                  <a:pt x="2159603" y="4022788"/>
                </a:cubicBezTo>
                <a:cubicBezTo>
                  <a:pt x="2156174" y="4022122"/>
                  <a:pt x="2153984" y="4018788"/>
                  <a:pt x="2154650" y="4015359"/>
                </a:cubicBezTo>
                <a:close/>
                <a:moveTo>
                  <a:pt x="2080832" y="4126325"/>
                </a:moveTo>
                <a:cubicBezTo>
                  <a:pt x="2080832" y="4124801"/>
                  <a:pt x="2082070" y="4123563"/>
                  <a:pt x="2083594" y="4123563"/>
                </a:cubicBezTo>
                <a:lnTo>
                  <a:pt x="2085689" y="4123563"/>
                </a:lnTo>
                <a:cubicBezTo>
                  <a:pt x="2087213" y="4123563"/>
                  <a:pt x="2088452" y="4124801"/>
                  <a:pt x="2088452" y="4126325"/>
                </a:cubicBezTo>
                <a:lnTo>
                  <a:pt x="2088452" y="4147947"/>
                </a:lnTo>
                <a:cubicBezTo>
                  <a:pt x="2088452" y="4149471"/>
                  <a:pt x="2087213" y="4150709"/>
                  <a:pt x="2085689" y="4150709"/>
                </a:cubicBezTo>
                <a:lnTo>
                  <a:pt x="2083594" y="4150709"/>
                </a:lnTo>
                <a:cubicBezTo>
                  <a:pt x="2082070" y="4150709"/>
                  <a:pt x="2080832" y="4149471"/>
                  <a:pt x="2080832" y="4147947"/>
                </a:cubicBezTo>
                <a:lnTo>
                  <a:pt x="2080832" y="4126325"/>
                </a:lnTo>
                <a:close/>
                <a:moveTo>
                  <a:pt x="1004983" y="2937891"/>
                </a:moveTo>
                <a:cubicBezTo>
                  <a:pt x="1004983" y="2941796"/>
                  <a:pt x="1001840" y="2944940"/>
                  <a:pt x="997934" y="2944940"/>
                </a:cubicBezTo>
                <a:cubicBezTo>
                  <a:pt x="994029" y="2944940"/>
                  <a:pt x="990886" y="2941796"/>
                  <a:pt x="990886" y="2937891"/>
                </a:cubicBezTo>
                <a:cubicBezTo>
                  <a:pt x="990886" y="2933986"/>
                  <a:pt x="994029" y="2930843"/>
                  <a:pt x="997934" y="2930843"/>
                </a:cubicBezTo>
                <a:cubicBezTo>
                  <a:pt x="1001840" y="2930843"/>
                  <a:pt x="1004983" y="2933986"/>
                  <a:pt x="1004983" y="2937891"/>
                </a:cubicBezTo>
                <a:close/>
                <a:moveTo>
                  <a:pt x="1899285" y="3122771"/>
                </a:moveTo>
                <a:lnTo>
                  <a:pt x="2023777" y="3123438"/>
                </a:lnTo>
                <a:lnTo>
                  <a:pt x="2024634" y="3123438"/>
                </a:lnTo>
                <a:lnTo>
                  <a:pt x="2034159" y="3115437"/>
                </a:lnTo>
                <a:lnTo>
                  <a:pt x="2064449" y="3115437"/>
                </a:lnTo>
                <a:cubicBezTo>
                  <a:pt x="2064830" y="3119342"/>
                  <a:pt x="2066735" y="3123057"/>
                  <a:pt x="2070164" y="3125534"/>
                </a:cubicBezTo>
                <a:cubicBezTo>
                  <a:pt x="2073212" y="3127820"/>
                  <a:pt x="2077022" y="3128677"/>
                  <a:pt x="2080832" y="3128105"/>
                </a:cubicBezTo>
                <a:cubicBezTo>
                  <a:pt x="2084642" y="3127534"/>
                  <a:pt x="2087975" y="3125534"/>
                  <a:pt x="2090166" y="3122390"/>
                </a:cubicBezTo>
                <a:cubicBezTo>
                  <a:pt x="2094833" y="3116009"/>
                  <a:pt x="2093500" y="3107055"/>
                  <a:pt x="2087118" y="3102388"/>
                </a:cubicBezTo>
                <a:cubicBezTo>
                  <a:pt x="2084546" y="3100483"/>
                  <a:pt x="2081594" y="3099626"/>
                  <a:pt x="2078641" y="3099626"/>
                </a:cubicBezTo>
                <a:cubicBezTo>
                  <a:pt x="2074259" y="3099626"/>
                  <a:pt x="2069878" y="3101626"/>
                  <a:pt x="2067020" y="3105436"/>
                </a:cubicBezTo>
                <a:cubicBezTo>
                  <a:pt x="2065877" y="3106960"/>
                  <a:pt x="2065115" y="3108770"/>
                  <a:pt x="2064639" y="3110484"/>
                </a:cubicBezTo>
                <a:lnTo>
                  <a:pt x="2032254" y="3110484"/>
                </a:lnTo>
                <a:cubicBezTo>
                  <a:pt x="2032254" y="3110484"/>
                  <a:pt x="2022729" y="3118485"/>
                  <a:pt x="2022729" y="3118485"/>
                </a:cubicBezTo>
                <a:lnTo>
                  <a:pt x="1898047" y="3117818"/>
                </a:lnTo>
                <a:lnTo>
                  <a:pt x="1896999" y="3117818"/>
                </a:lnTo>
                <a:cubicBezTo>
                  <a:pt x="1896999" y="3117818"/>
                  <a:pt x="1880235" y="3135725"/>
                  <a:pt x="1880235" y="3135725"/>
                </a:cubicBezTo>
                <a:lnTo>
                  <a:pt x="1880235" y="3160967"/>
                </a:lnTo>
                <a:lnTo>
                  <a:pt x="1871758" y="3160967"/>
                </a:lnTo>
                <a:cubicBezTo>
                  <a:pt x="1869662" y="3160967"/>
                  <a:pt x="1868043" y="3162681"/>
                  <a:pt x="1868043" y="3164681"/>
                </a:cubicBezTo>
                <a:lnTo>
                  <a:pt x="1868043" y="3170301"/>
                </a:lnTo>
                <a:cubicBezTo>
                  <a:pt x="1868043" y="3172397"/>
                  <a:pt x="1869757" y="3174016"/>
                  <a:pt x="1871758" y="3174016"/>
                </a:cubicBezTo>
                <a:lnTo>
                  <a:pt x="1893380" y="3174016"/>
                </a:lnTo>
                <a:cubicBezTo>
                  <a:pt x="1895475" y="3174016"/>
                  <a:pt x="1897094" y="3172301"/>
                  <a:pt x="1897094" y="3170301"/>
                </a:cubicBezTo>
                <a:lnTo>
                  <a:pt x="1897094" y="3164681"/>
                </a:lnTo>
                <a:cubicBezTo>
                  <a:pt x="1897094" y="3162586"/>
                  <a:pt x="1895380" y="3160967"/>
                  <a:pt x="1893380" y="3160967"/>
                </a:cubicBezTo>
                <a:lnTo>
                  <a:pt x="1884998" y="3160967"/>
                </a:lnTo>
                <a:lnTo>
                  <a:pt x="1884998" y="3137535"/>
                </a:lnTo>
                <a:lnTo>
                  <a:pt x="1898999" y="3122486"/>
                </a:lnTo>
                <a:close/>
                <a:moveTo>
                  <a:pt x="2069306" y="3107150"/>
                </a:moveTo>
                <a:cubicBezTo>
                  <a:pt x="2073116" y="3102007"/>
                  <a:pt x="2080451" y="3100864"/>
                  <a:pt x="2085689" y="3104674"/>
                </a:cubicBezTo>
                <a:cubicBezTo>
                  <a:pt x="2088166" y="3106484"/>
                  <a:pt x="2089880" y="3109246"/>
                  <a:pt x="2090357" y="3112294"/>
                </a:cubicBezTo>
                <a:cubicBezTo>
                  <a:pt x="2090833" y="3115342"/>
                  <a:pt x="2090071" y="3118485"/>
                  <a:pt x="2088261" y="3120962"/>
                </a:cubicBezTo>
                <a:cubicBezTo>
                  <a:pt x="2086451" y="3123438"/>
                  <a:pt x="2083689" y="3125153"/>
                  <a:pt x="2080641" y="3125629"/>
                </a:cubicBezTo>
                <a:cubicBezTo>
                  <a:pt x="2080070" y="3125629"/>
                  <a:pt x="2079403" y="3125724"/>
                  <a:pt x="2078831" y="3125724"/>
                </a:cubicBezTo>
                <a:cubicBezTo>
                  <a:pt x="2076355" y="3125724"/>
                  <a:pt x="2073974" y="3124962"/>
                  <a:pt x="2071973" y="3123438"/>
                </a:cubicBezTo>
                <a:cubicBezTo>
                  <a:pt x="2066735" y="3119628"/>
                  <a:pt x="2065687" y="3112294"/>
                  <a:pt x="2069497" y="3107055"/>
                </a:cubicBezTo>
                <a:close/>
                <a:moveTo>
                  <a:pt x="2142744" y="4317587"/>
                </a:moveTo>
                <a:cubicBezTo>
                  <a:pt x="2141792" y="4312825"/>
                  <a:pt x="2144840" y="4308253"/>
                  <a:pt x="2149602" y="4307301"/>
                </a:cubicBezTo>
                <a:cubicBezTo>
                  <a:pt x="2154365" y="4306348"/>
                  <a:pt x="2158937" y="4309396"/>
                  <a:pt x="2159889" y="4314159"/>
                </a:cubicBezTo>
                <a:cubicBezTo>
                  <a:pt x="2160842" y="4318921"/>
                  <a:pt x="2157794" y="4323493"/>
                  <a:pt x="2153031" y="4324445"/>
                </a:cubicBezTo>
                <a:cubicBezTo>
                  <a:pt x="2148269" y="4325398"/>
                  <a:pt x="2143697" y="4322350"/>
                  <a:pt x="2142744" y="4317587"/>
                </a:cubicBezTo>
                <a:close/>
                <a:moveTo>
                  <a:pt x="2158079" y="4288251"/>
                </a:moveTo>
                <a:cubicBezTo>
                  <a:pt x="2157127" y="4283488"/>
                  <a:pt x="2160175" y="4278916"/>
                  <a:pt x="2164937" y="4277963"/>
                </a:cubicBezTo>
                <a:cubicBezTo>
                  <a:pt x="2169700" y="4277011"/>
                  <a:pt x="2174272" y="4280059"/>
                  <a:pt x="2175224" y="4284821"/>
                </a:cubicBezTo>
                <a:cubicBezTo>
                  <a:pt x="2176177" y="4289584"/>
                  <a:pt x="2173129" y="4294156"/>
                  <a:pt x="2168366" y="4295109"/>
                </a:cubicBezTo>
                <a:cubicBezTo>
                  <a:pt x="2163604" y="4296061"/>
                  <a:pt x="2159032" y="4293013"/>
                  <a:pt x="2158079" y="4288251"/>
                </a:cubicBezTo>
                <a:close/>
                <a:moveTo>
                  <a:pt x="2081308" y="2935510"/>
                </a:moveTo>
                <a:cubicBezTo>
                  <a:pt x="2086356" y="2934367"/>
                  <a:pt x="2090166" y="2930080"/>
                  <a:pt x="2090166" y="2924747"/>
                </a:cubicBezTo>
                <a:cubicBezTo>
                  <a:pt x="2090166" y="2919413"/>
                  <a:pt x="2086356" y="2915126"/>
                  <a:pt x="2081308" y="2913984"/>
                </a:cubicBezTo>
                <a:lnTo>
                  <a:pt x="2081308" y="2889409"/>
                </a:lnTo>
                <a:lnTo>
                  <a:pt x="2104263" y="2889409"/>
                </a:lnTo>
                <a:cubicBezTo>
                  <a:pt x="2104263" y="2889409"/>
                  <a:pt x="2127028" y="2869502"/>
                  <a:pt x="2127028" y="2869502"/>
                </a:cubicBezTo>
                <a:lnTo>
                  <a:pt x="2127028" y="2817114"/>
                </a:lnTo>
                <a:cubicBezTo>
                  <a:pt x="2127028" y="2817114"/>
                  <a:pt x="2108645" y="2795016"/>
                  <a:pt x="2108645" y="2795016"/>
                </a:cubicBezTo>
                <a:lnTo>
                  <a:pt x="1989868" y="2795016"/>
                </a:lnTo>
                <a:cubicBezTo>
                  <a:pt x="1989773" y="2791301"/>
                  <a:pt x="1986629" y="2788158"/>
                  <a:pt x="1982819" y="2788253"/>
                </a:cubicBezTo>
                <a:lnTo>
                  <a:pt x="1969294" y="2788253"/>
                </a:lnTo>
                <a:cubicBezTo>
                  <a:pt x="1965389" y="2788253"/>
                  <a:pt x="1962150" y="2791492"/>
                  <a:pt x="1962245" y="2795397"/>
                </a:cubicBezTo>
                <a:lnTo>
                  <a:pt x="1962245" y="2799684"/>
                </a:lnTo>
                <a:cubicBezTo>
                  <a:pt x="1962245" y="2799684"/>
                  <a:pt x="1865948" y="2799398"/>
                  <a:pt x="1865948" y="2799398"/>
                </a:cubicBezTo>
                <a:lnTo>
                  <a:pt x="1849850" y="2785110"/>
                </a:lnTo>
                <a:lnTo>
                  <a:pt x="1796129" y="2785110"/>
                </a:lnTo>
                <a:cubicBezTo>
                  <a:pt x="1796129" y="2785110"/>
                  <a:pt x="1771460" y="2804827"/>
                  <a:pt x="1771460" y="2804827"/>
                </a:cubicBezTo>
                <a:lnTo>
                  <a:pt x="1771460" y="2895981"/>
                </a:lnTo>
                <a:cubicBezTo>
                  <a:pt x="1771460" y="2895981"/>
                  <a:pt x="1757553" y="2911507"/>
                  <a:pt x="1757553" y="2911507"/>
                </a:cubicBezTo>
                <a:lnTo>
                  <a:pt x="1757553" y="3007614"/>
                </a:lnTo>
                <a:lnTo>
                  <a:pt x="1753076" y="3007614"/>
                </a:lnTo>
                <a:cubicBezTo>
                  <a:pt x="1750124" y="3007614"/>
                  <a:pt x="1747552" y="3009424"/>
                  <a:pt x="1746504" y="3011996"/>
                </a:cubicBezTo>
                <a:lnTo>
                  <a:pt x="1715643" y="3011996"/>
                </a:lnTo>
                <a:cubicBezTo>
                  <a:pt x="1715643" y="3011996"/>
                  <a:pt x="1699546" y="2997708"/>
                  <a:pt x="1699546" y="2997708"/>
                </a:cubicBezTo>
                <a:lnTo>
                  <a:pt x="1573721" y="2997422"/>
                </a:lnTo>
                <a:cubicBezTo>
                  <a:pt x="1573244" y="2992469"/>
                  <a:pt x="1569244" y="2988469"/>
                  <a:pt x="1564100" y="2988469"/>
                </a:cubicBezTo>
                <a:cubicBezTo>
                  <a:pt x="1558671" y="2988469"/>
                  <a:pt x="1554290" y="2992850"/>
                  <a:pt x="1554290" y="2998280"/>
                </a:cubicBezTo>
                <a:cubicBezTo>
                  <a:pt x="1554290" y="3003709"/>
                  <a:pt x="1558671" y="3008090"/>
                  <a:pt x="1564100" y="3008090"/>
                </a:cubicBezTo>
                <a:cubicBezTo>
                  <a:pt x="1568101" y="3008090"/>
                  <a:pt x="1571530" y="3005709"/>
                  <a:pt x="1573054" y="3002280"/>
                </a:cubicBezTo>
                <a:lnTo>
                  <a:pt x="1697736" y="3002566"/>
                </a:lnTo>
                <a:lnTo>
                  <a:pt x="1713833" y="3016853"/>
                </a:lnTo>
                <a:lnTo>
                  <a:pt x="1746028" y="3016853"/>
                </a:lnTo>
                <a:cubicBezTo>
                  <a:pt x="1746028" y="3016853"/>
                  <a:pt x="1746028" y="3025997"/>
                  <a:pt x="1746028" y="3025997"/>
                </a:cubicBezTo>
                <a:lnTo>
                  <a:pt x="1713833" y="3025997"/>
                </a:lnTo>
                <a:cubicBezTo>
                  <a:pt x="1713833" y="3025997"/>
                  <a:pt x="1690402" y="3047714"/>
                  <a:pt x="1690402" y="3047714"/>
                </a:cubicBezTo>
                <a:lnTo>
                  <a:pt x="1594676" y="3048000"/>
                </a:lnTo>
                <a:cubicBezTo>
                  <a:pt x="1593628" y="3043809"/>
                  <a:pt x="1589913" y="3040666"/>
                  <a:pt x="1585436" y="3040666"/>
                </a:cubicBezTo>
                <a:cubicBezTo>
                  <a:pt x="1580007" y="3040666"/>
                  <a:pt x="1575626" y="3045047"/>
                  <a:pt x="1575626" y="3050477"/>
                </a:cubicBezTo>
                <a:cubicBezTo>
                  <a:pt x="1575626" y="3055906"/>
                  <a:pt x="1580007" y="3060287"/>
                  <a:pt x="1585436" y="3060287"/>
                </a:cubicBezTo>
                <a:cubicBezTo>
                  <a:pt x="1590008" y="3060287"/>
                  <a:pt x="1593628" y="3057144"/>
                  <a:pt x="1594676" y="3052858"/>
                </a:cubicBezTo>
                <a:lnTo>
                  <a:pt x="1691354" y="3052572"/>
                </a:lnTo>
                <a:lnTo>
                  <a:pt x="1692307" y="3052572"/>
                </a:lnTo>
                <a:lnTo>
                  <a:pt x="1715738" y="3030855"/>
                </a:lnTo>
                <a:lnTo>
                  <a:pt x="1746599" y="3030855"/>
                </a:lnTo>
                <a:cubicBezTo>
                  <a:pt x="1747647" y="3033522"/>
                  <a:pt x="1750219" y="3035522"/>
                  <a:pt x="1753267" y="3035522"/>
                </a:cubicBezTo>
                <a:lnTo>
                  <a:pt x="1766792" y="3035522"/>
                </a:lnTo>
                <a:cubicBezTo>
                  <a:pt x="1770698" y="3035522"/>
                  <a:pt x="1773936" y="3032284"/>
                  <a:pt x="1773841" y="3028379"/>
                </a:cubicBezTo>
                <a:lnTo>
                  <a:pt x="1773841" y="3014853"/>
                </a:lnTo>
                <a:cubicBezTo>
                  <a:pt x="1773841" y="3010948"/>
                  <a:pt x="1770602" y="3007709"/>
                  <a:pt x="1766602" y="3007805"/>
                </a:cubicBezTo>
                <a:lnTo>
                  <a:pt x="1762220" y="3007805"/>
                </a:lnTo>
                <a:cubicBezTo>
                  <a:pt x="1762220" y="3007805"/>
                  <a:pt x="1762220" y="2913602"/>
                  <a:pt x="1762220" y="2913602"/>
                </a:cubicBezTo>
                <a:lnTo>
                  <a:pt x="1776127" y="2898077"/>
                </a:lnTo>
                <a:lnTo>
                  <a:pt x="1776127" y="2807399"/>
                </a:lnTo>
                <a:cubicBezTo>
                  <a:pt x="1776127" y="2807399"/>
                  <a:pt x="1797749" y="2790063"/>
                  <a:pt x="1797749" y="2790063"/>
                </a:cubicBezTo>
                <a:lnTo>
                  <a:pt x="1847945" y="2790063"/>
                </a:lnTo>
                <a:cubicBezTo>
                  <a:pt x="1847945" y="2790063"/>
                  <a:pt x="1864043" y="2804446"/>
                  <a:pt x="1864043" y="2804446"/>
                </a:cubicBezTo>
                <a:lnTo>
                  <a:pt x="1962245" y="2804732"/>
                </a:lnTo>
                <a:lnTo>
                  <a:pt x="1962245" y="2809209"/>
                </a:lnTo>
                <a:cubicBezTo>
                  <a:pt x="1962245" y="2813113"/>
                  <a:pt x="1965484" y="2816352"/>
                  <a:pt x="1969389" y="2816257"/>
                </a:cubicBezTo>
                <a:lnTo>
                  <a:pt x="1982915" y="2816257"/>
                </a:lnTo>
                <a:cubicBezTo>
                  <a:pt x="1986820" y="2816257"/>
                  <a:pt x="1990058" y="2813018"/>
                  <a:pt x="1989963" y="2809018"/>
                </a:cubicBezTo>
                <a:lnTo>
                  <a:pt x="1989963" y="2806922"/>
                </a:lnTo>
                <a:cubicBezTo>
                  <a:pt x="1989963" y="2806922"/>
                  <a:pt x="2103120" y="2807018"/>
                  <a:pt x="2103120" y="2807018"/>
                </a:cubicBezTo>
                <a:lnTo>
                  <a:pt x="2115217" y="2821496"/>
                </a:lnTo>
                <a:lnTo>
                  <a:pt x="2115217" y="2864358"/>
                </a:lnTo>
                <a:cubicBezTo>
                  <a:pt x="2115217" y="2864358"/>
                  <a:pt x="2099882" y="2877788"/>
                  <a:pt x="2099882" y="2877788"/>
                </a:cubicBezTo>
                <a:lnTo>
                  <a:pt x="2081498" y="2877788"/>
                </a:lnTo>
                <a:lnTo>
                  <a:pt x="2081498" y="2864072"/>
                </a:lnTo>
                <a:lnTo>
                  <a:pt x="2062639" y="2845594"/>
                </a:lnTo>
                <a:lnTo>
                  <a:pt x="1935766" y="2845594"/>
                </a:lnTo>
                <a:lnTo>
                  <a:pt x="1912525" y="2823877"/>
                </a:lnTo>
                <a:lnTo>
                  <a:pt x="1826800" y="2823877"/>
                </a:lnTo>
                <a:cubicBezTo>
                  <a:pt x="1825657" y="2819781"/>
                  <a:pt x="1822037" y="2816733"/>
                  <a:pt x="1817561" y="2816733"/>
                </a:cubicBezTo>
                <a:cubicBezTo>
                  <a:pt x="1812131" y="2816733"/>
                  <a:pt x="1807750" y="2821115"/>
                  <a:pt x="1807750" y="2826544"/>
                </a:cubicBezTo>
                <a:cubicBezTo>
                  <a:pt x="1807750" y="2831973"/>
                  <a:pt x="1812131" y="2836355"/>
                  <a:pt x="1817561" y="2836355"/>
                </a:cubicBezTo>
                <a:cubicBezTo>
                  <a:pt x="1822228" y="2836355"/>
                  <a:pt x="1825943" y="2833021"/>
                  <a:pt x="1826895" y="2828639"/>
                </a:cubicBezTo>
                <a:lnTo>
                  <a:pt x="1910620" y="2828639"/>
                </a:lnTo>
                <a:cubicBezTo>
                  <a:pt x="1910620" y="2828639"/>
                  <a:pt x="1933861" y="2850452"/>
                  <a:pt x="1933861" y="2850452"/>
                </a:cubicBezTo>
                <a:lnTo>
                  <a:pt x="2060639" y="2850452"/>
                </a:lnTo>
                <a:lnTo>
                  <a:pt x="2076641" y="2866168"/>
                </a:lnTo>
                <a:lnTo>
                  <a:pt x="2076641" y="2877788"/>
                </a:lnTo>
                <a:lnTo>
                  <a:pt x="1916906" y="2877788"/>
                </a:lnTo>
                <a:cubicBezTo>
                  <a:pt x="1916430" y="2875693"/>
                  <a:pt x="1914620" y="2874169"/>
                  <a:pt x="1912430" y="2874169"/>
                </a:cubicBezTo>
                <a:lnTo>
                  <a:pt x="1898904" y="2874169"/>
                </a:lnTo>
                <a:cubicBezTo>
                  <a:pt x="1896332" y="2874169"/>
                  <a:pt x="1894142" y="2876264"/>
                  <a:pt x="1894142" y="2878931"/>
                </a:cubicBezTo>
                <a:lnTo>
                  <a:pt x="1894142" y="2892457"/>
                </a:lnTo>
                <a:cubicBezTo>
                  <a:pt x="1894142" y="2895029"/>
                  <a:pt x="1896237" y="2897219"/>
                  <a:pt x="1898904" y="2897219"/>
                </a:cubicBezTo>
                <a:lnTo>
                  <a:pt x="1912430" y="2897219"/>
                </a:lnTo>
                <a:cubicBezTo>
                  <a:pt x="1915001" y="2897219"/>
                  <a:pt x="1917192" y="2895124"/>
                  <a:pt x="1917192" y="2892457"/>
                </a:cubicBezTo>
                <a:lnTo>
                  <a:pt x="1917192" y="2889599"/>
                </a:lnTo>
                <a:lnTo>
                  <a:pt x="2076641" y="2889599"/>
                </a:lnTo>
                <a:lnTo>
                  <a:pt x="2076641" y="2914269"/>
                </a:lnTo>
                <a:cubicBezTo>
                  <a:pt x="2071592" y="2915412"/>
                  <a:pt x="2067782" y="2919698"/>
                  <a:pt x="2067782" y="2925032"/>
                </a:cubicBezTo>
                <a:cubicBezTo>
                  <a:pt x="2067782" y="2930367"/>
                  <a:pt x="2071592" y="2934653"/>
                  <a:pt x="2076641" y="2935796"/>
                </a:cubicBezTo>
                <a:lnTo>
                  <a:pt x="2076450" y="3100007"/>
                </a:lnTo>
                <a:lnTo>
                  <a:pt x="2081213" y="3100007"/>
                </a:lnTo>
                <a:lnTo>
                  <a:pt x="2081403" y="2935796"/>
                </a:lnTo>
                <a:close/>
                <a:moveTo>
                  <a:pt x="1564005" y="3003137"/>
                </a:moveTo>
                <a:cubicBezTo>
                  <a:pt x="1561243" y="3003137"/>
                  <a:pt x="1558957" y="3000851"/>
                  <a:pt x="1558957" y="2998089"/>
                </a:cubicBezTo>
                <a:cubicBezTo>
                  <a:pt x="1558957" y="2995327"/>
                  <a:pt x="1561243" y="2993041"/>
                  <a:pt x="1564005" y="2993041"/>
                </a:cubicBezTo>
                <a:cubicBezTo>
                  <a:pt x="1566767" y="2993041"/>
                  <a:pt x="1569053" y="2995327"/>
                  <a:pt x="1569053" y="2998089"/>
                </a:cubicBezTo>
                <a:cubicBezTo>
                  <a:pt x="1569053" y="3000851"/>
                  <a:pt x="1566767" y="3003137"/>
                  <a:pt x="1564005" y="3003137"/>
                </a:cubicBezTo>
                <a:close/>
                <a:moveTo>
                  <a:pt x="1585246" y="3055334"/>
                </a:moveTo>
                <a:cubicBezTo>
                  <a:pt x="1582484" y="3055334"/>
                  <a:pt x="1580198" y="3053048"/>
                  <a:pt x="1580198" y="3050286"/>
                </a:cubicBezTo>
                <a:cubicBezTo>
                  <a:pt x="1580198" y="3047524"/>
                  <a:pt x="1582484" y="3045238"/>
                  <a:pt x="1585246" y="3045238"/>
                </a:cubicBezTo>
                <a:cubicBezTo>
                  <a:pt x="1588008" y="3045238"/>
                  <a:pt x="1590294" y="3047524"/>
                  <a:pt x="1590294" y="3050286"/>
                </a:cubicBezTo>
                <a:cubicBezTo>
                  <a:pt x="1590294" y="3053048"/>
                  <a:pt x="1588008" y="3055334"/>
                  <a:pt x="1585246" y="3055334"/>
                </a:cubicBezTo>
                <a:close/>
                <a:moveTo>
                  <a:pt x="1766507" y="3012281"/>
                </a:moveTo>
                <a:cubicBezTo>
                  <a:pt x="1767840" y="3012281"/>
                  <a:pt x="1768888" y="3013329"/>
                  <a:pt x="1768888" y="3014663"/>
                </a:cubicBezTo>
                <a:lnTo>
                  <a:pt x="1768888" y="3028188"/>
                </a:lnTo>
                <a:cubicBezTo>
                  <a:pt x="1768888" y="3029522"/>
                  <a:pt x="1767935" y="3030569"/>
                  <a:pt x="1766602" y="3030569"/>
                </a:cubicBezTo>
                <a:lnTo>
                  <a:pt x="1753076" y="3030569"/>
                </a:lnTo>
                <a:cubicBezTo>
                  <a:pt x="1751743" y="3030569"/>
                  <a:pt x="1750695" y="3029617"/>
                  <a:pt x="1750695" y="3028284"/>
                </a:cubicBezTo>
                <a:lnTo>
                  <a:pt x="1750695" y="3014758"/>
                </a:lnTo>
                <a:cubicBezTo>
                  <a:pt x="1750695" y="3013424"/>
                  <a:pt x="1751648" y="3012377"/>
                  <a:pt x="1752981" y="3012377"/>
                </a:cubicBezTo>
                <a:lnTo>
                  <a:pt x="1766507" y="3012377"/>
                </a:lnTo>
                <a:close/>
                <a:moveTo>
                  <a:pt x="1982819" y="2811113"/>
                </a:moveTo>
                <a:lnTo>
                  <a:pt x="1969294" y="2811113"/>
                </a:lnTo>
                <a:cubicBezTo>
                  <a:pt x="1967960" y="2811113"/>
                  <a:pt x="1966913" y="2810161"/>
                  <a:pt x="1966913" y="2808827"/>
                </a:cubicBezTo>
                <a:lnTo>
                  <a:pt x="1966913" y="2795302"/>
                </a:lnTo>
                <a:cubicBezTo>
                  <a:pt x="1966913" y="2793968"/>
                  <a:pt x="1967865" y="2792921"/>
                  <a:pt x="1969199" y="2792921"/>
                </a:cubicBezTo>
                <a:lnTo>
                  <a:pt x="1982724" y="2792921"/>
                </a:lnTo>
                <a:cubicBezTo>
                  <a:pt x="1984057" y="2792921"/>
                  <a:pt x="1985105" y="2793873"/>
                  <a:pt x="1985105" y="2795207"/>
                </a:cubicBezTo>
                <a:lnTo>
                  <a:pt x="1985105" y="2808732"/>
                </a:lnTo>
                <a:cubicBezTo>
                  <a:pt x="1985105" y="2810066"/>
                  <a:pt x="1984153" y="2811113"/>
                  <a:pt x="1982819" y="2811113"/>
                </a:cubicBezTo>
                <a:close/>
                <a:moveTo>
                  <a:pt x="1817561" y="2831306"/>
                </a:moveTo>
                <a:cubicBezTo>
                  <a:pt x="1814798" y="2831306"/>
                  <a:pt x="1812512" y="2829020"/>
                  <a:pt x="1812512" y="2826258"/>
                </a:cubicBezTo>
                <a:cubicBezTo>
                  <a:pt x="1812512" y="2823496"/>
                  <a:pt x="1814798" y="2821210"/>
                  <a:pt x="1817561" y="2821210"/>
                </a:cubicBezTo>
                <a:cubicBezTo>
                  <a:pt x="1820323" y="2821210"/>
                  <a:pt x="1822609" y="2823496"/>
                  <a:pt x="1822609" y="2826258"/>
                </a:cubicBezTo>
                <a:cubicBezTo>
                  <a:pt x="1822609" y="2829020"/>
                  <a:pt x="1820323" y="2831306"/>
                  <a:pt x="1817561" y="2831306"/>
                </a:cubicBezTo>
                <a:close/>
                <a:moveTo>
                  <a:pt x="2072545" y="2924747"/>
                </a:moveTo>
                <a:cubicBezTo>
                  <a:pt x="2072545" y="2921127"/>
                  <a:pt x="2075498" y="2918270"/>
                  <a:pt x="2079022" y="2918270"/>
                </a:cubicBezTo>
                <a:cubicBezTo>
                  <a:pt x="2082546" y="2918270"/>
                  <a:pt x="2085499" y="2921222"/>
                  <a:pt x="2085499" y="2924747"/>
                </a:cubicBezTo>
                <a:cubicBezTo>
                  <a:pt x="2085499" y="2928271"/>
                  <a:pt x="2082546" y="2931224"/>
                  <a:pt x="2079022" y="2931224"/>
                </a:cubicBezTo>
                <a:cubicBezTo>
                  <a:pt x="2075498" y="2931224"/>
                  <a:pt x="2072545" y="2928366"/>
                  <a:pt x="2072545" y="2924747"/>
                </a:cubicBezTo>
                <a:close/>
                <a:moveTo>
                  <a:pt x="2189036" y="3919061"/>
                </a:moveTo>
                <a:cubicBezTo>
                  <a:pt x="2189607" y="3921824"/>
                  <a:pt x="2191322" y="3924205"/>
                  <a:pt x="2193703" y="3925729"/>
                </a:cubicBezTo>
                <a:cubicBezTo>
                  <a:pt x="2195417" y="3926872"/>
                  <a:pt x="2197418" y="3927348"/>
                  <a:pt x="2199323" y="3927348"/>
                </a:cubicBezTo>
                <a:cubicBezTo>
                  <a:pt x="2200085" y="3927348"/>
                  <a:pt x="2200847" y="3927348"/>
                  <a:pt x="2201609" y="3927062"/>
                </a:cubicBezTo>
                <a:cubicBezTo>
                  <a:pt x="2204371" y="3926491"/>
                  <a:pt x="2206752" y="3924776"/>
                  <a:pt x="2208276" y="3922395"/>
                </a:cubicBezTo>
                <a:cubicBezTo>
                  <a:pt x="2209800" y="3920014"/>
                  <a:pt x="2210276" y="3917156"/>
                  <a:pt x="2209705" y="3914394"/>
                </a:cubicBezTo>
                <a:cubicBezTo>
                  <a:pt x="2209133" y="3911632"/>
                  <a:pt x="2207419" y="3909251"/>
                  <a:pt x="2205038" y="3907727"/>
                </a:cubicBezTo>
                <a:cubicBezTo>
                  <a:pt x="2202656" y="3906203"/>
                  <a:pt x="2199799" y="3905726"/>
                  <a:pt x="2197037" y="3906298"/>
                </a:cubicBezTo>
                <a:cubicBezTo>
                  <a:pt x="2196370" y="3906488"/>
                  <a:pt x="2195798" y="3906869"/>
                  <a:pt x="2195132" y="3907155"/>
                </a:cubicBezTo>
                <a:lnTo>
                  <a:pt x="2164461" y="3876009"/>
                </a:lnTo>
                <a:lnTo>
                  <a:pt x="2135505" y="3876009"/>
                </a:lnTo>
                <a:cubicBezTo>
                  <a:pt x="2134362" y="3870293"/>
                  <a:pt x="2129504" y="3865912"/>
                  <a:pt x="2123504" y="3865912"/>
                </a:cubicBezTo>
                <a:cubicBezTo>
                  <a:pt x="2116646" y="3865912"/>
                  <a:pt x="2111026" y="3871532"/>
                  <a:pt x="2111026" y="3878390"/>
                </a:cubicBezTo>
                <a:cubicBezTo>
                  <a:pt x="2111026" y="3885248"/>
                  <a:pt x="2116646" y="3890867"/>
                  <a:pt x="2123504" y="3890867"/>
                </a:cubicBezTo>
                <a:cubicBezTo>
                  <a:pt x="2129504" y="3890867"/>
                  <a:pt x="2134362" y="3886486"/>
                  <a:pt x="2135505" y="3880771"/>
                </a:cubicBezTo>
                <a:lnTo>
                  <a:pt x="2162461" y="3880771"/>
                </a:lnTo>
                <a:lnTo>
                  <a:pt x="2191226" y="3910013"/>
                </a:lnTo>
                <a:cubicBezTo>
                  <a:pt x="2191226" y="3910013"/>
                  <a:pt x="2190655" y="3910489"/>
                  <a:pt x="2190369" y="3910870"/>
                </a:cubicBezTo>
                <a:cubicBezTo>
                  <a:pt x="2188845" y="3913251"/>
                  <a:pt x="2188369" y="3916109"/>
                  <a:pt x="2188940" y="3918871"/>
                </a:cubicBezTo>
                <a:close/>
                <a:moveTo>
                  <a:pt x="2194560" y="3913727"/>
                </a:moveTo>
                <a:cubicBezTo>
                  <a:pt x="2195417" y="3912489"/>
                  <a:pt x="2196656" y="3911537"/>
                  <a:pt x="2198084" y="3911251"/>
                </a:cubicBezTo>
                <a:lnTo>
                  <a:pt x="2198084" y="3911251"/>
                </a:lnTo>
                <a:cubicBezTo>
                  <a:pt x="2198084" y="3911251"/>
                  <a:pt x="2198942" y="3911155"/>
                  <a:pt x="2199323" y="3911155"/>
                </a:cubicBezTo>
                <a:cubicBezTo>
                  <a:pt x="2200370" y="3911155"/>
                  <a:pt x="2201418" y="3911442"/>
                  <a:pt x="2202371" y="3912013"/>
                </a:cubicBezTo>
                <a:cubicBezTo>
                  <a:pt x="2203609" y="3912870"/>
                  <a:pt x="2204561" y="3914109"/>
                  <a:pt x="2204847" y="3915537"/>
                </a:cubicBezTo>
                <a:cubicBezTo>
                  <a:pt x="2205133" y="3917061"/>
                  <a:pt x="2204847" y="3918490"/>
                  <a:pt x="2204085" y="3919823"/>
                </a:cubicBezTo>
                <a:cubicBezTo>
                  <a:pt x="2203228" y="3921062"/>
                  <a:pt x="2201990" y="3922014"/>
                  <a:pt x="2200561" y="3922300"/>
                </a:cubicBezTo>
                <a:cubicBezTo>
                  <a:pt x="2199037" y="3922681"/>
                  <a:pt x="2197608" y="3922300"/>
                  <a:pt x="2196275" y="3921538"/>
                </a:cubicBezTo>
                <a:cubicBezTo>
                  <a:pt x="2195036" y="3920680"/>
                  <a:pt x="2194084" y="3919442"/>
                  <a:pt x="2193798" y="3918013"/>
                </a:cubicBezTo>
                <a:cubicBezTo>
                  <a:pt x="2193512" y="3916490"/>
                  <a:pt x="2193798" y="3915061"/>
                  <a:pt x="2194560" y="3913727"/>
                </a:cubicBezTo>
                <a:close/>
                <a:moveTo>
                  <a:pt x="2123504" y="3886200"/>
                </a:moveTo>
                <a:cubicBezTo>
                  <a:pt x="2119313" y="3886200"/>
                  <a:pt x="2115884" y="3882771"/>
                  <a:pt x="2115884" y="3878580"/>
                </a:cubicBezTo>
                <a:cubicBezTo>
                  <a:pt x="2115884" y="3874389"/>
                  <a:pt x="2119313" y="3870960"/>
                  <a:pt x="2123504" y="3870960"/>
                </a:cubicBezTo>
                <a:cubicBezTo>
                  <a:pt x="2127695" y="3870960"/>
                  <a:pt x="2131124" y="3874389"/>
                  <a:pt x="2131124" y="3878580"/>
                </a:cubicBezTo>
                <a:cubicBezTo>
                  <a:pt x="2131124" y="3882771"/>
                  <a:pt x="2127695" y="3886200"/>
                  <a:pt x="2123504" y="3886200"/>
                </a:cubicBezTo>
                <a:close/>
                <a:moveTo>
                  <a:pt x="505111" y="1629347"/>
                </a:moveTo>
                <a:cubicBezTo>
                  <a:pt x="505111" y="1622393"/>
                  <a:pt x="510731" y="1616678"/>
                  <a:pt x="517779" y="1616678"/>
                </a:cubicBezTo>
                <a:cubicBezTo>
                  <a:pt x="524828" y="1616678"/>
                  <a:pt x="530447" y="1622298"/>
                  <a:pt x="530447" y="1629347"/>
                </a:cubicBezTo>
                <a:cubicBezTo>
                  <a:pt x="530447" y="1636395"/>
                  <a:pt x="524828" y="1642015"/>
                  <a:pt x="517779" y="1642015"/>
                </a:cubicBezTo>
                <a:cubicBezTo>
                  <a:pt x="510731" y="1642015"/>
                  <a:pt x="505111" y="1636395"/>
                  <a:pt x="505111" y="1629347"/>
                </a:cubicBezTo>
                <a:close/>
                <a:moveTo>
                  <a:pt x="2075593" y="3911155"/>
                </a:moveTo>
                <a:lnTo>
                  <a:pt x="2075593" y="3901630"/>
                </a:lnTo>
                <a:cubicBezTo>
                  <a:pt x="2075593" y="3899249"/>
                  <a:pt x="2077498" y="3897344"/>
                  <a:pt x="2079879" y="3897344"/>
                </a:cubicBezTo>
                <a:lnTo>
                  <a:pt x="2090166" y="3897344"/>
                </a:lnTo>
                <a:cubicBezTo>
                  <a:pt x="2092166" y="3897344"/>
                  <a:pt x="2093690" y="3898963"/>
                  <a:pt x="2093690" y="3900869"/>
                </a:cubicBezTo>
                <a:lnTo>
                  <a:pt x="2093690" y="3911155"/>
                </a:lnTo>
                <a:cubicBezTo>
                  <a:pt x="2093690" y="3913537"/>
                  <a:pt x="2091785" y="3915442"/>
                  <a:pt x="2089404" y="3915442"/>
                </a:cubicBezTo>
                <a:lnTo>
                  <a:pt x="2079879" y="3915442"/>
                </a:lnTo>
                <a:cubicBezTo>
                  <a:pt x="2077498" y="3915442"/>
                  <a:pt x="2075593" y="3913537"/>
                  <a:pt x="2075593" y="3911155"/>
                </a:cubicBezTo>
                <a:close/>
                <a:moveTo>
                  <a:pt x="2139696" y="3756279"/>
                </a:moveTo>
                <a:lnTo>
                  <a:pt x="2160270" y="3728371"/>
                </a:lnTo>
                <a:lnTo>
                  <a:pt x="2173034" y="3728371"/>
                </a:lnTo>
                <a:cubicBezTo>
                  <a:pt x="2180273" y="3728371"/>
                  <a:pt x="2186083" y="3722465"/>
                  <a:pt x="2186083" y="3715322"/>
                </a:cubicBezTo>
                <a:lnTo>
                  <a:pt x="2186083" y="3686747"/>
                </a:lnTo>
                <a:cubicBezTo>
                  <a:pt x="2186083" y="3679508"/>
                  <a:pt x="2180177" y="3673697"/>
                  <a:pt x="2173034" y="3673697"/>
                </a:cubicBezTo>
                <a:lnTo>
                  <a:pt x="2161127" y="3673697"/>
                </a:lnTo>
                <a:lnTo>
                  <a:pt x="2161127" y="3635407"/>
                </a:lnTo>
                <a:cubicBezTo>
                  <a:pt x="2161127" y="3635407"/>
                  <a:pt x="2128742" y="3605689"/>
                  <a:pt x="2128742" y="3605689"/>
                </a:cubicBezTo>
                <a:lnTo>
                  <a:pt x="2161032" y="3575971"/>
                </a:lnTo>
                <a:lnTo>
                  <a:pt x="2161032" y="3537490"/>
                </a:lnTo>
                <a:lnTo>
                  <a:pt x="2173034" y="3537490"/>
                </a:lnTo>
                <a:cubicBezTo>
                  <a:pt x="2178272" y="3537490"/>
                  <a:pt x="2182559" y="3533204"/>
                  <a:pt x="2182559" y="3527965"/>
                </a:cubicBezTo>
                <a:lnTo>
                  <a:pt x="2182559" y="3499390"/>
                </a:lnTo>
                <a:cubicBezTo>
                  <a:pt x="2182559" y="3494532"/>
                  <a:pt x="2178844" y="3490627"/>
                  <a:pt x="2174177" y="3490151"/>
                </a:cubicBezTo>
                <a:lnTo>
                  <a:pt x="2174177" y="3267647"/>
                </a:lnTo>
                <a:cubicBezTo>
                  <a:pt x="2177891" y="3266980"/>
                  <a:pt x="2181130" y="3265075"/>
                  <a:pt x="2183321" y="3262027"/>
                </a:cubicBezTo>
                <a:cubicBezTo>
                  <a:pt x="2187988" y="3255645"/>
                  <a:pt x="2186654" y="3246692"/>
                  <a:pt x="2180273" y="3242024"/>
                </a:cubicBezTo>
                <a:cubicBezTo>
                  <a:pt x="2177701" y="3240119"/>
                  <a:pt x="2174748" y="3239262"/>
                  <a:pt x="2171795" y="3239262"/>
                </a:cubicBezTo>
                <a:cubicBezTo>
                  <a:pt x="2167414" y="3239262"/>
                  <a:pt x="2163032" y="3241262"/>
                  <a:pt x="2160270" y="3245072"/>
                </a:cubicBezTo>
                <a:cubicBezTo>
                  <a:pt x="2155603" y="3251454"/>
                  <a:pt x="2156936" y="3260408"/>
                  <a:pt x="2163318" y="3265075"/>
                </a:cubicBezTo>
                <a:cubicBezTo>
                  <a:pt x="2165128" y="3266409"/>
                  <a:pt x="2167223" y="3267266"/>
                  <a:pt x="2169414" y="3267551"/>
                </a:cubicBezTo>
                <a:lnTo>
                  <a:pt x="2169414" y="3489865"/>
                </a:lnTo>
                <a:cubicBezTo>
                  <a:pt x="2169414" y="3489865"/>
                  <a:pt x="2144554" y="3489865"/>
                  <a:pt x="2144554" y="3489865"/>
                </a:cubicBezTo>
                <a:cubicBezTo>
                  <a:pt x="2143220" y="3489865"/>
                  <a:pt x="2141887" y="3490151"/>
                  <a:pt x="2140744" y="3490722"/>
                </a:cubicBezTo>
                <a:lnTo>
                  <a:pt x="2112264" y="3458242"/>
                </a:lnTo>
                <a:lnTo>
                  <a:pt x="2112264" y="3267551"/>
                </a:lnTo>
                <a:cubicBezTo>
                  <a:pt x="2115979" y="3266885"/>
                  <a:pt x="2119217" y="3264980"/>
                  <a:pt x="2121408" y="3261932"/>
                </a:cubicBezTo>
                <a:cubicBezTo>
                  <a:pt x="2126075" y="3255550"/>
                  <a:pt x="2124742" y="3246596"/>
                  <a:pt x="2118360" y="3241929"/>
                </a:cubicBezTo>
                <a:cubicBezTo>
                  <a:pt x="2115788" y="3240024"/>
                  <a:pt x="2112836" y="3239167"/>
                  <a:pt x="2109883" y="3239167"/>
                </a:cubicBezTo>
                <a:cubicBezTo>
                  <a:pt x="2105501" y="3239167"/>
                  <a:pt x="2101120" y="3241167"/>
                  <a:pt x="2098358" y="3244977"/>
                </a:cubicBezTo>
                <a:cubicBezTo>
                  <a:pt x="2093690" y="3251359"/>
                  <a:pt x="2095024" y="3260312"/>
                  <a:pt x="2101406" y="3264980"/>
                </a:cubicBezTo>
                <a:cubicBezTo>
                  <a:pt x="2103215" y="3266313"/>
                  <a:pt x="2105311" y="3267170"/>
                  <a:pt x="2107502" y="3267456"/>
                </a:cubicBezTo>
                <a:lnTo>
                  <a:pt x="2107502" y="3459956"/>
                </a:lnTo>
                <a:cubicBezTo>
                  <a:pt x="2107502" y="3459956"/>
                  <a:pt x="2137124" y="3493770"/>
                  <a:pt x="2137124" y="3493770"/>
                </a:cubicBezTo>
                <a:cubicBezTo>
                  <a:pt x="2135981" y="3495389"/>
                  <a:pt x="2135124" y="3497199"/>
                  <a:pt x="2135124" y="3499390"/>
                </a:cubicBezTo>
                <a:lnTo>
                  <a:pt x="2135124" y="3527965"/>
                </a:lnTo>
                <a:cubicBezTo>
                  <a:pt x="2135124" y="3533204"/>
                  <a:pt x="2139410" y="3537490"/>
                  <a:pt x="2144649" y="3537490"/>
                </a:cubicBezTo>
                <a:lnTo>
                  <a:pt x="2156555" y="3537490"/>
                </a:lnTo>
                <a:lnTo>
                  <a:pt x="2156555" y="3573875"/>
                </a:lnTo>
                <a:cubicBezTo>
                  <a:pt x="2156555" y="3573875"/>
                  <a:pt x="2126647" y="3601307"/>
                  <a:pt x="2126647" y="3601307"/>
                </a:cubicBezTo>
                <a:lnTo>
                  <a:pt x="2126647" y="3601307"/>
                </a:lnTo>
                <a:cubicBezTo>
                  <a:pt x="2126647" y="3595973"/>
                  <a:pt x="2122361" y="3591687"/>
                  <a:pt x="2117122" y="3591687"/>
                </a:cubicBezTo>
                <a:lnTo>
                  <a:pt x="2088547" y="3591687"/>
                </a:lnTo>
                <a:cubicBezTo>
                  <a:pt x="2083308" y="3591687"/>
                  <a:pt x="2079022" y="3595973"/>
                  <a:pt x="2079022" y="3601212"/>
                </a:cubicBezTo>
                <a:lnTo>
                  <a:pt x="2079022" y="3604070"/>
                </a:lnTo>
                <a:lnTo>
                  <a:pt x="2049113" y="3576542"/>
                </a:lnTo>
                <a:lnTo>
                  <a:pt x="2049113" y="3541014"/>
                </a:lnTo>
                <a:cubicBezTo>
                  <a:pt x="2049113" y="3541014"/>
                  <a:pt x="2061115" y="3541014"/>
                  <a:pt x="2061115" y="3541014"/>
                </a:cubicBezTo>
                <a:cubicBezTo>
                  <a:pt x="2068354" y="3541014"/>
                  <a:pt x="2074164" y="3535109"/>
                  <a:pt x="2074164" y="3527965"/>
                </a:cubicBezTo>
                <a:lnTo>
                  <a:pt x="2074164" y="3499390"/>
                </a:lnTo>
                <a:cubicBezTo>
                  <a:pt x="2074164" y="3492151"/>
                  <a:pt x="2068259" y="3486341"/>
                  <a:pt x="2061115" y="3486341"/>
                </a:cubicBezTo>
                <a:lnTo>
                  <a:pt x="2046827" y="3486341"/>
                </a:lnTo>
                <a:lnTo>
                  <a:pt x="2046351" y="3306890"/>
                </a:lnTo>
                <a:lnTo>
                  <a:pt x="2046351" y="3306032"/>
                </a:lnTo>
                <a:lnTo>
                  <a:pt x="2032064" y="3289935"/>
                </a:lnTo>
                <a:lnTo>
                  <a:pt x="2032064" y="3264503"/>
                </a:lnTo>
                <a:cubicBezTo>
                  <a:pt x="2032064" y="3264503"/>
                  <a:pt x="2040446" y="3264503"/>
                  <a:pt x="2040446" y="3264503"/>
                </a:cubicBezTo>
                <a:cubicBezTo>
                  <a:pt x="2043875" y="3264503"/>
                  <a:pt x="2046542" y="3261741"/>
                  <a:pt x="2046542" y="3258407"/>
                </a:cubicBezTo>
                <a:lnTo>
                  <a:pt x="2046542" y="3252788"/>
                </a:lnTo>
                <a:cubicBezTo>
                  <a:pt x="2046542" y="3249359"/>
                  <a:pt x="2043779" y="3246692"/>
                  <a:pt x="2040446" y="3246692"/>
                </a:cubicBezTo>
                <a:lnTo>
                  <a:pt x="2018824" y="3246692"/>
                </a:lnTo>
                <a:cubicBezTo>
                  <a:pt x="2015395" y="3246692"/>
                  <a:pt x="2012728" y="3249454"/>
                  <a:pt x="2012728" y="3252788"/>
                </a:cubicBezTo>
                <a:lnTo>
                  <a:pt x="2012728" y="3258407"/>
                </a:lnTo>
                <a:cubicBezTo>
                  <a:pt x="2012728" y="3261836"/>
                  <a:pt x="2015490" y="3264503"/>
                  <a:pt x="2018824" y="3264503"/>
                </a:cubicBezTo>
                <a:lnTo>
                  <a:pt x="2027301" y="3264503"/>
                </a:lnTo>
                <a:lnTo>
                  <a:pt x="2027301" y="3291745"/>
                </a:lnTo>
                <a:cubicBezTo>
                  <a:pt x="2027301" y="3291745"/>
                  <a:pt x="2041684" y="3307842"/>
                  <a:pt x="2041684" y="3307842"/>
                </a:cubicBezTo>
                <a:lnTo>
                  <a:pt x="2042160" y="3486341"/>
                </a:lnTo>
                <a:lnTo>
                  <a:pt x="2032635" y="3486341"/>
                </a:lnTo>
                <a:cubicBezTo>
                  <a:pt x="2025396" y="3486341"/>
                  <a:pt x="2019586" y="3492246"/>
                  <a:pt x="2019586" y="3499390"/>
                </a:cubicBezTo>
                <a:lnTo>
                  <a:pt x="2019586" y="3527965"/>
                </a:lnTo>
                <a:cubicBezTo>
                  <a:pt x="2019586" y="3535204"/>
                  <a:pt x="2025491" y="3541014"/>
                  <a:pt x="2032635" y="3541014"/>
                </a:cubicBezTo>
                <a:lnTo>
                  <a:pt x="2044351" y="3541014"/>
                </a:lnTo>
                <a:lnTo>
                  <a:pt x="2044351" y="3578638"/>
                </a:lnTo>
                <a:cubicBezTo>
                  <a:pt x="2044351" y="3578638"/>
                  <a:pt x="2076355" y="3608070"/>
                  <a:pt x="2076355" y="3608070"/>
                </a:cubicBezTo>
                <a:lnTo>
                  <a:pt x="2044446" y="3637502"/>
                </a:lnTo>
                <a:lnTo>
                  <a:pt x="2044446" y="3673697"/>
                </a:lnTo>
                <a:lnTo>
                  <a:pt x="2032540" y="3673697"/>
                </a:lnTo>
                <a:cubicBezTo>
                  <a:pt x="2025301" y="3673697"/>
                  <a:pt x="2019491" y="3679603"/>
                  <a:pt x="2019491" y="3686747"/>
                </a:cubicBezTo>
                <a:lnTo>
                  <a:pt x="2019491" y="3715322"/>
                </a:lnTo>
                <a:cubicBezTo>
                  <a:pt x="2019491" y="3722561"/>
                  <a:pt x="2025396" y="3728371"/>
                  <a:pt x="2032540" y="3728371"/>
                </a:cubicBezTo>
                <a:lnTo>
                  <a:pt x="2061115" y="3728371"/>
                </a:lnTo>
                <a:cubicBezTo>
                  <a:pt x="2068354" y="3728371"/>
                  <a:pt x="2074164" y="3722465"/>
                  <a:pt x="2074164" y="3715322"/>
                </a:cubicBezTo>
                <a:lnTo>
                  <a:pt x="2074164" y="3686747"/>
                </a:lnTo>
                <a:cubicBezTo>
                  <a:pt x="2074164" y="3679508"/>
                  <a:pt x="2068259" y="3673697"/>
                  <a:pt x="2061115" y="3673697"/>
                </a:cubicBezTo>
                <a:lnTo>
                  <a:pt x="2049018" y="3673697"/>
                </a:lnTo>
                <a:lnTo>
                  <a:pt x="2049018" y="3639598"/>
                </a:lnTo>
                <a:cubicBezTo>
                  <a:pt x="2049018" y="3639598"/>
                  <a:pt x="2079593" y="3611499"/>
                  <a:pt x="2079593" y="3611499"/>
                </a:cubicBezTo>
                <a:cubicBezTo>
                  <a:pt x="2080736" y="3615404"/>
                  <a:pt x="2084261" y="3618262"/>
                  <a:pt x="2088547" y="3618262"/>
                </a:cubicBezTo>
                <a:lnTo>
                  <a:pt x="2117122" y="3618262"/>
                </a:lnTo>
                <a:cubicBezTo>
                  <a:pt x="2121980" y="3618262"/>
                  <a:pt x="2125885" y="3614547"/>
                  <a:pt x="2126456" y="3609785"/>
                </a:cubicBezTo>
                <a:lnTo>
                  <a:pt x="2156460" y="3637407"/>
                </a:lnTo>
                <a:lnTo>
                  <a:pt x="2156460" y="3673602"/>
                </a:lnTo>
                <a:cubicBezTo>
                  <a:pt x="2156460" y="3673602"/>
                  <a:pt x="2144649" y="3673602"/>
                  <a:pt x="2144649" y="3673602"/>
                </a:cubicBezTo>
                <a:cubicBezTo>
                  <a:pt x="2137410" y="3673602"/>
                  <a:pt x="2131600" y="3679508"/>
                  <a:pt x="2131600" y="3686651"/>
                </a:cubicBezTo>
                <a:lnTo>
                  <a:pt x="2131600" y="3715226"/>
                </a:lnTo>
                <a:cubicBezTo>
                  <a:pt x="2131600" y="3722465"/>
                  <a:pt x="2137505" y="3728276"/>
                  <a:pt x="2144649" y="3728276"/>
                </a:cubicBezTo>
                <a:lnTo>
                  <a:pt x="2154555" y="3728276"/>
                </a:lnTo>
                <a:lnTo>
                  <a:pt x="2137505" y="3751421"/>
                </a:lnTo>
                <a:lnTo>
                  <a:pt x="1991678" y="3751421"/>
                </a:lnTo>
                <a:lnTo>
                  <a:pt x="1927003" y="3820954"/>
                </a:lnTo>
                <a:lnTo>
                  <a:pt x="1927003" y="3927253"/>
                </a:lnTo>
                <a:cubicBezTo>
                  <a:pt x="1920621" y="3928396"/>
                  <a:pt x="1915573" y="3934016"/>
                  <a:pt x="1915573" y="3940874"/>
                </a:cubicBezTo>
                <a:cubicBezTo>
                  <a:pt x="1915573" y="3948494"/>
                  <a:pt x="1921764" y="3954685"/>
                  <a:pt x="1929384" y="3954685"/>
                </a:cubicBezTo>
                <a:cubicBezTo>
                  <a:pt x="1937004" y="3954685"/>
                  <a:pt x="1943195" y="3948494"/>
                  <a:pt x="1943195" y="3940874"/>
                </a:cubicBezTo>
                <a:cubicBezTo>
                  <a:pt x="1943195" y="3934111"/>
                  <a:pt x="1938242" y="3928491"/>
                  <a:pt x="1931765" y="3927253"/>
                </a:cubicBezTo>
                <a:lnTo>
                  <a:pt x="1931765" y="3822859"/>
                </a:lnTo>
                <a:cubicBezTo>
                  <a:pt x="1931765" y="3822859"/>
                  <a:pt x="1993582" y="3756184"/>
                  <a:pt x="1993582" y="3756184"/>
                </a:cubicBezTo>
                <a:lnTo>
                  <a:pt x="2139791" y="3756184"/>
                </a:lnTo>
                <a:close/>
                <a:moveTo>
                  <a:pt x="2164842" y="3262884"/>
                </a:moveTo>
                <a:cubicBezTo>
                  <a:pt x="2159603" y="3259074"/>
                  <a:pt x="2158556" y="3251740"/>
                  <a:pt x="2162366" y="3246501"/>
                </a:cubicBezTo>
                <a:cubicBezTo>
                  <a:pt x="2166176" y="3241358"/>
                  <a:pt x="2173510" y="3240215"/>
                  <a:pt x="2178749" y="3244025"/>
                </a:cubicBezTo>
                <a:cubicBezTo>
                  <a:pt x="2181225" y="3245834"/>
                  <a:pt x="2182940" y="3248597"/>
                  <a:pt x="2183416" y="3251645"/>
                </a:cubicBezTo>
                <a:cubicBezTo>
                  <a:pt x="2183892" y="3254693"/>
                  <a:pt x="2183130" y="3257836"/>
                  <a:pt x="2181320" y="3260312"/>
                </a:cubicBezTo>
                <a:cubicBezTo>
                  <a:pt x="2179511" y="3262789"/>
                  <a:pt x="2176748" y="3264503"/>
                  <a:pt x="2173700" y="3264980"/>
                </a:cubicBezTo>
                <a:cubicBezTo>
                  <a:pt x="2173129" y="3264980"/>
                  <a:pt x="2172462" y="3265075"/>
                  <a:pt x="2171891" y="3265075"/>
                </a:cubicBezTo>
                <a:cubicBezTo>
                  <a:pt x="2169414" y="3265075"/>
                  <a:pt x="2167033" y="3264313"/>
                  <a:pt x="2165033" y="3262789"/>
                </a:cubicBezTo>
                <a:close/>
                <a:moveTo>
                  <a:pt x="2109692" y="3265170"/>
                </a:moveTo>
                <a:cubicBezTo>
                  <a:pt x="2107216" y="3265170"/>
                  <a:pt x="2104835" y="3264408"/>
                  <a:pt x="2102834" y="3262884"/>
                </a:cubicBezTo>
                <a:cubicBezTo>
                  <a:pt x="2097596" y="3259074"/>
                  <a:pt x="2096548" y="3251740"/>
                  <a:pt x="2100358" y="3246501"/>
                </a:cubicBezTo>
                <a:cubicBezTo>
                  <a:pt x="2104168" y="3241358"/>
                  <a:pt x="2111502" y="3240215"/>
                  <a:pt x="2116741" y="3244025"/>
                </a:cubicBezTo>
                <a:cubicBezTo>
                  <a:pt x="2119217" y="3245834"/>
                  <a:pt x="2120932" y="3248597"/>
                  <a:pt x="2121408" y="3251645"/>
                </a:cubicBezTo>
                <a:cubicBezTo>
                  <a:pt x="2121884" y="3254693"/>
                  <a:pt x="2121122" y="3257836"/>
                  <a:pt x="2119313" y="3260312"/>
                </a:cubicBezTo>
                <a:cubicBezTo>
                  <a:pt x="2117503" y="3262789"/>
                  <a:pt x="2114741" y="3264503"/>
                  <a:pt x="2111693" y="3264980"/>
                </a:cubicBezTo>
                <a:cubicBezTo>
                  <a:pt x="2111121" y="3264980"/>
                  <a:pt x="2110454" y="3265075"/>
                  <a:pt x="2109883" y="3265075"/>
                </a:cubicBezTo>
                <a:close/>
                <a:moveTo>
                  <a:pt x="2018728" y="3259741"/>
                </a:moveTo>
                <a:cubicBezTo>
                  <a:pt x="2017967" y="3259741"/>
                  <a:pt x="2017395" y="3259169"/>
                  <a:pt x="2017395" y="3258407"/>
                </a:cubicBezTo>
                <a:lnTo>
                  <a:pt x="2017395" y="3252788"/>
                </a:lnTo>
                <a:cubicBezTo>
                  <a:pt x="2017395" y="3252026"/>
                  <a:pt x="2017967" y="3251454"/>
                  <a:pt x="2018728" y="3251454"/>
                </a:cubicBezTo>
                <a:lnTo>
                  <a:pt x="2040350" y="3251454"/>
                </a:lnTo>
                <a:cubicBezTo>
                  <a:pt x="2041112" y="3251454"/>
                  <a:pt x="2041684" y="3252026"/>
                  <a:pt x="2041684" y="3252788"/>
                </a:cubicBezTo>
                <a:lnTo>
                  <a:pt x="2041684" y="3258407"/>
                </a:lnTo>
                <a:cubicBezTo>
                  <a:pt x="2041684" y="3259169"/>
                  <a:pt x="2041112" y="3259741"/>
                  <a:pt x="2040350" y="3259741"/>
                </a:cubicBezTo>
                <a:lnTo>
                  <a:pt x="2018728" y="3259741"/>
                </a:lnTo>
                <a:close/>
                <a:moveTo>
                  <a:pt x="2032349" y="3533870"/>
                </a:moveTo>
                <a:cubicBezTo>
                  <a:pt x="2029111" y="3533870"/>
                  <a:pt x="2026444" y="3531203"/>
                  <a:pt x="2026444" y="3527965"/>
                </a:cubicBezTo>
                <a:lnTo>
                  <a:pt x="2026444" y="3499390"/>
                </a:lnTo>
                <a:cubicBezTo>
                  <a:pt x="2026444" y="3496151"/>
                  <a:pt x="2029111" y="3493484"/>
                  <a:pt x="2032349" y="3493484"/>
                </a:cubicBezTo>
                <a:lnTo>
                  <a:pt x="2060924" y="3493484"/>
                </a:lnTo>
                <a:cubicBezTo>
                  <a:pt x="2064163" y="3493484"/>
                  <a:pt x="2066830" y="3496151"/>
                  <a:pt x="2066830" y="3499390"/>
                </a:cubicBezTo>
                <a:lnTo>
                  <a:pt x="2066830" y="3527965"/>
                </a:lnTo>
                <a:cubicBezTo>
                  <a:pt x="2066830" y="3531203"/>
                  <a:pt x="2064163" y="3533870"/>
                  <a:pt x="2060924" y="3533870"/>
                </a:cubicBezTo>
                <a:lnTo>
                  <a:pt x="2032349" y="3533870"/>
                </a:lnTo>
                <a:close/>
                <a:moveTo>
                  <a:pt x="2061020" y="3680841"/>
                </a:moveTo>
                <a:cubicBezTo>
                  <a:pt x="2064258" y="3680841"/>
                  <a:pt x="2066925" y="3683508"/>
                  <a:pt x="2066925" y="3686747"/>
                </a:cubicBezTo>
                <a:lnTo>
                  <a:pt x="2066925" y="3715322"/>
                </a:lnTo>
                <a:cubicBezTo>
                  <a:pt x="2066925" y="3718560"/>
                  <a:pt x="2064258" y="3721227"/>
                  <a:pt x="2061020" y="3721227"/>
                </a:cubicBezTo>
                <a:lnTo>
                  <a:pt x="2032445" y="3721227"/>
                </a:lnTo>
                <a:cubicBezTo>
                  <a:pt x="2029206" y="3721227"/>
                  <a:pt x="2026539" y="3718560"/>
                  <a:pt x="2026539" y="3715322"/>
                </a:cubicBezTo>
                <a:lnTo>
                  <a:pt x="2026539" y="3686747"/>
                </a:lnTo>
                <a:cubicBezTo>
                  <a:pt x="2026539" y="3683508"/>
                  <a:pt x="2029206" y="3680841"/>
                  <a:pt x="2032445" y="3680841"/>
                </a:cubicBezTo>
                <a:lnTo>
                  <a:pt x="2061020" y="3680841"/>
                </a:lnTo>
                <a:close/>
                <a:moveTo>
                  <a:pt x="2078927" y="3608832"/>
                </a:moveTo>
                <a:lnTo>
                  <a:pt x="2078260" y="3608165"/>
                </a:lnTo>
                <a:lnTo>
                  <a:pt x="2078927" y="3607499"/>
                </a:lnTo>
                <a:lnTo>
                  <a:pt x="2078927" y="3608927"/>
                </a:lnTo>
                <a:close/>
                <a:moveTo>
                  <a:pt x="2126456" y="3606546"/>
                </a:moveTo>
                <a:lnTo>
                  <a:pt x="2126456" y="3604736"/>
                </a:lnTo>
                <a:lnTo>
                  <a:pt x="2127314" y="3605689"/>
                </a:lnTo>
                <a:lnTo>
                  <a:pt x="2126456" y="3606642"/>
                </a:lnTo>
                <a:close/>
                <a:moveTo>
                  <a:pt x="2144459" y="3721322"/>
                </a:moveTo>
                <a:cubicBezTo>
                  <a:pt x="2141220" y="3721322"/>
                  <a:pt x="2138553" y="3718655"/>
                  <a:pt x="2138553" y="3715417"/>
                </a:cubicBezTo>
                <a:lnTo>
                  <a:pt x="2138553" y="3686842"/>
                </a:lnTo>
                <a:cubicBezTo>
                  <a:pt x="2138553" y="3683603"/>
                  <a:pt x="2141220" y="3680936"/>
                  <a:pt x="2144459" y="3680936"/>
                </a:cubicBezTo>
                <a:lnTo>
                  <a:pt x="2173034" y="3680936"/>
                </a:lnTo>
                <a:cubicBezTo>
                  <a:pt x="2176272" y="3680936"/>
                  <a:pt x="2178939" y="3683603"/>
                  <a:pt x="2178939" y="3686842"/>
                </a:cubicBezTo>
                <a:lnTo>
                  <a:pt x="2178939" y="3715417"/>
                </a:lnTo>
                <a:cubicBezTo>
                  <a:pt x="2178939" y="3718655"/>
                  <a:pt x="2176272" y="3721322"/>
                  <a:pt x="2173034" y="3721322"/>
                </a:cubicBezTo>
                <a:lnTo>
                  <a:pt x="2144459" y="3721322"/>
                </a:lnTo>
                <a:close/>
                <a:moveTo>
                  <a:pt x="546926" y="3143155"/>
                </a:moveTo>
                <a:lnTo>
                  <a:pt x="534162" y="3129725"/>
                </a:lnTo>
                <a:lnTo>
                  <a:pt x="537591" y="3126486"/>
                </a:lnTo>
                <a:lnTo>
                  <a:pt x="550355" y="3139917"/>
                </a:lnTo>
                <a:lnTo>
                  <a:pt x="546926" y="3143155"/>
                </a:lnTo>
                <a:close/>
                <a:moveTo>
                  <a:pt x="120110" y="2994279"/>
                </a:moveTo>
                <a:lnTo>
                  <a:pt x="120491" y="2994565"/>
                </a:lnTo>
                <a:lnTo>
                  <a:pt x="194215" y="2994565"/>
                </a:lnTo>
                <a:cubicBezTo>
                  <a:pt x="195453" y="3000375"/>
                  <a:pt x="200501" y="3004661"/>
                  <a:pt x="206502" y="3004661"/>
                </a:cubicBezTo>
                <a:cubicBezTo>
                  <a:pt x="207074" y="3004661"/>
                  <a:pt x="207550" y="3004661"/>
                  <a:pt x="208121" y="3004566"/>
                </a:cubicBezTo>
                <a:cubicBezTo>
                  <a:pt x="215075" y="3003709"/>
                  <a:pt x="219932" y="2997327"/>
                  <a:pt x="219075" y="2990374"/>
                </a:cubicBezTo>
                <a:cubicBezTo>
                  <a:pt x="218694" y="2987040"/>
                  <a:pt x="216980" y="2984087"/>
                  <a:pt x="214313" y="2981992"/>
                </a:cubicBezTo>
                <a:cubicBezTo>
                  <a:pt x="211645" y="2979896"/>
                  <a:pt x="208312" y="2979039"/>
                  <a:pt x="204978" y="2979420"/>
                </a:cubicBezTo>
                <a:cubicBezTo>
                  <a:pt x="201644" y="2979801"/>
                  <a:pt x="198692" y="2981516"/>
                  <a:pt x="196596" y="2984183"/>
                </a:cubicBezTo>
                <a:cubicBezTo>
                  <a:pt x="194882" y="2986469"/>
                  <a:pt x="194120" y="2989231"/>
                  <a:pt x="194120" y="2991993"/>
                </a:cubicBezTo>
                <a:lnTo>
                  <a:pt x="121444" y="2991993"/>
                </a:lnTo>
                <a:cubicBezTo>
                  <a:pt x="121444" y="2991993"/>
                  <a:pt x="54959" y="2934557"/>
                  <a:pt x="54959" y="2934557"/>
                </a:cubicBezTo>
                <a:lnTo>
                  <a:pt x="54578" y="2934272"/>
                </a:lnTo>
                <a:lnTo>
                  <a:pt x="95" y="2934272"/>
                </a:lnTo>
                <a:lnTo>
                  <a:pt x="95" y="2936653"/>
                </a:lnTo>
                <a:lnTo>
                  <a:pt x="53721" y="2936653"/>
                </a:lnTo>
                <a:lnTo>
                  <a:pt x="120206" y="2994088"/>
                </a:lnTo>
                <a:close/>
                <a:moveTo>
                  <a:pt x="200216" y="2987230"/>
                </a:moveTo>
                <a:cubicBezTo>
                  <a:pt x="201454" y="2985611"/>
                  <a:pt x="203359" y="2984468"/>
                  <a:pt x="205454" y="2984278"/>
                </a:cubicBezTo>
                <a:cubicBezTo>
                  <a:pt x="205835" y="2984278"/>
                  <a:pt x="206121" y="2984278"/>
                  <a:pt x="206502" y="2984278"/>
                </a:cubicBezTo>
                <a:cubicBezTo>
                  <a:pt x="208217" y="2984278"/>
                  <a:pt x="209931" y="2984849"/>
                  <a:pt x="211265" y="2985897"/>
                </a:cubicBezTo>
                <a:cubicBezTo>
                  <a:pt x="212884" y="2987135"/>
                  <a:pt x="214027" y="2989040"/>
                  <a:pt x="214217" y="2991136"/>
                </a:cubicBezTo>
                <a:lnTo>
                  <a:pt x="214217" y="2991136"/>
                </a:lnTo>
                <a:cubicBezTo>
                  <a:pt x="214789" y="2995422"/>
                  <a:pt x="211741" y="2999423"/>
                  <a:pt x="207455" y="2999994"/>
                </a:cubicBezTo>
                <a:cubicBezTo>
                  <a:pt x="203168" y="3000661"/>
                  <a:pt x="199168" y="2997518"/>
                  <a:pt x="198596" y="2993136"/>
                </a:cubicBezTo>
                <a:cubicBezTo>
                  <a:pt x="198311" y="2991041"/>
                  <a:pt x="198882" y="2988945"/>
                  <a:pt x="200216" y="2987326"/>
                </a:cubicBezTo>
                <a:close/>
                <a:moveTo>
                  <a:pt x="1117283" y="2956465"/>
                </a:moveTo>
                <a:lnTo>
                  <a:pt x="1117283" y="2935510"/>
                </a:lnTo>
                <a:lnTo>
                  <a:pt x="1012222" y="2935510"/>
                </a:lnTo>
                <a:lnTo>
                  <a:pt x="1012222" y="2937891"/>
                </a:lnTo>
                <a:cubicBezTo>
                  <a:pt x="1012222" y="2933510"/>
                  <a:pt x="1010222" y="2929128"/>
                  <a:pt x="1006412" y="2926366"/>
                </a:cubicBezTo>
                <a:cubicBezTo>
                  <a:pt x="1000030" y="2921699"/>
                  <a:pt x="991076" y="2923032"/>
                  <a:pt x="986409" y="2929414"/>
                </a:cubicBezTo>
                <a:cubicBezTo>
                  <a:pt x="984123" y="2932462"/>
                  <a:pt x="983266" y="2936272"/>
                  <a:pt x="983837" y="2940082"/>
                </a:cubicBezTo>
                <a:cubicBezTo>
                  <a:pt x="984409" y="2943892"/>
                  <a:pt x="986409" y="2947226"/>
                  <a:pt x="989552" y="2949417"/>
                </a:cubicBezTo>
                <a:cubicBezTo>
                  <a:pt x="995934" y="2954084"/>
                  <a:pt x="1004888" y="2952750"/>
                  <a:pt x="1009555" y="2946368"/>
                </a:cubicBezTo>
                <a:cubicBezTo>
                  <a:pt x="1011460" y="2943797"/>
                  <a:pt x="1012317" y="2940844"/>
                  <a:pt x="1012317" y="2937891"/>
                </a:cubicBezTo>
                <a:lnTo>
                  <a:pt x="1012317" y="2940272"/>
                </a:lnTo>
                <a:lnTo>
                  <a:pt x="1112615" y="2940272"/>
                </a:lnTo>
                <a:cubicBezTo>
                  <a:pt x="1112615" y="2940272"/>
                  <a:pt x="1112615" y="2953988"/>
                  <a:pt x="1112615" y="2953988"/>
                </a:cubicBezTo>
                <a:lnTo>
                  <a:pt x="1029367" y="3010757"/>
                </a:lnTo>
                <a:cubicBezTo>
                  <a:pt x="1027557" y="3008376"/>
                  <a:pt x="1024890" y="3006662"/>
                  <a:pt x="1021652" y="3006662"/>
                </a:cubicBezTo>
                <a:cubicBezTo>
                  <a:pt x="1016318" y="3006662"/>
                  <a:pt x="1011936" y="3011043"/>
                  <a:pt x="1011936" y="3016472"/>
                </a:cubicBezTo>
                <a:cubicBezTo>
                  <a:pt x="1011936" y="3021902"/>
                  <a:pt x="1016318" y="3026188"/>
                  <a:pt x="1021652" y="3026188"/>
                </a:cubicBezTo>
                <a:cubicBezTo>
                  <a:pt x="1026986" y="3026188"/>
                  <a:pt x="1031462" y="3021806"/>
                  <a:pt x="1031462" y="3016472"/>
                </a:cubicBezTo>
                <a:cubicBezTo>
                  <a:pt x="1031462" y="3016092"/>
                  <a:pt x="1031272" y="3015710"/>
                  <a:pt x="1031272" y="3015329"/>
                </a:cubicBezTo>
                <a:lnTo>
                  <a:pt x="1116425" y="2957227"/>
                </a:lnTo>
                <a:lnTo>
                  <a:pt x="1117473" y="2956465"/>
                </a:lnTo>
                <a:close/>
                <a:moveTo>
                  <a:pt x="1007364" y="2944844"/>
                </a:moveTo>
                <a:cubicBezTo>
                  <a:pt x="1005554" y="2947321"/>
                  <a:pt x="1002792" y="2949035"/>
                  <a:pt x="999744" y="2949512"/>
                </a:cubicBezTo>
                <a:cubicBezTo>
                  <a:pt x="996696" y="2949988"/>
                  <a:pt x="993553" y="2949226"/>
                  <a:pt x="991076" y="2947416"/>
                </a:cubicBezTo>
                <a:cubicBezTo>
                  <a:pt x="988600" y="2945606"/>
                  <a:pt x="986885" y="2942844"/>
                  <a:pt x="986409" y="2939796"/>
                </a:cubicBezTo>
                <a:cubicBezTo>
                  <a:pt x="986409" y="2939225"/>
                  <a:pt x="986314" y="2938558"/>
                  <a:pt x="986314" y="2937986"/>
                </a:cubicBezTo>
                <a:cubicBezTo>
                  <a:pt x="986314" y="2935510"/>
                  <a:pt x="987076" y="2933129"/>
                  <a:pt x="988600" y="2931128"/>
                </a:cubicBezTo>
                <a:cubicBezTo>
                  <a:pt x="992410" y="2925890"/>
                  <a:pt x="999744" y="2924842"/>
                  <a:pt x="1004983" y="2928652"/>
                </a:cubicBezTo>
                <a:cubicBezTo>
                  <a:pt x="1010126" y="2932462"/>
                  <a:pt x="1011269" y="2939796"/>
                  <a:pt x="1007459" y="2945035"/>
                </a:cubicBezTo>
                <a:close/>
                <a:moveTo>
                  <a:pt x="1021556" y="3021425"/>
                </a:moveTo>
                <a:cubicBezTo>
                  <a:pt x="1018794" y="3021425"/>
                  <a:pt x="1016603" y="3019139"/>
                  <a:pt x="1016603" y="3016472"/>
                </a:cubicBezTo>
                <a:cubicBezTo>
                  <a:pt x="1016603" y="3013805"/>
                  <a:pt x="1018889" y="3011424"/>
                  <a:pt x="1021556" y="3011424"/>
                </a:cubicBezTo>
                <a:cubicBezTo>
                  <a:pt x="1024223" y="3011424"/>
                  <a:pt x="1026604" y="3013710"/>
                  <a:pt x="1026604" y="3016472"/>
                </a:cubicBezTo>
                <a:cubicBezTo>
                  <a:pt x="1026604" y="3019235"/>
                  <a:pt x="1024319" y="3021425"/>
                  <a:pt x="1021556" y="3021425"/>
                </a:cubicBezTo>
                <a:close/>
                <a:moveTo>
                  <a:pt x="1723644" y="3083814"/>
                </a:moveTo>
                <a:cubicBezTo>
                  <a:pt x="1723644" y="3076861"/>
                  <a:pt x="1729264" y="3071146"/>
                  <a:pt x="1736312" y="3071146"/>
                </a:cubicBezTo>
                <a:cubicBezTo>
                  <a:pt x="1743361" y="3071146"/>
                  <a:pt x="1748981" y="3076766"/>
                  <a:pt x="1748981" y="3083814"/>
                </a:cubicBezTo>
                <a:cubicBezTo>
                  <a:pt x="1748981" y="3090863"/>
                  <a:pt x="1743361" y="3096482"/>
                  <a:pt x="1736312" y="3096482"/>
                </a:cubicBezTo>
                <a:cubicBezTo>
                  <a:pt x="1729264" y="3096482"/>
                  <a:pt x="1723644" y="3090863"/>
                  <a:pt x="1723644" y="3083814"/>
                </a:cubicBezTo>
                <a:close/>
                <a:moveTo>
                  <a:pt x="1836992" y="3314129"/>
                </a:moveTo>
                <a:lnTo>
                  <a:pt x="1824514" y="3314129"/>
                </a:lnTo>
                <a:cubicBezTo>
                  <a:pt x="1821466" y="3314129"/>
                  <a:pt x="1818989" y="3316605"/>
                  <a:pt x="1818989" y="3319653"/>
                </a:cubicBezTo>
                <a:lnTo>
                  <a:pt x="1818989" y="3323559"/>
                </a:lnTo>
                <a:lnTo>
                  <a:pt x="1730788" y="3324130"/>
                </a:lnTo>
                <a:lnTo>
                  <a:pt x="1711547" y="3304604"/>
                </a:lnTo>
                <a:lnTo>
                  <a:pt x="1617631" y="3304604"/>
                </a:lnTo>
                <a:cubicBezTo>
                  <a:pt x="1616774" y="3299651"/>
                  <a:pt x="1613059" y="3295745"/>
                  <a:pt x="1608106" y="3294793"/>
                </a:cubicBezTo>
                <a:lnTo>
                  <a:pt x="1607725" y="3263646"/>
                </a:lnTo>
                <a:lnTo>
                  <a:pt x="1656683" y="3215450"/>
                </a:lnTo>
                <a:cubicBezTo>
                  <a:pt x="1657255" y="3215640"/>
                  <a:pt x="1657826" y="3215830"/>
                  <a:pt x="1658493" y="3215830"/>
                </a:cubicBezTo>
                <a:lnTo>
                  <a:pt x="1670971" y="3215830"/>
                </a:lnTo>
                <a:cubicBezTo>
                  <a:pt x="1674019" y="3215830"/>
                  <a:pt x="1676495" y="3213354"/>
                  <a:pt x="1676495" y="3210306"/>
                </a:cubicBezTo>
                <a:lnTo>
                  <a:pt x="1676495" y="3197828"/>
                </a:lnTo>
                <a:cubicBezTo>
                  <a:pt x="1676495" y="3194780"/>
                  <a:pt x="1674019" y="3192304"/>
                  <a:pt x="1670971" y="3192304"/>
                </a:cubicBezTo>
                <a:lnTo>
                  <a:pt x="1658493" y="3192304"/>
                </a:lnTo>
                <a:cubicBezTo>
                  <a:pt x="1655445" y="3192304"/>
                  <a:pt x="1652969" y="3194780"/>
                  <a:pt x="1652969" y="3197828"/>
                </a:cubicBezTo>
                <a:lnTo>
                  <a:pt x="1652969" y="3210306"/>
                </a:lnTo>
                <a:cubicBezTo>
                  <a:pt x="1652969" y="3210973"/>
                  <a:pt x="1653159" y="3211544"/>
                  <a:pt x="1653350" y="3212116"/>
                </a:cubicBezTo>
                <a:lnTo>
                  <a:pt x="1602962" y="3261741"/>
                </a:lnTo>
                <a:lnTo>
                  <a:pt x="1603343" y="3294888"/>
                </a:lnTo>
                <a:cubicBezTo>
                  <a:pt x="1597819" y="3296031"/>
                  <a:pt x="1593532" y="3300698"/>
                  <a:pt x="1593532" y="3306604"/>
                </a:cubicBezTo>
                <a:cubicBezTo>
                  <a:pt x="1593532" y="3313367"/>
                  <a:pt x="1599057" y="3318796"/>
                  <a:pt x="1605820" y="3318796"/>
                </a:cubicBezTo>
                <a:cubicBezTo>
                  <a:pt x="1611535" y="3318796"/>
                  <a:pt x="1616202" y="3314700"/>
                  <a:pt x="1617536" y="3309366"/>
                </a:cubicBezTo>
                <a:lnTo>
                  <a:pt x="1709642" y="3309366"/>
                </a:lnTo>
                <a:lnTo>
                  <a:pt x="1728978" y="3328892"/>
                </a:lnTo>
                <a:lnTo>
                  <a:pt x="1819180" y="3328226"/>
                </a:lnTo>
                <a:lnTo>
                  <a:pt x="1819180" y="3332036"/>
                </a:lnTo>
                <a:cubicBezTo>
                  <a:pt x="1819180" y="3335084"/>
                  <a:pt x="1821656" y="3337560"/>
                  <a:pt x="1824704" y="3337560"/>
                </a:cubicBezTo>
                <a:lnTo>
                  <a:pt x="1837182" y="3337560"/>
                </a:lnTo>
                <a:cubicBezTo>
                  <a:pt x="1840230" y="3337560"/>
                  <a:pt x="1842707" y="3335084"/>
                  <a:pt x="1842707" y="3332036"/>
                </a:cubicBezTo>
                <a:lnTo>
                  <a:pt x="1842707" y="3319558"/>
                </a:lnTo>
                <a:cubicBezTo>
                  <a:pt x="1842707" y="3316510"/>
                  <a:pt x="1840230" y="3314034"/>
                  <a:pt x="1837182" y="3314034"/>
                </a:cubicBezTo>
                <a:close/>
                <a:moveTo>
                  <a:pt x="1657636" y="3197828"/>
                </a:moveTo>
                <a:cubicBezTo>
                  <a:pt x="1657636" y="3197828"/>
                  <a:pt x="1658017" y="3197067"/>
                  <a:pt x="1658398" y="3197067"/>
                </a:cubicBezTo>
                <a:lnTo>
                  <a:pt x="1670876" y="3197067"/>
                </a:lnTo>
                <a:cubicBezTo>
                  <a:pt x="1670876" y="3197067"/>
                  <a:pt x="1671638" y="3197447"/>
                  <a:pt x="1671638" y="3197828"/>
                </a:cubicBezTo>
                <a:lnTo>
                  <a:pt x="1671638" y="3210306"/>
                </a:lnTo>
                <a:cubicBezTo>
                  <a:pt x="1671638" y="3210306"/>
                  <a:pt x="1671257" y="3211068"/>
                  <a:pt x="1670876" y="3211068"/>
                </a:cubicBezTo>
                <a:lnTo>
                  <a:pt x="1658398" y="3211068"/>
                </a:lnTo>
                <a:cubicBezTo>
                  <a:pt x="1658398" y="3211068"/>
                  <a:pt x="1657636" y="3210687"/>
                  <a:pt x="1657636" y="3210306"/>
                </a:cubicBezTo>
                <a:lnTo>
                  <a:pt x="1657636" y="3197828"/>
                </a:lnTo>
                <a:close/>
                <a:moveTo>
                  <a:pt x="1605725" y="3314129"/>
                </a:moveTo>
                <a:cubicBezTo>
                  <a:pt x="1601629" y="3314129"/>
                  <a:pt x="1598200" y="3310795"/>
                  <a:pt x="1598200" y="3306699"/>
                </a:cubicBezTo>
                <a:cubicBezTo>
                  <a:pt x="1598200" y="3302603"/>
                  <a:pt x="1601534" y="3299174"/>
                  <a:pt x="1605725" y="3299174"/>
                </a:cubicBezTo>
                <a:cubicBezTo>
                  <a:pt x="1609916" y="3299174"/>
                  <a:pt x="1613249" y="3302508"/>
                  <a:pt x="1613249" y="3306699"/>
                </a:cubicBezTo>
                <a:cubicBezTo>
                  <a:pt x="1613249" y="3310890"/>
                  <a:pt x="1609916" y="3314129"/>
                  <a:pt x="1605725" y="3314129"/>
                </a:cubicBezTo>
                <a:close/>
                <a:moveTo>
                  <a:pt x="1837849" y="3332226"/>
                </a:moveTo>
                <a:cubicBezTo>
                  <a:pt x="1837849" y="3332226"/>
                  <a:pt x="1837468" y="3332988"/>
                  <a:pt x="1837087" y="3332988"/>
                </a:cubicBezTo>
                <a:lnTo>
                  <a:pt x="1824609" y="3332988"/>
                </a:lnTo>
                <a:cubicBezTo>
                  <a:pt x="1824609" y="3332988"/>
                  <a:pt x="1823847" y="3332607"/>
                  <a:pt x="1823847" y="3332226"/>
                </a:cubicBezTo>
                <a:lnTo>
                  <a:pt x="1823847" y="3328321"/>
                </a:lnTo>
                <a:lnTo>
                  <a:pt x="1823847" y="3328321"/>
                </a:lnTo>
                <a:lnTo>
                  <a:pt x="1823847" y="3326702"/>
                </a:lnTo>
                <a:cubicBezTo>
                  <a:pt x="1823847" y="3326702"/>
                  <a:pt x="1823847" y="3319748"/>
                  <a:pt x="1823847" y="3319748"/>
                </a:cubicBezTo>
                <a:cubicBezTo>
                  <a:pt x="1823847" y="3319272"/>
                  <a:pt x="1824228" y="3318986"/>
                  <a:pt x="1824609" y="3318986"/>
                </a:cubicBezTo>
                <a:lnTo>
                  <a:pt x="1837087" y="3318986"/>
                </a:lnTo>
                <a:cubicBezTo>
                  <a:pt x="1837087" y="3318986"/>
                  <a:pt x="1837849" y="3319367"/>
                  <a:pt x="1837849" y="3319748"/>
                </a:cubicBezTo>
                <a:lnTo>
                  <a:pt x="1837849" y="3332226"/>
                </a:lnTo>
                <a:close/>
                <a:moveTo>
                  <a:pt x="1817180" y="3168587"/>
                </a:moveTo>
                <a:cubicBezTo>
                  <a:pt x="1817180" y="3174016"/>
                  <a:pt x="1821561" y="3178397"/>
                  <a:pt x="1826990" y="3178397"/>
                </a:cubicBezTo>
                <a:cubicBezTo>
                  <a:pt x="1832420" y="3178397"/>
                  <a:pt x="1836706" y="3174016"/>
                  <a:pt x="1836706" y="3168587"/>
                </a:cubicBezTo>
                <a:cubicBezTo>
                  <a:pt x="1836706" y="3164015"/>
                  <a:pt x="1833563" y="3160395"/>
                  <a:pt x="1829276" y="3159252"/>
                </a:cubicBezTo>
                <a:lnTo>
                  <a:pt x="1828991" y="3080766"/>
                </a:lnTo>
                <a:lnTo>
                  <a:pt x="1814703" y="3064669"/>
                </a:lnTo>
                <a:lnTo>
                  <a:pt x="1814703" y="3034379"/>
                </a:lnTo>
                <a:cubicBezTo>
                  <a:pt x="1816894" y="3033141"/>
                  <a:pt x="1818513" y="3030855"/>
                  <a:pt x="1818513" y="3028188"/>
                </a:cubicBezTo>
                <a:lnTo>
                  <a:pt x="1818513" y="3014663"/>
                </a:lnTo>
                <a:cubicBezTo>
                  <a:pt x="1818513" y="3010757"/>
                  <a:pt x="1815275" y="3007519"/>
                  <a:pt x="1811274" y="3007614"/>
                </a:cubicBezTo>
                <a:lnTo>
                  <a:pt x="1806988" y="3007614"/>
                </a:lnTo>
                <a:cubicBezTo>
                  <a:pt x="1806988" y="3007614"/>
                  <a:pt x="1807274" y="2912840"/>
                  <a:pt x="1807274" y="2912840"/>
                </a:cubicBezTo>
                <a:lnTo>
                  <a:pt x="1821561" y="2896743"/>
                </a:lnTo>
                <a:lnTo>
                  <a:pt x="1821561" y="2868740"/>
                </a:lnTo>
                <a:cubicBezTo>
                  <a:pt x="1825847" y="2867692"/>
                  <a:pt x="1828991" y="2863977"/>
                  <a:pt x="1828991" y="2859500"/>
                </a:cubicBezTo>
                <a:cubicBezTo>
                  <a:pt x="1828991" y="2854071"/>
                  <a:pt x="1824609" y="2849690"/>
                  <a:pt x="1819180" y="2849690"/>
                </a:cubicBezTo>
                <a:cubicBezTo>
                  <a:pt x="1813751" y="2849690"/>
                  <a:pt x="1809369" y="2854071"/>
                  <a:pt x="1809369" y="2859500"/>
                </a:cubicBezTo>
                <a:cubicBezTo>
                  <a:pt x="1809369" y="2864072"/>
                  <a:pt x="1812512" y="2867692"/>
                  <a:pt x="1816799" y="2868740"/>
                </a:cubicBezTo>
                <a:lnTo>
                  <a:pt x="1816799" y="2894934"/>
                </a:lnTo>
                <a:cubicBezTo>
                  <a:pt x="1816799" y="2894934"/>
                  <a:pt x="1802416" y="2911030"/>
                  <a:pt x="1802416" y="2911030"/>
                </a:cubicBezTo>
                <a:lnTo>
                  <a:pt x="1802130" y="3007614"/>
                </a:lnTo>
                <a:lnTo>
                  <a:pt x="1797653" y="3007614"/>
                </a:lnTo>
                <a:cubicBezTo>
                  <a:pt x="1793748" y="3007614"/>
                  <a:pt x="1790510" y="3010853"/>
                  <a:pt x="1790605" y="3014758"/>
                </a:cubicBezTo>
                <a:lnTo>
                  <a:pt x="1790605" y="3028284"/>
                </a:lnTo>
                <a:cubicBezTo>
                  <a:pt x="1790605" y="3031522"/>
                  <a:pt x="1792891" y="3034189"/>
                  <a:pt x="1795939" y="3035046"/>
                </a:cubicBezTo>
                <a:lnTo>
                  <a:pt x="1795939" y="3064764"/>
                </a:lnTo>
                <a:cubicBezTo>
                  <a:pt x="1795939" y="3064764"/>
                  <a:pt x="1781651" y="3080861"/>
                  <a:pt x="1781651" y="3080861"/>
                </a:cubicBezTo>
                <a:lnTo>
                  <a:pt x="1781366" y="3159062"/>
                </a:lnTo>
                <a:cubicBezTo>
                  <a:pt x="1777270" y="3159443"/>
                  <a:pt x="1773936" y="3162300"/>
                  <a:pt x="1772888" y="3166301"/>
                </a:cubicBezTo>
                <a:lnTo>
                  <a:pt x="1741170" y="3165920"/>
                </a:lnTo>
                <a:lnTo>
                  <a:pt x="1701260" y="3123248"/>
                </a:lnTo>
                <a:lnTo>
                  <a:pt x="1700213" y="3123248"/>
                </a:lnTo>
                <a:cubicBezTo>
                  <a:pt x="1656969" y="3123534"/>
                  <a:pt x="1575435" y="3123914"/>
                  <a:pt x="1568768" y="3123724"/>
                </a:cubicBezTo>
                <a:lnTo>
                  <a:pt x="1568768" y="3122962"/>
                </a:lnTo>
                <a:cubicBezTo>
                  <a:pt x="1568768" y="3119628"/>
                  <a:pt x="1566101" y="3116961"/>
                  <a:pt x="1562767" y="3116961"/>
                </a:cubicBezTo>
                <a:lnTo>
                  <a:pt x="1542478" y="3116961"/>
                </a:lnTo>
                <a:cubicBezTo>
                  <a:pt x="1539145" y="3116961"/>
                  <a:pt x="1536478" y="3119628"/>
                  <a:pt x="1536478" y="3122962"/>
                </a:cubicBezTo>
                <a:lnTo>
                  <a:pt x="1536478" y="3130582"/>
                </a:lnTo>
                <a:cubicBezTo>
                  <a:pt x="1536478" y="3133916"/>
                  <a:pt x="1539145" y="3136583"/>
                  <a:pt x="1542478" y="3136583"/>
                </a:cubicBezTo>
                <a:lnTo>
                  <a:pt x="1562767" y="3136583"/>
                </a:lnTo>
                <a:cubicBezTo>
                  <a:pt x="1566101" y="3136583"/>
                  <a:pt x="1568768" y="3133916"/>
                  <a:pt x="1568768" y="3130582"/>
                </a:cubicBezTo>
                <a:lnTo>
                  <a:pt x="1568768" y="3128296"/>
                </a:lnTo>
                <a:cubicBezTo>
                  <a:pt x="1575149" y="3128677"/>
                  <a:pt x="1599533" y="3128582"/>
                  <a:pt x="1699260" y="3128010"/>
                </a:cubicBezTo>
                <a:lnTo>
                  <a:pt x="1739075" y="3170587"/>
                </a:lnTo>
                <a:lnTo>
                  <a:pt x="1772888" y="3170968"/>
                </a:lnTo>
                <a:cubicBezTo>
                  <a:pt x="1773936" y="3175159"/>
                  <a:pt x="1777651" y="3178397"/>
                  <a:pt x="1782223" y="3178397"/>
                </a:cubicBezTo>
                <a:cubicBezTo>
                  <a:pt x="1787652" y="3178397"/>
                  <a:pt x="1792034" y="3174016"/>
                  <a:pt x="1792034" y="3168587"/>
                </a:cubicBezTo>
                <a:cubicBezTo>
                  <a:pt x="1792034" y="3164586"/>
                  <a:pt x="1789652" y="3161157"/>
                  <a:pt x="1786223" y="3159633"/>
                </a:cubicBezTo>
                <a:lnTo>
                  <a:pt x="1786509" y="3082576"/>
                </a:lnTo>
                <a:lnTo>
                  <a:pt x="1800797" y="3066479"/>
                </a:lnTo>
                <a:lnTo>
                  <a:pt x="1800797" y="3035332"/>
                </a:lnTo>
                <a:cubicBezTo>
                  <a:pt x="1800797" y="3035332"/>
                  <a:pt x="1809941" y="3035332"/>
                  <a:pt x="1809941" y="3035332"/>
                </a:cubicBezTo>
                <a:lnTo>
                  <a:pt x="1809941" y="3066574"/>
                </a:lnTo>
                <a:cubicBezTo>
                  <a:pt x="1809941" y="3066574"/>
                  <a:pt x="1824228" y="3082671"/>
                  <a:pt x="1824228" y="3082671"/>
                </a:cubicBezTo>
                <a:lnTo>
                  <a:pt x="1824514" y="3159347"/>
                </a:lnTo>
                <a:cubicBezTo>
                  <a:pt x="1820323" y="3160395"/>
                  <a:pt x="1817180" y="3164110"/>
                  <a:pt x="1817180" y="3168587"/>
                </a:cubicBezTo>
                <a:close/>
                <a:moveTo>
                  <a:pt x="1814227" y="2859405"/>
                </a:moveTo>
                <a:cubicBezTo>
                  <a:pt x="1814227" y="2856643"/>
                  <a:pt x="1816513" y="2854357"/>
                  <a:pt x="1819275" y="2854357"/>
                </a:cubicBezTo>
                <a:cubicBezTo>
                  <a:pt x="1822037" y="2854357"/>
                  <a:pt x="1824323" y="2856643"/>
                  <a:pt x="1824323" y="2859405"/>
                </a:cubicBezTo>
                <a:cubicBezTo>
                  <a:pt x="1824323" y="2862167"/>
                  <a:pt x="1822037" y="2864453"/>
                  <a:pt x="1819275" y="2864453"/>
                </a:cubicBezTo>
                <a:cubicBezTo>
                  <a:pt x="1816513" y="2864453"/>
                  <a:pt x="1814227" y="2862167"/>
                  <a:pt x="1814227" y="2859405"/>
                </a:cubicBezTo>
                <a:close/>
                <a:moveTo>
                  <a:pt x="1546098" y="3131820"/>
                </a:moveTo>
                <a:lnTo>
                  <a:pt x="1542478" y="3131820"/>
                </a:lnTo>
                <a:cubicBezTo>
                  <a:pt x="1541812" y="3131820"/>
                  <a:pt x="1541240" y="3131249"/>
                  <a:pt x="1541240" y="3130582"/>
                </a:cubicBezTo>
                <a:lnTo>
                  <a:pt x="1541240" y="3122962"/>
                </a:lnTo>
                <a:cubicBezTo>
                  <a:pt x="1541240" y="3122295"/>
                  <a:pt x="1541812" y="3121724"/>
                  <a:pt x="1542478" y="3121724"/>
                </a:cubicBezTo>
                <a:lnTo>
                  <a:pt x="1546098" y="3121724"/>
                </a:lnTo>
                <a:lnTo>
                  <a:pt x="1546098" y="3131915"/>
                </a:lnTo>
                <a:close/>
                <a:moveTo>
                  <a:pt x="1555909" y="3130296"/>
                </a:moveTo>
                <a:lnTo>
                  <a:pt x="1550956" y="3130296"/>
                </a:lnTo>
                <a:lnTo>
                  <a:pt x="1550956" y="3121628"/>
                </a:lnTo>
                <a:lnTo>
                  <a:pt x="1555909" y="3121628"/>
                </a:lnTo>
                <a:lnTo>
                  <a:pt x="1555909" y="3130296"/>
                </a:lnTo>
                <a:close/>
                <a:moveTo>
                  <a:pt x="1564100" y="3130487"/>
                </a:moveTo>
                <a:cubicBezTo>
                  <a:pt x="1564100" y="3131153"/>
                  <a:pt x="1563529" y="3131725"/>
                  <a:pt x="1562862" y="3131725"/>
                </a:cubicBezTo>
                <a:lnTo>
                  <a:pt x="1560671" y="3131725"/>
                </a:lnTo>
                <a:lnTo>
                  <a:pt x="1560671" y="3121533"/>
                </a:lnTo>
                <a:lnTo>
                  <a:pt x="1562862" y="3121533"/>
                </a:lnTo>
                <a:cubicBezTo>
                  <a:pt x="1563529" y="3121533"/>
                  <a:pt x="1564100" y="3122105"/>
                  <a:pt x="1564100" y="3122771"/>
                </a:cubicBezTo>
                <a:lnTo>
                  <a:pt x="1564100" y="3130392"/>
                </a:lnTo>
                <a:close/>
                <a:moveTo>
                  <a:pt x="1787176" y="3168587"/>
                </a:moveTo>
                <a:cubicBezTo>
                  <a:pt x="1787176" y="3171349"/>
                  <a:pt x="1784890" y="3173635"/>
                  <a:pt x="1782128" y="3173635"/>
                </a:cubicBezTo>
                <a:cubicBezTo>
                  <a:pt x="1779365" y="3173635"/>
                  <a:pt x="1777079" y="3171349"/>
                  <a:pt x="1777079" y="3168587"/>
                </a:cubicBezTo>
                <a:cubicBezTo>
                  <a:pt x="1777079" y="3165824"/>
                  <a:pt x="1779365" y="3163538"/>
                  <a:pt x="1782128" y="3163538"/>
                </a:cubicBezTo>
                <a:cubicBezTo>
                  <a:pt x="1784890" y="3163538"/>
                  <a:pt x="1787176" y="3165824"/>
                  <a:pt x="1787176" y="3168587"/>
                </a:cubicBezTo>
                <a:close/>
                <a:moveTo>
                  <a:pt x="1811369" y="3030569"/>
                </a:moveTo>
                <a:lnTo>
                  <a:pt x="1797844" y="3030569"/>
                </a:lnTo>
                <a:cubicBezTo>
                  <a:pt x="1796510" y="3030569"/>
                  <a:pt x="1795463" y="3029617"/>
                  <a:pt x="1795463" y="3028284"/>
                </a:cubicBezTo>
                <a:lnTo>
                  <a:pt x="1795463" y="3014758"/>
                </a:lnTo>
                <a:cubicBezTo>
                  <a:pt x="1795463" y="3013424"/>
                  <a:pt x="1796415" y="3012377"/>
                  <a:pt x="1797749" y="3012377"/>
                </a:cubicBezTo>
                <a:lnTo>
                  <a:pt x="1811274" y="3012377"/>
                </a:lnTo>
                <a:cubicBezTo>
                  <a:pt x="1812607" y="3012377"/>
                  <a:pt x="1813655" y="3013329"/>
                  <a:pt x="1813655" y="3014663"/>
                </a:cubicBezTo>
                <a:lnTo>
                  <a:pt x="1813655" y="3028188"/>
                </a:lnTo>
                <a:cubicBezTo>
                  <a:pt x="1813655" y="3029522"/>
                  <a:pt x="1812703" y="3030569"/>
                  <a:pt x="1811369" y="3030569"/>
                </a:cubicBezTo>
                <a:close/>
                <a:moveTo>
                  <a:pt x="1826895" y="3163538"/>
                </a:moveTo>
                <a:cubicBezTo>
                  <a:pt x="1829657" y="3163538"/>
                  <a:pt x="1831848" y="3165824"/>
                  <a:pt x="1831848" y="3168587"/>
                </a:cubicBezTo>
                <a:cubicBezTo>
                  <a:pt x="1831848" y="3171349"/>
                  <a:pt x="1829562" y="3173635"/>
                  <a:pt x="1826895" y="3173635"/>
                </a:cubicBezTo>
                <a:cubicBezTo>
                  <a:pt x="1824228" y="3173635"/>
                  <a:pt x="1821847" y="3171349"/>
                  <a:pt x="1821847" y="3168587"/>
                </a:cubicBezTo>
                <a:cubicBezTo>
                  <a:pt x="1821847" y="3165824"/>
                  <a:pt x="1824133" y="3163538"/>
                  <a:pt x="1826895" y="3163538"/>
                </a:cubicBezTo>
                <a:close/>
                <a:moveTo>
                  <a:pt x="1006983" y="2979230"/>
                </a:moveTo>
                <a:cubicBezTo>
                  <a:pt x="1006316" y="2976753"/>
                  <a:pt x="1004602" y="2974658"/>
                  <a:pt x="1002411" y="2973324"/>
                </a:cubicBezTo>
                <a:cubicBezTo>
                  <a:pt x="1000125" y="2972086"/>
                  <a:pt x="997553" y="2971705"/>
                  <a:pt x="994982" y="2972467"/>
                </a:cubicBezTo>
                <a:cubicBezTo>
                  <a:pt x="992505" y="2973134"/>
                  <a:pt x="990410" y="2974848"/>
                  <a:pt x="989076" y="2977039"/>
                </a:cubicBezTo>
                <a:cubicBezTo>
                  <a:pt x="987838" y="2979325"/>
                  <a:pt x="987457" y="2981992"/>
                  <a:pt x="988124" y="2984468"/>
                </a:cubicBezTo>
                <a:cubicBezTo>
                  <a:pt x="988219" y="2984945"/>
                  <a:pt x="988600" y="2985326"/>
                  <a:pt x="988790" y="2985802"/>
                </a:cubicBezTo>
                <a:cubicBezTo>
                  <a:pt x="983742" y="2989231"/>
                  <a:pt x="967645" y="2999994"/>
                  <a:pt x="964311" y="3002185"/>
                </a:cubicBezTo>
                <a:lnTo>
                  <a:pt x="824960" y="3002185"/>
                </a:lnTo>
                <a:cubicBezTo>
                  <a:pt x="823246" y="2997518"/>
                  <a:pt x="818198" y="2994755"/>
                  <a:pt x="813245" y="2996089"/>
                </a:cubicBezTo>
                <a:cubicBezTo>
                  <a:pt x="808101" y="2997518"/>
                  <a:pt x="805053" y="3002947"/>
                  <a:pt x="806482" y="3008090"/>
                </a:cubicBezTo>
                <a:cubicBezTo>
                  <a:pt x="807720" y="3012377"/>
                  <a:pt x="811625" y="3015234"/>
                  <a:pt x="815912" y="3015234"/>
                </a:cubicBezTo>
                <a:cubicBezTo>
                  <a:pt x="816769" y="3015234"/>
                  <a:pt x="817626" y="3015139"/>
                  <a:pt x="818483" y="3014853"/>
                </a:cubicBezTo>
                <a:cubicBezTo>
                  <a:pt x="820960" y="3014186"/>
                  <a:pt x="823055" y="3012472"/>
                  <a:pt x="824389" y="3010281"/>
                </a:cubicBezTo>
                <a:cubicBezTo>
                  <a:pt x="824960" y="3009234"/>
                  <a:pt x="825341" y="3008090"/>
                  <a:pt x="825532" y="3006947"/>
                </a:cubicBezTo>
                <a:lnTo>
                  <a:pt x="965835" y="3006947"/>
                </a:lnTo>
                <a:lnTo>
                  <a:pt x="966407" y="3006567"/>
                </a:lnTo>
                <a:cubicBezTo>
                  <a:pt x="966407" y="3006567"/>
                  <a:pt x="986504" y="2993136"/>
                  <a:pt x="991838" y="2989517"/>
                </a:cubicBezTo>
                <a:cubicBezTo>
                  <a:pt x="992219" y="2989802"/>
                  <a:pt x="992410" y="2990184"/>
                  <a:pt x="992791" y="2990374"/>
                </a:cubicBezTo>
                <a:cubicBezTo>
                  <a:pt x="994315" y="2991231"/>
                  <a:pt x="995934" y="2991612"/>
                  <a:pt x="997553" y="2991612"/>
                </a:cubicBezTo>
                <a:cubicBezTo>
                  <a:pt x="998411" y="2991612"/>
                  <a:pt x="999363" y="2991517"/>
                  <a:pt x="1000220" y="2991231"/>
                </a:cubicBezTo>
                <a:cubicBezTo>
                  <a:pt x="1002697" y="2990564"/>
                  <a:pt x="1004792" y="2988850"/>
                  <a:pt x="1006126" y="2986659"/>
                </a:cubicBezTo>
                <a:cubicBezTo>
                  <a:pt x="1007364" y="2984373"/>
                  <a:pt x="1007745" y="2981801"/>
                  <a:pt x="1007078" y="2979230"/>
                </a:cubicBezTo>
                <a:close/>
                <a:moveTo>
                  <a:pt x="820198" y="3007995"/>
                </a:moveTo>
                <a:cubicBezTo>
                  <a:pt x="819531" y="3009138"/>
                  <a:pt x="818483" y="3009995"/>
                  <a:pt x="817150" y="3010376"/>
                </a:cubicBezTo>
                <a:cubicBezTo>
                  <a:pt x="814483" y="3011138"/>
                  <a:pt x="811721" y="3009519"/>
                  <a:pt x="810959" y="3006852"/>
                </a:cubicBezTo>
                <a:cubicBezTo>
                  <a:pt x="810197" y="3004185"/>
                  <a:pt x="811816" y="3001423"/>
                  <a:pt x="814483" y="3000661"/>
                </a:cubicBezTo>
                <a:cubicBezTo>
                  <a:pt x="814959" y="3000566"/>
                  <a:pt x="815340" y="3000470"/>
                  <a:pt x="815816" y="3000470"/>
                </a:cubicBezTo>
                <a:cubicBezTo>
                  <a:pt x="818007" y="3000470"/>
                  <a:pt x="820007" y="3001899"/>
                  <a:pt x="820674" y="3004185"/>
                </a:cubicBezTo>
                <a:cubicBezTo>
                  <a:pt x="821055" y="3005423"/>
                  <a:pt x="820865" y="3006852"/>
                  <a:pt x="820198" y="3007995"/>
                </a:cubicBezTo>
                <a:close/>
                <a:moveTo>
                  <a:pt x="1001935" y="2984278"/>
                </a:moveTo>
                <a:cubicBezTo>
                  <a:pt x="1001268" y="2985421"/>
                  <a:pt x="1000220" y="2986278"/>
                  <a:pt x="998887" y="2986659"/>
                </a:cubicBezTo>
                <a:cubicBezTo>
                  <a:pt x="997649" y="2987040"/>
                  <a:pt x="996220" y="2986850"/>
                  <a:pt x="995077" y="2986183"/>
                </a:cubicBezTo>
                <a:cubicBezTo>
                  <a:pt x="993934" y="2985516"/>
                  <a:pt x="993077" y="2984468"/>
                  <a:pt x="992696" y="2983135"/>
                </a:cubicBezTo>
                <a:cubicBezTo>
                  <a:pt x="992315" y="2981897"/>
                  <a:pt x="992505" y="2980468"/>
                  <a:pt x="993172" y="2979325"/>
                </a:cubicBezTo>
                <a:cubicBezTo>
                  <a:pt x="993839" y="2978182"/>
                  <a:pt x="994886" y="2977325"/>
                  <a:pt x="996220" y="2976944"/>
                </a:cubicBezTo>
                <a:cubicBezTo>
                  <a:pt x="996696" y="2976848"/>
                  <a:pt x="997077" y="2976753"/>
                  <a:pt x="997553" y="2976753"/>
                </a:cubicBezTo>
                <a:cubicBezTo>
                  <a:pt x="998411" y="2976753"/>
                  <a:pt x="999268" y="2976944"/>
                  <a:pt x="1000030" y="2977420"/>
                </a:cubicBezTo>
                <a:cubicBezTo>
                  <a:pt x="1001173" y="2978087"/>
                  <a:pt x="1002030" y="2979134"/>
                  <a:pt x="1002411" y="2980468"/>
                </a:cubicBezTo>
                <a:cubicBezTo>
                  <a:pt x="1002792" y="2981801"/>
                  <a:pt x="1002602" y="2983135"/>
                  <a:pt x="1001935" y="2984278"/>
                </a:cubicBezTo>
                <a:close/>
                <a:moveTo>
                  <a:pt x="95" y="2268379"/>
                </a:moveTo>
                <a:lnTo>
                  <a:pt x="95" y="2222849"/>
                </a:lnTo>
                <a:cubicBezTo>
                  <a:pt x="12668" y="2222849"/>
                  <a:pt x="22860" y="2233041"/>
                  <a:pt x="22860" y="2245614"/>
                </a:cubicBezTo>
                <a:cubicBezTo>
                  <a:pt x="22860" y="2258187"/>
                  <a:pt x="12668" y="2268379"/>
                  <a:pt x="95" y="2268379"/>
                </a:cubicBezTo>
                <a:close/>
                <a:moveTo>
                  <a:pt x="1619441" y="3216402"/>
                </a:moveTo>
                <a:cubicBezTo>
                  <a:pt x="1626203" y="3216402"/>
                  <a:pt x="1631728" y="3210878"/>
                  <a:pt x="1631728" y="3204115"/>
                </a:cubicBezTo>
                <a:cubicBezTo>
                  <a:pt x="1631728" y="3197352"/>
                  <a:pt x="1626203" y="3191828"/>
                  <a:pt x="1619441" y="3191828"/>
                </a:cubicBezTo>
                <a:cubicBezTo>
                  <a:pt x="1613535" y="3191828"/>
                  <a:pt x="1608773" y="3196114"/>
                  <a:pt x="1607630" y="3201734"/>
                </a:cubicBezTo>
                <a:lnTo>
                  <a:pt x="1576197" y="3201734"/>
                </a:lnTo>
                <a:lnTo>
                  <a:pt x="1537716" y="3237643"/>
                </a:lnTo>
                <a:lnTo>
                  <a:pt x="1537716" y="3322320"/>
                </a:lnTo>
                <a:lnTo>
                  <a:pt x="1551527" y="3338036"/>
                </a:lnTo>
                <a:lnTo>
                  <a:pt x="1565339" y="3338036"/>
                </a:lnTo>
                <a:lnTo>
                  <a:pt x="1565339" y="3341084"/>
                </a:lnTo>
                <a:cubicBezTo>
                  <a:pt x="1565339" y="3344132"/>
                  <a:pt x="1567815" y="3346609"/>
                  <a:pt x="1570863" y="3346609"/>
                </a:cubicBezTo>
                <a:lnTo>
                  <a:pt x="1583341" y="3346609"/>
                </a:lnTo>
                <a:cubicBezTo>
                  <a:pt x="1586389" y="3346609"/>
                  <a:pt x="1588865" y="3344132"/>
                  <a:pt x="1588865" y="3341084"/>
                </a:cubicBezTo>
                <a:lnTo>
                  <a:pt x="1588865" y="3328607"/>
                </a:lnTo>
                <a:cubicBezTo>
                  <a:pt x="1588865" y="3325559"/>
                  <a:pt x="1586389" y="3323082"/>
                  <a:pt x="1583341" y="3323082"/>
                </a:cubicBezTo>
                <a:lnTo>
                  <a:pt x="1570863" y="3323082"/>
                </a:lnTo>
                <a:cubicBezTo>
                  <a:pt x="1567815" y="3323082"/>
                  <a:pt x="1565339" y="3325559"/>
                  <a:pt x="1565339" y="3328607"/>
                </a:cubicBezTo>
                <a:lnTo>
                  <a:pt x="1565339" y="3333274"/>
                </a:lnTo>
                <a:lnTo>
                  <a:pt x="1553718" y="3333274"/>
                </a:lnTo>
                <a:lnTo>
                  <a:pt x="1542478" y="3320510"/>
                </a:lnTo>
                <a:lnTo>
                  <a:pt x="1542478" y="3239643"/>
                </a:lnTo>
                <a:lnTo>
                  <a:pt x="1578007" y="3206496"/>
                </a:lnTo>
                <a:lnTo>
                  <a:pt x="1607630" y="3206496"/>
                </a:lnTo>
                <a:cubicBezTo>
                  <a:pt x="1608773" y="3212116"/>
                  <a:pt x="1613535" y="3216402"/>
                  <a:pt x="1619441" y="3216402"/>
                </a:cubicBezTo>
                <a:close/>
                <a:moveTo>
                  <a:pt x="1619441" y="3196495"/>
                </a:moveTo>
                <a:cubicBezTo>
                  <a:pt x="1623632" y="3196495"/>
                  <a:pt x="1626965" y="3199924"/>
                  <a:pt x="1626965" y="3204020"/>
                </a:cubicBezTo>
                <a:cubicBezTo>
                  <a:pt x="1626965" y="3208115"/>
                  <a:pt x="1623536" y="3211544"/>
                  <a:pt x="1619441" y="3211544"/>
                </a:cubicBezTo>
                <a:cubicBezTo>
                  <a:pt x="1615345" y="3211544"/>
                  <a:pt x="1611916" y="3208115"/>
                  <a:pt x="1611916" y="3204020"/>
                </a:cubicBezTo>
                <a:cubicBezTo>
                  <a:pt x="1611916" y="3199924"/>
                  <a:pt x="1615345" y="3196495"/>
                  <a:pt x="1619441" y="3196495"/>
                </a:cubicBezTo>
                <a:close/>
                <a:moveTo>
                  <a:pt x="1570006" y="3328607"/>
                </a:moveTo>
                <a:cubicBezTo>
                  <a:pt x="1570006" y="3328607"/>
                  <a:pt x="1570387" y="3327845"/>
                  <a:pt x="1570768" y="3327845"/>
                </a:cubicBezTo>
                <a:lnTo>
                  <a:pt x="1583246" y="3327845"/>
                </a:lnTo>
                <a:cubicBezTo>
                  <a:pt x="1583246" y="3327845"/>
                  <a:pt x="1584007" y="3328226"/>
                  <a:pt x="1584007" y="3328607"/>
                </a:cubicBezTo>
                <a:lnTo>
                  <a:pt x="1584007" y="3341084"/>
                </a:lnTo>
                <a:cubicBezTo>
                  <a:pt x="1584007" y="3341084"/>
                  <a:pt x="1583627" y="3341846"/>
                  <a:pt x="1583246" y="3341846"/>
                </a:cubicBezTo>
                <a:lnTo>
                  <a:pt x="1570768" y="3341846"/>
                </a:lnTo>
                <a:cubicBezTo>
                  <a:pt x="1570768" y="3341846"/>
                  <a:pt x="1570006" y="3341465"/>
                  <a:pt x="1570006" y="3341084"/>
                </a:cubicBezTo>
                <a:lnTo>
                  <a:pt x="1570006" y="3328607"/>
                </a:lnTo>
                <a:close/>
                <a:moveTo>
                  <a:pt x="185357" y="2181701"/>
                </a:moveTo>
                <a:lnTo>
                  <a:pt x="252032" y="2117979"/>
                </a:lnTo>
                <a:cubicBezTo>
                  <a:pt x="254127" y="2119503"/>
                  <a:pt x="256604" y="2120360"/>
                  <a:pt x="259366" y="2120360"/>
                </a:cubicBezTo>
                <a:cubicBezTo>
                  <a:pt x="266414" y="2120360"/>
                  <a:pt x="272129" y="2114550"/>
                  <a:pt x="272129" y="2107406"/>
                </a:cubicBezTo>
                <a:cubicBezTo>
                  <a:pt x="272129" y="2100263"/>
                  <a:pt x="266414" y="2094452"/>
                  <a:pt x="259366" y="2094452"/>
                </a:cubicBezTo>
                <a:cubicBezTo>
                  <a:pt x="252317" y="2094452"/>
                  <a:pt x="246602" y="2100263"/>
                  <a:pt x="246602" y="2107406"/>
                </a:cubicBezTo>
                <a:cubicBezTo>
                  <a:pt x="246602" y="2110073"/>
                  <a:pt x="247364" y="2112455"/>
                  <a:pt x="248698" y="2114550"/>
                </a:cubicBezTo>
                <a:lnTo>
                  <a:pt x="183356" y="2176939"/>
                </a:lnTo>
                <a:lnTo>
                  <a:pt x="95" y="2176939"/>
                </a:lnTo>
                <a:lnTo>
                  <a:pt x="95" y="2181797"/>
                </a:lnTo>
                <a:lnTo>
                  <a:pt x="185357" y="2181797"/>
                </a:lnTo>
                <a:close/>
                <a:moveTo>
                  <a:pt x="259366" y="2099215"/>
                </a:moveTo>
                <a:cubicBezTo>
                  <a:pt x="263747" y="2099215"/>
                  <a:pt x="267367" y="2102930"/>
                  <a:pt x="267367" y="2107406"/>
                </a:cubicBezTo>
                <a:cubicBezTo>
                  <a:pt x="267367" y="2111883"/>
                  <a:pt x="263747" y="2115598"/>
                  <a:pt x="259366" y="2115598"/>
                </a:cubicBezTo>
                <a:cubicBezTo>
                  <a:pt x="254984" y="2115598"/>
                  <a:pt x="251365" y="2111883"/>
                  <a:pt x="251365" y="2107406"/>
                </a:cubicBezTo>
                <a:cubicBezTo>
                  <a:pt x="251365" y="2102930"/>
                  <a:pt x="254984" y="2099215"/>
                  <a:pt x="259366" y="2099215"/>
                </a:cubicBezTo>
                <a:close/>
                <a:moveTo>
                  <a:pt x="1526857" y="3096006"/>
                </a:moveTo>
                <a:lnTo>
                  <a:pt x="1713548" y="3096006"/>
                </a:lnTo>
                <a:cubicBezTo>
                  <a:pt x="1715357" y="3099340"/>
                  <a:pt x="1717739" y="3102388"/>
                  <a:pt x="1720977" y="3104674"/>
                </a:cubicBezTo>
                <a:cubicBezTo>
                  <a:pt x="1732502" y="3113151"/>
                  <a:pt x="1748695" y="3110579"/>
                  <a:pt x="1757077" y="3099149"/>
                </a:cubicBezTo>
                <a:cubicBezTo>
                  <a:pt x="1761173" y="3093530"/>
                  <a:pt x="1762887" y="3086767"/>
                  <a:pt x="1761839" y="3079909"/>
                </a:cubicBezTo>
                <a:cubicBezTo>
                  <a:pt x="1760792" y="3073051"/>
                  <a:pt x="1757172" y="3067050"/>
                  <a:pt x="1751552" y="3062954"/>
                </a:cubicBezTo>
                <a:cubicBezTo>
                  <a:pt x="1746980" y="3059621"/>
                  <a:pt x="1741646" y="3057906"/>
                  <a:pt x="1736312" y="3057906"/>
                </a:cubicBezTo>
                <a:cubicBezTo>
                  <a:pt x="1728407" y="3057906"/>
                  <a:pt x="1720501" y="3061526"/>
                  <a:pt x="1715453" y="3068479"/>
                </a:cubicBezTo>
                <a:cubicBezTo>
                  <a:pt x="1714310" y="3070003"/>
                  <a:pt x="1713452" y="3071622"/>
                  <a:pt x="1712690" y="3073242"/>
                </a:cubicBezTo>
                <a:lnTo>
                  <a:pt x="1569244" y="3073242"/>
                </a:lnTo>
                <a:lnTo>
                  <a:pt x="1544765" y="3052858"/>
                </a:lnTo>
                <a:lnTo>
                  <a:pt x="1476661" y="3052858"/>
                </a:lnTo>
                <a:lnTo>
                  <a:pt x="1446276" y="3078956"/>
                </a:lnTo>
                <a:lnTo>
                  <a:pt x="1446276" y="3150299"/>
                </a:lnTo>
                <a:lnTo>
                  <a:pt x="1436656" y="3159919"/>
                </a:lnTo>
                <a:cubicBezTo>
                  <a:pt x="1435418" y="3161157"/>
                  <a:pt x="1435418" y="3163157"/>
                  <a:pt x="1436656" y="3164396"/>
                </a:cubicBezTo>
                <a:lnTo>
                  <a:pt x="1446371" y="3174111"/>
                </a:lnTo>
                <a:cubicBezTo>
                  <a:pt x="1447610" y="3175349"/>
                  <a:pt x="1449610" y="3175349"/>
                  <a:pt x="1450848" y="3174111"/>
                </a:cubicBezTo>
                <a:lnTo>
                  <a:pt x="1460564" y="3164396"/>
                </a:lnTo>
                <a:cubicBezTo>
                  <a:pt x="1461802" y="3163157"/>
                  <a:pt x="1461802" y="3161157"/>
                  <a:pt x="1460564" y="3159919"/>
                </a:cubicBezTo>
                <a:lnTo>
                  <a:pt x="1450943" y="3150299"/>
                </a:lnTo>
                <a:lnTo>
                  <a:pt x="1450943" y="3081147"/>
                </a:lnTo>
                <a:lnTo>
                  <a:pt x="1478280" y="3057620"/>
                </a:lnTo>
                <a:lnTo>
                  <a:pt x="1542860" y="3057620"/>
                </a:lnTo>
                <a:lnTo>
                  <a:pt x="1567339" y="3078004"/>
                </a:lnTo>
                <a:lnTo>
                  <a:pt x="1710976" y="3078004"/>
                </a:lnTo>
                <a:cubicBezTo>
                  <a:pt x="1710023" y="3082385"/>
                  <a:pt x="1710214" y="3086862"/>
                  <a:pt x="1711452" y="3091148"/>
                </a:cubicBezTo>
                <a:lnTo>
                  <a:pt x="1524953" y="3091148"/>
                </a:lnTo>
                <a:lnTo>
                  <a:pt x="1495520" y="3116009"/>
                </a:lnTo>
                <a:lnTo>
                  <a:pt x="1495520" y="3153728"/>
                </a:lnTo>
                <a:cubicBezTo>
                  <a:pt x="1494949" y="3154013"/>
                  <a:pt x="1494377" y="3154299"/>
                  <a:pt x="1493996" y="3154775"/>
                </a:cubicBezTo>
                <a:lnTo>
                  <a:pt x="1484281" y="3164491"/>
                </a:lnTo>
                <a:cubicBezTo>
                  <a:pt x="1482090" y="3166682"/>
                  <a:pt x="1482090" y="3170206"/>
                  <a:pt x="1484281" y="3172397"/>
                </a:cubicBezTo>
                <a:lnTo>
                  <a:pt x="1493996" y="3182112"/>
                </a:lnTo>
                <a:cubicBezTo>
                  <a:pt x="1495044" y="3183160"/>
                  <a:pt x="1496473" y="3183731"/>
                  <a:pt x="1497902" y="3183731"/>
                </a:cubicBezTo>
                <a:lnTo>
                  <a:pt x="1497902" y="3183731"/>
                </a:lnTo>
                <a:cubicBezTo>
                  <a:pt x="1499426" y="3183731"/>
                  <a:pt x="1500759" y="3183160"/>
                  <a:pt x="1501807" y="3182112"/>
                </a:cubicBezTo>
                <a:lnTo>
                  <a:pt x="1511522" y="3172397"/>
                </a:lnTo>
                <a:lnTo>
                  <a:pt x="1511522" y="3172397"/>
                </a:lnTo>
                <a:cubicBezTo>
                  <a:pt x="1513713" y="3170206"/>
                  <a:pt x="1513713" y="3166682"/>
                  <a:pt x="1511522" y="3164491"/>
                </a:cubicBezTo>
                <a:lnTo>
                  <a:pt x="1501807" y="3154775"/>
                </a:lnTo>
                <a:cubicBezTo>
                  <a:pt x="1501807" y="3154775"/>
                  <a:pt x="1500854" y="3154013"/>
                  <a:pt x="1500283" y="3153728"/>
                </a:cubicBezTo>
                <a:lnTo>
                  <a:pt x="1500283" y="3118199"/>
                </a:lnTo>
                <a:lnTo>
                  <a:pt x="1526667" y="3095911"/>
                </a:lnTo>
                <a:close/>
                <a:moveTo>
                  <a:pt x="1719358" y="3071336"/>
                </a:moveTo>
                <a:cubicBezTo>
                  <a:pt x="1722692" y="3066764"/>
                  <a:pt x="1727549" y="3063812"/>
                  <a:pt x="1733169" y="3062954"/>
                </a:cubicBezTo>
                <a:cubicBezTo>
                  <a:pt x="1738789" y="3062097"/>
                  <a:pt x="1744313" y="3063430"/>
                  <a:pt x="1748885" y="3066764"/>
                </a:cubicBezTo>
                <a:cubicBezTo>
                  <a:pt x="1753457" y="3070098"/>
                  <a:pt x="1756410" y="3074956"/>
                  <a:pt x="1757267" y="3080576"/>
                </a:cubicBezTo>
                <a:cubicBezTo>
                  <a:pt x="1758125" y="3086100"/>
                  <a:pt x="1756791" y="3091720"/>
                  <a:pt x="1753457" y="3096197"/>
                </a:cubicBezTo>
                <a:lnTo>
                  <a:pt x="1753457" y="3096197"/>
                </a:lnTo>
                <a:cubicBezTo>
                  <a:pt x="1750124" y="3100769"/>
                  <a:pt x="1745266" y="3103721"/>
                  <a:pt x="1739646" y="3104579"/>
                </a:cubicBezTo>
                <a:cubicBezTo>
                  <a:pt x="1738598" y="3104769"/>
                  <a:pt x="1737455" y="3104864"/>
                  <a:pt x="1736407" y="3104864"/>
                </a:cubicBezTo>
                <a:cubicBezTo>
                  <a:pt x="1731931" y="3104864"/>
                  <a:pt x="1727645" y="3103436"/>
                  <a:pt x="1724025" y="3100769"/>
                </a:cubicBezTo>
                <a:cubicBezTo>
                  <a:pt x="1714691" y="3093911"/>
                  <a:pt x="1712595" y="3080671"/>
                  <a:pt x="1719453" y="3071241"/>
                </a:cubicBezTo>
                <a:close/>
                <a:moveTo>
                  <a:pt x="1508379" y="3168015"/>
                </a:moveTo>
                <a:cubicBezTo>
                  <a:pt x="1508379" y="3168015"/>
                  <a:pt x="1508665" y="3168872"/>
                  <a:pt x="1508379" y="3169158"/>
                </a:cubicBezTo>
                <a:lnTo>
                  <a:pt x="1498664" y="3178874"/>
                </a:lnTo>
                <a:cubicBezTo>
                  <a:pt x="1498664" y="3178874"/>
                  <a:pt x="1498187" y="3179064"/>
                  <a:pt x="1498092" y="3179064"/>
                </a:cubicBezTo>
                <a:cubicBezTo>
                  <a:pt x="1498282" y="3179159"/>
                  <a:pt x="1497711" y="3179064"/>
                  <a:pt x="1497521" y="3178874"/>
                </a:cubicBezTo>
                <a:lnTo>
                  <a:pt x="1487805" y="3169158"/>
                </a:lnTo>
                <a:cubicBezTo>
                  <a:pt x="1487805" y="3169158"/>
                  <a:pt x="1487519" y="3168301"/>
                  <a:pt x="1487805" y="3168015"/>
                </a:cubicBezTo>
                <a:lnTo>
                  <a:pt x="1497521" y="3158300"/>
                </a:lnTo>
                <a:cubicBezTo>
                  <a:pt x="1497521" y="3158300"/>
                  <a:pt x="1498092" y="3157919"/>
                  <a:pt x="1498092" y="3158109"/>
                </a:cubicBezTo>
                <a:cubicBezTo>
                  <a:pt x="1498187" y="3158109"/>
                  <a:pt x="1498473" y="3158109"/>
                  <a:pt x="1498664" y="3158300"/>
                </a:cubicBezTo>
                <a:lnTo>
                  <a:pt x="1508379" y="3168015"/>
                </a:lnTo>
                <a:close/>
                <a:moveTo>
                  <a:pt x="1872329" y="3096006"/>
                </a:moveTo>
                <a:lnTo>
                  <a:pt x="2009489" y="3096006"/>
                </a:lnTo>
                <a:lnTo>
                  <a:pt x="2037588" y="3072098"/>
                </a:lnTo>
                <a:lnTo>
                  <a:pt x="2037588" y="2962751"/>
                </a:lnTo>
                <a:lnTo>
                  <a:pt x="2042065" y="2962751"/>
                </a:lnTo>
                <a:cubicBezTo>
                  <a:pt x="2045970" y="2962751"/>
                  <a:pt x="2049209" y="2959513"/>
                  <a:pt x="2049113" y="2955608"/>
                </a:cubicBezTo>
                <a:lnTo>
                  <a:pt x="2049113" y="2942082"/>
                </a:lnTo>
                <a:cubicBezTo>
                  <a:pt x="2049113" y="2938177"/>
                  <a:pt x="2045875" y="2934938"/>
                  <a:pt x="2041874" y="2935034"/>
                </a:cubicBezTo>
                <a:lnTo>
                  <a:pt x="2028349" y="2935034"/>
                </a:lnTo>
                <a:cubicBezTo>
                  <a:pt x="2025777" y="2935034"/>
                  <a:pt x="2023586" y="2936558"/>
                  <a:pt x="2022348" y="2938653"/>
                </a:cubicBezTo>
                <a:lnTo>
                  <a:pt x="1992059" y="2938653"/>
                </a:lnTo>
                <a:cubicBezTo>
                  <a:pt x="1992059" y="2938653"/>
                  <a:pt x="1975961" y="2924366"/>
                  <a:pt x="1975961" y="2924366"/>
                </a:cubicBezTo>
                <a:lnTo>
                  <a:pt x="1897761" y="2924080"/>
                </a:lnTo>
                <a:cubicBezTo>
                  <a:pt x="1897285" y="2919127"/>
                  <a:pt x="1893284" y="2915126"/>
                  <a:pt x="1888141" y="2915126"/>
                </a:cubicBezTo>
                <a:cubicBezTo>
                  <a:pt x="1882712" y="2915126"/>
                  <a:pt x="1878330" y="2919508"/>
                  <a:pt x="1878330" y="2924937"/>
                </a:cubicBezTo>
                <a:cubicBezTo>
                  <a:pt x="1878330" y="2930367"/>
                  <a:pt x="1882712" y="2934748"/>
                  <a:pt x="1888141" y="2934748"/>
                </a:cubicBezTo>
                <a:cubicBezTo>
                  <a:pt x="1892141" y="2934748"/>
                  <a:pt x="1895570" y="2932367"/>
                  <a:pt x="1897094" y="2928938"/>
                </a:cubicBezTo>
                <a:lnTo>
                  <a:pt x="1974152" y="2929223"/>
                </a:lnTo>
                <a:lnTo>
                  <a:pt x="1990249" y="2943511"/>
                </a:lnTo>
                <a:lnTo>
                  <a:pt x="2021205" y="2943511"/>
                </a:lnTo>
                <a:cubicBezTo>
                  <a:pt x="2021205" y="2943511"/>
                  <a:pt x="2021205" y="2952750"/>
                  <a:pt x="2021205" y="2952750"/>
                </a:cubicBezTo>
                <a:lnTo>
                  <a:pt x="1990153" y="2952750"/>
                </a:lnTo>
                <a:cubicBezTo>
                  <a:pt x="1990153" y="2952750"/>
                  <a:pt x="1974056" y="2967038"/>
                  <a:pt x="1974056" y="2967038"/>
                </a:cubicBezTo>
                <a:lnTo>
                  <a:pt x="1897380" y="2967323"/>
                </a:lnTo>
                <a:cubicBezTo>
                  <a:pt x="1896332" y="2963132"/>
                  <a:pt x="1892618" y="2959989"/>
                  <a:pt x="1888141" y="2959989"/>
                </a:cubicBezTo>
                <a:cubicBezTo>
                  <a:pt x="1882712" y="2959989"/>
                  <a:pt x="1878330" y="2964371"/>
                  <a:pt x="1878330" y="2969800"/>
                </a:cubicBezTo>
                <a:cubicBezTo>
                  <a:pt x="1878330" y="2975229"/>
                  <a:pt x="1882712" y="2979515"/>
                  <a:pt x="1888141" y="2979515"/>
                </a:cubicBezTo>
                <a:cubicBezTo>
                  <a:pt x="1892713" y="2979515"/>
                  <a:pt x="1896332" y="2976372"/>
                  <a:pt x="1897380" y="2972086"/>
                </a:cubicBezTo>
                <a:lnTo>
                  <a:pt x="1975009" y="2971800"/>
                </a:lnTo>
                <a:lnTo>
                  <a:pt x="1975866" y="2971800"/>
                </a:lnTo>
                <a:lnTo>
                  <a:pt x="1991963" y="2957513"/>
                </a:lnTo>
                <a:lnTo>
                  <a:pt x="2021491" y="2957513"/>
                </a:lnTo>
                <a:cubicBezTo>
                  <a:pt x="2022253" y="2960656"/>
                  <a:pt x="2024920" y="2963037"/>
                  <a:pt x="2028349" y="2963037"/>
                </a:cubicBezTo>
                <a:lnTo>
                  <a:pt x="2032730" y="2963037"/>
                </a:lnTo>
                <a:cubicBezTo>
                  <a:pt x="2032730" y="2963037"/>
                  <a:pt x="2032730" y="3070193"/>
                  <a:pt x="2032730" y="3070193"/>
                </a:cubicBezTo>
                <a:lnTo>
                  <a:pt x="2007680" y="3091529"/>
                </a:lnTo>
                <a:lnTo>
                  <a:pt x="1874044" y="3091529"/>
                </a:lnTo>
                <a:lnTo>
                  <a:pt x="1853470" y="3074099"/>
                </a:lnTo>
                <a:lnTo>
                  <a:pt x="1853470" y="3035618"/>
                </a:lnTo>
                <a:lnTo>
                  <a:pt x="1857947" y="3035618"/>
                </a:lnTo>
                <a:cubicBezTo>
                  <a:pt x="1860614" y="3035618"/>
                  <a:pt x="1862900" y="3033998"/>
                  <a:pt x="1864043" y="3031808"/>
                </a:cubicBezTo>
                <a:lnTo>
                  <a:pt x="1893475" y="3031808"/>
                </a:lnTo>
                <a:cubicBezTo>
                  <a:pt x="1893475" y="3031808"/>
                  <a:pt x="1909572" y="3046095"/>
                  <a:pt x="1909572" y="3046095"/>
                </a:cubicBezTo>
                <a:lnTo>
                  <a:pt x="1988058" y="3046381"/>
                </a:lnTo>
                <a:cubicBezTo>
                  <a:pt x="1989106" y="3050572"/>
                  <a:pt x="1992821" y="3053810"/>
                  <a:pt x="1997393" y="3053810"/>
                </a:cubicBezTo>
                <a:cubicBezTo>
                  <a:pt x="2002822" y="3053810"/>
                  <a:pt x="2007108" y="3049429"/>
                  <a:pt x="2007108" y="3044000"/>
                </a:cubicBezTo>
                <a:cubicBezTo>
                  <a:pt x="2007108" y="3038570"/>
                  <a:pt x="2002727" y="3034189"/>
                  <a:pt x="1997393" y="3034189"/>
                </a:cubicBezTo>
                <a:cubicBezTo>
                  <a:pt x="1992821" y="3034189"/>
                  <a:pt x="1989201" y="3037332"/>
                  <a:pt x="1988153" y="3041523"/>
                </a:cubicBezTo>
                <a:lnTo>
                  <a:pt x="1911477" y="3041237"/>
                </a:lnTo>
                <a:lnTo>
                  <a:pt x="1895380" y="3026950"/>
                </a:lnTo>
                <a:lnTo>
                  <a:pt x="1865090" y="3026950"/>
                </a:lnTo>
                <a:cubicBezTo>
                  <a:pt x="1865090" y="3026950"/>
                  <a:pt x="1865090" y="3017806"/>
                  <a:pt x="1865090" y="3017806"/>
                </a:cubicBezTo>
                <a:lnTo>
                  <a:pt x="1895475" y="3017806"/>
                </a:lnTo>
                <a:cubicBezTo>
                  <a:pt x="1895475" y="3017806"/>
                  <a:pt x="1911572" y="3003518"/>
                  <a:pt x="1911572" y="3003518"/>
                </a:cubicBezTo>
                <a:lnTo>
                  <a:pt x="1988630" y="3003233"/>
                </a:lnTo>
                <a:cubicBezTo>
                  <a:pt x="1990153" y="3006662"/>
                  <a:pt x="1993582" y="3009043"/>
                  <a:pt x="1997583" y="3009043"/>
                </a:cubicBezTo>
                <a:cubicBezTo>
                  <a:pt x="2003012" y="3009043"/>
                  <a:pt x="2007299" y="3004661"/>
                  <a:pt x="2007299" y="2999232"/>
                </a:cubicBezTo>
                <a:cubicBezTo>
                  <a:pt x="2007299" y="2993803"/>
                  <a:pt x="2002917" y="2989421"/>
                  <a:pt x="1997583" y="2989421"/>
                </a:cubicBezTo>
                <a:cubicBezTo>
                  <a:pt x="1992535" y="2989421"/>
                  <a:pt x="1988439" y="2993327"/>
                  <a:pt x="1987963" y="2998375"/>
                </a:cubicBezTo>
                <a:lnTo>
                  <a:pt x="1910620" y="2998661"/>
                </a:lnTo>
                <a:lnTo>
                  <a:pt x="1909763" y="2998661"/>
                </a:lnTo>
                <a:lnTo>
                  <a:pt x="1893665" y="3012948"/>
                </a:lnTo>
                <a:lnTo>
                  <a:pt x="1864709" y="3012948"/>
                </a:lnTo>
                <a:cubicBezTo>
                  <a:pt x="1863852" y="3009900"/>
                  <a:pt x="1861185" y="3007614"/>
                  <a:pt x="1857947" y="3007614"/>
                </a:cubicBezTo>
                <a:lnTo>
                  <a:pt x="1853660" y="3007614"/>
                </a:lnTo>
                <a:cubicBezTo>
                  <a:pt x="1853660" y="3007614"/>
                  <a:pt x="1853946" y="2912840"/>
                  <a:pt x="1853946" y="2912840"/>
                </a:cubicBezTo>
                <a:lnTo>
                  <a:pt x="1868234" y="2896743"/>
                </a:lnTo>
                <a:lnTo>
                  <a:pt x="1868234" y="2868740"/>
                </a:lnTo>
                <a:cubicBezTo>
                  <a:pt x="1872520" y="2867692"/>
                  <a:pt x="1875663" y="2863977"/>
                  <a:pt x="1875663" y="2859500"/>
                </a:cubicBezTo>
                <a:cubicBezTo>
                  <a:pt x="1875663" y="2854071"/>
                  <a:pt x="1871282" y="2849690"/>
                  <a:pt x="1865948" y="2849690"/>
                </a:cubicBezTo>
                <a:cubicBezTo>
                  <a:pt x="1860614" y="2849690"/>
                  <a:pt x="1856137" y="2854071"/>
                  <a:pt x="1856137" y="2859500"/>
                </a:cubicBezTo>
                <a:cubicBezTo>
                  <a:pt x="1856137" y="2864072"/>
                  <a:pt x="1859280" y="2867692"/>
                  <a:pt x="1863566" y="2868740"/>
                </a:cubicBezTo>
                <a:lnTo>
                  <a:pt x="1863566" y="2894934"/>
                </a:lnTo>
                <a:cubicBezTo>
                  <a:pt x="1863566" y="2894934"/>
                  <a:pt x="1849184" y="2911030"/>
                  <a:pt x="1849184" y="2911030"/>
                </a:cubicBezTo>
                <a:lnTo>
                  <a:pt x="1848898" y="3007614"/>
                </a:lnTo>
                <a:lnTo>
                  <a:pt x="1844421" y="3007614"/>
                </a:lnTo>
                <a:cubicBezTo>
                  <a:pt x="1840516" y="3007614"/>
                  <a:pt x="1837277" y="3010853"/>
                  <a:pt x="1837373" y="3014758"/>
                </a:cubicBezTo>
                <a:lnTo>
                  <a:pt x="1837373" y="3028284"/>
                </a:lnTo>
                <a:cubicBezTo>
                  <a:pt x="1837373" y="3032188"/>
                  <a:pt x="1840611" y="3035427"/>
                  <a:pt x="1844612" y="3035332"/>
                </a:cubicBezTo>
                <a:lnTo>
                  <a:pt x="1848993" y="3035332"/>
                </a:lnTo>
                <a:cubicBezTo>
                  <a:pt x="1848993" y="3035332"/>
                  <a:pt x="1848993" y="3076004"/>
                  <a:pt x="1848993" y="3076004"/>
                </a:cubicBezTo>
                <a:lnTo>
                  <a:pt x="1872520" y="3096006"/>
                </a:lnTo>
                <a:close/>
                <a:moveTo>
                  <a:pt x="1888236" y="2929700"/>
                </a:moveTo>
                <a:cubicBezTo>
                  <a:pt x="1885474" y="2929700"/>
                  <a:pt x="1883188" y="2927413"/>
                  <a:pt x="1883188" y="2924651"/>
                </a:cubicBezTo>
                <a:cubicBezTo>
                  <a:pt x="1883188" y="2921889"/>
                  <a:pt x="1885474" y="2919603"/>
                  <a:pt x="1888236" y="2919603"/>
                </a:cubicBezTo>
                <a:cubicBezTo>
                  <a:pt x="1890998" y="2919603"/>
                  <a:pt x="1893284" y="2921889"/>
                  <a:pt x="1893284" y="2924651"/>
                </a:cubicBezTo>
                <a:cubicBezTo>
                  <a:pt x="1893284" y="2927413"/>
                  <a:pt x="1890998" y="2929700"/>
                  <a:pt x="1888236" y="2929700"/>
                </a:cubicBezTo>
                <a:close/>
                <a:moveTo>
                  <a:pt x="1888236" y="2974467"/>
                </a:moveTo>
                <a:cubicBezTo>
                  <a:pt x="1885474" y="2974467"/>
                  <a:pt x="1883188" y="2972181"/>
                  <a:pt x="1883188" y="2969514"/>
                </a:cubicBezTo>
                <a:cubicBezTo>
                  <a:pt x="1883188" y="2966847"/>
                  <a:pt x="1885474" y="2964466"/>
                  <a:pt x="1888236" y="2964466"/>
                </a:cubicBezTo>
                <a:cubicBezTo>
                  <a:pt x="1890998" y="2964466"/>
                  <a:pt x="1893284" y="2966752"/>
                  <a:pt x="1893284" y="2969514"/>
                </a:cubicBezTo>
                <a:cubicBezTo>
                  <a:pt x="1893284" y="2972276"/>
                  <a:pt x="1890998" y="2974467"/>
                  <a:pt x="1888236" y="2974467"/>
                </a:cubicBezTo>
                <a:close/>
                <a:moveTo>
                  <a:pt x="2028444" y="2957989"/>
                </a:moveTo>
                <a:cubicBezTo>
                  <a:pt x="2027111" y="2957989"/>
                  <a:pt x="2026063" y="2956941"/>
                  <a:pt x="2026063" y="2955608"/>
                </a:cubicBezTo>
                <a:lnTo>
                  <a:pt x="2026063" y="2942082"/>
                </a:lnTo>
                <a:cubicBezTo>
                  <a:pt x="2026063" y="2940749"/>
                  <a:pt x="2027015" y="2939701"/>
                  <a:pt x="2028349" y="2939701"/>
                </a:cubicBezTo>
                <a:lnTo>
                  <a:pt x="2041874" y="2939701"/>
                </a:lnTo>
                <a:cubicBezTo>
                  <a:pt x="2043208" y="2939701"/>
                  <a:pt x="2044256" y="2940653"/>
                  <a:pt x="2044256" y="2941987"/>
                </a:cubicBezTo>
                <a:lnTo>
                  <a:pt x="2044256" y="2955512"/>
                </a:lnTo>
                <a:cubicBezTo>
                  <a:pt x="2044256" y="2956846"/>
                  <a:pt x="2043303" y="2957894"/>
                  <a:pt x="2041970" y="2957894"/>
                </a:cubicBezTo>
                <a:lnTo>
                  <a:pt x="2028444" y="2957894"/>
                </a:lnTo>
                <a:close/>
                <a:moveTo>
                  <a:pt x="1997488" y="3038856"/>
                </a:moveTo>
                <a:cubicBezTo>
                  <a:pt x="2000250" y="3038856"/>
                  <a:pt x="2002441" y="3041142"/>
                  <a:pt x="2002441" y="3043904"/>
                </a:cubicBezTo>
                <a:cubicBezTo>
                  <a:pt x="2002441" y="3046667"/>
                  <a:pt x="2000155" y="3048953"/>
                  <a:pt x="1997488" y="3048953"/>
                </a:cubicBezTo>
                <a:cubicBezTo>
                  <a:pt x="1994821" y="3048953"/>
                  <a:pt x="1992440" y="3046667"/>
                  <a:pt x="1992440" y="3043904"/>
                </a:cubicBezTo>
                <a:cubicBezTo>
                  <a:pt x="1992440" y="3041142"/>
                  <a:pt x="1994726" y="3038856"/>
                  <a:pt x="1997488" y="3038856"/>
                </a:cubicBezTo>
                <a:close/>
                <a:moveTo>
                  <a:pt x="1997488" y="2994088"/>
                </a:moveTo>
                <a:cubicBezTo>
                  <a:pt x="2000250" y="2994088"/>
                  <a:pt x="2002441" y="2996375"/>
                  <a:pt x="2002441" y="2999137"/>
                </a:cubicBezTo>
                <a:cubicBezTo>
                  <a:pt x="2002441" y="3001899"/>
                  <a:pt x="2000155" y="3004185"/>
                  <a:pt x="1997488" y="3004185"/>
                </a:cubicBezTo>
                <a:cubicBezTo>
                  <a:pt x="1994821" y="3004185"/>
                  <a:pt x="1992440" y="3001899"/>
                  <a:pt x="1992440" y="2999137"/>
                </a:cubicBezTo>
                <a:cubicBezTo>
                  <a:pt x="1992440" y="2996375"/>
                  <a:pt x="1994726" y="2994088"/>
                  <a:pt x="1997488" y="2994088"/>
                </a:cubicBezTo>
                <a:close/>
                <a:moveTo>
                  <a:pt x="1860804" y="2859405"/>
                </a:moveTo>
                <a:cubicBezTo>
                  <a:pt x="1860804" y="2856643"/>
                  <a:pt x="1863090" y="2854357"/>
                  <a:pt x="1865852" y="2854357"/>
                </a:cubicBezTo>
                <a:cubicBezTo>
                  <a:pt x="1868615" y="2854357"/>
                  <a:pt x="1870805" y="2856643"/>
                  <a:pt x="1870805" y="2859405"/>
                </a:cubicBezTo>
                <a:cubicBezTo>
                  <a:pt x="1870805" y="2862167"/>
                  <a:pt x="1868519" y="2864453"/>
                  <a:pt x="1865852" y="2864453"/>
                </a:cubicBezTo>
                <a:cubicBezTo>
                  <a:pt x="1863185" y="2864453"/>
                  <a:pt x="1860804" y="2862167"/>
                  <a:pt x="1860804" y="2859405"/>
                </a:cubicBezTo>
                <a:close/>
                <a:moveTo>
                  <a:pt x="1844421" y="3030569"/>
                </a:moveTo>
                <a:cubicBezTo>
                  <a:pt x="1843088" y="3030569"/>
                  <a:pt x="1842040" y="3029522"/>
                  <a:pt x="1842040" y="3028188"/>
                </a:cubicBezTo>
                <a:lnTo>
                  <a:pt x="1842040" y="3014663"/>
                </a:lnTo>
                <a:cubicBezTo>
                  <a:pt x="1842040" y="3013329"/>
                  <a:pt x="1842992" y="3012281"/>
                  <a:pt x="1844326" y="3012281"/>
                </a:cubicBezTo>
                <a:lnTo>
                  <a:pt x="1857851" y="3012281"/>
                </a:lnTo>
                <a:cubicBezTo>
                  <a:pt x="1859185" y="3012281"/>
                  <a:pt x="1860232" y="3013234"/>
                  <a:pt x="1860232" y="3014567"/>
                </a:cubicBezTo>
                <a:lnTo>
                  <a:pt x="1860232" y="3028093"/>
                </a:lnTo>
                <a:cubicBezTo>
                  <a:pt x="1860232" y="3029426"/>
                  <a:pt x="1859280" y="3030474"/>
                  <a:pt x="1857947" y="3030474"/>
                </a:cubicBezTo>
                <a:lnTo>
                  <a:pt x="1844421" y="3030474"/>
                </a:lnTo>
                <a:close/>
                <a:moveTo>
                  <a:pt x="18860" y="2372201"/>
                </a:moveTo>
                <a:lnTo>
                  <a:pt x="18860" y="2380488"/>
                </a:lnTo>
                <a:lnTo>
                  <a:pt x="103061" y="2380488"/>
                </a:lnTo>
                <a:lnTo>
                  <a:pt x="127826" y="2362105"/>
                </a:lnTo>
                <a:lnTo>
                  <a:pt x="390144" y="2362105"/>
                </a:lnTo>
                <a:lnTo>
                  <a:pt x="394526" y="2356961"/>
                </a:lnTo>
                <a:lnTo>
                  <a:pt x="394526" y="2340959"/>
                </a:lnTo>
                <a:lnTo>
                  <a:pt x="390430" y="2340959"/>
                </a:lnTo>
                <a:cubicBezTo>
                  <a:pt x="388906" y="2340959"/>
                  <a:pt x="387763" y="2339721"/>
                  <a:pt x="387763" y="2338292"/>
                </a:cubicBezTo>
                <a:lnTo>
                  <a:pt x="387763" y="2325338"/>
                </a:lnTo>
                <a:cubicBezTo>
                  <a:pt x="387763" y="2323814"/>
                  <a:pt x="389001" y="2322671"/>
                  <a:pt x="390430" y="2322671"/>
                </a:cubicBezTo>
                <a:lnTo>
                  <a:pt x="403384" y="2322671"/>
                </a:lnTo>
                <a:cubicBezTo>
                  <a:pt x="404908" y="2322671"/>
                  <a:pt x="406051" y="2323910"/>
                  <a:pt x="406051" y="2325338"/>
                </a:cubicBezTo>
                <a:lnTo>
                  <a:pt x="406051" y="2338292"/>
                </a:lnTo>
                <a:cubicBezTo>
                  <a:pt x="406051" y="2339816"/>
                  <a:pt x="404813" y="2340959"/>
                  <a:pt x="403384" y="2340959"/>
                </a:cubicBezTo>
                <a:lnTo>
                  <a:pt x="399288" y="2340959"/>
                </a:lnTo>
                <a:lnTo>
                  <a:pt x="399288" y="2358771"/>
                </a:lnTo>
                <a:lnTo>
                  <a:pt x="392335" y="2366867"/>
                </a:lnTo>
                <a:lnTo>
                  <a:pt x="129350" y="2366867"/>
                </a:lnTo>
                <a:lnTo>
                  <a:pt x="104585" y="2385251"/>
                </a:lnTo>
                <a:lnTo>
                  <a:pt x="18860" y="2385251"/>
                </a:lnTo>
                <a:lnTo>
                  <a:pt x="18860" y="2393728"/>
                </a:lnTo>
                <a:cubicBezTo>
                  <a:pt x="18860" y="2397633"/>
                  <a:pt x="15621" y="2400872"/>
                  <a:pt x="11716" y="2400872"/>
                </a:cubicBezTo>
                <a:lnTo>
                  <a:pt x="95" y="2400872"/>
                </a:lnTo>
                <a:lnTo>
                  <a:pt x="95" y="2396109"/>
                </a:lnTo>
                <a:lnTo>
                  <a:pt x="11621" y="2396109"/>
                </a:lnTo>
                <a:cubicBezTo>
                  <a:pt x="12954" y="2396109"/>
                  <a:pt x="14002" y="2395061"/>
                  <a:pt x="14002" y="2393728"/>
                </a:cubicBezTo>
                <a:lnTo>
                  <a:pt x="14002" y="2372201"/>
                </a:lnTo>
                <a:cubicBezTo>
                  <a:pt x="14002" y="2370868"/>
                  <a:pt x="12954" y="2369820"/>
                  <a:pt x="11621" y="2369820"/>
                </a:cubicBezTo>
                <a:lnTo>
                  <a:pt x="95" y="2369820"/>
                </a:lnTo>
                <a:lnTo>
                  <a:pt x="95" y="2365058"/>
                </a:lnTo>
                <a:lnTo>
                  <a:pt x="11621" y="2365058"/>
                </a:lnTo>
                <a:cubicBezTo>
                  <a:pt x="15621" y="2365058"/>
                  <a:pt x="18764" y="2368296"/>
                  <a:pt x="18764" y="2372201"/>
                </a:cubicBezTo>
                <a:close/>
                <a:moveTo>
                  <a:pt x="1780985" y="3270218"/>
                </a:moveTo>
                <a:cubicBezTo>
                  <a:pt x="1786985" y="3270218"/>
                  <a:pt x="1791748" y="3265837"/>
                  <a:pt x="1792891" y="3260217"/>
                </a:cubicBezTo>
                <a:lnTo>
                  <a:pt x="1959578" y="3259646"/>
                </a:lnTo>
                <a:lnTo>
                  <a:pt x="1960531" y="3259646"/>
                </a:lnTo>
                <a:lnTo>
                  <a:pt x="2016538" y="3208115"/>
                </a:lnTo>
                <a:lnTo>
                  <a:pt x="2042636" y="3208115"/>
                </a:lnTo>
                <a:cubicBezTo>
                  <a:pt x="2043684" y="3212306"/>
                  <a:pt x="2047399" y="3215450"/>
                  <a:pt x="2051876" y="3215450"/>
                </a:cubicBezTo>
                <a:cubicBezTo>
                  <a:pt x="2057305" y="3215450"/>
                  <a:pt x="2061686" y="3211068"/>
                  <a:pt x="2061686" y="3205639"/>
                </a:cubicBezTo>
                <a:cubicBezTo>
                  <a:pt x="2061686" y="3200210"/>
                  <a:pt x="2057305" y="3195828"/>
                  <a:pt x="2051876" y="3195828"/>
                </a:cubicBezTo>
                <a:cubicBezTo>
                  <a:pt x="2047303" y="3195828"/>
                  <a:pt x="2043684" y="3198971"/>
                  <a:pt x="2042636" y="3203258"/>
                </a:cubicBezTo>
                <a:lnTo>
                  <a:pt x="2014633" y="3203258"/>
                </a:lnTo>
                <a:cubicBezTo>
                  <a:pt x="2014633" y="3203258"/>
                  <a:pt x="1958626" y="3254788"/>
                  <a:pt x="1958626" y="3254788"/>
                </a:cubicBezTo>
                <a:lnTo>
                  <a:pt x="1792796" y="3255359"/>
                </a:lnTo>
                <a:cubicBezTo>
                  <a:pt x="1791653" y="3249740"/>
                  <a:pt x="1786890" y="3245358"/>
                  <a:pt x="1780889" y="3245358"/>
                </a:cubicBezTo>
                <a:cubicBezTo>
                  <a:pt x="1774031" y="3245358"/>
                  <a:pt x="1768507" y="3250883"/>
                  <a:pt x="1768507" y="3257741"/>
                </a:cubicBezTo>
                <a:cubicBezTo>
                  <a:pt x="1768507" y="3264599"/>
                  <a:pt x="1774031" y="3270123"/>
                  <a:pt x="1780889" y="3270123"/>
                </a:cubicBezTo>
                <a:close/>
                <a:moveTo>
                  <a:pt x="2051971" y="3200781"/>
                </a:moveTo>
                <a:cubicBezTo>
                  <a:pt x="2054733" y="3200781"/>
                  <a:pt x="2057019" y="3203067"/>
                  <a:pt x="2057019" y="3205829"/>
                </a:cubicBezTo>
                <a:cubicBezTo>
                  <a:pt x="2057019" y="3208592"/>
                  <a:pt x="2054733" y="3210878"/>
                  <a:pt x="2051971" y="3210878"/>
                </a:cubicBezTo>
                <a:cubicBezTo>
                  <a:pt x="2049209" y="3210878"/>
                  <a:pt x="2046923" y="3208592"/>
                  <a:pt x="2046923" y="3205829"/>
                </a:cubicBezTo>
                <a:cubicBezTo>
                  <a:pt x="2046923" y="3203067"/>
                  <a:pt x="2049209" y="3200781"/>
                  <a:pt x="2051971" y="3200781"/>
                </a:cubicBezTo>
                <a:close/>
                <a:moveTo>
                  <a:pt x="1780985" y="3250216"/>
                </a:moveTo>
                <a:cubicBezTo>
                  <a:pt x="1785176" y="3250216"/>
                  <a:pt x="1788605" y="3253645"/>
                  <a:pt x="1788605" y="3257836"/>
                </a:cubicBezTo>
                <a:cubicBezTo>
                  <a:pt x="1788605" y="3262027"/>
                  <a:pt x="1785176" y="3265456"/>
                  <a:pt x="1780985" y="3265456"/>
                </a:cubicBezTo>
                <a:cubicBezTo>
                  <a:pt x="1776794" y="3265456"/>
                  <a:pt x="1773365" y="3262027"/>
                  <a:pt x="1773365" y="3257836"/>
                </a:cubicBezTo>
                <a:cubicBezTo>
                  <a:pt x="1773365" y="3253645"/>
                  <a:pt x="1776794" y="3250216"/>
                  <a:pt x="1780985" y="3250216"/>
                </a:cubicBezTo>
                <a:close/>
                <a:moveTo>
                  <a:pt x="2171033" y="3695034"/>
                </a:moveTo>
                <a:lnTo>
                  <a:pt x="2171033" y="3706940"/>
                </a:lnTo>
                <a:cubicBezTo>
                  <a:pt x="2171033" y="3710464"/>
                  <a:pt x="2168176" y="3713321"/>
                  <a:pt x="2164652" y="3713321"/>
                </a:cubicBezTo>
                <a:lnTo>
                  <a:pt x="2152745" y="3713321"/>
                </a:lnTo>
                <a:cubicBezTo>
                  <a:pt x="2149221" y="3713321"/>
                  <a:pt x="2146364" y="3710464"/>
                  <a:pt x="2146364" y="3706940"/>
                </a:cubicBezTo>
                <a:lnTo>
                  <a:pt x="2146364" y="3694938"/>
                </a:lnTo>
                <a:cubicBezTo>
                  <a:pt x="2146364" y="3691414"/>
                  <a:pt x="2149221" y="3688556"/>
                  <a:pt x="2152745" y="3688556"/>
                </a:cubicBezTo>
                <a:lnTo>
                  <a:pt x="2164652" y="3688556"/>
                </a:lnTo>
                <a:cubicBezTo>
                  <a:pt x="2168176" y="3688556"/>
                  <a:pt x="2171033" y="3691414"/>
                  <a:pt x="2171033" y="3694938"/>
                </a:cubicBezTo>
                <a:close/>
                <a:moveTo>
                  <a:pt x="26670" y="2257235"/>
                </a:moveTo>
                <a:lnTo>
                  <a:pt x="123825" y="2257235"/>
                </a:lnTo>
                <a:lnTo>
                  <a:pt x="137541" y="2270760"/>
                </a:lnTo>
                <a:lnTo>
                  <a:pt x="225266" y="2270760"/>
                </a:lnTo>
                <a:lnTo>
                  <a:pt x="385096" y="2121122"/>
                </a:lnTo>
                <a:lnTo>
                  <a:pt x="385096" y="2033492"/>
                </a:lnTo>
                <a:lnTo>
                  <a:pt x="389096" y="2033492"/>
                </a:lnTo>
                <a:cubicBezTo>
                  <a:pt x="392811" y="2033492"/>
                  <a:pt x="395954" y="2030444"/>
                  <a:pt x="395954" y="2026634"/>
                </a:cubicBezTo>
                <a:lnTo>
                  <a:pt x="395954" y="2013966"/>
                </a:lnTo>
                <a:cubicBezTo>
                  <a:pt x="395954" y="2010251"/>
                  <a:pt x="392906" y="2007108"/>
                  <a:pt x="389096" y="2007108"/>
                </a:cubicBezTo>
                <a:lnTo>
                  <a:pt x="376428" y="2007108"/>
                </a:lnTo>
                <a:cubicBezTo>
                  <a:pt x="372713" y="2007108"/>
                  <a:pt x="369570" y="2010156"/>
                  <a:pt x="369570" y="2013966"/>
                </a:cubicBezTo>
                <a:lnTo>
                  <a:pt x="369570" y="2026634"/>
                </a:lnTo>
                <a:cubicBezTo>
                  <a:pt x="369570" y="2030349"/>
                  <a:pt x="372618" y="2033492"/>
                  <a:pt x="376428" y="2033492"/>
                </a:cubicBezTo>
                <a:lnTo>
                  <a:pt x="380429" y="2033492"/>
                </a:lnTo>
                <a:lnTo>
                  <a:pt x="380429" y="2119027"/>
                </a:lnTo>
                <a:lnTo>
                  <a:pt x="223552" y="2265902"/>
                </a:lnTo>
                <a:lnTo>
                  <a:pt x="139637" y="2265902"/>
                </a:lnTo>
                <a:lnTo>
                  <a:pt x="126016" y="2252377"/>
                </a:lnTo>
                <a:lnTo>
                  <a:pt x="28289" y="2252377"/>
                </a:lnTo>
                <a:cubicBezTo>
                  <a:pt x="28861" y="2250186"/>
                  <a:pt x="29147" y="2247900"/>
                  <a:pt x="29147" y="2245519"/>
                </a:cubicBezTo>
                <a:cubicBezTo>
                  <a:pt x="29147" y="2243614"/>
                  <a:pt x="28956" y="2241804"/>
                  <a:pt x="28575" y="2239994"/>
                </a:cubicBezTo>
                <a:lnTo>
                  <a:pt x="29242" y="2241042"/>
                </a:lnTo>
                <a:lnTo>
                  <a:pt x="49911" y="2227040"/>
                </a:lnTo>
                <a:lnTo>
                  <a:pt x="203740" y="2227040"/>
                </a:lnTo>
                <a:lnTo>
                  <a:pt x="285560" y="2151317"/>
                </a:lnTo>
                <a:cubicBezTo>
                  <a:pt x="286703" y="2152079"/>
                  <a:pt x="287941" y="2152650"/>
                  <a:pt x="289465" y="2152650"/>
                </a:cubicBezTo>
                <a:lnTo>
                  <a:pt x="305086" y="2152650"/>
                </a:lnTo>
                <a:cubicBezTo>
                  <a:pt x="308801" y="2152650"/>
                  <a:pt x="311944" y="2149602"/>
                  <a:pt x="311944" y="2145792"/>
                </a:cubicBezTo>
                <a:lnTo>
                  <a:pt x="311944" y="2129600"/>
                </a:lnTo>
                <a:cubicBezTo>
                  <a:pt x="311944" y="2125885"/>
                  <a:pt x="308896" y="2122742"/>
                  <a:pt x="305086" y="2122742"/>
                </a:cubicBezTo>
                <a:lnTo>
                  <a:pt x="289465" y="2122742"/>
                </a:lnTo>
                <a:cubicBezTo>
                  <a:pt x="285750" y="2122742"/>
                  <a:pt x="282607" y="2125790"/>
                  <a:pt x="282607" y="2129600"/>
                </a:cubicBezTo>
                <a:lnTo>
                  <a:pt x="282607" y="2145792"/>
                </a:lnTo>
                <a:cubicBezTo>
                  <a:pt x="282607" y="2146268"/>
                  <a:pt x="282797" y="2146745"/>
                  <a:pt x="282893" y="2147221"/>
                </a:cubicBezTo>
                <a:lnTo>
                  <a:pt x="201835" y="2222183"/>
                </a:lnTo>
                <a:lnTo>
                  <a:pt x="48482" y="2222183"/>
                </a:lnTo>
                <a:lnTo>
                  <a:pt x="27623" y="2236375"/>
                </a:lnTo>
                <a:cubicBezTo>
                  <a:pt x="23813" y="2224754"/>
                  <a:pt x="12954" y="2216372"/>
                  <a:pt x="191" y="2216372"/>
                </a:cubicBezTo>
                <a:lnTo>
                  <a:pt x="191" y="2218754"/>
                </a:lnTo>
                <a:cubicBezTo>
                  <a:pt x="14859" y="2218754"/>
                  <a:pt x="26861" y="2230755"/>
                  <a:pt x="26861" y="2245424"/>
                </a:cubicBezTo>
                <a:cubicBezTo>
                  <a:pt x="26861" y="2260092"/>
                  <a:pt x="14859" y="2272094"/>
                  <a:pt x="191" y="2272094"/>
                </a:cubicBezTo>
                <a:lnTo>
                  <a:pt x="191" y="2274475"/>
                </a:lnTo>
                <a:cubicBezTo>
                  <a:pt x="12097" y="2274475"/>
                  <a:pt x="22289" y="2267236"/>
                  <a:pt x="26765" y="2257044"/>
                </a:cubicBezTo>
                <a:close/>
                <a:moveTo>
                  <a:pt x="376333" y="2028825"/>
                </a:moveTo>
                <a:cubicBezTo>
                  <a:pt x="375190" y="2028825"/>
                  <a:pt x="374237" y="2027873"/>
                  <a:pt x="374237" y="2026730"/>
                </a:cubicBezTo>
                <a:lnTo>
                  <a:pt x="374237" y="2014061"/>
                </a:lnTo>
                <a:cubicBezTo>
                  <a:pt x="374237" y="2012918"/>
                  <a:pt x="375190" y="2011966"/>
                  <a:pt x="376333" y="2011966"/>
                </a:cubicBezTo>
                <a:lnTo>
                  <a:pt x="389001" y="2011966"/>
                </a:lnTo>
                <a:cubicBezTo>
                  <a:pt x="390144" y="2011966"/>
                  <a:pt x="391097" y="2012918"/>
                  <a:pt x="391097" y="2014061"/>
                </a:cubicBezTo>
                <a:lnTo>
                  <a:pt x="391097" y="2026730"/>
                </a:lnTo>
                <a:cubicBezTo>
                  <a:pt x="391097" y="2027873"/>
                  <a:pt x="390144" y="2028825"/>
                  <a:pt x="389001" y="2028825"/>
                </a:cubicBezTo>
                <a:lnTo>
                  <a:pt x="376333" y="2028825"/>
                </a:lnTo>
                <a:close/>
                <a:moveTo>
                  <a:pt x="287369" y="2129790"/>
                </a:moveTo>
                <a:cubicBezTo>
                  <a:pt x="287369" y="2128647"/>
                  <a:pt x="288322" y="2127695"/>
                  <a:pt x="289465" y="2127695"/>
                </a:cubicBezTo>
                <a:lnTo>
                  <a:pt x="305086" y="2127695"/>
                </a:lnTo>
                <a:cubicBezTo>
                  <a:pt x="306229" y="2127695"/>
                  <a:pt x="307181" y="2128647"/>
                  <a:pt x="307181" y="2129790"/>
                </a:cubicBezTo>
                <a:lnTo>
                  <a:pt x="307181" y="2145983"/>
                </a:lnTo>
                <a:cubicBezTo>
                  <a:pt x="307181" y="2147126"/>
                  <a:pt x="306229" y="2148078"/>
                  <a:pt x="305086" y="2148078"/>
                </a:cubicBezTo>
                <a:lnTo>
                  <a:pt x="289465" y="2148078"/>
                </a:lnTo>
                <a:cubicBezTo>
                  <a:pt x="288322" y="2148078"/>
                  <a:pt x="287369" y="2147126"/>
                  <a:pt x="287369" y="2145983"/>
                </a:cubicBezTo>
                <a:lnTo>
                  <a:pt x="287369" y="2129790"/>
                </a:lnTo>
                <a:close/>
                <a:moveTo>
                  <a:pt x="78296" y="2152269"/>
                </a:moveTo>
                <a:lnTo>
                  <a:pt x="150019" y="2152079"/>
                </a:lnTo>
                <a:lnTo>
                  <a:pt x="250031" y="2055495"/>
                </a:lnTo>
                <a:lnTo>
                  <a:pt x="286703" y="2055495"/>
                </a:lnTo>
                <a:cubicBezTo>
                  <a:pt x="287846" y="2060639"/>
                  <a:pt x="292227" y="2064639"/>
                  <a:pt x="297752" y="2064639"/>
                </a:cubicBezTo>
                <a:cubicBezTo>
                  <a:pt x="304133" y="2064639"/>
                  <a:pt x="309277" y="2059496"/>
                  <a:pt x="309277" y="2053114"/>
                </a:cubicBezTo>
                <a:cubicBezTo>
                  <a:pt x="309277" y="2046732"/>
                  <a:pt x="304133" y="2041589"/>
                  <a:pt x="297752" y="2041589"/>
                </a:cubicBezTo>
                <a:cubicBezTo>
                  <a:pt x="292227" y="2041589"/>
                  <a:pt x="287846" y="2045589"/>
                  <a:pt x="286703" y="2050732"/>
                </a:cubicBezTo>
                <a:lnTo>
                  <a:pt x="248126" y="2050732"/>
                </a:lnTo>
                <a:lnTo>
                  <a:pt x="148114" y="2147316"/>
                </a:lnTo>
                <a:lnTo>
                  <a:pt x="80677" y="2147507"/>
                </a:lnTo>
                <a:lnTo>
                  <a:pt x="68199" y="2131981"/>
                </a:lnTo>
                <a:lnTo>
                  <a:pt x="95" y="2131695"/>
                </a:lnTo>
                <a:lnTo>
                  <a:pt x="95" y="2136458"/>
                </a:lnTo>
                <a:lnTo>
                  <a:pt x="65913" y="2136743"/>
                </a:lnTo>
                <a:lnTo>
                  <a:pt x="78391" y="2152364"/>
                </a:lnTo>
                <a:close/>
                <a:moveTo>
                  <a:pt x="297656" y="2046351"/>
                </a:moveTo>
                <a:cubicBezTo>
                  <a:pt x="301371" y="2046351"/>
                  <a:pt x="304419" y="2049399"/>
                  <a:pt x="304419" y="2053114"/>
                </a:cubicBezTo>
                <a:cubicBezTo>
                  <a:pt x="304419" y="2056828"/>
                  <a:pt x="301371" y="2059877"/>
                  <a:pt x="297656" y="2059877"/>
                </a:cubicBezTo>
                <a:cubicBezTo>
                  <a:pt x="293942" y="2059877"/>
                  <a:pt x="290894" y="2056828"/>
                  <a:pt x="290894" y="2053114"/>
                </a:cubicBezTo>
                <a:cubicBezTo>
                  <a:pt x="290894" y="2049399"/>
                  <a:pt x="293942" y="2046351"/>
                  <a:pt x="297656" y="2046351"/>
                </a:cubicBezTo>
                <a:close/>
                <a:moveTo>
                  <a:pt x="1926050" y="3232213"/>
                </a:moveTo>
                <a:lnTo>
                  <a:pt x="1982057" y="3180684"/>
                </a:lnTo>
                <a:lnTo>
                  <a:pt x="2008251" y="3180684"/>
                </a:lnTo>
                <a:cubicBezTo>
                  <a:pt x="2009299" y="3184874"/>
                  <a:pt x="2013014" y="3188018"/>
                  <a:pt x="2017490" y="3188018"/>
                </a:cubicBezTo>
                <a:cubicBezTo>
                  <a:pt x="2022920" y="3188018"/>
                  <a:pt x="2027301" y="3183636"/>
                  <a:pt x="2027301" y="3178207"/>
                </a:cubicBezTo>
                <a:cubicBezTo>
                  <a:pt x="2027301" y="3172778"/>
                  <a:pt x="2022920" y="3168396"/>
                  <a:pt x="2017490" y="3168396"/>
                </a:cubicBezTo>
                <a:cubicBezTo>
                  <a:pt x="2012918" y="3168396"/>
                  <a:pt x="2009299" y="3171539"/>
                  <a:pt x="2008251" y="3175826"/>
                </a:cubicBezTo>
                <a:lnTo>
                  <a:pt x="1980248" y="3175826"/>
                </a:lnTo>
                <a:cubicBezTo>
                  <a:pt x="1980248" y="3175826"/>
                  <a:pt x="1924336" y="3227356"/>
                  <a:pt x="1924336" y="3227356"/>
                </a:cubicBezTo>
                <a:lnTo>
                  <a:pt x="1707452" y="3226784"/>
                </a:lnTo>
                <a:lnTo>
                  <a:pt x="1706499" y="3226784"/>
                </a:lnTo>
                <a:lnTo>
                  <a:pt x="1674876" y="3257836"/>
                </a:lnTo>
                <a:cubicBezTo>
                  <a:pt x="1672876" y="3256407"/>
                  <a:pt x="1670590" y="3255455"/>
                  <a:pt x="1667923" y="3255455"/>
                </a:cubicBezTo>
                <a:cubicBezTo>
                  <a:pt x="1661065" y="3255455"/>
                  <a:pt x="1655540" y="3260979"/>
                  <a:pt x="1655540" y="3267837"/>
                </a:cubicBezTo>
                <a:cubicBezTo>
                  <a:pt x="1655540" y="3274695"/>
                  <a:pt x="1661065" y="3280220"/>
                  <a:pt x="1667923" y="3280220"/>
                </a:cubicBezTo>
                <a:cubicBezTo>
                  <a:pt x="1674781" y="3280220"/>
                  <a:pt x="1680305" y="3274695"/>
                  <a:pt x="1680305" y="3267837"/>
                </a:cubicBezTo>
                <a:cubicBezTo>
                  <a:pt x="1680305" y="3265361"/>
                  <a:pt x="1679353" y="3263170"/>
                  <a:pt x="1678115" y="3261265"/>
                </a:cubicBezTo>
                <a:lnTo>
                  <a:pt x="1708404" y="3231547"/>
                </a:lnTo>
                <a:lnTo>
                  <a:pt x="1925193" y="3232118"/>
                </a:lnTo>
                <a:lnTo>
                  <a:pt x="1926146" y="3232118"/>
                </a:lnTo>
                <a:close/>
                <a:moveTo>
                  <a:pt x="2017490" y="3173254"/>
                </a:moveTo>
                <a:cubicBezTo>
                  <a:pt x="2020253" y="3173254"/>
                  <a:pt x="2022539" y="3175540"/>
                  <a:pt x="2022539" y="3178302"/>
                </a:cubicBezTo>
                <a:cubicBezTo>
                  <a:pt x="2022539" y="3181064"/>
                  <a:pt x="2020253" y="3183350"/>
                  <a:pt x="2017490" y="3183350"/>
                </a:cubicBezTo>
                <a:cubicBezTo>
                  <a:pt x="2014728" y="3183350"/>
                  <a:pt x="2012537" y="3181064"/>
                  <a:pt x="2012537" y="3178302"/>
                </a:cubicBezTo>
                <a:cubicBezTo>
                  <a:pt x="2012537" y="3175540"/>
                  <a:pt x="2014823" y="3173254"/>
                  <a:pt x="2017490" y="3173254"/>
                </a:cubicBezTo>
                <a:close/>
                <a:moveTo>
                  <a:pt x="1667828" y="3275457"/>
                </a:moveTo>
                <a:cubicBezTo>
                  <a:pt x="1663637" y="3275457"/>
                  <a:pt x="1660207" y="3272028"/>
                  <a:pt x="1660207" y="3267837"/>
                </a:cubicBezTo>
                <a:cubicBezTo>
                  <a:pt x="1660207" y="3263646"/>
                  <a:pt x="1663637" y="3260217"/>
                  <a:pt x="1667828" y="3260217"/>
                </a:cubicBezTo>
                <a:cubicBezTo>
                  <a:pt x="1672019" y="3260217"/>
                  <a:pt x="1675448" y="3263646"/>
                  <a:pt x="1675448" y="3267837"/>
                </a:cubicBezTo>
                <a:cubicBezTo>
                  <a:pt x="1675448" y="3272028"/>
                  <a:pt x="1672019" y="3275457"/>
                  <a:pt x="1667828" y="3275457"/>
                </a:cubicBezTo>
                <a:close/>
                <a:moveTo>
                  <a:pt x="1015270" y="2269808"/>
                </a:moveTo>
                <a:lnTo>
                  <a:pt x="1015270" y="2271332"/>
                </a:lnTo>
                <a:lnTo>
                  <a:pt x="997934" y="2270760"/>
                </a:lnTo>
                <a:lnTo>
                  <a:pt x="985838" y="2279047"/>
                </a:lnTo>
                <a:lnTo>
                  <a:pt x="837914" y="2278380"/>
                </a:lnTo>
                <a:lnTo>
                  <a:pt x="701612" y="2145506"/>
                </a:lnTo>
                <a:lnTo>
                  <a:pt x="681228" y="2145887"/>
                </a:lnTo>
                <a:lnTo>
                  <a:pt x="669608" y="2131695"/>
                </a:lnTo>
                <a:lnTo>
                  <a:pt x="669608" y="2033492"/>
                </a:lnTo>
                <a:lnTo>
                  <a:pt x="673608" y="2033492"/>
                </a:lnTo>
                <a:cubicBezTo>
                  <a:pt x="677323" y="2033492"/>
                  <a:pt x="680466" y="2030444"/>
                  <a:pt x="680466" y="2026634"/>
                </a:cubicBezTo>
                <a:lnTo>
                  <a:pt x="680466" y="2013966"/>
                </a:lnTo>
                <a:cubicBezTo>
                  <a:pt x="680466" y="2010251"/>
                  <a:pt x="677418" y="2007108"/>
                  <a:pt x="673608" y="2007108"/>
                </a:cubicBezTo>
                <a:lnTo>
                  <a:pt x="660940" y="2007108"/>
                </a:lnTo>
                <a:cubicBezTo>
                  <a:pt x="657225" y="2007108"/>
                  <a:pt x="654082" y="2010156"/>
                  <a:pt x="654082" y="2013966"/>
                </a:cubicBezTo>
                <a:lnTo>
                  <a:pt x="654082" y="2026634"/>
                </a:lnTo>
                <a:cubicBezTo>
                  <a:pt x="654082" y="2030349"/>
                  <a:pt x="657130" y="2033492"/>
                  <a:pt x="660940" y="2033492"/>
                </a:cubicBezTo>
                <a:lnTo>
                  <a:pt x="664940" y="2033492"/>
                </a:lnTo>
                <a:lnTo>
                  <a:pt x="664940" y="2133410"/>
                </a:lnTo>
                <a:lnTo>
                  <a:pt x="679133" y="2150650"/>
                </a:lnTo>
                <a:lnTo>
                  <a:pt x="699802" y="2150269"/>
                </a:lnTo>
                <a:lnTo>
                  <a:pt x="836104" y="2283143"/>
                </a:lnTo>
                <a:lnTo>
                  <a:pt x="987457" y="2283809"/>
                </a:lnTo>
                <a:lnTo>
                  <a:pt x="999458" y="2275523"/>
                </a:lnTo>
                <a:lnTo>
                  <a:pt x="1015460" y="2275999"/>
                </a:lnTo>
                <a:lnTo>
                  <a:pt x="1015460" y="2277523"/>
                </a:lnTo>
                <a:cubicBezTo>
                  <a:pt x="1015460" y="2281047"/>
                  <a:pt x="1018318" y="2283905"/>
                  <a:pt x="1021842" y="2283905"/>
                </a:cubicBezTo>
                <a:lnTo>
                  <a:pt x="1048798" y="2283905"/>
                </a:lnTo>
                <a:cubicBezTo>
                  <a:pt x="1052322" y="2283905"/>
                  <a:pt x="1055180" y="2281047"/>
                  <a:pt x="1055180" y="2277523"/>
                </a:cubicBezTo>
                <a:lnTo>
                  <a:pt x="1055180" y="2274856"/>
                </a:lnTo>
                <a:lnTo>
                  <a:pt x="1066705" y="2274856"/>
                </a:lnTo>
                <a:lnTo>
                  <a:pt x="1074992" y="2266379"/>
                </a:lnTo>
                <a:lnTo>
                  <a:pt x="1074992" y="2248281"/>
                </a:lnTo>
                <a:lnTo>
                  <a:pt x="1076516" y="2248281"/>
                </a:lnTo>
                <a:cubicBezTo>
                  <a:pt x="1081278" y="2248281"/>
                  <a:pt x="1085183" y="2244376"/>
                  <a:pt x="1085183" y="2239613"/>
                </a:cubicBezTo>
                <a:lnTo>
                  <a:pt x="1085183" y="2212658"/>
                </a:lnTo>
                <a:cubicBezTo>
                  <a:pt x="1085183" y="2207895"/>
                  <a:pt x="1081278" y="2203990"/>
                  <a:pt x="1076516" y="2203990"/>
                </a:cubicBezTo>
                <a:lnTo>
                  <a:pt x="1076230" y="2203990"/>
                </a:lnTo>
                <a:lnTo>
                  <a:pt x="1076230" y="2159127"/>
                </a:lnTo>
                <a:lnTo>
                  <a:pt x="1050227" y="2137220"/>
                </a:lnTo>
                <a:cubicBezTo>
                  <a:pt x="1051655" y="2135315"/>
                  <a:pt x="1052608" y="2133029"/>
                  <a:pt x="1052608" y="2130457"/>
                </a:cubicBezTo>
                <a:cubicBezTo>
                  <a:pt x="1052608" y="2124075"/>
                  <a:pt x="1047369" y="2118836"/>
                  <a:pt x="1040987" y="2118836"/>
                </a:cubicBezTo>
                <a:cubicBezTo>
                  <a:pt x="1034606" y="2118836"/>
                  <a:pt x="1029367" y="2124075"/>
                  <a:pt x="1029367" y="2130457"/>
                </a:cubicBezTo>
                <a:cubicBezTo>
                  <a:pt x="1029367" y="2136839"/>
                  <a:pt x="1034606" y="2142077"/>
                  <a:pt x="1040987" y="2142077"/>
                </a:cubicBezTo>
                <a:cubicBezTo>
                  <a:pt x="1043083" y="2142077"/>
                  <a:pt x="1044893" y="2141411"/>
                  <a:pt x="1046607" y="2140363"/>
                </a:cubicBezTo>
                <a:lnTo>
                  <a:pt x="1071372" y="2161223"/>
                </a:lnTo>
                <a:lnTo>
                  <a:pt x="1071372" y="2203895"/>
                </a:lnTo>
                <a:lnTo>
                  <a:pt x="1068610" y="2203895"/>
                </a:lnTo>
                <a:cubicBezTo>
                  <a:pt x="1063847" y="2203895"/>
                  <a:pt x="1059942" y="2207800"/>
                  <a:pt x="1059942" y="2212562"/>
                </a:cubicBezTo>
                <a:lnTo>
                  <a:pt x="1059942" y="2239518"/>
                </a:lnTo>
                <a:cubicBezTo>
                  <a:pt x="1059942" y="2244281"/>
                  <a:pt x="1063847" y="2248186"/>
                  <a:pt x="1068610" y="2248186"/>
                </a:cubicBezTo>
                <a:lnTo>
                  <a:pt x="1070134" y="2248186"/>
                </a:lnTo>
                <a:lnTo>
                  <a:pt x="1070134" y="2264283"/>
                </a:lnTo>
                <a:lnTo>
                  <a:pt x="1064609" y="2269998"/>
                </a:lnTo>
                <a:lnTo>
                  <a:pt x="1055084" y="2269998"/>
                </a:lnTo>
                <a:lnTo>
                  <a:pt x="1055084" y="2269617"/>
                </a:lnTo>
                <a:cubicBezTo>
                  <a:pt x="1055084" y="2266093"/>
                  <a:pt x="1052227" y="2263331"/>
                  <a:pt x="1048703" y="2263331"/>
                </a:cubicBezTo>
                <a:lnTo>
                  <a:pt x="1021747" y="2263331"/>
                </a:lnTo>
                <a:cubicBezTo>
                  <a:pt x="1018223" y="2263331"/>
                  <a:pt x="1015365" y="2266188"/>
                  <a:pt x="1015365" y="2269617"/>
                </a:cubicBezTo>
                <a:close/>
                <a:moveTo>
                  <a:pt x="660845" y="2028825"/>
                </a:moveTo>
                <a:cubicBezTo>
                  <a:pt x="659702" y="2028825"/>
                  <a:pt x="658749" y="2027873"/>
                  <a:pt x="658749" y="2026730"/>
                </a:cubicBezTo>
                <a:lnTo>
                  <a:pt x="658749" y="2014061"/>
                </a:lnTo>
                <a:cubicBezTo>
                  <a:pt x="658749" y="2012918"/>
                  <a:pt x="659702" y="2011966"/>
                  <a:pt x="660845" y="2011966"/>
                </a:cubicBezTo>
                <a:lnTo>
                  <a:pt x="673513" y="2011966"/>
                </a:lnTo>
                <a:cubicBezTo>
                  <a:pt x="674656" y="2011966"/>
                  <a:pt x="675608" y="2012918"/>
                  <a:pt x="675608" y="2014061"/>
                </a:cubicBezTo>
                <a:lnTo>
                  <a:pt x="675608" y="2026730"/>
                </a:lnTo>
                <a:cubicBezTo>
                  <a:pt x="675608" y="2027873"/>
                  <a:pt x="674656" y="2028825"/>
                  <a:pt x="673513" y="2028825"/>
                </a:cubicBezTo>
                <a:lnTo>
                  <a:pt x="660845" y="2028825"/>
                </a:lnTo>
                <a:close/>
                <a:moveTo>
                  <a:pt x="1040702" y="2139696"/>
                </a:moveTo>
                <a:cubicBezTo>
                  <a:pt x="1035558" y="2139696"/>
                  <a:pt x="1031462" y="2135505"/>
                  <a:pt x="1031462" y="2130457"/>
                </a:cubicBezTo>
                <a:cubicBezTo>
                  <a:pt x="1031462" y="2125409"/>
                  <a:pt x="1035653" y="2121218"/>
                  <a:pt x="1040702" y="2121218"/>
                </a:cubicBezTo>
                <a:cubicBezTo>
                  <a:pt x="1045750" y="2121218"/>
                  <a:pt x="1049941" y="2125409"/>
                  <a:pt x="1049941" y="2130457"/>
                </a:cubicBezTo>
                <a:cubicBezTo>
                  <a:pt x="1049941" y="2135505"/>
                  <a:pt x="1045750" y="2139696"/>
                  <a:pt x="1040702" y="2139696"/>
                </a:cubicBezTo>
                <a:close/>
                <a:moveTo>
                  <a:pt x="1068419" y="2243614"/>
                </a:moveTo>
                <a:cubicBezTo>
                  <a:pt x="1066229" y="2243614"/>
                  <a:pt x="1064514" y="2241804"/>
                  <a:pt x="1064514" y="2239709"/>
                </a:cubicBezTo>
                <a:lnTo>
                  <a:pt x="1064514" y="2212753"/>
                </a:lnTo>
                <a:cubicBezTo>
                  <a:pt x="1064514" y="2210562"/>
                  <a:pt x="1066324" y="2208848"/>
                  <a:pt x="1068419" y="2208848"/>
                </a:cubicBezTo>
                <a:lnTo>
                  <a:pt x="1076230" y="2208848"/>
                </a:lnTo>
                <a:cubicBezTo>
                  <a:pt x="1078421" y="2208848"/>
                  <a:pt x="1080135" y="2210657"/>
                  <a:pt x="1080135" y="2212753"/>
                </a:cubicBezTo>
                <a:lnTo>
                  <a:pt x="1080135" y="2239709"/>
                </a:lnTo>
                <a:cubicBezTo>
                  <a:pt x="1080135" y="2241899"/>
                  <a:pt x="1078325" y="2243614"/>
                  <a:pt x="1076230" y="2243614"/>
                </a:cubicBezTo>
                <a:lnTo>
                  <a:pt x="1068419" y="2243614"/>
                </a:lnTo>
                <a:close/>
                <a:moveTo>
                  <a:pt x="878681" y="3042285"/>
                </a:moveTo>
                <a:lnTo>
                  <a:pt x="878681" y="3037523"/>
                </a:lnTo>
                <a:lnTo>
                  <a:pt x="900875" y="3037523"/>
                </a:lnTo>
                <a:lnTo>
                  <a:pt x="900875" y="3042285"/>
                </a:lnTo>
                <a:lnTo>
                  <a:pt x="878681" y="3042285"/>
                </a:lnTo>
                <a:close/>
                <a:moveTo>
                  <a:pt x="1040702" y="2122646"/>
                </a:moveTo>
                <a:cubicBezTo>
                  <a:pt x="1036415" y="2122646"/>
                  <a:pt x="1032986" y="2126171"/>
                  <a:pt x="1032986" y="2130362"/>
                </a:cubicBezTo>
                <a:cubicBezTo>
                  <a:pt x="1032986" y="2134553"/>
                  <a:pt x="1036511" y="2138077"/>
                  <a:pt x="1040702" y="2138077"/>
                </a:cubicBezTo>
                <a:cubicBezTo>
                  <a:pt x="1044893" y="2138077"/>
                  <a:pt x="1048512" y="2134553"/>
                  <a:pt x="1048512" y="2130362"/>
                </a:cubicBezTo>
                <a:cubicBezTo>
                  <a:pt x="1048512" y="2126171"/>
                  <a:pt x="1044988" y="2122646"/>
                  <a:pt x="1040702" y="2122646"/>
                </a:cubicBezTo>
                <a:close/>
                <a:moveTo>
                  <a:pt x="1040702" y="2135791"/>
                </a:moveTo>
                <a:cubicBezTo>
                  <a:pt x="1037749" y="2135791"/>
                  <a:pt x="1035368" y="2133410"/>
                  <a:pt x="1035368" y="2130457"/>
                </a:cubicBezTo>
                <a:cubicBezTo>
                  <a:pt x="1035368" y="2127504"/>
                  <a:pt x="1037749" y="2125123"/>
                  <a:pt x="1040702" y="2125123"/>
                </a:cubicBezTo>
                <a:cubicBezTo>
                  <a:pt x="1043654" y="2125123"/>
                  <a:pt x="1046131" y="2127504"/>
                  <a:pt x="1046131" y="2130457"/>
                </a:cubicBezTo>
                <a:cubicBezTo>
                  <a:pt x="1046131" y="2133410"/>
                  <a:pt x="1043750" y="2135791"/>
                  <a:pt x="1040702" y="2135791"/>
                </a:cubicBezTo>
                <a:close/>
                <a:moveTo>
                  <a:pt x="423386" y="3144012"/>
                </a:moveTo>
                <a:lnTo>
                  <a:pt x="423386" y="3126296"/>
                </a:lnTo>
                <a:cubicBezTo>
                  <a:pt x="423386" y="3126296"/>
                  <a:pt x="428149" y="3126296"/>
                  <a:pt x="428149" y="3126296"/>
                </a:cubicBezTo>
                <a:lnTo>
                  <a:pt x="428149" y="3144012"/>
                </a:lnTo>
                <a:cubicBezTo>
                  <a:pt x="428149" y="3144012"/>
                  <a:pt x="423386" y="3144012"/>
                  <a:pt x="423386" y="3144012"/>
                </a:cubicBezTo>
                <a:close/>
                <a:moveTo>
                  <a:pt x="423386" y="3167920"/>
                </a:moveTo>
                <a:lnTo>
                  <a:pt x="423386" y="3161729"/>
                </a:lnTo>
                <a:cubicBezTo>
                  <a:pt x="423386" y="3161729"/>
                  <a:pt x="428149" y="3161729"/>
                  <a:pt x="428149" y="3161729"/>
                </a:cubicBezTo>
                <a:lnTo>
                  <a:pt x="428149" y="3166205"/>
                </a:lnTo>
                <a:cubicBezTo>
                  <a:pt x="428149" y="3166205"/>
                  <a:pt x="435293" y="3175254"/>
                  <a:pt x="435293" y="3175254"/>
                </a:cubicBezTo>
                <a:lnTo>
                  <a:pt x="431578" y="3178207"/>
                </a:lnTo>
                <a:lnTo>
                  <a:pt x="423386" y="3167825"/>
                </a:lnTo>
                <a:close/>
                <a:moveTo>
                  <a:pt x="1107567" y="3261170"/>
                </a:moveTo>
                <a:cubicBezTo>
                  <a:pt x="1105091" y="3261360"/>
                  <a:pt x="1102519" y="3262122"/>
                  <a:pt x="1100614" y="3264027"/>
                </a:cubicBezTo>
                <a:cubicBezTo>
                  <a:pt x="1099280" y="3265361"/>
                  <a:pt x="1098614" y="3266980"/>
                  <a:pt x="1098137" y="3268790"/>
                </a:cubicBezTo>
                <a:lnTo>
                  <a:pt x="1034987" y="3268790"/>
                </a:lnTo>
                <a:cubicBezTo>
                  <a:pt x="1034987" y="3268790"/>
                  <a:pt x="991457" y="3303461"/>
                  <a:pt x="991457" y="3303461"/>
                </a:cubicBezTo>
                <a:cubicBezTo>
                  <a:pt x="989743" y="3301746"/>
                  <a:pt x="987362" y="3300698"/>
                  <a:pt x="984790" y="3300698"/>
                </a:cubicBezTo>
                <a:lnTo>
                  <a:pt x="984790" y="3300698"/>
                </a:lnTo>
                <a:cubicBezTo>
                  <a:pt x="979456" y="3300698"/>
                  <a:pt x="975074" y="3305080"/>
                  <a:pt x="974979" y="3310414"/>
                </a:cubicBezTo>
                <a:cubicBezTo>
                  <a:pt x="974979" y="3315843"/>
                  <a:pt x="979361" y="3320225"/>
                  <a:pt x="984695" y="3320225"/>
                </a:cubicBezTo>
                <a:lnTo>
                  <a:pt x="984695" y="3320225"/>
                </a:lnTo>
                <a:cubicBezTo>
                  <a:pt x="990029" y="3320225"/>
                  <a:pt x="994410" y="3315843"/>
                  <a:pt x="994505" y="3310509"/>
                </a:cubicBezTo>
                <a:cubicBezTo>
                  <a:pt x="994505" y="3309461"/>
                  <a:pt x="994220" y="3308509"/>
                  <a:pt x="993934" y="3307652"/>
                </a:cubicBezTo>
                <a:lnTo>
                  <a:pt x="1036606" y="3273647"/>
                </a:lnTo>
                <a:lnTo>
                  <a:pt x="1098233" y="3273647"/>
                </a:lnTo>
                <a:cubicBezTo>
                  <a:pt x="1098709" y="3275171"/>
                  <a:pt x="1099376" y="3276695"/>
                  <a:pt x="1100519" y="3277934"/>
                </a:cubicBezTo>
                <a:cubicBezTo>
                  <a:pt x="1102328" y="3279743"/>
                  <a:pt x="1104805" y="3280791"/>
                  <a:pt x="1107377" y="3280791"/>
                </a:cubicBezTo>
                <a:lnTo>
                  <a:pt x="1107377" y="3280791"/>
                </a:lnTo>
                <a:cubicBezTo>
                  <a:pt x="1109948" y="3280791"/>
                  <a:pt x="1112425" y="3279743"/>
                  <a:pt x="1114235" y="3277934"/>
                </a:cubicBezTo>
                <a:cubicBezTo>
                  <a:pt x="1116044" y="3276124"/>
                  <a:pt x="1117092" y="3273647"/>
                  <a:pt x="1117092" y="3271076"/>
                </a:cubicBezTo>
                <a:cubicBezTo>
                  <a:pt x="1117092" y="3268504"/>
                  <a:pt x="1116140" y="3266027"/>
                  <a:pt x="1114235" y="3264122"/>
                </a:cubicBezTo>
                <a:cubicBezTo>
                  <a:pt x="1112425" y="3262313"/>
                  <a:pt x="1109948" y="3261265"/>
                  <a:pt x="1107377" y="3261265"/>
                </a:cubicBezTo>
                <a:close/>
                <a:moveTo>
                  <a:pt x="984790" y="3315462"/>
                </a:moveTo>
                <a:lnTo>
                  <a:pt x="984790" y="3315462"/>
                </a:lnTo>
                <a:cubicBezTo>
                  <a:pt x="982027" y="3315462"/>
                  <a:pt x="979837" y="3313176"/>
                  <a:pt x="979837" y="3310414"/>
                </a:cubicBezTo>
                <a:cubicBezTo>
                  <a:pt x="979837" y="3307652"/>
                  <a:pt x="982123" y="3305461"/>
                  <a:pt x="984885" y="3305461"/>
                </a:cubicBezTo>
                <a:lnTo>
                  <a:pt x="984885" y="3305461"/>
                </a:lnTo>
                <a:cubicBezTo>
                  <a:pt x="987647" y="3305461"/>
                  <a:pt x="989838" y="3307747"/>
                  <a:pt x="989838" y="3310509"/>
                </a:cubicBezTo>
                <a:cubicBezTo>
                  <a:pt x="989838" y="3313271"/>
                  <a:pt x="987552" y="3315462"/>
                  <a:pt x="984790" y="3315462"/>
                </a:cubicBezTo>
                <a:close/>
                <a:moveTo>
                  <a:pt x="1111091" y="3274505"/>
                </a:moveTo>
                <a:cubicBezTo>
                  <a:pt x="1110139" y="3275457"/>
                  <a:pt x="1108901" y="3275934"/>
                  <a:pt x="1107567" y="3275934"/>
                </a:cubicBezTo>
                <a:lnTo>
                  <a:pt x="1107567" y="3275934"/>
                </a:lnTo>
                <a:cubicBezTo>
                  <a:pt x="1106234" y="3275934"/>
                  <a:pt x="1104995" y="3275362"/>
                  <a:pt x="1104043" y="3274409"/>
                </a:cubicBezTo>
                <a:cubicBezTo>
                  <a:pt x="1103090" y="3273457"/>
                  <a:pt x="1102614" y="3272219"/>
                  <a:pt x="1102614" y="3270885"/>
                </a:cubicBezTo>
                <a:cubicBezTo>
                  <a:pt x="1102614" y="3269552"/>
                  <a:pt x="1103186" y="3268313"/>
                  <a:pt x="1104138" y="3267361"/>
                </a:cubicBezTo>
                <a:cubicBezTo>
                  <a:pt x="1105091" y="3266409"/>
                  <a:pt x="1106329" y="3265932"/>
                  <a:pt x="1107662" y="3265932"/>
                </a:cubicBezTo>
                <a:cubicBezTo>
                  <a:pt x="1108805" y="3265742"/>
                  <a:pt x="1110234" y="3266504"/>
                  <a:pt x="1111187" y="3267456"/>
                </a:cubicBezTo>
                <a:cubicBezTo>
                  <a:pt x="1112139" y="3268409"/>
                  <a:pt x="1112615" y="3269647"/>
                  <a:pt x="1112615" y="3270980"/>
                </a:cubicBezTo>
                <a:cubicBezTo>
                  <a:pt x="1112615" y="3272314"/>
                  <a:pt x="1112044" y="3273552"/>
                  <a:pt x="1111091" y="3274505"/>
                </a:cubicBezTo>
                <a:close/>
                <a:moveTo>
                  <a:pt x="1334357" y="2138172"/>
                </a:moveTo>
                <a:cubicBezTo>
                  <a:pt x="1338644" y="2138172"/>
                  <a:pt x="1342073" y="2134648"/>
                  <a:pt x="1342073" y="2130457"/>
                </a:cubicBezTo>
                <a:cubicBezTo>
                  <a:pt x="1342073" y="2126266"/>
                  <a:pt x="1338548" y="2122742"/>
                  <a:pt x="1334357" y="2122742"/>
                </a:cubicBezTo>
                <a:cubicBezTo>
                  <a:pt x="1330166" y="2122742"/>
                  <a:pt x="1326642" y="2126266"/>
                  <a:pt x="1326642" y="2130457"/>
                </a:cubicBezTo>
                <a:cubicBezTo>
                  <a:pt x="1326642" y="2134648"/>
                  <a:pt x="1330166" y="2138172"/>
                  <a:pt x="1334357" y="2138172"/>
                </a:cubicBezTo>
                <a:close/>
                <a:moveTo>
                  <a:pt x="1334357" y="2125028"/>
                </a:moveTo>
                <a:cubicBezTo>
                  <a:pt x="1337310" y="2125028"/>
                  <a:pt x="1339691" y="2127409"/>
                  <a:pt x="1339691" y="2130362"/>
                </a:cubicBezTo>
                <a:cubicBezTo>
                  <a:pt x="1339691" y="2133314"/>
                  <a:pt x="1337310" y="2135696"/>
                  <a:pt x="1334357" y="2135696"/>
                </a:cubicBezTo>
                <a:cubicBezTo>
                  <a:pt x="1331405" y="2135696"/>
                  <a:pt x="1329023" y="2133314"/>
                  <a:pt x="1329023" y="2130362"/>
                </a:cubicBezTo>
                <a:cubicBezTo>
                  <a:pt x="1329023" y="2127409"/>
                  <a:pt x="1331405" y="2125028"/>
                  <a:pt x="1334357" y="2125028"/>
                </a:cubicBezTo>
                <a:close/>
                <a:moveTo>
                  <a:pt x="997649" y="3164015"/>
                </a:moveTo>
                <a:cubicBezTo>
                  <a:pt x="997649" y="3167920"/>
                  <a:pt x="994505" y="3171063"/>
                  <a:pt x="990600" y="3171063"/>
                </a:cubicBezTo>
                <a:cubicBezTo>
                  <a:pt x="986695" y="3171063"/>
                  <a:pt x="983552" y="3167920"/>
                  <a:pt x="983552" y="3164015"/>
                </a:cubicBezTo>
                <a:cubicBezTo>
                  <a:pt x="983552" y="3160109"/>
                  <a:pt x="986695" y="3156966"/>
                  <a:pt x="990600" y="3156966"/>
                </a:cubicBezTo>
                <a:cubicBezTo>
                  <a:pt x="994505" y="3156966"/>
                  <a:pt x="997649" y="3160109"/>
                  <a:pt x="997649" y="3164015"/>
                </a:cubicBezTo>
                <a:close/>
                <a:moveTo>
                  <a:pt x="224314" y="2617565"/>
                </a:moveTo>
                <a:lnTo>
                  <a:pt x="224314" y="2624042"/>
                </a:lnTo>
                <a:cubicBezTo>
                  <a:pt x="224314" y="2625471"/>
                  <a:pt x="223171" y="2626614"/>
                  <a:pt x="221742" y="2626614"/>
                </a:cubicBezTo>
                <a:lnTo>
                  <a:pt x="215265" y="2626614"/>
                </a:lnTo>
                <a:cubicBezTo>
                  <a:pt x="213836" y="2626614"/>
                  <a:pt x="212693" y="2625471"/>
                  <a:pt x="212693" y="2624042"/>
                </a:cubicBezTo>
                <a:lnTo>
                  <a:pt x="212693" y="2617565"/>
                </a:lnTo>
                <a:cubicBezTo>
                  <a:pt x="212693" y="2616137"/>
                  <a:pt x="213836" y="2614994"/>
                  <a:pt x="215265" y="2614994"/>
                </a:cubicBezTo>
                <a:lnTo>
                  <a:pt x="221742" y="2614994"/>
                </a:lnTo>
                <a:cubicBezTo>
                  <a:pt x="223171" y="2614994"/>
                  <a:pt x="224314" y="2616137"/>
                  <a:pt x="224314" y="2617565"/>
                </a:cubicBezTo>
                <a:close/>
                <a:moveTo>
                  <a:pt x="1028891" y="2240947"/>
                </a:moveTo>
                <a:cubicBezTo>
                  <a:pt x="1033177" y="2240947"/>
                  <a:pt x="1036701" y="2237423"/>
                  <a:pt x="1036701" y="2233232"/>
                </a:cubicBezTo>
                <a:cubicBezTo>
                  <a:pt x="1036701" y="2229041"/>
                  <a:pt x="1033177" y="2225516"/>
                  <a:pt x="1028891" y="2225516"/>
                </a:cubicBezTo>
                <a:cubicBezTo>
                  <a:pt x="1024604" y="2225516"/>
                  <a:pt x="1021175" y="2229041"/>
                  <a:pt x="1021175" y="2233232"/>
                </a:cubicBezTo>
                <a:cubicBezTo>
                  <a:pt x="1021175" y="2237423"/>
                  <a:pt x="1024700" y="2240947"/>
                  <a:pt x="1028891" y="2240947"/>
                </a:cubicBezTo>
                <a:close/>
                <a:moveTo>
                  <a:pt x="1028891" y="2227802"/>
                </a:moveTo>
                <a:cubicBezTo>
                  <a:pt x="1031843" y="2227802"/>
                  <a:pt x="1034320" y="2230184"/>
                  <a:pt x="1034320" y="2233136"/>
                </a:cubicBezTo>
                <a:cubicBezTo>
                  <a:pt x="1034320" y="2236089"/>
                  <a:pt x="1031939" y="2238470"/>
                  <a:pt x="1028891" y="2238470"/>
                </a:cubicBezTo>
                <a:cubicBezTo>
                  <a:pt x="1025843" y="2238470"/>
                  <a:pt x="1023557" y="2236089"/>
                  <a:pt x="1023557" y="2233136"/>
                </a:cubicBezTo>
                <a:cubicBezTo>
                  <a:pt x="1023557" y="2230184"/>
                  <a:pt x="1025938" y="2227802"/>
                  <a:pt x="1028891" y="2227802"/>
                </a:cubicBezTo>
                <a:close/>
                <a:moveTo>
                  <a:pt x="1188911" y="3109246"/>
                </a:moveTo>
                <a:cubicBezTo>
                  <a:pt x="1189387" y="3109246"/>
                  <a:pt x="1189863" y="3109246"/>
                  <a:pt x="1190339" y="3109246"/>
                </a:cubicBezTo>
                <a:cubicBezTo>
                  <a:pt x="1192816" y="3109246"/>
                  <a:pt x="1195197" y="3108388"/>
                  <a:pt x="1197197" y="3106865"/>
                </a:cubicBezTo>
                <a:cubicBezTo>
                  <a:pt x="1199293" y="3105245"/>
                  <a:pt x="1200626" y="3102864"/>
                  <a:pt x="1201198" y="3100292"/>
                </a:cubicBezTo>
                <a:lnTo>
                  <a:pt x="1265873" y="3100292"/>
                </a:lnTo>
                <a:lnTo>
                  <a:pt x="1283589" y="3121533"/>
                </a:lnTo>
                <a:lnTo>
                  <a:pt x="1284065" y="3148013"/>
                </a:lnTo>
                <a:lnTo>
                  <a:pt x="1270826" y="3162681"/>
                </a:lnTo>
                <a:lnTo>
                  <a:pt x="1228249" y="3162681"/>
                </a:lnTo>
                <a:cubicBezTo>
                  <a:pt x="1228249" y="3162681"/>
                  <a:pt x="1228249" y="3162395"/>
                  <a:pt x="1228249" y="3162300"/>
                </a:cubicBezTo>
                <a:cubicBezTo>
                  <a:pt x="1227487" y="3157442"/>
                  <a:pt x="1222820" y="3154109"/>
                  <a:pt x="1217962" y="3154871"/>
                </a:cubicBezTo>
                <a:cubicBezTo>
                  <a:pt x="1213104" y="3155633"/>
                  <a:pt x="1209770" y="3160300"/>
                  <a:pt x="1210532" y="3165158"/>
                </a:cubicBezTo>
                <a:cubicBezTo>
                  <a:pt x="1211294" y="3170015"/>
                  <a:pt x="1215962" y="3173349"/>
                  <a:pt x="1220819" y="3172587"/>
                </a:cubicBezTo>
                <a:cubicBezTo>
                  <a:pt x="1223772" y="3172111"/>
                  <a:pt x="1226058" y="3170111"/>
                  <a:pt x="1227296" y="3167539"/>
                </a:cubicBezTo>
                <a:lnTo>
                  <a:pt x="1272826" y="3167539"/>
                </a:lnTo>
                <a:cubicBezTo>
                  <a:pt x="1272826" y="3167539"/>
                  <a:pt x="1288828" y="3149822"/>
                  <a:pt x="1288828" y="3149822"/>
                </a:cubicBezTo>
                <a:lnTo>
                  <a:pt x="1288256" y="3119723"/>
                </a:lnTo>
                <a:lnTo>
                  <a:pt x="1267968" y="3095530"/>
                </a:lnTo>
                <a:lnTo>
                  <a:pt x="1201103" y="3095530"/>
                </a:lnTo>
                <a:cubicBezTo>
                  <a:pt x="1200722" y="3093911"/>
                  <a:pt x="1200150" y="3092387"/>
                  <a:pt x="1199102" y="3090958"/>
                </a:cubicBezTo>
                <a:cubicBezTo>
                  <a:pt x="1197293" y="3088577"/>
                  <a:pt x="1194530" y="3087053"/>
                  <a:pt x="1191578" y="3086672"/>
                </a:cubicBezTo>
                <a:cubicBezTo>
                  <a:pt x="1188530" y="3086291"/>
                  <a:pt x="1185577" y="3087053"/>
                  <a:pt x="1183196" y="3088958"/>
                </a:cubicBezTo>
                <a:cubicBezTo>
                  <a:pt x="1180814" y="3090767"/>
                  <a:pt x="1179290" y="3093434"/>
                  <a:pt x="1178909" y="3096482"/>
                </a:cubicBezTo>
                <a:cubicBezTo>
                  <a:pt x="1178528" y="3099530"/>
                  <a:pt x="1179290" y="3102483"/>
                  <a:pt x="1181195" y="3104864"/>
                </a:cubicBezTo>
                <a:cubicBezTo>
                  <a:pt x="1183005" y="3107246"/>
                  <a:pt x="1185672" y="3108770"/>
                  <a:pt x="1188720" y="3109151"/>
                </a:cubicBezTo>
                <a:close/>
                <a:moveTo>
                  <a:pt x="1186339" y="3092768"/>
                </a:moveTo>
                <a:lnTo>
                  <a:pt x="1186339" y="3092768"/>
                </a:lnTo>
                <a:cubicBezTo>
                  <a:pt x="1187482" y="3091910"/>
                  <a:pt x="1188911" y="3091434"/>
                  <a:pt x="1190339" y="3091434"/>
                </a:cubicBezTo>
                <a:cubicBezTo>
                  <a:pt x="1190625" y="3091434"/>
                  <a:pt x="1190911" y="3091434"/>
                  <a:pt x="1191197" y="3091434"/>
                </a:cubicBezTo>
                <a:cubicBezTo>
                  <a:pt x="1192911" y="3091625"/>
                  <a:pt x="1194530" y="3092577"/>
                  <a:pt x="1195578" y="3093911"/>
                </a:cubicBezTo>
                <a:cubicBezTo>
                  <a:pt x="1196626" y="3095339"/>
                  <a:pt x="1197102" y="3097054"/>
                  <a:pt x="1196912" y="3098768"/>
                </a:cubicBezTo>
                <a:cubicBezTo>
                  <a:pt x="1196721" y="3100483"/>
                  <a:pt x="1195769" y="3102007"/>
                  <a:pt x="1194435" y="3103150"/>
                </a:cubicBezTo>
                <a:cubicBezTo>
                  <a:pt x="1193006" y="3104198"/>
                  <a:pt x="1191292" y="3104674"/>
                  <a:pt x="1189577" y="3104484"/>
                </a:cubicBezTo>
                <a:cubicBezTo>
                  <a:pt x="1187863" y="3104293"/>
                  <a:pt x="1186244" y="3103340"/>
                  <a:pt x="1185196" y="3102007"/>
                </a:cubicBezTo>
                <a:cubicBezTo>
                  <a:pt x="1184148" y="3100578"/>
                  <a:pt x="1183672" y="3098863"/>
                  <a:pt x="1183862" y="3097149"/>
                </a:cubicBezTo>
                <a:cubicBezTo>
                  <a:pt x="1184053" y="3095435"/>
                  <a:pt x="1185005" y="3093911"/>
                  <a:pt x="1186339" y="3092768"/>
                </a:cubicBezTo>
                <a:close/>
                <a:moveTo>
                  <a:pt x="922973" y="3042285"/>
                </a:moveTo>
                <a:lnTo>
                  <a:pt x="922973" y="3037523"/>
                </a:lnTo>
                <a:lnTo>
                  <a:pt x="945166" y="3037523"/>
                </a:lnTo>
                <a:lnTo>
                  <a:pt x="945166" y="3042285"/>
                </a:lnTo>
                <a:lnTo>
                  <a:pt x="922973" y="3042285"/>
                </a:lnTo>
                <a:close/>
                <a:moveTo>
                  <a:pt x="1260348" y="3012472"/>
                </a:moveTo>
                <a:lnTo>
                  <a:pt x="1378363" y="2919794"/>
                </a:lnTo>
                <a:lnTo>
                  <a:pt x="1389412" y="2920270"/>
                </a:lnTo>
                <a:cubicBezTo>
                  <a:pt x="1389793" y="2921318"/>
                  <a:pt x="1390269" y="2922270"/>
                  <a:pt x="1391031" y="2923032"/>
                </a:cubicBezTo>
                <a:lnTo>
                  <a:pt x="1400651" y="2932557"/>
                </a:lnTo>
                <a:cubicBezTo>
                  <a:pt x="1403414" y="2935319"/>
                  <a:pt x="1407986" y="2935319"/>
                  <a:pt x="1410748" y="2932557"/>
                </a:cubicBezTo>
                <a:lnTo>
                  <a:pt x="1420273" y="2922937"/>
                </a:lnTo>
                <a:cubicBezTo>
                  <a:pt x="1421035" y="2922175"/>
                  <a:pt x="1421511" y="2921318"/>
                  <a:pt x="1421892" y="2920365"/>
                </a:cubicBezTo>
                <a:lnTo>
                  <a:pt x="1517999" y="2920651"/>
                </a:lnTo>
                <a:lnTo>
                  <a:pt x="1534097" y="2934938"/>
                </a:lnTo>
                <a:lnTo>
                  <a:pt x="1590675" y="2934938"/>
                </a:lnTo>
                <a:cubicBezTo>
                  <a:pt x="1591723" y="2939225"/>
                  <a:pt x="1595438" y="2942368"/>
                  <a:pt x="1599914" y="2942368"/>
                </a:cubicBezTo>
                <a:cubicBezTo>
                  <a:pt x="1605344" y="2942368"/>
                  <a:pt x="1609725" y="2937986"/>
                  <a:pt x="1609725" y="2932557"/>
                </a:cubicBezTo>
                <a:cubicBezTo>
                  <a:pt x="1609725" y="2927128"/>
                  <a:pt x="1605344" y="2922746"/>
                  <a:pt x="1599914" y="2922746"/>
                </a:cubicBezTo>
                <a:cubicBezTo>
                  <a:pt x="1595342" y="2922746"/>
                  <a:pt x="1591723" y="2925890"/>
                  <a:pt x="1590675" y="2930176"/>
                </a:cubicBezTo>
                <a:lnTo>
                  <a:pt x="1535906" y="2930176"/>
                </a:lnTo>
                <a:cubicBezTo>
                  <a:pt x="1535906" y="2930176"/>
                  <a:pt x="1519809" y="2915793"/>
                  <a:pt x="1519809" y="2915793"/>
                </a:cubicBezTo>
                <a:lnTo>
                  <a:pt x="1421892" y="2915507"/>
                </a:lnTo>
                <a:cubicBezTo>
                  <a:pt x="1421511" y="2914555"/>
                  <a:pt x="1421035" y="2913602"/>
                  <a:pt x="1420273" y="2912840"/>
                </a:cubicBezTo>
                <a:lnTo>
                  <a:pt x="1410653" y="2903315"/>
                </a:lnTo>
                <a:cubicBezTo>
                  <a:pt x="1407890" y="2900553"/>
                  <a:pt x="1403318" y="2900553"/>
                  <a:pt x="1400556" y="2903315"/>
                </a:cubicBezTo>
                <a:lnTo>
                  <a:pt x="1391031" y="2912936"/>
                </a:lnTo>
                <a:cubicBezTo>
                  <a:pt x="1390269" y="2913698"/>
                  <a:pt x="1389793" y="2914555"/>
                  <a:pt x="1389412" y="2915412"/>
                </a:cubicBezTo>
                <a:lnTo>
                  <a:pt x="1376744" y="2914936"/>
                </a:lnTo>
                <a:lnTo>
                  <a:pt x="1258729" y="3007614"/>
                </a:lnTo>
                <a:lnTo>
                  <a:pt x="1231202" y="3007424"/>
                </a:lnTo>
                <a:lnTo>
                  <a:pt x="1039082" y="3161538"/>
                </a:lnTo>
                <a:lnTo>
                  <a:pt x="1004697" y="3161538"/>
                </a:lnTo>
                <a:cubicBezTo>
                  <a:pt x="1004126" y="3158014"/>
                  <a:pt x="1002221" y="3154680"/>
                  <a:pt x="999077" y="3152394"/>
                </a:cubicBezTo>
                <a:cubicBezTo>
                  <a:pt x="992696" y="3147727"/>
                  <a:pt x="983742" y="3149060"/>
                  <a:pt x="979075" y="3155442"/>
                </a:cubicBezTo>
                <a:cubicBezTo>
                  <a:pt x="977741" y="3157252"/>
                  <a:pt x="976884" y="3159347"/>
                  <a:pt x="976598" y="3161538"/>
                </a:cubicBezTo>
                <a:lnTo>
                  <a:pt x="967359" y="3161538"/>
                </a:lnTo>
                <a:cubicBezTo>
                  <a:pt x="967359" y="3161538"/>
                  <a:pt x="967359" y="3166301"/>
                  <a:pt x="967359" y="3166301"/>
                </a:cubicBezTo>
                <a:lnTo>
                  <a:pt x="976598" y="3166301"/>
                </a:lnTo>
                <a:cubicBezTo>
                  <a:pt x="977265" y="3170015"/>
                  <a:pt x="979170" y="3173349"/>
                  <a:pt x="982218" y="3175540"/>
                </a:cubicBezTo>
                <a:cubicBezTo>
                  <a:pt x="988600" y="3180207"/>
                  <a:pt x="997553" y="3178874"/>
                  <a:pt x="1002221" y="3172492"/>
                </a:cubicBezTo>
                <a:cubicBezTo>
                  <a:pt x="1003554" y="3170682"/>
                  <a:pt x="1004221" y="3168492"/>
                  <a:pt x="1004602" y="3166396"/>
                </a:cubicBezTo>
                <a:lnTo>
                  <a:pt x="1040797" y="3166396"/>
                </a:lnTo>
                <a:lnTo>
                  <a:pt x="1232821" y="3012281"/>
                </a:lnTo>
                <a:lnTo>
                  <a:pt x="1260348" y="3012472"/>
                </a:lnTo>
                <a:close/>
                <a:moveTo>
                  <a:pt x="1599914" y="2927604"/>
                </a:moveTo>
                <a:cubicBezTo>
                  <a:pt x="1602677" y="2927604"/>
                  <a:pt x="1604963" y="2929890"/>
                  <a:pt x="1604963" y="2932652"/>
                </a:cubicBezTo>
                <a:cubicBezTo>
                  <a:pt x="1604963" y="2935415"/>
                  <a:pt x="1602677" y="2937701"/>
                  <a:pt x="1599914" y="2937701"/>
                </a:cubicBezTo>
                <a:cubicBezTo>
                  <a:pt x="1597152" y="2937701"/>
                  <a:pt x="1594866" y="2935415"/>
                  <a:pt x="1594866" y="2932652"/>
                </a:cubicBezTo>
                <a:cubicBezTo>
                  <a:pt x="1594866" y="2929890"/>
                  <a:pt x="1597152" y="2927604"/>
                  <a:pt x="1599914" y="2927604"/>
                </a:cubicBezTo>
                <a:close/>
                <a:moveTo>
                  <a:pt x="1394365" y="2916269"/>
                </a:moveTo>
                <a:lnTo>
                  <a:pt x="1403890" y="2906649"/>
                </a:lnTo>
                <a:cubicBezTo>
                  <a:pt x="1404842" y="2905697"/>
                  <a:pt x="1406271" y="2905697"/>
                  <a:pt x="1407224" y="2906649"/>
                </a:cubicBezTo>
                <a:lnTo>
                  <a:pt x="1416844" y="2916174"/>
                </a:lnTo>
                <a:cubicBezTo>
                  <a:pt x="1417796" y="2917127"/>
                  <a:pt x="1417796" y="2918555"/>
                  <a:pt x="1416844" y="2919508"/>
                </a:cubicBezTo>
                <a:lnTo>
                  <a:pt x="1407319" y="2929128"/>
                </a:lnTo>
                <a:cubicBezTo>
                  <a:pt x="1406366" y="2930080"/>
                  <a:pt x="1404938" y="2930080"/>
                  <a:pt x="1403985" y="2929128"/>
                </a:cubicBezTo>
                <a:lnTo>
                  <a:pt x="1394365" y="2919603"/>
                </a:lnTo>
                <a:cubicBezTo>
                  <a:pt x="1393412" y="2918651"/>
                  <a:pt x="1393412" y="2917222"/>
                  <a:pt x="1394365" y="2916269"/>
                </a:cubicBezTo>
                <a:close/>
                <a:moveTo>
                  <a:pt x="1000030" y="3170873"/>
                </a:moveTo>
                <a:cubicBezTo>
                  <a:pt x="998220" y="3173349"/>
                  <a:pt x="995458" y="3175063"/>
                  <a:pt x="992410" y="3175540"/>
                </a:cubicBezTo>
                <a:cubicBezTo>
                  <a:pt x="989362" y="3176016"/>
                  <a:pt x="986219" y="3175254"/>
                  <a:pt x="983742" y="3173444"/>
                </a:cubicBezTo>
                <a:cubicBezTo>
                  <a:pt x="981266" y="3171635"/>
                  <a:pt x="979551" y="3168872"/>
                  <a:pt x="979075" y="3165824"/>
                </a:cubicBezTo>
                <a:cubicBezTo>
                  <a:pt x="979075" y="3165253"/>
                  <a:pt x="978979" y="3164586"/>
                  <a:pt x="978979" y="3164015"/>
                </a:cubicBezTo>
                <a:cubicBezTo>
                  <a:pt x="978979" y="3161538"/>
                  <a:pt x="979742" y="3159157"/>
                  <a:pt x="981266" y="3157157"/>
                </a:cubicBezTo>
                <a:cubicBezTo>
                  <a:pt x="985076" y="3151918"/>
                  <a:pt x="992410" y="3150870"/>
                  <a:pt x="997649" y="3154680"/>
                </a:cubicBezTo>
                <a:cubicBezTo>
                  <a:pt x="1002792" y="3158490"/>
                  <a:pt x="1003935" y="3165824"/>
                  <a:pt x="1000125" y="3171063"/>
                </a:cubicBezTo>
                <a:close/>
                <a:moveTo>
                  <a:pt x="1028891" y="2244852"/>
                </a:moveTo>
                <a:cubicBezTo>
                  <a:pt x="1035272" y="2244852"/>
                  <a:pt x="1040511" y="2239613"/>
                  <a:pt x="1040511" y="2233232"/>
                </a:cubicBezTo>
                <a:cubicBezTo>
                  <a:pt x="1040511" y="2226850"/>
                  <a:pt x="1035272" y="2221611"/>
                  <a:pt x="1028891" y="2221611"/>
                </a:cubicBezTo>
                <a:cubicBezTo>
                  <a:pt x="1022509" y="2221611"/>
                  <a:pt x="1017270" y="2226850"/>
                  <a:pt x="1017270" y="2233232"/>
                </a:cubicBezTo>
                <a:cubicBezTo>
                  <a:pt x="1017270" y="2239613"/>
                  <a:pt x="1022509" y="2244852"/>
                  <a:pt x="1028891" y="2244852"/>
                </a:cubicBezTo>
                <a:close/>
                <a:moveTo>
                  <a:pt x="1028891" y="2223897"/>
                </a:moveTo>
                <a:cubicBezTo>
                  <a:pt x="1034034" y="2223897"/>
                  <a:pt x="1038130" y="2228088"/>
                  <a:pt x="1038130" y="2233136"/>
                </a:cubicBezTo>
                <a:cubicBezTo>
                  <a:pt x="1038130" y="2238185"/>
                  <a:pt x="1033939" y="2242376"/>
                  <a:pt x="1028891" y="2242376"/>
                </a:cubicBezTo>
                <a:cubicBezTo>
                  <a:pt x="1023842" y="2242376"/>
                  <a:pt x="1019651" y="2238185"/>
                  <a:pt x="1019651" y="2233136"/>
                </a:cubicBezTo>
                <a:cubicBezTo>
                  <a:pt x="1019651" y="2228088"/>
                  <a:pt x="1023842" y="2223897"/>
                  <a:pt x="1028891" y="2223897"/>
                </a:cubicBezTo>
                <a:close/>
                <a:moveTo>
                  <a:pt x="1460278" y="2318195"/>
                </a:moveTo>
                <a:lnTo>
                  <a:pt x="1460278" y="2308479"/>
                </a:lnTo>
                <a:cubicBezTo>
                  <a:pt x="1460278" y="2306955"/>
                  <a:pt x="1461516" y="2305812"/>
                  <a:pt x="1462945" y="2305812"/>
                </a:cubicBezTo>
                <a:lnTo>
                  <a:pt x="1472660" y="2305812"/>
                </a:lnTo>
                <a:cubicBezTo>
                  <a:pt x="1474184" y="2305812"/>
                  <a:pt x="1475327" y="2307050"/>
                  <a:pt x="1475327" y="2308479"/>
                </a:cubicBezTo>
                <a:lnTo>
                  <a:pt x="1475327" y="2318195"/>
                </a:lnTo>
                <a:cubicBezTo>
                  <a:pt x="1475327" y="2319719"/>
                  <a:pt x="1474089" y="2320862"/>
                  <a:pt x="1472660" y="2320862"/>
                </a:cubicBezTo>
                <a:lnTo>
                  <a:pt x="1462945" y="2320862"/>
                </a:lnTo>
                <a:cubicBezTo>
                  <a:pt x="1461421" y="2320862"/>
                  <a:pt x="1460278" y="2319623"/>
                  <a:pt x="1460278" y="2318195"/>
                </a:cubicBezTo>
                <a:close/>
                <a:moveTo>
                  <a:pt x="677418" y="3374041"/>
                </a:moveTo>
                <a:lnTo>
                  <a:pt x="556736" y="3374041"/>
                </a:lnTo>
                <a:lnTo>
                  <a:pt x="556736" y="3374612"/>
                </a:lnTo>
                <a:cubicBezTo>
                  <a:pt x="556070" y="3370898"/>
                  <a:pt x="554165" y="3367659"/>
                  <a:pt x="551117" y="3365468"/>
                </a:cubicBezTo>
                <a:cubicBezTo>
                  <a:pt x="544735" y="3360801"/>
                  <a:pt x="535781" y="3362135"/>
                  <a:pt x="531114" y="3368517"/>
                </a:cubicBezTo>
                <a:cubicBezTo>
                  <a:pt x="529209" y="3371088"/>
                  <a:pt x="528352" y="3374041"/>
                  <a:pt x="528352" y="3376994"/>
                </a:cubicBezTo>
                <a:cubicBezTo>
                  <a:pt x="528352" y="3381375"/>
                  <a:pt x="530352" y="3385757"/>
                  <a:pt x="534162" y="3388519"/>
                </a:cubicBezTo>
                <a:cubicBezTo>
                  <a:pt x="540544" y="3393186"/>
                  <a:pt x="549497" y="3391853"/>
                  <a:pt x="554165" y="3385471"/>
                </a:cubicBezTo>
                <a:cubicBezTo>
                  <a:pt x="555593" y="3383471"/>
                  <a:pt x="556451" y="3381185"/>
                  <a:pt x="556736" y="3378803"/>
                </a:cubicBezTo>
                <a:lnTo>
                  <a:pt x="679037" y="3378803"/>
                </a:lnTo>
                <a:lnTo>
                  <a:pt x="722567" y="3343561"/>
                </a:lnTo>
                <a:lnTo>
                  <a:pt x="770858" y="3343561"/>
                </a:lnTo>
                <a:lnTo>
                  <a:pt x="785146" y="3354705"/>
                </a:lnTo>
                <a:lnTo>
                  <a:pt x="848297" y="3354705"/>
                </a:lnTo>
                <a:cubicBezTo>
                  <a:pt x="848677" y="3356515"/>
                  <a:pt x="849440" y="3358134"/>
                  <a:pt x="850773" y="3359468"/>
                </a:cubicBezTo>
                <a:cubicBezTo>
                  <a:pt x="852583" y="3361277"/>
                  <a:pt x="855059" y="3362325"/>
                  <a:pt x="857631" y="3362325"/>
                </a:cubicBezTo>
                <a:lnTo>
                  <a:pt x="857631" y="3362325"/>
                </a:lnTo>
                <a:cubicBezTo>
                  <a:pt x="863060" y="3362325"/>
                  <a:pt x="867347" y="3357944"/>
                  <a:pt x="867347" y="3352514"/>
                </a:cubicBezTo>
                <a:cubicBezTo>
                  <a:pt x="867347" y="3347180"/>
                  <a:pt x="862965" y="3342799"/>
                  <a:pt x="857631" y="3342799"/>
                </a:cubicBezTo>
                <a:lnTo>
                  <a:pt x="857631" y="3342799"/>
                </a:lnTo>
                <a:cubicBezTo>
                  <a:pt x="855059" y="3342799"/>
                  <a:pt x="852583" y="3343847"/>
                  <a:pt x="850773" y="3345656"/>
                </a:cubicBezTo>
                <a:cubicBezTo>
                  <a:pt x="849535" y="3346895"/>
                  <a:pt x="848868" y="3348419"/>
                  <a:pt x="848392" y="3349943"/>
                </a:cubicBezTo>
                <a:lnTo>
                  <a:pt x="786765" y="3349943"/>
                </a:lnTo>
                <a:cubicBezTo>
                  <a:pt x="786765" y="3349943"/>
                  <a:pt x="772477" y="3338798"/>
                  <a:pt x="772477" y="3338798"/>
                </a:cubicBezTo>
                <a:lnTo>
                  <a:pt x="720852" y="3338798"/>
                </a:lnTo>
                <a:lnTo>
                  <a:pt x="677323" y="3374041"/>
                </a:lnTo>
                <a:close/>
                <a:moveTo>
                  <a:pt x="552164" y="3383947"/>
                </a:moveTo>
                <a:cubicBezTo>
                  <a:pt x="548354" y="3389186"/>
                  <a:pt x="541020" y="3390234"/>
                  <a:pt x="535781" y="3386423"/>
                </a:cubicBezTo>
                <a:cubicBezTo>
                  <a:pt x="530638" y="3382613"/>
                  <a:pt x="529495" y="3375279"/>
                  <a:pt x="533305" y="3370040"/>
                </a:cubicBezTo>
                <a:cubicBezTo>
                  <a:pt x="535115" y="3367564"/>
                  <a:pt x="537877" y="3365849"/>
                  <a:pt x="540925" y="3365373"/>
                </a:cubicBezTo>
                <a:cubicBezTo>
                  <a:pt x="543973" y="3364897"/>
                  <a:pt x="547116" y="3365659"/>
                  <a:pt x="549593" y="3367469"/>
                </a:cubicBezTo>
                <a:cubicBezTo>
                  <a:pt x="552069" y="3369278"/>
                  <a:pt x="553784" y="3372041"/>
                  <a:pt x="554260" y="3375088"/>
                </a:cubicBezTo>
                <a:cubicBezTo>
                  <a:pt x="554260" y="3375660"/>
                  <a:pt x="554355" y="3376327"/>
                  <a:pt x="554355" y="3376898"/>
                </a:cubicBezTo>
                <a:cubicBezTo>
                  <a:pt x="554355" y="3379375"/>
                  <a:pt x="553593" y="3381756"/>
                  <a:pt x="552069" y="3383756"/>
                </a:cubicBezTo>
                <a:close/>
                <a:moveTo>
                  <a:pt x="854202" y="3348990"/>
                </a:moveTo>
                <a:cubicBezTo>
                  <a:pt x="855154" y="3348038"/>
                  <a:pt x="856393" y="3347561"/>
                  <a:pt x="857726" y="3347561"/>
                </a:cubicBezTo>
                <a:lnTo>
                  <a:pt x="857726" y="3347561"/>
                </a:lnTo>
                <a:cubicBezTo>
                  <a:pt x="860489" y="3347561"/>
                  <a:pt x="862679" y="3349752"/>
                  <a:pt x="862679" y="3352514"/>
                </a:cubicBezTo>
                <a:cubicBezTo>
                  <a:pt x="862679" y="3355277"/>
                  <a:pt x="860489" y="3357563"/>
                  <a:pt x="857726" y="3357563"/>
                </a:cubicBezTo>
                <a:lnTo>
                  <a:pt x="857726" y="3357563"/>
                </a:lnTo>
                <a:cubicBezTo>
                  <a:pt x="856393" y="3357563"/>
                  <a:pt x="855154" y="3357086"/>
                  <a:pt x="854202" y="3356134"/>
                </a:cubicBezTo>
                <a:cubicBezTo>
                  <a:pt x="853250" y="3355181"/>
                  <a:pt x="852773" y="3353943"/>
                  <a:pt x="852773" y="3352610"/>
                </a:cubicBezTo>
                <a:cubicBezTo>
                  <a:pt x="852773" y="3351276"/>
                  <a:pt x="853250" y="3350038"/>
                  <a:pt x="854202" y="3349085"/>
                </a:cubicBezTo>
                <a:close/>
                <a:moveTo>
                  <a:pt x="1339406" y="2222373"/>
                </a:moveTo>
                <a:cubicBezTo>
                  <a:pt x="1333024" y="2222373"/>
                  <a:pt x="1327785" y="2227612"/>
                  <a:pt x="1327785" y="2233994"/>
                </a:cubicBezTo>
                <a:cubicBezTo>
                  <a:pt x="1327785" y="2240375"/>
                  <a:pt x="1333024" y="2245614"/>
                  <a:pt x="1339406" y="2245614"/>
                </a:cubicBezTo>
                <a:cubicBezTo>
                  <a:pt x="1345787" y="2245614"/>
                  <a:pt x="1351026" y="2240375"/>
                  <a:pt x="1351026" y="2233994"/>
                </a:cubicBezTo>
                <a:cubicBezTo>
                  <a:pt x="1351026" y="2227612"/>
                  <a:pt x="1345787" y="2222373"/>
                  <a:pt x="1339406" y="2222373"/>
                </a:cubicBezTo>
                <a:close/>
                <a:moveTo>
                  <a:pt x="1339406" y="2243233"/>
                </a:moveTo>
                <a:cubicBezTo>
                  <a:pt x="1334262" y="2243233"/>
                  <a:pt x="1330166" y="2239042"/>
                  <a:pt x="1330166" y="2233994"/>
                </a:cubicBezTo>
                <a:cubicBezTo>
                  <a:pt x="1330166" y="2228945"/>
                  <a:pt x="1334357" y="2224754"/>
                  <a:pt x="1339406" y="2224754"/>
                </a:cubicBezTo>
                <a:cubicBezTo>
                  <a:pt x="1344454" y="2224754"/>
                  <a:pt x="1348645" y="2228945"/>
                  <a:pt x="1348645" y="2233994"/>
                </a:cubicBezTo>
                <a:cubicBezTo>
                  <a:pt x="1348645" y="2239042"/>
                  <a:pt x="1344454" y="2243233"/>
                  <a:pt x="1339406" y="2243233"/>
                </a:cubicBezTo>
                <a:close/>
                <a:moveTo>
                  <a:pt x="1339406" y="2157222"/>
                </a:moveTo>
                <a:cubicBezTo>
                  <a:pt x="1335119" y="2157222"/>
                  <a:pt x="1331595" y="2160746"/>
                  <a:pt x="1331595" y="2165033"/>
                </a:cubicBezTo>
                <a:cubicBezTo>
                  <a:pt x="1331595" y="2169319"/>
                  <a:pt x="1335119" y="2172748"/>
                  <a:pt x="1339406" y="2172748"/>
                </a:cubicBezTo>
                <a:cubicBezTo>
                  <a:pt x="1343692" y="2172748"/>
                  <a:pt x="1347121" y="2169224"/>
                  <a:pt x="1347121" y="2165033"/>
                </a:cubicBezTo>
                <a:cubicBezTo>
                  <a:pt x="1347121" y="2160842"/>
                  <a:pt x="1343597" y="2157222"/>
                  <a:pt x="1339406" y="2157222"/>
                </a:cubicBezTo>
                <a:close/>
                <a:moveTo>
                  <a:pt x="1339406" y="2170367"/>
                </a:moveTo>
                <a:cubicBezTo>
                  <a:pt x="1336453" y="2170367"/>
                  <a:pt x="1333976" y="2167985"/>
                  <a:pt x="1333976" y="2165033"/>
                </a:cubicBezTo>
                <a:cubicBezTo>
                  <a:pt x="1333976" y="2162080"/>
                  <a:pt x="1336357" y="2159603"/>
                  <a:pt x="1339406" y="2159603"/>
                </a:cubicBezTo>
                <a:cubicBezTo>
                  <a:pt x="1342453" y="2159603"/>
                  <a:pt x="1344740" y="2161985"/>
                  <a:pt x="1344740" y="2165033"/>
                </a:cubicBezTo>
                <a:cubicBezTo>
                  <a:pt x="1344740" y="2168081"/>
                  <a:pt x="1342358" y="2170367"/>
                  <a:pt x="1339406" y="2170367"/>
                </a:cubicBezTo>
                <a:close/>
                <a:moveTo>
                  <a:pt x="834390" y="3042285"/>
                </a:moveTo>
                <a:lnTo>
                  <a:pt x="834390" y="3037523"/>
                </a:lnTo>
                <a:lnTo>
                  <a:pt x="856583" y="3037523"/>
                </a:lnTo>
                <a:lnTo>
                  <a:pt x="856583" y="3042285"/>
                </a:lnTo>
                <a:lnTo>
                  <a:pt x="834390" y="3042285"/>
                </a:lnTo>
                <a:close/>
                <a:moveTo>
                  <a:pt x="1028891" y="2175891"/>
                </a:moveTo>
                <a:cubicBezTo>
                  <a:pt x="1035272" y="2175891"/>
                  <a:pt x="1040511" y="2170652"/>
                  <a:pt x="1040511" y="2164271"/>
                </a:cubicBezTo>
                <a:cubicBezTo>
                  <a:pt x="1040511" y="2157889"/>
                  <a:pt x="1035272" y="2152650"/>
                  <a:pt x="1028891" y="2152650"/>
                </a:cubicBezTo>
                <a:cubicBezTo>
                  <a:pt x="1022509" y="2152650"/>
                  <a:pt x="1017270" y="2157889"/>
                  <a:pt x="1017270" y="2164271"/>
                </a:cubicBezTo>
                <a:cubicBezTo>
                  <a:pt x="1017270" y="2170652"/>
                  <a:pt x="1022509" y="2175891"/>
                  <a:pt x="1028891" y="2175891"/>
                </a:cubicBezTo>
                <a:close/>
                <a:moveTo>
                  <a:pt x="1028891" y="2154936"/>
                </a:moveTo>
                <a:cubicBezTo>
                  <a:pt x="1034034" y="2154936"/>
                  <a:pt x="1038130" y="2159127"/>
                  <a:pt x="1038130" y="2164175"/>
                </a:cubicBezTo>
                <a:cubicBezTo>
                  <a:pt x="1038130" y="2169224"/>
                  <a:pt x="1033939" y="2173415"/>
                  <a:pt x="1028891" y="2173415"/>
                </a:cubicBezTo>
                <a:cubicBezTo>
                  <a:pt x="1023842" y="2173415"/>
                  <a:pt x="1019651" y="2169224"/>
                  <a:pt x="1019651" y="2164175"/>
                </a:cubicBezTo>
                <a:cubicBezTo>
                  <a:pt x="1019651" y="2159127"/>
                  <a:pt x="1023842" y="2154936"/>
                  <a:pt x="1028891" y="2154936"/>
                </a:cubicBezTo>
                <a:close/>
                <a:moveTo>
                  <a:pt x="1339406" y="2153412"/>
                </a:moveTo>
                <a:cubicBezTo>
                  <a:pt x="1333024" y="2153412"/>
                  <a:pt x="1327785" y="2158651"/>
                  <a:pt x="1327785" y="2165033"/>
                </a:cubicBezTo>
                <a:cubicBezTo>
                  <a:pt x="1327785" y="2171414"/>
                  <a:pt x="1333024" y="2176653"/>
                  <a:pt x="1339406" y="2176653"/>
                </a:cubicBezTo>
                <a:cubicBezTo>
                  <a:pt x="1345787" y="2176653"/>
                  <a:pt x="1351026" y="2171414"/>
                  <a:pt x="1351026" y="2165033"/>
                </a:cubicBezTo>
                <a:cubicBezTo>
                  <a:pt x="1351026" y="2158651"/>
                  <a:pt x="1345787" y="2153412"/>
                  <a:pt x="1339406" y="2153412"/>
                </a:cubicBezTo>
                <a:close/>
                <a:moveTo>
                  <a:pt x="1339406" y="2174272"/>
                </a:moveTo>
                <a:cubicBezTo>
                  <a:pt x="1334262" y="2174272"/>
                  <a:pt x="1330166" y="2170081"/>
                  <a:pt x="1330166" y="2165033"/>
                </a:cubicBezTo>
                <a:cubicBezTo>
                  <a:pt x="1330166" y="2159984"/>
                  <a:pt x="1334357" y="2155793"/>
                  <a:pt x="1339406" y="2155793"/>
                </a:cubicBezTo>
                <a:cubicBezTo>
                  <a:pt x="1344454" y="2155793"/>
                  <a:pt x="1348645" y="2159984"/>
                  <a:pt x="1348645" y="2165033"/>
                </a:cubicBezTo>
                <a:cubicBezTo>
                  <a:pt x="1348645" y="2170081"/>
                  <a:pt x="1344454" y="2174272"/>
                  <a:pt x="1339406" y="2174272"/>
                </a:cubicBezTo>
                <a:close/>
                <a:moveTo>
                  <a:pt x="356711" y="2896553"/>
                </a:moveTo>
                <a:cubicBezTo>
                  <a:pt x="360902" y="2890647"/>
                  <a:pt x="359855" y="2882360"/>
                  <a:pt x="354044" y="2877788"/>
                </a:cubicBezTo>
                <a:cubicBezTo>
                  <a:pt x="352235" y="2876360"/>
                  <a:pt x="350139" y="2875502"/>
                  <a:pt x="347948" y="2875121"/>
                </a:cubicBezTo>
                <a:lnTo>
                  <a:pt x="347948" y="2773775"/>
                </a:lnTo>
                <a:lnTo>
                  <a:pt x="318040" y="2743200"/>
                </a:lnTo>
                <a:lnTo>
                  <a:pt x="318040" y="2634425"/>
                </a:lnTo>
                <a:cubicBezTo>
                  <a:pt x="318040" y="2634425"/>
                  <a:pt x="323374" y="2634425"/>
                  <a:pt x="323374" y="2634425"/>
                </a:cubicBezTo>
                <a:cubicBezTo>
                  <a:pt x="326612" y="2634425"/>
                  <a:pt x="329279" y="2631758"/>
                  <a:pt x="329279" y="2628519"/>
                </a:cubicBezTo>
                <a:lnTo>
                  <a:pt x="329279" y="2612898"/>
                </a:lnTo>
                <a:cubicBezTo>
                  <a:pt x="329279" y="2609660"/>
                  <a:pt x="326612" y="2606993"/>
                  <a:pt x="323374" y="2606993"/>
                </a:cubicBezTo>
                <a:lnTo>
                  <a:pt x="317945" y="2606993"/>
                </a:lnTo>
                <a:lnTo>
                  <a:pt x="317945" y="2559653"/>
                </a:lnTo>
                <a:lnTo>
                  <a:pt x="305657" y="2547080"/>
                </a:lnTo>
                <a:lnTo>
                  <a:pt x="97536" y="2547080"/>
                </a:lnTo>
                <a:lnTo>
                  <a:pt x="58674" y="2500217"/>
                </a:lnTo>
                <a:lnTo>
                  <a:pt x="33052" y="2499932"/>
                </a:lnTo>
                <a:lnTo>
                  <a:pt x="33052" y="2502313"/>
                </a:lnTo>
                <a:cubicBezTo>
                  <a:pt x="33052" y="2502313"/>
                  <a:pt x="33052" y="2499932"/>
                  <a:pt x="33052" y="2499932"/>
                </a:cubicBezTo>
                <a:lnTo>
                  <a:pt x="95" y="2499932"/>
                </a:lnTo>
                <a:lnTo>
                  <a:pt x="95" y="2504694"/>
                </a:lnTo>
                <a:lnTo>
                  <a:pt x="32957" y="2504694"/>
                </a:lnTo>
                <a:lnTo>
                  <a:pt x="56388" y="2504980"/>
                </a:lnTo>
                <a:lnTo>
                  <a:pt x="95345" y="2551843"/>
                </a:lnTo>
                <a:lnTo>
                  <a:pt x="303848" y="2551843"/>
                </a:lnTo>
                <a:lnTo>
                  <a:pt x="313373" y="2561559"/>
                </a:lnTo>
                <a:lnTo>
                  <a:pt x="313373" y="2606897"/>
                </a:lnTo>
                <a:lnTo>
                  <a:pt x="307943" y="2606897"/>
                </a:lnTo>
                <a:cubicBezTo>
                  <a:pt x="304705" y="2606897"/>
                  <a:pt x="302038" y="2609564"/>
                  <a:pt x="302038" y="2612803"/>
                </a:cubicBezTo>
                <a:lnTo>
                  <a:pt x="302038" y="2628424"/>
                </a:lnTo>
                <a:cubicBezTo>
                  <a:pt x="302038" y="2631662"/>
                  <a:pt x="304705" y="2634329"/>
                  <a:pt x="307943" y="2634329"/>
                </a:cubicBezTo>
                <a:lnTo>
                  <a:pt x="313373" y="2634329"/>
                </a:lnTo>
                <a:lnTo>
                  <a:pt x="313373" y="2745010"/>
                </a:lnTo>
                <a:cubicBezTo>
                  <a:pt x="313373" y="2745010"/>
                  <a:pt x="343376" y="2775585"/>
                  <a:pt x="343376" y="2775585"/>
                </a:cubicBezTo>
                <a:lnTo>
                  <a:pt x="343376" y="2875026"/>
                </a:lnTo>
                <a:cubicBezTo>
                  <a:pt x="340043" y="2875598"/>
                  <a:pt x="337090" y="2877312"/>
                  <a:pt x="334994" y="2879979"/>
                </a:cubicBezTo>
                <a:cubicBezTo>
                  <a:pt x="332708" y="2882837"/>
                  <a:pt x="331756" y="2886456"/>
                  <a:pt x="332232" y="2890076"/>
                </a:cubicBezTo>
                <a:cubicBezTo>
                  <a:pt x="332708" y="2893695"/>
                  <a:pt x="334518" y="2896934"/>
                  <a:pt x="337376" y="2899220"/>
                </a:cubicBezTo>
                <a:cubicBezTo>
                  <a:pt x="339852" y="2901125"/>
                  <a:pt x="342710" y="2902077"/>
                  <a:pt x="345758" y="2902077"/>
                </a:cubicBezTo>
                <a:cubicBezTo>
                  <a:pt x="346329" y="2902077"/>
                  <a:pt x="346901" y="2902077"/>
                  <a:pt x="347472" y="2901982"/>
                </a:cubicBezTo>
                <a:cubicBezTo>
                  <a:pt x="350234" y="2901601"/>
                  <a:pt x="352711" y="2900267"/>
                  <a:pt x="354711" y="2898458"/>
                </a:cubicBezTo>
                <a:lnTo>
                  <a:pt x="353473" y="2899696"/>
                </a:lnTo>
                <a:lnTo>
                  <a:pt x="423291" y="2967895"/>
                </a:lnTo>
                <a:lnTo>
                  <a:pt x="423291" y="3002185"/>
                </a:lnTo>
                <a:lnTo>
                  <a:pt x="417862" y="3002185"/>
                </a:lnTo>
                <a:cubicBezTo>
                  <a:pt x="414147" y="3002185"/>
                  <a:pt x="411004" y="3005233"/>
                  <a:pt x="411004" y="3009043"/>
                </a:cubicBezTo>
                <a:lnTo>
                  <a:pt x="411004" y="3023426"/>
                </a:lnTo>
                <a:cubicBezTo>
                  <a:pt x="411004" y="3027140"/>
                  <a:pt x="414052" y="3030284"/>
                  <a:pt x="417862" y="3030284"/>
                </a:cubicBezTo>
                <a:lnTo>
                  <a:pt x="423291" y="3030284"/>
                </a:lnTo>
                <a:lnTo>
                  <a:pt x="423291" y="3037427"/>
                </a:lnTo>
                <a:lnTo>
                  <a:pt x="428054" y="3037427"/>
                </a:lnTo>
                <a:lnTo>
                  <a:pt x="428054" y="3030284"/>
                </a:lnTo>
                <a:cubicBezTo>
                  <a:pt x="428054" y="3030284"/>
                  <a:pt x="432245" y="3030284"/>
                  <a:pt x="432245" y="3030284"/>
                </a:cubicBezTo>
                <a:cubicBezTo>
                  <a:pt x="435959" y="3030284"/>
                  <a:pt x="439103" y="3027236"/>
                  <a:pt x="439103" y="3023426"/>
                </a:cubicBezTo>
                <a:lnTo>
                  <a:pt x="439103" y="3009043"/>
                </a:lnTo>
                <a:cubicBezTo>
                  <a:pt x="439103" y="3005328"/>
                  <a:pt x="436055" y="3002185"/>
                  <a:pt x="432245" y="3002185"/>
                </a:cubicBezTo>
                <a:lnTo>
                  <a:pt x="428054" y="3002185"/>
                </a:lnTo>
                <a:lnTo>
                  <a:pt x="428054" y="2965895"/>
                </a:lnTo>
                <a:lnTo>
                  <a:pt x="356902" y="2896362"/>
                </a:lnTo>
                <a:close/>
                <a:moveTo>
                  <a:pt x="307848" y="2629757"/>
                </a:moveTo>
                <a:cubicBezTo>
                  <a:pt x="307181" y="2629757"/>
                  <a:pt x="306705" y="2629186"/>
                  <a:pt x="306705" y="2628614"/>
                </a:cubicBezTo>
                <a:lnTo>
                  <a:pt x="306705" y="2612993"/>
                </a:lnTo>
                <a:cubicBezTo>
                  <a:pt x="306705" y="2612327"/>
                  <a:pt x="307277" y="2611850"/>
                  <a:pt x="307848" y="2611850"/>
                </a:cubicBezTo>
                <a:lnTo>
                  <a:pt x="323469" y="2611850"/>
                </a:lnTo>
                <a:cubicBezTo>
                  <a:pt x="324136" y="2611850"/>
                  <a:pt x="324612" y="2612422"/>
                  <a:pt x="324612" y="2612993"/>
                </a:cubicBezTo>
                <a:lnTo>
                  <a:pt x="324612" y="2628614"/>
                </a:lnTo>
                <a:cubicBezTo>
                  <a:pt x="324612" y="2629281"/>
                  <a:pt x="324040" y="2629757"/>
                  <a:pt x="323469" y="2629757"/>
                </a:cubicBezTo>
                <a:lnTo>
                  <a:pt x="307848" y="2629757"/>
                </a:lnTo>
                <a:close/>
                <a:moveTo>
                  <a:pt x="352711" y="2894171"/>
                </a:moveTo>
                <a:lnTo>
                  <a:pt x="352711" y="2894171"/>
                </a:lnTo>
                <a:cubicBezTo>
                  <a:pt x="351282" y="2896076"/>
                  <a:pt x="349091" y="2897219"/>
                  <a:pt x="346805" y="2897505"/>
                </a:cubicBezTo>
                <a:cubicBezTo>
                  <a:pt x="344424" y="2897791"/>
                  <a:pt x="342138" y="2897124"/>
                  <a:pt x="340233" y="2895695"/>
                </a:cubicBezTo>
                <a:cubicBezTo>
                  <a:pt x="338328" y="2894267"/>
                  <a:pt x="337185" y="2892076"/>
                  <a:pt x="336899" y="2889790"/>
                </a:cubicBezTo>
                <a:cubicBezTo>
                  <a:pt x="336614" y="2887409"/>
                  <a:pt x="337280" y="2885027"/>
                  <a:pt x="338709" y="2883218"/>
                </a:cubicBezTo>
                <a:cubicBezTo>
                  <a:pt x="340138" y="2881313"/>
                  <a:pt x="342329" y="2880170"/>
                  <a:pt x="344614" y="2879884"/>
                </a:cubicBezTo>
                <a:cubicBezTo>
                  <a:pt x="344996" y="2879884"/>
                  <a:pt x="345377" y="2879884"/>
                  <a:pt x="345758" y="2879884"/>
                </a:cubicBezTo>
                <a:cubicBezTo>
                  <a:pt x="347758" y="2879884"/>
                  <a:pt x="349663" y="2880551"/>
                  <a:pt x="351282" y="2881789"/>
                </a:cubicBezTo>
                <a:cubicBezTo>
                  <a:pt x="355187" y="2884837"/>
                  <a:pt x="355854" y="2890457"/>
                  <a:pt x="352806" y="2894362"/>
                </a:cubicBezTo>
                <a:close/>
                <a:moveTo>
                  <a:pt x="432149" y="3007138"/>
                </a:moveTo>
                <a:cubicBezTo>
                  <a:pt x="433292" y="3007138"/>
                  <a:pt x="434245" y="3008090"/>
                  <a:pt x="434245" y="3009234"/>
                </a:cubicBezTo>
                <a:lnTo>
                  <a:pt x="434245" y="3023616"/>
                </a:lnTo>
                <a:cubicBezTo>
                  <a:pt x="434245" y="3024759"/>
                  <a:pt x="433292" y="3025712"/>
                  <a:pt x="432149" y="3025712"/>
                </a:cubicBezTo>
                <a:lnTo>
                  <a:pt x="417767" y="3025712"/>
                </a:lnTo>
                <a:cubicBezTo>
                  <a:pt x="416624" y="3025712"/>
                  <a:pt x="415671" y="3024759"/>
                  <a:pt x="415671" y="3023616"/>
                </a:cubicBezTo>
                <a:lnTo>
                  <a:pt x="415671" y="3009234"/>
                </a:lnTo>
                <a:cubicBezTo>
                  <a:pt x="415671" y="3008090"/>
                  <a:pt x="416624" y="3007138"/>
                  <a:pt x="417767" y="3007138"/>
                </a:cubicBezTo>
                <a:lnTo>
                  <a:pt x="432149" y="3007138"/>
                </a:lnTo>
                <a:close/>
                <a:moveTo>
                  <a:pt x="1061561" y="3289649"/>
                </a:moveTo>
                <a:lnTo>
                  <a:pt x="1009460" y="3334131"/>
                </a:lnTo>
                <a:cubicBezTo>
                  <a:pt x="1007840" y="3332988"/>
                  <a:pt x="1005935" y="3332131"/>
                  <a:pt x="1003935" y="3332131"/>
                </a:cubicBezTo>
                <a:lnTo>
                  <a:pt x="1003935" y="3332131"/>
                </a:lnTo>
                <a:cubicBezTo>
                  <a:pt x="998601" y="3332131"/>
                  <a:pt x="994220" y="3336512"/>
                  <a:pt x="994220" y="3341846"/>
                </a:cubicBezTo>
                <a:cubicBezTo>
                  <a:pt x="994220" y="3344418"/>
                  <a:pt x="995172" y="3346895"/>
                  <a:pt x="997077" y="3348800"/>
                </a:cubicBezTo>
                <a:cubicBezTo>
                  <a:pt x="998887" y="3350609"/>
                  <a:pt x="1001363" y="3351657"/>
                  <a:pt x="1003935" y="3351657"/>
                </a:cubicBezTo>
                <a:lnTo>
                  <a:pt x="1003935" y="3351657"/>
                </a:lnTo>
                <a:cubicBezTo>
                  <a:pt x="1009269" y="3351657"/>
                  <a:pt x="1013651" y="3347276"/>
                  <a:pt x="1013746" y="3341942"/>
                </a:cubicBezTo>
                <a:cubicBezTo>
                  <a:pt x="1013746" y="3340418"/>
                  <a:pt x="1013365" y="3338989"/>
                  <a:pt x="1012698" y="3337751"/>
                </a:cubicBezTo>
                <a:lnTo>
                  <a:pt x="1063466" y="3294412"/>
                </a:lnTo>
                <a:lnTo>
                  <a:pt x="1138238" y="3293840"/>
                </a:lnTo>
                <a:lnTo>
                  <a:pt x="1138238" y="3246215"/>
                </a:lnTo>
                <a:cubicBezTo>
                  <a:pt x="1142429" y="3245168"/>
                  <a:pt x="1145667" y="3241548"/>
                  <a:pt x="1145667" y="3236976"/>
                </a:cubicBezTo>
                <a:cubicBezTo>
                  <a:pt x="1145667" y="3234404"/>
                  <a:pt x="1144619" y="3231928"/>
                  <a:pt x="1142810" y="3230023"/>
                </a:cubicBezTo>
                <a:cubicBezTo>
                  <a:pt x="1141000" y="3228213"/>
                  <a:pt x="1138523" y="3227165"/>
                  <a:pt x="1135952" y="3227165"/>
                </a:cubicBezTo>
                <a:cubicBezTo>
                  <a:pt x="1130522" y="3227356"/>
                  <a:pt x="1126141" y="3231547"/>
                  <a:pt x="1126141" y="3236881"/>
                </a:cubicBezTo>
                <a:cubicBezTo>
                  <a:pt x="1126141" y="3239453"/>
                  <a:pt x="1127189" y="3241929"/>
                  <a:pt x="1128998" y="3243834"/>
                </a:cubicBezTo>
                <a:cubicBezTo>
                  <a:pt x="1130237" y="3245072"/>
                  <a:pt x="1131856" y="3245834"/>
                  <a:pt x="1133475" y="3246215"/>
                </a:cubicBezTo>
                <a:lnTo>
                  <a:pt x="1133475" y="3289173"/>
                </a:lnTo>
                <a:lnTo>
                  <a:pt x="1061752" y="3289745"/>
                </a:lnTo>
                <a:close/>
                <a:moveTo>
                  <a:pt x="1003840" y="3346990"/>
                </a:moveTo>
                <a:lnTo>
                  <a:pt x="1003840" y="3346990"/>
                </a:lnTo>
                <a:cubicBezTo>
                  <a:pt x="1002506" y="3346990"/>
                  <a:pt x="1001268" y="3346418"/>
                  <a:pt x="1000316" y="3345561"/>
                </a:cubicBezTo>
                <a:cubicBezTo>
                  <a:pt x="999363" y="3344609"/>
                  <a:pt x="998887" y="3343370"/>
                  <a:pt x="998887" y="3342037"/>
                </a:cubicBezTo>
                <a:cubicBezTo>
                  <a:pt x="998887" y="3340703"/>
                  <a:pt x="999458" y="3339465"/>
                  <a:pt x="1000411" y="3338513"/>
                </a:cubicBezTo>
                <a:cubicBezTo>
                  <a:pt x="1001363" y="3337560"/>
                  <a:pt x="1002602" y="3337084"/>
                  <a:pt x="1003935" y="3337084"/>
                </a:cubicBezTo>
                <a:lnTo>
                  <a:pt x="1003935" y="3337084"/>
                </a:lnTo>
                <a:cubicBezTo>
                  <a:pt x="1005269" y="3337084"/>
                  <a:pt x="1006507" y="3337560"/>
                  <a:pt x="1007459" y="3338513"/>
                </a:cubicBezTo>
                <a:cubicBezTo>
                  <a:pt x="1008412" y="3339465"/>
                  <a:pt x="1008888" y="3340703"/>
                  <a:pt x="1008888" y="3342037"/>
                </a:cubicBezTo>
                <a:cubicBezTo>
                  <a:pt x="1008888" y="3344799"/>
                  <a:pt x="1006602" y="3346990"/>
                  <a:pt x="1003840" y="3346990"/>
                </a:cubicBezTo>
                <a:close/>
                <a:moveTo>
                  <a:pt x="1132142" y="3240405"/>
                </a:moveTo>
                <a:cubicBezTo>
                  <a:pt x="1131189" y="3239453"/>
                  <a:pt x="1130713" y="3238214"/>
                  <a:pt x="1130713" y="3236881"/>
                </a:cubicBezTo>
                <a:cubicBezTo>
                  <a:pt x="1130713" y="3234119"/>
                  <a:pt x="1132999" y="3231928"/>
                  <a:pt x="1135761" y="3231928"/>
                </a:cubicBezTo>
                <a:lnTo>
                  <a:pt x="1135761" y="3231928"/>
                </a:lnTo>
                <a:cubicBezTo>
                  <a:pt x="1137095" y="3231928"/>
                  <a:pt x="1138333" y="3232404"/>
                  <a:pt x="1139285" y="3233357"/>
                </a:cubicBezTo>
                <a:cubicBezTo>
                  <a:pt x="1140238" y="3234309"/>
                  <a:pt x="1140714" y="3235547"/>
                  <a:pt x="1140714" y="3236881"/>
                </a:cubicBezTo>
                <a:cubicBezTo>
                  <a:pt x="1140714" y="3239643"/>
                  <a:pt x="1138428" y="3241834"/>
                  <a:pt x="1135666" y="3241834"/>
                </a:cubicBezTo>
                <a:lnTo>
                  <a:pt x="1135666" y="3241834"/>
                </a:lnTo>
                <a:cubicBezTo>
                  <a:pt x="1134332" y="3241834"/>
                  <a:pt x="1133094" y="3241358"/>
                  <a:pt x="1132142" y="3240405"/>
                </a:cubicBezTo>
                <a:close/>
                <a:moveTo>
                  <a:pt x="1339406" y="2190941"/>
                </a:moveTo>
                <a:cubicBezTo>
                  <a:pt x="1335119" y="2190941"/>
                  <a:pt x="1331595" y="2194465"/>
                  <a:pt x="1331595" y="2198751"/>
                </a:cubicBezTo>
                <a:cubicBezTo>
                  <a:pt x="1331595" y="2203037"/>
                  <a:pt x="1335119" y="2206466"/>
                  <a:pt x="1339406" y="2206466"/>
                </a:cubicBezTo>
                <a:cubicBezTo>
                  <a:pt x="1343692" y="2206466"/>
                  <a:pt x="1347121" y="2202942"/>
                  <a:pt x="1347121" y="2198751"/>
                </a:cubicBezTo>
                <a:cubicBezTo>
                  <a:pt x="1347121" y="2194560"/>
                  <a:pt x="1343597" y="2190941"/>
                  <a:pt x="1339406" y="2190941"/>
                </a:cubicBezTo>
                <a:close/>
                <a:moveTo>
                  <a:pt x="1339406" y="2204085"/>
                </a:moveTo>
                <a:cubicBezTo>
                  <a:pt x="1336453" y="2204085"/>
                  <a:pt x="1333976" y="2201704"/>
                  <a:pt x="1333976" y="2198751"/>
                </a:cubicBezTo>
                <a:cubicBezTo>
                  <a:pt x="1333976" y="2195798"/>
                  <a:pt x="1336357" y="2193322"/>
                  <a:pt x="1339406" y="2193322"/>
                </a:cubicBezTo>
                <a:cubicBezTo>
                  <a:pt x="1342453" y="2193322"/>
                  <a:pt x="1344740" y="2195703"/>
                  <a:pt x="1344740" y="2198751"/>
                </a:cubicBezTo>
                <a:cubicBezTo>
                  <a:pt x="1344740" y="2201799"/>
                  <a:pt x="1342358" y="2204085"/>
                  <a:pt x="1339406" y="2204085"/>
                </a:cubicBezTo>
                <a:close/>
                <a:moveTo>
                  <a:pt x="427958" y="3055334"/>
                </a:moveTo>
                <a:lnTo>
                  <a:pt x="427958" y="3073051"/>
                </a:lnTo>
                <a:cubicBezTo>
                  <a:pt x="427958" y="3073051"/>
                  <a:pt x="423196" y="3073051"/>
                  <a:pt x="423196" y="3073051"/>
                </a:cubicBezTo>
                <a:lnTo>
                  <a:pt x="423196" y="3055334"/>
                </a:lnTo>
                <a:cubicBezTo>
                  <a:pt x="423196" y="3055334"/>
                  <a:pt x="427958" y="3055334"/>
                  <a:pt x="427958" y="3055334"/>
                </a:cubicBezTo>
                <a:close/>
                <a:moveTo>
                  <a:pt x="1298639" y="2203990"/>
                </a:moveTo>
                <a:lnTo>
                  <a:pt x="1297115" y="2203990"/>
                </a:lnTo>
                <a:cubicBezTo>
                  <a:pt x="1292352" y="2203990"/>
                  <a:pt x="1288352" y="2207895"/>
                  <a:pt x="1288352" y="2212658"/>
                </a:cubicBezTo>
                <a:lnTo>
                  <a:pt x="1288352" y="2239613"/>
                </a:lnTo>
                <a:cubicBezTo>
                  <a:pt x="1288352" y="2244376"/>
                  <a:pt x="1292257" y="2248281"/>
                  <a:pt x="1297115" y="2248281"/>
                </a:cubicBezTo>
                <a:lnTo>
                  <a:pt x="1298639" y="2248281"/>
                </a:lnTo>
                <a:lnTo>
                  <a:pt x="1298639" y="2267522"/>
                </a:lnTo>
                <a:lnTo>
                  <a:pt x="1306925" y="2275999"/>
                </a:lnTo>
                <a:lnTo>
                  <a:pt x="1319594" y="2275999"/>
                </a:lnTo>
                <a:lnTo>
                  <a:pt x="1319594" y="2277523"/>
                </a:lnTo>
                <a:cubicBezTo>
                  <a:pt x="1319594" y="2281047"/>
                  <a:pt x="1322451" y="2283905"/>
                  <a:pt x="1325975" y="2283905"/>
                </a:cubicBezTo>
                <a:lnTo>
                  <a:pt x="1352931" y="2283905"/>
                </a:lnTo>
                <a:cubicBezTo>
                  <a:pt x="1356455" y="2283905"/>
                  <a:pt x="1359313" y="2281047"/>
                  <a:pt x="1359313" y="2277523"/>
                </a:cubicBezTo>
                <a:lnTo>
                  <a:pt x="1359313" y="2269712"/>
                </a:lnTo>
                <a:cubicBezTo>
                  <a:pt x="1359313" y="2266188"/>
                  <a:pt x="1356455" y="2263426"/>
                  <a:pt x="1352931" y="2263426"/>
                </a:cubicBezTo>
                <a:lnTo>
                  <a:pt x="1325975" y="2263426"/>
                </a:lnTo>
                <a:cubicBezTo>
                  <a:pt x="1322451" y="2263426"/>
                  <a:pt x="1319594" y="2266283"/>
                  <a:pt x="1319594" y="2269712"/>
                </a:cubicBezTo>
                <a:lnTo>
                  <a:pt x="1319594" y="2271236"/>
                </a:lnTo>
                <a:lnTo>
                  <a:pt x="1308926" y="2271236"/>
                </a:lnTo>
                <a:lnTo>
                  <a:pt x="1303401" y="2265521"/>
                </a:lnTo>
                <a:lnTo>
                  <a:pt x="1303401" y="2248281"/>
                </a:lnTo>
                <a:lnTo>
                  <a:pt x="1304925" y="2248281"/>
                </a:lnTo>
                <a:cubicBezTo>
                  <a:pt x="1309688" y="2248281"/>
                  <a:pt x="1313688" y="2244376"/>
                  <a:pt x="1313688" y="2239613"/>
                </a:cubicBezTo>
                <a:lnTo>
                  <a:pt x="1313688" y="2212658"/>
                </a:lnTo>
                <a:cubicBezTo>
                  <a:pt x="1313688" y="2207895"/>
                  <a:pt x="1309783" y="2203990"/>
                  <a:pt x="1304925" y="2203990"/>
                </a:cubicBezTo>
                <a:lnTo>
                  <a:pt x="1303401" y="2203990"/>
                </a:lnTo>
                <a:lnTo>
                  <a:pt x="1303401" y="2161318"/>
                </a:lnTo>
                <a:lnTo>
                  <a:pt x="1328452" y="2140268"/>
                </a:lnTo>
                <a:cubicBezTo>
                  <a:pt x="1330262" y="2141315"/>
                  <a:pt x="1332167" y="2142173"/>
                  <a:pt x="1334453" y="2142173"/>
                </a:cubicBezTo>
                <a:cubicBezTo>
                  <a:pt x="1340834" y="2142173"/>
                  <a:pt x="1346073" y="2136934"/>
                  <a:pt x="1346073" y="2130552"/>
                </a:cubicBezTo>
                <a:cubicBezTo>
                  <a:pt x="1346073" y="2124170"/>
                  <a:pt x="1340834" y="2118932"/>
                  <a:pt x="1334453" y="2118932"/>
                </a:cubicBezTo>
                <a:cubicBezTo>
                  <a:pt x="1328071" y="2118932"/>
                  <a:pt x="1322832" y="2124170"/>
                  <a:pt x="1322832" y="2130552"/>
                </a:cubicBezTo>
                <a:cubicBezTo>
                  <a:pt x="1322832" y="2133029"/>
                  <a:pt x="1323785" y="2135124"/>
                  <a:pt x="1325023" y="2137029"/>
                </a:cubicBezTo>
                <a:lnTo>
                  <a:pt x="1298734" y="2159222"/>
                </a:lnTo>
                <a:lnTo>
                  <a:pt x="1298734" y="2204085"/>
                </a:lnTo>
                <a:close/>
                <a:moveTo>
                  <a:pt x="1334357" y="2121218"/>
                </a:moveTo>
                <a:cubicBezTo>
                  <a:pt x="1339501" y="2121218"/>
                  <a:pt x="1343597" y="2125409"/>
                  <a:pt x="1343597" y="2130457"/>
                </a:cubicBezTo>
                <a:cubicBezTo>
                  <a:pt x="1343597" y="2135505"/>
                  <a:pt x="1339406" y="2139696"/>
                  <a:pt x="1334357" y="2139696"/>
                </a:cubicBezTo>
                <a:cubicBezTo>
                  <a:pt x="1329309" y="2139696"/>
                  <a:pt x="1325118" y="2135505"/>
                  <a:pt x="1325118" y="2130457"/>
                </a:cubicBezTo>
                <a:cubicBezTo>
                  <a:pt x="1325118" y="2125409"/>
                  <a:pt x="1329309" y="2121218"/>
                  <a:pt x="1334357" y="2121218"/>
                </a:cubicBezTo>
                <a:close/>
                <a:moveTo>
                  <a:pt x="1304925" y="2208752"/>
                </a:moveTo>
                <a:cubicBezTo>
                  <a:pt x="1307116" y="2208752"/>
                  <a:pt x="1308926" y="2210562"/>
                  <a:pt x="1308926" y="2212658"/>
                </a:cubicBezTo>
                <a:lnTo>
                  <a:pt x="1308926" y="2239613"/>
                </a:lnTo>
                <a:cubicBezTo>
                  <a:pt x="1308926" y="2241804"/>
                  <a:pt x="1307116" y="2243519"/>
                  <a:pt x="1304925" y="2243519"/>
                </a:cubicBezTo>
                <a:lnTo>
                  <a:pt x="1297115" y="2243519"/>
                </a:lnTo>
                <a:cubicBezTo>
                  <a:pt x="1294924" y="2243519"/>
                  <a:pt x="1293114" y="2241709"/>
                  <a:pt x="1293114" y="2239613"/>
                </a:cubicBezTo>
                <a:lnTo>
                  <a:pt x="1293114" y="2212658"/>
                </a:lnTo>
                <a:cubicBezTo>
                  <a:pt x="1293114" y="2210467"/>
                  <a:pt x="1294924" y="2208752"/>
                  <a:pt x="1297115" y="2208752"/>
                </a:cubicBezTo>
                <a:lnTo>
                  <a:pt x="1304925" y="2208752"/>
                </a:lnTo>
                <a:close/>
                <a:moveTo>
                  <a:pt x="1339406" y="2187035"/>
                </a:moveTo>
                <a:cubicBezTo>
                  <a:pt x="1333024" y="2187035"/>
                  <a:pt x="1327785" y="2192274"/>
                  <a:pt x="1327785" y="2198656"/>
                </a:cubicBezTo>
                <a:cubicBezTo>
                  <a:pt x="1327785" y="2205038"/>
                  <a:pt x="1333024" y="2210276"/>
                  <a:pt x="1339406" y="2210276"/>
                </a:cubicBezTo>
                <a:cubicBezTo>
                  <a:pt x="1345787" y="2210276"/>
                  <a:pt x="1351026" y="2205038"/>
                  <a:pt x="1351026" y="2198656"/>
                </a:cubicBezTo>
                <a:cubicBezTo>
                  <a:pt x="1351026" y="2192274"/>
                  <a:pt x="1345787" y="2187035"/>
                  <a:pt x="1339406" y="2187035"/>
                </a:cubicBezTo>
                <a:close/>
                <a:moveTo>
                  <a:pt x="1339406" y="2207990"/>
                </a:moveTo>
                <a:cubicBezTo>
                  <a:pt x="1334262" y="2207990"/>
                  <a:pt x="1330166" y="2203799"/>
                  <a:pt x="1330166" y="2198751"/>
                </a:cubicBezTo>
                <a:cubicBezTo>
                  <a:pt x="1330166" y="2193703"/>
                  <a:pt x="1334357" y="2189512"/>
                  <a:pt x="1339406" y="2189512"/>
                </a:cubicBezTo>
                <a:cubicBezTo>
                  <a:pt x="1344454" y="2189512"/>
                  <a:pt x="1348645" y="2193703"/>
                  <a:pt x="1348645" y="2198751"/>
                </a:cubicBezTo>
                <a:cubicBezTo>
                  <a:pt x="1348645" y="2203799"/>
                  <a:pt x="1344454" y="2207990"/>
                  <a:pt x="1339406" y="2207990"/>
                </a:cubicBezTo>
                <a:close/>
                <a:moveTo>
                  <a:pt x="423291" y="3108579"/>
                </a:moveTo>
                <a:lnTo>
                  <a:pt x="423291" y="3090863"/>
                </a:lnTo>
                <a:cubicBezTo>
                  <a:pt x="423291" y="3090863"/>
                  <a:pt x="428054" y="3090863"/>
                  <a:pt x="428054" y="3090863"/>
                </a:cubicBezTo>
                <a:lnTo>
                  <a:pt x="428054" y="3108579"/>
                </a:lnTo>
                <a:cubicBezTo>
                  <a:pt x="428054" y="3108579"/>
                  <a:pt x="423291" y="3108579"/>
                  <a:pt x="423291" y="3108579"/>
                </a:cubicBezTo>
                <a:close/>
                <a:moveTo>
                  <a:pt x="1339406" y="2226278"/>
                </a:moveTo>
                <a:cubicBezTo>
                  <a:pt x="1335119" y="2226278"/>
                  <a:pt x="1331595" y="2229803"/>
                  <a:pt x="1331595" y="2234089"/>
                </a:cubicBezTo>
                <a:cubicBezTo>
                  <a:pt x="1331595" y="2238375"/>
                  <a:pt x="1335119" y="2241804"/>
                  <a:pt x="1339406" y="2241804"/>
                </a:cubicBezTo>
                <a:cubicBezTo>
                  <a:pt x="1343692" y="2241804"/>
                  <a:pt x="1347121" y="2238280"/>
                  <a:pt x="1347121" y="2234089"/>
                </a:cubicBezTo>
                <a:cubicBezTo>
                  <a:pt x="1347121" y="2229898"/>
                  <a:pt x="1343597" y="2226278"/>
                  <a:pt x="1339406" y="2226278"/>
                </a:cubicBezTo>
                <a:close/>
                <a:moveTo>
                  <a:pt x="1339406" y="2239328"/>
                </a:moveTo>
                <a:cubicBezTo>
                  <a:pt x="1336453" y="2239328"/>
                  <a:pt x="1333976" y="2236946"/>
                  <a:pt x="1333976" y="2233994"/>
                </a:cubicBezTo>
                <a:cubicBezTo>
                  <a:pt x="1333976" y="2231041"/>
                  <a:pt x="1336357" y="2228564"/>
                  <a:pt x="1339406" y="2228564"/>
                </a:cubicBezTo>
                <a:cubicBezTo>
                  <a:pt x="1342453" y="2228564"/>
                  <a:pt x="1344740" y="2230946"/>
                  <a:pt x="1344740" y="2233994"/>
                </a:cubicBezTo>
                <a:cubicBezTo>
                  <a:pt x="1344740" y="2237042"/>
                  <a:pt x="1342358" y="2239328"/>
                  <a:pt x="1339406" y="2239328"/>
                </a:cubicBezTo>
                <a:close/>
                <a:moveTo>
                  <a:pt x="1607534" y="3421190"/>
                </a:moveTo>
                <a:lnTo>
                  <a:pt x="1597533" y="3421190"/>
                </a:lnTo>
                <a:lnTo>
                  <a:pt x="1597533" y="3416427"/>
                </a:lnTo>
                <a:lnTo>
                  <a:pt x="1607534" y="3416427"/>
                </a:lnTo>
                <a:lnTo>
                  <a:pt x="1607534" y="3421190"/>
                </a:lnTo>
                <a:close/>
                <a:moveTo>
                  <a:pt x="14097" y="2050732"/>
                </a:moveTo>
                <a:lnTo>
                  <a:pt x="34481" y="2050732"/>
                </a:lnTo>
                <a:cubicBezTo>
                  <a:pt x="37338" y="2050732"/>
                  <a:pt x="39624" y="2048447"/>
                  <a:pt x="39624" y="2045589"/>
                </a:cubicBezTo>
                <a:lnTo>
                  <a:pt x="39624" y="2039112"/>
                </a:lnTo>
                <a:cubicBezTo>
                  <a:pt x="39624" y="2036255"/>
                  <a:pt x="37338" y="2033969"/>
                  <a:pt x="34481" y="2033969"/>
                </a:cubicBezTo>
                <a:lnTo>
                  <a:pt x="14097" y="2033969"/>
                </a:lnTo>
                <a:cubicBezTo>
                  <a:pt x="11240" y="2033969"/>
                  <a:pt x="8954" y="2036255"/>
                  <a:pt x="8954" y="2039112"/>
                </a:cubicBezTo>
                <a:lnTo>
                  <a:pt x="8954" y="2040541"/>
                </a:lnTo>
                <a:lnTo>
                  <a:pt x="5143" y="2034254"/>
                </a:lnTo>
                <a:lnTo>
                  <a:pt x="95" y="2042541"/>
                </a:lnTo>
                <a:lnTo>
                  <a:pt x="95" y="2047113"/>
                </a:lnTo>
                <a:lnTo>
                  <a:pt x="5143" y="2038826"/>
                </a:lnTo>
                <a:lnTo>
                  <a:pt x="8954" y="2045113"/>
                </a:lnTo>
                <a:lnTo>
                  <a:pt x="8954" y="2045589"/>
                </a:lnTo>
                <a:cubicBezTo>
                  <a:pt x="8954" y="2048447"/>
                  <a:pt x="11240" y="2050732"/>
                  <a:pt x="14097" y="2050732"/>
                </a:cubicBezTo>
                <a:close/>
                <a:moveTo>
                  <a:pt x="33814" y="2036350"/>
                </a:moveTo>
                <a:lnTo>
                  <a:pt x="34481" y="2036350"/>
                </a:lnTo>
                <a:cubicBezTo>
                  <a:pt x="35909" y="2036350"/>
                  <a:pt x="37148" y="2037493"/>
                  <a:pt x="37148" y="2039017"/>
                </a:cubicBezTo>
                <a:lnTo>
                  <a:pt x="37148" y="2045494"/>
                </a:lnTo>
                <a:cubicBezTo>
                  <a:pt x="37148" y="2046923"/>
                  <a:pt x="35909" y="2048161"/>
                  <a:pt x="34481" y="2048161"/>
                </a:cubicBezTo>
                <a:lnTo>
                  <a:pt x="33814" y="2048161"/>
                </a:lnTo>
                <a:lnTo>
                  <a:pt x="33814" y="2036350"/>
                </a:lnTo>
                <a:close/>
                <a:moveTo>
                  <a:pt x="20955" y="2036350"/>
                </a:moveTo>
                <a:lnTo>
                  <a:pt x="30671" y="2036350"/>
                </a:lnTo>
                <a:lnTo>
                  <a:pt x="30671" y="2048161"/>
                </a:lnTo>
                <a:lnTo>
                  <a:pt x="20955" y="2048161"/>
                </a:lnTo>
                <a:lnTo>
                  <a:pt x="20955" y="2036350"/>
                </a:lnTo>
                <a:close/>
                <a:moveTo>
                  <a:pt x="16669" y="2036350"/>
                </a:moveTo>
                <a:lnTo>
                  <a:pt x="19431" y="2036350"/>
                </a:lnTo>
                <a:lnTo>
                  <a:pt x="19431" y="2048161"/>
                </a:lnTo>
                <a:lnTo>
                  <a:pt x="16669" y="2048161"/>
                </a:lnTo>
                <a:lnTo>
                  <a:pt x="16669" y="2036350"/>
                </a:lnTo>
                <a:close/>
                <a:moveTo>
                  <a:pt x="11525" y="2039017"/>
                </a:moveTo>
                <a:cubicBezTo>
                  <a:pt x="11525" y="2037588"/>
                  <a:pt x="12764" y="2036350"/>
                  <a:pt x="14192" y="2036350"/>
                </a:cubicBezTo>
                <a:lnTo>
                  <a:pt x="14288" y="2036350"/>
                </a:lnTo>
                <a:lnTo>
                  <a:pt x="14288" y="2048161"/>
                </a:lnTo>
                <a:lnTo>
                  <a:pt x="14192" y="2048161"/>
                </a:lnTo>
                <a:cubicBezTo>
                  <a:pt x="12764" y="2048161"/>
                  <a:pt x="11525" y="2046923"/>
                  <a:pt x="11525" y="2045494"/>
                </a:cubicBezTo>
                <a:lnTo>
                  <a:pt x="11525" y="2039017"/>
                </a:lnTo>
                <a:close/>
                <a:moveTo>
                  <a:pt x="1704118" y="3411569"/>
                </a:moveTo>
                <a:lnTo>
                  <a:pt x="1708214" y="3413951"/>
                </a:lnTo>
                <a:lnTo>
                  <a:pt x="1707642" y="3414903"/>
                </a:lnTo>
                <a:lnTo>
                  <a:pt x="1703546" y="3412522"/>
                </a:lnTo>
                <a:lnTo>
                  <a:pt x="1704118" y="3411569"/>
                </a:lnTo>
                <a:close/>
                <a:moveTo>
                  <a:pt x="1298543" y="3729419"/>
                </a:moveTo>
                <a:lnTo>
                  <a:pt x="1308449" y="3729419"/>
                </a:lnTo>
                <a:cubicBezTo>
                  <a:pt x="1310545" y="3729419"/>
                  <a:pt x="1312355" y="3727704"/>
                  <a:pt x="1312355" y="3725513"/>
                </a:cubicBezTo>
                <a:lnTo>
                  <a:pt x="1312355" y="3722942"/>
                </a:lnTo>
                <a:lnTo>
                  <a:pt x="1371600" y="3722561"/>
                </a:lnTo>
                <a:lnTo>
                  <a:pt x="1395413" y="3702368"/>
                </a:lnTo>
                <a:cubicBezTo>
                  <a:pt x="1397222" y="3703701"/>
                  <a:pt x="1399413" y="3704463"/>
                  <a:pt x="1401794" y="3704463"/>
                </a:cubicBezTo>
                <a:cubicBezTo>
                  <a:pt x="1402747" y="3704463"/>
                  <a:pt x="1403795" y="3704368"/>
                  <a:pt x="1404842" y="3704082"/>
                </a:cubicBezTo>
                <a:cubicBezTo>
                  <a:pt x="1410653" y="3702368"/>
                  <a:pt x="1413986" y="3696367"/>
                  <a:pt x="1412367" y="3690557"/>
                </a:cubicBezTo>
                <a:cubicBezTo>
                  <a:pt x="1410748" y="3684746"/>
                  <a:pt x="1404652" y="3681413"/>
                  <a:pt x="1398842" y="3683032"/>
                </a:cubicBezTo>
                <a:cubicBezTo>
                  <a:pt x="1393031" y="3684651"/>
                  <a:pt x="1389698" y="3690747"/>
                  <a:pt x="1391317" y="3696557"/>
                </a:cubicBezTo>
                <a:cubicBezTo>
                  <a:pt x="1391507" y="3697415"/>
                  <a:pt x="1391984" y="3698081"/>
                  <a:pt x="1392365" y="3698843"/>
                </a:cubicBezTo>
                <a:lnTo>
                  <a:pt x="1369886" y="3717893"/>
                </a:lnTo>
                <a:lnTo>
                  <a:pt x="1312355" y="3718179"/>
                </a:lnTo>
                <a:lnTo>
                  <a:pt x="1312355" y="3715607"/>
                </a:lnTo>
                <a:cubicBezTo>
                  <a:pt x="1312355" y="3713512"/>
                  <a:pt x="1310640" y="3711702"/>
                  <a:pt x="1308449" y="3711702"/>
                </a:cubicBezTo>
                <a:lnTo>
                  <a:pt x="1298543" y="3711702"/>
                </a:lnTo>
                <a:cubicBezTo>
                  <a:pt x="1296448" y="3711702"/>
                  <a:pt x="1294638" y="3713417"/>
                  <a:pt x="1294638" y="3715607"/>
                </a:cubicBezTo>
                <a:lnTo>
                  <a:pt x="1294638" y="3725513"/>
                </a:lnTo>
                <a:cubicBezTo>
                  <a:pt x="1294638" y="3727609"/>
                  <a:pt x="1296353" y="3729419"/>
                  <a:pt x="1298543" y="3729419"/>
                </a:cubicBezTo>
                <a:close/>
                <a:moveTo>
                  <a:pt x="1400080" y="3687509"/>
                </a:moveTo>
                <a:cubicBezTo>
                  <a:pt x="1403414" y="3686556"/>
                  <a:pt x="1406843" y="3688461"/>
                  <a:pt x="1407700" y="3691795"/>
                </a:cubicBezTo>
                <a:cubicBezTo>
                  <a:pt x="1408652" y="3695034"/>
                  <a:pt x="1406747" y="3698558"/>
                  <a:pt x="1403414" y="3699415"/>
                </a:cubicBezTo>
                <a:cubicBezTo>
                  <a:pt x="1400080" y="3700367"/>
                  <a:pt x="1396746" y="3698462"/>
                  <a:pt x="1395794" y="3695129"/>
                </a:cubicBezTo>
                <a:cubicBezTo>
                  <a:pt x="1394841" y="3691795"/>
                  <a:pt x="1396746" y="3688366"/>
                  <a:pt x="1400080" y="3687509"/>
                </a:cubicBezTo>
                <a:close/>
                <a:moveTo>
                  <a:pt x="1258348" y="3704463"/>
                </a:moveTo>
                <a:lnTo>
                  <a:pt x="1190054" y="3704177"/>
                </a:lnTo>
                <a:cubicBezTo>
                  <a:pt x="1188053" y="3698938"/>
                  <a:pt x="1182434" y="3695986"/>
                  <a:pt x="1177004" y="3697605"/>
                </a:cubicBezTo>
                <a:cubicBezTo>
                  <a:pt x="1171194" y="3699224"/>
                  <a:pt x="1167860" y="3705320"/>
                  <a:pt x="1169480" y="3711130"/>
                </a:cubicBezTo>
                <a:cubicBezTo>
                  <a:pt x="1170813" y="3715893"/>
                  <a:pt x="1175290" y="3719036"/>
                  <a:pt x="1180052" y="3719036"/>
                </a:cubicBezTo>
                <a:cubicBezTo>
                  <a:pt x="1181005" y="3719036"/>
                  <a:pt x="1182053" y="3718941"/>
                  <a:pt x="1183100" y="3718655"/>
                </a:cubicBezTo>
                <a:cubicBezTo>
                  <a:pt x="1187577" y="3717322"/>
                  <a:pt x="1190530" y="3713417"/>
                  <a:pt x="1190911" y="3709035"/>
                </a:cubicBezTo>
                <a:lnTo>
                  <a:pt x="1259205" y="3709321"/>
                </a:lnTo>
                <a:lnTo>
                  <a:pt x="1260062" y="3709321"/>
                </a:lnTo>
                <a:lnTo>
                  <a:pt x="1320260" y="3661696"/>
                </a:lnTo>
                <a:lnTo>
                  <a:pt x="1437703" y="3661505"/>
                </a:lnTo>
                <a:lnTo>
                  <a:pt x="1437703" y="3665887"/>
                </a:lnTo>
                <a:cubicBezTo>
                  <a:pt x="1437703" y="3668935"/>
                  <a:pt x="1440180" y="3671411"/>
                  <a:pt x="1443228" y="3671411"/>
                </a:cubicBezTo>
                <a:lnTo>
                  <a:pt x="1456658" y="3671411"/>
                </a:lnTo>
                <a:cubicBezTo>
                  <a:pt x="1459706" y="3671411"/>
                  <a:pt x="1462183" y="3668935"/>
                  <a:pt x="1462183" y="3665887"/>
                </a:cubicBezTo>
                <a:lnTo>
                  <a:pt x="1462183" y="3652457"/>
                </a:lnTo>
                <a:cubicBezTo>
                  <a:pt x="1462183" y="3649409"/>
                  <a:pt x="1459706" y="3646932"/>
                  <a:pt x="1456658" y="3646932"/>
                </a:cubicBezTo>
                <a:lnTo>
                  <a:pt x="1452277" y="3646932"/>
                </a:lnTo>
                <a:lnTo>
                  <a:pt x="1452944" y="3567779"/>
                </a:lnTo>
                <a:lnTo>
                  <a:pt x="1469136" y="3548253"/>
                </a:lnTo>
                <a:lnTo>
                  <a:pt x="1469612" y="3465290"/>
                </a:lnTo>
                <a:lnTo>
                  <a:pt x="1502950" y="3426143"/>
                </a:lnTo>
                <a:lnTo>
                  <a:pt x="1559338" y="3425476"/>
                </a:lnTo>
                <a:cubicBezTo>
                  <a:pt x="1561719" y="3429667"/>
                  <a:pt x="1566101" y="3432524"/>
                  <a:pt x="1571149" y="3432524"/>
                </a:cubicBezTo>
                <a:cubicBezTo>
                  <a:pt x="1577912" y="3432524"/>
                  <a:pt x="1583436" y="3427667"/>
                  <a:pt x="1584579" y="3421285"/>
                </a:cubicBezTo>
                <a:lnTo>
                  <a:pt x="1587627" y="3421285"/>
                </a:lnTo>
                <a:lnTo>
                  <a:pt x="1587627" y="3416522"/>
                </a:lnTo>
                <a:lnTo>
                  <a:pt x="1584579" y="3416522"/>
                </a:lnTo>
                <a:cubicBezTo>
                  <a:pt x="1583436" y="3410141"/>
                  <a:pt x="1577912" y="3405283"/>
                  <a:pt x="1571149" y="3405283"/>
                </a:cubicBezTo>
                <a:cubicBezTo>
                  <a:pt x="1565815" y="3405283"/>
                  <a:pt x="1561243" y="3408331"/>
                  <a:pt x="1559052" y="3412808"/>
                </a:cubicBezTo>
                <a:lnTo>
                  <a:pt x="1502283" y="3412808"/>
                </a:lnTo>
                <a:lnTo>
                  <a:pt x="1467612" y="3372041"/>
                </a:lnTo>
                <a:lnTo>
                  <a:pt x="1466945" y="3263170"/>
                </a:lnTo>
                <a:lnTo>
                  <a:pt x="1447610" y="3241548"/>
                </a:lnTo>
                <a:lnTo>
                  <a:pt x="1447419" y="3212878"/>
                </a:lnTo>
                <a:cubicBezTo>
                  <a:pt x="1452658" y="3211735"/>
                  <a:pt x="1456658" y="3207258"/>
                  <a:pt x="1456658" y="3201734"/>
                </a:cubicBezTo>
                <a:cubicBezTo>
                  <a:pt x="1456658" y="3195352"/>
                  <a:pt x="1451420" y="3190113"/>
                  <a:pt x="1445038" y="3190113"/>
                </a:cubicBezTo>
                <a:cubicBezTo>
                  <a:pt x="1438656" y="3190113"/>
                  <a:pt x="1433417" y="3195352"/>
                  <a:pt x="1433417" y="3201734"/>
                </a:cubicBezTo>
                <a:cubicBezTo>
                  <a:pt x="1433417" y="3207258"/>
                  <a:pt x="1437418" y="3211735"/>
                  <a:pt x="1442657" y="3212878"/>
                </a:cubicBezTo>
                <a:lnTo>
                  <a:pt x="1442847" y="3243358"/>
                </a:lnTo>
                <a:lnTo>
                  <a:pt x="1462183" y="3264980"/>
                </a:lnTo>
                <a:lnTo>
                  <a:pt x="1462850" y="3373850"/>
                </a:lnTo>
                <a:lnTo>
                  <a:pt x="1500092" y="3417570"/>
                </a:lnTo>
                <a:lnTo>
                  <a:pt x="1557623" y="3417570"/>
                </a:lnTo>
                <a:cubicBezTo>
                  <a:pt x="1557623" y="3417570"/>
                  <a:pt x="1557528" y="3418427"/>
                  <a:pt x="1557528" y="3418904"/>
                </a:cubicBezTo>
                <a:cubicBezTo>
                  <a:pt x="1557528" y="3419570"/>
                  <a:pt x="1557623" y="3420142"/>
                  <a:pt x="1557719" y="3420809"/>
                </a:cubicBezTo>
                <a:lnTo>
                  <a:pt x="1500759" y="3421475"/>
                </a:lnTo>
                <a:lnTo>
                  <a:pt x="1464850" y="3463671"/>
                </a:lnTo>
                <a:lnTo>
                  <a:pt x="1464374" y="3546634"/>
                </a:lnTo>
                <a:lnTo>
                  <a:pt x="1448181" y="3566065"/>
                </a:lnTo>
                <a:lnTo>
                  <a:pt x="1447514" y="3647027"/>
                </a:lnTo>
                <a:lnTo>
                  <a:pt x="1443323" y="3647027"/>
                </a:lnTo>
                <a:cubicBezTo>
                  <a:pt x="1440275" y="3647027"/>
                  <a:pt x="1437799" y="3649504"/>
                  <a:pt x="1437799" y="3652552"/>
                </a:cubicBezTo>
                <a:lnTo>
                  <a:pt x="1437799" y="3656838"/>
                </a:lnTo>
                <a:lnTo>
                  <a:pt x="1318736" y="3657029"/>
                </a:lnTo>
                <a:lnTo>
                  <a:pt x="1258634" y="3704654"/>
                </a:lnTo>
                <a:close/>
                <a:moveTo>
                  <a:pt x="1181672" y="3713988"/>
                </a:moveTo>
                <a:cubicBezTo>
                  <a:pt x="1178338" y="3714941"/>
                  <a:pt x="1175004" y="3713036"/>
                  <a:pt x="1174052" y="3709702"/>
                </a:cubicBezTo>
                <a:cubicBezTo>
                  <a:pt x="1173099" y="3706463"/>
                  <a:pt x="1175004" y="3702939"/>
                  <a:pt x="1178338" y="3702082"/>
                </a:cubicBezTo>
                <a:cubicBezTo>
                  <a:pt x="1178909" y="3701892"/>
                  <a:pt x="1179481" y="3701796"/>
                  <a:pt x="1180052" y="3701796"/>
                </a:cubicBezTo>
                <a:cubicBezTo>
                  <a:pt x="1182719" y="3701796"/>
                  <a:pt x="1185196" y="3703606"/>
                  <a:pt x="1185958" y="3706273"/>
                </a:cubicBezTo>
                <a:cubicBezTo>
                  <a:pt x="1186910" y="3709511"/>
                  <a:pt x="1185005" y="3713036"/>
                  <a:pt x="1181672" y="3713893"/>
                </a:cubicBezTo>
                <a:close/>
                <a:moveTo>
                  <a:pt x="1570958" y="3409950"/>
                </a:moveTo>
                <a:cubicBezTo>
                  <a:pt x="1575911" y="3409950"/>
                  <a:pt x="1579817" y="3413951"/>
                  <a:pt x="1579817" y="3418809"/>
                </a:cubicBezTo>
                <a:cubicBezTo>
                  <a:pt x="1579817" y="3423666"/>
                  <a:pt x="1575816" y="3427667"/>
                  <a:pt x="1570958" y="3427667"/>
                </a:cubicBezTo>
                <a:cubicBezTo>
                  <a:pt x="1566101" y="3427667"/>
                  <a:pt x="1562100" y="3423666"/>
                  <a:pt x="1562100" y="3418809"/>
                </a:cubicBezTo>
                <a:cubicBezTo>
                  <a:pt x="1562100" y="3413951"/>
                  <a:pt x="1566101" y="3409950"/>
                  <a:pt x="1570958" y="3409950"/>
                </a:cubicBezTo>
                <a:close/>
                <a:moveTo>
                  <a:pt x="1438085" y="3201543"/>
                </a:moveTo>
                <a:cubicBezTo>
                  <a:pt x="1438085" y="3197733"/>
                  <a:pt x="1441132" y="3194685"/>
                  <a:pt x="1444943" y="3194685"/>
                </a:cubicBezTo>
                <a:cubicBezTo>
                  <a:pt x="1448753" y="3194685"/>
                  <a:pt x="1451801" y="3197733"/>
                  <a:pt x="1451801" y="3201543"/>
                </a:cubicBezTo>
                <a:cubicBezTo>
                  <a:pt x="1451801" y="3205353"/>
                  <a:pt x="1448753" y="3208401"/>
                  <a:pt x="1444943" y="3208401"/>
                </a:cubicBezTo>
                <a:cubicBezTo>
                  <a:pt x="1441132" y="3208401"/>
                  <a:pt x="1438085" y="3205353"/>
                  <a:pt x="1438085" y="3201543"/>
                </a:cubicBezTo>
                <a:close/>
                <a:moveTo>
                  <a:pt x="1442276" y="3652361"/>
                </a:moveTo>
                <a:cubicBezTo>
                  <a:pt x="1442276" y="3652361"/>
                  <a:pt x="1442657" y="3651599"/>
                  <a:pt x="1443038" y="3651599"/>
                </a:cubicBezTo>
                <a:lnTo>
                  <a:pt x="1456468" y="3651599"/>
                </a:lnTo>
                <a:cubicBezTo>
                  <a:pt x="1456468" y="3651599"/>
                  <a:pt x="1457230" y="3651980"/>
                  <a:pt x="1457230" y="3652361"/>
                </a:cubicBezTo>
                <a:lnTo>
                  <a:pt x="1457230" y="3665792"/>
                </a:lnTo>
                <a:cubicBezTo>
                  <a:pt x="1457230" y="3665792"/>
                  <a:pt x="1456849" y="3666554"/>
                  <a:pt x="1456468" y="3666554"/>
                </a:cubicBezTo>
                <a:lnTo>
                  <a:pt x="1443038" y="3666554"/>
                </a:lnTo>
                <a:cubicBezTo>
                  <a:pt x="1443038" y="3666554"/>
                  <a:pt x="1442276" y="3666173"/>
                  <a:pt x="1442276" y="3665792"/>
                </a:cubicBezTo>
                <a:lnTo>
                  <a:pt x="1442276" y="3652361"/>
                </a:lnTo>
                <a:close/>
                <a:moveTo>
                  <a:pt x="1627537" y="3421190"/>
                </a:moveTo>
                <a:lnTo>
                  <a:pt x="1617536" y="3421190"/>
                </a:lnTo>
                <a:lnTo>
                  <a:pt x="1617536" y="3416427"/>
                </a:lnTo>
                <a:lnTo>
                  <a:pt x="1627537" y="3416427"/>
                </a:lnTo>
                <a:lnTo>
                  <a:pt x="1627537" y="3421190"/>
                </a:lnTo>
                <a:close/>
                <a:moveTo>
                  <a:pt x="517017" y="863727"/>
                </a:moveTo>
                <a:lnTo>
                  <a:pt x="529685" y="863727"/>
                </a:lnTo>
                <a:cubicBezTo>
                  <a:pt x="532162" y="863727"/>
                  <a:pt x="534162" y="861727"/>
                  <a:pt x="534162" y="859250"/>
                </a:cubicBezTo>
                <a:lnTo>
                  <a:pt x="534162" y="846582"/>
                </a:lnTo>
                <a:cubicBezTo>
                  <a:pt x="534162" y="844106"/>
                  <a:pt x="532162" y="842105"/>
                  <a:pt x="529685" y="842105"/>
                </a:cubicBezTo>
                <a:lnTo>
                  <a:pt x="517017" y="842105"/>
                </a:lnTo>
                <a:cubicBezTo>
                  <a:pt x="514540" y="842105"/>
                  <a:pt x="512540" y="844106"/>
                  <a:pt x="512540" y="846582"/>
                </a:cubicBezTo>
                <a:lnTo>
                  <a:pt x="512540" y="852392"/>
                </a:lnTo>
                <a:lnTo>
                  <a:pt x="512540" y="850487"/>
                </a:lnTo>
                <a:cubicBezTo>
                  <a:pt x="512540" y="850487"/>
                  <a:pt x="489109" y="850487"/>
                  <a:pt x="489109" y="850487"/>
                </a:cubicBezTo>
                <a:lnTo>
                  <a:pt x="416338" y="916877"/>
                </a:lnTo>
                <a:lnTo>
                  <a:pt x="332232" y="916305"/>
                </a:lnTo>
                <a:lnTo>
                  <a:pt x="309277" y="897922"/>
                </a:lnTo>
                <a:lnTo>
                  <a:pt x="228314" y="898208"/>
                </a:lnTo>
                <a:lnTo>
                  <a:pt x="208121" y="914019"/>
                </a:lnTo>
                <a:cubicBezTo>
                  <a:pt x="206312" y="912400"/>
                  <a:pt x="204216" y="911162"/>
                  <a:pt x="201740" y="910876"/>
                </a:cubicBezTo>
                <a:cubicBezTo>
                  <a:pt x="198406" y="910400"/>
                  <a:pt x="195072" y="911257"/>
                  <a:pt x="192310" y="913257"/>
                </a:cubicBezTo>
                <a:cubicBezTo>
                  <a:pt x="190786" y="914400"/>
                  <a:pt x="189643" y="915829"/>
                  <a:pt x="188786" y="917448"/>
                </a:cubicBezTo>
                <a:lnTo>
                  <a:pt x="181547" y="909733"/>
                </a:lnTo>
                <a:lnTo>
                  <a:pt x="64770" y="909733"/>
                </a:lnTo>
                <a:cubicBezTo>
                  <a:pt x="63818" y="905732"/>
                  <a:pt x="60579" y="902589"/>
                  <a:pt x="56293" y="901922"/>
                </a:cubicBezTo>
                <a:cubicBezTo>
                  <a:pt x="50673" y="901160"/>
                  <a:pt x="45434" y="905066"/>
                  <a:pt x="44672" y="910685"/>
                </a:cubicBezTo>
                <a:cubicBezTo>
                  <a:pt x="43910" y="916305"/>
                  <a:pt x="47816" y="921544"/>
                  <a:pt x="53435" y="922306"/>
                </a:cubicBezTo>
                <a:cubicBezTo>
                  <a:pt x="58674" y="923068"/>
                  <a:pt x="63532" y="919544"/>
                  <a:pt x="64770" y="914495"/>
                </a:cubicBezTo>
                <a:lnTo>
                  <a:pt x="179642" y="914495"/>
                </a:lnTo>
                <a:lnTo>
                  <a:pt x="187452" y="922877"/>
                </a:lnTo>
                <a:cubicBezTo>
                  <a:pt x="187166" y="929259"/>
                  <a:pt x="191738" y="935069"/>
                  <a:pt x="198215" y="935927"/>
                </a:cubicBezTo>
                <a:cubicBezTo>
                  <a:pt x="198787" y="935927"/>
                  <a:pt x="199454" y="936022"/>
                  <a:pt x="200025" y="936022"/>
                </a:cubicBezTo>
                <a:cubicBezTo>
                  <a:pt x="202787" y="936022"/>
                  <a:pt x="205359" y="935165"/>
                  <a:pt x="207550" y="933450"/>
                </a:cubicBezTo>
                <a:cubicBezTo>
                  <a:pt x="210217" y="931450"/>
                  <a:pt x="212027" y="928497"/>
                  <a:pt x="212503" y="925068"/>
                </a:cubicBezTo>
                <a:cubicBezTo>
                  <a:pt x="212884" y="922496"/>
                  <a:pt x="212217" y="919925"/>
                  <a:pt x="211074" y="917639"/>
                </a:cubicBezTo>
                <a:lnTo>
                  <a:pt x="229933" y="902875"/>
                </a:lnTo>
                <a:lnTo>
                  <a:pt x="307562" y="902589"/>
                </a:lnTo>
                <a:lnTo>
                  <a:pt x="330518" y="920972"/>
                </a:lnTo>
                <a:lnTo>
                  <a:pt x="418148" y="921544"/>
                </a:lnTo>
                <a:lnTo>
                  <a:pt x="490919" y="855154"/>
                </a:lnTo>
                <a:lnTo>
                  <a:pt x="512540" y="855154"/>
                </a:lnTo>
                <a:cubicBezTo>
                  <a:pt x="512540" y="855154"/>
                  <a:pt x="512540" y="859060"/>
                  <a:pt x="512540" y="859060"/>
                </a:cubicBezTo>
                <a:cubicBezTo>
                  <a:pt x="512540" y="861536"/>
                  <a:pt x="514540" y="863537"/>
                  <a:pt x="517017" y="863537"/>
                </a:cubicBezTo>
                <a:close/>
                <a:moveTo>
                  <a:pt x="204692" y="929831"/>
                </a:moveTo>
                <a:cubicBezTo>
                  <a:pt x="202978" y="931069"/>
                  <a:pt x="200978" y="931640"/>
                  <a:pt x="198882" y="931354"/>
                </a:cubicBezTo>
                <a:cubicBezTo>
                  <a:pt x="194596" y="930688"/>
                  <a:pt x="191548" y="926687"/>
                  <a:pt x="192215" y="922401"/>
                </a:cubicBezTo>
                <a:cubicBezTo>
                  <a:pt x="192500" y="920306"/>
                  <a:pt x="193643" y="918496"/>
                  <a:pt x="195263" y="917162"/>
                </a:cubicBezTo>
                <a:cubicBezTo>
                  <a:pt x="196596" y="916115"/>
                  <a:pt x="198311" y="915543"/>
                  <a:pt x="200025" y="915543"/>
                </a:cubicBezTo>
                <a:cubicBezTo>
                  <a:pt x="200406" y="915543"/>
                  <a:pt x="200787" y="915543"/>
                  <a:pt x="201168" y="915543"/>
                </a:cubicBezTo>
                <a:cubicBezTo>
                  <a:pt x="203264" y="915829"/>
                  <a:pt x="205073" y="916972"/>
                  <a:pt x="206407" y="918591"/>
                </a:cubicBezTo>
                <a:cubicBezTo>
                  <a:pt x="207645" y="920306"/>
                  <a:pt x="208217" y="922401"/>
                  <a:pt x="207931" y="924497"/>
                </a:cubicBezTo>
                <a:cubicBezTo>
                  <a:pt x="207645" y="926592"/>
                  <a:pt x="206502" y="928402"/>
                  <a:pt x="204883" y="929735"/>
                </a:cubicBezTo>
                <a:close/>
                <a:moveTo>
                  <a:pt x="266891" y="3098197"/>
                </a:moveTo>
                <a:lnTo>
                  <a:pt x="296513" y="3098197"/>
                </a:lnTo>
                <a:cubicBezTo>
                  <a:pt x="298228" y="3098197"/>
                  <a:pt x="299657" y="3096768"/>
                  <a:pt x="299657" y="3095054"/>
                </a:cubicBezTo>
                <a:lnTo>
                  <a:pt x="299657" y="3065431"/>
                </a:lnTo>
                <a:cubicBezTo>
                  <a:pt x="299657" y="3063717"/>
                  <a:pt x="298228" y="3062288"/>
                  <a:pt x="296513" y="3062288"/>
                </a:cubicBezTo>
                <a:lnTo>
                  <a:pt x="266891" y="3062288"/>
                </a:lnTo>
                <a:cubicBezTo>
                  <a:pt x="265176" y="3062288"/>
                  <a:pt x="263747" y="3063717"/>
                  <a:pt x="263747" y="3065431"/>
                </a:cubicBezTo>
                <a:lnTo>
                  <a:pt x="263747" y="3068288"/>
                </a:lnTo>
                <a:lnTo>
                  <a:pt x="80963" y="3068288"/>
                </a:lnTo>
                <a:lnTo>
                  <a:pt x="27813" y="3013424"/>
                </a:lnTo>
                <a:lnTo>
                  <a:pt x="27432" y="3013043"/>
                </a:lnTo>
                <a:lnTo>
                  <a:pt x="95" y="3013043"/>
                </a:lnTo>
                <a:lnTo>
                  <a:pt x="95" y="3015425"/>
                </a:lnTo>
                <a:lnTo>
                  <a:pt x="26480" y="3015425"/>
                </a:lnTo>
                <a:lnTo>
                  <a:pt x="79629" y="3070288"/>
                </a:lnTo>
                <a:lnTo>
                  <a:pt x="80010" y="3070670"/>
                </a:lnTo>
                <a:lnTo>
                  <a:pt x="219361" y="3070670"/>
                </a:lnTo>
                <a:lnTo>
                  <a:pt x="263747" y="3116675"/>
                </a:lnTo>
                <a:lnTo>
                  <a:pt x="263747" y="3145822"/>
                </a:lnTo>
                <a:cubicBezTo>
                  <a:pt x="263747" y="3147536"/>
                  <a:pt x="265176" y="3148965"/>
                  <a:pt x="266891" y="3148965"/>
                </a:cubicBezTo>
                <a:lnTo>
                  <a:pt x="296513" y="3148965"/>
                </a:lnTo>
                <a:cubicBezTo>
                  <a:pt x="298228" y="3148965"/>
                  <a:pt x="299657" y="3147536"/>
                  <a:pt x="299657" y="3145822"/>
                </a:cubicBezTo>
                <a:lnTo>
                  <a:pt x="299657" y="3116199"/>
                </a:lnTo>
                <a:cubicBezTo>
                  <a:pt x="299657" y="3114485"/>
                  <a:pt x="298228" y="3113056"/>
                  <a:pt x="296513" y="3113056"/>
                </a:cubicBezTo>
                <a:lnTo>
                  <a:pt x="266891" y="3113056"/>
                </a:lnTo>
                <a:cubicBezTo>
                  <a:pt x="265938" y="3113056"/>
                  <a:pt x="265176" y="3113532"/>
                  <a:pt x="264605" y="3114199"/>
                </a:cubicBezTo>
                <a:lnTo>
                  <a:pt x="222695" y="3070765"/>
                </a:lnTo>
                <a:lnTo>
                  <a:pt x="263747" y="3070765"/>
                </a:lnTo>
                <a:lnTo>
                  <a:pt x="263747" y="3095149"/>
                </a:lnTo>
                <a:cubicBezTo>
                  <a:pt x="263747" y="3096863"/>
                  <a:pt x="265176" y="3098292"/>
                  <a:pt x="266891" y="3098292"/>
                </a:cubicBezTo>
                <a:close/>
                <a:moveTo>
                  <a:pt x="266129" y="3065431"/>
                </a:moveTo>
                <a:cubicBezTo>
                  <a:pt x="266129" y="3065431"/>
                  <a:pt x="266510" y="3064669"/>
                  <a:pt x="266891" y="3064669"/>
                </a:cubicBezTo>
                <a:lnTo>
                  <a:pt x="296513" y="3064669"/>
                </a:lnTo>
                <a:cubicBezTo>
                  <a:pt x="296513" y="3064669"/>
                  <a:pt x="297275" y="3065050"/>
                  <a:pt x="297275" y="3065431"/>
                </a:cubicBezTo>
                <a:lnTo>
                  <a:pt x="297275" y="3095054"/>
                </a:lnTo>
                <a:cubicBezTo>
                  <a:pt x="297275" y="3095054"/>
                  <a:pt x="296894" y="3095816"/>
                  <a:pt x="296513" y="3095816"/>
                </a:cubicBezTo>
                <a:lnTo>
                  <a:pt x="266891" y="3095816"/>
                </a:lnTo>
                <a:cubicBezTo>
                  <a:pt x="266891" y="3095816"/>
                  <a:pt x="266129" y="3095435"/>
                  <a:pt x="266129" y="3095054"/>
                </a:cubicBezTo>
                <a:lnTo>
                  <a:pt x="266129" y="3065431"/>
                </a:lnTo>
                <a:close/>
                <a:moveTo>
                  <a:pt x="266129" y="3116104"/>
                </a:moveTo>
                <a:cubicBezTo>
                  <a:pt x="266129" y="3116104"/>
                  <a:pt x="266510" y="3115342"/>
                  <a:pt x="266891" y="3115342"/>
                </a:cubicBezTo>
                <a:lnTo>
                  <a:pt x="296513" y="3115342"/>
                </a:lnTo>
                <a:cubicBezTo>
                  <a:pt x="296513" y="3115342"/>
                  <a:pt x="297275" y="3115723"/>
                  <a:pt x="297275" y="3116104"/>
                </a:cubicBezTo>
                <a:lnTo>
                  <a:pt x="297275" y="3145727"/>
                </a:lnTo>
                <a:cubicBezTo>
                  <a:pt x="297275" y="3145727"/>
                  <a:pt x="296894" y="3146488"/>
                  <a:pt x="296513" y="3146488"/>
                </a:cubicBezTo>
                <a:lnTo>
                  <a:pt x="266891" y="3146488"/>
                </a:lnTo>
                <a:cubicBezTo>
                  <a:pt x="266891" y="3146488"/>
                  <a:pt x="266129" y="3146108"/>
                  <a:pt x="266129" y="3145727"/>
                </a:cubicBezTo>
                <a:lnTo>
                  <a:pt x="266129" y="3116104"/>
                </a:lnTo>
                <a:close/>
                <a:moveTo>
                  <a:pt x="95" y="948119"/>
                </a:moveTo>
                <a:lnTo>
                  <a:pt x="146304" y="948119"/>
                </a:lnTo>
                <a:lnTo>
                  <a:pt x="169545" y="974217"/>
                </a:lnTo>
                <a:lnTo>
                  <a:pt x="184404" y="974217"/>
                </a:lnTo>
                <a:cubicBezTo>
                  <a:pt x="184785" y="976122"/>
                  <a:pt x="185452" y="977837"/>
                  <a:pt x="186595" y="979456"/>
                </a:cubicBezTo>
                <a:cubicBezTo>
                  <a:pt x="188595" y="982123"/>
                  <a:pt x="191548" y="983933"/>
                  <a:pt x="194977" y="984409"/>
                </a:cubicBezTo>
                <a:cubicBezTo>
                  <a:pt x="195548" y="984409"/>
                  <a:pt x="196215" y="984504"/>
                  <a:pt x="196787" y="984504"/>
                </a:cubicBezTo>
                <a:cubicBezTo>
                  <a:pt x="199549" y="984504"/>
                  <a:pt x="202120" y="983647"/>
                  <a:pt x="204311" y="981932"/>
                </a:cubicBezTo>
                <a:cubicBezTo>
                  <a:pt x="206978" y="979932"/>
                  <a:pt x="208788" y="976979"/>
                  <a:pt x="209264" y="973550"/>
                </a:cubicBezTo>
                <a:cubicBezTo>
                  <a:pt x="209645" y="970598"/>
                  <a:pt x="208883" y="967835"/>
                  <a:pt x="207455" y="965359"/>
                </a:cubicBezTo>
                <a:lnTo>
                  <a:pt x="232124" y="944690"/>
                </a:lnTo>
                <a:lnTo>
                  <a:pt x="311182" y="944690"/>
                </a:lnTo>
                <a:cubicBezTo>
                  <a:pt x="311182" y="944690"/>
                  <a:pt x="333470" y="962597"/>
                  <a:pt x="333470" y="962597"/>
                </a:cubicBezTo>
                <a:lnTo>
                  <a:pt x="429387" y="962597"/>
                </a:lnTo>
                <a:cubicBezTo>
                  <a:pt x="429387" y="962597"/>
                  <a:pt x="490919" y="903161"/>
                  <a:pt x="490919" y="903161"/>
                </a:cubicBezTo>
                <a:lnTo>
                  <a:pt x="510159" y="903161"/>
                </a:lnTo>
                <a:cubicBezTo>
                  <a:pt x="510159" y="903161"/>
                  <a:pt x="510159" y="907066"/>
                  <a:pt x="510159" y="907066"/>
                </a:cubicBezTo>
                <a:cubicBezTo>
                  <a:pt x="510159" y="910781"/>
                  <a:pt x="513207" y="913924"/>
                  <a:pt x="517017" y="913924"/>
                </a:cubicBezTo>
                <a:lnTo>
                  <a:pt x="529685" y="913924"/>
                </a:lnTo>
                <a:cubicBezTo>
                  <a:pt x="533400" y="913924"/>
                  <a:pt x="536543" y="910876"/>
                  <a:pt x="536543" y="907066"/>
                </a:cubicBezTo>
                <a:lnTo>
                  <a:pt x="536543" y="894398"/>
                </a:lnTo>
                <a:cubicBezTo>
                  <a:pt x="536543" y="890683"/>
                  <a:pt x="533495" y="887540"/>
                  <a:pt x="529685" y="887540"/>
                </a:cubicBezTo>
                <a:lnTo>
                  <a:pt x="517017" y="887540"/>
                </a:lnTo>
                <a:cubicBezTo>
                  <a:pt x="513302" y="887540"/>
                  <a:pt x="510159" y="890588"/>
                  <a:pt x="510159" y="894398"/>
                </a:cubicBezTo>
                <a:lnTo>
                  <a:pt x="510159" y="898398"/>
                </a:lnTo>
                <a:lnTo>
                  <a:pt x="489014" y="898398"/>
                </a:lnTo>
                <a:cubicBezTo>
                  <a:pt x="489014" y="898398"/>
                  <a:pt x="427482" y="957834"/>
                  <a:pt x="427482" y="957834"/>
                </a:cubicBezTo>
                <a:lnTo>
                  <a:pt x="335185" y="957834"/>
                </a:lnTo>
                <a:cubicBezTo>
                  <a:pt x="335185" y="957834"/>
                  <a:pt x="312896" y="940022"/>
                  <a:pt x="312896" y="940022"/>
                </a:cubicBezTo>
                <a:lnTo>
                  <a:pt x="230410" y="940022"/>
                </a:lnTo>
                <a:cubicBezTo>
                  <a:pt x="230410" y="940022"/>
                  <a:pt x="204311" y="961835"/>
                  <a:pt x="204311" y="961835"/>
                </a:cubicBezTo>
                <a:cubicBezTo>
                  <a:pt x="202597" y="960596"/>
                  <a:pt x="200787" y="959549"/>
                  <a:pt x="198596" y="959263"/>
                </a:cubicBezTo>
                <a:cubicBezTo>
                  <a:pt x="195263" y="958787"/>
                  <a:pt x="191929" y="959644"/>
                  <a:pt x="189167" y="961644"/>
                </a:cubicBezTo>
                <a:cubicBezTo>
                  <a:pt x="186595" y="963549"/>
                  <a:pt x="185071" y="966311"/>
                  <a:pt x="184404" y="969359"/>
                </a:cubicBezTo>
                <a:lnTo>
                  <a:pt x="171641" y="969359"/>
                </a:lnTo>
                <a:lnTo>
                  <a:pt x="148400" y="943261"/>
                </a:lnTo>
                <a:lnTo>
                  <a:pt x="95" y="943261"/>
                </a:lnTo>
                <a:lnTo>
                  <a:pt x="95" y="948023"/>
                </a:lnTo>
                <a:close/>
                <a:moveTo>
                  <a:pt x="514922" y="894398"/>
                </a:moveTo>
                <a:cubicBezTo>
                  <a:pt x="514922" y="893254"/>
                  <a:pt x="515874" y="892302"/>
                  <a:pt x="517017" y="892302"/>
                </a:cubicBezTo>
                <a:lnTo>
                  <a:pt x="529685" y="892302"/>
                </a:lnTo>
                <a:cubicBezTo>
                  <a:pt x="530828" y="892302"/>
                  <a:pt x="531781" y="893254"/>
                  <a:pt x="531781" y="894398"/>
                </a:cubicBezTo>
                <a:lnTo>
                  <a:pt x="531781" y="907066"/>
                </a:lnTo>
                <a:cubicBezTo>
                  <a:pt x="531781" y="908209"/>
                  <a:pt x="530828" y="909161"/>
                  <a:pt x="529685" y="909161"/>
                </a:cubicBezTo>
                <a:lnTo>
                  <a:pt x="517017" y="909161"/>
                </a:lnTo>
                <a:cubicBezTo>
                  <a:pt x="515874" y="909161"/>
                  <a:pt x="514922" y="908209"/>
                  <a:pt x="514922" y="907066"/>
                </a:cubicBezTo>
                <a:lnTo>
                  <a:pt x="514922" y="894398"/>
                </a:lnTo>
                <a:close/>
                <a:moveTo>
                  <a:pt x="192119" y="965454"/>
                </a:moveTo>
                <a:cubicBezTo>
                  <a:pt x="193548" y="964406"/>
                  <a:pt x="195167" y="963835"/>
                  <a:pt x="196882" y="963835"/>
                </a:cubicBezTo>
                <a:cubicBezTo>
                  <a:pt x="197263" y="963835"/>
                  <a:pt x="197644" y="963835"/>
                  <a:pt x="198025" y="963835"/>
                </a:cubicBezTo>
                <a:cubicBezTo>
                  <a:pt x="200120" y="964121"/>
                  <a:pt x="201930" y="965264"/>
                  <a:pt x="203264" y="966883"/>
                </a:cubicBezTo>
                <a:cubicBezTo>
                  <a:pt x="204502" y="968597"/>
                  <a:pt x="205073" y="970693"/>
                  <a:pt x="204788" y="972693"/>
                </a:cubicBezTo>
                <a:cubicBezTo>
                  <a:pt x="204502" y="974789"/>
                  <a:pt x="203359" y="976598"/>
                  <a:pt x="201740" y="977932"/>
                </a:cubicBezTo>
                <a:cubicBezTo>
                  <a:pt x="200025" y="979170"/>
                  <a:pt x="197930" y="979742"/>
                  <a:pt x="195929" y="979456"/>
                </a:cubicBezTo>
                <a:cubicBezTo>
                  <a:pt x="193834" y="979170"/>
                  <a:pt x="192024" y="978027"/>
                  <a:pt x="190691" y="976408"/>
                </a:cubicBezTo>
                <a:cubicBezTo>
                  <a:pt x="189452" y="974693"/>
                  <a:pt x="188881" y="972598"/>
                  <a:pt x="189167" y="970598"/>
                </a:cubicBezTo>
                <a:cubicBezTo>
                  <a:pt x="189452" y="968502"/>
                  <a:pt x="190595" y="966692"/>
                  <a:pt x="192215" y="965359"/>
                </a:cubicBezTo>
                <a:close/>
                <a:moveTo>
                  <a:pt x="175641" y="3267742"/>
                </a:moveTo>
                <a:lnTo>
                  <a:pt x="175165" y="3430905"/>
                </a:lnTo>
                <a:lnTo>
                  <a:pt x="192310" y="3449384"/>
                </a:lnTo>
                <a:lnTo>
                  <a:pt x="331280" y="3449384"/>
                </a:lnTo>
                <a:lnTo>
                  <a:pt x="331280" y="3454146"/>
                </a:lnTo>
                <a:lnTo>
                  <a:pt x="190214" y="3454146"/>
                </a:lnTo>
                <a:lnTo>
                  <a:pt x="170402" y="3432715"/>
                </a:lnTo>
                <a:lnTo>
                  <a:pt x="170402" y="3431762"/>
                </a:lnTo>
                <a:cubicBezTo>
                  <a:pt x="170402" y="3431762"/>
                  <a:pt x="170879" y="3268599"/>
                  <a:pt x="170879" y="3268599"/>
                </a:cubicBezTo>
                <a:lnTo>
                  <a:pt x="147733" y="3243834"/>
                </a:lnTo>
                <a:lnTo>
                  <a:pt x="95" y="3243834"/>
                </a:lnTo>
                <a:lnTo>
                  <a:pt x="95" y="3239072"/>
                </a:lnTo>
                <a:lnTo>
                  <a:pt x="149828" y="3239072"/>
                </a:lnTo>
                <a:lnTo>
                  <a:pt x="175641" y="3266694"/>
                </a:lnTo>
                <a:lnTo>
                  <a:pt x="175641" y="3267647"/>
                </a:lnTo>
                <a:close/>
                <a:moveTo>
                  <a:pt x="1687830" y="3421190"/>
                </a:moveTo>
                <a:lnTo>
                  <a:pt x="1677829" y="3421190"/>
                </a:lnTo>
                <a:lnTo>
                  <a:pt x="1677829" y="3416427"/>
                </a:lnTo>
                <a:lnTo>
                  <a:pt x="1687830" y="3416427"/>
                </a:lnTo>
                <a:lnTo>
                  <a:pt x="1687830" y="3421190"/>
                </a:lnTo>
                <a:close/>
                <a:moveTo>
                  <a:pt x="364236" y="3332321"/>
                </a:moveTo>
                <a:lnTo>
                  <a:pt x="334613" y="3332321"/>
                </a:lnTo>
                <a:cubicBezTo>
                  <a:pt x="332899" y="3332321"/>
                  <a:pt x="331470" y="3333750"/>
                  <a:pt x="331470" y="3335465"/>
                </a:cubicBezTo>
                <a:lnTo>
                  <a:pt x="331470" y="3347847"/>
                </a:lnTo>
                <a:lnTo>
                  <a:pt x="284036" y="3347180"/>
                </a:lnTo>
                <a:lnTo>
                  <a:pt x="265938" y="3326130"/>
                </a:lnTo>
                <a:lnTo>
                  <a:pt x="265652" y="3230023"/>
                </a:lnTo>
                <a:lnTo>
                  <a:pt x="172403" y="3134963"/>
                </a:lnTo>
                <a:lnTo>
                  <a:pt x="95" y="3134963"/>
                </a:lnTo>
                <a:lnTo>
                  <a:pt x="95" y="3139726"/>
                </a:lnTo>
                <a:lnTo>
                  <a:pt x="170498" y="3139726"/>
                </a:lnTo>
                <a:lnTo>
                  <a:pt x="260985" y="3231928"/>
                </a:lnTo>
                <a:lnTo>
                  <a:pt x="261271" y="3327940"/>
                </a:lnTo>
                <a:lnTo>
                  <a:pt x="281845" y="3351943"/>
                </a:lnTo>
                <a:lnTo>
                  <a:pt x="331565" y="3352705"/>
                </a:lnTo>
                <a:lnTo>
                  <a:pt x="331565" y="3365087"/>
                </a:lnTo>
                <a:cubicBezTo>
                  <a:pt x="331565" y="3366802"/>
                  <a:pt x="332994" y="3368230"/>
                  <a:pt x="334709" y="3368230"/>
                </a:cubicBezTo>
                <a:lnTo>
                  <a:pt x="364331" y="3368230"/>
                </a:lnTo>
                <a:cubicBezTo>
                  <a:pt x="366046" y="3368230"/>
                  <a:pt x="367475" y="3366802"/>
                  <a:pt x="367475" y="3365087"/>
                </a:cubicBezTo>
                <a:lnTo>
                  <a:pt x="367475" y="3352705"/>
                </a:lnTo>
                <a:lnTo>
                  <a:pt x="464915" y="3352705"/>
                </a:lnTo>
                <a:cubicBezTo>
                  <a:pt x="465963" y="3356610"/>
                  <a:pt x="469392" y="3359563"/>
                  <a:pt x="473678" y="3359563"/>
                </a:cubicBezTo>
                <a:cubicBezTo>
                  <a:pt x="478727" y="3359563"/>
                  <a:pt x="482918" y="3355467"/>
                  <a:pt x="482918" y="3350324"/>
                </a:cubicBezTo>
                <a:cubicBezTo>
                  <a:pt x="482918" y="3345180"/>
                  <a:pt x="478822" y="3341084"/>
                  <a:pt x="473678" y="3341084"/>
                </a:cubicBezTo>
                <a:cubicBezTo>
                  <a:pt x="469392" y="3341084"/>
                  <a:pt x="465963" y="3344037"/>
                  <a:pt x="464915" y="3347942"/>
                </a:cubicBezTo>
                <a:lnTo>
                  <a:pt x="367475" y="3347942"/>
                </a:lnTo>
                <a:lnTo>
                  <a:pt x="367475" y="3335560"/>
                </a:lnTo>
                <a:cubicBezTo>
                  <a:pt x="367475" y="3333845"/>
                  <a:pt x="366046" y="3332417"/>
                  <a:pt x="364331" y="3332417"/>
                </a:cubicBezTo>
                <a:close/>
                <a:moveTo>
                  <a:pt x="364998" y="3365087"/>
                </a:moveTo>
                <a:cubicBezTo>
                  <a:pt x="364998" y="3365087"/>
                  <a:pt x="364617" y="3365849"/>
                  <a:pt x="364236" y="3365849"/>
                </a:cubicBezTo>
                <a:lnTo>
                  <a:pt x="334613" y="3365849"/>
                </a:lnTo>
                <a:cubicBezTo>
                  <a:pt x="334613" y="3365849"/>
                  <a:pt x="333851" y="3365468"/>
                  <a:pt x="333851" y="3365087"/>
                </a:cubicBezTo>
                <a:lnTo>
                  <a:pt x="333851" y="3335465"/>
                </a:lnTo>
                <a:cubicBezTo>
                  <a:pt x="333851" y="3335465"/>
                  <a:pt x="334232" y="3334703"/>
                  <a:pt x="334613" y="3334703"/>
                </a:cubicBezTo>
                <a:lnTo>
                  <a:pt x="364236" y="3334703"/>
                </a:lnTo>
                <a:cubicBezTo>
                  <a:pt x="364236" y="3334703"/>
                  <a:pt x="364998" y="3335084"/>
                  <a:pt x="364998" y="3335465"/>
                </a:cubicBezTo>
                <a:lnTo>
                  <a:pt x="364998" y="3365087"/>
                </a:lnTo>
                <a:close/>
                <a:moveTo>
                  <a:pt x="1647635" y="3421190"/>
                </a:moveTo>
                <a:lnTo>
                  <a:pt x="1637633" y="3421190"/>
                </a:lnTo>
                <a:lnTo>
                  <a:pt x="1637633" y="3416427"/>
                </a:lnTo>
                <a:lnTo>
                  <a:pt x="1647635" y="3416427"/>
                </a:lnTo>
                <a:lnTo>
                  <a:pt x="1647635" y="3421190"/>
                </a:lnTo>
                <a:close/>
                <a:moveTo>
                  <a:pt x="125730" y="3377565"/>
                </a:moveTo>
                <a:cubicBezTo>
                  <a:pt x="122682" y="3379470"/>
                  <a:pt x="120491" y="3382423"/>
                  <a:pt x="119729" y="3385947"/>
                </a:cubicBezTo>
                <a:cubicBezTo>
                  <a:pt x="118872" y="3389471"/>
                  <a:pt x="119539" y="3393091"/>
                  <a:pt x="121444" y="3396139"/>
                </a:cubicBezTo>
                <a:cubicBezTo>
                  <a:pt x="124016" y="3400235"/>
                  <a:pt x="128397" y="3402521"/>
                  <a:pt x="132874" y="3402521"/>
                </a:cubicBezTo>
                <a:cubicBezTo>
                  <a:pt x="135255" y="3402521"/>
                  <a:pt x="137732" y="3401854"/>
                  <a:pt x="139922" y="3400520"/>
                </a:cubicBezTo>
                <a:cubicBezTo>
                  <a:pt x="146209" y="3396615"/>
                  <a:pt x="148209" y="3388233"/>
                  <a:pt x="144304" y="3381947"/>
                </a:cubicBezTo>
                <a:cubicBezTo>
                  <a:pt x="142208" y="3378613"/>
                  <a:pt x="138875" y="3376517"/>
                  <a:pt x="135255" y="3375851"/>
                </a:cubicBezTo>
                <a:lnTo>
                  <a:pt x="135255" y="3313367"/>
                </a:lnTo>
                <a:lnTo>
                  <a:pt x="103918" y="3282029"/>
                </a:lnTo>
                <a:lnTo>
                  <a:pt x="10763" y="3282029"/>
                </a:lnTo>
                <a:cubicBezTo>
                  <a:pt x="10478" y="3280886"/>
                  <a:pt x="10192" y="3279648"/>
                  <a:pt x="9430" y="3278600"/>
                </a:cubicBezTo>
                <a:cubicBezTo>
                  <a:pt x="7334" y="3275267"/>
                  <a:pt x="3715" y="3273552"/>
                  <a:pt x="0" y="3273552"/>
                </a:cubicBezTo>
                <a:lnTo>
                  <a:pt x="0" y="3295364"/>
                </a:lnTo>
                <a:cubicBezTo>
                  <a:pt x="2000" y="3295364"/>
                  <a:pt x="4001" y="3294984"/>
                  <a:pt x="5810" y="3293936"/>
                </a:cubicBezTo>
                <a:cubicBezTo>
                  <a:pt x="8477" y="3292317"/>
                  <a:pt x="10097" y="3289745"/>
                  <a:pt x="10763" y="3286887"/>
                </a:cubicBezTo>
                <a:lnTo>
                  <a:pt x="101727" y="3286887"/>
                </a:lnTo>
                <a:lnTo>
                  <a:pt x="130302" y="3315462"/>
                </a:lnTo>
                <a:lnTo>
                  <a:pt x="130302" y="3375946"/>
                </a:lnTo>
                <a:cubicBezTo>
                  <a:pt x="128683" y="3376232"/>
                  <a:pt x="127064" y="3376803"/>
                  <a:pt x="125540" y="3377755"/>
                </a:cubicBezTo>
                <a:close/>
                <a:moveTo>
                  <a:pt x="132779" y="3380327"/>
                </a:moveTo>
                <a:cubicBezTo>
                  <a:pt x="135731" y="3380327"/>
                  <a:pt x="138589" y="3381756"/>
                  <a:pt x="140208" y="3384423"/>
                </a:cubicBezTo>
                <a:cubicBezTo>
                  <a:pt x="142780" y="3388519"/>
                  <a:pt x="141446" y="3393853"/>
                  <a:pt x="137446" y="3396425"/>
                </a:cubicBezTo>
                <a:cubicBezTo>
                  <a:pt x="133350" y="3398996"/>
                  <a:pt x="128016" y="3397663"/>
                  <a:pt x="125444" y="3393662"/>
                </a:cubicBezTo>
                <a:cubicBezTo>
                  <a:pt x="124206" y="3391662"/>
                  <a:pt x="123825" y="3389376"/>
                  <a:pt x="124397" y="3387090"/>
                </a:cubicBezTo>
                <a:cubicBezTo>
                  <a:pt x="124968" y="3384804"/>
                  <a:pt x="126302" y="3382899"/>
                  <a:pt x="128302" y="3381661"/>
                </a:cubicBezTo>
                <a:cubicBezTo>
                  <a:pt x="129731" y="3380804"/>
                  <a:pt x="131350" y="3380327"/>
                  <a:pt x="132874" y="3380327"/>
                </a:cubicBezTo>
                <a:close/>
                <a:moveTo>
                  <a:pt x="1667732" y="3421190"/>
                </a:moveTo>
                <a:lnTo>
                  <a:pt x="1657731" y="3421190"/>
                </a:lnTo>
                <a:lnTo>
                  <a:pt x="1657731" y="3416427"/>
                </a:lnTo>
                <a:lnTo>
                  <a:pt x="1667732" y="3416427"/>
                </a:lnTo>
                <a:lnTo>
                  <a:pt x="1667732" y="3421190"/>
                </a:lnTo>
                <a:close/>
                <a:moveTo>
                  <a:pt x="1028891" y="2171986"/>
                </a:moveTo>
                <a:cubicBezTo>
                  <a:pt x="1033177" y="2171986"/>
                  <a:pt x="1036701" y="2168462"/>
                  <a:pt x="1036701" y="2164271"/>
                </a:cubicBezTo>
                <a:cubicBezTo>
                  <a:pt x="1036701" y="2160080"/>
                  <a:pt x="1033177" y="2156555"/>
                  <a:pt x="1028891" y="2156555"/>
                </a:cubicBezTo>
                <a:cubicBezTo>
                  <a:pt x="1024604" y="2156555"/>
                  <a:pt x="1021175" y="2160080"/>
                  <a:pt x="1021175" y="2164271"/>
                </a:cubicBezTo>
                <a:cubicBezTo>
                  <a:pt x="1021175" y="2168462"/>
                  <a:pt x="1024700" y="2171986"/>
                  <a:pt x="1028891" y="2171986"/>
                </a:cubicBezTo>
                <a:close/>
                <a:moveTo>
                  <a:pt x="1028891" y="2158841"/>
                </a:moveTo>
                <a:cubicBezTo>
                  <a:pt x="1031843" y="2158841"/>
                  <a:pt x="1034320" y="2161223"/>
                  <a:pt x="1034320" y="2164175"/>
                </a:cubicBezTo>
                <a:cubicBezTo>
                  <a:pt x="1034320" y="2167128"/>
                  <a:pt x="1031939" y="2169509"/>
                  <a:pt x="1028891" y="2169509"/>
                </a:cubicBezTo>
                <a:cubicBezTo>
                  <a:pt x="1025843" y="2169509"/>
                  <a:pt x="1023557" y="2167128"/>
                  <a:pt x="1023557" y="2164175"/>
                </a:cubicBezTo>
                <a:cubicBezTo>
                  <a:pt x="1023557" y="2161223"/>
                  <a:pt x="1025938" y="2158841"/>
                  <a:pt x="1028891" y="2158841"/>
                </a:cubicBezTo>
                <a:close/>
                <a:moveTo>
                  <a:pt x="1028891" y="2209514"/>
                </a:moveTo>
                <a:cubicBezTo>
                  <a:pt x="1035272" y="2209514"/>
                  <a:pt x="1040511" y="2204276"/>
                  <a:pt x="1040511" y="2197894"/>
                </a:cubicBezTo>
                <a:cubicBezTo>
                  <a:pt x="1040511" y="2191512"/>
                  <a:pt x="1035272" y="2186273"/>
                  <a:pt x="1028891" y="2186273"/>
                </a:cubicBezTo>
                <a:cubicBezTo>
                  <a:pt x="1022509" y="2186273"/>
                  <a:pt x="1017270" y="2191512"/>
                  <a:pt x="1017270" y="2197894"/>
                </a:cubicBezTo>
                <a:cubicBezTo>
                  <a:pt x="1017270" y="2204276"/>
                  <a:pt x="1022509" y="2209514"/>
                  <a:pt x="1028891" y="2209514"/>
                </a:cubicBezTo>
                <a:close/>
                <a:moveTo>
                  <a:pt x="1028891" y="2188655"/>
                </a:moveTo>
                <a:cubicBezTo>
                  <a:pt x="1034034" y="2188655"/>
                  <a:pt x="1038130" y="2192846"/>
                  <a:pt x="1038130" y="2197894"/>
                </a:cubicBezTo>
                <a:cubicBezTo>
                  <a:pt x="1038130" y="2202942"/>
                  <a:pt x="1033939" y="2207133"/>
                  <a:pt x="1028891" y="2207133"/>
                </a:cubicBezTo>
                <a:cubicBezTo>
                  <a:pt x="1023842" y="2207133"/>
                  <a:pt x="1019651" y="2202942"/>
                  <a:pt x="1019651" y="2197894"/>
                </a:cubicBezTo>
                <a:cubicBezTo>
                  <a:pt x="1019651" y="2192846"/>
                  <a:pt x="1023842" y="2188655"/>
                  <a:pt x="1028891" y="2188655"/>
                </a:cubicBezTo>
                <a:close/>
                <a:moveTo>
                  <a:pt x="1428178" y="3515773"/>
                </a:moveTo>
                <a:lnTo>
                  <a:pt x="1423416" y="3515773"/>
                </a:lnTo>
                <a:lnTo>
                  <a:pt x="1423416" y="3501104"/>
                </a:lnTo>
                <a:lnTo>
                  <a:pt x="1428178" y="3501104"/>
                </a:lnTo>
                <a:lnTo>
                  <a:pt x="1428178" y="3515773"/>
                </a:lnTo>
                <a:close/>
                <a:moveTo>
                  <a:pt x="1028891" y="2205704"/>
                </a:moveTo>
                <a:cubicBezTo>
                  <a:pt x="1033177" y="2205704"/>
                  <a:pt x="1036701" y="2202180"/>
                  <a:pt x="1036701" y="2197989"/>
                </a:cubicBezTo>
                <a:cubicBezTo>
                  <a:pt x="1036701" y="2193798"/>
                  <a:pt x="1033177" y="2190274"/>
                  <a:pt x="1028891" y="2190274"/>
                </a:cubicBezTo>
                <a:cubicBezTo>
                  <a:pt x="1024604" y="2190274"/>
                  <a:pt x="1021175" y="2193798"/>
                  <a:pt x="1021175" y="2197989"/>
                </a:cubicBezTo>
                <a:cubicBezTo>
                  <a:pt x="1021175" y="2202180"/>
                  <a:pt x="1024700" y="2205704"/>
                  <a:pt x="1028891" y="2205704"/>
                </a:cubicBezTo>
                <a:close/>
                <a:moveTo>
                  <a:pt x="1028891" y="2192560"/>
                </a:moveTo>
                <a:cubicBezTo>
                  <a:pt x="1031843" y="2192560"/>
                  <a:pt x="1034320" y="2194941"/>
                  <a:pt x="1034320" y="2197894"/>
                </a:cubicBezTo>
                <a:cubicBezTo>
                  <a:pt x="1034320" y="2200847"/>
                  <a:pt x="1031939" y="2203228"/>
                  <a:pt x="1028891" y="2203228"/>
                </a:cubicBezTo>
                <a:cubicBezTo>
                  <a:pt x="1025843" y="2203228"/>
                  <a:pt x="1023557" y="2200847"/>
                  <a:pt x="1023557" y="2197894"/>
                </a:cubicBezTo>
                <a:cubicBezTo>
                  <a:pt x="1023557" y="2194941"/>
                  <a:pt x="1025938" y="2192560"/>
                  <a:pt x="1028891" y="2192560"/>
                </a:cubicBezTo>
                <a:close/>
                <a:moveTo>
                  <a:pt x="1423416" y="3530346"/>
                </a:moveTo>
                <a:lnTo>
                  <a:pt x="1428178" y="3530346"/>
                </a:lnTo>
                <a:lnTo>
                  <a:pt x="1428178" y="3545015"/>
                </a:lnTo>
                <a:lnTo>
                  <a:pt x="1423416" y="3545015"/>
                </a:lnTo>
                <a:lnTo>
                  <a:pt x="1423416" y="3530346"/>
                </a:lnTo>
                <a:close/>
                <a:moveTo>
                  <a:pt x="1275588" y="3228404"/>
                </a:moveTo>
                <a:cubicBezTo>
                  <a:pt x="1275969" y="3230023"/>
                  <a:pt x="1276541" y="3231547"/>
                  <a:pt x="1277588" y="3232880"/>
                </a:cubicBezTo>
                <a:cubicBezTo>
                  <a:pt x="1279398" y="3235262"/>
                  <a:pt x="1282160" y="3236786"/>
                  <a:pt x="1285113" y="3237167"/>
                </a:cubicBezTo>
                <a:cubicBezTo>
                  <a:pt x="1285589" y="3237167"/>
                  <a:pt x="1286066" y="3237167"/>
                  <a:pt x="1286542" y="3237167"/>
                </a:cubicBezTo>
                <a:cubicBezTo>
                  <a:pt x="1289018" y="3237167"/>
                  <a:pt x="1291400" y="3236309"/>
                  <a:pt x="1293400" y="3234785"/>
                </a:cubicBezTo>
                <a:cubicBezTo>
                  <a:pt x="1295781" y="3232976"/>
                  <a:pt x="1297305" y="3230213"/>
                  <a:pt x="1297686" y="3227261"/>
                </a:cubicBezTo>
                <a:cubicBezTo>
                  <a:pt x="1298067" y="3224213"/>
                  <a:pt x="1297305" y="3221260"/>
                  <a:pt x="1295400" y="3218879"/>
                </a:cubicBezTo>
                <a:cubicBezTo>
                  <a:pt x="1291590" y="3213926"/>
                  <a:pt x="1284446" y="3213068"/>
                  <a:pt x="1279493" y="3216878"/>
                </a:cubicBezTo>
                <a:cubicBezTo>
                  <a:pt x="1277303" y="3218593"/>
                  <a:pt x="1275969" y="3220974"/>
                  <a:pt x="1275493" y="3223546"/>
                </a:cubicBezTo>
                <a:lnTo>
                  <a:pt x="1201769" y="3223546"/>
                </a:lnTo>
                <a:lnTo>
                  <a:pt x="1185958" y="3207639"/>
                </a:lnTo>
                <a:lnTo>
                  <a:pt x="1185958" y="3145917"/>
                </a:lnTo>
                <a:lnTo>
                  <a:pt x="1199293" y="3131249"/>
                </a:lnTo>
                <a:lnTo>
                  <a:pt x="1241012" y="3131249"/>
                </a:lnTo>
                <a:cubicBezTo>
                  <a:pt x="1242441" y="3135154"/>
                  <a:pt x="1246346" y="3137726"/>
                  <a:pt x="1250728" y="3136963"/>
                </a:cubicBezTo>
                <a:cubicBezTo>
                  <a:pt x="1255586" y="3136202"/>
                  <a:pt x="1258919" y="3131534"/>
                  <a:pt x="1258157" y="3126677"/>
                </a:cubicBezTo>
                <a:cubicBezTo>
                  <a:pt x="1257395" y="3121819"/>
                  <a:pt x="1252728" y="3118485"/>
                  <a:pt x="1247870" y="3119247"/>
                </a:cubicBezTo>
                <a:cubicBezTo>
                  <a:pt x="1244060" y="3119819"/>
                  <a:pt x="1241298" y="3122771"/>
                  <a:pt x="1240631" y="3126296"/>
                </a:cubicBezTo>
                <a:lnTo>
                  <a:pt x="1197293" y="3126296"/>
                </a:lnTo>
                <a:cubicBezTo>
                  <a:pt x="1197293" y="3126296"/>
                  <a:pt x="1181386" y="3143917"/>
                  <a:pt x="1181386" y="3143917"/>
                </a:cubicBezTo>
                <a:lnTo>
                  <a:pt x="1181386" y="3209449"/>
                </a:lnTo>
                <a:lnTo>
                  <a:pt x="1200055" y="3228118"/>
                </a:lnTo>
                <a:lnTo>
                  <a:pt x="1275683" y="3228118"/>
                </a:lnTo>
                <a:close/>
                <a:moveTo>
                  <a:pt x="1282541" y="3220784"/>
                </a:moveTo>
                <a:cubicBezTo>
                  <a:pt x="1283780" y="3219831"/>
                  <a:pt x="1285113" y="3219450"/>
                  <a:pt x="1286542" y="3219450"/>
                </a:cubicBezTo>
                <a:cubicBezTo>
                  <a:pt x="1288542" y="3219450"/>
                  <a:pt x="1290447" y="3220307"/>
                  <a:pt x="1291781" y="3222022"/>
                </a:cubicBezTo>
                <a:cubicBezTo>
                  <a:pt x="1292828" y="3223451"/>
                  <a:pt x="1293305" y="3225165"/>
                  <a:pt x="1293114" y="3226880"/>
                </a:cubicBezTo>
                <a:cubicBezTo>
                  <a:pt x="1292924" y="3228594"/>
                  <a:pt x="1291971" y="3230213"/>
                  <a:pt x="1290638" y="3231261"/>
                </a:cubicBezTo>
                <a:cubicBezTo>
                  <a:pt x="1289304" y="3232309"/>
                  <a:pt x="1287590" y="3232785"/>
                  <a:pt x="1285780" y="3232595"/>
                </a:cubicBezTo>
                <a:cubicBezTo>
                  <a:pt x="1284065" y="3232404"/>
                  <a:pt x="1282446" y="3231452"/>
                  <a:pt x="1281398" y="3230118"/>
                </a:cubicBezTo>
                <a:cubicBezTo>
                  <a:pt x="1279207" y="3227261"/>
                  <a:pt x="1279684" y="3223070"/>
                  <a:pt x="1282541" y="3220879"/>
                </a:cubicBezTo>
                <a:close/>
                <a:moveTo>
                  <a:pt x="232315" y="2628614"/>
                </a:moveTo>
                <a:lnTo>
                  <a:pt x="232315" y="2612993"/>
                </a:lnTo>
                <a:cubicBezTo>
                  <a:pt x="232315" y="2609755"/>
                  <a:pt x="229648" y="2607088"/>
                  <a:pt x="226409" y="2607088"/>
                </a:cubicBezTo>
                <a:lnTo>
                  <a:pt x="210788" y="2607088"/>
                </a:lnTo>
                <a:cubicBezTo>
                  <a:pt x="210026" y="2607088"/>
                  <a:pt x="209360" y="2607278"/>
                  <a:pt x="208693" y="2607469"/>
                </a:cubicBezTo>
                <a:lnTo>
                  <a:pt x="200406" y="2598706"/>
                </a:lnTo>
                <a:lnTo>
                  <a:pt x="95" y="2598706"/>
                </a:lnTo>
                <a:lnTo>
                  <a:pt x="95" y="2603468"/>
                </a:lnTo>
                <a:lnTo>
                  <a:pt x="198311" y="2603468"/>
                </a:lnTo>
                <a:lnTo>
                  <a:pt x="205264" y="2610803"/>
                </a:lnTo>
                <a:cubicBezTo>
                  <a:pt x="204978" y="2611469"/>
                  <a:pt x="204788" y="2612231"/>
                  <a:pt x="204788" y="2612993"/>
                </a:cubicBezTo>
                <a:lnTo>
                  <a:pt x="204788" y="2628614"/>
                </a:lnTo>
                <a:cubicBezTo>
                  <a:pt x="204788" y="2631853"/>
                  <a:pt x="207455" y="2634520"/>
                  <a:pt x="210693" y="2634520"/>
                </a:cubicBezTo>
                <a:lnTo>
                  <a:pt x="216122" y="2634520"/>
                </a:lnTo>
                <a:lnTo>
                  <a:pt x="216122" y="2751963"/>
                </a:lnTo>
                <a:cubicBezTo>
                  <a:pt x="216122" y="2751963"/>
                  <a:pt x="246126" y="2782729"/>
                  <a:pt x="246126" y="2782729"/>
                </a:cubicBezTo>
                <a:lnTo>
                  <a:pt x="245459" y="2976848"/>
                </a:lnTo>
                <a:cubicBezTo>
                  <a:pt x="238792" y="2977896"/>
                  <a:pt x="234029" y="2984087"/>
                  <a:pt x="234887" y="2990945"/>
                </a:cubicBezTo>
                <a:cubicBezTo>
                  <a:pt x="235744" y="2997327"/>
                  <a:pt x="241173" y="3001994"/>
                  <a:pt x="247460" y="3001994"/>
                </a:cubicBezTo>
                <a:cubicBezTo>
                  <a:pt x="248031" y="3001994"/>
                  <a:pt x="248507" y="3001994"/>
                  <a:pt x="249079" y="3001899"/>
                </a:cubicBezTo>
                <a:cubicBezTo>
                  <a:pt x="252413" y="3001518"/>
                  <a:pt x="255365" y="2999804"/>
                  <a:pt x="257461" y="2997137"/>
                </a:cubicBezTo>
                <a:cubicBezTo>
                  <a:pt x="259556" y="2994470"/>
                  <a:pt x="260414" y="2991136"/>
                  <a:pt x="260033" y="2987802"/>
                </a:cubicBezTo>
                <a:cubicBezTo>
                  <a:pt x="259652" y="2984468"/>
                  <a:pt x="257937" y="2981516"/>
                  <a:pt x="255270" y="2979420"/>
                </a:cubicBezTo>
                <a:cubicBezTo>
                  <a:pt x="253746" y="2978277"/>
                  <a:pt x="252127" y="2977610"/>
                  <a:pt x="250317" y="2977229"/>
                </a:cubicBezTo>
                <a:lnTo>
                  <a:pt x="250984" y="2781014"/>
                </a:lnTo>
                <a:lnTo>
                  <a:pt x="220980" y="2750249"/>
                </a:lnTo>
                <a:lnTo>
                  <a:pt x="220980" y="2634710"/>
                </a:lnTo>
                <a:cubicBezTo>
                  <a:pt x="220980" y="2634710"/>
                  <a:pt x="226314" y="2634710"/>
                  <a:pt x="226314" y="2634710"/>
                </a:cubicBezTo>
                <a:cubicBezTo>
                  <a:pt x="229553" y="2634710"/>
                  <a:pt x="232220" y="2632043"/>
                  <a:pt x="232220" y="2628805"/>
                </a:cubicBezTo>
                <a:close/>
                <a:moveTo>
                  <a:pt x="247460" y="2981420"/>
                </a:moveTo>
                <a:cubicBezTo>
                  <a:pt x="249174" y="2981420"/>
                  <a:pt x="250889" y="2981992"/>
                  <a:pt x="252222" y="2983040"/>
                </a:cubicBezTo>
                <a:cubicBezTo>
                  <a:pt x="253841" y="2984278"/>
                  <a:pt x="254984" y="2986183"/>
                  <a:pt x="255175" y="2988278"/>
                </a:cubicBezTo>
                <a:lnTo>
                  <a:pt x="255175" y="2988278"/>
                </a:lnTo>
                <a:cubicBezTo>
                  <a:pt x="255461" y="2990374"/>
                  <a:pt x="254889" y="2992469"/>
                  <a:pt x="253556" y="2994088"/>
                </a:cubicBezTo>
                <a:cubicBezTo>
                  <a:pt x="252317" y="2995708"/>
                  <a:pt x="250412" y="2996851"/>
                  <a:pt x="248317" y="2997042"/>
                </a:cubicBezTo>
                <a:cubicBezTo>
                  <a:pt x="244031" y="2997613"/>
                  <a:pt x="240030" y="2994565"/>
                  <a:pt x="239458" y="2990184"/>
                </a:cubicBezTo>
                <a:cubicBezTo>
                  <a:pt x="238887" y="2985897"/>
                  <a:pt x="241935" y="2981897"/>
                  <a:pt x="246317" y="2981420"/>
                </a:cubicBezTo>
                <a:cubicBezTo>
                  <a:pt x="246698" y="2981420"/>
                  <a:pt x="246983" y="2981420"/>
                  <a:pt x="247364" y="2981420"/>
                </a:cubicBezTo>
                <a:close/>
                <a:moveTo>
                  <a:pt x="210788" y="2629757"/>
                </a:moveTo>
                <a:cubicBezTo>
                  <a:pt x="210122" y="2629757"/>
                  <a:pt x="209645" y="2629186"/>
                  <a:pt x="209645" y="2628614"/>
                </a:cubicBezTo>
                <a:lnTo>
                  <a:pt x="209645" y="2612993"/>
                </a:lnTo>
                <a:cubicBezTo>
                  <a:pt x="209645" y="2612327"/>
                  <a:pt x="210217" y="2611850"/>
                  <a:pt x="210788" y="2611850"/>
                </a:cubicBezTo>
                <a:lnTo>
                  <a:pt x="226409" y="2611850"/>
                </a:lnTo>
                <a:cubicBezTo>
                  <a:pt x="227076" y="2611850"/>
                  <a:pt x="227552" y="2612422"/>
                  <a:pt x="227552" y="2612993"/>
                </a:cubicBezTo>
                <a:lnTo>
                  <a:pt x="227552" y="2628614"/>
                </a:lnTo>
                <a:cubicBezTo>
                  <a:pt x="227552" y="2629281"/>
                  <a:pt x="226981" y="2629757"/>
                  <a:pt x="226409" y="2629757"/>
                </a:cubicBezTo>
                <a:lnTo>
                  <a:pt x="210788" y="2629757"/>
                </a:lnTo>
                <a:close/>
                <a:moveTo>
                  <a:pt x="999077" y="3028379"/>
                </a:moveTo>
                <a:cubicBezTo>
                  <a:pt x="992696" y="3023711"/>
                  <a:pt x="983742" y="3025045"/>
                  <a:pt x="979075" y="3031427"/>
                </a:cubicBezTo>
                <a:cubicBezTo>
                  <a:pt x="977741" y="3033236"/>
                  <a:pt x="976884" y="3035332"/>
                  <a:pt x="976598" y="3037523"/>
                </a:cubicBezTo>
                <a:lnTo>
                  <a:pt x="967359" y="3037523"/>
                </a:lnTo>
                <a:lnTo>
                  <a:pt x="967359" y="3042285"/>
                </a:lnTo>
                <a:lnTo>
                  <a:pt x="976598" y="3042285"/>
                </a:lnTo>
                <a:cubicBezTo>
                  <a:pt x="977265" y="3046000"/>
                  <a:pt x="979170" y="3049238"/>
                  <a:pt x="982218" y="3051429"/>
                </a:cubicBezTo>
                <a:cubicBezTo>
                  <a:pt x="988600" y="3056096"/>
                  <a:pt x="997553" y="3054763"/>
                  <a:pt x="1002221" y="3048381"/>
                </a:cubicBezTo>
                <a:cubicBezTo>
                  <a:pt x="1004126" y="3045809"/>
                  <a:pt x="1004983" y="3042857"/>
                  <a:pt x="1004983" y="3039904"/>
                </a:cubicBezTo>
                <a:cubicBezTo>
                  <a:pt x="1004983" y="3035522"/>
                  <a:pt x="1002983" y="3031141"/>
                  <a:pt x="999173" y="3028379"/>
                </a:cubicBezTo>
                <a:close/>
                <a:moveTo>
                  <a:pt x="1000030" y="3046857"/>
                </a:moveTo>
                <a:cubicBezTo>
                  <a:pt x="998220" y="3049334"/>
                  <a:pt x="995458" y="3051048"/>
                  <a:pt x="992410" y="3051524"/>
                </a:cubicBezTo>
                <a:cubicBezTo>
                  <a:pt x="989362" y="3052001"/>
                  <a:pt x="986219" y="3051238"/>
                  <a:pt x="983742" y="3049429"/>
                </a:cubicBezTo>
                <a:cubicBezTo>
                  <a:pt x="981266" y="3047619"/>
                  <a:pt x="979551" y="3044857"/>
                  <a:pt x="979075" y="3041809"/>
                </a:cubicBezTo>
                <a:cubicBezTo>
                  <a:pt x="979075" y="3041237"/>
                  <a:pt x="978979" y="3040571"/>
                  <a:pt x="978979" y="3039999"/>
                </a:cubicBezTo>
                <a:cubicBezTo>
                  <a:pt x="978979" y="3037523"/>
                  <a:pt x="979742" y="3035142"/>
                  <a:pt x="981266" y="3033141"/>
                </a:cubicBezTo>
                <a:cubicBezTo>
                  <a:pt x="985076" y="3027902"/>
                  <a:pt x="992410" y="3026855"/>
                  <a:pt x="997649" y="3030665"/>
                </a:cubicBezTo>
                <a:cubicBezTo>
                  <a:pt x="1002792" y="3034475"/>
                  <a:pt x="1003935" y="3041809"/>
                  <a:pt x="1000125" y="3047048"/>
                </a:cubicBezTo>
                <a:close/>
                <a:moveTo>
                  <a:pt x="806387" y="1936432"/>
                </a:moveTo>
                <a:lnTo>
                  <a:pt x="806387" y="2015109"/>
                </a:lnTo>
                <a:lnTo>
                  <a:pt x="817245" y="2030540"/>
                </a:lnTo>
                <a:cubicBezTo>
                  <a:pt x="817245" y="2030540"/>
                  <a:pt x="817340" y="2030635"/>
                  <a:pt x="817436" y="2030730"/>
                </a:cubicBezTo>
                <a:cubicBezTo>
                  <a:pt x="817912" y="2031206"/>
                  <a:pt x="818198" y="2031778"/>
                  <a:pt x="818198" y="2032445"/>
                </a:cubicBezTo>
                <a:lnTo>
                  <a:pt x="818007" y="2123123"/>
                </a:lnTo>
                <a:lnTo>
                  <a:pt x="899636" y="2203895"/>
                </a:lnTo>
                <a:lnTo>
                  <a:pt x="984123" y="2203895"/>
                </a:lnTo>
                <a:cubicBezTo>
                  <a:pt x="985171" y="2199799"/>
                  <a:pt x="988790" y="2196656"/>
                  <a:pt x="993267" y="2196656"/>
                </a:cubicBezTo>
                <a:cubicBezTo>
                  <a:pt x="998601" y="2196656"/>
                  <a:pt x="1002887" y="2200942"/>
                  <a:pt x="1002887" y="2206276"/>
                </a:cubicBezTo>
                <a:cubicBezTo>
                  <a:pt x="1002887" y="2211610"/>
                  <a:pt x="998601" y="2215896"/>
                  <a:pt x="993267" y="2215896"/>
                </a:cubicBezTo>
                <a:cubicBezTo>
                  <a:pt x="988790" y="2215896"/>
                  <a:pt x="985171" y="2212753"/>
                  <a:pt x="984123" y="2208657"/>
                </a:cubicBezTo>
                <a:lnTo>
                  <a:pt x="898684" y="2208657"/>
                </a:lnTo>
                <a:cubicBezTo>
                  <a:pt x="898017" y="2208657"/>
                  <a:pt x="897446" y="2208371"/>
                  <a:pt x="896969" y="2207990"/>
                </a:cubicBezTo>
                <a:lnTo>
                  <a:pt x="813911" y="2125885"/>
                </a:lnTo>
                <a:cubicBezTo>
                  <a:pt x="813911" y="2125885"/>
                  <a:pt x="813245" y="2124837"/>
                  <a:pt x="813245" y="2124170"/>
                </a:cubicBezTo>
                <a:lnTo>
                  <a:pt x="813435" y="2033492"/>
                </a:lnTo>
                <a:lnTo>
                  <a:pt x="802005" y="2017300"/>
                </a:lnTo>
                <a:cubicBezTo>
                  <a:pt x="802005" y="2017300"/>
                  <a:pt x="801529" y="2016443"/>
                  <a:pt x="801529" y="2015966"/>
                </a:cubicBezTo>
                <a:lnTo>
                  <a:pt x="801529" y="1937385"/>
                </a:lnTo>
                <a:lnTo>
                  <a:pt x="754190" y="1879664"/>
                </a:lnTo>
                <a:lnTo>
                  <a:pt x="643700" y="1879664"/>
                </a:lnTo>
                <a:cubicBezTo>
                  <a:pt x="643700" y="1879664"/>
                  <a:pt x="643700" y="1879854"/>
                  <a:pt x="643604" y="1879949"/>
                </a:cubicBezTo>
                <a:lnTo>
                  <a:pt x="633889" y="1888427"/>
                </a:lnTo>
                <a:cubicBezTo>
                  <a:pt x="632746" y="1889379"/>
                  <a:pt x="631031" y="1889284"/>
                  <a:pt x="630079" y="1888141"/>
                </a:cubicBezTo>
                <a:lnTo>
                  <a:pt x="621602" y="1878425"/>
                </a:lnTo>
                <a:cubicBezTo>
                  <a:pt x="620649" y="1877282"/>
                  <a:pt x="620744" y="1875568"/>
                  <a:pt x="621887" y="1874615"/>
                </a:cubicBezTo>
                <a:lnTo>
                  <a:pt x="631603" y="1866138"/>
                </a:lnTo>
                <a:cubicBezTo>
                  <a:pt x="632746" y="1865186"/>
                  <a:pt x="634460" y="1865281"/>
                  <a:pt x="635413" y="1866424"/>
                </a:cubicBezTo>
                <a:lnTo>
                  <a:pt x="643128" y="1875282"/>
                </a:lnTo>
                <a:lnTo>
                  <a:pt x="643128" y="1874901"/>
                </a:lnTo>
                <a:lnTo>
                  <a:pt x="755333" y="1874901"/>
                </a:lnTo>
                <a:cubicBezTo>
                  <a:pt x="755999" y="1874901"/>
                  <a:pt x="756761" y="1875187"/>
                  <a:pt x="757142" y="1875758"/>
                </a:cubicBezTo>
                <a:lnTo>
                  <a:pt x="805720" y="1935004"/>
                </a:lnTo>
                <a:cubicBezTo>
                  <a:pt x="805720" y="1935004"/>
                  <a:pt x="806291" y="1935956"/>
                  <a:pt x="806291" y="1936528"/>
                </a:cubicBezTo>
                <a:close/>
                <a:moveTo>
                  <a:pt x="822770" y="1189387"/>
                </a:moveTo>
                <a:cubicBezTo>
                  <a:pt x="822770" y="1189387"/>
                  <a:pt x="821817" y="1189577"/>
                  <a:pt x="821436" y="1189768"/>
                </a:cubicBezTo>
                <a:lnTo>
                  <a:pt x="683514" y="1283303"/>
                </a:lnTo>
                <a:lnTo>
                  <a:pt x="625316" y="1283303"/>
                </a:lnTo>
                <a:cubicBezTo>
                  <a:pt x="624459" y="1278541"/>
                  <a:pt x="620363" y="1274731"/>
                  <a:pt x="615125" y="1274731"/>
                </a:cubicBezTo>
                <a:cubicBezTo>
                  <a:pt x="609314" y="1274731"/>
                  <a:pt x="604552" y="1279493"/>
                  <a:pt x="604552" y="1285303"/>
                </a:cubicBezTo>
                <a:cubicBezTo>
                  <a:pt x="604552" y="1291114"/>
                  <a:pt x="609314" y="1295876"/>
                  <a:pt x="615125" y="1295876"/>
                </a:cubicBezTo>
                <a:cubicBezTo>
                  <a:pt x="619887" y="1295876"/>
                  <a:pt x="623792" y="1292638"/>
                  <a:pt x="625031" y="1288256"/>
                </a:cubicBezTo>
                <a:lnTo>
                  <a:pt x="684181" y="1288256"/>
                </a:lnTo>
                <a:cubicBezTo>
                  <a:pt x="684181" y="1288256"/>
                  <a:pt x="685133" y="1287971"/>
                  <a:pt x="685514" y="1287685"/>
                </a:cubicBezTo>
                <a:lnTo>
                  <a:pt x="823436" y="1194149"/>
                </a:lnTo>
                <a:lnTo>
                  <a:pt x="882301" y="1194149"/>
                </a:lnTo>
                <a:cubicBezTo>
                  <a:pt x="882872" y="1194149"/>
                  <a:pt x="883444" y="1193959"/>
                  <a:pt x="883825" y="1193578"/>
                </a:cubicBezTo>
                <a:lnTo>
                  <a:pt x="938308" y="1146810"/>
                </a:lnTo>
                <a:cubicBezTo>
                  <a:pt x="939165" y="1147191"/>
                  <a:pt x="940118" y="1147477"/>
                  <a:pt x="941165" y="1147477"/>
                </a:cubicBezTo>
                <a:lnTo>
                  <a:pt x="961930" y="1147477"/>
                </a:lnTo>
                <a:cubicBezTo>
                  <a:pt x="965740" y="1147477"/>
                  <a:pt x="968883" y="1144334"/>
                  <a:pt x="968883" y="1140524"/>
                </a:cubicBezTo>
                <a:lnTo>
                  <a:pt x="968883" y="1130522"/>
                </a:lnTo>
                <a:cubicBezTo>
                  <a:pt x="968883" y="1126712"/>
                  <a:pt x="965740" y="1123569"/>
                  <a:pt x="961930" y="1123569"/>
                </a:cubicBezTo>
                <a:lnTo>
                  <a:pt x="941165" y="1123569"/>
                </a:lnTo>
                <a:cubicBezTo>
                  <a:pt x="937355" y="1123569"/>
                  <a:pt x="934212" y="1126712"/>
                  <a:pt x="934212" y="1130522"/>
                </a:cubicBezTo>
                <a:lnTo>
                  <a:pt x="934212" y="1140524"/>
                </a:lnTo>
                <a:cubicBezTo>
                  <a:pt x="934212" y="1141571"/>
                  <a:pt x="934498" y="1142524"/>
                  <a:pt x="934879" y="1143381"/>
                </a:cubicBezTo>
                <a:lnTo>
                  <a:pt x="881348" y="1189292"/>
                </a:lnTo>
                <a:lnTo>
                  <a:pt x="822674" y="1189292"/>
                </a:lnTo>
                <a:close/>
                <a:moveTo>
                  <a:pt x="615029" y="1291114"/>
                </a:moveTo>
                <a:cubicBezTo>
                  <a:pt x="611886" y="1291114"/>
                  <a:pt x="609219" y="1288542"/>
                  <a:pt x="609219" y="1285303"/>
                </a:cubicBezTo>
                <a:cubicBezTo>
                  <a:pt x="609219" y="1282065"/>
                  <a:pt x="611791" y="1279493"/>
                  <a:pt x="615029" y="1279493"/>
                </a:cubicBezTo>
                <a:cubicBezTo>
                  <a:pt x="618268" y="1279493"/>
                  <a:pt x="620840" y="1282065"/>
                  <a:pt x="620840" y="1285303"/>
                </a:cubicBezTo>
                <a:cubicBezTo>
                  <a:pt x="620840" y="1288542"/>
                  <a:pt x="618268" y="1291114"/>
                  <a:pt x="615029" y="1291114"/>
                </a:cubicBezTo>
                <a:close/>
                <a:moveTo>
                  <a:pt x="939070" y="1130522"/>
                </a:moveTo>
                <a:cubicBezTo>
                  <a:pt x="939070" y="1129284"/>
                  <a:pt x="940022" y="1128332"/>
                  <a:pt x="941261" y="1128332"/>
                </a:cubicBezTo>
                <a:lnTo>
                  <a:pt x="962025" y="1128332"/>
                </a:lnTo>
                <a:cubicBezTo>
                  <a:pt x="963263" y="1128332"/>
                  <a:pt x="964216" y="1129284"/>
                  <a:pt x="964216" y="1130522"/>
                </a:cubicBezTo>
                <a:lnTo>
                  <a:pt x="964216" y="1140524"/>
                </a:lnTo>
                <a:cubicBezTo>
                  <a:pt x="964216" y="1141762"/>
                  <a:pt x="963263" y="1142714"/>
                  <a:pt x="962025" y="1142714"/>
                </a:cubicBezTo>
                <a:lnTo>
                  <a:pt x="941261" y="1142714"/>
                </a:lnTo>
                <a:cubicBezTo>
                  <a:pt x="940022" y="1142714"/>
                  <a:pt x="939070" y="1141762"/>
                  <a:pt x="939070" y="1140524"/>
                </a:cubicBezTo>
                <a:lnTo>
                  <a:pt x="939070" y="1130522"/>
                </a:lnTo>
                <a:close/>
                <a:moveTo>
                  <a:pt x="268415" y="3089624"/>
                </a:moveTo>
                <a:lnTo>
                  <a:pt x="268415" y="3070860"/>
                </a:lnTo>
                <a:cubicBezTo>
                  <a:pt x="268415" y="3068765"/>
                  <a:pt x="270129" y="3067050"/>
                  <a:pt x="272225" y="3067050"/>
                </a:cubicBezTo>
                <a:lnTo>
                  <a:pt x="290989" y="3067050"/>
                </a:lnTo>
                <a:cubicBezTo>
                  <a:pt x="293084" y="3067050"/>
                  <a:pt x="294799" y="3068765"/>
                  <a:pt x="294799" y="3070860"/>
                </a:cubicBezTo>
                <a:lnTo>
                  <a:pt x="294799" y="3089624"/>
                </a:lnTo>
                <a:cubicBezTo>
                  <a:pt x="294799" y="3091720"/>
                  <a:pt x="293084" y="3093434"/>
                  <a:pt x="290989" y="3093434"/>
                </a:cubicBezTo>
                <a:lnTo>
                  <a:pt x="272225" y="3093434"/>
                </a:lnTo>
                <a:cubicBezTo>
                  <a:pt x="270129" y="3093434"/>
                  <a:pt x="268415" y="3091720"/>
                  <a:pt x="268415" y="3089624"/>
                </a:cubicBezTo>
                <a:close/>
                <a:moveTo>
                  <a:pt x="268415" y="3140297"/>
                </a:moveTo>
                <a:lnTo>
                  <a:pt x="268415" y="3121533"/>
                </a:lnTo>
                <a:cubicBezTo>
                  <a:pt x="268415" y="3119438"/>
                  <a:pt x="270129" y="3117723"/>
                  <a:pt x="272225" y="3117723"/>
                </a:cubicBezTo>
                <a:lnTo>
                  <a:pt x="290989" y="3117723"/>
                </a:lnTo>
                <a:cubicBezTo>
                  <a:pt x="293084" y="3117723"/>
                  <a:pt x="294799" y="3119438"/>
                  <a:pt x="294799" y="3121533"/>
                </a:cubicBezTo>
                <a:lnTo>
                  <a:pt x="294799" y="3140297"/>
                </a:lnTo>
                <a:cubicBezTo>
                  <a:pt x="294799" y="3142393"/>
                  <a:pt x="293084" y="3144107"/>
                  <a:pt x="290989" y="3144107"/>
                </a:cubicBezTo>
                <a:lnTo>
                  <a:pt x="272225" y="3144107"/>
                </a:lnTo>
                <a:cubicBezTo>
                  <a:pt x="270129" y="3144107"/>
                  <a:pt x="268415" y="3142393"/>
                  <a:pt x="268415" y="3140297"/>
                </a:cubicBezTo>
                <a:close/>
                <a:moveTo>
                  <a:pt x="1428178" y="3574352"/>
                </a:moveTo>
                <a:lnTo>
                  <a:pt x="1423416" y="3574352"/>
                </a:lnTo>
                <a:lnTo>
                  <a:pt x="1423416" y="3559683"/>
                </a:lnTo>
                <a:lnTo>
                  <a:pt x="1428178" y="3559683"/>
                </a:lnTo>
                <a:lnTo>
                  <a:pt x="1428178" y="3574352"/>
                </a:lnTo>
                <a:close/>
                <a:moveTo>
                  <a:pt x="917924" y="1217486"/>
                </a:moveTo>
                <a:lnTo>
                  <a:pt x="917734" y="1240346"/>
                </a:lnTo>
                <a:lnTo>
                  <a:pt x="882968" y="1240346"/>
                </a:lnTo>
                <a:cubicBezTo>
                  <a:pt x="882968" y="1240346"/>
                  <a:pt x="882491" y="1239488"/>
                  <a:pt x="882110" y="1239107"/>
                </a:cubicBezTo>
                <a:lnTo>
                  <a:pt x="870680" y="1227677"/>
                </a:lnTo>
                <a:cubicBezTo>
                  <a:pt x="868775" y="1225772"/>
                  <a:pt x="865442" y="1225772"/>
                  <a:pt x="863537" y="1227677"/>
                </a:cubicBezTo>
                <a:lnTo>
                  <a:pt x="852107" y="1239107"/>
                </a:lnTo>
                <a:cubicBezTo>
                  <a:pt x="852107" y="1239107"/>
                  <a:pt x="851535" y="1239869"/>
                  <a:pt x="851345" y="1240346"/>
                </a:cubicBezTo>
                <a:lnTo>
                  <a:pt x="829913" y="1240346"/>
                </a:lnTo>
                <a:cubicBezTo>
                  <a:pt x="829913" y="1240346"/>
                  <a:pt x="828961" y="1240441"/>
                  <a:pt x="828580" y="1240727"/>
                </a:cubicBezTo>
                <a:lnTo>
                  <a:pt x="687991" y="1335119"/>
                </a:lnTo>
                <a:cubicBezTo>
                  <a:pt x="685800" y="1333214"/>
                  <a:pt x="683038" y="1331976"/>
                  <a:pt x="679895" y="1331976"/>
                </a:cubicBezTo>
                <a:cubicBezTo>
                  <a:pt x="673037" y="1331976"/>
                  <a:pt x="667512" y="1337501"/>
                  <a:pt x="667512" y="1344359"/>
                </a:cubicBezTo>
                <a:cubicBezTo>
                  <a:pt x="667512" y="1351217"/>
                  <a:pt x="673132" y="1356741"/>
                  <a:pt x="679895" y="1356741"/>
                </a:cubicBezTo>
                <a:cubicBezTo>
                  <a:pt x="686657" y="1356741"/>
                  <a:pt x="692277" y="1351121"/>
                  <a:pt x="692277" y="1344359"/>
                </a:cubicBezTo>
                <a:cubicBezTo>
                  <a:pt x="692277" y="1342358"/>
                  <a:pt x="691706" y="1340549"/>
                  <a:pt x="690848" y="1338834"/>
                </a:cubicBezTo>
                <a:lnTo>
                  <a:pt x="830580" y="1245013"/>
                </a:lnTo>
                <a:lnTo>
                  <a:pt x="851249" y="1245013"/>
                </a:lnTo>
                <a:cubicBezTo>
                  <a:pt x="851249" y="1245013"/>
                  <a:pt x="851726" y="1245870"/>
                  <a:pt x="852011" y="1246251"/>
                </a:cubicBezTo>
                <a:lnTo>
                  <a:pt x="863441" y="1257681"/>
                </a:lnTo>
                <a:cubicBezTo>
                  <a:pt x="864394" y="1258634"/>
                  <a:pt x="865727" y="1259205"/>
                  <a:pt x="867061" y="1259205"/>
                </a:cubicBezTo>
                <a:cubicBezTo>
                  <a:pt x="868394" y="1259205"/>
                  <a:pt x="869633" y="1258729"/>
                  <a:pt x="870680" y="1257681"/>
                </a:cubicBezTo>
                <a:lnTo>
                  <a:pt x="882110" y="1246251"/>
                </a:lnTo>
                <a:cubicBezTo>
                  <a:pt x="882110" y="1246251"/>
                  <a:pt x="882682" y="1245489"/>
                  <a:pt x="882968" y="1245013"/>
                </a:cubicBezTo>
                <a:lnTo>
                  <a:pt x="920020" y="1245013"/>
                </a:lnTo>
                <a:cubicBezTo>
                  <a:pt x="921353" y="1245013"/>
                  <a:pt x="922401" y="1243965"/>
                  <a:pt x="922401" y="1242632"/>
                </a:cubicBezTo>
                <a:lnTo>
                  <a:pt x="922687" y="1218438"/>
                </a:lnTo>
                <a:lnTo>
                  <a:pt x="1006412" y="1145286"/>
                </a:lnTo>
                <a:cubicBezTo>
                  <a:pt x="1008507" y="1146810"/>
                  <a:pt x="1010888" y="1147858"/>
                  <a:pt x="1013555" y="1147858"/>
                </a:cubicBezTo>
                <a:cubicBezTo>
                  <a:pt x="1013746" y="1147858"/>
                  <a:pt x="1013841" y="1147858"/>
                  <a:pt x="1014032" y="1147858"/>
                </a:cubicBezTo>
                <a:cubicBezTo>
                  <a:pt x="1020890" y="1147572"/>
                  <a:pt x="1026224" y="1141857"/>
                  <a:pt x="1025938" y="1134999"/>
                </a:cubicBezTo>
                <a:lnTo>
                  <a:pt x="1025938" y="1134999"/>
                </a:lnTo>
                <a:cubicBezTo>
                  <a:pt x="1025652" y="1128141"/>
                  <a:pt x="1019937" y="1122807"/>
                  <a:pt x="1013079" y="1123093"/>
                </a:cubicBezTo>
                <a:cubicBezTo>
                  <a:pt x="1006221" y="1123379"/>
                  <a:pt x="1000887" y="1129094"/>
                  <a:pt x="1001173" y="1135952"/>
                </a:cubicBezTo>
                <a:cubicBezTo>
                  <a:pt x="1001173" y="1138142"/>
                  <a:pt x="1002125" y="1140143"/>
                  <a:pt x="1003173" y="1141857"/>
                </a:cubicBezTo>
                <a:lnTo>
                  <a:pt x="918686" y="1215581"/>
                </a:lnTo>
                <a:cubicBezTo>
                  <a:pt x="918210" y="1216057"/>
                  <a:pt x="917924" y="1216628"/>
                  <a:pt x="917829" y="1217390"/>
                </a:cubicBezTo>
                <a:close/>
                <a:moveTo>
                  <a:pt x="679895" y="1352074"/>
                </a:moveTo>
                <a:cubicBezTo>
                  <a:pt x="675704" y="1352074"/>
                  <a:pt x="672275" y="1348645"/>
                  <a:pt x="672275" y="1344454"/>
                </a:cubicBezTo>
                <a:cubicBezTo>
                  <a:pt x="672275" y="1340263"/>
                  <a:pt x="675704" y="1336834"/>
                  <a:pt x="679895" y="1336834"/>
                </a:cubicBezTo>
                <a:cubicBezTo>
                  <a:pt x="684086" y="1336834"/>
                  <a:pt x="687515" y="1340263"/>
                  <a:pt x="687515" y="1344454"/>
                </a:cubicBezTo>
                <a:cubicBezTo>
                  <a:pt x="687515" y="1348645"/>
                  <a:pt x="684086" y="1352074"/>
                  <a:pt x="679895" y="1352074"/>
                </a:cubicBezTo>
                <a:close/>
                <a:moveTo>
                  <a:pt x="866966" y="1254347"/>
                </a:moveTo>
                <a:lnTo>
                  <a:pt x="855536" y="1242917"/>
                </a:lnTo>
                <a:cubicBezTo>
                  <a:pt x="855536" y="1242917"/>
                  <a:pt x="855440" y="1242632"/>
                  <a:pt x="855536" y="1242441"/>
                </a:cubicBezTo>
                <a:lnTo>
                  <a:pt x="867442" y="1231011"/>
                </a:lnTo>
                <a:lnTo>
                  <a:pt x="878872" y="1242917"/>
                </a:lnTo>
                <a:lnTo>
                  <a:pt x="866966" y="1254347"/>
                </a:lnTo>
                <a:close/>
                <a:moveTo>
                  <a:pt x="1013365" y="1127855"/>
                </a:moveTo>
                <a:cubicBezTo>
                  <a:pt x="1013365" y="1127855"/>
                  <a:pt x="1013555" y="1127855"/>
                  <a:pt x="1013651" y="1127855"/>
                </a:cubicBezTo>
                <a:cubicBezTo>
                  <a:pt x="1017746" y="1127855"/>
                  <a:pt x="1021175" y="1131094"/>
                  <a:pt x="1021271" y="1135190"/>
                </a:cubicBezTo>
                <a:cubicBezTo>
                  <a:pt x="1021461" y="1139381"/>
                  <a:pt x="1018127" y="1143000"/>
                  <a:pt x="1013936" y="1143095"/>
                </a:cubicBezTo>
                <a:cubicBezTo>
                  <a:pt x="1009650" y="1143286"/>
                  <a:pt x="1006126" y="1139952"/>
                  <a:pt x="1006031" y="1135761"/>
                </a:cubicBezTo>
                <a:cubicBezTo>
                  <a:pt x="1005840" y="1131570"/>
                  <a:pt x="1009174" y="1127951"/>
                  <a:pt x="1013365" y="1127855"/>
                </a:cubicBezTo>
                <a:close/>
                <a:moveTo>
                  <a:pt x="82010" y="2757011"/>
                </a:moveTo>
                <a:cubicBezTo>
                  <a:pt x="86297" y="2751392"/>
                  <a:pt x="94298" y="2750344"/>
                  <a:pt x="99917" y="2754535"/>
                </a:cubicBezTo>
                <a:cubicBezTo>
                  <a:pt x="105537" y="2758821"/>
                  <a:pt x="106585" y="2766822"/>
                  <a:pt x="102394" y="2772442"/>
                </a:cubicBezTo>
                <a:cubicBezTo>
                  <a:pt x="98108" y="2778062"/>
                  <a:pt x="90107" y="2779109"/>
                  <a:pt x="84487" y="2774918"/>
                </a:cubicBezTo>
                <a:cubicBezTo>
                  <a:pt x="78867" y="2770632"/>
                  <a:pt x="77819" y="2762631"/>
                  <a:pt x="82010" y="2757011"/>
                </a:cubicBezTo>
                <a:close/>
                <a:moveTo>
                  <a:pt x="2502503" y="642652"/>
                </a:moveTo>
                <a:cubicBezTo>
                  <a:pt x="2506790" y="648272"/>
                  <a:pt x="2505647" y="656273"/>
                  <a:pt x="2500027" y="660559"/>
                </a:cubicBezTo>
                <a:cubicBezTo>
                  <a:pt x="2494407" y="664845"/>
                  <a:pt x="2486406" y="663702"/>
                  <a:pt x="2482120" y="658082"/>
                </a:cubicBezTo>
                <a:cubicBezTo>
                  <a:pt x="2477834" y="652463"/>
                  <a:pt x="2478977" y="644462"/>
                  <a:pt x="2484596" y="640175"/>
                </a:cubicBezTo>
                <a:cubicBezTo>
                  <a:pt x="2490216" y="635889"/>
                  <a:pt x="2498217" y="637032"/>
                  <a:pt x="2502503" y="642652"/>
                </a:cubicBezTo>
                <a:close/>
                <a:moveTo>
                  <a:pt x="2502313" y="606552"/>
                </a:moveTo>
                <a:cubicBezTo>
                  <a:pt x="2506599" y="612172"/>
                  <a:pt x="2505456" y="620173"/>
                  <a:pt x="2499836" y="624459"/>
                </a:cubicBezTo>
                <a:cubicBezTo>
                  <a:pt x="2494217" y="628745"/>
                  <a:pt x="2486216" y="627602"/>
                  <a:pt x="2481929" y="621983"/>
                </a:cubicBezTo>
                <a:cubicBezTo>
                  <a:pt x="2477643" y="616363"/>
                  <a:pt x="2478786" y="608362"/>
                  <a:pt x="2484406" y="604076"/>
                </a:cubicBezTo>
                <a:cubicBezTo>
                  <a:pt x="2490026" y="599789"/>
                  <a:pt x="2498027" y="600932"/>
                  <a:pt x="2502313" y="606552"/>
                </a:cubicBezTo>
                <a:close/>
                <a:moveTo>
                  <a:pt x="2502789" y="678752"/>
                </a:moveTo>
                <a:cubicBezTo>
                  <a:pt x="2507075" y="684371"/>
                  <a:pt x="2505932" y="692372"/>
                  <a:pt x="2500313" y="696659"/>
                </a:cubicBezTo>
                <a:cubicBezTo>
                  <a:pt x="2494693" y="700945"/>
                  <a:pt x="2486692" y="699802"/>
                  <a:pt x="2482405" y="694182"/>
                </a:cubicBezTo>
                <a:cubicBezTo>
                  <a:pt x="2478119" y="688562"/>
                  <a:pt x="2479262" y="680561"/>
                  <a:pt x="2484882" y="676275"/>
                </a:cubicBezTo>
                <a:cubicBezTo>
                  <a:pt x="2490502" y="671989"/>
                  <a:pt x="2498503" y="673132"/>
                  <a:pt x="2502789" y="678752"/>
                </a:cubicBezTo>
                <a:close/>
                <a:moveTo>
                  <a:pt x="2446973" y="4080510"/>
                </a:moveTo>
                <a:lnTo>
                  <a:pt x="2604040" y="4080129"/>
                </a:lnTo>
                <a:cubicBezTo>
                  <a:pt x="2604326" y="4081653"/>
                  <a:pt x="2604992" y="4083082"/>
                  <a:pt x="2605945" y="4084320"/>
                </a:cubicBezTo>
                <a:lnTo>
                  <a:pt x="2605945" y="4084320"/>
                </a:lnTo>
                <a:cubicBezTo>
                  <a:pt x="2608136" y="4087178"/>
                  <a:pt x="2611374" y="4088702"/>
                  <a:pt x="2614708" y="4088702"/>
                </a:cubicBezTo>
                <a:cubicBezTo>
                  <a:pt x="2616994" y="4088702"/>
                  <a:pt x="2619280" y="4087940"/>
                  <a:pt x="2621280" y="4086511"/>
                </a:cubicBezTo>
                <a:cubicBezTo>
                  <a:pt x="2626043" y="4082892"/>
                  <a:pt x="2627090" y="4075938"/>
                  <a:pt x="2623376" y="4071176"/>
                </a:cubicBezTo>
                <a:cubicBezTo>
                  <a:pt x="2621661" y="4068794"/>
                  <a:pt x="2619089" y="4067366"/>
                  <a:pt x="2616137" y="4066889"/>
                </a:cubicBezTo>
                <a:cubicBezTo>
                  <a:pt x="2613184" y="4066509"/>
                  <a:pt x="2610326" y="4067270"/>
                  <a:pt x="2608040" y="4068985"/>
                </a:cubicBezTo>
                <a:cubicBezTo>
                  <a:pt x="2605945" y="4070604"/>
                  <a:pt x="2604611" y="4072890"/>
                  <a:pt x="2604135" y="4075367"/>
                </a:cubicBezTo>
                <a:lnTo>
                  <a:pt x="2445734" y="4075748"/>
                </a:lnTo>
                <a:lnTo>
                  <a:pt x="2444496" y="4075748"/>
                </a:lnTo>
                <a:lnTo>
                  <a:pt x="2426780" y="4102132"/>
                </a:lnTo>
                <a:lnTo>
                  <a:pt x="2298954" y="4101942"/>
                </a:lnTo>
                <a:lnTo>
                  <a:pt x="2298954" y="4106704"/>
                </a:lnTo>
                <a:cubicBezTo>
                  <a:pt x="2298954" y="4106704"/>
                  <a:pt x="2429351" y="4106894"/>
                  <a:pt x="2429351" y="4106894"/>
                </a:cubicBezTo>
                <a:lnTo>
                  <a:pt x="2447068" y="4080510"/>
                </a:lnTo>
                <a:close/>
                <a:moveTo>
                  <a:pt x="2610898" y="4072795"/>
                </a:moveTo>
                <a:cubicBezTo>
                  <a:pt x="2612231" y="4071842"/>
                  <a:pt x="2613851" y="4071366"/>
                  <a:pt x="2615470" y="4071557"/>
                </a:cubicBezTo>
                <a:cubicBezTo>
                  <a:pt x="2617089" y="4071747"/>
                  <a:pt x="2618518" y="4072604"/>
                  <a:pt x="2619566" y="4073938"/>
                </a:cubicBezTo>
                <a:cubicBezTo>
                  <a:pt x="2621661" y="4076700"/>
                  <a:pt x="2621090" y="4080510"/>
                  <a:pt x="2618327" y="4082605"/>
                </a:cubicBezTo>
                <a:cubicBezTo>
                  <a:pt x="2615565" y="4084606"/>
                  <a:pt x="2611755" y="4084130"/>
                  <a:pt x="2609660" y="4081367"/>
                </a:cubicBezTo>
                <a:cubicBezTo>
                  <a:pt x="2607564" y="4078605"/>
                  <a:pt x="2608136" y="4074795"/>
                  <a:pt x="2610898" y="4072700"/>
                </a:cubicBezTo>
                <a:close/>
                <a:moveTo>
                  <a:pt x="2555938" y="562737"/>
                </a:moveTo>
                <a:cubicBezTo>
                  <a:pt x="2557367" y="555879"/>
                  <a:pt x="2564035" y="551402"/>
                  <a:pt x="2570988" y="552736"/>
                </a:cubicBezTo>
                <a:cubicBezTo>
                  <a:pt x="2577846" y="554165"/>
                  <a:pt x="2582323" y="560832"/>
                  <a:pt x="2580989" y="567785"/>
                </a:cubicBezTo>
                <a:cubicBezTo>
                  <a:pt x="2579656" y="574739"/>
                  <a:pt x="2572893" y="579120"/>
                  <a:pt x="2565940" y="577787"/>
                </a:cubicBezTo>
                <a:cubicBezTo>
                  <a:pt x="2558987" y="576453"/>
                  <a:pt x="2554605" y="569690"/>
                  <a:pt x="2555938" y="562737"/>
                </a:cubicBezTo>
                <a:close/>
                <a:moveTo>
                  <a:pt x="2503265" y="750951"/>
                </a:moveTo>
                <a:cubicBezTo>
                  <a:pt x="2507552" y="756571"/>
                  <a:pt x="2506409" y="764572"/>
                  <a:pt x="2500789" y="768858"/>
                </a:cubicBezTo>
                <a:cubicBezTo>
                  <a:pt x="2495169" y="773144"/>
                  <a:pt x="2487168" y="772001"/>
                  <a:pt x="2482882" y="766382"/>
                </a:cubicBezTo>
                <a:cubicBezTo>
                  <a:pt x="2478596" y="760762"/>
                  <a:pt x="2479738" y="752761"/>
                  <a:pt x="2485359" y="748475"/>
                </a:cubicBezTo>
                <a:cubicBezTo>
                  <a:pt x="2490978" y="744188"/>
                  <a:pt x="2498979" y="745331"/>
                  <a:pt x="2503265" y="750951"/>
                </a:cubicBezTo>
                <a:close/>
                <a:moveTo>
                  <a:pt x="2158175" y="975741"/>
                </a:moveTo>
                <a:cubicBezTo>
                  <a:pt x="2158175" y="980504"/>
                  <a:pt x="2154365" y="984314"/>
                  <a:pt x="2149602" y="984314"/>
                </a:cubicBezTo>
                <a:cubicBezTo>
                  <a:pt x="2144840" y="984314"/>
                  <a:pt x="2141030" y="980504"/>
                  <a:pt x="2141030" y="975741"/>
                </a:cubicBezTo>
                <a:cubicBezTo>
                  <a:pt x="2141030" y="970979"/>
                  <a:pt x="2144840" y="967169"/>
                  <a:pt x="2149602" y="967169"/>
                </a:cubicBezTo>
                <a:cubicBezTo>
                  <a:pt x="2154365" y="967169"/>
                  <a:pt x="2158175" y="970979"/>
                  <a:pt x="2158175" y="975741"/>
                </a:cubicBezTo>
                <a:close/>
                <a:moveTo>
                  <a:pt x="84963" y="2702719"/>
                </a:moveTo>
                <a:cubicBezTo>
                  <a:pt x="79343" y="2698433"/>
                  <a:pt x="78296" y="2690432"/>
                  <a:pt x="82487" y="2684812"/>
                </a:cubicBezTo>
                <a:cubicBezTo>
                  <a:pt x="86773" y="2679192"/>
                  <a:pt x="94774" y="2678144"/>
                  <a:pt x="100394" y="2682335"/>
                </a:cubicBezTo>
                <a:cubicBezTo>
                  <a:pt x="106013" y="2686622"/>
                  <a:pt x="107061" y="2694623"/>
                  <a:pt x="102870" y="2700242"/>
                </a:cubicBezTo>
                <a:cubicBezTo>
                  <a:pt x="98584" y="2705862"/>
                  <a:pt x="90583" y="2706910"/>
                  <a:pt x="84963" y="2702719"/>
                </a:cubicBezTo>
                <a:close/>
                <a:moveTo>
                  <a:pt x="2502980" y="714851"/>
                </a:moveTo>
                <a:cubicBezTo>
                  <a:pt x="2507266" y="720471"/>
                  <a:pt x="2506123" y="728472"/>
                  <a:pt x="2500503" y="732758"/>
                </a:cubicBezTo>
                <a:cubicBezTo>
                  <a:pt x="2494884" y="737045"/>
                  <a:pt x="2486882" y="735902"/>
                  <a:pt x="2482596" y="730282"/>
                </a:cubicBezTo>
                <a:cubicBezTo>
                  <a:pt x="2478310" y="724662"/>
                  <a:pt x="2479453" y="716661"/>
                  <a:pt x="2485073" y="712375"/>
                </a:cubicBezTo>
                <a:cubicBezTo>
                  <a:pt x="2490692" y="708089"/>
                  <a:pt x="2498693" y="709232"/>
                  <a:pt x="2502980" y="714851"/>
                </a:cubicBezTo>
                <a:close/>
                <a:moveTo>
                  <a:pt x="3100673" y="4384548"/>
                </a:moveTo>
                <a:cubicBezTo>
                  <a:pt x="3100673" y="4384548"/>
                  <a:pt x="3101626" y="4384644"/>
                  <a:pt x="3102007" y="4384644"/>
                </a:cubicBezTo>
                <a:cubicBezTo>
                  <a:pt x="3106007" y="4384644"/>
                  <a:pt x="3109532" y="4381881"/>
                  <a:pt x="3110579" y="4377976"/>
                </a:cubicBezTo>
                <a:lnTo>
                  <a:pt x="3114675" y="4377976"/>
                </a:lnTo>
                <a:lnTo>
                  <a:pt x="3114675" y="4373213"/>
                </a:lnTo>
                <a:lnTo>
                  <a:pt x="3110675" y="4373213"/>
                </a:lnTo>
                <a:cubicBezTo>
                  <a:pt x="3109722" y="4369880"/>
                  <a:pt x="3106960" y="4367213"/>
                  <a:pt x="3103245" y="4366641"/>
                </a:cubicBezTo>
                <a:cubicBezTo>
                  <a:pt x="3100864" y="4366260"/>
                  <a:pt x="3098483" y="4366832"/>
                  <a:pt x="3096482" y="4368356"/>
                </a:cubicBezTo>
                <a:cubicBezTo>
                  <a:pt x="3094577" y="4369785"/>
                  <a:pt x="3093244" y="4371880"/>
                  <a:pt x="3092863" y="4374261"/>
                </a:cubicBezTo>
                <a:cubicBezTo>
                  <a:pt x="3092101" y="4379214"/>
                  <a:pt x="3095530" y="4383786"/>
                  <a:pt x="3100483" y="4384548"/>
                </a:cubicBezTo>
                <a:close/>
                <a:moveTo>
                  <a:pt x="3102007" y="4371213"/>
                </a:moveTo>
                <a:cubicBezTo>
                  <a:pt x="3102007" y="4371213"/>
                  <a:pt x="3102388" y="4371213"/>
                  <a:pt x="3102674" y="4371213"/>
                </a:cubicBezTo>
                <a:cubicBezTo>
                  <a:pt x="3105055" y="4371594"/>
                  <a:pt x="3106674" y="4373785"/>
                  <a:pt x="3106293" y="4376071"/>
                </a:cubicBezTo>
                <a:cubicBezTo>
                  <a:pt x="3105912" y="4378452"/>
                  <a:pt x="3103721" y="4380071"/>
                  <a:pt x="3101435" y="4379690"/>
                </a:cubicBezTo>
                <a:cubicBezTo>
                  <a:pt x="3099054" y="4379310"/>
                  <a:pt x="3097435" y="4377119"/>
                  <a:pt x="3097816" y="4374833"/>
                </a:cubicBezTo>
                <a:cubicBezTo>
                  <a:pt x="3098102" y="4372737"/>
                  <a:pt x="3100007" y="4371118"/>
                  <a:pt x="3102102" y="4371118"/>
                </a:cubicBezTo>
                <a:close/>
                <a:moveTo>
                  <a:pt x="2158175" y="887349"/>
                </a:moveTo>
                <a:cubicBezTo>
                  <a:pt x="2158175" y="892112"/>
                  <a:pt x="2154365" y="895922"/>
                  <a:pt x="2149602" y="895922"/>
                </a:cubicBezTo>
                <a:cubicBezTo>
                  <a:pt x="2144840" y="895922"/>
                  <a:pt x="2141030" y="892112"/>
                  <a:pt x="2141030" y="887349"/>
                </a:cubicBezTo>
                <a:cubicBezTo>
                  <a:pt x="2141030" y="882587"/>
                  <a:pt x="2144840" y="878777"/>
                  <a:pt x="2149602" y="878777"/>
                </a:cubicBezTo>
                <a:cubicBezTo>
                  <a:pt x="2154365" y="878777"/>
                  <a:pt x="2158175" y="882587"/>
                  <a:pt x="2158175" y="887349"/>
                </a:cubicBezTo>
                <a:close/>
                <a:moveTo>
                  <a:pt x="2452688" y="634175"/>
                </a:moveTo>
                <a:cubicBezTo>
                  <a:pt x="2447925" y="635127"/>
                  <a:pt x="2444305" y="638747"/>
                  <a:pt x="2443067" y="643128"/>
                </a:cubicBezTo>
                <a:lnTo>
                  <a:pt x="2391918" y="643128"/>
                </a:lnTo>
                <a:lnTo>
                  <a:pt x="2268379" y="745141"/>
                </a:lnTo>
                <a:cubicBezTo>
                  <a:pt x="2267712" y="744474"/>
                  <a:pt x="2267236" y="743712"/>
                  <a:pt x="2266474" y="743141"/>
                </a:cubicBezTo>
                <a:cubicBezTo>
                  <a:pt x="2264093" y="741521"/>
                  <a:pt x="2261330" y="740664"/>
                  <a:pt x="2258568" y="740664"/>
                </a:cubicBezTo>
                <a:cubicBezTo>
                  <a:pt x="2257806" y="740664"/>
                  <a:pt x="2256949" y="740664"/>
                  <a:pt x="2256092" y="740854"/>
                </a:cubicBezTo>
                <a:cubicBezTo>
                  <a:pt x="2252472" y="741521"/>
                  <a:pt x="2249234" y="743522"/>
                  <a:pt x="2247138" y="746570"/>
                </a:cubicBezTo>
                <a:cubicBezTo>
                  <a:pt x="2245043" y="749618"/>
                  <a:pt x="2244185" y="753332"/>
                  <a:pt x="2244852" y="756952"/>
                </a:cubicBezTo>
                <a:cubicBezTo>
                  <a:pt x="2246186" y="764477"/>
                  <a:pt x="2253425" y="769525"/>
                  <a:pt x="2260949" y="768191"/>
                </a:cubicBezTo>
                <a:cubicBezTo>
                  <a:pt x="2268474" y="766858"/>
                  <a:pt x="2273522" y="759619"/>
                  <a:pt x="2272189" y="752094"/>
                </a:cubicBezTo>
                <a:cubicBezTo>
                  <a:pt x="2272189" y="751904"/>
                  <a:pt x="2271998" y="751713"/>
                  <a:pt x="2271903" y="751427"/>
                </a:cubicBezTo>
                <a:lnTo>
                  <a:pt x="2394490" y="650272"/>
                </a:lnTo>
                <a:lnTo>
                  <a:pt x="2443067" y="650272"/>
                </a:lnTo>
                <a:cubicBezTo>
                  <a:pt x="2444877" y="656558"/>
                  <a:pt x="2451259" y="660559"/>
                  <a:pt x="2457736" y="659225"/>
                </a:cubicBezTo>
                <a:cubicBezTo>
                  <a:pt x="2464594" y="657797"/>
                  <a:pt x="2469071" y="651129"/>
                  <a:pt x="2467737" y="644176"/>
                </a:cubicBezTo>
                <a:cubicBezTo>
                  <a:pt x="2466309" y="637318"/>
                  <a:pt x="2459641" y="632841"/>
                  <a:pt x="2452688" y="634175"/>
                </a:cubicBezTo>
                <a:close/>
                <a:moveTo>
                  <a:pt x="2259711" y="761048"/>
                </a:moveTo>
                <a:cubicBezTo>
                  <a:pt x="2259711" y="761048"/>
                  <a:pt x="2258949" y="761143"/>
                  <a:pt x="2258568" y="761143"/>
                </a:cubicBezTo>
                <a:cubicBezTo>
                  <a:pt x="2255330" y="761143"/>
                  <a:pt x="2252567" y="758857"/>
                  <a:pt x="2251901" y="755618"/>
                </a:cubicBezTo>
                <a:cubicBezTo>
                  <a:pt x="2251615" y="753809"/>
                  <a:pt x="2251901" y="752094"/>
                  <a:pt x="2253044" y="750570"/>
                </a:cubicBezTo>
                <a:cubicBezTo>
                  <a:pt x="2254091" y="749141"/>
                  <a:pt x="2255615" y="748094"/>
                  <a:pt x="2257425" y="747808"/>
                </a:cubicBezTo>
                <a:cubicBezTo>
                  <a:pt x="2261045" y="747141"/>
                  <a:pt x="2264569" y="749618"/>
                  <a:pt x="2265236" y="753237"/>
                </a:cubicBezTo>
                <a:cubicBezTo>
                  <a:pt x="2265902" y="756857"/>
                  <a:pt x="2263426" y="760381"/>
                  <a:pt x="2259806" y="761048"/>
                </a:cubicBezTo>
                <a:close/>
                <a:moveTo>
                  <a:pt x="2189417" y="886873"/>
                </a:moveTo>
                <a:lnTo>
                  <a:pt x="2169128" y="886587"/>
                </a:lnTo>
                <a:cubicBezTo>
                  <a:pt x="2169033" y="882682"/>
                  <a:pt x="2167700" y="878967"/>
                  <a:pt x="2165318" y="875824"/>
                </a:cubicBezTo>
                <a:cubicBezTo>
                  <a:pt x="2161508" y="870585"/>
                  <a:pt x="2155603" y="867823"/>
                  <a:pt x="2149507" y="867823"/>
                </a:cubicBezTo>
                <a:cubicBezTo>
                  <a:pt x="2145506" y="867823"/>
                  <a:pt x="2141411" y="869061"/>
                  <a:pt x="2137982" y="871633"/>
                </a:cubicBezTo>
                <a:cubicBezTo>
                  <a:pt x="2133791" y="874681"/>
                  <a:pt x="2131028" y="879253"/>
                  <a:pt x="2130266" y="884396"/>
                </a:cubicBezTo>
                <a:cubicBezTo>
                  <a:pt x="2129504" y="889540"/>
                  <a:pt x="2130743" y="894683"/>
                  <a:pt x="2133791" y="898874"/>
                </a:cubicBezTo>
                <a:cubicBezTo>
                  <a:pt x="2140172" y="907542"/>
                  <a:pt x="2152460" y="909447"/>
                  <a:pt x="2161127" y="903065"/>
                </a:cubicBezTo>
                <a:cubicBezTo>
                  <a:pt x="2164366" y="900684"/>
                  <a:pt x="2166747" y="897446"/>
                  <a:pt x="2167985" y="893731"/>
                </a:cubicBezTo>
                <a:lnTo>
                  <a:pt x="2187131" y="894017"/>
                </a:lnTo>
                <a:lnTo>
                  <a:pt x="2205609" y="906494"/>
                </a:lnTo>
                <a:lnTo>
                  <a:pt x="2371916" y="906494"/>
                </a:lnTo>
                <a:lnTo>
                  <a:pt x="2393918" y="885158"/>
                </a:lnTo>
                <a:lnTo>
                  <a:pt x="2457641" y="885158"/>
                </a:lnTo>
                <a:lnTo>
                  <a:pt x="2479643" y="862394"/>
                </a:lnTo>
                <a:lnTo>
                  <a:pt x="2479643" y="800100"/>
                </a:lnTo>
                <a:lnTo>
                  <a:pt x="2468118" y="791337"/>
                </a:lnTo>
                <a:cubicBezTo>
                  <a:pt x="2468880" y="789242"/>
                  <a:pt x="2469166" y="786860"/>
                  <a:pt x="2468690" y="784479"/>
                </a:cubicBezTo>
                <a:cubicBezTo>
                  <a:pt x="2467261" y="777621"/>
                  <a:pt x="2460593" y="773144"/>
                  <a:pt x="2453640" y="774478"/>
                </a:cubicBezTo>
                <a:cubicBezTo>
                  <a:pt x="2446782" y="775907"/>
                  <a:pt x="2442305" y="782574"/>
                  <a:pt x="2443639" y="789527"/>
                </a:cubicBezTo>
                <a:cubicBezTo>
                  <a:pt x="2445068" y="796385"/>
                  <a:pt x="2451735" y="800862"/>
                  <a:pt x="2458688" y="799529"/>
                </a:cubicBezTo>
                <a:cubicBezTo>
                  <a:pt x="2460688" y="799148"/>
                  <a:pt x="2462403" y="798290"/>
                  <a:pt x="2463832" y="797147"/>
                </a:cubicBezTo>
                <a:lnTo>
                  <a:pt x="2472500" y="803720"/>
                </a:lnTo>
                <a:lnTo>
                  <a:pt x="2472500" y="859536"/>
                </a:lnTo>
                <a:lnTo>
                  <a:pt x="2454593" y="878110"/>
                </a:lnTo>
                <a:lnTo>
                  <a:pt x="2390966" y="878110"/>
                </a:lnTo>
                <a:lnTo>
                  <a:pt x="2368963" y="899446"/>
                </a:lnTo>
                <a:lnTo>
                  <a:pt x="2207800" y="899446"/>
                </a:lnTo>
                <a:lnTo>
                  <a:pt x="2189321" y="886968"/>
                </a:lnTo>
                <a:close/>
                <a:moveTo>
                  <a:pt x="2156841" y="897350"/>
                </a:moveTo>
                <a:cubicBezTo>
                  <a:pt x="2154650" y="898970"/>
                  <a:pt x="2152079" y="899732"/>
                  <a:pt x="2149507" y="899732"/>
                </a:cubicBezTo>
                <a:cubicBezTo>
                  <a:pt x="2145697" y="899732"/>
                  <a:pt x="2141982" y="898017"/>
                  <a:pt x="2139506" y="894683"/>
                </a:cubicBezTo>
                <a:cubicBezTo>
                  <a:pt x="2137505" y="892016"/>
                  <a:pt x="2136743" y="888778"/>
                  <a:pt x="2137220" y="885444"/>
                </a:cubicBezTo>
                <a:cubicBezTo>
                  <a:pt x="2137696" y="882206"/>
                  <a:pt x="2139506" y="879253"/>
                  <a:pt x="2142173" y="877348"/>
                </a:cubicBezTo>
                <a:cubicBezTo>
                  <a:pt x="2147697" y="873347"/>
                  <a:pt x="2155412" y="874490"/>
                  <a:pt x="2159508" y="880015"/>
                </a:cubicBezTo>
                <a:cubicBezTo>
                  <a:pt x="2161508" y="882682"/>
                  <a:pt x="2162270" y="885920"/>
                  <a:pt x="2161794" y="889254"/>
                </a:cubicBezTo>
                <a:cubicBezTo>
                  <a:pt x="2161318" y="892493"/>
                  <a:pt x="2159508" y="895350"/>
                  <a:pt x="2156841" y="897350"/>
                </a:cubicBezTo>
                <a:close/>
                <a:moveTo>
                  <a:pt x="2611946" y="4103180"/>
                </a:moveTo>
                <a:cubicBezTo>
                  <a:pt x="2609755" y="4104799"/>
                  <a:pt x="2608517" y="4107180"/>
                  <a:pt x="2607945" y="4109561"/>
                </a:cubicBezTo>
                <a:lnTo>
                  <a:pt x="2488883" y="4109561"/>
                </a:lnTo>
                <a:cubicBezTo>
                  <a:pt x="2488883" y="4109561"/>
                  <a:pt x="2471166" y="4135946"/>
                  <a:pt x="2471166" y="4135946"/>
                </a:cubicBezTo>
                <a:lnTo>
                  <a:pt x="2368868" y="4135946"/>
                </a:lnTo>
                <a:cubicBezTo>
                  <a:pt x="2367725" y="4130993"/>
                  <a:pt x="2363438" y="4127183"/>
                  <a:pt x="2358104" y="4127183"/>
                </a:cubicBezTo>
                <a:cubicBezTo>
                  <a:pt x="2351913" y="4127183"/>
                  <a:pt x="2346865" y="4132231"/>
                  <a:pt x="2346865" y="4138422"/>
                </a:cubicBezTo>
                <a:cubicBezTo>
                  <a:pt x="2346865" y="4144613"/>
                  <a:pt x="2351913" y="4149662"/>
                  <a:pt x="2358104" y="4149662"/>
                </a:cubicBezTo>
                <a:cubicBezTo>
                  <a:pt x="2363438" y="4149662"/>
                  <a:pt x="2367725" y="4145852"/>
                  <a:pt x="2368868" y="4140803"/>
                </a:cubicBezTo>
                <a:lnTo>
                  <a:pt x="2473738" y="4140803"/>
                </a:lnTo>
                <a:cubicBezTo>
                  <a:pt x="2473738" y="4140803"/>
                  <a:pt x="2491454" y="4114324"/>
                  <a:pt x="2491454" y="4114324"/>
                </a:cubicBezTo>
                <a:lnTo>
                  <a:pt x="2607945" y="4114324"/>
                </a:lnTo>
                <a:cubicBezTo>
                  <a:pt x="2608326" y="4115848"/>
                  <a:pt x="2608898" y="4117277"/>
                  <a:pt x="2609850" y="4118515"/>
                </a:cubicBezTo>
                <a:lnTo>
                  <a:pt x="2609850" y="4118515"/>
                </a:lnTo>
                <a:cubicBezTo>
                  <a:pt x="2612041" y="4121372"/>
                  <a:pt x="2615279" y="4122896"/>
                  <a:pt x="2618613" y="4122896"/>
                </a:cubicBezTo>
                <a:cubicBezTo>
                  <a:pt x="2620899" y="4122896"/>
                  <a:pt x="2623185" y="4122134"/>
                  <a:pt x="2625185" y="4120705"/>
                </a:cubicBezTo>
                <a:cubicBezTo>
                  <a:pt x="2630043" y="4117086"/>
                  <a:pt x="2630900" y="4110133"/>
                  <a:pt x="2627281" y="4105370"/>
                </a:cubicBezTo>
                <a:cubicBezTo>
                  <a:pt x="2625471" y="4102989"/>
                  <a:pt x="2622995" y="4101560"/>
                  <a:pt x="2620042" y="4101084"/>
                </a:cubicBezTo>
                <a:cubicBezTo>
                  <a:pt x="2617184" y="4100703"/>
                  <a:pt x="2614232" y="4101465"/>
                  <a:pt x="2611946" y="4103180"/>
                </a:cubicBezTo>
                <a:close/>
                <a:moveTo>
                  <a:pt x="2358104" y="4144804"/>
                </a:moveTo>
                <a:cubicBezTo>
                  <a:pt x="2354485" y="4144804"/>
                  <a:pt x="2351627" y="4141851"/>
                  <a:pt x="2351627" y="4138327"/>
                </a:cubicBezTo>
                <a:cubicBezTo>
                  <a:pt x="2351627" y="4134803"/>
                  <a:pt x="2354580" y="4131850"/>
                  <a:pt x="2358104" y="4131850"/>
                </a:cubicBezTo>
                <a:cubicBezTo>
                  <a:pt x="2361629" y="4131850"/>
                  <a:pt x="2364581" y="4134803"/>
                  <a:pt x="2364581" y="4138327"/>
                </a:cubicBezTo>
                <a:cubicBezTo>
                  <a:pt x="2364581" y="4141851"/>
                  <a:pt x="2361629" y="4144804"/>
                  <a:pt x="2358104" y="4144804"/>
                </a:cubicBezTo>
                <a:close/>
                <a:moveTo>
                  <a:pt x="2622233" y="4116800"/>
                </a:moveTo>
                <a:cubicBezTo>
                  <a:pt x="2619470" y="4118801"/>
                  <a:pt x="2615660" y="4118324"/>
                  <a:pt x="2613565" y="4115562"/>
                </a:cubicBezTo>
                <a:cubicBezTo>
                  <a:pt x="2611469" y="4112800"/>
                  <a:pt x="2612041" y="4108990"/>
                  <a:pt x="2614803" y="4106894"/>
                </a:cubicBezTo>
                <a:cubicBezTo>
                  <a:pt x="2616137" y="4105847"/>
                  <a:pt x="2617756" y="4105466"/>
                  <a:pt x="2619375" y="4105656"/>
                </a:cubicBezTo>
                <a:cubicBezTo>
                  <a:pt x="2620994" y="4105847"/>
                  <a:pt x="2622423" y="4106704"/>
                  <a:pt x="2623471" y="4108037"/>
                </a:cubicBezTo>
                <a:cubicBezTo>
                  <a:pt x="2625567" y="4110800"/>
                  <a:pt x="2624995" y="4114610"/>
                  <a:pt x="2622233" y="4116705"/>
                </a:cubicBezTo>
                <a:close/>
                <a:moveTo>
                  <a:pt x="3107436" y="4275487"/>
                </a:moveTo>
                <a:lnTo>
                  <a:pt x="3114770" y="4275487"/>
                </a:lnTo>
                <a:cubicBezTo>
                  <a:pt x="3114770" y="4275487"/>
                  <a:pt x="3114770" y="4270724"/>
                  <a:pt x="3114770" y="4270724"/>
                </a:cubicBezTo>
                <a:lnTo>
                  <a:pt x="3109436" y="4270724"/>
                </a:lnTo>
                <a:cubicBezTo>
                  <a:pt x="3109436" y="4270724"/>
                  <a:pt x="3034094" y="4191572"/>
                  <a:pt x="3034094" y="4191572"/>
                </a:cubicBezTo>
                <a:lnTo>
                  <a:pt x="3034094" y="4180618"/>
                </a:lnTo>
                <a:cubicBezTo>
                  <a:pt x="3039999" y="4178903"/>
                  <a:pt x="3043333" y="4172903"/>
                  <a:pt x="3041618" y="4167092"/>
                </a:cubicBezTo>
                <a:cubicBezTo>
                  <a:pt x="3039999" y="4161282"/>
                  <a:pt x="3033903" y="4157948"/>
                  <a:pt x="3028093" y="4159568"/>
                </a:cubicBezTo>
                <a:cubicBezTo>
                  <a:pt x="3022283" y="4161187"/>
                  <a:pt x="3018949" y="4167283"/>
                  <a:pt x="3020568" y="4173093"/>
                </a:cubicBezTo>
                <a:cubicBezTo>
                  <a:pt x="3021806" y="4177284"/>
                  <a:pt x="3025330" y="4180142"/>
                  <a:pt x="3029426" y="4180713"/>
                </a:cubicBezTo>
                <a:lnTo>
                  <a:pt x="3029426" y="4193381"/>
                </a:lnTo>
                <a:cubicBezTo>
                  <a:pt x="3029426" y="4193381"/>
                  <a:pt x="3107436" y="4275392"/>
                  <a:pt x="3107436" y="4275392"/>
                </a:cubicBezTo>
                <a:close/>
                <a:moveTo>
                  <a:pt x="3025140" y="4171760"/>
                </a:moveTo>
                <a:cubicBezTo>
                  <a:pt x="3024664" y="4170140"/>
                  <a:pt x="3024854" y="4168521"/>
                  <a:pt x="3025712" y="4167092"/>
                </a:cubicBezTo>
                <a:cubicBezTo>
                  <a:pt x="3026474" y="4165663"/>
                  <a:pt x="3027807" y="4164616"/>
                  <a:pt x="3029426" y="4164140"/>
                </a:cubicBezTo>
                <a:cubicBezTo>
                  <a:pt x="3029998" y="4163949"/>
                  <a:pt x="3030569" y="4163854"/>
                  <a:pt x="3031141" y="4163854"/>
                </a:cubicBezTo>
                <a:cubicBezTo>
                  <a:pt x="3033808" y="4163854"/>
                  <a:pt x="3036284" y="4165663"/>
                  <a:pt x="3037046" y="4168330"/>
                </a:cubicBezTo>
                <a:cubicBezTo>
                  <a:pt x="3037999" y="4171569"/>
                  <a:pt x="3036094" y="4175093"/>
                  <a:pt x="3032760" y="4175951"/>
                </a:cubicBezTo>
                <a:cubicBezTo>
                  <a:pt x="3029522" y="4176903"/>
                  <a:pt x="3025997" y="4174998"/>
                  <a:pt x="3025140" y="4171664"/>
                </a:cubicBezTo>
                <a:close/>
                <a:moveTo>
                  <a:pt x="697135" y="2100834"/>
                </a:moveTo>
                <a:lnTo>
                  <a:pt x="706850" y="2092357"/>
                </a:lnTo>
                <a:cubicBezTo>
                  <a:pt x="707993" y="2091404"/>
                  <a:pt x="709708" y="2091500"/>
                  <a:pt x="710660" y="2092643"/>
                </a:cubicBezTo>
                <a:lnTo>
                  <a:pt x="719138" y="2102358"/>
                </a:lnTo>
                <a:cubicBezTo>
                  <a:pt x="720090" y="2103501"/>
                  <a:pt x="719995" y="2105216"/>
                  <a:pt x="718852" y="2106168"/>
                </a:cubicBezTo>
                <a:lnTo>
                  <a:pt x="709136" y="2114645"/>
                </a:lnTo>
                <a:cubicBezTo>
                  <a:pt x="707993" y="2115598"/>
                  <a:pt x="706279" y="2115503"/>
                  <a:pt x="705326" y="2114360"/>
                </a:cubicBezTo>
                <a:lnTo>
                  <a:pt x="696849" y="2104644"/>
                </a:lnTo>
                <a:cubicBezTo>
                  <a:pt x="695897" y="2103501"/>
                  <a:pt x="695992" y="2101787"/>
                  <a:pt x="697135" y="2100834"/>
                </a:cubicBezTo>
                <a:close/>
                <a:moveTo>
                  <a:pt x="3028379" y="4092321"/>
                </a:moveTo>
                <a:cubicBezTo>
                  <a:pt x="3022568" y="4093940"/>
                  <a:pt x="3019235" y="4100036"/>
                  <a:pt x="3020854" y="4105847"/>
                </a:cubicBezTo>
                <a:cubicBezTo>
                  <a:pt x="3021616" y="4108704"/>
                  <a:pt x="3023521" y="4110990"/>
                  <a:pt x="3026093" y="4112419"/>
                </a:cubicBezTo>
                <a:cubicBezTo>
                  <a:pt x="3027236" y="4113086"/>
                  <a:pt x="3028474" y="4113371"/>
                  <a:pt x="3029712" y="4113562"/>
                </a:cubicBezTo>
                <a:lnTo>
                  <a:pt x="3029712" y="4126135"/>
                </a:lnTo>
                <a:cubicBezTo>
                  <a:pt x="3029712" y="4126135"/>
                  <a:pt x="3114770" y="4216242"/>
                  <a:pt x="3114770" y="4216242"/>
                </a:cubicBezTo>
                <a:lnTo>
                  <a:pt x="3114770" y="4209288"/>
                </a:lnTo>
                <a:lnTo>
                  <a:pt x="3034379" y="4124230"/>
                </a:lnTo>
                <a:lnTo>
                  <a:pt x="3034379" y="4113276"/>
                </a:lnTo>
                <a:cubicBezTo>
                  <a:pt x="3040190" y="4111562"/>
                  <a:pt x="3043619" y="4105561"/>
                  <a:pt x="3041904" y="4099751"/>
                </a:cubicBezTo>
                <a:lnTo>
                  <a:pt x="3041904" y="4099751"/>
                </a:lnTo>
                <a:cubicBezTo>
                  <a:pt x="3040285" y="4093940"/>
                  <a:pt x="3034189" y="4090607"/>
                  <a:pt x="3028379" y="4092226"/>
                </a:cubicBezTo>
                <a:close/>
                <a:moveTo>
                  <a:pt x="3033046" y="4108799"/>
                </a:moveTo>
                <a:cubicBezTo>
                  <a:pt x="3031427" y="4109276"/>
                  <a:pt x="3029807" y="4109085"/>
                  <a:pt x="3028379" y="4108228"/>
                </a:cubicBezTo>
                <a:cubicBezTo>
                  <a:pt x="3026950" y="4107466"/>
                  <a:pt x="3025902" y="4106132"/>
                  <a:pt x="3025426" y="4104513"/>
                </a:cubicBezTo>
                <a:cubicBezTo>
                  <a:pt x="3024473" y="4101275"/>
                  <a:pt x="3026378" y="4097750"/>
                  <a:pt x="3029712" y="4096893"/>
                </a:cubicBezTo>
                <a:cubicBezTo>
                  <a:pt x="3030284" y="4096703"/>
                  <a:pt x="3030855" y="4096607"/>
                  <a:pt x="3031427" y="4096607"/>
                </a:cubicBezTo>
                <a:cubicBezTo>
                  <a:pt x="3034094" y="4096607"/>
                  <a:pt x="3036570" y="4098417"/>
                  <a:pt x="3037427" y="4101084"/>
                </a:cubicBezTo>
                <a:cubicBezTo>
                  <a:pt x="3038380" y="4104323"/>
                  <a:pt x="3036475" y="4107847"/>
                  <a:pt x="3033141" y="4108704"/>
                </a:cubicBezTo>
                <a:close/>
                <a:moveTo>
                  <a:pt x="117062" y="2704243"/>
                </a:moveTo>
                <a:cubicBezTo>
                  <a:pt x="118491" y="2697385"/>
                  <a:pt x="125159" y="2692908"/>
                  <a:pt x="132112" y="2694242"/>
                </a:cubicBezTo>
                <a:cubicBezTo>
                  <a:pt x="138970" y="2695670"/>
                  <a:pt x="143447" y="2702338"/>
                  <a:pt x="142113" y="2709291"/>
                </a:cubicBezTo>
                <a:cubicBezTo>
                  <a:pt x="140780" y="2716244"/>
                  <a:pt x="134017" y="2720626"/>
                  <a:pt x="127064" y="2719292"/>
                </a:cubicBezTo>
                <a:cubicBezTo>
                  <a:pt x="120110" y="2717959"/>
                  <a:pt x="115729" y="2711196"/>
                  <a:pt x="117062" y="2704243"/>
                </a:cubicBezTo>
                <a:close/>
                <a:moveTo>
                  <a:pt x="2558415" y="4205669"/>
                </a:moveTo>
                <a:lnTo>
                  <a:pt x="2568321" y="4205669"/>
                </a:lnTo>
                <a:cubicBezTo>
                  <a:pt x="2570417" y="4205669"/>
                  <a:pt x="2572226" y="4203954"/>
                  <a:pt x="2572226" y="4201763"/>
                </a:cubicBezTo>
                <a:lnTo>
                  <a:pt x="2572226" y="4191857"/>
                </a:lnTo>
                <a:cubicBezTo>
                  <a:pt x="2572226" y="4189762"/>
                  <a:pt x="2570512" y="4187952"/>
                  <a:pt x="2568321" y="4187952"/>
                </a:cubicBezTo>
                <a:lnTo>
                  <a:pt x="2558415" y="4187952"/>
                </a:lnTo>
                <a:cubicBezTo>
                  <a:pt x="2556320" y="4187952"/>
                  <a:pt x="2554510" y="4189667"/>
                  <a:pt x="2554510" y="4191857"/>
                </a:cubicBezTo>
                <a:lnTo>
                  <a:pt x="2554510" y="4194429"/>
                </a:lnTo>
                <a:lnTo>
                  <a:pt x="2519744" y="4194429"/>
                </a:lnTo>
                <a:lnTo>
                  <a:pt x="2497074" y="4172807"/>
                </a:lnTo>
                <a:cubicBezTo>
                  <a:pt x="2498122" y="4171379"/>
                  <a:pt x="2498884" y="4169759"/>
                  <a:pt x="2499170" y="4168045"/>
                </a:cubicBezTo>
                <a:cubicBezTo>
                  <a:pt x="2499551" y="4165187"/>
                  <a:pt x="2498788" y="4162235"/>
                  <a:pt x="2497074" y="4159949"/>
                </a:cubicBezTo>
                <a:cubicBezTo>
                  <a:pt x="2495360" y="4157567"/>
                  <a:pt x="2492788" y="4156138"/>
                  <a:pt x="2489835" y="4155662"/>
                </a:cubicBezTo>
                <a:cubicBezTo>
                  <a:pt x="2486882" y="4155186"/>
                  <a:pt x="2484025" y="4156043"/>
                  <a:pt x="2481739" y="4157758"/>
                </a:cubicBezTo>
                <a:cubicBezTo>
                  <a:pt x="2479358" y="4159568"/>
                  <a:pt x="2477929" y="4162139"/>
                  <a:pt x="2477548" y="4164997"/>
                </a:cubicBezTo>
                <a:cubicBezTo>
                  <a:pt x="2477167" y="4167854"/>
                  <a:pt x="2477929" y="4170807"/>
                  <a:pt x="2479643" y="4173093"/>
                </a:cubicBezTo>
                <a:lnTo>
                  <a:pt x="2479643" y="4173093"/>
                </a:lnTo>
                <a:cubicBezTo>
                  <a:pt x="2481834" y="4175951"/>
                  <a:pt x="2485073" y="4177475"/>
                  <a:pt x="2488406" y="4177475"/>
                </a:cubicBezTo>
                <a:cubicBezTo>
                  <a:pt x="2490216" y="4177475"/>
                  <a:pt x="2491930" y="4176903"/>
                  <a:pt x="2493550" y="4176046"/>
                </a:cubicBezTo>
                <a:lnTo>
                  <a:pt x="2517172" y="4198525"/>
                </a:lnTo>
                <a:cubicBezTo>
                  <a:pt x="2517172" y="4198525"/>
                  <a:pt x="2518220" y="4199192"/>
                  <a:pt x="2518791" y="4199192"/>
                </a:cubicBezTo>
                <a:lnTo>
                  <a:pt x="2554510" y="4199192"/>
                </a:lnTo>
                <a:lnTo>
                  <a:pt x="2554510" y="4201763"/>
                </a:lnTo>
                <a:cubicBezTo>
                  <a:pt x="2554510" y="4203859"/>
                  <a:pt x="2556224" y="4205669"/>
                  <a:pt x="2558415" y="4205669"/>
                </a:cubicBezTo>
                <a:close/>
                <a:moveTo>
                  <a:pt x="2492026" y="4171474"/>
                </a:moveTo>
                <a:cubicBezTo>
                  <a:pt x="2489263" y="4173569"/>
                  <a:pt x="2485454" y="4172998"/>
                  <a:pt x="2483358" y="4170236"/>
                </a:cubicBezTo>
                <a:cubicBezTo>
                  <a:pt x="2482405" y="4168902"/>
                  <a:pt x="2481929" y="4167283"/>
                  <a:pt x="2482120" y="4165663"/>
                </a:cubicBezTo>
                <a:cubicBezTo>
                  <a:pt x="2482310" y="4164044"/>
                  <a:pt x="2483168" y="4162616"/>
                  <a:pt x="2484501" y="4161568"/>
                </a:cubicBezTo>
                <a:cubicBezTo>
                  <a:pt x="2485835" y="4160615"/>
                  <a:pt x="2487454" y="4160044"/>
                  <a:pt x="2489073" y="4160425"/>
                </a:cubicBezTo>
                <a:cubicBezTo>
                  <a:pt x="2490692" y="4160615"/>
                  <a:pt x="2492121" y="4161473"/>
                  <a:pt x="2493169" y="4162806"/>
                </a:cubicBezTo>
                <a:cubicBezTo>
                  <a:pt x="2494121" y="4164140"/>
                  <a:pt x="2494598" y="4165759"/>
                  <a:pt x="2494407" y="4167378"/>
                </a:cubicBezTo>
                <a:cubicBezTo>
                  <a:pt x="2494217" y="4168997"/>
                  <a:pt x="2493359" y="4170426"/>
                  <a:pt x="2492026" y="4171474"/>
                </a:cubicBezTo>
                <a:close/>
                <a:moveTo>
                  <a:pt x="3045143" y="3975545"/>
                </a:moveTo>
                <a:lnTo>
                  <a:pt x="3007138" y="3975545"/>
                </a:lnTo>
                <a:cubicBezTo>
                  <a:pt x="3001232" y="3975545"/>
                  <a:pt x="2996375" y="3980402"/>
                  <a:pt x="2996375" y="3986308"/>
                </a:cubicBezTo>
                <a:cubicBezTo>
                  <a:pt x="2996375" y="3992213"/>
                  <a:pt x="3001232" y="3997071"/>
                  <a:pt x="3007138" y="3997071"/>
                </a:cubicBezTo>
                <a:lnTo>
                  <a:pt x="3051715" y="3997071"/>
                </a:lnTo>
                <a:lnTo>
                  <a:pt x="3051715" y="4003834"/>
                </a:lnTo>
                <a:cubicBezTo>
                  <a:pt x="3051715" y="4005167"/>
                  <a:pt x="3052763" y="4006215"/>
                  <a:pt x="3054096" y="4006215"/>
                </a:cubicBezTo>
                <a:lnTo>
                  <a:pt x="3062097" y="4006215"/>
                </a:lnTo>
                <a:cubicBezTo>
                  <a:pt x="3063430" y="4006215"/>
                  <a:pt x="3064478" y="4005167"/>
                  <a:pt x="3064478" y="4003834"/>
                </a:cubicBezTo>
                <a:lnTo>
                  <a:pt x="3064478" y="3997071"/>
                </a:lnTo>
                <a:lnTo>
                  <a:pt x="3072098" y="3997071"/>
                </a:lnTo>
                <a:lnTo>
                  <a:pt x="3072098" y="4003834"/>
                </a:lnTo>
                <a:cubicBezTo>
                  <a:pt x="3072098" y="4005167"/>
                  <a:pt x="3073146" y="4006215"/>
                  <a:pt x="3074480" y="4006215"/>
                </a:cubicBezTo>
                <a:lnTo>
                  <a:pt x="3082480" y="4006215"/>
                </a:lnTo>
                <a:cubicBezTo>
                  <a:pt x="3083814" y="4006215"/>
                  <a:pt x="3084862" y="4005167"/>
                  <a:pt x="3084862" y="4003834"/>
                </a:cubicBezTo>
                <a:lnTo>
                  <a:pt x="3084862" y="3997071"/>
                </a:lnTo>
                <a:lnTo>
                  <a:pt x="3114866" y="3997071"/>
                </a:lnTo>
                <a:lnTo>
                  <a:pt x="3114866" y="3992309"/>
                </a:lnTo>
                <a:lnTo>
                  <a:pt x="3084862" y="3992309"/>
                </a:lnTo>
                <a:lnTo>
                  <a:pt x="3084862" y="3985546"/>
                </a:lnTo>
                <a:cubicBezTo>
                  <a:pt x="3084862" y="3984212"/>
                  <a:pt x="3083814" y="3983165"/>
                  <a:pt x="3082480" y="3983165"/>
                </a:cubicBezTo>
                <a:lnTo>
                  <a:pt x="3074480" y="3983165"/>
                </a:lnTo>
                <a:cubicBezTo>
                  <a:pt x="3073146" y="3983165"/>
                  <a:pt x="3072098" y="3984212"/>
                  <a:pt x="3072098" y="3985546"/>
                </a:cubicBezTo>
                <a:lnTo>
                  <a:pt x="3072098" y="3992309"/>
                </a:lnTo>
                <a:lnTo>
                  <a:pt x="3064478" y="3992309"/>
                </a:lnTo>
                <a:lnTo>
                  <a:pt x="3064478" y="3985546"/>
                </a:lnTo>
                <a:cubicBezTo>
                  <a:pt x="3064478" y="3984212"/>
                  <a:pt x="3063430" y="3983165"/>
                  <a:pt x="3062097" y="3983165"/>
                </a:cubicBezTo>
                <a:lnTo>
                  <a:pt x="3054096" y="3983165"/>
                </a:lnTo>
                <a:cubicBezTo>
                  <a:pt x="3052763" y="3983165"/>
                  <a:pt x="3051715" y="3984212"/>
                  <a:pt x="3051715" y="3985546"/>
                </a:cubicBezTo>
                <a:lnTo>
                  <a:pt x="3051715" y="3992213"/>
                </a:lnTo>
                <a:lnTo>
                  <a:pt x="3007138" y="3992213"/>
                </a:lnTo>
                <a:cubicBezTo>
                  <a:pt x="3003804" y="3992213"/>
                  <a:pt x="3001137" y="3989546"/>
                  <a:pt x="3001137" y="3986213"/>
                </a:cubicBezTo>
                <a:cubicBezTo>
                  <a:pt x="3001137" y="3982879"/>
                  <a:pt x="3003804" y="3980212"/>
                  <a:pt x="3007138" y="3980212"/>
                </a:cubicBezTo>
                <a:lnTo>
                  <a:pt x="3045143" y="3980212"/>
                </a:lnTo>
                <a:cubicBezTo>
                  <a:pt x="3051048" y="3980212"/>
                  <a:pt x="3055906" y="3975354"/>
                  <a:pt x="3055906" y="3969449"/>
                </a:cubicBezTo>
                <a:cubicBezTo>
                  <a:pt x="3055906" y="3963543"/>
                  <a:pt x="3051048" y="3958685"/>
                  <a:pt x="3045143" y="3958685"/>
                </a:cubicBezTo>
                <a:lnTo>
                  <a:pt x="3007138" y="3958685"/>
                </a:lnTo>
                <a:cubicBezTo>
                  <a:pt x="3003804" y="3958685"/>
                  <a:pt x="3001137" y="3956018"/>
                  <a:pt x="3001137" y="3952685"/>
                </a:cubicBezTo>
                <a:cubicBezTo>
                  <a:pt x="3001137" y="3949351"/>
                  <a:pt x="3003804" y="3946684"/>
                  <a:pt x="3007138" y="3946684"/>
                </a:cubicBezTo>
                <a:lnTo>
                  <a:pt x="3045143" y="3946684"/>
                </a:lnTo>
                <a:cubicBezTo>
                  <a:pt x="3051048" y="3946684"/>
                  <a:pt x="3055906" y="3941826"/>
                  <a:pt x="3055906" y="3935921"/>
                </a:cubicBezTo>
                <a:cubicBezTo>
                  <a:pt x="3055906" y="3930015"/>
                  <a:pt x="3051048" y="3925157"/>
                  <a:pt x="3045143" y="3925157"/>
                </a:cubicBezTo>
                <a:lnTo>
                  <a:pt x="3002661" y="3925157"/>
                </a:lnTo>
                <a:lnTo>
                  <a:pt x="3002661" y="3918395"/>
                </a:lnTo>
                <a:cubicBezTo>
                  <a:pt x="3002661" y="3917061"/>
                  <a:pt x="3001613" y="3916013"/>
                  <a:pt x="3000280" y="3916013"/>
                </a:cubicBezTo>
                <a:lnTo>
                  <a:pt x="2992279" y="3916013"/>
                </a:lnTo>
                <a:cubicBezTo>
                  <a:pt x="2990945" y="3916013"/>
                  <a:pt x="2989898" y="3917061"/>
                  <a:pt x="2989898" y="3918395"/>
                </a:cubicBezTo>
                <a:lnTo>
                  <a:pt x="2989898" y="3936587"/>
                </a:lnTo>
                <a:cubicBezTo>
                  <a:pt x="2989898" y="3937921"/>
                  <a:pt x="2990945" y="3938969"/>
                  <a:pt x="2992279" y="3938969"/>
                </a:cubicBezTo>
                <a:lnTo>
                  <a:pt x="3000280" y="3938969"/>
                </a:lnTo>
                <a:cubicBezTo>
                  <a:pt x="3001613" y="3938969"/>
                  <a:pt x="3002661" y="3937921"/>
                  <a:pt x="3002661" y="3936587"/>
                </a:cubicBezTo>
                <a:lnTo>
                  <a:pt x="3002661" y="3929825"/>
                </a:lnTo>
                <a:lnTo>
                  <a:pt x="3045143" y="3929825"/>
                </a:lnTo>
                <a:cubicBezTo>
                  <a:pt x="3048476" y="3929825"/>
                  <a:pt x="3051143" y="3932492"/>
                  <a:pt x="3051143" y="3935825"/>
                </a:cubicBezTo>
                <a:cubicBezTo>
                  <a:pt x="3051143" y="3939159"/>
                  <a:pt x="3048476" y="3941826"/>
                  <a:pt x="3045143" y="3941826"/>
                </a:cubicBezTo>
                <a:lnTo>
                  <a:pt x="3007138" y="3941826"/>
                </a:lnTo>
                <a:cubicBezTo>
                  <a:pt x="3001232" y="3941826"/>
                  <a:pt x="2996375" y="3946684"/>
                  <a:pt x="2996375" y="3952589"/>
                </a:cubicBezTo>
                <a:cubicBezTo>
                  <a:pt x="2996375" y="3958495"/>
                  <a:pt x="3001232" y="3963353"/>
                  <a:pt x="3007138" y="3963353"/>
                </a:cubicBezTo>
                <a:lnTo>
                  <a:pt x="3045143" y="3963353"/>
                </a:lnTo>
                <a:cubicBezTo>
                  <a:pt x="3048476" y="3963353"/>
                  <a:pt x="3051143" y="3966020"/>
                  <a:pt x="3051143" y="3969353"/>
                </a:cubicBezTo>
                <a:cubicBezTo>
                  <a:pt x="3051143" y="3972687"/>
                  <a:pt x="3048476" y="3975354"/>
                  <a:pt x="3045143" y="3975354"/>
                </a:cubicBezTo>
                <a:close/>
                <a:moveTo>
                  <a:pt x="3076861" y="3987927"/>
                </a:moveTo>
                <a:lnTo>
                  <a:pt x="3080099" y="3987927"/>
                </a:lnTo>
                <a:lnTo>
                  <a:pt x="3080099" y="4001357"/>
                </a:lnTo>
                <a:lnTo>
                  <a:pt x="3076861" y="4001357"/>
                </a:lnTo>
                <a:lnTo>
                  <a:pt x="3076861" y="3987927"/>
                </a:lnTo>
                <a:close/>
                <a:moveTo>
                  <a:pt x="3056477" y="3987927"/>
                </a:moveTo>
                <a:lnTo>
                  <a:pt x="3059716" y="3987927"/>
                </a:lnTo>
                <a:lnTo>
                  <a:pt x="3059716" y="4001357"/>
                </a:lnTo>
                <a:lnTo>
                  <a:pt x="3056477" y="4001357"/>
                </a:lnTo>
                <a:lnTo>
                  <a:pt x="3056477" y="3987927"/>
                </a:lnTo>
                <a:close/>
                <a:moveTo>
                  <a:pt x="2997899" y="3934492"/>
                </a:moveTo>
                <a:lnTo>
                  <a:pt x="2994660" y="3934492"/>
                </a:lnTo>
                <a:lnTo>
                  <a:pt x="2994660" y="3921062"/>
                </a:lnTo>
                <a:lnTo>
                  <a:pt x="2997899" y="3921062"/>
                </a:lnTo>
                <a:lnTo>
                  <a:pt x="2997899" y="3934492"/>
                </a:lnTo>
                <a:close/>
                <a:moveTo>
                  <a:pt x="2647569" y="4027646"/>
                </a:moveTo>
                <a:cubicBezTo>
                  <a:pt x="2647569" y="4029742"/>
                  <a:pt x="2649284" y="4031552"/>
                  <a:pt x="2651474" y="4031552"/>
                </a:cubicBezTo>
                <a:lnTo>
                  <a:pt x="2661380" y="4031552"/>
                </a:lnTo>
                <a:cubicBezTo>
                  <a:pt x="2663476" y="4031552"/>
                  <a:pt x="2665286" y="4029837"/>
                  <a:pt x="2665286" y="4027646"/>
                </a:cubicBezTo>
                <a:lnTo>
                  <a:pt x="2665286" y="4017740"/>
                </a:lnTo>
                <a:cubicBezTo>
                  <a:pt x="2665286" y="4015645"/>
                  <a:pt x="2663571" y="4013835"/>
                  <a:pt x="2661380" y="4013835"/>
                </a:cubicBezTo>
                <a:lnTo>
                  <a:pt x="2651474" y="4013835"/>
                </a:lnTo>
                <a:cubicBezTo>
                  <a:pt x="2651474" y="4013835"/>
                  <a:pt x="2650712" y="4013930"/>
                  <a:pt x="2650427" y="4014026"/>
                </a:cubicBezTo>
                <a:lnTo>
                  <a:pt x="2615660" y="3981545"/>
                </a:lnTo>
                <a:lnTo>
                  <a:pt x="2599468" y="3981545"/>
                </a:lnTo>
                <a:cubicBezTo>
                  <a:pt x="2599468" y="3981545"/>
                  <a:pt x="2525554" y="3909727"/>
                  <a:pt x="2525554" y="3909727"/>
                </a:cubicBezTo>
                <a:cubicBezTo>
                  <a:pt x="2526411" y="3908203"/>
                  <a:pt x="2527078" y="3906488"/>
                  <a:pt x="2527078" y="3904584"/>
                </a:cubicBezTo>
                <a:cubicBezTo>
                  <a:pt x="2527078" y="3898773"/>
                  <a:pt x="2522315" y="3894011"/>
                  <a:pt x="2516505" y="3894011"/>
                </a:cubicBezTo>
                <a:cubicBezTo>
                  <a:pt x="2510695" y="3894011"/>
                  <a:pt x="2505932" y="3898773"/>
                  <a:pt x="2505932" y="3904584"/>
                </a:cubicBezTo>
                <a:cubicBezTo>
                  <a:pt x="2505932" y="3910394"/>
                  <a:pt x="2510695" y="3915156"/>
                  <a:pt x="2516505" y="3915156"/>
                </a:cubicBezTo>
                <a:cubicBezTo>
                  <a:pt x="2518696" y="3915156"/>
                  <a:pt x="2520601" y="3914299"/>
                  <a:pt x="2522315" y="3913156"/>
                </a:cubicBezTo>
                <a:lnTo>
                  <a:pt x="2596896" y="3985641"/>
                </a:lnTo>
                <a:lnTo>
                  <a:pt x="2597563" y="3986308"/>
                </a:lnTo>
                <a:lnTo>
                  <a:pt x="2613851" y="3986308"/>
                </a:lnTo>
                <a:cubicBezTo>
                  <a:pt x="2613851" y="3986308"/>
                  <a:pt x="2647664" y="4017836"/>
                  <a:pt x="2647664" y="4017836"/>
                </a:cubicBezTo>
                <a:lnTo>
                  <a:pt x="2647664" y="4027551"/>
                </a:lnTo>
                <a:close/>
                <a:moveTo>
                  <a:pt x="2516410" y="3910394"/>
                </a:moveTo>
                <a:cubicBezTo>
                  <a:pt x="2513171" y="3910394"/>
                  <a:pt x="2510600" y="3907822"/>
                  <a:pt x="2510600" y="3904584"/>
                </a:cubicBezTo>
                <a:cubicBezTo>
                  <a:pt x="2510600" y="3901345"/>
                  <a:pt x="2513171" y="3898773"/>
                  <a:pt x="2516410" y="3898773"/>
                </a:cubicBezTo>
                <a:cubicBezTo>
                  <a:pt x="2519648" y="3898773"/>
                  <a:pt x="2522220" y="3901345"/>
                  <a:pt x="2522220" y="3904584"/>
                </a:cubicBezTo>
                <a:cubicBezTo>
                  <a:pt x="2522220" y="3907822"/>
                  <a:pt x="2519648" y="3910394"/>
                  <a:pt x="2516410" y="3910394"/>
                </a:cubicBezTo>
                <a:close/>
                <a:moveTo>
                  <a:pt x="79724" y="2798255"/>
                </a:moveTo>
                <a:cubicBezTo>
                  <a:pt x="81153" y="2791397"/>
                  <a:pt x="87821" y="2786920"/>
                  <a:pt x="94774" y="2788253"/>
                </a:cubicBezTo>
                <a:cubicBezTo>
                  <a:pt x="101632" y="2789682"/>
                  <a:pt x="106109" y="2796350"/>
                  <a:pt x="104775" y="2803303"/>
                </a:cubicBezTo>
                <a:cubicBezTo>
                  <a:pt x="103346" y="2810161"/>
                  <a:pt x="96679" y="2814638"/>
                  <a:pt x="89726" y="2813304"/>
                </a:cubicBezTo>
                <a:cubicBezTo>
                  <a:pt x="82772" y="2811971"/>
                  <a:pt x="78391" y="2805208"/>
                  <a:pt x="79724" y="2798255"/>
                </a:cubicBezTo>
                <a:close/>
                <a:moveTo>
                  <a:pt x="704374" y="2086832"/>
                </a:moveTo>
                <a:lnTo>
                  <a:pt x="711518" y="2086832"/>
                </a:lnTo>
                <a:lnTo>
                  <a:pt x="711518" y="2091595"/>
                </a:lnTo>
                <a:lnTo>
                  <a:pt x="704374" y="2091595"/>
                </a:lnTo>
                <a:lnTo>
                  <a:pt x="704374" y="2086832"/>
                </a:lnTo>
                <a:close/>
                <a:moveTo>
                  <a:pt x="2553938" y="953167"/>
                </a:moveTo>
                <a:lnTo>
                  <a:pt x="2446592" y="954881"/>
                </a:lnTo>
                <a:cubicBezTo>
                  <a:pt x="2445639" y="954881"/>
                  <a:pt x="2444782" y="955262"/>
                  <a:pt x="2444115" y="955929"/>
                </a:cubicBezTo>
                <a:lnTo>
                  <a:pt x="2415731" y="984504"/>
                </a:lnTo>
                <a:lnTo>
                  <a:pt x="2189607" y="984504"/>
                </a:lnTo>
                <a:lnTo>
                  <a:pt x="2169224" y="973455"/>
                </a:lnTo>
                <a:lnTo>
                  <a:pt x="2168938" y="974027"/>
                </a:lnTo>
                <a:cubicBezTo>
                  <a:pt x="2168652" y="970502"/>
                  <a:pt x="2167414" y="967073"/>
                  <a:pt x="2165318" y="964121"/>
                </a:cubicBezTo>
                <a:cubicBezTo>
                  <a:pt x="2162270" y="959929"/>
                  <a:pt x="2157698" y="957167"/>
                  <a:pt x="2152555" y="956405"/>
                </a:cubicBezTo>
                <a:cubicBezTo>
                  <a:pt x="2151507" y="956215"/>
                  <a:pt x="2150555" y="956215"/>
                  <a:pt x="2149507" y="956215"/>
                </a:cubicBezTo>
                <a:cubicBezTo>
                  <a:pt x="2145411" y="956215"/>
                  <a:pt x="2141411" y="957548"/>
                  <a:pt x="2137982" y="960025"/>
                </a:cubicBezTo>
                <a:cubicBezTo>
                  <a:pt x="2129314" y="966407"/>
                  <a:pt x="2127409" y="978599"/>
                  <a:pt x="2133791" y="987362"/>
                </a:cubicBezTo>
                <a:cubicBezTo>
                  <a:pt x="2140172" y="996029"/>
                  <a:pt x="2152364" y="997934"/>
                  <a:pt x="2161032" y="991552"/>
                </a:cubicBezTo>
                <a:cubicBezTo>
                  <a:pt x="2164556" y="988981"/>
                  <a:pt x="2167033" y="985266"/>
                  <a:pt x="2168176" y="981170"/>
                </a:cubicBezTo>
                <a:lnTo>
                  <a:pt x="2187035" y="991362"/>
                </a:lnTo>
                <a:cubicBezTo>
                  <a:pt x="2187512" y="991648"/>
                  <a:pt x="2188178" y="991743"/>
                  <a:pt x="2188750" y="991743"/>
                </a:cubicBezTo>
                <a:lnTo>
                  <a:pt x="2417255" y="991743"/>
                </a:lnTo>
                <a:cubicBezTo>
                  <a:pt x="2418207" y="991743"/>
                  <a:pt x="2419160" y="991362"/>
                  <a:pt x="2419826" y="990695"/>
                </a:cubicBezTo>
                <a:lnTo>
                  <a:pt x="2448211" y="962120"/>
                </a:lnTo>
                <a:lnTo>
                  <a:pt x="2555653" y="960406"/>
                </a:lnTo>
                <a:cubicBezTo>
                  <a:pt x="2556605" y="960406"/>
                  <a:pt x="2557558" y="959929"/>
                  <a:pt x="2558225" y="959263"/>
                </a:cubicBezTo>
                <a:lnTo>
                  <a:pt x="2579561" y="935641"/>
                </a:lnTo>
                <a:cubicBezTo>
                  <a:pt x="2580132" y="934974"/>
                  <a:pt x="2580513" y="934117"/>
                  <a:pt x="2580513" y="933260"/>
                </a:cubicBezTo>
                <a:lnTo>
                  <a:pt x="2580513" y="873157"/>
                </a:lnTo>
                <a:cubicBezTo>
                  <a:pt x="2580513" y="873157"/>
                  <a:pt x="2580894" y="873157"/>
                  <a:pt x="2581085" y="873157"/>
                </a:cubicBezTo>
                <a:cubicBezTo>
                  <a:pt x="2591372" y="873157"/>
                  <a:pt x="2599849" y="864775"/>
                  <a:pt x="2599849" y="854393"/>
                </a:cubicBezTo>
                <a:cubicBezTo>
                  <a:pt x="2599849" y="849725"/>
                  <a:pt x="2598039" y="845439"/>
                  <a:pt x="2595182" y="842201"/>
                </a:cubicBezTo>
                <a:lnTo>
                  <a:pt x="2669858" y="760095"/>
                </a:lnTo>
                <a:cubicBezTo>
                  <a:pt x="2670429" y="759428"/>
                  <a:pt x="2670810" y="758571"/>
                  <a:pt x="2670810" y="757714"/>
                </a:cubicBezTo>
                <a:lnTo>
                  <a:pt x="2670810" y="643223"/>
                </a:lnTo>
                <a:lnTo>
                  <a:pt x="2675477" y="643223"/>
                </a:lnTo>
                <a:cubicBezTo>
                  <a:pt x="2681764" y="643223"/>
                  <a:pt x="2686907" y="638080"/>
                  <a:pt x="2686907" y="631698"/>
                </a:cubicBezTo>
                <a:lnTo>
                  <a:pt x="2686907" y="580358"/>
                </a:lnTo>
                <a:cubicBezTo>
                  <a:pt x="2686907" y="574072"/>
                  <a:pt x="2681764" y="568833"/>
                  <a:pt x="2675477" y="568833"/>
                </a:cubicBezTo>
                <a:lnTo>
                  <a:pt x="2672048" y="568833"/>
                </a:lnTo>
                <a:lnTo>
                  <a:pt x="2672048" y="490157"/>
                </a:lnTo>
                <a:cubicBezTo>
                  <a:pt x="2677382" y="488537"/>
                  <a:pt x="2681288" y="483870"/>
                  <a:pt x="2681288" y="478060"/>
                </a:cubicBezTo>
                <a:cubicBezTo>
                  <a:pt x="2681288" y="471964"/>
                  <a:pt x="2676906" y="467106"/>
                  <a:pt x="2671191" y="465773"/>
                </a:cubicBezTo>
                <a:lnTo>
                  <a:pt x="2651570" y="442246"/>
                </a:lnTo>
                <a:cubicBezTo>
                  <a:pt x="2650903" y="441484"/>
                  <a:pt x="2649855" y="441008"/>
                  <a:pt x="2648807" y="441008"/>
                </a:cubicBezTo>
                <a:lnTo>
                  <a:pt x="2621090" y="441008"/>
                </a:lnTo>
                <a:lnTo>
                  <a:pt x="2621090" y="379095"/>
                </a:lnTo>
                <a:lnTo>
                  <a:pt x="2646236" y="379095"/>
                </a:lnTo>
                <a:lnTo>
                  <a:pt x="2646236" y="421577"/>
                </a:lnTo>
                <a:cubicBezTo>
                  <a:pt x="2646236" y="423577"/>
                  <a:pt x="2647855" y="425196"/>
                  <a:pt x="2649855" y="425196"/>
                </a:cubicBezTo>
                <a:lnTo>
                  <a:pt x="2683193" y="425196"/>
                </a:lnTo>
                <a:cubicBezTo>
                  <a:pt x="2685193" y="425196"/>
                  <a:pt x="2686812" y="423577"/>
                  <a:pt x="2686812" y="421577"/>
                </a:cubicBezTo>
                <a:lnTo>
                  <a:pt x="2686812" y="380238"/>
                </a:lnTo>
                <a:lnTo>
                  <a:pt x="2712815" y="380238"/>
                </a:lnTo>
                <a:lnTo>
                  <a:pt x="2712815" y="421577"/>
                </a:lnTo>
                <a:cubicBezTo>
                  <a:pt x="2712815" y="423577"/>
                  <a:pt x="2714435" y="425196"/>
                  <a:pt x="2716435" y="425196"/>
                </a:cubicBezTo>
                <a:lnTo>
                  <a:pt x="2748725" y="425196"/>
                </a:lnTo>
                <a:cubicBezTo>
                  <a:pt x="2750725" y="425196"/>
                  <a:pt x="2752344" y="423577"/>
                  <a:pt x="2752344" y="421577"/>
                </a:cubicBezTo>
                <a:lnTo>
                  <a:pt x="2752344" y="380238"/>
                </a:lnTo>
                <a:lnTo>
                  <a:pt x="2779395" y="380238"/>
                </a:lnTo>
                <a:lnTo>
                  <a:pt x="2779395" y="421577"/>
                </a:lnTo>
                <a:cubicBezTo>
                  <a:pt x="2779395" y="423577"/>
                  <a:pt x="2781014" y="425196"/>
                  <a:pt x="2783015" y="425196"/>
                </a:cubicBezTo>
                <a:lnTo>
                  <a:pt x="2815685" y="425196"/>
                </a:lnTo>
                <a:cubicBezTo>
                  <a:pt x="2817686" y="425196"/>
                  <a:pt x="2819305" y="423577"/>
                  <a:pt x="2819305" y="421577"/>
                </a:cubicBezTo>
                <a:lnTo>
                  <a:pt x="2819305" y="379095"/>
                </a:lnTo>
                <a:lnTo>
                  <a:pt x="2845689" y="379095"/>
                </a:lnTo>
                <a:lnTo>
                  <a:pt x="2845689" y="421577"/>
                </a:lnTo>
                <a:cubicBezTo>
                  <a:pt x="2845689" y="423577"/>
                  <a:pt x="2847309" y="425196"/>
                  <a:pt x="2849309" y="425196"/>
                </a:cubicBezTo>
                <a:lnTo>
                  <a:pt x="3011424" y="425196"/>
                </a:lnTo>
                <a:cubicBezTo>
                  <a:pt x="3011424" y="425196"/>
                  <a:pt x="3011615" y="426053"/>
                  <a:pt x="3011805" y="426530"/>
                </a:cubicBezTo>
                <a:cubicBezTo>
                  <a:pt x="3013329" y="430625"/>
                  <a:pt x="3016377" y="433959"/>
                  <a:pt x="3020473" y="435769"/>
                </a:cubicBezTo>
                <a:cubicBezTo>
                  <a:pt x="3022663" y="436721"/>
                  <a:pt x="3024950" y="437198"/>
                  <a:pt x="3027236" y="437198"/>
                </a:cubicBezTo>
                <a:cubicBezTo>
                  <a:pt x="3033522" y="437198"/>
                  <a:pt x="3039523" y="433578"/>
                  <a:pt x="3042285" y="427482"/>
                </a:cubicBezTo>
                <a:cubicBezTo>
                  <a:pt x="3044095" y="423482"/>
                  <a:pt x="3044285" y="419005"/>
                  <a:pt x="3042666" y="414814"/>
                </a:cubicBezTo>
                <a:cubicBezTo>
                  <a:pt x="3041142" y="410718"/>
                  <a:pt x="3038094" y="407384"/>
                  <a:pt x="3033998" y="405575"/>
                </a:cubicBezTo>
                <a:cubicBezTo>
                  <a:pt x="3029998" y="403765"/>
                  <a:pt x="3025521" y="403574"/>
                  <a:pt x="3021330" y="405194"/>
                </a:cubicBezTo>
                <a:cubicBezTo>
                  <a:pt x="3017234" y="406718"/>
                  <a:pt x="3013901" y="409765"/>
                  <a:pt x="3012091" y="413861"/>
                </a:cubicBezTo>
                <a:cubicBezTo>
                  <a:pt x="3011519" y="415195"/>
                  <a:pt x="3011138" y="416624"/>
                  <a:pt x="3010853" y="418052"/>
                </a:cubicBezTo>
                <a:lnTo>
                  <a:pt x="2852738" y="418052"/>
                </a:lnTo>
                <a:lnTo>
                  <a:pt x="2852738" y="375571"/>
                </a:lnTo>
                <a:cubicBezTo>
                  <a:pt x="2852738" y="373571"/>
                  <a:pt x="2851118" y="371951"/>
                  <a:pt x="2849118" y="371951"/>
                </a:cubicBezTo>
                <a:lnTo>
                  <a:pt x="2815590" y="371951"/>
                </a:lnTo>
                <a:cubicBezTo>
                  <a:pt x="2813590" y="371951"/>
                  <a:pt x="2811971" y="373571"/>
                  <a:pt x="2811971" y="375571"/>
                </a:cubicBezTo>
                <a:lnTo>
                  <a:pt x="2811971" y="418052"/>
                </a:lnTo>
                <a:lnTo>
                  <a:pt x="2786444" y="418052"/>
                </a:lnTo>
                <a:lnTo>
                  <a:pt x="2786444" y="376714"/>
                </a:lnTo>
                <a:cubicBezTo>
                  <a:pt x="2786444" y="374714"/>
                  <a:pt x="2784824" y="373094"/>
                  <a:pt x="2782824" y="373094"/>
                </a:cubicBezTo>
                <a:lnTo>
                  <a:pt x="2748629" y="373094"/>
                </a:lnTo>
                <a:cubicBezTo>
                  <a:pt x="2746629" y="373094"/>
                  <a:pt x="2745010" y="374714"/>
                  <a:pt x="2745010" y="376714"/>
                </a:cubicBezTo>
                <a:lnTo>
                  <a:pt x="2745010" y="418052"/>
                </a:lnTo>
                <a:lnTo>
                  <a:pt x="2719864" y="418052"/>
                </a:lnTo>
                <a:lnTo>
                  <a:pt x="2719864" y="376714"/>
                </a:lnTo>
                <a:cubicBezTo>
                  <a:pt x="2719864" y="374714"/>
                  <a:pt x="2718245" y="373094"/>
                  <a:pt x="2716244" y="373094"/>
                </a:cubicBezTo>
                <a:lnTo>
                  <a:pt x="2683097" y="373094"/>
                </a:lnTo>
                <a:cubicBezTo>
                  <a:pt x="2681097" y="373094"/>
                  <a:pt x="2679478" y="374714"/>
                  <a:pt x="2679478" y="376714"/>
                </a:cubicBezTo>
                <a:lnTo>
                  <a:pt x="2679478" y="418052"/>
                </a:lnTo>
                <a:lnTo>
                  <a:pt x="2653284" y="418052"/>
                </a:lnTo>
                <a:lnTo>
                  <a:pt x="2653284" y="375571"/>
                </a:lnTo>
                <a:cubicBezTo>
                  <a:pt x="2653284" y="373571"/>
                  <a:pt x="2651665" y="371951"/>
                  <a:pt x="2649665" y="371951"/>
                </a:cubicBezTo>
                <a:lnTo>
                  <a:pt x="2617375" y="371951"/>
                </a:lnTo>
                <a:cubicBezTo>
                  <a:pt x="2615375" y="371951"/>
                  <a:pt x="2613755" y="373571"/>
                  <a:pt x="2613755" y="375571"/>
                </a:cubicBezTo>
                <a:lnTo>
                  <a:pt x="2613755" y="444627"/>
                </a:lnTo>
                <a:cubicBezTo>
                  <a:pt x="2613755" y="446627"/>
                  <a:pt x="2615375" y="448247"/>
                  <a:pt x="2617375" y="448247"/>
                </a:cubicBezTo>
                <a:lnTo>
                  <a:pt x="2646998" y="448247"/>
                </a:lnTo>
                <a:lnTo>
                  <a:pt x="2662523" y="466915"/>
                </a:lnTo>
                <a:cubicBezTo>
                  <a:pt x="2658428" y="469011"/>
                  <a:pt x="2655475" y="473202"/>
                  <a:pt x="2655475" y="478155"/>
                </a:cubicBezTo>
                <a:cubicBezTo>
                  <a:pt x="2655475" y="483965"/>
                  <a:pt x="2659380" y="488633"/>
                  <a:pt x="2664714" y="490252"/>
                </a:cubicBezTo>
                <a:lnTo>
                  <a:pt x="2664714" y="568928"/>
                </a:lnTo>
                <a:lnTo>
                  <a:pt x="2661285" y="568928"/>
                </a:lnTo>
                <a:cubicBezTo>
                  <a:pt x="2654999" y="568928"/>
                  <a:pt x="2649855" y="574072"/>
                  <a:pt x="2649855" y="580454"/>
                </a:cubicBezTo>
                <a:lnTo>
                  <a:pt x="2649855" y="631793"/>
                </a:lnTo>
                <a:cubicBezTo>
                  <a:pt x="2649855" y="638080"/>
                  <a:pt x="2654999" y="643319"/>
                  <a:pt x="2661285" y="643319"/>
                </a:cubicBezTo>
                <a:lnTo>
                  <a:pt x="2663476" y="643319"/>
                </a:lnTo>
                <a:lnTo>
                  <a:pt x="2663476" y="756380"/>
                </a:lnTo>
                <a:lnTo>
                  <a:pt x="2589371" y="837914"/>
                </a:lnTo>
                <a:cubicBezTo>
                  <a:pt x="2586800" y="836581"/>
                  <a:pt x="2583942" y="835819"/>
                  <a:pt x="2580894" y="835819"/>
                </a:cubicBezTo>
                <a:cubicBezTo>
                  <a:pt x="2570607" y="835819"/>
                  <a:pt x="2562130" y="844201"/>
                  <a:pt x="2562130" y="854583"/>
                </a:cubicBezTo>
                <a:cubicBezTo>
                  <a:pt x="2562130" y="862108"/>
                  <a:pt x="2566702" y="868680"/>
                  <a:pt x="2573179" y="871633"/>
                </a:cubicBezTo>
                <a:lnTo>
                  <a:pt x="2573179" y="932021"/>
                </a:lnTo>
                <a:lnTo>
                  <a:pt x="2553748" y="953452"/>
                </a:lnTo>
                <a:close/>
                <a:moveTo>
                  <a:pt x="2156841" y="985742"/>
                </a:moveTo>
                <a:cubicBezTo>
                  <a:pt x="2154650" y="987362"/>
                  <a:pt x="2152079" y="988124"/>
                  <a:pt x="2149507" y="988124"/>
                </a:cubicBezTo>
                <a:cubicBezTo>
                  <a:pt x="2145697" y="988124"/>
                  <a:pt x="2141887" y="986409"/>
                  <a:pt x="2139506" y="983075"/>
                </a:cubicBezTo>
                <a:cubicBezTo>
                  <a:pt x="2135505" y="977551"/>
                  <a:pt x="2136648" y="969836"/>
                  <a:pt x="2142173" y="965740"/>
                </a:cubicBezTo>
                <a:cubicBezTo>
                  <a:pt x="2144840" y="963740"/>
                  <a:pt x="2148078" y="962977"/>
                  <a:pt x="2151412" y="963454"/>
                </a:cubicBezTo>
                <a:cubicBezTo>
                  <a:pt x="2154650" y="963930"/>
                  <a:pt x="2157508" y="965740"/>
                  <a:pt x="2159508" y="968407"/>
                </a:cubicBezTo>
                <a:cubicBezTo>
                  <a:pt x="2161508" y="971074"/>
                  <a:pt x="2162270" y="974312"/>
                  <a:pt x="2161794" y="977646"/>
                </a:cubicBezTo>
                <a:cubicBezTo>
                  <a:pt x="2161318" y="980885"/>
                  <a:pt x="2159508" y="983837"/>
                  <a:pt x="2156841" y="985742"/>
                </a:cubicBezTo>
                <a:close/>
                <a:moveTo>
                  <a:pt x="3018187" y="416719"/>
                </a:moveTo>
                <a:cubicBezTo>
                  <a:pt x="3019235" y="414433"/>
                  <a:pt x="3021044" y="412718"/>
                  <a:pt x="3023426" y="411861"/>
                </a:cubicBezTo>
                <a:cubicBezTo>
                  <a:pt x="3024473" y="411480"/>
                  <a:pt x="3025617" y="411289"/>
                  <a:pt x="3026759" y="411289"/>
                </a:cubicBezTo>
                <a:cubicBezTo>
                  <a:pt x="3028093" y="411289"/>
                  <a:pt x="3029426" y="411575"/>
                  <a:pt x="3030665" y="412147"/>
                </a:cubicBezTo>
                <a:lnTo>
                  <a:pt x="3030665" y="412147"/>
                </a:lnTo>
                <a:cubicBezTo>
                  <a:pt x="3032951" y="413195"/>
                  <a:pt x="3034665" y="415004"/>
                  <a:pt x="3035522" y="417386"/>
                </a:cubicBezTo>
                <a:cubicBezTo>
                  <a:pt x="3036380" y="419767"/>
                  <a:pt x="3036284" y="422243"/>
                  <a:pt x="3035237" y="424529"/>
                </a:cubicBezTo>
                <a:cubicBezTo>
                  <a:pt x="3034189" y="426815"/>
                  <a:pt x="3032379" y="428530"/>
                  <a:pt x="3029998" y="429387"/>
                </a:cubicBezTo>
                <a:cubicBezTo>
                  <a:pt x="3027617" y="430244"/>
                  <a:pt x="3025140" y="430149"/>
                  <a:pt x="3022854" y="429197"/>
                </a:cubicBezTo>
                <a:cubicBezTo>
                  <a:pt x="3020568" y="428149"/>
                  <a:pt x="3018854" y="426339"/>
                  <a:pt x="3017996" y="423958"/>
                </a:cubicBezTo>
                <a:cubicBezTo>
                  <a:pt x="3017139" y="421577"/>
                  <a:pt x="3017234" y="419100"/>
                  <a:pt x="3018282" y="416814"/>
                </a:cubicBezTo>
                <a:close/>
                <a:moveTo>
                  <a:pt x="2660428" y="478060"/>
                </a:moveTo>
                <a:cubicBezTo>
                  <a:pt x="2660428" y="473583"/>
                  <a:pt x="2664047" y="470059"/>
                  <a:pt x="2668429" y="470059"/>
                </a:cubicBezTo>
                <a:cubicBezTo>
                  <a:pt x="2672810" y="470059"/>
                  <a:pt x="2676430" y="473678"/>
                  <a:pt x="2676430" y="478060"/>
                </a:cubicBezTo>
                <a:cubicBezTo>
                  <a:pt x="2676430" y="482441"/>
                  <a:pt x="2672810" y="486061"/>
                  <a:pt x="2668429" y="486061"/>
                </a:cubicBezTo>
                <a:cubicBezTo>
                  <a:pt x="2664047" y="486061"/>
                  <a:pt x="2660428" y="482441"/>
                  <a:pt x="2660428" y="478060"/>
                </a:cubicBezTo>
                <a:close/>
                <a:moveTo>
                  <a:pt x="2657094" y="580263"/>
                </a:moveTo>
                <a:cubicBezTo>
                  <a:pt x="2657094" y="577882"/>
                  <a:pt x="2658999" y="575882"/>
                  <a:pt x="2661380" y="575882"/>
                </a:cubicBezTo>
                <a:lnTo>
                  <a:pt x="2675382" y="575882"/>
                </a:lnTo>
                <a:cubicBezTo>
                  <a:pt x="2677763" y="575882"/>
                  <a:pt x="2679668" y="577787"/>
                  <a:pt x="2679668" y="580263"/>
                </a:cubicBezTo>
                <a:lnTo>
                  <a:pt x="2679668" y="589217"/>
                </a:lnTo>
                <a:lnTo>
                  <a:pt x="2656999" y="589217"/>
                </a:lnTo>
                <a:lnTo>
                  <a:pt x="2656999" y="580263"/>
                </a:lnTo>
                <a:close/>
                <a:moveTo>
                  <a:pt x="2661476" y="635889"/>
                </a:moveTo>
                <a:cubicBezTo>
                  <a:pt x="2659094" y="635889"/>
                  <a:pt x="2657189" y="633984"/>
                  <a:pt x="2657189" y="631508"/>
                </a:cubicBezTo>
                <a:lnTo>
                  <a:pt x="2657189" y="619792"/>
                </a:lnTo>
                <a:lnTo>
                  <a:pt x="2679859" y="619792"/>
                </a:lnTo>
                <a:lnTo>
                  <a:pt x="2679859" y="631508"/>
                </a:lnTo>
                <a:cubicBezTo>
                  <a:pt x="2679859" y="633889"/>
                  <a:pt x="2677954" y="635889"/>
                  <a:pt x="2675573" y="635889"/>
                </a:cubicBezTo>
                <a:lnTo>
                  <a:pt x="2661571" y="635889"/>
                </a:lnTo>
                <a:close/>
                <a:moveTo>
                  <a:pt x="2568893" y="854297"/>
                </a:moveTo>
                <a:cubicBezTo>
                  <a:pt x="2568893" y="847535"/>
                  <a:pt x="2574417" y="842105"/>
                  <a:pt x="2581085" y="842105"/>
                </a:cubicBezTo>
                <a:cubicBezTo>
                  <a:pt x="2587752" y="842105"/>
                  <a:pt x="2593277" y="847630"/>
                  <a:pt x="2593277" y="854297"/>
                </a:cubicBezTo>
                <a:cubicBezTo>
                  <a:pt x="2593277" y="860965"/>
                  <a:pt x="2587752" y="866489"/>
                  <a:pt x="2581085" y="866489"/>
                </a:cubicBezTo>
                <a:cubicBezTo>
                  <a:pt x="2574417" y="866489"/>
                  <a:pt x="2568893" y="860965"/>
                  <a:pt x="2568893" y="854297"/>
                </a:cubicBezTo>
                <a:close/>
                <a:moveTo>
                  <a:pt x="2604897" y="4222337"/>
                </a:moveTo>
                <a:cubicBezTo>
                  <a:pt x="2605373" y="4222337"/>
                  <a:pt x="2605945" y="4222433"/>
                  <a:pt x="2606421" y="4222433"/>
                </a:cubicBezTo>
                <a:cubicBezTo>
                  <a:pt x="2608802" y="4222433"/>
                  <a:pt x="2611088" y="4221671"/>
                  <a:pt x="2612993" y="4220242"/>
                </a:cubicBezTo>
                <a:cubicBezTo>
                  <a:pt x="2615089" y="4218623"/>
                  <a:pt x="2616327" y="4216337"/>
                  <a:pt x="2616899" y="4213860"/>
                </a:cubicBezTo>
                <a:lnTo>
                  <a:pt x="2643473" y="4213860"/>
                </a:lnTo>
                <a:lnTo>
                  <a:pt x="2662142" y="4197001"/>
                </a:lnTo>
                <a:lnTo>
                  <a:pt x="2662142" y="4061365"/>
                </a:lnTo>
                <a:lnTo>
                  <a:pt x="2664714" y="4061365"/>
                </a:lnTo>
                <a:cubicBezTo>
                  <a:pt x="2666810" y="4061365"/>
                  <a:pt x="2668619" y="4059650"/>
                  <a:pt x="2668619" y="4057460"/>
                </a:cubicBezTo>
                <a:lnTo>
                  <a:pt x="2668619" y="4047554"/>
                </a:lnTo>
                <a:cubicBezTo>
                  <a:pt x="2668619" y="4045458"/>
                  <a:pt x="2666905" y="4043648"/>
                  <a:pt x="2664714" y="4043648"/>
                </a:cubicBezTo>
                <a:lnTo>
                  <a:pt x="2654808" y="4043648"/>
                </a:lnTo>
                <a:cubicBezTo>
                  <a:pt x="2652713" y="4043648"/>
                  <a:pt x="2650903" y="4045363"/>
                  <a:pt x="2650903" y="4047554"/>
                </a:cubicBezTo>
                <a:lnTo>
                  <a:pt x="2650903" y="4057460"/>
                </a:lnTo>
                <a:cubicBezTo>
                  <a:pt x="2650903" y="4059555"/>
                  <a:pt x="2652617" y="4061365"/>
                  <a:pt x="2654808" y="4061365"/>
                </a:cubicBezTo>
                <a:lnTo>
                  <a:pt x="2657380" y="4061365"/>
                </a:lnTo>
                <a:lnTo>
                  <a:pt x="2657380" y="4194810"/>
                </a:lnTo>
                <a:lnTo>
                  <a:pt x="2641568" y="4209003"/>
                </a:lnTo>
                <a:lnTo>
                  <a:pt x="2616899" y="4209003"/>
                </a:lnTo>
                <a:cubicBezTo>
                  <a:pt x="2616613" y="4207479"/>
                  <a:pt x="2615946" y="4206050"/>
                  <a:pt x="2614994" y="4204812"/>
                </a:cubicBezTo>
                <a:cubicBezTo>
                  <a:pt x="2613279" y="4202430"/>
                  <a:pt x="2610707" y="4201002"/>
                  <a:pt x="2607755" y="4200525"/>
                </a:cubicBezTo>
                <a:cubicBezTo>
                  <a:pt x="2604802" y="4200049"/>
                  <a:pt x="2601944" y="4200906"/>
                  <a:pt x="2599659" y="4202621"/>
                </a:cubicBezTo>
                <a:cubicBezTo>
                  <a:pt x="2594896" y="4206240"/>
                  <a:pt x="2593943" y="4213194"/>
                  <a:pt x="2597563" y="4217956"/>
                </a:cubicBezTo>
                <a:cubicBezTo>
                  <a:pt x="2599373" y="4220337"/>
                  <a:pt x="2601944" y="4221766"/>
                  <a:pt x="2604802" y="4222242"/>
                </a:cubicBezTo>
                <a:close/>
                <a:moveTo>
                  <a:pt x="2602706" y="4206526"/>
                </a:moveTo>
                <a:cubicBezTo>
                  <a:pt x="2603754" y="4205669"/>
                  <a:pt x="2605088" y="4205288"/>
                  <a:pt x="2606421" y="4205288"/>
                </a:cubicBezTo>
                <a:cubicBezTo>
                  <a:pt x="2606707" y="4205288"/>
                  <a:pt x="2606993" y="4205288"/>
                  <a:pt x="2607278" y="4205288"/>
                </a:cubicBezTo>
                <a:cubicBezTo>
                  <a:pt x="2608898" y="4205478"/>
                  <a:pt x="2610326" y="4206336"/>
                  <a:pt x="2611374" y="4207669"/>
                </a:cubicBezTo>
                <a:cubicBezTo>
                  <a:pt x="2613470" y="4210431"/>
                  <a:pt x="2612898" y="4214241"/>
                  <a:pt x="2610136" y="4216337"/>
                </a:cubicBezTo>
                <a:lnTo>
                  <a:pt x="2610136" y="4216337"/>
                </a:lnTo>
                <a:cubicBezTo>
                  <a:pt x="2608802" y="4217385"/>
                  <a:pt x="2607183" y="4217765"/>
                  <a:pt x="2605564" y="4217575"/>
                </a:cubicBezTo>
                <a:cubicBezTo>
                  <a:pt x="2603945" y="4217385"/>
                  <a:pt x="2602516" y="4216527"/>
                  <a:pt x="2601468" y="4215194"/>
                </a:cubicBezTo>
                <a:cubicBezTo>
                  <a:pt x="2599373" y="4212431"/>
                  <a:pt x="2599944" y="4208621"/>
                  <a:pt x="2602706" y="4206526"/>
                </a:cubicBezTo>
                <a:close/>
                <a:moveTo>
                  <a:pt x="116872" y="2739771"/>
                </a:moveTo>
                <a:cubicBezTo>
                  <a:pt x="118301" y="2732913"/>
                  <a:pt x="124968" y="2728436"/>
                  <a:pt x="131921" y="2729770"/>
                </a:cubicBezTo>
                <a:cubicBezTo>
                  <a:pt x="138779" y="2731199"/>
                  <a:pt x="143256" y="2737866"/>
                  <a:pt x="141923" y="2744819"/>
                </a:cubicBezTo>
                <a:cubicBezTo>
                  <a:pt x="140589" y="2751773"/>
                  <a:pt x="133826" y="2756154"/>
                  <a:pt x="126873" y="2754821"/>
                </a:cubicBezTo>
                <a:cubicBezTo>
                  <a:pt x="119920" y="2753487"/>
                  <a:pt x="115538" y="2746724"/>
                  <a:pt x="116872" y="2739771"/>
                </a:cubicBezTo>
                <a:close/>
                <a:moveTo>
                  <a:pt x="2612803" y="4170902"/>
                </a:moveTo>
                <a:lnTo>
                  <a:pt x="2634901" y="4139755"/>
                </a:lnTo>
                <a:cubicBezTo>
                  <a:pt x="2635377" y="4138994"/>
                  <a:pt x="2635472" y="4138041"/>
                  <a:pt x="2635092" y="4137279"/>
                </a:cubicBezTo>
                <a:cubicBezTo>
                  <a:pt x="2634710" y="4136517"/>
                  <a:pt x="2633853" y="4136041"/>
                  <a:pt x="2632996" y="4136041"/>
                </a:cubicBezTo>
                <a:lnTo>
                  <a:pt x="2525078" y="4136041"/>
                </a:lnTo>
                <a:cubicBezTo>
                  <a:pt x="2524697" y="4134612"/>
                  <a:pt x="2524125" y="4133374"/>
                  <a:pt x="2523173" y="4132136"/>
                </a:cubicBezTo>
                <a:cubicBezTo>
                  <a:pt x="2521458" y="4129754"/>
                  <a:pt x="2518886" y="4128326"/>
                  <a:pt x="2515934" y="4127849"/>
                </a:cubicBezTo>
                <a:cubicBezTo>
                  <a:pt x="2512981" y="4127468"/>
                  <a:pt x="2510123" y="4128230"/>
                  <a:pt x="2507837" y="4129945"/>
                </a:cubicBezTo>
                <a:cubicBezTo>
                  <a:pt x="2502980" y="4133564"/>
                  <a:pt x="2502027" y="4140518"/>
                  <a:pt x="2505742" y="4145280"/>
                </a:cubicBezTo>
                <a:lnTo>
                  <a:pt x="2505742" y="4145280"/>
                </a:lnTo>
                <a:cubicBezTo>
                  <a:pt x="2507933" y="4148138"/>
                  <a:pt x="2511171" y="4149662"/>
                  <a:pt x="2514505" y="4149662"/>
                </a:cubicBezTo>
                <a:cubicBezTo>
                  <a:pt x="2516791" y="4149662"/>
                  <a:pt x="2519172" y="4148900"/>
                  <a:pt x="2521077" y="4147471"/>
                </a:cubicBezTo>
                <a:cubicBezTo>
                  <a:pt x="2523268" y="4145852"/>
                  <a:pt x="2524601" y="4143470"/>
                  <a:pt x="2525078" y="4140803"/>
                </a:cubicBezTo>
                <a:lnTo>
                  <a:pt x="2628329" y="4140803"/>
                </a:lnTo>
                <a:lnTo>
                  <a:pt x="2609660" y="4167188"/>
                </a:lnTo>
                <a:lnTo>
                  <a:pt x="2554891" y="4167188"/>
                </a:lnTo>
                <a:cubicBezTo>
                  <a:pt x="2554605" y="4165663"/>
                  <a:pt x="2553938" y="4164235"/>
                  <a:pt x="2552986" y="4162997"/>
                </a:cubicBezTo>
                <a:cubicBezTo>
                  <a:pt x="2549367" y="4158234"/>
                  <a:pt x="2542509" y="4157282"/>
                  <a:pt x="2537651" y="4160901"/>
                </a:cubicBezTo>
                <a:cubicBezTo>
                  <a:pt x="2535269" y="4162616"/>
                  <a:pt x="2533841" y="4165283"/>
                  <a:pt x="2533460" y="4168140"/>
                </a:cubicBezTo>
                <a:cubicBezTo>
                  <a:pt x="2533079" y="4170998"/>
                  <a:pt x="2533841" y="4173950"/>
                  <a:pt x="2535555" y="4176236"/>
                </a:cubicBezTo>
                <a:cubicBezTo>
                  <a:pt x="2537270" y="4178522"/>
                  <a:pt x="2539842" y="4180046"/>
                  <a:pt x="2542794" y="4180427"/>
                </a:cubicBezTo>
                <a:cubicBezTo>
                  <a:pt x="2543270" y="4180427"/>
                  <a:pt x="2543842" y="4180523"/>
                  <a:pt x="2544318" y="4180523"/>
                </a:cubicBezTo>
                <a:cubicBezTo>
                  <a:pt x="2546699" y="4180523"/>
                  <a:pt x="2548985" y="4179761"/>
                  <a:pt x="2550890" y="4178332"/>
                </a:cubicBezTo>
                <a:cubicBezTo>
                  <a:pt x="2552986" y="4176713"/>
                  <a:pt x="2554319" y="4174427"/>
                  <a:pt x="2554796" y="4171950"/>
                </a:cubicBezTo>
                <a:lnTo>
                  <a:pt x="2610898" y="4171950"/>
                </a:lnTo>
                <a:cubicBezTo>
                  <a:pt x="2611660" y="4171950"/>
                  <a:pt x="2612422" y="4171569"/>
                  <a:pt x="2612803" y="4170902"/>
                </a:cubicBezTo>
                <a:close/>
                <a:moveTo>
                  <a:pt x="2518220" y="4143661"/>
                </a:moveTo>
                <a:cubicBezTo>
                  <a:pt x="2515553" y="4145756"/>
                  <a:pt x="2511647" y="4145185"/>
                  <a:pt x="2509552" y="4142518"/>
                </a:cubicBezTo>
                <a:cubicBezTo>
                  <a:pt x="2507456" y="4139755"/>
                  <a:pt x="2508028" y="4135850"/>
                  <a:pt x="2510790" y="4133850"/>
                </a:cubicBezTo>
                <a:cubicBezTo>
                  <a:pt x="2512124" y="4132898"/>
                  <a:pt x="2513743" y="4132326"/>
                  <a:pt x="2515362" y="4132707"/>
                </a:cubicBezTo>
                <a:cubicBezTo>
                  <a:pt x="2516981" y="4132898"/>
                  <a:pt x="2518410" y="4133755"/>
                  <a:pt x="2519458" y="4135088"/>
                </a:cubicBezTo>
                <a:cubicBezTo>
                  <a:pt x="2520410" y="4136422"/>
                  <a:pt x="2520887" y="4138041"/>
                  <a:pt x="2520696" y="4139660"/>
                </a:cubicBezTo>
                <a:cubicBezTo>
                  <a:pt x="2520505" y="4141280"/>
                  <a:pt x="2519648" y="4142709"/>
                  <a:pt x="2518315" y="4143756"/>
                </a:cubicBezTo>
                <a:close/>
                <a:moveTo>
                  <a:pt x="2548033" y="4174427"/>
                </a:moveTo>
                <a:cubicBezTo>
                  <a:pt x="2546699" y="4175379"/>
                  <a:pt x="2545080" y="4175855"/>
                  <a:pt x="2543461" y="4175570"/>
                </a:cubicBezTo>
                <a:cubicBezTo>
                  <a:pt x="2541842" y="4175379"/>
                  <a:pt x="2540413" y="4174522"/>
                  <a:pt x="2539365" y="4173188"/>
                </a:cubicBezTo>
                <a:lnTo>
                  <a:pt x="2539365" y="4173188"/>
                </a:lnTo>
                <a:cubicBezTo>
                  <a:pt x="2538413" y="4171855"/>
                  <a:pt x="2537936" y="4170236"/>
                  <a:pt x="2538127" y="4168617"/>
                </a:cubicBezTo>
                <a:cubicBezTo>
                  <a:pt x="2538317" y="4166997"/>
                  <a:pt x="2539175" y="4165568"/>
                  <a:pt x="2540508" y="4164521"/>
                </a:cubicBezTo>
                <a:cubicBezTo>
                  <a:pt x="2541651" y="4163663"/>
                  <a:pt x="2542889" y="4163282"/>
                  <a:pt x="2544223" y="4163282"/>
                </a:cubicBezTo>
                <a:cubicBezTo>
                  <a:pt x="2546128" y="4163282"/>
                  <a:pt x="2547938" y="4164140"/>
                  <a:pt x="2549176" y="4165759"/>
                </a:cubicBezTo>
                <a:cubicBezTo>
                  <a:pt x="2551271" y="4168521"/>
                  <a:pt x="2550700" y="4172426"/>
                  <a:pt x="2547938" y="4174427"/>
                </a:cubicBezTo>
                <a:close/>
                <a:moveTo>
                  <a:pt x="1948720" y="3994595"/>
                </a:moveTo>
                <a:lnTo>
                  <a:pt x="1906524" y="3956590"/>
                </a:lnTo>
                <a:cubicBezTo>
                  <a:pt x="1907191" y="3955066"/>
                  <a:pt x="1907572" y="3953351"/>
                  <a:pt x="1907572" y="3951542"/>
                </a:cubicBezTo>
                <a:cubicBezTo>
                  <a:pt x="1907572" y="3944303"/>
                  <a:pt x="1901762" y="3938397"/>
                  <a:pt x="1894523" y="3938207"/>
                </a:cubicBezTo>
                <a:lnTo>
                  <a:pt x="1894523" y="3808190"/>
                </a:lnTo>
                <a:lnTo>
                  <a:pt x="1991487" y="3704939"/>
                </a:lnTo>
                <a:lnTo>
                  <a:pt x="1992154" y="3704273"/>
                </a:lnTo>
                <a:lnTo>
                  <a:pt x="1992630" y="3633121"/>
                </a:lnTo>
                <a:lnTo>
                  <a:pt x="2009775" y="3613785"/>
                </a:lnTo>
                <a:cubicBezTo>
                  <a:pt x="2011966" y="3615214"/>
                  <a:pt x="2014538" y="3616071"/>
                  <a:pt x="2017395" y="3616071"/>
                </a:cubicBezTo>
                <a:cubicBezTo>
                  <a:pt x="2024920" y="3616071"/>
                  <a:pt x="2031111" y="3609975"/>
                  <a:pt x="2031111" y="3602355"/>
                </a:cubicBezTo>
                <a:cubicBezTo>
                  <a:pt x="2031111" y="3594735"/>
                  <a:pt x="2025015" y="3588639"/>
                  <a:pt x="2017395" y="3588639"/>
                </a:cubicBezTo>
                <a:cubicBezTo>
                  <a:pt x="2009775" y="3588639"/>
                  <a:pt x="2003679" y="3594735"/>
                  <a:pt x="2003679" y="3602355"/>
                </a:cubicBezTo>
                <a:cubicBezTo>
                  <a:pt x="2003679" y="3605403"/>
                  <a:pt x="2004727" y="3608165"/>
                  <a:pt x="2006346" y="3610356"/>
                </a:cubicBezTo>
                <a:lnTo>
                  <a:pt x="1987868" y="3631121"/>
                </a:lnTo>
                <a:lnTo>
                  <a:pt x="1987391" y="3702272"/>
                </a:lnTo>
                <a:lnTo>
                  <a:pt x="1889760" y="3806190"/>
                </a:lnTo>
                <a:lnTo>
                  <a:pt x="1889760" y="3938873"/>
                </a:lnTo>
                <a:cubicBezTo>
                  <a:pt x="1884521" y="3940683"/>
                  <a:pt x="1880807" y="3945636"/>
                  <a:pt x="1880807" y="3951446"/>
                </a:cubicBezTo>
                <a:cubicBezTo>
                  <a:pt x="1880807" y="3958780"/>
                  <a:pt x="1886807" y="3964781"/>
                  <a:pt x="1894142" y="3964781"/>
                </a:cubicBezTo>
                <a:cubicBezTo>
                  <a:pt x="1897952" y="3964781"/>
                  <a:pt x="1901381" y="3963162"/>
                  <a:pt x="1903762" y="3960590"/>
                </a:cubicBezTo>
                <a:lnTo>
                  <a:pt x="1946720" y="3999357"/>
                </a:lnTo>
                <a:lnTo>
                  <a:pt x="2012442" y="3999071"/>
                </a:lnTo>
                <a:lnTo>
                  <a:pt x="2073593" y="3923538"/>
                </a:lnTo>
                <a:lnTo>
                  <a:pt x="2096453" y="3923538"/>
                </a:lnTo>
                <a:cubicBezTo>
                  <a:pt x="2099405" y="3923538"/>
                  <a:pt x="2101787" y="3921157"/>
                  <a:pt x="2101787" y="3918204"/>
                </a:cubicBezTo>
                <a:lnTo>
                  <a:pt x="2101787" y="3908298"/>
                </a:lnTo>
                <a:lnTo>
                  <a:pt x="2154460" y="3907822"/>
                </a:lnTo>
                <a:lnTo>
                  <a:pt x="2190941" y="3945636"/>
                </a:lnTo>
                <a:cubicBezTo>
                  <a:pt x="2189893" y="3947732"/>
                  <a:pt x="2189417" y="3950113"/>
                  <a:pt x="2189893" y="3952589"/>
                </a:cubicBezTo>
                <a:cubicBezTo>
                  <a:pt x="2190464" y="3955352"/>
                  <a:pt x="2192179" y="3957733"/>
                  <a:pt x="2194560" y="3959257"/>
                </a:cubicBezTo>
                <a:cubicBezTo>
                  <a:pt x="2196275" y="3960305"/>
                  <a:pt x="2198275" y="3960876"/>
                  <a:pt x="2200180" y="3960876"/>
                </a:cubicBezTo>
                <a:cubicBezTo>
                  <a:pt x="2200942" y="3960876"/>
                  <a:pt x="2201704" y="3960876"/>
                  <a:pt x="2202466" y="3960590"/>
                </a:cubicBezTo>
                <a:cubicBezTo>
                  <a:pt x="2205228" y="3960019"/>
                  <a:pt x="2207609" y="3958304"/>
                  <a:pt x="2209133" y="3955923"/>
                </a:cubicBezTo>
                <a:cubicBezTo>
                  <a:pt x="2210657" y="3953542"/>
                  <a:pt x="2211134" y="3950684"/>
                  <a:pt x="2210562" y="3947922"/>
                </a:cubicBezTo>
                <a:cubicBezTo>
                  <a:pt x="2209324" y="3942207"/>
                  <a:pt x="2203609" y="3938588"/>
                  <a:pt x="2197989" y="3939921"/>
                </a:cubicBezTo>
                <a:cubicBezTo>
                  <a:pt x="2196465" y="3940207"/>
                  <a:pt x="2195227" y="3940874"/>
                  <a:pt x="2194084" y="3941731"/>
                </a:cubicBezTo>
                <a:lnTo>
                  <a:pt x="2156555" y="3902774"/>
                </a:lnTo>
                <a:lnTo>
                  <a:pt x="2101882" y="3903250"/>
                </a:lnTo>
                <a:lnTo>
                  <a:pt x="2101882" y="3893630"/>
                </a:lnTo>
                <a:cubicBezTo>
                  <a:pt x="2101882" y="3890963"/>
                  <a:pt x="2099691" y="3888772"/>
                  <a:pt x="2097024" y="3888772"/>
                </a:cubicBezTo>
                <a:lnTo>
                  <a:pt x="2072640" y="3888772"/>
                </a:lnTo>
                <a:cubicBezTo>
                  <a:pt x="2069687" y="3888772"/>
                  <a:pt x="2067306" y="3891153"/>
                  <a:pt x="2067306" y="3894106"/>
                </a:cubicBezTo>
                <a:lnTo>
                  <a:pt x="2067306" y="3918013"/>
                </a:lnTo>
                <a:cubicBezTo>
                  <a:pt x="2067306" y="3919442"/>
                  <a:pt x="2067878" y="3920680"/>
                  <a:pt x="2068830" y="3921728"/>
                </a:cubicBezTo>
                <a:lnTo>
                  <a:pt x="2010347" y="3994023"/>
                </a:lnTo>
                <a:lnTo>
                  <a:pt x="1948815" y="3994309"/>
                </a:lnTo>
                <a:close/>
                <a:moveTo>
                  <a:pt x="2017395" y="3593402"/>
                </a:moveTo>
                <a:cubicBezTo>
                  <a:pt x="2022348" y="3593402"/>
                  <a:pt x="2026349" y="3597402"/>
                  <a:pt x="2026349" y="3602355"/>
                </a:cubicBezTo>
                <a:cubicBezTo>
                  <a:pt x="2026349" y="3607308"/>
                  <a:pt x="2022348" y="3611309"/>
                  <a:pt x="2017395" y="3611309"/>
                </a:cubicBezTo>
                <a:cubicBezTo>
                  <a:pt x="2012442" y="3611309"/>
                  <a:pt x="2008442" y="3607308"/>
                  <a:pt x="2008442" y="3602355"/>
                </a:cubicBezTo>
                <a:cubicBezTo>
                  <a:pt x="2008442" y="3597402"/>
                  <a:pt x="2012442" y="3593402"/>
                  <a:pt x="2017395" y="3593402"/>
                </a:cubicBezTo>
                <a:close/>
                <a:moveTo>
                  <a:pt x="1894237" y="3960019"/>
                </a:moveTo>
                <a:cubicBezTo>
                  <a:pt x="1889570" y="3960019"/>
                  <a:pt x="1885760" y="3956209"/>
                  <a:pt x="1885760" y="3951542"/>
                </a:cubicBezTo>
                <a:cubicBezTo>
                  <a:pt x="1885760" y="3946874"/>
                  <a:pt x="1889570" y="3943064"/>
                  <a:pt x="1894237" y="3943064"/>
                </a:cubicBezTo>
                <a:cubicBezTo>
                  <a:pt x="1898904" y="3943064"/>
                  <a:pt x="1902714" y="3946874"/>
                  <a:pt x="1902714" y="3951542"/>
                </a:cubicBezTo>
                <a:cubicBezTo>
                  <a:pt x="1902714" y="3956209"/>
                  <a:pt x="1898904" y="3960019"/>
                  <a:pt x="1894237" y="3960019"/>
                </a:cubicBezTo>
                <a:close/>
                <a:moveTo>
                  <a:pt x="2199132" y="3944969"/>
                </a:moveTo>
                <a:cubicBezTo>
                  <a:pt x="2202180" y="3944303"/>
                  <a:pt x="2205228" y="3946208"/>
                  <a:pt x="2205895" y="3949255"/>
                </a:cubicBezTo>
                <a:cubicBezTo>
                  <a:pt x="2206181" y="3950780"/>
                  <a:pt x="2205895" y="3952209"/>
                  <a:pt x="2205133" y="3953542"/>
                </a:cubicBezTo>
                <a:cubicBezTo>
                  <a:pt x="2204276" y="3954780"/>
                  <a:pt x="2203037" y="3955733"/>
                  <a:pt x="2201609" y="3956018"/>
                </a:cubicBezTo>
                <a:cubicBezTo>
                  <a:pt x="2200085" y="3956304"/>
                  <a:pt x="2198656" y="3956018"/>
                  <a:pt x="2197322" y="3955256"/>
                </a:cubicBezTo>
                <a:cubicBezTo>
                  <a:pt x="2196084" y="3954399"/>
                  <a:pt x="2195132" y="3953161"/>
                  <a:pt x="2194846" y="3951732"/>
                </a:cubicBezTo>
                <a:cubicBezTo>
                  <a:pt x="2194179" y="3948684"/>
                  <a:pt x="2196084" y="3945636"/>
                  <a:pt x="2199132" y="3944969"/>
                </a:cubicBezTo>
                <a:close/>
                <a:moveTo>
                  <a:pt x="2072164" y="3894487"/>
                </a:moveTo>
                <a:cubicBezTo>
                  <a:pt x="2072164" y="3894487"/>
                  <a:pt x="2072354" y="3894011"/>
                  <a:pt x="2072640" y="3894011"/>
                </a:cubicBezTo>
                <a:lnTo>
                  <a:pt x="2097024" y="3894011"/>
                </a:lnTo>
                <a:cubicBezTo>
                  <a:pt x="2097024" y="3894011"/>
                  <a:pt x="2097024" y="3918395"/>
                  <a:pt x="2097024" y="3918395"/>
                </a:cubicBezTo>
                <a:cubicBezTo>
                  <a:pt x="2097024" y="3918680"/>
                  <a:pt x="2096834" y="3918871"/>
                  <a:pt x="2096548" y="3918871"/>
                </a:cubicBezTo>
                <a:lnTo>
                  <a:pt x="2072640" y="3918871"/>
                </a:lnTo>
                <a:cubicBezTo>
                  <a:pt x="2072640" y="3918871"/>
                  <a:pt x="2072164" y="3918680"/>
                  <a:pt x="2072164" y="3918395"/>
                </a:cubicBezTo>
                <a:lnTo>
                  <a:pt x="2072164" y="3894487"/>
                </a:lnTo>
                <a:close/>
                <a:moveTo>
                  <a:pt x="707993" y="1964817"/>
                </a:moveTo>
                <a:cubicBezTo>
                  <a:pt x="700564" y="1964817"/>
                  <a:pt x="694563" y="1970818"/>
                  <a:pt x="694563" y="1978247"/>
                </a:cubicBezTo>
                <a:cubicBezTo>
                  <a:pt x="694563" y="1984439"/>
                  <a:pt x="698754" y="1989582"/>
                  <a:pt x="704469" y="1991201"/>
                </a:cubicBezTo>
                <a:lnTo>
                  <a:pt x="704469" y="1994154"/>
                </a:lnTo>
                <a:lnTo>
                  <a:pt x="711613" y="1994154"/>
                </a:lnTo>
                <a:lnTo>
                  <a:pt x="711613" y="1991201"/>
                </a:lnTo>
                <a:cubicBezTo>
                  <a:pt x="717328" y="1989582"/>
                  <a:pt x="721519" y="1984439"/>
                  <a:pt x="721519" y="1978247"/>
                </a:cubicBezTo>
                <a:cubicBezTo>
                  <a:pt x="721519" y="1970818"/>
                  <a:pt x="715518" y="1964817"/>
                  <a:pt x="708089" y="1964817"/>
                </a:cubicBezTo>
                <a:close/>
                <a:moveTo>
                  <a:pt x="707993" y="1987010"/>
                </a:moveTo>
                <a:cubicBezTo>
                  <a:pt x="703231" y="1987010"/>
                  <a:pt x="699326" y="1983105"/>
                  <a:pt x="699326" y="1978343"/>
                </a:cubicBezTo>
                <a:cubicBezTo>
                  <a:pt x="699326" y="1973580"/>
                  <a:pt x="703231" y="1969675"/>
                  <a:pt x="707993" y="1969675"/>
                </a:cubicBezTo>
                <a:cubicBezTo>
                  <a:pt x="712756" y="1969675"/>
                  <a:pt x="716661" y="1973580"/>
                  <a:pt x="716661" y="1978343"/>
                </a:cubicBezTo>
                <a:cubicBezTo>
                  <a:pt x="716661" y="1983105"/>
                  <a:pt x="712756" y="1987010"/>
                  <a:pt x="707993" y="1987010"/>
                </a:cubicBezTo>
                <a:close/>
                <a:moveTo>
                  <a:pt x="2872454" y="3886581"/>
                </a:moveTo>
                <a:lnTo>
                  <a:pt x="2959799" y="3886581"/>
                </a:lnTo>
                <a:lnTo>
                  <a:pt x="2983230" y="3868007"/>
                </a:lnTo>
                <a:lnTo>
                  <a:pt x="3038951" y="3868007"/>
                </a:lnTo>
                <a:cubicBezTo>
                  <a:pt x="3038951" y="3868007"/>
                  <a:pt x="3038951" y="3868388"/>
                  <a:pt x="3038951" y="3868674"/>
                </a:cubicBezTo>
                <a:cubicBezTo>
                  <a:pt x="3040285" y="3873437"/>
                  <a:pt x="3044762" y="3876580"/>
                  <a:pt x="3049524" y="3876580"/>
                </a:cubicBezTo>
                <a:cubicBezTo>
                  <a:pt x="3050477" y="3876580"/>
                  <a:pt x="3051524" y="3876485"/>
                  <a:pt x="3052572" y="3876199"/>
                </a:cubicBezTo>
                <a:cubicBezTo>
                  <a:pt x="3055430" y="3875437"/>
                  <a:pt x="3057716" y="3873532"/>
                  <a:pt x="3059144" y="3870960"/>
                </a:cubicBezTo>
                <a:cubicBezTo>
                  <a:pt x="3060573" y="3868388"/>
                  <a:pt x="3060859" y="3865436"/>
                  <a:pt x="3060097" y="3862673"/>
                </a:cubicBezTo>
                <a:cubicBezTo>
                  <a:pt x="3058478" y="3856863"/>
                  <a:pt x="3052382" y="3853529"/>
                  <a:pt x="3046571" y="3855149"/>
                </a:cubicBezTo>
                <a:cubicBezTo>
                  <a:pt x="3042571" y="3856292"/>
                  <a:pt x="3039904" y="3859530"/>
                  <a:pt x="3039047" y="3863245"/>
                </a:cubicBezTo>
                <a:lnTo>
                  <a:pt x="2981611" y="3863245"/>
                </a:lnTo>
                <a:lnTo>
                  <a:pt x="2958179" y="3881819"/>
                </a:lnTo>
                <a:lnTo>
                  <a:pt x="2874359" y="3881819"/>
                </a:lnTo>
                <a:lnTo>
                  <a:pt x="2835307" y="3844957"/>
                </a:lnTo>
                <a:lnTo>
                  <a:pt x="2835688" y="3819049"/>
                </a:lnTo>
                <a:cubicBezTo>
                  <a:pt x="2837117" y="3818859"/>
                  <a:pt x="2838545" y="3818573"/>
                  <a:pt x="2839784" y="3817811"/>
                </a:cubicBezTo>
                <a:cubicBezTo>
                  <a:pt x="2842355" y="3816382"/>
                  <a:pt x="2844165" y="3814096"/>
                  <a:pt x="2845022" y="3811238"/>
                </a:cubicBezTo>
                <a:cubicBezTo>
                  <a:pt x="2845784" y="3808476"/>
                  <a:pt x="2845499" y="3805428"/>
                  <a:pt x="2844070" y="3802952"/>
                </a:cubicBezTo>
                <a:cubicBezTo>
                  <a:pt x="2842641" y="3800380"/>
                  <a:pt x="2840355" y="3798570"/>
                  <a:pt x="2837498" y="3797713"/>
                </a:cubicBezTo>
                <a:cubicBezTo>
                  <a:pt x="2831687" y="3795998"/>
                  <a:pt x="2825592" y="3799427"/>
                  <a:pt x="2823972" y="3805238"/>
                </a:cubicBezTo>
                <a:cubicBezTo>
                  <a:pt x="2822353" y="3810857"/>
                  <a:pt x="2825496" y="3816572"/>
                  <a:pt x="2830925" y="3818477"/>
                </a:cubicBezTo>
                <a:lnTo>
                  <a:pt x="2830544" y="3847052"/>
                </a:lnTo>
                <a:lnTo>
                  <a:pt x="2872550" y="3886676"/>
                </a:lnTo>
                <a:close/>
                <a:moveTo>
                  <a:pt x="3047810" y="3859721"/>
                </a:moveTo>
                <a:cubicBezTo>
                  <a:pt x="3048381" y="3859530"/>
                  <a:pt x="3048953" y="3859435"/>
                  <a:pt x="3049524" y="3859435"/>
                </a:cubicBezTo>
                <a:cubicBezTo>
                  <a:pt x="3052191" y="3859435"/>
                  <a:pt x="3054668" y="3861245"/>
                  <a:pt x="3055430" y="3863912"/>
                </a:cubicBezTo>
                <a:cubicBezTo>
                  <a:pt x="3055906" y="3865531"/>
                  <a:pt x="3055715" y="3867150"/>
                  <a:pt x="3054858" y="3868579"/>
                </a:cubicBezTo>
                <a:cubicBezTo>
                  <a:pt x="3054096" y="3870008"/>
                  <a:pt x="3052763" y="3871055"/>
                  <a:pt x="3051143" y="3871532"/>
                </a:cubicBezTo>
                <a:cubicBezTo>
                  <a:pt x="3047810" y="3872484"/>
                  <a:pt x="3044476" y="3870579"/>
                  <a:pt x="3043523" y="3867245"/>
                </a:cubicBezTo>
                <a:cubicBezTo>
                  <a:pt x="3042571" y="3864007"/>
                  <a:pt x="3044476" y="3860483"/>
                  <a:pt x="3047810" y="3859625"/>
                </a:cubicBezTo>
                <a:close/>
                <a:moveTo>
                  <a:pt x="2828449" y="3806476"/>
                </a:moveTo>
                <a:cubicBezTo>
                  <a:pt x="2829401" y="3803237"/>
                  <a:pt x="2832830" y="3801332"/>
                  <a:pt x="2836069" y="3802190"/>
                </a:cubicBezTo>
                <a:cubicBezTo>
                  <a:pt x="2839307" y="3803142"/>
                  <a:pt x="2841212" y="3806571"/>
                  <a:pt x="2840355" y="3809810"/>
                </a:cubicBezTo>
                <a:cubicBezTo>
                  <a:pt x="2839403" y="3813048"/>
                  <a:pt x="2835974" y="3814953"/>
                  <a:pt x="2832735" y="3814096"/>
                </a:cubicBezTo>
                <a:cubicBezTo>
                  <a:pt x="2829497" y="3813143"/>
                  <a:pt x="2827592" y="3809714"/>
                  <a:pt x="2828449" y="3806476"/>
                </a:cubicBezTo>
                <a:close/>
                <a:moveTo>
                  <a:pt x="2523839" y="562070"/>
                </a:moveTo>
                <a:cubicBezTo>
                  <a:pt x="2518220" y="557784"/>
                  <a:pt x="2517172" y="549783"/>
                  <a:pt x="2521363" y="544163"/>
                </a:cubicBezTo>
                <a:cubicBezTo>
                  <a:pt x="2525649" y="538544"/>
                  <a:pt x="2533650" y="537496"/>
                  <a:pt x="2539270" y="541687"/>
                </a:cubicBezTo>
                <a:cubicBezTo>
                  <a:pt x="2544890" y="545973"/>
                  <a:pt x="2545937" y="553974"/>
                  <a:pt x="2541746" y="559594"/>
                </a:cubicBezTo>
                <a:cubicBezTo>
                  <a:pt x="2537460" y="565214"/>
                  <a:pt x="2529459" y="566261"/>
                  <a:pt x="2523839" y="562070"/>
                </a:cubicBezTo>
                <a:close/>
                <a:moveTo>
                  <a:pt x="1159955" y="1467136"/>
                </a:moveTo>
                <a:lnTo>
                  <a:pt x="1139857" y="1467136"/>
                </a:lnTo>
                <a:cubicBezTo>
                  <a:pt x="1137761" y="1467136"/>
                  <a:pt x="1136047" y="1468850"/>
                  <a:pt x="1136047" y="1470946"/>
                </a:cubicBezTo>
                <a:lnTo>
                  <a:pt x="1136047" y="1475518"/>
                </a:lnTo>
                <a:cubicBezTo>
                  <a:pt x="1135571" y="1474851"/>
                  <a:pt x="1135094" y="1474089"/>
                  <a:pt x="1134618" y="1473041"/>
                </a:cubicBezTo>
                <a:cubicBezTo>
                  <a:pt x="1132999" y="1470089"/>
                  <a:pt x="1130999" y="1466374"/>
                  <a:pt x="1126617" y="1466374"/>
                </a:cubicBezTo>
                <a:cubicBezTo>
                  <a:pt x="1122236" y="1466374"/>
                  <a:pt x="1120235" y="1470089"/>
                  <a:pt x="1118616" y="1473041"/>
                </a:cubicBezTo>
                <a:cubicBezTo>
                  <a:pt x="1117187" y="1475613"/>
                  <a:pt x="1116235" y="1477232"/>
                  <a:pt x="1114806" y="1477232"/>
                </a:cubicBezTo>
                <a:cubicBezTo>
                  <a:pt x="1113377" y="1477232"/>
                  <a:pt x="1112425" y="1475613"/>
                  <a:pt x="1110996" y="1473041"/>
                </a:cubicBezTo>
                <a:cubicBezTo>
                  <a:pt x="1109377" y="1470089"/>
                  <a:pt x="1107377" y="1466374"/>
                  <a:pt x="1102995" y="1466374"/>
                </a:cubicBezTo>
                <a:cubicBezTo>
                  <a:pt x="1098614" y="1466374"/>
                  <a:pt x="1096613" y="1470089"/>
                  <a:pt x="1094994" y="1473041"/>
                </a:cubicBezTo>
                <a:cubicBezTo>
                  <a:pt x="1093565" y="1475613"/>
                  <a:pt x="1092613" y="1477232"/>
                  <a:pt x="1091184" y="1477232"/>
                </a:cubicBezTo>
                <a:cubicBezTo>
                  <a:pt x="1089755" y="1477232"/>
                  <a:pt x="1088803" y="1475613"/>
                  <a:pt x="1087374" y="1473041"/>
                </a:cubicBezTo>
                <a:cubicBezTo>
                  <a:pt x="1085755" y="1470089"/>
                  <a:pt x="1083755" y="1466374"/>
                  <a:pt x="1079373" y="1466374"/>
                </a:cubicBezTo>
                <a:cubicBezTo>
                  <a:pt x="1074992" y="1466374"/>
                  <a:pt x="1072991" y="1470089"/>
                  <a:pt x="1071372" y="1473041"/>
                </a:cubicBezTo>
                <a:cubicBezTo>
                  <a:pt x="1069943" y="1475613"/>
                  <a:pt x="1068991" y="1477232"/>
                  <a:pt x="1067562" y="1477232"/>
                </a:cubicBezTo>
                <a:cubicBezTo>
                  <a:pt x="1066133" y="1477232"/>
                  <a:pt x="1065181" y="1475613"/>
                  <a:pt x="1063752" y="1473041"/>
                </a:cubicBezTo>
                <a:cubicBezTo>
                  <a:pt x="1062133" y="1470089"/>
                  <a:pt x="1060133" y="1466374"/>
                  <a:pt x="1055751" y="1466374"/>
                </a:cubicBezTo>
                <a:cubicBezTo>
                  <a:pt x="1051370" y="1466374"/>
                  <a:pt x="1049369" y="1470089"/>
                  <a:pt x="1047750" y="1473041"/>
                </a:cubicBezTo>
                <a:cubicBezTo>
                  <a:pt x="1046321" y="1475613"/>
                  <a:pt x="1045369" y="1477232"/>
                  <a:pt x="1043940" y="1477232"/>
                </a:cubicBezTo>
                <a:cubicBezTo>
                  <a:pt x="1042511" y="1477232"/>
                  <a:pt x="1041559" y="1475613"/>
                  <a:pt x="1040130" y="1473041"/>
                </a:cubicBezTo>
                <a:cubicBezTo>
                  <a:pt x="1038511" y="1470089"/>
                  <a:pt x="1036511" y="1466374"/>
                  <a:pt x="1032129" y="1466374"/>
                </a:cubicBezTo>
                <a:cubicBezTo>
                  <a:pt x="1027748" y="1466374"/>
                  <a:pt x="1025747" y="1470089"/>
                  <a:pt x="1024128" y="1473041"/>
                </a:cubicBezTo>
                <a:cubicBezTo>
                  <a:pt x="1022699" y="1475613"/>
                  <a:pt x="1021747" y="1477232"/>
                  <a:pt x="1020318" y="1477232"/>
                </a:cubicBezTo>
                <a:cubicBezTo>
                  <a:pt x="1018889" y="1477232"/>
                  <a:pt x="1017937" y="1475613"/>
                  <a:pt x="1016508" y="1473041"/>
                </a:cubicBezTo>
                <a:cubicBezTo>
                  <a:pt x="1014889" y="1470089"/>
                  <a:pt x="1012889" y="1466374"/>
                  <a:pt x="1008507" y="1466374"/>
                </a:cubicBezTo>
                <a:cubicBezTo>
                  <a:pt x="1004126" y="1466374"/>
                  <a:pt x="1002125" y="1470089"/>
                  <a:pt x="1000506" y="1473041"/>
                </a:cubicBezTo>
                <a:cubicBezTo>
                  <a:pt x="999077" y="1475613"/>
                  <a:pt x="998125" y="1477232"/>
                  <a:pt x="996696" y="1477232"/>
                </a:cubicBezTo>
                <a:cubicBezTo>
                  <a:pt x="995267" y="1477232"/>
                  <a:pt x="994315" y="1475613"/>
                  <a:pt x="992886" y="1473041"/>
                </a:cubicBezTo>
                <a:cubicBezTo>
                  <a:pt x="991267" y="1470089"/>
                  <a:pt x="989267" y="1466374"/>
                  <a:pt x="984885" y="1466374"/>
                </a:cubicBezTo>
                <a:cubicBezTo>
                  <a:pt x="980504" y="1466374"/>
                  <a:pt x="978503" y="1470089"/>
                  <a:pt x="976884" y="1473041"/>
                </a:cubicBezTo>
                <a:cubicBezTo>
                  <a:pt x="975455" y="1475613"/>
                  <a:pt x="974503" y="1477232"/>
                  <a:pt x="973074" y="1477232"/>
                </a:cubicBezTo>
                <a:cubicBezTo>
                  <a:pt x="971645" y="1477232"/>
                  <a:pt x="970693" y="1475613"/>
                  <a:pt x="969264" y="1473041"/>
                </a:cubicBezTo>
                <a:cubicBezTo>
                  <a:pt x="967645" y="1470089"/>
                  <a:pt x="965645" y="1466374"/>
                  <a:pt x="961263" y="1466374"/>
                </a:cubicBezTo>
                <a:cubicBezTo>
                  <a:pt x="956882" y="1466374"/>
                  <a:pt x="954881" y="1470089"/>
                  <a:pt x="953262" y="1473041"/>
                </a:cubicBezTo>
                <a:cubicBezTo>
                  <a:pt x="951833" y="1475613"/>
                  <a:pt x="950881" y="1477232"/>
                  <a:pt x="949452" y="1477232"/>
                </a:cubicBezTo>
                <a:cubicBezTo>
                  <a:pt x="948023" y="1477232"/>
                  <a:pt x="947071" y="1475613"/>
                  <a:pt x="945642" y="1473041"/>
                </a:cubicBezTo>
                <a:cubicBezTo>
                  <a:pt x="944023" y="1470089"/>
                  <a:pt x="942023" y="1466374"/>
                  <a:pt x="937641" y="1466374"/>
                </a:cubicBezTo>
                <a:cubicBezTo>
                  <a:pt x="933260" y="1466374"/>
                  <a:pt x="931259" y="1470089"/>
                  <a:pt x="929640" y="1473041"/>
                </a:cubicBezTo>
                <a:cubicBezTo>
                  <a:pt x="928211" y="1475613"/>
                  <a:pt x="927259" y="1477232"/>
                  <a:pt x="925830" y="1477232"/>
                </a:cubicBezTo>
                <a:cubicBezTo>
                  <a:pt x="924401" y="1477232"/>
                  <a:pt x="923449" y="1475613"/>
                  <a:pt x="922020" y="1473041"/>
                </a:cubicBezTo>
                <a:cubicBezTo>
                  <a:pt x="920401" y="1470089"/>
                  <a:pt x="918401" y="1466374"/>
                  <a:pt x="914019" y="1466374"/>
                </a:cubicBezTo>
                <a:cubicBezTo>
                  <a:pt x="909638" y="1466374"/>
                  <a:pt x="907637" y="1470089"/>
                  <a:pt x="906018" y="1473041"/>
                </a:cubicBezTo>
                <a:cubicBezTo>
                  <a:pt x="904589" y="1475613"/>
                  <a:pt x="903637" y="1477232"/>
                  <a:pt x="902208" y="1477232"/>
                </a:cubicBezTo>
                <a:cubicBezTo>
                  <a:pt x="900779" y="1477232"/>
                  <a:pt x="899827" y="1475613"/>
                  <a:pt x="898398" y="1473041"/>
                </a:cubicBezTo>
                <a:cubicBezTo>
                  <a:pt x="897160" y="1470660"/>
                  <a:pt x="895541" y="1467993"/>
                  <a:pt x="892874" y="1466850"/>
                </a:cubicBezTo>
                <a:cubicBezTo>
                  <a:pt x="892588" y="1466183"/>
                  <a:pt x="892302" y="1465612"/>
                  <a:pt x="891731" y="1465136"/>
                </a:cubicBezTo>
                <a:lnTo>
                  <a:pt x="880301" y="1453706"/>
                </a:lnTo>
                <a:cubicBezTo>
                  <a:pt x="879348" y="1452753"/>
                  <a:pt x="878110" y="1452182"/>
                  <a:pt x="876681" y="1452182"/>
                </a:cubicBezTo>
                <a:lnTo>
                  <a:pt x="876681" y="1452182"/>
                </a:lnTo>
                <a:cubicBezTo>
                  <a:pt x="875348" y="1452182"/>
                  <a:pt x="874014" y="1452753"/>
                  <a:pt x="873062" y="1453706"/>
                </a:cubicBezTo>
                <a:lnTo>
                  <a:pt x="861632" y="1465136"/>
                </a:lnTo>
                <a:cubicBezTo>
                  <a:pt x="860679" y="1466088"/>
                  <a:pt x="860108" y="1467422"/>
                  <a:pt x="860108" y="1468755"/>
                </a:cubicBezTo>
                <a:cubicBezTo>
                  <a:pt x="860108" y="1470089"/>
                  <a:pt x="860679" y="1471422"/>
                  <a:pt x="861632" y="1472375"/>
                </a:cubicBezTo>
                <a:lnTo>
                  <a:pt x="873062" y="1483805"/>
                </a:lnTo>
                <a:cubicBezTo>
                  <a:pt x="874014" y="1484757"/>
                  <a:pt x="875252" y="1485328"/>
                  <a:pt x="876681" y="1485328"/>
                </a:cubicBezTo>
                <a:lnTo>
                  <a:pt x="876681" y="1485328"/>
                </a:lnTo>
                <a:cubicBezTo>
                  <a:pt x="878015" y="1485328"/>
                  <a:pt x="879348" y="1484757"/>
                  <a:pt x="880301" y="1483805"/>
                </a:cubicBezTo>
                <a:lnTo>
                  <a:pt x="891731" y="1472375"/>
                </a:lnTo>
                <a:cubicBezTo>
                  <a:pt x="891731" y="1472375"/>
                  <a:pt x="891921" y="1472089"/>
                  <a:pt x="892016" y="1471994"/>
                </a:cubicBezTo>
                <a:cubicBezTo>
                  <a:pt x="892683" y="1472660"/>
                  <a:pt x="893445" y="1473803"/>
                  <a:pt x="894207" y="1475327"/>
                </a:cubicBezTo>
                <a:cubicBezTo>
                  <a:pt x="895826" y="1478280"/>
                  <a:pt x="897827" y="1481995"/>
                  <a:pt x="902208" y="1481995"/>
                </a:cubicBezTo>
                <a:cubicBezTo>
                  <a:pt x="906590" y="1481995"/>
                  <a:pt x="908590" y="1478280"/>
                  <a:pt x="910209" y="1475327"/>
                </a:cubicBezTo>
                <a:cubicBezTo>
                  <a:pt x="911638" y="1472756"/>
                  <a:pt x="912590" y="1471136"/>
                  <a:pt x="914019" y="1471136"/>
                </a:cubicBezTo>
                <a:cubicBezTo>
                  <a:pt x="915448" y="1471136"/>
                  <a:pt x="916400" y="1472756"/>
                  <a:pt x="917829" y="1475327"/>
                </a:cubicBezTo>
                <a:cubicBezTo>
                  <a:pt x="919448" y="1478280"/>
                  <a:pt x="921449" y="1481995"/>
                  <a:pt x="925830" y="1481995"/>
                </a:cubicBezTo>
                <a:cubicBezTo>
                  <a:pt x="930212" y="1481995"/>
                  <a:pt x="932212" y="1478280"/>
                  <a:pt x="933831" y="1475327"/>
                </a:cubicBezTo>
                <a:cubicBezTo>
                  <a:pt x="935260" y="1472756"/>
                  <a:pt x="936212" y="1471136"/>
                  <a:pt x="937641" y="1471136"/>
                </a:cubicBezTo>
                <a:cubicBezTo>
                  <a:pt x="939070" y="1471136"/>
                  <a:pt x="940022" y="1472756"/>
                  <a:pt x="941451" y="1475327"/>
                </a:cubicBezTo>
                <a:cubicBezTo>
                  <a:pt x="943070" y="1478280"/>
                  <a:pt x="945071" y="1481995"/>
                  <a:pt x="949452" y="1481995"/>
                </a:cubicBezTo>
                <a:cubicBezTo>
                  <a:pt x="953834" y="1481995"/>
                  <a:pt x="955834" y="1478280"/>
                  <a:pt x="957453" y="1475327"/>
                </a:cubicBezTo>
                <a:cubicBezTo>
                  <a:pt x="958882" y="1472756"/>
                  <a:pt x="959834" y="1471136"/>
                  <a:pt x="961263" y="1471136"/>
                </a:cubicBezTo>
                <a:cubicBezTo>
                  <a:pt x="962692" y="1471136"/>
                  <a:pt x="963644" y="1472756"/>
                  <a:pt x="965073" y="1475327"/>
                </a:cubicBezTo>
                <a:cubicBezTo>
                  <a:pt x="966692" y="1478280"/>
                  <a:pt x="968693" y="1481995"/>
                  <a:pt x="973074" y="1481995"/>
                </a:cubicBezTo>
                <a:cubicBezTo>
                  <a:pt x="977456" y="1481995"/>
                  <a:pt x="979456" y="1478280"/>
                  <a:pt x="981075" y="1475327"/>
                </a:cubicBezTo>
                <a:cubicBezTo>
                  <a:pt x="982504" y="1472756"/>
                  <a:pt x="983456" y="1471136"/>
                  <a:pt x="984885" y="1471136"/>
                </a:cubicBezTo>
                <a:cubicBezTo>
                  <a:pt x="986314" y="1471136"/>
                  <a:pt x="987266" y="1472756"/>
                  <a:pt x="988695" y="1475327"/>
                </a:cubicBezTo>
                <a:cubicBezTo>
                  <a:pt x="990314" y="1478280"/>
                  <a:pt x="992315" y="1481995"/>
                  <a:pt x="996696" y="1481995"/>
                </a:cubicBezTo>
                <a:cubicBezTo>
                  <a:pt x="1001077" y="1481995"/>
                  <a:pt x="1003078" y="1478280"/>
                  <a:pt x="1004697" y="1475327"/>
                </a:cubicBezTo>
                <a:cubicBezTo>
                  <a:pt x="1006126" y="1472756"/>
                  <a:pt x="1007078" y="1471136"/>
                  <a:pt x="1008507" y="1471136"/>
                </a:cubicBezTo>
                <a:cubicBezTo>
                  <a:pt x="1009936" y="1471136"/>
                  <a:pt x="1010888" y="1472756"/>
                  <a:pt x="1012317" y="1475327"/>
                </a:cubicBezTo>
                <a:cubicBezTo>
                  <a:pt x="1013936" y="1478280"/>
                  <a:pt x="1015937" y="1481995"/>
                  <a:pt x="1020318" y="1481995"/>
                </a:cubicBezTo>
                <a:cubicBezTo>
                  <a:pt x="1024700" y="1481995"/>
                  <a:pt x="1026700" y="1478280"/>
                  <a:pt x="1028319" y="1475327"/>
                </a:cubicBezTo>
                <a:cubicBezTo>
                  <a:pt x="1029748" y="1472756"/>
                  <a:pt x="1030700" y="1471136"/>
                  <a:pt x="1032129" y="1471136"/>
                </a:cubicBezTo>
                <a:cubicBezTo>
                  <a:pt x="1033558" y="1471136"/>
                  <a:pt x="1034510" y="1472756"/>
                  <a:pt x="1035939" y="1475327"/>
                </a:cubicBezTo>
                <a:cubicBezTo>
                  <a:pt x="1037558" y="1478280"/>
                  <a:pt x="1039559" y="1481995"/>
                  <a:pt x="1043940" y="1481995"/>
                </a:cubicBezTo>
                <a:cubicBezTo>
                  <a:pt x="1048322" y="1481995"/>
                  <a:pt x="1050322" y="1478280"/>
                  <a:pt x="1051941" y="1475327"/>
                </a:cubicBezTo>
                <a:cubicBezTo>
                  <a:pt x="1053370" y="1472756"/>
                  <a:pt x="1054322" y="1471136"/>
                  <a:pt x="1055751" y="1471136"/>
                </a:cubicBezTo>
                <a:cubicBezTo>
                  <a:pt x="1057180" y="1471136"/>
                  <a:pt x="1058132" y="1472756"/>
                  <a:pt x="1059561" y="1475327"/>
                </a:cubicBezTo>
                <a:cubicBezTo>
                  <a:pt x="1061180" y="1478280"/>
                  <a:pt x="1063181" y="1481995"/>
                  <a:pt x="1067562" y="1481995"/>
                </a:cubicBezTo>
                <a:cubicBezTo>
                  <a:pt x="1071944" y="1481995"/>
                  <a:pt x="1073944" y="1478280"/>
                  <a:pt x="1075563" y="1475327"/>
                </a:cubicBezTo>
                <a:cubicBezTo>
                  <a:pt x="1076992" y="1472756"/>
                  <a:pt x="1077944" y="1471136"/>
                  <a:pt x="1079373" y="1471136"/>
                </a:cubicBezTo>
                <a:cubicBezTo>
                  <a:pt x="1080802" y="1471136"/>
                  <a:pt x="1081754" y="1472756"/>
                  <a:pt x="1083183" y="1475327"/>
                </a:cubicBezTo>
                <a:cubicBezTo>
                  <a:pt x="1084802" y="1478280"/>
                  <a:pt x="1086803" y="1481995"/>
                  <a:pt x="1091184" y="1481995"/>
                </a:cubicBezTo>
                <a:cubicBezTo>
                  <a:pt x="1095566" y="1481995"/>
                  <a:pt x="1097566" y="1478280"/>
                  <a:pt x="1099185" y="1475327"/>
                </a:cubicBezTo>
                <a:cubicBezTo>
                  <a:pt x="1100614" y="1472756"/>
                  <a:pt x="1101566" y="1471136"/>
                  <a:pt x="1102995" y="1471136"/>
                </a:cubicBezTo>
                <a:cubicBezTo>
                  <a:pt x="1104424" y="1471136"/>
                  <a:pt x="1105376" y="1472756"/>
                  <a:pt x="1106805" y="1475327"/>
                </a:cubicBezTo>
                <a:cubicBezTo>
                  <a:pt x="1108424" y="1478280"/>
                  <a:pt x="1110425" y="1481995"/>
                  <a:pt x="1114806" y="1481995"/>
                </a:cubicBezTo>
                <a:cubicBezTo>
                  <a:pt x="1119188" y="1481995"/>
                  <a:pt x="1121188" y="1478280"/>
                  <a:pt x="1122807" y="1475327"/>
                </a:cubicBezTo>
                <a:cubicBezTo>
                  <a:pt x="1124236" y="1472756"/>
                  <a:pt x="1125188" y="1471136"/>
                  <a:pt x="1126617" y="1471136"/>
                </a:cubicBezTo>
                <a:cubicBezTo>
                  <a:pt x="1128046" y="1471136"/>
                  <a:pt x="1128998" y="1472756"/>
                  <a:pt x="1130427" y="1475327"/>
                </a:cubicBezTo>
                <a:cubicBezTo>
                  <a:pt x="1131761" y="1477804"/>
                  <a:pt x="1133475" y="1480661"/>
                  <a:pt x="1136523" y="1481614"/>
                </a:cubicBezTo>
                <a:cubicBezTo>
                  <a:pt x="1137190" y="1482852"/>
                  <a:pt x="1138428" y="1483709"/>
                  <a:pt x="1139857" y="1483709"/>
                </a:cubicBezTo>
                <a:lnTo>
                  <a:pt x="1159955" y="1483709"/>
                </a:lnTo>
                <a:cubicBezTo>
                  <a:pt x="1162050" y="1483709"/>
                  <a:pt x="1163765" y="1481995"/>
                  <a:pt x="1163765" y="1479899"/>
                </a:cubicBezTo>
                <a:lnTo>
                  <a:pt x="1163765" y="1478947"/>
                </a:lnTo>
                <a:lnTo>
                  <a:pt x="1295114" y="1478756"/>
                </a:lnTo>
                <a:lnTo>
                  <a:pt x="1393222" y="1390460"/>
                </a:lnTo>
                <a:lnTo>
                  <a:pt x="1454372" y="1390745"/>
                </a:lnTo>
                <a:lnTo>
                  <a:pt x="1510475" y="1332071"/>
                </a:lnTo>
                <a:lnTo>
                  <a:pt x="1520476" y="1332071"/>
                </a:lnTo>
                <a:lnTo>
                  <a:pt x="1520476" y="1335691"/>
                </a:lnTo>
                <a:cubicBezTo>
                  <a:pt x="1520476" y="1340453"/>
                  <a:pt x="1524381" y="1344359"/>
                  <a:pt x="1529239" y="1344359"/>
                </a:cubicBezTo>
                <a:lnTo>
                  <a:pt x="1580578" y="1344359"/>
                </a:lnTo>
                <a:cubicBezTo>
                  <a:pt x="1585341" y="1344359"/>
                  <a:pt x="1589342" y="1340453"/>
                  <a:pt x="1589342" y="1335691"/>
                </a:cubicBezTo>
                <a:lnTo>
                  <a:pt x="1589342" y="1321308"/>
                </a:lnTo>
                <a:cubicBezTo>
                  <a:pt x="1589342" y="1316546"/>
                  <a:pt x="1585436" y="1312640"/>
                  <a:pt x="1580578" y="1312640"/>
                </a:cubicBezTo>
                <a:lnTo>
                  <a:pt x="1529239" y="1312640"/>
                </a:lnTo>
                <a:cubicBezTo>
                  <a:pt x="1524476" y="1312640"/>
                  <a:pt x="1520476" y="1316546"/>
                  <a:pt x="1520476" y="1321308"/>
                </a:cubicBezTo>
                <a:lnTo>
                  <a:pt x="1520476" y="1324928"/>
                </a:lnTo>
                <a:lnTo>
                  <a:pt x="1507427" y="1324928"/>
                </a:lnTo>
                <a:lnTo>
                  <a:pt x="1451420" y="1383602"/>
                </a:lnTo>
                <a:lnTo>
                  <a:pt x="1390650" y="1383316"/>
                </a:lnTo>
                <a:lnTo>
                  <a:pt x="1292543" y="1471613"/>
                </a:lnTo>
                <a:lnTo>
                  <a:pt x="1163860" y="1471803"/>
                </a:lnTo>
                <a:lnTo>
                  <a:pt x="1163860" y="1470851"/>
                </a:lnTo>
                <a:cubicBezTo>
                  <a:pt x="1163860" y="1468755"/>
                  <a:pt x="1162145" y="1467041"/>
                  <a:pt x="1160050" y="1467041"/>
                </a:cubicBezTo>
                <a:close/>
                <a:moveTo>
                  <a:pt x="875919" y="1480471"/>
                </a:moveTo>
                <a:lnTo>
                  <a:pt x="864394" y="1468850"/>
                </a:lnTo>
                <a:cubicBezTo>
                  <a:pt x="864394" y="1468850"/>
                  <a:pt x="864394" y="1468660"/>
                  <a:pt x="864394" y="1468660"/>
                </a:cubicBezTo>
                <a:lnTo>
                  <a:pt x="876300" y="1457230"/>
                </a:lnTo>
                <a:lnTo>
                  <a:pt x="887730" y="1469136"/>
                </a:lnTo>
                <a:lnTo>
                  <a:pt x="875824" y="1480566"/>
                </a:lnTo>
                <a:close/>
                <a:moveTo>
                  <a:pt x="1140714" y="1479042"/>
                </a:moveTo>
                <a:lnTo>
                  <a:pt x="1140714" y="1471898"/>
                </a:lnTo>
                <a:lnTo>
                  <a:pt x="1148620" y="1471898"/>
                </a:lnTo>
                <a:lnTo>
                  <a:pt x="1150334" y="1473232"/>
                </a:lnTo>
                <a:lnTo>
                  <a:pt x="1146810" y="1475613"/>
                </a:lnTo>
                <a:cubicBezTo>
                  <a:pt x="1146810" y="1475613"/>
                  <a:pt x="1146334" y="1476185"/>
                  <a:pt x="1146334" y="1476566"/>
                </a:cubicBezTo>
                <a:cubicBezTo>
                  <a:pt x="1146334" y="1476947"/>
                  <a:pt x="1146524" y="1477328"/>
                  <a:pt x="1146810" y="1477518"/>
                </a:cubicBezTo>
                <a:lnTo>
                  <a:pt x="1148715" y="1478947"/>
                </a:lnTo>
                <a:lnTo>
                  <a:pt x="1140809" y="1478947"/>
                </a:lnTo>
                <a:close/>
                <a:moveTo>
                  <a:pt x="1159002" y="1479042"/>
                </a:moveTo>
                <a:lnTo>
                  <a:pt x="1152525" y="1479042"/>
                </a:lnTo>
                <a:lnTo>
                  <a:pt x="1149572" y="1476756"/>
                </a:lnTo>
                <a:lnTo>
                  <a:pt x="1153097" y="1474375"/>
                </a:lnTo>
                <a:cubicBezTo>
                  <a:pt x="1153097" y="1474375"/>
                  <a:pt x="1153573" y="1473803"/>
                  <a:pt x="1153573" y="1473422"/>
                </a:cubicBezTo>
                <a:cubicBezTo>
                  <a:pt x="1153573" y="1473041"/>
                  <a:pt x="1153382" y="1472660"/>
                  <a:pt x="1153097" y="1472470"/>
                </a:cubicBezTo>
                <a:lnTo>
                  <a:pt x="1152525" y="1471994"/>
                </a:lnTo>
                <a:lnTo>
                  <a:pt x="1159002" y="1471994"/>
                </a:lnTo>
                <a:lnTo>
                  <a:pt x="1159002" y="1479137"/>
                </a:lnTo>
                <a:close/>
                <a:moveTo>
                  <a:pt x="1525143" y="1321403"/>
                </a:moveTo>
                <a:cubicBezTo>
                  <a:pt x="1525143" y="1319213"/>
                  <a:pt x="1526953" y="1317498"/>
                  <a:pt x="1529144" y="1317498"/>
                </a:cubicBezTo>
                <a:lnTo>
                  <a:pt x="1580483" y="1317498"/>
                </a:lnTo>
                <a:cubicBezTo>
                  <a:pt x="1582674" y="1317498"/>
                  <a:pt x="1584484" y="1319308"/>
                  <a:pt x="1584484" y="1321403"/>
                </a:cubicBezTo>
                <a:lnTo>
                  <a:pt x="1584484" y="1335786"/>
                </a:lnTo>
                <a:cubicBezTo>
                  <a:pt x="1584484" y="1337977"/>
                  <a:pt x="1582674" y="1339691"/>
                  <a:pt x="1580483" y="1339691"/>
                </a:cubicBezTo>
                <a:lnTo>
                  <a:pt x="1529144" y="1339691"/>
                </a:lnTo>
                <a:cubicBezTo>
                  <a:pt x="1526953" y="1339691"/>
                  <a:pt x="1525143" y="1337882"/>
                  <a:pt x="1525143" y="1335786"/>
                </a:cubicBezTo>
                <a:lnTo>
                  <a:pt x="1525143" y="1321403"/>
                </a:lnTo>
                <a:close/>
                <a:moveTo>
                  <a:pt x="1582960" y="1239393"/>
                </a:moveTo>
                <a:lnTo>
                  <a:pt x="1529144" y="1239393"/>
                </a:lnTo>
                <a:cubicBezTo>
                  <a:pt x="1525619" y="1239393"/>
                  <a:pt x="1522762" y="1242251"/>
                  <a:pt x="1522762" y="1245680"/>
                </a:cubicBezTo>
                <a:lnTo>
                  <a:pt x="1522762" y="1250537"/>
                </a:lnTo>
                <a:lnTo>
                  <a:pt x="1473422" y="1250061"/>
                </a:lnTo>
                <a:lnTo>
                  <a:pt x="1395603" y="1329595"/>
                </a:lnTo>
                <a:cubicBezTo>
                  <a:pt x="1394841" y="1329119"/>
                  <a:pt x="1394079" y="1328547"/>
                  <a:pt x="1393222" y="1328166"/>
                </a:cubicBezTo>
                <a:cubicBezTo>
                  <a:pt x="1390174" y="1327118"/>
                  <a:pt x="1386840" y="1327309"/>
                  <a:pt x="1383982" y="1328642"/>
                </a:cubicBezTo>
                <a:cubicBezTo>
                  <a:pt x="1381030" y="1330071"/>
                  <a:pt x="1378839" y="1332452"/>
                  <a:pt x="1377791" y="1335596"/>
                </a:cubicBezTo>
                <a:cubicBezTo>
                  <a:pt x="1376744" y="1338644"/>
                  <a:pt x="1376934" y="1341977"/>
                  <a:pt x="1378268" y="1344835"/>
                </a:cubicBezTo>
                <a:cubicBezTo>
                  <a:pt x="1379696" y="1347788"/>
                  <a:pt x="1382173" y="1349978"/>
                  <a:pt x="1385221" y="1351026"/>
                </a:cubicBezTo>
                <a:cubicBezTo>
                  <a:pt x="1386554" y="1351502"/>
                  <a:pt x="1387888" y="1351693"/>
                  <a:pt x="1389221" y="1351693"/>
                </a:cubicBezTo>
                <a:cubicBezTo>
                  <a:pt x="1391031" y="1351693"/>
                  <a:pt x="1392841" y="1351312"/>
                  <a:pt x="1394460" y="1350455"/>
                </a:cubicBezTo>
                <a:cubicBezTo>
                  <a:pt x="1397413" y="1349026"/>
                  <a:pt x="1399603" y="1346549"/>
                  <a:pt x="1400651" y="1343501"/>
                </a:cubicBezTo>
                <a:cubicBezTo>
                  <a:pt x="1401699" y="1340644"/>
                  <a:pt x="1401509" y="1337596"/>
                  <a:pt x="1400270" y="1334834"/>
                </a:cubicBezTo>
                <a:lnTo>
                  <a:pt x="1476375" y="1257014"/>
                </a:lnTo>
                <a:lnTo>
                  <a:pt x="1522762" y="1257491"/>
                </a:lnTo>
                <a:lnTo>
                  <a:pt x="1522762" y="1262063"/>
                </a:lnTo>
                <a:cubicBezTo>
                  <a:pt x="1522762" y="1265587"/>
                  <a:pt x="1525619" y="1268444"/>
                  <a:pt x="1529144" y="1268444"/>
                </a:cubicBezTo>
                <a:lnTo>
                  <a:pt x="1582960" y="1268444"/>
                </a:lnTo>
                <a:cubicBezTo>
                  <a:pt x="1586484" y="1268444"/>
                  <a:pt x="1589246" y="1265587"/>
                  <a:pt x="1589246" y="1262063"/>
                </a:cubicBezTo>
                <a:lnTo>
                  <a:pt x="1589246" y="1256157"/>
                </a:lnTo>
                <a:lnTo>
                  <a:pt x="1606677" y="1256157"/>
                </a:lnTo>
                <a:lnTo>
                  <a:pt x="1634490" y="1285685"/>
                </a:lnTo>
                <a:lnTo>
                  <a:pt x="1634490" y="1298639"/>
                </a:lnTo>
                <a:lnTo>
                  <a:pt x="1604677" y="1326071"/>
                </a:lnTo>
                <a:lnTo>
                  <a:pt x="1589151" y="1326071"/>
                </a:lnTo>
                <a:lnTo>
                  <a:pt x="1589151" y="1330833"/>
                </a:lnTo>
                <a:lnTo>
                  <a:pt x="1606582" y="1330833"/>
                </a:lnTo>
                <a:lnTo>
                  <a:pt x="1639253" y="1300734"/>
                </a:lnTo>
                <a:lnTo>
                  <a:pt x="1639253" y="1283780"/>
                </a:lnTo>
                <a:lnTo>
                  <a:pt x="1608773" y="1251395"/>
                </a:lnTo>
                <a:lnTo>
                  <a:pt x="1589246" y="1251395"/>
                </a:lnTo>
                <a:lnTo>
                  <a:pt x="1589246" y="1245489"/>
                </a:lnTo>
                <a:cubicBezTo>
                  <a:pt x="1589246" y="1241965"/>
                  <a:pt x="1586389" y="1239203"/>
                  <a:pt x="1582960" y="1239203"/>
                </a:cubicBezTo>
                <a:close/>
                <a:moveTo>
                  <a:pt x="1392460" y="1346359"/>
                </a:moveTo>
                <a:cubicBezTo>
                  <a:pt x="1388745" y="1348169"/>
                  <a:pt x="1384364" y="1346549"/>
                  <a:pt x="1382649" y="1342930"/>
                </a:cubicBezTo>
                <a:cubicBezTo>
                  <a:pt x="1381792" y="1341120"/>
                  <a:pt x="1381697" y="1339120"/>
                  <a:pt x="1382363" y="1337310"/>
                </a:cubicBezTo>
                <a:cubicBezTo>
                  <a:pt x="1383030" y="1335405"/>
                  <a:pt x="1384364" y="1333976"/>
                  <a:pt x="1386173" y="1333119"/>
                </a:cubicBezTo>
                <a:cubicBezTo>
                  <a:pt x="1387221" y="1332643"/>
                  <a:pt x="1388269" y="1332357"/>
                  <a:pt x="1389412" y="1332357"/>
                </a:cubicBezTo>
                <a:cubicBezTo>
                  <a:pt x="1390269" y="1332357"/>
                  <a:pt x="1391031" y="1332452"/>
                  <a:pt x="1391888" y="1332738"/>
                </a:cubicBezTo>
                <a:cubicBezTo>
                  <a:pt x="1393793" y="1333405"/>
                  <a:pt x="1395222" y="1334738"/>
                  <a:pt x="1396079" y="1336548"/>
                </a:cubicBezTo>
                <a:cubicBezTo>
                  <a:pt x="1397794" y="1340263"/>
                  <a:pt x="1396270" y="1344644"/>
                  <a:pt x="1392650" y="1346359"/>
                </a:cubicBezTo>
                <a:close/>
                <a:moveTo>
                  <a:pt x="2027301" y="696277"/>
                </a:moveTo>
                <a:cubicBezTo>
                  <a:pt x="2029587" y="691801"/>
                  <a:pt x="2029968" y="686467"/>
                  <a:pt x="2028349" y="681704"/>
                </a:cubicBezTo>
                <a:cubicBezTo>
                  <a:pt x="2027873" y="680466"/>
                  <a:pt x="2027206" y="679418"/>
                  <a:pt x="2026634" y="678371"/>
                </a:cubicBezTo>
                <a:lnTo>
                  <a:pt x="2288096" y="460915"/>
                </a:lnTo>
                <a:lnTo>
                  <a:pt x="2355628" y="458819"/>
                </a:lnTo>
                <a:lnTo>
                  <a:pt x="2377154" y="483203"/>
                </a:lnTo>
                <a:lnTo>
                  <a:pt x="2461355" y="482822"/>
                </a:lnTo>
                <a:lnTo>
                  <a:pt x="2461355" y="499015"/>
                </a:lnTo>
                <a:cubicBezTo>
                  <a:pt x="2461355" y="502253"/>
                  <a:pt x="2464022" y="504920"/>
                  <a:pt x="2467261" y="504920"/>
                </a:cubicBezTo>
                <a:lnTo>
                  <a:pt x="2485168" y="504920"/>
                </a:lnTo>
                <a:lnTo>
                  <a:pt x="2485168" y="583978"/>
                </a:lnTo>
                <a:lnTo>
                  <a:pt x="2436209" y="615125"/>
                </a:lnTo>
                <a:lnTo>
                  <a:pt x="2364677" y="615125"/>
                </a:lnTo>
                <a:lnTo>
                  <a:pt x="2206943" y="746189"/>
                </a:lnTo>
                <a:cubicBezTo>
                  <a:pt x="2199323" y="739712"/>
                  <a:pt x="2188083" y="739521"/>
                  <a:pt x="2180273" y="746189"/>
                </a:cubicBezTo>
                <a:cubicBezTo>
                  <a:pt x="2172843" y="752570"/>
                  <a:pt x="2171224" y="763143"/>
                  <a:pt x="2175701" y="771430"/>
                </a:cubicBezTo>
                <a:lnTo>
                  <a:pt x="2130171" y="807815"/>
                </a:lnTo>
                <a:lnTo>
                  <a:pt x="2130171" y="839152"/>
                </a:lnTo>
                <a:lnTo>
                  <a:pt x="2147030" y="859727"/>
                </a:lnTo>
                <a:lnTo>
                  <a:pt x="2199132" y="859727"/>
                </a:lnTo>
                <a:cubicBezTo>
                  <a:pt x="2199608" y="863060"/>
                  <a:pt x="2201037" y="866204"/>
                  <a:pt x="2203228" y="868871"/>
                </a:cubicBezTo>
                <a:cubicBezTo>
                  <a:pt x="2209610" y="876205"/>
                  <a:pt x="2220754" y="876967"/>
                  <a:pt x="2228088" y="870680"/>
                </a:cubicBezTo>
                <a:lnTo>
                  <a:pt x="2228088" y="870680"/>
                </a:lnTo>
                <a:cubicBezTo>
                  <a:pt x="2231612" y="867632"/>
                  <a:pt x="2233803" y="863251"/>
                  <a:pt x="2234089" y="858584"/>
                </a:cubicBezTo>
                <a:cubicBezTo>
                  <a:pt x="2234470" y="853916"/>
                  <a:pt x="2232946" y="849344"/>
                  <a:pt x="2229803" y="845725"/>
                </a:cubicBezTo>
                <a:cubicBezTo>
                  <a:pt x="2226278" y="841724"/>
                  <a:pt x="2221421" y="839629"/>
                  <a:pt x="2216468" y="839629"/>
                </a:cubicBezTo>
                <a:cubicBezTo>
                  <a:pt x="2212372" y="839629"/>
                  <a:pt x="2208276" y="841058"/>
                  <a:pt x="2204942" y="843915"/>
                </a:cubicBezTo>
                <a:cubicBezTo>
                  <a:pt x="2202275" y="846201"/>
                  <a:pt x="2200370" y="849249"/>
                  <a:pt x="2199513" y="852583"/>
                </a:cubicBezTo>
                <a:lnTo>
                  <a:pt x="2150364" y="852583"/>
                </a:lnTo>
                <a:lnTo>
                  <a:pt x="2137315" y="836581"/>
                </a:lnTo>
                <a:lnTo>
                  <a:pt x="2137315" y="811244"/>
                </a:lnTo>
                <a:lnTo>
                  <a:pt x="2180177" y="776954"/>
                </a:lnTo>
                <a:cubicBezTo>
                  <a:pt x="2187797" y="783622"/>
                  <a:pt x="2199227" y="783908"/>
                  <a:pt x="2207038" y="777145"/>
                </a:cubicBezTo>
                <a:cubicBezTo>
                  <a:pt x="2214563" y="770668"/>
                  <a:pt x="2216182" y="759904"/>
                  <a:pt x="2211419" y="751618"/>
                </a:cubicBezTo>
                <a:lnTo>
                  <a:pt x="2367058" y="622173"/>
                </a:lnTo>
                <a:lnTo>
                  <a:pt x="2438114" y="622173"/>
                </a:lnTo>
                <a:lnTo>
                  <a:pt x="2492121" y="587788"/>
                </a:lnTo>
                <a:lnTo>
                  <a:pt x="2492121" y="504825"/>
                </a:lnTo>
                <a:lnTo>
                  <a:pt x="2509266" y="504825"/>
                </a:lnTo>
                <a:cubicBezTo>
                  <a:pt x="2512886" y="504825"/>
                  <a:pt x="2515934" y="501872"/>
                  <a:pt x="2515934" y="498158"/>
                </a:cubicBezTo>
                <a:lnTo>
                  <a:pt x="2515934" y="484442"/>
                </a:lnTo>
                <a:lnTo>
                  <a:pt x="2520315" y="484251"/>
                </a:lnTo>
                <a:lnTo>
                  <a:pt x="2520315" y="512350"/>
                </a:lnTo>
                <a:cubicBezTo>
                  <a:pt x="2520315" y="514350"/>
                  <a:pt x="2521934" y="515969"/>
                  <a:pt x="2523935" y="515969"/>
                </a:cubicBezTo>
                <a:lnTo>
                  <a:pt x="2538984" y="515969"/>
                </a:lnTo>
                <a:cubicBezTo>
                  <a:pt x="2540984" y="515969"/>
                  <a:pt x="2542604" y="514350"/>
                  <a:pt x="2542604" y="512350"/>
                </a:cubicBezTo>
                <a:lnTo>
                  <a:pt x="2542604" y="461201"/>
                </a:lnTo>
                <a:lnTo>
                  <a:pt x="2550700" y="461201"/>
                </a:lnTo>
                <a:lnTo>
                  <a:pt x="2550700" y="512350"/>
                </a:lnTo>
                <a:cubicBezTo>
                  <a:pt x="2550700" y="514350"/>
                  <a:pt x="2552319" y="515969"/>
                  <a:pt x="2554319" y="515969"/>
                </a:cubicBezTo>
                <a:lnTo>
                  <a:pt x="2569845" y="515969"/>
                </a:lnTo>
                <a:cubicBezTo>
                  <a:pt x="2571845" y="515969"/>
                  <a:pt x="2573465" y="514350"/>
                  <a:pt x="2573465" y="512350"/>
                </a:cubicBezTo>
                <a:lnTo>
                  <a:pt x="2573465" y="461201"/>
                </a:lnTo>
                <a:lnTo>
                  <a:pt x="2580704" y="461201"/>
                </a:lnTo>
                <a:lnTo>
                  <a:pt x="2580704" y="512350"/>
                </a:lnTo>
                <a:cubicBezTo>
                  <a:pt x="2580704" y="514350"/>
                  <a:pt x="2582323" y="515969"/>
                  <a:pt x="2584323" y="515969"/>
                </a:cubicBezTo>
                <a:lnTo>
                  <a:pt x="2600706" y="515969"/>
                </a:lnTo>
                <a:cubicBezTo>
                  <a:pt x="2602706" y="515969"/>
                  <a:pt x="2604326" y="514350"/>
                  <a:pt x="2604326" y="512350"/>
                </a:cubicBezTo>
                <a:lnTo>
                  <a:pt x="2604326" y="496443"/>
                </a:lnTo>
                <a:lnTo>
                  <a:pt x="2617851" y="496443"/>
                </a:lnTo>
                <a:cubicBezTo>
                  <a:pt x="2617946" y="522542"/>
                  <a:pt x="2618042" y="557879"/>
                  <a:pt x="2617851" y="568643"/>
                </a:cubicBezTo>
                <a:lnTo>
                  <a:pt x="2614327" y="568643"/>
                </a:lnTo>
                <a:cubicBezTo>
                  <a:pt x="2608040" y="568643"/>
                  <a:pt x="2602802" y="573786"/>
                  <a:pt x="2602802" y="580168"/>
                </a:cubicBezTo>
                <a:lnTo>
                  <a:pt x="2602802" y="631508"/>
                </a:lnTo>
                <a:cubicBezTo>
                  <a:pt x="2602802" y="637794"/>
                  <a:pt x="2607945" y="643033"/>
                  <a:pt x="2614327" y="643033"/>
                </a:cubicBezTo>
                <a:lnTo>
                  <a:pt x="2617756" y="643033"/>
                </a:lnTo>
                <a:lnTo>
                  <a:pt x="2617756" y="745808"/>
                </a:lnTo>
                <a:lnTo>
                  <a:pt x="2587371" y="777335"/>
                </a:lnTo>
                <a:lnTo>
                  <a:pt x="2568226" y="777335"/>
                </a:lnTo>
                <a:cubicBezTo>
                  <a:pt x="2566511" y="767715"/>
                  <a:pt x="2558129" y="760381"/>
                  <a:pt x="2548033" y="760381"/>
                </a:cubicBezTo>
                <a:cubicBezTo>
                  <a:pt x="2536698" y="760381"/>
                  <a:pt x="2527459" y="769620"/>
                  <a:pt x="2527459" y="780955"/>
                </a:cubicBezTo>
                <a:cubicBezTo>
                  <a:pt x="2527459" y="786289"/>
                  <a:pt x="2529554" y="791051"/>
                  <a:pt x="2532888" y="794766"/>
                </a:cubicBezTo>
                <a:lnTo>
                  <a:pt x="2517362" y="812959"/>
                </a:lnTo>
                <a:cubicBezTo>
                  <a:pt x="2516791" y="813626"/>
                  <a:pt x="2516505" y="814388"/>
                  <a:pt x="2516505" y="815245"/>
                </a:cubicBezTo>
                <a:lnTo>
                  <a:pt x="2515362" y="895445"/>
                </a:lnTo>
                <a:lnTo>
                  <a:pt x="2499646" y="916019"/>
                </a:lnTo>
                <a:lnTo>
                  <a:pt x="2414397" y="918115"/>
                </a:lnTo>
                <a:cubicBezTo>
                  <a:pt x="2413445" y="918115"/>
                  <a:pt x="2412587" y="918496"/>
                  <a:pt x="2412016" y="919163"/>
                </a:cubicBezTo>
                <a:lnTo>
                  <a:pt x="2386965" y="943832"/>
                </a:lnTo>
                <a:lnTo>
                  <a:pt x="2205800" y="943832"/>
                </a:lnTo>
                <a:lnTo>
                  <a:pt x="2183892" y="928402"/>
                </a:lnTo>
                <a:cubicBezTo>
                  <a:pt x="2183321" y="928021"/>
                  <a:pt x="2182559" y="927735"/>
                  <a:pt x="2181892" y="927735"/>
                </a:cubicBezTo>
                <a:lnTo>
                  <a:pt x="2169795" y="927545"/>
                </a:lnTo>
                <a:cubicBezTo>
                  <a:pt x="2169224" y="924687"/>
                  <a:pt x="2168081" y="921829"/>
                  <a:pt x="2166271" y="919353"/>
                </a:cubicBezTo>
                <a:cubicBezTo>
                  <a:pt x="2162270" y="913924"/>
                  <a:pt x="2155984" y="910971"/>
                  <a:pt x="2149697" y="910971"/>
                </a:cubicBezTo>
                <a:cubicBezTo>
                  <a:pt x="2145506" y="910971"/>
                  <a:pt x="2141220" y="912304"/>
                  <a:pt x="2137601" y="914972"/>
                </a:cubicBezTo>
                <a:cubicBezTo>
                  <a:pt x="2133219" y="918210"/>
                  <a:pt x="2130266" y="922973"/>
                  <a:pt x="2129409" y="928402"/>
                </a:cubicBezTo>
                <a:cubicBezTo>
                  <a:pt x="2128552" y="933831"/>
                  <a:pt x="2129885" y="939260"/>
                  <a:pt x="2133124" y="943642"/>
                </a:cubicBezTo>
                <a:cubicBezTo>
                  <a:pt x="2139791" y="952786"/>
                  <a:pt x="2152745" y="954786"/>
                  <a:pt x="2161889" y="948023"/>
                </a:cubicBezTo>
                <a:cubicBezTo>
                  <a:pt x="2166461" y="944690"/>
                  <a:pt x="2169224" y="939832"/>
                  <a:pt x="2169986" y="934593"/>
                </a:cubicBezTo>
                <a:lnTo>
                  <a:pt x="2180749" y="934593"/>
                </a:lnTo>
                <a:cubicBezTo>
                  <a:pt x="2180749" y="934593"/>
                  <a:pt x="2202752" y="950119"/>
                  <a:pt x="2202752" y="950119"/>
                </a:cubicBezTo>
                <a:cubicBezTo>
                  <a:pt x="2203323" y="950500"/>
                  <a:pt x="2204085" y="950786"/>
                  <a:pt x="2204847" y="950786"/>
                </a:cubicBezTo>
                <a:lnTo>
                  <a:pt x="2388680" y="950786"/>
                </a:lnTo>
                <a:cubicBezTo>
                  <a:pt x="2389632" y="950786"/>
                  <a:pt x="2390489" y="950404"/>
                  <a:pt x="2391156" y="949738"/>
                </a:cubicBezTo>
                <a:lnTo>
                  <a:pt x="2416207" y="925068"/>
                </a:lnTo>
                <a:lnTo>
                  <a:pt x="2501742" y="922973"/>
                </a:lnTo>
                <a:cubicBezTo>
                  <a:pt x="2502789" y="922973"/>
                  <a:pt x="2503837" y="922401"/>
                  <a:pt x="2504504" y="921544"/>
                </a:cubicBezTo>
                <a:lnTo>
                  <a:pt x="2521934" y="898684"/>
                </a:lnTo>
                <a:cubicBezTo>
                  <a:pt x="2522411" y="898112"/>
                  <a:pt x="2522696" y="897350"/>
                  <a:pt x="2522696" y="896588"/>
                </a:cubicBezTo>
                <a:lnTo>
                  <a:pt x="2523839" y="816483"/>
                </a:lnTo>
                <a:lnTo>
                  <a:pt x="2538698" y="798957"/>
                </a:lnTo>
                <a:cubicBezTo>
                  <a:pt x="2541556" y="800481"/>
                  <a:pt x="2544794" y="801434"/>
                  <a:pt x="2548223" y="801434"/>
                </a:cubicBezTo>
                <a:cubicBezTo>
                  <a:pt x="2558320" y="801434"/>
                  <a:pt x="2566702" y="794099"/>
                  <a:pt x="2568417" y="784479"/>
                </a:cubicBezTo>
                <a:lnTo>
                  <a:pt x="2589086" y="784479"/>
                </a:lnTo>
                <a:cubicBezTo>
                  <a:pt x="2590038" y="784479"/>
                  <a:pt x="2590991" y="784098"/>
                  <a:pt x="2591657" y="783336"/>
                </a:cubicBezTo>
                <a:lnTo>
                  <a:pt x="2624042" y="749618"/>
                </a:lnTo>
                <a:cubicBezTo>
                  <a:pt x="2624709" y="748951"/>
                  <a:pt x="2624995" y="748094"/>
                  <a:pt x="2624995" y="747141"/>
                </a:cubicBezTo>
                <a:lnTo>
                  <a:pt x="2624995" y="642938"/>
                </a:lnTo>
                <a:lnTo>
                  <a:pt x="2628424" y="642938"/>
                </a:lnTo>
                <a:cubicBezTo>
                  <a:pt x="2634710" y="642938"/>
                  <a:pt x="2639949" y="637794"/>
                  <a:pt x="2639949" y="631412"/>
                </a:cubicBezTo>
                <a:lnTo>
                  <a:pt x="2639949" y="580073"/>
                </a:lnTo>
                <a:cubicBezTo>
                  <a:pt x="2639949" y="573786"/>
                  <a:pt x="2634805" y="568547"/>
                  <a:pt x="2628424" y="568547"/>
                </a:cubicBezTo>
                <a:lnTo>
                  <a:pt x="2624995" y="568547"/>
                </a:lnTo>
                <a:cubicBezTo>
                  <a:pt x="2625280" y="560642"/>
                  <a:pt x="2625185" y="541496"/>
                  <a:pt x="2624995" y="492728"/>
                </a:cubicBezTo>
                <a:cubicBezTo>
                  <a:pt x="2624995" y="490728"/>
                  <a:pt x="2623376" y="489204"/>
                  <a:pt x="2621375" y="489204"/>
                </a:cubicBezTo>
                <a:lnTo>
                  <a:pt x="2600706" y="489204"/>
                </a:lnTo>
                <a:cubicBezTo>
                  <a:pt x="2598706" y="489204"/>
                  <a:pt x="2597087" y="490823"/>
                  <a:pt x="2597087" y="492824"/>
                </a:cubicBezTo>
                <a:lnTo>
                  <a:pt x="2597087" y="508730"/>
                </a:lnTo>
                <a:lnTo>
                  <a:pt x="2587847" y="508730"/>
                </a:lnTo>
                <a:lnTo>
                  <a:pt x="2587847" y="457581"/>
                </a:lnTo>
                <a:cubicBezTo>
                  <a:pt x="2587847" y="455581"/>
                  <a:pt x="2586228" y="453962"/>
                  <a:pt x="2584228" y="453962"/>
                </a:cubicBezTo>
                <a:lnTo>
                  <a:pt x="2569845" y="453962"/>
                </a:lnTo>
                <a:cubicBezTo>
                  <a:pt x="2567845" y="453962"/>
                  <a:pt x="2566226" y="455581"/>
                  <a:pt x="2566226" y="457581"/>
                </a:cubicBezTo>
                <a:lnTo>
                  <a:pt x="2566226" y="508730"/>
                </a:lnTo>
                <a:lnTo>
                  <a:pt x="2557844" y="508730"/>
                </a:lnTo>
                <a:lnTo>
                  <a:pt x="2557844" y="457581"/>
                </a:lnTo>
                <a:cubicBezTo>
                  <a:pt x="2557844" y="455581"/>
                  <a:pt x="2556224" y="453962"/>
                  <a:pt x="2554224" y="453962"/>
                </a:cubicBezTo>
                <a:lnTo>
                  <a:pt x="2538984" y="453962"/>
                </a:lnTo>
                <a:cubicBezTo>
                  <a:pt x="2536984" y="453962"/>
                  <a:pt x="2535365" y="455581"/>
                  <a:pt x="2535365" y="457581"/>
                </a:cubicBezTo>
                <a:lnTo>
                  <a:pt x="2535365" y="508730"/>
                </a:lnTo>
                <a:lnTo>
                  <a:pt x="2527459" y="508730"/>
                </a:lnTo>
                <a:lnTo>
                  <a:pt x="2527459" y="480536"/>
                </a:lnTo>
                <a:cubicBezTo>
                  <a:pt x="2527459" y="479584"/>
                  <a:pt x="2527078" y="478631"/>
                  <a:pt x="2526316" y="477964"/>
                </a:cubicBezTo>
                <a:cubicBezTo>
                  <a:pt x="2525649" y="477298"/>
                  <a:pt x="2524506" y="477012"/>
                  <a:pt x="2523744" y="477012"/>
                </a:cubicBezTo>
                <a:lnTo>
                  <a:pt x="2515934" y="477298"/>
                </a:lnTo>
                <a:lnTo>
                  <a:pt x="2515934" y="456629"/>
                </a:lnTo>
                <a:cubicBezTo>
                  <a:pt x="2515934" y="453009"/>
                  <a:pt x="2512981" y="449961"/>
                  <a:pt x="2509266" y="449961"/>
                </a:cubicBezTo>
                <a:lnTo>
                  <a:pt x="2467832" y="449961"/>
                </a:lnTo>
                <a:cubicBezTo>
                  <a:pt x="2464213" y="449961"/>
                  <a:pt x="2461165" y="452914"/>
                  <a:pt x="2461165" y="456629"/>
                </a:cubicBezTo>
                <a:lnTo>
                  <a:pt x="2461165" y="475488"/>
                </a:lnTo>
                <a:lnTo>
                  <a:pt x="2380202" y="475869"/>
                </a:lnTo>
                <a:lnTo>
                  <a:pt x="2358676" y="451485"/>
                </a:lnTo>
                <a:lnTo>
                  <a:pt x="2287810" y="451485"/>
                </a:lnTo>
                <a:lnTo>
                  <a:pt x="2022157" y="672560"/>
                </a:lnTo>
                <a:cubicBezTo>
                  <a:pt x="2012632" y="663797"/>
                  <a:pt x="1996631" y="665417"/>
                  <a:pt x="1989773" y="678847"/>
                </a:cubicBezTo>
                <a:cubicBezTo>
                  <a:pt x="1987487" y="683324"/>
                  <a:pt x="1987106" y="688658"/>
                  <a:pt x="1988725" y="693420"/>
                </a:cubicBezTo>
                <a:cubicBezTo>
                  <a:pt x="1994916" y="711518"/>
                  <a:pt x="2018443" y="713137"/>
                  <a:pt x="2027111" y="696182"/>
                </a:cubicBezTo>
                <a:close/>
                <a:moveTo>
                  <a:pt x="2209705" y="849344"/>
                </a:moveTo>
                <a:cubicBezTo>
                  <a:pt x="2211800" y="847535"/>
                  <a:pt x="2214658" y="846582"/>
                  <a:pt x="2217325" y="846773"/>
                </a:cubicBezTo>
                <a:cubicBezTo>
                  <a:pt x="2220087" y="846963"/>
                  <a:pt x="2222659" y="848201"/>
                  <a:pt x="2224564" y="850392"/>
                </a:cubicBezTo>
                <a:cubicBezTo>
                  <a:pt x="2226374" y="852488"/>
                  <a:pt x="2227326" y="855250"/>
                  <a:pt x="2227136" y="858012"/>
                </a:cubicBezTo>
                <a:cubicBezTo>
                  <a:pt x="2226945" y="860774"/>
                  <a:pt x="2225707" y="863346"/>
                  <a:pt x="2223516" y="865251"/>
                </a:cubicBezTo>
                <a:cubicBezTo>
                  <a:pt x="2219135" y="869061"/>
                  <a:pt x="2212467" y="868585"/>
                  <a:pt x="2208657" y="864203"/>
                </a:cubicBezTo>
                <a:cubicBezTo>
                  <a:pt x="2206847" y="862108"/>
                  <a:pt x="2205895" y="859346"/>
                  <a:pt x="2206085" y="856583"/>
                </a:cubicBezTo>
                <a:cubicBezTo>
                  <a:pt x="2206276" y="853821"/>
                  <a:pt x="2207514" y="851249"/>
                  <a:pt x="2209705" y="849344"/>
                </a:cubicBezTo>
                <a:close/>
                <a:moveTo>
                  <a:pt x="2157508" y="942404"/>
                </a:moveTo>
                <a:cubicBezTo>
                  <a:pt x="2151602" y="946785"/>
                  <a:pt x="2143125" y="945452"/>
                  <a:pt x="2138744" y="939546"/>
                </a:cubicBezTo>
                <a:cubicBezTo>
                  <a:pt x="2136648" y="936689"/>
                  <a:pt x="2135791" y="933069"/>
                  <a:pt x="2136267" y="929545"/>
                </a:cubicBezTo>
                <a:cubicBezTo>
                  <a:pt x="2136839" y="926021"/>
                  <a:pt x="2138744" y="922877"/>
                  <a:pt x="2141601" y="920782"/>
                </a:cubicBezTo>
                <a:cubicBezTo>
                  <a:pt x="2147602" y="916400"/>
                  <a:pt x="2155984" y="917734"/>
                  <a:pt x="2160365" y="923639"/>
                </a:cubicBezTo>
                <a:cubicBezTo>
                  <a:pt x="2164747" y="929640"/>
                  <a:pt x="2163413" y="938022"/>
                  <a:pt x="2157508" y="942404"/>
                </a:cubicBezTo>
                <a:close/>
                <a:moveTo>
                  <a:pt x="2547938" y="794385"/>
                </a:moveTo>
                <a:cubicBezTo>
                  <a:pt x="2540508" y="794385"/>
                  <a:pt x="2534507" y="788384"/>
                  <a:pt x="2534507" y="780955"/>
                </a:cubicBezTo>
                <a:cubicBezTo>
                  <a:pt x="2534507" y="773525"/>
                  <a:pt x="2540508" y="767525"/>
                  <a:pt x="2547938" y="767525"/>
                </a:cubicBezTo>
                <a:cubicBezTo>
                  <a:pt x="2555367" y="767525"/>
                  <a:pt x="2561368" y="773525"/>
                  <a:pt x="2561368" y="780955"/>
                </a:cubicBezTo>
                <a:cubicBezTo>
                  <a:pt x="2561368" y="788384"/>
                  <a:pt x="2555367" y="794385"/>
                  <a:pt x="2547938" y="794385"/>
                </a:cubicBezTo>
                <a:close/>
                <a:moveTo>
                  <a:pt x="2632615" y="631603"/>
                </a:moveTo>
                <a:cubicBezTo>
                  <a:pt x="2632615" y="633984"/>
                  <a:pt x="2630710" y="635984"/>
                  <a:pt x="2628234" y="635984"/>
                </a:cubicBezTo>
                <a:lnTo>
                  <a:pt x="2614232" y="635984"/>
                </a:lnTo>
                <a:cubicBezTo>
                  <a:pt x="2611850" y="635984"/>
                  <a:pt x="2609850" y="634079"/>
                  <a:pt x="2609850" y="631603"/>
                </a:cubicBezTo>
                <a:lnTo>
                  <a:pt x="2609850" y="619887"/>
                </a:lnTo>
                <a:lnTo>
                  <a:pt x="2632520" y="619887"/>
                </a:lnTo>
                <a:lnTo>
                  <a:pt x="2632520" y="631603"/>
                </a:lnTo>
                <a:close/>
                <a:moveTo>
                  <a:pt x="2628234" y="575977"/>
                </a:moveTo>
                <a:cubicBezTo>
                  <a:pt x="2630615" y="575977"/>
                  <a:pt x="2632615" y="577882"/>
                  <a:pt x="2632615" y="580358"/>
                </a:cubicBezTo>
                <a:lnTo>
                  <a:pt x="2632615" y="589312"/>
                </a:lnTo>
                <a:lnTo>
                  <a:pt x="2609945" y="589312"/>
                </a:lnTo>
                <a:lnTo>
                  <a:pt x="2609945" y="580358"/>
                </a:lnTo>
                <a:cubicBezTo>
                  <a:pt x="2609945" y="577977"/>
                  <a:pt x="2611850" y="575977"/>
                  <a:pt x="2614327" y="575977"/>
                </a:cubicBezTo>
                <a:lnTo>
                  <a:pt x="2628329" y="575977"/>
                </a:lnTo>
                <a:close/>
                <a:moveTo>
                  <a:pt x="2466118" y="482822"/>
                </a:moveTo>
                <a:lnTo>
                  <a:pt x="2466118" y="482822"/>
                </a:lnTo>
                <a:cubicBezTo>
                  <a:pt x="2466118" y="482822"/>
                  <a:pt x="2466118" y="475679"/>
                  <a:pt x="2466118" y="475679"/>
                </a:cubicBezTo>
                <a:lnTo>
                  <a:pt x="2466118" y="475679"/>
                </a:lnTo>
                <a:lnTo>
                  <a:pt x="2466118" y="456819"/>
                </a:lnTo>
                <a:cubicBezTo>
                  <a:pt x="2466118" y="455771"/>
                  <a:pt x="2466975" y="454914"/>
                  <a:pt x="2468023" y="454914"/>
                </a:cubicBezTo>
                <a:lnTo>
                  <a:pt x="2509457" y="454914"/>
                </a:lnTo>
                <a:cubicBezTo>
                  <a:pt x="2510504" y="454914"/>
                  <a:pt x="2511362" y="455771"/>
                  <a:pt x="2511362" y="456819"/>
                </a:cubicBezTo>
                <a:lnTo>
                  <a:pt x="2511362" y="498253"/>
                </a:lnTo>
                <a:cubicBezTo>
                  <a:pt x="2511362" y="499301"/>
                  <a:pt x="2510504" y="500158"/>
                  <a:pt x="2509457" y="500158"/>
                </a:cubicBezTo>
                <a:lnTo>
                  <a:pt x="2467261" y="500158"/>
                </a:lnTo>
                <a:cubicBezTo>
                  <a:pt x="2466594" y="500158"/>
                  <a:pt x="2466118" y="499586"/>
                  <a:pt x="2466118" y="499015"/>
                </a:cubicBezTo>
                <a:lnTo>
                  <a:pt x="2466118" y="482822"/>
                </a:lnTo>
                <a:close/>
                <a:moveTo>
                  <a:pt x="2520887" y="616458"/>
                </a:moveTo>
                <a:cubicBezTo>
                  <a:pt x="2525173" y="610838"/>
                  <a:pt x="2533174" y="609791"/>
                  <a:pt x="2538794" y="613982"/>
                </a:cubicBezTo>
                <a:cubicBezTo>
                  <a:pt x="2544413" y="618268"/>
                  <a:pt x="2545461" y="626269"/>
                  <a:pt x="2541270" y="631889"/>
                </a:cubicBezTo>
                <a:cubicBezTo>
                  <a:pt x="2536984" y="637508"/>
                  <a:pt x="2528983" y="638556"/>
                  <a:pt x="2523363" y="634365"/>
                </a:cubicBezTo>
                <a:cubicBezTo>
                  <a:pt x="2517743" y="630079"/>
                  <a:pt x="2516696" y="622078"/>
                  <a:pt x="2520887" y="616458"/>
                </a:cubicBezTo>
                <a:close/>
                <a:moveTo>
                  <a:pt x="1692307" y="1294924"/>
                </a:moveTo>
                <a:cubicBezTo>
                  <a:pt x="1694117" y="1291304"/>
                  <a:pt x="1698498" y="1289780"/>
                  <a:pt x="1702118" y="1291590"/>
                </a:cubicBezTo>
                <a:cubicBezTo>
                  <a:pt x="1705737" y="1293400"/>
                  <a:pt x="1707261" y="1297781"/>
                  <a:pt x="1705451" y="1301401"/>
                </a:cubicBezTo>
                <a:cubicBezTo>
                  <a:pt x="1703642" y="1305020"/>
                  <a:pt x="1699260" y="1306544"/>
                  <a:pt x="1695641" y="1304735"/>
                </a:cubicBezTo>
                <a:cubicBezTo>
                  <a:pt x="1692021" y="1302925"/>
                  <a:pt x="1690497" y="1298543"/>
                  <a:pt x="1692307" y="1294924"/>
                </a:cubicBezTo>
                <a:close/>
                <a:moveTo>
                  <a:pt x="2521172" y="580358"/>
                </a:moveTo>
                <a:cubicBezTo>
                  <a:pt x="2525459" y="574739"/>
                  <a:pt x="2533460" y="573691"/>
                  <a:pt x="2539079" y="577882"/>
                </a:cubicBezTo>
                <a:cubicBezTo>
                  <a:pt x="2544699" y="582168"/>
                  <a:pt x="2545747" y="590169"/>
                  <a:pt x="2541556" y="595789"/>
                </a:cubicBezTo>
                <a:cubicBezTo>
                  <a:pt x="2537270" y="601409"/>
                  <a:pt x="2529269" y="602456"/>
                  <a:pt x="2523649" y="598265"/>
                </a:cubicBezTo>
                <a:cubicBezTo>
                  <a:pt x="2518029" y="593979"/>
                  <a:pt x="2516981" y="585978"/>
                  <a:pt x="2521172" y="580358"/>
                </a:cubicBezTo>
                <a:close/>
                <a:moveTo>
                  <a:pt x="1566958" y="1358265"/>
                </a:moveTo>
                <a:lnTo>
                  <a:pt x="1473327" y="1460945"/>
                </a:lnTo>
                <a:lnTo>
                  <a:pt x="1473327" y="1586579"/>
                </a:lnTo>
                <a:lnTo>
                  <a:pt x="1471422" y="1586579"/>
                </a:lnTo>
                <a:cubicBezTo>
                  <a:pt x="1467898" y="1586579"/>
                  <a:pt x="1465136" y="1589437"/>
                  <a:pt x="1465136" y="1592866"/>
                </a:cubicBezTo>
                <a:lnTo>
                  <a:pt x="1465136" y="1606106"/>
                </a:lnTo>
                <a:cubicBezTo>
                  <a:pt x="1465136" y="1609630"/>
                  <a:pt x="1467993" y="1612392"/>
                  <a:pt x="1471422" y="1612392"/>
                </a:cubicBezTo>
                <a:lnTo>
                  <a:pt x="1484662" y="1612392"/>
                </a:lnTo>
                <a:cubicBezTo>
                  <a:pt x="1488186" y="1612392"/>
                  <a:pt x="1490948" y="1609535"/>
                  <a:pt x="1490948" y="1606106"/>
                </a:cubicBezTo>
                <a:lnTo>
                  <a:pt x="1490948" y="1592866"/>
                </a:lnTo>
                <a:cubicBezTo>
                  <a:pt x="1490948" y="1589342"/>
                  <a:pt x="1488091" y="1586579"/>
                  <a:pt x="1484662" y="1586579"/>
                </a:cubicBezTo>
                <a:lnTo>
                  <a:pt x="1482757" y="1586579"/>
                </a:lnTo>
                <a:lnTo>
                  <a:pt x="1482757" y="1464659"/>
                </a:lnTo>
                <a:lnTo>
                  <a:pt x="1571053" y="1367885"/>
                </a:lnTo>
                <a:lnTo>
                  <a:pt x="1631823" y="1368171"/>
                </a:lnTo>
                <a:lnTo>
                  <a:pt x="1692021" y="1311402"/>
                </a:lnTo>
                <a:cubicBezTo>
                  <a:pt x="1692021" y="1311402"/>
                  <a:pt x="1692212" y="1311593"/>
                  <a:pt x="1692402" y="1311593"/>
                </a:cubicBezTo>
                <a:cubicBezTo>
                  <a:pt x="1694498" y="1312640"/>
                  <a:pt x="1696688" y="1313117"/>
                  <a:pt x="1698784" y="1313117"/>
                </a:cubicBezTo>
                <a:cubicBezTo>
                  <a:pt x="1704118" y="1313117"/>
                  <a:pt x="1709357" y="1310164"/>
                  <a:pt x="1711833" y="1305020"/>
                </a:cubicBezTo>
                <a:cubicBezTo>
                  <a:pt x="1715357" y="1297877"/>
                  <a:pt x="1712405" y="1289114"/>
                  <a:pt x="1705261" y="1285494"/>
                </a:cubicBezTo>
                <a:cubicBezTo>
                  <a:pt x="1701737" y="1283780"/>
                  <a:pt x="1697831" y="1283494"/>
                  <a:pt x="1694117" y="1284732"/>
                </a:cubicBezTo>
                <a:cubicBezTo>
                  <a:pt x="1690402" y="1285970"/>
                  <a:pt x="1687449" y="1288542"/>
                  <a:pt x="1685735" y="1292066"/>
                </a:cubicBezTo>
                <a:cubicBezTo>
                  <a:pt x="1683734" y="1296067"/>
                  <a:pt x="1683830" y="1300544"/>
                  <a:pt x="1685544" y="1304353"/>
                </a:cubicBezTo>
                <a:lnTo>
                  <a:pt x="1628013" y="1358646"/>
                </a:lnTo>
                <a:lnTo>
                  <a:pt x="1566863" y="1358360"/>
                </a:lnTo>
                <a:close/>
                <a:moveTo>
                  <a:pt x="1484662" y="1591247"/>
                </a:moveTo>
                <a:cubicBezTo>
                  <a:pt x="1485519" y="1591247"/>
                  <a:pt x="1486186" y="1591913"/>
                  <a:pt x="1486186" y="1592771"/>
                </a:cubicBezTo>
                <a:lnTo>
                  <a:pt x="1486186" y="1606010"/>
                </a:lnTo>
                <a:cubicBezTo>
                  <a:pt x="1486186" y="1606868"/>
                  <a:pt x="1485519" y="1607534"/>
                  <a:pt x="1484662" y="1607534"/>
                </a:cubicBezTo>
                <a:lnTo>
                  <a:pt x="1471422" y="1607534"/>
                </a:lnTo>
                <a:cubicBezTo>
                  <a:pt x="1470565" y="1607534"/>
                  <a:pt x="1469898" y="1606868"/>
                  <a:pt x="1469898" y="1606010"/>
                </a:cubicBezTo>
                <a:lnTo>
                  <a:pt x="1469898" y="1592771"/>
                </a:lnTo>
                <a:cubicBezTo>
                  <a:pt x="1469898" y="1591913"/>
                  <a:pt x="1470565" y="1591247"/>
                  <a:pt x="1471422" y="1591247"/>
                </a:cubicBezTo>
                <a:lnTo>
                  <a:pt x="1484662" y="1591247"/>
                </a:lnTo>
                <a:close/>
                <a:moveTo>
                  <a:pt x="1690116" y="1294162"/>
                </a:moveTo>
                <a:cubicBezTo>
                  <a:pt x="1691259" y="1291781"/>
                  <a:pt x="1693259" y="1290066"/>
                  <a:pt x="1695736" y="1289209"/>
                </a:cubicBezTo>
                <a:cubicBezTo>
                  <a:pt x="1696784" y="1288828"/>
                  <a:pt x="1697831" y="1288732"/>
                  <a:pt x="1698879" y="1288732"/>
                </a:cubicBezTo>
                <a:cubicBezTo>
                  <a:pt x="1700403" y="1288732"/>
                  <a:pt x="1701832" y="1289114"/>
                  <a:pt x="1703165" y="1289780"/>
                </a:cubicBezTo>
                <a:cubicBezTo>
                  <a:pt x="1708023" y="1292162"/>
                  <a:pt x="1710023" y="1298067"/>
                  <a:pt x="1707547" y="1302925"/>
                </a:cubicBezTo>
                <a:cubicBezTo>
                  <a:pt x="1705166" y="1307782"/>
                  <a:pt x="1699260" y="1309783"/>
                  <a:pt x="1694402" y="1307306"/>
                </a:cubicBezTo>
                <a:cubicBezTo>
                  <a:pt x="1689545" y="1304925"/>
                  <a:pt x="1687544" y="1299020"/>
                  <a:pt x="1690021" y="1294162"/>
                </a:cubicBezTo>
                <a:close/>
                <a:moveTo>
                  <a:pt x="2555748" y="597789"/>
                </a:moveTo>
                <a:cubicBezTo>
                  <a:pt x="2557177" y="590931"/>
                  <a:pt x="2563844" y="586454"/>
                  <a:pt x="2570798" y="587788"/>
                </a:cubicBezTo>
                <a:cubicBezTo>
                  <a:pt x="2577655" y="589217"/>
                  <a:pt x="2582132" y="595884"/>
                  <a:pt x="2580799" y="602837"/>
                </a:cubicBezTo>
                <a:cubicBezTo>
                  <a:pt x="2579465" y="609791"/>
                  <a:pt x="2572703" y="614172"/>
                  <a:pt x="2565749" y="612839"/>
                </a:cubicBezTo>
                <a:cubicBezTo>
                  <a:pt x="2558796" y="611505"/>
                  <a:pt x="2554415" y="604742"/>
                  <a:pt x="2555748" y="597789"/>
                </a:cubicBezTo>
                <a:close/>
                <a:moveTo>
                  <a:pt x="924497" y="1842992"/>
                </a:moveTo>
                <a:cubicBezTo>
                  <a:pt x="923163" y="1842992"/>
                  <a:pt x="922115" y="1844040"/>
                  <a:pt x="922115" y="1845374"/>
                </a:cubicBezTo>
                <a:lnTo>
                  <a:pt x="922115" y="1865376"/>
                </a:lnTo>
                <a:cubicBezTo>
                  <a:pt x="922115" y="1866710"/>
                  <a:pt x="923163" y="1867757"/>
                  <a:pt x="924497" y="1867757"/>
                </a:cubicBezTo>
                <a:lnTo>
                  <a:pt x="944499" y="1867757"/>
                </a:lnTo>
                <a:cubicBezTo>
                  <a:pt x="945833" y="1867757"/>
                  <a:pt x="946880" y="1866710"/>
                  <a:pt x="946880" y="1865376"/>
                </a:cubicBezTo>
                <a:lnTo>
                  <a:pt x="946880" y="1845374"/>
                </a:lnTo>
                <a:cubicBezTo>
                  <a:pt x="946880" y="1844040"/>
                  <a:pt x="945833" y="1842992"/>
                  <a:pt x="944499" y="1842992"/>
                </a:cubicBezTo>
                <a:lnTo>
                  <a:pt x="924497" y="1842992"/>
                </a:lnTo>
                <a:close/>
                <a:moveTo>
                  <a:pt x="942118" y="1862995"/>
                </a:moveTo>
                <a:lnTo>
                  <a:pt x="926878" y="1862995"/>
                </a:lnTo>
                <a:lnTo>
                  <a:pt x="926878" y="1847755"/>
                </a:lnTo>
                <a:lnTo>
                  <a:pt x="942118" y="1847755"/>
                </a:lnTo>
                <a:lnTo>
                  <a:pt x="942118" y="1862995"/>
                </a:lnTo>
                <a:close/>
                <a:moveTo>
                  <a:pt x="2520696" y="652463"/>
                </a:moveTo>
                <a:cubicBezTo>
                  <a:pt x="2524982" y="646843"/>
                  <a:pt x="2532984" y="645795"/>
                  <a:pt x="2538603" y="649986"/>
                </a:cubicBezTo>
                <a:cubicBezTo>
                  <a:pt x="2544223" y="654272"/>
                  <a:pt x="2545271" y="662273"/>
                  <a:pt x="2541080" y="667893"/>
                </a:cubicBezTo>
                <a:cubicBezTo>
                  <a:pt x="2536793" y="673513"/>
                  <a:pt x="2528792" y="674561"/>
                  <a:pt x="2523173" y="670370"/>
                </a:cubicBezTo>
                <a:cubicBezTo>
                  <a:pt x="2517553" y="666083"/>
                  <a:pt x="2516505" y="658082"/>
                  <a:pt x="2520696" y="652463"/>
                </a:cubicBezTo>
                <a:close/>
                <a:moveTo>
                  <a:pt x="962692" y="1842992"/>
                </a:moveTo>
                <a:cubicBezTo>
                  <a:pt x="961358" y="1842992"/>
                  <a:pt x="960311" y="1844040"/>
                  <a:pt x="960311" y="1845374"/>
                </a:cubicBezTo>
                <a:lnTo>
                  <a:pt x="960311" y="1865376"/>
                </a:lnTo>
                <a:cubicBezTo>
                  <a:pt x="960311" y="1866710"/>
                  <a:pt x="961358" y="1867757"/>
                  <a:pt x="962692" y="1867757"/>
                </a:cubicBezTo>
                <a:lnTo>
                  <a:pt x="982694" y="1867757"/>
                </a:lnTo>
                <a:cubicBezTo>
                  <a:pt x="984028" y="1867757"/>
                  <a:pt x="985076" y="1866710"/>
                  <a:pt x="985076" y="1865376"/>
                </a:cubicBezTo>
                <a:lnTo>
                  <a:pt x="985076" y="1845374"/>
                </a:lnTo>
                <a:cubicBezTo>
                  <a:pt x="985076" y="1844040"/>
                  <a:pt x="984028" y="1842992"/>
                  <a:pt x="982694" y="1842992"/>
                </a:cubicBezTo>
                <a:lnTo>
                  <a:pt x="962692" y="1842992"/>
                </a:lnTo>
                <a:close/>
                <a:moveTo>
                  <a:pt x="980313" y="1862995"/>
                </a:moveTo>
                <a:lnTo>
                  <a:pt x="965073" y="1862995"/>
                </a:lnTo>
                <a:lnTo>
                  <a:pt x="965073" y="1847755"/>
                </a:lnTo>
                <a:lnTo>
                  <a:pt x="980313" y="1847755"/>
                </a:lnTo>
                <a:lnTo>
                  <a:pt x="980313" y="1862995"/>
                </a:lnTo>
                <a:close/>
                <a:moveTo>
                  <a:pt x="2518124" y="729901"/>
                </a:moveTo>
                <a:cubicBezTo>
                  <a:pt x="2519553" y="723043"/>
                  <a:pt x="2526221" y="718566"/>
                  <a:pt x="2533174" y="719900"/>
                </a:cubicBezTo>
                <a:cubicBezTo>
                  <a:pt x="2540032" y="721328"/>
                  <a:pt x="2544509" y="727996"/>
                  <a:pt x="2543175" y="734949"/>
                </a:cubicBezTo>
                <a:cubicBezTo>
                  <a:pt x="2541746" y="741807"/>
                  <a:pt x="2535079" y="746284"/>
                  <a:pt x="2528126" y="744950"/>
                </a:cubicBezTo>
                <a:cubicBezTo>
                  <a:pt x="2521172" y="743617"/>
                  <a:pt x="2516791" y="736854"/>
                  <a:pt x="2518124" y="729901"/>
                </a:cubicBezTo>
                <a:close/>
                <a:moveTo>
                  <a:pt x="2520505" y="688562"/>
                </a:moveTo>
                <a:cubicBezTo>
                  <a:pt x="2524792" y="682943"/>
                  <a:pt x="2532793" y="681895"/>
                  <a:pt x="2538413" y="686086"/>
                </a:cubicBezTo>
                <a:cubicBezTo>
                  <a:pt x="2544032" y="690372"/>
                  <a:pt x="2545080" y="698373"/>
                  <a:pt x="2540889" y="703993"/>
                </a:cubicBezTo>
                <a:cubicBezTo>
                  <a:pt x="2536603" y="709613"/>
                  <a:pt x="2528602" y="710660"/>
                  <a:pt x="2522982" y="706469"/>
                </a:cubicBezTo>
                <a:cubicBezTo>
                  <a:pt x="2517362" y="702183"/>
                  <a:pt x="2516315" y="694182"/>
                  <a:pt x="2520505" y="688562"/>
                </a:cubicBezTo>
                <a:close/>
                <a:moveTo>
                  <a:pt x="653034" y="2277809"/>
                </a:moveTo>
                <a:cubicBezTo>
                  <a:pt x="653034" y="2279142"/>
                  <a:pt x="653415" y="2280476"/>
                  <a:pt x="654272" y="2281523"/>
                </a:cubicBezTo>
                <a:lnTo>
                  <a:pt x="662750" y="2291239"/>
                </a:lnTo>
                <a:cubicBezTo>
                  <a:pt x="662750" y="2291239"/>
                  <a:pt x="663321" y="2291715"/>
                  <a:pt x="663607" y="2291906"/>
                </a:cubicBezTo>
                <a:lnTo>
                  <a:pt x="663893" y="2325434"/>
                </a:lnTo>
                <a:lnTo>
                  <a:pt x="723233" y="2389442"/>
                </a:lnTo>
                <a:lnTo>
                  <a:pt x="723233" y="2422493"/>
                </a:lnTo>
                <a:cubicBezTo>
                  <a:pt x="723233" y="2422493"/>
                  <a:pt x="720662" y="2422493"/>
                  <a:pt x="720662" y="2422493"/>
                </a:cubicBezTo>
                <a:cubicBezTo>
                  <a:pt x="719138" y="2422493"/>
                  <a:pt x="717804" y="2423732"/>
                  <a:pt x="717804" y="2425351"/>
                </a:cubicBezTo>
                <a:lnTo>
                  <a:pt x="717804" y="2479358"/>
                </a:lnTo>
                <a:cubicBezTo>
                  <a:pt x="717804" y="2480882"/>
                  <a:pt x="719042" y="2482215"/>
                  <a:pt x="720662" y="2482215"/>
                </a:cubicBezTo>
                <a:lnTo>
                  <a:pt x="730758" y="2482215"/>
                </a:lnTo>
                <a:cubicBezTo>
                  <a:pt x="732282" y="2482215"/>
                  <a:pt x="733616" y="2480977"/>
                  <a:pt x="733616" y="2479358"/>
                </a:cubicBezTo>
                <a:lnTo>
                  <a:pt x="733616" y="2425351"/>
                </a:lnTo>
                <a:cubicBezTo>
                  <a:pt x="733616" y="2423827"/>
                  <a:pt x="732377" y="2422493"/>
                  <a:pt x="730758" y="2422493"/>
                </a:cubicBezTo>
                <a:lnTo>
                  <a:pt x="728091" y="2422493"/>
                </a:lnTo>
                <a:lnTo>
                  <a:pt x="728091" y="2387537"/>
                </a:lnTo>
                <a:cubicBezTo>
                  <a:pt x="728091" y="2387537"/>
                  <a:pt x="668560" y="2323529"/>
                  <a:pt x="668560" y="2323529"/>
                </a:cubicBezTo>
                <a:lnTo>
                  <a:pt x="668274" y="2292572"/>
                </a:lnTo>
                <a:cubicBezTo>
                  <a:pt x="668846" y="2292382"/>
                  <a:pt x="669322" y="2292096"/>
                  <a:pt x="669798" y="2291715"/>
                </a:cubicBezTo>
                <a:lnTo>
                  <a:pt x="679514" y="2283238"/>
                </a:lnTo>
                <a:cubicBezTo>
                  <a:pt x="679514" y="2283238"/>
                  <a:pt x="679704" y="2282952"/>
                  <a:pt x="679799" y="2282762"/>
                </a:cubicBezTo>
                <a:lnTo>
                  <a:pt x="681133" y="2282762"/>
                </a:lnTo>
                <a:cubicBezTo>
                  <a:pt x="681133" y="2282762"/>
                  <a:pt x="681133" y="2279904"/>
                  <a:pt x="681133" y="2279904"/>
                </a:cubicBezTo>
                <a:cubicBezTo>
                  <a:pt x="681133" y="2279714"/>
                  <a:pt x="681133" y="2279428"/>
                  <a:pt x="681133" y="2279237"/>
                </a:cubicBezTo>
                <a:lnTo>
                  <a:pt x="681133" y="2275618"/>
                </a:lnTo>
                <a:cubicBezTo>
                  <a:pt x="681133" y="2275618"/>
                  <a:pt x="679609" y="2275618"/>
                  <a:pt x="679609" y="2275618"/>
                </a:cubicBezTo>
                <a:lnTo>
                  <a:pt x="671513" y="2266283"/>
                </a:lnTo>
                <a:cubicBezTo>
                  <a:pt x="669703" y="2264188"/>
                  <a:pt x="666464" y="2263902"/>
                  <a:pt x="664369" y="2265807"/>
                </a:cubicBezTo>
                <a:lnTo>
                  <a:pt x="654653" y="2274284"/>
                </a:lnTo>
                <a:cubicBezTo>
                  <a:pt x="653606" y="2275142"/>
                  <a:pt x="653034" y="2276380"/>
                  <a:pt x="652939" y="2277809"/>
                </a:cubicBezTo>
                <a:close/>
                <a:moveTo>
                  <a:pt x="732663" y="2468594"/>
                </a:moveTo>
                <a:lnTo>
                  <a:pt x="719138" y="2468594"/>
                </a:lnTo>
                <a:lnTo>
                  <a:pt x="719138" y="2465642"/>
                </a:lnTo>
                <a:lnTo>
                  <a:pt x="732663" y="2465642"/>
                </a:lnTo>
                <a:lnTo>
                  <a:pt x="732663" y="2468594"/>
                </a:lnTo>
                <a:close/>
                <a:moveTo>
                  <a:pt x="732663" y="2453830"/>
                </a:moveTo>
                <a:lnTo>
                  <a:pt x="719138" y="2453830"/>
                </a:lnTo>
                <a:lnTo>
                  <a:pt x="719138" y="2450878"/>
                </a:lnTo>
                <a:lnTo>
                  <a:pt x="732663" y="2450878"/>
                </a:lnTo>
                <a:lnTo>
                  <a:pt x="732663" y="2453830"/>
                </a:lnTo>
                <a:close/>
                <a:moveTo>
                  <a:pt x="732663" y="2437638"/>
                </a:moveTo>
                <a:lnTo>
                  <a:pt x="732663" y="2440591"/>
                </a:lnTo>
                <a:lnTo>
                  <a:pt x="719138" y="2440591"/>
                </a:lnTo>
                <a:lnTo>
                  <a:pt x="719138" y="2437638"/>
                </a:lnTo>
                <a:lnTo>
                  <a:pt x="732663" y="2437638"/>
                </a:lnTo>
                <a:close/>
                <a:moveTo>
                  <a:pt x="667607" y="2269427"/>
                </a:moveTo>
                <a:cubicBezTo>
                  <a:pt x="667607" y="2269427"/>
                  <a:pt x="667702" y="2269427"/>
                  <a:pt x="667798" y="2269427"/>
                </a:cubicBezTo>
                <a:cubicBezTo>
                  <a:pt x="667798" y="2269427"/>
                  <a:pt x="667988" y="2269427"/>
                  <a:pt x="668084" y="2269522"/>
                </a:cubicBezTo>
                <a:lnTo>
                  <a:pt x="676561" y="2279714"/>
                </a:lnTo>
                <a:lnTo>
                  <a:pt x="666369" y="2288191"/>
                </a:lnTo>
                <a:lnTo>
                  <a:pt x="657892" y="2277999"/>
                </a:lnTo>
                <a:lnTo>
                  <a:pt x="667607" y="2269522"/>
                </a:lnTo>
                <a:close/>
                <a:moveTo>
                  <a:pt x="67913" y="2699004"/>
                </a:moveTo>
                <a:cubicBezTo>
                  <a:pt x="72200" y="2704624"/>
                  <a:pt x="71057" y="2712625"/>
                  <a:pt x="65437" y="2716911"/>
                </a:cubicBezTo>
                <a:cubicBezTo>
                  <a:pt x="59817" y="2721197"/>
                  <a:pt x="51816" y="2720054"/>
                  <a:pt x="47530" y="2714435"/>
                </a:cubicBezTo>
                <a:cubicBezTo>
                  <a:pt x="43244" y="2708815"/>
                  <a:pt x="44387" y="2700814"/>
                  <a:pt x="50006" y="2696528"/>
                </a:cubicBezTo>
                <a:cubicBezTo>
                  <a:pt x="55626" y="2692242"/>
                  <a:pt x="63627" y="2693384"/>
                  <a:pt x="67913" y="2699004"/>
                </a:cubicBezTo>
                <a:close/>
                <a:moveTo>
                  <a:pt x="2404967" y="522542"/>
                </a:moveTo>
                <a:cubicBezTo>
                  <a:pt x="2399348" y="518255"/>
                  <a:pt x="2398300" y="510254"/>
                  <a:pt x="2402491" y="504635"/>
                </a:cubicBezTo>
                <a:cubicBezTo>
                  <a:pt x="2406777" y="499015"/>
                  <a:pt x="2414778" y="497967"/>
                  <a:pt x="2420398" y="502158"/>
                </a:cubicBezTo>
                <a:cubicBezTo>
                  <a:pt x="2426018" y="506444"/>
                  <a:pt x="2427065" y="514445"/>
                  <a:pt x="2422874" y="520065"/>
                </a:cubicBezTo>
                <a:cubicBezTo>
                  <a:pt x="2418588" y="525685"/>
                  <a:pt x="2410587" y="526733"/>
                  <a:pt x="2404967" y="522542"/>
                </a:cubicBezTo>
                <a:close/>
                <a:moveTo>
                  <a:pt x="665988" y="2186750"/>
                </a:moveTo>
                <a:lnTo>
                  <a:pt x="658654" y="2179701"/>
                </a:lnTo>
                <a:lnTo>
                  <a:pt x="663607" y="2174558"/>
                </a:lnTo>
                <a:lnTo>
                  <a:pt x="670941" y="2181606"/>
                </a:lnTo>
                <a:lnTo>
                  <a:pt x="665988" y="2186750"/>
                </a:lnTo>
                <a:close/>
                <a:moveTo>
                  <a:pt x="2158746" y="931545"/>
                </a:moveTo>
                <a:cubicBezTo>
                  <a:pt x="2158746" y="936593"/>
                  <a:pt x="2154650" y="940689"/>
                  <a:pt x="2149602" y="940689"/>
                </a:cubicBezTo>
                <a:cubicBezTo>
                  <a:pt x="2144554" y="940689"/>
                  <a:pt x="2140458" y="936593"/>
                  <a:pt x="2140458" y="931545"/>
                </a:cubicBezTo>
                <a:cubicBezTo>
                  <a:pt x="2140458" y="926497"/>
                  <a:pt x="2144554" y="922401"/>
                  <a:pt x="2149602" y="922401"/>
                </a:cubicBezTo>
                <a:cubicBezTo>
                  <a:pt x="2154650" y="922401"/>
                  <a:pt x="2158746" y="926497"/>
                  <a:pt x="2158746" y="931545"/>
                </a:cubicBezTo>
                <a:close/>
                <a:moveTo>
                  <a:pt x="2453164" y="704279"/>
                </a:moveTo>
                <a:cubicBezTo>
                  <a:pt x="2448020" y="705326"/>
                  <a:pt x="2444210" y="709327"/>
                  <a:pt x="2443258" y="714185"/>
                </a:cubicBezTo>
                <a:lnTo>
                  <a:pt x="2413540" y="714185"/>
                </a:lnTo>
                <a:lnTo>
                  <a:pt x="2289620" y="816483"/>
                </a:lnTo>
                <a:cubicBezTo>
                  <a:pt x="2287524" y="815245"/>
                  <a:pt x="2285143" y="814483"/>
                  <a:pt x="2282762" y="814483"/>
                </a:cubicBezTo>
                <a:cubicBezTo>
                  <a:pt x="2282000" y="814483"/>
                  <a:pt x="2281142" y="814483"/>
                  <a:pt x="2280285" y="814673"/>
                </a:cubicBezTo>
                <a:cubicBezTo>
                  <a:pt x="2272760" y="816007"/>
                  <a:pt x="2267712" y="823246"/>
                  <a:pt x="2269046" y="830771"/>
                </a:cubicBezTo>
                <a:cubicBezTo>
                  <a:pt x="2269712" y="834390"/>
                  <a:pt x="2271713" y="837629"/>
                  <a:pt x="2274761" y="839724"/>
                </a:cubicBezTo>
                <a:cubicBezTo>
                  <a:pt x="2277809" y="841820"/>
                  <a:pt x="2281523" y="842677"/>
                  <a:pt x="2285143" y="842010"/>
                </a:cubicBezTo>
                <a:cubicBezTo>
                  <a:pt x="2288762" y="841343"/>
                  <a:pt x="2292001" y="839343"/>
                  <a:pt x="2294096" y="836295"/>
                </a:cubicBezTo>
                <a:cubicBezTo>
                  <a:pt x="2296192" y="833247"/>
                  <a:pt x="2297049" y="829532"/>
                  <a:pt x="2296382" y="825913"/>
                </a:cubicBezTo>
                <a:cubicBezTo>
                  <a:pt x="2296097" y="824294"/>
                  <a:pt x="2295430" y="822865"/>
                  <a:pt x="2294668" y="821531"/>
                </a:cubicBezTo>
                <a:lnTo>
                  <a:pt x="2416112" y="721328"/>
                </a:lnTo>
                <a:lnTo>
                  <a:pt x="2443829" y="721328"/>
                </a:lnTo>
                <a:cubicBezTo>
                  <a:pt x="2446020" y="727043"/>
                  <a:pt x="2452021" y="730568"/>
                  <a:pt x="2458212" y="729234"/>
                </a:cubicBezTo>
                <a:cubicBezTo>
                  <a:pt x="2465070" y="727805"/>
                  <a:pt x="2469547" y="721138"/>
                  <a:pt x="2468213" y="714185"/>
                </a:cubicBezTo>
                <a:cubicBezTo>
                  <a:pt x="2466785" y="707327"/>
                  <a:pt x="2460117" y="702850"/>
                  <a:pt x="2453164" y="704183"/>
                </a:cubicBezTo>
                <a:close/>
                <a:moveTo>
                  <a:pt x="2288191" y="832199"/>
                </a:moveTo>
                <a:cubicBezTo>
                  <a:pt x="2287143" y="833628"/>
                  <a:pt x="2285619" y="834676"/>
                  <a:pt x="2283905" y="834962"/>
                </a:cubicBezTo>
                <a:cubicBezTo>
                  <a:pt x="2283524" y="834962"/>
                  <a:pt x="2283143" y="835057"/>
                  <a:pt x="2282762" y="835057"/>
                </a:cubicBezTo>
                <a:cubicBezTo>
                  <a:pt x="2281428" y="835057"/>
                  <a:pt x="2280095" y="834676"/>
                  <a:pt x="2278952" y="833819"/>
                </a:cubicBezTo>
                <a:cubicBezTo>
                  <a:pt x="2277523" y="832771"/>
                  <a:pt x="2276475" y="831247"/>
                  <a:pt x="2276189" y="829437"/>
                </a:cubicBezTo>
                <a:cubicBezTo>
                  <a:pt x="2275523" y="825818"/>
                  <a:pt x="2277999" y="822293"/>
                  <a:pt x="2281619" y="821627"/>
                </a:cubicBezTo>
                <a:cubicBezTo>
                  <a:pt x="2283428" y="821341"/>
                  <a:pt x="2285143" y="821627"/>
                  <a:pt x="2286667" y="822770"/>
                </a:cubicBezTo>
                <a:cubicBezTo>
                  <a:pt x="2288096" y="823817"/>
                  <a:pt x="2289143" y="825341"/>
                  <a:pt x="2289429" y="827151"/>
                </a:cubicBezTo>
                <a:cubicBezTo>
                  <a:pt x="2289715" y="828961"/>
                  <a:pt x="2289429" y="830675"/>
                  <a:pt x="2288286" y="832199"/>
                </a:cubicBezTo>
                <a:close/>
                <a:moveTo>
                  <a:pt x="2443734" y="755523"/>
                </a:moveTo>
                <a:cubicBezTo>
                  <a:pt x="2445639" y="761714"/>
                  <a:pt x="2451926" y="765620"/>
                  <a:pt x="2458403" y="764286"/>
                </a:cubicBezTo>
                <a:cubicBezTo>
                  <a:pt x="2465261" y="762857"/>
                  <a:pt x="2469737" y="756190"/>
                  <a:pt x="2468404" y="749237"/>
                </a:cubicBezTo>
                <a:cubicBezTo>
                  <a:pt x="2466975" y="742379"/>
                  <a:pt x="2460308" y="737902"/>
                  <a:pt x="2453354" y="739235"/>
                </a:cubicBezTo>
                <a:cubicBezTo>
                  <a:pt x="2448497" y="740188"/>
                  <a:pt x="2444972" y="743807"/>
                  <a:pt x="2443639" y="748284"/>
                </a:cubicBezTo>
                <a:lnTo>
                  <a:pt x="2429828" y="748475"/>
                </a:lnTo>
                <a:lnTo>
                  <a:pt x="2305812" y="850868"/>
                </a:lnTo>
                <a:cubicBezTo>
                  <a:pt x="2305812" y="850868"/>
                  <a:pt x="2305622" y="850678"/>
                  <a:pt x="2305526" y="850583"/>
                </a:cubicBezTo>
                <a:cubicBezTo>
                  <a:pt x="2303145" y="848963"/>
                  <a:pt x="2300383" y="848106"/>
                  <a:pt x="2297621" y="848106"/>
                </a:cubicBezTo>
                <a:cubicBezTo>
                  <a:pt x="2296763" y="848106"/>
                  <a:pt x="2296001" y="848106"/>
                  <a:pt x="2295144" y="848297"/>
                </a:cubicBezTo>
                <a:cubicBezTo>
                  <a:pt x="2287619" y="849630"/>
                  <a:pt x="2282571" y="856869"/>
                  <a:pt x="2283905" y="864394"/>
                </a:cubicBezTo>
                <a:cubicBezTo>
                  <a:pt x="2285238" y="871919"/>
                  <a:pt x="2292477" y="876967"/>
                  <a:pt x="2300002" y="875633"/>
                </a:cubicBezTo>
                <a:cubicBezTo>
                  <a:pt x="2303621" y="874967"/>
                  <a:pt x="2306860" y="872966"/>
                  <a:pt x="2308955" y="869918"/>
                </a:cubicBezTo>
                <a:cubicBezTo>
                  <a:pt x="2311051" y="866870"/>
                  <a:pt x="2311908" y="863156"/>
                  <a:pt x="2311241" y="859536"/>
                </a:cubicBezTo>
                <a:cubicBezTo>
                  <a:pt x="2311051" y="858488"/>
                  <a:pt x="2310479" y="857536"/>
                  <a:pt x="2310098" y="856583"/>
                </a:cubicBezTo>
                <a:lnTo>
                  <a:pt x="2432399" y="755618"/>
                </a:lnTo>
                <a:lnTo>
                  <a:pt x="2443639" y="755618"/>
                </a:lnTo>
                <a:close/>
                <a:moveTo>
                  <a:pt x="2303145" y="865823"/>
                </a:moveTo>
                <a:cubicBezTo>
                  <a:pt x="2302097" y="867251"/>
                  <a:pt x="2300573" y="868299"/>
                  <a:pt x="2298764" y="868585"/>
                </a:cubicBezTo>
                <a:cubicBezTo>
                  <a:pt x="2298383" y="868585"/>
                  <a:pt x="2298002" y="868680"/>
                  <a:pt x="2297621" y="868680"/>
                </a:cubicBezTo>
                <a:cubicBezTo>
                  <a:pt x="2294382" y="868680"/>
                  <a:pt x="2291620" y="866394"/>
                  <a:pt x="2290953" y="863156"/>
                </a:cubicBezTo>
                <a:cubicBezTo>
                  <a:pt x="2290286" y="859536"/>
                  <a:pt x="2292763" y="856012"/>
                  <a:pt x="2296382" y="855345"/>
                </a:cubicBezTo>
                <a:cubicBezTo>
                  <a:pt x="2298192" y="855059"/>
                  <a:pt x="2299907" y="855345"/>
                  <a:pt x="2301431" y="856488"/>
                </a:cubicBezTo>
                <a:cubicBezTo>
                  <a:pt x="2302859" y="857536"/>
                  <a:pt x="2303907" y="859060"/>
                  <a:pt x="2304193" y="860870"/>
                </a:cubicBezTo>
                <a:cubicBezTo>
                  <a:pt x="2304479" y="862679"/>
                  <a:pt x="2304193" y="864394"/>
                  <a:pt x="2303050" y="865918"/>
                </a:cubicBezTo>
                <a:close/>
                <a:moveTo>
                  <a:pt x="2088166" y="793528"/>
                </a:moveTo>
                <a:lnTo>
                  <a:pt x="2088166" y="968502"/>
                </a:lnTo>
                <a:lnTo>
                  <a:pt x="2084737" y="968502"/>
                </a:lnTo>
                <a:cubicBezTo>
                  <a:pt x="2078450" y="968502"/>
                  <a:pt x="2073212" y="973646"/>
                  <a:pt x="2073212" y="979932"/>
                </a:cubicBezTo>
                <a:lnTo>
                  <a:pt x="2073212" y="1031272"/>
                </a:lnTo>
                <a:cubicBezTo>
                  <a:pt x="2073212" y="1037558"/>
                  <a:pt x="2078355" y="1042797"/>
                  <a:pt x="2084737" y="1042797"/>
                </a:cubicBezTo>
                <a:lnTo>
                  <a:pt x="2098739" y="1042797"/>
                </a:lnTo>
                <a:cubicBezTo>
                  <a:pt x="2105025" y="1042797"/>
                  <a:pt x="2110264" y="1037654"/>
                  <a:pt x="2110264" y="1031272"/>
                </a:cubicBezTo>
                <a:lnTo>
                  <a:pt x="2110264" y="979932"/>
                </a:lnTo>
                <a:cubicBezTo>
                  <a:pt x="2110264" y="973646"/>
                  <a:pt x="2105120" y="968502"/>
                  <a:pt x="2098739" y="968502"/>
                </a:cubicBezTo>
                <a:lnTo>
                  <a:pt x="2095310" y="968502"/>
                </a:lnTo>
                <a:lnTo>
                  <a:pt x="2095310" y="796862"/>
                </a:lnTo>
                <a:lnTo>
                  <a:pt x="2362200" y="570833"/>
                </a:lnTo>
                <a:lnTo>
                  <a:pt x="2414969" y="570833"/>
                </a:lnTo>
                <a:cubicBezTo>
                  <a:pt x="2416683" y="579311"/>
                  <a:pt x="2424113" y="585788"/>
                  <a:pt x="2433161" y="585788"/>
                </a:cubicBezTo>
                <a:cubicBezTo>
                  <a:pt x="2443448" y="585788"/>
                  <a:pt x="2451735" y="577501"/>
                  <a:pt x="2451735" y="567214"/>
                </a:cubicBezTo>
                <a:cubicBezTo>
                  <a:pt x="2451735" y="556927"/>
                  <a:pt x="2443448" y="548640"/>
                  <a:pt x="2433161" y="548640"/>
                </a:cubicBezTo>
                <a:cubicBezTo>
                  <a:pt x="2424113" y="548640"/>
                  <a:pt x="2416588" y="555117"/>
                  <a:pt x="2414969" y="563594"/>
                </a:cubicBezTo>
                <a:lnTo>
                  <a:pt x="2359533" y="563594"/>
                </a:lnTo>
                <a:cubicBezTo>
                  <a:pt x="2359533" y="563594"/>
                  <a:pt x="2088071" y="793528"/>
                  <a:pt x="2088071" y="793528"/>
                </a:cubicBezTo>
                <a:close/>
                <a:moveTo>
                  <a:pt x="2103025" y="1031272"/>
                </a:moveTo>
                <a:cubicBezTo>
                  <a:pt x="2103025" y="1033653"/>
                  <a:pt x="2101120" y="1035653"/>
                  <a:pt x="2098643" y="1035653"/>
                </a:cubicBezTo>
                <a:lnTo>
                  <a:pt x="2084642" y="1035653"/>
                </a:lnTo>
                <a:cubicBezTo>
                  <a:pt x="2082260" y="1035653"/>
                  <a:pt x="2080260" y="1033748"/>
                  <a:pt x="2080260" y="1031272"/>
                </a:cubicBezTo>
                <a:lnTo>
                  <a:pt x="2080260" y="1019556"/>
                </a:lnTo>
                <a:lnTo>
                  <a:pt x="2102930" y="1019556"/>
                </a:lnTo>
                <a:lnTo>
                  <a:pt x="2102930" y="1031272"/>
                </a:lnTo>
                <a:close/>
                <a:moveTo>
                  <a:pt x="2098739" y="975646"/>
                </a:moveTo>
                <a:cubicBezTo>
                  <a:pt x="2101120" y="975646"/>
                  <a:pt x="2103120" y="977551"/>
                  <a:pt x="2103120" y="979932"/>
                </a:cubicBezTo>
                <a:lnTo>
                  <a:pt x="2103120" y="988886"/>
                </a:lnTo>
                <a:lnTo>
                  <a:pt x="2080451" y="988886"/>
                </a:lnTo>
                <a:lnTo>
                  <a:pt x="2080451" y="979932"/>
                </a:lnTo>
                <a:cubicBezTo>
                  <a:pt x="2080451" y="977551"/>
                  <a:pt x="2082356" y="975646"/>
                  <a:pt x="2084832" y="975646"/>
                </a:cubicBezTo>
                <a:lnTo>
                  <a:pt x="2098834" y="975646"/>
                </a:lnTo>
                <a:close/>
                <a:moveTo>
                  <a:pt x="2433161" y="555784"/>
                </a:moveTo>
                <a:cubicBezTo>
                  <a:pt x="2439448" y="555784"/>
                  <a:pt x="2444592" y="560927"/>
                  <a:pt x="2444592" y="567214"/>
                </a:cubicBezTo>
                <a:cubicBezTo>
                  <a:pt x="2444592" y="573500"/>
                  <a:pt x="2439448" y="578644"/>
                  <a:pt x="2433161" y="578644"/>
                </a:cubicBezTo>
                <a:cubicBezTo>
                  <a:pt x="2426875" y="578644"/>
                  <a:pt x="2421731" y="573500"/>
                  <a:pt x="2421731" y="567214"/>
                </a:cubicBezTo>
                <a:cubicBezTo>
                  <a:pt x="2421731" y="560927"/>
                  <a:pt x="2426875" y="555784"/>
                  <a:pt x="2433161" y="555784"/>
                </a:cubicBezTo>
                <a:close/>
                <a:moveTo>
                  <a:pt x="2447068" y="538163"/>
                </a:moveTo>
                <a:cubicBezTo>
                  <a:pt x="2440210" y="536734"/>
                  <a:pt x="2435733" y="530066"/>
                  <a:pt x="2437067" y="523113"/>
                </a:cubicBezTo>
                <a:cubicBezTo>
                  <a:pt x="2438495" y="516255"/>
                  <a:pt x="2445163" y="511778"/>
                  <a:pt x="2452116" y="513112"/>
                </a:cubicBezTo>
                <a:cubicBezTo>
                  <a:pt x="2458974" y="514540"/>
                  <a:pt x="2463451" y="521208"/>
                  <a:pt x="2462117" y="528161"/>
                </a:cubicBezTo>
                <a:cubicBezTo>
                  <a:pt x="2460688" y="535019"/>
                  <a:pt x="2454021" y="539496"/>
                  <a:pt x="2447068" y="538163"/>
                </a:cubicBezTo>
                <a:close/>
                <a:moveTo>
                  <a:pt x="82296" y="2720912"/>
                </a:moveTo>
                <a:cubicBezTo>
                  <a:pt x="86582" y="2715292"/>
                  <a:pt x="94583" y="2714244"/>
                  <a:pt x="100203" y="2718435"/>
                </a:cubicBezTo>
                <a:cubicBezTo>
                  <a:pt x="105823" y="2722721"/>
                  <a:pt x="106871" y="2730722"/>
                  <a:pt x="102680" y="2736342"/>
                </a:cubicBezTo>
                <a:cubicBezTo>
                  <a:pt x="98393" y="2741962"/>
                  <a:pt x="90392" y="2743010"/>
                  <a:pt x="84773" y="2738819"/>
                </a:cubicBezTo>
                <a:cubicBezTo>
                  <a:pt x="79153" y="2734628"/>
                  <a:pt x="78105" y="2726531"/>
                  <a:pt x="82296" y="2720912"/>
                </a:cubicBezTo>
                <a:close/>
                <a:moveTo>
                  <a:pt x="1808036" y="1216914"/>
                </a:moveTo>
                <a:lnTo>
                  <a:pt x="1772031" y="1186148"/>
                </a:lnTo>
                <a:lnTo>
                  <a:pt x="1737074" y="1186148"/>
                </a:lnTo>
                <a:cubicBezTo>
                  <a:pt x="1736884" y="1184815"/>
                  <a:pt x="1736503" y="1183481"/>
                  <a:pt x="1735931" y="1182243"/>
                </a:cubicBezTo>
                <a:cubicBezTo>
                  <a:pt x="1734217" y="1178719"/>
                  <a:pt x="1731264" y="1176147"/>
                  <a:pt x="1727645" y="1174814"/>
                </a:cubicBezTo>
                <a:cubicBezTo>
                  <a:pt x="1724025" y="1173480"/>
                  <a:pt x="1720025" y="1173766"/>
                  <a:pt x="1716500" y="1175385"/>
                </a:cubicBezTo>
                <a:cubicBezTo>
                  <a:pt x="1709261" y="1178814"/>
                  <a:pt x="1706213" y="1187577"/>
                  <a:pt x="1709642" y="1194816"/>
                </a:cubicBezTo>
                <a:cubicBezTo>
                  <a:pt x="1712119" y="1200055"/>
                  <a:pt x="1717357" y="1203103"/>
                  <a:pt x="1722787" y="1203103"/>
                </a:cubicBezTo>
                <a:cubicBezTo>
                  <a:pt x="1724882" y="1203103"/>
                  <a:pt x="1727073" y="1202627"/>
                  <a:pt x="1729073" y="1201674"/>
                </a:cubicBezTo>
                <a:cubicBezTo>
                  <a:pt x="1732598" y="1199960"/>
                  <a:pt x="1735265" y="1197007"/>
                  <a:pt x="1736503" y="1193387"/>
                </a:cubicBezTo>
                <a:cubicBezTo>
                  <a:pt x="1736789" y="1192625"/>
                  <a:pt x="1736979" y="1191768"/>
                  <a:pt x="1737074" y="1190911"/>
                </a:cubicBezTo>
                <a:lnTo>
                  <a:pt x="1770221" y="1190911"/>
                </a:lnTo>
                <a:lnTo>
                  <a:pt x="1806226" y="1221677"/>
                </a:lnTo>
                <a:lnTo>
                  <a:pt x="1977009" y="1221105"/>
                </a:lnTo>
                <a:lnTo>
                  <a:pt x="1977866" y="1221105"/>
                </a:lnTo>
                <a:cubicBezTo>
                  <a:pt x="1977866" y="1221105"/>
                  <a:pt x="2053590" y="1156811"/>
                  <a:pt x="2053590" y="1156811"/>
                </a:cubicBezTo>
                <a:lnTo>
                  <a:pt x="2052352" y="1098995"/>
                </a:lnTo>
                <a:cubicBezTo>
                  <a:pt x="2056543" y="1098423"/>
                  <a:pt x="2060639" y="1096518"/>
                  <a:pt x="2063687" y="1093089"/>
                </a:cubicBezTo>
                <a:cubicBezTo>
                  <a:pt x="2070545" y="1085469"/>
                  <a:pt x="2069973" y="1073753"/>
                  <a:pt x="2062353" y="1066895"/>
                </a:cubicBezTo>
                <a:cubicBezTo>
                  <a:pt x="2059781" y="1064609"/>
                  <a:pt x="2056733" y="1063085"/>
                  <a:pt x="2053495" y="1062514"/>
                </a:cubicBezTo>
                <a:lnTo>
                  <a:pt x="2054066" y="773906"/>
                </a:lnTo>
                <a:lnTo>
                  <a:pt x="2347151" y="529495"/>
                </a:lnTo>
                <a:cubicBezTo>
                  <a:pt x="2350294" y="531876"/>
                  <a:pt x="2354199" y="533400"/>
                  <a:pt x="2358390" y="533400"/>
                </a:cubicBezTo>
                <a:cubicBezTo>
                  <a:pt x="2368582" y="533400"/>
                  <a:pt x="2376964" y="525113"/>
                  <a:pt x="2376964" y="514826"/>
                </a:cubicBezTo>
                <a:cubicBezTo>
                  <a:pt x="2376964" y="504539"/>
                  <a:pt x="2368677" y="496253"/>
                  <a:pt x="2358390" y="496253"/>
                </a:cubicBezTo>
                <a:cubicBezTo>
                  <a:pt x="2348103" y="496253"/>
                  <a:pt x="2339816" y="504539"/>
                  <a:pt x="2339816" y="514826"/>
                </a:cubicBezTo>
                <a:cubicBezTo>
                  <a:pt x="2339816" y="518255"/>
                  <a:pt x="2340769" y="521303"/>
                  <a:pt x="2342388" y="524065"/>
                </a:cubicBezTo>
                <a:lnTo>
                  <a:pt x="2046827" y="770477"/>
                </a:lnTo>
                <a:lnTo>
                  <a:pt x="2046256" y="1062514"/>
                </a:lnTo>
                <a:cubicBezTo>
                  <a:pt x="2042351" y="1063276"/>
                  <a:pt x="2038731" y="1065181"/>
                  <a:pt x="2036064" y="1068229"/>
                </a:cubicBezTo>
                <a:cubicBezTo>
                  <a:pt x="2029206" y="1075849"/>
                  <a:pt x="2029778" y="1087565"/>
                  <a:pt x="2037398" y="1094423"/>
                </a:cubicBezTo>
                <a:cubicBezTo>
                  <a:pt x="2040350" y="1097090"/>
                  <a:pt x="2043875" y="1098614"/>
                  <a:pt x="2047494" y="1098995"/>
                </a:cubicBezTo>
                <a:lnTo>
                  <a:pt x="2048732" y="1154621"/>
                </a:lnTo>
                <a:lnTo>
                  <a:pt x="1976057" y="1216343"/>
                </a:lnTo>
                <a:lnTo>
                  <a:pt x="1807940" y="1216914"/>
                </a:lnTo>
                <a:close/>
                <a:moveTo>
                  <a:pt x="1732026" y="1191768"/>
                </a:moveTo>
                <a:cubicBezTo>
                  <a:pt x="1731169" y="1194245"/>
                  <a:pt x="1729359" y="1196245"/>
                  <a:pt x="1727073" y="1197388"/>
                </a:cubicBezTo>
                <a:cubicBezTo>
                  <a:pt x="1722215" y="1199674"/>
                  <a:pt x="1716310" y="1197674"/>
                  <a:pt x="1714024" y="1192816"/>
                </a:cubicBezTo>
                <a:cubicBezTo>
                  <a:pt x="1712881" y="1190435"/>
                  <a:pt x="1712786" y="1187768"/>
                  <a:pt x="1713643" y="1185291"/>
                </a:cubicBezTo>
                <a:cubicBezTo>
                  <a:pt x="1714500" y="1182815"/>
                  <a:pt x="1716310" y="1180814"/>
                  <a:pt x="1718596" y="1179767"/>
                </a:cubicBezTo>
                <a:cubicBezTo>
                  <a:pt x="1719929" y="1179100"/>
                  <a:pt x="1721358" y="1178814"/>
                  <a:pt x="1722787" y="1178814"/>
                </a:cubicBezTo>
                <a:cubicBezTo>
                  <a:pt x="1723835" y="1178814"/>
                  <a:pt x="1724978" y="1179005"/>
                  <a:pt x="1726025" y="1179386"/>
                </a:cubicBezTo>
                <a:cubicBezTo>
                  <a:pt x="1728502" y="1180243"/>
                  <a:pt x="1730502" y="1182053"/>
                  <a:pt x="1731550" y="1184339"/>
                </a:cubicBezTo>
                <a:cubicBezTo>
                  <a:pt x="1732693" y="1186720"/>
                  <a:pt x="1732788" y="1189387"/>
                  <a:pt x="1731931" y="1191863"/>
                </a:cubicBezTo>
                <a:close/>
                <a:moveTo>
                  <a:pt x="2358390" y="503396"/>
                </a:moveTo>
                <a:cubicBezTo>
                  <a:pt x="2364677" y="503396"/>
                  <a:pt x="2369820" y="508540"/>
                  <a:pt x="2369820" y="514826"/>
                </a:cubicBezTo>
                <a:cubicBezTo>
                  <a:pt x="2369820" y="521113"/>
                  <a:pt x="2364677" y="526256"/>
                  <a:pt x="2358390" y="526256"/>
                </a:cubicBezTo>
                <a:cubicBezTo>
                  <a:pt x="2356009" y="526256"/>
                  <a:pt x="2353913" y="525304"/>
                  <a:pt x="2352104" y="524065"/>
                </a:cubicBezTo>
                <a:lnTo>
                  <a:pt x="2348103" y="519303"/>
                </a:lnTo>
                <a:lnTo>
                  <a:pt x="2348008" y="519303"/>
                </a:lnTo>
                <a:cubicBezTo>
                  <a:pt x="2347341" y="517970"/>
                  <a:pt x="2346960" y="516446"/>
                  <a:pt x="2346960" y="514826"/>
                </a:cubicBezTo>
                <a:cubicBezTo>
                  <a:pt x="2346960" y="508540"/>
                  <a:pt x="2352104" y="503396"/>
                  <a:pt x="2358390" y="503396"/>
                </a:cubicBezTo>
                <a:close/>
                <a:moveTo>
                  <a:pt x="2042255" y="1089184"/>
                </a:moveTo>
                <a:cubicBezTo>
                  <a:pt x="2037588" y="1084993"/>
                  <a:pt x="2037207" y="1077754"/>
                  <a:pt x="2041398" y="1073087"/>
                </a:cubicBezTo>
                <a:cubicBezTo>
                  <a:pt x="2043398" y="1070801"/>
                  <a:pt x="2046256" y="1069467"/>
                  <a:pt x="2049304" y="1069372"/>
                </a:cubicBezTo>
                <a:cubicBezTo>
                  <a:pt x="2052542" y="1069181"/>
                  <a:pt x="2055305" y="1070229"/>
                  <a:pt x="2057495" y="1072325"/>
                </a:cubicBezTo>
                <a:cubicBezTo>
                  <a:pt x="2062163" y="1076516"/>
                  <a:pt x="2062544" y="1083755"/>
                  <a:pt x="2058353" y="1088422"/>
                </a:cubicBezTo>
                <a:cubicBezTo>
                  <a:pt x="2056067" y="1090898"/>
                  <a:pt x="2053019" y="1092232"/>
                  <a:pt x="2049875" y="1092232"/>
                </a:cubicBezTo>
                <a:cubicBezTo>
                  <a:pt x="2047113" y="1092232"/>
                  <a:pt x="2044446" y="1091279"/>
                  <a:pt x="2042255" y="1089279"/>
                </a:cubicBezTo>
                <a:close/>
                <a:moveTo>
                  <a:pt x="2480310" y="492633"/>
                </a:moveTo>
                <a:lnTo>
                  <a:pt x="2497169" y="492633"/>
                </a:lnTo>
                <a:cubicBezTo>
                  <a:pt x="2500789" y="492633"/>
                  <a:pt x="2503837" y="489680"/>
                  <a:pt x="2503837" y="485965"/>
                </a:cubicBezTo>
                <a:lnTo>
                  <a:pt x="2503837" y="469106"/>
                </a:lnTo>
                <a:cubicBezTo>
                  <a:pt x="2503837" y="465487"/>
                  <a:pt x="2500884" y="462439"/>
                  <a:pt x="2497169" y="462439"/>
                </a:cubicBezTo>
                <a:lnTo>
                  <a:pt x="2480310" y="462439"/>
                </a:lnTo>
                <a:cubicBezTo>
                  <a:pt x="2476691" y="462439"/>
                  <a:pt x="2473643" y="465392"/>
                  <a:pt x="2473643" y="469106"/>
                </a:cubicBezTo>
                <a:lnTo>
                  <a:pt x="2473643" y="485965"/>
                </a:lnTo>
                <a:cubicBezTo>
                  <a:pt x="2473643" y="489585"/>
                  <a:pt x="2476595" y="492633"/>
                  <a:pt x="2480310" y="492633"/>
                </a:cubicBezTo>
                <a:close/>
                <a:moveTo>
                  <a:pt x="2478405" y="469106"/>
                </a:moveTo>
                <a:cubicBezTo>
                  <a:pt x="2478405" y="468059"/>
                  <a:pt x="2479262" y="467201"/>
                  <a:pt x="2480310" y="467201"/>
                </a:cubicBezTo>
                <a:lnTo>
                  <a:pt x="2497169" y="467201"/>
                </a:lnTo>
                <a:cubicBezTo>
                  <a:pt x="2498217" y="467201"/>
                  <a:pt x="2499074" y="468059"/>
                  <a:pt x="2499074" y="469106"/>
                </a:cubicBezTo>
                <a:lnTo>
                  <a:pt x="2499074" y="485965"/>
                </a:lnTo>
                <a:cubicBezTo>
                  <a:pt x="2499074" y="487013"/>
                  <a:pt x="2498217" y="487871"/>
                  <a:pt x="2497169" y="487871"/>
                </a:cubicBezTo>
                <a:lnTo>
                  <a:pt x="2480310" y="487871"/>
                </a:lnTo>
                <a:cubicBezTo>
                  <a:pt x="2479262" y="487871"/>
                  <a:pt x="2478405" y="487013"/>
                  <a:pt x="2478405" y="485965"/>
                </a:cubicBezTo>
                <a:lnTo>
                  <a:pt x="2478405" y="469106"/>
                </a:lnTo>
                <a:close/>
                <a:moveTo>
                  <a:pt x="680657" y="2200847"/>
                </a:moveTo>
                <a:lnTo>
                  <a:pt x="673322" y="2193798"/>
                </a:lnTo>
                <a:lnTo>
                  <a:pt x="678275" y="2188655"/>
                </a:lnTo>
                <a:lnTo>
                  <a:pt x="685610" y="2195703"/>
                </a:lnTo>
                <a:lnTo>
                  <a:pt x="680657" y="2200847"/>
                </a:lnTo>
                <a:close/>
                <a:moveTo>
                  <a:pt x="729520" y="2237804"/>
                </a:moveTo>
                <a:lnTo>
                  <a:pt x="724567" y="2242947"/>
                </a:lnTo>
                <a:lnTo>
                  <a:pt x="717233" y="2235899"/>
                </a:lnTo>
                <a:lnTo>
                  <a:pt x="722186" y="2230755"/>
                </a:lnTo>
                <a:lnTo>
                  <a:pt x="729520" y="2237804"/>
                </a:lnTo>
                <a:close/>
                <a:moveTo>
                  <a:pt x="715994" y="2275427"/>
                </a:moveTo>
                <a:lnTo>
                  <a:pt x="727615" y="2275427"/>
                </a:lnTo>
                <a:cubicBezTo>
                  <a:pt x="727615" y="2275427"/>
                  <a:pt x="727615" y="2282476"/>
                  <a:pt x="727615" y="2282476"/>
                </a:cubicBezTo>
                <a:lnTo>
                  <a:pt x="715994" y="2282476"/>
                </a:lnTo>
                <a:cubicBezTo>
                  <a:pt x="715994" y="2282476"/>
                  <a:pt x="715994" y="2275427"/>
                  <a:pt x="715994" y="2275427"/>
                </a:cubicBezTo>
                <a:close/>
                <a:moveTo>
                  <a:pt x="2452878" y="669227"/>
                </a:moveTo>
                <a:cubicBezTo>
                  <a:pt x="2448116" y="670179"/>
                  <a:pt x="2444496" y="673799"/>
                  <a:pt x="2443258" y="678180"/>
                </a:cubicBezTo>
                <a:lnTo>
                  <a:pt x="2404015" y="678180"/>
                </a:lnTo>
                <a:lnTo>
                  <a:pt x="2279523" y="780955"/>
                </a:lnTo>
                <a:cubicBezTo>
                  <a:pt x="2279523" y="780955"/>
                  <a:pt x="2279047" y="780288"/>
                  <a:pt x="2278666" y="780098"/>
                </a:cubicBezTo>
                <a:cubicBezTo>
                  <a:pt x="2276285" y="778478"/>
                  <a:pt x="2273522" y="777621"/>
                  <a:pt x="2270760" y="777621"/>
                </a:cubicBezTo>
                <a:cubicBezTo>
                  <a:pt x="2269998" y="777621"/>
                  <a:pt x="2269141" y="777621"/>
                  <a:pt x="2268284" y="777812"/>
                </a:cubicBezTo>
                <a:cubicBezTo>
                  <a:pt x="2260759" y="779145"/>
                  <a:pt x="2255711" y="786384"/>
                  <a:pt x="2257044" y="793909"/>
                </a:cubicBezTo>
                <a:cubicBezTo>
                  <a:pt x="2258378" y="801434"/>
                  <a:pt x="2265617" y="806482"/>
                  <a:pt x="2273141" y="805148"/>
                </a:cubicBezTo>
                <a:cubicBezTo>
                  <a:pt x="2276761" y="804482"/>
                  <a:pt x="2279999" y="802481"/>
                  <a:pt x="2282095" y="799433"/>
                </a:cubicBezTo>
                <a:cubicBezTo>
                  <a:pt x="2284190" y="796385"/>
                  <a:pt x="2285048" y="792671"/>
                  <a:pt x="2284381" y="789051"/>
                </a:cubicBezTo>
                <a:cubicBezTo>
                  <a:pt x="2284286" y="788289"/>
                  <a:pt x="2283809" y="787622"/>
                  <a:pt x="2283524" y="786860"/>
                </a:cubicBezTo>
                <a:lnTo>
                  <a:pt x="2406491" y="685324"/>
                </a:lnTo>
                <a:lnTo>
                  <a:pt x="2443258" y="685324"/>
                </a:lnTo>
                <a:cubicBezTo>
                  <a:pt x="2445068" y="691610"/>
                  <a:pt x="2451449" y="695611"/>
                  <a:pt x="2457926" y="694277"/>
                </a:cubicBezTo>
                <a:cubicBezTo>
                  <a:pt x="2464784" y="692849"/>
                  <a:pt x="2469261" y="686181"/>
                  <a:pt x="2467928" y="679228"/>
                </a:cubicBezTo>
                <a:cubicBezTo>
                  <a:pt x="2466499" y="672370"/>
                  <a:pt x="2459831" y="667893"/>
                  <a:pt x="2452878" y="669227"/>
                </a:cubicBezTo>
                <a:close/>
                <a:moveTo>
                  <a:pt x="2276285" y="795242"/>
                </a:moveTo>
                <a:cubicBezTo>
                  <a:pt x="2275237" y="796671"/>
                  <a:pt x="2273713" y="797719"/>
                  <a:pt x="2271903" y="798004"/>
                </a:cubicBezTo>
                <a:cubicBezTo>
                  <a:pt x="2271522" y="798004"/>
                  <a:pt x="2271141" y="798100"/>
                  <a:pt x="2270760" y="798100"/>
                </a:cubicBezTo>
                <a:cubicBezTo>
                  <a:pt x="2267522" y="798100"/>
                  <a:pt x="2264759" y="795814"/>
                  <a:pt x="2264093" y="792575"/>
                </a:cubicBezTo>
                <a:cubicBezTo>
                  <a:pt x="2263426" y="788956"/>
                  <a:pt x="2265902" y="785432"/>
                  <a:pt x="2269522" y="784765"/>
                </a:cubicBezTo>
                <a:cubicBezTo>
                  <a:pt x="2271332" y="784479"/>
                  <a:pt x="2273046" y="784765"/>
                  <a:pt x="2274570" y="785908"/>
                </a:cubicBezTo>
                <a:cubicBezTo>
                  <a:pt x="2275999" y="786956"/>
                  <a:pt x="2277047" y="788479"/>
                  <a:pt x="2277332" y="790289"/>
                </a:cubicBezTo>
                <a:cubicBezTo>
                  <a:pt x="2277618" y="792099"/>
                  <a:pt x="2277332" y="793814"/>
                  <a:pt x="2276189" y="795338"/>
                </a:cubicBezTo>
                <a:close/>
                <a:moveTo>
                  <a:pt x="2211229" y="3216402"/>
                </a:moveTo>
                <a:cubicBezTo>
                  <a:pt x="2208657" y="3214497"/>
                  <a:pt x="2205704" y="3213640"/>
                  <a:pt x="2202752" y="3213640"/>
                </a:cubicBezTo>
                <a:cubicBezTo>
                  <a:pt x="2198370" y="3213640"/>
                  <a:pt x="2193989" y="3215640"/>
                  <a:pt x="2191131" y="3219450"/>
                </a:cubicBezTo>
                <a:cubicBezTo>
                  <a:pt x="2186464" y="3225832"/>
                  <a:pt x="2187797" y="3234785"/>
                  <a:pt x="2194179" y="3239453"/>
                </a:cubicBezTo>
                <a:cubicBezTo>
                  <a:pt x="2195989" y="3240786"/>
                  <a:pt x="2198084" y="3241643"/>
                  <a:pt x="2200275" y="3241929"/>
                </a:cubicBezTo>
                <a:lnTo>
                  <a:pt x="2200275" y="3251168"/>
                </a:lnTo>
                <a:lnTo>
                  <a:pt x="2205038" y="3251168"/>
                </a:lnTo>
                <a:lnTo>
                  <a:pt x="2205038" y="3241929"/>
                </a:lnTo>
                <a:cubicBezTo>
                  <a:pt x="2208752" y="3241262"/>
                  <a:pt x="2211991" y="3239357"/>
                  <a:pt x="2214182" y="3236309"/>
                </a:cubicBezTo>
                <a:cubicBezTo>
                  <a:pt x="2218849" y="3229928"/>
                  <a:pt x="2217515" y="3220974"/>
                  <a:pt x="2211134" y="3216307"/>
                </a:cubicBezTo>
                <a:close/>
                <a:moveTo>
                  <a:pt x="2204561" y="3239548"/>
                </a:moveTo>
                <a:cubicBezTo>
                  <a:pt x="2203990" y="3239548"/>
                  <a:pt x="2203323" y="3239643"/>
                  <a:pt x="2202752" y="3239643"/>
                </a:cubicBezTo>
                <a:cubicBezTo>
                  <a:pt x="2200275" y="3239643"/>
                  <a:pt x="2197894" y="3238881"/>
                  <a:pt x="2195894" y="3237357"/>
                </a:cubicBezTo>
                <a:cubicBezTo>
                  <a:pt x="2190655" y="3233547"/>
                  <a:pt x="2189607" y="3226213"/>
                  <a:pt x="2193417" y="3220974"/>
                </a:cubicBezTo>
                <a:cubicBezTo>
                  <a:pt x="2197227" y="3215830"/>
                  <a:pt x="2204561" y="3214688"/>
                  <a:pt x="2209800" y="3218498"/>
                </a:cubicBezTo>
                <a:cubicBezTo>
                  <a:pt x="2212277" y="3220307"/>
                  <a:pt x="2213991" y="3223070"/>
                  <a:pt x="2214467" y="3226118"/>
                </a:cubicBezTo>
                <a:cubicBezTo>
                  <a:pt x="2214944" y="3229166"/>
                  <a:pt x="2214182" y="3232309"/>
                  <a:pt x="2212372" y="3234785"/>
                </a:cubicBezTo>
                <a:cubicBezTo>
                  <a:pt x="2210562" y="3237262"/>
                  <a:pt x="2207800" y="3238976"/>
                  <a:pt x="2204752" y="3239453"/>
                </a:cubicBezTo>
                <a:close/>
                <a:moveTo>
                  <a:pt x="2703195" y="4201478"/>
                </a:moveTo>
                <a:lnTo>
                  <a:pt x="2703195" y="4109085"/>
                </a:lnTo>
                <a:lnTo>
                  <a:pt x="2705481" y="4109085"/>
                </a:lnTo>
                <a:cubicBezTo>
                  <a:pt x="2707577" y="4109085"/>
                  <a:pt x="2709386" y="4107371"/>
                  <a:pt x="2709386" y="4105180"/>
                </a:cubicBezTo>
                <a:lnTo>
                  <a:pt x="2709386" y="4095274"/>
                </a:lnTo>
                <a:cubicBezTo>
                  <a:pt x="2709386" y="4093178"/>
                  <a:pt x="2707672" y="4091369"/>
                  <a:pt x="2705481" y="4091369"/>
                </a:cubicBezTo>
                <a:lnTo>
                  <a:pt x="2695575" y="4091369"/>
                </a:lnTo>
                <a:cubicBezTo>
                  <a:pt x="2693480" y="4091369"/>
                  <a:pt x="2691670" y="4093083"/>
                  <a:pt x="2691670" y="4095274"/>
                </a:cubicBezTo>
                <a:lnTo>
                  <a:pt x="2691670" y="4105180"/>
                </a:lnTo>
                <a:cubicBezTo>
                  <a:pt x="2691670" y="4107275"/>
                  <a:pt x="2693384" y="4109085"/>
                  <a:pt x="2695575" y="4109085"/>
                </a:cubicBezTo>
                <a:lnTo>
                  <a:pt x="2698433" y="4109085"/>
                </a:lnTo>
                <a:lnTo>
                  <a:pt x="2698433" y="4199382"/>
                </a:lnTo>
                <a:lnTo>
                  <a:pt x="2650808" y="4242530"/>
                </a:lnTo>
                <a:cubicBezTo>
                  <a:pt x="2649284" y="4241387"/>
                  <a:pt x="2647664" y="4240530"/>
                  <a:pt x="2645759" y="4240245"/>
                </a:cubicBezTo>
                <a:cubicBezTo>
                  <a:pt x="2642902" y="4239863"/>
                  <a:pt x="2639949" y="4240626"/>
                  <a:pt x="2637663" y="4242340"/>
                </a:cubicBezTo>
                <a:cubicBezTo>
                  <a:pt x="2636139" y="4243483"/>
                  <a:pt x="2635092" y="4245102"/>
                  <a:pt x="2634425" y="4246721"/>
                </a:cubicBezTo>
                <a:lnTo>
                  <a:pt x="2589943" y="4246721"/>
                </a:lnTo>
                <a:lnTo>
                  <a:pt x="2581751" y="4257485"/>
                </a:lnTo>
                <a:lnTo>
                  <a:pt x="2537555" y="4257485"/>
                </a:lnTo>
                <a:lnTo>
                  <a:pt x="2537555" y="4254913"/>
                </a:lnTo>
                <a:cubicBezTo>
                  <a:pt x="2537555" y="4252818"/>
                  <a:pt x="2535841" y="4251008"/>
                  <a:pt x="2533650" y="4251008"/>
                </a:cubicBezTo>
                <a:lnTo>
                  <a:pt x="2523744" y="4251008"/>
                </a:lnTo>
                <a:cubicBezTo>
                  <a:pt x="2521649" y="4251008"/>
                  <a:pt x="2519839" y="4252722"/>
                  <a:pt x="2519839" y="4254913"/>
                </a:cubicBezTo>
                <a:lnTo>
                  <a:pt x="2519839" y="4264819"/>
                </a:lnTo>
                <a:cubicBezTo>
                  <a:pt x="2519839" y="4266914"/>
                  <a:pt x="2521553" y="4268724"/>
                  <a:pt x="2523744" y="4268724"/>
                </a:cubicBezTo>
                <a:lnTo>
                  <a:pt x="2533650" y="4268724"/>
                </a:lnTo>
                <a:cubicBezTo>
                  <a:pt x="2535746" y="4268724"/>
                  <a:pt x="2537555" y="4267010"/>
                  <a:pt x="2537555" y="4264819"/>
                </a:cubicBezTo>
                <a:lnTo>
                  <a:pt x="2537555" y="4262247"/>
                </a:lnTo>
                <a:lnTo>
                  <a:pt x="2584133" y="4262247"/>
                </a:lnTo>
                <a:lnTo>
                  <a:pt x="2592324" y="4251484"/>
                </a:lnTo>
                <a:lnTo>
                  <a:pt x="2633663" y="4251484"/>
                </a:lnTo>
                <a:cubicBezTo>
                  <a:pt x="2633663" y="4253675"/>
                  <a:pt x="2634234" y="4255770"/>
                  <a:pt x="2635663" y="4257675"/>
                </a:cubicBezTo>
                <a:cubicBezTo>
                  <a:pt x="2637473" y="4260056"/>
                  <a:pt x="2640044" y="4261485"/>
                  <a:pt x="2642902" y="4261962"/>
                </a:cubicBezTo>
                <a:cubicBezTo>
                  <a:pt x="2643378" y="4261962"/>
                  <a:pt x="2643950" y="4262057"/>
                  <a:pt x="2644426" y="4262057"/>
                </a:cubicBezTo>
                <a:cubicBezTo>
                  <a:pt x="2646807" y="4262057"/>
                  <a:pt x="2649093" y="4261295"/>
                  <a:pt x="2650998" y="4259866"/>
                </a:cubicBezTo>
                <a:cubicBezTo>
                  <a:pt x="2653379" y="4258056"/>
                  <a:pt x="2654808" y="4255580"/>
                  <a:pt x="2655189" y="4252627"/>
                </a:cubicBezTo>
                <a:cubicBezTo>
                  <a:pt x="2655475" y="4250341"/>
                  <a:pt x="2654903" y="4248245"/>
                  <a:pt x="2653951" y="4246245"/>
                </a:cubicBezTo>
                <a:lnTo>
                  <a:pt x="2702528" y="4202240"/>
                </a:lnTo>
                <a:lnTo>
                  <a:pt x="2703290" y="4201478"/>
                </a:lnTo>
                <a:close/>
                <a:moveTo>
                  <a:pt x="2648045" y="4256056"/>
                </a:moveTo>
                <a:lnTo>
                  <a:pt x="2648045" y="4256056"/>
                </a:lnTo>
                <a:cubicBezTo>
                  <a:pt x="2646712" y="4257009"/>
                  <a:pt x="2645093" y="4257485"/>
                  <a:pt x="2643473" y="4257294"/>
                </a:cubicBezTo>
                <a:cubicBezTo>
                  <a:pt x="2641854" y="4257104"/>
                  <a:pt x="2640425" y="4256246"/>
                  <a:pt x="2639378" y="4254913"/>
                </a:cubicBezTo>
                <a:cubicBezTo>
                  <a:pt x="2637282" y="4252151"/>
                  <a:pt x="2637854" y="4248341"/>
                  <a:pt x="2640616" y="4246245"/>
                </a:cubicBezTo>
                <a:cubicBezTo>
                  <a:pt x="2641663" y="4245388"/>
                  <a:pt x="2642997" y="4245007"/>
                  <a:pt x="2644330" y="4245007"/>
                </a:cubicBezTo>
                <a:cubicBezTo>
                  <a:pt x="2644617" y="4245007"/>
                  <a:pt x="2644902" y="4245007"/>
                  <a:pt x="2645188" y="4245007"/>
                </a:cubicBezTo>
                <a:cubicBezTo>
                  <a:pt x="2646807" y="4245197"/>
                  <a:pt x="2648236" y="4246055"/>
                  <a:pt x="2649284" y="4247388"/>
                </a:cubicBezTo>
                <a:cubicBezTo>
                  <a:pt x="2650236" y="4248722"/>
                  <a:pt x="2650712" y="4250341"/>
                  <a:pt x="2650522" y="4251960"/>
                </a:cubicBezTo>
                <a:cubicBezTo>
                  <a:pt x="2650331" y="4253579"/>
                  <a:pt x="2649474" y="4255008"/>
                  <a:pt x="2648141" y="4256056"/>
                </a:cubicBezTo>
                <a:close/>
                <a:moveTo>
                  <a:pt x="538829" y="1470565"/>
                </a:moveTo>
                <a:cubicBezTo>
                  <a:pt x="531971" y="1470565"/>
                  <a:pt x="526447" y="1476089"/>
                  <a:pt x="526447" y="1482947"/>
                </a:cubicBezTo>
                <a:cubicBezTo>
                  <a:pt x="526447" y="1489805"/>
                  <a:pt x="532067" y="1495330"/>
                  <a:pt x="538829" y="1495330"/>
                </a:cubicBezTo>
                <a:cubicBezTo>
                  <a:pt x="541496" y="1495330"/>
                  <a:pt x="543878" y="1494282"/>
                  <a:pt x="545878" y="1492853"/>
                </a:cubicBezTo>
                <a:lnTo>
                  <a:pt x="556355" y="1504474"/>
                </a:lnTo>
                <a:lnTo>
                  <a:pt x="555689" y="1692497"/>
                </a:lnTo>
                <a:lnTo>
                  <a:pt x="555689" y="1693450"/>
                </a:lnTo>
                <a:cubicBezTo>
                  <a:pt x="555689" y="1693450"/>
                  <a:pt x="606266" y="1749647"/>
                  <a:pt x="606266" y="1749647"/>
                </a:cubicBezTo>
                <a:cubicBezTo>
                  <a:pt x="604457" y="1751552"/>
                  <a:pt x="603314" y="1754029"/>
                  <a:pt x="603314" y="1756886"/>
                </a:cubicBezTo>
                <a:cubicBezTo>
                  <a:pt x="603314" y="1762506"/>
                  <a:pt x="607790" y="1767078"/>
                  <a:pt x="613315" y="1767364"/>
                </a:cubicBezTo>
                <a:lnTo>
                  <a:pt x="613315" y="1777841"/>
                </a:lnTo>
                <a:lnTo>
                  <a:pt x="515303" y="1881569"/>
                </a:lnTo>
                <a:lnTo>
                  <a:pt x="515303" y="1917192"/>
                </a:lnTo>
                <a:lnTo>
                  <a:pt x="505587" y="1917192"/>
                </a:lnTo>
                <a:cubicBezTo>
                  <a:pt x="501872" y="1917192"/>
                  <a:pt x="498729" y="1920240"/>
                  <a:pt x="498729" y="1924050"/>
                </a:cubicBezTo>
                <a:lnTo>
                  <a:pt x="498729" y="1933956"/>
                </a:lnTo>
                <a:cubicBezTo>
                  <a:pt x="498729" y="1937671"/>
                  <a:pt x="501777" y="1940814"/>
                  <a:pt x="505587" y="1940814"/>
                </a:cubicBezTo>
                <a:lnTo>
                  <a:pt x="529685" y="1940814"/>
                </a:lnTo>
                <a:cubicBezTo>
                  <a:pt x="533400" y="1940814"/>
                  <a:pt x="536543" y="1937766"/>
                  <a:pt x="536543" y="1933956"/>
                </a:cubicBezTo>
                <a:lnTo>
                  <a:pt x="536543" y="1924050"/>
                </a:lnTo>
                <a:cubicBezTo>
                  <a:pt x="536543" y="1920335"/>
                  <a:pt x="533495" y="1917192"/>
                  <a:pt x="529685" y="1917192"/>
                </a:cubicBezTo>
                <a:lnTo>
                  <a:pt x="519970" y="1917192"/>
                </a:lnTo>
                <a:lnTo>
                  <a:pt x="519970" y="1883474"/>
                </a:lnTo>
                <a:lnTo>
                  <a:pt x="617982" y="1779746"/>
                </a:lnTo>
                <a:lnTo>
                  <a:pt x="617982" y="1766602"/>
                </a:lnTo>
                <a:cubicBezTo>
                  <a:pt x="621697" y="1764982"/>
                  <a:pt x="624364" y="1761268"/>
                  <a:pt x="624364" y="1756886"/>
                </a:cubicBezTo>
                <a:cubicBezTo>
                  <a:pt x="624364" y="1751076"/>
                  <a:pt x="619601" y="1746314"/>
                  <a:pt x="613791" y="1746314"/>
                </a:cubicBezTo>
                <a:cubicBezTo>
                  <a:pt x="612458" y="1746314"/>
                  <a:pt x="611315" y="1746599"/>
                  <a:pt x="610172" y="1747076"/>
                </a:cubicBezTo>
                <a:lnTo>
                  <a:pt x="560356" y="1691735"/>
                </a:lnTo>
                <a:lnTo>
                  <a:pt x="561023" y="1503712"/>
                </a:lnTo>
                <a:lnTo>
                  <a:pt x="561023" y="1502759"/>
                </a:lnTo>
                <a:cubicBezTo>
                  <a:pt x="561023" y="1502759"/>
                  <a:pt x="549021" y="1489520"/>
                  <a:pt x="549021" y="1489520"/>
                </a:cubicBezTo>
                <a:cubicBezTo>
                  <a:pt x="550164" y="1487615"/>
                  <a:pt x="551117" y="1485519"/>
                  <a:pt x="551117" y="1483138"/>
                </a:cubicBezTo>
                <a:cubicBezTo>
                  <a:pt x="551117" y="1476280"/>
                  <a:pt x="545592" y="1470755"/>
                  <a:pt x="538734" y="1470755"/>
                </a:cubicBezTo>
                <a:close/>
                <a:moveTo>
                  <a:pt x="538829" y="1490663"/>
                </a:moveTo>
                <a:cubicBezTo>
                  <a:pt x="534638" y="1490663"/>
                  <a:pt x="531209" y="1487234"/>
                  <a:pt x="531209" y="1483043"/>
                </a:cubicBezTo>
                <a:cubicBezTo>
                  <a:pt x="531209" y="1478852"/>
                  <a:pt x="534638" y="1475423"/>
                  <a:pt x="538829" y="1475423"/>
                </a:cubicBezTo>
                <a:cubicBezTo>
                  <a:pt x="543020" y="1475423"/>
                  <a:pt x="546449" y="1478852"/>
                  <a:pt x="546449" y="1483043"/>
                </a:cubicBezTo>
                <a:cubicBezTo>
                  <a:pt x="546449" y="1487234"/>
                  <a:pt x="543020" y="1490663"/>
                  <a:pt x="538829" y="1490663"/>
                </a:cubicBezTo>
                <a:close/>
                <a:moveTo>
                  <a:pt x="529781" y="1921859"/>
                </a:moveTo>
                <a:cubicBezTo>
                  <a:pt x="530924" y="1921859"/>
                  <a:pt x="531876" y="1922812"/>
                  <a:pt x="531876" y="1923955"/>
                </a:cubicBezTo>
                <a:lnTo>
                  <a:pt x="531876" y="1933861"/>
                </a:lnTo>
                <a:cubicBezTo>
                  <a:pt x="531876" y="1935004"/>
                  <a:pt x="530924" y="1935956"/>
                  <a:pt x="529781" y="1935956"/>
                </a:cubicBezTo>
                <a:lnTo>
                  <a:pt x="505682" y="1935956"/>
                </a:lnTo>
                <a:cubicBezTo>
                  <a:pt x="504539" y="1935956"/>
                  <a:pt x="503587" y="1935004"/>
                  <a:pt x="503587" y="1933861"/>
                </a:cubicBezTo>
                <a:lnTo>
                  <a:pt x="503587" y="1923955"/>
                </a:lnTo>
                <a:cubicBezTo>
                  <a:pt x="503587" y="1922812"/>
                  <a:pt x="504539" y="1921859"/>
                  <a:pt x="505682" y="1921859"/>
                </a:cubicBezTo>
                <a:lnTo>
                  <a:pt x="529781" y="1921859"/>
                </a:lnTo>
                <a:close/>
                <a:moveTo>
                  <a:pt x="613982" y="1750981"/>
                </a:moveTo>
                <a:cubicBezTo>
                  <a:pt x="617220" y="1750981"/>
                  <a:pt x="619792" y="1753553"/>
                  <a:pt x="619792" y="1756791"/>
                </a:cubicBezTo>
                <a:cubicBezTo>
                  <a:pt x="619792" y="1760030"/>
                  <a:pt x="617220" y="1762601"/>
                  <a:pt x="613982" y="1762601"/>
                </a:cubicBezTo>
                <a:cubicBezTo>
                  <a:pt x="610743" y="1762601"/>
                  <a:pt x="608171" y="1760030"/>
                  <a:pt x="608171" y="1756791"/>
                </a:cubicBezTo>
                <a:cubicBezTo>
                  <a:pt x="608171" y="1753553"/>
                  <a:pt x="610743" y="1750981"/>
                  <a:pt x="613982" y="1750981"/>
                </a:cubicBezTo>
                <a:close/>
                <a:moveTo>
                  <a:pt x="2176748" y="3154013"/>
                </a:moveTo>
                <a:lnTo>
                  <a:pt x="2147411" y="3154013"/>
                </a:lnTo>
                <a:cubicBezTo>
                  <a:pt x="2146078" y="3154013"/>
                  <a:pt x="2145030" y="3155061"/>
                  <a:pt x="2145030" y="3156395"/>
                </a:cubicBezTo>
                <a:lnTo>
                  <a:pt x="2145030" y="3185732"/>
                </a:lnTo>
                <a:cubicBezTo>
                  <a:pt x="2145030" y="3187065"/>
                  <a:pt x="2146078" y="3188113"/>
                  <a:pt x="2147411" y="3188113"/>
                </a:cubicBezTo>
                <a:lnTo>
                  <a:pt x="2176748" y="3188113"/>
                </a:lnTo>
                <a:cubicBezTo>
                  <a:pt x="2178082" y="3188113"/>
                  <a:pt x="2179130" y="3187065"/>
                  <a:pt x="2179130" y="3185732"/>
                </a:cubicBezTo>
                <a:lnTo>
                  <a:pt x="2179130" y="3156395"/>
                </a:lnTo>
                <a:cubicBezTo>
                  <a:pt x="2179130" y="3155061"/>
                  <a:pt x="2178082" y="3154013"/>
                  <a:pt x="2176748" y="3154013"/>
                </a:cubicBezTo>
                <a:close/>
                <a:moveTo>
                  <a:pt x="2174367" y="3183350"/>
                </a:moveTo>
                <a:lnTo>
                  <a:pt x="2149793" y="3183350"/>
                </a:lnTo>
                <a:lnTo>
                  <a:pt x="2149793" y="3158776"/>
                </a:lnTo>
                <a:lnTo>
                  <a:pt x="2174367" y="3158776"/>
                </a:lnTo>
                <a:lnTo>
                  <a:pt x="2174367" y="3183350"/>
                </a:lnTo>
                <a:close/>
                <a:moveTo>
                  <a:pt x="2200370" y="3371755"/>
                </a:moveTo>
                <a:lnTo>
                  <a:pt x="2205133" y="3371755"/>
                </a:lnTo>
                <a:lnTo>
                  <a:pt x="2205133" y="3388995"/>
                </a:lnTo>
                <a:lnTo>
                  <a:pt x="2200370" y="3388995"/>
                </a:lnTo>
                <a:lnTo>
                  <a:pt x="2200370" y="3371755"/>
                </a:lnTo>
                <a:close/>
                <a:moveTo>
                  <a:pt x="2268855" y="3861149"/>
                </a:moveTo>
                <a:cubicBezTo>
                  <a:pt x="2274380" y="3865245"/>
                  <a:pt x="2281238" y="3866960"/>
                  <a:pt x="2288000" y="3866007"/>
                </a:cubicBezTo>
                <a:cubicBezTo>
                  <a:pt x="2294858" y="3864959"/>
                  <a:pt x="2300859" y="3861340"/>
                  <a:pt x="2304955" y="3855815"/>
                </a:cubicBezTo>
                <a:cubicBezTo>
                  <a:pt x="2308003" y="3851720"/>
                  <a:pt x="2309717" y="3846862"/>
                  <a:pt x="2310003" y="3841813"/>
                </a:cubicBezTo>
                <a:lnTo>
                  <a:pt x="2310003" y="3842957"/>
                </a:lnTo>
                <a:cubicBezTo>
                  <a:pt x="2310003" y="3842957"/>
                  <a:pt x="2342388" y="3843147"/>
                  <a:pt x="2342388" y="3843147"/>
                </a:cubicBezTo>
                <a:lnTo>
                  <a:pt x="2361152" y="3866960"/>
                </a:lnTo>
                <a:lnTo>
                  <a:pt x="2545652" y="3867722"/>
                </a:lnTo>
                <a:lnTo>
                  <a:pt x="2652046" y="3966210"/>
                </a:lnTo>
                <a:lnTo>
                  <a:pt x="2665095" y="3965734"/>
                </a:lnTo>
                <a:lnTo>
                  <a:pt x="2698337" y="3998405"/>
                </a:lnTo>
                <a:lnTo>
                  <a:pt x="2698337" y="4049173"/>
                </a:lnTo>
                <a:cubicBezTo>
                  <a:pt x="2697480" y="4049363"/>
                  <a:pt x="2696623" y="4049363"/>
                  <a:pt x="2695861" y="4049744"/>
                </a:cubicBezTo>
                <a:cubicBezTo>
                  <a:pt x="2689955" y="4052411"/>
                  <a:pt x="2687288" y="4059460"/>
                  <a:pt x="2689955" y="4065365"/>
                </a:cubicBezTo>
                <a:cubicBezTo>
                  <a:pt x="2691289" y="4068223"/>
                  <a:pt x="2693575" y="4070413"/>
                  <a:pt x="2696528" y="4071557"/>
                </a:cubicBezTo>
                <a:cubicBezTo>
                  <a:pt x="2697861" y="4072033"/>
                  <a:pt x="2699290" y="4072319"/>
                  <a:pt x="2700719" y="4072319"/>
                </a:cubicBezTo>
                <a:cubicBezTo>
                  <a:pt x="2702338" y="4072319"/>
                  <a:pt x="2704052" y="4071938"/>
                  <a:pt x="2705576" y="4071271"/>
                </a:cubicBezTo>
                <a:cubicBezTo>
                  <a:pt x="2708434" y="4069937"/>
                  <a:pt x="2710625" y="4067651"/>
                  <a:pt x="2711768" y="4064699"/>
                </a:cubicBezTo>
                <a:cubicBezTo>
                  <a:pt x="2712911" y="4061746"/>
                  <a:pt x="2712815" y="4058507"/>
                  <a:pt x="2711482" y="4055650"/>
                </a:cubicBezTo>
                <a:cubicBezTo>
                  <a:pt x="2710148" y="4052792"/>
                  <a:pt x="2707862" y="4050602"/>
                  <a:pt x="2704910" y="4049459"/>
                </a:cubicBezTo>
                <a:cubicBezTo>
                  <a:pt x="2704338" y="4049268"/>
                  <a:pt x="2703671" y="4049268"/>
                  <a:pt x="2703100" y="4049173"/>
                </a:cubicBezTo>
                <a:lnTo>
                  <a:pt x="2703100" y="3996404"/>
                </a:lnTo>
                <a:lnTo>
                  <a:pt x="2666905" y="3960876"/>
                </a:lnTo>
                <a:lnTo>
                  <a:pt x="2653760" y="3961352"/>
                </a:lnTo>
                <a:lnTo>
                  <a:pt x="2548128" y="3863530"/>
                </a:lnTo>
                <a:lnTo>
                  <a:pt x="2547461" y="3862864"/>
                </a:lnTo>
                <a:lnTo>
                  <a:pt x="2363438" y="3862102"/>
                </a:lnTo>
                <a:lnTo>
                  <a:pt x="2344674" y="3838289"/>
                </a:lnTo>
                <a:lnTo>
                  <a:pt x="2310003" y="3838099"/>
                </a:lnTo>
                <a:lnTo>
                  <a:pt x="2310003" y="3841433"/>
                </a:lnTo>
                <a:cubicBezTo>
                  <a:pt x="2310003" y="3839813"/>
                  <a:pt x="2310003" y="3838194"/>
                  <a:pt x="2309717" y="3836480"/>
                </a:cubicBezTo>
                <a:cubicBezTo>
                  <a:pt x="2308670" y="3829622"/>
                  <a:pt x="2305145" y="3823621"/>
                  <a:pt x="2299526" y="3819525"/>
                </a:cubicBezTo>
                <a:cubicBezTo>
                  <a:pt x="2294954" y="3816096"/>
                  <a:pt x="2289620" y="3814477"/>
                  <a:pt x="2284286" y="3814382"/>
                </a:cubicBezTo>
                <a:cubicBezTo>
                  <a:pt x="2276380" y="3814382"/>
                  <a:pt x="2268474" y="3817906"/>
                  <a:pt x="2263331" y="3824764"/>
                </a:cubicBezTo>
                <a:cubicBezTo>
                  <a:pt x="2259235" y="3830288"/>
                  <a:pt x="2257520" y="3837146"/>
                  <a:pt x="2258473" y="3843909"/>
                </a:cubicBezTo>
                <a:cubicBezTo>
                  <a:pt x="2259521" y="3850767"/>
                  <a:pt x="2263045" y="3856768"/>
                  <a:pt x="2268665" y="3860863"/>
                </a:cubicBezTo>
                <a:close/>
                <a:moveTo>
                  <a:pt x="2707291" y="4057650"/>
                </a:moveTo>
                <a:cubicBezTo>
                  <a:pt x="2708053" y="4059365"/>
                  <a:pt x="2708148" y="4061270"/>
                  <a:pt x="2707481" y="4063079"/>
                </a:cubicBezTo>
                <a:cubicBezTo>
                  <a:pt x="2706815" y="4064889"/>
                  <a:pt x="2705481" y="4066223"/>
                  <a:pt x="2703767" y="4067080"/>
                </a:cubicBezTo>
                <a:cubicBezTo>
                  <a:pt x="2702052" y="4067842"/>
                  <a:pt x="2700147" y="4067937"/>
                  <a:pt x="2698337" y="4067270"/>
                </a:cubicBezTo>
                <a:cubicBezTo>
                  <a:pt x="2696528" y="4066604"/>
                  <a:pt x="2695194" y="4065270"/>
                  <a:pt x="2694432" y="4063555"/>
                </a:cubicBezTo>
                <a:cubicBezTo>
                  <a:pt x="2692813" y="4060031"/>
                  <a:pt x="2694432" y="4055840"/>
                  <a:pt x="2697956" y="4054221"/>
                </a:cubicBezTo>
                <a:cubicBezTo>
                  <a:pt x="2698909" y="4053840"/>
                  <a:pt x="2699861" y="4053554"/>
                  <a:pt x="2700814" y="4053554"/>
                </a:cubicBezTo>
                <a:cubicBezTo>
                  <a:pt x="2703481" y="4053554"/>
                  <a:pt x="2706053" y="4055078"/>
                  <a:pt x="2707291" y="4057745"/>
                </a:cubicBezTo>
                <a:close/>
                <a:moveTo>
                  <a:pt x="2267331" y="3827812"/>
                </a:moveTo>
                <a:cubicBezTo>
                  <a:pt x="2270665" y="3823335"/>
                  <a:pt x="2275618" y="3820382"/>
                  <a:pt x="2281142" y="3819525"/>
                </a:cubicBezTo>
                <a:cubicBezTo>
                  <a:pt x="2286762" y="3818763"/>
                  <a:pt x="2292287" y="3820097"/>
                  <a:pt x="2296763" y="3823430"/>
                </a:cubicBezTo>
                <a:cubicBezTo>
                  <a:pt x="2301240" y="3826764"/>
                  <a:pt x="2304193" y="3831717"/>
                  <a:pt x="2305050" y="3837242"/>
                </a:cubicBezTo>
                <a:cubicBezTo>
                  <a:pt x="2305907" y="3842766"/>
                  <a:pt x="2304479" y="3848386"/>
                  <a:pt x="2301145" y="3852863"/>
                </a:cubicBezTo>
                <a:lnTo>
                  <a:pt x="2301145" y="3852863"/>
                </a:lnTo>
                <a:cubicBezTo>
                  <a:pt x="2297811" y="3857435"/>
                  <a:pt x="2292858" y="3860292"/>
                  <a:pt x="2287334" y="3861149"/>
                </a:cubicBezTo>
                <a:cubicBezTo>
                  <a:pt x="2286286" y="3861340"/>
                  <a:pt x="2285143" y="3861340"/>
                  <a:pt x="2284095" y="3861340"/>
                </a:cubicBezTo>
                <a:cubicBezTo>
                  <a:pt x="2279618" y="3861340"/>
                  <a:pt x="2275332" y="3859911"/>
                  <a:pt x="2271713" y="3857149"/>
                </a:cubicBezTo>
                <a:cubicBezTo>
                  <a:pt x="2267236" y="3853815"/>
                  <a:pt x="2264283" y="3848862"/>
                  <a:pt x="2263426" y="3843338"/>
                </a:cubicBezTo>
                <a:cubicBezTo>
                  <a:pt x="2262569" y="3837813"/>
                  <a:pt x="2263997" y="3832193"/>
                  <a:pt x="2267331" y="3827717"/>
                </a:cubicBezTo>
                <a:close/>
                <a:moveTo>
                  <a:pt x="2129981" y="3154013"/>
                </a:moveTo>
                <a:lnTo>
                  <a:pt x="2100644" y="3154013"/>
                </a:lnTo>
                <a:cubicBezTo>
                  <a:pt x="2099310" y="3154013"/>
                  <a:pt x="2098262" y="3155061"/>
                  <a:pt x="2098262" y="3156395"/>
                </a:cubicBezTo>
                <a:lnTo>
                  <a:pt x="2098262" y="3185732"/>
                </a:lnTo>
                <a:cubicBezTo>
                  <a:pt x="2098262" y="3187065"/>
                  <a:pt x="2099310" y="3188113"/>
                  <a:pt x="2100644" y="3188113"/>
                </a:cubicBezTo>
                <a:lnTo>
                  <a:pt x="2129981" y="3188113"/>
                </a:lnTo>
                <a:cubicBezTo>
                  <a:pt x="2131314" y="3188113"/>
                  <a:pt x="2132362" y="3187065"/>
                  <a:pt x="2132362" y="3185732"/>
                </a:cubicBezTo>
                <a:lnTo>
                  <a:pt x="2132362" y="3156395"/>
                </a:lnTo>
                <a:cubicBezTo>
                  <a:pt x="2132362" y="3155061"/>
                  <a:pt x="2131314" y="3154013"/>
                  <a:pt x="2129981" y="3154013"/>
                </a:cubicBezTo>
                <a:close/>
                <a:moveTo>
                  <a:pt x="2127599" y="3183350"/>
                </a:moveTo>
                <a:lnTo>
                  <a:pt x="2103025" y="3183350"/>
                </a:lnTo>
                <a:lnTo>
                  <a:pt x="2103025" y="3158776"/>
                </a:lnTo>
                <a:lnTo>
                  <a:pt x="2127599" y="3158776"/>
                </a:lnTo>
                <a:lnTo>
                  <a:pt x="2127599" y="3183350"/>
                </a:lnTo>
                <a:close/>
                <a:moveTo>
                  <a:pt x="240316" y="2395919"/>
                </a:moveTo>
                <a:lnTo>
                  <a:pt x="240316" y="2473071"/>
                </a:lnTo>
                <a:cubicBezTo>
                  <a:pt x="242221" y="2473643"/>
                  <a:pt x="244221" y="2474690"/>
                  <a:pt x="245555" y="2476500"/>
                </a:cubicBezTo>
                <a:cubicBezTo>
                  <a:pt x="247079" y="2478596"/>
                  <a:pt x="247650" y="2481167"/>
                  <a:pt x="247174" y="2483739"/>
                </a:cubicBezTo>
                <a:cubicBezTo>
                  <a:pt x="246698" y="2486311"/>
                  <a:pt x="245269" y="2488597"/>
                  <a:pt x="243078" y="2490026"/>
                </a:cubicBezTo>
                <a:cubicBezTo>
                  <a:pt x="238697" y="2492978"/>
                  <a:pt x="232601" y="2491930"/>
                  <a:pt x="229553" y="2487644"/>
                </a:cubicBezTo>
                <a:cubicBezTo>
                  <a:pt x="228029" y="2485549"/>
                  <a:pt x="227457" y="2482977"/>
                  <a:pt x="227933" y="2480405"/>
                </a:cubicBezTo>
                <a:cubicBezTo>
                  <a:pt x="228410" y="2477834"/>
                  <a:pt x="229838" y="2475548"/>
                  <a:pt x="232029" y="2474119"/>
                </a:cubicBezTo>
                <a:cubicBezTo>
                  <a:pt x="233077" y="2473452"/>
                  <a:pt x="234220" y="2473071"/>
                  <a:pt x="235363" y="2472785"/>
                </a:cubicBezTo>
                <a:lnTo>
                  <a:pt x="235363" y="2398300"/>
                </a:lnTo>
                <a:cubicBezTo>
                  <a:pt x="235363" y="2398300"/>
                  <a:pt x="150971" y="2398300"/>
                  <a:pt x="150971" y="2398300"/>
                </a:cubicBezTo>
                <a:cubicBezTo>
                  <a:pt x="150305" y="2400300"/>
                  <a:pt x="149162" y="2402110"/>
                  <a:pt x="147352" y="2403348"/>
                </a:cubicBezTo>
                <a:cubicBezTo>
                  <a:pt x="142970" y="2406301"/>
                  <a:pt x="136874" y="2405253"/>
                  <a:pt x="133826" y="2400967"/>
                </a:cubicBezTo>
                <a:cubicBezTo>
                  <a:pt x="132302" y="2398871"/>
                  <a:pt x="131731" y="2396300"/>
                  <a:pt x="132207" y="2393728"/>
                </a:cubicBezTo>
                <a:cubicBezTo>
                  <a:pt x="132683" y="2391156"/>
                  <a:pt x="134112" y="2388870"/>
                  <a:pt x="136303" y="2387441"/>
                </a:cubicBezTo>
                <a:cubicBezTo>
                  <a:pt x="138017" y="2386298"/>
                  <a:pt x="139922" y="2385822"/>
                  <a:pt x="141827" y="2385822"/>
                </a:cubicBezTo>
                <a:cubicBezTo>
                  <a:pt x="144875" y="2385822"/>
                  <a:pt x="147923" y="2387251"/>
                  <a:pt x="149828" y="2389918"/>
                </a:cubicBezTo>
                <a:cubicBezTo>
                  <a:pt x="150686" y="2391061"/>
                  <a:pt x="151162" y="2392394"/>
                  <a:pt x="151448" y="2393728"/>
                </a:cubicBezTo>
                <a:lnTo>
                  <a:pt x="237935" y="2393728"/>
                </a:lnTo>
                <a:cubicBezTo>
                  <a:pt x="238601" y="2393728"/>
                  <a:pt x="239173" y="2393918"/>
                  <a:pt x="239649" y="2394395"/>
                </a:cubicBezTo>
                <a:cubicBezTo>
                  <a:pt x="240125" y="2394871"/>
                  <a:pt x="240316" y="2395442"/>
                  <a:pt x="240316" y="2396109"/>
                </a:cubicBezTo>
                <a:close/>
                <a:moveTo>
                  <a:pt x="2191893" y="3453955"/>
                </a:moveTo>
                <a:lnTo>
                  <a:pt x="2191893" y="3462052"/>
                </a:lnTo>
                <a:cubicBezTo>
                  <a:pt x="2191893" y="3465767"/>
                  <a:pt x="2194941" y="3468910"/>
                  <a:pt x="2198751" y="3468910"/>
                </a:cubicBezTo>
                <a:lnTo>
                  <a:pt x="2206847" y="3468910"/>
                </a:lnTo>
                <a:cubicBezTo>
                  <a:pt x="2210562" y="3468910"/>
                  <a:pt x="2213705" y="3465862"/>
                  <a:pt x="2213705" y="3462052"/>
                </a:cubicBezTo>
                <a:lnTo>
                  <a:pt x="2213705" y="3453955"/>
                </a:lnTo>
                <a:cubicBezTo>
                  <a:pt x="2213705" y="3450241"/>
                  <a:pt x="2210657" y="3447098"/>
                  <a:pt x="2206847" y="3447098"/>
                </a:cubicBezTo>
                <a:lnTo>
                  <a:pt x="2205228" y="3447098"/>
                </a:lnTo>
                <a:lnTo>
                  <a:pt x="2205228" y="3440525"/>
                </a:lnTo>
                <a:lnTo>
                  <a:pt x="2200466" y="3440525"/>
                </a:lnTo>
                <a:lnTo>
                  <a:pt x="2200466" y="3447098"/>
                </a:lnTo>
                <a:lnTo>
                  <a:pt x="2198751" y="3447098"/>
                </a:lnTo>
                <a:cubicBezTo>
                  <a:pt x="2195036" y="3447098"/>
                  <a:pt x="2191893" y="3450146"/>
                  <a:pt x="2191893" y="3453955"/>
                </a:cubicBezTo>
                <a:close/>
                <a:moveTo>
                  <a:pt x="2206752" y="3451955"/>
                </a:moveTo>
                <a:cubicBezTo>
                  <a:pt x="2207895" y="3451955"/>
                  <a:pt x="2208848" y="3452908"/>
                  <a:pt x="2208848" y="3454051"/>
                </a:cubicBezTo>
                <a:lnTo>
                  <a:pt x="2208848" y="3462147"/>
                </a:lnTo>
                <a:cubicBezTo>
                  <a:pt x="2208848" y="3463290"/>
                  <a:pt x="2207895" y="3464243"/>
                  <a:pt x="2206752" y="3464243"/>
                </a:cubicBezTo>
                <a:lnTo>
                  <a:pt x="2198656" y="3464243"/>
                </a:lnTo>
                <a:cubicBezTo>
                  <a:pt x="2197513" y="3464243"/>
                  <a:pt x="2196560" y="3463290"/>
                  <a:pt x="2196560" y="3462147"/>
                </a:cubicBezTo>
                <a:lnTo>
                  <a:pt x="2196560" y="3454051"/>
                </a:lnTo>
                <a:cubicBezTo>
                  <a:pt x="2196560" y="3452908"/>
                  <a:pt x="2197513" y="3451955"/>
                  <a:pt x="2198656" y="3451955"/>
                </a:cubicBezTo>
                <a:lnTo>
                  <a:pt x="2206752" y="3451955"/>
                </a:lnTo>
                <a:close/>
                <a:moveTo>
                  <a:pt x="2205133" y="3320129"/>
                </a:moveTo>
                <a:lnTo>
                  <a:pt x="2200370" y="3320129"/>
                </a:lnTo>
                <a:lnTo>
                  <a:pt x="2200370" y="3302889"/>
                </a:lnTo>
                <a:lnTo>
                  <a:pt x="2205133" y="3302889"/>
                </a:lnTo>
                <a:lnTo>
                  <a:pt x="2205133" y="3320129"/>
                </a:lnTo>
                <a:close/>
                <a:moveTo>
                  <a:pt x="2205133" y="3406235"/>
                </a:moveTo>
                <a:lnTo>
                  <a:pt x="2205133" y="3423476"/>
                </a:lnTo>
                <a:cubicBezTo>
                  <a:pt x="2205133" y="3423476"/>
                  <a:pt x="2200370" y="3423476"/>
                  <a:pt x="2200370" y="3423476"/>
                </a:cubicBezTo>
                <a:lnTo>
                  <a:pt x="2200370" y="3406235"/>
                </a:lnTo>
                <a:cubicBezTo>
                  <a:pt x="2200370" y="3406235"/>
                  <a:pt x="2205133" y="3406235"/>
                  <a:pt x="2205133" y="3406235"/>
                </a:cubicBezTo>
                <a:close/>
                <a:moveTo>
                  <a:pt x="2200370" y="3337370"/>
                </a:moveTo>
                <a:lnTo>
                  <a:pt x="2205133" y="3337370"/>
                </a:lnTo>
                <a:lnTo>
                  <a:pt x="2205133" y="3354610"/>
                </a:lnTo>
                <a:lnTo>
                  <a:pt x="2200370" y="3354610"/>
                </a:lnTo>
                <a:lnTo>
                  <a:pt x="2200370" y="3337370"/>
                </a:lnTo>
                <a:close/>
                <a:moveTo>
                  <a:pt x="2205133" y="3268504"/>
                </a:moveTo>
                <a:lnTo>
                  <a:pt x="2205133" y="3285744"/>
                </a:lnTo>
                <a:cubicBezTo>
                  <a:pt x="2205133" y="3285744"/>
                  <a:pt x="2200370" y="3285744"/>
                  <a:pt x="2200370" y="3285744"/>
                </a:cubicBezTo>
                <a:lnTo>
                  <a:pt x="2200370" y="3268504"/>
                </a:lnTo>
                <a:cubicBezTo>
                  <a:pt x="2200370" y="3268504"/>
                  <a:pt x="2205133" y="3268504"/>
                  <a:pt x="2205133" y="3268504"/>
                </a:cubicBezTo>
                <a:close/>
                <a:moveTo>
                  <a:pt x="2440591" y="4178903"/>
                </a:moveTo>
                <a:cubicBezTo>
                  <a:pt x="2442401" y="4178903"/>
                  <a:pt x="2444115" y="4178332"/>
                  <a:pt x="2445734" y="4177475"/>
                </a:cubicBezTo>
                <a:lnTo>
                  <a:pt x="2498503" y="4227767"/>
                </a:lnTo>
                <a:lnTo>
                  <a:pt x="2563082" y="4227767"/>
                </a:lnTo>
                <a:lnTo>
                  <a:pt x="2563082" y="4230338"/>
                </a:lnTo>
                <a:cubicBezTo>
                  <a:pt x="2563082" y="4232434"/>
                  <a:pt x="2564797" y="4234244"/>
                  <a:pt x="2566988" y="4234244"/>
                </a:cubicBezTo>
                <a:lnTo>
                  <a:pt x="2576894" y="4234244"/>
                </a:lnTo>
                <a:cubicBezTo>
                  <a:pt x="2578989" y="4234244"/>
                  <a:pt x="2580799" y="4232529"/>
                  <a:pt x="2580799" y="4230338"/>
                </a:cubicBezTo>
                <a:lnTo>
                  <a:pt x="2580799" y="4220432"/>
                </a:lnTo>
                <a:cubicBezTo>
                  <a:pt x="2580799" y="4218337"/>
                  <a:pt x="2579084" y="4216527"/>
                  <a:pt x="2576894" y="4216527"/>
                </a:cubicBezTo>
                <a:lnTo>
                  <a:pt x="2566988" y="4216527"/>
                </a:lnTo>
                <a:cubicBezTo>
                  <a:pt x="2564892" y="4216527"/>
                  <a:pt x="2563082" y="4218242"/>
                  <a:pt x="2563082" y="4220432"/>
                </a:cubicBezTo>
                <a:lnTo>
                  <a:pt x="2563082" y="4223004"/>
                </a:lnTo>
                <a:lnTo>
                  <a:pt x="2500408" y="4223004"/>
                </a:lnTo>
                <a:lnTo>
                  <a:pt x="2449354" y="4174331"/>
                </a:lnTo>
                <a:cubicBezTo>
                  <a:pt x="2450402" y="4172903"/>
                  <a:pt x="2451259" y="4171284"/>
                  <a:pt x="2451449" y="4169474"/>
                </a:cubicBezTo>
                <a:cubicBezTo>
                  <a:pt x="2451830" y="4166616"/>
                  <a:pt x="2451068" y="4163663"/>
                  <a:pt x="2449354" y="4161377"/>
                </a:cubicBezTo>
                <a:cubicBezTo>
                  <a:pt x="2447544" y="4158996"/>
                  <a:pt x="2445068" y="4157567"/>
                  <a:pt x="2442115" y="4157091"/>
                </a:cubicBezTo>
                <a:cubicBezTo>
                  <a:pt x="2439257" y="4156615"/>
                  <a:pt x="2436305" y="4157472"/>
                  <a:pt x="2434019" y="4159187"/>
                </a:cubicBezTo>
                <a:cubicBezTo>
                  <a:pt x="2429161" y="4162806"/>
                  <a:pt x="2428208" y="4169759"/>
                  <a:pt x="2431923" y="4174522"/>
                </a:cubicBezTo>
                <a:lnTo>
                  <a:pt x="2431923" y="4174522"/>
                </a:lnTo>
                <a:cubicBezTo>
                  <a:pt x="2434114" y="4177379"/>
                  <a:pt x="2437352" y="4178903"/>
                  <a:pt x="2440686" y="4178903"/>
                </a:cubicBezTo>
                <a:close/>
                <a:moveTo>
                  <a:pt x="2436781" y="4163092"/>
                </a:moveTo>
                <a:cubicBezTo>
                  <a:pt x="2438114" y="4162139"/>
                  <a:pt x="2439734" y="4161663"/>
                  <a:pt x="2441353" y="4161949"/>
                </a:cubicBezTo>
                <a:cubicBezTo>
                  <a:pt x="2442972" y="4162139"/>
                  <a:pt x="2444401" y="4162997"/>
                  <a:pt x="2445449" y="4164330"/>
                </a:cubicBezTo>
                <a:cubicBezTo>
                  <a:pt x="2446401" y="4165663"/>
                  <a:pt x="2446877" y="4167283"/>
                  <a:pt x="2446687" y="4168902"/>
                </a:cubicBezTo>
                <a:cubicBezTo>
                  <a:pt x="2446496" y="4170521"/>
                  <a:pt x="2445639" y="4171950"/>
                  <a:pt x="2444305" y="4172998"/>
                </a:cubicBezTo>
                <a:cubicBezTo>
                  <a:pt x="2441638" y="4175093"/>
                  <a:pt x="2437733" y="4174522"/>
                  <a:pt x="2435638" y="4171760"/>
                </a:cubicBezTo>
                <a:cubicBezTo>
                  <a:pt x="2433542" y="4168997"/>
                  <a:pt x="2434114" y="4165187"/>
                  <a:pt x="2436876" y="4163092"/>
                </a:cubicBezTo>
                <a:close/>
                <a:moveTo>
                  <a:pt x="2209800" y="3228023"/>
                </a:moveTo>
                <a:cubicBezTo>
                  <a:pt x="2209800" y="3231928"/>
                  <a:pt x="2206657" y="3235071"/>
                  <a:pt x="2202752" y="3235071"/>
                </a:cubicBezTo>
                <a:cubicBezTo>
                  <a:pt x="2198846" y="3235071"/>
                  <a:pt x="2195703" y="3231928"/>
                  <a:pt x="2195703" y="3228023"/>
                </a:cubicBezTo>
                <a:cubicBezTo>
                  <a:pt x="2195703" y="3224117"/>
                  <a:pt x="2198846" y="3220974"/>
                  <a:pt x="2202752" y="3220974"/>
                </a:cubicBezTo>
                <a:cubicBezTo>
                  <a:pt x="2206657" y="3220974"/>
                  <a:pt x="2209800" y="3224117"/>
                  <a:pt x="2209800" y="3228023"/>
                </a:cubicBezTo>
                <a:close/>
                <a:moveTo>
                  <a:pt x="2059019" y="3507677"/>
                </a:moveTo>
                <a:lnTo>
                  <a:pt x="2059019" y="3519583"/>
                </a:lnTo>
                <a:cubicBezTo>
                  <a:pt x="2059019" y="3523107"/>
                  <a:pt x="2056162" y="3525965"/>
                  <a:pt x="2052638" y="3525965"/>
                </a:cubicBezTo>
                <a:lnTo>
                  <a:pt x="2040731" y="3525965"/>
                </a:lnTo>
                <a:cubicBezTo>
                  <a:pt x="2037207" y="3525965"/>
                  <a:pt x="2034350" y="3523107"/>
                  <a:pt x="2034350" y="3519583"/>
                </a:cubicBezTo>
                <a:lnTo>
                  <a:pt x="2034350" y="3507677"/>
                </a:lnTo>
                <a:cubicBezTo>
                  <a:pt x="2034350" y="3504152"/>
                  <a:pt x="2037207" y="3501295"/>
                  <a:pt x="2040731" y="3501295"/>
                </a:cubicBezTo>
                <a:lnTo>
                  <a:pt x="2052638" y="3501295"/>
                </a:lnTo>
                <a:cubicBezTo>
                  <a:pt x="2056162" y="3501295"/>
                  <a:pt x="2059019" y="3504152"/>
                  <a:pt x="2059019" y="3507677"/>
                </a:cubicBezTo>
                <a:close/>
                <a:moveTo>
                  <a:pt x="451485" y="1351312"/>
                </a:moveTo>
                <a:lnTo>
                  <a:pt x="500444" y="1351026"/>
                </a:lnTo>
                <a:cubicBezTo>
                  <a:pt x="501015" y="1351026"/>
                  <a:pt x="501587" y="1350836"/>
                  <a:pt x="502063" y="1350455"/>
                </a:cubicBezTo>
                <a:lnTo>
                  <a:pt x="549307" y="1307497"/>
                </a:lnTo>
                <a:lnTo>
                  <a:pt x="565976" y="1307497"/>
                </a:lnTo>
                <a:cubicBezTo>
                  <a:pt x="566452" y="1307497"/>
                  <a:pt x="567214" y="1307306"/>
                  <a:pt x="567690" y="1306925"/>
                </a:cubicBezTo>
                <a:lnTo>
                  <a:pt x="579596" y="1294828"/>
                </a:lnTo>
                <a:cubicBezTo>
                  <a:pt x="580930" y="1295495"/>
                  <a:pt x="582454" y="1295876"/>
                  <a:pt x="584073" y="1295876"/>
                </a:cubicBezTo>
                <a:cubicBezTo>
                  <a:pt x="589883" y="1295876"/>
                  <a:pt x="594646" y="1291114"/>
                  <a:pt x="594646" y="1285303"/>
                </a:cubicBezTo>
                <a:cubicBezTo>
                  <a:pt x="594646" y="1279493"/>
                  <a:pt x="589883" y="1274731"/>
                  <a:pt x="584073" y="1274731"/>
                </a:cubicBezTo>
                <a:cubicBezTo>
                  <a:pt x="578263" y="1274731"/>
                  <a:pt x="573500" y="1279493"/>
                  <a:pt x="573500" y="1285303"/>
                </a:cubicBezTo>
                <a:cubicBezTo>
                  <a:pt x="573500" y="1287780"/>
                  <a:pt x="574453" y="1289876"/>
                  <a:pt x="575882" y="1291685"/>
                </a:cubicBezTo>
                <a:lnTo>
                  <a:pt x="564928" y="1302734"/>
                </a:lnTo>
                <a:lnTo>
                  <a:pt x="548259" y="1302734"/>
                </a:lnTo>
                <a:cubicBezTo>
                  <a:pt x="547688" y="1302639"/>
                  <a:pt x="547116" y="1302830"/>
                  <a:pt x="546640" y="1303306"/>
                </a:cubicBezTo>
                <a:lnTo>
                  <a:pt x="499396" y="1346264"/>
                </a:lnTo>
                <a:lnTo>
                  <a:pt x="450533" y="1346549"/>
                </a:lnTo>
                <a:cubicBezTo>
                  <a:pt x="449961" y="1346549"/>
                  <a:pt x="449485" y="1346740"/>
                  <a:pt x="449104" y="1347026"/>
                </a:cubicBezTo>
                <a:lnTo>
                  <a:pt x="421767" y="1368266"/>
                </a:lnTo>
                <a:cubicBezTo>
                  <a:pt x="421196" y="1368743"/>
                  <a:pt x="420814" y="1369409"/>
                  <a:pt x="420814" y="1370171"/>
                </a:cubicBezTo>
                <a:lnTo>
                  <a:pt x="420814" y="1398651"/>
                </a:lnTo>
                <a:lnTo>
                  <a:pt x="416909" y="1398651"/>
                </a:lnTo>
                <a:cubicBezTo>
                  <a:pt x="413195" y="1398651"/>
                  <a:pt x="410051" y="1401699"/>
                  <a:pt x="410051" y="1405509"/>
                </a:cubicBezTo>
                <a:lnTo>
                  <a:pt x="410051" y="1418177"/>
                </a:lnTo>
                <a:cubicBezTo>
                  <a:pt x="410051" y="1421892"/>
                  <a:pt x="413099" y="1425035"/>
                  <a:pt x="416909" y="1425035"/>
                </a:cubicBezTo>
                <a:lnTo>
                  <a:pt x="420814" y="1425035"/>
                </a:lnTo>
                <a:lnTo>
                  <a:pt x="420814" y="1451896"/>
                </a:lnTo>
                <a:cubicBezTo>
                  <a:pt x="420814" y="1451896"/>
                  <a:pt x="472345" y="1507903"/>
                  <a:pt x="472345" y="1507903"/>
                </a:cubicBezTo>
                <a:lnTo>
                  <a:pt x="472631" y="1594961"/>
                </a:lnTo>
                <a:lnTo>
                  <a:pt x="495872" y="1615726"/>
                </a:lnTo>
                <a:cubicBezTo>
                  <a:pt x="488728" y="1627061"/>
                  <a:pt x="491300" y="1642205"/>
                  <a:pt x="502349" y="1650302"/>
                </a:cubicBezTo>
                <a:cubicBezTo>
                  <a:pt x="513874" y="1658684"/>
                  <a:pt x="530066" y="1656207"/>
                  <a:pt x="538448" y="1644777"/>
                </a:cubicBezTo>
                <a:lnTo>
                  <a:pt x="538448" y="1644777"/>
                </a:lnTo>
                <a:cubicBezTo>
                  <a:pt x="546830" y="1633252"/>
                  <a:pt x="544354" y="1617059"/>
                  <a:pt x="532924" y="1608677"/>
                </a:cubicBezTo>
                <a:cubicBezTo>
                  <a:pt x="529019" y="1605820"/>
                  <a:pt x="524637" y="1604296"/>
                  <a:pt x="520160" y="1603820"/>
                </a:cubicBezTo>
                <a:lnTo>
                  <a:pt x="519875" y="1506855"/>
                </a:lnTo>
                <a:lnTo>
                  <a:pt x="468344" y="1450943"/>
                </a:lnTo>
                <a:lnTo>
                  <a:pt x="468344" y="1425131"/>
                </a:lnTo>
                <a:cubicBezTo>
                  <a:pt x="468344" y="1425131"/>
                  <a:pt x="472250" y="1425131"/>
                  <a:pt x="472250" y="1425131"/>
                </a:cubicBezTo>
                <a:cubicBezTo>
                  <a:pt x="475964" y="1425131"/>
                  <a:pt x="479108" y="1422082"/>
                  <a:pt x="479108" y="1418273"/>
                </a:cubicBezTo>
                <a:lnTo>
                  <a:pt x="479108" y="1416082"/>
                </a:lnTo>
                <a:lnTo>
                  <a:pt x="542449" y="1416082"/>
                </a:lnTo>
                <a:lnTo>
                  <a:pt x="605504" y="1358456"/>
                </a:lnTo>
                <a:lnTo>
                  <a:pt x="631698" y="1358456"/>
                </a:lnTo>
                <a:cubicBezTo>
                  <a:pt x="632174" y="1360170"/>
                  <a:pt x="632841" y="1361789"/>
                  <a:pt x="634270" y="1363123"/>
                </a:cubicBezTo>
                <a:cubicBezTo>
                  <a:pt x="636175" y="1364932"/>
                  <a:pt x="638556" y="1365790"/>
                  <a:pt x="640937" y="1365790"/>
                </a:cubicBezTo>
                <a:cubicBezTo>
                  <a:pt x="643509" y="1365790"/>
                  <a:pt x="646081" y="1364742"/>
                  <a:pt x="648081" y="1362742"/>
                </a:cubicBezTo>
                <a:cubicBezTo>
                  <a:pt x="651796" y="1358837"/>
                  <a:pt x="651605" y="1352645"/>
                  <a:pt x="647700" y="1348931"/>
                </a:cubicBezTo>
                <a:cubicBezTo>
                  <a:pt x="643795" y="1345216"/>
                  <a:pt x="637604" y="1345406"/>
                  <a:pt x="633889" y="1349312"/>
                </a:cubicBezTo>
                <a:cubicBezTo>
                  <a:pt x="632746" y="1350550"/>
                  <a:pt x="632079" y="1352074"/>
                  <a:pt x="631698" y="1353598"/>
                </a:cubicBezTo>
                <a:lnTo>
                  <a:pt x="603695" y="1353598"/>
                </a:lnTo>
                <a:cubicBezTo>
                  <a:pt x="603695" y="1353598"/>
                  <a:pt x="540639" y="1411224"/>
                  <a:pt x="540639" y="1411224"/>
                </a:cubicBezTo>
                <a:lnTo>
                  <a:pt x="479108" y="1411224"/>
                </a:lnTo>
                <a:lnTo>
                  <a:pt x="479108" y="1405509"/>
                </a:lnTo>
                <a:cubicBezTo>
                  <a:pt x="479108" y="1401794"/>
                  <a:pt x="476060" y="1398651"/>
                  <a:pt x="472250" y="1398651"/>
                </a:cubicBezTo>
                <a:lnTo>
                  <a:pt x="468249" y="1398651"/>
                </a:lnTo>
                <a:lnTo>
                  <a:pt x="468249" y="1386935"/>
                </a:lnTo>
                <a:lnTo>
                  <a:pt x="485965" y="1374743"/>
                </a:lnTo>
                <a:lnTo>
                  <a:pt x="531686" y="1374553"/>
                </a:lnTo>
                <a:cubicBezTo>
                  <a:pt x="532257" y="1374553"/>
                  <a:pt x="532829" y="1374362"/>
                  <a:pt x="533305" y="1373886"/>
                </a:cubicBezTo>
                <a:lnTo>
                  <a:pt x="588550" y="1323023"/>
                </a:lnTo>
                <a:lnTo>
                  <a:pt x="614744" y="1323023"/>
                </a:lnTo>
                <a:cubicBezTo>
                  <a:pt x="615887" y="1327118"/>
                  <a:pt x="619506" y="1330357"/>
                  <a:pt x="623983" y="1330357"/>
                </a:cubicBezTo>
                <a:cubicBezTo>
                  <a:pt x="629412" y="1330357"/>
                  <a:pt x="633698" y="1325975"/>
                  <a:pt x="633698" y="1320546"/>
                </a:cubicBezTo>
                <a:cubicBezTo>
                  <a:pt x="633698" y="1315117"/>
                  <a:pt x="629317" y="1310735"/>
                  <a:pt x="623983" y="1310735"/>
                </a:cubicBezTo>
                <a:cubicBezTo>
                  <a:pt x="619411" y="1310735"/>
                  <a:pt x="615791" y="1313974"/>
                  <a:pt x="614648" y="1318165"/>
                </a:cubicBezTo>
                <a:lnTo>
                  <a:pt x="587597" y="1318165"/>
                </a:lnTo>
                <a:cubicBezTo>
                  <a:pt x="587026" y="1318165"/>
                  <a:pt x="586454" y="1318451"/>
                  <a:pt x="585978" y="1318832"/>
                </a:cubicBezTo>
                <a:lnTo>
                  <a:pt x="530733" y="1369695"/>
                </a:lnTo>
                <a:lnTo>
                  <a:pt x="485204" y="1369886"/>
                </a:lnTo>
                <a:cubicBezTo>
                  <a:pt x="484727" y="1369886"/>
                  <a:pt x="484251" y="1370076"/>
                  <a:pt x="483870" y="1370267"/>
                </a:cubicBezTo>
                <a:lnTo>
                  <a:pt x="464534" y="1383602"/>
                </a:lnTo>
                <a:cubicBezTo>
                  <a:pt x="463868" y="1384078"/>
                  <a:pt x="463487" y="1384745"/>
                  <a:pt x="463487" y="1385602"/>
                </a:cubicBezTo>
                <a:lnTo>
                  <a:pt x="463487" y="1398556"/>
                </a:lnTo>
                <a:lnTo>
                  <a:pt x="459486" y="1398556"/>
                </a:lnTo>
                <a:cubicBezTo>
                  <a:pt x="455771" y="1398556"/>
                  <a:pt x="452628" y="1401604"/>
                  <a:pt x="452628" y="1405414"/>
                </a:cubicBezTo>
                <a:lnTo>
                  <a:pt x="452628" y="1418082"/>
                </a:lnTo>
                <a:cubicBezTo>
                  <a:pt x="452628" y="1421797"/>
                  <a:pt x="455676" y="1424940"/>
                  <a:pt x="459486" y="1424940"/>
                </a:cubicBezTo>
                <a:lnTo>
                  <a:pt x="463487" y="1424940"/>
                </a:lnTo>
                <a:lnTo>
                  <a:pt x="463487" y="1452658"/>
                </a:lnTo>
                <a:cubicBezTo>
                  <a:pt x="463487" y="1452658"/>
                  <a:pt x="515017" y="1508665"/>
                  <a:pt x="515017" y="1508665"/>
                </a:cubicBezTo>
                <a:lnTo>
                  <a:pt x="515303" y="1603820"/>
                </a:lnTo>
                <a:cubicBezTo>
                  <a:pt x="509111" y="1604391"/>
                  <a:pt x="503206" y="1607153"/>
                  <a:pt x="498824" y="1611916"/>
                </a:cubicBezTo>
                <a:lnTo>
                  <a:pt x="477298" y="1592771"/>
                </a:lnTo>
                <a:lnTo>
                  <a:pt x="477012" y="1505998"/>
                </a:lnTo>
                <a:lnTo>
                  <a:pt x="425482" y="1450086"/>
                </a:lnTo>
                <a:lnTo>
                  <a:pt x="425482" y="1425035"/>
                </a:lnTo>
                <a:cubicBezTo>
                  <a:pt x="425482" y="1425035"/>
                  <a:pt x="429482" y="1425035"/>
                  <a:pt x="429482" y="1425035"/>
                </a:cubicBezTo>
                <a:cubicBezTo>
                  <a:pt x="433197" y="1425035"/>
                  <a:pt x="436340" y="1421987"/>
                  <a:pt x="436340" y="1418177"/>
                </a:cubicBezTo>
                <a:lnTo>
                  <a:pt x="436340" y="1405509"/>
                </a:lnTo>
                <a:cubicBezTo>
                  <a:pt x="436340" y="1401794"/>
                  <a:pt x="433292" y="1398651"/>
                  <a:pt x="429482" y="1398651"/>
                </a:cubicBezTo>
                <a:lnTo>
                  <a:pt x="425482" y="1398651"/>
                </a:lnTo>
                <a:lnTo>
                  <a:pt x="425482" y="1371314"/>
                </a:lnTo>
                <a:lnTo>
                  <a:pt x="451295" y="1351217"/>
                </a:lnTo>
                <a:close/>
                <a:moveTo>
                  <a:pt x="584073" y="1279493"/>
                </a:moveTo>
                <a:cubicBezTo>
                  <a:pt x="587216" y="1279493"/>
                  <a:pt x="589883" y="1282065"/>
                  <a:pt x="589883" y="1285303"/>
                </a:cubicBezTo>
                <a:cubicBezTo>
                  <a:pt x="589883" y="1288542"/>
                  <a:pt x="587312" y="1291114"/>
                  <a:pt x="584073" y="1291114"/>
                </a:cubicBezTo>
                <a:cubicBezTo>
                  <a:pt x="580835" y="1291114"/>
                  <a:pt x="578263" y="1288542"/>
                  <a:pt x="578263" y="1285303"/>
                </a:cubicBezTo>
                <a:cubicBezTo>
                  <a:pt x="578263" y="1282065"/>
                  <a:pt x="580835" y="1279493"/>
                  <a:pt x="584073" y="1279493"/>
                </a:cubicBezTo>
                <a:close/>
                <a:moveTo>
                  <a:pt x="637318" y="1352550"/>
                </a:moveTo>
                <a:cubicBezTo>
                  <a:pt x="638270" y="1351502"/>
                  <a:pt x="639604" y="1351026"/>
                  <a:pt x="640937" y="1351026"/>
                </a:cubicBezTo>
                <a:cubicBezTo>
                  <a:pt x="642176" y="1351026"/>
                  <a:pt x="643414" y="1351502"/>
                  <a:pt x="644366" y="1352360"/>
                </a:cubicBezTo>
                <a:cubicBezTo>
                  <a:pt x="646367" y="1354265"/>
                  <a:pt x="646462" y="1357408"/>
                  <a:pt x="644557" y="1359408"/>
                </a:cubicBezTo>
                <a:cubicBezTo>
                  <a:pt x="642652" y="1361408"/>
                  <a:pt x="639509" y="1361503"/>
                  <a:pt x="637508" y="1359599"/>
                </a:cubicBezTo>
                <a:cubicBezTo>
                  <a:pt x="635508" y="1357694"/>
                  <a:pt x="635413" y="1354550"/>
                  <a:pt x="637318" y="1352550"/>
                </a:cubicBezTo>
                <a:close/>
                <a:moveTo>
                  <a:pt x="624173" y="1315688"/>
                </a:moveTo>
                <a:cubicBezTo>
                  <a:pt x="626936" y="1315688"/>
                  <a:pt x="629126" y="1317974"/>
                  <a:pt x="629126" y="1320737"/>
                </a:cubicBezTo>
                <a:cubicBezTo>
                  <a:pt x="629126" y="1323499"/>
                  <a:pt x="626840" y="1325785"/>
                  <a:pt x="624173" y="1325785"/>
                </a:cubicBezTo>
                <a:cubicBezTo>
                  <a:pt x="621506" y="1325785"/>
                  <a:pt x="619125" y="1323499"/>
                  <a:pt x="619125" y="1320737"/>
                </a:cubicBezTo>
                <a:cubicBezTo>
                  <a:pt x="619125" y="1317974"/>
                  <a:pt x="621411" y="1315688"/>
                  <a:pt x="624173" y="1315688"/>
                </a:cubicBezTo>
                <a:close/>
                <a:moveTo>
                  <a:pt x="459677" y="1420273"/>
                </a:moveTo>
                <a:cubicBezTo>
                  <a:pt x="458534" y="1420273"/>
                  <a:pt x="457581" y="1419320"/>
                  <a:pt x="457581" y="1418177"/>
                </a:cubicBezTo>
                <a:lnTo>
                  <a:pt x="457581" y="1405509"/>
                </a:lnTo>
                <a:cubicBezTo>
                  <a:pt x="457581" y="1404366"/>
                  <a:pt x="458534" y="1403414"/>
                  <a:pt x="459677" y="1403414"/>
                </a:cubicBezTo>
                <a:lnTo>
                  <a:pt x="472345" y="1403414"/>
                </a:lnTo>
                <a:cubicBezTo>
                  <a:pt x="473488" y="1403414"/>
                  <a:pt x="474440" y="1404366"/>
                  <a:pt x="474440" y="1405509"/>
                </a:cubicBezTo>
                <a:lnTo>
                  <a:pt x="474440" y="1418177"/>
                </a:lnTo>
                <a:cubicBezTo>
                  <a:pt x="474440" y="1419320"/>
                  <a:pt x="473488" y="1420273"/>
                  <a:pt x="472345" y="1420273"/>
                </a:cubicBezTo>
                <a:lnTo>
                  <a:pt x="459677" y="1420273"/>
                </a:lnTo>
                <a:close/>
                <a:moveTo>
                  <a:pt x="500729" y="1616869"/>
                </a:moveTo>
                <a:cubicBezTo>
                  <a:pt x="504063" y="1612297"/>
                  <a:pt x="508921" y="1609344"/>
                  <a:pt x="514540" y="1608487"/>
                </a:cubicBezTo>
                <a:cubicBezTo>
                  <a:pt x="520160" y="1607630"/>
                  <a:pt x="525685" y="1608963"/>
                  <a:pt x="530257" y="1612297"/>
                </a:cubicBezTo>
                <a:cubicBezTo>
                  <a:pt x="539591" y="1619155"/>
                  <a:pt x="541687" y="1632395"/>
                  <a:pt x="534829" y="1641824"/>
                </a:cubicBezTo>
                <a:cubicBezTo>
                  <a:pt x="527971" y="1651159"/>
                  <a:pt x="514731" y="1653159"/>
                  <a:pt x="505301" y="1646301"/>
                </a:cubicBezTo>
                <a:cubicBezTo>
                  <a:pt x="500729" y="1642967"/>
                  <a:pt x="497777" y="1638110"/>
                  <a:pt x="496919" y="1632490"/>
                </a:cubicBezTo>
                <a:cubicBezTo>
                  <a:pt x="496062" y="1626965"/>
                  <a:pt x="497396" y="1621346"/>
                  <a:pt x="500729" y="1616774"/>
                </a:cubicBezTo>
                <a:close/>
                <a:moveTo>
                  <a:pt x="429673" y="1403509"/>
                </a:moveTo>
                <a:cubicBezTo>
                  <a:pt x="430816" y="1403509"/>
                  <a:pt x="431768" y="1404461"/>
                  <a:pt x="431768" y="1405604"/>
                </a:cubicBezTo>
                <a:lnTo>
                  <a:pt x="431768" y="1418273"/>
                </a:lnTo>
                <a:cubicBezTo>
                  <a:pt x="431768" y="1419416"/>
                  <a:pt x="430816" y="1420368"/>
                  <a:pt x="429673" y="1420368"/>
                </a:cubicBezTo>
                <a:lnTo>
                  <a:pt x="417005" y="1420368"/>
                </a:lnTo>
                <a:cubicBezTo>
                  <a:pt x="415862" y="1420368"/>
                  <a:pt x="414909" y="1419416"/>
                  <a:pt x="414909" y="1418273"/>
                </a:cubicBezTo>
                <a:lnTo>
                  <a:pt x="414909" y="1405604"/>
                </a:lnTo>
                <a:cubicBezTo>
                  <a:pt x="414909" y="1404461"/>
                  <a:pt x="415862" y="1403509"/>
                  <a:pt x="417005" y="1403509"/>
                </a:cubicBezTo>
                <a:lnTo>
                  <a:pt x="429673" y="1403509"/>
                </a:lnTo>
                <a:close/>
                <a:moveTo>
                  <a:pt x="2582228" y="3827526"/>
                </a:moveTo>
                <a:cubicBezTo>
                  <a:pt x="2582228" y="3823811"/>
                  <a:pt x="2579180" y="3820763"/>
                  <a:pt x="2575370" y="3820763"/>
                </a:cubicBezTo>
                <a:lnTo>
                  <a:pt x="2556320" y="3820763"/>
                </a:lnTo>
                <a:cubicBezTo>
                  <a:pt x="2552605" y="3820763"/>
                  <a:pt x="2549462" y="3823811"/>
                  <a:pt x="2549462" y="3827526"/>
                </a:cubicBezTo>
                <a:lnTo>
                  <a:pt x="2549462" y="3829145"/>
                </a:lnTo>
                <a:lnTo>
                  <a:pt x="2396681" y="3828384"/>
                </a:lnTo>
                <a:lnTo>
                  <a:pt x="2380107" y="3807428"/>
                </a:lnTo>
                <a:lnTo>
                  <a:pt x="2324957" y="3807047"/>
                </a:lnTo>
                <a:lnTo>
                  <a:pt x="2300859" y="3779615"/>
                </a:lnTo>
                <a:cubicBezTo>
                  <a:pt x="2300859" y="3779615"/>
                  <a:pt x="2301431" y="3778949"/>
                  <a:pt x="2301621" y="3778568"/>
                </a:cubicBezTo>
                <a:cubicBezTo>
                  <a:pt x="2303907" y="3774758"/>
                  <a:pt x="2304574" y="3770281"/>
                  <a:pt x="2303431" y="3765995"/>
                </a:cubicBezTo>
                <a:cubicBezTo>
                  <a:pt x="2302383" y="3761709"/>
                  <a:pt x="2299621" y="3758089"/>
                  <a:pt x="2295811" y="3755803"/>
                </a:cubicBezTo>
                <a:cubicBezTo>
                  <a:pt x="2292001" y="3753517"/>
                  <a:pt x="2287524" y="3752850"/>
                  <a:pt x="2283238" y="3753993"/>
                </a:cubicBezTo>
                <a:cubicBezTo>
                  <a:pt x="2278952" y="3755041"/>
                  <a:pt x="2275332" y="3757803"/>
                  <a:pt x="2273046" y="3761613"/>
                </a:cubicBezTo>
                <a:cubicBezTo>
                  <a:pt x="2270760" y="3765423"/>
                  <a:pt x="2270093" y="3769900"/>
                  <a:pt x="2271236" y="3774186"/>
                </a:cubicBezTo>
                <a:cubicBezTo>
                  <a:pt x="2272284" y="3778472"/>
                  <a:pt x="2275046" y="3782092"/>
                  <a:pt x="2278856" y="3784378"/>
                </a:cubicBezTo>
                <a:cubicBezTo>
                  <a:pt x="2281428" y="3785902"/>
                  <a:pt x="2284381" y="3786759"/>
                  <a:pt x="2287334" y="3786759"/>
                </a:cubicBezTo>
                <a:cubicBezTo>
                  <a:pt x="2288667" y="3786759"/>
                  <a:pt x="2290096" y="3786569"/>
                  <a:pt x="2291429" y="3786283"/>
                </a:cubicBezTo>
                <a:cubicBezTo>
                  <a:pt x="2293715" y="3785711"/>
                  <a:pt x="2295811" y="3784663"/>
                  <a:pt x="2297621" y="3783235"/>
                </a:cubicBezTo>
                <a:lnTo>
                  <a:pt x="2322862" y="3811905"/>
                </a:lnTo>
                <a:lnTo>
                  <a:pt x="2377916" y="3812286"/>
                </a:lnTo>
                <a:lnTo>
                  <a:pt x="2394490" y="3833241"/>
                </a:lnTo>
                <a:lnTo>
                  <a:pt x="2549652" y="3834003"/>
                </a:lnTo>
                <a:lnTo>
                  <a:pt x="2549652" y="3835622"/>
                </a:lnTo>
                <a:cubicBezTo>
                  <a:pt x="2549652" y="3839337"/>
                  <a:pt x="2552700" y="3842480"/>
                  <a:pt x="2556510" y="3842480"/>
                </a:cubicBezTo>
                <a:lnTo>
                  <a:pt x="2575560" y="3842480"/>
                </a:lnTo>
                <a:cubicBezTo>
                  <a:pt x="2576798" y="3842480"/>
                  <a:pt x="2577942" y="3842004"/>
                  <a:pt x="2578989" y="3841433"/>
                </a:cubicBezTo>
                <a:lnTo>
                  <a:pt x="2658332" y="3915061"/>
                </a:lnTo>
                <a:lnTo>
                  <a:pt x="2659094" y="3915728"/>
                </a:lnTo>
                <a:lnTo>
                  <a:pt x="2675954" y="3915156"/>
                </a:lnTo>
                <a:lnTo>
                  <a:pt x="2739200" y="3974211"/>
                </a:lnTo>
                <a:lnTo>
                  <a:pt x="2739200" y="3990023"/>
                </a:lnTo>
                <a:lnTo>
                  <a:pt x="2736628" y="3990023"/>
                </a:lnTo>
                <a:cubicBezTo>
                  <a:pt x="2734532" y="3990023"/>
                  <a:pt x="2732723" y="3991737"/>
                  <a:pt x="2732723" y="3993928"/>
                </a:cubicBezTo>
                <a:lnTo>
                  <a:pt x="2732723" y="4006120"/>
                </a:lnTo>
                <a:cubicBezTo>
                  <a:pt x="2732723" y="4008215"/>
                  <a:pt x="2734437" y="4010025"/>
                  <a:pt x="2736628" y="4010025"/>
                </a:cubicBezTo>
                <a:lnTo>
                  <a:pt x="2747296" y="4010025"/>
                </a:lnTo>
                <a:cubicBezTo>
                  <a:pt x="2749392" y="4010025"/>
                  <a:pt x="2751201" y="4008311"/>
                  <a:pt x="2751201" y="4006120"/>
                </a:cubicBezTo>
                <a:lnTo>
                  <a:pt x="2751201" y="3993928"/>
                </a:lnTo>
                <a:cubicBezTo>
                  <a:pt x="2751201" y="3991832"/>
                  <a:pt x="2749487" y="3990023"/>
                  <a:pt x="2747296" y="3990023"/>
                </a:cubicBezTo>
                <a:lnTo>
                  <a:pt x="2743962" y="3990023"/>
                </a:lnTo>
                <a:lnTo>
                  <a:pt x="2743962" y="3972211"/>
                </a:lnTo>
                <a:lnTo>
                  <a:pt x="2677763" y="3910394"/>
                </a:lnTo>
                <a:lnTo>
                  <a:pt x="2660904" y="3910965"/>
                </a:lnTo>
                <a:lnTo>
                  <a:pt x="2582037" y="3837718"/>
                </a:lnTo>
                <a:cubicBezTo>
                  <a:pt x="2582228" y="3837051"/>
                  <a:pt x="2582418" y="3836384"/>
                  <a:pt x="2582418" y="3835622"/>
                </a:cubicBezTo>
                <a:lnTo>
                  <a:pt x="2582418" y="3827526"/>
                </a:lnTo>
                <a:close/>
                <a:moveTo>
                  <a:pt x="2297525" y="3776282"/>
                </a:moveTo>
                <a:cubicBezTo>
                  <a:pt x="2295906" y="3779044"/>
                  <a:pt x="2293334" y="3780949"/>
                  <a:pt x="2290286" y="3781711"/>
                </a:cubicBezTo>
                <a:cubicBezTo>
                  <a:pt x="2287143" y="3782473"/>
                  <a:pt x="2284000" y="3781997"/>
                  <a:pt x="2281333" y="3780377"/>
                </a:cubicBezTo>
                <a:cubicBezTo>
                  <a:pt x="2278571" y="3778758"/>
                  <a:pt x="2276666" y="3776186"/>
                  <a:pt x="2275904" y="3773138"/>
                </a:cubicBezTo>
                <a:cubicBezTo>
                  <a:pt x="2275142" y="3770090"/>
                  <a:pt x="2275618" y="3766852"/>
                  <a:pt x="2277237" y="3764185"/>
                </a:cubicBezTo>
                <a:cubicBezTo>
                  <a:pt x="2278856" y="3761423"/>
                  <a:pt x="2281428" y="3759518"/>
                  <a:pt x="2284476" y="3758755"/>
                </a:cubicBezTo>
                <a:cubicBezTo>
                  <a:pt x="2285429" y="3758470"/>
                  <a:pt x="2286476" y="3758375"/>
                  <a:pt x="2287429" y="3758375"/>
                </a:cubicBezTo>
                <a:cubicBezTo>
                  <a:pt x="2289524" y="3758375"/>
                  <a:pt x="2291620" y="3758946"/>
                  <a:pt x="2293525" y="3760089"/>
                </a:cubicBezTo>
                <a:cubicBezTo>
                  <a:pt x="2296287" y="3761709"/>
                  <a:pt x="2298192" y="3764280"/>
                  <a:pt x="2298954" y="3767328"/>
                </a:cubicBezTo>
                <a:cubicBezTo>
                  <a:pt x="2299716" y="3770376"/>
                  <a:pt x="2299240" y="3773615"/>
                  <a:pt x="2297621" y="3776282"/>
                </a:cubicBezTo>
                <a:close/>
                <a:moveTo>
                  <a:pt x="2560701" y="3837718"/>
                </a:moveTo>
                <a:lnTo>
                  <a:pt x="2556320" y="3837718"/>
                </a:lnTo>
                <a:cubicBezTo>
                  <a:pt x="2555177" y="3837718"/>
                  <a:pt x="2554224" y="3836765"/>
                  <a:pt x="2554224" y="3835622"/>
                </a:cubicBezTo>
                <a:lnTo>
                  <a:pt x="2554224" y="3827526"/>
                </a:lnTo>
                <a:cubicBezTo>
                  <a:pt x="2554224" y="3826383"/>
                  <a:pt x="2555177" y="3825526"/>
                  <a:pt x="2556320" y="3825526"/>
                </a:cubicBezTo>
                <a:lnTo>
                  <a:pt x="2560701" y="3825526"/>
                </a:lnTo>
                <a:lnTo>
                  <a:pt x="2560701" y="3837718"/>
                </a:lnTo>
                <a:close/>
                <a:moveTo>
                  <a:pt x="2577465" y="3835622"/>
                </a:moveTo>
                <a:cubicBezTo>
                  <a:pt x="2577465" y="3836765"/>
                  <a:pt x="2576513" y="3837718"/>
                  <a:pt x="2575370" y="3837718"/>
                </a:cubicBezTo>
                <a:lnTo>
                  <a:pt x="2571274" y="3837718"/>
                </a:lnTo>
                <a:lnTo>
                  <a:pt x="2571274" y="3825526"/>
                </a:lnTo>
                <a:lnTo>
                  <a:pt x="2575370" y="3825526"/>
                </a:lnTo>
                <a:cubicBezTo>
                  <a:pt x="2576513" y="3825526"/>
                  <a:pt x="2577465" y="3826478"/>
                  <a:pt x="2577465" y="3827526"/>
                </a:cubicBezTo>
                <a:lnTo>
                  <a:pt x="2577465" y="3835622"/>
                </a:lnTo>
                <a:close/>
                <a:moveTo>
                  <a:pt x="2116741" y="3253454"/>
                </a:moveTo>
                <a:cubicBezTo>
                  <a:pt x="2116741" y="3257360"/>
                  <a:pt x="2113598" y="3260503"/>
                  <a:pt x="2109692" y="3260503"/>
                </a:cubicBezTo>
                <a:cubicBezTo>
                  <a:pt x="2105787" y="3260503"/>
                  <a:pt x="2102644" y="3257360"/>
                  <a:pt x="2102644" y="3253454"/>
                </a:cubicBezTo>
                <a:cubicBezTo>
                  <a:pt x="2102644" y="3249549"/>
                  <a:pt x="2105787" y="3246406"/>
                  <a:pt x="2109692" y="3246406"/>
                </a:cubicBezTo>
                <a:cubicBezTo>
                  <a:pt x="2113598" y="3246406"/>
                  <a:pt x="2116741" y="3249549"/>
                  <a:pt x="2116741" y="3253454"/>
                </a:cubicBezTo>
                <a:close/>
                <a:moveTo>
                  <a:pt x="2293715" y="3770186"/>
                </a:moveTo>
                <a:cubicBezTo>
                  <a:pt x="2293715" y="3773710"/>
                  <a:pt x="2290858" y="3776472"/>
                  <a:pt x="2287334" y="3776472"/>
                </a:cubicBezTo>
                <a:cubicBezTo>
                  <a:pt x="2283809" y="3776472"/>
                  <a:pt x="2281047" y="3773615"/>
                  <a:pt x="2281047" y="3770090"/>
                </a:cubicBezTo>
                <a:cubicBezTo>
                  <a:pt x="2281047" y="3766566"/>
                  <a:pt x="2283905" y="3763804"/>
                  <a:pt x="2287429" y="3763804"/>
                </a:cubicBezTo>
                <a:cubicBezTo>
                  <a:pt x="2290953" y="3763804"/>
                  <a:pt x="2293715" y="3766661"/>
                  <a:pt x="2293715" y="3770186"/>
                </a:cubicBezTo>
                <a:close/>
                <a:moveTo>
                  <a:pt x="340995" y="2417445"/>
                </a:moveTo>
                <a:cubicBezTo>
                  <a:pt x="345662" y="2417445"/>
                  <a:pt x="349472" y="2421255"/>
                  <a:pt x="349472" y="2425922"/>
                </a:cubicBezTo>
                <a:lnTo>
                  <a:pt x="349472" y="2474119"/>
                </a:lnTo>
                <a:cubicBezTo>
                  <a:pt x="349472" y="2478786"/>
                  <a:pt x="345662" y="2482596"/>
                  <a:pt x="340995" y="2482596"/>
                </a:cubicBezTo>
                <a:lnTo>
                  <a:pt x="302419" y="2482596"/>
                </a:lnTo>
                <a:cubicBezTo>
                  <a:pt x="299942" y="2482596"/>
                  <a:pt x="297561" y="2481453"/>
                  <a:pt x="295942" y="2479548"/>
                </a:cubicBezTo>
                <a:lnTo>
                  <a:pt x="286322" y="2468118"/>
                </a:lnTo>
                <a:cubicBezTo>
                  <a:pt x="284988" y="2466594"/>
                  <a:pt x="284321" y="2464689"/>
                  <a:pt x="284321" y="2462689"/>
                </a:cubicBezTo>
                <a:lnTo>
                  <a:pt x="284321" y="2425922"/>
                </a:lnTo>
                <a:cubicBezTo>
                  <a:pt x="284321" y="2421255"/>
                  <a:pt x="288131" y="2417445"/>
                  <a:pt x="292799" y="2417445"/>
                </a:cubicBezTo>
                <a:lnTo>
                  <a:pt x="340995" y="2417445"/>
                </a:lnTo>
                <a:close/>
                <a:moveTo>
                  <a:pt x="378238" y="2395919"/>
                </a:moveTo>
                <a:lnTo>
                  <a:pt x="378238" y="2473071"/>
                </a:lnTo>
                <a:cubicBezTo>
                  <a:pt x="380143" y="2473643"/>
                  <a:pt x="382143" y="2474690"/>
                  <a:pt x="383477" y="2476500"/>
                </a:cubicBezTo>
                <a:cubicBezTo>
                  <a:pt x="385001" y="2478596"/>
                  <a:pt x="385572" y="2481167"/>
                  <a:pt x="385096" y="2483739"/>
                </a:cubicBezTo>
                <a:cubicBezTo>
                  <a:pt x="384620" y="2486311"/>
                  <a:pt x="383191" y="2488597"/>
                  <a:pt x="381000" y="2490026"/>
                </a:cubicBezTo>
                <a:cubicBezTo>
                  <a:pt x="376619" y="2492978"/>
                  <a:pt x="370523" y="2491930"/>
                  <a:pt x="367475" y="2487644"/>
                </a:cubicBezTo>
                <a:cubicBezTo>
                  <a:pt x="365951" y="2485549"/>
                  <a:pt x="365379" y="2482977"/>
                  <a:pt x="365855" y="2480405"/>
                </a:cubicBezTo>
                <a:cubicBezTo>
                  <a:pt x="366332" y="2477834"/>
                  <a:pt x="367760" y="2475548"/>
                  <a:pt x="369951" y="2474119"/>
                </a:cubicBezTo>
                <a:cubicBezTo>
                  <a:pt x="370999" y="2473452"/>
                  <a:pt x="372142" y="2473071"/>
                  <a:pt x="373285" y="2472785"/>
                </a:cubicBezTo>
                <a:lnTo>
                  <a:pt x="373285" y="2398300"/>
                </a:lnTo>
                <a:cubicBezTo>
                  <a:pt x="373285" y="2398300"/>
                  <a:pt x="288893" y="2398300"/>
                  <a:pt x="288893" y="2398300"/>
                </a:cubicBezTo>
                <a:cubicBezTo>
                  <a:pt x="288227" y="2400300"/>
                  <a:pt x="287084" y="2402110"/>
                  <a:pt x="285274" y="2403348"/>
                </a:cubicBezTo>
                <a:cubicBezTo>
                  <a:pt x="280892" y="2406301"/>
                  <a:pt x="274796" y="2405253"/>
                  <a:pt x="271748" y="2400967"/>
                </a:cubicBezTo>
                <a:cubicBezTo>
                  <a:pt x="270224" y="2398871"/>
                  <a:pt x="269653" y="2396300"/>
                  <a:pt x="270129" y="2393728"/>
                </a:cubicBezTo>
                <a:cubicBezTo>
                  <a:pt x="270605" y="2391156"/>
                  <a:pt x="272034" y="2388870"/>
                  <a:pt x="274225" y="2387441"/>
                </a:cubicBezTo>
                <a:cubicBezTo>
                  <a:pt x="275939" y="2386298"/>
                  <a:pt x="277844" y="2385822"/>
                  <a:pt x="279749" y="2385822"/>
                </a:cubicBezTo>
                <a:cubicBezTo>
                  <a:pt x="282797" y="2385822"/>
                  <a:pt x="285845" y="2387251"/>
                  <a:pt x="287750" y="2389918"/>
                </a:cubicBezTo>
                <a:cubicBezTo>
                  <a:pt x="288608" y="2391061"/>
                  <a:pt x="289084" y="2392394"/>
                  <a:pt x="289370" y="2393728"/>
                </a:cubicBezTo>
                <a:lnTo>
                  <a:pt x="375857" y="2393728"/>
                </a:lnTo>
                <a:cubicBezTo>
                  <a:pt x="376523" y="2393728"/>
                  <a:pt x="377095" y="2393918"/>
                  <a:pt x="377571" y="2394395"/>
                </a:cubicBezTo>
                <a:cubicBezTo>
                  <a:pt x="378047" y="2394871"/>
                  <a:pt x="378238" y="2395442"/>
                  <a:pt x="378238" y="2396109"/>
                </a:cubicBezTo>
                <a:close/>
                <a:moveTo>
                  <a:pt x="2171700" y="3260503"/>
                </a:moveTo>
                <a:cubicBezTo>
                  <a:pt x="2167795" y="3260503"/>
                  <a:pt x="2164652" y="3257360"/>
                  <a:pt x="2164652" y="3253454"/>
                </a:cubicBezTo>
                <a:cubicBezTo>
                  <a:pt x="2164652" y="3249549"/>
                  <a:pt x="2167795" y="3246406"/>
                  <a:pt x="2171700" y="3246406"/>
                </a:cubicBezTo>
                <a:cubicBezTo>
                  <a:pt x="2175605" y="3246406"/>
                  <a:pt x="2178749" y="3249549"/>
                  <a:pt x="2178749" y="3253454"/>
                </a:cubicBezTo>
                <a:cubicBezTo>
                  <a:pt x="2178749" y="3257360"/>
                  <a:pt x="2175605" y="3260503"/>
                  <a:pt x="2171700" y="3260503"/>
                </a:cubicBezTo>
                <a:close/>
                <a:moveTo>
                  <a:pt x="262509" y="2426684"/>
                </a:moveTo>
                <a:lnTo>
                  <a:pt x="262509" y="2478405"/>
                </a:lnTo>
                <a:cubicBezTo>
                  <a:pt x="262509" y="2478405"/>
                  <a:pt x="279178" y="2498503"/>
                  <a:pt x="279178" y="2498503"/>
                </a:cubicBezTo>
                <a:lnTo>
                  <a:pt x="341662" y="2498503"/>
                </a:lnTo>
                <a:cubicBezTo>
                  <a:pt x="341662" y="2498503"/>
                  <a:pt x="341662" y="2498312"/>
                  <a:pt x="341662" y="2498217"/>
                </a:cubicBezTo>
                <a:cubicBezTo>
                  <a:pt x="342138" y="2495645"/>
                  <a:pt x="343567" y="2493359"/>
                  <a:pt x="345853" y="2491930"/>
                </a:cubicBezTo>
                <a:cubicBezTo>
                  <a:pt x="347567" y="2490788"/>
                  <a:pt x="349472" y="2490311"/>
                  <a:pt x="351377" y="2490311"/>
                </a:cubicBezTo>
                <a:cubicBezTo>
                  <a:pt x="354425" y="2490311"/>
                  <a:pt x="357473" y="2491740"/>
                  <a:pt x="359378" y="2494407"/>
                </a:cubicBezTo>
                <a:cubicBezTo>
                  <a:pt x="360902" y="2496503"/>
                  <a:pt x="361474" y="2499074"/>
                  <a:pt x="360998" y="2501646"/>
                </a:cubicBezTo>
                <a:cubicBezTo>
                  <a:pt x="360521" y="2504218"/>
                  <a:pt x="359093" y="2506504"/>
                  <a:pt x="356902" y="2507933"/>
                </a:cubicBezTo>
                <a:cubicBezTo>
                  <a:pt x="352520" y="2510885"/>
                  <a:pt x="346424" y="2509838"/>
                  <a:pt x="343376" y="2505551"/>
                </a:cubicBezTo>
                <a:cubicBezTo>
                  <a:pt x="342900" y="2504885"/>
                  <a:pt x="342614" y="2504027"/>
                  <a:pt x="342329" y="2503265"/>
                </a:cubicBezTo>
                <a:lnTo>
                  <a:pt x="276987" y="2503265"/>
                </a:lnTo>
                <a:cubicBezTo>
                  <a:pt x="276987" y="2503265"/>
                  <a:pt x="257651" y="2480120"/>
                  <a:pt x="257651" y="2480120"/>
                </a:cubicBezTo>
                <a:lnTo>
                  <a:pt x="257651" y="2426684"/>
                </a:lnTo>
                <a:cubicBezTo>
                  <a:pt x="255556" y="2426113"/>
                  <a:pt x="253460" y="2424970"/>
                  <a:pt x="252127" y="2422970"/>
                </a:cubicBezTo>
                <a:cubicBezTo>
                  <a:pt x="250603" y="2420874"/>
                  <a:pt x="250031" y="2418302"/>
                  <a:pt x="250508" y="2415731"/>
                </a:cubicBezTo>
                <a:cubicBezTo>
                  <a:pt x="250984" y="2413159"/>
                  <a:pt x="252413" y="2410873"/>
                  <a:pt x="254603" y="2409444"/>
                </a:cubicBezTo>
                <a:cubicBezTo>
                  <a:pt x="256318" y="2408301"/>
                  <a:pt x="258223" y="2407825"/>
                  <a:pt x="260128" y="2407825"/>
                </a:cubicBezTo>
                <a:cubicBezTo>
                  <a:pt x="263176" y="2407825"/>
                  <a:pt x="266224" y="2409254"/>
                  <a:pt x="268129" y="2411921"/>
                </a:cubicBezTo>
                <a:cubicBezTo>
                  <a:pt x="269653" y="2414016"/>
                  <a:pt x="270224" y="2416588"/>
                  <a:pt x="269748" y="2419160"/>
                </a:cubicBezTo>
                <a:cubicBezTo>
                  <a:pt x="269272" y="2421731"/>
                  <a:pt x="267843" y="2424017"/>
                  <a:pt x="265652" y="2425446"/>
                </a:cubicBezTo>
                <a:cubicBezTo>
                  <a:pt x="264700" y="2426113"/>
                  <a:pt x="263652" y="2426494"/>
                  <a:pt x="262509" y="2426780"/>
                </a:cubicBezTo>
                <a:close/>
                <a:moveTo>
                  <a:pt x="2271617" y="3840385"/>
                </a:moveTo>
                <a:cubicBezTo>
                  <a:pt x="2271617" y="3833432"/>
                  <a:pt x="2277332" y="3827812"/>
                  <a:pt x="2284381" y="3827812"/>
                </a:cubicBezTo>
                <a:cubicBezTo>
                  <a:pt x="2291334" y="3827812"/>
                  <a:pt x="2296954" y="3833527"/>
                  <a:pt x="2296954" y="3840575"/>
                </a:cubicBezTo>
                <a:cubicBezTo>
                  <a:pt x="2296954" y="3847529"/>
                  <a:pt x="2291239" y="3853148"/>
                  <a:pt x="2284190" y="3853148"/>
                </a:cubicBezTo>
                <a:cubicBezTo>
                  <a:pt x="2277237" y="3853148"/>
                  <a:pt x="2271617" y="3847434"/>
                  <a:pt x="2271617" y="3840385"/>
                </a:cubicBezTo>
                <a:close/>
                <a:moveTo>
                  <a:pt x="203073" y="2417445"/>
                </a:moveTo>
                <a:cubicBezTo>
                  <a:pt x="207740" y="2417445"/>
                  <a:pt x="211550" y="2421255"/>
                  <a:pt x="211550" y="2425922"/>
                </a:cubicBezTo>
                <a:lnTo>
                  <a:pt x="211550" y="2474119"/>
                </a:lnTo>
                <a:cubicBezTo>
                  <a:pt x="211550" y="2478786"/>
                  <a:pt x="207740" y="2482596"/>
                  <a:pt x="203073" y="2482596"/>
                </a:cubicBezTo>
                <a:lnTo>
                  <a:pt x="164497" y="2482596"/>
                </a:lnTo>
                <a:cubicBezTo>
                  <a:pt x="162020" y="2482596"/>
                  <a:pt x="159639" y="2481453"/>
                  <a:pt x="158020" y="2479548"/>
                </a:cubicBezTo>
                <a:lnTo>
                  <a:pt x="148400" y="2468118"/>
                </a:lnTo>
                <a:cubicBezTo>
                  <a:pt x="147066" y="2466594"/>
                  <a:pt x="146399" y="2464689"/>
                  <a:pt x="146399" y="2462689"/>
                </a:cubicBezTo>
                <a:lnTo>
                  <a:pt x="146399" y="2425922"/>
                </a:lnTo>
                <a:cubicBezTo>
                  <a:pt x="146399" y="2421255"/>
                  <a:pt x="150209" y="2417445"/>
                  <a:pt x="154877" y="2417445"/>
                </a:cubicBezTo>
                <a:lnTo>
                  <a:pt x="203073" y="2417445"/>
                </a:lnTo>
                <a:close/>
                <a:moveTo>
                  <a:pt x="2272475" y="3185732"/>
                </a:moveTo>
                <a:lnTo>
                  <a:pt x="2272475" y="3156395"/>
                </a:lnTo>
                <a:cubicBezTo>
                  <a:pt x="2272475" y="3155061"/>
                  <a:pt x="2271427" y="3154013"/>
                  <a:pt x="2270093" y="3154013"/>
                </a:cubicBezTo>
                <a:lnTo>
                  <a:pt x="2240756" y="3154013"/>
                </a:lnTo>
                <a:cubicBezTo>
                  <a:pt x="2239423" y="3154013"/>
                  <a:pt x="2238375" y="3155061"/>
                  <a:pt x="2238375" y="3156395"/>
                </a:cubicBezTo>
                <a:lnTo>
                  <a:pt x="2238375" y="3185732"/>
                </a:lnTo>
                <a:cubicBezTo>
                  <a:pt x="2238375" y="3187065"/>
                  <a:pt x="2239423" y="3188113"/>
                  <a:pt x="2240756" y="3188113"/>
                </a:cubicBezTo>
                <a:lnTo>
                  <a:pt x="2270093" y="3188113"/>
                </a:lnTo>
                <a:cubicBezTo>
                  <a:pt x="2271427" y="3188113"/>
                  <a:pt x="2272475" y="3187065"/>
                  <a:pt x="2272475" y="3185732"/>
                </a:cubicBezTo>
                <a:close/>
                <a:moveTo>
                  <a:pt x="2267712" y="3183350"/>
                </a:moveTo>
                <a:lnTo>
                  <a:pt x="2243138" y="3183350"/>
                </a:lnTo>
                <a:lnTo>
                  <a:pt x="2243138" y="3158776"/>
                </a:lnTo>
                <a:lnTo>
                  <a:pt x="2267712" y="3158776"/>
                </a:lnTo>
                <a:lnTo>
                  <a:pt x="2267712" y="3183350"/>
                </a:lnTo>
                <a:close/>
                <a:moveTo>
                  <a:pt x="704374" y="2069973"/>
                </a:moveTo>
                <a:lnTo>
                  <a:pt x="711518" y="2069973"/>
                </a:lnTo>
                <a:lnTo>
                  <a:pt x="711518" y="2078450"/>
                </a:lnTo>
                <a:lnTo>
                  <a:pt x="704374" y="2078450"/>
                </a:lnTo>
                <a:lnTo>
                  <a:pt x="704374" y="2069973"/>
                </a:lnTo>
                <a:close/>
                <a:moveTo>
                  <a:pt x="2223421" y="3154013"/>
                </a:moveTo>
                <a:lnTo>
                  <a:pt x="2194084" y="3154013"/>
                </a:lnTo>
                <a:cubicBezTo>
                  <a:pt x="2192750" y="3154013"/>
                  <a:pt x="2191703" y="3155061"/>
                  <a:pt x="2191703" y="3156395"/>
                </a:cubicBezTo>
                <a:lnTo>
                  <a:pt x="2191703" y="3185732"/>
                </a:lnTo>
                <a:cubicBezTo>
                  <a:pt x="2191703" y="3187065"/>
                  <a:pt x="2192750" y="3188113"/>
                  <a:pt x="2194084" y="3188113"/>
                </a:cubicBezTo>
                <a:lnTo>
                  <a:pt x="2223421" y="3188113"/>
                </a:lnTo>
                <a:cubicBezTo>
                  <a:pt x="2224754" y="3188113"/>
                  <a:pt x="2225802" y="3187065"/>
                  <a:pt x="2225802" y="3185732"/>
                </a:cubicBezTo>
                <a:lnTo>
                  <a:pt x="2225802" y="3156395"/>
                </a:lnTo>
                <a:cubicBezTo>
                  <a:pt x="2225802" y="3155061"/>
                  <a:pt x="2224754" y="3154013"/>
                  <a:pt x="2223421" y="3154013"/>
                </a:cubicBezTo>
                <a:close/>
                <a:moveTo>
                  <a:pt x="2221040" y="3183350"/>
                </a:moveTo>
                <a:lnTo>
                  <a:pt x="2196465" y="3183350"/>
                </a:lnTo>
                <a:lnTo>
                  <a:pt x="2196465" y="3158776"/>
                </a:lnTo>
                <a:lnTo>
                  <a:pt x="2221040" y="3158776"/>
                </a:lnTo>
                <a:lnTo>
                  <a:pt x="2221040" y="3183350"/>
                </a:lnTo>
                <a:close/>
                <a:moveTo>
                  <a:pt x="2300288" y="3171063"/>
                </a:moveTo>
                <a:cubicBezTo>
                  <a:pt x="2300288" y="3152013"/>
                  <a:pt x="2284762" y="3136487"/>
                  <a:pt x="2265617" y="3136487"/>
                </a:cubicBezTo>
                <a:lnTo>
                  <a:pt x="2106454" y="3136487"/>
                </a:lnTo>
                <a:cubicBezTo>
                  <a:pt x="2087404" y="3136487"/>
                  <a:pt x="2071783" y="3152013"/>
                  <a:pt x="2071783" y="3171063"/>
                </a:cubicBezTo>
                <a:cubicBezTo>
                  <a:pt x="2071783" y="3190113"/>
                  <a:pt x="2087309" y="3205734"/>
                  <a:pt x="2106454" y="3205734"/>
                </a:cubicBezTo>
                <a:lnTo>
                  <a:pt x="2265617" y="3205734"/>
                </a:lnTo>
                <a:cubicBezTo>
                  <a:pt x="2284667" y="3205734"/>
                  <a:pt x="2300288" y="3190209"/>
                  <a:pt x="2300288" y="3171063"/>
                </a:cubicBezTo>
                <a:close/>
                <a:moveTo>
                  <a:pt x="2076641" y="3171063"/>
                </a:moveTo>
                <a:cubicBezTo>
                  <a:pt x="2076641" y="3154585"/>
                  <a:pt x="2090071" y="3141250"/>
                  <a:pt x="2106549" y="3141250"/>
                </a:cubicBezTo>
                <a:lnTo>
                  <a:pt x="2265712" y="3141250"/>
                </a:lnTo>
                <a:cubicBezTo>
                  <a:pt x="2282190" y="3141250"/>
                  <a:pt x="2295620" y="3154680"/>
                  <a:pt x="2295620" y="3171063"/>
                </a:cubicBezTo>
                <a:cubicBezTo>
                  <a:pt x="2295620" y="3187446"/>
                  <a:pt x="2282190" y="3200972"/>
                  <a:pt x="2265712" y="3200972"/>
                </a:cubicBezTo>
                <a:lnTo>
                  <a:pt x="2106549" y="3200972"/>
                </a:lnTo>
                <a:cubicBezTo>
                  <a:pt x="2090071" y="3200972"/>
                  <a:pt x="2076641" y="3187542"/>
                  <a:pt x="2076641" y="3171063"/>
                </a:cubicBezTo>
                <a:close/>
                <a:moveTo>
                  <a:pt x="2253329" y="3453955"/>
                </a:moveTo>
                <a:lnTo>
                  <a:pt x="2253329" y="3462052"/>
                </a:lnTo>
                <a:cubicBezTo>
                  <a:pt x="2253329" y="3465767"/>
                  <a:pt x="2256377" y="3468910"/>
                  <a:pt x="2260187" y="3468910"/>
                </a:cubicBezTo>
                <a:lnTo>
                  <a:pt x="2268284" y="3468910"/>
                </a:lnTo>
                <a:cubicBezTo>
                  <a:pt x="2271998" y="3468910"/>
                  <a:pt x="2275142" y="3465862"/>
                  <a:pt x="2275142" y="3462052"/>
                </a:cubicBezTo>
                <a:lnTo>
                  <a:pt x="2275142" y="3453955"/>
                </a:lnTo>
                <a:cubicBezTo>
                  <a:pt x="2275142" y="3450241"/>
                  <a:pt x="2272094" y="3447098"/>
                  <a:pt x="2268284" y="3447098"/>
                </a:cubicBezTo>
                <a:lnTo>
                  <a:pt x="2267236" y="3447098"/>
                </a:lnTo>
                <a:lnTo>
                  <a:pt x="2267236" y="3440525"/>
                </a:lnTo>
                <a:lnTo>
                  <a:pt x="2262473" y="3440525"/>
                </a:lnTo>
                <a:lnTo>
                  <a:pt x="2262473" y="3447098"/>
                </a:lnTo>
                <a:lnTo>
                  <a:pt x="2260187" y="3447098"/>
                </a:lnTo>
                <a:cubicBezTo>
                  <a:pt x="2256473" y="3447098"/>
                  <a:pt x="2253329" y="3450146"/>
                  <a:pt x="2253329" y="3453955"/>
                </a:cubicBezTo>
                <a:close/>
                <a:moveTo>
                  <a:pt x="2268284" y="3451955"/>
                </a:moveTo>
                <a:cubicBezTo>
                  <a:pt x="2269427" y="3451955"/>
                  <a:pt x="2270379" y="3452908"/>
                  <a:pt x="2270379" y="3454051"/>
                </a:cubicBezTo>
                <a:lnTo>
                  <a:pt x="2270379" y="3462147"/>
                </a:lnTo>
                <a:cubicBezTo>
                  <a:pt x="2270379" y="3463290"/>
                  <a:pt x="2269427" y="3464243"/>
                  <a:pt x="2268284" y="3464243"/>
                </a:cubicBezTo>
                <a:lnTo>
                  <a:pt x="2260187" y="3464243"/>
                </a:lnTo>
                <a:cubicBezTo>
                  <a:pt x="2259044" y="3464243"/>
                  <a:pt x="2258092" y="3463290"/>
                  <a:pt x="2258092" y="3462147"/>
                </a:cubicBezTo>
                <a:lnTo>
                  <a:pt x="2258092" y="3454051"/>
                </a:lnTo>
                <a:cubicBezTo>
                  <a:pt x="2258092" y="3452908"/>
                  <a:pt x="2259044" y="3451955"/>
                  <a:pt x="2260187" y="3451955"/>
                </a:cubicBezTo>
                <a:lnTo>
                  <a:pt x="2268284" y="3451955"/>
                </a:lnTo>
                <a:close/>
                <a:moveTo>
                  <a:pt x="759238" y="1957673"/>
                </a:moveTo>
                <a:lnTo>
                  <a:pt x="732663" y="1921383"/>
                </a:lnTo>
                <a:cubicBezTo>
                  <a:pt x="732187" y="1920812"/>
                  <a:pt x="731520" y="1920431"/>
                  <a:pt x="730758" y="1920431"/>
                </a:cubicBezTo>
                <a:lnTo>
                  <a:pt x="605028" y="1920431"/>
                </a:lnTo>
                <a:cubicBezTo>
                  <a:pt x="604742" y="1919764"/>
                  <a:pt x="604457" y="1919097"/>
                  <a:pt x="603885" y="1918621"/>
                </a:cubicBezTo>
                <a:lnTo>
                  <a:pt x="594741" y="1909477"/>
                </a:lnTo>
                <a:cubicBezTo>
                  <a:pt x="592741" y="1907477"/>
                  <a:pt x="589502" y="1907477"/>
                  <a:pt x="587597" y="1909477"/>
                </a:cubicBezTo>
                <a:lnTo>
                  <a:pt x="578453" y="1918621"/>
                </a:lnTo>
                <a:cubicBezTo>
                  <a:pt x="576453" y="1920621"/>
                  <a:pt x="576453" y="1923860"/>
                  <a:pt x="578453" y="1925765"/>
                </a:cubicBezTo>
                <a:lnTo>
                  <a:pt x="587597" y="1934909"/>
                </a:lnTo>
                <a:cubicBezTo>
                  <a:pt x="588550" y="1935861"/>
                  <a:pt x="589883" y="1936432"/>
                  <a:pt x="591217" y="1936432"/>
                </a:cubicBezTo>
                <a:cubicBezTo>
                  <a:pt x="592550" y="1936432"/>
                  <a:pt x="593789" y="1935956"/>
                  <a:pt x="594836" y="1934909"/>
                </a:cubicBezTo>
                <a:lnTo>
                  <a:pt x="603980" y="1925765"/>
                </a:lnTo>
                <a:cubicBezTo>
                  <a:pt x="603980" y="1925765"/>
                  <a:pt x="604266" y="1925384"/>
                  <a:pt x="604361" y="1925193"/>
                </a:cubicBezTo>
                <a:lnTo>
                  <a:pt x="729710" y="1925193"/>
                </a:lnTo>
                <a:lnTo>
                  <a:pt x="755142" y="1959864"/>
                </a:lnTo>
                <a:lnTo>
                  <a:pt x="755142" y="2037778"/>
                </a:lnTo>
                <a:cubicBezTo>
                  <a:pt x="755142" y="2038255"/>
                  <a:pt x="755333" y="2038731"/>
                  <a:pt x="755523" y="2039112"/>
                </a:cubicBezTo>
                <a:lnTo>
                  <a:pt x="766953" y="2055305"/>
                </a:lnTo>
                <a:lnTo>
                  <a:pt x="766763" y="2151507"/>
                </a:lnTo>
                <a:cubicBezTo>
                  <a:pt x="766763" y="2152174"/>
                  <a:pt x="767048" y="2152745"/>
                  <a:pt x="767525" y="2153222"/>
                </a:cubicBezTo>
                <a:lnTo>
                  <a:pt x="863156" y="2245900"/>
                </a:lnTo>
                <a:cubicBezTo>
                  <a:pt x="863156" y="2245900"/>
                  <a:pt x="864203" y="2246567"/>
                  <a:pt x="864775" y="2246567"/>
                </a:cubicBezTo>
                <a:lnTo>
                  <a:pt x="984409" y="2246567"/>
                </a:lnTo>
                <a:cubicBezTo>
                  <a:pt x="985457" y="2250662"/>
                  <a:pt x="989076" y="2253806"/>
                  <a:pt x="993553" y="2253806"/>
                </a:cubicBezTo>
                <a:cubicBezTo>
                  <a:pt x="998887" y="2253806"/>
                  <a:pt x="1003173" y="2249519"/>
                  <a:pt x="1003173" y="2244185"/>
                </a:cubicBezTo>
                <a:cubicBezTo>
                  <a:pt x="1003173" y="2238851"/>
                  <a:pt x="998887" y="2234565"/>
                  <a:pt x="993553" y="2234565"/>
                </a:cubicBezTo>
                <a:cubicBezTo>
                  <a:pt x="989076" y="2234565"/>
                  <a:pt x="985457" y="2237708"/>
                  <a:pt x="984409" y="2241804"/>
                </a:cubicBezTo>
                <a:lnTo>
                  <a:pt x="865823" y="2241804"/>
                </a:lnTo>
                <a:lnTo>
                  <a:pt x="771620" y="2150459"/>
                </a:lnTo>
                <a:lnTo>
                  <a:pt x="771811" y="2054162"/>
                </a:lnTo>
                <a:cubicBezTo>
                  <a:pt x="771811" y="2053495"/>
                  <a:pt x="771430" y="2052923"/>
                  <a:pt x="771049" y="2052447"/>
                </a:cubicBezTo>
                <a:cubicBezTo>
                  <a:pt x="771049" y="2052447"/>
                  <a:pt x="770954" y="2052352"/>
                  <a:pt x="770858" y="2052257"/>
                </a:cubicBezTo>
                <a:lnTo>
                  <a:pt x="760000" y="2036826"/>
                </a:lnTo>
                <a:lnTo>
                  <a:pt x="760000" y="1958912"/>
                </a:lnTo>
                <a:cubicBezTo>
                  <a:pt x="760000" y="1958435"/>
                  <a:pt x="759809" y="1957959"/>
                  <a:pt x="759524" y="1957483"/>
                </a:cubicBezTo>
                <a:close/>
                <a:moveTo>
                  <a:pt x="590931" y="1931575"/>
                </a:moveTo>
                <a:lnTo>
                  <a:pt x="581787" y="1921955"/>
                </a:lnTo>
                <a:lnTo>
                  <a:pt x="590931" y="1912811"/>
                </a:lnTo>
                <a:cubicBezTo>
                  <a:pt x="590931" y="1912811"/>
                  <a:pt x="591122" y="1912715"/>
                  <a:pt x="591122" y="1912715"/>
                </a:cubicBezTo>
                <a:cubicBezTo>
                  <a:pt x="591122" y="1912715"/>
                  <a:pt x="591312" y="1912715"/>
                  <a:pt x="591312" y="1912715"/>
                </a:cubicBezTo>
                <a:lnTo>
                  <a:pt x="600456" y="1922336"/>
                </a:lnTo>
                <a:lnTo>
                  <a:pt x="590836" y="1931480"/>
                </a:lnTo>
                <a:close/>
                <a:moveTo>
                  <a:pt x="704374" y="2019395"/>
                </a:moveTo>
                <a:lnTo>
                  <a:pt x="711518" y="2019395"/>
                </a:lnTo>
                <a:lnTo>
                  <a:pt x="711518" y="2027873"/>
                </a:lnTo>
                <a:lnTo>
                  <a:pt x="704374" y="2027873"/>
                </a:lnTo>
                <a:lnTo>
                  <a:pt x="704374" y="2019395"/>
                </a:lnTo>
                <a:close/>
                <a:moveTo>
                  <a:pt x="424339" y="2274094"/>
                </a:moveTo>
                <a:cubicBezTo>
                  <a:pt x="422148" y="2272570"/>
                  <a:pt x="419481" y="2271617"/>
                  <a:pt x="416624" y="2271617"/>
                </a:cubicBezTo>
                <a:cubicBezTo>
                  <a:pt x="409194" y="2271617"/>
                  <a:pt x="403193" y="2277618"/>
                  <a:pt x="403193" y="2285048"/>
                </a:cubicBezTo>
                <a:cubicBezTo>
                  <a:pt x="403193" y="2292477"/>
                  <a:pt x="409194" y="2298478"/>
                  <a:pt x="416624" y="2298478"/>
                </a:cubicBezTo>
                <a:cubicBezTo>
                  <a:pt x="424053" y="2298478"/>
                  <a:pt x="430054" y="2292477"/>
                  <a:pt x="430054" y="2285048"/>
                </a:cubicBezTo>
                <a:cubicBezTo>
                  <a:pt x="430054" y="2282190"/>
                  <a:pt x="429197" y="2279618"/>
                  <a:pt x="427673" y="2277428"/>
                </a:cubicBezTo>
                <a:lnTo>
                  <a:pt x="574643" y="2121027"/>
                </a:lnTo>
                <a:lnTo>
                  <a:pt x="574643" y="2033492"/>
                </a:lnTo>
                <a:lnTo>
                  <a:pt x="578644" y="2033492"/>
                </a:lnTo>
                <a:cubicBezTo>
                  <a:pt x="582359" y="2033492"/>
                  <a:pt x="585502" y="2030444"/>
                  <a:pt x="585502" y="2026634"/>
                </a:cubicBezTo>
                <a:lnTo>
                  <a:pt x="585502" y="2013966"/>
                </a:lnTo>
                <a:cubicBezTo>
                  <a:pt x="585502" y="2010251"/>
                  <a:pt x="582454" y="2007108"/>
                  <a:pt x="578644" y="2007108"/>
                </a:cubicBezTo>
                <a:lnTo>
                  <a:pt x="565976" y="2007108"/>
                </a:lnTo>
                <a:cubicBezTo>
                  <a:pt x="562261" y="2007108"/>
                  <a:pt x="559118" y="2010156"/>
                  <a:pt x="559118" y="2013966"/>
                </a:cubicBezTo>
                <a:lnTo>
                  <a:pt x="559118" y="2026634"/>
                </a:lnTo>
                <a:cubicBezTo>
                  <a:pt x="559118" y="2030349"/>
                  <a:pt x="562166" y="2033492"/>
                  <a:pt x="565976" y="2033492"/>
                </a:cubicBezTo>
                <a:lnTo>
                  <a:pt x="569976" y="2033492"/>
                </a:lnTo>
                <a:lnTo>
                  <a:pt x="569976" y="2119122"/>
                </a:lnTo>
                <a:lnTo>
                  <a:pt x="424339" y="2273999"/>
                </a:lnTo>
                <a:close/>
                <a:moveTo>
                  <a:pt x="416624" y="2293811"/>
                </a:moveTo>
                <a:cubicBezTo>
                  <a:pt x="411861" y="2293811"/>
                  <a:pt x="407956" y="2289905"/>
                  <a:pt x="407956" y="2285143"/>
                </a:cubicBezTo>
                <a:cubicBezTo>
                  <a:pt x="407956" y="2280380"/>
                  <a:pt x="411861" y="2276475"/>
                  <a:pt x="416624" y="2276475"/>
                </a:cubicBezTo>
                <a:cubicBezTo>
                  <a:pt x="421386" y="2276475"/>
                  <a:pt x="425291" y="2280380"/>
                  <a:pt x="425291" y="2285143"/>
                </a:cubicBezTo>
                <a:cubicBezTo>
                  <a:pt x="425291" y="2289905"/>
                  <a:pt x="421386" y="2293811"/>
                  <a:pt x="416624" y="2293811"/>
                </a:cubicBezTo>
                <a:close/>
                <a:moveTo>
                  <a:pt x="565976" y="2028825"/>
                </a:moveTo>
                <a:cubicBezTo>
                  <a:pt x="564833" y="2028825"/>
                  <a:pt x="563880" y="2027873"/>
                  <a:pt x="563880" y="2026730"/>
                </a:cubicBezTo>
                <a:lnTo>
                  <a:pt x="563880" y="2014061"/>
                </a:lnTo>
                <a:cubicBezTo>
                  <a:pt x="563880" y="2012918"/>
                  <a:pt x="564833" y="2011966"/>
                  <a:pt x="565976" y="2011966"/>
                </a:cubicBezTo>
                <a:lnTo>
                  <a:pt x="578644" y="2011966"/>
                </a:lnTo>
                <a:cubicBezTo>
                  <a:pt x="579787" y="2011966"/>
                  <a:pt x="580739" y="2012918"/>
                  <a:pt x="580739" y="2014061"/>
                </a:cubicBezTo>
                <a:lnTo>
                  <a:pt x="580739" y="2026730"/>
                </a:lnTo>
                <a:cubicBezTo>
                  <a:pt x="580739" y="2027873"/>
                  <a:pt x="579787" y="2028825"/>
                  <a:pt x="578644" y="2028825"/>
                </a:cubicBezTo>
                <a:lnTo>
                  <a:pt x="565976" y="2028825"/>
                </a:lnTo>
                <a:close/>
                <a:moveTo>
                  <a:pt x="2604992" y="4054888"/>
                </a:moveTo>
                <a:lnTo>
                  <a:pt x="2614898" y="4054888"/>
                </a:lnTo>
                <a:cubicBezTo>
                  <a:pt x="2618327" y="4054888"/>
                  <a:pt x="2621185" y="4052126"/>
                  <a:pt x="2621185" y="4048601"/>
                </a:cubicBezTo>
                <a:lnTo>
                  <a:pt x="2621185" y="4038695"/>
                </a:lnTo>
                <a:cubicBezTo>
                  <a:pt x="2621185" y="4035267"/>
                  <a:pt x="2618423" y="4032409"/>
                  <a:pt x="2614898" y="4032409"/>
                </a:cubicBezTo>
                <a:lnTo>
                  <a:pt x="2604992" y="4032409"/>
                </a:lnTo>
                <a:cubicBezTo>
                  <a:pt x="2604326" y="4032409"/>
                  <a:pt x="2603849" y="4032599"/>
                  <a:pt x="2603278" y="4032790"/>
                </a:cubicBezTo>
                <a:lnTo>
                  <a:pt x="2562511" y="3995928"/>
                </a:lnTo>
                <a:lnTo>
                  <a:pt x="2509457" y="3996500"/>
                </a:lnTo>
                <a:lnTo>
                  <a:pt x="2509457" y="3989927"/>
                </a:lnTo>
                <a:lnTo>
                  <a:pt x="2548604" y="3989070"/>
                </a:lnTo>
                <a:cubicBezTo>
                  <a:pt x="2549557" y="3989070"/>
                  <a:pt x="2550414" y="3988403"/>
                  <a:pt x="2550795" y="3987546"/>
                </a:cubicBezTo>
                <a:cubicBezTo>
                  <a:pt x="2551176" y="3986689"/>
                  <a:pt x="2550890" y="3985641"/>
                  <a:pt x="2550224" y="3984974"/>
                </a:cubicBezTo>
                <a:lnTo>
                  <a:pt x="2487549" y="3925253"/>
                </a:lnTo>
                <a:cubicBezTo>
                  <a:pt x="2487549" y="3925253"/>
                  <a:pt x="2486501" y="3924586"/>
                  <a:pt x="2485930" y="3924586"/>
                </a:cubicBezTo>
                <a:lnTo>
                  <a:pt x="2412968" y="3923824"/>
                </a:lnTo>
                <a:cubicBezTo>
                  <a:pt x="2411825" y="3919157"/>
                  <a:pt x="2407825" y="3915632"/>
                  <a:pt x="2402872" y="3915632"/>
                </a:cubicBezTo>
                <a:cubicBezTo>
                  <a:pt x="2397062" y="3915632"/>
                  <a:pt x="2392299" y="3920395"/>
                  <a:pt x="2392299" y="3926205"/>
                </a:cubicBezTo>
                <a:cubicBezTo>
                  <a:pt x="2392299" y="3932015"/>
                  <a:pt x="2397062" y="3936778"/>
                  <a:pt x="2402872" y="3936778"/>
                </a:cubicBezTo>
                <a:cubicBezTo>
                  <a:pt x="2407825" y="3936778"/>
                  <a:pt x="2411825" y="3933254"/>
                  <a:pt x="2412968" y="3928586"/>
                </a:cubicBezTo>
                <a:lnTo>
                  <a:pt x="2484882" y="3929348"/>
                </a:lnTo>
                <a:lnTo>
                  <a:pt x="2542699" y="3984498"/>
                </a:lnTo>
                <a:lnTo>
                  <a:pt x="2509457" y="3985260"/>
                </a:lnTo>
                <a:lnTo>
                  <a:pt x="2509457" y="3983831"/>
                </a:lnTo>
                <a:cubicBezTo>
                  <a:pt x="2509457" y="3980974"/>
                  <a:pt x="2507171" y="3978688"/>
                  <a:pt x="2504313" y="3978688"/>
                </a:cubicBezTo>
                <a:lnTo>
                  <a:pt x="2497836" y="3978688"/>
                </a:lnTo>
                <a:cubicBezTo>
                  <a:pt x="2495264" y="3978688"/>
                  <a:pt x="2493169" y="3980688"/>
                  <a:pt x="2492788" y="3983165"/>
                </a:cubicBezTo>
                <a:lnTo>
                  <a:pt x="2398776" y="3983165"/>
                </a:lnTo>
                <a:lnTo>
                  <a:pt x="2370773" y="3961448"/>
                </a:lnTo>
                <a:cubicBezTo>
                  <a:pt x="2371916" y="3959447"/>
                  <a:pt x="2372678" y="3957161"/>
                  <a:pt x="2372678" y="3954685"/>
                </a:cubicBezTo>
                <a:cubicBezTo>
                  <a:pt x="2372678" y="3947255"/>
                  <a:pt x="2366677" y="3941255"/>
                  <a:pt x="2359247" y="3941255"/>
                </a:cubicBezTo>
                <a:cubicBezTo>
                  <a:pt x="2351818" y="3941255"/>
                  <a:pt x="2345817" y="3947255"/>
                  <a:pt x="2345817" y="3954685"/>
                </a:cubicBezTo>
                <a:cubicBezTo>
                  <a:pt x="2345817" y="3962114"/>
                  <a:pt x="2351818" y="3968115"/>
                  <a:pt x="2359247" y="3968115"/>
                </a:cubicBezTo>
                <a:cubicBezTo>
                  <a:pt x="2362486" y="3968115"/>
                  <a:pt x="2365343" y="3966972"/>
                  <a:pt x="2367725" y="3965067"/>
                </a:cubicBezTo>
                <a:lnTo>
                  <a:pt x="2397157" y="3987927"/>
                </a:lnTo>
                <a:lnTo>
                  <a:pt x="2492693" y="3987927"/>
                </a:lnTo>
                <a:lnTo>
                  <a:pt x="2492693" y="3996309"/>
                </a:lnTo>
                <a:lnTo>
                  <a:pt x="2396585" y="3996309"/>
                </a:lnTo>
                <a:lnTo>
                  <a:pt x="2376964" y="4013263"/>
                </a:lnTo>
                <a:cubicBezTo>
                  <a:pt x="2374964" y="4012121"/>
                  <a:pt x="2372773" y="4011454"/>
                  <a:pt x="2370392" y="4011454"/>
                </a:cubicBezTo>
                <a:cubicBezTo>
                  <a:pt x="2362962" y="4011454"/>
                  <a:pt x="2356961" y="4017455"/>
                  <a:pt x="2356961" y="4024884"/>
                </a:cubicBezTo>
                <a:cubicBezTo>
                  <a:pt x="2356961" y="4032313"/>
                  <a:pt x="2362962" y="4038314"/>
                  <a:pt x="2370392" y="4038314"/>
                </a:cubicBezTo>
                <a:cubicBezTo>
                  <a:pt x="2377821" y="4038314"/>
                  <a:pt x="2383822" y="4032313"/>
                  <a:pt x="2383822" y="4024884"/>
                </a:cubicBezTo>
                <a:cubicBezTo>
                  <a:pt x="2383822" y="4023360"/>
                  <a:pt x="2383536" y="4021931"/>
                  <a:pt x="2383060" y="4020598"/>
                </a:cubicBezTo>
                <a:lnTo>
                  <a:pt x="2400110" y="4005834"/>
                </a:lnTo>
                <a:lnTo>
                  <a:pt x="2492978" y="4005834"/>
                </a:lnTo>
                <a:cubicBezTo>
                  <a:pt x="2493645" y="4007930"/>
                  <a:pt x="2495550" y="4009454"/>
                  <a:pt x="2497836" y="4009454"/>
                </a:cubicBezTo>
                <a:lnTo>
                  <a:pt x="2504313" y="4009454"/>
                </a:lnTo>
                <a:cubicBezTo>
                  <a:pt x="2507171" y="4009454"/>
                  <a:pt x="2509457" y="4007168"/>
                  <a:pt x="2509457" y="4004310"/>
                </a:cubicBezTo>
                <a:lnTo>
                  <a:pt x="2509457" y="4001357"/>
                </a:lnTo>
                <a:lnTo>
                  <a:pt x="2560701" y="4000786"/>
                </a:lnTo>
                <a:lnTo>
                  <a:pt x="2599563" y="4035838"/>
                </a:lnTo>
                <a:cubicBezTo>
                  <a:pt x="2599087" y="4036695"/>
                  <a:pt x="2598801" y="4037648"/>
                  <a:pt x="2598801" y="4038695"/>
                </a:cubicBezTo>
                <a:lnTo>
                  <a:pt x="2598801" y="4041267"/>
                </a:lnTo>
                <a:lnTo>
                  <a:pt x="2409254" y="4041267"/>
                </a:lnTo>
                <a:lnTo>
                  <a:pt x="2393442" y="4062603"/>
                </a:lnTo>
                <a:lnTo>
                  <a:pt x="2324767" y="4062603"/>
                </a:lnTo>
                <a:cubicBezTo>
                  <a:pt x="2323624" y="4057745"/>
                  <a:pt x="2319338" y="4053840"/>
                  <a:pt x="2314004" y="4053840"/>
                </a:cubicBezTo>
                <a:cubicBezTo>
                  <a:pt x="2307812" y="4053840"/>
                  <a:pt x="2302764" y="4058888"/>
                  <a:pt x="2302764" y="4065080"/>
                </a:cubicBezTo>
                <a:cubicBezTo>
                  <a:pt x="2302764" y="4071271"/>
                  <a:pt x="2307812" y="4076319"/>
                  <a:pt x="2314004" y="4076319"/>
                </a:cubicBezTo>
                <a:cubicBezTo>
                  <a:pt x="2319338" y="4076319"/>
                  <a:pt x="2323624" y="4072509"/>
                  <a:pt x="2324767" y="4067461"/>
                </a:cubicBezTo>
                <a:lnTo>
                  <a:pt x="2395919" y="4067461"/>
                </a:lnTo>
                <a:cubicBezTo>
                  <a:pt x="2395919" y="4067461"/>
                  <a:pt x="2411730" y="4046030"/>
                  <a:pt x="2411730" y="4046030"/>
                </a:cubicBezTo>
                <a:lnTo>
                  <a:pt x="2598801" y="4046030"/>
                </a:lnTo>
                <a:lnTo>
                  <a:pt x="2598801" y="4048601"/>
                </a:lnTo>
                <a:cubicBezTo>
                  <a:pt x="2598801" y="4052030"/>
                  <a:pt x="2601563" y="4054888"/>
                  <a:pt x="2605088" y="4054888"/>
                </a:cubicBezTo>
                <a:close/>
                <a:moveTo>
                  <a:pt x="2603563" y="4038695"/>
                </a:moveTo>
                <a:cubicBezTo>
                  <a:pt x="2603563" y="4037838"/>
                  <a:pt x="2604230" y="4037171"/>
                  <a:pt x="2605088" y="4037171"/>
                </a:cubicBezTo>
                <a:lnTo>
                  <a:pt x="2614994" y="4037171"/>
                </a:lnTo>
                <a:cubicBezTo>
                  <a:pt x="2615851" y="4037171"/>
                  <a:pt x="2616518" y="4037838"/>
                  <a:pt x="2616518" y="4038695"/>
                </a:cubicBezTo>
                <a:lnTo>
                  <a:pt x="2616518" y="4048601"/>
                </a:lnTo>
                <a:cubicBezTo>
                  <a:pt x="2616518" y="4049459"/>
                  <a:pt x="2615851" y="4050125"/>
                  <a:pt x="2614994" y="4050125"/>
                </a:cubicBezTo>
                <a:lnTo>
                  <a:pt x="2605088" y="4050125"/>
                </a:lnTo>
                <a:cubicBezTo>
                  <a:pt x="2604230" y="4050125"/>
                  <a:pt x="2603563" y="4049459"/>
                  <a:pt x="2603563" y="4048601"/>
                </a:cubicBezTo>
                <a:lnTo>
                  <a:pt x="2603563" y="4038695"/>
                </a:lnTo>
                <a:close/>
                <a:moveTo>
                  <a:pt x="2402872" y="3932015"/>
                </a:moveTo>
                <a:cubicBezTo>
                  <a:pt x="2399633" y="3932015"/>
                  <a:pt x="2397062" y="3929444"/>
                  <a:pt x="2397062" y="3926205"/>
                </a:cubicBezTo>
                <a:cubicBezTo>
                  <a:pt x="2397062" y="3922967"/>
                  <a:pt x="2399633" y="3920395"/>
                  <a:pt x="2402872" y="3920395"/>
                </a:cubicBezTo>
                <a:cubicBezTo>
                  <a:pt x="2406110" y="3920395"/>
                  <a:pt x="2408682" y="3922967"/>
                  <a:pt x="2408682" y="3926205"/>
                </a:cubicBezTo>
                <a:cubicBezTo>
                  <a:pt x="2408682" y="3929444"/>
                  <a:pt x="2406110" y="3932015"/>
                  <a:pt x="2402872" y="3932015"/>
                </a:cubicBezTo>
                <a:close/>
                <a:moveTo>
                  <a:pt x="2359247" y="3963353"/>
                </a:moveTo>
                <a:cubicBezTo>
                  <a:pt x="2354485" y="3963353"/>
                  <a:pt x="2350580" y="3959447"/>
                  <a:pt x="2350580" y="3954685"/>
                </a:cubicBezTo>
                <a:cubicBezTo>
                  <a:pt x="2350580" y="3949922"/>
                  <a:pt x="2354485" y="3946017"/>
                  <a:pt x="2359247" y="3946017"/>
                </a:cubicBezTo>
                <a:cubicBezTo>
                  <a:pt x="2364010" y="3946017"/>
                  <a:pt x="2367915" y="3949922"/>
                  <a:pt x="2367915" y="3954685"/>
                </a:cubicBezTo>
                <a:cubicBezTo>
                  <a:pt x="2367915" y="3959447"/>
                  <a:pt x="2364010" y="3963353"/>
                  <a:pt x="2359247" y="3963353"/>
                </a:cubicBezTo>
                <a:close/>
                <a:moveTo>
                  <a:pt x="2370296" y="4033647"/>
                </a:moveTo>
                <a:cubicBezTo>
                  <a:pt x="2365534" y="4033647"/>
                  <a:pt x="2361629" y="4029742"/>
                  <a:pt x="2361629" y="4024979"/>
                </a:cubicBezTo>
                <a:cubicBezTo>
                  <a:pt x="2361629" y="4020217"/>
                  <a:pt x="2365534" y="4016312"/>
                  <a:pt x="2370296" y="4016312"/>
                </a:cubicBezTo>
                <a:cubicBezTo>
                  <a:pt x="2375059" y="4016312"/>
                  <a:pt x="2378964" y="4020217"/>
                  <a:pt x="2378964" y="4024979"/>
                </a:cubicBezTo>
                <a:cubicBezTo>
                  <a:pt x="2378964" y="4029742"/>
                  <a:pt x="2375059" y="4033647"/>
                  <a:pt x="2370296" y="4033647"/>
                </a:cubicBezTo>
                <a:close/>
                <a:moveTo>
                  <a:pt x="2506980" y="4004215"/>
                </a:moveTo>
                <a:cubicBezTo>
                  <a:pt x="2506980" y="4005644"/>
                  <a:pt x="2505742" y="4006882"/>
                  <a:pt x="2504313" y="4006882"/>
                </a:cubicBezTo>
                <a:lnTo>
                  <a:pt x="2497836" y="4006882"/>
                </a:lnTo>
                <a:cubicBezTo>
                  <a:pt x="2496407" y="4006882"/>
                  <a:pt x="2495169" y="4005644"/>
                  <a:pt x="2495169" y="4004215"/>
                </a:cubicBezTo>
                <a:lnTo>
                  <a:pt x="2495169" y="4004215"/>
                </a:lnTo>
                <a:cubicBezTo>
                  <a:pt x="2495169" y="4004215"/>
                  <a:pt x="2506980" y="4004120"/>
                  <a:pt x="2506980" y="4004120"/>
                </a:cubicBezTo>
                <a:lnTo>
                  <a:pt x="2506980" y="4004120"/>
                </a:lnTo>
                <a:close/>
                <a:moveTo>
                  <a:pt x="2506980" y="4001643"/>
                </a:moveTo>
                <a:lnTo>
                  <a:pt x="2495169" y="4001643"/>
                </a:lnTo>
                <a:lnTo>
                  <a:pt x="2495169" y="3998881"/>
                </a:lnTo>
                <a:lnTo>
                  <a:pt x="2506980" y="3998881"/>
                </a:lnTo>
                <a:lnTo>
                  <a:pt x="2506980" y="4001643"/>
                </a:lnTo>
                <a:close/>
                <a:moveTo>
                  <a:pt x="2506980" y="3997357"/>
                </a:moveTo>
                <a:lnTo>
                  <a:pt x="2495169" y="3997357"/>
                </a:lnTo>
                <a:lnTo>
                  <a:pt x="2495169" y="3987642"/>
                </a:lnTo>
                <a:lnTo>
                  <a:pt x="2506980" y="3987642"/>
                </a:lnTo>
                <a:lnTo>
                  <a:pt x="2506980" y="3997357"/>
                </a:lnTo>
                <a:close/>
                <a:moveTo>
                  <a:pt x="2506980" y="3984498"/>
                </a:moveTo>
                <a:lnTo>
                  <a:pt x="2495169" y="3984498"/>
                </a:lnTo>
                <a:lnTo>
                  <a:pt x="2495169" y="3983831"/>
                </a:lnTo>
                <a:cubicBezTo>
                  <a:pt x="2495169" y="3982403"/>
                  <a:pt x="2496312" y="3981164"/>
                  <a:pt x="2497836" y="3981164"/>
                </a:cubicBezTo>
                <a:lnTo>
                  <a:pt x="2504313" y="3981164"/>
                </a:lnTo>
                <a:cubicBezTo>
                  <a:pt x="2505742" y="3981164"/>
                  <a:pt x="2506980" y="3982403"/>
                  <a:pt x="2506980" y="3983831"/>
                </a:cubicBezTo>
                <a:lnTo>
                  <a:pt x="2506980" y="3984498"/>
                </a:lnTo>
                <a:close/>
                <a:moveTo>
                  <a:pt x="2314004" y="4071652"/>
                </a:moveTo>
                <a:cubicBezTo>
                  <a:pt x="2310384" y="4071652"/>
                  <a:pt x="2307527" y="4068699"/>
                  <a:pt x="2307527" y="4065175"/>
                </a:cubicBezTo>
                <a:cubicBezTo>
                  <a:pt x="2307527" y="4061651"/>
                  <a:pt x="2310479" y="4058698"/>
                  <a:pt x="2314004" y="4058698"/>
                </a:cubicBezTo>
                <a:cubicBezTo>
                  <a:pt x="2317528" y="4058698"/>
                  <a:pt x="2320481" y="4061651"/>
                  <a:pt x="2320481" y="4065175"/>
                </a:cubicBezTo>
                <a:cubicBezTo>
                  <a:pt x="2320481" y="4068699"/>
                  <a:pt x="2317528" y="4071652"/>
                  <a:pt x="2314004" y="4071652"/>
                </a:cubicBezTo>
                <a:close/>
                <a:moveTo>
                  <a:pt x="116681" y="2775395"/>
                </a:moveTo>
                <a:cubicBezTo>
                  <a:pt x="118110" y="2768537"/>
                  <a:pt x="124778" y="2764060"/>
                  <a:pt x="131731" y="2765393"/>
                </a:cubicBezTo>
                <a:cubicBezTo>
                  <a:pt x="138589" y="2766822"/>
                  <a:pt x="143066" y="2773490"/>
                  <a:pt x="141732" y="2780443"/>
                </a:cubicBezTo>
                <a:cubicBezTo>
                  <a:pt x="140399" y="2787396"/>
                  <a:pt x="133636" y="2791778"/>
                  <a:pt x="126683" y="2790444"/>
                </a:cubicBezTo>
                <a:cubicBezTo>
                  <a:pt x="119729" y="2789111"/>
                  <a:pt x="115348" y="2782348"/>
                  <a:pt x="116681" y="2775395"/>
                </a:cubicBezTo>
                <a:close/>
                <a:moveTo>
                  <a:pt x="2385917" y="3214021"/>
                </a:moveTo>
                <a:cubicBezTo>
                  <a:pt x="2383155" y="3214592"/>
                  <a:pt x="2380774" y="3216307"/>
                  <a:pt x="2379250" y="3218688"/>
                </a:cubicBezTo>
                <a:cubicBezTo>
                  <a:pt x="2377726" y="3221069"/>
                  <a:pt x="2377250" y="3223927"/>
                  <a:pt x="2377821" y="3226689"/>
                </a:cubicBezTo>
                <a:cubicBezTo>
                  <a:pt x="2378964" y="3231642"/>
                  <a:pt x="2383346" y="3234976"/>
                  <a:pt x="2388203" y="3234976"/>
                </a:cubicBezTo>
                <a:cubicBezTo>
                  <a:pt x="2388965" y="3234976"/>
                  <a:pt x="2389727" y="3234976"/>
                  <a:pt x="2390489" y="3234690"/>
                </a:cubicBezTo>
                <a:cubicBezTo>
                  <a:pt x="2393252" y="3234023"/>
                  <a:pt x="2395633" y="3232404"/>
                  <a:pt x="2397157" y="3230023"/>
                </a:cubicBezTo>
                <a:cubicBezTo>
                  <a:pt x="2398681" y="3227642"/>
                  <a:pt x="2399157" y="3224784"/>
                  <a:pt x="2398586" y="3222022"/>
                </a:cubicBezTo>
                <a:cubicBezTo>
                  <a:pt x="2398205" y="3220307"/>
                  <a:pt x="2397347" y="3218879"/>
                  <a:pt x="2396204" y="3217545"/>
                </a:cubicBezTo>
                <a:cubicBezTo>
                  <a:pt x="2398205" y="3215735"/>
                  <a:pt x="2417540" y="3199257"/>
                  <a:pt x="2430971" y="3187922"/>
                </a:cubicBezTo>
                <a:lnTo>
                  <a:pt x="2491550" y="3187542"/>
                </a:lnTo>
                <a:lnTo>
                  <a:pt x="2507171" y="3199067"/>
                </a:lnTo>
                <a:lnTo>
                  <a:pt x="2578703" y="3198876"/>
                </a:lnTo>
                <a:lnTo>
                  <a:pt x="2654999" y="3128010"/>
                </a:lnTo>
                <a:lnTo>
                  <a:pt x="2674239" y="3128010"/>
                </a:lnTo>
                <a:cubicBezTo>
                  <a:pt x="2674239" y="3128010"/>
                  <a:pt x="2674239" y="3131915"/>
                  <a:pt x="2674239" y="3131915"/>
                </a:cubicBezTo>
                <a:cubicBezTo>
                  <a:pt x="2674239" y="3135630"/>
                  <a:pt x="2677287" y="3138678"/>
                  <a:pt x="2681097" y="3138678"/>
                </a:cubicBezTo>
                <a:lnTo>
                  <a:pt x="2693765" y="3138678"/>
                </a:lnTo>
                <a:cubicBezTo>
                  <a:pt x="2697480" y="3138678"/>
                  <a:pt x="2700623" y="3135630"/>
                  <a:pt x="2700623" y="3131915"/>
                </a:cubicBezTo>
                <a:lnTo>
                  <a:pt x="2700623" y="3119247"/>
                </a:lnTo>
                <a:cubicBezTo>
                  <a:pt x="2700623" y="3115532"/>
                  <a:pt x="2697575" y="3112484"/>
                  <a:pt x="2693765" y="3112484"/>
                </a:cubicBezTo>
                <a:lnTo>
                  <a:pt x="2681097" y="3112484"/>
                </a:lnTo>
                <a:cubicBezTo>
                  <a:pt x="2677382" y="3112484"/>
                  <a:pt x="2674239" y="3115532"/>
                  <a:pt x="2674239" y="3119247"/>
                </a:cubicBezTo>
                <a:lnTo>
                  <a:pt x="2674239" y="3123248"/>
                </a:lnTo>
                <a:lnTo>
                  <a:pt x="2653189" y="3123248"/>
                </a:lnTo>
                <a:cubicBezTo>
                  <a:pt x="2653189" y="3123248"/>
                  <a:pt x="2576894" y="3194209"/>
                  <a:pt x="2576894" y="3194209"/>
                </a:cubicBezTo>
                <a:lnTo>
                  <a:pt x="2508790" y="3194399"/>
                </a:lnTo>
                <a:lnTo>
                  <a:pt x="2493074" y="3182779"/>
                </a:lnTo>
                <a:lnTo>
                  <a:pt x="2429256" y="3183160"/>
                </a:lnTo>
                <a:lnTo>
                  <a:pt x="2428589" y="3183731"/>
                </a:lnTo>
                <a:cubicBezTo>
                  <a:pt x="2418112" y="3192590"/>
                  <a:pt x="2393442" y="3213449"/>
                  <a:pt x="2392585" y="3214497"/>
                </a:cubicBezTo>
                <a:lnTo>
                  <a:pt x="2393156" y="3214973"/>
                </a:lnTo>
                <a:cubicBezTo>
                  <a:pt x="2390966" y="3213830"/>
                  <a:pt x="2388489" y="3213354"/>
                  <a:pt x="2386013" y="3213926"/>
                </a:cubicBezTo>
                <a:close/>
                <a:moveTo>
                  <a:pt x="2679002" y="3119342"/>
                </a:moveTo>
                <a:cubicBezTo>
                  <a:pt x="2679002" y="3118199"/>
                  <a:pt x="2679954" y="3117342"/>
                  <a:pt x="2681097" y="3117342"/>
                </a:cubicBezTo>
                <a:lnTo>
                  <a:pt x="2693765" y="3117342"/>
                </a:lnTo>
                <a:cubicBezTo>
                  <a:pt x="2694909" y="3117342"/>
                  <a:pt x="2695861" y="3118295"/>
                  <a:pt x="2695861" y="3119342"/>
                </a:cubicBezTo>
                <a:lnTo>
                  <a:pt x="2695861" y="3132011"/>
                </a:lnTo>
                <a:cubicBezTo>
                  <a:pt x="2695861" y="3133154"/>
                  <a:pt x="2694909" y="3134011"/>
                  <a:pt x="2693765" y="3134011"/>
                </a:cubicBezTo>
                <a:lnTo>
                  <a:pt x="2681097" y="3134011"/>
                </a:lnTo>
                <a:cubicBezTo>
                  <a:pt x="2679954" y="3134011"/>
                  <a:pt x="2679002" y="3133059"/>
                  <a:pt x="2679002" y="3132011"/>
                </a:cubicBezTo>
                <a:lnTo>
                  <a:pt x="2679002" y="3119342"/>
                </a:lnTo>
                <a:close/>
                <a:moveTo>
                  <a:pt x="2394014" y="3223165"/>
                </a:moveTo>
                <a:cubicBezTo>
                  <a:pt x="2394395" y="3224689"/>
                  <a:pt x="2394014" y="3226308"/>
                  <a:pt x="2393252" y="3227546"/>
                </a:cubicBezTo>
                <a:cubicBezTo>
                  <a:pt x="2392394" y="3228880"/>
                  <a:pt x="2391061" y="3229737"/>
                  <a:pt x="2389537" y="3230118"/>
                </a:cubicBezTo>
                <a:cubicBezTo>
                  <a:pt x="2386394" y="3230880"/>
                  <a:pt x="2383250" y="3228880"/>
                  <a:pt x="2382584" y="3225642"/>
                </a:cubicBezTo>
                <a:cubicBezTo>
                  <a:pt x="2382203" y="3224117"/>
                  <a:pt x="2382584" y="3222498"/>
                  <a:pt x="2383346" y="3221260"/>
                </a:cubicBezTo>
                <a:cubicBezTo>
                  <a:pt x="2384203" y="3219926"/>
                  <a:pt x="2385441" y="3219069"/>
                  <a:pt x="2387060" y="3218688"/>
                </a:cubicBezTo>
                <a:cubicBezTo>
                  <a:pt x="2387441" y="3218593"/>
                  <a:pt x="2387918" y="3218498"/>
                  <a:pt x="2388394" y="3218498"/>
                </a:cubicBezTo>
                <a:cubicBezTo>
                  <a:pt x="2389537" y="3218498"/>
                  <a:pt x="2390585" y="3218784"/>
                  <a:pt x="2391537" y="3219450"/>
                </a:cubicBezTo>
                <a:cubicBezTo>
                  <a:pt x="2392871" y="3220307"/>
                  <a:pt x="2393728" y="3221641"/>
                  <a:pt x="2394109" y="3223165"/>
                </a:cubicBezTo>
                <a:close/>
                <a:moveTo>
                  <a:pt x="2351246" y="3237452"/>
                </a:moveTo>
                <a:lnTo>
                  <a:pt x="2343150" y="3237452"/>
                </a:lnTo>
                <a:cubicBezTo>
                  <a:pt x="2339435" y="3237452"/>
                  <a:pt x="2336292" y="3240500"/>
                  <a:pt x="2336292" y="3244215"/>
                </a:cubicBezTo>
                <a:lnTo>
                  <a:pt x="2336292" y="3252311"/>
                </a:lnTo>
                <a:cubicBezTo>
                  <a:pt x="2336292" y="3256026"/>
                  <a:pt x="2339340" y="3259169"/>
                  <a:pt x="2343150" y="3259169"/>
                </a:cubicBezTo>
                <a:lnTo>
                  <a:pt x="2351246" y="3259169"/>
                </a:lnTo>
                <a:cubicBezTo>
                  <a:pt x="2354961" y="3259169"/>
                  <a:pt x="2358104" y="3256121"/>
                  <a:pt x="2358104" y="3252311"/>
                </a:cubicBezTo>
                <a:lnTo>
                  <a:pt x="2358104" y="3249740"/>
                </a:lnTo>
                <a:lnTo>
                  <a:pt x="2377345" y="3249740"/>
                </a:lnTo>
                <a:cubicBezTo>
                  <a:pt x="2377345" y="3249740"/>
                  <a:pt x="2453640" y="3320701"/>
                  <a:pt x="2453640" y="3320701"/>
                </a:cubicBezTo>
                <a:lnTo>
                  <a:pt x="2509457" y="3320701"/>
                </a:lnTo>
                <a:cubicBezTo>
                  <a:pt x="2510123" y="3323463"/>
                  <a:pt x="2511743" y="3325844"/>
                  <a:pt x="2514124" y="3327368"/>
                </a:cubicBezTo>
                <a:cubicBezTo>
                  <a:pt x="2515838" y="3328511"/>
                  <a:pt x="2517838" y="3328988"/>
                  <a:pt x="2519839" y="3328988"/>
                </a:cubicBezTo>
                <a:cubicBezTo>
                  <a:pt x="2520601" y="3328988"/>
                  <a:pt x="2521363" y="3328988"/>
                  <a:pt x="2522220" y="3328702"/>
                </a:cubicBezTo>
                <a:cubicBezTo>
                  <a:pt x="2524982" y="3328035"/>
                  <a:pt x="2527363" y="3326416"/>
                  <a:pt x="2528888" y="3324035"/>
                </a:cubicBezTo>
                <a:cubicBezTo>
                  <a:pt x="2530412" y="3321653"/>
                  <a:pt x="2530888" y="3318796"/>
                  <a:pt x="2530317" y="3316034"/>
                </a:cubicBezTo>
                <a:cubicBezTo>
                  <a:pt x="2529650" y="3313271"/>
                  <a:pt x="2528030" y="3310890"/>
                  <a:pt x="2525649" y="3309366"/>
                </a:cubicBezTo>
                <a:cubicBezTo>
                  <a:pt x="2523268" y="3307842"/>
                  <a:pt x="2520410" y="3307366"/>
                  <a:pt x="2517648" y="3307937"/>
                </a:cubicBezTo>
                <a:cubicBezTo>
                  <a:pt x="2514886" y="3308604"/>
                  <a:pt x="2512505" y="3310223"/>
                  <a:pt x="2510980" y="3312605"/>
                </a:cubicBezTo>
                <a:cubicBezTo>
                  <a:pt x="2510314" y="3313652"/>
                  <a:pt x="2509933" y="3314795"/>
                  <a:pt x="2509742" y="3315938"/>
                </a:cubicBezTo>
                <a:lnTo>
                  <a:pt x="2455736" y="3315938"/>
                </a:lnTo>
                <a:cubicBezTo>
                  <a:pt x="2455736" y="3315938"/>
                  <a:pt x="2379440" y="3244977"/>
                  <a:pt x="2379440" y="3244977"/>
                </a:cubicBezTo>
                <a:lnTo>
                  <a:pt x="2358390" y="3244977"/>
                </a:lnTo>
                <a:lnTo>
                  <a:pt x="2358390" y="3244120"/>
                </a:lnTo>
                <a:cubicBezTo>
                  <a:pt x="2358390" y="3240405"/>
                  <a:pt x="2355342" y="3237357"/>
                  <a:pt x="2351532" y="3237357"/>
                </a:cubicBezTo>
                <a:close/>
                <a:moveTo>
                  <a:pt x="2353342" y="3252311"/>
                </a:moveTo>
                <a:cubicBezTo>
                  <a:pt x="2353342" y="3253454"/>
                  <a:pt x="2352389" y="3254407"/>
                  <a:pt x="2351246" y="3254407"/>
                </a:cubicBezTo>
                <a:lnTo>
                  <a:pt x="2343150" y="3254407"/>
                </a:lnTo>
                <a:cubicBezTo>
                  <a:pt x="2342007" y="3254407"/>
                  <a:pt x="2341055" y="3253454"/>
                  <a:pt x="2341055" y="3252311"/>
                </a:cubicBezTo>
                <a:lnTo>
                  <a:pt x="2341055" y="3244215"/>
                </a:lnTo>
                <a:cubicBezTo>
                  <a:pt x="2341055" y="3243072"/>
                  <a:pt x="2342007" y="3242215"/>
                  <a:pt x="2343150" y="3242215"/>
                </a:cubicBezTo>
                <a:lnTo>
                  <a:pt x="2351246" y="3242215"/>
                </a:lnTo>
                <a:cubicBezTo>
                  <a:pt x="2352389" y="3242215"/>
                  <a:pt x="2353342" y="3243167"/>
                  <a:pt x="2353342" y="3244215"/>
                </a:cubicBezTo>
                <a:lnTo>
                  <a:pt x="2353342" y="3252311"/>
                </a:lnTo>
                <a:close/>
                <a:moveTo>
                  <a:pt x="2514791" y="3315272"/>
                </a:moveTo>
                <a:cubicBezTo>
                  <a:pt x="2515648" y="3313938"/>
                  <a:pt x="2516981" y="3313081"/>
                  <a:pt x="2518505" y="3312700"/>
                </a:cubicBezTo>
                <a:cubicBezTo>
                  <a:pt x="2518886" y="3312605"/>
                  <a:pt x="2519363" y="3312509"/>
                  <a:pt x="2519839" y="3312509"/>
                </a:cubicBezTo>
                <a:cubicBezTo>
                  <a:pt x="2520982" y="3312509"/>
                  <a:pt x="2522030" y="3312795"/>
                  <a:pt x="2522982" y="3313462"/>
                </a:cubicBezTo>
                <a:cubicBezTo>
                  <a:pt x="2524316" y="3314319"/>
                  <a:pt x="2525268" y="3315557"/>
                  <a:pt x="2525554" y="3317177"/>
                </a:cubicBezTo>
                <a:cubicBezTo>
                  <a:pt x="2525935" y="3318701"/>
                  <a:pt x="2525554" y="3320320"/>
                  <a:pt x="2524792" y="3321558"/>
                </a:cubicBezTo>
                <a:cubicBezTo>
                  <a:pt x="2523935" y="3322892"/>
                  <a:pt x="2522601" y="3323749"/>
                  <a:pt x="2521077" y="3324130"/>
                </a:cubicBezTo>
                <a:cubicBezTo>
                  <a:pt x="2519553" y="3324511"/>
                  <a:pt x="2517934" y="3324130"/>
                  <a:pt x="2516696" y="3323368"/>
                </a:cubicBezTo>
                <a:cubicBezTo>
                  <a:pt x="2515362" y="3322511"/>
                  <a:pt x="2514410" y="3321272"/>
                  <a:pt x="2514124" y="3319653"/>
                </a:cubicBezTo>
                <a:cubicBezTo>
                  <a:pt x="2513743" y="3318129"/>
                  <a:pt x="2514124" y="3316510"/>
                  <a:pt x="2514886" y="3315272"/>
                </a:cubicBezTo>
                <a:close/>
                <a:moveTo>
                  <a:pt x="2792540" y="3793808"/>
                </a:moveTo>
                <a:cubicBezTo>
                  <a:pt x="2792730" y="3793141"/>
                  <a:pt x="2793111" y="3792569"/>
                  <a:pt x="2793492" y="3791998"/>
                </a:cubicBezTo>
                <a:lnTo>
                  <a:pt x="2690717" y="3696176"/>
                </a:lnTo>
                <a:lnTo>
                  <a:pt x="2689955" y="3561874"/>
                </a:lnTo>
                <a:cubicBezTo>
                  <a:pt x="2688717" y="3561588"/>
                  <a:pt x="2687574" y="3561017"/>
                  <a:pt x="2686526" y="3560159"/>
                </a:cubicBezTo>
                <a:cubicBezTo>
                  <a:pt x="2682430" y="3556921"/>
                  <a:pt x="2681669" y="3551015"/>
                  <a:pt x="2684907" y="3546920"/>
                </a:cubicBezTo>
                <a:cubicBezTo>
                  <a:pt x="2688146" y="3542824"/>
                  <a:pt x="2694051" y="3542062"/>
                  <a:pt x="2698147" y="3545300"/>
                </a:cubicBezTo>
                <a:cubicBezTo>
                  <a:pt x="2702243" y="3548539"/>
                  <a:pt x="2703005" y="3554444"/>
                  <a:pt x="2699766" y="3558540"/>
                </a:cubicBezTo>
                <a:cubicBezTo>
                  <a:pt x="2698433" y="3560255"/>
                  <a:pt x="2696623" y="3561207"/>
                  <a:pt x="2694718" y="3561684"/>
                </a:cubicBezTo>
                <a:lnTo>
                  <a:pt x="2695480" y="3693986"/>
                </a:lnTo>
                <a:lnTo>
                  <a:pt x="2796826" y="3788474"/>
                </a:lnTo>
                <a:cubicBezTo>
                  <a:pt x="2798731" y="3787521"/>
                  <a:pt x="2800922" y="3787140"/>
                  <a:pt x="2803208" y="3787807"/>
                </a:cubicBezTo>
                <a:cubicBezTo>
                  <a:pt x="2807780" y="3789140"/>
                  <a:pt x="2810351" y="3793808"/>
                  <a:pt x="2809113" y="3798380"/>
                </a:cubicBezTo>
                <a:cubicBezTo>
                  <a:pt x="2807780" y="3802952"/>
                  <a:pt x="2803112" y="3805523"/>
                  <a:pt x="2798540" y="3804285"/>
                </a:cubicBezTo>
                <a:cubicBezTo>
                  <a:pt x="2793968" y="3802952"/>
                  <a:pt x="2791397" y="3798284"/>
                  <a:pt x="2792635" y="3793712"/>
                </a:cubicBezTo>
                <a:close/>
                <a:moveTo>
                  <a:pt x="704374" y="2053114"/>
                </a:moveTo>
                <a:lnTo>
                  <a:pt x="711518" y="2053114"/>
                </a:lnTo>
                <a:lnTo>
                  <a:pt x="711518" y="2061591"/>
                </a:lnTo>
                <a:lnTo>
                  <a:pt x="704374" y="2061591"/>
                </a:lnTo>
                <a:lnTo>
                  <a:pt x="704374" y="2053114"/>
                </a:lnTo>
                <a:close/>
                <a:moveTo>
                  <a:pt x="2445639" y="3905250"/>
                </a:moveTo>
                <a:lnTo>
                  <a:pt x="2464689" y="3905250"/>
                </a:lnTo>
                <a:cubicBezTo>
                  <a:pt x="2468404" y="3905250"/>
                  <a:pt x="2471547" y="3902202"/>
                  <a:pt x="2471547" y="3898487"/>
                </a:cubicBezTo>
                <a:lnTo>
                  <a:pt x="2471547" y="3890391"/>
                </a:lnTo>
                <a:cubicBezTo>
                  <a:pt x="2471547" y="3886676"/>
                  <a:pt x="2468499" y="3883533"/>
                  <a:pt x="2464689" y="3883533"/>
                </a:cubicBezTo>
                <a:lnTo>
                  <a:pt x="2445639" y="3883533"/>
                </a:lnTo>
                <a:cubicBezTo>
                  <a:pt x="2441924" y="3883533"/>
                  <a:pt x="2438781" y="3886581"/>
                  <a:pt x="2438781" y="3890391"/>
                </a:cubicBezTo>
                <a:lnTo>
                  <a:pt x="2438781" y="3892010"/>
                </a:lnTo>
                <a:lnTo>
                  <a:pt x="2342007" y="3892010"/>
                </a:lnTo>
                <a:lnTo>
                  <a:pt x="2311622" y="3918871"/>
                </a:lnTo>
                <a:lnTo>
                  <a:pt x="2311622" y="4015073"/>
                </a:lnTo>
                <a:cubicBezTo>
                  <a:pt x="2306574" y="4016217"/>
                  <a:pt x="2302764" y="4020503"/>
                  <a:pt x="2302764" y="4025837"/>
                </a:cubicBezTo>
                <a:cubicBezTo>
                  <a:pt x="2302764" y="4032028"/>
                  <a:pt x="2307812" y="4037076"/>
                  <a:pt x="2314004" y="4037076"/>
                </a:cubicBezTo>
                <a:cubicBezTo>
                  <a:pt x="2320195" y="4037076"/>
                  <a:pt x="2325243" y="4032028"/>
                  <a:pt x="2325243" y="4025837"/>
                </a:cubicBezTo>
                <a:cubicBezTo>
                  <a:pt x="2325243" y="4020503"/>
                  <a:pt x="2321433" y="4016217"/>
                  <a:pt x="2316385" y="4015073"/>
                </a:cubicBezTo>
                <a:lnTo>
                  <a:pt x="2316385" y="3920967"/>
                </a:lnTo>
                <a:lnTo>
                  <a:pt x="2343817" y="3896678"/>
                </a:lnTo>
                <a:lnTo>
                  <a:pt x="2438781" y="3896678"/>
                </a:lnTo>
                <a:lnTo>
                  <a:pt x="2438781" y="3898297"/>
                </a:lnTo>
                <a:cubicBezTo>
                  <a:pt x="2438781" y="3902012"/>
                  <a:pt x="2441829" y="3905060"/>
                  <a:pt x="2445639" y="3905060"/>
                </a:cubicBezTo>
                <a:close/>
                <a:moveTo>
                  <a:pt x="2460593" y="3888296"/>
                </a:moveTo>
                <a:lnTo>
                  <a:pt x="2464689" y="3888296"/>
                </a:lnTo>
                <a:cubicBezTo>
                  <a:pt x="2465832" y="3888296"/>
                  <a:pt x="2466785" y="3889248"/>
                  <a:pt x="2466785" y="3890391"/>
                </a:cubicBezTo>
                <a:lnTo>
                  <a:pt x="2466785" y="3898487"/>
                </a:lnTo>
                <a:cubicBezTo>
                  <a:pt x="2466785" y="3899630"/>
                  <a:pt x="2465832" y="3900488"/>
                  <a:pt x="2464689" y="3900488"/>
                </a:cubicBezTo>
                <a:lnTo>
                  <a:pt x="2460593" y="3900488"/>
                </a:lnTo>
                <a:lnTo>
                  <a:pt x="2460593" y="3888296"/>
                </a:lnTo>
                <a:close/>
                <a:moveTo>
                  <a:pt x="2443544" y="3890296"/>
                </a:moveTo>
                <a:cubicBezTo>
                  <a:pt x="2443544" y="3889153"/>
                  <a:pt x="2444496" y="3888200"/>
                  <a:pt x="2445639" y="3888200"/>
                </a:cubicBezTo>
                <a:lnTo>
                  <a:pt x="2450021" y="3888200"/>
                </a:lnTo>
                <a:lnTo>
                  <a:pt x="2450021" y="3900392"/>
                </a:lnTo>
                <a:lnTo>
                  <a:pt x="2445639" y="3900392"/>
                </a:lnTo>
                <a:cubicBezTo>
                  <a:pt x="2444496" y="3900392"/>
                  <a:pt x="2443544" y="3899440"/>
                  <a:pt x="2443544" y="3898392"/>
                </a:cubicBezTo>
                <a:lnTo>
                  <a:pt x="2443544" y="3890296"/>
                </a:lnTo>
                <a:close/>
                <a:moveTo>
                  <a:pt x="2320481" y="4025837"/>
                </a:moveTo>
                <a:cubicBezTo>
                  <a:pt x="2320481" y="4029456"/>
                  <a:pt x="2317528" y="4032313"/>
                  <a:pt x="2314004" y="4032313"/>
                </a:cubicBezTo>
                <a:cubicBezTo>
                  <a:pt x="2310479" y="4032313"/>
                  <a:pt x="2307527" y="4029361"/>
                  <a:pt x="2307527" y="4025837"/>
                </a:cubicBezTo>
                <a:cubicBezTo>
                  <a:pt x="2307527" y="4022312"/>
                  <a:pt x="2310479" y="4019360"/>
                  <a:pt x="2314004" y="4019360"/>
                </a:cubicBezTo>
                <a:cubicBezTo>
                  <a:pt x="2317528" y="4019360"/>
                  <a:pt x="2320481" y="4022312"/>
                  <a:pt x="2320481" y="4025837"/>
                </a:cubicBezTo>
                <a:close/>
                <a:moveTo>
                  <a:pt x="704374" y="2036255"/>
                </a:moveTo>
                <a:lnTo>
                  <a:pt x="711518" y="2036255"/>
                </a:lnTo>
                <a:lnTo>
                  <a:pt x="711518" y="2044732"/>
                </a:lnTo>
                <a:lnTo>
                  <a:pt x="704374" y="2044732"/>
                </a:lnTo>
                <a:lnTo>
                  <a:pt x="704374" y="2036255"/>
                </a:lnTo>
                <a:close/>
                <a:moveTo>
                  <a:pt x="711518" y="2011013"/>
                </a:moveTo>
                <a:lnTo>
                  <a:pt x="704374" y="2011013"/>
                </a:lnTo>
                <a:lnTo>
                  <a:pt x="704374" y="2002536"/>
                </a:lnTo>
                <a:lnTo>
                  <a:pt x="711518" y="2002536"/>
                </a:lnTo>
                <a:lnTo>
                  <a:pt x="711518" y="2011013"/>
                </a:lnTo>
                <a:close/>
                <a:moveTo>
                  <a:pt x="2822162" y="3770567"/>
                </a:moveTo>
                <a:cubicBezTo>
                  <a:pt x="2822162" y="3773900"/>
                  <a:pt x="2824829" y="3776567"/>
                  <a:pt x="2828163" y="3776567"/>
                </a:cubicBezTo>
                <a:lnTo>
                  <a:pt x="2848451" y="3776567"/>
                </a:lnTo>
                <a:cubicBezTo>
                  <a:pt x="2848451" y="3776567"/>
                  <a:pt x="2849309" y="3776377"/>
                  <a:pt x="2849785" y="3776282"/>
                </a:cubicBezTo>
                <a:lnTo>
                  <a:pt x="2875979" y="3799237"/>
                </a:lnTo>
                <a:lnTo>
                  <a:pt x="2943320" y="3798475"/>
                </a:lnTo>
                <a:lnTo>
                  <a:pt x="2960942" y="3814001"/>
                </a:lnTo>
                <a:lnTo>
                  <a:pt x="3008948" y="3814001"/>
                </a:lnTo>
                <a:lnTo>
                  <a:pt x="3008948" y="3836670"/>
                </a:lnTo>
                <a:lnTo>
                  <a:pt x="2959703" y="3836670"/>
                </a:lnTo>
                <a:lnTo>
                  <a:pt x="2941987" y="3821144"/>
                </a:lnTo>
                <a:lnTo>
                  <a:pt x="2884456" y="3821144"/>
                </a:lnTo>
                <a:lnTo>
                  <a:pt x="2884456" y="3818192"/>
                </a:lnTo>
                <a:cubicBezTo>
                  <a:pt x="2884456" y="3814763"/>
                  <a:pt x="2881598" y="3811905"/>
                  <a:pt x="2878169" y="3811905"/>
                </a:cubicBezTo>
                <a:lnTo>
                  <a:pt x="2868263" y="3811905"/>
                </a:lnTo>
                <a:cubicBezTo>
                  <a:pt x="2864834" y="3811905"/>
                  <a:pt x="2861977" y="3814667"/>
                  <a:pt x="2861977" y="3818192"/>
                </a:cubicBezTo>
                <a:lnTo>
                  <a:pt x="2861977" y="3828098"/>
                </a:lnTo>
                <a:cubicBezTo>
                  <a:pt x="2861977" y="3831527"/>
                  <a:pt x="2864739" y="3834384"/>
                  <a:pt x="2868263" y="3834384"/>
                </a:cubicBezTo>
                <a:lnTo>
                  <a:pt x="2878169" y="3834384"/>
                </a:lnTo>
                <a:cubicBezTo>
                  <a:pt x="2881598" y="3834384"/>
                  <a:pt x="2884456" y="3831622"/>
                  <a:pt x="2884456" y="3828098"/>
                </a:cubicBezTo>
                <a:lnTo>
                  <a:pt x="2884456" y="3825812"/>
                </a:lnTo>
                <a:lnTo>
                  <a:pt x="2940177" y="3825812"/>
                </a:lnTo>
                <a:lnTo>
                  <a:pt x="2954941" y="3838766"/>
                </a:lnTo>
                <a:lnTo>
                  <a:pt x="2931128" y="3856387"/>
                </a:lnTo>
                <a:lnTo>
                  <a:pt x="2910364" y="3856387"/>
                </a:lnTo>
                <a:cubicBezTo>
                  <a:pt x="2909507" y="3852577"/>
                  <a:pt x="2906840" y="3849338"/>
                  <a:pt x="2902839" y="3848195"/>
                </a:cubicBezTo>
                <a:cubicBezTo>
                  <a:pt x="2897029" y="3846481"/>
                  <a:pt x="2890933" y="3849910"/>
                  <a:pt x="2889313" y="3855720"/>
                </a:cubicBezTo>
                <a:cubicBezTo>
                  <a:pt x="2888552" y="3858482"/>
                  <a:pt x="2888837" y="3861435"/>
                  <a:pt x="2890266" y="3864007"/>
                </a:cubicBezTo>
                <a:cubicBezTo>
                  <a:pt x="2891695" y="3866579"/>
                  <a:pt x="2893981" y="3868388"/>
                  <a:pt x="2896838" y="3869246"/>
                </a:cubicBezTo>
                <a:cubicBezTo>
                  <a:pt x="2897791" y="3869531"/>
                  <a:pt x="2898838" y="3869627"/>
                  <a:pt x="2899886" y="3869627"/>
                </a:cubicBezTo>
                <a:cubicBezTo>
                  <a:pt x="2901696" y="3869627"/>
                  <a:pt x="2903506" y="3869150"/>
                  <a:pt x="2905220" y="3868293"/>
                </a:cubicBezTo>
                <a:cubicBezTo>
                  <a:pt x="2907792" y="3866864"/>
                  <a:pt x="2909602" y="3864578"/>
                  <a:pt x="2910459" y="3861721"/>
                </a:cubicBezTo>
                <a:cubicBezTo>
                  <a:pt x="2910459" y="3861530"/>
                  <a:pt x="2910459" y="3861340"/>
                  <a:pt x="2910459" y="3861054"/>
                </a:cubicBezTo>
                <a:lnTo>
                  <a:pt x="2932748" y="3861054"/>
                </a:lnTo>
                <a:lnTo>
                  <a:pt x="2959513" y="3841242"/>
                </a:lnTo>
                <a:lnTo>
                  <a:pt x="3009329" y="3841242"/>
                </a:lnTo>
                <a:cubicBezTo>
                  <a:pt x="3010376" y="3845338"/>
                  <a:pt x="3013901" y="3848481"/>
                  <a:pt x="3018377" y="3848481"/>
                </a:cubicBezTo>
                <a:lnTo>
                  <a:pt x="3048476" y="3848481"/>
                </a:lnTo>
                <a:cubicBezTo>
                  <a:pt x="3052858" y="3848481"/>
                  <a:pt x="3056382" y="3845528"/>
                  <a:pt x="3057430" y="3841528"/>
                </a:cubicBezTo>
                <a:lnTo>
                  <a:pt x="3108960" y="3841528"/>
                </a:lnTo>
                <a:lnTo>
                  <a:pt x="3114580" y="3845624"/>
                </a:lnTo>
                <a:lnTo>
                  <a:pt x="3114580" y="3839718"/>
                </a:lnTo>
                <a:lnTo>
                  <a:pt x="3113627" y="3838956"/>
                </a:lnTo>
                <a:lnTo>
                  <a:pt x="3114580" y="3838099"/>
                </a:lnTo>
                <a:lnTo>
                  <a:pt x="3114580" y="3831717"/>
                </a:lnTo>
                <a:lnTo>
                  <a:pt x="3108865" y="3836670"/>
                </a:lnTo>
                <a:lnTo>
                  <a:pt x="3057906" y="3836670"/>
                </a:lnTo>
                <a:lnTo>
                  <a:pt x="3057906" y="3814001"/>
                </a:lnTo>
                <a:lnTo>
                  <a:pt x="3107627" y="3814001"/>
                </a:lnTo>
                <a:lnTo>
                  <a:pt x="3114580" y="3807905"/>
                </a:lnTo>
                <a:lnTo>
                  <a:pt x="3114580" y="3801523"/>
                </a:lnTo>
                <a:lnTo>
                  <a:pt x="3105912" y="3809143"/>
                </a:lnTo>
                <a:lnTo>
                  <a:pt x="3058001" y="3809143"/>
                </a:lnTo>
                <a:lnTo>
                  <a:pt x="3058001" y="3808762"/>
                </a:lnTo>
                <a:cubicBezTo>
                  <a:pt x="3058001" y="3803523"/>
                  <a:pt x="3053715" y="3799237"/>
                  <a:pt x="3048476" y="3799237"/>
                </a:cubicBezTo>
                <a:lnTo>
                  <a:pt x="3047905" y="3799237"/>
                </a:lnTo>
                <a:lnTo>
                  <a:pt x="3047905" y="3743039"/>
                </a:lnTo>
                <a:cubicBezTo>
                  <a:pt x="3047905" y="3743039"/>
                  <a:pt x="3086100" y="3709130"/>
                  <a:pt x="3086100" y="3709130"/>
                </a:cubicBezTo>
                <a:lnTo>
                  <a:pt x="3114675" y="3709130"/>
                </a:lnTo>
                <a:lnTo>
                  <a:pt x="3114675" y="3704273"/>
                </a:lnTo>
                <a:lnTo>
                  <a:pt x="3084290" y="3704273"/>
                </a:lnTo>
                <a:cubicBezTo>
                  <a:pt x="3084290" y="3704273"/>
                  <a:pt x="3043142" y="3740849"/>
                  <a:pt x="3043142" y="3740849"/>
                </a:cubicBezTo>
                <a:lnTo>
                  <a:pt x="3043142" y="3799142"/>
                </a:lnTo>
                <a:cubicBezTo>
                  <a:pt x="3043142" y="3799142"/>
                  <a:pt x="3025521" y="3799142"/>
                  <a:pt x="3025521" y="3799142"/>
                </a:cubicBezTo>
                <a:lnTo>
                  <a:pt x="3025521" y="3740563"/>
                </a:lnTo>
                <a:cubicBezTo>
                  <a:pt x="3025521" y="3740563"/>
                  <a:pt x="2984373" y="3704082"/>
                  <a:pt x="2984373" y="3704082"/>
                </a:cubicBezTo>
                <a:lnTo>
                  <a:pt x="2983516" y="3704082"/>
                </a:lnTo>
                <a:cubicBezTo>
                  <a:pt x="2982087" y="3704082"/>
                  <a:pt x="2952941" y="3704082"/>
                  <a:pt x="2944559" y="3704082"/>
                </a:cubicBezTo>
                <a:cubicBezTo>
                  <a:pt x="2943987" y="3701701"/>
                  <a:pt x="2942749" y="3699415"/>
                  <a:pt x="2940653" y="3697796"/>
                </a:cubicBezTo>
                <a:cubicBezTo>
                  <a:pt x="2938272" y="3695986"/>
                  <a:pt x="2935415" y="3695224"/>
                  <a:pt x="2932557" y="3695700"/>
                </a:cubicBezTo>
                <a:cubicBezTo>
                  <a:pt x="2930176" y="3695986"/>
                  <a:pt x="2928176" y="3697224"/>
                  <a:pt x="2926461" y="3698938"/>
                </a:cubicBezTo>
                <a:lnTo>
                  <a:pt x="2857310" y="3634835"/>
                </a:lnTo>
                <a:lnTo>
                  <a:pt x="2857310" y="3560540"/>
                </a:lnTo>
                <a:lnTo>
                  <a:pt x="2859881" y="3560540"/>
                </a:lnTo>
                <a:cubicBezTo>
                  <a:pt x="2861977" y="3560540"/>
                  <a:pt x="2863787" y="3558826"/>
                  <a:pt x="2863787" y="3556635"/>
                </a:cubicBezTo>
                <a:lnTo>
                  <a:pt x="2863787" y="3546729"/>
                </a:lnTo>
                <a:cubicBezTo>
                  <a:pt x="2863787" y="3544634"/>
                  <a:pt x="2862072" y="3542824"/>
                  <a:pt x="2859881" y="3542824"/>
                </a:cubicBezTo>
                <a:lnTo>
                  <a:pt x="2849975" y="3542824"/>
                </a:lnTo>
                <a:cubicBezTo>
                  <a:pt x="2847880" y="3542824"/>
                  <a:pt x="2846070" y="3544538"/>
                  <a:pt x="2846070" y="3546729"/>
                </a:cubicBezTo>
                <a:lnTo>
                  <a:pt x="2846070" y="3556635"/>
                </a:lnTo>
                <a:cubicBezTo>
                  <a:pt x="2846070" y="3558730"/>
                  <a:pt x="2847785" y="3560540"/>
                  <a:pt x="2849975" y="3560540"/>
                </a:cubicBezTo>
                <a:lnTo>
                  <a:pt x="2852547" y="3560540"/>
                </a:lnTo>
                <a:lnTo>
                  <a:pt x="2852547" y="3636836"/>
                </a:lnTo>
                <a:lnTo>
                  <a:pt x="2923794" y="3702939"/>
                </a:lnTo>
                <a:cubicBezTo>
                  <a:pt x="2923223" y="3704559"/>
                  <a:pt x="2922937" y="3706273"/>
                  <a:pt x="2923127" y="3707987"/>
                </a:cubicBezTo>
                <a:cubicBezTo>
                  <a:pt x="2923509" y="3710845"/>
                  <a:pt x="2925032" y="3713417"/>
                  <a:pt x="2927318" y="3715226"/>
                </a:cubicBezTo>
                <a:cubicBezTo>
                  <a:pt x="2929319" y="3716750"/>
                  <a:pt x="2931605" y="3717417"/>
                  <a:pt x="2933891" y="3717417"/>
                </a:cubicBezTo>
                <a:cubicBezTo>
                  <a:pt x="2937224" y="3717417"/>
                  <a:pt x="2940463" y="3715893"/>
                  <a:pt x="2942654" y="3713036"/>
                </a:cubicBezTo>
                <a:cubicBezTo>
                  <a:pt x="2943606" y="3711702"/>
                  <a:pt x="2944273" y="3710273"/>
                  <a:pt x="2944559" y="3708749"/>
                </a:cubicBezTo>
                <a:cubicBezTo>
                  <a:pt x="2952179" y="3708749"/>
                  <a:pt x="2977325" y="3708749"/>
                  <a:pt x="2982468" y="3708749"/>
                </a:cubicBezTo>
                <a:lnTo>
                  <a:pt x="3020663" y="3742659"/>
                </a:lnTo>
                <a:lnTo>
                  <a:pt x="3020663" y="3799046"/>
                </a:lnTo>
                <a:lnTo>
                  <a:pt x="3018282" y="3799046"/>
                </a:lnTo>
                <a:cubicBezTo>
                  <a:pt x="3013043" y="3799046"/>
                  <a:pt x="3008757" y="3803333"/>
                  <a:pt x="3008757" y="3808571"/>
                </a:cubicBezTo>
                <a:lnTo>
                  <a:pt x="3008757" y="3808762"/>
                </a:lnTo>
                <a:lnTo>
                  <a:pt x="2962561" y="3808762"/>
                </a:lnTo>
                <a:lnTo>
                  <a:pt x="2944844" y="3793236"/>
                </a:lnTo>
                <a:lnTo>
                  <a:pt x="2877503" y="3793998"/>
                </a:lnTo>
                <a:lnTo>
                  <a:pt x="2853404" y="3772948"/>
                </a:lnTo>
                <a:cubicBezTo>
                  <a:pt x="2853880" y="3772091"/>
                  <a:pt x="2854262" y="3771138"/>
                  <a:pt x="2854262" y="3770090"/>
                </a:cubicBezTo>
                <a:lnTo>
                  <a:pt x="2854262" y="3762470"/>
                </a:lnTo>
                <a:cubicBezTo>
                  <a:pt x="2854262" y="3759137"/>
                  <a:pt x="2851595" y="3756470"/>
                  <a:pt x="2848261" y="3756470"/>
                </a:cubicBezTo>
                <a:lnTo>
                  <a:pt x="2827973" y="3756470"/>
                </a:lnTo>
                <a:cubicBezTo>
                  <a:pt x="2827401" y="3756470"/>
                  <a:pt x="2826925" y="3756660"/>
                  <a:pt x="2826449" y="3756755"/>
                </a:cubicBezTo>
                <a:lnTo>
                  <a:pt x="2734532" y="3671030"/>
                </a:lnTo>
                <a:lnTo>
                  <a:pt x="2734342" y="3562922"/>
                </a:lnTo>
                <a:lnTo>
                  <a:pt x="2737580" y="3562922"/>
                </a:lnTo>
                <a:cubicBezTo>
                  <a:pt x="2741009" y="3562922"/>
                  <a:pt x="2743867" y="3560159"/>
                  <a:pt x="2743867" y="3556635"/>
                </a:cubicBezTo>
                <a:lnTo>
                  <a:pt x="2743867" y="3546729"/>
                </a:lnTo>
                <a:cubicBezTo>
                  <a:pt x="2743867" y="3543300"/>
                  <a:pt x="2741105" y="3540443"/>
                  <a:pt x="2737580" y="3540443"/>
                </a:cubicBezTo>
                <a:lnTo>
                  <a:pt x="2727674" y="3540443"/>
                </a:lnTo>
                <a:cubicBezTo>
                  <a:pt x="2724245" y="3540443"/>
                  <a:pt x="2721388" y="3543205"/>
                  <a:pt x="2721388" y="3546729"/>
                </a:cubicBezTo>
                <a:lnTo>
                  <a:pt x="2721388" y="3556635"/>
                </a:lnTo>
                <a:cubicBezTo>
                  <a:pt x="2721388" y="3560064"/>
                  <a:pt x="2724150" y="3562922"/>
                  <a:pt x="2727674" y="3562922"/>
                </a:cubicBezTo>
                <a:lnTo>
                  <a:pt x="2729675" y="3562922"/>
                </a:lnTo>
                <a:lnTo>
                  <a:pt x="2729865" y="3673030"/>
                </a:lnTo>
                <a:lnTo>
                  <a:pt x="2822734" y="3759708"/>
                </a:lnTo>
                <a:cubicBezTo>
                  <a:pt x="2822258" y="3760565"/>
                  <a:pt x="2821972" y="3761423"/>
                  <a:pt x="2821972" y="3762470"/>
                </a:cubicBezTo>
                <a:lnTo>
                  <a:pt x="2821972" y="3770090"/>
                </a:lnTo>
                <a:close/>
                <a:moveTo>
                  <a:pt x="2879884" y="3828193"/>
                </a:moveTo>
                <a:cubicBezTo>
                  <a:pt x="2879884" y="3829050"/>
                  <a:pt x="2879217" y="3829717"/>
                  <a:pt x="2878360" y="3829717"/>
                </a:cubicBezTo>
                <a:lnTo>
                  <a:pt x="2868454" y="3829717"/>
                </a:lnTo>
                <a:cubicBezTo>
                  <a:pt x="2867597" y="3829717"/>
                  <a:pt x="2866930" y="3829050"/>
                  <a:pt x="2866930" y="3828193"/>
                </a:cubicBezTo>
                <a:lnTo>
                  <a:pt x="2866930" y="3818287"/>
                </a:lnTo>
                <a:cubicBezTo>
                  <a:pt x="2866930" y="3817430"/>
                  <a:pt x="2867597" y="3816763"/>
                  <a:pt x="2868454" y="3816763"/>
                </a:cubicBezTo>
                <a:lnTo>
                  <a:pt x="2878360" y="3816763"/>
                </a:lnTo>
                <a:cubicBezTo>
                  <a:pt x="2879217" y="3816763"/>
                  <a:pt x="2879884" y="3817430"/>
                  <a:pt x="2879884" y="3818287"/>
                </a:cubicBezTo>
                <a:lnTo>
                  <a:pt x="2879884" y="3828193"/>
                </a:lnTo>
                <a:close/>
                <a:moveTo>
                  <a:pt x="2905982" y="3860673"/>
                </a:moveTo>
                <a:cubicBezTo>
                  <a:pt x="2905506" y="3862292"/>
                  <a:pt x="2904459" y="3863530"/>
                  <a:pt x="2903030" y="3864388"/>
                </a:cubicBezTo>
                <a:cubicBezTo>
                  <a:pt x="2901601" y="3865245"/>
                  <a:pt x="2899886" y="3865340"/>
                  <a:pt x="2898362" y="3864959"/>
                </a:cubicBezTo>
                <a:cubicBezTo>
                  <a:pt x="2896743" y="3864483"/>
                  <a:pt x="2895410" y="3863435"/>
                  <a:pt x="2894648" y="3862007"/>
                </a:cubicBezTo>
                <a:cubicBezTo>
                  <a:pt x="2893886" y="3860578"/>
                  <a:pt x="2893695" y="3858863"/>
                  <a:pt x="2894076" y="3857339"/>
                </a:cubicBezTo>
                <a:lnTo>
                  <a:pt x="2894076" y="3857339"/>
                </a:lnTo>
                <a:cubicBezTo>
                  <a:pt x="2894838" y="3854577"/>
                  <a:pt x="2897315" y="3852863"/>
                  <a:pt x="2899982" y="3852863"/>
                </a:cubicBezTo>
                <a:cubicBezTo>
                  <a:pt x="2900553" y="3852863"/>
                  <a:pt x="2901125" y="3852863"/>
                  <a:pt x="2901696" y="3853148"/>
                </a:cubicBezTo>
                <a:cubicBezTo>
                  <a:pt x="2904935" y="3854101"/>
                  <a:pt x="2906840" y="3857530"/>
                  <a:pt x="2905982" y="3860768"/>
                </a:cubicBezTo>
                <a:close/>
                <a:moveTo>
                  <a:pt x="2939129" y="3710654"/>
                </a:moveTo>
                <a:cubicBezTo>
                  <a:pt x="2937034" y="3713417"/>
                  <a:pt x="2933129" y="3713893"/>
                  <a:pt x="2930462" y="3711893"/>
                </a:cubicBezTo>
                <a:cubicBezTo>
                  <a:pt x="2929128" y="3710940"/>
                  <a:pt x="2928271" y="3709416"/>
                  <a:pt x="2928080" y="3707797"/>
                </a:cubicBezTo>
                <a:cubicBezTo>
                  <a:pt x="2927890" y="3706178"/>
                  <a:pt x="2928271" y="3704559"/>
                  <a:pt x="2929319" y="3703225"/>
                </a:cubicBezTo>
                <a:cubicBezTo>
                  <a:pt x="2930367" y="3701892"/>
                  <a:pt x="2931795" y="3701034"/>
                  <a:pt x="2933414" y="3700844"/>
                </a:cubicBezTo>
                <a:cubicBezTo>
                  <a:pt x="2933700" y="3700844"/>
                  <a:pt x="2933986" y="3700844"/>
                  <a:pt x="2934272" y="3700844"/>
                </a:cubicBezTo>
                <a:cubicBezTo>
                  <a:pt x="2935605" y="3700844"/>
                  <a:pt x="2936938" y="3701320"/>
                  <a:pt x="2937986" y="3702082"/>
                </a:cubicBezTo>
                <a:cubicBezTo>
                  <a:pt x="2940749" y="3704177"/>
                  <a:pt x="2941225" y="3707987"/>
                  <a:pt x="2939225" y="3710750"/>
                </a:cubicBezTo>
                <a:close/>
                <a:moveTo>
                  <a:pt x="2826925" y="3762947"/>
                </a:moveTo>
                <a:cubicBezTo>
                  <a:pt x="2826925" y="3762280"/>
                  <a:pt x="2827496" y="3761709"/>
                  <a:pt x="2828163" y="3761709"/>
                </a:cubicBezTo>
                <a:lnTo>
                  <a:pt x="2848451" y="3761709"/>
                </a:lnTo>
                <a:cubicBezTo>
                  <a:pt x="2849118" y="3761709"/>
                  <a:pt x="2849690" y="3762280"/>
                  <a:pt x="2849690" y="3762947"/>
                </a:cubicBezTo>
                <a:lnTo>
                  <a:pt x="2849690" y="3770567"/>
                </a:lnTo>
                <a:cubicBezTo>
                  <a:pt x="2849690" y="3771234"/>
                  <a:pt x="2849118" y="3771805"/>
                  <a:pt x="2848451" y="3771805"/>
                </a:cubicBezTo>
                <a:lnTo>
                  <a:pt x="2828163" y="3771805"/>
                </a:lnTo>
                <a:cubicBezTo>
                  <a:pt x="2827496" y="3771805"/>
                  <a:pt x="2826925" y="3771234"/>
                  <a:pt x="2826925" y="3770567"/>
                </a:cubicBezTo>
                <a:lnTo>
                  <a:pt x="2826925" y="3762947"/>
                </a:lnTo>
                <a:close/>
                <a:moveTo>
                  <a:pt x="2729865" y="3558445"/>
                </a:moveTo>
                <a:lnTo>
                  <a:pt x="2729865" y="3558445"/>
                </a:lnTo>
                <a:cubicBezTo>
                  <a:pt x="2729865" y="3558445"/>
                  <a:pt x="2727960" y="3558540"/>
                  <a:pt x="2727960" y="3558540"/>
                </a:cubicBezTo>
                <a:cubicBezTo>
                  <a:pt x="2727103" y="3558540"/>
                  <a:pt x="2726436" y="3557873"/>
                  <a:pt x="2726436" y="3557016"/>
                </a:cubicBezTo>
                <a:lnTo>
                  <a:pt x="2726436" y="3547110"/>
                </a:lnTo>
                <a:cubicBezTo>
                  <a:pt x="2726436" y="3546253"/>
                  <a:pt x="2727103" y="3545586"/>
                  <a:pt x="2727960" y="3545586"/>
                </a:cubicBezTo>
                <a:lnTo>
                  <a:pt x="2737866" y="3545586"/>
                </a:lnTo>
                <a:cubicBezTo>
                  <a:pt x="2738723" y="3545586"/>
                  <a:pt x="2739390" y="3546253"/>
                  <a:pt x="2739390" y="3547110"/>
                </a:cubicBezTo>
                <a:lnTo>
                  <a:pt x="2739390" y="3557016"/>
                </a:lnTo>
                <a:cubicBezTo>
                  <a:pt x="2739390" y="3557873"/>
                  <a:pt x="2738723" y="3558540"/>
                  <a:pt x="2737866" y="3558540"/>
                </a:cubicBezTo>
                <a:lnTo>
                  <a:pt x="2734628" y="3558540"/>
                </a:lnTo>
                <a:cubicBezTo>
                  <a:pt x="2734628" y="3558540"/>
                  <a:pt x="2729865" y="3558445"/>
                  <a:pt x="2729865" y="3558445"/>
                </a:cubicBezTo>
                <a:close/>
                <a:moveTo>
                  <a:pt x="2538317" y="3461004"/>
                </a:moveTo>
                <a:lnTo>
                  <a:pt x="2546413" y="3461004"/>
                </a:lnTo>
                <a:cubicBezTo>
                  <a:pt x="2550128" y="3461004"/>
                  <a:pt x="2553272" y="3457956"/>
                  <a:pt x="2553272" y="3454242"/>
                </a:cubicBezTo>
                <a:lnTo>
                  <a:pt x="2553272" y="3446145"/>
                </a:lnTo>
                <a:cubicBezTo>
                  <a:pt x="2553272" y="3442430"/>
                  <a:pt x="2550224" y="3439382"/>
                  <a:pt x="2546413" y="3439382"/>
                </a:cubicBezTo>
                <a:lnTo>
                  <a:pt x="2538317" y="3439382"/>
                </a:lnTo>
                <a:cubicBezTo>
                  <a:pt x="2534603" y="3439382"/>
                  <a:pt x="2531459" y="3442430"/>
                  <a:pt x="2531459" y="3446145"/>
                </a:cubicBezTo>
                <a:lnTo>
                  <a:pt x="2531459" y="3447764"/>
                </a:lnTo>
                <a:lnTo>
                  <a:pt x="2480024" y="3447764"/>
                </a:lnTo>
                <a:lnTo>
                  <a:pt x="2462879" y="3461290"/>
                </a:lnTo>
                <a:lnTo>
                  <a:pt x="2356580" y="3461290"/>
                </a:lnTo>
                <a:lnTo>
                  <a:pt x="2333625" y="3439287"/>
                </a:lnTo>
                <a:cubicBezTo>
                  <a:pt x="2334197" y="3438716"/>
                  <a:pt x="2334863" y="3438144"/>
                  <a:pt x="2335340" y="3437477"/>
                </a:cubicBezTo>
                <a:cubicBezTo>
                  <a:pt x="2336864" y="3435096"/>
                  <a:pt x="2337340" y="3432238"/>
                  <a:pt x="2336768" y="3429476"/>
                </a:cubicBezTo>
                <a:cubicBezTo>
                  <a:pt x="2336197" y="3426714"/>
                  <a:pt x="2334482" y="3424333"/>
                  <a:pt x="2332101" y="3422809"/>
                </a:cubicBezTo>
                <a:cubicBezTo>
                  <a:pt x="2329720" y="3421285"/>
                  <a:pt x="2326862" y="3420809"/>
                  <a:pt x="2324100" y="3421380"/>
                </a:cubicBezTo>
                <a:cubicBezTo>
                  <a:pt x="2321338" y="3421952"/>
                  <a:pt x="2318957" y="3423666"/>
                  <a:pt x="2317433" y="3426047"/>
                </a:cubicBezTo>
                <a:cubicBezTo>
                  <a:pt x="2315909" y="3428429"/>
                  <a:pt x="2315432" y="3431286"/>
                  <a:pt x="2316004" y="3434048"/>
                </a:cubicBezTo>
                <a:cubicBezTo>
                  <a:pt x="2316575" y="3436811"/>
                  <a:pt x="2318290" y="3439192"/>
                  <a:pt x="2320671" y="3440716"/>
                </a:cubicBezTo>
                <a:cubicBezTo>
                  <a:pt x="2322386" y="3441859"/>
                  <a:pt x="2324386" y="3442335"/>
                  <a:pt x="2326386" y="3442335"/>
                </a:cubicBezTo>
                <a:cubicBezTo>
                  <a:pt x="2327148" y="3442335"/>
                  <a:pt x="2327910" y="3442335"/>
                  <a:pt x="2328672" y="3442049"/>
                </a:cubicBezTo>
                <a:cubicBezTo>
                  <a:pt x="2328958" y="3442049"/>
                  <a:pt x="2329148" y="3441859"/>
                  <a:pt x="2329339" y="3441763"/>
                </a:cubicBezTo>
                <a:lnTo>
                  <a:pt x="2354675" y="3466052"/>
                </a:lnTo>
                <a:lnTo>
                  <a:pt x="2464594" y="3466052"/>
                </a:lnTo>
                <a:lnTo>
                  <a:pt x="2481739" y="3452527"/>
                </a:lnTo>
                <a:lnTo>
                  <a:pt x="2531459" y="3452527"/>
                </a:lnTo>
                <a:lnTo>
                  <a:pt x="2531459" y="3454146"/>
                </a:lnTo>
                <a:cubicBezTo>
                  <a:pt x="2531459" y="3457861"/>
                  <a:pt x="2534507" y="3460909"/>
                  <a:pt x="2538317" y="3460909"/>
                </a:cubicBezTo>
                <a:close/>
                <a:moveTo>
                  <a:pt x="2536317" y="3446145"/>
                </a:moveTo>
                <a:cubicBezTo>
                  <a:pt x="2536317" y="3445002"/>
                  <a:pt x="2537270" y="3444145"/>
                  <a:pt x="2538413" y="3444145"/>
                </a:cubicBezTo>
                <a:lnTo>
                  <a:pt x="2546509" y="3444145"/>
                </a:lnTo>
                <a:cubicBezTo>
                  <a:pt x="2547652" y="3444145"/>
                  <a:pt x="2548604" y="3445097"/>
                  <a:pt x="2548604" y="3446145"/>
                </a:cubicBezTo>
                <a:lnTo>
                  <a:pt x="2548604" y="3454242"/>
                </a:lnTo>
                <a:cubicBezTo>
                  <a:pt x="2548604" y="3455384"/>
                  <a:pt x="2547652" y="3456242"/>
                  <a:pt x="2546509" y="3456242"/>
                </a:cubicBezTo>
                <a:lnTo>
                  <a:pt x="2538413" y="3456242"/>
                </a:lnTo>
                <a:cubicBezTo>
                  <a:pt x="2537270" y="3456242"/>
                  <a:pt x="2536317" y="3455289"/>
                  <a:pt x="2536317" y="3454242"/>
                </a:cubicBezTo>
                <a:lnTo>
                  <a:pt x="2536317" y="3446145"/>
                </a:lnTo>
                <a:close/>
                <a:moveTo>
                  <a:pt x="2331434" y="3434905"/>
                </a:moveTo>
                <a:cubicBezTo>
                  <a:pt x="2330577" y="3436239"/>
                  <a:pt x="2329244" y="3437192"/>
                  <a:pt x="2327720" y="3437477"/>
                </a:cubicBezTo>
                <a:cubicBezTo>
                  <a:pt x="2326196" y="3437859"/>
                  <a:pt x="2324576" y="3437477"/>
                  <a:pt x="2323338" y="3436715"/>
                </a:cubicBezTo>
                <a:cubicBezTo>
                  <a:pt x="2322005" y="3435858"/>
                  <a:pt x="2321147" y="3434620"/>
                  <a:pt x="2320766" y="3433096"/>
                </a:cubicBezTo>
                <a:cubicBezTo>
                  <a:pt x="2320385" y="3431572"/>
                  <a:pt x="2320766" y="3429953"/>
                  <a:pt x="2321528" y="3428714"/>
                </a:cubicBezTo>
                <a:cubicBezTo>
                  <a:pt x="2322386" y="3427381"/>
                  <a:pt x="2323719" y="3426524"/>
                  <a:pt x="2325243" y="3426143"/>
                </a:cubicBezTo>
                <a:cubicBezTo>
                  <a:pt x="2325624" y="3426143"/>
                  <a:pt x="2326100" y="3426047"/>
                  <a:pt x="2326481" y="3426047"/>
                </a:cubicBezTo>
                <a:cubicBezTo>
                  <a:pt x="2327624" y="3426047"/>
                  <a:pt x="2328672" y="3426333"/>
                  <a:pt x="2329625" y="3427000"/>
                </a:cubicBezTo>
                <a:cubicBezTo>
                  <a:pt x="2330958" y="3427857"/>
                  <a:pt x="2331815" y="3429095"/>
                  <a:pt x="2332196" y="3430619"/>
                </a:cubicBezTo>
                <a:cubicBezTo>
                  <a:pt x="2332577" y="3432143"/>
                  <a:pt x="2332196" y="3433763"/>
                  <a:pt x="2331434" y="3435001"/>
                </a:cubicBezTo>
                <a:close/>
                <a:moveTo>
                  <a:pt x="2267141" y="3320129"/>
                </a:moveTo>
                <a:lnTo>
                  <a:pt x="2262378" y="3320129"/>
                </a:lnTo>
                <a:lnTo>
                  <a:pt x="2262378" y="3302889"/>
                </a:lnTo>
                <a:lnTo>
                  <a:pt x="2267141" y="3302889"/>
                </a:lnTo>
                <a:lnTo>
                  <a:pt x="2267141" y="3320129"/>
                </a:lnTo>
                <a:close/>
                <a:moveTo>
                  <a:pt x="2262378" y="3337370"/>
                </a:moveTo>
                <a:lnTo>
                  <a:pt x="2267141" y="3337370"/>
                </a:lnTo>
                <a:lnTo>
                  <a:pt x="2267141" y="3354610"/>
                </a:lnTo>
                <a:lnTo>
                  <a:pt x="2262378" y="3354610"/>
                </a:lnTo>
                <a:lnTo>
                  <a:pt x="2262378" y="3337370"/>
                </a:lnTo>
                <a:close/>
                <a:moveTo>
                  <a:pt x="2262378" y="3371755"/>
                </a:moveTo>
                <a:lnTo>
                  <a:pt x="2267141" y="3371755"/>
                </a:lnTo>
                <a:lnTo>
                  <a:pt x="2267141" y="3388995"/>
                </a:lnTo>
                <a:lnTo>
                  <a:pt x="2262378" y="3388995"/>
                </a:lnTo>
                <a:lnTo>
                  <a:pt x="2262378" y="3371755"/>
                </a:lnTo>
                <a:close/>
                <a:moveTo>
                  <a:pt x="2267141" y="3406235"/>
                </a:moveTo>
                <a:lnTo>
                  <a:pt x="2267141" y="3423476"/>
                </a:lnTo>
                <a:cubicBezTo>
                  <a:pt x="2267141" y="3423476"/>
                  <a:pt x="2262378" y="3423476"/>
                  <a:pt x="2262378" y="3423476"/>
                </a:cubicBezTo>
                <a:lnTo>
                  <a:pt x="2262378" y="3406235"/>
                </a:lnTo>
                <a:cubicBezTo>
                  <a:pt x="2262378" y="3406235"/>
                  <a:pt x="2267141" y="3406235"/>
                  <a:pt x="2267141" y="3406235"/>
                </a:cubicBezTo>
                <a:close/>
                <a:moveTo>
                  <a:pt x="19050" y="2434400"/>
                </a:moveTo>
                <a:cubicBezTo>
                  <a:pt x="22384" y="2434400"/>
                  <a:pt x="25051" y="2431733"/>
                  <a:pt x="25051" y="2428399"/>
                </a:cubicBezTo>
                <a:lnTo>
                  <a:pt x="25051" y="2418302"/>
                </a:lnTo>
                <a:cubicBezTo>
                  <a:pt x="25051" y="2414969"/>
                  <a:pt x="22384" y="2412302"/>
                  <a:pt x="19050" y="2412302"/>
                </a:cubicBezTo>
                <a:lnTo>
                  <a:pt x="8668" y="2412302"/>
                </a:lnTo>
                <a:cubicBezTo>
                  <a:pt x="5334" y="2412302"/>
                  <a:pt x="2667" y="2414969"/>
                  <a:pt x="2667" y="2418302"/>
                </a:cubicBezTo>
                <a:lnTo>
                  <a:pt x="2667" y="2428399"/>
                </a:lnTo>
                <a:cubicBezTo>
                  <a:pt x="2667" y="2431733"/>
                  <a:pt x="5334" y="2434400"/>
                  <a:pt x="8668" y="2434400"/>
                </a:cubicBezTo>
                <a:lnTo>
                  <a:pt x="19050" y="2434400"/>
                </a:lnTo>
                <a:close/>
                <a:moveTo>
                  <a:pt x="7430" y="2428399"/>
                </a:moveTo>
                <a:lnTo>
                  <a:pt x="7430" y="2418302"/>
                </a:lnTo>
                <a:cubicBezTo>
                  <a:pt x="7430" y="2417636"/>
                  <a:pt x="8001" y="2417064"/>
                  <a:pt x="8668" y="2417064"/>
                </a:cubicBezTo>
                <a:lnTo>
                  <a:pt x="19050" y="2417064"/>
                </a:lnTo>
                <a:cubicBezTo>
                  <a:pt x="19717" y="2417064"/>
                  <a:pt x="20288" y="2417636"/>
                  <a:pt x="20288" y="2418302"/>
                </a:cubicBezTo>
                <a:lnTo>
                  <a:pt x="20288" y="2428399"/>
                </a:lnTo>
                <a:cubicBezTo>
                  <a:pt x="20288" y="2429066"/>
                  <a:pt x="19717" y="2429637"/>
                  <a:pt x="19050" y="2429637"/>
                </a:cubicBezTo>
                <a:lnTo>
                  <a:pt x="8668" y="2429637"/>
                </a:lnTo>
                <a:cubicBezTo>
                  <a:pt x="8001" y="2429637"/>
                  <a:pt x="7430" y="2429066"/>
                  <a:pt x="7430" y="2428399"/>
                </a:cubicBezTo>
                <a:close/>
                <a:moveTo>
                  <a:pt x="32861" y="2473928"/>
                </a:moveTo>
                <a:cubicBezTo>
                  <a:pt x="36195" y="2473928"/>
                  <a:pt x="38862" y="2471261"/>
                  <a:pt x="38862" y="2467928"/>
                </a:cubicBezTo>
                <a:lnTo>
                  <a:pt x="38862" y="2457831"/>
                </a:lnTo>
                <a:cubicBezTo>
                  <a:pt x="38862" y="2454497"/>
                  <a:pt x="36195" y="2451830"/>
                  <a:pt x="32861" y="2451830"/>
                </a:cubicBezTo>
                <a:lnTo>
                  <a:pt x="22479" y="2451830"/>
                </a:lnTo>
                <a:cubicBezTo>
                  <a:pt x="19145" y="2451830"/>
                  <a:pt x="16478" y="2454497"/>
                  <a:pt x="16478" y="2457831"/>
                </a:cubicBezTo>
                <a:lnTo>
                  <a:pt x="16478" y="2467928"/>
                </a:lnTo>
                <a:cubicBezTo>
                  <a:pt x="16478" y="2471261"/>
                  <a:pt x="19145" y="2473928"/>
                  <a:pt x="22479" y="2473928"/>
                </a:cubicBezTo>
                <a:lnTo>
                  <a:pt x="32861" y="2473928"/>
                </a:lnTo>
                <a:close/>
                <a:moveTo>
                  <a:pt x="21146" y="2467928"/>
                </a:moveTo>
                <a:lnTo>
                  <a:pt x="21146" y="2457831"/>
                </a:lnTo>
                <a:cubicBezTo>
                  <a:pt x="21146" y="2457164"/>
                  <a:pt x="21717" y="2456593"/>
                  <a:pt x="22384" y="2456593"/>
                </a:cubicBezTo>
                <a:lnTo>
                  <a:pt x="32766" y="2456593"/>
                </a:lnTo>
                <a:cubicBezTo>
                  <a:pt x="33433" y="2456593"/>
                  <a:pt x="34004" y="2457164"/>
                  <a:pt x="34004" y="2457831"/>
                </a:cubicBezTo>
                <a:lnTo>
                  <a:pt x="34004" y="2467928"/>
                </a:lnTo>
                <a:cubicBezTo>
                  <a:pt x="34004" y="2468594"/>
                  <a:pt x="33433" y="2469166"/>
                  <a:pt x="32766" y="2469166"/>
                </a:cubicBezTo>
                <a:lnTo>
                  <a:pt x="22384" y="2469166"/>
                </a:lnTo>
                <a:cubicBezTo>
                  <a:pt x="21717" y="2469166"/>
                  <a:pt x="21146" y="2468594"/>
                  <a:pt x="21146" y="2467928"/>
                </a:cubicBezTo>
                <a:close/>
                <a:moveTo>
                  <a:pt x="2267141" y="3268504"/>
                </a:moveTo>
                <a:lnTo>
                  <a:pt x="2267141" y="3285744"/>
                </a:lnTo>
                <a:cubicBezTo>
                  <a:pt x="2267141" y="3285744"/>
                  <a:pt x="2262378" y="3285744"/>
                  <a:pt x="2262378" y="3285744"/>
                </a:cubicBezTo>
                <a:lnTo>
                  <a:pt x="2262378" y="3268504"/>
                </a:lnTo>
                <a:cubicBezTo>
                  <a:pt x="2262378" y="3268504"/>
                  <a:pt x="2267141" y="3268504"/>
                  <a:pt x="2267141" y="3268504"/>
                </a:cubicBezTo>
                <a:close/>
                <a:moveTo>
                  <a:pt x="2537651" y="3058382"/>
                </a:moveTo>
                <a:lnTo>
                  <a:pt x="2515457" y="3080195"/>
                </a:lnTo>
                <a:cubicBezTo>
                  <a:pt x="2515457" y="3080195"/>
                  <a:pt x="2515934" y="3080957"/>
                  <a:pt x="2516029" y="3081433"/>
                </a:cubicBezTo>
                <a:cubicBezTo>
                  <a:pt x="2516981" y="3085910"/>
                  <a:pt x="2514219" y="3090291"/>
                  <a:pt x="2509742" y="3091244"/>
                </a:cubicBezTo>
                <a:cubicBezTo>
                  <a:pt x="2505266" y="3092196"/>
                  <a:pt x="2500884" y="3089434"/>
                  <a:pt x="2499932" y="3084957"/>
                </a:cubicBezTo>
                <a:cubicBezTo>
                  <a:pt x="2498979" y="3080480"/>
                  <a:pt x="2501742" y="3076099"/>
                  <a:pt x="2506218" y="3075146"/>
                </a:cubicBezTo>
                <a:cubicBezTo>
                  <a:pt x="2508504" y="3074670"/>
                  <a:pt x="2510695" y="3075146"/>
                  <a:pt x="2512505" y="3076289"/>
                </a:cubicBezTo>
                <a:lnTo>
                  <a:pt x="2535746" y="3053525"/>
                </a:lnTo>
                <a:lnTo>
                  <a:pt x="2536698" y="3053525"/>
                </a:lnTo>
                <a:lnTo>
                  <a:pt x="2692242" y="3053810"/>
                </a:lnTo>
                <a:lnTo>
                  <a:pt x="2731580" y="3006757"/>
                </a:lnTo>
                <a:lnTo>
                  <a:pt x="2731580" y="2954941"/>
                </a:lnTo>
                <a:cubicBezTo>
                  <a:pt x="2731580" y="2954941"/>
                  <a:pt x="2691955" y="2902172"/>
                  <a:pt x="2691955" y="2902172"/>
                </a:cubicBezTo>
                <a:lnTo>
                  <a:pt x="2532793" y="2901696"/>
                </a:lnTo>
                <a:lnTo>
                  <a:pt x="2519077" y="2887980"/>
                </a:lnTo>
                <a:cubicBezTo>
                  <a:pt x="2518505" y="2888361"/>
                  <a:pt x="2517934" y="2888552"/>
                  <a:pt x="2517172" y="2888552"/>
                </a:cubicBezTo>
                <a:lnTo>
                  <a:pt x="2495550" y="2888552"/>
                </a:lnTo>
                <a:cubicBezTo>
                  <a:pt x="2493455" y="2888552"/>
                  <a:pt x="2491835" y="2886837"/>
                  <a:pt x="2491835" y="2884837"/>
                </a:cubicBezTo>
                <a:lnTo>
                  <a:pt x="2491835" y="2879217"/>
                </a:lnTo>
                <a:cubicBezTo>
                  <a:pt x="2491835" y="2877122"/>
                  <a:pt x="2493550" y="2875502"/>
                  <a:pt x="2495550" y="2875502"/>
                </a:cubicBezTo>
                <a:lnTo>
                  <a:pt x="2517172" y="2875502"/>
                </a:lnTo>
                <a:cubicBezTo>
                  <a:pt x="2519267" y="2875502"/>
                  <a:pt x="2520887" y="2877217"/>
                  <a:pt x="2520887" y="2879217"/>
                </a:cubicBezTo>
                <a:lnTo>
                  <a:pt x="2520887" y="2884265"/>
                </a:lnTo>
                <a:lnTo>
                  <a:pt x="2521458" y="2883694"/>
                </a:lnTo>
                <a:lnTo>
                  <a:pt x="2534698" y="2896934"/>
                </a:lnTo>
                <a:lnTo>
                  <a:pt x="2694242" y="2897410"/>
                </a:lnTo>
                <a:lnTo>
                  <a:pt x="2736247" y="2953417"/>
                </a:lnTo>
                <a:lnTo>
                  <a:pt x="2736247" y="3008567"/>
                </a:lnTo>
                <a:cubicBezTo>
                  <a:pt x="2736247" y="3008567"/>
                  <a:pt x="2694432" y="3058668"/>
                  <a:pt x="2694432" y="3058668"/>
                </a:cubicBezTo>
                <a:lnTo>
                  <a:pt x="2693289" y="3058668"/>
                </a:lnTo>
                <a:lnTo>
                  <a:pt x="2537651" y="3058382"/>
                </a:lnTo>
                <a:close/>
                <a:moveTo>
                  <a:pt x="2302764" y="3086576"/>
                </a:moveTo>
                <a:cubicBezTo>
                  <a:pt x="2302764" y="3090482"/>
                  <a:pt x="2299621" y="3093625"/>
                  <a:pt x="2295716" y="3093625"/>
                </a:cubicBezTo>
                <a:cubicBezTo>
                  <a:pt x="2291810" y="3093625"/>
                  <a:pt x="2288667" y="3090482"/>
                  <a:pt x="2288667" y="3086576"/>
                </a:cubicBezTo>
                <a:cubicBezTo>
                  <a:pt x="2288667" y="3082671"/>
                  <a:pt x="2291810" y="3079528"/>
                  <a:pt x="2295716" y="3079528"/>
                </a:cubicBezTo>
                <a:cubicBezTo>
                  <a:pt x="2299621" y="3079528"/>
                  <a:pt x="2302764" y="3082671"/>
                  <a:pt x="2302764" y="3086576"/>
                </a:cubicBezTo>
                <a:close/>
                <a:moveTo>
                  <a:pt x="2433733" y="3152585"/>
                </a:moveTo>
                <a:cubicBezTo>
                  <a:pt x="2432399" y="3146870"/>
                  <a:pt x="2426780" y="3143345"/>
                  <a:pt x="2421065" y="3144584"/>
                </a:cubicBezTo>
                <a:cubicBezTo>
                  <a:pt x="2418302" y="3145250"/>
                  <a:pt x="2415921" y="3146870"/>
                  <a:pt x="2414397" y="3149251"/>
                </a:cubicBezTo>
                <a:cubicBezTo>
                  <a:pt x="2412873" y="3151632"/>
                  <a:pt x="2412397" y="3154490"/>
                  <a:pt x="2412968" y="3157252"/>
                </a:cubicBezTo>
                <a:cubicBezTo>
                  <a:pt x="2414111" y="3162205"/>
                  <a:pt x="2418493" y="3165538"/>
                  <a:pt x="2423351" y="3165538"/>
                </a:cubicBezTo>
                <a:cubicBezTo>
                  <a:pt x="2424113" y="3165538"/>
                  <a:pt x="2424875" y="3165538"/>
                  <a:pt x="2425637" y="3165253"/>
                </a:cubicBezTo>
                <a:cubicBezTo>
                  <a:pt x="2429732" y="3164300"/>
                  <a:pt x="2432685" y="3161062"/>
                  <a:pt x="2433542" y="3157252"/>
                </a:cubicBezTo>
                <a:lnTo>
                  <a:pt x="2563463" y="3157252"/>
                </a:lnTo>
                <a:lnTo>
                  <a:pt x="2583942" y="3136583"/>
                </a:lnTo>
                <a:cubicBezTo>
                  <a:pt x="2585561" y="3137345"/>
                  <a:pt x="2587371" y="3137726"/>
                  <a:pt x="2589181" y="3137249"/>
                </a:cubicBezTo>
                <a:cubicBezTo>
                  <a:pt x="2593658" y="3136297"/>
                  <a:pt x="2596420" y="3131820"/>
                  <a:pt x="2595467" y="3127438"/>
                </a:cubicBezTo>
                <a:cubicBezTo>
                  <a:pt x="2594515" y="3122962"/>
                  <a:pt x="2590038" y="3120200"/>
                  <a:pt x="2585657" y="3121152"/>
                </a:cubicBezTo>
                <a:cubicBezTo>
                  <a:pt x="2581180" y="3122105"/>
                  <a:pt x="2578418" y="3126581"/>
                  <a:pt x="2579370" y="3130963"/>
                </a:cubicBezTo>
                <a:cubicBezTo>
                  <a:pt x="2579561" y="3131820"/>
                  <a:pt x="2579942" y="3132582"/>
                  <a:pt x="2580418" y="3133344"/>
                </a:cubicBezTo>
                <a:lnTo>
                  <a:pt x="2561463" y="3152489"/>
                </a:lnTo>
                <a:lnTo>
                  <a:pt x="2433638" y="3152489"/>
                </a:lnTo>
                <a:close/>
                <a:moveTo>
                  <a:pt x="2424684" y="3160681"/>
                </a:moveTo>
                <a:cubicBezTo>
                  <a:pt x="2421541" y="3161348"/>
                  <a:pt x="2418398" y="3159347"/>
                  <a:pt x="2417731" y="3156204"/>
                </a:cubicBezTo>
                <a:cubicBezTo>
                  <a:pt x="2417350" y="3154680"/>
                  <a:pt x="2417731" y="3153061"/>
                  <a:pt x="2418493" y="3151823"/>
                </a:cubicBezTo>
                <a:cubicBezTo>
                  <a:pt x="2419350" y="3150489"/>
                  <a:pt x="2420684" y="3149632"/>
                  <a:pt x="2422208" y="3149251"/>
                </a:cubicBezTo>
                <a:cubicBezTo>
                  <a:pt x="2422589" y="3149155"/>
                  <a:pt x="2423065" y="3149155"/>
                  <a:pt x="2423446" y="3149155"/>
                </a:cubicBezTo>
                <a:cubicBezTo>
                  <a:pt x="2426113" y="3149155"/>
                  <a:pt x="2428589" y="3150965"/>
                  <a:pt x="2429161" y="3153728"/>
                </a:cubicBezTo>
                <a:cubicBezTo>
                  <a:pt x="2429828" y="3156871"/>
                  <a:pt x="2427827" y="3160014"/>
                  <a:pt x="2424684" y="3160776"/>
                </a:cubicBezTo>
                <a:close/>
                <a:moveTo>
                  <a:pt x="2271808" y="3228023"/>
                </a:moveTo>
                <a:cubicBezTo>
                  <a:pt x="2271808" y="3231928"/>
                  <a:pt x="2268665" y="3235071"/>
                  <a:pt x="2264759" y="3235071"/>
                </a:cubicBezTo>
                <a:cubicBezTo>
                  <a:pt x="2260854" y="3235071"/>
                  <a:pt x="2257711" y="3231928"/>
                  <a:pt x="2257711" y="3228023"/>
                </a:cubicBezTo>
                <a:cubicBezTo>
                  <a:pt x="2257711" y="3224117"/>
                  <a:pt x="2260854" y="3220974"/>
                  <a:pt x="2264759" y="3220974"/>
                </a:cubicBezTo>
                <a:cubicBezTo>
                  <a:pt x="2268665" y="3220974"/>
                  <a:pt x="2271808" y="3224117"/>
                  <a:pt x="2271808" y="3228023"/>
                </a:cubicBezTo>
                <a:close/>
                <a:moveTo>
                  <a:pt x="2336292" y="3174683"/>
                </a:moveTo>
                <a:lnTo>
                  <a:pt x="2336292" y="3120580"/>
                </a:lnTo>
                <a:lnTo>
                  <a:pt x="2307717" y="3094482"/>
                </a:lnTo>
                <a:cubicBezTo>
                  <a:pt x="2311813" y="3088196"/>
                  <a:pt x="2310384" y="3079623"/>
                  <a:pt x="2304288" y="3075146"/>
                </a:cubicBezTo>
                <a:cubicBezTo>
                  <a:pt x="2302383" y="3073813"/>
                  <a:pt x="2300288" y="3073051"/>
                  <a:pt x="2298192" y="3072765"/>
                </a:cubicBezTo>
                <a:lnTo>
                  <a:pt x="2298002" y="3056001"/>
                </a:lnTo>
                <a:lnTo>
                  <a:pt x="2293239" y="3056001"/>
                </a:lnTo>
                <a:cubicBezTo>
                  <a:pt x="2293239" y="3056001"/>
                  <a:pt x="2293430" y="3072765"/>
                  <a:pt x="2293430" y="3072765"/>
                </a:cubicBezTo>
                <a:cubicBezTo>
                  <a:pt x="2289905" y="3073337"/>
                  <a:pt x="2286572" y="3075242"/>
                  <a:pt x="2284286" y="3078385"/>
                </a:cubicBezTo>
                <a:cubicBezTo>
                  <a:pt x="2279618" y="3084767"/>
                  <a:pt x="2280952" y="3093720"/>
                  <a:pt x="2287334" y="3098387"/>
                </a:cubicBezTo>
                <a:cubicBezTo>
                  <a:pt x="2290382" y="3100673"/>
                  <a:pt x="2294192" y="3101530"/>
                  <a:pt x="2298002" y="3100959"/>
                </a:cubicBezTo>
                <a:cubicBezTo>
                  <a:pt x="2301240" y="3100483"/>
                  <a:pt x="2304002" y="3098768"/>
                  <a:pt x="2306193" y="3096387"/>
                </a:cubicBezTo>
                <a:lnTo>
                  <a:pt x="2334006" y="3121819"/>
                </a:lnTo>
                <a:lnTo>
                  <a:pt x="2334006" y="3173730"/>
                </a:lnTo>
                <a:lnTo>
                  <a:pt x="2275999" y="3219260"/>
                </a:lnTo>
                <a:cubicBezTo>
                  <a:pt x="2275237" y="3218307"/>
                  <a:pt x="2274380" y="3217450"/>
                  <a:pt x="2273332" y="3216688"/>
                </a:cubicBezTo>
                <a:cubicBezTo>
                  <a:pt x="2270760" y="3214783"/>
                  <a:pt x="2267807" y="3213926"/>
                  <a:pt x="2264855" y="3213926"/>
                </a:cubicBezTo>
                <a:cubicBezTo>
                  <a:pt x="2260473" y="3213926"/>
                  <a:pt x="2256092" y="3215926"/>
                  <a:pt x="2253234" y="3219736"/>
                </a:cubicBezTo>
                <a:cubicBezTo>
                  <a:pt x="2248567" y="3226118"/>
                  <a:pt x="2249900" y="3235071"/>
                  <a:pt x="2256282" y="3239738"/>
                </a:cubicBezTo>
                <a:cubicBezTo>
                  <a:pt x="2258092" y="3241072"/>
                  <a:pt x="2260187" y="3241929"/>
                  <a:pt x="2262378" y="3242215"/>
                </a:cubicBezTo>
                <a:lnTo>
                  <a:pt x="2262378" y="3251454"/>
                </a:lnTo>
                <a:lnTo>
                  <a:pt x="2267141" y="3251454"/>
                </a:lnTo>
                <a:lnTo>
                  <a:pt x="2267141" y="3242215"/>
                </a:lnTo>
                <a:cubicBezTo>
                  <a:pt x="2270855" y="3241548"/>
                  <a:pt x="2274094" y="3239643"/>
                  <a:pt x="2276285" y="3236595"/>
                </a:cubicBezTo>
                <a:cubicBezTo>
                  <a:pt x="2279714" y="3231928"/>
                  <a:pt x="2279904" y="3225832"/>
                  <a:pt x="2277237" y="3221069"/>
                </a:cubicBezTo>
                <a:lnTo>
                  <a:pt x="2335816" y="3175159"/>
                </a:lnTo>
                <a:lnTo>
                  <a:pt x="2336292" y="3174778"/>
                </a:lnTo>
                <a:close/>
                <a:moveTo>
                  <a:pt x="2305241" y="3093530"/>
                </a:moveTo>
                <a:cubicBezTo>
                  <a:pt x="2303431" y="3096006"/>
                  <a:pt x="2300669" y="3097721"/>
                  <a:pt x="2297621" y="3098197"/>
                </a:cubicBezTo>
                <a:cubicBezTo>
                  <a:pt x="2297049" y="3098197"/>
                  <a:pt x="2296382" y="3098292"/>
                  <a:pt x="2295811" y="3098292"/>
                </a:cubicBezTo>
                <a:cubicBezTo>
                  <a:pt x="2293334" y="3098292"/>
                  <a:pt x="2290953" y="3097530"/>
                  <a:pt x="2288953" y="3096006"/>
                </a:cubicBezTo>
                <a:cubicBezTo>
                  <a:pt x="2283714" y="3092196"/>
                  <a:pt x="2282666" y="3084862"/>
                  <a:pt x="2286476" y="3079623"/>
                </a:cubicBezTo>
                <a:cubicBezTo>
                  <a:pt x="2290286" y="3074480"/>
                  <a:pt x="2297621" y="3073337"/>
                  <a:pt x="2302859" y="3077147"/>
                </a:cubicBezTo>
                <a:cubicBezTo>
                  <a:pt x="2305336" y="3078956"/>
                  <a:pt x="2307050" y="3081719"/>
                  <a:pt x="2307527" y="3084767"/>
                </a:cubicBezTo>
                <a:cubicBezTo>
                  <a:pt x="2308003" y="3087815"/>
                  <a:pt x="2307241" y="3090958"/>
                  <a:pt x="2305431" y="3093434"/>
                </a:cubicBezTo>
                <a:close/>
                <a:moveTo>
                  <a:pt x="2274189" y="3234880"/>
                </a:moveTo>
                <a:cubicBezTo>
                  <a:pt x="2272379" y="3237357"/>
                  <a:pt x="2269617" y="3239072"/>
                  <a:pt x="2266569" y="3239548"/>
                </a:cubicBezTo>
                <a:cubicBezTo>
                  <a:pt x="2265998" y="3239548"/>
                  <a:pt x="2265331" y="3239643"/>
                  <a:pt x="2264759" y="3239643"/>
                </a:cubicBezTo>
                <a:cubicBezTo>
                  <a:pt x="2262283" y="3239643"/>
                  <a:pt x="2259902" y="3238881"/>
                  <a:pt x="2257901" y="3237357"/>
                </a:cubicBezTo>
                <a:cubicBezTo>
                  <a:pt x="2252663" y="3233547"/>
                  <a:pt x="2251615" y="3226213"/>
                  <a:pt x="2255425" y="3220974"/>
                </a:cubicBezTo>
                <a:cubicBezTo>
                  <a:pt x="2259235" y="3215830"/>
                  <a:pt x="2266569" y="3214688"/>
                  <a:pt x="2271808" y="3218498"/>
                </a:cubicBezTo>
                <a:cubicBezTo>
                  <a:pt x="2274284" y="3220307"/>
                  <a:pt x="2275999" y="3223070"/>
                  <a:pt x="2276475" y="3226118"/>
                </a:cubicBezTo>
                <a:cubicBezTo>
                  <a:pt x="2276951" y="3229166"/>
                  <a:pt x="2276189" y="3232309"/>
                  <a:pt x="2274380" y="3234785"/>
                </a:cubicBezTo>
                <a:close/>
                <a:moveTo>
                  <a:pt x="594455" y="1669828"/>
                </a:moveTo>
                <a:lnTo>
                  <a:pt x="594455" y="1670780"/>
                </a:lnTo>
                <a:lnTo>
                  <a:pt x="630174" y="1710404"/>
                </a:lnTo>
                <a:cubicBezTo>
                  <a:pt x="628555" y="1712500"/>
                  <a:pt x="627412" y="1714976"/>
                  <a:pt x="627412" y="1717834"/>
                </a:cubicBezTo>
                <a:cubicBezTo>
                  <a:pt x="627412" y="1724692"/>
                  <a:pt x="633032" y="1730216"/>
                  <a:pt x="639794" y="1730216"/>
                </a:cubicBezTo>
                <a:cubicBezTo>
                  <a:pt x="646557" y="1730216"/>
                  <a:pt x="652177" y="1724692"/>
                  <a:pt x="652177" y="1717834"/>
                </a:cubicBezTo>
                <a:cubicBezTo>
                  <a:pt x="652177" y="1710976"/>
                  <a:pt x="646557" y="1705451"/>
                  <a:pt x="639794" y="1705451"/>
                </a:cubicBezTo>
                <a:cubicBezTo>
                  <a:pt x="637508" y="1705451"/>
                  <a:pt x="635508" y="1706213"/>
                  <a:pt x="633698" y="1707261"/>
                </a:cubicBezTo>
                <a:lnTo>
                  <a:pt x="599218" y="1668875"/>
                </a:lnTo>
                <a:lnTo>
                  <a:pt x="599694" y="1463802"/>
                </a:lnTo>
                <a:lnTo>
                  <a:pt x="607409" y="1452467"/>
                </a:lnTo>
                <a:cubicBezTo>
                  <a:pt x="609410" y="1453896"/>
                  <a:pt x="611791" y="1454944"/>
                  <a:pt x="614458" y="1454944"/>
                </a:cubicBezTo>
                <a:cubicBezTo>
                  <a:pt x="621316" y="1454944"/>
                  <a:pt x="626840" y="1449419"/>
                  <a:pt x="626840" y="1442561"/>
                </a:cubicBezTo>
                <a:cubicBezTo>
                  <a:pt x="626840" y="1435703"/>
                  <a:pt x="621221" y="1430179"/>
                  <a:pt x="614458" y="1430179"/>
                </a:cubicBezTo>
                <a:cubicBezTo>
                  <a:pt x="607695" y="1430179"/>
                  <a:pt x="602075" y="1435799"/>
                  <a:pt x="602075" y="1442561"/>
                </a:cubicBezTo>
                <a:cubicBezTo>
                  <a:pt x="602075" y="1444943"/>
                  <a:pt x="602933" y="1447038"/>
                  <a:pt x="604076" y="1448943"/>
                </a:cubicBezTo>
                <a:lnTo>
                  <a:pt x="594932" y="1462278"/>
                </a:lnTo>
                <a:lnTo>
                  <a:pt x="594455" y="1669732"/>
                </a:lnTo>
                <a:close/>
                <a:moveTo>
                  <a:pt x="639890" y="1710214"/>
                </a:moveTo>
                <a:cubicBezTo>
                  <a:pt x="644081" y="1710214"/>
                  <a:pt x="647510" y="1713643"/>
                  <a:pt x="647510" y="1717834"/>
                </a:cubicBezTo>
                <a:cubicBezTo>
                  <a:pt x="647510" y="1722025"/>
                  <a:pt x="644081" y="1725454"/>
                  <a:pt x="639890" y="1725454"/>
                </a:cubicBezTo>
                <a:cubicBezTo>
                  <a:pt x="635699" y="1725454"/>
                  <a:pt x="632270" y="1722025"/>
                  <a:pt x="632270" y="1717834"/>
                </a:cubicBezTo>
                <a:cubicBezTo>
                  <a:pt x="632270" y="1713643"/>
                  <a:pt x="635699" y="1710214"/>
                  <a:pt x="639890" y="1710214"/>
                </a:cubicBezTo>
                <a:close/>
                <a:moveTo>
                  <a:pt x="614553" y="1434941"/>
                </a:moveTo>
                <a:cubicBezTo>
                  <a:pt x="618744" y="1434941"/>
                  <a:pt x="622173" y="1438370"/>
                  <a:pt x="622173" y="1442561"/>
                </a:cubicBezTo>
                <a:cubicBezTo>
                  <a:pt x="622173" y="1446752"/>
                  <a:pt x="618744" y="1450181"/>
                  <a:pt x="614553" y="1450181"/>
                </a:cubicBezTo>
                <a:cubicBezTo>
                  <a:pt x="610362" y="1450181"/>
                  <a:pt x="606933" y="1446752"/>
                  <a:pt x="606933" y="1442561"/>
                </a:cubicBezTo>
                <a:cubicBezTo>
                  <a:pt x="606933" y="1438370"/>
                  <a:pt x="610362" y="1434941"/>
                  <a:pt x="614553" y="1434941"/>
                </a:cubicBezTo>
                <a:close/>
              </a:path>
            </a:pathLst>
          </a:custGeom>
          <a:gradFill flip="none" rotWithShape="1">
            <a:gsLst>
              <a:gs pos="0">
                <a:schemeClr val="tx2">
                  <a:alpha val="16000"/>
                </a:schemeClr>
              </a:gs>
              <a:gs pos="100000">
                <a:schemeClr val="tx2">
                  <a:alpha val="0"/>
                </a:schemeClr>
              </a:gs>
            </a:gsLst>
            <a:lin ang="8100000" scaled="1"/>
            <a:tileRect/>
          </a:gradFill>
          <a:ln w="9525" cap="flat">
            <a:noFill/>
            <a:prstDash val="solid"/>
            <a:miter/>
            <a:headEnd type="oval" w="lg" len="lg"/>
            <a:tailEnd type="oval" w="lg" len="lg"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/>
            <a:endParaRPr lang="en-US"/>
          </a:p>
        </p:txBody>
      </p:sp>
      <p:pic>
        <p:nvPicPr>
          <p:cNvPr id="10" name="Glyph">
            <a:extLst>
              <a:ext uri="{FF2B5EF4-FFF2-40B4-BE49-F238E27FC236}">
                <a16:creationId xmlns:a16="http://schemas.microsoft.com/office/drawing/2014/main" id="{1CF8C957-F63E-0E32-9AEC-E4E6E7404FD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81000" y="6031230"/>
            <a:ext cx="579256" cy="502920"/>
          </a:xfrm>
          <a:prstGeom prst="rect">
            <a:avLst/>
          </a:prstGeom>
        </p:spPr>
      </p:pic>
      <p:pic>
        <p:nvPicPr>
          <p:cNvPr id="22" name="Colon">
            <a:extLst>
              <a:ext uri="{FF2B5EF4-FFF2-40B4-BE49-F238E27FC236}">
                <a16:creationId xmlns:a16="http://schemas.microsoft.com/office/drawing/2014/main" id="{CE5F6109-A254-6F4B-9222-4CCE7912C76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909060" y="2880360"/>
            <a:ext cx="487680" cy="109728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4703985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616">
          <p15:clr>
            <a:srgbClr val="FBAE40"/>
          </p15:clr>
        </p15:guide>
      </p15:sldGuideLst>
    </p:ext>
  </p:extLst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Sidebar Textur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A8D8D64D-199D-379B-A2C7-1DFB9E9A8F81}"/>
              </a:ext>
            </a:extLst>
          </p:cNvPr>
          <p:cNvSpPr/>
          <p:nvPr userDrawn="1"/>
        </p:nvSpPr>
        <p:spPr bwMode="auto">
          <a:xfrm>
            <a:off x="0" y="0"/>
            <a:ext cx="4152900" cy="6858000"/>
          </a:xfrm>
          <a:prstGeom prst="rect">
            <a:avLst/>
          </a:prstGeom>
          <a:solidFill>
            <a:schemeClr val="bg2"/>
          </a:solidFill>
          <a:ln w="12700" cap="sq" algn="ctr">
            <a:noFill/>
            <a:miter lim="800000"/>
            <a:headEnd/>
            <a:tailEnd/>
          </a:ln>
          <a:effectLst/>
        </p:spPr>
        <p:txBody>
          <a:bodyPr wrap="square" lIns="182880" tIns="182880" rIns="182880" bIns="182880" rtlCol="0" anchor="ctr" anchorCtr="1">
            <a:spAutoFit/>
          </a:bodyPr>
          <a:lstStyle/>
          <a:p>
            <a:pPr algn="l">
              <a:lnSpc>
                <a:spcPct val="95000"/>
              </a:lnSpc>
              <a:spcBef>
                <a:spcPts val="1080"/>
              </a:spcBef>
            </a:pPr>
            <a:endParaRPr lang="en-US" sz="1600" b="1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1718B9B-E0C1-2994-C548-B5CB537DD275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7E6ECBBE-ACC3-48EB-9F88-A771FEACBB2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Texture">
            <a:extLst>
              <a:ext uri="{FF2B5EF4-FFF2-40B4-BE49-F238E27FC236}">
                <a16:creationId xmlns:a16="http://schemas.microsoft.com/office/drawing/2014/main" id="{842C0181-F0B7-EB46-1F8D-A65B2179BB3B}"/>
              </a:ext>
            </a:extLst>
          </p:cNvPr>
          <p:cNvSpPr/>
          <p:nvPr userDrawn="1"/>
        </p:nvSpPr>
        <p:spPr>
          <a:xfrm>
            <a:off x="0" y="0"/>
            <a:ext cx="4153050" cy="6858000"/>
          </a:xfrm>
          <a:custGeom>
            <a:avLst/>
            <a:gdLst>
              <a:gd name="connsiteX0" fmla="*/ 620554 w 3114960"/>
              <a:gd name="connsiteY0" fmla="*/ 4555617 h 5143785"/>
              <a:gd name="connsiteX1" fmla="*/ 602456 w 3114960"/>
              <a:gd name="connsiteY1" fmla="*/ 4555617 h 5143785"/>
              <a:gd name="connsiteX2" fmla="*/ 571310 w 3114960"/>
              <a:gd name="connsiteY2" fmla="*/ 4531710 h 5143785"/>
              <a:gd name="connsiteX3" fmla="*/ 453009 w 3114960"/>
              <a:gd name="connsiteY3" fmla="*/ 4531710 h 5143785"/>
              <a:gd name="connsiteX4" fmla="*/ 415576 w 3114960"/>
              <a:gd name="connsiteY4" fmla="*/ 4563713 h 5143785"/>
              <a:gd name="connsiteX5" fmla="*/ 357473 w 3114960"/>
              <a:gd name="connsiteY5" fmla="*/ 4563428 h 5143785"/>
              <a:gd name="connsiteX6" fmla="*/ 332804 w 3114960"/>
              <a:gd name="connsiteY6" fmla="*/ 4541806 h 5143785"/>
              <a:gd name="connsiteX7" fmla="*/ 277654 w 3114960"/>
              <a:gd name="connsiteY7" fmla="*/ 4541806 h 5143785"/>
              <a:gd name="connsiteX8" fmla="*/ 256699 w 3114960"/>
              <a:gd name="connsiteY8" fmla="*/ 4520565 h 5143785"/>
              <a:gd name="connsiteX9" fmla="*/ 189548 w 3114960"/>
              <a:gd name="connsiteY9" fmla="*/ 4520565 h 5143785"/>
              <a:gd name="connsiteX10" fmla="*/ 188500 w 3114960"/>
              <a:gd name="connsiteY10" fmla="*/ 4519041 h 5143785"/>
              <a:gd name="connsiteX11" fmla="*/ 182880 w 3114960"/>
              <a:gd name="connsiteY11" fmla="*/ 4513421 h 5143785"/>
              <a:gd name="connsiteX12" fmla="*/ 175070 w 3114960"/>
              <a:gd name="connsiteY12" fmla="*/ 4513421 h 5143785"/>
              <a:gd name="connsiteX13" fmla="*/ 169450 w 3114960"/>
              <a:gd name="connsiteY13" fmla="*/ 4519041 h 5143785"/>
              <a:gd name="connsiteX14" fmla="*/ 167831 w 3114960"/>
              <a:gd name="connsiteY14" fmla="*/ 4522946 h 5143785"/>
              <a:gd name="connsiteX15" fmla="*/ 169450 w 3114960"/>
              <a:gd name="connsiteY15" fmla="*/ 4526852 h 5143785"/>
              <a:gd name="connsiteX16" fmla="*/ 175070 w 3114960"/>
              <a:gd name="connsiteY16" fmla="*/ 4532471 h 5143785"/>
              <a:gd name="connsiteX17" fmla="*/ 178975 w 3114960"/>
              <a:gd name="connsiteY17" fmla="*/ 4534091 h 5143785"/>
              <a:gd name="connsiteX18" fmla="*/ 182880 w 3114960"/>
              <a:gd name="connsiteY18" fmla="*/ 4532471 h 5143785"/>
              <a:gd name="connsiteX19" fmla="*/ 188500 w 3114960"/>
              <a:gd name="connsiteY19" fmla="*/ 4526852 h 5143785"/>
              <a:gd name="connsiteX20" fmla="*/ 189548 w 3114960"/>
              <a:gd name="connsiteY20" fmla="*/ 4525328 h 5143785"/>
              <a:gd name="connsiteX21" fmla="*/ 254699 w 3114960"/>
              <a:gd name="connsiteY21" fmla="*/ 4525328 h 5143785"/>
              <a:gd name="connsiteX22" fmla="*/ 272701 w 3114960"/>
              <a:gd name="connsiteY22" fmla="*/ 4543520 h 5143785"/>
              <a:gd name="connsiteX23" fmla="*/ 262985 w 3114960"/>
              <a:gd name="connsiteY23" fmla="*/ 4553522 h 5143785"/>
              <a:gd name="connsiteX24" fmla="*/ 211550 w 3114960"/>
              <a:gd name="connsiteY24" fmla="*/ 4553522 h 5143785"/>
              <a:gd name="connsiteX25" fmla="*/ 209455 w 3114960"/>
              <a:gd name="connsiteY25" fmla="*/ 4549331 h 5143785"/>
              <a:gd name="connsiteX26" fmla="*/ 203359 w 3114960"/>
              <a:gd name="connsiteY26" fmla="*/ 4546759 h 5143785"/>
              <a:gd name="connsiteX27" fmla="*/ 203359 w 3114960"/>
              <a:gd name="connsiteY27" fmla="*/ 4546759 h 5143785"/>
              <a:gd name="connsiteX28" fmla="*/ 197263 w 3114960"/>
              <a:gd name="connsiteY28" fmla="*/ 4549236 h 5143785"/>
              <a:gd name="connsiteX29" fmla="*/ 194691 w 3114960"/>
              <a:gd name="connsiteY29" fmla="*/ 4555331 h 5143785"/>
              <a:gd name="connsiteX30" fmla="*/ 203264 w 3114960"/>
              <a:gd name="connsiteY30" fmla="*/ 4564095 h 5143785"/>
              <a:gd name="connsiteX31" fmla="*/ 203264 w 3114960"/>
              <a:gd name="connsiteY31" fmla="*/ 4564095 h 5143785"/>
              <a:gd name="connsiteX32" fmla="*/ 211360 w 3114960"/>
              <a:gd name="connsiteY32" fmla="*/ 4558379 h 5143785"/>
              <a:gd name="connsiteX33" fmla="*/ 265081 w 3114960"/>
              <a:gd name="connsiteY33" fmla="*/ 4558379 h 5143785"/>
              <a:gd name="connsiteX34" fmla="*/ 276511 w 3114960"/>
              <a:gd name="connsiteY34" fmla="*/ 4546473 h 5143785"/>
              <a:gd name="connsiteX35" fmla="*/ 330994 w 3114960"/>
              <a:gd name="connsiteY35" fmla="*/ 4546473 h 5143785"/>
              <a:gd name="connsiteX36" fmla="*/ 355664 w 3114960"/>
              <a:gd name="connsiteY36" fmla="*/ 4568190 h 5143785"/>
              <a:gd name="connsiteX37" fmla="*/ 416433 w 3114960"/>
              <a:gd name="connsiteY37" fmla="*/ 4568476 h 5143785"/>
              <a:gd name="connsiteX38" fmla="*/ 417290 w 3114960"/>
              <a:gd name="connsiteY38" fmla="*/ 4568476 h 5143785"/>
              <a:gd name="connsiteX39" fmla="*/ 454724 w 3114960"/>
              <a:gd name="connsiteY39" fmla="*/ 4536472 h 5143785"/>
              <a:gd name="connsiteX40" fmla="*/ 569595 w 3114960"/>
              <a:gd name="connsiteY40" fmla="*/ 4536472 h 5143785"/>
              <a:gd name="connsiteX41" fmla="*/ 600742 w 3114960"/>
              <a:gd name="connsiteY41" fmla="*/ 4560380 h 5143785"/>
              <a:gd name="connsiteX42" fmla="*/ 620459 w 3114960"/>
              <a:gd name="connsiteY42" fmla="*/ 4560380 h 5143785"/>
              <a:gd name="connsiteX43" fmla="*/ 623411 w 3114960"/>
              <a:gd name="connsiteY43" fmla="*/ 4565809 h 5143785"/>
              <a:gd name="connsiteX44" fmla="*/ 630555 w 3114960"/>
              <a:gd name="connsiteY44" fmla="*/ 4568571 h 5143785"/>
              <a:gd name="connsiteX45" fmla="*/ 631127 w 3114960"/>
              <a:gd name="connsiteY45" fmla="*/ 4568571 h 5143785"/>
              <a:gd name="connsiteX46" fmla="*/ 638461 w 3114960"/>
              <a:gd name="connsiteY46" fmla="*/ 4565047 h 5143785"/>
              <a:gd name="connsiteX47" fmla="*/ 641223 w 3114960"/>
              <a:gd name="connsiteY47" fmla="*/ 4557332 h 5143785"/>
              <a:gd name="connsiteX48" fmla="*/ 637699 w 3114960"/>
              <a:gd name="connsiteY48" fmla="*/ 4549997 h 5143785"/>
              <a:gd name="connsiteX49" fmla="*/ 629984 w 3114960"/>
              <a:gd name="connsiteY49" fmla="*/ 4547235 h 5143785"/>
              <a:gd name="connsiteX50" fmla="*/ 622649 w 3114960"/>
              <a:gd name="connsiteY50" fmla="*/ 4550760 h 5143785"/>
              <a:gd name="connsiteX51" fmla="*/ 620268 w 3114960"/>
              <a:gd name="connsiteY51" fmla="*/ 4555617 h 5143785"/>
              <a:gd name="connsiteX52" fmla="*/ 185166 w 3114960"/>
              <a:gd name="connsiteY52" fmla="*/ 4523518 h 5143785"/>
              <a:gd name="connsiteX53" fmla="*/ 179546 w 3114960"/>
              <a:gd name="connsiteY53" fmla="*/ 4529138 h 5143785"/>
              <a:gd name="connsiteX54" fmla="*/ 178499 w 3114960"/>
              <a:gd name="connsiteY54" fmla="*/ 4529138 h 5143785"/>
              <a:gd name="connsiteX55" fmla="*/ 172879 w 3114960"/>
              <a:gd name="connsiteY55" fmla="*/ 4523518 h 5143785"/>
              <a:gd name="connsiteX56" fmla="*/ 172879 w 3114960"/>
              <a:gd name="connsiteY56" fmla="*/ 4522470 h 5143785"/>
              <a:gd name="connsiteX57" fmla="*/ 179070 w 3114960"/>
              <a:gd name="connsiteY57" fmla="*/ 4516565 h 5143785"/>
              <a:gd name="connsiteX58" fmla="*/ 179546 w 3114960"/>
              <a:gd name="connsiteY58" fmla="*/ 4516755 h 5143785"/>
              <a:gd name="connsiteX59" fmla="*/ 185261 w 3114960"/>
              <a:gd name="connsiteY59" fmla="*/ 4522470 h 5143785"/>
              <a:gd name="connsiteX60" fmla="*/ 185261 w 3114960"/>
              <a:gd name="connsiteY60" fmla="*/ 4523518 h 5143785"/>
              <a:gd name="connsiteX61" fmla="*/ 203359 w 3114960"/>
              <a:gd name="connsiteY61" fmla="*/ 4559427 h 5143785"/>
              <a:gd name="connsiteX62" fmla="*/ 203359 w 3114960"/>
              <a:gd name="connsiteY62" fmla="*/ 4559427 h 5143785"/>
              <a:gd name="connsiteX63" fmla="*/ 199454 w 3114960"/>
              <a:gd name="connsiteY63" fmla="*/ 4555522 h 5143785"/>
              <a:gd name="connsiteX64" fmla="*/ 200597 w 3114960"/>
              <a:gd name="connsiteY64" fmla="*/ 4552760 h 5143785"/>
              <a:gd name="connsiteX65" fmla="*/ 203359 w 3114960"/>
              <a:gd name="connsiteY65" fmla="*/ 4551617 h 5143785"/>
              <a:gd name="connsiteX66" fmla="*/ 206121 w 3114960"/>
              <a:gd name="connsiteY66" fmla="*/ 4552760 h 5143785"/>
              <a:gd name="connsiteX67" fmla="*/ 207264 w 3114960"/>
              <a:gd name="connsiteY67" fmla="*/ 4555522 h 5143785"/>
              <a:gd name="connsiteX68" fmla="*/ 203359 w 3114960"/>
              <a:gd name="connsiteY68" fmla="*/ 4559427 h 5143785"/>
              <a:gd name="connsiteX69" fmla="*/ 626364 w 3114960"/>
              <a:gd name="connsiteY69" fmla="*/ 4553903 h 5143785"/>
              <a:gd name="connsiteX70" fmla="*/ 630460 w 3114960"/>
              <a:gd name="connsiteY70" fmla="*/ 4551998 h 5143785"/>
              <a:gd name="connsiteX71" fmla="*/ 630746 w 3114960"/>
              <a:gd name="connsiteY71" fmla="*/ 4551998 h 5143785"/>
              <a:gd name="connsiteX72" fmla="*/ 634651 w 3114960"/>
              <a:gd name="connsiteY72" fmla="*/ 4553522 h 5143785"/>
              <a:gd name="connsiteX73" fmla="*/ 636556 w 3114960"/>
              <a:gd name="connsiteY73" fmla="*/ 4557618 h 5143785"/>
              <a:gd name="connsiteX74" fmla="*/ 635032 w 3114960"/>
              <a:gd name="connsiteY74" fmla="*/ 4561904 h 5143785"/>
              <a:gd name="connsiteX75" fmla="*/ 630936 w 3114960"/>
              <a:gd name="connsiteY75" fmla="*/ 4563809 h 5143785"/>
              <a:gd name="connsiteX76" fmla="*/ 626650 w 3114960"/>
              <a:gd name="connsiteY76" fmla="*/ 4562285 h 5143785"/>
              <a:gd name="connsiteX77" fmla="*/ 626650 w 3114960"/>
              <a:gd name="connsiteY77" fmla="*/ 4562285 h 5143785"/>
              <a:gd name="connsiteX78" fmla="*/ 624745 w 3114960"/>
              <a:gd name="connsiteY78" fmla="*/ 4558189 h 5143785"/>
              <a:gd name="connsiteX79" fmla="*/ 626269 w 3114960"/>
              <a:gd name="connsiteY79" fmla="*/ 4553903 h 5143785"/>
              <a:gd name="connsiteX80" fmla="*/ 2530412 w 3114960"/>
              <a:gd name="connsiteY80" fmla="*/ 216884 h 5143785"/>
              <a:gd name="connsiteX81" fmla="*/ 2528126 w 3114960"/>
              <a:gd name="connsiteY81" fmla="*/ 211074 h 5143785"/>
              <a:gd name="connsiteX82" fmla="*/ 2522411 w 3114960"/>
              <a:gd name="connsiteY82" fmla="*/ 208598 h 5143785"/>
              <a:gd name="connsiteX83" fmla="*/ 2514695 w 3114960"/>
              <a:gd name="connsiteY83" fmla="*/ 214217 h 5143785"/>
              <a:gd name="connsiteX84" fmla="*/ 2463546 w 3114960"/>
              <a:gd name="connsiteY84" fmla="*/ 214217 h 5143785"/>
              <a:gd name="connsiteX85" fmla="*/ 2452973 w 3114960"/>
              <a:gd name="connsiteY85" fmla="*/ 224600 h 5143785"/>
              <a:gd name="connsiteX86" fmla="*/ 2452592 w 3114960"/>
              <a:gd name="connsiteY86" fmla="*/ 269843 h 5143785"/>
              <a:gd name="connsiteX87" fmla="*/ 2445068 w 3114960"/>
              <a:gd name="connsiteY87" fmla="*/ 277940 h 5143785"/>
              <a:gd name="connsiteX88" fmla="*/ 2436876 w 3114960"/>
              <a:gd name="connsiteY88" fmla="*/ 276416 h 5143785"/>
              <a:gd name="connsiteX89" fmla="*/ 2430399 w 3114960"/>
              <a:gd name="connsiteY89" fmla="*/ 281178 h 5143785"/>
              <a:gd name="connsiteX90" fmla="*/ 2429161 w 3114960"/>
              <a:gd name="connsiteY90" fmla="*/ 289084 h 5143785"/>
              <a:gd name="connsiteX91" fmla="*/ 2433923 w 3114960"/>
              <a:gd name="connsiteY91" fmla="*/ 295561 h 5143785"/>
              <a:gd name="connsiteX92" fmla="*/ 2439353 w 3114960"/>
              <a:gd name="connsiteY92" fmla="*/ 297085 h 5143785"/>
              <a:gd name="connsiteX93" fmla="*/ 2441829 w 3114960"/>
              <a:gd name="connsiteY93" fmla="*/ 296799 h 5143785"/>
              <a:gd name="connsiteX94" fmla="*/ 2449544 w 3114960"/>
              <a:gd name="connsiteY94" fmla="*/ 284131 h 5143785"/>
              <a:gd name="connsiteX95" fmla="*/ 2448306 w 3114960"/>
              <a:gd name="connsiteY95" fmla="*/ 281464 h 5143785"/>
              <a:gd name="connsiteX96" fmla="*/ 2457355 w 3114960"/>
              <a:gd name="connsiteY96" fmla="*/ 271653 h 5143785"/>
              <a:gd name="connsiteX97" fmla="*/ 2457736 w 3114960"/>
              <a:gd name="connsiteY97" fmla="*/ 226600 h 5143785"/>
              <a:gd name="connsiteX98" fmla="*/ 2465451 w 3114960"/>
              <a:gd name="connsiteY98" fmla="*/ 219075 h 5143785"/>
              <a:gd name="connsiteX99" fmla="*/ 2514600 w 3114960"/>
              <a:gd name="connsiteY99" fmla="*/ 219075 h 5143785"/>
              <a:gd name="connsiteX100" fmla="*/ 2516410 w 3114960"/>
              <a:gd name="connsiteY100" fmla="*/ 222314 h 5143785"/>
              <a:gd name="connsiteX101" fmla="*/ 2522125 w 3114960"/>
              <a:gd name="connsiteY101" fmla="*/ 224790 h 5143785"/>
              <a:gd name="connsiteX102" fmla="*/ 2522315 w 3114960"/>
              <a:gd name="connsiteY102" fmla="*/ 224790 h 5143785"/>
              <a:gd name="connsiteX103" fmla="*/ 2527935 w 3114960"/>
              <a:gd name="connsiteY103" fmla="*/ 222504 h 5143785"/>
              <a:gd name="connsiteX104" fmla="*/ 2530412 w 3114960"/>
              <a:gd name="connsiteY104" fmla="*/ 216789 h 5143785"/>
              <a:gd name="connsiteX105" fmla="*/ 2444305 w 3114960"/>
              <a:gd name="connsiteY105" fmla="*/ 289655 h 5143785"/>
              <a:gd name="connsiteX106" fmla="*/ 2440781 w 3114960"/>
              <a:gd name="connsiteY106" fmla="*/ 292227 h 5143785"/>
              <a:gd name="connsiteX107" fmla="*/ 2433923 w 3114960"/>
              <a:gd name="connsiteY107" fmla="*/ 288036 h 5143785"/>
              <a:gd name="connsiteX108" fmla="*/ 2434590 w 3114960"/>
              <a:gd name="connsiteY108" fmla="*/ 283750 h 5143785"/>
              <a:gd name="connsiteX109" fmla="*/ 2438114 w 3114960"/>
              <a:gd name="connsiteY109" fmla="*/ 281178 h 5143785"/>
              <a:gd name="connsiteX110" fmla="*/ 2439448 w 3114960"/>
              <a:gd name="connsiteY110" fmla="*/ 280988 h 5143785"/>
              <a:gd name="connsiteX111" fmla="*/ 2442401 w 3114960"/>
              <a:gd name="connsiteY111" fmla="*/ 281845 h 5143785"/>
              <a:gd name="connsiteX112" fmla="*/ 2444972 w 3114960"/>
              <a:gd name="connsiteY112" fmla="*/ 285369 h 5143785"/>
              <a:gd name="connsiteX113" fmla="*/ 2444305 w 3114960"/>
              <a:gd name="connsiteY113" fmla="*/ 289655 h 5143785"/>
              <a:gd name="connsiteX114" fmla="*/ 2524601 w 3114960"/>
              <a:gd name="connsiteY114" fmla="*/ 219170 h 5143785"/>
              <a:gd name="connsiteX115" fmla="*/ 2522220 w 3114960"/>
              <a:gd name="connsiteY115" fmla="*/ 220123 h 5143785"/>
              <a:gd name="connsiteX116" fmla="*/ 2519839 w 3114960"/>
              <a:gd name="connsiteY116" fmla="*/ 219075 h 5143785"/>
              <a:gd name="connsiteX117" fmla="*/ 2518886 w 3114960"/>
              <a:gd name="connsiteY117" fmla="*/ 216694 h 5143785"/>
              <a:gd name="connsiteX118" fmla="*/ 2519934 w 3114960"/>
              <a:gd name="connsiteY118" fmla="*/ 214313 h 5143785"/>
              <a:gd name="connsiteX119" fmla="*/ 2522220 w 3114960"/>
              <a:gd name="connsiteY119" fmla="*/ 213360 h 5143785"/>
              <a:gd name="connsiteX120" fmla="*/ 2522220 w 3114960"/>
              <a:gd name="connsiteY120" fmla="*/ 213360 h 5143785"/>
              <a:gd name="connsiteX121" fmla="*/ 2525554 w 3114960"/>
              <a:gd name="connsiteY121" fmla="*/ 216789 h 5143785"/>
              <a:gd name="connsiteX122" fmla="*/ 2524506 w 3114960"/>
              <a:gd name="connsiteY122" fmla="*/ 219170 h 5143785"/>
              <a:gd name="connsiteX123" fmla="*/ 1123760 w 3114960"/>
              <a:gd name="connsiteY123" fmla="*/ 372904 h 5143785"/>
              <a:gd name="connsiteX124" fmla="*/ 1137095 w 3114960"/>
              <a:gd name="connsiteY124" fmla="*/ 383381 h 5143785"/>
              <a:gd name="connsiteX125" fmla="*/ 1126617 w 3114960"/>
              <a:gd name="connsiteY125" fmla="*/ 396716 h 5143785"/>
              <a:gd name="connsiteX126" fmla="*/ 1113282 w 3114960"/>
              <a:gd name="connsiteY126" fmla="*/ 386239 h 5143785"/>
              <a:gd name="connsiteX127" fmla="*/ 1123760 w 3114960"/>
              <a:gd name="connsiteY127" fmla="*/ 372904 h 5143785"/>
              <a:gd name="connsiteX128" fmla="*/ 618458 w 3114960"/>
              <a:gd name="connsiteY128" fmla="*/ 4396359 h 5143785"/>
              <a:gd name="connsiteX129" fmla="*/ 613696 w 3114960"/>
              <a:gd name="connsiteY129" fmla="*/ 4391025 h 5143785"/>
              <a:gd name="connsiteX130" fmla="*/ 620459 w 3114960"/>
              <a:gd name="connsiteY130" fmla="*/ 4385120 h 5143785"/>
              <a:gd name="connsiteX131" fmla="*/ 625221 w 3114960"/>
              <a:gd name="connsiteY131" fmla="*/ 4390454 h 5143785"/>
              <a:gd name="connsiteX132" fmla="*/ 618458 w 3114960"/>
              <a:gd name="connsiteY132" fmla="*/ 4396359 h 5143785"/>
              <a:gd name="connsiteX133" fmla="*/ 631889 w 3114960"/>
              <a:gd name="connsiteY133" fmla="*/ 1254157 h 5143785"/>
              <a:gd name="connsiteX134" fmla="*/ 636651 w 3114960"/>
              <a:gd name="connsiteY134" fmla="*/ 1255109 h 5143785"/>
              <a:gd name="connsiteX135" fmla="*/ 641414 w 3114960"/>
              <a:gd name="connsiteY135" fmla="*/ 1254157 h 5143785"/>
              <a:gd name="connsiteX136" fmla="*/ 648176 w 3114960"/>
              <a:gd name="connsiteY136" fmla="*/ 1247394 h 5143785"/>
              <a:gd name="connsiteX137" fmla="*/ 648176 w 3114960"/>
              <a:gd name="connsiteY137" fmla="*/ 1237869 h 5143785"/>
              <a:gd name="connsiteX138" fmla="*/ 641414 w 3114960"/>
              <a:gd name="connsiteY138" fmla="*/ 1231202 h 5143785"/>
              <a:gd name="connsiteX139" fmla="*/ 631889 w 3114960"/>
              <a:gd name="connsiteY139" fmla="*/ 1231202 h 5143785"/>
              <a:gd name="connsiteX140" fmla="*/ 625126 w 3114960"/>
              <a:gd name="connsiteY140" fmla="*/ 1237964 h 5143785"/>
              <a:gd name="connsiteX141" fmla="*/ 624650 w 3114960"/>
              <a:gd name="connsiteY141" fmla="*/ 1240250 h 5143785"/>
              <a:gd name="connsiteX142" fmla="*/ 528447 w 3114960"/>
              <a:gd name="connsiteY142" fmla="*/ 1240250 h 5143785"/>
              <a:gd name="connsiteX143" fmla="*/ 512826 w 3114960"/>
              <a:gd name="connsiteY143" fmla="*/ 1226058 h 5143785"/>
              <a:gd name="connsiteX144" fmla="*/ 433102 w 3114960"/>
              <a:gd name="connsiteY144" fmla="*/ 1226058 h 5143785"/>
              <a:gd name="connsiteX145" fmla="*/ 409194 w 3114960"/>
              <a:gd name="connsiteY145" fmla="*/ 1243394 h 5143785"/>
              <a:gd name="connsiteX146" fmla="*/ 406527 w 3114960"/>
              <a:gd name="connsiteY146" fmla="*/ 1242822 h 5143785"/>
              <a:gd name="connsiteX147" fmla="*/ 393859 w 3114960"/>
              <a:gd name="connsiteY147" fmla="*/ 1242822 h 5143785"/>
              <a:gd name="connsiteX148" fmla="*/ 387001 w 3114960"/>
              <a:gd name="connsiteY148" fmla="*/ 1249680 h 5143785"/>
              <a:gd name="connsiteX149" fmla="*/ 387001 w 3114960"/>
              <a:gd name="connsiteY149" fmla="*/ 1262348 h 5143785"/>
              <a:gd name="connsiteX150" fmla="*/ 387477 w 3114960"/>
              <a:gd name="connsiteY150" fmla="*/ 1264730 h 5143785"/>
              <a:gd name="connsiteX151" fmla="*/ 340709 w 3114960"/>
              <a:gd name="connsiteY151" fmla="*/ 1304353 h 5143785"/>
              <a:gd name="connsiteX152" fmla="*/ 326517 w 3114960"/>
              <a:gd name="connsiteY152" fmla="*/ 1304353 h 5143785"/>
              <a:gd name="connsiteX153" fmla="*/ 324993 w 3114960"/>
              <a:gd name="connsiteY153" fmla="*/ 1304925 h 5143785"/>
              <a:gd name="connsiteX154" fmla="*/ 303467 w 3114960"/>
              <a:gd name="connsiteY154" fmla="*/ 1323403 h 5143785"/>
              <a:gd name="connsiteX155" fmla="*/ 302609 w 3114960"/>
              <a:gd name="connsiteY155" fmla="*/ 1325213 h 5143785"/>
              <a:gd name="connsiteX156" fmla="*/ 302228 w 3114960"/>
              <a:gd name="connsiteY156" fmla="*/ 1418082 h 5143785"/>
              <a:gd name="connsiteX157" fmla="*/ 285941 w 3114960"/>
              <a:gd name="connsiteY157" fmla="*/ 1434656 h 5143785"/>
              <a:gd name="connsiteX158" fmla="*/ 225838 w 3114960"/>
              <a:gd name="connsiteY158" fmla="*/ 1434656 h 5143785"/>
              <a:gd name="connsiteX159" fmla="*/ 223171 w 3114960"/>
              <a:gd name="connsiteY159" fmla="*/ 1429417 h 5143785"/>
              <a:gd name="connsiteX160" fmla="*/ 209741 w 3114960"/>
              <a:gd name="connsiteY160" fmla="*/ 1428178 h 5143785"/>
              <a:gd name="connsiteX161" fmla="*/ 209741 w 3114960"/>
              <a:gd name="connsiteY161" fmla="*/ 1428178 h 5143785"/>
              <a:gd name="connsiteX162" fmla="*/ 154591 w 3114960"/>
              <a:gd name="connsiteY162" fmla="*/ 1428178 h 5143785"/>
              <a:gd name="connsiteX163" fmla="*/ 142589 w 3114960"/>
              <a:gd name="connsiteY163" fmla="*/ 1436846 h 5143785"/>
              <a:gd name="connsiteX164" fmla="*/ 0 w 3114960"/>
              <a:gd name="connsiteY164" fmla="*/ 1437227 h 5143785"/>
              <a:gd name="connsiteX165" fmla="*/ 0 w 3114960"/>
              <a:gd name="connsiteY165" fmla="*/ 1441990 h 5143785"/>
              <a:gd name="connsiteX166" fmla="*/ 143351 w 3114960"/>
              <a:gd name="connsiteY166" fmla="*/ 1441609 h 5143785"/>
              <a:gd name="connsiteX167" fmla="*/ 144113 w 3114960"/>
              <a:gd name="connsiteY167" fmla="*/ 1441609 h 5143785"/>
              <a:gd name="connsiteX168" fmla="*/ 156115 w 3114960"/>
              <a:gd name="connsiteY168" fmla="*/ 1432941 h 5143785"/>
              <a:gd name="connsiteX169" fmla="*/ 205454 w 3114960"/>
              <a:gd name="connsiteY169" fmla="*/ 1432941 h 5143785"/>
              <a:gd name="connsiteX170" fmla="*/ 207836 w 3114960"/>
              <a:gd name="connsiteY170" fmla="*/ 1444657 h 5143785"/>
              <a:gd name="connsiteX171" fmla="*/ 215456 w 3114960"/>
              <a:gd name="connsiteY171" fmla="*/ 1447800 h 5143785"/>
              <a:gd name="connsiteX172" fmla="*/ 223076 w 3114960"/>
              <a:gd name="connsiteY172" fmla="*/ 1444657 h 5143785"/>
              <a:gd name="connsiteX173" fmla="*/ 225743 w 3114960"/>
              <a:gd name="connsiteY173" fmla="*/ 1439418 h 5143785"/>
              <a:gd name="connsiteX174" fmla="*/ 286798 w 3114960"/>
              <a:gd name="connsiteY174" fmla="*/ 1439418 h 5143785"/>
              <a:gd name="connsiteX175" fmla="*/ 288512 w 3114960"/>
              <a:gd name="connsiteY175" fmla="*/ 1438751 h 5143785"/>
              <a:gd name="connsiteX176" fmla="*/ 306229 w 3114960"/>
              <a:gd name="connsiteY176" fmla="*/ 1420749 h 5143785"/>
              <a:gd name="connsiteX177" fmla="*/ 306896 w 3114960"/>
              <a:gd name="connsiteY177" fmla="*/ 1419130 h 5143785"/>
              <a:gd name="connsiteX178" fmla="*/ 307277 w 3114960"/>
              <a:gd name="connsiteY178" fmla="*/ 1326356 h 5143785"/>
              <a:gd name="connsiteX179" fmla="*/ 327279 w 3114960"/>
              <a:gd name="connsiteY179" fmla="*/ 1309116 h 5143785"/>
              <a:gd name="connsiteX180" fmla="*/ 341471 w 3114960"/>
              <a:gd name="connsiteY180" fmla="*/ 1309116 h 5143785"/>
              <a:gd name="connsiteX181" fmla="*/ 342995 w 3114960"/>
              <a:gd name="connsiteY181" fmla="*/ 1308545 h 5143785"/>
              <a:gd name="connsiteX182" fmla="*/ 390525 w 3114960"/>
              <a:gd name="connsiteY182" fmla="*/ 1268349 h 5143785"/>
              <a:gd name="connsiteX183" fmla="*/ 393668 w 3114960"/>
              <a:gd name="connsiteY183" fmla="*/ 1269206 h 5143785"/>
              <a:gd name="connsiteX184" fmla="*/ 406337 w 3114960"/>
              <a:gd name="connsiteY184" fmla="*/ 1269206 h 5143785"/>
              <a:gd name="connsiteX185" fmla="*/ 413195 w 3114960"/>
              <a:gd name="connsiteY185" fmla="*/ 1262348 h 5143785"/>
              <a:gd name="connsiteX186" fmla="*/ 413195 w 3114960"/>
              <a:gd name="connsiteY186" fmla="*/ 1249680 h 5143785"/>
              <a:gd name="connsiteX187" fmla="*/ 412433 w 3114960"/>
              <a:gd name="connsiteY187" fmla="*/ 1246727 h 5143785"/>
              <a:gd name="connsiteX188" fmla="*/ 434435 w 3114960"/>
              <a:gd name="connsiteY188" fmla="*/ 1230725 h 5143785"/>
              <a:gd name="connsiteX189" fmla="*/ 510731 w 3114960"/>
              <a:gd name="connsiteY189" fmla="*/ 1230725 h 5143785"/>
              <a:gd name="connsiteX190" fmla="*/ 526352 w 3114960"/>
              <a:gd name="connsiteY190" fmla="*/ 1245013 h 5143785"/>
              <a:gd name="connsiteX191" fmla="*/ 624364 w 3114960"/>
              <a:gd name="connsiteY191" fmla="*/ 1245013 h 5143785"/>
              <a:gd name="connsiteX192" fmla="*/ 631603 w 3114960"/>
              <a:gd name="connsiteY192" fmla="*/ 1254062 h 5143785"/>
              <a:gd name="connsiteX193" fmla="*/ 629602 w 3114960"/>
              <a:gd name="connsiteY193" fmla="*/ 1239774 h 5143785"/>
              <a:gd name="connsiteX194" fmla="*/ 633698 w 3114960"/>
              <a:gd name="connsiteY194" fmla="*/ 1235678 h 5143785"/>
              <a:gd name="connsiteX195" fmla="*/ 636651 w 3114960"/>
              <a:gd name="connsiteY195" fmla="*/ 1235107 h 5143785"/>
              <a:gd name="connsiteX196" fmla="*/ 639604 w 3114960"/>
              <a:gd name="connsiteY196" fmla="*/ 1235678 h 5143785"/>
              <a:gd name="connsiteX197" fmla="*/ 639604 w 3114960"/>
              <a:gd name="connsiteY197" fmla="*/ 1235678 h 5143785"/>
              <a:gd name="connsiteX198" fmla="*/ 643795 w 3114960"/>
              <a:gd name="connsiteY198" fmla="*/ 1239774 h 5143785"/>
              <a:gd name="connsiteX199" fmla="*/ 643795 w 3114960"/>
              <a:gd name="connsiteY199" fmla="*/ 1245680 h 5143785"/>
              <a:gd name="connsiteX200" fmla="*/ 639604 w 3114960"/>
              <a:gd name="connsiteY200" fmla="*/ 1249775 h 5143785"/>
              <a:gd name="connsiteX201" fmla="*/ 633794 w 3114960"/>
              <a:gd name="connsiteY201" fmla="*/ 1249775 h 5143785"/>
              <a:gd name="connsiteX202" fmla="*/ 629602 w 3114960"/>
              <a:gd name="connsiteY202" fmla="*/ 1239774 h 5143785"/>
              <a:gd name="connsiteX203" fmla="*/ 219932 w 3114960"/>
              <a:gd name="connsiteY203" fmla="*/ 1441323 h 5143785"/>
              <a:gd name="connsiteX204" fmla="*/ 211455 w 3114960"/>
              <a:gd name="connsiteY204" fmla="*/ 1441323 h 5143785"/>
              <a:gd name="connsiteX205" fmla="*/ 211455 w 3114960"/>
              <a:gd name="connsiteY205" fmla="*/ 1432846 h 5143785"/>
              <a:gd name="connsiteX206" fmla="*/ 215741 w 3114960"/>
              <a:gd name="connsiteY206" fmla="*/ 1431131 h 5143785"/>
              <a:gd name="connsiteX207" fmla="*/ 220028 w 3114960"/>
              <a:gd name="connsiteY207" fmla="*/ 1432846 h 5143785"/>
              <a:gd name="connsiteX208" fmla="*/ 220028 w 3114960"/>
              <a:gd name="connsiteY208" fmla="*/ 1441323 h 5143785"/>
              <a:gd name="connsiteX209" fmla="*/ 408718 w 3114960"/>
              <a:gd name="connsiteY209" fmla="*/ 1262348 h 5143785"/>
              <a:gd name="connsiteX210" fmla="*/ 406622 w 3114960"/>
              <a:gd name="connsiteY210" fmla="*/ 1264444 h 5143785"/>
              <a:gd name="connsiteX211" fmla="*/ 393954 w 3114960"/>
              <a:gd name="connsiteY211" fmla="*/ 1264444 h 5143785"/>
              <a:gd name="connsiteX212" fmla="*/ 391859 w 3114960"/>
              <a:gd name="connsiteY212" fmla="*/ 1262348 h 5143785"/>
              <a:gd name="connsiteX213" fmla="*/ 391859 w 3114960"/>
              <a:gd name="connsiteY213" fmla="*/ 1249680 h 5143785"/>
              <a:gd name="connsiteX214" fmla="*/ 393954 w 3114960"/>
              <a:gd name="connsiteY214" fmla="*/ 1247585 h 5143785"/>
              <a:gd name="connsiteX215" fmla="*/ 406622 w 3114960"/>
              <a:gd name="connsiteY215" fmla="*/ 1247585 h 5143785"/>
              <a:gd name="connsiteX216" fmla="*/ 408718 w 3114960"/>
              <a:gd name="connsiteY216" fmla="*/ 1249680 h 5143785"/>
              <a:gd name="connsiteX217" fmla="*/ 408718 w 3114960"/>
              <a:gd name="connsiteY217" fmla="*/ 1262348 h 5143785"/>
              <a:gd name="connsiteX218" fmla="*/ 2322195 w 3114960"/>
              <a:gd name="connsiteY218" fmla="*/ 281940 h 5143785"/>
              <a:gd name="connsiteX219" fmla="*/ 2279904 w 3114960"/>
              <a:gd name="connsiteY219" fmla="*/ 281940 h 5143785"/>
              <a:gd name="connsiteX220" fmla="*/ 2273618 w 3114960"/>
              <a:gd name="connsiteY220" fmla="*/ 275749 h 5143785"/>
              <a:gd name="connsiteX221" fmla="*/ 2263045 w 3114960"/>
              <a:gd name="connsiteY221" fmla="*/ 282226 h 5143785"/>
              <a:gd name="connsiteX222" fmla="*/ 2269522 w 3114960"/>
              <a:gd name="connsiteY222" fmla="*/ 292799 h 5143785"/>
              <a:gd name="connsiteX223" fmla="*/ 2279999 w 3114960"/>
              <a:gd name="connsiteY223" fmla="*/ 286607 h 5143785"/>
              <a:gd name="connsiteX224" fmla="*/ 2320481 w 3114960"/>
              <a:gd name="connsiteY224" fmla="*/ 286607 h 5143785"/>
              <a:gd name="connsiteX225" fmla="*/ 2350103 w 3114960"/>
              <a:gd name="connsiteY225" fmla="*/ 311944 h 5143785"/>
              <a:gd name="connsiteX226" fmla="*/ 2320481 w 3114960"/>
              <a:gd name="connsiteY226" fmla="*/ 340138 h 5143785"/>
              <a:gd name="connsiteX227" fmla="*/ 2286286 w 3114960"/>
              <a:gd name="connsiteY227" fmla="*/ 340138 h 5143785"/>
              <a:gd name="connsiteX228" fmla="*/ 2284571 w 3114960"/>
              <a:gd name="connsiteY228" fmla="*/ 335375 h 5143785"/>
              <a:gd name="connsiteX229" fmla="*/ 2276761 w 3114960"/>
              <a:gd name="connsiteY229" fmla="*/ 329660 h 5143785"/>
              <a:gd name="connsiteX230" fmla="*/ 2267236 w 3114960"/>
              <a:gd name="connsiteY230" fmla="*/ 331184 h 5143785"/>
              <a:gd name="connsiteX231" fmla="*/ 2261616 w 3114960"/>
              <a:gd name="connsiteY231" fmla="*/ 338995 h 5143785"/>
              <a:gd name="connsiteX232" fmla="*/ 2263140 w 3114960"/>
              <a:gd name="connsiteY232" fmla="*/ 348520 h 5143785"/>
              <a:gd name="connsiteX233" fmla="*/ 2270951 w 3114960"/>
              <a:gd name="connsiteY233" fmla="*/ 354235 h 5143785"/>
              <a:gd name="connsiteX234" fmla="*/ 2273903 w 3114960"/>
              <a:gd name="connsiteY234" fmla="*/ 354616 h 5143785"/>
              <a:gd name="connsiteX235" fmla="*/ 2280476 w 3114960"/>
              <a:gd name="connsiteY235" fmla="*/ 352806 h 5143785"/>
              <a:gd name="connsiteX236" fmla="*/ 2286095 w 3114960"/>
              <a:gd name="connsiteY236" fmla="*/ 344996 h 5143785"/>
              <a:gd name="connsiteX237" fmla="*/ 2286095 w 3114960"/>
              <a:gd name="connsiteY237" fmla="*/ 344996 h 5143785"/>
              <a:gd name="connsiteX238" fmla="*/ 2322386 w 3114960"/>
              <a:gd name="connsiteY238" fmla="*/ 344996 h 5143785"/>
              <a:gd name="connsiteX239" fmla="*/ 2354390 w 3114960"/>
              <a:gd name="connsiteY239" fmla="*/ 314420 h 5143785"/>
              <a:gd name="connsiteX240" fmla="*/ 2525459 w 3114960"/>
              <a:gd name="connsiteY240" fmla="*/ 314420 h 5143785"/>
              <a:gd name="connsiteX241" fmla="*/ 2525459 w 3114960"/>
              <a:gd name="connsiteY241" fmla="*/ 315182 h 5143785"/>
              <a:gd name="connsiteX242" fmla="*/ 2531840 w 3114960"/>
              <a:gd name="connsiteY242" fmla="*/ 324326 h 5143785"/>
              <a:gd name="connsiteX243" fmla="*/ 2539651 w 3114960"/>
              <a:gd name="connsiteY243" fmla="*/ 326612 h 5143785"/>
              <a:gd name="connsiteX244" fmla="*/ 2542794 w 3114960"/>
              <a:gd name="connsiteY244" fmla="*/ 326231 h 5143785"/>
              <a:gd name="connsiteX245" fmla="*/ 2551938 w 3114960"/>
              <a:gd name="connsiteY245" fmla="*/ 319850 h 5143785"/>
              <a:gd name="connsiteX246" fmla="*/ 2553938 w 3114960"/>
              <a:gd name="connsiteY246" fmla="*/ 308991 h 5143785"/>
              <a:gd name="connsiteX247" fmla="*/ 2574131 w 3114960"/>
              <a:gd name="connsiteY247" fmla="*/ 291275 h 5143785"/>
              <a:gd name="connsiteX248" fmla="*/ 2944844 w 3114960"/>
              <a:gd name="connsiteY248" fmla="*/ 291275 h 5143785"/>
              <a:gd name="connsiteX249" fmla="*/ 2946273 w 3114960"/>
              <a:gd name="connsiteY249" fmla="*/ 297085 h 5143785"/>
              <a:gd name="connsiteX250" fmla="*/ 2953607 w 3114960"/>
              <a:gd name="connsiteY250" fmla="*/ 302705 h 5143785"/>
              <a:gd name="connsiteX251" fmla="*/ 2956751 w 3114960"/>
              <a:gd name="connsiteY251" fmla="*/ 303086 h 5143785"/>
              <a:gd name="connsiteX252" fmla="*/ 2962751 w 3114960"/>
              <a:gd name="connsiteY252" fmla="*/ 301466 h 5143785"/>
              <a:gd name="connsiteX253" fmla="*/ 2968371 w 3114960"/>
              <a:gd name="connsiteY253" fmla="*/ 294132 h 5143785"/>
              <a:gd name="connsiteX254" fmla="*/ 2968371 w 3114960"/>
              <a:gd name="connsiteY254" fmla="*/ 293370 h 5143785"/>
              <a:gd name="connsiteX255" fmla="*/ 3114580 w 3114960"/>
              <a:gd name="connsiteY255" fmla="*/ 292513 h 5143785"/>
              <a:gd name="connsiteX256" fmla="*/ 3114580 w 3114960"/>
              <a:gd name="connsiteY256" fmla="*/ 287750 h 5143785"/>
              <a:gd name="connsiteX257" fmla="*/ 2968276 w 3114960"/>
              <a:gd name="connsiteY257" fmla="*/ 288608 h 5143785"/>
              <a:gd name="connsiteX258" fmla="*/ 2967038 w 3114960"/>
              <a:gd name="connsiteY258" fmla="*/ 284988 h 5143785"/>
              <a:gd name="connsiteX259" fmla="*/ 2959703 w 3114960"/>
              <a:gd name="connsiteY259" fmla="*/ 279368 h 5143785"/>
              <a:gd name="connsiteX260" fmla="*/ 2950559 w 3114960"/>
              <a:gd name="connsiteY260" fmla="*/ 280607 h 5143785"/>
              <a:gd name="connsiteX261" fmla="*/ 2944940 w 3114960"/>
              <a:gd name="connsiteY261" fmla="*/ 287941 h 5143785"/>
              <a:gd name="connsiteX262" fmla="*/ 2944940 w 3114960"/>
              <a:gd name="connsiteY262" fmla="*/ 288798 h 5143785"/>
              <a:gd name="connsiteX263" fmla="*/ 2573179 w 3114960"/>
              <a:gd name="connsiteY263" fmla="*/ 288798 h 5143785"/>
              <a:gd name="connsiteX264" fmla="*/ 2552891 w 3114960"/>
              <a:gd name="connsiteY264" fmla="*/ 306610 h 5143785"/>
              <a:gd name="connsiteX265" fmla="*/ 2547557 w 3114960"/>
              <a:gd name="connsiteY265" fmla="*/ 299752 h 5143785"/>
              <a:gd name="connsiteX266" fmla="*/ 2536603 w 3114960"/>
              <a:gd name="connsiteY266" fmla="*/ 297752 h 5143785"/>
              <a:gd name="connsiteX267" fmla="*/ 2525459 w 3114960"/>
              <a:gd name="connsiteY267" fmla="*/ 309563 h 5143785"/>
              <a:gd name="connsiteX268" fmla="*/ 2354675 w 3114960"/>
              <a:gd name="connsiteY268" fmla="*/ 309563 h 5143785"/>
              <a:gd name="connsiteX269" fmla="*/ 2322195 w 3114960"/>
              <a:gd name="connsiteY269" fmla="*/ 281845 h 5143785"/>
              <a:gd name="connsiteX270" fmla="*/ 2281428 w 3114960"/>
              <a:gd name="connsiteY270" fmla="*/ 343948 h 5143785"/>
              <a:gd name="connsiteX271" fmla="*/ 2277904 w 3114960"/>
              <a:gd name="connsiteY271" fmla="*/ 348806 h 5143785"/>
              <a:gd name="connsiteX272" fmla="*/ 2271998 w 3114960"/>
              <a:gd name="connsiteY272" fmla="*/ 349758 h 5143785"/>
              <a:gd name="connsiteX273" fmla="*/ 2266283 w 3114960"/>
              <a:gd name="connsiteY273" fmla="*/ 340328 h 5143785"/>
              <a:gd name="connsiteX274" fmla="*/ 2269808 w 3114960"/>
              <a:gd name="connsiteY274" fmla="*/ 335471 h 5143785"/>
              <a:gd name="connsiteX275" fmla="*/ 2273903 w 3114960"/>
              <a:gd name="connsiteY275" fmla="*/ 334328 h 5143785"/>
              <a:gd name="connsiteX276" fmla="*/ 2275713 w 3114960"/>
              <a:gd name="connsiteY276" fmla="*/ 334518 h 5143785"/>
              <a:gd name="connsiteX277" fmla="*/ 2280571 w 3114960"/>
              <a:gd name="connsiteY277" fmla="*/ 338042 h 5143785"/>
              <a:gd name="connsiteX278" fmla="*/ 2281523 w 3114960"/>
              <a:gd name="connsiteY278" fmla="*/ 343948 h 5143785"/>
              <a:gd name="connsiteX279" fmla="*/ 2953131 w 3114960"/>
              <a:gd name="connsiteY279" fmla="*/ 284893 h 5143785"/>
              <a:gd name="connsiteX280" fmla="*/ 2958751 w 3114960"/>
              <a:gd name="connsiteY280" fmla="*/ 284131 h 5143785"/>
              <a:gd name="connsiteX281" fmla="*/ 2963228 w 3114960"/>
              <a:gd name="connsiteY281" fmla="*/ 287560 h 5143785"/>
              <a:gd name="connsiteX282" fmla="*/ 2963990 w 3114960"/>
              <a:gd name="connsiteY282" fmla="*/ 293084 h 5143785"/>
              <a:gd name="connsiteX283" fmla="*/ 2960561 w 3114960"/>
              <a:gd name="connsiteY283" fmla="*/ 297561 h 5143785"/>
              <a:gd name="connsiteX284" fmla="*/ 2955036 w 3114960"/>
              <a:gd name="connsiteY284" fmla="*/ 298323 h 5143785"/>
              <a:gd name="connsiteX285" fmla="*/ 2950559 w 3114960"/>
              <a:gd name="connsiteY285" fmla="*/ 294894 h 5143785"/>
              <a:gd name="connsiteX286" fmla="*/ 2953226 w 3114960"/>
              <a:gd name="connsiteY286" fmla="*/ 284893 h 5143785"/>
              <a:gd name="connsiteX287" fmla="*/ 2537651 w 3114960"/>
              <a:gd name="connsiteY287" fmla="*/ 302609 h 5143785"/>
              <a:gd name="connsiteX288" fmla="*/ 2539746 w 3114960"/>
              <a:gd name="connsiteY288" fmla="*/ 302419 h 5143785"/>
              <a:gd name="connsiteX289" fmla="*/ 2544985 w 3114960"/>
              <a:gd name="connsiteY289" fmla="*/ 303943 h 5143785"/>
              <a:gd name="connsiteX290" fmla="*/ 2549271 w 3114960"/>
              <a:gd name="connsiteY290" fmla="*/ 310039 h 5143785"/>
              <a:gd name="connsiteX291" fmla="*/ 2547938 w 3114960"/>
              <a:gd name="connsiteY291" fmla="*/ 317373 h 5143785"/>
              <a:gd name="connsiteX292" fmla="*/ 2541842 w 3114960"/>
              <a:gd name="connsiteY292" fmla="*/ 321659 h 5143785"/>
              <a:gd name="connsiteX293" fmla="*/ 2534507 w 3114960"/>
              <a:gd name="connsiteY293" fmla="*/ 320326 h 5143785"/>
              <a:gd name="connsiteX294" fmla="*/ 2530221 w 3114960"/>
              <a:gd name="connsiteY294" fmla="*/ 314230 h 5143785"/>
              <a:gd name="connsiteX295" fmla="*/ 2537651 w 3114960"/>
              <a:gd name="connsiteY295" fmla="*/ 302609 h 5143785"/>
              <a:gd name="connsiteX296" fmla="*/ 2201418 w 3114960"/>
              <a:gd name="connsiteY296" fmla="*/ 4360450 h 5143785"/>
              <a:gd name="connsiteX297" fmla="*/ 2201609 w 3114960"/>
              <a:gd name="connsiteY297" fmla="*/ 4358164 h 5143785"/>
              <a:gd name="connsiteX298" fmla="*/ 2186464 w 3114960"/>
              <a:gd name="connsiteY298" fmla="*/ 4323112 h 5143785"/>
              <a:gd name="connsiteX299" fmla="*/ 2190274 w 3114960"/>
              <a:gd name="connsiteY299" fmla="*/ 4314159 h 5143785"/>
              <a:gd name="connsiteX300" fmla="*/ 2179987 w 3114960"/>
              <a:gd name="connsiteY300" fmla="*/ 4307301 h 5143785"/>
              <a:gd name="connsiteX301" fmla="*/ 2173129 w 3114960"/>
              <a:gd name="connsiteY301" fmla="*/ 4317587 h 5143785"/>
              <a:gd name="connsiteX302" fmla="*/ 2181701 w 3114960"/>
              <a:gd name="connsiteY302" fmla="*/ 4324445 h 5143785"/>
              <a:gd name="connsiteX303" fmla="*/ 2195608 w 3114960"/>
              <a:gd name="connsiteY303" fmla="*/ 4356735 h 5143785"/>
              <a:gd name="connsiteX304" fmla="*/ 2178272 w 3114960"/>
              <a:gd name="connsiteY304" fmla="*/ 4356735 h 5143785"/>
              <a:gd name="connsiteX305" fmla="*/ 2176558 w 3114960"/>
              <a:gd name="connsiteY305" fmla="*/ 4357497 h 5143785"/>
              <a:gd name="connsiteX306" fmla="*/ 2175891 w 3114960"/>
              <a:gd name="connsiteY306" fmla="*/ 4359212 h 5143785"/>
              <a:gd name="connsiteX307" fmla="*/ 2175891 w 3114960"/>
              <a:gd name="connsiteY307" fmla="*/ 4397788 h 5143785"/>
              <a:gd name="connsiteX308" fmla="*/ 2173986 w 3114960"/>
              <a:gd name="connsiteY308" fmla="*/ 4402646 h 5143785"/>
              <a:gd name="connsiteX309" fmla="*/ 2169128 w 3114960"/>
              <a:gd name="connsiteY309" fmla="*/ 4404551 h 5143785"/>
              <a:gd name="connsiteX310" fmla="*/ 2162461 w 3114960"/>
              <a:gd name="connsiteY310" fmla="*/ 4397788 h 5143785"/>
              <a:gd name="connsiteX311" fmla="*/ 2162461 w 3114960"/>
              <a:gd name="connsiteY311" fmla="*/ 4358259 h 5143785"/>
              <a:gd name="connsiteX312" fmla="*/ 2159413 w 3114960"/>
              <a:gd name="connsiteY312" fmla="*/ 4350544 h 5143785"/>
              <a:gd name="connsiteX313" fmla="*/ 2151698 w 3114960"/>
              <a:gd name="connsiteY313" fmla="*/ 4347401 h 5143785"/>
              <a:gd name="connsiteX314" fmla="*/ 2150936 w 3114960"/>
              <a:gd name="connsiteY314" fmla="*/ 4347401 h 5143785"/>
              <a:gd name="connsiteX315" fmla="*/ 2140077 w 3114960"/>
              <a:gd name="connsiteY315" fmla="*/ 4358164 h 5143785"/>
              <a:gd name="connsiteX316" fmla="*/ 2139791 w 3114960"/>
              <a:gd name="connsiteY316" fmla="*/ 4400455 h 5143785"/>
              <a:gd name="connsiteX317" fmla="*/ 2135410 w 3114960"/>
              <a:gd name="connsiteY317" fmla="*/ 4404837 h 5143785"/>
              <a:gd name="connsiteX318" fmla="*/ 2135410 w 3114960"/>
              <a:gd name="connsiteY318" fmla="*/ 4404837 h 5143785"/>
              <a:gd name="connsiteX319" fmla="*/ 2132267 w 3114960"/>
              <a:gd name="connsiteY319" fmla="*/ 4403503 h 5143785"/>
              <a:gd name="connsiteX320" fmla="*/ 2130933 w 3114960"/>
              <a:gd name="connsiteY320" fmla="*/ 4400360 h 5143785"/>
              <a:gd name="connsiteX321" fmla="*/ 2130933 w 3114960"/>
              <a:gd name="connsiteY321" fmla="*/ 4358354 h 5143785"/>
              <a:gd name="connsiteX322" fmla="*/ 2127695 w 3114960"/>
              <a:gd name="connsiteY322" fmla="*/ 4350544 h 5143785"/>
              <a:gd name="connsiteX323" fmla="*/ 2119884 w 3114960"/>
              <a:gd name="connsiteY323" fmla="*/ 4347305 h 5143785"/>
              <a:gd name="connsiteX324" fmla="*/ 2108930 w 3114960"/>
              <a:gd name="connsiteY324" fmla="*/ 4358259 h 5143785"/>
              <a:gd name="connsiteX325" fmla="*/ 2108930 w 3114960"/>
              <a:gd name="connsiteY325" fmla="*/ 4414171 h 5143785"/>
              <a:gd name="connsiteX326" fmla="*/ 2100453 w 3114960"/>
              <a:gd name="connsiteY326" fmla="*/ 4414171 h 5143785"/>
              <a:gd name="connsiteX327" fmla="*/ 2094833 w 3114960"/>
              <a:gd name="connsiteY327" fmla="*/ 4416267 h 5143785"/>
              <a:gd name="connsiteX328" fmla="*/ 2092452 w 3114960"/>
              <a:gd name="connsiteY328" fmla="*/ 4421791 h 5143785"/>
              <a:gd name="connsiteX329" fmla="*/ 2092452 w 3114960"/>
              <a:gd name="connsiteY329" fmla="*/ 4426172 h 5143785"/>
              <a:gd name="connsiteX330" fmla="*/ 2100167 w 3114960"/>
              <a:gd name="connsiteY330" fmla="*/ 4434078 h 5143785"/>
              <a:gd name="connsiteX331" fmla="*/ 2123694 w 3114960"/>
              <a:gd name="connsiteY331" fmla="*/ 4434364 h 5143785"/>
              <a:gd name="connsiteX332" fmla="*/ 2123694 w 3114960"/>
              <a:gd name="connsiteY332" fmla="*/ 4434364 h 5143785"/>
              <a:gd name="connsiteX333" fmla="*/ 2131505 w 3114960"/>
              <a:gd name="connsiteY333" fmla="*/ 4426554 h 5143785"/>
              <a:gd name="connsiteX334" fmla="*/ 2131505 w 3114960"/>
              <a:gd name="connsiteY334" fmla="*/ 4422172 h 5143785"/>
              <a:gd name="connsiteX335" fmla="*/ 2129314 w 3114960"/>
              <a:gd name="connsiteY335" fmla="*/ 4416552 h 5143785"/>
              <a:gd name="connsiteX336" fmla="*/ 2123789 w 3114960"/>
              <a:gd name="connsiteY336" fmla="*/ 4414171 h 5143785"/>
              <a:gd name="connsiteX337" fmla="*/ 2113598 w 3114960"/>
              <a:gd name="connsiteY337" fmla="*/ 4414171 h 5143785"/>
              <a:gd name="connsiteX338" fmla="*/ 2113598 w 3114960"/>
              <a:gd name="connsiteY338" fmla="*/ 4358069 h 5143785"/>
              <a:gd name="connsiteX339" fmla="*/ 2119694 w 3114960"/>
              <a:gd name="connsiteY339" fmla="*/ 4351973 h 5143785"/>
              <a:gd name="connsiteX340" fmla="*/ 2123980 w 3114960"/>
              <a:gd name="connsiteY340" fmla="*/ 4353782 h 5143785"/>
              <a:gd name="connsiteX341" fmla="*/ 2125790 w 3114960"/>
              <a:gd name="connsiteY341" fmla="*/ 4358069 h 5143785"/>
              <a:gd name="connsiteX342" fmla="*/ 2125790 w 3114960"/>
              <a:gd name="connsiteY342" fmla="*/ 4400074 h 5143785"/>
              <a:gd name="connsiteX343" fmla="*/ 2128552 w 3114960"/>
              <a:gd name="connsiteY343" fmla="*/ 4406646 h 5143785"/>
              <a:gd name="connsiteX344" fmla="*/ 2135124 w 3114960"/>
              <a:gd name="connsiteY344" fmla="*/ 4409409 h 5143785"/>
              <a:gd name="connsiteX345" fmla="*/ 2135124 w 3114960"/>
              <a:gd name="connsiteY345" fmla="*/ 4409409 h 5143785"/>
              <a:gd name="connsiteX346" fmla="*/ 2144363 w 3114960"/>
              <a:gd name="connsiteY346" fmla="*/ 4400169 h 5143785"/>
              <a:gd name="connsiteX347" fmla="*/ 2144649 w 3114960"/>
              <a:gd name="connsiteY347" fmla="*/ 4357878 h 5143785"/>
              <a:gd name="connsiteX348" fmla="*/ 2150650 w 3114960"/>
              <a:gd name="connsiteY348" fmla="*/ 4351973 h 5143785"/>
              <a:gd name="connsiteX349" fmla="*/ 2151412 w 3114960"/>
              <a:gd name="connsiteY349" fmla="*/ 4351973 h 5143785"/>
              <a:gd name="connsiteX350" fmla="*/ 2155603 w 3114960"/>
              <a:gd name="connsiteY350" fmla="*/ 4353687 h 5143785"/>
              <a:gd name="connsiteX351" fmla="*/ 2157317 w 3114960"/>
              <a:gd name="connsiteY351" fmla="*/ 4357973 h 5143785"/>
              <a:gd name="connsiteX352" fmla="*/ 2157317 w 3114960"/>
              <a:gd name="connsiteY352" fmla="*/ 4397502 h 5143785"/>
              <a:gd name="connsiteX353" fmla="*/ 2168747 w 3114960"/>
              <a:gd name="connsiteY353" fmla="*/ 4409218 h 5143785"/>
              <a:gd name="connsiteX354" fmla="*/ 2177034 w 3114960"/>
              <a:gd name="connsiteY354" fmla="*/ 4405884 h 5143785"/>
              <a:gd name="connsiteX355" fmla="*/ 2180558 w 3114960"/>
              <a:gd name="connsiteY355" fmla="*/ 4397597 h 5143785"/>
              <a:gd name="connsiteX356" fmla="*/ 2180558 w 3114960"/>
              <a:gd name="connsiteY356" fmla="*/ 4361498 h 5143785"/>
              <a:gd name="connsiteX357" fmla="*/ 2199132 w 3114960"/>
              <a:gd name="connsiteY357" fmla="*/ 4361498 h 5143785"/>
              <a:gd name="connsiteX358" fmla="*/ 2201132 w 3114960"/>
              <a:gd name="connsiteY358" fmla="*/ 4360355 h 5143785"/>
              <a:gd name="connsiteX359" fmla="*/ 2103501 w 3114960"/>
              <a:gd name="connsiteY359" fmla="*/ 4429316 h 5143785"/>
              <a:gd name="connsiteX360" fmla="*/ 2100263 w 3114960"/>
              <a:gd name="connsiteY360" fmla="*/ 4429316 h 5143785"/>
              <a:gd name="connsiteX361" fmla="*/ 2098167 w 3114960"/>
              <a:gd name="connsiteY361" fmla="*/ 4428363 h 5143785"/>
              <a:gd name="connsiteX362" fmla="*/ 2097310 w 3114960"/>
              <a:gd name="connsiteY362" fmla="*/ 4426268 h 5143785"/>
              <a:gd name="connsiteX363" fmla="*/ 2097310 w 3114960"/>
              <a:gd name="connsiteY363" fmla="*/ 4421886 h 5143785"/>
              <a:gd name="connsiteX364" fmla="*/ 2098262 w 3114960"/>
              <a:gd name="connsiteY364" fmla="*/ 4419791 h 5143785"/>
              <a:gd name="connsiteX365" fmla="*/ 2100358 w 3114960"/>
              <a:gd name="connsiteY365" fmla="*/ 4418934 h 5143785"/>
              <a:gd name="connsiteX366" fmla="*/ 2103596 w 3114960"/>
              <a:gd name="connsiteY366" fmla="*/ 4418934 h 5143785"/>
              <a:gd name="connsiteX367" fmla="*/ 2103501 w 3114960"/>
              <a:gd name="connsiteY367" fmla="*/ 4429316 h 5143785"/>
              <a:gd name="connsiteX368" fmla="*/ 2119217 w 3114960"/>
              <a:gd name="connsiteY368" fmla="*/ 4419124 h 5143785"/>
              <a:gd name="connsiteX369" fmla="*/ 2123789 w 3114960"/>
              <a:gd name="connsiteY369" fmla="*/ 4419124 h 5143785"/>
              <a:gd name="connsiteX370" fmla="*/ 2125885 w 3114960"/>
              <a:gd name="connsiteY370" fmla="*/ 4420077 h 5143785"/>
              <a:gd name="connsiteX371" fmla="*/ 2126742 w 3114960"/>
              <a:gd name="connsiteY371" fmla="*/ 4422172 h 5143785"/>
              <a:gd name="connsiteX372" fmla="*/ 2126742 w 3114960"/>
              <a:gd name="connsiteY372" fmla="*/ 4426554 h 5143785"/>
              <a:gd name="connsiteX373" fmla="*/ 2123694 w 3114960"/>
              <a:gd name="connsiteY373" fmla="*/ 4429506 h 5143785"/>
              <a:gd name="connsiteX374" fmla="*/ 2119027 w 3114960"/>
              <a:gd name="connsiteY374" fmla="*/ 4429506 h 5143785"/>
              <a:gd name="connsiteX375" fmla="*/ 2119122 w 3114960"/>
              <a:gd name="connsiteY375" fmla="*/ 4419124 h 5143785"/>
              <a:gd name="connsiteX376" fmla="*/ 557594 w 3114960"/>
              <a:gd name="connsiteY376" fmla="*/ 2261616 h 5143785"/>
              <a:gd name="connsiteX377" fmla="*/ 554165 w 3114960"/>
              <a:gd name="connsiteY377" fmla="*/ 2258282 h 5143785"/>
              <a:gd name="connsiteX378" fmla="*/ 560356 w 3114960"/>
              <a:gd name="connsiteY378" fmla="*/ 2251901 h 5143785"/>
              <a:gd name="connsiteX379" fmla="*/ 563785 w 3114960"/>
              <a:gd name="connsiteY379" fmla="*/ 2255234 h 5143785"/>
              <a:gd name="connsiteX380" fmla="*/ 557594 w 3114960"/>
              <a:gd name="connsiteY380" fmla="*/ 2261616 h 5143785"/>
              <a:gd name="connsiteX381" fmla="*/ 2721102 w 3114960"/>
              <a:gd name="connsiteY381" fmla="*/ 4750689 h 5143785"/>
              <a:gd name="connsiteX382" fmla="*/ 2730437 w 3114960"/>
              <a:gd name="connsiteY382" fmla="*/ 4761834 h 5143785"/>
              <a:gd name="connsiteX383" fmla="*/ 2730437 w 3114960"/>
              <a:gd name="connsiteY383" fmla="*/ 4806696 h 5143785"/>
              <a:gd name="connsiteX384" fmla="*/ 2719769 w 3114960"/>
              <a:gd name="connsiteY384" fmla="*/ 4819460 h 5143785"/>
              <a:gd name="connsiteX385" fmla="*/ 2732818 w 3114960"/>
              <a:gd name="connsiteY385" fmla="*/ 4832509 h 5143785"/>
              <a:gd name="connsiteX386" fmla="*/ 2745867 w 3114960"/>
              <a:gd name="connsiteY386" fmla="*/ 4819460 h 5143785"/>
              <a:gd name="connsiteX387" fmla="*/ 2735199 w 3114960"/>
              <a:gd name="connsiteY387" fmla="*/ 4806696 h 5143785"/>
              <a:gd name="connsiteX388" fmla="*/ 2735199 w 3114960"/>
              <a:gd name="connsiteY388" fmla="*/ 4760119 h 5143785"/>
              <a:gd name="connsiteX389" fmla="*/ 2723388 w 3114960"/>
              <a:gd name="connsiteY389" fmla="*/ 4745927 h 5143785"/>
              <a:gd name="connsiteX390" fmla="*/ 2485549 w 3114960"/>
              <a:gd name="connsiteY390" fmla="*/ 4746308 h 5143785"/>
              <a:gd name="connsiteX391" fmla="*/ 2464594 w 3114960"/>
              <a:gd name="connsiteY391" fmla="*/ 4722114 h 5143785"/>
              <a:gd name="connsiteX392" fmla="*/ 2464594 w 3114960"/>
              <a:gd name="connsiteY392" fmla="*/ 4554284 h 5143785"/>
              <a:gd name="connsiteX393" fmla="*/ 2481929 w 3114960"/>
              <a:gd name="connsiteY393" fmla="*/ 4533710 h 5143785"/>
              <a:gd name="connsiteX394" fmla="*/ 2481739 w 3114960"/>
              <a:gd name="connsiteY394" fmla="*/ 4426554 h 5143785"/>
              <a:gd name="connsiteX395" fmla="*/ 2490788 w 3114960"/>
              <a:gd name="connsiteY395" fmla="*/ 4419886 h 5143785"/>
              <a:gd name="connsiteX396" fmla="*/ 2485168 w 3114960"/>
              <a:gd name="connsiteY396" fmla="*/ 4402931 h 5143785"/>
              <a:gd name="connsiteX397" fmla="*/ 2468213 w 3114960"/>
              <a:gd name="connsiteY397" fmla="*/ 4408551 h 5143785"/>
              <a:gd name="connsiteX398" fmla="*/ 2473833 w 3114960"/>
              <a:gd name="connsiteY398" fmla="*/ 4425506 h 5143785"/>
              <a:gd name="connsiteX399" fmla="*/ 2476976 w 3114960"/>
              <a:gd name="connsiteY399" fmla="*/ 4426554 h 5143785"/>
              <a:gd name="connsiteX400" fmla="*/ 2477167 w 3114960"/>
              <a:gd name="connsiteY400" fmla="*/ 4531995 h 5143785"/>
              <a:gd name="connsiteX401" fmla="*/ 2459831 w 3114960"/>
              <a:gd name="connsiteY401" fmla="*/ 4552474 h 5143785"/>
              <a:gd name="connsiteX402" fmla="*/ 2459831 w 3114960"/>
              <a:gd name="connsiteY402" fmla="*/ 4723924 h 5143785"/>
              <a:gd name="connsiteX403" fmla="*/ 2483453 w 3114960"/>
              <a:gd name="connsiteY403" fmla="*/ 4751070 h 5143785"/>
              <a:gd name="connsiteX404" fmla="*/ 2721293 w 3114960"/>
              <a:gd name="connsiteY404" fmla="*/ 4750689 h 5143785"/>
              <a:gd name="connsiteX405" fmla="*/ 2475834 w 3114960"/>
              <a:gd name="connsiteY405" fmla="*/ 4421315 h 5143785"/>
              <a:gd name="connsiteX406" fmla="*/ 2471928 w 3114960"/>
              <a:gd name="connsiteY406" fmla="*/ 4416743 h 5143785"/>
              <a:gd name="connsiteX407" fmla="*/ 2472309 w 3114960"/>
              <a:gd name="connsiteY407" fmla="*/ 4410742 h 5143785"/>
              <a:gd name="connsiteX408" fmla="*/ 2479358 w 3114960"/>
              <a:gd name="connsiteY408" fmla="*/ 4406361 h 5143785"/>
              <a:gd name="connsiteX409" fmla="*/ 2482882 w 3114960"/>
              <a:gd name="connsiteY409" fmla="*/ 4407218 h 5143785"/>
              <a:gd name="connsiteX410" fmla="*/ 2486787 w 3114960"/>
              <a:gd name="connsiteY410" fmla="*/ 4411790 h 5143785"/>
              <a:gd name="connsiteX411" fmla="*/ 2486406 w 3114960"/>
              <a:gd name="connsiteY411" fmla="*/ 4417790 h 5143785"/>
              <a:gd name="connsiteX412" fmla="*/ 2481834 w 3114960"/>
              <a:gd name="connsiteY412" fmla="*/ 4421696 h 5143785"/>
              <a:gd name="connsiteX413" fmla="*/ 2475834 w 3114960"/>
              <a:gd name="connsiteY413" fmla="*/ 4421315 h 5143785"/>
              <a:gd name="connsiteX414" fmla="*/ 2997327 w 3114960"/>
              <a:gd name="connsiteY414" fmla="*/ 224504 h 5143785"/>
              <a:gd name="connsiteX415" fmla="*/ 3009234 w 3114960"/>
              <a:gd name="connsiteY415" fmla="*/ 224504 h 5143785"/>
              <a:gd name="connsiteX416" fmla="*/ 3013520 w 3114960"/>
              <a:gd name="connsiteY416" fmla="*/ 220218 h 5143785"/>
              <a:gd name="connsiteX417" fmla="*/ 3013520 w 3114960"/>
              <a:gd name="connsiteY417" fmla="*/ 216503 h 5143785"/>
              <a:gd name="connsiteX418" fmla="*/ 3114675 w 3114960"/>
              <a:gd name="connsiteY418" fmla="*/ 216503 h 5143785"/>
              <a:gd name="connsiteX419" fmla="*/ 3114675 w 3114960"/>
              <a:gd name="connsiteY419" fmla="*/ 211741 h 5143785"/>
              <a:gd name="connsiteX420" fmla="*/ 3013520 w 3114960"/>
              <a:gd name="connsiteY420" fmla="*/ 211741 h 5143785"/>
              <a:gd name="connsiteX421" fmla="*/ 3013520 w 3114960"/>
              <a:gd name="connsiteY421" fmla="*/ 208217 h 5143785"/>
              <a:gd name="connsiteX422" fmla="*/ 3009234 w 3114960"/>
              <a:gd name="connsiteY422" fmla="*/ 203930 h 5143785"/>
              <a:gd name="connsiteX423" fmla="*/ 2997327 w 3114960"/>
              <a:gd name="connsiteY423" fmla="*/ 203930 h 5143785"/>
              <a:gd name="connsiteX424" fmla="*/ 2993041 w 3114960"/>
              <a:gd name="connsiteY424" fmla="*/ 208217 h 5143785"/>
              <a:gd name="connsiteX425" fmla="*/ 2993041 w 3114960"/>
              <a:gd name="connsiteY425" fmla="*/ 212979 h 5143785"/>
              <a:gd name="connsiteX426" fmla="*/ 2977992 w 3114960"/>
              <a:gd name="connsiteY426" fmla="*/ 212979 h 5143785"/>
              <a:gd name="connsiteX427" fmla="*/ 2979134 w 3114960"/>
              <a:gd name="connsiteY427" fmla="*/ 0 h 5143785"/>
              <a:gd name="connsiteX428" fmla="*/ 2974372 w 3114960"/>
              <a:gd name="connsiteY428" fmla="*/ 0 h 5143785"/>
              <a:gd name="connsiteX429" fmla="*/ 2973229 w 3114960"/>
              <a:gd name="connsiteY429" fmla="*/ 215360 h 5143785"/>
              <a:gd name="connsiteX430" fmla="*/ 2973896 w 3114960"/>
              <a:gd name="connsiteY430" fmla="*/ 217075 h 5143785"/>
              <a:gd name="connsiteX431" fmla="*/ 2975610 w 3114960"/>
              <a:gd name="connsiteY431" fmla="*/ 217742 h 5143785"/>
              <a:gd name="connsiteX432" fmla="*/ 2993041 w 3114960"/>
              <a:gd name="connsiteY432" fmla="*/ 217742 h 5143785"/>
              <a:gd name="connsiteX433" fmla="*/ 2993041 w 3114960"/>
              <a:gd name="connsiteY433" fmla="*/ 220123 h 5143785"/>
              <a:gd name="connsiteX434" fmla="*/ 2997327 w 3114960"/>
              <a:gd name="connsiteY434" fmla="*/ 224409 h 5143785"/>
              <a:gd name="connsiteX435" fmla="*/ 2997803 w 3114960"/>
              <a:gd name="connsiteY435" fmla="*/ 208788 h 5143785"/>
              <a:gd name="connsiteX436" fmla="*/ 3008757 w 3114960"/>
              <a:gd name="connsiteY436" fmla="*/ 208788 h 5143785"/>
              <a:gd name="connsiteX437" fmla="*/ 3008757 w 3114960"/>
              <a:gd name="connsiteY437" fmla="*/ 219742 h 5143785"/>
              <a:gd name="connsiteX438" fmla="*/ 2997803 w 3114960"/>
              <a:gd name="connsiteY438" fmla="*/ 219742 h 5143785"/>
              <a:gd name="connsiteX439" fmla="*/ 2997803 w 3114960"/>
              <a:gd name="connsiteY439" fmla="*/ 208788 h 5143785"/>
              <a:gd name="connsiteX440" fmla="*/ 1250823 w 3114960"/>
              <a:gd name="connsiteY440" fmla="*/ 1286732 h 5143785"/>
              <a:gd name="connsiteX441" fmla="*/ 1262729 w 3114960"/>
              <a:gd name="connsiteY441" fmla="*/ 1274826 h 5143785"/>
              <a:gd name="connsiteX442" fmla="*/ 1274636 w 3114960"/>
              <a:gd name="connsiteY442" fmla="*/ 1286732 h 5143785"/>
              <a:gd name="connsiteX443" fmla="*/ 1262729 w 3114960"/>
              <a:gd name="connsiteY443" fmla="*/ 1298639 h 5143785"/>
              <a:gd name="connsiteX444" fmla="*/ 1250823 w 3114960"/>
              <a:gd name="connsiteY444" fmla="*/ 1286732 h 5143785"/>
              <a:gd name="connsiteX445" fmla="*/ 3028093 w 3114960"/>
              <a:gd name="connsiteY445" fmla="*/ 185452 h 5143785"/>
              <a:gd name="connsiteX446" fmla="*/ 3028760 w 3114960"/>
              <a:gd name="connsiteY446" fmla="*/ 193453 h 5143785"/>
              <a:gd name="connsiteX447" fmla="*/ 3034665 w 3114960"/>
              <a:gd name="connsiteY447" fmla="*/ 198025 h 5143785"/>
              <a:gd name="connsiteX448" fmla="*/ 3037237 w 3114960"/>
              <a:gd name="connsiteY448" fmla="*/ 198406 h 5143785"/>
              <a:gd name="connsiteX449" fmla="*/ 3042095 w 3114960"/>
              <a:gd name="connsiteY449" fmla="*/ 197072 h 5143785"/>
              <a:gd name="connsiteX450" fmla="*/ 3046667 w 3114960"/>
              <a:gd name="connsiteY450" fmla="*/ 191167 h 5143785"/>
              <a:gd name="connsiteX451" fmla="*/ 3045714 w 3114960"/>
              <a:gd name="connsiteY451" fmla="*/ 183833 h 5143785"/>
              <a:gd name="connsiteX452" fmla="*/ 3039809 w 3114960"/>
              <a:gd name="connsiteY452" fmla="*/ 179261 h 5143785"/>
              <a:gd name="connsiteX453" fmla="*/ 3032474 w 3114960"/>
              <a:gd name="connsiteY453" fmla="*/ 180213 h 5143785"/>
              <a:gd name="connsiteX454" fmla="*/ 3030950 w 3114960"/>
              <a:gd name="connsiteY454" fmla="*/ 181547 h 5143785"/>
              <a:gd name="connsiteX455" fmla="*/ 3021902 w 3114960"/>
              <a:gd name="connsiteY455" fmla="*/ 173450 h 5143785"/>
              <a:gd name="connsiteX456" fmla="*/ 3021902 w 3114960"/>
              <a:gd name="connsiteY456" fmla="*/ 95 h 5143785"/>
              <a:gd name="connsiteX457" fmla="*/ 3017139 w 3114960"/>
              <a:gd name="connsiteY457" fmla="*/ 95 h 5143785"/>
              <a:gd name="connsiteX458" fmla="*/ 3017139 w 3114960"/>
              <a:gd name="connsiteY458" fmla="*/ 175546 h 5143785"/>
              <a:gd name="connsiteX459" fmla="*/ 3028188 w 3114960"/>
              <a:gd name="connsiteY459" fmla="*/ 185452 h 5143785"/>
              <a:gd name="connsiteX460" fmla="*/ 3034665 w 3114960"/>
              <a:gd name="connsiteY460" fmla="*/ 184214 h 5143785"/>
              <a:gd name="connsiteX461" fmla="*/ 3037142 w 3114960"/>
              <a:gd name="connsiteY461" fmla="*/ 183547 h 5143785"/>
              <a:gd name="connsiteX462" fmla="*/ 3038475 w 3114960"/>
              <a:gd name="connsiteY462" fmla="*/ 183737 h 5143785"/>
              <a:gd name="connsiteX463" fmla="*/ 3041523 w 3114960"/>
              <a:gd name="connsiteY463" fmla="*/ 186023 h 5143785"/>
              <a:gd name="connsiteX464" fmla="*/ 3041999 w 3114960"/>
              <a:gd name="connsiteY464" fmla="*/ 189738 h 5143785"/>
              <a:gd name="connsiteX465" fmla="*/ 3039713 w 3114960"/>
              <a:gd name="connsiteY465" fmla="*/ 192786 h 5143785"/>
              <a:gd name="connsiteX466" fmla="*/ 3035999 w 3114960"/>
              <a:gd name="connsiteY466" fmla="*/ 193262 h 5143785"/>
              <a:gd name="connsiteX467" fmla="*/ 3032951 w 3114960"/>
              <a:gd name="connsiteY467" fmla="*/ 190976 h 5143785"/>
              <a:gd name="connsiteX468" fmla="*/ 3034760 w 3114960"/>
              <a:gd name="connsiteY468" fmla="*/ 184214 h 5143785"/>
              <a:gd name="connsiteX469" fmla="*/ 3070670 w 3114960"/>
              <a:gd name="connsiteY469" fmla="*/ 184880 h 5143785"/>
              <a:gd name="connsiteX470" fmla="*/ 3070098 w 3114960"/>
              <a:gd name="connsiteY470" fmla="*/ 186023 h 5143785"/>
              <a:gd name="connsiteX471" fmla="*/ 3071051 w 3114960"/>
              <a:gd name="connsiteY471" fmla="*/ 193358 h 5143785"/>
              <a:gd name="connsiteX472" fmla="*/ 3076956 w 3114960"/>
              <a:gd name="connsiteY472" fmla="*/ 197930 h 5143785"/>
              <a:gd name="connsiteX473" fmla="*/ 3079528 w 3114960"/>
              <a:gd name="connsiteY473" fmla="*/ 198311 h 5143785"/>
              <a:gd name="connsiteX474" fmla="*/ 3084386 w 3114960"/>
              <a:gd name="connsiteY474" fmla="*/ 196977 h 5143785"/>
              <a:gd name="connsiteX475" fmla="*/ 3088958 w 3114960"/>
              <a:gd name="connsiteY475" fmla="*/ 191072 h 5143785"/>
              <a:gd name="connsiteX476" fmla="*/ 3088005 w 3114960"/>
              <a:gd name="connsiteY476" fmla="*/ 183737 h 5143785"/>
              <a:gd name="connsiteX477" fmla="*/ 3082100 w 3114960"/>
              <a:gd name="connsiteY477" fmla="*/ 179165 h 5143785"/>
              <a:gd name="connsiteX478" fmla="*/ 3074765 w 3114960"/>
              <a:gd name="connsiteY478" fmla="*/ 180118 h 5143785"/>
              <a:gd name="connsiteX479" fmla="*/ 3073718 w 3114960"/>
              <a:gd name="connsiteY479" fmla="*/ 181070 h 5143785"/>
              <a:gd name="connsiteX480" fmla="*/ 3064383 w 3114960"/>
              <a:gd name="connsiteY480" fmla="*/ 173165 h 5143785"/>
              <a:gd name="connsiteX481" fmla="*/ 3064383 w 3114960"/>
              <a:gd name="connsiteY481" fmla="*/ 95 h 5143785"/>
              <a:gd name="connsiteX482" fmla="*/ 3059621 w 3114960"/>
              <a:gd name="connsiteY482" fmla="*/ 95 h 5143785"/>
              <a:gd name="connsiteX483" fmla="*/ 3059621 w 3114960"/>
              <a:gd name="connsiteY483" fmla="*/ 175355 h 5143785"/>
              <a:gd name="connsiteX484" fmla="*/ 3070765 w 3114960"/>
              <a:gd name="connsiteY484" fmla="*/ 184785 h 5143785"/>
              <a:gd name="connsiteX485" fmla="*/ 3074670 w 3114960"/>
              <a:gd name="connsiteY485" fmla="*/ 187262 h 5143785"/>
              <a:gd name="connsiteX486" fmla="*/ 3076956 w 3114960"/>
              <a:gd name="connsiteY486" fmla="*/ 184214 h 5143785"/>
              <a:gd name="connsiteX487" fmla="*/ 3079433 w 3114960"/>
              <a:gd name="connsiteY487" fmla="*/ 183547 h 5143785"/>
              <a:gd name="connsiteX488" fmla="*/ 3080766 w 3114960"/>
              <a:gd name="connsiteY488" fmla="*/ 183737 h 5143785"/>
              <a:gd name="connsiteX489" fmla="*/ 3083814 w 3114960"/>
              <a:gd name="connsiteY489" fmla="*/ 186023 h 5143785"/>
              <a:gd name="connsiteX490" fmla="*/ 3084290 w 3114960"/>
              <a:gd name="connsiteY490" fmla="*/ 189738 h 5143785"/>
              <a:gd name="connsiteX491" fmla="*/ 3082004 w 3114960"/>
              <a:gd name="connsiteY491" fmla="*/ 192786 h 5143785"/>
              <a:gd name="connsiteX492" fmla="*/ 3078194 w 3114960"/>
              <a:gd name="connsiteY492" fmla="*/ 193262 h 5143785"/>
              <a:gd name="connsiteX493" fmla="*/ 3075146 w 3114960"/>
              <a:gd name="connsiteY493" fmla="*/ 190976 h 5143785"/>
              <a:gd name="connsiteX494" fmla="*/ 3074670 w 3114960"/>
              <a:gd name="connsiteY494" fmla="*/ 187262 h 5143785"/>
              <a:gd name="connsiteX495" fmla="*/ 663131 w 3114960"/>
              <a:gd name="connsiteY495" fmla="*/ 4737354 h 5143785"/>
              <a:gd name="connsiteX496" fmla="*/ 670274 w 3114960"/>
              <a:gd name="connsiteY496" fmla="*/ 4740117 h 5143785"/>
              <a:gd name="connsiteX497" fmla="*/ 670751 w 3114960"/>
              <a:gd name="connsiteY497" fmla="*/ 4740117 h 5143785"/>
              <a:gd name="connsiteX498" fmla="*/ 678180 w 3114960"/>
              <a:gd name="connsiteY498" fmla="*/ 4736592 h 5143785"/>
              <a:gd name="connsiteX499" fmla="*/ 677418 w 3114960"/>
              <a:gd name="connsiteY499" fmla="*/ 4721543 h 5143785"/>
              <a:gd name="connsiteX500" fmla="*/ 662369 w 3114960"/>
              <a:gd name="connsiteY500" fmla="*/ 4722305 h 5143785"/>
              <a:gd name="connsiteX501" fmla="*/ 660083 w 3114960"/>
              <a:gd name="connsiteY501" fmla="*/ 4726877 h 5143785"/>
              <a:gd name="connsiteX502" fmla="*/ 605314 w 3114960"/>
              <a:gd name="connsiteY502" fmla="*/ 4726877 h 5143785"/>
              <a:gd name="connsiteX503" fmla="*/ 571310 w 3114960"/>
              <a:gd name="connsiteY503" fmla="*/ 4701254 h 5143785"/>
              <a:gd name="connsiteX504" fmla="*/ 455390 w 3114960"/>
              <a:gd name="connsiteY504" fmla="*/ 4701254 h 5143785"/>
              <a:gd name="connsiteX505" fmla="*/ 415100 w 3114960"/>
              <a:gd name="connsiteY505" fmla="*/ 4733639 h 5143785"/>
              <a:gd name="connsiteX506" fmla="*/ 275749 w 3114960"/>
              <a:gd name="connsiteY506" fmla="*/ 4734211 h 5143785"/>
              <a:gd name="connsiteX507" fmla="*/ 237077 w 3114960"/>
              <a:gd name="connsiteY507" fmla="*/ 4704969 h 5143785"/>
              <a:gd name="connsiteX508" fmla="*/ 192215 w 3114960"/>
              <a:gd name="connsiteY508" fmla="*/ 4704969 h 5143785"/>
              <a:gd name="connsiteX509" fmla="*/ 176689 w 3114960"/>
              <a:gd name="connsiteY509" fmla="*/ 4690015 h 5143785"/>
              <a:gd name="connsiteX510" fmla="*/ 131636 w 3114960"/>
              <a:gd name="connsiteY510" fmla="*/ 4690015 h 5143785"/>
              <a:gd name="connsiteX511" fmla="*/ 122873 w 3114960"/>
              <a:gd name="connsiteY511" fmla="*/ 4683633 h 5143785"/>
              <a:gd name="connsiteX512" fmla="*/ 114491 w 3114960"/>
              <a:gd name="connsiteY512" fmla="*/ 4692872 h 5143785"/>
              <a:gd name="connsiteX513" fmla="*/ 123730 w 3114960"/>
              <a:gd name="connsiteY513" fmla="*/ 4701254 h 5143785"/>
              <a:gd name="connsiteX514" fmla="*/ 131636 w 3114960"/>
              <a:gd name="connsiteY514" fmla="*/ 4694873 h 5143785"/>
              <a:gd name="connsiteX515" fmla="*/ 174784 w 3114960"/>
              <a:gd name="connsiteY515" fmla="*/ 4694873 h 5143785"/>
              <a:gd name="connsiteX516" fmla="*/ 188214 w 3114960"/>
              <a:gd name="connsiteY516" fmla="*/ 4707731 h 5143785"/>
              <a:gd name="connsiteX517" fmla="*/ 152495 w 3114960"/>
              <a:gd name="connsiteY517" fmla="*/ 4738116 h 5143785"/>
              <a:gd name="connsiteX518" fmla="*/ 137446 w 3114960"/>
              <a:gd name="connsiteY518" fmla="*/ 4738116 h 5143785"/>
              <a:gd name="connsiteX519" fmla="*/ 127826 w 3114960"/>
              <a:gd name="connsiteY519" fmla="*/ 4726115 h 5143785"/>
              <a:gd name="connsiteX520" fmla="*/ 112681 w 3114960"/>
              <a:gd name="connsiteY520" fmla="*/ 4735354 h 5143785"/>
              <a:gd name="connsiteX521" fmla="*/ 121920 w 3114960"/>
              <a:gd name="connsiteY521" fmla="*/ 4750499 h 5143785"/>
              <a:gd name="connsiteX522" fmla="*/ 124873 w 3114960"/>
              <a:gd name="connsiteY522" fmla="*/ 4750880 h 5143785"/>
              <a:gd name="connsiteX523" fmla="*/ 131445 w 3114960"/>
              <a:gd name="connsiteY523" fmla="*/ 4749070 h 5143785"/>
              <a:gd name="connsiteX524" fmla="*/ 136398 w 3114960"/>
              <a:gd name="connsiteY524" fmla="*/ 4742879 h 5143785"/>
              <a:gd name="connsiteX525" fmla="*/ 154305 w 3114960"/>
              <a:gd name="connsiteY525" fmla="*/ 4742879 h 5143785"/>
              <a:gd name="connsiteX526" fmla="*/ 193358 w 3114960"/>
              <a:gd name="connsiteY526" fmla="*/ 4709732 h 5143785"/>
              <a:gd name="connsiteX527" fmla="*/ 235553 w 3114960"/>
              <a:gd name="connsiteY527" fmla="*/ 4709732 h 5143785"/>
              <a:gd name="connsiteX528" fmla="*/ 274225 w 3114960"/>
              <a:gd name="connsiteY528" fmla="*/ 4739069 h 5143785"/>
              <a:gd name="connsiteX529" fmla="*/ 415957 w 3114960"/>
              <a:gd name="connsiteY529" fmla="*/ 4738497 h 5143785"/>
              <a:gd name="connsiteX530" fmla="*/ 416814 w 3114960"/>
              <a:gd name="connsiteY530" fmla="*/ 4738497 h 5143785"/>
              <a:gd name="connsiteX531" fmla="*/ 457105 w 3114960"/>
              <a:gd name="connsiteY531" fmla="*/ 4706112 h 5143785"/>
              <a:gd name="connsiteX532" fmla="*/ 569786 w 3114960"/>
              <a:gd name="connsiteY532" fmla="*/ 4706112 h 5143785"/>
              <a:gd name="connsiteX533" fmla="*/ 603790 w 3114960"/>
              <a:gd name="connsiteY533" fmla="*/ 4731735 h 5143785"/>
              <a:gd name="connsiteX534" fmla="*/ 660083 w 3114960"/>
              <a:gd name="connsiteY534" fmla="*/ 4731735 h 5143785"/>
              <a:gd name="connsiteX535" fmla="*/ 663131 w 3114960"/>
              <a:gd name="connsiteY535" fmla="*/ 4737449 h 5143785"/>
              <a:gd name="connsiteX536" fmla="*/ 665893 w 3114960"/>
              <a:gd name="connsiteY536" fmla="*/ 4725543 h 5143785"/>
              <a:gd name="connsiteX537" fmla="*/ 670274 w 3114960"/>
              <a:gd name="connsiteY537" fmla="*/ 4723638 h 5143785"/>
              <a:gd name="connsiteX538" fmla="*/ 674275 w 3114960"/>
              <a:gd name="connsiteY538" fmla="*/ 4725162 h 5143785"/>
              <a:gd name="connsiteX539" fmla="*/ 674656 w 3114960"/>
              <a:gd name="connsiteY539" fmla="*/ 4733544 h 5143785"/>
              <a:gd name="connsiteX540" fmla="*/ 670560 w 3114960"/>
              <a:gd name="connsiteY540" fmla="*/ 4735449 h 5143785"/>
              <a:gd name="connsiteX541" fmla="*/ 666274 w 3114960"/>
              <a:gd name="connsiteY541" fmla="*/ 4733925 h 5143785"/>
              <a:gd name="connsiteX542" fmla="*/ 666274 w 3114960"/>
              <a:gd name="connsiteY542" fmla="*/ 4733925 h 5143785"/>
              <a:gd name="connsiteX543" fmla="*/ 664369 w 3114960"/>
              <a:gd name="connsiteY543" fmla="*/ 4729829 h 5143785"/>
              <a:gd name="connsiteX544" fmla="*/ 665893 w 3114960"/>
              <a:gd name="connsiteY544" fmla="*/ 4725543 h 5143785"/>
              <a:gd name="connsiteX545" fmla="*/ 132493 w 3114960"/>
              <a:gd name="connsiteY545" fmla="*/ 4740117 h 5143785"/>
              <a:gd name="connsiteX546" fmla="*/ 128969 w 3114960"/>
              <a:gd name="connsiteY546" fmla="*/ 4744974 h 5143785"/>
              <a:gd name="connsiteX547" fmla="*/ 123063 w 3114960"/>
              <a:gd name="connsiteY547" fmla="*/ 4745927 h 5143785"/>
              <a:gd name="connsiteX548" fmla="*/ 117253 w 3114960"/>
              <a:gd name="connsiteY548" fmla="*/ 4736497 h 5143785"/>
              <a:gd name="connsiteX549" fmla="*/ 124873 w 3114960"/>
              <a:gd name="connsiteY549" fmla="*/ 4730496 h 5143785"/>
              <a:gd name="connsiteX550" fmla="*/ 126683 w 3114960"/>
              <a:gd name="connsiteY550" fmla="*/ 4730687 h 5143785"/>
              <a:gd name="connsiteX551" fmla="*/ 132398 w 3114960"/>
              <a:gd name="connsiteY551" fmla="*/ 4740117 h 5143785"/>
              <a:gd name="connsiteX552" fmla="*/ 2516124 w 3114960"/>
              <a:gd name="connsiteY552" fmla="*/ 262414 h 5143785"/>
              <a:gd name="connsiteX553" fmla="*/ 2520220 w 3114960"/>
              <a:gd name="connsiteY553" fmla="*/ 264986 h 5143785"/>
              <a:gd name="connsiteX554" fmla="*/ 2525363 w 3114960"/>
              <a:gd name="connsiteY554" fmla="*/ 260223 h 5143785"/>
              <a:gd name="connsiteX555" fmla="*/ 2520601 w 3114960"/>
              <a:gd name="connsiteY555" fmla="*/ 255080 h 5143785"/>
              <a:gd name="connsiteX556" fmla="*/ 2516219 w 3114960"/>
              <a:gd name="connsiteY556" fmla="*/ 257651 h 5143785"/>
              <a:gd name="connsiteX557" fmla="*/ 2486025 w 3114960"/>
              <a:gd name="connsiteY557" fmla="*/ 257651 h 5143785"/>
              <a:gd name="connsiteX558" fmla="*/ 2475738 w 3114960"/>
              <a:gd name="connsiteY558" fmla="*/ 275844 h 5143785"/>
              <a:gd name="connsiteX559" fmla="*/ 2474500 w 3114960"/>
              <a:gd name="connsiteY559" fmla="*/ 275844 h 5143785"/>
              <a:gd name="connsiteX560" fmla="*/ 2466785 w 3114960"/>
              <a:gd name="connsiteY560" fmla="*/ 288512 h 5143785"/>
              <a:gd name="connsiteX561" fmla="*/ 2476976 w 3114960"/>
              <a:gd name="connsiteY561" fmla="*/ 296513 h 5143785"/>
              <a:gd name="connsiteX562" fmla="*/ 2479453 w 3114960"/>
              <a:gd name="connsiteY562" fmla="*/ 296228 h 5143785"/>
              <a:gd name="connsiteX563" fmla="*/ 2485930 w 3114960"/>
              <a:gd name="connsiteY563" fmla="*/ 291465 h 5143785"/>
              <a:gd name="connsiteX564" fmla="*/ 2487168 w 3114960"/>
              <a:gd name="connsiteY564" fmla="*/ 283559 h 5143785"/>
              <a:gd name="connsiteX565" fmla="*/ 2482405 w 3114960"/>
              <a:gd name="connsiteY565" fmla="*/ 277082 h 5143785"/>
              <a:gd name="connsiteX566" fmla="*/ 2480786 w 3114960"/>
              <a:gd name="connsiteY566" fmla="*/ 276511 h 5143785"/>
              <a:gd name="connsiteX567" fmla="*/ 2488787 w 3114960"/>
              <a:gd name="connsiteY567" fmla="*/ 262414 h 5143785"/>
              <a:gd name="connsiteX568" fmla="*/ 2516219 w 3114960"/>
              <a:gd name="connsiteY568" fmla="*/ 262414 h 5143785"/>
              <a:gd name="connsiteX569" fmla="*/ 2482501 w 3114960"/>
              <a:gd name="connsiteY569" fmla="*/ 284702 h 5143785"/>
              <a:gd name="connsiteX570" fmla="*/ 2481834 w 3114960"/>
              <a:gd name="connsiteY570" fmla="*/ 288989 h 5143785"/>
              <a:gd name="connsiteX571" fmla="*/ 2478310 w 3114960"/>
              <a:gd name="connsiteY571" fmla="*/ 291560 h 5143785"/>
              <a:gd name="connsiteX572" fmla="*/ 2471452 w 3114960"/>
              <a:gd name="connsiteY572" fmla="*/ 287369 h 5143785"/>
              <a:gd name="connsiteX573" fmla="*/ 2475643 w 3114960"/>
              <a:gd name="connsiteY573" fmla="*/ 280511 h 5143785"/>
              <a:gd name="connsiteX574" fmla="*/ 2479929 w 3114960"/>
              <a:gd name="connsiteY574" fmla="*/ 281178 h 5143785"/>
              <a:gd name="connsiteX575" fmla="*/ 2482501 w 3114960"/>
              <a:gd name="connsiteY575" fmla="*/ 284702 h 5143785"/>
              <a:gd name="connsiteX576" fmla="*/ 2544794 w 3114960"/>
              <a:gd name="connsiteY576" fmla="*/ 260128 h 5143785"/>
              <a:gd name="connsiteX577" fmla="*/ 2538889 w 3114960"/>
              <a:gd name="connsiteY577" fmla="*/ 265748 h 5143785"/>
              <a:gd name="connsiteX578" fmla="*/ 2533269 w 3114960"/>
              <a:gd name="connsiteY578" fmla="*/ 259842 h 5143785"/>
              <a:gd name="connsiteX579" fmla="*/ 2539175 w 3114960"/>
              <a:gd name="connsiteY579" fmla="*/ 254222 h 5143785"/>
              <a:gd name="connsiteX580" fmla="*/ 2544794 w 3114960"/>
              <a:gd name="connsiteY580" fmla="*/ 260128 h 5143785"/>
              <a:gd name="connsiteX581" fmla="*/ 540830 w 3114960"/>
              <a:gd name="connsiteY581" fmla="*/ 2281619 h 5143785"/>
              <a:gd name="connsiteX582" fmla="*/ 545592 w 3114960"/>
              <a:gd name="connsiteY582" fmla="*/ 2281619 h 5143785"/>
              <a:gd name="connsiteX583" fmla="*/ 545497 w 3114960"/>
              <a:gd name="connsiteY583" fmla="*/ 2290572 h 5143785"/>
              <a:gd name="connsiteX584" fmla="*/ 540734 w 3114960"/>
              <a:gd name="connsiteY584" fmla="*/ 2290572 h 5143785"/>
              <a:gd name="connsiteX585" fmla="*/ 540830 w 3114960"/>
              <a:gd name="connsiteY585" fmla="*/ 2281619 h 5143785"/>
              <a:gd name="connsiteX586" fmla="*/ 595979 w 3114960"/>
              <a:gd name="connsiteY586" fmla="*/ 3960400 h 5143785"/>
              <a:gd name="connsiteX587" fmla="*/ 595789 w 3114960"/>
              <a:gd name="connsiteY587" fmla="*/ 3960590 h 5143785"/>
              <a:gd name="connsiteX588" fmla="*/ 595979 w 3114960"/>
              <a:gd name="connsiteY588" fmla="*/ 3959447 h 5143785"/>
              <a:gd name="connsiteX589" fmla="*/ 595979 w 3114960"/>
              <a:gd name="connsiteY589" fmla="*/ 3946779 h 5143785"/>
              <a:gd name="connsiteX590" fmla="*/ 591503 w 3114960"/>
              <a:gd name="connsiteY590" fmla="*/ 3942302 h 5143785"/>
              <a:gd name="connsiteX591" fmla="*/ 578834 w 3114960"/>
              <a:gd name="connsiteY591" fmla="*/ 3942302 h 5143785"/>
              <a:gd name="connsiteX592" fmla="*/ 574358 w 3114960"/>
              <a:gd name="connsiteY592" fmla="*/ 3946779 h 5143785"/>
              <a:gd name="connsiteX593" fmla="*/ 574358 w 3114960"/>
              <a:gd name="connsiteY593" fmla="*/ 3959447 h 5143785"/>
              <a:gd name="connsiteX594" fmla="*/ 578834 w 3114960"/>
              <a:gd name="connsiteY594" fmla="*/ 3963924 h 5143785"/>
              <a:gd name="connsiteX595" fmla="*/ 591503 w 3114960"/>
              <a:gd name="connsiteY595" fmla="*/ 3963924 h 5143785"/>
              <a:gd name="connsiteX596" fmla="*/ 592550 w 3114960"/>
              <a:gd name="connsiteY596" fmla="*/ 3963734 h 5143785"/>
              <a:gd name="connsiteX597" fmla="*/ 772192 w 3114960"/>
              <a:gd name="connsiteY597" fmla="*/ 4171569 h 5143785"/>
              <a:gd name="connsiteX598" fmla="*/ 772192 w 3114960"/>
              <a:gd name="connsiteY598" fmla="*/ 4231196 h 5143785"/>
              <a:gd name="connsiteX599" fmla="*/ 768382 w 3114960"/>
              <a:gd name="connsiteY599" fmla="*/ 4231196 h 5143785"/>
              <a:gd name="connsiteX600" fmla="*/ 758571 w 3114960"/>
              <a:gd name="connsiteY600" fmla="*/ 4241006 h 5143785"/>
              <a:gd name="connsiteX601" fmla="*/ 758571 w 3114960"/>
              <a:gd name="connsiteY601" fmla="*/ 4279678 h 5143785"/>
              <a:gd name="connsiteX602" fmla="*/ 768382 w 3114960"/>
              <a:gd name="connsiteY602" fmla="*/ 4289489 h 5143785"/>
              <a:gd name="connsiteX603" fmla="*/ 780764 w 3114960"/>
              <a:gd name="connsiteY603" fmla="*/ 4289489 h 5143785"/>
              <a:gd name="connsiteX604" fmla="*/ 790575 w 3114960"/>
              <a:gd name="connsiteY604" fmla="*/ 4279678 h 5143785"/>
              <a:gd name="connsiteX605" fmla="*/ 790575 w 3114960"/>
              <a:gd name="connsiteY605" fmla="*/ 4241006 h 5143785"/>
              <a:gd name="connsiteX606" fmla="*/ 780764 w 3114960"/>
              <a:gd name="connsiteY606" fmla="*/ 4231196 h 5143785"/>
              <a:gd name="connsiteX607" fmla="*/ 776954 w 3114960"/>
              <a:gd name="connsiteY607" fmla="*/ 4231196 h 5143785"/>
              <a:gd name="connsiteX608" fmla="*/ 776954 w 3114960"/>
              <a:gd name="connsiteY608" fmla="*/ 4169759 h 5143785"/>
              <a:gd name="connsiteX609" fmla="*/ 595979 w 3114960"/>
              <a:gd name="connsiteY609" fmla="*/ 3960400 h 5143785"/>
              <a:gd name="connsiteX610" fmla="*/ 785813 w 3114960"/>
              <a:gd name="connsiteY610" fmla="*/ 4279773 h 5143785"/>
              <a:gd name="connsiteX611" fmla="*/ 780764 w 3114960"/>
              <a:gd name="connsiteY611" fmla="*/ 4284821 h 5143785"/>
              <a:gd name="connsiteX612" fmla="*/ 768382 w 3114960"/>
              <a:gd name="connsiteY612" fmla="*/ 4284821 h 5143785"/>
              <a:gd name="connsiteX613" fmla="*/ 763334 w 3114960"/>
              <a:gd name="connsiteY613" fmla="*/ 4279773 h 5143785"/>
              <a:gd name="connsiteX614" fmla="*/ 763334 w 3114960"/>
              <a:gd name="connsiteY614" fmla="*/ 4278440 h 5143785"/>
              <a:gd name="connsiteX615" fmla="*/ 785717 w 3114960"/>
              <a:gd name="connsiteY615" fmla="*/ 4278440 h 5143785"/>
              <a:gd name="connsiteX616" fmla="*/ 785717 w 3114960"/>
              <a:gd name="connsiteY616" fmla="*/ 4279773 h 5143785"/>
              <a:gd name="connsiteX617" fmla="*/ 785813 w 3114960"/>
              <a:gd name="connsiteY617" fmla="*/ 4272534 h 5143785"/>
              <a:gd name="connsiteX618" fmla="*/ 763429 w 3114960"/>
              <a:gd name="connsiteY618" fmla="*/ 4272534 h 5143785"/>
              <a:gd name="connsiteX619" fmla="*/ 763429 w 3114960"/>
              <a:gd name="connsiteY619" fmla="*/ 4254056 h 5143785"/>
              <a:gd name="connsiteX620" fmla="*/ 785813 w 3114960"/>
              <a:gd name="connsiteY620" fmla="*/ 4254056 h 5143785"/>
              <a:gd name="connsiteX621" fmla="*/ 785813 w 3114960"/>
              <a:gd name="connsiteY621" fmla="*/ 4272534 h 5143785"/>
              <a:gd name="connsiteX622" fmla="*/ 785813 w 3114960"/>
              <a:gd name="connsiteY622" fmla="*/ 4251103 h 5143785"/>
              <a:gd name="connsiteX623" fmla="*/ 763429 w 3114960"/>
              <a:gd name="connsiteY623" fmla="*/ 4251103 h 5143785"/>
              <a:gd name="connsiteX624" fmla="*/ 763429 w 3114960"/>
              <a:gd name="connsiteY624" fmla="*/ 4245864 h 5143785"/>
              <a:gd name="connsiteX625" fmla="*/ 785813 w 3114960"/>
              <a:gd name="connsiteY625" fmla="*/ 4245864 h 5143785"/>
              <a:gd name="connsiteX626" fmla="*/ 785813 w 3114960"/>
              <a:gd name="connsiteY626" fmla="*/ 4251103 h 5143785"/>
              <a:gd name="connsiteX627" fmla="*/ 780764 w 3114960"/>
              <a:gd name="connsiteY627" fmla="*/ 4236054 h 5143785"/>
              <a:gd name="connsiteX628" fmla="*/ 785813 w 3114960"/>
              <a:gd name="connsiteY628" fmla="*/ 4241102 h 5143785"/>
              <a:gd name="connsiteX629" fmla="*/ 785813 w 3114960"/>
              <a:gd name="connsiteY629" fmla="*/ 4241292 h 5143785"/>
              <a:gd name="connsiteX630" fmla="*/ 763429 w 3114960"/>
              <a:gd name="connsiteY630" fmla="*/ 4241292 h 5143785"/>
              <a:gd name="connsiteX631" fmla="*/ 763429 w 3114960"/>
              <a:gd name="connsiteY631" fmla="*/ 4241102 h 5143785"/>
              <a:gd name="connsiteX632" fmla="*/ 768477 w 3114960"/>
              <a:gd name="connsiteY632" fmla="*/ 4236054 h 5143785"/>
              <a:gd name="connsiteX633" fmla="*/ 780860 w 3114960"/>
              <a:gd name="connsiteY633" fmla="*/ 4236054 h 5143785"/>
              <a:gd name="connsiteX634" fmla="*/ 2548509 w 3114960"/>
              <a:gd name="connsiteY634" fmla="*/ 180023 h 5143785"/>
              <a:gd name="connsiteX635" fmla="*/ 2542889 w 3114960"/>
              <a:gd name="connsiteY635" fmla="*/ 174117 h 5143785"/>
              <a:gd name="connsiteX636" fmla="*/ 2548795 w 3114960"/>
              <a:gd name="connsiteY636" fmla="*/ 168497 h 5143785"/>
              <a:gd name="connsiteX637" fmla="*/ 2554415 w 3114960"/>
              <a:gd name="connsiteY637" fmla="*/ 174403 h 5143785"/>
              <a:gd name="connsiteX638" fmla="*/ 2548509 w 3114960"/>
              <a:gd name="connsiteY638" fmla="*/ 180023 h 5143785"/>
              <a:gd name="connsiteX639" fmla="*/ 2552414 w 3114960"/>
              <a:gd name="connsiteY639" fmla="*/ 216884 h 5143785"/>
              <a:gd name="connsiteX640" fmla="*/ 2543651 w 3114960"/>
              <a:gd name="connsiteY640" fmla="*/ 207836 h 5143785"/>
              <a:gd name="connsiteX641" fmla="*/ 2543556 w 3114960"/>
              <a:gd name="connsiteY641" fmla="*/ 207836 h 5143785"/>
              <a:gd name="connsiteX642" fmla="*/ 2534603 w 3114960"/>
              <a:gd name="connsiteY642" fmla="*/ 216694 h 5143785"/>
              <a:gd name="connsiteX643" fmla="*/ 2543366 w 3114960"/>
              <a:gd name="connsiteY643" fmla="*/ 225743 h 5143785"/>
              <a:gd name="connsiteX644" fmla="*/ 2543461 w 3114960"/>
              <a:gd name="connsiteY644" fmla="*/ 225743 h 5143785"/>
              <a:gd name="connsiteX645" fmla="*/ 2552414 w 3114960"/>
              <a:gd name="connsiteY645" fmla="*/ 216884 h 5143785"/>
              <a:gd name="connsiteX646" fmla="*/ 2543461 w 3114960"/>
              <a:gd name="connsiteY646" fmla="*/ 220885 h 5143785"/>
              <a:gd name="connsiteX647" fmla="*/ 2543461 w 3114960"/>
              <a:gd name="connsiteY647" fmla="*/ 220885 h 5143785"/>
              <a:gd name="connsiteX648" fmla="*/ 2539365 w 3114960"/>
              <a:gd name="connsiteY648" fmla="*/ 216694 h 5143785"/>
              <a:gd name="connsiteX649" fmla="*/ 2543556 w 3114960"/>
              <a:gd name="connsiteY649" fmla="*/ 212598 h 5143785"/>
              <a:gd name="connsiteX650" fmla="*/ 2543556 w 3114960"/>
              <a:gd name="connsiteY650" fmla="*/ 212598 h 5143785"/>
              <a:gd name="connsiteX651" fmla="*/ 2546509 w 3114960"/>
              <a:gd name="connsiteY651" fmla="*/ 213836 h 5143785"/>
              <a:gd name="connsiteX652" fmla="*/ 2547652 w 3114960"/>
              <a:gd name="connsiteY652" fmla="*/ 216789 h 5143785"/>
              <a:gd name="connsiteX653" fmla="*/ 2543461 w 3114960"/>
              <a:gd name="connsiteY653" fmla="*/ 220885 h 5143785"/>
              <a:gd name="connsiteX654" fmla="*/ 2543556 w 3114960"/>
              <a:gd name="connsiteY654" fmla="*/ 140399 h 5143785"/>
              <a:gd name="connsiteX655" fmla="*/ 2549747 w 3114960"/>
              <a:gd name="connsiteY655" fmla="*/ 137827 h 5143785"/>
              <a:gd name="connsiteX656" fmla="*/ 2552414 w 3114960"/>
              <a:gd name="connsiteY656" fmla="*/ 131540 h 5143785"/>
              <a:gd name="connsiteX657" fmla="*/ 2549843 w 3114960"/>
              <a:gd name="connsiteY657" fmla="*/ 125159 h 5143785"/>
              <a:gd name="connsiteX658" fmla="*/ 2543556 w 3114960"/>
              <a:gd name="connsiteY658" fmla="*/ 122492 h 5143785"/>
              <a:gd name="connsiteX659" fmla="*/ 2537174 w 3114960"/>
              <a:gd name="connsiteY659" fmla="*/ 125063 h 5143785"/>
              <a:gd name="connsiteX660" fmla="*/ 2534507 w 3114960"/>
              <a:gd name="connsiteY660" fmla="*/ 131350 h 5143785"/>
              <a:gd name="connsiteX661" fmla="*/ 2537079 w 3114960"/>
              <a:gd name="connsiteY661" fmla="*/ 137732 h 5143785"/>
              <a:gd name="connsiteX662" fmla="*/ 2543366 w 3114960"/>
              <a:gd name="connsiteY662" fmla="*/ 140399 h 5143785"/>
              <a:gd name="connsiteX663" fmla="*/ 2543461 w 3114960"/>
              <a:gd name="connsiteY663" fmla="*/ 140399 h 5143785"/>
              <a:gd name="connsiteX664" fmla="*/ 2539365 w 3114960"/>
              <a:gd name="connsiteY664" fmla="*/ 131350 h 5143785"/>
              <a:gd name="connsiteX665" fmla="*/ 2540603 w 3114960"/>
              <a:gd name="connsiteY665" fmla="*/ 128397 h 5143785"/>
              <a:gd name="connsiteX666" fmla="*/ 2543556 w 3114960"/>
              <a:gd name="connsiteY666" fmla="*/ 127254 h 5143785"/>
              <a:gd name="connsiteX667" fmla="*/ 2543556 w 3114960"/>
              <a:gd name="connsiteY667" fmla="*/ 127254 h 5143785"/>
              <a:gd name="connsiteX668" fmla="*/ 2546509 w 3114960"/>
              <a:gd name="connsiteY668" fmla="*/ 128492 h 5143785"/>
              <a:gd name="connsiteX669" fmla="*/ 2547652 w 3114960"/>
              <a:gd name="connsiteY669" fmla="*/ 131445 h 5143785"/>
              <a:gd name="connsiteX670" fmla="*/ 2546413 w 3114960"/>
              <a:gd name="connsiteY670" fmla="*/ 134398 h 5143785"/>
              <a:gd name="connsiteX671" fmla="*/ 2543461 w 3114960"/>
              <a:gd name="connsiteY671" fmla="*/ 135541 h 5143785"/>
              <a:gd name="connsiteX672" fmla="*/ 2543461 w 3114960"/>
              <a:gd name="connsiteY672" fmla="*/ 135541 h 5143785"/>
              <a:gd name="connsiteX673" fmla="*/ 2540508 w 3114960"/>
              <a:gd name="connsiteY673" fmla="*/ 134303 h 5143785"/>
              <a:gd name="connsiteX674" fmla="*/ 2539365 w 3114960"/>
              <a:gd name="connsiteY674" fmla="*/ 131350 h 5143785"/>
              <a:gd name="connsiteX675" fmla="*/ 2449068 w 3114960"/>
              <a:gd name="connsiteY675" fmla="*/ 4533614 h 5143785"/>
              <a:gd name="connsiteX676" fmla="*/ 2443448 w 3114960"/>
              <a:gd name="connsiteY676" fmla="*/ 4516660 h 5143785"/>
              <a:gd name="connsiteX677" fmla="*/ 2426494 w 3114960"/>
              <a:gd name="connsiteY677" fmla="*/ 4522280 h 5143785"/>
              <a:gd name="connsiteX678" fmla="*/ 2432114 w 3114960"/>
              <a:gd name="connsiteY678" fmla="*/ 4539234 h 5143785"/>
              <a:gd name="connsiteX679" fmla="*/ 2432114 w 3114960"/>
              <a:gd name="connsiteY679" fmla="*/ 4539234 h 5143785"/>
              <a:gd name="connsiteX680" fmla="*/ 2434590 w 3114960"/>
              <a:gd name="connsiteY680" fmla="*/ 4540092 h 5143785"/>
              <a:gd name="connsiteX681" fmla="*/ 2434590 w 3114960"/>
              <a:gd name="connsiteY681" fmla="*/ 4553331 h 5143785"/>
              <a:gd name="connsiteX682" fmla="*/ 2420398 w 3114960"/>
              <a:gd name="connsiteY682" fmla="*/ 4569810 h 5143785"/>
              <a:gd name="connsiteX683" fmla="*/ 2381631 w 3114960"/>
              <a:gd name="connsiteY683" fmla="*/ 4569429 h 5143785"/>
              <a:gd name="connsiteX684" fmla="*/ 2367534 w 3114960"/>
              <a:gd name="connsiteY684" fmla="*/ 4554379 h 5143785"/>
              <a:gd name="connsiteX685" fmla="*/ 2367820 w 3114960"/>
              <a:gd name="connsiteY685" fmla="*/ 4449032 h 5143785"/>
              <a:gd name="connsiteX686" fmla="*/ 2322481 w 3114960"/>
              <a:gd name="connsiteY686" fmla="*/ 4400264 h 5143785"/>
              <a:gd name="connsiteX687" fmla="*/ 2305241 w 3114960"/>
              <a:gd name="connsiteY687" fmla="*/ 4400455 h 5143785"/>
              <a:gd name="connsiteX688" fmla="*/ 2305241 w 3114960"/>
              <a:gd name="connsiteY688" fmla="*/ 4397502 h 5143785"/>
              <a:gd name="connsiteX689" fmla="*/ 2299145 w 3114960"/>
              <a:gd name="connsiteY689" fmla="*/ 4391406 h 5143785"/>
              <a:gd name="connsiteX690" fmla="*/ 2288762 w 3114960"/>
              <a:gd name="connsiteY690" fmla="*/ 4391406 h 5143785"/>
              <a:gd name="connsiteX691" fmla="*/ 2282666 w 3114960"/>
              <a:gd name="connsiteY691" fmla="*/ 4397502 h 5143785"/>
              <a:gd name="connsiteX692" fmla="*/ 2282666 w 3114960"/>
              <a:gd name="connsiteY692" fmla="*/ 4407885 h 5143785"/>
              <a:gd name="connsiteX693" fmla="*/ 2288762 w 3114960"/>
              <a:gd name="connsiteY693" fmla="*/ 4413980 h 5143785"/>
              <a:gd name="connsiteX694" fmla="*/ 2299145 w 3114960"/>
              <a:gd name="connsiteY694" fmla="*/ 4413980 h 5143785"/>
              <a:gd name="connsiteX695" fmla="*/ 2305241 w 3114960"/>
              <a:gd name="connsiteY695" fmla="*/ 4407885 h 5143785"/>
              <a:gd name="connsiteX696" fmla="*/ 2305241 w 3114960"/>
              <a:gd name="connsiteY696" fmla="*/ 4405218 h 5143785"/>
              <a:gd name="connsiteX697" fmla="*/ 2320481 w 3114960"/>
              <a:gd name="connsiteY697" fmla="*/ 4405218 h 5143785"/>
              <a:gd name="connsiteX698" fmla="*/ 2363153 w 3114960"/>
              <a:gd name="connsiteY698" fmla="*/ 4450937 h 5143785"/>
              <a:gd name="connsiteX699" fmla="*/ 2362867 w 3114960"/>
              <a:gd name="connsiteY699" fmla="*/ 4556284 h 5143785"/>
              <a:gd name="connsiteX700" fmla="*/ 2379631 w 3114960"/>
              <a:gd name="connsiteY700" fmla="*/ 4574191 h 5143785"/>
              <a:gd name="connsiteX701" fmla="*/ 2422589 w 3114960"/>
              <a:gd name="connsiteY701" fmla="*/ 4574572 h 5143785"/>
              <a:gd name="connsiteX702" fmla="*/ 2439353 w 3114960"/>
              <a:gd name="connsiteY702" fmla="*/ 4555046 h 5143785"/>
              <a:gd name="connsiteX703" fmla="*/ 2439353 w 3114960"/>
              <a:gd name="connsiteY703" fmla="*/ 4540282 h 5143785"/>
              <a:gd name="connsiteX704" fmla="*/ 2449068 w 3114960"/>
              <a:gd name="connsiteY704" fmla="*/ 4533519 h 5143785"/>
              <a:gd name="connsiteX705" fmla="*/ 2300478 w 3114960"/>
              <a:gd name="connsiteY705" fmla="*/ 4408075 h 5143785"/>
              <a:gd name="connsiteX706" fmla="*/ 2299145 w 3114960"/>
              <a:gd name="connsiteY706" fmla="*/ 4409409 h 5143785"/>
              <a:gd name="connsiteX707" fmla="*/ 2288762 w 3114960"/>
              <a:gd name="connsiteY707" fmla="*/ 4409409 h 5143785"/>
              <a:gd name="connsiteX708" fmla="*/ 2287429 w 3114960"/>
              <a:gd name="connsiteY708" fmla="*/ 4408075 h 5143785"/>
              <a:gd name="connsiteX709" fmla="*/ 2287429 w 3114960"/>
              <a:gd name="connsiteY709" fmla="*/ 4397693 h 5143785"/>
              <a:gd name="connsiteX710" fmla="*/ 2288762 w 3114960"/>
              <a:gd name="connsiteY710" fmla="*/ 4396359 h 5143785"/>
              <a:gd name="connsiteX711" fmla="*/ 2299145 w 3114960"/>
              <a:gd name="connsiteY711" fmla="*/ 4396359 h 5143785"/>
              <a:gd name="connsiteX712" fmla="*/ 2300478 w 3114960"/>
              <a:gd name="connsiteY712" fmla="*/ 4397693 h 5143785"/>
              <a:gd name="connsiteX713" fmla="*/ 2300478 w 3114960"/>
              <a:gd name="connsiteY713" fmla="*/ 4408075 h 5143785"/>
              <a:gd name="connsiteX714" fmla="*/ 2444782 w 3114960"/>
              <a:gd name="connsiteY714" fmla="*/ 4531519 h 5143785"/>
              <a:gd name="connsiteX715" fmla="*/ 2440210 w 3114960"/>
              <a:gd name="connsiteY715" fmla="*/ 4535424 h 5143785"/>
              <a:gd name="connsiteX716" fmla="*/ 2434209 w 3114960"/>
              <a:gd name="connsiteY716" fmla="*/ 4535043 h 5143785"/>
              <a:gd name="connsiteX717" fmla="*/ 2430685 w 3114960"/>
              <a:gd name="connsiteY717" fmla="*/ 4524470 h 5143785"/>
              <a:gd name="connsiteX718" fmla="*/ 2441258 w 3114960"/>
              <a:gd name="connsiteY718" fmla="*/ 4520946 h 5143785"/>
              <a:gd name="connsiteX719" fmla="*/ 2445163 w 3114960"/>
              <a:gd name="connsiteY719" fmla="*/ 4525518 h 5143785"/>
              <a:gd name="connsiteX720" fmla="*/ 2444782 w 3114960"/>
              <a:gd name="connsiteY720" fmla="*/ 4531519 h 5143785"/>
              <a:gd name="connsiteX721" fmla="*/ 2752820 w 3114960"/>
              <a:gd name="connsiteY721" fmla="*/ 124111 h 5143785"/>
              <a:gd name="connsiteX722" fmla="*/ 2752820 w 3114960"/>
              <a:gd name="connsiteY722" fmla="*/ 138779 h 5143785"/>
              <a:gd name="connsiteX723" fmla="*/ 2749010 w 3114960"/>
              <a:gd name="connsiteY723" fmla="*/ 142589 h 5143785"/>
              <a:gd name="connsiteX724" fmla="*/ 2734342 w 3114960"/>
              <a:gd name="connsiteY724" fmla="*/ 142589 h 5143785"/>
              <a:gd name="connsiteX725" fmla="*/ 2730532 w 3114960"/>
              <a:gd name="connsiteY725" fmla="*/ 138779 h 5143785"/>
              <a:gd name="connsiteX726" fmla="*/ 2730532 w 3114960"/>
              <a:gd name="connsiteY726" fmla="*/ 124111 h 5143785"/>
              <a:gd name="connsiteX727" fmla="*/ 2734342 w 3114960"/>
              <a:gd name="connsiteY727" fmla="*/ 120301 h 5143785"/>
              <a:gd name="connsiteX728" fmla="*/ 2749010 w 3114960"/>
              <a:gd name="connsiteY728" fmla="*/ 120301 h 5143785"/>
              <a:gd name="connsiteX729" fmla="*/ 2752820 w 3114960"/>
              <a:gd name="connsiteY729" fmla="*/ 124111 h 5143785"/>
              <a:gd name="connsiteX730" fmla="*/ 767525 w 3114960"/>
              <a:gd name="connsiteY730" fmla="*/ 4349972 h 5143785"/>
              <a:gd name="connsiteX731" fmla="*/ 774668 w 3114960"/>
              <a:gd name="connsiteY731" fmla="*/ 4349972 h 5143785"/>
              <a:gd name="connsiteX732" fmla="*/ 774668 w 3114960"/>
              <a:gd name="connsiteY732" fmla="*/ 4356354 h 5143785"/>
              <a:gd name="connsiteX733" fmla="*/ 769906 w 3114960"/>
              <a:gd name="connsiteY733" fmla="*/ 4360545 h 5143785"/>
              <a:gd name="connsiteX734" fmla="*/ 765239 w 3114960"/>
              <a:gd name="connsiteY734" fmla="*/ 4355211 h 5143785"/>
              <a:gd name="connsiteX735" fmla="*/ 767620 w 3114960"/>
              <a:gd name="connsiteY735" fmla="*/ 4353116 h 5143785"/>
              <a:gd name="connsiteX736" fmla="*/ 767620 w 3114960"/>
              <a:gd name="connsiteY736" fmla="*/ 4349972 h 5143785"/>
              <a:gd name="connsiteX737" fmla="*/ 2819781 w 3114960"/>
              <a:gd name="connsiteY737" fmla="*/ 109061 h 5143785"/>
              <a:gd name="connsiteX738" fmla="*/ 2798921 w 3114960"/>
              <a:gd name="connsiteY738" fmla="*/ 127921 h 5143785"/>
              <a:gd name="connsiteX739" fmla="*/ 2757011 w 3114960"/>
              <a:gd name="connsiteY739" fmla="*/ 127921 h 5143785"/>
              <a:gd name="connsiteX740" fmla="*/ 2757011 w 3114960"/>
              <a:gd name="connsiteY740" fmla="*/ 119158 h 5143785"/>
              <a:gd name="connsiteX741" fmla="*/ 2753868 w 3114960"/>
              <a:gd name="connsiteY741" fmla="*/ 116015 h 5143785"/>
              <a:gd name="connsiteX742" fmla="*/ 2729484 w 3114960"/>
              <a:gd name="connsiteY742" fmla="*/ 116015 h 5143785"/>
              <a:gd name="connsiteX743" fmla="*/ 2726341 w 3114960"/>
              <a:gd name="connsiteY743" fmla="*/ 119158 h 5143785"/>
              <a:gd name="connsiteX744" fmla="*/ 2726341 w 3114960"/>
              <a:gd name="connsiteY744" fmla="*/ 129445 h 5143785"/>
              <a:gd name="connsiteX745" fmla="*/ 2627852 w 3114960"/>
              <a:gd name="connsiteY745" fmla="*/ 129445 h 5143785"/>
              <a:gd name="connsiteX746" fmla="*/ 2616899 w 3114960"/>
              <a:gd name="connsiteY746" fmla="*/ 120110 h 5143785"/>
              <a:gd name="connsiteX747" fmla="*/ 2605564 w 3114960"/>
              <a:gd name="connsiteY747" fmla="*/ 131445 h 5143785"/>
              <a:gd name="connsiteX748" fmla="*/ 2616899 w 3114960"/>
              <a:gd name="connsiteY748" fmla="*/ 142780 h 5143785"/>
              <a:gd name="connsiteX749" fmla="*/ 2627662 w 3114960"/>
              <a:gd name="connsiteY749" fmla="*/ 134207 h 5143785"/>
              <a:gd name="connsiteX750" fmla="*/ 2726246 w 3114960"/>
              <a:gd name="connsiteY750" fmla="*/ 134207 h 5143785"/>
              <a:gd name="connsiteX751" fmla="*/ 2726246 w 3114960"/>
              <a:gd name="connsiteY751" fmla="*/ 143637 h 5143785"/>
              <a:gd name="connsiteX752" fmla="*/ 2729389 w 3114960"/>
              <a:gd name="connsiteY752" fmla="*/ 146780 h 5143785"/>
              <a:gd name="connsiteX753" fmla="*/ 2753773 w 3114960"/>
              <a:gd name="connsiteY753" fmla="*/ 146780 h 5143785"/>
              <a:gd name="connsiteX754" fmla="*/ 2756916 w 3114960"/>
              <a:gd name="connsiteY754" fmla="*/ 143637 h 5143785"/>
              <a:gd name="connsiteX755" fmla="*/ 2756916 w 3114960"/>
              <a:gd name="connsiteY755" fmla="*/ 132779 h 5143785"/>
              <a:gd name="connsiteX756" fmla="*/ 2800731 w 3114960"/>
              <a:gd name="connsiteY756" fmla="*/ 132779 h 5143785"/>
              <a:gd name="connsiteX757" fmla="*/ 2824544 w 3114960"/>
              <a:gd name="connsiteY757" fmla="*/ 111252 h 5143785"/>
              <a:gd name="connsiteX758" fmla="*/ 2824067 w 3114960"/>
              <a:gd name="connsiteY758" fmla="*/ 191 h 5143785"/>
              <a:gd name="connsiteX759" fmla="*/ 2819305 w 3114960"/>
              <a:gd name="connsiteY759" fmla="*/ 191 h 5143785"/>
              <a:gd name="connsiteX760" fmla="*/ 2819781 w 3114960"/>
              <a:gd name="connsiteY760" fmla="*/ 109157 h 5143785"/>
              <a:gd name="connsiteX761" fmla="*/ 2616803 w 3114960"/>
              <a:gd name="connsiteY761" fmla="*/ 138017 h 5143785"/>
              <a:gd name="connsiteX762" fmla="*/ 2610231 w 3114960"/>
              <a:gd name="connsiteY762" fmla="*/ 131445 h 5143785"/>
              <a:gd name="connsiteX763" fmla="*/ 2616803 w 3114960"/>
              <a:gd name="connsiteY763" fmla="*/ 124873 h 5143785"/>
              <a:gd name="connsiteX764" fmla="*/ 2623376 w 3114960"/>
              <a:gd name="connsiteY764" fmla="*/ 131445 h 5143785"/>
              <a:gd name="connsiteX765" fmla="*/ 2616803 w 3114960"/>
              <a:gd name="connsiteY765" fmla="*/ 138017 h 5143785"/>
              <a:gd name="connsiteX766" fmla="*/ 2754630 w 3114960"/>
              <a:gd name="connsiteY766" fmla="*/ 143637 h 5143785"/>
              <a:gd name="connsiteX767" fmla="*/ 2753868 w 3114960"/>
              <a:gd name="connsiteY767" fmla="*/ 144399 h 5143785"/>
              <a:gd name="connsiteX768" fmla="*/ 2729484 w 3114960"/>
              <a:gd name="connsiteY768" fmla="*/ 144399 h 5143785"/>
              <a:gd name="connsiteX769" fmla="*/ 2728722 w 3114960"/>
              <a:gd name="connsiteY769" fmla="*/ 143637 h 5143785"/>
              <a:gd name="connsiteX770" fmla="*/ 2728722 w 3114960"/>
              <a:gd name="connsiteY770" fmla="*/ 119253 h 5143785"/>
              <a:gd name="connsiteX771" fmla="*/ 2729484 w 3114960"/>
              <a:gd name="connsiteY771" fmla="*/ 118491 h 5143785"/>
              <a:gd name="connsiteX772" fmla="*/ 2753868 w 3114960"/>
              <a:gd name="connsiteY772" fmla="*/ 118491 h 5143785"/>
              <a:gd name="connsiteX773" fmla="*/ 2754630 w 3114960"/>
              <a:gd name="connsiteY773" fmla="*/ 119253 h 5143785"/>
              <a:gd name="connsiteX774" fmla="*/ 2754630 w 3114960"/>
              <a:gd name="connsiteY774" fmla="*/ 143637 h 5143785"/>
              <a:gd name="connsiteX775" fmla="*/ 2552700 w 3114960"/>
              <a:gd name="connsiteY775" fmla="*/ 259937 h 5143785"/>
              <a:gd name="connsiteX776" fmla="*/ 2559368 w 3114960"/>
              <a:gd name="connsiteY776" fmla="*/ 253460 h 5143785"/>
              <a:gd name="connsiteX777" fmla="*/ 2565845 w 3114960"/>
              <a:gd name="connsiteY777" fmla="*/ 260128 h 5143785"/>
              <a:gd name="connsiteX778" fmla="*/ 2559177 w 3114960"/>
              <a:gd name="connsiteY778" fmla="*/ 266605 h 5143785"/>
              <a:gd name="connsiteX779" fmla="*/ 2552700 w 3114960"/>
              <a:gd name="connsiteY779" fmla="*/ 259937 h 5143785"/>
              <a:gd name="connsiteX780" fmla="*/ 774668 w 3114960"/>
              <a:gd name="connsiteY780" fmla="*/ 4342353 h 5143785"/>
              <a:gd name="connsiteX781" fmla="*/ 767525 w 3114960"/>
              <a:gd name="connsiteY781" fmla="*/ 4342353 h 5143785"/>
              <a:gd name="connsiteX782" fmla="*/ 767525 w 3114960"/>
              <a:gd name="connsiteY782" fmla="*/ 4334732 h 5143785"/>
              <a:gd name="connsiteX783" fmla="*/ 774668 w 3114960"/>
              <a:gd name="connsiteY783" fmla="*/ 4334732 h 5143785"/>
              <a:gd name="connsiteX784" fmla="*/ 774668 w 3114960"/>
              <a:gd name="connsiteY784" fmla="*/ 4342353 h 5143785"/>
              <a:gd name="connsiteX785" fmla="*/ 2601373 w 3114960"/>
              <a:gd name="connsiteY785" fmla="*/ 131445 h 5143785"/>
              <a:gd name="connsiteX786" fmla="*/ 2590895 w 3114960"/>
              <a:gd name="connsiteY786" fmla="*/ 120872 h 5143785"/>
              <a:gd name="connsiteX787" fmla="*/ 2590895 w 3114960"/>
              <a:gd name="connsiteY787" fmla="*/ 120872 h 5143785"/>
              <a:gd name="connsiteX788" fmla="*/ 2583466 w 3114960"/>
              <a:gd name="connsiteY788" fmla="*/ 123920 h 5143785"/>
              <a:gd name="connsiteX789" fmla="*/ 2580323 w 3114960"/>
              <a:gd name="connsiteY789" fmla="*/ 131350 h 5143785"/>
              <a:gd name="connsiteX790" fmla="*/ 2590800 w 3114960"/>
              <a:gd name="connsiteY790" fmla="*/ 141923 h 5143785"/>
              <a:gd name="connsiteX791" fmla="*/ 2590800 w 3114960"/>
              <a:gd name="connsiteY791" fmla="*/ 141923 h 5143785"/>
              <a:gd name="connsiteX792" fmla="*/ 2601373 w 3114960"/>
              <a:gd name="connsiteY792" fmla="*/ 131445 h 5143785"/>
              <a:gd name="connsiteX793" fmla="*/ 2590800 w 3114960"/>
              <a:gd name="connsiteY793" fmla="*/ 137160 h 5143785"/>
              <a:gd name="connsiteX794" fmla="*/ 2590800 w 3114960"/>
              <a:gd name="connsiteY794" fmla="*/ 137160 h 5143785"/>
              <a:gd name="connsiteX795" fmla="*/ 2585085 w 3114960"/>
              <a:gd name="connsiteY795" fmla="*/ 131350 h 5143785"/>
              <a:gd name="connsiteX796" fmla="*/ 2586800 w 3114960"/>
              <a:gd name="connsiteY796" fmla="*/ 127254 h 5143785"/>
              <a:gd name="connsiteX797" fmla="*/ 2590895 w 3114960"/>
              <a:gd name="connsiteY797" fmla="*/ 125540 h 5143785"/>
              <a:gd name="connsiteX798" fmla="*/ 2590895 w 3114960"/>
              <a:gd name="connsiteY798" fmla="*/ 125540 h 5143785"/>
              <a:gd name="connsiteX799" fmla="*/ 2596610 w 3114960"/>
              <a:gd name="connsiteY799" fmla="*/ 131350 h 5143785"/>
              <a:gd name="connsiteX800" fmla="*/ 2590800 w 3114960"/>
              <a:gd name="connsiteY800" fmla="*/ 137065 h 5143785"/>
              <a:gd name="connsiteX801" fmla="*/ 938403 w 3114960"/>
              <a:gd name="connsiteY801" fmla="*/ 3934682 h 5143785"/>
              <a:gd name="connsiteX802" fmla="*/ 930878 w 3114960"/>
              <a:gd name="connsiteY802" fmla="*/ 3942874 h 5143785"/>
              <a:gd name="connsiteX803" fmla="*/ 902589 w 3114960"/>
              <a:gd name="connsiteY803" fmla="*/ 3942874 h 5143785"/>
              <a:gd name="connsiteX804" fmla="*/ 874204 w 3114960"/>
              <a:gd name="connsiteY804" fmla="*/ 3915728 h 5143785"/>
              <a:gd name="connsiteX805" fmla="*/ 711518 w 3114960"/>
              <a:gd name="connsiteY805" fmla="*/ 3915728 h 5143785"/>
              <a:gd name="connsiteX806" fmla="*/ 688181 w 3114960"/>
              <a:gd name="connsiteY806" fmla="*/ 3902202 h 5143785"/>
              <a:gd name="connsiteX807" fmla="*/ 598837 w 3114960"/>
              <a:gd name="connsiteY807" fmla="*/ 3902202 h 5143785"/>
              <a:gd name="connsiteX808" fmla="*/ 598837 w 3114960"/>
              <a:gd name="connsiteY808" fmla="*/ 3898297 h 5143785"/>
              <a:gd name="connsiteX809" fmla="*/ 594360 w 3114960"/>
              <a:gd name="connsiteY809" fmla="*/ 3893820 h 5143785"/>
              <a:gd name="connsiteX810" fmla="*/ 581692 w 3114960"/>
              <a:gd name="connsiteY810" fmla="*/ 3893820 h 5143785"/>
              <a:gd name="connsiteX811" fmla="*/ 577215 w 3114960"/>
              <a:gd name="connsiteY811" fmla="*/ 3898297 h 5143785"/>
              <a:gd name="connsiteX812" fmla="*/ 577215 w 3114960"/>
              <a:gd name="connsiteY812" fmla="*/ 3910965 h 5143785"/>
              <a:gd name="connsiteX813" fmla="*/ 581692 w 3114960"/>
              <a:gd name="connsiteY813" fmla="*/ 3915442 h 5143785"/>
              <a:gd name="connsiteX814" fmla="*/ 594360 w 3114960"/>
              <a:gd name="connsiteY814" fmla="*/ 3915442 h 5143785"/>
              <a:gd name="connsiteX815" fmla="*/ 598837 w 3114960"/>
              <a:gd name="connsiteY815" fmla="*/ 3910965 h 5143785"/>
              <a:gd name="connsiteX816" fmla="*/ 598837 w 3114960"/>
              <a:gd name="connsiteY816" fmla="*/ 3906965 h 5143785"/>
              <a:gd name="connsiteX817" fmla="*/ 686943 w 3114960"/>
              <a:gd name="connsiteY817" fmla="*/ 3906965 h 5143785"/>
              <a:gd name="connsiteX818" fmla="*/ 710279 w 3114960"/>
              <a:gd name="connsiteY818" fmla="*/ 3920490 h 5143785"/>
              <a:gd name="connsiteX819" fmla="*/ 872300 w 3114960"/>
              <a:gd name="connsiteY819" fmla="*/ 3920490 h 5143785"/>
              <a:gd name="connsiteX820" fmla="*/ 900684 w 3114960"/>
              <a:gd name="connsiteY820" fmla="*/ 3947636 h 5143785"/>
              <a:gd name="connsiteX821" fmla="*/ 930783 w 3114960"/>
              <a:gd name="connsiteY821" fmla="*/ 3947636 h 5143785"/>
              <a:gd name="connsiteX822" fmla="*/ 930783 w 3114960"/>
              <a:gd name="connsiteY822" fmla="*/ 3948303 h 5143785"/>
              <a:gd name="connsiteX823" fmla="*/ 941356 w 3114960"/>
              <a:gd name="connsiteY823" fmla="*/ 3956209 h 5143785"/>
              <a:gd name="connsiteX824" fmla="*/ 944404 w 3114960"/>
              <a:gd name="connsiteY824" fmla="*/ 3955828 h 5143785"/>
              <a:gd name="connsiteX825" fmla="*/ 950976 w 3114960"/>
              <a:gd name="connsiteY825" fmla="*/ 3950589 h 5143785"/>
              <a:gd name="connsiteX826" fmla="*/ 951929 w 3114960"/>
              <a:gd name="connsiteY826" fmla="*/ 3942302 h 5143785"/>
              <a:gd name="connsiteX827" fmla="*/ 951929 w 3114960"/>
              <a:gd name="connsiteY827" fmla="*/ 3942302 h 5143785"/>
              <a:gd name="connsiteX828" fmla="*/ 938403 w 3114960"/>
              <a:gd name="connsiteY828" fmla="*/ 3934778 h 5143785"/>
              <a:gd name="connsiteX829" fmla="*/ 946785 w 3114960"/>
              <a:gd name="connsiteY829" fmla="*/ 3948208 h 5143785"/>
              <a:gd name="connsiteX830" fmla="*/ 943070 w 3114960"/>
              <a:gd name="connsiteY830" fmla="*/ 3951161 h 5143785"/>
              <a:gd name="connsiteX831" fmla="*/ 935450 w 3114960"/>
              <a:gd name="connsiteY831" fmla="*/ 3946874 h 5143785"/>
              <a:gd name="connsiteX832" fmla="*/ 939737 w 3114960"/>
              <a:gd name="connsiteY832" fmla="*/ 3939254 h 5143785"/>
              <a:gd name="connsiteX833" fmla="*/ 941451 w 3114960"/>
              <a:gd name="connsiteY833" fmla="*/ 3938969 h 5143785"/>
              <a:gd name="connsiteX834" fmla="*/ 947452 w 3114960"/>
              <a:gd name="connsiteY834" fmla="*/ 3943445 h 5143785"/>
              <a:gd name="connsiteX835" fmla="*/ 946880 w 3114960"/>
              <a:gd name="connsiteY835" fmla="*/ 3948113 h 5143785"/>
              <a:gd name="connsiteX836" fmla="*/ 2588895 w 3114960"/>
              <a:gd name="connsiteY836" fmla="*/ 166973 h 5143785"/>
              <a:gd name="connsiteX837" fmla="*/ 2596229 w 3114960"/>
              <a:gd name="connsiteY837" fmla="*/ 174403 h 5143785"/>
              <a:gd name="connsiteX838" fmla="*/ 2588800 w 3114960"/>
              <a:gd name="connsiteY838" fmla="*/ 181737 h 5143785"/>
              <a:gd name="connsiteX839" fmla="*/ 2581466 w 3114960"/>
              <a:gd name="connsiteY839" fmla="*/ 174308 h 5143785"/>
              <a:gd name="connsiteX840" fmla="*/ 2588895 w 3114960"/>
              <a:gd name="connsiteY840" fmla="*/ 166973 h 5143785"/>
              <a:gd name="connsiteX841" fmla="*/ 2590800 w 3114960"/>
              <a:gd name="connsiteY841" fmla="*/ 227267 h 5143785"/>
              <a:gd name="connsiteX842" fmla="*/ 2601373 w 3114960"/>
              <a:gd name="connsiteY842" fmla="*/ 216789 h 5143785"/>
              <a:gd name="connsiteX843" fmla="*/ 2590895 w 3114960"/>
              <a:gd name="connsiteY843" fmla="*/ 206216 h 5143785"/>
              <a:gd name="connsiteX844" fmla="*/ 2590895 w 3114960"/>
              <a:gd name="connsiteY844" fmla="*/ 206216 h 5143785"/>
              <a:gd name="connsiteX845" fmla="*/ 2583466 w 3114960"/>
              <a:gd name="connsiteY845" fmla="*/ 209264 h 5143785"/>
              <a:gd name="connsiteX846" fmla="*/ 2580323 w 3114960"/>
              <a:gd name="connsiteY846" fmla="*/ 216694 h 5143785"/>
              <a:gd name="connsiteX847" fmla="*/ 2590800 w 3114960"/>
              <a:gd name="connsiteY847" fmla="*/ 227267 h 5143785"/>
              <a:gd name="connsiteX848" fmla="*/ 2590800 w 3114960"/>
              <a:gd name="connsiteY848" fmla="*/ 227267 h 5143785"/>
              <a:gd name="connsiteX849" fmla="*/ 2584990 w 3114960"/>
              <a:gd name="connsiteY849" fmla="*/ 216694 h 5143785"/>
              <a:gd name="connsiteX850" fmla="*/ 2590800 w 3114960"/>
              <a:gd name="connsiteY850" fmla="*/ 210979 h 5143785"/>
              <a:gd name="connsiteX851" fmla="*/ 2590800 w 3114960"/>
              <a:gd name="connsiteY851" fmla="*/ 210979 h 5143785"/>
              <a:gd name="connsiteX852" fmla="*/ 2596515 w 3114960"/>
              <a:gd name="connsiteY852" fmla="*/ 216789 h 5143785"/>
              <a:gd name="connsiteX853" fmla="*/ 2590705 w 3114960"/>
              <a:gd name="connsiteY853" fmla="*/ 222504 h 5143785"/>
              <a:gd name="connsiteX854" fmla="*/ 2590705 w 3114960"/>
              <a:gd name="connsiteY854" fmla="*/ 222504 h 5143785"/>
              <a:gd name="connsiteX855" fmla="*/ 2584990 w 3114960"/>
              <a:gd name="connsiteY855" fmla="*/ 216694 h 5143785"/>
              <a:gd name="connsiteX856" fmla="*/ 2603183 w 3114960"/>
              <a:gd name="connsiteY856" fmla="*/ 174308 h 5143785"/>
              <a:gd name="connsiteX857" fmla="*/ 2611374 w 3114960"/>
              <a:gd name="connsiteY857" fmla="*/ 166211 h 5143785"/>
              <a:gd name="connsiteX858" fmla="*/ 2619470 w 3114960"/>
              <a:gd name="connsiteY858" fmla="*/ 174403 h 5143785"/>
              <a:gd name="connsiteX859" fmla="*/ 2611279 w 3114960"/>
              <a:gd name="connsiteY859" fmla="*/ 182499 h 5143785"/>
              <a:gd name="connsiteX860" fmla="*/ 2603183 w 3114960"/>
              <a:gd name="connsiteY860" fmla="*/ 174308 h 5143785"/>
              <a:gd name="connsiteX861" fmla="*/ 482537 w 3114960"/>
              <a:gd name="connsiteY861" fmla="*/ 2594229 h 5143785"/>
              <a:gd name="connsiteX862" fmla="*/ 487299 w 3114960"/>
              <a:gd name="connsiteY862" fmla="*/ 2595182 h 5143785"/>
              <a:gd name="connsiteX863" fmla="*/ 492252 w 3114960"/>
              <a:gd name="connsiteY863" fmla="*/ 2594229 h 5143785"/>
              <a:gd name="connsiteX864" fmla="*/ 499110 w 3114960"/>
              <a:gd name="connsiteY864" fmla="*/ 2587276 h 5143785"/>
              <a:gd name="connsiteX865" fmla="*/ 499110 w 3114960"/>
              <a:gd name="connsiteY865" fmla="*/ 2577560 h 5143785"/>
              <a:gd name="connsiteX866" fmla="*/ 498348 w 3114960"/>
              <a:gd name="connsiteY866" fmla="*/ 2576322 h 5143785"/>
              <a:gd name="connsiteX867" fmla="*/ 556355 w 3114960"/>
              <a:gd name="connsiteY867" fmla="*/ 2519839 h 5143785"/>
              <a:gd name="connsiteX868" fmla="*/ 557403 w 3114960"/>
              <a:gd name="connsiteY868" fmla="*/ 2393252 h 5143785"/>
              <a:gd name="connsiteX869" fmla="*/ 504444 w 3114960"/>
              <a:gd name="connsiteY869" fmla="*/ 2336006 h 5143785"/>
              <a:gd name="connsiteX870" fmla="*/ 505587 w 3114960"/>
              <a:gd name="connsiteY870" fmla="*/ 2333816 h 5143785"/>
              <a:gd name="connsiteX871" fmla="*/ 497872 w 3114960"/>
              <a:gd name="connsiteY871" fmla="*/ 2317528 h 5143785"/>
              <a:gd name="connsiteX872" fmla="*/ 497872 w 3114960"/>
              <a:gd name="connsiteY872" fmla="*/ 2317528 h 5143785"/>
              <a:gd name="connsiteX873" fmla="*/ 481584 w 3114960"/>
              <a:gd name="connsiteY873" fmla="*/ 2325243 h 5143785"/>
              <a:gd name="connsiteX874" fmla="*/ 489299 w 3114960"/>
              <a:gd name="connsiteY874" fmla="*/ 2341531 h 5143785"/>
              <a:gd name="connsiteX875" fmla="*/ 493586 w 3114960"/>
              <a:gd name="connsiteY875" fmla="*/ 2342293 h 5143785"/>
              <a:gd name="connsiteX876" fmla="*/ 501301 w 3114960"/>
              <a:gd name="connsiteY876" fmla="*/ 2339626 h 5143785"/>
              <a:gd name="connsiteX877" fmla="*/ 552545 w 3114960"/>
              <a:gd name="connsiteY877" fmla="*/ 2395157 h 5143785"/>
              <a:gd name="connsiteX878" fmla="*/ 551593 w 3114960"/>
              <a:gd name="connsiteY878" fmla="*/ 2517838 h 5143785"/>
              <a:gd name="connsiteX879" fmla="*/ 495205 w 3114960"/>
              <a:gd name="connsiteY879" fmla="*/ 2572703 h 5143785"/>
              <a:gd name="connsiteX880" fmla="*/ 492157 w 3114960"/>
              <a:gd name="connsiteY880" fmla="*/ 2570702 h 5143785"/>
              <a:gd name="connsiteX881" fmla="*/ 475583 w 3114960"/>
              <a:gd name="connsiteY881" fmla="*/ 2577655 h 5143785"/>
              <a:gd name="connsiteX882" fmla="*/ 475583 w 3114960"/>
              <a:gd name="connsiteY882" fmla="*/ 2577655 h 5143785"/>
              <a:gd name="connsiteX883" fmla="*/ 475583 w 3114960"/>
              <a:gd name="connsiteY883" fmla="*/ 2587371 h 5143785"/>
              <a:gd name="connsiteX884" fmla="*/ 476726 w 3114960"/>
              <a:gd name="connsiteY884" fmla="*/ 2589086 h 5143785"/>
              <a:gd name="connsiteX885" fmla="*/ 429387 w 3114960"/>
              <a:gd name="connsiteY885" fmla="*/ 2633758 h 5143785"/>
              <a:gd name="connsiteX886" fmla="*/ 429578 w 3114960"/>
              <a:gd name="connsiteY886" fmla="*/ 2664524 h 5143785"/>
              <a:gd name="connsiteX887" fmla="*/ 424053 w 3114960"/>
              <a:gd name="connsiteY887" fmla="*/ 2664524 h 5143785"/>
              <a:gd name="connsiteX888" fmla="*/ 419386 w 3114960"/>
              <a:gd name="connsiteY888" fmla="*/ 2668810 h 5143785"/>
              <a:gd name="connsiteX889" fmla="*/ 419100 w 3114960"/>
              <a:gd name="connsiteY889" fmla="*/ 2683574 h 5143785"/>
              <a:gd name="connsiteX890" fmla="*/ 423577 w 3114960"/>
              <a:gd name="connsiteY890" fmla="*/ 2688241 h 5143785"/>
              <a:gd name="connsiteX891" fmla="*/ 438340 w 3114960"/>
              <a:gd name="connsiteY891" fmla="*/ 2688527 h 5143785"/>
              <a:gd name="connsiteX892" fmla="*/ 440627 w 3114960"/>
              <a:gd name="connsiteY892" fmla="*/ 2687860 h 5143785"/>
              <a:gd name="connsiteX893" fmla="*/ 498348 w 3114960"/>
              <a:gd name="connsiteY893" fmla="*/ 2748248 h 5143785"/>
              <a:gd name="connsiteX894" fmla="*/ 498729 w 3114960"/>
              <a:gd name="connsiteY894" fmla="*/ 2748629 h 5143785"/>
              <a:gd name="connsiteX895" fmla="*/ 529876 w 3114960"/>
              <a:gd name="connsiteY895" fmla="*/ 2748629 h 5143785"/>
              <a:gd name="connsiteX896" fmla="*/ 585216 w 3114960"/>
              <a:gd name="connsiteY896" fmla="*/ 2806351 h 5143785"/>
              <a:gd name="connsiteX897" fmla="*/ 582168 w 3114960"/>
              <a:gd name="connsiteY897" fmla="*/ 2830449 h 5143785"/>
              <a:gd name="connsiteX898" fmla="*/ 581120 w 3114960"/>
              <a:gd name="connsiteY898" fmla="*/ 2831306 h 5143785"/>
              <a:gd name="connsiteX899" fmla="*/ 578739 w 3114960"/>
              <a:gd name="connsiteY899" fmla="*/ 2833592 h 5143785"/>
              <a:gd name="connsiteX900" fmla="*/ 575786 w 3114960"/>
              <a:gd name="connsiteY900" fmla="*/ 2840355 h 5143785"/>
              <a:gd name="connsiteX901" fmla="*/ 578453 w 3114960"/>
              <a:gd name="connsiteY901" fmla="*/ 2847213 h 5143785"/>
              <a:gd name="connsiteX902" fmla="*/ 593789 w 3114960"/>
              <a:gd name="connsiteY902" fmla="*/ 2863215 h 5143785"/>
              <a:gd name="connsiteX903" fmla="*/ 600551 w 3114960"/>
              <a:gd name="connsiteY903" fmla="*/ 2866168 h 5143785"/>
              <a:gd name="connsiteX904" fmla="*/ 600742 w 3114960"/>
              <a:gd name="connsiteY904" fmla="*/ 2866168 h 5143785"/>
              <a:gd name="connsiteX905" fmla="*/ 607409 w 3114960"/>
              <a:gd name="connsiteY905" fmla="*/ 2863501 h 5143785"/>
              <a:gd name="connsiteX906" fmla="*/ 609124 w 3114960"/>
              <a:gd name="connsiteY906" fmla="*/ 2861882 h 5143785"/>
              <a:gd name="connsiteX907" fmla="*/ 729710 w 3114960"/>
              <a:gd name="connsiteY907" fmla="*/ 2863310 h 5143785"/>
              <a:gd name="connsiteX908" fmla="*/ 730758 w 3114960"/>
              <a:gd name="connsiteY908" fmla="*/ 2863310 h 5143785"/>
              <a:gd name="connsiteX909" fmla="*/ 781526 w 3114960"/>
              <a:gd name="connsiteY909" fmla="*/ 2809304 h 5143785"/>
              <a:gd name="connsiteX910" fmla="*/ 837152 w 3114960"/>
              <a:gd name="connsiteY910" fmla="*/ 2809018 h 5143785"/>
              <a:gd name="connsiteX911" fmla="*/ 837152 w 3114960"/>
              <a:gd name="connsiteY911" fmla="*/ 2819781 h 5143785"/>
              <a:gd name="connsiteX912" fmla="*/ 843534 w 3114960"/>
              <a:gd name="connsiteY912" fmla="*/ 2826068 h 5143785"/>
              <a:gd name="connsiteX913" fmla="*/ 963930 w 3114960"/>
              <a:gd name="connsiteY913" fmla="*/ 2826068 h 5143785"/>
              <a:gd name="connsiteX914" fmla="*/ 969931 w 3114960"/>
              <a:gd name="connsiteY914" fmla="*/ 2821305 h 5143785"/>
              <a:gd name="connsiteX915" fmla="*/ 1115949 w 3114960"/>
              <a:gd name="connsiteY915" fmla="*/ 2821496 h 5143785"/>
              <a:gd name="connsiteX916" fmla="*/ 1239965 w 3114960"/>
              <a:gd name="connsiteY916" fmla="*/ 2721959 h 5143785"/>
              <a:gd name="connsiteX917" fmla="*/ 1267301 w 3114960"/>
              <a:gd name="connsiteY917" fmla="*/ 2722150 h 5143785"/>
              <a:gd name="connsiteX918" fmla="*/ 1373791 w 3114960"/>
              <a:gd name="connsiteY918" fmla="*/ 2635377 h 5143785"/>
              <a:gd name="connsiteX919" fmla="*/ 1393698 w 3114960"/>
              <a:gd name="connsiteY919" fmla="*/ 2635377 h 5143785"/>
              <a:gd name="connsiteX920" fmla="*/ 1393698 w 3114960"/>
              <a:gd name="connsiteY920" fmla="*/ 2638711 h 5143785"/>
              <a:gd name="connsiteX921" fmla="*/ 1399508 w 3114960"/>
              <a:gd name="connsiteY921" fmla="*/ 2644521 h 5143785"/>
              <a:gd name="connsiteX922" fmla="*/ 1413129 w 3114960"/>
              <a:gd name="connsiteY922" fmla="*/ 2644521 h 5143785"/>
              <a:gd name="connsiteX923" fmla="*/ 1418939 w 3114960"/>
              <a:gd name="connsiteY923" fmla="*/ 2638711 h 5143785"/>
              <a:gd name="connsiteX924" fmla="*/ 1418939 w 3114960"/>
              <a:gd name="connsiteY924" fmla="*/ 2625090 h 5143785"/>
              <a:gd name="connsiteX925" fmla="*/ 1413129 w 3114960"/>
              <a:gd name="connsiteY925" fmla="*/ 2619280 h 5143785"/>
              <a:gd name="connsiteX926" fmla="*/ 1399508 w 3114960"/>
              <a:gd name="connsiteY926" fmla="*/ 2619280 h 5143785"/>
              <a:gd name="connsiteX927" fmla="*/ 1393698 w 3114960"/>
              <a:gd name="connsiteY927" fmla="*/ 2625090 h 5143785"/>
              <a:gd name="connsiteX928" fmla="*/ 1393698 w 3114960"/>
              <a:gd name="connsiteY928" fmla="*/ 2630615 h 5143785"/>
              <a:gd name="connsiteX929" fmla="*/ 1372076 w 3114960"/>
              <a:gd name="connsiteY929" fmla="*/ 2630615 h 5143785"/>
              <a:gd name="connsiteX930" fmla="*/ 1265587 w 3114960"/>
              <a:gd name="connsiteY930" fmla="*/ 2717387 h 5143785"/>
              <a:gd name="connsiteX931" fmla="*/ 1238250 w 3114960"/>
              <a:gd name="connsiteY931" fmla="*/ 2717197 h 5143785"/>
              <a:gd name="connsiteX932" fmla="*/ 1114235 w 3114960"/>
              <a:gd name="connsiteY932" fmla="*/ 2816733 h 5143785"/>
              <a:gd name="connsiteX933" fmla="*/ 970217 w 3114960"/>
              <a:gd name="connsiteY933" fmla="*/ 2816543 h 5143785"/>
              <a:gd name="connsiteX934" fmla="*/ 970217 w 3114960"/>
              <a:gd name="connsiteY934" fmla="*/ 2798064 h 5143785"/>
              <a:gd name="connsiteX935" fmla="*/ 1076135 w 3114960"/>
              <a:gd name="connsiteY935" fmla="*/ 2797778 h 5143785"/>
              <a:gd name="connsiteX936" fmla="*/ 1076992 w 3114960"/>
              <a:gd name="connsiteY936" fmla="*/ 2797778 h 5143785"/>
              <a:gd name="connsiteX937" fmla="*/ 1228535 w 3114960"/>
              <a:gd name="connsiteY937" fmla="*/ 2677001 h 5143785"/>
              <a:gd name="connsiteX938" fmla="*/ 1255871 w 3114960"/>
              <a:gd name="connsiteY938" fmla="*/ 2677192 h 5143785"/>
              <a:gd name="connsiteX939" fmla="*/ 1353693 w 3114960"/>
              <a:gd name="connsiteY939" fmla="*/ 2595563 h 5143785"/>
              <a:gd name="connsiteX940" fmla="*/ 1365409 w 3114960"/>
              <a:gd name="connsiteY940" fmla="*/ 2595563 h 5143785"/>
              <a:gd name="connsiteX941" fmla="*/ 1374457 w 3114960"/>
              <a:gd name="connsiteY941" fmla="*/ 2606707 h 5143785"/>
              <a:gd name="connsiteX942" fmla="*/ 1379696 w 3114960"/>
              <a:gd name="connsiteY942" fmla="*/ 2607659 h 5143785"/>
              <a:gd name="connsiteX943" fmla="*/ 1393317 w 3114960"/>
              <a:gd name="connsiteY943" fmla="*/ 2598420 h 5143785"/>
              <a:gd name="connsiteX944" fmla="*/ 1393031 w 3114960"/>
              <a:gd name="connsiteY944" fmla="*/ 2587276 h 5143785"/>
              <a:gd name="connsiteX945" fmla="*/ 1385030 w 3114960"/>
              <a:gd name="connsiteY945" fmla="*/ 2579561 h 5143785"/>
              <a:gd name="connsiteX946" fmla="*/ 1366171 w 3114960"/>
              <a:gd name="connsiteY946" fmla="*/ 2587847 h 5143785"/>
              <a:gd name="connsiteX947" fmla="*/ 1365409 w 3114960"/>
              <a:gd name="connsiteY947" fmla="*/ 2590705 h 5143785"/>
              <a:gd name="connsiteX948" fmla="*/ 1351978 w 3114960"/>
              <a:gd name="connsiteY948" fmla="*/ 2590705 h 5143785"/>
              <a:gd name="connsiteX949" fmla="*/ 1254157 w 3114960"/>
              <a:gd name="connsiteY949" fmla="*/ 2672334 h 5143785"/>
              <a:gd name="connsiteX950" fmla="*/ 1226915 w 3114960"/>
              <a:gd name="connsiteY950" fmla="*/ 2672334 h 5143785"/>
              <a:gd name="connsiteX951" fmla="*/ 1075373 w 3114960"/>
              <a:gd name="connsiteY951" fmla="*/ 2793016 h 5143785"/>
              <a:gd name="connsiteX952" fmla="*/ 968883 w 3114960"/>
              <a:gd name="connsiteY952" fmla="*/ 2793302 h 5143785"/>
              <a:gd name="connsiteX953" fmla="*/ 963930 w 3114960"/>
              <a:gd name="connsiteY953" fmla="*/ 2790825 h 5143785"/>
              <a:gd name="connsiteX954" fmla="*/ 843534 w 3114960"/>
              <a:gd name="connsiteY954" fmla="*/ 2790825 h 5143785"/>
              <a:gd name="connsiteX955" fmla="*/ 837152 w 3114960"/>
              <a:gd name="connsiteY955" fmla="*/ 2797207 h 5143785"/>
              <a:gd name="connsiteX956" fmla="*/ 837152 w 3114960"/>
              <a:gd name="connsiteY956" fmla="*/ 2806542 h 5143785"/>
              <a:gd name="connsiteX957" fmla="*/ 837152 w 3114960"/>
              <a:gd name="connsiteY957" fmla="*/ 2804255 h 5143785"/>
              <a:gd name="connsiteX958" fmla="*/ 779526 w 3114960"/>
              <a:gd name="connsiteY958" fmla="*/ 2804541 h 5143785"/>
              <a:gd name="connsiteX959" fmla="*/ 728758 w 3114960"/>
              <a:gd name="connsiteY959" fmla="*/ 2858548 h 5143785"/>
              <a:gd name="connsiteX960" fmla="*/ 612172 w 3114960"/>
              <a:gd name="connsiteY960" fmla="*/ 2857214 h 5143785"/>
              <a:gd name="connsiteX961" fmla="*/ 612743 w 3114960"/>
              <a:gd name="connsiteY961" fmla="*/ 2854547 h 5143785"/>
              <a:gd name="connsiteX962" fmla="*/ 610076 w 3114960"/>
              <a:gd name="connsiteY962" fmla="*/ 2847689 h 5143785"/>
              <a:gd name="connsiteX963" fmla="*/ 594741 w 3114960"/>
              <a:gd name="connsiteY963" fmla="*/ 2831687 h 5143785"/>
              <a:gd name="connsiteX964" fmla="*/ 587978 w 3114960"/>
              <a:gd name="connsiteY964" fmla="*/ 2828735 h 5143785"/>
              <a:gd name="connsiteX965" fmla="*/ 584740 w 3114960"/>
              <a:gd name="connsiteY965" fmla="*/ 2829211 h 5143785"/>
              <a:gd name="connsiteX966" fmla="*/ 587693 w 3114960"/>
              <a:gd name="connsiteY966" fmla="*/ 2805684 h 5143785"/>
              <a:gd name="connsiteX967" fmla="*/ 531209 w 3114960"/>
              <a:gd name="connsiteY967" fmla="*/ 2746629 h 5143785"/>
              <a:gd name="connsiteX968" fmla="*/ 530828 w 3114960"/>
              <a:gd name="connsiteY968" fmla="*/ 2746248 h 5143785"/>
              <a:gd name="connsiteX969" fmla="*/ 499682 w 3114960"/>
              <a:gd name="connsiteY969" fmla="*/ 2746248 h 5143785"/>
              <a:gd name="connsiteX970" fmla="*/ 442341 w 3114960"/>
              <a:gd name="connsiteY970" fmla="*/ 2686336 h 5143785"/>
              <a:gd name="connsiteX971" fmla="*/ 443008 w 3114960"/>
              <a:gd name="connsiteY971" fmla="*/ 2684145 h 5143785"/>
              <a:gd name="connsiteX972" fmla="*/ 443294 w 3114960"/>
              <a:gd name="connsiteY972" fmla="*/ 2669381 h 5143785"/>
              <a:gd name="connsiteX973" fmla="*/ 438817 w 3114960"/>
              <a:gd name="connsiteY973" fmla="*/ 2664714 h 5143785"/>
              <a:gd name="connsiteX974" fmla="*/ 434245 w 3114960"/>
              <a:gd name="connsiteY974" fmla="*/ 2664714 h 5143785"/>
              <a:gd name="connsiteX975" fmla="*/ 434054 w 3114960"/>
              <a:gd name="connsiteY975" fmla="*/ 2635758 h 5143785"/>
              <a:gd name="connsiteX976" fmla="*/ 479870 w 3114960"/>
              <a:gd name="connsiteY976" fmla="*/ 2592515 h 5143785"/>
              <a:gd name="connsiteX977" fmla="*/ 482346 w 3114960"/>
              <a:gd name="connsiteY977" fmla="*/ 2594134 h 5143785"/>
              <a:gd name="connsiteX978" fmla="*/ 501015 w 3114960"/>
              <a:gd name="connsiteY978" fmla="*/ 2332196 h 5143785"/>
              <a:gd name="connsiteX979" fmla="*/ 490823 w 3114960"/>
              <a:gd name="connsiteY979" fmla="*/ 2337054 h 5143785"/>
              <a:gd name="connsiteX980" fmla="*/ 485965 w 3114960"/>
              <a:gd name="connsiteY980" fmla="*/ 2326862 h 5143785"/>
              <a:gd name="connsiteX981" fmla="*/ 493490 w 3114960"/>
              <a:gd name="connsiteY981" fmla="*/ 2321528 h 5143785"/>
              <a:gd name="connsiteX982" fmla="*/ 496157 w 3114960"/>
              <a:gd name="connsiteY982" fmla="*/ 2322005 h 5143785"/>
              <a:gd name="connsiteX983" fmla="*/ 501015 w 3114960"/>
              <a:gd name="connsiteY983" fmla="*/ 2332196 h 5143785"/>
              <a:gd name="connsiteX984" fmla="*/ 1398270 w 3114960"/>
              <a:gd name="connsiteY984" fmla="*/ 2625185 h 5143785"/>
              <a:gd name="connsiteX985" fmla="*/ 1399318 w 3114960"/>
              <a:gd name="connsiteY985" fmla="*/ 2624138 h 5143785"/>
              <a:gd name="connsiteX986" fmla="*/ 1412939 w 3114960"/>
              <a:gd name="connsiteY986" fmla="*/ 2624138 h 5143785"/>
              <a:gd name="connsiteX987" fmla="*/ 1413986 w 3114960"/>
              <a:gd name="connsiteY987" fmla="*/ 2625185 h 5143785"/>
              <a:gd name="connsiteX988" fmla="*/ 1413986 w 3114960"/>
              <a:gd name="connsiteY988" fmla="*/ 2638806 h 5143785"/>
              <a:gd name="connsiteX989" fmla="*/ 1412939 w 3114960"/>
              <a:gd name="connsiteY989" fmla="*/ 2639854 h 5143785"/>
              <a:gd name="connsiteX990" fmla="*/ 1399318 w 3114960"/>
              <a:gd name="connsiteY990" fmla="*/ 2639854 h 5143785"/>
              <a:gd name="connsiteX991" fmla="*/ 1398270 w 3114960"/>
              <a:gd name="connsiteY991" fmla="*/ 2638806 h 5143785"/>
              <a:gd name="connsiteX992" fmla="*/ 1398270 w 3114960"/>
              <a:gd name="connsiteY992" fmla="*/ 2625185 h 5143785"/>
              <a:gd name="connsiteX993" fmla="*/ 1370362 w 3114960"/>
              <a:gd name="connsiteY993" fmla="*/ 2589752 h 5143785"/>
              <a:gd name="connsiteX994" fmla="*/ 1379506 w 3114960"/>
              <a:gd name="connsiteY994" fmla="*/ 2583561 h 5143785"/>
              <a:gd name="connsiteX995" fmla="*/ 1383030 w 3114960"/>
              <a:gd name="connsiteY995" fmla="*/ 2584228 h 5143785"/>
              <a:gd name="connsiteX996" fmla="*/ 1388459 w 3114960"/>
              <a:gd name="connsiteY996" fmla="*/ 2589371 h 5143785"/>
              <a:gd name="connsiteX997" fmla="*/ 1388650 w 3114960"/>
              <a:gd name="connsiteY997" fmla="*/ 2596896 h 5143785"/>
              <a:gd name="connsiteX998" fmla="*/ 1375982 w 3114960"/>
              <a:gd name="connsiteY998" fmla="*/ 2602421 h 5143785"/>
              <a:gd name="connsiteX999" fmla="*/ 1370362 w 3114960"/>
              <a:gd name="connsiteY999" fmla="*/ 2589752 h 5143785"/>
              <a:gd name="connsiteX1000" fmla="*/ 933260 w 3114960"/>
              <a:gd name="connsiteY1000" fmla="*/ 2793492 h 5143785"/>
              <a:gd name="connsiteX1001" fmla="*/ 939737 w 3114960"/>
              <a:gd name="connsiteY1001" fmla="*/ 2793492 h 5143785"/>
              <a:gd name="connsiteX1002" fmla="*/ 939737 w 3114960"/>
              <a:gd name="connsiteY1002" fmla="*/ 2823686 h 5143785"/>
              <a:gd name="connsiteX1003" fmla="*/ 933260 w 3114960"/>
              <a:gd name="connsiteY1003" fmla="*/ 2823686 h 5143785"/>
              <a:gd name="connsiteX1004" fmla="*/ 933260 w 3114960"/>
              <a:gd name="connsiteY1004" fmla="*/ 2793492 h 5143785"/>
              <a:gd name="connsiteX1005" fmla="*/ 900303 w 3114960"/>
              <a:gd name="connsiteY1005" fmla="*/ 2793492 h 5143785"/>
              <a:gd name="connsiteX1006" fmla="*/ 906780 w 3114960"/>
              <a:gd name="connsiteY1006" fmla="*/ 2793492 h 5143785"/>
              <a:gd name="connsiteX1007" fmla="*/ 906780 w 3114960"/>
              <a:gd name="connsiteY1007" fmla="*/ 2823686 h 5143785"/>
              <a:gd name="connsiteX1008" fmla="*/ 900303 w 3114960"/>
              <a:gd name="connsiteY1008" fmla="*/ 2823686 h 5143785"/>
              <a:gd name="connsiteX1009" fmla="*/ 900303 w 3114960"/>
              <a:gd name="connsiteY1009" fmla="*/ 2793492 h 5143785"/>
              <a:gd name="connsiteX1010" fmla="*/ 870680 w 3114960"/>
              <a:gd name="connsiteY1010" fmla="*/ 2793492 h 5143785"/>
              <a:gd name="connsiteX1011" fmla="*/ 877157 w 3114960"/>
              <a:gd name="connsiteY1011" fmla="*/ 2793492 h 5143785"/>
              <a:gd name="connsiteX1012" fmla="*/ 877157 w 3114960"/>
              <a:gd name="connsiteY1012" fmla="*/ 2823686 h 5143785"/>
              <a:gd name="connsiteX1013" fmla="*/ 870680 w 3114960"/>
              <a:gd name="connsiteY1013" fmla="*/ 2823686 h 5143785"/>
              <a:gd name="connsiteX1014" fmla="*/ 870680 w 3114960"/>
              <a:gd name="connsiteY1014" fmla="*/ 2793492 h 5143785"/>
              <a:gd name="connsiteX1015" fmla="*/ 606457 w 3114960"/>
              <a:gd name="connsiteY1015" fmla="*/ 2851023 h 5143785"/>
              <a:gd name="connsiteX1016" fmla="*/ 607790 w 3114960"/>
              <a:gd name="connsiteY1016" fmla="*/ 2854452 h 5143785"/>
              <a:gd name="connsiteX1017" fmla="*/ 606266 w 3114960"/>
              <a:gd name="connsiteY1017" fmla="*/ 2857881 h 5143785"/>
              <a:gd name="connsiteX1018" fmla="*/ 603885 w 3114960"/>
              <a:gd name="connsiteY1018" fmla="*/ 2860167 h 5143785"/>
              <a:gd name="connsiteX1019" fmla="*/ 600456 w 3114960"/>
              <a:gd name="connsiteY1019" fmla="*/ 2861501 h 5143785"/>
              <a:gd name="connsiteX1020" fmla="*/ 597027 w 3114960"/>
              <a:gd name="connsiteY1020" fmla="*/ 2859977 h 5143785"/>
              <a:gd name="connsiteX1021" fmla="*/ 596551 w 3114960"/>
              <a:gd name="connsiteY1021" fmla="*/ 2859500 h 5143785"/>
              <a:gd name="connsiteX1022" fmla="*/ 605981 w 3114960"/>
              <a:gd name="connsiteY1022" fmla="*/ 2850547 h 5143785"/>
              <a:gd name="connsiteX1023" fmla="*/ 606457 w 3114960"/>
              <a:gd name="connsiteY1023" fmla="*/ 2851023 h 5143785"/>
              <a:gd name="connsiteX1024" fmla="*/ 602552 w 3114960"/>
              <a:gd name="connsiteY1024" fmla="*/ 2846927 h 5143785"/>
              <a:gd name="connsiteX1025" fmla="*/ 593122 w 3114960"/>
              <a:gd name="connsiteY1025" fmla="*/ 2855881 h 5143785"/>
              <a:gd name="connsiteX1026" fmla="*/ 584835 w 3114960"/>
              <a:gd name="connsiteY1026" fmla="*/ 2847213 h 5143785"/>
              <a:gd name="connsiteX1027" fmla="*/ 594265 w 3114960"/>
              <a:gd name="connsiteY1027" fmla="*/ 2838260 h 5143785"/>
              <a:gd name="connsiteX1028" fmla="*/ 602552 w 3114960"/>
              <a:gd name="connsiteY1028" fmla="*/ 2846927 h 5143785"/>
              <a:gd name="connsiteX1029" fmla="*/ 587693 w 3114960"/>
              <a:gd name="connsiteY1029" fmla="*/ 2833497 h 5143785"/>
              <a:gd name="connsiteX1030" fmla="*/ 587788 w 3114960"/>
              <a:gd name="connsiteY1030" fmla="*/ 2833497 h 5143785"/>
              <a:gd name="connsiteX1031" fmla="*/ 590360 w 3114960"/>
              <a:gd name="connsiteY1031" fmla="*/ 2834450 h 5143785"/>
              <a:gd name="connsiteX1032" fmla="*/ 581216 w 3114960"/>
              <a:gd name="connsiteY1032" fmla="*/ 2843117 h 5143785"/>
              <a:gd name="connsiteX1033" fmla="*/ 580454 w 3114960"/>
              <a:gd name="connsiteY1033" fmla="*/ 2840546 h 5143785"/>
              <a:gd name="connsiteX1034" fmla="*/ 581978 w 3114960"/>
              <a:gd name="connsiteY1034" fmla="*/ 2837117 h 5143785"/>
              <a:gd name="connsiteX1035" fmla="*/ 584359 w 3114960"/>
              <a:gd name="connsiteY1035" fmla="*/ 2834830 h 5143785"/>
              <a:gd name="connsiteX1036" fmla="*/ 587693 w 3114960"/>
              <a:gd name="connsiteY1036" fmla="*/ 2833497 h 5143785"/>
              <a:gd name="connsiteX1037" fmla="*/ 479965 w 3114960"/>
              <a:gd name="connsiteY1037" fmla="*/ 2579370 h 5143785"/>
              <a:gd name="connsiteX1038" fmla="*/ 490347 w 3114960"/>
              <a:gd name="connsiteY1038" fmla="*/ 2574988 h 5143785"/>
              <a:gd name="connsiteX1039" fmla="*/ 494633 w 3114960"/>
              <a:gd name="connsiteY1039" fmla="*/ 2579275 h 5143785"/>
              <a:gd name="connsiteX1040" fmla="*/ 494633 w 3114960"/>
              <a:gd name="connsiteY1040" fmla="*/ 2585371 h 5143785"/>
              <a:gd name="connsiteX1041" fmla="*/ 490347 w 3114960"/>
              <a:gd name="connsiteY1041" fmla="*/ 2589752 h 5143785"/>
              <a:gd name="connsiteX1042" fmla="*/ 484251 w 3114960"/>
              <a:gd name="connsiteY1042" fmla="*/ 2589752 h 5143785"/>
              <a:gd name="connsiteX1043" fmla="*/ 479965 w 3114960"/>
              <a:gd name="connsiteY1043" fmla="*/ 2585466 h 5143785"/>
              <a:gd name="connsiteX1044" fmla="*/ 479965 w 3114960"/>
              <a:gd name="connsiteY1044" fmla="*/ 2579370 h 5143785"/>
              <a:gd name="connsiteX1045" fmla="*/ 2463927 w 3114960"/>
              <a:gd name="connsiteY1045" fmla="*/ 4364451 h 5143785"/>
              <a:gd name="connsiteX1046" fmla="*/ 2463927 w 3114960"/>
              <a:gd name="connsiteY1046" fmla="*/ 4374833 h 5143785"/>
              <a:gd name="connsiteX1047" fmla="*/ 2470023 w 3114960"/>
              <a:gd name="connsiteY1047" fmla="*/ 4380929 h 5143785"/>
              <a:gd name="connsiteX1048" fmla="*/ 2480405 w 3114960"/>
              <a:gd name="connsiteY1048" fmla="*/ 4380929 h 5143785"/>
              <a:gd name="connsiteX1049" fmla="*/ 2486501 w 3114960"/>
              <a:gd name="connsiteY1049" fmla="*/ 4374833 h 5143785"/>
              <a:gd name="connsiteX1050" fmla="*/ 2486501 w 3114960"/>
              <a:gd name="connsiteY1050" fmla="*/ 4364451 h 5143785"/>
              <a:gd name="connsiteX1051" fmla="*/ 2480405 w 3114960"/>
              <a:gd name="connsiteY1051" fmla="*/ 4358354 h 5143785"/>
              <a:gd name="connsiteX1052" fmla="*/ 2470023 w 3114960"/>
              <a:gd name="connsiteY1052" fmla="*/ 4358354 h 5143785"/>
              <a:gd name="connsiteX1053" fmla="*/ 2467547 w 3114960"/>
              <a:gd name="connsiteY1053" fmla="*/ 4358926 h 5143785"/>
              <a:gd name="connsiteX1054" fmla="*/ 2390299 w 3114960"/>
              <a:gd name="connsiteY1054" fmla="*/ 4284155 h 5143785"/>
              <a:gd name="connsiteX1055" fmla="*/ 2342007 w 3114960"/>
              <a:gd name="connsiteY1055" fmla="*/ 4284155 h 5143785"/>
              <a:gd name="connsiteX1056" fmla="*/ 2331244 w 3114960"/>
              <a:gd name="connsiteY1056" fmla="*/ 4275296 h 5143785"/>
              <a:gd name="connsiteX1057" fmla="*/ 2320004 w 3114960"/>
              <a:gd name="connsiteY1057" fmla="*/ 4286536 h 5143785"/>
              <a:gd name="connsiteX1058" fmla="*/ 2331244 w 3114960"/>
              <a:gd name="connsiteY1058" fmla="*/ 4297776 h 5143785"/>
              <a:gd name="connsiteX1059" fmla="*/ 2342007 w 3114960"/>
              <a:gd name="connsiteY1059" fmla="*/ 4288917 h 5143785"/>
              <a:gd name="connsiteX1060" fmla="*/ 2388394 w 3114960"/>
              <a:gd name="connsiteY1060" fmla="*/ 4288917 h 5143785"/>
              <a:gd name="connsiteX1061" fmla="*/ 2464403 w 3114960"/>
              <a:gd name="connsiteY1061" fmla="*/ 4362450 h 5143785"/>
              <a:gd name="connsiteX1062" fmla="*/ 2464022 w 3114960"/>
              <a:gd name="connsiteY1062" fmla="*/ 4364451 h 5143785"/>
              <a:gd name="connsiteX1063" fmla="*/ 2468690 w 3114960"/>
              <a:gd name="connsiteY1063" fmla="*/ 4364451 h 5143785"/>
              <a:gd name="connsiteX1064" fmla="*/ 2470023 w 3114960"/>
              <a:gd name="connsiteY1064" fmla="*/ 4363117 h 5143785"/>
              <a:gd name="connsiteX1065" fmla="*/ 2480405 w 3114960"/>
              <a:gd name="connsiteY1065" fmla="*/ 4363117 h 5143785"/>
              <a:gd name="connsiteX1066" fmla="*/ 2481739 w 3114960"/>
              <a:gd name="connsiteY1066" fmla="*/ 4364451 h 5143785"/>
              <a:gd name="connsiteX1067" fmla="*/ 2481739 w 3114960"/>
              <a:gd name="connsiteY1067" fmla="*/ 4374833 h 5143785"/>
              <a:gd name="connsiteX1068" fmla="*/ 2480405 w 3114960"/>
              <a:gd name="connsiteY1068" fmla="*/ 4376166 h 5143785"/>
              <a:gd name="connsiteX1069" fmla="*/ 2470023 w 3114960"/>
              <a:gd name="connsiteY1069" fmla="*/ 4376166 h 5143785"/>
              <a:gd name="connsiteX1070" fmla="*/ 2468690 w 3114960"/>
              <a:gd name="connsiteY1070" fmla="*/ 4374833 h 5143785"/>
              <a:gd name="connsiteX1071" fmla="*/ 2468690 w 3114960"/>
              <a:gd name="connsiteY1071" fmla="*/ 4364451 h 5143785"/>
              <a:gd name="connsiteX1072" fmla="*/ 2331149 w 3114960"/>
              <a:gd name="connsiteY1072" fmla="*/ 4293013 h 5143785"/>
              <a:gd name="connsiteX1073" fmla="*/ 2324672 w 3114960"/>
              <a:gd name="connsiteY1073" fmla="*/ 4286536 h 5143785"/>
              <a:gd name="connsiteX1074" fmla="*/ 2331149 w 3114960"/>
              <a:gd name="connsiteY1074" fmla="*/ 4280059 h 5143785"/>
              <a:gd name="connsiteX1075" fmla="*/ 2337626 w 3114960"/>
              <a:gd name="connsiteY1075" fmla="*/ 4286536 h 5143785"/>
              <a:gd name="connsiteX1076" fmla="*/ 2331149 w 3114960"/>
              <a:gd name="connsiteY1076" fmla="*/ 4293013 h 5143785"/>
              <a:gd name="connsiteX1077" fmla="*/ 2596420 w 3114960"/>
              <a:gd name="connsiteY1077" fmla="*/ 260033 h 5143785"/>
              <a:gd name="connsiteX1078" fmla="*/ 2604611 w 3114960"/>
              <a:gd name="connsiteY1078" fmla="*/ 251936 h 5143785"/>
              <a:gd name="connsiteX1079" fmla="*/ 2612708 w 3114960"/>
              <a:gd name="connsiteY1079" fmla="*/ 260128 h 5143785"/>
              <a:gd name="connsiteX1080" fmla="*/ 2604516 w 3114960"/>
              <a:gd name="connsiteY1080" fmla="*/ 268224 h 5143785"/>
              <a:gd name="connsiteX1081" fmla="*/ 2596420 w 3114960"/>
              <a:gd name="connsiteY1081" fmla="*/ 260033 h 5143785"/>
              <a:gd name="connsiteX1082" fmla="*/ 551498 w 3114960"/>
              <a:gd name="connsiteY1082" fmla="*/ 2268093 h 5143785"/>
              <a:gd name="connsiteX1083" fmla="*/ 545306 w 3114960"/>
              <a:gd name="connsiteY1083" fmla="*/ 2274475 h 5143785"/>
              <a:gd name="connsiteX1084" fmla="*/ 541877 w 3114960"/>
              <a:gd name="connsiteY1084" fmla="*/ 2271141 h 5143785"/>
              <a:gd name="connsiteX1085" fmla="*/ 548069 w 3114960"/>
              <a:gd name="connsiteY1085" fmla="*/ 2264759 h 5143785"/>
              <a:gd name="connsiteX1086" fmla="*/ 551498 w 3114960"/>
              <a:gd name="connsiteY1086" fmla="*/ 2268093 h 5143785"/>
              <a:gd name="connsiteX1087" fmla="*/ 2566321 w 3114960"/>
              <a:gd name="connsiteY1087" fmla="*/ 226505 h 5143785"/>
              <a:gd name="connsiteX1088" fmla="*/ 2573179 w 3114960"/>
              <a:gd name="connsiteY1088" fmla="*/ 223742 h 5143785"/>
              <a:gd name="connsiteX1089" fmla="*/ 2576132 w 3114960"/>
              <a:gd name="connsiteY1089" fmla="*/ 216884 h 5143785"/>
              <a:gd name="connsiteX1090" fmla="*/ 2573369 w 3114960"/>
              <a:gd name="connsiteY1090" fmla="*/ 209931 h 5143785"/>
              <a:gd name="connsiteX1091" fmla="*/ 2566511 w 3114960"/>
              <a:gd name="connsiteY1091" fmla="*/ 206978 h 5143785"/>
              <a:gd name="connsiteX1092" fmla="*/ 2566511 w 3114960"/>
              <a:gd name="connsiteY1092" fmla="*/ 206978 h 5143785"/>
              <a:gd name="connsiteX1093" fmla="*/ 2556796 w 3114960"/>
              <a:gd name="connsiteY1093" fmla="*/ 216599 h 5143785"/>
              <a:gd name="connsiteX1094" fmla="*/ 2559558 w 3114960"/>
              <a:gd name="connsiteY1094" fmla="*/ 223552 h 5143785"/>
              <a:gd name="connsiteX1095" fmla="*/ 2566416 w 3114960"/>
              <a:gd name="connsiteY1095" fmla="*/ 226505 h 5143785"/>
              <a:gd name="connsiteX1096" fmla="*/ 2566416 w 3114960"/>
              <a:gd name="connsiteY1096" fmla="*/ 226505 h 5143785"/>
              <a:gd name="connsiteX1097" fmla="*/ 2561368 w 3114960"/>
              <a:gd name="connsiteY1097" fmla="*/ 216694 h 5143785"/>
              <a:gd name="connsiteX1098" fmla="*/ 2566321 w 3114960"/>
              <a:gd name="connsiteY1098" fmla="*/ 211741 h 5143785"/>
              <a:gd name="connsiteX1099" fmla="*/ 2569845 w 3114960"/>
              <a:gd name="connsiteY1099" fmla="*/ 213265 h 5143785"/>
              <a:gd name="connsiteX1100" fmla="*/ 2571274 w 3114960"/>
              <a:gd name="connsiteY1100" fmla="*/ 216789 h 5143785"/>
              <a:gd name="connsiteX1101" fmla="*/ 2569750 w 3114960"/>
              <a:gd name="connsiteY1101" fmla="*/ 220313 h 5143785"/>
              <a:gd name="connsiteX1102" fmla="*/ 2566226 w 3114960"/>
              <a:gd name="connsiteY1102" fmla="*/ 221742 h 5143785"/>
              <a:gd name="connsiteX1103" fmla="*/ 2566226 w 3114960"/>
              <a:gd name="connsiteY1103" fmla="*/ 221742 h 5143785"/>
              <a:gd name="connsiteX1104" fmla="*/ 2562701 w 3114960"/>
              <a:gd name="connsiteY1104" fmla="*/ 220218 h 5143785"/>
              <a:gd name="connsiteX1105" fmla="*/ 2561273 w 3114960"/>
              <a:gd name="connsiteY1105" fmla="*/ 216694 h 5143785"/>
              <a:gd name="connsiteX1106" fmla="*/ 2574417 w 3114960"/>
              <a:gd name="connsiteY1106" fmla="*/ 174403 h 5143785"/>
              <a:gd name="connsiteX1107" fmla="*/ 2567750 w 3114960"/>
              <a:gd name="connsiteY1107" fmla="*/ 180880 h 5143785"/>
              <a:gd name="connsiteX1108" fmla="*/ 2561273 w 3114960"/>
              <a:gd name="connsiteY1108" fmla="*/ 174212 h 5143785"/>
              <a:gd name="connsiteX1109" fmla="*/ 2567940 w 3114960"/>
              <a:gd name="connsiteY1109" fmla="*/ 167735 h 5143785"/>
              <a:gd name="connsiteX1110" fmla="*/ 2574417 w 3114960"/>
              <a:gd name="connsiteY1110" fmla="*/ 174403 h 5143785"/>
              <a:gd name="connsiteX1111" fmla="*/ 2573750 w 3114960"/>
              <a:gd name="connsiteY1111" fmla="*/ 259937 h 5143785"/>
              <a:gd name="connsiteX1112" fmla="*/ 2581180 w 3114960"/>
              <a:gd name="connsiteY1112" fmla="*/ 252603 h 5143785"/>
              <a:gd name="connsiteX1113" fmla="*/ 2588514 w 3114960"/>
              <a:gd name="connsiteY1113" fmla="*/ 260033 h 5143785"/>
              <a:gd name="connsiteX1114" fmla="*/ 2581085 w 3114960"/>
              <a:gd name="connsiteY1114" fmla="*/ 267367 h 5143785"/>
              <a:gd name="connsiteX1115" fmla="*/ 2573750 w 3114960"/>
              <a:gd name="connsiteY1115" fmla="*/ 259937 h 5143785"/>
              <a:gd name="connsiteX1116" fmla="*/ 2566416 w 3114960"/>
              <a:gd name="connsiteY1116" fmla="*/ 121730 h 5143785"/>
              <a:gd name="connsiteX1117" fmla="*/ 2566416 w 3114960"/>
              <a:gd name="connsiteY1117" fmla="*/ 121730 h 5143785"/>
              <a:gd name="connsiteX1118" fmla="*/ 2556701 w 3114960"/>
              <a:gd name="connsiteY1118" fmla="*/ 131350 h 5143785"/>
              <a:gd name="connsiteX1119" fmla="*/ 2559463 w 3114960"/>
              <a:gd name="connsiteY1119" fmla="*/ 138208 h 5143785"/>
              <a:gd name="connsiteX1120" fmla="*/ 2566321 w 3114960"/>
              <a:gd name="connsiteY1120" fmla="*/ 141161 h 5143785"/>
              <a:gd name="connsiteX1121" fmla="*/ 2566321 w 3114960"/>
              <a:gd name="connsiteY1121" fmla="*/ 141161 h 5143785"/>
              <a:gd name="connsiteX1122" fmla="*/ 2573179 w 3114960"/>
              <a:gd name="connsiteY1122" fmla="*/ 138398 h 5143785"/>
              <a:gd name="connsiteX1123" fmla="*/ 2576132 w 3114960"/>
              <a:gd name="connsiteY1123" fmla="*/ 131540 h 5143785"/>
              <a:gd name="connsiteX1124" fmla="*/ 2566511 w 3114960"/>
              <a:gd name="connsiteY1124" fmla="*/ 121730 h 5143785"/>
              <a:gd name="connsiteX1125" fmla="*/ 2569845 w 3114960"/>
              <a:gd name="connsiteY1125" fmla="*/ 134969 h 5143785"/>
              <a:gd name="connsiteX1126" fmla="*/ 2566321 w 3114960"/>
              <a:gd name="connsiteY1126" fmla="*/ 136398 h 5143785"/>
              <a:gd name="connsiteX1127" fmla="*/ 2562797 w 3114960"/>
              <a:gd name="connsiteY1127" fmla="*/ 134874 h 5143785"/>
              <a:gd name="connsiteX1128" fmla="*/ 2561368 w 3114960"/>
              <a:gd name="connsiteY1128" fmla="*/ 131350 h 5143785"/>
              <a:gd name="connsiteX1129" fmla="*/ 2566321 w 3114960"/>
              <a:gd name="connsiteY1129" fmla="*/ 126397 h 5143785"/>
              <a:gd name="connsiteX1130" fmla="*/ 2569845 w 3114960"/>
              <a:gd name="connsiteY1130" fmla="*/ 127921 h 5143785"/>
              <a:gd name="connsiteX1131" fmla="*/ 2571274 w 3114960"/>
              <a:gd name="connsiteY1131" fmla="*/ 131445 h 5143785"/>
              <a:gd name="connsiteX1132" fmla="*/ 2569750 w 3114960"/>
              <a:gd name="connsiteY1132" fmla="*/ 134969 h 5143785"/>
              <a:gd name="connsiteX1133" fmla="*/ 2927223 w 3114960"/>
              <a:gd name="connsiteY1133" fmla="*/ 4176713 h 5143785"/>
              <a:gd name="connsiteX1134" fmla="*/ 2927223 w 3114960"/>
              <a:gd name="connsiteY1134" fmla="*/ 4089368 h 5143785"/>
              <a:gd name="connsiteX1135" fmla="*/ 2926366 w 3114960"/>
              <a:gd name="connsiteY1135" fmla="*/ 4087082 h 5143785"/>
              <a:gd name="connsiteX1136" fmla="*/ 2901029 w 3114960"/>
              <a:gd name="connsiteY1136" fmla="*/ 4057460 h 5143785"/>
              <a:gd name="connsiteX1137" fmla="*/ 2894648 w 3114960"/>
              <a:gd name="connsiteY1137" fmla="*/ 4022788 h 5143785"/>
              <a:gd name="connsiteX1138" fmla="*/ 2879408 w 3114960"/>
              <a:gd name="connsiteY1138" fmla="*/ 4017740 h 5143785"/>
              <a:gd name="connsiteX1139" fmla="*/ 2875407 w 3114960"/>
              <a:gd name="connsiteY1139" fmla="*/ 4018026 h 5143785"/>
              <a:gd name="connsiteX1140" fmla="*/ 2858453 w 3114960"/>
              <a:gd name="connsiteY1140" fmla="*/ 4028313 h 5143785"/>
              <a:gd name="connsiteX1141" fmla="*/ 2863977 w 3114960"/>
              <a:gd name="connsiteY1141" fmla="*/ 4064413 h 5143785"/>
              <a:gd name="connsiteX1142" fmla="*/ 2896362 w 3114960"/>
              <a:gd name="connsiteY1142" fmla="*/ 4062984 h 5143785"/>
              <a:gd name="connsiteX1143" fmla="*/ 2919984 w 3114960"/>
              <a:gd name="connsiteY1143" fmla="*/ 4090702 h 5143785"/>
              <a:gd name="connsiteX1144" fmla="*/ 2919984 w 3114960"/>
              <a:gd name="connsiteY1144" fmla="*/ 4176713 h 5143785"/>
              <a:gd name="connsiteX1145" fmla="*/ 2927128 w 3114960"/>
              <a:gd name="connsiteY1145" fmla="*/ 4176713 h 5143785"/>
              <a:gd name="connsiteX1146" fmla="*/ 2896362 w 3114960"/>
              <a:gd name="connsiteY1146" fmla="*/ 4056126 h 5143785"/>
              <a:gd name="connsiteX1147" fmla="*/ 2866835 w 3114960"/>
              <a:gd name="connsiteY1147" fmla="*/ 4060698 h 5143785"/>
              <a:gd name="connsiteX1148" fmla="*/ 2858453 w 3114960"/>
              <a:gd name="connsiteY1148" fmla="*/ 4046887 h 5143785"/>
              <a:gd name="connsiteX1149" fmla="*/ 2862263 w 3114960"/>
              <a:gd name="connsiteY1149" fmla="*/ 4031171 h 5143785"/>
              <a:gd name="connsiteX1150" fmla="*/ 2876074 w 3114960"/>
              <a:gd name="connsiteY1150" fmla="*/ 4022788 h 5143785"/>
              <a:gd name="connsiteX1151" fmla="*/ 2891790 w 3114960"/>
              <a:gd name="connsiteY1151" fmla="*/ 4026599 h 5143785"/>
              <a:gd name="connsiteX1152" fmla="*/ 2900172 w 3114960"/>
              <a:gd name="connsiteY1152" fmla="*/ 4040410 h 5143785"/>
              <a:gd name="connsiteX1153" fmla="*/ 2896362 w 3114960"/>
              <a:gd name="connsiteY1153" fmla="*/ 4056126 h 5143785"/>
              <a:gd name="connsiteX1154" fmla="*/ 1128713 w 3114960"/>
              <a:gd name="connsiteY1154" fmla="*/ 474059 h 5143785"/>
              <a:gd name="connsiteX1155" fmla="*/ 1121569 w 3114960"/>
              <a:gd name="connsiteY1155" fmla="*/ 474059 h 5143785"/>
              <a:gd name="connsiteX1156" fmla="*/ 1121569 w 3114960"/>
              <a:gd name="connsiteY1156" fmla="*/ 465582 h 5143785"/>
              <a:gd name="connsiteX1157" fmla="*/ 1128713 w 3114960"/>
              <a:gd name="connsiteY1157" fmla="*/ 465582 h 5143785"/>
              <a:gd name="connsiteX1158" fmla="*/ 1128713 w 3114960"/>
              <a:gd name="connsiteY1158" fmla="*/ 474059 h 5143785"/>
              <a:gd name="connsiteX1159" fmla="*/ 2255615 w 3114960"/>
              <a:gd name="connsiteY1159" fmla="*/ 4247484 h 5143785"/>
              <a:gd name="connsiteX1160" fmla="*/ 2255615 w 3114960"/>
              <a:gd name="connsiteY1160" fmla="*/ 4158996 h 5143785"/>
              <a:gd name="connsiteX1161" fmla="*/ 2224850 w 3114960"/>
              <a:gd name="connsiteY1161" fmla="*/ 4132231 h 5143785"/>
              <a:gd name="connsiteX1162" fmla="*/ 2221135 w 3114960"/>
              <a:gd name="connsiteY1162" fmla="*/ 4133469 h 5143785"/>
              <a:gd name="connsiteX1163" fmla="*/ 2210086 w 3114960"/>
              <a:gd name="connsiteY1163" fmla="*/ 4124801 h 5143785"/>
              <a:gd name="connsiteX1164" fmla="*/ 2218754 w 3114960"/>
              <a:gd name="connsiteY1164" fmla="*/ 4113752 h 5143785"/>
              <a:gd name="connsiteX1165" fmla="*/ 2229803 w 3114960"/>
              <a:gd name="connsiteY1165" fmla="*/ 4122420 h 5143785"/>
              <a:gd name="connsiteX1166" fmla="*/ 2228279 w 3114960"/>
              <a:gd name="connsiteY1166" fmla="*/ 4128707 h 5143785"/>
              <a:gd name="connsiteX1167" fmla="*/ 2260473 w 3114960"/>
              <a:gd name="connsiteY1167" fmla="*/ 4156424 h 5143785"/>
              <a:gd name="connsiteX1168" fmla="*/ 2260473 w 3114960"/>
              <a:gd name="connsiteY1168" fmla="*/ 4247388 h 5143785"/>
              <a:gd name="connsiteX1169" fmla="*/ 2268950 w 3114960"/>
              <a:gd name="connsiteY1169" fmla="*/ 4257866 h 5143785"/>
              <a:gd name="connsiteX1170" fmla="*/ 2257997 w 3114960"/>
              <a:gd name="connsiteY1170" fmla="*/ 4268820 h 5143785"/>
              <a:gd name="connsiteX1171" fmla="*/ 2247043 w 3114960"/>
              <a:gd name="connsiteY1171" fmla="*/ 4257866 h 5143785"/>
              <a:gd name="connsiteX1172" fmla="*/ 2255520 w 3114960"/>
              <a:gd name="connsiteY1172" fmla="*/ 4247388 h 5143785"/>
              <a:gd name="connsiteX1173" fmla="*/ 125730 w 3114960"/>
              <a:gd name="connsiteY1173" fmla="*/ 3720465 h 5143785"/>
              <a:gd name="connsiteX1174" fmla="*/ 132779 w 3114960"/>
              <a:gd name="connsiteY1174" fmla="*/ 3713417 h 5143785"/>
              <a:gd name="connsiteX1175" fmla="*/ 139827 w 3114960"/>
              <a:gd name="connsiteY1175" fmla="*/ 3720465 h 5143785"/>
              <a:gd name="connsiteX1176" fmla="*/ 132779 w 3114960"/>
              <a:gd name="connsiteY1176" fmla="*/ 3727513 h 5143785"/>
              <a:gd name="connsiteX1177" fmla="*/ 125730 w 3114960"/>
              <a:gd name="connsiteY1177" fmla="*/ 3720465 h 5143785"/>
              <a:gd name="connsiteX1178" fmla="*/ 2384870 w 3114960"/>
              <a:gd name="connsiteY1178" fmla="*/ 4518565 h 5143785"/>
              <a:gd name="connsiteX1179" fmla="*/ 2390489 w 3114960"/>
              <a:gd name="connsiteY1179" fmla="*/ 4535520 h 5143785"/>
              <a:gd name="connsiteX1180" fmla="*/ 2396109 w 3114960"/>
              <a:gd name="connsiteY1180" fmla="*/ 4536853 h 5143785"/>
              <a:gd name="connsiteX1181" fmla="*/ 2407444 w 3114960"/>
              <a:gd name="connsiteY1181" fmla="*/ 4529900 h 5143785"/>
              <a:gd name="connsiteX1182" fmla="*/ 2408111 w 3114960"/>
              <a:gd name="connsiteY1182" fmla="*/ 4520279 h 5143785"/>
              <a:gd name="connsiteX1183" fmla="*/ 2401729 w 3114960"/>
              <a:gd name="connsiteY1183" fmla="*/ 4513040 h 5143785"/>
              <a:gd name="connsiteX1184" fmla="*/ 2398490 w 3114960"/>
              <a:gd name="connsiteY1184" fmla="*/ 4512183 h 5143785"/>
              <a:gd name="connsiteX1185" fmla="*/ 2398490 w 3114960"/>
              <a:gd name="connsiteY1185" fmla="*/ 4418648 h 5143785"/>
              <a:gd name="connsiteX1186" fmla="*/ 2331149 w 3114960"/>
              <a:gd name="connsiteY1186" fmla="*/ 4353687 h 5143785"/>
              <a:gd name="connsiteX1187" fmla="*/ 2302288 w 3114960"/>
              <a:gd name="connsiteY1187" fmla="*/ 4353973 h 5143785"/>
              <a:gd name="connsiteX1188" fmla="*/ 2291525 w 3114960"/>
              <a:gd name="connsiteY1188" fmla="*/ 4344829 h 5143785"/>
              <a:gd name="connsiteX1189" fmla="*/ 2280285 w 3114960"/>
              <a:gd name="connsiteY1189" fmla="*/ 4356069 h 5143785"/>
              <a:gd name="connsiteX1190" fmla="*/ 2291525 w 3114960"/>
              <a:gd name="connsiteY1190" fmla="*/ 4367308 h 5143785"/>
              <a:gd name="connsiteX1191" fmla="*/ 2302193 w 3114960"/>
              <a:gd name="connsiteY1191" fmla="*/ 4358736 h 5143785"/>
              <a:gd name="connsiteX1192" fmla="*/ 2329244 w 3114960"/>
              <a:gd name="connsiteY1192" fmla="*/ 4358545 h 5143785"/>
              <a:gd name="connsiteX1193" fmla="*/ 2393728 w 3114960"/>
              <a:gd name="connsiteY1193" fmla="*/ 4420743 h 5143785"/>
              <a:gd name="connsiteX1194" fmla="*/ 2393728 w 3114960"/>
              <a:gd name="connsiteY1194" fmla="*/ 4512183 h 5143785"/>
              <a:gd name="connsiteX1195" fmla="*/ 2384774 w 3114960"/>
              <a:gd name="connsiteY1195" fmla="*/ 4518755 h 5143785"/>
              <a:gd name="connsiteX1196" fmla="*/ 2291525 w 3114960"/>
              <a:gd name="connsiteY1196" fmla="*/ 4362450 h 5143785"/>
              <a:gd name="connsiteX1197" fmla="*/ 2285048 w 3114960"/>
              <a:gd name="connsiteY1197" fmla="*/ 4355973 h 5143785"/>
              <a:gd name="connsiteX1198" fmla="*/ 2291525 w 3114960"/>
              <a:gd name="connsiteY1198" fmla="*/ 4349496 h 5143785"/>
              <a:gd name="connsiteX1199" fmla="*/ 2298002 w 3114960"/>
              <a:gd name="connsiteY1199" fmla="*/ 4355973 h 5143785"/>
              <a:gd name="connsiteX1200" fmla="*/ 2291525 w 3114960"/>
              <a:gd name="connsiteY1200" fmla="*/ 4362450 h 5143785"/>
              <a:gd name="connsiteX1201" fmla="*/ 2396109 w 3114960"/>
              <a:gd name="connsiteY1201" fmla="*/ 4516374 h 5143785"/>
              <a:gd name="connsiteX1202" fmla="*/ 2399633 w 3114960"/>
              <a:gd name="connsiteY1202" fmla="*/ 4517231 h 5143785"/>
              <a:gd name="connsiteX1203" fmla="*/ 2403539 w 3114960"/>
              <a:gd name="connsiteY1203" fmla="*/ 4521804 h 5143785"/>
              <a:gd name="connsiteX1204" fmla="*/ 2403158 w 3114960"/>
              <a:gd name="connsiteY1204" fmla="*/ 4527804 h 5143785"/>
              <a:gd name="connsiteX1205" fmla="*/ 2398586 w 3114960"/>
              <a:gd name="connsiteY1205" fmla="*/ 4531710 h 5143785"/>
              <a:gd name="connsiteX1206" fmla="*/ 2392585 w 3114960"/>
              <a:gd name="connsiteY1206" fmla="*/ 4531329 h 5143785"/>
              <a:gd name="connsiteX1207" fmla="*/ 2388680 w 3114960"/>
              <a:gd name="connsiteY1207" fmla="*/ 4526756 h 5143785"/>
              <a:gd name="connsiteX1208" fmla="*/ 2389061 w 3114960"/>
              <a:gd name="connsiteY1208" fmla="*/ 4520756 h 5143785"/>
              <a:gd name="connsiteX1209" fmla="*/ 2393633 w 3114960"/>
              <a:gd name="connsiteY1209" fmla="*/ 4516851 h 5143785"/>
              <a:gd name="connsiteX1210" fmla="*/ 2396109 w 3114960"/>
              <a:gd name="connsiteY1210" fmla="*/ 4516470 h 5143785"/>
              <a:gd name="connsiteX1211" fmla="*/ 517017 w 3114960"/>
              <a:gd name="connsiteY1211" fmla="*/ 1057466 h 5143785"/>
              <a:gd name="connsiteX1212" fmla="*/ 529685 w 3114960"/>
              <a:gd name="connsiteY1212" fmla="*/ 1057466 h 5143785"/>
              <a:gd name="connsiteX1213" fmla="*/ 534162 w 3114960"/>
              <a:gd name="connsiteY1213" fmla="*/ 1052989 h 5143785"/>
              <a:gd name="connsiteX1214" fmla="*/ 534162 w 3114960"/>
              <a:gd name="connsiteY1214" fmla="*/ 1040321 h 5143785"/>
              <a:gd name="connsiteX1215" fmla="*/ 529685 w 3114960"/>
              <a:gd name="connsiteY1215" fmla="*/ 1035844 h 5143785"/>
              <a:gd name="connsiteX1216" fmla="*/ 517017 w 3114960"/>
              <a:gd name="connsiteY1216" fmla="*/ 1035844 h 5143785"/>
              <a:gd name="connsiteX1217" fmla="*/ 512540 w 3114960"/>
              <a:gd name="connsiteY1217" fmla="*/ 1040321 h 5143785"/>
              <a:gd name="connsiteX1218" fmla="*/ 512540 w 3114960"/>
              <a:gd name="connsiteY1218" fmla="*/ 1046131 h 5143785"/>
              <a:gd name="connsiteX1219" fmla="*/ 512540 w 3114960"/>
              <a:gd name="connsiteY1219" fmla="*/ 1044226 h 5143785"/>
              <a:gd name="connsiteX1220" fmla="*/ 489109 w 3114960"/>
              <a:gd name="connsiteY1220" fmla="*/ 1044226 h 5143785"/>
              <a:gd name="connsiteX1221" fmla="*/ 439388 w 3114960"/>
              <a:gd name="connsiteY1221" fmla="*/ 1089660 h 5143785"/>
              <a:gd name="connsiteX1222" fmla="*/ 270510 w 3114960"/>
              <a:gd name="connsiteY1222" fmla="*/ 1089660 h 5143785"/>
              <a:gd name="connsiteX1223" fmla="*/ 268319 w 3114960"/>
              <a:gd name="connsiteY1223" fmla="*/ 1084517 h 5143785"/>
              <a:gd name="connsiteX1224" fmla="*/ 259937 w 3114960"/>
              <a:gd name="connsiteY1224" fmla="*/ 1079564 h 5143785"/>
              <a:gd name="connsiteX1225" fmla="*/ 245555 w 3114960"/>
              <a:gd name="connsiteY1225" fmla="*/ 1090327 h 5143785"/>
              <a:gd name="connsiteX1226" fmla="*/ 247936 w 3114960"/>
              <a:gd name="connsiteY1226" fmla="*/ 1099757 h 5143785"/>
              <a:gd name="connsiteX1227" fmla="*/ 256318 w 3114960"/>
              <a:gd name="connsiteY1227" fmla="*/ 1104710 h 5143785"/>
              <a:gd name="connsiteX1228" fmla="*/ 258128 w 3114960"/>
              <a:gd name="connsiteY1228" fmla="*/ 1104805 h 5143785"/>
              <a:gd name="connsiteX1229" fmla="*/ 265652 w 3114960"/>
              <a:gd name="connsiteY1229" fmla="*/ 1102233 h 5143785"/>
              <a:gd name="connsiteX1230" fmla="*/ 270415 w 3114960"/>
              <a:gd name="connsiteY1230" fmla="*/ 1094518 h 5143785"/>
              <a:gd name="connsiteX1231" fmla="*/ 441103 w 3114960"/>
              <a:gd name="connsiteY1231" fmla="*/ 1094518 h 5143785"/>
              <a:gd name="connsiteX1232" fmla="*/ 490823 w 3114960"/>
              <a:gd name="connsiteY1232" fmla="*/ 1048988 h 5143785"/>
              <a:gd name="connsiteX1233" fmla="*/ 512445 w 3114960"/>
              <a:gd name="connsiteY1233" fmla="*/ 1048988 h 5143785"/>
              <a:gd name="connsiteX1234" fmla="*/ 512445 w 3114960"/>
              <a:gd name="connsiteY1234" fmla="*/ 1052894 h 5143785"/>
              <a:gd name="connsiteX1235" fmla="*/ 516922 w 3114960"/>
              <a:gd name="connsiteY1235" fmla="*/ 1057370 h 5143785"/>
              <a:gd name="connsiteX1236" fmla="*/ 262890 w 3114960"/>
              <a:gd name="connsiteY1236" fmla="*/ 1098614 h 5143785"/>
              <a:gd name="connsiteX1237" fmla="*/ 257080 w 3114960"/>
              <a:gd name="connsiteY1237" fmla="*/ 1100138 h 5143785"/>
              <a:gd name="connsiteX1238" fmla="*/ 251841 w 3114960"/>
              <a:gd name="connsiteY1238" fmla="*/ 1097090 h 5143785"/>
              <a:gd name="connsiteX1239" fmla="*/ 250317 w 3114960"/>
              <a:gd name="connsiteY1239" fmla="*/ 1091279 h 5143785"/>
              <a:gd name="connsiteX1240" fmla="*/ 253365 w 3114960"/>
              <a:gd name="connsiteY1240" fmla="*/ 1086041 h 5143785"/>
              <a:gd name="connsiteX1241" fmla="*/ 258128 w 3114960"/>
              <a:gd name="connsiteY1241" fmla="*/ 1084421 h 5143785"/>
              <a:gd name="connsiteX1242" fmla="*/ 259270 w 3114960"/>
              <a:gd name="connsiteY1242" fmla="*/ 1084421 h 5143785"/>
              <a:gd name="connsiteX1243" fmla="*/ 264509 w 3114960"/>
              <a:gd name="connsiteY1243" fmla="*/ 1087469 h 5143785"/>
              <a:gd name="connsiteX1244" fmla="*/ 266033 w 3114960"/>
              <a:gd name="connsiteY1244" fmla="*/ 1093280 h 5143785"/>
              <a:gd name="connsiteX1245" fmla="*/ 262985 w 3114960"/>
              <a:gd name="connsiteY1245" fmla="*/ 1098518 h 5143785"/>
              <a:gd name="connsiteX1246" fmla="*/ 1128713 w 3114960"/>
              <a:gd name="connsiteY1246" fmla="*/ 490919 h 5143785"/>
              <a:gd name="connsiteX1247" fmla="*/ 1121569 w 3114960"/>
              <a:gd name="connsiteY1247" fmla="*/ 490919 h 5143785"/>
              <a:gd name="connsiteX1248" fmla="*/ 1121569 w 3114960"/>
              <a:gd name="connsiteY1248" fmla="*/ 482441 h 5143785"/>
              <a:gd name="connsiteX1249" fmla="*/ 1128713 w 3114960"/>
              <a:gd name="connsiteY1249" fmla="*/ 482441 h 5143785"/>
              <a:gd name="connsiteX1250" fmla="*/ 1128713 w 3114960"/>
              <a:gd name="connsiteY1250" fmla="*/ 490919 h 5143785"/>
              <a:gd name="connsiteX1251" fmla="*/ 1128713 w 3114960"/>
              <a:gd name="connsiteY1251" fmla="*/ 457200 h 5143785"/>
              <a:gd name="connsiteX1252" fmla="*/ 1121569 w 3114960"/>
              <a:gd name="connsiteY1252" fmla="*/ 457200 h 5143785"/>
              <a:gd name="connsiteX1253" fmla="*/ 1121569 w 3114960"/>
              <a:gd name="connsiteY1253" fmla="*/ 448723 h 5143785"/>
              <a:gd name="connsiteX1254" fmla="*/ 1128713 w 3114960"/>
              <a:gd name="connsiteY1254" fmla="*/ 448723 h 5143785"/>
              <a:gd name="connsiteX1255" fmla="*/ 1128713 w 3114960"/>
              <a:gd name="connsiteY1255" fmla="*/ 457200 h 5143785"/>
              <a:gd name="connsiteX1256" fmla="*/ 576167 w 3114960"/>
              <a:gd name="connsiteY1256" fmla="*/ 2242376 h 5143785"/>
              <a:gd name="connsiteX1257" fmla="*/ 569976 w 3114960"/>
              <a:gd name="connsiteY1257" fmla="*/ 2248757 h 5143785"/>
              <a:gd name="connsiteX1258" fmla="*/ 566547 w 3114960"/>
              <a:gd name="connsiteY1258" fmla="*/ 2245424 h 5143785"/>
              <a:gd name="connsiteX1259" fmla="*/ 572738 w 3114960"/>
              <a:gd name="connsiteY1259" fmla="*/ 2239042 h 5143785"/>
              <a:gd name="connsiteX1260" fmla="*/ 576167 w 3114960"/>
              <a:gd name="connsiteY1260" fmla="*/ 2242376 h 5143785"/>
              <a:gd name="connsiteX1261" fmla="*/ 2743105 w 3114960"/>
              <a:gd name="connsiteY1261" fmla="*/ 4699826 h 5143785"/>
              <a:gd name="connsiteX1262" fmla="*/ 2631186 w 3114960"/>
              <a:gd name="connsiteY1262" fmla="*/ 4699826 h 5143785"/>
              <a:gd name="connsiteX1263" fmla="*/ 2612708 w 3114960"/>
              <a:gd name="connsiteY1263" fmla="*/ 4714970 h 5143785"/>
              <a:gd name="connsiteX1264" fmla="*/ 2544604 w 3114960"/>
              <a:gd name="connsiteY1264" fmla="*/ 4714970 h 5143785"/>
              <a:gd name="connsiteX1265" fmla="*/ 2516886 w 3114960"/>
              <a:gd name="connsiteY1265" fmla="*/ 4688205 h 5143785"/>
              <a:gd name="connsiteX1266" fmla="*/ 2516886 w 3114960"/>
              <a:gd name="connsiteY1266" fmla="*/ 4459891 h 5143785"/>
              <a:gd name="connsiteX1267" fmla="*/ 2521077 w 3114960"/>
              <a:gd name="connsiteY1267" fmla="*/ 4459891 h 5143785"/>
              <a:gd name="connsiteX1268" fmla="*/ 2530412 w 3114960"/>
              <a:gd name="connsiteY1268" fmla="*/ 4450556 h 5143785"/>
              <a:gd name="connsiteX1269" fmla="*/ 2530412 w 3114960"/>
              <a:gd name="connsiteY1269" fmla="*/ 4437412 h 5143785"/>
              <a:gd name="connsiteX1270" fmla="*/ 2521077 w 3114960"/>
              <a:gd name="connsiteY1270" fmla="*/ 4428078 h 5143785"/>
              <a:gd name="connsiteX1271" fmla="*/ 2516886 w 3114960"/>
              <a:gd name="connsiteY1271" fmla="*/ 4428078 h 5143785"/>
              <a:gd name="connsiteX1272" fmla="*/ 2516886 w 3114960"/>
              <a:gd name="connsiteY1272" fmla="*/ 4346258 h 5143785"/>
              <a:gd name="connsiteX1273" fmla="*/ 2378774 w 3114960"/>
              <a:gd name="connsiteY1273" fmla="*/ 4214146 h 5143785"/>
              <a:gd name="connsiteX1274" fmla="*/ 2333149 w 3114960"/>
              <a:gd name="connsiteY1274" fmla="*/ 4214527 h 5143785"/>
              <a:gd name="connsiteX1275" fmla="*/ 2322290 w 3114960"/>
              <a:gd name="connsiteY1275" fmla="*/ 4205288 h 5143785"/>
              <a:gd name="connsiteX1276" fmla="*/ 2311051 w 3114960"/>
              <a:gd name="connsiteY1276" fmla="*/ 4216527 h 5143785"/>
              <a:gd name="connsiteX1277" fmla="*/ 2322290 w 3114960"/>
              <a:gd name="connsiteY1277" fmla="*/ 4227767 h 5143785"/>
              <a:gd name="connsiteX1278" fmla="*/ 2332958 w 3114960"/>
              <a:gd name="connsiteY1278" fmla="*/ 4219289 h 5143785"/>
              <a:gd name="connsiteX1279" fmla="*/ 2376869 w 3114960"/>
              <a:gd name="connsiteY1279" fmla="*/ 4218909 h 5143785"/>
              <a:gd name="connsiteX1280" fmla="*/ 2512124 w 3114960"/>
              <a:gd name="connsiteY1280" fmla="*/ 4348258 h 5143785"/>
              <a:gd name="connsiteX1281" fmla="*/ 2512124 w 3114960"/>
              <a:gd name="connsiteY1281" fmla="*/ 4427982 h 5143785"/>
              <a:gd name="connsiteX1282" fmla="*/ 2507933 w 3114960"/>
              <a:gd name="connsiteY1282" fmla="*/ 4427982 h 5143785"/>
              <a:gd name="connsiteX1283" fmla="*/ 2498598 w 3114960"/>
              <a:gd name="connsiteY1283" fmla="*/ 4437317 h 5143785"/>
              <a:gd name="connsiteX1284" fmla="*/ 2498598 w 3114960"/>
              <a:gd name="connsiteY1284" fmla="*/ 4450461 h 5143785"/>
              <a:gd name="connsiteX1285" fmla="*/ 2507933 w 3114960"/>
              <a:gd name="connsiteY1285" fmla="*/ 4459796 h 5143785"/>
              <a:gd name="connsiteX1286" fmla="*/ 2512124 w 3114960"/>
              <a:gd name="connsiteY1286" fmla="*/ 4459796 h 5143785"/>
              <a:gd name="connsiteX1287" fmla="*/ 2512124 w 3114960"/>
              <a:gd name="connsiteY1287" fmla="*/ 4690110 h 5143785"/>
              <a:gd name="connsiteX1288" fmla="*/ 2542699 w 3114960"/>
              <a:gd name="connsiteY1288" fmla="*/ 4719638 h 5143785"/>
              <a:gd name="connsiteX1289" fmla="*/ 2614517 w 3114960"/>
              <a:gd name="connsiteY1289" fmla="*/ 4719638 h 5143785"/>
              <a:gd name="connsiteX1290" fmla="*/ 2632996 w 3114960"/>
              <a:gd name="connsiteY1290" fmla="*/ 4704493 h 5143785"/>
              <a:gd name="connsiteX1291" fmla="*/ 2743200 w 3114960"/>
              <a:gd name="connsiteY1291" fmla="*/ 4704493 h 5143785"/>
              <a:gd name="connsiteX1292" fmla="*/ 2755963 w 3114960"/>
              <a:gd name="connsiteY1292" fmla="*/ 4715161 h 5143785"/>
              <a:gd name="connsiteX1293" fmla="*/ 2769013 w 3114960"/>
              <a:gd name="connsiteY1293" fmla="*/ 4702112 h 5143785"/>
              <a:gd name="connsiteX1294" fmla="*/ 2755963 w 3114960"/>
              <a:gd name="connsiteY1294" fmla="*/ 4689062 h 5143785"/>
              <a:gd name="connsiteX1295" fmla="*/ 2743200 w 3114960"/>
              <a:gd name="connsiteY1295" fmla="*/ 4699730 h 5143785"/>
              <a:gd name="connsiteX1296" fmla="*/ 2322290 w 3114960"/>
              <a:gd name="connsiteY1296" fmla="*/ 4223004 h 5143785"/>
              <a:gd name="connsiteX1297" fmla="*/ 2315813 w 3114960"/>
              <a:gd name="connsiteY1297" fmla="*/ 4216527 h 5143785"/>
              <a:gd name="connsiteX1298" fmla="*/ 2322290 w 3114960"/>
              <a:gd name="connsiteY1298" fmla="*/ 4210050 h 5143785"/>
              <a:gd name="connsiteX1299" fmla="*/ 2328767 w 3114960"/>
              <a:gd name="connsiteY1299" fmla="*/ 4216527 h 5143785"/>
              <a:gd name="connsiteX1300" fmla="*/ 2322290 w 3114960"/>
              <a:gd name="connsiteY1300" fmla="*/ 4223004 h 5143785"/>
              <a:gd name="connsiteX1301" fmla="*/ 2507933 w 3114960"/>
              <a:gd name="connsiteY1301" fmla="*/ 4455033 h 5143785"/>
              <a:gd name="connsiteX1302" fmla="*/ 2503361 w 3114960"/>
              <a:gd name="connsiteY1302" fmla="*/ 4450461 h 5143785"/>
              <a:gd name="connsiteX1303" fmla="*/ 2503361 w 3114960"/>
              <a:gd name="connsiteY1303" fmla="*/ 4437317 h 5143785"/>
              <a:gd name="connsiteX1304" fmla="*/ 2507933 w 3114960"/>
              <a:gd name="connsiteY1304" fmla="*/ 4432745 h 5143785"/>
              <a:gd name="connsiteX1305" fmla="*/ 2521077 w 3114960"/>
              <a:gd name="connsiteY1305" fmla="*/ 4432745 h 5143785"/>
              <a:gd name="connsiteX1306" fmla="*/ 2525649 w 3114960"/>
              <a:gd name="connsiteY1306" fmla="*/ 4437317 h 5143785"/>
              <a:gd name="connsiteX1307" fmla="*/ 2525649 w 3114960"/>
              <a:gd name="connsiteY1307" fmla="*/ 4450461 h 5143785"/>
              <a:gd name="connsiteX1308" fmla="*/ 2521077 w 3114960"/>
              <a:gd name="connsiteY1308" fmla="*/ 4455033 h 5143785"/>
              <a:gd name="connsiteX1309" fmla="*/ 2507933 w 3114960"/>
              <a:gd name="connsiteY1309" fmla="*/ 4455033 h 5143785"/>
              <a:gd name="connsiteX1310" fmla="*/ 71342 w 3114960"/>
              <a:gd name="connsiteY1310" fmla="*/ 3780187 h 5143785"/>
              <a:gd name="connsiteX1311" fmla="*/ 90392 w 3114960"/>
              <a:gd name="connsiteY1311" fmla="*/ 3780187 h 5143785"/>
              <a:gd name="connsiteX1312" fmla="*/ 90392 w 3114960"/>
              <a:gd name="connsiteY1312" fmla="*/ 3784949 h 5143785"/>
              <a:gd name="connsiteX1313" fmla="*/ 71342 w 3114960"/>
              <a:gd name="connsiteY1313" fmla="*/ 3784949 h 5143785"/>
              <a:gd name="connsiteX1314" fmla="*/ 71342 w 3114960"/>
              <a:gd name="connsiteY1314" fmla="*/ 3780187 h 5143785"/>
              <a:gd name="connsiteX1315" fmla="*/ 118682 w 3114960"/>
              <a:gd name="connsiteY1315" fmla="*/ 3718084 h 5143785"/>
              <a:gd name="connsiteX1316" fmla="*/ 109442 w 3114960"/>
              <a:gd name="connsiteY1316" fmla="*/ 3718084 h 5143785"/>
              <a:gd name="connsiteX1317" fmla="*/ 109442 w 3114960"/>
              <a:gd name="connsiteY1317" fmla="*/ 3722846 h 5143785"/>
              <a:gd name="connsiteX1318" fmla="*/ 118682 w 3114960"/>
              <a:gd name="connsiteY1318" fmla="*/ 3722846 h 5143785"/>
              <a:gd name="connsiteX1319" fmla="*/ 124301 w 3114960"/>
              <a:gd name="connsiteY1319" fmla="*/ 3731990 h 5143785"/>
              <a:gd name="connsiteX1320" fmla="*/ 144304 w 3114960"/>
              <a:gd name="connsiteY1320" fmla="*/ 3728942 h 5143785"/>
              <a:gd name="connsiteX1321" fmla="*/ 147066 w 3114960"/>
              <a:gd name="connsiteY1321" fmla="*/ 3720465 h 5143785"/>
              <a:gd name="connsiteX1322" fmla="*/ 141256 w 3114960"/>
              <a:gd name="connsiteY1322" fmla="*/ 3708845 h 5143785"/>
              <a:gd name="connsiteX1323" fmla="*/ 121253 w 3114960"/>
              <a:gd name="connsiteY1323" fmla="*/ 3711893 h 5143785"/>
              <a:gd name="connsiteX1324" fmla="*/ 118777 w 3114960"/>
              <a:gd name="connsiteY1324" fmla="*/ 3717988 h 5143785"/>
              <a:gd name="connsiteX1325" fmla="*/ 123349 w 3114960"/>
              <a:gd name="connsiteY1325" fmla="*/ 3713512 h 5143785"/>
              <a:gd name="connsiteX1326" fmla="*/ 139732 w 3114960"/>
              <a:gd name="connsiteY1326" fmla="*/ 3711035 h 5143785"/>
              <a:gd name="connsiteX1327" fmla="*/ 142208 w 3114960"/>
              <a:gd name="connsiteY1327" fmla="*/ 3727418 h 5143785"/>
              <a:gd name="connsiteX1328" fmla="*/ 134588 w 3114960"/>
              <a:gd name="connsiteY1328" fmla="*/ 3732086 h 5143785"/>
              <a:gd name="connsiteX1329" fmla="*/ 125921 w 3114960"/>
              <a:gd name="connsiteY1329" fmla="*/ 3729990 h 5143785"/>
              <a:gd name="connsiteX1330" fmla="*/ 121253 w 3114960"/>
              <a:gd name="connsiteY1330" fmla="*/ 3722370 h 5143785"/>
              <a:gd name="connsiteX1331" fmla="*/ 121158 w 3114960"/>
              <a:gd name="connsiteY1331" fmla="*/ 3720560 h 5143785"/>
              <a:gd name="connsiteX1332" fmla="*/ 123444 w 3114960"/>
              <a:gd name="connsiteY1332" fmla="*/ 3713702 h 5143785"/>
              <a:gd name="connsiteX1333" fmla="*/ 2438686 w 3114960"/>
              <a:gd name="connsiteY1333" fmla="*/ 4397693 h 5143785"/>
              <a:gd name="connsiteX1334" fmla="*/ 2357819 w 3114960"/>
              <a:gd name="connsiteY1334" fmla="*/ 4319112 h 5143785"/>
              <a:gd name="connsiteX1335" fmla="*/ 2356199 w 3114960"/>
              <a:gd name="connsiteY1335" fmla="*/ 4318445 h 5143785"/>
              <a:gd name="connsiteX1336" fmla="*/ 2296478 w 3114960"/>
              <a:gd name="connsiteY1336" fmla="*/ 4318445 h 5143785"/>
              <a:gd name="connsiteX1337" fmla="*/ 2296478 w 3114960"/>
              <a:gd name="connsiteY1337" fmla="*/ 4294918 h 5143785"/>
              <a:gd name="connsiteX1338" fmla="*/ 2302955 w 3114960"/>
              <a:gd name="connsiteY1338" fmla="*/ 4286536 h 5143785"/>
              <a:gd name="connsiteX1339" fmla="*/ 2294096 w 3114960"/>
              <a:gd name="connsiteY1339" fmla="*/ 4277678 h 5143785"/>
              <a:gd name="connsiteX1340" fmla="*/ 2285238 w 3114960"/>
              <a:gd name="connsiteY1340" fmla="*/ 4286536 h 5143785"/>
              <a:gd name="connsiteX1341" fmla="*/ 2291715 w 3114960"/>
              <a:gd name="connsiteY1341" fmla="*/ 4294918 h 5143785"/>
              <a:gd name="connsiteX1342" fmla="*/ 2291715 w 3114960"/>
              <a:gd name="connsiteY1342" fmla="*/ 4320826 h 5143785"/>
              <a:gd name="connsiteX1343" fmla="*/ 2294096 w 3114960"/>
              <a:gd name="connsiteY1343" fmla="*/ 4323207 h 5143785"/>
              <a:gd name="connsiteX1344" fmla="*/ 2355247 w 3114960"/>
              <a:gd name="connsiteY1344" fmla="*/ 4323207 h 5143785"/>
              <a:gd name="connsiteX1345" fmla="*/ 2434685 w 3114960"/>
              <a:gd name="connsiteY1345" fmla="*/ 4400455 h 5143785"/>
              <a:gd name="connsiteX1346" fmla="*/ 2434685 w 3114960"/>
              <a:gd name="connsiteY1346" fmla="*/ 4472750 h 5143785"/>
              <a:gd name="connsiteX1347" fmla="*/ 2432590 w 3114960"/>
              <a:gd name="connsiteY1347" fmla="*/ 4472750 h 5143785"/>
              <a:gd name="connsiteX1348" fmla="*/ 2426494 w 3114960"/>
              <a:gd name="connsiteY1348" fmla="*/ 4478846 h 5143785"/>
              <a:gd name="connsiteX1349" fmla="*/ 2426494 w 3114960"/>
              <a:gd name="connsiteY1349" fmla="*/ 4489228 h 5143785"/>
              <a:gd name="connsiteX1350" fmla="*/ 2432590 w 3114960"/>
              <a:gd name="connsiteY1350" fmla="*/ 4495324 h 5143785"/>
              <a:gd name="connsiteX1351" fmla="*/ 2442972 w 3114960"/>
              <a:gd name="connsiteY1351" fmla="*/ 4495324 h 5143785"/>
              <a:gd name="connsiteX1352" fmla="*/ 2449068 w 3114960"/>
              <a:gd name="connsiteY1352" fmla="*/ 4489228 h 5143785"/>
              <a:gd name="connsiteX1353" fmla="*/ 2449068 w 3114960"/>
              <a:gd name="connsiteY1353" fmla="*/ 4478846 h 5143785"/>
              <a:gd name="connsiteX1354" fmla="*/ 2442972 w 3114960"/>
              <a:gd name="connsiteY1354" fmla="*/ 4472750 h 5143785"/>
              <a:gd name="connsiteX1355" fmla="*/ 2439353 w 3114960"/>
              <a:gd name="connsiteY1355" fmla="*/ 4472750 h 5143785"/>
              <a:gd name="connsiteX1356" fmla="*/ 2439353 w 3114960"/>
              <a:gd name="connsiteY1356" fmla="*/ 4399407 h 5143785"/>
              <a:gd name="connsiteX1357" fmla="*/ 2438591 w 3114960"/>
              <a:gd name="connsiteY1357" fmla="*/ 4397693 h 5143785"/>
              <a:gd name="connsiteX1358" fmla="*/ 2442972 w 3114960"/>
              <a:gd name="connsiteY1358" fmla="*/ 4477512 h 5143785"/>
              <a:gd name="connsiteX1359" fmla="*/ 2444305 w 3114960"/>
              <a:gd name="connsiteY1359" fmla="*/ 4478846 h 5143785"/>
              <a:gd name="connsiteX1360" fmla="*/ 2444305 w 3114960"/>
              <a:gd name="connsiteY1360" fmla="*/ 4489228 h 5143785"/>
              <a:gd name="connsiteX1361" fmla="*/ 2442972 w 3114960"/>
              <a:gd name="connsiteY1361" fmla="*/ 4490562 h 5143785"/>
              <a:gd name="connsiteX1362" fmla="*/ 2432590 w 3114960"/>
              <a:gd name="connsiteY1362" fmla="*/ 4490562 h 5143785"/>
              <a:gd name="connsiteX1363" fmla="*/ 2431256 w 3114960"/>
              <a:gd name="connsiteY1363" fmla="*/ 4489228 h 5143785"/>
              <a:gd name="connsiteX1364" fmla="*/ 2431256 w 3114960"/>
              <a:gd name="connsiteY1364" fmla="*/ 4478846 h 5143785"/>
              <a:gd name="connsiteX1365" fmla="*/ 2432590 w 3114960"/>
              <a:gd name="connsiteY1365" fmla="*/ 4477512 h 5143785"/>
              <a:gd name="connsiteX1366" fmla="*/ 2442972 w 3114960"/>
              <a:gd name="connsiteY1366" fmla="*/ 4477512 h 5143785"/>
              <a:gd name="connsiteX1367" fmla="*/ 1128713 w 3114960"/>
              <a:gd name="connsiteY1367" fmla="*/ 524732 h 5143785"/>
              <a:gd name="connsiteX1368" fmla="*/ 1121569 w 3114960"/>
              <a:gd name="connsiteY1368" fmla="*/ 524732 h 5143785"/>
              <a:gd name="connsiteX1369" fmla="*/ 1121569 w 3114960"/>
              <a:gd name="connsiteY1369" fmla="*/ 516255 h 5143785"/>
              <a:gd name="connsiteX1370" fmla="*/ 1128713 w 3114960"/>
              <a:gd name="connsiteY1370" fmla="*/ 516255 h 5143785"/>
              <a:gd name="connsiteX1371" fmla="*/ 1128713 w 3114960"/>
              <a:gd name="connsiteY1371" fmla="*/ 524732 h 5143785"/>
              <a:gd name="connsiteX1372" fmla="*/ 2206371 w 3114960"/>
              <a:gd name="connsiteY1372" fmla="*/ 4175284 h 5143785"/>
              <a:gd name="connsiteX1373" fmla="*/ 2197703 w 3114960"/>
              <a:gd name="connsiteY1373" fmla="*/ 4166616 h 5143785"/>
              <a:gd name="connsiteX1374" fmla="*/ 2206371 w 3114960"/>
              <a:gd name="connsiteY1374" fmla="*/ 4157948 h 5143785"/>
              <a:gd name="connsiteX1375" fmla="*/ 2215039 w 3114960"/>
              <a:gd name="connsiteY1375" fmla="*/ 4166616 h 5143785"/>
              <a:gd name="connsiteX1376" fmla="*/ 2206371 w 3114960"/>
              <a:gd name="connsiteY1376" fmla="*/ 4175284 h 5143785"/>
              <a:gd name="connsiteX1377" fmla="*/ 1142524 w 3114960"/>
              <a:gd name="connsiteY1377" fmla="*/ 293275 h 5143785"/>
              <a:gd name="connsiteX1378" fmla="*/ 1149668 w 3114960"/>
              <a:gd name="connsiteY1378" fmla="*/ 293275 h 5143785"/>
              <a:gd name="connsiteX1379" fmla="*/ 1149668 w 3114960"/>
              <a:gd name="connsiteY1379" fmla="*/ 303848 h 5143785"/>
              <a:gd name="connsiteX1380" fmla="*/ 1148334 w 3114960"/>
              <a:gd name="connsiteY1380" fmla="*/ 305562 h 5143785"/>
              <a:gd name="connsiteX1381" fmla="*/ 1144715 w 3114960"/>
              <a:gd name="connsiteY1381" fmla="*/ 302609 h 5143785"/>
              <a:gd name="connsiteX1382" fmla="*/ 1142619 w 3114960"/>
              <a:gd name="connsiteY1382" fmla="*/ 302609 h 5143785"/>
              <a:gd name="connsiteX1383" fmla="*/ 1142619 w 3114960"/>
              <a:gd name="connsiteY1383" fmla="*/ 293275 h 5143785"/>
              <a:gd name="connsiteX1384" fmla="*/ 1142524 w 3114960"/>
              <a:gd name="connsiteY1384" fmla="*/ 272796 h 5143785"/>
              <a:gd name="connsiteX1385" fmla="*/ 1149668 w 3114960"/>
              <a:gd name="connsiteY1385" fmla="*/ 272796 h 5143785"/>
              <a:gd name="connsiteX1386" fmla="*/ 1149668 w 3114960"/>
              <a:gd name="connsiteY1386" fmla="*/ 283083 h 5143785"/>
              <a:gd name="connsiteX1387" fmla="*/ 1142524 w 3114960"/>
              <a:gd name="connsiteY1387" fmla="*/ 283083 h 5143785"/>
              <a:gd name="connsiteX1388" fmla="*/ 1142524 w 3114960"/>
              <a:gd name="connsiteY1388" fmla="*/ 272796 h 5143785"/>
              <a:gd name="connsiteX1389" fmla="*/ 2210753 w 3114960"/>
              <a:gd name="connsiteY1389" fmla="*/ 4257104 h 5143785"/>
              <a:gd name="connsiteX1390" fmla="*/ 2215515 w 3114960"/>
              <a:gd name="connsiteY1390" fmla="*/ 4264152 h 5143785"/>
              <a:gd name="connsiteX1391" fmla="*/ 2221706 w 3114960"/>
              <a:gd name="connsiteY1391" fmla="*/ 4266057 h 5143785"/>
              <a:gd name="connsiteX1392" fmla="*/ 2223992 w 3114960"/>
              <a:gd name="connsiteY1392" fmla="*/ 4265867 h 5143785"/>
              <a:gd name="connsiteX1393" fmla="*/ 2231041 w 3114960"/>
              <a:gd name="connsiteY1393" fmla="*/ 4261104 h 5143785"/>
              <a:gd name="connsiteX1394" fmla="*/ 2232660 w 3114960"/>
              <a:gd name="connsiteY1394" fmla="*/ 4252722 h 5143785"/>
              <a:gd name="connsiteX1395" fmla="*/ 2227898 w 3114960"/>
              <a:gd name="connsiteY1395" fmla="*/ 4245674 h 5143785"/>
              <a:gd name="connsiteX1396" fmla="*/ 2223802 w 3114960"/>
              <a:gd name="connsiteY1396" fmla="*/ 4244054 h 5143785"/>
              <a:gd name="connsiteX1397" fmla="*/ 2223802 w 3114960"/>
              <a:gd name="connsiteY1397" fmla="*/ 4218528 h 5143785"/>
              <a:gd name="connsiteX1398" fmla="*/ 2207038 w 3114960"/>
              <a:gd name="connsiteY1398" fmla="*/ 4196811 h 5143785"/>
              <a:gd name="connsiteX1399" fmla="*/ 2207038 w 3114960"/>
              <a:gd name="connsiteY1399" fmla="*/ 4185190 h 5143785"/>
              <a:gd name="connsiteX1400" fmla="*/ 2209133 w 3114960"/>
              <a:gd name="connsiteY1400" fmla="*/ 4184999 h 5143785"/>
              <a:gd name="connsiteX1401" fmla="*/ 2221230 w 3114960"/>
              <a:gd name="connsiteY1401" fmla="*/ 4177665 h 5143785"/>
              <a:gd name="connsiteX1402" fmla="*/ 2217230 w 3114960"/>
              <a:gd name="connsiteY1402" fmla="*/ 4151757 h 5143785"/>
              <a:gd name="connsiteX1403" fmla="*/ 2191322 w 3114960"/>
              <a:gd name="connsiteY1403" fmla="*/ 4155758 h 5143785"/>
              <a:gd name="connsiteX1404" fmla="*/ 2195322 w 3114960"/>
              <a:gd name="connsiteY1404" fmla="*/ 4181666 h 5143785"/>
              <a:gd name="connsiteX1405" fmla="*/ 2202085 w 3114960"/>
              <a:gd name="connsiteY1405" fmla="*/ 4184618 h 5143785"/>
              <a:gd name="connsiteX1406" fmla="*/ 2202085 w 3114960"/>
              <a:gd name="connsiteY1406" fmla="*/ 4198430 h 5143785"/>
              <a:gd name="connsiteX1407" fmla="*/ 2218849 w 3114960"/>
              <a:gd name="connsiteY1407" fmla="*/ 4220147 h 5143785"/>
              <a:gd name="connsiteX1408" fmla="*/ 2218849 w 3114960"/>
              <a:gd name="connsiteY1408" fmla="*/ 4244245 h 5143785"/>
              <a:gd name="connsiteX1409" fmla="*/ 2210657 w 3114960"/>
              <a:gd name="connsiteY1409" fmla="*/ 4257199 h 5143785"/>
              <a:gd name="connsiteX1410" fmla="*/ 2198275 w 3114960"/>
              <a:gd name="connsiteY1410" fmla="*/ 4177570 h 5143785"/>
              <a:gd name="connsiteX1411" fmla="*/ 2195322 w 3114960"/>
              <a:gd name="connsiteY1411" fmla="*/ 4158520 h 5143785"/>
              <a:gd name="connsiteX1412" fmla="*/ 2206276 w 3114960"/>
              <a:gd name="connsiteY1412" fmla="*/ 4152995 h 5143785"/>
              <a:gd name="connsiteX1413" fmla="*/ 2214277 w 3114960"/>
              <a:gd name="connsiteY1413" fmla="*/ 4155662 h 5143785"/>
              <a:gd name="connsiteX1414" fmla="*/ 2219706 w 3114960"/>
              <a:gd name="connsiteY1414" fmla="*/ 4164616 h 5143785"/>
              <a:gd name="connsiteX1415" fmla="*/ 2217230 w 3114960"/>
              <a:gd name="connsiteY1415" fmla="*/ 4174712 h 5143785"/>
              <a:gd name="connsiteX1416" fmla="*/ 2208276 w 3114960"/>
              <a:gd name="connsiteY1416" fmla="*/ 4180142 h 5143785"/>
              <a:gd name="connsiteX1417" fmla="*/ 2198180 w 3114960"/>
              <a:gd name="connsiteY1417" fmla="*/ 4177665 h 5143785"/>
              <a:gd name="connsiteX1418" fmla="*/ 2220468 w 3114960"/>
              <a:gd name="connsiteY1418" fmla="*/ 4248722 h 5143785"/>
              <a:gd name="connsiteX1419" fmla="*/ 2225231 w 3114960"/>
              <a:gd name="connsiteY1419" fmla="*/ 4249674 h 5143785"/>
              <a:gd name="connsiteX1420" fmla="*/ 2227898 w 3114960"/>
              <a:gd name="connsiteY1420" fmla="*/ 4253675 h 5143785"/>
              <a:gd name="connsiteX1421" fmla="*/ 2226945 w 3114960"/>
              <a:gd name="connsiteY1421" fmla="*/ 4258437 h 5143785"/>
              <a:gd name="connsiteX1422" fmla="*/ 2222945 w 3114960"/>
              <a:gd name="connsiteY1422" fmla="*/ 4261104 h 5143785"/>
              <a:gd name="connsiteX1423" fmla="*/ 2218182 w 3114960"/>
              <a:gd name="connsiteY1423" fmla="*/ 4260152 h 5143785"/>
              <a:gd name="connsiteX1424" fmla="*/ 2215515 w 3114960"/>
              <a:gd name="connsiteY1424" fmla="*/ 4256151 h 5143785"/>
              <a:gd name="connsiteX1425" fmla="*/ 2220373 w 3114960"/>
              <a:gd name="connsiteY1425" fmla="*/ 4248722 h 5143785"/>
              <a:gd name="connsiteX1426" fmla="*/ 1142524 w 3114960"/>
              <a:gd name="connsiteY1426" fmla="*/ 252317 h 5143785"/>
              <a:gd name="connsiteX1427" fmla="*/ 1149668 w 3114960"/>
              <a:gd name="connsiteY1427" fmla="*/ 252317 h 5143785"/>
              <a:gd name="connsiteX1428" fmla="*/ 1149668 w 3114960"/>
              <a:gd name="connsiteY1428" fmla="*/ 262604 h 5143785"/>
              <a:gd name="connsiteX1429" fmla="*/ 1142524 w 3114960"/>
              <a:gd name="connsiteY1429" fmla="*/ 262604 h 5143785"/>
              <a:gd name="connsiteX1430" fmla="*/ 1142524 w 3114960"/>
              <a:gd name="connsiteY1430" fmla="*/ 252317 h 5143785"/>
              <a:gd name="connsiteX1431" fmla="*/ 9525 w 3114960"/>
              <a:gd name="connsiteY1431" fmla="*/ 3661029 h 5143785"/>
              <a:gd name="connsiteX1432" fmla="*/ 95 w 3114960"/>
              <a:gd name="connsiteY1432" fmla="*/ 3661029 h 5143785"/>
              <a:gd name="connsiteX1433" fmla="*/ 95 w 3114960"/>
              <a:gd name="connsiteY1433" fmla="*/ 3656267 h 5143785"/>
              <a:gd name="connsiteX1434" fmla="*/ 9525 w 3114960"/>
              <a:gd name="connsiteY1434" fmla="*/ 3656267 h 5143785"/>
              <a:gd name="connsiteX1435" fmla="*/ 9525 w 3114960"/>
              <a:gd name="connsiteY1435" fmla="*/ 3661029 h 5143785"/>
              <a:gd name="connsiteX1436" fmla="*/ 125730 w 3114960"/>
              <a:gd name="connsiteY1436" fmla="*/ 3658457 h 5143785"/>
              <a:gd name="connsiteX1437" fmla="*/ 132779 w 3114960"/>
              <a:gd name="connsiteY1437" fmla="*/ 3651409 h 5143785"/>
              <a:gd name="connsiteX1438" fmla="*/ 139827 w 3114960"/>
              <a:gd name="connsiteY1438" fmla="*/ 3658457 h 5143785"/>
              <a:gd name="connsiteX1439" fmla="*/ 132779 w 3114960"/>
              <a:gd name="connsiteY1439" fmla="*/ 3665506 h 5143785"/>
              <a:gd name="connsiteX1440" fmla="*/ 125730 w 3114960"/>
              <a:gd name="connsiteY1440" fmla="*/ 3658457 h 5143785"/>
              <a:gd name="connsiteX1441" fmla="*/ 1128713 w 3114960"/>
              <a:gd name="connsiteY1441" fmla="*/ 507873 h 5143785"/>
              <a:gd name="connsiteX1442" fmla="*/ 1121569 w 3114960"/>
              <a:gd name="connsiteY1442" fmla="*/ 507873 h 5143785"/>
              <a:gd name="connsiteX1443" fmla="*/ 1121569 w 3114960"/>
              <a:gd name="connsiteY1443" fmla="*/ 499396 h 5143785"/>
              <a:gd name="connsiteX1444" fmla="*/ 1128713 w 3114960"/>
              <a:gd name="connsiteY1444" fmla="*/ 499396 h 5143785"/>
              <a:gd name="connsiteX1445" fmla="*/ 1128713 w 3114960"/>
              <a:gd name="connsiteY1445" fmla="*/ 507873 h 5143785"/>
              <a:gd name="connsiteX1446" fmla="*/ 118682 w 3114960"/>
              <a:gd name="connsiteY1446" fmla="*/ 3660838 h 5143785"/>
              <a:gd name="connsiteX1447" fmla="*/ 124301 w 3114960"/>
              <a:gd name="connsiteY1447" fmla="*/ 3669983 h 5143785"/>
              <a:gd name="connsiteX1448" fmla="*/ 144304 w 3114960"/>
              <a:gd name="connsiteY1448" fmla="*/ 3666935 h 5143785"/>
              <a:gd name="connsiteX1449" fmla="*/ 147066 w 3114960"/>
              <a:gd name="connsiteY1449" fmla="*/ 3658457 h 5143785"/>
              <a:gd name="connsiteX1450" fmla="*/ 141256 w 3114960"/>
              <a:gd name="connsiteY1450" fmla="*/ 3646837 h 5143785"/>
              <a:gd name="connsiteX1451" fmla="*/ 121253 w 3114960"/>
              <a:gd name="connsiteY1451" fmla="*/ 3649885 h 5143785"/>
              <a:gd name="connsiteX1452" fmla="*/ 118777 w 3114960"/>
              <a:gd name="connsiteY1452" fmla="*/ 3655981 h 5143785"/>
              <a:gd name="connsiteX1453" fmla="*/ 109538 w 3114960"/>
              <a:gd name="connsiteY1453" fmla="*/ 3655981 h 5143785"/>
              <a:gd name="connsiteX1454" fmla="*/ 109538 w 3114960"/>
              <a:gd name="connsiteY1454" fmla="*/ 3660743 h 5143785"/>
              <a:gd name="connsiteX1455" fmla="*/ 118777 w 3114960"/>
              <a:gd name="connsiteY1455" fmla="*/ 3660743 h 5143785"/>
              <a:gd name="connsiteX1456" fmla="*/ 123349 w 3114960"/>
              <a:gd name="connsiteY1456" fmla="*/ 3651504 h 5143785"/>
              <a:gd name="connsiteX1457" fmla="*/ 139732 w 3114960"/>
              <a:gd name="connsiteY1457" fmla="*/ 3649028 h 5143785"/>
              <a:gd name="connsiteX1458" fmla="*/ 142208 w 3114960"/>
              <a:gd name="connsiteY1458" fmla="*/ 3665411 h 5143785"/>
              <a:gd name="connsiteX1459" fmla="*/ 134588 w 3114960"/>
              <a:gd name="connsiteY1459" fmla="*/ 3670078 h 5143785"/>
              <a:gd name="connsiteX1460" fmla="*/ 125921 w 3114960"/>
              <a:gd name="connsiteY1460" fmla="*/ 3667982 h 5143785"/>
              <a:gd name="connsiteX1461" fmla="*/ 121253 w 3114960"/>
              <a:gd name="connsiteY1461" fmla="*/ 3660362 h 5143785"/>
              <a:gd name="connsiteX1462" fmla="*/ 121158 w 3114960"/>
              <a:gd name="connsiteY1462" fmla="*/ 3658553 h 5143785"/>
              <a:gd name="connsiteX1463" fmla="*/ 123444 w 3114960"/>
              <a:gd name="connsiteY1463" fmla="*/ 3651695 h 5143785"/>
              <a:gd name="connsiteX1464" fmla="*/ 1121569 w 3114960"/>
              <a:gd name="connsiteY1464" fmla="*/ 533114 h 5143785"/>
              <a:gd name="connsiteX1465" fmla="*/ 1128713 w 3114960"/>
              <a:gd name="connsiteY1465" fmla="*/ 533114 h 5143785"/>
              <a:gd name="connsiteX1466" fmla="*/ 1128713 w 3114960"/>
              <a:gd name="connsiteY1466" fmla="*/ 537877 h 5143785"/>
              <a:gd name="connsiteX1467" fmla="*/ 1121569 w 3114960"/>
              <a:gd name="connsiteY1467" fmla="*/ 537877 h 5143785"/>
              <a:gd name="connsiteX1468" fmla="*/ 1121569 w 3114960"/>
              <a:gd name="connsiteY1468" fmla="*/ 533114 h 5143785"/>
              <a:gd name="connsiteX1469" fmla="*/ 33242 w 3114960"/>
              <a:gd name="connsiteY1469" fmla="*/ 3780187 h 5143785"/>
              <a:gd name="connsiteX1470" fmla="*/ 52292 w 3114960"/>
              <a:gd name="connsiteY1470" fmla="*/ 3780187 h 5143785"/>
              <a:gd name="connsiteX1471" fmla="*/ 52292 w 3114960"/>
              <a:gd name="connsiteY1471" fmla="*/ 3784949 h 5143785"/>
              <a:gd name="connsiteX1472" fmla="*/ 33242 w 3114960"/>
              <a:gd name="connsiteY1472" fmla="*/ 3784949 h 5143785"/>
              <a:gd name="connsiteX1473" fmla="*/ 33242 w 3114960"/>
              <a:gd name="connsiteY1473" fmla="*/ 3780187 h 5143785"/>
              <a:gd name="connsiteX1474" fmla="*/ 1136333 w 3114960"/>
              <a:gd name="connsiteY1474" fmla="*/ 309182 h 5143785"/>
              <a:gd name="connsiteX1475" fmla="*/ 1141952 w 3114960"/>
              <a:gd name="connsiteY1475" fmla="*/ 313658 h 5143785"/>
              <a:gd name="connsiteX1476" fmla="*/ 1135571 w 3114960"/>
              <a:gd name="connsiteY1476" fmla="*/ 321659 h 5143785"/>
              <a:gd name="connsiteX1477" fmla="*/ 1129951 w 3114960"/>
              <a:gd name="connsiteY1477" fmla="*/ 317183 h 5143785"/>
              <a:gd name="connsiteX1478" fmla="*/ 1136333 w 3114960"/>
              <a:gd name="connsiteY1478" fmla="*/ 309182 h 5143785"/>
              <a:gd name="connsiteX1479" fmla="*/ 2891980 w 3114960"/>
              <a:gd name="connsiteY1479" fmla="*/ 4043648 h 5143785"/>
              <a:gd name="connsiteX1480" fmla="*/ 2879312 w 3114960"/>
              <a:gd name="connsiteY1480" fmla="*/ 4056317 h 5143785"/>
              <a:gd name="connsiteX1481" fmla="*/ 2866644 w 3114960"/>
              <a:gd name="connsiteY1481" fmla="*/ 4043648 h 5143785"/>
              <a:gd name="connsiteX1482" fmla="*/ 2879312 w 3114960"/>
              <a:gd name="connsiteY1482" fmla="*/ 4030980 h 5143785"/>
              <a:gd name="connsiteX1483" fmla="*/ 2891980 w 3114960"/>
              <a:gd name="connsiteY1483" fmla="*/ 4043648 h 5143785"/>
              <a:gd name="connsiteX1484" fmla="*/ 3022759 w 3114960"/>
              <a:gd name="connsiteY1484" fmla="*/ 4299490 h 5143785"/>
              <a:gd name="connsiteX1485" fmla="*/ 3062954 w 3114960"/>
              <a:gd name="connsiteY1485" fmla="*/ 4339114 h 5143785"/>
              <a:gd name="connsiteX1486" fmla="*/ 3061430 w 3114960"/>
              <a:gd name="connsiteY1486" fmla="*/ 4344924 h 5143785"/>
              <a:gd name="connsiteX1487" fmla="*/ 3074480 w 3114960"/>
              <a:gd name="connsiteY1487" fmla="*/ 4357973 h 5143785"/>
              <a:gd name="connsiteX1488" fmla="*/ 3087529 w 3114960"/>
              <a:gd name="connsiteY1488" fmla="*/ 4344924 h 5143785"/>
              <a:gd name="connsiteX1489" fmla="*/ 3074480 w 3114960"/>
              <a:gd name="connsiteY1489" fmla="*/ 4331875 h 5143785"/>
              <a:gd name="connsiteX1490" fmla="*/ 3067907 w 3114960"/>
              <a:gd name="connsiteY1490" fmla="*/ 4333970 h 5143785"/>
              <a:gd name="connsiteX1491" fmla="*/ 3026759 w 3114960"/>
              <a:gd name="connsiteY1491" fmla="*/ 4293394 h 5143785"/>
              <a:gd name="connsiteX1492" fmla="*/ 3024283 w 3114960"/>
              <a:gd name="connsiteY1492" fmla="*/ 4292346 h 5143785"/>
              <a:gd name="connsiteX1493" fmla="*/ 2986183 w 3114960"/>
              <a:gd name="connsiteY1493" fmla="*/ 4292346 h 5143785"/>
              <a:gd name="connsiteX1494" fmla="*/ 2986183 w 3114960"/>
              <a:gd name="connsiteY1494" fmla="*/ 4252818 h 5143785"/>
              <a:gd name="connsiteX1495" fmla="*/ 2989612 w 3114960"/>
              <a:gd name="connsiteY1495" fmla="*/ 4252818 h 5143785"/>
              <a:gd name="connsiteX1496" fmla="*/ 3001137 w 3114960"/>
              <a:gd name="connsiteY1496" fmla="*/ 4241292 h 5143785"/>
              <a:gd name="connsiteX1497" fmla="*/ 3001137 w 3114960"/>
              <a:gd name="connsiteY1497" fmla="*/ 4189952 h 5143785"/>
              <a:gd name="connsiteX1498" fmla="*/ 2989612 w 3114960"/>
              <a:gd name="connsiteY1498" fmla="*/ 4178427 h 5143785"/>
              <a:gd name="connsiteX1499" fmla="*/ 2975610 w 3114960"/>
              <a:gd name="connsiteY1499" fmla="*/ 4178427 h 5143785"/>
              <a:gd name="connsiteX1500" fmla="*/ 2964085 w 3114960"/>
              <a:gd name="connsiteY1500" fmla="*/ 4189952 h 5143785"/>
              <a:gd name="connsiteX1501" fmla="*/ 2964085 w 3114960"/>
              <a:gd name="connsiteY1501" fmla="*/ 4241292 h 5143785"/>
              <a:gd name="connsiteX1502" fmla="*/ 2975610 w 3114960"/>
              <a:gd name="connsiteY1502" fmla="*/ 4252818 h 5143785"/>
              <a:gd name="connsiteX1503" fmla="*/ 2979039 w 3114960"/>
              <a:gd name="connsiteY1503" fmla="*/ 4252818 h 5143785"/>
              <a:gd name="connsiteX1504" fmla="*/ 2979039 w 3114960"/>
              <a:gd name="connsiteY1504" fmla="*/ 4331494 h 5143785"/>
              <a:gd name="connsiteX1505" fmla="*/ 2969800 w 3114960"/>
              <a:gd name="connsiteY1505" fmla="*/ 4343591 h 5143785"/>
              <a:gd name="connsiteX1506" fmla="*/ 2982563 w 3114960"/>
              <a:gd name="connsiteY1506" fmla="*/ 4356354 h 5143785"/>
              <a:gd name="connsiteX1507" fmla="*/ 2995327 w 3114960"/>
              <a:gd name="connsiteY1507" fmla="*/ 4343591 h 5143785"/>
              <a:gd name="connsiteX1508" fmla="*/ 2986088 w 3114960"/>
              <a:gd name="connsiteY1508" fmla="*/ 4331494 h 5143785"/>
              <a:gd name="connsiteX1509" fmla="*/ 2986088 w 3114960"/>
              <a:gd name="connsiteY1509" fmla="*/ 4299490 h 5143785"/>
              <a:gd name="connsiteX1510" fmla="*/ 3022759 w 3114960"/>
              <a:gd name="connsiteY1510" fmla="*/ 4299490 h 5143785"/>
              <a:gd name="connsiteX1511" fmla="*/ 3068574 w 3114960"/>
              <a:gd name="connsiteY1511" fmla="*/ 4339019 h 5143785"/>
              <a:gd name="connsiteX1512" fmla="*/ 3074480 w 3114960"/>
              <a:gd name="connsiteY1512" fmla="*/ 4336637 h 5143785"/>
              <a:gd name="connsiteX1513" fmla="*/ 3082767 w 3114960"/>
              <a:gd name="connsiteY1513" fmla="*/ 4344924 h 5143785"/>
              <a:gd name="connsiteX1514" fmla="*/ 3074480 w 3114960"/>
              <a:gd name="connsiteY1514" fmla="*/ 4353211 h 5143785"/>
              <a:gd name="connsiteX1515" fmla="*/ 3066193 w 3114960"/>
              <a:gd name="connsiteY1515" fmla="*/ 4344924 h 5143785"/>
              <a:gd name="connsiteX1516" fmla="*/ 3068574 w 3114960"/>
              <a:gd name="connsiteY1516" fmla="*/ 4339019 h 5143785"/>
              <a:gd name="connsiteX1517" fmla="*/ 2971229 w 3114960"/>
              <a:gd name="connsiteY1517" fmla="*/ 4190048 h 5143785"/>
              <a:gd name="connsiteX1518" fmla="*/ 2975610 w 3114960"/>
              <a:gd name="connsiteY1518" fmla="*/ 4185666 h 5143785"/>
              <a:gd name="connsiteX1519" fmla="*/ 2989612 w 3114960"/>
              <a:gd name="connsiteY1519" fmla="*/ 4185666 h 5143785"/>
              <a:gd name="connsiteX1520" fmla="*/ 2993993 w 3114960"/>
              <a:gd name="connsiteY1520" fmla="*/ 4190048 h 5143785"/>
              <a:gd name="connsiteX1521" fmla="*/ 2993993 w 3114960"/>
              <a:gd name="connsiteY1521" fmla="*/ 4201763 h 5143785"/>
              <a:gd name="connsiteX1522" fmla="*/ 2971324 w 3114960"/>
              <a:gd name="connsiteY1522" fmla="*/ 4201763 h 5143785"/>
              <a:gd name="connsiteX1523" fmla="*/ 2971324 w 3114960"/>
              <a:gd name="connsiteY1523" fmla="*/ 4190048 h 5143785"/>
              <a:gd name="connsiteX1524" fmla="*/ 2990564 w 3114960"/>
              <a:gd name="connsiteY1524" fmla="*/ 4343591 h 5143785"/>
              <a:gd name="connsiteX1525" fmla="*/ 2982563 w 3114960"/>
              <a:gd name="connsiteY1525" fmla="*/ 4351592 h 5143785"/>
              <a:gd name="connsiteX1526" fmla="*/ 2974562 w 3114960"/>
              <a:gd name="connsiteY1526" fmla="*/ 4343591 h 5143785"/>
              <a:gd name="connsiteX1527" fmla="*/ 2982563 w 3114960"/>
              <a:gd name="connsiteY1527" fmla="*/ 4335590 h 5143785"/>
              <a:gd name="connsiteX1528" fmla="*/ 2990564 w 3114960"/>
              <a:gd name="connsiteY1528" fmla="*/ 4343591 h 5143785"/>
              <a:gd name="connsiteX1529" fmla="*/ 2978944 w 3114960"/>
              <a:gd name="connsiteY1529" fmla="*/ 4245674 h 5143785"/>
              <a:gd name="connsiteX1530" fmla="*/ 2975515 w 3114960"/>
              <a:gd name="connsiteY1530" fmla="*/ 4245674 h 5143785"/>
              <a:gd name="connsiteX1531" fmla="*/ 2971134 w 3114960"/>
              <a:gd name="connsiteY1531" fmla="*/ 4241292 h 5143785"/>
              <a:gd name="connsiteX1532" fmla="*/ 2971134 w 3114960"/>
              <a:gd name="connsiteY1532" fmla="*/ 4232339 h 5143785"/>
              <a:gd name="connsiteX1533" fmla="*/ 2993803 w 3114960"/>
              <a:gd name="connsiteY1533" fmla="*/ 4232339 h 5143785"/>
              <a:gd name="connsiteX1534" fmla="*/ 2993803 w 3114960"/>
              <a:gd name="connsiteY1534" fmla="*/ 4241292 h 5143785"/>
              <a:gd name="connsiteX1535" fmla="*/ 2989421 w 3114960"/>
              <a:gd name="connsiteY1535" fmla="*/ 4245674 h 5143785"/>
              <a:gd name="connsiteX1536" fmla="*/ 2978849 w 3114960"/>
              <a:gd name="connsiteY1536" fmla="*/ 4245674 h 5143785"/>
              <a:gd name="connsiteX1537" fmla="*/ 654463 w 3114960"/>
              <a:gd name="connsiteY1537" fmla="*/ 1209008 h 5143785"/>
              <a:gd name="connsiteX1538" fmla="*/ 659225 w 3114960"/>
              <a:gd name="connsiteY1538" fmla="*/ 1209961 h 5143785"/>
              <a:gd name="connsiteX1539" fmla="*/ 663988 w 3114960"/>
              <a:gd name="connsiteY1539" fmla="*/ 1209008 h 5143785"/>
              <a:gd name="connsiteX1540" fmla="*/ 670751 w 3114960"/>
              <a:gd name="connsiteY1540" fmla="*/ 1202246 h 5143785"/>
              <a:gd name="connsiteX1541" fmla="*/ 670751 w 3114960"/>
              <a:gd name="connsiteY1541" fmla="*/ 1192721 h 5143785"/>
              <a:gd name="connsiteX1542" fmla="*/ 663988 w 3114960"/>
              <a:gd name="connsiteY1542" fmla="*/ 1185958 h 5143785"/>
              <a:gd name="connsiteX1543" fmla="*/ 654463 w 3114960"/>
              <a:gd name="connsiteY1543" fmla="*/ 1185958 h 5143785"/>
              <a:gd name="connsiteX1544" fmla="*/ 650177 w 3114960"/>
              <a:gd name="connsiteY1544" fmla="*/ 1189006 h 5143785"/>
              <a:gd name="connsiteX1545" fmla="*/ 645795 w 3114960"/>
              <a:gd name="connsiteY1545" fmla="*/ 1181100 h 5143785"/>
              <a:gd name="connsiteX1546" fmla="*/ 640652 w 3114960"/>
              <a:gd name="connsiteY1546" fmla="*/ 1195388 h 5143785"/>
              <a:gd name="connsiteX1547" fmla="*/ 640175 w 3114960"/>
              <a:gd name="connsiteY1547" fmla="*/ 1199198 h 5143785"/>
              <a:gd name="connsiteX1548" fmla="*/ 639699 w 3114960"/>
              <a:gd name="connsiteY1548" fmla="*/ 1195388 h 5143785"/>
              <a:gd name="connsiteX1549" fmla="*/ 634460 w 3114960"/>
              <a:gd name="connsiteY1549" fmla="*/ 1181100 h 5143785"/>
              <a:gd name="connsiteX1550" fmla="*/ 634460 w 3114960"/>
              <a:gd name="connsiteY1550" fmla="*/ 1181100 h 5143785"/>
              <a:gd name="connsiteX1551" fmla="*/ 629317 w 3114960"/>
              <a:gd name="connsiteY1551" fmla="*/ 1195388 h 5143785"/>
              <a:gd name="connsiteX1552" fmla="*/ 628841 w 3114960"/>
              <a:gd name="connsiteY1552" fmla="*/ 1199102 h 5143785"/>
              <a:gd name="connsiteX1553" fmla="*/ 628364 w 3114960"/>
              <a:gd name="connsiteY1553" fmla="*/ 1195388 h 5143785"/>
              <a:gd name="connsiteX1554" fmla="*/ 623221 w 3114960"/>
              <a:gd name="connsiteY1554" fmla="*/ 1181100 h 5143785"/>
              <a:gd name="connsiteX1555" fmla="*/ 618077 w 3114960"/>
              <a:gd name="connsiteY1555" fmla="*/ 1195388 h 5143785"/>
              <a:gd name="connsiteX1556" fmla="*/ 617601 w 3114960"/>
              <a:gd name="connsiteY1556" fmla="*/ 1199102 h 5143785"/>
              <a:gd name="connsiteX1557" fmla="*/ 617125 w 3114960"/>
              <a:gd name="connsiteY1557" fmla="*/ 1195388 h 5143785"/>
              <a:gd name="connsiteX1558" fmla="*/ 611981 w 3114960"/>
              <a:gd name="connsiteY1558" fmla="*/ 1181100 h 5143785"/>
              <a:gd name="connsiteX1559" fmla="*/ 611981 w 3114960"/>
              <a:gd name="connsiteY1559" fmla="*/ 1181100 h 5143785"/>
              <a:gd name="connsiteX1560" fmla="*/ 606838 w 3114960"/>
              <a:gd name="connsiteY1560" fmla="*/ 1195388 h 5143785"/>
              <a:gd name="connsiteX1561" fmla="*/ 606362 w 3114960"/>
              <a:gd name="connsiteY1561" fmla="*/ 1199102 h 5143785"/>
              <a:gd name="connsiteX1562" fmla="*/ 605885 w 3114960"/>
              <a:gd name="connsiteY1562" fmla="*/ 1195388 h 5143785"/>
              <a:gd name="connsiteX1563" fmla="*/ 600742 w 3114960"/>
              <a:gd name="connsiteY1563" fmla="*/ 1181100 h 5143785"/>
              <a:gd name="connsiteX1564" fmla="*/ 600742 w 3114960"/>
              <a:gd name="connsiteY1564" fmla="*/ 1181100 h 5143785"/>
              <a:gd name="connsiteX1565" fmla="*/ 595598 w 3114960"/>
              <a:gd name="connsiteY1565" fmla="*/ 1195388 h 5143785"/>
              <a:gd name="connsiteX1566" fmla="*/ 595122 w 3114960"/>
              <a:gd name="connsiteY1566" fmla="*/ 1199102 h 5143785"/>
              <a:gd name="connsiteX1567" fmla="*/ 594646 w 3114960"/>
              <a:gd name="connsiteY1567" fmla="*/ 1195388 h 5143785"/>
              <a:gd name="connsiteX1568" fmla="*/ 589407 w 3114960"/>
              <a:gd name="connsiteY1568" fmla="*/ 1181100 h 5143785"/>
              <a:gd name="connsiteX1569" fmla="*/ 589407 w 3114960"/>
              <a:gd name="connsiteY1569" fmla="*/ 1181100 h 5143785"/>
              <a:gd name="connsiteX1570" fmla="*/ 584264 w 3114960"/>
              <a:gd name="connsiteY1570" fmla="*/ 1195388 h 5143785"/>
              <a:gd name="connsiteX1571" fmla="*/ 583883 w 3114960"/>
              <a:gd name="connsiteY1571" fmla="*/ 1199007 h 5143785"/>
              <a:gd name="connsiteX1572" fmla="*/ 583406 w 3114960"/>
              <a:gd name="connsiteY1572" fmla="*/ 1195388 h 5143785"/>
              <a:gd name="connsiteX1573" fmla="*/ 578263 w 3114960"/>
              <a:gd name="connsiteY1573" fmla="*/ 1181100 h 5143785"/>
              <a:gd name="connsiteX1574" fmla="*/ 578263 w 3114960"/>
              <a:gd name="connsiteY1574" fmla="*/ 1181100 h 5143785"/>
              <a:gd name="connsiteX1575" fmla="*/ 573119 w 3114960"/>
              <a:gd name="connsiteY1575" fmla="*/ 1195388 h 5143785"/>
              <a:gd name="connsiteX1576" fmla="*/ 572738 w 3114960"/>
              <a:gd name="connsiteY1576" fmla="*/ 1199102 h 5143785"/>
              <a:gd name="connsiteX1577" fmla="*/ 572262 w 3114960"/>
              <a:gd name="connsiteY1577" fmla="*/ 1195388 h 5143785"/>
              <a:gd name="connsiteX1578" fmla="*/ 567119 w 3114960"/>
              <a:gd name="connsiteY1578" fmla="*/ 1181100 h 5143785"/>
              <a:gd name="connsiteX1579" fmla="*/ 567119 w 3114960"/>
              <a:gd name="connsiteY1579" fmla="*/ 1181100 h 5143785"/>
              <a:gd name="connsiteX1580" fmla="*/ 561975 w 3114960"/>
              <a:gd name="connsiteY1580" fmla="*/ 1195388 h 5143785"/>
              <a:gd name="connsiteX1581" fmla="*/ 561594 w 3114960"/>
              <a:gd name="connsiteY1581" fmla="*/ 1199007 h 5143785"/>
              <a:gd name="connsiteX1582" fmla="*/ 561118 w 3114960"/>
              <a:gd name="connsiteY1582" fmla="*/ 1195388 h 5143785"/>
              <a:gd name="connsiteX1583" fmla="*/ 555974 w 3114960"/>
              <a:gd name="connsiteY1583" fmla="*/ 1181100 h 5143785"/>
              <a:gd name="connsiteX1584" fmla="*/ 555974 w 3114960"/>
              <a:gd name="connsiteY1584" fmla="*/ 1181100 h 5143785"/>
              <a:gd name="connsiteX1585" fmla="*/ 550831 w 3114960"/>
              <a:gd name="connsiteY1585" fmla="*/ 1195388 h 5143785"/>
              <a:gd name="connsiteX1586" fmla="*/ 550450 w 3114960"/>
              <a:gd name="connsiteY1586" fmla="*/ 1198912 h 5143785"/>
              <a:gd name="connsiteX1587" fmla="*/ 550069 w 3114960"/>
              <a:gd name="connsiteY1587" fmla="*/ 1195388 h 5143785"/>
              <a:gd name="connsiteX1588" fmla="*/ 544925 w 3114960"/>
              <a:gd name="connsiteY1588" fmla="*/ 1181100 h 5143785"/>
              <a:gd name="connsiteX1589" fmla="*/ 544925 w 3114960"/>
              <a:gd name="connsiteY1589" fmla="*/ 1181100 h 5143785"/>
              <a:gd name="connsiteX1590" fmla="*/ 539782 w 3114960"/>
              <a:gd name="connsiteY1590" fmla="*/ 1195388 h 5143785"/>
              <a:gd name="connsiteX1591" fmla="*/ 539401 w 3114960"/>
              <a:gd name="connsiteY1591" fmla="*/ 1198912 h 5143785"/>
              <a:gd name="connsiteX1592" fmla="*/ 539020 w 3114960"/>
              <a:gd name="connsiteY1592" fmla="*/ 1195388 h 5143785"/>
              <a:gd name="connsiteX1593" fmla="*/ 533876 w 3114960"/>
              <a:gd name="connsiteY1593" fmla="*/ 1181100 h 5143785"/>
              <a:gd name="connsiteX1594" fmla="*/ 533876 w 3114960"/>
              <a:gd name="connsiteY1594" fmla="*/ 1181100 h 5143785"/>
              <a:gd name="connsiteX1595" fmla="*/ 528733 w 3114960"/>
              <a:gd name="connsiteY1595" fmla="*/ 1195388 h 5143785"/>
              <a:gd name="connsiteX1596" fmla="*/ 528352 w 3114960"/>
              <a:gd name="connsiteY1596" fmla="*/ 1199007 h 5143785"/>
              <a:gd name="connsiteX1597" fmla="*/ 527876 w 3114960"/>
              <a:gd name="connsiteY1597" fmla="*/ 1195388 h 5143785"/>
              <a:gd name="connsiteX1598" fmla="*/ 522732 w 3114960"/>
              <a:gd name="connsiteY1598" fmla="*/ 1181100 h 5143785"/>
              <a:gd name="connsiteX1599" fmla="*/ 522732 w 3114960"/>
              <a:gd name="connsiteY1599" fmla="*/ 1181100 h 5143785"/>
              <a:gd name="connsiteX1600" fmla="*/ 517589 w 3114960"/>
              <a:gd name="connsiteY1600" fmla="*/ 1195388 h 5143785"/>
              <a:gd name="connsiteX1601" fmla="*/ 517208 w 3114960"/>
              <a:gd name="connsiteY1601" fmla="*/ 1199007 h 5143785"/>
              <a:gd name="connsiteX1602" fmla="*/ 516731 w 3114960"/>
              <a:gd name="connsiteY1602" fmla="*/ 1195388 h 5143785"/>
              <a:gd name="connsiteX1603" fmla="*/ 511588 w 3114960"/>
              <a:gd name="connsiteY1603" fmla="*/ 1181100 h 5143785"/>
              <a:gd name="connsiteX1604" fmla="*/ 511588 w 3114960"/>
              <a:gd name="connsiteY1604" fmla="*/ 1181100 h 5143785"/>
              <a:gd name="connsiteX1605" fmla="*/ 506444 w 3114960"/>
              <a:gd name="connsiteY1605" fmla="*/ 1195388 h 5143785"/>
              <a:gd name="connsiteX1606" fmla="*/ 506063 w 3114960"/>
              <a:gd name="connsiteY1606" fmla="*/ 1199007 h 5143785"/>
              <a:gd name="connsiteX1607" fmla="*/ 505587 w 3114960"/>
              <a:gd name="connsiteY1607" fmla="*/ 1195388 h 5143785"/>
              <a:gd name="connsiteX1608" fmla="*/ 500444 w 3114960"/>
              <a:gd name="connsiteY1608" fmla="*/ 1181100 h 5143785"/>
              <a:gd name="connsiteX1609" fmla="*/ 495300 w 3114960"/>
              <a:gd name="connsiteY1609" fmla="*/ 1195388 h 5143785"/>
              <a:gd name="connsiteX1610" fmla="*/ 494919 w 3114960"/>
              <a:gd name="connsiteY1610" fmla="*/ 1199007 h 5143785"/>
              <a:gd name="connsiteX1611" fmla="*/ 494443 w 3114960"/>
              <a:gd name="connsiteY1611" fmla="*/ 1195388 h 5143785"/>
              <a:gd name="connsiteX1612" fmla="*/ 489299 w 3114960"/>
              <a:gd name="connsiteY1612" fmla="*/ 1181100 h 5143785"/>
              <a:gd name="connsiteX1613" fmla="*/ 489299 w 3114960"/>
              <a:gd name="connsiteY1613" fmla="*/ 1181100 h 5143785"/>
              <a:gd name="connsiteX1614" fmla="*/ 484156 w 3114960"/>
              <a:gd name="connsiteY1614" fmla="*/ 1195388 h 5143785"/>
              <a:gd name="connsiteX1615" fmla="*/ 483775 w 3114960"/>
              <a:gd name="connsiteY1615" fmla="*/ 1199007 h 5143785"/>
              <a:gd name="connsiteX1616" fmla="*/ 483299 w 3114960"/>
              <a:gd name="connsiteY1616" fmla="*/ 1195388 h 5143785"/>
              <a:gd name="connsiteX1617" fmla="*/ 478155 w 3114960"/>
              <a:gd name="connsiteY1617" fmla="*/ 1181100 h 5143785"/>
              <a:gd name="connsiteX1618" fmla="*/ 478155 w 3114960"/>
              <a:gd name="connsiteY1618" fmla="*/ 1181100 h 5143785"/>
              <a:gd name="connsiteX1619" fmla="*/ 473012 w 3114960"/>
              <a:gd name="connsiteY1619" fmla="*/ 1195388 h 5143785"/>
              <a:gd name="connsiteX1620" fmla="*/ 472631 w 3114960"/>
              <a:gd name="connsiteY1620" fmla="*/ 1199007 h 5143785"/>
              <a:gd name="connsiteX1621" fmla="*/ 472250 w 3114960"/>
              <a:gd name="connsiteY1621" fmla="*/ 1196150 h 5143785"/>
              <a:gd name="connsiteX1622" fmla="*/ 472250 w 3114960"/>
              <a:gd name="connsiteY1622" fmla="*/ 1188911 h 5143785"/>
              <a:gd name="connsiteX1623" fmla="*/ 465582 w 3114960"/>
              <a:gd name="connsiteY1623" fmla="*/ 1182243 h 5143785"/>
              <a:gd name="connsiteX1624" fmla="*/ 439484 w 3114960"/>
              <a:gd name="connsiteY1624" fmla="*/ 1182243 h 5143785"/>
              <a:gd name="connsiteX1625" fmla="*/ 436531 w 3114960"/>
              <a:gd name="connsiteY1625" fmla="*/ 1183005 h 5143785"/>
              <a:gd name="connsiteX1626" fmla="*/ 417100 w 3114960"/>
              <a:gd name="connsiteY1626" fmla="*/ 1169289 h 5143785"/>
              <a:gd name="connsiteX1627" fmla="*/ 303848 w 3114960"/>
              <a:gd name="connsiteY1627" fmla="*/ 1169289 h 5143785"/>
              <a:gd name="connsiteX1628" fmla="*/ 293275 w 3114960"/>
              <a:gd name="connsiteY1628" fmla="*/ 1159097 h 5143785"/>
              <a:gd name="connsiteX1629" fmla="*/ 283845 w 3114960"/>
              <a:gd name="connsiteY1629" fmla="*/ 1161479 h 5143785"/>
              <a:gd name="connsiteX1630" fmla="*/ 278892 w 3114960"/>
              <a:gd name="connsiteY1630" fmla="*/ 1169861 h 5143785"/>
              <a:gd name="connsiteX1631" fmla="*/ 281273 w 3114960"/>
              <a:gd name="connsiteY1631" fmla="*/ 1179290 h 5143785"/>
              <a:gd name="connsiteX1632" fmla="*/ 289655 w 3114960"/>
              <a:gd name="connsiteY1632" fmla="*/ 1184243 h 5143785"/>
              <a:gd name="connsiteX1633" fmla="*/ 291465 w 3114960"/>
              <a:gd name="connsiteY1633" fmla="*/ 1184339 h 5143785"/>
              <a:gd name="connsiteX1634" fmla="*/ 298990 w 3114960"/>
              <a:gd name="connsiteY1634" fmla="*/ 1181767 h 5143785"/>
              <a:gd name="connsiteX1635" fmla="*/ 303752 w 3114960"/>
              <a:gd name="connsiteY1635" fmla="*/ 1174052 h 5143785"/>
              <a:gd name="connsiteX1636" fmla="*/ 415576 w 3114960"/>
              <a:gd name="connsiteY1636" fmla="*/ 1174052 h 5143785"/>
              <a:gd name="connsiteX1637" fmla="*/ 433292 w 3114960"/>
              <a:gd name="connsiteY1637" fmla="*/ 1186529 h 5143785"/>
              <a:gd name="connsiteX1638" fmla="*/ 432816 w 3114960"/>
              <a:gd name="connsiteY1638" fmla="*/ 1188911 h 5143785"/>
              <a:gd name="connsiteX1639" fmla="*/ 432816 w 3114960"/>
              <a:gd name="connsiteY1639" fmla="*/ 1197293 h 5143785"/>
              <a:gd name="connsiteX1640" fmla="*/ 433292 w 3114960"/>
              <a:gd name="connsiteY1640" fmla="*/ 1199769 h 5143785"/>
              <a:gd name="connsiteX1641" fmla="*/ 415576 w 3114960"/>
              <a:gd name="connsiteY1641" fmla="*/ 1212914 h 5143785"/>
              <a:gd name="connsiteX1642" fmla="*/ 375285 w 3114960"/>
              <a:gd name="connsiteY1642" fmla="*/ 1212914 h 5143785"/>
              <a:gd name="connsiteX1643" fmla="*/ 264605 w 3114960"/>
              <a:gd name="connsiteY1643" fmla="*/ 1302734 h 5143785"/>
              <a:gd name="connsiteX1644" fmla="*/ 264605 w 3114960"/>
              <a:gd name="connsiteY1644" fmla="*/ 1357217 h 5143785"/>
              <a:gd name="connsiteX1645" fmla="*/ 259366 w 3114960"/>
              <a:gd name="connsiteY1645" fmla="*/ 1359789 h 5143785"/>
              <a:gd name="connsiteX1646" fmla="*/ 259366 w 3114960"/>
              <a:gd name="connsiteY1646" fmla="*/ 1375029 h 5143785"/>
              <a:gd name="connsiteX1647" fmla="*/ 266986 w 3114960"/>
              <a:gd name="connsiteY1647" fmla="*/ 1378172 h 5143785"/>
              <a:gd name="connsiteX1648" fmla="*/ 274606 w 3114960"/>
              <a:gd name="connsiteY1648" fmla="*/ 1375029 h 5143785"/>
              <a:gd name="connsiteX1649" fmla="*/ 277749 w 3114960"/>
              <a:gd name="connsiteY1649" fmla="*/ 1367409 h 5143785"/>
              <a:gd name="connsiteX1650" fmla="*/ 274606 w 3114960"/>
              <a:gd name="connsiteY1650" fmla="*/ 1359789 h 5143785"/>
              <a:gd name="connsiteX1651" fmla="*/ 269367 w 3114960"/>
              <a:gd name="connsiteY1651" fmla="*/ 1357217 h 5143785"/>
              <a:gd name="connsiteX1652" fmla="*/ 269367 w 3114960"/>
              <a:gd name="connsiteY1652" fmla="*/ 1305020 h 5143785"/>
              <a:gd name="connsiteX1653" fmla="*/ 377000 w 3114960"/>
              <a:gd name="connsiteY1653" fmla="*/ 1217676 h 5143785"/>
              <a:gd name="connsiteX1654" fmla="*/ 417100 w 3114960"/>
              <a:gd name="connsiteY1654" fmla="*/ 1217676 h 5143785"/>
              <a:gd name="connsiteX1655" fmla="*/ 436531 w 3114960"/>
              <a:gd name="connsiteY1655" fmla="*/ 1203198 h 5143785"/>
              <a:gd name="connsiteX1656" fmla="*/ 439484 w 3114960"/>
              <a:gd name="connsiteY1656" fmla="*/ 1203960 h 5143785"/>
              <a:gd name="connsiteX1657" fmla="*/ 465582 w 3114960"/>
              <a:gd name="connsiteY1657" fmla="*/ 1203960 h 5143785"/>
              <a:gd name="connsiteX1658" fmla="*/ 468439 w 3114960"/>
              <a:gd name="connsiteY1658" fmla="*/ 1203293 h 5143785"/>
              <a:gd name="connsiteX1659" fmla="*/ 472631 w 3114960"/>
              <a:gd name="connsiteY1659" fmla="*/ 1210342 h 5143785"/>
              <a:gd name="connsiteX1660" fmla="*/ 477774 w 3114960"/>
              <a:gd name="connsiteY1660" fmla="*/ 1196054 h 5143785"/>
              <a:gd name="connsiteX1661" fmla="*/ 478155 w 3114960"/>
              <a:gd name="connsiteY1661" fmla="*/ 1192435 h 5143785"/>
              <a:gd name="connsiteX1662" fmla="*/ 478631 w 3114960"/>
              <a:gd name="connsiteY1662" fmla="*/ 1196054 h 5143785"/>
              <a:gd name="connsiteX1663" fmla="*/ 483775 w 3114960"/>
              <a:gd name="connsiteY1663" fmla="*/ 1210342 h 5143785"/>
              <a:gd name="connsiteX1664" fmla="*/ 483775 w 3114960"/>
              <a:gd name="connsiteY1664" fmla="*/ 1210342 h 5143785"/>
              <a:gd name="connsiteX1665" fmla="*/ 488918 w 3114960"/>
              <a:gd name="connsiteY1665" fmla="*/ 1196054 h 5143785"/>
              <a:gd name="connsiteX1666" fmla="*/ 489299 w 3114960"/>
              <a:gd name="connsiteY1666" fmla="*/ 1192435 h 5143785"/>
              <a:gd name="connsiteX1667" fmla="*/ 489776 w 3114960"/>
              <a:gd name="connsiteY1667" fmla="*/ 1196054 h 5143785"/>
              <a:gd name="connsiteX1668" fmla="*/ 494919 w 3114960"/>
              <a:gd name="connsiteY1668" fmla="*/ 1210342 h 5143785"/>
              <a:gd name="connsiteX1669" fmla="*/ 494919 w 3114960"/>
              <a:gd name="connsiteY1669" fmla="*/ 1210342 h 5143785"/>
              <a:gd name="connsiteX1670" fmla="*/ 500063 w 3114960"/>
              <a:gd name="connsiteY1670" fmla="*/ 1196054 h 5143785"/>
              <a:gd name="connsiteX1671" fmla="*/ 500444 w 3114960"/>
              <a:gd name="connsiteY1671" fmla="*/ 1192435 h 5143785"/>
              <a:gd name="connsiteX1672" fmla="*/ 500920 w 3114960"/>
              <a:gd name="connsiteY1672" fmla="*/ 1196054 h 5143785"/>
              <a:gd name="connsiteX1673" fmla="*/ 506063 w 3114960"/>
              <a:gd name="connsiteY1673" fmla="*/ 1210342 h 5143785"/>
              <a:gd name="connsiteX1674" fmla="*/ 506063 w 3114960"/>
              <a:gd name="connsiteY1674" fmla="*/ 1210342 h 5143785"/>
              <a:gd name="connsiteX1675" fmla="*/ 511207 w 3114960"/>
              <a:gd name="connsiteY1675" fmla="*/ 1196054 h 5143785"/>
              <a:gd name="connsiteX1676" fmla="*/ 511588 w 3114960"/>
              <a:gd name="connsiteY1676" fmla="*/ 1192435 h 5143785"/>
              <a:gd name="connsiteX1677" fmla="*/ 512064 w 3114960"/>
              <a:gd name="connsiteY1677" fmla="*/ 1196054 h 5143785"/>
              <a:gd name="connsiteX1678" fmla="*/ 517208 w 3114960"/>
              <a:gd name="connsiteY1678" fmla="*/ 1210342 h 5143785"/>
              <a:gd name="connsiteX1679" fmla="*/ 517208 w 3114960"/>
              <a:gd name="connsiteY1679" fmla="*/ 1210342 h 5143785"/>
              <a:gd name="connsiteX1680" fmla="*/ 522351 w 3114960"/>
              <a:gd name="connsiteY1680" fmla="*/ 1196054 h 5143785"/>
              <a:gd name="connsiteX1681" fmla="*/ 522732 w 3114960"/>
              <a:gd name="connsiteY1681" fmla="*/ 1192435 h 5143785"/>
              <a:gd name="connsiteX1682" fmla="*/ 523208 w 3114960"/>
              <a:gd name="connsiteY1682" fmla="*/ 1196054 h 5143785"/>
              <a:gd name="connsiteX1683" fmla="*/ 528352 w 3114960"/>
              <a:gd name="connsiteY1683" fmla="*/ 1210342 h 5143785"/>
              <a:gd name="connsiteX1684" fmla="*/ 528352 w 3114960"/>
              <a:gd name="connsiteY1684" fmla="*/ 1210342 h 5143785"/>
              <a:gd name="connsiteX1685" fmla="*/ 533495 w 3114960"/>
              <a:gd name="connsiteY1685" fmla="*/ 1196054 h 5143785"/>
              <a:gd name="connsiteX1686" fmla="*/ 533876 w 3114960"/>
              <a:gd name="connsiteY1686" fmla="*/ 1192435 h 5143785"/>
              <a:gd name="connsiteX1687" fmla="*/ 534257 w 3114960"/>
              <a:gd name="connsiteY1687" fmla="*/ 1196054 h 5143785"/>
              <a:gd name="connsiteX1688" fmla="*/ 539401 w 3114960"/>
              <a:gd name="connsiteY1688" fmla="*/ 1210342 h 5143785"/>
              <a:gd name="connsiteX1689" fmla="*/ 539401 w 3114960"/>
              <a:gd name="connsiteY1689" fmla="*/ 1210342 h 5143785"/>
              <a:gd name="connsiteX1690" fmla="*/ 544544 w 3114960"/>
              <a:gd name="connsiteY1690" fmla="*/ 1196054 h 5143785"/>
              <a:gd name="connsiteX1691" fmla="*/ 544925 w 3114960"/>
              <a:gd name="connsiteY1691" fmla="*/ 1192530 h 5143785"/>
              <a:gd name="connsiteX1692" fmla="*/ 545306 w 3114960"/>
              <a:gd name="connsiteY1692" fmla="*/ 1196054 h 5143785"/>
              <a:gd name="connsiteX1693" fmla="*/ 550450 w 3114960"/>
              <a:gd name="connsiteY1693" fmla="*/ 1210342 h 5143785"/>
              <a:gd name="connsiteX1694" fmla="*/ 550450 w 3114960"/>
              <a:gd name="connsiteY1694" fmla="*/ 1210342 h 5143785"/>
              <a:gd name="connsiteX1695" fmla="*/ 555593 w 3114960"/>
              <a:gd name="connsiteY1695" fmla="*/ 1196054 h 5143785"/>
              <a:gd name="connsiteX1696" fmla="*/ 555974 w 3114960"/>
              <a:gd name="connsiteY1696" fmla="*/ 1192530 h 5143785"/>
              <a:gd name="connsiteX1697" fmla="*/ 556355 w 3114960"/>
              <a:gd name="connsiteY1697" fmla="*/ 1196054 h 5143785"/>
              <a:gd name="connsiteX1698" fmla="*/ 561499 w 3114960"/>
              <a:gd name="connsiteY1698" fmla="*/ 1210342 h 5143785"/>
              <a:gd name="connsiteX1699" fmla="*/ 561499 w 3114960"/>
              <a:gd name="connsiteY1699" fmla="*/ 1210342 h 5143785"/>
              <a:gd name="connsiteX1700" fmla="*/ 566642 w 3114960"/>
              <a:gd name="connsiteY1700" fmla="*/ 1196054 h 5143785"/>
              <a:gd name="connsiteX1701" fmla="*/ 567119 w 3114960"/>
              <a:gd name="connsiteY1701" fmla="*/ 1192340 h 5143785"/>
              <a:gd name="connsiteX1702" fmla="*/ 567595 w 3114960"/>
              <a:gd name="connsiteY1702" fmla="*/ 1196054 h 5143785"/>
              <a:gd name="connsiteX1703" fmla="*/ 572738 w 3114960"/>
              <a:gd name="connsiteY1703" fmla="*/ 1210342 h 5143785"/>
              <a:gd name="connsiteX1704" fmla="*/ 572738 w 3114960"/>
              <a:gd name="connsiteY1704" fmla="*/ 1210342 h 5143785"/>
              <a:gd name="connsiteX1705" fmla="*/ 577882 w 3114960"/>
              <a:gd name="connsiteY1705" fmla="*/ 1196054 h 5143785"/>
              <a:gd name="connsiteX1706" fmla="*/ 578263 w 3114960"/>
              <a:gd name="connsiteY1706" fmla="*/ 1192435 h 5143785"/>
              <a:gd name="connsiteX1707" fmla="*/ 578739 w 3114960"/>
              <a:gd name="connsiteY1707" fmla="*/ 1196054 h 5143785"/>
              <a:gd name="connsiteX1708" fmla="*/ 583883 w 3114960"/>
              <a:gd name="connsiteY1708" fmla="*/ 1210342 h 5143785"/>
              <a:gd name="connsiteX1709" fmla="*/ 583883 w 3114960"/>
              <a:gd name="connsiteY1709" fmla="*/ 1210342 h 5143785"/>
              <a:gd name="connsiteX1710" fmla="*/ 589026 w 3114960"/>
              <a:gd name="connsiteY1710" fmla="*/ 1196054 h 5143785"/>
              <a:gd name="connsiteX1711" fmla="*/ 589502 w 3114960"/>
              <a:gd name="connsiteY1711" fmla="*/ 1192340 h 5143785"/>
              <a:gd name="connsiteX1712" fmla="*/ 589979 w 3114960"/>
              <a:gd name="connsiteY1712" fmla="*/ 1196054 h 5143785"/>
              <a:gd name="connsiteX1713" fmla="*/ 595217 w 3114960"/>
              <a:gd name="connsiteY1713" fmla="*/ 1210342 h 5143785"/>
              <a:gd name="connsiteX1714" fmla="*/ 595217 w 3114960"/>
              <a:gd name="connsiteY1714" fmla="*/ 1210342 h 5143785"/>
              <a:gd name="connsiteX1715" fmla="*/ 600361 w 3114960"/>
              <a:gd name="connsiteY1715" fmla="*/ 1196054 h 5143785"/>
              <a:gd name="connsiteX1716" fmla="*/ 600837 w 3114960"/>
              <a:gd name="connsiteY1716" fmla="*/ 1192340 h 5143785"/>
              <a:gd name="connsiteX1717" fmla="*/ 601313 w 3114960"/>
              <a:gd name="connsiteY1717" fmla="*/ 1196054 h 5143785"/>
              <a:gd name="connsiteX1718" fmla="*/ 606457 w 3114960"/>
              <a:gd name="connsiteY1718" fmla="*/ 1210342 h 5143785"/>
              <a:gd name="connsiteX1719" fmla="*/ 606457 w 3114960"/>
              <a:gd name="connsiteY1719" fmla="*/ 1210342 h 5143785"/>
              <a:gd name="connsiteX1720" fmla="*/ 611600 w 3114960"/>
              <a:gd name="connsiteY1720" fmla="*/ 1196054 h 5143785"/>
              <a:gd name="connsiteX1721" fmla="*/ 612077 w 3114960"/>
              <a:gd name="connsiteY1721" fmla="*/ 1192340 h 5143785"/>
              <a:gd name="connsiteX1722" fmla="*/ 612553 w 3114960"/>
              <a:gd name="connsiteY1722" fmla="*/ 1196054 h 5143785"/>
              <a:gd name="connsiteX1723" fmla="*/ 617696 w 3114960"/>
              <a:gd name="connsiteY1723" fmla="*/ 1210342 h 5143785"/>
              <a:gd name="connsiteX1724" fmla="*/ 617696 w 3114960"/>
              <a:gd name="connsiteY1724" fmla="*/ 1210342 h 5143785"/>
              <a:gd name="connsiteX1725" fmla="*/ 622840 w 3114960"/>
              <a:gd name="connsiteY1725" fmla="*/ 1196054 h 5143785"/>
              <a:gd name="connsiteX1726" fmla="*/ 623316 w 3114960"/>
              <a:gd name="connsiteY1726" fmla="*/ 1192340 h 5143785"/>
              <a:gd name="connsiteX1727" fmla="*/ 623792 w 3114960"/>
              <a:gd name="connsiteY1727" fmla="*/ 1196054 h 5143785"/>
              <a:gd name="connsiteX1728" fmla="*/ 629031 w 3114960"/>
              <a:gd name="connsiteY1728" fmla="*/ 1210342 h 5143785"/>
              <a:gd name="connsiteX1729" fmla="*/ 629031 w 3114960"/>
              <a:gd name="connsiteY1729" fmla="*/ 1210342 h 5143785"/>
              <a:gd name="connsiteX1730" fmla="*/ 634175 w 3114960"/>
              <a:gd name="connsiteY1730" fmla="*/ 1196054 h 5143785"/>
              <a:gd name="connsiteX1731" fmla="*/ 634651 w 3114960"/>
              <a:gd name="connsiteY1731" fmla="*/ 1192244 h 5143785"/>
              <a:gd name="connsiteX1732" fmla="*/ 635127 w 3114960"/>
              <a:gd name="connsiteY1732" fmla="*/ 1196054 h 5143785"/>
              <a:gd name="connsiteX1733" fmla="*/ 640366 w 3114960"/>
              <a:gd name="connsiteY1733" fmla="*/ 1210342 h 5143785"/>
              <a:gd name="connsiteX1734" fmla="*/ 640366 w 3114960"/>
              <a:gd name="connsiteY1734" fmla="*/ 1210342 h 5143785"/>
              <a:gd name="connsiteX1735" fmla="*/ 645509 w 3114960"/>
              <a:gd name="connsiteY1735" fmla="*/ 1196054 h 5143785"/>
              <a:gd name="connsiteX1736" fmla="*/ 645986 w 3114960"/>
              <a:gd name="connsiteY1736" fmla="*/ 1192149 h 5143785"/>
              <a:gd name="connsiteX1737" fmla="*/ 646462 w 3114960"/>
              <a:gd name="connsiteY1737" fmla="*/ 1196054 h 5143785"/>
              <a:gd name="connsiteX1738" fmla="*/ 646462 w 3114960"/>
              <a:gd name="connsiteY1738" fmla="*/ 1197102 h 5143785"/>
              <a:gd name="connsiteX1739" fmla="*/ 647129 w 3114960"/>
              <a:gd name="connsiteY1739" fmla="*/ 1197102 h 5143785"/>
              <a:gd name="connsiteX1740" fmla="*/ 647986 w 3114960"/>
              <a:gd name="connsiteY1740" fmla="*/ 1202341 h 5143785"/>
              <a:gd name="connsiteX1741" fmla="*/ 654749 w 3114960"/>
              <a:gd name="connsiteY1741" fmla="*/ 1209008 h 5143785"/>
              <a:gd name="connsiteX1742" fmla="*/ 652177 w 3114960"/>
              <a:gd name="connsiteY1742" fmla="*/ 1194626 h 5143785"/>
              <a:gd name="connsiteX1743" fmla="*/ 656273 w 3114960"/>
              <a:gd name="connsiteY1743" fmla="*/ 1190530 h 5143785"/>
              <a:gd name="connsiteX1744" fmla="*/ 659225 w 3114960"/>
              <a:gd name="connsiteY1744" fmla="*/ 1189958 h 5143785"/>
              <a:gd name="connsiteX1745" fmla="*/ 662178 w 3114960"/>
              <a:gd name="connsiteY1745" fmla="*/ 1190530 h 5143785"/>
              <a:gd name="connsiteX1746" fmla="*/ 666369 w 3114960"/>
              <a:gd name="connsiteY1746" fmla="*/ 1200531 h 5143785"/>
              <a:gd name="connsiteX1747" fmla="*/ 662273 w 3114960"/>
              <a:gd name="connsiteY1747" fmla="*/ 1204722 h 5143785"/>
              <a:gd name="connsiteX1748" fmla="*/ 656368 w 3114960"/>
              <a:gd name="connsiteY1748" fmla="*/ 1204722 h 5143785"/>
              <a:gd name="connsiteX1749" fmla="*/ 652272 w 3114960"/>
              <a:gd name="connsiteY1749" fmla="*/ 1200626 h 5143785"/>
              <a:gd name="connsiteX1750" fmla="*/ 652272 w 3114960"/>
              <a:gd name="connsiteY1750" fmla="*/ 1194721 h 5143785"/>
              <a:gd name="connsiteX1751" fmla="*/ 295751 w 3114960"/>
              <a:gd name="connsiteY1751" fmla="*/ 1178338 h 5143785"/>
              <a:gd name="connsiteX1752" fmla="*/ 289941 w 3114960"/>
              <a:gd name="connsiteY1752" fmla="*/ 1179862 h 5143785"/>
              <a:gd name="connsiteX1753" fmla="*/ 284702 w 3114960"/>
              <a:gd name="connsiteY1753" fmla="*/ 1176814 h 5143785"/>
              <a:gd name="connsiteX1754" fmla="*/ 283178 w 3114960"/>
              <a:gd name="connsiteY1754" fmla="*/ 1171004 h 5143785"/>
              <a:gd name="connsiteX1755" fmla="*/ 286226 w 3114960"/>
              <a:gd name="connsiteY1755" fmla="*/ 1165765 h 5143785"/>
              <a:gd name="connsiteX1756" fmla="*/ 290989 w 3114960"/>
              <a:gd name="connsiteY1756" fmla="*/ 1164146 h 5143785"/>
              <a:gd name="connsiteX1757" fmla="*/ 292132 w 3114960"/>
              <a:gd name="connsiteY1757" fmla="*/ 1164146 h 5143785"/>
              <a:gd name="connsiteX1758" fmla="*/ 298799 w 3114960"/>
              <a:gd name="connsiteY1758" fmla="*/ 1173099 h 5143785"/>
              <a:gd name="connsiteX1759" fmla="*/ 295751 w 3114960"/>
              <a:gd name="connsiteY1759" fmla="*/ 1178338 h 5143785"/>
              <a:gd name="connsiteX1760" fmla="*/ 270796 w 3114960"/>
              <a:gd name="connsiteY1760" fmla="*/ 1363599 h 5143785"/>
              <a:gd name="connsiteX1761" fmla="*/ 272510 w 3114960"/>
              <a:gd name="connsiteY1761" fmla="*/ 1367885 h 5143785"/>
              <a:gd name="connsiteX1762" fmla="*/ 270796 w 3114960"/>
              <a:gd name="connsiteY1762" fmla="*/ 1372172 h 5143785"/>
              <a:gd name="connsiteX1763" fmla="*/ 262319 w 3114960"/>
              <a:gd name="connsiteY1763" fmla="*/ 1372172 h 5143785"/>
              <a:gd name="connsiteX1764" fmla="*/ 262319 w 3114960"/>
              <a:gd name="connsiteY1764" fmla="*/ 1363694 h 5143785"/>
              <a:gd name="connsiteX1765" fmla="*/ 266605 w 3114960"/>
              <a:gd name="connsiteY1765" fmla="*/ 1361885 h 5143785"/>
              <a:gd name="connsiteX1766" fmla="*/ 270891 w 3114960"/>
              <a:gd name="connsiteY1766" fmla="*/ 1363694 h 5143785"/>
              <a:gd name="connsiteX1767" fmla="*/ 467106 w 3114960"/>
              <a:gd name="connsiteY1767" fmla="*/ 1197674 h 5143785"/>
              <a:gd name="connsiteX1768" fmla="*/ 465201 w 3114960"/>
              <a:gd name="connsiteY1768" fmla="*/ 1199579 h 5143785"/>
              <a:gd name="connsiteX1769" fmla="*/ 439103 w 3114960"/>
              <a:gd name="connsiteY1769" fmla="*/ 1199579 h 5143785"/>
              <a:gd name="connsiteX1770" fmla="*/ 437198 w 3114960"/>
              <a:gd name="connsiteY1770" fmla="*/ 1197674 h 5143785"/>
              <a:gd name="connsiteX1771" fmla="*/ 437198 w 3114960"/>
              <a:gd name="connsiteY1771" fmla="*/ 1189292 h 5143785"/>
              <a:gd name="connsiteX1772" fmla="*/ 439103 w 3114960"/>
              <a:gd name="connsiteY1772" fmla="*/ 1187387 h 5143785"/>
              <a:gd name="connsiteX1773" fmla="*/ 465201 w 3114960"/>
              <a:gd name="connsiteY1773" fmla="*/ 1187387 h 5143785"/>
              <a:gd name="connsiteX1774" fmla="*/ 467106 w 3114960"/>
              <a:gd name="connsiteY1774" fmla="*/ 1189292 h 5143785"/>
              <a:gd name="connsiteX1775" fmla="*/ 467106 w 3114960"/>
              <a:gd name="connsiteY1775" fmla="*/ 1197674 h 5143785"/>
              <a:gd name="connsiteX1776" fmla="*/ 72581 w 3114960"/>
              <a:gd name="connsiteY1776" fmla="*/ 3846862 h 5143785"/>
              <a:gd name="connsiteX1777" fmla="*/ 72581 w 3114960"/>
              <a:gd name="connsiteY1777" fmla="*/ 3842099 h 5143785"/>
              <a:gd name="connsiteX1778" fmla="*/ 91059 w 3114960"/>
              <a:gd name="connsiteY1778" fmla="*/ 3842099 h 5143785"/>
              <a:gd name="connsiteX1779" fmla="*/ 91059 w 3114960"/>
              <a:gd name="connsiteY1779" fmla="*/ 3846862 h 5143785"/>
              <a:gd name="connsiteX1780" fmla="*/ 72581 w 3114960"/>
              <a:gd name="connsiteY1780" fmla="*/ 3846862 h 5143785"/>
              <a:gd name="connsiteX1781" fmla="*/ 774668 w 3114960"/>
              <a:gd name="connsiteY1781" fmla="*/ 4327112 h 5143785"/>
              <a:gd name="connsiteX1782" fmla="*/ 767525 w 3114960"/>
              <a:gd name="connsiteY1782" fmla="*/ 4327112 h 5143785"/>
              <a:gd name="connsiteX1783" fmla="*/ 767525 w 3114960"/>
              <a:gd name="connsiteY1783" fmla="*/ 4319493 h 5143785"/>
              <a:gd name="connsiteX1784" fmla="*/ 774668 w 3114960"/>
              <a:gd name="connsiteY1784" fmla="*/ 4319493 h 5143785"/>
              <a:gd name="connsiteX1785" fmla="*/ 774668 w 3114960"/>
              <a:gd name="connsiteY1785" fmla="*/ 4327112 h 5143785"/>
              <a:gd name="connsiteX1786" fmla="*/ 100298 w 3114960"/>
              <a:gd name="connsiteY1786" fmla="*/ 3875532 h 5143785"/>
              <a:gd name="connsiteX1787" fmla="*/ 107347 w 3114960"/>
              <a:gd name="connsiteY1787" fmla="*/ 3868484 h 5143785"/>
              <a:gd name="connsiteX1788" fmla="*/ 114395 w 3114960"/>
              <a:gd name="connsiteY1788" fmla="*/ 3875532 h 5143785"/>
              <a:gd name="connsiteX1789" fmla="*/ 107347 w 3114960"/>
              <a:gd name="connsiteY1789" fmla="*/ 3882580 h 5143785"/>
              <a:gd name="connsiteX1790" fmla="*/ 100298 w 3114960"/>
              <a:gd name="connsiteY1790" fmla="*/ 3875532 h 5143785"/>
              <a:gd name="connsiteX1791" fmla="*/ 35719 w 3114960"/>
              <a:gd name="connsiteY1791" fmla="*/ 3846862 h 5143785"/>
              <a:gd name="connsiteX1792" fmla="*/ 35719 w 3114960"/>
              <a:gd name="connsiteY1792" fmla="*/ 3842099 h 5143785"/>
              <a:gd name="connsiteX1793" fmla="*/ 54197 w 3114960"/>
              <a:gd name="connsiteY1793" fmla="*/ 3842099 h 5143785"/>
              <a:gd name="connsiteX1794" fmla="*/ 54197 w 3114960"/>
              <a:gd name="connsiteY1794" fmla="*/ 3846862 h 5143785"/>
              <a:gd name="connsiteX1795" fmla="*/ 35719 w 3114960"/>
              <a:gd name="connsiteY1795" fmla="*/ 3846862 h 5143785"/>
              <a:gd name="connsiteX1796" fmla="*/ 17240 w 3114960"/>
              <a:gd name="connsiteY1796" fmla="*/ 3846862 h 5143785"/>
              <a:gd name="connsiteX1797" fmla="*/ 95 w 3114960"/>
              <a:gd name="connsiteY1797" fmla="*/ 3846862 h 5143785"/>
              <a:gd name="connsiteX1798" fmla="*/ 95 w 3114960"/>
              <a:gd name="connsiteY1798" fmla="*/ 3842099 h 5143785"/>
              <a:gd name="connsiteX1799" fmla="*/ 17240 w 3114960"/>
              <a:gd name="connsiteY1799" fmla="*/ 3842099 h 5143785"/>
              <a:gd name="connsiteX1800" fmla="*/ 17240 w 3114960"/>
              <a:gd name="connsiteY1800" fmla="*/ 3846862 h 5143785"/>
              <a:gd name="connsiteX1801" fmla="*/ 24289 w 3114960"/>
              <a:gd name="connsiteY1801" fmla="*/ 4929950 h 5143785"/>
              <a:gd name="connsiteX1802" fmla="*/ 95 w 3114960"/>
              <a:gd name="connsiteY1802" fmla="*/ 4929950 h 5143785"/>
              <a:gd name="connsiteX1803" fmla="*/ 95 w 3114960"/>
              <a:gd name="connsiteY1803" fmla="*/ 4864704 h 5143785"/>
              <a:gd name="connsiteX1804" fmla="*/ 24289 w 3114960"/>
              <a:gd name="connsiteY1804" fmla="*/ 4864704 h 5143785"/>
              <a:gd name="connsiteX1805" fmla="*/ 32766 w 3114960"/>
              <a:gd name="connsiteY1805" fmla="*/ 4873181 h 5143785"/>
              <a:gd name="connsiteX1806" fmla="*/ 32766 w 3114960"/>
              <a:gd name="connsiteY1806" fmla="*/ 4921377 h 5143785"/>
              <a:gd name="connsiteX1807" fmla="*/ 24289 w 3114960"/>
              <a:gd name="connsiteY1807" fmla="*/ 4929854 h 5143785"/>
              <a:gd name="connsiteX1808" fmla="*/ 3105436 w 3114960"/>
              <a:gd name="connsiteY1808" fmla="*/ 55340 h 5143785"/>
              <a:gd name="connsiteX1809" fmla="*/ 3095054 w 3114960"/>
              <a:gd name="connsiteY1809" fmla="*/ 44958 h 5143785"/>
              <a:gd name="connsiteX1810" fmla="*/ 3084671 w 3114960"/>
              <a:gd name="connsiteY1810" fmla="*/ 55340 h 5143785"/>
              <a:gd name="connsiteX1811" fmla="*/ 3092672 w 3114960"/>
              <a:gd name="connsiteY1811" fmla="*/ 65246 h 5143785"/>
              <a:gd name="connsiteX1812" fmla="*/ 3092672 w 3114960"/>
              <a:gd name="connsiteY1812" fmla="*/ 159639 h 5143785"/>
              <a:gd name="connsiteX1813" fmla="*/ 3113818 w 3114960"/>
              <a:gd name="connsiteY1813" fmla="*/ 176879 h 5143785"/>
              <a:gd name="connsiteX1814" fmla="*/ 3114770 w 3114960"/>
              <a:gd name="connsiteY1814" fmla="*/ 176879 h 5143785"/>
              <a:gd name="connsiteX1815" fmla="*/ 3114770 w 3114960"/>
              <a:gd name="connsiteY1815" fmla="*/ 171450 h 5143785"/>
              <a:gd name="connsiteX1816" fmla="*/ 3097435 w 3114960"/>
              <a:gd name="connsiteY1816" fmla="*/ 157353 h 5143785"/>
              <a:gd name="connsiteX1817" fmla="*/ 3097435 w 3114960"/>
              <a:gd name="connsiteY1817" fmla="*/ 65246 h 5143785"/>
              <a:gd name="connsiteX1818" fmla="*/ 3105436 w 3114960"/>
              <a:gd name="connsiteY1818" fmla="*/ 55340 h 5143785"/>
              <a:gd name="connsiteX1819" fmla="*/ 3095054 w 3114960"/>
              <a:gd name="connsiteY1819" fmla="*/ 60960 h 5143785"/>
              <a:gd name="connsiteX1820" fmla="*/ 3089434 w 3114960"/>
              <a:gd name="connsiteY1820" fmla="*/ 55340 h 5143785"/>
              <a:gd name="connsiteX1821" fmla="*/ 3095054 w 3114960"/>
              <a:gd name="connsiteY1821" fmla="*/ 49721 h 5143785"/>
              <a:gd name="connsiteX1822" fmla="*/ 3100673 w 3114960"/>
              <a:gd name="connsiteY1822" fmla="*/ 55340 h 5143785"/>
              <a:gd name="connsiteX1823" fmla="*/ 3095054 w 3114960"/>
              <a:gd name="connsiteY1823" fmla="*/ 60960 h 5143785"/>
              <a:gd name="connsiteX1824" fmla="*/ 3114770 w 3114960"/>
              <a:gd name="connsiteY1824" fmla="*/ 4699540 h 5143785"/>
              <a:gd name="connsiteX1825" fmla="*/ 3114770 w 3114960"/>
              <a:gd name="connsiteY1825" fmla="*/ 4693063 h 5143785"/>
              <a:gd name="connsiteX1826" fmla="*/ 3061811 w 3114960"/>
              <a:gd name="connsiteY1826" fmla="*/ 4643723 h 5143785"/>
              <a:gd name="connsiteX1827" fmla="*/ 3063050 w 3114960"/>
              <a:gd name="connsiteY1827" fmla="*/ 4397693 h 5143785"/>
              <a:gd name="connsiteX1828" fmla="*/ 3066479 w 3114960"/>
              <a:gd name="connsiteY1828" fmla="*/ 4396454 h 5143785"/>
              <a:gd name="connsiteX1829" fmla="*/ 3071908 w 3114960"/>
              <a:gd name="connsiteY1829" fmla="*/ 4389311 h 5143785"/>
              <a:gd name="connsiteX1830" fmla="*/ 3070765 w 3114960"/>
              <a:gd name="connsiteY1830" fmla="*/ 4380453 h 5143785"/>
              <a:gd name="connsiteX1831" fmla="*/ 3063717 w 3114960"/>
              <a:gd name="connsiteY1831" fmla="*/ 4375023 h 5143785"/>
              <a:gd name="connsiteX1832" fmla="*/ 3054858 w 3114960"/>
              <a:gd name="connsiteY1832" fmla="*/ 4376166 h 5143785"/>
              <a:gd name="connsiteX1833" fmla="*/ 3050572 w 3114960"/>
              <a:gd name="connsiteY1833" fmla="*/ 4392073 h 5143785"/>
              <a:gd name="connsiteX1834" fmla="*/ 3058287 w 3114960"/>
              <a:gd name="connsiteY1834" fmla="*/ 4397597 h 5143785"/>
              <a:gd name="connsiteX1835" fmla="*/ 3057049 w 3114960"/>
              <a:gd name="connsiteY1835" fmla="*/ 4645724 h 5143785"/>
              <a:gd name="connsiteX1836" fmla="*/ 3114770 w 3114960"/>
              <a:gd name="connsiteY1836" fmla="*/ 4699445 h 5143785"/>
              <a:gd name="connsiteX1837" fmla="*/ 3054668 w 3114960"/>
              <a:gd name="connsiteY1837" fmla="*/ 4389787 h 5143785"/>
              <a:gd name="connsiteX1838" fmla="*/ 3057239 w 3114960"/>
              <a:gd name="connsiteY1838" fmla="*/ 4380357 h 5143785"/>
              <a:gd name="connsiteX1839" fmla="*/ 3062478 w 3114960"/>
              <a:gd name="connsiteY1839" fmla="*/ 4379690 h 5143785"/>
              <a:gd name="connsiteX1840" fmla="*/ 3066669 w 3114960"/>
              <a:gd name="connsiteY1840" fmla="*/ 4382929 h 5143785"/>
              <a:gd name="connsiteX1841" fmla="*/ 3067336 w 3114960"/>
              <a:gd name="connsiteY1841" fmla="*/ 4388168 h 5143785"/>
              <a:gd name="connsiteX1842" fmla="*/ 3064097 w 3114960"/>
              <a:gd name="connsiteY1842" fmla="*/ 4392359 h 5143785"/>
              <a:gd name="connsiteX1843" fmla="*/ 3054668 w 3114960"/>
              <a:gd name="connsiteY1843" fmla="*/ 4389787 h 5143785"/>
              <a:gd name="connsiteX1844" fmla="*/ 2603945 w 3114960"/>
              <a:gd name="connsiteY1844" fmla="*/ 4563999 h 5143785"/>
              <a:gd name="connsiteX1845" fmla="*/ 2617375 w 3114960"/>
              <a:gd name="connsiteY1845" fmla="*/ 4552284 h 5143785"/>
              <a:gd name="connsiteX1846" fmla="*/ 2665667 w 3114960"/>
              <a:gd name="connsiteY1846" fmla="*/ 4552284 h 5143785"/>
              <a:gd name="connsiteX1847" fmla="*/ 2684717 w 3114960"/>
              <a:gd name="connsiteY1847" fmla="*/ 4531710 h 5143785"/>
              <a:gd name="connsiteX1848" fmla="*/ 2768060 w 3114960"/>
              <a:gd name="connsiteY1848" fmla="*/ 4531710 h 5143785"/>
              <a:gd name="connsiteX1849" fmla="*/ 2787968 w 3114960"/>
              <a:gd name="connsiteY1849" fmla="*/ 4550855 h 5143785"/>
              <a:gd name="connsiteX1850" fmla="*/ 2787968 w 3114960"/>
              <a:gd name="connsiteY1850" fmla="*/ 4736783 h 5143785"/>
              <a:gd name="connsiteX1851" fmla="*/ 2774918 w 3114960"/>
              <a:gd name="connsiteY1851" fmla="*/ 4759547 h 5143785"/>
              <a:gd name="connsiteX1852" fmla="*/ 2774918 w 3114960"/>
              <a:gd name="connsiteY1852" fmla="*/ 4845463 h 5143785"/>
              <a:gd name="connsiteX1853" fmla="*/ 2763584 w 3114960"/>
              <a:gd name="connsiteY1853" fmla="*/ 4857369 h 5143785"/>
              <a:gd name="connsiteX1854" fmla="*/ 2758345 w 3114960"/>
              <a:gd name="connsiteY1854" fmla="*/ 4855655 h 5143785"/>
              <a:gd name="connsiteX1855" fmla="*/ 2748058 w 3114960"/>
              <a:gd name="connsiteY1855" fmla="*/ 4865942 h 5143785"/>
              <a:gd name="connsiteX1856" fmla="*/ 2758345 w 3114960"/>
              <a:gd name="connsiteY1856" fmla="*/ 4876229 h 5143785"/>
              <a:gd name="connsiteX1857" fmla="*/ 2768632 w 3114960"/>
              <a:gd name="connsiteY1857" fmla="*/ 4865942 h 5143785"/>
              <a:gd name="connsiteX1858" fmla="*/ 2767013 w 3114960"/>
              <a:gd name="connsiteY1858" fmla="*/ 4860798 h 5143785"/>
              <a:gd name="connsiteX1859" fmla="*/ 2779776 w 3114960"/>
              <a:gd name="connsiteY1859" fmla="*/ 4847368 h 5143785"/>
              <a:gd name="connsiteX1860" fmla="*/ 2779776 w 3114960"/>
              <a:gd name="connsiteY1860" fmla="*/ 4760786 h 5143785"/>
              <a:gd name="connsiteX1861" fmla="*/ 2792825 w 3114960"/>
              <a:gd name="connsiteY1861" fmla="*/ 4738021 h 5143785"/>
              <a:gd name="connsiteX1862" fmla="*/ 2792825 w 3114960"/>
              <a:gd name="connsiteY1862" fmla="*/ 4548854 h 5143785"/>
              <a:gd name="connsiteX1863" fmla="*/ 2770061 w 3114960"/>
              <a:gd name="connsiteY1863" fmla="*/ 4526947 h 5143785"/>
              <a:gd name="connsiteX1864" fmla="*/ 2682717 w 3114960"/>
              <a:gd name="connsiteY1864" fmla="*/ 4526947 h 5143785"/>
              <a:gd name="connsiteX1865" fmla="*/ 2663667 w 3114960"/>
              <a:gd name="connsiteY1865" fmla="*/ 4547521 h 5143785"/>
              <a:gd name="connsiteX1866" fmla="*/ 2617375 w 3114960"/>
              <a:gd name="connsiteY1866" fmla="*/ 4547521 h 5143785"/>
              <a:gd name="connsiteX1867" fmla="*/ 2604135 w 3114960"/>
              <a:gd name="connsiteY1867" fmla="*/ 4536853 h 5143785"/>
              <a:gd name="connsiteX1868" fmla="*/ 2590514 w 3114960"/>
              <a:gd name="connsiteY1868" fmla="*/ 4550474 h 5143785"/>
              <a:gd name="connsiteX1869" fmla="*/ 2604135 w 3114960"/>
              <a:gd name="connsiteY1869" fmla="*/ 4564095 h 5143785"/>
              <a:gd name="connsiteX1870" fmla="*/ 2758250 w 3114960"/>
              <a:gd name="connsiteY1870" fmla="*/ 4871466 h 5143785"/>
              <a:gd name="connsiteX1871" fmla="*/ 2752725 w 3114960"/>
              <a:gd name="connsiteY1871" fmla="*/ 4865942 h 5143785"/>
              <a:gd name="connsiteX1872" fmla="*/ 2758250 w 3114960"/>
              <a:gd name="connsiteY1872" fmla="*/ 4860417 h 5143785"/>
              <a:gd name="connsiteX1873" fmla="*/ 2763774 w 3114960"/>
              <a:gd name="connsiteY1873" fmla="*/ 4865942 h 5143785"/>
              <a:gd name="connsiteX1874" fmla="*/ 2758250 w 3114960"/>
              <a:gd name="connsiteY1874" fmla="*/ 4871466 h 5143785"/>
              <a:gd name="connsiteX1875" fmla="*/ 1121664 w 3114960"/>
              <a:gd name="connsiteY1875" fmla="*/ 368046 h 5143785"/>
              <a:gd name="connsiteX1876" fmla="*/ 1128808 w 3114960"/>
              <a:gd name="connsiteY1876" fmla="*/ 368046 h 5143785"/>
              <a:gd name="connsiteX1877" fmla="*/ 1128808 w 3114960"/>
              <a:gd name="connsiteY1877" fmla="*/ 372809 h 5143785"/>
              <a:gd name="connsiteX1878" fmla="*/ 1121664 w 3114960"/>
              <a:gd name="connsiteY1878" fmla="*/ 372809 h 5143785"/>
              <a:gd name="connsiteX1879" fmla="*/ 1121664 w 3114960"/>
              <a:gd name="connsiteY1879" fmla="*/ 368046 h 5143785"/>
              <a:gd name="connsiteX1880" fmla="*/ 93155 w 3114960"/>
              <a:gd name="connsiteY1880" fmla="*/ 3877913 h 5143785"/>
              <a:gd name="connsiteX1881" fmla="*/ 98774 w 3114960"/>
              <a:gd name="connsiteY1881" fmla="*/ 3887057 h 5143785"/>
              <a:gd name="connsiteX1882" fmla="*/ 118777 w 3114960"/>
              <a:gd name="connsiteY1882" fmla="*/ 3884009 h 5143785"/>
              <a:gd name="connsiteX1883" fmla="*/ 121539 w 3114960"/>
              <a:gd name="connsiteY1883" fmla="*/ 3875532 h 5143785"/>
              <a:gd name="connsiteX1884" fmla="*/ 115729 w 3114960"/>
              <a:gd name="connsiteY1884" fmla="*/ 3863912 h 5143785"/>
              <a:gd name="connsiteX1885" fmla="*/ 95726 w 3114960"/>
              <a:gd name="connsiteY1885" fmla="*/ 3866960 h 5143785"/>
              <a:gd name="connsiteX1886" fmla="*/ 93250 w 3114960"/>
              <a:gd name="connsiteY1886" fmla="*/ 3873055 h 5143785"/>
              <a:gd name="connsiteX1887" fmla="*/ 95 w 3114960"/>
              <a:gd name="connsiteY1887" fmla="*/ 3873055 h 5143785"/>
              <a:gd name="connsiteX1888" fmla="*/ 95 w 3114960"/>
              <a:gd name="connsiteY1888" fmla="*/ 3877818 h 5143785"/>
              <a:gd name="connsiteX1889" fmla="*/ 93155 w 3114960"/>
              <a:gd name="connsiteY1889" fmla="*/ 3877818 h 5143785"/>
              <a:gd name="connsiteX1890" fmla="*/ 97822 w 3114960"/>
              <a:gd name="connsiteY1890" fmla="*/ 3868579 h 5143785"/>
              <a:gd name="connsiteX1891" fmla="*/ 114205 w 3114960"/>
              <a:gd name="connsiteY1891" fmla="*/ 3866102 h 5143785"/>
              <a:gd name="connsiteX1892" fmla="*/ 116681 w 3114960"/>
              <a:gd name="connsiteY1892" fmla="*/ 3882485 h 5143785"/>
              <a:gd name="connsiteX1893" fmla="*/ 109061 w 3114960"/>
              <a:gd name="connsiteY1893" fmla="*/ 3887153 h 5143785"/>
              <a:gd name="connsiteX1894" fmla="*/ 100394 w 3114960"/>
              <a:gd name="connsiteY1894" fmla="*/ 3885057 h 5143785"/>
              <a:gd name="connsiteX1895" fmla="*/ 95726 w 3114960"/>
              <a:gd name="connsiteY1895" fmla="*/ 3877437 h 5143785"/>
              <a:gd name="connsiteX1896" fmla="*/ 95631 w 3114960"/>
              <a:gd name="connsiteY1896" fmla="*/ 3875627 h 5143785"/>
              <a:gd name="connsiteX1897" fmla="*/ 97917 w 3114960"/>
              <a:gd name="connsiteY1897" fmla="*/ 3868769 h 5143785"/>
              <a:gd name="connsiteX1898" fmla="*/ 95 w 3114960"/>
              <a:gd name="connsiteY1898" fmla="*/ 3718084 h 5143785"/>
              <a:gd name="connsiteX1899" fmla="*/ 17526 w 3114960"/>
              <a:gd name="connsiteY1899" fmla="*/ 3718084 h 5143785"/>
              <a:gd name="connsiteX1900" fmla="*/ 17526 w 3114960"/>
              <a:gd name="connsiteY1900" fmla="*/ 3722846 h 5143785"/>
              <a:gd name="connsiteX1901" fmla="*/ 95 w 3114960"/>
              <a:gd name="connsiteY1901" fmla="*/ 3722846 h 5143785"/>
              <a:gd name="connsiteX1902" fmla="*/ 95 w 3114960"/>
              <a:gd name="connsiteY1902" fmla="*/ 3718084 h 5143785"/>
              <a:gd name="connsiteX1903" fmla="*/ 2868454 w 3114960"/>
              <a:gd name="connsiteY1903" fmla="*/ 4254151 h 5143785"/>
              <a:gd name="connsiteX1904" fmla="*/ 2868835 w 3114960"/>
              <a:gd name="connsiteY1904" fmla="*/ 4131374 h 5143785"/>
              <a:gd name="connsiteX1905" fmla="*/ 2873788 w 3114960"/>
              <a:gd name="connsiteY1905" fmla="*/ 4129278 h 5143785"/>
              <a:gd name="connsiteX1906" fmla="*/ 2878265 w 3114960"/>
              <a:gd name="connsiteY1906" fmla="*/ 4121372 h 5143785"/>
              <a:gd name="connsiteX1907" fmla="*/ 2875788 w 3114960"/>
              <a:gd name="connsiteY1907" fmla="*/ 4112609 h 5143785"/>
              <a:gd name="connsiteX1908" fmla="*/ 2859119 w 3114960"/>
              <a:gd name="connsiteY1908" fmla="*/ 4110609 h 5143785"/>
              <a:gd name="connsiteX1909" fmla="*/ 2857119 w 3114960"/>
              <a:gd name="connsiteY1909" fmla="*/ 4127278 h 5143785"/>
              <a:gd name="connsiteX1910" fmla="*/ 2864072 w 3114960"/>
              <a:gd name="connsiteY1910" fmla="*/ 4131374 h 5143785"/>
              <a:gd name="connsiteX1911" fmla="*/ 2863692 w 3114960"/>
              <a:gd name="connsiteY1911" fmla="*/ 4252151 h 5143785"/>
              <a:gd name="connsiteX1912" fmla="*/ 2757392 w 3114960"/>
              <a:gd name="connsiteY1912" fmla="*/ 4351496 h 5143785"/>
              <a:gd name="connsiteX1913" fmla="*/ 2756249 w 3114960"/>
              <a:gd name="connsiteY1913" fmla="*/ 4350544 h 5143785"/>
              <a:gd name="connsiteX1914" fmla="*/ 2747963 w 3114960"/>
              <a:gd name="connsiteY1914" fmla="*/ 4349592 h 5143785"/>
              <a:gd name="connsiteX1915" fmla="*/ 2741390 w 3114960"/>
              <a:gd name="connsiteY1915" fmla="*/ 4354830 h 5143785"/>
              <a:gd name="connsiteX1916" fmla="*/ 2740152 w 3114960"/>
              <a:gd name="connsiteY1916" fmla="*/ 4359879 h 5143785"/>
              <a:gd name="connsiteX1917" fmla="*/ 2679763 w 3114960"/>
              <a:gd name="connsiteY1917" fmla="*/ 4359879 h 5143785"/>
              <a:gd name="connsiteX1918" fmla="*/ 2670334 w 3114960"/>
              <a:gd name="connsiteY1918" fmla="*/ 4354830 h 5143785"/>
              <a:gd name="connsiteX1919" fmla="*/ 2590514 w 3114960"/>
              <a:gd name="connsiteY1919" fmla="*/ 4354545 h 5143785"/>
              <a:gd name="connsiteX1920" fmla="*/ 2586419 w 3114960"/>
              <a:gd name="connsiteY1920" fmla="*/ 4338543 h 5143785"/>
              <a:gd name="connsiteX1921" fmla="*/ 2624995 w 3114960"/>
              <a:gd name="connsiteY1921" fmla="*/ 4338543 h 5143785"/>
              <a:gd name="connsiteX1922" fmla="*/ 2634996 w 3114960"/>
              <a:gd name="connsiteY1922" fmla="*/ 4333209 h 5143785"/>
              <a:gd name="connsiteX1923" fmla="*/ 2707672 w 3114960"/>
              <a:gd name="connsiteY1923" fmla="*/ 4333209 h 5143785"/>
              <a:gd name="connsiteX1924" fmla="*/ 2707672 w 3114960"/>
              <a:gd name="connsiteY1924" fmla="*/ 4334637 h 5143785"/>
              <a:gd name="connsiteX1925" fmla="*/ 2711292 w 3114960"/>
              <a:gd name="connsiteY1925" fmla="*/ 4338257 h 5143785"/>
              <a:gd name="connsiteX1926" fmla="*/ 2731580 w 3114960"/>
              <a:gd name="connsiteY1926" fmla="*/ 4338257 h 5143785"/>
              <a:gd name="connsiteX1927" fmla="*/ 2735199 w 3114960"/>
              <a:gd name="connsiteY1927" fmla="*/ 4334637 h 5143785"/>
              <a:gd name="connsiteX1928" fmla="*/ 2735199 w 3114960"/>
              <a:gd name="connsiteY1928" fmla="*/ 4327017 h 5143785"/>
              <a:gd name="connsiteX1929" fmla="*/ 2735199 w 3114960"/>
              <a:gd name="connsiteY1929" fmla="*/ 4326541 h 5143785"/>
              <a:gd name="connsiteX1930" fmla="*/ 2826734 w 3114960"/>
              <a:gd name="connsiteY1930" fmla="*/ 4241292 h 5143785"/>
              <a:gd name="connsiteX1931" fmla="*/ 2827496 w 3114960"/>
              <a:gd name="connsiteY1931" fmla="*/ 4240626 h 5143785"/>
              <a:gd name="connsiteX1932" fmla="*/ 2827687 w 3114960"/>
              <a:gd name="connsiteY1932" fmla="*/ 4080796 h 5143785"/>
              <a:gd name="connsiteX1933" fmla="*/ 2830163 w 3114960"/>
              <a:gd name="connsiteY1933" fmla="*/ 4080796 h 5143785"/>
              <a:gd name="connsiteX1934" fmla="*/ 2834069 w 3114960"/>
              <a:gd name="connsiteY1934" fmla="*/ 4076891 h 5143785"/>
              <a:gd name="connsiteX1935" fmla="*/ 2834069 w 3114960"/>
              <a:gd name="connsiteY1935" fmla="*/ 4066985 h 5143785"/>
              <a:gd name="connsiteX1936" fmla="*/ 2830163 w 3114960"/>
              <a:gd name="connsiteY1936" fmla="*/ 4063079 h 5143785"/>
              <a:gd name="connsiteX1937" fmla="*/ 2820257 w 3114960"/>
              <a:gd name="connsiteY1937" fmla="*/ 4063079 h 5143785"/>
              <a:gd name="connsiteX1938" fmla="*/ 2816352 w 3114960"/>
              <a:gd name="connsiteY1938" fmla="*/ 4066985 h 5143785"/>
              <a:gd name="connsiteX1939" fmla="*/ 2816352 w 3114960"/>
              <a:gd name="connsiteY1939" fmla="*/ 4076891 h 5143785"/>
              <a:gd name="connsiteX1940" fmla="*/ 2820257 w 3114960"/>
              <a:gd name="connsiteY1940" fmla="*/ 4080796 h 5143785"/>
              <a:gd name="connsiteX1941" fmla="*/ 2822924 w 3114960"/>
              <a:gd name="connsiteY1941" fmla="*/ 4080796 h 5143785"/>
              <a:gd name="connsiteX1942" fmla="*/ 2822734 w 3114960"/>
              <a:gd name="connsiteY1942" fmla="*/ 4238625 h 5143785"/>
              <a:gd name="connsiteX1943" fmla="*/ 2731675 w 3114960"/>
              <a:gd name="connsiteY1943" fmla="*/ 4323493 h 5143785"/>
              <a:gd name="connsiteX1944" fmla="*/ 2711387 w 3114960"/>
              <a:gd name="connsiteY1944" fmla="*/ 4323493 h 5143785"/>
              <a:gd name="connsiteX1945" fmla="*/ 2707767 w 3114960"/>
              <a:gd name="connsiteY1945" fmla="*/ 4327112 h 5143785"/>
              <a:gd name="connsiteX1946" fmla="*/ 2707767 w 3114960"/>
              <a:gd name="connsiteY1946" fmla="*/ 4328541 h 5143785"/>
              <a:gd name="connsiteX1947" fmla="*/ 2678811 w 3114960"/>
              <a:gd name="connsiteY1947" fmla="*/ 4328541 h 5143785"/>
              <a:gd name="connsiteX1948" fmla="*/ 2697194 w 3114960"/>
              <a:gd name="connsiteY1948" fmla="*/ 4311492 h 5143785"/>
              <a:gd name="connsiteX1949" fmla="*/ 2702528 w 3114960"/>
              <a:gd name="connsiteY1949" fmla="*/ 4313396 h 5143785"/>
              <a:gd name="connsiteX1950" fmla="*/ 2703100 w 3114960"/>
              <a:gd name="connsiteY1950" fmla="*/ 4313396 h 5143785"/>
              <a:gd name="connsiteX1951" fmla="*/ 2710434 w 3114960"/>
              <a:gd name="connsiteY1951" fmla="*/ 4310634 h 5143785"/>
              <a:gd name="connsiteX1952" fmla="*/ 2714054 w 3114960"/>
              <a:gd name="connsiteY1952" fmla="*/ 4303110 h 5143785"/>
              <a:gd name="connsiteX1953" fmla="*/ 2713292 w 3114960"/>
              <a:gd name="connsiteY1953" fmla="*/ 4298537 h 5143785"/>
              <a:gd name="connsiteX1954" fmla="*/ 2786729 w 3114960"/>
              <a:gd name="connsiteY1954" fmla="*/ 4231577 h 5143785"/>
              <a:gd name="connsiteX1955" fmla="*/ 2786539 w 3114960"/>
              <a:gd name="connsiteY1955" fmla="*/ 4138613 h 5143785"/>
              <a:gd name="connsiteX1956" fmla="*/ 2793397 w 3114960"/>
              <a:gd name="connsiteY1956" fmla="*/ 4129278 h 5143785"/>
              <a:gd name="connsiteX1957" fmla="*/ 2783491 w 3114960"/>
              <a:gd name="connsiteY1957" fmla="*/ 4120229 h 5143785"/>
              <a:gd name="connsiteX1958" fmla="*/ 2774442 w 3114960"/>
              <a:gd name="connsiteY1958" fmla="*/ 4130135 h 5143785"/>
              <a:gd name="connsiteX1959" fmla="*/ 2781776 w 3114960"/>
              <a:gd name="connsiteY1959" fmla="*/ 4138708 h 5143785"/>
              <a:gd name="connsiteX1960" fmla="*/ 2781967 w 3114960"/>
              <a:gd name="connsiteY1960" fmla="*/ 4229386 h 5143785"/>
              <a:gd name="connsiteX1961" fmla="*/ 2710529 w 3114960"/>
              <a:gd name="connsiteY1961" fmla="*/ 4294442 h 5143785"/>
              <a:gd name="connsiteX1962" fmla="*/ 2703767 w 3114960"/>
              <a:gd name="connsiteY1962" fmla="*/ 4291394 h 5143785"/>
              <a:gd name="connsiteX1963" fmla="*/ 2695861 w 3114960"/>
              <a:gd name="connsiteY1963" fmla="*/ 4294156 h 5143785"/>
              <a:gd name="connsiteX1964" fmla="*/ 2693956 w 3114960"/>
              <a:gd name="connsiteY1964" fmla="*/ 4307872 h 5143785"/>
              <a:gd name="connsiteX1965" fmla="*/ 2671858 w 3114960"/>
              <a:gd name="connsiteY1965" fmla="*/ 4328351 h 5143785"/>
              <a:gd name="connsiteX1966" fmla="*/ 2634520 w 3114960"/>
              <a:gd name="connsiteY1966" fmla="*/ 4328351 h 5143785"/>
              <a:gd name="connsiteX1967" fmla="*/ 2623947 w 3114960"/>
              <a:gd name="connsiteY1967" fmla="*/ 4333685 h 5143785"/>
              <a:gd name="connsiteX1968" fmla="*/ 2582513 w 3114960"/>
              <a:gd name="connsiteY1968" fmla="*/ 4333685 h 5143785"/>
              <a:gd name="connsiteX1969" fmla="*/ 2580227 w 3114960"/>
              <a:gd name="connsiteY1969" fmla="*/ 4331589 h 5143785"/>
              <a:gd name="connsiteX1970" fmla="*/ 2564987 w 3114960"/>
              <a:gd name="connsiteY1970" fmla="*/ 4326541 h 5143785"/>
              <a:gd name="connsiteX1971" fmla="*/ 2560987 w 3114960"/>
              <a:gd name="connsiteY1971" fmla="*/ 4326827 h 5143785"/>
              <a:gd name="connsiteX1972" fmla="*/ 2544032 w 3114960"/>
              <a:gd name="connsiteY1972" fmla="*/ 4337114 h 5143785"/>
              <a:gd name="connsiteX1973" fmla="*/ 2539270 w 3114960"/>
              <a:gd name="connsiteY1973" fmla="*/ 4356354 h 5143785"/>
              <a:gd name="connsiteX1974" fmla="*/ 2549557 w 3114960"/>
              <a:gd name="connsiteY1974" fmla="*/ 4373309 h 5143785"/>
              <a:gd name="connsiteX1975" fmla="*/ 2585657 w 3114960"/>
              <a:gd name="connsiteY1975" fmla="*/ 4367784 h 5143785"/>
              <a:gd name="connsiteX1976" fmla="*/ 2589657 w 3114960"/>
              <a:gd name="connsiteY1976" fmla="*/ 4359307 h 5143785"/>
              <a:gd name="connsiteX1977" fmla="*/ 2668524 w 3114960"/>
              <a:gd name="connsiteY1977" fmla="*/ 4359307 h 5143785"/>
              <a:gd name="connsiteX1978" fmla="*/ 2677954 w 3114960"/>
              <a:gd name="connsiteY1978" fmla="*/ 4364355 h 5143785"/>
              <a:gd name="connsiteX1979" fmla="*/ 2741105 w 3114960"/>
              <a:gd name="connsiteY1979" fmla="*/ 4364641 h 5143785"/>
              <a:gd name="connsiteX1980" fmla="*/ 2750915 w 3114960"/>
              <a:gd name="connsiteY1980" fmla="*/ 4371118 h 5143785"/>
              <a:gd name="connsiteX1981" fmla="*/ 2753963 w 3114960"/>
              <a:gd name="connsiteY1981" fmla="*/ 4370737 h 5143785"/>
              <a:gd name="connsiteX1982" fmla="*/ 2761488 w 3114960"/>
              <a:gd name="connsiteY1982" fmla="*/ 4357212 h 5143785"/>
              <a:gd name="connsiteX1983" fmla="*/ 2760536 w 3114960"/>
              <a:gd name="connsiteY1983" fmla="*/ 4355211 h 5143785"/>
              <a:gd name="connsiteX1984" fmla="*/ 2867787 w 3114960"/>
              <a:gd name="connsiteY1984" fmla="*/ 4255008 h 5143785"/>
              <a:gd name="connsiteX1985" fmla="*/ 2868549 w 3114960"/>
              <a:gd name="connsiteY1985" fmla="*/ 4254342 h 5143785"/>
              <a:gd name="connsiteX1986" fmla="*/ 2698909 w 3114960"/>
              <a:gd name="connsiteY1986" fmla="*/ 4297585 h 5143785"/>
              <a:gd name="connsiteX1987" fmla="*/ 2703005 w 3114960"/>
              <a:gd name="connsiteY1987" fmla="*/ 4295966 h 5143785"/>
              <a:gd name="connsiteX1988" fmla="*/ 2703386 w 3114960"/>
              <a:gd name="connsiteY1988" fmla="*/ 4295966 h 5143785"/>
              <a:gd name="connsiteX1989" fmla="*/ 2707672 w 3114960"/>
              <a:gd name="connsiteY1989" fmla="*/ 4298061 h 5143785"/>
              <a:gd name="connsiteX1990" fmla="*/ 2709291 w 3114960"/>
              <a:gd name="connsiteY1990" fmla="*/ 4302538 h 5143785"/>
              <a:gd name="connsiteX1991" fmla="*/ 2707291 w 3114960"/>
              <a:gd name="connsiteY1991" fmla="*/ 4306824 h 5143785"/>
              <a:gd name="connsiteX1992" fmla="*/ 2707291 w 3114960"/>
              <a:gd name="connsiteY1992" fmla="*/ 4306824 h 5143785"/>
              <a:gd name="connsiteX1993" fmla="*/ 2702814 w 3114960"/>
              <a:gd name="connsiteY1993" fmla="*/ 4308444 h 5143785"/>
              <a:gd name="connsiteX1994" fmla="*/ 2698528 w 3114960"/>
              <a:gd name="connsiteY1994" fmla="*/ 4306443 h 5143785"/>
              <a:gd name="connsiteX1995" fmla="*/ 2699004 w 3114960"/>
              <a:gd name="connsiteY1995" fmla="*/ 4297680 h 5143785"/>
              <a:gd name="connsiteX1996" fmla="*/ 2581847 w 3114960"/>
              <a:gd name="connsiteY1996" fmla="*/ 4364831 h 5143785"/>
              <a:gd name="connsiteX1997" fmla="*/ 2552319 w 3114960"/>
              <a:gd name="connsiteY1997" fmla="*/ 4369404 h 5143785"/>
              <a:gd name="connsiteX1998" fmla="*/ 2547842 w 3114960"/>
              <a:gd name="connsiteY1998" fmla="*/ 4339971 h 5143785"/>
              <a:gd name="connsiteX1999" fmla="*/ 2561654 w 3114960"/>
              <a:gd name="connsiteY1999" fmla="*/ 4331589 h 5143785"/>
              <a:gd name="connsiteX2000" fmla="*/ 2577370 w 3114960"/>
              <a:gd name="connsiteY2000" fmla="*/ 4335399 h 5143785"/>
              <a:gd name="connsiteX2001" fmla="*/ 2585752 w 3114960"/>
              <a:gd name="connsiteY2001" fmla="*/ 4349211 h 5143785"/>
              <a:gd name="connsiteX2002" fmla="*/ 2581942 w 3114960"/>
              <a:gd name="connsiteY2002" fmla="*/ 4364831 h 5143785"/>
              <a:gd name="connsiteX2003" fmla="*/ 2752725 w 3114960"/>
              <a:gd name="connsiteY2003" fmla="*/ 4365974 h 5143785"/>
              <a:gd name="connsiteX2004" fmla="*/ 2745105 w 3114960"/>
              <a:gd name="connsiteY2004" fmla="*/ 4361688 h 5143785"/>
              <a:gd name="connsiteX2005" fmla="*/ 2749392 w 3114960"/>
              <a:gd name="connsiteY2005" fmla="*/ 4354068 h 5143785"/>
              <a:gd name="connsiteX2006" fmla="*/ 2751106 w 3114960"/>
              <a:gd name="connsiteY2006" fmla="*/ 4353782 h 5143785"/>
              <a:gd name="connsiteX2007" fmla="*/ 2754059 w 3114960"/>
              <a:gd name="connsiteY2007" fmla="*/ 4354545 h 5143785"/>
              <a:gd name="connsiteX2008" fmla="*/ 2757011 w 3114960"/>
              <a:gd name="connsiteY2008" fmla="*/ 4358259 h 5143785"/>
              <a:gd name="connsiteX2009" fmla="*/ 2752725 w 3114960"/>
              <a:gd name="connsiteY2009" fmla="*/ 4365879 h 5143785"/>
              <a:gd name="connsiteX2010" fmla="*/ 2860929 w 3114960"/>
              <a:gd name="connsiteY2010" fmla="*/ 4124230 h 5143785"/>
              <a:gd name="connsiteX2011" fmla="*/ 2862167 w 3114960"/>
              <a:gd name="connsiteY2011" fmla="*/ 4114324 h 5143785"/>
              <a:gd name="connsiteX2012" fmla="*/ 2866549 w 3114960"/>
              <a:gd name="connsiteY2012" fmla="*/ 4112800 h 5143785"/>
              <a:gd name="connsiteX2013" fmla="*/ 2872169 w 3114960"/>
              <a:gd name="connsiteY2013" fmla="*/ 4115562 h 5143785"/>
              <a:gd name="connsiteX2014" fmla="*/ 2873597 w 3114960"/>
              <a:gd name="connsiteY2014" fmla="*/ 4120801 h 5143785"/>
              <a:gd name="connsiteX2015" fmla="*/ 2870930 w 3114960"/>
              <a:gd name="connsiteY2015" fmla="*/ 4125563 h 5143785"/>
              <a:gd name="connsiteX2016" fmla="*/ 2865692 w 3114960"/>
              <a:gd name="connsiteY2016" fmla="*/ 4126992 h 5143785"/>
              <a:gd name="connsiteX2017" fmla="*/ 2860929 w 3114960"/>
              <a:gd name="connsiteY2017" fmla="*/ 4124325 h 5143785"/>
              <a:gd name="connsiteX2018" fmla="*/ 14192 w 3114960"/>
              <a:gd name="connsiteY2018" fmla="*/ 3785045 h 5143785"/>
              <a:gd name="connsiteX2019" fmla="*/ 95 w 3114960"/>
              <a:gd name="connsiteY2019" fmla="*/ 3785045 h 5143785"/>
              <a:gd name="connsiteX2020" fmla="*/ 95 w 3114960"/>
              <a:gd name="connsiteY2020" fmla="*/ 3780282 h 5143785"/>
              <a:gd name="connsiteX2021" fmla="*/ 14192 w 3114960"/>
              <a:gd name="connsiteY2021" fmla="*/ 3780282 h 5143785"/>
              <a:gd name="connsiteX2022" fmla="*/ 14192 w 3114960"/>
              <a:gd name="connsiteY2022" fmla="*/ 3785045 h 5143785"/>
              <a:gd name="connsiteX2023" fmla="*/ 100298 w 3114960"/>
              <a:gd name="connsiteY2023" fmla="*/ 3813524 h 5143785"/>
              <a:gd name="connsiteX2024" fmla="*/ 107347 w 3114960"/>
              <a:gd name="connsiteY2024" fmla="*/ 3806476 h 5143785"/>
              <a:gd name="connsiteX2025" fmla="*/ 114395 w 3114960"/>
              <a:gd name="connsiteY2025" fmla="*/ 3813524 h 5143785"/>
              <a:gd name="connsiteX2026" fmla="*/ 107347 w 3114960"/>
              <a:gd name="connsiteY2026" fmla="*/ 3820573 h 5143785"/>
              <a:gd name="connsiteX2027" fmla="*/ 100298 w 3114960"/>
              <a:gd name="connsiteY2027" fmla="*/ 3813524 h 5143785"/>
              <a:gd name="connsiteX2028" fmla="*/ 2767108 w 3114960"/>
              <a:gd name="connsiteY2028" fmla="*/ 4506087 h 5143785"/>
              <a:gd name="connsiteX2029" fmla="*/ 2776442 w 3114960"/>
              <a:gd name="connsiteY2029" fmla="*/ 4515422 h 5143785"/>
              <a:gd name="connsiteX2030" fmla="*/ 2784538 w 3114960"/>
              <a:gd name="connsiteY2030" fmla="*/ 4515422 h 5143785"/>
              <a:gd name="connsiteX2031" fmla="*/ 2793873 w 3114960"/>
              <a:gd name="connsiteY2031" fmla="*/ 4506087 h 5143785"/>
              <a:gd name="connsiteX2032" fmla="*/ 2793873 w 3114960"/>
              <a:gd name="connsiteY2032" fmla="*/ 4497991 h 5143785"/>
              <a:gd name="connsiteX2033" fmla="*/ 2784538 w 3114960"/>
              <a:gd name="connsiteY2033" fmla="*/ 4488656 h 5143785"/>
              <a:gd name="connsiteX2034" fmla="*/ 2776442 w 3114960"/>
              <a:gd name="connsiteY2034" fmla="*/ 4488656 h 5143785"/>
              <a:gd name="connsiteX2035" fmla="*/ 2772061 w 3114960"/>
              <a:gd name="connsiteY2035" fmla="*/ 4489895 h 5143785"/>
              <a:gd name="connsiteX2036" fmla="*/ 2761107 w 3114960"/>
              <a:gd name="connsiteY2036" fmla="*/ 4479036 h 5143785"/>
              <a:gd name="connsiteX2037" fmla="*/ 2629376 w 3114960"/>
              <a:gd name="connsiteY2037" fmla="*/ 4478751 h 5143785"/>
              <a:gd name="connsiteX2038" fmla="*/ 2628424 w 3114960"/>
              <a:gd name="connsiteY2038" fmla="*/ 4478751 h 5143785"/>
              <a:gd name="connsiteX2039" fmla="*/ 2610231 w 3114960"/>
              <a:gd name="connsiteY2039" fmla="*/ 4496753 h 5143785"/>
              <a:gd name="connsiteX2040" fmla="*/ 2602135 w 3114960"/>
              <a:gd name="connsiteY2040" fmla="*/ 4493990 h 5143785"/>
              <a:gd name="connsiteX2041" fmla="*/ 2588514 w 3114960"/>
              <a:gd name="connsiteY2041" fmla="*/ 4507611 h 5143785"/>
              <a:gd name="connsiteX2042" fmla="*/ 2602135 w 3114960"/>
              <a:gd name="connsiteY2042" fmla="*/ 4521232 h 5143785"/>
              <a:gd name="connsiteX2043" fmla="*/ 2615755 w 3114960"/>
              <a:gd name="connsiteY2043" fmla="*/ 4507611 h 5143785"/>
              <a:gd name="connsiteX2044" fmla="*/ 2613565 w 3114960"/>
              <a:gd name="connsiteY2044" fmla="*/ 4500182 h 5143785"/>
              <a:gd name="connsiteX2045" fmla="*/ 2630424 w 3114960"/>
              <a:gd name="connsiteY2045" fmla="*/ 4483418 h 5143785"/>
              <a:gd name="connsiteX2046" fmla="*/ 2759297 w 3114960"/>
              <a:gd name="connsiteY2046" fmla="*/ 4483704 h 5143785"/>
              <a:gd name="connsiteX2047" fmla="*/ 2768822 w 3114960"/>
              <a:gd name="connsiteY2047" fmla="*/ 4493038 h 5143785"/>
              <a:gd name="connsiteX2048" fmla="*/ 2767298 w 3114960"/>
              <a:gd name="connsiteY2048" fmla="*/ 4497801 h 5143785"/>
              <a:gd name="connsiteX2049" fmla="*/ 2767298 w 3114960"/>
              <a:gd name="connsiteY2049" fmla="*/ 4505897 h 5143785"/>
              <a:gd name="connsiteX2050" fmla="*/ 2771870 w 3114960"/>
              <a:gd name="connsiteY2050" fmla="*/ 4497991 h 5143785"/>
              <a:gd name="connsiteX2051" fmla="*/ 2776442 w 3114960"/>
              <a:gd name="connsiteY2051" fmla="*/ 4493419 h 5143785"/>
              <a:gd name="connsiteX2052" fmla="*/ 2784538 w 3114960"/>
              <a:gd name="connsiteY2052" fmla="*/ 4493419 h 5143785"/>
              <a:gd name="connsiteX2053" fmla="*/ 2789111 w 3114960"/>
              <a:gd name="connsiteY2053" fmla="*/ 4497991 h 5143785"/>
              <a:gd name="connsiteX2054" fmla="*/ 2789111 w 3114960"/>
              <a:gd name="connsiteY2054" fmla="*/ 4506087 h 5143785"/>
              <a:gd name="connsiteX2055" fmla="*/ 2784538 w 3114960"/>
              <a:gd name="connsiteY2055" fmla="*/ 4510659 h 5143785"/>
              <a:gd name="connsiteX2056" fmla="*/ 2776442 w 3114960"/>
              <a:gd name="connsiteY2056" fmla="*/ 4510659 h 5143785"/>
              <a:gd name="connsiteX2057" fmla="*/ 2771870 w 3114960"/>
              <a:gd name="connsiteY2057" fmla="*/ 4506087 h 5143785"/>
              <a:gd name="connsiteX2058" fmla="*/ 2771870 w 3114960"/>
              <a:gd name="connsiteY2058" fmla="*/ 4497991 h 5143785"/>
              <a:gd name="connsiteX2059" fmla="*/ 2577465 w 3114960"/>
              <a:gd name="connsiteY2059" fmla="*/ 4352354 h 5143785"/>
              <a:gd name="connsiteX2060" fmla="*/ 2564797 w 3114960"/>
              <a:gd name="connsiteY2060" fmla="*/ 4365022 h 5143785"/>
              <a:gd name="connsiteX2061" fmla="*/ 2552129 w 3114960"/>
              <a:gd name="connsiteY2061" fmla="*/ 4352354 h 5143785"/>
              <a:gd name="connsiteX2062" fmla="*/ 2564797 w 3114960"/>
              <a:gd name="connsiteY2062" fmla="*/ 4339686 h 5143785"/>
              <a:gd name="connsiteX2063" fmla="*/ 2577465 w 3114960"/>
              <a:gd name="connsiteY2063" fmla="*/ 4352354 h 5143785"/>
              <a:gd name="connsiteX2064" fmla="*/ 653129 w 3114960"/>
              <a:gd name="connsiteY2064" fmla="*/ 2762631 h 5143785"/>
              <a:gd name="connsiteX2065" fmla="*/ 623983 w 3114960"/>
              <a:gd name="connsiteY2065" fmla="*/ 2734437 h 5143785"/>
              <a:gd name="connsiteX2066" fmla="*/ 623983 w 3114960"/>
              <a:gd name="connsiteY2066" fmla="*/ 2694146 h 5143785"/>
              <a:gd name="connsiteX2067" fmla="*/ 633317 w 3114960"/>
              <a:gd name="connsiteY2067" fmla="*/ 2683669 h 5143785"/>
              <a:gd name="connsiteX2068" fmla="*/ 635508 w 3114960"/>
              <a:gd name="connsiteY2068" fmla="*/ 2684812 h 5143785"/>
              <a:gd name="connsiteX2069" fmla="*/ 640271 w 3114960"/>
              <a:gd name="connsiteY2069" fmla="*/ 2685764 h 5143785"/>
              <a:gd name="connsiteX2070" fmla="*/ 652082 w 3114960"/>
              <a:gd name="connsiteY2070" fmla="*/ 2677859 h 5143785"/>
              <a:gd name="connsiteX2071" fmla="*/ 645128 w 3114960"/>
              <a:gd name="connsiteY2071" fmla="*/ 2661285 h 5143785"/>
              <a:gd name="connsiteX2072" fmla="*/ 635413 w 3114960"/>
              <a:gd name="connsiteY2072" fmla="*/ 2661285 h 5143785"/>
              <a:gd name="connsiteX2073" fmla="*/ 628555 w 3114960"/>
              <a:gd name="connsiteY2073" fmla="*/ 2668238 h 5143785"/>
              <a:gd name="connsiteX2074" fmla="*/ 629984 w 3114960"/>
              <a:gd name="connsiteY2074" fmla="*/ 2680335 h 5143785"/>
              <a:gd name="connsiteX2075" fmla="*/ 619316 w 3114960"/>
              <a:gd name="connsiteY2075" fmla="*/ 2692242 h 5143785"/>
              <a:gd name="connsiteX2076" fmla="*/ 619316 w 3114960"/>
              <a:gd name="connsiteY2076" fmla="*/ 2736437 h 5143785"/>
              <a:gd name="connsiteX2077" fmla="*/ 649700 w 3114960"/>
              <a:gd name="connsiteY2077" fmla="*/ 2765774 h 5143785"/>
              <a:gd name="connsiteX2078" fmla="*/ 649700 w 3114960"/>
              <a:gd name="connsiteY2078" fmla="*/ 2765774 h 5143785"/>
              <a:gd name="connsiteX2079" fmla="*/ 649415 w 3114960"/>
              <a:gd name="connsiteY2079" fmla="*/ 2779395 h 5143785"/>
              <a:gd name="connsiteX2080" fmla="*/ 664750 w 3114960"/>
              <a:gd name="connsiteY2080" fmla="*/ 2795397 h 5143785"/>
              <a:gd name="connsiteX2081" fmla="*/ 671513 w 3114960"/>
              <a:gd name="connsiteY2081" fmla="*/ 2798350 h 5143785"/>
              <a:gd name="connsiteX2082" fmla="*/ 671703 w 3114960"/>
              <a:gd name="connsiteY2082" fmla="*/ 2798350 h 5143785"/>
              <a:gd name="connsiteX2083" fmla="*/ 678371 w 3114960"/>
              <a:gd name="connsiteY2083" fmla="*/ 2795683 h 5143785"/>
              <a:gd name="connsiteX2084" fmla="*/ 680752 w 3114960"/>
              <a:gd name="connsiteY2084" fmla="*/ 2793397 h 5143785"/>
              <a:gd name="connsiteX2085" fmla="*/ 681038 w 3114960"/>
              <a:gd name="connsiteY2085" fmla="*/ 2779776 h 5143785"/>
              <a:gd name="connsiteX2086" fmla="*/ 665702 w 3114960"/>
              <a:gd name="connsiteY2086" fmla="*/ 2763774 h 5143785"/>
              <a:gd name="connsiteX2087" fmla="*/ 658940 w 3114960"/>
              <a:gd name="connsiteY2087" fmla="*/ 2760821 h 5143785"/>
              <a:gd name="connsiteX2088" fmla="*/ 653320 w 3114960"/>
              <a:gd name="connsiteY2088" fmla="*/ 2762536 h 5143785"/>
              <a:gd name="connsiteX2089" fmla="*/ 632936 w 3114960"/>
              <a:gd name="connsiteY2089" fmla="*/ 2670048 h 5143785"/>
              <a:gd name="connsiteX2090" fmla="*/ 643319 w 3114960"/>
              <a:gd name="connsiteY2090" fmla="*/ 2665667 h 5143785"/>
              <a:gd name="connsiteX2091" fmla="*/ 647700 w 3114960"/>
              <a:gd name="connsiteY2091" fmla="*/ 2676049 h 5143785"/>
              <a:gd name="connsiteX2092" fmla="*/ 637318 w 3114960"/>
              <a:gd name="connsiteY2092" fmla="*/ 2680430 h 5143785"/>
              <a:gd name="connsiteX2093" fmla="*/ 632936 w 3114960"/>
              <a:gd name="connsiteY2093" fmla="*/ 2670048 h 5143785"/>
              <a:gd name="connsiteX2094" fmla="*/ 677323 w 3114960"/>
              <a:gd name="connsiteY2094" fmla="*/ 2783205 h 5143785"/>
              <a:gd name="connsiteX2095" fmla="*/ 677132 w 3114960"/>
              <a:gd name="connsiteY2095" fmla="*/ 2790063 h 5143785"/>
              <a:gd name="connsiteX2096" fmla="*/ 674751 w 3114960"/>
              <a:gd name="connsiteY2096" fmla="*/ 2792349 h 5143785"/>
              <a:gd name="connsiteX2097" fmla="*/ 671322 w 3114960"/>
              <a:gd name="connsiteY2097" fmla="*/ 2793683 h 5143785"/>
              <a:gd name="connsiteX2098" fmla="*/ 667893 w 3114960"/>
              <a:gd name="connsiteY2098" fmla="*/ 2792159 h 5143785"/>
              <a:gd name="connsiteX2099" fmla="*/ 667417 w 3114960"/>
              <a:gd name="connsiteY2099" fmla="*/ 2791682 h 5143785"/>
              <a:gd name="connsiteX2100" fmla="*/ 676847 w 3114960"/>
              <a:gd name="connsiteY2100" fmla="*/ 2782729 h 5143785"/>
              <a:gd name="connsiteX2101" fmla="*/ 677323 w 3114960"/>
              <a:gd name="connsiteY2101" fmla="*/ 2783205 h 5143785"/>
              <a:gd name="connsiteX2102" fmla="*/ 673513 w 3114960"/>
              <a:gd name="connsiteY2102" fmla="*/ 2779109 h 5143785"/>
              <a:gd name="connsiteX2103" fmla="*/ 664083 w 3114960"/>
              <a:gd name="connsiteY2103" fmla="*/ 2788063 h 5143785"/>
              <a:gd name="connsiteX2104" fmla="*/ 655796 w 3114960"/>
              <a:gd name="connsiteY2104" fmla="*/ 2779395 h 5143785"/>
              <a:gd name="connsiteX2105" fmla="*/ 665226 w 3114960"/>
              <a:gd name="connsiteY2105" fmla="*/ 2770442 h 5143785"/>
              <a:gd name="connsiteX2106" fmla="*/ 673513 w 3114960"/>
              <a:gd name="connsiteY2106" fmla="*/ 2779109 h 5143785"/>
              <a:gd name="connsiteX2107" fmla="*/ 652082 w 3114960"/>
              <a:gd name="connsiteY2107" fmla="*/ 2775299 h 5143785"/>
              <a:gd name="connsiteX2108" fmla="*/ 652748 w 3114960"/>
              <a:gd name="connsiteY2108" fmla="*/ 2769299 h 5143785"/>
              <a:gd name="connsiteX2109" fmla="*/ 655129 w 3114960"/>
              <a:gd name="connsiteY2109" fmla="*/ 2767013 h 5143785"/>
              <a:gd name="connsiteX2110" fmla="*/ 658463 w 3114960"/>
              <a:gd name="connsiteY2110" fmla="*/ 2765679 h 5143785"/>
              <a:gd name="connsiteX2111" fmla="*/ 658559 w 3114960"/>
              <a:gd name="connsiteY2111" fmla="*/ 2765679 h 5143785"/>
              <a:gd name="connsiteX2112" fmla="*/ 661130 w 3114960"/>
              <a:gd name="connsiteY2112" fmla="*/ 2766632 h 5143785"/>
              <a:gd name="connsiteX2113" fmla="*/ 651986 w 3114960"/>
              <a:gd name="connsiteY2113" fmla="*/ 2775299 h 5143785"/>
              <a:gd name="connsiteX2114" fmla="*/ 98774 w 3114960"/>
              <a:gd name="connsiteY2114" fmla="*/ 3825050 h 5143785"/>
              <a:gd name="connsiteX2115" fmla="*/ 118777 w 3114960"/>
              <a:gd name="connsiteY2115" fmla="*/ 3822002 h 5143785"/>
              <a:gd name="connsiteX2116" fmla="*/ 121539 w 3114960"/>
              <a:gd name="connsiteY2116" fmla="*/ 3813524 h 5143785"/>
              <a:gd name="connsiteX2117" fmla="*/ 115729 w 3114960"/>
              <a:gd name="connsiteY2117" fmla="*/ 3801904 h 5143785"/>
              <a:gd name="connsiteX2118" fmla="*/ 95726 w 3114960"/>
              <a:gd name="connsiteY2118" fmla="*/ 3804952 h 5143785"/>
              <a:gd name="connsiteX2119" fmla="*/ 93250 w 3114960"/>
              <a:gd name="connsiteY2119" fmla="*/ 3811048 h 5143785"/>
              <a:gd name="connsiteX2120" fmla="*/ 95 w 3114960"/>
              <a:gd name="connsiteY2120" fmla="*/ 3811048 h 5143785"/>
              <a:gd name="connsiteX2121" fmla="*/ 95 w 3114960"/>
              <a:gd name="connsiteY2121" fmla="*/ 3815810 h 5143785"/>
              <a:gd name="connsiteX2122" fmla="*/ 93155 w 3114960"/>
              <a:gd name="connsiteY2122" fmla="*/ 3815810 h 5143785"/>
              <a:gd name="connsiteX2123" fmla="*/ 98774 w 3114960"/>
              <a:gd name="connsiteY2123" fmla="*/ 3824954 h 5143785"/>
              <a:gd name="connsiteX2124" fmla="*/ 97822 w 3114960"/>
              <a:gd name="connsiteY2124" fmla="*/ 3806571 h 5143785"/>
              <a:gd name="connsiteX2125" fmla="*/ 114205 w 3114960"/>
              <a:gd name="connsiteY2125" fmla="*/ 3804095 h 5143785"/>
              <a:gd name="connsiteX2126" fmla="*/ 116681 w 3114960"/>
              <a:gd name="connsiteY2126" fmla="*/ 3820478 h 5143785"/>
              <a:gd name="connsiteX2127" fmla="*/ 109061 w 3114960"/>
              <a:gd name="connsiteY2127" fmla="*/ 3825145 h 5143785"/>
              <a:gd name="connsiteX2128" fmla="*/ 100394 w 3114960"/>
              <a:gd name="connsiteY2128" fmla="*/ 3823049 h 5143785"/>
              <a:gd name="connsiteX2129" fmla="*/ 95726 w 3114960"/>
              <a:gd name="connsiteY2129" fmla="*/ 3815429 h 5143785"/>
              <a:gd name="connsiteX2130" fmla="*/ 95631 w 3114960"/>
              <a:gd name="connsiteY2130" fmla="*/ 3813620 h 5143785"/>
              <a:gd name="connsiteX2131" fmla="*/ 97917 w 3114960"/>
              <a:gd name="connsiteY2131" fmla="*/ 3806762 h 5143785"/>
              <a:gd name="connsiteX2132" fmla="*/ 1121759 w 3114960"/>
              <a:gd name="connsiteY2132" fmla="*/ 347567 h 5143785"/>
              <a:gd name="connsiteX2133" fmla="*/ 1128903 w 3114960"/>
              <a:gd name="connsiteY2133" fmla="*/ 347567 h 5143785"/>
              <a:gd name="connsiteX2134" fmla="*/ 1128903 w 3114960"/>
              <a:gd name="connsiteY2134" fmla="*/ 357854 h 5143785"/>
              <a:gd name="connsiteX2135" fmla="*/ 1121759 w 3114960"/>
              <a:gd name="connsiteY2135" fmla="*/ 357854 h 5143785"/>
              <a:gd name="connsiteX2136" fmla="*/ 1121759 w 3114960"/>
              <a:gd name="connsiteY2136" fmla="*/ 347567 h 5143785"/>
              <a:gd name="connsiteX2137" fmla="*/ 1128903 w 3114960"/>
              <a:gd name="connsiteY2137" fmla="*/ 328517 h 5143785"/>
              <a:gd name="connsiteX2138" fmla="*/ 1128903 w 3114960"/>
              <a:gd name="connsiteY2138" fmla="*/ 329470 h 5143785"/>
              <a:gd name="connsiteX2139" fmla="*/ 1128998 w 3114960"/>
              <a:gd name="connsiteY2139" fmla="*/ 329565 h 5143785"/>
              <a:gd name="connsiteX2140" fmla="*/ 1128998 w 3114960"/>
              <a:gd name="connsiteY2140" fmla="*/ 329756 h 5143785"/>
              <a:gd name="connsiteX2141" fmla="*/ 1128808 w 3114960"/>
              <a:gd name="connsiteY2141" fmla="*/ 337280 h 5143785"/>
              <a:gd name="connsiteX2142" fmla="*/ 1121664 w 3114960"/>
              <a:gd name="connsiteY2142" fmla="*/ 337280 h 5143785"/>
              <a:gd name="connsiteX2143" fmla="*/ 1121664 w 3114960"/>
              <a:gd name="connsiteY2143" fmla="*/ 327184 h 5143785"/>
              <a:gd name="connsiteX2144" fmla="*/ 1123379 w 3114960"/>
              <a:gd name="connsiteY2144" fmla="*/ 325088 h 5143785"/>
              <a:gd name="connsiteX2145" fmla="*/ 1127570 w 3114960"/>
              <a:gd name="connsiteY2145" fmla="*/ 328422 h 5143785"/>
              <a:gd name="connsiteX2146" fmla="*/ 1128808 w 3114960"/>
              <a:gd name="connsiteY2146" fmla="*/ 328422 h 5143785"/>
              <a:gd name="connsiteX2147" fmla="*/ 1128713 w 3114960"/>
              <a:gd name="connsiteY2147" fmla="*/ 437388 h 5143785"/>
              <a:gd name="connsiteX2148" fmla="*/ 1138619 w 3114960"/>
              <a:gd name="connsiteY2148" fmla="*/ 424434 h 5143785"/>
              <a:gd name="connsiteX2149" fmla="*/ 1125188 w 3114960"/>
              <a:gd name="connsiteY2149" fmla="*/ 411004 h 5143785"/>
              <a:gd name="connsiteX2150" fmla="*/ 1111758 w 3114960"/>
              <a:gd name="connsiteY2150" fmla="*/ 424434 h 5143785"/>
              <a:gd name="connsiteX2151" fmla="*/ 1121664 w 3114960"/>
              <a:gd name="connsiteY2151" fmla="*/ 437388 h 5143785"/>
              <a:gd name="connsiteX2152" fmla="*/ 1121664 w 3114960"/>
              <a:gd name="connsiteY2152" fmla="*/ 440341 h 5143785"/>
              <a:gd name="connsiteX2153" fmla="*/ 1128808 w 3114960"/>
              <a:gd name="connsiteY2153" fmla="*/ 440341 h 5143785"/>
              <a:gd name="connsiteX2154" fmla="*/ 1128808 w 3114960"/>
              <a:gd name="connsiteY2154" fmla="*/ 437388 h 5143785"/>
              <a:gd name="connsiteX2155" fmla="*/ 1116521 w 3114960"/>
              <a:gd name="connsiteY2155" fmla="*/ 424529 h 5143785"/>
              <a:gd name="connsiteX2156" fmla="*/ 1125188 w 3114960"/>
              <a:gd name="connsiteY2156" fmla="*/ 415862 h 5143785"/>
              <a:gd name="connsiteX2157" fmla="*/ 1133856 w 3114960"/>
              <a:gd name="connsiteY2157" fmla="*/ 424529 h 5143785"/>
              <a:gd name="connsiteX2158" fmla="*/ 1125188 w 3114960"/>
              <a:gd name="connsiteY2158" fmla="*/ 433197 h 5143785"/>
              <a:gd name="connsiteX2159" fmla="*/ 1116521 w 3114960"/>
              <a:gd name="connsiteY2159" fmla="*/ 424529 h 5143785"/>
              <a:gd name="connsiteX2160" fmla="*/ 520065 w 3114960"/>
              <a:gd name="connsiteY2160" fmla="*/ 2032921 h 5143785"/>
              <a:gd name="connsiteX2161" fmla="*/ 527209 w 3114960"/>
              <a:gd name="connsiteY2161" fmla="*/ 2032921 h 5143785"/>
              <a:gd name="connsiteX2162" fmla="*/ 527209 w 3114960"/>
              <a:gd name="connsiteY2162" fmla="*/ 2041398 h 5143785"/>
              <a:gd name="connsiteX2163" fmla="*/ 520065 w 3114960"/>
              <a:gd name="connsiteY2163" fmla="*/ 2041398 h 5143785"/>
              <a:gd name="connsiteX2164" fmla="*/ 520065 w 3114960"/>
              <a:gd name="connsiteY2164" fmla="*/ 2032921 h 5143785"/>
              <a:gd name="connsiteX2165" fmla="*/ 1852994 w 3114960"/>
              <a:gd name="connsiteY2165" fmla="*/ 2392109 h 5143785"/>
              <a:gd name="connsiteX2166" fmla="*/ 1839563 w 3114960"/>
              <a:gd name="connsiteY2166" fmla="*/ 2378678 h 5143785"/>
              <a:gd name="connsiteX2167" fmla="*/ 1842897 w 3114960"/>
              <a:gd name="connsiteY2167" fmla="*/ 2375345 h 5143785"/>
              <a:gd name="connsiteX2168" fmla="*/ 1856327 w 3114960"/>
              <a:gd name="connsiteY2168" fmla="*/ 2388775 h 5143785"/>
              <a:gd name="connsiteX2169" fmla="*/ 1852994 w 3114960"/>
              <a:gd name="connsiteY2169" fmla="*/ 2392109 h 5143785"/>
              <a:gd name="connsiteX2170" fmla="*/ 1272921 w 3114960"/>
              <a:gd name="connsiteY2170" fmla="*/ 545878 h 5143785"/>
              <a:gd name="connsiteX2171" fmla="*/ 1272921 w 3114960"/>
              <a:gd name="connsiteY2171" fmla="*/ 650177 h 5143785"/>
              <a:gd name="connsiteX2172" fmla="*/ 1262444 w 3114960"/>
              <a:gd name="connsiteY2172" fmla="*/ 658177 h 5143785"/>
              <a:gd name="connsiteX2173" fmla="*/ 1262444 w 3114960"/>
              <a:gd name="connsiteY2173" fmla="*/ 723614 h 5143785"/>
              <a:gd name="connsiteX2174" fmla="*/ 1261777 w 3114960"/>
              <a:gd name="connsiteY2174" fmla="*/ 723614 h 5143785"/>
              <a:gd name="connsiteX2175" fmla="*/ 1259110 w 3114960"/>
              <a:gd name="connsiteY2175" fmla="*/ 726281 h 5143785"/>
              <a:gd name="connsiteX2176" fmla="*/ 1259110 w 3114960"/>
              <a:gd name="connsiteY2176" fmla="*/ 739235 h 5143785"/>
              <a:gd name="connsiteX2177" fmla="*/ 1261777 w 3114960"/>
              <a:gd name="connsiteY2177" fmla="*/ 741902 h 5143785"/>
              <a:gd name="connsiteX2178" fmla="*/ 1267778 w 3114960"/>
              <a:gd name="connsiteY2178" fmla="*/ 741902 h 5143785"/>
              <a:gd name="connsiteX2179" fmla="*/ 1270445 w 3114960"/>
              <a:gd name="connsiteY2179" fmla="*/ 739235 h 5143785"/>
              <a:gd name="connsiteX2180" fmla="*/ 1270445 w 3114960"/>
              <a:gd name="connsiteY2180" fmla="*/ 726281 h 5143785"/>
              <a:gd name="connsiteX2181" fmla="*/ 1267778 w 3114960"/>
              <a:gd name="connsiteY2181" fmla="*/ 723614 h 5143785"/>
              <a:gd name="connsiteX2182" fmla="*/ 1267111 w 3114960"/>
              <a:gd name="connsiteY2182" fmla="*/ 723614 h 5143785"/>
              <a:gd name="connsiteX2183" fmla="*/ 1267111 w 3114960"/>
              <a:gd name="connsiteY2183" fmla="*/ 660559 h 5143785"/>
              <a:gd name="connsiteX2184" fmla="*/ 1277779 w 3114960"/>
              <a:gd name="connsiteY2184" fmla="*/ 652558 h 5143785"/>
              <a:gd name="connsiteX2185" fmla="*/ 1277779 w 3114960"/>
              <a:gd name="connsiteY2185" fmla="*/ 548164 h 5143785"/>
              <a:gd name="connsiteX2186" fmla="*/ 1286923 w 3114960"/>
              <a:gd name="connsiteY2186" fmla="*/ 540639 h 5143785"/>
              <a:gd name="connsiteX2187" fmla="*/ 1286923 w 3114960"/>
              <a:gd name="connsiteY2187" fmla="*/ 456438 h 5143785"/>
              <a:gd name="connsiteX2188" fmla="*/ 1291781 w 3114960"/>
              <a:gd name="connsiteY2188" fmla="*/ 456438 h 5143785"/>
              <a:gd name="connsiteX2189" fmla="*/ 1298639 w 3114960"/>
              <a:gd name="connsiteY2189" fmla="*/ 449580 h 5143785"/>
              <a:gd name="connsiteX2190" fmla="*/ 1298639 w 3114960"/>
              <a:gd name="connsiteY2190" fmla="*/ 435102 h 5143785"/>
              <a:gd name="connsiteX2191" fmla="*/ 1291781 w 3114960"/>
              <a:gd name="connsiteY2191" fmla="*/ 428244 h 5143785"/>
              <a:gd name="connsiteX2192" fmla="*/ 1277303 w 3114960"/>
              <a:gd name="connsiteY2192" fmla="*/ 428244 h 5143785"/>
              <a:gd name="connsiteX2193" fmla="*/ 1270445 w 3114960"/>
              <a:gd name="connsiteY2193" fmla="*/ 435102 h 5143785"/>
              <a:gd name="connsiteX2194" fmla="*/ 1270445 w 3114960"/>
              <a:gd name="connsiteY2194" fmla="*/ 449580 h 5143785"/>
              <a:gd name="connsiteX2195" fmla="*/ 1277303 w 3114960"/>
              <a:gd name="connsiteY2195" fmla="*/ 456438 h 5143785"/>
              <a:gd name="connsiteX2196" fmla="*/ 1282160 w 3114960"/>
              <a:gd name="connsiteY2196" fmla="*/ 456438 h 5143785"/>
              <a:gd name="connsiteX2197" fmla="*/ 1282160 w 3114960"/>
              <a:gd name="connsiteY2197" fmla="*/ 538448 h 5143785"/>
              <a:gd name="connsiteX2198" fmla="*/ 1273016 w 3114960"/>
              <a:gd name="connsiteY2198" fmla="*/ 545973 h 5143785"/>
              <a:gd name="connsiteX2199" fmla="*/ 1277303 w 3114960"/>
              <a:gd name="connsiteY2199" fmla="*/ 451676 h 5143785"/>
              <a:gd name="connsiteX2200" fmla="*/ 1275207 w 3114960"/>
              <a:gd name="connsiteY2200" fmla="*/ 449580 h 5143785"/>
              <a:gd name="connsiteX2201" fmla="*/ 1275207 w 3114960"/>
              <a:gd name="connsiteY2201" fmla="*/ 435102 h 5143785"/>
              <a:gd name="connsiteX2202" fmla="*/ 1277303 w 3114960"/>
              <a:gd name="connsiteY2202" fmla="*/ 433007 h 5143785"/>
              <a:gd name="connsiteX2203" fmla="*/ 1291781 w 3114960"/>
              <a:gd name="connsiteY2203" fmla="*/ 433007 h 5143785"/>
              <a:gd name="connsiteX2204" fmla="*/ 1293876 w 3114960"/>
              <a:gd name="connsiteY2204" fmla="*/ 435102 h 5143785"/>
              <a:gd name="connsiteX2205" fmla="*/ 1293876 w 3114960"/>
              <a:gd name="connsiteY2205" fmla="*/ 449580 h 5143785"/>
              <a:gd name="connsiteX2206" fmla="*/ 1291781 w 3114960"/>
              <a:gd name="connsiteY2206" fmla="*/ 451676 h 5143785"/>
              <a:gd name="connsiteX2207" fmla="*/ 1277303 w 3114960"/>
              <a:gd name="connsiteY2207" fmla="*/ 451676 h 5143785"/>
              <a:gd name="connsiteX2208" fmla="*/ 1475994 w 3114960"/>
              <a:gd name="connsiteY2208" fmla="*/ 218218 h 5143785"/>
              <a:gd name="connsiteX2209" fmla="*/ 1469136 w 3114960"/>
              <a:gd name="connsiteY2209" fmla="*/ 211360 h 5143785"/>
              <a:gd name="connsiteX2210" fmla="*/ 1454753 w 3114960"/>
              <a:gd name="connsiteY2210" fmla="*/ 211360 h 5143785"/>
              <a:gd name="connsiteX2211" fmla="*/ 1447895 w 3114960"/>
              <a:gd name="connsiteY2211" fmla="*/ 218218 h 5143785"/>
              <a:gd name="connsiteX2212" fmla="*/ 1447895 w 3114960"/>
              <a:gd name="connsiteY2212" fmla="*/ 232601 h 5143785"/>
              <a:gd name="connsiteX2213" fmla="*/ 1454753 w 3114960"/>
              <a:gd name="connsiteY2213" fmla="*/ 239458 h 5143785"/>
              <a:gd name="connsiteX2214" fmla="*/ 1469136 w 3114960"/>
              <a:gd name="connsiteY2214" fmla="*/ 239458 h 5143785"/>
              <a:gd name="connsiteX2215" fmla="*/ 1471803 w 3114960"/>
              <a:gd name="connsiteY2215" fmla="*/ 238887 h 5143785"/>
              <a:gd name="connsiteX2216" fmla="*/ 1509713 w 3114960"/>
              <a:gd name="connsiteY2216" fmla="*/ 275463 h 5143785"/>
              <a:gd name="connsiteX2217" fmla="*/ 1509713 w 3114960"/>
              <a:gd name="connsiteY2217" fmla="*/ 333851 h 5143785"/>
              <a:gd name="connsiteX2218" fmla="*/ 1527143 w 3114960"/>
              <a:gd name="connsiteY2218" fmla="*/ 354139 h 5143785"/>
              <a:gd name="connsiteX2219" fmla="*/ 1524762 w 3114960"/>
              <a:gd name="connsiteY2219" fmla="*/ 359950 h 5143785"/>
              <a:gd name="connsiteX2220" fmla="*/ 1534954 w 3114960"/>
              <a:gd name="connsiteY2220" fmla="*/ 371189 h 5143785"/>
              <a:gd name="connsiteX2221" fmla="*/ 1535525 w 3114960"/>
              <a:gd name="connsiteY2221" fmla="*/ 371189 h 5143785"/>
              <a:gd name="connsiteX2222" fmla="*/ 1539335 w 3114960"/>
              <a:gd name="connsiteY2222" fmla="*/ 370427 h 5143785"/>
              <a:gd name="connsiteX2223" fmla="*/ 1556480 w 3114960"/>
              <a:gd name="connsiteY2223" fmla="*/ 391001 h 5143785"/>
              <a:gd name="connsiteX2224" fmla="*/ 1558195 w 3114960"/>
              <a:gd name="connsiteY2224" fmla="*/ 463010 h 5143785"/>
              <a:gd name="connsiteX2225" fmla="*/ 1548289 w 3114960"/>
              <a:gd name="connsiteY2225" fmla="*/ 481298 h 5143785"/>
              <a:gd name="connsiteX2226" fmla="*/ 1547908 w 3114960"/>
              <a:gd name="connsiteY2226" fmla="*/ 526542 h 5143785"/>
              <a:gd name="connsiteX2227" fmla="*/ 1542478 w 3114960"/>
              <a:gd name="connsiteY2227" fmla="*/ 526542 h 5143785"/>
              <a:gd name="connsiteX2228" fmla="*/ 1536192 w 3114960"/>
              <a:gd name="connsiteY2228" fmla="*/ 532829 h 5143785"/>
              <a:gd name="connsiteX2229" fmla="*/ 1536192 w 3114960"/>
              <a:gd name="connsiteY2229" fmla="*/ 548259 h 5143785"/>
              <a:gd name="connsiteX2230" fmla="*/ 1542478 w 3114960"/>
              <a:gd name="connsiteY2230" fmla="*/ 554546 h 5143785"/>
              <a:gd name="connsiteX2231" fmla="*/ 1547813 w 3114960"/>
              <a:gd name="connsiteY2231" fmla="*/ 554546 h 5143785"/>
              <a:gd name="connsiteX2232" fmla="*/ 1547813 w 3114960"/>
              <a:gd name="connsiteY2232" fmla="*/ 646081 h 5143785"/>
              <a:gd name="connsiteX2233" fmla="*/ 1515999 w 3114960"/>
              <a:gd name="connsiteY2233" fmla="*/ 673227 h 5143785"/>
              <a:gd name="connsiteX2234" fmla="*/ 1515999 w 3114960"/>
              <a:gd name="connsiteY2234" fmla="*/ 757428 h 5143785"/>
              <a:gd name="connsiteX2235" fmla="*/ 1498473 w 3114960"/>
              <a:gd name="connsiteY2235" fmla="*/ 773716 h 5143785"/>
              <a:gd name="connsiteX2236" fmla="*/ 1498473 w 3114960"/>
              <a:gd name="connsiteY2236" fmla="*/ 830390 h 5143785"/>
              <a:gd name="connsiteX2237" fmla="*/ 1490567 w 3114960"/>
              <a:gd name="connsiteY2237" fmla="*/ 835247 h 5143785"/>
              <a:gd name="connsiteX2238" fmla="*/ 1493330 w 3114960"/>
              <a:gd name="connsiteY2238" fmla="*/ 853059 h 5143785"/>
              <a:gd name="connsiteX2239" fmla="*/ 1498759 w 3114960"/>
              <a:gd name="connsiteY2239" fmla="*/ 855250 h 5143785"/>
              <a:gd name="connsiteX2240" fmla="*/ 1556766 w 3114960"/>
              <a:gd name="connsiteY2240" fmla="*/ 916781 h 5143785"/>
              <a:gd name="connsiteX2241" fmla="*/ 1554004 w 3114960"/>
              <a:gd name="connsiteY2241" fmla="*/ 916781 h 5143785"/>
              <a:gd name="connsiteX2242" fmla="*/ 1549527 w 3114960"/>
              <a:gd name="connsiteY2242" fmla="*/ 921258 h 5143785"/>
              <a:gd name="connsiteX2243" fmla="*/ 1549527 w 3114960"/>
              <a:gd name="connsiteY2243" fmla="*/ 935641 h 5143785"/>
              <a:gd name="connsiteX2244" fmla="*/ 1554004 w 3114960"/>
              <a:gd name="connsiteY2244" fmla="*/ 940118 h 5143785"/>
              <a:gd name="connsiteX2245" fmla="*/ 1568387 w 3114960"/>
              <a:gd name="connsiteY2245" fmla="*/ 940118 h 5143785"/>
              <a:gd name="connsiteX2246" fmla="*/ 1572863 w 3114960"/>
              <a:gd name="connsiteY2246" fmla="*/ 935641 h 5143785"/>
              <a:gd name="connsiteX2247" fmla="*/ 1572863 w 3114960"/>
              <a:gd name="connsiteY2247" fmla="*/ 921258 h 5143785"/>
              <a:gd name="connsiteX2248" fmla="*/ 1568387 w 3114960"/>
              <a:gd name="connsiteY2248" fmla="*/ 916781 h 5143785"/>
              <a:gd name="connsiteX2249" fmla="*/ 1562481 w 3114960"/>
              <a:gd name="connsiteY2249" fmla="*/ 916781 h 5143785"/>
              <a:gd name="connsiteX2250" fmla="*/ 1562481 w 3114960"/>
              <a:gd name="connsiteY2250" fmla="*/ 858107 h 5143785"/>
              <a:gd name="connsiteX2251" fmla="*/ 1563338 w 3114960"/>
              <a:gd name="connsiteY2251" fmla="*/ 858107 h 5143785"/>
              <a:gd name="connsiteX2252" fmla="*/ 1572959 w 3114960"/>
              <a:gd name="connsiteY2252" fmla="*/ 852297 h 5143785"/>
              <a:gd name="connsiteX2253" fmla="*/ 1569815 w 3114960"/>
              <a:gd name="connsiteY2253" fmla="*/ 831818 h 5143785"/>
              <a:gd name="connsiteX2254" fmla="*/ 1564672 w 3114960"/>
              <a:gd name="connsiteY2254" fmla="*/ 829437 h 5143785"/>
              <a:gd name="connsiteX2255" fmla="*/ 1564672 w 3114960"/>
              <a:gd name="connsiteY2255" fmla="*/ 826961 h 5143785"/>
              <a:gd name="connsiteX2256" fmla="*/ 1557528 w 3114960"/>
              <a:gd name="connsiteY2256" fmla="*/ 826961 h 5143785"/>
              <a:gd name="connsiteX2257" fmla="*/ 1557528 w 3114960"/>
              <a:gd name="connsiteY2257" fmla="*/ 829532 h 5143785"/>
              <a:gd name="connsiteX2258" fmla="*/ 1549241 w 3114960"/>
              <a:gd name="connsiteY2258" fmla="*/ 834962 h 5143785"/>
              <a:gd name="connsiteX2259" fmla="*/ 1549241 w 3114960"/>
              <a:gd name="connsiteY2259" fmla="*/ 834962 h 5143785"/>
              <a:gd name="connsiteX2260" fmla="*/ 1546574 w 3114960"/>
              <a:gd name="connsiteY2260" fmla="*/ 845820 h 5143785"/>
              <a:gd name="connsiteX2261" fmla="*/ 1552385 w 3114960"/>
              <a:gd name="connsiteY2261" fmla="*/ 855440 h 5143785"/>
              <a:gd name="connsiteX2262" fmla="*/ 1559719 w 3114960"/>
              <a:gd name="connsiteY2262" fmla="*/ 858107 h 5143785"/>
              <a:gd name="connsiteX2263" fmla="*/ 1559719 w 3114960"/>
              <a:gd name="connsiteY2263" fmla="*/ 916686 h 5143785"/>
              <a:gd name="connsiteX2264" fmla="*/ 1501997 w 3114960"/>
              <a:gd name="connsiteY2264" fmla="*/ 855440 h 5143785"/>
              <a:gd name="connsiteX2265" fmla="*/ 1510951 w 3114960"/>
              <a:gd name="connsiteY2265" fmla="*/ 850392 h 5143785"/>
              <a:gd name="connsiteX2266" fmla="*/ 1510951 w 3114960"/>
              <a:gd name="connsiteY2266" fmla="*/ 850392 h 5143785"/>
              <a:gd name="connsiteX2267" fmla="*/ 1513237 w 3114960"/>
              <a:gd name="connsiteY2267" fmla="*/ 840962 h 5143785"/>
              <a:gd name="connsiteX2268" fmla="*/ 1508189 w 3114960"/>
              <a:gd name="connsiteY2268" fmla="*/ 832676 h 5143785"/>
              <a:gd name="connsiteX2269" fmla="*/ 1503045 w 3114960"/>
              <a:gd name="connsiteY2269" fmla="*/ 830580 h 5143785"/>
              <a:gd name="connsiteX2270" fmla="*/ 1503045 w 3114960"/>
              <a:gd name="connsiteY2270" fmla="*/ 776002 h 5143785"/>
              <a:gd name="connsiteX2271" fmla="*/ 1520571 w 3114960"/>
              <a:gd name="connsiteY2271" fmla="*/ 759714 h 5143785"/>
              <a:gd name="connsiteX2272" fmla="*/ 1520571 w 3114960"/>
              <a:gd name="connsiteY2272" fmla="*/ 675704 h 5143785"/>
              <a:gd name="connsiteX2273" fmla="*/ 1552385 w 3114960"/>
              <a:gd name="connsiteY2273" fmla="*/ 648557 h 5143785"/>
              <a:gd name="connsiteX2274" fmla="*/ 1552385 w 3114960"/>
              <a:gd name="connsiteY2274" fmla="*/ 554831 h 5143785"/>
              <a:gd name="connsiteX2275" fmla="*/ 1557719 w 3114960"/>
              <a:gd name="connsiteY2275" fmla="*/ 554831 h 5143785"/>
              <a:gd name="connsiteX2276" fmla="*/ 1564005 w 3114960"/>
              <a:gd name="connsiteY2276" fmla="*/ 548545 h 5143785"/>
              <a:gd name="connsiteX2277" fmla="*/ 1564005 w 3114960"/>
              <a:gd name="connsiteY2277" fmla="*/ 533114 h 5143785"/>
              <a:gd name="connsiteX2278" fmla="*/ 1557719 w 3114960"/>
              <a:gd name="connsiteY2278" fmla="*/ 526828 h 5143785"/>
              <a:gd name="connsiteX2279" fmla="*/ 1552480 w 3114960"/>
              <a:gd name="connsiteY2279" fmla="*/ 526828 h 5143785"/>
              <a:gd name="connsiteX2280" fmla="*/ 1552480 w 3114960"/>
              <a:gd name="connsiteY2280" fmla="*/ 483299 h 5143785"/>
              <a:gd name="connsiteX2281" fmla="*/ 1562767 w 3114960"/>
              <a:gd name="connsiteY2281" fmla="*/ 464439 h 5143785"/>
              <a:gd name="connsiteX2282" fmla="*/ 1561052 w 3114960"/>
              <a:gd name="connsiteY2282" fmla="*/ 389573 h 5143785"/>
              <a:gd name="connsiteX2283" fmla="*/ 1543050 w 3114960"/>
              <a:gd name="connsiteY2283" fmla="*/ 368046 h 5143785"/>
              <a:gd name="connsiteX2284" fmla="*/ 1546003 w 3114960"/>
              <a:gd name="connsiteY2284" fmla="*/ 361379 h 5143785"/>
              <a:gd name="connsiteX2285" fmla="*/ 1546003 w 3114960"/>
              <a:gd name="connsiteY2285" fmla="*/ 361379 h 5143785"/>
              <a:gd name="connsiteX2286" fmla="*/ 1535906 w 3114960"/>
              <a:gd name="connsiteY2286" fmla="*/ 350139 h 5143785"/>
              <a:gd name="connsiteX2287" fmla="*/ 1530668 w 3114960"/>
              <a:gd name="connsiteY2287" fmla="*/ 351377 h 5143785"/>
              <a:gd name="connsiteX2288" fmla="*/ 1514285 w 3114960"/>
              <a:gd name="connsiteY2288" fmla="*/ 332423 h 5143785"/>
              <a:gd name="connsiteX2289" fmla="*/ 1514285 w 3114960"/>
              <a:gd name="connsiteY2289" fmla="*/ 273749 h 5143785"/>
              <a:gd name="connsiteX2290" fmla="*/ 1474946 w 3114960"/>
              <a:gd name="connsiteY2290" fmla="*/ 235839 h 5143785"/>
              <a:gd name="connsiteX2291" fmla="*/ 1475613 w 3114960"/>
              <a:gd name="connsiteY2291" fmla="*/ 232982 h 5143785"/>
              <a:gd name="connsiteX2292" fmla="*/ 1475613 w 3114960"/>
              <a:gd name="connsiteY2292" fmla="*/ 218599 h 5143785"/>
              <a:gd name="connsiteX2293" fmla="*/ 1471232 w 3114960"/>
              <a:gd name="connsiteY2293" fmla="*/ 232601 h 5143785"/>
              <a:gd name="connsiteX2294" fmla="*/ 1469136 w 3114960"/>
              <a:gd name="connsiteY2294" fmla="*/ 234696 h 5143785"/>
              <a:gd name="connsiteX2295" fmla="*/ 1454753 w 3114960"/>
              <a:gd name="connsiteY2295" fmla="*/ 234696 h 5143785"/>
              <a:gd name="connsiteX2296" fmla="*/ 1452658 w 3114960"/>
              <a:gd name="connsiteY2296" fmla="*/ 232601 h 5143785"/>
              <a:gd name="connsiteX2297" fmla="*/ 1452658 w 3114960"/>
              <a:gd name="connsiteY2297" fmla="*/ 218218 h 5143785"/>
              <a:gd name="connsiteX2298" fmla="*/ 1454753 w 3114960"/>
              <a:gd name="connsiteY2298" fmla="*/ 216122 h 5143785"/>
              <a:gd name="connsiteX2299" fmla="*/ 1469136 w 3114960"/>
              <a:gd name="connsiteY2299" fmla="*/ 216122 h 5143785"/>
              <a:gd name="connsiteX2300" fmla="*/ 1471232 w 3114960"/>
              <a:gd name="connsiteY2300" fmla="*/ 218218 h 5143785"/>
              <a:gd name="connsiteX2301" fmla="*/ 1471232 w 3114960"/>
              <a:gd name="connsiteY2301" fmla="*/ 232601 h 5143785"/>
              <a:gd name="connsiteX2302" fmla="*/ 1554385 w 3114960"/>
              <a:gd name="connsiteY2302" fmla="*/ 853059 h 5143785"/>
              <a:gd name="connsiteX2303" fmla="*/ 1549622 w 3114960"/>
              <a:gd name="connsiteY2303" fmla="*/ 845249 h 5143785"/>
              <a:gd name="connsiteX2304" fmla="*/ 1551813 w 3114960"/>
              <a:gd name="connsiteY2304" fmla="*/ 836390 h 5143785"/>
              <a:gd name="connsiteX2305" fmla="*/ 1568577 w 3114960"/>
              <a:gd name="connsiteY2305" fmla="*/ 833819 h 5143785"/>
              <a:gd name="connsiteX2306" fmla="*/ 1573340 w 3114960"/>
              <a:gd name="connsiteY2306" fmla="*/ 841629 h 5143785"/>
              <a:gd name="connsiteX2307" fmla="*/ 1571149 w 3114960"/>
              <a:gd name="connsiteY2307" fmla="*/ 850487 h 5143785"/>
              <a:gd name="connsiteX2308" fmla="*/ 1563338 w 3114960"/>
              <a:gd name="connsiteY2308" fmla="*/ 855250 h 5143785"/>
              <a:gd name="connsiteX2309" fmla="*/ 1554480 w 3114960"/>
              <a:gd name="connsiteY2309" fmla="*/ 853059 h 5143785"/>
              <a:gd name="connsiteX2310" fmla="*/ 1507141 w 3114960"/>
              <a:gd name="connsiteY2310" fmla="*/ 834295 h 5143785"/>
              <a:gd name="connsiteX2311" fmla="*/ 1511237 w 3114960"/>
              <a:gd name="connsiteY2311" fmla="*/ 841058 h 5143785"/>
              <a:gd name="connsiteX2312" fmla="*/ 1509332 w 3114960"/>
              <a:gd name="connsiteY2312" fmla="*/ 848773 h 5143785"/>
              <a:gd name="connsiteX2313" fmla="*/ 1494853 w 3114960"/>
              <a:gd name="connsiteY2313" fmla="*/ 850964 h 5143785"/>
              <a:gd name="connsiteX2314" fmla="*/ 1490758 w 3114960"/>
              <a:gd name="connsiteY2314" fmla="*/ 844201 h 5143785"/>
              <a:gd name="connsiteX2315" fmla="*/ 1492663 w 3114960"/>
              <a:gd name="connsiteY2315" fmla="*/ 836486 h 5143785"/>
              <a:gd name="connsiteX2316" fmla="*/ 1499426 w 3114960"/>
              <a:gd name="connsiteY2316" fmla="*/ 832390 h 5143785"/>
              <a:gd name="connsiteX2317" fmla="*/ 1507141 w 3114960"/>
              <a:gd name="connsiteY2317" fmla="*/ 834295 h 5143785"/>
              <a:gd name="connsiteX2318" fmla="*/ 1558100 w 3114960"/>
              <a:gd name="connsiteY2318" fmla="*/ 531209 h 5143785"/>
              <a:gd name="connsiteX2319" fmla="*/ 1559624 w 3114960"/>
              <a:gd name="connsiteY2319" fmla="*/ 532733 h 5143785"/>
              <a:gd name="connsiteX2320" fmla="*/ 1559624 w 3114960"/>
              <a:gd name="connsiteY2320" fmla="*/ 548164 h 5143785"/>
              <a:gd name="connsiteX2321" fmla="*/ 1558100 w 3114960"/>
              <a:gd name="connsiteY2321" fmla="*/ 549688 h 5143785"/>
              <a:gd name="connsiteX2322" fmla="*/ 1542669 w 3114960"/>
              <a:gd name="connsiteY2322" fmla="*/ 549688 h 5143785"/>
              <a:gd name="connsiteX2323" fmla="*/ 1541145 w 3114960"/>
              <a:gd name="connsiteY2323" fmla="*/ 548164 h 5143785"/>
              <a:gd name="connsiteX2324" fmla="*/ 1541145 w 3114960"/>
              <a:gd name="connsiteY2324" fmla="*/ 532733 h 5143785"/>
              <a:gd name="connsiteX2325" fmla="*/ 1542669 w 3114960"/>
              <a:gd name="connsiteY2325" fmla="*/ 531209 h 5143785"/>
              <a:gd name="connsiteX2326" fmla="*/ 1558100 w 3114960"/>
              <a:gd name="connsiteY2326" fmla="*/ 531209 h 5143785"/>
              <a:gd name="connsiteX2327" fmla="*/ 1531620 w 3114960"/>
              <a:gd name="connsiteY2327" fmla="*/ 355949 h 5143785"/>
              <a:gd name="connsiteX2328" fmla="*/ 1535621 w 3114960"/>
              <a:gd name="connsiteY2328" fmla="*/ 354425 h 5143785"/>
              <a:gd name="connsiteX2329" fmla="*/ 1535906 w 3114960"/>
              <a:gd name="connsiteY2329" fmla="*/ 354425 h 5143785"/>
              <a:gd name="connsiteX2330" fmla="*/ 1541526 w 3114960"/>
              <a:gd name="connsiteY2330" fmla="*/ 360712 h 5143785"/>
              <a:gd name="connsiteX2331" fmla="*/ 1535240 w 3114960"/>
              <a:gd name="connsiteY2331" fmla="*/ 366332 h 5143785"/>
              <a:gd name="connsiteX2332" fmla="*/ 1529620 w 3114960"/>
              <a:gd name="connsiteY2332" fmla="*/ 360045 h 5143785"/>
              <a:gd name="connsiteX2333" fmla="*/ 1531620 w 3114960"/>
              <a:gd name="connsiteY2333" fmla="*/ 355949 h 5143785"/>
              <a:gd name="connsiteX2334" fmla="*/ 1325785 w 3114960"/>
              <a:gd name="connsiteY2334" fmla="*/ 4515803 h 5143785"/>
              <a:gd name="connsiteX2335" fmla="*/ 1341692 w 3114960"/>
              <a:gd name="connsiteY2335" fmla="*/ 4509326 h 5143785"/>
              <a:gd name="connsiteX2336" fmla="*/ 1335215 w 3114960"/>
              <a:gd name="connsiteY2336" fmla="*/ 4493419 h 5143785"/>
              <a:gd name="connsiteX2337" fmla="*/ 1331976 w 3114960"/>
              <a:gd name="connsiteY2337" fmla="*/ 4492752 h 5143785"/>
              <a:gd name="connsiteX2338" fmla="*/ 1331976 w 3114960"/>
              <a:gd name="connsiteY2338" fmla="*/ 4391978 h 5143785"/>
              <a:gd name="connsiteX2339" fmla="*/ 1354169 w 3114960"/>
              <a:gd name="connsiteY2339" fmla="*/ 4372832 h 5143785"/>
              <a:gd name="connsiteX2340" fmla="*/ 1353503 w 3114960"/>
              <a:gd name="connsiteY2340" fmla="*/ 4209479 h 5143785"/>
              <a:gd name="connsiteX2341" fmla="*/ 1361218 w 3114960"/>
              <a:gd name="connsiteY2341" fmla="*/ 4203669 h 5143785"/>
              <a:gd name="connsiteX2342" fmla="*/ 1356836 w 3114960"/>
              <a:gd name="connsiteY2342" fmla="*/ 4183571 h 5143785"/>
              <a:gd name="connsiteX2343" fmla="*/ 1336739 w 3114960"/>
              <a:gd name="connsiteY2343" fmla="*/ 4187952 h 5143785"/>
              <a:gd name="connsiteX2344" fmla="*/ 1341120 w 3114960"/>
              <a:gd name="connsiteY2344" fmla="*/ 4208050 h 5143785"/>
              <a:gd name="connsiteX2345" fmla="*/ 1341120 w 3114960"/>
              <a:gd name="connsiteY2345" fmla="*/ 4208050 h 5143785"/>
              <a:gd name="connsiteX2346" fmla="*/ 1348740 w 3114960"/>
              <a:gd name="connsiteY2346" fmla="*/ 4210336 h 5143785"/>
              <a:gd name="connsiteX2347" fmla="*/ 1349407 w 3114960"/>
              <a:gd name="connsiteY2347" fmla="*/ 4370737 h 5143785"/>
              <a:gd name="connsiteX2348" fmla="*/ 1327214 w 3114960"/>
              <a:gd name="connsiteY2348" fmla="*/ 4389882 h 5143785"/>
              <a:gd name="connsiteX2349" fmla="*/ 1327214 w 3114960"/>
              <a:gd name="connsiteY2349" fmla="*/ 4493229 h 5143785"/>
              <a:gd name="connsiteX2350" fmla="*/ 1319308 w 3114960"/>
              <a:gd name="connsiteY2350" fmla="*/ 4500087 h 5143785"/>
              <a:gd name="connsiteX2351" fmla="*/ 1325785 w 3114960"/>
              <a:gd name="connsiteY2351" fmla="*/ 4515993 h 5143785"/>
              <a:gd name="connsiteX2352" fmla="*/ 1343692 w 3114960"/>
              <a:gd name="connsiteY2352" fmla="*/ 4203954 h 5143785"/>
              <a:gd name="connsiteX2353" fmla="*/ 1340739 w 3114960"/>
              <a:gd name="connsiteY2353" fmla="*/ 4190429 h 5143785"/>
              <a:gd name="connsiteX2354" fmla="*/ 1354265 w 3114960"/>
              <a:gd name="connsiteY2354" fmla="*/ 4187476 h 5143785"/>
              <a:gd name="connsiteX2355" fmla="*/ 1357217 w 3114960"/>
              <a:gd name="connsiteY2355" fmla="*/ 4201002 h 5143785"/>
              <a:gd name="connsiteX2356" fmla="*/ 1343692 w 3114960"/>
              <a:gd name="connsiteY2356" fmla="*/ 4203954 h 5143785"/>
              <a:gd name="connsiteX2357" fmla="*/ 527209 w 3114960"/>
              <a:gd name="connsiteY2357" fmla="*/ 2007680 h 5143785"/>
              <a:gd name="connsiteX2358" fmla="*/ 520065 w 3114960"/>
              <a:gd name="connsiteY2358" fmla="*/ 2007680 h 5143785"/>
              <a:gd name="connsiteX2359" fmla="*/ 520065 w 3114960"/>
              <a:gd name="connsiteY2359" fmla="*/ 1999202 h 5143785"/>
              <a:gd name="connsiteX2360" fmla="*/ 527209 w 3114960"/>
              <a:gd name="connsiteY2360" fmla="*/ 1999202 h 5143785"/>
              <a:gd name="connsiteX2361" fmla="*/ 527209 w 3114960"/>
              <a:gd name="connsiteY2361" fmla="*/ 2007680 h 5143785"/>
              <a:gd name="connsiteX2362" fmla="*/ 1802511 w 3114960"/>
              <a:gd name="connsiteY2362" fmla="*/ 2334863 h 5143785"/>
              <a:gd name="connsiteX2363" fmla="*/ 1799177 w 3114960"/>
              <a:gd name="connsiteY2363" fmla="*/ 2338197 h 5143785"/>
              <a:gd name="connsiteX2364" fmla="*/ 1785747 w 3114960"/>
              <a:gd name="connsiteY2364" fmla="*/ 2324767 h 5143785"/>
              <a:gd name="connsiteX2365" fmla="*/ 1789081 w 3114960"/>
              <a:gd name="connsiteY2365" fmla="*/ 2321433 h 5143785"/>
              <a:gd name="connsiteX2366" fmla="*/ 1802511 w 3114960"/>
              <a:gd name="connsiteY2366" fmla="*/ 2334863 h 5143785"/>
              <a:gd name="connsiteX2367" fmla="*/ 1538097 w 3114960"/>
              <a:gd name="connsiteY2367" fmla="*/ 191453 h 5143785"/>
              <a:gd name="connsiteX2368" fmla="*/ 1573149 w 3114960"/>
              <a:gd name="connsiteY2368" fmla="*/ 227076 h 5143785"/>
              <a:gd name="connsiteX2369" fmla="*/ 1574864 w 3114960"/>
              <a:gd name="connsiteY2369" fmla="*/ 227743 h 5143785"/>
              <a:gd name="connsiteX2370" fmla="*/ 1575054 w 3114960"/>
              <a:gd name="connsiteY2370" fmla="*/ 227743 h 5143785"/>
              <a:gd name="connsiteX2371" fmla="*/ 1576769 w 3114960"/>
              <a:gd name="connsiteY2371" fmla="*/ 226695 h 5143785"/>
              <a:gd name="connsiteX2372" fmla="*/ 1591532 w 3114960"/>
              <a:gd name="connsiteY2372" fmla="*/ 205454 h 5143785"/>
              <a:gd name="connsiteX2373" fmla="*/ 1591913 w 3114960"/>
              <a:gd name="connsiteY2373" fmla="*/ 204121 h 5143785"/>
              <a:gd name="connsiteX2374" fmla="*/ 1591913 w 3114960"/>
              <a:gd name="connsiteY2374" fmla="*/ 147161 h 5143785"/>
              <a:gd name="connsiteX2375" fmla="*/ 1601343 w 3114960"/>
              <a:gd name="connsiteY2375" fmla="*/ 135827 h 5143785"/>
              <a:gd name="connsiteX2376" fmla="*/ 1589532 w 3114960"/>
              <a:gd name="connsiteY2376" fmla="*/ 124016 h 5143785"/>
              <a:gd name="connsiteX2377" fmla="*/ 1577721 w 3114960"/>
              <a:gd name="connsiteY2377" fmla="*/ 135827 h 5143785"/>
              <a:gd name="connsiteX2378" fmla="*/ 1587151 w 3114960"/>
              <a:gd name="connsiteY2378" fmla="*/ 147161 h 5143785"/>
              <a:gd name="connsiteX2379" fmla="*/ 1587151 w 3114960"/>
              <a:gd name="connsiteY2379" fmla="*/ 203359 h 5143785"/>
              <a:gd name="connsiteX2380" fmla="*/ 1574387 w 3114960"/>
              <a:gd name="connsiteY2380" fmla="*/ 221647 h 5143785"/>
              <a:gd name="connsiteX2381" fmla="*/ 1542098 w 3114960"/>
              <a:gd name="connsiteY2381" fmla="*/ 188786 h 5143785"/>
              <a:gd name="connsiteX2382" fmla="*/ 1542098 w 3114960"/>
              <a:gd name="connsiteY2382" fmla="*/ 159449 h 5143785"/>
              <a:gd name="connsiteX2383" fmla="*/ 1549241 w 3114960"/>
              <a:gd name="connsiteY2383" fmla="*/ 150590 h 5143785"/>
              <a:gd name="connsiteX2384" fmla="*/ 1539907 w 3114960"/>
              <a:gd name="connsiteY2384" fmla="*/ 141256 h 5143785"/>
              <a:gd name="connsiteX2385" fmla="*/ 1530572 w 3114960"/>
              <a:gd name="connsiteY2385" fmla="*/ 150590 h 5143785"/>
              <a:gd name="connsiteX2386" fmla="*/ 1537240 w 3114960"/>
              <a:gd name="connsiteY2386" fmla="*/ 159353 h 5143785"/>
              <a:gd name="connsiteX2387" fmla="*/ 1537240 w 3114960"/>
              <a:gd name="connsiteY2387" fmla="*/ 189738 h 5143785"/>
              <a:gd name="connsiteX2388" fmla="*/ 1537907 w 3114960"/>
              <a:gd name="connsiteY2388" fmla="*/ 191453 h 5143785"/>
              <a:gd name="connsiteX2389" fmla="*/ 1582579 w 3114960"/>
              <a:gd name="connsiteY2389" fmla="*/ 135827 h 5143785"/>
              <a:gd name="connsiteX2390" fmla="*/ 1589627 w 3114960"/>
              <a:gd name="connsiteY2390" fmla="*/ 128778 h 5143785"/>
              <a:gd name="connsiteX2391" fmla="*/ 1596676 w 3114960"/>
              <a:gd name="connsiteY2391" fmla="*/ 135827 h 5143785"/>
              <a:gd name="connsiteX2392" fmla="*/ 1589627 w 3114960"/>
              <a:gd name="connsiteY2392" fmla="*/ 142875 h 5143785"/>
              <a:gd name="connsiteX2393" fmla="*/ 1582579 w 3114960"/>
              <a:gd name="connsiteY2393" fmla="*/ 135827 h 5143785"/>
              <a:gd name="connsiteX2394" fmla="*/ 1920431 w 3114960"/>
              <a:gd name="connsiteY2394" fmla="*/ 4386072 h 5143785"/>
              <a:gd name="connsiteX2395" fmla="*/ 1906810 w 3114960"/>
              <a:gd name="connsiteY2395" fmla="*/ 4397502 h 5143785"/>
              <a:gd name="connsiteX2396" fmla="*/ 1900238 w 3114960"/>
              <a:gd name="connsiteY2396" fmla="*/ 4397502 h 5143785"/>
              <a:gd name="connsiteX2397" fmla="*/ 1861661 w 3114960"/>
              <a:gd name="connsiteY2397" fmla="*/ 4444079 h 5143785"/>
              <a:gd name="connsiteX2398" fmla="*/ 1855756 w 3114960"/>
              <a:gd name="connsiteY2398" fmla="*/ 4444079 h 5143785"/>
              <a:gd name="connsiteX2399" fmla="*/ 1843373 w 3114960"/>
              <a:gd name="connsiteY2399" fmla="*/ 4433697 h 5143785"/>
              <a:gd name="connsiteX2400" fmla="*/ 1830515 w 3114960"/>
              <a:gd name="connsiteY2400" fmla="*/ 4446556 h 5143785"/>
              <a:gd name="connsiteX2401" fmla="*/ 1843373 w 3114960"/>
              <a:gd name="connsiteY2401" fmla="*/ 4459415 h 5143785"/>
              <a:gd name="connsiteX2402" fmla="*/ 1855756 w 3114960"/>
              <a:gd name="connsiteY2402" fmla="*/ 4448937 h 5143785"/>
              <a:gd name="connsiteX2403" fmla="*/ 1863947 w 3114960"/>
              <a:gd name="connsiteY2403" fmla="*/ 4448937 h 5143785"/>
              <a:gd name="connsiteX2404" fmla="*/ 1902524 w 3114960"/>
              <a:gd name="connsiteY2404" fmla="*/ 4402265 h 5143785"/>
              <a:gd name="connsiteX2405" fmla="*/ 1906905 w 3114960"/>
              <a:gd name="connsiteY2405" fmla="*/ 4402265 h 5143785"/>
              <a:gd name="connsiteX2406" fmla="*/ 1920526 w 3114960"/>
              <a:gd name="connsiteY2406" fmla="*/ 4413695 h 5143785"/>
              <a:gd name="connsiteX2407" fmla="*/ 1934337 w 3114960"/>
              <a:gd name="connsiteY2407" fmla="*/ 4399884 h 5143785"/>
              <a:gd name="connsiteX2408" fmla="*/ 1920526 w 3114960"/>
              <a:gd name="connsiteY2408" fmla="*/ 4386072 h 5143785"/>
              <a:gd name="connsiteX2409" fmla="*/ 1843373 w 3114960"/>
              <a:gd name="connsiteY2409" fmla="*/ 4454652 h 5143785"/>
              <a:gd name="connsiteX2410" fmla="*/ 1835277 w 3114960"/>
              <a:gd name="connsiteY2410" fmla="*/ 4446556 h 5143785"/>
              <a:gd name="connsiteX2411" fmla="*/ 1843373 w 3114960"/>
              <a:gd name="connsiteY2411" fmla="*/ 4438460 h 5143785"/>
              <a:gd name="connsiteX2412" fmla="*/ 1851470 w 3114960"/>
              <a:gd name="connsiteY2412" fmla="*/ 4446556 h 5143785"/>
              <a:gd name="connsiteX2413" fmla="*/ 1843373 w 3114960"/>
              <a:gd name="connsiteY2413" fmla="*/ 4454652 h 5143785"/>
              <a:gd name="connsiteX2414" fmla="*/ 95 w 3114960"/>
              <a:gd name="connsiteY2414" fmla="*/ 1297019 h 5143785"/>
              <a:gd name="connsiteX2415" fmla="*/ 31433 w 3114960"/>
              <a:gd name="connsiteY2415" fmla="*/ 1324642 h 5143785"/>
              <a:gd name="connsiteX2416" fmla="*/ 28289 w 3114960"/>
              <a:gd name="connsiteY2416" fmla="*/ 1334072 h 5143785"/>
              <a:gd name="connsiteX2417" fmla="*/ 44482 w 3114960"/>
              <a:gd name="connsiteY2417" fmla="*/ 1350264 h 5143785"/>
              <a:gd name="connsiteX2418" fmla="*/ 60674 w 3114960"/>
              <a:gd name="connsiteY2418" fmla="*/ 1334072 h 5143785"/>
              <a:gd name="connsiteX2419" fmla="*/ 44482 w 3114960"/>
              <a:gd name="connsiteY2419" fmla="*/ 1317879 h 5143785"/>
              <a:gd name="connsiteX2420" fmla="*/ 36862 w 3114960"/>
              <a:gd name="connsiteY2420" fmla="*/ 1319879 h 5143785"/>
              <a:gd name="connsiteX2421" fmla="*/ 95 w 3114960"/>
              <a:gd name="connsiteY2421" fmla="*/ 1287494 h 5143785"/>
              <a:gd name="connsiteX2422" fmla="*/ 95 w 3114960"/>
              <a:gd name="connsiteY2422" fmla="*/ 1297019 h 5143785"/>
              <a:gd name="connsiteX2423" fmla="*/ 44482 w 3114960"/>
              <a:gd name="connsiteY2423" fmla="*/ 1325023 h 5143785"/>
              <a:gd name="connsiteX2424" fmla="*/ 53531 w 3114960"/>
              <a:gd name="connsiteY2424" fmla="*/ 1334072 h 5143785"/>
              <a:gd name="connsiteX2425" fmla="*/ 44482 w 3114960"/>
              <a:gd name="connsiteY2425" fmla="*/ 1343120 h 5143785"/>
              <a:gd name="connsiteX2426" fmla="*/ 35433 w 3114960"/>
              <a:gd name="connsiteY2426" fmla="*/ 1334072 h 5143785"/>
              <a:gd name="connsiteX2427" fmla="*/ 44482 w 3114960"/>
              <a:gd name="connsiteY2427" fmla="*/ 1325023 h 5143785"/>
              <a:gd name="connsiteX2428" fmla="*/ 2007584 w 3114960"/>
              <a:gd name="connsiteY2428" fmla="*/ 4336923 h 5143785"/>
              <a:gd name="connsiteX2429" fmla="*/ 2045970 w 3114960"/>
              <a:gd name="connsiteY2429" fmla="*/ 4385596 h 5143785"/>
              <a:gd name="connsiteX2430" fmla="*/ 2045970 w 3114960"/>
              <a:gd name="connsiteY2430" fmla="*/ 4385596 h 5143785"/>
              <a:gd name="connsiteX2431" fmla="*/ 2045970 w 3114960"/>
              <a:gd name="connsiteY2431" fmla="*/ 4401122 h 5143785"/>
              <a:gd name="connsiteX2432" fmla="*/ 2049780 w 3114960"/>
              <a:gd name="connsiteY2432" fmla="*/ 4406837 h 5143785"/>
              <a:gd name="connsiteX2433" fmla="*/ 2049780 w 3114960"/>
              <a:gd name="connsiteY2433" fmla="*/ 4434745 h 5143785"/>
              <a:gd name="connsiteX2434" fmla="*/ 2065973 w 3114960"/>
              <a:gd name="connsiteY2434" fmla="*/ 4456557 h 5143785"/>
              <a:gd name="connsiteX2435" fmla="*/ 2143601 w 3114960"/>
              <a:gd name="connsiteY2435" fmla="*/ 4456557 h 5143785"/>
              <a:gd name="connsiteX2436" fmla="*/ 2158746 w 3114960"/>
              <a:gd name="connsiteY2436" fmla="*/ 4440936 h 5143785"/>
              <a:gd name="connsiteX2437" fmla="*/ 2198942 w 3114960"/>
              <a:gd name="connsiteY2437" fmla="*/ 4441222 h 5143785"/>
              <a:gd name="connsiteX2438" fmla="*/ 2199227 w 3114960"/>
              <a:gd name="connsiteY2438" fmla="*/ 4442460 h 5143785"/>
              <a:gd name="connsiteX2439" fmla="*/ 2211991 w 3114960"/>
              <a:gd name="connsiteY2439" fmla="*/ 4447794 h 5143785"/>
              <a:gd name="connsiteX2440" fmla="*/ 2217325 w 3114960"/>
              <a:gd name="connsiteY2440" fmla="*/ 4435031 h 5143785"/>
              <a:gd name="connsiteX2441" fmla="*/ 2214944 w 3114960"/>
              <a:gd name="connsiteY2441" fmla="*/ 4431602 h 5143785"/>
              <a:gd name="connsiteX2442" fmla="*/ 2230088 w 3114960"/>
              <a:gd name="connsiteY2442" fmla="*/ 4414457 h 5143785"/>
              <a:gd name="connsiteX2443" fmla="*/ 2230660 w 3114960"/>
              <a:gd name="connsiteY2443" fmla="*/ 4412837 h 5143785"/>
              <a:gd name="connsiteX2444" fmla="*/ 2230374 w 3114960"/>
              <a:gd name="connsiteY2444" fmla="*/ 4349592 h 5143785"/>
              <a:gd name="connsiteX2445" fmla="*/ 2230184 w 3114960"/>
              <a:gd name="connsiteY2445" fmla="*/ 4348544 h 5143785"/>
              <a:gd name="connsiteX2446" fmla="*/ 2219135 w 3114960"/>
              <a:gd name="connsiteY2446" fmla="*/ 4324255 h 5143785"/>
              <a:gd name="connsiteX2447" fmla="*/ 2221516 w 3114960"/>
              <a:gd name="connsiteY2447" fmla="*/ 4321874 h 5143785"/>
              <a:gd name="connsiteX2448" fmla="*/ 2223135 w 3114960"/>
              <a:gd name="connsiteY2448" fmla="*/ 4313492 h 5143785"/>
              <a:gd name="connsiteX2449" fmla="*/ 2218373 w 3114960"/>
              <a:gd name="connsiteY2449" fmla="*/ 4306443 h 5143785"/>
              <a:gd name="connsiteX2450" fmla="*/ 2209991 w 3114960"/>
              <a:gd name="connsiteY2450" fmla="*/ 4304824 h 5143785"/>
              <a:gd name="connsiteX2451" fmla="*/ 2201228 w 3114960"/>
              <a:gd name="connsiteY2451" fmla="*/ 4317969 h 5143785"/>
              <a:gd name="connsiteX2452" fmla="*/ 2212181 w 3114960"/>
              <a:gd name="connsiteY2452" fmla="*/ 4326922 h 5143785"/>
              <a:gd name="connsiteX2453" fmla="*/ 2214372 w 3114960"/>
              <a:gd name="connsiteY2453" fmla="*/ 4326731 h 5143785"/>
              <a:gd name="connsiteX2454" fmla="*/ 2214753 w 3114960"/>
              <a:gd name="connsiteY2454" fmla="*/ 4326541 h 5143785"/>
              <a:gd name="connsiteX2455" fmla="*/ 2225421 w 3114960"/>
              <a:gd name="connsiteY2455" fmla="*/ 4350068 h 5143785"/>
              <a:gd name="connsiteX2456" fmla="*/ 2225612 w 3114960"/>
              <a:gd name="connsiteY2456" fmla="*/ 4411885 h 5143785"/>
              <a:gd name="connsiteX2457" fmla="*/ 2210181 w 3114960"/>
              <a:gd name="connsiteY2457" fmla="*/ 4429316 h 5143785"/>
              <a:gd name="connsiteX2458" fmla="*/ 2204276 w 3114960"/>
              <a:gd name="connsiteY2458" fmla="*/ 4429602 h 5143785"/>
              <a:gd name="connsiteX2459" fmla="*/ 2198656 w 3114960"/>
              <a:gd name="connsiteY2459" fmla="*/ 4436269 h 5143785"/>
              <a:gd name="connsiteX2460" fmla="*/ 2156365 w 3114960"/>
              <a:gd name="connsiteY2460" fmla="*/ 4435983 h 5143785"/>
              <a:gd name="connsiteX2461" fmla="*/ 2141220 w 3114960"/>
              <a:gd name="connsiteY2461" fmla="*/ 4451604 h 5143785"/>
              <a:gd name="connsiteX2462" fmla="*/ 2068163 w 3114960"/>
              <a:gd name="connsiteY2462" fmla="*/ 4451604 h 5143785"/>
              <a:gd name="connsiteX2463" fmla="*/ 2054447 w 3114960"/>
              <a:gd name="connsiteY2463" fmla="*/ 4433030 h 5143785"/>
              <a:gd name="connsiteX2464" fmla="*/ 2054447 w 3114960"/>
              <a:gd name="connsiteY2464" fmla="*/ 4406742 h 5143785"/>
              <a:gd name="connsiteX2465" fmla="*/ 2058257 w 3114960"/>
              <a:gd name="connsiteY2465" fmla="*/ 4401027 h 5143785"/>
              <a:gd name="connsiteX2466" fmla="*/ 2058257 w 3114960"/>
              <a:gd name="connsiteY2466" fmla="*/ 4381500 h 5143785"/>
              <a:gd name="connsiteX2467" fmla="*/ 2051971 w 3114960"/>
              <a:gd name="connsiteY2467" fmla="*/ 4375214 h 5143785"/>
              <a:gd name="connsiteX2468" fmla="*/ 2046542 w 3114960"/>
              <a:gd name="connsiteY2468" fmla="*/ 4378643 h 5143785"/>
              <a:gd name="connsiteX2469" fmla="*/ 2009680 w 3114960"/>
              <a:gd name="connsiteY2469" fmla="*/ 4331970 h 5143785"/>
              <a:gd name="connsiteX2470" fmla="*/ 1934051 w 3114960"/>
              <a:gd name="connsiteY2470" fmla="*/ 4331970 h 5143785"/>
              <a:gd name="connsiteX2471" fmla="*/ 1890046 w 3114960"/>
              <a:gd name="connsiteY2471" fmla="*/ 4368737 h 5143785"/>
              <a:gd name="connsiteX2472" fmla="*/ 1884712 w 3114960"/>
              <a:gd name="connsiteY2472" fmla="*/ 4367118 h 5143785"/>
              <a:gd name="connsiteX2473" fmla="*/ 1873758 w 3114960"/>
              <a:gd name="connsiteY2473" fmla="*/ 4378071 h 5143785"/>
              <a:gd name="connsiteX2474" fmla="*/ 1884712 w 3114960"/>
              <a:gd name="connsiteY2474" fmla="*/ 4389025 h 5143785"/>
              <a:gd name="connsiteX2475" fmla="*/ 1895666 w 3114960"/>
              <a:gd name="connsiteY2475" fmla="*/ 4378071 h 5143785"/>
              <a:gd name="connsiteX2476" fmla="*/ 1893665 w 3114960"/>
              <a:gd name="connsiteY2476" fmla="*/ 4372070 h 5143785"/>
              <a:gd name="connsiteX2477" fmla="*/ 1936052 w 3114960"/>
              <a:gd name="connsiteY2477" fmla="*/ 4336828 h 5143785"/>
              <a:gd name="connsiteX2478" fmla="*/ 2007299 w 3114960"/>
              <a:gd name="connsiteY2478" fmla="*/ 4336828 h 5143785"/>
              <a:gd name="connsiteX2479" fmla="*/ 2217611 w 3114960"/>
              <a:gd name="connsiteY2479" fmla="*/ 4319302 h 5143785"/>
              <a:gd name="connsiteX2480" fmla="*/ 2213610 w 3114960"/>
              <a:gd name="connsiteY2480" fmla="*/ 4321969 h 5143785"/>
              <a:gd name="connsiteX2481" fmla="*/ 2206181 w 3114960"/>
              <a:gd name="connsiteY2481" fmla="*/ 4317111 h 5143785"/>
              <a:gd name="connsiteX2482" fmla="*/ 2211134 w 3114960"/>
              <a:gd name="connsiteY2482" fmla="*/ 4309682 h 5143785"/>
              <a:gd name="connsiteX2483" fmla="*/ 2215896 w 3114960"/>
              <a:gd name="connsiteY2483" fmla="*/ 4310634 h 5143785"/>
              <a:gd name="connsiteX2484" fmla="*/ 2218563 w 3114960"/>
              <a:gd name="connsiteY2484" fmla="*/ 4314635 h 5143785"/>
              <a:gd name="connsiteX2485" fmla="*/ 2217611 w 3114960"/>
              <a:gd name="connsiteY2485" fmla="*/ 4319397 h 5143785"/>
              <a:gd name="connsiteX2486" fmla="*/ 1536192 w 3114960"/>
              <a:gd name="connsiteY2486" fmla="*/ 302609 h 5143785"/>
              <a:gd name="connsiteX2487" fmla="*/ 1524572 w 3114960"/>
              <a:gd name="connsiteY2487" fmla="*/ 313087 h 5143785"/>
              <a:gd name="connsiteX2488" fmla="*/ 1535049 w 3114960"/>
              <a:gd name="connsiteY2488" fmla="*/ 324707 h 5143785"/>
              <a:gd name="connsiteX2489" fmla="*/ 1540764 w 3114960"/>
              <a:gd name="connsiteY2489" fmla="*/ 323279 h 5143785"/>
              <a:gd name="connsiteX2490" fmla="*/ 1589437 w 3114960"/>
              <a:gd name="connsiteY2490" fmla="*/ 382429 h 5143785"/>
              <a:gd name="connsiteX2491" fmla="*/ 1589151 w 3114960"/>
              <a:gd name="connsiteY2491" fmla="*/ 481394 h 5143785"/>
              <a:gd name="connsiteX2492" fmla="*/ 1584293 w 3114960"/>
              <a:gd name="connsiteY2492" fmla="*/ 481394 h 5143785"/>
              <a:gd name="connsiteX2493" fmla="*/ 1577435 w 3114960"/>
              <a:gd name="connsiteY2493" fmla="*/ 488252 h 5143785"/>
              <a:gd name="connsiteX2494" fmla="*/ 1577435 w 3114960"/>
              <a:gd name="connsiteY2494" fmla="*/ 502634 h 5143785"/>
              <a:gd name="connsiteX2495" fmla="*/ 1584293 w 3114960"/>
              <a:gd name="connsiteY2495" fmla="*/ 509492 h 5143785"/>
              <a:gd name="connsiteX2496" fmla="*/ 1598676 w 3114960"/>
              <a:gd name="connsiteY2496" fmla="*/ 509492 h 5143785"/>
              <a:gd name="connsiteX2497" fmla="*/ 1605534 w 3114960"/>
              <a:gd name="connsiteY2497" fmla="*/ 502634 h 5143785"/>
              <a:gd name="connsiteX2498" fmla="*/ 1605534 w 3114960"/>
              <a:gd name="connsiteY2498" fmla="*/ 488252 h 5143785"/>
              <a:gd name="connsiteX2499" fmla="*/ 1598676 w 3114960"/>
              <a:gd name="connsiteY2499" fmla="*/ 481394 h 5143785"/>
              <a:gd name="connsiteX2500" fmla="*/ 1593818 w 3114960"/>
              <a:gd name="connsiteY2500" fmla="*/ 481394 h 5143785"/>
              <a:gd name="connsiteX2501" fmla="*/ 1594104 w 3114960"/>
              <a:gd name="connsiteY2501" fmla="*/ 380714 h 5143785"/>
              <a:gd name="connsiteX2502" fmla="*/ 1544288 w 3114960"/>
              <a:gd name="connsiteY2502" fmla="*/ 320135 h 5143785"/>
              <a:gd name="connsiteX2503" fmla="*/ 1546574 w 3114960"/>
              <a:gd name="connsiteY2503" fmla="*/ 314230 h 5143785"/>
              <a:gd name="connsiteX2504" fmla="*/ 1536097 w 3114960"/>
              <a:gd name="connsiteY2504" fmla="*/ 302609 h 5143785"/>
              <a:gd name="connsiteX2505" fmla="*/ 1598771 w 3114960"/>
              <a:gd name="connsiteY2505" fmla="*/ 486156 h 5143785"/>
              <a:gd name="connsiteX2506" fmla="*/ 1600867 w 3114960"/>
              <a:gd name="connsiteY2506" fmla="*/ 488252 h 5143785"/>
              <a:gd name="connsiteX2507" fmla="*/ 1600867 w 3114960"/>
              <a:gd name="connsiteY2507" fmla="*/ 502634 h 5143785"/>
              <a:gd name="connsiteX2508" fmla="*/ 1598771 w 3114960"/>
              <a:gd name="connsiteY2508" fmla="*/ 504730 h 5143785"/>
              <a:gd name="connsiteX2509" fmla="*/ 1584389 w 3114960"/>
              <a:gd name="connsiteY2509" fmla="*/ 504730 h 5143785"/>
              <a:gd name="connsiteX2510" fmla="*/ 1582293 w 3114960"/>
              <a:gd name="connsiteY2510" fmla="*/ 502634 h 5143785"/>
              <a:gd name="connsiteX2511" fmla="*/ 1582293 w 3114960"/>
              <a:gd name="connsiteY2511" fmla="*/ 488252 h 5143785"/>
              <a:gd name="connsiteX2512" fmla="*/ 1584389 w 3114960"/>
              <a:gd name="connsiteY2512" fmla="*/ 486156 h 5143785"/>
              <a:gd name="connsiteX2513" fmla="*/ 1598771 w 3114960"/>
              <a:gd name="connsiteY2513" fmla="*/ 486156 h 5143785"/>
              <a:gd name="connsiteX2514" fmla="*/ 520065 w 3114960"/>
              <a:gd name="connsiteY2514" fmla="*/ 2016062 h 5143785"/>
              <a:gd name="connsiteX2515" fmla="*/ 527209 w 3114960"/>
              <a:gd name="connsiteY2515" fmla="*/ 2016062 h 5143785"/>
              <a:gd name="connsiteX2516" fmla="*/ 527209 w 3114960"/>
              <a:gd name="connsiteY2516" fmla="*/ 2024539 h 5143785"/>
              <a:gd name="connsiteX2517" fmla="*/ 520065 w 3114960"/>
              <a:gd name="connsiteY2517" fmla="*/ 2024539 h 5143785"/>
              <a:gd name="connsiteX2518" fmla="*/ 520065 w 3114960"/>
              <a:gd name="connsiteY2518" fmla="*/ 2016062 h 5143785"/>
              <a:gd name="connsiteX2519" fmla="*/ 1826038 w 3114960"/>
              <a:gd name="connsiteY2519" fmla="*/ 2365153 h 5143785"/>
              <a:gd name="connsiteX2520" fmla="*/ 1812607 w 3114960"/>
              <a:gd name="connsiteY2520" fmla="*/ 2351723 h 5143785"/>
              <a:gd name="connsiteX2521" fmla="*/ 1815941 w 3114960"/>
              <a:gd name="connsiteY2521" fmla="*/ 2348389 h 5143785"/>
              <a:gd name="connsiteX2522" fmla="*/ 1829467 w 3114960"/>
              <a:gd name="connsiteY2522" fmla="*/ 2361819 h 5143785"/>
              <a:gd name="connsiteX2523" fmla="*/ 1826133 w 3114960"/>
              <a:gd name="connsiteY2523" fmla="*/ 2365153 h 5143785"/>
              <a:gd name="connsiteX2524" fmla="*/ 1207389 w 3114960"/>
              <a:gd name="connsiteY2524" fmla="*/ 4287203 h 5143785"/>
              <a:gd name="connsiteX2525" fmla="*/ 1203960 w 3114960"/>
              <a:gd name="connsiteY2525" fmla="*/ 4293680 h 5143785"/>
              <a:gd name="connsiteX2526" fmla="*/ 1127284 w 3114960"/>
              <a:gd name="connsiteY2526" fmla="*/ 4293394 h 5143785"/>
              <a:gd name="connsiteX2527" fmla="*/ 1108139 w 3114960"/>
              <a:gd name="connsiteY2527" fmla="*/ 4271201 h 5143785"/>
              <a:gd name="connsiteX2528" fmla="*/ 985361 w 3114960"/>
              <a:gd name="connsiteY2528" fmla="*/ 4271201 h 5143785"/>
              <a:gd name="connsiteX2529" fmla="*/ 976598 w 3114960"/>
              <a:gd name="connsiteY2529" fmla="*/ 4261866 h 5143785"/>
              <a:gd name="connsiteX2530" fmla="*/ 976598 w 3114960"/>
              <a:gd name="connsiteY2530" fmla="*/ 4224814 h 5143785"/>
              <a:gd name="connsiteX2531" fmla="*/ 977265 w 3114960"/>
              <a:gd name="connsiteY2531" fmla="*/ 4224814 h 5143785"/>
              <a:gd name="connsiteX2532" fmla="*/ 983837 w 3114960"/>
              <a:gd name="connsiteY2532" fmla="*/ 4219575 h 5143785"/>
              <a:gd name="connsiteX2533" fmla="*/ 984790 w 3114960"/>
              <a:gd name="connsiteY2533" fmla="*/ 4211288 h 5143785"/>
              <a:gd name="connsiteX2534" fmla="*/ 976313 w 3114960"/>
              <a:gd name="connsiteY2534" fmla="*/ 4203669 h 5143785"/>
              <a:gd name="connsiteX2535" fmla="*/ 976694 w 3114960"/>
              <a:gd name="connsiteY2535" fmla="*/ 4136422 h 5143785"/>
              <a:gd name="connsiteX2536" fmla="*/ 917067 w 3114960"/>
              <a:gd name="connsiteY2536" fmla="*/ 4069366 h 5143785"/>
              <a:gd name="connsiteX2537" fmla="*/ 916781 w 3114960"/>
              <a:gd name="connsiteY2537" fmla="*/ 3989832 h 5143785"/>
              <a:gd name="connsiteX2538" fmla="*/ 921068 w 3114960"/>
              <a:gd name="connsiteY2538" fmla="*/ 3989832 h 5143785"/>
              <a:gd name="connsiteX2539" fmla="*/ 926592 w 3114960"/>
              <a:gd name="connsiteY2539" fmla="*/ 3984308 h 5143785"/>
              <a:gd name="connsiteX2540" fmla="*/ 926592 w 3114960"/>
              <a:gd name="connsiteY2540" fmla="*/ 3970877 h 5143785"/>
              <a:gd name="connsiteX2541" fmla="*/ 921068 w 3114960"/>
              <a:gd name="connsiteY2541" fmla="*/ 3965353 h 5143785"/>
              <a:gd name="connsiteX2542" fmla="*/ 907637 w 3114960"/>
              <a:gd name="connsiteY2542" fmla="*/ 3965353 h 5143785"/>
              <a:gd name="connsiteX2543" fmla="*/ 902113 w 3114960"/>
              <a:gd name="connsiteY2543" fmla="*/ 3970877 h 5143785"/>
              <a:gd name="connsiteX2544" fmla="*/ 902113 w 3114960"/>
              <a:gd name="connsiteY2544" fmla="*/ 3976211 h 5143785"/>
              <a:gd name="connsiteX2545" fmla="*/ 880682 w 3114960"/>
              <a:gd name="connsiteY2545" fmla="*/ 3976211 h 5143785"/>
              <a:gd name="connsiteX2546" fmla="*/ 852297 w 3114960"/>
              <a:gd name="connsiteY2546" fmla="*/ 3949065 h 5143785"/>
              <a:gd name="connsiteX2547" fmla="*/ 708089 w 3114960"/>
              <a:gd name="connsiteY2547" fmla="*/ 3949065 h 5143785"/>
              <a:gd name="connsiteX2548" fmla="*/ 688658 w 3114960"/>
              <a:gd name="connsiteY2548" fmla="*/ 3938492 h 5143785"/>
              <a:gd name="connsiteX2549" fmla="*/ 641509 w 3114960"/>
              <a:gd name="connsiteY2549" fmla="*/ 3938207 h 5143785"/>
              <a:gd name="connsiteX2550" fmla="*/ 641033 w 3114960"/>
              <a:gd name="connsiteY2550" fmla="*/ 3934492 h 5143785"/>
              <a:gd name="connsiteX2551" fmla="*/ 634556 w 3114960"/>
              <a:gd name="connsiteY2551" fmla="*/ 3927253 h 5143785"/>
              <a:gd name="connsiteX2552" fmla="*/ 624935 w 3114960"/>
              <a:gd name="connsiteY2552" fmla="*/ 3926681 h 5143785"/>
              <a:gd name="connsiteX2553" fmla="*/ 617220 w 3114960"/>
              <a:gd name="connsiteY2553" fmla="*/ 3942779 h 5143785"/>
              <a:gd name="connsiteX2554" fmla="*/ 629126 w 3114960"/>
              <a:gd name="connsiteY2554" fmla="*/ 3951256 h 5143785"/>
              <a:gd name="connsiteX2555" fmla="*/ 633317 w 3114960"/>
              <a:gd name="connsiteY2555" fmla="*/ 3950589 h 5143785"/>
              <a:gd name="connsiteX2556" fmla="*/ 640556 w 3114960"/>
              <a:gd name="connsiteY2556" fmla="*/ 3944112 h 5143785"/>
              <a:gd name="connsiteX2557" fmla="*/ 640842 w 3114960"/>
              <a:gd name="connsiteY2557" fmla="*/ 3942874 h 5143785"/>
              <a:gd name="connsiteX2558" fmla="*/ 686943 w 3114960"/>
              <a:gd name="connsiteY2558" fmla="*/ 3942874 h 5143785"/>
              <a:gd name="connsiteX2559" fmla="*/ 706374 w 3114960"/>
              <a:gd name="connsiteY2559" fmla="*/ 3953447 h 5143785"/>
              <a:gd name="connsiteX2560" fmla="*/ 850392 w 3114960"/>
              <a:gd name="connsiteY2560" fmla="*/ 3953732 h 5143785"/>
              <a:gd name="connsiteX2561" fmla="*/ 878777 w 3114960"/>
              <a:gd name="connsiteY2561" fmla="*/ 3980879 h 5143785"/>
              <a:gd name="connsiteX2562" fmla="*/ 902113 w 3114960"/>
              <a:gd name="connsiteY2562" fmla="*/ 3980879 h 5143785"/>
              <a:gd name="connsiteX2563" fmla="*/ 902113 w 3114960"/>
              <a:gd name="connsiteY2563" fmla="*/ 3984212 h 5143785"/>
              <a:gd name="connsiteX2564" fmla="*/ 907637 w 3114960"/>
              <a:gd name="connsiteY2564" fmla="*/ 3989737 h 5143785"/>
              <a:gd name="connsiteX2565" fmla="*/ 911924 w 3114960"/>
              <a:gd name="connsiteY2565" fmla="*/ 3989737 h 5143785"/>
              <a:gd name="connsiteX2566" fmla="*/ 912209 w 3114960"/>
              <a:gd name="connsiteY2566" fmla="*/ 4071080 h 5143785"/>
              <a:gd name="connsiteX2567" fmla="*/ 971836 w 3114960"/>
              <a:gd name="connsiteY2567" fmla="*/ 4138136 h 5143785"/>
              <a:gd name="connsiteX2568" fmla="*/ 971455 w 3114960"/>
              <a:gd name="connsiteY2568" fmla="*/ 4203669 h 5143785"/>
              <a:gd name="connsiteX2569" fmla="*/ 971169 w 3114960"/>
              <a:gd name="connsiteY2569" fmla="*/ 4203669 h 5143785"/>
              <a:gd name="connsiteX2570" fmla="*/ 963644 w 3114960"/>
              <a:gd name="connsiteY2570" fmla="*/ 4217194 h 5143785"/>
              <a:gd name="connsiteX2571" fmla="*/ 968883 w 3114960"/>
              <a:gd name="connsiteY2571" fmla="*/ 4223766 h 5143785"/>
              <a:gd name="connsiteX2572" fmla="*/ 971836 w 3114960"/>
              <a:gd name="connsiteY2572" fmla="*/ 4224814 h 5143785"/>
              <a:gd name="connsiteX2573" fmla="*/ 971836 w 3114960"/>
              <a:gd name="connsiteY2573" fmla="*/ 4263676 h 5143785"/>
              <a:gd name="connsiteX2574" fmla="*/ 983361 w 3114960"/>
              <a:gd name="connsiteY2574" fmla="*/ 4275963 h 5143785"/>
              <a:gd name="connsiteX2575" fmla="*/ 1106043 w 3114960"/>
              <a:gd name="connsiteY2575" fmla="*/ 4275963 h 5143785"/>
              <a:gd name="connsiteX2576" fmla="*/ 1125188 w 3114960"/>
              <a:gd name="connsiteY2576" fmla="*/ 4298156 h 5143785"/>
              <a:gd name="connsiteX2577" fmla="*/ 1204055 w 3114960"/>
              <a:gd name="connsiteY2577" fmla="*/ 4298442 h 5143785"/>
              <a:gd name="connsiteX2578" fmla="*/ 1206913 w 3114960"/>
              <a:gd name="connsiteY2578" fmla="*/ 4304348 h 5143785"/>
              <a:gd name="connsiteX2579" fmla="*/ 1224153 w 3114960"/>
              <a:gd name="connsiteY2579" fmla="*/ 4304919 h 5143785"/>
              <a:gd name="connsiteX2580" fmla="*/ 1224725 w 3114960"/>
              <a:gd name="connsiteY2580" fmla="*/ 4287679 h 5143785"/>
              <a:gd name="connsiteX2581" fmla="*/ 1207484 w 3114960"/>
              <a:gd name="connsiteY2581" fmla="*/ 4287107 h 5143785"/>
              <a:gd name="connsiteX2582" fmla="*/ 636175 w 3114960"/>
              <a:gd name="connsiteY2582" fmla="*/ 3941826 h 5143785"/>
              <a:gd name="connsiteX2583" fmla="*/ 631698 w 3114960"/>
              <a:gd name="connsiteY2583" fmla="*/ 3945827 h 5143785"/>
              <a:gd name="connsiteX2584" fmla="*/ 621697 w 3114960"/>
              <a:gd name="connsiteY2584" fmla="*/ 3940969 h 5143785"/>
              <a:gd name="connsiteX2585" fmla="*/ 626554 w 3114960"/>
              <a:gd name="connsiteY2585" fmla="*/ 3930968 h 5143785"/>
              <a:gd name="connsiteX2586" fmla="*/ 629126 w 3114960"/>
              <a:gd name="connsiteY2586" fmla="*/ 3930492 h 5143785"/>
              <a:gd name="connsiteX2587" fmla="*/ 636556 w 3114960"/>
              <a:gd name="connsiteY2587" fmla="*/ 3935730 h 5143785"/>
              <a:gd name="connsiteX2588" fmla="*/ 636175 w 3114960"/>
              <a:gd name="connsiteY2588" fmla="*/ 3941731 h 5143785"/>
              <a:gd name="connsiteX2589" fmla="*/ 907542 w 3114960"/>
              <a:gd name="connsiteY2589" fmla="*/ 3984784 h 5143785"/>
              <a:gd name="connsiteX2590" fmla="*/ 906780 w 3114960"/>
              <a:gd name="connsiteY2590" fmla="*/ 3984022 h 5143785"/>
              <a:gd name="connsiteX2591" fmla="*/ 906780 w 3114960"/>
              <a:gd name="connsiteY2591" fmla="*/ 3970592 h 5143785"/>
              <a:gd name="connsiteX2592" fmla="*/ 907542 w 3114960"/>
              <a:gd name="connsiteY2592" fmla="*/ 3969830 h 5143785"/>
              <a:gd name="connsiteX2593" fmla="*/ 920972 w 3114960"/>
              <a:gd name="connsiteY2593" fmla="*/ 3969830 h 5143785"/>
              <a:gd name="connsiteX2594" fmla="*/ 921734 w 3114960"/>
              <a:gd name="connsiteY2594" fmla="*/ 3970592 h 5143785"/>
              <a:gd name="connsiteX2595" fmla="*/ 921734 w 3114960"/>
              <a:gd name="connsiteY2595" fmla="*/ 3984022 h 5143785"/>
              <a:gd name="connsiteX2596" fmla="*/ 920972 w 3114960"/>
              <a:gd name="connsiteY2596" fmla="*/ 3984784 h 5143785"/>
              <a:gd name="connsiteX2597" fmla="*/ 907542 w 3114960"/>
              <a:gd name="connsiteY2597" fmla="*/ 3984784 h 5143785"/>
              <a:gd name="connsiteX2598" fmla="*/ 971169 w 3114960"/>
              <a:gd name="connsiteY2598" fmla="*/ 4219575 h 5143785"/>
              <a:gd name="connsiteX2599" fmla="*/ 968216 w 3114960"/>
              <a:gd name="connsiteY2599" fmla="*/ 4215861 h 5143785"/>
              <a:gd name="connsiteX2600" fmla="*/ 972502 w 3114960"/>
              <a:gd name="connsiteY2600" fmla="*/ 4208240 h 5143785"/>
              <a:gd name="connsiteX2601" fmla="*/ 974217 w 3114960"/>
              <a:gd name="connsiteY2601" fmla="*/ 4207955 h 5143785"/>
              <a:gd name="connsiteX2602" fmla="*/ 980123 w 3114960"/>
              <a:gd name="connsiteY2602" fmla="*/ 4212431 h 5143785"/>
              <a:gd name="connsiteX2603" fmla="*/ 979551 w 3114960"/>
              <a:gd name="connsiteY2603" fmla="*/ 4217099 h 5143785"/>
              <a:gd name="connsiteX2604" fmla="*/ 975836 w 3114960"/>
              <a:gd name="connsiteY2604" fmla="*/ 4220052 h 5143785"/>
              <a:gd name="connsiteX2605" fmla="*/ 971169 w 3114960"/>
              <a:gd name="connsiteY2605" fmla="*/ 4219480 h 5143785"/>
              <a:gd name="connsiteX2606" fmla="*/ 520065 w 3114960"/>
              <a:gd name="connsiteY2606" fmla="*/ 2049780 h 5143785"/>
              <a:gd name="connsiteX2607" fmla="*/ 527209 w 3114960"/>
              <a:gd name="connsiteY2607" fmla="*/ 2049780 h 5143785"/>
              <a:gd name="connsiteX2608" fmla="*/ 527209 w 3114960"/>
              <a:gd name="connsiteY2608" fmla="*/ 2058257 h 5143785"/>
              <a:gd name="connsiteX2609" fmla="*/ 520065 w 3114960"/>
              <a:gd name="connsiteY2609" fmla="*/ 2058257 h 5143785"/>
              <a:gd name="connsiteX2610" fmla="*/ 520065 w 3114960"/>
              <a:gd name="connsiteY2610" fmla="*/ 2049780 h 5143785"/>
              <a:gd name="connsiteX2611" fmla="*/ 1721549 w 3114960"/>
              <a:gd name="connsiteY2611" fmla="*/ 2314575 h 5143785"/>
              <a:gd name="connsiteX2612" fmla="*/ 1666685 w 3114960"/>
              <a:gd name="connsiteY2612" fmla="*/ 2260664 h 5143785"/>
              <a:gd name="connsiteX2613" fmla="*/ 1666875 w 3114960"/>
              <a:gd name="connsiteY2613" fmla="*/ 2259902 h 5143785"/>
              <a:gd name="connsiteX2614" fmla="*/ 1666875 w 3114960"/>
              <a:gd name="connsiteY2614" fmla="*/ 2246948 h 5143785"/>
              <a:gd name="connsiteX2615" fmla="*/ 1661827 w 3114960"/>
              <a:gd name="connsiteY2615" fmla="*/ 2241899 h 5143785"/>
              <a:gd name="connsiteX2616" fmla="*/ 1648873 w 3114960"/>
              <a:gd name="connsiteY2616" fmla="*/ 2241899 h 5143785"/>
              <a:gd name="connsiteX2617" fmla="*/ 1643825 w 3114960"/>
              <a:gd name="connsiteY2617" fmla="*/ 2246948 h 5143785"/>
              <a:gd name="connsiteX2618" fmla="*/ 1643825 w 3114960"/>
              <a:gd name="connsiteY2618" fmla="*/ 2259902 h 5143785"/>
              <a:gd name="connsiteX2619" fmla="*/ 1648873 w 3114960"/>
              <a:gd name="connsiteY2619" fmla="*/ 2264950 h 5143785"/>
              <a:gd name="connsiteX2620" fmla="*/ 1661827 w 3114960"/>
              <a:gd name="connsiteY2620" fmla="*/ 2264950 h 5143785"/>
              <a:gd name="connsiteX2621" fmla="*/ 1663922 w 3114960"/>
              <a:gd name="connsiteY2621" fmla="*/ 2264474 h 5143785"/>
              <a:gd name="connsiteX2622" fmla="*/ 1719739 w 3114960"/>
              <a:gd name="connsiteY2622" fmla="*/ 2319338 h 5143785"/>
              <a:gd name="connsiteX2623" fmla="*/ 1726406 w 3114960"/>
              <a:gd name="connsiteY2623" fmla="*/ 2319338 h 5143785"/>
              <a:gd name="connsiteX2624" fmla="*/ 1760601 w 3114960"/>
              <a:gd name="connsiteY2624" fmla="*/ 2355152 h 5143785"/>
              <a:gd name="connsiteX2625" fmla="*/ 1761268 w 3114960"/>
              <a:gd name="connsiteY2625" fmla="*/ 2362010 h 5143785"/>
              <a:gd name="connsiteX2626" fmla="*/ 1819466 w 3114960"/>
              <a:gd name="connsiteY2626" fmla="*/ 2419826 h 5143785"/>
              <a:gd name="connsiteX2627" fmla="*/ 1819275 w 3114960"/>
              <a:gd name="connsiteY2627" fmla="*/ 2420684 h 5143785"/>
              <a:gd name="connsiteX2628" fmla="*/ 1819275 w 3114960"/>
              <a:gd name="connsiteY2628" fmla="*/ 2433638 h 5143785"/>
              <a:gd name="connsiteX2629" fmla="*/ 1824323 w 3114960"/>
              <a:gd name="connsiteY2629" fmla="*/ 2438686 h 5143785"/>
              <a:gd name="connsiteX2630" fmla="*/ 1837277 w 3114960"/>
              <a:gd name="connsiteY2630" fmla="*/ 2438686 h 5143785"/>
              <a:gd name="connsiteX2631" fmla="*/ 1842326 w 3114960"/>
              <a:gd name="connsiteY2631" fmla="*/ 2433638 h 5143785"/>
              <a:gd name="connsiteX2632" fmla="*/ 1842326 w 3114960"/>
              <a:gd name="connsiteY2632" fmla="*/ 2420684 h 5143785"/>
              <a:gd name="connsiteX2633" fmla="*/ 1837277 w 3114960"/>
              <a:gd name="connsiteY2633" fmla="*/ 2415635 h 5143785"/>
              <a:gd name="connsiteX2634" fmla="*/ 1824323 w 3114960"/>
              <a:gd name="connsiteY2634" fmla="*/ 2415635 h 5143785"/>
              <a:gd name="connsiteX2635" fmla="*/ 1822323 w 3114960"/>
              <a:gd name="connsiteY2635" fmla="*/ 2416016 h 5143785"/>
              <a:gd name="connsiteX2636" fmla="*/ 1765745 w 3114960"/>
              <a:gd name="connsiteY2636" fmla="*/ 2359819 h 5143785"/>
              <a:gd name="connsiteX2637" fmla="*/ 1765078 w 3114960"/>
              <a:gd name="connsiteY2637" fmla="*/ 2352961 h 5143785"/>
              <a:gd name="connsiteX2638" fmla="*/ 1728311 w 3114960"/>
              <a:gd name="connsiteY2638" fmla="*/ 2314385 h 5143785"/>
              <a:gd name="connsiteX2639" fmla="*/ 1721549 w 3114960"/>
              <a:gd name="connsiteY2639" fmla="*/ 2314385 h 5143785"/>
              <a:gd name="connsiteX2640" fmla="*/ 1662017 w 3114960"/>
              <a:gd name="connsiteY2640" fmla="*/ 2259997 h 5143785"/>
              <a:gd name="connsiteX2641" fmla="*/ 1661732 w 3114960"/>
              <a:gd name="connsiteY2641" fmla="*/ 2260283 h 5143785"/>
              <a:gd name="connsiteX2642" fmla="*/ 1648492 w 3114960"/>
              <a:gd name="connsiteY2642" fmla="*/ 2259997 h 5143785"/>
              <a:gd name="connsiteX2643" fmla="*/ 1648778 w 3114960"/>
              <a:gd name="connsiteY2643" fmla="*/ 2246757 h 5143785"/>
              <a:gd name="connsiteX2644" fmla="*/ 1662017 w 3114960"/>
              <a:gd name="connsiteY2644" fmla="*/ 2247043 h 5143785"/>
              <a:gd name="connsiteX2645" fmla="*/ 1662017 w 3114960"/>
              <a:gd name="connsiteY2645" fmla="*/ 2259997 h 5143785"/>
              <a:gd name="connsiteX2646" fmla="*/ 1824323 w 3114960"/>
              <a:gd name="connsiteY2646" fmla="*/ 2420493 h 5143785"/>
              <a:gd name="connsiteX2647" fmla="*/ 1837563 w 3114960"/>
              <a:gd name="connsiteY2647" fmla="*/ 2420779 h 5143785"/>
              <a:gd name="connsiteX2648" fmla="*/ 1837563 w 3114960"/>
              <a:gd name="connsiteY2648" fmla="*/ 2433733 h 5143785"/>
              <a:gd name="connsiteX2649" fmla="*/ 1837277 w 3114960"/>
              <a:gd name="connsiteY2649" fmla="*/ 2434019 h 5143785"/>
              <a:gd name="connsiteX2650" fmla="*/ 1824038 w 3114960"/>
              <a:gd name="connsiteY2650" fmla="*/ 2433733 h 5143785"/>
              <a:gd name="connsiteX2651" fmla="*/ 1824323 w 3114960"/>
              <a:gd name="connsiteY2651" fmla="*/ 2420493 h 5143785"/>
              <a:gd name="connsiteX2652" fmla="*/ 2305145 w 3114960"/>
              <a:gd name="connsiteY2652" fmla="*/ 4746117 h 5143785"/>
              <a:gd name="connsiteX2653" fmla="*/ 2264283 w 3114960"/>
              <a:gd name="connsiteY2653" fmla="*/ 4746117 h 5143785"/>
              <a:gd name="connsiteX2654" fmla="*/ 2259044 w 3114960"/>
              <a:gd name="connsiteY2654" fmla="*/ 4739259 h 5143785"/>
              <a:gd name="connsiteX2655" fmla="*/ 2245328 w 3114960"/>
              <a:gd name="connsiteY2655" fmla="*/ 4743831 h 5143785"/>
              <a:gd name="connsiteX2656" fmla="*/ 2249900 w 3114960"/>
              <a:gd name="connsiteY2656" fmla="*/ 4757547 h 5143785"/>
              <a:gd name="connsiteX2657" fmla="*/ 2263616 w 3114960"/>
              <a:gd name="connsiteY2657" fmla="*/ 4752975 h 5143785"/>
              <a:gd name="connsiteX2658" fmla="*/ 2264188 w 3114960"/>
              <a:gd name="connsiteY2658" fmla="*/ 4750689 h 5143785"/>
              <a:gd name="connsiteX2659" fmla="*/ 2310575 w 3114960"/>
              <a:gd name="connsiteY2659" fmla="*/ 4750689 h 5143785"/>
              <a:gd name="connsiteX2660" fmla="*/ 2310575 w 3114960"/>
              <a:gd name="connsiteY2660" fmla="*/ 4750785 h 5143785"/>
              <a:gd name="connsiteX2661" fmla="*/ 2312765 w 3114960"/>
              <a:gd name="connsiteY2661" fmla="*/ 4749356 h 5143785"/>
              <a:gd name="connsiteX2662" fmla="*/ 2312289 w 3114960"/>
              <a:gd name="connsiteY2662" fmla="*/ 4746784 h 5143785"/>
              <a:gd name="connsiteX2663" fmla="*/ 2245424 w 3114960"/>
              <a:gd name="connsiteY2663" fmla="*/ 4675346 h 5143785"/>
              <a:gd name="connsiteX2664" fmla="*/ 2245995 w 3114960"/>
              <a:gd name="connsiteY2664" fmla="*/ 4588479 h 5143785"/>
              <a:gd name="connsiteX2665" fmla="*/ 2264950 w 3114960"/>
              <a:gd name="connsiteY2665" fmla="*/ 4571238 h 5143785"/>
              <a:gd name="connsiteX2666" fmla="*/ 2282571 w 3114960"/>
              <a:gd name="connsiteY2666" fmla="*/ 4571238 h 5143785"/>
              <a:gd name="connsiteX2667" fmla="*/ 2282571 w 3114960"/>
              <a:gd name="connsiteY2667" fmla="*/ 4574096 h 5143785"/>
              <a:gd name="connsiteX2668" fmla="*/ 2288667 w 3114960"/>
              <a:gd name="connsiteY2668" fmla="*/ 4580192 h 5143785"/>
              <a:gd name="connsiteX2669" fmla="*/ 2299049 w 3114960"/>
              <a:gd name="connsiteY2669" fmla="*/ 4580192 h 5143785"/>
              <a:gd name="connsiteX2670" fmla="*/ 2305145 w 3114960"/>
              <a:gd name="connsiteY2670" fmla="*/ 4574096 h 5143785"/>
              <a:gd name="connsiteX2671" fmla="*/ 2305145 w 3114960"/>
              <a:gd name="connsiteY2671" fmla="*/ 4563713 h 5143785"/>
              <a:gd name="connsiteX2672" fmla="*/ 2299049 w 3114960"/>
              <a:gd name="connsiteY2672" fmla="*/ 4557618 h 5143785"/>
              <a:gd name="connsiteX2673" fmla="*/ 2288667 w 3114960"/>
              <a:gd name="connsiteY2673" fmla="*/ 4557618 h 5143785"/>
              <a:gd name="connsiteX2674" fmla="*/ 2282571 w 3114960"/>
              <a:gd name="connsiteY2674" fmla="*/ 4563713 h 5143785"/>
              <a:gd name="connsiteX2675" fmla="*/ 2282571 w 3114960"/>
              <a:gd name="connsiteY2675" fmla="*/ 4566571 h 5143785"/>
              <a:gd name="connsiteX2676" fmla="*/ 2263997 w 3114960"/>
              <a:gd name="connsiteY2676" fmla="*/ 4566571 h 5143785"/>
              <a:gd name="connsiteX2677" fmla="*/ 2262378 w 3114960"/>
              <a:gd name="connsiteY2677" fmla="*/ 4567238 h 5143785"/>
              <a:gd name="connsiteX2678" fmla="*/ 2241995 w 3114960"/>
              <a:gd name="connsiteY2678" fmla="*/ 4585812 h 5143785"/>
              <a:gd name="connsiteX2679" fmla="*/ 2241233 w 3114960"/>
              <a:gd name="connsiteY2679" fmla="*/ 4587526 h 5143785"/>
              <a:gd name="connsiteX2680" fmla="*/ 2240661 w 3114960"/>
              <a:gd name="connsiteY2680" fmla="*/ 4676394 h 5143785"/>
              <a:gd name="connsiteX2681" fmla="*/ 2241328 w 3114960"/>
              <a:gd name="connsiteY2681" fmla="*/ 4678013 h 5143785"/>
              <a:gd name="connsiteX2682" fmla="*/ 2305050 w 3114960"/>
              <a:gd name="connsiteY2682" fmla="*/ 4746117 h 5143785"/>
              <a:gd name="connsiteX2683" fmla="*/ 2287524 w 3114960"/>
              <a:gd name="connsiteY2683" fmla="*/ 4563809 h 5143785"/>
              <a:gd name="connsiteX2684" fmla="*/ 2288858 w 3114960"/>
              <a:gd name="connsiteY2684" fmla="*/ 4562475 h 5143785"/>
              <a:gd name="connsiteX2685" fmla="*/ 2299240 w 3114960"/>
              <a:gd name="connsiteY2685" fmla="*/ 4562475 h 5143785"/>
              <a:gd name="connsiteX2686" fmla="*/ 2300573 w 3114960"/>
              <a:gd name="connsiteY2686" fmla="*/ 4563809 h 5143785"/>
              <a:gd name="connsiteX2687" fmla="*/ 2300573 w 3114960"/>
              <a:gd name="connsiteY2687" fmla="*/ 4574191 h 5143785"/>
              <a:gd name="connsiteX2688" fmla="*/ 2299240 w 3114960"/>
              <a:gd name="connsiteY2688" fmla="*/ 4575524 h 5143785"/>
              <a:gd name="connsiteX2689" fmla="*/ 2288858 w 3114960"/>
              <a:gd name="connsiteY2689" fmla="*/ 4575524 h 5143785"/>
              <a:gd name="connsiteX2690" fmla="*/ 2287524 w 3114960"/>
              <a:gd name="connsiteY2690" fmla="*/ 4574191 h 5143785"/>
              <a:gd name="connsiteX2691" fmla="*/ 2287524 w 3114960"/>
              <a:gd name="connsiteY2691" fmla="*/ 4563809 h 5143785"/>
              <a:gd name="connsiteX2692" fmla="*/ 1724501 w 3114960"/>
              <a:gd name="connsiteY2692" fmla="*/ 2250567 h 5143785"/>
              <a:gd name="connsiteX2693" fmla="*/ 1717929 w 3114960"/>
              <a:gd name="connsiteY2693" fmla="*/ 2252758 h 5143785"/>
              <a:gd name="connsiteX2694" fmla="*/ 1653254 w 3114960"/>
              <a:gd name="connsiteY2694" fmla="*/ 2186559 h 5143785"/>
              <a:gd name="connsiteX2695" fmla="*/ 1610678 w 3114960"/>
              <a:gd name="connsiteY2695" fmla="*/ 2186845 h 5143785"/>
              <a:gd name="connsiteX2696" fmla="*/ 1610678 w 3114960"/>
              <a:gd name="connsiteY2696" fmla="*/ 2270093 h 5143785"/>
              <a:gd name="connsiteX2697" fmla="*/ 1601153 w 3114960"/>
              <a:gd name="connsiteY2697" fmla="*/ 2281523 h 5143785"/>
              <a:gd name="connsiteX2698" fmla="*/ 1613059 w 3114960"/>
              <a:gd name="connsiteY2698" fmla="*/ 2293430 h 5143785"/>
              <a:gd name="connsiteX2699" fmla="*/ 1624965 w 3114960"/>
              <a:gd name="connsiteY2699" fmla="*/ 2281523 h 5143785"/>
              <a:gd name="connsiteX2700" fmla="*/ 1615440 w 3114960"/>
              <a:gd name="connsiteY2700" fmla="*/ 2270093 h 5143785"/>
              <a:gd name="connsiteX2701" fmla="*/ 1615440 w 3114960"/>
              <a:gd name="connsiteY2701" fmla="*/ 2191512 h 5143785"/>
              <a:gd name="connsiteX2702" fmla="*/ 1651254 w 3114960"/>
              <a:gd name="connsiteY2702" fmla="*/ 2191226 h 5143785"/>
              <a:gd name="connsiteX2703" fmla="*/ 1714595 w 3114960"/>
              <a:gd name="connsiteY2703" fmla="*/ 2256092 h 5143785"/>
              <a:gd name="connsiteX2704" fmla="*/ 1712500 w 3114960"/>
              <a:gd name="connsiteY2704" fmla="*/ 2262378 h 5143785"/>
              <a:gd name="connsiteX2705" fmla="*/ 1724406 w 3114960"/>
              <a:gd name="connsiteY2705" fmla="*/ 2274284 h 5143785"/>
              <a:gd name="connsiteX2706" fmla="*/ 1732217 w 3114960"/>
              <a:gd name="connsiteY2706" fmla="*/ 2271236 h 5143785"/>
              <a:gd name="connsiteX2707" fmla="*/ 1745171 w 3114960"/>
              <a:gd name="connsiteY2707" fmla="*/ 2284190 h 5143785"/>
              <a:gd name="connsiteX2708" fmla="*/ 1748504 w 3114960"/>
              <a:gd name="connsiteY2708" fmla="*/ 2280857 h 5143785"/>
              <a:gd name="connsiteX2709" fmla="*/ 1735169 w 3114960"/>
              <a:gd name="connsiteY2709" fmla="*/ 2267522 h 5143785"/>
              <a:gd name="connsiteX2710" fmla="*/ 1736407 w 3114960"/>
              <a:gd name="connsiteY2710" fmla="*/ 2262473 h 5143785"/>
              <a:gd name="connsiteX2711" fmla="*/ 1724501 w 3114960"/>
              <a:gd name="connsiteY2711" fmla="*/ 2250567 h 5143785"/>
              <a:gd name="connsiteX2712" fmla="*/ 1620203 w 3114960"/>
              <a:gd name="connsiteY2712" fmla="*/ 2281619 h 5143785"/>
              <a:gd name="connsiteX2713" fmla="*/ 1613059 w 3114960"/>
              <a:gd name="connsiteY2713" fmla="*/ 2288762 h 5143785"/>
              <a:gd name="connsiteX2714" fmla="*/ 1605915 w 3114960"/>
              <a:gd name="connsiteY2714" fmla="*/ 2281619 h 5143785"/>
              <a:gd name="connsiteX2715" fmla="*/ 1613059 w 3114960"/>
              <a:gd name="connsiteY2715" fmla="*/ 2274475 h 5143785"/>
              <a:gd name="connsiteX2716" fmla="*/ 1620203 w 3114960"/>
              <a:gd name="connsiteY2716" fmla="*/ 2281619 h 5143785"/>
              <a:gd name="connsiteX2717" fmla="*/ 1724501 w 3114960"/>
              <a:gd name="connsiteY2717" fmla="*/ 2269712 h 5143785"/>
              <a:gd name="connsiteX2718" fmla="*/ 1717357 w 3114960"/>
              <a:gd name="connsiteY2718" fmla="*/ 2262569 h 5143785"/>
              <a:gd name="connsiteX2719" fmla="*/ 1724501 w 3114960"/>
              <a:gd name="connsiteY2719" fmla="*/ 2255425 h 5143785"/>
              <a:gd name="connsiteX2720" fmla="*/ 1731645 w 3114960"/>
              <a:gd name="connsiteY2720" fmla="*/ 2262569 h 5143785"/>
              <a:gd name="connsiteX2721" fmla="*/ 1724501 w 3114960"/>
              <a:gd name="connsiteY2721" fmla="*/ 2269712 h 5143785"/>
              <a:gd name="connsiteX2722" fmla="*/ 520065 w 3114960"/>
              <a:gd name="connsiteY2722" fmla="*/ 2066735 h 5143785"/>
              <a:gd name="connsiteX2723" fmla="*/ 527209 w 3114960"/>
              <a:gd name="connsiteY2723" fmla="*/ 2066735 h 5143785"/>
              <a:gd name="connsiteX2724" fmla="*/ 527209 w 3114960"/>
              <a:gd name="connsiteY2724" fmla="*/ 2075212 h 5143785"/>
              <a:gd name="connsiteX2725" fmla="*/ 520065 w 3114960"/>
              <a:gd name="connsiteY2725" fmla="*/ 2075212 h 5143785"/>
              <a:gd name="connsiteX2726" fmla="*/ 520065 w 3114960"/>
              <a:gd name="connsiteY2726" fmla="*/ 2066735 h 5143785"/>
              <a:gd name="connsiteX2727" fmla="*/ 1700784 w 3114960"/>
              <a:gd name="connsiteY2727" fmla="*/ 460439 h 5143785"/>
              <a:gd name="connsiteX2728" fmla="*/ 1698498 w 3114960"/>
              <a:gd name="connsiteY2728" fmla="*/ 460439 h 5143785"/>
              <a:gd name="connsiteX2729" fmla="*/ 1691640 w 3114960"/>
              <a:gd name="connsiteY2729" fmla="*/ 467297 h 5143785"/>
              <a:gd name="connsiteX2730" fmla="*/ 1691640 w 3114960"/>
              <a:gd name="connsiteY2730" fmla="*/ 476060 h 5143785"/>
              <a:gd name="connsiteX2731" fmla="*/ 1698498 w 3114960"/>
              <a:gd name="connsiteY2731" fmla="*/ 482918 h 5143785"/>
              <a:gd name="connsiteX2732" fmla="*/ 1707261 w 3114960"/>
              <a:gd name="connsiteY2732" fmla="*/ 482918 h 5143785"/>
              <a:gd name="connsiteX2733" fmla="*/ 1714119 w 3114960"/>
              <a:gd name="connsiteY2733" fmla="*/ 476060 h 5143785"/>
              <a:gd name="connsiteX2734" fmla="*/ 1714119 w 3114960"/>
              <a:gd name="connsiteY2734" fmla="*/ 467297 h 5143785"/>
              <a:gd name="connsiteX2735" fmla="*/ 1707261 w 3114960"/>
              <a:gd name="connsiteY2735" fmla="*/ 460439 h 5143785"/>
              <a:gd name="connsiteX2736" fmla="*/ 1705547 w 3114960"/>
              <a:gd name="connsiteY2736" fmla="*/ 460439 h 5143785"/>
              <a:gd name="connsiteX2737" fmla="*/ 1705070 w 3114960"/>
              <a:gd name="connsiteY2737" fmla="*/ 414623 h 5143785"/>
              <a:gd name="connsiteX2738" fmla="*/ 1728978 w 3114960"/>
              <a:gd name="connsiteY2738" fmla="*/ 384524 h 5143785"/>
              <a:gd name="connsiteX2739" fmla="*/ 1728502 w 3114960"/>
              <a:gd name="connsiteY2739" fmla="*/ 258794 h 5143785"/>
              <a:gd name="connsiteX2740" fmla="*/ 1737646 w 3114960"/>
              <a:gd name="connsiteY2740" fmla="*/ 248126 h 5143785"/>
              <a:gd name="connsiteX2741" fmla="*/ 1726597 w 3114960"/>
              <a:gd name="connsiteY2741" fmla="*/ 237077 h 5143785"/>
              <a:gd name="connsiteX2742" fmla="*/ 1715548 w 3114960"/>
              <a:gd name="connsiteY2742" fmla="*/ 248126 h 5143785"/>
              <a:gd name="connsiteX2743" fmla="*/ 1723739 w 3114960"/>
              <a:gd name="connsiteY2743" fmla="*/ 258604 h 5143785"/>
              <a:gd name="connsiteX2744" fmla="*/ 1724216 w 3114960"/>
              <a:gd name="connsiteY2744" fmla="*/ 382810 h 5143785"/>
              <a:gd name="connsiteX2745" fmla="*/ 1700308 w 3114960"/>
              <a:gd name="connsiteY2745" fmla="*/ 413004 h 5143785"/>
              <a:gd name="connsiteX2746" fmla="*/ 1700784 w 3114960"/>
              <a:gd name="connsiteY2746" fmla="*/ 460439 h 5143785"/>
              <a:gd name="connsiteX2747" fmla="*/ 1707261 w 3114960"/>
              <a:gd name="connsiteY2747" fmla="*/ 465201 h 5143785"/>
              <a:gd name="connsiteX2748" fmla="*/ 1709357 w 3114960"/>
              <a:gd name="connsiteY2748" fmla="*/ 467297 h 5143785"/>
              <a:gd name="connsiteX2749" fmla="*/ 1709357 w 3114960"/>
              <a:gd name="connsiteY2749" fmla="*/ 476060 h 5143785"/>
              <a:gd name="connsiteX2750" fmla="*/ 1707261 w 3114960"/>
              <a:gd name="connsiteY2750" fmla="*/ 478155 h 5143785"/>
              <a:gd name="connsiteX2751" fmla="*/ 1698498 w 3114960"/>
              <a:gd name="connsiteY2751" fmla="*/ 478155 h 5143785"/>
              <a:gd name="connsiteX2752" fmla="*/ 1696403 w 3114960"/>
              <a:gd name="connsiteY2752" fmla="*/ 476060 h 5143785"/>
              <a:gd name="connsiteX2753" fmla="*/ 1696403 w 3114960"/>
              <a:gd name="connsiteY2753" fmla="*/ 467297 h 5143785"/>
              <a:gd name="connsiteX2754" fmla="*/ 1698498 w 3114960"/>
              <a:gd name="connsiteY2754" fmla="*/ 465201 h 5143785"/>
              <a:gd name="connsiteX2755" fmla="*/ 1707261 w 3114960"/>
              <a:gd name="connsiteY2755" fmla="*/ 465201 h 5143785"/>
              <a:gd name="connsiteX2756" fmla="*/ 1651826 w 3114960"/>
              <a:gd name="connsiteY2756" fmla="*/ 268700 h 5143785"/>
              <a:gd name="connsiteX2757" fmla="*/ 1651826 w 3114960"/>
              <a:gd name="connsiteY2757" fmla="*/ 352615 h 5143785"/>
              <a:gd name="connsiteX2758" fmla="*/ 1650492 w 3114960"/>
              <a:gd name="connsiteY2758" fmla="*/ 352615 h 5143785"/>
              <a:gd name="connsiteX2759" fmla="*/ 1645349 w 3114960"/>
              <a:gd name="connsiteY2759" fmla="*/ 357759 h 5143785"/>
              <a:gd name="connsiteX2760" fmla="*/ 1645349 w 3114960"/>
              <a:gd name="connsiteY2760" fmla="*/ 378143 h 5143785"/>
              <a:gd name="connsiteX2761" fmla="*/ 1650492 w 3114960"/>
              <a:gd name="connsiteY2761" fmla="*/ 383286 h 5143785"/>
              <a:gd name="connsiteX2762" fmla="*/ 1656969 w 3114960"/>
              <a:gd name="connsiteY2762" fmla="*/ 383286 h 5143785"/>
              <a:gd name="connsiteX2763" fmla="*/ 1662113 w 3114960"/>
              <a:gd name="connsiteY2763" fmla="*/ 378143 h 5143785"/>
              <a:gd name="connsiteX2764" fmla="*/ 1662113 w 3114960"/>
              <a:gd name="connsiteY2764" fmla="*/ 357759 h 5143785"/>
              <a:gd name="connsiteX2765" fmla="*/ 1656969 w 3114960"/>
              <a:gd name="connsiteY2765" fmla="*/ 352615 h 5143785"/>
              <a:gd name="connsiteX2766" fmla="*/ 1656493 w 3114960"/>
              <a:gd name="connsiteY2766" fmla="*/ 352615 h 5143785"/>
              <a:gd name="connsiteX2767" fmla="*/ 1656493 w 3114960"/>
              <a:gd name="connsiteY2767" fmla="*/ 270605 h 5143785"/>
              <a:gd name="connsiteX2768" fmla="*/ 1667447 w 3114960"/>
              <a:gd name="connsiteY2768" fmla="*/ 259270 h 5143785"/>
              <a:gd name="connsiteX2769" fmla="*/ 1667447 w 3114960"/>
              <a:gd name="connsiteY2769" fmla="*/ 136303 h 5143785"/>
              <a:gd name="connsiteX2770" fmla="*/ 1676114 w 3114960"/>
              <a:gd name="connsiteY2770" fmla="*/ 125730 h 5143785"/>
              <a:gd name="connsiteX2771" fmla="*/ 1665065 w 3114960"/>
              <a:gd name="connsiteY2771" fmla="*/ 114681 h 5143785"/>
              <a:gd name="connsiteX2772" fmla="*/ 1654016 w 3114960"/>
              <a:gd name="connsiteY2772" fmla="*/ 125730 h 5143785"/>
              <a:gd name="connsiteX2773" fmla="*/ 1662684 w 3114960"/>
              <a:gd name="connsiteY2773" fmla="*/ 136303 h 5143785"/>
              <a:gd name="connsiteX2774" fmla="*/ 1662684 w 3114960"/>
              <a:gd name="connsiteY2774" fmla="*/ 257270 h 5143785"/>
              <a:gd name="connsiteX2775" fmla="*/ 1651730 w 3114960"/>
              <a:gd name="connsiteY2775" fmla="*/ 268605 h 5143785"/>
              <a:gd name="connsiteX2776" fmla="*/ 1659731 w 3114960"/>
              <a:gd name="connsiteY2776" fmla="*/ 378143 h 5143785"/>
              <a:gd name="connsiteX2777" fmla="*/ 1657064 w 3114960"/>
              <a:gd name="connsiteY2777" fmla="*/ 380810 h 5143785"/>
              <a:gd name="connsiteX2778" fmla="*/ 1650587 w 3114960"/>
              <a:gd name="connsiteY2778" fmla="*/ 380810 h 5143785"/>
              <a:gd name="connsiteX2779" fmla="*/ 1647920 w 3114960"/>
              <a:gd name="connsiteY2779" fmla="*/ 378143 h 5143785"/>
              <a:gd name="connsiteX2780" fmla="*/ 1647920 w 3114960"/>
              <a:gd name="connsiteY2780" fmla="*/ 378143 h 5143785"/>
              <a:gd name="connsiteX2781" fmla="*/ 1659731 w 3114960"/>
              <a:gd name="connsiteY2781" fmla="*/ 378047 h 5143785"/>
              <a:gd name="connsiteX2782" fmla="*/ 1659731 w 3114960"/>
              <a:gd name="connsiteY2782" fmla="*/ 378047 h 5143785"/>
              <a:gd name="connsiteX2783" fmla="*/ 1659731 w 3114960"/>
              <a:gd name="connsiteY2783" fmla="*/ 375666 h 5143785"/>
              <a:gd name="connsiteX2784" fmla="*/ 1647920 w 3114960"/>
              <a:gd name="connsiteY2784" fmla="*/ 375666 h 5143785"/>
              <a:gd name="connsiteX2785" fmla="*/ 1647920 w 3114960"/>
              <a:gd name="connsiteY2785" fmla="*/ 372904 h 5143785"/>
              <a:gd name="connsiteX2786" fmla="*/ 1659731 w 3114960"/>
              <a:gd name="connsiteY2786" fmla="*/ 372904 h 5143785"/>
              <a:gd name="connsiteX2787" fmla="*/ 1659731 w 3114960"/>
              <a:gd name="connsiteY2787" fmla="*/ 375666 h 5143785"/>
              <a:gd name="connsiteX2788" fmla="*/ 1659731 w 3114960"/>
              <a:gd name="connsiteY2788" fmla="*/ 371285 h 5143785"/>
              <a:gd name="connsiteX2789" fmla="*/ 1647920 w 3114960"/>
              <a:gd name="connsiteY2789" fmla="*/ 371285 h 5143785"/>
              <a:gd name="connsiteX2790" fmla="*/ 1647920 w 3114960"/>
              <a:gd name="connsiteY2790" fmla="*/ 361569 h 5143785"/>
              <a:gd name="connsiteX2791" fmla="*/ 1659731 w 3114960"/>
              <a:gd name="connsiteY2791" fmla="*/ 361569 h 5143785"/>
              <a:gd name="connsiteX2792" fmla="*/ 1659731 w 3114960"/>
              <a:gd name="connsiteY2792" fmla="*/ 371285 h 5143785"/>
              <a:gd name="connsiteX2793" fmla="*/ 1657064 w 3114960"/>
              <a:gd name="connsiteY2793" fmla="*/ 355092 h 5143785"/>
              <a:gd name="connsiteX2794" fmla="*/ 1659731 w 3114960"/>
              <a:gd name="connsiteY2794" fmla="*/ 357759 h 5143785"/>
              <a:gd name="connsiteX2795" fmla="*/ 1659731 w 3114960"/>
              <a:gd name="connsiteY2795" fmla="*/ 358426 h 5143785"/>
              <a:gd name="connsiteX2796" fmla="*/ 1647920 w 3114960"/>
              <a:gd name="connsiteY2796" fmla="*/ 358426 h 5143785"/>
              <a:gd name="connsiteX2797" fmla="*/ 1647920 w 3114960"/>
              <a:gd name="connsiteY2797" fmla="*/ 357759 h 5143785"/>
              <a:gd name="connsiteX2798" fmla="*/ 1650587 w 3114960"/>
              <a:gd name="connsiteY2798" fmla="*/ 355092 h 5143785"/>
              <a:gd name="connsiteX2799" fmla="*/ 1657064 w 3114960"/>
              <a:gd name="connsiteY2799" fmla="*/ 355092 h 5143785"/>
              <a:gd name="connsiteX2800" fmla="*/ 1204817 w 3114960"/>
              <a:gd name="connsiteY2800" fmla="*/ 4248341 h 5143785"/>
              <a:gd name="connsiteX2801" fmla="*/ 1201103 w 3114960"/>
              <a:gd name="connsiteY2801" fmla="*/ 4256342 h 5143785"/>
              <a:gd name="connsiteX2802" fmla="*/ 1154525 w 3114960"/>
              <a:gd name="connsiteY2802" fmla="*/ 4256342 h 5143785"/>
              <a:gd name="connsiteX2803" fmla="*/ 1135380 w 3114960"/>
              <a:gd name="connsiteY2803" fmla="*/ 4234148 h 5143785"/>
              <a:gd name="connsiteX2804" fmla="*/ 1031653 w 3114960"/>
              <a:gd name="connsiteY2804" fmla="*/ 4234148 h 5143785"/>
              <a:gd name="connsiteX2805" fmla="*/ 1022890 w 3114960"/>
              <a:gd name="connsiteY2805" fmla="*/ 4224814 h 5143785"/>
              <a:gd name="connsiteX2806" fmla="*/ 1022890 w 3114960"/>
              <a:gd name="connsiteY2806" fmla="*/ 4186714 h 5143785"/>
              <a:gd name="connsiteX2807" fmla="*/ 1023557 w 3114960"/>
              <a:gd name="connsiteY2807" fmla="*/ 4186714 h 5143785"/>
              <a:gd name="connsiteX2808" fmla="*/ 1030129 w 3114960"/>
              <a:gd name="connsiteY2808" fmla="*/ 4181475 h 5143785"/>
              <a:gd name="connsiteX2809" fmla="*/ 1031081 w 3114960"/>
              <a:gd name="connsiteY2809" fmla="*/ 4173188 h 5143785"/>
              <a:gd name="connsiteX2810" fmla="*/ 1022890 w 3114960"/>
              <a:gd name="connsiteY2810" fmla="*/ 4165663 h 5143785"/>
              <a:gd name="connsiteX2811" fmla="*/ 1022890 w 3114960"/>
              <a:gd name="connsiteY2811" fmla="*/ 4129659 h 5143785"/>
              <a:gd name="connsiteX2812" fmla="*/ 968216 w 3114960"/>
              <a:gd name="connsiteY2812" fmla="*/ 4067366 h 5143785"/>
              <a:gd name="connsiteX2813" fmla="*/ 968026 w 3114960"/>
              <a:gd name="connsiteY2813" fmla="*/ 4041743 h 5143785"/>
              <a:gd name="connsiteX2814" fmla="*/ 972312 w 3114960"/>
              <a:gd name="connsiteY2814" fmla="*/ 4041743 h 5143785"/>
              <a:gd name="connsiteX2815" fmla="*/ 977837 w 3114960"/>
              <a:gd name="connsiteY2815" fmla="*/ 4036219 h 5143785"/>
              <a:gd name="connsiteX2816" fmla="*/ 977837 w 3114960"/>
              <a:gd name="connsiteY2816" fmla="*/ 4022788 h 5143785"/>
              <a:gd name="connsiteX2817" fmla="*/ 972312 w 3114960"/>
              <a:gd name="connsiteY2817" fmla="*/ 4017264 h 5143785"/>
              <a:gd name="connsiteX2818" fmla="*/ 968026 w 3114960"/>
              <a:gd name="connsiteY2818" fmla="*/ 4017264 h 5143785"/>
              <a:gd name="connsiteX2819" fmla="*/ 968026 w 3114960"/>
              <a:gd name="connsiteY2819" fmla="*/ 3979259 h 5143785"/>
              <a:gd name="connsiteX2820" fmla="*/ 999458 w 3114960"/>
              <a:gd name="connsiteY2820" fmla="*/ 3943922 h 5143785"/>
              <a:gd name="connsiteX2821" fmla="*/ 999458 w 3114960"/>
              <a:gd name="connsiteY2821" fmla="*/ 3921824 h 5143785"/>
              <a:gd name="connsiteX2822" fmla="*/ 1005078 w 3114960"/>
              <a:gd name="connsiteY2822" fmla="*/ 3917061 h 5143785"/>
              <a:gd name="connsiteX2823" fmla="*/ 1006031 w 3114960"/>
              <a:gd name="connsiteY2823" fmla="*/ 3908774 h 5143785"/>
              <a:gd name="connsiteX2824" fmla="*/ 992505 w 3114960"/>
              <a:gd name="connsiteY2824" fmla="*/ 3901250 h 5143785"/>
              <a:gd name="connsiteX2825" fmla="*/ 984980 w 3114960"/>
              <a:gd name="connsiteY2825" fmla="*/ 3909441 h 5143785"/>
              <a:gd name="connsiteX2826" fmla="*/ 928211 w 3114960"/>
              <a:gd name="connsiteY2826" fmla="*/ 3909441 h 5143785"/>
              <a:gd name="connsiteX2827" fmla="*/ 903637 w 3114960"/>
              <a:gd name="connsiteY2827" fmla="*/ 3884581 h 5143785"/>
              <a:gd name="connsiteX2828" fmla="*/ 741998 w 3114960"/>
              <a:gd name="connsiteY2828" fmla="*/ 3884581 h 5143785"/>
              <a:gd name="connsiteX2829" fmla="*/ 717137 w 3114960"/>
              <a:gd name="connsiteY2829" fmla="*/ 3868484 h 5143785"/>
              <a:gd name="connsiteX2830" fmla="*/ 663607 w 3114960"/>
              <a:gd name="connsiteY2830" fmla="*/ 3868484 h 5143785"/>
              <a:gd name="connsiteX2831" fmla="*/ 663321 w 3114960"/>
              <a:gd name="connsiteY2831" fmla="*/ 3866674 h 5143785"/>
              <a:gd name="connsiteX2832" fmla="*/ 656844 w 3114960"/>
              <a:gd name="connsiteY2832" fmla="*/ 3859435 h 5143785"/>
              <a:gd name="connsiteX2833" fmla="*/ 647224 w 3114960"/>
              <a:gd name="connsiteY2833" fmla="*/ 3858863 h 5143785"/>
              <a:gd name="connsiteX2834" fmla="*/ 639985 w 3114960"/>
              <a:gd name="connsiteY2834" fmla="*/ 3865340 h 5143785"/>
              <a:gd name="connsiteX2835" fmla="*/ 639413 w 3114960"/>
              <a:gd name="connsiteY2835" fmla="*/ 3874961 h 5143785"/>
              <a:gd name="connsiteX2836" fmla="*/ 645890 w 3114960"/>
              <a:gd name="connsiteY2836" fmla="*/ 3882200 h 5143785"/>
              <a:gd name="connsiteX2837" fmla="*/ 651415 w 3114960"/>
              <a:gd name="connsiteY2837" fmla="*/ 3883438 h 5143785"/>
              <a:gd name="connsiteX2838" fmla="*/ 655606 w 3114960"/>
              <a:gd name="connsiteY2838" fmla="*/ 3882676 h 5143785"/>
              <a:gd name="connsiteX2839" fmla="*/ 662845 w 3114960"/>
              <a:gd name="connsiteY2839" fmla="*/ 3876199 h 5143785"/>
              <a:gd name="connsiteX2840" fmla="*/ 663607 w 3114960"/>
              <a:gd name="connsiteY2840" fmla="*/ 3873055 h 5143785"/>
              <a:gd name="connsiteX2841" fmla="*/ 715709 w 3114960"/>
              <a:gd name="connsiteY2841" fmla="*/ 3873055 h 5143785"/>
              <a:gd name="connsiteX2842" fmla="*/ 740569 w 3114960"/>
              <a:gd name="connsiteY2842" fmla="*/ 3889153 h 5143785"/>
              <a:gd name="connsiteX2843" fmla="*/ 901637 w 3114960"/>
              <a:gd name="connsiteY2843" fmla="*/ 3889153 h 5143785"/>
              <a:gd name="connsiteX2844" fmla="*/ 926211 w 3114960"/>
              <a:gd name="connsiteY2844" fmla="*/ 3914013 h 5143785"/>
              <a:gd name="connsiteX2845" fmla="*/ 984885 w 3114960"/>
              <a:gd name="connsiteY2845" fmla="*/ 3914013 h 5143785"/>
              <a:gd name="connsiteX2846" fmla="*/ 984885 w 3114960"/>
              <a:gd name="connsiteY2846" fmla="*/ 3914680 h 5143785"/>
              <a:gd name="connsiteX2847" fmla="*/ 994601 w 3114960"/>
              <a:gd name="connsiteY2847" fmla="*/ 3922490 h 5143785"/>
              <a:gd name="connsiteX2848" fmla="*/ 994601 w 3114960"/>
              <a:gd name="connsiteY2848" fmla="*/ 3942017 h 5143785"/>
              <a:gd name="connsiteX2849" fmla="*/ 963168 w 3114960"/>
              <a:gd name="connsiteY2849" fmla="*/ 3977354 h 5143785"/>
              <a:gd name="connsiteX2850" fmla="*/ 963168 w 3114960"/>
              <a:gd name="connsiteY2850" fmla="*/ 4017169 h 5143785"/>
              <a:gd name="connsiteX2851" fmla="*/ 958882 w 3114960"/>
              <a:gd name="connsiteY2851" fmla="*/ 4017169 h 5143785"/>
              <a:gd name="connsiteX2852" fmla="*/ 953357 w 3114960"/>
              <a:gd name="connsiteY2852" fmla="*/ 4022693 h 5143785"/>
              <a:gd name="connsiteX2853" fmla="*/ 953357 w 3114960"/>
              <a:gd name="connsiteY2853" fmla="*/ 4036124 h 5143785"/>
              <a:gd name="connsiteX2854" fmla="*/ 958882 w 3114960"/>
              <a:gd name="connsiteY2854" fmla="*/ 4041648 h 5143785"/>
              <a:gd name="connsiteX2855" fmla="*/ 963263 w 3114960"/>
              <a:gd name="connsiteY2855" fmla="*/ 4041648 h 5143785"/>
              <a:gd name="connsiteX2856" fmla="*/ 963549 w 3114960"/>
              <a:gd name="connsiteY2856" fmla="*/ 4069080 h 5143785"/>
              <a:gd name="connsiteX2857" fmla="*/ 1018223 w 3114960"/>
              <a:gd name="connsiteY2857" fmla="*/ 4131374 h 5143785"/>
              <a:gd name="connsiteX2858" fmla="*/ 1018223 w 3114960"/>
              <a:gd name="connsiteY2858" fmla="*/ 4165473 h 5143785"/>
              <a:gd name="connsiteX2859" fmla="*/ 1017556 w 3114960"/>
              <a:gd name="connsiteY2859" fmla="*/ 4165473 h 5143785"/>
              <a:gd name="connsiteX2860" fmla="*/ 1010031 w 3114960"/>
              <a:gd name="connsiteY2860" fmla="*/ 4178999 h 5143785"/>
              <a:gd name="connsiteX2861" fmla="*/ 1015270 w 3114960"/>
              <a:gd name="connsiteY2861" fmla="*/ 4185571 h 5143785"/>
              <a:gd name="connsiteX2862" fmla="*/ 1018223 w 3114960"/>
              <a:gd name="connsiteY2862" fmla="*/ 4186619 h 5143785"/>
              <a:gd name="connsiteX2863" fmla="*/ 1018223 w 3114960"/>
              <a:gd name="connsiteY2863" fmla="*/ 4226529 h 5143785"/>
              <a:gd name="connsiteX2864" fmla="*/ 1029748 w 3114960"/>
              <a:gd name="connsiteY2864" fmla="*/ 4238816 h 5143785"/>
              <a:gd name="connsiteX2865" fmla="*/ 1133380 w 3114960"/>
              <a:gd name="connsiteY2865" fmla="*/ 4238816 h 5143785"/>
              <a:gd name="connsiteX2866" fmla="*/ 1152525 w 3114960"/>
              <a:gd name="connsiteY2866" fmla="*/ 4261009 h 5143785"/>
              <a:gd name="connsiteX2867" fmla="*/ 1201865 w 3114960"/>
              <a:gd name="connsiteY2867" fmla="*/ 4261009 h 5143785"/>
              <a:gd name="connsiteX2868" fmla="*/ 1204436 w 3114960"/>
              <a:gd name="connsiteY2868" fmla="*/ 4265486 h 5143785"/>
              <a:gd name="connsiteX2869" fmla="*/ 1221677 w 3114960"/>
              <a:gd name="connsiteY2869" fmla="*/ 4266057 h 5143785"/>
              <a:gd name="connsiteX2870" fmla="*/ 1222248 w 3114960"/>
              <a:gd name="connsiteY2870" fmla="*/ 4248817 h 5143785"/>
              <a:gd name="connsiteX2871" fmla="*/ 1205008 w 3114960"/>
              <a:gd name="connsiteY2871" fmla="*/ 4248245 h 5143785"/>
              <a:gd name="connsiteX2872" fmla="*/ 653891 w 3114960"/>
              <a:gd name="connsiteY2872" fmla="*/ 3878199 h 5143785"/>
              <a:gd name="connsiteX2873" fmla="*/ 643890 w 3114960"/>
              <a:gd name="connsiteY2873" fmla="*/ 3873342 h 5143785"/>
              <a:gd name="connsiteX2874" fmla="*/ 648748 w 3114960"/>
              <a:gd name="connsiteY2874" fmla="*/ 3863340 h 5143785"/>
              <a:gd name="connsiteX2875" fmla="*/ 651320 w 3114960"/>
              <a:gd name="connsiteY2875" fmla="*/ 3862864 h 5143785"/>
              <a:gd name="connsiteX2876" fmla="*/ 658749 w 3114960"/>
              <a:gd name="connsiteY2876" fmla="*/ 3868103 h 5143785"/>
              <a:gd name="connsiteX2877" fmla="*/ 653891 w 3114960"/>
              <a:gd name="connsiteY2877" fmla="*/ 3878104 h 5143785"/>
              <a:gd name="connsiteX2878" fmla="*/ 989457 w 3114960"/>
              <a:gd name="connsiteY2878" fmla="*/ 3913346 h 5143785"/>
              <a:gd name="connsiteX2879" fmla="*/ 993743 w 3114960"/>
              <a:gd name="connsiteY2879" fmla="*/ 3905726 h 5143785"/>
              <a:gd name="connsiteX2880" fmla="*/ 995458 w 3114960"/>
              <a:gd name="connsiteY2880" fmla="*/ 3905441 h 5143785"/>
              <a:gd name="connsiteX2881" fmla="*/ 1001363 w 3114960"/>
              <a:gd name="connsiteY2881" fmla="*/ 3909917 h 5143785"/>
              <a:gd name="connsiteX2882" fmla="*/ 1000792 w 3114960"/>
              <a:gd name="connsiteY2882" fmla="*/ 3914585 h 5143785"/>
              <a:gd name="connsiteX2883" fmla="*/ 997077 w 3114960"/>
              <a:gd name="connsiteY2883" fmla="*/ 3917537 h 5143785"/>
              <a:gd name="connsiteX2884" fmla="*/ 989457 w 3114960"/>
              <a:gd name="connsiteY2884" fmla="*/ 3913251 h 5143785"/>
              <a:gd name="connsiteX2885" fmla="*/ 958787 w 3114960"/>
              <a:gd name="connsiteY2885" fmla="*/ 4036886 h 5143785"/>
              <a:gd name="connsiteX2886" fmla="*/ 958025 w 3114960"/>
              <a:gd name="connsiteY2886" fmla="*/ 4036124 h 5143785"/>
              <a:gd name="connsiteX2887" fmla="*/ 958025 w 3114960"/>
              <a:gd name="connsiteY2887" fmla="*/ 4022693 h 5143785"/>
              <a:gd name="connsiteX2888" fmla="*/ 958787 w 3114960"/>
              <a:gd name="connsiteY2888" fmla="*/ 4021931 h 5143785"/>
              <a:gd name="connsiteX2889" fmla="*/ 972217 w 3114960"/>
              <a:gd name="connsiteY2889" fmla="*/ 4021931 h 5143785"/>
              <a:gd name="connsiteX2890" fmla="*/ 972979 w 3114960"/>
              <a:gd name="connsiteY2890" fmla="*/ 4022693 h 5143785"/>
              <a:gd name="connsiteX2891" fmla="*/ 972979 w 3114960"/>
              <a:gd name="connsiteY2891" fmla="*/ 4036124 h 5143785"/>
              <a:gd name="connsiteX2892" fmla="*/ 972217 w 3114960"/>
              <a:gd name="connsiteY2892" fmla="*/ 4036886 h 5143785"/>
              <a:gd name="connsiteX2893" fmla="*/ 958787 w 3114960"/>
              <a:gd name="connsiteY2893" fmla="*/ 4036886 h 5143785"/>
              <a:gd name="connsiteX2894" fmla="*/ 1017461 w 3114960"/>
              <a:gd name="connsiteY2894" fmla="*/ 4181475 h 5143785"/>
              <a:gd name="connsiteX2895" fmla="*/ 1014508 w 3114960"/>
              <a:gd name="connsiteY2895" fmla="*/ 4177760 h 5143785"/>
              <a:gd name="connsiteX2896" fmla="*/ 1018794 w 3114960"/>
              <a:gd name="connsiteY2896" fmla="*/ 4170140 h 5143785"/>
              <a:gd name="connsiteX2897" fmla="*/ 1026414 w 3114960"/>
              <a:gd name="connsiteY2897" fmla="*/ 4174427 h 5143785"/>
              <a:gd name="connsiteX2898" fmla="*/ 1022128 w 3114960"/>
              <a:gd name="connsiteY2898" fmla="*/ 4182047 h 5143785"/>
              <a:gd name="connsiteX2899" fmla="*/ 1017461 w 3114960"/>
              <a:gd name="connsiteY2899" fmla="*/ 4181475 h 5143785"/>
              <a:gd name="connsiteX2900" fmla="*/ 1290352 w 3114960"/>
              <a:gd name="connsiteY2900" fmla="*/ 439103 h 5143785"/>
              <a:gd name="connsiteX2901" fmla="*/ 1290352 w 3114960"/>
              <a:gd name="connsiteY2901" fmla="*/ 445865 h 5143785"/>
              <a:gd name="connsiteX2902" fmla="*/ 1287875 w 3114960"/>
              <a:gd name="connsiteY2902" fmla="*/ 448342 h 5143785"/>
              <a:gd name="connsiteX2903" fmla="*/ 1281113 w 3114960"/>
              <a:gd name="connsiteY2903" fmla="*/ 448342 h 5143785"/>
              <a:gd name="connsiteX2904" fmla="*/ 1278636 w 3114960"/>
              <a:gd name="connsiteY2904" fmla="*/ 445865 h 5143785"/>
              <a:gd name="connsiteX2905" fmla="*/ 1278636 w 3114960"/>
              <a:gd name="connsiteY2905" fmla="*/ 439103 h 5143785"/>
              <a:gd name="connsiteX2906" fmla="*/ 1281113 w 3114960"/>
              <a:gd name="connsiteY2906" fmla="*/ 436626 h 5143785"/>
              <a:gd name="connsiteX2907" fmla="*/ 1287875 w 3114960"/>
              <a:gd name="connsiteY2907" fmla="*/ 436626 h 5143785"/>
              <a:gd name="connsiteX2908" fmla="*/ 1290352 w 3114960"/>
              <a:gd name="connsiteY2908" fmla="*/ 439103 h 5143785"/>
              <a:gd name="connsiteX2909" fmla="*/ 1663732 w 3114960"/>
              <a:gd name="connsiteY2909" fmla="*/ 404432 h 5143785"/>
              <a:gd name="connsiteX2910" fmla="*/ 1663732 w 3114960"/>
              <a:gd name="connsiteY2910" fmla="*/ 475393 h 5143785"/>
              <a:gd name="connsiteX2911" fmla="*/ 1660874 w 3114960"/>
              <a:gd name="connsiteY2911" fmla="*/ 475393 h 5143785"/>
              <a:gd name="connsiteX2912" fmla="*/ 1654016 w 3114960"/>
              <a:gd name="connsiteY2912" fmla="*/ 482251 h 5143785"/>
              <a:gd name="connsiteX2913" fmla="*/ 1654016 w 3114960"/>
              <a:gd name="connsiteY2913" fmla="*/ 491014 h 5143785"/>
              <a:gd name="connsiteX2914" fmla="*/ 1660874 w 3114960"/>
              <a:gd name="connsiteY2914" fmla="*/ 497872 h 5143785"/>
              <a:gd name="connsiteX2915" fmla="*/ 1669637 w 3114960"/>
              <a:gd name="connsiteY2915" fmla="*/ 497872 h 5143785"/>
              <a:gd name="connsiteX2916" fmla="*/ 1676495 w 3114960"/>
              <a:gd name="connsiteY2916" fmla="*/ 491014 h 5143785"/>
              <a:gd name="connsiteX2917" fmla="*/ 1676495 w 3114960"/>
              <a:gd name="connsiteY2917" fmla="*/ 482251 h 5143785"/>
              <a:gd name="connsiteX2918" fmla="*/ 1669637 w 3114960"/>
              <a:gd name="connsiteY2918" fmla="*/ 475393 h 5143785"/>
              <a:gd name="connsiteX2919" fmla="*/ 1668590 w 3114960"/>
              <a:gd name="connsiteY2919" fmla="*/ 475393 h 5143785"/>
              <a:gd name="connsiteX2920" fmla="*/ 1668590 w 3114960"/>
              <a:gd name="connsiteY2920" fmla="*/ 406051 h 5143785"/>
              <a:gd name="connsiteX2921" fmla="*/ 1701165 w 3114960"/>
              <a:gd name="connsiteY2921" fmla="*/ 365284 h 5143785"/>
              <a:gd name="connsiteX2922" fmla="*/ 1701165 w 3114960"/>
              <a:gd name="connsiteY2922" fmla="*/ 180023 h 5143785"/>
              <a:gd name="connsiteX2923" fmla="*/ 1709833 w 3114960"/>
              <a:gd name="connsiteY2923" fmla="*/ 169450 h 5143785"/>
              <a:gd name="connsiteX2924" fmla="*/ 1698784 w 3114960"/>
              <a:gd name="connsiteY2924" fmla="*/ 158401 h 5143785"/>
              <a:gd name="connsiteX2925" fmla="*/ 1687735 w 3114960"/>
              <a:gd name="connsiteY2925" fmla="*/ 169450 h 5143785"/>
              <a:gd name="connsiteX2926" fmla="*/ 1696403 w 3114960"/>
              <a:gd name="connsiteY2926" fmla="*/ 180023 h 5143785"/>
              <a:gd name="connsiteX2927" fmla="*/ 1696403 w 3114960"/>
              <a:gd name="connsiteY2927" fmla="*/ 363664 h 5143785"/>
              <a:gd name="connsiteX2928" fmla="*/ 1663827 w 3114960"/>
              <a:gd name="connsiteY2928" fmla="*/ 404432 h 5143785"/>
              <a:gd name="connsiteX2929" fmla="*/ 1669542 w 3114960"/>
              <a:gd name="connsiteY2929" fmla="*/ 480251 h 5143785"/>
              <a:gd name="connsiteX2930" fmla="*/ 1671638 w 3114960"/>
              <a:gd name="connsiteY2930" fmla="*/ 482346 h 5143785"/>
              <a:gd name="connsiteX2931" fmla="*/ 1671638 w 3114960"/>
              <a:gd name="connsiteY2931" fmla="*/ 491109 h 5143785"/>
              <a:gd name="connsiteX2932" fmla="*/ 1669542 w 3114960"/>
              <a:gd name="connsiteY2932" fmla="*/ 493205 h 5143785"/>
              <a:gd name="connsiteX2933" fmla="*/ 1660779 w 3114960"/>
              <a:gd name="connsiteY2933" fmla="*/ 493205 h 5143785"/>
              <a:gd name="connsiteX2934" fmla="*/ 1658684 w 3114960"/>
              <a:gd name="connsiteY2934" fmla="*/ 491109 h 5143785"/>
              <a:gd name="connsiteX2935" fmla="*/ 1658684 w 3114960"/>
              <a:gd name="connsiteY2935" fmla="*/ 482346 h 5143785"/>
              <a:gd name="connsiteX2936" fmla="*/ 1660779 w 3114960"/>
              <a:gd name="connsiteY2936" fmla="*/ 480251 h 5143785"/>
              <a:gd name="connsiteX2937" fmla="*/ 1669542 w 3114960"/>
              <a:gd name="connsiteY2937" fmla="*/ 480251 h 5143785"/>
              <a:gd name="connsiteX2938" fmla="*/ 1219772 w 3114960"/>
              <a:gd name="connsiteY2938" fmla="*/ 401193 h 5143785"/>
              <a:gd name="connsiteX2939" fmla="*/ 1219772 w 3114960"/>
              <a:gd name="connsiteY2939" fmla="*/ 415671 h 5143785"/>
              <a:gd name="connsiteX2940" fmla="*/ 1226630 w 3114960"/>
              <a:gd name="connsiteY2940" fmla="*/ 422529 h 5143785"/>
              <a:gd name="connsiteX2941" fmla="*/ 1231487 w 3114960"/>
              <a:gd name="connsiteY2941" fmla="*/ 422529 h 5143785"/>
              <a:gd name="connsiteX2942" fmla="*/ 1231487 w 3114960"/>
              <a:gd name="connsiteY2942" fmla="*/ 506730 h 5143785"/>
              <a:gd name="connsiteX2943" fmla="*/ 1241965 w 3114960"/>
              <a:gd name="connsiteY2943" fmla="*/ 514731 h 5143785"/>
              <a:gd name="connsiteX2944" fmla="*/ 1241965 w 3114960"/>
              <a:gd name="connsiteY2944" fmla="*/ 577787 h 5143785"/>
              <a:gd name="connsiteX2945" fmla="*/ 1241393 w 3114960"/>
              <a:gd name="connsiteY2945" fmla="*/ 577787 h 5143785"/>
              <a:gd name="connsiteX2946" fmla="*/ 1238726 w 3114960"/>
              <a:gd name="connsiteY2946" fmla="*/ 580454 h 5143785"/>
              <a:gd name="connsiteX2947" fmla="*/ 1238726 w 3114960"/>
              <a:gd name="connsiteY2947" fmla="*/ 593408 h 5143785"/>
              <a:gd name="connsiteX2948" fmla="*/ 1241393 w 3114960"/>
              <a:gd name="connsiteY2948" fmla="*/ 596075 h 5143785"/>
              <a:gd name="connsiteX2949" fmla="*/ 1247394 w 3114960"/>
              <a:gd name="connsiteY2949" fmla="*/ 596075 h 5143785"/>
              <a:gd name="connsiteX2950" fmla="*/ 1250061 w 3114960"/>
              <a:gd name="connsiteY2950" fmla="*/ 593408 h 5143785"/>
              <a:gd name="connsiteX2951" fmla="*/ 1250061 w 3114960"/>
              <a:gd name="connsiteY2951" fmla="*/ 580454 h 5143785"/>
              <a:gd name="connsiteX2952" fmla="*/ 1247394 w 3114960"/>
              <a:gd name="connsiteY2952" fmla="*/ 577787 h 5143785"/>
              <a:gd name="connsiteX2953" fmla="*/ 1246823 w 3114960"/>
              <a:gd name="connsiteY2953" fmla="*/ 577787 h 5143785"/>
              <a:gd name="connsiteX2954" fmla="*/ 1246823 w 3114960"/>
              <a:gd name="connsiteY2954" fmla="*/ 512350 h 5143785"/>
              <a:gd name="connsiteX2955" fmla="*/ 1236155 w 3114960"/>
              <a:gd name="connsiteY2955" fmla="*/ 504349 h 5143785"/>
              <a:gd name="connsiteX2956" fmla="*/ 1236155 w 3114960"/>
              <a:gd name="connsiteY2956" fmla="*/ 422434 h 5143785"/>
              <a:gd name="connsiteX2957" fmla="*/ 1241012 w 3114960"/>
              <a:gd name="connsiteY2957" fmla="*/ 422434 h 5143785"/>
              <a:gd name="connsiteX2958" fmla="*/ 1247870 w 3114960"/>
              <a:gd name="connsiteY2958" fmla="*/ 415576 h 5143785"/>
              <a:gd name="connsiteX2959" fmla="*/ 1247870 w 3114960"/>
              <a:gd name="connsiteY2959" fmla="*/ 401193 h 5143785"/>
              <a:gd name="connsiteX2960" fmla="*/ 1241012 w 3114960"/>
              <a:gd name="connsiteY2960" fmla="*/ 394335 h 5143785"/>
              <a:gd name="connsiteX2961" fmla="*/ 1226630 w 3114960"/>
              <a:gd name="connsiteY2961" fmla="*/ 394335 h 5143785"/>
              <a:gd name="connsiteX2962" fmla="*/ 1219772 w 3114960"/>
              <a:gd name="connsiteY2962" fmla="*/ 401193 h 5143785"/>
              <a:gd name="connsiteX2963" fmla="*/ 1243013 w 3114960"/>
              <a:gd name="connsiteY2963" fmla="*/ 401193 h 5143785"/>
              <a:gd name="connsiteX2964" fmla="*/ 1243013 w 3114960"/>
              <a:gd name="connsiteY2964" fmla="*/ 415576 h 5143785"/>
              <a:gd name="connsiteX2965" fmla="*/ 1240917 w 3114960"/>
              <a:gd name="connsiteY2965" fmla="*/ 417671 h 5143785"/>
              <a:gd name="connsiteX2966" fmla="*/ 1226534 w 3114960"/>
              <a:gd name="connsiteY2966" fmla="*/ 417671 h 5143785"/>
              <a:gd name="connsiteX2967" fmla="*/ 1224439 w 3114960"/>
              <a:gd name="connsiteY2967" fmla="*/ 415576 h 5143785"/>
              <a:gd name="connsiteX2968" fmla="*/ 1224439 w 3114960"/>
              <a:gd name="connsiteY2968" fmla="*/ 401098 h 5143785"/>
              <a:gd name="connsiteX2969" fmla="*/ 1226534 w 3114960"/>
              <a:gd name="connsiteY2969" fmla="*/ 399002 h 5143785"/>
              <a:gd name="connsiteX2970" fmla="*/ 1240917 w 3114960"/>
              <a:gd name="connsiteY2970" fmla="*/ 399002 h 5143785"/>
              <a:gd name="connsiteX2971" fmla="*/ 1243013 w 3114960"/>
              <a:gd name="connsiteY2971" fmla="*/ 401098 h 5143785"/>
              <a:gd name="connsiteX2972" fmla="*/ 1772222 w 3114960"/>
              <a:gd name="connsiteY2972" fmla="*/ 2311241 h 5143785"/>
              <a:gd name="connsiteX2973" fmla="*/ 1758696 w 3114960"/>
              <a:gd name="connsiteY2973" fmla="*/ 2297811 h 5143785"/>
              <a:gd name="connsiteX2974" fmla="*/ 1762030 w 3114960"/>
              <a:gd name="connsiteY2974" fmla="*/ 2294477 h 5143785"/>
              <a:gd name="connsiteX2975" fmla="*/ 1775555 w 3114960"/>
              <a:gd name="connsiteY2975" fmla="*/ 2307908 h 5143785"/>
              <a:gd name="connsiteX2976" fmla="*/ 1772222 w 3114960"/>
              <a:gd name="connsiteY2976" fmla="*/ 2311241 h 5143785"/>
              <a:gd name="connsiteX2977" fmla="*/ 1920526 w 3114960"/>
              <a:gd name="connsiteY2977" fmla="*/ 4519613 h 5143785"/>
              <a:gd name="connsiteX2978" fmla="*/ 1912811 w 3114960"/>
              <a:gd name="connsiteY2978" fmla="*/ 4525423 h 5143785"/>
              <a:gd name="connsiteX2979" fmla="*/ 1857947 w 3114960"/>
              <a:gd name="connsiteY2979" fmla="*/ 4525423 h 5143785"/>
              <a:gd name="connsiteX2980" fmla="*/ 1835753 w 3114960"/>
              <a:gd name="connsiteY2980" fmla="*/ 4544949 h 5143785"/>
              <a:gd name="connsiteX2981" fmla="*/ 1739646 w 3114960"/>
              <a:gd name="connsiteY2981" fmla="*/ 4544949 h 5143785"/>
              <a:gd name="connsiteX2982" fmla="*/ 1739741 w 3114960"/>
              <a:gd name="connsiteY2982" fmla="*/ 4543902 h 5143785"/>
              <a:gd name="connsiteX2983" fmla="*/ 1722977 w 3114960"/>
              <a:gd name="connsiteY2983" fmla="*/ 4527137 h 5143785"/>
              <a:gd name="connsiteX2984" fmla="*/ 1715262 w 3114960"/>
              <a:gd name="connsiteY2984" fmla="*/ 4529138 h 5143785"/>
              <a:gd name="connsiteX2985" fmla="*/ 1691450 w 3114960"/>
              <a:gd name="connsiteY2985" fmla="*/ 4501229 h 5143785"/>
              <a:gd name="connsiteX2986" fmla="*/ 1691450 w 3114960"/>
              <a:gd name="connsiteY2986" fmla="*/ 4415219 h 5143785"/>
              <a:gd name="connsiteX2987" fmla="*/ 1684306 w 3114960"/>
              <a:gd name="connsiteY2987" fmla="*/ 4415219 h 5143785"/>
              <a:gd name="connsiteX2988" fmla="*/ 1684306 w 3114960"/>
              <a:gd name="connsiteY2988" fmla="*/ 4502563 h 5143785"/>
              <a:gd name="connsiteX2989" fmla="*/ 1685163 w 3114960"/>
              <a:gd name="connsiteY2989" fmla="*/ 4504849 h 5143785"/>
              <a:gd name="connsiteX2990" fmla="*/ 1709833 w 3114960"/>
              <a:gd name="connsiteY2990" fmla="*/ 4533710 h 5143785"/>
              <a:gd name="connsiteX2991" fmla="*/ 1706309 w 3114960"/>
              <a:gd name="connsiteY2991" fmla="*/ 4543902 h 5143785"/>
              <a:gd name="connsiteX2992" fmla="*/ 1723073 w 3114960"/>
              <a:gd name="connsiteY2992" fmla="*/ 4560665 h 5143785"/>
              <a:gd name="connsiteX2993" fmla="*/ 1738789 w 3114960"/>
              <a:gd name="connsiteY2993" fmla="*/ 4549712 h 5143785"/>
              <a:gd name="connsiteX2994" fmla="*/ 1837753 w 3114960"/>
              <a:gd name="connsiteY2994" fmla="*/ 4549712 h 5143785"/>
              <a:gd name="connsiteX2995" fmla="*/ 1859947 w 3114960"/>
              <a:gd name="connsiteY2995" fmla="*/ 4530186 h 5143785"/>
              <a:gd name="connsiteX2996" fmla="*/ 1913001 w 3114960"/>
              <a:gd name="connsiteY2996" fmla="*/ 4530186 h 5143785"/>
              <a:gd name="connsiteX2997" fmla="*/ 1920621 w 3114960"/>
              <a:gd name="connsiteY2997" fmla="*/ 4535996 h 5143785"/>
              <a:gd name="connsiteX2998" fmla="*/ 1928813 w 3114960"/>
              <a:gd name="connsiteY2998" fmla="*/ 4527899 h 5143785"/>
              <a:gd name="connsiteX2999" fmla="*/ 1920716 w 3114960"/>
              <a:gd name="connsiteY2999" fmla="*/ 4519708 h 5143785"/>
              <a:gd name="connsiteX3000" fmla="*/ 1722882 w 3114960"/>
              <a:gd name="connsiteY3000" fmla="*/ 4554760 h 5143785"/>
              <a:gd name="connsiteX3001" fmla="*/ 1711928 w 3114960"/>
              <a:gd name="connsiteY3001" fmla="*/ 4543806 h 5143785"/>
              <a:gd name="connsiteX3002" fmla="*/ 1722882 w 3114960"/>
              <a:gd name="connsiteY3002" fmla="*/ 4532853 h 5143785"/>
              <a:gd name="connsiteX3003" fmla="*/ 1733836 w 3114960"/>
              <a:gd name="connsiteY3003" fmla="*/ 4543806 h 5143785"/>
              <a:gd name="connsiteX3004" fmla="*/ 1722882 w 3114960"/>
              <a:gd name="connsiteY3004" fmla="*/ 4554760 h 5143785"/>
              <a:gd name="connsiteX3005" fmla="*/ 1414653 w 3114960"/>
              <a:gd name="connsiteY3005" fmla="*/ 222028 h 5143785"/>
              <a:gd name="connsiteX3006" fmla="*/ 1414653 w 3114960"/>
              <a:gd name="connsiteY3006" fmla="*/ 228791 h 5143785"/>
              <a:gd name="connsiteX3007" fmla="*/ 1412177 w 3114960"/>
              <a:gd name="connsiteY3007" fmla="*/ 231267 h 5143785"/>
              <a:gd name="connsiteX3008" fmla="*/ 1405414 w 3114960"/>
              <a:gd name="connsiteY3008" fmla="*/ 231267 h 5143785"/>
              <a:gd name="connsiteX3009" fmla="*/ 1402937 w 3114960"/>
              <a:gd name="connsiteY3009" fmla="*/ 228791 h 5143785"/>
              <a:gd name="connsiteX3010" fmla="*/ 1402937 w 3114960"/>
              <a:gd name="connsiteY3010" fmla="*/ 222028 h 5143785"/>
              <a:gd name="connsiteX3011" fmla="*/ 1405414 w 3114960"/>
              <a:gd name="connsiteY3011" fmla="*/ 219551 h 5143785"/>
              <a:gd name="connsiteX3012" fmla="*/ 1412177 w 3114960"/>
              <a:gd name="connsiteY3012" fmla="*/ 219551 h 5143785"/>
              <a:gd name="connsiteX3013" fmla="*/ 1414653 w 3114960"/>
              <a:gd name="connsiteY3013" fmla="*/ 222028 h 5143785"/>
              <a:gd name="connsiteX3014" fmla="*/ 1361503 w 3114960"/>
              <a:gd name="connsiteY3014" fmla="*/ 222028 h 5143785"/>
              <a:gd name="connsiteX3015" fmla="*/ 1361503 w 3114960"/>
              <a:gd name="connsiteY3015" fmla="*/ 228791 h 5143785"/>
              <a:gd name="connsiteX3016" fmla="*/ 1359027 w 3114960"/>
              <a:gd name="connsiteY3016" fmla="*/ 231267 h 5143785"/>
              <a:gd name="connsiteX3017" fmla="*/ 1352264 w 3114960"/>
              <a:gd name="connsiteY3017" fmla="*/ 231267 h 5143785"/>
              <a:gd name="connsiteX3018" fmla="*/ 1349788 w 3114960"/>
              <a:gd name="connsiteY3018" fmla="*/ 228791 h 5143785"/>
              <a:gd name="connsiteX3019" fmla="*/ 1349788 w 3114960"/>
              <a:gd name="connsiteY3019" fmla="*/ 222028 h 5143785"/>
              <a:gd name="connsiteX3020" fmla="*/ 1352264 w 3114960"/>
              <a:gd name="connsiteY3020" fmla="*/ 219551 h 5143785"/>
              <a:gd name="connsiteX3021" fmla="*/ 1359027 w 3114960"/>
              <a:gd name="connsiteY3021" fmla="*/ 219551 h 5143785"/>
              <a:gd name="connsiteX3022" fmla="*/ 1361503 w 3114960"/>
              <a:gd name="connsiteY3022" fmla="*/ 222028 h 5143785"/>
              <a:gd name="connsiteX3023" fmla="*/ 2653951 w 3114960"/>
              <a:gd name="connsiteY3023" fmla="*/ 63341 h 5143785"/>
              <a:gd name="connsiteX3024" fmla="*/ 2554891 w 3114960"/>
              <a:gd name="connsiteY3024" fmla="*/ 63341 h 5143785"/>
              <a:gd name="connsiteX3025" fmla="*/ 2545271 w 3114960"/>
              <a:gd name="connsiteY3025" fmla="*/ 72962 h 5143785"/>
              <a:gd name="connsiteX3026" fmla="*/ 2545271 w 3114960"/>
              <a:gd name="connsiteY3026" fmla="*/ 77629 h 5143785"/>
              <a:gd name="connsiteX3027" fmla="*/ 2515172 w 3114960"/>
              <a:gd name="connsiteY3027" fmla="*/ 77629 h 5143785"/>
              <a:gd name="connsiteX3028" fmla="*/ 2504599 w 3114960"/>
              <a:gd name="connsiteY3028" fmla="*/ 68009 h 5143785"/>
              <a:gd name="connsiteX3029" fmla="*/ 2478977 w 3114960"/>
              <a:gd name="connsiteY3029" fmla="*/ 68009 h 5143785"/>
              <a:gd name="connsiteX3030" fmla="*/ 2471357 w 3114960"/>
              <a:gd name="connsiteY3030" fmla="*/ 60293 h 5143785"/>
              <a:gd name="connsiteX3031" fmla="*/ 2458688 w 3114960"/>
              <a:gd name="connsiteY3031" fmla="*/ 68009 h 5143785"/>
              <a:gd name="connsiteX3032" fmla="*/ 2459927 w 3114960"/>
              <a:gd name="connsiteY3032" fmla="*/ 75914 h 5143785"/>
              <a:gd name="connsiteX3033" fmla="*/ 2466404 w 3114960"/>
              <a:gd name="connsiteY3033" fmla="*/ 80677 h 5143785"/>
              <a:gd name="connsiteX3034" fmla="*/ 2466594 w 3114960"/>
              <a:gd name="connsiteY3034" fmla="*/ 80677 h 5143785"/>
              <a:gd name="connsiteX3035" fmla="*/ 2466499 w 3114960"/>
              <a:gd name="connsiteY3035" fmla="*/ 121444 h 5143785"/>
              <a:gd name="connsiteX3036" fmla="*/ 2466499 w 3114960"/>
              <a:gd name="connsiteY3036" fmla="*/ 122492 h 5143785"/>
              <a:gd name="connsiteX3037" fmla="*/ 2478977 w 3114960"/>
              <a:gd name="connsiteY3037" fmla="*/ 134588 h 5143785"/>
              <a:gd name="connsiteX3038" fmla="*/ 2514791 w 3114960"/>
              <a:gd name="connsiteY3038" fmla="*/ 134588 h 5143785"/>
              <a:gd name="connsiteX3039" fmla="*/ 2516410 w 3114960"/>
              <a:gd name="connsiteY3039" fmla="*/ 137065 h 5143785"/>
              <a:gd name="connsiteX3040" fmla="*/ 2522125 w 3114960"/>
              <a:gd name="connsiteY3040" fmla="*/ 139541 h 5143785"/>
              <a:gd name="connsiteX3041" fmla="*/ 2522315 w 3114960"/>
              <a:gd name="connsiteY3041" fmla="*/ 139541 h 5143785"/>
              <a:gd name="connsiteX3042" fmla="*/ 2527935 w 3114960"/>
              <a:gd name="connsiteY3042" fmla="*/ 137255 h 5143785"/>
              <a:gd name="connsiteX3043" fmla="*/ 2530412 w 3114960"/>
              <a:gd name="connsiteY3043" fmla="*/ 131540 h 5143785"/>
              <a:gd name="connsiteX3044" fmla="*/ 2528126 w 3114960"/>
              <a:gd name="connsiteY3044" fmla="*/ 125730 h 5143785"/>
              <a:gd name="connsiteX3045" fmla="*/ 2522411 w 3114960"/>
              <a:gd name="connsiteY3045" fmla="*/ 123254 h 5143785"/>
              <a:gd name="connsiteX3046" fmla="*/ 2516600 w 3114960"/>
              <a:gd name="connsiteY3046" fmla="*/ 125540 h 5143785"/>
              <a:gd name="connsiteX3047" fmla="*/ 2514410 w 3114960"/>
              <a:gd name="connsiteY3047" fmla="*/ 129826 h 5143785"/>
              <a:gd name="connsiteX3048" fmla="*/ 2480882 w 3114960"/>
              <a:gd name="connsiteY3048" fmla="*/ 129826 h 5143785"/>
              <a:gd name="connsiteX3049" fmla="*/ 2471261 w 3114960"/>
              <a:gd name="connsiteY3049" fmla="*/ 120491 h 5143785"/>
              <a:gd name="connsiteX3050" fmla="*/ 2471261 w 3114960"/>
              <a:gd name="connsiteY3050" fmla="*/ 80677 h 5143785"/>
              <a:gd name="connsiteX3051" fmla="*/ 2474214 w 3114960"/>
              <a:gd name="connsiteY3051" fmla="*/ 79439 h 5143785"/>
              <a:gd name="connsiteX3052" fmla="*/ 2478977 w 3114960"/>
              <a:gd name="connsiteY3052" fmla="*/ 72962 h 5143785"/>
              <a:gd name="connsiteX3053" fmla="*/ 2478977 w 3114960"/>
              <a:gd name="connsiteY3053" fmla="*/ 72771 h 5143785"/>
              <a:gd name="connsiteX3054" fmla="*/ 2502599 w 3114960"/>
              <a:gd name="connsiteY3054" fmla="*/ 72771 h 5143785"/>
              <a:gd name="connsiteX3055" fmla="*/ 2513171 w 3114960"/>
              <a:gd name="connsiteY3055" fmla="*/ 82391 h 5143785"/>
              <a:gd name="connsiteX3056" fmla="*/ 2545175 w 3114960"/>
              <a:gd name="connsiteY3056" fmla="*/ 82391 h 5143785"/>
              <a:gd name="connsiteX3057" fmla="*/ 2545175 w 3114960"/>
              <a:gd name="connsiteY3057" fmla="*/ 87059 h 5143785"/>
              <a:gd name="connsiteX3058" fmla="*/ 2554796 w 3114960"/>
              <a:gd name="connsiteY3058" fmla="*/ 96679 h 5143785"/>
              <a:gd name="connsiteX3059" fmla="*/ 2653855 w 3114960"/>
              <a:gd name="connsiteY3059" fmla="*/ 96679 h 5143785"/>
              <a:gd name="connsiteX3060" fmla="*/ 2663476 w 3114960"/>
              <a:gd name="connsiteY3060" fmla="*/ 87059 h 5143785"/>
              <a:gd name="connsiteX3061" fmla="*/ 2663476 w 3114960"/>
              <a:gd name="connsiteY3061" fmla="*/ 82391 h 5143785"/>
              <a:gd name="connsiteX3062" fmla="*/ 2756726 w 3114960"/>
              <a:gd name="connsiteY3062" fmla="*/ 82391 h 5143785"/>
              <a:gd name="connsiteX3063" fmla="*/ 2781491 w 3114960"/>
              <a:gd name="connsiteY3063" fmla="*/ 58198 h 5143785"/>
              <a:gd name="connsiteX3064" fmla="*/ 2781491 w 3114960"/>
              <a:gd name="connsiteY3064" fmla="*/ 95 h 5143785"/>
              <a:gd name="connsiteX3065" fmla="*/ 2776728 w 3114960"/>
              <a:gd name="connsiteY3065" fmla="*/ 95 h 5143785"/>
              <a:gd name="connsiteX3066" fmla="*/ 2776728 w 3114960"/>
              <a:gd name="connsiteY3066" fmla="*/ 56198 h 5143785"/>
              <a:gd name="connsiteX3067" fmla="*/ 2754821 w 3114960"/>
              <a:gd name="connsiteY3067" fmla="*/ 77629 h 5143785"/>
              <a:gd name="connsiteX3068" fmla="*/ 2663571 w 3114960"/>
              <a:gd name="connsiteY3068" fmla="*/ 77629 h 5143785"/>
              <a:gd name="connsiteX3069" fmla="*/ 2663571 w 3114960"/>
              <a:gd name="connsiteY3069" fmla="*/ 72962 h 5143785"/>
              <a:gd name="connsiteX3070" fmla="*/ 2653951 w 3114960"/>
              <a:gd name="connsiteY3070" fmla="*/ 63341 h 5143785"/>
              <a:gd name="connsiteX3071" fmla="*/ 2522220 w 3114960"/>
              <a:gd name="connsiteY3071" fmla="*/ 128016 h 5143785"/>
              <a:gd name="connsiteX3072" fmla="*/ 2522220 w 3114960"/>
              <a:gd name="connsiteY3072" fmla="*/ 128016 h 5143785"/>
              <a:gd name="connsiteX3073" fmla="*/ 2524601 w 3114960"/>
              <a:gd name="connsiteY3073" fmla="*/ 129064 h 5143785"/>
              <a:gd name="connsiteX3074" fmla="*/ 2525554 w 3114960"/>
              <a:gd name="connsiteY3074" fmla="*/ 131445 h 5143785"/>
              <a:gd name="connsiteX3075" fmla="*/ 2522125 w 3114960"/>
              <a:gd name="connsiteY3075" fmla="*/ 134779 h 5143785"/>
              <a:gd name="connsiteX3076" fmla="*/ 2519744 w 3114960"/>
              <a:gd name="connsiteY3076" fmla="*/ 133731 h 5143785"/>
              <a:gd name="connsiteX3077" fmla="*/ 2518791 w 3114960"/>
              <a:gd name="connsiteY3077" fmla="*/ 131350 h 5143785"/>
              <a:gd name="connsiteX3078" fmla="*/ 2522125 w 3114960"/>
              <a:gd name="connsiteY3078" fmla="*/ 128016 h 5143785"/>
              <a:gd name="connsiteX3079" fmla="*/ 2474500 w 3114960"/>
              <a:gd name="connsiteY3079" fmla="*/ 71914 h 5143785"/>
              <a:gd name="connsiteX3080" fmla="*/ 2471928 w 3114960"/>
              <a:gd name="connsiteY3080" fmla="*/ 75438 h 5143785"/>
              <a:gd name="connsiteX3081" fmla="*/ 2467642 w 3114960"/>
              <a:gd name="connsiteY3081" fmla="*/ 76105 h 5143785"/>
              <a:gd name="connsiteX3082" fmla="*/ 2464118 w 3114960"/>
              <a:gd name="connsiteY3082" fmla="*/ 73533 h 5143785"/>
              <a:gd name="connsiteX3083" fmla="*/ 2463451 w 3114960"/>
              <a:gd name="connsiteY3083" fmla="*/ 69247 h 5143785"/>
              <a:gd name="connsiteX3084" fmla="*/ 2468975 w 3114960"/>
              <a:gd name="connsiteY3084" fmla="*/ 64865 h 5143785"/>
              <a:gd name="connsiteX3085" fmla="*/ 2470309 w 3114960"/>
              <a:gd name="connsiteY3085" fmla="*/ 65056 h 5143785"/>
              <a:gd name="connsiteX3086" fmla="*/ 2473833 w 3114960"/>
              <a:gd name="connsiteY3086" fmla="*/ 67628 h 5143785"/>
              <a:gd name="connsiteX3087" fmla="*/ 2474500 w 3114960"/>
              <a:gd name="connsiteY3087" fmla="*/ 71914 h 5143785"/>
              <a:gd name="connsiteX3088" fmla="*/ 2658809 w 3114960"/>
              <a:gd name="connsiteY3088" fmla="*/ 87154 h 5143785"/>
              <a:gd name="connsiteX3089" fmla="*/ 2653951 w 3114960"/>
              <a:gd name="connsiteY3089" fmla="*/ 92012 h 5143785"/>
              <a:gd name="connsiteX3090" fmla="*/ 2554891 w 3114960"/>
              <a:gd name="connsiteY3090" fmla="*/ 92012 h 5143785"/>
              <a:gd name="connsiteX3091" fmla="*/ 2550033 w 3114960"/>
              <a:gd name="connsiteY3091" fmla="*/ 87154 h 5143785"/>
              <a:gd name="connsiteX3092" fmla="*/ 2550033 w 3114960"/>
              <a:gd name="connsiteY3092" fmla="*/ 72962 h 5143785"/>
              <a:gd name="connsiteX3093" fmla="*/ 2554891 w 3114960"/>
              <a:gd name="connsiteY3093" fmla="*/ 68104 h 5143785"/>
              <a:gd name="connsiteX3094" fmla="*/ 2653951 w 3114960"/>
              <a:gd name="connsiteY3094" fmla="*/ 68104 h 5143785"/>
              <a:gd name="connsiteX3095" fmla="*/ 2658809 w 3114960"/>
              <a:gd name="connsiteY3095" fmla="*/ 72962 h 5143785"/>
              <a:gd name="connsiteX3096" fmla="*/ 2658809 w 3114960"/>
              <a:gd name="connsiteY3096" fmla="*/ 87154 h 5143785"/>
              <a:gd name="connsiteX3097" fmla="*/ 1286542 w 3114960"/>
              <a:gd name="connsiteY3097" fmla="*/ 254889 h 5143785"/>
              <a:gd name="connsiteX3098" fmla="*/ 1275588 w 3114960"/>
              <a:gd name="connsiteY3098" fmla="*/ 265843 h 5143785"/>
              <a:gd name="connsiteX3099" fmla="*/ 1286542 w 3114960"/>
              <a:gd name="connsiteY3099" fmla="*/ 276797 h 5143785"/>
              <a:gd name="connsiteX3100" fmla="*/ 1291781 w 3114960"/>
              <a:gd name="connsiteY3100" fmla="*/ 275273 h 5143785"/>
              <a:gd name="connsiteX3101" fmla="*/ 1291590 w 3114960"/>
              <a:gd name="connsiteY3101" fmla="*/ 275463 h 5143785"/>
              <a:gd name="connsiteX3102" fmla="*/ 1332738 w 3114960"/>
              <a:gd name="connsiteY3102" fmla="*/ 313754 h 5143785"/>
              <a:gd name="connsiteX3103" fmla="*/ 1332357 w 3114960"/>
              <a:gd name="connsiteY3103" fmla="*/ 355378 h 5143785"/>
              <a:gd name="connsiteX3104" fmla="*/ 1351883 w 3114960"/>
              <a:gd name="connsiteY3104" fmla="*/ 379476 h 5143785"/>
              <a:gd name="connsiteX3105" fmla="*/ 1350455 w 3114960"/>
              <a:gd name="connsiteY3105" fmla="*/ 389382 h 5143785"/>
              <a:gd name="connsiteX3106" fmla="*/ 1355598 w 3114960"/>
              <a:gd name="connsiteY3106" fmla="*/ 394716 h 5143785"/>
              <a:gd name="connsiteX3107" fmla="*/ 1354360 w 3114960"/>
              <a:gd name="connsiteY3107" fmla="*/ 396145 h 5143785"/>
              <a:gd name="connsiteX3108" fmla="*/ 1358932 w 3114960"/>
              <a:gd name="connsiteY3108" fmla="*/ 398336 h 5143785"/>
              <a:gd name="connsiteX3109" fmla="*/ 1354360 w 3114960"/>
              <a:gd name="connsiteY3109" fmla="*/ 400526 h 5143785"/>
              <a:gd name="connsiteX3110" fmla="*/ 1358741 w 3114960"/>
              <a:gd name="connsiteY3110" fmla="*/ 402622 h 5143785"/>
              <a:gd name="connsiteX3111" fmla="*/ 1354360 w 3114960"/>
              <a:gd name="connsiteY3111" fmla="*/ 404717 h 5143785"/>
              <a:gd name="connsiteX3112" fmla="*/ 1358837 w 3114960"/>
              <a:gd name="connsiteY3112" fmla="*/ 406813 h 5143785"/>
              <a:gd name="connsiteX3113" fmla="*/ 1354360 w 3114960"/>
              <a:gd name="connsiteY3113" fmla="*/ 408908 h 5143785"/>
              <a:gd name="connsiteX3114" fmla="*/ 1358741 w 3114960"/>
              <a:gd name="connsiteY3114" fmla="*/ 411004 h 5143785"/>
              <a:gd name="connsiteX3115" fmla="*/ 1354360 w 3114960"/>
              <a:gd name="connsiteY3115" fmla="*/ 413099 h 5143785"/>
              <a:gd name="connsiteX3116" fmla="*/ 1358741 w 3114960"/>
              <a:gd name="connsiteY3116" fmla="*/ 415195 h 5143785"/>
              <a:gd name="connsiteX3117" fmla="*/ 1354360 w 3114960"/>
              <a:gd name="connsiteY3117" fmla="*/ 417290 h 5143785"/>
              <a:gd name="connsiteX3118" fmla="*/ 1358646 w 3114960"/>
              <a:gd name="connsiteY3118" fmla="*/ 419386 h 5143785"/>
              <a:gd name="connsiteX3119" fmla="*/ 1354360 w 3114960"/>
              <a:gd name="connsiteY3119" fmla="*/ 421481 h 5143785"/>
              <a:gd name="connsiteX3120" fmla="*/ 1358456 w 3114960"/>
              <a:gd name="connsiteY3120" fmla="*/ 423577 h 5143785"/>
              <a:gd name="connsiteX3121" fmla="*/ 1354360 w 3114960"/>
              <a:gd name="connsiteY3121" fmla="*/ 425672 h 5143785"/>
              <a:gd name="connsiteX3122" fmla="*/ 1358456 w 3114960"/>
              <a:gd name="connsiteY3122" fmla="*/ 427673 h 5143785"/>
              <a:gd name="connsiteX3123" fmla="*/ 1354360 w 3114960"/>
              <a:gd name="connsiteY3123" fmla="*/ 429673 h 5143785"/>
              <a:gd name="connsiteX3124" fmla="*/ 1358456 w 3114960"/>
              <a:gd name="connsiteY3124" fmla="*/ 431673 h 5143785"/>
              <a:gd name="connsiteX3125" fmla="*/ 1354360 w 3114960"/>
              <a:gd name="connsiteY3125" fmla="*/ 433769 h 5143785"/>
              <a:gd name="connsiteX3126" fmla="*/ 1358551 w 3114960"/>
              <a:gd name="connsiteY3126" fmla="*/ 435864 h 5143785"/>
              <a:gd name="connsiteX3127" fmla="*/ 1354360 w 3114960"/>
              <a:gd name="connsiteY3127" fmla="*/ 437960 h 5143785"/>
              <a:gd name="connsiteX3128" fmla="*/ 1358646 w 3114960"/>
              <a:gd name="connsiteY3128" fmla="*/ 440055 h 5143785"/>
              <a:gd name="connsiteX3129" fmla="*/ 1354360 w 3114960"/>
              <a:gd name="connsiteY3129" fmla="*/ 442151 h 5143785"/>
              <a:gd name="connsiteX3130" fmla="*/ 1358646 w 3114960"/>
              <a:gd name="connsiteY3130" fmla="*/ 444246 h 5143785"/>
              <a:gd name="connsiteX3131" fmla="*/ 1354360 w 3114960"/>
              <a:gd name="connsiteY3131" fmla="*/ 446342 h 5143785"/>
              <a:gd name="connsiteX3132" fmla="*/ 1358551 w 3114960"/>
              <a:gd name="connsiteY3132" fmla="*/ 448437 h 5143785"/>
              <a:gd name="connsiteX3133" fmla="*/ 1354360 w 3114960"/>
              <a:gd name="connsiteY3133" fmla="*/ 450533 h 5143785"/>
              <a:gd name="connsiteX3134" fmla="*/ 1358551 w 3114960"/>
              <a:gd name="connsiteY3134" fmla="*/ 452628 h 5143785"/>
              <a:gd name="connsiteX3135" fmla="*/ 1354360 w 3114960"/>
              <a:gd name="connsiteY3135" fmla="*/ 454724 h 5143785"/>
              <a:gd name="connsiteX3136" fmla="*/ 1358456 w 3114960"/>
              <a:gd name="connsiteY3136" fmla="*/ 456819 h 5143785"/>
              <a:gd name="connsiteX3137" fmla="*/ 1354360 w 3114960"/>
              <a:gd name="connsiteY3137" fmla="*/ 458914 h 5143785"/>
              <a:gd name="connsiteX3138" fmla="*/ 1358456 w 3114960"/>
              <a:gd name="connsiteY3138" fmla="*/ 461010 h 5143785"/>
              <a:gd name="connsiteX3139" fmla="*/ 1354360 w 3114960"/>
              <a:gd name="connsiteY3139" fmla="*/ 463106 h 5143785"/>
              <a:gd name="connsiteX3140" fmla="*/ 1358456 w 3114960"/>
              <a:gd name="connsiteY3140" fmla="*/ 465201 h 5143785"/>
              <a:gd name="connsiteX3141" fmla="*/ 1354360 w 3114960"/>
              <a:gd name="connsiteY3141" fmla="*/ 467297 h 5143785"/>
              <a:gd name="connsiteX3142" fmla="*/ 1358551 w 3114960"/>
              <a:gd name="connsiteY3142" fmla="*/ 469392 h 5143785"/>
              <a:gd name="connsiteX3143" fmla="*/ 1354360 w 3114960"/>
              <a:gd name="connsiteY3143" fmla="*/ 471488 h 5143785"/>
              <a:gd name="connsiteX3144" fmla="*/ 1358551 w 3114960"/>
              <a:gd name="connsiteY3144" fmla="*/ 473583 h 5143785"/>
              <a:gd name="connsiteX3145" fmla="*/ 1354360 w 3114960"/>
              <a:gd name="connsiteY3145" fmla="*/ 475679 h 5143785"/>
              <a:gd name="connsiteX3146" fmla="*/ 1358551 w 3114960"/>
              <a:gd name="connsiteY3146" fmla="*/ 477774 h 5143785"/>
              <a:gd name="connsiteX3147" fmla="*/ 1354360 w 3114960"/>
              <a:gd name="connsiteY3147" fmla="*/ 479870 h 5143785"/>
              <a:gd name="connsiteX3148" fmla="*/ 1358551 w 3114960"/>
              <a:gd name="connsiteY3148" fmla="*/ 481965 h 5143785"/>
              <a:gd name="connsiteX3149" fmla="*/ 1354360 w 3114960"/>
              <a:gd name="connsiteY3149" fmla="*/ 484061 h 5143785"/>
              <a:gd name="connsiteX3150" fmla="*/ 1358456 w 3114960"/>
              <a:gd name="connsiteY3150" fmla="*/ 486156 h 5143785"/>
              <a:gd name="connsiteX3151" fmla="*/ 1354360 w 3114960"/>
              <a:gd name="connsiteY3151" fmla="*/ 488156 h 5143785"/>
              <a:gd name="connsiteX3152" fmla="*/ 1358360 w 3114960"/>
              <a:gd name="connsiteY3152" fmla="*/ 490157 h 5143785"/>
              <a:gd name="connsiteX3153" fmla="*/ 1354360 w 3114960"/>
              <a:gd name="connsiteY3153" fmla="*/ 492157 h 5143785"/>
              <a:gd name="connsiteX3154" fmla="*/ 1358360 w 3114960"/>
              <a:gd name="connsiteY3154" fmla="*/ 494157 h 5143785"/>
              <a:gd name="connsiteX3155" fmla="*/ 1354360 w 3114960"/>
              <a:gd name="connsiteY3155" fmla="*/ 496157 h 5143785"/>
              <a:gd name="connsiteX3156" fmla="*/ 1358265 w 3114960"/>
              <a:gd name="connsiteY3156" fmla="*/ 498158 h 5143785"/>
              <a:gd name="connsiteX3157" fmla="*/ 1354360 w 3114960"/>
              <a:gd name="connsiteY3157" fmla="*/ 500158 h 5143785"/>
              <a:gd name="connsiteX3158" fmla="*/ 1358265 w 3114960"/>
              <a:gd name="connsiteY3158" fmla="*/ 502158 h 5143785"/>
              <a:gd name="connsiteX3159" fmla="*/ 1354360 w 3114960"/>
              <a:gd name="connsiteY3159" fmla="*/ 504158 h 5143785"/>
              <a:gd name="connsiteX3160" fmla="*/ 1358265 w 3114960"/>
              <a:gd name="connsiteY3160" fmla="*/ 506159 h 5143785"/>
              <a:gd name="connsiteX3161" fmla="*/ 1354360 w 3114960"/>
              <a:gd name="connsiteY3161" fmla="*/ 508159 h 5143785"/>
              <a:gd name="connsiteX3162" fmla="*/ 1358170 w 3114960"/>
              <a:gd name="connsiteY3162" fmla="*/ 510159 h 5143785"/>
              <a:gd name="connsiteX3163" fmla="*/ 1354360 w 3114960"/>
              <a:gd name="connsiteY3163" fmla="*/ 512159 h 5143785"/>
              <a:gd name="connsiteX3164" fmla="*/ 1358170 w 3114960"/>
              <a:gd name="connsiteY3164" fmla="*/ 514160 h 5143785"/>
              <a:gd name="connsiteX3165" fmla="*/ 1354360 w 3114960"/>
              <a:gd name="connsiteY3165" fmla="*/ 516160 h 5143785"/>
              <a:gd name="connsiteX3166" fmla="*/ 1358170 w 3114960"/>
              <a:gd name="connsiteY3166" fmla="*/ 518160 h 5143785"/>
              <a:gd name="connsiteX3167" fmla="*/ 1354360 w 3114960"/>
              <a:gd name="connsiteY3167" fmla="*/ 520160 h 5143785"/>
              <a:gd name="connsiteX3168" fmla="*/ 1358170 w 3114960"/>
              <a:gd name="connsiteY3168" fmla="*/ 522161 h 5143785"/>
              <a:gd name="connsiteX3169" fmla="*/ 1354360 w 3114960"/>
              <a:gd name="connsiteY3169" fmla="*/ 524161 h 5143785"/>
              <a:gd name="connsiteX3170" fmla="*/ 1358170 w 3114960"/>
              <a:gd name="connsiteY3170" fmla="*/ 526161 h 5143785"/>
              <a:gd name="connsiteX3171" fmla="*/ 1354360 w 3114960"/>
              <a:gd name="connsiteY3171" fmla="*/ 528161 h 5143785"/>
              <a:gd name="connsiteX3172" fmla="*/ 1358170 w 3114960"/>
              <a:gd name="connsiteY3172" fmla="*/ 530162 h 5143785"/>
              <a:gd name="connsiteX3173" fmla="*/ 1354360 w 3114960"/>
              <a:gd name="connsiteY3173" fmla="*/ 532162 h 5143785"/>
              <a:gd name="connsiteX3174" fmla="*/ 1358170 w 3114960"/>
              <a:gd name="connsiteY3174" fmla="*/ 534162 h 5143785"/>
              <a:gd name="connsiteX3175" fmla="*/ 1354360 w 3114960"/>
              <a:gd name="connsiteY3175" fmla="*/ 536162 h 5143785"/>
              <a:gd name="connsiteX3176" fmla="*/ 1358075 w 3114960"/>
              <a:gd name="connsiteY3176" fmla="*/ 538163 h 5143785"/>
              <a:gd name="connsiteX3177" fmla="*/ 1355979 w 3114960"/>
              <a:gd name="connsiteY3177" fmla="*/ 538544 h 5143785"/>
              <a:gd name="connsiteX3178" fmla="*/ 1355598 w 3114960"/>
              <a:gd name="connsiteY3178" fmla="*/ 538734 h 5143785"/>
              <a:gd name="connsiteX3179" fmla="*/ 1355027 w 3114960"/>
              <a:gd name="connsiteY3179" fmla="*/ 539115 h 5143785"/>
              <a:gd name="connsiteX3180" fmla="*/ 1350264 w 3114960"/>
              <a:gd name="connsiteY3180" fmla="*/ 551974 h 5143785"/>
              <a:gd name="connsiteX3181" fmla="*/ 1355789 w 3114960"/>
              <a:gd name="connsiteY3181" fmla="*/ 557594 h 5143785"/>
              <a:gd name="connsiteX3182" fmla="*/ 1357408 w 3114960"/>
              <a:gd name="connsiteY3182" fmla="*/ 557879 h 5143785"/>
              <a:gd name="connsiteX3183" fmla="*/ 1357408 w 3114960"/>
              <a:gd name="connsiteY3183" fmla="*/ 600551 h 5143785"/>
              <a:gd name="connsiteX3184" fmla="*/ 1329595 w 3114960"/>
              <a:gd name="connsiteY3184" fmla="*/ 620459 h 5143785"/>
              <a:gd name="connsiteX3185" fmla="*/ 1329595 w 3114960"/>
              <a:gd name="connsiteY3185" fmla="*/ 703802 h 5143785"/>
              <a:gd name="connsiteX3186" fmla="*/ 1386554 w 3114960"/>
              <a:gd name="connsiteY3186" fmla="*/ 755523 h 5143785"/>
              <a:gd name="connsiteX3187" fmla="*/ 1386078 w 3114960"/>
              <a:gd name="connsiteY3187" fmla="*/ 755523 h 5143785"/>
              <a:gd name="connsiteX3188" fmla="*/ 1377791 w 3114960"/>
              <a:gd name="connsiteY3188" fmla="*/ 760571 h 5143785"/>
              <a:gd name="connsiteX3189" fmla="*/ 1380553 w 3114960"/>
              <a:gd name="connsiteY3189" fmla="*/ 778383 h 5143785"/>
              <a:gd name="connsiteX3190" fmla="*/ 1386078 w 3114960"/>
              <a:gd name="connsiteY3190" fmla="*/ 780574 h 5143785"/>
              <a:gd name="connsiteX3191" fmla="*/ 1386078 w 3114960"/>
              <a:gd name="connsiteY3191" fmla="*/ 796195 h 5143785"/>
              <a:gd name="connsiteX3192" fmla="*/ 1333976 w 3114960"/>
              <a:gd name="connsiteY3192" fmla="*/ 811244 h 5143785"/>
              <a:gd name="connsiteX3193" fmla="*/ 1333976 w 3114960"/>
              <a:gd name="connsiteY3193" fmla="*/ 827913 h 5143785"/>
              <a:gd name="connsiteX3194" fmla="*/ 1322927 w 3114960"/>
              <a:gd name="connsiteY3194" fmla="*/ 841153 h 5143785"/>
              <a:gd name="connsiteX3195" fmla="*/ 1336167 w 3114960"/>
              <a:gd name="connsiteY3195" fmla="*/ 854583 h 5143785"/>
              <a:gd name="connsiteX3196" fmla="*/ 1440085 w 3114960"/>
              <a:gd name="connsiteY3196" fmla="*/ 967645 h 5143785"/>
              <a:gd name="connsiteX3197" fmla="*/ 1440656 w 3114960"/>
              <a:gd name="connsiteY3197" fmla="*/ 1108424 h 5143785"/>
              <a:gd name="connsiteX3198" fmla="*/ 1466088 w 3114960"/>
              <a:gd name="connsiteY3198" fmla="*/ 1130332 h 5143785"/>
              <a:gd name="connsiteX3199" fmla="*/ 1572578 w 3114960"/>
              <a:gd name="connsiteY3199" fmla="*/ 1130332 h 5143785"/>
              <a:gd name="connsiteX3200" fmla="*/ 1572578 w 3114960"/>
              <a:gd name="connsiteY3200" fmla="*/ 1135761 h 5143785"/>
              <a:gd name="connsiteX3201" fmla="*/ 1575721 w 3114960"/>
              <a:gd name="connsiteY3201" fmla="*/ 1138904 h 5143785"/>
              <a:gd name="connsiteX3202" fmla="*/ 1591342 w 3114960"/>
              <a:gd name="connsiteY3202" fmla="*/ 1138904 h 5143785"/>
              <a:gd name="connsiteX3203" fmla="*/ 1594485 w 3114960"/>
              <a:gd name="connsiteY3203" fmla="*/ 1135761 h 5143785"/>
              <a:gd name="connsiteX3204" fmla="*/ 1594485 w 3114960"/>
              <a:gd name="connsiteY3204" fmla="*/ 1120140 h 5143785"/>
              <a:gd name="connsiteX3205" fmla="*/ 1591342 w 3114960"/>
              <a:gd name="connsiteY3205" fmla="*/ 1116997 h 5143785"/>
              <a:gd name="connsiteX3206" fmla="*/ 1575721 w 3114960"/>
              <a:gd name="connsiteY3206" fmla="*/ 1116997 h 5143785"/>
              <a:gd name="connsiteX3207" fmla="*/ 1572578 w 3114960"/>
              <a:gd name="connsiteY3207" fmla="*/ 1120140 h 5143785"/>
              <a:gd name="connsiteX3208" fmla="*/ 1572578 w 3114960"/>
              <a:gd name="connsiteY3208" fmla="*/ 1125569 h 5143785"/>
              <a:gd name="connsiteX3209" fmla="*/ 1467898 w 3114960"/>
              <a:gd name="connsiteY3209" fmla="*/ 1125569 h 5143785"/>
              <a:gd name="connsiteX3210" fmla="*/ 1445419 w 3114960"/>
              <a:gd name="connsiteY3210" fmla="*/ 1106234 h 5143785"/>
              <a:gd name="connsiteX3211" fmla="*/ 1444847 w 3114960"/>
              <a:gd name="connsiteY3211" fmla="*/ 965740 h 5143785"/>
              <a:gd name="connsiteX3212" fmla="*/ 1341692 w 3114960"/>
              <a:gd name="connsiteY3212" fmla="*/ 853535 h 5143785"/>
              <a:gd name="connsiteX3213" fmla="*/ 1349883 w 3114960"/>
              <a:gd name="connsiteY3213" fmla="*/ 841153 h 5143785"/>
              <a:gd name="connsiteX3214" fmla="*/ 1338834 w 3114960"/>
              <a:gd name="connsiteY3214" fmla="*/ 827913 h 5143785"/>
              <a:gd name="connsiteX3215" fmla="*/ 1338834 w 3114960"/>
              <a:gd name="connsiteY3215" fmla="*/ 814769 h 5143785"/>
              <a:gd name="connsiteX3216" fmla="*/ 1386173 w 3114960"/>
              <a:gd name="connsiteY3216" fmla="*/ 801148 h 5143785"/>
              <a:gd name="connsiteX3217" fmla="*/ 1386173 w 3114960"/>
              <a:gd name="connsiteY3217" fmla="*/ 830199 h 5143785"/>
              <a:gd name="connsiteX3218" fmla="*/ 1387602 w 3114960"/>
              <a:gd name="connsiteY3218" fmla="*/ 830199 h 5143785"/>
              <a:gd name="connsiteX3219" fmla="*/ 1377506 w 3114960"/>
              <a:gd name="connsiteY3219" fmla="*/ 841058 h 5143785"/>
              <a:gd name="connsiteX3220" fmla="*/ 1387697 w 3114960"/>
              <a:gd name="connsiteY3220" fmla="*/ 851916 h 5143785"/>
              <a:gd name="connsiteX3221" fmla="*/ 1481233 w 3114960"/>
              <a:gd name="connsiteY3221" fmla="*/ 952024 h 5143785"/>
              <a:gd name="connsiteX3222" fmla="*/ 1481042 w 3114960"/>
              <a:gd name="connsiteY3222" fmla="*/ 1080326 h 5143785"/>
              <a:gd name="connsiteX3223" fmla="*/ 1499045 w 3114960"/>
              <a:gd name="connsiteY3223" fmla="*/ 1094232 h 5143785"/>
              <a:gd name="connsiteX3224" fmla="*/ 1558862 w 3114960"/>
              <a:gd name="connsiteY3224" fmla="*/ 1094232 h 5143785"/>
              <a:gd name="connsiteX3225" fmla="*/ 1558862 w 3114960"/>
              <a:gd name="connsiteY3225" fmla="*/ 1102995 h 5143785"/>
              <a:gd name="connsiteX3226" fmla="*/ 1561243 w 3114960"/>
              <a:gd name="connsiteY3226" fmla="*/ 1105376 h 5143785"/>
              <a:gd name="connsiteX3227" fmla="*/ 1571720 w 3114960"/>
              <a:gd name="connsiteY3227" fmla="*/ 1105376 h 5143785"/>
              <a:gd name="connsiteX3228" fmla="*/ 1574102 w 3114960"/>
              <a:gd name="connsiteY3228" fmla="*/ 1102995 h 5143785"/>
              <a:gd name="connsiteX3229" fmla="*/ 1574102 w 3114960"/>
              <a:gd name="connsiteY3229" fmla="*/ 1080802 h 5143785"/>
              <a:gd name="connsiteX3230" fmla="*/ 1571720 w 3114960"/>
              <a:gd name="connsiteY3230" fmla="*/ 1078421 h 5143785"/>
              <a:gd name="connsiteX3231" fmla="*/ 1561243 w 3114960"/>
              <a:gd name="connsiteY3231" fmla="*/ 1078421 h 5143785"/>
              <a:gd name="connsiteX3232" fmla="*/ 1558862 w 3114960"/>
              <a:gd name="connsiteY3232" fmla="*/ 1080802 h 5143785"/>
              <a:gd name="connsiteX3233" fmla="*/ 1558862 w 3114960"/>
              <a:gd name="connsiteY3233" fmla="*/ 1089470 h 5143785"/>
              <a:gd name="connsiteX3234" fmla="*/ 1500664 w 3114960"/>
              <a:gd name="connsiteY3234" fmla="*/ 1089470 h 5143785"/>
              <a:gd name="connsiteX3235" fmla="*/ 1485805 w 3114960"/>
              <a:gd name="connsiteY3235" fmla="*/ 1078040 h 5143785"/>
              <a:gd name="connsiteX3236" fmla="*/ 1485995 w 3114960"/>
              <a:gd name="connsiteY3236" fmla="*/ 950214 h 5143785"/>
              <a:gd name="connsiteX3237" fmla="*/ 1393317 w 3114960"/>
              <a:gd name="connsiteY3237" fmla="*/ 851059 h 5143785"/>
              <a:gd name="connsiteX3238" fmla="*/ 1399699 w 3114960"/>
              <a:gd name="connsiteY3238" fmla="*/ 841153 h 5143785"/>
              <a:gd name="connsiteX3239" fmla="*/ 1389602 w 3114960"/>
              <a:gd name="connsiteY3239" fmla="*/ 830294 h 5143785"/>
              <a:gd name="connsiteX3240" fmla="*/ 1391031 w 3114960"/>
              <a:gd name="connsiteY3240" fmla="*/ 830294 h 5143785"/>
              <a:gd name="connsiteX3241" fmla="*/ 1391031 w 3114960"/>
              <a:gd name="connsiteY3241" fmla="*/ 801434 h 5143785"/>
              <a:gd name="connsiteX3242" fmla="*/ 1437608 w 3114960"/>
              <a:gd name="connsiteY3242" fmla="*/ 814864 h 5143785"/>
              <a:gd name="connsiteX3243" fmla="*/ 1437608 w 3114960"/>
              <a:gd name="connsiteY3243" fmla="*/ 828104 h 5143785"/>
              <a:gd name="connsiteX3244" fmla="*/ 1427226 w 3114960"/>
              <a:gd name="connsiteY3244" fmla="*/ 841153 h 5143785"/>
              <a:gd name="connsiteX3245" fmla="*/ 1440656 w 3114960"/>
              <a:gd name="connsiteY3245" fmla="*/ 854583 h 5143785"/>
              <a:gd name="connsiteX3246" fmla="*/ 1447038 w 3114960"/>
              <a:gd name="connsiteY3246" fmla="*/ 852869 h 5143785"/>
              <a:gd name="connsiteX3247" fmla="*/ 1518190 w 3114960"/>
              <a:gd name="connsiteY3247" fmla="*/ 928592 h 5143785"/>
              <a:gd name="connsiteX3248" fmla="*/ 1518857 w 3114960"/>
              <a:gd name="connsiteY3248" fmla="*/ 1047655 h 5143785"/>
              <a:gd name="connsiteX3249" fmla="*/ 1540193 w 3114960"/>
              <a:gd name="connsiteY3249" fmla="*/ 1064895 h 5143785"/>
              <a:gd name="connsiteX3250" fmla="*/ 1600962 w 3114960"/>
              <a:gd name="connsiteY3250" fmla="*/ 1064895 h 5143785"/>
              <a:gd name="connsiteX3251" fmla="*/ 1600962 w 3114960"/>
              <a:gd name="connsiteY3251" fmla="*/ 1073658 h 5143785"/>
              <a:gd name="connsiteX3252" fmla="*/ 1611440 w 3114960"/>
              <a:gd name="connsiteY3252" fmla="*/ 1073658 h 5143785"/>
              <a:gd name="connsiteX3253" fmla="*/ 1611440 w 3114960"/>
              <a:gd name="connsiteY3253" fmla="*/ 1051465 h 5143785"/>
              <a:gd name="connsiteX3254" fmla="*/ 1600962 w 3114960"/>
              <a:gd name="connsiteY3254" fmla="*/ 1051465 h 5143785"/>
              <a:gd name="connsiteX3255" fmla="*/ 1600962 w 3114960"/>
              <a:gd name="connsiteY3255" fmla="*/ 1060228 h 5143785"/>
              <a:gd name="connsiteX3256" fmla="*/ 1541907 w 3114960"/>
              <a:gd name="connsiteY3256" fmla="*/ 1060228 h 5143785"/>
              <a:gd name="connsiteX3257" fmla="*/ 1523619 w 3114960"/>
              <a:gd name="connsiteY3257" fmla="*/ 1045464 h 5143785"/>
              <a:gd name="connsiteX3258" fmla="*/ 1522952 w 3114960"/>
              <a:gd name="connsiteY3258" fmla="*/ 926783 h 5143785"/>
              <a:gd name="connsiteX3259" fmla="*/ 1450753 w 3114960"/>
              <a:gd name="connsiteY3259" fmla="*/ 850011 h 5143785"/>
              <a:gd name="connsiteX3260" fmla="*/ 1454087 w 3114960"/>
              <a:gd name="connsiteY3260" fmla="*/ 841248 h 5143785"/>
              <a:gd name="connsiteX3261" fmla="*/ 1442276 w 3114960"/>
              <a:gd name="connsiteY3261" fmla="*/ 827913 h 5143785"/>
              <a:gd name="connsiteX3262" fmla="*/ 1442276 w 3114960"/>
              <a:gd name="connsiteY3262" fmla="*/ 811340 h 5143785"/>
              <a:gd name="connsiteX3263" fmla="*/ 1390936 w 3114960"/>
              <a:gd name="connsiteY3263" fmla="*/ 796576 h 5143785"/>
              <a:gd name="connsiteX3264" fmla="*/ 1390936 w 3114960"/>
              <a:gd name="connsiteY3264" fmla="*/ 780574 h 5143785"/>
              <a:gd name="connsiteX3265" fmla="*/ 1398461 w 3114960"/>
              <a:gd name="connsiteY3265" fmla="*/ 775811 h 5143785"/>
              <a:gd name="connsiteX3266" fmla="*/ 1398461 w 3114960"/>
              <a:gd name="connsiteY3266" fmla="*/ 775811 h 5143785"/>
              <a:gd name="connsiteX3267" fmla="*/ 1400747 w 3114960"/>
              <a:gd name="connsiteY3267" fmla="*/ 766382 h 5143785"/>
              <a:gd name="connsiteX3268" fmla="*/ 1395698 w 3114960"/>
              <a:gd name="connsiteY3268" fmla="*/ 758095 h 5143785"/>
              <a:gd name="connsiteX3269" fmla="*/ 1389602 w 3114960"/>
              <a:gd name="connsiteY3269" fmla="*/ 755809 h 5143785"/>
              <a:gd name="connsiteX3270" fmla="*/ 1447324 w 3114960"/>
              <a:gd name="connsiteY3270" fmla="*/ 703993 h 5143785"/>
              <a:gd name="connsiteX3271" fmla="*/ 1447324 w 3114960"/>
              <a:gd name="connsiteY3271" fmla="*/ 623126 h 5143785"/>
              <a:gd name="connsiteX3272" fmla="*/ 1475137 w 3114960"/>
              <a:gd name="connsiteY3272" fmla="*/ 603218 h 5143785"/>
              <a:gd name="connsiteX3273" fmla="*/ 1475137 w 3114960"/>
              <a:gd name="connsiteY3273" fmla="*/ 557975 h 5143785"/>
              <a:gd name="connsiteX3274" fmla="*/ 1476089 w 3114960"/>
              <a:gd name="connsiteY3274" fmla="*/ 557784 h 5143785"/>
              <a:gd name="connsiteX3275" fmla="*/ 1481709 w 3114960"/>
              <a:gd name="connsiteY3275" fmla="*/ 552260 h 5143785"/>
              <a:gd name="connsiteX3276" fmla="*/ 1481709 w 3114960"/>
              <a:gd name="connsiteY3276" fmla="*/ 544354 h 5143785"/>
              <a:gd name="connsiteX3277" fmla="*/ 1477232 w 3114960"/>
              <a:gd name="connsiteY3277" fmla="*/ 539496 h 5143785"/>
              <a:gd name="connsiteX3278" fmla="*/ 1477804 w 3114960"/>
              <a:gd name="connsiteY3278" fmla="*/ 538448 h 5143785"/>
              <a:gd name="connsiteX3279" fmla="*/ 1473899 w 3114960"/>
              <a:gd name="connsiteY3279" fmla="*/ 536448 h 5143785"/>
              <a:gd name="connsiteX3280" fmla="*/ 1477804 w 3114960"/>
              <a:gd name="connsiteY3280" fmla="*/ 534448 h 5143785"/>
              <a:gd name="connsiteX3281" fmla="*/ 1473994 w 3114960"/>
              <a:gd name="connsiteY3281" fmla="*/ 532448 h 5143785"/>
              <a:gd name="connsiteX3282" fmla="*/ 1477804 w 3114960"/>
              <a:gd name="connsiteY3282" fmla="*/ 530447 h 5143785"/>
              <a:gd name="connsiteX3283" fmla="*/ 1473994 w 3114960"/>
              <a:gd name="connsiteY3283" fmla="*/ 528447 h 5143785"/>
              <a:gd name="connsiteX3284" fmla="*/ 1477804 w 3114960"/>
              <a:gd name="connsiteY3284" fmla="*/ 526447 h 5143785"/>
              <a:gd name="connsiteX3285" fmla="*/ 1473994 w 3114960"/>
              <a:gd name="connsiteY3285" fmla="*/ 524447 h 5143785"/>
              <a:gd name="connsiteX3286" fmla="*/ 1477804 w 3114960"/>
              <a:gd name="connsiteY3286" fmla="*/ 522446 h 5143785"/>
              <a:gd name="connsiteX3287" fmla="*/ 1473994 w 3114960"/>
              <a:gd name="connsiteY3287" fmla="*/ 520446 h 5143785"/>
              <a:gd name="connsiteX3288" fmla="*/ 1477804 w 3114960"/>
              <a:gd name="connsiteY3288" fmla="*/ 518446 h 5143785"/>
              <a:gd name="connsiteX3289" fmla="*/ 1473994 w 3114960"/>
              <a:gd name="connsiteY3289" fmla="*/ 516446 h 5143785"/>
              <a:gd name="connsiteX3290" fmla="*/ 1477804 w 3114960"/>
              <a:gd name="connsiteY3290" fmla="*/ 514445 h 5143785"/>
              <a:gd name="connsiteX3291" fmla="*/ 1473994 w 3114960"/>
              <a:gd name="connsiteY3291" fmla="*/ 512445 h 5143785"/>
              <a:gd name="connsiteX3292" fmla="*/ 1477804 w 3114960"/>
              <a:gd name="connsiteY3292" fmla="*/ 510445 h 5143785"/>
              <a:gd name="connsiteX3293" fmla="*/ 1473899 w 3114960"/>
              <a:gd name="connsiteY3293" fmla="*/ 508445 h 5143785"/>
              <a:gd name="connsiteX3294" fmla="*/ 1477804 w 3114960"/>
              <a:gd name="connsiteY3294" fmla="*/ 506444 h 5143785"/>
              <a:gd name="connsiteX3295" fmla="*/ 1473899 w 3114960"/>
              <a:gd name="connsiteY3295" fmla="*/ 504444 h 5143785"/>
              <a:gd name="connsiteX3296" fmla="*/ 1477804 w 3114960"/>
              <a:gd name="connsiteY3296" fmla="*/ 502444 h 5143785"/>
              <a:gd name="connsiteX3297" fmla="*/ 1473899 w 3114960"/>
              <a:gd name="connsiteY3297" fmla="*/ 500444 h 5143785"/>
              <a:gd name="connsiteX3298" fmla="*/ 1477804 w 3114960"/>
              <a:gd name="connsiteY3298" fmla="*/ 498443 h 5143785"/>
              <a:gd name="connsiteX3299" fmla="*/ 1473803 w 3114960"/>
              <a:gd name="connsiteY3299" fmla="*/ 496443 h 5143785"/>
              <a:gd name="connsiteX3300" fmla="*/ 1477804 w 3114960"/>
              <a:gd name="connsiteY3300" fmla="*/ 494443 h 5143785"/>
              <a:gd name="connsiteX3301" fmla="*/ 1473803 w 3114960"/>
              <a:gd name="connsiteY3301" fmla="*/ 492443 h 5143785"/>
              <a:gd name="connsiteX3302" fmla="*/ 1477804 w 3114960"/>
              <a:gd name="connsiteY3302" fmla="*/ 490442 h 5143785"/>
              <a:gd name="connsiteX3303" fmla="*/ 1473708 w 3114960"/>
              <a:gd name="connsiteY3303" fmla="*/ 488442 h 5143785"/>
              <a:gd name="connsiteX3304" fmla="*/ 1477804 w 3114960"/>
              <a:gd name="connsiteY3304" fmla="*/ 486442 h 5143785"/>
              <a:gd name="connsiteX3305" fmla="*/ 1473708 w 3114960"/>
              <a:gd name="connsiteY3305" fmla="*/ 484346 h 5143785"/>
              <a:gd name="connsiteX3306" fmla="*/ 1477804 w 3114960"/>
              <a:gd name="connsiteY3306" fmla="*/ 482251 h 5143785"/>
              <a:gd name="connsiteX3307" fmla="*/ 1473613 w 3114960"/>
              <a:gd name="connsiteY3307" fmla="*/ 480155 h 5143785"/>
              <a:gd name="connsiteX3308" fmla="*/ 1477804 w 3114960"/>
              <a:gd name="connsiteY3308" fmla="*/ 478060 h 5143785"/>
              <a:gd name="connsiteX3309" fmla="*/ 1473613 w 3114960"/>
              <a:gd name="connsiteY3309" fmla="*/ 475964 h 5143785"/>
              <a:gd name="connsiteX3310" fmla="*/ 1477804 w 3114960"/>
              <a:gd name="connsiteY3310" fmla="*/ 473869 h 5143785"/>
              <a:gd name="connsiteX3311" fmla="*/ 1473613 w 3114960"/>
              <a:gd name="connsiteY3311" fmla="*/ 471773 h 5143785"/>
              <a:gd name="connsiteX3312" fmla="*/ 1477804 w 3114960"/>
              <a:gd name="connsiteY3312" fmla="*/ 469678 h 5143785"/>
              <a:gd name="connsiteX3313" fmla="*/ 1473708 w 3114960"/>
              <a:gd name="connsiteY3313" fmla="*/ 467582 h 5143785"/>
              <a:gd name="connsiteX3314" fmla="*/ 1477804 w 3114960"/>
              <a:gd name="connsiteY3314" fmla="*/ 465487 h 5143785"/>
              <a:gd name="connsiteX3315" fmla="*/ 1473708 w 3114960"/>
              <a:gd name="connsiteY3315" fmla="*/ 463391 h 5143785"/>
              <a:gd name="connsiteX3316" fmla="*/ 1477804 w 3114960"/>
              <a:gd name="connsiteY3316" fmla="*/ 461296 h 5143785"/>
              <a:gd name="connsiteX3317" fmla="*/ 1473708 w 3114960"/>
              <a:gd name="connsiteY3317" fmla="*/ 459200 h 5143785"/>
              <a:gd name="connsiteX3318" fmla="*/ 1477804 w 3114960"/>
              <a:gd name="connsiteY3318" fmla="*/ 457105 h 5143785"/>
              <a:gd name="connsiteX3319" fmla="*/ 1473708 w 3114960"/>
              <a:gd name="connsiteY3319" fmla="*/ 455009 h 5143785"/>
              <a:gd name="connsiteX3320" fmla="*/ 1477804 w 3114960"/>
              <a:gd name="connsiteY3320" fmla="*/ 452914 h 5143785"/>
              <a:gd name="connsiteX3321" fmla="*/ 1473613 w 3114960"/>
              <a:gd name="connsiteY3321" fmla="*/ 450818 h 5143785"/>
              <a:gd name="connsiteX3322" fmla="*/ 1477804 w 3114960"/>
              <a:gd name="connsiteY3322" fmla="*/ 448723 h 5143785"/>
              <a:gd name="connsiteX3323" fmla="*/ 1473613 w 3114960"/>
              <a:gd name="connsiteY3323" fmla="*/ 446627 h 5143785"/>
              <a:gd name="connsiteX3324" fmla="*/ 1477804 w 3114960"/>
              <a:gd name="connsiteY3324" fmla="*/ 444532 h 5143785"/>
              <a:gd name="connsiteX3325" fmla="*/ 1473518 w 3114960"/>
              <a:gd name="connsiteY3325" fmla="*/ 442436 h 5143785"/>
              <a:gd name="connsiteX3326" fmla="*/ 1477804 w 3114960"/>
              <a:gd name="connsiteY3326" fmla="*/ 440341 h 5143785"/>
              <a:gd name="connsiteX3327" fmla="*/ 1473518 w 3114960"/>
              <a:gd name="connsiteY3327" fmla="*/ 438245 h 5143785"/>
              <a:gd name="connsiteX3328" fmla="*/ 1477804 w 3114960"/>
              <a:gd name="connsiteY3328" fmla="*/ 436150 h 5143785"/>
              <a:gd name="connsiteX3329" fmla="*/ 1473708 w 3114960"/>
              <a:gd name="connsiteY3329" fmla="*/ 434054 h 5143785"/>
              <a:gd name="connsiteX3330" fmla="*/ 1477804 w 3114960"/>
              <a:gd name="connsiteY3330" fmla="*/ 431959 h 5143785"/>
              <a:gd name="connsiteX3331" fmla="*/ 1473708 w 3114960"/>
              <a:gd name="connsiteY3331" fmla="*/ 429959 h 5143785"/>
              <a:gd name="connsiteX3332" fmla="*/ 1477804 w 3114960"/>
              <a:gd name="connsiteY3332" fmla="*/ 427958 h 5143785"/>
              <a:gd name="connsiteX3333" fmla="*/ 1473708 w 3114960"/>
              <a:gd name="connsiteY3333" fmla="*/ 425958 h 5143785"/>
              <a:gd name="connsiteX3334" fmla="*/ 1477804 w 3114960"/>
              <a:gd name="connsiteY3334" fmla="*/ 423863 h 5143785"/>
              <a:gd name="connsiteX3335" fmla="*/ 1473613 w 3114960"/>
              <a:gd name="connsiteY3335" fmla="*/ 421767 h 5143785"/>
              <a:gd name="connsiteX3336" fmla="*/ 1477804 w 3114960"/>
              <a:gd name="connsiteY3336" fmla="*/ 419672 h 5143785"/>
              <a:gd name="connsiteX3337" fmla="*/ 1473422 w 3114960"/>
              <a:gd name="connsiteY3337" fmla="*/ 417576 h 5143785"/>
              <a:gd name="connsiteX3338" fmla="*/ 1477804 w 3114960"/>
              <a:gd name="connsiteY3338" fmla="*/ 415481 h 5143785"/>
              <a:gd name="connsiteX3339" fmla="*/ 1473422 w 3114960"/>
              <a:gd name="connsiteY3339" fmla="*/ 413385 h 5143785"/>
              <a:gd name="connsiteX3340" fmla="*/ 1477804 w 3114960"/>
              <a:gd name="connsiteY3340" fmla="*/ 411289 h 5143785"/>
              <a:gd name="connsiteX3341" fmla="*/ 1473422 w 3114960"/>
              <a:gd name="connsiteY3341" fmla="*/ 409194 h 5143785"/>
              <a:gd name="connsiteX3342" fmla="*/ 1477804 w 3114960"/>
              <a:gd name="connsiteY3342" fmla="*/ 407099 h 5143785"/>
              <a:gd name="connsiteX3343" fmla="*/ 1473422 w 3114960"/>
              <a:gd name="connsiteY3343" fmla="*/ 405003 h 5143785"/>
              <a:gd name="connsiteX3344" fmla="*/ 1477804 w 3114960"/>
              <a:gd name="connsiteY3344" fmla="*/ 402908 h 5143785"/>
              <a:gd name="connsiteX3345" fmla="*/ 1473327 w 3114960"/>
              <a:gd name="connsiteY3345" fmla="*/ 400812 h 5143785"/>
              <a:gd name="connsiteX3346" fmla="*/ 1477804 w 3114960"/>
              <a:gd name="connsiteY3346" fmla="*/ 398621 h 5143785"/>
              <a:gd name="connsiteX3347" fmla="*/ 1473137 w 3114960"/>
              <a:gd name="connsiteY3347" fmla="*/ 396431 h 5143785"/>
              <a:gd name="connsiteX3348" fmla="*/ 1477804 w 3114960"/>
              <a:gd name="connsiteY3348" fmla="*/ 394240 h 5143785"/>
              <a:gd name="connsiteX3349" fmla="*/ 1477613 w 3114960"/>
              <a:gd name="connsiteY3349" fmla="*/ 394240 h 5143785"/>
              <a:gd name="connsiteX3350" fmla="*/ 1481709 w 3114960"/>
              <a:gd name="connsiteY3350" fmla="*/ 381857 h 5143785"/>
              <a:gd name="connsiteX3351" fmla="*/ 1476185 w 3114960"/>
              <a:gd name="connsiteY3351" fmla="*/ 376238 h 5143785"/>
              <a:gd name="connsiteX3352" fmla="*/ 1468279 w 3114960"/>
              <a:gd name="connsiteY3352" fmla="*/ 376238 h 5143785"/>
              <a:gd name="connsiteX3353" fmla="*/ 1466850 w 3114960"/>
              <a:gd name="connsiteY3353" fmla="*/ 377190 h 5143785"/>
              <a:gd name="connsiteX3354" fmla="*/ 1422749 w 3114960"/>
              <a:gd name="connsiteY3354" fmla="*/ 325564 h 5143785"/>
              <a:gd name="connsiteX3355" fmla="*/ 1422940 w 3114960"/>
              <a:gd name="connsiteY3355" fmla="*/ 288893 h 5143785"/>
              <a:gd name="connsiteX3356" fmla="*/ 1369028 w 3114960"/>
              <a:gd name="connsiteY3356" fmla="*/ 235744 h 5143785"/>
              <a:gd name="connsiteX3357" fmla="*/ 1369695 w 3114960"/>
              <a:gd name="connsiteY3357" fmla="*/ 232982 h 5143785"/>
              <a:gd name="connsiteX3358" fmla="*/ 1369695 w 3114960"/>
              <a:gd name="connsiteY3358" fmla="*/ 218599 h 5143785"/>
              <a:gd name="connsiteX3359" fmla="*/ 1362837 w 3114960"/>
              <a:gd name="connsiteY3359" fmla="*/ 211741 h 5143785"/>
              <a:gd name="connsiteX3360" fmla="*/ 1348454 w 3114960"/>
              <a:gd name="connsiteY3360" fmla="*/ 211741 h 5143785"/>
              <a:gd name="connsiteX3361" fmla="*/ 1341596 w 3114960"/>
              <a:gd name="connsiteY3361" fmla="*/ 218599 h 5143785"/>
              <a:gd name="connsiteX3362" fmla="*/ 1341596 w 3114960"/>
              <a:gd name="connsiteY3362" fmla="*/ 232982 h 5143785"/>
              <a:gd name="connsiteX3363" fmla="*/ 1348454 w 3114960"/>
              <a:gd name="connsiteY3363" fmla="*/ 239840 h 5143785"/>
              <a:gd name="connsiteX3364" fmla="*/ 1362837 w 3114960"/>
              <a:gd name="connsiteY3364" fmla="*/ 239840 h 5143785"/>
              <a:gd name="connsiteX3365" fmla="*/ 1365695 w 3114960"/>
              <a:gd name="connsiteY3365" fmla="*/ 239173 h 5143785"/>
              <a:gd name="connsiteX3366" fmla="*/ 1418177 w 3114960"/>
              <a:gd name="connsiteY3366" fmla="*/ 290989 h 5143785"/>
              <a:gd name="connsiteX3367" fmla="*/ 1417987 w 3114960"/>
              <a:gd name="connsiteY3367" fmla="*/ 327470 h 5143785"/>
              <a:gd name="connsiteX3368" fmla="*/ 1463516 w 3114960"/>
              <a:gd name="connsiteY3368" fmla="*/ 380714 h 5143785"/>
              <a:gd name="connsiteX3369" fmla="*/ 1462754 w 3114960"/>
              <a:gd name="connsiteY3369" fmla="*/ 381857 h 5143785"/>
              <a:gd name="connsiteX3370" fmla="*/ 1462754 w 3114960"/>
              <a:gd name="connsiteY3370" fmla="*/ 389763 h 5143785"/>
              <a:gd name="connsiteX3371" fmla="*/ 1467898 w 3114960"/>
              <a:gd name="connsiteY3371" fmla="*/ 395097 h 5143785"/>
              <a:gd name="connsiteX3372" fmla="*/ 1466660 w 3114960"/>
              <a:gd name="connsiteY3372" fmla="*/ 396526 h 5143785"/>
              <a:gd name="connsiteX3373" fmla="*/ 1471232 w 3114960"/>
              <a:gd name="connsiteY3373" fmla="*/ 398717 h 5143785"/>
              <a:gd name="connsiteX3374" fmla="*/ 1466660 w 3114960"/>
              <a:gd name="connsiteY3374" fmla="*/ 400907 h 5143785"/>
              <a:gd name="connsiteX3375" fmla="*/ 1471041 w 3114960"/>
              <a:gd name="connsiteY3375" fmla="*/ 403003 h 5143785"/>
              <a:gd name="connsiteX3376" fmla="*/ 1466660 w 3114960"/>
              <a:gd name="connsiteY3376" fmla="*/ 405098 h 5143785"/>
              <a:gd name="connsiteX3377" fmla="*/ 1471136 w 3114960"/>
              <a:gd name="connsiteY3377" fmla="*/ 407194 h 5143785"/>
              <a:gd name="connsiteX3378" fmla="*/ 1466660 w 3114960"/>
              <a:gd name="connsiteY3378" fmla="*/ 409289 h 5143785"/>
              <a:gd name="connsiteX3379" fmla="*/ 1471041 w 3114960"/>
              <a:gd name="connsiteY3379" fmla="*/ 411385 h 5143785"/>
              <a:gd name="connsiteX3380" fmla="*/ 1466660 w 3114960"/>
              <a:gd name="connsiteY3380" fmla="*/ 413480 h 5143785"/>
              <a:gd name="connsiteX3381" fmla="*/ 1471041 w 3114960"/>
              <a:gd name="connsiteY3381" fmla="*/ 415576 h 5143785"/>
              <a:gd name="connsiteX3382" fmla="*/ 1466660 w 3114960"/>
              <a:gd name="connsiteY3382" fmla="*/ 417671 h 5143785"/>
              <a:gd name="connsiteX3383" fmla="*/ 1470946 w 3114960"/>
              <a:gd name="connsiteY3383" fmla="*/ 419767 h 5143785"/>
              <a:gd name="connsiteX3384" fmla="*/ 1466660 w 3114960"/>
              <a:gd name="connsiteY3384" fmla="*/ 421862 h 5143785"/>
              <a:gd name="connsiteX3385" fmla="*/ 1470755 w 3114960"/>
              <a:gd name="connsiteY3385" fmla="*/ 423958 h 5143785"/>
              <a:gd name="connsiteX3386" fmla="*/ 1466660 w 3114960"/>
              <a:gd name="connsiteY3386" fmla="*/ 426053 h 5143785"/>
              <a:gd name="connsiteX3387" fmla="*/ 1470755 w 3114960"/>
              <a:gd name="connsiteY3387" fmla="*/ 428054 h 5143785"/>
              <a:gd name="connsiteX3388" fmla="*/ 1466660 w 3114960"/>
              <a:gd name="connsiteY3388" fmla="*/ 430054 h 5143785"/>
              <a:gd name="connsiteX3389" fmla="*/ 1470755 w 3114960"/>
              <a:gd name="connsiteY3389" fmla="*/ 432054 h 5143785"/>
              <a:gd name="connsiteX3390" fmla="*/ 1466660 w 3114960"/>
              <a:gd name="connsiteY3390" fmla="*/ 434150 h 5143785"/>
              <a:gd name="connsiteX3391" fmla="*/ 1470851 w 3114960"/>
              <a:gd name="connsiteY3391" fmla="*/ 436245 h 5143785"/>
              <a:gd name="connsiteX3392" fmla="*/ 1466660 w 3114960"/>
              <a:gd name="connsiteY3392" fmla="*/ 438340 h 5143785"/>
              <a:gd name="connsiteX3393" fmla="*/ 1470946 w 3114960"/>
              <a:gd name="connsiteY3393" fmla="*/ 440436 h 5143785"/>
              <a:gd name="connsiteX3394" fmla="*/ 1466660 w 3114960"/>
              <a:gd name="connsiteY3394" fmla="*/ 442532 h 5143785"/>
              <a:gd name="connsiteX3395" fmla="*/ 1470946 w 3114960"/>
              <a:gd name="connsiteY3395" fmla="*/ 444627 h 5143785"/>
              <a:gd name="connsiteX3396" fmla="*/ 1466660 w 3114960"/>
              <a:gd name="connsiteY3396" fmla="*/ 446723 h 5143785"/>
              <a:gd name="connsiteX3397" fmla="*/ 1470851 w 3114960"/>
              <a:gd name="connsiteY3397" fmla="*/ 448818 h 5143785"/>
              <a:gd name="connsiteX3398" fmla="*/ 1466660 w 3114960"/>
              <a:gd name="connsiteY3398" fmla="*/ 450914 h 5143785"/>
              <a:gd name="connsiteX3399" fmla="*/ 1470851 w 3114960"/>
              <a:gd name="connsiteY3399" fmla="*/ 453009 h 5143785"/>
              <a:gd name="connsiteX3400" fmla="*/ 1466660 w 3114960"/>
              <a:gd name="connsiteY3400" fmla="*/ 455105 h 5143785"/>
              <a:gd name="connsiteX3401" fmla="*/ 1470755 w 3114960"/>
              <a:gd name="connsiteY3401" fmla="*/ 457200 h 5143785"/>
              <a:gd name="connsiteX3402" fmla="*/ 1466660 w 3114960"/>
              <a:gd name="connsiteY3402" fmla="*/ 459296 h 5143785"/>
              <a:gd name="connsiteX3403" fmla="*/ 1470755 w 3114960"/>
              <a:gd name="connsiteY3403" fmla="*/ 461391 h 5143785"/>
              <a:gd name="connsiteX3404" fmla="*/ 1466660 w 3114960"/>
              <a:gd name="connsiteY3404" fmla="*/ 463487 h 5143785"/>
              <a:gd name="connsiteX3405" fmla="*/ 1470755 w 3114960"/>
              <a:gd name="connsiteY3405" fmla="*/ 465582 h 5143785"/>
              <a:gd name="connsiteX3406" fmla="*/ 1466660 w 3114960"/>
              <a:gd name="connsiteY3406" fmla="*/ 467678 h 5143785"/>
              <a:gd name="connsiteX3407" fmla="*/ 1470851 w 3114960"/>
              <a:gd name="connsiteY3407" fmla="*/ 469773 h 5143785"/>
              <a:gd name="connsiteX3408" fmla="*/ 1466660 w 3114960"/>
              <a:gd name="connsiteY3408" fmla="*/ 471869 h 5143785"/>
              <a:gd name="connsiteX3409" fmla="*/ 1470851 w 3114960"/>
              <a:gd name="connsiteY3409" fmla="*/ 473964 h 5143785"/>
              <a:gd name="connsiteX3410" fmla="*/ 1466660 w 3114960"/>
              <a:gd name="connsiteY3410" fmla="*/ 476060 h 5143785"/>
              <a:gd name="connsiteX3411" fmla="*/ 1470851 w 3114960"/>
              <a:gd name="connsiteY3411" fmla="*/ 478155 h 5143785"/>
              <a:gd name="connsiteX3412" fmla="*/ 1466660 w 3114960"/>
              <a:gd name="connsiteY3412" fmla="*/ 480251 h 5143785"/>
              <a:gd name="connsiteX3413" fmla="*/ 1470851 w 3114960"/>
              <a:gd name="connsiteY3413" fmla="*/ 482346 h 5143785"/>
              <a:gd name="connsiteX3414" fmla="*/ 1466660 w 3114960"/>
              <a:gd name="connsiteY3414" fmla="*/ 484442 h 5143785"/>
              <a:gd name="connsiteX3415" fmla="*/ 1470755 w 3114960"/>
              <a:gd name="connsiteY3415" fmla="*/ 486537 h 5143785"/>
              <a:gd name="connsiteX3416" fmla="*/ 1466660 w 3114960"/>
              <a:gd name="connsiteY3416" fmla="*/ 488537 h 5143785"/>
              <a:gd name="connsiteX3417" fmla="*/ 1470660 w 3114960"/>
              <a:gd name="connsiteY3417" fmla="*/ 490538 h 5143785"/>
              <a:gd name="connsiteX3418" fmla="*/ 1466660 w 3114960"/>
              <a:gd name="connsiteY3418" fmla="*/ 492538 h 5143785"/>
              <a:gd name="connsiteX3419" fmla="*/ 1470660 w 3114960"/>
              <a:gd name="connsiteY3419" fmla="*/ 494538 h 5143785"/>
              <a:gd name="connsiteX3420" fmla="*/ 1466660 w 3114960"/>
              <a:gd name="connsiteY3420" fmla="*/ 496538 h 5143785"/>
              <a:gd name="connsiteX3421" fmla="*/ 1470565 w 3114960"/>
              <a:gd name="connsiteY3421" fmla="*/ 498539 h 5143785"/>
              <a:gd name="connsiteX3422" fmla="*/ 1466660 w 3114960"/>
              <a:gd name="connsiteY3422" fmla="*/ 500539 h 5143785"/>
              <a:gd name="connsiteX3423" fmla="*/ 1470565 w 3114960"/>
              <a:gd name="connsiteY3423" fmla="*/ 502539 h 5143785"/>
              <a:gd name="connsiteX3424" fmla="*/ 1466660 w 3114960"/>
              <a:gd name="connsiteY3424" fmla="*/ 504539 h 5143785"/>
              <a:gd name="connsiteX3425" fmla="*/ 1470565 w 3114960"/>
              <a:gd name="connsiteY3425" fmla="*/ 506539 h 5143785"/>
              <a:gd name="connsiteX3426" fmla="*/ 1466660 w 3114960"/>
              <a:gd name="connsiteY3426" fmla="*/ 508540 h 5143785"/>
              <a:gd name="connsiteX3427" fmla="*/ 1470470 w 3114960"/>
              <a:gd name="connsiteY3427" fmla="*/ 510540 h 5143785"/>
              <a:gd name="connsiteX3428" fmla="*/ 1466660 w 3114960"/>
              <a:gd name="connsiteY3428" fmla="*/ 512540 h 5143785"/>
              <a:gd name="connsiteX3429" fmla="*/ 1470470 w 3114960"/>
              <a:gd name="connsiteY3429" fmla="*/ 514540 h 5143785"/>
              <a:gd name="connsiteX3430" fmla="*/ 1466660 w 3114960"/>
              <a:gd name="connsiteY3430" fmla="*/ 516541 h 5143785"/>
              <a:gd name="connsiteX3431" fmla="*/ 1470470 w 3114960"/>
              <a:gd name="connsiteY3431" fmla="*/ 518541 h 5143785"/>
              <a:gd name="connsiteX3432" fmla="*/ 1466660 w 3114960"/>
              <a:gd name="connsiteY3432" fmla="*/ 520541 h 5143785"/>
              <a:gd name="connsiteX3433" fmla="*/ 1470470 w 3114960"/>
              <a:gd name="connsiteY3433" fmla="*/ 522542 h 5143785"/>
              <a:gd name="connsiteX3434" fmla="*/ 1466660 w 3114960"/>
              <a:gd name="connsiteY3434" fmla="*/ 524542 h 5143785"/>
              <a:gd name="connsiteX3435" fmla="*/ 1470470 w 3114960"/>
              <a:gd name="connsiteY3435" fmla="*/ 526542 h 5143785"/>
              <a:gd name="connsiteX3436" fmla="*/ 1466660 w 3114960"/>
              <a:gd name="connsiteY3436" fmla="*/ 528542 h 5143785"/>
              <a:gd name="connsiteX3437" fmla="*/ 1470470 w 3114960"/>
              <a:gd name="connsiteY3437" fmla="*/ 530543 h 5143785"/>
              <a:gd name="connsiteX3438" fmla="*/ 1466660 w 3114960"/>
              <a:gd name="connsiteY3438" fmla="*/ 532543 h 5143785"/>
              <a:gd name="connsiteX3439" fmla="*/ 1470470 w 3114960"/>
              <a:gd name="connsiteY3439" fmla="*/ 534543 h 5143785"/>
              <a:gd name="connsiteX3440" fmla="*/ 1466660 w 3114960"/>
              <a:gd name="connsiteY3440" fmla="*/ 536543 h 5143785"/>
              <a:gd name="connsiteX3441" fmla="*/ 1470374 w 3114960"/>
              <a:gd name="connsiteY3441" fmla="*/ 538544 h 5143785"/>
              <a:gd name="connsiteX3442" fmla="*/ 1468279 w 3114960"/>
              <a:gd name="connsiteY3442" fmla="*/ 538925 h 5143785"/>
              <a:gd name="connsiteX3443" fmla="*/ 1467898 w 3114960"/>
              <a:gd name="connsiteY3443" fmla="*/ 539115 h 5143785"/>
              <a:gd name="connsiteX3444" fmla="*/ 1467422 w 3114960"/>
              <a:gd name="connsiteY3444" fmla="*/ 539496 h 5143785"/>
              <a:gd name="connsiteX3445" fmla="*/ 1462659 w 3114960"/>
              <a:gd name="connsiteY3445" fmla="*/ 544449 h 5143785"/>
              <a:gd name="connsiteX3446" fmla="*/ 1462659 w 3114960"/>
              <a:gd name="connsiteY3446" fmla="*/ 552355 h 5143785"/>
              <a:gd name="connsiteX3447" fmla="*/ 1470374 w 3114960"/>
              <a:gd name="connsiteY3447" fmla="*/ 558451 h 5143785"/>
              <a:gd name="connsiteX3448" fmla="*/ 1470374 w 3114960"/>
              <a:gd name="connsiteY3448" fmla="*/ 600932 h 5143785"/>
              <a:gd name="connsiteX3449" fmla="*/ 1442561 w 3114960"/>
              <a:gd name="connsiteY3449" fmla="*/ 620840 h 5143785"/>
              <a:gd name="connsiteX3450" fmla="*/ 1442561 w 3114960"/>
              <a:gd name="connsiteY3450" fmla="*/ 702088 h 5143785"/>
              <a:gd name="connsiteX3451" fmla="*/ 1390650 w 3114960"/>
              <a:gd name="connsiteY3451" fmla="*/ 748760 h 5143785"/>
              <a:gd name="connsiteX3452" fmla="*/ 1390650 w 3114960"/>
              <a:gd name="connsiteY3452" fmla="*/ 623316 h 5143785"/>
              <a:gd name="connsiteX3453" fmla="*/ 1418463 w 3114960"/>
              <a:gd name="connsiteY3453" fmla="*/ 603409 h 5143785"/>
              <a:gd name="connsiteX3454" fmla="*/ 1418463 w 3114960"/>
              <a:gd name="connsiteY3454" fmla="*/ 558260 h 5143785"/>
              <a:gd name="connsiteX3455" fmla="*/ 1419987 w 3114960"/>
              <a:gd name="connsiteY3455" fmla="*/ 557975 h 5143785"/>
              <a:gd name="connsiteX3456" fmla="*/ 1425607 w 3114960"/>
              <a:gd name="connsiteY3456" fmla="*/ 552450 h 5143785"/>
              <a:gd name="connsiteX3457" fmla="*/ 1425607 w 3114960"/>
              <a:gd name="connsiteY3457" fmla="*/ 544544 h 5143785"/>
              <a:gd name="connsiteX3458" fmla="*/ 1421130 w 3114960"/>
              <a:gd name="connsiteY3458" fmla="*/ 539687 h 5143785"/>
              <a:gd name="connsiteX3459" fmla="*/ 1421702 w 3114960"/>
              <a:gd name="connsiteY3459" fmla="*/ 538639 h 5143785"/>
              <a:gd name="connsiteX3460" fmla="*/ 1417796 w 3114960"/>
              <a:gd name="connsiteY3460" fmla="*/ 536639 h 5143785"/>
              <a:gd name="connsiteX3461" fmla="*/ 1421702 w 3114960"/>
              <a:gd name="connsiteY3461" fmla="*/ 534638 h 5143785"/>
              <a:gd name="connsiteX3462" fmla="*/ 1417892 w 3114960"/>
              <a:gd name="connsiteY3462" fmla="*/ 532638 h 5143785"/>
              <a:gd name="connsiteX3463" fmla="*/ 1421702 w 3114960"/>
              <a:gd name="connsiteY3463" fmla="*/ 530638 h 5143785"/>
              <a:gd name="connsiteX3464" fmla="*/ 1417892 w 3114960"/>
              <a:gd name="connsiteY3464" fmla="*/ 528638 h 5143785"/>
              <a:gd name="connsiteX3465" fmla="*/ 1421702 w 3114960"/>
              <a:gd name="connsiteY3465" fmla="*/ 526637 h 5143785"/>
              <a:gd name="connsiteX3466" fmla="*/ 1417892 w 3114960"/>
              <a:gd name="connsiteY3466" fmla="*/ 524637 h 5143785"/>
              <a:gd name="connsiteX3467" fmla="*/ 1421702 w 3114960"/>
              <a:gd name="connsiteY3467" fmla="*/ 522637 h 5143785"/>
              <a:gd name="connsiteX3468" fmla="*/ 1417892 w 3114960"/>
              <a:gd name="connsiteY3468" fmla="*/ 520637 h 5143785"/>
              <a:gd name="connsiteX3469" fmla="*/ 1421702 w 3114960"/>
              <a:gd name="connsiteY3469" fmla="*/ 518636 h 5143785"/>
              <a:gd name="connsiteX3470" fmla="*/ 1417892 w 3114960"/>
              <a:gd name="connsiteY3470" fmla="*/ 516636 h 5143785"/>
              <a:gd name="connsiteX3471" fmla="*/ 1421702 w 3114960"/>
              <a:gd name="connsiteY3471" fmla="*/ 514636 h 5143785"/>
              <a:gd name="connsiteX3472" fmla="*/ 1417892 w 3114960"/>
              <a:gd name="connsiteY3472" fmla="*/ 512636 h 5143785"/>
              <a:gd name="connsiteX3473" fmla="*/ 1421702 w 3114960"/>
              <a:gd name="connsiteY3473" fmla="*/ 510635 h 5143785"/>
              <a:gd name="connsiteX3474" fmla="*/ 1417796 w 3114960"/>
              <a:gd name="connsiteY3474" fmla="*/ 508635 h 5143785"/>
              <a:gd name="connsiteX3475" fmla="*/ 1421702 w 3114960"/>
              <a:gd name="connsiteY3475" fmla="*/ 506635 h 5143785"/>
              <a:gd name="connsiteX3476" fmla="*/ 1417796 w 3114960"/>
              <a:gd name="connsiteY3476" fmla="*/ 504635 h 5143785"/>
              <a:gd name="connsiteX3477" fmla="*/ 1421702 w 3114960"/>
              <a:gd name="connsiteY3477" fmla="*/ 502634 h 5143785"/>
              <a:gd name="connsiteX3478" fmla="*/ 1417796 w 3114960"/>
              <a:gd name="connsiteY3478" fmla="*/ 500634 h 5143785"/>
              <a:gd name="connsiteX3479" fmla="*/ 1421702 w 3114960"/>
              <a:gd name="connsiteY3479" fmla="*/ 498634 h 5143785"/>
              <a:gd name="connsiteX3480" fmla="*/ 1417701 w 3114960"/>
              <a:gd name="connsiteY3480" fmla="*/ 496634 h 5143785"/>
              <a:gd name="connsiteX3481" fmla="*/ 1421702 w 3114960"/>
              <a:gd name="connsiteY3481" fmla="*/ 494633 h 5143785"/>
              <a:gd name="connsiteX3482" fmla="*/ 1417701 w 3114960"/>
              <a:gd name="connsiteY3482" fmla="*/ 492633 h 5143785"/>
              <a:gd name="connsiteX3483" fmla="*/ 1421702 w 3114960"/>
              <a:gd name="connsiteY3483" fmla="*/ 490633 h 5143785"/>
              <a:gd name="connsiteX3484" fmla="*/ 1417606 w 3114960"/>
              <a:gd name="connsiteY3484" fmla="*/ 488633 h 5143785"/>
              <a:gd name="connsiteX3485" fmla="*/ 1421702 w 3114960"/>
              <a:gd name="connsiteY3485" fmla="*/ 486632 h 5143785"/>
              <a:gd name="connsiteX3486" fmla="*/ 1417606 w 3114960"/>
              <a:gd name="connsiteY3486" fmla="*/ 484537 h 5143785"/>
              <a:gd name="connsiteX3487" fmla="*/ 1421702 w 3114960"/>
              <a:gd name="connsiteY3487" fmla="*/ 482441 h 5143785"/>
              <a:gd name="connsiteX3488" fmla="*/ 1417511 w 3114960"/>
              <a:gd name="connsiteY3488" fmla="*/ 480346 h 5143785"/>
              <a:gd name="connsiteX3489" fmla="*/ 1421702 w 3114960"/>
              <a:gd name="connsiteY3489" fmla="*/ 478250 h 5143785"/>
              <a:gd name="connsiteX3490" fmla="*/ 1417511 w 3114960"/>
              <a:gd name="connsiteY3490" fmla="*/ 476155 h 5143785"/>
              <a:gd name="connsiteX3491" fmla="*/ 1421702 w 3114960"/>
              <a:gd name="connsiteY3491" fmla="*/ 474059 h 5143785"/>
              <a:gd name="connsiteX3492" fmla="*/ 1417511 w 3114960"/>
              <a:gd name="connsiteY3492" fmla="*/ 471964 h 5143785"/>
              <a:gd name="connsiteX3493" fmla="*/ 1421702 w 3114960"/>
              <a:gd name="connsiteY3493" fmla="*/ 469868 h 5143785"/>
              <a:gd name="connsiteX3494" fmla="*/ 1417606 w 3114960"/>
              <a:gd name="connsiteY3494" fmla="*/ 467773 h 5143785"/>
              <a:gd name="connsiteX3495" fmla="*/ 1421702 w 3114960"/>
              <a:gd name="connsiteY3495" fmla="*/ 465677 h 5143785"/>
              <a:gd name="connsiteX3496" fmla="*/ 1417606 w 3114960"/>
              <a:gd name="connsiteY3496" fmla="*/ 463582 h 5143785"/>
              <a:gd name="connsiteX3497" fmla="*/ 1421702 w 3114960"/>
              <a:gd name="connsiteY3497" fmla="*/ 461486 h 5143785"/>
              <a:gd name="connsiteX3498" fmla="*/ 1417606 w 3114960"/>
              <a:gd name="connsiteY3498" fmla="*/ 459391 h 5143785"/>
              <a:gd name="connsiteX3499" fmla="*/ 1421702 w 3114960"/>
              <a:gd name="connsiteY3499" fmla="*/ 457295 h 5143785"/>
              <a:gd name="connsiteX3500" fmla="*/ 1417606 w 3114960"/>
              <a:gd name="connsiteY3500" fmla="*/ 455200 h 5143785"/>
              <a:gd name="connsiteX3501" fmla="*/ 1421702 w 3114960"/>
              <a:gd name="connsiteY3501" fmla="*/ 453104 h 5143785"/>
              <a:gd name="connsiteX3502" fmla="*/ 1417511 w 3114960"/>
              <a:gd name="connsiteY3502" fmla="*/ 451009 h 5143785"/>
              <a:gd name="connsiteX3503" fmla="*/ 1421702 w 3114960"/>
              <a:gd name="connsiteY3503" fmla="*/ 448913 h 5143785"/>
              <a:gd name="connsiteX3504" fmla="*/ 1417511 w 3114960"/>
              <a:gd name="connsiteY3504" fmla="*/ 446818 h 5143785"/>
              <a:gd name="connsiteX3505" fmla="*/ 1421702 w 3114960"/>
              <a:gd name="connsiteY3505" fmla="*/ 444722 h 5143785"/>
              <a:gd name="connsiteX3506" fmla="*/ 1417415 w 3114960"/>
              <a:gd name="connsiteY3506" fmla="*/ 442627 h 5143785"/>
              <a:gd name="connsiteX3507" fmla="*/ 1421702 w 3114960"/>
              <a:gd name="connsiteY3507" fmla="*/ 440531 h 5143785"/>
              <a:gd name="connsiteX3508" fmla="*/ 1417415 w 3114960"/>
              <a:gd name="connsiteY3508" fmla="*/ 438436 h 5143785"/>
              <a:gd name="connsiteX3509" fmla="*/ 1421702 w 3114960"/>
              <a:gd name="connsiteY3509" fmla="*/ 436340 h 5143785"/>
              <a:gd name="connsiteX3510" fmla="*/ 1417606 w 3114960"/>
              <a:gd name="connsiteY3510" fmla="*/ 434245 h 5143785"/>
              <a:gd name="connsiteX3511" fmla="*/ 1421702 w 3114960"/>
              <a:gd name="connsiteY3511" fmla="*/ 432149 h 5143785"/>
              <a:gd name="connsiteX3512" fmla="*/ 1417606 w 3114960"/>
              <a:gd name="connsiteY3512" fmla="*/ 430149 h 5143785"/>
              <a:gd name="connsiteX3513" fmla="*/ 1421702 w 3114960"/>
              <a:gd name="connsiteY3513" fmla="*/ 428149 h 5143785"/>
              <a:gd name="connsiteX3514" fmla="*/ 1417606 w 3114960"/>
              <a:gd name="connsiteY3514" fmla="*/ 426149 h 5143785"/>
              <a:gd name="connsiteX3515" fmla="*/ 1421702 w 3114960"/>
              <a:gd name="connsiteY3515" fmla="*/ 424053 h 5143785"/>
              <a:gd name="connsiteX3516" fmla="*/ 1417511 w 3114960"/>
              <a:gd name="connsiteY3516" fmla="*/ 421958 h 5143785"/>
              <a:gd name="connsiteX3517" fmla="*/ 1421702 w 3114960"/>
              <a:gd name="connsiteY3517" fmla="*/ 419862 h 5143785"/>
              <a:gd name="connsiteX3518" fmla="*/ 1417320 w 3114960"/>
              <a:gd name="connsiteY3518" fmla="*/ 417767 h 5143785"/>
              <a:gd name="connsiteX3519" fmla="*/ 1421702 w 3114960"/>
              <a:gd name="connsiteY3519" fmla="*/ 415671 h 5143785"/>
              <a:gd name="connsiteX3520" fmla="*/ 1417320 w 3114960"/>
              <a:gd name="connsiteY3520" fmla="*/ 413576 h 5143785"/>
              <a:gd name="connsiteX3521" fmla="*/ 1421702 w 3114960"/>
              <a:gd name="connsiteY3521" fmla="*/ 411480 h 5143785"/>
              <a:gd name="connsiteX3522" fmla="*/ 1417320 w 3114960"/>
              <a:gd name="connsiteY3522" fmla="*/ 409385 h 5143785"/>
              <a:gd name="connsiteX3523" fmla="*/ 1421702 w 3114960"/>
              <a:gd name="connsiteY3523" fmla="*/ 407289 h 5143785"/>
              <a:gd name="connsiteX3524" fmla="*/ 1417320 w 3114960"/>
              <a:gd name="connsiteY3524" fmla="*/ 405194 h 5143785"/>
              <a:gd name="connsiteX3525" fmla="*/ 1421702 w 3114960"/>
              <a:gd name="connsiteY3525" fmla="*/ 403098 h 5143785"/>
              <a:gd name="connsiteX3526" fmla="*/ 1417225 w 3114960"/>
              <a:gd name="connsiteY3526" fmla="*/ 401003 h 5143785"/>
              <a:gd name="connsiteX3527" fmla="*/ 1421702 w 3114960"/>
              <a:gd name="connsiteY3527" fmla="*/ 398812 h 5143785"/>
              <a:gd name="connsiteX3528" fmla="*/ 1417034 w 3114960"/>
              <a:gd name="connsiteY3528" fmla="*/ 396621 h 5143785"/>
              <a:gd name="connsiteX3529" fmla="*/ 1421702 w 3114960"/>
              <a:gd name="connsiteY3529" fmla="*/ 394430 h 5143785"/>
              <a:gd name="connsiteX3530" fmla="*/ 1421606 w 3114960"/>
              <a:gd name="connsiteY3530" fmla="*/ 394430 h 5143785"/>
              <a:gd name="connsiteX3531" fmla="*/ 1425607 w 3114960"/>
              <a:gd name="connsiteY3531" fmla="*/ 389954 h 5143785"/>
              <a:gd name="connsiteX3532" fmla="*/ 1425607 w 3114960"/>
              <a:gd name="connsiteY3532" fmla="*/ 382048 h 5143785"/>
              <a:gd name="connsiteX3533" fmla="*/ 1414463 w 3114960"/>
              <a:gd name="connsiteY3533" fmla="*/ 375952 h 5143785"/>
              <a:gd name="connsiteX3534" fmla="*/ 1374839 w 3114960"/>
              <a:gd name="connsiteY3534" fmla="*/ 328232 h 5143785"/>
              <a:gd name="connsiteX3535" fmla="*/ 1375029 w 3114960"/>
              <a:gd name="connsiteY3535" fmla="*/ 292037 h 5143785"/>
              <a:gd name="connsiteX3536" fmla="*/ 1317593 w 3114960"/>
              <a:gd name="connsiteY3536" fmla="*/ 235268 h 5143785"/>
              <a:gd name="connsiteX3537" fmla="*/ 1318070 w 3114960"/>
              <a:gd name="connsiteY3537" fmla="*/ 233172 h 5143785"/>
              <a:gd name="connsiteX3538" fmla="*/ 1318070 w 3114960"/>
              <a:gd name="connsiteY3538" fmla="*/ 218789 h 5143785"/>
              <a:gd name="connsiteX3539" fmla="*/ 1311212 w 3114960"/>
              <a:gd name="connsiteY3539" fmla="*/ 211931 h 5143785"/>
              <a:gd name="connsiteX3540" fmla="*/ 1296734 w 3114960"/>
              <a:gd name="connsiteY3540" fmla="*/ 211931 h 5143785"/>
              <a:gd name="connsiteX3541" fmla="*/ 1289876 w 3114960"/>
              <a:gd name="connsiteY3541" fmla="*/ 218789 h 5143785"/>
              <a:gd name="connsiteX3542" fmla="*/ 1289876 w 3114960"/>
              <a:gd name="connsiteY3542" fmla="*/ 233172 h 5143785"/>
              <a:gd name="connsiteX3543" fmla="*/ 1296734 w 3114960"/>
              <a:gd name="connsiteY3543" fmla="*/ 240030 h 5143785"/>
              <a:gd name="connsiteX3544" fmla="*/ 1311212 w 3114960"/>
              <a:gd name="connsiteY3544" fmla="*/ 240030 h 5143785"/>
              <a:gd name="connsiteX3545" fmla="*/ 1314545 w 3114960"/>
              <a:gd name="connsiteY3545" fmla="*/ 239078 h 5143785"/>
              <a:gd name="connsiteX3546" fmla="*/ 1370267 w 3114960"/>
              <a:gd name="connsiteY3546" fmla="*/ 294132 h 5143785"/>
              <a:gd name="connsiteX3547" fmla="*/ 1370076 w 3114960"/>
              <a:gd name="connsiteY3547" fmla="*/ 330041 h 5143785"/>
              <a:gd name="connsiteX3548" fmla="*/ 1409891 w 3114960"/>
              <a:gd name="connsiteY3548" fmla="*/ 378047 h 5143785"/>
              <a:gd name="connsiteX3549" fmla="*/ 1406557 w 3114960"/>
              <a:gd name="connsiteY3549" fmla="*/ 382048 h 5143785"/>
              <a:gd name="connsiteX3550" fmla="*/ 1406557 w 3114960"/>
              <a:gd name="connsiteY3550" fmla="*/ 389954 h 5143785"/>
              <a:gd name="connsiteX3551" fmla="*/ 1411700 w 3114960"/>
              <a:gd name="connsiteY3551" fmla="*/ 395288 h 5143785"/>
              <a:gd name="connsiteX3552" fmla="*/ 1410557 w 3114960"/>
              <a:gd name="connsiteY3552" fmla="*/ 396716 h 5143785"/>
              <a:gd name="connsiteX3553" fmla="*/ 1415129 w 3114960"/>
              <a:gd name="connsiteY3553" fmla="*/ 398907 h 5143785"/>
              <a:gd name="connsiteX3554" fmla="*/ 1410557 w 3114960"/>
              <a:gd name="connsiteY3554" fmla="*/ 401098 h 5143785"/>
              <a:gd name="connsiteX3555" fmla="*/ 1414939 w 3114960"/>
              <a:gd name="connsiteY3555" fmla="*/ 403193 h 5143785"/>
              <a:gd name="connsiteX3556" fmla="*/ 1410557 w 3114960"/>
              <a:gd name="connsiteY3556" fmla="*/ 405289 h 5143785"/>
              <a:gd name="connsiteX3557" fmla="*/ 1415034 w 3114960"/>
              <a:gd name="connsiteY3557" fmla="*/ 407384 h 5143785"/>
              <a:gd name="connsiteX3558" fmla="*/ 1410557 w 3114960"/>
              <a:gd name="connsiteY3558" fmla="*/ 409480 h 5143785"/>
              <a:gd name="connsiteX3559" fmla="*/ 1414939 w 3114960"/>
              <a:gd name="connsiteY3559" fmla="*/ 411575 h 5143785"/>
              <a:gd name="connsiteX3560" fmla="*/ 1410557 w 3114960"/>
              <a:gd name="connsiteY3560" fmla="*/ 413671 h 5143785"/>
              <a:gd name="connsiteX3561" fmla="*/ 1414939 w 3114960"/>
              <a:gd name="connsiteY3561" fmla="*/ 415766 h 5143785"/>
              <a:gd name="connsiteX3562" fmla="*/ 1410557 w 3114960"/>
              <a:gd name="connsiteY3562" fmla="*/ 417862 h 5143785"/>
              <a:gd name="connsiteX3563" fmla="*/ 1414844 w 3114960"/>
              <a:gd name="connsiteY3563" fmla="*/ 419957 h 5143785"/>
              <a:gd name="connsiteX3564" fmla="*/ 1410557 w 3114960"/>
              <a:gd name="connsiteY3564" fmla="*/ 422053 h 5143785"/>
              <a:gd name="connsiteX3565" fmla="*/ 1414653 w 3114960"/>
              <a:gd name="connsiteY3565" fmla="*/ 424148 h 5143785"/>
              <a:gd name="connsiteX3566" fmla="*/ 1410557 w 3114960"/>
              <a:gd name="connsiteY3566" fmla="*/ 426244 h 5143785"/>
              <a:gd name="connsiteX3567" fmla="*/ 1414653 w 3114960"/>
              <a:gd name="connsiteY3567" fmla="*/ 428244 h 5143785"/>
              <a:gd name="connsiteX3568" fmla="*/ 1410557 w 3114960"/>
              <a:gd name="connsiteY3568" fmla="*/ 430244 h 5143785"/>
              <a:gd name="connsiteX3569" fmla="*/ 1414653 w 3114960"/>
              <a:gd name="connsiteY3569" fmla="*/ 432245 h 5143785"/>
              <a:gd name="connsiteX3570" fmla="*/ 1410557 w 3114960"/>
              <a:gd name="connsiteY3570" fmla="*/ 434340 h 5143785"/>
              <a:gd name="connsiteX3571" fmla="*/ 1414748 w 3114960"/>
              <a:gd name="connsiteY3571" fmla="*/ 436436 h 5143785"/>
              <a:gd name="connsiteX3572" fmla="*/ 1410557 w 3114960"/>
              <a:gd name="connsiteY3572" fmla="*/ 438531 h 5143785"/>
              <a:gd name="connsiteX3573" fmla="*/ 1414844 w 3114960"/>
              <a:gd name="connsiteY3573" fmla="*/ 440627 h 5143785"/>
              <a:gd name="connsiteX3574" fmla="*/ 1410557 w 3114960"/>
              <a:gd name="connsiteY3574" fmla="*/ 442722 h 5143785"/>
              <a:gd name="connsiteX3575" fmla="*/ 1414844 w 3114960"/>
              <a:gd name="connsiteY3575" fmla="*/ 444818 h 5143785"/>
              <a:gd name="connsiteX3576" fmla="*/ 1410557 w 3114960"/>
              <a:gd name="connsiteY3576" fmla="*/ 446913 h 5143785"/>
              <a:gd name="connsiteX3577" fmla="*/ 1414748 w 3114960"/>
              <a:gd name="connsiteY3577" fmla="*/ 449009 h 5143785"/>
              <a:gd name="connsiteX3578" fmla="*/ 1410557 w 3114960"/>
              <a:gd name="connsiteY3578" fmla="*/ 451104 h 5143785"/>
              <a:gd name="connsiteX3579" fmla="*/ 1414748 w 3114960"/>
              <a:gd name="connsiteY3579" fmla="*/ 453200 h 5143785"/>
              <a:gd name="connsiteX3580" fmla="*/ 1410557 w 3114960"/>
              <a:gd name="connsiteY3580" fmla="*/ 455295 h 5143785"/>
              <a:gd name="connsiteX3581" fmla="*/ 1414653 w 3114960"/>
              <a:gd name="connsiteY3581" fmla="*/ 457390 h 5143785"/>
              <a:gd name="connsiteX3582" fmla="*/ 1410557 w 3114960"/>
              <a:gd name="connsiteY3582" fmla="*/ 459486 h 5143785"/>
              <a:gd name="connsiteX3583" fmla="*/ 1414653 w 3114960"/>
              <a:gd name="connsiteY3583" fmla="*/ 461582 h 5143785"/>
              <a:gd name="connsiteX3584" fmla="*/ 1410557 w 3114960"/>
              <a:gd name="connsiteY3584" fmla="*/ 463677 h 5143785"/>
              <a:gd name="connsiteX3585" fmla="*/ 1414653 w 3114960"/>
              <a:gd name="connsiteY3585" fmla="*/ 465773 h 5143785"/>
              <a:gd name="connsiteX3586" fmla="*/ 1410557 w 3114960"/>
              <a:gd name="connsiteY3586" fmla="*/ 467868 h 5143785"/>
              <a:gd name="connsiteX3587" fmla="*/ 1414748 w 3114960"/>
              <a:gd name="connsiteY3587" fmla="*/ 469964 h 5143785"/>
              <a:gd name="connsiteX3588" fmla="*/ 1410557 w 3114960"/>
              <a:gd name="connsiteY3588" fmla="*/ 472059 h 5143785"/>
              <a:gd name="connsiteX3589" fmla="*/ 1414748 w 3114960"/>
              <a:gd name="connsiteY3589" fmla="*/ 474155 h 5143785"/>
              <a:gd name="connsiteX3590" fmla="*/ 1410557 w 3114960"/>
              <a:gd name="connsiteY3590" fmla="*/ 476250 h 5143785"/>
              <a:gd name="connsiteX3591" fmla="*/ 1414748 w 3114960"/>
              <a:gd name="connsiteY3591" fmla="*/ 478346 h 5143785"/>
              <a:gd name="connsiteX3592" fmla="*/ 1410557 w 3114960"/>
              <a:gd name="connsiteY3592" fmla="*/ 480441 h 5143785"/>
              <a:gd name="connsiteX3593" fmla="*/ 1414748 w 3114960"/>
              <a:gd name="connsiteY3593" fmla="*/ 482537 h 5143785"/>
              <a:gd name="connsiteX3594" fmla="*/ 1410557 w 3114960"/>
              <a:gd name="connsiteY3594" fmla="*/ 484632 h 5143785"/>
              <a:gd name="connsiteX3595" fmla="*/ 1414653 w 3114960"/>
              <a:gd name="connsiteY3595" fmla="*/ 486728 h 5143785"/>
              <a:gd name="connsiteX3596" fmla="*/ 1410557 w 3114960"/>
              <a:gd name="connsiteY3596" fmla="*/ 488728 h 5143785"/>
              <a:gd name="connsiteX3597" fmla="*/ 1414558 w 3114960"/>
              <a:gd name="connsiteY3597" fmla="*/ 490728 h 5143785"/>
              <a:gd name="connsiteX3598" fmla="*/ 1410557 w 3114960"/>
              <a:gd name="connsiteY3598" fmla="*/ 492728 h 5143785"/>
              <a:gd name="connsiteX3599" fmla="*/ 1414558 w 3114960"/>
              <a:gd name="connsiteY3599" fmla="*/ 494729 h 5143785"/>
              <a:gd name="connsiteX3600" fmla="*/ 1410557 w 3114960"/>
              <a:gd name="connsiteY3600" fmla="*/ 496729 h 5143785"/>
              <a:gd name="connsiteX3601" fmla="*/ 1414463 w 3114960"/>
              <a:gd name="connsiteY3601" fmla="*/ 498729 h 5143785"/>
              <a:gd name="connsiteX3602" fmla="*/ 1410557 w 3114960"/>
              <a:gd name="connsiteY3602" fmla="*/ 500729 h 5143785"/>
              <a:gd name="connsiteX3603" fmla="*/ 1414463 w 3114960"/>
              <a:gd name="connsiteY3603" fmla="*/ 502730 h 5143785"/>
              <a:gd name="connsiteX3604" fmla="*/ 1410557 w 3114960"/>
              <a:gd name="connsiteY3604" fmla="*/ 504730 h 5143785"/>
              <a:gd name="connsiteX3605" fmla="*/ 1414463 w 3114960"/>
              <a:gd name="connsiteY3605" fmla="*/ 506730 h 5143785"/>
              <a:gd name="connsiteX3606" fmla="*/ 1410557 w 3114960"/>
              <a:gd name="connsiteY3606" fmla="*/ 508730 h 5143785"/>
              <a:gd name="connsiteX3607" fmla="*/ 1414367 w 3114960"/>
              <a:gd name="connsiteY3607" fmla="*/ 510731 h 5143785"/>
              <a:gd name="connsiteX3608" fmla="*/ 1410557 w 3114960"/>
              <a:gd name="connsiteY3608" fmla="*/ 512731 h 5143785"/>
              <a:gd name="connsiteX3609" fmla="*/ 1414367 w 3114960"/>
              <a:gd name="connsiteY3609" fmla="*/ 514731 h 5143785"/>
              <a:gd name="connsiteX3610" fmla="*/ 1410557 w 3114960"/>
              <a:gd name="connsiteY3610" fmla="*/ 516731 h 5143785"/>
              <a:gd name="connsiteX3611" fmla="*/ 1414367 w 3114960"/>
              <a:gd name="connsiteY3611" fmla="*/ 518732 h 5143785"/>
              <a:gd name="connsiteX3612" fmla="*/ 1410557 w 3114960"/>
              <a:gd name="connsiteY3612" fmla="*/ 520732 h 5143785"/>
              <a:gd name="connsiteX3613" fmla="*/ 1414367 w 3114960"/>
              <a:gd name="connsiteY3613" fmla="*/ 522732 h 5143785"/>
              <a:gd name="connsiteX3614" fmla="*/ 1410557 w 3114960"/>
              <a:gd name="connsiteY3614" fmla="*/ 524732 h 5143785"/>
              <a:gd name="connsiteX3615" fmla="*/ 1414367 w 3114960"/>
              <a:gd name="connsiteY3615" fmla="*/ 526733 h 5143785"/>
              <a:gd name="connsiteX3616" fmla="*/ 1410557 w 3114960"/>
              <a:gd name="connsiteY3616" fmla="*/ 528733 h 5143785"/>
              <a:gd name="connsiteX3617" fmla="*/ 1414367 w 3114960"/>
              <a:gd name="connsiteY3617" fmla="*/ 530733 h 5143785"/>
              <a:gd name="connsiteX3618" fmla="*/ 1410557 w 3114960"/>
              <a:gd name="connsiteY3618" fmla="*/ 532733 h 5143785"/>
              <a:gd name="connsiteX3619" fmla="*/ 1414367 w 3114960"/>
              <a:gd name="connsiteY3619" fmla="*/ 534734 h 5143785"/>
              <a:gd name="connsiteX3620" fmla="*/ 1410557 w 3114960"/>
              <a:gd name="connsiteY3620" fmla="*/ 536734 h 5143785"/>
              <a:gd name="connsiteX3621" fmla="*/ 1414272 w 3114960"/>
              <a:gd name="connsiteY3621" fmla="*/ 538734 h 5143785"/>
              <a:gd name="connsiteX3622" fmla="*/ 1412177 w 3114960"/>
              <a:gd name="connsiteY3622" fmla="*/ 539115 h 5143785"/>
              <a:gd name="connsiteX3623" fmla="*/ 1411796 w 3114960"/>
              <a:gd name="connsiteY3623" fmla="*/ 539306 h 5143785"/>
              <a:gd name="connsiteX3624" fmla="*/ 1411319 w 3114960"/>
              <a:gd name="connsiteY3624" fmla="*/ 539687 h 5143785"/>
              <a:gd name="connsiteX3625" fmla="*/ 1406557 w 3114960"/>
              <a:gd name="connsiteY3625" fmla="*/ 544640 h 5143785"/>
              <a:gd name="connsiteX3626" fmla="*/ 1406557 w 3114960"/>
              <a:gd name="connsiteY3626" fmla="*/ 552545 h 5143785"/>
              <a:gd name="connsiteX3627" fmla="*/ 1413701 w 3114960"/>
              <a:gd name="connsiteY3627" fmla="*/ 558546 h 5143785"/>
              <a:gd name="connsiteX3628" fmla="*/ 1413701 w 3114960"/>
              <a:gd name="connsiteY3628" fmla="*/ 601123 h 5143785"/>
              <a:gd name="connsiteX3629" fmla="*/ 1385888 w 3114960"/>
              <a:gd name="connsiteY3629" fmla="*/ 621030 h 5143785"/>
              <a:gd name="connsiteX3630" fmla="*/ 1385888 w 3114960"/>
              <a:gd name="connsiteY3630" fmla="*/ 748856 h 5143785"/>
              <a:gd name="connsiteX3631" fmla="*/ 1334548 w 3114960"/>
              <a:gd name="connsiteY3631" fmla="*/ 702278 h 5143785"/>
              <a:gd name="connsiteX3632" fmla="*/ 1334548 w 3114960"/>
              <a:gd name="connsiteY3632" fmla="*/ 623507 h 5143785"/>
              <a:gd name="connsiteX3633" fmla="*/ 1362361 w 3114960"/>
              <a:gd name="connsiteY3633" fmla="*/ 603599 h 5143785"/>
              <a:gd name="connsiteX3634" fmla="*/ 1362361 w 3114960"/>
              <a:gd name="connsiteY3634" fmla="*/ 558451 h 5143785"/>
              <a:gd name="connsiteX3635" fmla="*/ 1363885 w 3114960"/>
              <a:gd name="connsiteY3635" fmla="*/ 558165 h 5143785"/>
              <a:gd name="connsiteX3636" fmla="*/ 1369505 w 3114960"/>
              <a:gd name="connsiteY3636" fmla="*/ 552641 h 5143785"/>
              <a:gd name="connsiteX3637" fmla="*/ 1369505 w 3114960"/>
              <a:gd name="connsiteY3637" fmla="*/ 544735 h 5143785"/>
              <a:gd name="connsiteX3638" fmla="*/ 1365028 w 3114960"/>
              <a:gd name="connsiteY3638" fmla="*/ 539877 h 5143785"/>
              <a:gd name="connsiteX3639" fmla="*/ 1365599 w 3114960"/>
              <a:gd name="connsiteY3639" fmla="*/ 538829 h 5143785"/>
              <a:gd name="connsiteX3640" fmla="*/ 1361694 w 3114960"/>
              <a:gd name="connsiteY3640" fmla="*/ 536829 h 5143785"/>
              <a:gd name="connsiteX3641" fmla="*/ 1365599 w 3114960"/>
              <a:gd name="connsiteY3641" fmla="*/ 534829 h 5143785"/>
              <a:gd name="connsiteX3642" fmla="*/ 1361789 w 3114960"/>
              <a:gd name="connsiteY3642" fmla="*/ 532829 h 5143785"/>
              <a:gd name="connsiteX3643" fmla="*/ 1365599 w 3114960"/>
              <a:gd name="connsiteY3643" fmla="*/ 530828 h 5143785"/>
              <a:gd name="connsiteX3644" fmla="*/ 1361789 w 3114960"/>
              <a:gd name="connsiteY3644" fmla="*/ 528828 h 5143785"/>
              <a:gd name="connsiteX3645" fmla="*/ 1365599 w 3114960"/>
              <a:gd name="connsiteY3645" fmla="*/ 526828 h 5143785"/>
              <a:gd name="connsiteX3646" fmla="*/ 1361789 w 3114960"/>
              <a:gd name="connsiteY3646" fmla="*/ 524828 h 5143785"/>
              <a:gd name="connsiteX3647" fmla="*/ 1365599 w 3114960"/>
              <a:gd name="connsiteY3647" fmla="*/ 522827 h 5143785"/>
              <a:gd name="connsiteX3648" fmla="*/ 1361789 w 3114960"/>
              <a:gd name="connsiteY3648" fmla="*/ 520827 h 5143785"/>
              <a:gd name="connsiteX3649" fmla="*/ 1365599 w 3114960"/>
              <a:gd name="connsiteY3649" fmla="*/ 518827 h 5143785"/>
              <a:gd name="connsiteX3650" fmla="*/ 1361789 w 3114960"/>
              <a:gd name="connsiteY3650" fmla="*/ 516827 h 5143785"/>
              <a:gd name="connsiteX3651" fmla="*/ 1365599 w 3114960"/>
              <a:gd name="connsiteY3651" fmla="*/ 514826 h 5143785"/>
              <a:gd name="connsiteX3652" fmla="*/ 1361789 w 3114960"/>
              <a:gd name="connsiteY3652" fmla="*/ 512826 h 5143785"/>
              <a:gd name="connsiteX3653" fmla="*/ 1365599 w 3114960"/>
              <a:gd name="connsiteY3653" fmla="*/ 510826 h 5143785"/>
              <a:gd name="connsiteX3654" fmla="*/ 1361694 w 3114960"/>
              <a:gd name="connsiteY3654" fmla="*/ 508826 h 5143785"/>
              <a:gd name="connsiteX3655" fmla="*/ 1365599 w 3114960"/>
              <a:gd name="connsiteY3655" fmla="*/ 506825 h 5143785"/>
              <a:gd name="connsiteX3656" fmla="*/ 1361694 w 3114960"/>
              <a:gd name="connsiteY3656" fmla="*/ 504825 h 5143785"/>
              <a:gd name="connsiteX3657" fmla="*/ 1365599 w 3114960"/>
              <a:gd name="connsiteY3657" fmla="*/ 502825 h 5143785"/>
              <a:gd name="connsiteX3658" fmla="*/ 1361694 w 3114960"/>
              <a:gd name="connsiteY3658" fmla="*/ 500825 h 5143785"/>
              <a:gd name="connsiteX3659" fmla="*/ 1365599 w 3114960"/>
              <a:gd name="connsiteY3659" fmla="*/ 498824 h 5143785"/>
              <a:gd name="connsiteX3660" fmla="*/ 1361599 w 3114960"/>
              <a:gd name="connsiteY3660" fmla="*/ 496824 h 5143785"/>
              <a:gd name="connsiteX3661" fmla="*/ 1365599 w 3114960"/>
              <a:gd name="connsiteY3661" fmla="*/ 494824 h 5143785"/>
              <a:gd name="connsiteX3662" fmla="*/ 1361599 w 3114960"/>
              <a:gd name="connsiteY3662" fmla="*/ 492824 h 5143785"/>
              <a:gd name="connsiteX3663" fmla="*/ 1365599 w 3114960"/>
              <a:gd name="connsiteY3663" fmla="*/ 490823 h 5143785"/>
              <a:gd name="connsiteX3664" fmla="*/ 1361503 w 3114960"/>
              <a:gd name="connsiteY3664" fmla="*/ 488823 h 5143785"/>
              <a:gd name="connsiteX3665" fmla="*/ 1365599 w 3114960"/>
              <a:gd name="connsiteY3665" fmla="*/ 486823 h 5143785"/>
              <a:gd name="connsiteX3666" fmla="*/ 1361503 w 3114960"/>
              <a:gd name="connsiteY3666" fmla="*/ 484727 h 5143785"/>
              <a:gd name="connsiteX3667" fmla="*/ 1365599 w 3114960"/>
              <a:gd name="connsiteY3667" fmla="*/ 482632 h 5143785"/>
              <a:gd name="connsiteX3668" fmla="*/ 1361408 w 3114960"/>
              <a:gd name="connsiteY3668" fmla="*/ 480536 h 5143785"/>
              <a:gd name="connsiteX3669" fmla="*/ 1365599 w 3114960"/>
              <a:gd name="connsiteY3669" fmla="*/ 478441 h 5143785"/>
              <a:gd name="connsiteX3670" fmla="*/ 1361408 w 3114960"/>
              <a:gd name="connsiteY3670" fmla="*/ 476345 h 5143785"/>
              <a:gd name="connsiteX3671" fmla="*/ 1365599 w 3114960"/>
              <a:gd name="connsiteY3671" fmla="*/ 474250 h 5143785"/>
              <a:gd name="connsiteX3672" fmla="*/ 1361408 w 3114960"/>
              <a:gd name="connsiteY3672" fmla="*/ 472154 h 5143785"/>
              <a:gd name="connsiteX3673" fmla="*/ 1365599 w 3114960"/>
              <a:gd name="connsiteY3673" fmla="*/ 470059 h 5143785"/>
              <a:gd name="connsiteX3674" fmla="*/ 1361503 w 3114960"/>
              <a:gd name="connsiteY3674" fmla="*/ 467963 h 5143785"/>
              <a:gd name="connsiteX3675" fmla="*/ 1365599 w 3114960"/>
              <a:gd name="connsiteY3675" fmla="*/ 465868 h 5143785"/>
              <a:gd name="connsiteX3676" fmla="*/ 1361503 w 3114960"/>
              <a:gd name="connsiteY3676" fmla="*/ 463772 h 5143785"/>
              <a:gd name="connsiteX3677" fmla="*/ 1365599 w 3114960"/>
              <a:gd name="connsiteY3677" fmla="*/ 461677 h 5143785"/>
              <a:gd name="connsiteX3678" fmla="*/ 1361503 w 3114960"/>
              <a:gd name="connsiteY3678" fmla="*/ 459581 h 5143785"/>
              <a:gd name="connsiteX3679" fmla="*/ 1365599 w 3114960"/>
              <a:gd name="connsiteY3679" fmla="*/ 457486 h 5143785"/>
              <a:gd name="connsiteX3680" fmla="*/ 1361503 w 3114960"/>
              <a:gd name="connsiteY3680" fmla="*/ 455390 h 5143785"/>
              <a:gd name="connsiteX3681" fmla="*/ 1365599 w 3114960"/>
              <a:gd name="connsiteY3681" fmla="*/ 453295 h 5143785"/>
              <a:gd name="connsiteX3682" fmla="*/ 1361408 w 3114960"/>
              <a:gd name="connsiteY3682" fmla="*/ 451199 h 5143785"/>
              <a:gd name="connsiteX3683" fmla="*/ 1365599 w 3114960"/>
              <a:gd name="connsiteY3683" fmla="*/ 449104 h 5143785"/>
              <a:gd name="connsiteX3684" fmla="*/ 1361408 w 3114960"/>
              <a:gd name="connsiteY3684" fmla="*/ 447008 h 5143785"/>
              <a:gd name="connsiteX3685" fmla="*/ 1365599 w 3114960"/>
              <a:gd name="connsiteY3685" fmla="*/ 444913 h 5143785"/>
              <a:gd name="connsiteX3686" fmla="*/ 1361313 w 3114960"/>
              <a:gd name="connsiteY3686" fmla="*/ 442817 h 5143785"/>
              <a:gd name="connsiteX3687" fmla="*/ 1365599 w 3114960"/>
              <a:gd name="connsiteY3687" fmla="*/ 440722 h 5143785"/>
              <a:gd name="connsiteX3688" fmla="*/ 1361313 w 3114960"/>
              <a:gd name="connsiteY3688" fmla="*/ 438626 h 5143785"/>
              <a:gd name="connsiteX3689" fmla="*/ 1365599 w 3114960"/>
              <a:gd name="connsiteY3689" fmla="*/ 436531 h 5143785"/>
              <a:gd name="connsiteX3690" fmla="*/ 1361503 w 3114960"/>
              <a:gd name="connsiteY3690" fmla="*/ 434435 h 5143785"/>
              <a:gd name="connsiteX3691" fmla="*/ 1365599 w 3114960"/>
              <a:gd name="connsiteY3691" fmla="*/ 432340 h 5143785"/>
              <a:gd name="connsiteX3692" fmla="*/ 1361503 w 3114960"/>
              <a:gd name="connsiteY3692" fmla="*/ 430339 h 5143785"/>
              <a:gd name="connsiteX3693" fmla="*/ 1365599 w 3114960"/>
              <a:gd name="connsiteY3693" fmla="*/ 428339 h 5143785"/>
              <a:gd name="connsiteX3694" fmla="*/ 1361503 w 3114960"/>
              <a:gd name="connsiteY3694" fmla="*/ 426339 h 5143785"/>
              <a:gd name="connsiteX3695" fmla="*/ 1365599 w 3114960"/>
              <a:gd name="connsiteY3695" fmla="*/ 424244 h 5143785"/>
              <a:gd name="connsiteX3696" fmla="*/ 1361408 w 3114960"/>
              <a:gd name="connsiteY3696" fmla="*/ 422148 h 5143785"/>
              <a:gd name="connsiteX3697" fmla="*/ 1365599 w 3114960"/>
              <a:gd name="connsiteY3697" fmla="*/ 420053 h 5143785"/>
              <a:gd name="connsiteX3698" fmla="*/ 1361218 w 3114960"/>
              <a:gd name="connsiteY3698" fmla="*/ 417957 h 5143785"/>
              <a:gd name="connsiteX3699" fmla="*/ 1365599 w 3114960"/>
              <a:gd name="connsiteY3699" fmla="*/ 415862 h 5143785"/>
              <a:gd name="connsiteX3700" fmla="*/ 1361218 w 3114960"/>
              <a:gd name="connsiteY3700" fmla="*/ 413766 h 5143785"/>
              <a:gd name="connsiteX3701" fmla="*/ 1365599 w 3114960"/>
              <a:gd name="connsiteY3701" fmla="*/ 411671 h 5143785"/>
              <a:gd name="connsiteX3702" fmla="*/ 1361218 w 3114960"/>
              <a:gd name="connsiteY3702" fmla="*/ 409575 h 5143785"/>
              <a:gd name="connsiteX3703" fmla="*/ 1365599 w 3114960"/>
              <a:gd name="connsiteY3703" fmla="*/ 407480 h 5143785"/>
              <a:gd name="connsiteX3704" fmla="*/ 1361218 w 3114960"/>
              <a:gd name="connsiteY3704" fmla="*/ 405384 h 5143785"/>
              <a:gd name="connsiteX3705" fmla="*/ 1365599 w 3114960"/>
              <a:gd name="connsiteY3705" fmla="*/ 403289 h 5143785"/>
              <a:gd name="connsiteX3706" fmla="*/ 1361123 w 3114960"/>
              <a:gd name="connsiteY3706" fmla="*/ 401193 h 5143785"/>
              <a:gd name="connsiteX3707" fmla="*/ 1365599 w 3114960"/>
              <a:gd name="connsiteY3707" fmla="*/ 399002 h 5143785"/>
              <a:gd name="connsiteX3708" fmla="*/ 1360932 w 3114960"/>
              <a:gd name="connsiteY3708" fmla="*/ 396812 h 5143785"/>
              <a:gd name="connsiteX3709" fmla="*/ 1365599 w 3114960"/>
              <a:gd name="connsiteY3709" fmla="*/ 394621 h 5143785"/>
              <a:gd name="connsiteX3710" fmla="*/ 1365504 w 3114960"/>
              <a:gd name="connsiteY3710" fmla="*/ 394621 h 5143785"/>
              <a:gd name="connsiteX3711" fmla="*/ 1369505 w 3114960"/>
              <a:gd name="connsiteY3711" fmla="*/ 390144 h 5143785"/>
              <a:gd name="connsiteX3712" fmla="*/ 1369505 w 3114960"/>
              <a:gd name="connsiteY3712" fmla="*/ 382238 h 5143785"/>
              <a:gd name="connsiteX3713" fmla="*/ 1356074 w 3114960"/>
              <a:gd name="connsiteY3713" fmla="*/ 376619 h 5143785"/>
              <a:gd name="connsiteX3714" fmla="*/ 1355503 w 3114960"/>
              <a:gd name="connsiteY3714" fmla="*/ 377000 h 5143785"/>
              <a:gd name="connsiteX3715" fmla="*/ 1337120 w 3114960"/>
              <a:gd name="connsiteY3715" fmla="*/ 354330 h 5143785"/>
              <a:gd name="connsiteX3716" fmla="*/ 1337501 w 3114960"/>
              <a:gd name="connsiteY3716" fmla="*/ 312230 h 5143785"/>
              <a:gd name="connsiteX3717" fmla="*/ 1295114 w 3114960"/>
              <a:gd name="connsiteY3717" fmla="*/ 272796 h 5143785"/>
              <a:gd name="connsiteX3718" fmla="*/ 1297400 w 3114960"/>
              <a:gd name="connsiteY3718" fmla="*/ 266414 h 5143785"/>
              <a:gd name="connsiteX3719" fmla="*/ 1286447 w 3114960"/>
              <a:gd name="connsiteY3719" fmla="*/ 255461 h 5143785"/>
              <a:gd name="connsiteX3720" fmla="*/ 1286542 w 3114960"/>
              <a:gd name="connsiteY3720" fmla="*/ 271939 h 5143785"/>
              <a:gd name="connsiteX3721" fmla="*/ 1280351 w 3114960"/>
              <a:gd name="connsiteY3721" fmla="*/ 265748 h 5143785"/>
              <a:gd name="connsiteX3722" fmla="*/ 1286542 w 3114960"/>
              <a:gd name="connsiteY3722" fmla="*/ 259556 h 5143785"/>
              <a:gd name="connsiteX3723" fmla="*/ 1292733 w 3114960"/>
              <a:gd name="connsiteY3723" fmla="*/ 265748 h 5143785"/>
              <a:gd name="connsiteX3724" fmla="*/ 1286542 w 3114960"/>
              <a:gd name="connsiteY3724" fmla="*/ 271939 h 5143785"/>
              <a:gd name="connsiteX3725" fmla="*/ 1345311 w 3114960"/>
              <a:gd name="connsiteY3725" fmla="*/ 840391 h 5143785"/>
              <a:gd name="connsiteX3726" fmla="*/ 1336643 w 3114960"/>
              <a:gd name="connsiteY3726" fmla="*/ 849059 h 5143785"/>
              <a:gd name="connsiteX3727" fmla="*/ 1327976 w 3114960"/>
              <a:gd name="connsiteY3727" fmla="*/ 840391 h 5143785"/>
              <a:gd name="connsiteX3728" fmla="*/ 1336643 w 3114960"/>
              <a:gd name="connsiteY3728" fmla="*/ 831723 h 5143785"/>
              <a:gd name="connsiteX3729" fmla="*/ 1345311 w 3114960"/>
              <a:gd name="connsiteY3729" fmla="*/ 840391 h 5143785"/>
              <a:gd name="connsiteX3730" fmla="*/ 1563815 w 3114960"/>
              <a:gd name="connsiteY3730" fmla="*/ 1082421 h 5143785"/>
              <a:gd name="connsiteX3731" fmla="*/ 1569530 w 3114960"/>
              <a:gd name="connsiteY3731" fmla="*/ 1082421 h 5143785"/>
              <a:gd name="connsiteX3732" fmla="*/ 1569530 w 3114960"/>
              <a:gd name="connsiteY3732" fmla="*/ 1099852 h 5143785"/>
              <a:gd name="connsiteX3733" fmla="*/ 1563815 w 3114960"/>
              <a:gd name="connsiteY3733" fmla="*/ 1099852 h 5143785"/>
              <a:gd name="connsiteX3734" fmla="*/ 1563815 w 3114960"/>
              <a:gd name="connsiteY3734" fmla="*/ 1082421 h 5143785"/>
              <a:gd name="connsiteX3735" fmla="*/ 1449419 w 3114960"/>
              <a:gd name="connsiteY3735" fmla="*/ 840391 h 5143785"/>
              <a:gd name="connsiteX3736" fmla="*/ 1440752 w 3114960"/>
              <a:gd name="connsiteY3736" fmla="*/ 849059 h 5143785"/>
              <a:gd name="connsiteX3737" fmla="*/ 1432084 w 3114960"/>
              <a:gd name="connsiteY3737" fmla="*/ 840391 h 5143785"/>
              <a:gd name="connsiteX3738" fmla="*/ 1440752 w 3114960"/>
              <a:gd name="connsiteY3738" fmla="*/ 831723 h 5143785"/>
              <a:gd name="connsiteX3739" fmla="*/ 1449419 w 3114960"/>
              <a:gd name="connsiteY3739" fmla="*/ 840391 h 5143785"/>
              <a:gd name="connsiteX3740" fmla="*/ 1364932 w 3114960"/>
              <a:gd name="connsiteY3740" fmla="*/ 232601 h 5143785"/>
              <a:gd name="connsiteX3741" fmla="*/ 1362837 w 3114960"/>
              <a:gd name="connsiteY3741" fmla="*/ 234696 h 5143785"/>
              <a:gd name="connsiteX3742" fmla="*/ 1348454 w 3114960"/>
              <a:gd name="connsiteY3742" fmla="*/ 234696 h 5143785"/>
              <a:gd name="connsiteX3743" fmla="*/ 1346359 w 3114960"/>
              <a:gd name="connsiteY3743" fmla="*/ 232601 h 5143785"/>
              <a:gd name="connsiteX3744" fmla="*/ 1346359 w 3114960"/>
              <a:gd name="connsiteY3744" fmla="*/ 218218 h 5143785"/>
              <a:gd name="connsiteX3745" fmla="*/ 1348454 w 3114960"/>
              <a:gd name="connsiteY3745" fmla="*/ 216122 h 5143785"/>
              <a:gd name="connsiteX3746" fmla="*/ 1362837 w 3114960"/>
              <a:gd name="connsiteY3746" fmla="*/ 216122 h 5143785"/>
              <a:gd name="connsiteX3747" fmla="*/ 1364932 w 3114960"/>
              <a:gd name="connsiteY3747" fmla="*/ 218218 h 5143785"/>
              <a:gd name="connsiteX3748" fmla="*/ 1364932 w 3114960"/>
              <a:gd name="connsiteY3748" fmla="*/ 232601 h 5143785"/>
              <a:gd name="connsiteX3749" fmla="*/ 1464850 w 3114960"/>
              <a:gd name="connsiteY3749" fmla="*/ 388430 h 5143785"/>
              <a:gd name="connsiteX3750" fmla="*/ 1469136 w 3114960"/>
              <a:gd name="connsiteY3750" fmla="*/ 378143 h 5143785"/>
              <a:gd name="connsiteX3751" fmla="*/ 1472089 w 3114960"/>
              <a:gd name="connsiteY3751" fmla="*/ 377571 h 5143785"/>
              <a:gd name="connsiteX3752" fmla="*/ 1475137 w 3114960"/>
              <a:gd name="connsiteY3752" fmla="*/ 378238 h 5143785"/>
              <a:gd name="connsiteX3753" fmla="*/ 1479423 w 3114960"/>
              <a:gd name="connsiteY3753" fmla="*/ 382524 h 5143785"/>
              <a:gd name="connsiteX3754" fmla="*/ 1475137 w 3114960"/>
              <a:gd name="connsiteY3754" fmla="*/ 392811 h 5143785"/>
              <a:gd name="connsiteX3755" fmla="*/ 1464850 w 3114960"/>
              <a:gd name="connsiteY3755" fmla="*/ 388525 h 5143785"/>
              <a:gd name="connsiteX3756" fmla="*/ 1464850 w 3114960"/>
              <a:gd name="connsiteY3756" fmla="*/ 550355 h 5143785"/>
              <a:gd name="connsiteX3757" fmla="*/ 1468946 w 3114960"/>
              <a:gd name="connsiteY3757" fmla="*/ 540258 h 5143785"/>
              <a:gd name="connsiteX3758" fmla="*/ 1472279 w 3114960"/>
              <a:gd name="connsiteY3758" fmla="*/ 539782 h 5143785"/>
              <a:gd name="connsiteX3759" fmla="*/ 1472946 w 3114960"/>
              <a:gd name="connsiteY3759" fmla="*/ 539782 h 5143785"/>
              <a:gd name="connsiteX3760" fmla="*/ 1475232 w 3114960"/>
              <a:gd name="connsiteY3760" fmla="*/ 540258 h 5143785"/>
              <a:gd name="connsiteX3761" fmla="*/ 1479518 w 3114960"/>
              <a:gd name="connsiteY3761" fmla="*/ 544544 h 5143785"/>
              <a:gd name="connsiteX3762" fmla="*/ 1475232 w 3114960"/>
              <a:gd name="connsiteY3762" fmla="*/ 554831 h 5143785"/>
              <a:gd name="connsiteX3763" fmla="*/ 1464945 w 3114960"/>
              <a:gd name="connsiteY3763" fmla="*/ 550545 h 5143785"/>
              <a:gd name="connsiteX3764" fmla="*/ 1313307 w 3114960"/>
              <a:gd name="connsiteY3764" fmla="*/ 232601 h 5143785"/>
              <a:gd name="connsiteX3765" fmla="*/ 1311212 w 3114960"/>
              <a:gd name="connsiteY3765" fmla="*/ 234696 h 5143785"/>
              <a:gd name="connsiteX3766" fmla="*/ 1296734 w 3114960"/>
              <a:gd name="connsiteY3766" fmla="*/ 234696 h 5143785"/>
              <a:gd name="connsiteX3767" fmla="*/ 1294638 w 3114960"/>
              <a:gd name="connsiteY3767" fmla="*/ 232601 h 5143785"/>
              <a:gd name="connsiteX3768" fmla="*/ 1294638 w 3114960"/>
              <a:gd name="connsiteY3768" fmla="*/ 218218 h 5143785"/>
              <a:gd name="connsiteX3769" fmla="*/ 1296734 w 3114960"/>
              <a:gd name="connsiteY3769" fmla="*/ 216122 h 5143785"/>
              <a:gd name="connsiteX3770" fmla="*/ 1311212 w 3114960"/>
              <a:gd name="connsiteY3770" fmla="*/ 216122 h 5143785"/>
              <a:gd name="connsiteX3771" fmla="*/ 1313307 w 3114960"/>
              <a:gd name="connsiteY3771" fmla="*/ 218218 h 5143785"/>
              <a:gd name="connsiteX3772" fmla="*/ 1313307 w 3114960"/>
              <a:gd name="connsiteY3772" fmla="*/ 232601 h 5143785"/>
              <a:gd name="connsiteX3773" fmla="*/ 1408748 w 3114960"/>
              <a:gd name="connsiteY3773" fmla="*/ 388430 h 5143785"/>
              <a:gd name="connsiteX3774" fmla="*/ 1413034 w 3114960"/>
              <a:gd name="connsiteY3774" fmla="*/ 378143 h 5143785"/>
              <a:gd name="connsiteX3775" fmla="*/ 1415987 w 3114960"/>
              <a:gd name="connsiteY3775" fmla="*/ 377571 h 5143785"/>
              <a:gd name="connsiteX3776" fmla="*/ 1423321 w 3114960"/>
              <a:gd name="connsiteY3776" fmla="*/ 382524 h 5143785"/>
              <a:gd name="connsiteX3777" fmla="*/ 1419035 w 3114960"/>
              <a:gd name="connsiteY3777" fmla="*/ 392811 h 5143785"/>
              <a:gd name="connsiteX3778" fmla="*/ 1408748 w 3114960"/>
              <a:gd name="connsiteY3778" fmla="*/ 388525 h 5143785"/>
              <a:gd name="connsiteX3779" fmla="*/ 1408748 w 3114960"/>
              <a:gd name="connsiteY3779" fmla="*/ 550355 h 5143785"/>
              <a:gd name="connsiteX3780" fmla="*/ 1412843 w 3114960"/>
              <a:gd name="connsiteY3780" fmla="*/ 540258 h 5143785"/>
              <a:gd name="connsiteX3781" fmla="*/ 1416177 w 3114960"/>
              <a:gd name="connsiteY3781" fmla="*/ 539782 h 5143785"/>
              <a:gd name="connsiteX3782" fmla="*/ 1416844 w 3114960"/>
              <a:gd name="connsiteY3782" fmla="*/ 539782 h 5143785"/>
              <a:gd name="connsiteX3783" fmla="*/ 1423321 w 3114960"/>
              <a:gd name="connsiteY3783" fmla="*/ 544544 h 5143785"/>
              <a:gd name="connsiteX3784" fmla="*/ 1423321 w 3114960"/>
              <a:gd name="connsiteY3784" fmla="*/ 550545 h 5143785"/>
              <a:gd name="connsiteX3785" fmla="*/ 1419035 w 3114960"/>
              <a:gd name="connsiteY3785" fmla="*/ 554831 h 5143785"/>
              <a:gd name="connsiteX3786" fmla="*/ 1408748 w 3114960"/>
              <a:gd name="connsiteY3786" fmla="*/ 550545 h 5143785"/>
              <a:gd name="connsiteX3787" fmla="*/ 1394460 w 3114960"/>
              <a:gd name="connsiteY3787" fmla="*/ 759047 h 5143785"/>
              <a:gd name="connsiteX3788" fmla="*/ 1398556 w 3114960"/>
              <a:gd name="connsiteY3788" fmla="*/ 765810 h 5143785"/>
              <a:gd name="connsiteX3789" fmla="*/ 1396651 w 3114960"/>
              <a:gd name="connsiteY3789" fmla="*/ 773525 h 5143785"/>
              <a:gd name="connsiteX3790" fmla="*/ 1382173 w 3114960"/>
              <a:gd name="connsiteY3790" fmla="*/ 775716 h 5143785"/>
              <a:gd name="connsiteX3791" fmla="*/ 1378077 w 3114960"/>
              <a:gd name="connsiteY3791" fmla="*/ 768953 h 5143785"/>
              <a:gd name="connsiteX3792" fmla="*/ 1379982 w 3114960"/>
              <a:gd name="connsiteY3792" fmla="*/ 761238 h 5143785"/>
              <a:gd name="connsiteX3793" fmla="*/ 1386745 w 3114960"/>
              <a:gd name="connsiteY3793" fmla="*/ 757142 h 5143785"/>
              <a:gd name="connsiteX3794" fmla="*/ 1394460 w 3114960"/>
              <a:gd name="connsiteY3794" fmla="*/ 759047 h 5143785"/>
              <a:gd name="connsiteX3795" fmla="*/ 1360932 w 3114960"/>
              <a:gd name="connsiteY3795" fmla="*/ 539591 h 5143785"/>
              <a:gd name="connsiteX3796" fmla="*/ 1367314 w 3114960"/>
              <a:gd name="connsiteY3796" fmla="*/ 544354 h 5143785"/>
              <a:gd name="connsiteX3797" fmla="*/ 1367314 w 3114960"/>
              <a:gd name="connsiteY3797" fmla="*/ 550355 h 5143785"/>
              <a:gd name="connsiteX3798" fmla="*/ 1363028 w 3114960"/>
              <a:gd name="connsiteY3798" fmla="*/ 554641 h 5143785"/>
              <a:gd name="connsiteX3799" fmla="*/ 1357027 w 3114960"/>
              <a:gd name="connsiteY3799" fmla="*/ 554641 h 5143785"/>
              <a:gd name="connsiteX3800" fmla="*/ 1352741 w 3114960"/>
              <a:gd name="connsiteY3800" fmla="*/ 550355 h 5143785"/>
              <a:gd name="connsiteX3801" fmla="*/ 1356836 w 3114960"/>
              <a:gd name="connsiteY3801" fmla="*/ 540258 h 5143785"/>
              <a:gd name="connsiteX3802" fmla="*/ 1360170 w 3114960"/>
              <a:gd name="connsiteY3802" fmla="*/ 539782 h 5143785"/>
              <a:gd name="connsiteX3803" fmla="*/ 1360932 w 3114960"/>
              <a:gd name="connsiteY3803" fmla="*/ 539687 h 5143785"/>
              <a:gd name="connsiteX3804" fmla="*/ 1357027 w 3114960"/>
              <a:gd name="connsiteY3804" fmla="*/ 378143 h 5143785"/>
              <a:gd name="connsiteX3805" fmla="*/ 1359980 w 3114960"/>
              <a:gd name="connsiteY3805" fmla="*/ 377571 h 5143785"/>
              <a:gd name="connsiteX3806" fmla="*/ 1367314 w 3114960"/>
              <a:gd name="connsiteY3806" fmla="*/ 382524 h 5143785"/>
              <a:gd name="connsiteX3807" fmla="*/ 1363028 w 3114960"/>
              <a:gd name="connsiteY3807" fmla="*/ 392811 h 5143785"/>
              <a:gd name="connsiteX3808" fmla="*/ 1357027 w 3114960"/>
              <a:gd name="connsiteY3808" fmla="*/ 392811 h 5143785"/>
              <a:gd name="connsiteX3809" fmla="*/ 1352741 w 3114960"/>
              <a:gd name="connsiteY3809" fmla="*/ 388525 h 5143785"/>
              <a:gd name="connsiteX3810" fmla="*/ 1357027 w 3114960"/>
              <a:gd name="connsiteY3810" fmla="*/ 378238 h 5143785"/>
              <a:gd name="connsiteX3811" fmla="*/ 1927765 w 3114960"/>
              <a:gd name="connsiteY3811" fmla="*/ 4551712 h 5143785"/>
              <a:gd name="connsiteX3812" fmla="*/ 1920335 w 3114960"/>
              <a:gd name="connsiteY3812" fmla="*/ 4559046 h 5143785"/>
              <a:gd name="connsiteX3813" fmla="*/ 1913001 w 3114960"/>
              <a:gd name="connsiteY3813" fmla="*/ 4551617 h 5143785"/>
              <a:gd name="connsiteX3814" fmla="*/ 1920431 w 3114960"/>
              <a:gd name="connsiteY3814" fmla="*/ 4544282 h 5143785"/>
              <a:gd name="connsiteX3815" fmla="*/ 1927765 w 3114960"/>
              <a:gd name="connsiteY3815" fmla="*/ 4551712 h 5143785"/>
              <a:gd name="connsiteX3816" fmla="*/ 439293 w 3114960"/>
              <a:gd name="connsiteY3816" fmla="*/ 1659731 h 5143785"/>
              <a:gd name="connsiteX3817" fmla="*/ 447865 w 3114960"/>
              <a:gd name="connsiteY3817" fmla="*/ 1649349 h 5143785"/>
              <a:gd name="connsiteX3818" fmla="*/ 437007 w 3114960"/>
              <a:gd name="connsiteY3818" fmla="*/ 1638395 h 5143785"/>
              <a:gd name="connsiteX3819" fmla="*/ 426149 w 3114960"/>
              <a:gd name="connsiteY3819" fmla="*/ 1649349 h 5143785"/>
              <a:gd name="connsiteX3820" fmla="*/ 434626 w 3114960"/>
              <a:gd name="connsiteY3820" fmla="*/ 1659731 h 5143785"/>
              <a:gd name="connsiteX3821" fmla="*/ 434626 w 3114960"/>
              <a:gd name="connsiteY3821" fmla="*/ 1705070 h 5143785"/>
              <a:gd name="connsiteX3822" fmla="*/ 342329 w 3114960"/>
              <a:gd name="connsiteY3822" fmla="*/ 1800035 h 5143785"/>
              <a:gd name="connsiteX3823" fmla="*/ 254984 w 3114960"/>
              <a:gd name="connsiteY3823" fmla="*/ 1800035 h 5143785"/>
              <a:gd name="connsiteX3824" fmla="*/ 237935 w 3114960"/>
              <a:gd name="connsiteY3824" fmla="*/ 1783080 h 5143785"/>
              <a:gd name="connsiteX3825" fmla="*/ 97536 w 3114960"/>
              <a:gd name="connsiteY3825" fmla="*/ 1783080 h 5143785"/>
              <a:gd name="connsiteX3826" fmla="*/ 75629 w 3114960"/>
              <a:gd name="connsiteY3826" fmla="*/ 1803654 h 5143785"/>
              <a:gd name="connsiteX3827" fmla="*/ 68771 w 3114960"/>
              <a:gd name="connsiteY3827" fmla="*/ 1801082 h 5143785"/>
              <a:gd name="connsiteX3828" fmla="*/ 57245 w 3114960"/>
              <a:gd name="connsiteY3828" fmla="*/ 1812607 h 5143785"/>
              <a:gd name="connsiteX3829" fmla="*/ 68771 w 3114960"/>
              <a:gd name="connsiteY3829" fmla="*/ 1824133 h 5143785"/>
              <a:gd name="connsiteX3830" fmla="*/ 80296 w 3114960"/>
              <a:gd name="connsiteY3830" fmla="*/ 1812607 h 5143785"/>
              <a:gd name="connsiteX3831" fmla="*/ 78772 w 3114960"/>
              <a:gd name="connsiteY3831" fmla="*/ 1807274 h 5143785"/>
              <a:gd name="connsiteX3832" fmla="*/ 99441 w 3114960"/>
              <a:gd name="connsiteY3832" fmla="*/ 1787843 h 5143785"/>
              <a:gd name="connsiteX3833" fmla="*/ 236030 w 3114960"/>
              <a:gd name="connsiteY3833" fmla="*/ 1787843 h 5143785"/>
              <a:gd name="connsiteX3834" fmla="*/ 253079 w 3114960"/>
              <a:gd name="connsiteY3834" fmla="*/ 1804797 h 5143785"/>
              <a:gd name="connsiteX3835" fmla="*/ 344424 w 3114960"/>
              <a:gd name="connsiteY3835" fmla="*/ 1804797 h 5143785"/>
              <a:gd name="connsiteX3836" fmla="*/ 439293 w 3114960"/>
              <a:gd name="connsiteY3836" fmla="*/ 1706975 h 5143785"/>
              <a:gd name="connsiteX3837" fmla="*/ 439293 w 3114960"/>
              <a:gd name="connsiteY3837" fmla="*/ 1659731 h 5143785"/>
              <a:gd name="connsiteX3838" fmla="*/ 68771 w 3114960"/>
              <a:gd name="connsiteY3838" fmla="*/ 1819370 h 5143785"/>
              <a:gd name="connsiteX3839" fmla="*/ 62008 w 3114960"/>
              <a:gd name="connsiteY3839" fmla="*/ 1812607 h 5143785"/>
              <a:gd name="connsiteX3840" fmla="*/ 68771 w 3114960"/>
              <a:gd name="connsiteY3840" fmla="*/ 1805845 h 5143785"/>
              <a:gd name="connsiteX3841" fmla="*/ 75533 w 3114960"/>
              <a:gd name="connsiteY3841" fmla="*/ 1812607 h 5143785"/>
              <a:gd name="connsiteX3842" fmla="*/ 68771 w 3114960"/>
              <a:gd name="connsiteY3842" fmla="*/ 1819370 h 5143785"/>
              <a:gd name="connsiteX3843" fmla="*/ 430816 w 3114960"/>
              <a:gd name="connsiteY3843" fmla="*/ 1649349 h 5143785"/>
              <a:gd name="connsiteX3844" fmla="*/ 436912 w 3114960"/>
              <a:gd name="connsiteY3844" fmla="*/ 1643158 h 5143785"/>
              <a:gd name="connsiteX3845" fmla="*/ 443008 w 3114960"/>
              <a:gd name="connsiteY3845" fmla="*/ 1649349 h 5143785"/>
              <a:gd name="connsiteX3846" fmla="*/ 436912 w 3114960"/>
              <a:gd name="connsiteY3846" fmla="*/ 1655445 h 5143785"/>
              <a:gd name="connsiteX3847" fmla="*/ 430816 w 3114960"/>
              <a:gd name="connsiteY3847" fmla="*/ 1649349 h 5143785"/>
              <a:gd name="connsiteX3848" fmla="*/ 1309878 w 3114960"/>
              <a:gd name="connsiteY3848" fmla="*/ 222028 h 5143785"/>
              <a:gd name="connsiteX3849" fmla="*/ 1309878 w 3114960"/>
              <a:gd name="connsiteY3849" fmla="*/ 228791 h 5143785"/>
              <a:gd name="connsiteX3850" fmla="*/ 1307402 w 3114960"/>
              <a:gd name="connsiteY3850" fmla="*/ 231267 h 5143785"/>
              <a:gd name="connsiteX3851" fmla="*/ 1300639 w 3114960"/>
              <a:gd name="connsiteY3851" fmla="*/ 231267 h 5143785"/>
              <a:gd name="connsiteX3852" fmla="*/ 1298162 w 3114960"/>
              <a:gd name="connsiteY3852" fmla="*/ 228791 h 5143785"/>
              <a:gd name="connsiteX3853" fmla="*/ 1298162 w 3114960"/>
              <a:gd name="connsiteY3853" fmla="*/ 222028 h 5143785"/>
              <a:gd name="connsiteX3854" fmla="*/ 1300639 w 3114960"/>
              <a:gd name="connsiteY3854" fmla="*/ 219551 h 5143785"/>
              <a:gd name="connsiteX3855" fmla="*/ 1307402 w 3114960"/>
              <a:gd name="connsiteY3855" fmla="*/ 219551 h 5143785"/>
              <a:gd name="connsiteX3856" fmla="*/ 1309878 w 3114960"/>
              <a:gd name="connsiteY3856" fmla="*/ 222028 h 5143785"/>
              <a:gd name="connsiteX3857" fmla="*/ 1929384 w 3114960"/>
              <a:gd name="connsiteY3857" fmla="*/ 4502277 h 5143785"/>
              <a:gd name="connsiteX3858" fmla="*/ 1920431 w 3114960"/>
              <a:gd name="connsiteY3858" fmla="*/ 4511231 h 5143785"/>
              <a:gd name="connsiteX3859" fmla="*/ 1911477 w 3114960"/>
              <a:gd name="connsiteY3859" fmla="*/ 4502277 h 5143785"/>
              <a:gd name="connsiteX3860" fmla="*/ 1920431 w 3114960"/>
              <a:gd name="connsiteY3860" fmla="*/ 4493324 h 5143785"/>
              <a:gd name="connsiteX3861" fmla="*/ 1929384 w 3114960"/>
              <a:gd name="connsiteY3861" fmla="*/ 4502277 h 5143785"/>
              <a:gd name="connsiteX3862" fmla="*/ 1933861 w 3114960"/>
              <a:gd name="connsiteY3862" fmla="*/ 4435507 h 5143785"/>
              <a:gd name="connsiteX3863" fmla="*/ 1920526 w 3114960"/>
              <a:gd name="connsiteY3863" fmla="*/ 4422172 h 5143785"/>
              <a:gd name="connsiteX3864" fmla="*/ 1907191 w 3114960"/>
              <a:gd name="connsiteY3864" fmla="*/ 4435507 h 5143785"/>
              <a:gd name="connsiteX3865" fmla="*/ 1920526 w 3114960"/>
              <a:gd name="connsiteY3865" fmla="*/ 4448842 h 5143785"/>
              <a:gd name="connsiteX3866" fmla="*/ 1933861 w 3114960"/>
              <a:gd name="connsiteY3866" fmla="*/ 4435507 h 5143785"/>
              <a:gd name="connsiteX3867" fmla="*/ 1911953 w 3114960"/>
              <a:gd name="connsiteY3867" fmla="*/ 4435507 h 5143785"/>
              <a:gd name="connsiteX3868" fmla="*/ 1920431 w 3114960"/>
              <a:gd name="connsiteY3868" fmla="*/ 4427030 h 5143785"/>
              <a:gd name="connsiteX3869" fmla="*/ 1928908 w 3114960"/>
              <a:gd name="connsiteY3869" fmla="*/ 4435507 h 5143785"/>
              <a:gd name="connsiteX3870" fmla="*/ 1920431 w 3114960"/>
              <a:gd name="connsiteY3870" fmla="*/ 4443984 h 5143785"/>
              <a:gd name="connsiteX3871" fmla="*/ 1911953 w 3114960"/>
              <a:gd name="connsiteY3871" fmla="*/ 4435507 h 5143785"/>
              <a:gd name="connsiteX3872" fmla="*/ 1934242 w 3114960"/>
              <a:gd name="connsiteY3872" fmla="*/ 4471130 h 5143785"/>
              <a:gd name="connsiteX3873" fmla="*/ 1920431 w 3114960"/>
              <a:gd name="connsiteY3873" fmla="*/ 4457319 h 5143785"/>
              <a:gd name="connsiteX3874" fmla="*/ 1906905 w 3114960"/>
              <a:gd name="connsiteY3874" fmla="*/ 4468559 h 5143785"/>
              <a:gd name="connsiteX3875" fmla="*/ 1894808 w 3114960"/>
              <a:gd name="connsiteY3875" fmla="*/ 4468559 h 5143785"/>
              <a:gd name="connsiteX3876" fmla="*/ 1872901 w 3114960"/>
              <a:gd name="connsiteY3876" fmla="*/ 4494181 h 5143785"/>
              <a:gd name="connsiteX3877" fmla="*/ 1854994 w 3114960"/>
              <a:gd name="connsiteY3877" fmla="*/ 4494467 h 5143785"/>
              <a:gd name="connsiteX3878" fmla="*/ 1843278 w 3114960"/>
              <a:gd name="connsiteY3878" fmla="*/ 4484751 h 5143785"/>
              <a:gd name="connsiteX3879" fmla="*/ 1831086 w 3114960"/>
              <a:gd name="connsiteY3879" fmla="*/ 4496943 h 5143785"/>
              <a:gd name="connsiteX3880" fmla="*/ 1843278 w 3114960"/>
              <a:gd name="connsiteY3880" fmla="*/ 4509135 h 5143785"/>
              <a:gd name="connsiteX3881" fmla="*/ 1854994 w 3114960"/>
              <a:gd name="connsiteY3881" fmla="*/ 4499324 h 5143785"/>
              <a:gd name="connsiteX3882" fmla="*/ 1875092 w 3114960"/>
              <a:gd name="connsiteY3882" fmla="*/ 4499039 h 5143785"/>
              <a:gd name="connsiteX3883" fmla="*/ 1896999 w 3114960"/>
              <a:gd name="connsiteY3883" fmla="*/ 4473512 h 5143785"/>
              <a:gd name="connsiteX3884" fmla="*/ 1906810 w 3114960"/>
              <a:gd name="connsiteY3884" fmla="*/ 4473512 h 5143785"/>
              <a:gd name="connsiteX3885" fmla="*/ 1920431 w 3114960"/>
              <a:gd name="connsiteY3885" fmla="*/ 4485132 h 5143785"/>
              <a:gd name="connsiteX3886" fmla="*/ 1934242 w 3114960"/>
              <a:gd name="connsiteY3886" fmla="*/ 4471321 h 5143785"/>
              <a:gd name="connsiteX3887" fmla="*/ 1843373 w 3114960"/>
              <a:gd name="connsiteY3887" fmla="*/ 4504182 h 5143785"/>
              <a:gd name="connsiteX3888" fmla="*/ 1835944 w 3114960"/>
              <a:gd name="connsiteY3888" fmla="*/ 4496753 h 5143785"/>
              <a:gd name="connsiteX3889" fmla="*/ 1843373 w 3114960"/>
              <a:gd name="connsiteY3889" fmla="*/ 4489323 h 5143785"/>
              <a:gd name="connsiteX3890" fmla="*/ 1850803 w 3114960"/>
              <a:gd name="connsiteY3890" fmla="*/ 4496753 h 5143785"/>
              <a:gd name="connsiteX3891" fmla="*/ 1843373 w 3114960"/>
              <a:gd name="connsiteY3891" fmla="*/ 4504182 h 5143785"/>
              <a:gd name="connsiteX3892" fmla="*/ 502825 w 3114960"/>
              <a:gd name="connsiteY3892" fmla="*/ 2633472 h 5143785"/>
              <a:gd name="connsiteX3893" fmla="*/ 506444 w 3114960"/>
              <a:gd name="connsiteY3893" fmla="*/ 2634996 h 5143785"/>
              <a:gd name="connsiteX3894" fmla="*/ 510064 w 3114960"/>
              <a:gd name="connsiteY3894" fmla="*/ 2633472 h 5143785"/>
              <a:gd name="connsiteX3895" fmla="*/ 519208 w 3114960"/>
              <a:gd name="connsiteY3895" fmla="*/ 2624328 h 5143785"/>
              <a:gd name="connsiteX3896" fmla="*/ 519208 w 3114960"/>
              <a:gd name="connsiteY3896" fmla="*/ 2617184 h 5143785"/>
              <a:gd name="connsiteX3897" fmla="*/ 516446 w 3114960"/>
              <a:gd name="connsiteY3897" fmla="*/ 2614422 h 5143785"/>
              <a:gd name="connsiteX3898" fmla="*/ 600170 w 3114960"/>
              <a:gd name="connsiteY3898" fmla="*/ 2528030 h 5143785"/>
              <a:gd name="connsiteX3899" fmla="*/ 605981 w 3114960"/>
              <a:gd name="connsiteY3899" fmla="*/ 2529935 h 5143785"/>
              <a:gd name="connsiteX3900" fmla="*/ 617029 w 3114960"/>
              <a:gd name="connsiteY3900" fmla="*/ 2518886 h 5143785"/>
              <a:gd name="connsiteX3901" fmla="*/ 605981 w 3114960"/>
              <a:gd name="connsiteY3901" fmla="*/ 2507837 h 5143785"/>
              <a:gd name="connsiteX3902" fmla="*/ 594932 w 3114960"/>
              <a:gd name="connsiteY3902" fmla="*/ 2518886 h 5143785"/>
              <a:gd name="connsiteX3903" fmla="*/ 596837 w 3114960"/>
              <a:gd name="connsiteY3903" fmla="*/ 2524697 h 5143785"/>
              <a:gd name="connsiteX3904" fmla="*/ 513112 w 3114960"/>
              <a:gd name="connsiteY3904" fmla="*/ 2611088 h 5143785"/>
              <a:gd name="connsiteX3905" fmla="*/ 510159 w 3114960"/>
              <a:gd name="connsiteY3905" fmla="*/ 2608136 h 5143785"/>
              <a:gd name="connsiteX3906" fmla="*/ 510159 w 3114960"/>
              <a:gd name="connsiteY3906" fmla="*/ 2608136 h 5143785"/>
              <a:gd name="connsiteX3907" fmla="*/ 503015 w 3114960"/>
              <a:gd name="connsiteY3907" fmla="*/ 2608136 h 5143785"/>
              <a:gd name="connsiteX3908" fmla="*/ 493871 w 3114960"/>
              <a:gd name="connsiteY3908" fmla="*/ 2617280 h 5143785"/>
              <a:gd name="connsiteX3909" fmla="*/ 492347 w 3114960"/>
              <a:gd name="connsiteY3909" fmla="*/ 2620899 h 5143785"/>
              <a:gd name="connsiteX3910" fmla="*/ 493871 w 3114960"/>
              <a:gd name="connsiteY3910" fmla="*/ 2624519 h 5143785"/>
              <a:gd name="connsiteX3911" fmla="*/ 503015 w 3114960"/>
              <a:gd name="connsiteY3911" fmla="*/ 2633663 h 5143785"/>
              <a:gd name="connsiteX3912" fmla="*/ 506159 w 3114960"/>
              <a:gd name="connsiteY3912" fmla="*/ 2611469 h 5143785"/>
              <a:gd name="connsiteX3913" fmla="*/ 506349 w 3114960"/>
              <a:gd name="connsiteY3913" fmla="*/ 2611469 h 5143785"/>
              <a:gd name="connsiteX3914" fmla="*/ 506539 w 3114960"/>
              <a:gd name="connsiteY3914" fmla="*/ 2611469 h 5143785"/>
              <a:gd name="connsiteX3915" fmla="*/ 515684 w 3114960"/>
              <a:gd name="connsiteY3915" fmla="*/ 2621090 h 5143785"/>
              <a:gd name="connsiteX3916" fmla="*/ 506063 w 3114960"/>
              <a:gd name="connsiteY3916" fmla="*/ 2630234 h 5143785"/>
              <a:gd name="connsiteX3917" fmla="*/ 496919 w 3114960"/>
              <a:gd name="connsiteY3917" fmla="*/ 2620613 h 5143785"/>
              <a:gd name="connsiteX3918" fmla="*/ 506063 w 3114960"/>
              <a:gd name="connsiteY3918" fmla="*/ 2611469 h 5143785"/>
              <a:gd name="connsiteX3919" fmla="*/ 1544574 w 3114960"/>
              <a:gd name="connsiteY3919" fmla="*/ 543878 h 5143785"/>
              <a:gd name="connsiteX3920" fmla="*/ 1544574 w 3114960"/>
              <a:gd name="connsiteY3920" fmla="*/ 537115 h 5143785"/>
              <a:gd name="connsiteX3921" fmla="*/ 1547051 w 3114960"/>
              <a:gd name="connsiteY3921" fmla="*/ 534638 h 5143785"/>
              <a:gd name="connsiteX3922" fmla="*/ 1553813 w 3114960"/>
              <a:gd name="connsiteY3922" fmla="*/ 534638 h 5143785"/>
              <a:gd name="connsiteX3923" fmla="*/ 1556290 w 3114960"/>
              <a:gd name="connsiteY3923" fmla="*/ 537115 h 5143785"/>
              <a:gd name="connsiteX3924" fmla="*/ 1556290 w 3114960"/>
              <a:gd name="connsiteY3924" fmla="*/ 543878 h 5143785"/>
              <a:gd name="connsiteX3925" fmla="*/ 1553813 w 3114960"/>
              <a:gd name="connsiteY3925" fmla="*/ 546354 h 5143785"/>
              <a:gd name="connsiteX3926" fmla="*/ 1547051 w 3114960"/>
              <a:gd name="connsiteY3926" fmla="*/ 546354 h 5143785"/>
              <a:gd name="connsiteX3927" fmla="*/ 1544574 w 3114960"/>
              <a:gd name="connsiteY3927" fmla="*/ 543878 h 5143785"/>
              <a:gd name="connsiteX3928" fmla="*/ 1501045 w 3114960"/>
              <a:gd name="connsiteY3928" fmla="*/ 836390 h 5143785"/>
              <a:gd name="connsiteX3929" fmla="*/ 1507236 w 3114960"/>
              <a:gd name="connsiteY3929" fmla="*/ 842582 h 5143785"/>
              <a:gd name="connsiteX3930" fmla="*/ 1501045 w 3114960"/>
              <a:gd name="connsiteY3930" fmla="*/ 848773 h 5143785"/>
              <a:gd name="connsiteX3931" fmla="*/ 1494853 w 3114960"/>
              <a:gd name="connsiteY3931" fmla="*/ 842582 h 5143785"/>
              <a:gd name="connsiteX3932" fmla="*/ 1501045 w 3114960"/>
              <a:gd name="connsiteY3932" fmla="*/ 836390 h 5143785"/>
              <a:gd name="connsiteX3933" fmla="*/ 1558004 w 3114960"/>
              <a:gd name="connsiteY3933" fmla="*/ 4611910 h 5143785"/>
              <a:gd name="connsiteX3934" fmla="*/ 1567053 w 3114960"/>
              <a:gd name="connsiteY3934" fmla="*/ 4611910 h 5143785"/>
              <a:gd name="connsiteX3935" fmla="*/ 1574102 w 3114960"/>
              <a:gd name="connsiteY3935" fmla="*/ 4604862 h 5143785"/>
              <a:gd name="connsiteX3936" fmla="*/ 1574102 w 3114960"/>
              <a:gd name="connsiteY3936" fmla="*/ 4595813 h 5143785"/>
              <a:gd name="connsiteX3937" fmla="*/ 1567053 w 3114960"/>
              <a:gd name="connsiteY3937" fmla="*/ 4588764 h 5143785"/>
              <a:gd name="connsiteX3938" fmla="*/ 1558004 w 3114960"/>
              <a:gd name="connsiteY3938" fmla="*/ 4588764 h 5143785"/>
              <a:gd name="connsiteX3939" fmla="*/ 1550956 w 3114960"/>
              <a:gd name="connsiteY3939" fmla="*/ 4595813 h 5143785"/>
              <a:gd name="connsiteX3940" fmla="*/ 1550956 w 3114960"/>
              <a:gd name="connsiteY3940" fmla="*/ 4604862 h 5143785"/>
              <a:gd name="connsiteX3941" fmla="*/ 1558004 w 3114960"/>
              <a:gd name="connsiteY3941" fmla="*/ 4611910 h 5143785"/>
              <a:gd name="connsiteX3942" fmla="*/ 1555814 w 3114960"/>
              <a:gd name="connsiteY3942" fmla="*/ 4595908 h 5143785"/>
              <a:gd name="connsiteX3943" fmla="*/ 1558100 w 3114960"/>
              <a:gd name="connsiteY3943" fmla="*/ 4593622 h 5143785"/>
              <a:gd name="connsiteX3944" fmla="*/ 1567148 w 3114960"/>
              <a:gd name="connsiteY3944" fmla="*/ 4593622 h 5143785"/>
              <a:gd name="connsiteX3945" fmla="*/ 1569434 w 3114960"/>
              <a:gd name="connsiteY3945" fmla="*/ 4595908 h 5143785"/>
              <a:gd name="connsiteX3946" fmla="*/ 1569434 w 3114960"/>
              <a:gd name="connsiteY3946" fmla="*/ 4604957 h 5143785"/>
              <a:gd name="connsiteX3947" fmla="*/ 1567148 w 3114960"/>
              <a:gd name="connsiteY3947" fmla="*/ 4607243 h 5143785"/>
              <a:gd name="connsiteX3948" fmla="*/ 1558100 w 3114960"/>
              <a:gd name="connsiteY3948" fmla="*/ 4607243 h 5143785"/>
              <a:gd name="connsiteX3949" fmla="*/ 1555814 w 3114960"/>
              <a:gd name="connsiteY3949" fmla="*/ 4604957 h 5143785"/>
              <a:gd name="connsiteX3950" fmla="*/ 1555814 w 3114960"/>
              <a:gd name="connsiteY3950" fmla="*/ 4595908 h 5143785"/>
              <a:gd name="connsiteX3951" fmla="*/ 1925384 w 3114960"/>
              <a:gd name="connsiteY3951" fmla="*/ 4613910 h 5143785"/>
              <a:gd name="connsiteX3952" fmla="*/ 1920240 w 3114960"/>
              <a:gd name="connsiteY3952" fmla="*/ 4618673 h 5143785"/>
              <a:gd name="connsiteX3953" fmla="*/ 1915478 w 3114960"/>
              <a:gd name="connsiteY3953" fmla="*/ 4613529 h 5143785"/>
              <a:gd name="connsiteX3954" fmla="*/ 1920621 w 3114960"/>
              <a:gd name="connsiteY3954" fmla="*/ 4608767 h 5143785"/>
              <a:gd name="connsiteX3955" fmla="*/ 1925384 w 3114960"/>
              <a:gd name="connsiteY3955" fmla="*/ 4613910 h 5143785"/>
              <a:gd name="connsiteX3956" fmla="*/ 488347 w 3114960"/>
              <a:gd name="connsiteY3956" fmla="*/ 2151888 h 5143785"/>
              <a:gd name="connsiteX3957" fmla="*/ 495205 w 3114960"/>
              <a:gd name="connsiteY3957" fmla="*/ 2144840 h 5143785"/>
              <a:gd name="connsiteX3958" fmla="*/ 498634 w 3114960"/>
              <a:gd name="connsiteY3958" fmla="*/ 2148173 h 5143785"/>
              <a:gd name="connsiteX3959" fmla="*/ 491776 w 3114960"/>
              <a:gd name="connsiteY3959" fmla="*/ 2155222 h 5143785"/>
              <a:gd name="connsiteX3960" fmla="*/ 488347 w 3114960"/>
              <a:gd name="connsiteY3960" fmla="*/ 2151888 h 5143785"/>
              <a:gd name="connsiteX3961" fmla="*/ 1243298 w 3114960"/>
              <a:gd name="connsiteY3961" fmla="*/ 4546092 h 5143785"/>
              <a:gd name="connsiteX3962" fmla="*/ 1224915 w 3114960"/>
              <a:gd name="connsiteY3962" fmla="*/ 4564476 h 5143785"/>
              <a:gd name="connsiteX3963" fmla="*/ 1243298 w 3114960"/>
              <a:gd name="connsiteY3963" fmla="*/ 4582859 h 5143785"/>
              <a:gd name="connsiteX3964" fmla="*/ 1261301 w 3114960"/>
              <a:gd name="connsiteY3964" fmla="*/ 4568095 h 5143785"/>
              <a:gd name="connsiteX3965" fmla="*/ 1358170 w 3114960"/>
              <a:gd name="connsiteY3965" fmla="*/ 4569143 h 5143785"/>
              <a:gd name="connsiteX3966" fmla="*/ 1360742 w 3114960"/>
              <a:gd name="connsiteY3966" fmla="*/ 4568000 h 5143785"/>
              <a:gd name="connsiteX3967" fmla="*/ 1404557 w 3114960"/>
              <a:gd name="connsiteY3967" fmla="*/ 4521613 h 5143785"/>
              <a:gd name="connsiteX3968" fmla="*/ 1405509 w 3114960"/>
              <a:gd name="connsiteY3968" fmla="*/ 4519137 h 5143785"/>
              <a:gd name="connsiteX3969" fmla="*/ 1405509 w 3114960"/>
              <a:gd name="connsiteY3969" fmla="*/ 4414933 h 5143785"/>
              <a:gd name="connsiteX3970" fmla="*/ 1408938 w 3114960"/>
              <a:gd name="connsiteY3970" fmla="*/ 4414933 h 5143785"/>
              <a:gd name="connsiteX3971" fmla="*/ 1420463 w 3114960"/>
              <a:gd name="connsiteY3971" fmla="*/ 4403408 h 5143785"/>
              <a:gd name="connsiteX3972" fmla="*/ 1420463 w 3114960"/>
              <a:gd name="connsiteY3972" fmla="*/ 4352068 h 5143785"/>
              <a:gd name="connsiteX3973" fmla="*/ 1408938 w 3114960"/>
              <a:gd name="connsiteY3973" fmla="*/ 4340543 h 5143785"/>
              <a:gd name="connsiteX3974" fmla="*/ 1405509 w 3114960"/>
              <a:gd name="connsiteY3974" fmla="*/ 4340543 h 5143785"/>
              <a:gd name="connsiteX3975" fmla="*/ 1405509 w 3114960"/>
              <a:gd name="connsiteY3975" fmla="*/ 4259676 h 5143785"/>
              <a:gd name="connsiteX3976" fmla="*/ 1410938 w 3114960"/>
              <a:gd name="connsiteY3976" fmla="*/ 4259676 h 5143785"/>
              <a:gd name="connsiteX3977" fmla="*/ 1413320 w 3114960"/>
              <a:gd name="connsiteY3977" fmla="*/ 4257294 h 5143785"/>
              <a:gd name="connsiteX3978" fmla="*/ 1413320 w 3114960"/>
              <a:gd name="connsiteY3978" fmla="*/ 4239292 h 5143785"/>
              <a:gd name="connsiteX3979" fmla="*/ 1410938 w 3114960"/>
              <a:gd name="connsiteY3979" fmla="*/ 4236911 h 5143785"/>
              <a:gd name="connsiteX3980" fmla="*/ 1404271 w 3114960"/>
              <a:gd name="connsiteY3980" fmla="*/ 4236911 h 5143785"/>
              <a:gd name="connsiteX3981" fmla="*/ 1404080 w 3114960"/>
              <a:gd name="connsiteY3981" fmla="*/ 4195572 h 5143785"/>
              <a:gd name="connsiteX3982" fmla="*/ 1376744 w 3114960"/>
              <a:gd name="connsiteY3982" fmla="*/ 4163568 h 5143785"/>
              <a:gd name="connsiteX3983" fmla="*/ 1376934 w 3114960"/>
              <a:gd name="connsiteY3983" fmla="*/ 4151948 h 5143785"/>
              <a:gd name="connsiteX3984" fmla="*/ 1363694 w 3114960"/>
              <a:gd name="connsiteY3984" fmla="*/ 4150328 h 5143785"/>
              <a:gd name="connsiteX3985" fmla="*/ 1362075 w 3114960"/>
              <a:gd name="connsiteY3985" fmla="*/ 4163568 h 5143785"/>
              <a:gd name="connsiteX3986" fmla="*/ 1372934 w 3114960"/>
              <a:gd name="connsiteY3986" fmla="*/ 4166426 h 5143785"/>
              <a:gd name="connsiteX3987" fmla="*/ 1399318 w 3114960"/>
              <a:gd name="connsiteY3987" fmla="*/ 4197287 h 5143785"/>
              <a:gd name="connsiteX3988" fmla="*/ 1399508 w 3114960"/>
              <a:gd name="connsiteY3988" fmla="*/ 4236815 h 5143785"/>
              <a:gd name="connsiteX3989" fmla="*/ 1392936 w 3114960"/>
              <a:gd name="connsiteY3989" fmla="*/ 4236815 h 5143785"/>
              <a:gd name="connsiteX3990" fmla="*/ 1390555 w 3114960"/>
              <a:gd name="connsiteY3990" fmla="*/ 4239197 h 5143785"/>
              <a:gd name="connsiteX3991" fmla="*/ 1390555 w 3114960"/>
              <a:gd name="connsiteY3991" fmla="*/ 4257199 h 5143785"/>
              <a:gd name="connsiteX3992" fmla="*/ 1392936 w 3114960"/>
              <a:gd name="connsiteY3992" fmla="*/ 4259580 h 5143785"/>
              <a:gd name="connsiteX3993" fmla="*/ 1398365 w 3114960"/>
              <a:gd name="connsiteY3993" fmla="*/ 4259580 h 5143785"/>
              <a:gd name="connsiteX3994" fmla="*/ 1398365 w 3114960"/>
              <a:gd name="connsiteY3994" fmla="*/ 4340447 h 5143785"/>
              <a:gd name="connsiteX3995" fmla="*/ 1394936 w 3114960"/>
              <a:gd name="connsiteY3995" fmla="*/ 4340447 h 5143785"/>
              <a:gd name="connsiteX3996" fmla="*/ 1383411 w 3114960"/>
              <a:gd name="connsiteY3996" fmla="*/ 4351973 h 5143785"/>
              <a:gd name="connsiteX3997" fmla="*/ 1383411 w 3114960"/>
              <a:gd name="connsiteY3997" fmla="*/ 4403312 h 5143785"/>
              <a:gd name="connsiteX3998" fmla="*/ 1394936 w 3114960"/>
              <a:gd name="connsiteY3998" fmla="*/ 4414838 h 5143785"/>
              <a:gd name="connsiteX3999" fmla="*/ 1398365 w 3114960"/>
              <a:gd name="connsiteY3999" fmla="*/ 4414838 h 5143785"/>
              <a:gd name="connsiteX4000" fmla="*/ 1398365 w 3114960"/>
              <a:gd name="connsiteY4000" fmla="*/ 4517612 h 5143785"/>
              <a:gd name="connsiteX4001" fmla="*/ 1356551 w 3114960"/>
              <a:gd name="connsiteY4001" fmla="*/ 4561809 h 5143785"/>
              <a:gd name="connsiteX4002" fmla="*/ 1261205 w 3114960"/>
              <a:gd name="connsiteY4002" fmla="*/ 4560856 h 5143785"/>
              <a:gd name="connsiteX4003" fmla="*/ 1243203 w 3114960"/>
              <a:gd name="connsiteY4003" fmla="*/ 4545997 h 5143785"/>
              <a:gd name="connsiteX4004" fmla="*/ 1255205 w 3114960"/>
              <a:gd name="connsiteY4004" fmla="*/ 4565142 h 5143785"/>
              <a:gd name="connsiteX4005" fmla="*/ 1243394 w 3114960"/>
              <a:gd name="connsiteY4005" fmla="*/ 4576477 h 5143785"/>
              <a:gd name="connsiteX4006" fmla="*/ 1231392 w 3114960"/>
              <a:gd name="connsiteY4006" fmla="*/ 4564476 h 5143785"/>
              <a:gd name="connsiteX4007" fmla="*/ 1243394 w 3114960"/>
              <a:gd name="connsiteY4007" fmla="*/ 4552474 h 5143785"/>
              <a:gd name="connsiteX4008" fmla="*/ 1255205 w 3114960"/>
              <a:gd name="connsiteY4008" fmla="*/ 4563809 h 5143785"/>
              <a:gd name="connsiteX4009" fmla="*/ 1255205 w 3114960"/>
              <a:gd name="connsiteY4009" fmla="*/ 4565142 h 5143785"/>
              <a:gd name="connsiteX4010" fmla="*/ 1395413 w 3114960"/>
              <a:gd name="connsiteY4010" fmla="*/ 4255104 h 5143785"/>
              <a:gd name="connsiteX4011" fmla="*/ 1395413 w 3114960"/>
              <a:gd name="connsiteY4011" fmla="*/ 4241864 h 5143785"/>
              <a:gd name="connsiteX4012" fmla="*/ 1408652 w 3114960"/>
              <a:gd name="connsiteY4012" fmla="*/ 4241864 h 5143785"/>
              <a:gd name="connsiteX4013" fmla="*/ 1408652 w 3114960"/>
              <a:gd name="connsiteY4013" fmla="*/ 4255104 h 5143785"/>
              <a:gd name="connsiteX4014" fmla="*/ 1395413 w 3114960"/>
              <a:gd name="connsiteY4014" fmla="*/ 4255104 h 5143785"/>
              <a:gd name="connsiteX4015" fmla="*/ 1390745 w 3114960"/>
              <a:gd name="connsiteY4015" fmla="*/ 4352163 h 5143785"/>
              <a:gd name="connsiteX4016" fmla="*/ 1395127 w 3114960"/>
              <a:gd name="connsiteY4016" fmla="*/ 4347782 h 5143785"/>
              <a:gd name="connsiteX4017" fmla="*/ 1409128 w 3114960"/>
              <a:gd name="connsiteY4017" fmla="*/ 4347782 h 5143785"/>
              <a:gd name="connsiteX4018" fmla="*/ 1413510 w 3114960"/>
              <a:gd name="connsiteY4018" fmla="*/ 4352163 h 5143785"/>
              <a:gd name="connsiteX4019" fmla="*/ 1413510 w 3114960"/>
              <a:gd name="connsiteY4019" fmla="*/ 4361117 h 5143785"/>
              <a:gd name="connsiteX4020" fmla="*/ 1390841 w 3114960"/>
              <a:gd name="connsiteY4020" fmla="*/ 4361117 h 5143785"/>
              <a:gd name="connsiteX4021" fmla="*/ 1390841 w 3114960"/>
              <a:gd name="connsiteY4021" fmla="*/ 4352163 h 5143785"/>
              <a:gd name="connsiteX4022" fmla="*/ 1395127 w 3114960"/>
              <a:gd name="connsiteY4022" fmla="*/ 4407789 h 5143785"/>
              <a:gd name="connsiteX4023" fmla="*/ 1390745 w 3114960"/>
              <a:gd name="connsiteY4023" fmla="*/ 4403408 h 5143785"/>
              <a:gd name="connsiteX4024" fmla="*/ 1390745 w 3114960"/>
              <a:gd name="connsiteY4024" fmla="*/ 4391692 h 5143785"/>
              <a:gd name="connsiteX4025" fmla="*/ 1413415 w 3114960"/>
              <a:gd name="connsiteY4025" fmla="*/ 4391692 h 5143785"/>
              <a:gd name="connsiteX4026" fmla="*/ 1413415 w 3114960"/>
              <a:gd name="connsiteY4026" fmla="*/ 4403408 h 5143785"/>
              <a:gd name="connsiteX4027" fmla="*/ 1409033 w 3114960"/>
              <a:gd name="connsiteY4027" fmla="*/ 4407789 h 5143785"/>
              <a:gd name="connsiteX4028" fmla="*/ 1395032 w 3114960"/>
              <a:gd name="connsiteY4028" fmla="*/ 4407789 h 5143785"/>
              <a:gd name="connsiteX4029" fmla="*/ 1927003 w 3114960"/>
              <a:gd name="connsiteY4029" fmla="*/ 4574096 h 5143785"/>
              <a:gd name="connsiteX4030" fmla="*/ 1920335 w 3114960"/>
              <a:gd name="connsiteY4030" fmla="*/ 4580573 h 5143785"/>
              <a:gd name="connsiteX4031" fmla="*/ 1913858 w 3114960"/>
              <a:gd name="connsiteY4031" fmla="*/ 4573905 h 5143785"/>
              <a:gd name="connsiteX4032" fmla="*/ 1920526 w 3114960"/>
              <a:gd name="connsiteY4032" fmla="*/ 4567428 h 5143785"/>
              <a:gd name="connsiteX4033" fmla="*/ 1927003 w 3114960"/>
              <a:gd name="connsiteY4033" fmla="*/ 4574096 h 5143785"/>
              <a:gd name="connsiteX4034" fmla="*/ 1920526 w 3114960"/>
              <a:gd name="connsiteY4034" fmla="*/ 4588955 h 5143785"/>
              <a:gd name="connsiteX4035" fmla="*/ 1915192 w 3114960"/>
              <a:gd name="connsiteY4035" fmla="*/ 4592384 h 5143785"/>
              <a:gd name="connsiteX4036" fmla="*/ 1810893 w 3114960"/>
              <a:gd name="connsiteY4036" fmla="*/ 4592384 h 5143785"/>
              <a:gd name="connsiteX4037" fmla="*/ 1784699 w 3114960"/>
              <a:gd name="connsiteY4037" fmla="*/ 4570476 h 5143785"/>
              <a:gd name="connsiteX4038" fmla="*/ 1691069 w 3114960"/>
              <a:gd name="connsiteY4038" fmla="*/ 4570476 h 5143785"/>
              <a:gd name="connsiteX4039" fmla="*/ 1674400 w 3114960"/>
              <a:gd name="connsiteY4039" fmla="*/ 4554855 h 5143785"/>
              <a:gd name="connsiteX4040" fmla="*/ 1668685 w 3114960"/>
              <a:gd name="connsiteY4040" fmla="*/ 4555903 h 5143785"/>
              <a:gd name="connsiteX4041" fmla="*/ 1642301 w 3114960"/>
              <a:gd name="connsiteY4041" fmla="*/ 4523423 h 5143785"/>
              <a:gd name="connsiteX4042" fmla="*/ 1642301 w 3114960"/>
              <a:gd name="connsiteY4042" fmla="*/ 4415123 h 5143785"/>
              <a:gd name="connsiteX4043" fmla="*/ 1635157 w 3114960"/>
              <a:gd name="connsiteY4043" fmla="*/ 4415123 h 5143785"/>
              <a:gd name="connsiteX4044" fmla="*/ 1635157 w 3114960"/>
              <a:gd name="connsiteY4044" fmla="*/ 4524661 h 5143785"/>
              <a:gd name="connsiteX4045" fmla="*/ 1635919 w 3114960"/>
              <a:gd name="connsiteY4045" fmla="*/ 4526947 h 5143785"/>
              <a:gd name="connsiteX4046" fmla="*/ 1662494 w 3114960"/>
              <a:gd name="connsiteY4046" fmla="*/ 4559713 h 5143785"/>
              <a:gd name="connsiteX4047" fmla="*/ 1657541 w 3114960"/>
              <a:gd name="connsiteY4047" fmla="*/ 4571619 h 5143785"/>
              <a:gd name="connsiteX4048" fmla="*/ 1674305 w 3114960"/>
              <a:gd name="connsiteY4048" fmla="*/ 4588383 h 5143785"/>
              <a:gd name="connsiteX4049" fmla="*/ 1690688 w 3114960"/>
              <a:gd name="connsiteY4049" fmla="*/ 4575144 h 5143785"/>
              <a:gd name="connsiteX4050" fmla="*/ 1782890 w 3114960"/>
              <a:gd name="connsiteY4050" fmla="*/ 4575144 h 5143785"/>
              <a:gd name="connsiteX4051" fmla="*/ 1809083 w 3114960"/>
              <a:gd name="connsiteY4051" fmla="*/ 4597051 h 5143785"/>
              <a:gd name="connsiteX4052" fmla="*/ 1915192 w 3114960"/>
              <a:gd name="connsiteY4052" fmla="*/ 4597051 h 5143785"/>
              <a:gd name="connsiteX4053" fmla="*/ 1920240 w 3114960"/>
              <a:gd name="connsiteY4053" fmla="*/ 4600480 h 5143785"/>
              <a:gd name="connsiteX4054" fmla="*/ 1926146 w 3114960"/>
              <a:gd name="connsiteY4054" fmla="*/ 4594860 h 5143785"/>
              <a:gd name="connsiteX4055" fmla="*/ 1920526 w 3114960"/>
              <a:gd name="connsiteY4055" fmla="*/ 4588955 h 5143785"/>
              <a:gd name="connsiteX4056" fmla="*/ 1674400 w 3114960"/>
              <a:gd name="connsiteY4056" fmla="*/ 4582478 h 5143785"/>
              <a:gd name="connsiteX4057" fmla="*/ 1663446 w 3114960"/>
              <a:gd name="connsiteY4057" fmla="*/ 4571524 h 5143785"/>
              <a:gd name="connsiteX4058" fmla="*/ 1674400 w 3114960"/>
              <a:gd name="connsiteY4058" fmla="*/ 4560570 h 5143785"/>
              <a:gd name="connsiteX4059" fmla="*/ 1685353 w 3114960"/>
              <a:gd name="connsiteY4059" fmla="*/ 4571524 h 5143785"/>
              <a:gd name="connsiteX4060" fmla="*/ 1674400 w 3114960"/>
              <a:gd name="connsiteY4060" fmla="*/ 4582478 h 5143785"/>
              <a:gd name="connsiteX4061" fmla="*/ 1422845 w 3114960"/>
              <a:gd name="connsiteY4061" fmla="*/ 218218 h 5143785"/>
              <a:gd name="connsiteX4062" fmla="*/ 1415987 w 3114960"/>
              <a:gd name="connsiteY4062" fmla="*/ 211360 h 5143785"/>
              <a:gd name="connsiteX4063" fmla="*/ 1401604 w 3114960"/>
              <a:gd name="connsiteY4063" fmla="*/ 211360 h 5143785"/>
              <a:gd name="connsiteX4064" fmla="*/ 1394746 w 3114960"/>
              <a:gd name="connsiteY4064" fmla="*/ 218218 h 5143785"/>
              <a:gd name="connsiteX4065" fmla="*/ 1394746 w 3114960"/>
              <a:gd name="connsiteY4065" fmla="*/ 232601 h 5143785"/>
              <a:gd name="connsiteX4066" fmla="*/ 1401604 w 3114960"/>
              <a:gd name="connsiteY4066" fmla="*/ 239458 h 5143785"/>
              <a:gd name="connsiteX4067" fmla="*/ 1415987 w 3114960"/>
              <a:gd name="connsiteY4067" fmla="*/ 239458 h 5143785"/>
              <a:gd name="connsiteX4068" fmla="*/ 1419130 w 3114960"/>
              <a:gd name="connsiteY4068" fmla="*/ 238601 h 5143785"/>
              <a:gd name="connsiteX4069" fmla="*/ 1465326 w 3114960"/>
              <a:gd name="connsiteY4069" fmla="*/ 284036 h 5143785"/>
              <a:gd name="connsiteX4070" fmla="*/ 1465326 w 3114960"/>
              <a:gd name="connsiteY4070" fmla="*/ 330137 h 5143785"/>
              <a:gd name="connsiteX4071" fmla="*/ 1471994 w 3114960"/>
              <a:gd name="connsiteY4071" fmla="*/ 339566 h 5143785"/>
              <a:gd name="connsiteX4072" fmla="*/ 1471041 w 3114960"/>
              <a:gd name="connsiteY4072" fmla="*/ 342805 h 5143785"/>
              <a:gd name="connsiteX4073" fmla="*/ 1471041 w 3114960"/>
              <a:gd name="connsiteY4073" fmla="*/ 351568 h 5143785"/>
              <a:gd name="connsiteX4074" fmla="*/ 1477899 w 3114960"/>
              <a:gd name="connsiteY4074" fmla="*/ 358426 h 5143785"/>
              <a:gd name="connsiteX4075" fmla="*/ 1486662 w 3114960"/>
              <a:gd name="connsiteY4075" fmla="*/ 358426 h 5143785"/>
              <a:gd name="connsiteX4076" fmla="*/ 1489805 w 3114960"/>
              <a:gd name="connsiteY4076" fmla="*/ 357569 h 5143785"/>
              <a:gd name="connsiteX4077" fmla="*/ 1517523 w 3114960"/>
              <a:gd name="connsiteY4077" fmla="*/ 390239 h 5143785"/>
              <a:gd name="connsiteX4078" fmla="*/ 1517523 w 3114960"/>
              <a:gd name="connsiteY4078" fmla="*/ 506444 h 5143785"/>
              <a:gd name="connsiteX4079" fmla="*/ 1507712 w 3114960"/>
              <a:gd name="connsiteY4079" fmla="*/ 524828 h 5143785"/>
              <a:gd name="connsiteX4080" fmla="*/ 1507331 w 3114960"/>
              <a:gd name="connsiteY4080" fmla="*/ 573215 h 5143785"/>
              <a:gd name="connsiteX4081" fmla="*/ 1508474 w 3114960"/>
              <a:gd name="connsiteY4081" fmla="*/ 573215 h 5143785"/>
              <a:gd name="connsiteX4082" fmla="*/ 1502474 w 3114960"/>
              <a:gd name="connsiteY4082" fmla="*/ 573215 h 5143785"/>
              <a:gd name="connsiteX4083" fmla="*/ 1497997 w 3114960"/>
              <a:gd name="connsiteY4083" fmla="*/ 577691 h 5143785"/>
              <a:gd name="connsiteX4084" fmla="*/ 1497997 w 3114960"/>
              <a:gd name="connsiteY4084" fmla="*/ 592074 h 5143785"/>
              <a:gd name="connsiteX4085" fmla="*/ 1502474 w 3114960"/>
              <a:gd name="connsiteY4085" fmla="*/ 596551 h 5143785"/>
              <a:gd name="connsiteX4086" fmla="*/ 1516856 w 3114960"/>
              <a:gd name="connsiteY4086" fmla="*/ 596551 h 5143785"/>
              <a:gd name="connsiteX4087" fmla="*/ 1521333 w 3114960"/>
              <a:gd name="connsiteY4087" fmla="*/ 592074 h 5143785"/>
              <a:gd name="connsiteX4088" fmla="*/ 1521333 w 3114960"/>
              <a:gd name="connsiteY4088" fmla="*/ 577691 h 5143785"/>
              <a:gd name="connsiteX4089" fmla="*/ 1516856 w 3114960"/>
              <a:gd name="connsiteY4089" fmla="*/ 573215 h 5143785"/>
              <a:gd name="connsiteX4090" fmla="*/ 1511999 w 3114960"/>
              <a:gd name="connsiteY4090" fmla="*/ 573215 h 5143785"/>
              <a:gd name="connsiteX4091" fmla="*/ 1511999 w 3114960"/>
              <a:gd name="connsiteY4091" fmla="*/ 526542 h 5143785"/>
              <a:gd name="connsiteX4092" fmla="*/ 1522000 w 3114960"/>
              <a:gd name="connsiteY4092" fmla="*/ 508159 h 5143785"/>
              <a:gd name="connsiteX4093" fmla="*/ 1522190 w 3114960"/>
              <a:gd name="connsiteY4093" fmla="*/ 388430 h 5143785"/>
              <a:gd name="connsiteX4094" fmla="*/ 1492949 w 3114960"/>
              <a:gd name="connsiteY4094" fmla="*/ 353854 h 5143785"/>
              <a:gd name="connsiteX4095" fmla="*/ 1493425 w 3114960"/>
              <a:gd name="connsiteY4095" fmla="*/ 351568 h 5143785"/>
              <a:gd name="connsiteX4096" fmla="*/ 1493425 w 3114960"/>
              <a:gd name="connsiteY4096" fmla="*/ 342805 h 5143785"/>
              <a:gd name="connsiteX4097" fmla="*/ 1486567 w 3114960"/>
              <a:gd name="connsiteY4097" fmla="*/ 335947 h 5143785"/>
              <a:gd name="connsiteX4098" fmla="*/ 1477804 w 3114960"/>
              <a:gd name="connsiteY4098" fmla="*/ 335947 h 5143785"/>
              <a:gd name="connsiteX4099" fmla="*/ 1475518 w 3114960"/>
              <a:gd name="connsiteY4099" fmla="*/ 336423 h 5143785"/>
              <a:gd name="connsiteX4100" fmla="*/ 1469993 w 3114960"/>
              <a:gd name="connsiteY4100" fmla="*/ 328613 h 5143785"/>
              <a:gd name="connsiteX4101" fmla="*/ 1469993 w 3114960"/>
              <a:gd name="connsiteY4101" fmla="*/ 282035 h 5143785"/>
              <a:gd name="connsiteX4102" fmla="*/ 1422178 w 3114960"/>
              <a:gd name="connsiteY4102" fmla="*/ 235077 h 5143785"/>
              <a:gd name="connsiteX4103" fmla="*/ 1422654 w 3114960"/>
              <a:gd name="connsiteY4103" fmla="*/ 232696 h 5143785"/>
              <a:gd name="connsiteX4104" fmla="*/ 1422654 w 3114960"/>
              <a:gd name="connsiteY4104" fmla="*/ 218313 h 5143785"/>
              <a:gd name="connsiteX4105" fmla="*/ 1418082 w 3114960"/>
              <a:gd name="connsiteY4105" fmla="*/ 232601 h 5143785"/>
              <a:gd name="connsiteX4106" fmla="*/ 1415987 w 3114960"/>
              <a:gd name="connsiteY4106" fmla="*/ 234696 h 5143785"/>
              <a:gd name="connsiteX4107" fmla="*/ 1401604 w 3114960"/>
              <a:gd name="connsiteY4107" fmla="*/ 234696 h 5143785"/>
              <a:gd name="connsiteX4108" fmla="*/ 1399508 w 3114960"/>
              <a:gd name="connsiteY4108" fmla="*/ 232601 h 5143785"/>
              <a:gd name="connsiteX4109" fmla="*/ 1399508 w 3114960"/>
              <a:gd name="connsiteY4109" fmla="*/ 218218 h 5143785"/>
              <a:gd name="connsiteX4110" fmla="*/ 1401604 w 3114960"/>
              <a:gd name="connsiteY4110" fmla="*/ 216122 h 5143785"/>
              <a:gd name="connsiteX4111" fmla="*/ 1415987 w 3114960"/>
              <a:gd name="connsiteY4111" fmla="*/ 216122 h 5143785"/>
              <a:gd name="connsiteX4112" fmla="*/ 1418082 w 3114960"/>
              <a:gd name="connsiteY4112" fmla="*/ 218218 h 5143785"/>
              <a:gd name="connsiteX4113" fmla="*/ 1418082 w 3114960"/>
              <a:gd name="connsiteY4113" fmla="*/ 232601 h 5143785"/>
              <a:gd name="connsiteX4114" fmla="*/ 1475994 w 3114960"/>
              <a:gd name="connsiteY4114" fmla="*/ 342710 h 5143785"/>
              <a:gd name="connsiteX4115" fmla="*/ 1478090 w 3114960"/>
              <a:gd name="connsiteY4115" fmla="*/ 340614 h 5143785"/>
              <a:gd name="connsiteX4116" fmla="*/ 1486853 w 3114960"/>
              <a:gd name="connsiteY4116" fmla="*/ 340614 h 5143785"/>
              <a:gd name="connsiteX4117" fmla="*/ 1488948 w 3114960"/>
              <a:gd name="connsiteY4117" fmla="*/ 342710 h 5143785"/>
              <a:gd name="connsiteX4118" fmla="*/ 1488948 w 3114960"/>
              <a:gd name="connsiteY4118" fmla="*/ 351473 h 5143785"/>
              <a:gd name="connsiteX4119" fmla="*/ 1486853 w 3114960"/>
              <a:gd name="connsiteY4119" fmla="*/ 353568 h 5143785"/>
              <a:gd name="connsiteX4120" fmla="*/ 1478090 w 3114960"/>
              <a:gd name="connsiteY4120" fmla="*/ 353568 h 5143785"/>
              <a:gd name="connsiteX4121" fmla="*/ 1475994 w 3114960"/>
              <a:gd name="connsiteY4121" fmla="*/ 351473 h 5143785"/>
              <a:gd name="connsiteX4122" fmla="*/ 1475994 w 3114960"/>
              <a:gd name="connsiteY4122" fmla="*/ 342710 h 5143785"/>
              <a:gd name="connsiteX4123" fmla="*/ 1561433 w 3114960"/>
              <a:gd name="connsiteY4123" fmla="*/ 850583 h 5143785"/>
              <a:gd name="connsiteX4124" fmla="*/ 1554290 w 3114960"/>
              <a:gd name="connsiteY4124" fmla="*/ 843439 h 5143785"/>
              <a:gd name="connsiteX4125" fmla="*/ 1561433 w 3114960"/>
              <a:gd name="connsiteY4125" fmla="*/ 836295 h 5143785"/>
              <a:gd name="connsiteX4126" fmla="*/ 1568577 w 3114960"/>
              <a:gd name="connsiteY4126" fmla="*/ 843439 h 5143785"/>
              <a:gd name="connsiteX4127" fmla="*/ 1561433 w 3114960"/>
              <a:gd name="connsiteY4127" fmla="*/ 850583 h 5143785"/>
              <a:gd name="connsiteX4128" fmla="*/ 1467803 w 3114960"/>
              <a:gd name="connsiteY4128" fmla="*/ 222028 h 5143785"/>
              <a:gd name="connsiteX4129" fmla="*/ 1467803 w 3114960"/>
              <a:gd name="connsiteY4129" fmla="*/ 228791 h 5143785"/>
              <a:gd name="connsiteX4130" fmla="*/ 1465326 w 3114960"/>
              <a:gd name="connsiteY4130" fmla="*/ 231267 h 5143785"/>
              <a:gd name="connsiteX4131" fmla="*/ 1458563 w 3114960"/>
              <a:gd name="connsiteY4131" fmla="*/ 231267 h 5143785"/>
              <a:gd name="connsiteX4132" fmla="*/ 1456087 w 3114960"/>
              <a:gd name="connsiteY4132" fmla="*/ 228791 h 5143785"/>
              <a:gd name="connsiteX4133" fmla="*/ 1456087 w 3114960"/>
              <a:gd name="connsiteY4133" fmla="*/ 222028 h 5143785"/>
              <a:gd name="connsiteX4134" fmla="*/ 1458563 w 3114960"/>
              <a:gd name="connsiteY4134" fmla="*/ 219551 h 5143785"/>
              <a:gd name="connsiteX4135" fmla="*/ 1465326 w 3114960"/>
              <a:gd name="connsiteY4135" fmla="*/ 219551 h 5143785"/>
              <a:gd name="connsiteX4136" fmla="*/ 1467803 w 3114960"/>
              <a:gd name="connsiteY4136" fmla="*/ 222028 h 5143785"/>
              <a:gd name="connsiteX4137" fmla="*/ 1527143 w 3114960"/>
              <a:gd name="connsiteY4137" fmla="*/ 2404301 h 5143785"/>
              <a:gd name="connsiteX4138" fmla="*/ 1400842 w 3114960"/>
              <a:gd name="connsiteY4138" fmla="*/ 2404301 h 5143785"/>
              <a:gd name="connsiteX4139" fmla="*/ 1396651 w 3114960"/>
              <a:gd name="connsiteY4139" fmla="*/ 2397443 h 5143785"/>
              <a:gd name="connsiteX4140" fmla="*/ 1385411 w 3114960"/>
              <a:gd name="connsiteY4140" fmla="*/ 2393252 h 5143785"/>
              <a:gd name="connsiteX4141" fmla="*/ 1374457 w 3114960"/>
              <a:gd name="connsiteY4141" fmla="*/ 2398205 h 5143785"/>
              <a:gd name="connsiteX4142" fmla="*/ 1370267 w 3114960"/>
              <a:gd name="connsiteY4142" fmla="*/ 2409444 h 5143785"/>
              <a:gd name="connsiteX4143" fmla="*/ 1384554 w 3114960"/>
              <a:gd name="connsiteY4143" fmla="*/ 2424398 h 5143785"/>
              <a:gd name="connsiteX4144" fmla="*/ 1383602 w 3114960"/>
              <a:gd name="connsiteY4144" fmla="*/ 2537460 h 5143785"/>
              <a:gd name="connsiteX4145" fmla="*/ 1438847 w 3114960"/>
              <a:gd name="connsiteY4145" fmla="*/ 2602230 h 5143785"/>
              <a:gd name="connsiteX4146" fmla="*/ 1438656 w 3114960"/>
              <a:gd name="connsiteY4146" fmla="*/ 2682145 h 5143785"/>
              <a:gd name="connsiteX4147" fmla="*/ 1390174 w 3114960"/>
              <a:gd name="connsiteY4147" fmla="*/ 2735485 h 5143785"/>
              <a:gd name="connsiteX4148" fmla="*/ 1359980 w 3114960"/>
              <a:gd name="connsiteY4148" fmla="*/ 2735675 h 5143785"/>
              <a:gd name="connsiteX4149" fmla="*/ 1359313 w 3114960"/>
              <a:gd name="connsiteY4149" fmla="*/ 2734342 h 5143785"/>
              <a:gd name="connsiteX4150" fmla="*/ 1352741 w 3114960"/>
              <a:gd name="connsiteY4150" fmla="*/ 2730722 h 5143785"/>
              <a:gd name="connsiteX4151" fmla="*/ 1345597 w 3114960"/>
              <a:gd name="connsiteY4151" fmla="*/ 2732818 h 5143785"/>
              <a:gd name="connsiteX4152" fmla="*/ 1341977 w 3114960"/>
              <a:gd name="connsiteY4152" fmla="*/ 2739390 h 5143785"/>
              <a:gd name="connsiteX4153" fmla="*/ 1350645 w 3114960"/>
              <a:gd name="connsiteY4153" fmla="*/ 2750153 h 5143785"/>
              <a:gd name="connsiteX4154" fmla="*/ 1351693 w 3114960"/>
              <a:gd name="connsiteY4154" fmla="*/ 2750153 h 5143785"/>
              <a:gd name="connsiteX4155" fmla="*/ 1361408 w 3114960"/>
              <a:gd name="connsiteY4155" fmla="*/ 2741390 h 5143785"/>
              <a:gd name="connsiteX4156" fmla="*/ 1361408 w 3114960"/>
              <a:gd name="connsiteY4156" fmla="*/ 2740343 h 5143785"/>
              <a:gd name="connsiteX4157" fmla="*/ 1392460 w 3114960"/>
              <a:gd name="connsiteY4157" fmla="*/ 2740057 h 5143785"/>
              <a:gd name="connsiteX4158" fmla="*/ 1443609 w 3114960"/>
              <a:gd name="connsiteY4158" fmla="*/ 2683764 h 5143785"/>
              <a:gd name="connsiteX4159" fmla="*/ 1443800 w 3114960"/>
              <a:gd name="connsiteY4159" fmla="*/ 2600230 h 5143785"/>
              <a:gd name="connsiteX4160" fmla="*/ 1388555 w 3114960"/>
              <a:gd name="connsiteY4160" fmla="*/ 2535460 h 5143785"/>
              <a:gd name="connsiteX4161" fmla="*/ 1389507 w 3114960"/>
              <a:gd name="connsiteY4161" fmla="*/ 2423827 h 5143785"/>
              <a:gd name="connsiteX4162" fmla="*/ 1401699 w 3114960"/>
              <a:gd name="connsiteY4162" fmla="*/ 2408682 h 5143785"/>
              <a:gd name="connsiteX4163" fmla="*/ 1529525 w 3114960"/>
              <a:gd name="connsiteY4163" fmla="*/ 2408682 h 5143785"/>
              <a:gd name="connsiteX4164" fmla="*/ 1548670 w 3114960"/>
              <a:gd name="connsiteY4164" fmla="*/ 2386489 h 5143785"/>
              <a:gd name="connsiteX4165" fmla="*/ 1646396 w 3114960"/>
              <a:gd name="connsiteY4165" fmla="*/ 2386489 h 5143785"/>
              <a:gd name="connsiteX4166" fmla="*/ 1646396 w 3114960"/>
              <a:gd name="connsiteY4166" fmla="*/ 2390775 h 5143785"/>
              <a:gd name="connsiteX4167" fmla="*/ 1655064 w 3114960"/>
              <a:gd name="connsiteY4167" fmla="*/ 2399443 h 5143785"/>
              <a:gd name="connsiteX4168" fmla="*/ 1668304 w 3114960"/>
              <a:gd name="connsiteY4168" fmla="*/ 2399443 h 5143785"/>
              <a:gd name="connsiteX4169" fmla="*/ 1676972 w 3114960"/>
              <a:gd name="connsiteY4169" fmla="*/ 2390775 h 5143785"/>
              <a:gd name="connsiteX4170" fmla="*/ 1676972 w 3114960"/>
              <a:gd name="connsiteY4170" fmla="*/ 2377535 h 5143785"/>
              <a:gd name="connsiteX4171" fmla="*/ 1668304 w 3114960"/>
              <a:gd name="connsiteY4171" fmla="*/ 2368868 h 5143785"/>
              <a:gd name="connsiteX4172" fmla="*/ 1655064 w 3114960"/>
              <a:gd name="connsiteY4172" fmla="*/ 2368868 h 5143785"/>
              <a:gd name="connsiteX4173" fmla="*/ 1646396 w 3114960"/>
              <a:gd name="connsiteY4173" fmla="*/ 2377535 h 5143785"/>
              <a:gd name="connsiteX4174" fmla="*/ 1646396 w 3114960"/>
              <a:gd name="connsiteY4174" fmla="*/ 2381822 h 5143785"/>
              <a:gd name="connsiteX4175" fmla="*/ 1546479 w 3114960"/>
              <a:gd name="connsiteY4175" fmla="*/ 2381822 h 5143785"/>
              <a:gd name="connsiteX4176" fmla="*/ 1527334 w 3114960"/>
              <a:gd name="connsiteY4176" fmla="*/ 2404015 h 5143785"/>
              <a:gd name="connsiteX4177" fmla="*/ 1351121 w 3114960"/>
              <a:gd name="connsiteY4177" fmla="*/ 2745677 h 5143785"/>
              <a:gd name="connsiteX4178" fmla="*/ 1346645 w 3114960"/>
              <a:gd name="connsiteY4178" fmla="*/ 2740152 h 5143785"/>
              <a:gd name="connsiteX4179" fmla="*/ 1348454 w 3114960"/>
              <a:gd name="connsiteY4179" fmla="*/ 2736818 h 5143785"/>
              <a:gd name="connsiteX4180" fmla="*/ 1351598 w 3114960"/>
              <a:gd name="connsiteY4180" fmla="*/ 2735675 h 5143785"/>
              <a:gd name="connsiteX4181" fmla="*/ 1352169 w 3114960"/>
              <a:gd name="connsiteY4181" fmla="*/ 2735675 h 5143785"/>
              <a:gd name="connsiteX4182" fmla="*/ 1355503 w 3114960"/>
              <a:gd name="connsiteY4182" fmla="*/ 2737485 h 5143785"/>
              <a:gd name="connsiteX4183" fmla="*/ 1356551 w 3114960"/>
              <a:gd name="connsiteY4183" fmla="*/ 2741200 h 5143785"/>
              <a:gd name="connsiteX4184" fmla="*/ 1351026 w 3114960"/>
              <a:gd name="connsiteY4184" fmla="*/ 2745677 h 5143785"/>
              <a:gd name="connsiteX4185" fmla="*/ 1386269 w 3114960"/>
              <a:gd name="connsiteY4185" fmla="*/ 2419826 h 5143785"/>
              <a:gd name="connsiteX4186" fmla="*/ 1378458 w 3114960"/>
              <a:gd name="connsiteY4186" fmla="*/ 2416874 h 5143785"/>
              <a:gd name="connsiteX4187" fmla="*/ 1375029 w 3114960"/>
              <a:gd name="connsiteY4187" fmla="*/ 2409254 h 5143785"/>
              <a:gd name="connsiteX4188" fmla="*/ 1377982 w 3114960"/>
              <a:gd name="connsiteY4188" fmla="*/ 2401443 h 5143785"/>
              <a:gd name="connsiteX4189" fmla="*/ 1385602 w 3114960"/>
              <a:gd name="connsiteY4189" fmla="*/ 2398014 h 5143785"/>
              <a:gd name="connsiteX4190" fmla="*/ 1385983 w 3114960"/>
              <a:gd name="connsiteY4190" fmla="*/ 2398014 h 5143785"/>
              <a:gd name="connsiteX4191" fmla="*/ 1393412 w 3114960"/>
              <a:gd name="connsiteY4191" fmla="*/ 2400967 h 5143785"/>
              <a:gd name="connsiteX4192" fmla="*/ 1396841 w 3114960"/>
              <a:gd name="connsiteY4192" fmla="*/ 2408587 h 5143785"/>
              <a:gd name="connsiteX4193" fmla="*/ 1386364 w 3114960"/>
              <a:gd name="connsiteY4193" fmla="*/ 2419826 h 5143785"/>
              <a:gd name="connsiteX4194" fmla="*/ 1650968 w 3114960"/>
              <a:gd name="connsiteY4194" fmla="*/ 2377821 h 5143785"/>
              <a:gd name="connsiteX4195" fmla="*/ 1654874 w 3114960"/>
              <a:gd name="connsiteY4195" fmla="*/ 2373916 h 5143785"/>
              <a:gd name="connsiteX4196" fmla="*/ 1668113 w 3114960"/>
              <a:gd name="connsiteY4196" fmla="*/ 2373916 h 5143785"/>
              <a:gd name="connsiteX4197" fmla="*/ 1672019 w 3114960"/>
              <a:gd name="connsiteY4197" fmla="*/ 2377821 h 5143785"/>
              <a:gd name="connsiteX4198" fmla="*/ 1672019 w 3114960"/>
              <a:gd name="connsiteY4198" fmla="*/ 2391061 h 5143785"/>
              <a:gd name="connsiteX4199" fmla="*/ 1668113 w 3114960"/>
              <a:gd name="connsiteY4199" fmla="*/ 2394966 h 5143785"/>
              <a:gd name="connsiteX4200" fmla="*/ 1654874 w 3114960"/>
              <a:gd name="connsiteY4200" fmla="*/ 2394966 h 5143785"/>
              <a:gd name="connsiteX4201" fmla="*/ 1650968 w 3114960"/>
              <a:gd name="connsiteY4201" fmla="*/ 2391061 h 5143785"/>
              <a:gd name="connsiteX4202" fmla="*/ 1650968 w 3114960"/>
              <a:gd name="connsiteY4202" fmla="*/ 2377821 h 5143785"/>
              <a:gd name="connsiteX4203" fmla="*/ 1388269 w 3114960"/>
              <a:gd name="connsiteY4203" fmla="*/ 761238 h 5143785"/>
              <a:gd name="connsiteX4204" fmla="*/ 1394460 w 3114960"/>
              <a:gd name="connsiteY4204" fmla="*/ 767429 h 5143785"/>
              <a:gd name="connsiteX4205" fmla="*/ 1388269 w 3114960"/>
              <a:gd name="connsiteY4205" fmla="*/ 773621 h 5143785"/>
              <a:gd name="connsiteX4206" fmla="*/ 1382078 w 3114960"/>
              <a:gd name="connsiteY4206" fmla="*/ 767429 h 5143785"/>
              <a:gd name="connsiteX4207" fmla="*/ 1388269 w 3114960"/>
              <a:gd name="connsiteY4207" fmla="*/ 761238 h 5143785"/>
              <a:gd name="connsiteX4208" fmla="*/ 2367629 w 3114960"/>
              <a:gd name="connsiteY4208" fmla="*/ 4702397 h 5143785"/>
              <a:gd name="connsiteX4209" fmla="*/ 2367629 w 3114960"/>
              <a:gd name="connsiteY4209" fmla="*/ 4692015 h 5143785"/>
              <a:gd name="connsiteX4210" fmla="*/ 2363915 w 3114960"/>
              <a:gd name="connsiteY4210" fmla="*/ 4688301 h 5143785"/>
              <a:gd name="connsiteX4211" fmla="*/ 2361057 w 3114960"/>
              <a:gd name="connsiteY4211" fmla="*/ 4688301 h 5143785"/>
              <a:gd name="connsiteX4212" fmla="*/ 2361057 w 3114960"/>
              <a:gd name="connsiteY4212" fmla="*/ 4665060 h 5143785"/>
              <a:gd name="connsiteX4213" fmla="*/ 2331339 w 3114960"/>
              <a:gd name="connsiteY4213" fmla="*/ 4632198 h 5143785"/>
              <a:gd name="connsiteX4214" fmla="*/ 2333244 w 3114960"/>
              <a:gd name="connsiteY4214" fmla="*/ 4629722 h 5143785"/>
              <a:gd name="connsiteX4215" fmla="*/ 2333911 w 3114960"/>
              <a:gd name="connsiteY4215" fmla="*/ 4620102 h 5143785"/>
              <a:gd name="connsiteX4216" fmla="*/ 2327529 w 3114960"/>
              <a:gd name="connsiteY4216" fmla="*/ 4612862 h 5143785"/>
              <a:gd name="connsiteX4217" fmla="*/ 2317909 w 3114960"/>
              <a:gd name="connsiteY4217" fmla="*/ 4612196 h 5143785"/>
              <a:gd name="connsiteX4218" fmla="*/ 2310575 w 3114960"/>
              <a:gd name="connsiteY4218" fmla="*/ 4618578 h 5143785"/>
              <a:gd name="connsiteX4219" fmla="*/ 2309908 w 3114960"/>
              <a:gd name="connsiteY4219" fmla="*/ 4628198 h 5143785"/>
              <a:gd name="connsiteX4220" fmla="*/ 2316290 w 3114960"/>
              <a:gd name="connsiteY4220" fmla="*/ 4635437 h 5143785"/>
              <a:gd name="connsiteX4221" fmla="*/ 2321909 w 3114960"/>
              <a:gd name="connsiteY4221" fmla="*/ 4636770 h 5143785"/>
              <a:gd name="connsiteX4222" fmla="*/ 2325910 w 3114960"/>
              <a:gd name="connsiteY4222" fmla="*/ 4636104 h 5143785"/>
              <a:gd name="connsiteX4223" fmla="*/ 2327529 w 3114960"/>
              <a:gd name="connsiteY4223" fmla="*/ 4635151 h 5143785"/>
              <a:gd name="connsiteX4224" fmla="*/ 2356295 w 3114960"/>
              <a:gd name="connsiteY4224" fmla="*/ 4666869 h 5143785"/>
              <a:gd name="connsiteX4225" fmla="*/ 2356295 w 3114960"/>
              <a:gd name="connsiteY4225" fmla="*/ 4688205 h 5143785"/>
              <a:gd name="connsiteX4226" fmla="*/ 2353437 w 3114960"/>
              <a:gd name="connsiteY4226" fmla="*/ 4688205 h 5143785"/>
              <a:gd name="connsiteX4227" fmla="*/ 2349722 w 3114960"/>
              <a:gd name="connsiteY4227" fmla="*/ 4691920 h 5143785"/>
              <a:gd name="connsiteX4228" fmla="*/ 2349722 w 3114960"/>
              <a:gd name="connsiteY4228" fmla="*/ 4702302 h 5143785"/>
              <a:gd name="connsiteX4229" fmla="*/ 2353437 w 3114960"/>
              <a:gd name="connsiteY4229" fmla="*/ 4706017 h 5143785"/>
              <a:gd name="connsiteX4230" fmla="*/ 2363819 w 3114960"/>
              <a:gd name="connsiteY4230" fmla="*/ 4706017 h 5143785"/>
              <a:gd name="connsiteX4231" fmla="*/ 2367534 w 3114960"/>
              <a:gd name="connsiteY4231" fmla="*/ 4702302 h 5143785"/>
              <a:gd name="connsiteX4232" fmla="*/ 2328958 w 3114960"/>
              <a:gd name="connsiteY4232" fmla="*/ 4627531 h 5143785"/>
              <a:gd name="connsiteX4233" fmla="*/ 2324386 w 3114960"/>
              <a:gd name="connsiteY4233" fmla="*/ 4631436 h 5143785"/>
              <a:gd name="connsiteX4234" fmla="*/ 2318385 w 3114960"/>
              <a:gd name="connsiteY4234" fmla="*/ 4631055 h 5143785"/>
              <a:gd name="connsiteX4235" fmla="*/ 2314480 w 3114960"/>
              <a:gd name="connsiteY4235" fmla="*/ 4626483 h 5143785"/>
              <a:gd name="connsiteX4236" fmla="*/ 2314861 w 3114960"/>
              <a:gd name="connsiteY4236" fmla="*/ 4620482 h 5143785"/>
              <a:gd name="connsiteX4237" fmla="*/ 2319433 w 3114960"/>
              <a:gd name="connsiteY4237" fmla="*/ 4616577 h 5143785"/>
              <a:gd name="connsiteX4238" fmla="*/ 2321909 w 3114960"/>
              <a:gd name="connsiteY4238" fmla="*/ 4616196 h 5143785"/>
              <a:gd name="connsiteX4239" fmla="*/ 2325434 w 3114960"/>
              <a:gd name="connsiteY4239" fmla="*/ 4617054 h 5143785"/>
              <a:gd name="connsiteX4240" fmla="*/ 2329339 w 3114960"/>
              <a:gd name="connsiteY4240" fmla="*/ 4621626 h 5143785"/>
              <a:gd name="connsiteX4241" fmla="*/ 2328958 w 3114960"/>
              <a:gd name="connsiteY4241" fmla="*/ 4627626 h 5143785"/>
              <a:gd name="connsiteX4242" fmla="*/ 663607 w 3114960"/>
              <a:gd name="connsiteY4242" fmla="*/ 4311777 h 5143785"/>
              <a:gd name="connsiteX4243" fmla="*/ 656463 w 3114960"/>
              <a:gd name="connsiteY4243" fmla="*/ 4311777 h 5143785"/>
              <a:gd name="connsiteX4244" fmla="*/ 656463 w 3114960"/>
              <a:gd name="connsiteY4244" fmla="*/ 4304157 h 5143785"/>
              <a:gd name="connsiteX4245" fmla="*/ 663607 w 3114960"/>
              <a:gd name="connsiteY4245" fmla="*/ 4304157 h 5143785"/>
              <a:gd name="connsiteX4246" fmla="*/ 663607 w 3114960"/>
              <a:gd name="connsiteY4246" fmla="*/ 4311777 h 5143785"/>
              <a:gd name="connsiteX4247" fmla="*/ 2121218 w 3114960"/>
              <a:gd name="connsiteY4247" fmla="*/ 88011 h 5143785"/>
              <a:gd name="connsiteX4248" fmla="*/ 2114169 w 3114960"/>
              <a:gd name="connsiteY4248" fmla="*/ 80963 h 5143785"/>
              <a:gd name="connsiteX4249" fmla="*/ 2107121 w 3114960"/>
              <a:gd name="connsiteY4249" fmla="*/ 88011 h 5143785"/>
              <a:gd name="connsiteX4250" fmla="*/ 2111788 w 3114960"/>
              <a:gd name="connsiteY4250" fmla="*/ 94583 h 5143785"/>
              <a:gd name="connsiteX4251" fmla="*/ 2111788 w 3114960"/>
              <a:gd name="connsiteY4251" fmla="*/ 112205 h 5143785"/>
              <a:gd name="connsiteX4252" fmla="*/ 2113788 w 3114960"/>
              <a:gd name="connsiteY4252" fmla="*/ 114586 h 5143785"/>
              <a:gd name="connsiteX4253" fmla="*/ 2142173 w 3114960"/>
              <a:gd name="connsiteY4253" fmla="*/ 138494 h 5143785"/>
              <a:gd name="connsiteX4254" fmla="*/ 2141982 w 3114960"/>
              <a:gd name="connsiteY4254" fmla="*/ 222790 h 5143785"/>
              <a:gd name="connsiteX4255" fmla="*/ 2116265 w 3114960"/>
              <a:gd name="connsiteY4255" fmla="*/ 254032 h 5143785"/>
              <a:gd name="connsiteX4256" fmla="*/ 2115693 w 3114960"/>
              <a:gd name="connsiteY4256" fmla="*/ 255556 h 5143785"/>
              <a:gd name="connsiteX4257" fmla="*/ 2115693 w 3114960"/>
              <a:gd name="connsiteY4257" fmla="*/ 352044 h 5143785"/>
              <a:gd name="connsiteX4258" fmla="*/ 2116169 w 3114960"/>
              <a:gd name="connsiteY4258" fmla="*/ 353473 h 5143785"/>
              <a:gd name="connsiteX4259" fmla="*/ 2147316 w 3114960"/>
              <a:gd name="connsiteY4259" fmla="*/ 394049 h 5143785"/>
              <a:gd name="connsiteX4260" fmla="*/ 2147316 w 3114960"/>
              <a:gd name="connsiteY4260" fmla="*/ 459962 h 5143785"/>
              <a:gd name="connsiteX4261" fmla="*/ 2143411 w 3114960"/>
              <a:gd name="connsiteY4261" fmla="*/ 459962 h 5143785"/>
              <a:gd name="connsiteX4262" fmla="*/ 2138077 w 3114960"/>
              <a:gd name="connsiteY4262" fmla="*/ 465296 h 5143785"/>
              <a:gd name="connsiteX4263" fmla="*/ 2138077 w 3114960"/>
              <a:gd name="connsiteY4263" fmla="*/ 477964 h 5143785"/>
              <a:gd name="connsiteX4264" fmla="*/ 2143411 w 3114960"/>
              <a:gd name="connsiteY4264" fmla="*/ 483299 h 5143785"/>
              <a:gd name="connsiteX4265" fmla="*/ 2156079 w 3114960"/>
              <a:gd name="connsiteY4265" fmla="*/ 483299 h 5143785"/>
              <a:gd name="connsiteX4266" fmla="*/ 2161413 w 3114960"/>
              <a:gd name="connsiteY4266" fmla="*/ 477964 h 5143785"/>
              <a:gd name="connsiteX4267" fmla="*/ 2161413 w 3114960"/>
              <a:gd name="connsiteY4267" fmla="*/ 465296 h 5143785"/>
              <a:gd name="connsiteX4268" fmla="*/ 2156079 w 3114960"/>
              <a:gd name="connsiteY4268" fmla="*/ 459962 h 5143785"/>
              <a:gd name="connsiteX4269" fmla="*/ 2152174 w 3114960"/>
              <a:gd name="connsiteY4269" fmla="*/ 459962 h 5143785"/>
              <a:gd name="connsiteX4270" fmla="*/ 2152174 w 3114960"/>
              <a:gd name="connsiteY4270" fmla="*/ 393192 h 5143785"/>
              <a:gd name="connsiteX4271" fmla="*/ 2151698 w 3114960"/>
              <a:gd name="connsiteY4271" fmla="*/ 391763 h 5143785"/>
              <a:gd name="connsiteX4272" fmla="*/ 2120551 w 3114960"/>
              <a:gd name="connsiteY4272" fmla="*/ 351187 h 5143785"/>
              <a:gd name="connsiteX4273" fmla="*/ 2120551 w 3114960"/>
              <a:gd name="connsiteY4273" fmla="*/ 256318 h 5143785"/>
              <a:gd name="connsiteX4274" fmla="*/ 2146268 w 3114960"/>
              <a:gd name="connsiteY4274" fmla="*/ 225076 h 5143785"/>
              <a:gd name="connsiteX4275" fmla="*/ 2146840 w 3114960"/>
              <a:gd name="connsiteY4275" fmla="*/ 223552 h 5143785"/>
              <a:gd name="connsiteX4276" fmla="*/ 2147030 w 3114960"/>
              <a:gd name="connsiteY4276" fmla="*/ 138208 h 5143785"/>
              <a:gd name="connsiteX4277" fmla="*/ 2167128 w 3114960"/>
              <a:gd name="connsiteY4277" fmla="*/ 118301 h 5143785"/>
              <a:gd name="connsiteX4278" fmla="*/ 2167128 w 3114960"/>
              <a:gd name="connsiteY4278" fmla="*/ 69914 h 5143785"/>
              <a:gd name="connsiteX4279" fmla="*/ 2168652 w 3114960"/>
              <a:gd name="connsiteY4279" fmla="*/ 68961 h 5143785"/>
              <a:gd name="connsiteX4280" fmla="*/ 2174367 w 3114960"/>
              <a:gd name="connsiteY4280" fmla="*/ 63246 h 5143785"/>
              <a:gd name="connsiteX4281" fmla="*/ 2174367 w 3114960"/>
              <a:gd name="connsiteY4281" fmla="*/ 55436 h 5143785"/>
              <a:gd name="connsiteX4282" fmla="*/ 2168652 w 3114960"/>
              <a:gd name="connsiteY4282" fmla="*/ 49721 h 5143785"/>
              <a:gd name="connsiteX4283" fmla="*/ 2160842 w 3114960"/>
              <a:gd name="connsiteY4283" fmla="*/ 49721 h 5143785"/>
              <a:gd name="connsiteX4284" fmla="*/ 2155127 w 3114960"/>
              <a:gd name="connsiteY4284" fmla="*/ 55436 h 5143785"/>
              <a:gd name="connsiteX4285" fmla="*/ 2155127 w 3114960"/>
              <a:gd name="connsiteY4285" fmla="*/ 63246 h 5143785"/>
              <a:gd name="connsiteX4286" fmla="*/ 2160842 w 3114960"/>
              <a:gd name="connsiteY4286" fmla="*/ 68961 h 5143785"/>
              <a:gd name="connsiteX4287" fmla="*/ 2162366 w 3114960"/>
              <a:gd name="connsiteY4287" fmla="*/ 70009 h 5143785"/>
              <a:gd name="connsiteX4288" fmla="*/ 2162366 w 3114960"/>
              <a:gd name="connsiteY4288" fmla="*/ 116396 h 5143785"/>
              <a:gd name="connsiteX4289" fmla="*/ 2144554 w 3114960"/>
              <a:gd name="connsiteY4289" fmla="*/ 134112 h 5143785"/>
              <a:gd name="connsiteX4290" fmla="*/ 2116646 w 3114960"/>
              <a:gd name="connsiteY4290" fmla="*/ 110585 h 5143785"/>
              <a:gd name="connsiteX4291" fmla="*/ 2116646 w 3114960"/>
              <a:gd name="connsiteY4291" fmla="*/ 94488 h 5143785"/>
              <a:gd name="connsiteX4292" fmla="*/ 2121313 w 3114960"/>
              <a:gd name="connsiteY4292" fmla="*/ 87916 h 5143785"/>
              <a:gd name="connsiteX4293" fmla="*/ 2155984 w 3114960"/>
              <a:gd name="connsiteY4293" fmla="*/ 464725 h 5143785"/>
              <a:gd name="connsiteX4294" fmla="*/ 2156555 w 3114960"/>
              <a:gd name="connsiteY4294" fmla="*/ 465296 h 5143785"/>
              <a:gd name="connsiteX4295" fmla="*/ 2156555 w 3114960"/>
              <a:gd name="connsiteY4295" fmla="*/ 477964 h 5143785"/>
              <a:gd name="connsiteX4296" fmla="*/ 2155984 w 3114960"/>
              <a:gd name="connsiteY4296" fmla="*/ 478536 h 5143785"/>
              <a:gd name="connsiteX4297" fmla="*/ 2143316 w 3114960"/>
              <a:gd name="connsiteY4297" fmla="*/ 478536 h 5143785"/>
              <a:gd name="connsiteX4298" fmla="*/ 2142744 w 3114960"/>
              <a:gd name="connsiteY4298" fmla="*/ 477964 h 5143785"/>
              <a:gd name="connsiteX4299" fmla="*/ 2142744 w 3114960"/>
              <a:gd name="connsiteY4299" fmla="*/ 465296 h 5143785"/>
              <a:gd name="connsiteX4300" fmla="*/ 2143316 w 3114960"/>
              <a:gd name="connsiteY4300" fmla="*/ 464725 h 5143785"/>
              <a:gd name="connsiteX4301" fmla="*/ 2155984 w 3114960"/>
              <a:gd name="connsiteY4301" fmla="*/ 464725 h 5143785"/>
              <a:gd name="connsiteX4302" fmla="*/ 2158365 w 3114960"/>
              <a:gd name="connsiteY4302" fmla="*/ 60008 h 5143785"/>
              <a:gd name="connsiteX4303" fmla="*/ 2158365 w 3114960"/>
              <a:gd name="connsiteY4303" fmla="*/ 58960 h 5143785"/>
              <a:gd name="connsiteX4304" fmla="*/ 2164080 w 3114960"/>
              <a:gd name="connsiteY4304" fmla="*/ 53245 h 5143785"/>
              <a:gd name="connsiteX4305" fmla="*/ 2164652 w 3114960"/>
              <a:gd name="connsiteY4305" fmla="*/ 53054 h 5143785"/>
              <a:gd name="connsiteX4306" fmla="*/ 2165128 w 3114960"/>
              <a:gd name="connsiteY4306" fmla="*/ 53245 h 5143785"/>
              <a:gd name="connsiteX4307" fmla="*/ 2170843 w 3114960"/>
              <a:gd name="connsiteY4307" fmla="*/ 58960 h 5143785"/>
              <a:gd name="connsiteX4308" fmla="*/ 2170843 w 3114960"/>
              <a:gd name="connsiteY4308" fmla="*/ 60008 h 5143785"/>
              <a:gd name="connsiteX4309" fmla="*/ 2165128 w 3114960"/>
              <a:gd name="connsiteY4309" fmla="*/ 65723 h 5143785"/>
              <a:gd name="connsiteX4310" fmla="*/ 2164080 w 3114960"/>
              <a:gd name="connsiteY4310" fmla="*/ 65723 h 5143785"/>
              <a:gd name="connsiteX4311" fmla="*/ 2158365 w 3114960"/>
              <a:gd name="connsiteY4311" fmla="*/ 60008 h 5143785"/>
              <a:gd name="connsiteX4312" fmla="*/ 200882 w 3114960"/>
              <a:gd name="connsiteY4312" fmla="*/ 1117187 h 5143785"/>
              <a:gd name="connsiteX4313" fmla="*/ 191929 w 3114960"/>
              <a:gd name="connsiteY4313" fmla="*/ 1124236 h 5143785"/>
              <a:gd name="connsiteX4314" fmla="*/ 71628 w 3114960"/>
              <a:gd name="connsiteY4314" fmla="*/ 1124236 h 5143785"/>
              <a:gd name="connsiteX4315" fmla="*/ 25813 w 3114960"/>
              <a:gd name="connsiteY4315" fmla="*/ 1169861 h 5143785"/>
              <a:gd name="connsiteX4316" fmla="*/ 25813 w 3114960"/>
              <a:gd name="connsiteY4316" fmla="*/ 1267111 h 5143785"/>
              <a:gd name="connsiteX4317" fmla="*/ 18764 w 3114960"/>
              <a:gd name="connsiteY4317" fmla="*/ 1276064 h 5143785"/>
              <a:gd name="connsiteX4318" fmla="*/ 28194 w 3114960"/>
              <a:gd name="connsiteY4318" fmla="*/ 1285494 h 5143785"/>
              <a:gd name="connsiteX4319" fmla="*/ 37624 w 3114960"/>
              <a:gd name="connsiteY4319" fmla="*/ 1276064 h 5143785"/>
              <a:gd name="connsiteX4320" fmla="*/ 30575 w 3114960"/>
              <a:gd name="connsiteY4320" fmla="*/ 1267111 h 5143785"/>
              <a:gd name="connsiteX4321" fmla="*/ 30575 w 3114960"/>
              <a:gd name="connsiteY4321" fmla="*/ 1171861 h 5143785"/>
              <a:gd name="connsiteX4322" fmla="*/ 73628 w 3114960"/>
              <a:gd name="connsiteY4322" fmla="*/ 1128998 h 5143785"/>
              <a:gd name="connsiteX4323" fmla="*/ 191929 w 3114960"/>
              <a:gd name="connsiteY4323" fmla="*/ 1128998 h 5143785"/>
              <a:gd name="connsiteX4324" fmla="*/ 200882 w 3114960"/>
              <a:gd name="connsiteY4324" fmla="*/ 1136047 h 5143785"/>
              <a:gd name="connsiteX4325" fmla="*/ 210312 w 3114960"/>
              <a:gd name="connsiteY4325" fmla="*/ 1126617 h 5143785"/>
              <a:gd name="connsiteX4326" fmla="*/ 200882 w 3114960"/>
              <a:gd name="connsiteY4326" fmla="*/ 1117187 h 5143785"/>
              <a:gd name="connsiteX4327" fmla="*/ 32861 w 3114960"/>
              <a:gd name="connsiteY4327" fmla="*/ 1276160 h 5143785"/>
              <a:gd name="connsiteX4328" fmla="*/ 28194 w 3114960"/>
              <a:gd name="connsiteY4328" fmla="*/ 1280827 h 5143785"/>
              <a:gd name="connsiteX4329" fmla="*/ 23527 w 3114960"/>
              <a:gd name="connsiteY4329" fmla="*/ 1276160 h 5143785"/>
              <a:gd name="connsiteX4330" fmla="*/ 28194 w 3114960"/>
              <a:gd name="connsiteY4330" fmla="*/ 1271492 h 5143785"/>
              <a:gd name="connsiteX4331" fmla="*/ 32861 w 3114960"/>
              <a:gd name="connsiteY4331" fmla="*/ 1276160 h 5143785"/>
              <a:gd name="connsiteX4332" fmla="*/ 200882 w 3114960"/>
              <a:gd name="connsiteY4332" fmla="*/ 1131380 h 5143785"/>
              <a:gd name="connsiteX4333" fmla="*/ 196215 w 3114960"/>
              <a:gd name="connsiteY4333" fmla="*/ 1126712 h 5143785"/>
              <a:gd name="connsiteX4334" fmla="*/ 200882 w 3114960"/>
              <a:gd name="connsiteY4334" fmla="*/ 1122045 h 5143785"/>
              <a:gd name="connsiteX4335" fmla="*/ 205550 w 3114960"/>
              <a:gd name="connsiteY4335" fmla="*/ 1126712 h 5143785"/>
              <a:gd name="connsiteX4336" fmla="*/ 200882 w 3114960"/>
              <a:gd name="connsiteY4336" fmla="*/ 1131380 h 5143785"/>
              <a:gd name="connsiteX4337" fmla="*/ 663607 w 3114960"/>
              <a:gd name="connsiteY4337" fmla="*/ 4296442 h 5143785"/>
              <a:gd name="connsiteX4338" fmla="*/ 656463 w 3114960"/>
              <a:gd name="connsiteY4338" fmla="*/ 4296442 h 5143785"/>
              <a:gd name="connsiteX4339" fmla="*/ 656463 w 3114960"/>
              <a:gd name="connsiteY4339" fmla="*/ 4291679 h 5143785"/>
              <a:gd name="connsiteX4340" fmla="*/ 663607 w 3114960"/>
              <a:gd name="connsiteY4340" fmla="*/ 4291679 h 5143785"/>
              <a:gd name="connsiteX4341" fmla="*/ 663607 w 3114960"/>
              <a:gd name="connsiteY4341" fmla="*/ 4296442 h 5143785"/>
              <a:gd name="connsiteX4342" fmla="*/ 663607 w 3114960"/>
              <a:gd name="connsiteY4342" fmla="*/ 4327112 h 5143785"/>
              <a:gd name="connsiteX4343" fmla="*/ 656463 w 3114960"/>
              <a:gd name="connsiteY4343" fmla="*/ 4327112 h 5143785"/>
              <a:gd name="connsiteX4344" fmla="*/ 656463 w 3114960"/>
              <a:gd name="connsiteY4344" fmla="*/ 4319493 h 5143785"/>
              <a:gd name="connsiteX4345" fmla="*/ 663607 w 3114960"/>
              <a:gd name="connsiteY4345" fmla="*/ 4319493 h 5143785"/>
              <a:gd name="connsiteX4346" fmla="*/ 663607 w 3114960"/>
              <a:gd name="connsiteY4346" fmla="*/ 4327112 h 5143785"/>
              <a:gd name="connsiteX4347" fmla="*/ 523589 w 3114960"/>
              <a:gd name="connsiteY4347" fmla="*/ 1961483 h 5143785"/>
              <a:gd name="connsiteX4348" fmla="*/ 510159 w 3114960"/>
              <a:gd name="connsiteY4348" fmla="*/ 1974914 h 5143785"/>
              <a:gd name="connsiteX4349" fmla="*/ 520065 w 3114960"/>
              <a:gd name="connsiteY4349" fmla="*/ 1987868 h 5143785"/>
              <a:gd name="connsiteX4350" fmla="*/ 520065 w 3114960"/>
              <a:gd name="connsiteY4350" fmla="*/ 1990820 h 5143785"/>
              <a:gd name="connsiteX4351" fmla="*/ 527209 w 3114960"/>
              <a:gd name="connsiteY4351" fmla="*/ 1990820 h 5143785"/>
              <a:gd name="connsiteX4352" fmla="*/ 527209 w 3114960"/>
              <a:gd name="connsiteY4352" fmla="*/ 1987868 h 5143785"/>
              <a:gd name="connsiteX4353" fmla="*/ 537115 w 3114960"/>
              <a:gd name="connsiteY4353" fmla="*/ 1974914 h 5143785"/>
              <a:gd name="connsiteX4354" fmla="*/ 523685 w 3114960"/>
              <a:gd name="connsiteY4354" fmla="*/ 1961483 h 5143785"/>
              <a:gd name="connsiteX4355" fmla="*/ 523589 w 3114960"/>
              <a:gd name="connsiteY4355" fmla="*/ 1983677 h 5143785"/>
              <a:gd name="connsiteX4356" fmla="*/ 514922 w 3114960"/>
              <a:gd name="connsiteY4356" fmla="*/ 1975009 h 5143785"/>
              <a:gd name="connsiteX4357" fmla="*/ 523589 w 3114960"/>
              <a:gd name="connsiteY4357" fmla="*/ 1966341 h 5143785"/>
              <a:gd name="connsiteX4358" fmla="*/ 532257 w 3114960"/>
              <a:gd name="connsiteY4358" fmla="*/ 1975009 h 5143785"/>
              <a:gd name="connsiteX4359" fmla="*/ 523589 w 3114960"/>
              <a:gd name="connsiteY4359" fmla="*/ 1983677 h 5143785"/>
              <a:gd name="connsiteX4360" fmla="*/ 2248281 w 3114960"/>
              <a:gd name="connsiteY4360" fmla="*/ 4798124 h 5143785"/>
              <a:gd name="connsiteX4361" fmla="*/ 2253901 w 3114960"/>
              <a:gd name="connsiteY4361" fmla="*/ 4799457 h 5143785"/>
              <a:gd name="connsiteX4362" fmla="*/ 2265236 w 3114960"/>
              <a:gd name="connsiteY4362" fmla="*/ 4792504 h 5143785"/>
              <a:gd name="connsiteX4363" fmla="*/ 2266093 w 3114960"/>
              <a:gd name="connsiteY4363" fmla="*/ 4789265 h 5143785"/>
              <a:gd name="connsiteX4364" fmla="*/ 2335530 w 3114960"/>
              <a:gd name="connsiteY4364" fmla="*/ 4789265 h 5143785"/>
              <a:gd name="connsiteX4365" fmla="*/ 2353818 w 3114960"/>
              <a:gd name="connsiteY4365" fmla="*/ 4769454 h 5143785"/>
              <a:gd name="connsiteX4366" fmla="*/ 2353818 w 3114960"/>
              <a:gd name="connsiteY4366" fmla="*/ 4734592 h 5143785"/>
              <a:gd name="connsiteX4367" fmla="*/ 2287619 w 3114960"/>
              <a:gd name="connsiteY4367" fmla="*/ 4663821 h 5143785"/>
              <a:gd name="connsiteX4368" fmla="*/ 2288000 w 3114960"/>
              <a:gd name="connsiteY4368" fmla="*/ 4620768 h 5143785"/>
              <a:gd name="connsiteX4369" fmla="*/ 2298383 w 3114960"/>
              <a:gd name="connsiteY4369" fmla="*/ 4613910 h 5143785"/>
              <a:gd name="connsiteX4370" fmla="*/ 2292763 w 3114960"/>
              <a:gd name="connsiteY4370" fmla="*/ 4596956 h 5143785"/>
              <a:gd name="connsiteX4371" fmla="*/ 2275808 w 3114960"/>
              <a:gd name="connsiteY4371" fmla="*/ 4602576 h 5143785"/>
              <a:gd name="connsiteX4372" fmla="*/ 2281428 w 3114960"/>
              <a:gd name="connsiteY4372" fmla="*/ 4619530 h 5143785"/>
              <a:gd name="connsiteX4373" fmla="*/ 2281428 w 3114960"/>
              <a:gd name="connsiteY4373" fmla="*/ 4619530 h 5143785"/>
              <a:gd name="connsiteX4374" fmla="*/ 2283238 w 3114960"/>
              <a:gd name="connsiteY4374" fmla="*/ 4620197 h 5143785"/>
              <a:gd name="connsiteX4375" fmla="*/ 2282762 w 3114960"/>
              <a:gd name="connsiteY4375" fmla="*/ 4665631 h 5143785"/>
              <a:gd name="connsiteX4376" fmla="*/ 2349056 w 3114960"/>
              <a:gd name="connsiteY4376" fmla="*/ 4736402 h 5143785"/>
              <a:gd name="connsiteX4377" fmla="*/ 2349056 w 3114960"/>
              <a:gd name="connsiteY4377" fmla="*/ 4767548 h 5143785"/>
              <a:gd name="connsiteX4378" fmla="*/ 2333435 w 3114960"/>
              <a:gd name="connsiteY4378" fmla="*/ 4784503 h 5143785"/>
              <a:gd name="connsiteX4379" fmla="*/ 2266093 w 3114960"/>
              <a:gd name="connsiteY4379" fmla="*/ 4784503 h 5143785"/>
              <a:gd name="connsiteX4380" fmla="*/ 2265902 w 3114960"/>
              <a:gd name="connsiteY4380" fmla="*/ 4782884 h 5143785"/>
              <a:gd name="connsiteX4381" fmla="*/ 2259521 w 3114960"/>
              <a:gd name="connsiteY4381" fmla="*/ 4775645 h 5143785"/>
              <a:gd name="connsiteX4382" fmla="*/ 2242566 w 3114960"/>
              <a:gd name="connsiteY4382" fmla="*/ 4781264 h 5143785"/>
              <a:gd name="connsiteX4383" fmla="*/ 2241899 w 3114960"/>
              <a:gd name="connsiteY4383" fmla="*/ 4790885 h 5143785"/>
              <a:gd name="connsiteX4384" fmla="*/ 2248281 w 3114960"/>
              <a:gd name="connsiteY4384" fmla="*/ 4798124 h 5143785"/>
              <a:gd name="connsiteX4385" fmla="*/ 2283524 w 3114960"/>
              <a:gd name="connsiteY4385" fmla="*/ 4615339 h 5143785"/>
              <a:gd name="connsiteX4386" fmla="*/ 2279999 w 3114960"/>
              <a:gd name="connsiteY4386" fmla="*/ 4604766 h 5143785"/>
              <a:gd name="connsiteX4387" fmla="*/ 2284571 w 3114960"/>
              <a:gd name="connsiteY4387" fmla="*/ 4600861 h 5143785"/>
              <a:gd name="connsiteX4388" fmla="*/ 2290572 w 3114960"/>
              <a:gd name="connsiteY4388" fmla="*/ 4601242 h 5143785"/>
              <a:gd name="connsiteX4389" fmla="*/ 2294477 w 3114960"/>
              <a:gd name="connsiteY4389" fmla="*/ 4605814 h 5143785"/>
              <a:gd name="connsiteX4390" fmla="*/ 2294096 w 3114960"/>
              <a:gd name="connsiteY4390" fmla="*/ 4611815 h 5143785"/>
              <a:gd name="connsiteX4391" fmla="*/ 2283524 w 3114960"/>
              <a:gd name="connsiteY4391" fmla="*/ 4615339 h 5143785"/>
              <a:gd name="connsiteX4392" fmla="*/ 2246852 w 3114960"/>
              <a:gd name="connsiteY4392" fmla="*/ 4783265 h 5143785"/>
              <a:gd name="connsiteX4393" fmla="*/ 2251424 w 3114960"/>
              <a:gd name="connsiteY4393" fmla="*/ 4779360 h 5143785"/>
              <a:gd name="connsiteX4394" fmla="*/ 2253901 w 3114960"/>
              <a:gd name="connsiteY4394" fmla="*/ 4778979 h 5143785"/>
              <a:gd name="connsiteX4395" fmla="*/ 2257425 w 3114960"/>
              <a:gd name="connsiteY4395" fmla="*/ 4779836 h 5143785"/>
              <a:gd name="connsiteX4396" fmla="*/ 2261330 w 3114960"/>
              <a:gd name="connsiteY4396" fmla="*/ 4784408 h 5143785"/>
              <a:gd name="connsiteX4397" fmla="*/ 2260949 w 3114960"/>
              <a:gd name="connsiteY4397" fmla="*/ 4790409 h 5143785"/>
              <a:gd name="connsiteX4398" fmla="*/ 2256377 w 3114960"/>
              <a:gd name="connsiteY4398" fmla="*/ 4794314 h 5143785"/>
              <a:gd name="connsiteX4399" fmla="*/ 2250377 w 3114960"/>
              <a:gd name="connsiteY4399" fmla="*/ 4793933 h 5143785"/>
              <a:gd name="connsiteX4400" fmla="*/ 2246471 w 3114960"/>
              <a:gd name="connsiteY4400" fmla="*/ 4789361 h 5143785"/>
              <a:gd name="connsiteX4401" fmla="*/ 2246852 w 3114960"/>
              <a:gd name="connsiteY4401" fmla="*/ 4783360 h 5143785"/>
              <a:gd name="connsiteX4402" fmla="*/ 656463 w 3114960"/>
              <a:gd name="connsiteY4402" fmla="*/ 4349972 h 5143785"/>
              <a:gd name="connsiteX4403" fmla="*/ 663607 w 3114960"/>
              <a:gd name="connsiteY4403" fmla="*/ 4349972 h 5143785"/>
              <a:gd name="connsiteX4404" fmla="*/ 663607 w 3114960"/>
              <a:gd name="connsiteY4404" fmla="*/ 4356354 h 5143785"/>
              <a:gd name="connsiteX4405" fmla="*/ 658844 w 3114960"/>
              <a:gd name="connsiteY4405" fmla="*/ 4360545 h 5143785"/>
              <a:gd name="connsiteX4406" fmla="*/ 654082 w 3114960"/>
              <a:gd name="connsiteY4406" fmla="*/ 4355211 h 5143785"/>
              <a:gd name="connsiteX4407" fmla="*/ 656463 w 3114960"/>
              <a:gd name="connsiteY4407" fmla="*/ 4353116 h 5143785"/>
              <a:gd name="connsiteX4408" fmla="*/ 656463 w 3114960"/>
              <a:gd name="connsiteY4408" fmla="*/ 4349972 h 5143785"/>
              <a:gd name="connsiteX4409" fmla="*/ 645319 w 3114960"/>
              <a:gd name="connsiteY4409" fmla="*/ 4372547 h 5143785"/>
              <a:gd name="connsiteX4410" fmla="*/ 640556 w 3114960"/>
              <a:gd name="connsiteY4410" fmla="*/ 4367213 h 5143785"/>
              <a:gd name="connsiteX4411" fmla="*/ 647319 w 3114960"/>
              <a:gd name="connsiteY4411" fmla="*/ 4361307 h 5143785"/>
              <a:gd name="connsiteX4412" fmla="*/ 652082 w 3114960"/>
              <a:gd name="connsiteY4412" fmla="*/ 4366641 h 5143785"/>
              <a:gd name="connsiteX4413" fmla="*/ 645319 w 3114960"/>
              <a:gd name="connsiteY4413" fmla="*/ 4372547 h 5143785"/>
              <a:gd name="connsiteX4414" fmla="*/ 780860 w 3114960"/>
              <a:gd name="connsiteY4414" fmla="*/ 4414647 h 5143785"/>
              <a:gd name="connsiteX4415" fmla="*/ 787527 w 3114960"/>
              <a:gd name="connsiteY4415" fmla="*/ 4407980 h 5143785"/>
              <a:gd name="connsiteX4416" fmla="*/ 794195 w 3114960"/>
              <a:gd name="connsiteY4416" fmla="*/ 4414647 h 5143785"/>
              <a:gd name="connsiteX4417" fmla="*/ 787527 w 3114960"/>
              <a:gd name="connsiteY4417" fmla="*/ 4421315 h 5143785"/>
              <a:gd name="connsiteX4418" fmla="*/ 780860 w 3114960"/>
              <a:gd name="connsiteY4418" fmla="*/ 4414647 h 5143785"/>
              <a:gd name="connsiteX4419" fmla="*/ 2059972 w 3114960"/>
              <a:gd name="connsiteY4419" fmla="*/ 246793 h 5143785"/>
              <a:gd name="connsiteX4420" fmla="*/ 2058734 w 3114960"/>
              <a:gd name="connsiteY4420" fmla="*/ 358426 h 5143785"/>
              <a:gd name="connsiteX4421" fmla="*/ 2093595 w 3114960"/>
              <a:gd name="connsiteY4421" fmla="*/ 405670 h 5143785"/>
              <a:gd name="connsiteX4422" fmla="*/ 2094167 w 3114960"/>
              <a:gd name="connsiteY4422" fmla="*/ 504920 h 5143785"/>
              <a:gd name="connsiteX4423" fmla="*/ 2090261 w 3114960"/>
              <a:gd name="connsiteY4423" fmla="*/ 504920 h 5143785"/>
              <a:gd name="connsiteX4424" fmla="*/ 2084927 w 3114960"/>
              <a:gd name="connsiteY4424" fmla="*/ 510254 h 5143785"/>
              <a:gd name="connsiteX4425" fmla="*/ 2084927 w 3114960"/>
              <a:gd name="connsiteY4425" fmla="*/ 522923 h 5143785"/>
              <a:gd name="connsiteX4426" fmla="*/ 2090261 w 3114960"/>
              <a:gd name="connsiteY4426" fmla="*/ 528257 h 5143785"/>
              <a:gd name="connsiteX4427" fmla="*/ 2102930 w 3114960"/>
              <a:gd name="connsiteY4427" fmla="*/ 528257 h 5143785"/>
              <a:gd name="connsiteX4428" fmla="*/ 2108264 w 3114960"/>
              <a:gd name="connsiteY4428" fmla="*/ 522923 h 5143785"/>
              <a:gd name="connsiteX4429" fmla="*/ 2108264 w 3114960"/>
              <a:gd name="connsiteY4429" fmla="*/ 510254 h 5143785"/>
              <a:gd name="connsiteX4430" fmla="*/ 2102930 w 3114960"/>
              <a:gd name="connsiteY4430" fmla="*/ 504920 h 5143785"/>
              <a:gd name="connsiteX4431" fmla="*/ 2098929 w 3114960"/>
              <a:gd name="connsiteY4431" fmla="*/ 504920 h 5143785"/>
              <a:gd name="connsiteX4432" fmla="*/ 2098358 w 3114960"/>
              <a:gd name="connsiteY4432" fmla="*/ 404051 h 5143785"/>
              <a:gd name="connsiteX4433" fmla="*/ 2063496 w 3114960"/>
              <a:gd name="connsiteY4433" fmla="*/ 356807 h 5143785"/>
              <a:gd name="connsiteX4434" fmla="*/ 2064639 w 3114960"/>
              <a:gd name="connsiteY4434" fmla="*/ 248698 h 5143785"/>
              <a:gd name="connsiteX4435" fmla="*/ 2096262 w 3114960"/>
              <a:gd name="connsiteY4435" fmla="*/ 215360 h 5143785"/>
              <a:gd name="connsiteX4436" fmla="*/ 2096262 w 3114960"/>
              <a:gd name="connsiteY4436" fmla="*/ 124206 h 5143785"/>
              <a:gd name="connsiteX4437" fmla="*/ 2078927 w 3114960"/>
              <a:gd name="connsiteY4437" fmla="*/ 105156 h 5143785"/>
              <a:gd name="connsiteX4438" fmla="*/ 2078927 w 3114960"/>
              <a:gd name="connsiteY4438" fmla="*/ 71152 h 5143785"/>
              <a:gd name="connsiteX4439" fmla="*/ 2084356 w 3114960"/>
              <a:gd name="connsiteY4439" fmla="*/ 68485 h 5143785"/>
              <a:gd name="connsiteX4440" fmla="*/ 2087594 w 3114960"/>
              <a:gd name="connsiteY4440" fmla="*/ 60865 h 5143785"/>
              <a:gd name="connsiteX4441" fmla="*/ 2084451 w 3114960"/>
              <a:gd name="connsiteY4441" fmla="*/ 53150 h 5143785"/>
              <a:gd name="connsiteX4442" fmla="*/ 2076831 w 3114960"/>
              <a:gd name="connsiteY4442" fmla="*/ 49911 h 5143785"/>
              <a:gd name="connsiteX4443" fmla="*/ 2069116 w 3114960"/>
              <a:gd name="connsiteY4443" fmla="*/ 53054 h 5143785"/>
              <a:gd name="connsiteX4444" fmla="*/ 2065877 w 3114960"/>
              <a:gd name="connsiteY4444" fmla="*/ 60674 h 5143785"/>
              <a:gd name="connsiteX4445" fmla="*/ 2069021 w 3114960"/>
              <a:gd name="connsiteY4445" fmla="*/ 68390 h 5143785"/>
              <a:gd name="connsiteX4446" fmla="*/ 2074069 w 3114960"/>
              <a:gd name="connsiteY4446" fmla="*/ 71152 h 5143785"/>
              <a:gd name="connsiteX4447" fmla="*/ 2074069 w 3114960"/>
              <a:gd name="connsiteY4447" fmla="*/ 107061 h 5143785"/>
              <a:gd name="connsiteX4448" fmla="*/ 2091404 w 3114960"/>
              <a:gd name="connsiteY4448" fmla="*/ 126111 h 5143785"/>
              <a:gd name="connsiteX4449" fmla="*/ 2091404 w 3114960"/>
              <a:gd name="connsiteY4449" fmla="*/ 213551 h 5143785"/>
              <a:gd name="connsiteX4450" fmla="*/ 2059781 w 3114960"/>
              <a:gd name="connsiteY4450" fmla="*/ 246793 h 5143785"/>
              <a:gd name="connsiteX4451" fmla="*/ 2102930 w 3114960"/>
              <a:gd name="connsiteY4451" fmla="*/ 509683 h 5143785"/>
              <a:gd name="connsiteX4452" fmla="*/ 2103501 w 3114960"/>
              <a:gd name="connsiteY4452" fmla="*/ 510254 h 5143785"/>
              <a:gd name="connsiteX4453" fmla="*/ 2103501 w 3114960"/>
              <a:gd name="connsiteY4453" fmla="*/ 522923 h 5143785"/>
              <a:gd name="connsiteX4454" fmla="*/ 2102930 w 3114960"/>
              <a:gd name="connsiteY4454" fmla="*/ 523494 h 5143785"/>
              <a:gd name="connsiteX4455" fmla="*/ 2090261 w 3114960"/>
              <a:gd name="connsiteY4455" fmla="*/ 523494 h 5143785"/>
              <a:gd name="connsiteX4456" fmla="*/ 2089690 w 3114960"/>
              <a:gd name="connsiteY4456" fmla="*/ 522923 h 5143785"/>
              <a:gd name="connsiteX4457" fmla="*/ 2089690 w 3114960"/>
              <a:gd name="connsiteY4457" fmla="*/ 510254 h 5143785"/>
              <a:gd name="connsiteX4458" fmla="*/ 2090261 w 3114960"/>
              <a:gd name="connsiteY4458" fmla="*/ 509683 h 5143785"/>
              <a:gd name="connsiteX4459" fmla="*/ 2102930 w 3114960"/>
              <a:gd name="connsiteY4459" fmla="*/ 509683 h 5143785"/>
              <a:gd name="connsiteX4460" fmla="*/ 2076926 w 3114960"/>
              <a:gd name="connsiteY4460" fmla="*/ 66866 h 5143785"/>
              <a:gd name="connsiteX4461" fmla="*/ 2072640 w 3114960"/>
              <a:gd name="connsiteY4461" fmla="*/ 65056 h 5143785"/>
              <a:gd name="connsiteX4462" fmla="*/ 2070926 w 3114960"/>
              <a:gd name="connsiteY4462" fmla="*/ 60770 h 5143785"/>
              <a:gd name="connsiteX4463" fmla="*/ 2072735 w 3114960"/>
              <a:gd name="connsiteY4463" fmla="*/ 56483 h 5143785"/>
              <a:gd name="connsiteX4464" fmla="*/ 2076926 w 3114960"/>
              <a:gd name="connsiteY4464" fmla="*/ 54769 h 5143785"/>
              <a:gd name="connsiteX4465" fmla="*/ 2076926 w 3114960"/>
              <a:gd name="connsiteY4465" fmla="*/ 54769 h 5143785"/>
              <a:gd name="connsiteX4466" fmla="*/ 2081213 w 3114960"/>
              <a:gd name="connsiteY4466" fmla="*/ 56579 h 5143785"/>
              <a:gd name="connsiteX4467" fmla="*/ 2082927 w 3114960"/>
              <a:gd name="connsiteY4467" fmla="*/ 60865 h 5143785"/>
              <a:gd name="connsiteX4468" fmla="*/ 2081117 w 3114960"/>
              <a:gd name="connsiteY4468" fmla="*/ 65151 h 5143785"/>
              <a:gd name="connsiteX4469" fmla="*/ 2076926 w 3114960"/>
              <a:gd name="connsiteY4469" fmla="*/ 66866 h 5143785"/>
              <a:gd name="connsiteX4470" fmla="*/ 2076926 w 3114960"/>
              <a:gd name="connsiteY4470" fmla="*/ 66866 h 5143785"/>
              <a:gd name="connsiteX4471" fmla="*/ 728091 w 3114960"/>
              <a:gd name="connsiteY4471" fmla="*/ 4387692 h 5143785"/>
              <a:gd name="connsiteX4472" fmla="*/ 734282 w 3114960"/>
              <a:gd name="connsiteY4472" fmla="*/ 4382262 h 5143785"/>
              <a:gd name="connsiteX4473" fmla="*/ 738950 w 3114960"/>
              <a:gd name="connsiteY4473" fmla="*/ 4387596 h 5143785"/>
              <a:gd name="connsiteX4474" fmla="*/ 732758 w 3114960"/>
              <a:gd name="connsiteY4474" fmla="*/ 4393026 h 5143785"/>
              <a:gd name="connsiteX4475" fmla="*/ 728091 w 3114960"/>
              <a:gd name="connsiteY4475" fmla="*/ 4387692 h 5143785"/>
              <a:gd name="connsiteX4476" fmla="*/ 2642997 w 3114960"/>
              <a:gd name="connsiteY4476" fmla="*/ 78391 h 5143785"/>
              <a:gd name="connsiteX4477" fmla="*/ 2642997 w 3114960"/>
              <a:gd name="connsiteY4477" fmla="*/ 81725 h 5143785"/>
              <a:gd name="connsiteX4478" fmla="*/ 2635758 w 3114960"/>
              <a:gd name="connsiteY4478" fmla="*/ 88964 h 5143785"/>
              <a:gd name="connsiteX4479" fmla="*/ 2572988 w 3114960"/>
              <a:gd name="connsiteY4479" fmla="*/ 88964 h 5143785"/>
              <a:gd name="connsiteX4480" fmla="*/ 2565749 w 3114960"/>
              <a:gd name="connsiteY4480" fmla="*/ 81725 h 5143785"/>
              <a:gd name="connsiteX4481" fmla="*/ 2565749 w 3114960"/>
              <a:gd name="connsiteY4481" fmla="*/ 78391 h 5143785"/>
              <a:gd name="connsiteX4482" fmla="*/ 2572988 w 3114960"/>
              <a:gd name="connsiteY4482" fmla="*/ 71152 h 5143785"/>
              <a:gd name="connsiteX4483" fmla="*/ 2635758 w 3114960"/>
              <a:gd name="connsiteY4483" fmla="*/ 71152 h 5143785"/>
              <a:gd name="connsiteX4484" fmla="*/ 2642997 w 3114960"/>
              <a:gd name="connsiteY4484" fmla="*/ 78391 h 5143785"/>
              <a:gd name="connsiteX4485" fmla="*/ 774668 w 3114960"/>
              <a:gd name="connsiteY4485" fmla="*/ 4296442 h 5143785"/>
              <a:gd name="connsiteX4486" fmla="*/ 767525 w 3114960"/>
              <a:gd name="connsiteY4486" fmla="*/ 4296442 h 5143785"/>
              <a:gd name="connsiteX4487" fmla="*/ 767525 w 3114960"/>
              <a:gd name="connsiteY4487" fmla="*/ 4291679 h 5143785"/>
              <a:gd name="connsiteX4488" fmla="*/ 774668 w 3114960"/>
              <a:gd name="connsiteY4488" fmla="*/ 4291679 h 5143785"/>
              <a:gd name="connsiteX4489" fmla="*/ 774668 w 3114960"/>
              <a:gd name="connsiteY4489" fmla="*/ 4296442 h 5143785"/>
              <a:gd name="connsiteX4490" fmla="*/ 555117 w 3114960"/>
              <a:gd name="connsiteY4490" fmla="*/ 2318766 h 5143785"/>
              <a:gd name="connsiteX4491" fmla="*/ 547402 w 3114960"/>
              <a:gd name="connsiteY4491" fmla="*/ 2302478 h 5143785"/>
              <a:gd name="connsiteX4492" fmla="*/ 545402 w 3114960"/>
              <a:gd name="connsiteY4492" fmla="*/ 2302193 h 5143785"/>
              <a:gd name="connsiteX4493" fmla="*/ 545402 w 3114960"/>
              <a:gd name="connsiteY4493" fmla="*/ 2299430 h 5143785"/>
              <a:gd name="connsiteX4494" fmla="*/ 540639 w 3114960"/>
              <a:gd name="connsiteY4494" fmla="*/ 2299430 h 5143785"/>
              <a:gd name="connsiteX4495" fmla="*/ 540639 w 3114960"/>
              <a:gd name="connsiteY4495" fmla="*/ 2302288 h 5143785"/>
              <a:gd name="connsiteX4496" fmla="*/ 537686 w 3114960"/>
              <a:gd name="connsiteY4496" fmla="*/ 2303050 h 5143785"/>
              <a:gd name="connsiteX4497" fmla="*/ 531209 w 3114960"/>
              <a:gd name="connsiteY4497" fmla="*/ 2310289 h 5143785"/>
              <a:gd name="connsiteX4498" fmla="*/ 531686 w 3114960"/>
              <a:gd name="connsiteY4498" fmla="*/ 2320004 h 5143785"/>
              <a:gd name="connsiteX4499" fmla="*/ 538925 w 3114960"/>
              <a:gd name="connsiteY4499" fmla="*/ 2326481 h 5143785"/>
              <a:gd name="connsiteX4500" fmla="*/ 543211 w 3114960"/>
              <a:gd name="connsiteY4500" fmla="*/ 2327243 h 5143785"/>
              <a:gd name="connsiteX4501" fmla="*/ 548640 w 3114960"/>
              <a:gd name="connsiteY4501" fmla="*/ 2326005 h 5143785"/>
              <a:gd name="connsiteX4502" fmla="*/ 548926 w 3114960"/>
              <a:gd name="connsiteY4502" fmla="*/ 2325815 h 5143785"/>
              <a:gd name="connsiteX4503" fmla="*/ 608076 w 3114960"/>
              <a:gd name="connsiteY4503" fmla="*/ 2391442 h 5143785"/>
              <a:gd name="connsiteX4504" fmla="*/ 608076 w 3114960"/>
              <a:gd name="connsiteY4504" fmla="*/ 2422589 h 5143785"/>
              <a:gd name="connsiteX4505" fmla="*/ 601885 w 3114960"/>
              <a:gd name="connsiteY4505" fmla="*/ 2429828 h 5143785"/>
              <a:gd name="connsiteX4506" fmla="*/ 601885 w 3114960"/>
              <a:gd name="connsiteY4506" fmla="*/ 2477643 h 5143785"/>
              <a:gd name="connsiteX4507" fmla="*/ 609410 w 3114960"/>
              <a:gd name="connsiteY4507" fmla="*/ 2485168 h 5143785"/>
              <a:gd name="connsiteX4508" fmla="*/ 611600 w 3114960"/>
              <a:gd name="connsiteY4508" fmla="*/ 2485168 h 5143785"/>
              <a:gd name="connsiteX4509" fmla="*/ 619125 w 3114960"/>
              <a:gd name="connsiteY4509" fmla="*/ 2477643 h 5143785"/>
              <a:gd name="connsiteX4510" fmla="*/ 619125 w 3114960"/>
              <a:gd name="connsiteY4510" fmla="*/ 2429828 h 5143785"/>
              <a:gd name="connsiteX4511" fmla="*/ 612839 w 3114960"/>
              <a:gd name="connsiteY4511" fmla="*/ 2422589 h 5143785"/>
              <a:gd name="connsiteX4512" fmla="*/ 612839 w 3114960"/>
              <a:gd name="connsiteY4512" fmla="*/ 2389632 h 5143785"/>
              <a:gd name="connsiteX4513" fmla="*/ 552641 w 3114960"/>
              <a:gd name="connsiteY4513" fmla="*/ 2322957 h 5143785"/>
              <a:gd name="connsiteX4514" fmla="*/ 555117 w 3114960"/>
              <a:gd name="connsiteY4514" fmla="*/ 2318861 h 5143785"/>
              <a:gd name="connsiteX4515" fmla="*/ 550640 w 3114960"/>
              <a:gd name="connsiteY4515" fmla="*/ 2317242 h 5143785"/>
              <a:gd name="connsiteX4516" fmla="*/ 546545 w 3114960"/>
              <a:gd name="connsiteY4516" fmla="*/ 2321719 h 5143785"/>
              <a:gd name="connsiteX4517" fmla="*/ 540449 w 3114960"/>
              <a:gd name="connsiteY4517" fmla="*/ 2322005 h 5143785"/>
              <a:gd name="connsiteX4518" fmla="*/ 535972 w 3114960"/>
              <a:gd name="connsiteY4518" fmla="*/ 2317909 h 5143785"/>
              <a:gd name="connsiteX4519" fmla="*/ 535686 w 3114960"/>
              <a:gd name="connsiteY4519" fmla="*/ 2311813 h 5143785"/>
              <a:gd name="connsiteX4520" fmla="*/ 539782 w 3114960"/>
              <a:gd name="connsiteY4520" fmla="*/ 2307241 h 5143785"/>
              <a:gd name="connsiteX4521" fmla="*/ 543211 w 3114960"/>
              <a:gd name="connsiteY4521" fmla="*/ 2306479 h 5143785"/>
              <a:gd name="connsiteX4522" fmla="*/ 545878 w 3114960"/>
              <a:gd name="connsiteY4522" fmla="*/ 2306955 h 5143785"/>
              <a:gd name="connsiteX4523" fmla="*/ 550736 w 3114960"/>
              <a:gd name="connsiteY4523" fmla="*/ 2317147 h 5143785"/>
              <a:gd name="connsiteX4524" fmla="*/ 616744 w 3114960"/>
              <a:gd name="connsiteY4524" fmla="*/ 2477643 h 5143785"/>
              <a:gd name="connsiteX4525" fmla="*/ 611600 w 3114960"/>
              <a:gd name="connsiteY4525" fmla="*/ 2482787 h 5143785"/>
              <a:gd name="connsiteX4526" fmla="*/ 609410 w 3114960"/>
              <a:gd name="connsiteY4526" fmla="*/ 2482787 h 5143785"/>
              <a:gd name="connsiteX4527" fmla="*/ 604266 w 3114960"/>
              <a:gd name="connsiteY4527" fmla="*/ 2477643 h 5143785"/>
              <a:gd name="connsiteX4528" fmla="*/ 604266 w 3114960"/>
              <a:gd name="connsiteY4528" fmla="*/ 2474881 h 5143785"/>
              <a:gd name="connsiteX4529" fmla="*/ 616744 w 3114960"/>
              <a:gd name="connsiteY4529" fmla="*/ 2474881 h 5143785"/>
              <a:gd name="connsiteX4530" fmla="*/ 616744 w 3114960"/>
              <a:gd name="connsiteY4530" fmla="*/ 2477643 h 5143785"/>
              <a:gd name="connsiteX4531" fmla="*/ 616744 w 3114960"/>
              <a:gd name="connsiteY4531" fmla="*/ 2472500 h 5143785"/>
              <a:gd name="connsiteX4532" fmla="*/ 604266 w 3114960"/>
              <a:gd name="connsiteY4532" fmla="*/ 2472500 h 5143785"/>
              <a:gd name="connsiteX4533" fmla="*/ 604266 w 3114960"/>
              <a:gd name="connsiteY4533" fmla="*/ 2471833 h 5143785"/>
              <a:gd name="connsiteX4534" fmla="*/ 616744 w 3114960"/>
              <a:gd name="connsiteY4534" fmla="*/ 2471833 h 5143785"/>
              <a:gd name="connsiteX4535" fmla="*/ 616744 w 3114960"/>
              <a:gd name="connsiteY4535" fmla="*/ 2472500 h 5143785"/>
              <a:gd name="connsiteX4536" fmla="*/ 616744 w 3114960"/>
              <a:gd name="connsiteY4536" fmla="*/ 2469452 h 5143785"/>
              <a:gd name="connsiteX4537" fmla="*/ 604266 w 3114960"/>
              <a:gd name="connsiteY4537" fmla="*/ 2469452 h 5143785"/>
              <a:gd name="connsiteX4538" fmla="*/ 604266 w 3114960"/>
              <a:gd name="connsiteY4538" fmla="*/ 2462594 h 5143785"/>
              <a:gd name="connsiteX4539" fmla="*/ 616744 w 3114960"/>
              <a:gd name="connsiteY4539" fmla="*/ 2462594 h 5143785"/>
              <a:gd name="connsiteX4540" fmla="*/ 616744 w 3114960"/>
              <a:gd name="connsiteY4540" fmla="*/ 2469452 h 5143785"/>
              <a:gd name="connsiteX4541" fmla="*/ 616744 w 3114960"/>
              <a:gd name="connsiteY4541" fmla="*/ 2459546 h 5143785"/>
              <a:gd name="connsiteX4542" fmla="*/ 604266 w 3114960"/>
              <a:gd name="connsiteY4542" fmla="*/ 2459546 h 5143785"/>
              <a:gd name="connsiteX4543" fmla="*/ 604266 w 3114960"/>
              <a:gd name="connsiteY4543" fmla="*/ 2450497 h 5143785"/>
              <a:gd name="connsiteX4544" fmla="*/ 616744 w 3114960"/>
              <a:gd name="connsiteY4544" fmla="*/ 2450497 h 5143785"/>
              <a:gd name="connsiteX4545" fmla="*/ 616744 w 3114960"/>
              <a:gd name="connsiteY4545" fmla="*/ 2459546 h 5143785"/>
              <a:gd name="connsiteX4546" fmla="*/ 616744 w 3114960"/>
              <a:gd name="connsiteY4546" fmla="*/ 2448020 h 5143785"/>
              <a:gd name="connsiteX4547" fmla="*/ 604266 w 3114960"/>
              <a:gd name="connsiteY4547" fmla="*/ 2448020 h 5143785"/>
              <a:gd name="connsiteX4548" fmla="*/ 604266 w 3114960"/>
              <a:gd name="connsiteY4548" fmla="*/ 2447354 h 5143785"/>
              <a:gd name="connsiteX4549" fmla="*/ 616744 w 3114960"/>
              <a:gd name="connsiteY4549" fmla="*/ 2447354 h 5143785"/>
              <a:gd name="connsiteX4550" fmla="*/ 616744 w 3114960"/>
              <a:gd name="connsiteY4550" fmla="*/ 2448020 h 5143785"/>
              <a:gd name="connsiteX4551" fmla="*/ 616744 w 3114960"/>
              <a:gd name="connsiteY4551" fmla="*/ 2445068 h 5143785"/>
              <a:gd name="connsiteX4552" fmla="*/ 604266 w 3114960"/>
              <a:gd name="connsiteY4552" fmla="*/ 2445068 h 5143785"/>
              <a:gd name="connsiteX4553" fmla="*/ 604266 w 3114960"/>
              <a:gd name="connsiteY4553" fmla="*/ 2436209 h 5143785"/>
              <a:gd name="connsiteX4554" fmla="*/ 616744 w 3114960"/>
              <a:gd name="connsiteY4554" fmla="*/ 2436209 h 5143785"/>
              <a:gd name="connsiteX4555" fmla="*/ 616744 w 3114960"/>
              <a:gd name="connsiteY4555" fmla="*/ 2445068 h 5143785"/>
              <a:gd name="connsiteX4556" fmla="*/ 611600 w 3114960"/>
              <a:gd name="connsiteY4556" fmla="*/ 2424684 h 5143785"/>
              <a:gd name="connsiteX4557" fmla="*/ 616744 w 3114960"/>
              <a:gd name="connsiteY4557" fmla="*/ 2429828 h 5143785"/>
              <a:gd name="connsiteX4558" fmla="*/ 616744 w 3114960"/>
              <a:gd name="connsiteY4558" fmla="*/ 2433257 h 5143785"/>
              <a:gd name="connsiteX4559" fmla="*/ 604266 w 3114960"/>
              <a:gd name="connsiteY4559" fmla="*/ 2433257 h 5143785"/>
              <a:gd name="connsiteX4560" fmla="*/ 604266 w 3114960"/>
              <a:gd name="connsiteY4560" fmla="*/ 2429828 h 5143785"/>
              <a:gd name="connsiteX4561" fmla="*/ 609410 w 3114960"/>
              <a:gd name="connsiteY4561" fmla="*/ 2424684 h 5143785"/>
              <a:gd name="connsiteX4562" fmla="*/ 611600 w 3114960"/>
              <a:gd name="connsiteY4562" fmla="*/ 2424684 h 5143785"/>
              <a:gd name="connsiteX4563" fmla="*/ 759047 w 3114960"/>
              <a:gd name="connsiteY4563" fmla="*/ 4360640 h 5143785"/>
              <a:gd name="connsiteX4564" fmla="*/ 763715 w 3114960"/>
              <a:gd name="connsiteY4564" fmla="*/ 4365974 h 5143785"/>
              <a:gd name="connsiteX4565" fmla="*/ 757523 w 3114960"/>
              <a:gd name="connsiteY4565" fmla="*/ 4371404 h 5143785"/>
              <a:gd name="connsiteX4566" fmla="*/ 752856 w 3114960"/>
              <a:gd name="connsiteY4566" fmla="*/ 4366070 h 5143785"/>
              <a:gd name="connsiteX4567" fmla="*/ 759047 w 3114960"/>
              <a:gd name="connsiteY4567" fmla="*/ 4360640 h 5143785"/>
              <a:gd name="connsiteX4568" fmla="*/ 774668 w 3114960"/>
              <a:gd name="connsiteY4568" fmla="*/ 4311777 h 5143785"/>
              <a:gd name="connsiteX4569" fmla="*/ 767525 w 3114960"/>
              <a:gd name="connsiteY4569" fmla="*/ 4311777 h 5143785"/>
              <a:gd name="connsiteX4570" fmla="*/ 767525 w 3114960"/>
              <a:gd name="connsiteY4570" fmla="*/ 4304157 h 5143785"/>
              <a:gd name="connsiteX4571" fmla="*/ 774668 w 3114960"/>
              <a:gd name="connsiteY4571" fmla="*/ 4304157 h 5143785"/>
              <a:gd name="connsiteX4572" fmla="*/ 774668 w 3114960"/>
              <a:gd name="connsiteY4572" fmla="*/ 4311777 h 5143785"/>
              <a:gd name="connsiteX4573" fmla="*/ 740474 w 3114960"/>
              <a:gd name="connsiteY4573" fmla="*/ 4376928 h 5143785"/>
              <a:gd name="connsiteX4574" fmla="*/ 746665 w 3114960"/>
              <a:gd name="connsiteY4574" fmla="*/ 4371499 h 5143785"/>
              <a:gd name="connsiteX4575" fmla="*/ 751332 w 3114960"/>
              <a:gd name="connsiteY4575" fmla="*/ 4376833 h 5143785"/>
              <a:gd name="connsiteX4576" fmla="*/ 745141 w 3114960"/>
              <a:gd name="connsiteY4576" fmla="*/ 4382262 h 5143785"/>
              <a:gd name="connsiteX4577" fmla="*/ 740474 w 3114960"/>
              <a:gd name="connsiteY4577" fmla="*/ 4376928 h 5143785"/>
              <a:gd name="connsiteX4578" fmla="*/ 2423541 w 3114960"/>
              <a:gd name="connsiteY4578" fmla="*/ 213074 h 5143785"/>
              <a:gd name="connsiteX4579" fmla="*/ 2415826 w 3114960"/>
              <a:gd name="connsiteY4579" fmla="*/ 225743 h 5143785"/>
              <a:gd name="connsiteX4580" fmla="*/ 2420588 w 3114960"/>
              <a:gd name="connsiteY4580" fmla="*/ 232220 h 5143785"/>
              <a:gd name="connsiteX4581" fmla="*/ 2426018 w 3114960"/>
              <a:gd name="connsiteY4581" fmla="*/ 233744 h 5143785"/>
              <a:gd name="connsiteX4582" fmla="*/ 2428494 w 3114960"/>
              <a:gd name="connsiteY4582" fmla="*/ 233458 h 5143785"/>
              <a:gd name="connsiteX4583" fmla="*/ 2434971 w 3114960"/>
              <a:gd name="connsiteY4583" fmla="*/ 228695 h 5143785"/>
              <a:gd name="connsiteX4584" fmla="*/ 2436209 w 3114960"/>
              <a:gd name="connsiteY4584" fmla="*/ 220790 h 5143785"/>
              <a:gd name="connsiteX4585" fmla="*/ 2428494 w 3114960"/>
              <a:gd name="connsiteY4585" fmla="*/ 213265 h 5143785"/>
              <a:gd name="connsiteX4586" fmla="*/ 2428399 w 3114960"/>
              <a:gd name="connsiteY4586" fmla="*/ 192310 h 5143785"/>
              <a:gd name="connsiteX4587" fmla="*/ 2443925 w 3114960"/>
              <a:gd name="connsiteY4587" fmla="*/ 176594 h 5143785"/>
              <a:gd name="connsiteX4588" fmla="*/ 2526411 w 3114960"/>
              <a:gd name="connsiteY4588" fmla="*/ 176594 h 5143785"/>
              <a:gd name="connsiteX4589" fmla="*/ 2526411 w 3114960"/>
              <a:gd name="connsiteY4589" fmla="*/ 176213 h 5143785"/>
              <a:gd name="connsiteX4590" fmla="*/ 2530697 w 3114960"/>
              <a:gd name="connsiteY4590" fmla="*/ 179165 h 5143785"/>
              <a:gd name="connsiteX4591" fmla="*/ 2535841 w 3114960"/>
              <a:gd name="connsiteY4591" fmla="*/ 174403 h 5143785"/>
              <a:gd name="connsiteX4592" fmla="*/ 2531078 w 3114960"/>
              <a:gd name="connsiteY4592" fmla="*/ 169259 h 5143785"/>
              <a:gd name="connsiteX4593" fmla="*/ 2526506 w 3114960"/>
              <a:gd name="connsiteY4593" fmla="*/ 172117 h 5143785"/>
              <a:gd name="connsiteX4594" fmla="*/ 2526506 w 3114960"/>
              <a:gd name="connsiteY4594" fmla="*/ 171831 h 5143785"/>
              <a:gd name="connsiteX4595" fmla="*/ 2442020 w 3114960"/>
              <a:gd name="connsiteY4595" fmla="*/ 171831 h 5143785"/>
              <a:gd name="connsiteX4596" fmla="*/ 2423636 w 3114960"/>
              <a:gd name="connsiteY4596" fmla="*/ 190310 h 5143785"/>
              <a:gd name="connsiteX4597" fmla="*/ 2423636 w 3114960"/>
              <a:gd name="connsiteY4597" fmla="*/ 191262 h 5143785"/>
              <a:gd name="connsiteX4598" fmla="*/ 2423732 w 3114960"/>
              <a:gd name="connsiteY4598" fmla="*/ 212979 h 5143785"/>
              <a:gd name="connsiteX4599" fmla="*/ 2423541 w 3114960"/>
              <a:gd name="connsiteY4599" fmla="*/ 212979 h 5143785"/>
              <a:gd name="connsiteX4600" fmla="*/ 2424684 w 3114960"/>
              <a:gd name="connsiteY4600" fmla="*/ 217742 h 5143785"/>
              <a:gd name="connsiteX4601" fmla="*/ 2431542 w 3114960"/>
              <a:gd name="connsiteY4601" fmla="*/ 221933 h 5143785"/>
              <a:gd name="connsiteX4602" fmla="*/ 2430875 w 3114960"/>
              <a:gd name="connsiteY4602" fmla="*/ 226219 h 5143785"/>
              <a:gd name="connsiteX4603" fmla="*/ 2427351 w 3114960"/>
              <a:gd name="connsiteY4603" fmla="*/ 228791 h 5143785"/>
              <a:gd name="connsiteX4604" fmla="*/ 2423065 w 3114960"/>
              <a:gd name="connsiteY4604" fmla="*/ 228124 h 5143785"/>
              <a:gd name="connsiteX4605" fmla="*/ 2420493 w 3114960"/>
              <a:gd name="connsiteY4605" fmla="*/ 224600 h 5143785"/>
              <a:gd name="connsiteX4606" fmla="*/ 2424684 w 3114960"/>
              <a:gd name="connsiteY4606" fmla="*/ 217742 h 5143785"/>
              <a:gd name="connsiteX4607" fmla="*/ 663607 w 3114960"/>
              <a:gd name="connsiteY4607" fmla="*/ 4342353 h 5143785"/>
              <a:gd name="connsiteX4608" fmla="*/ 656463 w 3114960"/>
              <a:gd name="connsiteY4608" fmla="*/ 4342353 h 5143785"/>
              <a:gd name="connsiteX4609" fmla="*/ 656463 w 3114960"/>
              <a:gd name="connsiteY4609" fmla="*/ 4334732 h 5143785"/>
              <a:gd name="connsiteX4610" fmla="*/ 663607 w 3114960"/>
              <a:gd name="connsiteY4610" fmla="*/ 4334732 h 5143785"/>
              <a:gd name="connsiteX4611" fmla="*/ 663607 w 3114960"/>
              <a:gd name="connsiteY4611" fmla="*/ 4342353 h 5143785"/>
              <a:gd name="connsiteX4612" fmla="*/ 2019586 w 3114960"/>
              <a:gd name="connsiteY4612" fmla="*/ 104489 h 5143785"/>
              <a:gd name="connsiteX4613" fmla="*/ 2010347 w 3114960"/>
              <a:gd name="connsiteY4613" fmla="*/ 89345 h 5143785"/>
              <a:gd name="connsiteX4614" fmla="*/ 1995202 w 3114960"/>
              <a:gd name="connsiteY4614" fmla="*/ 98584 h 5143785"/>
              <a:gd name="connsiteX4615" fmla="*/ 2002822 w 3114960"/>
              <a:gd name="connsiteY4615" fmla="*/ 113157 h 5143785"/>
              <a:gd name="connsiteX4616" fmla="*/ 2002822 w 3114960"/>
              <a:gd name="connsiteY4616" fmla="*/ 150019 h 5143785"/>
              <a:gd name="connsiteX4617" fmla="*/ 2033397 w 3114960"/>
              <a:gd name="connsiteY4617" fmla="*/ 182404 h 5143785"/>
              <a:gd name="connsiteX4618" fmla="*/ 2033207 w 3114960"/>
              <a:gd name="connsiteY4618" fmla="*/ 213932 h 5143785"/>
              <a:gd name="connsiteX4619" fmla="*/ 2001012 w 3114960"/>
              <a:gd name="connsiteY4619" fmla="*/ 249555 h 5143785"/>
              <a:gd name="connsiteX4620" fmla="*/ 2001012 w 3114960"/>
              <a:gd name="connsiteY4620" fmla="*/ 369761 h 5143785"/>
              <a:gd name="connsiteX4621" fmla="*/ 2039588 w 3114960"/>
              <a:gd name="connsiteY4621" fmla="*/ 415862 h 5143785"/>
              <a:gd name="connsiteX4622" fmla="*/ 2039588 w 3114960"/>
              <a:gd name="connsiteY4622" fmla="*/ 542449 h 5143785"/>
              <a:gd name="connsiteX4623" fmla="*/ 2035683 w 3114960"/>
              <a:gd name="connsiteY4623" fmla="*/ 542449 h 5143785"/>
              <a:gd name="connsiteX4624" fmla="*/ 2030349 w 3114960"/>
              <a:gd name="connsiteY4624" fmla="*/ 547783 h 5143785"/>
              <a:gd name="connsiteX4625" fmla="*/ 2030349 w 3114960"/>
              <a:gd name="connsiteY4625" fmla="*/ 560451 h 5143785"/>
              <a:gd name="connsiteX4626" fmla="*/ 2035683 w 3114960"/>
              <a:gd name="connsiteY4626" fmla="*/ 565785 h 5143785"/>
              <a:gd name="connsiteX4627" fmla="*/ 2048351 w 3114960"/>
              <a:gd name="connsiteY4627" fmla="*/ 565785 h 5143785"/>
              <a:gd name="connsiteX4628" fmla="*/ 2053685 w 3114960"/>
              <a:gd name="connsiteY4628" fmla="*/ 560451 h 5143785"/>
              <a:gd name="connsiteX4629" fmla="*/ 2053685 w 3114960"/>
              <a:gd name="connsiteY4629" fmla="*/ 547783 h 5143785"/>
              <a:gd name="connsiteX4630" fmla="*/ 2048351 w 3114960"/>
              <a:gd name="connsiteY4630" fmla="*/ 542449 h 5143785"/>
              <a:gd name="connsiteX4631" fmla="*/ 2044446 w 3114960"/>
              <a:gd name="connsiteY4631" fmla="*/ 542449 h 5143785"/>
              <a:gd name="connsiteX4632" fmla="*/ 2044446 w 3114960"/>
              <a:gd name="connsiteY4632" fmla="*/ 414052 h 5143785"/>
              <a:gd name="connsiteX4633" fmla="*/ 2005870 w 3114960"/>
              <a:gd name="connsiteY4633" fmla="*/ 367951 h 5143785"/>
              <a:gd name="connsiteX4634" fmla="*/ 2005870 w 3114960"/>
              <a:gd name="connsiteY4634" fmla="*/ 251365 h 5143785"/>
              <a:gd name="connsiteX4635" fmla="*/ 2038064 w 3114960"/>
              <a:gd name="connsiteY4635" fmla="*/ 215837 h 5143785"/>
              <a:gd name="connsiteX4636" fmla="*/ 2038255 w 3114960"/>
              <a:gd name="connsiteY4636" fmla="*/ 182499 h 5143785"/>
              <a:gd name="connsiteX4637" fmla="*/ 2053781 w 3114960"/>
              <a:gd name="connsiteY4637" fmla="*/ 166307 h 5143785"/>
              <a:gd name="connsiteX4638" fmla="*/ 2053781 w 3114960"/>
              <a:gd name="connsiteY4638" fmla="*/ 145256 h 5143785"/>
              <a:gd name="connsiteX4639" fmla="*/ 2060162 w 3114960"/>
              <a:gd name="connsiteY4639" fmla="*/ 136493 h 5143785"/>
              <a:gd name="connsiteX4640" fmla="*/ 2050923 w 3114960"/>
              <a:gd name="connsiteY4640" fmla="*/ 128111 h 5143785"/>
              <a:gd name="connsiteX4641" fmla="*/ 2042541 w 3114960"/>
              <a:gd name="connsiteY4641" fmla="*/ 137351 h 5143785"/>
              <a:gd name="connsiteX4642" fmla="*/ 2048923 w 3114960"/>
              <a:gd name="connsiteY4642" fmla="*/ 145256 h 5143785"/>
              <a:gd name="connsiteX4643" fmla="*/ 2048923 w 3114960"/>
              <a:gd name="connsiteY4643" fmla="*/ 164306 h 5143785"/>
              <a:gd name="connsiteX4644" fmla="*/ 2035778 w 3114960"/>
              <a:gd name="connsiteY4644" fmla="*/ 178022 h 5143785"/>
              <a:gd name="connsiteX4645" fmla="*/ 2007584 w 3114960"/>
              <a:gd name="connsiteY4645" fmla="*/ 148114 h 5143785"/>
              <a:gd name="connsiteX4646" fmla="*/ 2007584 w 3114960"/>
              <a:gd name="connsiteY4646" fmla="*/ 114014 h 5143785"/>
              <a:gd name="connsiteX4647" fmla="*/ 2019586 w 3114960"/>
              <a:gd name="connsiteY4647" fmla="*/ 104394 h 5143785"/>
              <a:gd name="connsiteX4648" fmla="*/ 2048256 w 3114960"/>
              <a:gd name="connsiteY4648" fmla="*/ 547116 h 5143785"/>
              <a:gd name="connsiteX4649" fmla="*/ 2048828 w 3114960"/>
              <a:gd name="connsiteY4649" fmla="*/ 547688 h 5143785"/>
              <a:gd name="connsiteX4650" fmla="*/ 2048828 w 3114960"/>
              <a:gd name="connsiteY4650" fmla="*/ 560356 h 5143785"/>
              <a:gd name="connsiteX4651" fmla="*/ 2048256 w 3114960"/>
              <a:gd name="connsiteY4651" fmla="*/ 560927 h 5143785"/>
              <a:gd name="connsiteX4652" fmla="*/ 2035588 w 3114960"/>
              <a:gd name="connsiteY4652" fmla="*/ 560927 h 5143785"/>
              <a:gd name="connsiteX4653" fmla="*/ 2035016 w 3114960"/>
              <a:gd name="connsiteY4653" fmla="*/ 560356 h 5143785"/>
              <a:gd name="connsiteX4654" fmla="*/ 2035016 w 3114960"/>
              <a:gd name="connsiteY4654" fmla="*/ 547688 h 5143785"/>
              <a:gd name="connsiteX4655" fmla="*/ 2035588 w 3114960"/>
              <a:gd name="connsiteY4655" fmla="*/ 547116 h 5143785"/>
              <a:gd name="connsiteX4656" fmla="*/ 2048256 w 3114960"/>
              <a:gd name="connsiteY4656" fmla="*/ 547116 h 5143785"/>
              <a:gd name="connsiteX4657" fmla="*/ 2005489 w 3114960"/>
              <a:gd name="connsiteY4657" fmla="*/ 109061 h 5143785"/>
              <a:gd name="connsiteX4658" fmla="*/ 1999774 w 3114960"/>
              <a:gd name="connsiteY4658" fmla="*/ 99632 h 5143785"/>
              <a:gd name="connsiteX4659" fmla="*/ 2009203 w 3114960"/>
              <a:gd name="connsiteY4659" fmla="*/ 93917 h 5143785"/>
              <a:gd name="connsiteX4660" fmla="*/ 2014919 w 3114960"/>
              <a:gd name="connsiteY4660" fmla="*/ 103346 h 5143785"/>
              <a:gd name="connsiteX4661" fmla="*/ 2005489 w 3114960"/>
              <a:gd name="connsiteY4661" fmla="*/ 109061 h 5143785"/>
              <a:gd name="connsiteX4662" fmla="*/ 2207609 w 3114960"/>
              <a:gd name="connsiteY4662" fmla="*/ 32766 h 5143785"/>
              <a:gd name="connsiteX4663" fmla="*/ 2199989 w 3114960"/>
              <a:gd name="connsiteY4663" fmla="*/ 29528 h 5143785"/>
              <a:gd name="connsiteX4664" fmla="*/ 2192274 w 3114960"/>
              <a:gd name="connsiteY4664" fmla="*/ 32576 h 5143785"/>
              <a:gd name="connsiteX4665" fmla="*/ 2189036 w 3114960"/>
              <a:gd name="connsiteY4665" fmla="*/ 40196 h 5143785"/>
              <a:gd name="connsiteX4666" fmla="*/ 2199704 w 3114960"/>
              <a:gd name="connsiteY4666" fmla="*/ 51149 h 5143785"/>
              <a:gd name="connsiteX4667" fmla="*/ 2199799 w 3114960"/>
              <a:gd name="connsiteY4667" fmla="*/ 51149 h 5143785"/>
              <a:gd name="connsiteX4668" fmla="*/ 2206943 w 3114960"/>
              <a:gd name="connsiteY4668" fmla="*/ 48292 h 5143785"/>
              <a:gd name="connsiteX4669" fmla="*/ 2339721 w 3114960"/>
              <a:gd name="connsiteY4669" fmla="*/ 172403 h 5143785"/>
              <a:gd name="connsiteX4670" fmla="*/ 2386775 w 3114960"/>
              <a:gd name="connsiteY4670" fmla="*/ 172403 h 5143785"/>
              <a:gd name="connsiteX4671" fmla="*/ 2386775 w 3114960"/>
              <a:gd name="connsiteY4671" fmla="*/ 172974 h 5143785"/>
              <a:gd name="connsiteX4672" fmla="*/ 2392490 w 3114960"/>
              <a:gd name="connsiteY4672" fmla="*/ 180785 h 5143785"/>
              <a:gd name="connsiteX4673" fmla="*/ 2399062 w 3114960"/>
              <a:gd name="connsiteY4673" fmla="*/ 182594 h 5143785"/>
              <a:gd name="connsiteX4674" fmla="*/ 2402015 w 3114960"/>
              <a:gd name="connsiteY4674" fmla="*/ 182213 h 5143785"/>
              <a:gd name="connsiteX4675" fmla="*/ 2409825 w 3114960"/>
              <a:gd name="connsiteY4675" fmla="*/ 176594 h 5143785"/>
              <a:gd name="connsiteX4676" fmla="*/ 2411349 w 3114960"/>
              <a:gd name="connsiteY4676" fmla="*/ 167069 h 5143785"/>
              <a:gd name="connsiteX4677" fmla="*/ 2405634 w 3114960"/>
              <a:gd name="connsiteY4677" fmla="*/ 159258 h 5143785"/>
              <a:gd name="connsiteX4678" fmla="*/ 2396109 w 3114960"/>
              <a:gd name="connsiteY4678" fmla="*/ 157734 h 5143785"/>
              <a:gd name="connsiteX4679" fmla="*/ 2388299 w 3114960"/>
              <a:gd name="connsiteY4679" fmla="*/ 163354 h 5143785"/>
              <a:gd name="connsiteX4680" fmla="*/ 2386775 w 3114960"/>
              <a:gd name="connsiteY4680" fmla="*/ 167545 h 5143785"/>
              <a:gd name="connsiteX4681" fmla="*/ 2341626 w 3114960"/>
              <a:gd name="connsiteY4681" fmla="*/ 167545 h 5143785"/>
              <a:gd name="connsiteX4682" fmla="*/ 2209800 w 3114960"/>
              <a:gd name="connsiteY4682" fmla="*/ 44291 h 5143785"/>
              <a:gd name="connsiteX4683" fmla="*/ 2210657 w 3114960"/>
              <a:gd name="connsiteY4683" fmla="*/ 40291 h 5143785"/>
              <a:gd name="connsiteX4684" fmla="*/ 2207609 w 3114960"/>
              <a:gd name="connsiteY4684" fmla="*/ 32576 h 5143785"/>
              <a:gd name="connsiteX4685" fmla="*/ 2204180 w 3114960"/>
              <a:gd name="connsiteY4685" fmla="*/ 44672 h 5143785"/>
              <a:gd name="connsiteX4686" fmla="*/ 2199989 w 3114960"/>
              <a:gd name="connsiteY4686" fmla="*/ 46387 h 5143785"/>
              <a:gd name="connsiteX4687" fmla="*/ 2199989 w 3114960"/>
              <a:gd name="connsiteY4687" fmla="*/ 46387 h 5143785"/>
              <a:gd name="connsiteX4688" fmla="*/ 2193989 w 3114960"/>
              <a:gd name="connsiteY4688" fmla="*/ 40291 h 5143785"/>
              <a:gd name="connsiteX4689" fmla="*/ 2200085 w 3114960"/>
              <a:gd name="connsiteY4689" fmla="*/ 34290 h 5143785"/>
              <a:gd name="connsiteX4690" fmla="*/ 2200085 w 3114960"/>
              <a:gd name="connsiteY4690" fmla="*/ 34290 h 5143785"/>
              <a:gd name="connsiteX4691" fmla="*/ 2204371 w 3114960"/>
              <a:gd name="connsiteY4691" fmla="*/ 36100 h 5143785"/>
              <a:gd name="connsiteX4692" fmla="*/ 2206085 w 3114960"/>
              <a:gd name="connsiteY4692" fmla="*/ 40386 h 5143785"/>
              <a:gd name="connsiteX4693" fmla="*/ 2204276 w 3114960"/>
              <a:gd name="connsiteY4693" fmla="*/ 44672 h 5143785"/>
              <a:gd name="connsiteX4694" fmla="*/ 2392490 w 3114960"/>
              <a:gd name="connsiteY4694" fmla="*/ 165926 h 5143785"/>
              <a:gd name="connsiteX4695" fmla="*/ 2397347 w 3114960"/>
              <a:gd name="connsiteY4695" fmla="*/ 162401 h 5143785"/>
              <a:gd name="connsiteX4696" fmla="*/ 2399157 w 3114960"/>
              <a:gd name="connsiteY4696" fmla="*/ 162211 h 5143785"/>
              <a:gd name="connsiteX4697" fmla="*/ 2406777 w 3114960"/>
              <a:gd name="connsiteY4697" fmla="*/ 168212 h 5143785"/>
              <a:gd name="connsiteX4698" fmla="*/ 2405825 w 3114960"/>
              <a:gd name="connsiteY4698" fmla="*/ 174117 h 5143785"/>
              <a:gd name="connsiteX4699" fmla="*/ 2400967 w 3114960"/>
              <a:gd name="connsiteY4699" fmla="*/ 177641 h 5143785"/>
              <a:gd name="connsiteX4700" fmla="*/ 2395061 w 3114960"/>
              <a:gd name="connsiteY4700" fmla="*/ 176689 h 5143785"/>
              <a:gd name="connsiteX4701" fmla="*/ 2391537 w 3114960"/>
              <a:gd name="connsiteY4701" fmla="*/ 171831 h 5143785"/>
              <a:gd name="connsiteX4702" fmla="*/ 2392490 w 3114960"/>
              <a:gd name="connsiteY4702" fmla="*/ 165926 h 5143785"/>
              <a:gd name="connsiteX4703" fmla="*/ 1142524 w 3114960"/>
              <a:gd name="connsiteY4703" fmla="*/ 231743 h 5143785"/>
              <a:gd name="connsiteX4704" fmla="*/ 1149668 w 3114960"/>
              <a:gd name="connsiteY4704" fmla="*/ 231743 h 5143785"/>
              <a:gd name="connsiteX4705" fmla="*/ 1149668 w 3114960"/>
              <a:gd name="connsiteY4705" fmla="*/ 242030 h 5143785"/>
              <a:gd name="connsiteX4706" fmla="*/ 1142524 w 3114960"/>
              <a:gd name="connsiteY4706" fmla="*/ 242030 h 5143785"/>
              <a:gd name="connsiteX4707" fmla="*/ 1142524 w 3114960"/>
              <a:gd name="connsiteY4707" fmla="*/ 231743 h 5143785"/>
              <a:gd name="connsiteX4708" fmla="*/ 1906810 w 3114960"/>
              <a:gd name="connsiteY4708" fmla="*/ 675704 h 5143785"/>
              <a:gd name="connsiteX4709" fmla="*/ 1895856 w 3114960"/>
              <a:gd name="connsiteY4709" fmla="*/ 664750 h 5143785"/>
              <a:gd name="connsiteX4710" fmla="*/ 1884902 w 3114960"/>
              <a:gd name="connsiteY4710" fmla="*/ 675704 h 5143785"/>
              <a:gd name="connsiteX4711" fmla="*/ 1893475 w 3114960"/>
              <a:gd name="connsiteY4711" fmla="*/ 686181 h 5143785"/>
              <a:gd name="connsiteX4712" fmla="*/ 1893475 w 3114960"/>
              <a:gd name="connsiteY4712" fmla="*/ 746379 h 5143785"/>
              <a:gd name="connsiteX4713" fmla="*/ 1910239 w 3114960"/>
              <a:gd name="connsiteY4713" fmla="*/ 763334 h 5143785"/>
              <a:gd name="connsiteX4714" fmla="*/ 1944243 w 3114960"/>
              <a:gd name="connsiteY4714" fmla="*/ 763334 h 5143785"/>
              <a:gd name="connsiteX4715" fmla="*/ 1969484 w 3114960"/>
              <a:gd name="connsiteY4715" fmla="*/ 785527 h 5143785"/>
              <a:gd name="connsiteX4716" fmla="*/ 1969484 w 3114960"/>
              <a:gd name="connsiteY4716" fmla="*/ 933260 h 5143785"/>
              <a:gd name="connsiteX4717" fmla="*/ 1950244 w 3114960"/>
              <a:gd name="connsiteY4717" fmla="*/ 952310 h 5143785"/>
              <a:gd name="connsiteX4718" fmla="*/ 1950244 w 3114960"/>
              <a:gd name="connsiteY4718" fmla="*/ 1086898 h 5143785"/>
              <a:gd name="connsiteX4719" fmla="*/ 1932051 w 3114960"/>
              <a:gd name="connsiteY4719" fmla="*/ 1105186 h 5143785"/>
              <a:gd name="connsiteX4720" fmla="*/ 1918049 w 3114960"/>
              <a:gd name="connsiteY4720" fmla="*/ 1104329 h 5143785"/>
              <a:gd name="connsiteX4721" fmla="*/ 1910048 w 3114960"/>
              <a:gd name="connsiteY4721" fmla="*/ 1115092 h 5143785"/>
              <a:gd name="connsiteX4722" fmla="*/ 1799082 w 3114960"/>
              <a:gd name="connsiteY4722" fmla="*/ 1115092 h 5143785"/>
              <a:gd name="connsiteX4723" fmla="*/ 1776508 w 3114960"/>
              <a:gd name="connsiteY4723" fmla="*/ 1094232 h 5143785"/>
              <a:gd name="connsiteX4724" fmla="*/ 1635538 w 3114960"/>
              <a:gd name="connsiteY4724" fmla="*/ 1094042 h 5143785"/>
              <a:gd name="connsiteX4725" fmla="*/ 1634300 w 3114960"/>
              <a:gd name="connsiteY4725" fmla="*/ 1090136 h 5143785"/>
              <a:gd name="connsiteX4726" fmla="*/ 1614869 w 3114960"/>
              <a:gd name="connsiteY4726" fmla="*/ 1083278 h 5143785"/>
              <a:gd name="connsiteX4727" fmla="*/ 1608011 w 3114960"/>
              <a:gd name="connsiteY4727" fmla="*/ 1102709 h 5143785"/>
              <a:gd name="connsiteX4728" fmla="*/ 1616297 w 3114960"/>
              <a:gd name="connsiteY4728" fmla="*/ 1110139 h 5143785"/>
              <a:gd name="connsiteX4729" fmla="*/ 1621155 w 3114960"/>
              <a:gd name="connsiteY4729" fmla="*/ 1110996 h 5143785"/>
              <a:gd name="connsiteX4730" fmla="*/ 1627442 w 3114960"/>
              <a:gd name="connsiteY4730" fmla="*/ 1109567 h 5143785"/>
              <a:gd name="connsiteX4731" fmla="*/ 1633823 w 3114960"/>
              <a:gd name="connsiteY4731" fmla="*/ 1103376 h 5143785"/>
              <a:gd name="connsiteX4732" fmla="*/ 1635443 w 3114960"/>
              <a:gd name="connsiteY4732" fmla="*/ 1098899 h 5143785"/>
              <a:gd name="connsiteX4733" fmla="*/ 1774698 w 3114960"/>
              <a:gd name="connsiteY4733" fmla="*/ 1099090 h 5143785"/>
              <a:gd name="connsiteX4734" fmla="*/ 1797272 w 3114960"/>
              <a:gd name="connsiteY4734" fmla="*/ 1120045 h 5143785"/>
              <a:gd name="connsiteX4735" fmla="*/ 1910144 w 3114960"/>
              <a:gd name="connsiteY4735" fmla="*/ 1120045 h 5143785"/>
              <a:gd name="connsiteX4736" fmla="*/ 1911287 w 3114960"/>
              <a:gd name="connsiteY4736" fmla="*/ 1123855 h 5143785"/>
              <a:gd name="connsiteX4737" fmla="*/ 1924431 w 3114960"/>
              <a:gd name="connsiteY4737" fmla="*/ 1132142 h 5143785"/>
              <a:gd name="connsiteX4738" fmla="*/ 1930718 w 3114960"/>
              <a:gd name="connsiteY4738" fmla="*/ 1130713 h 5143785"/>
              <a:gd name="connsiteX4739" fmla="*/ 1938147 w 3114960"/>
              <a:gd name="connsiteY4739" fmla="*/ 1122426 h 5143785"/>
              <a:gd name="connsiteX4740" fmla="*/ 1937576 w 3114960"/>
              <a:gd name="connsiteY4740" fmla="*/ 1111282 h 5143785"/>
              <a:gd name="connsiteX4741" fmla="*/ 1935766 w 3114960"/>
              <a:gd name="connsiteY4741" fmla="*/ 1108424 h 5143785"/>
              <a:gd name="connsiteX4742" fmla="*/ 1955197 w 3114960"/>
              <a:gd name="connsiteY4742" fmla="*/ 1088993 h 5143785"/>
              <a:gd name="connsiteX4743" fmla="*/ 1955197 w 3114960"/>
              <a:gd name="connsiteY4743" fmla="*/ 954405 h 5143785"/>
              <a:gd name="connsiteX4744" fmla="*/ 1974437 w 3114960"/>
              <a:gd name="connsiteY4744" fmla="*/ 935355 h 5143785"/>
              <a:gd name="connsiteX4745" fmla="*/ 1974437 w 3114960"/>
              <a:gd name="connsiteY4745" fmla="*/ 783527 h 5143785"/>
              <a:gd name="connsiteX4746" fmla="*/ 1946243 w 3114960"/>
              <a:gd name="connsiteY4746" fmla="*/ 758762 h 5143785"/>
              <a:gd name="connsiteX4747" fmla="*/ 1912430 w 3114960"/>
              <a:gd name="connsiteY4747" fmla="*/ 758762 h 5143785"/>
              <a:gd name="connsiteX4748" fmla="*/ 1898428 w 3114960"/>
              <a:gd name="connsiteY4748" fmla="*/ 744569 h 5143785"/>
              <a:gd name="connsiteX4749" fmla="*/ 1898428 w 3114960"/>
              <a:gd name="connsiteY4749" fmla="*/ 686372 h 5143785"/>
              <a:gd name="connsiteX4750" fmla="*/ 1907000 w 3114960"/>
              <a:gd name="connsiteY4750" fmla="*/ 675894 h 5143785"/>
              <a:gd name="connsiteX4751" fmla="*/ 1629632 w 3114960"/>
              <a:gd name="connsiteY4751" fmla="*/ 1100900 h 5143785"/>
              <a:gd name="connsiteX4752" fmla="*/ 1625346 w 3114960"/>
              <a:gd name="connsiteY4752" fmla="*/ 1105281 h 5143785"/>
              <a:gd name="connsiteX4753" fmla="*/ 1617821 w 3114960"/>
              <a:gd name="connsiteY4753" fmla="*/ 1105662 h 5143785"/>
              <a:gd name="connsiteX4754" fmla="*/ 1612202 w 3114960"/>
              <a:gd name="connsiteY4754" fmla="*/ 1100709 h 5143785"/>
              <a:gd name="connsiteX4755" fmla="*/ 1616774 w 3114960"/>
              <a:gd name="connsiteY4755" fmla="*/ 1087660 h 5143785"/>
              <a:gd name="connsiteX4756" fmla="*/ 1620965 w 3114960"/>
              <a:gd name="connsiteY4756" fmla="*/ 1086707 h 5143785"/>
              <a:gd name="connsiteX4757" fmla="*/ 1629823 w 3114960"/>
              <a:gd name="connsiteY4757" fmla="*/ 1092232 h 5143785"/>
              <a:gd name="connsiteX4758" fmla="*/ 1629537 w 3114960"/>
              <a:gd name="connsiteY4758" fmla="*/ 1100900 h 5143785"/>
              <a:gd name="connsiteX4759" fmla="*/ 1933575 w 3114960"/>
              <a:gd name="connsiteY4759" fmla="*/ 1120616 h 5143785"/>
              <a:gd name="connsiteX4760" fmla="*/ 1928622 w 3114960"/>
              <a:gd name="connsiteY4760" fmla="*/ 1126141 h 5143785"/>
              <a:gd name="connsiteX4761" fmla="*/ 1915573 w 3114960"/>
              <a:gd name="connsiteY4761" fmla="*/ 1121569 h 5143785"/>
              <a:gd name="connsiteX4762" fmla="*/ 1920145 w 3114960"/>
              <a:gd name="connsiteY4762" fmla="*/ 1108520 h 5143785"/>
              <a:gd name="connsiteX4763" fmla="*/ 1924336 w 3114960"/>
              <a:gd name="connsiteY4763" fmla="*/ 1107567 h 5143785"/>
              <a:gd name="connsiteX4764" fmla="*/ 1927574 w 3114960"/>
              <a:gd name="connsiteY4764" fmla="*/ 1108139 h 5143785"/>
              <a:gd name="connsiteX4765" fmla="*/ 1933099 w 3114960"/>
              <a:gd name="connsiteY4765" fmla="*/ 1113092 h 5143785"/>
              <a:gd name="connsiteX4766" fmla="*/ 1933480 w 3114960"/>
              <a:gd name="connsiteY4766" fmla="*/ 1120616 h 5143785"/>
              <a:gd name="connsiteX4767" fmla="*/ 1895856 w 3114960"/>
              <a:gd name="connsiteY4767" fmla="*/ 681895 h 5143785"/>
              <a:gd name="connsiteX4768" fmla="*/ 1889665 w 3114960"/>
              <a:gd name="connsiteY4768" fmla="*/ 675704 h 5143785"/>
              <a:gd name="connsiteX4769" fmla="*/ 1895856 w 3114960"/>
              <a:gd name="connsiteY4769" fmla="*/ 669512 h 5143785"/>
              <a:gd name="connsiteX4770" fmla="*/ 1902047 w 3114960"/>
              <a:gd name="connsiteY4770" fmla="*/ 675704 h 5143785"/>
              <a:gd name="connsiteX4771" fmla="*/ 1895856 w 3114960"/>
              <a:gd name="connsiteY4771" fmla="*/ 681895 h 5143785"/>
              <a:gd name="connsiteX4772" fmla="*/ 1239488 w 3114960"/>
              <a:gd name="connsiteY4772" fmla="*/ 277940 h 5143785"/>
              <a:gd name="connsiteX4773" fmla="*/ 1239488 w 3114960"/>
              <a:gd name="connsiteY4773" fmla="*/ 340709 h 5143785"/>
              <a:gd name="connsiteX4774" fmla="*/ 1230725 w 3114960"/>
              <a:gd name="connsiteY4774" fmla="*/ 351282 h 5143785"/>
              <a:gd name="connsiteX4775" fmla="*/ 1241870 w 3114960"/>
              <a:gd name="connsiteY4775" fmla="*/ 362331 h 5143785"/>
              <a:gd name="connsiteX4776" fmla="*/ 1252919 w 3114960"/>
              <a:gd name="connsiteY4776" fmla="*/ 351282 h 5143785"/>
              <a:gd name="connsiteX4777" fmla="*/ 1244251 w 3114960"/>
              <a:gd name="connsiteY4777" fmla="*/ 340709 h 5143785"/>
              <a:gd name="connsiteX4778" fmla="*/ 1244251 w 3114960"/>
              <a:gd name="connsiteY4778" fmla="*/ 280226 h 5143785"/>
              <a:gd name="connsiteX4779" fmla="*/ 1254728 w 3114960"/>
              <a:gd name="connsiteY4779" fmla="*/ 272225 h 5143785"/>
              <a:gd name="connsiteX4780" fmla="*/ 1254728 w 3114960"/>
              <a:gd name="connsiteY4780" fmla="*/ 206788 h 5143785"/>
              <a:gd name="connsiteX4781" fmla="*/ 1255395 w 3114960"/>
              <a:gd name="connsiteY4781" fmla="*/ 206788 h 5143785"/>
              <a:gd name="connsiteX4782" fmla="*/ 1258062 w 3114960"/>
              <a:gd name="connsiteY4782" fmla="*/ 204121 h 5143785"/>
              <a:gd name="connsiteX4783" fmla="*/ 1258062 w 3114960"/>
              <a:gd name="connsiteY4783" fmla="*/ 191167 h 5143785"/>
              <a:gd name="connsiteX4784" fmla="*/ 1255395 w 3114960"/>
              <a:gd name="connsiteY4784" fmla="*/ 188500 h 5143785"/>
              <a:gd name="connsiteX4785" fmla="*/ 1249394 w 3114960"/>
              <a:gd name="connsiteY4785" fmla="*/ 188500 h 5143785"/>
              <a:gd name="connsiteX4786" fmla="*/ 1246727 w 3114960"/>
              <a:gd name="connsiteY4786" fmla="*/ 191167 h 5143785"/>
              <a:gd name="connsiteX4787" fmla="*/ 1246727 w 3114960"/>
              <a:gd name="connsiteY4787" fmla="*/ 204121 h 5143785"/>
              <a:gd name="connsiteX4788" fmla="*/ 1249394 w 3114960"/>
              <a:gd name="connsiteY4788" fmla="*/ 206788 h 5143785"/>
              <a:gd name="connsiteX4789" fmla="*/ 1250061 w 3114960"/>
              <a:gd name="connsiteY4789" fmla="*/ 206788 h 5143785"/>
              <a:gd name="connsiteX4790" fmla="*/ 1250061 w 3114960"/>
              <a:gd name="connsiteY4790" fmla="*/ 269843 h 5143785"/>
              <a:gd name="connsiteX4791" fmla="*/ 1239393 w 3114960"/>
              <a:gd name="connsiteY4791" fmla="*/ 277844 h 5143785"/>
              <a:gd name="connsiteX4792" fmla="*/ 1248251 w 3114960"/>
              <a:gd name="connsiteY4792" fmla="*/ 351377 h 5143785"/>
              <a:gd name="connsiteX4793" fmla="*/ 1241965 w 3114960"/>
              <a:gd name="connsiteY4793" fmla="*/ 357664 h 5143785"/>
              <a:gd name="connsiteX4794" fmla="*/ 1235583 w 3114960"/>
              <a:gd name="connsiteY4794" fmla="*/ 351377 h 5143785"/>
              <a:gd name="connsiteX4795" fmla="*/ 1241965 w 3114960"/>
              <a:gd name="connsiteY4795" fmla="*/ 344996 h 5143785"/>
              <a:gd name="connsiteX4796" fmla="*/ 1248251 w 3114960"/>
              <a:gd name="connsiteY4796" fmla="*/ 351377 h 5143785"/>
              <a:gd name="connsiteX4797" fmla="*/ 1227963 w 3114960"/>
              <a:gd name="connsiteY4797" fmla="*/ 411766 h 5143785"/>
              <a:gd name="connsiteX4798" fmla="*/ 1227963 w 3114960"/>
              <a:gd name="connsiteY4798" fmla="*/ 405003 h 5143785"/>
              <a:gd name="connsiteX4799" fmla="*/ 1230440 w 3114960"/>
              <a:gd name="connsiteY4799" fmla="*/ 402527 h 5143785"/>
              <a:gd name="connsiteX4800" fmla="*/ 1237202 w 3114960"/>
              <a:gd name="connsiteY4800" fmla="*/ 402527 h 5143785"/>
              <a:gd name="connsiteX4801" fmla="*/ 1239679 w 3114960"/>
              <a:gd name="connsiteY4801" fmla="*/ 405003 h 5143785"/>
              <a:gd name="connsiteX4802" fmla="*/ 1239679 w 3114960"/>
              <a:gd name="connsiteY4802" fmla="*/ 411766 h 5143785"/>
              <a:gd name="connsiteX4803" fmla="*/ 1237202 w 3114960"/>
              <a:gd name="connsiteY4803" fmla="*/ 414242 h 5143785"/>
              <a:gd name="connsiteX4804" fmla="*/ 1230440 w 3114960"/>
              <a:gd name="connsiteY4804" fmla="*/ 414242 h 5143785"/>
              <a:gd name="connsiteX4805" fmla="*/ 1227963 w 3114960"/>
              <a:gd name="connsiteY4805" fmla="*/ 411766 h 5143785"/>
              <a:gd name="connsiteX4806" fmla="*/ 519208 w 3114960"/>
              <a:gd name="connsiteY4806" fmla="*/ 2120265 h 5143785"/>
              <a:gd name="connsiteX4807" fmla="*/ 522637 w 3114960"/>
              <a:gd name="connsiteY4807" fmla="*/ 2123599 h 5143785"/>
              <a:gd name="connsiteX4808" fmla="*/ 519303 w 3114960"/>
              <a:gd name="connsiteY4808" fmla="*/ 2127028 h 5143785"/>
              <a:gd name="connsiteX4809" fmla="*/ 515874 w 3114960"/>
              <a:gd name="connsiteY4809" fmla="*/ 2123694 h 5143785"/>
              <a:gd name="connsiteX4810" fmla="*/ 519208 w 3114960"/>
              <a:gd name="connsiteY4810" fmla="*/ 2120265 h 5143785"/>
              <a:gd name="connsiteX4811" fmla="*/ 1559528 w 3114960"/>
              <a:gd name="connsiteY4811" fmla="*/ 2308479 h 5143785"/>
              <a:gd name="connsiteX4812" fmla="*/ 1559528 w 3114960"/>
              <a:gd name="connsiteY4812" fmla="*/ 2318195 h 5143785"/>
              <a:gd name="connsiteX4813" fmla="*/ 1556861 w 3114960"/>
              <a:gd name="connsiteY4813" fmla="*/ 2320862 h 5143785"/>
              <a:gd name="connsiteX4814" fmla="*/ 1547146 w 3114960"/>
              <a:gd name="connsiteY4814" fmla="*/ 2320862 h 5143785"/>
              <a:gd name="connsiteX4815" fmla="*/ 1544479 w 3114960"/>
              <a:gd name="connsiteY4815" fmla="*/ 2318195 h 5143785"/>
              <a:gd name="connsiteX4816" fmla="*/ 1544479 w 3114960"/>
              <a:gd name="connsiteY4816" fmla="*/ 2308479 h 5143785"/>
              <a:gd name="connsiteX4817" fmla="*/ 1547146 w 3114960"/>
              <a:gd name="connsiteY4817" fmla="*/ 2305812 h 5143785"/>
              <a:gd name="connsiteX4818" fmla="*/ 1556861 w 3114960"/>
              <a:gd name="connsiteY4818" fmla="*/ 2305812 h 5143785"/>
              <a:gd name="connsiteX4819" fmla="*/ 1559528 w 3114960"/>
              <a:gd name="connsiteY4819" fmla="*/ 2308479 h 5143785"/>
              <a:gd name="connsiteX4820" fmla="*/ 1833753 w 3114960"/>
              <a:gd name="connsiteY4820" fmla="*/ 418814 h 5143785"/>
              <a:gd name="connsiteX4821" fmla="*/ 1835658 w 3114960"/>
              <a:gd name="connsiteY4821" fmla="*/ 420338 h 5143785"/>
              <a:gd name="connsiteX4822" fmla="*/ 1832039 w 3114960"/>
              <a:gd name="connsiteY4822" fmla="*/ 420338 h 5143785"/>
              <a:gd name="connsiteX4823" fmla="*/ 1832039 w 3114960"/>
              <a:gd name="connsiteY4823" fmla="*/ 425101 h 5143785"/>
              <a:gd name="connsiteX4824" fmla="*/ 1839182 w 3114960"/>
              <a:gd name="connsiteY4824" fmla="*/ 425101 h 5143785"/>
              <a:gd name="connsiteX4825" fmla="*/ 1839182 w 3114960"/>
              <a:gd name="connsiteY4825" fmla="*/ 420338 h 5143785"/>
              <a:gd name="connsiteX4826" fmla="*/ 1838706 w 3114960"/>
              <a:gd name="connsiteY4826" fmla="*/ 420338 h 5143785"/>
              <a:gd name="connsiteX4827" fmla="*/ 1883283 w 3114960"/>
              <a:gd name="connsiteY4827" fmla="*/ 364617 h 5143785"/>
              <a:gd name="connsiteX4828" fmla="*/ 1883283 w 3114960"/>
              <a:gd name="connsiteY4828" fmla="*/ 308324 h 5143785"/>
              <a:gd name="connsiteX4829" fmla="*/ 1894332 w 3114960"/>
              <a:gd name="connsiteY4829" fmla="*/ 295085 h 5143785"/>
              <a:gd name="connsiteX4830" fmla="*/ 1880902 w 3114960"/>
              <a:gd name="connsiteY4830" fmla="*/ 281654 h 5143785"/>
              <a:gd name="connsiteX4831" fmla="*/ 1867472 w 3114960"/>
              <a:gd name="connsiteY4831" fmla="*/ 295085 h 5143785"/>
              <a:gd name="connsiteX4832" fmla="*/ 1878521 w 3114960"/>
              <a:gd name="connsiteY4832" fmla="*/ 308324 h 5143785"/>
              <a:gd name="connsiteX4833" fmla="*/ 1878521 w 3114960"/>
              <a:gd name="connsiteY4833" fmla="*/ 362903 h 5143785"/>
              <a:gd name="connsiteX4834" fmla="*/ 1833848 w 3114960"/>
              <a:gd name="connsiteY4834" fmla="*/ 418814 h 5143785"/>
              <a:gd name="connsiteX4835" fmla="*/ 1872139 w 3114960"/>
              <a:gd name="connsiteY4835" fmla="*/ 295085 h 5143785"/>
              <a:gd name="connsiteX4836" fmla="*/ 1880807 w 3114960"/>
              <a:gd name="connsiteY4836" fmla="*/ 286417 h 5143785"/>
              <a:gd name="connsiteX4837" fmla="*/ 1889474 w 3114960"/>
              <a:gd name="connsiteY4837" fmla="*/ 295085 h 5143785"/>
              <a:gd name="connsiteX4838" fmla="*/ 1880807 w 3114960"/>
              <a:gd name="connsiteY4838" fmla="*/ 303752 h 5143785"/>
              <a:gd name="connsiteX4839" fmla="*/ 1872139 w 3114960"/>
              <a:gd name="connsiteY4839" fmla="*/ 295085 h 5143785"/>
              <a:gd name="connsiteX4840" fmla="*/ 727043 w 3114960"/>
              <a:gd name="connsiteY4840" fmla="*/ 3971925 h 5143785"/>
              <a:gd name="connsiteX4841" fmla="*/ 722567 w 3114960"/>
              <a:gd name="connsiteY4841" fmla="*/ 3967448 h 5143785"/>
              <a:gd name="connsiteX4842" fmla="*/ 709898 w 3114960"/>
              <a:gd name="connsiteY4842" fmla="*/ 3967448 h 5143785"/>
              <a:gd name="connsiteX4843" fmla="*/ 705422 w 3114960"/>
              <a:gd name="connsiteY4843" fmla="*/ 3971925 h 5143785"/>
              <a:gd name="connsiteX4844" fmla="*/ 705422 w 3114960"/>
              <a:gd name="connsiteY4844" fmla="*/ 3984593 h 5143785"/>
              <a:gd name="connsiteX4845" fmla="*/ 709898 w 3114960"/>
              <a:gd name="connsiteY4845" fmla="*/ 3989070 h 5143785"/>
              <a:gd name="connsiteX4846" fmla="*/ 722567 w 3114960"/>
              <a:gd name="connsiteY4846" fmla="*/ 3989070 h 5143785"/>
              <a:gd name="connsiteX4847" fmla="*/ 724091 w 3114960"/>
              <a:gd name="connsiteY4847" fmla="*/ 3988784 h 5143785"/>
              <a:gd name="connsiteX4848" fmla="*/ 874300 w 3114960"/>
              <a:gd name="connsiteY4848" fmla="*/ 4162806 h 5143785"/>
              <a:gd name="connsiteX4849" fmla="*/ 874300 w 3114960"/>
              <a:gd name="connsiteY4849" fmla="*/ 4230720 h 5143785"/>
              <a:gd name="connsiteX4850" fmla="*/ 871633 w 3114960"/>
              <a:gd name="connsiteY4850" fmla="*/ 4230720 h 5143785"/>
              <a:gd name="connsiteX4851" fmla="*/ 860679 w 3114960"/>
              <a:gd name="connsiteY4851" fmla="*/ 4240435 h 5143785"/>
              <a:gd name="connsiteX4852" fmla="*/ 860679 w 3114960"/>
              <a:gd name="connsiteY4852" fmla="*/ 4279297 h 5143785"/>
              <a:gd name="connsiteX4853" fmla="*/ 871633 w 3114960"/>
              <a:gd name="connsiteY4853" fmla="*/ 4289012 h 5143785"/>
              <a:gd name="connsiteX4854" fmla="*/ 874300 w 3114960"/>
              <a:gd name="connsiteY4854" fmla="*/ 4289012 h 5143785"/>
              <a:gd name="connsiteX4855" fmla="*/ 874300 w 3114960"/>
              <a:gd name="connsiteY4855" fmla="*/ 4342448 h 5143785"/>
              <a:gd name="connsiteX4856" fmla="*/ 890016 w 3114960"/>
              <a:gd name="connsiteY4856" fmla="*/ 4358736 h 5143785"/>
              <a:gd name="connsiteX4857" fmla="*/ 1063466 w 3114960"/>
              <a:gd name="connsiteY4857" fmla="*/ 4358736 h 5143785"/>
              <a:gd name="connsiteX4858" fmla="*/ 1082612 w 3114960"/>
              <a:gd name="connsiteY4858" fmla="*/ 4380929 h 5143785"/>
              <a:gd name="connsiteX4859" fmla="*/ 1193578 w 3114960"/>
              <a:gd name="connsiteY4859" fmla="*/ 4380929 h 5143785"/>
              <a:gd name="connsiteX4860" fmla="*/ 1200531 w 3114960"/>
              <a:gd name="connsiteY4860" fmla="*/ 4389787 h 5143785"/>
              <a:gd name="connsiteX4861" fmla="*/ 1216438 w 3114960"/>
              <a:gd name="connsiteY4861" fmla="*/ 4383310 h 5143785"/>
              <a:gd name="connsiteX4862" fmla="*/ 1209961 w 3114960"/>
              <a:gd name="connsiteY4862" fmla="*/ 4367403 h 5143785"/>
              <a:gd name="connsiteX4863" fmla="*/ 1194054 w 3114960"/>
              <a:gd name="connsiteY4863" fmla="*/ 4373880 h 5143785"/>
              <a:gd name="connsiteX4864" fmla="*/ 1193578 w 3114960"/>
              <a:gd name="connsiteY4864" fmla="*/ 4376166 h 5143785"/>
              <a:gd name="connsiteX4865" fmla="*/ 1084802 w 3114960"/>
              <a:gd name="connsiteY4865" fmla="*/ 4376166 h 5143785"/>
              <a:gd name="connsiteX4866" fmla="*/ 1065657 w 3114960"/>
              <a:gd name="connsiteY4866" fmla="*/ 4353973 h 5143785"/>
              <a:gd name="connsiteX4867" fmla="*/ 892016 w 3114960"/>
              <a:gd name="connsiteY4867" fmla="*/ 4353973 h 5143785"/>
              <a:gd name="connsiteX4868" fmla="*/ 879062 w 3114960"/>
              <a:gd name="connsiteY4868" fmla="*/ 4340543 h 5143785"/>
              <a:gd name="connsiteX4869" fmla="*/ 879062 w 3114960"/>
              <a:gd name="connsiteY4869" fmla="*/ 4289108 h 5143785"/>
              <a:gd name="connsiteX4870" fmla="*/ 881729 w 3114960"/>
              <a:gd name="connsiteY4870" fmla="*/ 4289108 h 5143785"/>
              <a:gd name="connsiteX4871" fmla="*/ 892683 w 3114960"/>
              <a:gd name="connsiteY4871" fmla="*/ 4279392 h 5143785"/>
              <a:gd name="connsiteX4872" fmla="*/ 892683 w 3114960"/>
              <a:gd name="connsiteY4872" fmla="*/ 4240530 h 5143785"/>
              <a:gd name="connsiteX4873" fmla="*/ 881729 w 3114960"/>
              <a:gd name="connsiteY4873" fmla="*/ 4230815 h 5143785"/>
              <a:gd name="connsiteX4874" fmla="*/ 879062 w 3114960"/>
              <a:gd name="connsiteY4874" fmla="*/ 4230815 h 5143785"/>
              <a:gd name="connsiteX4875" fmla="*/ 879062 w 3114960"/>
              <a:gd name="connsiteY4875" fmla="*/ 4161187 h 5143785"/>
              <a:gd name="connsiteX4876" fmla="*/ 726948 w 3114960"/>
              <a:gd name="connsiteY4876" fmla="*/ 3984974 h 5143785"/>
              <a:gd name="connsiteX4877" fmla="*/ 726948 w 3114960"/>
              <a:gd name="connsiteY4877" fmla="*/ 3984784 h 5143785"/>
              <a:gd name="connsiteX4878" fmla="*/ 726948 w 3114960"/>
              <a:gd name="connsiteY4878" fmla="*/ 3972116 h 5143785"/>
              <a:gd name="connsiteX4879" fmla="*/ 887635 w 3114960"/>
              <a:gd name="connsiteY4879" fmla="*/ 4279297 h 5143785"/>
              <a:gd name="connsiteX4880" fmla="*/ 881729 w 3114960"/>
              <a:gd name="connsiteY4880" fmla="*/ 4284536 h 5143785"/>
              <a:gd name="connsiteX4881" fmla="*/ 871633 w 3114960"/>
              <a:gd name="connsiteY4881" fmla="*/ 4284536 h 5143785"/>
              <a:gd name="connsiteX4882" fmla="*/ 865727 w 3114960"/>
              <a:gd name="connsiteY4882" fmla="*/ 4279297 h 5143785"/>
              <a:gd name="connsiteX4883" fmla="*/ 865727 w 3114960"/>
              <a:gd name="connsiteY4883" fmla="*/ 4271010 h 5143785"/>
              <a:gd name="connsiteX4884" fmla="*/ 887540 w 3114960"/>
              <a:gd name="connsiteY4884" fmla="*/ 4271010 h 5143785"/>
              <a:gd name="connsiteX4885" fmla="*/ 887540 w 3114960"/>
              <a:gd name="connsiteY4885" fmla="*/ 4279297 h 5143785"/>
              <a:gd name="connsiteX4886" fmla="*/ 881825 w 3114960"/>
              <a:gd name="connsiteY4886" fmla="*/ 4235196 h 5143785"/>
              <a:gd name="connsiteX4887" fmla="*/ 887730 w 3114960"/>
              <a:gd name="connsiteY4887" fmla="*/ 4240435 h 5143785"/>
              <a:gd name="connsiteX4888" fmla="*/ 887730 w 3114960"/>
              <a:gd name="connsiteY4888" fmla="*/ 4246531 h 5143785"/>
              <a:gd name="connsiteX4889" fmla="*/ 865918 w 3114960"/>
              <a:gd name="connsiteY4889" fmla="*/ 4246531 h 5143785"/>
              <a:gd name="connsiteX4890" fmla="*/ 865918 w 3114960"/>
              <a:gd name="connsiteY4890" fmla="*/ 4240435 h 5143785"/>
              <a:gd name="connsiteX4891" fmla="*/ 871823 w 3114960"/>
              <a:gd name="connsiteY4891" fmla="*/ 4235196 h 5143785"/>
              <a:gd name="connsiteX4892" fmla="*/ 881920 w 3114960"/>
              <a:gd name="connsiteY4892" fmla="*/ 4235196 h 5143785"/>
              <a:gd name="connsiteX4893" fmla="*/ 1858804 w 3114960"/>
              <a:gd name="connsiteY4893" fmla="*/ 16859 h 5143785"/>
              <a:gd name="connsiteX4894" fmla="*/ 1846993 w 3114960"/>
              <a:gd name="connsiteY4894" fmla="*/ 5048 h 5143785"/>
              <a:gd name="connsiteX4895" fmla="*/ 1835182 w 3114960"/>
              <a:gd name="connsiteY4895" fmla="*/ 16859 h 5143785"/>
              <a:gd name="connsiteX4896" fmla="*/ 1844612 w 3114960"/>
              <a:gd name="connsiteY4896" fmla="*/ 28194 h 5143785"/>
              <a:gd name="connsiteX4897" fmla="*/ 1844612 w 3114960"/>
              <a:gd name="connsiteY4897" fmla="*/ 148685 h 5143785"/>
              <a:gd name="connsiteX4898" fmla="*/ 1855565 w 3114960"/>
              <a:gd name="connsiteY4898" fmla="*/ 160020 h 5143785"/>
              <a:gd name="connsiteX4899" fmla="*/ 1855565 w 3114960"/>
              <a:gd name="connsiteY4899" fmla="*/ 242030 h 5143785"/>
              <a:gd name="connsiteX4900" fmla="*/ 1855089 w 3114960"/>
              <a:gd name="connsiteY4900" fmla="*/ 242030 h 5143785"/>
              <a:gd name="connsiteX4901" fmla="*/ 1849946 w 3114960"/>
              <a:gd name="connsiteY4901" fmla="*/ 247174 h 5143785"/>
              <a:gd name="connsiteX4902" fmla="*/ 1849946 w 3114960"/>
              <a:gd name="connsiteY4902" fmla="*/ 267557 h 5143785"/>
              <a:gd name="connsiteX4903" fmla="*/ 1855089 w 3114960"/>
              <a:gd name="connsiteY4903" fmla="*/ 272701 h 5143785"/>
              <a:gd name="connsiteX4904" fmla="*/ 1861566 w 3114960"/>
              <a:gd name="connsiteY4904" fmla="*/ 272701 h 5143785"/>
              <a:gd name="connsiteX4905" fmla="*/ 1866710 w 3114960"/>
              <a:gd name="connsiteY4905" fmla="*/ 267557 h 5143785"/>
              <a:gd name="connsiteX4906" fmla="*/ 1866710 w 3114960"/>
              <a:gd name="connsiteY4906" fmla="*/ 247174 h 5143785"/>
              <a:gd name="connsiteX4907" fmla="*/ 1861566 w 3114960"/>
              <a:gd name="connsiteY4907" fmla="*/ 242030 h 5143785"/>
              <a:gd name="connsiteX4908" fmla="*/ 1860232 w 3114960"/>
              <a:gd name="connsiteY4908" fmla="*/ 242030 h 5143785"/>
              <a:gd name="connsiteX4909" fmla="*/ 1860232 w 3114960"/>
              <a:gd name="connsiteY4909" fmla="*/ 158115 h 5143785"/>
              <a:gd name="connsiteX4910" fmla="*/ 1849279 w 3114960"/>
              <a:gd name="connsiteY4910" fmla="*/ 146780 h 5143785"/>
              <a:gd name="connsiteX4911" fmla="*/ 1849279 w 3114960"/>
              <a:gd name="connsiteY4911" fmla="*/ 28194 h 5143785"/>
              <a:gd name="connsiteX4912" fmla="*/ 1858709 w 3114960"/>
              <a:gd name="connsiteY4912" fmla="*/ 16859 h 5143785"/>
              <a:gd name="connsiteX4913" fmla="*/ 1864328 w 3114960"/>
              <a:gd name="connsiteY4913" fmla="*/ 267557 h 5143785"/>
              <a:gd name="connsiteX4914" fmla="*/ 1861661 w 3114960"/>
              <a:gd name="connsiteY4914" fmla="*/ 270224 h 5143785"/>
              <a:gd name="connsiteX4915" fmla="*/ 1855184 w 3114960"/>
              <a:gd name="connsiteY4915" fmla="*/ 270224 h 5143785"/>
              <a:gd name="connsiteX4916" fmla="*/ 1852517 w 3114960"/>
              <a:gd name="connsiteY4916" fmla="*/ 267557 h 5143785"/>
              <a:gd name="connsiteX4917" fmla="*/ 1852517 w 3114960"/>
              <a:gd name="connsiteY4917" fmla="*/ 267557 h 5143785"/>
              <a:gd name="connsiteX4918" fmla="*/ 1864328 w 3114960"/>
              <a:gd name="connsiteY4918" fmla="*/ 267462 h 5143785"/>
              <a:gd name="connsiteX4919" fmla="*/ 1864328 w 3114960"/>
              <a:gd name="connsiteY4919" fmla="*/ 267462 h 5143785"/>
              <a:gd name="connsiteX4920" fmla="*/ 1864328 w 3114960"/>
              <a:gd name="connsiteY4920" fmla="*/ 264986 h 5143785"/>
              <a:gd name="connsiteX4921" fmla="*/ 1852517 w 3114960"/>
              <a:gd name="connsiteY4921" fmla="*/ 264986 h 5143785"/>
              <a:gd name="connsiteX4922" fmla="*/ 1852517 w 3114960"/>
              <a:gd name="connsiteY4922" fmla="*/ 262223 h 5143785"/>
              <a:gd name="connsiteX4923" fmla="*/ 1864328 w 3114960"/>
              <a:gd name="connsiteY4923" fmla="*/ 262223 h 5143785"/>
              <a:gd name="connsiteX4924" fmla="*/ 1864328 w 3114960"/>
              <a:gd name="connsiteY4924" fmla="*/ 264986 h 5143785"/>
              <a:gd name="connsiteX4925" fmla="*/ 1864328 w 3114960"/>
              <a:gd name="connsiteY4925" fmla="*/ 260699 h 5143785"/>
              <a:gd name="connsiteX4926" fmla="*/ 1852517 w 3114960"/>
              <a:gd name="connsiteY4926" fmla="*/ 260699 h 5143785"/>
              <a:gd name="connsiteX4927" fmla="*/ 1852517 w 3114960"/>
              <a:gd name="connsiteY4927" fmla="*/ 250984 h 5143785"/>
              <a:gd name="connsiteX4928" fmla="*/ 1864328 w 3114960"/>
              <a:gd name="connsiteY4928" fmla="*/ 250984 h 5143785"/>
              <a:gd name="connsiteX4929" fmla="*/ 1864328 w 3114960"/>
              <a:gd name="connsiteY4929" fmla="*/ 260699 h 5143785"/>
              <a:gd name="connsiteX4930" fmla="*/ 1861661 w 3114960"/>
              <a:gd name="connsiteY4930" fmla="*/ 244507 h 5143785"/>
              <a:gd name="connsiteX4931" fmla="*/ 1864328 w 3114960"/>
              <a:gd name="connsiteY4931" fmla="*/ 247174 h 5143785"/>
              <a:gd name="connsiteX4932" fmla="*/ 1864328 w 3114960"/>
              <a:gd name="connsiteY4932" fmla="*/ 247841 h 5143785"/>
              <a:gd name="connsiteX4933" fmla="*/ 1852517 w 3114960"/>
              <a:gd name="connsiteY4933" fmla="*/ 247841 h 5143785"/>
              <a:gd name="connsiteX4934" fmla="*/ 1852517 w 3114960"/>
              <a:gd name="connsiteY4934" fmla="*/ 247174 h 5143785"/>
              <a:gd name="connsiteX4935" fmla="*/ 1855184 w 3114960"/>
              <a:gd name="connsiteY4935" fmla="*/ 244507 h 5143785"/>
              <a:gd name="connsiteX4936" fmla="*/ 1861661 w 3114960"/>
              <a:gd name="connsiteY4936" fmla="*/ 244507 h 5143785"/>
              <a:gd name="connsiteX4937" fmla="*/ 1846993 w 3114960"/>
              <a:gd name="connsiteY4937" fmla="*/ 23908 h 5143785"/>
              <a:gd name="connsiteX4938" fmla="*/ 1839944 w 3114960"/>
              <a:gd name="connsiteY4938" fmla="*/ 16859 h 5143785"/>
              <a:gd name="connsiteX4939" fmla="*/ 1846993 w 3114960"/>
              <a:gd name="connsiteY4939" fmla="*/ 9811 h 5143785"/>
              <a:gd name="connsiteX4940" fmla="*/ 1854041 w 3114960"/>
              <a:gd name="connsiteY4940" fmla="*/ 16859 h 5143785"/>
              <a:gd name="connsiteX4941" fmla="*/ 1846993 w 3114960"/>
              <a:gd name="connsiteY4941" fmla="*/ 23908 h 5143785"/>
              <a:gd name="connsiteX4942" fmla="*/ 1756124 w 3114960"/>
              <a:gd name="connsiteY4942" fmla="*/ 344519 h 5143785"/>
              <a:gd name="connsiteX4943" fmla="*/ 1742694 w 3114960"/>
              <a:gd name="connsiteY4943" fmla="*/ 357950 h 5143785"/>
              <a:gd name="connsiteX4944" fmla="*/ 1756124 w 3114960"/>
              <a:gd name="connsiteY4944" fmla="*/ 371380 h 5143785"/>
              <a:gd name="connsiteX4945" fmla="*/ 1760411 w 3114960"/>
              <a:gd name="connsiteY4945" fmla="*/ 370618 h 5143785"/>
              <a:gd name="connsiteX4946" fmla="*/ 1775174 w 3114960"/>
              <a:gd name="connsiteY4946" fmla="*/ 387668 h 5143785"/>
              <a:gd name="connsiteX4947" fmla="*/ 1775174 w 3114960"/>
              <a:gd name="connsiteY4947" fmla="*/ 480536 h 5143785"/>
              <a:gd name="connsiteX4948" fmla="*/ 1771555 w 3114960"/>
              <a:gd name="connsiteY4948" fmla="*/ 485394 h 5143785"/>
              <a:gd name="connsiteX4949" fmla="*/ 1771555 w 3114960"/>
              <a:gd name="connsiteY4949" fmla="*/ 491871 h 5143785"/>
              <a:gd name="connsiteX4950" fmla="*/ 1776698 w 3114960"/>
              <a:gd name="connsiteY4950" fmla="*/ 497014 h 5143785"/>
              <a:gd name="connsiteX4951" fmla="*/ 1797082 w 3114960"/>
              <a:gd name="connsiteY4951" fmla="*/ 497014 h 5143785"/>
              <a:gd name="connsiteX4952" fmla="*/ 1802225 w 3114960"/>
              <a:gd name="connsiteY4952" fmla="*/ 491871 h 5143785"/>
              <a:gd name="connsiteX4953" fmla="*/ 1802225 w 3114960"/>
              <a:gd name="connsiteY4953" fmla="*/ 485394 h 5143785"/>
              <a:gd name="connsiteX4954" fmla="*/ 1797749 w 3114960"/>
              <a:gd name="connsiteY4954" fmla="*/ 480346 h 5143785"/>
              <a:gd name="connsiteX4955" fmla="*/ 1797749 w 3114960"/>
              <a:gd name="connsiteY4955" fmla="*/ 386334 h 5143785"/>
              <a:gd name="connsiteX4956" fmla="*/ 1828705 w 3114960"/>
              <a:gd name="connsiteY4956" fmla="*/ 346043 h 5143785"/>
              <a:gd name="connsiteX4957" fmla="*/ 1835468 w 3114960"/>
              <a:gd name="connsiteY4957" fmla="*/ 347948 h 5143785"/>
              <a:gd name="connsiteX4958" fmla="*/ 1848898 w 3114960"/>
              <a:gd name="connsiteY4958" fmla="*/ 334518 h 5143785"/>
              <a:gd name="connsiteX4959" fmla="*/ 1835468 w 3114960"/>
              <a:gd name="connsiteY4959" fmla="*/ 321088 h 5143785"/>
              <a:gd name="connsiteX4960" fmla="*/ 1822037 w 3114960"/>
              <a:gd name="connsiteY4960" fmla="*/ 334518 h 5143785"/>
              <a:gd name="connsiteX4961" fmla="*/ 1825085 w 3114960"/>
              <a:gd name="connsiteY4961" fmla="*/ 342995 h 5143785"/>
              <a:gd name="connsiteX4962" fmla="*/ 1792986 w 3114960"/>
              <a:gd name="connsiteY4962" fmla="*/ 384715 h 5143785"/>
              <a:gd name="connsiteX4963" fmla="*/ 1792986 w 3114960"/>
              <a:gd name="connsiteY4963" fmla="*/ 480251 h 5143785"/>
              <a:gd name="connsiteX4964" fmla="*/ 1784604 w 3114960"/>
              <a:gd name="connsiteY4964" fmla="*/ 480251 h 5143785"/>
              <a:gd name="connsiteX4965" fmla="*/ 1784604 w 3114960"/>
              <a:gd name="connsiteY4965" fmla="*/ 384143 h 5143785"/>
              <a:gd name="connsiteX4966" fmla="*/ 1767650 w 3114960"/>
              <a:gd name="connsiteY4966" fmla="*/ 364522 h 5143785"/>
              <a:gd name="connsiteX4967" fmla="*/ 1769459 w 3114960"/>
              <a:gd name="connsiteY4967" fmla="*/ 357854 h 5143785"/>
              <a:gd name="connsiteX4968" fmla="*/ 1756029 w 3114960"/>
              <a:gd name="connsiteY4968" fmla="*/ 344424 h 5143785"/>
              <a:gd name="connsiteX4969" fmla="*/ 1756124 w 3114960"/>
              <a:gd name="connsiteY4969" fmla="*/ 366713 h 5143785"/>
              <a:gd name="connsiteX4970" fmla="*/ 1747457 w 3114960"/>
              <a:gd name="connsiteY4970" fmla="*/ 358045 h 5143785"/>
              <a:gd name="connsiteX4971" fmla="*/ 1756124 w 3114960"/>
              <a:gd name="connsiteY4971" fmla="*/ 349377 h 5143785"/>
              <a:gd name="connsiteX4972" fmla="*/ 1764792 w 3114960"/>
              <a:gd name="connsiteY4972" fmla="*/ 358045 h 5143785"/>
              <a:gd name="connsiteX4973" fmla="*/ 1756124 w 3114960"/>
              <a:gd name="connsiteY4973" fmla="*/ 366713 h 5143785"/>
              <a:gd name="connsiteX4974" fmla="*/ 1835658 w 3114960"/>
              <a:gd name="connsiteY4974" fmla="*/ 325946 h 5143785"/>
              <a:gd name="connsiteX4975" fmla="*/ 1844326 w 3114960"/>
              <a:gd name="connsiteY4975" fmla="*/ 334613 h 5143785"/>
              <a:gd name="connsiteX4976" fmla="*/ 1835658 w 3114960"/>
              <a:gd name="connsiteY4976" fmla="*/ 343281 h 5143785"/>
              <a:gd name="connsiteX4977" fmla="*/ 1826990 w 3114960"/>
              <a:gd name="connsiteY4977" fmla="*/ 334613 h 5143785"/>
              <a:gd name="connsiteX4978" fmla="*/ 1835658 w 3114960"/>
              <a:gd name="connsiteY4978" fmla="*/ 325946 h 5143785"/>
              <a:gd name="connsiteX4979" fmla="*/ 1796510 w 3114960"/>
              <a:gd name="connsiteY4979" fmla="*/ 482822 h 5143785"/>
              <a:gd name="connsiteX4980" fmla="*/ 1797177 w 3114960"/>
              <a:gd name="connsiteY4980" fmla="*/ 482822 h 5143785"/>
              <a:gd name="connsiteX4981" fmla="*/ 1799844 w 3114960"/>
              <a:gd name="connsiteY4981" fmla="*/ 485489 h 5143785"/>
              <a:gd name="connsiteX4982" fmla="*/ 1799844 w 3114960"/>
              <a:gd name="connsiteY4982" fmla="*/ 491966 h 5143785"/>
              <a:gd name="connsiteX4983" fmla="*/ 1797177 w 3114960"/>
              <a:gd name="connsiteY4983" fmla="*/ 494633 h 5143785"/>
              <a:gd name="connsiteX4984" fmla="*/ 1796510 w 3114960"/>
              <a:gd name="connsiteY4984" fmla="*/ 494633 h 5143785"/>
              <a:gd name="connsiteX4985" fmla="*/ 1796510 w 3114960"/>
              <a:gd name="connsiteY4985" fmla="*/ 482822 h 5143785"/>
              <a:gd name="connsiteX4986" fmla="*/ 1783652 w 3114960"/>
              <a:gd name="connsiteY4986" fmla="*/ 482822 h 5143785"/>
              <a:gd name="connsiteX4987" fmla="*/ 1793367 w 3114960"/>
              <a:gd name="connsiteY4987" fmla="*/ 482822 h 5143785"/>
              <a:gd name="connsiteX4988" fmla="*/ 1793367 w 3114960"/>
              <a:gd name="connsiteY4988" fmla="*/ 494633 h 5143785"/>
              <a:gd name="connsiteX4989" fmla="*/ 1783652 w 3114960"/>
              <a:gd name="connsiteY4989" fmla="*/ 494633 h 5143785"/>
              <a:gd name="connsiteX4990" fmla="*/ 1783652 w 3114960"/>
              <a:gd name="connsiteY4990" fmla="*/ 482822 h 5143785"/>
              <a:gd name="connsiteX4991" fmla="*/ 1779365 w 3114960"/>
              <a:gd name="connsiteY4991" fmla="*/ 482822 h 5143785"/>
              <a:gd name="connsiteX4992" fmla="*/ 1782128 w 3114960"/>
              <a:gd name="connsiteY4992" fmla="*/ 482822 h 5143785"/>
              <a:gd name="connsiteX4993" fmla="*/ 1782128 w 3114960"/>
              <a:gd name="connsiteY4993" fmla="*/ 494633 h 5143785"/>
              <a:gd name="connsiteX4994" fmla="*/ 1779365 w 3114960"/>
              <a:gd name="connsiteY4994" fmla="*/ 494633 h 5143785"/>
              <a:gd name="connsiteX4995" fmla="*/ 1779365 w 3114960"/>
              <a:gd name="connsiteY4995" fmla="*/ 482822 h 5143785"/>
              <a:gd name="connsiteX4996" fmla="*/ 1776984 w 3114960"/>
              <a:gd name="connsiteY4996" fmla="*/ 482822 h 5143785"/>
              <a:gd name="connsiteX4997" fmla="*/ 1776984 w 3114960"/>
              <a:gd name="connsiteY4997" fmla="*/ 494633 h 5143785"/>
              <a:gd name="connsiteX4998" fmla="*/ 1776889 w 3114960"/>
              <a:gd name="connsiteY4998" fmla="*/ 494633 h 5143785"/>
              <a:gd name="connsiteX4999" fmla="*/ 1774222 w 3114960"/>
              <a:gd name="connsiteY4999" fmla="*/ 491966 h 5143785"/>
              <a:gd name="connsiteX5000" fmla="*/ 1774222 w 3114960"/>
              <a:gd name="connsiteY5000" fmla="*/ 485489 h 5143785"/>
              <a:gd name="connsiteX5001" fmla="*/ 1776889 w 3114960"/>
              <a:gd name="connsiteY5001" fmla="*/ 482822 h 5143785"/>
              <a:gd name="connsiteX5002" fmla="*/ 1776984 w 3114960"/>
              <a:gd name="connsiteY5002" fmla="*/ 482822 h 5143785"/>
              <a:gd name="connsiteX5003" fmla="*/ 520065 w 3114960"/>
              <a:gd name="connsiteY5003" fmla="*/ 2083594 h 5143785"/>
              <a:gd name="connsiteX5004" fmla="*/ 527209 w 3114960"/>
              <a:gd name="connsiteY5004" fmla="*/ 2083594 h 5143785"/>
              <a:gd name="connsiteX5005" fmla="*/ 527209 w 3114960"/>
              <a:gd name="connsiteY5005" fmla="*/ 2088356 h 5143785"/>
              <a:gd name="connsiteX5006" fmla="*/ 520065 w 3114960"/>
              <a:gd name="connsiteY5006" fmla="*/ 2088356 h 5143785"/>
              <a:gd name="connsiteX5007" fmla="*/ 520065 w 3114960"/>
              <a:gd name="connsiteY5007" fmla="*/ 2083594 h 5143785"/>
              <a:gd name="connsiteX5008" fmla="*/ 1561148 w 3114960"/>
              <a:gd name="connsiteY5008" fmla="*/ 2300288 h 5143785"/>
              <a:gd name="connsiteX5009" fmla="*/ 1542764 w 3114960"/>
              <a:gd name="connsiteY5009" fmla="*/ 2300288 h 5143785"/>
              <a:gd name="connsiteX5010" fmla="*/ 1538859 w 3114960"/>
              <a:gd name="connsiteY5010" fmla="*/ 2304193 h 5143785"/>
              <a:gd name="connsiteX5011" fmla="*/ 1538859 w 3114960"/>
              <a:gd name="connsiteY5011" fmla="*/ 2322576 h 5143785"/>
              <a:gd name="connsiteX5012" fmla="*/ 1542764 w 3114960"/>
              <a:gd name="connsiteY5012" fmla="*/ 2326481 h 5143785"/>
              <a:gd name="connsiteX5013" fmla="*/ 1561148 w 3114960"/>
              <a:gd name="connsiteY5013" fmla="*/ 2326481 h 5143785"/>
              <a:gd name="connsiteX5014" fmla="*/ 1565053 w 3114960"/>
              <a:gd name="connsiteY5014" fmla="*/ 2322576 h 5143785"/>
              <a:gd name="connsiteX5015" fmla="*/ 1565053 w 3114960"/>
              <a:gd name="connsiteY5015" fmla="*/ 2316004 h 5143785"/>
              <a:gd name="connsiteX5016" fmla="*/ 1647158 w 3114960"/>
              <a:gd name="connsiteY5016" fmla="*/ 2315718 h 5143785"/>
              <a:gd name="connsiteX5017" fmla="*/ 1800511 w 3114960"/>
              <a:gd name="connsiteY5017" fmla="*/ 2471261 h 5143785"/>
              <a:gd name="connsiteX5018" fmla="*/ 1801178 w 3114960"/>
              <a:gd name="connsiteY5018" fmla="*/ 2471928 h 5143785"/>
              <a:gd name="connsiteX5019" fmla="*/ 1819370 w 3114960"/>
              <a:gd name="connsiteY5019" fmla="*/ 2471928 h 5143785"/>
              <a:gd name="connsiteX5020" fmla="*/ 1830610 w 3114960"/>
              <a:gd name="connsiteY5020" fmla="*/ 2480501 h 5143785"/>
              <a:gd name="connsiteX5021" fmla="*/ 1842516 w 3114960"/>
              <a:gd name="connsiteY5021" fmla="*/ 2468594 h 5143785"/>
              <a:gd name="connsiteX5022" fmla="*/ 1830610 w 3114960"/>
              <a:gd name="connsiteY5022" fmla="*/ 2456688 h 5143785"/>
              <a:gd name="connsiteX5023" fmla="*/ 1818894 w 3114960"/>
              <a:gd name="connsiteY5023" fmla="*/ 2467261 h 5143785"/>
              <a:gd name="connsiteX5024" fmla="*/ 1803082 w 3114960"/>
              <a:gd name="connsiteY5024" fmla="*/ 2467261 h 5143785"/>
              <a:gd name="connsiteX5025" fmla="*/ 1648968 w 3114960"/>
              <a:gd name="connsiteY5025" fmla="*/ 2311051 h 5143785"/>
              <a:gd name="connsiteX5026" fmla="*/ 1564862 w 3114960"/>
              <a:gd name="connsiteY5026" fmla="*/ 2311337 h 5143785"/>
              <a:gd name="connsiteX5027" fmla="*/ 1564862 w 3114960"/>
              <a:gd name="connsiteY5027" fmla="*/ 2304288 h 5143785"/>
              <a:gd name="connsiteX5028" fmla="*/ 1560957 w 3114960"/>
              <a:gd name="connsiteY5028" fmla="*/ 2300383 h 5143785"/>
              <a:gd name="connsiteX5029" fmla="*/ 1562672 w 3114960"/>
              <a:gd name="connsiteY5029" fmla="*/ 2322576 h 5143785"/>
              <a:gd name="connsiteX5030" fmla="*/ 1561148 w 3114960"/>
              <a:gd name="connsiteY5030" fmla="*/ 2324100 h 5143785"/>
              <a:gd name="connsiteX5031" fmla="*/ 1542764 w 3114960"/>
              <a:gd name="connsiteY5031" fmla="*/ 2324100 h 5143785"/>
              <a:gd name="connsiteX5032" fmla="*/ 1541240 w 3114960"/>
              <a:gd name="connsiteY5032" fmla="*/ 2322576 h 5143785"/>
              <a:gd name="connsiteX5033" fmla="*/ 1541240 w 3114960"/>
              <a:gd name="connsiteY5033" fmla="*/ 2304193 h 5143785"/>
              <a:gd name="connsiteX5034" fmla="*/ 1542764 w 3114960"/>
              <a:gd name="connsiteY5034" fmla="*/ 2302669 h 5143785"/>
              <a:gd name="connsiteX5035" fmla="*/ 1561148 w 3114960"/>
              <a:gd name="connsiteY5035" fmla="*/ 2302669 h 5143785"/>
              <a:gd name="connsiteX5036" fmla="*/ 1562672 w 3114960"/>
              <a:gd name="connsiteY5036" fmla="*/ 2304193 h 5143785"/>
              <a:gd name="connsiteX5037" fmla="*/ 1562672 w 3114960"/>
              <a:gd name="connsiteY5037" fmla="*/ 2322576 h 5143785"/>
              <a:gd name="connsiteX5038" fmla="*/ 1830800 w 3114960"/>
              <a:gd name="connsiteY5038" fmla="*/ 2461355 h 5143785"/>
              <a:gd name="connsiteX5039" fmla="*/ 1837944 w 3114960"/>
              <a:gd name="connsiteY5039" fmla="*/ 2468499 h 5143785"/>
              <a:gd name="connsiteX5040" fmla="*/ 1830800 w 3114960"/>
              <a:gd name="connsiteY5040" fmla="*/ 2475643 h 5143785"/>
              <a:gd name="connsiteX5041" fmla="*/ 1823657 w 3114960"/>
              <a:gd name="connsiteY5041" fmla="*/ 2468499 h 5143785"/>
              <a:gd name="connsiteX5042" fmla="*/ 1830800 w 3114960"/>
              <a:gd name="connsiteY5042" fmla="*/ 2461355 h 5143785"/>
              <a:gd name="connsiteX5043" fmla="*/ 511874 w 3114960"/>
              <a:gd name="connsiteY5043" fmla="*/ 2097500 h 5143785"/>
              <a:gd name="connsiteX5044" fmla="*/ 521589 w 3114960"/>
              <a:gd name="connsiteY5044" fmla="*/ 2089023 h 5143785"/>
              <a:gd name="connsiteX5045" fmla="*/ 525399 w 3114960"/>
              <a:gd name="connsiteY5045" fmla="*/ 2089309 h 5143785"/>
              <a:gd name="connsiteX5046" fmla="*/ 533876 w 3114960"/>
              <a:gd name="connsiteY5046" fmla="*/ 2099024 h 5143785"/>
              <a:gd name="connsiteX5047" fmla="*/ 533591 w 3114960"/>
              <a:gd name="connsiteY5047" fmla="*/ 2102834 h 5143785"/>
              <a:gd name="connsiteX5048" fmla="*/ 523875 w 3114960"/>
              <a:gd name="connsiteY5048" fmla="*/ 2111312 h 5143785"/>
              <a:gd name="connsiteX5049" fmla="*/ 520065 w 3114960"/>
              <a:gd name="connsiteY5049" fmla="*/ 2111026 h 5143785"/>
              <a:gd name="connsiteX5050" fmla="*/ 511588 w 3114960"/>
              <a:gd name="connsiteY5050" fmla="*/ 2101310 h 5143785"/>
              <a:gd name="connsiteX5051" fmla="*/ 511874 w 3114960"/>
              <a:gd name="connsiteY5051" fmla="*/ 2097500 h 5143785"/>
              <a:gd name="connsiteX5052" fmla="*/ 1221677 w 3114960"/>
              <a:gd name="connsiteY5052" fmla="*/ 4321112 h 5143785"/>
              <a:gd name="connsiteX5053" fmla="*/ 1211199 w 3114960"/>
              <a:gd name="connsiteY5053" fmla="*/ 4325017 h 5143785"/>
              <a:gd name="connsiteX5054" fmla="*/ 1206818 w 3114960"/>
              <a:gd name="connsiteY5054" fmla="*/ 4333304 h 5143785"/>
              <a:gd name="connsiteX5055" fmla="*/ 1103852 w 3114960"/>
              <a:gd name="connsiteY5055" fmla="*/ 4333304 h 5143785"/>
              <a:gd name="connsiteX5056" fmla="*/ 1084707 w 3114960"/>
              <a:gd name="connsiteY5056" fmla="*/ 4311111 h 5143785"/>
              <a:gd name="connsiteX5057" fmla="*/ 933355 w 3114960"/>
              <a:gd name="connsiteY5057" fmla="*/ 4311111 h 5143785"/>
              <a:gd name="connsiteX5058" fmla="*/ 924592 w 3114960"/>
              <a:gd name="connsiteY5058" fmla="*/ 4301776 h 5143785"/>
              <a:gd name="connsiteX5059" fmla="*/ 924592 w 3114960"/>
              <a:gd name="connsiteY5059" fmla="*/ 4254246 h 5143785"/>
              <a:gd name="connsiteX5060" fmla="*/ 925259 w 3114960"/>
              <a:gd name="connsiteY5060" fmla="*/ 4254246 h 5143785"/>
              <a:gd name="connsiteX5061" fmla="*/ 932783 w 3114960"/>
              <a:gd name="connsiteY5061" fmla="*/ 4240721 h 5143785"/>
              <a:gd name="connsiteX5062" fmla="*/ 924211 w 3114960"/>
              <a:gd name="connsiteY5062" fmla="*/ 4233101 h 5143785"/>
              <a:gd name="connsiteX5063" fmla="*/ 924592 w 3114960"/>
              <a:gd name="connsiteY5063" fmla="*/ 4147661 h 5143785"/>
              <a:gd name="connsiteX5064" fmla="*/ 865823 w 3114960"/>
              <a:gd name="connsiteY5064" fmla="*/ 4077462 h 5143785"/>
              <a:gd name="connsiteX5065" fmla="*/ 865632 w 3114960"/>
              <a:gd name="connsiteY5065" fmla="*/ 4043077 h 5143785"/>
              <a:gd name="connsiteX5066" fmla="*/ 869918 w 3114960"/>
              <a:gd name="connsiteY5066" fmla="*/ 4043077 h 5143785"/>
              <a:gd name="connsiteX5067" fmla="*/ 875443 w 3114960"/>
              <a:gd name="connsiteY5067" fmla="*/ 4037552 h 5143785"/>
              <a:gd name="connsiteX5068" fmla="*/ 875443 w 3114960"/>
              <a:gd name="connsiteY5068" fmla="*/ 4024122 h 5143785"/>
              <a:gd name="connsiteX5069" fmla="*/ 869918 w 3114960"/>
              <a:gd name="connsiteY5069" fmla="*/ 4018598 h 5143785"/>
              <a:gd name="connsiteX5070" fmla="*/ 856488 w 3114960"/>
              <a:gd name="connsiteY5070" fmla="*/ 4018598 h 5143785"/>
              <a:gd name="connsiteX5071" fmla="*/ 850964 w 3114960"/>
              <a:gd name="connsiteY5071" fmla="*/ 4024122 h 5143785"/>
              <a:gd name="connsiteX5072" fmla="*/ 850964 w 3114960"/>
              <a:gd name="connsiteY5072" fmla="*/ 4028789 h 5143785"/>
              <a:gd name="connsiteX5073" fmla="*/ 833628 w 3114960"/>
              <a:gd name="connsiteY5073" fmla="*/ 4028789 h 5143785"/>
              <a:gd name="connsiteX5074" fmla="*/ 792099 w 3114960"/>
              <a:gd name="connsiteY5074" fmla="*/ 3984117 h 5143785"/>
              <a:gd name="connsiteX5075" fmla="*/ 793337 w 3114960"/>
              <a:gd name="connsiteY5075" fmla="*/ 3982688 h 5143785"/>
              <a:gd name="connsiteX5076" fmla="*/ 794290 w 3114960"/>
              <a:gd name="connsiteY5076" fmla="*/ 3974402 h 5143785"/>
              <a:gd name="connsiteX5077" fmla="*/ 789051 w 3114960"/>
              <a:gd name="connsiteY5077" fmla="*/ 3967829 h 5143785"/>
              <a:gd name="connsiteX5078" fmla="*/ 780764 w 3114960"/>
              <a:gd name="connsiteY5078" fmla="*/ 3966877 h 5143785"/>
              <a:gd name="connsiteX5079" fmla="*/ 773240 w 3114960"/>
              <a:gd name="connsiteY5079" fmla="*/ 3980402 h 5143785"/>
              <a:gd name="connsiteX5080" fmla="*/ 783812 w 3114960"/>
              <a:gd name="connsiteY5080" fmla="*/ 3988308 h 5143785"/>
              <a:gd name="connsiteX5081" fmla="*/ 786860 w 3114960"/>
              <a:gd name="connsiteY5081" fmla="*/ 3987927 h 5143785"/>
              <a:gd name="connsiteX5082" fmla="*/ 788479 w 3114960"/>
              <a:gd name="connsiteY5082" fmla="*/ 3987070 h 5143785"/>
              <a:gd name="connsiteX5083" fmla="*/ 831723 w 3114960"/>
              <a:gd name="connsiteY5083" fmla="*/ 4033552 h 5143785"/>
              <a:gd name="connsiteX5084" fmla="*/ 851154 w 3114960"/>
              <a:gd name="connsiteY5084" fmla="*/ 4033552 h 5143785"/>
              <a:gd name="connsiteX5085" fmla="*/ 851154 w 3114960"/>
              <a:gd name="connsiteY5085" fmla="*/ 4037552 h 5143785"/>
              <a:gd name="connsiteX5086" fmla="*/ 856679 w 3114960"/>
              <a:gd name="connsiteY5086" fmla="*/ 4043077 h 5143785"/>
              <a:gd name="connsiteX5087" fmla="*/ 861060 w 3114960"/>
              <a:gd name="connsiteY5087" fmla="*/ 4043077 h 5143785"/>
              <a:gd name="connsiteX5088" fmla="*/ 861251 w 3114960"/>
              <a:gd name="connsiteY5088" fmla="*/ 4079177 h 5143785"/>
              <a:gd name="connsiteX5089" fmla="*/ 920020 w 3114960"/>
              <a:gd name="connsiteY5089" fmla="*/ 4149280 h 5143785"/>
              <a:gd name="connsiteX5090" fmla="*/ 919639 w 3114960"/>
              <a:gd name="connsiteY5090" fmla="*/ 4233101 h 5143785"/>
              <a:gd name="connsiteX5091" fmla="*/ 919353 w 3114960"/>
              <a:gd name="connsiteY5091" fmla="*/ 4233101 h 5143785"/>
              <a:gd name="connsiteX5092" fmla="*/ 911828 w 3114960"/>
              <a:gd name="connsiteY5092" fmla="*/ 4246626 h 5143785"/>
              <a:gd name="connsiteX5093" fmla="*/ 920020 w 3114960"/>
              <a:gd name="connsiteY5093" fmla="*/ 4254151 h 5143785"/>
              <a:gd name="connsiteX5094" fmla="*/ 920020 w 3114960"/>
              <a:gd name="connsiteY5094" fmla="*/ 4303586 h 5143785"/>
              <a:gd name="connsiteX5095" fmla="*/ 931545 w 3114960"/>
              <a:gd name="connsiteY5095" fmla="*/ 4315873 h 5143785"/>
              <a:gd name="connsiteX5096" fmla="*/ 1082802 w 3114960"/>
              <a:gd name="connsiteY5096" fmla="*/ 4315873 h 5143785"/>
              <a:gd name="connsiteX5097" fmla="*/ 1101947 w 3114960"/>
              <a:gd name="connsiteY5097" fmla="*/ 4338066 h 5143785"/>
              <a:gd name="connsiteX5098" fmla="*/ 1207103 w 3114960"/>
              <a:gd name="connsiteY5098" fmla="*/ 4338066 h 5143785"/>
              <a:gd name="connsiteX5099" fmla="*/ 1210818 w 3114960"/>
              <a:gd name="connsiteY5099" fmla="*/ 4345591 h 5143785"/>
              <a:gd name="connsiteX5100" fmla="*/ 1221486 w 3114960"/>
              <a:gd name="connsiteY5100" fmla="*/ 4350258 h 5143785"/>
              <a:gd name="connsiteX5101" fmla="*/ 1231392 w 3114960"/>
              <a:gd name="connsiteY5101" fmla="*/ 4346353 h 5143785"/>
              <a:gd name="connsiteX5102" fmla="*/ 1236059 w 3114960"/>
              <a:gd name="connsiteY5102" fmla="*/ 4336256 h 5143785"/>
              <a:gd name="connsiteX5103" fmla="*/ 1232154 w 3114960"/>
              <a:gd name="connsiteY5103" fmla="*/ 4325779 h 5143785"/>
              <a:gd name="connsiteX5104" fmla="*/ 1222057 w 3114960"/>
              <a:gd name="connsiteY5104" fmla="*/ 4321207 h 5143785"/>
              <a:gd name="connsiteX5105" fmla="*/ 789146 w 3114960"/>
              <a:gd name="connsiteY5105" fmla="*/ 3980307 h 5143785"/>
              <a:gd name="connsiteX5106" fmla="*/ 785432 w 3114960"/>
              <a:gd name="connsiteY5106" fmla="*/ 3983260 h 5143785"/>
              <a:gd name="connsiteX5107" fmla="*/ 777812 w 3114960"/>
              <a:gd name="connsiteY5107" fmla="*/ 3978974 h 5143785"/>
              <a:gd name="connsiteX5108" fmla="*/ 782098 w 3114960"/>
              <a:gd name="connsiteY5108" fmla="*/ 3971354 h 5143785"/>
              <a:gd name="connsiteX5109" fmla="*/ 783812 w 3114960"/>
              <a:gd name="connsiteY5109" fmla="*/ 3971068 h 5143785"/>
              <a:gd name="connsiteX5110" fmla="*/ 786765 w 3114960"/>
              <a:gd name="connsiteY5110" fmla="*/ 3971830 h 5143785"/>
              <a:gd name="connsiteX5111" fmla="*/ 789718 w 3114960"/>
              <a:gd name="connsiteY5111" fmla="*/ 3975545 h 5143785"/>
              <a:gd name="connsiteX5112" fmla="*/ 789718 w 3114960"/>
              <a:gd name="connsiteY5112" fmla="*/ 3975545 h 5143785"/>
              <a:gd name="connsiteX5113" fmla="*/ 789146 w 3114960"/>
              <a:gd name="connsiteY5113" fmla="*/ 3980212 h 5143785"/>
              <a:gd name="connsiteX5114" fmla="*/ 856488 w 3114960"/>
              <a:gd name="connsiteY5114" fmla="*/ 4038219 h 5143785"/>
              <a:gd name="connsiteX5115" fmla="*/ 855726 w 3114960"/>
              <a:gd name="connsiteY5115" fmla="*/ 4037457 h 5143785"/>
              <a:gd name="connsiteX5116" fmla="*/ 855726 w 3114960"/>
              <a:gd name="connsiteY5116" fmla="*/ 4024027 h 5143785"/>
              <a:gd name="connsiteX5117" fmla="*/ 856488 w 3114960"/>
              <a:gd name="connsiteY5117" fmla="*/ 4023265 h 5143785"/>
              <a:gd name="connsiteX5118" fmla="*/ 869918 w 3114960"/>
              <a:gd name="connsiteY5118" fmla="*/ 4023265 h 5143785"/>
              <a:gd name="connsiteX5119" fmla="*/ 870680 w 3114960"/>
              <a:gd name="connsiteY5119" fmla="*/ 4024027 h 5143785"/>
              <a:gd name="connsiteX5120" fmla="*/ 870680 w 3114960"/>
              <a:gd name="connsiteY5120" fmla="*/ 4037457 h 5143785"/>
              <a:gd name="connsiteX5121" fmla="*/ 869918 w 3114960"/>
              <a:gd name="connsiteY5121" fmla="*/ 4038219 h 5143785"/>
              <a:gd name="connsiteX5122" fmla="*/ 856488 w 3114960"/>
              <a:gd name="connsiteY5122" fmla="*/ 4038219 h 5143785"/>
              <a:gd name="connsiteX5123" fmla="*/ 916210 w 3114960"/>
              <a:gd name="connsiteY5123" fmla="*/ 4245293 h 5143785"/>
              <a:gd name="connsiteX5124" fmla="*/ 916781 w 3114960"/>
              <a:gd name="connsiteY5124" fmla="*/ 4240626 h 5143785"/>
              <a:gd name="connsiteX5125" fmla="*/ 920496 w 3114960"/>
              <a:gd name="connsiteY5125" fmla="*/ 4237673 h 5143785"/>
              <a:gd name="connsiteX5126" fmla="*/ 928116 w 3114960"/>
              <a:gd name="connsiteY5126" fmla="*/ 4241959 h 5143785"/>
              <a:gd name="connsiteX5127" fmla="*/ 923830 w 3114960"/>
              <a:gd name="connsiteY5127" fmla="*/ 4249579 h 5143785"/>
              <a:gd name="connsiteX5128" fmla="*/ 916210 w 3114960"/>
              <a:gd name="connsiteY5128" fmla="*/ 4245293 h 5143785"/>
              <a:gd name="connsiteX5129" fmla="*/ 1227868 w 3114960"/>
              <a:gd name="connsiteY5129" fmla="*/ 4342829 h 5143785"/>
              <a:gd name="connsiteX5130" fmla="*/ 1214057 w 3114960"/>
              <a:gd name="connsiteY5130" fmla="*/ 4342353 h 5143785"/>
              <a:gd name="connsiteX5131" fmla="*/ 1211485 w 3114960"/>
              <a:gd name="connsiteY5131" fmla="*/ 4335304 h 5143785"/>
              <a:gd name="connsiteX5132" fmla="*/ 1214628 w 3114960"/>
              <a:gd name="connsiteY5132" fmla="*/ 4328446 h 5143785"/>
              <a:gd name="connsiteX5133" fmla="*/ 1221296 w 3114960"/>
              <a:gd name="connsiteY5133" fmla="*/ 4325779 h 5143785"/>
              <a:gd name="connsiteX5134" fmla="*/ 1221677 w 3114960"/>
              <a:gd name="connsiteY5134" fmla="*/ 4325779 h 5143785"/>
              <a:gd name="connsiteX5135" fmla="*/ 1228535 w 3114960"/>
              <a:gd name="connsiteY5135" fmla="*/ 4328922 h 5143785"/>
              <a:gd name="connsiteX5136" fmla="*/ 1231202 w 3114960"/>
              <a:gd name="connsiteY5136" fmla="*/ 4335971 h 5143785"/>
              <a:gd name="connsiteX5137" fmla="*/ 1228058 w 3114960"/>
              <a:gd name="connsiteY5137" fmla="*/ 4342829 h 5143785"/>
              <a:gd name="connsiteX5138" fmla="*/ 509016 w 3114960"/>
              <a:gd name="connsiteY5138" fmla="*/ 2130743 h 5143785"/>
              <a:gd name="connsiteX5139" fmla="*/ 512445 w 3114960"/>
              <a:gd name="connsiteY5139" fmla="*/ 2134076 h 5143785"/>
              <a:gd name="connsiteX5140" fmla="*/ 505587 w 3114960"/>
              <a:gd name="connsiteY5140" fmla="*/ 2141125 h 5143785"/>
              <a:gd name="connsiteX5141" fmla="*/ 502158 w 3114960"/>
              <a:gd name="connsiteY5141" fmla="*/ 2137791 h 5143785"/>
              <a:gd name="connsiteX5142" fmla="*/ 509016 w 3114960"/>
              <a:gd name="connsiteY5142" fmla="*/ 2130743 h 5143785"/>
              <a:gd name="connsiteX5143" fmla="*/ 1952149 w 3114960"/>
              <a:gd name="connsiteY5143" fmla="*/ 342138 h 5143785"/>
              <a:gd name="connsiteX5144" fmla="*/ 1941481 w 3114960"/>
              <a:gd name="connsiteY5144" fmla="*/ 355283 h 5143785"/>
              <a:gd name="connsiteX5145" fmla="*/ 1954911 w 3114960"/>
              <a:gd name="connsiteY5145" fmla="*/ 368713 h 5143785"/>
              <a:gd name="connsiteX5146" fmla="*/ 1968341 w 3114960"/>
              <a:gd name="connsiteY5146" fmla="*/ 355283 h 5143785"/>
              <a:gd name="connsiteX5147" fmla="*/ 1956816 w 3114960"/>
              <a:gd name="connsiteY5147" fmla="*/ 342043 h 5143785"/>
              <a:gd name="connsiteX5148" fmla="*/ 1957102 w 3114960"/>
              <a:gd name="connsiteY5148" fmla="*/ 296990 h 5143785"/>
              <a:gd name="connsiteX5149" fmla="*/ 1980914 w 3114960"/>
              <a:gd name="connsiteY5149" fmla="*/ 263176 h 5143785"/>
              <a:gd name="connsiteX5150" fmla="*/ 1980914 w 3114960"/>
              <a:gd name="connsiteY5150" fmla="*/ 160592 h 5143785"/>
              <a:gd name="connsiteX5151" fmla="*/ 1950149 w 3114960"/>
              <a:gd name="connsiteY5151" fmla="*/ 129635 h 5143785"/>
              <a:gd name="connsiteX5152" fmla="*/ 1950339 w 3114960"/>
              <a:gd name="connsiteY5152" fmla="*/ 128683 h 5143785"/>
              <a:gd name="connsiteX5153" fmla="*/ 1950339 w 3114960"/>
              <a:gd name="connsiteY5153" fmla="*/ 116967 h 5143785"/>
              <a:gd name="connsiteX5154" fmla="*/ 1945862 w 3114960"/>
              <a:gd name="connsiteY5154" fmla="*/ 112490 h 5143785"/>
              <a:gd name="connsiteX5155" fmla="*/ 1934147 w 3114960"/>
              <a:gd name="connsiteY5155" fmla="*/ 112490 h 5143785"/>
              <a:gd name="connsiteX5156" fmla="*/ 1929670 w 3114960"/>
              <a:gd name="connsiteY5156" fmla="*/ 116967 h 5143785"/>
              <a:gd name="connsiteX5157" fmla="*/ 1929670 w 3114960"/>
              <a:gd name="connsiteY5157" fmla="*/ 128683 h 5143785"/>
              <a:gd name="connsiteX5158" fmla="*/ 1934147 w 3114960"/>
              <a:gd name="connsiteY5158" fmla="*/ 133160 h 5143785"/>
              <a:gd name="connsiteX5159" fmla="*/ 1945862 w 3114960"/>
              <a:gd name="connsiteY5159" fmla="*/ 133160 h 5143785"/>
              <a:gd name="connsiteX5160" fmla="*/ 1946720 w 3114960"/>
              <a:gd name="connsiteY5160" fmla="*/ 132969 h 5143785"/>
              <a:gd name="connsiteX5161" fmla="*/ 1976057 w 3114960"/>
              <a:gd name="connsiteY5161" fmla="*/ 162497 h 5143785"/>
              <a:gd name="connsiteX5162" fmla="*/ 1976057 w 3114960"/>
              <a:gd name="connsiteY5162" fmla="*/ 261652 h 5143785"/>
              <a:gd name="connsiteX5163" fmla="*/ 1952339 w 3114960"/>
              <a:gd name="connsiteY5163" fmla="*/ 295370 h 5143785"/>
              <a:gd name="connsiteX5164" fmla="*/ 1952053 w 3114960"/>
              <a:gd name="connsiteY5164" fmla="*/ 342043 h 5143785"/>
              <a:gd name="connsiteX5165" fmla="*/ 1963674 w 3114960"/>
              <a:gd name="connsiteY5165" fmla="*/ 355283 h 5143785"/>
              <a:gd name="connsiteX5166" fmla="*/ 1955006 w 3114960"/>
              <a:gd name="connsiteY5166" fmla="*/ 363950 h 5143785"/>
              <a:gd name="connsiteX5167" fmla="*/ 1946339 w 3114960"/>
              <a:gd name="connsiteY5167" fmla="*/ 355283 h 5143785"/>
              <a:gd name="connsiteX5168" fmla="*/ 1955006 w 3114960"/>
              <a:gd name="connsiteY5168" fmla="*/ 346615 h 5143785"/>
              <a:gd name="connsiteX5169" fmla="*/ 1963674 w 3114960"/>
              <a:gd name="connsiteY5169" fmla="*/ 355283 h 5143785"/>
              <a:gd name="connsiteX5170" fmla="*/ 1025366 w 3114960"/>
              <a:gd name="connsiteY5170" fmla="*/ 2527840 h 5143785"/>
              <a:gd name="connsiteX5171" fmla="*/ 1018318 w 3114960"/>
              <a:gd name="connsiteY5171" fmla="*/ 2520887 h 5143785"/>
              <a:gd name="connsiteX5172" fmla="*/ 1008412 w 3114960"/>
              <a:gd name="connsiteY5172" fmla="*/ 2520887 h 5143785"/>
              <a:gd name="connsiteX5173" fmla="*/ 1001459 w 3114960"/>
              <a:gd name="connsiteY5173" fmla="*/ 2537841 h 5143785"/>
              <a:gd name="connsiteX5174" fmla="*/ 1013460 w 3114960"/>
              <a:gd name="connsiteY5174" fmla="*/ 2545747 h 5143785"/>
              <a:gd name="connsiteX5175" fmla="*/ 1018508 w 3114960"/>
              <a:gd name="connsiteY5175" fmla="*/ 2544699 h 5143785"/>
              <a:gd name="connsiteX5176" fmla="*/ 1019937 w 3114960"/>
              <a:gd name="connsiteY5176" fmla="*/ 2543747 h 5143785"/>
              <a:gd name="connsiteX5177" fmla="*/ 1069181 w 3114960"/>
              <a:gd name="connsiteY5177" fmla="*/ 2603183 h 5143785"/>
              <a:gd name="connsiteX5178" fmla="*/ 1069181 w 3114960"/>
              <a:gd name="connsiteY5178" fmla="*/ 2690908 h 5143785"/>
              <a:gd name="connsiteX5179" fmla="*/ 1071563 w 3114960"/>
              <a:gd name="connsiteY5179" fmla="*/ 2693289 h 5143785"/>
              <a:gd name="connsiteX5180" fmla="*/ 1086993 w 3114960"/>
              <a:gd name="connsiteY5180" fmla="*/ 2693575 h 5143785"/>
              <a:gd name="connsiteX5181" fmla="*/ 1086993 w 3114960"/>
              <a:gd name="connsiteY5181" fmla="*/ 2693575 h 5143785"/>
              <a:gd name="connsiteX5182" fmla="*/ 1088422 w 3114960"/>
              <a:gd name="connsiteY5182" fmla="*/ 2693099 h 5143785"/>
              <a:gd name="connsiteX5183" fmla="*/ 1115568 w 3114960"/>
              <a:gd name="connsiteY5183" fmla="*/ 2672048 h 5143785"/>
              <a:gd name="connsiteX5184" fmla="*/ 1116521 w 3114960"/>
              <a:gd name="connsiteY5184" fmla="*/ 2670143 h 5143785"/>
              <a:gd name="connsiteX5185" fmla="*/ 1116521 w 3114960"/>
              <a:gd name="connsiteY5185" fmla="*/ 2659761 h 5143785"/>
              <a:gd name="connsiteX5186" fmla="*/ 1209008 w 3114960"/>
              <a:gd name="connsiteY5186" fmla="*/ 2586704 h 5143785"/>
              <a:gd name="connsiteX5187" fmla="*/ 1235012 w 3114960"/>
              <a:gd name="connsiteY5187" fmla="*/ 2587847 h 5143785"/>
              <a:gd name="connsiteX5188" fmla="*/ 1236631 w 3114960"/>
              <a:gd name="connsiteY5188" fmla="*/ 2587276 h 5143785"/>
              <a:gd name="connsiteX5189" fmla="*/ 1334072 w 3114960"/>
              <a:gd name="connsiteY5189" fmla="*/ 2505075 h 5143785"/>
              <a:gd name="connsiteX5190" fmla="*/ 1344073 w 3114960"/>
              <a:gd name="connsiteY5190" fmla="*/ 2509171 h 5143785"/>
              <a:gd name="connsiteX5191" fmla="*/ 1352645 w 3114960"/>
              <a:gd name="connsiteY5191" fmla="*/ 2506409 h 5143785"/>
              <a:gd name="connsiteX5192" fmla="*/ 1358456 w 3114960"/>
              <a:gd name="connsiteY5192" fmla="*/ 2496884 h 5143785"/>
              <a:gd name="connsiteX5193" fmla="*/ 1355789 w 3114960"/>
              <a:gd name="connsiteY5193" fmla="*/ 2486025 h 5143785"/>
              <a:gd name="connsiteX5194" fmla="*/ 1335500 w 3114960"/>
              <a:gd name="connsiteY5194" fmla="*/ 2482882 h 5143785"/>
              <a:gd name="connsiteX5195" fmla="*/ 1329690 w 3114960"/>
              <a:gd name="connsiteY5195" fmla="*/ 2492407 h 5143785"/>
              <a:gd name="connsiteX5196" fmla="*/ 1331119 w 3114960"/>
              <a:gd name="connsiteY5196" fmla="*/ 2501265 h 5143785"/>
              <a:gd name="connsiteX5197" fmla="*/ 1234154 w 3114960"/>
              <a:gd name="connsiteY5197" fmla="*/ 2582990 h 5143785"/>
              <a:gd name="connsiteX5198" fmla="*/ 1208246 w 3114960"/>
              <a:gd name="connsiteY5198" fmla="*/ 2581847 h 5143785"/>
              <a:gd name="connsiteX5199" fmla="*/ 1206627 w 3114960"/>
              <a:gd name="connsiteY5199" fmla="*/ 2582323 h 5143785"/>
              <a:gd name="connsiteX5200" fmla="*/ 1112520 w 3114960"/>
              <a:gd name="connsiteY5200" fmla="*/ 2656618 h 5143785"/>
              <a:gd name="connsiteX5201" fmla="*/ 1111568 w 3114960"/>
              <a:gd name="connsiteY5201" fmla="*/ 2658523 h 5143785"/>
              <a:gd name="connsiteX5202" fmla="*/ 1111568 w 3114960"/>
              <a:gd name="connsiteY5202" fmla="*/ 2668810 h 5143785"/>
              <a:gd name="connsiteX5203" fmla="*/ 1086041 w 3114960"/>
              <a:gd name="connsiteY5203" fmla="*/ 2688622 h 5143785"/>
              <a:gd name="connsiteX5204" fmla="*/ 1073753 w 3114960"/>
              <a:gd name="connsiteY5204" fmla="*/ 2688431 h 5143785"/>
              <a:gd name="connsiteX5205" fmla="*/ 1073753 w 3114960"/>
              <a:gd name="connsiteY5205" fmla="*/ 2602135 h 5143785"/>
              <a:gd name="connsiteX5206" fmla="*/ 1073182 w 3114960"/>
              <a:gd name="connsiteY5206" fmla="*/ 2600611 h 5143785"/>
              <a:gd name="connsiteX5207" fmla="*/ 1023366 w 3114960"/>
              <a:gd name="connsiteY5207" fmla="*/ 2540413 h 5143785"/>
              <a:gd name="connsiteX5208" fmla="*/ 1025271 w 3114960"/>
              <a:gd name="connsiteY5208" fmla="*/ 2537460 h 5143785"/>
              <a:gd name="connsiteX5209" fmla="*/ 1025271 w 3114960"/>
              <a:gd name="connsiteY5209" fmla="*/ 2527554 h 5143785"/>
              <a:gd name="connsiteX5210" fmla="*/ 1021080 w 3114960"/>
              <a:gd name="connsiteY5210" fmla="*/ 2535936 h 5143785"/>
              <a:gd name="connsiteX5211" fmla="*/ 1016699 w 3114960"/>
              <a:gd name="connsiteY5211" fmla="*/ 2540413 h 5143785"/>
              <a:gd name="connsiteX5212" fmla="*/ 1005935 w 3114960"/>
              <a:gd name="connsiteY5212" fmla="*/ 2536031 h 5143785"/>
              <a:gd name="connsiteX5213" fmla="*/ 1010317 w 3114960"/>
              <a:gd name="connsiteY5213" fmla="*/ 2525268 h 5143785"/>
              <a:gd name="connsiteX5214" fmla="*/ 1013460 w 3114960"/>
              <a:gd name="connsiteY5214" fmla="*/ 2524601 h 5143785"/>
              <a:gd name="connsiteX5215" fmla="*/ 1016603 w 3114960"/>
              <a:gd name="connsiteY5215" fmla="*/ 2525173 h 5143785"/>
              <a:gd name="connsiteX5216" fmla="*/ 1021080 w 3114960"/>
              <a:gd name="connsiteY5216" fmla="*/ 2529554 h 5143785"/>
              <a:gd name="connsiteX5217" fmla="*/ 1021080 w 3114960"/>
              <a:gd name="connsiteY5217" fmla="*/ 2535841 h 5143785"/>
              <a:gd name="connsiteX5218" fmla="*/ 1338358 w 3114960"/>
              <a:gd name="connsiteY5218" fmla="*/ 2486978 h 5143785"/>
              <a:gd name="connsiteX5219" fmla="*/ 1344073 w 3114960"/>
              <a:gd name="connsiteY5219" fmla="*/ 2485073 h 5143785"/>
              <a:gd name="connsiteX5220" fmla="*/ 1351978 w 3114960"/>
              <a:gd name="connsiteY5220" fmla="*/ 2489073 h 5143785"/>
              <a:gd name="connsiteX5221" fmla="*/ 1353788 w 3114960"/>
              <a:gd name="connsiteY5221" fmla="*/ 2496312 h 5143785"/>
              <a:gd name="connsiteX5222" fmla="*/ 1349883 w 3114960"/>
              <a:gd name="connsiteY5222" fmla="*/ 2502694 h 5143785"/>
              <a:gd name="connsiteX5223" fmla="*/ 1336167 w 3114960"/>
              <a:gd name="connsiteY5223" fmla="*/ 2500598 h 5143785"/>
              <a:gd name="connsiteX5224" fmla="*/ 1334357 w 3114960"/>
              <a:gd name="connsiteY5224" fmla="*/ 2493359 h 5143785"/>
              <a:gd name="connsiteX5225" fmla="*/ 1338263 w 3114960"/>
              <a:gd name="connsiteY5225" fmla="*/ 2486978 h 5143785"/>
              <a:gd name="connsiteX5226" fmla="*/ 774668 w 3114960"/>
              <a:gd name="connsiteY5226" fmla="*/ 4428268 h 5143785"/>
              <a:gd name="connsiteX5227" fmla="*/ 787432 w 3114960"/>
              <a:gd name="connsiteY5227" fmla="*/ 4433412 h 5143785"/>
              <a:gd name="connsiteX5228" fmla="*/ 787432 w 3114960"/>
              <a:gd name="connsiteY5228" fmla="*/ 4433412 h 5143785"/>
              <a:gd name="connsiteX5229" fmla="*/ 800672 w 3114960"/>
              <a:gd name="connsiteY5229" fmla="*/ 4427982 h 5143785"/>
              <a:gd name="connsiteX5230" fmla="*/ 806196 w 3114960"/>
              <a:gd name="connsiteY5230" fmla="*/ 4414743 h 5143785"/>
              <a:gd name="connsiteX5231" fmla="*/ 787527 w 3114960"/>
              <a:gd name="connsiteY5231" fmla="*/ 4395883 h 5143785"/>
              <a:gd name="connsiteX5232" fmla="*/ 787527 w 3114960"/>
              <a:gd name="connsiteY5232" fmla="*/ 4395883 h 5143785"/>
              <a:gd name="connsiteX5233" fmla="*/ 774287 w 3114960"/>
              <a:gd name="connsiteY5233" fmla="*/ 4401312 h 5143785"/>
              <a:gd name="connsiteX5234" fmla="*/ 768763 w 3114960"/>
              <a:gd name="connsiteY5234" fmla="*/ 4414552 h 5143785"/>
              <a:gd name="connsiteX5235" fmla="*/ 771620 w 3114960"/>
              <a:gd name="connsiteY5235" fmla="*/ 4424553 h 5143785"/>
              <a:gd name="connsiteX5236" fmla="*/ 744284 w 3114960"/>
              <a:gd name="connsiteY5236" fmla="*/ 4451604 h 5143785"/>
              <a:gd name="connsiteX5237" fmla="*/ 647891 w 3114960"/>
              <a:gd name="connsiteY5237" fmla="*/ 4451604 h 5143785"/>
              <a:gd name="connsiteX5238" fmla="*/ 647891 w 3114960"/>
              <a:gd name="connsiteY5238" fmla="*/ 4423124 h 5143785"/>
              <a:gd name="connsiteX5239" fmla="*/ 721900 w 3114960"/>
              <a:gd name="connsiteY5239" fmla="*/ 4356449 h 5143785"/>
              <a:gd name="connsiteX5240" fmla="*/ 721900 w 3114960"/>
              <a:gd name="connsiteY5240" fmla="*/ 4339019 h 5143785"/>
              <a:gd name="connsiteX5241" fmla="*/ 725900 w 3114960"/>
              <a:gd name="connsiteY5241" fmla="*/ 4339019 h 5143785"/>
              <a:gd name="connsiteX5242" fmla="*/ 732758 w 3114960"/>
              <a:gd name="connsiteY5242" fmla="*/ 4332256 h 5143785"/>
              <a:gd name="connsiteX5243" fmla="*/ 732758 w 3114960"/>
              <a:gd name="connsiteY5243" fmla="*/ 4319588 h 5143785"/>
              <a:gd name="connsiteX5244" fmla="*/ 725900 w 3114960"/>
              <a:gd name="connsiteY5244" fmla="*/ 4312730 h 5143785"/>
              <a:gd name="connsiteX5245" fmla="*/ 721900 w 3114960"/>
              <a:gd name="connsiteY5245" fmla="*/ 4312730 h 5143785"/>
              <a:gd name="connsiteX5246" fmla="*/ 721900 w 3114960"/>
              <a:gd name="connsiteY5246" fmla="*/ 4169759 h 5143785"/>
              <a:gd name="connsiteX5247" fmla="*/ 540734 w 3114960"/>
              <a:gd name="connsiteY5247" fmla="*/ 3960876 h 5143785"/>
              <a:gd name="connsiteX5248" fmla="*/ 543782 w 3114960"/>
              <a:gd name="connsiteY5248" fmla="*/ 3949732 h 5143785"/>
              <a:gd name="connsiteX5249" fmla="*/ 530733 w 3114960"/>
              <a:gd name="connsiteY5249" fmla="*/ 3943445 h 5143785"/>
              <a:gd name="connsiteX5250" fmla="*/ 524447 w 3114960"/>
              <a:gd name="connsiteY5250" fmla="*/ 3956495 h 5143785"/>
              <a:gd name="connsiteX5251" fmla="*/ 537496 w 3114960"/>
              <a:gd name="connsiteY5251" fmla="*/ 3962781 h 5143785"/>
              <a:gd name="connsiteX5252" fmla="*/ 537591 w 3114960"/>
              <a:gd name="connsiteY5252" fmla="*/ 3962781 h 5143785"/>
              <a:gd name="connsiteX5253" fmla="*/ 536734 w 3114960"/>
              <a:gd name="connsiteY5253" fmla="*/ 3963543 h 5143785"/>
              <a:gd name="connsiteX5254" fmla="*/ 717137 w 3114960"/>
              <a:gd name="connsiteY5254" fmla="*/ 4171569 h 5143785"/>
              <a:gd name="connsiteX5255" fmla="*/ 717137 w 3114960"/>
              <a:gd name="connsiteY5255" fmla="*/ 4312730 h 5143785"/>
              <a:gd name="connsiteX5256" fmla="*/ 713137 w 3114960"/>
              <a:gd name="connsiteY5256" fmla="*/ 4312730 h 5143785"/>
              <a:gd name="connsiteX5257" fmla="*/ 706279 w 3114960"/>
              <a:gd name="connsiteY5257" fmla="*/ 4319588 h 5143785"/>
              <a:gd name="connsiteX5258" fmla="*/ 706279 w 3114960"/>
              <a:gd name="connsiteY5258" fmla="*/ 4332256 h 5143785"/>
              <a:gd name="connsiteX5259" fmla="*/ 713137 w 3114960"/>
              <a:gd name="connsiteY5259" fmla="*/ 4339019 h 5143785"/>
              <a:gd name="connsiteX5260" fmla="*/ 717137 w 3114960"/>
              <a:gd name="connsiteY5260" fmla="*/ 4339019 h 5143785"/>
              <a:gd name="connsiteX5261" fmla="*/ 717137 w 3114960"/>
              <a:gd name="connsiteY5261" fmla="*/ 4354354 h 5143785"/>
              <a:gd name="connsiteX5262" fmla="*/ 643128 w 3114960"/>
              <a:gd name="connsiteY5262" fmla="*/ 4421029 h 5143785"/>
              <a:gd name="connsiteX5263" fmla="*/ 643128 w 3114960"/>
              <a:gd name="connsiteY5263" fmla="*/ 4456462 h 5143785"/>
              <a:gd name="connsiteX5264" fmla="*/ 746284 w 3114960"/>
              <a:gd name="connsiteY5264" fmla="*/ 4456462 h 5143785"/>
              <a:gd name="connsiteX5265" fmla="*/ 774668 w 3114960"/>
              <a:gd name="connsiteY5265" fmla="*/ 4428268 h 5143785"/>
              <a:gd name="connsiteX5266" fmla="*/ 787527 w 3114960"/>
              <a:gd name="connsiteY5266" fmla="*/ 4405408 h 5143785"/>
              <a:gd name="connsiteX5267" fmla="*/ 787527 w 3114960"/>
              <a:gd name="connsiteY5267" fmla="*/ 4405408 h 5143785"/>
              <a:gd name="connsiteX5268" fmla="*/ 796766 w 3114960"/>
              <a:gd name="connsiteY5268" fmla="*/ 4414647 h 5143785"/>
              <a:gd name="connsiteX5269" fmla="*/ 794004 w 3114960"/>
              <a:gd name="connsiteY5269" fmla="*/ 4421220 h 5143785"/>
              <a:gd name="connsiteX5270" fmla="*/ 787527 w 3114960"/>
              <a:gd name="connsiteY5270" fmla="*/ 4423887 h 5143785"/>
              <a:gd name="connsiteX5271" fmla="*/ 787527 w 3114960"/>
              <a:gd name="connsiteY5271" fmla="*/ 4423887 h 5143785"/>
              <a:gd name="connsiteX5272" fmla="*/ 781050 w 3114960"/>
              <a:gd name="connsiteY5272" fmla="*/ 4421124 h 5143785"/>
              <a:gd name="connsiteX5273" fmla="*/ 778383 w 3114960"/>
              <a:gd name="connsiteY5273" fmla="*/ 4414552 h 5143785"/>
              <a:gd name="connsiteX5274" fmla="*/ 787622 w 3114960"/>
              <a:gd name="connsiteY5274" fmla="*/ 4405313 h 5143785"/>
              <a:gd name="connsiteX5275" fmla="*/ 713232 w 3114960"/>
              <a:gd name="connsiteY5275" fmla="*/ 4334256 h 5143785"/>
              <a:gd name="connsiteX5276" fmla="*/ 711137 w 3114960"/>
              <a:gd name="connsiteY5276" fmla="*/ 4332256 h 5143785"/>
              <a:gd name="connsiteX5277" fmla="*/ 711137 w 3114960"/>
              <a:gd name="connsiteY5277" fmla="*/ 4319588 h 5143785"/>
              <a:gd name="connsiteX5278" fmla="*/ 713232 w 3114960"/>
              <a:gd name="connsiteY5278" fmla="*/ 4317492 h 5143785"/>
              <a:gd name="connsiteX5279" fmla="*/ 725900 w 3114960"/>
              <a:gd name="connsiteY5279" fmla="*/ 4317492 h 5143785"/>
              <a:gd name="connsiteX5280" fmla="*/ 727996 w 3114960"/>
              <a:gd name="connsiteY5280" fmla="*/ 4319588 h 5143785"/>
              <a:gd name="connsiteX5281" fmla="*/ 727996 w 3114960"/>
              <a:gd name="connsiteY5281" fmla="*/ 4332256 h 5143785"/>
              <a:gd name="connsiteX5282" fmla="*/ 725900 w 3114960"/>
              <a:gd name="connsiteY5282" fmla="*/ 4334256 h 5143785"/>
              <a:gd name="connsiteX5283" fmla="*/ 713232 w 3114960"/>
              <a:gd name="connsiteY5283" fmla="*/ 4334256 h 5143785"/>
              <a:gd name="connsiteX5284" fmla="*/ 703421 w 3114960"/>
              <a:gd name="connsiteY5284" fmla="*/ 4409409 h 5143785"/>
              <a:gd name="connsiteX5285" fmla="*/ 709613 w 3114960"/>
              <a:gd name="connsiteY5285" fmla="*/ 4403979 h 5143785"/>
              <a:gd name="connsiteX5286" fmla="*/ 714280 w 3114960"/>
              <a:gd name="connsiteY5286" fmla="*/ 4409313 h 5143785"/>
              <a:gd name="connsiteX5287" fmla="*/ 708089 w 3114960"/>
              <a:gd name="connsiteY5287" fmla="*/ 4414743 h 5143785"/>
              <a:gd name="connsiteX5288" fmla="*/ 703421 w 3114960"/>
              <a:gd name="connsiteY5288" fmla="*/ 4409409 h 5143785"/>
              <a:gd name="connsiteX5289" fmla="*/ 1921002 w 3114960"/>
              <a:gd name="connsiteY5289" fmla="*/ 511969 h 5143785"/>
              <a:gd name="connsiteX5290" fmla="*/ 1925765 w 3114960"/>
              <a:gd name="connsiteY5290" fmla="*/ 511969 h 5143785"/>
              <a:gd name="connsiteX5291" fmla="*/ 1925574 w 3114960"/>
              <a:gd name="connsiteY5291" fmla="*/ 461391 h 5143785"/>
              <a:gd name="connsiteX5292" fmla="*/ 1968818 w 3114960"/>
              <a:gd name="connsiteY5292" fmla="*/ 408337 h 5143785"/>
              <a:gd name="connsiteX5293" fmla="*/ 1975390 w 3114960"/>
              <a:gd name="connsiteY5293" fmla="*/ 410147 h 5143785"/>
              <a:gd name="connsiteX5294" fmla="*/ 1988820 w 3114960"/>
              <a:gd name="connsiteY5294" fmla="*/ 396716 h 5143785"/>
              <a:gd name="connsiteX5295" fmla="*/ 1975390 w 3114960"/>
              <a:gd name="connsiteY5295" fmla="*/ 383286 h 5143785"/>
              <a:gd name="connsiteX5296" fmla="*/ 1961960 w 3114960"/>
              <a:gd name="connsiteY5296" fmla="*/ 396716 h 5143785"/>
              <a:gd name="connsiteX5297" fmla="*/ 1965198 w 3114960"/>
              <a:gd name="connsiteY5297" fmla="*/ 405384 h 5143785"/>
              <a:gd name="connsiteX5298" fmla="*/ 1920812 w 3114960"/>
              <a:gd name="connsiteY5298" fmla="*/ 459772 h 5143785"/>
              <a:gd name="connsiteX5299" fmla="*/ 1921002 w 3114960"/>
              <a:gd name="connsiteY5299" fmla="*/ 511969 h 5143785"/>
              <a:gd name="connsiteX5300" fmla="*/ 1975485 w 3114960"/>
              <a:gd name="connsiteY5300" fmla="*/ 388049 h 5143785"/>
              <a:gd name="connsiteX5301" fmla="*/ 1984153 w 3114960"/>
              <a:gd name="connsiteY5301" fmla="*/ 396716 h 5143785"/>
              <a:gd name="connsiteX5302" fmla="*/ 1975485 w 3114960"/>
              <a:gd name="connsiteY5302" fmla="*/ 405384 h 5143785"/>
              <a:gd name="connsiteX5303" fmla="*/ 1966817 w 3114960"/>
              <a:gd name="connsiteY5303" fmla="*/ 396716 h 5143785"/>
              <a:gd name="connsiteX5304" fmla="*/ 1975485 w 3114960"/>
              <a:gd name="connsiteY5304" fmla="*/ 388049 h 5143785"/>
              <a:gd name="connsiteX5305" fmla="*/ 721900 w 3114960"/>
              <a:gd name="connsiteY5305" fmla="*/ 4393121 h 5143785"/>
              <a:gd name="connsiteX5306" fmla="*/ 726567 w 3114960"/>
              <a:gd name="connsiteY5306" fmla="*/ 4398455 h 5143785"/>
              <a:gd name="connsiteX5307" fmla="*/ 720376 w 3114960"/>
              <a:gd name="connsiteY5307" fmla="*/ 4403884 h 5143785"/>
              <a:gd name="connsiteX5308" fmla="*/ 715709 w 3114960"/>
              <a:gd name="connsiteY5308" fmla="*/ 4398550 h 5143785"/>
              <a:gd name="connsiteX5309" fmla="*/ 721900 w 3114960"/>
              <a:gd name="connsiteY5309" fmla="*/ 4393121 h 5143785"/>
              <a:gd name="connsiteX5310" fmla="*/ 1884712 w 3114960"/>
              <a:gd name="connsiteY5310" fmla="*/ 475869 h 5143785"/>
              <a:gd name="connsiteX5311" fmla="*/ 1884712 w 3114960"/>
              <a:gd name="connsiteY5311" fmla="*/ 468059 h 5143785"/>
              <a:gd name="connsiteX5312" fmla="*/ 1878997 w 3114960"/>
              <a:gd name="connsiteY5312" fmla="*/ 462344 h 5143785"/>
              <a:gd name="connsiteX5313" fmla="*/ 1871186 w 3114960"/>
              <a:gd name="connsiteY5313" fmla="*/ 462344 h 5143785"/>
              <a:gd name="connsiteX5314" fmla="*/ 1865471 w 3114960"/>
              <a:gd name="connsiteY5314" fmla="*/ 468059 h 5143785"/>
              <a:gd name="connsiteX5315" fmla="*/ 1865471 w 3114960"/>
              <a:gd name="connsiteY5315" fmla="*/ 475869 h 5143785"/>
              <a:gd name="connsiteX5316" fmla="*/ 1871186 w 3114960"/>
              <a:gd name="connsiteY5316" fmla="*/ 481584 h 5143785"/>
              <a:gd name="connsiteX5317" fmla="*/ 1872710 w 3114960"/>
              <a:gd name="connsiteY5317" fmla="*/ 482632 h 5143785"/>
              <a:gd name="connsiteX5318" fmla="*/ 1872710 w 3114960"/>
              <a:gd name="connsiteY5318" fmla="*/ 598837 h 5143785"/>
              <a:gd name="connsiteX5319" fmla="*/ 1887760 w 3114960"/>
              <a:gd name="connsiteY5319" fmla="*/ 616458 h 5143785"/>
              <a:gd name="connsiteX5320" fmla="*/ 1887760 w 3114960"/>
              <a:gd name="connsiteY5320" fmla="*/ 633127 h 5143785"/>
              <a:gd name="connsiteX5321" fmla="*/ 1886236 w 3114960"/>
              <a:gd name="connsiteY5321" fmla="*/ 634079 h 5143785"/>
              <a:gd name="connsiteX5322" fmla="*/ 1880521 w 3114960"/>
              <a:gd name="connsiteY5322" fmla="*/ 639699 h 5143785"/>
              <a:gd name="connsiteX5323" fmla="*/ 1880521 w 3114960"/>
              <a:gd name="connsiteY5323" fmla="*/ 647510 h 5143785"/>
              <a:gd name="connsiteX5324" fmla="*/ 1886141 w 3114960"/>
              <a:gd name="connsiteY5324" fmla="*/ 653129 h 5143785"/>
              <a:gd name="connsiteX5325" fmla="*/ 1890046 w 3114960"/>
              <a:gd name="connsiteY5325" fmla="*/ 654749 h 5143785"/>
              <a:gd name="connsiteX5326" fmla="*/ 1893951 w 3114960"/>
              <a:gd name="connsiteY5326" fmla="*/ 653129 h 5143785"/>
              <a:gd name="connsiteX5327" fmla="*/ 1899666 w 3114960"/>
              <a:gd name="connsiteY5327" fmla="*/ 647510 h 5143785"/>
              <a:gd name="connsiteX5328" fmla="*/ 1899666 w 3114960"/>
              <a:gd name="connsiteY5328" fmla="*/ 639699 h 5143785"/>
              <a:gd name="connsiteX5329" fmla="*/ 1894046 w 3114960"/>
              <a:gd name="connsiteY5329" fmla="*/ 634079 h 5143785"/>
              <a:gd name="connsiteX5330" fmla="*/ 1892522 w 3114960"/>
              <a:gd name="connsiteY5330" fmla="*/ 633127 h 5143785"/>
              <a:gd name="connsiteX5331" fmla="*/ 1892522 w 3114960"/>
              <a:gd name="connsiteY5331" fmla="*/ 614648 h 5143785"/>
              <a:gd name="connsiteX5332" fmla="*/ 1877568 w 3114960"/>
              <a:gd name="connsiteY5332" fmla="*/ 597027 h 5143785"/>
              <a:gd name="connsiteX5333" fmla="*/ 1877568 w 3114960"/>
              <a:gd name="connsiteY5333" fmla="*/ 482537 h 5143785"/>
              <a:gd name="connsiteX5334" fmla="*/ 1878997 w 3114960"/>
              <a:gd name="connsiteY5334" fmla="*/ 481489 h 5143785"/>
              <a:gd name="connsiteX5335" fmla="*/ 1884712 w 3114960"/>
              <a:gd name="connsiteY5335" fmla="*/ 475774 h 5143785"/>
              <a:gd name="connsiteX5336" fmla="*/ 1890713 w 3114960"/>
              <a:gd name="connsiteY5336" fmla="*/ 637413 h 5143785"/>
              <a:gd name="connsiteX5337" fmla="*/ 1896428 w 3114960"/>
              <a:gd name="connsiteY5337" fmla="*/ 643033 h 5143785"/>
              <a:gd name="connsiteX5338" fmla="*/ 1896428 w 3114960"/>
              <a:gd name="connsiteY5338" fmla="*/ 644081 h 5143785"/>
              <a:gd name="connsiteX5339" fmla="*/ 1890713 w 3114960"/>
              <a:gd name="connsiteY5339" fmla="*/ 649700 h 5143785"/>
              <a:gd name="connsiteX5340" fmla="*/ 1889665 w 3114960"/>
              <a:gd name="connsiteY5340" fmla="*/ 649700 h 5143785"/>
              <a:gd name="connsiteX5341" fmla="*/ 1883950 w 3114960"/>
              <a:gd name="connsiteY5341" fmla="*/ 644081 h 5143785"/>
              <a:gd name="connsiteX5342" fmla="*/ 1883950 w 3114960"/>
              <a:gd name="connsiteY5342" fmla="*/ 643033 h 5143785"/>
              <a:gd name="connsiteX5343" fmla="*/ 1889665 w 3114960"/>
              <a:gd name="connsiteY5343" fmla="*/ 637413 h 5143785"/>
              <a:gd name="connsiteX5344" fmla="*/ 1890713 w 3114960"/>
              <a:gd name="connsiteY5344" fmla="*/ 637413 h 5143785"/>
              <a:gd name="connsiteX5345" fmla="*/ 1875663 w 3114960"/>
              <a:gd name="connsiteY5345" fmla="*/ 478155 h 5143785"/>
              <a:gd name="connsiteX5346" fmla="*/ 1874615 w 3114960"/>
              <a:gd name="connsiteY5346" fmla="*/ 478155 h 5143785"/>
              <a:gd name="connsiteX5347" fmla="*/ 1868900 w 3114960"/>
              <a:gd name="connsiteY5347" fmla="*/ 472440 h 5143785"/>
              <a:gd name="connsiteX5348" fmla="*/ 1868900 w 3114960"/>
              <a:gd name="connsiteY5348" fmla="*/ 471392 h 5143785"/>
              <a:gd name="connsiteX5349" fmla="*/ 1874615 w 3114960"/>
              <a:gd name="connsiteY5349" fmla="*/ 465677 h 5143785"/>
              <a:gd name="connsiteX5350" fmla="*/ 1875092 w 3114960"/>
              <a:gd name="connsiteY5350" fmla="*/ 465487 h 5143785"/>
              <a:gd name="connsiteX5351" fmla="*/ 1875663 w 3114960"/>
              <a:gd name="connsiteY5351" fmla="*/ 465677 h 5143785"/>
              <a:gd name="connsiteX5352" fmla="*/ 1881378 w 3114960"/>
              <a:gd name="connsiteY5352" fmla="*/ 471392 h 5143785"/>
              <a:gd name="connsiteX5353" fmla="*/ 1881378 w 3114960"/>
              <a:gd name="connsiteY5353" fmla="*/ 472440 h 5143785"/>
              <a:gd name="connsiteX5354" fmla="*/ 1875663 w 3114960"/>
              <a:gd name="connsiteY5354" fmla="*/ 478155 h 5143785"/>
              <a:gd name="connsiteX5355" fmla="*/ 1025462 w 3114960"/>
              <a:gd name="connsiteY5355" fmla="*/ 508730 h 5143785"/>
              <a:gd name="connsiteX5356" fmla="*/ 997458 w 3114960"/>
              <a:gd name="connsiteY5356" fmla="*/ 508730 h 5143785"/>
              <a:gd name="connsiteX5357" fmla="*/ 988124 w 3114960"/>
              <a:gd name="connsiteY5357" fmla="*/ 501206 h 5143785"/>
              <a:gd name="connsiteX5358" fmla="*/ 978313 w 3114960"/>
              <a:gd name="connsiteY5358" fmla="*/ 511016 h 5143785"/>
              <a:gd name="connsiteX5359" fmla="*/ 988124 w 3114960"/>
              <a:gd name="connsiteY5359" fmla="*/ 520732 h 5143785"/>
              <a:gd name="connsiteX5360" fmla="*/ 997363 w 3114960"/>
              <a:gd name="connsiteY5360" fmla="*/ 513398 h 5143785"/>
              <a:gd name="connsiteX5361" fmla="*/ 1023557 w 3114960"/>
              <a:gd name="connsiteY5361" fmla="*/ 513398 h 5143785"/>
              <a:gd name="connsiteX5362" fmla="*/ 1079468 w 3114960"/>
              <a:gd name="connsiteY5362" fmla="*/ 564928 h 5143785"/>
              <a:gd name="connsiteX5363" fmla="*/ 1185196 w 3114960"/>
              <a:gd name="connsiteY5363" fmla="*/ 565309 h 5143785"/>
              <a:gd name="connsiteX5364" fmla="*/ 1234916 w 3114960"/>
              <a:gd name="connsiteY5364" fmla="*/ 624935 h 5143785"/>
              <a:gd name="connsiteX5365" fmla="*/ 1235774 w 3114960"/>
              <a:gd name="connsiteY5365" fmla="*/ 754094 h 5143785"/>
              <a:gd name="connsiteX5366" fmla="*/ 1227296 w 3114960"/>
              <a:gd name="connsiteY5366" fmla="*/ 754094 h 5143785"/>
              <a:gd name="connsiteX5367" fmla="*/ 1223486 w 3114960"/>
              <a:gd name="connsiteY5367" fmla="*/ 757904 h 5143785"/>
              <a:gd name="connsiteX5368" fmla="*/ 1223486 w 3114960"/>
              <a:gd name="connsiteY5368" fmla="*/ 766858 h 5143785"/>
              <a:gd name="connsiteX5369" fmla="*/ 1227296 w 3114960"/>
              <a:gd name="connsiteY5369" fmla="*/ 770668 h 5143785"/>
              <a:gd name="connsiteX5370" fmla="*/ 1236155 w 3114960"/>
              <a:gd name="connsiteY5370" fmla="*/ 770668 h 5143785"/>
              <a:gd name="connsiteX5371" fmla="*/ 1236155 w 3114960"/>
              <a:gd name="connsiteY5371" fmla="*/ 791718 h 5143785"/>
              <a:gd name="connsiteX5372" fmla="*/ 1227296 w 3114960"/>
              <a:gd name="connsiteY5372" fmla="*/ 791718 h 5143785"/>
              <a:gd name="connsiteX5373" fmla="*/ 1223486 w 3114960"/>
              <a:gd name="connsiteY5373" fmla="*/ 795528 h 5143785"/>
              <a:gd name="connsiteX5374" fmla="*/ 1223486 w 3114960"/>
              <a:gd name="connsiteY5374" fmla="*/ 804482 h 5143785"/>
              <a:gd name="connsiteX5375" fmla="*/ 1227296 w 3114960"/>
              <a:gd name="connsiteY5375" fmla="*/ 808292 h 5143785"/>
              <a:gd name="connsiteX5376" fmla="*/ 1236155 w 3114960"/>
              <a:gd name="connsiteY5376" fmla="*/ 808292 h 5143785"/>
              <a:gd name="connsiteX5377" fmla="*/ 1236155 w 3114960"/>
              <a:gd name="connsiteY5377" fmla="*/ 829342 h 5143785"/>
              <a:gd name="connsiteX5378" fmla="*/ 1227296 w 3114960"/>
              <a:gd name="connsiteY5378" fmla="*/ 829342 h 5143785"/>
              <a:gd name="connsiteX5379" fmla="*/ 1223486 w 3114960"/>
              <a:gd name="connsiteY5379" fmla="*/ 833152 h 5143785"/>
              <a:gd name="connsiteX5380" fmla="*/ 1223486 w 3114960"/>
              <a:gd name="connsiteY5380" fmla="*/ 842105 h 5143785"/>
              <a:gd name="connsiteX5381" fmla="*/ 1227296 w 3114960"/>
              <a:gd name="connsiteY5381" fmla="*/ 845915 h 5143785"/>
              <a:gd name="connsiteX5382" fmla="*/ 1236536 w 3114960"/>
              <a:gd name="connsiteY5382" fmla="*/ 845915 h 5143785"/>
              <a:gd name="connsiteX5383" fmla="*/ 1236536 w 3114960"/>
              <a:gd name="connsiteY5383" fmla="*/ 866966 h 5143785"/>
              <a:gd name="connsiteX5384" fmla="*/ 1227296 w 3114960"/>
              <a:gd name="connsiteY5384" fmla="*/ 866966 h 5143785"/>
              <a:gd name="connsiteX5385" fmla="*/ 1223486 w 3114960"/>
              <a:gd name="connsiteY5385" fmla="*/ 870776 h 5143785"/>
              <a:gd name="connsiteX5386" fmla="*/ 1223486 w 3114960"/>
              <a:gd name="connsiteY5386" fmla="*/ 879729 h 5143785"/>
              <a:gd name="connsiteX5387" fmla="*/ 1227296 w 3114960"/>
              <a:gd name="connsiteY5387" fmla="*/ 883539 h 5143785"/>
              <a:gd name="connsiteX5388" fmla="*/ 1236726 w 3114960"/>
              <a:gd name="connsiteY5388" fmla="*/ 883539 h 5143785"/>
              <a:gd name="connsiteX5389" fmla="*/ 1347788 w 3114960"/>
              <a:gd name="connsiteY5389" fmla="*/ 1008793 h 5143785"/>
              <a:gd name="connsiteX5390" fmla="*/ 1348073 w 3114960"/>
              <a:gd name="connsiteY5390" fmla="*/ 1161764 h 5143785"/>
              <a:gd name="connsiteX5391" fmla="*/ 1357122 w 3114960"/>
              <a:gd name="connsiteY5391" fmla="*/ 1169956 h 5143785"/>
              <a:gd name="connsiteX5392" fmla="*/ 1354360 w 3114960"/>
              <a:gd name="connsiteY5392" fmla="*/ 1175576 h 5143785"/>
              <a:gd name="connsiteX5393" fmla="*/ 1339025 w 3114960"/>
              <a:gd name="connsiteY5393" fmla="*/ 1175576 h 5143785"/>
              <a:gd name="connsiteX5394" fmla="*/ 1337501 w 3114960"/>
              <a:gd name="connsiteY5394" fmla="*/ 1176147 h 5143785"/>
              <a:gd name="connsiteX5395" fmla="*/ 1251776 w 3114960"/>
              <a:gd name="connsiteY5395" fmla="*/ 1251395 h 5143785"/>
              <a:gd name="connsiteX5396" fmla="*/ 1251014 w 3114960"/>
              <a:gd name="connsiteY5396" fmla="*/ 1253490 h 5143785"/>
              <a:gd name="connsiteX5397" fmla="*/ 1251014 w 3114960"/>
              <a:gd name="connsiteY5397" fmla="*/ 1264920 h 5143785"/>
              <a:gd name="connsiteX5398" fmla="*/ 1243203 w 3114960"/>
              <a:gd name="connsiteY5398" fmla="*/ 1271778 h 5143785"/>
              <a:gd name="connsiteX5399" fmla="*/ 1248442 w 3114960"/>
              <a:gd name="connsiteY5399" fmla="*/ 1305878 h 5143785"/>
              <a:gd name="connsiteX5400" fmla="*/ 1260634 w 3114960"/>
              <a:gd name="connsiteY5400" fmla="*/ 1310450 h 5143785"/>
              <a:gd name="connsiteX5401" fmla="*/ 1260348 w 3114960"/>
              <a:gd name="connsiteY5401" fmla="*/ 1367600 h 5143785"/>
              <a:gd name="connsiteX5402" fmla="*/ 1225772 w 3114960"/>
              <a:gd name="connsiteY5402" fmla="*/ 1399603 h 5143785"/>
              <a:gd name="connsiteX5403" fmla="*/ 1022033 w 3114960"/>
              <a:gd name="connsiteY5403" fmla="*/ 1398461 h 5143785"/>
              <a:gd name="connsiteX5404" fmla="*/ 1012508 w 3114960"/>
              <a:gd name="connsiteY5404" fmla="*/ 1391412 h 5143785"/>
              <a:gd name="connsiteX5405" fmla="*/ 1002411 w 3114960"/>
              <a:gd name="connsiteY5405" fmla="*/ 1401509 h 5143785"/>
              <a:gd name="connsiteX5406" fmla="*/ 1012508 w 3114960"/>
              <a:gd name="connsiteY5406" fmla="*/ 1411605 h 5143785"/>
              <a:gd name="connsiteX5407" fmla="*/ 1022318 w 3114960"/>
              <a:gd name="connsiteY5407" fmla="*/ 1403223 h 5143785"/>
              <a:gd name="connsiteX5408" fmla="*/ 1227582 w 3114960"/>
              <a:gd name="connsiteY5408" fmla="*/ 1404366 h 5143785"/>
              <a:gd name="connsiteX5409" fmla="*/ 1264825 w 3114960"/>
              <a:gd name="connsiteY5409" fmla="*/ 1369886 h 5143785"/>
              <a:gd name="connsiteX5410" fmla="*/ 1264825 w 3114960"/>
              <a:gd name="connsiteY5410" fmla="*/ 1369886 h 5143785"/>
              <a:gd name="connsiteX5411" fmla="*/ 1265111 w 3114960"/>
              <a:gd name="connsiteY5411" fmla="*/ 1310354 h 5143785"/>
              <a:gd name="connsiteX5412" fmla="*/ 1282541 w 3114960"/>
              <a:gd name="connsiteY5412" fmla="*/ 1300639 h 5143785"/>
              <a:gd name="connsiteX5413" fmla="*/ 1287018 w 3114960"/>
              <a:gd name="connsiteY5413" fmla="*/ 1282446 h 5143785"/>
              <a:gd name="connsiteX5414" fmla="*/ 1277303 w 3114960"/>
              <a:gd name="connsiteY5414" fmla="*/ 1266444 h 5143785"/>
              <a:gd name="connsiteX5415" fmla="*/ 1259110 w 3114960"/>
              <a:gd name="connsiteY5415" fmla="*/ 1261967 h 5143785"/>
              <a:gd name="connsiteX5416" fmla="*/ 1255681 w 3114960"/>
              <a:gd name="connsiteY5416" fmla="*/ 1262825 h 5143785"/>
              <a:gd name="connsiteX5417" fmla="*/ 1255681 w 3114960"/>
              <a:gd name="connsiteY5417" fmla="*/ 1254062 h 5143785"/>
              <a:gd name="connsiteX5418" fmla="*/ 1339882 w 3114960"/>
              <a:gd name="connsiteY5418" fmla="*/ 1180148 h 5143785"/>
              <a:gd name="connsiteX5419" fmla="*/ 1354265 w 3114960"/>
              <a:gd name="connsiteY5419" fmla="*/ 1180148 h 5143785"/>
              <a:gd name="connsiteX5420" fmla="*/ 1365695 w 3114960"/>
              <a:gd name="connsiteY5420" fmla="*/ 1189673 h 5143785"/>
              <a:gd name="connsiteX5421" fmla="*/ 1377601 w 3114960"/>
              <a:gd name="connsiteY5421" fmla="*/ 1177766 h 5143785"/>
              <a:gd name="connsiteX5422" fmla="*/ 1365695 w 3114960"/>
              <a:gd name="connsiteY5422" fmla="*/ 1165860 h 5143785"/>
              <a:gd name="connsiteX5423" fmla="*/ 1360932 w 3114960"/>
              <a:gd name="connsiteY5423" fmla="*/ 1166908 h 5143785"/>
              <a:gd name="connsiteX5424" fmla="*/ 1352741 w 3114960"/>
              <a:gd name="connsiteY5424" fmla="*/ 1159478 h 5143785"/>
              <a:gd name="connsiteX5425" fmla="*/ 1352455 w 3114960"/>
              <a:gd name="connsiteY5425" fmla="*/ 1006793 h 5143785"/>
              <a:gd name="connsiteX5426" fmla="*/ 1243013 w 3114960"/>
              <a:gd name="connsiteY5426" fmla="*/ 883444 h 5143785"/>
              <a:gd name="connsiteX5427" fmla="*/ 1247299 w 3114960"/>
              <a:gd name="connsiteY5427" fmla="*/ 883444 h 5143785"/>
              <a:gd name="connsiteX5428" fmla="*/ 1251109 w 3114960"/>
              <a:gd name="connsiteY5428" fmla="*/ 879634 h 5143785"/>
              <a:gd name="connsiteX5429" fmla="*/ 1251109 w 3114960"/>
              <a:gd name="connsiteY5429" fmla="*/ 870680 h 5143785"/>
              <a:gd name="connsiteX5430" fmla="*/ 1247299 w 3114960"/>
              <a:gd name="connsiteY5430" fmla="*/ 866870 h 5143785"/>
              <a:gd name="connsiteX5431" fmla="*/ 1238822 w 3114960"/>
              <a:gd name="connsiteY5431" fmla="*/ 866870 h 5143785"/>
              <a:gd name="connsiteX5432" fmla="*/ 1238822 w 3114960"/>
              <a:gd name="connsiteY5432" fmla="*/ 845820 h 5143785"/>
              <a:gd name="connsiteX5433" fmla="*/ 1247299 w 3114960"/>
              <a:gd name="connsiteY5433" fmla="*/ 845820 h 5143785"/>
              <a:gd name="connsiteX5434" fmla="*/ 1251109 w 3114960"/>
              <a:gd name="connsiteY5434" fmla="*/ 842010 h 5143785"/>
              <a:gd name="connsiteX5435" fmla="*/ 1251109 w 3114960"/>
              <a:gd name="connsiteY5435" fmla="*/ 833057 h 5143785"/>
              <a:gd name="connsiteX5436" fmla="*/ 1247299 w 3114960"/>
              <a:gd name="connsiteY5436" fmla="*/ 829247 h 5143785"/>
              <a:gd name="connsiteX5437" fmla="*/ 1238441 w 3114960"/>
              <a:gd name="connsiteY5437" fmla="*/ 829247 h 5143785"/>
              <a:gd name="connsiteX5438" fmla="*/ 1238441 w 3114960"/>
              <a:gd name="connsiteY5438" fmla="*/ 808196 h 5143785"/>
              <a:gd name="connsiteX5439" fmla="*/ 1247299 w 3114960"/>
              <a:gd name="connsiteY5439" fmla="*/ 808196 h 5143785"/>
              <a:gd name="connsiteX5440" fmla="*/ 1251109 w 3114960"/>
              <a:gd name="connsiteY5440" fmla="*/ 804386 h 5143785"/>
              <a:gd name="connsiteX5441" fmla="*/ 1251109 w 3114960"/>
              <a:gd name="connsiteY5441" fmla="*/ 795433 h 5143785"/>
              <a:gd name="connsiteX5442" fmla="*/ 1247299 w 3114960"/>
              <a:gd name="connsiteY5442" fmla="*/ 791623 h 5143785"/>
              <a:gd name="connsiteX5443" fmla="*/ 1238441 w 3114960"/>
              <a:gd name="connsiteY5443" fmla="*/ 791623 h 5143785"/>
              <a:gd name="connsiteX5444" fmla="*/ 1238441 w 3114960"/>
              <a:gd name="connsiteY5444" fmla="*/ 770573 h 5143785"/>
              <a:gd name="connsiteX5445" fmla="*/ 1247299 w 3114960"/>
              <a:gd name="connsiteY5445" fmla="*/ 770573 h 5143785"/>
              <a:gd name="connsiteX5446" fmla="*/ 1251109 w 3114960"/>
              <a:gd name="connsiteY5446" fmla="*/ 766763 h 5143785"/>
              <a:gd name="connsiteX5447" fmla="*/ 1251109 w 3114960"/>
              <a:gd name="connsiteY5447" fmla="*/ 757809 h 5143785"/>
              <a:gd name="connsiteX5448" fmla="*/ 1247299 w 3114960"/>
              <a:gd name="connsiteY5448" fmla="*/ 753999 h 5143785"/>
              <a:gd name="connsiteX5449" fmla="*/ 1240441 w 3114960"/>
              <a:gd name="connsiteY5449" fmla="*/ 753999 h 5143785"/>
              <a:gd name="connsiteX5450" fmla="*/ 1239584 w 3114960"/>
              <a:gd name="connsiteY5450" fmla="*/ 623126 h 5143785"/>
              <a:gd name="connsiteX5451" fmla="*/ 1187387 w 3114960"/>
              <a:gd name="connsiteY5451" fmla="*/ 560451 h 5143785"/>
              <a:gd name="connsiteX5452" fmla="*/ 1081278 w 3114960"/>
              <a:gd name="connsiteY5452" fmla="*/ 560070 h 5143785"/>
              <a:gd name="connsiteX5453" fmla="*/ 1025271 w 3114960"/>
              <a:gd name="connsiteY5453" fmla="*/ 508540 h 5143785"/>
              <a:gd name="connsiteX5454" fmla="*/ 988124 w 3114960"/>
              <a:gd name="connsiteY5454" fmla="*/ 516064 h 5143785"/>
              <a:gd name="connsiteX5455" fmla="*/ 983075 w 3114960"/>
              <a:gd name="connsiteY5455" fmla="*/ 511112 h 5143785"/>
              <a:gd name="connsiteX5456" fmla="*/ 988124 w 3114960"/>
              <a:gd name="connsiteY5456" fmla="*/ 506063 h 5143785"/>
              <a:gd name="connsiteX5457" fmla="*/ 993172 w 3114960"/>
              <a:gd name="connsiteY5457" fmla="*/ 511112 h 5143785"/>
              <a:gd name="connsiteX5458" fmla="*/ 988124 w 3114960"/>
              <a:gd name="connsiteY5458" fmla="*/ 516064 h 5143785"/>
              <a:gd name="connsiteX5459" fmla="*/ 1259777 w 3114960"/>
              <a:gd name="connsiteY5459" fmla="*/ 1267016 h 5143785"/>
              <a:gd name="connsiteX5460" fmla="*/ 1262825 w 3114960"/>
              <a:gd name="connsiteY5460" fmla="*/ 1266825 h 5143785"/>
              <a:gd name="connsiteX5461" fmla="*/ 1274540 w 3114960"/>
              <a:gd name="connsiteY5461" fmla="*/ 1270730 h 5143785"/>
              <a:gd name="connsiteX5462" fmla="*/ 1282446 w 3114960"/>
              <a:gd name="connsiteY5462" fmla="*/ 1283780 h 5143785"/>
              <a:gd name="connsiteX5463" fmla="*/ 1278827 w 3114960"/>
              <a:gd name="connsiteY5463" fmla="*/ 1298639 h 5143785"/>
              <a:gd name="connsiteX5464" fmla="*/ 1265777 w 3114960"/>
              <a:gd name="connsiteY5464" fmla="*/ 1306544 h 5143785"/>
              <a:gd name="connsiteX5465" fmla="*/ 1250918 w 3114960"/>
              <a:gd name="connsiteY5465" fmla="*/ 1302925 h 5143785"/>
              <a:gd name="connsiteX5466" fmla="*/ 1243013 w 3114960"/>
              <a:gd name="connsiteY5466" fmla="*/ 1289876 h 5143785"/>
              <a:gd name="connsiteX5467" fmla="*/ 1246632 w 3114960"/>
              <a:gd name="connsiteY5467" fmla="*/ 1275017 h 5143785"/>
              <a:gd name="connsiteX5468" fmla="*/ 1259681 w 3114960"/>
              <a:gd name="connsiteY5468" fmla="*/ 1267111 h 5143785"/>
              <a:gd name="connsiteX5469" fmla="*/ 1365790 w 3114960"/>
              <a:gd name="connsiteY5469" fmla="*/ 1171289 h 5143785"/>
              <a:gd name="connsiteX5470" fmla="*/ 1372934 w 3114960"/>
              <a:gd name="connsiteY5470" fmla="*/ 1178433 h 5143785"/>
              <a:gd name="connsiteX5471" fmla="*/ 1365790 w 3114960"/>
              <a:gd name="connsiteY5471" fmla="*/ 1185577 h 5143785"/>
              <a:gd name="connsiteX5472" fmla="*/ 1358646 w 3114960"/>
              <a:gd name="connsiteY5472" fmla="*/ 1178433 h 5143785"/>
              <a:gd name="connsiteX5473" fmla="*/ 1365790 w 3114960"/>
              <a:gd name="connsiteY5473" fmla="*/ 1171289 h 5143785"/>
              <a:gd name="connsiteX5474" fmla="*/ 1234250 w 3114960"/>
              <a:gd name="connsiteY5474" fmla="*/ 802291 h 5143785"/>
              <a:gd name="connsiteX5475" fmla="*/ 1236155 w 3114960"/>
              <a:gd name="connsiteY5475" fmla="*/ 803720 h 5143785"/>
              <a:gd name="connsiteX5476" fmla="*/ 1228249 w 3114960"/>
              <a:gd name="connsiteY5476" fmla="*/ 803720 h 5143785"/>
              <a:gd name="connsiteX5477" fmla="*/ 1228249 w 3114960"/>
              <a:gd name="connsiteY5477" fmla="*/ 796576 h 5143785"/>
              <a:gd name="connsiteX5478" fmla="*/ 1236155 w 3114960"/>
              <a:gd name="connsiteY5478" fmla="*/ 796576 h 5143785"/>
              <a:gd name="connsiteX5479" fmla="*/ 1237869 w 3114960"/>
              <a:gd name="connsiteY5479" fmla="*/ 797909 h 5143785"/>
              <a:gd name="connsiteX5480" fmla="*/ 1234345 w 3114960"/>
              <a:gd name="connsiteY5480" fmla="*/ 800291 h 5143785"/>
              <a:gd name="connsiteX5481" fmla="*/ 1233869 w 3114960"/>
              <a:gd name="connsiteY5481" fmla="*/ 801243 h 5143785"/>
              <a:gd name="connsiteX5482" fmla="*/ 1234345 w 3114960"/>
              <a:gd name="connsiteY5482" fmla="*/ 802196 h 5143785"/>
              <a:gd name="connsiteX5483" fmla="*/ 1234250 w 3114960"/>
              <a:gd name="connsiteY5483" fmla="*/ 840010 h 5143785"/>
              <a:gd name="connsiteX5484" fmla="*/ 1236155 w 3114960"/>
              <a:gd name="connsiteY5484" fmla="*/ 841439 h 5143785"/>
              <a:gd name="connsiteX5485" fmla="*/ 1228249 w 3114960"/>
              <a:gd name="connsiteY5485" fmla="*/ 841439 h 5143785"/>
              <a:gd name="connsiteX5486" fmla="*/ 1228249 w 3114960"/>
              <a:gd name="connsiteY5486" fmla="*/ 834295 h 5143785"/>
              <a:gd name="connsiteX5487" fmla="*/ 1236155 w 3114960"/>
              <a:gd name="connsiteY5487" fmla="*/ 834295 h 5143785"/>
              <a:gd name="connsiteX5488" fmla="*/ 1237869 w 3114960"/>
              <a:gd name="connsiteY5488" fmla="*/ 835628 h 5143785"/>
              <a:gd name="connsiteX5489" fmla="*/ 1234345 w 3114960"/>
              <a:gd name="connsiteY5489" fmla="*/ 838010 h 5143785"/>
              <a:gd name="connsiteX5490" fmla="*/ 1233869 w 3114960"/>
              <a:gd name="connsiteY5490" fmla="*/ 838962 h 5143785"/>
              <a:gd name="connsiteX5491" fmla="*/ 1234345 w 3114960"/>
              <a:gd name="connsiteY5491" fmla="*/ 839915 h 5143785"/>
              <a:gd name="connsiteX5492" fmla="*/ 1234250 w 3114960"/>
              <a:gd name="connsiteY5492" fmla="*/ 877729 h 5143785"/>
              <a:gd name="connsiteX5493" fmla="*/ 1236155 w 3114960"/>
              <a:gd name="connsiteY5493" fmla="*/ 879158 h 5143785"/>
              <a:gd name="connsiteX5494" fmla="*/ 1228249 w 3114960"/>
              <a:gd name="connsiteY5494" fmla="*/ 879158 h 5143785"/>
              <a:gd name="connsiteX5495" fmla="*/ 1228249 w 3114960"/>
              <a:gd name="connsiteY5495" fmla="*/ 872014 h 5143785"/>
              <a:gd name="connsiteX5496" fmla="*/ 1236155 w 3114960"/>
              <a:gd name="connsiteY5496" fmla="*/ 872014 h 5143785"/>
              <a:gd name="connsiteX5497" fmla="*/ 1237869 w 3114960"/>
              <a:gd name="connsiteY5497" fmla="*/ 873347 h 5143785"/>
              <a:gd name="connsiteX5498" fmla="*/ 1234345 w 3114960"/>
              <a:gd name="connsiteY5498" fmla="*/ 875729 h 5143785"/>
              <a:gd name="connsiteX5499" fmla="*/ 1233869 w 3114960"/>
              <a:gd name="connsiteY5499" fmla="*/ 876681 h 5143785"/>
              <a:gd name="connsiteX5500" fmla="*/ 1234345 w 3114960"/>
              <a:gd name="connsiteY5500" fmla="*/ 877634 h 5143785"/>
              <a:gd name="connsiteX5501" fmla="*/ 1240631 w 3114960"/>
              <a:gd name="connsiteY5501" fmla="*/ 872585 h 5143785"/>
              <a:gd name="connsiteX5502" fmla="*/ 1240060 w 3114960"/>
              <a:gd name="connsiteY5502" fmla="*/ 872109 h 5143785"/>
              <a:gd name="connsiteX5503" fmla="*/ 1246537 w 3114960"/>
              <a:gd name="connsiteY5503" fmla="*/ 872109 h 5143785"/>
              <a:gd name="connsiteX5504" fmla="*/ 1246537 w 3114960"/>
              <a:gd name="connsiteY5504" fmla="*/ 879253 h 5143785"/>
              <a:gd name="connsiteX5505" fmla="*/ 1240155 w 3114960"/>
              <a:gd name="connsiteY5505" fmla="*/ 879253 h 5143785"/>
              <a:gd name="connsiteX5506" fmla="*/ 1237202 w 3114960"/>
              <a:gd name="connsiteY5506" fmla="*/ 876872 h 5143785"/>
              <a:gd name="connsiteX5507" fmla="*/ 1240727 w 3114960"/>
              <a:gd name="connsiteY5507" fmla="*/ 874490 h 5143785"/>
              <a:gd name="connsiteX5508" fmla="*/ 1241203 w 3114960"/>
              <a:gd name="connsiteY5508" fmla="*/ 873538 h 5143785"/>
              <a:gd name="connsiteX5509" fmla="*/ 1240727 w 3114960"/>
              <a:gd name="connsiteY5509" fmla="*/ 872585 h 5143785"/>
              <a:gd name="connsiteX5510" fmla="*/ 1240631 w 3114960"/>
              <a:gd name="connsiteY5510" fmla="*/ 834866 h 5143785"/>
              <a:gd name="connsiteX5511" fmla="*/ 1239965 w 3114960"/>
              <a:gd name="connsiteY5511" fmla="*/ 834390 h 5143785"/>
              <a:gd name="connsiteX5512" fmla="*/ 1246442 w 3114960"/>
              <a:gd name="connsiteY5512" fmla="*/ 834390 h 5143785"/>
              <a:gd name="connsiteX5513" fmla="*/ 1246442 w 3114960"/>
              <a:gd name="connsiteY5513" fmla="*/ 841534 h 5143785"/>
              <a:gd name="connsiteX5514" fmla="*/ 1240060 w 3114960"/>
              <a:gd name="connsiteY5514" fmla="*/ 841534 h 5143785"/>
              <a:gd name="connsiteX5515" fmla="*/ 1237107 w 3114960"/>
              <a:gd name="connsiteY5515" fmla="*/ 839152 h 5143785"/>
              <a:gd name="connsiteX5516" fmla="*/ 1240631 w 3114960"/>
              <a:gd name="connsiteY5516" fmla="*/ 836771 h 5143785"/>
              <a:gd name="connsiteX5517" fmla="*/ 1241107 w 3114960"/>
              <a:gd name="connsiteY5517" fmla="*/ 835819 h 5143785"/>
              <a:gd name="connsiteX5518" fmla="*/ 1240631 w 3114960"/>
              <a:gd name="connsiteY5518" fmla="*/ 834866 h 5143785"/>
              <a:gd name="connsiteX5519" fmla="*/ 1240631 w 3114960"/>
              <a:gd name="connsiteY5519" fmla="*/ 797147 h 5143785"/>
              <a:gd name="connsiteX5520" fmla="*/ 1239965 w 3114960"/>
              <a:gd name="connsiteY5520" fmla="*/ 796671 h 5143785"/>
              <a:gd name="connsiteX5521" fmla="*/ 1246442 w 3114960"/>
              <a:gd name="connsiteY5521" fmla="*/ 796671 h 5143785"/>
              <a:gd name="connsiteX5522" fmla="*/ 1246442 w 3114960"/>
              <a:gd name="connsiteY5522" fmla="*/ 803815 h 5143785"/>
              <a:gd name="connsiteX5523" fmla="*/ 1239965 w 3114960"/>
              <a:gd name="connsiteY5523" fmla="*/ 803815 h 5143785"/>
              <a:gd name="connsiteX5524" fmla="*/ 1237012 w 3114960"/>
              <a:gd name="connsiteY5524" fmla="*/ 801529 h 5143785"/>
              <a:gd name="connsiteX5525" fmla="*/ 1240536 w 3114960"/>
              <a:gd name="connsiteY5525" fmla="*/ 799148 h 5143785"/>
              <a:gd name="connsiteX5526" fmla="*/ 1241012 w 3114960"/>
              <a:gd name="connsiteY5526" fmla="*/ 798195 h 5143785"/>
              <a:gd name="connsiteX5527" fmla="*/ 1240536 w 3114960"/>
              <a:gd name="connsiteY5527" fmla="*/ 797243 h 5143785"/>
              <a:gd name="connsiteX5528" fmla="*/ 1246442 w 3114960"/>
              <a:gd name="connsiteY5528" fmla="*/ 758952 h 5143785"/>
              <a:gd name="connsiteX5529" fmla="*/ 1246442 w 3114960"/>
              <a:gd name="connsiteY5529" fmla="*/ 766096 h 5143785"/>
              <a:gd name="connsiteX5530" fmla="*/ 1239584 w 3114960"/>
              <a:gd name="connsiteY5530" fmla="*/ 766096 h 5143785"/>
              <a:gd name="connsiteX5531" fmla="*/ 1236631 w 3114960"/>
              <a:gd name="connsiteY5531" fmla="*/ 763810 h 5143785"/>
              <a:gd name="connsiteX5532" fmla="*/ 1240155 w 3114960"/>
              <a:gd name="connsiteY5532" fmla="*/ 761429 h 5143785"/>
              <a:gd name="connsiteX5533" fmla="*/ 1240631 w 3114960"/>
              <a:gd name="connsiteY5533" fmla="*/ 760476 h 5143785"/>
              <a:gd name="connsiteX5534" fmla="*/ 1240155 w 3114960"/>
              <a:gd name="connsiteY5534" fmla="*/ 759524 h 5143785"/>
              <a:gd name="connsiteX5535" fmla="*/ 1239488 w 3114960"/>
              <a:gd name="connsiteY5535" fmla="*/ 759047 h 5143785"/>
              <a:gd name="connsiteX5536" fmla="*/ 1246346 w 3114960"/>
              <a:gd name="connsiteY5536" fmla="*/ 759047 h 5143785"/>
              <a:gd name="connsiteX5537" fmla="*/ 1233964 w 3114960"/>
              <a:gd name="connsiteY5537" fmla="*/ 762667 h 5143785"/>
              <a:gd name="connsiteX5538" fmla="*/ 1233488 w 3114960"/>
              <a:gd name="connsiteY5538" fmla="*/ 763619 h 5143785"/>
              <a:gd name="connsiteX5539" fmla="*/ 1233964 w 3114960"/>
              <a:gd name="connsiteY5539" fmla="*/ 764572 h 5143785"/>
              <a:gd name="connsiteX5540" fmla="*/ 1235869 w 3114960"/>
              <a:gd name="connsiteY5540" fmla="*/ 766001 h 5143785"/>
              <a:gd name="connsiteX5541" fmla="*/ 1228344 w 3114960"/>
              <a:gd name="connsiteY5541" fmla="*/ 766001 h 5143785"/>
              <a:gd name="connsiteX5542" fmla="*/ 1228344 w 3114960"/>
              <a:gd name="connsiteY5542" fmla="*/ 758857 h 5143785"/>
              <a:gd name="connsiteX5543" fmla="*/ 1235869 w 3114960"/>
              <a:gd name="connsiteY5543" fmla="*/ 758857 h 5143785"/>
              <a:gd name="connsiteX5544" fmla="*/ 1237583 w 3114960"/>
              <a:gd name="connsiteY5544" fmla="*/ 760190 h 5143785"/>
              <a:gd name="connsiteX5545" fmla="*/ 1234059 w 3114960"/>
              <a:gd name="connsiteY5545" fmla="*/ 762572 h 5143785"/>
              <a:gd name="connsiteX5546" fmla="*/ 1072706 w 3114960"/>
              <a:gd name="connsiteY5546" fmla="*/ 2755392 h 5143785"/>
              <a:gd name="connsiteX5547" fmla="*/ 1133570 w 3114960"/>
              <a:gd name="connsiteY5547" fmla="*/ 2705386 h 5143785"/>
              <a:gd name="connsiteX5548" fmla="*/ 1133380 w 3114960"/>
              <a:gd name="connsiteY5548" fmla="*/ 2698147 h 5143785"/>
              <a:gd name="connsiteX5549" fmla="*/ 1213771 w 3114960"/>
              <a:gd name="connsiteY5549" fmla="*/ 2638044 h 5143785"/>
              <a:gd name="connsiteX5550" fmla="*/ 1236917 w 3114960"/>
              <a:gd name="connsiteY5550" fmla="*/ 2638044 h 5143785"/>
              <a:gd name="connsiteX5551" fmla="*/ 1343787 w 3114960"/>
              <a:gd name="connsiteY5551" fmla="*/ 2548414 h 5143785"/>
              <a:gd name="connsiteX5552" fmla="*/ 1347502 w 3114960"/>
              <a:gd name="connsiteY5552" fmla="*/ 2549843 h 5143785"/>
              <a:gd name="connsiteX5553" fmla="*/ 1361123 w 3114960"/>
              <a:gd name="connsiteY5553" fmla="*/ 2549843 h 5143785"/>
              <a:gd name="connsiteX5554" fmla="*/ 1366933 w 3114960"/>
              <a:gd name="connsiteY5554" fmla="*/ 2544032 h 5143785"/>
              <a:gd name="connsiteX5555" fmla="*/ 1366933 w 3114960"/>
              <a:gd name="connsiteY5555" fmla="*/ 2530412 h 5143785"/>
              <a:gd name="connsiteX5556" fmla="*/ 1361123 w 3114960"/>
              <a:gd name="connsiteY5556" fmla="*/ 2524601 h 5143785"/>
              <a:gd name="connsiteX5557" fmla="*/ 1347502 w 3114960"/>
              <a:gd name="connsiteY5557" fmla="*/ 2524601 h 5143785"/>
              <a:gd name="connsiteX5558" fmla="*/ 1341692 w 3114960"/>
              <a:gd name="connsiteY5558" fmla="*/ 2530412 h 5143785"/>
              <a:gd name="connsiteX5559" fmla="*/ 1341692 w 3114960"/>
              <a:gd name="connsiteY5559" fmla="*/ 2543937 h 5143785"/>
              <a:gd name="connsiteX5560" fmla="*/ 1235107 w 3114960"/>
              <a:gd name="connsiteY5560" fmla="*/ 2633472 h 5143785"/>
              <a:gd name="connsiteX5561" fmla="*/ 1212152 w 3114960"/>
              <a:gd name="connsiteY5561" fmla="*/ 2633472 h 5143785"/>
              <a:gd name="connsiteX5562" fmla="*/ 1128522 w 3114960"/>
              <a:gd name="connsiteY5562" fmla="*/ 2695861 h 5143785"/>
              <a:gd name="connsiteX5563" fmla="*/ 1128713 w 3114960"/>
              <a:gd name="connsiteY5563" fmla="*/ 2703195 h 5143785"/>
              <a:gd name="connsiteX5564" fmla="*/ 1070991 w 3114960"/>
              <a:gd name="connsiteY5564" fmla="*/ 2750630 h 5143785"/>
              <a:gd name="connsiteX5565" fmla="*/ 1036701 w 3114960"/>
              <a:gd name="connsiteY5565" fmla="*/ 2750630 h 5143785"/>
              <a:gd name="connsiteX5566" fmla="*/ 1037273 w 3114960"/>
              <a:gd name="connsiteY5566" fmla="*/ 2630996 h 5143785"/>
              <a:gd name="connsiteX5567" fmla="*/ 994315 w 3114960"/>
              <a:gd name="connsiteY5567" fmla="*/ 2579465 h 5143785"/>
              <a:gd name="connsiteX5568" fmla="*/ 997458 w 3114960"/>
              <a:gd name="connsiteY5568" fmla="*/ 2576322 h 5143785"/>
              <a:gd name="connsiteX5569" fmla="*/ 997458 w 3114960"/>
              <a:gd name="connsiteY5569" fmla="*/ 2572512 h 5143785"/>
              <a:gd name="connsiteX5570" fmla="*/ 988314 w 3114960"/>
              <a:gd name="connsiteY5570" fmla="*/ 2563368 h 5143785"/>
              <a:gd name="connsiteX5571" fmla="*/ 984504 w 3114960"/>
              <a:gd name="connsiteY5571" fmla="*/ 2563368 h 5143785"/>
              <a:gd name="connsiteX5572" fmla="*/ 975360 w 3114960"/>
              <a:gd name="connsiteY5572" fmla="*/ 2572512 h 5143785"/>
              <a:gd name="connsiteX5573" fmla="*/ 975360 w 3114960"/>
              <a:gd name="connsiteY5573" fmla="*/ 2576322 h 5143785"/>
              <a:gd name="connsiteX5574" fmla="*/ 984504 w 3114960"/>
              <a:gd name="connsiteY5574" fmla="*/ 2585466 h 5143785"/>
              <a:gd name="connsiteX5575" fmla="*/ 988314 w 3114960"/>
              <a:gd name="connsiteY5575" fmla="*/ 2585466 h 5143785"/>
              <a:gd name="connsiteX5576" fmla="*/ 990886 w 3114960"/>
              <a:gd name="connsiteY5576" fmla="*/ 2582894 h 5143785"/>
              <a:gd name="connsiteX5577" fmla="*/ 1032510 w 3114960"/>
              <a:gd name="connsiteY5577" fmla="*/ 2632805 h 5143785"/>
              <a:gd name="connsiteX5578" fmla="*/ 1031939 w 3114960"/>
              <a:gd name="connsiteY5578" fmla="*/ 2755487 h 5143785"/>
              <a:gd name="connsiteX5579" fmla="*/ 1072801 w 3114960"/>
              <a:gd name="connsiteY5579" fmla="*/ 2755487 h 5143785"/>
              <a:gd name="connsiteX5580" fmla="*/ 1346454 w 3114960"/>
              <a:gd name="connsiteY5580" fmla="*/ 2530412 h 5143785"/>
              <a:gd name="connsiteX5581" fmla="*/ 1347502 w 3114960"/>
              <a:gd name="connsiteY5581" fmla="*/ 2529364 h 5143785"/>
              <a:gd name="connsiteX5582" fmla="*/ 1361123 w 3114960"/>
              <a:gd name="connsiteY5582" fmla="*/ 2529364 h 5143785"/>
              <a:gd name="connsiteX5583" fmla="*/ 1362170 w 3114960"/>
              <a:gd name="connsiteY5583" fmla="*/ 2530412 h 5143785"/>
              <a:gd name="connsiteX5584" fmla="*/ 1362170 w 3114960"/>
              <a:gd name="connsiteY5584" fmla="*/ 2544032 h 5143785"/>
              <a:gd name="connsiteX5585" fmla="*/ 1361123 w 3114960"/>
              <a:gd name="connsiteY5585" fmla="*/ 2545080 h 5143785"/>
              <a:gd name="connsiteX5586" fmla="*/ 1347502 w 3114960"/>
              <a:gd name="connsiteY5586" fmla="*/ 2545080 h 5143785"/>
              <a:gd name="connsiteX5587" fmla="*/ 1346454 w 3114960"/>
              <a:gd name="connsiteY5587" fmla="*/ 2544032 h 5143785"/>
              <a:gd name="connsiteX5588" fmla="*/ 1346454 w 3114960"/>
              <a:gd name="connsiteY5588" fmla="*/ 2530412 h 5143785"/>
              <a:gd name="connsiteX5589" fmla="*/ 157925 w 3114960"/>
              <a:gd name="connsiteY5589" fmla="*/ 1072420 h 5143785"/>
              <a:gd name="connsiteX5590" fmla="*/ 150876 w 3114960"/>
              <a:gd name="connsiteY5590" fmla="*/ 1074230 h 5143785"/>
              <a:gd name="connsiteX5591" fmla="*/ 147542 w 3114960"/>
              <a:gd name="connsiteY5591" fmla="*/ 1079373 h 5143785"/>
              <a:gd name="connsiteX5592" fmla="*/ 65532 w 3114960"/>
              <a:gd name="connsiteY5592" fmla="*/ 1079373 h 5143785"/>
              <a:gd name="connsiteX5593" fmla="*/ 20479 w 3114960"/>
              <a:gd name="connsiteY5593" fmla="*/ 1123569 h 5143785"/>
              <a:gd name="connsiteX5594" fmla="*/ 15716 w 3114960"/>
              <a:gd name="connsiteY5594" fmla="*/ 1122045 h 5143785"/>
              <a:gd name="connsiteX5595" fmla="*/ 6287 w 3114960"/>
              <a:gd name="connsiteY5595" fmla="*/ 1131475 h 5143785"/>
              <a:gd name="connsiteX5596" fmla="*/ 15716 w 3114960"/>
              <a:gd name="connsiteY5596" fmla="*/ 1140905 h 5143785"/>
              <a:gd name="connsiteX5597" fmla="*/ 25146 w 3114960"/>
              <a:gd name="connsiteY5597" fmla="*/ 1131475 h 5143785"/>
              <a:gd name="connsiteX5598" fmla="*/ 23813 w 3114960"/>
              <a:gd name="connsiteY5598" fmla="*/ 1126903 h 5143785"/>
              <a:gd name="connsiteX5599" fmla="*/ 67437 w 3114960"/>
              <a:gd name="connsiteY5599" fmla="*/ 1084040 h 5143785"/>
              <a:gd name="connsiteX5600" fmla="*/ 147352 w 3114960"/>
              <a:gd name="connsiteY5600" fmla="*/ 1084040 h 5143785"/>
              <a:gd name="connsiteX5601" fmla="*/ 148876 w 3114960"/>
              <a:gd name="connsiteY5601" fmla="*/ 1087279 h 5143785"/>
              <a:gd name="connsiteX5602" fmla="*/ 155067 w 3114960"/>
              <a:gd name="connsiteY5602" fmla="*/ 1090994 h 5143785"/>
              <a:gd name="connsiteX5603" fmla="*/ 156401 w 3114960"/>
              <a:gd name="connsiteY5603" fmla="*/ 1091089 h 5143785"/>
              <a:gd name="connsiteX5604" fmla="*/ 162020 w 3114960"/>
              <a:gd name="connsiteY5604" fmla="*/ 1089184 h 5143785"/>
              <a:gd name="connsiteX5605" fmla="*/ 165735 w 3114960"/>
              <a:gd name="connsiteY5605" fmla="*/ 1082993 h 5143785"/>
              <a:gd name="connsiteX5606" fmla="*/ 163925 w 3114960"/>
              <a:gd name="connsiteY5606" fmla="*/ 1075944 h 5143785"/>
              <a:gd name="connsiteX5607" fmla="*/ 157734 w 3114960"/>
              <a:gd name="connsiteY5607" fmla="*/ 1072229 h 5143785"/>
              <a:gd name="connsiteX5608" fmla="*/ 15716 w 3114960"/>
              <a:gd name="connsiteY5608" fmla="*/ 1136237 h 5143785"/>
              <a:gd name="connsiteX5609" fmla="*/ 11049 w 3114960"/>
              <a:gd name="connsiteY5609" fmla="*/ 1131570 h 5143785"/>
              <a:gd name="connsiteX5610" fmla="*/ 15716 w 3114960"/>
              <a:gd name="connsiteY5610" fmla="*/ 1126903 h 5143785"/>
              <a:gd name="connsiteX5611" fmla="*/ 20384 w 3114960"/>
              <a:gd name="connsiteY5611" fmla="*/ 1131570 h 5143785"/>
              <a:gd name="connsiteX5612" fmla="*/ 15716 w 3114960"/>
              <a:gd name="connsiteY5612" fmla="*/ 1136237 h 5143785"/>
              <a:gd name="connsiteX5613" fmla="*/ 159353 w 3114960"/>
              <a:gd name="connsiteY5613" fmla="*/ 1085564 h 5143785"/>
              <a:gd name="connsiteX5614" fmla="*/ 152781 w 3114960"/>
              <a:gd name="connsiteY5614" fmla="*/ 1084612 h 5143785"/>
              <a:gd name="connsiteX5615" fmla="*/ 153733 w 3114960"/>
              <a:gd name="connsiteY5615" fmla="*/ 1078040 h 5143785"/>
              <a:gd name="connsiteX5616" fmla="*/ 156496 w 3114960"/>
              <a:gd name="connsiteY5616" fmla="*/ 1077087 h 5143785"/>
              <a:gd name="connsiteX5617" fmla="*/ 160211 w 3114960"/>
              <a:gd name="connsiteY5617" fmla="*/ 1078992 h 5143785"/>
              <a:gd name="connsiteX5618" fmla="*/ 159258 w 3114960"/>
              <a:gd name="connsiteY5618" fmla="*/ 1085564 h 5143785"/>
              <a:gd name="connsiteX5619" fmla="*/ 697230 w 3114960"/>
              <a:gd name="connsiteY5619" fmla="*/ 4414838 h 5143785"/>
              <a:gd name="connsiteX5620" fmla="*/ 694563 w 3114960"/>
              <a:gd name="connsiteY5620" fmla="*/ 4417219 h 5143785"/>
              <a:gd name="connsiteX5621" fmla="*/ 690277 w 3114960"/>
              <a:gd name="connsiteY5621" fmla="*/ 4416171 h 5143785"/>
              <a:gd name="connsiteX5622" fmla="*/ 680466 w 3114960"/>
              <a:gd name="connsiteY5622" fmla="*/ 4425982 h 5143785"/>
              <a:gd name="connsiteX5623" fmla="*/ 690277 w 3114960"/>
              <a:gd name="connsiteY5623" fmla="*/ 4435793 h 5143785"/>
              <a:gd name="connsiteX5624" fmla="*/ 700088 w 3114960"/>
              <a:gd name="connsiteY5624" fmla="*/ 4425982 h 5143785"/>
              <a:gd name="connsiteX5625" fmla="*/ 699421 w 3114960"/>
              <a:gd name="connsiteY5625" fmla="*/ 4422553 h 5143785"/>
              <a:gd name="connsiteX5626" fmla="*/ 701993 w 3114960"/>
              <a:gd name="connsiteY5626" fmla="*/ 4420267 h 5143785"/>
              <a:gd name="connsiteX5627" fmla="*/ 697230 w 3114960"/>
              <a:gd name="connsiteY5627" fmla="*/ 4414933 h 5143785"/>
              <a:gd name="connsiteX5628" fmla="*/ 690277 w 3114960"/>
              <a:gd name="connsiteY5628" fmla="*/ 4430840 h 5143785"/>
              <a:gd name="connsiteX5629" fmla="*/ 685229 w 3114960"/>
              <a:gd name="connsiteY5629" fmla="*/ 4425792 h 5143785"/>
              <a:gd name="connsiteX5630" fmla="*/ 690277 w 3114960"/>
              <a:gd name="connsiteY5630" fmla="*/ 4420743 h 5143785"/>
              <a:gd name="connsiteX5631" fmla="*/ 695325 w 3114960"/>
              <a:gd name="connsiteY5631" fmla="*/ 4425792 h 5143785"/>
              <a:gd name="connsiteX5632" fmla="*/ 690277 w 3114960"/>
              <a:gd name="connsiteY5632" fmla="*/ 4430840 h 5143785"/>
              <a:gd name="connsiteX5633" fmla="*/ 2188559 w 3114960"/>
              <a:gd name="connsiteY5633" fmla="*/ 144304 h 5143785"/>
              <a:gd name="connsiteX5634" fmla="*/ 2186083 w 3114960"/>
              <a:gd name="connsiteY5634" fmla="*/ 138113 h 5143785"/>
              <a:gd name="connsiteX5635" fmla="*/ 2179987 w 3114960"/>
              <a:gd name="connsiteY5635" fmla="*/ 135541 h 5143785"/>
              <a:gd name="connsiteX5636" fmla="*/ 2179987 w 3114960"/>
              <a:gd name="connsiteY5636" fmla="*/ 135541 h 5143785"/>
              <a:gd name="connsiteX5637" fmla="*/ 2171319 w 3114960"/>
              <a:gd name="connsiteY5637" fmla="*/ 144113 h 5143785"/>
              <a:gd name="connsiteX5638" fmla="*/ 2177510 w 3114960"/>
              <a:gd name="connsiteY5638" fmla="*/ 152305 h 5143785"/>
              <a:gd name="connsiteX5639" fmla="*/ 2177510 w 3114960"/>
              <a:gd name="connsiteY5639" fmla="*/ 167545 h 5143785"/>
              <a:gd name="connsiteX5640" fmla="*/ 2189417 w 3114960"/>
              <a:gd name="connsiteY5640" fmla="*/ 178975 h 5143785"/>
              <a:gd name="connsiteX5641" fmla="*/ 2189417 w 3114960"/>
              <a:gd name="connsiteY5641" fmla="*/ 238220 h 5143785"/>
              <a:gd name="connsiteX5642" fmla="*/ 2170748 w 3114960"/>
              <a:gd name="connsiteY5642" fmla="*/ 262509 h 5143785"/>
              <a:gd name="connsiteX5643" fmla="*/ 2171033 w 3114960"/>
              <a:gd name="connsiteY5643" fmla="*/ 355473 h 5143785"/>
              <a:gd name="connsiteX5644" fmla="*/ 2200085 w 3114960"/>
              <a:gd name="connsiteY5644" fmla="*/ 393573 h 5143785"/>
              <a:gd name="connsiteX5645" fmla="*/ 2200085 w 3114960"/>
              <a:gd name="connsiteY5645" fmla="*/ 416624 h 5143785"/>
              <a:gd name="connsiteX5646" fmla="*/ 2196179 w 3114960"/>
              <a:gd name="connsiteY5646" fmla="*/ 416624 h 5143785"/>
              <a:gd name="connsiteX5647" fmla="*/ 2190845 w 3114960"/>
              <a:gd name="connsiteY5647" fmla="*/ 421958 h 5143785"/>
              <a:gd name="connsiteX5648" fmla="*/ 2190845 w 3114960"/>
              <a:gd name="connsiteY5648" fmla="*/ 434626 h 5143785"/>
              <a:gd name="connsiteX5649" fmla="*/ 2196179 w 3114960"/>
              <a:gd name="connsiteY5649" fmla="*/ 439960 h 5143785"/>
              <a:gd name="connsiteX5650" fmla="*/ 2208848 w 3114960"/>
              <a:gd name="connsiteY5650" fmla="*/ 439960 h 5143785"/>
              <a:gd name="connsiteX5651" fmla="*/ 2214182 w 3114960"/>
              <a:gd name="connsiteY5651" fmla="*/ 434626 h 5143785"/>
              <a:gd name="connsiteX5652" fmla="*/ 2214182 w 3114960"/>
              <a:gd name="connsiteY5652" fmla="*/ 421958 h 5143785"/>
              <a:gd name="connsiteX5653" fmla="*/ 2208848 w 3114960"/>
              <a:gd name="connsiteY5653" fmla="*/ 416624 h 5143785"/>
              <a:gd name="connsiteX5654" fmla="*/ 2204942 w 3114960"/>
              <a:gd name="connsiteY5654" fmla="*/ 416624 h 5143785"/>
              <a:gd name="connsiteX5655" fmla="*/ 2204942 w 3114960"/>
              <a:gd name="connsiteY5655" fmla="*/ 391954 h 5143785"/>
              <a:gd name="connsiteX5656" fmla="*/ 2175891 w 3114960"/>
              <a:gd name="connsiteY5656" fmla="*/ 353854 h 5143785"/>
              <a:gd name="connsiteX5657" fmla="*/ 2175605 w 3114960"/>
              <a:gd name="connsiteY5657" fmla="*/ 264128 h 5143785"/>
              <a:gd name="connsiteX5658" fmla="*/ 2194274 w 3114960"/>
              <a:gd name="connsiteY5658" fmla="*/ 239840 h 5143785"/>
              <a:gd name="connsiteX5659" fmla="*/ 2194274 w 3114960"/>
              <a:gd name="connsiteY5659" fmla="*/ 181166 h 5143785"/>
              <a:gd name="connsiteX5660" fmla="*/ 2214944 w 3114960"/>
              <a:gd name="connsiteY5660" fmla="*/ 160687 h 5143785"/>
              <a:gd name="connsiteX5661" fmla="*/ 2214944 w 3114960"/>
              <a:gd name="connsiteY5661" fmla="*/ 112586 h 5143785"/>
              <a:gd name="connsiteX5662" fmla="*/ 2216468 w 3114960"/>
              <a:gd name="connsiteY5662" fmla="*/ 111633 h 5143785"/>
              <a:gd name="connsiteX5663" fmla="*/ 2222183 w 3114960"/>
              <a:gd name="connsiteY5663" fmla="*/ 105918 h 5143785"/>
              <a:gd name="connsiteX5664" fmla="*/ 2222183 w 3114960"/>
              <a:gd name="connsiteY5664" fmla="*/ 98108 h 5143785"/>
              <a:gd name="connsiteX5665" fmla="*/ 2216468 w 3114960"/>
              <a:gd name="connsiteY5665" fmla="*/ 92392 h 5143785"/>
              <a:gd name="connsiteX5666" fmla="*/ 2208657 w 3114960"/>
              <a:gd name="connsiteY5666" fmla="*/ 92392 h 5143785"/>
              <a:gd name="connsiteX5667" fmla="*/ 2202942 w 3114960"/>
              <a:gd name="connsiteY5667" fmla="*/ 98108 h 5143785"/>
              <a:gd name="connsiteX5668" fmla="*/ 2202942 w 3114960"/>
              <a:gd name="connsiteY5668" fmla="*/ 105918 h 5143785"/>
              <a:gd name="connsiteX5669" fmla="*/ 2208657 w 3114960"/>
              <a:gd name="connsiteY5669" fmla="*/ 111633 h 5143785"/>
              <a:gd name="connsiteX5670" fmla="*/ 2210181 w 3114960"/>
              <a:gd name="connsiteY5670" fmla="*/ 112681 h 5143785"/>
              <a:gd name="connsiteX5671" fmla="*/ 2210181 w 3114960"/>
              <a:gd name="connsiteY5671" fmla="*/ 158782 h 5143785"/>
              <a:gd name="connsiteX5672" fmla="*/ 2192941 w 3114960"/>
              <a:gd name="connsiteY5672" fmla="*/ 175832 h 5143785"/>
              <a:gd name="connsiteX5673" fmla="*/ 2182368 w 3114960"/>
              <a:gd name="connsiteY5673" fmla="*/ 165640 h 5143785"/>
              <a:gd name="connsiteX5674" fmla="*/ 2182368 w 3114960"/>
              <a:gd name="connsiteY5674" fmla="*/ 152495 h 5143785"/>
              <a:gd name="connsiteX5675" fmla="*/ 2186083 w 3114960"/>
              <a:gd name="connsiteY5675" fmla="*/ 150495 h 5143785"/>
              <a:gd name="connsiteX5676" fmla="*/ 2188655 w 3114960"/>
              <a:gd name="connsiteY5676" fmla="*/ 144399 h 5143785"/>
              <a:gd name="connsiteX5677" fmla="*/ 2208657 w 3114960"/>
              <a:gd name="connsiteY5677" fmla="*/ 421481 h 5143785"/>
              <a:gd name="connsiteX5678" fmla="*/ 2209229 w 3114960"/>
              <a:gd name="connsiteY5678" fmla="*/ 422053 h 5143785"/>
              <a:gd name="connsiteX5679" fmla="*/ 2209229 w 3114960"/>
              <a:gd name="connsiteY5679" fmla="*/ 434721 h 5143785"/>
              <a:gd name="connsiteX5680" fmla="*/ 2208657 w 3114960"/>
              <a:gd name="connsiteY5680" fmla="*/ 435293 h 5143785"/>
              <a:gd name="connsiteX5681" fmla="*/ 2195989 w 3114960"/>
              <a:gd name="connsiteY5681" fmla="*/ 435293 h 5143785"/>
              <a:gd name="connsiteX5682" fmla="*/ 2195417 w 3114960"/>
              <a:gd name="connsiteY5682" fmla="*/ 434721 h 5143785"/>
              <a:gd name="connsiteX5683" fmla="*/ 2195417 w 3114960"/>
              <a:gd name="connsiteY5683" fmla="*/ 422053 h 5143785"/>
              <a:gd name="connsiteX5684" fmla="*/ 2195989 w 3114960"/>
              <a:gd name="connsiteY5684" fmla="*/ 421481 h 5143785"/>
              <a:gd name="connsiteX5685" fmla="*/ 2208657 w 3114960"/>
              <a:gd name="connsiteY5685" fmla="*/ 421481 h 5143785"/>
              <a:gd name="connsiteX5686" fmla="*/ 2206181 w 3114960"/>
              <a:gd name="connsiteY5686" fmla="*/ 102489 h 5143785"/>
              <a:gd name="connsiteX5687" fmla="*/ 2206181 w 3114960"/>
              <a:gd name="connsiteY5687" fmla="*/ 101441 h 5143785"/>
              <a:gd name="connsiteX5688" fmla="*/ 2211896 w 3114960"/>
              <a:gd name="connsiteY5688" fmla="*/ 95726 h 5143785"/>
              <a:gd name="connsiteX5689" fmla="*/ 2212372 w 3114960"/>
              <a:gd name="connsiteY5689" fmla="*/ 95536 h 5143785"/>
              <a:gd name="connsiteX5690" fmla="*/ 2212943 w 3114960"/>
              <a:gd name="connsiteY5690" fmla="*/ 95726 h 5143785"/>
              <a:gd name="connsiteX5691" fmla="*/ 2218658 w 3114960"/>
              <a:gd name="connsiteY5691" fmla="*/ 101441 h 5143785"/>
              <a:gd name="connsiteX5692" fmla="*/ 2218658 w 3114960"/>
              <a:gd name="connsiteY5692" fmla="*/ 102489 h 5143785"/>
              <a:gd name="connsiteX5693" fmla="*/ 2212943 w 3114960"/>
              <a:gd name="connsiteY5693" fmla="*/ 108204 h 5143785"/>
              <a:gd name="connsiteX5694" fmla="*/ 2211896 w 3114960"/>
              <a:gd name="connsiteY5694" fmla="*/ 108204 h 5143785"/>
              <a:gd name="connsiteX5695" fmla="*/ 2206181 w 3114960"/>
              <a:gd name="connsiteY5695" fmla="*/ 102489 h 5143785"/>
              <a:gd name="connsiteX5696" fmla="*/ 2182559 w 3114960"/>
              <a:gd name="connsiteY5696" fmla="*/ 146971 h 5143785"/>
              <a:gd name="connsiteX5697" fmla="*/ 2179796 w 3114960"/>
              <a:gd name="connsiteY5697" fmla="*/ 148114 h 5143785"/>
              <a:gd name="connsiteX5698" fmla="*/ 2177034 w 3114960"/>
              <a:gd name="connsiteY5698" fmla="*/ 146971 h 5143785"/>
              <a:gd name="connsiteX5699" fmla="*/ 2175891 w 3114960"/>
              <a:gd name="connsiteY5699" fmla="*/ 144209 h 5143785"/>
              <a:gd name="connsiteX5700" fmla="*/ 2179796 w 3114960"/>
              <a:gd name="connsiteY5700" fmla="*/ 140303 h 5143785"/>
              <a:gd name="connsiteX5701" fmla="*/ 2179796 w 3114960"/>
              <a:gd name="connsiteY5701" fmla="*/ 140303 h 5143785"/>
              <a:gd name="connsiteX5702" fmla="*/ 2182559 w 3114960"/>
              <a:gd name="connsiteY5702" fmla="*/ 141446 h 5143785"/>
              <a:gd name="connsiteX5703" fmla="*/ 2183702 w 3114960"/>
              <a:gd name="connsiteY5703" fmla="*/ 144209 h 5143785"/>
              <a:gd name="connsiteX5704" fmla="*/ 2182559 w 3114960"/>
              <a:gd name="connsiteY5704" fmla="*/ 146971 h 5143785"/>
              <a:gd name="connsiteX5705" fmla="*/ 393478 w 3114960"/>
              <a:gd name="connsiteY5705" fmla="*/ 2151412 h 5143785"/>
              <a:gd name="connsiteX5706" fmla="*/ 400717 w 3114960"/>
              <a:gd name="connsiteY5706" fmla="*/ 2144363 h 5143785"/>
              <a:gd name="connsiteX5707" fmla="*/ 404051 w 3114960"/>
              <a:gd name="connsiteY5707" fmla="*/ 2147792 h 5143785"/>
              <a:gd name="connsiteX5708" fmla="*/ 396812 w 3114960"/>
              <a:gd name="connsiteY5708" fmla="*/ 2154841 h 5143785"/>
              <a:gd name="connsiteX5709" fmla="*/ 393478 w 3114960"/>
              <a:gd name="connsiteY5709" fmla="*/ 2151412 h 5143785"/>
              <a:gd name="connsiteX5710" fmla="*/ 415385 w 3114960"/>
              <a:gd name="connsiteY5710" fmla="*/ 2130171 h 5143785"/>
              <a:gd name="connsiteX5711" fmla="*/ 418719 w 3114960"/>
              <a:gd name="connsiteY5711" fmla="*/ 2133600 h 5143785"/>
              <a:gd name="connsiteX5712" fmla="*/ 411480 w 3114960"/>
              <a:gd name="connsiteY5712" fmla="*/ 2140649 h 5143785"/>
              <a:gd name="connsiteX5713" fmla="*/ 408146 w 3114960"/>
              <a:gd name="connsiteY5713" fmla="*/ 2137220 h 5143785"/>
              <a:gd name="connsiteX5714" fmla="*/ 415385 w 3114960"/>
              <a:gd name="connsiteY5714" fmla="*/ 2130171 h 5143785"/>
              <a:gd name="connsiteX5715" fmla="*/ 1597343 w 3114960"/>
              <a:gd name="connsiteY5715" fmla="*/ 532352 h 5143785"/>
              <a:gd name="connsiteX5716" fmla="*/ 1597343 w 3114960"/>
              <a:gd name="connsiteY5716" fmla="*/ 539115 h 5143785"/>
              <a:gd name="connsiteX5717" fmla="*/ 1594866 w 3114960"/>
              <a:gd name="connsiteY5717" fmla="*/ 541592 h 5143785"/>
              <a:gd name="connsiteX5718" fmla="*/ 1588103 w 3114960"/>
              <a:gd name="connsiteY5718" fmla="*/ 541592 h 5143785"/>
              <a:gd name="connsiteX5719" fmla="*/ 1585627 w 3114960"/>
              <a:gd name="connsiteY5719" fmla="*/ 539115 h 5143785"/>
              <a:gd name="connsiteX5720" fmla="*/ 1585627 w 3114960"/>
              <a:gd name="connsiteY5720" fmla="*/ 532352 h 5143785"/>
              <a:gd name="connsiteX5721" fmla="*/ 1588103 w 3114960"/>
              <a:gd name="connsiteY5721" fmla="*/ 529876 h 5143785"/>
              <a:gd name="connsiteX5722" fmla="*/ 1594866 w 3114960"/>
              <a:gd name="connsiteY5722" fmla="*/ 529876 h 5143785"/>
              <a:gd name="connsiteX5723" fmla="*/ 1597343 w 3114960"/>
              <a:gd name="connsiteY5723" fmla="*/ 532352 h 5143785"/>
              <a:gd name="connsiteX5724" fmla="*/ 1559052 w 3114960"/>
              <a:gd name="connsiteY5724" fmla="*/ 939832 h 5143785"/>
              <a:gd name="connsiteX5725" fmla="*/ 1559052 w 3114960"/>
              <a:gd name="connsiteY5725" fmla="*/ 1017651 h 5143785"/>
              <a:gd name="connsiteX5726" fmla="*/ 1583531 w 3114960"/>
              <a:gd name="connsiteY5726" fmla="*/ 1038035 h 5143785"/>
              <a:gd name="connsiteX5727" fmla="*/ 1638014 w 3114960"/>
              <a:gd name="connsiteY5727" fmla="*/ 1038035 h 5143785"/>
              <a:gd name="connsiteX5728" fmla="*/ 1643825 w 3114960"/>
              <a:gd name="connsiteY5728" fmla="*/ 1043369 h 5143785"/>
              <a:gd name="connsiteX5729" fmla="*/ 1643634 w 3114960"/>
              <a:gd name="connsiteY5729" fmla="*/ 1044416 h 5143785"/>
              <a:gd name="connsiteX5730" fmla="*/ 1643634 w 3114960"/>
              <a:gd name="connsiteY5730" fmla="*/ 1060037 h 5143785"/>
              <a:gd name="connsiteX5731" fmla="*/ 1649159 w 3114960"/>
              <a:gd name="connsiteY5731" fmla="*/ 1065562 h 5143785"/>
              <a:gd name="connsiteX5732" fmla="*/ 1664780 w 3114960"/>
              <a:gd name="connsiteY5732" fmla="*/ 1065562 h 5143785"/>
              <a:gd name="connsiteX5733" fmla="*/ 1670304 w 3114960"/>
              <a:gd name="connsiteY5733" fmla="*/ 1060037 h 5143785"/>
              <a:gd name="connsiteX5734" fmla="*/ 1670304 w 3114960"/>
              <a:gd name="connsiteY5734" fmla="*/ 1054037 h 5143785"/>
              <a:gd name="connsiteX5735" fmla="*/ 1776127 w 3114960"/>
              <a:gd name="connsiteY5735" fmla="*/ 1054037 h 5143785"/>
              <a:gd name="connsiteX5736" fmla="*/ 1800511 w 3114960"/>
              <a:gd name="connsiteY5736" fmla="*/ 1077659 h 5143785"/>
              <a:gd name="connsiteX5737" fmla="*/ 1897380 w 3114960"/>
              <a:gd name="connsiteY5737" fmla="*/ 1077087 h 5143785"/>
              <a:gd name="connsiteX5738" fmla="*/ 1919573 w 3114960"/>
              <a:gd name="connsiteY5738" fmla="*/ 1053941 h 5143785"/>
              <a:gd name="connsiteX5739" fmla="*/ 1919573 w 3114960"/>
              <a:gd name="connsiteY5739" fmla="*/ 972122 h 5143785"/>
              <a:gd name="connsiteX5740" fmla="*/ 1897190 w 3114960"/>
              <a:gd name="connsiteY5740" fmla="*/ 947642 h 5143785"/>
              <a:gd name="connsiteX5741" fmla="*/ 1895761 w 3114960"/>
              <a:gd name="connsiteY5741" fmla="*/ 934212 h 5143785"/>
              <a:gd name="connsiteX5742" fmla="*/ 1880235 w 3114960"/>
              <a:gd name="connsiteY5742" fmla="*/ 934212 h 5143785"/>
              <a:gd name="connsiteX5743" fmla="*/ 1880235 w 3114960"/>
              <a:gd name="connsiteY5743" fmla="*/ 949738 h 5143785"/>
              <a:gd name="connsiteX5744" fmla="*/ 1887950 w 3114960"/>
              <a:gd name="connsiteY5744" fmla="*/ 952976 h 5143785"/>
              <a:gd name="connsiteX5745" fmla="*/ 1893761 w 3114960"/>
              <a:gd name="connsiteY5745" fmla="*/ 951071 h 5143785"/>
              <a:gd name="connsiteX5746" fmla="*/ 1914620 w 3114960"/>
              <a:gd name="connsiteY5746" fmla="*/ 973931 h 5143785"/>
              <a:gd name="connsiteX5747" fmla="*/ 1914620 w 3114960"/>
              <a:gd name="connsiteY5747" fmla="*/ 1052036 h 5143785"/>
              <a:gd name="connsiteX5748" fmla="*/ 1895285 w 3114960"/>
              <a:gd name="connsiteY5748" fmla="*/ 1072420 h 5143785"/>
              <a:gd name="connsiteX5749" fmla="*/ 1802321 w 3114960"/>
              <a:gd name="connsiteY5749" fmla="*/ 1072896 h 5143785"/>
              <a:gd name="connsiteX5750" fmla="*/ 1777937 w 3114960"/>
              <a:gd name="connsiteY5750" fmla="*/ 1049274 h 5143785"/>
              <a:gd name="connsiteX5751" fmla="*/ 1670209 w 3114960"/>
              <a:gd name="connsiteY5751" fmla="*/ 1049274 h 5143785"/>
              <a:gd name="connsiteX5752" fmla="*/ 1670209 w 3114960"/>
              <a:gd name="connsiteY5752" fmla="*/ 1044512 h 5143785"/>
              <a:gd name="connsiteX5753" fmla="*/ 1664684 w 3114960"/>
              <a:gd name="connsiteY5753" fmla="*/ 1038987 h 5143785"/>
              <a:gd name="connsiteX5754" fmla="*/ 1649063 w 3114960"/>
              <a:gd name="connsiteY5754" fmla="*/ 1038987 h 5143785"/>
              <a:gd name="connsiteX5755" fmla="*/ 1646587 w 3114960"/>
              <a:gd name="connsiteY5755" fmla="*/ 1039654 h 5143785"/>
              <a:gd name="connsiteX5756" fmla="*/ 1639729 w 3114960"/>
              <a:gd name="connsiteY5756" fmla="*/ 1033367 h 5143785"/>
              <a:gd name="connsiteX5757" fmla="*/ 1585151 w 3114960"/>
              <a:gd name="connsiteY5757" fmla="*/ 1033367 h 5143785"/>
              <a:gd name="connsiteX5758" fmla="*/ 1563719 w 3114960"/>
              <a:gd name="connsiteY5758" fmla="*/ 1015556 h 5143785"/>
              <a:gd name="connsiteX5759" fmla="*/ 1563719 w 3114960"/>
              <a:gd name="connsiteY5759" fmla="*/ 939927 h 5143785"/>
              <a:gd name="connsiteX5760" fmla="*/ 1558957 w 3114960"/>
              <a:gd name="connsiteY5760" fmla="*/ 939927 h 5143785"/>
              <a:gd name="connsiteX5761" fmla="*/ 1892427 w 3114960"/>
              <a:gd name="connsiteY5761" fmla="*/ 946404 h 5143785"/>
              <a:gd name="connsiteX5762" fmla="*/ 1883664 w 3114960"/>
              <a:gd name="connsiteY5762" fmla="*/ 946404 h 5143785"/>
              <a:gd name="connsiteX5763" fmla="*/ 1883664 w 3114960"/>
              <a:gd name="connsiteY5763" fmla="*/ 937641 h 5143785"/>
              <a:gd name="connsiteX5764" fmla="*/ 1888046 w 3114960"/>
              <a:gd name="connsiteY5764" fmla="*/ 935831 h 5143785"/>
              <a:gd name="connsiteX5765" fmla="*/ 1892427 w 3114960"/>
              <a:gd name="connsiteY5765" fmla="*/ 937641 h 5143785"/>
              <a:gd name="connsiteX5766" fmla="*/ 1892427 w 3114960"/>
              <a:gd name="connsiteY5766" fmla="*/ 946404 h 5143785"/>
              <a:gd name="connsiteX5767" fmla="*/ 1648397 w 3114960"/>
              <a:gd name="connsiteY5767" fmla="*/ 1044416 h 5143785"/>
              <a:gd name="connsiteX5768" fmla="*/ 1649159 w 3114960"/>
              <a:gd name="connsiteY5768" fmla="*/ 1043654 h 5143785"/>
              <a:gd name="connsiteX5769" fmla="*/ 1664780 w 3114960"/>
              <a:gd name="connsiteY5769" fmla="*/ 1043654 h 5143785"/>
              <a:gd name="connsiteX5770" fmla="*/ 1665542 w 3114960"/>
              <a:gd name="connsiteY5770" fmla="*/ 1044416 h 5143785"/>
              <a:gd name="connsiteX5771" fmla="*/ 1665542 w 3114960"/>
              <a:gd name="connsiteY5771" fmla="*/ 1060037 h 5143785"/>
              <a:gd name="connsiteX5772" fmla="*/ 1664780 w 3114960"/>
              <a:gd name="connsiteY5772" fmla="*/ 1060799 h 5143785"/>
              <a:gd name="connsiteX5773" fmla="*/ 1649159 w 3114960"/>
              <a:gd name="connsiteY5773" fmla="*/ 1060799 h 5143785"/>
              <a:gd name="connsiteX5774" fmla="*/ 1648397 w 3114960"/>
              <a:gd name="connsiteY5774" fmla="*/ 1060037 h 5143785"/>
              <a:gd name="connsiteX5775" fmla="*/ 1648397 w 3114960"/>
              <a:gd name="connsiteY5775" fmla="*/ 1044416 h 5143785"/>
              <a:gd name="connsiteX5776" fmla="*/ 1919859 w 3114960"/>
              <a:gd name="connsiteY5776" fmla="*/ 619792 h 5143785"/>
              <a:gd name="connsiteX5777" fmla="*/ 1909953 w 3114960"/>
              <a:gd name="connsiteY5777" fmla="*/ 632746 h 5143785"/>
              <a:gd name="connsiteX5778" fmla="*/ 1923383 w 3114960"/>
              <a:gd name="connsiteY5778" fmla="*/ 646176 h 5143785"/>
              <a:gd name="connsiteX5779" fmla="*/ 1936814 w 3114960"/>
              <a:gd name="connsiteY5779" fmla="*/ 632746 h 5143785"/>
              <a:gd name="connsiteX5780" fmla="*/ 1926907 w 3114960"/>
              <a:gd name="connsiteY5780" fmla="*/ 619792 h 5143785"/>
              <a:gd name="connsiteX5781" fmla="*/ 1926907 w 3114960"/>
              <a:gd name="connsiteY5781" fmla="*/ 616839 h 5143785"/>
              <a:gd name="connsiteX5782" fmla="*/ 1919764 w 3114960"/>
              <a:gd name="connsiteY5782" fmla="*/ 616839 h 5143785"/>
              <a:gd name="connsiteX5783" fmla="*/ 1919764 w 3114960"/>
              <a:gd name="connsiteY5783" fmla="*/ 619792 h 5143785"/>
              <a:gd name="connsiteX5784" fmla="*/ 1932146 w 3114960"/>
              <a:gd name="connsiteY5784" fmla="*/ 632651 h 5143785"/>
              <a:gd name="connsiteX5785" fmla="*/ 1923478 w 3114960"/>
              <a:gd name="connsiteY5785" fmla="*/ 641318 h 5143785"/>
              <a:gd name="connsiteX5786" fmla="*/ 1914811 w 3114960"/>
              <a:gd name="connsiteY5786" fmla="*/ 632651 h 5143785"/>
              <a:gd name="connsiteX5787" fmla="*/ 1923478 w 3114960"/>
              <a:gd name="connsiteY5787" fmla="*/ 623983 h 5143785"/>
              <a:gd name="connsiteX5788" fmla="*/ 1932146 w 3114960"/>
              <a:gd name="connsiteY5788" fmla="*/ 632651 h 5143785"/>
              <a:gd name="connsiteX5789" fmla="*/ 335661 w 3114960"/>
              <a:gd name="connsiteY5789" fmla="*/ 1984534 h 5143785"/>
              <a:gd name="connsiteX5790" fmla="*/ 335661 w 3114960"/>
              <a:gd name="connsiteY5790" fmla="*/ 1987487 h 5143785"/>
              <a:gd name="connsiteX5791" fmla="*/ 342805 w 3114960"/>
              <a:gd name="connsiteY5791" fmla="*/ 1987487 h 5143785"/>
              <a:gd name="connsiteX5792" fmla="*/ 342805 w 3114960"/>
              <a:gd name="connsiteY5792" fmla="*/ 1984534 h 5143785"/>
              <a:gd name="connsiteX5793" fmla="*/ 352711 w 3114960"/>
              <a:gd name="connsiteY5793" fmla="*/ 1971580 h 5143785"/>
              <a:gd name="connsiteX5794" fmla="*/ 339281 w 3114960"/>
              <a:gd name="connsiteY5794" fmla="*/ 1958150 h 5143785"/>
              <a:gd name="connsiteX5795" fmla="*/ 325850 w 3114960"/>
              <a:gd name="connsiteY5795" fmla="*/ 1971580 h 5143785"/>
              <a:gd name="connsiteX5796" fmla="*/ 335756 w 3114960"/>
              <a:gd name="connsiteY5796" fmla="*/ 1984534 h 5143785"/>
              <a:gd name="connsiteX5797" fmla="*/ 339185 w 3114960"/>
              <a:gd name="connsiteY5797" fmla="*/ 1962912 h 5143785"/>
              <a:gd name="connsiteX5798" fmla="*/ 347853 w 3114960"/>
              <a:gd name="connsiteY5798" fmla="*/ 1971580 h 5143785"/>
              <a:gd name="connsiteX5799" fmla="*/ 339185 w 3114960"/>
              <a:gd name="connsiteY5799" fmla="*/ 1980248 h 5143785"/>
              <a:gd name="connsiteX5800" fmla="*/ 330518 w 3114960"/>
              <a:gd name="connsiteY5800" fmla="*/ 1971580 h 5143785"/>
              <a:gd name="connsiteX5801" fmla="*/ 339185 w 3114960"/>
              <a:gd name="connsiteY5801" fmla="*/ 1962912 h 5143785"/>
              <a:gd name="connsiteX5802" fmla="*/ 556736 w 3114960"/>
              <a:gd name="connsiteY5802" fmla="*/ 744093 h 5143785"/>
              <a:gd name="connsiteX5803" fmla="*/ 545497 w 3114960"/>
              <a:gd name="connsiteY5803" fmla="*/ 734568 h 5143785"/>
              <a:gd name="connsiteX5804" fmla="*/ 391382 w 3114960"/>
              <a:gd name="connsiteY5804" fmla="*/ 734187 h 5143785"/>
              <a:gd name="connsiteX5805" fmla="*/ 390715 w 3114960"/>
              <a:gd name="connsiteY5805" fmla="*/ 734187 h 5143785"/>
              <a:gd name="connsiteX5806" fmla="*/ 377381 w 3114960"/>
              <a:gd name="connsiteY5806" fmla="*/ 742379 h 5143785"/>
              <a:gd name="connsiteX5807" fmla="*/ 371380 w 3114960"/>
              <a:gd name="connsiteY5807" fmla="*/ 740093 h 5143785"/>
              <a:gd name="connsiteX5808" fmla="*/ 362140 w 3114960"/>
              <a:gd name="connsiteY5808" fmla="*/ 747522 h 5143785"/>
              <a:gd name="connsiteX5809" fmla="*/ 257080 w 3114960"/>
              <a:gd name="connsiteY5809" fmla="*/ 747522 h 5143785"/>
              <a:gd name="connsiteX5810" fmla="*/ 230219 w 3114960"/>
              <a:gd name="connsiteY5810" fmla="*/ 765715 h 5143785"/>
              <a:gd name="connsiteX5811" fmla="*/ 95 w 3114960"/>
              <a:gd name="connsiteY5811" fmla="*/ 765715 h 5143785"/>
              <a:gd name="connsiteX5812" fmla="*/ 95 w 3114960"/>
              <a:gd name="connsiteY5812" fmla="*/ 770477 h 5143785"/>
              <a:gd name="connsiteX5813" fmla="*/ 231743 w 3114960"/>
              <a:gd name="connsiteY5813" fmla="*/ 770477 h 5143785"/>
              <a:gd name="connsiteX5814" fmla="*/ 258604 w 3114960"/>
              <a:gd name="connsiteY5814" fmla="*/ 752285 h 5143785"/>
              <a:gd name="connsiteX5815" fmla="*/ 362140 w 3114960"/>
              <a:gd name="connsiteY5815" fmla="*/ 752285 h 5143785"/>
              <a:gd name="connsiteX5816" fmla="*/ 371380 w 3114960"/>
              <a:gd name="connsiteY5816" fmla="*/ 759619 h 5143785"/>
              <a:gd name="connsiteX5817" fmla="*/ 381190 w 3114960"/>
              <a:gd name="connsiteY5817" fmla="*/ 749903 h 5143785"/>
              <a:gd name="connsiteX5818" fmla="*/ 380429 w 3114960"/>
              <a:gd name="connsiteY5818" fmla="*/ 746093 h 5143785"/>
              <a:gd name="connsiteX5819" fmla="*/ 392049 w 3114960"/>
              <a:gd name="connsiteY5819" fmla="*/ 738950 h 5143785"/>
              <a:gd name="connsiteX5820" fmla="*/ 543687 w 3114960"/>
              <a:gd name="connsiteY5820" fmla="*/ 739331 h 5143785"/>
              <a:gd name="connsiteX5821" fmla="*/ 554927 w 3114960"/>
              <a:gd name="connsiteY5821" fmla="*/ 748856 h 5143785"/>
              <a:gd name="connsiteX5822" fmla="*/ 626554 w 3114960"/>
              <a:gd name="connsiteY5822" fmla="*/ 748379 h 5143785"/>
              <a:gd name="connsiteX5823" fmla="*/ 671513 w 3114960"/>
              <a:gd name="connsiteY5823" fmla="*/ 709232 h 5143785"/>
              <a:gd name="connsiteX5824" fmla="*/ 676561 w 3114960"/>
              <a:gd name="connsiteY5824" fmla="*/ 710851 h 5143785"/>
              <a:gd name="connsiteX5825" fmla="*/ 686372 w 3114960"/>
              <a:gd name="connsiteY5825" fmla="*/ 701135 h 5143785"/>
              <a:gd name="connsiteX5826" fmla="*/ 676561 w 3114960"/>
              <a:gd name="connsiteY5826" fmla="*/ 691325 h 5143785"/>
              <a:gd name="connsiteX5827" fmla="*/ 666845 w 3114960"/>
              <a:gd name="connsiteY5827" fmla="*/ 701135 h 5143785"/>
              <a:gd name="connsiteX5828" fmla="*/ 668274 w 3114960"/>
              <a:gd name="connsiteY5828" fmla="*/ 705898 h 5143785"/>
              <a:gd name="connsiteX5829" fmla="*/ 624840 w 3114960"/>
              <a:gd name="connsiteY5829" fmla="*/ 743712 h 5143785"/>
              <a:gd name="connsiteX5830" fmla="*/ 556736 w 3114960"/>
              <a:gd name="connsiteY5830" fmla="*/ 744093 h 5143785"/>
              <a:gd name="connsiteX5831" fmla="*/ 371475 w 3114960"/>
              <a:gd name="connsiteY5831" fmla="*/ 754952 h 5143785"/>
              <a:gd name="connsiteX5832" fmla="*/ 366427 w 3114960"/>
              <a:gd name="connsiteY5832" fmla="*/ 749999 h 5143785"/>
              <a:gd name="connsiteX5833" fmla="*/ 371475 w 3114960"/>
              <a:gd name="connsiteY5833" fmla="*/ 744950 h 5143785"/>
              <a:gd name="connsiteX5834" fmla="*/ 376523 w 3114960"/>
              <a:gd name="connsiteY5834" fmla="*/ 749999 h 5143785"/>
              <a:gd name="connsiteX5835" fmla="*/ 371475 w 3114960"/>
              <a:gd name="connsiteY5835" fmla="*/ 754952 h 5143785"/>
              <a:gd name="connsiteX5836" fmla="*/ 676656 w 3114960"/>
              <a:gd name="connsiteY5836" fmla="*/ 696182 h 5143785"/>
              <a:gd name="connsiteX5837" fmla="*/ 681704 w 3114960"/>
              <a:gd name="connsiteY5837" fmla="*/ 701231 h 5143785"/>
              <a:gd name="connsiteX5838" fmla="*/ 676656 w 3114960"/>
              <a:gd name="connsiteY5838" fmla="*/ 706184 h 5143785"/>
              <a:gd name="connsiteX5839" fmla="*/ 671703 w 3114960"/>
              <a:gd name="connsiteY5839" fmla="*/ 701231 h 5143785"/>
              <a:gd name="connsiteX5840" fmla="*/ 676656 w 3114960"/>
              <a:gd name="connsiteY5840" fmla="*/ 696182 h 5143785"/>
              <a:gd name="connsiteX5841" fmla="*/ 1565053 w 3114960"/>
              <a:gd name="connsiteY5841" fmla="*/ 784479 h 5143785"/>
              <a:gd name="connsiteX5842" fmla="*/ 1557909 w 3114960"/>
              <a:gd name="connsiteY5842" fmla="*/ 784479 h 5143785"/>
              <a:gd name="connsiteX5843" fmla="*/ 1557909 w 3114960"/>
              <a:gd name="connsiteY5843" fmla="*/ 776002 h 5143785"/>
              <a:gd name="connsiteX5844" fmla="*/ 1565053 w 3114960"/>
              <a:gd name="connsiteY5844" fmla="*/ 776002 h 5143785"/>
              <a:gd name="connsiteX5845" fmla="*/ 1565053 w 3114960"/>
              <a:gd name="connsiteY5845" fmla="*/ 784479 h 5143785"/>
              <a:gd name="connsiteX5846" fmla="*/ 1565053 w 3114960"/>
              <a:gd name="connsiteY5846" fmla="*/ 801338 h 5143785"/>
              <a:gd name="connsiteX5847" fmla="*/ 1557909 w 3114960"/>
              <a:gd name="connsiteY5847" fmla="*/ 801338 h 5143785"/>
              <a:gd name="connsiteX5848" fmla="*/ 1557909 w 3114960"/>
              <a:gd name="connsiteY5848" fmla="*/ 792861 h 5143785"/>
              <a:gd name="connsiteX5849" fmla="*/ 1565053 w 3114960"/>
              <a:gd name="connsiteY5849" fmla="*/ 792861 h 5143785"/>
              <a:gd name="connsiteX5850" fmla="*/ 1565053 w 3114960"/>
              <a:gd name="connsiteY5850" fmla="*/ 801338 h 5143785"/>
              <a:gd name="connsiteX5851" fmla="*/ 1565053 w 3114960"/>
              <a:gd name="connsiteY5851" fmla="*/ 767620 h 5143785"/>
              <a:gd name="connsiteX5852" fmla="*/ 1557909 w 3114960"/>
              <a:gd name="connsiteY5852" fmla="*/ 767620 h 5143785"/>
              <a:gd name="connsiteX5853" fmla="*/ 1557909 w 3114960"/>
              <a:gd name="connsiteY5853" fmla="*/ 759143 h 5143785"/>
              <a:gd name="connsiteX5854" fmla="*/ 1565053 w 3114960"/>
              <a:gd name="connsiteY5854" fmla="*/ 759143 h 5143785"/>
              <a:gd name="connsiteX5855" fmla="*/ 1565053 w 3114960"/>
              <a:gd name="connsiteY5855" fmla="*/ 767620 h 5143785"/>
              <a:gd name="connsiteX5856" fmla="*/ 1565053 w 3114960"/>
              <a:gd name="connsiteY5856" fmla="*/ 750761 h 5143785"/>
              <a:gd name="connsiteX5857" fmla="*/ 1557909 w 3114960"/>
              <a:gd name="connsiteY5857" fmla="*/ 750761 h 5143785"/>
              <a:gd name="connsiteX5858" fmla="*/ 1557909 w 3114960"/>
              <a:gd name="connsiteY5858" fmla="*/ 742283 h 5143785"/>
              <a:gd name="connsiteX5859" fmla="*/ 1565053 w 3114960"/>
              <a:gd name="connsiteY5859" fmla="*/ 742283 h 5143785"/>
              <a:gd name="connsiteX5860" fmla="*/ 1565053 w 3114960"/>
              <a:gd name="connsiteY5860" fmla="*/ 750761 h 5143785"/>
              <a:gd name="connsiteX5861" fmla="*/ 1166813 w 3114960"/>
              <a:gd name="connsiteY5861" fmla="*/ 1118235 h 5143785"/>
              <a:gd name="connsiteX5862" fmla="*/ 1166813 w 3114960"/>
              <a:gd name="connsiteY5862" fmla="*/ 1106996 h 5143785"/>
              <a:gd name="connsiteX5863" fmla="*/ 1170242 w 3114960"/>
              <a:gd name="connsiteY5863" fmla="*/ 1103567 h 5143785"/>
              <a:gd name="connsiteX5864" fmla="*/ 1181481 w 3114960"/>
              <a:gd name="connsiteY5864" fmla="*/ 1103567 h 5143785"/>
              <a:gd name="connsiteX5865" fmla="*/ 1184910 w 3114960"/>
              <a:gd name="connsiteY5865" fmla="*/ 1106996 h 5143785"/>
              <a:gd name="connsiteX5866" fmla="*/ 1184910 w 3114960"/>
              <a:gd name="connsiteY5866" fmla="*/ 1118235 h 5143785"/>
              <a:gd name="connsiteX5867" fmla="*/ 1181481 w 3114960"/>
              <a:gd name="connsiteY5867" fmla="*/ 1121664 h 5143785"/>
              <a:gd name="connsiteX5868" fmla="*/ 1170242 w 3114960"/>
              <a:gd name="connsiteY5868" fmla="*/ 1121664 h 5143785"/>
              <a:gd name="connsiteX5869" fmla="*/ 1166813 w 3114960"/>
              <a:gd name="connsiteY5869" fmla="*/ 1118235 h 5143785"/>
              <a:gd name="connsiteX5870" fmla="*/ 1557909 w 3114960"/>
              <a:gd name="connsiteY5870" fmla="*/ 809816 h 5143785"/>
              <a:gd name="connsiteX5871" fmla="*/ 1565053 w 3114960"/>
              <a:gd name="connsiteY5871" fmla="*/ 809816 h 5143785"/>
              <a:gd name="connsiteX5872" fmla="*/ 1565053 w 3114960"/>
              <a:gd name="connsiteY5872" fmla="*/ 818293 h 5143785"/>
              <a:gd name="connsiteX5873" fmla="*/ 1557909 w 3114960"/>
              <a:gd name="connsiteY5873" fmla="*/ 818293 h 5143785"/>
              <a:gd name="connsiteX5874" fmla="*/ 1557909 w 3114960"/>
              <a:gd name="connsiteY5874" fmla="*/ 809816 h 5143785"/>
              <a:gd name="connsiteX5875" fmla="*/ 1032891 w 3114960"/>
              <a:gd name="connsiteY5875" fmla="*/ 1307782 h 5143785"/>
              <a:gd name="connsiteX5876" fmla="*/ 1044797 w 3114960"/>
              <a:gd name="connsiteY5876" fmla="*/ 1319689 h 5143785"/>
              <a:gd name="connsiteX5877" fmla="*/ 1032891 w 3114960"/>
              <a:gd name="connsiteY5877" fmla="*/ 1331595 h 5143785"/>
              <a:gd name="connsiteX5878" fmla="*/ 1020985 w 3114960"/>
              <a:gd name="connsiteY5878" fmla="*/ 1319689 h 5143785"/>
              <a:gd name="connsiteX5879" fmla="*/ 1032891 w 3114960"/>
              <a:gd name="connsiteY5879" fmla="*/ 1307782 h 5143785"/>
              <a:gd name="connsiteX5880" fmla="*/ 1594199 w 3114960"/>
              <a:gd name="connsiteY5880" fmla="*/ 657797 h 5143785"/>
              <a:gd name="connsiteX5881" fmla="*/ 1594199 w 3114960"/>
              <a:gd name="connsiteY5881" fmla="*/ 549783 h 5143785"/>
              <a:gd name="connsiteX5882" fmla="*/ 1598676 w 3114960"/>
              <a:gd name="connsiteY5882" fmla="*/ 549783 h 5143785"/>
              <a:gd name="connsiteX5883" fmla="*/ 1605534 w 3114960"/>
              <a:gd name="connsiteY5883" fmla="*/ 542925 h 5143785"/>
              <a:gd name="connsiteX5884" fmla="*/ 1605534 w 3114960"/>
              <a:gd name="connsiteY5884" fmla="*/ 528542 h 5143785"/>
              <a:gd name="connsiteX5885" fmla="*/ 1598676 w 3114960"/>
              <a:gd name="connsiteY5885" fmla="*/ 521684 h 5143785"/>
              <a:gd name="connsiteX5886" fmla="*/ 1584293 w 3114960"/>
              <a:gd name="connsiteY5886" fmla="*/ 521684 h 5143785"/>
              <a:gd name="connsiteX5887" fmla="*/ 1577435 w 3114960"/>
              <a:gd name="connsiteY5887" fmla="*/ 528542 h 5143785"/>
              <a:gd name="connsiteX5888" fmla="*/ 1577435 w 3114960"/>
              <a:gd name="connsiteY5888" fmla="*/ 542925 h 5143785"/>
              <a:gd name="connsiteX5889" fmla="*/ 1584293 w 3114960"/>
              <a:gd name="connsiteY5889" fmla="*/ 549783 h 5143785"/>
              <a:gd name="connsiteX5890" fmla="*/ 1589437 w 3114960"/>
              <a:gd name="connsiteY5890" fmla="*/ 549783 h 5143785"/>
              <a:gd name="connsiteX5891" fmla="*/ 1589437 w 3114960"/>
              <a:gd name="connsiteY5891" fmla="*/ 655701 h 5143785"/>
              <a:gd name="connsiteX5892" fmla="*/ 1559052 w 3114960"/>
              <a:gd name="connsiteY5892" fmla="*/ 683228 h 5143785"/>
              <a:gd name="connsiteX5893" fmla="*/ 1559052 w 3114960"/>
              <a:gd name="connsiteY5893" fmla="*/ 704850 h 5143785"/>
              <a:gd name="connsiteX5894" fmla="*/ 1548003 w 3114960"/>
              <a:gd name="connsiteY5894" fmla="*/ 718090 h 5143785"/>
              <a:gd name="connsiteX5895" fmla="*/ 1557909 w 3114960"/>
              <a:gd name="connsiteY5895" fmla="*/ 731044 h 5143785"/>
              <a:gd name="connsiteX5896" fmla="*/ 1557909 w 3114960"/>
              <a:gd name="connsiteY5896" fmla="*/ 733997 h 5143785"/>
              <a:gd name="connsiteX5897" fmla="*/ 1565053 w 3114960"/>
              <a:gd name="connsiteY5897" fmla="*/ 733997 h 5143785"/>
              <a:gd name="connsiteX5898" fmla="*/ 1565053 w 3114960"/>
              <a:gd name="connsiteY5898" fmla="*/ 731044 h 5143785"/>
              <a:gd name="connsiteX5899" fmla="*/ 1574959 w 3114960"/>
              <a:gd name="connsiteY5899" fmla="*/ 718090 h 5143785"/>
              <a:gd name="connsiteX5900" fmla="*/ 1563910 w 3114960"/>
              <a:gd name="connsiteY5900" fmla="*/ 704850 h 5143785"/>
              <a:gd name="connsiteX5901" fmla="*/ 1563910 w 3114960"/>
              <a:gd name="connsiteY5901" fmla="*/ 685324 h 5143785"/>
              <a:gd name="connsiteX5902" fmla="*/ 1594295 w 3114960"/>
              <a:gd name="connsiteY5902" fmla="*/ 657797 h 5143785"/>
              <a:gd name="connsiteX5903" fmla="*/ 1584293 w 3114960"/>
              <a:gd name="connsiteY5903" fmla="*/ 545021 h 5143785"/>
              <a:gd name="connsiteX5904" fmla="*/ 1582198 w 3114960"/>
              <a:gd name="connsiteY5904" fmla="*/ 542925 h 5143785"/>
              <a:gd name="connsiteX5905" fmla="*/ 1582198 w 3114960"/>
              <a:gd name="connsiteY5905" fmla="*/ 528542 h 5143785"/>
              <a:gd name="connsiteX5906" fmla="*/ 1584293 w 3114960"/>
              <a:gd name="connsiteY5906" fmla="*/ 526447 h 5143785"/>
              <a:gd name="connsiteX5907" fmla="*/ 1598676 w 3114960"/>
              <a:gd name="connsiteY5907" fmla="*/ 526447 h 5143785"/>
              <a:gd name="connsiteX5908" fmla="*/ 1600772 w 3114960"/>
              <a:gd name="connsiteY5908" fmla="*/ 528542 h 5143785"/>
              <a:gd name="connsiteX5909" fmla="*/ 1600772 w 3114960"/>
              <a:gd name="connsiteY5909" fmla="*/ 542925 h 5143785"/>
              <a:gd name="connsiteX5910" fmla="*/ 1598676 w 3114960"/>
              <a:gd name="connsiteY5910" fmla="*/ 545021 h 5143785"/>
              <a:gd name="connsiteX5911" fmla="*/ 1584293 w 3114960"/>
              <a:gd name="connsiteY5911" fmla="*/ 545021 h 5143785"/>
              <a:gd name="connsiteX5912" fmla="*/ 1570196 w 3114960"/>
              <a:gd name="connsiteY5912" fmla="*/ 718090 h 5143785"/>
              <a:gd name="connsiteX5913" fmla="*/ 1561528 w 3114960"/>
              <a:gd name="connsiteY5913" fmla="*/ 726758 h 5143785"/>
              <a:gd name="connsiteX5914" fmla="*/ 1552861 w 3114960"/>
              <a:gd name="connsiteY5914" fmla="*/ 718090 h 5143785"/>
              <a:gd name="connsiteX5915" fmla="*/ 1561528 w 3114960"/>
              <a:gd name="connsiteY5915" fmla="*/ 709422 h 5143785"/>
              <a:gd name="connsiteX5916" fmla="*/ 1570196 w 3114960"/>
              <a:gd name="connsiteY5916" fmla="*/ 718090 h 5143785"/>
              <a:gd name="connsiteX5917" fmla="*/ 335661 w 3114960"/>
              <a:gd name="connsiteY5917" fmla="*/ 2029682 h 5143785"/>
              <a:gd name="connsiteX5918" fmla="*/ 342805 w 3114960"/>
              <a:gd name="connsiteY5918" fmla="*/ 2029682 h 5143785"/>
              <a:gd name="connsiteX5919" fmla="*/ 342805 w 3114960"/>
              <a:gd name="connsiteY5919" fmla="*/ 2038160 h 5143785"/>
              <a:gd name="connsiteX5920" fmla="*/ 335661 w 3114960"/>
              <a:gd name="connsiteY5920" fmla="*/ 2038160 h 5143785"/>
              <a:gd name="connsiteX5921" fmla="*/ 335661 w 3114960"/>
              <a:gd name="connsiteY5921" fmla="*/ 2029682 h 5143785"/>
              <a:gd name="connsiteX5922" fmla="*/ 342805 w 3114960"/>
              <a:gd name="connsiteY5922" fmla="*/ 2004346 h 5143785"/>
              <a:gd name="connsiteX5923" fmla="*/ 335661 w 3114960"/>
              <a:gd name="connsiteY5923" fmla="*/ 2004346 h 5143785"/>
              <a:gd name="connsiteX5924" fmla="*/ 335661 w 3114960"/>
              <a:gd name="connsiteY5924" fmla="*/ 1995869 h 5143785"/>
              <a:gd name="connsiteX5925" fmla="*/ 342805 w 3114960"/>
              <a:gd name="connsiteY5925" fmla="*/ 1995869 h 5143785"/>
              <a:gd name="connsiteX5926" fmla="*/ 342805 w 3114960"/>
              <a:gd name="connsiteY5926" fmla="*/ 2004346 h 5143785"/>
              <a:gd name="connsiteX5927" fmla="*/ 3114485 w 3114960"/>
              <a:gd name="connsiteY5927" fmla="*/ 4803077 h 5143785"/>
              <a:gd name="connsiteX5928" fmla="*/ 3114770 w 3114960"/>
              <a:gd name="connsiteY5928" fmla="*/ 4801457 h 5143785"/>
              <a:gd name="connsiteX5929" fmla="*/ 3114770 w 3114960"/>
              <a:gd name="connsiteY5929" fmla="*/ 4804887 h 5143785"/>
              <a:gd name="connsiteX5930" fmla="*/ 3114485 w 3114960"/>
              <a:gd name="connsiteY5930" fmla="*/ 4803077 h 5143785"/>
              <a:gd name="connsiteX5931" fmla="*/ 1406938 w 3114960"/>
              <a:gd name="connsiteY5931" fmla="*/ 2808542 h 5143785"/>
              <a:gd name="connsiteX5932" fmla="*/ 1415320 w 3114960"/>
              <a:gd name="connsiteY5932" fmla="*/ 2815876 h 5143785"/>
              <a:gd name="connsiteX5933" fmla="*/ 1416368 w 3114960"/>
              <a:gd name="connsiteY5933" fmla="*/ 2815876 h 5143785"/>
              <a:gd name="connsiteX5934" fmla="*/ 1426083 w 3114960"/>
              <a:gd name="connsiteY5934" fmla="*/ 2807113 h 5143785"/>
              <a:gd name="connsiteX5935" fmla="*/ 1423988 w 3114960"/>
              <a:gd name="connsiteY5935" fmla="*/ 2799969 h 5143785"/>
              <a:gd name="connsiteX5936" fmla="*/ 1417415 w 3114960"/>
              <a:gd name="connsiteY5936" fmla="*/ 2796350 h 5143785"/>
              <a:gd name="connsiteX5937" fmla="*/ 1410272 w 3114960"/>
              <a:gd name="connsiteY5937" fmla="*/ 2798445 h 5143785"/>
              <a:gd name="connsiteX5938" fmla="*/ 1407128 w 3114960"/>
              <a:gd name="connsiteY5938" fmla="*/ 2803684 h 5143785"/>
              <a:gd name="connsiteX5939" fmla="*/ 1325118 w 3114960"/>
              <a:gd name="connsiteY5939" fmla="*/ 2803684 h 5143785"/>
              <a:gd name="connsiteX5940" fmla="*/ 1255586 w 3114960"/>
              <a:gd name="connsiteY5940" fmla="*/ 2858167 h 5143785"/>
              <a:gd name="connsiteX5941" fmla="*/ 1250442 w 3114960"/>
              <a:gd name="connsiteY5941" fmla="*/ 2856452 h 5143785"/>
              <a:gd name="connsiteX5942" fmla="*/ 1240727 w 3114960"/>
              <a:gd name="connsiteY5942" fmla="*/ 2866263 h 5143785"/>
              <a:gd name="connsiteX5943" fmla="*/ 1250442 w 3114960"/>
              <a:gd name="connsiteY5943" fmla="*/ 2875979 h 5143785"/>
              <a:gd name="connsiteX5944" fmla="*/ 1260253 w 3114960"/>
              <a:gd name="connsiteY5944" fmla="*/ 2866263 h 5143785"/>
              <a:gd name="connsiteX5945" fmla="*/ 1258919 w 3114960"/>
              <a:gd name="connsiteY5945" fmla="*/ 2861691 h 5143785"/>
              <a:gd name="connsiteX5946" fmla="*/ 1326832 w 3114960"/>
              <a:gd name="connsiteY5946" fmla="*/ 2808542 h 5143785"/>
              <a:gd name="connsiteX5947" fmla="*/ 1407033 w 3114960"/>
              <a:gd name="connsiteY5947" fmla="*/ 2808542 h 5143785"/>
              <a:gd name="connsiteX5948" fmla="*/ 1413129 w 3114960"/>
              <a:gd name="connsiteY5948" fmla="*/ 2802255 h 5143785"/>
              <a:gd name="connsiteX5949" fmla="*/ 1416272 w 3114960"/>
              <a:gd name="connsiteY5949" fmla="*/ 2801112 h 5143785"/>
              <a:gd name="connsiteX5950" fmla="*/ 1416844 w 3114960"/>
              <a:gd name="connsiteY5950" fmla="*/ 2801112 h 5143785"/>
              <a:gd name="connsiteX5951" fmla="*/ 1420178 w 3114960"/>
              <a:gd name="connsiteY5951" fmla="*/ 2802922 h 5143785"/>
              <a:gd name="connsiteX5952" fmla="*/ 1421225 w 3114960"/>
              <a:gd name="connsiteY5952" fmla="*/ 2806637 h 5143785"/>
              <a:gd name="connsiteX5953" fmla="*/ 1415701 w 3114960"/>
              <a:gd name="connsiteY5953" fmla="*/ 2811113 h 5143785"/>
              <a:gd name="connsiteX5954" fmla="*/ 1411224 w 3114960"/>
              <a:gd name="connsiteY5954" fmla="*/ 2805589 h 5143785"/>
              <a:gd name="connsiteX5955" fmla="*/ 1413034 w 3114960"/>
              <a:gd name="connsiteY5955" fmla="*/ 2802255 h 5143785"/>
              <a:gd name="connsiteX5956" fmla="*/ 1250347 w 3114960"/>
              <a:gd name="connsiteY5956" fmla="*/ 2871216 h 5143785"/>
              <a:gd name="connsiteX5957" fmla="*/ 1245394 w 3114960"/>
              <a:gd name="connsiteY5957" fmla="*/ 2866263 h 5143785"/>
              <a:gd name="connsiteX5958" fmla="*/ 1250347 w 3114960"/>
              <a:gd name="connsiteY5958" fmla="*/ 2861215 h 5143785"/>
              <a:gd name="connsiteX5959" fmla="*/ 1255395 w 3114960"/>
              <a:gd name="connsiteY5959" fmla="*/ 2866263 h 5143785"/>
              <a:gd name="connsiteX5960" fmla="*/ 1250347 w 3114960"/>
              <a:gd name="connsiteY5960" fmla="*/ 2871216 h 5143785"/>
              <a:gd name="connsiteX5961" fmla="*/ 1990820 w 3114960"/>
              <a:gd name="connsiteY5961" fmla="*/ 433292 h 5143785"/>
              <a:gd name="connsiteX5962" fmla="*/ 1985105 w 3114960"/>
              <a:gd name="connsiteY5962" fmla="*/ 439007 h 5143785"/>
              <a:gd name="connsiteX5963" fmla="*/ 1985105 w 3114960"/>
              <a:gd name="connsiteY5963" fmla="*/ 446818 h 5143785"/>
              <a:gd name="connsiteX5964" fmla="*/ 1986344 w 3114960"/>
              <a:gd name="connsiteY5964" fmla="*/ 448056 h 5143785"/>
              <a:gd name="connsiteX5965" fmla="*/ 1954911 w 3114960"/>
              <a:gd name="connsiteY5965" fmla="*/ 486537 h 5143785"/>
              <a:gd name="connsiteX5966" fmla="*/ 1954911 w 3114960"/>
              <a:gd name="connsiteY5966" fmla="*/ 543497 h 5143785"/>
              <a:gd name="connsiteX5967" fmla="*/ 1953292 w 3114960"/>
              <a:gd name="connsiteY5967" fmla="*/ 544544 h 5143785"/>
              <a:gd name="connsiteX5968" fmla="*/ 1947577 w 3114960"/>
              <a:gd name="connsiteY5968" fmla="*/ 550259 h 5143785"/>
              <a:gd name="connsiteX5969" fmla="*/ 1947577 w 3114960"/>
              <a:gd name="connsiteY5969" fmla="*/ 558070 h 5143785"/>
              <a:gd name="connsiteX5970" fmla="*/ 1953197 w 3114960"/>
              <a:gd name="connsiteY5970" fmla="*/ 563690 h 5143785"/>
              <a:gd name="connsiteX5971" fmla="*/ 1957102 w 3114960"/>
              <a:gd name="connsiteY5971" fmla="*/ 565309 h 5143785"/>
              <a:gd name="connsiteX5972" fmla="*/ 1961007 w 3114960"/>
              <a:gd name="connsiteY5972" fmla="*/ 563690 h 5143785"/>
              <a:gd name="connsiteX5973" fmla="*/ 1966722 w 3114960"/>
              <a:gd name="connsiteY5973" fmla="*/ 558070 h 5143785"/>
              <a:gd name="connsiteX5974" fmla="*/ 1966722 w 3114960"/>
              <a:gd name="connsiteY5974" fmla="*/ 550259 h 5143785"/>
              <a:gd name="connsiteX5975" fmla="*/ 1961102 w 3114960"/>
              <a:gd name="connsiteY5975" fmla="*/ 544640 h 5143785"/>
              <a:gd name="connsiteX5976" fmla="*/ 1959674 w 3114960"/>
              <a:gd name="connsiteY5976" fmla="*/ 543687 h 5143785"/>
              <a:gd name="connsiteX5977" fmla="*/ 1959674 w 3114960"/>
              <a:gd name="connsiteY5977" fmla="*/ 488252 h 5143785"/>
              <a:gd name="connsiteX5978" fmla="*/ 1989773 w 3114960"/>
              <a:gd name="connsiteY5978" fmla="*/ 451390 h 5143785"/>
              <a:gd name="connsiteX5979" fmla="*/ 1990820 w 3114960"/>
              <a:gd name="connsiteY5979" fmla="*/ 452438 h 5143785"/>
              <a:gd name="connsiteX5980" fmla="*/ 1994726 w 3114960"/>
              <a:gd name="connsiteY5980" fmla="*/ 454057 h 5143785"/>
              <a:gd name="connsiteX5981" fmla="*/ 1998631 w 3114960"/>
              <a:gd name="connsiteY5981" fmla="*/ 452438 h 5143785"/>
              <a:gd name="connsiteX5982" fmla="*/ 2004346 w 3114960"/>
              <a:gd name="connsiteY5982" fmla="*/ 446723 h 5143785"/>
              <a:gd name="connsiteX5983" fmla="*/ 2004346 w 3114960"/>
              <a:gd name="connsiteY5983" fmla="*/ 438912 h 5143785"/>
              <a:gd name="connsiteX5984" fmla="*/ 1998631 w 3114960"/>
              <a:gd name="connsiteY5984" fmla="*/ 433197 h 5143785"/>
              <a:gd name="connsiteX5985" fmla="*/ 1990820 w 3114960"/>
              <a:gd name="connsiteY5985" fmla="*/ 433197 h 5143785"/>
              <a:gd name="connsiteX5986" fmla="*/ 1963388 w 3114960"/>
              <a:gd name="connsiteY5986" fmla="*/ 553498 h 5143785"/>
              <a:gd name="connsiteX5987" fmla="*/ 1963388 w 3114960"/>
              <a:gd name="connsiteY5987" fmla="*/ 554546 h 5143785"/>
              <a:gd name="connsiteX5988" fmla="*/ 1957673 w 3114960"/>
              <a:gd name="connsiteY5988" fmla="*/ 560165 h 5143785"/>
              <a:gd name="connsiteX5989" fmla="*/ 1956626 w 3114960"/>
              <a:gd name="connsiteY5989" fmla="*/ 560165 h 5143785"/>
              <a:gd name="connsiteX5990" fmla="*/ 1950911 w 3114960"/>
              <a:gd name="connsiteY5990" fmla="*/ 554546 h 5143785"/>
              <a:gd name="connsiteX5991" fmla="*/ 1950911 w 3114960"/>
              <a:gd name="connsiteY5991" fmla="*/ 553498 h 5143785"/>
              <a:gd name="connsiteX5992" fmla="*/ 1956626 w 3114960"/>
              <a:gd name="connsiteY5992" fmla="*/ 547878 h 5143785"/>
              <a:gd name="connsiteX5993" fmla="*/ 1957673 w 3114960"/>
              <a:gd name="connsiteY5993" fmla="*/ 547878 h 5143785"/>
              <a:gd name="connsiteX5994" fmla="*/ 1963293 w 3114960"/>
              <a:gd name="connsiteY5994" fmla="*/ 553498 h 5143785"/>
              <a:gd name="connsiteX5995" fmla="*/ 1995202 w 3114960"/>
              <a:gd name="connsiteY5995" fmla="*/ 436626 h 5143785"/>
              <a:gd name="connsiteX5996" fmla="*/ 2000917 w 3114960"/>
              <a:gd name="connsiteY5996" fmla="*/ 442341 h 5143785"/>
              <a:gd name="connsiteX5997" fmla="*/ 2000917 w 3114960"/>
              <a:gd name="connsiteY5997" fmla="*/ 443389 h 5143785"/>
              <a:gd name="connsiteX5998" fmla="*/ 1995202 w 3114960"/>
              <a:gd name="connsiteY5998" fmla="*/ 449104 h 5143785"/>
              <a:gd name="connsiteX5999" fmla="*/ 1994154 w 3114960"/>
              <a:gd name="connsiteY5999" fmla="*/ 449104 h 5143785"/>
              <a:gd name="connsiteX6000" fmla="*/ 1988439 w 3114960"/>
              <a:gd name="connsiteY6000" fmla="*/ 443389 h 5143785"/>
              <a:gd name="connsiteX6001" fmla="*/ 1988439 w 3114960"/>
              <a:gd name="connsiteY6001" fmla="*/ 442341 h 5143785"/>
              <a:gd name="connsiteX6002" fmla="*/ 1994154 w 3114960"/>
              <a:gd name="connsiteY6002" fmla="*/ 436626 h 5143785"/>
              <a:gd name="connsiteX6003" fmla="*/ 1994726 w 3114960"/>
              <a:gd name="connsiteY6003" fmla="*/ 436436 h 5143785"/>
              <a:gd name="connsiteX6004" fmla="*/ 1995202 w 3114960"/>
              <a:gd name="connsiteY6004" fmla="*/ 436626 h 5143785"/>
              <a:gd name="connsiteX6005" fmla="*/ 2980277 w 3114960"/>
              <a:gd name="connsiteY6005" fmla="*/ 4178427 h 5143785"/>
              <a:gd name="connsiteX6006" fmla="*/ 2987421 w 3114960"/>
              <a:gd name="connsiteY6006" fmla="*/ 4178427 h 5143785"/>
              <a:gd name="connsiteX6007" fmla="*/ 2987421 w 3114960"/>
              <a:gd name="connsiteY6007" fmla="*/ 4068890 h 5143785"/>
              <a:gd name="connsiteX6008" fmla="*/ 2986659 w 3114960"/>
              <a:gd name="connsiteY6008" fmla="*/ 4066604 h 5143785"/>
              <a:gd name="connsiteX6009" fmla="*/ 2898648 w 3114960"/>
              <a:gd name="connsiteY6009" fmla="*/ 3969163 h 5143785"/>
              <a:gd name="connsiteX6010" fmla="*/ 2900172 w 3114960"/>
              <a:gd name="connsiteY6010" fmla="*/ 3967544 h 5143785"/>
              <a:gd name="connsiteX6011" fmla="*/ 2900172 w 3114960"/>
              <a:gd name="connsiteY6011" fmla="*/ 3967544 h 5143785"/>
              <a:gd name="connsiteX6012" fmla="*/ 2894648 w 3114960"/>
              <a:gd name="connsiteY6012" fmla="*/ 3931444 h 5143785"/>
              <a:gd name="connsiteX6013" fmla="*/ 2879408 w 3114960"/>
              <a:gd name="connsiteY6013" fmla="*/ 3926396 h 5143785"/>
              <a:gd name="connsiteX6014" fmla="*/ 2875407 w 3114960"/>
              <a:gd name="connsiteY6014" fmla="*/ 3926681 h 5143785"/>
              <a:gd name="connsiteX6015" fmla="*/ 2858453 w 3114960"/>
              <a:gd name="connsiteY6015" fmla="*/ 3936968 h 5143785"/>
              <a:gd name="connsiteX6016" fmla="*/ 2863977 w 3114960"/>
              <a:gd name="connsiteY6016" fmla="*/ 3973068 h 5143785"/>
              <a:gd name="connsiteX6017" fmla="*/ 2893219 w 3114960"/>
              <a:gd name="connsiteY6017" fmla="*/ 3973830 h 5143785"/>
              <a:gd name="connsiteX6018" fmla="*/ 2980182 w 3114960"/>
              <a:gd name="connsiteY6018" fmla="*/ 4070128 h 5143785"/>
              <a:gd name="connsiteX6019" fmla="*/ 2980182 w 3114960"/>
              <a:gd name="connsiteY6019" fmla="*/ 4178427 h 5143785"/>
              <a:gd name="connsiteX6020" fmla="*/ 2866835 w 3114960"/>
              <a:gd name="connsiteY6020" fmla="*/ 3969163 h 5143785"/>
              <a:gd name="connsiteX6021" fmla="*/ 2858453 w 3114960"/>
              <a:gd name="connsiteY6021" fmla="*/ 3955352 h 5143785"/>
              <a:gd name="connsiteX6022" fmla="*/ 2862263 w 3114960"/>
              <a:gd name="connsiteY6022" fmla="*/ 3939635 h 5143785"/>
              <a:gd name="connsiteX6023" fmla="*/ 2876074 w 3114960"/>
              <a:gd name="connsiteY6023" fmla="*/ 3931253 h 5143785"/>
              <a:gd name="connsiteX6024" fmla="*/ 2891790 w 3114960"/>
              <a:gd name="connsiteY6024" fmla="*/ 3935063 h 5143785"/>
              <a:gd name="connsiteX6025" fmla="*/ 2896362 w 3114960"/>
              <a:gd name="connsiteY6025" fmla="*/ 3964591 h 5143785"/>
              <a:gd name="connsiteX6026" fmla="*/ 2866835 w 3114960"/>
              <a:gd name="connsiteY6026" fmla="*/ 3969068 h 5143785"/>
              <a:gd name="connsiteX6027" fmla="*/ 1189292 w 3114960"/>
              <a:gd name="connsiteY6027" fmla="*/ 1307782 h 5143785"/>
              <a:gd name="connsiteX6028" fmla="*/ 1201198 w 3114960"/>
              <a:gd name="connsiteY6028" fmla="*/ 1319689 h 5143785"/>
              <a:gd name="connsiteX6029" fmla="*/ 1189292 w 3114960"/>
              <a:gd name="connsiteY6029" fmla="*/ 1331595 h 5143785"/>
              <a:gd name="connsiteX6030" fmla="*/ 1177385 w 3114960"/>
              <a:gd name="connsiteY6030" fmla="*/ 1319689 h 5143785"/>
              <a:gd name="connsiteX6031" fmla="*/ 1189292 w 3114960"/>
              <a:gd name="connsiteY6031" fmla="*/ 1307782 h 5143785"/>
              <a:gd name="connsiteX6032" fmla="*/ 1919859 w 3114960"/>
              <a:gd name="connsiteY6032" fmla="*/ 583121 h 5143785"/>
              <a:gd name="connsiteX6033" fmla="*/ 1927003 w 3114960"/>
              <a:gd name="connsiteY6033" fmla="*/ 583121 h 5143785"/>
              <a:gd name="connsiteX6034" fmla="*/ 1927003 w 3114960"/>
              <a:gd name="connsiteY6034" fmla="*/ 591598 h 5143785"/>
              <a:gd name="connsiteX6035" fmla="*/ 1919859 w 3114960"/>
              <a:gd name="connsiteY6035" fmla="*/ 591598 h 5143785"/>
              <a:gd name="connsiteX6036" fmla="*/ 1919859 w 3114960"/>
              <a:gd name="connsiteY6036" fmla="*/ 583121 h 5143785"/>
              <a:gd name="connsiteX6037" fmla="*/ 1919859 w 3114960"/>
              <a:gd name="connsiteY6037" fmla="*/ 519303 h 5143785"/>
              <a:gd name="connsiteX6038" fmla="*/ 1927003 w 3114960"/>
              <a:gd name="connsiteY6038" fmla="*/ 519303 h 5143785"/>
              <a:gd name="connsiteX6039" fmla="*/ 1927003 w 3114960"/>
              <a:gd name="connsiteY6039" fmla="*/ 524065 h 5143785"/>
              <a:gd name="connsiteX6040" fmla="*/ 1919859 w 3114960"/>
              <a:gd name="connsiteY6040" fmla="*/ 524065 h 5143785"/>
              <a:gd name="connsiteX6041" fmla="*/ 1919859 w 3114960"/>
              <a:gd name="connsiteY6041" fmla="*/ 519303 h 5143785"/>
              <a:gd name="connsiteX6042" fmla="*/ 335661 w 3114960"/>
              <a:gd name="connsiteY6042" fmla="*/ 2012728 h 5143785"/>
              <a:gd name="connsiteX6043" fmla="*/ 342805 w 3114960"/>
              <a:gd name="connsiteY6043" fmla="*/ 2012728 h 5143785"/>
              <a:gd name="connsiteX6044" fmla="*/ 342805 w 3114960"/>
              <a:gd name="connsiteY6044" fmla="*/ 2021205 h 5143785"/>
              <a:gd name="connsiteX6045" fmla="*/ 335661 w 3114960"/>
              <a:gd name="connsiteY6045" fmla="*/ 2021205 h 5143785"/>
              <a:gd name="connsiteX6046" fmla="*/ 335661 w 3114960"/>
              <a:gd name="connsiteY6046" fmla="*/ 2012728 h 5143785"/>
              <a:gd name="connsiteX6047" fmla="*/ 1919859 w 3114960"/>
              <a:gd name="connsiteY6047" fmla="*/ 599980 h 5143785"/>
              <a:gd name="connsiteX6048" fmla="*/ 1927003 w 3114960"/>
              <a:gd name="connsiteY6048" fmla="*/ 599980 h 5143785"/>
              <a:gd name="connsiteX6049" fmla="*/ 1927003 w 3114960"/>
              <a:gd name="connsiteY6049" fmla="*/ 608457 h 5143785"/>
              <a:gd name="connsiteX6050" fmla="*/ 1919859 w 3114960"/>
              <a:gd name="connsiteY6050" fmla="*/ 608457 h 5143785"/>
              <a:gd name="connsiteX6051" fmla="*/ 1919859 w 3114960"/>
              <a:gd name="connsiteY6051" fmla="*/ 599980 h 5143785"/>
              <a:gd name="connsiteX6052" fmla="*/ 1919859 w 3114960"/>
              <a:gd name="connsiteY6052" fmla="*/ 566261 h 5143785"/>
              <a:gd name="connsiteX6053" fmla="*/ 1927003 w 3114960"/>
              <a:gd name="connsiteY6053" fmla="*/ 566261 h 5143785"/>
              <a:gd name="connsiteX6054" fmla="*/ 1927003 w 3114960"/>
              <a:gd name="connsiteY6054" fmla="*/ 574739 h 5143785"/>
              <a:gd name="connsiteX6055" fmla="*/ 1919859 w 3114960"/>
              <a:gd name="connsiteY6055" fmla="*/ 574739 h 5143785"/>
              <a:gd name="connsiteX6056" fmla="*/ 1919859 w 3114960"/>
              <a:gd name="connsiteY6056" fmla="*/ 566261 h 5143785"/>
              <a:gd name="connsiteX6057" fmla="*/ 1919859 w 3114960"/>
              <a:gd name="connsiteY6057" fmla="*/ 549402 h 5143785"/>
              <a:gd name="connsiteX6058" fmla="*/ 1927003 w 3114960"/>
              <a:gd name="connsiteY6058" fmla="*/ 549402 h 5143785"/>
              <a:gd name="connsiteX6059" fmla="*/ 1927003 w 3114960"/>
              <a:gd name="connsiteY6059" fmla="*/ 557879 h 5143785"/>
              <a:gd name="connsiteX6060" fmla="*/ 1919859 w 3114960"/>
              <a:gd name="connsiteY6060" fmla="*/ 557879 h 5143785"/>
              <a:gd name="connsiteX6061" fmla="*/ 1919859 w 3114960"/>
              <a:gd name="connsiteY6061" fmla="*/ 549402 h 5143785"/>
              <a:gd name="connsiteX6062" fmla="*/ 1919859 w 3114960"/>
              <a:gd name="connsiteY6062" fmla="*/ 532543 h 5143785"/>
              <a:gd name="connsiteX6063" fmla="*/ 1927003 w 3114960"/>
              <a:gd name="connsiteY6063" fmla="*/ 532543 h 5143785"/>
              <a:gd name="connsiteX6064" fmla="*/ 1927003 w 3114960"/>
              <a:gd name="connsiteY6064" fmla="*/ 541020 h 5143785"/>
              <a:gd name="connsiteX6065" fmla="*/ 1919859 w 3114960"/>
              <a:gd name="connsiteY6065" fmla="*/ 541020 h 5143785"/>
              <a:gd name="connsiteX6066" fmla="*/ 1919859 w 3114960"/>
              <a:gd name="connsiteY6066" fmla="*/ 532543 h 5143785"/>
              <a:gd name="connsiteX6067" fmla="*/ 118682 w 3114960"/>
              <a:gd name="connsiteY6067" fmla="*/ 3842099 h 5143785"/>
              <a:gd name="connsiteX6068" fmla="*/ 109442 w 3114960"/>
              <a:gd name="connsiteY6068" fmla="*/ 3842099 h 5143785"/>
              <a:gd name="connsiteX6069" fmla="*/ 109442 w 3114960"/>
              <a:gd name="connsiteY6069" fmla="*/ 3846862 h 5143785"/>
              <a:gd name="connsiteX6070" fmla="*/ 118682 w 3114960"/>
              <a:gd name="connsiteY6070" fmla="*/ 3846862 h 5143785"/>
              <a:gd name="connsiteX6071" fmla="*/ 124301 w 3114960"/>
              <a:gd name="connsiteY6071" fmla="*/ 3856006 h 5143785"/>
              <a:gd name="connsiteX6072" fmla="*/ 144304 w 3114960"/>
              <a:gd name="connsiteY6072" fmla="*/ 3852958 h 5143785"/>
              <a:gd name="connsiteX6073" fmla="*/ 147066 w 3114960"/>
              <a:gd name="connsiteY6073" fmla="*/ 3844480 h 5143785"/>
              <a:gd name="connsiteX6074" fmla="*/ 145161 w 3114960"/>
              <a:gd name="connsiteY6074" fmla="*/ 3837432 h 5143785"/>
              <a:gd name="connsiteX6075" fmla="*/ 145352 w 3114960"/>
              <a:gd name="connsiteY6075" fmla="*/ 3837623 h 5143785"/>
              <a:gd name="connsiteX6076" fmla="*/ 153067 w 3114960"/>
              <a:gd name="connsiteY6076" fmla="*/ 3830098 h 5143785"/>
              <a:gd name="connsiteX6077" fmla="*/ 357664 w 3114960"/>
              <a:gd name="connsiteY6077" fmla="*/ 3830288 h 5143785"/>
              <a:gd name="connsiteX6078" fmla="*/ 357664 w 3114960"/>
              <a:gd name="connsiteY6078" fmla="*/ 3834289 h 5143785"/>
              <a:gd name="connsiteX6079" fmla="*/ 364522 w 3114960"/>
              <a:gd name="connsiteY6079" fmla="*/ 3841147 h 5143785"/>
              <a:gd name="connsiteX6080" fmla="*/ 377190 w 3114960"/>
              <a:gd name="connsiteY6080" fmla="*/ 3841147 h 5143785"/>
              <a:gd name="connsiteX6081" fmla="*/ 384048 w 3114960"/>
              <a:gd name="connsiteY6081" fmla="*/ 3834289 h 5143785"/>
              <a:gd name="connsiteX6082" fmla="*/ 384048 w 3114960"/>
              <a:gd name="connsiteY6082" fmla="*/ 3821621 h 5143785"/>
              <a:gd name="connsiteX6083" fmla="*/ 377190 w 3114960"/>
              <a:gd name="connsiteY6083" fmla="*/ 3814763 h 5143785"/>
              <a:gd name="connsiteX6084" fmla="*/ 364522 w 3114960"/>
              <a:gd name="connsiteY6084" fmla="*/ 3814763 h 5143785"/>
              <a:gd name="connsiteX6085" fmla="*/ 357664 w 3114960"/>
              <a:gd name="connsiteY6085" fmla="*/ 3821621 h 5143785"/>
              <a:gd name="connsiteX6086" fmla="*/ 357664 w 3114960"/>
              <a:gd name="connsiteY6086" fmla="*/ 3825526 h 5143785"/>
              <a:gd name="connsiteX6087" fmla="*/ 151162 w 3114960"/>
              <a:gd name="connsiteY6087" fmla="*/ 3825335 h 5143785"/>
              <a:gd name="connsiteX6088" fmla="*/ 142399 w 3114960"/>
              <a:gd name="connsiteY6088" fmla="*/ 3833908 h 5143785"/>
              <a:gd name="connsiteX6089" fmla="*/ 141256 w 3114960"/>
              <a:gd name="connsiteY6089" fmla="*/ 3832860 h 5143785"/>
              <a:gd name="connsiteX6090" fmla="*/ 121253 w 3114960"/>
              <a:gd name="connsiteY6090" fmla="*/ 3835908 h 5143785"/>
              <a:gd name="connsiteX6091" fmla="*/ 118777 w 3114960"/>
              <a:gd name="connsiteY6091" fmla="*/ 3842004 h 5143785"/>
              <a:gd name="connsiteX6092" fmla="*/ 362426 w 3114960"/>
              <a:gd name="connsiteY6092" fmla="*/ 3821621 h 5143785"/>
              <a:gd name="connsiteX6093" fmla="*/ 364522 w 3114960"/>
              <a:gd name="connsiteY6093" fmla="*/ 3819525 h 5143785"/>
              <a:gd name="connsiteX6094" fmla="*/ 377190 w 3114960"/>
              <a:gd name="connsiteY6094" fmla="*/ 3819525 h 5143785"/>
              <a:gd name="connsiteX6095" fmla="*/ 379286 w 3114960"/>
              <a:gd name="connsiteY6095" fmla="*/ 3821621 h 5143785"/>
              <a:gd name="connsiteX6096" fmla="*/ 379286 w 3114960"/>
              <a:gd name="connsiteY6096" fmla="*/ 3834289 h 5143785"/>
              <a:gd name="connsiteX6097" fmla="*/ 377190 w 3114960"/>
              <a:gd name="connsiteY6097" fmla="*/ 3836384 h 5143785"/>
              <a:gd name="connsiteX6098" fmla="*/ 364522 w 3114960"/>
              <a:gd name="connsiteY6098" fmla="*/ 3836384 h 5143785"/>
              <a:gd name="connsiteX6099" fmla="*/ 362426 w 3114960"/>
              <a:gd name="connsiteY6099" fmla="*/ 3834289 h 5143785"/>
              <a:gd name="connsiteX6100" fmla="*/ 362426 w 3114960"/>
              <a:gd name="connsiteY6100" fmla="*/ 3821621 h 5143785"/>
              <a:gd name="connsiteX6101" fmla="*/ 123349 w 3114960"/>
              <a:gd name="connsiteY6101" fmla="*/ 3837527 h 5143785"/>
              <a:gd name="connsiteX6102" fmla="*/ 139732 w 3114960"/>
              <a:gd name="connsiteY6102" fmla="*/ 3835051 h 5143785"/>
              <a:gd name="connsiteX6103" fmla="*/ 142208 w 3114960"/>
              <a:gd name="connsiteY6103" fmla="*/ 3851434 h 5143785"/>
              <a:gd name="connsiteX6104" fmla="*/ 134588 w 3114960"/>
              <a:gd name="connsiteY6104" fmla="*/ 3856101 h 5143785"/>
              <a:gd name="connsiteX6105" fmla="*/ 125921 w 3114960"/>
              <a:gd name="connsiteY6105" fmla="*/ 3854005 h 5143785"/>
              <a:gd name="connsiteX6106" fmla="*/ 121253 w 3114960"/>
              <a:gd name="connsiteY6106" fmla="*/ 3846386 h 5143785"/>
              <a:gd name="connsiteX6107" fmla="*/ 121158 w 3114960"/>
              <a:gd name="connsiteY6107" fmla="*/ 3844576 h 5143785"/>
              <a:gd name="connsiteX6108" fmla="*/ 123444 w 3114960"/>
              <a:gd name="connsiteY6108" fmla="*/ 3837718 h 5143785"/>
              <a:gd name="connsiteX6109" fmla="*/ 1676114 w 3114960"/>
              <a:gd name="connsiteY6109" fmla="*/ 831152 h 5143785"/>
              <a:gd name="connsiteX6110" fmla="*/ 1784414 w 3114960"/>
              <a:gd name="connsiteY6110" fmla="*/ 831152 h 5143785"/>
              <a:gd name="connsiteX6111" fmla="*/ 1784414 w 3114960"/>
              <a:gd name="connsiteY6111" fmla="*/ 835914 h 5143785"/>
              <a:gd name="connsiteX6112" fmla="*/ 1676114 w 3114960"/>
              <a:gd name="connsiteY6112" fmla="*/ 835914 h 5143785"/>
              <a:gd name="connsiteX6113" fmla="*/ 1676114 w 3114960"/>
              <a:gd name="connsiteY6113" fmla="*/ 831152 h 5143785"/>
              <a:gd name="connsiteX6114" fmla="*/ 132779 w 3114960"/>
              <a:gd name="connsiteY6114" fmla="*/ 3789521 h 5143785"/>
              <a:gd name="connsiteX6115" fmla="*/ 125730 w 3114960"/>
              <a:gd name="connsiteY6115" fmla="*/ 3782473 h 5143785"/>
              <a:gd name="connsiteX6116" fmla="*/ 132779 w 3114960"/>
              <a:gd name="connsiteY6116" fmla="*/ 3775424 h 5143785"/>
              <a:gd name="connsiteX6117" fmla="*/ 139827 w 3114960"/>
              <a:gd name="connsiteY6117" fmla="*/ 3782473 h 5143785"/>
              <a:gd name="connsiteX6118" fmla="*/ 132779 w 3114960"/>
              <a:gd name="connsiteY6118" fmla="*/ 3789521 h 5143785"/>
              <a:gd name="connsiteX6119" fmla="*/ 2891980 w 3114960"/>
              <a:gd name="connsiteY6119" fmla="*/ 3952209 h 5143785"/>
              <a:gd name="connsiteX6120" fmla="*/ 2879312 w 3114960"/>
              <a:gd name="connsiteY6120" fmla="*/ 3964877 h 5143785"/>
              <a:gd name="connsiteX6121" fmla="*/ 2866644 w 3114960"/>
              <a:gd name="connsiteY6121" fmla="*/ 3952209 h 5143785"/>
              <a:gd name="connsiteX6122" fmla="*/ 2879312 w 3114960"/>
              <a:gd name="connsiteY6122" fmla="*/ 3939540 h 5143785"/>
              <a:gd name="connsiteX6123" fmla="*/ 2891980 w 3114960"/>
              <a:gd name="connsiteY6123" fmla="*/ 3952209 h 5143785"/>
              <a:gd name="connsiteX6124" fmla="*/ 1784604 w 3114960"/>
              <a:gd name="connsiteY6124" fmla="*/ 792956 h 5143785"/>
              <a:gd name="connsiteX6125" fmla="*/ 1675924 w 3114960"/>
              <a:gd name="connsiteY6125" fmla="*/ 792956 h 5143785"/>
              <a:gd name="connsiteX6126" fmla="*/ 1675924 w 3114960"/>
              <a:gd name="connsiteY6126" fmla="*/ 788194 h 5143785"/>
              <a:gd name="connsiteX6127" fmla="*/ 1784604 w 3114960"/>
              <a:gd name="connsiteY6127" fmla="*/ 788194 h 5143785"/>
              <a:gd name="connsiteX6128" fmla="*/ 1784604 w 3114960"/>
              <a:gd name="connsiteY6128" fmla="*/ 792956 h 5143785"/>
              <a:gd name="connsiteX6129" fmla="*/ 144304 w 3114960"/>
              <a:gd name="connsiteY6129" fmla="*/ 3790950 h 5143785"/>
              <a:gd name="connsiteX6130" fmla="*/ 147066 w 3114960"/>
              <a:gd name="connsiteY6130" fmla="*/ 3782473 h 5143785"/>
              <a:gd name="connsiteX6131" fmla="*/ 141256 w 3114960"/>
              <a:gd name="connsiteY6131" fmla="*/ 3770852 h 5143785"/>
              <a:gd name="connsiteX6132" fmla="*/ 121253 w 3114960"/>
              <a:gd name="connsiteY6132" fmla="*/ 3773900 h 5143785"/>
              <a:gd name="connsiteX6133" fmla="*/ 118777 w 3114960"/>
              <a:gd name="connsiteY6133" fmla="*/ 3779996 h 5143785"/>
              <a:gd name="connsiteX6134" fmla="*/ 109538 w 3114960"/>
              <a:gd name="connsiteY6134" fmla="*/ 3779996 h 5143785"/>
              <a:gd name="connsiteX6135" fmla="*/ 109538 w 3114960"/>
              <a:gd name="connsiteY6135" fmla="*/ 3784759 h 5143785"/>
              <a:gd name="connsiteX6136" fmla="*/ 118777 w 3114960"/>
              <a:gd name="connsiteY6136" fmla="*/ 3784759 h 5143785"/>
              <a:gd name="connsiteX6137" fmla="*/ 124397 w 3114960"/>
              <a:gd name="connsiteY6137" fmla="*/ 3793903 h 5143785"/>
              <a:gd name="connsiteX6138" fmla="*/ 144399 w 3114960"/>
              <a:gd name="connsiteY6138" fmla="*/ 3790855 h 5143785"/>
              <a:gd name="connsiteX6139" fmla="*/ 121158 w 3114960"/>
              <a:gd name="connsiteY6139" fmla="*/ 3784283 h 5143785"/>
              <a:gd name="connsiteX6140" fmla="*/ 121063 w 3114960"/>
              <a:gd name="connsiteY6140" fmla="*/ 3782473 h 5143785"/>
              <a:gd name="connsiteX6141" fmla="*/ 123349 w 3114960"/>
              <a:gd name="connsiteY6141" fmla="*/ 3775615 h 5143785"/>
              <a:gd name="connsiteX6142" fmla="*/ 139732 w 3114960"/>
              <a:gd name="connsiteY6142" fmla="*/ 3773138 h 5143785"/>
              <a:gd name="connsiteX6143" fmla="*/ 142208 w 3114960"/>
              <a:gd name="connsiteY6143" fmla="*/ 3789521 h 5143785"/>
              <a:gd name="connsiteX6144" fmla="*/ 134588 w 3114960"/>
              <a:gd name="connsiteY6144" fmla="*/ 3794188 h 5143785"/>
              <a:gd name="connsiteX6145" fmla="*/ 125921 w 3114960"/>
              <a:gd name="connsiteY6145" fmla="*/ 3792093 h 5143785"/>
              <a:gd name="connsiteX6146" fmla="*/ 121253 w 3114960"/>
              <a:gd name="connsiteY6146" fmla="*/ 3784473 h 5143785"/>
              <a:gd name="connsiteX6147" fmla="*/ 667988 w 3114960"/>
              <a:gd name="connsiteY6147" fmla="*/ 4615815 h 5143785"/>
              <a:gd name="connsiteX6148" fmla="*/ 667417 w 3114960"/>
              <a:gd name="connsiteY6148" fmla="*/ 4604099 h 5143785"/>
              <a:gd name="connsiteX6149" fmla="*/ 655701 w 3114960"/>
              <a:gd name="connsiteY6149" fmla="*/ 4604671 h 5143785"/>
              <a:gd name="connsiteX6150" fmla="*/ 653891 w 3114960"/>
              <a:gd name="connsiteY6150" fmla="*/ 4608195 h 5143785"/>
              <a:gd name="connsiteX6151" fmla="*/ 569690 w 3114960"/>
              <a:gd name="connsiteY6151" fmla="*/ 4608195 h 5143785"/>
              <a:gd name="connsiteX6152" fmla="*/ 545402 w 3114960"/>
              <a:gd name="connsiteY6152" fmla="*/ 4586002 h 5143785"/>
              <a:gd name="connsiteX6153" fmla="*/ 543782 w 3114960"/>
              <a:gd name="connsiteY6153" fmla="*/ 4585335 h 5143785"/>
              <a:gd name="connsiteX6154" fmla="*/ 455581 w 3114960"/>
              <a:gd name="connsiteY6154" fmla="*/ 4585335 h 5143785"/>
              <a:gd name="connsiteX6155" fmla="*/ 454057 w 3114960"/>
              <a:gd name="connsiteY6155" fmla="*/ 4585907 h 5143785"/>
              <a:gd name="connsiteX6156" fmla="*/ 416147 w 3114960"/>
              <a:gd name="connsiteY6156" fmla="*/ 4616482 h 5143785"/>
              <a:gd name="connsiteX6157" fmla="*/ 280321 w 3114960"/>
              <a:gd name="connsiteY6157" fmla="*/ 4616006 h 5143785"/>
              <a:gd name="connsiteX6158" fmla="*/ 252032 w 3114960"/>
              <a:gd name="connsiteY6158" fmla="*/ 4592765 h 5143785"/>
              <a:gd name="connsiteX6159" fmla="*/ 250508 w 3114960"/>
              <a:gd name="connsiteY6159" fmla="*/ 4592193 h 5143785"/>
              <a:gd name="connsiteX6160" fmla="*/ 154972 w 3114960"/>
              <a:gd name="connsiteY6160" fmla="*/ 4592193 h 5143785"/>
              <a:gd name="connsiteX6161" fmla="*/ 135065 w 3114960"/>
              <a:gd name="connsiteY6161" fmla="*/ 4572095 h 5143785"/>
              <a:gd name="connsiteX6162" fmla="*/ 105823 w 3114960"/>
              <a:gd name="connsiteY6162" fmla="*/ 4571714 h 5143785"/>
              <a:gd name="connsiteX6163" fmla="*/ 105061 w 3114960"/>
              <a:gd name="connsiteY6163" fmla="*/ 4570571 h 5143785"/>
              <a:gd name="connsiteX6164" fmla="*/ 99346 w 3114960"/>
              <a:gd name="connsiteY6164" fmla="*/ 4564856 h 5143785"/>
              <a:gd name="connsiteX6165" fmla="*/ 91535 w 3114960"/>
              <a:gd name="connsiteY6165" fmla="*/ 4564856 h 5143785"/>
              <a:gd name="connsiteX6166" fmla="*/ 85820 w 3114960"/>
              <a:gd name="connsiteY6166" fmla="*/ 4570571 h 5143785"/>
              <a:gd name="connsiteX6167" fmla="*/ 85820 w 3114960"/>
              <a:gd name="connsiteY6167" fmla="*/ 4578382 h 5143785"/>
              <a:gd name="connsiteX6168" fmla="*/ 91535 w 3114960"/>
              <a:gd name="connsiteY6168" fmla="*/ 4584097 h 5143785"/>
              <a:gd name="connsiteX6169" fmla="*/ 95441 w 3114960"/>
              <a:gd name="connsiteY6169" fmla="*/ 4585716 h 5143785"/>
              <a:gd name="connsiteX6170" fmla="*/ 99346 w 3114960"/>
              <a:gd name="connsiteY6170" fmla="*/ 4584097 h 5143785"/>
              <a:gd name="connsiteX6171" fmla="*/ 105061 w 3114960"/>
              <a:gd name="connsiteY6171" fmla="*/ 4578382 h 5143785"/>
              <a:gd name="connsiteX6172" fmla="*/ 106299 w 3114960"/>
              <a:gd name="connsiteY6172" fmla="*/ 4576477 h 5143785"/>
              <a:gd name="connsiteX6173" fmla="*/ 133064 w 3114960"/>
              <a:gd name="connsiteY6173" fmla="*/ 4576858 h 5143785"/>
              <a:gd name="connsiteX6174" fmla="*/ 150781 w 3114960"/>
              <a:gd name="connsiteY6174" fmla="*/ 4594670 h 5143785"/>
              <a:gd name="connsiteX6175" fmla="*/ 131826 w 3114960"/>
              <a:gd name="connsiteY6175" fmla="*/ 4616958 h 5143785"/>
              <a:gd name="connsiteX6176" fmla="*/ 115729 w 3114960"/>
              <a:gd name="connsiteY6176" fmla="*/ 4616958 h 5143785"/>
              <a:gd name="connsiteX6177" fmla="*/ 109157 w 3114960"/>
              <a:gd name="connsiteY6177" fmla="*/ 4612291 h 5143785"/>
              <a:gd name="connsiteX6178" fmla="*/ 102108 w 3114960"/>
              <a:gd name="connsiteY6178" fmla="*/ 4619339 h 5143785"/>
              <a:gd name="connsiteX6179" fmla="*/ 109157 w 3114960"/>
              <a:gd name="connsiteY6179" fmla="*/ 4626388 h 5143785"/>
              <a:gd name="connsiteX6180" fmla="*/ 115729 w 3114960"/>
              <a:gd name="connsiteY6180" fmla="*/ 4621721 h 5143785"/>
              <a:gd name="connsiteX6181" fmla="*/ 132969 w 3114960"/>
              <a:gd name="connsiteY6181" fmla="*/ 4621721 h 5143785"/>
              <a:gd name="connsiteX6182" fmla="*/ 134779 w 3114960"/>
              <a:gd name="connsiteY6182" fmla="*/ 4620863 h 5143785"/>
              <a:gd name="connsiteX6183" fmla="*/ 155162 w 3114960"/>
              <a:gd name="connsiteY6183" fmla="*/ 4596956 h 5143785"/>
              <a:gd name="connsiteX6184" fmla="*/ 249745 w 3114960"/>
              <a:gd name="connsiteY6184" fmla="*/ 4596956 h 5143785"/>
              <a:gd name="connsiteX6185" fmla="*/ 278035 w 3114960"/>
              <a:gd name="connsiteY6185" fmla="*/ 4620292 h 5143785"/>
              <a:gd name="connsiteX6186" fmla="*/ 279559 w 3114960"/>
              <a:gd name="connsiteY6186" fmla="*/ 4620863 h 5143785"/>
              <a:gd name="connsiteX6187" fmla="*/ 417100 w 3114960"/>
              <a:gd name="connsiteY6187" fmla="*/ 4621340 h 5143785"/>
              <a:gd name="connsiteX6188" fmla="*/ 417100 w 3114960"/>
              <a:gd name="connsiteY6188" fmla="*/ 4621340 h 5143785"/>
              <a:gd name="connsiteX6189" fmla="*/ 418624 w 3114960"/>
              <a:gd name="connsiteY6189" fmla="*/ 4620768 h 5143785"/>
              <a:gd name="connsiteX6190" fmla="*/ 456533 w 3114960"/>
              <a:gd name="connsiteY6190" fmla="*/ 4590193 h 5143785"/>
              <a:gd name="connsiteX6191" fmla="*/ 542925 w 3114960"/>
              <a:gd name="connsiteY6191" fmla="*/ 4590193 h 5143785"/>
              <a:gd name="connsiteX6192" fmla="*/ 567214 w 3114960"/>
              <a:gd name="connsiteY6192" fmla="*/ 4612481 h 5143785"/>
              <a:gd name="connsiteX6193" fmla="*/ 568833 w 3114960"/>
              <a:gd name="connsiteY6193" fmla="*/ 4613148 h 5143785"/>
              <a:gd name="connsiteX6194" fmla="*/ 654082 w 3114960"/>
              <a:gd name="connsiteY6194" fmla="*/ 4613148 h 5143785"/>
              <a:gd name="connsiteX6195" fmla="*/ 654082 w 3114960"/>
              <a:gd name="connsiteY6195" fmla="*/ 4612862 h 5143785"/>
              <a:gd name="connsiteX6196" fmla="*/ 656273 w 3114960"/>
              <a:gd name="connsiteY6196" fmla="*/ 4616482 h 5143785"/>
              <a:gd name="connsiteX6197" fmla="*/ 667988 w 3114960"/>
              <a:gd name="connsiteY6197" fmla="*/ 4615911 h 5143785"/>
              <a:gd name="connsiteX6198" fmla="*/ 102013 w 3114960"/>
              <a:gd name="connsiteY6198" fmla="*/ 4574953 h 5143785"/>
              <a:gd name="connsiteX6199" fmla="*/ 96298 w 3114960"/>
              <a:gd name="connsiteY6199" fmla="*/ 4580668 h 5143785"/>
              <a:gd name="connsiteX6200" fmla="*/ 95250 w 3114960"/>
              <a:gd name="connsiteY6200" fmla="*/ 4580668 h 5143785"/>
              <a:gd name="connsiteX6201" fmla="*/ 89535 w 3114960"/>
              <a:gd name="connsiteY6201" fmla="*/ 4574953 h 5143785"/>
              <a:gd name="connsiteX6202" fmla="*/ 89535 w 3114960"/>
              <a:gd name="connsiteY6202" fmla="*/ 4573905 h 5143785"/>
              <a:gd name="connsiteX6203" fmla="*/ 95250 w 3114960"/>
              <a:gd name="connsiteY6203" fmla="*/ 4568190 h 5143785"/>
              <a:gd name="connsiteX6204" fmla="*/ 95726 w 3114960"/>
              <a:gd name="connsiteY6204" fmla="*/ 4568000 h 5143785"/>
              <a:gd name="connsiteX6205" fmla="*/ 96298 w 3114960"/>
              <a:gd name="connsiteY6205" fmla="*/ 4568190 h 5143785"/>
              <a:gd name="connsiteX6206" fmla="*/ 102013 w 3114960"/>
              <a:gd name="connsiteY6206" fmla="*/ 4573905 h 5143785"/>
              <a:gd name="connsiteX6207" fmla="*/ 102013 w 3114960"/>
              <a:gd name="connsiteY6207" fmla="*/ 4574953 h 5143785"/>
              <a:gd name="connsiteX6208" fmla="*/ 48482 w 3114960"/>
              <a:gd name="connsiteY6208" fmla="*/ 298990 h 5143785"/>
              <a:gd name="connsiteX6209" fmla="*/ 95 w 3114960"/>
              <a:gd name="connsiteY6209" fmla="*/ 298990 h 5143785"/>
              <a:gd name="connsiteX6210" fmla="*/ 95 w 3114960"/>
              <a:gd name="connsiteY6210" fmla="*/ 274987 h 5143785"/>
              <a:gd name="connsiteX6211" fmla="*/ 48482 w 3114960"/>
              <a:gd name="connsiteY6211" fmla="*/ 274987 h 5143785"/>
              <a:gd name="connsiteX6212" fmla="*/ 54864 w 3114960"/>
              <a:gd name="connsiteY6212" fmla="*/ 281273 h 5143785"/>
              <a:gd name="connsiteX6213" fmla="*/ 54864 w 3114960"/>
              <a:gd name="connsiteY6213" fmla="*/ 292608 h 5143785"/>
              <a:gd name="connsiteX6214" fmla="*/ 48482 w 3114960"/>
              <a:gd name="connsiteY6214" fmla="*/ 298895 h 5143785"/>
              <a:gd name="connsiteX6215" fmla="*/ 1698689 w 3114960"/>
              <a:gd name="connsiteY6215" fmla="*/ 574167 h 5143785"/>
              <a:gd name="connsiteX6216" fmla="*/ 1735455 w 3114960"/>
              <a:gd name="connsiteY6216" fmla="*/ 526066 h 5143785"/>
              <a:gd name="connsiteX6217" fmla="*/ 1734884 w 3114960"/>
              <a:gd name="connsiteY6217" fmla="*/ 526066 h 5143785"/>
              <a:gd name="connsiteX6218" fmla="*/ 1734884 w 3114960"/>
              <a:gd name="connsiteY6218" fmla="*/ 521303 h 5143785"/>
              <a:gd name="connsiteX6219" fmla="*/ 1742027 w 3114960"/>
              <a:gd name="connsiteY6219" fmla="*/ 521303 h 5143785"/>
              <a:gd name="connsiteX6220" fmla="*/ 1742027 w 3114960"/>
              <a:gd name="connsiteY6220" fmla="*/ 526066 h 5143785"/>
              <a:gd name="connsiteX6221" fmla="*/ 1738408 w 3114960"/>
              <a:gd name="connsiteY6221" fmla="*/ 526066 h 5143785"/>
              <a:gd name="connsiteX6222" fmla="*/ 1740313 w 3114960"/>
              <a:gd name="connsiteY6222" fmla="*/ 527495 h 5143785"/>
              <a:gd name="connsiteX6223" fmla="*/ 1703451 w 3114960"/>
              <a:gd name="connsiteY6223" fmla="*/ 575691 h 5143785"/>
              <a:gd name="connsiteX6224" fmla="*/ 1703451 w 3114960"/>
              <a:gd name="connsiteY6224" fmla="*/ 711232 h 5143785"/>
              <a:gd name="connsiteX6225" fmla="*/ 1713643 w 3114960"/>
              <a:gd name="connsiteY6225" fmla="*/ 725138 h 5143785"/>
              <a:gd name="connsiteX6226" fmla="*/ 1725835 w 3114960"/>
              <a:gd name="connsiteY6226" fmla="*/ 725424 h 5143785"/>
              <a:gd name="connsiteX6227" fmla="*/ 1725835 w 3114960"/>
              <a:gd name="connsiteY6227" fmla="*/ 721424 h 5143785"/>
              <a:gd name="connsiteX6228" fmla="*/ 1728502 w 3114960"/>
              <a:gd name="connsiteY6228" fmla="*/ 718757 h 5143785"/>
              <a:gd name="connsiteX6229" fmla="*/ 1741456 w 3114960"/>
              <a:gd name="connsiteY6229" fmla="*/ 718757 h 5143785"/>
              <a:gd name="connsiteX6230" fmla="*/ 1744123 w 3114960"/>
              <a:gd name="connsiteY6230" fmla="*/ 721424 h 5143785"/>
              <a:gd name="connsiteX6231" fmla="*/ 1744123 w 3114960"/>
              <a:gd name="connsiteY6231" fmla="*/ 734377 h 5143785"/>
              <a:gd name="connsiteX6232" fmla="*/ 1741456 w 3114960"/>
              <a:gd name="connsiteY6232" fmla="*/ 737045 h 5143785"/>
              <a:gd name="connsiteX6233" fmla="*/ 1728502 w 3114960"/>
              <a:gd name="connsiteY6233" fmla="*/ 737045 h 5143785"/>
              <a:gd name="connsiteX6234" fmla="*/ 1725835 w 3114960"/>
              <a:gd name="connsiteY6234" fmla="*/ 734377 h 5143785"/>
              <a:gd name="connsiteX6235" fmla="*/ 1725835 w 3114960"/>
              <a:gd name="connsiteY6235" fmla="*/ 730187 h 5143785"/>
              <a:gd name="connsiteX6236" fmla="*/ 1711262 w 3114960"/>
              <a:gd name="connsiteY6236" fmla="*/ 729901 h 5143785"/>
              <a:gd name="connsiteX6237" fmla="*/ 1698689 w 3114960"/>
              <a:gd name="connsiteY6237" fmla="*/ 712851 h 5143785"/>
              <a:gd name="connsiteX6238" fmla="*/ 1698689 w 3114960"/>
              <a:gd name="connsiteY6238" fmla="*/ 574072 h 5143785"/>
              <a:gd name="connsiteX6239" fmla="*/ 125730 w 3114960"/>
              <a:gd name="connsiteY6239" fmla="*/ 3844480 h 5143785"/>
              <a:gd name="connsiteX6240" fmla="*/ 132779 w 3114960"/>
              <a:gd name="connsiteY6240" fmla="*/ 3837432 h 5143785"/>
              <a:gd name="connsiteX6241" fmla="*/ 139827 w 3114960"/>
              <a:gd name="connsiteY6241" fmla="*/ 3844480 h 5143785"/>
              <a:gd name="connsiteX6242" fmla="*/ 132779 w 3114960"/>
              <a:gd name="connsiteY6242" fmla="*/ 3851529 h 5143785"/>
              <a:gd name="connsiteX6243" fmla="*/ 125730 w 3114960"/>
              <a:gd name="connsiteY6243" fmla="*/ 3844480 h 5143785"/>
              <a:gd name="connsiteX6244" fmla="*/ 455009 w 3114960"/>
              <a:gd name="connsiteY6244" fmla="*/ 4644676 h 5143785"/>
              <a:gd name="connsiteX6245" fmla="*/ 455009 w 3114960"/>
              <a:gd name="connsiteY6245" fmla="*/ 4644676 h 5143785"/>
              <a:gd name="connsiteX6246" fmla="*/ 453581 w 3114960"/>
              <a:gd name="connsiteY6246" fmla="*/ 4645152 h 5143785"/>
              <a:gd name="connsiteX6247" fmla="*/ 411861 w 3114960"/>
              <a:gd name="connsiteY6247" fmla="*/ 4675442 h 5143785"/>
              <a:gd name="connsiteX6248" fmla="*/ 272891 w 3114960"/>
              <a:gd name="connsiteY6248" fmla="*/ 4676109 h 5143785"/>
              <a:gd name="connsiteX6249" fmla="*/ 237554 w 3114960"/>
              <a:gd name="connsiteY6249" fmla="*/ 4647534 h 5143785"/>
              <a:gd name="connsiteX6250" fmla="*/ 236030 w 3114960"/>
              <a:gd name="connsiteY6250" fmla="*/ 4646962 h 5143785"/>
              <a:gd name="connsiteX6251" fmla="*/ 236030 w 3114960"/>
              <a:gd name="connsiteY6251" fmla="*/ 4646962 h 5143785"/>
              <a:gd name="connsiteX6252" fmla="*/ 161639 w 3114960"/>
              <a:gd name="connsiteY6252" fmla="*/ 4647438 h 5143785"/>
              <a:gd name="connsiteX6253" fmla="*/ 159925 w 3114960"/>
              <a:gd name="connsiteY6253" fmla="*/ 4648200 h 5143785"/>
              <a:gd name="connsiteX6254" fmla="*/ 143828 w 3114960"/>
              <a:gd name="connsiteY6254" fmla="*/ 4664774 h 5143785"/>
              <a:gd name="connsiteX6255" fmla="*/ 128207 w 3114960"/>
              <a:gd name="connsiteY6255" fmla="*/ 4664583 h 5143785"/>
              <a:gd name="connsiteX6256" fmla="*/ 117920 w 3114960"/>
              <a:gd name="connsiteY6256" fmla="*/ 4656011 h 5143785"/>
              <a:gd name="connsiteX6257" fmla="*/ 110204 w 3114960"/>
              <a:gd name="connsiteY6257" fmla="*/ 4659059 h 5143785"/>
              <a:gd name="connsiteX6258" fmla="*/ 106966 w 3114960"/>
              <a:gd name="connsiteY6258" fmla="*/ 4666679 h 5143785"/>
              <a:gd name="connsiteX6259" fmla="*/ 110014 w 3114960"/>
              <a:gd name="connsiteY6259" fmla="*/ 4674394 h 5143785"/>
              <a:gd name="connsiteX6260" fmla="*/ 117634 w 3114960"/>
              <a:gd name="connsiteY6260" fmla="*/ 4677632 h 5143785"/>
              <a:gd name="connsiteX6261" fmla="*/ 117729 w 3114960"/>
              <a:gd name="connsiteY6261" fmla="*/ 4677632 h 5143785"/>
              <a:gd name="connsiteX6262" fmla="*/ 125254 w 3114960"/>
              <a:gd name="connsiteY6262" fmla="*/ 4674585 h 5143785"/>
              <a:gd name="connsiteX6263" fmla="*/ 128016 w 3114960"/>
              <a:gd name="connsiteY6263" fmla="*/ 4669346 h 5143785"/>
              <a:gd name="connsiteX6264" fmla="*/ 144685 w 3114960"/>
              <a:gd name="connsiteY6264" fmla="*/ 4669631 h 5143785"/>
              <a:gd name="connsiteX6265" fmla="*/ 146399 w 3114960"/>
              <a:gd name="connsiteY6265" fmla="*/ 4668870 h 5143785"/>
              <a:gd name="connsiteX6266" fmla="*/ 162497 w 3114960"/>
              <a:gd name="connsiteY6266" fmla="*/ 4652296 h 5143785"/>
              <a:gd name="connsiteX6267" fmla="*/ 235077 w 3114960"/>
              <a:gd name="connsiteY6267" fmla="*/ 4651915 h 5143785"/>
              <a:gd name="connsiteX6268" fmla="*/ 270415 w 3114960"/>
              <a:gd name="connsiteY6268" fmla="*/ 4680490 h 5143785"/>
              <a:gd name="connsiteX6269" fmla="*/ 271939 w 3114960"/>
              <a:gd name="connsiteY6269" fmla="*/ 4681062 h 5143785"/>
              <a:gd name="connsiteX6270" fmla="*/ 271939 w 3114960"/>
              <a:gd name="connsiteY6270" fmla="*/ 4681062 h 5143785"/>
              <a:gd name="connsiteX6271" fmla="*/ 412528 w 3114960"/>
              <a:gd name="connsiteY6271" fmla="*/ 4680395 h 5143785"/>
              <a:gd name="connsiteX6272" fmla="*/ 413957 w 3114960"/>
              <a:gd name="connsiteY6272" fmla="*/ 4679919 h 5143785"/>
              <a:gd name="connsiteX6273" fmla="*/ 455676 w 3114960"/>
              <a:gd name="connsiteY6273" fmla="*/ 4649629 h 5143785"/>
              <a:gd name="connsiteX6274" fmla="*/ 569595 w 3114960"/>
              <a:gd name="connsiteY6274" fmla="*/ 4649820 h 5143785"/>
              <a:gd name="connsiteX6275" fmla="*/ 606838 w 3114960"/>
              <a:gd name="connsiteY6275" fmla="*/ 4678490 h 5143785"/>
              <a:gd name="connsiteX6276" fmla="*/ 608267 w 3114960"/>
              <a:gd name="connsiteY6276" fmla="*/ 4678966 h 5143785"/>
              <a:gd name="connsiteX6277" fmla="*/ 650462 w 3114960"/>
              <a:gd name="connsiteY6277" fmla="*/ 4678966 h 5143785"/>
              <a:gd name="connsiteX6278" fmla="*/ 652653 w 3114960"/>
              <a:gd name="connsiteY6278" fmla="*/ 4682490 h 5143785"/>
              <a:gd name="connsiteX6279" fmla="*/ 664369 w 3114960"/>
              <a:gd name="connsiteY6279" fmla="*/ 4681919 h 5143785"/>
              <a:gd name="connsiteX6280" fmla="*/ 663797 w 3114960"/>
              <a:gd name="connsiteY6280" fmla="*/ 4670203 h 5143785"/>
              <a:gd name="connsiteX6281" fmla="*/ 652082 w 3114960"/>
              <a:gd name="connsiteY6281" fmla="*/ 4670774 h 5143785"/>
              <a:gd name="connsiteX6282" fmla="*/ 650272 w 3114960"/>
              <a:gd name="connsiteY6282" fmla="*/ 4674204 h 5143785"/>
              <a:gd name="connsiteX6283" fmla="*/ 609029 w 3114960"/>
              <a:gd name="connsiteY6283" fmla="*/ 4674204 h 5143785"/>
              <a:gd name="connsiteX6284" fmla="*/ 571786 w 3114960"/>
              <a:gd name="connsiteY6284" fmla="*/ 4645533 h 5143785"/>
              <a:gd name="connsiteX6285" fmla="*/ 570357 w 3114960"/>
              <a:gd name="connsiteY6285" fmla="*/ 4645057 h 5143785"/>
              <a:gd name="connsiteX6286" fmla="*/ 454914 w 3114960"/>
              <a:gd name="connsiteY6286" fmla="*/ 4644867 h 5143785"/>
              <a:gd name="connsiteX6287" fmla="*/ 117920 w 3114960"/>
              <a:gd name="connsiteY6287" fmla="*/ 4672775 h 5143785"/>
              <a:gd name="connsiteX6288" fmla="*/ 117920 w 3114960"/>
              <a:gd name="connsiteY6288" fmla="*/ 4672775 h 5143785"/>
              <a:gd name="connsiteX6289" fmla="*/ 111919 w 3114960"/>
              <a:gd name="connsiteY6289" fmla="*/ 4666679 h 5143785"/>
              <a:gd name="connsiteX6290" fmla="*/ 113729 w 3114960"/>
              <a:gd name="connsiteY6290" fmla="*/ 4662393 h 5143785"/>
              <a:gd name="connsiteX6291" fmla="*/ 117920 w 3114960"/>
              <a:gd name="connsiteY6291" fmla="*/ 4660678 h 5143785"/>
              <a:gd name="connsiteX6292" fmla="*/ 117920 w 3114960"/>
              <a:gd name="connsiteY6292" fmla="*/ 4660678 h 5143785"/>
              <a:gd name="connsiteX6293" fmla="*/ 123920 w 3114960"/>
              <a:gd name="connsiteY6293" fmla="*/ 4666774 h 5143785"/>
              <a:gd name="connsiteX6294" fmla="*/ 117824 w 3114960"/>
              <a:gd name="connsiteY6294" fmla="*/ 4672775 h 5143785"/>
              <a:gd name="connsiteX6295" fmla="*/ 1742027 w 3114960"/>
              <a:gd name="connsiteY6295" fmla="*/ 445389 h 5143785"/>
              <a:gd name="connsiteX6296" fmla="*/ 1734884 w 3114960"/>
              <a:gd name="connsiteY6296" fmla="*/ 445389 h 5143785"/>
              <a:gd name="connsiteX6297" fmla="*/ 1734884 w 3114960"/>
              <a:gd name="connsiteY6297" fmla="*/ 436912 h 5143785"/>
              <a:gd name="connsiteX6298" fmla="*/ 1742027 w 3114960"/>
              <a:gd name="connsiteY6298" fmla="*/ 436912 h 5143785"/>
              <a:gd name="connsiteX6299" fmla="*/ 1742027 w 3114960"/>
              <a:gd name="connsiteY6299" fmla="*/ 445389 h 5143785"/>
              <a:gd name="connsiteX6300" fmla="*/ 1734884 w 3114960"/>
              <a:gd name="connsiteY6300" fmla="*/ 453866 h 5143785"/>
              <a:gd name="connsiteX6301" fmla="*/ 1742027 w 3114960"/>
              <a:gd name="connsiteY6301" fmla="*/ 453866 h 5143785"/>
              <a:gd name="connsiteX6302" fmla="*/ 1742027 w 3114960"/>
              <a:gd name="connsiteY6302" fmla="*/ 462344 h 5143785"/>
              <a:gd name="connsiteX6303" fmla="*/ 1734884 w 3114960"/>
              <a:gd name="connsiteY6303" fmla="*/ 462344 h 5143785"/>
              <a:gd name="connsiteX6304" fmla="*/ 1734884 w 3114960"/>
              <a:gd name="connsiteY6304" fmla="*/ 453866 h 5143785"/>
              <a:gd name="connsiteX6305" fmla="*/ 87725 w 3114960"/>
              <a:gd name="connsiteY6305" fmla="*/ 3918490 h 5143785"/>
              <a:gd name="connsiteX6306" fmla="*/ 92773 w 3114960"/>
              <a:gd name="connsiteY6306" fmla="*/ 3924110 h 5143785"/>
              <a:gd name="connsiteX6307" fmla="*/ 96965 w 3114960"/>
              <a:gd name="connsiteY6307" fmla="*/ 3925062 h 5143785"/>
              <a:gd name="connsiteX6308" fmla="*/ 100298 w 3114960"/>
              <a:gd name="connsiteY6308" fmla="*/ 3924491 h 5143785"/>
              <a:gd name="connsiteX6309" fmla="*/ 105918 w 3114960"/>
              <a:gd name="connsiteY6309" fmla="*/ 3919347 h 5143785"/>
              <a:gd name="connsiteX6310" fmla="*/ 106299 w 3114960"/>
              <a:gd name="connsiteY6310" fmla="*/ 3911822 h 5143785"/>
              <a:gd name="connsiteX6311" fmla="*/ 93631 w 3114960"/>
              <a:gd name="connsiteY6311" fmla="*/ 3905822 h 5143785"/>
              <a:gd name="connsiteX6312" fmla="*/ 88011 w 3114960"/>
              <a:gd name="connsiteY6312" fmla="*/ 3910965 h 5143785"/>
              <a:gd name="connsiteX6313" fmla="*/ 87535 w 3114960"/>
              <a:gd name="connsiteY6313" fmla="*/ 3912775 h 5143785"/>
              <a:gd name="connsiteX6314" fmla="*/ 95 w 3114960"/>
              <a:gd name="connsiteY6314" fmla="*/ 3912775 h 5143785"/>
              <a:gd name="connsiteX6315" fmla="*/ 95 w 3114960"/>
              <a:gd name="connsiteY6315" fmla="*/ 3917537 h 5143785"/>
              <a:gd name="connsiteX6316" fmla="*/ 87630 w 3114960"/>
              <a:gd name="connsiteY6316" fmla="*/ 3917537 h 5143785"/>
              <a:gd name="connsiteX6317" fmla="*/ 87821 w 3114960"/>
              <a:gd name="connsiteY6317" fmla="*/ 3918490 h 5143785"/>
              <a:gd name="connsiteX6318" fmla="*/ 92392 w 3114960"/>
              <a:gd name="connsiteY6318" fmla="*/ 3912965 h 5143785"/>
              <a:gd name="connsiteX6319" fmla="*/ 95345 w 3114960"/>
              <a:gd name="connsiteY6319" fmla="*/ 3910298 h 5143785"/>
              <a:gd name="connsiteX6320" fmla="*/ 97060 w 3114960"/>
              <a:gd name="connsiteY6320" fmla="*/ 3910013 h 5143785"/>
              <a:gd name="connsiteX6321" fmla="*/ 101917 w 3114960"/>
              <a:gd name="connsiteY6321" fmla="*/ 3913442 h 5143785"/>
              <a:gd name="connsiteX6322" fmla="*/ 101727 w 3114960"/>
              <a:gd name="connsiteY6322" fmla="*/ 3917347 h 5143785"/>
              <a:gd name="connsiteX6323" fmla="*/ 98774 w 3114960"/>
              <a:gd name="connsiteY6323" fmla="*/ 3920014 h 5143785"/>
              <a:gd name="connsiteX6324" fmla="*/ 94869 w 3114960"/>
              <a:gd name="connsiteY6324" fmla="*/ 3919823 h 5143785"/>
              <a:gd name="connsiteX6325" fmla="*/ 92202 w 3114960"/>
              <a:gd name="connsiteY6325" fmla="*/ 3916871 h 5143785"/>
              <a:gd name="connsiteX6326" fmla="*/ 92392 w 3114960"/>
              <a:gd name="connsiteY6326" fmla="*/ 3912965 h 5143785"/>
              <a:gd name="connsiteX6327" fmla="*/ 398621 w 3114960"/>
              <a:gd name="connsiteY6327" fmla="*/ 2480120 h 5143785"/>
              <a:gd name="connsiteX6328" fmla="*/ 398621 w 3114960"/>
              <a:gd name="connsiteY6328" fmla="*/ 2426684 h 5143785"/>
              <a:gd name="connsiteX6329" fmla="*/ 393097 w 3114960"/>
              <a:gd name="connsiteY6329" fmla="*/ 2422970 h 5143785"/>
              <a:gd name="connsiteX6330" fmla="*/ 391478 w 3114960"/>
              <a:gd name="connsiteY6330" fmla="*/ 2415731 h 5143785"/>
              <a:gd name="connsiteX6331" fmla="*/ 395573 w 3114960"/>
              <a:gd name="connsiteY6331" fmla="*/ 2409444 h 5143785"/>
              <a:gd name="connsiteX6332" fmla="*/ 401098 w 3114960"/>
              <a:gd name="connsiteY6332" fmla="*/ 2407825 h 5143785"/>
              <a:gd name="connsiteX6333" fmla="*/ 409099 w 3114960"/>
              <a:gd name="connsiteY6333" fmla="*/ 2411921 h 5143785"/>
              <a:gd name="connsiteX6334" fmla="*/ 410718 w 3114960"/>
              <a:gd name="connsiteY6334" fmla="*/ 2419160 h 5143785"/>
              <a:gd name="connsiteX6335" fmla="*/ 406622 w 3114960"/>
              <a:gd name="connsiteY6335" fmla="*/ 2425446 h 5143785"/>
              <a:gd name="connsiteX6336" fmla="*/ 403479 w 3114960"/>
              <a:gd name="connsiteY6336" fmla="*/ 2426780 h 5143785"/>
              <a:gd name="connsiteX6337" fmla="*/ 403479 w 3114960"/>
              <a:gd name="connsiteY6337" fmla="*/ 2478500 h 5143785"/>
              <a:gd name="connsiteX6338" fmla="*/ 420148 w 3114960"/>
              <a:gd name="connsiteY6338" fmla="*/ 2498598 h 5143785"/>
              <a:gd name="connsiteX6339" fmla="*/ 482632 w 3114960"/>
              <a:gd name="connsiteY6339" fmla="*/ 2498598 h 5143785"/>
              <a:gd name="connsiteX6340" fmla="*/ 482632 w 3114960"/>
              <a:gd name="connsiteY6340" fmla="*/ 2498312 h 5143785"/>
              <a:gd name="connsiteX6341" fmla="*/ 486728 w 3114960"/>
              <a:gd name="connsiteY6341" fmla="*/ 2492026 h 5143785"/>
              <a:gd name="connsiteX6342" fmla="*/ 492252 w 3114960"/>
              <a:gd name="connsiteY6342" fmla="*/ 2490407 h 5143785"/>
              <a:gd name="connsiteX6343" fmla="*/ 500253 w 3114960"/>
              <a:gd name="connsiteY6343" fmla="*/ 2494502 h 5143785"/>
              <a:gd name="connsiteX6344" fmla="*/ 501872 w 3114960"/>
              <a:gd name="connsiteY6344" fmla="*/ 2501742 h 5143785"/>
              <a:gd name="connsiteX6345" fmla="*/ 497777 w 3114960"/>
              <a:gd name="connsiteY6345" fmla="*/ 2508028 h 5143785"/>
              <a:gd name="connsiteX6346" fmla="*/ 484251 w 3114960"/>
              <a:gd name="connsiteY6346" fmla="*/ 2505647 h 5143785"/>
              <a:gd name="connsiteX6347" fmla="*/ 483203 w 3114960"/>
              <a:gd name="connsiteY6347" fmla="*/ 2503361 h 5143785"/>
              <a:gd name="connsiteX6348" fmla="*/ 417862 w 3114960"/>
              <a:gd name="connsiteY6348" fmla="*/ 2503361 h 5143785"/>
              <a:gd name="connsiteX6349" fmla="*/ 398526 w 3114960"/>
              <a:gd name="connsiteY6349" fmla="*/ 2480215 h 5143785"/>
              <a:gd name="connsiteX6350" fmla="*/ 427863 w 3114960"/>
              <a:gd name="connsiteY6350" fmla="*/ 2031302 h 5143785"/>
              <a:gd name="connsiteX6351" fmla="*/ 435007 w 3114960"/>
              <a:gd name="connsiteY6351" fmla="*/ 2031302 h 5143785"/>
              <a:gd name="connsiteX6352" fmla="*/ 435007 w 3114960"/>
              <a:gd name="connsiteY6352" fmla="*/ 2039779 h 5143785"/>
              <a:gd name="connsiteX6353" fmla="*/ 427863 w 3114960"/>
              <a:gd name="connsiteY6353" fmla="*/ 2039779 h 5143785"/>
              <a:gd name="connsiteX6354" fmla="*/ 427863 w 3114960"/>
              <a:gd name="connsiteY6354" fmla="*/ 2031302 h 5143785"/>
              <a:gd name="connsiteX6355" fmla="*/ 1663922 w 3114960"/>
              <a:gd name="connsiteY6355" fmla="*/ 948404 h 5143785"/>
              <a:gd name="connsiteX6356" fmla="*/ 1623251 w 3114960"/>
              <a:gd name="connsiteY6356" fmla="*/ 984599 h 5143785"/>
              <a:gd name="connsiteX6357" fmla="*/ 1615631 w 3114960"/>
              <a:gd name="connsiteY6357" fmla="*/ 982218 h 5143785"/>
              <a:gd name="connsiteX6358" fmla="*/ 1602200 w 3114960"/>
              <a:gd name="connsiteY6358" fmla="*/ 995648 h 5143785"/>
              <a:gd name="connsiteX6359" fmla="*/ 1615631 w 3114960"/>
              <a:gd name="connsiteY6359" fmla="*/ 1009079 h 5143785"/>
              <a:gd name="connsiteX6360" fmla="*/ 1629061 w 3114960"/>
              <a:gd name="connsiteY6360" fmla="*/ 995648 h 5143785"/>
              <a:gd name="connsiteX6361" fmla="*/ 1626584 w 3114960"/>
              <a:gd name="connsiteY6361" fmla="*/ 987933 h 5143785"/>
              <a:gd name="connsiteX6362" fmla="*/ 1665732 w 3114960"/>
              <a:gd name="connsiteY6362" fmla="*/ 953072 h 5143785"/>
              <a:gd name="connsiteX6363" fmla="*/ 1686878 w 3114960"/>
              <a:gd name="connsiteY6363" fmla="*/ 953072 h 5143785"/>
              <a:gd name="connsiteX6364" fmla="*/ 1686878 w 3114960"/>
              <a:gd name="connsiteY6364" fmla="*/ 958977 h 5143785"/>
              <a:gd name="connsiteX6365" fmla="*/ 1711643 w 3114960"/>
              <a:gd name="connsiteY6365" fmla="*/ 958977 h 5143785"/>
              <a:gd name="connsiteX6366" fmla="*/ 1711643 w 3114960"/>
              <a:gd name="connsiteY6366" fmla="*/ 934212 h 5143785"/>
              <a:gd name="connsiteX6367" fmla="*/ 1686878 w 3114960"/>
              <a:gd name="connsiteY6367" fmla="*/ 934212 h 5143785"/>
              <a:gd name="connsiteX6368" fmla="*/ 1686878 w 3114960"/>
              <a:gd name="connsiteY6368" fmla="*/ 940118 h 5143785"/>
              <a:gd name="connsiteX6369" fmla="*/ 1665732 w 3114960"/>
              <a:gd name="connsiteY6369" fmla="*/ 940118 h 5143785"/>
              <a:gd name="connsiteX6370" fmla="*/ 1626394 w 3114960"/>
              <a:gd name="connsiteY6370" fmla="*/ 905066 h 5143785"/>
              <a:gd name="connsiteX6371" fmla="*/ 1628489 w 3114960"/>
              <a:gd name="connsiteY6371" fmla="*/ 898970 h 5143785"/>
              <a:gd name="connsiteX6372" fmla="*/ 1628013 w 3114960"/>
              <a:gd name="connsiteY6372" fmla="*/ 896684 h 5143785"/>
              <a:gd name="connsiteX6373" fmla="*/ 1659636 w 3114960"/>
              <a:gd name="connsiteY6373" fmla="*/ 896684 h 5143785"/>
              <a:gd name="connsiteX6374" fmla="*/ 1664875 w 3114960"/>
              <a:gd name="connsiteY6374" fmla="*/ 903256 h 5143785"/>
              <a:gd name="connsiteX6375" fmla="*/ 1669542 w 3114960"/>
              <a:gd name="connsiteY6375" fmla="*/ 897541 h 5143785"/>
              <a:gd name="connsiteX6376" fmla="*/ 1674209 w 3114960"/>
              <a:gd name="connsiteY6376" fmla="*/ 903256 h 5143785"/>
              <a:gd name="connsiteX6377" fmla="*/ 1678781 w 3114960"/>
              <a:gd name="connsiteY6377" fmla="*/ 897541 h 5143785"/>
              <a:gd name="connsiteX6378" fmla="*/ 1683353 w 3114960"/>
              <a:gd name="connsiteY6378" fmla="*/ 903256 h 5143785"/>
              <a:gd name="connsiteX6379" fmla="*/ 1687925 w 3114960"/>
              <a:gd name="connsiteY6379" fmla="*/ 897541 h 5143785"/>
              <a:gd name="connsiteX6380" fmla="*/ 1692497 w 3114960"/>
              <a:gd name="connsiteY6380" fmla="*/ 903256 h 5143785"/>
              <a:gd name="connsiteX6381" fmla="*/ 1697165 w 3114960"/>
              <a:gd name="connsiteY6381" fmla="*/ 897541 h 5143785"/>
              <a:gd name="connsiteX6382" fmla="*/ 1701832 w 3114960"/>
              <a:gd name="connsiteY6382" fmla="*/ 903256 h 5143785"/>
              <a:gd name="connsiteX6383" fmla="*/ 1706404 w 3114960"/>
              <a:gd name="connsiteY6383" fmla="*/ 897541 h 5143785"/>
              <a:gd name="connsiteX6384" fmla="*/ 1710976 w 3114960"/>
              <a:gd name="connsiteY6384" fmla="*/ 903256 h 5143785"/>
              <a:gd name="connsiteX6385" fmla="*/ 1715548 w 3114960"/>
              <a:gd name="connsiteY6385" fmla="*/ 897541 h 5143785"/>
              <a:gd name="connsiteX6386" fmla="*/ 1720120 w 3114960"/>
              <a:gd name="connsiteY6386" fmla="*/ 903256 h 5143785"/>
              <a:gd name="connsiteX6387" fmla="*/ 1724692 w 3114960"/>
              <a:gd name="connsiteY6387" fmla="*/ 897541 h 5143785"/>
              <a:gd name="connsiteX6388" fmla="*/ 1729264 w 3114960"/>
              <a:gd name="connsiteY6388" fmla="*/ 903256 h 5143785"/>
              <a:gd name="connsiteX6389" fmla="*/ 1733931 w 3114960"/>
              <a:gd name="connsiteY6389" fmla="*/ 897541 h 5143785"/>
              <a:gd name="connsiteX6390" fmla="*/ 1738598 w 3114960"/>
              <a:gd name="connsiteY6390" fmla="*/ 903256 h 5143785"/>
              <a:gd name="connsiteX6391" fmla="*/ 1743266 w 3114960"/>
              <a:gd name="connsiteY6391" fmla="*/ 897541 h 5143785"/>
              <a:gd name="connsiteX6392" fmla="*/ 1747933 w 3114960"/>
              <a:gd name="connsiteY6392" fmla="*/ 903256 h 5143785"/>
              <a:gd name="connsiteX6393" fmla="*/ 1752600 w 3114960"/>
              <a:gd name="connsiteY6393" fmla="*/ 897541 h 5143785"/>
              <a:gd name="connsiteX6394" fmla="*/ 1757267 w 3114960"/>
              <a:gd name="connsiteY6394" fmla="*/ 903256 h 5143785"/>
              <a:gd name="connsiteX6395" fmla="*/ 1761935 w 3114960"/>
              <a:gd name="connsiteY6395" fmla="*/ 897541 h 5143785"/>
              <a:gd name="connsiteX6396" fmla="*/ 1766602 w 3114960"/>
              <a:gd name="connsiteY6396" fmla="*/ 903256 h 5143785"/>
              <a:gd name="connsiteX6397" fmla="*/ 1771174 w 3114960"/>
              <a:gd name="connsiteY6397" fmla="*/ 897541 h 5143785"/>
              <a:gd name="connsiteX6398" fmla="*/ 1775841 w 3114960"/>
              <a:gd name="connsiteY6398" fmla="*/ 903256 h 5143785"/>
              <a:gd name="connsiteX6399" fmla="*/ 1780508 w 3114960"/>
              <a:gd name="connsiteY6399" fmla="*/ 897541 h 5143785"/>
              <a:gd name="connsiteX6400" fmla="*/ 1785176 w 3114960"/>
              <a:gd name="connsiteY6400" fmla="*/ 903256 h 5143785"/>
              <a:gd name="connsiteX6401" fmla="*/ 1789843 w 3114960"/>
              <a:gd name="connsiteY6401" fmla="*/ 897541 h 5143785"/>
              <a:gd name="connsiteX6402" fmla="*/ 1794510 w 3114960"/>
              <a:gd name="connsiteY6402" fmla="*/ 903256 h 5143785"/>
              <a:gd name="connsiteX6403" fmla="*/ 1799177 w 3114960"/>
              <a:gd name="connsiteY6403" fmla="*/ 897541 h 5143785"/>
              <a:gd name="connsiteX6404" fmla="*/ 1802035 w 3114960"/>
              <a:gd name="connsiteY6404" fmla="*/ 901065 h 5143785"/>
              <a:gd name="connsiteX6405" fmla="*/ 1805083 w 3114960"/>
              <a:gd name="connsiteY6405" fmla="*/ 898589 h 5143785"/>
              <a:gd name="connsiteX6406" fmla="*/ 1835849 w 3114960"/>
              <a:gd name="connsiteY6406" fmla="*/ 898589 h 5143785"/>
              <a:gd name="connsiteX6407" fmla="*/ 1835753 w 3114960"/>
              <a:gd name="connsiteY6407" fmla="*/ 899065 h 5143785"/>
              <a:gd name="connsiteX6408" fmla="*/ 1836515 w 3114960"/>
              <a:gd name="connsiteY6408" fmla="*/ 902970 h 5143785"/>
              <a:gd name="connsiteX6409" fmla="*/ 1794796 w 3114960"/>
              <a:gd name="connsiteY6409" fmla="*/ 940118 h 5143785"/>
              <a:gd name="connsiteX6410" fmla="*/ 1775270 w 3114960"/>
              <a:gd name="connsiteY6410" fmla="*/ 940118 h 5143785"/>
              <a:gd name="connsiteX6411" fmla="*/ 1775270 w 3114960"/>
              <a:gd name="connsiteY6411" fmla="*/ 934402 h 5143785"/>
              <a:gd name="connsiteX6412" fmla="*/ 1750505 w 3114960"/>
              <a:gd name="connsiteY6412" fmla="*/ 934402 h 5143785"/>
              <a:gd name="connsiteX6413" fmla="*/ 1750505 w 3114960"/>
              <a:gd name="connsiteY6413" fmla="*/ 959168 h 5143785"/>
              <a:gd name="connsiteX6414" fmla="*/ 1775270 w 3114960"/>
              <a:gd name="connsiteY6414" fmla="*/ 959168 h 5143785"/>
              <a:gd name="connsiteX6415" fmla="*/ 1775270 w 3114960"/>
              <a:gd name="connsiteY6415" fmla="*/ 953167 h 5143785"/>
              <a:gd name="connsiteX6416" fmla="*/ 1794796 w 3114960"/>
              <a:gd name="connsiteY6416" fmla="*/ 953167 h 5143785"/>
              <a:gd name="connsiteX6417" fmla="*/ 1833563 w 3114960"/>
              <a:gd name="connsiteY6417" fmla="*/ 987647 h 5143785"/>
              <a:gd name="connsiteX6418" fmla="*/ 1831372 w 3114960"/>
              <a:gd name="connsiteY6418" fmla="*/ 994982 h 5143785"/>
              <a:gd name="connsiteX6419" fmla="*/ 1844802 w 3114960"/>
              <a:gd name="connsiteY6419" fmla="*/ 1008412 h 5143785"/>
              <a:gd name="connsiteX6420" fmla="*/ 1858232 w 3114960"/>
              <a:gd name="connsiteY6420" fmla="*/ 994982 h 5143785"/>
              <a:gd name="connsiteX6421" fmla="*/ 1844802 w 3114960"/>
              <a:gd name="connsiteY6421" fmla="*/ 981551 h 5143785"/>
              <a:gd name="connsiteX6422" fmla="*/ 1836801 w 3114960"/>
              <a:gd name="connsiteY6422" fmla="*/ 984218 h 5143785"/>
              <a:gd name="connsiteX6423" fmla="*/ 1796606 w 3114960"/>
              <a:gd name="connsiteY6423" fmla="*/ 948404 h 5143785"/>
              <a:gd name="connsiteX6424" fmla="*/ 1775270 w 3114960"/>
              <a:gd name="connsiteY6424" fmla="*/ 948404 h 5143785"/>
              <a:gd name="connsiteX6425" fmla="*/ 1775270 w 3114960"/>
              <a:gd name="connsiteY6425" fmla="*/ 944975 h 5143785"/>
              <a:gd name="connsiteX6426" fmla="*/ 1796606 w 3114960"/>
              <a:gd name="connsiteY6426" fmla="*/ 944975 h 5143785"/>
              <a:gd name="connsiteX6427" fmla="*/ 1839087 w 3114960"/>
              <a:gd name="connsiteY6427" fmla="*/ 907161 h 5143785"/>
              <a:gd name="connsiteX6428" fmla="*/ 1846802 w 3114960"/>
              <a:gd name="connsiteY6428" fmla="*/ 910304 h 5143785"/>
              <a:gd name="connsiteX6429" fmla="*/ 1857851 w 3114960"/>
              <a:gd name="connsiteY6429" fmla="*/ 899255 h 5143785"/>
              <a:gd name="connsiteX6430" fmla="*/ 1846802 w 3114960"/>
              <a:gd name="connsiteY6430" fmla="*/ 888206 h 5143785"/>
              <a:gd name="connsiteX6431" fmla="*/ 1836325 w 3114960"/>
              <a:gd name="connsiteY6431" fmla="*/ 896398 h 5143785"/>
              <a:gd name="connsiteX6432" fmla="*/ 1804226 w 3114960"/>
              <a:gd name="connsiteY6432" fmla="*/ 896398 h 5143785"/>
              <a:gd name="connsiteX6433" fmla="*/ 1799177 w 3114960"/>
              <a:gd name="connsiteY6433" fmla="*/ 890207 h 5143785"/>
              <a:gd name="connsiteX6434" fmla="*/ 1794510 w 3114960"/>
              <a:gd name="connsiteY6434" fmla="*/ 895922 h 5143785"/>
              <a:gd name="connsiteX6435" fmla="*/ 1789843 w 3114960"/>
              <a:gd name="connsiteY6435" fmla="*/ 890207 h 5143785"/>
              <a:gd name="connsiteX6436" fmla="*/ 1785176 w 3114960"/>
              <a:gd name="connsiteY6436" fmla="*/ 895922 h 5143785"/>
              <a:gd name="connsiteX6437" fmla="*/ 1780508 w 3114960"/>
              <a:gd name="connsiteY6437" fmla="*/ 890207 h 5143785"/>
              <a:gd name="connsiteX6438" fmla="*/ 1775841 w 3114960"/>
              <a:gd name="connsiteY6438" fmla="*/ 895922 h 5143785"/>
              <a:gd name="connsiteX6439" fmla="*/ 1771174 w 3114960"/>
              <a:gd name="connsiteY6439" fmla="*/ 890207 h 5143785"/>
              <a:gd name="connsiteX6440" fmla="*/ 1766602 w 3114960"/>
              <a:gd name="connsiteY6440" fmla="*/ 895922 h 5143785"/>
              <a:gd name="connsiteX6441" fmla="*/ 1761935 w 3114960"/>
              <a:gd name="connsiteY6441" fmla="*/ 890207 h 5143785"/>
              <a:gd name="connsiteX6442" fmla="*/ 1757267 w 3114960"/>
              <a:gd name="connsiteY6442" fmla="*/ 895922 h 5143785"/>
              <a:gd name="connsiteX6443" fmla="*/ 1752600 w 3114960"/>
              <a:gd name="connsiteY6443" fmla="*/ 890207 h 5143785"/>
              <a:gd name="connsiteX6444" fmla="*/ 1747933 w 3114960"/>
              <a:gd name="connsiteY6444" fmla="*/ 895922 h 5143785"/>
              <a:gd name="connsiteX6445" fmla="*/ 1743266 w 3114960"/>
              <a:gd name="connsiteY6445" fmla="*/ 890207 h 5143785"/>
              <a:gd name="connsiteX6446" fmla="*/ 1738598 w 3114960"/>
              <a:gd name="connsiteY6446" fmla="*/ 895922 h 5143785"/>
              <a:gd name="connsiteX6447" fmla="*/ 1733931 w 3114960"/>
              <a:gd name="connsiteY6447" fmla="*/ 890207 h 5143785"/>
              <a:gd name="connsiteX6448" fmla="*/ 1729264 w 3114960"/>
              <a:gd name="connsiteY6448" fmla="*/ 895922 h 5143785"/>
              <a:gd name="connsiteX6449" fmla="*/ 1724692 w 3114960"/>
              <a:gd name="connsiteY6449" fmla="*/ 890207 h 5143785"/>
              <a:gd name="connsiteX6450" fmla="*/ 1720120 w 3114960"/>
              <a:gd name="connsiteY6450" fmla="*/ 895922 h 5143785"/>
              <a:gd name="connsiteX6451" fmla="*/ 1715548 w 3114960"/>
              <a:gd name="connsiteY6451" fmla="*/ 890207 h 5143785"/>
              <a:gd name="connsiteX6452" fmla="*/ 1710976 w 3114960"/>
              <a:gd name="connsiteY6452" fmla="*/ 895922 h 5143785"/>
              <a:gd name="connsiteX6453" fmla="*/ 1706404 w 3114960"/>
              <a:gd name="connsiteY6453" fmla="*/ 890207 h 5143785"/>
              <a:gd name="connsiteX6454" fmla="*/ 1701832 w 3114960"/>
              <a:gd name="connsiteY6454" fmla="*/ 895922 h 5143785"/>
              <a:gd name="connsiteX6455" fmla="*/ 1697165 w 3114960"/>
              <a:gd name="connsiteY6455" fmla="*/ 890207 h 5143785"/>
              <a:gd name="connsiteX6456" fmla="*/ 1692593 w 3114960"/>
              <a:gd name="connsiteY6456" fmla="*/ 895922 h 5143785"/>
              <a:gd name="connsiteX6457" fmla="*/ 1688021 w 3114960"/>
              <a:gd name="connsiteY6457" fmla="*/ 890207 h 5143785"/>
              <a:gd name="connsiteX6458" fmla="*/ 1683449 w 3114960"/>
              <a:gd name="connsiteY6458" fmla="*/ 895922 h 5143785"/>
              <a:gd name="connsiteX6459" fmla="*/ 1678877 w 3114960"/>
              <a:gd name="connsiteY6459" fmla="*/ 890207 h 5143785"/>
              <a:gd name="connsiteX6460" fmla="*/ 1674305 w 3114960"/>
              <a:gd name="connsiteY6460" fmla="*/ 895922 h 5143785"/>
              <a:gd name="connsiteX6461" fmla="*/ 1669637 w 3114960"/>
              <a:gd name="connsiteY6461" fmla="*/ 890207 h 5143785"/>
              <a:gd name="connsiteX6462" fmla="*/ 1664970 w 3114960"/>
              <a:gd name="connsiteY6462" fmla="*/ 895922 h 5143785"/>
              <a:gd name="connsiteX6463" fmla="*/ 1662208 w 3114960"/>
              <a:gd name="connsiteY6463" fmla="*/ 892493 h 5143785"/>
              <a:gd name="connsiteX6464" fmla="*/ 1659636 w 3114960"/>
              <a:gd name="connsiteY6464" fmla="*/ 894588 h 5143785"/>
              <a:gd name="connsiteX6465" fmla="*/ 1627442 w 3114960"/>
              <a:gd name="connsiteY6465" fmla="*/ 894588 h 5143785"/>
              <a:gd name="connsiteX6466" fmla="*/ 1617440 w 3114960"/>
              <a:gd name="connsiteY6466" fmla="*/ 888206 h 5143785"/>
              <a:gd name="connsiteX6467" fmla="*/ 1606391 w 3114960"/>
              <a:gd name="connsiteY6467" fmla="*/ 899255 h 5143785"/>
              <a:gd name="connsiteX6468" fmla="*/ 1617440 w 3114960"/>
              <a:gd name="connsiteY6468" fmla="*/ 910304 h 5143785"/>
              <a:gd name="connsiteX6469" fmla="*/ 1622965 w 3114960"/>
              <a:gd name="connsiteY6469" fmla="*/ 908590 h 5143785"/>
              <a:gd name="connsiteX6470" fmla="*/ 1664018 w 3114960"/>
              <a:gd name="connsiteY6470" fmla="*/ 945166 h 5143785"/>
              <a:gd name="connsiteX6471" fmla="*/ 1686973 w 3114960"/>
              <a:gd name="connsiteY6471" fmla="*/ 945166 h 5143785"/>
              <a:gd name="connsiteX6472" fmla="*/ 1686973 w 3114960"/>
              <a:gd name="connsiteY6472" fmla="*/ 948595 h 5143785"/>
              <a:gd name="connsiteX6473" fmla="*/ 1664018 w 3114960"/>
              <a:gd name="connsiteY6473" fmla="*/ 948595 h 5143785"/>
              <a:gd name="connsiteX6474" fmla="*/ 1615631 w 3114960"/>
              <a:gd name="connsiteY6474" fmla="*/ 1004316 h 5143785"/>
              <a:gd name="connsiteX6475" fmla="*/ 1606963 w 3114960"/>
              <a:gd name="connsiteY6475" fmla="*/ 995648 h 5143785"/>
              <a:gd name="connsiteX6476" fmla="*/ 1615631 w 3114960"/>
              <a:gd name="connsiteY6476" fmla="*/ 986981 h 5143785"/>
              <a:gd name="connsiteX6477" fmla="*/ 1624298 w 3114960"/>
              <a:gd name="connsiteY6477" fmla="*/ 995648 h 5143785"/>
              <a:gd name="connsiteX6478" fmla="*/ 1615631 w 3114960"/>
              <a:gd name="connsiteY6478" fmla="*/ 1004316 h 5143785"/>
              <a:gd name="connsiteX6479" fmla="*/ 1691735 w 3114960"/>
              <a:gd name="connsiteY6479" fmla="*/ 939070 h 5143785"/>
              <a:gd name="connsiteX6480" fmla="*/ 1706975 w 3114960"/>
              <a:gd name="connsiteY6480" fmla="*/ 939070 h 5143785"/>
              <a:gd name="connsiteX6481" fmla="*/ 1706975 w 3114960"/>
              <a:gd name="connsiteY6481" fmla="*/ 954310 h 5143785"/>
              <a:gd name="connsiteX6482" fmla="*/ 1691735 w 3114960"/>
              <a:gd name="connsiteY6482" fmla="*/ 954310 h 5143785"/>
              <a:gd name="connsiteX6483" fmla="*/ 1691735 w 3114960"/>
              <a:gd name="connsiteY6483" fmla="*/ 939070 h 5143785"/>
              <a:gd name="connsiteX6484" fmla="*/ 1770412 w 3114960"/>
              <a:gd name="connsiteY6484" fmla="*/ 954215 h 5143785"/>
              <a:gd name="connsiteX6485" fmla="*/ 1755172 w 3114960"/>
              <a:gd name="connsiteY6485" fmla="*/ 954215 h 5143785"/>
              <a:gd name="connsiteX6486" fmla="*/ 1755172 w 3114960"/>
              <a:gd name="connsiteY6486" fmla="*/ 938975 h 5143785"/>
              <a:gd name="connsiteX6487" fmla="*/ 1770412 w 3114960"/>
              <a:gd name="connsiteY6487" fmla="*/ 938975 h 5143785"/>
              <a:gd name="connsiteX6488" fmla="*/ 1770412 w 3114960"/>
              <a:gd name="connsiteY6488" fmla="*/ 954215 h 5143785"/>
              <a:gd name="connsiteX6489" fmla="*/ 1844707 w 3114960"/>
              <a:gd name="connsiteY6489" fmla="*/ 986123 h 5143785"/>
              <a:gd name="connsiteX6490" fmla="*/ 1853375 w 3114960"/>
              <a:gd name="connsiteY6490" fmla="*/ 994791 h 5143785"/>
              <a:gd name="connsiteX6491" fmla="*/ 1844707 w 3114960"/>
              <a:gd name="connsiteY6491" fmla="*/ 1003459 h 5143785"/>
              <a:gd name="connsiteX6492" fmla="*/ 1836039 w 3114960"/>
              <a:gd name="connsiteY6492" fmla="*/ 994791 h 5143785"/>
              <a:gd name="connsiteX6493" fmla="*/ 1844707 w 3114960"/>
              <a:gd name="connsiteY6493" fmla="*/ 986123 h 5143785"/>
              <a:gd name="connsiteX6494" fmla="*/ 1849374 w 3114960"/>
              <a:gd name="connsiteY6494" fmla="*/ 717518 h 5143785"/>
              <a:gd name="connsiteX6495" fmla="*/ 1853660 w 3114960"/>
              <a:gd name="connsiteY6495" fmla="*/ 717518 h 5143785"/>
              <a:gd name="connsiteX6496" fmla="*/ 1853375 w 3114960"/>
              <a:gd name="connsiteY6496" fmla="*/ 636175 h 5143785"/>
              <a:gd name="connsiteX6497" fmla="*/ 1833372 w 3114960"/>
              <a:gd name="connsiteY6497" fmla="*/ 610648 h 5143785"/>
              <a:gd name="connsiteX6498" fmla="*/ 1837087 w 3114960"/>
              <a:gd name="connsiteY6498" fmla="*/ 607695 h 5143785"/>
              <a:gd name="connsiteX6499" fmla="*/ 1858137 w 3114960"/>
              <a:gd name="connsiteY6499" fmla="*/ 634556 h 5143785"/>
              <a:gd name="connsiteX6500" fmla="*/ 1858423 w 3114960"/>
              <a:gd name="connsiteY6500" fmla="*/ 717614 h 5143785"/>
              <a:gd name="connsiteX6501" fmla="*/ 1862328 w 3114960"/>
              <a:gd name="connsiteY6501" fmla="*/ 717614 h 5143785"/>
              <a:gd name="connsiteX6502" fmla="*/ 1864995 w 3114960"/>
              <a:gd name="connsiteY6502" fmla="*/ 720281 h 5143785"/>
              <a:gd name="connsiteX6503" fmla="*/ 1864995 w 3114960"/>
              <a:gd name="connsiteY6503" fmla="*/ 733235 h 5143785"/>
              <a:gd name="connsiteX6504" fmla="*/ 1862328 w 3114960"/>
              <a:gd name="connsiteY6504" fmla="*/ 735902 h 5143785"/>
              <a:gd name="connsiteX6505" fmla="*/ 1849374 w 3114960"/>
              <a:gd name="connsiteY6505" fmla="*/ 735902 h 5143785"/>
              <a:gd name="connsiteX6506" fmla="*/ 1846707 w 3114960"/>
              <a:gd name="connsiteY6506" fmla="*/ 733235 h 5143785"/>
              <a:gd name="connsiteX6507" fmla="*/ 1846707 w 3114960"/>
              <a:gd name="connsiteY6507" fmla="*/ 720281 h 5143785"/>
              <a:gd name="connsiteX6508" fmla="*/ 1849374 w 3114960"/>
              <a:gd name="connsiteY6508" fmla="*/ 717614 h 5143785"/>
              <a:gd name="connsiteX6509" fmla="*/ 1743456 w 3114960"/>
              <a:gd name="connsiteY6509" fmla="*/ 934307 h 5143785"/>
              <a:gd name="connsiteX6510" fmla="*/ 1718691 w 3114960"/>
              <a:gd name="connsiteY6510" fmla="*/ 934307 h 5143785"/>
              <a:gd name="connsiteX6511" fmla="*/ 1718691 w 3114960"/>
              <a:gd name="connsiteY6511" fmla="*/ 959072 h 5143785"/>
              <a:gd name="connsiteX6512" fmla="*/ 1743456 w 3114960"/>
              <a:gd name="connsiteY6512" fmla="*/ 959072 h 5143785"/>
              <a:gd name="connsiteX6513" fmla="*/ 1743456 w 3114960"/>
              <a:gd name="connsiteY6513" fmla="*/ 934307 h 5143785"/>
              <a:gd name="connsiteX6514" fmla="*/ 1738694 w 3114960"/>
              <a:gd name="connsiteY6514" fmla="*/ 954215 h 5143785"/>
              <a:gd name="connsiteX6515" fmla="*/ 1723453 w 3114960"/>
              <a:gd name="connsiteY6515" fmla="*/ 954215 h 5143785"/>
              <a:gd name="connsiteX6516" fmla="*/ 1723453 w 3114960"/>
              <a:gd name="connsiteY6516" fmla="*/ 938975 h 5143785"/>
              <a:gd name="connsiteX6517" fmla="*/ 1738694 w 3114960"/>
              <a:gd name="connsiteY6517" fmla="*/ 938975 h 5143785"/>
              <a:gd name="connsiteX6518" fmla="*/ 1738694 w 3114960"/>
              <a:gd name="connsiteY6518" fmla="*/ 954215 h 5143785"/>
              <a:gd name="connsiteX6519" fmla="*/ 431387 w 3114960"/>
              <a:gd name="connsiteY6519" fmla="*/ 1959864 h 5143785"/>
              <a:gd name="connsiteX6520" fmla="*/ 417957 w 3114960"/>
              <a:gd name="connsiteY6520" fmla="*/ 1973294 h 5143785"/>
              <a:gd name="connsiteX6521" fmla="*/ 427863 w 3114960"/>
              <a:gd name="connsiteY6521" fmla="*/ 1986248 h 5143785"/>
              <a:gd name="connsiteX6522" fmla="*/ 427863 w 3114960"/>
              <a:gd name="connsiteY6522" fmla="*/ 1989201 h 5143785"/>
              <a:gd name="connsiteX6523" fmla="*/ 435007 w 3114960"/>
              <a:gd name="connsiteY6523" fmla="*/ 1989201 h 5143785"/>
              <a:gd name="connsiteX6524" fmla="*/ 435007 w 3114960"/>
              <a:gd name="connsiteY6524" fmla="*/ 1986248 h 5143785"/>
              <a:gd name="connsiteX6525" fmla="*/ 444913 w 3114960"/>
              <a:gd name="connsiteY6525" fmla="*/ 1973294 h 5143785"/>
              <a:gd name="connsiteX6526" fmla="*/ 431483 w 3114960"/>
              <a:gd name="connsiteY6526" fmla="*/ 1959864 h 5143785"/>
              <a:gd name="connsiteX6527" fmla="*/ 431387 w 3114960"/>
              <a:gd name="connsiteY6527" fmla="*/ 1981962 h 5143785"/>
              <a:gd name="connsiteX6528" fmla="*/ 422720 w 3114960"/>
              <a:gd name="connsiteY6528" fmla="*/ 1973294 h 5143785"/>
              <a:gd name="connsiteX6529" fmla="*/ 431387 w 3114960"/>
              <a:gd name="connsiteY6529" fmla="*/ 1964627 h 5143785"/>
              <a:gd name="connsiteX6530" fmla="*/ 440055 w 3114960"/>
              <a:gd name="connsiteY6530" fmla="*/ 1973294 h 5143785"/>
              <a:gd name="connsiteX6531" fmla="*/ 431387 w 3114960"/>
              <a:gd name="connsiteY6531" fmla="*/ 1981962 h 5143785"/>
              <a:gd name="connsiteX6532" fmla="*/ 427863 w 3114960"/>
              <a:gd name="connsiteY6532" fmla="*/ 2065020 h 5143785"/>
              <a:gd name="connsiteX6533" fmla="*/ 435007 w 3114960"/>
              <a:gd name="connsiteY6533" fmla="*/ 2065020 h 5143785"/>
              <a:gd name="connsiteX6534" fmla="*/ 435007 w 3114960"/>
              <a:gd name="connsiteY6534" fmla="*/ 2073497 h 5143785"/>
              <a:gd name="connsiteX6535" fmla="*/ 427863 w 3114960"/>
              <a:gd name="connsiteY6535" fmla="*/ 2073497 h 5143785"/>
              <a:gd name="connsiteX6536" fmla="*/ 427863 w 3114960"/>
              <a:gd name="connsiteY6536" fmla="*/ 2065020 h 5143785"/>
              <a:gd name="connsiteX6537" fmla="*/ 33433 w 3114960"/>
              <a:gd name="connsiteY6537" fmla="*/ 350044 h 5143785"/>
              <a:gd name="connsiteX6538" fmla="*/ 108109 w 3114960"/>
              <a:gd name="connsiteY6538" fmla="*/ 350044 h 5143785"/>
              <a:gd name="connsiteX6539" fmla="*/ 108109 w 3114960"/>
              <a:gd name="connsiteY6539" fmla="*/ 352235 h 5143785"/>
              <a:gd name="connsiteX6540" fmla="*/ 111919 w 3114960"/>
              <a:gd name="connsiteY6540" fmla="*/ 356045 h 5143785"/>
              <a:gd name="connsiteX6541" fmla="*/ 120777 w 3114960"/>
              <a:gd name="connsiteY6541" fmla="*/ 356045 h 5143785"/>
              <a:gd name="connsiteX6542" fmla="*/ 120777 w 3114960"/>
              <a:gd name="connsiteY6542" fmla="*/ 377095 h 5143785"/>
              <a:gd name="connsiteX6543" fmla="*/ 111919 w 3114960"/>
              <a:gd name="connsiteY6543" fmla="*/ 377095 h 5143785"/>
              <a:gd name="connsiteX6544" fmla="*/ 108109 w 3114960"/>
              <a:gd name="connsiteY6544" fmla="*/ 380905 h 5143785"/>
              <a:gd name="connsiteX6545" fmla="*/ 108109 w 3114960"/>
              <a:gd name="connsiteY6545" fmla="*/ 383000 h 5143785"/>
              <a:gd name="connsiteX6546" fmla="*/ 95 w 3114960"/>
              <a:gd name="connsiteY6546" fmla="*/ 383000 h 5143785"/>
              <a:gd name="connsiteX6547" fmla="*/ 95 w 3114960"/>
              <a:gd name="connsiteY6547" fmla="*/ 387668 h 5143785"/>
              <a:gd name="connsiteX6548" fmla="*/ 108109 w 3114960"/>
              <a:gd name="connsiteY6548" fmla="*/ 387668 h 5143785"/>
              <a:gd name="connsiteX6549" fmla="*/ 108109 w 3114960"/>
              <a:gd name="connsiteY6549" fmla="*/ 389858 h 5143785"/>
              <a:gd name="connsiteX6550" fmla="*/ 111919 w 3114960"/>
              <a:gd name="connsiteY6550" fmla="*/ 393668 h 5143785"/>
              <a:gd name="connsiteX6551" fmla="*/ 120777 w 3114960"/>
              <a:gd name="connsiteY6551" fmla="*/ 393668 h 5143785"/>
              <a:gd name="connsiteX6552" fmla="*/ 120777 w 3114960"/>
              <a:gd name="connsiteY6552" fmla="*/ 414719 h 5143785"/>
              <a:gd name="connsiteX6553" fmla="*/ 111919 w 3114960"/>
              <a:gd name="connsiteY6553" fmla="*/ 414719 h 5143785"/>
              <a:gd name="connsiteX6554" fmla="*/ 108109 w 3114960"/>
              <a:gd name="connsiteY6554" fmla="*/ 418529 h 5143785"/>
              <a:gd name="connsiteX6555" fmla="*/ 108109 w 3114960"/>
              <a:gd name="connsiteY6555" fmla="*/ 419957 h 5143785"/>
              <a:gd name="connsiteX6556" fmla="*/ 95 w 3114960"/>
              <a:gd name="connsiteY6556" fmla="*/ 420243 h 5143785"/>
              <a:gd name="connsiteX6557" fmla="*/ 95 w 3114960"/>
              <a:gd name="connsiteY6557" fmla="*/ 425006 h 5143785"/>
              <a:gd name="connsiteX6558" fmla="*/ 108109 w 3114960"/>
              <a:gd name="connsiteY6558" fmla="*/ 424720 h 5143785"/>
              <a:gd name="connsiteX6559" fmla="*/ 108109 w 3114960"/>
              <a:gd name="connsiteY6559" fmla="*/ 427577 h 5143785"/>
              <a:gd name="connsiteX6560" fmla="*/ 111919 w 3114960"/>
              <a:gd name="connsiteY6560" fmla="*/ 431387 h 5143785"/>
              <a:gd name="connsiteX6561" fmla="*/ 120777 w 3114960"/>
              <a:gd name="connsiteY6561" fmla="*/ 431387 h 5143785"/>
              <a:gd name="connsiteX6562" fmla="*/ 120777 w 3114960"/>
              <a:gd name="connsiteY6562" fmla="*/ 452438 h 5143785"/>
              <a:gd name="connsiteX6563" fmla="*/ 111919 w 3114960"/>
              <a:gd name="connsiteY6563" fmla="*/ 452438 h 5143785"/>
              <a:gd name="connsiteX6564" fmla="*/ 108109 w 3114960"/>
              <a:gd name="connsiteY6564" fmla="*/ 456248 h 5143785"/>
              <a:gd name="connsiteX6565" fmla="*/ 108109 w 3114960"/>
              <a:gd name="connsiteY6565" fmla="*/ 458343 h 5143785"/>
              <a:gd name="connsiteX6566" fmla="*/ 95 w 3114960"/>
              <a:gd name="connsiteY6566" fmla="*/ 458343 h 5143785"/>
              <a:gd name="connsiteX6567" fmla="*/ 95 w 3114960"/>
              <a:gd name="connsiteY6567" fmla="*/ 463106 h 5143785"/>
              <a:gd name="connsiteX6568" fmla="*/ 108109 w 3114960"/>
              <a:gd name="connsiteY6568" fmla="*/ 463106 h 5143785"/>
              <a:gd name="connsiteX6569" fmla="*/ 108109 w 3114960"/>
              <a:gd name="connsiteY6569" fmla="*/ 465201 h 5143785"/>
              <a:gd name="connsiteX6570" fmla="*/ 111919 w 3114960"/>
              <a:gd name="connsiteY6570" fmla="*/ 469011 h 5143785"/>
              <a:gd name="connsiteX6571" fmla="*/ 120396 w 3114960"/>
              <a:gd name="connsiteY6571" fmla="*/ 469011 h 5143785"/>
              <a:gd name="connsiteX6572" fmla="*/ 120396 w 3114960"/>
              <a:gd name="connsiteY6572" fmla="*/ 490061 h 5143785"/>
              <a:gd name="connsiteX6573" fmla="*/ 111919 w 3114960"/>
              <a:gd name="connsiteY6573" fmla="*/ 490061 h 5143785"/>
              <a:gd name="connsiteX6574" fmla="*/ 108109 w 3114960"/>
              <a:gd name="connsiteY6574" fmla="*/ 493871 h 5143785"/>
              <a:gd name="connsiteX6575" fmla="*/ 108109 w 3114960"/>
              <a:gd name="connsiteY6575" fmla="*/ 495967 h 5143785"/>
              <a:gd name="connsiteX6576" fmla="*/ 49435 w 3114960"/>
              <a:gd name="connsiteY6576" fmla="*/ 495490 h 5143785"/>
              <a:gd name="connsiteX6577" fmla="*/ 29909 w 3114960"/>
              <a:gd name="connsiteY6577" fmla="*/ 478631 h 5143785"/>
              <a:gd name="connsiteX6578" fmla="*/ 95 w 3114960"/>
              <a:gd name="connsiteY6578" fmla="*/ 478631 h 5143785"/>
              <a:gd name="connsiteX6579" fmla="*/ 95 w 3114960"/>
              <a:gd name="connsiteY6579" fmla="*/ 483394 h 5143785"/>
              <a:gd name="connsiteX6580" fmla="*/ 28099 w 3114960"/>
              <a:gd name="connsiteY6580" fmla="*/ 483394 h 5143785"/>
              <a:gd name="connsiteX6581" fmla="*/ 47625 w 3114960"/>
              <a:gd name="connsiteY6581" fmla="*/ 500253 h 5143785"/>
              <a:gd name="connsiteX6582" fmla="*/ 108014 w 3114960"/>
              <a:gd name="connsiteY6582" fmla="*/ 500729 h 5143785"/>
              <a:gd name="connsiteX6583" fmla="*/ 108014 w 3114960"/>
              <a:gd name="connsiteY6583" fmla="*/ 502920 h 5143785"/>
              <a:gd name="connsiteX6584" fmla="*/ 111823 w 3114960"/>
              <a:gd name="connsiteY6584" fmla="*/ 506730 h 5143785"/>
              <a:gd name="connsiteX6585" fmla="*/ 120682 w 3114960"/>
              <a:gd name="connsiteY6585" fmla="*/ 506730 h 5143785"/>
              <a:gd name="connsiteX6586" fmla="*/ 120682 w 3114960"/>
              <a:gd name="connsiteY6586" fmla="*/ 527780 h 5143785"/>
              <a:gd name="connsiteX6587" fmla="*/ 111823 w 3114960"/>
              <a:gd name="connsiteY6587" fmla="*/ 527780 h 5143785"/>
              <a:gd name="connsiteX6588" fmla="*/ 108014 w 3114960"/>
              <a:gd name="connsiteY6588" fmla="*/ 531590 h 5143785"/>
              <a:gd name="connsiteX6589" fmla="*/ 108014 w 3114960"/>
              <a:gd name="connsiteY6589" fmla="*/ 532924 h 5143785"/>
              <a:gd name="connsiteX6590" fmla="*/ 49340 w 3114960"/>
              <a:gd name="connsiteY6590" fmla="*/ 532448 h 5143785"/>
              <a:gd name="connsiteX6591" fmla="*/ 29813 w 3114960"/>
              <a:gd name="connsiteY6591" fmla="*/ 515588 h 5143785"/>
              <a:gd name="connsiteX6592" fmla="*/ 95 w 3114960"/>
              <a:gd name="connsiteY6592" fmla="*/ 515588 h 5143785"/>
              <a:gd name="connsiteX6593" fmla="*/ 95 w 3114960"/>
              <a:gd name="connsiteY6593" fmla="*/ 520446 h 5143785"/>
              <a:gd name="connsiteX6594" fmla="*/ 28099 w 3114960"/>
              <a:gd name="connsiteY6594" fmla="*/ 520446 h 5143785"/>
              <a:gd name="connsiteX6595" fmla="*/ 47625 w 3114960"/>
              <a:gd name="connsiteY6595" fmla="*/ 537210 h 5143785"/>
              <a:gd name="connsiteX6596" fmla="*/ 108014 w 3114960"/>
              <a:gd name="connsiteY6596" fmla="*/ 537686 h 5143785"/>
              <a:gd name="connsiteX6597" fmla="*/ 108014 w 3114960"/>
              <a:gd name="connsiteY6597" fmla="*/ 540544 h 5143785"/>
              <a:gd name="connsiteX6598" fmla="*/ 111823 w 3114960"/>
              <a:gd name="connsiteY6598" fmla="*/ 544354 h 5143785"/>
              <a:gd name="connsiteX6599" fmla="*/ 120682 w 3114960"/>
              <a:gd name="connsiteY6599" fmla="*/ 544354 h 5143785"/>
              <a:gd name="connsiteX6600" fmla="*/ 120682 w 3114960"/>
              <a:gd name="connsiteY6600" fmla="*/ 565404 h 5143785"/>
              <a:gd name="connsiteX6601" fmla="*/ 111823 w 3114960"/>
              <a:gd name="connsiteY6601" fmla="*/ 565404 h 5143785"/>
              <a:gd name="connsiteX6602" fmla="*/ 108014 w 3114960"/>
              <a:gd name="connsiteY6602" fmla="*/ 569214 h 5143785"/>
              <a:gd name="connsiteX6603" fmla="*/ 108014 w 3114960"/>
              <a:gd name="connsiteY6603" fmla="*/ 571310 h 5143785"/>
              <a:gd name="connsiteX6604" fmla="*/ 77819 w 3114960"/>
              <a:gd name="connsiteY6604" fmla="*/ 571310 h 5143785"/>
              <a:gd name="connsiteX6605" fmla="*/ 48578 w 3114960"/>
              <a:gd name="connsiteY6605" fmla="*/ 587597 h 5143785"/>
              <a:gd name="connsiteX6606" fmla="*/ 95 w 3114960"/>
              <a:gd name="connsiteY6606" fmla="*/ 587597 h 5143785"/>
              <a:gd name="connsiteX6607" fmla="*/ 95 w 3114960"/>
              <a:gd name="connsiteY6607" fmla="*/ 592360 h 5143785"/>
              <a:gd name="connsiteX6608" fmla="*/ 49816 w 3114960"/>
              <a:gd name="connsiteY6608" fmla="*/ 592360 h 5143785"/>
              <a:gd name="connsiteX6609" fmla="*/ 79058 w 3114960"/>
              <a:gd name="connsiteY6609" fmla="*/ 576072 h 5143785"/>
              <a:gd name="connsiteX6610" fmla="*/ 108014 w 3114960"/>
              <a:gd name="connsiteY6610" fmla="*/ 576072 h 5143785"/>
              <a:gd name="connsiteX6611" fmla="*/ 108014 w 3114960"/>
              <a:gd name="connsiteY6611" fmla="*/ 578168 h 5143785"/>
              <a:gd name="connsiteX6612" fmla="*/ 111823 w 3114960"/>
              <a:gd name="connsiteY6612" fmla="*/ 581978 h 5143785"/>
              <a:gd name="connsiteX6613" fmla="*/ 131921 w 3114960"/>
              <a:gd name="connsiteY6613" fmla="*/ 581978 h 5143785"/>
              <a:gd name="connsiteX6614" fmla="*/ 135731 w 3114960"/>
              <a:gd name="connsiteY6614" fmla="*/ 578168 h 5143785"/>
              <a:gd name="connsiteX6615" fmla="*/ 135731 w 3114960"/>
              <a:gd name="connsiteY6615" fmla="*/ 569214 h 5143785"/>
              <a:gd name="connsiteX6616" fmla="*/ 131921 w 3114960"/>
              <a:gd name="connsiteY6616" fmla="*/ 565404 h 5143785"/>
              <a:gd name="connsiteX6617" fmla="*/ 123063 w 3114960"/>
              <a:gd name="connsiteY6617" fmla="*/ 565404 h 5143785"/>
              <a:gd name="connsiteX6618" fmla="*/ 123063 w 3114960"/>
              <a:gd name="connsiteY6618" fmla="*/ 544354 h 5143785"/>
              <a:gd name="connsiteX6619" fmla="*/ 131921 w 3114960"/>
              <a:gd name="connsiteY6619" fmla="*/ 544354 h 5143785"/>
              <a:gd name="connsiteX6620" fmla="*/ 135731 w 3114960"/>
              <a:gd name="connsiteY6620" fmla="*/ 540544 h 5143785"/>
              <a:gd name="connsiteX6621" fmla="*/ 135731 w 3114960"/>
              <a:gd name="connsiteY6621" fmla="*/ 531590 h 5143785"/>
              <a:gd name="connsiteX6622" fmla="*/ 131921 w 3114960"/>
              <a:gd name="connsiteY6622" fmla="*/ 527780 h 5143785"/>
              <a:gd name="connsiteX6623" fmla="*/ 123063 w 3114960"/>
              <a:gd name="connsiteY6623" fmla="*/ 527780 h 5143785"/>
              <a:gd name="connsiteX6624" fmla="*/ 123063 w 3114960"/>
              <a:gd name="connsiteY6624" fmla="*/ 506730 h 5143785"/>
              <a:gd name="connsiteX6625" fmla="*/ 131921 w 3114960"/>
              <a:gd name="connsiteY6625" fmla="*/ 506730 h 5143785"/>
              <a:gd name="connsiteX6626" fmla="*/ 135731 w 3114960"/>
              <a:gd name="connsiteY6626" fmla="*/ 502920 h 5143785"/>
              <a:gd name="connsiteX6627" fmla="*/ 135731 w 3114960"/>
              <a:gd name="connsiteY6627" fmla="*/ 493967 h 5143785"/>
              <a:gd name="connsiteX6628" fmla="*/ 131921 w 3114960"/>
              <a:gd name="connsiteY6628" fmla="*/ 490157 h 5143785"/>
              <a:gd name="connsiteX6629" fmla="*/ 122682 w 3114960"/>
              <a:gd name="connsiteY6629" fmla="*/ 490157 h 5143785"/>
              <a:gd name="connsiteX6630" fmla="*/ 122682 w 3114960"/>
              <a:gd name="connsiteY6630" fmla="*/ 469106 h 5143785"/>
              <a:gd name="connsiteX6631" fmla="*/ 131921 w 3114960"/>
              <a:gd name="connsiteY6631" fmla="*/ 469106 h 5143785"/>
              <a:gd name="connsiteX6632" fmla="*/ 135731 w 3114960"/>
              <a:gd name="connsiteY6632" fmla="*/ 465296 h 5143785"/>
              <a:gd name="connsiteX6633" fmla="*/ 135731 w 3114960"/>
              <a:gd name="connsiteY6633" fmla="*/ 456343 h 5143785"/>
              <a:gd name="connsiteX6634" fmla="*/ 131921 w 3114960"/>
              <a:gd name="connsiteY6634" fmla="*/ 452533 h 5143785"/>
              <a:gd name="connsiteX6635" fmla="*/ 123063 w 3114960"/>
              <a:gd name="connsiteY6635" fmla="*/ 452533 h 5143785"/>
              <a:gd name="connsiteX6636" fmla="*/ 123063 w 3114960"/>
              <a:gd name="connsiteY6636" fmla="*/ 431483 h 5143785"/>
              <a:gd name="connsiteX6637" fmla="*/ 131921 w 3114960"/>
              <a:gd name="connsiteY6637" fmla="*/ 431483 h 5143785"/>
              <a:gd name="connsiteX6638" fmla="*/ 135731 w 3114960"/>
              <a:gd name="connsiteY6638" fmla="*/ 427673 h 5143785"/>
              <a:gd name="connsiteX6639" fmla="*/ 135731 w 3114960"/>
              <a:gd name="connsiteY6639" fmla="*/ 418719 h 5143785"/>
              <a:gd name="connsiteX6640" fmla="*/ 131921 w 3114960"/>
              <a:gd name="connsiteY6640" fmla="*/ 414909 h 5143785"/>
              <a:gd name="connsiteX6641" fmla="*/ 123063 w 3114960"/>
              <a:gd name="connsiteY6641" fmla="*/ 414909 h 5143785"/>
              <a:gd name="connsiteX6642" fmla="*/ 123063 w 3114960"/>
              <a:gd name="connsiteY6642" fmla="*/ 393859 h 5143785"/>
              <a:gd name="connsiteX6643" fmla="*/ 131921 w 3114960"/>
              <a:gd name="connsiteY6643" fmla="*/ 393859 h 5143785"/>
              <a:gd name="connsiteX6644" fmla="*/ 135731 w 3114960"/>
              <a:gd name="connsiteY6644" fmla="*/ 390049 h 5143785"/>
              <a:gd name="connsiteX6645" fmla="*/ 135731 w 3114960"/>
              <a:gd name="connsiteY6645" fmla="*/ 381095 h 5143785"/>
              <a:gd name="connsiteX6646" fmla="*/ 131921 w 3114960"/>
              <a:gd name="connsiteY6646" fmla="*/ 377285 h 5143785"/>
              <a:gd name="connsiteX6647" fmla="*/ 123063 w 3114960"/>
              <a:gd name="connsiteY6647" fmla="*/ 377285 h 5143785"/>
              <a:gd name="connsiteX6648" fmla="*/ 123063 w 3114960"/>
              <a:gd name="connsiteY6648" fmla="*/ 356235 h 5143785"/>
              <a:gd name="connsiteX6649" fmla="*/ 131921 w 3114960"/>
              <a:gd name="connsiteY6649" fmla="*/ 356235 h 5143785"/>
              <a:gd name="connsiteX6650" fmla="*/ 135731 w 3114960"/>
              <a:gd name="connsiteY6650" fmla="*/ 352425 h 5143785"/>
              <a:gd name="connsiteX6651" fmla="*/ 135731 w 3114960"/>
              <a:gd name="connsiteY6651" fmla="*/ 343472 h 5143785"/>
              <a:gd name="connsiteX6652" fmla="*/ 131921 w 3114960"/>
              <a:gd name="connsiteY6652" fmla="*/ 339662 h 5143785"/>
              <a:gd name="connsiteX6653" fmla="*/ 111823 w 3114960"/>
              <a:gd name="connsiteY6653" fmla="*/ 339662 h 5143785"/>
              <a:gd name="connsiteX6654" fmla="*/ 108014 w 3114960"/>
              <a:gd name="connsiteY6654" fmla="*/ 343472 h 5143785"/>
              <a:gd name="connsiteX6655" fmla="*/ 108014 w 3114960"/>
              <a:gd name="connsiteY6655" fmla="*/ 345567 h 5143785"/>
              <a:gd name="connsiteX6656" fmla="*/ 35243 w 3114960"/>
              <a:gd name="connsiteY6656" fmla="*/ 345567 h 5143785"/>
              <a:gd name="connsiteX6657" fmla="*/ 19622 w 3114960"/>
              <a:gd name="connsiteY6657" fmla="*/ 331280 h 5143785"/>
              <a:gd name="connsiteX6658" fmla="*/ 95 w 3114960"/>
              <a:gd name="connsiteY6658" fmla="*/ 331280 h 5143785"/>
              <a:gd name="connsiteX6659" fmla="*/ 95 w 3114960"/>
              <a:gd name="connsiteY6659" fmla="*/ 336042 h 5143785"/>
              <a:gd name="connsiteX6660" fmla="*/ 17812 w 3114960"/>
              <a:gd name="connsiteY6660" fmla="*/ 336042 h 5143785"/>
              <a:gd name="connsiteX6661" fmla="*/ 33433 w 3114960"/>
              <a:gd name="connsiteY6661" fmla="*/ 350234 h 5143785"/>
              <a:gd name="connsiteX6662" fmla="*/ 118682 w 3114960"/>
              <a:gd name="connsiteY6662" fmla="*/ 388525 h 5143785"/>
              <a:gd name="connsiteX6663" fmla="*/ 119348 w 3114960"/>
              <a:gd name="connsiteY6663" fmla="*/ 389001 h 5143785"/>
              <a:gd name="connsiteX6664" fmla="*/ 112871 w 3114960"/>
              <a:gd name="connsiteY6664" fmla="*/ 389001 h 5143785"/>
              <a:gd name="connsiteX6665" fmla="*/ 112871 w 3114960"/>
              <a:gd name="connsiteY6665" fmla="*/ 381857 h 5143785"/>
              <a:gd name="connsiteX6666" fmla="*/ 119348 w 3114960"/>
              <a:gd name="connsiteY6666" fmla="*/ 381857 h 5143785"/>
              <a:gd name="connsiteX6667" fmla="*/ 122301 w 3114960"/>
              <a:gd name="connsiteY6667" fmla="*/ 384143 h 5143785"/>
              <a:gd name="connsiteX6668" fmla="*/ 118777 w 3114960"/>
              <a:gd name="connsiteY6668" fmla="*/ 386525 h 5143785"/>
              <a:gd name="connsiteX6669" fmla="*/ 118301 w 3114960"/>
              <a:gd name="connsiteY6669" fmla="*/ 387477 h 5143785"/>
              <a:gd name="connsiteX6670" fmla="*/ 118777 w 3114960"/>
              <a:gd name="connsiteY6670" fmla="*/ 388430 h 5143785"/>
              <a:gd name="connsiteX6671" fmla="*/ 118682 w 3114960"/>
              <a:gd name="connsiteY6671" fmla="*/ 426244 h 5143785"/>
              <a:gd name="connsiteX6672" fmla="*/ 119253 w 3114960"/>
              <a:gd name="connsiteY6672" fmla="*/ 426720 h 5143785"/>
              <a:gd name="connsiteX6673" fmla="*/ 112776 w 3114960"/>
              <a:gd name="connsiteY6673" fmla="*/ 426720 h 5143785"/>
              <a:gd name="connsiteX6674" fmla="*/ 112776 w 3114960"/>
              <a:gd name="connsiteY6674" fmla="*/ 419576 h 5143785"/>
              <a:gd name="connsiteX6675" fmla="*/ 119253 w 3114960"/>
              <a:gd name="connsiteY6675" fmla="*/ 419576 h 5143785"/>
              <a:gd name="connsiteX6676" fmla="*/ 122206 w 3114960"/>
              <a:gd name="connsiteY6676" fmla="*/ 421958 h 5143785"/>
              <a:gd name="connsiteX6677" fmla="*/ 118682 w 3114960"/>
              <a:gd name="connsiteY6677" fmla="*/ 424339 h 5143785"/>
              <a:gd name="connsiteX6678" fmla="*/ 118205 w 3114960"/>
              <a:gd name="connsiteY6678" fmla="*/ 425291 h 5143785"/>
              <a:gd name="connsiteX6679" fmla="*/ 118682 w 3114960"/>
              <a:gd name="connsiteY6679" fmla="*/ 426244 h 5143785"/>
              <a:gd name="connsiteX6680" fmla="*/ 118682 w 3114960"/>
              <a:gd name="connsiteY6680" fmla="*/ 464058 h 5143785"/>
              <a:gd name="connsiteX6681" fmla="*/ 119348 w 3114960"/>
              <a:gd name="connsiteY6681" fmla="*/ 464534 h 5143785"/>
              <a:gd name="connsiteX6682" fmla="*/ 112871 w 3114960"/>
              <a:gd name="connsiteY6682" fmla="*/ 464534 h 5143785"/>
              <a:gd name="connsiteX6683" fmla="*/ 112871 w 3114960"/>
              <a:gd name="connsiteY6683" fmla="*/ 457390 h 5143785"/>
              <a:gd name="connsiteX6684" fmla="*/ 119348 w 3114960"/>
              <a:gd name="connsiteY6684" fmla="*/ 457390 h 5143785"/>
              <a:gd name="connsiteX6685" fmla="*/ 122301 w 3114960"/>
              <a:gd name="connsiteY6685" fmla="*/ 459772 h 5143785"/>
              <a:gd name="connsiteX6686" fmla="*/ 118777 w 3114960"/>
              <a:gd name="connsiteY6686" fmla="*/ 462153 h 5143785"/>
              <a:gd name="connsiteX6687" fmla="*/ 118301 w 3114960"/>
              <a:gd name="connsiteY6687" fmla="*/ 463106 h 5143785"/>
              <a:gd name="connsiteX6688" fmla="*/ 118777 w 3114960"/>
              <a:gd name="connsiteY6688" fmla="*/ 464058 h 5143785"/>
              <a:gd name="connsiteX6689" fmla="*/ 118682 w 3114960"/>
              <a:gd name="connsiteY6689" fmla="*/ 501777 h 5143785"/>
              <a:gd name="connsiteX6690" fmla="*/ 119348 w 3114960"/>
              <a:gd name="connsiteY6690" fmla="*/ 502253 h 5143785"/>
              <a:gd name="connsiteX6691" fmla="*/ 112871 w 3114960"/>
              <a:gd name="connsiteY6691" fmla="*/ 502253 h 5143785"/>
              <a:gd name="connsiteX6692" fmla="*/ 112871 w 3114960"/>
              <a:gd name="connsiteY6692" fmla="*/ 495110 h 5143785"/>
              <a:gd name="connsiteX6693" fmla="*/ 119348 w 3114960"/>
              <a:gd name="connsiteY6693" fmla="*/ 495110 h 5143785"/>
              <a:gd name="connsiteX6694" fmla="*/ 122301 w 3114960"/>
              <a:gd name="connsiteY6694" fmla="*/ 497396 h 5143785"/>
              <a:gd name="connsiteX6695" fmla="*/ 118777 w 3114960"/>
              <a:gd name="connsiteY6695" fmla="*/ 499777 h 5143785"/>
              <a:gd name="connsiteX6696" fmla="*/ 118301 w 3114960"/>
              <a:gd name="connsiteY6696" fmla="*/ 500729 h 5143785"/>
              <a:gd name="connsiteX6697" fmla="*/ 118777 w 3114960"/>
              <a:gd name="connsiteY6697" fmla="*/ 501682 h 5143785"/>
              <a:gd name="connsiteX6698" fmla="*/ 118682 w 3114960"/>
              <a:gd name="connsiteY6698" fmla="*/ 539496 h 5143785"/>
              <a:gd name="connsiteX6699" fmla="*/ 119253 w 3114960"/>
              <a:gd name="connsiteY6699" fmla="*/ 539972 h 5143785"/>
              <a:gd name="connsiteX6700" fmla="*/ 112776 w 3114960"/>
              <a:gd name="connsiteY6700" fmla="*/ 539972 h 5143785"/>
              <a:gd name="connsiteX6701" fmla="*/ 112776 w 3114960"/>
              <a:gd name="connsiteY6701" fmla="*/ 532829 h 5143785"/>
              <a:gd name="connsiteX6702" fmla="*/ 119253 w 3114960"/>
              <a:gd name="connsiteY6702" fmla="*/ 532829 h 5143785"/>
              <a:gd name="connsiteX6703" fmla="*/ 122206 w 3114960"/>
              <a:gd name="connsiteY6703" fmla="*/ 535115 h 5143785"/>
              <a:gd name="connsiteX6704" fmla="*/ 118682 w 3114960"/>
              <a:gd name="connsiteY6704" fmla="*/ 537496 h 5143785"/>
              <a:gd name="connsiteX6705" fmla="*/ 118205 w 3114960"/>
              <a:gd name="connsiteY6705" fmla="*/ 538448 h 5143785"/>
              <a:gd name="connsiteX6706" fmla="*/ 118682 w 3114960"/>
              <a:gd name="connsiteY6706" fmla="*/ 539401 h 5143785"/>
              <a:gd name="connsiteX6707" fmla="*/ 112871 w 3114960"/>
              <a:gd name="connsiteY6707" fmla="*/ 577691 h 5143785"/>
              <a:gd name="connsiteX6708" fmla="*/ 112871 w 3114960"/>
              <a:gd name="connsiteY6708" fmla="*/ 570548 h 5143785"/>
              <a:gd name="connsiteX6709" fmla="*/ 119729 w 3114960"/>
              <a:gd name="connsiteY6709" fmla="*/ 570548 h 5143785"/>
              <a:gd name="connsiteX6710" fmla="*/ 122682 w 3114960"/>
              <a:gd name="connsiteY6710" fmla="*/ 572834 h 5143785"/>
              <a:gd name="connsiteX6711" fmla="*/ 119158 w 3114960"/>
              <a:gd name="connsiteY6711" fmla="*/ 575215 h 5143785"/>
              <a:gd name="connsiteX6712" fmla="*/ 118682 w 3114960"/>
              <a:gd name="connsiteY6712" fmla="*/ 576167 h 5143785"/>
              <a:gd name="connsiteX6713" fmla="*/ 119158 w 3114960"/>
              <a:gd name="connsiteY6713" fmla="*/ 577120 h 5143785"/>
              <a:gd name="connsiteX6714" fmla="*/ 119825 w 3114960"/>
              <a:gd name="connsiteY6714" fmla="*/ 577596 h 5143785"/>
              <a:gd name="connsiteX6715" fmla="*/ 112967 w 3114960"/>
              <a:gd name="connsiteY6715" fmla="*/ 577596 h 5143785"/>
              <a:gd name="connsiteX6716" fmla="*/ 125444 w 3114960"/>
              <a:gd name="connsiteY6716" fmla="*/ 571976 h 5143785"/>
              <a:gd name="connsiteX6717" fmla="*/ 123539 w 3114960"/>
              <a:gd name="connsiteY6717" fmla="*/ 570548 h 5143785"/>
              <a:gd name="connsiteX6718" fmla="*/ 131064 w 3114960"/>
              <a:gd name="connsiteY6718" fmla="*/ 570548 h 5143785"/>
              <a:gd name="connsiteX6719" fmla="*/ 131064 w 3114960"/>
              <a:gd name="connsiteY6719" fmla="*/ 577691 h 5143785"/>
              <a:gd name="connsiteX6720" fmla="*/ 123539 w 3114960"/>
              <a:gd name="connsiteY6720" fmla="*/ 577691 h 5143785"/>
              <a:gd name="connsiteX6721" fmla="*/ 121825 w 3114960"/>
              <a:gd name="connsiteY6721" fmla="*/ 576358 h 5143785"/>
              <a:gd name="connsiteX6722" fmla="*/ 125349 w 3114960"/>
              <a:gd name="connsiteY6722" fmla="*/ 573977 h 5143785"/>
              <a:gd name="connsiteX6723" fmla="*/ 125825 w 3114960"/>
              <a:gd name="connsiteY6723" fmla="*/ 573024 h 5143785"/>
              <a:gd name="connsiteX6724" fmla="*/ 125349 w 3114960"/>
              <a:gd name="connsiteY6724" fmla="*/ 572072 h 5143785"/>
              <a:gd name="connsiteX6725" fmla="*/ 124968 w 3114960"/>
              <a:gd name="connsiteY6725" fmla="*/ 534257 h 5143785"/>
              <a:gd name="connsiteX6726" fmla="*/ 123063 w 3114960"/>
              <a:gd name="connsiteY6726" fmla="*/ 532829 h 5143785"/>
              <a:gd name="connsiteX6727" fmla="*/ 130969 w 3114960"/>
              <a:gd name="connsiteY6727" fmla="*/ 532829 h 5143785"/>
              <a:gd name="connsiteX6728" fmla="*/ 130969 w 3114960"/>
              <a:gd name="connsiteY6728" fmla="*/ 539972 h 5143785"/>
              <a:gd name="connsiteX6729" fmla="*/ 123063 w 3114960"/>
              <a:gd name="connsiteY6729" fmla="*/ 539972 h 5143785"/>
              <a:gd name="connsiteX6730" fmla="*/ 121348 w 3114960"/>
              <a:gd name="connsiteY6730" fmla="*/ 538639 h 5143785"/>
              <a:gd name="connsiteX6731" fmla="*/ 124873 w 3114960"/>
              <a:gd name="connsiteY6731" fmla="*/ 536258 h 5143785"/>
              <a:gd name="connsiteX6732" fmla="*/ 125349 w 3114960"/>
              <a:gd name="connsiteY6732" fmla="*/ 535305 h 5143785"/>
              <a:gd name="connsiteX6733" fmla="*/ 124873 w 3114960"/>
              <a:gd name="connsiteY6733" fmla="*/ 534353 h 5143785"/>
              <a:gd name="connsiteX6734" fmla="*/ 124968 w 3114960"/>
              <a:gd name="connsiteY6734" fmla="*/ 496538 h 5143785"/>
              <a:gd name="connsiteX6735" fmla="*/ 123063 w 3114960"/>
              <a:gd name="connsiteY6735" fmla="*/ 495110 h 5143785"/>
              <a:gd name="connsiteX6736" fmla="*/ 130969 w 3114960"/>
              <a:gd name="connsiteY6736" fmla="*/ 495110 h 5143785"/>
              <a:gd name="connsiteX6737" fmla="*/ 130969 w 3114960"/>
              <a:gd name="connsiteY6737" fmla="*/ 502253 h 5143785"/>
              <a:gd name="connsiteX6738" fmla="*/ 123063 w 3114960"/>
              <a:gd name="connsiteY6738" fmla="*/ 502253 h 5143785"/>
              <a:gd name="connsiteX6739" fmla="*/ 121348 w 3114960"/>
              <a:gd name="connsiteY6739" fmla="*/ 500920 h 5143785"/>
              <a:gd name="connsiteX6740" fmla="*/ 124873 w 3114960"/>
              <a:gd name="connsiteY6740" fmla="*/ 498539 h 5143785"/>
              <a:gd name="connsiteX6741" fmla="*/ 125349 w 3114960"/>
              <a:gd name="connsiteY6741" fmla="*/ 497586 h 5143785"/>
              <a:gd name="connsiteX6742" fmla="*/ 124873 w 3114960"/>
              <a:gd name="connsiteY6742" fmla="*/ 496634 h 5143785"/>
              <a:gd name="connsiteX6743" fmla="*/ 124968 w 3114960"/>
              <a:gd name="connsiteY6743" fmla="*/ 458819 h 5143785"/>
              <a:gd name="connsiteX6744" fmla="*/ 123063 w 3114960"/>
              <a:gd name="connsiteY6744" fmla="*/ 457390 h 5143785"/>
              <a:gd name="connsiteX6745" fmla="*/ 130969 w 3114960"/>
              <a:gd name="connsiteY6745" fmla="*/ 457390 h 5143785"/>
              <a:gd name="connsiteX6746" fmla="*/ 130969 w 3114960"/>
              <a:gd name="connsiteY6746" fmla="*/ 464534 h 5143785"/>
              <a:gd name="connsiteX6747" fmla="*/ 123063 w 3114960"/>
              <a:gd name="connsiteY6747" fmla="*/ 464534 h 5143785"/>
              <a:gd name="connsiteX6748" fmla="*/ 121348 w 3114960"/>
              <a:gd name="connsiteY6748" fmla="*/ 463201 h 5143785"/>
              <a:gd name="connsiteX6749" fmla="*/ 124873 w 3114960"/>
              <a:gd name="connsiteY6749" fmla="*/ 460820 h 5143785"/>
              <a:gd name="connsiteX6750" fmla="*/ 125349 w 3114960"/>
              <a:gd name="connsiteY6750" fmla="*/ 459867 h 5143785"/>
              <a:gd name="connsiteX6751" fmla="*/ 124873 w 3114960"/>
              <a:gd name="connsiteY6751" fmla="*/ 458914 h 5143785"/>
              <a:gd name="connsiteX6752" fmla="*/ 124968 w 3114960"/>
              <a:gd name="connsiteY6752" fmla="*/ 421100 h 5143785"/>
              <a:gd name="connsiteX6753" fmla="*/ 123063 w 3114960"/>
              <a:gd name="connsiteY6753" fmla="*/ 419672 h 5143785"/>
              <a:gd name="connsiteX6754" fmla="*/ 130969 w 3114960"/>
              <a:gd name="connsiteY6754" fmla="*/ 419672 h 5143785"/>
              <a:gd name="connsiteX6755" fmla="*/ 130969 w 3114960"/>
              <a:gd name="connsiteY6755" fmla="*/ 426815 h 5143785"/>
              <a:gd name="connsiteX6756" fmla="*/ 123063 w 3114960"/>
              <a:gd name="connsiteY6756" fmla="*/ 426815 h 5143785"/>
              <a:gd name="connsiteX6757" fmla="*/ 121348 w 3114960"/>
              <a:gd name="connsiteY6757" fmla="*/ 425482 h 5143785"/>
              <a:gd name="connsiteX6758" fmla="*/ 124873 w 3114960"/>
              <a:gd name="connsiteY6758" fmla="*/ 423101 h 5143785"/>
              <a:gd name="connsiteX6759" fmla="*/ 125349 w 3114960"/>
              <a:gd name="connsiteY6759" fmla="*/ 422148 h 5143785"/>
              <a:gd name="connsiteX6760" fmla="*/ 124873 w 3114960"/>
              <a:gd name="connsiteY6760" fmla="*/ 421196 h 5143785"/>
              <a:gd name="connsiteX6761" fmla="*/ 124968 w 3114960"/>
              <a:gd name="connsiteY6761" fmla="*/ 383381 h 5143785"/>
              <a:gd name="connsiteX6762" fmla="*/ 123063 w 3114960"/>
              <a:gd name="connsiteY6762" fmla="*/ 381953 h 5143785"/>
              <a:gd name="connsiteX6763" fmla="*/ 130969 w 3114960"/>
              <a:gd name="connsiteY6763" fmla="*/ 381953 h 5143785"/>
              <a:gd name="connsiteX6764" fmla="*/ 130969 w 3114960"/>
              <a:gd name="connsiteY6764" fmla="*/ 389096 h 5143785"/>
              <a:gd name="connsiteX6765" fmla="*/ 123063 w 3114960"/>
              <a:gd name="connsiteY6765" fmla="*/ 389096 h 5143785"/>
              <a:gd name="connsiteX6766" fmla="*/ 121348 w 3114960"/>
              <a:gd name="connsiteY6766" fmla="*/ 387763 h 5143785"/>
              <a:gd name="connsiteX6767" fmla="*/ 124873 w 3114960"/>
              <a:gd name="connsiteY6767" fmla="*/ 385382 h 5143785"/>
              <a:gd name="connsiteX6768" fmla="*/ 125349 w 3114960"/>
              <a:gd name="connsiteY6768" fmla="*/ 384429 h 5143785"/>
              <a:gd name="connsiteX6769" fmla="*/ 124873 w 3114960"/>
              <a:gd name="connsiteY6769" fmla="*/ 383477 h 5143785"/>
              <a:gd name="connsiteX6770" fmla="*/ 131064 w 3114960"/>
              <a:gd name="connsiteY6770" fmla="*/ 344138 h 5143785"/>
              <a:gd name="connsiteX6771" fmla="*/ 131064 w 3114960"/>
              <a:gd name="connsiteY6771" fmla="*/ 351282 h 5143785"/>
              <a:gd name="connsiteX6772" fmla="*/ 123158 w 3114960"/>
              <a:gd name="connsiteY6772" fmla="*/ 351282 h 5143785"/>
              <a:gd name="connsiteX6773" fmla="*/ 121444 w 3114960"/>
              <a:gd name="connsiteY6773" fmla="*/ 349949 h 5143785"/>
              <a:gd name="connsiteX6774" fmla="*/ 124968 w 3114960"/>
              <a:gd name="connsiteY6774" fmla="*/ 347567 h 5143785"/>
              <a:gd name="connsiteX6775" fmla="*/ 125444 w 3114960"/>
              <a:gd name="connsiteY6775" fmla="*/ 346615 h 5143785"/>
              <a:gd name="connsiteX6776" fmla="*/ 124968 w 3114960"/>
              <a:gd name="connsiteY6776" fmla="*/ 345662 h 5143785"/>
              <a:gd name="connsiteX6777" fmla="*/ 123063 w 3114960"/>
              <a:gd name="connsiteY6777" fmla="*/ 344234 h 5143785"/>
              <a:gd name="connsiteX6778" fmla="*/ 130969 w 3114960"/>
              <a:gd name="connsiteY6778" fmla="*/ 344234 h 5143785"/>
              <a:gd name="connsiteX6779" fmla="*/ 112871 w 3114960"/>
              <a:gd name="connsiteY6779" fmla="*/ 344138 h 5143785"/>
              <a:gd name="connsiteX6780" fmla="*/ 119348 w 3114960"/>
              <a:gd name="connsiteY6780" fmla="*/ 344138 h 5143785"/>
              <a:gd name="connsiteX6781" fmla="*/ 122301 w 3114960"/>
              <a:gd name="connsiteY6781" fmla="*/ 346424 h 5143785"/>
              <a:gd name="connsiteX6782" fmla="*/ 118777 w 3114960"/>
              <a:gd name="connsiteY6782" fmla="*/ 348806 h 5143785"/>
              <a:gd name="connsiteX6783" fmla="*/ 118301 w 3114960"/>
              <a:gd name="connsiteY6783" fmla="*/ 349758 h 5143785"/>
              <a:gd name="connsiteX6784" fmla="*/ 118777 w 3114960"/>
              <a:gd name="connsiteY6784" fmla="*/ 350711 h 5143785"/>
              <a:gd name="connsiteX6785" fmla="*/ 119348 w 3114960"/>
              <a:gd name="connsiteY6785" fmla="*/ 351187 h 5143785"/>
              <a:gd name="connsiteX6786" fmla="*/ 112871 w 3114960"/>
              <a:gd name="connsiteY6786" fmla="*/ 351187 h 5143785"/>
              <a:gd name="connsiteX6787" fmla="*/ 112871 w 3114960"/>
              <a:gd name="connsiteY6787" fmla="*/ 344043 h 5143785"/>
              <a:gd name="connsiteX6788" fmla="*/ 427863 w 3114960"/>
              <a:gd name="connsiteY6788" fmla="*/ 2048161 h 5143785"/>
              <a:gd name="connsiteX6789" fmla="*/ 435007 w 3114960"/>
              <a:gd name="connsiteY6789" fmla="*/ 2048161 h 5143785"/>
              <a:gd name="connsiteX6790" fmla="*/ 435007 w 3114960"/>
              <a:gd name="connsiteY6790" fmla="*/ 2056638 h 5143785"/>
              <a:gd name="connsiteX6791" fmla="*/ 427863 w 3114960"/>
              <a:gd name="connsiteY6791" fmla="*/ 2056638 h 5143785"/>
              <a:gd name="connsiteX6792" fmla="*/ 427863 w 3114960"/>
              <a:gd name="connsiteY6792" fmla="*/ 2048161 h 5143785"/>
              <a:gd name="connsiteX6793" fmla="*/ 1784604 w 3114960"/>
              <a:gd name="connsiteY6793" fmla="*/ 927068 h 5143785"/>
              <a:gd name="connsiteX6794" fmla="*/ 1675924 w 3114960"/>
              <a:gd name="connsiteY6794" fmla="*/ 927068 h 5143785"/>
              <a:gd name="connsiteX6795" fmla="*/ 1675924 w 3114960"/>
              <a:gd name="connsiteY6795" fmla="*/ 922306 h 5143785"/>
              <a:gd name="connsiteX6796" fmla="*/ 1784604 w 3114960"/>
              <a:gd name="connsiteY6796" fmla="*/ 922306 h 5143785"/>
              <a:gd name="connsiteX6797" fmla="*/ 1784604 w 3114960"/>
              <a:gd name="connsiteY6797" fmla="*/ 927068 h 5143785"/>
              <a:gd name="connsiteX6798" fmla="*/ 845249 w 3114960"/>
              <a:gd name="connsiteY6798" fmla="*/ 2875407 h 5143785"/>
              <a:gd name="connsiteX6799" fmla="*/ 961835 w 3114960"/>
              <a:gd name="connsiteY6799" fmla="*/ 2875407 h 5143785"/>
              <a:gd name="connsiteX6800" fmla="*/ 967740 w 3114960"/>
              <a:gd name="connsiteY6800" fmla="*/ 2873026 h 5143785"/>
              <a:gd name="connsiteX6801" fmla="*/ 1178814 w 3114960"/>
              <a:gd name="connsiteY6801" fmla="*/ 2872645 h 5143785"/>
              <a:gd name="connsiteX6802" fmla="*/ 1179671 w 3114960"/>
              <a:gd name="connsiteY6802" fmla="*/ 2872645 h 5143785"/>
              <a:gd name="connsiteX6803" fmla="*/ 1272635 w 3114960"/>
              <a:gd name="connsiteY6803" fmla="*/ 2795302 h 5143785"/>
              <a:gd name="connsiteX6804" fmla="*/ 1311402 w 3114960"/>
              <a:gd name="connsiteY6804" fmla="*/ 2795302 h 5143785"/>
              <a:gd name="connsiteX6805" fmla="*/ 1331405 w 3114960"/>
              <a:gd name="connsiteY6805" fmla="*/ 2779681 h 5143785"/>
              <a:gd name="connsiteX6806" fmla="*/ 1335977 w 3114960"/>
              <a:gd name="connsiteY6806" fmla="*/ 2781586 h 5143785"/>
              <a:gd name="connsiteX6807" fmla="*/ 1337024 w 3114960"/>
              <a:gd name="connsiteY6807" fmla="*/ 2781586 h 5143785"/>
              <a:gd name="connsiteX6808" fmla="*/ 1346740 w 3114960"/>
              <a:gd name="connsiteY6808" fmla="*/ 2772823 h 5143785"/>
              <a:gd name="connsiteX6809" fmla="*/ 1338072 w 3114960"/>
              <a:gd name="connsiteY6809" fmla="*/ 2762060 h 5143785"/>
              <a:gd name="connsiteX6810" fmla="*/ 1327309 w 3114960"/>
              <a:gd name="connsiteY6810" fmla="*/ 2770727 h 5143785"/>
              <a:gd name="connsiteX6811" fmla="*/ 1328357 w 3114960"/>
              <a:gd name="connsiteY6811" fmla="*/ 2775966 h 5143785"/>
              <a:gd name="connsiteX6812" fmla="*/ 1309783 w 3114960"/>
              <a:gd name="connsiteY6812" fmla="*/ 2790444 h 5143785"/>
              <a:gd name="connsiteX6813" fmla="*/ 1270921 w 3114960"/>
              <a:gd name="connsiteY6813" fmla="*/ 2790444 h 5143785"/>
              <a:gd name="connsiteX6814" fmla="*/ 1177957 w 3114960"/>
              <a:gd name="connsiteY6814" fmla="*/ 2867787 h 5143785"/>
              <a:gd name="connsiteX6815" fmla="*/ 970217 w 3114960"/>
              <a:gd name="connsiteY6815" fmla="*/ 2868073 h 5143785"/>
              <a:gd name="connsiteX6816" fmla="*/ 970502 w 3114960"/>
              <a:gd name="connsiteY6816" fmla="*/ 2866454 h 5143785"/>
              <a:gd name="connsiteX6817" fmla="*/ 970502 w 3114960"/>
              <a:gd name="connsiteY6817" fmla="*/ 2847309 h 5143785"/>
              <a:gd name="connsiteX6818" fmla="*/ 970502 w 3114960"/>
              <a:gd name="connsiteY6818" fmla="*/ 2846832 h 5143785"/>
              <a:gd name="connsiteX6819" fmla="*/ 1149001 w 3114960"/>
              <a:gd name="connsiteY6819" fmla="*/ 2846165 h 5143785"/>
              <a:gd name="connsiteX6820" fmla="*/ 1149858 w 3114960"/>
              <a:gd name="connsiteY6820" fmla="*/ 2846165 h 5143785"/>
              <a:gd name="connsiteX6821" fmla="*/ 1239869 w 3114960"/>
              <a:gd name="connsiteY6821" fmla="*/ 2774347 h 5143785"/>
              <a:gd name="connsiteX6822" fmla="*/ 1267206 w 3114960"/>
              <a:gd name="connsiteY6822" fmla="*/ 2774537 h 5143785"/>
              <a:gd name="connsiteX6823" fmla="*/ 1373696 w 3114960"/>
              <a:gd name="connsiteY6823" fmla="*/ 2687765 h 5143785"/>
              <a:gd name="connsiteX6824" fmla="*/ 1377887 w 3114960"/>
              <a:gd name="connsiteY6824" fmla="*/ 2687765 h 5143785"/>
              <a:gd name="connsiteX6825" fmla="*/ 1377887 w 3114960"/>
              <a:gd name="connsiteY6825" fmla="*/ 2692242 h 5143785"/>
              <a:gd name="connsiteX6826" fmla="*/ 1383697 w 3114960"/>
              <a:gd name="connsiteY6826" fmla="*/ 2698052 h 5143785"/>
              <a:gd name="connsiteX6827" fmla="*/ 1397318 w 3114960"/>
              <a:gd name="connsiteY6827" fmla="*/ 2698052 h 5143785"/>
              <a:gd name="connsiteX6828" fmla="*/ 1403128 w 3114960"/>
              <a:gd name="connsiteY6828" fmla="*/ 2692242 h 5143785"/>
              <a:gd name="connsiteX6829" fmla="*/ 1403128 w 3114960"/>
              <a:gd name="connsiteY6829" fmla="*/ 2678621 h 5143785"/>
              <a:gd name="connsiteX6830" fmla="*/ 1397318 w 3114960"/>
              <a:gd name="connsiteY6830" fmla="*/ 2672810 h 5143785"/>
              <a:gd name="connsiteX6831" fmla="*/ 1383697 w 3114960"/>
              <a:gd name="connsiteY6831" fmla="*/ 2672810 h 5143785"/>
              <a:gd name="connsiteX6832" fmla="*/ 1377887 w 3114960"/>
              <a:gd name="connsiteY6832" fmla="*/ 2678621 h 5143785"/>
              <a:gd name="connsiteX6833" fmla="*/ 1377887 w 3114960"/>
              <a:gd name="connsiteY6833" fmla="*/ 2683097 h 5143785"/>
              <a:gd name="connsiteX6834" fmla="*/ 1372076 w 3114960"/>
              <a:gd name="connsiteY6834" fmla="*/ 2683097 h 5143785"/>
              <a:gd name="connsiteX6835" fmla="*/ 1265587 w 3114960"/>
              <a:gd name="connsiteY6835" fmla="*/ 2769870 h 5143785"/>
              <a:gd name="connsiteX6836" fmla="*/ 1238345 w 3114960"/>
              <a:gd name="connsiteY6836" fmla="*/ 2769680 h 5143785"/>
              <a:gd name="connsiteX6837" fmla="*/ 1148334 w 3114960"/>
              <a:gd name="connsiteY6837" fmla="*/ 2841498 h 5143785"/>
              <a:gd name="connsiteX6838" fmla="*/ 968883 w 3114960"/>
              <a:gd name="connsiteY6838" fmla="*/ 2842165 h 5143785"/>
              <a:gd name="connsiteX6839" fmla="*/ 962120 w 3114960"/>
              <a:gd name="connsiteY6839" fmla="*/ 2838641 h 5143785"/>
              <a:gd name="connsiteX6840" fmla="*/ 845534 w 3114960"/>
              <a:gd name="connsiteY6840" fmla="*/ 2838641 h 5143785"/>
              <a:gd name="connsiteX6841" fmla="*/ 836771 w 3114960"/>
              <a:gd name="connsiteY6841" fmla="*/ 2847309 h 5143785"/>
              <a:gd name="connsiteX6842" fmla="*/ 836771 w 3114960"/>
              <a:gd name="connsiteY6842" fmla="*/ 2855595 h 5143785"/>
              <a:gd name="connsiteX6843" fmla="*/ 785622 w 3114960"/>
              <a:gd name="connsiteY6843" fmla="*/ 2855119 h 5143785"/>
              <a:gd name="connsiteX6844" fmla="*/ 753427 w 3114960"/>
              <a:gd name="connsiteY6844" fmla="*/ 2888266 h 5143785"/>
              <a:gd name="connsiteX6845" fmla="*/ 580073 w 3114960"/>
              <a:gd name="connsiteY6845" fmla="*/ 2887885 h 5143785"/>
              <a:gd name="connsiteX6846" fmla="*/ 580644 w 3114960"/>
              <a:gd name="connsiteY6846" fmla="*/ 2885218 h 5143785"/>
              <a:gd name="connsiteX6847" fmla="*/ 577977 w 3114960"/>
              <a:gd name="connsiteY6847" fmla="*/ 2878360 h 5143785"/>
              <a:gd name="connsiteX6848" fmla="*/ 562642 w 3114960"/>
              <a:gd name="connsiteY6848" fmla="*/ 2862358 h 5143785"/>
              <a:gd name="connsiteX6849" fmla="*/ 552355 w 3114960"/>
              <a:gd name="connsiteY6849" fmla="*/ 2859977 h 5143785"/>
              <a:gd name="connsiteX6850" fmla="*/ 555308 w 3114960"/>
              <a:gd name="connsiteY6850" fmla="*/ 2836640 h 5143785"/>
              <a:gd name="connsiteX6851" fmla="*/ 498824 w 3114960"/>
              <a:gd name="connsiteY6851" fmla="*/ 2777585 h 5143785"/>
              <a:gd name="connsiteX6852" fmla="*/ 498443 w 3114960"/>
              <a:gd name="connsiteY6852" fmla="*/ 2777204 h 5143785"/>
              <a:gd name="connsiteX6853" fmla="*/ 467297 w 3114960"/>
              <a:gd name="connsiteY6853" fmla="*/ 2777204 h 5143785"/>
              <a:gd name="connsiteX6854" fmla="*/ 409956 w 3114960"/>
              <a:gd name="connsiteY6854" fmla="*/ 2717292 h 5143785"/>
              <a:gd name="connsiteX6855" fmla="*/ 410623 w 3114960"/>
              <a:gd name="connsiteY6855" fmla="*/ 2715101 h 5143785"/>
              <a:gd name="connsiteX6856" fmla="*/ 410909 w 3114960"/>
              <a:gd name="connsiteY6856" fmla="*/ 2700338 h 5143785"/>
              <a:gd name="connsiteX6857" fmla="*/ 406432 w 3114960"/>
              <a:gd name="connsiteY6857" fmla="*/ 2695670 h 5143785"/>
              <a:gd name="connsiteX6858" fmla="*/ 401669 w 3114960"/>
              <a:gd name="connsiteY6858" fmla="*/ 2695670 h 5143785"/>
              <a:gd name="connsiteX6859" fmla="*/ 401860 w 3114960"/>
              <a:gd name="connsiteY6859" fmla="*/ 2608136 h 5143785"/>
              <a:gd name="connsiteX6860" fmla="*/ 468821 w 3114960"/>
              <a:gd name="connsiteY6860" fmla="*/ 2545271 h 5143785"/>
              <a:gd name="connsiteX6861" fmla="*/ 475774 w 3114960"/>
              <a:gd name="connsiteY6861" fmla="*/ 2547652 h 5143785"/>
              <a:gd name="connsiteX6862" fmla="*/ 476726 w 3114960"/>
              <a:gd name="connsiteY6862" fmla="*/ 2547652 h 5143785"/>
              <a:gd name="connsiteX6863" fmla="*/ 485394 w 3114960"/>
              <a:gd name="connsiteY6863" fmla="*/ 2543270 h 5143785"/>
              <a:gd name="connsiteX6864" fmla="*/ 488442 w 3114960"/>
              <a:gd name="connsiteY6864" fmla="*/ 2534031 h 5143785"/>
              <a:gd name="connsiteX6865" fmla="*/ 484061 w 3114960"/>
              <a:gd name="connsiteY6865" fmla="*/ 2525363 h 5143785"/>
              <a:gd name="connsiteX6866" fmla="*/ 474821 w 3114960"/>
              <a:gd name="connsiteY6866" fmla="*/ 2522315 h 5143785"/>
              <a:gd name="connsiteX6867" fmla="*/ 466154 w 3114960"/>
              <a:gd name="connsiteY6867" fmla="*/ 2526697 h 5143785"/>
              <a:gd name="connsiteX6868" fmla="*/ 463106 w 3114960"/>
              <a:gd name="connsiteY6868" fmla="*/ 2535936 h 5143785"/>
              <a:gd name="connsiteX6869" fmla="*/ 463106 w 3114960"/>
              <a:gd name="connsiteY6869" fmla="*/ 2535936 h 5143785"/>
              <a:gd name="connsiteX6870" fmla="*/ 465392 w 3114960"/>
              <a:gd name="connsiteY6870" fmla="*/ 2542032 h 5143785"/>
              <a:gd name="connsiteX6871" fmla="*/ 397097 w 3114960"/>
              <a:gd name="connsiteY6871" fmla="*/ 2606135 h 5143785"/>
              <a:gd name="connsiteX6872" fmla="*/ 396907 w 3114960"/>
              <a:gd name="connsiteY6872" fmla="*/ 2695480 h 5143785"/>
              <a:gd name="connsiteX6873" fmla="*/ 391573 w 3114960"/>
              <a:gd name="connsiteY6873" fmla="*/ 2695480 h 5143785"/>
              <a:gd name="connsiteX6874" fmla="*/ 386906 w 3114960"/>
              <a:gd name="connsiteY6874" fmla="*/ 2699766 h 5143785"/>
              <a:gd name="connsiteX6875" fmla="*/ 386620 w 3114960"/>
              <a:gd name="connsiteY6875" fmla="*/ 2714530 h 5143785"/>
              <a:gd name="connsiteX6876" fmla="*/ 391097 w 3114960"/>
              <a:gd name="connsiteY6876" fmla="*/ 2719197 h 5143785"/>
              <a:gd name="connsiteX6877" fmla="*/ 405860 w 3114960"/>
              <a:gd name="connsiteY6877" fmla="*/ 2719483 h 5143785"/>
              <a:gd name="connsiteX6878" fmla="*/ 408146 w 3114960"/>
              <a:gd name="connsiteY6878" fmla="*/ 2718911 h 5143785"/>
              <a:gd name="connsiteX6879" fmla="*/ 465868 w 3114960"/>
              <a:gd name="connsiteY6879" fmla="*/ 2779300 h 5143785"/>
              <a:gd name="connsiteX6880" fmla="*/ 466249 w 3114960"/>
              <a:gd name="connsiteY6880" fmla="*/ 2779681 h 5143785"/>
              <a:gd name="connsiteX6881" fmla="*/ 497396 w 3114960"/>
              <a:gd name="connsiteY6881" fmla="*/ 2779681 h 5143785"/>
              <a:gd name="connsiteX6882" fmla="*/ 552736 w 3114960"/>
              <a:gd name="connsiteY6882" fmla="*/ 2837402 h 5143785"/>
              <a:gd name="connsiteX6883" fmla="*/ 549688 w 3114960"/>
              <a:gd name="connsiteY6883" fmla="*/ 2861596 h 5143785"/>
              <a:gd name="connsiteX6884" fmla="*/ 548926 w 3114960"/>
              <a:gd name="connsiteY6884" fmla="*/ 2862072 h 5143785"/>
              <a:gd name="connsiteX6885" fmla="*/ 546545 w 3114960"/>
              <a:gd name="connsiteY6885" fmla="*/ 2864358 h 5143785"/>
              <a:gd name="connsiteX6886" fmla="*/ 546259 w 3114960"/>
              <a:gd name="connsiteY6886" fmla="*/ 2877979 h 5143785"/>
              <a:gd name="connsiteX6887" fmla="*/ 561594 w 3114960"/>
              <a:gd name="connsiteY6887" fmla="*/ 2893981 h 5143785"/>
              <a:gd name="connsiteX6888" fmla="*/ 568547 w 3114960"/>
              <a:gd name="connsiteY6888" fmla="*/ 2896934 h 5143785"/>
              <a:gd name="connsiteX6889" fmla="*/ 575215 w 3114960"/>
              <a:gd name="connsiteY6889" fmla="*/ 2894267 h 5143785"/>
              <a:gd name="connsiteX6890" fmla="*/ 576929 w 3114960"/>
              <a:gd name="connsiteY6890" fmla="*/ 2892647 h 5143785"/>
              <a:gd name="connsiteX6891" fmla="*/ 754380 w 3114960"/>
              <a:gd name="connsiteY6891" fmla="*/ 2893124 h 5143785"/>
              <a:gd name="connsiteX6892" fmla="*/ 755428 w 3114960"/>
              <a:gd name="connsiteY6892" fmla="*/ 2893124 h 5143785"/>
              <a:gd name="connsiteX6893" fmla="*/ 787622 w 3114960"/>
              <a:gd name="connsiteY6893" fmla="*/ 2860072 h 5143785"/>
              <a:gd name="connsiteX6894" fmla="*/ 836771 w 3114960"/>
              <a:gd name="connsiteY6894" fmla="*/ 2860548 h 5143785"/>
              <a:gd name="connsiteX6895" fmla="*/ 836771 w 3114960"/>
              <a:gd name="connsiteY6895" fmla="*/ 2866644 h 5143785"/>
              <a:gd name="connsiteX6896" fmla="*/ 845534 w 3114960"/>
              <a:gd name="connsiteY6896" fmla="*/ 2875312 h 5143785"/>
              <a:gd name="connsiteX6897" fmla="*/ 1333881 w 3114960"/>
              <a:gd name="connsiteY6897" fmla="*/ 2768155 h 5143785"/>
              <a:gd name="connsiteX6898" fmla="*/ 1337596 w 3114960"/>
              <a:gd name="connsiteY6898" fmla="*/ 2767108 h 5143785"/>
              <a:gd name="connsiteX6899" fmla="*/ 1342073 w 3114960"/>
              <a:gd name="connsiteY6899" fmla="*/ 2772632 h 5143785"/>
              <a:gd name="connsiteX6900" fmla="*/ 1336548 w 3114960"/>
              <a:gd name="connsiteY6900" fmla="*/ 2777109 h 5143785"/>
              <a:gd name="connsiteX6901" fmla="*/ 1332071 w 3114960"/>
              <a:gd name="connsiteY6901" fmla="*/ 2771585 h 5143785"/>
              <a:gd name="connsiteX6902" fmla="*/ 1333881 w 3114960"/>
              <a:gd name="connsiteY6902" fmla="*/ 2768251 h 5143785"/>
              <a:gd name="connsiteX6903" fmla="*/ 1382459 w 3114960"/>
              <a:gd name="connsiteY6903" fmla="*/ 2678811 h 5143785"/>
              <a:gd name="connsiteX6904" fmla="*/ 1383506 w 3114960"/>
              <a:gd name="connsiteY6904" fmla="*/ 2677763 h 5143785"/>
              <a:gd name="connsiteX6905" fmla="*/ 1397127 w 3114960"/>
              <a:gd name="connsiteY6905" fmla="*/ 2677763 h 5143785"/>
              <a:gd name="connsiteX6906" fmla="*/ 1398175 w 3114960"/>
              <a:gd name="connsiteY6906" fmla="*/ 2678811 h 5143785"/>
              <a:gd name="connsiteX6907" fmla="*/ 1398175 w 3114960"/>
              <a:gd name="connsiteY6907" fmla="*/ 2692432 h 5143785"/>
              <a:gd name="connsiteX6908" fmla="*/ 1397127 w 3114960"/>
              <a:gd name="connsiteY6908" fmla="*/ 2693480 h 5143785"/>
              <a:gd name="connsiteX6909" fmla="*/ 1383506 w 3114960"/>
              <a:gd name="connsiteY6909" fmla="*/ 2693480 h 5143785"/>
              <a:gd name="connsiteX6910" fmla="*/ 1382459 w 3114960"/>
              <a:gd name="connsiteY6910" fmla="*/ 2692432 h 5143785"/>
              <a:gd name="connsiteX6911" fmla="*/ 1382459 w 3114960"/>
              <a:gd name="connsiteY6911" fmla="*/ 2678811 h 5143785"/>
              <a:gd name="connsiteX6912" fmla="*/ 948404 w 3114960"/>
              <a:gd name="connsiteY6912" fmla="*/ 2843594 h 5143785"/>
              <a:gd name="connsiteX6913" fmla="*/ 961739 w 3114960"/>
              <a:gd name="connsiteY6913" fmla="*/ 2843594 h 5143785"/>
              <a:gd name="connsiteX6914" fmla="*/ 965740 w 3114960"/>
              <a:gd name="connsiteY6914" fmla="*/ 2847499 h 5143785"/>
              <a:gd name="connsiteX6915" fmla="*/ 965740 w 3114960"/>
              <a:gd name="connsiteY6915" fmla="*/ 2866644 h 5143785"/>
              <a:gd name="connsiteX6916" fmla="*/ 961739 w 3114960"/>
              <a:gd name="connsiteY6916" fmla="*/ 2870549 h 5143785"/>
              <a:gd name="connsiteX6917" fmla="*/ 948404 w 3114960"/>
              <a:gd name="connsiteY6917" fmla="*/ 2870549 h 5143785"/>
              <a:gd name="connsiteX6918" fmla="*/ 948404 w 3114960"/>
              <a:gd name="connsiteY6918" fmla="*/ 2843498 h 5143785"/>
              <a:gd name="connsiteX6919" fmla="*/ 941927 w 3114960"/>
              <a:gd name="connsiteY6919" fmla="*/ 2843594 h 5143785"/>
              <a:gd name="connsiteX6920" fmla="*/ 943642 w 3114960"/>
              <a:gd name="connsiteY6920" fmla="*/ 2843594 h 5143785"/>
              <a:gd name="connsiteX6921" fmla="*/ 943642 w 3114960"/>
              <a:gd name="connsiteY6921" fmla="*/ 2870645 h 5143785"/>
              <a:gd name="connsiteX6922" fmla="*/ 941927 w 3114960"/>
              <a:gd name="connsiteY6922" fmla="*/ 2870645 h 5143785"/>
              <a:gd name="connsiteX6923" fmla="*/ 941927 w 3114960"/>
              <a:gd name="connsiteY6923" fmla="*/ 2843594 h 5143785"/>
              <a:gd name="connsiteX6924" fmla="*/ 922306 w 3114960"/>
              <a:gd name="connsiteY6924" fmla="*/ 2843594 h 5143785"/>
              <a:gd name="connsiteX6925" fmla="*/ 937165 w 3114960"/>
              <a:gd name="connsiteY6925" fmla="*/ 2843594 h 5143785"/>
              <a:gd name="connsiteX6926" fmla="*/ 937165 w 3114960"/>
              <a:gd name="connsiteY6926" fmla="*/ 2870645 h 5143785"/>
              <a:gd name="connsiteX6927" fmla="*/ 922306 w 3114960"/>
              <a:gd name="connsiteY6927" fmla="*/ 2870645 h 5143785"/>
              <a:gd name="connsiteX6928" fmla="*/ 922306 w 3114960"/>
              <a:gd name="connsiteY6928" fmla="*/ 2843594 h 5143785"/>
              <a:gd name="connsiteX6929" fmla="*/ 896302 w 3114960"/>
              <a:gd name="connsiteY6929" fmla="*/ 2843594 h 5143785"/>
              <a:gd name="connsiteX6930" fmla="*/ 915829 w 3114960"/>
              <a:gd name="connsiteY6930" fmla="*/ 2843594 h 5143785"/>
              <a:gd name="connsiteX6931" fmla="*/ 915829 w 3114960"/>
              <a:gd name="connsiteY6931" fmla="*/ 2870645 h 5143785"/>
              <a:gd name="connsiteX6932" fmla="*/ 896302 w 3114960"/>
              <a:gd name="connsiteY6932" fmla="*/ 2870645 h 5143785"/>
              <a:gd name="connsiteX6933" fmla="*/ 896302 w 3114960"/>
              <a:gd name="connsiteY6933" fmla="*/ 2843594 h 5143785"/>
              <a:gd name="connsiteX6934" fmla="*/ 889826 w 3114960"/>
              <a:gd name="connsiteY6934" fmla="*/ 2843594 h 5143785"/>
              <a:gd name="connsiteX6935" fmla="*/ 891540 w 3114960"/>
              <a:gd name="connsiteY6935" fmla="*/ 2843594 h 5143785"/>
              <a:gd name="connsiteX6936" fmla="*/ 891540 w 3114960"/>
              <a:gd name="connsiteY6936" fmla="*/ 2870645 h 5143785"/>
              <a:gd name="connsiteX6937" fmla="*/ 889826 w 3114960"/>
              <a:gd name="connsiteY6937" fmla="*/ 2870645 h 5143785"/>
              <a:gd name="connsiteX6938" fmla="*/ 889826 w 3114960"/>
              <a:gd name="connsiteY6938" fmla="*/ 2843594 h 5143785"/>
              <a:gd name="connsiteX6939" fmla="*/ 865918 w 3114960"/>
              <a:gd name="connsiteY6939" fmla="*/ 2843594 h 5143785"/>
              <a:gd name="connsiteX6940" fmla="*/ 885063 w 3114960"/>
              <a:gd name="connsiteY6940" fmla="*/ 2843594 h 5143785"/>
              <a:gd name="connsiteX6941" fmla="*/ 885063 w 3114960"/>
              <a:gd name="connsiteY6941" fmla="*/ 2870645 h 5143785"/>
              <a:gd name="connsiteX6942" fmla="*/ 865918 w 3114960"/>
              <a:gd name="connsiteY6942" fmla="*/ 2870645 h 5143785"/>
              <a:gd name="connsiteX6943" fmla="*/ 865918 w 3114960"/>
              <a:gd name="connsiteY6943" fmla="*/ 2843594 h 5143785"/>
              <a:gd name="connsiteX6944" fmla="*/ 841248 w 3114960"/>
              <a:gd name="connsiteY6944" fmla="*/ 2847594 h 5143785"/>
              <a:gd name="connsiteX6945" fmla="*/ 845249 w 3114960"/>
              <a:gd name="connsiteY6945" fmla="*/ 2843689 h 5143785"/>
              <a:gd name="connsiteX6946" fmla="*/ 859727 w 3114960"/>
              <a:gd name="connsiteY6946" fmla="*/ 2843689 h 5143785"/>
              <a:gd name="connsiteX6947" fmla="*/ 859727 w 3114960"/>
              <a:gd name="connsiteY6947" fmla="*/ 2870740 h 5143785"/>
              <a:gd name="connsiteX6948" fmla="*/ 845249 w 3114960"/>
              <a:gd name="connsiteY6948" fmla="*/ 2870740 h 5143785"/>
              <a:gd name="connsiteX6949" fmla="*/ 841248 w 3114960"/>
              <a:gd name="connsiteY6949" fmla="*/ 2866835 h 5143785"/>
              <a:gd name="connsiteX6950" fmla="*/ 841248 w 3114960"/>
              <a:gd name="connsiteY6950" fmla="*/ 2847689 h 5143785"/>
              <a:gd name="connsiteX6951" fmla="*/ 469678 w 3114960"/>
              <a:gd name="connsiteY6951" fmla="*/ 2529935 h 5143785"/>
              <a:gd name="connsiteX6952" fmla="*/ 475107 w 3114960"/>
              <a:gd name="connsiteY6952" fmla="*/ 2527173 h 5143785"/>
              <a:gd name="connsiteX6953" fmla="*/ 480917 w 3114960"/>
              <a:gd name="connsiteY6953" fmla="*/ 2529078 h 5143785"/>
              <a:gd name="connsiteX6954" fmla="*/ 483680 w 3114960"/>
              <a:gd name="connsiteY6954" fmla="*/ 2534507 h 5143785"/>
              <a:gd name="connsiteX6955" fmla="*/ 481775 w 3114960"/>
              <a:gd name="connsiteY6955" fmla="*/ 2540318 h 5143785"/>
              <a:gd name="connsiteX6956" fmla="*/ 476345 w 3114960"/>
              <a:gd name="connsiteY6956" fmla="*/ 2543080 h 5143785"/>
              <a:gd name="connsiteX6957" fmla="*/ 467868 w 3114960"/>
              <a:gd name="connsiteY6957" fmla="*/ 2535746 h 5143785"/>
              <a:gd name="connsiteX6958" fmla="*/ 469773 w 3114960"/>
              <a:gd name="connsiteY6958" fmla="*/ 2529935 h 5143785"/>
              <a:gd name="connsiteX6959" fmla="*/ 549593 w 3114960"/>
              <a:gd name="connsiteY6959" fmla="*/ 2867978 h 5143785"/>
              <a:gd name="connsiteX6960" fmla="*/ 551974 w 3114960"/>
              <a:gd name="connsiteY6960" fmla="*/ 2865692 h 5143785"/>
              <a:gd name="connsiteX6961" fmla="*/ 555308 w 3114960"/>
              <a:gd name="connsiteY6961" fmla="*/ 2864358 h 5143785"/>
              <a:gd name="connsiteX6962" fmla="*/ 557975 w 3114960"/>
              <a:gd name="connsiteY6962" fmla="*/ 2865311 h 5143785"/>
              <a:gd name="connsiteX6963" fmla="*/ 548926 w 3114960"/>
              <a:gd name="connsiteY6963" fmla="*/ 2873978 h 5143785"/>
              <a:gd name="connsiteX6964" fmla="*/ 549593 w 3114960"/>
              <a:gd name="connsiteY6964" fmla="*/ 2867978 h 5143785"/>
              <a:gd name="connsiteX6965" fmla="*/ 560927 w 3114960"/>
              <a:gd name="connsiteY6965" fmla="*/ 2886837 h 5143785"/>
              <a:gd name="connsiteX6966" fmla="*/ 552641 w 3114960"/>
              <a:gd name="connsiteY6966" fmla="*/ 2878169 h 5143785"/>
              <a:gd name="connsiteX6967" fmla="*/ 562070 w 3114960"/>
              <a:gd name="connsiteY6967" fmla="*/ 2869216 h 5143785"/>
              <a:gd name="connsiteX6968" fmla="*/ 570357 w 3114960"/>
              <a:gd name="connsiteY6968" fmla="*/ 2877884 h 5143785"/>
              <a:gd name="connsiteX6969" fmla="*/ 560927 w 3114960"/>
              <a:gd name="connsiteY6969" fmla="*/ 2886837 h 5143785"/>
              <a:gd name="connsiteX6970" fmla="*/ 574072 w 3114960"/>
              <a:gd name="connsiteY6970" fmla="*/ 2888742 h 5143785"/>
              <a:gd name="connsiteX6971" fmla="*/ 571691 w 3114960"/>
              <a:gd name="connsiteY6971" fmla="*/ 2891028 h 5143785"/>
              <a:gd name="connsiteX6972" fmla="*/ 564833 w 3114960"/>
              <a:gd name="connsiteY6972" fmla="*/ 2890838 h 5143785"/>
              <a:gd name="connsiteX6973" fmla="*/ 564356 w 3114960"/>
              <a:gd name="connsiteY6973" fmla="*/ 2890361 h 5143785"/>
              <a:gd name="connsiteX6974" fmla="*/ 573786 w 3114960"/>
              <a:gd name="connsiteY6974" fmla="*/ 2881408 h 5143785"/>
              <a:gd name="connsiteX6975" fmla="*/ 574262 w 3114960"/>
              <a:gd name="connsiteY6975" fmla="*/ 2881884 h 5143785"/>
              <a:gd name="connsiteX6976" fmla="*/ 575596 w 3114960"/>
              <a:gd name="connsiteY6976" fmla="*/ 2885313 h 5143785"/>
              <a:gd name="connsiteX6977" fmla="*/ 574072 w 3114960"/>
              <a:gd name="connsiteY6977" fmla="*/ 2888742 h 5143785"/>
              <a:gd name="connsiteX6978" fmla="*/ 1687640 w 3114960"/>
              <a:gd name="connsiteY6978" fmla="*/ 1022414 h 5143785"/>
              <a:gd name="connsiteX6979" fmla="*/ 1700879 w 3114960"/>
              <a:gd name="connsiteY6979" fmla="*/ 1011365 h 5143785"/>
              <a:gd name="connsiteX6980" fmla="*/ 1789367 w 3114960"/>
              <a:gd name="connsiteY6980" fmla="*/ 1011365 h 5143785"/>
              <a:gd name="connsiteX6981" fmla="*/ 1809369 w 3114960"/>
              <a:gd name="connsiteY6981" fmla="*/ 1029557 h 5143785"/>
              <a:gd name="connsiteX6982" fmla="*/ 1858137 w 3114960"/>
              <a:gd name="connsiteY6982" fmla="*/ 1029557 h 5143785"/>
              <a:gd name="connsiteX6983" fmla="*/ 1861947 w 3114960"/>
              <a:gd name="connsiteY6983" fmla="*/ 1035558 h 5143785"/>
              <a:gd name="connsiteX6984" fmla="*/ 1876235 w 3114960"/>
              <a:gd name="connsiteY6984" fmla="*/ 1033367 h 5143785"/>
              <a:gd name="connsiteX6985" fmla="*/ 1876235 w 3114960"/>
              <a:gd name="connsiteY6985" fmla="*/ 1033367 h 5143785"/>
              <a:gd name="connsiteX6986" fmla="*/ 1878140 w 3114960"/>
              <a:gd name="connsiteY6986" fmla="*/ 1025747 h 5143785"/>
              <a:gd name="connsiteX6987" fmla="*/ 1874044 w 3114960"/>
              <a:gd name="connsiteY6987" fmla="*/ 1019080 h 5143785"/>
              <a:gd name="connsiteX6988" fmla="*/ 1868043 w 3114960"/>
              <a:gd name="connsiteY6988" fmla="*/ 1017079 h 5143785"/>
              <a:gd name="connsiteX6989" fmla="*/ 1866424 w 3114960"/>
              <a:gd name="connsiteY6989" fmla="*/ 1017175 h 5143785"/>
              <a:gd name="connsiteX6990" fmla="*/ 1859756 w 3114960"/>
              <a:gd name="connsiteY6990" fmla="*/ 1021271 h 5143785"/>
              <a:gd name="connsiteX6991" fmla="*/ 1858042 w 3114960"/>
              <a:gd name="connsiteY6991" fmla="*/ 1024985 h 5143785"/>
              <a:gd name="connsiteX6992" fmla="*/ 1811274 w 3114960"/>
              <a:gd name="connsiteY6992" fmla="*/ 1024985 h 5143785"/>
              <a:gd name="connsiteX6993" fmla="*/ 1791272 w 3114960"/>
              <a:gd name="connsiteY6993" fmla="*/ 1006602 h 5143785"/>
              <a:gd name="connsiteX6994" fmla="*/ 1700975 w 3114960"/>
              <a:gd name="connsiteY6994" fmla="*/ 1006602 h 5143785"/>
              <a:gd name="connsiteX6995" fmla="*/ 1687735 w 3114960"/>
              <a:gd name="connsiteY6995" fmla="*/ 995648 h 5143785"/>
              <a:gd name="connsiteX6996" fmla="*/ 1674305 w 3114960"/>
              <a:gd name="connsiteY6996" fmla="*/ 1009079 h 5143785"/>
              <a:gd name="connsiteX6997" fmla="*/ 1687735 w 3114960"/>
              <a:gd name="connsiteY6997" fmla="*/ 1022509 h 5143785"/>
              <a:gd name="connsiteX6998" fmla="*/ 1861185 w 3114960"/>
              <a:gd name="connsiteY6998" fmla="*/ 1022223 h 5143785"/>
              <a:gd name="connsiteX6999" fmla="*/ 1866614 w 3114960"/>
              <a:gd name="connsiteY6999" fmla="*/ 1018889 h 5143785"/>
              <a:gd name="connsiteX7000" fmla="*/ 1872806 w 3114960"/>
              <a:gd name="connsiteY7000" fmla="*/ 1020413 h 5143785"/>
              <a:gd name="connsiteX7001" fmla="*/ 1876139 w 3114960"/>
              <a:gd name="connsiteY7001" fmla="*/ 1025843 h 5143785"/>
              <a:gd name="connsiteX7002" fmla="*/ 1874615 w 3114960"/>
              <a:gd name="connsiteY7002" fmla="*/ 1032034 h 5143785"/>
              <a:gd name="connsiteX7003" fmla="*/ 1862900 w 3114960"/>
              <a:gd name="connsiteY7003" fmla="*/ 1033844 h 5143785"/>
              <a:gd name="connsiteX7004" fmla="*/ 1859566 w 3114960"/>
              <a:gd name="connsiteY7004" fmla="*/ 1028414 h 5143785"/>
              <a:gd name="connsiteX7005" fmla="*/ 1861090 w 3114960"/>
              <a:gd name="connsiteY7005" fmla="*/ 1022223 h 5143785"/>
              <a:gd name="connsiteX7006" fmla="*/ 1687640 w 3114960"/>
              <a:gd name="connsiteY7006" fmla="*/ 1000220 h 5143785"/>
              <a:gd name="connsiteX7007" fmla="*/ 1696307 w 3114960"/>
              <a:gd name="connsiteY7007" fmla="*/ 1008888 h 5143785"/>
              <a:gd name="connsiteX7008" fmla="*/ 1687640 w 3114960"/>
              <a:gd name="connsiteY7008" fmla="*/ 1017556 h 5143785"/>
              <a:gd name="connsiteX7009" fmla="*/ 1678972 w 3114960"/>
              <a:gd name="connsiteY7009" fmla="*/ 1008888 h 5143785"/>
              <a:gd name="connsiteX7010" fmla="*/ 1687640 w 3114960"/>
              <a:gd name="connsiteY7010" fmla="*/ 1000220 h 5143785"/>
              <a:gd name="connsiteX7011" fmla="*/ 435007 w 3114960"/>
              <a:gd name="connsiteY7011" fmla="*/ 2005965 h 5143785"/>
              <a:gd name="connsiteX7012" fmla="*/ 427863 w 3114960"/>
              <a:gd name="connsiteY7012" fmla="*/ 2005965 h 5143785"/>
              <a:gd name="connsiteX7013" fmla="*/ 427863 w 3114960"/>
              <a:gd name="connsiteY7013" fmla="*/ 1997488 h 5143785"/>
              <a:gd name="connsiteX7014" fmla="*/ 435007 w 3114960"/>
              <a:gd name="connsiteY7014" fmla="*/ 1997488 h 5143785"/>
              <a:gd name="connsiteX7015" fmla="*/ 435007 w 3114960"/>
              <a:gd name="connsiteY7015" fmla="*/ 2005965 h 5143785"/>
              <a:gd name="connsiteX7016" fmla="*/ 1862900 w 3114960"/>
              <a:gd name="connsiteY7016" fmla="*/ 1027176 h 5143785"/>
              <a:gd name="connsiteX7017" fmla="*/ 1867948 w 3114960"/>
              <a:gd name="connsiteY7017" fmla="*/ 1022128 h 5143785"/>
              <a:gd name="connsiteX7018" fmla="*/ 1872996 w 3114960"/>
              <a:gd name="connsiteY7018" fmla="*/ 1027176 h 5143785"/>
              <a:gd name="connsiteX7019" fmla="*/ 1867948 w 3114960"/>
              <a:gd name="connsiteY7019" fmla="*/ 1032224 h 5143785"/>
              <a:gd name="connsiteX7020" fmla="*/ 1862900 w 3114960"/>
              <a:gd name="connsiteY7020" fmla="*/ 1027176 h 5143785"/>
              <a:gd name="connsiteX7021" fmla="*/ 1676114 w 3114960"/>
              <a:gd name="connsiteY7021" fmla="*/ 965264 h 5143785"/>
              <a:gd name="connsiteX7022" fmla="*/ 1784414 w 3114960"/>
              <a:gd name="connsiteY7022" fmla="*/ 965264 h 5143785"/>
              <a:gd name="connsiteX7023" fmla="*/ 1784414 w 3114960"/>
              <a:gd name="connsiteY7023" fmla="*/ 970026 h 5143785"/>
              <a:gd name="connsiteX7024" fmla="*/ 1676114 w 3114960"/>
              <a:gd name="connsiteY7024" fmla="*/ 970026 h 5143785"/>
              <a:gd name="connsiteX7025" fmla="*/ 1676114 w 3114960"/>
              <a:gd name="connsiteY7025" fmla="*/ 965264 h 5143785"/>
              <a:gd name="connsiteX7026" fmla="*/ 1718691 w 3114960"/>
              <a:gd name="connsiteY7026" fmla="*/ 824960 h 5143785"/>
              <a:gd name="connsiteX7027" fmla="*/ 1743456 w 3114960"/>
              <a:gd name="connsiteY7027" fmla="*/ 824960 h 5143785"/>
              <a:gd name="connsiteX7028" fmla="*/ 1743456 w 3114960"/>
              <a:gd name="connsiteY7028" fmla="*/ 800195 h 5143785"/>
              <a:gd name="connsiteX7029" fmla="*/ 1718691 w 3114960"/>
              <a:gd name="connsiteY7029" fmla="*/ 800195 h 5143785"/>
              <a:gd name="connsiteX7030" fmla="*/ 1718691 w 3114960"/>
              <a:gd name="connsiteY7030" fmla="*/ 824960 h 5143785"/>
              <a:gd name="connsiteX7031" fmla="*/ 1723453 w 3114960"/>
              <a:gd name="connsiteY7031" fmla="*/ 804958 h 5143785"/>
              <a:gd name="connsiteX7032" fmla="*/ 1738694 w 3114960"/>
              <a:gd name="connsiteY7032" fmla="*/ 804958 h 5143785"/>
              <a:gd name="connsiteX7033" fmla="*/ 1738694 w 3114960"/>
              <a:gd name="connsiteY7033" fmla="*/ 820198 h 5143785"/>
              <a:gd name="connsiteX7034" fmla="*/ 1723453 w 3114960"/>
              <a:gd name="connsiteY7034" fmla="*/ 820198 h 5143785"/>
              <a:gd name="connsiteX7035" fmla="*/ 1723453 w 3114960"/>
              <a:gd name="connsiteY7035" fmla="*/ 804958 h 5143785"/>
              <a:gd name="connsiteX7036" fmla="*/ 1310640 w 3114960"/>
              <a:gd name="connsiteY7036" fmla="*/ 392144 h 5143785"/>
              <a:gd name="connsiteX7037" fmla="*/ 1317117 w 3114960"/>
              <a:gd name="connsiteY7037" fmla="*/ 399098 h 5143785"/>
              <a:gd name="connsiteX7038" fmla="*/ 1311878 w 3114960"/>
              <a:gd name="connsiteY7038" fmla="*/ 403955 h 5143785"/>
              <a:gd name="connsiteX7039" fmla="*/ 1305401 w 3114960"/>
              <a:gd name="connsiteY7039" fmla="*/ 397002 h 5143785"/>
              <a:gd name="connsiteX7040" fmla="*/ 1310640 w 3114960"/>
              <a:gd name="connsiteY7040" fmla="*/ 392144 h 5143785"/>
              <a:gd name="connsiteX7041" fmla="*/ 1276445 w 3114960"/>
              <a:gd name="connsiteY7041" fmla="*/ 3941636 h 5143785"/>
              <a:gd name="connsiteX7042" fmla="*/ 1311212 w 3114960"/>
              <a:gd name="connsiteY7042" fmla="*/ 3910298 h 5143785"/>
              <a:gd name="connsiteX7043" fmla="*/ 1318832 w 3114960"/>
              <a:gd name="connsiteY7043" fmla="*/ 3910298 h 5143785"/>
              <a:gd name="connsiteX7044" fmla="*/ 1318832 w 3114960"/>
              <a:gd name="connsiteY7044" fmla="*/ 3903155 h 5143785"/>
              <a:gd name="connsiteX7045" fmla="*/ 1311212 w 3114960"/>
              <a:gd name="connsiteY7045" fmla="*/ 3903155 h 5143785"/>
              <a:gd name="connsiteX7046" fmla="*/ 1276636 w 3114960"/>
              <a:gd name="connsiteY7046" fmla="*/ 3871627 h 5143785"/>
              <a:gd name="connsiteX7047" fmla="*/ 1241870 w 3114960"/>
              <a:gd name="connsiteY7047" fmla="*/ 3903059 h 5143785"/>
              <a:gd name="connsiteX7048" fmla="*/ 1233773 w 3114960"/>
              <a:gd name="connsiteY7048" fmla="*/ 3903059 h 5143785"/>
              <a:gd name="connsiteX7049" fmla="*/ 1233773 w 3114960"/>
              <a:gd name="connsiteY7049" fmla="*/ 3910203 h 5143785"/>
              <a:gd name="connsiteX7050" fmla="*/ 1241870 w 3114960"/>
              <a:gd name="connsiteY7050" fmla="*/ 3910203 h 5143785"/>
              <a:gd name="connsiteX7051" fmla="*/ 1276350 w 3114960"/>
              <a:gd name="connsiteY7051" fmla="*/ 3941636 h 5143785"/>
              <a:gd name="connsiteX7052" fmla="*/ 1276636 w 3114960"/>
              <a:gd name="connsiteY7052" fmla="*/ 3878771 h 5143785"/>
              <a:gd name="connsiteX7053" fmla="*/ 1304353 w 3114960"/>
              <a:gd name="connsiteY7053" fmla="*/ 3906679 h 5143785"/>
              <a:gd name="connsiteX7054" fmla="*/ 1276445 w 3114960"/>
              <a:gd name="connsiteY7054" fmla="*/ 3934397 h 5143785"/>
              <a:gd name="connsiteX7055" fmla="*/ 1248728 w 3114960"/>
              <a:gd name="connsiteY7055" fmla="*/ 3906488 h 5143785"/>
              <a:gd name="connsiteX7056" fmla="*/ 1276636 w 3114960"/>
              <a:gd name="connsiteY7056" fmla="*/ 3878675 h 5143785"/>
              <a:gd name="connsiteX7057" fmla="*/ 1316736 w 3114960"/>
              <a:gd name="connsiteY7057" fmla="*/ 484061 h 5143785"/>
              <a:gd name="connsiteX7058" fmla="*/ 1323880 w 3114960"/>
              <a:gd name="connsiteY7058" fmla="*/ 484061 h 5143785"/>
              <a:gd name="connsiteX7059" fmla="*/ 1323880 w 3114960"/>
              <a:gd name="connsiteY7059" fmla="*/ 493586 h 5143785"/>
              <a:gd name="connsiteX7060" fmla="*/ 1316736 w 3114960"/>
              <a:gd name="connsiteY7060" fmla="*/ 493586 h 5143785"/>
              <a:gd name="connsiteX7061" fmla="*/ 1316736 w 3114960"/>
              <a:gd name="connsiteY7061" fmla="*/ 484061 h 5143785"/>
              <a:gd name="connsiteX7062" fmla="*/ 2001393 w 3114960"/>
              <a:gd name="connsiteY7062" fmla="*/ 570929 h 5143785"/>
              <a:gd name="connsiteX7063" fmla="*/ 2001679 w 3114960"/>
              <a:gd name="connsiteY7063" fmla="*/ 521875 h 5143785"/>
              <a:gd name="connsiteX7064" fmla="*/ 2012347 w 3114960"/>
              <a:gd name="connsiteY7064" fmla="*/ 514160 h 5143785"/>
              <a:gd name="connsiteX7065" fmla="*/ 2005775 w 3114960"/>
              <a:gd name="connsiteY7065" fmla="*/ 494633 h 5143785"/>
              <a:gd name="connsiteX7066" fmla="*/ 1986248 w 3114960"/>
              <a:gd name="connsiteY7066" fmla="*/ 501206 h 5143785"/>
              <a:gd name="connsiteX7067" fmla="*/ 1992821 w 3114960"/>
              <a:gd name="connsiteY7067" fmla="*/ 520732 h 5143785"/>
              <a:gd name="connsiteX7068" fmla="*/ 1996916 w 3114960"/>
              <a:gd name="connsiteY7068" fmla="*/ 521970 h 5143785"/>
              <a:gd name="connsiteX7069" fmla="*/ 1996631 w 3114960"/>
              <a:gd name="connsiteY7069" fmla="*/ 568833 h 5143785"/>
              <a:gd name="connsiteX7070" fmla="*/ 1949577 w 3114960"/>
              <a:gd name="connsiteY7070" fmla="*/ 608743 h 5143785"/>
              <a:gd name="connsiteX7071" fmla="*/ 1949291 w 3114960"/>
              <a:gd name="connsiteY7071" fmla="*/ 699992 h 5143785"/>
              <a:gd name="connsiteX7072" fmla="*/ 1948910 w 3114960"/>
              <a:gd name="connsiteY7072" fmla="*/ 699992 h 5143785"/>
              <a:gd name="connsiteX7073" fmla="*/ 1938147 w 3114960"/>
              <a:gd name="connsiteY7073" fmla="*/ 706755 h 5143785"/>
              <a:gd name="connsiteX7074" fmla="*/ 1935290 w 3114960"/>
              <a:gd name="connsiteY7074" fmla="*/ 719138 h 5143785"/>
              <a:gd name="connsiteX7075" fmla="*/ 1951577 w 3114960"/>
              <a:gd name="connsiteY7075" fmla="*/ 732949 h 5143785"/>
              <a:gd name="connsiteX7076" fmla="*/ 1954340 w 3114960"/>
              <a:gd name="connsiteY7076" fmla="*/ 732758 h 5143785"/>
              <a:gd name="connsiteX7077" fmla="*/ 1965103 w 3114960"/>
              <a:gd name="connsiteY7077" fmla="*/ 725996 h 5143785"/>
              <a:gd name="connsiteX7078" fmla="*/ 1967960 w 3114960"/>
              <a:gd name="connsiteY7078" fmla="*/ 713613 h 5143785"/>
              <a:gd name="connsiteX7079" fmla="*/ 1961198 w 3114960"/>
              <a:gd name="connsiteY7079" fmla="*/ 702850 h 5143785"/>
              <a:gd name="connsiteX7080" fmla="*/ 1953959 w 3114960"/>
              <a:gd name="connsiteY7080" fmla="*/ 699992 h 5143785"/>
              <a:gd name="connsiteX7081" fmla="*/ 1954244 w 3114960"/>
              <a:gd name="connsiteY7081" fmla="*/ 610934 h 5143785"/>
              <a:gd name="connsiteX7082" fmla="*/ 2001298 w 3114960"/>
              <a:gd name="connsiteY7082" fmla="*/ 571024 h 5143785"/>
              <a:gd name="connsiteX7083" fmla="*/ 1995011 w 3114960"/>
              <a:gd name="connsiteY7083" fmla="*/ 516350 h 5143785"/>
              <a:gd name="connsiteX7084" fmla="*/ 1990630 w 3114960"/>
              <a:gd name="connsiteY7084" fmla="*/ 503206 h 5143785"/>
              <a:gd name="connsiteX7085" fmla="*/ 1999393 w 3114960"/>
              <a:gd name="connsiteY7085" fmla="*/ 497777 h 5143785"/>
              <a:gd name="connsiteX7086" fmla="*/ 2003679 w 3114960"/>
              <a:gd name="connsiteY7086" fmla="*/ 498824 h 5143785"/>
              <a:gd name="connsiteX7087" fmla="*/ 2008061 w 3114960"/>
              <a:gd name="connsiteY7087" fmla="*/ 511969 h 5143785"/>
              <a:gd name="connsiteX7088" fmla="*/ 1994916 w 3114960"/>
              <a:gd name="connsiteY7088" fmla="*/ 516350 h 5143785"/>
              <a:gd name="connsiteX7089" fmla="*/ 1958531 w 3114960"/>
              <a:gd name="connsiteY7089" fmla="*/ 706660 h 5143785"/>
              <a:gd name="connsiteX7090" fmla="*/ 1963293 w 3114960"/>
              <a:gd name="connsiteY7090" fmla="*/ 714280 h 5143785"/>
              <a:gd name="connsiteX7091" fmla="*/ 1961293 w 3114960"/>
              <a:gd name="connsiteY7091" fmla="*/ 723043 h 5143785"/>
              <a:gd name="connsiteX7092" fmla="*/ 1953673 w 3114960"/>
              <a:gd name="connsiteY7092" fmla="*/ 727805 h 5143785"/>
              <a:gd name="connsiteX7093" fmla="*/ 1940147 w 3114960"/>
              <a:gd name="connsiteY7093" fmla="*/ 718185 h 5143785"/>
              <a:gd name="connsiteX7094" fmla="*/ 1942148 w 3114960"/>
              <a:gd name="connsiteY7094" fmla="*/ 709422 h 5143785"/>
              <a:gd name="connsiteX7095" fmla="*/ 1949768 w 3114960"/>
              <a:gd name="connsiteY7095" fmla="*/ 704660 h 5143785"/>
              <a:gd name="connsiteX7096" fmla="*/ 1951768 w 3114960"/>
              <a:gd name="connsiteY7096" fmla="*/ 704469 h 5143785"/>
              <a:gd name="connsiteX7097" fmla="*/ 1958531 w 3114960"/>
              <a:gd name="connsiteY7097" fmla="*/ 706660 h 5143785"/>
              <a:gd name="connsiteX7098" fmla="*/ 1323975 w 3114960"/>
              <a:gd name="connsiteY7098" fmla="*/ 474726 h 5143785"/>
              <a:gd name="connsiteX7099" fmla="*/ 1316831 w 3114960"/>
              <a:gd name="connsiteY7099" fmla="*/ 474726 h 5143785"/>
              <a:gd name="connsiteX7100" fmla="*/ 1316831 w 3114960"/>
              <a:gd name="connsiteY7100" fmla="*/ 465201 h 5143785"/>
              <a:gd name="connsiteX7101" fmla="*/ 1323975 w 3114960"/>
              <a:gd name="connsiteY7101" fmla="*/ 465201 h 5143785"/>
              <a:gd name="connsiteX7102" fmla="*/ 1323975 w 3114960"/>
              <a:gd name="connsiteY7102" fmla="*/ 474726 h 5143785"/>
              <a:gd name="connsiteX7103" fmla="*/ 1941957 w 3114960"/>
              <a:gd name="connsiteY7103" fmla="*/ 716280 h 5143785"/>
              <a:gd name="connsiteX7104" fmla="*/ 1951768 w 3114960"/>
              <a:gd name="connsiteY7104" fmla="*/ 726091 h 5143785"/>
              <a:gd name="connsiteX7105" fmla="*/ 1961578 w 3114960"/>
              <a:gd name="connsiteY7105" fmla="*/ 716280 h 5143785"/>
              <a:gd name="connsiteX7106" fmla="*/ 1951768 w 3114960"/>
              <a:gd name="connsiteY7106" fmla="*/ 706469 h 5143785"/>
              <a:gd name="connsiteX7107" fmla="*/ 1941957 w 3114960"/>
              <a:gd name="connsiteY7107" fmla="*/ 716280 h 5143785"/>
              <a:gd name="connsiteX7108" fmla="*/ 1959102 w 3114960"/>
              <a:gd name="connsiteY7108" fmla="*/ 716280 h 5143785"/>
              <a:gd name="connsiteX7109" fmla="*/ 1951673 w 3114960"/>
              <a:gd name="connsiteY7109" fmla="*/ 723710 h 5143785"/>
              <a:gd name="connsiteX7110" fmla="*/ 1944243 w 3114960"/>
              <a:gd name="connsiteY7110" fmla="*/ 716280 h 5143785"/>
              <a:gd name="connsiteX7111" fmla="*/ 1951673 w 3114960"/>
              <a:gd name="connsiteY7111" fmla="*/ 708851 h 5143785"/>
              <a:gd name="connsiteX7112" fmla="*/ 1959102 w 3114960"/>
              <a:gd name="connsiteY7112" fmla="*/ 716280 h 5143785"/>
              <a:gd name="connsiteX7113" fmla="*/ 1710119 w 3114960"/>
              <a:gd name="connsiteY7113" fmla="*/ 2112740 h 5143785"/>
              <a:gd name="connsiteX7114" fmla="*/ 1697165 w 3114960"/>
              <a:gd name="connsiteY7114" fmla="*/ 2112740 h 5143785"/>
              <a:gd name="connsiteX7115" fmla="*/ 1694498 w 3114960"/>
              <a:gd name="connsiteY7115" fmla="*/ 2115407 h 5143785"/>
              <a:gd name="connsiteX7116" fmla="*/ 1694498 w 3114960"/>
              <a:gd name="connsiteY7116" fmla="*/ 2120170 h 5143785"/>
              <a:gd name="connsiteX7117" fmla="*/ 1629061 w 3114960"/>
              <a:gd name="connsiteY7117" fmla="*/ 2119694 h 5143785"/>
              <a:gd name="connsiteX7118" fmla="*/ 1601629 w 3114960"/>
              <a:gd name="connsiteY7118" fmla="*/ 2093881 h 5143785"/>
              <a:gd name="connsiteX7119" fmla="*/ 1532477 w 3114960"/>
              <a:gd name="connsiteY7119" fmla="*/ 2093881 h 5143785"/>
              <a:gd name="connsiteX7120" fmla="*/ 1529715 w 3114960"/>
              <a:gd name="connsiteY7120" fmla="*/ 2092643 h 5143785"/>
              <a:gd name="connsiteX7121" fmla="*/ 1526096 w 3114960"/>
              <a:gd name="connsiteY7121" fmla="*/ 2096262 h 5143785"/>
              <a:gd name="connsiteX7122" fmla="*/ 1529715 w 3114960"/>
              <a:gd name="connsiteY7122" fmla="*/ 2099882 h 5143785"/>
              <a:gd name="connsiteX7123" fmla="*/ 1532477 w 3114960"/>
              <a:gd name="connsiteY7123" fmla="*/ 2098643 h 5143785"/>
              <a:gd name="connsiteX7124" fmla="*/ 1599724 w 3114960"/>
              <a:gd name="connsiteY7124" fmla="*/ 2098643 h 5143785"/>
              <a:gd name="connsiteX7125" fmla="*/ 1627156 w 3114960"/>
              <a:gd name="connsiteY7125" fmla="*/ 2124456 h 5143785"/>
              <a:gd name="connsiteX7126" fmla="*/ 1694498 w 3114960"/>
              <a:gd name="connsiteY7126" fmla="*/ 2124932 h 5143785"/>
              <a:gd name="connsiteX7127" fmla="*/ 1694498 w 3114960"/>
              <a:gd name="connsiteY7127" fmla="*/ 2128361 h 5143785"/>
              <a:gd name="connsiteX7128" fmla="*/ 1697165 w 3114960"/>
              <a:gd name="connsiteY7128" fmla="*/ 2131028 h 5143785"/>
              <a:gd name="connsiteX7129" fmla="*/ 1709928 w 3114960"/>
              <a:gd name="connsiteY7129" fmla="*/ 2131028 h 5143785"/>
              <a:gd name="connsiteX7130" fmla="*/ 1781747 w 3114960"/>
              <a:gd name="connsiteY7130" fmla="*/ 2201132 h 5143785"/>
              <a:gd name="connsiteX7131" fmla="*/ 1781747 w 3114960"/>
              <a:gd name="connsiteY7131" fmla="*/ 2210181 h 5143785"/>
              <a:gd name="connsiteX7132" fmla="*/ 1834134 w 3114960"/>
              <a:gd name="connsiteY7132" fmla="*/ 2257997 h 5143785"/>
              <a:gd name="connsiteX7133" fmla="*/ 1843183 w 3114960"/>
              <a:gd name="connsiteY7133" fmla="*/ 2258663 h 5143785"/>
              <a:gd name="connsiteX7134" fmla="*/ 1927289 w 3114960"/>
              <a:gd name="connsiteY7134" fmla="*/ 2341531 h 5143785"/>
              <a:gd name="connsiteX7135" fmla="*/ 1927384 w 3114960"/>
              <a:gd name="connsiteY7135" fmla="*/ 2341531 h 5143785"/>
              <a:gd name="connsiteX7136" fmla="*/ 1927384 w 3114960"/>
              <a:gd name="connsiteY7136" fmla="*/ 2351913 h 5143785"/>
              <a:gd name="connsiteX7137" fmla="*/ 1932432 w 3114960"/>
              <a:gd name="connsiteY7137" fmla="*/ 2356961 h 5143785"/>
              <a:gd name="connsiteX7138" fmla="*/ 1945386 w 3114960"/>
              <a:gd name="connsiteY7138" fmla="*/ 2356961 h 5143785"/>
              <a:gd name="connsiteX7139" fmla="*/ 1950434 w 3114960"/>
              <a:gd name="connsiteY7139" fmla="*/ 2351913 h 5143785"/>
              <a:gd name="connsiteX7140" fmla="*/ 1950434 w 3114960"/>
              <a:gd name="connsiteY7140" fmla="*/ 2338959 h 5143785"/>
              <a:gd name="connsiteX7141" fmla="*/ 1945386 w 3114960"/>
              <a:gd name="connsiteY7141" fmla="*/ 2333911 h 5143785"/>
              <a:gd name="connsiteX7142" fmla="*/ 1932432 w 3114960"/>
              <a:gd name="connsiteY7142" fmla="*/ 2333911 h 5143785"/>
              <a:gd name="connsiteX7143" fmla="*/ 1930241 w 3114960"/>
              <a:gd name="connsiteY7143" fmla="*/ 2334482 h 5143785"/>
              <a:gd name="connsiteX7144" fmla="*/ 1846326 w 3114960"/>
              <a:gd name="connsiteY7144" fmla="*/ 2251805 h 5143785"/>
              <a:gd name="connsiteX7145" fmla="*/ 1837182 w 3114960"/>
              <a:gd name="connsiteY7145" fmla="*/ 2251043 h 5143785"/>
              <a:gd name="connsiteX7146" fmla="*/ 1788986 w 3114960"/>
              <a:gd name="connsiteY7146" fmla="*/ 2206943 h 5143785"/>
              <a:gd name="connsiteX7147" fmla="*/ 1788986 w 3114960"/>
              <a:gd name="connsiteY7147" fmla="*/ 2198084 h 5143785"/>
              <a:gd name="connsiteX7148" fmla="*/ 1712881 w 3114960"/>
              <a:gd name="connsiteY7148" fmla="*/ 2123885 h 5143785"/>
              <a:gd name="connsiteX7149" fmla="*/ 1712786 w 3114960"/>
              <a:gd name="connsiteY7149" fmla="*/ 2123885 h 5143785"/>
              <a:gd name="connsiteX7150" fmla="*/ 1712786 w 3114960"/>
              <a:gd name="connsiteY7150" fmla="*/ 2115407 h 5143785"/>
              <a:gd name="connsiteX7151" fmla="*/ 1710119 w 3114960"/>
              <a:gd name="connsiteY7151" fmla="*/ 2112740 h 5143785"/>
              <a:gd name="connsiteX7152" fmla="*/ 1932527 w 3114960"/>
              <a:gd name="connsiteY7152" fmla="*/ 2338769 h 5143785"/>
              <a:gd name="connsiteX7153" fmla="*/ 1945767 w 3114960"/>
              <a:gd name="connsiteY7153" fmla="*/ 2339054 h 5143785"/>
              <a:gd name="connsiteX7154" fmla="*/ 1945767 w 3114960"/>
              <a:gd name="connsiteY7154" fmla="*/ 2352008 h 5143785"/>
              <a:gd name="connsiteX7155" fmla="*/ 1945481 w 3114960"/>
              <a:gd name="connsiteY7155" fmla="*/ 2352294 h 5143785"/>
              <a:gd name="connsiteX7156" fmla="*/ 1932242 w 3114960"/>
              <a:gd name="connsiteY7156" fmla="*/ 2352008 h 5143785"/>
              <a:gd name="connsiteX7157" fmla="*/ 1932527 w 3114960"/>
              <a:gd name="connsiteY7157" fmla="*/ 2338769 h 5143785"/>
              <a:gd name="connsiteX7158" fmla="*/ 1258443 w 3114960"/>
              <a:gd name="connsiteY7158" fmla="*/ 3906584 h 5143785"/>
              <a:gd name="connsiteX7159" fmla="*/ 1276636 w 3114960"/>
              <a:gd name="connsiteY7159" fmla="*/ 3888581 h 5143785"/>
              <a:gd name="connsiteX7160" fmla="*/ 1294638 w 3114960"/>
              <a:gd name="connsiteY7160" fmla="*/ 3906774 h 5143785"/>
              <a:gd name="connsiteX7161" fmla="*/ 1276445 w 3114960"/>
              <a:gd name="connsiteY7161" fmla="*/ 3924776 h 5143785"/>
              <a:gd name="connsiteX7162" fmla="*/ 1258443 w 3114960"/>
              <a:gd name="connsiteY7162" fmla="*/ 3906584 h 5143785"/>
              <a:gd name="connsiteX7163" fmla="*/ 1394936 w 3114960"/>
              <a:gd name="connsiteY7163" fmla="*/ 990981 h 5143785"/>
              <a:gd name="connsiteX7164" fmla="*/ 1395222 w 3114960"/>
              <a:gd name="connsiteY7164" fmla="*/ 1143953 h 5143785"/>
              <a:gd name="connsiteX7165" fmla="*/ 1420654 w 3114960"/>
              <a:gd name="connsiteY7165" fmla="*/ 1165860 h 5143785"/>
              <a:gd name="connsiteX7166" fmla="*/ 1428941 w 3114960"/>
              <a:gd name="connsiteY7166" fmla="*/ 1165860 h 5143785"/>
              <a:gd name="connsiteX7167" fmla="*/ 1428941 w 3114960"/>
              <a:gd name="connsiteY7167" fmla="*/ 1167956 h 5143785"/>
              <a:gd name="connsiteX7168" fmla="*/ 1432751 w 3114960"/>
              <a:gd name="connsiteY7168" fmla="*/ 1171766 h 5143785"/>
              <a:gd name="connsiteX7169" fmla="*/ 1452848 w 3114960"/>
              <a:gd name="connsiteY7169" fmla="*/ 1171766 h 5143785"/>
              <a:gd name="connsiteX7170" fmla="*/ 1456658 w 3114960"/>
              <a:gd name="connsiteY7170" fmla="*/ 1167956 h 5143785"/>
              <a:gd name="connsiteX7171" fmla="*/ 1456658 w 3114960"/>
              <a:gd name="connsiteY7171" fmla="*/ 1165860 h 5143785"/>
              <a:gd name="connsiteX7172" fmla="*/ 1618869 w 3114960"/>
              <a:gd name="connsiteY7172" fmla="*/ 1165860 h 5143785"/>
              <a:gd name="connsiteX7173" fmla="*/ 1668399 w 3114960"/>
              <a:gd name="connsiteY7173" fmla="*/ 1210532 h 5143785"/>
              <a:gd name="connsiteX7174" fmla="*/ 1666780 w 3114960"/>
              <a:gd name="connsiteY7174" fmla="*/ 1225582 h 5143785"/>
              <a:gd name="connsiteX7175" fmla="*/ 1675067 w 3114960"/>
              <a:gd name="connsiteY7175" fmla="*/ 1233011 h 5143785"/>
              <a:gd name="connsiteX7176" fmla="*/ 1679924 w 3114960"/>
              <a:gd name="connsiteY7176" fmla="*/ 1233869 h 5143785"/>
              <a:gd name="connsiteX7177" fmla="*/ 1686211 w 3114960"/>
              <a:gd name="connsiteY7177" fmla="*/ 1232440 h 5143785"/>
              <a:gd name="connsiteX7178" fmla="*/ 1693640 w 3114960"/>
              <a:gd name="connsiteY7178" fmla="*/ 1224153 h 5143785"/>
              <a:gd name="connsiteX7179" fmla="*/ 1693069 w 3114960"/>
              <a:gd name="connsiteY7179" fmla="*/ 1213009 h 5143785"/>
              <a:gd name="connsiteX7180" fmla="*/ 1684782 w 3114960"/>
              <a:gd name="connsiteY7180" fmla="*/ 1205579 h 5143785"/>
              <a:gd name="connsiteX7181" fmla="*/ 1673638 w 3114960"/>
              <a:gd name="connsiteY7181" fmla="*/ 1206151 h 5143785"/>
              <a:gd name="connsiteX7182" fmla="*/ 1671923 w 3114960"/>
              <a:gd name="connsiteY7182" fmla="*/ 1207199 h 5143785"/>
              <a:gd name="connsiteX7183" fmla="*/ 1620679 w 3114960"/>
              <a:gd name="connsiteY7183" fmla="*/ 1161098 h 5143785"/>
              <a:gd name="connsiteX7184" fmla="*/ 1456563 w 3114960"/>
              <a:gd name="connsiteY7184" fmla="*/ 1161098 h 5143785"/>
              <a:gd name="connsiteX7185" fmla="*/ 1456563 w 3114960"/>
              <a:gd name="connsiteY7185" fmla="*/ 1159002 h 5143785"/>
              <a:gd name="connsiteX7186" fmla="*/ 1452753 w 3114960"/>
              <a:gd name="connsiteY7186" fmla="*/ 1155192 h 5143785"/>
              <a:gd name="connsiteX7187" fmla="*/ 1432655 w 3114960"/>
              <a:gd name="connsiteY7187" fmla="*/ 1155192 h 5143785"/>
              <a:gd name="connsiteX7188" fmla="*/ 1428845 w 3114960"/>
              <a:gd name="connsiteY7188" fmla="*/ 1159002 h 5143785"/>
              <a:gd name="connsiteX7189" fmla="*/ 1428845 w 3114960"/>
              <a:gd name="connsiteY7189" fmla="*/ 1161098 h 5143785"/>
              <a:gd name="connsiteX7190" fmla="*/ 1422368 w 3114960"/>
              <a:gd name="connsiteY7190" fmla="*/ 1161098 h 5143785"/>
              <a:gd name="connsiteX7191" fmla="*/ 1399889 w 3114960"/>
              <a:gd name="connsiteY7191" fmla="*/ 1141762 h 5143785"/>
              <a:gd name="connsiteX7192" fmla="*/ 1399603 w 3114960"/>
              <a:gd name="connsiteY7192" fmla="*/ 989076 h 5143785"/>
              <a:gd name="connsiteX7193" fmla="*/ 1286828 w 3114960"/>
              <a:gd name="connsiteY7193" fmla="*/ 861822 h 5143785"/>
              <a:gd name="connsiteX7194" fmla="*/ 1286828 w 3114960"/>
              <a:gd name="connsiteY7194" fmla="*/ 854297 h 5143785"/>
              <a:gd name="connsiteX7195" fmla="*/ 1291114 w 3114960"/>
              <a:gd name="connsiteY7195" fmla="*/ 854297 h 5143785"/>
              <a:gd name="connsiteX7196" fmla="*/ 1297972 w 3114960"/>
              <a:gd name="connsiteY7196" fmla="*/ 847439 h 5143785"/>
              <a:gd name="connsiteX7197" fmla="*/ 1297972 w 3114960"/>
              <a:gd name="connsiteY7197" fmla="*/ 833057 h 5143785"/>
              <a:gd name="connsiteX7198" fmla="*/ 1291114 w 3114960"/>
              <a:gd name="connsiteY7198" fmla="*/ 826199 h 5143785"/>
              <a:gd name="connsiteX7199" fmla="*/ 1286828 w 3114960"/>
              <a:gd name="connsiteY7199" fmla="*/ 826199 h 5143785"/>
              <a:gd name="connsiteX7200" fmla="*/ 1286828 w 3114960"/>
              <a:gd name="connsiteY7200" fmla="*/ 767620 h 5143785"/>
              <a:gd name="connsiteX7201" fmla="*/ 1304353 w 3114960"/>
              <a:gd name="connsiteY7201" fmla="*/ 754571 h 5143785"/>
              <a:gd name="connsiteX7202" fmla="*/ 1303115 w 3114960"/>
              <a:gd name="connsiteY7202" fmla="*/ 598551 h 5143785"/>
              <a:gd name="connsiteX7203" fmla="*/ 1322451 w 3114960"/>
              <a:gd name="connsiteY7203" fmla="*/ 586073 h 5143785"/>
              <a:gd name="connsiteX7204" fmla="*/ 1322451 w 3114960"/>
              <a:gd name="connsiteY7204" fmla="*/ 531876 h 5143785"/>
              <a:gd name="connsiteX7205" fmla="*/ 1333405 w 3114960"/>
              <a:gd name="connsiteY7205" fmla="*/ 518827 h 5143785"/>
              <a:gd name="connsiteX7206" fmla="*/ 1329595 w 3114960"/>
              <a:gd name="connsiteY7206" fmla="*/ 509302 h 5143785"/>
              <a:gd name="connsiteX7207" fmla="*/ 1323689 w 3114960"/>
              <a:gd name="connsiteY7207" fmla="*/ 505968 h 5143785"/>
              <a:gd name="connsiteX7208" fmla="*/ 1323689 w 3114960"/>
              <a:gd name="connsiteY7208" fmla="*/ 502920 h 5143785"/>
              <a:gd name="connsiteX7209" fmla="*/ 1316546 w 3114960"/>
              <a:gd name="connsiteY7209" fmla="*/ 502920 h 5143785"/>
              <a:gd name="connsiteX7210" fmla="*/ 1316546 w 3114960"/>
              <a:gd name="connsiteY7210" fmla="*/ 505873 h 5143785"/>
              <a:gd name="connsiteX7211" fmla="*/ 1306544 w 3114960"/>
              <a:gd name="connsiteY7211" fmla="*/ 518732 h 5143785"/>
              <a:gd name="connsiteX7212" fmla="*/ 1317689 w 3114960"/>
              <a:gd name="connsiteY7212" fmla="*/ 532067 h 5143785"/>
              <a:gd name="connsiteX7213" fmla="*/ 1317689 w 3114960"/>
              <a:gd name="connsiteY7213" fmla="*/ 583692 h 5143785"/>
              <a:gd name="connsiteX7214" fmla="*/ 1298353 w 3114960"/>
              <a:gd name="connsiteY7214" fmla="*/ 596170 h 5143785"/>
              <a:gd name="connsiteX7215" fmla="*/ 1299591 w 3114960"/>
              <a:gd name="connsiteY7215" fmla="*/ 752380 h 5143785"/>
              <a:gd name="connsiteX7216" fmla="*/ 1282065 w 3114960"/>
              <a:gd name="connsiteY7216" fmla="*/ 765334 h 5143785"/>
              <a:gd name="connsiteX7217" fmla="*/ 1282065 w 3114960"/>
              <a:gd name="connsiteY7217" fmla="*/ 826294 h 5143785"/>
              <a:gd name="connsiteX7218" fmla="*/ 1276636 w 3114960"/>
              <a:gd name="connsiteY7218" fmla="*/ 826294 h 5143785"/>
              <a:gd name="connsiteX7219" fmla="*/ 1269778 w 3114960"/>
              <a:gd name="connsiteY7219" fmla="*/ 833152 h 5143785"/>
              <a:gd name="connsiteX7220" fmla="*/ 1269778 w 3114960"/>
              <a:gd name="connsiteY7220" fmla="*/ 847630 h 5143785"/>
              <a:gd name="connsiteX7221" fmla="*/ 1276636 w 3114960"/>
              <a:gd name="connsiteY7221" fmla="*/ 854488 h 5143785"/>
              <a:gd name="connsiteX7222" fmla="*/ 1282065 w 3114960"/>
              <a:gd name="connsiteY7222" fmla="*/ 854488 h 5143785"/>
              <a:gd name="connsiteX7223" fmla="*/ 1282065 w 3114960"/>
              <a:gd name="connsiteY7223" fmla="*/ 863822 h 5143785"/>
              <a:gd name="connsiteX7224" fmla="*/ 1394841 w 3114960"/>
              <a:gd name="connsiteY7224" fmla="*/ 991076 h 5143785"/>
              <a:gd name="connsiteX7225" fmla="*/ 1675828 w 3114960"/>
              <a:gd name="connsiteY7225" fmla="*/ 1210532 h 5143785"/>
              <a:gd name="connsiteX7226" fmla="*/ 1680020 w 3114960"/>
              <a:gd name="connsiteY7226" fmla="*/ 1209580 h 5143785"/>
              <a:gd name="connsiteX7227" fmla="*/ 1683258 w 3114960"/>
              <a:gd name="connsiteY7227" fmla="*/ 1210151 h 5143785"/>
              <a:gd name="connsiteX7228" fmla="*/ 1688782 w 3114960"/>
              <a:gd name="connsiteY7228" fmla="*/ 1215104 h 5143785"/>
              <a:gd name="connsiteX7229" fmla="*/ 1689164 w 3114960"/>
              <a:gd name="connsiteY7229" fmla="*/ 1222629 h 5143785"/>
              <a:gd name="connsiteX7230" fmla="*/ 1684211 w 3114960"/>
              <a:gd name="connsiteY7230" fmla="*/ 1228153 h 5143785"/>
              <a:gd name="connsiteX7231" fmla="*/ 1676686 w 3114960"/>
              <a:gd name="connsiteY7231" fmla="*/ 1228535 h 5143785"/>
              <a:gd name="connsiteX7232" fmla="*/ 1671066 w 3114960"/>
              <a:gd name="connsiteY7232" fmla="*/ 1223582 h 5143785"/>
              <a:gd name="connsiteX7233" fmla="*/ 1675638 w 3114960"/>
              <a:gd name="connsiteY7233" fmla="*/ 1210532 h 5143785"/>
              <a:gd name="connsiteX7234" fmla="*/ 1451896 w 3114960"/>
              <a:gd name="connsiteY7234" fmla="*/ 1159955 h 5143785"/>
              <a:gd name="connsiteX7235" fmla="*/ 1451896 w 3114960"/>
              <a:gd name="connsiteY7235" fmla="*/ 1167098 h 5143785"/>
              <a:gd name="connsiteX7236" fmla="*/ 1445419 w 3114960"/>
              <a:gd name="connsiteY7236" fmla="*/ 1167098 h 5143785"/>
              <a:gd name="connsiteX7237" fmla="*/ 1442466 w 3114960"/>
              <a:gd name="connsiteY7237" fmla="*/ 1164812 h 5143785"/>
              <a:gd name="connsiteX7238" fmla="*/ 1445990 w 3114960"/>
              <a:gd name="connsiteY7238" fmla="*/ 1162431 h 5143785"/>
              <a:gd name="connsiteX7239" fmla="*/ 1446467 w 3114960"/>
              <a:gd name="connsiteY7239" fmla="*/ 1161479 h 5143785"/>
              <a:gd name="connsiteX7240" fmla="*/ 1445990 w 3114960"/>
              <a:gd name="connsiteY7240" fmla="*/ 1160526 h 5143785"/>
              <a:gd name="connsiteX7241" fmla="*/ 1445324 w 3114960"/>
              <a:gd name="connsiteY7241" fmla="*/ 1160050 h 5143785"/>
              <a:gd name="connsiteX7242" fmla="*/ 1451801 w 3114960"/>
              <a:gd name="connsiteY7242" fmla="*/ 1160050 h 5143785"/>
              <a:gd name="connsiteX7243" fmla="*/ 1433703 w 3114960"/>
              <a:gd name="connsiteY7243" fmla="*/ 1159955 h 5143785"/>
              <a:gd name="connsiteX7244" fmla="*/ 1441609 w 3114960"/>
              <a:gd name="connsiteY7244" fmla="*/ 1159955 h 5143785"/>
              <a:gd name="connsiteX7245" fmla="*/ 1443323 w 3114960"/>
              <a:gd name="connsiteY7245" fmla="*/ 1161288 h 5143785"/>
              <a:gd name="connsiteX7246" fmla="*/ 1439799 w 3114960"/>
              <a:gd name="connsiteY7246" fmla="*/ 1163669 h 5143785"/>
              <a:gd name="connsiteX7247" fmla="*/ 1439323 w 3114960"/>
              <a:gd name="connsiteY7247" fmla="*/ 1164622 h 5143785"/>
              <a:gd name="connsiteX7248" fmla="*/ 1439799 w 3114960"/>
              <a:gd name="connsiteY7248" fmla="*/ 1165574 h 5143785"/>
              <a:gd name="connsiteX7249" fmla="*/ 1441704 w 3114960"/>
              <a:gd name="connsiteY7249" fmla="*/ 1167003 h 5143785"/>
              <a:gd name="connsiteX7250" fmla="*/ 1433798 w 3114960"/>
              <a:gd name="connsiteY7250" fmla="*/ 1167003 h 5143785"/>
              <a:gd name="connsiteX7251" fmla="*/ 1433798 w 3114960"/>
              <a:gd name="connsiteY7251" fmla="*/ 1159859 h 5143785"/>
              <a:gd name="connsiteX7252" fmla="*/ 1311212 w 3114960"/>
              <a:gd name="connsiteY7252" fmla="*/ 518827 h 5143785"/>
              <a:gd name="connsiteX7253" fmla="*/ 1319879 w 3114960"/>
              <a:gd name="connsiteY7253" fmla="*/ 510254 h 5143785"/>
              <a:gd name="connsiteX7254" fmla="*/ 1319879 w 3114960"/>
              <a:gd name="connsiteY7254" fmla="*/ 510254 h 5143785"/>
              <a:gd name="connsiteX7255" fmla="*/ 1325975 w 3114960"/>
              <a:gd name="connsiteY7255" fmla="*/ 512826 h 5143785"/>
              <a:gd name="connsiteX7256" fmla="*/ 1328452 w 3114960"/>
              <a:gd name="connsiteY7256" fmla="*/ 519017 h 5143785"/>
              <a:gd name="connsiteX7257" fmla="*/ 1319784 w 3114960"/>
              <a:gd name="connsiteY7257" fmla="*/ 527590 h 5143785"/>
              <a:gd name="connsiteX7258" fmla="*/ 1319784 w 3114960"/>
              <a:gd name="connsiteY7258" fmla="*/ 527590 h 5143785"/>
              <a:gd name="connsiteX7259" fmla="*/ 1311212 w 3114960"/>
              <a:gd name="connsiteY7259" fmla="*/ 518827 h 5143785"/>
              <a:gd name="connsiteX7260" fmla="*/ 1276731 w 3114960"/>
              <a:gd name="connsiteY7260" fmla="*/ 849630 h 5143785"/>
              <a:gd name="connsiteX7261" fmla="*/ 1274636 w 3114960"/>
              <a:gd name="connsiteY7261" fmla="*/ 847535 h 5143785"/>
              <a:gd name="connsiteX7262" fmla="*/ 1274636 w 3114960"/>
              <a:gd name="connsiteY7262" fmla="*/ 833057 h 5143785"/>
              <a:gd name="connsiteX7263" fmla="*/ 1276731 w 3114960"/>
              <a:gd name="connsiteY7263" fmla="*/ 830961 h 5143785"/>
              <a:gd name="connsiteX7264" fmla="*/ 1291114 w 3114960"/>
              <a:gd name="connsiteY7264" fmla="*/ 830961 h 5143785"/>
              <a:gd name="connsiteX7265" fmla="*/ 1293209 w 3114960"/>
              <a:gd name="connsiteY7265" fmla="*/ 833057 h 5143785"/>
              <a:gd name="connsiteX7266" fmla="*/ 1293209 w 3114960"/>
              <a:gd name="connsiteY7266" fmla="*/ 847439 h 5143785"/>
              <a:gd name="connsiteX7267" fmla="*/ 1291114 w 3114960"/>
              <a:gd name="connsiteY7267" fmla="*/ 849535 h 5143785"/>
              <a:gd name="connsiteX7268" fmla="*/ 1276731 w 3114960"/>
              <a:gd name="connsiteY7268" fmla="*/ 849535 h 5143785"/>
              <a:gd name="connsiteX7269" fmla="*/ 1297781 w 3114960"/>
              <a:gd name="connsiteY7269" fmla="*/ 378238 h 5143785"/>
              <a:gd name="connsiteX7270" fmla="*/ 1304258 w 3114960"/>
              <a:gd name="connsiteY7270" fmla="*/ 385191 h 5143785"/>
              <a:gd name="connsiteX7271" fmla="*/ 1299020 w 3114960"/>
              <a:gd name="connsiteY7271" fmla="*/ 390049 h 5143785"/>
              <a:gd name="connsiteX7272" fmla="*/ 1292543 w 3114960"/>
              <a:gd name="connsiteY7272" fmla="*/ 383096 h 5143785"/>
              <a:gd name="connsiteX7273" fmla="*/ 1297781 w 3114960"/>
              <a:gd name="connsiteY7273" fmla="*/ 378238 h 5143785"/>
              <a:gd name="connsiteX7274" fmla="*/ 1324261 w 3114960"/>
              <a:gd name="connsiteY7274" fmla="*/ 3910203 h 5143785"/>
              <a:gd name="connsiteX7275" fmla="*/ 1321594 w 3114960"/>
              <a:gd name="connsiteY7275" fmla="*/ 3910203 h 5143785"/>
              <a:gd name="connsiteX7276" fmla="*/ 1321594 w 3114960"/>
              <a:gd name="connsiteY7276" fmla="*/ 3903059 h 5143785"/>
              <a:gd name="connsiteX7277" fmla="*/ 1324261 w 3114960"/>
              <a:gd name="connsiteY7277" fmla="*/ 3903059 h 5143785"/>
              <a:gd name="connsiteX7278" fmla="*/ 1324261 w 3114960"/>
              <a:gd name="connsiteY7278" fmla="*/ 3910203 h 5143785"/>
              <a:gd name="connsiteX7279" fmla="*/ 1324451 w 3114960"/>
              <a:gd name="connsiteY7279" fmla="*/ 417957 h 5143785"/>
              <a:gd name="connsiteX7280" fmla="*/ 1317307 w 3114960"/>
              <a:gd name="connsiteY7280" fmla="*/ 417957 h 5143785"/>
              <a:gd name="connsiteX7281" fmla="*/ 1317307 w 3114960"/>
              <a:gd name="connsiteY7281" fmla="*/ 408623 h 5143785"/>
              <a:gd name="connsiteX7282" fmla="*/ 1320737 w 3114960"/>
              <a:gd name="connsiteY7282" fmla="*/ 408623 h 5143785"/>
              <a:gd name="connsiteX7283" fmla="*/ 1323403 w 3114960"/>
              <a:gd name="connsiteY7283" fmla="*/ 406146 h 5143785"/>
              <a:gd name="connsiteX7284" fmla="*/ 1324356 w 3114960"/>
              <a:gd name="connsiteY7284" fmla="*/ 407194 h 5143785"/>
              <a:gd name="connsiteX7285" fmla="*/ 1324356 w 3114960"/>
              <a:gd name="connsiteY7285" fmla="*/ 408718 h 5143785"/>
              <a:gd name="connsiteX7286" fmla="*/ 1324356 w 3114960"/>
              <a:gd name="connsiteY7286" fmla="*/ 418052 h 5143785"/>
              <a:gd name="connsiteX7287" fmla="*/ 1317212 w 3114960"/>
              <a:gd name="connsiteY7287" fmla="*/ 427292 h 5143785"/>
              <a:gd name="connsiteX7288" fmla="*/ 1324356 w 3114960"/>
              <a:gd name="connsiteY7288" fmla="*/ 427292 h 5143785"/>
              <a:gd name="connsiteX7289" fmla="*/ 1324356 w 3114960"/>
              <a:gd name="connsiteY7289" fmla="*/ 436817 h 5143785"/>
              <a:gd name="connsiteX7290" fmla="*/ 1317212 w 3114960"/>
              <a:gd name="connsiteY7290" fmla="*/ 436817 h 5143785"/>
              <a:gd name="connsiteX7291" fmla="*/ 1317212 w 3114960"/>
              <a:gd name="connsiteY7291" fmla="*/ 427292 h 5143785"/>
              <a:gd name="connsiteX7292" fmla="*/ 1317022 w 3114960"/>
              <a:gd name="connsiteY7292" fmla="*/ 446246 h 5143785"/>
              <a:gd name="connsiteX7293" fmla="*/ 1324166 w 3114960"/>
              <a:gd name="connsiteY7293" fmla="*/ 446246 h 5143785"/>
              <a:gd name="connsiteX7294" fmla="*/ 1324166 w 3114960"/>
              <a:gd name="connsiteY7294" fmla="*/ 455771 h 5143785"/>
              <a:gd name="connsiteX7295" fmla="*/ 1317022 w 3114960"/>
              <a:gd name="connsiteY7295" fmla="*/ 455771 h 5143785"/>
              <a:gd name="connsiteX7296" fmla="*/ 1317022 w 3114960"/>
              <a:gd name="connsiteY7296" fmla="*/ 446246 h 5143785"/>
              <a:gd name="connsiteX7297" fmla="*/ 1167194 w 3114960"/>
              <a:gd name="connsiteY7297" fmla="*/ 3787617 h 5143785"/>
              <a:gd name="connsiteX7298" fmla="*/ 1170242 w 3114960"/>
              <a:gd name="connsiteY7298" fmla="*/ 3787235 h 5143785"/>
              <a:gd name="connsiteX7299" fmla="*/ 1177766 w 3114960"/>
              <a:gd name="connsiteY7299" fmla="*/ 3773710 h 5143785"/>
              <a:gd name="connsiteX7300" fmla="*/ 1176623 w 3114960"/>
              <a:gd name="connsiteY7300" fmla="*/ 3771519 h 5143785"/>
              <a:gd name="connsiteX7301" fmla="*/ 1199198 w 3114960"/>
              <a:gd name="connsiteY7301" fmla="*/ 3752374 h 5143785"/>
              <a:gd name="connsiteX7302" fmla="*/ 1265015 w 3114960"/>
              <a:gd name="connsiteY7302" fmla="*/ 3752088 h 5143785"/>
              <a:gd name="connsiteX7303" fmla="*/ 1265015 w 3114960"/>
              <a:gd name="connsiteY7303" fmla="*/ 3754660 h 5143785"/>
              <a:gd name="connsiteX7304" fmla="*/ 1268921 w 3114960"/>
              <a:gd name="connsiteY7304" fmla="*/ 3758565 h 5143785"/>
              <a:gd name="connsiteX7305" fmla="*/ 1278827 w 3114960"/>
              <a:gd name="connsiteY7305" fmla="*/ 3758565 h 5143785"/>
              <a:gd name="connsiteX7306" fmla="*/ 1282732 w 3114960"/>
              <a:gd name="connsiteY7306" fmla="*/ 3754660 h 5143785"/>
              <a:gd name="connsiteX7307" fmla="*/ 1282732 w 3114960"/>
              <a:gd name="connsiteY7307" fmla="*/ 3744754 h 5143785"/>
              <a:gd name="connsiteX7308" fmla="*/ 1278827 w 3114960"/>
              <a:gd name="connsiteY7308" fmla="*/ 3740849 h 5143785"/>
              <a:gd name="connsiteX7309" fmla="*/ 1268921 w 3114960"/>
              <a:gd name="connsiteY7309" fmla="*/ 3740849 h 5143785"/>
              <a:gd name="connsiteX7310" fmla="*/ 1265015 w 3114960"/>
              <a:gd name="connsiteY7310" fmla="*/ 3744754 h 5143785"/>
              <a:gd name="connsiteX7311" fmla="*/ 1265015 w 3114960"/>
              <a:gd name="connsiteY7311" fmla="*/ 3747326 h 5143785"/>
              <a:gd name="connsiteX7312" fmla="*/ 1198340 w 3114960"/>
              <a:gd name="connsiteY7312" fmla="*/ 3747611 h 5143785"/>
              <a:gd name="connsiteX7313" fmla="*/ 1197483 w 3114960"/>
              <a:gd name="connsiteY7313" fmla="*/ 3747611 h 5143785"/>
              <a:gd name="connsiteX7314" fmla="*/ 1173575 w 3114960"/>
              <a:gd name="connsiteY7314" fmla="*/ 3767900 h 5143785"/>
              <a:gd name="connsiteX7315" fmla="*/ 1164336 w 3114960"/>
              <a:gd name="connsiteY7315" fmla="*/ 3766185 h 5143785"/>
              <a:gd name="connsiteX7316" fmla="*/ 1157764 w 3114960"/>
              <a:gd name="connsiteY7316" fmla="*/ 3771424 h 5143785"/>
              <a:gd name="connsiteX7317" fmla="*/ 1156811 w 3114960"/>
              <a:gd name="connsiteY7317" fmla="*/ 3779806 h 5143785"/>
              <a:gd name="connsiteX7318" fmla="*/ 1167384 w 3114960"/>
              <a:gd name="connsiteY7318" fmla="*/ 3787712 h 5143785"/>
              <a:gd name="connsiteX7319" fmla="*/ 1161764 w 3114960"/>
              <a:gd name="connsiteY7319" fmla="*/ 3773615 h 5143785"/>
              <a:gd name="connsiteX7320" fmla="*/ 1165479 w 3114960"/>
              <a:gd name="connsiteY7320" fmla="*/ 3770662 h 5143785"/>
              <a:gd name="connsiteX7321" fmla="*/ 1167194 w 3114960"/>
              <a:gd name="connsiteY7321" fmla="*/ 3770376 h 5143785"/>
              <a:gd name="connsiteX7322" fmla="*/ 1170146 w 3114960"/>
              <a:gd name="connsiteY7322" fmla="*/ 3771138 h 5143785"/>
              <a:gd name="connsiteX7323" fmla="*/ 1173099 w 3114960"/>
              <a:gd name="connsiteY7323" fmla="*/ 3774853 h 5143785"/>
              <a:gd name="connsiteX7324" fmla="*/ 1172528 w 3114960"/>
              <a:gd name="connsiteY7324" fmla="*/ 3779520 h 5143785"/>
              <a:gd name="connsiteX7325" fmla="*/ 1168813 w 3114960"/>
              <a:gd name="connsiteY7325" fmla="*/ 3782473 h 5143785"/>
              <a:gd name="connsiteX7326" fmla="*/ 1161193 w 3114960"/>
              <a:gd name="connsiteY7326" fmla="*/ 3778187 h 5143785"/>
              <a:gd name="connsiteX7327" fmla="*/ 1161764 w 3114960"/>
              <a:gd name="connsiteY7327" fmla="*/ 3773519 h 5143785"/>
              <a:gd name="connsiteX7328" fmla="*/ 2538698 w 3114960"/>
              <a:gd name="connsiteY7328" fmla="*/ 358521 h 5143785"/>
              <a:gd name="connsiteX7329" fmla="*/ 2518029 w 3114960"/>
              <a:gd name="connsiteY7329" fmla="*/ 358521 h 5143785"/>
              <a:gd name="connsiteX7330" fmla="*/ 2511362 w 3114960"/>
              <a:gd name="connsiteY7330" fmla="*/ 365189 h 5143785"/>
              <a:gd name="connsiteX7331" fmla="*/ 2511362 w 3114960"/>
              <a:gd name="connsiteY7331" fmla="*/ 385858 h 5143785"/>
              <a:gd name="connsiteX7332" fmla="*/ 2518029 w 3114960"/>
              <a:gd name="connsiteY7332" fmla="*/ 392525 h 5143785"/>
              <a:gd name="connsiteX7333" fmla="*/ 2538698 w 3114960"/>
              <a:gd name="connsiteY7333" fmla="*/ 392525 h 5143785"/>
              <a:gd name="connsiteX7334" fmla="*/ 2545366 w 3114960"/>
              <a:gd name="connsiteY7334" fmla="*/ 385858 h 5143785"/>
              <a:gd name="connsiteX7335" fmla="*/ 2545366 w 3114960"/>
              <a:gd name="connsiteY7335" fmla="*/ 365189 h 5143785"/>
              <a:gd name="connsiteX7336" fmla="*/ 2538698 w 3114960"/>
              <a:gd name="connsiteY7336" fmla="*/ 358521 h 5143785"/>
              <a:gd name="connsiteX7337" fmla="*/ 2540603 w 3114960"/>
              <a:gd name="connsiteY7337" fmla="*/ 385763 h 5143785"/>
              <a:gd name="connsiteX7338" fmla="*/ 2538698 w 3114960"/>
              <a:gd name="connsiteY7338" fmla="*/ 387668 h 5143785"/>
              <a:gd name="connsiteX7339" fmla="*/ 2518029 w 3114960"/>
              <a:gd name="connsiteY7339" fmla="*/ 387668 h 5143785"/>
              <a:gd name="connsiteX7340" fmla="*/ 2516124 w 3114960"/>
              <a:gd name="connsiteY7340" fmla="*/ 385763 h 5143785"/>
              <a:gd name="connsiteX7341" fmla="*/ 2516124 w 3114960"/>
              <a:gd name="connsiteY7341" fmla="*/ 365093 h 5143785"/>
              <a:gd name="connsiteX7342" fmla="*/ 2518029 w 3114960"/>
              <a:gd name="connsiteY7342" fmla="*/ 363188 h 5143785"/>
              <a:gd name="connsiteX7343" fmla="*/ 2538698 w 3114960"/>
              <a:gd name="connsiteY7343" fmla="*/ 363188 h 5143785"/>
              <a:gd name="connsiteX7344" fmla="*/ 2540603 w 3114960"/>
              <a:gd name="connsiteY7344" fmla="*/ 365093 h 5143785"/>
              <a:gd name="connsiteX7345" fmla="*/ 2540603 w 3114960"/>
              <a:gd name="connsiteY7345" fmla="*/ 385763 h 5143785"/>
              <a:gd name="connsiteX7346" fmla="*/ 599027 w 3114960"/>
              <a:gd name="connsiteY7346" fmla="*/ 3582924 h 5143785"/>
              <a:gd name="connsiteX7347" fmla="*/ 619792 w 3114960"/>
              <a:gd name="connsiteY7347" fmla="*/ 3582924 h 5143785"/>
              <a:gd name="connsiteX7348" fmla="*/ 619792 w 3114960"/>
              <a:gd name="connsiteY7348" fmla="*/ 3587592 h 5143785"/>
              <a:gd name="connsiteX7349" fmla="*/ 599027 w 3114960"/>
              <a:gd name="connsiteY7349" fmla="*/ 3587592 h 5143785"/>
              <a:gd name="connsiteX7350" fmla="*/ 599027 w 3114960"/>
              <a:gd name="connsiteY7350" fmla="*/ 3582924 h 5143785"/>
              <a:gd name="connsiteX7351" fmla="*/ 557498 w 3114960"/>
              <a:gd name="connsiteY7351" fmla="*/ 3583019 h 5143785"/>
              <a:gd name="connsiteX7352" fmla="*/ 578263 w 3114960"/>
              <a:gd name="connsiteY7352" fmla="*/ 3583019 h 5143785"/>
              <a:gd name="connsiteX7353" fmla="*/ 578263 w 3114960"/>
              <a:gd name="connsiteY7353" fmla="*/ 3587687 h 5143785"/>
              <a:gd name="connsiteX7354" fmla="*/ 557498 w 3114960"/>
              <a:gd name="connsiteY7354" fmla="*/ 3587687 h 5143785"/>
              <a:gd name="connsiteX7355" fmla="*/ 557498 w 3114960"/>
              <a:gd name="connsiteY7355" fmla="*/ 3583019 h 5143785"/>
              <a:gd name="connsiteX7356" fmla="*/ 640461 w 3114960"/>
              <a:gd name="connsiteY7356" fmla="*/ 3582734 h 5143785"/>
              <a:gd name="connsiteX7357" fmla="*/ 661226 w 3114960"/>
              <a:gd name="connsiteY7357" fmla="*/ 3582734 h 5143785"/>
              <a:gd name="connsiteX7358" fmla="*/ 661226 w 3114960"/>
              <a:gd name="connsiteY7358" fmla="*/ 3587401 h 5143785"/>
              <a:gd name="connsiteX7359" fmla="*/ 640461 w 3114960"/>
              <a:gd name="connsiteY7359" fmla="*/ 3587401 h 5143785"/>
              <a:gd name="connsiteX7360" fmla="*/ 640461 w 3114960"/>
              <a:gd name="connsiteY7360" fmla="*/ 3582734 h 5143785"/>
              <a:gd name="connsiteX7361" fmla="*/ 703898 w 3114960"/>
              <a:gd name="connsiteY7361" fmla="*/ 3575971 h 5143785"/>
              <a:gd name="connsiteX7362" fmla="*/ 709422 w 3114960"/>
              <a:gd name="connsiteY7362" fmla="*/ 3588449 h 5143785"/>
              <a:gd name="connsiteX7363" fmla="*/ 696944 w 3114960"/>
              <a:gd name="connsiteY7363" fmla="*/ 3593973 h 5143785"/>
              <a:gd name="connsiteX7364" fmla="*/ 691229 w 3114960"/>
              <a:gd name="connsiteY7364" fmla="*/ 3587305 h 5143785"/>
              <a:gd name="connsiteX7365" fmla="*/ 681990 w 3114960"/>
              <a:gd name="connsiteY7365" fmla="*/ 3587305 h 5143785"/>
              <a:gd name="connsiteX7366" fmla="*/ 681990 w 3114960"/>
              <a:gd name="connsiteY7366" fmla="*/ 3582543 h 5143785"/>
              <a:gd name="connsiteX7367" fmla="*/ 691229 w 3114960"/>
              <a:gd name="connsiteY7367" fmla="*/ 3582543 h 5143785"/>
              <a:gd name="connsiteX7368" fmla="*/ 691420 w 3114960"/>
              <a:gd name="connsiteY7368" fmla="*/ 3581400 h 5143785"/>
              <a:gd name="connsiteX7369" fmla="*/ 703898 w 3114960"/>
              <a:gd name="connsiteY7369" fmla="*/ 3575876 h 5143785"/>
              <a:gd name="connsiteX7370" fmla="*/ 2553081 w 3114960"/>
              <a:gd name="connsiteY7370" fmla="*/ 434816 h 5143785"/>
              <a:gd name="connsiteX7371" fmla="*/ 2402967 w 3114960"/>
              <a:gd name="connsiteY7371" fmla="*/ 437102 h 5143785"/>
              <a:gd name="connsiteX7372" fmla="*/ 2378393 w 3114960"/>
              <a:gd name="connsiteY7372" fmla="*/ 410909 h 5143785"/>
              <a:gd name="connsiteX7373" fmla="*/ 2269427 w 3114960"/>
              <a:gd name="connsiteY7373" fmla="*/ 410909 h 5143785"/>
              <a:gd name="connsiteX7374" fmla="*/ 2022443 w 3114960"/>
              <a:gd name="connsiteY7374" fmla="*/ 603980 h 5143785"/>
              <a:gd name="connsiteX7375" fmla="*/ 2009680 w 3114960"/>
              <a:gd name="connsiteY7375" fmla="*/ 599980 h 5143785"/>
              <a:gd name="connsiteX7376" fmla="*/ 1990058 w 3114960"/>
              <a:gd name="connsiteY7376" fmla="*/ 621125 h 5143785"/>
              <a:gd name="connsiteX7377" fmla="*/ 2011204 w 3114960"/>
              <a:gd name="connsiteY7377" fmla="*/ 640747 h 5143785"/>
              <a:gd name="connsiteX7378" fmla="*/ 2030825 w 3114960"/>
              <a:gd name="connsiteY7378" fmla="*/ 619601 h 5143785"/>
              <a:gd name="connsiteX7379" fmla="*/ 2028635 w 3114960"/>
              <a:gd name="connsiteY7379" fmla="*/ 611219 h 5143785"/>
              <a:gd name="connsiteX7380" fmla="*/ 2272760 w 3114960"/>
              <a:gd name="connsiteY7380" fmla="*/ 420434 h 5143785"/>
              <a:gd name="connsiteX7381" fmla="*/ 2374202 w 3114960"/>
              <a:gd name="connsiteY7381" fmla="*/ 420434 h 5143785"/>
              <a:gd name="connsiteX7382" fmla="*/ 2398871 w 3114960"/>
              <a:gd name="connsiteY7382" fmla="*/ 446627 h 5143785"/>
              <a:gd name="connsiteX7383" fmla="*/ 2554415 w 3114960"/>
              <a:gd name="connsiteY7383" fmla="*/ 444246 h 5143785"/>
              <a:gd name="connsiteX7384" fmla="*/ 2581561 w 3114960"/>
              <a:gd name="connsiteY7384" fmla="*/ 429673 h 5143785"/>
              <a:gd name="connsiteX7385" fmla="*/ 2581561 w 3114960"/>
              <a:gd name="connsiteY7385" fmla="*/ 392335 h 5143785"/>
              <a:gd name="connsiteX7386" fmla="*/ 2556701 w 3114960"/>
              <a:gd name="connsiteY7386" fmla="*/ 380905 h 5143785"/>
              <a:gd name="connsiteX7387" fmla="*/ 2556701 w 3114960"/>
              <a:gd name="connsiteY7387" fmla="*/ 367570 h 5143785"/>
              <a:gd name="connsiteX7388" fmla="*/ 2556986 w 3114960"/>
              <a:gd name="connsiteY7388" fmla="*/ 367856 h 5143785"/>
              <a:gd name="connsiteX7389" fmla="*/ 2590800 w 3114960"/>
              <a:gd name="connsiteY7389" fmla="*/ 330422 h 5143785"/>
              <a:gd name="connsiteX7390" fmla="*/ 2889409 w 3114960"/>
              <a:gd name="connsiteY7390" fmla="*/ 330422 h 5143785"/>
              <a:gd name="connsiteX7391" fmla="*/ 2911221 w 3114960"/>
              <a:gd name="connsiteY7391" fmla="*/ 368999 h 5143785"/>
              <a:gd name="connsiteX7392" fmla="*/ 2952464 w 3114960"/>
              <a:gd name="connsiteY7392" fmla="*/ 368999 h 5143785"/>
              <a:gd name="connsiteX7393" fmla="*/ 2966657 w 3114960"/>
              <a:gd name="connsiteY7393" fmla="*/ 380048 h 5143785"/>
              <a:gd name="connsiteX7394" fmla="*/ 2981325 w 3114960"/>
              <a:gd name="connsiteY7394" fmla="*/ 365379 h 5143785"/>
              <a:gd name="connsiteX7395" fmla="*/ 2966657 w 3114960"/>
              <a:gd name="connsiteY7395" fmla="*/ 350711 h 5143785"/>
              <a:gd name="connsiteX7396" fmla="*/ 2952464 w 3114960"/>
              <a:gd name="connsiteY7396" fmla="*/ 361855 h 5143785"/>
              <a:gd name="connsiteX7397" fmla="*/ 2915412 w 3114960"/>
              <a:gd name="connsiteY7397" fmla="*/ 361855 h 5143785"/>
              <a:gd name="connsiteX7398" fmla="*/ 2893600 w 3114960"/>
              <a:gd name="connsiteY7398" fmla="*/ 323279 h 5143785"/>
              <a:gd name="connsiteX7399" fmla="*/ 2587657 w 3114960"/>
              <a:gd name="connsiteY7399" fmla="*/ 323279 h 5143785"/>
              <a:gd name="connsiteX7400" fmla="*/ 2556701 w 3114960"/>
              <a:gd name="connsiteY7400" fmla="*/ 357473 h 5143785"/>
              <a:gd name="connsiteX7401" fmla="*/ 2556701 w 3114960"/>
              <a:gd name="connsiteY7401" fmla="*/ 354616 h 5143785"/>
              <a:gd name="connsiteX7402" fmla="*/ 2550033 w 3114960"/>
              <a:gd name="connsiteY7402" fmla="*/ 347948 h 5143785"/>
              <a:gd name="connsiteX7403" fmla="*/ 2405920 w 3114960"/>
              <a:gd name="connsiteY7403" fmla="*/ 347948 h 5143785"/>
              <a:gd name="connsiteX7404" fmla="*/ 2399252 w 3114960"/>
              <a:gd name="connsiteY7404" fmla="*/ 354616 h 5143785"/>
              <a:gd name="connsiteX7405" fmla="*/ 2399252 w 3114960"/>
              <a:gd name="connsiteY7405" fmla="*/ 375380 h 5143785"/>
              <a:gd name="connsiteX7406" fmla="*/ 2399252 w 3114960"/>
              <a:gd name="connsiteY7406" fmla="*/ 372999 h 5143785"/>
              <a:gd name="connsiteX7407" fmla="*/ 2243519 w 3114960"/>
              <a:gd name="connsiteY7407" fmla="*/ 374618 h 5143785"/>
              <a:gd name="connsiteX7408" fmla="*/ 2223992 w 3114960"/>
              <a:gd name="connsiteY7408" fmla="*/ 353473 h 5143785"/>
              <a:gd name="connsiteX7409" fmla="*/ 2223992 w 3114960"/>
              <a:gd name="connsiteY7409" fmla="*/ 280892 h 5143785"/>
              <a:gd name="connsiteX7410" fmla="*/ 2247900 w 3114960"/>
              <a:gd name="connsiteY7410" fmla="*/ 251651 h 5143785"/>
              <a:gd name="connsiteX7411" fmla="*/ 2247900 w 3114960"/>
              <a:gd name="connsiteY7411" fmla="*/ 156401 h 5143785"/>
              <a:gd name="connsiteX7412" fmla="*/ 2248948 w 3114960"/>
              <a:gd name="connsiteY7412" fmla="*/ 156020 h 5143785"/>
              <a:gd name="connsiteX7413" fmla="*/ 2323433 w 3114960"/>
              <a:gd name="connsiteY7413" fmla="*/ 225457 h 5143785"/>
              <a:gd name="connsiteX7414" fmla="*/ 2375345 w 3114960"/>
              <a:gd name="connsiteY7414" fmla="*/ 224981 h 5143785"/>
              <a:gd name="connsiteX7415" fmla="*/ 2375345 w 3114960"/>
              <a:gd name="connsiteY7415" fmla="*/ 225552 h 5143785"/>
              <a:gd name="connsiteX7416" fmla="*/ 2380964 w 3114960"/>
              <a:gd name="connsiteY7416" fmla="*/ 233363 h 5143785"/>
              <a:gd name="connsiteX7417" fmla="*/ 2387537 w 3114960"/>
              <a:gd name="connsiteY7417" fmla="*/ 235172 h 5143785"/>
              <a:gd name="connsiteX7418" fmla="*/ 2390489 w 3114960"/>
              <a:gd name="connsiteY7418" fmla="*/ 234791 h 5143785"/>
              <a:gd name="connsiteX7419" fmla="*/ 2398300 w 3114960"/>
              <a:gd name="connsiteY7419" fmla="*/ 229076 h 5143785"/>
              <a:gd name="connsiteX7420" fmla="*/ 2399824 w 3114960"/>
              <a:gd name="connsiteY7420" fmla="*/ 219551 h 5143785"/>
              <a:gd name="connsiteX7421" fmla="*/ 2394204 w 3114960"/>
              <a:gd name="connsiteY7421" fmla="*/ 211741 h 5143785"/>
              <a:gd name="connsiteX7422" fmla="*/ 2384679 w 3114960"/>
              <a:gd name="connsiteY7422" fmla="*/ 210217 h 5143785"/>
              <a:gd name="connsiteX7423" fmla="*/ 2376869 w 3114960"/>
              <a:gd name="connsiteY7423" fmla="*/ 215932 h 5143785"/>
              <a:gd name="connsiteX7424" fmla="*/ 2375345 w 3114960"/>
              <a:gd name="connsiteY7424" fmla="*/ 220123 h 5143785"/>
              <a:gd name="connsiteX7425" fmla="*/ 2325338 w 3114960"/>
              <a:gd name="connsiteY7425" fmla="*/ 220599 h 5143785"/>
              <a:gd name="connsiteX7426" fmla="*/ 2252567 w 3114960"/>
              <a:gd name="connsiteY7426" fmla="*/ 152781 h 5143785"/>
              <a:gd name="connsiteX7427" fmla="*/ 2253710 w 3114960"/>
              <a:gd name="connsiteY7427" fmla="*/ 150209 h 5143785"/>
              <a:gd name="connsiteX7428" fmla="*/ 2247233 w 3114960"/>
              <a:gd name="connsiteY7428" fmla="*/ 139637 h 5143785"/>
              <a:gd name="connsiteX7429" fmla="*/ 2236661 w 3114960"/>
              <a:gd name="connsiteY7429" fmla="*/ 146114 h 5143785"/>
              <a:gd name="connsiteX7430" fmla="*/ 2243138 w 3114960"/>
              <a:gd name="connsiteY7430" fmla="*/ 156686 h 5143785"/>
              <a:gd name="connsiteX7431" fmla="*/ 2243138 w 3114960"/>
              <a:gd name="connsiteY7431" fmla="*/ 156686 h 5143785"/>
              <a:gd name="connsiteX7432" fmla="*/ 2243138 w 3114960"/>
              <a:gd name="connsiteY7432" fmla="*/ 249936 h 5143785"/>
              <a:gd name="connsiteX7433" fmla="*/ 2219325 w 3114960"/>
              <a:gd name="connsiteY7433" fmla="*/ 279178 h 5143785"/>
              <a:gd name="connsiteX7434" fmla="*/ 2219325 w 3114960"/>
              <a:gd name="connsiteY7434" fmla="*/ 355378 h 5143785"/>
              <a:gd name="connsiteX7435" fmla="*/ 2241423 w 3114960"/>
              <a:gd name="connsiteY7435" fmla="*/ 379476 h 5143785"/>
              <a:gd name="connsiteX7436" fmla="*/ 2399157 w 3114960"/>
              <a:gd name="connsiteY7436" fmla="*/ 377857 h 5143785"/>
              <a:gd name="connsiteX7437" fmla="*/ 2399157 w 3114960"/>
              <a:gd name="connsiteY7437" fmla="*/ 396907 h 5143785"/>
              <a:gd name="connsiteX7438" fmla="*/ 2405063 w 3114960"/>
              <a:gd name="connsiteY7438" fmla="*/ 402812 h 5143785"/>
              <a:gd name="connsiteX7439" fmla="*/ 2549938 w 3114960"/>
              <a:gd name="connsiteY7439" fmla="*/ 402812 h 5143785"/>
              <a:gd name="connsiteX7440" fmla="*/ 2556605 w 3114960"/>
              <a:gd name="connsiteY7440" fmla="*/ 396145 h 5143785"/>
              <a:gd name="connsiteX7441" fmla="*/ 2556605 w 3114960"/>
              <a:gd name="connsiteY7441" fmla="*/ 391478 h 5143785"/>
              <a:gd name="connsiteX7442" fmla="*/ 2571941 w 3114960"/>
              <a:gd name="connsiteY7442" fmla="*/ 398526 h 5143785"/>
              <a:gd name="connsiteX7443" fmla="*/ 2571941 w 3114960"/>
              <a:gd name="connsiteY7443" fmla="*/ 424148 h 5143785"/>
              <a:gd name="connsiteX7444" fmla="*/ 2552986 w 3114960"/>
              <a:gd name="connsiteY7444" fmla="*/ 434816 h 5143785"/>
              <a:gd name="connsiteX7445" fmla="*/ 2966657 w 3114960"/>
              <a:gd name="connsiteY7445" fmla="*/ 357950 h 5143785"/>
              <a:gd name="connsiteX7446" fmla="*/ 2974181 w 3114960"/>
              <a:gd name="connsiteY7446" fmla="*/ 365474 h 5143785"/>
              <a:gd name="connsiteX7447" fmla="*/ 2966657 w 3114960"/>
              <a:gd name="connsiteY7447" fmla="*/ 372999 h 5143785"/>
              <a:gd name="connsiteX7448" fmla="*/ 2959132 w 3114960"/>
              <a:gd name="connsiteY7448" fmla="*/ 365474 h 5143785"/>
              <a:gd name="connsiteX7449" fmla="*/ 2966657 w 3114960"/>
              <a:gd name="connsiteY7449" fmla="*/ 357950 h 5143785"/>
              <a:gd name="connsiteX7450" fmla="*/ 2381060 w 3114960"/>
              <a:gd name="connsiteY7450" fmla="*/ 218504 h 5143785"/>
              <a:gd name="connsiteX7451" fmla="*/ 2385917 w 3114960"/>
              <a:gd name="connsiteY7451" fmla="*/ 214979 h 5143785"/>
              <a:gd name="connsiteX7452" fmla="*/ 2387727 w 3114960"/>
              <a:gd name="connsiteY7452" fmla="*/ 214789 h 5143785"/>
              <a:gd name="connsiteX7453" fmla="*/ 2391823 w 3114960"/>
              <a:gd name="connsiteY7453" fmla="*/ 215932 h 5143785"/>
              <a:gd name="connsiteX7454" fmla="*/ 2395347 w 3114960"/>
              <a:gd name="connsiteY7454" fmla="*/ 220790 h 5143785"/>
              <a:gd name="connsiteX7455" fmla="*/ 2394395 w 3114960"/>
              <a:gd name="connsiteY7455" fmla="*/ 226695 h 5143785"/>
              <a:gd name="connsiteX7456" fmla="*/ 2389537 w 3114960"/>
              <a:gd name="connsiteY7456" fmla="*/ 230219 h 5143785"/>
              <a:gd name="connsiteX7457" fmla="*/ 2383631 w 3114960"/>
              <a:gd name="connsiteY7457" fmla="*/ 229267 h 5143785"/>
              <a:gd name="connsiteX7458" fmla="*/ 2380107 w 3114960"/>
              <a:gd name="connsiteY7458" fmla="*/ 224409 h 5143785"/>
              <a:gd name="connsiteX7459" fmla="*/ 2381060 w 3114960"/>
              <a:gd name="connsiteY7459" fmla="*/ 218504 h 5143785"/>
              <a:gd name="connsiteX7460" fmla="*/ 2448878 w 3114960"/>
              <a:gd name="connsiteY7460" fmla="*/ 398050 h 5143785"/>
              <a:gd name="connsiteX7461" fmla="*/ 2405253 w 3114960"/>
              <a:gd name="connsiteY7461" fmla="*/ 398050 h 5143785"/>
              <a:gd name="connsiteX7462" fmla="*/ 2404110 w 3114960"/>
              <a:gd name="connsiteY7462" fmla="*/ 396907 h 5143785"/>
              <a:gd name="connsiteX7463" fmla="*/ 2404110 w 3114960"/>
              <a:gd name="connsiteY7463" fmla="*/ 354711 h 5143785"/>
              <a:gd name="connsiteX7464" fmla="*/ 2406015 w 3114960"/>
              <a:gd name="connsiteY7464" fmla="*/ 352806 h 5143785"/>
              <a:gd name="connsiteX7465" fmla="*/ 2448973 w 3114960"/>
              <a:gd name="connsiteY7465" fmla="*/ 352806 h 5143785"/>
              <a:gd name="connsiteX7466" fmla="*/ 2448973 w 3114960"/>
              <a:gd name="connsiteY7466" fmla="*/ 398050 h 5143785"/>
              <a:gd name="connsiteX7467" fmla="*/ 2500694 w 3114960"/>
              <a:gd name="connsiteY7467" fmla="*/ 398050 h 5143785"/>
              <a:gd name="connsiteX7468" fmla="*/ 2453640 w 3114960"/>
              <a:gd name="connsiteY7468" fmla="*/ 398050 h 5143785"/>
              <a:gd name="connsiteX7469" fmla="*/ 2453640 w 3114960"/>
              <a:gd name="connsiteY7469" fmla="*/ 352806 h 5143785"/>
              <a:gd name="connsiteX7470" fmla="*/ 2500694 w 3114960"/>
              <a:gd name="connsiteY7470" fmla="*/ 352806 h 5143785"/>
              <a:gd name="connsiteX7471" fmla="*/ 2500694 w 3114960"/>
              <a:gd name="connsiteY7471" fmla="*/ 398050 h 5143785"/>
              <a:gd name="connsiteX7472" fmla="*/ 2551938 w 3114960"/>
              <a:gd name="connsiteY7472" fmla="*/ 362807 h 5143785"/>
              <a:gd name="connsiteX7473" fmla="*/ 2551652 w 3114960"/>
              <a:gd name="connsiteY7473" fmla="*/ 363093 h 5143785"/>
              <a:gd name="connsiteX7474" fmla="*/ 2551938 w 3114960"/>
              <a:gd name="connsiteY7474" fmla="*/ 363379 h 5143785"/>
              <a:gd name="connsiteX7475" fmla="*/ 2551938 w 3114960"/>
              <a:gd name="connsiteY7475" fmla="*/ 387477 h 5143785"/>
              <a:gd name="connsiteX7476" fmla="*/ 2551271 w 3114960"/>
              <a:gd name="connsiteY7476" fmla="*/ 389001 h 5143785"/>
              <a:gd name="connsiteX7477" fmla="*/ 2551938 w 3114960"/>
              <a:gd name="connsiteY7477" fmla="*/ 389287 h 5143785"/>
              <a:gd name="connsiteX7478" fmla="*/ 2551938 w 3114960"/>
              <a:gd name="connsiteY7478" fmla="*/ 396145 h 5143785"/>
              <a:gd name="connsiteX7479" fmla="*/ 2550033 w 3114960"/>
              <a:gd name="connsiteY7479" fmla="*/ 398050 h 5143785"/>
              <a:gd name="connsiteX7480" fmla="*/ 2505361 w 3114960"/>
              <a:gd name="connsiteY7480" fmla="*/ 398050 h 5143785"/>
              <a:gd name="connsiteX7481" fmla="*/ 2505361 w 3114960"/>
              <a:gd name="connsiteY7481" fmla="*/ 352806 h 5143785"/>
              <a:gd name="connsiteX7482" fmla="*/ 2550033 w 3114960"/>
              <a:gd name="connsiteY7482" fmla="*/ 352806 h 5143785"/>
              <a:gd name="connsiteX7483" fmla="*/ 2551938 w 3114960"/>
              <a:gd name="connsiteY7483" fmla="*/ 354711 h 5143785"/>
              <a:gd name="connsiteX7484" fmla="*/ 2551938 w 3114960"/>
              <a:gd name="connsiteY7484" fmla="*/ 362807 h 5143785"/>
              <a:gd name="connsiteX7485" fmla="*/ 306134 w 3114960"/>
              <a:gd name="connsiteY7485" fmla="*/ 2236470 h 5143785"/>
              <a:gd name="connsiteX7486" fmla="*/ 313373 w 3114960"/>
              <a:gd name="connsiteY7486" fmla="*/ 2229422 h 5143785"/>
              <a:gd name="connsiteX7487" fmla="*/ 316706 w 3114960"/>
              <a:gd name="connsiteY7487" fmla="*/ 2232851 h 5143785"/>
              <a:gd name="connsiteX7488" fmla="*/ 309467 w 3114960"/>
              <a:gd name="connsiteY7488" fmla="*/ 2239899 h 5143785"/>
              <a:gd name="connsiteX7489" fmla="*/ 306134 w 3114960"/>
              <a:gd name="connsiteY7489" fmla="*/ 2236470 h 5143785"/>
              <a:gd name="connsiteX7490" fmla="*/ 1218152 w 3114960"/>
              <a:gd name="connsiteY7490" fmla="*/ 3925919 h 5143785"/>
              <a:gd name="connsiteX7491" fmla="*/ 1225296 w 3114960"/>
              <a:gd name="connsiteY7491" fmla="*/ 3925919 h 5143785"/>
              <a:gd name="connsiteX7492" fmla="*/ 1225296 w 3114960"/>
              <a:gd name="connsiteY7492" fmla="*/ 3935635 h 5143785"/>
              <a:gd name="connsiteX7493" fmla="*/ 1218152 w 3114960"/>
              <a:gd name="connsiteY7493" fmla="*/ 3935635 h 5143785"/>
              <a:gd name="connsiteX7494" fmla="*/ 1218152 w 3114960"/>
              <a:gd name="connsiteY7494" fmla="*/ 3925919 h 5143785"/>
              <a:gd name="connsiteX7495" fmla="*/ 1225296 w 3114960"/>
              <a:gd name="connsiteY7495" fmla="*/ 3916109 h 5143785"/>
              <a:gd name="connsiteX7496" fmla="*/ 1218152 w 3114960"/>
              <a:gd name="connsiteY7496" fmla="*/ 3916109 h 5143785"/>
              <a:gd name="connsiteX7497" fmla="*/ 1218152 w 3114960"/>
              <a:gd name="connsiteY7497" fmla="*/ 3906584 h 5143785"/>
              <a:gd name="connsiteX7498" fmla="*/ 1221772 w 3114960"/>
              <a:gd name="connsiteY7498" fmla="*/ 3902964 h 5143785"/>
              <a:gd name="connsiteX7499" fmla="*/ 1231297 w 3114960"/>
              <a:gd name="connsiteY7499" fmla="*/ 3902964 h 5143785"/>
              <a:gd name="connsiteX7500" fmla="*/ 1231297 w 3114960"/>
              <a:gd name="connsiteY7500" fmla="*/ 3910108 h 5143785"/>
              <a:gd name="connsiteX7501" fmla="*/ 1225391 w 3114960"/>
              <a:gd name="connsiteY7501" fmla="*/ 3910108 h 5143785"/>
              <a:gd name="connsiteX7502" fmla="*/ 1225391 w 3114960"/>
              <a:gd name="connsiteY7502" fmla="*/ 3916013 h 5143785"/>
              <a:gd name="connsiteX7503" fmla="*/ 2415635 w 3114960"/>
              <a:gd name="connsiteY7503" fmla="*/ 392430 h 5143785"/>
              <a:gd name="connsiteX7504" fmla="*/ 2436305 w 3114960"/>
              <a:gd name="connsiteY7504" fmla="*/ 392430 h 5143785"/>
              <a:gd name="connsiteX7505" fmla="*/ 2442972 w 3114960"/>
              <a:gd name="connsiteY7505" fmla="*/ 385763 h 5143785"/>
              <a:gd name="connsiteX7506" fmla="*/ 2442972 w 3114960"/>
              <a:gd name="connsiteY7506" fmla="*/ 365093 h 5143785"/>
              <a:gd name="connsiteX7507" fmla="*/ 2436305 w 3114960"/>
              <a:gd name="connsiteY7507" fmla="*/ 358426 h 5143785"/>
              <a:gd name="connsiteX7508" fmla="*/ 2415635 w 3114960"/>
              <a:gd name="connsiteY7508" fmla="*/ 358426 h 5143785"/>
              <a:gd name="connsiteX7509" fmla="*/ 2408968 w 3114960"/>
              <a:gd name="connsiteY7509" fmla="*/ 365093 h 5143785"/>
              <a:gd name="connsiteX7510" fmla="*/ 2408968 w 3114960"/>
              <a:gd name="connsiteY7510" fmla="*/ 385763 h 5143785"/>
              <a:gd name="connsiteX7511" fmla="*/ 2415635 w 3114960"/>
              <a:gd name="connsiteY7511" fmla="*/ 392430 h 5143785"/>
              <a:gd name="connsiteX7512" fmla="*/ 2413826 w 3114960"/>
              <a:gd name="connsiteY7512" fmla="*/ 365093 h 5143785"/>
              <a:gd name="connsiteX7513" fmla="*/ 2415731 w 3114960"/>
              <a:gd name="connsiteY7513" fmla="*/ 363188 h 5143785"/>
              <a:gd name="connsiteX7514" fmla="*/ 2436400 w 3114960"/>
              <a:gd name="connsiteY7514" fmla="*/ 363188 h 5143785"/>
              <a:gd name="connsiteX7515" fmla="*/ 2438305 w 3114960"/>
              <a:gd name="connsiteY7515" fmla="*/ 365093 h 5143785"/>
              <a:gd name="connsiteX7516" fmla="*/ 2438305 w 3114960"/>
              <a:gd name="connsiteY7516" fmla="*/ 385763 h 5143785"/>
              <a:gd name="connsiteX7517" fmla="*/ 2436400 w 3114960"/>
              <a:gd name="connsiteY7517" fmla="*/ 387668 h 5143785"/>
              <a:gd name="connsiteX7518" fmla="*/ 2415731 w 3114960"/>
              <a:gd name="connsiteY7518" fmla="*/ 387668 h 5143785"/>
              <a:gd name="connsiteX7519" fmla="*/ 2413826 w 3114960"/>
              <a:gd name="connsiteY7519" fmla="*/ 385763 h 5143785"/>
              <a:gd name="connsiteX7520" fmla="*/ 2413826 w 3114960"/>
              <a:gd name="connsiteY7520" fmla="*/ 365093 h 5143785"/>
              <a:gd name="connsiteX7521" fmla="*/ 2466880 w 3114960"/>
              <a:gd name="connsiteY7521" fmla="*/ 392430 h 5143785"/>
              <a:gd name="connsiteX7522" fmla="*/ 2487549 w 3114960"/>
              <a:gd name="connsiteY7522" fmla="*/ 392430 h 5143785"/>
              <a:gd name="connsiteX7523" fmla="*/ 2494217 w 3114960"/>
              <a:gd name="connsiteY7523" fmla="*/ 385763 h 5143785"/>
              <a:gd name="connsiteX7524" fmla="*/ 2494217 w 3114960"/>
              <a:gd name="connsiteY7524" fmla="*/ 365093 h 5143785"/>
              <a:gd name="connsiteX7525" fmla="*/ 2487549 w 3114960"/>
              <a:gd name="connsiteY7525" fmla="*/ 358426 h 5143785"/>
              <a:gd name="connsiteX7526" fmla="*/ 2466880 w 3114960"/>
              <a:gd name="connsiteY7526" fmla="*/ 358426 h 5143785"/>
              <a:gd name="connsiteX7527" fmla="*/ 2460212 w 3114960"/>
              <a:gd name="connsiteY7527" fmla="*/ 365093 h 5143785"/>
              <a:gd name="connsiteX7528" fmla="*/ 2460212 w 3114960"/>
              <a:gd name="connsiteY7528" fmla="*/ 385763 h 5143785"/>
              <a:gd name="connsiteX7529" fmla="*/ 2466880 w 3114960"/>
              <a:gd name="connsiteY7529" fmla="*/ 392430 h 5143785"/>
              <a:gd name="connsiteX7530" fmla="*/ 2464975 w 3114960"/>
              <a:gd name="connsiteY7530" fmla="*/ 365093 h 5143785"/>
              <a:gd name="connsiteX7531" fmla="*/ 2466880 w 3114960"/>
              <a:gd name="connsiteY7531" fmla="*/ 363188 h 5143785"/>
              <a:gd name="connsiteX7532" fmla="*/ 2487549 w 3114960"/>
              <a:gd name="connsiteY7532" fmla="*/ 363188 h 5143785"/>
              <a:gd name="connsiteX7533" fmla="*/ 2489454 w 3114960"/>
              <a:gd name="connsiteY7533" fmla="*/ 365093 h 5143785"/>
              <a:gd name="connsiteX7534" fmla="*/ 2489454 w 3114960"/>
              <a:gd name="connsiteY7534" fmla="*/ 385763 h 5143785"/>
              <a:gd name="connsiteX7535" fmla="*/ 2487549 w 3114960"/>
              <a:gd name="connsiteY7535" fmla="*/ 387668 h 5143785"/>
              <a:gd name="connsiteX7536" fmla="*/ 2466880 w 3114960"/>
              <a:gd name="connsiteY7536" fmla="*/ 387668 h 5143785"/>
              <a:gd name="connsiteX7537" fmla="*/ 2464975 w 3114960"/>
              <a:gd name="connsiteY7537" fmla="*/ 385763 h 5143785"/>
              <a:gd name="connsiteX7538" fmla="*/ 2464975 w 3114960"/>
              <a:gd name="connsiteY7538" fmla="*/ 365093 h 5143785"/>
              <a:gd name="connsiteX7539" fmla="*/ 1332833 w 3114960"/>
              <a:gd name="connsiteY7539" fmla="*/ 3897059 h 5143785"/>
              <a:gd name="connsiteX7540" fmla="*/ 1339977 w 3114960"/>
              <a:gd name="connsiteY7540" fmla="*/ 3897059 h 5143785"/>
              <a:gd name="connsiteX7541" fmla="*/ 1339977 w 3114960"/>
              <a:gd name="connsiteY7541" fmla="*/ 3906584 h 5143785"/>
              <a:gd name="connsiteX7542" fmla="*/ 1336453 w 3114960"/>
              <a:gd name="connsiteY7542" fmla="*/ 3910203 h 5143785"/>
              <a:gd name="connsiteX7543" fmla="*/ 1326928 w 3114960"/>
              <a:gd name="connsiteY7543" fmla="*/ 3910203 h 5143785"/>
              <a:gd name="connsiteX7544" fmla="*/ 1326928 w 3114960"/>
              <a:gd name="connsiteY7544" fmla="*/ 3903059 h 5143785"/>
              <a:gd name="connsiteX7545" fmla="*/ 1332928 w 3114960"/>
              <a:gd name="connsiteY7545" fmla="*/ 3903059 h 5143785"/>
              <a:gd name="connsiteX7546" fmla="*/ 1332928 w 3114960"/>
              <a:gd name="connsiteY7546" fmla="*/ 3897059 h 5143785"/>
              <a:gd name="connsiteX7547" fmla="*/ 1232916 w 3114960"/>
              <a:gd name="connsiteY7547" fmla="*/ 3903059 h 5143785"/>
              <a:gd name="connsiteX7548" fmla="*/ 1232916 w 3114960"/>
              <a:gd name="connsiteY7548" fmla="*/ 3910203 h 5143785"/>
              <a:gd name="connsiteX7549" fmla="*/ 1232059 w 3114960"/>
              <a:gd name="connsiteY7549" fmla="*/ 3903059 h 5143785"/>
              <a:gd name="connsiteX7550" fmla="*/ 1232916 w 3114960"/>
              <a:gd name="connsiteY7550" fmla="*/ 3903059 h 5143785"/>
              <a:gd name="connsiteX7551" fmla="*/ 2372011 w 3114960"/>
              <a:gd name="connsiteY7551" fmla="*/ 4263771 h 5143785"/>
              <a:gd name="connsiteX7552" fmla="*/ 2380869 w 3114960"/>
              <a:gd name="connsiteY7552" fmla="*/ 4254913 h 5143785"/>
              <a:gd name="connsiteX7553" fmla="*/ 2372011 w 3114960"/>
              <a:gd name="connsiteY7553" fmla="*/ 4246055 h 5143785"/>
              <a:gd name="connsiteX7554" fmla="*/ 2363629 w 3114960"/>
              <a:gd name="connsiteY7554" fmla="*/ 4252532 h 5143785"/>
              <a:gd name="connsiteX7555" fmla="*/ 2308193 w 3114960"/>
              <a:gd name="connsiteY7555" fmla="*/ 4252532 h 5143785"/>
              <a:gd name="connsiteX7556" fmla="*/ 2289715 w 3114960"/>
              <a:gd name="connsiteY7556" fmla="*/ 4226719 h 5143785"/>
              <a:gd name="connsiteX7557" fmla="*/ 2289143 w 3114960"/>
              <a:gd name="connsiteY7557" fmla="*/ 4162139 h 5143785"/>
              <a:gd name="connsiteX7558" fmla="*/ 2309622 w 3114960"/>
              <a:gd name="connsiteY7558" fmla="*/ 4142804 h 5143785"/>
              <a:gd name="connsiteX7559" fmla="*/ 2315623 w 3114960"/>
              <a:gd name="connsiteY7559" fmla="*/ 4144804 h 5143785"/>
              <a:gd name="connsiteX7560" fmla="*/ 2326862 w 3114960"/>
              <a:gd name="connsiteY7560" fmla="*/ 4133564 h 5143785"/>
              <a:gd name="connsiteX7561" fmla="*/ 2315623 w 3114960"/>
              <a:gd name="connsiteY7561" fmla="*/ 4122325 h 5143785"/>
              <a:gd name="connsiteX7562" fmla="*/ 2304383 w 3114960"/>
              <a:gd name="connsiteY7562" fmla="*/ 4133564 h 5143785"/>
              <a:gd name="connsiteX7563" fmla="*/ 2306288 w 3114960"/>
              <a:gd name="connsiteY7563" fmla="*/ 4139470 h 5143785"/>
              <a:gd name="connsiteX7564" fmla="*/ 2284381 w 3114960"/>
              <a:gd name="connsiteY7564" fmla="*/ 4160139 h 5143785"/>
              <a:gd name="connsiteX7565" fmla="*/ 2284952 w 3114960"/>
              <a:gd name="connsiteY7565" fmla="*/ 4228338 h 5143785"/>
              <a:gd name="connsiteX7566" fmla="*/ 2305717 w 3114960"/>
              <a:gd name="connsiteY7566" fmla="*/ 4257389 h 5143785"/>
              <a:gd name="connsiteX7567" fmla="*/ 2363534 w 3114960"/>
              <a:gd name="connsiteY7567" fmla="*/ 4257389 h 5143785"/>
              <a:gd name="connsiteX7568" fmla="*/ 2371916 w 3114960"/>
              <a:gd name="connsiteY7568" fmla="*/ 4263867 h 5143785"/>
              <a:gd name="connsiteX7569" fmla="*/ 2315623 w 3114960"/>
              <a:gd name="connsiteY7569" fmla="*/ 4126992 h 5143785"/>
              <a:gd name="connsiteX7570" fmla="*/ 2322100 w 3114960"/>
              <a:gd name="connsiteY7570" fmla="*/ 4133469 h 5143785"/>
              <a:gd name="connsiteX7571" fmla="*/ 2315623 w 3114960"/>
              <a:gd name="connsiteY7571" fmla="*/ 4139946 h 5143785"/>
              <a:gd name="connsiteX7572" fmla="*/ 2309146 w 3114960"/>
              <a:gd name="connsiteY7572" fmla="*/ 4133469 h 5143785"/>
              <a:gd name="connsiteX7573" fmla="*/ 2315623 w 3114960"/>
              <a:gd name="connsiteY7573" fmla="*/ 4126992 h 5143785"/>
              <a:gd name="connsiteX7574" fmla="*/ 335661 w 3114960"/>
              <a:gd name="connsiteY7574" fmla="*/ 2080260 h 5143785"/>
              <a:gd name="connsiteX7575" fmla="*/ 342805 w 3114960"/>
              <a:gd name="connsiteY7575" fmla="*/ 2080260 h 5143785"/>
              <a:gd name="connsiteX7576" fmla="*/ 342805 w 3114960"/>
              <a:gd name="connsiteY7576" fmla="*/ 2085023 h 5143785"/>
              <a:gd name="connsiteX7577" fmla="*/ 335661 w 3114960"/>
              <a:gd name="connsiteY7577" fmla="*/ 2085023 h 5143785"/>
              <a:gd name="connsiteX7578" fmla="*/ 335661 w 3114960"/>
              <a:gd name="connsiteY7578" fmla="*/ 2080260 h 5143785"/>
              <a:gd name="connsiteX7579" fmla="*/ 1739551 w 3114960"/>
              <a:gd name="connsiteY7579" fmla="*/ 2479072 h 5143785"/>
              <a:gd name="connsiteX7580" fmla="*/ 1748219 w 3114960"/>
              <a:gd name="connsiteY7580" fmla="*/ 2470404 h 5143785"/>
              <a:gd name="connsiteX7581" fmla="*/ 1748219 w 3114960"/>
              <a:gd name="connsiteY7581" fmla="*/ 2457164 h 5143785"/>
              <a:gd name="connsiteX7582" fmla="*/ 1739551 w 3114960"/>
              <a:gd name="connsiteY7582" fmla="*/ 2448497 h 5143785"/>
              <a:gd name="connsiteX7583" fmla="*/ 1726311 w 3114960"/>
              <a:gd name="connsiteY7583" fmla="*/ 2448497 h 5143785"/>
              <a:gd name="connsiteX7584" fmla="*/ 1717643 w 3114960"/>
              <a:gd name="connsiteY7584" fmla="*/ 2457164 h 5143785"/>
              <a:gd name="connsiteX7585" fmla="*/ 1717643 w 3114960"/>
              <a:gd name="connsiteY7585" fmla="*/ 2461451 h 5143785"/>
              <a:gd name="connsiteX7586" fmla="*/ 1585722 w 3114960"/>
              <a:gd name="connsiteY7586" fmla="*/ 2461451 h 5143785"/>
              <a:gd name="connsiteX7587" fmla="*/ 1566577 w 3114960"/>
              <a:gd name="connsiteY7587" fmla="*/ 2483644 h 5143785"/>
              <a:gd name="connsiteX7588" fmla="*/ 1487900 w 3114960"/>
              <a:gd name="connsiteY7588" fmla="*/ 2483644 h 5143785"/>
              <a:gd name="connsiteX7589" fmla="*/ 1487043 w 3114960"/>
              <a:gd name="connsiteY7589" fmla="*/ 2480405 h 5143785"/>
              <a:gd name="connsiteX7590" fmla="*/ 1467993 w 3114960"/>
              <a:gd name="connsiteY7590" fmla="*/ 2472595 h 5143785"/>
              <a:gd name="connsiteX7591" fmla="*/ 1460182 w 3114960"/>
              <a:gd name="connsiteY7591" fmla="*/ 2491645 h 5143785"/>
              <a:gd name="connsiteX7592" fmla="*/ 1471232 w 3114960"/>
              <a:gd name="connsiteY7592" fmla="*/ 2500217 h 5143785"/>
              <a:gd name="connsiteX7593" fmla="*/ 1471232 w 3114960"/>
              <a:gd name="connsiteY7593" fmla="*/ 2532602 h 5143785"/>
              <a:gd name="connsiteX7594" fmla="*/ 1511522 w 3114960"/>
              <a:gd name="connsiteY7594" fmla="*/ 2576798 h 5143785"/>
              <a:gd name="connsiteX7595" fmla="*/ 1511522 w 3114960"/>
              <a:gd name="connsiteY7595" fmla="*/ 2708243 h 5143785"/>
              <a:gd name="connsiteX7596" fmla="*/ 1458373 w 3114960"/>
              <a:gd name="connsiteY7596" fmla="*/ 2772632 h 5143785"/>
              <a:gd name="connsiteX7597" fmla="*/ 1457801 w 3114960"/>
              <a:gd name="connsiteY7597" fmla="*/ 2773299 h 5143785"/>
              <a:gd name="connsiteX7598" fmla="*/ 1457801 w 3114960"/>
              <a:gd name="connsiteY7598" fmla="*/ 2804636 h 5143785"/>
              <a:gd name="connsiteX7599" fmla="*/ 1450753 w 3114960"/>
              <a:gd name="connsiteY7599" fmla="*/ 2812923 h 5143785"/>
              <a:gd name="connsiteX7600" fmla="*/ 1459421 w 3114960"/>
              <a:gd name="connsiteY7600" fmla="*/ 2823686 h 5143785"/>
              <a:gd name="connsiteX7601" fmla="*/ 1460468 w 3114960"/>
              <a:gd name="connsiteY7601" fmla="*/ 2823686 h 5143785"/>
              <a:gd name="connsiteX7602" fmla="*/ 1466564 w 3114960"/>
              <a:gd name="connsiteY7602" fmla="*/ 2821496 h 5143785"/>
              <a:gd name="connsiteX7603" fmla="*/ 1470184 w 3114960"/>
              <a:gd name="connsiteY7603" fmla="*/ 2814923 h 5143785"/>
              <a:gd name="connsiteX7604" fmla="*/ 1468088 w 3114960"/>
              <a:gd name="connsiteY7604" fmla="*/ 2807780 h 5143785"/>
              <a:gd name="connsiteX7605" fmla="*/ 1462469 w 3114960"/>
              <a:gd name="connsiteY7605" fmla="*/ 2804541 h 5143785"/>
              <a:gd name="connsiteX7606" fmla="*/ 1462469 w 3114960"/>
              <a:gd name="connsiteY7606" fmla="*/ 2775013 h 5143785"/>
              <a:gd name="connsiteX7607" fmla="*/ 1516380 w 3114960"/>
              <a:gd name="connsiteY7607" fmla="*/ 2709958 h 5143785"/>
              <a:gd name="connsiteX7608" fmla="*/ 1516380 w 3114960"/>
              <a:gd name="connsiteY7608" fmla="*/ 2574893 h 5143785"/>
              <a:gd name="connsiteX7609" fmla="*/ 1475899 w 3114960"/>
              <a:gd name="connsiteY7609" fmla="*/ 2530697 h 5143785"/>
              <a:gd name="connsiteX7610" fmla="*/ 1475899 w 3114960"/>
              <a:gd name="connsiteY7610" fmla="*/ 2500313 h 5143785"/>
              <a:gd name="connsiteX7611" fmla="*/ 1479232 w 3114960"/>
              <a:gd name="connsiteY7611" fmla="*/ 2499455 h 5143785"/>
              <a:gd name="connsiteX7612" fmla="*/ 1487900 w 3114960"/>
              <a:gd name="connsiteY7612" fmla="*/ 2488406 h 5143785"/>
              <a:gd name="connsiteX7613" fmla="*/ 1568768 w 3114960"/>
              <a:gd name="connsiteY7613" fmla="*/ 2488406 h 5143785"/>
              <a:gd name="connsiteX7614" fmla="*/ 1587913 w 3114960"/>
              <a:gd name="connsiteY7614" fmla="*/ 2466213 h 5143785"/>
              <a:gd name="connsiteX7615" fmla="*/ 1717739 w 3114960"/>
              <a:gd name="connsiteY7615" fmla="*/ 2466213 h 5143785"/>
              <a:gd name="connsiteX7616" fmla="*/ 1717739 w 3114960"/>
              <a:gd name="connsiteY7616" fmla="*/ 2470499 h 5143785"/>
              <a:gd name="connsiteX7617" fmla="*/ 1726406 w 3114960"/>
              <a:gd name="connsiteY7617" fmla="*/ 2479167 h 5143785"/>
              <a:gd name="connsiteX7618" fmla="*/ 1739646 w 3114960"/>
              <a:gd name="connsiteY7618" fmla="*/ 2479167 h 5143785"/>
              <a:gd name="connsiteX7619" fmla="*/ 1464278 w 3114960"/>
              <a:gd name="connsiteY7619" fmla="*/ 2810732 h 5143785"/>
              <a:gd name="connsiteX7620" fmla="*/ 1465326 w 3114960"/>
              <a:gd name="connsiteY7620" fmla="*/ 2814447 h 5143785"/>
              <a:gd name="connsiteX7621" fmla="*/ 1463516 w 3114960"/>
              <a:gd name="connsiteY7621" fmla="*/ 2817781 h 5143785"/>
              <a:gd name="connsiteX7622" fmla="*/ 1459897 w 3114960"/>
              <a:gd name="connsiteY7622" fmla="*/ 2818829 h 5143785"/>
              <a:gd name="connsiteX7623" fmla="*/ 1455420 w 3114960"/>
              <a:gd name="connsiteY7623" fmla="*/ 2813304 h 5143785"/>
              <a:gd name="connsiteX7624" fmla="*/ 1460373 w 3114960"/>
              <a:gd name="connsiteY7624" fmla="*/ 2808827 h 5143785"/>
              <a:gd name="connsiteX7625" fmla="*/ 1460945 w 3114960"/>
              <a:gd name="connsiteY7625" fmla="*/ 2808827 h 5143785"/>
              <a:gd name="connsiteX7626" fmla="*/ 1464278 w 3114960"/>
              <a:gd name="connsiteY7626" fmla="*/ 2810637 h 5143785"/>
              <a:gd name="connsiteX7627" fmla="*/ 1477232 w 3114960"/>
              <a:gd name="connsiteY7627" fmla="*/ 2494979 h 5143785"/>
              <a:gd name="connsiteX7628" fmla="*/ 1464374 w 3114960"/>
              <a:gd name="connsiteY7628" fmla="*/ 2489740 h 5143785"/>
              <a:gd name="connsiteX7629" fmla="*/ 1469612 w 3114960"/>
              <a:gd name="connsiteY7629" fmla="*/ 2476881 h 5143785"/>
              <a:gd name="connsiteX7630" fmla="*/ 1473422 w 3114960"/>
              <a:gd name="connsiteY7630" fmla="*/ 2476119 h 5143785"/>
              <a:gd name="connsiteX7631" fmla="*/ 1482471 w 3114960"/>
              <a:gd name="connsiteY7631" fmla="*/ 2482120 h 5143785"/>
              <a:gd name="connsiteX7632" fmla="*/ 1477232 w 3114960"/>
              <a:gd name="connsiteY7632" fmla="*/ 2494979 h 5143785"/>
              <a:gd name="connsiteX7633" fmla="*/ 1722406 w 3114960"/>
              <a:gd name="connsiteY7633" fmla="*/ 2470404 h 5143785"/>
              <a:gd name="connsiteX7634" fmla="*/ 1722406 w 3114960"/>
              <a:gd name="connsiteY7634" fmla="*/ 2457164 h 5143785"/>
              <a:gd name="connsiteX7635" fmla="*/ 1726311 w 3114960"/>
              <a:gd name="connsiteY7635" fmla="*/ 2453259 h 5143785"/>
              <a:gd name="connsiteX7636" fmla="*/ 1739551 w 3114960"/>
              <a:gd name="connsiteY7636" fmla="*/ 2453259 h 5143785"/>
              <a:gd name="connsiteX7637" fmla="*/ 1743456 w 3114960"/>
              <a:gd name="connsiteY7637" fmla="*/ 2457164 h 5143785"/>
              <a:gd name="connsiteX7638" fmla="*/ 1743456 w 3114960"/>
              <a:gd name="connsiteY7638" fmla="*/ 2470404 h 5143785"/>
              <a:gd name="connsiteX7639" fmla="*/ 1739551 w 3114960"/>
              <a:gd name="connsiteY7639" fmla="*/ 2474309 h 5143785"/>
              <a:gd name="connsiteX7640" fmla="*/ 1726311 w 3114960"/>
              <a:gd name="connsiteY7640" fmla="*/ 2474309 h 5143785"/>
              <a:gd name="connsiteX7641" fmla="*/ 1722406 w 3114960"/>
              <a:gd name="connsiteY7641" fmla="*/ 2470404 h 5143785"/>
              <a:gd name="connsiteX7642" fmla="*/ 2219801 w 3114960"/>
              <a:gd name="connsiteY7642" fmla="*/ 4288251 h 5143785"/>
              <a:gd name="connsiteX7643" fmla="*/ 2226659 w 3114960"/>
              <a:gd name="connsiteY7643" fmla="*/ 4277963 h 5143785"/>
              <a:gd name="connsiteX7644" fmla="*/ 2236946 w 3114960"/>
              <a:gd name="connsiteY7644" fmla="*/ 4284821 h 5143785"/>
              <a:gd name="connsiteX7645" fmla="*/ 2230088 w 3114960"/>
              <a:gd name="connsiteY7645" fmla="*/ 4295109 h 5143785"/>
              <a:gd name="connsiteX7646" fmla="*/ 2219801 w 3114960"/>
              <a:gd name="connsiteY7646" fmla="*/ 4288251 h 5143785"/>
              <a:gd name="connsiteX7647" fmla="*/ 2205609 w 3114960"/>
              <a:gd name="connsiteY7647" fmla="*/ 4292632 h 5143785"/>
              <a:gd name="connsiteX7648" fmla="*/ 2207228 w 3114960"/>
              <a:gd name="connsiteY7648" fmla="*/ 4284250 h 5143785"/>
              <a:gd name="connsiteX7649" fmla="*/ 2202466 w 3114960"/>
              <a:gd name="connsiteY7649" fmla="*/ 4277202 h 5143785"/>
              <a:gd name="connsiteX7650" fmla="*/ 2194084 w 3114960"/>
              <a:gd name="connsiteY7650" fmla="*/ 4275582 h 5143785"/>
              <a:gd name="connsiteX7651" fmla="*/ 2185321 w 3114960"/>
              <a:gd name="connsiteY7651" fmla="*/ 4288727 h 5143785"/>
              <a:gd name="connsiteX7652" fmla="*/ 2190083 w 3114960"/>
              <a:gd name="connsiteY7652" fmla="*/ 4295775 h 5143785"/>
              <a:gd name="connsiteX7653" fmla="*/ 2196275 w 3114960"/>
              <a:gd name="connsiteY7653" fmla="*/ 4297680 h 5143785"/>
              <a:gd name="connsiteX7654" fmla="*/ 2198561 w 3114960"/>
              <a:gd name="connsiteY7654" fmla="*/ 4297490 h 5143785"/>
              <a:gd name="connsiteX7655" fmla="*/ 2205609 w 3114960"/>
              <a:gd name="connsiteY7655" fmla="*/ 4292727 h 5143785"/>
              <a:gd name="connsiteX7656" fmla="*/ 2201609 w 3114960"/>
              <a:gd name="connsiteY7656" fmla="*/ 4289965 h 5143785"/>
              <a:gd name="connsiteX7657" fmla="*/ 2197608 w 3114960"/>
              <a:gd name="connsiteY7657" fmla="*/ 4292632 h 5143785"/>
              <a:gd name="connsiteX7658" fmla="*/ 2192846 w 3114960"/>
              <a:gd name="connsiteY7658" fmla="*/ 4291679 h 5143785"/>
              <a:gd name="connsiteX7659" fmla="*/ 2190179 w 3114960"/>
              <a:gd name="connsiteY7659" fmla="*/ 4287679 h 5143785"/>
              <a:gd name="connsiteX7660" fmla="*/ 2195132 w 3114960"/>
              <a:gd name="connsiteY7660" fmla="*/ 4280249 h 5143785"/>
              <a:gd name="connsiteX7661" fmla="*/ 2196370 w 3114960"/>
              <a:gd name="connsiteY7661" fmla="*/ 4280154 h 5143785"/>
              <a:gd name="connsiteX7662" fmla="*/ 2199799 w 3114960"/>
              <a:gd name="connsiteY7662" fmla="*/ 4281202 h 5143785"/>
              <a:gd name="connsiteX7663" fmla="*/ 2202466 w 3114960"/>
              <a:gd name="connsiteY7663" fmla="*/ 4285203 h 5143785"/>
              <a:gd name="connsiteX7664" fmla="*/ 2201513 w 3114960"/>
              <a:gd name="connsiteY7664" fmla="*/ 4289965 h 5143785"/>
              <a:gd name="connsiteX7665" fmla="*/ 328327 w 3114960"/>
              <a:gd name="connsiteY7665" fmla="*/ 2094167 h 5143785"/>
              <a:gd name="connsiteX7666" fmla="*/ 338042 w 3114960"/>
              <a:gd name="connsiteY7666" fmla="*/ 2085689 h 5143785"/>
              <a:gd name="connsiteX7667" fmla="*/ 341852 w 3114960"/>
              <a:gd name="connsiteY7667" fmla="*/ 2085975 h 5143785"/>
              <a:gd name="connsiteX7668" fmla="*/ 350330 w 3114960"/>
              <a:gd name="connsiteY7668" fmla="*/ 2095691 h 5143785"/>
              <a:gd name="connsiteX7669" fmla="*/ 350044 w 3114960"/>
              <a:gd name="connsiteY7669" fmla="*/ 2099501 h 5143785"/>
              <a:gd name="connsiteX7670" fmla="*/ 340328 w 3114960"/>
              <a:gd name="connsiteY7670" fmla="*/ 2107978 h 5143785"/>
              <a:gd name="connsiteX7671" fmla="*/ 336518 w 3114960"/>
              <a:gd name="connsiteY7671" fmla="*/ 2107692 h 5143785"/>
              <a:gd name="connsiteX7672" fmla="*/ 328041 w 3114960"/>
              <a:gd name="connsiteY7672" fmla="*/ 2097977 h 5143785"/>
              <a:gd name="connsiteX7673" fmla="*/ 328327 w 3114960"/>
              <a:gd name="connsiteY7673" fmla="*/ 2094167 h 5143785"/>
              <a:gd name="connsiteX7674" fmla="*/ 1656017 w 3114960"/>
              <a:gd name="connsiteY7674" fmla="*/ 3846005 h 5143785"/>
              <a:gd name="connsiteX7675" fmla="*/ 1656588 w 3114960"/>
              <a:gd name="connsiteY7675" fmla="*/ 3846005 h 5143785"/>
              <a:gd name="connsiteX7676" fmla="*/ 1670209 w 3114960"/>
              <a:gd name="connsiteY7676" fmla="*/ 3832955 h 5143785"/>
              <a:gd name="connsiteX7677" fmla="*/ 1666589 w 3114960"/>
              <a:gd name="connsiteY7677" fmla="*/ 3823145 h 5143785"/>
              <a:gd name="connsiteX7678" fmla="*/ 1657064 w 3114960"/>
              <a:gd name="connsiteY7678" fmla="*/ 3818763 h 5143785"/>
              <a:gd name="connsiteX7679" fmla="*/ 1642777 w 3114960"/>
              <a:gd name="connsiteY7679" fmla="*/ 3831812 h 5143785"/>
              <a:gd name="connsiteX7680" fmla="*/ 1644396 w 3114960"/>
              <a:gd name="connsiteY7680" fmla="*/ 3838861 h 5143785"/>
              <a:gd name="connsiteX7681" fmla="*/ 1577340 w 3114960"/>
              <a:gd name="connsiteY7681" fmla="*/ 3898202 h 5143785"/>
              <a:gd name="connsiteX7682" fmla="*/ 1576483 w 3114960"/>
              <a:gd name="connsiteY7682" fmla="*/ 3898963 h 5143785"/>
              <a:gd name="connsiteX7683" fmla="*/ 1577626 w 3114960"/>
              <a:gd name="connsiteY7683" fmla="*/ 3960209 h 5143785"/>
              <a:gd name="connsiteX7684" fmla="*/ 1484186 w 3114960"/>
              <a:gd name="connsiteY7684" fmla="*/ 4068699 h 5143785"/>
              <a:gd name="connsiteX7685" fmla="*/ 1484186 w 3114960"/>
              <a:gd name="connsiteY7685" fmla="*/ 4078224 h 5143785"/>
              <a:gd name="connsiteX7686" fmla="*/ 1481709 w 3114960"/>
              <a:gd name="connsiteY7686" fmla="*/ 4078796 h 5143785"/>
              <a:gd name="connsiteX7687" fmla="*/ 1475803 w 3114960"/>
              <a:gd name="connsiteY7687" fmla="*/ 4094417 h 5143785"/>
              <a:gd name="connsiteX7688" fmla="*/ 1486662 w 3114960"/>
              <a:gd name="connsiteY7688" fmla="*/ 4101370 h 5143785"/>
              <a:gd name="connsiteX7689" fmla="*/ 1491520 w 3114960"/>
              <a:gd name="connsiteY7689" fmla="*/ 4100322 h 5143785"/>
              <a:gd name="connsiteX7690" fmla="*/ 1497711 w 3114960"/>
              <a:gd name="connsiteY7690" fmla="*/ 4093750 h 5143785"/>
              <a:gd name="connsiteX7691" fmla="*/ 1497425 w 3114960"/>
              <a:gd name="connsiteY7691" fmla="*/ 4084701 h 5143785"/>
              <a:gd name="connsiteX7692" fmla="*/ 1490853 w 3114960"/>
              <a:gd name="connsiteY7692" fmla="*/ 4078510 h 5143785"/>
              <a:gd name="connsiteX7693" fmla="*/ 1489043 w 3114960"/>
              <a:gd name="connsiteY7693" fmla="*/ 4078224 h 5143785"/>
              <a:gd name="connsiteX7694" fmla="*/ 1489043 w 3114960"/>
              <a:gd name="connsiteY7694" fmla="*/ 4070509 h 5143785"/>
              <a:gd name="connsiteX7695" fmla="*/ 1581912 w 3114960"/>
              <a:gd name="connsiteY7695" fmla="*/ 3962686 h 5143785"/>
              <a:gd name="connsiteX7696" fmla="*/ 1582484 w 3114960"/>
              <a:gd name="connsiteY7696" fmla="*/ 3962019 h 5143785"/>
              <a:gd name="connsiteX7697" fmla="*/ 1581341 w 3114960"/>
              <a:gd name="connsiteY7697" fmla="*/ 3901154 h 5143785"/>
              <a:gd name="connsiteX7698" fmla="*/ 1647349 w 3114960"/>
              <a:gd name="connsiteY7698" fmla="*/ 3842766 h 5143785"/>
              <a:gd name="connsiteX7699" fmla="*/ 1655731 w 3114960"/>
              <a:gd name="connsiteY7699" fmla="*/ 3846290 h 5143785"/>
              <a:gd name="connsiteX7700" fmla="*/ 1656588 w 3114960"/>
              <a:gd name="connsiteY7700" fmla="*/ 3823430 h 5143785"/>
              <a:gd name="connsiteX7701" fmla="*/ 1656969 w 3114960"/>
              <a:gd name="connsiteY7701" fmla="*/ 3823430 h 5143785"/>
              <a:gd name="connsiteX7702" fmla="*/ 1663160 w 3114960"/>
              <a:gd name="connsiteY7702" fmla="*/ 3826288 h 5143785"/>
              <a:gd name="connsiteX7703" fmla="*/ 1665446 w 3114960"/>
              <a:gd name="connsiteY7703" fmla="*/ 3832670 h 5143785"/>
              <a:gd name="connsiteX7704" fmla="*/ 1656207 w 3114960"/>
              <a:gd name="connsiteY7704" fmla="*/ 3841147 h 5143785"/>
              <a:gd name="connsiteX7705" fmla="*/ 1650492 w 3114960"/>
              <a:gd name="connsiteY7705" fmla="*/ 3838575 h 5143785"/>
              <a:gd name="connsiteX7706" fmla="*/ 1649730 w 3114960"/>
              <a:gd name="connsiteY7706" fmla="*/ 3837623 h 5143785"/>
              <a:gd name="connsiteX7707" fmla="*/ 1647730 w 3114960"/>
              <a:gd name="connsiteY7707" fmla="*/ 3831812 h 5143785"/>
              <a:gd name="connsiteX7708" fmla="*/ 1656588 w 3114960"/>
              <a:gd name="connsiteY7708" fmla="*/ 3823335 h 5143785"/>
              <a:gd name="connsiteX7709" fmla="*/ 1489424 w 3114960"/>
              <a:gd name="connsiteY7709" fmla="*/ 4082796 h 5143785"/>
              <a:gd name="connsiteX7710" fmla="*/ 1493425 w 3114960"/>
              <a:gd name="connsiteY7710" fmla="*/ 4086511 h 5143785"/>
              <a:gd name="connsiteX7711" fmla="*/ 1493615 w 3114960"/>
              <a:gd name="connsiteY7711" fmla="*/ 4091940 h 5143785"/>
              <a:gd name="connsiteX7712" fmla="*/ 1489901 w 3114960"/>
              <a:gd name="connsiteY7712" fmla="*/ 4095941 h 5143785"/>
              <a:gd name="connsiteX7713" fmla="*/ 1480566 w 3114960"/>
              <a:gd name="connsiteY7713" fmla="*/ 4092417 h 5143785"/>
              <a:gd name="connsiteX7714" fmla="*/ 1484090 w 3114960"/>
              <a:gd name="connsiteY7714" fmla="*/ 4083082 h 5143785"/>
              <a:gd name="connsiteX7715" fmla="*/ 1489520 w 3114960"/>
              <a:gd name="connsiteY7715" fmla="*/ 4082892 h 5143785"/>
              <a:gd name="connsiteX7716" fmla="*/ 1869853 w 3114960"/>
              <a:gd name="connsiteY7716" fmla="*/ 4136422 h 5143785"/>
              <a:gd name="connsiteX7717" fmla="*/ 1883664 w 3114960"/>
              <a:gd name="connsiteY7717" fmla="*/ 4122611 h 5143785"/>
              <a:gd name="connsiteX7718" fmla="*/ 1897475 w 3114960"/>
              <a:gd name="connsiteY7718" fmla="*/ 4136422 h 5143785"/>
              <a:gd name="connsiteX7719" fmla="*/ 1883664 w 3114960"/>
              <a:gd name="connsiteY7719" fmla="*/ 4150233 h 5143785"/>
              <a:gd name="connsiteX7720" fmla="*/ 1869853 w 3114960"/>
              <a:gd name="connsiteY7720" fmla="*/ 4136422 h 5143785"/>
              <a:gd name="connsiteX7721" fmla="*/ 2272951 w 3114960"/>
              <a:gd name="connsiteY7721" fmla="*/ 4116419 h 5143785"/>
              <a:gd name="connsiteX7722" fmla="*/ 2260283 w 3114960"/>
              <a:gd name="connsiteY7722" fmla="*/ 4103751 h 5143785"/>
              <a:gd name="connsiteX7723" fmla="*/ 2272951 w 3114960"/>
              <a:gd name="connsiteY7723" fmla="*/ 4091083 h 5143785"/>
              <a:gd name="connsiteX7724" fmla="*/ 2285619 w 3114960"/>
              <a:gd name="connsiteY7724" fmla="*/ 4103751 h 5143785"/>
              <a:gd name="connsiteX7725" fmla="*/ 2272951 w 3114960"/>
              <a:gd name="connsiteY7725" fmla="*/ 4116419 h 5143785"/>
              <a:gd name="connsiteX7726" fmla="*/ 1303782 w 3114960"/>
              <a:gd name="connsiteY7726" fmla="*/ 1045559 h 5143785"/>
              <a:gd name="connsiteX7727" fmla="*/ 1307592 w 3114960"/>
              <a:gd name="connsiteY7727" fmla="*/ 1041749 h 5143785"/>
              <a:gd name="connsiteX7728" fmla="*/ 1307592 w 3114960"/>
              <a:gd name="connsiteY7728" fmla="*/ 1032796 h 5143785"/>
              <a:gd name="connsiteX7729" fmla="*/ 1303782 w 3114960"/>
              <a:gd name="connsiteY7729" fmla="*/ 1028986 h 5143785"/>
              <a:gd name="connsiteX7730" fmla="*/ 1293400 w 3114960"/>
              <a:gd name="connsiteY7730" fmla="*/ 1028986 h 5143785"/>
              <a:gd name="connsiteX7731" fmla="*/ 1293400 w 3114960"/>
              <a:gd name="connsiteY7731" fmla="*/ 1020127 h 5143785"/>
              <a:gd name="connsiteX7732" fmla="*/ 1183386 w 3114960"/>
              <a:gd name="connsiteY7732" fmla="*/ 892874 h 5143785"/>
              <a:gd name="connsiteX7733" fmla="*/ 1184053 w 3114960"/>
              <a:gd name="connsiteY7733" fmla="*/ 811149 h 5143785"/>
              <a:gd name="connsiteX7734" fmla="*/ 1129189 w 3114960"/>
              <a:gd name="connsiteY7734" fmla="*/ 758762 h 5143785"/>
              <a:gd name="connsiteX7735" fmla="*/ 1129475 w 3114960"/>
              <a:gd name="connsiteY7735" fmla="*/ 755523 h 5143785"/>
              <a:gd name="connsiteX7736" fmla="*/ 1094804 w 3114960"/>
              <a:gd name="connsiteY7736" fmla="*/ 720852 h 5143785"/>
              <a:gd name="connsiteX7737" fmla="*/ 935641 w 3114960"/>
              <a:gd name="connsiteY7737" fmla="*/ 720852 h 5143785"/>
              <a:gd name="connsiteX7738" fmla="*/ 901160 w 3114960"/>
              <a:gd name="connsiteY7738" fmla="*/ 754285 h 5143785"/>
              <a:gd name="connsiteX7739" fmla="*/ 880586 w 3114960"/>
              <a:gd name="connsiteY7739" fmla="*/ 754285 h 5143785"/>
              <a:gd name="connsiteX7740" fmla="*/ 880586 w 3114960"/>
              <a:gd name="connsiteY7740" fmla="*/ 750475 h 5143785"/>
              <a:gd name="connsiteX7741" fmla="*/ 873633 w 3114960"/>
              <a:gd name="connsiteY7741" fmla="*/ 743522 h 5143785"/>
              <a:gd name="connsiteX7742" fmla="*/ 852869 w 3114960"/>
              <a:gd name="connsiteY7742" fmla="*/ 743522 h 5143785"/>
              <a:gd name="connsiteX7743" fmla="*/ 845915 w 3114960"/>
              <a:gd name="connsiteY7743" fmla="*/ 750475 h 5143785"/>
              <a:gd name="connsiteX7744" fmla="*/ 845915 w 3114960"/>
              <a:gd name="connsiteY7744" fmla="*/ 755333 h 5143785"/>
              <a:gd name="connsiteX7745" fmla="*/ 821912 w 3114960"/>
              <a:gd name="connsiteY7745" fmla="*/ 755047 h 5143785"/>
              <a:gd name="connsiteX7746" fmla="*/ 779050 w 3114960"/>
              <a:gd name="connsiteY7746" fmla="*/ 717137 h 5143785"/>
              <a:gd name="connsiteX7747" fmla="*/ 718852 w 3114960"/>
              <a:gd name="connsiteY7747" fmla="*/ 717137 h 5143785"/>
              <a:gd name="connsiteX7748" fmla="*/ 709613 w 3114960"/>
              <a:gd name="connsiteY7748" fmla="*/ 709803 h 5143785"/>
              <a:gd name="connsiteX7749" fmla="*/ 699802 w 3114960"/>
              <a:gd name="connsiteY7749" fmla="*/ 719519 h 5143785"/>
              <a:gd name="connsiteX7750" fmla="*/ 709613 w 3114960"/>
              <a:gd name="connsiteY7750" fmla="*/ 729329 h 5143785"/>
              <a:gd name="connsiteX7751" fmla="*/ 718852 w 3114960"/>
              <a:gd name="connsiteY7751" fmla="*/ 721900 h 5143785"/>
              <a:gd name="connsiteX7752" fmla="*/ 777240 w 3114960"/>
              <a:gd name="connsiteY7752" fmla="*/ 721900 h 5143785"/>
              <a:gd name="connsiteX7753" fmla="*/ 820102 w 3114960"/>
              <a:gd name="connsiteY7753" fmla="*/ 759809 h 5143785"/>
              <a:gd name="connsiteX7754" fmla="*/ 845915 w 3114960"/>
              <a:gd name="connsiteY7754" fmla="*/ 760095 h 5143785"/>
              <a:gd name="connsiteX7755" fmla="*/ 845915 w 3114960"/>
              <a:gd name="connsiteY7755" fmla="*/ 760476 h 5143785"/>
              <a:gd name="connsiteX7756" fmla="*/ 852869 w 3114960"/>
              <a:gd name="connsiteY7756" fmla="*/ 767429 h 5143785"/>
              <a:gd name="connsiteX7757" fmla="*/ 873633 w 3114960"/>
              <a:gd name="connsiteY7757" fmla="*/ 767429 h 5143785"/>
              <a:gd name="connsiteX7758" fmla="*/ 880586 w 3114960"/>
              <a:gd name="connsiteY7758" fmla="*/ 760476 h 5143785"/>
              <a:gd name="connsiteX7759" fmla="*/ 880586 w 3114960"/>
              <a:gd name="connsiteY7759" fmla="*/ 756666 h 5143785"/>
              <a:gd name="connsiteX7760" fmla="*/ 901160 w 3114960"/>
              <a:gd name="connsiteY7760" fmla="*/ 756666 h 5143785"/>
              <a:gd name="connsiteX7761" fmla="*/ 935641 w 3114960"/>
              <a:gd name="connsiteY7761" fmla="*/ 790099 h 5143785"/>
              <a:gd name="connsiteX7762" fmla="*/ 943261 w 3114960"/>
              <a:gd name="connsiteY7762" fmla="*/ 790099 h 5143785"/>
              <a:gd name="connsiteX7763" fmla="*/ 943261 w 3114960"/>
              <a:gd name="connsiteY7763" fmla="*/ 826389 h 5143785"/>
              <a:gd name="connsiteX7764" fmla="*/ 934879 w 3114960"/>
              <a:gd name="connsiteY7764" fmla="*/ 835724 h 5143785"/>
              <a:gd name="connsiteX7765" fmla="*/ 944404 w 3114960"/>
              <a:gd name="connsiteY7765" fmla="*/ 845249 h 5143785"/>
              <a:gd name="connsiteX7766" fmla="*/ 946214 w 3114960"/>
              <a:gd name="connsiteY7766" fmla="*/ 844868 h 5143785"/>
              <a:gd name="connsiteX7767" fmla="*/ 968978 w 3114960"/>
              <a:gd name="connsiteY7767" fmla="*/ 893064 h 5143785"/>
              <a:gd name="connsiteX7768" fmla="*/ 969169 w 3114960"/>
              <a:gd name="connsiteY7768" fmla="*/ 936308 h 5143785"/>
              <a:gd name="connsiteX7769" fmla="*/ 1069943 w 3114960"/>
              <a:gd name="connsiteY7769" fmla="*/ 1050322 h 5143785"/>
              <a:gd name="connsiteX7770" fmla="*/ 1068419 w 3114960"/>
              <a:gd name="connsiteY7770" fmla="*/ 1056037 h 5143785"/>
              <a:gd name="connsiteX7771" fmla="*/ 1080802 w 3114960"/>
              <a:gd name="connsiteY7771" fmla="*/ 1068419 h 5143785"/>
              <a:gd name="connsiteX7772" fmla="*/ 1093184 w 3114960"/>
              <a:gd name="connsiteY7772" fmla="*/ 1056037 h 5143785"/>
              <a:gd name="connsiteX7773" fmla="*/ 1080802 w 3114960"/>
              <a:gd name="connsiteY7773" fmla="*/ 1043654 h 5143785"/>
              <a:gd name="connsiteX7774" fmla="*/ 1072991 w 3114960"/>
              <a:gd name="connsiteY7774" fmla="*/ 1046607 h 5143785"/>
              <a:gd name="connsiteX7775" fmla="*/ 973931 w 3114960"/>
              <a:gd name="connsiteY7775" fmla="*/ 934593 h 5143785"/>
              <a:gd name="connsiteX7776" fmla="*/ 973741 w 3114960"/>
              <a:gd name="connsiteY7776" fmla="*/ 892588 h 5143785"/>
              <a:gd name="connsiteX7777" fmla="*/ 950500 w 3114960"/>
              <a:gd name="connsiteY7777" fmla="*/ 842867 h 5143785"/>
              <a:gd name="connsiteX7778" fmla="*/ 953929 w 3114960"/>
              <a:gd name="connsiteY7778" fmla="*/ 835724 h 5143785"/>
              <a:gd name="connsiteX7779" fmla="*/ 945547 w 3114960"/>
              <a:gd name="connsiteY7779" fmla="*/ 826389 h 5143785"/>
              <a:gd name="connsiteX7780" fmla="*/ 945547 w 3114960"/>
              <a:gd name="connsiteY7780" fmla="*/ 790099 h 5143785"/>
              <a:gd name="connsiteX7781" fmla="*/ 989838 w 3114960"/>
              <a:gd name="connsiteY7781" fmla="*/ 790099 h 5143785"/>
              <a:gd name="connsiteX7782" fmla="*/ 989838 w 3114960"/>
              <a:gd name="connsiteY7782" fmla="*/ 826389 h 5143785"/>
              <a:gd name="connsiteX7783" fmla="*/ 981456 w 3114960"/>
              <a:gd name="connsiteY7783" fmla="*/ 835724 h 5143785"/>
              <a:gd name="connsiteX7784" fmla="*/ 990981 w 3114960"/>
              <a:gd name="connsiteY7784" fmla="*/ 845249 h 5143785"/>
              <a:gd name="connsiteX7785" fmla="*/ 993553 w 3114960"/>
              <a:gd name="connsiteY7785" fmla="*/ 844772 h 5143785"/>
              <a:gd name="connsiteX7786" fmla="*/ 1016032 w 3114960"/>
              <a:gd name="connsiteY7786" fmla="*/ 888683 h 5143785"/>
              <a:gd name="connsiteX7787" fmla="*/ 1015651 w 3114960"/>
              <a:gd name="connsiteY7787" fmla="*/ 925640 h 5143785"/>
              <a:gd name="connsiteX7788" fmla="*/ 1055942 w 3114960"/>
              <a:gd name="connsiteY7788" fmla="*/ 970598 h 5143785"/>
              <a:gd name="connsiteX7789" fmla="*/ 1053275 w 3114960"/>
              <a:gd name="connsiteY7789" fmla="*/ 977456 h 5143785"/>
              <a:gd name="connsiteX7790" fmla="*/ 1063657 w 3114960"/>
              <a:gd name="connsiteY7790" fmla="*/ 987838 h 5143785"/>
              <a:gd name="connsiteX7791" fmla="*/ 1074039 w 3114960"/>
              <a:gd name="connsiteY7791" fmla="*/ 977456 h 5143785"/>
              <a:gd name="connsiteX7792" fmla="*/ 1063657 w 3114960"/>
              <a:gd name="connsiteY7792" fmla="*/ 967073 h 5143785"/>
              <a:gd name="connsiteX7793" fmla="*/ 1059752 w 3114960"/>
              <a:gd name="connsiteY7793" fmla="*/ 967835 h 5143785"/>
              <a:gd name="connsiteX7794" fmla="*/ 1020318 w 3114960"/>
              <a:gd name="connsiteY7794" fmla="*/ 923925 h 5143785"/>
              <a:gd name="connsiteX7795" fmla="*/ 1020699 w 3114960"/>
              <a:gd name="connsiteY7795" fmla="*/ 887635 h 5143785"/>
              <a:gd name="connsiteX7796" fmla="*/ 997649 w 3114960"/>
              <a:gd name="connsiteY7796" fmla="*/ 842582 h 5143785"/>
              <a:gd name="connsiteX7797" fmla="*/ 1000411 w 3114960"/>
              <a:gd name="connsiteY7797" fmla="*/ 835819 h 5143785"/>
              <a:gd name="connsiteX7798" fmla="*/ 992029 w 3114960"/>
              <a:gd name="connsiteY7798" fmla="*/ 826484 h 5143785"/>
              <a:gd name="connsiteX7799" fmla="*/ 992029 w 3114960"/>
              <a:gd name="connsiteY7799" fmla="*/ 790194 h 5143785"/>
              <a:gd name="connsiteX7800" fmla="*/ 1036320 w 3114960"/>
              <a:gd name="connsiteY7800" fmla="*/ 790194 h 5143785"/>
              <a:gd name="connsiteX7801" fmla="*/ 1036320 w 3114960"/>
              <a:gd name="connsiteY7801" fmla="*/ 826484 h 5143785"/>
              <a:gd name="connsiteX7802" fmla="*/ 1027938 w 3114960"/>
              <a:gd name="connsiteY7802" fmla="*/ 835819 h 5143785"/>
              <a:gd name="connsiteX7803" fmla="*/ 1037463 w 3114960"/>
              <a:gd name="connsiteY7803" fmla="*/ 845344 h 5143785"/>
              <a:gd name="connsiteX7804" fmla="*/ 1039177 w 3114960"/>
              <a:gd name="connsiteY7804" fmla="*/ 844963 h 5143785"/>
              <a:gd name="connsiteX7805" fmla="*/ 1056513 w 3114960"/>
              <a:gd name="connsiteY7805" fmla="*/ 883158 h 5143785"/>
              <a:gd name="connsiteX7806" fmla="*/ 1056513 w 3114960"/>
              <a:gd name="connsiteY7806" fmla="*/ 912590 h 5143785"/>
              <a:gd name="connsiteX7807" fmla="*/ 1173004 w 3114960"/>
              <a:gd name="connsiteY7807" fmla="*/ 1044226 h 5143785"/>
              <a:gd name="connsiteX7808" fmla="*/ 1173004 w 3114960"/>
              <a:gd name="connsiteY7808" fmla="*/ 1096613 h 5143785"/>
              <a:gd name="connsiteX7809" fmla="*/ 1166146 w 3114960"/>
              <a:gd name="connsiteY7809" fmla="*/ 1096613 h 5143785"/>
              <a:gd name="connsiteX7810" fmla="*/ 1159288 w 3114960"/>
              <a:gd name="connsiteY7810" fmla="*/ 1103471 h 5143785"/>
              <a:gd name="connsiteX7811" fmla="*/ 1159288 w 3114960"/>
              <a:gd name="connsiteY7811" fmla="*/ 1122045 h 5143785"/>
              <a:gd name="connsiteX7812" fmla="*/ 1159859 w 3114960"/>
              <a:gd name="connsiteY7812" fmla="*/ 1124712 h 5143785"/>
              <a:gd name="connsiteX7813" fmla="*/ 1136142 w 3114960"/>
              <a:gd name="connsiteY7813" fmla="*/ 1144619 h 5143785"/>
              <a:gd name="connsiteX7814" fmla="*/ 1130237 w 3114960"/>
              <a:gd name="connsiteY7814" fmla="*/ 1137761 h 5143785"/>
              <a:gd name="connsiteX7815" fmla="*/ 1127665 w 3114960"/>
              <a:gd name="connsiteY7815" fmla="*/ 1136428 h 5143785"/>
              <a:gd name="connsiteX7816" fmla="*/ 1124903 w 3114960"/>
              <a:gd name="connsiteY7816" fmla="*/ 1137380 h 5143785"/>
              <a:gd name="connsiteX7817" fmla="*/ 1118140 w 3114960"/>
              <a:gd name="connsiteY7817" fmla="*/ 1143286 h 5143785"/>
              <a:gd name="connsiteX7818" fmla="*/ 1118140 w 3114960"/>
              <a:gd name="connsiteY7818" fmla="*/ 1143286 h 5143785"/>
              <a:gd name="connsiteX7819" fmla="*/ 1117759 w 3114960"/>
              <a:gd name="connsiteY7819" fmla="*/ 1148715 h 5143785"/>
              <a:gd name="connsiteX7820" fmla="*/ 1123569 w 3114960"/>
              <a:gd name="connsiteY7820" fmla="*/ 1155383 h 5143785"/>
              <a:gd name="connsiteX7821" fmla="*/ 1107662 w 3114960"/>
              <a:gd name="connsiteY7821" fmla="*/ 1169194 h 5143785"/>
              <a:gd name="connsiteX7822" fmla="*/ 1101852 w 3114960"/>
              <a:gd name="connsiteY7822" fmla="*/ 1162526 h 5143785"/>
              <a:gd name="connsiteX7823" fmla="*/ 1099185 w 3114960"/>
              <a:gd name="connsiteY7823" fmla="*/ 1161193 h 5143785"/>
              <a:gd name="connsiteX7824" fmla="*/ 1096423 w 3114960"/>
              <a:gd name="connsiteY7824" fmla="*/ 1162145 h 5143785"/>
              <a:gd name="connsiteX7825" fmla="*/ 1089660 w 3114960"/>
              <a:gd name="connsiteY7825" fmla="*/ 1168051 h 5143785"/>
              <a:gd name="connsiteX7826" fmla="*/ 1089279 w 3114960"/>
              <a:gd name="connsiteY7826" fmla="*/ 1173480 h 5143785"/>
              <a:gd name="connsiteX7827" fmla="*/ 1095089 w 3114960"/>
              <a:gd name="connsiteY7827" fmla="*/ 1180148 h 5143785"/>
              <a:gd name="connsiteX7828" fmla="*/ 1079183 w 3114960"/>
              <a:gd name="connsiteY7828" fmla="*/ 1193959 h 5143785"/>
              <a:gd name="connsiteX7829" fmla="*/ 1073372 w 3114960"/>
              <a:gd name="connsiteY7829" fmla="*/ 1187291 h 5143785"/>
              <a:gd name="connsiteX7830" fmla="*/ 1070801 w 3114960"/>
              <a:gd name="connsiteY7830" fmla="*/ 1185958 h 5143785"/>
              <a:gd name="connsiteX7831" fmla="*/ 1068038 w 3114960"/>
              <a:gd name="connsiteY7831" fmla="*/ 1186910 h 5143785"/>
              <a:gd name="connsiteX7832" fmla="*/ 1061276 w 3114960"/>
              <a:gd name="connsiteY7832" fmla="*/ 1192816 h 5143785"/>
              <a:gd name="connsiteX7833" fmla="*/ 1061276 w 3114960"/>
              <a:gd name="connsiteY7833" fmla="*/ 1192816 h 5143785"/>
              <a:gd name="connsiteX7834" fmla="*/ 1060895 w 3114960"/>
              <a:gd name="connsiteY7834" fmla="*/ 1198245 h 5143785"/>
              <a:gd name="connsiteX7835" fmla="*/ 1066895 w 3114960"/>
              <a:gd name="connsiteY7835" fmla="*/ 1205198 h 5143785"/>
              <a:gd name="connsiteX7836" fmla="*/ 1050989 w 3114960"/>
              <a:gd name="connsiteY7836" fmla="*/ 1219010 h 5143785"/>
              <a:gd name="connsiteX7837" fmla="*/ 1044988 w 3114960"/>
              <a:gd name="connsiteY7837" fmla="*/ 1212056 h 5143785"/>
              <a:gd name="connsiteX7838" fmla="*/ 1042416 w 3114960"/>
              <a:gd name="connsiteY7838" fmla="*/ 1210723 h 5143785"/>
              <a:gd name="connsiteX7839" fmla="*/ 1039654 w 3114960"/>
              <a:gd name="connsiteY7839" fmla="*/ 1211675 h 5143785"/>
              <a:gd name="connsiteX7840" fmla="*/ 1032891 w 3114960"/>
              <a:gd name="connsiteY7840" fmla="*/ 1217581 h 5143785"/>
              <a:gd name="connsiteX7841" fmla="*/ 1032891 w 3114960"/>
              <a:gd name="connsiteY7841" fmla="*/ 1217581 h 5143785"/>
              <a:gd name="connsiteX7842" fmla="*/ 1032510 w 3114960"/>
              <a:gd name="connsiteY7842" fmla="*/ 1223010 h 5143785"/>
              <a:gd name="connsiteX7843" fmla="*/ 1037654 w 3114960"/>
              <a:gd name="connsiteY7843" fmla="*/ 1228916 h 5143785"/>
              <a:gd name="connsiteX7844" fmla="*/ 1030510 w 3114960"/>
              <a:gd name="connsiteY7844" fmla="*/ 1234440 h 5143785"/>
              <a:gd name="connsiteX7845" fmla="*/ 1030510 w 3114960"/>
              <a:gd name="connsiteY7845" fmla="*/ 1295972 h 5143785"/>
              <a:gd name="connsiteX7846" fmla="*/ 1013174 w 3114960"/>
              <a:gd name="connsiteY7846" fmla="*/ 1305687 h 5143785"/>
              <a:gd name="connsiteX7847" fmla="*/ 1008602 w 3114960"/>
              <a:gd name="connsiteY7847" fmla="*/ 1317784 h 5143785"/>
              <a:gd name="connsiteX7848" fmla="*/ 939927 w 3114960"/>
              <a:gd name="connsiteY7848" fmla="*/ 1317784 h 5143785"/>
              <a:gd name="connsiteX7849" fmla="*/ 916400 w 3114960"/>
              <a:gd name="connsiteY7849" fmla="*/ 1341596 h 5143785"/>
              <a:gd name="connsiteX7850" fmla="*/ 847344 w 3114960"/>
              <a:gd name="connsiteY7850" fmla="*/ 1341215 h 5143785"/>
              <a:gd name="connsiteX7851" fmla="*/ 742379 w 3114960"/>
              <a:gd name="connsiteY7851" fmla="*/ 1421987 h 5143785"/>
              <a:gd name="connsiteX7852" fmla="*/ 727139 w 3114960"/>
              <a:gd name="connsiteY7852" fmla="*/ 1420654 h 5143785"/>
              <a:gd name="connsiteX7853" fmla="*/ 722186 w 3114960"/>
              <a:gd name="connsiteY7853" fmla="*/ 1439037 h 5143785"/>
              <a:gd name="connsiteX7854" fmla="*/ 722281 w 3114960"/>
              <a:gd name="connsiteY7854" fmla="*/ 1439228 h 5143785"/>
              <a:gd name="connsiteX7855" fmla="*/ 702088 w 3114960"/>
              <a:gd name="connsiteY7855" fmla="*/ 1457420 h 5143785"/>
              <a:gd name="connsiteX7856" fmla="*/ 702088 w 3114960"/>
              <a:gd name="connsiteY7856" fmla="*/ 1518285 h 5143785"/>
              <a:gd name="connsiteX7857" fmla="*/ 688181 w 3114960"/>
              <a:gd name="connsiteY7857" fmla="*/ 1533144 h 5143785"/>
              <a:gd name="connsiteX7858" fmla="*/ 688181 w 3114960"/>
              <a:gd name="connsiteY7858" fmla="*/ 1587818 h 5143785"/>
              <a:gd name="connsiteX7859" fmla="*/ 678180 w 3114960"/>
              <a:gd name="connsiteY7859" fmla="*/ 1599724 h 5143785"/>
              <a:gd name="connsiteX7860" fmla="*/ 690563 w 3114960"/>
              <a:gd name="connsiteY7860" fmla="*/ 1612106 h 5143785"/>
              <a:gd name="connsiteX7861" fmla="*/ 702945 w 3114960"/>
              <a:gd name="connsiteY7861" fmla="*/ 1599724 h 5143785"/>
              <a:gd name="connsiteX7862" fmla="*/ 692944 w 3114960"/>
              <a:gd name="connsiteY7862" fmla="*/ 1587818 h 5143785"/>
              <a:gd name="connsiteX7863" fmla="*/ 692944 w 3114960"/>
              <a:gd name="connsiteY7863" fmla="*/ 1535049 h 5143785"/>
              <a:gd name="connsiteX7864" fmla="*/ 706850 w 3114960"/>
              <a:gd name="connsiteY7864" fmla="*/ 1520190 h 5143785"/>
              <a:gd name="connsiteX7865" fmla="*/ 706850 w 3114960"/>
              <a:gd name="connsiteY7865" fmla="*/ 1459611 h 5143785"/>
              <a:gd name="connsiteX7866" fmla="*/ 725424 w 3114960"/>
              <a:gd name="connsiteY7866" fmla="*/ 1442942 h 5143785"/>
              <a:gd name="connsiteX7867" fmla="*/ 740474 w 3114960"/>
              <a:gd name="connsiteY7867" fmla="*/ 1444085 h 5143785"/>
              <a:gd name="connsiteX7868" fmla="*/ 745427 w 3114960"/>
              <a:gd name="connsiteY7868" fmla="*/ 1425702 h 5143785"/>
              <a:gd name="connsiteX7869" fmla="*/ 848963 w 3114960"/>
              <a:gd name="connsiteY7869" fmla="*/ 1346073 h 5143785"/>
              <a:gd name="connsiteX7870" fmla="*/ 918401 w 3114960"/>
              <a:gd name="connsiteY7870" fmla="*/ 1346454 h 5143785"/>
              <a:gd name="connsiteX7871" fmla="*/ 942023 w 3114960"/>
              <a:gd name="connsiteY7871" fmla="*/ 1322546 h 5143785"/>
              <a:gd name="connsiteX7872" fmla="*/ 1008698 w 3114960"/>
              <a:gd name="connsiteY7872" fmla="*/ 1322546 h 5143785"/>
              <a:gd name="connsiteX7873" fmla="*/ 1008698 w 3114960"/>
              <a:gd name="connsiteY7873" fmla="*/ 1323975 h 5143785"/>
              <a:gd name="connsiteX7874" fmla="*/ 1018413 w 3114960"/>
              <a:gd name="connsiteY7874" fmla="*/ 1339977 h 5143785"/>
              <a:gd name="connsiteX7875" fmla="*/ 1052513 w 3114960"/>
              <a:gd name="connsiteY7875" fmla="*/ 1334738 h 5143785"/>
              <a:gd name="connsiteX7876" fmla="*/ 1047274 w 3114960"/>
              <a:gd name="connsiteY7876" fmla="*/ 1300639 h 5143785"/>
              <a:gd name="connsiteX7877" fmla="*/ 1035272 w 3114960"/>
              <a:gd name="connsiteY7877" fmla="*/ 1296067 h 5143785"/>
              <a:gd name="connsiteX7878" fmla="*/ 1035272 w 3114960"/>
              <a:gd name="connsiteY7878" fmla="*/ 1237012 h 5143785"/>
              <a:gd name="connsiteX7879" fmla="*/ 1040702 w 3114960"/>
              <a:gd name="connsiteY7879" fmla="*/ 1232726 h 5143785"/>
              <a:gd name="connsiteX7880" fmla="*/ 1045654 w 3114960"/>
              <a:gd name="connsiteY7880" fmla="*/ 1238441 h 5143785"/>
              <a:gd name="connsiteX7881" fmla="*/ 1048322 w 3114960"/>
              <a:gd name="connsiteY7881" fmla="*/ 1239774 h 5143785"/>
              <a:gd name="connsiteX7882" fmla="*/ 1048607 w 3114960"/>
              <a:gd name="connsiteY7882" fmla="*/ 1239774 h 5143785"/>
              <a:gd name="connsiteX7883" fmla="*/ 1051084 w 3114960"/>
              <a:gd name="connsiteY7883" fmla="*/ 1238822 h 5143785"/>
              <a:gd name="connsiteX7884" fmla="*/ 1057847 w 3114960"/>
              <a:gd name="connsiteY7884" fmla="*/ 1232916 h 5143785"/>
              <a:gd name="connsiteX7885" fmla="*/ 1059180 w 3114960"/>
              <a:gd name="connsiteY7885" fmla="*/ 1230249 h 5143785"/>
              <a:gd name="connsiteX7886" fmla="*/ 1058228 w 3114960"/>
              <a:gd name="connsiteY7886" fmla="*/ 1227487 h 5143785"/>
              <a:gd name="connsiteX7887" fmla="*/ 1052703 w 3114960"/>
              <a:gd name="connsiteY7887" fmla="*/ 1221105 h 5143785"/>
              <a:gd name="connsiteX7888" fmla="*/ 1068610 w 3114960"/>
              <a:gd name="connsiteY7888" fmla="*/ 1207294 h 5143785"/>
              <a:gd name="connsiteX7889" fmla="*/ 1074134 w 3114960"/>
              <a:gd name="connsiteY7889" fmla="*/ 1213676 h 5143785"/>
              <a:gd name="connsiteX7890" fmla="*/ 1076801 w 3114960"/>
              <a:gd name="connsiteY7890" fmla="*/ 1215009 h 5143785"/>
              <a:gd name="connsiteX7891" fmla="*/ 1077087 w 3114960"/>
              <a:gd name="connsiteY7891" fmla="*/ 1215009 h 5143785"/>
              <a:gd name="connsiteX7892" fmla="*/ 1079564 w 3114960"/>
              <a:gd name="connsiteY7892" fmla="*/ 1214057 h 5143785"/>
              <a:gd name="connsiteX7893" fmla="*/ 1086326 w 3114960"/>
              <a:gd name="connsiteY7893" fmla="*/ 1208151 h 5143785"/>
              <a:gd name="connsiteX7894" fmla="*/ 1087660 w 3114960"/>
              <a:gd name="connsiteY7894" fmla="*/ 1205579 h 5143785"/>
              <a:gd name="connsiteX7895" fmla="*/ 1086707 w 3114960"/>
              <a:gd name="connsiteY7895" fmla="*/ 1202817 h 5143785"/>
              <a:gd name="connsiteX7896" fmla="*/ 1080897 w 3114960"/>
              <a:gd name="connsiteY7896" fmla="*/ 1196150 h 5143785"/>
              <a:gd name="connsiteX7897" fmla="*/ 1096804 w 3114960"/>
              <a:gd name="connsiteY7897" fmla="*/ 1182338 h 5143785"/>
              <a:gd name="connsiteX7898" fmla="*/ 1102614 w 3114960"/>
              <a:gd name="connsiteY7898" fmla="*/ 1189006 h 5143785"/>
              <a:gd name="connsiteX7899" fmla="*/ 1105472 w 3114960"/>
              <a:gd name="connsiteY7899" fmla="*/ 1190339 h 5143785"/>
              <a:gd name="connsiteX7900" fmla="*/ 1107948 w 3114960"/>
              <a:gd name="connsiteY7900" fmla="*/ 1189387 h 5143785"/>
              <a:gd name="connsiteX7901" fmla="*/ 1114711 w 3114960"/>
              <a:gd name="connsiteY7901" fmla="*/ 1183481 h 5143785"/>
              <a:gd name="connsiteX7902" fmla="*/ 1116044 w 3114960"/>
              <a:gd name="connsiteY7902" fmla="*/ 1180910 h 5143785"/>
              <a:gd name="connsiteX7903" fmla="*/ 1115092 w 3114960"/>
              <a:gd name="connsiteY7903" fmla="*/ 1178147 h 5143785"/>
              <a:gd name="connsiteX7904" fmla="*/ 1109282 w 3114960"/>
              <a:gd name="connsiteY7904" fmla="*/ 1171480 h 5143785"/>
              <a:gd name="connsiteX7905" fmla="*/ 1125188 w 3114960"/>
              <a:gd name="connsiteY7905" fmla="*/ 1157669 h 5143785"/>
              <a:gd name="connsiteX7906" fmla="*/ 1130999 w 3114960"/>
              <a:gd name="connsiteY7906" fmla="*/ 1164336 h 5143785"/>
              <a:gd name="connsiteX7907" fmla="*/ 1133666 w 3114960"/>
              <a:gd name="connsiteY7907" fmla="*/ 1165670 h 5143785"/>
              <a:gd name="connsiteX7908" fmla="*/ 1133951 w 3114960"/>
              <a:gd name="connsiteY7908" fmla="*/ 1165670 h 5143785"/>
              <a:gd name="connsiteX7909" fmla="*/ 1136428 w 3114960"/>
              <a:gd name="connsiteY7909" fmla="*/ 1164717 h 5143785"/>
              <a:gd name="connsiteX7910" fmla="*/ 1143191 w 3114960"/>
              <a:gd name="connsiteY7910" fmla="*/ 1158812 h 5143785"/>
              <a:gd name="connsiteX7911" fmla="*/ 1144524 w 3114960"/>
              <a:gd name="connsiteY7911" fmla="*/ 1156145 h 5143785"/>
              <a:gd name="connsiteX7912" fmla="*/ 1143572 w 3114960"/>
              <a:gd name="connsiteY7912" fmla="*/ 1153382 h 5143785"/>
              <a:gd name="connsiteX7913" fmla="*/ 1139476 w 3114960"/>
              <a:gd name="connsiteY7913" fmla="*/ 1148620 h 5143785"/>
              <a:gd name="connsiteX7914" fmla="*/ 1163384 w 3114960"/>
              <a:gd name="connsiteY7914" fmla="*/ 1128522 h 5143785"/>
              <a:gd name="connsiteX7915" fmla="*/ 1166336 w 3114960"/>
              <a:gd name="connsiteY7915" fmla="*/ 1129284 h 5143785"/>
              <a:gd name="connsiteX7916" fmla="*/ 1184910 w 3114960"/>
              <a:gd name="connsiteY7916" fmla="*/ 1129284 h 5143785"/>
              <a:gd name="connsiteX7917" fmla="*/ 1191768 w 3114960"/>
              <a:gd name="connsiteY7917" fmla="*/ 1122426 h 5143785"/>
              <a:gd name="connsiteX7918" fmla="*/ 1191768 w 3114960"/>
              <a:gd name="connsiteY7918" fmla="*/ 1103852 h 5143785"/>
              <a:gd name="connsiteX7919" fmla="*/ 1184910 w 3114960"/>
              <a:gd name="connsiteY7919" fmla="*/ 1096994 h 5143785"/>
              <a:gd name="connsiteX7920" fmla="*/ 1177957 w 3114960"/>
              <a:gd name="connsiteY7920" fmla="*/ 1096994 h 5143785"/>
              <a:gd name="connsiteX7921" fmla="*/ 1177957 w 3114960"/>
              <a:gd name="connsiteY7921" fmla="*/ 1042797 h 5143785"/>
              <a:gd name="connsiteX7922" fmla="*/ 1061276 w 3114960"/>
              <a:gd name="connsiteY7922" fmla="*/ 911162 h 5143785"/>
              <a:gd name="connsiteX7923" fmla="*/ 1061276 w 3114960"/>
              <a:gd name="connsiteY7923" fmla="*/ 883634 h 5143785"/>
              <a:gd name="connsiteX7924" fmla="*/ 1081373 w 3114960"/>
              <a:gd name="connsiteY7924" fmla="*/ 847058 h 5143785"/>
              <a:gd name="connsiteX7925" fmla="*/ 1084231 w 3114960"/>
              <a:gd name="connsiteY7925" fmla="*/ 847630 h 5143785"/>
              <a:gd name="connsiteX7926" fmla="*/ 1093756 w 3114960"/>
              <a:gd name="connsiteY7926" fmla="*/ 838105 h 5143785"/>
              <a:gd name="connsiteX7927" fmla="*/ 1085374 w 3114960"/>
              <a:gd name="connsiteY7927" fmla="*/ 828770 h 5143785"/>
              <a:gd name="connsiteX7928" fmla="*/ 1085374 w 3114960"/>
              <a:gd name="connsiteY7928" fmla="*/ 790480 h 5143785"/>
              <a:gd name="connsiteX7929" fmla="*/ 1094423 w 3114960"/>
              <a:gd name="connsiteY7929" fmla="*/ 790480 h 5143785"/>
              <a:gd name="connsiteX7930" fmla="*/ 1127760 w 3114960"/>
              <a:gd name="connsiteY7930" fmla="*/ 764762 h 5143785"/>
              <a:gd name="connsiteX7931" fmla="*/ 1178814 w 3114960"/>
              <a:gd name="connsiteY7931" fmla="*/ 813435 h 5143785"/>
              <a:gd name="connsiteX7932" fmla="*/ 1178147 w 3114960"/>
              <a:gd name="connsiteY7932" fmla="*/ 894874 h 5143785"/>
              <a:gd name="connsiteX7933" fmla="*/ 1288256 w 3114960"/>
              <a:gd name="connsiteY7933" fmla="*/ 1022128 h 5143785"/>
              <a:gd name="connsiteX7934" fmla="*/ 1288256 w 3114960"/>
              <a:gd name="connsiteY7934" fmla="*/ 1029272 h 5143785"/>
              <a:gd name="connsiteX7935" fmla="*/ 1283303 w 3114960"/>
              <a:gd name="connsiteY7935" fmla="*/ 1029272 h 5143785"/>
              <a:gd name="connsiteX7936" fmla="*/ 1279493 w 3114960"/>
              <a:gd name="connsiteY7936" fmla="*/ 1033082 h 5143785"/>
              <a:gd name="connsiteX7937" fmla="*/ 1279493 w 3114960"/>
              <a:gd name="connsiteY7937" fmla="*/ 1042035 h 5143785"/>
              <a:gd name="connsiteX7938" fmla="*/ 1283303 w 3114960"/>
              <a:gd name="connsiteY7938" fmla="*/ 1045845 h 5143785"/>
              <a:gd name="connsiteX7939" fmla="*/ 1292162 w 3114960"/>
              <a:gd name="connsiteY7939" fmla="*/ 1045845 h 5143785"/>
              <a:gd name="connsiteX7940" fmla="*/ 1292162 w 3114960"/>
              <a:gd name="connsiteY7940" fmla="*/ 1066895 h 5143785"/>
              <a:gd name="connsiteX7941" fmla="*/ 1283303 w 3114960"/>
              <a:gd name="connsiteY7941" fmla="*/ 1066895 h 5143785"/>
              <a:gd name="connsiteX7942" fmla="*/ 1280636 w 3114960"/>
              <a:gd name="connsiteY7942" fmla="*/ 1068038 h 5143785"/>
              <a:gd name="connsiteX7943" fmla="*/ 1279493 w 3114960"/>
              <a:gd name="connsiteY7943" fmla="*/ 1070801 h 5143785"/>
              <a:gd name="connsiteX7944" fmla="*/ 1279493 w 3114960"/>
              <a:gd name="connsiteY7944" fmla="*/ 1079754 h 5143785"/>
              <a:gd name="connsiteX7945" fmla="*/ 1283303 w 3114960"/>
              <a:gd name="connsiteY7945" fmla="*/ 1083564 h 5143785"/>
              <a:gd name="connsiteX7946" fmla="*/ 1292162 w 3114960"/>
              <a:gd name="connsiteY7946" fmla="*/ 1083564 h 5143785"/>
              <a:gd name="connsiteX7947" fmla="*/ 1292162 w 3114960"/>
              <a:gd name="connsiteY7947" fmla="*/ 1104614 h 5143785"/>
              <a:gd name="connsiteX7948" fmla="*/ 1283303 w 3114960"/>
              <a:gd name="connsiteY7948" fmla="*/ 1104614 h 5143785"/>
              <a:gd name="connsiteX7949" fmla="*/ 1279493 w 3114960"/>
              <a:gd name="connsiteY7949" fmla="*/ 1108424 h 5143785"/>
              <a:gd name="connsiteX7950" fmla="*/ 1279493 w 3114960"/>
              <a:gd name="connsiteY7950" fmla="*/ 1117378 h 5143785"/>
              <a:gd name="connsiteX7951" fmla="*/ 1283303 w 3114960"/>
              <a:gd name="connsiteY7951" fmla="*/ 1121188 h 5143785"/>
              <a:gd name="connsiteX7952" fmla="*/ 1292543 w 3114960"/>
              <a:gd name="connsiteY7952" fmla="*/ 1121188 h 5143785"/>
              <a:gd name="connsiteX7953" fmla="*/ 1292543 w 3114960"/>
              <a:gd name="connsiteY7953" fmla="*/ 1142238 h 5143785"/>
              <a:gd name="connsiteX7954" fmla="*/ 1283303 w 3114960"/>
              <a:gd name="connsiteY7954" fmla="*/ 1142238 h 5143785"/>
              <a:gd name="connsiteX7955" fmla="*/ 1279493 w 3114960"/>
              <a:gd name="connsiteY7955" fmla="*/ 1146048 h 5143785"/>
              <a:gd name="connsiteX7956" fmla="*/ 1279493 w 3114960"/>
              <a:gd name="connsiteY7956" fmla="*/ 1155002 h 5143785"/>
              <a:gd name="connsiteX7957" fmla="*/ 1280636 w 3114960"/>
              <a:gd name="connsiteY7957" fmla="*/ 1157764 h 5143785"/>
              <a:gd name="connsiteX7958" fmla="*/ 1283399 w 3114960"/>
              <a:gd name="connsiteY7958" fmla="*/ 1158907 h 5143785"/>
              <a:gd name="connsiteX7959" fmla="*/ 1291114 w 3114960"/>
              <a:gd name="connsiteY7959" fmla="*/ 1158907 h 5143785"/>
              <a:gd name="connsiteX7960" fmla="*/ 1291114 w 3114960"/>
              <a:gd name="connsiteY7960" fmla="*/ 1171766 h 5143785"/>
              <a:gd name="connsiteX7961" fmla="*/ 1274921 w 3114960"/>
              <a:gd name="connsiteY7961" fmla="*/ 1171766 h 5143785"/>
              <a:gd name="connsiteX7962" fmla="*/ 1273397 w 3114960"/>
              <a:gd name="connsiteY7962" fmla="*/ 1172337 h 5143785"/>
              <a:gd name="connsiteX7963" fmla="*/ 1187672 w 3114960"/>
              <a:gd name="connsiteY7963" fmla="*/ 1246823 h 5143785"/>
              <a:gd name="connsiteX7964" fmla="*/ 1186815 w 3114960"/>
              <a:gd name="connsiteY7964" fmla="*/ 1248632 h 5143785"/>
              <a:gd name="connsiteX7965" fmla="*/ 1186815 w 3114960"/>
              <a:gd name="connsiteY7965" fmla="*/ 1295781 h 5143785"/>
              <a:gd name="connsiteX7966" fmla="*/ 1169480 w 3114960"/>
              <a:gd name="connsiteY7966" fmla="*/ 1305497 h 5143785"/>
              <a:gd name="connsiteX7967" fmla="*/ 1174718 w 3114960"/>
              <a:gd name="connsiteY7967" fmla="*/ 1339596 h 5143785"/>
              <a:gd name="connsiteX7968" fmla="*/ 1192911 w 3114960"/>
              <a:gd name="connsiteY7968" fmla="*/ 1344073 h 5143785"/>
              <a:gd name="connsiteX7969" fmla="*/ 1208913 w 3114960"/>
              <a:gd name="connsiteY7969" fmla="*/ 1334357 h 5143785"/>
              <a:gd name="connsiteX7970" fmla="*/ 1203674 w 3114960"/>
              <a:gd name="connsiteY7970" fmla="*/ 1300258 h 5143785"/>
              <a:gd name="connsiteX7971" fmla="*/ 1191673 w 3114960"/>
              <a:gd name="connsiteY7971" fmla="*/ 1295686 h 5143785"/>
              <a:gd name="connsiteX7972" fmla="*/ 1191673 w 3114960"/>
              <a:gd name="connsiteY7972" fmla="*/ 1249680 h 5143785"/>
              <a:gd name="connsiteX7973" fmla="*/ 1275874 w 3114960"/>
              <a:gd name="connsiteY7973" fmla="*/ 1176528 h 5143785"/>
              <a:gd name="connsiteX7974" fmla="*/ 1293590 w 3114960"/>
              <a:gd name="connsiteY7974" fmla="*/ 1176528 h 5143785"/>
              <a:gd name="connsiteX7975" fmla="*/ 1295972 w 3114960"/>
              <a:gd name="connsiteY7975" fmla="*/ 1174147 h 5143785"/>
              <a:gd name="connsiteX7976" fmla="*/ 1295972 w 3114960"/>
              <a:gd name="connsiteY7976" fmla="*/ 1158907 h 5143785"/>
              <a:gd name="connsiteX7977" fmla="*/ 1303592 w 3114960"/>
              <a:gd name="connsiteY7977" fmla="*/ 1158907 h 5143785"/>
              <a:gd name="connsiteX7978" fmla="*/ 1303592 w 3114960"/>
              <a:gd name="connsiteY7978" fmla="*/ 1158907 h 5143785"/>
              <a:gd name="connsiteX7979" fmla="*/ 1306259 w 3114960"/>
              <a:gd name="connsiteY7979" fmla="*/ 1157764 h 5143785"/>
              <a:gd name="connsiteX7980" fmla="*/ 1307402 w 3114960"/>
              <a:gd name="connsiteY7980" fmla="*/ 1155002 h 5143785"/>
              <a:gd name="connsiteX7981" fmla="*/ 1307402 w 3114960"/>
              <a:gd name="connsiteY7981" fmla="*/ 1146048 h 5143785"/>
              <a:gd name="connsiteX7982" fmla="*/ 1303592 w 3114960"/>
              <a:gd name="connsiteY7982" fmla="*/ 1142238 h 5143785"/>
              <a:gd name="connsiteX7983" fmla="*/ 1295114 w 3114960"/>
              <a:gd name="connsiteY7983" fmla="*/ 1142238 h 5143785"/>
              <a:gd name="connsiteX7984" fmla="*/ 1295114 w 3114960"/>
              <a:gd name="connsiteY7984" fmla="*/ 1121188 h 5143785"/>
              <a:gd name="connsiteX7985" fmla="*/ 1303592 w 3114960"/>
              <a:gd name="connsiteY7985" fmla="*/ 1121188 h 5143785"/>
              <a:gd name="connsiteX7986" fmla="*/ 1307402 w 3114960"/>
              <a:gd name="connsiteY7986" fmla="*/ 1117378 h 5143785"/>
              <a:gd name="connsiteX7987" fmla="*/ 1307402 w 3114960"/>
              <a:gd name="connsiteY7987" fmla="*/ 1108424 h 5143785"/>
              <a:gd name="connsiteX7988" fmla="*/ 1303592 w 3114960"/>
              <a:gd name="connsiteY7988" fmla="*/ 1104614 h 5143785"/>
              <a:gd name="connsiteX7989" fmla="*/ 1294733 w 3114960"/>
              <a:gd name="connsiteY7989" fmla="*/ 1104614 h 5143785"/>
              <a:gd name="connsiteX7990" fmla="*/ 1294733 w 3114960"/>
              <a:gd name="connsiteY7990" fmla="*/ 1083564 h 5143785"/>
              <a:gd name="connsiteX7991" fmla="*/ 1303592 w 3114960"/>
              <a:gd name="connsiteY7991" fmla="*/ 1083564 h 5143785"/>
              <a:gd name="connsiteX7992" fmla="*/ 1307402 w 3114960"/>
              <a:gd name="connsiteY7992" fmla="*/ 1079754 h 5143785"/>
              <a:gd name="connsiteX7993" fmla="*/ 1307402 w 3114960"/>
              <a:gd name="connsiteY7993" fmla="*/ 1070801 h 5143785"/>
              <a:gd name="connsiteX7994" fmla="*/ 1303592 w 3114960"/>
              <a:gd name="connsiteY7994" fmla="*/ 1066991 h 5143785"/>
              <a:gd name="connsiteX7995" fmla="*/ 1294733 w 3114960"/>
              <a:gd name="connsiteY7995" fmla="*/ 1066991 h 5143785"/>
              <a:gd name="connsiteX7996" fmla="*/ 1294733 w 3114960"/>
              <a:gd name="connsiteY7996" fmla="*/ 1045940 h 5143785"/>
              <a:gd name="connsiteX7997" fmla="*/ 1303592 w 3114960"/>
              <a:gd name="connsiteY7997" fmla="*/ 1045940 h 5143785"/>
              <a:gd name="connsiteX7998" fmla="*/ 709517 w 3114960"/>
              <a:gd name="connsiteY7998" fmla="*/ 724472 h 5143785"/>
              <a:gd name="connsiteX7999" fmla="*/ 704469 w 3114960"/>
              <a:gd name="connsiteY7999" fmla="*/ 719423 h 5143785"/>
              <a:gd name="connsiteX8000" fmla="*/ 709517 w 3114960"/>
              <a:gd name="connsiteY8000" fmla="*/ 714470 h 5143785"/>
              <a:gd name="connsiteX8001" fmla="*/ 714470 w 3114960"/>
              <a:gd name="connsiteY8001" fmla="*/ 719423 h 5143785"/>
              <a:gd name="connsiteX8002" fmla="*/ 709517 w 3114960"/>
              <a:gd name="connsiteY8002" fmla="*/ 724472 h 5143785"/>
              <a:gd name="connsiteX8003" fmla="*/ 875824 w 3114960"/>
              <a:gd name="connsiteY8003" fmla="*/ 760476 h 5143785"/>
              <a:gd name="connsiteX8004" fmla="*/ 873633 w 3114960"/>
              <a:gd name="connsiteY8004" fmla="*/ 762667 h 5143785"/>
              <a:gd name="connsiteX8005" fmla="*/ 852869 w 3114960"/>
              <a:gd name="connsiteY8005" fmla="*/ 762667 h 5143785"/>
              <a:gd name="connsiteX8006" fmla="*/ 850678 w 3114960"/>
              <a:gd name="connsiteY8006" fmla="*/ 760476 h 5143785"/>
              <a:gd name="connsiteX8007" fmla="*/ 850678 w 3114960"/>
              <a:gd name="connsiteY8007" fmla="*/ 750475 h 5143785"/>
              <a:gd name="connsiteX8008" fmla="*/ 852869 w 3114960"/>
              <a:gd name="connsiteY8008" fmla="*/ 748284 h 5143785"/>
              <a:gd name="connsiteX8009" fmla="*/ 873633 w 3114960"/>
              <a:gd name="connsiteY8009" fmla="*/ 748284 h 5143785"/>
              <a:gd name="connsiteX8010" fmla="*/ 875824 w 3114960"/>
              <a:gd name="connsiteY8010" fmla="*/ 750475 h 5143785"/>
              <a:gd name="connsiteX8011" fmla="*/ 875824 w 3114960"/>
              <a:gd name="connsiteY8011" fmla="*/ 760476 h 5143785"/>
              <a:gd name="connsiteX8012" fmla="*/ 1080992 w 3114960"/>
              <a:gd name="connsiteY8012" fmla="*/ 1048417 h 5143785"/>
              <a:gd name="connsiteX8013" fmla="*/ 1088612 w 3114960"/>
              <a:gd name="connsiteY8013" fmla="*/ 1056037 h 5143785"/>
              <a:gd name="connsiteX8014" fmla="*/ 1080992 w 3114960"/>
              <a:gd name="connsiteY8014" fmla="*/ 1063657 h 5143785"/>
              <a:gd name="connsiteX8015" fmla="*/ 1073372 w 3114960"/>
              <a:gd name="connsiteY8015" fmla="*/ 1056037 h 5143785"/>
              <a:gd name="connsiteX8016" fmla="*/ 1080992 w 3114960"/>
              <a:gd name="connsiteY8016" fmla="*/ 1048417 h 5143785"/>
              <a:gd name="connsiteX8017" fmla="*/ 698278 w 3114960"/>
              <a:gd name="connsiteY8017" fmla="*/ 1599152 h 5143785"/>
              <a:gd name="connsiteX8018" fmla="*/ 690658 w 3114960"/>
              <a:gd name="connsiteY8018" fmla="*/ 1606772 h 5143785"/>
              <a:gd name="connsiteX8019" fmla="*/ 683038 w 3114960"/>
              <a:gd name="connsiteY8019" fmla="*/ 1599152 h 5143785"/>
              <a:gd name="connsiteX8020" fmla="*/ 690658 w 3114960"/>
              <a:gd name="connsiteY8020" fmla="*/ 1591532 h 5143785"/>
              <a:gd name="connsiteX8021" fmla="*/ 698278 w 3114960"/>
              <a:gd name="connsiteY8021" fmla="*/ 1599152 h 5143785"/>
              <a:gd name="connsiteX8022" fmla="*/ 1044702 w 3114960"/>
              <a:gd name="connsiteY8022" fmla="*/ 1303687 h 5143785"/>
              <a:gd name="connsiteX8023" fmla="*/ 1048988 w 3114960"/>
              <a:gd name="connsiteY8023" fmla="*/ 1331595 h 5143785"/>
              <a:gd name="connsiteX8024" fmla="*/ 1035939 w 3114960"/>
              <a:gd name="connsiteY8024" fmla="*/ 1339501 h 5143785"/>
              <a:gd name="connsiteX8025" fmla="*/ 1021080 w 3114960"/>
              <a:gd name="connsiteY8025" fmla="*/ 1335881 h 5143785"/>
              <a:gd name="connsiteX8026" fmla="*/ 1013174 w 3114960"/>
              <a:gd name="connsiteY8026" fmla="*/ 1322832 h 5143785"/>
              <a:gd name="connsiteX8027" fmla="*/ 1016794 w 3114960"/>
              <a:gd name="connsiteY8027" fmla="*/ 1307973 h 5143785"/>
              <a:gd name="connsiteX8028" fmla="*/ 1029843 w 3114960"/>
              <a:gd name="connsiteY8028" fmla="*/ 1300067 h 5143785"/>
              <a:gd name="connsiteX8029" fmla="*/ 1044702 w 3114960"/>
              <a:gd name="connsiteY8029" fmla="*/ 1303687 h 5143785"/>
              <a:gd name="connsiteX8030" fmla="*/ 1042226 w 3114960"/>
              <a:gd name="connsiteY8030" fmla="*/ 1222915 h 5143785"/>
              <a:gd name="connsiteX8031" fmla="*/ 1041749 w 3114960"/>
              <a:gd name="connsiteY8031" fmla="*/ 1223867 h 5143785"/>
              <a:gd name="connsiteX8032" fmla="*/ 1041749 w 3114960"/>
              <a:gd name="connsiteY8032" fmla="*/ 1226249 h 5143785"/>
              <a:gd name="connsiteX8033" fmla="*/ 1036701 w 3114960"/>
              <a:gd name="connsiteY8033" fmla="*/ 1220248 h 5143785"/>
              <a:gd name="connsiteX8034" fmla="*/ 1042130 w 3114960"/>
              <a:gd name="connsiteY8034" fmla="*/ 1215581 h 5143785"/>
              <a:gd name="connsiteX8035" fmla="*/ 1047274 w 3114960"/>
              <a:gd name="connsiteY8035" fmla="*/ 1221581 h 5143785"/>
              <a:gd name="connsiteX8036" fmla="*/ 1047274 w 3114960"/>
              <a:gd name="connsiteY8036" fmla="*/ 1223772 h 5143785"/>
              <a:gd name="connsiteX8037" fmla="*/ 1043273 w 3114960"/>
              <a:gd name="connsiteY8037" fmla="*/ 1222724 h 5143785"/>
              <a:gd name="connsiteX8038" fmla="*/ 1042226 w 3114960"/>
              <a:gd name="connsiteY8038" fmla="*/ 1222915 h 5143785"/>
              <a:gd name="connsiteX8039" fmla="*/ 1054037 w 3114960"/>
              <a:gd name="connsiteY8039" fmla="*/ 1229392 h 5143785"/>
              <a:gd name="connsiteX8040" fmla="*/ 1048607 w 3114960"/>
              <a:gd name="connsiteY8040" fmla="*/ 1234059 h 5143785"/>
              <a:gd name="connsiteX8041" fmla="*/ 1044416 w 3114960"/>
              <a:gd name="connsiteY8041" fmla="*/ 1229201 h 5143785"/>
              <a:gd name="connsiteX8042" fmla="*/ 1044226 w 3114960"/>
              <a:gd name="connsiteY8042" fmla="*/ 1225391 h 5143785"/>
              <a:gd name="connsiteX8043" fmla="*/ 1048322 w 3114960"/>
              <a:gd name="connsiteY8043" fmla="*/ 1226439 h 5143785"/>
              <a:gd name="connsiteX8044" fmla="*/ 1049369 w 3114960"/>
              <a:gd name="connsiteY8044" fmla="*/ 1226249 h 5143785"/>
              <a:gd name="connsiteX8045" fmla="*/ 1049846 w 3114960"/>
              <a:gd name="connsiteY8045" fmla="*/ 1225296 h 5143785"/>
              <a:gd name="connsiteX8046" fmla="*/ 1049846 w 3114960"/>
              <a:gd name="connsiteY8046" fmla="*/ 1224534 h 5143785"/>
              <a:gd name="connsiteX8047" fmla="*/ 1054037 w 3114960"/>
              <a:gd name="connsiteY8047" fmla="*/ 1229392 h 5143785"/>
              <a:gd name="connsiteX8048" fmla="*/ 1070705 w 3114960"/>
              <a:gd name="connsiteY8048" fmla="*/ 1198150 h 5143785"/>
              <a:gd name="connsiteX8049" fmla="*/ 1070229 w 3114960"/>
              <a:gd name="connsiteY8049" fmla="*/ 1199102 h 5143785"/>
              <a:gd name="connsiteX8050" fmla="*/ 1070229 w 3114960"/>
              <a:gd name="connsiteY8050" fmla="*/ 1201484 h 5143785"/>
              <a:gd name="connsiteX8051" fmla="*/ 1065181 w 3114960"/>
              <a:gd name="connsiteY8051" fmla="*/ 1195483 h 5143785"/>
              <a:gd name="connsiteX8052" fmla="*/ 1070610 w 3114960"/>
              <a:gd name="connsiteY8052" fmla="*/ 1190816 h 5143785"/>
              <a:gd name="connsiteX8053" fmla="*/ 1075754 w 3114960"/>
              <a:gd name="connsiteY8053" fmla="*/ 1196816 h 5143785"/>
              <a:gd name="connsiteX8054" fmla="*/ 1075754 w 3114960"/>
              <a:gd name="connsiteY8054" fmla="*/ 1199007 h 5143785"/>
              <a:gd name="connsiteX8055" fmla="*/ 1071753 w 3114960"/>
              <a:gd name="connsiteY8055" fmla="*/ 1197959 h 5143785"/>
              <a:gd name="connsiteX8056" fmla="*/ 1070705 w 3114960"/>
              <a:gd name="connsiteY8056" fmla="*/ 1198150 h 5143785"/>
              <a:gd name="connsiteX8057" fmla="*/ 1082612 w 3114960"/>
              <a:gd name="connsiteY8057" fmla="*/ 1204627 h 5143785"/>
              <a:gd name="connsiteX8058" fmla="*/ 1077182 w 3114960"/>
              <a:gd name="connsiteY8058" fmla="*/ 1209294 h 5143785"/>
              <a:gd name="connsiteX8059" fmla="*/ 1072991 w 3114960"/>
              <a:gd name="connsiteY8059" fmla="*/ 1204436 h 5143785"/>
              <a:gd name="connsiteX8060" fmla="*/ 1072801 w 3114960"/>
              <a:gd name="connsiteY8060" fmla="*/ 1200626 h 5143785"/>
              <a:gd name="connsiteX8061" fmla="*/ 1076897 w 3114960"/>
              <a:gd name="connsiteY8061" fmla="*/ 1201674 h 5143785"/>
              <a:gd name="connsiteX8062" fmla="*/ 1077944 w 3114960"/>
              <a:gd name="connsiteY8062" fmla="*/ 1201484 h 5143785"/>
              <a:gd name="connsiteX8063" fmla="*/ 1078421 w 3114960"/>
              <a:gd name="connsiteY8063" fmla="*/ 1200531 h 5143785"/>
              <a:gd name="connsiteX8064" fmla="*/ 1078421 w 3114960"/>
              <a:gd name="connsiteY8064" fmla="*/ 1199769 h 5143785"/>
              <a:gd name="connsiteX8065" fmla="*/ 1082612 w 3114960"/>
              <a:gd name="connsiteY8065" fmla="*/ 1204627 h 5143785"/>
              <a:gd name="connsiteX8066" fmla="*/ 1099280 w 3114960"/>
              <a:gd name="connsiteY8066" fmla="*/ 1173480 h 5143785"/>
              <a:gd name="connsiteX8067" fmla="*/ 1098804 w 3114960"/>
              <a:gd name="connsiteY8067" fmla="*/ 1174433 h 5143785"/>
              <a:gd name="connsiteX8068" fmla="*/ 1098804 w 3114960"/>
              <a:gd name="connsiteY8068" fmla="*/ 1176814 h 5143785"/>
              <a:gd name="connsiteX8069" fmla="*/ 1093756 w 3114960"/>
              <a:gd name="connsiteY8069" fmla="*/ 1170813 h 5143785"/>
              <a:gd name="connsiteX8070" fmla="*/ 1099185 w 3114960"/>
              <a:gd name="connsiteY8070" fmla="*/ 1166146 h 5143785"/>
              <a:gd name="connsiteX8071" fmla="*/ 1104329 w 3114960"/>
              <a:gd name="connsiteY8071" fmla="*/ 1172147 h 5143785"/>
              <a:gd name="connsiteX8072" fmla="*/ 1104329 w 3114960"/>
              <a:gd name="connsiteY8072" fmla="*/ 1174337 h 5143785"/>
              <a:gd name="connsiteX8073" fmla="*/ 1100328 w 3114960"/>
              <a:gd name="connsiteY8073" fmla="*/ 1173290 h 5143785"/>
              <a:gd name="connsiteX8074" fmla="*/ 1099280 w 3114960"/>
              <a:gd name="connsiteY8074" fmla="*/ 1173480 h 5143785"/>
              <a:gd name="connsiteX8075" fmla="*/ 1111091 w 3114960"/>
              <a:gd name="connsiteY8075" fmla="*/ 1179957 h 5143785"/>
              <a:gd name="connsiteX8076" fmla="*/ 1105662 w 3114960"/>
              <a:gd name="connsiteY8076" fmla="*/ 1184624 h 5143785"/>
              <a:gd name="connsiteX8077" fmla="*/ 1101471 w 3114960"/>
              <a:gd name="connsiteY8077" fmla="*/ 1179767 h 5143785"/>
              <a:gd name="connsiteX8078" fmla="*/ 1101281 w 3114960"/>
              <a:gd name="connsiteY8078" fmla="*/ 1175957 h 5143785"/>
              <a:gd name="connsiteX8079" fmla="*/ 1105376 w 3114960"/>
              <a:gd name="connsiteY8079" fmla="*/ 1177004 h 5143785"/>
              <a:gd name="connsiteX8080" fmla="*/ 1106424 w 3114960"/>
              <a:gd name="connsiteY8080" fmla="*/ 1176814 h 5143785"/>
              <a:gd name="connsiteX8081" fmla="*/ 1106900 w 3114960"/>
              <a:gd name="connsiteY8081" fmla="*/ 1175861 h 5143785"/>
              <a:gd name="connsiteX8082" fmla="*/ 1106900 w 3114960"/>
              <a:gd name="connsiteY8082" fmla="*/ 1175099 h 5143785"/>
              <a:gd name="connsiteX8083" fmla="*/ 1111091 w 3114960"/>
              <a:gd name="connsiteY8083" fmla="*/ 1179957 h 5143785"/>
              <a:gd name="connsiteX8084" fmla="*/ 1127474 w 3114960"/>
              <a:gd name="connsiteY8084" fmla="*/ 1148429 h 5143785"/>
              <a:gd name="connsiteX8085" fmla="*/ 1126998 w 3114960"/>
              <a:gd name="connsiteY8085" fmla="*/ 1149382 h 5143785"/>
              <a:gd name="connsiteX8086" fmla="*/ 1126998 w 3114960"/>
              <a:gd name="connsiteY8086" fmla="*/ 1151763 h 5143785"/>
              <a:gd name="connsiteX8087" fmla="*/ 1122236 w 3114960"/>
              <a:gd name="connsiteY8087" fmla="*/ 1146048 h 5143785"/>
              <a:gd name="connsiteX8088" fmla="*/ 1127665 w 3114960"/>
              <a:gd name="connsiteY8088" fmla="*/ 1141381 h 5143785"/>
              <a:gd name="connsiteX8089" fmla="*/ 1132618 w 3114960"/>
              <a:gd name="connsiteY8089" fmla="*/ 1147096 h 5143785"/>
              <a:gd name="connsiteX8090" fmla="*/ 1132618 w 3114960"/>
              <a:gd name="connsiteY8090" fmla="*/ 1149287 h 5143785"/>
              <a:gd name="connsiteX8091" fmla="*/ 1128617 w 3114960"/>
              <a:gd name="connsiteY8091" fmla="*/ 1148239 h 5143785"/>
              <a:gd name="connsiteX8092" fmla="*/ 1127570 w 3114960"/>
              <a:gd name="connsiteY8092" fmla="*/ 1148429 h 5143785"/>
              <a:gd name="connsiteX8093" fmla="*/ 1134237 w 3114960"/>
              <a:gd name="connsiteY8093" fmla="*/ 1159955 h 5143785"/>
              <a:gd name="connsiteX8094" fmla="*/ 1129760 w 3114960"/>
              <a:gd name="connsiteY8094" fmla="*/ 1154811 h 5143785"/>
              <a:gd name="connsiteX8095" fmla="*/ 1129570 w 3114960"/>
              <a:gd name="connsiteY8095" fmla="*/ 1151001 h 5143785"/>
              <a:gd name="connsiteX8096" fmla="*/ 1133666 w 3114960"/>
              <a:gd name="connsiteY8096" fmla="*/ 1152049 h 5143785"/>
              <a:gd name="connsiteX8097" fmla="*/ 1134713 w 3114960"/>
              <a:gd name="connsiteY8097" fmla="*/ 1151858 h 5143785"/>
              <a:gd name="connsiteX8098" fmla="*/ 1135190 w 3114960"/>
              <a:gd name="connsiteY8098" fmla="*/ 1150906 h 5143785"/>
              <a:gd name="connsiteX8099" fmla="*/ 1135190 w 3114960"/>
              <a:gd name="connsiteY8099" fmla="*/ 1150144 h 5143785"/>
              <a:gd name="connsiteX8100" fmla="*/ 1139666 w 3114960"/>
              <a:gd name="connsiteY8100" fmla="*/ 1155287 h 5143785"/>
              <a:gd name="connsiteX8101" fmla="*/ 1134237 w 3114960"/>
              <a:gd name="connsiteY8101" fmla="*/ 1159955 h 5143785"/>
              <a:gd name="connsiteX8102" fmla="*/ 1185196 w 3114960"/>
              <a:gd name="connsiteY8102" fmla="*/ 1101281 h 5143785"/>
              <a:gd name="connsiteX8103" fmla="*/ 1187291 w 3114960"/>
              <a:gd name="connsiteY8103" fmla="*/ 1103376 h 5143785"/>
              <a:gd name="connsiteX8104" fmla="*/ 1187291 w 3114960"/>
              <a:gd name="connsiteY8104" fmla="*/ 1121950 h 5143785"/>
              <a:gd name="connsiteX8105" fmla="*/ 1185196 w 3114960"/>
              <a:gd name="connsiteY8105" fmla="*/ 1124045 h 5143785"/>
              <a:gd name="connsiteX8106" fmla="*/ 1166622 w 3114960"/>
              <a:gd name="connsiteY8106" fmla="*/ 1124045 h 5143785"/>
              <a:gd name="connsiteX8107" fmla="*/ 1164527 w 3114960"/>
              <a:gd name="connsiteY8107" fmla="*/ 1121950 h 5143785"/>
              <a:gd name="connsiteX8108" fmla="*/ 1164527 w 3114960"/>
              <a:gd name="connsiteY8108" fmla="*/ 1103376 h 5143785"/>
              <a:gd name="connsiteX8109" fmla="*/ 1166622 w 3114960"/>
              <a:gd name="connsiteY8109" fmla="*/ 1101281 h 5143785"/>
              <a:gd name="connsiteX8110" fmla="*/ 1185196 w 3114960"/>
              <a:gd name="connsiteY8110" fmla="*/ 1101281 h 5143785"/>
              <a:gd name="connsiteX8111" fmla="*/ 951643 w 3114960"/>
              <a:gd name="connsiteY8111" fmla="*/ 835724 h 5143785"/>
              <a:gd name="connsiteX8112" fmla="*/ 944499 w 3114960"/>
              <a:gd name="connsiteY8112" fmla="*/ 842867 h 5143785"/>
              <a:gd name="connsiteX8113" fmla="*/ 937355 w 3114960"/>
              <a:gd name="connsiteY8113" fmla="*/ 835724 h 5143785"/>
              <a:gd name="connsiteX8114" fmla="*/ 944499 w 3114960"/>
              <a:gd name="connsiteY8114" fmla="*/ 828580 h 5143785"/>
              <a:gd name="connsiteX8115" fmla="*/ 951643 w 3114960"/>
              <a:gd name="connsiteY8115" fmla="*/ 835724 h 5143785"/>
              <a:gd name="connsiteX8116" fmla="*/ 932212 w 3114960"/>
              <a:gd name="connsiteY8116" fmla="*/ 767810 h 5143785"/>
              <a:gd name="connsiteX8117" fmla="*/ 932212 w 3114960"/>
              <a:gd name="connsiteY8117" fmla="*/ 743236 h 5143785"/>
              <a:gd name="connsiteX8118" fmla="*/ 956786 w 3114960"/>
              <a:gd name="connsiteY8118" fmla="*/ 743236 h 5143785"/>
              <a:gd name="connsiteX8119" fmla="*/ 956786 w 3114960"/>
              <a:gd name="connsiteY8119" fmla="*/ 767810 h 5143785"/>
              <a:gd name="connsiteX8120" fmla="*/ 932212 w 3114960"/>
              <a:gd name="connsiteY8120" fmla="*/ 767810 h 5143785"/>
              <a:gd name="connsiteX8121" fmla="*/ 998315 w 3114960"/>
              <a:gd name="connsiteY8121" fmla="*/ 835724 h 5143785"/>
              <a:gd name="connsiteX8122" fmla="*/ 991172 w 3114960"/>
              <a:gd name="connsiteY8122" fmla="*/ 842867 h 5143785"/>
              <a:gd name="connsiteX8123" fmla="*/ 984028 w 3114960"/>
              <a:gd name="connsiteY8123" fmla="*/ 835724 h 5143785"/>
              <a:gd name="connsiteX8124" fmla="*/ 991172 w 3114960"/>
              <a:gd name="connsiteY8124" fmla="*/ 828580 h 5143785"/>
              <a:gd name="connsiteX8125" fmla="*/ 998315 w 3114960"/>
              <a:gd name="connsiteY8125" fmla="*/ 835724 h 5143785"/>
              <a:gd name="connsiteX8126" fmla="*/ 978884 w 3114960"/>
              <a:gd name="connsiteY8126" fmla="*/ 767810 h 5143785"/>
              <a:gd name="connsiteX8127" fmla="*/ 978884 w 3114960"/>
              <a:gd name="connsiteY8127" fmla="*/ 743236 h 5143785"/>
              <a:gd name="connsiteX8128" fmla="*/ 1003459 w 3114960"/>
              <a:gd name="connsiteY8128" fmla="*/ 743236 h 5143785"/>
              <a:gd name="connsiteX8129" fmla="*/ 1003459 w 3114960"/>
              <a:gd name="connsiteY8129" fmla="*/ 767810 h 5143785"/>
              <a:gd name="connsiteX8130" fmla="*/ 978884 w 3114960"/>
              <a:gd name="connsiteY8130" fmla="*/ 767810 h 5143785"/>
              <a:gd name="connsiteX8131" fmla="*/ 1037844 w 3114960"/>
              <a:gd name="connsiteY8131" fmla="*/ 842963 h 5143785"/>
              <a:gd name="connsiteX8132" fmla="*/ 1030700 w 3114960"/>
              <a:gd name="connsiteY8132" fmla="*/ 835819 h 5143785"/>
              <a:gd name="connsiteX8133" fmla="*/ 1037844 w 3114960"/>
              <a:gd name="connsiteY8133" fmla="*/ 828675 h 5143785"/>
              <a:gd name="connsiteX8134" fmla="*/ 1044988 w 3114960"/>
              <a:gd name="connsiteY8134" fmla="*/ 835819 h 5143785"/>
              <a:gd name="connsiteX8135" fmla="*/ 1037844 w 3114960"/>
              <a:gd name="connsiteY8135" fmla="*/ 842963 h 5143785"/>
              <a:gd name="connsiteX8136" fmla="*/ 1059371 w 3114960"/>
              <a:gd name="connsiteY8136" fmla="*/ 877538 h 5143785"/>
              <a:gd name="connsiteX8137" fmla="*/ 1043845 w 3114960"/>
              <a:gd name="connsiteY8137" fmla="*/ 843058 h 5143785"/>
              <a:gd name="connsiteX8138" fmla="*/ 1047369 w 3114960"/>
              <a:gd name="connsiteY8138" fmla="*/ 835819 h 5143785"/>
              <a:gd name="connsiteX8139" fmla="*/ 1038987 w 3114960"/>
              <a:gd name="connsiteY8139" fmla="*/ 826484 h 5143785"/>
              <a:gd name="connsiteX8140" fmla="*/ 1038987 w 3114960"/>
              <a:gd name="connsiteY8140" fmla="*/ 790194 h 5143785"/>
              <a:gd name="connsiteX8141" fmla="*/ 1083278 w 3114960"/>
              <a:gd name="connsiteY8141" fmla="*/ 790194 h 5143785"/>
              <a:gd name="connsiteX8142" fmla="*/ 1083278 w 3114960"/>
              <a:gd name="connsiteY8142" fmla="*/ 828485 h 5143785"/>
              <a:gd name="connsiteX8143" fmla="*/ 1074896 w 3114960"/>
              <a:gd name="connsiteY8143" fmla="*/ 837819 h 5143785"/>
              <a:gd name="connsiteX8144" fmla="*/ 1077563 w 3114960"/>
              <a:gd name="connsiteY8144" fmla="*/ 844296 h 5143785"/>
              <a:gd name="connsiteX8145" fmla="*/ 1059275 w 3114960"/>
              <a:gd name="connsiteY8145" fmla="*/ 877634 h 5143785"/>
              <a:gd name="connsiteX8146" fmla="*/ 1025557 w 3114960"/>
              <a:gd name="connsiteY8146" fmla="*/ 767810 h 5143785"/>
              <a:gd name="connsiteX8147" fmla="*/ 1025557 w 3114960"/>
              <a:gd name="connsiteY8147" fmla="*/ 743236 h 5143785"/>
              <a:gd name="connsiteX8148" fmla="*/ 1050131 w 3114960"/>
              <a:gd name="connsiteY8148" fmla="*/ 743236 h 5143785"/>
              <a:gd name="connsiteX8149" fmla="*/ 1050131 w 3114960"/>
              <a:gd name="connsiteY8149" fmla="*/ 767810 h 5143785"/>
              <a:gd name="connsiteX8150" fmla="*/ 1025557 w 3114960"/>
              <a:gd name="connsiteY8150" fmla="*/ 767810 h 5143785"/>
              <a:gd name="connsiteX8151" fmla="*/ 1091756 w 3114960"/>
              <a:gd name="connsiteY8151" fmla="*/ 837724 h 5143785"/>
              <a:gd name="connsiteX8152" fmla="*/ 1084612 w 3114960"/>
              <a:gd name="connsiteY8152" fmla="*/ 844868 h 5143785"/>
              <a:gd name="connsiteX8153" fmla="*/ 1077468 w 3114960"/>
              <a:gd name="connsiteY8153" fmla="*/ 837724 h 5143785"/>
              <a:gd name="connsiteX8154" fmla="*/ 1084612 w 3114960"/>
              <a:gd name="connsiteY8154" fmla="*/ 830580 h 5143785"/>
              <a:gd name="connsiteX8155" fmla="*/ 1091756 w 3114960"/>
              <a:gd name="connsiteY8155" fmla="*/ 837724 h 5143785"/>
              <a:gd name="connsiteX8156" fmla="*/ 1072325 w 3114960"/>
              <a:gd name="connsiteY8156" fmla="*/ 767810 h 5143785"/>
              <a:gd name="connsiteX8157" fmla="*/ 1072325 w 3114960"/>
              <a:gd name="connsiteY8157" fmla="*/ 743236 h 5143785"/>
              <a:gd name="connsiteX8158" fmla="*/ 1096899 w 3114960"/>
              <a:gd name="connsiteY8158" fmla="*/ 743236 h 5143785"/>
              <a:gd name="connsiteX8159" fmla="*/ 1096899 w 3114960"/>
              <a:gd name="connsiteY8159" fmla="*/ 767810 h 5143785"/>
              <a:gd name="connsiteX8160" fmla="*/ 1072325 w 3114960"/>
              <a:gd name="connsiteY8160" fmla="*/ 767810 h 5143785"/>
              <a:gd name="connsiteX8161" fmla="*/ 1094804 w 3114960"/>
              <a:gd name="connsiteY8161" fmla="*/ 785336 h 5143785"/>
              <a:gd name="connsiteX8162" fmla="*/ 1085755 w 3114960"/>
              <a:gd name="connsiteY8162" fmla="*/ 785336 h 5143785"/>
              <a:gd name="connsiteX8163" fmla="*/ 1085755 w 3114960"/>
              <a:gd name="connsiteY8163" fmla="*/ 772573 h 5143785"/>
              <a:gd name="connsiteX8164" fmla="*/ 1099280 w 3114960"/>
              <a:gd name="connsiteY8164" fmla="*/ 772573 h 5143785"/>
              <a:gd name="connsiteX8165" fmla="*/ 1101662 w 3114960"/>
              <a:gd name="connsiteY8165" fmla="*/ 770192 h 5143785"/>
              <a:gd name="connsiteX8166" fmla="*/ 1101662 w 3114960"/>
              <a:gd name="connsiteY8166" fmla="*/ 740854 h 5143785"/>
              <a:gd name="connsiteX8167" fmla="*/ 1099280 w 3114960"/>
              <a:gd name="connsiteY8167" fmla="*/ 738473 h 5143785"/>
              <a:gd name="connsiteX8168" fmla="*/ 1069943 w 3114960"/>
              <a:gd name="connsiteY8168" fmla="*/ 738473 h 5143785"/>
              <a:gd name="connsiteX8169" fmla="*/ 1067562 w 3114960"/>
              <a:gd name="connsiteY8169" fmla="*/ 740854 h 5143785"/>
              <a:gd name="connsiteX8170" fmla="*/ 1067562 w 3114960"/>
              <a:gd name="connsiteY8170" fmla="*/ 770192 h 5143785"/>
              <a:gd name="connsiteX8171" fmla="*/ 1069943 w 3114960"/>
              <a:gd name="connsiteY8171" fmla="*/ 772573 h 5143785"/>
              <a:gd name="connsiteX8172" fmla="*/ 1083469 w 3114960"/>
              <a:gd name="connsiteY8172" fmla="*/ 772573 h 5143785"/>
              <a:gd name="connsiteX8173" fmla="*/ 1083469 w 3114960"/>
              <a:gd name="connsiteY8173" fmla="*/ 785336 h 5143785"/>
              <a:gd name="connsiteX8174" fmla="*/ 1039177 w 3114960"/>
              <a:gd name="connsiteY8174" fmla="*/ 785336 h 5143785"/>
              <a:gd name="connsiteX8175" fmla="*/ 1039177 w 3114960"/>
              <a:gd name="connsiteY8175" fmla="*/ 772573 h 5143785"/>
              <a:gd name="connsiteX8176" fmla="*/ 1052703 w 3114960"/>
              <a:gd name="connsiteY8176" fmla="*/ 772573 h 5143785"/>
              <a:gd name="connsiteX8177" fmla="*/ 1055084 w 3114960"/>
              <a:gd name="connsiteY8177" fmla="*/ 770192 h 5143785"/>
              <a:gd name="connsiteX8178" fmla="*/ 1055084 w 3114960"/>
              <a:gd name="connsiteY8178" fmla="*/ 740854 h 5143785"/>
              <a:gd name="connsiteX8179" fmla="*/ 1052703 w 3114960"/>
              <a:gd name="connsiteY8179" fmla="*/ 738473 h 5143785"/>
              <a:gd name="connsiteX8180" fmla="*/ 1023366 w 3114960"/>
              <a:gd name="connsiteY8180" fmla="*/ 738473 h 5143785"/>
              <a:gd name="connsiteX8181" fmla="*/ 1020985 w 3114960"/>
              <a:gd name="connsiteY8181" fmla="*/ 740854 h 5143785"/>
              <a:gd name="connsiteX8182" fmla="*/ 1020985 w 3114960"/>
              <a:gd name="connsiteY8182" fmla="*/ 770192 h 5143785"/>
              <a:gd name="connsiteX8183" fmla="*/ 1023366 w 3114960"/>
              <a:gd name="connsiteY8183" fmla="*/ 772573 h 5143785"/>
              <a:gd name="connsiteX8184" fmla="*/ 1036892 w 3114960"/>
              <a:gd name="connsiteY8184" fmla="*/ 772573 h 5143785"/>
              <a:gd name="connsiteX8185" fmla="*/ 1036892 w 3114960"/>
              <a:gd name="connsiteY8185" fmla="*/ 785336 h 5143785"/>
              <a:gd name="connsiteX8186" fmla="*/ 992600 w 3114960"/>
              <a:gd name="connsiteY8186" fmla="*/ 785336 h 5143785"/>
              <a:gd name="connsiteX8187" fmla="*/ 992600 w 3114960"/>
              <a:gd name="connsiteY8187" fmla="*/ 772573 h 5143785"/>
              <a:gd name="connsiteX8188" fmla="*/ 1006126 w 3114960"/>
              <a:gd name="connsiteY8188" fmla="*/ 772573 h 5143785"/>
              <a:gd name="connsiteX8189" fmla="*/ 1008507 w 3114960"/>
              <a:gd name="connsiteY8189" fmla="*/ 770192 h 5143785"/>
              <a:gd name="connsiteX8190" fmla="*/ 1008507 w 3114960"/>
              <a:gd name="connsiteY8190" fmla="*/ 740854 h 5143785"/>
              <a:gd name="connsiteX8191" fmla="*/ 1006126 w 3114960"/>
              <a:gd name="connsiteY8191" fmla="*/ 738473 h 5143785"/>
              <a:gd name="connsiteX8192" fmla="*/ 976789 w 3114960"/>
              <a:gd name="connsiteY8192" fmla="*/ 738473 h 5143785"/>
              <a:gd name="connsiteX8193" fmla="*/ 974408 w 3114960"/>
              <a:gd name="connsiteY8193" fmla="*/ 740854 h 5143785"/>
              <a:gd name="connsiteX8194" fmla="*/ 974408 w 3114960"/>
              <a:gd name="connsiteY8194" fmla="*/ 770192 h 5143785"/>
              <a:gd name="connsiteX8195" fmla="*/ 976789 w 3114960"/>
              <a:gd name="connsiteY8195" fmla="*/ 772573 h 5143785"/>
              <a:gd name="connsiteX8196" fmla="*/ 990314 w 3114960"/>
              <a:gd name="connsiteY8196" fmla="*/ 772573 h 5143785"/>
              <a:gd name="connsiteX8197" fmla="*/ 990314 w 3114960"/>
              <a:gd name="connsiteY8197" fmla="*/ 785336 h 5143785"/>
              <a:gd name="connsiteX8198" fmla="*/ 946023 w 3114960"/>
              <a:gd name="connsiteY8198" fmla="*/ 785336 h 5143785"/>
              <a:gd name="connsiteX8199" fmla="*/ 946023 w 3114960"/>
              <a:gd name="connsiteY8199" fmla="*/ 772573 h 5143785"/>
              <a:gd name="connsiteX8200" fmla="*/ 959549 w 3114960"/>
              <a:gd name="connsiteY8200" fmla="*/ 772573 h 5143785"/>
              <a:gd name="connsiteX8201" fmla="*/ 961930 w 3114960"/>
              <a:gd name="connsiteY8201" fmla="*/ 770192 h 5143785"/>
              <a:gd name="connsiteX8202" fmla="*/ 961930 w 3114960"/>
              <a:gd name="connsiteY8202" fmla="*/ 740854 h 5143785"/>
              <a:gd name="connsiteX8203" fmla="*/ 959549 w 3114960"/>
              <a:gd name="connsiteY8203" fmla="*/ 738473 h 5143785"/>
              <a:gd name="connsiteX8204" fmla="*/ 930212 w 3114960"/>
              <a:gd name="connsiteY8204" fmla="*/ 738473 h 5143785"/>
              <a:gd name="connsiteX8205" fmla="*/ 927830 w 3114960"/>
              <a:gd name="connsiteY8205" fmla="*/ 740854 h 5143785"/>
              <a:gd name="connsiteX8206" fmla="*/ 927830 w 3114960"/>
              <a:gd name="connsiteY8206" fmla="*/ 770192 h 5143785"/>
              <a:gd name="connsiteX8207" fmla="*/ 930212 w 3114960"/>
              <a:gd name="connsiteY8207" fmla="*/ 772573 h 5143785"/>
              <a:gd name="connsiteX8208" fmla="*/ 943737 w 3114960"/>
              <a:gd name="connsiteY8208" fmla="*/ 772573 h 5143785"/>
              <a:gd name="connsiteX8209" fmla="*/ 943737 w 3114960"/>
              <a:gd name="connsiteY8209" fmla="*/ 785336 h 5143785"/>
              <a:gd name="connsiteX8210" fmla="*/ 936117 w 3114960"/>
              <a:gd name="connsiteY8210" fmla="*/ 785336 h 5143785"/>
              <a:gd name="connsiteX8211" fmla="*/ 906304 w 3114960"/>
              <a:gd name="connsiteY8211" fmla="*/ 755428 h 5143785"/>
              <a:gd name="connsiteX8212" fmla="*/ 936117 w 3114960"/>
              <a:gd name="connsiteY8212" fmla="*/ 725519 h 5143785"/>
              <a:gd name="connsiteX8213" fmla="*/ 1095280 w 3114960"/>
              <a:gd name="connsiteY8213" fmla="*/ 725519 h 5143785"/>
              <a:gd name="connsiteX8214" fmla="*/ 1125188 w 3114960"/>
              <a:gd name="connsiteY8214" fmla="*/ 755428 h 5143785"/>
              <a:gd name="connsiteX8215" fmla="*/ 1095280 w 3114960"/>
              <a:gd name="connsiteY8215" fmla="*/ 785336 h 5143785"/>
              <a:gd name="connsiteX8216" fmla="*/ 1201103 w 3114960"/>
              <a:gd name="connsiteY8216" fmla="*/ 1303687 h 5143785"/>
              <a:gd name="connsiteX8217" fmla="*/ 1209008 w 3114960"/>
              <a:gd name="connsiteY8217" fmla="*/ 1316736 h 5143785"/>
              <a:gd name="connsiteX8218" fmla="*/ 1205389 w 3114960"/>
              <a:gd name="connsiteY8218" fmla="*/ 1331595 h 5143785"/>
              <a:gd name="connsiteX8219" fmla="*/ 1192340 w 3114960"/>
              <a:gd name="connsiteY8219" fmla="*/ 1339501 h 5143785"/>
              <a:gd name="connsiteX8220" fmla="*/ 1189292 w 3114960"/>
              <a:gd name="connsiteY8220" fmla="*/ 1339691 h 5143785"/>
              <a:gd name="connsiteX8221" fmla="*/ 1177576 w 3114960"/>
              <a:gd name="connsiteY8221" fmla="*/ 1335786 h 5143785"/>
              <a:gd name="connsiteX8222" fmla="*/ 1173290 w 3114960"/>
              <a:gd name="connsiteY8222" fmla="*/ 1307878 h 5143785"/>
              <a:gd name="connsiteX8223" fmla="*/ 1201198 w 3114960"/>
              <a:gd name="connsiteY8223" fmla="*/ 1303592 h 5143785"/>
              <a:gd name="connsiteX8224" fmla="*/ 1290257 w 3114960"/>
              <a:gd name="connsiteY8224" fmla="*/ 1039273 h 5143785"/>
              <a:gd name="connsiteX8225" fmla="*/ 1292162 w 3114960"/>
              <a:gd name="connsiteY8225" fmla="*/ 1040702 h 5143785"/>
              <a:gd name="connsiteX8226" fmla="*/ 1284637 w 3114960"/>
              <a:gd name="connsiteY8226" fmla="*/ 1040702 h 5143785"/>
              <a:gd name="connsiteX8227" fmla="*/ 1284637 w 3114960"/>
              <a:gd name="connsiteY8227" fmla="*/ 1033558 h 5143785"/>
              <a:gd name="connsiteX8228" fmla="*/ 1292162 w 3114960"/>
              <a:gd name="connsiteY8228" fmla="*/ 1033558 h 5143785"/>
              <a:gd name="connsiteX8229" fmla="*/ 1293876 w 3114960"/>
              <a:gd name="connsiteY8229" fmla="*/ 1034891 h 5143785"/>
              <a:gd name="connsiteX8230" fmla="*/ 1290352 w 3114960"/>
              <a:gd name="connsiteY8230" fmla="*/ 1037273 h 5143785"/>
              <a:gd name="connsiteX8231" fmla="*/ 1289876 w 3114960"/>
              <a:gd name="connsiteY8231" fmla="*/ 1038225 h 5143785"/>
              <a:gd name="connsiteX8232" fmla="*/ 1290352 w 3114960"/>
              <a:gd name="connsiteY8232" fmla="*/ 1039177 h 5143785"/>
              <a:gd name="connsiteX8233" fmla="*/ 1290638 w 3114960"/>
              <a:gd name="connsiteY8233" fmla="*/ 1077087 h 5143785"/>
              <a:gd name="connsiteX8234" fmla="*/ 1292543 w 3114960"/>
              <a:gd name="connsiteY8234" fmla="*/ 1078516 h 5143785"/>
              <a:gd name="connsiteX8235" fmla="*/ 1284637 w 3114960"/>
              <a:gd name="connsiteY8235" fmla="*/ 1078516 h 5143785"/>
              <a:gd name="connsiteX8236" fmla="*/ 1284637 w 3114960"/>
              <a:gd name="connsiteY8236" fmla="*/ 1071372 h 5143785"/>
              <a:gd name="connsiteX8237" fmla="*/ 1292543 w 3114960"/>
              <a:gd name="connsiteY8237" fmla="*/ 1071372 h 5143785"/>
              <a:gd name="connsiteX8238" fmla="*/ 1294257 w 3114960"/>
              <a:gd name="connsiteY8238" fmla="*/ 1072706 h 5143785"/>
              <a:gd name="connsiteX8239" fmla="*/ 1290733 w 3114960"/>
              <a:gd name="connsiteY8239" fmla="*/ 1075087 h 5143785"/>
              <a:gd name="connsiteX8240" fmla="*/ 1290257 w 3114960"/>
              <a:gd name="connsiteY8240" fmla="*/ 1076039 h 5143785"/>
              <a:gd name="connsiteX8241" fmla="*/ 1290733 w 3114960"/>
              <a:gd name="connsiteY8241" fmla="*/ 1076992 h 5143785"/>
              <a:gd name="connsiteX8242" fmla="*/ 1290638 w 3114960"/>
              <a:gd name="connsiteY8242" fmla="*/ 1114806 h 5143785"/>
              <a:gd name="connsiteX8243" fmla="*/ 1292543 w 3114960"/>
              <a:gd name="connsiteY8243" fmla="*/ 1116235 h 5143785"/>
              <a:gd name="connsiteX8244" fmla="*/ 1284637 w 3114960"/>
              <a:gd name="connsiteY8244" fmla="*/ 1116235 h 5143785"/>
              <a:gd name="connsiteX8245" fmla="*/ 1284637 w 3114960"/>
              <a:gd name="connsiteY8245" fmla="*/ 1109091 h 5143785"/>
              <a:gd name="connsiteX8246" fmla="*/ 1292543 w 3114960"/>
              <a:gd name="connsiteY8246" fmla="*/ 1109091 h 5143785"/>
              <a:gd name="connsiteX8247" fmla="*/ 1294257 w 3114960"/>
              <a:gd name="connsiteY8247" fmla="*/ 1110425 h 5143785"/>
              <a:gd name="connsiteX8248" fmla="*/ 1290733 w 3114960"/>
              <a:gd name="connsiteY8248" fmla="*/ 1112806 h 5143785"/>
              <a:gd name="connsiteX8249" fmla="*/ 1290257 w 3114960"/>
              <a:gd name="connsiteY8249" fmla="*/ 1113758 h 5143785"/>
              <a:gd name="connsiteX8250" fmla="*/ 1290733 w 3114960"/>
              <a:gd name="connsiteY8250" fmla="*/ 1114711 h 5143785"/>
              <a:gd name="connsiteX8251" fmla="*/ 1284542 w 3114960"/>
              <a:gd name="connsiteY8251" fmla="*/ 1153954 h 5143785"/>
              <a:gd name="connsiteX8252" fmla="*/ 1284542 w 3114960"/>
              <a:gd name="connsiteY8252" fmla="*/ 1146810 h 5143785"/>
              <a:gd name="connsiteX8253" fmla="*/ 1292447 w 3114960"/>
              <a:gd name="connsiteY8253" fmla="*/ 1146810 h 5143785"/>
              <a:gd name="connsiteX8254" fmla="*/ 1294162 w 3114960"/>
              <a:gd name="connsiteY8254" fmla="*/ 1148144 h 5143785"/>
              <a:gd name="connsiteX8255" fmla="*/ 1290638 w 3114960"/>
              <a:gd name="connsiteY8255" fmla="*/ 1150525 h 5143785"/>
              <a:gd name="connsiteX8256" fmla="*/ 1290161 w 3114960"/>
              <a:gd name="connsiteY8256" fmla="*/ 1151477 h 5143785"/>
              <a:gd name="connsiteX8257" fmla="*/ 1290638 w 3114960"/>
              <a:gd name="connsiteY8257" fmla="*/ 1152430 h 5143785"/>
              <a:gd name="connsiteX8258" fmla="*/ 1292543 w 3114960"/>
              <a:gd name="connsiteY8258" fmla="*/ 1153859 h 5143785"/>
              <a:gd name="connsiteX8259" fmla="*/ 1284637 w 3114960"/>
              <a:gd name="connsiteY8259" fmla="*/ 1153859 h 5143785"/>
              <a:gd name="connsiteX8260" fmla="*/ 1296924 w 3114960"/>
              <a:gd name="connsiteY8260" fmla="*/ 1147286 h 5143785"/>
              <a:gd name="connsiteX8261" fmla="*/ 1296353 w 3114960"/>
              <a:gd name="connsiteY8261" fmla="*/ 1146810 h 5143785"/>
              <a:gd name="connsiteX8262" fmla="*/ 1302830 w 3114960"/>
              <a:gd name="connsiteY8262" fmla="*/ 1146810 h 5143785"/>
              <a:gd name="connsiteX8263" fmla="*/ 1302830 w 3114960"/>
              <a:gd name="connsiteY8263" fmla="*/ 1153954 h 5143785"/>
              <a:gd name="connsiteX8264" fmla="*/ 1296353 w 3114960"/>
              <a:gd name="connsiteY8264" fmla="*/ 1153954 h 5143785"/>
              <a:gd name="connsiteX8265" fmla="*/ 1293400 w 3114960"/>
              <a:gd name="connsiteY8265" fmla="*/ 1151573 h 5143785"/>
              <a:gd name="connsiteX8266" fmla="*/ 1296924 w 3114960"/>
              <a:gd name="connsiteY8266" fmla="*/ 1149191 h 5143785"/>
              <a:gd name="connsiteX8267" fmla="*/ 1297400 w 3114960"/>
              <a:gd name="connsiteY8267" fmla="*/ 1148239 h 5143785"/>
              <a:gd name="connsiteX8268" fmla="*/ 1296924 w 3114960"/>
              <a:gd name="connsiteY8268" fmla="*/ 1147286 h 5143785"/>
              <a:gd name="connsiteX8269" fmla="*/ 1296924 w 3114960"/>
              <a:gd name="connsiteY8269" fmla="*/ 1109567 h 5143785"/>
              <a:gd name="connsiteX8270" fmla="*/ 1296353 w 3114960"/>
              <a:gd name="connsiteY8270" fmla="*/ 1109091 h 5143785"/>
              <a:gd name="connsiteX8271" fmla="*/ 1302830 w 3114960"/>
              <a:gd name="connsiteY8271" fmla="*/ 1109091 h 5143785"/>
              <a:gd name="connsiteX8272" fmla="*/ 1302830 w 3114960"/>
              <a:gd name="connsiteY8272" fmla="*/ 1116235 h 5143785"/>
              <a:gd name="connsiteX8273" fmla="*/ 1296448 w 3114960"/>
              <a:gd name="connsiteY8273" fmla="*/ 1116235 h 5143785"/>
              <a:gd name="connsiteX8274" fmla="*/ 1293400 w 3114960"/>
              <a:gd name="connsiteY8274" fmla="*/ 1113854 h 5143785"/>
              <a:gd name="connsiteX8275" fmla="*/ 1296924 w 3114960"/>
              <a:gd name="connsiteY8275" fmla="*/ 1111472 h 5143785"/>
              <a:gd name="connsiteX8276" fmla="*/ 1297400 w 3114960"/>
              <a:gd name="connsiteY8276" fmla="*/ 1110520 h 5143785"/>
              <a:gd name="connsiteX8277" fmla="*/ 1296924 w 3114960"/>
              <a:gd name="connsiteY8277" fmla="*/ 1109567 h 5143785"/>
              <a:gd name="connsiteX8278" fmla="*/ 1297019 w 3114960"/>
              <a:gd name="connsiteY8278" fmla="*/ 1071848 h 5143785"/>
              <a:gd name="connsiteX8279" fmla="*/ 1296448 w 3114960"/>
              <a:gd name="connsiteY8279" fmla="*/ 1071372 h 5143785"/>
              <a:gd name="connsiteX8280" fmla="*/ 1302925 w 3114960"/>
              <a:gd name="connsiteY8280" fmla="*/ 1071372 h 5143785"/>
              <a:gd name="connsiteX8281" fmla="*/ 1302925 w 3114960"/>
              <a:gd name="connsiteY8281" fmla="*/ 1078516 h 5143785"/>
              <a:gd name="connsiteX8282" fmla="*/ 1296448 w 3114960"/>
              <a:gd name="connsiteY8282" fmla="*/ 1078516 h 5143785"/>
              <a:gd name="connsiteX8283" fmla="*/ 1293495 w 3114960"/>
              <a:gd name="connsiteY8283" fmla="*/ 1076135 h 5143785"/>
              <a:gd name="connsiteX8284" fmla="*/ 1297019 w 3114960"/>
              <a:gd name="connsiteY8284" fmla="*/ 1073753 h 5143785"/>
              <a:gd name="connsiteX8285" fmla="*/ 1297496 w 3114960"/>
              <a:gd name="connsiteY8285" fmla="*/ 1072801 h 5143785"/>
              <a:gd name="connsiteX8286" fmla="*/ 1297019 w 3114960"/>
              <a:gd name="connsiteY8286" fmla="*/ 1071848 h 5143785"/>
              <a:gd name="connsiteX8287" fmla="*/ 1293019 w 3114960"/>
              <a:gd name="connsiteY8287" fmla="*/ 1038416 h 5143785"/>
              <a:gd name="connsiteX8288" fmla="*/ 1296543 w 3114960"/>
              <a:gd name="connsiteY8288" fmla="*/ 1036034 h 5143785"/>
              <a:gd name="connsiteX8289" fmla="*/ 1297019 w 3114960"/>
              <a:gd name="connsiteY8289" fmla="*/ 1035082 h 5143785"/>
              <a:gd name="connsiteX8290" fmla="*/ 1296543 w 3114960"/>
              <a:gd name="connsiteY8290" fmla="*/ 1034129 h 5143785"/>
              <a:gd name="connsiteX8291" fmla="*/ 1295972 w 3114960"/>
              <a:gd name="connsiteY8291" fmla="*/ 1033653 h 5143785"/>
              <a:gd name="connsiteX8292" fmla="*/ 1302830 w 3114960"/>
              <a:gd name="connsiteY8292" fmla="*/ 1033653 h 5143785"/>
              <a:gd name="connsiteX8293" fmla="*/ 1302830 w 3114960"/>
              <a:gd name="connsiteY8293" fmla="*/ 1040797 h 5143785"/>
              <a:gd name="connsiteX8294" fmla="*/ 1295972 w 3114960"/>
              <a:gd name="connsiteY8294" fmla="*/ 1040797 h 5143785"/>
              <a:gd name="connsiteX8295" fmla="*/ 1293019 w 3114960"/>
              <a:gd name="connsiteY8295" fmla="*/ 1038416 h 5143785"/>
              <a:gd name="connsiteX8296" fmla="*/ 335661 w 3114960"/>
              <a:gd name="connsiteY8296" fmla="*/ 2046542 h 5143785"/>
              <a:gd name="connsiteX8297" fmla="*/ 342805 w 3114960"/>
              <a:gd name="connsiteY8297" fmla="*/ 2046542 h 5143785"/>
              <a:gd name="connsiteX8298" fmla="*/ 342805 w 3114960"/>
              <a:gd name="connsiteY8298" fmla="*/ 2055019 h 5143785"/>
              <a:gd name="connsiteX8299" fmla="*/ 335661 w 3114960"/>
              <a:gd name="connsiteY8299" fmla="*/ 2055019 h 5143785"/>
              <a:gd name="connsiteX8300" fmla="*/ 335661 w 3114960"/>
              <a:gd name="connsiteY8300" fmla="*/ 2046542 h 5143785"/>
              <a:gd name="connsiteX8301" fmla="*/ 335661 w 3114960"/>
              <a:gd name="connsiteY8301" fmla="*/ 2063401 h 5143785"/>
              <a:gd name="connsiteX8302" fmla="*/ 342805 w 3114960"/>
              <a:gd name="connsiteY8302" fmla="*/ 2063401 h 5143785"/>
              <a:gd name="connsiteX8303" fmla="*/ 342805 w 3114960"/>
              <a:gd name="connsiteY8303" fmla="*/ 2071878 h 5143785"/>
              <a:gd name="connsiteX8304" fmla="*/ 335661 w 3114960"/>
              <a:gd name="connsiteY8304" fmla="*/ 2071878 h 5143785"/>
              <a:gd name="connsiteX8305" fmla="*/ 335661 w 3114960"/>
              <a:gd name="connsiteY8305" fmla="*/ 2063401 h 5143785"/>
              <a:gd name="connsiteX8306" fmla="*/ 2293811 w 3114960"/>
              <a:gd name="connsiteY8306" fmla="*/ 4118991 h 5143785"/>
              <a:gd name="connsiteX8307" fmla="*/ 2298573 w 3114960"/>
              <a:gd name="connsiteY8307" fmla="*/ 4099751 h 5143785"/>
              <a:gd name="connsiteX8308" fmla="*/ 2288286 w 3114960"/>
              <a:gd name="connsiteY8308" fmla="*/ 4082796 h 5143785"/>
              <a:gd name="connsiteX8309" fmla="*/ 2273141 w 3114960"/>
              <a:gd name="connsiteY8309" fmla="*/ 4077748 h 5143785"/>
              <a:gd name="connsiteX8310" fmla="*/ 2275523 w 3114960"/>
              <a:gd name="connsiteY8310" fmla="*/ 4077748 h 5143785"/>
              <a:gd name="connsiteX8311" fmla="*/ 2276570 w 3114960"/>
              <a:gd name="connsiteY8311" fmla="*/ 3899535 h 5143785"/>
              <a:gd name="connsiteX8312" fmla="*/ 2196656 w 3114960"/>
              <a:gd name="connsiteY8312" fmla="*/ 3819144 h 5143785"/>
              <a:gd name="connsiteX8313" fmla="*/ 2195989 w 3114960"/>
              <a:gd name="connsiteY8313" fmla="*/ 3818477 h 5143785"/>
              <a:gd name="connsiteX8314" fmla="*/ 2042827 w 3114960"/>
              <a:gd name="connsiteY8314" fmla="*/ 3818668 h 5143785"/>
              <a:gd name="connsiteX8315" fmla="*/ 2003298 w 3114960"/>
              <a:gd name="connsiteY8315" fmla="*/ 3861816 h 5143785"/>
              <a:gd name="connsiteX8316" fmla="*/ 2003298 w 3114960"/>
              <a:gd name="connsiteY8316" fmla="*/ 3927253 h 5143785"/>
              <a:gd name="connsiteX8317" fmla="*/ 1991868 w 3114960"/>
              <a:gd name="connsiteY8317" fmla="*/ 3940874 h 5143785"/>
              <a:gd name="connsiteX8318" fmla="*/ 2005679 w 3114960"/>
              <a:gd name="connsiteY8318" fmla="*/ 3954685 h 5143785"/>
              <a:gd name="connsiteX8319" fmla="*/ 2019491 w 3114960"/>
              <a:gd name="connsiteY8319" fmla="*/ 3940874 h 5143785"/>
              <a:gd name="connsiteX8320" fmla="*/ 2008156 w 3114960"/>
              <a:gd name="connsiteY8320" fmla="*/ 3927253 h 5143785"/>
              <a:gd name="connsiteX8321" fmla="*/ 2008156 w 3114960"/>
              <a:gd name="connsiteY8321" fmla="*/ 3863626 h 5143785"/>
              <a:gd name="connsiteX8322" fmla="*/ 2044922 w 3114960"/>
              <a:gd name="connsiteY8322" fmla="*/ 3823430 h 5143785"/>
              <a:gd name="connsiteX8323" fmla="*/ 2193989 w 3114960"/>
              <a:gd name="connsiteY8323" fmla="*/ 3823240 h 5143785"/>
              <a:gd name="connsiteX8324" fmla="*/ 2271808 w 3114960"/>
              <a:gd name="connsiteY8324" fmla="*/ 3901535 h 5143785"/>
              <a:gd name="connsiteX8325" fmla="*/ 2270760 w 3114960"/>
              <a:gd name="connsiteY8325" fmla="*/ 4077748 h 5143785"/>
              <a:gd name="connsiteX8326" fmla="*/ 2273141 w 3114960"/>
              <a:gd name="connsiteY8326" fmla="*/ 4077748 h 5143785"/>
              <a:gd name="connsiteX8327" fmla="*/ 2269236 w 3114960"/>
              <a:gd name="connsiteY8327" fmla="*/ 4078034 h 5143785"/>
              <a:gd name="connsiteX8328" fmla="*/ 2252282 w 3114960"/>
              <a:gd name="connsiteY8328" fmla="*/ 4088321 h 5143785"/>
              <a:gd name="connsiteX8329" fmla="*/ 2247519 w 3114960"/>
              <a:gd name="connsiteY8329" fmla="*/ 4107561 h 5143785"/>
              <a:gd name="connsiteX8330" fmla="*/ 2257806 w 3114960"/>
              <a:gd name="connsiteY8330" fmla="*/ 4124516 h 5143785"/>
              <a:gd name="connsiteX8331" fmla="*/ 2293906 w 3114960"/>
              <a:gd name="connsiteY8331" fmla="*/ 4118991 h 5143785"/>
              <a:gd name="connsiteX8332" fmla="*/ 2255996 w 3114960"/>
              <a:gd name="connsiteY8332" fmla="*/ 4091273 h 5143785"/>
              <a:gd name="connsiteX8333" fmla="*/ 2269808 w 3114960"/>
              <a:gd name="connsiteY8333" fmla="*/ 4082892 h 5143785"/>
              <a:gd name="connsiteX8334" fmla="*/ 2285524 w 3114960"/>
              <a:gd name="connsiteY8334" fmla="*/ 4086701 h 5143785"/>
              <a:gd name="connsiteX8335" fmla="*/ 2293906 w 3114960"/>
              <a:gd name="connsiteY8335" fmla="*/ 4100513 h 5143785"/>
              <a:gd name="connsiteX8336" fmla="*/ 2290096 w 3114960"/>
              <a:gd name="connsiteY8336" fmla="*/ 4116134 h 5143785"/>
              <a:gd name="connsiteX8337" fmla="*/ 2290096 w 3114960"/>
              <a:gd name="connsiteY8337" fmla="*/ 4116134 h 5143785"/>
              <a:gd name="connsiteX8338" fmla="*/ 2276285 w 3114960"/>
              <a:gd name="connsiteY8338" fmla="*/ 4124516 h 5143785"/>
              <a:gd name="connsiteX8339" fmla="*/ 2273046 w 3114960"/>
              <a:gd name="connsiteY8339" fmla="*/ 4124801 h 5143785"/>
              <a:gd name="connsiteX8340" fmla="*/ 2260664 w 3114960"/>
              <a:gd name="connsiteY8340" fmla="*/ 4120705 h 5143785"/>
              <a:gd name="connsiteX8341" fmla="*/ 2256092 w 3114960"/>
              <a:gd name="connsiteY8341" fmla="*/ 4091178 h 5143785"/>
              <a:gd name="connsiteX8342" fmla="*/ 386239 w 3114960"/>
              <a:gd name="connsiteY8342" fmla="*/ 2158556 h 5143785"/>
              <a:gd name="connsiteX8343" fmla="*/ 389573 w 3114960"/>
              <a:gd name="connsiteY8343" fmla="*/ 2161985 h 5143785"/>
              <a:gd name="connsiteX8344" fmla="*/ 382334 w 3114960"/>
              <a:gd name="connsiteY8344" fmla="*/ 2169033 h 5143785"/>
              <a:gd name="connsiteX8345" fmla="*/ 379000 w 3114960"/>
              <a:gd name="connsiteY8345" fmla="*/ 2165604 h 5143785"/>
              <a:gd name="connsiteX8346" fmla="*/ 386239 w 3114960"/>
              <a:gd name="connsiteY8346" fmla="*/ 2158556 h 5143785"/>
              <a:gd name="connsiteX8347" fmla="*/ 2260473 w 3114960"/>
              <a:gd name="connsiteY8347" fmla="*/ 4297776 h 5143785"/>
              <a:gd name="connsiteX8348" fmla="*/ 2271713 w 3114960"/>
              <a:gd name="connsiteY8348" fmla="*/ 4286536 h 5143785"/>
              <a:gd name="connsiteX8349" fmla="*/ 2260473 w 3114960"/>
              <a:gd name="connsiteY8349" fmla="*/ 4275296 h 5143785"/>
              <a:gd name="connsiteX8350" fmla="*/ 2249234 w 3114960"/>
              <a:gd name="connsiteY8350" fmla="*/ 4286536 h 5143785"/>
              <a:gd name="connsiteX8351" fmla="*/ 2260473 w 3114960"/>
              <a:gd name="connsiteY8351" fmla="*/ 4297776 h 5143785"/>
              <a:gd name="connsiteX8352" fmla="*/ 2260473 w 3114960"/>
              <a:gd name="connsiteY8352" fmla="*/ 4280059 h 5143785"/>
              <a:gd name="connsiteX8353" fmla="*/ 2266950 w 3114960"/>
              <a:gd name="connsiteY8353" fmla="*/ 4286536 h 5143785"/>
              <a:gd name="connsiteX8354" fmla="*/ 2260473 w 3114960"/>
              <a:gd name="connsiteY8354" fmla="*/ 4293013 h 5143785"/>
              <a:gd name="connsiteX8355" fmla="*/ 2253996 w 3114960"/>
              <a:gd name="connsiteY8355" fmla="*/ 4286536 h 5143785"/>
              <a:gd name="connsiteX8356" fmla="*/ 2260473 w 3114960"/>
              <a:gd name="connsiteY8356" fmla="*/ 4280059 h 5143785"/>
              <a:gd name="connsiteX8357" fmla="*/ 1316641 w 3114960"/>
              <a:gd name="connsiteY8357" fmla="*/ 1305306 h 5143785"/>
              <a:gd name="connsiteX8358" fmla="*/ 1312164 w 3114960"/>
              <a:gd name="connsiteY8358" fmla="*/ 1323499 h 5143785"/>
              <a:gd name="connsiteX8359" fmla="*/ 1321880 w 3114960"/>
              <a:gd name="connsiteY8359" fmla="*/ 1339501 h 5143785"/>
              <a:gd name="connsiteX8360" fmla="*/ 1340072 w 3114960"/>
              <a:gd name="connsiteY8360" fmla="*/ 1343978 h 5143785"/>
              <a:gd name="connsiteX8361" fmla="*/ 1356074 w 3114960"/>
              <a:gd name="connsiteY8361" fmla="*/ 1334262 h 5143785"/>
              <a:gd name="connsiteX8362" fmla="*/ 1350836 w 3114960"/>
              <a:gd name="connsiteY8362" fmla="*/ 1300067 h 5143785"/>
              <a:gd name="connsiteX8363" fmla="*/ 1338644 w 3114960"/>
              <a:gd name="connsiteY8363" fmla="*/ 1295495 h 5143785"/>
              <a:gd name="connsiteX8364" fmla="*/ 1338644 w 3114960"/>
              <a:gd name="connsiteY8364" fmla="*/ 1262825 h 5143785"/>
              <a:gd name="connsiteX8365" fmla="*/ 1409033 w 3114960"/>
              <a:gd name="connsiteY8365" fmla="*/ 1201007 h 5143785"/>
              <a:gd name="connsiteX8366" fmla="*/ 1473708 w 3114960"/>
              <a:gd name="connsiteY8366" fmla="*/ 1201007 h 5143785"/>
              <a:gd name="connsiteX8367" fmla="*/ 1473708 w 3114960"/>
              <a:gd name="connsiteY8367" fmla="*/ 1203103 h 5143785"/>
              <a:gd name="connsiteX8368" fmla="*/ 1477518 w 3114960"/>
              <a:gd name="connsiteY8368" fmla="*/ 1206913 h 5143785"/>
              <a:gd name="connsiteX8369" fmla="*/ 1497616 w 3114960"/>
              <a:gd name="connsiteY8369" fmla="*/ 1206913 h 5143785"/>
              <a:gd name="connsiteX8370" fmla="*/ 1501426 w 3114960"/>
              <a:gd name="connsiteY8370" fmla="*/ 1203103 h 5143785"/>
              <a:gd name="connsiteX8371" fmla="*/ 1501426 w 3114960"/>
              <a:gd name="connsiteY8371" fmla="*/ 1201007 h 5143785"/>
              <a:gd name="connsiteX8372" fmla="*/ 1601153 w 3114960"/>
              <a:gd name="connsiteY8372" fmla="*/ 1201007 h 5143785"/>
              <a:gd name="connsiteX8373" fmla="*/ 1670399 w 3114960"/>
              <a:gd name="connsiteY8373" fmla="*/ 1267016 h 5143785"/>
              <a:gd name="connsiteX8374" fmla="*/ 1719263 w 3114960"/>
              <a:gd name="connsiteY8374" fmla="*/ 1267301 h 5143785"/>
              <a:gd name="connsiteX8375" fmla="*/ 1719834 w 3114960"/>
              <a:gd name="connsiteY8375" fmla="*/ 1269587 h 5143785"/>
              <a:gd name="connsiteX8376" fmla="*/ 1727168 w 3114960"/>
              <a:gd name="connsiteY8376" fmla="*/ 1277969 h 5143785"/>
              <a:gd name="connsiteX8377" fmla="*/ 1733550 w 3114960"/>
              <a:gd name="connsiteY8377" fmla="*/ 1279493 h 5143785"/>
              <a:gd name="connsiteX8378" fmla="*/ 1746599 w 3114960"/>
              <a:gd name="connsiteY8378" fmla="*/ 1271397 h 5143785"/>
              <a:gd name="connsiteX8379" fmla="*/ 1740027 w 3114960"/>
              <a:gd name="connsiteY8379" fmla="*/ 1251871 h 5143785"/>
              <a:gd name="connsiteX8380" fmla="*/ 1720501 w 3114960"/>
              <a:gd name="connsiteY8380" fmla="*/ 1258443 h 5143785"/>
              <a:gd name="connsiteX8381" fmla="*/ 1719263 w 3114960"/>
              <a:gd name="connsiteY8381" fmla="*/ 1262539 h 5143785"/>
              <a:gd name="connsiteX8382" fmla="*/ 1672304 w 3114960"/>
              <a:gd name="connsiteY8382" fmla="*/ 1262253 h 5143785"/>
              <a:gd name="connsiteX8383" fmla="*/ 1603057 w 3114960"/>
              <a:gd name="connsiteY8383" fmla="*/ 1196245 h 5143785"/>
              <a:gd name="connsiteX8384" fmla="*/ 1501426 w 3114960"/>
              <a:gd name="connsiteY8384" fmla="*/ 1196245 h 5143785"/>
              <a:gd name="connsiteX8385" fmla="*/ 1501426 w 3114960"/>
              <a:gd name="connsiteY8385" fmla="*/ 1194149 h 5143785"/>
              <a:gd name="connsiteX8386" fmla="*/ 1497616 w 3114960"/>
              <a:gd name="connsiteY8386" fmla="*/ 1190339 h 5143785"/>
              <a:gd name="connsiteX8387" fmla="*/ 1477518 w 3114960"/>
              <a:gd name="connsiteY8387" fmla="*/ 1190339 h 5143785"/>
              <a:gd name="connsiteX8388" fmla="*/ 1473708 w 3114960"/>
              <a:gd name="connsiteY8388" fmla="*/ 1194149 h 5143785"/>
              <a:gd name="connsiteX8389" fmla="*/ 1473708 w 3114960"/>
              <a:gd name="connsiteY8389" fmla="*/ 1196245 h 5143785"/>
              <a:gd name="connsiteX8390" fmla="*/ 1407224 w 3114960"/>
              <a:gd name="connsiteY8390" fmla="*/ 1196245 h 5143785"/>
              <a:gd name="connsiteX8391" fmla="*/ 1334167 w 3114960"/>
              <a:gd name="connsiteY8391" fmla="*/ 1260539 h 5143785"/>
              <a:gd name="connsiteX8392" fmla="*/ 1334167 w 3114960"/>
              <a:gd name="connsiteY8392" fmla="*/ 1260539 h 5143785"/>
              <a:gd name="connsiteX8393" fmla="*/ 1334072 w 3114960"/>
              <a:gd name="connsiteY8393" fmla="*/ 1295591 h 5143785"/>
              <a:gd name="connsiteX8394" fmla="*/ 1316641 w 3114960"/>
              <a:gd name="connsiteY8394" fmla="*/ 1305306 h 5143785"/>
              <a:gd name="connsiteX8395" fmla="*/ 1724692 w 3114960"/>
              <a:gd name="connsiteY8395" fmla="*/ 1260539 h 5143785"/>
              <a:gd name="connsiteX8396" fmla="*/ 1733455 w 3114960"/>
              <a:gd name="connsiteY8396" fmla="*/ 1255109 h 5143785"/>
              <a:gd name="connsiteX8397" fmla="*/ 1737741 w 3114960"/>
              <a:gd name="connsiteY8397" fmla="*/ 1256157 h 5143785"/>
              <a:gd name="connsiteX8398" fmla="*/ 1742123 w 3114960"/>
              <a:gd name="connsiteY8398" fmla="*/ 1269302 h 5143785"/>
              <a:gd name="connsiteX8399" fmla="*/ 1728978 w 3114960"/>
              <a:gd name="connsiteY8399" fmla="*/ 1273683 h 5143785"/>
              <a:gd name="connsiteX8400" fmla="*/ 1724025 w 3114960"/>
              <a:gd name="connsiteY8400" fmla="*/ 1268063 h 5143785"/>
              <a:gd name="connsiteX8401" fmla="*/ 1724501 w 3114960"/>
              <a:gd name="connsiteY8401" fmla="*/ 1260634 h 5143785"/>
              <a:gd name="connsiteX8402" fmla="*/ 1496568 w 3114960"/>
              <a:gd name="connsiteY8402" fmla="*/ 1195102 h 5143785"/>
              <a:gd name="connsiteX8403" fmla="*/ 1496568 w 3114960"/>
              <a:gd name="connsiteY8403" fmla="*/ 1202246 h 5143785"/>
              <a:gd name="connsiteX8404" fmla="*/ 1490091 w 3114960"/>
              <a:gd name="connsiteY8404" fmla="*/ 1202246 h 5143785"/>
              <a:gd name="connsiteX8405" fmla="*/ 1487138 w 3114960"/>
              <a:gd name="connsiteY8405" fmla="*/ 1199960 h 5143785"/>
              <a:gd name="connsiteX8406" fmla="*/ 1490663 w 3114960"/>
              <a:gd name="connsiteY8406" fmla="*/ 1197578 h 5143785"/>
              <a:gd name="connsiteX8407" fmla="*/ 1491139 w 3114960"/>
              <a:gd name="connsiteY8407" fmla="*/ 1196626 h 5143785"/>
              <a:gd name="connsiteX8408" fmla="*/ 1490663 w 3114960"/>
              <a:gd name="connsiteY8408" fmla="*/ 1195673 h 5143785"/>
              <a:gd name="connsiteX8409" fmla="*/ 1489996 w 3114960"/>
              <a:gd name="connsiteY8409" fmla="*/ 1195197 h 5143785"/>
              <a:gd name="connsiteX8410" fmla="*/ 1496473 w 3114960"/>
              <a:gd name="connsiteY8410" fmla="*/ 1195197 h 5143785"/>
              <a:gd name="connsiteX8411" fmla="*/ 1478375 w 3114960"/>
              <a:gd name="connsiteY8411" fmla="*/ 1195102 h 5143785"/>
              <a:gd name="connsiteX8412" fmla="*/ 1486281 w 3114960"/>
              <a:gd name="connsiteY8412" fmla="*/ 1195102 h 5143785"/>
              <a:gd name="connsiteX8413" fmla="*/ 1487996 w 3114960"/>
              <a:gd name="connsiteY8413" fmla="*/ 1196435 h 5143785"/>
              <a:gd name="connsiteX8414" fmla="*/ 1484471 w 3114960"/>
              <a:gd name="connsiteY8414" fmla="*/ 1198817 h 5143785"/>
              <a:gd name="connsiteX8415" fmla="*/ 1483995 w 3114960"/>
              <a:gd name="connsiteY8415" fmla="*/ 1199769 h 5143785"/>
              <a:gd name="connsiteX8416" fmla="*/ 1484471 w 3114960"/>
              <a:gd name="connsiteY8416" fmla="*/ 1200722 h 5143785"/>
              <a:gd name="connsiteX8417" fmla="*/ 1486376 w 3114960"/>
              <a:gd name="connsiteY8417" fmla="*/ 1202150 h 5143785"/>
              <a:gd name="connsiteX8418" fmla="*/ 1478471 w 3114960"/>
              <a:gd name="connsiteY8418" fmla="*/ 1202150 h 5143785"/>
              <a:gd name="connsiteX8419" fmla="*/ 1478471 w 3114960"/>
              <a:gd name="connsiteY8419" fmla="*/ 1195007 h 5143785"/>
              <a:gd name="connsiteX8420" fmla="*/ 1348073 w 3114960"/>
              <a:gd name="connsiteY8420" fmla="*/ 1303687 h 5143785"/>
              <a:gd name="connsiteX8421" fmla="*/ 1352360 w 3114960"/>
              <a:gd name="connsiteY8421" fmla="*/ 1331500 h 5143785"/>
              <a:gd name="connsiteX8422" fmla="*/ 1339310 w 3114960"/>
              <a:gd name="connsiteY8422" fmla="*/ 1339406 h 5143785"/>
              <a:gd name="connsiteX8423" fmla="*/ 1336262 w 3114960"/>
              <a:gd name="connsiteY8423" fmla="*/ 1339596 h 5143785"/>
              <a:gd name="connsiteX8424" fmla="*/ 1324547 w 3114960"/>
              <a:gd name="connsiteY8424" fmla="*/ 1335691 h 5143785"/>
              <a:gd name="connsiteX8425" fmla="*/ 1316641 w 3114960"/>
              <a:gd name="connsiteY8425" fmla="*/ 1322642 h 5143785"/>
              <a:gd name="connsiteX8426" fmla="*/ 1320260 w 3114960"/>
              <a:gd name="connsiteY8426" fmla="*/ 1307782 h 5143785"/>
              <a:gd name="connsiteX8427" fmla="*/ 1348073 w 3114960"/>
              <a:gd name="connsiteY8427" fmla="*/ 1303496 h 5143785"/>
              <a:gd name="connsiteX8428" fmla="*/ 335280 w 3114960"/>
              <a:gd name="connsiteY8428" fmla="*/ 2208181 h 5143785"/>
              <a:gd name="connsiteX8429" fmla="*/ 342519 w 3114960"/>
              <a:gd name="connsiteY8429" fmla="*/ 2201132 h 5143785"/>
              <a:gd name="connsiteX8430" fmla="*/ 345853 w 3114960"/>
              <a:gd name="connsiteY8430" fmla="*/ 2204561 h 5143785"/>
              <a:gd name="connsiteX8431" fmla="*/ 338614 w 3114960"/>
              <a:gd name="connsiteY8431" fmla="*/ 2211610 h 5143785"/>
              <a:gd name="connsiteX8432" fmla="*/ 335280 w 3114960"/>
              <a:gd name="connsiteY8432" fmla="*/ 2208181 h 5143785"/>
              <a:gd name="connsiteX8433" fmla="*/ 1339977 w 3114960"/>
              <a:gd name="connsiteY8433" fmla="*/ 3890010 h 5143785"/>
              <a:gd name="connsiteX8434" fmla="*/ 1332833 w 3114960"/>
              <a:gd name="connsiteY8434" fmla="*/ 3890010 h 5143785"/>
              <a:gd name="connsiteX8435" fmla="*/ 1332833 w 3114960"/>
              <a:gd name="connsiteY8435" fmla="*/ 3882962 h 5143785"/>
              <a:gd name="connsiteX8436" fmla="*/ 1339977 w 3114960"/>
              <a:gd name="connsiteY8436" fmla="*/ 3882962 h 5143785"/>
              <a:gd name="connsiteX8437" fmla="*/ 1339977 w 3114960"/>
              <a:gd name="connsiteY8437" fmla="*/ 3890010 h 5143785"/>
              <a:gd name="connsiteX8438" fmla="*/ 1324356 w 3114960"/>
              <a:gd name="connsiteY8438" fmla="*/ 1319784 h 5143785"/>
              <a:gd name="connsiteX8439" fmla="*/ 1336262 w 3114960"/>
              <a:gd name="connsiteY8439" fmla="*/ 1307878 h 5143785"/>
              <a:gd name="connsiteX8440" fmla="*/ 1348169 w 3114960"/>
              <a:gd name="connsiteY8440" fmla="*/ 1319784 h 5143785"/>
              <a:gd name="connsiteX8441" fmla="*/ 1336262 w 3114960"/>
              <a:gd name="connsiteY8441" fmla="*/ 1331690 h 5143785"/>
              <a:gd name="connsiteX8442" fmla="*/ 1324356 w 3114960"/>
              <a:gd name="connsiteY8442" fmla="*/ 1319784 h 5143785"/>
              <a:gd name="connsiteX8443" fmla="*/ 320707 w 3114960"/>
              <a:gd name="connsiteY8443" fmla="*/ 2222278 h 5143785"/>
              <a:gd name="connsiteX8444" fmla="*/ 327946 w 3114960"/>
              <a:gd name="connsiteY8444" fmla="*/ 2215229 h 5143785"/>
              <a:gd name="connsiteX8445" fmla="*/ 331280 w 3114960"/>
              <a:gd name="connsiteY8445" fmla="*/ 2218658 h 5143785"/>
              <a:gd name="connsiteX8446" fmla="*/ 324040 w 3114960"/>
              <a:gd name="connsiteY8446" fmla="*/ 2225707 h 5143785"/>
              <a:gd name="connsiteX8447" fmla="*/ 320707 w 3114960"/>
              <a:gd name="connsiteY8447" fmla="*/ 2222278 h 5143785"/>
              <a:gd name="connsiteX8448" fmla="*/ 1836230 w 3114960"/>
              <a:gd name="connsiteY8448" fmla="*/ 2520696 h 5143785"/>
              <a:gd name="connsiteX8449" fmla="*/ 1882331 w 3114960"/>
              <a:gd name="connsiteY8449" fmla="*/ 2466594 h 5143785"/>
              <a:gd name="connsiteX8450" fmla="*/ 1882331 w 3114960"/>
              <a:gd name="connsiteY8450" fmla="*/ 2426113 h 5143785"/>
              <a:gd name="connsiteX8451" fmla="*/ 1891856 w 3114960"/>
              <a:gd name="connsiteY8451" fmla="*/ 2414683 h 5143785"/>
              <a:gd name="connsiteX8452" fmla="*/ 1879949 w 3114960"/>
              <a:gd name="connsiteY8452" fmla="*/ 2402777 h 5143785"/>
              <a:gd name="connsiteX8453" fmla="*/ 1871948 w 3114960"/>
              <a:gd name="connsiteY8453" fmla="*/ 2406015 h 5143785"/>
              <a:gd name="connsiteX8454" fmla="*/ 1872806 w 3114960"/>
              <a:gd name="connsiteY8454" fmla="*/ 2405158 h 5143785"/>
              <a:gd name="connsiteX8455" fmla="*/ 1869853 w 3114960"/>
              <a:gd name="connsiteY8455" fmla="*/ 2402300 h 5143785"/>
              <a:gd name="connsiteX8456" fmla="*/ 1866519 w 3114960"/>
              <a:gd name="connsiteY8456" fmla="*/ 2405634 h 5143785"/>
              <a:gd name="connsiteX8457" fmla="*/ 1869472 w 3114960"/>
              <a:gd name="connsiteY8457" fmla="*/ 2408492 h 5143785"/>
              <a:gd name="connsiteX8458" fmla="*/ 1871282 w 3114960"/>
              <a:gd name="connsiteY8458" fmla="*/ 2406682 h 5143785"/>
              <a:gd name="connsiteX8459" fmla="*/ 1868043 w 3114960"/>
              <a:gd name="connsiteY8459" fmla="*/ 2414683 h 5143785"/>
              <a:gd name="connsiteX8460" fmla="*/ 1877568 w 3114960"/>
              <a:gd name="connsiteY8460" fmla="*/ 2426113 h 5143785"/>
              <a:gd name="connsiteX8461" fmla="*/ 1877568 w 3114960"/>
              <a:gd name="connsiteY8461" fmla="*/ 2464880 h 5143785"/>
              <a:gd name="connsiteX8462" fmla="*/ 1834039 w 3114960"/>
              <a:gd name="connsiteY8462" fmla="*/ 2515934 h 5143785"/>
              <a:gd name="connsiteX8463" fmla="*/ 1803845 w 3114960"/>
              <a:gd name="connsiteY8463" fmla="*/ 2515934 h 5143785"/>
              <a:gd name="connsiteX8464" fmla="*/ 1803845 w 3114960"/>
              <a:gd name="connsiteY8464" fmla="*/ 2495455 h 5143785"/>
              <a:gd name="connsiteX8465" fmla="*/ 1769078 w 3114960"/>
              <a:gd name="connsiteY8465" fmla="*/ 2494979 h 5143785"/>
              <a:gd name="connsiteX8466" fmla="*/ 1757648 w 3114960"/>
              <a:gd name="connsiteY8466" fmla="*/ 2485835 h 5143785"/>
              <a:gd name="connsiteX8467" fmla="*/ 1745742 w 3114960"/>
              <a:gd name="connsiteY8467" fmla="*/ 2497741 h 5143785"/>
              <a:gd name="connsiteX8468" fmla="*/ 1757648 w 3114960"/>
              <a:gd name="connsiteY8468" fmla="*/ 2509647 h 5143785"/>
              <a:gd name="connsiteX8469" fmla="*/ 1769174 w 3114960"/>
              <a:gd name="connsiteY8469" fmla="*/ 2499646 h 5143785"/>
              <a:gd name="connsiteX8470" fmla="*/ 1799082 w 3114960"/>
              <a:gd name="connsiteY8470" fmla="*/ 2500027 h 5143785"/>
              <a:gd name="connsiteX8471" fmla="*/ 1799082 w 3114960"/>
              <a:gd name="connsiteY8471" fmla="*/ 2520601 h 5143785"/>
              <a:gd name="connsiteX8472" fmla="*/ 1836230 w 3114960"/>
              <a:gd name="connsiteY8472" fmla="*/ 2520601 h 5143785"/>
              <a:gd name="connsiteX8473" fmla="*/ 1872710 w 3114960"/>
              <a:gd name="connsiteY8473" fmla="*/ 2414683 h 5143785"/>
              <a:gd name="connsiteX8474" fmla="*/ 1879854 w 3114960"/>
              <a:gd name="connsiteY8474" fmla="*/ 2407539 h 5143785"/>
              <a:gd name="connsiteX8475" fmla="*/ 1886998 w 3114960"/>
              <a:gd name="connsiteY8475" fmla="*/ 2414683 h 5143785"/>
              <a:gd name="connsiteX8476" fmla="*/ 1879854 w 3114960"/>
              <a:gd name="connsiteY8476" fmla="*/ 2421827 h 5143785"/>
              <a:gd name="connsiteX8477" fmla="*/ 1872710 w 3114960"/>
              <a:gd name="connsiteY8477" fmla="*/ 2414683 h 5143785"/>
              <a:gd name="connsiteX8478" fmla="*/ 1757648 w 3114960"/>
              <a:gd name="connsiteY8478" fmla="*/ 2504885 h 5143785"/>
              <a:gd name="connsiteX8479" fmla="*/ 1750505 w 3114960"/>
              <a:gd name="connsiteY8479" fmla="*/ 2497741 h 5143785"/>
              <a:gd name="connsiteX8480" fmla="*/ 1757648 w 3114960"/>
              <a:gd name="connsiteY8480" fmla="*/ 2490597 h 5143785"/>
              <a:gd name="connsiteX8481" fmla="*/ 1764792 w 3114960"/>
              <a:gd name="connsiteY8481" fmla="*/ 2497741 h 5143785"/>
              <a:gd name="connsiteX8482" fmla="*/ 1757648 w 3114960"/>
              <a:gd name="connsiteY8482" fmla="*/ 2504885 h 5143785"/>
              <a:gd name="connsiteX8483" fmla="*/ 1356265 w 3114960"/>
              <a:gd name="connsiteY8483" fmla="*/ 4100894 h 5143785"/>
              <a:gd name="connsiteX8484" fmla="*/ 1362456 w 3114960"/>
              <a:gd name="connsiteY8484" fmla="*/ 4094321 h 5143785"/>
              <a:gd name="connsiteX8485" fmla="*/ 1362170 w 3114960"/>
              <a:gd name="connsiteY8485" fmla="*/ 4085273 h 5143785"/>
              <a:gd name="connsiteX8486" fmla="*/ 1355598 w 3114960"/>
              <a:gd name="connsiteY8486" fmla="*/ 4079081 h 5143785"/>
              <a:gd name="connsiteX8487" fmla="*/ 1346549 w 3114960"/>
              <a:gd name="connsiteY8487" fmla="*/ 4079367 h 5143785"/>
              <a:gd name="connsiteX8488" fmla="*/ 1345692 w 3114960"/>
              <a:gd name="connsiteY8488" fmla="*/ 4080034 h 5143785"/>
              <a:gd name="connsiteX8489" fmla="*/ 1311402 w 3114960"/>
              <a:gd name="connsiteY8489" fmla="*/ 4042601 h 5143785"/>
              <a:gd name="connsiteX8490" fmla="*/ 1227201 w 3114960"/>
              <a:gd name="connsiteY8490" fmla="*/ 4042601 h 5143785"/>
              <a:gd name="connsiteX8491" fmla="*/ 1227201 w 3114960"/>
              <a:gd name="connsiteY8491" fmla="*/ 4040029 h 5143785"/>
              <a:gd name="connsiteX8492" fmla="*/ 1223296 w 3114960"/>
              <a:gd name="connsiteY8492" fmla="*/ 4036124 h 5143785"/>
              <a:gd name="connsiteX8493" fmla="*/ 1213390 w 3114960"/>
              <a:gd name="connsiteY8493" fmla="*/ 4036124 h 5143785"/>
              <a:gd name="connsiteX8494" fmla="*/ 1209485 w 3114960"/>
              <a:gd name="connsiteY8494" fmla="*/ 4040029 h 5143785"/>
              <a:gd name="connsiteX8495" fmla="*/ 1209485 w 3114960"/>
              <a:gd name="connsiteY8495" fmla="*/ 4049935 h 5143785"/>
              <a:gd name="connsiteX8496" fmla="*/ 1213390 w 3114960"/>
              <a:gd name="connsiteY8496" fmla="*/ 4053840 h 5143785"/>
              <a:gd name="connsiteX8497" fmla="*/ 1223296 w 3114960"/>
              <a:gd name="connsiteY8497" fmla="*/ 4053840 h 5143785"/>
              <a:gd name="connsiteX8498" fmla="*/ 1227201 w 3114960"/>
              <a:gd name="connsiteY8498" fmla="*/ 4049935 h 5143785"/>
              <a:gd name="connsiteX8499" fmla="*/ 1227201 w 3114960"/>
              <a:gd name="connsiteY8499" fmla="*/ 4047363 h 5143785"/>
              <a:gd name="connsiteX8500" fmla="*/ 1309307 w 3114960"/>
              <a:gd name="connsiteY8500" fmla="*/ 4047363 h 5143785"/>
              <a:gd name="connsiteX8501" fmla="*/ 1342168 w 3114960"/>
              <a:gd name="connsiteY8501" fmla="*/ 4083177 h 5143785"/>
              <a:gd name="connsiteX8502" fmla="*/ 1340739 w 3114960"/>
              <a:gd name="connsiteY8502" fmla="*/ 4094988 h 5143785"/>
              <a:gd name="connsiteX8503" fmla="*/ 1347311 w 3114960"/>
              <a:gd name="connsiteY8503" fmla="*/ 4101179 h 5143785"/>
              <a:gd name="connsiteX8504" fmla="*/ 1351502 w 3114960"/>
              <a:gd name="connsiteY8504" fmla="*/ 4101942 h 5143785"/>
              <a:gd name="connsiteX8505" fmla="*/ 1356360 w 3114960"/>
              <a:gd name="connsiteY8505" fmla="*/ 4100894 h 5143785"/>
              <a:gd name="connsiteX8506" fmla="*/ 1344930 w 3114960"/>
              <a:gd name="connsiteY8506" fmla="*/ 4092988 h 5143785"/>
              <a:gd name="connsiteX8507" fmla="*/ 1348454 w 3114960"/>
              <a:gd name="connsiteY8507" fmla="*/ 4083653 h 5143785"/>
              <a:gd name="connsiteX8508" fmla="*/ 1357789 w 3114960"/>
              <a:gd name="connsiteY8508" fmla="*/ 4087178 h 5143785"/>
              <a:gd name="connsiteX8509" fmla="*/ 1357979 w 3114960"/>
              <a:gd name="connsiteY8509" fmla="*/ 4092607 h 5143785"/>
              <a:gd name="connsiteX8510" fmla="*/ 1354265 w 3114960"/>
              <a:gd name="connsiteY8510" fmla="*/ 4096512 h 5143785"/>
              <a:gd name="connsiteX8511" fmla="*/ 1348835 w 3114960"/>
              <a:gd name="connsiteY8511" fmla="*/ 4096703 h 5143785"/>
              <a:gd name="connsiteX8512" fmla="*/ 1344930 w 3114960"/>
              <a:gd name="connsiteY8512" fmla="*/ 4092988 h 5143785"/>
              <a:gd name="connsiteX8513" fmla="*/ 364427 w 3114960"/>
              <a:gd name="connsiteY8513" fmla="*/ 2179796 h 5143785"/>
              <a:gd name="connsiteX8514" fmla="*/ 371665 w 3114960"/>
              <a:gd name="connsiteY8514" fmla="*/ 2172748 h 5143785"/>
              <a:gd name="connsiteX8515" fmla="*/ 374999 w 3114960"/>
              <a:gd name="connsiteY8515" fmla="*/ 2176177 h 5143785"/>
              <a:gd name="connsiteX8516" fmla="*/ 367760 w 3114960"/>
              <a:gd name="connsiteY8516" fmla="*/ 2183225 h 5143785"/>
              <a:gd name="connsiteX8517" fmla="*/ 364427 w 3114960"/>
              <a:gd name="connsiteY8517" fmla="*/ 2179796 h 5143785"/>
              <a:gd name="connsiteX8518" fmla="*/ 1706023 w 3114960"/>
              <a:gd name="connsiteY8518" fmla="*/ 2518124 h 5143785"/>
              <a:gd name="connsiteX8519" fmla="*/ 1719263 w 3114960"/>
              <a:gd name="connsiteY8519" fmla="*/ 2518124 h 5143785"/>
              <a:gd name="connsiteX8520" fmla="*/ 1725549 w 3114960"/>
              <a:gd name="connsiteY8520" fmla="*/ 2511838 h 5143785"/>
              <a:gd name="connsiteX8521" fmla="*/ 1725549 w 3114960"/>
              <a:gd name="connsiteY8521" fmla="*/ 2498598 h 5143785"/>
              <a:gd name="connsiteX8522" fmla="*/ 1719263 w 3114960"/>
              <a:gd name="connsiteY8522" fmla="*/ 2492312 h 5143785"/>
              <a:gd name="connsiteX8523" fmla="*/ 1706023 w 3114960"/>
              <a:gd name="connsiteY8523" fmla="*/ 2492312 h 5143785"/>
              <a:gd name="connsiteX8524" fmla="*/ 1699736 w 3114960"/>
              <a:gd name="connsiteY8524" fmla="*/ 2498598 h 5143785"/>
              <a:gd name="connsiteX8525" fmla="*/ 1699736 w 3114960"/>
              <a:gd name="connsiteY8525" fmla="*/ 2499646 h 5143785"/>
              <a:gd name="connsiteX8526" fmla="*/ 1625441 w 3114960"/>
              <a:gd name="connsiteY8526" fmla="*/ 2499455 h 5143785"/>
              <a:gd name="connsiteX8527" fmla="*/ 1608106 w 3114960"/>
              <a:gd name="connsiteY8527" fmla="*/ 2519553 h 5143785"/>
              <a:gd name="connsiteX8528" fmla="*/ 1524667 w 3114960"/>
              <a:gd name="connsiteY8528" fmla="*/ 2519934 h 5143785"/>
              <a:gd name="connsiteX8529" fmla="*/ 1523810 w 3114960"/>
              <a:gd name="connsiteY8529" fmla="*/ 2516696 h 5143785"/>
              <a:gd name="connsiteX8530" fmla="*/ 1504760 w 3114960"/>
              <a:gd name="connsiteY8530" fmla="*/ 2508885 h 5143785"/>
              <a:gd name="connsiteX8531" fmla="*/ 1496949 w 3114960"/>
              <a:gd name="connsiteY8531" fmla="*/ 2527935 h 5143785"/>
              <a:gd name="connsiteX8532" fmla="*/ 1510379 w 3114960"/>
              <a:gd name="connsiteY8532" fmla="*/ 2536888 h 5143785"/>
              <a:gd name="connsiteX8533" fmla="*/ 1515999 w 3114960"/>
              <a:gd name="connsiteY8533" fmla="*/ 2535746 h 5143785"/>
              <a:gd name="connsiteX8534" fmla="*/ 1519333 w 3114960"/>
              <a:gd name="connsiteY8534" fmla="*/ 2533745 h 5143785"/>
              <a:gd name="connsiteX8535" fmla="*/ 1542002 w 3114960"/>
              <a:gd name="connsiteY8535" fmla="*/ 2556510 h 5143785"/>
              <a:gd name="connsiteX8536" fmla="*/ 1542002 w 3114960"/>
              <a:gd name="connsiteY8536" fmla="*/ 2724245 h 5143785"/>
              <a:gd name="connsiteX8537" fmla="*/ 1495235 w 3114960"/>
              <a:gd name="connsiteY8537" fmla="*/ 2785872 h 5143785"/>
              <a:gd name="connsiteX8538" fmla="*/ 1494758 w 3114960"/>
              <a:gd name="connsiteY8538" fmla="*/ 2804827 h 5143785"/>
              <a:gd name="connsiteX8539" fmla="*/ 1487329 w 3114960"/>
              <a:gd name="connsiteY8539" fmla="*/ 2814161 h 5143785"/>
              <a:gd name="connsiteX8540" fmla="*/ 1497140 w 3114960"/>
              <a:gd name="connsiteY8540" fmla="*/ 2823972 h 5143785"/>
              <a:gd name="connsiteX8541" fmla="*/ 1506855 w 3114960"/>
              <a:gd name="connsiteY8541" fmla="*/ 2814161 h 5143785"/>
              <a:gd name="connsiteX8542" fmla="*/ 1499521 w 3114960"/>
              <a:gd name="connsiteY8542" fmla="*/ 2804922 h 5143785"/>
              <a:gd name="connsiteX8543" fmla="*/ 1499902 w 3114960"/>
              <a:gd name="connsiteY8543" fmla="*/ 2787682 h 5143785"/>
              <a:gd name="connsiteX8544" fmla="*/ 1546670 w 3114960"/>
              <a:gd name="connsiteY8544" fmla="*/ 2725960 h 5143785"/>
              <a:gd name="connsiteX8545" fmla="*/ 1546670 w 3114960"/>
              <a:gd name="connsiteY8545" fmla="*/ 2554700 h 5143785"/>
              <a:gd name="connsiteX8546" fmla="*/ 1522476 w 3114960"/>
              <a:gd name="connsiteY8546" fmla="*/ 2530412 h 5143785"/>
              <a:gd name="connsiteX8547" fmla="*/ 1524572 w 3114960"/>
              <a:gd name="connsiteY8547" fmla="*/ 2524887 h 5143785"/>
              <a:gd name="connsiteX8548" fmla="*/ 1610201 w 3114960"/>
              <a:gd name="connsiteY8548" fmla="*/ 2524506 h 5143785"/>
              <a:gd name="connsiteX8549" fmla="*/ 1627442 w 3114960"/>
              <a:gd name="connsiteY8549" fmla="*/ 2504409 h 5143785"/>
              <a:gd name="connsiteX8550" fmla="*/ 1699546 w 3114960"/>
              <a:gd name="connsiteY8550" fmla="*/ 2504599 h 5143785"/>
              <a:gd name="connsiteX8551" fmla="*/ 1699546 w 3114960"/>
              <a:gd name="connsiteY8551" fmla="*/ 2512124 h 5143785"/>
              <a:gd name="connsiteX8552" fmla="*/ 1705832 w 3114960"/>
              <a:gd name="connsiteY8552" fmla="*/ 2518410 h 5143785"/>
              <a:gd name="connsiteX8553" fmla="*/ 1514285 w 3114960"/>
              <a:gd name="connsiteY8553" fmla="*/ 2531269 h 5143785"/>
              <a:gd name="connsiteX8554" fmla="*/ 1501426 w 3114960"/>
              <a:gd name="connsiteY8554" fmla="*/ 2526030 h 5143785"/>
              <a:gd name="connsiteX8555" fmla="*/ 1506665 w 3114960"/>
              <a:gd name="connsiteY8555" fmla="*/ 2513171 h 5143785"/>
              <a:gd name="connsiteX8556" fmla="*/ 1510475 w 3114960"/>
              <a:gd name="connsiteY8556" fmla="*/ 2512409 h 5143785"/>
              <a:gd name="connsiteX8557" fmla="*/ 1519523 w 3114960"/>
              <a:gd name="connsiteY8557" fmla="*/ 2518410 h 5143785"/>
              <a:gd name="connsiteX8558" fmla="*/ 1514285 w 3114960"/>
              <a:gd name="connsiteY8558" fmla="*/ 2531269 h 5143785"/>
              <a:gd name="connsiteX8559" fmla="*/ 1502188 w 3114960"/>
              <a:gd name="connsiteY8559" fmla="*/ 2813876 h 5143785"/>
              <a:gd name="connsiteX8560" fmla="*/ 1497235 w 3114960"/>
              <a:gd name="connsiteY8560" fmla="*/ 2818924 h 5143785"/>
              <a:gd name="connsiteX8561" fmla="*/ 1492187 w 3114960"/>
              <a:gd name="connsiteY8561" fmla="*/ 2813876 h 5143785"/>
              <a:gd name="connsiteX8562" fmla="*/ 1497235 w 3114960"/>
              <a:gd name="connsiteY8562" fmla="*/ 2808827 h 5143785"/>
              <a:gd name="connsiteX8563" fmla="*/ 1502188 w 3114960"/>
              <a:gd name="connsiteY8563" fmla="*/ 2813876 h 5143785"/>
              <a:gd name="connsiteX8564" fmla="*/ 1202817 w 3114960"/>
              <a:gd name="connsiteY8564" fmla="*/ 1156049 h 5143785"/>
              <a:gd name="connsiteX8565" fmla="*/ 1239584 w 3114960"/>
              <a:gd name="connsiteY8565" fmla="*/ 1156049 h 5143785"/>
              <a:gd name="connsiteX8566" fmla="*/ 1241965 w 3114960"/>
              <a:gd name="connsiteY8566" fmla="*/ 1153668 h 5143785"/>
              <a:gd name="connsiteX8567" fmla="*/ 1241965 w 3114960"/>
              <a:gd name="connsiteY8567" fmla="*/ 1040225 h 5143785"/>
              <a:gd name="connsiteX8568" fmla="*/ 1241393 w 3114960"/>
              <a:gd name="connsiteY8568" fmla="*/ 1038606 h 5143785"/>
              <a:gd name="connsiteX8569" fmla="*/ 1232630 w 3114960"/>
              <a:gd name="connsiteY8569" fmla="*/ 1028795 h 5143785"/>
              <a:gd name="connsiteX8570" fmla="*/ 1238345 w 3114960"/>
              <a:gd name="connsiteY8570" fmla="*/ 1024128 h 5143785"/>
              <a:gd name="connsiteX8571" fmla="*/ 1239774 w 3114960"/>
              <a:gd name="connsiteY8571" fmla="*/ 1021461 h 5143785"/>
              <a:gd name="connsiteX8572" fmla="*/ 1238822 w 3114960"/>
              <a:gd name="connsiteY8572" fmla="*/ 1018604 h 5143785"/>
              <a:gd name="connsiteX8573" fmla="*/ 1232821 w 3114960"/>
              <a:gd name="connsiteY8573" fmla="*/ 1011746 h 5143785"/>
              <a:gd name="connsiteX8574" fmla="*/ 1227392 w 3114960"/>
              <a:gd name="connsiteY8574" fmla="*/ 1011269 h 5143785"/>
              <a:gd name="connsiteX8575" fmla="*/ 1221486 w 3114960"/>
              <a:gd name="connsiteY8575" fmla="*/ 1016032 h 5143785"/>
              <a:gd name="connsiteX8576" fmla="*/ 1207484 w 3114960"/>
              <a:gd name="connsiteY8576" fmla="*/ 999935 h 5143785"/>
              <a:gd name="connsiteX8577" fmla="*/ 1213295 w 3114960"/>
              <a:gd name="connsiteY8577" fmla="*/ 995267 h 5143785"/>
              <a:gd name="connsiteX8578" fmla="*/ 1214723 w 3114960"/>
              <a:gd name="connsiteY8578" fmla="*/ 992600 h 5143785"/>
              <a:gd name="connsiteX8579" fmla="*/ 1213771 w 3114960"/>
              <a:gd name="connsiteY8579" fmla="*/ 989743 h 5143785"/>
              <a:gd name="connsiteX8580" fmla="*/ 1207770 w 3114960"/>
              <a:gd name="connsiteY8580" fmla="*/ 982885 h 5143785"/>
              <a:gd name="connsiteX8581" fmla="*/ 1202341 w 3114960"/>
              <a:gd name="connsiteY8581" fmla="*/ 982409 h 5143785"/>
              <a:gd name="connsiteX8582" fmla="*/ 1196150 w 3114960"/>
              <a:gd name="connsiteY8582" fmla="*/ 987457 h 5143785"/>
              <a:gd name="connsiteX8583" fmla="*/ 1182148 w 3114960"/>
              <a:gd name="connsiteY8583" fmla="*/ 971360 h 5143785"/>
              <a:gd name="connsiteX8584" fmla="*/ 1188244 w 3114960"/>
              <a:gd name="connsiteY8584" fmla="*/ 966407 h 5143785"/>
              <a:gd name="connsiteX8585" fmla="*/ 1189673 w 3114960"/>
              <a:gd name="connsiteY8585" fmla="*/ 963740 h 5143785"/>
              <a:gd name="connsiteX8586" fmla="*/ 1188720 w 3114960"/>
              <a:gd name="connsiteY8586" fmla="*/ 960882 h 5143785"/>
              <a:gd name="connsiteX8587" fmla="*/ 1182719 w 3114960"/>
              <a:gd name="connsiteY8587" fmla="*/ 954024 h 5143785"/>
              <a:gd name="connsiteX8588" fmla="*/ 1177290 w 3114960"/>
              <a:gd name="connsiteY8588" fmla="*/ 953548 h 5143785"/>
              <a:gd name="connsiteX8589" fmla="*/ 1171099 w 3114960"/>
              <a:gd name="connsiteY8589" fmla="*/ 958596 h 5143785"/>
              <a:gd name="connsiteX8590" fmla="*/ 1157097 w 3114960"/>
              <a:gd name="connsiteY8590" fmla="*/ 942499 h 5143785"/>
              <a:gd name="connsiteX8591" fmla="*/ 1163193 w 3114960"/>
              <a:gd name="connsiteY8591" fmla="*/ 937546 h 5143785"/>
              <a:gd name="connsiteX8592" fmla="*/ 1164622 w 3114960"/>
              <a:gd name="connsiteY8592" fmla="*/ 934879 h 5143785"/>
              <a:gd name="connsiteX8593" fmla="*/ 1163669 w 3114960"/>
              <a:gd name="connsiteY8593" fmla="*/ 932021 h 5143785"/>
              <a:gd name="connsiteX8594" fmla="*/ 1157669 w 3114960"/>
              <a:gd name="connsiteY8594" fmla="*/ 925163 h 5143785"/>
              <a:gd name="connsiteX8595" fmla="*/ 1152239 w 3114960"/>
              <a:gd name="connsiteY8595" fmla="*/ 924687 h 5143785"/>
              <a:gd name="connsiteX8596" fmla="*/ 1146715 w 3114960"/>
              <a:gd name="connsiteY8596" fmla="*/ 929164 h 5143785"/>
              <a:gd name="connsiteX8597" fmla="*/ 1137380 w 3114960"/>
              <a:gd name="connsiteY8597" fmla="*/ 918115 h 5143785"/>
              <a:gd name="connsiteX8598" fmla="*/ 1137380 w 3114960"/>
              <a:gd name="connsiteY8598" fmla="*/ 836962 h 5143785"/>
              <a:gd name="connsiteX8599" fmla="*/ 1136428 w 3114960"/>
              <a:gd name="connsiteY8599" fmla="*/ 835057 h 5143785"/>
              <a:gd name="connsiteX8600" fmla="*/ 1124045 w 3114960"/>
              <a:gd name="connsiteY8600" fmla="*/ 825151 h 5143785"/>
              <a:gd name="connsiteX8601" fmla="*/ 1124998 w 3114960"/>
              <a:gd name="connsiteY8601" fmla="*/ 821531 h 5143785"/>
              <a:gd name="connsiteX8602" fmla="*/ 1116616 w 3114960"/>
              <a:gd name="connsiteY8602" fmla="*/ 813149 h 5143785"/>
              <a:gd name="connsiteX8603" fmla="*/ 1108234 w 3114960"/>
              <a:gd name="connsiteY8603" fmla="*/ 821531 h 5143785"/>
              <a:gd name="connsiteX8604" fmla="*/ 1116616 w 3114960"/>
              <a:gd name="connsiteY8604" fmla="*/ 829913 h 5143785"/>
              <a:gd name="connsiteX8605" fmla="*/ 1120807 w 3114960"/>
              <a:gd name="connsiteY8605" fmla="*/ 828675 h 5143785"/>
              <a:gd name="connsiteX8606" fmla="*/ 1132618 w 3114960"/>
              <a:gd name="connsiteY8606" fmla="*/ 838105 h 5143785"/>
              <a:gd name="connsiteX8607" fmla="*/ 1132618 w 3114960"/>
              <a:gd name="connsiteY8607" fmla="*/ 918972 h 5143785"/>
              <a:gd name="connsiteX8608" fmla="*/ 1133285 w 3114960"/>
              <a:gd name="connsiteY8608" fmla="*/ 920496 h 5143785"/>
              <a:gd name="connsiteX8609" fmla="*/ 1143095 w 3114960"/>
              <a:gd name="connsiteY8609" fmla="*/ 932117 h 5143785"/>
              <a:gd name="connsiteX8610" fmla="*/ 1136333 w 3114960"/>
              <a:gd name="connsiteY8610" fmla="*/ 937641 h 5143785"/>
              <a:gd name="connsiteX8611" fmla="*/ 1134904 w 3114960"/>
              <a:gd name="connsiteY8611" fmla="*/ 940308 h 5143785"/>
              <a:gd name="connsiteX8612" fmla="*/ 1135856 w 3114960"/>
              <a:gd name="connsiteY8612" fmla="*/ 943166 h 5143785"/>
              <a:gd name="connsiteX8613" fmla="*/ 1141857 w 3114960"/>
              <a:gd name="connsiteY8613" fmla="*/ 950024 h 5143785"/>
              <a:gd name="connsiteX8614" fmla="*/ 1141857 w 3114960"/>
              <a:gd name="connsiteY8614" fmla="*/ 950024 h 5143785"/>
              <a:gd name="connsiteX8615" fmla="*/ 1144810 w 3114960"/>
              <a:gd name="connsiteY8615" fmla="*/ 951357 h 5143785"/>
              <a:gd name="connsiteX8616" fmla="*/ 1147286 w 3114960"/>
              <a:gd name="connsiteY8616" fmla="*/ 950500 h 5143785"/>
              <a:gd name="connsiteX8617" fmla="*/ 1153478 w 3114960"/>
              <a:gd name="connsiteY8617" fmla="*/ 945452 h 5143785"/>
              <a:gd name="connsiteX8618" fmla="*/ 1167479 w 3114960"/>
              <a:gd name="connsiteY8618" fmla="*/ 961549 h 5143785"/>
              <a:gd name="connsiteX8619" fmla="*/ 1161383 w 3114960"/>
              <a:gd name="connsiteY8619" fmla="*/ 966502 h 5143785"/>
              <a:gd name="connsiteX8620" fmla="*/ 1159955 w 3114960"/>
              <a:gd name="connsiteY8620" fmla="*/ 969169 h 5143785"/>
              <a:gd name="connsiteX8621" fmla="*/ 1160907 w 3114960"/>
              <a:gd name="connsiteY8621" fmla="*/ 971931 h 5143785"/>
              <a:gd name="connsiteX8622" fmla="*/ 1166908 w 3114960"/>
              <a:gd name="connsiteY8622" fmla="*/ 978789 h 5143785"/>
              <a:gd name="connsiteX8623" fmla="*/ 1169861 w 3114960"/>
              <a:gd name="connsiteY8623" fmla="*/ 980123 h 5143785"/>
              <a:gd name="connsiteX8624" fmla="*/ 1172337 w 3114960"/>
              <a:gd name="connsiteY8624" fmla="*/ 979265 h 5143785"/>
              <a:gd name="connsiteX8625" fmla="*/ 1178528 w 3114960"/>
              <a:gd name="connsiteY8625" fmla="*/ 974217 h 5143785"/>
              <a:gd name="connsiteX8626" fmla="*/ 1192530 w 3114960"/>
              <a:gd name="connsiteY8626" fmla="*/ 990314 h 5143785"/>
              <a:gd name="connsiteX8627" fmla="*/ 1186434 w 3114960"/>
              <a:gd name="connsiteY8627" fmla="*/ 995267 h 5143785"/>
              <a:gd name="connsiteX8628" fmla="*/ 1185005 w 3114960"/>
              <a:gd name="connsiteY8628" fmla="*/ 997934 h 5143785"/>
              <a:gd name="connsiteX8629" fmla="*/ 1185958 w 3114960"/>
              <a:gd name="connsiteY8629" fmla="*/ 1000792 h 5143785"/>
              <a:gd name="connsiteX8630" fmla="*/ 1191959 w 3114960"/>
              <a:gd name="connsiteY8630" fmla="*/ 1007650 h 5143785"/>
              <a:gd name="connsiteX8631" fmla="*/ 1194911 w 3114960"/>
              <a:gd name="connsiteY8631" fmla="*/ 1008983 h 5143785"/>
              <a:gd name="connsiteX8632" fmla="*/ 1197388 w 3114960"/>
              <a:gd name="connsiteY8632" fmla="*/ 1008126 h 5143785"/>
              <a:gd name="connsiteX8633" fmla="*/ 1203865 w 3114960"/>
              <a:gd name="connsiteY8633" fmla="*/ 1002887 h 5143785"/>
              <a:gd name="connsiteX8634" fmla="*/ 1217867 w 3114960"/>
              <a:gd name="connsiteY8634" fmla="*/ 1018985 h 5143785"/>
              <a:gd name="connsiteX8635" fmla="*/ 1211485 w 3114960"/>
              <a:gd name="connsiteY8635" fmla="*/ 1024128 h 5143785"/>
              <a:gd name="connsiteX8636" fmla="*/ 1210056 w 3114960"/>
              <a:gd name="connsiteY8636" fmla="*/ 1026795 h 5143785"/>
              <a:gd name="connsiteX8637" fmla="*/ 1211009 w 3114960"/>
              <a:gd name="connsiteY8637" fmla="*/ 1029652 h 5143785"/>
              <a:gd name="connsiteX8638" fmla="*/ 1217009 w 3114960"/>
              <a:gd name="connsiteY8638" fmla="*/ 1036511 h 5143785"/>
              <a:gd name="connsiteX8639" fmla="*/ 1217009 w 3114960"/>
              <a:gd name="connsiteY8639" fmla="*/ 1036511 h 5143785"/>
              <a:gd name="connsiteX8640" fmla="*/ 1219962 w 3114960"/>
              <a:gd name="connsiteY8640" fmla="*/ 1037844 h 5143785"/>
              <a:gd name="connsiteX8641" fmla="*/ 1222439 w 3114960"/>
              <a:gd name="connsiteY8641" fmla="*/ 1036987 h 5143785"/>
              <a:gd name="connsiteX8642" fmla="*/ 1229011 w 3114960"/>
              <a:gd name="connsiteY8642" fmla="*/ 1031653 h 5143785"/>
              <a:gd name="connsiteX8643" fmla="*/ 1237298 w 3114960"/>
              <a:gd name="connsiteY8643" fmla="*/ 1040987 h 5143785"/>
              <a:gd name="connsiteX8644" fmla="*/ 1237298 w 3114960"/>
              <a:gd name="connsiteY8644" fmla="*/ 1151096 h 5143785"/>
              <a:gd name="connsiteX8645" fmla="*/ 1202055 w 3114960"/>
              <a:gd name="connsiteY8645" fmla="*/ 1151096 h 5143785"/>
              <a:gd name="connsiteX8646" fmla="*/ 1200531 w 3114960"/>
              <a:gd name="connsiteY8646" fmla="*/ 1151668 h 5143785"/>
              <a:gd name="connsiteX8647" fmla="*/ 1113949 w 3114960"/>
              <a:gd name="connsiteY8647" fmla="*/ 1227296 h 5143785"/>
              <a:gd name="connsiteX8648" fmla="*/ 1113092 w 3114960"/>
              <a:gd name="connsiteY8648" fmla="*/ 1229106 h 5143785"/>
              <a:gd name="connsiteX8649" fmla="*/ 1113092 w 3114960"/>
              <a:gd name="connsiteY8649" fmla="*/ 1262348 h 5143785"/>
              <a:gd name="connsiteX8650" fmla="*/ 1112330 w 3114960"/>
              <a:gd name="connsiteY8650" fmla="*/ 1262348 h 5143785"/>
              <a:gd name="connsiteX8651" fmla="*/ 1096328 w 3114960"/>
              <a:gd name="connsiteY8651" fmla="*/ 1272064 h 5143785"/>
              <a:gd name="connsiteX8652" fmla="*/ 1101566 w 3114960"/>
              <a:gd name="connsiteY8652" fmla="*/ 1306163 h 5143785"/>
              <a:gd name="connsiteX8653" fmla="*/ 1113758 w 3114960"/>
              <a:gd name="connsiteY8653" fmla="*/ 1310735 h 5143785"/>
              <a:gd name="connsiteX8654" fmla="*/ 1113758 w 3114960"/>
              <a:gd name="connsiteY8654" fmla="*/ 1342644 h 5143785"/>
              <a:gd name="connsiteX8655" fmla="*/ 1101852 w 3114960"/>
              <a:gd name="connsiteY8655" fmla="*/ 1358075 h 5143785"/>
              <a:gd name="connsiteX8656" fmla="*/ 1009079 w 3114960"/>
              <a:gd name="connsiteY8656" fmla="*/ 1358075 h 5143785"/>
              <a:gd name="connsiteX8657" fmla="*/ 985552 w 3114960"/>
              <a:gd name="connsiteY8657" fmla="*/ 1381982 h 5143785"/>
              <a:gd name="connsiteX8658" fmla="*/ 869537 w 3114960"/>
              <a:gd name="connsiteY8658" fmla="*/ 1381982 h 5143785"/>
              <a:gd name="connsiteX8659" fmla="*/ 858488 w 3114960"/>
              <a:gd name="connsiteY8659" fmla="*/ 1390936 h 5143785"/>
              <a:gd name="connsiteX8660" fmla="*/ 854297 w 3114960"/>
              <a:gd name="connsiteY8660" fmla="*/ 1386745 h 5143785"/>
              <a:gd name="connsiteX8661" fmla="*/ 847154 w 3114960"/>
              <a:gd name="connsiteY8661" fmla="*/ 1386745 h 5143785"/>
              <a:gd name="connsiteX8662" fmla="*/ 835724 w 3114960"/>
              <a:gd name="connsiteY8662" fmla="*/ 1398175 h 5143785"/>
              <a:gd name="connsiteX8663" fmla="*/ 834200 w 3114960"/>
              <a:gd name="connsiteY8663" fmla="*/ 1401794 h 5143785"/>
              <a:gd name="connsiteX8664" fmla="*/ 835724 w 3114960"/>
              <a:gd name="connsiteY8664" fmla="*/ 1405414 h 5143785"/>
              <a:gd name="connsiteX8665" fmla="*/ 847154 w 3114960"/>
              <a:gd name="connsiteY8665" fmla="*/ 1416844 h 5143785"/>
              <a:gd name="connsiteX8666" fmla="*/ 850773 w 3114960"/>
              <a:gd name="connsiteY8666" fmla="*/ 1418368 h 5143785"/>
              <a:gd name="connsiteX8667" fmla="*/ 854393 w 3114960"/>
              <a:gd name="connsiteY8667" fmla="*/ 1416844 h 5143785"/>
              <a:gd name="connsiteX8668" fmla="*/ 865823 w 3114960"/>
              <a:gd name="connsiteY8668" fmla="*/ 1405414 h 5143785"/>
              <a:gd name="connsiteX8669" fmla="*/ 867347 w 3114960"/>
              <a:gd name="connsiteY8669" fmla="*/ 1401794 h 5143785"/>
              <a:gd name="connsiteX8670" fmla="*/ 865823 w 3114960"/>
              <a:gd name="connsiteY8670" fmla="*/ 1398175 h 5143785"/>
              <a:gd name="connsiteX8671" fmla="*/ 862013 w 3114960"/>
              <a:gd name="connsiteY8671" fmla="*/ 1394365 h 5143785"/>
              <a:gd name="connsiteX8672" fmla="*/ 871347 w 3114960"/>
              <a:gd name="connsiteY8672" fmla="*/ 1386840 h 5143785"/>
              <a:gd name="connsiteX8673" fmla="*/ 987647 w 3114960"/>
              <a:gd name="connsiteY8673" fmla="*/ 1386840 h 5143785"/>
              <a:gd name="connsiteX8674" fmla="*/ 1011174 w 3114960"/>
              <a:gd name="connsiteY8674" fmla="*/ 1362932 h 5143785"/>
              <a:gd name="connsiteX8675" fmla="*/ 1104329 w 3114960"/>
              <a:gd name="connsiteY8675" fmla="*/ 1362932 h 5143785"/>
              <a:gd name="connsiteX8676" fmla="*/ 1117854 w 3114960"/>
              <a:gd name="connsiteY8676" fmla="*/ 1345311 h 5143785"/>
              <a:gd name="connsiteX8677" fmla="*/ 1118330 w 3114960"/>
              <a:gd name="connsiteY8677" fmla="*/ 1345311 h 5143785"/>
              <a:gd name="connsiteX8678" fmla="*/ 1118330 w 3114960"/>
              <a:gd name="connsiteY8678" fmla="*/ 1310640 h 5143785"/>
              <a:gd name="connsiteX8679" fmla="*/ 1135856 w 3114960"/>
              <a:gd name="connsiteY8679" fmla="*/ 1300925 h 5143785"/>
              <a:gd name="connsiteX8680" fmla="*/ 1140333 w 3114960"/>
              <a:gd name="connsiteY8680" fmla="*/ 1282732 h 5143785"/>
              <a:gd name="connsiteX8681" fmla="*/ 1130618 w 3114960"/>
              <a:gd name="connsiteY8681" fmla="*/ 1266730 h 5143785"/>
              <a:gd name="connsiteX8682" fmla="*/ 1117949 w 3114960"/>
              <a:gd name="connsiteY8682" fmla="*/ 1262158 h 5143785"/>
              <a:gd name="connsiteX8683" fmla="*/ 1117949 w 3114960"/>
              <a:gd name="connsiteY8683" fmla="*/ 1230154 h 5143785"/>
              <a:gd name="connsiteX8684" fmla="*/ 1203103 w 3114960"/>
              <a:gd name="connsiteY8684" fmla="*/ 1155764 h 5143785"/>
              <a:gd name="connsiteX8685" fmla="*/ 1144810 w 3114960"/>
              <a:gd name="connsiteY8685" fmla="*/ 946499 h 5143785"/>
              <a:gd name="connsiteX8686" fmla="*/ 1140047 w 3114960"/>
              <a:gd name="connsiteY8686" fmla="*/ 940975 h 5143785"/>
              <a:gd name="connsiteX8687" fmla="*/ 1144524 w 3114960"/>
              <a:gd name="connsiteY8687" fmla="*/ 937355 h 5143785"/>
              <a:gd name="connsiteX8688" fmla="*/ 1146810 w 3114960"/>
              <a:gd name="connsiteY8688" fmla="*/ 937355 h 5143785"/>
              <a:gd name="connsiteX8689" fmla="*/ 1146048 w 3114960"/>
              <a:gd name="connsiteY8689" fmla="*/ 939737 h 5143785"/>
              <a:gd name="connsiteX8690" fmla="*/ 1146429 w 3114960"/>
              <a:gd name="connsiteY8690" fmla="*/ 941832 h 5143785"/>
              <a:gd name="connsiteX8691" fmla="*/ 1148334 w 3114960"/>
              <a:gd name="connsiteY8691" fmla="*/ 942785 h 5143785"/>
              <a:gd name="connsiteX8692" fmla="*/ 1149382 w 3114960"/>
              <a:gd name="connsiteY8692" fmla="*/ 942785 h 5143785"/>
              <a:gd name="connsiteX8693" fmla="*/ 1144905 w 3114960"/>
              <a:gd name="connsiteY8693" fmla="*/ 946404 h 5143785"/>
              <a:gd name="connsiteX8694" fmla="*/ 1151477 w 3114960"/>
              <a:gd name="connsiteY8694" fmla="*/ 937927 h 5143785"/>
              <a:gd name="connsiteX8695" fmla="*/ 1152239 w 3114960"/>
              <a:gd name="connsiteY8695" fmla="*/ 935450 h 5143785"/>
              <a:gd name="connsiteX8696" fmla="*/ 1151858 w 3114960"/>
              <a:gd name="connsiteY8696" fmla="*/ 933355 h 5143785"/>
              <a:gd name="connsiteX8697" fmla="*/ 1150430 w 3114960"/>
              <a:gd name="connsiteY8697" fmla="*/ 932593 h 5143785"/>
              <a:gd name="connsiteX8698" fmla="*/ 1154621 w 3114960"/>
              <a:gd name="connsiteY8698" fmla="*/ 929164 h 5143785"/>
              <a:gd name="connsiteX8699" fmla="*/ 1159383 w 3114960"/>
              <a:gd name="connsiteY8699" fmla="*/ 934688 h 5143785"/>
              <a:gd name="connsiteX8700" fmla="*/ 1155478 w 3114960"/>
              <a:gd name="connsiteY8700" fmla="*/ 937832 h 5143785"/>
              <a:gd name="connsiteX8701" fmla="*/ 1151573 w 3114960"/>
              <a:gd name="connsiteY8701" fmla="*/ 938022 h 5143785"/>
              <a:gd name="connsiteX8702" fmla="*/ 1169861 w 3114960"/>
              <a:gd name="connsiteY8702" fmla="*/ 975265 h 5143785"/>
              <a:gd name="connsiteX8703" fmla="*/ 1165098 w 3114960"/>
              <a:gd name="connsiteY8703" fmla="*/ 969740 h 5143785"/>
              <a:gd name="connsiteX8704" fmla="*/ 1169861 w 3114960"/>
              <a:gd name="connsiteY8704" fmla="*/ 965835 h 5143785"/>
              <a:gd name="connsiteX8705" fmla="*/ 1172147 w 3114960"/>
              <a:gd name="connsiteY8705" fmla="*/ 965835 h 5143785"/>
              <a:gd name="connsiteX8706" fmla="*/ 1171385 w 3114960"/>
              <a:gd name="connsiteY8706" fmla="*/ 968216 h 5143785"/>
              <a:gd name="connsiteX8707" fmla="*/ 1171766 w 3114960"/>
              <a:gd name="connsiteY8707" fmla="*/ 970312 h 5143785"/>
              <a:gd name="connsiteX8708" fmla="*/ 1173671 w 3114960"/>
              <a:gd name="connsiteY8708" fmla="*/ 971264 h 5143785"/>
              <a:gd name="connsiteX8709" fmla="*/ 1174718 w 3114960"/>
              <a:gd name="connsiteY8709" fmla="*/ 971264 h 5143785"/>
              <a:gd name="connsiteX8710" fmla="*/ 1169861 w 3114960"/>
              <a:gd name="connsiteY8710" fmla="*/ 975170 h 5143785"/>
              <a:gd name="connsiteX8711" fmla="*/ 1176814 w 3114960"/>
              <a:gd name="connsiteY8711" fmla="*/ 966502 h 5143785"/>
              <a:gd name="connsiteX8712" fmla="*/ 1177576 w 3114960"/>
              <a:gd name="connsiteY8712" fmla="*/ 964025 h 5143785"/>
              <a:gd name="connsiteX8713" fmla="*/ 1177195 w 3114960"/>
              <a:gd name="connsiteY8713" fmla="*/ 961930 h 5143785"/>
              <a:gd name="connsiteX8714" fmla="*/ 1175671 w 3114960"/>
              <a:gd name="connsiteY8714" fmla="*/ 961168 h 5143785"/>
              <a:gd name="connsiteX8715" fmla="*/ 1179671 w 3114960"/>
              <a:gd name="connsiteY8715" fmla="*/ 957929 h 5143785"/>
              <a:gd name="connsiteX8716" fmla="*/ 1184434 w 3114960"/>
              <a:gd name="connsiteY8716" fmla="*/ 963454 h 5143785"/>
              <a:gd name="connsiteX8717" fmla="*/ 1180814 w 3114960"/>
              <a:gd name="connsiteY8717" fmla="*/ 966407 h 5143785"/>
              <a:gd name="connsiteX8718" fmla="*/ 1176909 w 3114960"/>
              <a:gd name="connsiteY8718" fmla="*/ 966597 h 5143785"/>
              <a:gd name="connsiteX8719" fmla="*/ 1194816 w 3114960"/>
              <a:gd name="connsiteY8719" fmla="*/ 1004126 h 5143785"/>
              <a:gd name="connsiteX8720" fmla="*/ 1190054 w 3114960"/>
              <a:gd name="connsiteY8720" fmla="*/ 998601 h 5143785"/>
              <a:gd name="connsiteX8721" fmla="*/ 1194816 w 3114960"/>
              <a:gd name="connsiteY8721" fmla="*/ 994696 h 5143785"/>
              <a:gd name="connsiteX8722" fmla="*/ 1197102 w 3114960"/>
              <a:gd name="connsiteY8722" fmla="*/ 994696 h 5143785"/>
              <a:gd name="connsiteX8723" fmla="*/ 1196340 w 3114960"/>
              <a:gd name="connsiteY8723" fmla="*/ 997077 h 5143785"/>
              <a:gd name="connsiteX8724" fmla="*/ 1196721 w 3114960"/>
              <a:gd name="connsiteY8724" fmla="*/ 999173 h 5143785"/>
              <a:gd name="connsiteX8725" fmla="*/ 1198626 w 3114960"/>
              <a:gd name="connsiteY8725" fmla="*/ 1000125 h 5143785"/>
              <a:gd name="connsiteX8726" fmla="*/ 1199579 w 3114960"/>
              <a:gd name="connsiteY8726" fmla="*/ 1000125 h 5143785"/>
              <a:gd name="connsiteX8727" fmla="*/ 1194721 w 3114960"/>
              <a:gd name="connsiteY8727" fmla="*/ 1004030 h 5143785"/>
              <a:gd name="connsiteX8728" fmla="*/ 1201865 w 3114960"/>
              <a:gd name="connsiteY8728" fmla="*/ 995363 h 5143785"/>
              <a:gd name="connsiteX8729" fmla="*/ 1202627 w 3114960"/>
              <a:gd name="connsiteY8729" fmla="*/ 992886 h 5143785"/>
              <a:gd name="connsiteX8730" fmla="*/ 1202246 w 3114960"/>
              <a:gd name="connsiteY8730" fmla="*/ 990791 h 5143785"/>
              <a:gd name="connsiteX8731" fmla="*/ 1200722 w 3114960"/>
              <a:gd name="connsiteY8731" fmla="*/ 990124 h 5143785"/>
              <a:gd name="connsiteX8732" fmla="*/ 1204627 w 3114960"/>
              <a:gd name="connsiteY8732" fmla="*/ 986885 h 5143785"/>
              <a:gd name="connsiteX8733" fmla="*/ 1209389 w 3114960"/>
              <a:gd name="connsiteY8733" fmla="*/ 992410 h 5143785"/>
              <a:gd name="connsiteX8734" fmla="*/ 1205770 w 3114960"/>
              <a:gd name="connsiteY8734" fmla="*/ 995363 h 5143785"/>
              <a:gd name="connsiteX8735" fmla="*/ 1201865 w 3114960"/>
              <a:gd name="connsiteY8735" fmla="*/ 995553 h 5143785"/>
              <a:gd name="connsiteX8736" fmla="*/ 1219867 w 3114960"/>
              <a:gd name="connsiteY8736" fmla="*/ 1032986 h 5143785"/>
              <a:gd name="connsiteX8737" fmla="*/ 1215104 w 3114960"/>
              <a:gd name="connsiteY8737" fmla="*/ 1027462 h 5143785"/>
              <a:gd name="connsiteX8738" fmla="*/ 1219867 w 3114960"/>
              <a:gd name="connsiteY8738" fmla="*/ 1023557 h 5143785"/>
              <a:gd name="connsiteX8739" fmla="*/ 1222153 w 3114960"/>
              <a:gd name="connsiteY8739" fmla="*/ 1023557 h 5143785"/>
              <a:gd name="connsiteX8740" fmla="*/ 1221391 w 3114960"/>
              <a:gd name="connsiteY8740" fmla="*/ 1025938 h 5143785"/>
              <a:gd name="connsiteX8741" fmla="*/ 1221772 w 3114960"/>
              <a:gd name="connsiteY8741" fmla="*/ 1028033 h 5143785"/>
              <a:gd name="connsiteX8742" fmla="*/ 1223677 w 3114960"/>
              <a:gd name="connsiteY8742" fmla="*/ 1028986 h 5143785"/>
              <a:gd name="connsiteX8743" fmla="*/ 1224629 w 3114960"/>
              <a:gd name="connsiteY8743" fmla="*/ 1028986 h 5143785"/>
              <a:gd name="connsiteX8744" fmla="*/ 1219772 w 3114960"/>
              <a:gd name="connsiteY8744" fmla="*/ 1032891 h 5143785"/>
              <a:gd name="connsiteX8745" fmla="*/ 1226915 w 3114960"/>
              <a:gd name="connsiteY8745" fmla="*/ 1024128 h 5143785"/>
              <a:gd name="connsiteX8746" fmla="*/ 1227677 w 3114960"/>
              <a:gd name="connsiteY8746" fmla="*/ 1021652 h 5143785"/>
              <a:gd name="connsiteX8747" fmla="*/ 1227296 w 3114960"/>
              <a:gd name="connsiteY8747" fmla="*/ 1019556 h 5143785"/>
              <a:gd name="connsiteX8748" fmla="*/ 1225772 w 3114960"/>
              <a:gd name="connsiteY8748" fmla="*/ 1018889 h 5143785"/>
              <a:gd name="connsiteX8749" fmla="*/ 1229678 w 3114960"/>
              <a:gd name="connsiteY8749" fmla="*/ 1015651 h 5143785"/>
              <a:gd name="connsiteX8750" fmla="*/ 1234440 w 3114960"/>
              <a:gd name="connsiteY8750" fmla="*/ 1021175 h 5143785"/>
              <a:gd name="connsiteX8751" fmla="*/ 1230821 w 3114960"/>
              <a:gd name="connsiteY8751" fmla="*/ 1024128 h 5143785"/>
              <a:gd name="connsiteX8752" fmla="*/ 1226915 w 3114960"/>
              <a:gd name="connsiteY8752" fmla="*/ 1024319 h 5143785"/>
              <a:gd name="connsiteX8753" fmla="*/ 862108 w 3114960"/>
              <a:gd name="connsiteY8753" fmla="*/ 1402271 h 5143785"/>
              <a:gd name="connsiteX8754" fmla="*/ 850202 w 3114960"/>
              <a:gd name="connsiteY8754" fmla="*/ 1413701 h 5143785"/>
              <a:gd name="connsiteX8755" fmla="*/ 838676 w 3114960"/>
              <a:gd name="connsiteY8755" fmla="*/ 1402080 h 5143785"/>
              <a:gd name="connsiteX8756" fmla="*/ 838676 w 3114960"/>
              <a:gd name="connsiteY8756" fmla="*/ 1401890 h 5143785"/>
              <a:gd name="connsiteX8757" fmla="*/ 850583 w 3114960"/>
              <a:gd name="connsiteY8757" fmla="*/ 1390460 h 5143785"/>
              <a:gd name="connsiteX8758" fmla="*/ 862013 w 3114960"/>
              <a:gd name="connsiteY8758" fmla="*/ 1402366 h 5143785"/>
              <a:gd name="connsiteX8759" fmla="*/ 1127665 w 3114960"/>
              <a:gd name="connsiteY8759" fmla="*/ 1270635 h 5143785"/>
              <a:gd name="connsiteX8760" fmla="*/ 1135571 w 3114960"/>
              <a:gd name="connsiteY8760" fmla="*/ 1283684 h 5143785"/>
              <a:gd name="connsiteX8761" fmla="*/ 1131951 w 3114960"/>
              <a:gd name="connsiteY8761" fmla="*/ 1298543 h 5143785"/>
              <a:gd name="connsiteX8762" fmla="*/ 1118902 w 3114960"/>
              <a:gd name="connsiteY8762" fmla="*/ 1306449 h 5143785"/>
              <a:gd name="connsiteX8763" fmla="*/ 1104043 w 3114960"/>
              <a:gd name="connsiteY8763" fmla="*/ 1302830 h 5143785"/>
              <a:gd name="connsiteX8764" fmla="*/ 1096137 w 3114960"/>
              <a:gd name="connsiteY8764" fmla="*/ 1289780 h 5143785"/>
              <a:gd name="connsiteX8765" fmla="*/ 1099757 w 3114960"/>
              <a:gd name="connsiteY8765" fmla="*/ 1274921 h 5143785"/>
              <a:gd name="connsiteX8766" fmla="*/ 1112806 w 3114960"/>
              <a:gd name="connsiteY8766" fmla="*/ 1267016 h 5143785"/>
              <a:gd name="connsiteX8767" fmla="*/ 1115854 w 3114960"/>
              <a:gd name="connsiteY8767" fmla="*/ 1266825 h 5143785"/>
              <a:gd name="connsiteX8768" fmla="*/ 1127570 w 3114960"/>
              <a:gd name="connsiteY8768" fmla="*/ 1270730 h 5143785"/>
              <a:gd name="connsiteX8769" fmla="*/ 1115854 w 3114960"/>
              <a:gd name="connsiteY8769" fmla="*/ 1274731 h 5143785"/>
              <a:gd name="connsiteX8770" fmla="*/ 1127760 w 3114960"/>
              <a:gd name="connsiteY8770" fmla="*/ 1286637 h 5143785"/>
              <a:gd name="connsiteX8771" fmla="*/ 1115854 w 3114960"/>
              <a:gd name="connsiteY8771" fmla="*/ 1298543 h 5143785"/>
              <a:gd name="connsiteX8772" fmla="*/ 1103948 w 3114960"/>
              <a:gd name="connsiteY8772" fmla="*/ 1286637 h 5143785"/>
              <a:gd name="connsiteX8773" fmla="*/ 1115854 w 3114960"/>
              <a:gd name="connsiteY8773" fmla="*/ 1274731 h 5143785"/>
              <a:gd name="connsiteX8774" fmla="*/ 1387602 w 3114960"/>
              <a:gd name="connsiteY8774" fmla="*/ 4091083 h 5143785"/>
              <a:gd name="connsiteX8775" fmla="*/ 1391793 w 3114960"/>
              <a:gd name="connsiteY8775" fmla="*/ 4091845 h 5143785"/>
              <a:gd name="connsiteX8776" fmla="*/ 1396651 w 3114960"/>
              <a:gd name="connsiteY8776" fmla="*/ 4090797 h 5143785"/>
              <a:gd name="connsiteX8777" fmla="*/ 1396937 w 3114960"/>
              <a:gd name="connsiteY8777" fmla="*/ 4090607 h 5143785"/>
              <a:gd name="connsiteX8778" fmla="*/ 1421606 w 3114960"/>
              <a:gd name="connsiteY8778" fmla="*/ 4121849 h 5143785"/>
              <a:gd name="connsiteX8779" fmla="*/ 1423511 w 3114960"/>
              <a:gd name="connsiteY8779" fmla="*/ 4122706 h 5143785"/>
              <a:gd name="connsiteX8780" fmla="*/ 1424273 w 3114960"/>
              <a:gd name="connsiteY8780" fmla="*/ 4122611 h 5143785"/>
              <a:gd name="connsiteX8781" fmla="*/ 1425893 w 3114960"/>
              <a:gd name="connsiteY8781" fmla="*/ 4120325 h 5143785"/>
              <a:gd name="connsiteX8782" fmla="*/ 1426274 w 3114960"/>
              <a:gd name="connsiteY8782" fmla="*/ 4030599 h 5143785"/>
              <a:gd name="connsiteX8783" fmla="*/ 1464850 w 3114960"/>
              <a:gd name="connsiteY8783" fmla="*/ 3991832 h 5143785"/>
              <a:gd name="connsiteX8784" fmla="*/ 1465517 w 3114960"/>
              <a:gd name="connsiteY8784" fmla="*/ 3990213 h 5143785"/>
              <a:gd name="connsiteX8785" fmla="*/ 1465707 w 3114960"/>
              <a:gd name="connsiteY8785" fmla="*/ 3963829 h 5143785"/>
              <a:gd name="connsiteX8786" fmla="*/ 1472851 w 3114960"/>
              <a:gd name="connsiteY8786" fmla="*/ 3954399 h 5143785"/>
              <a:gd name="connsiteX8787" fmla="*/ 1465898 w 3114960"/>
              <a:gd name="connsiteY8787" fmla="*/ 3945827 h 5143785"/>
              <a:gd name="connsiteX8788" fmla="*/ 1465898 w 3114960"/>
              <a:gd name="connsiteY8788" fmla="*/ 3851910 h 5143785"/>
              <a:gd name="connsiteX8789" fmla="*/ 1533144 w 3114960"/>
              <a:gd name="connsiteY8789" fmla="*/ 3790569 h 5143785"/>
              <a:gd name="connsiteX8790" fmla="*/ 1538669 w 3114960"/>
              <a:gd name="connsiteY8790" fmla="*/ 3792665 h 5143785"/>
              <a:gd name="connsiteX8791" fmla="*/ 1539240 w 3114960"/>
              <a:gd name="connsiteY8791" fmla="*/ 3792665 h 5143785"/>
              <a:gd name="connsiteX8792" fmla="*/ 1546574 w 3114960"/>
              <a:gd name="connsiteY8792" fmla="*/ 3789902 h 5143785"/>
              <a:gd name="connsiteX8793" fmla="*/ 1550194 w 3114960"/>
              <a:gd name="connsiteY8793" fmla="*/ 3782378 h 5143785"/>
              <a:gd name="connsiteX8794" fmla="*/ 1549527 w 3114960"/>
              <a:gd name="connsiteY8794" fmla="*/ 3777996 h 5143785"/>
              <a:gd name="connsiteX8795" fmla="*/ 1609535 w 3114960"/>
              <a:gd name="connsiteY8795" fmla="*/ 3728942 h 5143785"/>
              <a:gd name="connsiteX8796" fmla="*/ 1609344 w 3114960"/>
              <a:gd name="connsiteY8796" fmla="*/ 3630644 h 5143785"/>
              <a:gd name="connsiteX8797" fmla="*/ 1633633 w 3114960"/>
              <a:gd name="connsiteY8797" fmla="*/ 3603974 h 5143785"/>
              <a:gd name="connsiteX8798" fmla="*/ 1662875 w 3114960"/>
              <a:gd name="connsiteY8798" fmla="*/ 3603974 h 5143785"/>
              <a:gd name="connsiteX8799" fmla="*/ 1676114 w 3114960"/>
              <a:gd name="connsiteY8799" fmla="*/ 3614452 h 5143785"/>
              <a:gd name="connsiteX8800" fmla="*/ 1689545 w 3114960"/>
              <a:gd name="connsiteY8800" fmla="*/ 3603212 h 5143785"/>
              <a:gd name="connsiteX8801" fmla="*/ 1774793 w 3114960"/>
              <a:gd name="connsiteY8801" fmla="*/ 3603212 h 5143785"/>
              <a:gd name="connsiteX8802" fmla="*/ 1789557 w 3114960"/>
              <a:gd name="connsiteY8802" fmla="*/ 3589877 h 5143785"/>
              <a:gd name="connsiteX8803" fmla="*/ 1862900 w 3114960"/>
              <a:gd name="connsiteY8803" fmla="*/ 3589877 h 5143785"/>
              <a:gd name="connsiteX8804" fmla="*/ 1968437 w 3114960"/>
              <a:gd name="connsiteY8804" fmla="*/ 3473005 h 5143785"/>
              <a:gd name="connsiteX8805" fmla="*/ 1969008 w 3114960"/>
              <a:gd name="connsiteY8805" fmla="*/ 3472339 h 5143785"/>
              <a:gd name="connsiteX8806" fmla="*/ 1968627 w 3114960"/>
              <a:gd name="connsiteY8806" fmla="*/ 3355562 h 5143785"/>
              <a:gd name="connsiteX8807" fmla="*/ 1954340 w 3114960"/>
              <a:gd name="connsiteY8807" fmla="*/ 3339465 h 5143785"/>
              <a:gd name="connsiteX8808" fmla="*/ 1954340 w 3114960"/>
              <a:gd name="connsiteY8808" fmla="*/ 3314034 h 5143785"/>
              <a:gd name="connsiteX8809" fmla="*/ 1962722 w 3114960"/>
              <a:gd name="connsiteY8809" fmla="*/ 3314034 h 5143785"/>
              <a:gd name="connsiteX8810" fmla="*/ 1968818 w 3114960"/>
              <a:gd name="connsiteY8810" fmla="*/ 3307937 h 5143785"/>
              <a:gd name="connsiteX8811" fmla="*/ 1968818 w 3114960"/>
              <a:gd name="connsiteY8811" fmla="*/ 3302318 h 5143785"/>
              <a:gd name="connsiteX8812" fmla="*/ 1962722 w 3114960"/>
              <a:gd name="connsiteY8812" fmla="*/ 3296222 h 5143785"/>
              <a:gd name="connsiteX8813" fmla="*/ 1954911 w 3114960"/>
              <a:gd name="connsiteY8813" fmla="*/ 3296222 h 5143785"/>
              <a:gd name="connsiteX8814" fmla="*/ 1947291 w 3114960"/>
              <a:gd name="connsiteY8814" fmla="*/ 3287173 h 5143785"/>
              <a:gd name="connsiteX8815" fmla="*/ 1762030 w 3114960"/>
              <a:gd name="connsiteY8815" fmla="*/ 3288030 h 5143785"/>
              <a:gd name="connsiteX8816" fmla="*/ 1741075 w 3114960"/>
              <a:gd name="connsiteY8816" fmla="*/ 3265551 h 5143785"/>
              <a:gd name="connsiteX8817" fmla="*/ 1741361 w 3114960"/>
              <a:gd name="connsiteY8817" fmla="*/ 3264313 h 5143785"/>
              <a:gd name="connsiteX8818" fmla="*/ 1741361 w 3114960"/>
              <a:gd name="connsiteY8818" fmla="*/ 3251835 h 5143785"/>
              <a:gd name="connsiteX8819" fmla="*/ 1735836 w 3114960"/>
              <a:gd name="connsiteY8819" fmla="*/ 3246311 h 5143785"/>
              <a:gd name="connsiteX8820" fmla="*/ 1723358 w 3114960"/>
              <a:gd name="connsiteY8820" fmla="*/ 3246311 h 5143785"/>
              <a:gd name="connsiteX8821" fmla="*/ 1717834 w 3114960"/>
              <a:gd name="connsiteY8821" fmla="*/ 3251835 h 5143785"/>
              <a:gd name="connsiteX8822" fmla="*/ 1717834 w 3114960"/>
              <a:gd name="connsiteY8822" fmla="*/ 3264313 h 5143785"/>
              <a:gd name="connsiteX8823" fmla="*/ 1723358 w 3114960"/>
              <a:gd name="connsiteY8823" fmla="*/ 3269837 h 5143785"/>
              <a:gd name="connsiteX8824" fmla="*/ 1735836 w 3114960"/>
              <a:gd name="connsiteY8824" fmla="*/ 3269837 h 5143785"/>
              <a:gd name="connsiteX8825" fmla="*/ 1738122 w 3114960"/>
              <a:gd name="connsiteY8825" fmla="*/ 3269266 h 5143785"/>
              <a:gd name="connsiteX8826" fmla="*/ 1760030 w 3114960"/>
              <a:gd name="connsiteY8826" fmla="*/ 3292697 h 5143785"/>
              <a:gd name="connsiteX8827" fmla="*/ 1945100 w 3114960"/>
              <a:gd name="connsiteY8827" fmla="*/ 3291935 h 5143785"/>
              <a:gd name="connsiteX8828" fmla="*/ 1948720 w 3114960"/>
              <a:gd name="connsiteY8828" fmla="*/ 3296222 h 5143785"/>
              <a:gd name="connsiteX8829" fmla="*/ 1941100 w 3114960"/>
              <a:gd name="connsiteY8829" fmla="*/ 3296222 h 5143785"/>
              <a:gd name="connsiteX8830" fmla="*/ 1935004 w 3114960"/>
              <a:gd name="connsiteY8830" fmla="*/ 3302318 h 5143785"/>
              <a:gd name="connsiteX8831" fmla="*/ 1935004 w 3114960"/>
              <a:gd name="connsiteY8831" fmla="*/ 3307937 h 5143785"/>
              <a:gd name="connsiteX8832" fmla="*/ 1941100 w 3114960"/>
              <a:gd name="connsiteY8832" fmla="*/ 3314034 h 5143785"/>
              <a:gd name="connsiteX8833" fmla="*/ 1949577 w 3114960"/>
              <a:gd name="connsiteY8833" fmla="*/ 3314034 h 5143785"/>
              <a:gd name="connsiteX8834" fmla="*/ 1949577 w 3114960"/>
              <a:gd name="connsiteY8834" fmla="*/ 3341275 h 5143785"/>
              <a:gd name="connsiteX8835" fmla="*/ 1963960 w 3114960"/>
              <a:gd name="connsiteY8835" fmla="*/ 3357372 h 5143785"/>
              <a:gd name="connsiteX8836" fmla="*/ 1964341 w 3114960"/>
              <a:gd name="connsiteY8836" fmla="*/ 3470529 h 5143785"/>
              <a:gd name="connsiteX8837" fmla="*/ 1860804 w 3114960"/>
              <a:gd name="connsiteY8837" fmla="*/ 3585210 h 5143785"/>
              <a:gd name="connsiteX8838" fmla="*/ 1787747 w 3114960"/>
              <a:gd name="connsiteY8838" fmla="*/ 3585210 h 5143785"/>
              <a:gd name="connsiteX8839" fmla="*/ 1772984 w 3114960"/>
              <a:gd name="connsiteY8839" fmla="*/ 3598545 h 5143785"/>
              <a:gd name="connsiteX8840" fmla="*/ 1689545 w 3114960"/>
              <a:gd name="connsiteY8840" fmla="*/ 3598545 h 5143785"/>
              <a:gd name="connsiteX8841" fmla="*/ 1676114 w 3114960"/>
              <a:gd name="connsiteY8841" fmla="*/ 3587305 h 5143785"/>
              <a:gd name="connsiteX8842" fmla="*/ 1662589 w 3114960"/>
              <a:gd name="connsiteY8842" fmla="*/ 3599402 h 5143785"/>
              <a:gd name="connsiteX8843" fmla="*/ 1631537 w 3114960"/>
              <a:gd name="connsiteY8843" fmla="*/ 3599402 h 5143785"/>
              <a:gd name="connsiteX8844" fmla="*/ 1604582 w 3114960"/>
              <a:gd name="connsiteY8844" fmla="*/ 3628930 h 5143785"/>
              <a:gd name="connsiteX8845" fmla="*/ 1604772 w 3114960"/>
              <a:gd name="connsiteY8845" fmla="*/ 3726847 h 5143785"/>
              <a:gd name="connsiteX8846" fmla="*/ 1546860 w 3114960"/>
              <a:gd name="connsiteY8846" fmla="*/ 3774186 h 5143785"/>
              <a:gd name="connsiteX8847" fmla="*/ 1539812 w 3114960"/>
              <a:gd name="connsiteY8847" fmla="*/ 3770948 h 5143785"/>
              <a:gd name="connsiteX8848" fmla="*/ 1531906 w 3114960"/>
              <a:gd name="connsiteY8848" fmla="*/ 3773710 h 5143785"/>
              <a:gd name="connsiteX8849" fmla="*/ 1531906 w 3114960"/>
              <a:gd name="connsiteY8849" fmla="*/ 3773710 h 5143785"/>
              <a:gd name="connsiteX8850" fmla="*/ 1529906 w 3114960"/>
              <a:gd name="connsiteY8850" fmla="*/ 3787235 h 5143785"/>
              <a:gd name="connsiteX8851" fmla="*/ 1460945 w 3114960"/>
              <a:gd name="connsiteY8851" fmla="*/ 3849910 h 5143785"/>
              <a:gd name="connsiteX8852" fmla="*/ 1460945 w 3114960"/>
              <a:gd name="connsiteY8852" fmla="*/ 3945922 h 5143785"/>
              <a:gd name="connsiteX8853" fmla="*/ 1453896 w 3114960"/>
              <a:gd name="connsiteY8853" fmla="*/ 3955352 h 5143785"/>
              <a:gd name="connsiteX8854" fmla="*/ 1460945 w 3114960"/>
              <a:gd name="connsiteY8854" fmla="*/ 3963924 h 5143785"/>
              <a:gd name="connsiteX8855" fmla="*/ 1460754 w 3114960"/>
              <a:gd name="connsiteY8855" fmla="*/ 3989261 h 5143785"/>
              <a:gd name="connsiteX8856" fmla="*/ 1422178 w 3114960"/>
              <a:gd name="connsiteY8856" fmla="*/ 4028027 h 5143785"/>
              <a:gd name="connsiteX8857" fmla="*/ 1421511 w 3114960"/>
              <a:gd name="connsiteY8857" fmla="*/ 4029742 h 5143785"/>
              <a:gd name="connsiteX8858" fmla="*/ 1421130 w 3114960"/>
              <a:gd name="connsiteY8858" fmla="*/ 4113562 h 5143785"/>
              <a:gd name="connsiteX8859" fmla="*/ 1400651 w 3114960"/>
              <a:gd name="connsiteY8859" fmla="*/ 4087749 h 5143785"/>
              <a:gd name="connsiteX8860" fmla="*/ 1402556 w 3114960"/>
              <a:gd name="connsiteY8860" fmla="*/ 4075176 h 5143785"/>
              <a:gd name="connsiteX8861" fmla="*/ 1386935 w 3114960"/>
              <a:gd name="connsiteY8861" fmla="*/ 4069271 h 5143785"/>
              <a:gd name="connsiteX8862" fmla="*/ 1381030 w 3114960"/>
              <a:gd name="connsiteY8862" fmla="*/ 4084892 h 5143785"/>
              <a:gd name="connsiteX8863" fmla="*/ 1387602 w 3114960"/>
              <a:gd name="connsiteY8863" fmla="*/ 4091083 h 5143785"/>
              <a:gd name="connsiteX8864" fmla="*/ 1736789 w 3114960"/>
              <a:gd name="connsiteY8864" fmla="*/ 3264122 h 5143785"/>
              <a:gd name="connsiteX8865" fmla="*/ 1736027 w 3114960"/>
              <a:gd name="connsiteY8865" fmla="*/ 3264884 h 5143785"/>
              <a:gd name="connsiteX8866" fmla="*/ 1723549 w 3114960"/>
              <a:gd name="connsiteY8866" fmla="*/ 3264884 h 5143785"/>
              <a:gd name="connsiteX8867" fmla="*/ 1722787 w 3114960"/>
              <a:gd name="connsiteY8867" fmla="*/ 3264122 h 5143785"/>
              <a:gd name="connsiteX8868" fmla="*/ 1722787 w 3114960"/>
              <a:gd name="connsiteY8868" fmla="*/ 3251645 h 5143785"/>
              <a:gd name="connsiteX8869" fmla="*/ 1723549 w 3114960"/>
              <a:gd name="connsiteY8869" fmla="*/ 3250883 h 5143785"/>
              <a:gd name="connsiteX8870" fmla="*/ 1736027 w 3114960"/>
              <a:gd name="connsiteY8870" fmla="*/ 3250883 h 5143785"/>
              <a:gd name="connsiteX8871" fmla="*/ 1736789 w 3114960"/>
              <a:gd name="connsiteY8871" fmla="*/ 3251645 h 5143785"/>
              <a:gd name="connsiteX8872" fmla="*/ 1736789 w 3114960"/>
              <a:gd name="connsiteY8872" fmla="*/ 3264122 h 5143785"/>
              <a:gd name="connsiteX8873" fmla="*/ 1941290 w 3114960"/>
              <a:gd name="connsiteY8873" fmla="*/ 3309176 h 5143785"/>
              <a:gd name="connsiteX8874" fmla="*/ 1939957 w 3114960"/>
              <a:gd name="connsiteY8874" fmla="*/ 3307842 h 5143785"/>
              <a:gd name="connsiteX8875" fmla="*/ 1939957 w 3114960"/>
              <a:gd name="connsiteY8875" fmla="*/ 3302222 h 5143785"/>
              <a:gd name="connsiteX8876" fmla="*/ 1941290 w 3114960"/>
              <a:gd name="connsiteY8876" fmla="*/ 3300889 h 5143785"/>
              <a:gd name="connsiteX8877" fmla="*/ 1962912 w 3114960"/>
              <a:gd name="connsiteY8877" fmla="*/ 3300889 h 5143785"/>
              <a:gd name="connsiteX8878" fmla="*/ 1964246 w 3114960"/>
              <a:gd name="connsiteY8878" fmla="*/ 3302222 h 5143785"/>
              <a:gd name="connsiteX8879" fmla="*/ 1964246 w 3114960"/>
              <a:gd name="connsiteY8879" fmla="*/ 3307842 h 5143785"/>
              <a:gd name="connsiteX8880" fmla="*/ 1962912 w 3114960"/>
              <a:gd name="connsiteY8880" fmla="*/ 3309176 h 5143785"/>
              <a:gd name="connsiteX8881" fmla="*/ 1941290 w 3114960"/>
              <a:gd name="connsiteY8881" fmla="*/ 3309176 h 5143785"/>
              <a:gd name="connsiteX8882" fmla="*/ 1676210 w 3114960"/>
              <a:gd name="connsiteY8882" fmla="*/ 3591878 h 5143785"/>
              <a:gd name="connsiteX8883" fmla="*/ 1685068 w 3114960"/>
              <a:gd name="connsiteY8883" fmla="*/ 3600736 h 5143785"/>
              <a:gd name="connsiteX8884" fmla="*/ 1676210 w 3114960"/>
              <a:gd name="connsiteY8884" fmla="*/ 3609594 h 5143785"/>
              <a:gd name="connsiteX8885" fmla="*/ 1667351 w 3114960"/>
              <a:gd name="connsiteY8885" fmla="*/ 3600736 h 5143785"/>
              <a:gd name="connsiteX8886" fmla="*/ 1676210 w 3114960"/>
              <a:gd name="connsiteY8886" fmla="*/ 3591878 h 5143785"/>
              <a:gd name="connsiteX8887" fmla="*/ 1535144 w 3114960"/>
              <a:gd name="connsiteY8887" fmla="*/ 3777234 h 5143785"/>
              <a:gd name="connsiteX8888" fmla="*/ 1539621 w 3114960"/>
              <a:gd name="connsiteY8888" fmla="*/ 3775615 h 5143785"/>
              <a:gd name="connsiteX8889" fmla="*/ 1543907 w 3114960"/>
              <a:gd name="connsiteY8889" fmla="*/ 3777615 h 5143785"/>
              <a:gd name="connsiteX8890" fmla="*/ 1545527 w 3114960"/>
              <a:gd name="connsiteY8890" fmla="*/ 3782092 h 5143785"/>
              <a:gd name="connsiteX8891" fmla="*/ 1543526 w 3114960"/>
              <a:gd name="connsiteY8891" fmla="*/ 3786378 h 5143785"/>
              <a:gd name="connsiteX8892" fmla="*/ 1539050 w 3114960"/>
              <a:gd name="connsiteY8892" fmla="*/ 3787902 h 5143785"/>
              <a:gd name="connsiteX8893" fmla="*/ 1534763 w 3114960"/>
              <a:gd name="connsiteY8893" fmla="*/ 3785902 h 5143785"/>
              <a:gd name="connsiteX8894" fmla="*/ 1535240 w 3114960"/>
              <a:gd name="connsiteY8894" fmla="*/ 3777139 h 5143785"/>
              <a:gd name="connsiteX8895" fmla="*/ 1388840 w 3114960"/>
              <a:gd name="connsiteY8895" fmla="*/ 4073557 h 5143785"/>
              <a:gd name="connsiteX8896" fmla="*/ 1391698 w 3114960"/>
              <a:gd name="connsiteY8896" fmla="*/ 4072890 h 5143785"/>
              <a:gd name="connsiteX8897" fmla="*/ 1398175 w 3114960"/>
              <a:gd name="connsiteY8897" fmla="*/ 4077081 h 5143785"/>
              <a:gd name="connsiteX8898" fmla="*/ 1394651 w 3114960"/>
              <a:gd name="connsiteY8898" fmla="*/ 4086416 h 5143785"/>
              <a:gd name="connsiteX8899" fmla="*/ 1385316 w 3114960"/>
              <a:gd name="connsiteY8899" fmla="*/ 4082892 h 5143785"/>
              <a:gd name="connsiteX8900" fmla="*/ 1388840 w 3114960"/>
              <a:gd name="connsiteY8900" fmla="*/ 4073557 h 5143785"/>
              <a:gd name="connsiteX8901" fmla="*/ 1726882 w 3114960"/>
              <a:gd name="connsiteY8901" fmla="*/ 1261396 h 5143785"/>
              <a:gd name="connsiteX8902" fmla="*/ 1736693 w 3114960"/>
              <a:gd name="connsiteY8902" fmla="*/ 1258062 h 5143785"/>
              <a:gd name="connsiteX8903" fmla="*/ 1740027 w 3114960"/>
              <a:gd name="connsiteY8903" fmla="*/ 1267873 h 5143785"/>
              <a:gd name="connsiteX8904" fmla="*/ 1730216 w 3114960"/>
              <a:gd name="connsiteY8904" fmla="*/ 1271207 h 5143785"/>
              <a:gd name="connsiteX8905" fmla="*/ 1726882 w 3114960"/>
              <a:gd name="connsiteY8905" fmla="*/ 1261396 h 5143785"/>
              <a:gd name="connsiteX8906" fmla="*/ 349853 w 3114960"/>
              <a:gd name="connsiteY8906" fmla="*/ 2193989 h 5143785"/>
              <a:gd name="connsiteX8907" fmla="*/ 357092 w 3114960"/>
              <a:gd name="connsiteY8907" fmla="*/ 2186940 h 5143785"/>
              <a:gd name="connsiteX8908" fmla="*/ 360426 w 3114960"/>
              <a:gd name="connsiteY8908" fmla="*/ 2190369 h 5143785"/>
              <a:gd name="connsiteX8909" fmla="*/ 353187 w 3114960"/>
              <a:gd name="connsiteY8909" fmla="*/ 2197418 h 5143785"/>
              <a:gd name="connsiteX8910" fmla="*/ 349853 w 3114960"/>
              <a:gd name="connsiteY8910" fmla="*/ 2193989 h 5143785"/>
              <a:gd name="connsiteX8911" fmla="*/ 536448 w 3114960"/>
              <a:gd name="connsiteY8911" fmla="*/ 991743 h 5143785"/>
              <a:gd name="connsiteX8912" fmla="*/ 529590 w 3114960"/>
              <a:gd name="connsiteY8912" fmla="*/ 984885 h 5143785"/>
              <a:gd name="connsiteX8913" fmla="*/ 516922 w 3114960"/>
              <a:gd name="connsiteY8913" fmla="*/ 984885 h 5143785"/>
              <a:gd name="connsiteX8914" fmla="*/ 510064 w 3114960"/>
              <a:gd name="connsiteY8914" fmla="*/ 991743 h 5143785"/>
              <a:gd name="connsiteX8915" fmla="*/ 510064 w 3114960"/>
              <a:gd name="connsiteY8915" fmla="*/ 997077 h 5143785"/>
              <a:gd name="connsiteX8916" fmla="*/ 489014 w 3114960"/>
              <a:gd name="connsiteY8916" fmla="*/ 997077 h 5143785"/>
              <a:gd name="connsiteX8917" fmla="*/ 433864 w 3114960"/>
              <a:gd name="connsiteY8917" fmla="*/ 1047941 h 5143785"/>
              <a:gd name="connsiteX8918" fmla="*/ 334994 w 3114960"/>
              <a:gd name="connsiteY8918" fmla="*/ 1047941 h 5143785"/>
              <a:gd name="connsiteX8919" fmla="*/ 314992 w 3114960"/>
              <a:gd name="connsiteY8919" fmla="*/ 1028700 h 5143785"/>
              <a:gd name="connsiteX8920" fmla="*/ 249174 w 3114960"/>
              <a:gd name="connsiteY8920" fmla="*/ 1028700 h 5143785"/>
              <a:gd name="connsiteX8921" fmla="*/ 215837 w 3114960"/>
              <a:gd name="connsiteY8921" fmla="*/ 1056894 h 5143785"/>
              <a:gd name="connsiteX8922" fmla="*/ 210979 w 3114960"/>
              <a:gd name="connsiteY8922" fmla="*/ 1055084 h 5143785"/>
              <a:gd name="connsiteX8923" fmla="*/ 196691 w 3114960"/>
              <a:gd name="connsiteY8923" fmla="*/ 1065848 h 5143785"/>
              <a:gd name="connsiteX8924" fmla="*/ 207455 w 3114960"/>
              <a:gd name="connsiteY8924" fmla="*/ 1080230 h 5143785"/>
              <a:gd name="connsiteX8925" fmla="*/ 209264 w 3114960"/>
              <a:gd name="connsiteY8925" fmla="*/ 1080326 h 5143785"/>
              <a:gd name="connsiteX8926" fmla="*/ 221837 w 3114960"/>
              <a:gd name="connsiteY8926" fmla="*/ 1069467 h 5143785"/>
              <a:gd name="connsiteX8927" fmla="*/ 219456 w 3114960"/>
              <a:gd name="connsiteY8927" fmla="*/ 1060133 h 5143785"/>
              <a:gd name="connsiteX8928" fmla="*/ 250984 w 3114960"/>
              <a:gd name="connsiteY8928" fmla="*/ 1033463 h 5143785"/>
              <a:gd name="connsiteX8929" fmla="*/ 313087 w 3114960"/>
              <a:gd name="connsiteY8929" fmla="*/ 1033463 h 5143785"/>
              <a:gd name="connsiteX8930" fmla="*/ 333089 w 3114960"/>
              <a:gd name="connsiteY8930" fmla="*/ 1052703 h 5143785"/>
              <a:gd name="connsiteX8931" fmla="*/ 435674 w 3114960"/>
              <a:gd name="connsiteY8931" fmla="*/ 1052703 h 5143785"/>
              <a:gd name="connsiteX8932" fmla="*/ 490823 w 3114960"/>
              <a:gd name="connsiteY8932" fmla="*/ 1001840 h 5143785"/>
              <a:gd name="connsiteX8933" fmla="*/ 510064 w 3114960"/>
              <a:gd name="connsiteY8933" fmla="*/ 1001840 h 5143785"/>
              <a:gd name="connsiteX8934" fmla="*/ 510064 w 3114960"/>
              <a:gd name="connsiteY8934" fmla="*/ 1004316 h 5143785"/>
              <a:gd name="connsiteX8935" fmla="*/ 516922 w 3114960"/>
              <a:gd name="connsiteY8935" fmla="*/ 1011174 h 5143785"/>
              <a:gd name="connsiteX8936" fmla="*/ 529590 w 3114960"/>
              <a:gd name="connsiteY8936" fmla="*/ 1011174 h 5143785"/>
              <a:gd name="connsiteX8937" fmla="*/ 536448 w 3114960"/>
              <a:gd name="connsiteY8937" fmla="*/ 1004316 h 5143785"/>
              <a:gd name="connsiteX8938" fmla="*/ 536448 w 3114960"/>
              <a:gd name="connsiteY8938" fmla="*/ 991648 h 5143785"/>
              <a:gd name="connsiteX8939" fmla="*/ 208217 w 3114960"/>
              <a:gd name="connsiteY8939" fmla="*/ 1075468 h 5143785"/>
              <a:gd name="connsiteX8940" fmla="*/ 201549 w 3114960"/>
              <a:gd name="connsiteY8940" fmla="*/ 1066514 h 5143785"/>
              <a:gd name="connsiteX8941" fmla="*/ 210503 w 3114960"/>
              <a:gd name="connsiteY8941" fmla="*/ 1059847 h 5143785"/>
              <a:gd name="connsiteX8942" fmla="*/ 217170 w 3114960"/>
              <a:gd name="connsiteY8942" fmla="*/ 1068800 h 5143785"/>
              <a:gd name="connsiteX8943" fmla="*/ 208217 w 3114960"/>
              <a:gd name="connsiteY8943" fmla="*/ 1075468 h 5143785"/>
              <a:gd name="connsiteX8944" fmla="*/ 531686 w 3114960"/>
              <a:gd name="connsiteY8944" fmla="*/ 1004411 h 5143785"/>
              <a:gd name="connsiteX8945" fmla="*/ 529590 w 3114960"/>
              <a:gd name="connsiteY8945" fmla="*/ 1006507 h 5143785"/>
              <a:gd name="connsiteX8946" fmla="*/ 516922 w 3114960"/>
              <a:gd name="connsiteY8946" fmla="*/ 1006507 h 5143785"/>
              <a:gd name="connsiteX8947" fmla="*/ 514826 w 3114960"/>
              <a:gd name="connsiteY8947" fmla="*/ 1004411 h 5143785"/>
              <a:gd name="connsiteX8948" fmla="*/ 514826 w 3114960"/>
              <a:gd name="connsiteY8948" fmla="*/ 991743 h 5143785"/>
              <a:gd name="connsiteX8949" fmla="*/ 516922 w 3114960"/>
              <a:gd name="connsiteY8949" fmla="*/ 989648 h 5143785"/>
              <a:gd name="connsiteX8950" fmla="*/ 529590 w 3114960"/>
              <a:gd name="connsiteY8950" fmla="*/ 989648 h 5143785"/>
              <a:gd name="connsiteX8951" fmla="*/ 531686 w 3114960"/>
              <a:gd name="connsiteY8951" fmla="*/ 991743 h 5143785"/>
              <a:gd name="connsiteX8952" fmla="*/ 531686 w 3114960"/>
              <a:gd name="connsiteY8952" fmla="*/ 1004411 h 5143785"/>
              <a:gd name="connsiteX8953" fmla="*/ 1758982 w 3114960"/>
              <a:gd name="connsiteY8953" fmla="*/ 4393787 h 5143785"/>
              <a:gd name="connsiteX8954" fmla="*/ 1747838 w 3114960"/>
              <a:gd name="connsiteY8954" fmla="*/ 4404932 h 5143785"/>
              <a:gd name="connsiteX8955" fmla="*/ 1736693 w 3114960"/>
              <a:gd name="connsiteY8955" fmla="*/ 4393787 h 5143785"/>
              <a:gd name="connsiteX8956" fmla="*/ 1747838 w 3114960"/>
              <a:gd name="connsiteY8956" fmla="*/ 4382643 h 5143785"/>
              <a:gd name="connsiteX8957" fmla="*/ 1758982 w 3114960"/>
              <a:gd name="connsiteY8957" fmla="*/ 4393787 h 5143785"/>
              <a:gd name="connsiteX8958" fmla="*/ 1759744 w 3114960"/>
              <a:gd name="connsiteY8958" fmla="*/ 4343591 h 5143785"/>
              <a:gd name="connsiteX8959" fmla="*/ 1747933 w 3114960"/>
              <a:gd name="connsiteY8959" fmla="*/ 4355402 h 5143785"/>
              <a:gd name="connsiteX8960" fmla="*/ 1736122 w 3114960"/>
              <a:gd name="connsiteY8960" fmla="*/ 4343591 h 5143785"/>
              <a:gd name="connsiteX8961" fmla="*/ 1747933 w 3114960"/>
              <a:gd name="connsiteY8961" fmla="*/ 4331780 h 5143785"/>
              <a:gd name="connsiteX8962" fmla="*/ 1759744 w 3114960"/>
              <a:gd name="connsiteY8962" fmla="*/ 4343591 h 5143785"/>
              <a:gd name="connsiteX8963" fmla="*/ 1757648 w 3114960"/>
              <a:gd name="connsiteY8963" fmla="*/ 4494181 h 5143785"/>
              <a:gd name="connsiteX8964" fmla="*/ 1747838 w 3114960"/>
              <a:gd name="connsiteY8964" fmla="*/ 4503992 h 5143785"/>
              <a:gd name="connsiteX8965" fmla="*/ 1738027 w 3114960"/>
              <a:gd name="connsiteY8965" fmla="*/ 4494181 h 5143785"/>
              <a:gd name="connsiteX8966" fmla="*/ 1747838 w 3114960"/>
              <a:gd name="connsiteY8966" fmla="*/ 4484370 h 5143785"/>
              <a:gd name="connsiteX8967" fmla="*/ 1757648 w 3114960"/>
              <a:gd name="connsiteY8967" fmla="*/ 4494181 h 5143785"/>
              <a:gd name="connsiteX8968" fmla="*/ 1804321 w 3114960"/>
              <a:gd name="connsiteY8968" fmla="*/ 4496562 h 5143785"/>
              <a:gd name="connsiteX8969" fmla="*/ 1794510 w 3114960"/>
              <a:gd name="connsiteY8969" fmla="*/ 4506373 h 5143785"/>
              <a:gd name="connsiteX8970" fmla="*/ 1784699 w 3114960"/>
              <a:gd name="connsiteY8970" fmla="*/ 4496562 h 5143785"/>
              <a:gd name="connsiteX8971" fmla="*/ 1794510 w 3114960"/>
              <a:gd name="connsiteY8971" fmla="*/ 4486752 h 5143785"/>
              <a:gd name="connsiteX8972" fmla="*/ 1804321 w 3114960"/>
              <a:gd name="connsiteY8972" fmla="*/ 4496562 h 5143785"/>
              <a:gd name="connsiteX8973" fmla="*/ 687038 w 3114960"/>
              <a:gd name="connsiteY8973" fmla="*/ 2712815 h 5143785"/>
              <a:gd name="connsiteX8974" fmla="*/ 680085 w 3114960"/>
              <a:gd name="connsiteY8974" fmla="*/ 2705957 h 5143785"/>
              <a:gd name="connsiteX8975" fmla="*/ 670370 w 3114960"/>
              <a:gd name="connsiteY8975" fmla="*/ 2705957 h 5143785"/>
              <a:gd name="connsiteX8976" fmla="*/ 663512 w 3114960"/>
              <a:gd name="connsiteY8976" fmla="*/ 2712911 h 5143785"/>
              <a:gd name="connsiteX8977" fmla="*/ 663512 w 3114960"/>
              <a:gd name="connsiteY8977" fmla="*/ 2722626 h 5143785"/>
              <a:gd name="connsiteX8978" fmla="*/ 670465 w 3114960"/>
              <a:gd name="connsiteY8978" fmla="*/ 2729484 h 5143785"/>
              <a:gd name="connsiteX8979" fmla="*/ 675227 w 3114960"/>
              <a:gd name="connsiteY8979" fmla="*/ 2730437 h 5143785"/>
              <a:gd name="connsiteX8980" fmla="*/ 680180 w 3114960"/>
              <a:gd name="connsiteY8980" fmla="*/ 2729484 h 5143785"/>
              <a:gd name="connsiteX8981" fmla="*/ 682371 w 3114960"/>
              <a:gd name="connsiteY8981" fmla="*/ 2728055 h 5143785"/>
              <a:gd name="connsiteX8982" fmla="*/ 716947 w 3114960"/>
              <a:gd name="connsiteY8982" fmla="*/ 2759964 h 5143785"/>
              <a:gd name="connsiteX8983" fmla="*/ 718566 w 3114960"/>
              <a:gd name="connsiteY8983" fmla="*/ 2760631 h 5143785"/>
              <a:gd name="connsiteX8984" fmla="*/ 718661 w 3114960"/>
              <a:gd name="connsiteY8984" fmla="*/ 2760631 h 5143785"/>
              <a:gd name="connsiteX8985" fmla="*/ 720281 w 3114960"/>
              <a:gd name="connsiteY8985" fmla="*/ 2759869 h 5143785"/>
              <a:gd name="connsiteX8986" fmla="*/ 763810 w 3114960"/>
              <a:gd name="connsiteY8986" fmla="*/ 2711863 h 5143785"/>
              <a:gd name="connsiteX8987" fmla="*/ 875729 w 3114960"/>
              <a:gd name="connsiteY8987" fmla="*/ 2713768 h 5143785"/>
              <a:gd name="connsiteX8988" fmla="*/ 876110 w 3114960"/>
              <a:gd name="connsiteY8988" fmla="*/ 2714339 h 5143785"/>
              <a:gd name="connsiteX8989" fmla="*/ 885254 w 3114960"/>
              <a:gd name="connsiteY8989" fmla="*/ 2723484 h 5143785"/>
              <a:gd name="connsiteX8990" fmla="*/ 888873 w 3114960"/>
              <a:gd name="connsiteY8990" fmla="*/ 2725007 h 5143785"/>
              <a:gd name="connsiteX8991" fmla="*/ 892493 w 3114960"/>
              <a:gd name="connsiteY8991" fmla="*/ 2723484 h 5143785"/>
              <a:gd name="connsiteX8992" fmla="*/ 901637 w 3114960"/>
              <a:gd name="connsiteY8992" fmla="*/ 2714339 h 5143785"/>
              <a:gd name="connsiteX8993" fmla="*/ 901637 w 3114960"/>
              <a:gd name="connsiteY8993" fmla="*/ 2707196 h 5143785"/>
              <a:gd name="connsiteX8994" fmla="*/ 892493 w 3114960"/>
              <a:gd name="connsiteY8994" fmla="*/ 2698052 h 5143785"/>
              <a:gd name="connsiteX8995" fmla="*/ 892493 w 3114960"/>
              <a:gd name="connsiteY8995" fmla="*/ 2698052 h 5143785"/>
              <a:gd name="connsiteX8996" fmla="*/ 885349 w 3114960"/>
              <a:gd name="connsiteY8996" fmla="*/ 2698052 h 5143785"/>
              <a:gd name="connsiteX8997" fmla="*/ 876205 w 3114960"/>
              <a:gd name="connsiteY8997" fmla="*/ 2707196 h 5143785"/>
              <a:gd name="connsiteX8998" fmla="*/ 875062 w 3114960"/>
              <a:gd name="connsiteY8998" fmla="*/ 2709005 h 5143785"/>
              <a:gd name="connsiteX8999" fmla="*/ 762857 w 3114960"/>
              <a:gd name="connsiteY8999" fmla="*/ 2707100 h 5143785"/>
              <a:gd name="connsiteX9000" fmla="*/ 761048 w 3114960"/>
              <a:gd name="connsiteY9000" fmla="*/ 2707862 h 5143785"/>
              <a:gd name="connsiteX9001" fmla="*/ 718471 w 3114960"/>
              <a:gd name="connsiteY9001" fmla="*/ 2754916 h 5143785"/>
              <a:gd name="connsiteX9002" fmla="*/ 685705 w 3114960"/>
              <a:gd name="connsiteY9002" fmla="*/ 2724722 h 5143785"/>
              <a:gd name="connsiteX9003" fmla="*/ 687038 w 3114960"/>
              <a:gd name="connsiteY9003" fmla="*/ 2722626 h 5143785"/>
              <a:gd name="connsiteX9004" fmla="*/ 687038 w 3114960"/>
              <a:gd name="connsiteY9004" fmla="*/ 2712911 h 5143785"/>
              <a:gd name="connsiteX9005" fmla="*/ 682752 w 3114960"/>
              <a:gd name="connsiteY9005" fmla="*/ 2720721 h 5143785"/>
              <a:gd name="connsiteX9006" fmla="*/ 678466 w 3114960"/>
              <a:gd name="connsiteY9006" fmla="*/ 2725103 h 5143785"/>
              <a:gd name="connsiteX9007" fmla="*/ 672370 w 3114960"/>
              <a:gd name="connsiteY9007" fmla="*/ 2725103 h 5143785"/>
              <a:gd name="connsiteX9008" fmla="*/ 668084 w 3114960"/>
              <a:gd name="connsiteY9008" fmla="*/ 2720817 h 5143785"/>
              <a:gd name="connsiteX9009" fmla="*/ 668084 w 3114960"/>
              <a:gd name="connsiteY9009" fmla="*/ 2714720 h 5143785"/>
              <a:gd name="connsiteX9010" fmla="*/ 672370 w 3114960"/>
              <a:gd name="connsiteY9010" fmla="*/ 2710339 h 5143785"/>
              <a:gd name="connsiteX9011" fmla="*/ 675418 w 3114960"/>
              <a:gd name="connsiteY9011" fmla="*/ 2709672 h 5143785"/>
              <a:gd name="connsiteX9012" fmla="*/ 678466 w 3114960"/>
              <a:gd name="connsiteY9012" fmla="*/ 2710244 h 5143785"/>
              <a:gd name="connsiteX9013" fmla="*/ 682752 w 3114960"/>
              <a:gd name="connsiteY9013" fmla="*/ 2714530 h 5143785"/>
              <a:gd name="connsiteX9014" fmla="*/ 682752 w 3114960"/>
              <a:gd name="connsiteY9014" fmla="*/ 2720626 h 5143785"/>
              <a:gd name="connsiteX9015" fmla="*/ 888683 w 3114960"/>
              <a:gd name="connsiteY9015" fmla="*/ 2701290 h 5143785"/>
              <a:gd name="connsiteX9016" fmla="*/ 888873 w 3114960"/>
              <a:gd name="connsiteY9016" fmla="*/ 2701290 h 5143785"/>
              <a:gd name="connsiteX9017" fmla="*/ 889064 w 3114960"/>
              <a:gd name="connsiteY9017" fmla="*/ 2701290 h 5143785"/>
              <a:gd name="connsiteX9018" fmla="*/ 898208 w 3114960"/>
              <a:gd name="connsiteY9018" fmla="*/ 2710910 h 5143785"/>
              <a:gd name="connsiteX9019" fmla="*/ 888587 w 3114960"/>
              <a:gd name="connsiteY9019" fmla="*/ 2720054 h 5143785"/>
              <a:gd name="connsiteX9020" fmla="*/ 879443 w 3114960"/>
              <a:gd name="connsiteY9020" fmla="*/ 2710434 h 5143785"/>
              <a:gd name="connsiteX9021" fmla="*/ 888587 w 3114960"/>
              <a:gd name="connsiteY9021" fmla="*/ 2701290 h 5143785"/>
              <a:gd name="connsiteX9022" fmla="*/ 1758315 w 3114960"/>
              <a:gd name="connsiteY9022" fmla="*/ 4443984 h 5143785"/>
              <a:gd name="connsiteX9023" fmla="*/ 1747838 w 3114960"/>
              <a:gd name="connsiteY9023" fmla="*/ 4454462 h 5143785"/>
              <a:gd name="connsiteX9024" fmla="*/ 1737360 w 3114960"/>
              <a:gd name="connsiteY9024" fmla="*/ 4443984 h 5143785"/>
              <a:gd name="connsiteX9025" fmla="*/ 1747838 w 3114960"/>
              <a:gd name="connsiteY9025" fmla="*/ 4433507 h 5143785"/>
              <a:gd name="connsiteX9026" fmla="*/ 1758315 w 3114960"/>
              <a:gd name="connsiteY9026" fmla="*/ 4443984 h 5143785"/>
              <a:gd name="connsiteX9027" fmla="*/ 1760411 w 3114960"/>
              <a:gd name="connsiteY9027" fmla="*/ 4293394 h 5143785"/>
              <a:gd name="connsiteX9028" fmla="*/ 1747933 w 3114960"/>
              <a:gd name="connsiteY9028" fmla="*/ 4305872 h 5143785"/>
              <a:gd name="connsiteX9029" fmla="*/ 1735455 w 3114960"/>
              <a:gd name="connsiteY9029" fmla="*/ 4293394 h 5143785"/>
              <a:gd name="connsiteX9030" fmla="*/ 1747933 w 3114960"/>
              <a:gd name="connsiteY9030" fmla="*/ 4280916 h 5143785"/>
              <a:gd name="connsiteX9031" fmla="*/ 1760411 w 3114960"/>
              <a:gd name="connsiteY9031" fmla="*/ 4293394 h 5143785"/>
              <a:gd name="connsiteX9032" fmla="*/ 1761744 w 3114960"/>
              <a:gd name="connsiteY9032" fmla="*/ 4193000 h 5143785"/>
              <a:gd name="connsiteX9033" fmla="*/ 1747933 w 3114960"/>
              <a:gd name="connsiteY9033" fmla="*/ 4206812 h 5143785"/>
              <a:gd name="connsiteX9034" fmla="*/ 1734122 w 3114960"/>
              <a:gd name="connsiteY9034" fmla="*/ 4193000 h 5143785"/>
              <a:gd name="connsiteX9035" fmla="*/ 1747933 w 3114960"/>
              <a:gd name="connsiteY9035" fmla="*/ 4179189 h 5143785"/>
              <a:gd name="connsiteX9036" fmla="*/ 1761744 w 3114960"/>
              <a:gd name="connsiteY9036" fmla="*/ 4193000 h 5143785"/>
              <a:gd name="connsiteX9037" fmla="*/ 1806988 w 3114960"/>
              <a:gd name="connsiteY9037" fmla="*/ 4295775 h 5143785"/>
              <a:gd name="connsiteX9038" fmla="*/ 1794510 w 3114960"/>
              <a:gd name="connsiteY9038" fmla="*/ 4308253 h 5143785"/>
              <a:gd name="connsiteX9039" fmla="*/ 1782032 w 3114960"/>
              <a:gd name="connsiteY9039" fmla="*/ 4295775 h 5143785"/>
              <a:gd name="connsiteX9040" fmla="*/ 1794510 w 3114960"/>
              <a:gd name="connsiteY9040" fmla="*/ 4283297 h 5143785"/>
              <a:gd name="connsiteX9041" fmla="*/ 1806988 w 3114960"/>
              <a:gd name="connsiteY9041" fmla="*/ 4295775 h 5143785"/>
              <a:gd name="connsiteX9042" fmla="*/ 1806321 w 3114960"/>
              <a:gd name="connsiteY9042" fmla="*/ 4345972 h 5143785"/>
              <a:gd name="connsiteX9043" fmla="*/ 1794510 w 3114960"/>
              <a:gd name="connsiteY9043" fmla="*/ 4357783 h 5143785"/>
              <a:gd name="connsiteX9044" fmla="*/ 1782699 w 3114960"/>
              <a:gd name="connsiteY9044" fmla="*/ 4345972 h 5143785"/>
              <a:gd name="connsiteX9045" fmla="*/ 1794510 w 3114960"/>
              <a:gd name="connsiteY9045" fmla="*/ 4334161 h 5143785"/>
              <a:gd name="connsiteX9046" fmla="*/ 1806321 w 3114960"/>
              <a:gd name="connsiteY9046" fmla="*/ 4345972 h 5143785"/>
              <a:gd name="connsiteX9047" fmla="*/ 1805654 w 3114960"/>
              <a:gd name="connsiteY9047" fmla="*/ 4396169 h 5143785"/>
              <a:gd name="connsiteX9048" fmla="*/ 1794510 w 3114960"/>
              <a:gd name="connsiteY9048" fmla="*/ 4407313 h 5143785"/>
              <a:gd name="connsiteX9049" fmla="*/ 1783366 w 3114960"/>
              <a:gd name="connsiteY9049" fmla="*/ 4396169 h 5143785"/>
              <a:gd name="connsiteX9050" fmla="*/ 1794510 w 3114960"/>
              <a:gd name="connsiteY9050" fmla="*/ 4385024 h 5143785"/>
              <a:gd name="connsiteX9051" fmla="*/ 1805654 w 3114960"/>
              <a:gd name="connsiteY9051" fmla="*/ 4396169 h 5143785"/>
              <a:gd name="connsiteX9052" fmla="*/ 1807655 w 3114960"/>
              <a:gd name="connsiteY9052" fmla="*/ 4245579 h 5143785"/>
              <a:gd name="connsiteX9053" fmla="*/ 1794510 w 3114960"/>
              <a:gd name="connsiteY9053" fmla="*/ 4258723 h 5143785"/>
              <a:gd name="connsiteX9054" fmla="*/ 1781366 w 3114960"/>
              <a:gd name="connsiteY9054" fmla="*/ 4245579 h 5143785"/>
              <a:gd name="connsiteX9055" fmla="*/ 1794510 w 3114960"/>
              <a:gd name="connsiteY9055" fmla="*/ 4232434 h 5143785"/>
              <a:gd name="connsiteX9056" fmla="*/ 1807655 w 3114960"/>
              <a:gd name="connsiteY9056" fmla="*/ 4245579 h 5143785"/>
              <a:gd name="connsiteX9057" fmla="*/ 245269 w 3114960"/>
              <a:gd name="connsiteY9057" fmla="*/ 1937290 h 5143785"/>
              <a:gd name="connsiteX9058" fmla="*/ 265652 w 3114960"/>
              <a:gd name="connsiteY9058" fmla="*/ 1937290 h 5143785"/>
              <a:gd name="connsiteX9059" fmla="*/ 270796 w 3114960"/>
              <a:gd name="connsiteY9059" fmla="*/ 1932146 h 5143785"/>
              <a:gd name="connsiteX9060" fmla="*/ 270796 w 3114960"/>
              <a:gd name="connsiteY9060" fmla="*/ 1931289 h 5143785"/>
              <a:gd name="connsiteX9061" fmla="*/ 355759 w 3114960"/>
              <a:gd name="connsiteY9061" fmla="*/ 1931289 h 5143785"/>
              <a:gd name="connsiteX9062" fmla="*/ 371856 w 3114960"/>
              <a:gd name="connsiteY9062" fmla="*/ 1947482 h 5143785"/>
              <a:gd name="connsiteX9063" fmla="*/ 444818 w 3114960"/>
              <a:gd name="connsiteY9063" fmla="*/ 1947482 h 5143785"/>
              <a:gd name="connsiteX9064" fmla="*/ 458153 w 3114960"/>
              <a:gd name="connsiteY9064" fmla="*/ 1934432 h 5143785"/>
              <a:gd name="connsiteX9065" fmla="*/ 466344 w 3114960"/>
              <a:gd name="connsiteY9065" fmla="*/ 1937290 h 5143785"/>
              <a:gd name="connsiteX9066" fmla="*/ 479774 w 3114960"/>
              <a:gd name="connsiteY9066" fmla="*/ 1923860 h 5143785"/>
              <a:gd name="connsiteX9067" fmla="*/ 466344 w 3114960"/>
              <a:gd name="connsiteY9067" fmla="*/ 1910429 h 5143785"/>
              <a:gd name="connsiteX9068" fmla="*/ 452914 w 3114960"/>
              <a:gd name="connsiteY9068" fmla="*/ 1923860 h 5143785"/>
              <a:gd name="connsiteX9069" fmla="*/ 455009 w 3114960"/>
              <a:gd name="connsiteY9069" fmla="*/ 1931003 h 5143785"/>
              <a:gd name="connsiteX9070" fmla="*/ 442913 w 3114960"/>
              <a:gd name="connsiteY9070" fmla="*/ 1942814 h 5143785"/>
              <a:gd name="connsiteX9071" fmla="*/ 373856 w 3114960"/>
              <a:gd name="connsiteY9071" fmla="*/ 1942814 h 5143785"/>
              <a:gd name="connsiteX9072" fmla="*/ 357759 w 3114960"/>
              <a:gd name="connsiteY9072" fmla="*/ 1926622 h 5143785"/>
              <a:gd name="connsiteX9073" fmla="*/ 270796 w 3114960"/>
              <a:gd name="connsiteY9073" fmla="*/ 1926622 h 5143785"/>
              <a:gd name="connsiteX9074" fmla="*/ 270796 w 3114960"/>
              <a:gd name="connsiteY9074" fmla="*/ 1925765 h 5143785"/>
              <a:gd name="connsiteX9075" fmla="*/ 265652 w 3114960"/>
              <a:gd name="connsiteY9075" fmla="*/ 1920621 h 5143785"/>
              <a:gd name="connsiteX9076" fmla="*/ 245269 w 3114960"/>
              <a:gd name="connsiteY9076" fmla="*/ 1920621 h 5143785"/>
              <a:gd name="connsiteX9077" fmla="*/ 240125 w 3114960"/>
              <a:gd name="connsiteY9077" fmla="*/ 1925765 h 5143785"/>
              <a:gd name="connsiteX9078" fmla="*/ 240125 w 3114960"/>
              <a:gd name="connsiteY9078" fmla="*/ 1932242 h 5143785"/>
              <a:gd name="connsiteX9079" fmla="*/ 245269 w 3114960"/>
              <a:gd name="connsiteY9079" fmla="*/ 1937385 h 5143785"/>
              <a:gd name="connsiteX9080" fmla="*/ 466344 w 3114960"/>
              <a:gd name="connsiteY9080" fmla="*/ 1915001 h 5143785"/>
              <a:gd name="connsiteX9081" fmla="*/ 475012 w 3114960"/>
              <a:gd name="connsiteY9081" fmla="*/ 1923669 h 5143785"/>
              <a:gd name="connsiteX9082" fmla="*/ 466344 w 3114960"/>
              <a:gd name="connsiteY9082" fmla="*/ 1932337 h 5143785"/>
              <a:gd name="connsiteX9083" fmla="*/ 457676 w 3114960"/>
              <a:gd name="connsiteY9083" fmla="*/ 1923669 h 5143785"/>
              <a:gd name="connsiteX9084" fmla="*/ 466344 w 3114960"/>
              <a:gd name="connsiteY9084" fmla="*/ 1915001 h 5143785"/>
              <a:gd name="connsiteX9085" fmla="*/ 264986 w 3114960"/>
              <a:gd name="connsiteY9085" fmla="*/ 1922907 h 5143785"/>
              <a:gd name="connsiteX9086" fmla="*/ 265652 w 3114960"/>
              <a:gd name="connsiteY9086" fmla="*/ 1922907 h 5143785"/>
              <a:gd name="connsiteX9087" fmla="*/ 268319 w 3114960"/>
              <a:gd name="connsiteY9087" fmla="*/ 1925574 h 5143785"/>
              <a:gd name="connsiteX9088" fmla="*/ 268319 w 3114960"/>
              <a:gd name="connsiteY9088" fmla="*/ 1932051 h 5143785"/>
              <a:gd name="connsiteX9089" fmla="*/ 265652 w 3114960"/>
              <a:gd name="connsiteY9089" fmla="*/ 1934718 h 5143785"/>
              <a:gd name="connsiteX9090" fmla="*/ 264986 w 3114960"/>
              <a:gd name="connsiteY9090" fmla="*/ 1934718 h 5143785"/>
              <a:gd name="connsiteX9091" fmla="*/ 264986 w 3114960"/>
              <a:gd name="connsiteY9091" fmla="*/ 1922907 h 5143785"/>
              <a:gd name="connsiteX9092" fmla="*/ 252127 w 3114960"/>
              <a:gd name="connsiteY9092" fmla="*/ 1922907 h 5143785"/>
              <a:gd name="connsiteX9093" fmla="*/ 261842 w 3114960"/>
              <a:gd name="connsiteY9093" fmla="*/ 1922907 h 5143785"/>
              <a:gd name="connsiteX9094" fmla="*/ 261842 w 3114960"/>
              <a:gd name="connsiteY9094" fmla="*/ 1934718 h 5143785"/>
              <a:gd name="connsiteX9095" fmla="*/ 252127 w 3114960"/>
              <a:gd name="connsiteY9095" fmla="*/ 1934718 h 5143785"/>
              <a:gd name="connsiteX9096" fmla="*/ 252127 w 3114960"/>
              <a:gd name="connsiteY9096" fmla="*/ 1922907 h 5143785"/>
              <a:gd name="connsiteX9097" fmla="*/ 247841 w 3114960"/>
              <a:gd name="connsiteY9097" fmla="*/ 1922907 h 5143785"/>
              <a:gd name="connsiteX9098" fmla="*/ 250603 w 3114960"/>
              <a:gd name="connsiteY9098" fmla="*/ 1922907 h 5143785"/>
              <a:gd name="connsiteX9099" fmla="*/ 250603 w 3114960"/>
              <a:gd name="connsiteY9099" fmla="*/ 1934718 h 5143785"/>
              <a:gd name="connsiteX9100" fmla="*/ 247841 w 3114960"/>
              <a:gd name="connsiteY9100" fmla="*/ 1934718 h 5143785"/>
              <a:gd name="connsiteX9101" fmla="*/ 247841 w 3114960"/>
              <a:gd name="connsiteY9101" fmla="*/ 1922907 h 5143785"/>
              <a:gd name="connsiteX9102" fmla="*/ 242602 w 3114960"/>
              <a:gd name="connsiteY9102" fmla="*/ 1925574 h 5143785"/>
              <a:gd name="connsiteX9103" fmla="*/ 245269 w 3114960"/>
              <a:gd name="connsiteY9103" fmla="*/ 1922907 h 5143785"/>
              <a:gd name="connsiteX9104" fmla="*/ 245364 w 3114960"/>
              <a:gd name="connsiteY9104" fmla="*/ 1922907 h 5143785"/>
              <a:gd name="connsiteX9105" fmla="*/ 245364 w 3114960"/>
              <a:gd name="connsiteY9105" fmla="*/ 1934718 h 5143785"/>
              <a:gd name="connsiteX9106" fmla="*/ 245269 w 3114960"/>
              <a:gd name="connsiteY9106" fmla="*/ 1934718 h 5143785"/>
              <a:gd name="connsiteX9107" fmla="*/ 242602 w 3114960"/>
              <a:gd name="connsiteY9107" fmla="*/ 1932051 h 5143785"/>
              <a:gd name="connsiteX9108" fmla="*/ 242602 w 3114960"/>
              <a:gd name="connsiteY9108" fmla="*/ 1925574 h 5143785"/>
              <a:gd name="connsiteX9109" fmla="*/ 1809464 w 3114960"/>
              <a:gd name="connsiteY9109" fmla="*/ 4194048 h 5143785"/>
              <a:gd name="connsiteX9110" fmla="*/ 1794510 w 3114960"/>
              <a:gd name="connsiteY9110" fmla="*/ 4209003 h 5143785"/>
              <a:gd name="connsiteX9111" fmla="*/ 1779556 w 3114960"/>
              <a:gd name="connsiteY9111" fmla="*/ 4194048 h 5143785"/>
              <a:gd name="connsiteX9112" fmla="*/ 1794510 w 3114960"/>
              <a:gd name="connsiteY9112" fmla="*/ 4179094 h 5143785"/>
              <a:gd name="connsiteX9113" fmla="*/ 1809464 w 3114960"/>
              <a:gd name="connsiteY9113" fmla="*/ 4194048 h 5143785"/>
              <a:gd name="connsiteX9114" fmla="*/ 1761077 w 3114960"/>
              <a:gd name="connsiteY9114" fmla="*/ 4243197 h 5143785"/>
              <a:gd name="connsiteX9115" fmla="*/ 1747933 w 3114960"/>
              <a:gd name="connsiteY9115" fmla="*/ 4256342 h 5143785"/>
              <a:gd name="connsiteX9116" fmla="*/ 1734788 w 3114960"/>
              <a:gd name="connsiteY9116" fmla="*/ 4243197 h 5143785"/>
              <a:gd name="connsiteX9117" fmla="*/ 1747933 w 3114960"/>
              <a:gd name="connsiteY9117" fmla="*/ 4230053 h 5143785"/>
              <a:gd name="connsiteX9118" fmla="*/ 1761077 w 3114960"/>
              <a:gd name="connsiteY9118" fmla="*/ 4243197 h 5143785"/>
              <a:gd name="connsiteX9119" fmla="*/ 1468850 w 3114960"/>
              <a:gd name="connsiteY9119" fmla="*/ 4159663 h 5143785"/>
              <a:gd name="connsiteX9120" fmla="*/ 1468850 w 3114960"/>
              <a:gd name="connsiteY9120" fmla="*/ 4150138 h 5143785"/>
              <a:gd name="connsiteX9121" fmla="*/ 1473137 w 3114960"/>
              <a:gd name="connsiteY9121" fmla="*/ 4145852 h 5143785"/>
              <a:gd name="connsiteX9122" fmla="*/ 1483424 w 3114960"/>
              <a:gd name="connsiteY9122" fmla="*/ 4145852 h 5143785"/>
              <a:gd name="connsiteX9123" fmla="*/ 1486948 w 3114960"/>
              <a:gd name="connsiteY9123" fmla="*/ 4149376 h 5143785"/>
              <a:gd name="connsiteX9124" fmla="*/ 1486948 w 3114960"/>
              <a:gd name="connsiteY9124" fmla="*/ 4159663 h 5143785"/>
              <a:gd name="connsiteX9125" fmla="*/ 1482662 w 3114960"/>
              <a:gd name="connsiteY9125" fmla="*/ 4163949 h 5143785"/>
              <a:gd name="connsiteX9126" fmla="*/ 1473137 w 3114960"/>
              <a:gd name="connsiteY9126" fmla="*/ 4163949 h 5143785"/>
              <a:gd name="connsiteX9127" fmla="*/ 1468850 w 3114960"/>
              <a:gd name="connsiteY9127" fmla="*/ 4159663 h 5143785"/>
              <a:gd name="connsiteX9128" fmla="*/ 1846707 w 3114960"/>
              <a:gd name="connsiteY9128" fmla="*/ 770763 h 5143785"/>
              <a:gd name="connsiteX9129" fmla="*/ 1850707 w 3114960"/>
              <a:gd name="connsiteY9129" fmla="*/ 769144 h 5143785"/>
              <a:gd name="connsiteX9130" fmla="*/ 1850707 w 3114960"/>
              <a:gd name="connsiteY9130" fmla="*/ 761048 h 5143785"/>
              <a:gd name="connsiteX9131" fmla="*/ 1842611 w 3114960"/>
              <a:gd name="connsiteY9131" fmla="*/ 761048 h 5143785"/>
              <a:gd name="connsiteX9132" fmla="*/ 1842611 w 3114960"/>
              <a:gd name="connsiteY9132" fmla="*/ 769144 h 5143785"/>
              <a:gd name="connsiteX9133" fmla="*/ 1846612 w 3114960"/>
              <a:gd name="connsiteY9133" fmla="*/ 770763 h 5143785"/>
              <a:gd name="connsiteX9134" fmla="*/ 1844326 w 3114960"/>
              <a:gd name="connsiteY9134" fmla="*/ 762762 h 5143785"/>
              <a:gd name="connsiteX9135" fmla="*/ 1846707 w 3114960"/>
              <a:gd name="connsiteY9135" fmla="*/ 761810 h 5143785"/>
              <a:gd name="connsiteX9136" fmla="*/ 1849088 w 3114960"/>
              <a:gd name="connsiteY9136" fmla="*/ 762762 h 5143785"/>
              <a:gd name="connsiteX9137" fmla="*/ 1849088 w 3114960"/>
              <a:gd name="connsiteY9137" fmla="*/ 767429 h 5143785"/>
              <a:gd name="connsiteX9138" fmla="*/ 1844421 w 3114960"/>
              <a:gd name="connsiteY9138" fmla="*/ 767429 h 5143785"/>
              <a:gd name="connsiteX9139" fmla="*/ 1844421 w 3114960"/>
              <a:gd name="connsiteY9139" fmla="*/ 762762 h 5143785"/>
              <a:gd name="connsiteX9140" fmla="*/ 1710595 w 3114960"/>
              <a:gd name="connsiteY9140" fmla="*/ 3733800 h 5143785"/>
              <a:gd name="connsiteX9141" fmla="*/ 1728121 w 3114960"/>
              <a:gd name="connsiteY9141" fmla="*/ 3715703 h 5143785"/>
              <a:gd name="connsiteX9142" fmla="*/ 1761649 w 3114960"/>
              <a:gd name="connsiteY9142" fmla="*/ 3715703 h 5143785"/>
              <a:gd name="connsiteX9143" fmla="*/ 1761935 w 3114960"/>
              <a:gd name="connsiteY9143" fmla="*/ 3717417 h 5143785"/>
              <a:gd name="connsiteX9144" fmla="*/ 1769555 w 3114960"/>
              <a:gd name="connsiteY9144" fmla="*/ 3727609 h 5143785"/>
              <a:gd name="connsiteX9145" fmla="*/ 1778032 w 3114960"/>
              <a:gd name="connsiteY9145" fmla="*/ 3729990 h 5143785"/>
              <a:gd name="connsiteX9146" fmla="*/ 1782128 w 3114960"/>
              <a:gd name="connsiteY9146" fmla="*/ 3729514 h 5143785"/>
              <a:gd name="connsiteX9147" fmla="*/ 1794224 w 3114960"/>
              <a:gd name="connsiteY9147" fmla="*/ 3709321 h 5143785"/>
              <a:gd name="connsiteX9148" fmla="*/ 1774031 w 3114960"/>
              <a:gd name="connsiteY9148" fmla="*/ 3697224 h 5143785"/>
              <a:gd name="connsiteX9149" fmla="*/ 1761649 w 3114960"/>
              <a:gd name="connsiteY9149" fmla="*/ 3710940 h 5143785"/>
              <a:gd name="connsiteX9150" fmla="*/ 1726216 w 3114960"/>
              <a:gd name="connsiteY9150" fmla="*/ 3710940 h 5143785"/>
              <a:gd name="connsiteX9151" fmla="*/ 1705928 w 3114960"/>
              <a:gd name="connsiteY9151" fmla="*/ 3731800 h 5143785"/>
              <a:gd name="connsiteX9152" fmla="*/ 1705928 w 3114960"/>
              <a:gd name="connsiteY9152" fmla="*/ 3800475 h 5143785"/>
              <a:gd name="connsiteX9153" fmla="*/ 1689068 w 3114960"/>
              <a:gd name="connsiteY9153" fmla="*/ 3818382 h 5143785"/>
              <a:gd name="connsiteX9154" fmla="*/ 1689259 w 3114960"/>
              <a:gd name="connsiteY9154" fmla="*/ 3864293 h 5143785"/>
              <a:gd name="connsiteX9155" fmla="*/ 1661351 w 3114960"/>
              <a:gd name="connsiteY9155" fmla="*/ 3887819 h 5143785"/>
              <a:gd name="connsiteX9156" fmla="*/ 1658493 w 3114960"/>
              <a:gd name="connsiteY9156" fmla="*/ 3886962 h 5143785"/>
              <a:gd name="connsiteX9157" fmla="*/ 1638205 w 3114960"/>
              <a:gd name="connsiteY9157" fmla="*/ 3886962 h 5143785"/>
              <a:gd name="connsiteX9158" fmla="*/ 1632204 w 3114960"/>
              <a:gd name="connsiteY9158" fmla="*/ 3892963 h 5143785"/>
              <a:gd name="connsiteX9159" fmla="*/ 1632204 w 3114960"/>
              <a:gd name="connsiteY9159" fmla="*/ 3900583 h 5143785"/>
              <a:gd name="connsiteX9160" fmla="*/ 1632871 w 3114960"/>
              <a:gd name="connsiteY9160" fmla="*/ 3903250 h 5143785"/>
              <a:gd name="connsiteX9161" fmla="*/ 1617440 w 3114960"/>
              <a:gd name="connsiteY9161" fmla="*/ 3915728 h 5143785"/>
              <a:gd name="connsiteX9162" fmla="*/ 1617440 w 3114960"/>
              <a:gd name="connsiteY9162" fmla="*/ 3975640 h 5143785"/>
              <a:gd name="connsiteX9163" fmla="*/ 1525048 w 3114960"/>
              <a:gd name="connsiteY9163" fmla="*/ 4082320 h 5143785"/>
              <a:gd name="connsiteX9164" fmla="*/ 1524476 w 3114960"/>
              <a:gd name="connsiteY9164" fmla="*/ 4082987 h 5143785"/>
              <a:gd name="connsiteX9165" fmla="*/ 1524476 w 3114960"/>
              <a:gd name="connsiteY9165" fmla="*/ 4098893 h 5143785"/>
              <a:gd name="connsiteX9166" fmla="*/ 1492377 w 3114960"/>
              <a:gd name="connsiteY9166" fmla="*/ 4137755 h 5143785"/>
              <a:gd name="connsiteX9167" fmla="*/ 1490377 w 3114960"/>
              <a:gd name="connsiteY9167" fmla="*/ 4137279 h 5143785"/>
              <a:gd name="connsiteX9168" fmla="*/ 1465993 w 3114960"/>
              <a:gd name="connsiteY9168" fmla="*/ 4137279 h 5143785"/>
              <a:gd name="connsiteX9169" fmla="*/ 1463707 w 3114960"/>
              <a:gd name="connsiteY9169" fmla="*/ 4137851 h 5143785"/>
              <a:gd name="connsiteX9170" fmla="*/ 1457230 w 3114960"/>
              <a:gd name="connsiteY9170" fmla="*/ 4128707 h 5143785"/>
              <a:gd name="connsiteX9171" fmla="*/ 1457516 w 3114960"/>
              <a:gd name="connsiteY9171" fmla="*/ 4043172 h 5143785"/>
              <a:gd name="connsiteX9172" fmla="*/ 1530477 w 3114960"/>
              <a:gd name="connsiteY9172" fmla="*/ 3963257 h 5143785"/>
              <a:gd name="connsiteX9173" fmla="*/ 1531525 w 3114960"/>
              <a:gd name="connsiteY9173" fmla="*/ 3963448 h 5143785"/>
              <a:gd name="connsiteX9174" fmla="*/ 1541431 w 3114960"/>
              <a:gd name="connsiteY9174" fmla="*/ 3963448 h 5143785"/>
              <a:gd name="connsiteX9175" fmla="*/ 1545336 w 3114960"/>
              <a:gd name="connsiteY9175" fmla="*/ 3959543 h 5143785"/>
              <a:gd name="connsiteX9176" fmla="*/ 1545336 w 3114960"/>
              <a:gd name="connsiteY9176" fmla="*/ 3949637 h 5143785"/>
              <a:gd name="connsiteX9177" fmla="*/ 1541431 w 3114960"/>
              <a:gd name="connsiteY9177" fmla="*/ 3945731 h 5143785"/>
              <a:gd name="connsiteX9178" fmla="*/ 1538859 w 3114960"/>
              <a:gd name="connsiteY9178" fmla="*/ 3945731 h 5143785"/>
              <a:gd name="connsiteX9179" fmla="*/ 1538859 w 3114960"/>
              <a:gd name="connsiteY9179" fmla="*/ 3884867 h 5143785"/>
              <a:gd name="connsiteX9180" fmla="*/ 1580102 w 3114960"/>
              <a:gd name="connsiteY9180" fmla="*/ 3847719 h 5143785"/>
              <a:gd name="connsiteX9181" fmla="*/ 1583627 w 3114960"/>
              <a:gd name="connsiteY9181" fmla="*/ 3848957 h 5143785"/>
              <a:gd name="connsiteX9182" fmla="*/ 1585151 w 3114960"/>
              <a:gd name="connsiteY9182" fmla="*/ 3849053 h 5143785"/>
              <a:gd name="connsiteX9183" fmla="*/ 1591723 w 3114960"/>
              <a:gd name="connsiteY9183" fmla="*/ 3846862 h 5143785"/>
              <a:gd name="connsiteX9184" fmla="*/ 1595342 w 3114960"/>
              <a:gd name="connsiteY9184" fmla="*/ 3834670 h 5143785"/>
              <a:gd name="connsiteX9185" fmla="*/ 1682496 w 3114960"/>
              <a:gd name="connsiteY9185" fmla="*/ 3757803 h 5143785"/>
              <a:gd name="connsiteX9186" fmla="*/ 1682306 w 3114960"/>
              <a:gd name="connsiteY9186" fmla="*/ 3689033 h 5143785"/>
              <a:gd name="connsiteX9187" fmla="*/ 1699832 w 3114960"/>
              <a:gd name="connsiteY9187" fmla="*/ 3671126 h 5143785"/>
              <a:gd name="connsiteX9188" fmla="*/ 1777365 w 3114960"/>
              <a:gd name="connsiteY9188" fmla="*/ 3671126 h 5143785"/>
              <a:gd name="connsiteX9189" fmla="*/ 1782509 w 3114960"/>
              <a:gd name="connsiteY9189" fmla="*/ 3675698 h 5143785"/>
              <a:gd name="connsiteX9190" fmla="*/ 1808702 w 3114960"/>
              <a:gd name="connsiteY9190" fmla="*/ 3675698 h 5143785"/>
              <a:gd name="connsiteX9191" fmla="*/ 1822132 w 3114960"/>
              <a:gd name="connsiteY9191" fmla="*/ 3686937 h 5143785"/>
              <a:gd name="connsiteX9192" fmla="*/ 1835563 w 3114960"/>
              <a:gd name="connsiteY9192" fmla="*/ 3675698 h 5143785"/>
              <a:gd name="connsiteX9193" fmla="*/ 1914620 w 3114960"/>
              <a:gd name="connsiteY9193" fmla="*/ 3675698 h 5143785"/>
              <a:gd name="connsiteX9194" fmla="*/ 1875187 w 3114960"/>
              <a:gd name="connsiteY9194" fmla="*/ 3716560 h 5143785"/>
              <a:gd name="connsiteX9195" fmla="*/ 1830229 w 3114960"/>
              <a:gd name="connsiteY9195" fmla="*/ 3717227 h 5143785"/>
              <a:gd name="connsiteX9196" fmla="*/ 1828610 w 3114960"/>
              <a:gd name="connsiteY9196" fmla="*/ 3717893 h 5143785"/>
              <a:gd name="connsiteX9197" fmla="*/ 1773650 w 3114960"/>
              <a:gd name="connsiteY9197" fmla="*/ 3771043 h 5143785"/>
              <a:gd name="connsiteX9198" fmla="*/ 1753267 w 3114960"/>
              <a:gd name="connsiteY9198" fmla="*/ 3771043 h 5143785"/>
              <a:gd name="connsiteX9199" fmla="*/ 1753267 w 3114960"/>
              <a:gd name="connsiteY9199" fmla="*/ 3767138 h 5143785"/>
              <a:gd name="connsiteX9200" fmla="*/ 1750124 w 3114960"/>
              <a:gd name="connsiteY9200" fmla="*/ 3763994 h 5143785"/>
              <a:gd name="connsiteX9201" fmla="*/ 1737646 w 3114960"/>
              <a:gd name="connsiteY9201" fmla="*/ 3763994 h 5143785"/>
              <a:gd name="connsiteX9202" fmla="*/ 1734503 w 3114960"/>
              <a:gd name="connsiteY9202" fmla="*/ 3767138 h 5143785"/>
              <a:gd name="connsiteX9203" fmla="*/ 1734503 w 3114960"/>
              <a:gd name="connsiteY9203" fmla="*/ 3779615 h 5143785"/>
              <a:gd name="connsiteX9204" fmla="*/ 1737646 w 3114960"/>
              <a:gd name="connsiteY9204" fmla="*/ 3782759 h 5143785"/>
              <a:gd name="connsiteX9205" fmla="*/ 1750124 w 3114960"/>
              <a:gd name="connsiteY9205" fmla="*/ 3782759 h 5143785"/>
              <a:gd name="connsiteX9206" fmla="*/ 1753267 w 3114960"/>
              <a:gd name="connsiteY9206" fmla="*/ 3779615 h 5143785"/>
              <a:gd name="connsiteX9207" fmla="*/ 1753267 w 3114960"/>
              <a:gd name="connsiteY9207" fmla="*/ 3775710 h 5143785"/>
              <a:gd name="connsiteX9208" fmla="*/ 1774698 w 3114960"/>
              <a:gd name="connsiteY9208" fmla="*/ 3775710 h 5143785"/>
              <a:gd name="connsiteX9209" fmla="*/ 1776317 w 3114960"/>
              <a:gd name="connsiteY9209" fmla="*/ 3775043 h 5143785"/>
              <a:gd name="connsiteX9210" fmla="*/ 1831277 w 3114960"/>
              <a:gd name="connsiteY9210" fmla="*/ 3721894 h 5143785"/>
              <a:gd name="connsiteX9211" fmla="*/ 1876235 w 3114960"/>
              <a:gd name="connsiteY9211" fmla="*/ 3721227 h 5143785"/>
              <a:gd name="connsiteX9212" fmla="*/ 1877949 w 3114960"/>
              <a:gd name="connsiteY9212" fmla="*/ 3720465 h 5143785"/>
              <a:gd name="connsiteX9213" fmla="*/ 1922050 w 3114960"/>
              <a:gd name="connsiteY9213" fmla="*/ 3674840 h 5143785"/>
              <a:gd name="connsiteX9214" fmla="*/ 1922526 w 3114960"/>
              <a:gd name="connsiteY9214" fmla="*/ 3672269 h 5143785"/>
              <a:gd name="connsiteX9215" fmla="*/ 1920335 w 3114960"/>
              <a:gd name="connsiteY9215" fmla="*/ 3670840 h 5143785"/>
              <a:gd name="connsiteX9216" fmla="*/ 1835658 w 3114960"/>
              <a:gd name="connsiteY9216" fmla="*/ 3670840 h 5143785"/>
              <a:gd name="connsiteX9217" fmla="*/ 1822228 w 3114960"/>
              <a:gd name="connsiteY9217" fmla="*/ 3659600 h 5143785"/>
              <a:gd name="connsiteX9218" fmla="*/ 1808798 w 3114960"/>
              <a:gd name="connsiteY9218" fmla="*/ 3670840 h 5143785"/>
              <a:gd name="connsiteX9219" fmla="*/ 1784414 w 3114960"/>
              <a:gd name="connsiteY9219" fmla="*/ 3670840 h 5143785"/>
              <a:gd name="connsiteX9220" fmla="*/ 1779270 w 3114960"/>
              <a:gd name="connsiteY9220" fmla="*/ 3666268 h 5143785"/>
              <a:gd name="connsiteX9221" fmla="*/ 1697927 w 3114960"/>
              <a:gd name="connsiteY9221" fmla="*/ 3666268 h 5143785"/>
              <a:gd name="connsiteX9222" fmla="*/ 1677638 w 3114960"/>
              <a:gd name="connsiteY9222" fmla="*/ 3687032 h 5143785"/>
              <a:gd name="connsiteX9223" fmla="*/ 1677829 w 3114960"/>
              <a:gd name="connsiteY9223" fmla="*/ 3755612 h 5143785"/>
              <a:gd name="connsiteX9224" fmla="*/ 1592866 w 3114960"/>
              <a:gd name="connsiteY9224" fmla="*/ 3830479 h 5143785"/>
              <a:gd name="connsiteX9225" fmla="*/ 1578578 w 3114960"/>
              <a:gd name="connsiteY9225" fmla="*/ 3829241 h 5143785"/>
              <a:gd name="connsiteX9226" fmla="*/ 1574387 w 3114960"/>
              <a:gd name="connsiteY9226" fmla="*/ 3836480 h 5143785"/>
              <a:gd name="connsiteX9227" fmla="*/ 1576483 w 3114960"/>
              <a:gd name="connsiteY9227" fmla="*/ 3844576 h 5143785"/>
              <a:gd name="connsiteX9228" fmla="*/ 1534097 w 3114960"/>
              <a:gd name="connsiteY9228" fmla="*/ 3882580 h 5143785"/>
              <a:gd name="connsiteX9229" fmla="*/ 1534097 w 3114960"/>
              <a:gd name="connsiteY9229" fmla="*/ 3945541 h 5143785"/>
              <a:gd name="connsiteX9230" fmla="*/ 1531620 w 3114960"/>
              <a:gd name="connsiteY9230" fmla="*/ 3945541 h 5143785"/>
              <a:gd name="connsiteX9231" fmla="*/ 1527715 w 3114960"/>
              <a:gd name="connsiteY9231" fmla="*/ 3949446 h 5143785"/>
              <a:gd name="connsiteX9232" fmla="*/ 1527715 w 3114960"/>
              <a:gd name="connsiteY9232" fmla="*/ 3959067 h 5143785"/>
              <a:gd name="connsiteX9233" fmla="*/ 1453420 w 3114960"/>
              <a:gd name="connsiteY9233" fmla="*/ 4040410 h 5143785"/>
              <a:gd name="connsiteX9234" fmla="*/ 1452753 w 3114960"/>
              <a:gd name="connsiteY9234" fmla="*/ 4042029 h 5143785"/>
              <a:gd name="connsiteX9235" fmla="*/ 1452467 w 3114960"/>
              <a:gd name="connsiteY9235" fmla="*/ 4129278 h 5143785"/>
              <a:gd name="connsiteX9236" fmla="*/ 1452944 w 3114960"/>
              <a:gd name="connsiteY9236" fmla="*/ 4130707 h 5143785"/>
              <a:gd name="connsiteX9237" fmla="*/ 1460849 w 3114960"/>
              <a:gd name="connsiteY9237" fmla="*/ 4141851 h 5143785"/>
              <a:gd name="connsiteX9238" fmla="*/ 1460659 w 3114960"/>
              <a:gd name="connsiteY9238" fmla="*/ 4142613 h 5143785"/>
              <a:gd name="connsiteX9239" fmla="*/ 1460659 w 3114960"/>
              <a:gd name="connsiteY9239" fmla="*/ 4166521 h 5143785"/>
              <a:gd name="connsiteX9240" fmla="*/ 1465993 w 3114960"/>
              <a:gd name="connsiteY9240" fmla="*/ 4171855 h 5143785"/>
              <a:gd name="connsiteX9241" fmla="*/ 1489901 w 3114960"/>
              <a:gd name="connsiteY9241" fmla="*/ 4171855 h 5143785"/>
              <a:gd name="connsiteX9242" fmla="*/ 1495235 w 3114960"/>
              <a:gd name="connsiteY9242" fmla="*/ 4166521 h 5143785"/>
              <a:gd name="connsiteX9243" fmla="*/ 1495235 w 3114960"/>
              <a:gd name="connsiteY9243" fmla="*/ 4142137 h 5143785"/>
              <a:gd name="connsiteX9244" fmla="*/ 1495235 w 3114960"/>
              <a:gd name="connsiteY9244" fmla="*/ 4141851 h 5143785"/>
              <a:gd name="connsiteX9245" fmla="*/ 1529334 w 3114960"/>
              <a:gd name="connsiteY9245" fmla="*/ 4100608 h 5143785"/>
              <a:gd name="connsiteX9246" fmla="*/ 1529334 w 3114960"/>
              <a:gd name="connsiteY9246" fmla="*/ 4084796 h 5143785"/>
              <a:gd name="connsiteX9247" fmla="*/ 1621727 w 3114960"/>
              <a:gd name="connsiteY9247" fmla="*/ 3978117 h 5143785"/>
              <a:gd name="connsiteX9248" fmla="*/ 1622298 w 3114960"/>
              <a:gd name="connsiteY9248" fmla="*/ 3977450 h 5143785"/>
              <a:gd name="connsiteX9249" fmla="*/ 1622298 w 3114960"/>
              <a:gd name="connsiteY9249" fmla="*/ 3918013 h 5143785"/>
              <a:gd name="connsiteX9250" fmla="*/ 1636776 w 3114960"/>
              <a:gd name="connsiteY9250" fmla="*/ 3906298 h 5143785"/>
              <a:gd name="connsiteX9251" fmla="*/ 1638395 w 3114960"/>
              <a:gd name="connsiteY9251" fmla="*/ 3906584 h 5143785"/>
              <a:gd name="connsiteX9252" fmla="*/ 1658684 w 3114960"/>
              <a:gd name="connsiteY9252" fmla="*/ 3906584 h 5143785"/>
              <a:gd name="connsiteX9253" fmla="*/ 1664684 w 3114960"/>
              <a:gd name="connsiteY9253" fmla="*/ 3900583 h 5143785"/>
              <a:gd name="connsiteX9254" fmla="*/ 1664684 w 3114960"/>
              <a:gd name="connsiteY9254" fmla="*/ 3892963 h 5143785"/>
              <a:gd name="connsiteX9255" fmla="*/ 1664399 w 3114960"/>
              <a:gd name="connsiteY9255" fmla="*/ 3891629 h 5143785"/>
              <a:gd name="connsiteX9256" fmla="*/ 1694212 w 3114960"/>
              <a:gd name="connsiteY9256" fmla="*/ 3866484 h 5143785"/>
              <a:gd name="connsiteX9257" fmla="*/ 1694021 w 3114960"/>
              <a:gd name="connsiteY9257" fmla="*/ 3820287 h 5143785"/>
              <a:gd name="connsiteX9258" fmla="*/ 1710881 w 3114960"/>
              <a:gd name="connsiteY9258" fmla="*/ 3802380 h 5143785"/>
              <a:gd name="connsiteX9259" fmla="*/ 1710881 w 3114960"/>
              <a:gd name="connsiteY9259" fmla="*/ 3733800 h 5143785"/>
              <a:gd name="connsiteX9260" fmla="*/ 1775174 w 3114960"/>
              <a:gd name="connsiteY9260" fmla="*/ 3701892 h 5143785"/>
              <a:gd name="connsiteX9261" fmla="*/ 1778032 w 3114960"/>
              <a:gd name="connsiteY9261" fmla="*/ 3701510 h 5143785"/>
              <a:gd name="connsiteX9262" fmla="*/ 1789557 w 3114960"/>
              <a:gd name="connsiteY9262" fmla="*/ 3710464 h 5143785"/>
              <a:gd name="connsiteX9263" fmla="*/ 1780985 w 3114960"/>
              <a:gd name="connsiteY9263" fmla="*/ 3724847 h 5143785"/>
              <a:gd name="connsiteX9264" fmla="*/ 1772031 w 3114960"/>
              <a:gd name="connsiteY9264" fmla="*/ 3723513 h 5143785"/>
              <a:gd name="connsiteX9265" fmla="*/ 1766602 w 3114960"/>
              <a:gd name="connsiteY9265" fmla="*/ 3716179 h 5143785"/>
              <a:gd name="connsiteX9266" fmla="*/ 1775174 w 3114960"/>
              <a:gd name="connsiteY9266" fmla="*/ 3701796 h 5143785"/>
              <a:gd name="connsiteX9267" fmla="*/ 1821942 w 3114960"/>
              <a:gd name="connsiteY9267" fmla="*/ 3664744 h 5143785"/>
              <a:gd name="connsiteX9268" fmla="*/ 1830800 w 3114960"/>
              <a:gd name="connsiteY9268" fmla="*/ 3673602 h 5143785"/>
              <a:gd name="connsiteX9269" fmla="*/ 1821942 w 3114960"/>
              <a:gd name="connsiteY9269" fmla="*/ 3682460 h 5143785"/>
              <a:gd name="connsiteX9270" fmla="*/ 1813084 w 3114960"/>
              <a:gd name="connsiteY9270" fmla="*/ 3673602 h 5143785"/>
              <a:gd name="connsiteX9271" fmla="*/ 1821942 w 3114960"/>
              <a:gd name="connsiteY9271" fmla="*/ 3664744 h 5143785"/>
              <a:gd name="connsiteX9272" fmla="*/ 1581245 w 3114960"/>
              <a:gd name="connsiteY9272" fmla="*/ 3833527 h 5143785"/>
              <a:gd name="connsiteX9273" fmla="*/ 1584960 w 3114960"/>
              <a:gd name="connsiteY9273" fmla="*/ 3832288 h 5143785"/>
              <a:gd name="connsiteX9274" fmla="*/ 1589913 w 3114960"/>
              <a:gd name="connsiteY9274" fmla="*/ 3834765 h 5143785"/>
              <a:gd name="connsiteX9275" fmla="*/ 1588675 w 3114960"/>
              <a:gd name="connsiteY9275" fmla="*/ 3843433 h 5143785"/>
              <a:gd name="connsiteX9276" fmla="*/ 1584103 w 3114960"/>
              <a:gd name="connsiteY9276" fmla="*/ 3844576 h 5143785"/>
              <a:gd name="connsiteX9277" fmla="*/ 1580007 w 3114960"/>
              <a:gd name="connsiteY9277" fmla="*/ 3842195 h 5143785"/>
              <a:gd name="connsiteX9278" fmla="*/ 1578769 w 3114960"/>
              <a:gd name="connsiteY9278" fmla="*/ 3837623 h 5143785"/>
              <a:gd name="connsiteX9279" fmla="*/ 1581150 w 3114960"/>
              <a:gd name="connsiteY9279" fmla="*/ 3833527 h 5143785"/>
              <a:gd name="connsiteX9280" fmla="*/ 1490282 w 3114960"/>
              <a:gd name="connsiteY9280" fmla="*/ 4166807 h 5143785"/>
              <a:gd name="connsiteX9281" fmla="*/ 1489805 w 3114960"/>
              <a:gd name="connsiteY9281" fmla="*/ 4167283 h 5143785"/>
              <a:gd name="connsiteX9282" fmla="*/ 1465898 w 3114960"/>
              <a:gd name="connsiteY9282" fmla="*/ 4167283 h 5143785"/>
              <a:gd name="connsiteX9283" fmla="*/ 1465421 w 3114960"/>
              <a:gd name="connsiteY9283" fmla="*/ 4166807 h 5143785"/>
              <a:gd name="connsiteX9284" fmla="*/ 1465421 w 3114960"/>
              <a:gd name="connsiteY9284" fmla="*/ 4142899 h 5143785"/>
              <a:gd name="connsiteX9285" fmla="*/ 1465898 w 3114960"/>
              <a:gd name="connsiteY9285" fmla="*/ 4142423 h 5143785"/>
              <a:gd name="connsiteX9286" fmla="*/ 1490282 w 3114960"/>
              <a:gd name="connsiteY9286" fmla="*/ 4142423 h 5143785"/>
              <a:gd name="connsiteX9287" fmla="*/ 1490282 w 3114960"/>
              <a:gd name="connsiteY9287" fmla="*/ 4166807 h 5143785"/>
              <a:gd name="connsiteX9288" fmla="*/ 1659731 w 3114960"/>
              <a:gd name="connsiteY9288" fmla="*/ 3900773 h 5143785"/>
              <a:gd name="connsiteX9289" fmla="*/ 1658493 w 3114960"/>
              <a:gd name="connsiteY9289" fmla="*/ 3902012 h 5143785"/>
              <a:gd name="connsiteX9290" fmla="*/ 1638205 w 3114960"/>
              <a:gd name="connsiteY9290" fmla="*/ 3902012 h 5143785"/>
              <a:gd name="connsiteX9291" fmla="*/ 1636967 w 3114960"/>
              <a:gd name="connsiteY9291" fmla="*/ 3900773 h 5143785"/>
              <a:gd name="connsiteX9292" fmla="*/ 1636967 w 3114960"/>
              <a:gd name="connsiteY9292" fmla="*/ 3893153 h 5143785"/>
              <a:gd name="connsiteX9293" fmla="*/ 1638205 w 3114960"/>
              <a:gd name="connsiteY9293" fmla="*/ 3891915 h 5143785"/>
              <a:gd name="connsiteX9294" fmla="*/ 1658493 w 3114960"/>
              <a:gd name="connsiteY9294" fmla="*/ 3891915 h 5143785"/>
              <a:gd name="connsiteX9295" fmla="*/ 1659731 w 3114960"/>
              <a:gd name="connsiteY9295" fmla="*/ 3893153 h 5143785"/>
              <a:gd name="connsiteX9296" fmla="*/ 1659731 w 3114960"/>
              <a:gd name="connsiteY9296" fmla="*/ 3900773 h 5143785"/>
              <a:gd name="connsiteX9297" fmla="*/ 1629347 w 3114960"/>
              <a:gd name="connsiteY9297" fmla="*/ 539210 h 5143785"/>
              <a:gd name="connsiteX9298" fmla="*/ 1636490 w 3114960"/>
              <a:gd name="connsiteY9298" fmla="*/ 539210 h 5143785"/>
              <a:gd name="connsiteX9299" fmla="*/ 1636490 w 3114960"/>
              <a:gd name="connsiteY9299" fmla="*/ 543973 h 5143785"/>
              <a:gd name="connsiteX9300" fmla="*/ 1629347 w 3114960"/>
              <a:gd name="connsiteY9300" fmla="*/ 543973 h 5143785"/>
              <a:gd name="connsiteX9301" fmla="*/ 1629347 w 3114960"/>
              <a:gd name="connsiteY9301" fmla="*/ 539210 h 5143785"/>
              <a:gd name="connsiteX9302" fmla="*/ 1632966 w 3114960"/>
              <a:gd name="connsiteY9302" fmla="*/ 417100 h 5143785"/>
              <a:gd name="connsiteX9303" fmla="*/ 1619536 w 3114960"/>
              <a:gd name="connsiteY9303" fmla="*/ 430530 h 5143785"/>
              <a:gd name="connsiteX9304" fmla="*/ 1629442 w 3114960"/>
              <a:gd name="connsiteY9304" fmla="*/ 443484 h 5143785"/>
              <a:gd name="connsiteX9305" fmla="*/ 1629442 w 3114960"/>
              <a:gd name="connsiteY9305" fmla="*/ 446437 h 5143785"/>
              <a:gd name="connsiteX9306" fmla="*/ 1636586 w 3114960"/>
              <a:gd name="connsiteY9306" fmla="*/ 446437 h 5143785"/>
              <a:gd name="connsiteX9307" fmla="*/ 1636586 w 3114960"/>
              <a:gd name="connsiteY9307" fmla="*/ 443484 h 5143785"/>
              <a:gd name="connsiteX9308" fmla="*/ 1646492 w 3114960"/>
              <a:gd name="connsiteY9308" fmla="*/ 430530 h 5143785"/>
              <a:gd name="connsiteX9309" fmla="*/ 1633061 w 3114960"/>
              <a:gd name="connsiteY9309" fmla="*/ 417100 h 5143785"/>
              <a:gd name="connsiteX9310" fmla="*/ 1632966 w 3114960"/>
              <a:gd name="connsiteY9310" fmla="*/ 439293 h 5143785"/>
              <a:gd name="connsiteX9311" fmla="*/ 1624298 w 3114960"/>
              <a:gd name="connsiteY9311" fmla="*/ 430625 h 5143785"/>
              <a:gd name="connsiteX9312" fmla="*/ 1632966 w 3114960"/>
              <a:gd name="connsiteY9312" fmla="*/ 421958 h 5143785"/>
              <a:gd name="connsiteX9313" fmla="*/ 1641634 w 3114960"/>
              <a:gd name="connsiteY9313" fmla="*/ 430625 h 5143785"/>
              <a:gd name="connsiteX9314" fmla="*/ 1632966 w 3114960"/>
              <a:gd name="connsiteY9314" fmla="*/ 439293 h 5143785"/>
              <a:gd name="connsiteX9315" fmla="*/ 1636490 w 3114960"/>
              <a:gd name="connsiteY9315" fmla="*/ 530733 h 5143785"/>
              <a:gd name="connsiteX9316" fmla="*/ 1629347 w 3114960"/>
              <a:gd name="connsiteY9316" fmla="*/ 530733 h 5143785"/>
              <a:gd name="connsiteX9317" fmla="*/ 1629347 w 3114960"/>
              <a:gd name="connsiteY9317" fmla="*/ 522256 h 5143785"/>
              <a:gd name="connsiteX9318" fmla="*/ 1636490 w 3114960"/>
              <a:gd name="connsiteY9318" fmla="*/ 522256 h 5143785"/>
              <a:gd name="connsiteX9319" fmla="*/ 1636490 w 3114960"/>
              <a:gd name="connsiteY9319" fmla="*/ 530733 h 5143785"/>
              <a:gd name="connsiteX9320" fmla="*/ 1636490 w 3114960"/>
              <a:gd name="connsiteY9320" fmla="*/ 513874 h 5143785"/>
              <a:gd name="connsiteX9321" fmla="*/ 1629347 w 3114960"/>
              <a:gd name="connsiteY9321" fmla="*/ 513874 h 5143785"/>
              <a:gd name="connsiteX9322" fmla="*/ 1629347 w 3114960"/>
              <a:gd name="connsiteY9322" fmla="*/ 505397 h 5143785"/>
              <a:gd name="connsiteX9323" fmla="*/ 1636490 w 3114960"/>
              <a:gd name="connsiteY9323" fmla="*/ 505397 h 5143785"/>
              <a:gd name="connsiteX9324" fmla="*/ 1636490 w 3114960"/>
              <a:gd name="connsiteY9324" fmla="*/ 513874 h 5143785"/>
              <a:gd name="connsiteX9325" fmla="*/ 1764221 w 3114960"/>
              <a:gd name="connsiteY9325" fmla="*/ 4051173 h 5143785"/>
              <a:gd name="connsiteX9326" fmla="*/ 1790510 w 3114960"/>
              <a:gd name="connsiteY9326" fmla="*/ 4051173 h 5143785"/>
              <a:gd name="connsiteX9327" fmla="*/ 1793272 w 3114960"/>
              <a:gd name="connsiteY9327" fmla="*/ 4056031 h 5143785"/>
              <a:gd name="connsiteX9328" fmla="*/ 1802797 w 3114960"/>
              <a:gd name="connsiteY9328" fmla="*/ 4060412 h 5143785"/>
              <a:gd name="connsiteX9329" fmla="*/ 1803368 w 3114960"/>
              <a:gd name="connsiteY9329" fmla="*/ 4060412 h 5143785"/>
              <a:gd name="connsiteX9330" fmla="*/ 1816989 w 3114960"/>
              <a:gd name="connsiteY9330" fmla="*/ 4047363 h 5143785"/>
              <a:gd name="connsiteX9331" fmla="*/ 1816989 w 3114960"/>
              <a:gd name="connsiteY9331" fmla="*/ 4047363 h 5143785"/>
              <a:gd name="connsiteX9332" fmla="*/ 1803940 w 3114960"/>
              <a:gd name="connsiteY9332" fmla="*/ 4033076 h 5143785"/>
              <a:gd name="connsiteX9333" fmla="*/ 1797558 w 3114960"/>
              <a:gd name="connsiteY9333" fmla="*/ 4034409 h 5143785"/>
              <a:gd name="connsiteX9334" fmla="*/ 1777556 w 3114960"/>
              <a:gd name="connsiteY9334" fmla="*/ 4011359 h 5143785"/>
              <a:gd name="connsiteX9335" fmla="*/ 1778127 w 3114960"/>
              <a:gd name="connsiteY9335" fmla="*/ 3825907 h 5143785"/>
              <a:gd name="connsiteX9336" fmla="*/ 1766411 w 3114960"/>
              <a:gd name="connsiteY9336" fmla="*/ 3814382 h 5143785"/>
              <a:gd name="connsiteX9337" fmla="*/ 1766792 w 3114960"/>
              <a:gd name="connsiteY9337" fmla="*/ 3812667 h 5143785"/>
              <a:gd name="connsiteX9338" fmla="*/ 1766792 w 3114960"/>
              <a:gd name="connsiteY9338" fmla="*/ 3805047 h 5143785"/>
              <a:gd name="connsiteX9339" fmla="*/ 1760792 w 3114960"/>
              <a:gd name="connsiteY9339" fmla="*/ 3799046 h 5143785"/>
              <a:gd name="connsiteX9340" fmla="*/ 1740503 w 3114960"/>
              <a:gd name="connsiteY9340" fmla="*/ 3799046 h 5143785"/>
              <a:gd name="connsiteX9341" fmla="*/ 1734503 w 3114960"/>
              <a:gd name="connsiteY9341" fmla="*/ 3805047 h 5143785"/>
              <a:gd name="connsiteX9342" fmla="*/ 1734503 w 3114960"/>
              <a:gd name="connsiteY9342" fmla="*/ 3812667 h 5143785"/>
              <a:gd name="connsiteX9343" fmla="*/ 1735074 w 3114960"/>
              <a:gd name="connsiteY9343" fmla="*/ 3815144 h 5143785"/>
              <a:gd name="connsiteX9344" fmla="*/ 1724120 w 3114960"/>
              <a:gd name="connsiteY9344" fmla="*/ 3825907 h 5143785"/>
              <a:gd name="connsiteX9345" fmla="*/ 1724120 w 3114960"/>
              <a:gd name="connsiteY9345" fmla="*/ 3904964 h 5143785"/>
              <a:gd name="connsiteX9346" fmla="*/ 1725168 w 3114960"/>
              <a:gd name="connsiteY9346" fmla="*/ 3904964 h 5143785"/>
              <a:gd name="connsiteX9347" fmla="*/ 1715262 w 3114960"/>
              <a:gd name="connsiteY9347" fmla="*/ 3915442 h 5143785"/>
              <a:gd name="connsiteX9348" fmla="*/ 1726025 w 3114960"/>
              <a:gd name="connsiteY9348" fmla="*/ 3927158 h 5143785"/>
              <a:gd name="connsiteX9349" fmla="*/ 1737741 w 3114960"/>
              <a:gd name="connsiteY9349" fmla="*/ 3916394 h 5143785"/>
              <a:gd name="connsiteX9350" fmla="*/ 1728121 w 3114960"/>
              <a:gd name="connsiteY9350" fmla="*/ 3904964 h 5143785"/>
              <a:gd name="connsiteX9351" fmla="*/ 1728788 w 3114960"/>
              <a:gd name="connsiteY9351" fmla="*/ 3904964 h 5143785"/>
              <a:gd name="connsiteX9352" fmla="*/ 1728788 w 3114960"/>
              <a:gd name="connsiteY9352" fmla="*/ 3827907 h 5143785"/>
              <a:gd name="connsiteX9353" fmla="*/ 1738598 w 3114960"/>
              <a:gd name="connsiteY9353" fmla="*/ 3818287 h 5143785"/>
              <a:gd name="connsiteX9354" fmla="*/ 1740503 w 3114960"/>
              <a:gd name="connsiteY9354" fmla="*/ 3818668 h 5143785"/>
              <a:gd name="connsiteX9355" fmla="*/ 1760792 w 3114960"/>
              <a:gd name="connsiteY9355" fmla="*/ 3818668 h 5143785"/>
              <a:gd name="connsiteX9356" fmla="*/ 1763459 w 3114960"/>
              <a:gd name="connsiteY9356" fmla="*/ 3818001 h 5143785"/>
              <a:gd name="connsiteX9357" fmla="*/ 1773460 w 3114960"/>
              <a:gd name="connsiteY9357" fmla="*/ 3827812 h 5143785"/>
              <a:gd name="connsiteX9358" fmla="*/ 1772888 w 3114960"/>
              <a:gd name="connsiteY9358" fmla="*/ 4012121 h 5143785"/>
              <a:gd name="connsiteX9359" fmla="*/ 1772888 w 3114960"/>
              <a:gd name="connsiteY9359" fmla="*/ 4012978 h 5143785"/>
              <a:gd name="connsiteX9360" fmla="*/ 1793748 w 3114960"/>
              <a:gd name="connsiteY9360" fmla="*/ 4036981 h 5143785"/>
              <a:gd name="connsiteX9361" fmla="*/ 1789843 w 3114960"/>
              <a:gd name="connsiteY9361" fmla="*/ 4045934 h 5143785"/>
              <a:gd name="connsiteX9362" fmla="*/ 1789843 w 3114960"/>
              <a:gd name="connsiteY9362" fmla="*/ 4046125 h 5143785"/>
              <a:gd name="connsiteX9363" fmla="*/ 1762030 w 3114960"/>
              <a:gd name="connsiteY9363" fmla="*/ 4046125 h 5143785"/>
              <a:gd name="connsiteX9364" fmla="*/ 1637728 w 3114960"/>
              <a:gd name="connsiteY9364" fmla="*/ 4197954 h 5143785"/>
              <a:gd name="connsiteX9365" fmla="*/ 1637728 w 3114960"/>
              <a:gd name="connsiteY9365" fmla="*/ 4237292 h 5143785"/>
              <a:gd name="connsiteX9366" fmla="*/ 1627346 w 3114960"/>
              <a:gd name="connsiteY9366" fmla="*/ 4249579 h 5143785"/>
              <a:gd name="connsiteX9367" fmla="*/ 1636586 w 3114960"/>
              <a:gd name="connsiteY9367" fmla="*/ 4261676 h 5143785"/>
              <a:gd name="connsiteX9368" fmla="*/ 1636586 w 3114960"/>
              <a:gd name="connsiteY9368" fmla="*/ 4340352 h 5143785"/>
              <a:gd name="connsiteX9369" fmla="*/ 1633157 w 3114960"/>
              <a:gd name="connsiteY9369" fmla="*/ 4340352 h 5143785"/>
              <a:gd name="connsiteX9370" fmla="*/ 1621631 w 3114960"/>
              <a:gd name="connsiteY9370" fmla="*/ 4351878 h 5143785"/>
              <a:gd name="connsiteX9371" fmla="*/ 1621631 w 3114960"/>
              <a:gd name="connsiteY9371" fmla="*/ 4403217 h 5143785"/>
              <a:gd name="connsiteX9372" fmla="*/ 1633157 w 3114960"/>
              <a:gd name="connsiteY9372" fmla="*/ 4414743 h 5143785"/>
              <a:gd name="connsiteX9373" fmla="*/ 1647158 w 3114960"/>
              <a:gd name="connsiteY9373" fmla="*/ 4414743 h 5143785"/>
              <a:gd name="connsiteX9374" fmla="*/ 1658684 w 3114960"/>
              <a:gd name="connsiteY9374" fmla="*/ 4403217 h 5143785"/>
              <a:gd name="connsiteX9375" fmla="*/ 1658684 w 3114960"/>
              <a:gd name="connsiteY9375" fmla="*/ 4351878 h 5143785"/>
              <a:gd name="connsiteX9376" fmla="*/ 1647158 w 3114960"/>
              <a:gd name="connsiteY9376" fmla="*/ 4340352 h 5143785"/>
              <a:gd name="connsiteX9377" fmla="*/ 1643729 w 3114960"/>
              <a:gd name="connsiteY9377" fmla="*/ 4340352 h 5143785"/>
              <a:gd name="connsiteX9378" fmla="*/ 1643729 w 3114960"/>
              <a:gd name="connsiteY9378" fmla="*/ 4261676 h 5143785"/>
              <a:gd name="connsiteX9379" fmla="*/ 1652969 w 3114960"/>
              <a:gd name="connsiteY9379" fmla="*/ 4249579 h 5143785"/>
              <a:gd name="connsiteX9380" fmla="*/ 1642586 w 3114960"/>
              <a:gd name="connsiteY9380" fmla="*/ 4237292 h 5143785"/>
              <a:gd name="connsiteX9381" fmla="*/ 1642586 w 3114960"/>
              <a:gd name="connsiteY9381" fmla="*/ 4199573 h 5143785"/>
              <a:gd name="connsiteX9382" fmla="*/ 1764411 w 3114960"/>
              <a:gd name="connsiteY9382" fmla="*/ 4050792 h 5143785"/>
              <a:gd name="connsiteX9383" fmla="*/ 1762030 w 3114960"/>
              <a:gd name="connsiteY9383" fmla="*/ 3812762 h 5143785"/>
              <a:gd name="connsiteX9384" fmla="*/ 1760792 w 3114960"/>
              <a:gd name="connsiteY9384" fmla="*/ 3814001 h 5143785"/>
              <a:gd name="connsiteX9385" fmla="*/ 1740503 w 3114960"/>
              <a:gd name="connsiteY9385" fmla="*/ 3814001 h 5143785"/>
              <a:gd name="connsiteX9386" fmla="*/ 1739265 w 3114960"/>
              <a:gd name="connsiteY9386" fmla="*/ 3812762 h 5143785"/>
              <a:gd name="connsiteX9387" fmla="*/ 1739265 w 3114960"/>
              <a:gd name="connsiteY9387" fmla="*/ 3805142 h 5143785"/>
              <a:gd name="connsiteX9388" fmla="*/ 1740503 w 3114960"/>
              <a:gd name="connsiteY9388" fmla="*/ 3803904 h 5143785"/>
              <a:gd name="connsiteX9389" fmla="*/ 1760792 w 3114960"/>
              <a:gd name="connsiteY9389" fmla="*/ 3803904 h 5143785"/>
              <a:gd name="connsiteX9390" fmla="*/ 1762030 w 3114960"/>
              <a:gd name="connsiteY9390" fmla="*/ 3805142 h 5143785"/>
              <a:gd name="connsiteX9391" fmla="*/ 1762030 w 3114960"/>
              <a:gd name="connsiteY9391" fmla="*/ 3812762 h 5143785"/>
              <a:gd name="connsiteX9392" fmla="*/ 1797177 w 3114960"/>
              <a:gd name="connsiteY9392" fmla="*/ 4040505 h 5143785"/>
              <a:gd name="connsiteX9393" fmla="*/ 1797558 w 3114960"/>
              <a:gd name="connsiteY9393" fmla="*/ 4040219 h 5143785"/>
              <a:gd name="connsiteX9394" fmla="*/ 1803464 w 3114960"/>
              <a:gd name="connsiteY9394" fmla="*/ 4037934 h 5143785"/>
              <a:gd name="connsiteX9395" fmla="*/ 1803845 w 3114960"/>
              <a:gd name="connsiteY9395" fmla="*/ 4037934 h 5143785"/>
              <a:gd name="connsiteX9396" fmla="*/ 1812322 w 3114960"/>
              <a:gd name="connsiteY9396" fmla="*/ 4047173 h 5143785"/>
              <a:gd name="connsiteX9397" fmla="*/ 1803082 w 3114960"/>
              <a:gd name="connsiteY9397" fmla="*/ 4055650 h 5143785"/>
              <a:gd name="connsiteX9398" fmla="*/ 1796891 w 3114960"/>
              <a:gd name="connsiteY9398" fmla="*/ 4052792 h 5143785"/>
              <a:gd name="connsiteX9399" fmla="*/ 1794605 w 3114960"/>
              <a:gd name="connsiteY9399" fmla="*/ 4046411 h 5143785"/>
              <a:gd name="connsiteX9400" fmla="*/ 1797272 w 3114960"/>
              <a:gd name="connsiteY9400" fmla="*/ 4040505 h 5143785"/>
              <a:gd name="connsiteX9401" fmla="*/ 1651349 w 3114960"/>
              <a:gd name="connsiteY9401" fmla="*/ 4403503 h 5143785"/>
              <a:gd name="connsiteX9402" fmla="*/ 1646968 w 3114960"/>
              <a:gd name="connsiteY9402" fmla="*/ 4407885 h 5143785"/>
              <a:gd name="connsiteX9403" fmla="*/ 1632966 w 3114960"/>
              <a:gd name="connsiteY9403" fmla="*/ 4407885 h 5143785"/>
              <a:gd name="connsiteX9404" fmla="*/ 1628585 w 3114960"/>
              <a:gd name="connsiteY9404" fmla="*/ 4403503 h 5143785"/>
              <a:gd name="connsiteX9405" fmla="*/ 1628585 w 3114960"/>
              <a:gd name="connsiteY9405" fmla="*/ 4391787 h 5143785"/>
              <a:gd name="connsiteX9406" fmla="*/ 1651254 w 3114960"/>
              <a:gd name="connsiteY9406" fmla="*/ 4391787 h 5143785"/>
              <a:gd name="connsiteX9407" fmla="*/ 1651254 w 3114960"/>
              <a:gd name="connsiteY9407" fmla="*/ 4403503 h 5143785"/>
              <a:gd name="connsiteX9408" fmla="*/ 1647063 w 3114960"/>
              <a:gd name="connsiteY9408" fmla="*/ 4347877 h 5143785"/>
              <a:gd name="connsiteX9409" fmla="*/ 1651445 w 3114960"/>
              <a:gd name="connsiteY9409" fmla="*/ 4352259 h 5143785"/>
              <a:gd name="connsiteX9410" fmla="*/ 1651445 w 3114960"/>
              <a:gd name="connsiteY9410" fmla="*/ 4361212 h 5143785"/>
              <a:gd name="connsiteX9411" fmla="*/ 1628775 w 3114960"/>
              <a:gd name="connsiteY9411" fmla="*/ 4361212 h 5143785"/>
              <a:gd name="connsiteX9412" fmla="*/ 1628775 w 3114960"/>
              <a:gd name="connsiteY9412" fmla="*/ 4352259 h 5143785"/>
              <a:gd name="connsiteX9413" fmla="*/ 1633157 w 3114960"/>
              <a:gd name="connsiteY9413" fmla="*/ 4347877 h 5143785"/>
              <a:gd name="connsiteX9414" fmla="*/ 1647158 w 3114960"/>
              <a:gd name="connsiteY9414" fmla="*/ 4347877 h 5143785"/>
              <a:gd name="connsiteX9415" fmla="*/ 1648111 w 3114960"/>
              <a:gd name="connsiteY9415" fmla="*/ 4249960 h 5143785"/>
              <a:gd name="connsiteX9416" fmla="*/ 1640110 w 3114960"/>
              <a:gd name="connsiteY9416" fmla="*/ 4257961 h 5143785"/>
              <a:gd name="connsiteX9417" fmla="*/ 1632109 w 3114960"/>
              <a:gd name="connsiteY9417" fmla="*/ 4249960 h 5143785"/>
              <a:gd name="connsiteX9418" fmla="*/ 1640110 w 3114960"/>
              <a:gd name="connsiteY9418" fmla="*/ 4241959 h 5143785"/>
              <a:gd name="connsiteX9419" fmla="*/ 1648111 w 3114960"/>
              <a:gd name="connsiteY9419" fmla="*/ 4249960 h 5143785"/>
              <a:gd name="connsiteX9420" fmla="*/ 1771745 w 3114960"/>
              <a:gd name="connsiteY9420" fmla="*/ 3713321 h 5143785"/>
              <a:gd name="connsiteX9421" fmla="*/ 1778127 w 3114960"/>
              <a:gd name="connsiteY9421" fmla="*/ 3707035 h 5143785"/>
              <a:gd name="connsiteX9422" fmla="*/ 1784414 w 3114960"/>
              <a:gd name="connsiteY9422" fmla="*/ 3713417 h 5143785"/>
              <a:gd name="connsiteX9423" fmla="*/ 1778032 w 3114960"/>
              <a:gd name="connsiteY9423" fmla="*/ 3719703 h 5143785"/>
              <a:gd name="connsiteX9424" fmla="*/ 1771745 w 3114960"/>
              <a:gd name="connsiteY9424" fmla="*/ 3713321 h 5143785"/>
              <a:gd name="connsiteX9425" fmla="*/ 1636490 w 3114960"/>
              <a:gd name="connsiteY9425" fmla="*/ 497014 h 5143785"/>
              <a:gd name="connsiteX9426" fmla="*/ 1629347 w 3114960"/>
              <a:gd name="connsiteY9426" fmla="*/ 497014 h 5143785"/>
              <a:gd name="connsiteX9427" fmla="*/ 1629347 w 3114960"/>
              <a:gd name="connsiteY9427" fmla="*/ 488537 h 5143785"/>
              <a:gd name="connsiteX9428" fmla="*/ 1636490 w 3114960"/>
              <a:gd name="connsiteY9428" fmla="*/ 488537 h 5143785"/>
              <a:gd name="connsiteX9429" fmla="*/ 1636490 w 3114960"/>
              <a:gd name="connsiteY9429" fmla="*/ 497014 h 5143785"/>
              <a:gd name="connsiteX9430" fmla="*/ 569405 w 3114960"/>
              <a:gd name="connsiteY9430" fmla="*/ 2676144 h 5143785"/>
              <a:gd name="connsiteX9431" fmla="*/ 562166 w 3114960"/>
              <a:gd name="connsiteY9431" fmla="*/ 2676144 h 5143785"/>
              <a:gd name="connsiteX9432" fmla="*/ 553022 w 3114960"/>
              <a:gd name="connsiteY9432" fmla="*/ 2685288 h 5143785"/>
              <a:gd name="connsiteX9433" fmla="*/ 553022 w 3114960"/>
              <a:gd name="connsiteY9433" fmla="*/ 2692432 h 5143785"/>
              <a:gd name="connsiteX9434" fmla="*/ 562166 w 3114960"/>
              <a:gd name="connsiteY9434" fmla="*/ 2701576 h 5143785"/>
              <a:gd name="connsiteX9435" fmla="*/ 565785 w 3114960"/>
              <a:gd name="connsiteY9435" fmla="*/ 2703100 h 5143785"/>
              <a:gd name="connsiteX9436" fmla="*/ 569405 w 3114960"/>
              <a:gd name="connsiteY9436" fmla="*/ 2701576 h 5143785"/>
              <a:gd name="connsiteX9437" fmla="*/ 578549 w 3114960"/>
              <a:gd name="connsiteY9437" fmla="*/ 2692432 h 5143785"/>
              <a:gd name="connsiteX9438" fmla="*/ 578549 w 3114960"/>
              <a:gd name="connsiteY9438" fmla="*/ 2685288 h 5143785"/>
              <a:gd name="connsiteX9439" fmla="*/ 575691 w 3114960"/>
              <a:gd name="connsiteY9439" fmla="*/ 2682430 h 5143785"/>
              <a:gd name="connsiteX9440" fmla="*/ 718757 w 3114960"/>
              <a:gd name="connsiteY9440" fmla="*/ 2528030 h 5143785"/>
              <a:gd name="connsiteX9441" fmla="*/ 724567 w 3114960"/>
              <a:gd name="connsiteY9441" fmla="*/ 2529935 h 5143785"/>
              <a:gd name="connsiteX9442" fmla="*/ 735616 w 3114960"/>
              <a:gd name="connsiteY9442" fmla="*/ 2518886 h 5143785"/>
              <a:gd name="connsiteX9443" fmla="*/ 724567 w 3114960"/>
              <a:gd name="connsiteY9443" fmla="*/ 2507837 h 5143785"/>
              <a:gd name="connsiteX9444" fmla="*/ 713518 w 3114960"/>
              <a:gd name="connsiteY9444" fmla="*/ 2518886 h 5143785"/>
              <a:gd name="connsiteX9445" fmla="*/ 715423 w 3114960"/>
              <a:gd name="connsiteY9445" fmla="*/ 2524792 h 5143785"/>
              <a:gd name="connsiteX9446" fmla="*/ 572453 w 3114960"/>
              <a:gd name="connsiteY9446" fmla="*/ 2679097 h 5143785"/>
              <a:gd name="connsiteX9447" fmla="*/ 569500 w 3114960"/>
              <a:gd name="connsiteY9447" fmla="*/ 2676144 h 5143785"/>
              <a:gd name="connsiteX9448" fmla="*/ 565499 w 3114960"/>
              <a:gd name="connsiteY9448" fmla="*/ 2698147 h 5143785"/>
              <a:gd name="connsiteX9449" fmla="*/ 556355 w 3114960"/>
              <a:gd name="connsiteY9449" fmla="*/ 2688527 h 5143785"/>
              <a:gd name="connsiteX9450" fmla="*/ 565690 w 3114960"/>
              <a:gd name="connsiteY9450" fmla="*/ 2679287 h 5143785"/>
              <a:gd name="connsiteX9451" fmla="*/ 565880 w 3114960"/>
              <a:gd name="connsiteY9451" fmla="*/ 2679383 h 5143785"/>
              <a:gd name="connsiteX9452" fmla="*/ 575024 w 3114960"/>
              <a:gd name="connsiteY9452" fmla="*/ 2689003 h 5143785"/>
              <a:gd name="connsiteX9453" fmla="*/ 565404 w 3114960"/>
              <a:gd name="connsiteY9453" fmla="*/ 2698147 h 5143785"/>
              <a:gd name="connsiteX9454" fmla="*/ 1636490 w 3114960"/>
              <a:gd name="connsiteY9454" fmla="*/ 480155 h 5143785"/>
              <a:gd name="connsiteX9455" fmla="*/ 1629347 w 3114960"/>
              <a:gd name="connsiteY9455" fmla="*/ 480155 h 5143785"/>
              <a:gd name="connsiteX9456" fmla="*/ 1629347 w 3114960"/>
              <a:gd name="connsiteY9456" fmla="*/ 471678 h 5143785"/>
              <a:gd name="connsiteX9457" fmla="*/ 1636490 w 3114960"/>
              <a:gd name="connsiteY9457" fmla="*/ 471678 h 5143785"/>
              <a:gd name="connsiteX9458" fmla="*/ 1636490 w 3114960"/>
              <a:gd name="connsiteY9458" fmla="*/ 480155 h 5143785"/>
              <a:gd name="connsiteX9459" fmla="*/ 1636490 w 3114960"/>
              <a:gd name="connsiteY9459" fmla="*/ 463296 h 5143785"/>
              <a:gd name="connsiteX9460" fmla="*/ 1629347 w 3114960"/>
              <a:gd name="connsiteY9460" fmla="*/ 463296 h 5143785"/>
              <a:gd name="connsiteX9461" fmla="*/ 1629347 w 3114960"/>
              <a:gd name="connsiteY9461" fmla="*/ 454819 h 5143785"/>
              <a:gd name="connsiteX9462" fmla="*/ 1636490 w 3114960"/>
              <a:gd name="connsiteY9462" fmla="*/ 454819 h 5143785"/>
              <a:gd name="connsiteX9463" fmla="*/ 1636490 w 3114960"/>
              <a:gd name="connsiteY9463" fmla="*/ 463296 h 5143785"/>
              <a:gd name="connsiteX9464" fmla="*/ 1812512 w 3114960"/>
              <a:gd name="connsiteY9464" fmla="*/ 4136422 h 5143785"/>
              <a:gd name="connsiteX9465" fmla="*/ 1798701 w 3114960"/>
              <a:gd name="connsiteY9465" fmla="*/ 4150233 h 5143785"/>
              <a:gd name="connsiteX9466" fmla="*/ 1784890 w 3114960"/>
              <a:gd name="connsiteY9466" fmla="*/ 4136422 h 5143785"/>
              <a:gd name="connsiteX9467" fmla="*/ 1798701 w 3114960"/>
              <a:gd name="connsiteY9467" fmla="*/ 4122611 h 5143785"/>
              <a:gd name="connsiteX9468" fmla="*/ 1812512 w 3114960"/>
              <a:gd name="connsiteY9468" fmla="*/ 4136422 h 5143785"/>
              <a:gd name="connsiteX9469" fmla="*/ 2098453 w 3114960"/>
              <a:gd name="connsiteY9469" fmla="*/ 4341781 h 5143785"/>
              <a:gd name="connsiteX9470" fmla="*/ 2100548 w 3114960"/>
              <a:gd name="connsiteY9470" fmla="*/ 4341781 h 5143785"/>
              <a:gd name="connsiteX9471" fmla="*/ 2108168 w 3114960"/>
              <a:gd name="connsiteY9471" fmla="*/ 4334161 h 5143785"/>
              <a:gd name="connsiteX9472" fmla="*/ 2108168 w 3114960"/>
              <a:gd name="connsiteY9472" fmla="*/ 4312539 h 5143785"/>
              <a:gd name="connsiteX9473" fmla="*/ 2100548 w 3114960"/>
              <a:gd name="connsiteY9473" fmla="*/ 4304919 h 5143785"/>
              <a:gd name="connsiteX9474" fmla="*/ 2098453 w 3114960"/>
              <a:gd name="connsiteY9474" fmla="*/ 4304919 h 5143785"/>
              <a:gd name="connsiteX9475" fmla="*/ 2091404 w 3114960"/>
              <a:gd name="connsiteY9475" fmla="*/ 4309682 h 5143785"/>
              <a:gd name="connsiteX9476" fmla="*/ 2030635 w 3114960"/>
              <a:gd name="connsiteY9476" fmla="*/ 4234529 h 5143785"/>
              <a:gd name="connsiteX9477" fmla="*/ 1938052 w 3114960"/>
              <a:gd name="connsiteY9477" fmla="*/ 4235577 h 5143785"/>
              <a:gd name="connsiteX9478" fmla="*/ 1908334 w 3114960"/>
              <a:gd name="connsiteY9478" fmla="*/ 4262438 h 5143785"/>
              <a:gd name="connsiteX9479" fmla="*/ 1908334 w 3114960"/>
              <a:gd name="connsiteY9479" fmla="*/ 4227671 h 5143785"/>
              <a:gd name="connsiteX9480" fmla="*/ 1908334 w 3114960"/>
              <a:gd name="connsiteY9480" fmla="*/ 4227671 h 5143785"/>
              <a:gd name="connsiteX9481" fmla="*/ 1939957 w 3114960"/>
              <a:gd name="connsiteY9481" fmla="*/ 4199096 h 5143785"/>
              <a:gd name="connsiteX9482" fmla="*/ 2039207 w 3114960"/>
              <a:gd name="connsiteY9482" fmla="*/ 4199096 h 5143785"/>
              <a:gd name="connsiteX9483" fmla="*/ 2106740 w 3114960"/>
              <a:gd name="connsiteY9483" fmla="*/ 4282536 h 5143785"/>
              <a:gd name="connsiteX9484" fmla="*/ 2104454 w 3114960"/>
              <a:gd name="connsiteY9484" fmla="*/ 4288155 h 5143785"/>
              <a:gd name="connsiteX9485" fmla="*/ 2107121 w 3114960"/>
              <a:gd name="connsiteY9485" fmla="*/ 4297204 h 5143785"/>
              <a:gd name="connsiteX9486" fmla="*/ 2115312 w 3114960"/>
              <a:gd name="connsiteY9486" fmla="*/ 4301681 h 5143785"/>
              <a:gd name="connsiteX9487" fmla="*/ 2116646 w 3114960"/>
              <a:gd name="connsiteY9487" fmla="*/ 4301681 h 5143785"/>
              <a:gd name="connsiteX9488" fmla="*/ 2124266 w 3114960"/>
              <a:gd name="connsiteY9488" fmla="*/ 4299014 h 5143785"/>
              <a:gd name="connsiteX9489" fmla="*/ 2126171 w 3114960"/>
              <a:gd name="connsiteY9489" fmla="*/ 4281773 h 5143785"/>
              <a:gd name="connsiteX9490" fmla="*/ 2117979 w 3114960"/>
              <a:gd name="connsiteY9490" fmla="*/ 4277297 h 5143785"/>
              <a:gd name="connsiteX9491" fmla="*/ 2110359 w 3114960"/>
              <a:gd name="connsiteY9491" fmla="*/ 4279202 h 5143785"/>
              <a:gd name="connsiteX9492" fmla="*/ 2041589 w 3114960"/>
              <a:gd name="connsiteY9492" fmla="*/ 4194143 h 5143785"/>
              <a:gd name="connsiteX9493" fmla="*/ 1938147 w 3114960"/>
              <a:gd name="connsiteY9493" fmla="*/ 4194143 h 5143785"/>
              <a:gd name="connsiteX9494" fmla="*/ 1908334 w 3114960"/>
              <a:gd name="connsiteY9494" fmla="*/ 4221004 h 5143785"/>
              <a:gd name="connsiteX9495" fmla="*/ 1908334 w 3114960"/>
              <a:gd name="connsiteY9495" fmla="*/ 4190524 h 5143785"/>
              <a:gd name="connsiteX9496" fmla="*/ 1908334 w 3114960"/>
              <a:gd name="connsiteY9496" fmla="*/ 4190524 h 5143785"/>
              <a:gd name="connsiteX9497" fmla="*/ 1939957 w 3114960"/>
              <a:gd name="connsiteY9497" fmla="*/ 4161949 h 5143785"/>
              <a:gd name="connsiteX9498" fmla="*/ 2056162 w 3114960"/>
              <a:gd name="connsiteY9498" fmla="*/ 4161949 h 5143785"/>
              <a:gd name="connsiteX9499" fmla="*/ 2128266 w 3114960"/>
              <a:gd name="connsiteY9499" fmla="*/ 4251008 h 5143785"/>
              <a:gd name="connsiteX9500" fmla="*/ 2128457 w 3114960"/>
              <a:gd name="connsiteY9500" fmla="*/ 4250817 h 5143785"/>
              <a:gd name="connsiteX9501" fmla="*/ 2128457 w 3114960"/>
              <a:gd name="connsiteY9501" fmla="*/ 4262343 h 5143785"/>
              <a:gd name="connsiteX9502" fmla="*/ 2134743 w 3114960"/>
              <a:gd name="connsiteY9502" fmla="*/ 4268629 h 5143785"/>
              <a:gd name="connsiteX9503" fmla="*/ 2134743 w 3114960"/>
              <a:gd name="connsiteY9503" fmla="*/ 4268629 h 5143785"/>
              <a:gd name="connsiteX9504" fmla="*/ 2141030 w 3114960"/>
              <a:gd name="connsiteY9504" fmla="*/ 4262343 h 5143785"/>
              <a:gd name="connsiteX9505" fmla="*/ 2141030 w 3114960"/>
              <a:gd name="connsiteY9505" fmla="*/ 4242816 h 5143785"/>
              <a:gd name="connsiteX9506" fmla="*/ 2134743 w 3114960"/>
              <a:gd name="connsiteY9506" fmla="*/ 4236530 h 5143785"/>
              <a:gd name="connsiteX9507" fmla="*/ 2128457 w 3114960"/>
              <a:gd name="connsiteY9507" fmla="*/ 4242816 h 5143785"/>
              <a:gd name="connsiteX9508" fmla="*/ 2128457 w 3114960"/>
              <a:gd name="connsiteY9508" fmla="*/ 4243483 h 5143785"/>
              <a:gd name="connsiteX9509" fmla="*/ 2058543 w 3114960"/>
              <a:gd name="connsiteY9509" fmla="*/ 4156996 h 5143785"/>
              <a:gd name="connsiteX9510" fmla="*/ 1938147 w 3114960"/>
              <a:gd name="connsiteY9510" fmla="*/ 4156996 h 5143785"/>
              <a:gd name="connsiteX9511" fmla="*/ 1908334 w 3114960"/>
              <a:gd name="connsiteY9511" fmla="*/ 4183856 h 5143785"/>
              <a:gd name="connsiteX9512" fmla="*/ 1908334 w 3114960"/>
              <a:gd name="connsiteY9512" fmla="*/ 4182999 h 5143785"/>
              <a:gd name="connsiteX9513" fmla="*/ 1904238 w 3114960"/>
              <a:gd name="connsiteY9513" fmla="*/ 4178903 h 5143785"/>
              <a:gd name="connsiteX9514" fmla="*/ 1875377 w 3114960"/>
              <a:gd name="connsiteY9514" fmla="*/ 4178903 h 5143785"/>
              <a:gd name="connsiteX9515" fmla="*/ 1870805 w 3114960"/>
              <a:gd name="connsiteY9515" fmla="*/ 4183475 h 5143785"/>
              <a:gd name="connsiteX9516" fmla="*/ 1870805 w 3114960"/>
              <a:gd name="connsiteY9516" fmla="*/ 4282154 h 5143785"/>
              <a:gd name="connsiteX9517" fmla="*/ 1875377 w 3114960"/>
              <a:gd name="connsiteY9517" fmla="*/ 4286727 h 5143785"/>
              <a:gd name="connsiteX9518" fmla="*/ 1903762 w 3114960"/>
              <a:gd name="connsiteY9518" fmla="*/ 4286727 h 5143785"/>
              <a:gd name="connsiteX9519" fmla="*/ 1908334 w 3114960"/>
              <a:gd name="connsiteY9519" fmla="*/ 4282154 h 5143785"/>
              <a:gd name="connsiteX9520" fmla="*/ 1908334 w 3114960"/>
              <a:gd name="connsiteY9520" fmla="*/ 4268820 h 5143785"/>
              <a:gd name="connsiteX9521" fmla="*/ 1908334 w 3114960"/>
              <a:gd name="connsiteY9521" fmla="*/ 4268820 h 5143785"/>
              <a:gd name="connsiteX9522" fmla="*/ 1939957 w 3114960"/>
              <a:gd name="connsiteY9522" fmla="*/ 4240245 h 5143785"/>
              <a:gd name="connsiteX9523" fmla="*/ 2028349 w 3114960"/>
              <a:gd name="connsiteY9523" fmla="*/ 4239197 h 5143785"/>
              <a:gd name="connsiteX9524" fmla="*/ 2090833 w 3114960"/>
              <a:gd name="connsiteY9524" fmla="*/ 4316445 h 5143785"/>
              <a:gd name="connsiteX9525" fmla="*/ 2090833 w 3114960"/>
              <a:gd name="connsiteY9525" fmla="*/ 4333875 h 5143785"/>
              <a:gd name="connsiteX9526" fmla="*/ 2098453 w 3114960"/>
              <a:gd name="connsiteY9526" fmla="*/ 4341495 h 5143785"/>
              <a:gd name="connsiteX9527" fmla="*/ 2095691 w 3114960"/>
              <a:gd name="connsiteY9527" fmla="*/ 4312539 h 5143785"/>
              <a:gd name="connsiteX9528" fmla="*/ 2098453 w 3114960"/>
              <a:gd name="connsiteY9528" fmla="*/ 4309777 h 5143785"/>
              <a:gd name="connsiteX9529" fmla="*/ 2100548 w 3114960"/>
              <a:gd name="connsiteY9529" fmla="*/ 4309777 h 5143785"/>
              <a:gd name="connsiteX9530" fmla="*/ 2103311 w 3114960"/>
              <a:gd name="connsiteY9530" fmla="*/ 4312539 h 5143785"/>
              <a:gd name="connsiteX9531" fmla="*/ 2103311 w 3114960"/>
              <a:gd name="connsiteY9531" fmla="*/ 4334161 h 5143785"/>
              <a:gd name="connsiteX9532" fmla="*/ 2100548 w 3114960"/>
              <a:gd name="connsiteY9532" fmla="*/ 4336923 h 5143785"/>
              <a:gd name="connsiteX9533" fmla="*/ 2098453 w 3114960"/>
              <a:gd name="connsiteY9533" fmla="*/ 4336923 h 5143785"/>
              <a:gd name="connsiteX9534" fmla="*/ 2095691 w 3114960"/>
              <a:gd name="connsiteY9534" fmla="*/ 4334161 h 5143785"/>
              <a:gd name="connsiteX9535" fmla="*/ 2095691 w 3114960"/>
              <a:gd name="connsiteY9535" fmla="*/ 4312539 h 5143785"/>
              <a:gd name="connsiteX9536" fmla="*/ 2111978 w 3114960"/>
              <a:gd name="connsiteY9536" fmla="*/ 4283869 h 5143785"/>
              <a:gd name="connsiteX9537" fmla="*/ 2116550 w 3114960"/>
              <a:gd name="connsiteY9537" fmla="*/ 4282250 h 5143785"/>
              <a:gd name="connsiteX9538" fmla="*/ 2117312 w 3114960"/>
              <a:gd name="connsiteY9538" fmla="*/ 4282250 h 5143785"/>
              <a:gd name="connsiteX9539" fmla="*/ 2122265 w 3114960"/>
              <a:gd name="connsiteY9539" fmla="*/ 4284917 h 5143785"/>
              <a:gd name="connsiteX9540" fmla="*/ 2121122 w 3114960"/>
              <a:gd name="connsiteY9540" fmla="*/ 4295299 h 5143785"/>
              <a:gd name="connsiteX9541" fmla="*/ 2115693 w 3114960"/>
              <a:gd name="connsiteY9541" fmla="*/ 4296918 h 5143785"/>
              <a:gd name="connsiteX9542" fmla="*/ 2110740 w 3114960"/>
              <a:gd name="connsiteY9542" fmla="*/ 4294251 h 5143785"/>
              <a:gd name="connsiteX9543" fmla="*/ 2110740 w 3114960"/>
              <a:gd name="connsiteY9543" fmla="*/ 4294251 h 5143785"/>
              <a:gd name="connsiteX9544" fmla="*/ 2109121 w 3114960"/>
              <a:gd name="connsiteY9544" fmla="*/ 4288822 h 5143785"/>
              <a:gd name="connsiteX9545" fmla="*/ 2111788 w 3114960"/>
              <a:gd name="connsiteY9545" fmla="*/ 4283869 h 5143785"/>
              <a:gd name="connsiteX9546" fmla="*/ 1905000 w 3114960"/>
              <a:gd name="connsiteY9546" fmla="*/ 4265390 h 5143785"/>
              <a:gd name="connsiteX9547" fmla="*/ 1905000 w 3114960"/>
              <a:gd name="connsiteY9547" fmla="*/ 4265390 h 5143785"/>
              <a:gd name="connsiteX9548" fmla="*/ 1905000 w 3114960"/>
              <a:gd name="connsiteY9548" fmla="*/ 4265390 h 5143785"/>
              <a:gd name="connsiteX9549" fmla="*/ 1905000 w 3114960"/>
              <a:gd name="connsiteY9549" fmla="*/ 4282345 h 5143785"/>
              <a:gd name="connsiteX9550" fmla="*/ 1903762 w 3114960"/>
              <a:gd name="connsiteY9550" fmla="*/ 4283583 h 5143785"/>
              <a:gd name="connsiteX9551" fmla="*/ 1875377 w 3114960"/>
              <a:gd name="connsiteY9551" fmla="*/ 4283583 h 5143785"/>
              <a:gd name="connsiteX9552" fmla="*/ 1874139 w 3114960"/>
              <a:gd name="connsiteY9552" fmla="*/ 4282345 h 5143785"/>
              <a:gd name="connsiteX9553" fmla="*/ 1874139 w 3114960"/>
              <a:gd name="connsiteY9553" fmla="*/ 4251770 h 5143785"/>
              <a:gd name="connsiteX9554" fmla="*/ 1905095 w 3114960"/>
              <a:gd name="connsiteY9554" fmla="*/ 4251770 h 5143785"/>
              <a:gd name="connsiteX9555" fmla="*/ 1905095 w 3114960"/>
              <a:gd name="connsiteY9555" fmla="*/ 4265390 h 5143785"/>
              <a:gd name="connsiteX9556" fmla="*/ 1905000 w 3114960"/>
              <a:gd name="connsiteY9556" fmla="*/ 4224147 h 5143785"/>
              <a:gd name="connsiteX9557" fmla="*/ 1905000 w 3114960"/>
              <a:gd name="connsiteY9557" fmla="*/ 4224147 h 5143785"/>
              <a:gd name="connsiteX9558" fmla="*/ 1905000 w 3114960"/>
              <a:gd name="connsiteY9558" fmla="*/ 4224147 h 5143785"/>
              <a:gd name="connsiteX9559" fmla="*/ 1905000 w 3114960"/>
              <a:gd name="connsiteY9559" fmla="*/ 4248531 h 5143785"/>
              <a:gd name="connsiteX9560" fmla="*/ 1874044 w 3114960"/>
              <a:gd name="connsiteY9560" fmla="*/ 4248531 h 5143785"/>
              <a:gd name="connsiteX9561" fmla="*/ 1874044 w 3114960"/>
              <a:gd name="connsiteY9561" fmla="*/ 4216337 h 5143785"/>
              <a:gd name="connsiteX9562" fmla="*/ 1905000 w 3114960"/>
              <a:gd name="connsiteY9562" fmla="*/ 4216337 h 5143785"/>
              <a:gd name="connsiteX9563" fmla="*/ 1905000 w 3114960"/>
              <a:gd name="connsiteY9563" fmla="*/ 4224147 h 5143785"/>
              <a:gd name="connsiteX9564" fmla="*/ 1905000 w 3114960"/>
              <a:gd name="connsiteY9564" fmla="*/ 4187000 h 5143785"/>
              <a:gd name="connsiteX9565" fmla="*/ 1905000 w 3114960"/>
              <a:gd name="connsiteY9565" fmla="*/ 4187000 h 5143785"/>
              <a:gd name="connsiteX9566" fmla="*/ 1905000 w 3114960"/>
              <a:gd name="connsiteY9566" fmla="*/ 4187000 h 5143785"/>
              <a:gd name="connsiteX9567" fmla="*/ 1905000 w 3114960"/>
              <a:gd name="connsiteY9567" fmla="*/ 4213003 h 5143785"/>
              <a:gd name="connsiteX9568" fmla="*/ 1874044 w 3114960"/>
              <a:gd name="connsiteY9568" fmla="*/ 4213003 h 5143785"/>
              <a:gd name="connsiteX9569" fmla="*/ 1874044 w 3114960"/>
              <a:gd name="connsiteY9569" fmla="*/ 4183571 h 5143785"/>
              <a:gd name="connsiteX9570" fmla="*/ 1875282 w 3114960"/>
              <a:gd name="connsiteY9570" fmla="*/ 4182332 h 5143785"/>
              <a:gd name="connsiteX9571" fmla="*/ 1904143 w 3114960"/>
              <a:gd name="connsiteY9571" fmla="*/ 4182332 h 5143785"/>
              <a:gd name="connsiteX9572" fmla="*/ 1904905 w 3114960"/>
              <a:gd name="connsiteY9572" fmla="*/ 4183094 h 5143785"/>
              <a:gd name="connsiteX9573" fmla="*/ 1904905 w 3114960"/>
              <a:gd name="connsiteY9573" fmla="*/ 4186904 h 5143785"/>
              <a:gd name="connsiteX9574" fmla="*/ 791623 w 3114960"/>
              <a:gd name="connsiteY9574" fmla="*/ 2567559 h 5143785"/>
              <a:gd name="connsiteX9575" fmla="*/ 784479 w 3114960"/>
              <a:gd name="connsiteY9575" fmla="*/ 2567559 h 5143785"/>
              <a:gd name="connsiteX9576" fmla="*/ 775335 w 3114960"/>
              <a:gd name="connsiteY9576" fmla="*/ 2576703 h 5143785"/>
              <a:gd name="connsiteX9577" fmla="*/ 773811 w 3114960"/>
              <a:gd name="connsiteY9577" fmla="*/ 2580323 h 5143785"/>
              <a:gd name="connsiteX9578" fmla="*/ 775335 w 3114960"/>
              <a:gd name="connsiteY9578" fmla="*/ 2583942 h 5143785"/>
              <a:gd name="connsiteX9579" fmla="*/ 784479 w 3114960"/>
              <a:gd name="connsiteY9579" fmla="*/ 2593086 h 5143785"/>
              <a:gd name="connsiteX9580" fmla="*/ 788099 w 3114960"/>
              <a:gd name="connsiteY9580" fmla="*/ 2594610 h 5143785"/>
              <a:gd name="connsiteX9581" fmla="*/ 791718 w 3114960"/>
              <a:gd name="connsiteY9581" fmla="*/ 2593086 h 5143785"/>
              <a:gd name="connsiteX9582" fmla="*/ 800862 w 3114960"/>
              <a:gd name="connsiteY9582" fmla="*/ 2583942 h 5143785"/>
              <a:gd name="connsiteX9583" fmla="*/ 802386 w 3114960"/>
              <a:gd name="connsiteY9583" fmla="*/ 2580323 h 5143785"/>
              <a:gd name="connsiteX9584" fmla="*/ 800862 w 3114960"/>
              <a:gd name="connsiteY9584" fmla="*/ 2576703 h 5143785"/>
              <a:gd name="connsiteX9585" fmla="*/ 798100 w 3114960"/>
              <a:gd name="connsiteY9585" fmla="*/ 2573941 h 5143785"/>
              <a:gd name="connsiteX9586" fmla="*/ 841820 w 3114960"/>
              <a:gd name="connsiteY9586" fmla="*/ 2528030 h 5143785"/>
              <a:gd name="connsiteX9587" fmla="*/ 847630 w 3114960"/>
              <a:gd name="connsiteY9587" fmla="*/ 2529935 h 5143785"/>
              <a:gd name="connsiteX9588" fmla="*/ 858679 w 3114960"/>
              <a:gd name="connsiteY9588" fmla="*/ 2518886 h 5143785"/>
              <a:gd name="connsiteX9589" fmla="*/ 847630 w 3114960"/>
              <a:gd name="connsiteY9589" fmla="*/ 2507837 h 5143785"/>
              <a:gd name="connsiteX9590" fmla="*/ 836581 w 3114960"/>
              <a:gd name="connsiteY9590" fmla="*/ 2518886 h 5143785"/>
              <a:gd name="connsiteX9591" fmla="*/ 838486 w 3114960"/>
              <a:gd name="connsiteY9591" fmla="*/ 2524697 h 5143785"/>
              <a:gd name="connsiteX9592" fmla="*/ 794766 w 3114960"/>
              <a:gd name="connsiteY9592" fmla="*/ 2570607 h 5143785"/>
              <a:gd name="connsiteX9593" fmla="*/ 791813 w 3114960"/>
              <a:gd name="connsiteY9593" fmla="*/ 2567654 h 5143785"/>
              <a:gd name="connsiteX9594" fmla="*/ 787813 w 3114960"/>
              <a:gd name="connsiteY9594" fmla="*/ 2589657 h 5143785"/>
              <a:gd name="connsiteX9595" fmla="*/ 778669 w 3114960"/>
              <a:gd name="connsiteY9595" fmla="*/ 2580037 h 5143785"/>
              <a:gd name="connsiteX9596" fmla="*/ 787813 w 3114960"/>
              <a:gd name="connsiteY9596" fmla="*/ 2570893 h 5143785"/>
              <a:gd name="connsiteX9597" fmla="*/ 788003 w 3114960"/>
              <a:gd name="connsiteY9597" fmla="*/ 2570893 h 5143785"/>
              <a:gd name="connsiteX9598" fmla="*/ 788194 w 3114960"/>
              <a:gd name="connsiteY9598" fmla="*/ 2570893 h 5143785"/>
              <a:gd name="connsiteX9599" fmla="*/ 797338 w 3114960"/>
              <a:gd name="connsiteY9599" fmla="*/ 2580513 h 5143785"/>
              <a:gd name="connsiteX9600" fmla="*/ 787718 w 3114960"/>
              <a:gd name="connsiteY9600" fmla="*/ 2589657 h 5143785"/>
              <a:gd name="connsiteX9601" fmla="*/ 529685 w 3114960"/>
              <a:gd name="connsiteY9601" fmla="*/ 938689 h 5143785"/>
              <a:gd name="connsiteX9602" fmla="*/ 517017 w 3114960"/>
              <a:gd name="connsiteY9602" fmla="*/ 938689 h 5143785"/>
              <a:gd name="connsiteX9603" fmla="*/ 512540 w 3114960"/>
              <a:gd name="connsiteY9603" fmla="*/ 943166 h 5143785"/>
              <a:gd name="connsiteX9604" fmla="*/ 512540 w 3114960"/>
              <a:gd name="connsiteY9604" fmla="*/ 948976 h 5143785"/>
              <a:gd name="connsiteX9605" fmla="*/ 512540 w 3114960"/>
              <a:gd name="connsiteY9605" fmla="*/ 947071 h 5143785"/>
              <a:gd name="connsiteX9606" fmla="*/ 489014 w 3114960"/>
              <a:gd name="connsiteY9606" fmla="*/ 947071 h 5143785"/>
              <a:gd name="connsiteX9607" fmla="*/ 428530 w 3114960"/>
              <a:gd name="connsiteY9607" fmla="*/ 1004221 h 5143785"/>
              <a:gd name="connsiteX9608" fmla="*/ 340900 w 3114960"/>
              <a:gd name="connsiteY9608" fmla="*/ 1004221 h 5143785"/>
              <a:gd name="connsiteX9609" fmla="*/ 317373 w 3114960"/>
              <a:gd name="connsiteY9609" fmla="*/ 984790 h 5143785"/>
              <a:gd name="connsiteX9610" fmla="*/ 240030 w 3114960"/>
              <a:gd name="connsiteY9610" fmla="*/ 984980 h 5143785"/>
              <a:gd name="connsiteX9611" fmla="*/ 202406 w 3114960"/>
              <a:gd name="connsiteY9611" fmla="*/ 1016318 h 5143785"/>
              <a:gd name="connsiteX9612" fmla="*/ 195739 w 3114960"/>
              <a:gd name="connsiteY9612" fmla="*/ 1012889 h 5143785"/>
              <a:gd name="connsiteX9613" fmla="*/ 186309 w 3114960"/>
              <a:gd name="connsiteY9613" fmla="*/ 1015270 h 5143785"/>
              <a:gd name="connsiteX9614" fmla="*/ 182023 w 3114960"/>
              <a:gd name="connsiteY9614" fmla="*/ 1021842 h 5143785"/>
              <a:gd name="connsiteX9615" fmla="*/ 153638 w 3114960"/>
              <a:gd name="connsiteY9615" fmla="*/ 1021842 h 5143785"/>
              <a:gd name="connsiteX9616" fmla="*/ 115062 w 3114960"/>
              <a:gd name="connsiteY9616" fmla="*/ 976122 h 5143785"/>
              <a:gd name="connsiteX9617" fmla="*/ 95 w 3114960"/>
              <a:gd name="connsiteY9617" fmla="*/ 976122 h 5143785"/>
              <a:gd name="connsiteX9618" fmla="*/ 95 w 3114960"/>
              <a:gd name="connsiteY9618" fmla="*/ 983266 h 5143785"/>
              <a:gd name="connsiteX9619" fmla="*/ 111728 w 3114960"/>
              <a:gd name="connsiteY9619" fmla="*/ 983266 h 5143785"/>
              <a:gd name="connsiteX9620" fmla="*/ 150305 w 3114960"/>
              <a:gd name="connsiteY9620" fmla="*/ 1028986 h 5143785"/>
              <a:gd name="connsiteX9621" fmla="*/ 181832 w 3114960"/>
              <a:gd name="connsiteY9621" fmla="*/ 1028986 h 5143785"/>
              <a:gd name="connsiteX9622" fmla="*/ 192119 w 3114960"/>
              <a:gd name="connsiteY9622" fmla="*/ 1037939 h 5143785"/>
              <a:gd name="connsiteX9623" fmla="*/ 193929 w 3114960"/>
              <a:gd name="connsiteY9623" fmla="*/ 1038035 h 5143785"/>
              <a:gd name="connsiteX9624" fmla="*/ 206502 w 3114960"/>
              <a:gd name="connsiteY9624" fmla="*/ 1027176 h 5143785"/>
              <a:gd name="connsiteX9625" fmla="*/ 205264 w 3114960"/>
              <a:gd name="connsiteY9625" fmla="*/ 1020127 h 5143785"/>
              <a:gd name="connsiteX9626" fmla="*/ 241840 w 3114960"/>
              <a:gd name="connsiteY9626" fmla="*/ 989648 h 5143785"/>
              <a:gd name="connsiteX9627" fmla="*/ 315754 w 3114960"/>
              <a:gd name="connsiteY9627" fmla="*/ 989457 h 5143785"/>
              <a:gd name="connsiteX9628" fmla="*/ 339185 w 3114960"/>
              <a:gd name="connsiteY9628" fmla="*/ 1008793 h 5143785"/>
              <a:gd name="connsiteX9629" fmla="*/ 430435 w 3114960"/>
              <a:gd name="connsiteY9629" fmla="*/ 1008793 h 5143785"/>
              <a:gd name="connsiteX9630" fmla="*/ 490919 w 3114960"/>
              <a:gd name="connsiteY9630" fmla="*/ 951833 h 5143785"/>
              <a:gd name="connsiteX9631" fmla="*/ 512540 w 3114960"/>
              <a:gd name="connsiteY9631" fmla="*/ 951833 h 5143785"/>
              <a:gd name="connsiteX9632" fmla="*/ 512540 w 3114960"/>
              <a:gd name="connsiteY9632" fmla="*/ 955739 h 5143785"/>
              <a:gd name="connsiteX9633" fmla="*/ 517017 w 3114960"/>
              <a:gd name="connsiteY9633" fmla="*/ 960215 h 5143785"/>
              <a:gd name="connsiteX9634" fmla="*/ 529685 w 3114960"/>
              <a:gd name="connsiteY9634" fmla="*/ 960215 h 5143785"/>
              <a:gd name="connsiteX9635" fmla="*/ 534162 w 3114960"/>
              <a:gd name="connsiteY9635" fmla="*/ 955739 h 5143785"/>
              <a:gd name="connsiteX9636" fmla="*/ 534162 w 3114960"/>
              <a:gd name="connsiteY9636" fmla="*/ 943070 h 5143785"/>
              <a:gd name="connsiteX9637" fmla="*/ 529685 w 3114960"/>
              <a:gd name="connsiteY9637" fmla="*/ 938594 h 5143785"/>
              <a:gd name="connsiteX9638" fmla="*/ 198692 w 3114960"/>
              <a:gd name="connsiteY9638" fmla="*/ 1031748 h 5143785"/>
              <a:gd name="connsiteX9639" fmla="*/ 192881 w 3114960"/>
              <a:gd name="connsiteY9639" fmla="*/ 1033272 h 5143785"/>
              <a:gd name="connsiteX9640" fmla="*/ 186214 w 3114960"/>
              <a:gd name="connsiteY9640" fmla="*/ 1024319 h 5143785"/>
              <a:gd name="connsiteX9641" fmla="*/ 189262 w 3114960"/>
              <a:gd name="connsiteY9641" fmla="*/ 1019080 h 5143785"/>
              <a:gd name="connsiteX9642" fmla="*/ 194024 w 3114960"/>
              <a:gd name="connsiteY9642" fmla="*/ 1017461 h 5143785"/>
              <a:gd name="connsiteX9643" fmla="*/ 195167 w 3114960"/>
              <a:gd name="connsiteY9643" fmla="*/ 1017461 h 5143785"/>
              <a:gd name="connsiteX9644" fmla="*/ 200406 w 3114960"/>
              <a:gd name="connsiteY9644" fmla="*/ 1020509 h 5143785"/>
              <a:gd name="connsiteX9645" fmla="*/ 201930 w 3114960"/>
              <a:gd name="connsiteY9645" fmla="*/ 1026319 h 5143785"/>
              <a:gd name="connsiteX9646" fmla="*/ 198882 w 3114960"/>
              <a:gd name="connsiteY9646" fmla="*/ 1031558 h 5143785"/>
              <a:gd name="connsiteX9647" fmla="*/ 2068354 w 3114960"/>
              <a:gd name="connsiteY9647" fmla="*/ 4365594 h 5143785"/>
              <a:gd name="connsiteX9648" fmla="*/ 2077403 w 3114960"/>
              <a:gd name="connsiteY9648" fmla="*/ 4369594 h 5143785"/>
              <a:gd name="connsiteX9649" fmla="*/ 2085689 w 3114960"/>
              <a:gd name="connsiteY9649" fmla="*/ 4366451 h 5143785"/>
              <a:gd name="connsiteX9650" fmla="*/ 2089690 w 3114960"/>
              <a:gd name="connsiteY9650" fmla="*/ 4357973 h 5143785"/>
              <a:gd name="connsiteX9651" fmla="*/ 2086547 w 3114960"/>
              <a:gd name="connsiteY9651" fmla="*/ 4349115 h 5143785"/>
              <a:gd name="connsiteX9652" fmla="*/ 2078069 w 3114960"/>
              <a:gd name="connsiteY9652" fmla="*/ 4345115 h 5143785"/>
              <a:gd name="connsiteX9653" fmla="*/ 2071497 w 3114960"/>
              <a:gd name="connsiteY9653" fmla="*/ 4346924 h 5143785"/>
              <a:gd name="connsiteX9654" fmla="*/ 2015681 w 3114960"/>
              <a:gd name="connsiteY9654" fmla="*/ 4277868 h 5143785"/>
              <a:gd name="connsiteX9655" fmla="*/ 1940433 w 3114960"/>
              <a:gd name="connsiteY9655" fmla="*/ 4278726 h 5143785"/>
              <a:gd name="connsiteX9656" fmla="*/ 1900523 w 3114960"/>
              <a:gd name="connsiteY9656" fmla="*/ 4312920 h 5143785"/>
              <a:gd name="connsiteX9657" fmla="*/ 1900523 w 3114960"/>
              <a:gd name="connsiteY9657" fmla="*/ 4305681 h 5143785"/>
              <a:gd name="connsiteX9658" fmla="*/ 1893856 w 3114960"/>
              <a:gd name="connsiteY9658" fmla="*/ 4299014 h 5143785"/>
              <a:gd name="connsiteX9659" fmla="*/ 1885378 w 3114960"/>
              <a:gd name="connsiteY9659" fmla="*/ 4299014 h 5143785"/>
              <a:gd name="connsiteX9660" fmla="*/ 1878711 w 3114960"/>
              <a:gd name="connsiteY9660" fmla="*/ 4305681 h 5143785"/>
              <a:gd name="connsiteX9661" fmla="*/ 1878711 w 3114960"/>
              <a:gd name="connsiteY9661" fmla="*/ 4332161 h 5143785"/>
              <a:gd name="connsiteX9662" fmla="*/ 1885378 w 3114960"/>
              <a:gd name="connsiteY9662" fmla="*/ 4338828 h 5143785"/>
              <a:gd name="connsiteX9663" fmla="*/ 1893856 w 3114960"/>
              <a:gd name="connsiteY9663" fmla="*/ 4338828 h 5143785"/>
              <a:gd name="connsiteX9664" fmla="*/ 1900523 w 3114960"/>
              <a:gd name="connsiteY9664" fmla="*/ 4332161 h 5143785"/>
              <a:gd name="connsiteX9665" fmla="*/ 1900523 w 3114960"/>
              <a:gd name="connsiteY9665" fmla="*/ 4319302 h 5143785"/>
              <a:gd name="connsiteX9666" fmla="*/ 1900523 w 3114960"/>
              <a:gd name="connsiteY9666" fmla="*/ 4319302 h 5143785"/>
              <a:gd name="connsiteX9667" fmla="*/ 1942338 w 3114960"/>
              <a:gd name="connsiteY9667" fmla="*/ 4283488 h 5143785"/>
              <a:gd name="connsiteX9668" fmla="*/ 2013299 w 3114960"/>
              <a:gd name="connsiteY9668" fmla="*/ 4282631 h 5143785"/>
              <a:gd name="connsiteX9669" fmla="*/ 2067782 w 3114960"/>
              <a:gd name="connsiteY9669" fmla="*/ 4350068 h 5143785"/>
              <a:gd name="connsiteX9670" fmla="*/ 2068354 w 3114960"/>
              <a:gd name="connsiteY9670" fmla="*/ 4365498 h 5143785"/>
              <a:gd name="connsiteX9671" fmla="*/ 2072450 w 3114960"/>
              <a:gd name="connsiteY9671" fmla="*/ 4351878 h 5143785"/>
              <a:gd name="connsiteX9672" fmla="*/ 2077784 w 3114960"/>
              <a:gd name="connsiteY9672" fmla="*/ 4349972 h 5143785"/>
              <a:gd name="connsiteX9673" fmla="*/ 2082927 w 3114960"/>
              <a:gd name="connsiteY9673" fmla="*/ 4352354 h 5143785"/>
              <a:gd name="connsiteX9674" fmla="*/ 2082451 w 3114960"/>
              <a:gd name="connsiteY9674" fmla="*/ 4362736 h 5143785"/>
              <a:gd name="connsiteX9675" fmla="*/ 2072069 w 3114960"/>
              <a:gd name="connsiteY9675" fmla="*/ 4362260 h 5143785"/>
              <a:gd name="connsiteX9676" fmla="*/ 2072545 w 3114960"/>
              <a:gd name="connsiteY9676" fmla="*/ 4351878 h 5143785"/>
              <a:gd name="connsiteX9677" fmla="*/ 1885283 w 3114960"/>
              <a:gd name="connsiteY9677" fmla="*/ 4302347 h 5143785"/>
              <a:gd name="connsiteX9678" fmla="*/ 1893761 w 3114960"/>
              <a:gd name="connsiteY9678" fmla="*/ 4302347 h 5143785"/>
              <a:gd name="connsiteX9679" fmla="*/ 1895570 w 3114960"/>
              <a:gd name="connsiteY9679" fmla="*/ 4302919 h 5143785"/>
              <a:gd name="connsiteX9680" fmla="*/ 1883378 w 3114960"/>
              <a:gd name="connsiteY9680" fmla="*/ 4302919 h 5143785"/>
              <a:gd name="connsiteX9681" fmla="*/ 1885188 w 3114960"/>
              <a:gd name="connsiteY9681" fmla="*/ 4302347 h 5143785"/>
              <a:gd name="connsiteX9682" fmla="*/ 1897190 w 3114960"/>
              <a:gd name="connsiteY9682" fmla="*/ 4332256 h 5143785"/>
              <a:gd name="connsiteX9683" fmla="*/ 1893761 w 3114960"/>
              <a:gd name="connsiteY9683" fmla="*/ 4335685 h 5143785"/>
              <a:gd name="connsiteX9684" fmla="*/ 1885283 w 3114960"/>
              <a:gd name="connsiteY9684" fmla="*/ 4335685 h 5143785"/>
              <a:gd name="connsiteX9685" fmla="*/ 1881854 w 3114960"/>
              <a:gd name="connsiteY9685" fmla="*/ 4332256 h 5143785"/>
              <a:gd name="connsiteX9686" fmla="*/ 1881854 w 3114960"/>
              <a:gd name="connsiteY9686" fmla="*/ 4328351 h 5143785"/>
              <a:gd name="connsiteX9687" fmla="*/ 1897190 w 3114960"/>
              <a:gd name="connsiteY9687" fmla="*/ 4328351 h 5143785"/>
              <a:gd name="connsiteX9688" fmla="*/ 1897190 w 3114960"/>
              <a:gd name="connsiteY9688" fmla="*/ 4332256 h 5143785"/>
              <a:gd name="connsiteX9689" fmla="*/ 1897190 w 3114960"/>
              <a:gd name="connsiteY9689" fmla="*/ 4315778 h 5143785"/>
              <a:gd name="connsiteX9690" fmla="*/ 1897190 w 3114960"/>
              <a:gd name="connsiteY9690" fmla="*/ 4315778 h 5143785"/>
              <a:gd name="connsiteX9691" fmla="*/ 1897190 w 3114960"/>
              <a:gd name="connsiteY9691" fmla="*/ 4315778 h 5143785"/>
              <a:gd name="connsiteX9692" fmla="*/ 1897190 w 3114960"/>
              <a:gd name="connsiteY9692" fmla="*/ 4324255 h 5143785"/>
              <a:gd name="connsiteX9693" fmla="*/ 1881854 w 3114960"/>
              <a:gd name="connsiteY9693" fmla="*/ 4324255 h 5143785"/>
              <a:gd name="connsiteX9694" fmla="*/ 1881854 w 3114960"/>
              <a:gd name="connsiteY9694" fmla="*/ 4311587 h 5143785"/>
              <a:gd name="connsiteX9695" fmla="*/ 1897190 w 3114960"/>
              <a:gd name="connsiteY9695" fmla="*/ 4311587 h 5143785"/>
              <a:gd name="connsiteX9696" fmla="*/ 1897190 w 3114960"/>
              <a:gd name="connsiteY9696" fmla="*/ 4315682 h 5143785"/>
              <a:gd name="connsiteX9697" fmla="*/ 1897190 w 3114960"/>
              <a:gd name="connsiteY9697" fmla="*/ 4309682 h 5143785"/>
              <a:gd name="connsiteX9698" fmla="*/ 1881854 w 3114960"/>
              <a:gd name="connsiteY9698" fmla="*/ 4309682 h 5143785"/>
              <a:gd name="connsiteX9699" fmla="*/ 1881854 w 3114960"/>
              <a:gd name="connsiteY9699" fmla="*/ 4306157 h 5143785"/>
              <a:gd name="connsiteX9700" fmla="*/ 1897190 w 3114960"/>
              <a:gd name="connsiteY9700" fmla="*/ 4306157 h 5143785"/>
              <a:gd name="connsiteX9701" fmla="*/ 1897190 w 3114960"/>
              <a:gd name="connsiteY9701" fmla="*/ 4309682 h 5143785"/>
              <a:gd name="connsiteX9702" fmla="*/ 1062895 w 3114960"/>
              <a:gd name="connsiteY9702" fmla="*/ 470154 h 5143785"/>
              <a:gd name="connsiteX9703" fmla="*/ 1050798 w 3114960"/>
              <a:gd name="connsiteY9703" fmla="*/ 466154 h 5143785"/>
              <a:gd name="connsiteX9704" fmla="*/ 1034225 w 3114960"/>
              <a:gd name="connsiteY9704" fmla="*/ 474536 h 5143785"/>
              <a:gd name="connsiteX9705" fmla="*/ 1030510 w 3114960"/>
              <a:gd name="connsiteY9705" fmla="*/ 489871 h 5143785"/>
              <a:gd name="connsiteX9706" fmla="*/ 1038701 w 3114960"/>
              <a:gd name="connsiteY9706" fmla="*/ 503301 h 5143785"/>
              <a:gd name="connsiteX9707" fmla="*/ 1054037 w 3114960"/>
              <a:gd name="connsiteY9707" fmla="*/ 507016 h 5143785"/>
              <a:gd name="connsiteX9708" fmla="*/ 1067467 w 3114960"/>
              <a:gd name="connsiteY9708" fmla="*/ 498824 h 5143785"/>
              <a:gd name="connsiteX9709" fmla="*/ 1063085 w 3114960"/>
              <a:gd name="connsiteY9709" fmla="*/ 470059 h 5143785"/>
              <a:gd name="connsiteX9710" fmla="*/ 1064324 w 3114960"/>
              <a:gd name="connsiteY9710" fmla="*/ 496634 h 5143785"/>
              <a:gd name="connsiteX9711" fmla="*/ 1053370 w 3114960"/>
              <a:gd name="connsiteY9711" fmla="*/ 503301 h 5143785"/>
              <a:gd name="connsiteX9712" fmla="*/ 1040892 w 3114960"/>
              <a:gd name="connsiteY9712" fmla="*/ 500253 h 5143785"/>
              <a:gd name="connsiteX9713" fmla="*/ 1034225 w 3114960"/>
              <a:gd name="connsiteY9713" fmla="*/ 489299 h 5143785"/>
              <a:gd name="connsiteX9714" fmla="*/ 1037273 w 3114960"/>
              <a:gd name="connsiteY9714" fmla="*/ 476822 h 5143785"/>
              <a:gd name="connsiteX9715" fmla="*/ 1060704 w 3114960"/>
              <a:gd name="connsiteY9715" fmla="*/ 473202 h 5143785"/>
              <a:gd name="connsiteX9716" fmla="*/ 1064324 w 3114960"/>
              <a:gd name="connsiteY9716" fmla="*/ 496634 h 5143785"/>
              <a:gd name="connsiteX9717" fmla="*/ 1288066 w 3114960"/>
              <a:gd name="connsiteY9717" fmla="*/ 356521 h 5143785"/>
              <a:gd name="connsiteX9718" fmla="*/ 1280922 w 3114960"/>
              <a:gd name="connsiteY9718" fmla="*/ 356521 h 5143785"/>
              <a:gd name="connsiteX9719" fmla="*/ 1280922 w 3114960"/>
              <a:gd name="connsiteY9719" fmla="*/ 347091 h 5143785"/>
              <a:gd name="connsiteX9720" fmla="*/ 1288066 w 3114960"/>
              <a:gd name="connsiteY9720" fmla="*/ 347091 h 5143785"/>
              <a:gd name="connsiteX9721" fmla="*/ 1288066 w 3114960"/>
              <a:gd name="connsiteY9721" fmla="*/ 356521 h 5143785"/>
              <a:gd name="connsiteX9722" fmla="*/ 1060799 w 3114960"/>
              <a:gd name="connsiteY9722" fmla="*/ 486728 h 5143785"/>
              <a:gd name="connsiteX9723" fmla="*/ 1050703 w 3114960"/>
              <a:gd name="connsiteY9723" fmla="*/ 496824 h 5143785"/>
              <a:gd name="connsiteX9724" fmla="*/ 1040606 w 3114960"/>
              <a:gd name="connsiteY9724" fmla="*/ 486728 h 5143785"/>
              <a:gd name="connsiteX9725" fmla="*/ 1050703 w 3114960"/>
              <a:gd name="connsiteY9725" fmla="*/ 476631 h 5143785"/>
              <a:gd name="connsiteX9726" fmla="*/ 1060799 w 3114960"/>
              <a:gd name="connsiteY9726" fmla="*/ 486728 h 5143785"/>
              <a:gd name="connsiteX9727" fmla="*/ 1896618 w 3114960"/>
              <a:gd name="connsiteY9727" fmla="*/ 4185761 h 5143785"/>
              <a:gd name="connsiteX9728" fmla="*/ 1882521 w 3114960"/>
              <a:gd name="connsiteY9728" fmla="*/ 4185761 h 5143785"/>
              <a:gd name="connsiteX9729" fmla="*/ 1877949 w 3114960"/>
              <a:gd name="connsiteY9729" fmla="*/ 4190334 h 5143785"/>
              <a:gd name="connsiteX9730" fmla="*/ 1877949 w 3114960"/>
              <a:gd name="connsiteY9730" fmla="*/ 4204526 h 5143785"/>
              <a:gd name="connsiteX9731" fmla="*/ 1882521 w 3114960"/>
              <a:gd name="connsiteY9731" fmla="*/ 4209098 h 5143785"/>
              <a:gd name="connsiteX9732" fmla="*/ 1896618 w 3114960"/>
              <a:gd name="connsiteY9732" fmla="*/ 4209098 h 5143785"/>
              <a:gd name="connsiteX9733" fmla="*/ 1901190 w 3114960"/>
              <a:gd name="connsiteY9733" fmla="*/ 4204526 h 5143785"/>
              <a:gd name="connsiteX9734" fmla="*/ 1901190 w 3114960"/>
              <a:gd name="connsiteY9734" fmla="*/ 4190334 h 5143785"/>
              <a:gd name="connsiteX9735" fmla="*/ 1896618 w 3114960"/>
              <a:gd name="connsiteY9735" fmla="*/ 4185761 h 5143785"/>
              <a:gd name="connsiteX9736" fmla="*/ 1897856 w 3114960"/>
              <a:gd name="connsiteY9736" fmla="*/ 4204430 h 5143785"/>
              <a:gd name="connsiteX9737" fmla="*/ 1896618 w 3114960"/>
              <a:gd name="connsiteY9737" fmla="*/ 4205669 h 5143785"/>
              <a:gd name="connsiteX9738" fmla="*/ 1882521 w 3114960"/>
              <a:gd name="connsiteY9738" fmla="*/ 4205669 h 5143785"/>
              <a:gd name="connsiteX9739" fmla="*/ 1881283 w 3114960"/>
              <a:gd name="connsiteY9739" fmla="*/ 4204430 h 5143785"/>
              <a:gd name="connsiteX9740" fmla="*/ 1881283 w 3114960"/>
              <a:gd name="connsiteY9740" fmla="*/ 4190238 h 5143785"/>
              <a:gd name="connsiteX9741" fmla="*/ 1882521 w 3114960"/>
              <a:gd name="connsiteY9741" fmla="*/ 4189000 h 5143785"/>
              <a:gd name="connsiteX9742" fmla="*/ 1896618 w 3114960"/>
              <a:gd name="connsiteY9742" fmla="*/ 4189000 h 5143785"/>
              <a:gd name="connsiteX9743" fmla="*/ 1897856 w 3114960"/>
              <a:gd name="connsiteY9743" fmla="*/ 4190238 h 5143785"/>
              <a:gd name="connsiteX9744" fmla="*/ 1897856 w 3114960"/>
              <a:gd name="connsiteY9744" fmla="*/ 4204430 h 5143785"/>
              <a:gd name="connsiteX9745" fmla="*/ 1882426 w 3114960"/>
              <a:gd name="connsiteY9745" fmla="*/ 4279106 h 5143785"/>
              <a:gd name="connsiteX9746" fmla="*/ 1896523 w 3114960"/>
              <a:gd name="connsiteY9746" fmla="*/ 4279106 h 5143785"/>
              <a:gd name="connsiteX9747" fmla="*/ 1901095 w 3114960"/>
              <a:gd name="connsiteY9747" fmla="*/ 4274535 h 5143785"/>
              <a:gd name="connsiteX9748" fmla="*/ 1901095 w 3114960"/>
              <a:gd name="connsiteY9748" fmla="*/ 4260342 h 5143785"/>
              <a:gd name="connsiteX9749" fmla="*/ 1896523 w 3114960"/>
              <a:gd name="connsiteY9749" fmla="*/ 4255770 h 5143785"/>
              <a:gd name="connsiteX9750" fmla="*/ 1882426 w 3114960"/>
              <a:gd name="connsiteY9750" fmla="*/ 4255770 h 5143785"/>
              <a:gd name="connsiteX9751" fmla="*/ 1877854 w 3114960"/>
              <a:gd name="connsiteY9751" fmla="*/ 4260342 h 5143785"/>
              <a:gd name="connsiteX9752" fmla="*/ 1877854 w 3114960"/>
              <a:gd name="connsiteY9752" fmla="*/ 4274535 h 5143785"/>
              <a:gd name="connsiteX9753" fmla="*/ 1882426 w 3114960"/>
              <a:gd name="connsiteY9753" fmla="*/ 4279106 h 5143785"/>
              <a:gd name="connsiteX9754" fmla="*/ 1881188 w 3114960"/>
              <a:gd name="connsiteY9754" fmla="*/ 4260437 h 5143785"/>
              <a:gd name="connsiteX9755" fmla="*/ 1882426 w 3114960"/>
              <a:gd name="connsiteY9755" fmla="*/ 4259199 h 5143785"/>
              <a:gd name="connsiteX9756" fmla="*/ 1896523 w 3114960"/>
              <a:gd name="connsiteY9756" fmla="*/ 4259199 h 5143785"/>
              <a:gd name="connsiteX9757" fmla="*/ 1897761 w 3114960"/>
              <a:gd name="connsiteY9757" fmla="*/ 4260437 h 5143785"/>
              <a:gd name="connsiteX9758" fmla="*/ 1897761 w 3114960"/>
              <a:gd name="connsiteY9758" fmla="*/ 4274630 h 5143785"/>
              <a:gd name="connsiteX9759" fmla="*/ 1896523 w 3114960"/>
              <a:gd name="connsiteY9759" fmla="*/ 4275868 h 5143785"/>
              <a:gd name="connsiteX9760" fmla="*/ 1882426 w 3114960"/>
              <a:gd name="connsiteY9760" fmla="*/ 4275868 h 5143785"/>
              <a:gd name="connsiteX9761" fmla="*/ 1881188 w 3114960"/>
              <a:gd name="connsiteY9761" fmla="*/ 4274630 h 5143785"/>
              <a:gd name="connsiteX9762" fmla="*/ 1881188 w 3114960"/>
              <a:gd name="connsiteY9762" fmla="*/ 4260437 h 5143785"/>
              <a:gd name="connsiteX9763" fmla="*/ 157163 w 3114960"/>
              <a:gd name="connsiteY9763" fmla="*/ 597218 h 5143785"/>
              <a:gd name="connsiteX9764" fmla="*/ 154115 w 3114960"/>
              <a:gd name="connsiteY9764" fmla="*/ 600647 h 5143785"/>
              <a:gd name="connsiteX9765" fmla="*/ 154115 w 3114960"/>
              <a:gd name="connsiteY9765" fmla="*/ 606838 h 5143785"/>
              <a:gd name="connsiteX9766" fmla="*/ 161639 w 3114960"/>
              <a:gd name="connsiteY9766" fmla="*/ 611886 h 5143785"/>
              <a:gd name="connsiteX9767" fmla="*/ 164687 w 3114960"/>
              <a:gd name="connsiteY9767" fmla="*/ 611315 h 5143785"/>
              <a:gd name="connsiteX9768" fmla="*/ 169164 w 3114960"/>
              <a:gd name="connsiteY9768" fmla="*/ 600742 h 5143785"/>
              <a:gd name="connsiteX9769" fmla="*/ 165449 w 3114960"/>
              <a:gd name="connsiteY9769" fmla="*/ 596741 h 5143785"/>
              <a:gd name="connsiteX9770" fmla="*/ 166116 w 3114960"/>
              <a:gd name="connsiteY9770" fmla="*/ 595598 h 5143785"/>
              <a:gd name="connsiteX9771" fmla="*/ 164116 w 3114960"/>
              <a:gd name="connsiteY9771" fmla="*/ 593979 h 5143785"/>
              <a:gd name="connsiteX9772" fmla="*/ 166116 w 3114960"/>
              <a:gd name="connsiteY9772" fmla="*/ 592360 h 5143785"/>
              <a:gd name="connsiteX9773" fmla="*/ 164306 w 3114960"/>
              <a:gd name="connsiteY9773" fmla="*/ 590741 h 5143785"/>
              <a:gd name="connsiteX9774" fmla="*/ 166116 w 3114960"/>
              <a:gd name="connsiteY9774" fmla="*/ 589121 h 5143785"/>
              <a:gd name="connsiteX9775" fmla="*/ 164211 w 3114960"/>
              <a:gd name="connsiteY9775" fmla="*/ 587502 h 5143785"/>
              <a:gd name="connsiteX9776" fmla="*/ 166116 w 3114960"/>
              <a:gd name="connsiteY9776" fmla="*/ 585883 h 5143785"/>
              <a:gd name="connsiteX9777" fmla="*/ 164306 w 3114960"/>
              <a:gd name="connsiteY9777" fmla="*/ 584264 h 5143785"/>
              <a:gd name="connsiteX9778" fmla="*/ 166116 w 3114960"/>
              <a:gd name="connsiteY9778" fmla="*/ 582644 h 5143785"/>
              <a:gd name="connsiteX9779" fmla="*/ 164211 w 3114960"/>
              <a:gd name="connsiteY9779" fmla="*/ 581025 h 5143785"/>
              <a:gd name="connsiteX9780" fmla="*/ 166116 w 3114960"/>
              <a:gd name="connsiteY9780" fmla="*/ 579406 h 5143785"/>
              <a:gd name="connsiteX9781" fmla="*/ 164306 w 3114960"/>
              <a:gd name="connsiteY9781" fmla="*/ 577787 h 5143785"/>
              <a:gd name="connsiteX9782" fmla="*/ 166116 w 3114960"/>
              <a:gd name="connsiteY9782" fmla="*/ 576167 h 5143785"/>
              <a:gd name="connsiteX9783" fmla="*/ 164402 w 3114960"/>
              <a:gd name="connsiteY9783" fmla="*/ 574548 h 5143785"/>
              <a:gd name="connsiteX9784" fmla="*/ 166116 w 3114960"/>
              <a:gd name="connsiteY9784" fmla="*/ 573024 h 5143785"/>
              <a:gd name="connsiteX9785" fmla="*/ 164402 w 3114960"/>
              <a:gd name="connsiteY9785" fmla="*/ 571500 h 5143785"/>
              <a:gd name="connsiteX9786" fmla="*/ 166116 w 3114960"/>
              <a:gd name="connsiteY9786" fmla="*/ 569976 h 5143785"/>
              <a:gd name="connsiteX9787" fmla="*/ 164402 w 3114960"/>
              <a:gd name="connsiteY9787" fmla="*/ 568452 h 5143785"/>
              <a:gd name="connsiteX9788" fmla="*/ 166116 w 3114960"/>
              <a:gd name="connsiteY9788" fmla="*/ 566928 h 5143785"/>
              <a:gd name="connsiteX9789" fmla="*/ 164402 w 3114960"/>
              <a:gd name="connsiteY9789" fmla="*/ 565309 h 5143785"/>
              <a:gd name="connsiteX9790" fmla="*/ 166116 w 3114960"/>
              <a:gd name="connsiteY9790" fmla="*/ 563690 h 5143785"/>
              <a:gd name="connsiteX9791" fmla="*/ 164306 w 3114960"/>
              <a:gd name="connsiteY9791" fmla="*/ 562070 h 5143785"/>
              <a:gd name="connsiteX9792" fmla="*/ 166116 w 3114960"/>
              <a:gd name="connsiteY9792" fmla="*/ 560451 h 5143785"/>
              <a:gd name="connsiteX9793" fmla="*/ 164306 w 3114960"/>
              <a:gd name="connsiteY9793" fmla="*/ 558832 h 5143785"/>
              <a:gd name="connsiteX9794" fmla="*/ 166116 w 3114960"/>
              <a:gd name="connsiteY9794" fmla="*/ 557213 h 5143785"/>
              <a:gd name="connsiteX9795" fmla="*/ 164402 w 3114960"/>
              <a:gd name="connsiteY9795" fmla="*/ 555593 h 5143785"/>
              <a:gd name="connsiteX9796" fmla="*/ 166116 w 3114960"/>
              <a:gd name="connsiteY9796" fmla="*/ 553974 h 5143785"/>
              <a:gd name="connsiteX9797" fmla="*/ 164402 w 3114960"/>
              <a:gd name="connsiteY9797" fmla="*/ 552355 h 5143785"/>
              <a:gd name="connsiteX9798" fmla="*/ 166116 w 3114960"/>
              <a:gd name="connsiteY9798" fmla="*/ 550736 h 5143785"/>
              <a:gd name="connsiteX9799" fmla="*/ 164402 w 3114960"/>
              <a:gd name="connsiteY9799" fmla="*/ 549212 h 5143785"/>
              <a:gd name="connsiteX9800" fmla="*/ 166116 w 3114960"/>
              <a:gd name="connsiteY9800" fmla="*/ 547592 h 5143785"/>
              <a:gd name="connsiteX9801" fmla="*/ 164402 w 3114960"/>
              <a:gd name="connsiteY9801" fmla="*/ 546068 h 5143785"/>
              <a:gd name="connsiteX9802" fmla="*/ 166116 w 3114960"/>
              <a:gd name="connsiteY9802" fmla="*/ 544544 h 5143785"/>
              <a:gd name="connsiteX9803" fmla="*/ 164402 w 3114960"/>
              <a:gd name="connsiteY9803" fmla="*/ 542925 h 5143785"/>
              <a:gd name="connsiteX9804" fmla="*/ 166116 w 3114960"/>
              <a:gd name="connsiteY9804" fmla="*/ 541306 h 5143785"/>
              <a:gd name="connsiteX9805" fmla="*/ 164402 w 3114960"/>
              <a:gd name="connsiteY9805" fmla="*/ 539687 h 5143785"/>
              <a:gd name="connsiteX9806" fmla="*/ 166116 w 3114960"/>
              <a:gd name="connsiteY9806" fmla="*/ 538067 h 5143785"/>
              <a:gd name="connsiteX9807" fmla="*/ 164402 w 3114960"/>
              <a:gd name="connsiteY9807" fmla="*/ 536448 h 5143785"/>
              <a:gd name="connsiteX9808" fmla="*/ 166116 w 3114960"/>
              <a:gd name="connsiteY9808" fmla="*/ 534829 h 5143785"/>
              <a:gd name="connsiteX9809" fmla="*/ 164306 w 3114960"/>
              <a:gd name="connsiteY9809" fmla="*/ 533210 h 5143785"/>
              <a:gd name="connsiteX9810" fmla="*/ 166116 w 3114960"/>
              <a:gd name="connsiteY9810" fmla="*/ 531590 h 5143785"/>
              <a:gd name="connsiteX9811" fmla="*/ 164402 w 3114960"/>
              <a:gd name="connsiteY9811" fmla="*/ 529971 h 5143785"/>
              <a:gd name="connsiteX9812" fmla="*/ 166116 w 3114960"/>
              <a:gd name="connsiteY9812" fmla="*/ 528352 h 5143785"/>
              <a:gd name="connsiteX9813" fmla="*/ 164402 w 3114960"/>
              <a:gd name="connsiteY9813" fmla="*/ 526828 h 5143785"/>
              <a:gd name="connsiteX9814" fmla="*/ 166116 w 3114960"/>
              <a:gd name="connsiteY9814" fmla="*/ 525304 h 5143785"/>
              <a:gd name="connsiteX9815" fmla="*/ 164402 w 3114960"/>
              <a:gd name="connsiteY9815" fmla="*/ 523780 h 5143785"/>
              <a:gd name="connsiteX9816" fmla="*/ 166116 w 3114960"/>
              <a:gd name="connsiteY9816" fmla="*/ 522256 h 5143785"/>
              <a:gd name="connsiteX9817" fmla="*/ 164497 w 3114960"/>
              <a:gd name="connsiteY9817" fmla="*/ 520732 h 5143785"/>
              <a:gd name="connsiteX9818" fmla="*/ 166116 w 3114960"/>
              <a:gd name="connsiteY9818" fmla="*/ 519208 h 5143785"/>
              <a:gd name="connsiteX9819" fmla="*/ 164497 w 3114960"/>
              <a:gd name="connsiteY9819" fmla="*/ 517684 h 5143785"/>
              <a:gd name="connsiteX9820" fmla="*/ 166116 w 3114960"/>
              <a:gd name="connsiteY9820" fmla="*/ 516160 h 5143785"/>
              <a:gd name="connsiteX9821" fmla="*/ 164497 w 3114960"/>
              <a:gd name="connsiteY9821" fmla="*/ 514636 h 5143785"/>
              <a:gd name="connsiteX9822" fmla="*/ 166116 w 3114960"/>
              <a:gd name="connsiteY9822" fmla="*/ 513112 h 5143785"/>
              <a:gd name="connsiteX9823" fmla="*/ 164497 w 3114960"/>
              <a:gd name="connsiteY9823" fmla="*/ 511588 h 5143785"/>
              <a:gd name="connsiteX9824" fmla="*/ 166116 w 3114960"/>
              <a:gd name="connsiteY9824" fmla="*/ 510064 h 5143785"/>
              <a:gd name="connsiteX9825" fmla="*/ 164497 w 3114960"/>
              <a:gd name="connsiteY9825" fmla="*/ 508540 h 5143785"/>
              <a:gd name="connsiteX9826" fmla="*/ 166116 w 3114960"/>
              <a:gd name="connsiteY9826" fmla="*/ 507016 h 5143785"/>
              <a:gd name="connsiteX9827" fmla="*/ 164497 w 3114960"/>
              <a:gd name="connsiteY9827" fmla="*/ 505492 h 5143785"/>
              <a:gd name="connsiteX9828" fmla="*/ 166116 w 3114960"/>
              <a:gd name="connsiteY9828" fmla="*/ 503968 h 5143785"/>
              <a:gd name="connsiteX9829" fmla="*/ 164497 w 3114960"/>
              <a:gd name="connsiteY9829" fmla="*/ 502444 h 5143785"/>
              <a:gd name="connsiteX9830" fmla="*/ 166116 w 3114960"/>
              <a:gd name="connsiteY9830" fmla="*/ 500920 h 5143785"/>
              <a:gd name="connsiteX9831" fmla="*/ 164592 w 3114960"/>
              <a:gd name="connsiteY9831" fmla="*/ 499396 h 5143785"/>
              <a:gd name="connsiteX9832" fmla="*/ 166116 w 3114960"/>
              <a:gd name="connsiteY9832" fmla="*/ 497872 h 5143785"/>
              <a:gd name="connsiteX9833" fmla="*/ 164592 w 3114960"/>
              <a:gd name="connsiteY9833" fmla="*/ 496348 h 5143785"/>
              <a:gd name="connsiteX9834" fmla="*/ 166116 w 3114960"/>
              <a:gd name="connsiteY9834" fmla="*/ 494824 h 5143785"/>
              <a:gd name="connsiteX9835" fmla="*/ 164592 w 3114960"/>
              <a:gd name="connsiteY9835" fmla="*/ 493300 h 5143785"/>
              <a:gd name="connsiteX9836" fmla="*/ 166116 w 3114960"/>
              <a:gd name="connsiteY9836" fmla="*/ 491776 h 5143785"/>
              <a:gd name="connsiteX9837" fmla="*/ 164497 w 3114960"/>
              <a:gd name="connsiteY9837" fmla="*/ 490252 h 5143785"/>
              <a:gd name="connsiteX9838" fmla="*/ 166116 w 3114960"/>
              <a:gd name="connsiteY9838" fmla="*/ 488728 h 5143785"/>
              <a:gd name="connsiteX9839" fmla="*/ 164497 w 3114960"/>
              <a:gd name="connsiteY9839" fmla="*/ 487204 h 5143785"/>
              <a:gd name="connsiteX9840" fmla="*/ 164592 w 3114960"/>
              <a:gd name="connsiteY9840" fmla="*/ 487204 h 5143785"/>
              <a:gd name="connsiteX9841" fmla="*/ 164973 w 3114960"/>
              <a:gd name="connsiteY9841" fmla="*/ 486918 h 5143785"/>
              <a:gd name="connsiteX9842" fmla="*/ 165640 w 3114960"/>
              <a:gd name="connsiteY9842" fmla="*/ 486442 h 5143785"/>
              <a:gd name="connsiteX9843" fmla="*/ 168974 w 3114960"/>
              <a:gd name="connsiteY9843" fmla="*/ 476536 h 5143785"/>
              <a:gd name="connsiteX9844" fmla="*/ 158306 w 3114960"/>
              <a:gd name="connsiteY9844" fmla="*/ 472059 h 5143785"/>
              <a:gd name="connsiteX9845" fmla="*/ 153829 w 3114960"/>
              <a:gd name="connsiteY9845" fmla="*/ 482727 h 5143785"/>
              <a:gd name="connsiteX9846" fmla="*/ 157067 w 3114960"/>
              <a:gd name="connsiteY9846" fmla="*/ 486537 h 5143785"/>
              <a:gd name="connsiteX9847" fmla="*/ 156877 w 3114960"/>
              <a:gd name="connsiteY9847" fmla="*/ 487204 h 5143785"/>
              <a:gd name="connsiteX9848" fmla="*/ 158496 w 3114960"/>
              <a:gd name="connsiteY9848" fmla="*/ 488728 h 5143785"/>
              <a:gd name="connsiteX9849" fmla="*/ 156877 w 3114960"/>
              <a:gd name="connsiteY9849" fmla="*/ 490252 h 5143785"/>
              <a:gd name="connsiteX9850" fmla="*/ 158401 w 3114960"/>
              <a:gd name="connsiteY9850" fmla="*/ 491776 h 5143785"/>
              <a:gd name="connsiteX9851" fmla="*/ 156877 w 3114960"/>
              <a:gd name="connsiteY9851" fmla="*/ 493300 h 5143785"/>
              <a:gd name="connsiteX9852" fmla="*/ 158401 w 3114960"/>
              <a:gd name="connsiteY9852" fmla="*/ 494824 h 5143785"/>
              <a:gd name="connsiteX9853" fmla="*/ 156877 w 3114960"/>
              <a:gd name="connsiteY9853" fmla="*/ 496348 h 5143785"/>
              <a:gd name="connsiteX9854" fmla="*/ 158401 w 3114960"/>
              <a:gd name="connsiteY9854" fmla="*/ 497872 h 5143785"/>
              <a:gd name="connsiteX9855" fmla="*/ 156877 w 3114960"/>
              <a:gd name="connsiteY9855" fmla="*/ 499396 h 5143785"/>
              <a:gd name="connsiteX9856" fmla="*/ 158401 w 3114960"/>
              <a:gd name="connsiteY9856" fmla="*/ 500920 h 5143785"/>
              <a:gd name="connsiteX9857" fmla="*/ 156877 w 3114960"/>
              <a:gd name="connsiteY9857" fmla="*/ 502444 h 5143785"/>
              <a:gd name="connsiteX9858" fmla="*/ 158401 w 3114960"/>
              <a:gd name="connsiteY9858" fmla="*/ 503968 h 5143785"/>
              <a:gd name="connsiteX9859" fmla="*/ 156877 w 3114960"/>
              <a:gd name="connsiteY9859" fmla="*/ 505492 h 5143785"/>
              <a:gd name="connsiteX9860" fmla="*/ 158496 w 3114960"/>
              <a:gd name="connsiteY9860" fmla="*/ 507016 h 5143785"/>
              <a:gd name="connsiteX9861" fmla="*/ 156877 w 3114960"/>
              <a:gd name="connsiteY9861" fmla="*/ 508540 h 5143785"/>
              <a:gd name="connsiteX9862" fmla="*/ 158496 w 3114960"/>
              <a:gd name="connsiteY9862" fmla="*/ 510064 h 5143785"/>
              <a:gd name="connsiteX9863" fmla="*/ 156877 w 3114960"/>
              <a:gd name="connsiteY9863" fmla="*/ 511588 h 5143785"/>
              <a:gd name="connsiteX9864" fmla="*/ 158496 w 3114960"/>
              <a:gd name="connsiteY9864" fmla="*/ 513112 h 5143785"/>
              <a:gd name="connsiteX9865" fmla="*/ 156877 w 3114960"/>
              <a:gd name="connsiteY9865" fmla="*/ 514636 h 5143785"/>
              <a:gd name="connsiteX9866" fmla="*/ 158496 w 3114960"/>
              <a:gd name="connsiteY9866" fmla="*/ 516160 h 5143785"/>
              <a:gd name="connsiteX9867" fmla="*/ 156877 w 3114960"/>
              <a:gd name="connsiteY9867" fmla="*/ 517684 h 5143785"/>
              <a:gd name="connsiteX9868" fmla="*/ 158496 w 3114960"/>
              <a:gd name="connsiteY9868" fmla="*/ 519208 h 5143785"/>
              <a:gd name="connsiteX9869" fmla="*/ 156877 w 3114960"/>
              <a:gd name="connsiteY9869" fmla="*/ 520732 h 5143785"/>
              <a:gd name="connsiteX9870" fmla="*/ 158496 w 3114960"/>
              <a:gd name="connsiteY9870" fmla="*/ 522256 h 5143785"/>
              <a:gd name="connsiteX9871" fmla="*/ 156877 w 3114960"/>
              <a:gd name="connsiteY9871" fmla="*/ 523780 h 5143785"/>
              <a:gd name="connsiteX9872" fmla="*/ 158591 w 3114960"/>
              <a:gd name="connsiteY9872" fmla="*/ 525304 h 5143785"/>
              <a:gd name="connsiteX9873" fmla="*/ 156877 w 3114960"/>
              <a:gd name="connsiteY9873" fmla="*/ 526828 h 5143785"/>
              <a:gd name="connsiteX9874" fmla="*/ 158591 w 3114960"/>
              <a:gd name="connsiteY9874" fmla="*/ 528352 h 5143785"/>
              <a:gd name="connsiteX9875" fmla="*/ 156877 w 3114960"/>
              <a:gd name="connsiteY9875" fmla="*/ 529971 h 5143785"/>
              <a:gd name="connsiteX9876" fmla="*/ 158591 w 3114960"/>
              <a:gd name="connsiteY9876" fmla="*/ 531590 h 5143785"/>
              <a:gd name="connsiteX9877" fmla="*/ 156877 w 3114960"/>
              <a:gd name="connsiteY9877" fmla="*/ 533210 h 5143785"/>
              <a:gd name="connsiteX9878" fmla="*/ 158687 w 3114960"/>
              <a:gd name="connsiteY9878" fmla="*/ 534829 h 5143785"/>
              <a:gd name="connsiteX9879" fmla="*/ 156877 w 3114960"/>
              <a:gd name="connsiteY9879" fmla="*/ 536448 h 5143785"/>
              <a:gd name="connsiteX9880" fmla="*/ 158591 w 3114960"/>
              <a:gd name="connsiteY9880" fmla="*/ 538067 h 5143785"/>
              <a:gd name="connsiteX9881" fmla="*/ 156877 w 3114960"/>
              <a:gd name="connsiteY9881" fmla="*/ 539687 h 5143785"/>
              <a:gd name="connsiteX9882" fmla="*/ 158591 w 3114960"/>
              <a:gd name="connsiteY9882" fmla="*/ 541306 h 5143785"/>
              <a:gd name="connsiteX9883" fmla="*/ 156877 w 3114960"/>
              <a:gd name="connsiteY9883" fmla="*/ 542925 h 5143785"/>
              <a:gd name="connsiteX9884" fmla="*/ 158591 w 3114960"/>
              <a:gd name="connsiteY9884" fmla="*/ 544544 h 5143785"/>
              <a:gd name="connsiteX9885" fmla="*/ 156877 w 3114960"/>
              <a:gd name="connsiteY9885" fmla="*/ 546068 h 5143785"/>
              <a:gd name="connsiteX9886" fmla="*/ 158591 w 3114960"/>
              <a:gd name="connsiteY9886" fmla="*/ 547592 h 5143785"/>
              <a:gd name="connsiteX9887" fmla="*/ 156877 w 3114960"/>
              <a:gd name="connsiteY9887" fmla="*/ 549212 h 5143785"/>
              <a:gd name="connsiteX9888" fmla="*/ 158591 w 3114960"/>
              <a:gd name="connsiteY9888" fmla="*/ 550736 h 5143785"/>
              <a:gd name="connsiteX9889" fmla="*/ 156877 w 3114960"/>
              <a:gd name="connsiteY9889" fmla="*/ 552355 h 5143785"/>
              <a:gd name="connsiteX9890" fmla="*/ 158591 w 3114960"/>
              <a:gd name="connsiteY9890" fmla="*/ 553974 h 5143785"/>
              <a:gd name="connsiteX9891" fmla="*/ 156877 w 3114960"/>
              <a:gd name="connsiteY9891" fmla="*/ 555593 h 5143785"/>
              <a:gd name="connsiteX9892" fmla="*/ 158591 w 3114960"/>
              <a:gd name="connsiteY9892" fmla="*/ 557213 h 5143785"/>
              <a:gd name="connsiteX9893" fmla="*/ 156877 w 3114960"/>
              <a:gd name="connsiteY9893" fmla="*/ 558832 h 5143785"/>
              <a:gd name="connsiteX9894" fmla="*/ 158687 w 3114960"/>
              <a:gd name="connsiteY9894" fmla="*/ 560451 h 5143785"/>
              <a:gd name="connsiteX9895" fmla="*/ 156877 w 3114960"/>
              <a:gd name="connsiteY9895" fmla="*/ 562070 h 5143785"/>
              <a:gd name="connsiteX9896" fmla="*/ 158687 w 3114960"/>
              <a:gd name="connsiteY9896" fmla="*/ 563690 h 5143785"/>
              <a:gd name="connsiteX9897" fmla="*/ 156877 w 3114960"/>
              <a:gd name="connsiteY9897" fmla="*/ 565309 h 5143785"/>
              <a:gd name="connsiteX9898" fmla="*/ 158591 w 3114960"/>
              <a:gd name="connsiteY9898" fmla="*/ 566928 h 5143785"/>
              <a:gd name="connsiteX9899" fmla="*/ 156877 w 3114960"/>
              <a:gd name="connsiteY9899" fmla="*/ 568452 h 5143785"/>
              <a:gd name="connsiteX9900" fmla="*/ 158591 w 3114960"/>
              <a:gd name="connsiteY9900" fmla="*/ 569976 h 5143785"/>
              <a:gd name="connsiteX9901" fmla="*/ 156877 w 3114960"/>
              <a:gd name="connsiteY9901" fmla="*/ 571500 h 5143785"/>
              <a:gd name="connsiteX9902" fmla="*/ 158591 w 3114960"/>
              <a:gd name="connsiteY9902" fmla="*/ 573024 h 5143785"/>
              <a:gd name="connsiteX9903" fmla="*/ 156877 w 3114960"/>
              <a:gd name="connsiteY9903" fmla="*/ 574548 h 5143785"/>
              <a:gd name="connsiteX9904" fmla="*/ 158591 w 3114960"/>
              <a:gd name="connsiteY9904" fmla="*/ 576167 h 5143785"/>
              <a:gd name="connsiteX9905" fmla="*/ 156877 w 3114960"/>
              <a:gd name="connsiteY9905" fmla="*/ 577787 h 5143785"/>
              <a:gd name="connsiteX9906" fmla="*/ 158687 w 3114960"/>
              <a:gd name="connsiteY9906" fmla="*/ 579406 h 5143785"/>
              <a:gd name="connsiteX9907" fmla="*/ 156877 w 3114960"/>
              <a:gd name="connsiteY9907" fmla="*/ 581025 h 5143785"/>
              <a:gd name="connsiteX9908" fmla="*/ 158687 w 3114960"/>
              <a:gd name="connsiteY9908" fmla="*/ 582644 h 5143785"/>
              <a:gd name="connsiteX9909" fmla="*/ 156877 w 3114960"/>
              <a:gd name="connsiteY9909" fmla="*/ 584264 h 5143785"/>
              <a:gd name="connsiteX9910" fmla="*/ 158782 w 3114960"/>
              <a:gd name="connsiteY9910" fmla="*/ 585883 h 5143785"/>
              <a:gd name="connsiteX9911" fmla="*/ 156877 w 3114960"/>
              <a:gd name="connsiteY9911" fmla="*/ 587502 h 5143785"/>
              <a:gd name="connsiteX9912" fmla="*/ 158782 w 3114960"/>
              <a:gd name="connsiteY9912" fmla="*/ 589121 h 5143785"/>
              <a:gd name="connsiteX9913" fmla="*/ 156877 w 3114960"/>
              <a:gd name="connsiteY9913" fmla="*/ 590741 h 5143785"/>
              <a:gd name="connsiteX9914" fmla="*/ 158782 w 3114960"/>
              <a:gd name="connsiteY9914" fmla="*/ 592360 h 5143785"/>
              <a:gd name="connsiteX9915" fmla="*/ 156877 w 3114960"/>
              <a:gd name="connsiteY9915" fmla="*/ 593979 h 5143785"/>
              <a:gd name="connsiteX9916" fmla="*/ 158877 w 3114960"/>
              <a:gd name="connsiteY9916" fmla="*/ 595598 h 5143785"/>
              <a:gd name="connsiteX9917" fmla="*/ 156877 w 3114960"/>
              <a:gd name="connsiteY9917" fmla="*/ 597122 h 5143785"/>
              <a:gd name="connsiteX9918" fmla="*/ 156305 w 3114960"/>
              <a:gd name="connsiteY9918" fmla="*/ 482060 h 5143785"/>
              <a:gd name="connsiteX9919" fmla="*/ 159449 w 3114960"/>
              <a:gd name="connsiteY9919" fmla="*/ 474536 h 5143785"/>
              <a:gd name="connsiteX9920" fmla="*/ 161639 w 3114960"/>
              <a:gd name="connsiteY9920" fmla="*/ 474059 h 5143785"/>
              <a:gd name="connsiteX9921" fmla="*/ 166973 w 3114960"/>
              <a:gd name="connsiteY9921" fmla="*/ 477679 h 5143785"/>
              <a:gd name="connsiteX9922" fmla="*/ 164020 w 3114960"/>
              <a:gd name="connsiteY9922" fmla="*/ 485013 h 5143785"/>
              <a:gd name="connsiteX9923" fmla="*/ 161449 w 3114960"/>
              <a:gd name="connsiteY9923" fmla="*/ 485394 h 5143785"/>
              <a:gd name="connsiteX9924" fmla="*/ 160973 w 3114960"/>
              <a:gd name="connsiteY9924" fmla="*/ 485394 h 5143785"/>
              <a:gd name="connsiteX9925" fmla="*/ 156210 w 3114960"/>
              <a:gd name="connsiteY9925" fmla="*/ 481965 h 5143785"/>
              <a:gd name="connsiteX9926" fmla="*/ 159449 w 3114960"/>
              <a:gd name="connsiteY9926" fmla="*/ 598456 h 5143785"/>
              <a:gd name="connsiteX9927" fmla="*/ 161639 w 3114960"/>
              <a:gd name="connsiteY9927" fmla="*/ 597980 h 5143785"/>
              <a:gd name="connsiteX9928" fmla="*/ 163830 w 3114960"/>
              <a:gd name="connsiteY9928" fmla="*/ 598456 h 5143785"/>
              <a:gd name="connsiteX9929" fmla="*/ 166973 w 3114960"/>
              <a:gd name="connsiteY9929" fmla="*/ 601599 h 5143785"/>
              <a:gd name="connsiteX9930" fmla="*/ 166973 w 3114960"/>
              <a:gd name="connsiteY9930" fmla="*/ 605981 h 5143785"/>
              <a:gd name="connsiteX9931" fmla="*/ 163830 w 3114960"/>
              <a:gd name="connsiteY9931" fmla="*/ 609124 h 5143785"/>
              <a:gd name="connsiteX9932" fmla="*/ 156305 w 3114960"/>
              <a:gd name="connsiteY9932" fmla="*/ 605981 h 5143785"/>
              <a:gd name="connsiteX9933" fmla="*/ 156305 w 3114960"/>
              <a:gd name="connsiteY9933" fmla="*/ 601599 h 5143785"/>
              <a:gd name="connsiteX9934" fmla="*/ 159449 w 3114960"/>
              <a:gd name="connsiteY9934" fmla="*/ 598456 h 5143785"/>
              <a:gd name="connsiteX9935" fmla="*/ 243078 w 3114960"/>
              <a:gd name="connsiteY9935" fmla="*/ 597218 h 5143785"/>
              <a:gd name="connsiteX9936" fmla="*/ 240030 w 3114960"/>
              <a:gd name="connsiteY9936" fmla="*/ 600647 h 5143785"/>
              <a:gd name="connsiteX9937" fmla="*/ 240030 w 3114960"/>
              <a:gd name="connsiteY9937" fmla="*/ 606838 h 5143785"/>
              <a:gd name="connsiteX9938" fmla="*/ 244412 w 3114960"/>
              <a:gd name="connsiteY9938" fmla="*/ 611219 h 5143785"/>
              <a:gd name="connsiteX9939" fmla="*/ 247555 w 3114960"/>
              <a:gd name="connsiteY9939" fmla="*/ 611886 h 5143785"/>
              <a:gd name="connsiteX9940" fmla="*/ 250603 w 3114960"/>
              <a:gd name="connsiteY9940" fmla="*/ 611315 h 5143785"/>
              <a:gd name="connsiteX9941" fmla="*/ 254984 w 3114960"/>
              <a:gd name="connsiteY9941" fmla="*/ 606933 h 5143785"/>
              <a:gd name="connsiteX9942" fmla="*/ 254984 w 3114960"/>
              <a:gd name="connsiteY9942" fmla="*/ 600742 h 5143785"/>
              <a:gd name="connsiteX9943" fmla="*/ 251270 w 3114960"/>
              <a:gd name="connsiteY9943" fmla="*/ 596741 h 5143785"/>
              <a:gd name="connsiteX9944" fmla="*/ 251936 w 3114960"/>
              <a:gd name="connsiteY9944" fmla="*/ 595598 h 5143785"/>
              <a:gd name="connsiteX9945" fmla="*/ 249936 w 3114960"/>
              <a:gd name="connsiteY9945" fmla="*/ 593979 h 5143785"/>
              <a:gd name="connsiteX9946" fmla="*/ 251936 w 3114960"/>
              <a:gd name="connsiteY9946" fmla="*/ 592360 h 5143785"/>
              <a:gd name="connsiteX9947" fmla="*/ 250127 w 3114960"/>
              <a:gd name="connsiteY9947" fmla="*/ 590741 h 5143785"/>
              <a:gd name="connsiteX9948" fmla="*/ 251936 w 3114960"/>
              <a:gd name="connsiteY9948" fmla="*/ 589121 h 5143785"/>
              <a:gd name="connsiteX9949" fmla="*/ 250031 w 3114960"/>
              <a:gd name="connsiteY9949" fmla="*/ 587502 h 5143785"/>
              <a:gd name="connsiteX9950" fmla="*/ 251936 w 3114960"/>
              <a:gd name="connsiteY9950" fmla="*/ 585883 h 5143785"/>
              <a:gd name="connsiteX9951" fmla="*/ 250127 w 3114960"/>
              <a:gd name="connsiteY9951" fmla="*/ 584264 h 5143785"/>
              <a:gd name="connsiteX9952" fmla="*/ 251936 w 3114960"/>
              <a:gd name="connsiteY9952" fmla="*/ 582644 h 5143785"/>
              <a:gd name="connsiteX9953" fmla="*/ 250031 w 3114960"/>
              <a:gd name="connsiteY9953" fmla="*/ 581025 h 5143785"/>
              <a:gd name="connsiteX9954" fmla="*/ 251936 w 3114960"/>
              <a:gd name="connsiteY9954" fmla="*/ 579406 h 5143785"/>
              <a:gd name="connsiteX9955" fmla="*/ 250127 w 3114960"/>
              <a:gd name="connsiteY9955" fmla="*/ 577787 h 5143785"/>
              <a:gd name="connsiteX9956" fmla="*/ 251936 w 3114960"/>
              <a:gd name="connsiteY9956" fmla="*/ 576167 h 5143785"/>
              <a:gd name="connsiteX9957" fmla="*/ 250222 w 3114960"/>
              <a:gd name="connsiteY9957" fmla="*/ 574548 h 5143785"/>
              <a:gd name="connsiteX9958" fmla="*/ 251936 w 3114960"/>
              <a:gd name="connsiteY9958" fmla="*/ 573024 h 5143785"/>
              <a:gd name="connsiteX9959" fmla="*/ 250222 w 3114960"/>
              <a:gd name="connsiteY9959" fmla="*/ 571500 h 5143785"/>
              <a:gd name="connsiteX9960" fmla="*/ 251936 w 3114960"/>
              <a:gd name="connsiteY9960" fmla="*/ 569976 h 5143785"/>
              <a:gd name="connsiteX9961" fmla="*/ 250222 w 3114960"/>
              <a:gd name="connsiteY9961" fmla="*/ 568452 h 5143785"/>
              <a:gd name="connsiteX9962" fmla="*/ 251936 w 3114960"/>
              <a:gd name="connsiteY9962" fmla="*/ 566928 h 5143785"/>
              <a:gd name="connsiteX9963" fmla="*/ 250222 w 3114960"/>
              <a:gd name="connsiteY9963" fmla="*/ 565309 h 5143785"/>
              <a:gd name="connsiteX9964" fmla="*/ 251936 w 3114960"/>
              <a:gd name="connsiteY9964" fmla="*/ 563690 h 5143785"/>
              <a:gd name="connsiteX9965" fmla="*/ 250127 w 3114960"/>
              <a:gd name="connsiteY9965" fmla="*/ 562070 h 5143785"/>
              <a:gd name="connsiteX9966" fmla="*/ 251936 w 3114960"/>
              <a:gd name="connsiteY9966" fmla="*/ 560451 h 5143785"/>
              <a:gd name="connsiteX9967" fmla="*/ 250127 w 3114960"/>
              <a:gd name="connsiteY9967" fmla="*/ 558832 h 5143785"/>
              <a:gd name="connsiteX9968" fmla="*/ 251936 w 3114960"/>
              <a:gd name="connsiteY9968" fmla="*/ 557213 h 5143785"/>
              <a:gd name="connsiteX9969" fmla="*/ 250222 w 3114960"/>
              <a:gd name="connsiteY9969" fmla="*/ 555593 h 5143785"/>
              <a:gd name="connsiteX9970" fmla="*/ 251936 w 3114960"/>
              <a:gd name="connsiteY9970" fmla="*/ 553974 h 5143785"/>
              <a:gd name="connsiteX9971" fmla="*/ 250222 w 3114960"/>
              <a:gd name="connsiteY9971" fmla="*/ 552355 h 5143785"/>
              <a:gd name="connsiteX9972" fmla="*/ 251936 w 3114960"/>
              <a:gd name="connsiteY9972" fmla="*/ 550736 h 5143785"/>
              <a:gd name="connsiteX9973" fmla="*/ 250222 w 3114960"/>
              <a:gd name="connsiteY9973" fmla="*/ 549212 h 5143785"/>
              <a:gd name="connsiteX9974" fmla="*/ 251936 w 3114960"/>
              <a:gd name="connsiteY9974" fmla="*/ 547592 h 5143785"/>
              <a:gd name="connsiteX9975" fmla="*/ 250222 w 3114960"/>
              <a:gd name="connsiteY9975" fmla="*/ 546068 h 5143785"/>
              <a:gd name="connsiteX9976" fmla="*/ 251936 w 3114960"/>
              <a:gd name="connsiteY9976" fmla="*/ 544544 h 5143785"/>
              <a:gd name="connsiteX9977" fmla="*/ 250222 w 3114960"/>
              <a:gd name="connsiteY9977" fmla="*/ 542925 h 5143785"/>
              <a:gd name="connsiteX9978" fmla="*/ 251936 w 3114960"/>
              <a:gd name="connsiteY9978" fmla="*/ 541306 h 5143785"/>
              <a:gd name="connsiteX9979" fmla="*/ 250222 w 3114960"/>
              <a:gd name="connsiteY9979" fmla="*/ 539687 h 5143785"/>
              <a:gd name="connsiteX9980" fmla="*/ 251936 w 3114960"/>
              <a:gd name="connsiteY9980" fmla="*/ 538067 h 5143785"/>
              <a:gd name="connsiteX9981" fmla="*/ 250222 w 3114960"/>
              <a:gd name="connsiteY9981" fmla="*/ 536448 h 5143785"/>
              <a:gd name="connsiteX9982" fmla="*/ 251936 w 3114960"/>
              <a:gd name="connsiteY9982" fmla="*/ 534829 h 5143785"/>
              <a:gd name="connsiteX9983" fmla="*/ 250127 w 3114960"/>
              <a:gd name="connsiteY9983" fmla="*/ 533210 h 5143785"/>
              <a:gd name="connsiteX9984" fmla="*/ 251936 w 3114960"/>
              <a:gd name="connsiteY9984" fmla="*/ 531590 h 5143785"/>
              <a:gd name="connsiteX9985" fmla="*/ 250222 w 3114960"/>
              <a:gd name="connsiteY9985" fmla="*/ 529971 h 5143785"/>
              <a:gd name="connsiteX9986" fmla="*/ 251936 w 3114960"/>
              <a:gd name="connsiteY9986" fmla="*/ 528352 h 5143785"/>
              <a:gd name="connsiteX9987" fmla="*/ 250222 w 3114960"/>
              <a:gd name="connsiteY9987" fmla="*/ 526828 h 5143785"/>
              <a:gd name="connsiteX9988" fmla="*/ 251936 w 3114960"/>
              <a:gd name="connsiteY9988" fmla="*/ 525304 h 5143785"/>
              <a:gd name="connsiteX9989" fmla="*/ 250222 w 3114960"/>
              <a:gd name="connsiteY9989" fmla="*/ 523780 h 5143785"/>
              <a:gd name="connsiteX9990" fmla="*/ 251936 w 3114960"/>
              <a:gd name="connsiteY9990" fmla="*/ 522256 h 5143785"/>
              <a:gd name="connsiteX9991" fmla="*/ 250317 w 3114960"/>
              <a:gd name="connsiteY9991" fmla="*/ 520732 h 5143785"/>
              <a:gd name="connsiteX9992" fmla="*/ 251936 w 3114960"/>
              <a:gd name="connsiteY9992" fmla="*/ 519208 h 5143785"/>
              <a:gd name="connsiteX9993" fmla="*/ 250317 w 3114960"/>
              <a:gd name="connsiteY9993" fmla="*/ 517684 h 5143785"/>
              <a:gd name="connsiteX9994" fmla="*/ 251936 w 3114960"/>
              <a:gd name="connsiteY9994" fmla="*/ 516160 h 5143785"/>
              <a:gd name="connsiteX9995" fmla="*/ 250317 w 3114960"/>
              <a:gd name="connsiteY9995" fmla="*/ 514636 h 5143785"/>
              <a:gd name="connsiteX9996" fmla="*/ 251936 w 3114960"/>
              <a:gd name="connsiteY9996" fmla="*/ 513112 h 5143785"/>
              <a:gd name="connsiteX9997" fmla="*/ 250317 w 3114960"/>
              <a:gd name="connsiteY9997" fmla="*/ 511588 h 5143785"/>
              <a:gd name="connsiteX9998" fmla="*/ 251936 w 3114960"/>
              <a:gd name="connsiteY9998" fmla="*/ 510064 h 5143785"/>
              <a:gd name="connsiteX9999" fmla="*/ 250317 w 3114960"/>
              <a:gd name="connsiteY9999" fmla="*/ 508540 h 5143785"/>
              <a:gd name="connsiteX10000" fmla="*/ 251936 w 3114960"/>
              <a:gd name="connsiteY10000" fmla="*/ 507016 h 5143785"/>
              <a:gd name="connsiteX10001" fmla="*/ 250317 w 3114960"/>
              <a:gd name="connsiteY10001" fmla="*/ 505492 h 5143785"/>
              <a:gd name="connsiteX10002" fmla="*/ 251936 w 3114960"/>
              <a:gd name="connsiteY10002" fmla="*/ 503968 h 5143785"/>
              <a:gd name="connsiteX10003" fmla="*/ 250317 w 3114960"/>
              <a:gd name="connsiteY10003" fmla="*/ 502444 h 5143785"/>
              <a:gd name="connsiteX10004" fmla="*/ 251936 w 3114960"/>
              <a:gd name="connsiteY10004" fmla="*/ 500920 h 5143785"/>
              <a:gd name="connsiteX10005" fmla="*/ 250412 w 3114960"/>
              <a:gd name="connsiteY10005" fmla="*/ 499396 h 5143785"/>
              <a:gd name="connsiteX10006" fmla="*/ 251936 w 3114960"/>
              <a:gd name="connsiteY10006" fmla="*/ 497872 h 5143785"/>
              <a:gd name="connsiteX10007" fmla="*/ 250412 w 3114960"/>
              <a:gd name="connsiteY10007" fmla="*/ 496348 h 5143785"/>
              <a:gd name="connsiteX10008" fmla="*/ 251936 w 3114960"/>
              <a:gd name="connsiteY10008" fmla="*/ 494824 h 5143785"/>
              <a:gd name="connsiteX10009" fmla="*/ 250412 w 3114960"/>
              <a:gd name="connsiteY10009" fmla="*/ 493300 h 5143785"/>
              <a:gd name="connsiteX10010" fmla="*/ 251936 w 3114960"/>
              <a:gd name="connsiteY10010" fmla="*/ 491776 h 5143785"/>
              <a:gd name="connsiteX10011" fmla="*/ 250317 w 3114960"/>
              <a:gd name="connsiteY10011" fmla="*/ 490252 h 5143785"/>
              <a:gd name="connsiteX10012" fmla="*/ 251936 w 3114960"/>
              <a:gd name="connsiteY10012" fmla="*/ 488728 h 5143785"/>
              <a:gd name="connsiteX10013" fmla="*/ 250317 w 3114960"/>
              <a:gd name="connsiteY10013" fmla="*/ 487204 h 5143785"/>
              <a:gd name="connsiteX10014" fmla="*/ 250412 w 3114960"/>
              <a:gd name="connsiteY10014" fmla="*/ 487204 h 5143785"/>
              <a:gd name="connsiteX10015" fmla="*/ 250793 w 3114960"/>
              <a:gd name="connsiteY10015" fmla="*/ 486918 h 5143785"/>
              <a:gd name="connsiteX10016" fmla="*/ 251460 w 3114960"/>
              <a:gd name="connsiteY10016" fmla="*/ 486442 h 5143785"/>
              <a:gd name="connsiteX10017" fmla="*/ 254794 w 3114960"/>
              <a:gd name="connsiteY10017" fmla="*/ 476536 h 5143785"/>
              <a:gd name="connsiteX10018" fmla="*/ 244221 w 3114960"/>
              <a:gd name="connsiteY10018" fmla="*/ 472059 h 5143785"/>
              <a:gd name="connsiteX10019" fmla="*/ 239744 w 3114960"/>
              <a:gd name="connsiteY10019" fmla="*/ 482727 h 5143785"/>
              <a:gd name="connsiteX10020" fmla="*/ 242983 w 3114960"/>
              <a:gd name="connsiteY10020" fmla="*/ 486442 h 5143785"/>
              <a:gd name="connsiteX10021" fmla="*/ 242697 w 3114960"/>
              <a:gd name="connsiteY10021" fmla="*/ 487204 h 5143785"/>
              <a:gd name="connsiteX10022" fmla="*/ 244316 w 3114960"/>
              <a:gd name="connsiteY10022" fmla="*/ 488728 h 5143785"/>
              <a:gd name="connsiteX10023" fmla="*/ 242697 w 3114960"/>
              <a:gd name="connsiteY10023" fmla="*/ 490252 h 5143785"/>
              <a:gd name="connsiteX10024" fmla="*/ 244221 w 3114960"/>
              <a:gd name="connsiteY10024" fmla="*/ 491776 h 5143785"/>
              <a:gd name="connsiteX10025" fmla="*/ 242697 w 3114960"/>
              <a:gd name="connsiteY10025" fmla="*/ 493300 h 5143785"/>
              <a:gd name="connsiteX10026" fmla="*/ 244221 w 3114960"/>
              <a:gd name="connsiteY10026" fmla="*/ 494824 h 5143785"/>
              <a:gd name="connsiteX10027" fmla="*/ 242697 w 3114960"/>
              <a:gd name="connsiteY10027" fmla="*/ 496348 h 5143785"/>
              <a:gd name="connsiteX10028" fmla="*/ 244221 w 3114960"/>
              <a:gd name="connsiteY10028" fmla="*/ 497872 h 5143785"/>
              <a:gd name="connsiteX10029" fmla="*/ 242697 w 3114960"/>
              <a:gd name="connsiteY10029" fmla="*/ 499396 h 5143785"/>
              <a:gd name="connsiteX10030" fmla="*/ 244221 w 3114960"/>
              <a:gd name="connsiteY10030" fmla="*/ 500920 h 5143785"/>
              <a:gd name="connsiteX10031" fmla="*/ 242697 w 3114960"/>
              <a:gd name="connsiteY10031" fmla="*/ 502444 h 5143785"/>
              <a:gd name="connsiteX10032" fmla="*/ 244221 w 3114960"/>
              <a:gd name="connsiteY10032" fmla="*/ 503968 h 5143785"/>
              <a:gd name="connsiteX10033" fmla="*/ 242697 w 3114960"/>
              <a:gd name="connsiteY10033" fmla="*/ 505492 h 5143785"/>
              <a:gd name="connsiteX10034" fmla="*/ 244316 w 3114960"/>
              <a:gd name="connsiteY10034" fmla="*/ 507016 h 5143785"/>
              <a:gd name="connsiteX10035" fmla="*/ 242697 w 3114960"/>
              <a:gd name="connsiteY10035" fmla="*/ 508540 h 5143785"/>
              <a:gd name="connsiteX10036" fmla="*/ 244316 w 3114960"/>
              <a:gd name="connsiteY10036" fmla="*/ 510064 h 5143785"/>
              <a:gd name="connsiteX10037" fmla="*/ 242697 w 3114960"/>
              <a:gd name="connsiteY10037" fmla="*/ 511588 h 5143785"/>
              <a:gd name="connsiteX10038" fmla="*/ 244316 w 3114960"/>
              <a:gd name="connsiteY10038" fmla="*/ 513112 h 5143785"/>
              <a:gd name="connsiteX10039" fmla="*/ 242697 w 3114960"/>
              <a:gd name="connsiteY10039" fmla="*/ 514636 h 5143785"/>
              <a:gd name="connsiteX10040" fmla="*/ 244316 w 3114960"/>
              <a:gd name="connsiteY10040" fmla="*/ 516160 h 5143785"/>
              <a:gd name="connsiteX10041" fmla="*/ 242697 w 3114960"/>
              <a:gd name="connsiteY10041" fmla="*/ 517684 h 5143785"/>
              <a:gd name="connsiteX10042" fmla="*/ 244316 w 3114960"/>
              <a:gd name="connsiteY10042" fmla="*/ 519208 h 5143785"/>
              <a:gd name="connsiteX10043" fmla="*/ 242697 w 3114960"/>
              <a:gd name="connsiteY10043" fmla="*/ 520732 h 5143785"/>
              <a:gd name="connsiteX10044" fmla="*/ 244316 w 3114960"/>
              <a:gd name="connsiteY10044" fmla="*/ 522256 h 5143785"/>
              <a:gd name="connsiteX10045" fmla="*/ 242697 w 3114960"/>
              <a:gd name="connsiteY10045" fmla="*/ 523780 h 5143785"/>
              <a:gd name="connsiteX10046" fmla="*/ 244412 w 3114960"/>
              <a:gd name="connsiteY10046" fmla="*/ 525304 h 5143785"/>
              <a:gd name="connsiteX10047" fmla="*/ 242697 w 3114960"/>
              <a:gd name="connsiteY10047" fmla="*/ 526828 h 5143785"/>
              <a:gd name="connsiteX10048" fmla="*/ 244412 w 3114960"/>
              <a:gd name="connsiteY10048" fmla="*/ 528352 h 5143785"/>
              <a:gd name="connsiteX10049" fmla="*/ 242697 w 3114960"/>
              <a:gd name="connsiteY10049" fmla="*/ 529971 h 5143785"/>
              <a:gd name="connsiteX10050" fmla="*/ 244412 w 3114960"/>
              <a:gd name="connsiteY10050" fmla="*/ 531590 h 5143785"/>
              <a:gd name="connsiteX10051" fmla="*/ 242697 w 3114960"/>
              <a:gd name="connsiteY10051" fmla="*/ 533210 h 5143785"/>
              <a:gd name="connsiteX10052" fmla="*/ 244507 w 3114960"/>
              <a:gd name="connsiteY10052" fmla="*/ 534829 h 5143785"/>
              <a:gd name="connsiteX10053" fmla="*/ 242697 w 3114960"/>
              <a:gd name="connsiteY10053" fmla="*/ 536448 h 5143785"/>
              <a:gd name="connsiteX10054" fmla="*/ 244412 w 3114960"/>
              <a:gd name="connsiteY10054" fmla="*/ 538067 h 5143785"/>
              <a:gd name="connsiteX10055" fmla="*/ 242697 w 3114960"/>
              <a:gd name="connsiteY10055" fmla="*/ 539687 h 5143785"/>
              <a:gd name="connsiteX10056" fmla="*/ 244412 w 3114960"/>
              <a:gd name="connsiteY10056" fmla="*/ 541306 h 5143785"/>
              <a:gd name="connsiteX10057" fmla="*/ 242697 w 3114960"/>
              <a:gd name="connsiteY10057" fmla="*/ 542925 h 5143785"/>
              <a:gd name="connsiteX10058" fmla="*/ 244412 w 3114960"/>
              <a:gd name="connsiteY10058" fmla="*/ 544544 h 5143785"/>
              <a:gd name="connsiteX10059" fmla="*/ 242697 w 3114960"/>
              <a:gd name="connsiteY10059" fmla="*/ 546068 h 5143785"/>
              <a:gd name="connsiteX10060" fmla="*/ 244412 w 3114960"/>
              <a:gd name="connsiteY10060" fmla="*/ 547592 h 5143785"/>
              <a:gd name="connsiteX10061" fmla="*/ 242697 w 3114960"/>
              <a:gd name="connsiteY10061" fmla="*/ 549212 h 5143785"/>
              <a:gd name="connsiteX10062" fmla="*/ 244412 w 3114960"/>
              <a:gd name="connsiteY10062" fmla="*/ 550736 h 5143785"/>
              <a:gd name="connsiteX10063" fmla="*/ 242697 w 3114960"/>
              <a:gd name="connsiteY10063" fmla="*/ 552355 h 5143785"/>
              <a:gd name="connsiteX10064" fmla="*/ 244412 w 3114960"/>
              <a:gd name="connsiteY10064" fmla="*/ 553974 h 5143785"/>
              <a:gd name="connsiteX10065" fmla="*/ 242697 w 3114960"/>
              <a:gd name="connsiteY10065" fmla="*/ 555593 h 5143785"/>
              <a:gd name="connsiteX10066" fmla="*/ 244412 w 3114960"/>
              <a:gd name="connsiteY10066" fmla="*/ 557213 h 5143785"/>
              <a:gd name="connsiteX10067" fmla="*/ 242697 w 3114960"/>
              <a:gd name="connsiteY10067" fmla="*/ 558832 h 5143785"/>
              <a:gd name="connsiteX10068" fmla="*/ 244507 w 3114960"/>
              <a:gd name="connsiteY10068" fmla="*/ 560451 h 5143785"/>
              <a:gd name="connsiteX10069" fmla="*/ 242697 w 3114960"/>
              <a:gd name="connsiteY10069" fmla="*/ 562070 h 5143785"/>
              <a:gd name="connsiteX10070" fmla="*/ 244507 w 3114960"/>
              <a:gd name="connsiteY10070" fmla="*/ 563690 h 5143785"/>
              <a:gd name="connsiteX10071" fmla="*/ 242697 w 3114960"/>
              <a:gd name="connsiteY10071" fmla="*/ 565309 h 5143785"/>
              <a:gd name="connsiteX10072" fmla="*/ 244412 w 3114960"/>
              <a:gd name="connsiteY10072" fmla="*/ 566928 h 5143785"/>
              <a:gd name="connsiteX10073" fmla="*/ 242697 w 3114960"/>
              <a:gd name="connsiteY10073" fmla="*/ 568452 h 5143785"/>
              <a:gd name="connsiteX10074" fmla="*/ 244412 w 3114960"/>
              <a:gd name="connsiteY10074" fmla="*/ 569976 h 5143785"/>
              <a:gd name="connsiteX10075" fmla="*/ 242697 w 3114960"/>
              <a:gd name="connsiteY10075" fmla="*/ 571500 h 5143785"/>
              <a:gd name="connsiteX10076" fmla="*/ 244412 w 3114960"/>
              <a:gd name="connsiteY10076" fmla="*/ 573024 h 5143785"/>
              <a:gd name="connsiteX10077" fmla="*/ 242697 w 3114960"/>
              <a:gd name="connsiteY10077" fmla="*/ 574548 h 5143785"/>
              <a:gd name="connsiteX10078" fmla="*/ 244412 w 3114960"/>
              <a:gd name="connsiteY10078" fmla="*/ 576167 h 5143785"/>
              <a:gd name="connsiteX10079" fmla="*/ 242697 w 3114960"/>
              <a:gd name="connsiteY10079" fmla="*/ 577787 h 5143785"/>
              <a:gd name="connsiteX10080" fmla="*/ 244602 w 3114960"/>
              <a:gd name="connsiteY10080" fmla="*/ 579406 h 5143785"/>
              <a:gd name="connsiteX10081" fmla="*/ 242697 w 3114960"/>
              <a:gd name="connsiteY10081" fmla="*/ 581025 h 5143785"/>
              <a:gd name="connsiteX10082" fmla="*/ 244507 w 3114960"/>
              <a:gd name="connsiteY10082" fmla="*/ 582644 h 5143785"/>
              <a:gd name="connsiteX10083" fmla="*/ 242697 w 3114960"/>
              <a:gd name="connsiteY10083" fmla="*/ 584264 h 5143785"/>
              <a:gd name="connsiteX10084" fmla="*/ 244602 w 3114960"/>
              <a:gd name="connsiteY10084" fmla="*/ 585883 h 5143785"/>
              <a:gd name="connsiteX10085" fmla="*/ 242697 w 3114960"/>
              <a:gd name="connsiteY10085" fmla="*/ 587502 h 5143785"/>
              <a:gd name="connsiteX10086" fmla="*/ 244602 w 3114960"/>
              <a:gd name="connsiteY10086" fmla="*/ 589121 h 5143785"/>
              <a:gd name="connsiteX10087" fmla="*/ 242697 w 3114960"/>
              <a:gd name="connsiteY10087" fmla="*/ 590741 h 5143785"/>
              <a:gd name="connsiteX10088" fmla="*/ 244602 w 3114960"/>
              <a:gd name="connsiteY10088" fmla="*/ 592360 h 5143785"/>
              <a:gd name="connsiteX10089" fmla="*/ 242697 w 3114960"/>
              <a:gd name="connsiteY10089" fmla="*/ 593979 h 5143785"/>
              <a:gd name="connsiteX10090" fmla="*/ 244697 w 3114960"/>
              <a:gd name="connsiteY10090" fmla="*/ 595598 h 5143785"/>
              <a:gd name="connsiteX10091" fmla="*/ 242697 w 3114960"/>
              <a:gd name="connsiteY10091" fmla="*/ 597122 h 5143785"/>
              <a:gd name="connsiteX10092" fmla="*/ 242221 w 3114960"/>
              <a:gd name="connsiteY10092" fmla="*/ 482060 h 5143785"/>
              <a:gd name="connsiteX10093" fmla="*/ 245364 w 3114960"/>
              <a:gd name="connsiteY10093" fmla="*/ 474536 h 5143785"/>
              <a:gd name="connsiteX10094" fmla="*/ 247555 w 3114960"/>
              <a:gd name="connsiteY10094" fmla="*/ 474059 h 5143785"/>
              <a:gd name="connsiteX10095" fmla="*/ 249745 w 3114960"/>
              <a:gd name="connsiteY10095" fmla="*/ 474536 h 5143785"/>
              <a:gd name="connsiteX10096" fmla="*/ 252889 w 3114960"/>
              <a:gd name="connsiteY10096" fmla="*/ 477679 h 5143785"/>
              <a:gd name="connsiteX10097" fmla="*/ 249936 w 3114960"/>
              <a:gd name="connsiteY10097" fmla="*/ 485013 h 5143785"/>
              <a:gd name="connsiteX10098" fmla="*/ 247364 w 3114960"/>
              <a:gd name="connsiteY10098" fmla="*/ 485394 h 5143785"/>
              <a:gd name="connsiteX10099" fmla="*/ 246888 w 3114960"/>
              <a:gd name="connsiteY10099" fmla="*/ 485394 h 5143785"/>
              <a:gd name="connsiteX10100" fmla="*/ 245269 w 3114960"/>
              <a:gd name="connsiteY10100" fmla="*/ 485108 h 5143785"/>
              <a:gd name="connsiteX10101" fmla="*/ 242126 w 3114960"/>
              <a:gd name="connsiteY10101" fmla="*/ 481965 h 5143785"/>
              <a:gd name="connsiteX10102" fmla="*/ 245364 w 3114960"/>
              <a:gd name="connsiteY10102" fmla="*/ 598456 h 5143785"/>
              <a:gd name="connsiteX10103" fmla="*/ 247555 w 3114960"/>
              <a:gd name="connsiteY10103" fmla="*/ 597980 h 5143785"/>
              <a:gd name="connsiteX10104" fmla="*/ 249745 w 3114960"/>
              <a:gd name="connsiteY10104" fmla="*/ 598456 h 5143785"/>
              <a:gd name="connsiteX10105" fmla="*/ 252889 w 3114960"/>
              <a:gd name="connsiteY10105" fmla="*/ 601599 h 5143785"/>
              <a:gd name="connsiteX10106" fmla="*/ 252889 w 3114960"/>
              <a:gd name="connsiteY10106" fmla="*/ 605981 h 5143785"/>
              <a:gd name="connsiteX10107" fmla="*/ 249745 w 3114960"/>
              <a:gd name="connsiteY10107" fmla="*/ 609124 h 5143785"/>
              <a:gd name="connsiteX10108" fmla="*/ 245364 w 3114960"/>
              <a:gd name="connsiteY10108" fmla="*/ 609124 h 5143785"/>
              <a:gd name="connsiteX10109" fmla="*/ 242221 w 3114960"/>
              <a:gd name="connsiteY10109" fmla="*/ 605981 h 5143785"/>
              <a:gd name="connsiteX10110" fmla="*/ 242221 w 3114960"/>
              <a:gd name="connsiteY10110" fmla="*/ 601599 h 5143785"/>
              <a:gd name="connsiteX10111" fmla="*/ 245364 w 3114960"/>
              <a:gd name="connsiteY10111" fmla="*/ 598456 h 5143785"/>
              <a:gd name="connsiteX10112" fmla="*/ 892207 w 3114960"/>
              <a:gd name="connsiteY10112" fmla="*/ 2597849 h 5143785"/>
              <a:gd name="connsiteX10113" fmla="*/ 875633 w 3114960"/>
              <a:gd name="connsiteY10113" fmla="*/ 2604802 h 5143785"/>
              <a:gd name="connsiteX10114" fmla="*/ 875633 w 3114960"/>
              <a:gd name="connsiteY10114" fmla="*/ 2614517 h 5143785"/>
              <a:gd name="connsiteX10115" fmla="*/ 882587 w 3114960"/>
              <a:gd name="connsiteY10115" fmla="*/ 2621375 h 5143785"/>
              <a:gd name="connsiteX10116" fmla="*/ 887349 w 3114960"/>
              <a:gd name="connsiteY10116" fmla="*/ 2622328 h 5143785"/>
              <a:gd name="connsiteX10117" fmla="*/ 895160 w 3114960"/>
              <a:gd name="connsiteY10117" fmla="*/ 2619470 h 5143785"/>
              <a:gd name="connsiteX10118" fmla="*/ 952500 w 3114960"/>
              <a:gd name="connsiteY10118" fmla="*/ 2684907 h 5143785"/>
              <a:gd name="connsiteX10119" fmla="*/ 952500 w 3114960"/>
              <a:gd name="connsiteY10119" fmla="*/ 2692622 h 5143785"/>
              <a:gd name="connsiteX10120" fmla="*/ 949928 w 3114960"/>
              <a:gd name="connsiteY10120" fmla="*/ 2693099 h 5143785"/>
              <a:gd name="connsiteX10121" fmla="*/ 943070 w 3114960"/>
              <a:gd name="connsiteY10121" fmla="*/ 2700052 h 5143785"/>
              <a:gd name="connsiteX10122" fmla="*/ 950024 w 3114960"/>
              <a:gd name="connsiteY10122" fmla="*/ 2716625 h 5143785"/>
              <a:gd name="connsiteX10123" fmla="*/ 954786 w 3114960"/>
              <a:gd name="connsiteY10123" fmla="*/ 2717578 h 5143785"/>
              <a:gd name="connsiteX10124" fmla="*/ 959739 w 3114960"/>
              <a:gd name="connsiteY10124" fmla="*/ 2716625 h 5143785"/>
              <a:gd name="connsiteX10125" fmla="*/ 966597 w 3114960"/>
              <a:gd name="connsiteY10125" fmla="*/ 2709672 h 5143785"/>
              <a:gd name="connsiteX10126" fmla="*/ 966597 w 3114960"/>
              <a:gd name="connsiteY10126" fmla="*/ 2699957 h 5143785"/>
              <a:gd name="connsiteX10127" fmla="*/ 959644 w 3114960"/>
              <a:gd name="connsiteY10127" fmla="*/ 2693099 h 5143785"/>
              <a:gd name="connsiteX10128" fmla="*/ 957263 w 3114960"/>
              <a:gd name="connsiteY10128" fmla="*/ 2692622 h 5143785"/>
              <a:gd name="connsiteX10129" fmla="*/ 957263 w 3114960"/>
              <a:gd name="connsiteY10129" fmla="*/ 2683193 h 5143785"/>
              <a:gd name="connsiteX10130" fmla="*/ 898303 w 3114960"/>
              <a:gd name="connsiteY10130" fmla="*/ 2615851 h 5143785"/>
              <a:gd name="connsiteX10131" fmla="*/ 899160 w 3114960"/>
              <a:gd name="connsiteY10131" fmla="*/ 2614422 h 5143785"/>
              <a:gd name="connsiteX10132" fmla="*/ 892207 w 3114960"/>
              <a:gd name="connsiteY10132" fmla="*/ 2597849 h 5143785"/>
              <a:gd name="connsiteX10133" fmla="*/ 894779 w 3114960"/>
              <a:gd name="connsiteY10133" fmla="*/ 2612708 h 5143785"/>
              <a:gd name="connsiteX10134" fmla="*/ 884396 w 3114960"/>
              <a:gd name="connsiteY10134" fmla="*/ 2617089 h 5143785"/>
              <a:gd name="connsiteX10135" fmla="*/ 880110 w 3114960"/>
              <a:gd name="connsiteY10135" fmla="*/ 2612803 h 5143785"/>
              <a:gd name="connsiteX10136" fmla="*/ 880110 w 3114960"/>
              <a:gd name="connsiteY10136" fmla="*/ 2606707 h 5143785"/>
              <a:gd name="connsiteX10137" fmla="*/ 887444 w 3114960"/>
              <a:gd name="connsiteY10137" fmla="*/ 2601754 h 5143785"/>
              <a:gd name="connsiteX10138" fmla="*/ 890397 w 3114960"/>
              <a:gd name="connsiteY10138" fmla="*/ 2602325 h 5143785"/>
              <a:gd name="connsiteX10139" fmla="*/ 894779 w 3114960"/>
              <a:gd name="connsiteY10139" fmla="*/ 2612708 h 5143785"/>
              <a:gd name="connsiteX10140" fmla="*/ 954977 w 3114960"/>
              <a:gd name="connsiteY10140" fmla="*/ 2697004 h 5143785"/>
              <a:gd name="connsiteX10141" fmla="*/ 957929 w 3114960"/>
              <a:gd name="connsiteY10141" fmla="*/ 2697575 h 5143785"/>
              <a:gd name="connsiteX10142" fmla="*/ 962216 w 3114960"/>
              <a:gd name="connsiteY10142" fmla="*/ 2701862 h 5143785"/>
              <a:gd name="connsiteX10143" fmla="*/ 962216 w 3114960"/>
              <a:gd name="connsiteY10143" fmla="*/ 2707958 h 5143785"/>
              <a:gd name="connsiteX10144" fmla="*/ 957929 w 3114960"/>
              <a:gd name="connsiteY10144" fmla="*/ 2712339 h 5143785"/>
              <a:gd name="connsiteX10145" fmla="*/ 951833 w 3114960"/>
              <a:gd name="connsiteY10145" fmla="*/ 2712339 h 5143785"/>
              <a:gd name="connsiteX10146" fmla="*/ 947452 w 3114960"/>
              <a:gd name="connsiteY10146" fmla="*/ 2701957 h 5143785"/>
              <a:gd name="connsiteX10147" fmla="*/ 951738 w 3114960"/>
              <a:gd name="connsiteY10147" fmla="*/ 2697671 h 5143785"/>
              <a:gd name="connsiteX10148" fmla="*/ 954691 w 3114960"/>
              <a:gd name="connsiteY10148" fmla="*/ 2697099 h 5143785"/>
              <a:gd name="connsiteX10149" fmla="*/ 954881 w 3114960"/>
              <a:gd name="connsiteY10149" fmla="*/ 2697099 h 5143785"/>
              <a:gd name="connsiteX10150" fmla="*/ 762000 w 3114960"/>
              <a:gd name="connsiteY10150" fmla="*/ 561118 h 5143785"/>
              <a:gd name="connsiteX10151" fmla="*/ 755523 w 3114960"/>
              <a:gd name="connsiteY10151" fmla="*/ 558546 h 5143785"/>
              <a:gd name="connsiteX10152" fmla="*/ 745712 w 3114960"/>
              <a:gd name="connsiteY10152" fmla="*/ 568357 h 5143785"/>
              <a:gd name="connsiteX10153" fmla="*/ 755523 w 3114960"/>
              <a:gd name="connsiteY10153" fmla="*/ 578072 h 5143785"/>
              <a:gd name="connsiteX10154" fmla="*/ 765239 w 3114960"/>
              <a:gd name="connsiteY10154" fmla="*/ 568357 h 5143785"/>
              <a:gd name="connsiteX10155" fmla="*/ 764572 w 3114960"/>
              <a:gd name="connsiteY10155" fmla="*/ 565118 h 5143785"/>
              <a:gd name="connsiteX10156" fmla="*/ 794290 w 3114960"/>
              <a:gd name="connsiteY10156" fmla="*/ 540353 h 5143785"/>
              <a:gd name="connsiteX10157" fmla="*/ 899255 w 3114960"/>
              <a:gd name="connsiteY10157" fmla="*/ 541020 h 5143785"/>
              <a:gd name="connsiteX10158" fmla="*/ 931259 w 3114960"/>
              <a:gd name="connsiteY10158" fmla="*/ 512636 h 5143785"/>
              <a:gd name="connsiteX10159" fmla="*/ 934688 w 3114960"/>
              <a:gd name="connsiteY10159" fmla="*/ 513302 h 5143785"/>
              <a:gd name="connsiteX10160" fmla="*/ 944499 w 3114960"/>
              <a:gd name="connsiteY10160" fmla="*/ 503492 h 5143785"/>
              <a:gd name="connsiteX10161" fmla="*/ 934688 w 3114960"/>
              <a:gd name="connsiteY10161" fmla="*/ 493681 h 5143785"/>
              <a:gd name="connsiteX10162" fmla="*/ 924877 w 3114960"/>
              <a:gd name="connsiteY10162" fmla="*/ 503492 h 5143785"/>
              <a:gd name="connsiteX10163" fmla="*/ 927259 w 3114960"/>
              <a:gd name="connsiteY10163" fmla="*/ 509683 h 5143785"/>
              <a:gd name="connsiteX10164" fmla="*/ 897446 w 3114960"/>
              <a:gd name="connsiteY10164" fmla="*/ 536162 h 5143785"/>
              <a:gd name="connsiteX10165" fmla="*/ 792575 w 3114960"/>
              <a:gd name="connsiteY10165" fmla="*/ 535496 h 5143785"/>
              <a:gd name="connsiteX10166" fmla="*/ 761905 w 3114960"/>
              <a:gd name="connsiteY10166" fmla="*/ 561023 h 5143785"/>
              <a:gd name="connsiteX10167" fmla="*/ 755618 w 3114960"/>
              <a:gd name="connsiteY10167" fmla="*/ 573310 h 5143785"/>
              <a:gd name="connsiteX10168" fmla="*/ 750570 w 3114960"/>
              <a:gd name="connsiteY10168" fmla="*/ 568357 h 5143785"/>
              <a:gd name="connsiteX10169" fmla="*/ 755618 w 3114960"/>
              <a:gd name="connsiteY10169" fmla="*/ 563309 h 5143785"/>
              <a:gd name="connsiteX10170" fmla="*/ 760571 w 3114960"/>
              <a:gd name="connsiteY10170" fmla="*/ 568357 h 5143785"/>
              <a:gd name="connsiteX10171" fmla="*/ 755618 w 3114960"/>
              <a:gd name="connsiteY10171" fmla="*/ 573310 h 5143785"/>
              <a:gd name="connsiteX10172" fmla="*/ 934879 w 3114960"/>
              <a:gd name="connsiteY10172" fmla="*/ 498634 h 5143785"/>
              <a:gd name="connsiteX10173" fmla="*/ 939927 w 3114960"/>
              <a:gd name="connsiteY10173" fmla="*/ 503682 h 5143785"/>
              <a:gd name="connsiteX10174" fmla="*/ 934879 w 3114960"/>
              <a:gd name="connsiteY10174" fmla="*/ 508730 h 5143785"/>
              <a:gd name="connsiteX10175" fmla="*/ 929831 w 3114960"/>
              <a:gd name="connsiteY10175" fmla="*/ 503682 h 5143785"/>
              <a:gd name="connsiteX10176" fmla="*/ 934879 w 3114960"/>
              <a:gd name="connsiteY10176" fmla="*/ 498634 h 5143785"/>
              <a:gd name="connsiteX10177" fmla="*/ 1882426 w 3114960"/>
              <a:gd name="connsiteY10177" fmla="*/ 4244054 h 5143785"/>
              <a:gd name="connsiteX10178" fmla="*/ 1896523 w 3114960"/>
              <a:gd name="connsiteY10178" fmla="*/ 4244054 h 5143785"/>
              <a:gd name="connsiteX10179" fmla="*/ 1901095 w 3114960"/>
              <a:gd name="connsiteY10179" fmla="*/ 4239482 h 5143785"/>
              <a:gd name="connsiteX10180" fmla="*/ 1901095 w 3114960"/>
              <a:gd name="connsiteY10180" fmla="*/ 4225386 h 5143785"/>
              <a:gd name="connsiteX10181" fmla="*/ 1896523 w 3114960"/>
              <a:gd name="connsiteY10181" fmla="*/ 4220813 h 5143785"/>
              <a:gd name="connsiteX10182" fmla="*/ 1882426 w 3114960"/>
              <a:gd name="connsiteY10182" fmla="*/ 4220813 h 5143785"/>
              <a:gd name="connsiteX10183" fmla="*/ 1877854 w 3114960"/>
              <a:gd name="connsiteY10183" fmla="*/ 4225386 h 5143785"/>
              <a:gd name="connsiteX10184" fmla="*/ 1877854 w 3114960"/>
              <a:gd name="connsiteY10184" fmla="*/ 4239482 h 5143785"/>
              <a:gd name="connsiteX10185" fmla="*/ 1882426 w 3114960"/>
              <a:gd name="connsiteY10185" fmla="*/ 4244054 h 5143785"/>
              <a:gd name="connsiteX10186" fmla="*/ 1881188 w 3114960"/>
              <a:gd name="connsiteY10186" fmla="*/ 4225386 h 5143785"/>
              <a:gd name="connsiteX10187" fmla="*/ 1882426 w 3114960"/>
              <a:gd name="connsiteY10187" fmla="*/ 4224147 h 5143785"/>
              <a:gd name="connsiteX10188" fmla="*/ 1896523 w 3114960"/>
              <a:gd name="connsiteY10188" fmla="*/ 4224147 h 5143785"/>
              <a:gd name="connsiteX10189" fmla="*/ 1897761 w 3114960"/>
              <a:gd name="connsiteY10189" fmla="*/ 4225386 h 5143785"/>
              <a:gd name="connsiteX10190" fmla="*/ 1897761 w 3114960"/>
              <a:gd name="connsiteY10190" fmla="*/ 4239482 h 5143785"/>
              <a:gd name="connsiteX10191" fmla="*/ 1896523 w 3114960"/>
              <a:gd name="connsiteY10191" fmla="*/ 4240721 h 5143785"/>
              <a:gd name="connsiteX10192" fmla="*/ 1882426 w 3114960"/>
              <a:gd name="connsiteY10192" fmla="*/ 4240721 h 5143785"/>
              <a:gd name="connsiteX10193" fmla="*/ 1881188 w 3114960"/>
              <a:gd name="connsiteY10193" fmla="*/ 4239482 h 5143785"/>
              <a:gd name="connsiteX10194" fmla="*/ 1881188 w 3114960"/>
              <a:gd name="connsiteY10194" fmla="*/ 4225386 h 5143785"/>
              <a:gd name="connsiteX10195" fmla="*/ 217932 w 3114960"/>
              <a:gd name="connsiteY10195" fmla="*/ 1900047 h 5143785"/>
              <a:gd name="connsiteX10196" fmla="*/ 363760 w 3114960"/>
              <a:gd name="connsiteY10196" fmla="*/ 1900047 h 5143785"/>
              <a:gd name="connsiteX10197" fmla="*/ 377095 w 3114960"/>
              <a:gd name="connsiteY10197" fmla="*/ 1886998 h 5143785"/>
              <a:gd name="connsiteX10198" fmla="*/ 385286 w 3114960"/>
              <a:gd name="connsiteY10198" fmla="*/ 1889855 h 5143785"/>
              <a:gd name="connsiteX10199" fmla="*/ 398717 w 3114960"/>
              <a:gd name="connsiteY10199" fmla="*/ 1876425 h 5143785"/>
              <a:gd name="connsiteX10200" fmla="*/ 385286 w 3114960"/>
              <a:gd name="connsiteY10200" fmla="*/ 1862995 h 5143785"/>
              <a:gd name="connsiteX10201" fmla="*/ 371856 w 3114960"/>
              <a:gd name="connsiteY10201" fmla="*/ 1876425 h 5143785"/>
              <a:gd name="connsiteX10202" fmla="*/ 373952 w 3114960"/>
              <a:gd name="connsiteY10202" fmla="*/ 1883569 h 5143785"/>
              <a:gd name="connsiteX10203" fmla="*/ 361855 w 3114960"/>
              <a:gd name="connsiteY10203" fmla="*/ 1895380 h 5143785"/>
              <a:gd name="connsiteX10204" fmla="*/ 216122 w 3114960"/>
              <a:gd name="connsiteY10204" fmla="*/ 1895380 h 5143785"/>
              <a:gd name="connsiteX10205" fmla="*/ 184976 w 3114960"/>
              <a:gd name="connsiteY10205" fmla="*/ 1924336 h 5143785"/>
              <a:gd name="connsiteX10206" fmla="*/ 95 w 3114960"/>
              <a:gd name="connsiteY10206" fmla="*/ 1924336 h 5143785"/>
              <a:gd name="connsiteX10207" fmla="*/ 95 w 3114960"/>
              <a:gd name="connsiteY10207" fmla="*/ 1929098 h 5143785"/>
              <a:gd name="connsiteX10208" fmla="*/ 186785 w 3114960"/>
              <a:gd name="connsiteY10208" fmla="*/ 1929098 h 5143785"/>
              <a:gd name="connsiteX10209" fmla="*/ 217932 w 3114960"/>
              <a:gd name="connsiteY10209" fmla="*/ 1900142 h 5143785"/>
              <a:gd name="connsiteX10210" fmla="*/ 385286 w 3114960"/>
              <a:gd name="connsiteY10210" fmla="*/ 1867662 h 5143785"/>
              <a:gd name="connsiteX10211" fmla="*/ 393954 w 3114960"/>
              <a:gd name="connsiteY10211" fmla="*/ 1876330 h 5143785"/>
              <a:gd name="connsiteX10212" fmla="*/ 385286 w 3114960"/>
              <a:gd name="connsiteY10212" fmla="*/ 1884998 h 5143785"/>
              <a:gd name="connsiteX10213" fmla="*/ 376619 w 3114960"/>
              <a:gd name="connsiteY10213" fmla="*/ 1876330 h 5143785"/>
              <a:gd name="connsiteX10214" fmla="*/ 385286 w 3114960"/>
              <a:gd name="connsiteY10214" fmla="*/ 1867662 h 5143785"/>
              <a:gd name="connsiteX10215" fmla="*/ 1610773 w 3114960"/>
              <a:gd name="connsiteY10215" fmla="*/ 747141 h 5143785"/>
              <a:gd name="connsiteX10216" fmla="*/ 1605915 w 3114960"/>
              <a:gd name="connsiteY10216" fmla="*/ 747141 h 5143785"/>
              <a:gd name="connsiteX10217" fmla="*/ 1599057 w 3114960"/>
              <a:gd name="connsiteY10217" fmla="*/ 753999 h 5143785"/>
              <a:gd name="connsiteX10218" fmla="*/ 1599057 w 3114960"/>
              <a:gd name="connsiteY10218" fmla="*/ 768382 h 5143785"/>
              <a:gd name="connsiteX10219" fmla="*/ 1605915 w 3114960"/>
              <a:gd name="connsiteY10219" fmla="*/ 775240 h 5143785"/>
              <a:gd name="connsiteX10220" fmla="*/ 1620298 w 3114960"/>
              <a:gd name="connsiteY10220" fmla="*/ 775240 h 5143785"/>
              <a:gd name="connsiteX10221" fmla="*/ 1623632 w 3114960"/>
              <a:gd name="connsiteY10221" fmla="*/ 774287 h 5143785"/>
              <a:gd name="connsiteX10222" fmla="*/ 1664208 w 3114960"/>
              <a:gd name="connsiteY10222" fmla="*/ 810387 h 5143785"/>
              <a:gd name="connsiteX10223" fmla="*/ 1686878 w 3114960"/>
              <a:gd name="connsiteY10223" fmla="*/ 810387 h 5143785"/>
              <a:gd name="connsiteX10224" fmla="*/ 1686878 w 3114960"/>
              <a:gd name="connsiteY10224" fmla="*/ 813816 h 5143785"/>
              <a:gd name="connsiteX10225" fmla="*/ 1664208 w 3114960"/>
              <a:gd name="connsiteY10225" fmla="*/ 813816 h 5143785"/>
              <a:gd name="connsiteX10226" fmla="*/ 1623822 w 3114960"/>
              <a:gd name="connsiteY10226" fmla="*/ 849821 h 5143785"/>
              <a:gd name="connsiteX10227" fmla="*/ 1615631 w 3114960"/>
              <a:gd name="connsiteY10227" fmla="*/ 846963 h 5143785"/>
              <a:gd name="connsiteX10228" fmla="*/ 1602200 w 3114960"/>
              <a:gd name="connsiteY10228" fmla="*/ 860393 h 5143785"/>
              <a:gd name="connsiteX10229" fmla="*/ 1615631 w 3114960"/>
              <a:gd name="connsiteY10229" fmla="*/ 873824 h 5143785"/>
              <a:gd name="connsiteX10230" fmla="*/ 1629061 w 3114960"/>
              <a:gd name="connsiteY10230" fmla="*/ 860489 h 5143785"/>
              <a:gd name="connsiteX10231" fmla="*/ 1658588 w 3114960"/>
              <a:gd name="connsiteY10231" fmla="*/ 860489 h 5143785"/>
              <a:gd name="connsiteX10232" fmla="*/ 1663922 w 3114960"/>
              <a:gd name="connsiteY10232" fmla="*/ 867061 h 5143785"/>
              <a:gd name="connsiteX10233" fmla="*/ 1668590 w 3114960"/>
              <a:gd name="connsiteY10233" fmla="*/ 861346 h 5143785"/>
              <a:gd name="connsiteX10234" fmla="*/ 1673257 w 3114960"/>
              <a:gd name="connsiteY10234" fmla="*/ 867061 h 5143785"/>
              <a:gd name="connsiteX10235" fmla="*/ 1677829 w 3114960"/>
              <a:gd name="connsiteY10235" fmla="*/ 861346 h 5143785"/>
              <a:gd name="connsiteX10236" fmla="*/ 1682401 w 3114960"/>
              <a:gd name="connsiteY10236" fmla="*/ 867061 h 5143785"/>
              <a:gd name="connsiteX10237" fmla="*/ 1686973 w 3114960"/>
              <a:gd name="connsiteY10237" fmla="*/ 861346 h 5143785"/>
              <a:gd name="connsiteX10238" fmla="*/ 1691545 w 3114960"/>
              <a:gd name="connsiteY10238" fmla="*/ 867061 h 5143785"/>
              <a:gd name="connsiteX10239" fmla="*/ 1696212 w 3114960"/>
              <a:gd name="connsiteY10239" fmla="*/ 861346 h 5143785"/>
              <a:gd name="connsiteX10240" fmla="*/ 1700879 w 3114960"/>
              <a:gd name="connsiteY10240" fmla="*/ 867061 h 5143785"/>
              <a:gd name="connsiteX10241" fmla="*/ 1705451 w 3114960"/>
              <a:gd name="connsiteY10241" fmla="*/ 861346 h 5143785"/>
              <a:gd name="connsiteX10242" fmla="*/ 1710023 w 3114960"/>
              <a:gd name="connsiteY10242" fmla="*/ 867061 h 5143785"/>
              <a:gd name="connsiteX10243" fmla="*/ 1714595 w 3114960"/>
              <a:gd name="connsiteY10243" fmla="*/ 861346 h 5143785"/>
              <a:gd name="connsiteX10244" fmla="*/ 1719167 w 3114960"/>
              <a:gd name="connsiteY10244" fmla="*/ 867061 h 5143785"/>
              <a:gd name="connsiteX10245" fmla="*/ 1723739 w 3114960"/>
              <a:gd name="connsiteY10245" fmla="*/ 861346 h 5143785"/>
              <a:gd name="connsiteX10246" fmla="*/ 1728311 w 3114960"/>
              <a:gd name="connsiteY10246" fmla="*/ 867061 h 5143785"/>
              <a:gd name="connsiteX10247" fmla="*/ 1732978 w 3114960"/>
              <a:gd name="connsiteY10247" fmla="*/ 861346 h 5143785"/>
              <a:gd name="connsiteX10248" fmla="*/ 1737646 w 3114960"/>
              <a:gd name="connsiteY10248" fmla="*/ 867061 h 5143785"/>
              <a:gd name="connsiteX10249" fmla="*/ 1742313 w 3114960"/>
              <a:gd name="connsiteY10249" fmla="*/ 861346 h 5143785"/>
              <a:gd name="connsiteX10250" fmla="*/ 1746980 w 3114960"/>
              <a:gd name="connsiteY10250" fmla="*/ 867061 h 5143785"/>
              <a:gd name="connsiteX10251" fmla="*/ 1751648 w 3114960"/>
              <a:gd name="connsiteY10251" fmla="*/ 861346 h 5143785"/>
              <a:gd name="connsiteX10252" fmla="*/ 1756315 w 3114960"/>
              <a:gd name="connsiteY10252" fmla="*/ 867061 h 5143785"/>
              <a:gd name="connsiteX10253" fmla="*/ 1760982 w 3114960"/>
              <a:gd name="connsiteY10253" fmla="*/ 861346 h 5143785"/>
              <a:gd name="connsiteX10254" fmla="*/ 1765649 w 3114960"/>
              <a:gd name="connsiteY10254" fmla="*/ 867061 h 5143785"/>
              <a:gd name="connsiteX10255" fmla="*/ 1770221 w 3114960"/>
              <a:gd name="connsiteY10255" fmla="*/ 861346 h 5143785"/>
              <a:gd name="connsiteX10256" fmla="*/ 1774889 w 3114960"/>
              <a:gd name="connsiteY10256" fmla="*/ 867061 h 5143785"/>
              <a:gd name="connsiteX10257" fmla="*/ 1779556 w 3114960"/>
              <a:gd name="connsiteY10257" fmla="*/ 861346 h 5143785"/>
              <a:gd name="connsiteX10258" fmla="*/ 1784223 w 3114960"/>
              <a:gd name="connsiteY10258" fmla="*/ 867061 h 5143785"/>
              <a:gd name="connsiteX10259" fmla="*/ 1788890 w 3114960"/>
              <a:gd name="connsiteY10259" fmla="*/ 861346 h 5143785"/>
              <a:gd name="connsiteX10260" fmla="*/ 1793557 w 3114960"/>
              <a:gd name="connsiteY10260" fmla="*/ 867061 h 5143785"/>
              <a:gd name="connsiteX10261" fmla="*/ 1798225 w 3114960"/>
              <a:gd name="connsiteY10261" fmla="*/ 861346 h 5143785"/>
              <a:gd name="connsiteX10262" fmla="*/ 1801082 w 3114960"/>
              <a:gd name="connsiteY10262" fmla="*/ 864870 h 5143785"/>
              <a:gd name="connsiteX10263" fmla="*/ 1802511 w 3114960"/>
              <a:gd name="connsiteY10263" fmla="*/ 863727 h 5143785"/>
              <a:gd name="connsiteX10264" fmla="*/ 1835182 w 3114960"/>
              <a:gd name="connsiteY10264" fmla="*/ 863727 h 5143785"/>
              <a:gd name="connsiteX10265" fmla="*/ 1835182 w 3114960"/>
              <a:gd name="connsiteY10265" fmla="*/ 865442 h 5143785"/>
              <a:gd name="connsiteX10266" fmla="*/ 1839659 w 3114960"/>
              <a:gd name="connsiteY10266" fmla="*/ 869918 h 5143785"/>
              <a:gd name="connsiteX10267" fmla="*/ 1854041 w 3114960"/>
              <a:gd name="connsiteY10267" fmla="*/ 869918 h 5143785"/>
              <a:gd name="connsiteX10268" fmla="*/ 1858518 w 3114960"/>
              <a:gd name="connsiteY10268" fmla="*/ 865442 h 5143785"/>
              <a:gd name="connsiteX10269" fmla="*/ 1858518 w 3114960"/>
              <a:gd name="connsiteY10269" fmla="*/ 851059 h 5143785"/>
              <a:gd name="connsiteX10270" fmla="*/ 1854041 w 3114960"/>
              <a:gd name="connsiteY10270" fmla="*/ 846582 h 5143785"/>
              <a:gd name="connsiteX10271" fmla="*/ 1839659 w 3114960"/>
              <a:gd name="connsiteY10271" fmla="*/ 846582 h 5143785"/>
              <a:gd name="connsiteX10272" fmla="*/ 1836325 w 3114960"/>
              <a:gd name="connsiteY10272" fmla="*/ 848201 h 5143785"/>
              <a:gd name="connsiteX10273" fmla="*/ 1797844 w 3114960"/>
              <a:gd name="connsiteY10273" fmla="*/ 813911 h 5143785"/>
              <a:gd name="connsiteX10274" fmla="*/ 1775365 w 3114960"/>
              <a:gd name="connsiteY10274" fmla="*/ 813911 h 5143785"/>
              <a:gd name="connsiteX10275" fmla="*/ 1775365 w 3114960"/>
              <a:gd name="connsiteY10275" fmla="*/ 810482 h 5143785"/>
              <a:gd name="connsiteX10276" fmla="*/ 1797844 w 3114960"/>
              <a:gd name="connsiteY10276" fmla="*/ 810482 h 5143785"/>
              <a:gd name="connsiteX10277" fmla="*/ 1837753 w 3114960"/>
              <a:gd name="connsiteY10277" fmla="*/ 774954 h 5143785"/>
              <a:gd name="connsiteX10278" fmla="*/ 1846898 w 3114960"/>
              <a:gd name="connsiteY10278" fmla="*/ 778669 h 5143785"/>
              <a:gd name="connsiteX10279" fmla="*/ 1857661 w 3114960"/>
              <a:gd name="connsiteY10279" fmla="*/ 773240 h 5143785"/>
              <a:gd name="connsiteX10280" fmla="*/ 1926050 w 3114960"/>
              <a:gd name="connsiteY10280" fmla="*/ 829437 h 5143785"/>
              <a:gd name="connsiteX10281" fmla="*/ 1926050 w 3114960"/>
              <a:gd name="connsiteY10281" fmla="*/ 907733 h 5143785"/>
              <a:gd name="connsiteX10282" fmla="*/ 1922621 w 3114960"/>
              <a:gd name="connsiteY10282" fmla="*/ 907733 h 5143785"/>
              <a:gd name="connsiteX10283" fmla="*/ 1915763 w 3114960"/>
              <a:gd name="connsiteY10283" fmla="*/ 914591 h 5143785"/>
              <a:gd name="connsiteX10284" fmla="*/ 1915763 w 3114960"/>
              <a:gd name="connsiteY10284" fmla="*/ 926497 h 5143785"/>
              <a:gd name="connsiteX10285" fmla="*/ 1922621 w 3114960"/>
              <a:gd name="connsiteY10285" fmla="*/ 933355 h 5143785"/>
              <a:gd name="connsiteX10286" fmla="*/ 1934528 w 3114960"/>
              <a:gd name="connsiteY10286" fmla="*/ 933355 h 5143785"/>
              <a:gd name="connsiteX10287" fmla="*/ 1941386 w 3114960"/>
              <a:gd name="connsiteY10287" fmla="*/ 926497 h 5143785"/>
              <a:gd name="connsiteX10288" fmla="*/ 1941386 w 3114960"/>
              <a:gd name="connsiteY10288" fmla="*/ 914591 h 5143785"/>
              <a:gd name="connsiteX10289" fmla="*/ 1934528 w 3114960"/>
              <a:gd name="connsiteY10289" fmla="*/ 907733 h 5143785"/>
              <a:gd name="connsiteX10290" fmla="*/ 1930813 w 3114960"/>
              <a:gd name="connsiteY10290" fmla="*/ 907733 h 5143785"/>
              <a:gd name="connsiteX10291" fmla="*/ 1930813 w 3114960"/>
              <a:gd name="connsiteY10291" fmla="*/ 827151 h 5143785"/>
              <a:gd name="connsiteX10292" fmla="*/ 1859852 w 3114960"/>
              <a:gd name="connsiteY10292" fmla="*/ 768763 h 5143785"/>
              <a:gd name="connsiteX10293" fmla="*/ 1860423 w 3114960"/>
              <a:gd name="connsiteY10293" fmla="*/ 765143 h 5143785"/>
              <a:gd name="connsiteX10294" fmla="*/ 1846993 w 3114960"/>
              <a:gd name="connsiteY10294" fmla="*/ 751713 h 5143785"/>
              <a:gd name="connsiteX10295" fmla="*/ 1833563 w 3114960"/>
              <a:gd name="connsiteY10295" fmla="*/ 765143 h 5143785"/>
              <a:gd name="connsiteX10296" fmla="*/ 1834991 w 3114960"/>
              <a:gd name="connsiteY10296" fmla="*/ 771049 h 5143785"/>
              <a:gd name="connsiteX10297" fmla="*/ 1796129 w 3114960"/>
              <a:gd name="connsiteY10297" fmla="*/ 805625 h 5143785"/>
              <a:gd name="connsiteX10298" fmla="*/ 1775460 w 3114960"/>
              <a:gd name="connsiteY10298" fmla="*/ 805625 h 5143785"/>
              <a:gd name="connsiteX10299" fmla="*/ 1775460 w 3114960"/>
              <a:gd name="connsiteY10299" fmla="*/ 800195 h 5143785"/>
              <a:gd name="connsiteX10300" fmla="*/ 1750695 w 3114960"/>
              <a:gd name="connsiteY10300" fmla="*/ 800195 h 5143785"/>
              <a:gd name="connsiteX10301" fmla="*/ 1750695 w 3114960"/>
              <a:gd name="connsiteY10301" fmla="*/ 824960 h 5143785"/>
              <a:gd name="connsiteX10302" fmla="*/ 1775460 w 3114960"/>
              <a:gd name="connsiteY10302" fmla="*/ 824960 h 5143785"/>
              <a:gd name="connsiteX10303" fmla="*/ 1775460 w 3114960"/>
              <a:gd name="connsiteY10303" fmla="*/ 818579 h 5143785"/>
              <a:gd name="connsiteX10304" fmla="*/ 1796129 w 3114960"/>
              <a:gd name="connsiteY10304" fmla="*/ 818579 h 5143785"/>
              <a:gd name="connsiteX10305" fmla="*/ 1835372 w 3114960"/>
              <a:gd name="connsiteY10305" fmla="*/ 853535 h 5143785"/>
              <a:gd name="connsiteX10306" fmla="*/ 1835372 w 3114960"/>
              <a:gd name="connsiteY10306" fmla="*/ 861251 h 5143785"/>
              <a:gd name="connsiteX10307" fmla="*/ 1804607 w 3114960"/>
              <a:gd name="connsiteY10307" fmla="*/ 861251 h 5143785"/>
              <a:gd name="connsiteX10308" fmla="*/ 1798511 w 3114960"/>
              <a:gd name="connsiteY10308" fmla="*/ 853726 h 5143785"/>
              <a:gd name="connsiteX10309" fmla="*/ 1793843 w 3114960"/>
              <a:gd name="connsiteY10309" fmla="*/ 859441 h 5143785"/>
              <a:gd name="connsiteX10310" fmla="*/ 1789176 w 3114960"/>
              <a:gd name="connsiteY10310" fmla="*/ 853726 h 5143785"/>
              <a:gd name="connsiteX10311" fmla="*/ 1784509 w 3114960"/>
              <a:gd name="connsiteY10311" fmla="*/ 859441 h 5143785"/>
              <a:gd name="connsiteX10312" fmla="*/ 1779842 w 3114960"/>
              <a:gd name="connsiteY10312" fmla="*/ 853726 h 5143785"/>
              <a:gd name="connsiteX10313" fmla="*/ 1775174 w 3114960"/>
              <a:gd name="connsiteY10313" fmla="*/ 859441 h 5143785"/>
              <a:gd name="connsiteX10314" fmla="*/ 1770507 w 3114960"/>
              <a:gd name="connsiteY10314" fmla="*/ 853726 h 5143785"/>
              <a:gd name="connsiteX10315" fmla="*/ 1765935 w 3114960"/>
              <a:gd name="connsiteY10315" fmla="*/ 859441 h 5143785"/>
              <a:gd name="connsiteX10316" fmla="*/ 1761268 w 3114960"/>
              <a:gd name="connsiteY10316" fmla="*/ 853726 h 5143785"/>
              <a:gd name="connsiteX10317" fmla="*/ 1756601 w 3114960"/>
              <a:gd name="connsiteY10317" fmla="*/ 859441 h 5143785"/>
              <a:gd name="connsiteX10318" fmla="*/ 1751933 w 3114960"/>
              <a:gd name="connsiteY10318" fmla="*/ 853726 h 5143785"/>
              <a:gd name="connsiteX10319" fmla="*/ 1747266 w 3114960"/>
              <a:gd name="connsiteY10319" fmla="*/ 859441 h 5143785"/>
              <a:gd name="connsiteX10320" fmla="*/ 1742599 w 3114960"/>
              <a:gd name="connsiteY10320" fmla="*/ 853726 h 5143785"/>
              <a:gd name="connsiteX10321" fmla="*/ 1737932 w 3114960"/>
              <a:gd name="connsiteY10321" fmla="*/ 859441 h 5143785"/>
              <a:gd name="connsiteX10322" fmla="*/ 1733264 w 3114960"/>
              <a:gd name="connsiteY10322" fmla="*/ 853726 h 5143785"/>
              <a:gd name="connsiteX10323" fmla="*/ 1728597 w 3114960"/>
              <a:gd name="connsiteY10323" fmla="*/ 859441 h 5143785"/>
              <a:gd name="connsiteX10324" fmla="*/ 1724025 w 3114960"/>
              <a:gd name="connsiteY10324" fmla="*/ 853726 h 5143785"/>
              <a:gd name="connsiteX10325" fmla="*/ 1719453 w 3114960"/>
              <a:gd name="connsiteY10325" fmla="*/ 859441 h 5143785"/>
              <a:gd name="connsiteX10326" fmla="*/ 1714881 w 3114960"/>
              <a:gd name="connsiteY10326" fmla="*/ 853726 h 5143785"/>
              <a:gd name="connsiteX10327" fmla="*/ 1710309 w 3114960"/>
              <a:gd name="connsiteY10327" fmla="*/ 859441 h 5143785"/>
              <a:gd name="connsiteX10328" fmla="*/ 1705737 w 3114960"/>
              <a:gd name="connsiteY10328" fmla="*/ 853726 h 5143785"/>
              <a:gd name="connsiteX10329" fmla="*/ 1701070 w 3114960"/>
              <a:gd name="connsiteY10329" fmla="*/ 859441 h 5143785"/>
              <a:gd name="connsiteX10330" fmla="*/ 1696403 w 3114960"/>
              <a:gd name="connsiteY10330" fmla="*/ 853726 h 5143785"/>
              <a:gd name="connsiteX10331" fmla="*/ 1691831 w 3114960"/>
              <a:gd name="connsiteY10331" fmla="*/ 859441 h 5143785"/>
              <a:gd name="connsiteX10332" fmla="*/ 1687259 w 3114960"/>
              <a:gd name="connsiteY10332" fmla="*/ 853726 h 5143785"/>
              <a:gd name="connsiteX10333" fmla="*/ 1682687 w 3114960"/>
              <a:gd name="connsiteY10333" fmla="*/ 859441 h 5143785"/>
              <a:gd name="connsiteX10334" fmla="*/ 1678115 w 3114960"/>
              <a:gd name="connsiteY10334" fmla="*/ 853726 h 5143785"/>
              <a:gd name="connsiteX10335" fmla="*/ 1673543 w 3114960"/>
              <a:gd name="connsiteY10335" fmla="*/ 859441 h 5143785"/>
              <a:gd name="connsiteX10336" fmla="*/ 1668875 w 3114960"/>
              <a:gd name="connsiteY10336" fmla="*/ 853726 h 5143785"/>
              <a:gd name="connsiteX10337" fmla="*/ 1664208 w 3114960"/>
              <a:gd name="connsiteY10337" fmla="*/ 859441 h 5143785"/>
              <a:gd name="connsiteX10338" fmla="*/ 1661446 w 3114960"/>
              <a:gd name="connsiteY10338" fmla="*/ 856012 h 5143785"/>
              <a:gd name="connsiteX10339" fmla="*/ 1658874 w 3114960"/>
              <a:gd name="connsiteY10339" fmla="*/ 858107 h 5143785"/>
              <a:gd name="connsiteX10340" fmla="*/ 1629156 w 3114960"/>
              <a:gd name="connsiteY10340" fmla="*/ 858107 h 5143785"/>
              <a:gd name="connsiteX10341" fmla="*/ 1627346 w 3114960"/>
              <a:gd name="connsiteY10341" fmla="*/ 853345 h 5143785"/>
              <a:gd name="connsiteX10342" fmla="*/ 1666399 w 3114960"/>
              <a:gd name="connsiteY10342" fmla="*/ 818579 h 5143785"/>
              <a:gd name="connsiteX10343" fmla="*/ 1687259 w 3114960"/>
              <a:gd name="connsiteY10343" fmla="*/ 818579 h 5143785"/>
              <a:gd name="connsiteX10344" fmla="*/ 1687259 w 3114960"/>
              <a:gd name="connsiteY10344" fmla="*/ 824960 h 5143785"/>
              <a:gd name="connsiteX10345" fmla="*/ 1712024 w 3114960"/>
              <a:gd name="connsiteY10345" fmla="*/ 824960 h 5143785"/>
              <a:gd name="connsiteX10346" fmla="*/ 1712024 w 3114960"/>
              <a:gd name="connsiteY10346" fmla="*/ 800195 h 5143785"/>
              <a:gd name="connsiteX10347" fmla="*/ 1687259 w 3114960"/>
              <a:gd name="connsiteY10347" fmla="*/ 800195 h 5143785"/>
              <a:gd name="connsiteX10348" fmla="*/ 1687259 w 3114960"/>
              <a:gd name="connsiteY10348" fmla="*/ 805625 h 5143785"/>
              <a:gd name="connsiteX10349" fmla="*/ 1666399 w 3114960"/>
              <a:gd name="connsiteY10349" fmla="*/ 805625 h 5143785"/>
              <a:gd name="connsiteX10350" fmla="*/ 1627061 w 3114960"/>
              <a:gd name="connsiteY10350" fmla="*/ 770573 h 5143785"/>
              <a:gd name="connsiteX10351" fmla="*/ 1627537 w 3114960"/>
              <a:gd name="connsiteY10351" fmla="*/ 768382 h 5143785"/>
              <a:gd name="connsiteX10352" fmla="*/ 1627537 w 3114960"/>
              <a:gd name="connsiteY10352" fmla="*/ 753999 h 5143785"/>
              <a:gd name="connsiteX10353" fmla="*/ 1620679 w 3114960"/>
              <a:gd name="connsiteY10353" fmla="*/ 747141 h 5143785"/>
              <a:gd name="connsiteX10354" fmla="*/ 1615821 w 3114960"/>
              <a:gd name="connsiteY10354" fmla="*/ 747141 h 5143785"/>
              <a:gd name="connsiteX10355" fmla="*/ 1616107 w 3114960"/>
              <a:gd name="connsiteY10355" fmla="*/ 688658 h 5143785"/>
              <a:gd name="connsiteX10356" fmla="*/ 1635919 w 3114960"/>
              <a:gd name="connsiteY10356" fmla="*/ 667893 h 5143785"/>
              <a:gd name="connsiteX10357" fmla="*/ 1635633 w 3114960"/>
              <a:gd name="connsiteY10357" fmla="*/ 550069 h 5143785"/>
              <a:gd name="connsiteX10358" fmla="*/ 1630871 w 3114960"/>
              <a:gd name="connsiteY10358" fmla="*/ 550069 h 5143785"/>
              <a:gd name="connsiteX10359" fmla="*/ 1631156 w 3114960"/>
              <a:gd name="connsiteY10359" fmla="*/ 665988 h 5143785"/>
              <a:gd name="connsiteX10360" fmla="*/ 1611440 w 3114960"/>
              <a:gd name="connsiteY10360" fmla="*/ 686752 h 5143785"/>
              <a:gd name="connsiteX10361" fmla="*/ 1611154 w 3114960"/>
              <a:gd name="connsiteY10361" fmla="*/ 747141 h 5143785"/>
              <a:gd name="connsiteX10362" fmla="*/ 1615631 w 3114960"/>
              <a:gd name="connsiteY10362" fmla="*/ 869061 h 5143785"/>
              <a:gd name="connsiteX10363" fmla="*/ 1606963 w 3114960"/>
              <a:gd name="connsiteY10363" fmla="*/ 860393 h 5143785"/>
              <a:gd name="connsiteX10364" fmla="*/ 1615631 w 3114960"/>
              <a:gd name="connsiteY10364" fmla="*/ 851726 h 5143785"/>
              <a:gd name="connsiteX10365" fmla="*/ 1624298 w 3114960"/>
              <a:gd name="connsiteY10365" fmla="*/ 860393 h 5143785"/>
              <a:gd name="connsiteX10366" fmla="*/ 1615631 w 3114960"/>
              <a:gd name="connsiteY10366" fmla="*/ 869061 h 5143785"/>
              <a:gd name="connsiteX10367" fmla="*/ 1934242 w 3114960"/>
              <a:gd name="connsiteY10367" fmla="*/ 912304 h 5143785"/>
              <a:gd name="connsiteX10368" fmla="*/ 1936337 w 3114960"/>
              <a:gd name="connsiteY10368" fmla="*/ 914400 h 5143785"/>
              <a:gd name="connsiteX10369" fmla="*/ 1936337 w 3114960"/>
              <a:gd name="connsiteY10369" fmla="*/ 926306 h 5143785"/>
              <a:gd name="connsiteX10370" fmla="*/ 1934242 w 3114960"/>
              <a:gd name="connsiteY10370" fmla="*/ 928402 h 5143785"/>
              <a:gd name="connsiteX10371" fmla="*/ 1922336 w 3114960"/>
              <a:gd name="connsiteY10371" fmla="*/ 928402 h 5143785"/>
              <a:gd name="connsiteX10372" fmla="*/ 1920240 w 3114960"/>
              <a:gd name="connsiteY10372" fmla="*/ 926306 h 5143785"/>
              <a:gd name="connsiteX10373" fmla="*/ 1920240 w 3114960"/>
              <a:gd name="connsiteY10373" fmla="*/ 914400 h 5143785"/>
              <a:gd name="connsiteX10374" fmla="*/ 1922336 w 3114960"/>
              <a:gd name="connsiteY10374" fmla="*/ 912304 h 5143785"/>
              <a:gd name="connsiteX10375" fmla="*/ 1934242 w 3114960"/>
              <a:gd name="connsiteY10375" fmla="*/ 912304 h 5143785"/>
              <a:gd name="connsiteX10376" fmla="*/ 1846707 w 3114960"/>
              <a:gd name="connsiteY10376" fmla="*/ 756380 h 5143785"/>
              <a:gd name="connsiteX10377" fmla="*/ 1855375 w 3114960"/>
              <a:gd name="connsiteY10377" fmla="*/ 765048 h 5143785"/>
              <a:gd name="connsiteX10378" fmla="*/ 1846707 w 3114960"/>
              <a:gd name="connsiteY10378" fmla="*/ 773716 h 5143785"/>
              <a:gd name="connsiteX10379" fmla="*/ 1838039 w 3114960"/>
              <a:gd name="connsiteY10379" fmla="*/ 765048 h 5143785"/>
              <a:gd name="connsiteX10380" fmla="*/ 1846707 w 3114960"/>
              <a:gd name="connsiteY10380" fmla="*/ 756380 h 5143785"/>
              <a:gd name="connsiteX10381" fmla="*/ 1770412 w 3114960"/>
              <a:gd name="connsiteY10381" fmla="*/ 820198 h 5143785"/>
              <a:gd name="connsiteX10382" fmla="*/ 1755172 w 3114960"/>
              <a:gd name="connsiteY10382" fmla="*/ 820198 h 5143785"/>
              <a:gd name="connsiteX10383" fmla="*/ 1755172 w 3114960"/>
              <a:gd name="connsiteY10383" fmla="*/ 804958 h 5143785"/>
              <a:gd name="connsiteX10384" fmla="*/ 1770412 w 3114960"/>
              <a:gd name="connsiteY10384" fmla="*/ 804958 h 5143785"/>
              <a:gd name="connsiteX10385" fmla="*/ 1770412 w 3114960"/>
              <a:gd name="connsiteY10385" fmla="*/ 820198 h 5143785"/>
              <a:gd name="connsiteX10386" fmla="*/ 1691735 w 3114960"/>
              <a:gd name="connsiteY10386" fmla="*/ 804958 h 5143785"/>
              <a:gd name="connsiteX10387" fmla="*/ 1706975 w 3114960"/>
              <a:gd name="connsiteY10387" fmla="*/ 804958 h 5143785"/>
              <a:gd name="connsiteX10388" fmla="*/ 1706975 w 3114960"/>
              <a:gd name="connsiteY10388" fmla="*/ 820198 h 5143785"/>
              <a:gd name="connsiteX10389" fmla="*/ 1691735 w 3114960"/>
              <a:gd name="connsiteY10389" fmla="*/ 820198 h 5143785"/>
              <a:gd name="connsiteX10390" fmla="*/ 1691735 w 3114960"/>
              <a:gd name="connsiteY10390" fmla="*/ 804958 h 5143785"/>
              <a:gd name="connsiteX10391" fmla="*/ 1620393 w 3114960"/>
              <a:gd name="connsiteY10391" fmla="*/ 751904 h 5143785"/>
              <a:gd name="connsiteX10392" fmla="*/ 1622489 w 3114960"/>
              <a:gd name="connsiteY10392" fmla="*/ 753999 h 5143785"/>
              <a:gd name="connsiteX10393" fmla="*/ 1622489 w 3114960"/>
              <a:gd name="connsiteY10393" fmla="*/ 768382 h 5143785"/>
              <a:gd name="connsiteX10394" fmla="*/ 1620393 w 3114960"/>
              <a:gd name="connsiteY10394" fmla="*/ 770477 h 5143785"/>
              <a:gd name="connsiteX10395" fmla="*/ 1606010 w 3114960"/>
              <a:gd name="connsiteY10395" fmla="*/ 770477 h 5143785"/>
              <a:gd name="connsiteX10396" fmla="*/ 1603915 w 3114960"/>
              <a:gd name="connsiteY10396" fmla="*/ 768382 h 5143785"/>
              <a:gd name="connsiteX10397" fmla="*/ 1603915 w 3114960"/>
              <a:gd name="connsiteY10397" fmla="*/ 753999 h 5143785"/>
              <a:gd name="connsiteX10398" fmla="*/ 1606010 w 3114960"/>
              <a:gd name="connsiteY10398" fmla="*/ 751904 h 5143785"/>
              <a:gd name="connsiteX10399" fmla="*/ 1620393 w 3114960"/>
              <a:gd name="connsiteY10399" fmla="*/ 751904 h 5143785"/>
              <a:gd name="connsiteX10400" fmla="*/ 1843373 w 3114960"/>
              <a:gd name="connsiteY10400" fmla="*/ 4176713 h 5143785"/>
              <a:gd name="connsiteX10401" fmla="*/ 1824990 w 3114960"/>
              <a:gd name="connsiteY10401" fmla="*/ 4195096 h 5143785"/>
              <a:gd name="connsiteX10402" fmla="*/ 1843373 w 3114960"/>
              <a:gd name="connsiteY10402" fmla="*/ 4213479 h 5143785"/>
              <a:gd name="connsiteX10403" fmla="*/ 1861757 w 3114960"/>
              <a:gd name="connsiteY10403" fmla="*/ 4195096 h 5143785"/>
              <a:gd name="connsiteX10404" fmla="*/ 1843373 w 3114960"/>
              <a:gd name="connsiteY10404" fmla="*/ 4176713 h 5143785"/>
              <a:gd name="connsiteX10405" fmla="*/ 1843373 w 3114960"/>
              <a:gd name="connsiteY10405" fmla="*/ 4208812 h 5143785"/>
              <a:gd name="connsiteX10406" fmla="*/ 1829753 w 3114960"/>
              <a:gd name="connsiteY10406" fmla="*/ 4195191 h 5143785"/>
              <a:gd name="connsiteX10407" fmla="*/ 1843373 w 3114960"/>
              <a:gd name="connsiteY10407" fmla="*/ 4181570 h 5143785"/>
              <a:gd name="connsiteX10408" fmla="*/ 1856994 w 3114960"/>
              <a:gd name="connsiteY10408" fmla="*/ 4195191 h 5143785"/>
              <a:gd name="connsiteX10409" fmla="*/ 1843373 w 3114960"/>
              <a:gd name="connsiteY10409" fmla="*/ 4208812 h 5143785"/>
              <a:gd name="connsiteX10410" fmla="*/ 1804988 w 3114960"/>
              <a:gd name="connsiteY10410" fmla="*/ 4446365 h 5143785"/>
              <a:gd name="connsiteX10411" fmla="*/ 1794510 w 3114960"/>
              <a:gd name="connsiteY10411" fmla="*/ 4456843 h 5143785"/>
              <a:gd name="connsiteX10412" fmla="*/ 1784032 w 3114960"/>
              <a:gd name="connsiteY10412" fmla="*/ 4446365 h 5143785"/>
              <a:gd name="connsiteX10413" fmla="*/ 1794510 w 3114960"/>
              <a:gd name="connsiteY10413" fmla="*/ 4435888 h 5143785"/>
              <a:gd name="connsiteX10414" fmla="*/ 1804988 w 3114960"/>
              <a:gd name="connsiteY10414" fmla="*/ 4446365 h 5143785"/>
              <a:gd name="connsiteX10415" fmla="*/ 1841182 w 3114960"/>
              <a:gd name="connsiteY10415" fmla="*/ 4149757 h 5143785"/>
              <a:gd name="connsiteX10416" fmla="*/ 1854518 w 3114960"/>
              <a:gd name="connsiteY10416" fmla="*/ 4136422 h 5143785"/>
              <a:gd name="connsiteX10417" fmla="*/ 1841182 w 3114960"/>
              <a:gd name="connsiteY10417" fmla="*/ 4123087 h 5143785"/>
              <a:gd name="connsiteX10418" fmla="*/ 1827848 w 3114960"/>
              <a:gd name="connsiteY10418" fmla="*/ 4136422 h 5143785"/>
              <a:gd name="connsiteX10419" fmla="*/ 1841182 w 3114960"/>
              <a:gd name="connsiteY10419" fmla="*/ 4149757 h 5143785"/>
              <a:gd name="connsiteX10420" fmla="*/ 1841182 w 3114960"/>
              <a:gd name="connsiteY10420" fmla="*/ 4127849 h 5143785"/>
              <a:gd name="connsiteX10421" fmla="*/ 1849660 w 3114960"/>
              <a:gd name="connsiteY10421" fmla="*/ 4136327 h 5143785"/>
              <a:gd name="connsiteX10422" fmla="*/ 1841182 w 3114960"/>
              <a:gd name="connsiteY10422" fmla="*/ 4144804 h 5143785"/>
              <a:gd name="connsiteX10423" fmla="*/ 1832705 w 3114960"/>
              <a:gd name="connsiteY10423" fmla="*/ 4136327 h 5143785"/>
              <a:gd name="connsiteX10424" fmla="*/ 1841182 w 3114960"/>
              <a:gd name="connsiteY10424" fmla="*/ 4127849 h 5143785"/>
              <a:gd name="connsiteX10425" fmla="*/ 1870329 w 3114960"/>
              <a:gd name="connsiteY10425" fmla="*/ 4075176 h 5143785"/>
              <a:gd name="connsiteX10426" fmla="*/ 1783366 w 3114960"/>
              <a:gd name="connsiteY10426" fmla="*/ 4075176 h 5143785"/>
              <a:gd name="connsiteX10427" fmla="*/ 1682972 w 3114960"/>
              <a:gd name="connsiteY10427" fmla="*/ 4197287 h 5143785"/>
              <a:gd name="connsiteX10428" fmla="*/ 1682972 w 3114960"/>
              <a:gd name="connsiteY10428" fmla="*/ 4237006 h 5143785"/>
              <a:gd name="connsiteX10429" fmla="*/ 1678781 w 3114960"/>
              <a:gd name="connsiteY10429" fmla="*/ 4237006 h 5143785"/>
              <a:gd name="connsiteX10430" fmla="*/ 1676400 w 3114960"/>
              <a:gd name="connsiteY10430" fmla="*/ 4239387 h 5143785"/>
              <a:gd name="connsiteX10431" fmla="*/ 1676400 w 3114960"/>
              <a:gd name="connsiteY10431" fmla="*/ 4257389 h 5143785"/>
              <a:gd name="connsiteX10432" fmla="*/ 1678781 w 3114960"/>
              <a:gd name="connsiteY10432" fmla="*/ 4259771 h 5143785"/>
              <a:gd name="connsiteX10433" fmla="*/ 1684211 w 3114960"/>
              <a:gd name="connsiteY10433" fmla="*/ 4259771 h 5143785"/>
              <a:gd name="connsiteX10434" fmla="*/ 1684211 w 3114960"/>
              <a:gd name="connsiteY10434" fmla="*/ 4340638 h 5143785"/>
              <a:gd name="connsiteX10435" fmla="*/ 1680782 w 3114960"/>
              <a:gd name="connsiteY10435" fmla="*/ 4340638 h 5143785"/>
              <a:gd name="connsiteX10436" fmla="*/ 1669256 w 3114960"/>
              <a:gd name="connsiteY10436" fmla="*/ 4352163 h 5143785"/>
              <a:gd name="connsiteX10437" fmla="*/ 1669256 w 3114960"/>
              <a:gd name="connsiteY10437" fmla="*/ 4403503 h 5143785"/>
              <a:gd name="connsiteX10438" fmla="*/ 1680782 w 3114960"/>
              <a:gd name="connsiteY10438" fmla="*/ 4415028 h 5143785"/>
              <a:gd name="connsiteX10439" fmla="*/ 1694783 w 3114960"/>
              <a:gd name="connsiteY10439" fmla="*/ 4415028 h 5143785"/>
              <a:gd name="connsiteX10440" fmla="*/ 1706309 w 3114960"/>
              <a:gd name="connsiteY10440" fmla="*/ 4403503 h 5143785"/>
              <a:gd name="connsiteX10441" fmla="*/ 1706309 w 3114960"/>
              <a:gd name="connsiteY10441" fmla="*/ 4352163 h 5143785"/>
              <a:gd name="connsiteX10442" fmla="*/ 1694783 w 3114960"/>
              <a:gd name="connsiteY10442" fmla="*/ 4340638 h 5143785"/>
              <a:gd name="connsiteX10443" fmla="*/ 1691354 w 3114960"/>
              <a:gd name="connsiteY10443" fmla="*/ 4340638 h 5143785"/>
              <a:gd name="connsiteX10444" fmla="*/ 1691354 w 3114960"/>
              <a:gd name="connsiteY10444" fmla="*/ 4259771 h 5143785"/>
              <a:gd name="connsiteX10445" fmla="*/ 1696784 w 3114960"/>
              <a:gd name="connsiteY10445" fmla="*/ 4259771 h 5143785"/>
              <a:gd name="connsiteX10446" fmla="*/ 1699165 w 3114960"/>
              <a:gd name="connsiteY10446" fmla="*/ 4257389 h 5143785"/>
              <a:gd name="connsiteX10447" fmla="*/ 1699165 w 3114960"/>
              <a:gd name="connsiteY10447" fmla="*/ 4239387 h 5143785"/>
              <a:gd name="connsiteX10448" fmla="*/ 1696784 w 3114960"/>
              <a:gd name="connsiteY10448" fmla="*/ 4237006 h 5143785"/>
              <a:gd name="connsiteX10449" fmla="*/ 1692593 w 3114960"/>
              <a:gd name="connsiteY10449" fmla="*/ 4237006 h 5143785"/>
              <a:gd name="connsiteX10450" fmla="*/ 1692593 w 3114960"/>
              <a:gd name="connsiteY10450" fmla="*/ 4200620 h 5143785"/>
              <a:gd name="connsiteX10451" fmla="*/ 1787938 w 3114960"/>
              <a:gd name="connsiteY10451" fmla="*/ 4084606 h 5143785"/>
              <a:gd name="connsiteX10452" fmla="*/ 1870424 w 3114960"/>
              <a:gd name="connsiteY10452" fmla="*/ 4084606 h 5143785"/>
              <a:gd name="connsiteX10453" fmla="*/ 1870424 w 3114960"/>
              <a:gd name="connsiteY10453" fmla="*/ 4075081 h 5143785"/>
              <a:gd name="connsiteX10454" fmla="*/ 1699070 w 3114960"/>
              <a:gd name="connsiteY10454" fmla="*/ 4403503 h 5143785"/>
              <a:gd name="connsiteX10455" fmla="*/ 1694688 w 3114960"/>
              <a:gd name="connsiteY10455" fmla="*/ 4407885 h 5143785"/>
              <a:gd name="connsiteX10456" fmla="*/ 1680686 w 3114960"/>
              <a:gd name="connsiteY10456" fmla="*/ 4407885 h 5143785"/>
              <a:gd name="connsiteX10457" fmla="*/ 1676305 w 3114960"/>
              <a:gd name="connsiteY10457" fmla="*/ 4403503 h 5143785"/>
              <a:gd name="connsiteX10458" fmla="*/ 1676305 w 3114960"/>
              <a:gd name="connsiteY10458" fmla="*/ 4391787 h 5143785"/>
              <a:gd name="connsiteX10459" fmla="*/ 1698974 w 3114960"/>
              <a:gd name="connsiteY10459" fmla="*/ 4391787 h 5143785"/>
              <a:gd name="connsiteX10460" fmla="*/ 1698974 w 3114960"/>
              <a:gd name="connsiteY10460" fmla="*/ 4403503 h 5143785"/>
              <a:gd name="connsiteX10461" fmla="*/ 1694688 w 3114960"/>
              <a:gd name="connsiteY10461" fmla="*/ 4347877 h 5143785"/>
              <a:gd name="connsiteX10462" fmla="*/ 1699070 w 3114960"/>
              <a:gd name="connsiteY10462" fmla="*/ 4352259 h 5143785"/>
              <a:gd name="connsiteX10463" fmla="*/ 1699070 w 3114960"/>
              <a:gd name="connsiteY10463" fmla="*/ 4361212 h 5143785"/>
              <a:gd name="connsiteX10464" fmla="*/ 1676400 w 3114960"/>
              <a:gd name="connsiteY10464" fmla="*/ 4361212 h 5143785"/>
              <a:gd name="connsiteX10465" fmla="*/ 1676400 w 3114960"/>
              <a:gd name="connsiteY10465" fmla="*/ 4352259 h 5143785"/>
              <a:gd name="connsiteX10466" fmla="*/ 1680782 w 3114960"/>
              <a:gd name="connsiteY10466" fmla="*/ 4347877 h 5143785"/>
              <a:gd name="connsiteX10467" fmla="*/ 1694783 w 3114960"/>
              <a:gd name="connsiteY10467" fmla="*/ 4347877 h 5143785"/>
              <a:gd name="connsiteX10468" fmla="*/ 1694402 w 3114960"/>
              <a:gd name="connsiteY10468" fmla="*/ 4241864 h 5143785"/>
              <a:gd name="connsiteX10469" fmla="*/ 1694402 w 3114960"/>
              <a:gd name="connsiteY10469" fmla="*/ 4255104 h 5143785"/>
              <a:gd name="connsiteX10470" fmla="*/ 1681163 w 3114960"/>
              <a:gd name="connsiteY10470" fmla="*/ 4255104 h 5143785"/>
              <a:gd name="connsiteX10471" fmla="*/ 1681163 w 3114960"/>
              <a:gd name="connsiteY10471" fmla="*/ 4241864 h 5143785"/>
              <a:gd name="connsiteX10472" fmla="*/ 1694402 w 3114960"/>
              <a:gd name="connsiteY10472" fmla="*/ 4241864 h 5143785"/>
              <a:gd name="connsiteX10473" fmla="*/ 1843373 w 3114960"/>
              <a:gd name="connsiteY10473" fmla="*/ 4230243 h 5143785"/>
              <a:gd name="connsiteX10474" fmla="*/ 1827848 w 3114960"/>
              <a:gd name="connsiteY10474" fmla="*/ 4245769 h 5143785"/>
              <a:gd name="connsiteX10475" fmla="*/ 1843373 w 3114960"/>
              <a:gd name="connsiteY10475" fmla="*/ 4261295 h 5143785"/>
              <a:gd name="connsiteX10476" fmla="*/ 1858899 w 3114960"/>
              <a:gd name="connsiteY10476" fmla="*/ 4245769 h 5143785"/>
              <a:gd name="connsiteX10477" fmla="*/ 1843373 w 3114960"/>
              <a:gd name="connsiteY10477" fmla="*/ 4230243 h 5143785"/>
              <a:gd name="connsiteX10478" fmla="*/ 1843373 w 3114960"/>
              <a:gd name="connsiteY10478" fmla="*/ 4256532 h 5143785"/>
              <a:gd name="connsiteX10479" fmla="*/ 1832610 w 3114960"/>
              <a:gd name="connsiteY10479" fmla="*/ 4245769 h 5143785"/>
              <a:gd name="connsiteX10480" fmla="*/ 1843373 w 3114960"/>
              <a:gd name="connsiteY10480" fmla="*/ 4235006 h 5143785"/>
              <a:gd name="connsiteX10481" fmla="*/ 1854137 w 3114960"/>
              <a:gd name="connsiteY10481" fmla="*/ 4245769 h 5143785"/>
              <a:gd name="connsiteX10482" fmla="*/ 1843373 w 3114960"/>
              <a:gd name="connsiteY10482" fmla="*/ 4256532 h 5143785"/>
              <a:gd name="connsiteX10483" fmla="*/ 699516 w 3114960"/>
              <a:gd name="connsiteY10483" fmla="*/ 2672429 h 5143785"/>
              <a:gd name="connsiteX10484" fmla="*/ 701707 w 3114960"/>
              <a:gd name="connsiteY10484" fmla="*/ 2673858 h 5143785"/>
              <a:gd name="connsiteX10485" fmla="*/ 863537 w 3114960"/>
              <a:gd name="connsiteY10485" fmla="*/ 2674334 h 5143785"/>
              <a:gd name="connsiteX10486" fmla="*/ 870204 w 3114960"/>
              <a:gd name="connsiteY10486" fmla="*/ 2681288 h 5143785"/>
              <a:gd name="connsiteX10487" fmla="*/ 876967 w 3114960"/>
              <a:gd name="connsiteY10487" fmla="*/ 2684240 h 5143785"/>
              <a:gd name="connsiteX10488" fmla="*/ 877157 w 3114960"/>
              <a:gd name="connsiteY10488" fmla="*/ 2684240 h 5143785"/>
              <a:gd name="connsiteX10489" fmla="*/ 883825 w 3114960"/>
              <a:gd name="connsiteY10489" fmla="*/ 2681573 h 5143785"/>
              <a:gd name="connsiteX10490" fmla="*/ 886206 w 3114960"/>
              <a:gd name="connsiteY10490" fmla="*/ 2679287 h 5143785"/>
              <a:gd name="connsiteX10491" fmla="*/ 889159 w 3114960"/>
              <a:gd name="connsiteY10491" fmla="*/ 2672525 h 5143785"/>
              <a:gd name="connsiteX10492" fmla="*/ 886492 w 3114960"/>
              <a:gd name="connsiteY10492" fmla="*/ 2665667 h 5143785"/>
              <a:gd name="connsiteX10493" fmla="*/ 871157 w 3114960"/>
              <a:gd name="connsiteY10493" fmla="*/ 2649665 h 5143785"/>
              <a:gd name="connsiteX10494" fmla="*/ 857536 w 3114960"/>
              <a:gd name="connsiteY10494" fmla="*/ 2649379 h 5143785"/>
              <a:gd name="connsiteX10495" fmla="*/ 855154 w 3114960"/>
              <a:gd name="connsiteY10495" fmla="*/ 2651665 h 5143785"/>
              <a:gd name="connsiteX10496" fmla="*/ 852202 w 3114960"/>
              <a:gd name="connsiteY10496" fmla="*/ 2658428 h 5143785"/>
              <a:gd name="connsiteX10497" fmla="*/ 854869 w 3114960"/>
              <a:gd name="connsiteY10497" fmla="*/ 2665286 h 5143785"/>
              <a:gd name="connsiteX10498" fmla="*/ 858965 w 3114960"/>
              <a:gd name="connsiteY10498" fmla="*/ 2669572 h 5143785"/>
              <a:gd name="connsiteX10499" fmla="*/ 707041 w 3114960"/>
              <a:gd name="connsiteY10499" fmla="*/ 2669096 h 5143785"/>
              <a:gd name="connsiteX10500" fmla="*/ 751142 w 3114960"/>
              <a:gd name="connsiteY10500" fmla="*/ 2619851 h 5143785"/>
              <a:gd name="connsiteX10501" fmla="*/ 753904 w 3114960"/>
              <a:gd name="connsiteY10501" fmla="*/ 2621471 h 5143785"/>
              <a:gd name="connsiteX10502" fmla="*/ 758666 w 3114960"/>
              <a:gd name="connsiteY10502" fmla="*/ 2622423 h 5143785"/>
              <a:gd name="connsiteX10503" fmla="*/ 770477 w 3114960"/>
              <a:gd name="connsiteY10503" fmla="*/ 2614517 h 5143785"/>
              <a:gd name="connsiteX10504" fmla="*/ 763524 w 3114960"/>
              <a:gd name="connsiteY10504" fmla="*/ 2597944 h 5143785"/>
              <a:gd name="connsiteX10505" fmla="*/ 746951 w 3114960"/>
              <a:gd name="connsiteY10505" fmla="*/ 2604897 h 5143785"/>
              <a:gd name="connsiteX10506" fmla="*/ 747903 w 3114960"/>
              <a:gd name="connsiteY10506" fmla="*/ 2616422 h 5143785"/>
              <a:gd name="connsiteX10507" fmla="*/ 699897 w 3114960"/>
              <a:gd name="connsiteY10507" fmla="*/ 2669953 h 5143785"/>
              <a:gd name="connsiteX10508" fmla="*/ 699516 w 3114960"/>
              <a:gd name="connsiteY10508" fmla="*/ 2672525 h 5143785"/>
              <a:gd name="connsiteX10509" fmla="*/ 882968 w 3114960"/>
              <a:gd name="connsiteY10509" fmla="*/ 2669096 h 5143785"/>
              <a:gd name="connsiteX10510" fmla="*/ 884301 w 3114960"/>
              <a:gd name="connsiteY10510" fmla="*/ 2672525 h 5143785"/>
              <a:gd name="connsiteX10511" fmla="*/ 882777 w 3114960"/>
              <a:gd name="connsiteY10511" fmla="*/ 2675954 h 5143785"/>
              <a:gd name="connsiteX10512" fmla="*/ 880396 w 3114960"/>
              <a:gd name="connsiteY10512" fmla="*/ 2678240 h 5143785"/>
              <a:gd name="connsiteX10513" fmla="*/ 876967 w 3114960"/>
              <a:gd name="connsiteY10513" fmla="*/ 2679573 h 5143785"/>
              <a:gd name="connsiteX10514" fmla="*/ 873538 w 3114960"/>
              <a:gd name="connsiteY10514" fmla="*/ 2678049 h 5143785"/>
              <a:gd name="connsiteX10515" fmla="*/ 873062 w 3114960"/>
              <a:gd name="connsiteY10515" fmla="*/ 2677573 h 5143785"/>
              <a:gd name="connsiteX10516" fmla="*/ 882491 w 3114960"/>
              <a:gd name="connsiteY10516" fmla="*/ 2668619 h 5143785"/>
              <a:gd name="connsiteX10517" fmla="*/ 882968 w 3114960"/>
              <a:gd name="connsiteY10517" fmla="*/ 2669096 h 5143785"/>
              <a:gd name="connsiteX10518" fmla="*/ 879062 w 3114960"/>
              <a:gd name="connsiteY10518" fmla="*/ 2665000 h 5143785"/>
              <a:gd name="connsiteX10519" fmla="*/ 869633 w 3114960"/>
              <a:gd name="connsiteY10519" fmla="*/ 2673953 h 5143785"/>
              <a:gd name="connsiteX10520" fmla="*/ 861346 w 3114960"/>
              <a:gd name="connsiteY10520" fmla="*/ 2665286 h 5143785"/>
              <a:gd name="connsiteX10521" fmla="*/ 870776 w 3114960"/>
              <a:gd name="connsiteY10521" fmla="*/ 2656332 h 5143785"/>
              <a:gd name="connsiteX10522" fmla="*/ 879062 w 3114960"/>
              <a:gd name="connsiteY10522" fmla="*/ 2665000 h 5143785"/>
              <a:gd name="connsiteX10523" fmla="*/ 857726 w 3114960"/>
              <a:gd name="connsiteY10523" fmla="*/ 2661190 h 5143785"/>
              <a:gd name="connsiteX10524" fmla="*/ 856964 w 3114960"/>
              <a:gd name="connsiteY10524" fmla="*/ 2658618 h 5143785"/>
              <a:gd name="connsiteX10525" fmla="*/ 858488 w 3114960"/>
              <a:gd name="connsiteY10525" fmla="*/ 2655189 h 5143785"/>
              <a:gd name="connsiteX10526" fmla="*/ 860870 w 3114960"/>
              <a:gd name="connsiteY10526" fmla="*/ 2652903 h 5143785"/>
              <a:gd name="connsiteX10527" fmla="*/ 864203 w 3114960"/>
              <a:gd name="connsiteY10527" fmla="*/ 2651570 h 5143785"/>
              <a:gd name="connsiteX10528" fmla="*/ 866870 w 3114960"/>
              <a:gd name="connsiteY10528" fmla="*/ 2652522 h 5143785"/>
              <a:gd name="connsiteX10529" fmla="*/ 857822 w 3114960"/>
              <a:gd name="connsiteY10529" fmla="*/ 2661190 h 5143785"/>
              <a:gd name="connsiteX10530" fmla="*/ 751332 w 3114960"/>
              <a:gd name="connsiteY10530" fmla="*/ 2606612 h 5143785"/>
              <a:gd name="connsiteX10531" fmla="*/ 761714 w 3114960"/>
              <a:gd name="connsiteY10531" fmla="*/ 2602230 h 5143785"/>
              <a:gd name="connsiteX10532" fmla="*/ 766096 w 3114960"/>
              <a:gd name="connsiteY10532" fmla="*/ 2612612 h 5143785"/>
              <a:gd name="connsiteX10533" fmla="*/ 755714 w 3114960"/>
              <a:gd name="connsiteY10533" fmla="*/ 2616994 h 5143785"/>
              <a:gd name="connsiteX10534" fmla="*/ 751332 w 3114960"/>
              <a:gd name="connsiteY10534" fmla="*/ 2606612 h 5143785"/>
              <a:gd name="connsiteX10535" fmla="*/ 1280922 w 3114960"/>
              <a:gd name="connsiteY10535" fmla="*/ 334423 h 5143785"/>
              <a:gd name="connsiteX10536" fmla="*/ 1280922 w 3114960"/>
              <a:gd name="connsiteY10536" fmla="*/ 337566 h 5143785"/>
              <a:gd name="connsiteX10537" fmla="*/ 1288066 w 3114960"/>
              <a:gd name="connsiteY10537" fmla="*/ 337566 h 5143785"/>
              <a:gd name="connsiteX10538" fmla="*/ 1288066 w 3114960"/>
              <a:gd name="connsiteY10538" fmla="*/ 334423 h 5143785"/>
              <a:gd name="connsiteX10539" fmla="*/ 1296257 w 3114960"/>
              <a:gd name="connsiteY10539" fmla="*/ 323374 h 5143785"/>
              <a:gd name="connsiteX10540" fmla="*/ 1284542 w 3114960"/>
              <a:gd name="connsiteY10540" fmla="*/ 311658 h 5143785"/>
              <a:gd name="connsiteX10541" fmla="*/ 1272826 w 3114960"/>
              <a:gd name="connsiteY10541" fmla="*/ 323374 h 5143785"/>
              <a:gd name="connsiteX10542" fmla="*/ 1281017 w 3114960"/>
              <a:gd name="connsiteY10542" fmla="*/ 334423 h 5143785"/>
              <a:gd name="connsiteX10543" fmla="*/ 1284446 w 3114960"/>
              <a:gd name="connsiteY10543" fmla="*/ 316421 h 5143785"/>
              <a:gd name="connsiteX10544" fmla="*/ 1291400 w 3114960"/>
              <a:gd name="connsiteY10544" fmla="*/ 323374 h 5143785"/>
              <a:gd name="connsiteX10545" fmla="*/ 1284446 w 3114960"/>
              <a:gd name="connsiteY10545" fmla="*/ 330327 h 5143785"/>
              <a:gd name="connsiteX10546" fmla="*/ 1277493 w 3114960"/>
              <a:gd name="connsiteY10546" fmla="*/ 323374 h 5143785"/>
              <a:gd name="connsiteX10547" fmla="*/ 1284446 w 3114960"/>
              <a:gd name="connsiteY10547" fmla="*/ 316421 h 5143785"/>
              <a:gd name="connsiteX10548" fmla="*/ 1843373 w 3114960"/>
              <a:gd name="connsiteY10548" fmla="*/ 4382834 h 5143785"/>
              <a:gd name="connsiteX10549" fmla="*/ 1829848 w 3114960"/>
              <a:gd name="connsiteY10549" fmla="*/ 4396359 h 5143785"/>
              <a:gd name="connsiteX10550" fmla="*/ 1843373 w 3114960"/>
              <a:gd name="connsiteY10550" fmla="*/ 4409885 h 5143785"/>
              <a:gd name="connsiteX10551" fmla="*/ 1856899 w 3114960"/>
              <a:gd name="connsiteY10551" fmla="*/ 4396359 h 5143785"/>
              <a:gd name="connsiteX10552" fmla="*/ 1843373 w 3114960"/>
              <a:gd name="connsiteY10552" fmla="*/ 4382834 h 5143785"/>
              <a:gd name="connsiteX10553" fmla="*/ 1843373 w 3114960"/>
              <a:gd name="connsiteY10553" fmla="*/ 4405122 h 5143785"/>
              <a:gd name="connsiteX10554" fmla="*/ 1834610 w 3114960"/>
              <a:gd name="connsiteY10554" fmla="*/ 4396359 h 5143785"/>
              <a:gd name="connsiteX10555" fmla="*/ 1843373 w 3114960"/>
              <a:gd name="connsiteY10555" fmla="*/ 4387596 h 5143785"/>
              <a:gd name="connsiteX10556" fmla="*/ 1852136 w 3114960"/>
              <a:gd name="connsiteY10556" fmla="*/ 4396359 h 5143785"/>
              <a:gd name="connsiteX10557" fmla="*/ 1843373 w 3114960"/>
              <a:gd name="connsiteY10557" fmla="*/ 4405122 h 5143785"/>
              <a:gd name="connsiteX10558" fmla="*/ 1477899 w 3114960"/>
              <a:gd name="connsiteY10558" fmla="*/ 739616 h 5143785"/>
              <a:gd name="connsiteX10559" fmla="*/ 1442657 w 3114960"/>
              <a:gd name="connsiteY10559" fmla="*/ 769906 h 5143785"/>
              <a:gd name="connsiteX10560" fmla="*/ 1442657 w 3114960"/>
              <a:gd name="connsiteY10560" fmla="*/ 769906 h 5143785"/>
              <a:gd name="connsiteX10561" fmla="*/ 1429703 w 3114960"/>
              <a:gd name="connsiteY10561" fmla="*/ 769906 h 5143785"/>
              <a:gd name="connsiteX10562" fmla="*/ 1427036 w 3114960"/>
              <a:gd name="connsiteY10562" fmla="*/ 772573 h 5143785"/>
              <a:gd name="connsiteX10563" fmla="*/ 1427036 w 3114960"/>
              <a:gd name="connsiteY10563" fmla="*/ 785527 h 5143785"/>
              <a:gd name="connsiteX10564" fmla="*/ 1429703 w 3114960"/>
              <a:gd name="connsiteY10564" fmla="*/ 788194 h 5143785"/>
              <a:gd name="connsiteX10565" fmla="*/ 1442657 w 3114960"/>
              <a:gd name="connsiteY10565" fmla="*/ 788194 h 5143785"/>
              <a:gd name="connsiteX10566" fmla="*/ 1445324 w 3114960"/>
              <a:gd name="connsiteY10566" fmla="*/ 785527 h 5143785"/>
              <a:gd name="connsiteX10567" fmla="*/ 1445324 w 3114960"/>
              <a:gd name="connsiteY10567" fmla="*/ 773906 h 5143785"/>
              <a:gd name="connsiteX10568" fmla="*/ 1482662 w 3114960"/>
              <a:gd name="connsiteY10568" fmla="*/ 741807 h 5143785"/>
              <a:gd name="connsiteX10569" fmla="*/ 1482662 w 3114960"/>
              <a:gd name="connsiteY10569" fmla="*/ 647510 h 5143785"/>
              <a:gd name="connsiteX10570" fmla="*/ 1502188 w 3114960"/>
              <a:gd name="connsiteY10570" fmla="*/ 633603 h 5143785"/>
              <a:gd name="connsiteX10571" fmla="*/ 1509808 w 3114960"/>
              <a:gd name="connsiteY10571" fmla="*/ 636746 h 5143785"/>
              <a:gd name="connsiteX10572" fmla="*/ 1520762 w 3114960"/>
              <a:gd name="connsiteY10572" fmla="*/ 625793 h 5143785"/>
              <a:gd name="connsiteX10573" fmla="*/ 1509808 w 3114960"/>
              <a:gd name="connsiteY10573" fmla="*/ 614839 h 5143785"/>
              <a:gd name="connsiteX10574" fmla="*/ 1498854 w 3114960"/>
              <a:gd name="connsiteY10574" fmla="*/ 625793 h 5143785"/>
              <a:gd name="connsiteX10575" fmla="*/ 1499616 w 3114960"/>
              <a:gd name="connsiteY10575" fmla="*/ 629602 h 5143785"/>
              <a:gd name="connsiteX10576" fmla="*/ 1477899 w 3114960"/>
              <a:gd name="connsiteY10576" fmla="*/ 645033 h 5143785"/>
              <a:gd name="connsiteX10577" fmla="*/ 1477899 w 3114960"/>
              <a:gd name="connsiteY10577" fmla="*/ 739521 h 5143785"/>
              <a:gd name="connsiteX10578" fmla="*/ 1509808 w 3114960"/>
              <a:gd name="connsiteY10578" fmla="*/ 619601 h 5143785"/>
              <a:gd name="connsiteX10579" fmla="*/ 1515999 w 3114960"/>
              <a:gd name="connsiteY10579" fmla="*/ 625793 h 5143785"/>
              <a:gd name="connsiteX10580" fmla="*/ 1509808 w 3114960"/>
              <a:gd name="connsiteY10580" fmla="*/ 631984 h 5143785"/>
              <a:gd name="connsiteX10581" fmla="*/ 1503617 w 3114960"/>
              <a:gd name="connsiteY10581" fmla="*/ 625793 h 5143785"/>
              <a:gd name="connsiteX10582" fmla="*/ 1509808 w 3114960"/>
              <a:gd name="connsiteY10582" fmla="*/ 619601 h 5143785"/>
              <a:gd name="connsiteX10583" fmla="*/ 1843373 w 3114960"/>
              <a:gd name="connsiteY10583" fmla="*/ 4331970 h 5143785"/>
              <a:gd name="connsiteX10584" fmla="*/ 1829181 w 3114960"/>
              <a:gd name="connsiteY10584" fmla="*/ 4346162 h 5143785"/>
              <a:gd name="connsiteX10585" fmla="*/ 1843373 w 3114960"/>
              <a:gd name="connsiteY10585" fmla="*/ 4360355 h 5143785"/>
              <a:gd name="connsiteX10586" fmla="*/ 1857566 w 3114960"/>
              <a:gd name="connsiteY10586" fmla="*/ 4346162 h 5143785"/>
              <a:gd name="connsiteX10587" fmla="*/ 1843373 w 3114960"/>
              <a:gd name="connsiteY10587" fmla="*/ 4331970 h 5143785"/>
              <a:gd name="connsiteX10588" fmla="*/ 1843373 w 3114960"/>
              <a:gd name="connsiteY10588" fmla="*/ 4355592 h 5143785"/>
              <a:gd name="connsiteX10589" fmla="*/ 1833944 w 3114960"/>
              <a:gd name="connsiteY10589" fmla="*/ 4346162 h 5143785"/>
              <a:gd name="connsiteX10590" fmla="*/ 1843373 w 3114960"/>
              <a:gd name="connsiteY10590" fmla="*/ 4336733 h 5143785"/>
              <a:gd name="connsiteX10591" fmla="*/ 1852803 w 3114960"/>
              <a:gd name="connsiteY10591" fmla="*/ 4346162 h 5143785"/>
              <a:gd name="connsiteX10592" fmla="*/ 1843373 w 3114960"/>
              <a:gd name="connsiteY10592" fmla="*/ 4355592 h 5143785"/>
              <a:gd name="connsiteX10593" fmla="*/ 1280922 w 3114960"/>
              <a:gd name="connsiteY10593" fmla="*/ 365951 h 5143785"/>
              <a:gd name="connsiteX10594" fmla="*/ 1288066 w 3114960"/>
              <a:gd name="connsiteY10594" fmla="*/ 365951 h 5143785"/>
              <a:gd name="connsiteX10595" fmla="*/ 1288066 w 3114960"/>
              <a:gd name="connsiteY10595" fmla="*/ 367760 h 5143785"/>
              <a:gd name="connsiteX10596" fmla="*/ 1291304 w 3114960"/>
              <a:gd name="connsiteY10596" fmla="*/ 371285 h 5143785"/>
              <a:gd name="connsiteX10597" fmla="*/ 1286066 w 3114960"/>
              <a:gd name="connsiteY10597" fmla="*/ 376142 h 5143785"/>
              <a:gd name="connsiteX10598" fmla="*/ 1280922 w 3114960"/>
              <a:gd name="connsiteY10598" fmla="*/ 370523 h 5143785"/>
              <a:gd name="connsiteX10599" fmla="*/ 1280922 w 3114960"/>
              <a:gd name="connsiteY10599" fmla="*/ 365855 h 5143785"/>
              <a:gd name="connsiteX10600" fmla="*/ 1843373 w 3114960"/>
              <a:gd name="connsiteY10600" fmla="*/ 4281107 h 5143785"/>
              <a:gd name="connsiteX10601" fmla="*/ 1828514 w 3114960"/>
              <a:gd name="connsiteY10601" fmla="*/ 4295966 h 5143785"/>
              <a:gd name="connsiteX10602" fmla="*/ 1843373 w 3114960"/>
              <a:gd name="connsiteY10602" fmla="*/ 4310825 h 5143785"/>
              <a:gd name="connsiteX10603" fmla="*/ 1858232 w 3114960"/>
              <a:gd name="connsiteY10603" fmla="*/ 4295966 h 5143785"/>
              <a:gd name="connsiteX10604" fmla="*/ 1843373 w 3114960"/>
              <a:gd name="connsiteY10604" fmla="*/ 4281107 h 5143785"/>
              <a:gd name="connsiteX10605" fmla="*/ 1843373 w 3114960"/>
              <a:gd name="connsiteY10605" fmla="*/ 4306062 h 5143785"/>
              <a:gd name="connsiteX10606" fmla="*/ 1833277 w 3114960"/>
              <a:gd name="connsiteY10606" fmla="*/ 4295966 h 5143785"/>
              <a:gd name="connsiteX10607" fmla="*/ 1843373 w 3114960"/>
              <a:gd name="connsiteY10607" fmla="*/ 4285869 h 5143785"/>
              <a:gd name="connsiteX10608" fmla="*/ 1853470 w 3114960"/>
              <a:gd name="connsiteY10608" fmla="*/ 4295966 h 5143785"/>
              <a:gd name="connsiteX10609" fmla="*/ 1843373 w 3114960"/>
              <a:gd name="connsiteY10609" fmla="*/ 4306062 h 5143785"/>
              <a:gd name="connsiteX10610" fmla="*/ 1808131 w 3114960"/>
              <a:gd name="connsiteY10610" fmla="*/ 710756 h 5143785"/>
              <a:gd name="connsiteX10611" fmla="*/ 1815275 w 3114960"/>
              <a:gd name="connsiteY10611" fmla="*/ 710756 h 5143785"/>
              <a:gd name="connsiteX10612" fmla="*/ 1815275 w 3114960"/>
              <a:gd name="connsiteY10612" fmla="*/ 719042 h 5143785"/>
              <a:gd name="connsiteX10613" fmla="*/ 1808131 w 3114960"/>
              <a:gd name="connsiteY10613" fmla="*/ 719042 h 5143785"/>
              <a:gd name="connsiteX10614" fmla="*/ 1808131 w 3114960"/>
              <a:gd name="connsiteY10614" fmla="*/ 710756 h 5143785"/>
              <a:gd name="connsiteX10615" fmla="*/ 553403 w 3114960"/>
              <a:gd name="connsiteY10615" fmla="*/ 4313301 h 5143785"/>
              <a:gd name="connsiteX10616" fmla="*/ 546259 w 3114960"/>
              <a:gd name="connsiteY10616" fmla="*/ 4313301 h 5143785"/>
              <a:gd name="connsiteX10617" fmla="*/ 546259 w 3114960"/>
              <a:gd name="connsiteY10617" fmla="*/ 4305681 h 5143785"/>
              <a:gd name="connsiteX10618" fmla="*/ 553403 w 3114960"/>
              <a:gd name="connsiteY10618" fmla="*/ 4305681 h 5143785"/>
              <a:gd name="connsiteX10619" fmla="*/ 553403 w 3114960"/>
              <a:gd name="connsiteY10619" fmla="*/ 4313301 h 5143785"/>
              <a:gd name="connsiteX10620" fmla="*/ 546259 w 3114960"/>
              <a:gd name="connsiteY10620" fmla="*/ 4351592 h 5143785"/>
              <a:gd name="connsiteX10621" fmla="*/ 553403 w 3114960"/>
              <a:gd name="connsiteY10621" fmla="*/ 4351592 h 5143785"/>
              <a:gd name="connsiteX10622" fmla="*/ 553403 w 3114960"/>
              <a:gd name="connsiteY10622" fmla="*/ 4358069 h 5143785"/>
              <a:gd name="connsiteX10623" fmla="*/ 548450 w 3114960"/>
              <a:gd name="connsiteY10623" fmla="*/ 4362164 h 5143785"/>
              <a:gd name="connsiteX10624" fmla="*/ 543878 w 3114960"/>
              <a:gd name="connsiteY10624" fmla="*/ 4356640 h 5143785"/>
              <a:gd name="connsiteX10625" fmla="*/ 546259 w 3114960"/>
              <a:gd name="connsiteY10625" fmla="*/ 4354640 h 5143785"/>
              <a:gd name="connsiteX10626" fmla="*/ 546259 w 3114960"/>
              <a:gd name="connsiteY10626" fmla="*/ 4351592 h 5143785"/>
              <a:gd name="connsiteX10627" fmla="*/ 1428178 w 3114960"/>
              <a:gd name="connsiteY10627" fmla="*/ 3963734 h 5143785"/>
              <a:gd name="connsiteX10628" fmla="*/ 1430750 w 3114960"/>
              <a:gd name="connsiteY10628" fmla="*/ 3963734 h 5143785"/>
              <a:gd name="connsiteX10629" fmla="*/ 1434656 w 3114960"/>
              <a:gd name="connsiteY10629" fmla="*/ 3959828 h 5143785"/>
              <a:gd name="connsiteX10630" fmla="*/ 1434656 w 3114960"/>
              <a:gd name="connsiteY10630" fmla="*/ 3949922 h 5143785"/>
              <a:gd name="connsiteX10631" fmla="*/ 1430750 w 3114960"/>
              <a:gd name="connsiteY10631" fmla="*/ 3946017 h 5143785"/>
              <a:gd name="connsiteX10632" fmla="*/ 1428178 w 3114960"/>
              <a:gd name="connsiteY10632" fmla="*/ 3946017 h 5143785"/>
              <a:gd name="connsiteX10633" fmla="*/ 1428369 w 3114960"/>
              <a:gd name="connsiteY10633" fmla="*/ 3837337 h 5143785"/>
              <a:gd name="connsiteX10634" fmla="*/ 1508570 w 3114960"/>
              <a:gd name="connsiteY10634" fmla="*/ 3762756 h 5143785"/>
              <a:gd name="connsiteX10635" fmla="*/ 1510665 w 3114960"/>
              <a:gd name="connsiteY10635" fmla="*/ 3763137 h 5143785"/>
              <a:gd name="connsiteX10636" fmla="*/ 1530953 w 3114960"/>
              <a:gd name="connsiteY10636" fmla="*/ 3763137 h 5143785"/>
              <a:gd name="connsiteX10637" fmla="*/ 1536954 w 3114960"/>
              <a:gd name="connsiteY10637" fmla="*/ 3757136 h 5143785"/>
              <a:gd name="connsiteX10638" fmla="*/ 1536954 w 3114960"/>
              <a:gd name="connsiteY10638" fmla="*/ 3749517 h 5143785"/>
              <a:gd name="connsiteX10639" fmla="*/ 1536764 w 3114960"/>
              <a:gd name="connsiteY10639" fmla="*/ 3748373 h 5143785"/>
              <a:gd name="connsiteX10640" fmla="*/ 1571053 w 3114960"/>
              <a:gd name="connsiteY10640" fmla="*/ 3721418 h 5143785"/>
              <a:gd name="connsiteX10641" fmla="*/ 1571053 w 3114960"/>
              <a:gd name="connsiteY10641" fmla="*/ 3604641 h 5143785"/>
              <a:gd name="connsiteX10642" fmla="*/ 1595342 w 3114960"/>
              <a:gd name="connsiteY10642" fmla="*/ 3577971 h 5143785"/>
              <a:gd name="connsiteX10643" fmla="*/ 1623155 w 3114960"/>
              <a:gd name="connsiteY10643" fmla="*/ 3577971 h 5143785"/>
              <a:gd name="connsiteX10644" fmla="*/ 1636586 w 3114960"/>
              <a:gd name="connsiteY10644" fmla="*/ 3589211 h 5143785"/>
              <a:gd name="connsiteX10645" fmla="*/ 1650206 w 3114960"/>
              <a:gd name="connsiteY10645" fmla="*/ 3575590 h 5143785"/>
              <a:gd name="connsiteX10646" fmla="*/ 1636586 w 3114960"/>
              <a:gd name="connsiteY10646" fmla="*/ 3561969 h 5143785"/>
              <a:gd name="connsiteX10647" fmla="*/ 1623155 w 3114960"/>
              <a:gd name="connsiteY10647" fmla="*/ 3573209 h 5143785"/>
              <a:gd name="connsiteX10648" fmla="*/ 1593247 w 3114960"/>
              <a:gd name="connsiteY10648" fmla="*/ 3573209 h 5143785"/>
              <a:gd name="connsiteX10649" fmla="*/ 1566291 w 3114960"/>
              <a:gd name="connsiteY10649" fmla="*/ 3602736 h 5143785"/>
              <a:gd name="connsiteX10650" fmla="*/ 1566291 w 3114960"/>
              <a:gd name="connsiteY10650" fmla="*/ 3719036 h 5143785"/>
              <a:gd name="connsiteX10651" fmla="*/ 1534001 w 3114960"/>
              <a:gd name="connsiteY10651" fmla="*/ 3744373 h 5143785"/>
              <a:gd name="connsiteX10652" fmla="*/ 1530953 w 3114960"/>
              <a:gd name="connsiteY10652" fmla="*/ 3743420 h 5143785"/>
              <a:gd name="connsiteX10653" fmla="*/ 1510665 w 3114960"/>
              <a:gd name="connsiteY10653" fmla="*/ 3743420 h 5143785"/>
              <a:gd name="connsiteX10654" fmla="*/ 1504664 w 3114960"/>
              <a:gd name="connsiteY10654" fmla="*/ 3749421 h 5143785"/>
              <a:gd name="connsiteX10655" fmla="*/ 1504664 w 3114960"/>
              <a:gd name="connsiteY10655" fmla="*/ 3757041 h 5143785"/>
              <a:gd name="connsiteX10656" fmla="*/ 1505141 w 3114960"/>
              <a:gd name="connsiteY10656" fmla="*/ 3759327 h 5143785"/>
              <a:gd name="connsiteX10657" fmla="*/ 1424464 w 3114960"/>
              <a:gd name="connsiteY10657" fmla="*/ 3834384 h 5143785"/>
              <a:gd name="connsiteX10658" fmla="*/ 1423702 w 3114960"/>
              <a:gd name="connsiteY10658" fmla="*/ 3835051 h 5143785"/>
              <a:gd name="connsiteX10659" fmla="*/ 1423511 w 3114960"/>
              <a:gd name="connsiteY10659" fmla="*/ 3945827 h 5143785"/>
              <a:gd name="connsiteX10660" fmla="*/ 1420940 w 3114960"/>
              <a:gd name="connsiteY10660" fmla="*/ 3945827 h 5143785"/>
              <a:gd name="connsiteX10661" fmla="*/ 1417034 w 3114960"/>
              <a:gd name="connsiteY10661" fmla="*/ 3949732 h 5143785"/>
              <a:gd name="connsiteX10662" fmla="*/ 1417034 w 3114960"/>
              <a:gd name="connsiteY10662" fmla="*/ 3959638 h 5143785"/>
              <a:gd name="connsiteX10663" fmla="*/ 1420940 w 3114960"/>
              <a:gd name="connsiteY10663" fmla="*/ 3963543 h 5143785"/>
              <a:gd name="connsiteX10664" fmla="*/ 1423511 w 3114960"/>
              <a:gd name="connsiteY10664" fmla="*/ 3963543 h 5143785"/>
              <a:gd name="connsiteX10665" fmla="*/ 1423511 w 3114960"/>
              <a:gd name="connsiteY10665" fmla="*/ 3981450 h 5143785"/>
              <a:gd name="connsiteX10666" fmla="*/ 1374172 w 3114960"/>
              <a:gd name="connsiteY10666" fmla="*/ 4031361 h 5143785"/>
              <a:gd name="connsiteX10667" fmla="*/ 1370552 w 3114960"/>
              <a:gd name="connsiteY10667" fmla="*/ 4029075 h 5143785"/>
              <a:gd name="connsiteX10668" fmla="*/ 1361503 w 3114960"/>
              <a:gd name="connsiteY10668" fmla="*/ 4029361 h 5143785"/>
              <a:gd name="connsiteX10669" fmla="*/ 1355312 w 3114960"/>
              <a:gd name="connsiteY10669" fmla="*/ 4035933 h 5143785"/>
              <a:gd name="connsiteX10670" fmla="*/ 1355598 w 3114960"/>
              <a:gd name="connsiteY10670" fmla="*/ 4044982 h 5143785"/>
              <a:gd name="connsiteX10671" fmla="*/ 1362170 w 3114960"/>
              <a:gd name="connsiteY10671" fmla="*/ 4051173 h 5143785"/>
              <a:gd name="connsiteX10672" fmla="*/ 1366361 w 3114960"/>
              <a:gd name="connsiteY10672" fmla="*/ 4051935 h 5143785"/>
              <a:gd name="connsiteX10673" fmla="*/ 1371219 w 3114960"/>
              <a:gd name="connsiteY10673" fmla="*/ 4050887 h 5143785"/>
              <a:gd name="connsiteX10674" fmla="*/ 1377410 w 3114960"/>
              <a:gd name="connsiteY10674" fmla="*/ 4044315 h 5143785"/>
              <a:gd name="connsiteX10675" fmla="*/ 1377125 w 3114960"/>
              <a:gd name="connsiteY10675" fmla="*/ 4035267 h 5143785"/>
              <a:gd name="connsiteX10676" fmla="*/ 1377125 w 3114960"/>
              <a:gd name="connsiteY10676" fmla="*/ 4035171 h 5143785"/>
              <a:gd name="connsiteX10677" fmla="*/ 1428274 w 3114960"/>
              <a:gd name="connsiteY10677" fmla="*/ 3983355 h 5143785"/>
              <a:gd name="connsiteX10678" fmla="*/ 1428274 w 3114960"/>
              <a:gd name="connsiteY10678" fmla="*/ 3963448 h 5143785"/>
              <a:gd name="connsiteX10679" fmla="*/ 1636490 w 3114960"/>
              <a:gd name="connsiteY10679" fmla="*/ 3566732 h 5143785"/>
              <a:gd name="connsiteX10680" fmla="*/ 1645349 w 3114960"/>
              <a:gd name="connsiteY10680" fmla="*/ 3575590 h 5143785"/>
              <a:gd name="connsiteX10681" fmla="*/ 1636490 w 3114960"/>
              <a:gd name="connsiteY10681" fmla="*/ 3584448 h 5143785"/>
              <a:gd name="connsiteX10682" fmla="*/ 1627632 w 3114960"/>
              <a:gd name="connsiteY10682" fmla="*/ 3575590 h 5143785"/>
              <a:gd name="connsiteX10683" fmla="*/ 1636490 w 3114960"/>
              <a:gd name="connsiteY10683" fmla="*/ 3566732 h 5143785"/>
              <a:gd name="connsiteX10684" fmla="*/ 1509427 w 3114960"/>
              <a:gd name="connsiteY10684" fmla="*/ 3749517 h 5143785"/>
              <a:gd name="connsiteX10685" fmla="*/ 1510665 w 3114960"/>
              <a:gd name="connsiteY10685" fmla="*/ 3748278 h 5143785"/>
              <a:gd name="connsiteX10686" fmla="*/ 1530953 w 3114960"/>
              <a:gd name="connsiteY10686" fmla="*/ 3748278 h 5143785"/>
              <a:gd name="connsiteX10687" fmla="*/ 1532192 w 3114960"/>
              <a:gd name="connsiteY10687" fmla="*/ 3749517 h 5143785"/>
              <a:gd name="connsiteX10688" fmla="*/ 1532192 w 3114960"/>
              <a:gd name="connsiteY10688" fmla="*/ 3757136 h 5143785"/>
              <a:gd name="connsiteX10689" fmla="*/ 1530953 w 3114960"/>
              <a:gd name="connsiteY10689" fmla="*/ 3758375 h 5143785"/>
              <a:gd name="connsiteX10690" fmla="*/ 1510665 w 3114960"/>
              <a:gd name="connsiteY10690" fmla="*/ 3758375 h 5143785"/>
              <a:gd name="connsiteX10691" fmla="*/ 1509427 w 3114960"/>
              <a:gd name="connsiteY10691" fmla="*/ 3757136 h 5143785"/>
              <a:gd name="connsiteX10692" fmla="*/ 1509427 w 3114960"/>
              <a:gd name="connsiteY10692" fmla="*/ 3749517 h 5143785"/>
              <a:gd name="connsiteX10693" fmla="*/ 1372934 w 3114960"/>
              <a:gd name="connsiteY10693" fmla="*/ 4042982 h 5143785"/>
              <a:gd name="connsiteX10694" fmla="*/ 1369219 w 3114960"/>
              <a:gd name="connsiteY10694" fmla="*/ 4046887 h 5143785"/>
              <a:gd name="connsiteX10695" fmla="*/ 1363790 w 3114960"/>
              <a:gd name="connsiteY10695" fmla="*/ 4047077 h 5143785"/>
              <a:gd name="connsiteX10696" fmla="*/ 1359884 w 3114960"/>
              <a:gd name="connsiteY10696" fmla="*/ 4043363 h 5143785"/>
              <a:gd name="connsiteX10697" fmla="*/ 1359694 w 3114960"/>
              <a:gd name="connsiteY10697" fmla="*/ 4037934 h 5143785"/>
              <a:gd name="connsiteX10698" fmla="*/ 1363409 w 3114960"/>
              <a:gd name="connsiteY10698" fmla="*/ 4033933 h 5143785"/>
              <a:gd name="connsiteX10699" fmla="*/ 1366361 w 3114960"/>
              <a:gd name="connsiteY10699" fmla="*/ 4033266 h 5143785"/>
              <a:gd name="connsiteX10700" fmla="*/ 1368838 w 3114960"/>
              <a:gd name="connsiteY10700" fmla="*/ 4033742 h 5143785"/>
              <a:gd name="connsiteX10701" fmla="*/ 1372743 w 3114960"/>
              <a:gd name="connsiteY10701" fmla="*/ 4037457 h 5143785"/>
              <a:gd name="connsiteX10702" fmla="*/ 1372934 w 3114960"/>
              <a:gd name="connsiteY10702" fmla="*/ 4042886 h 5143785"/>
              <a:gd name="connsiteX10703" fmla="*/ 2389918 w 3114960"/>
              <a:gd name="connsiteY10703" fmla="*/ 291179 h 5143785"/>
              <a:gd name="connsiteX10704" fmla="*/ 2394680 w 3114960"/>
              <a:gd name="connsiteY10704" fmla="*/ 297656 h 5143785"/>
              <a:gd name="connsiteX10705" fmla="*/ 2400110 w 3114960"/>
              <a:gd name="connsiteY10705" fmla="*/ 299180 h 5143785"/>
              <a:gd name="connsiteX10706" fmla="*/ 2402586 w 3114960"/>
              <a:gd name="connsiteY10706" fmla="*/ 298895 h 5143785"/>
              <a:gd name="connsiteX10707" fmla="*/ 2410301 w 3114960"/>
              <a:gd name="connsiteY10707" fmla="*/ 286226 h 5143785"/>
              <a:gd name="connsiteX10708" fmla="*/ 2405539 w 3114960"/>
              <a:gd name="connsiteY10708" fmla="*/ 279749 h 5143785"/>
              <a:gd name="connsiteX10709" fmla="*/ 2397633 w 3114960"/>
              <a:gd name="connsiteY10709" fmla="*/ 278511 h 5143785"/>
              <a:gd name="connsiteX10710" fmla="*/ 2394680 w 3114960"/>
              <a:gd name="connsiteY10710" fmla="*/ 279845 h 5143785"/>
              <a:gd name="connsiteX10711" fmla="*/ 2365153 w 3114960"/>
              <a:gd name="connsiteY10711" fmla="*/ 252603 h 5143785"/>
              <a:gd name="connsiteX10712" fmla="*/ 2292287 w 3114960"/>
              <a:gd name="connsiteY10712" fmla="*/ 252603 h 5143785"/>
              <a:gd name="connsiteX10713" fmla="*/ 2278952 w 3114960"/>
              <a:gd name="connsiteY10713" fmla="*/ 241554 h 5143785"/>
              <a:gd name="connsiteX10714" fmla="*/ 2280095 w 3114960"/>
              <a:gd name="connsiteY10714" fmla="*/ 239078 h 5143785"/>
              <a:gd name="connsiteX10715" fmla="*/ 2273618 w 3114960"/>
              <a:gd name="connsiteY10715" fmla="*/ 228505 h 5143785"/>
              <a:gd name="connsiteX10716" fmla="*/ 2263045 w 3114960"/>
              <a:gd name="connsiteY10716" fmla="*/ 234982 h 5143785"/>
              <a:gd name="connsiteX10717" fmla="*/ 2269522 w 3114960"/>
              <a:gd name="connsiteY10717" fmla="*/ 245555 h 5143785"/>
              <a:gd name="connsiteX10718" fmla="*/ 2275427 w 3114960"/>
              <a:gd name="connsiteY10718" fmla="*/ 244793 h 5143785"/>
              <a:gd name="connsiteX10719" fmla="*/ 2290667 w 3114960"/>
              <a:gd name="connsiteY10719" fmla="*/ 257461 h 5143785"/>
              <a:gd name="connsiteX10720" fmla="*/ 2363343 w 3114960"/>
              <a:gd name="connsiteY10720" fmla="*/ 257461 h 5143785"/>
              <a:gd name="connsiteX10721" fmla="*/ 2391251 w 3114960"/>
              <a:gd name="connsiteY10721" fmla="*/ 283178 h 5143785"/>
              <a:gd name="connsiteX10722" fmla="*/ 2389918 w 3114960"/>
              <a:gd name="connsiteY10722" fmla="*/ 291179 h 5143785"/>
              <a:gd name="connsiteX10723" fmla="*/ 2398776 w 3114960"/>
              <a:gd name="connsiteY10723" fmla="*/ 283178 h 5143785"/>
              <a:gd name="connsiteX10724" fmla="*/ 2400110 w 3114960"/>
              <a:gd name="connsiteY10724" fmla="*/ 282988 h 5143785"/>
              <a:gd name="connsiteX10725" fmla="*/ 2403062 w 3114960"/>
              <a:gd name="connsiteY10725" fmla="*/ 283845 h 5143785"/>
              <a:gd name="connsiteX10726" fmla="*/ 2405634 w 3114960"/>
              <a:gd name="connsiteY10726" fmla="*/ 287369 h 5143785"/>
              <a:gd name="connsiteX10727" fmla="*/ 2404967 w 3114960"/>
              <a:gd name="connsiteY10727" fmla="*/ 291656 h 5143785"/>
              <a:gd name="connsiteX10728" fmla="*/ 2401443 w 3114960"/>
              <a:gd name="connsiteY10728" fmla="*/ 294227 h 5143785"/>
              <a:gd name="connsiteX10729" fmla="*/ 2397157 w 3114960"/>
              <a:gd name="connsiteY10729" fmla="*/ 293561 h 5143785"/>
              <a:gd name="connsiteX10730" fmla="*/ 2394585 w 3114960"/>
              <a:gd name="connsiteY10730" fmla="*/ 290036 h 5143785"/>
              <a:gd name="connsiteX10731" fmla="*/ 2398776 w 3114960"/>
              <a:gd name="connsiteY10731" fmla="*/ 283178 h 5143785"/>
              <a:gd name="connsiteX10732" fmla="*/ 1663446 w 3114960"/>
              <a:gd name="connsiteY10732" fmla="*/ 692849 h 5143785"/>
              <a:gd name="connsiteX10733" fmla="*/ 1670590 w 3114960"/>
              <a:gd name="connsiteY10733" fmla="*/ 692849 h 5143785"/>
              <a:gd name="connsiteX10734" fmla="*/ 1670590 w 3114960"/>
              <a:gd name="connsiteY10734" fmla="*/ 701326 h 5143785"/>
              <a:gd name="connsiteX10735" fmla="*/ 1663446 w 3114960"/>
              <a:gd name="connsiteY10735" fmla="*/ 701326 h 5143785"/>
              <a:gd name="connsiteX10736" fmla="*/ 1663446 w 3114960"/>
              <a:gd name="connsiteY10736" fmla="*/ 692849 h 5143785"/>
              <a:gd name="connsiteX10737" fmla="*/ 537305 w 3114960"/>
              <a:gd name="connsiteY10737" fmla="*/ 4362069 h 5143785"/>
              <a:gd name="connsiteX10738" fmla="*/ 541877 w 3114960"/>
              <a:gd name="connsiteY10738" fmla="*/ 4367594 h 5143785"/>
              <a:gd name="connsiteX10739" fmla="*/ 535305 w 3114960"/>
              <a:gd name="connsiteY10739" fmla="*/ 4373023 h 5143785"/>
              <a:gd name="connsiteX10740" fmla="*/ 530733 w 3114960"/>
              <a:gd name="connsiteY10740" fmla="*/ 4367498 h 5143785"/>
              <a:gd name="connsiteX10741" fmla="*/ 537305 w 3114960"/>
              <a:gd name="connsiteY10741" fmla="*/ 4362069 h 5143785"/>
              <a:gd name="connsiteX10742" fmla="*/ 517493 w 3114960"/>
              <a:gd name="connsiteY10742" fmla="*/ 4378452 h 5143785"/>
              <a:gd name="connsiteX10743" fmla="*/ 524065 w 3114960"/>
              <a:gd name="connsiteY10743" fmla="*/ 4373023 h 5143785"/>
              <a:gd name="connsiteX10744" fmla="*/ 528638 w 3114960"/>
              <a:gd name="connsiteY10744" fmla="*/ 4378547 h 5143785"/>
              <a:gd name="connsiteX10745" fmla="*/ 522065 w 3114960"/>
              <a:gd name="connsiteY10745" fmla="*/ 4383977 h 5143785"/>
              <a:gd name="connsiteX10746" fmla="*/ 517493 w 3114960"/>
              <a:gd name="connsiteY10746" fmla="*/ 4378452 h 5143785"/>
              <a:gd name="connsiteX10747" fmla="*/ 1663446 w 3114960"/>
              <a:gd name="connsiteY10747" fmla="*/ 729520 h 5143785"/>
              <a:gd name="connsiteX10748" fmla="*/ 1653540 w 3114960"/>
              <a:gd name="connsiteY10748" fmla="*/ 742474 h 5143785"/>
              <a:gd name="connsiteX10749" fmla="*/ 1666970 w 3114960"/>
              <a:gd name="connsiteY10749" fmla="*/ 755904 h 5143785"/>
              <a:gd name="connsiteX10750" fmla="*/ 1680401 w 3114960"/>
              <a:gd name="connsiteY10750" fmla="*/ 742474 h 5143785"/>
              <a:gd name="connsiteX10751" fmla="*/ 1670495 w 3114960"/>
              <a:gd name="connsiteY10751" fmla="*/ 729520 h 5143785"/>
              <a:gd name="connsiteX10752" fmla="*/ 1670495 w 3114960"/>
              <a:gd name="connsiteY10752" fmla="*/ 726567 h 5143785"/>
              <a:gd name="connsiteX10753" fmla="*/ 1663351 w 3114960"/>
              <a:gd name="connsiteY10753" fmla="*/ 726567 h 5143785"/>
              <a:gd name="connsiteX10754" fmla="*/ 1663351 w 3114960"/>
              <a:gd name="connsiteY10754" fmla="*/ 729520 h 5143785"/>
              <a:gd name="connsiteX10755" fmla="*/ 1675733 w 3114960"/>
              <a:gd name="connsiteY10755" fmla="*/ 742379 h 5143785"/>
              <a:gd name="connsiteX10756" fmla="*/ 1667066 w 3114960"/>
              <a:gd name="connsiteY10756" fmla="*/ 751046 h 5143785"/>
              <a:gd name="connsiteX10757" fmla="*/ 1658398 w 3114960"/>
              <a:gd name="connsiteY10757" fmla="*/ 742379 h 5143785"/>
              <a:gd name="connsiteX10758" fmla="*/ 1667066 w 3114960"/>
              <a:gd name="connsiteY10758" fmla="*/ 733711 h 5143785"/>
              <a:gd name="connsiteX10759" fmla="*/ 1675733 w 3114960"/>
              <a:gd name="connsiteY10759" fmla="*/ 742379 h 5143785"/>
              <a:gd name="connsiteX10760" fmla="*/ 427863 w 3114960"/>
              <a:gd name="connsiteY10760" fmla="*/ 2014442 h 5143785"/>
              <a:gd name="connsiteX10761" fmla="*/ 435007 w 3114960"/>
              <a:gd name="connsiteY10761" fmla="*/ 2014442 h 5143785"/>
              <a:gd name="connsiteX10762" fmla="*/ 435007 w 3114960"/>
              <a:gd name="connsiteY10762" fmla="*/ 2022920 h 5143785"/>
              <a:gd name="connsiteX10763" fmla="*/ 427863 w 3114960"/>
              <a:gd name="connsiteY10763" fmla="*/ 2022920 h 5143785"/>
              <a:gd name="connsiteX10764" fmla="*/ 427863 w 3114960"/>
              <a:gd name="connsiteY10764" fmla="*/ 2014442 h 5143785"/>
              <a:gd name="connsiteX10765" fmla="*/ 553403 w 3114960"/>
              <a:gd name="connsiteY10765" fmla="*/ 4343877 h 5143785"/>
              <a:gd name="connsiteX10766" fmla="*/ 546259 w 3114960"/>
              <a:gd name="connsiteY10766" fmla="*/ 4343877 h 5143785"/>
              <a:gd name="connsiteX10767" fmla="*/ 546259 w 3114960"/>
              <a:gd name="connsiteY10767" fmla="*/ 4336256 h 5143785"/>
              <a:gd name="connsiteX10768" fmla="*/ 553403 w 3114960"/>
              <a:gd name="connsiteY10768" fmla="*/ 4336256 h 5143785"/>
              <a:gd name="connsiteX10769" fmla="*/ 553403 w 3114960"/>
              <a:gd name="connsiteY10769" fmla="*/ 4343877 h 5143785"/>
              <a:gd name="connsiteX10770" fmla="*/ 451866 w 3114960"/>
              <a:gd name="connsiteY10770" fmla="*/ 2355247 h 5143785"/>
              <a:gd name="connsiteX10771" fmla="*/ 447675 w 3114960"/>
              <a:gd name="connsiteY10771" fmla="*/ 2355247 h 5143785"/>
              <a:gd name="connsiteX10772" fmla="*/ 445008 w 3114960"/>
              <a:gd name="connsiteY10772" fmla="*/ 2357914 h 5143785"/>
              <a:gd name="connsiteX10773" fmla="*/ 445008 w 3114960"/>
              <a:gd name="connsiteY10773" fmla="*/ 2370868 h 5143785"/>
              <a:gd name="connsiteX10774" fmla="*/ 447675 w 3114960"/>
              <a:gd name="connsiteY10774" fmla="*/ 2373535 h 5143785"/>
              <a:gd name="connsiteX10775" fmla="*/ 460629 w 3114960"/>
              <a:gd name="connsiteY10775" fmla="*/ 2373535 h 5143785"/>
              <a:gd name="connsiteX10776" fmla="*/ 463296 w 3114960"/>
              <a:gd name="connsiteY10776" fmla="*/ 2370868 h 5143785"/>
              <a:gd name="connsiteX10777" fmla="*/ 463296 w 3114960"/>
              <a:gd name="connsiteY10777" fmla="*/ 2357914 h 5143785"/>
              <a:gd name="connsiteX10778" fmla="*/ 460629 w 3114960"/>
              <a:gd name="connsiteY10778" fmla="*/ 2355247 h 5143785"/>
              <a:gd name="connsiteX10779" fmla="*/ 456724 w 3114960"/>
              <a:gd name="connsiteY10779" fmla="*/ 2355247 h 5143785"/>
              <a:gd name="connsiteX10780" fmla="*/ 457010 w 3114960"/>
              <a:gd name="connsiteY10780" fmla="*/ 2312575 h 5143785"/>
              <a:gd name="connsiteX10781" fmla="*/ 578453 w 3114960"/>
              <a:gd name="connsiteY10781" fmla="*/ 2185702 h 5143785"/>
              <a:gd name="connsiteX10782" fmla="*/ 585788 w 3114960"/>
              <a:gd name="connsiteY10782" fmla="*/ 2187893 h 5143785"/>
              <a:gd name="connsiteX10783" fmla="*/ 599218 w 3114960"/>
              <a:gd name="connsiteY10783" fmla="*/ 2174462 h 5143785"/>
              <a:gd name="connsiteX10784" fmla="*/ 585788 w 3114960"/>
              <a:gd name="connsiteY10784" fmla="*/ 2161032 h 5143785"/>
              <a:gd name="connsiteX10785" fmla="*/ 572357 w 3114960"/>
              <a:gd name="connsiteY10785" fmla="*/ 2174462 h 5143785"/>
              <a:gd name="connsiteX10786" fmla="*/ 575024 w 3114960"/>
              <a:gd name="connsiteY10786" fmla="*/ 2182368 h 5143785"/>
              <a:gd name="connsiteX10787" fmla="*/ 452342 w 3114960"/>
              <a:gd name="connsiteY10787" fmla="*/ 2310575 h 5143785"/>
              <a:gd name="connsiteX10788" fmla="*/ 452057 w 3114960"/>
              <a:gd name="connsiteY10788" fmla="*/ 2355152 h 5143785"/>
              <a:gd name="connsiteX10789" fmla="*/ 585692 w 3114960"/>
              <a:gd name="connsiteY10789" fmla="*/ 2165699 h 5143785"/>
              <a:gd name="connsiteX10790" fmla="*/ 594360 w 3114960"/>
              <a:gd name="connsiteY10790" fmla="*/ 2174367 h 5143785"/>
              <a:gd name="connsiteX10791" fmla="*/ 585692 w 3114960"/>
              <a:gd name="connsiteY10791" fmla="*/ 2183035 h 5143785"/>
              <a:gd name="connsiteX10792" fmla="*/ 577025 w 3114960"/>
              <a:gd name="connsiteY10792" fmla="*/ 2174367 h 5143785"/>
              <a:gd name="connsiteX10793" fmla="*/ 585692 w 3114960"/>
              <a:gd name="connsiteY10793" fmla="*/ 2165699 h 5143785"/>
              <a:gd name="connsiteX10794" fmla="*/ 1663446 w 3114960"/>
              <a:gd name="connsiteY10794" fmla="*/ 675989 h 5143785"/>
              <a:gd name="connsiteX10795" fmla="*/ 1670590 w 3114960"/>
              <a:gd name="connsiteY10795" fmla="*/ 675989 h 5143785"/>
              <a:gd name="connsiteX10796" fmla="*/ 1670590 w 3114960"/>
              <a:gd name="connsiteY10796" fmla="*/ 684467 h 5143785"/>
              <a:gd name="connsiteX10797" fmla="*/ 1663446 w 3114960"/>
              <a:gd name="connsiteY10797" fmla="*/ 684467 h 5143785"/>
              <a:gd name="connsiteX10798" fmla="*/ 1663446 w 3114960"/>
              <a:gd name="connsiteY10798" fmla="*/ 675989 h 5143785"/>
              <a:gd name="connsiteX10799" fmla="*/ 1663446 w 3114960"/>
              <a:gd name="connsiteY10799" fmla="*/ 709708 h 5143785"/>
              <a:gd name="connsiteX10800" fmla="*/ 1670590 w 3114960"/>
              <a:gd name="connsiteY10800" fmla="*/ 709708 h 5143785"/>
              <a:gd name="connsiteX10801" fmla="*/ 1670590 w 3114960"/>
              <a:gd name="connsiteY10801" fmla="*/ 718185 h 5143785"/>
              <a:gd name="connsiteX10802" fmla="*/ 1663446 w 3114960"/>
              <a:gd name="connsiteY10802" fmla="*/ 718185 h 5143785"/>
              <a:gd name="connsiteX10803" fmla="*/ 1663446 w 3114960"/>
              <a:gd name="connsiteY10803" fmla="*/ 709708 h 5143785"/>
              <a:gd name="connsiteX10804" fmla="*/ 412433 w 3114960"/>
              <a:gd name="connsiteY10804" fmla="*/ 4002786 h 5143785"/>
              <a:gd name="connsiteX10805" fmla="*/ 413099 w 3114960"/>
              <a:gd name="connsiteY10805" fmla="*/ 3999929 h 5143785"/>
              <a:gd name="connsiteX10806" fmla="*/ 413099 w 3114960"/>
              <a:gd name="connsiteY10806" fmla="*/ 3987260 h 5143785"/>
              <a:gd name="connsiteX10807" fmla="*/ 406241 w 3114960"/>
              <a:gd name="connsiteY10807" fmla="*/ 3980498 h 5143785"/>
              <a:gd name="connsiteX10808" fmla="*/ 393573 w 3114960"/>
              <a:gd name="connsiteY10808" fmla="*/ 3980498 h 5143785"/>
              <a:gd name="connsiteX10809" fmla="*/ 386715 w 3114960"/>
              <a:gd name="connsiteY10809" fmla="*/ 3987260 h 5143785"/>
              <a:gd name="connsiteX10810" fmla="*/ 386715 w 3114960"/>
              <a:gd name="connsiteY10810" fmla="*/ 3999929 h 5143785"/>
              <a:gd name="connsiteX10811" fmla="*/ 393573 w 3114960"/>
              <a:gd name="connsiteY10811" fmla="*/ 4006692 h 5143785"/>
              <a:gd name="connsiteX10812" fmla="*/ 406241 w 3114960"/>
              <a:gd name="connsiteY10812" fmla="*/ 4006692 h 5143785"/>
              <a:gd name="connsiteX10813" fmla="*/ 409004 w 3114960"/>
              <a:gd name="connsiteY10813" fmla="*/ 4006120 h 5143785"/>
              <a:gd name="connsiteX10814" fmla="*/ 551974 w 3114960"/>
              <a:gd name="connsiteY10814" fmla="*/ 4171664 h 5143785"/>
              <a:gd name="connsiteX10815" fmla="*/ 551974 w 3114960"/>
              <a:gd name="connsiteY10815" fmla="*/ 4230624 h 5143785"/>
              <a:gd name="connsiteX10816" fmla="*/ 548164 w 3114960"/>
              <a:gd name="connsiteY10816" fmla="*/ 4230624 h 5143785"/>
              <a:gd name="connsiteX10817" fmla="*/ 538353 w 3114960"/>
              <a:gd name="connsiteY10817" fmla="*/ 4240435 h 5143785"/>
              <a:gd name="connsiteX10818" fmla="*/ 538353 w 3114960"/>
              <a:gd name="connsiteY10818" fmla="*/ 4279106 h 5143785"/>
              <a:gd name="connsiteX10819" fmla="*/ 548164 w 3114960"/>
              <a:gd name="connsiteY10819" fmla="*/ 4288917 h 5143785"/>
              <a:gd name="connsiteX10820" fmla="*/ 560546 w 3114960"/>
              <a:gd name="connsiteY10820" fmla="*/ 4288917 h 5143785"/>
              <a:gd name="connsiteX10821" fmla="*/ 570357 w 3114960"/>
              <a:gd name="connsiteY10821" fmla="*/ 4279106 h 5143785"/>
              <a:gd name="connsiteX10822" fmla="*/ 570357 w 3114960"/>
              <a:gd name="connsiteY10822" fmla="*/ 4240435 h 5143785"/>
              <a:gd name="connsiteX10823" fmla="*/ 560546 w 3114960"/>
              <a:gd name="connsiteY10823" fmla="*/ 4230624 h 5143785"/>
              <a:gd name="connsiteX10824" fmla="*/ 556832 w 3114960"/>
              <a:gd name="connsiteY10824" fmla="*/ 4230624 h 5143785"/>
              <a:gd name="connsiteX10825" fmla="*/ 556832 w 3114960"/>
              <a:gd name="connsiteY10825" fmla="*/ 4169855 h 5143785"/>
              <a:gd name="connsiteX10826" fmla="*/ 412528 w 3114960"/>
              <a:gd name="connsiteY10826" fmla="*/ 4002786 h 5143785"/>
              <a:gd name="connsiteX10827" fmla="*/ 408337 w 3114960"/>
              <a:gd name="connsiteY10827" fmla="*/ 3999834 h 5143785"/>
              <a:gd name="connsiteX10828" fmla="*/ 406241 w 3114960"/>
              <a:gd name="connsiteY10828" fmla="*/ 4001834 h 5143785"/>
              <a:gd name="connsiteX10829" fmla="*/ 393573 w 3114960"/>
              <a:gd name="connsiteY10829" fmla="*/ 4001834 h 5143785"/>
              <a:gd name="connsiteX10830" fmla="*/ 391478 w 3114960"/>
              <a:gd name="connsiteY10830" fmla="*/ 3999834 h 5143785"/>
              <a:gd name="connsiteX10831" fmla="*/ 391478 w 3114960"/>
              <a:gd name="connsiteY10831" fmla="*/ 3987165 h 5143785"/>
              <a:gd name="connsiteX10832" fmla="*/ 393573 w 3114960"/>
              <a:gd name="connsiteY10832" fmla="*/ 3985165 h 5143785"/>
              <a:gd name="connsiteX10833" fmla="*/ 406241 w 3114960"/>
              <a:gd name="connsiteY10833" fmla="*/ 3985165 h 5143785"/>
              <a:gd name="connsiteX10834" fmla="*/ 408337 w 3114960"/>
              <a:gd name="connsiteY10834" fmla="*/ 3987165 h 5143785"/>
              <a:gd name="connsiteX10835" fmla="*/ 408337 w 3114960"/>
              <a:gd name="connsiteY10835" fmla="*/ 3999834 h 5143785"/>
              <a:gd name="connsiteX10836" fmla="*/ 565499 w 3114960"/>
              <a:gd name="connsiteY10836" fmla="*/ 4279011 h 5143785"/>
              <a:gd name="connsiteX10837" fmla="*/ 560451 w 3114960"/>
              <a:gd name="connsiteY10837" fmla="*/ 4284060 h 5143785"/>
              <a:gd name="connsiteX10838" fmla="*/ 548069 w 3114960"/>
              <a:gd name="connsiteY10838" fmla="*/ 4284060 h 5143785"/>
              <a:gd name="connsiteX10839" fmla="*/ 543020 w 3114960"/>
              <a:gd name="connsiteY10839" fmla="*/ 4279011 h 5143785"/>
              <a:gd name="connsiteX10840" fmla="*/ 543020 w 3114960"/>
              <a:gd name="connsiteY10840" fmla="*/ 4277678 h 5143785"/>
              <a:gd name="connsiteX10841" fmla="*/ 565404 w 3114960"/>
              <a:gd name="connsiteY10841" fmla="*/ 4277678 h 5143785"/>
              <a:gd name="connsiteX10842" fmla="*/ 565404 w 3114960"/>
              <a:gd name="connsiteY10842" fmla="*/ 4279011 h 5143785"/>
              <a:gd name="connsiteX10843" fmla="*/ 565499 w 3114960"/>
              <a:gd name="connsiteY10843" fmla="*/ 4271772 h 5143785"/>
              <a:gd name="connsiteX10844" fmla="*/ 543116 w 3114960"/>
              <a:gd name="connsiteY10844" fmla="*/ 4271772 h 5143785"/>
              <a:gd name="connsiteX10845" fmla="*/ 543116 w 3114960"/>
              <a:gd name="connsiteY10845" fmla="*/ 4253294 h 5143785"/>
              <a:gd name="connsiteX10846" fmla="*/ 565499 w 3114960"/>
              <a:gd name="connsiteY10846" fmla="*/ 4253294 h 5143785"/>
              <a:gd name="connsiteX10847" fmla="*/ 565499 w 3114960"/>
              <a:gd name="connsiteY10847" fmla="*/ 4271772 h 5143785"/>
              <a:gd name="connsiteX10848" fmla="*/ 565499 w 3114960"/>
              <a:gd name="connsiteY10848" fmla="*/ 4250436 h 5143785"/>
              <a:gd name="connsiteX10849" fmla="*/ 543116 w 3114960"/>
              <a:gd name="connsiteY10849" fmla="*/ 4250436 h 5143785"/>
              <a:gd name="connsiteX10850" fmla="*/ 543116 w 3114960"/>
              <a:gd name="connsiteY10850" fmla="*/ 4245197 h 5143785"/>
              <a:gd name="connsiteX10851" fmla="*/ 565499 w 3114960"/>
              <a:gd name="connsiteY10851" fmla="*/ 4245197 h 5143785"/>
              <a:gd name="connsiteX10852" fmla="*/ 565499 w 3114960"/>
              <a:gd name="connsiteY10852" fmla="*/ 4250436 h 5143785"/>
              <a:gd name="connsiteX10853" fmla="*/ 560451 w 3114960"/>
              <a:gd name="connsiteY10853" fmla="*/ 4235292 h 5143785"/>
              <a:gd name="connsiteX10854" fmla="*/ 565499 w 3114960"/>
              <a:gd name="connsiteY10854" fmla="*/ 4240340 h 5143785"/>
              <a:gd name="connsiteX10855" fmla="*/ 565499 w 3114960"/>
              <a:gd name="connsiteY10855" fmla="*/ 4240530 h 5143785"/>
              <a:gd name="connsiteX10856" fmla="*/ 543116 w 3114960"/>
              <a:gd name="connsiteY10856" fmla="*/ 4240530 h 5143785"/>
              <a:gd name="connsiteX10857" fmla="*/ 543116 w 3114960"/>
              <a:gd name="connsiteY10857" fmla="*/ 4240340 h 5143785"/>
              <a:gd name="connsiteX10858" fmla="*/ 548164 w 3114960"/>
              <a:gd name="connsiteY10858" fmla="*/ 4235292 h 5143785"/>
              <a:gd name="connsiteX10859" fmla="*/ 560546 w 3114960"/>
              <a:gd name="connsiteY10859" fmla="*/ 4235292 h 5143785"/>
              <a:gd name="connsiteX10860" fmla="*/ 497681 w 3114960"/>
              <a:gd name="connsiteY10860" fmla="*/ 4394740 h 5143785"/>
              <a:gd name="connsiteX10861" fmla="*/ 502253 w 3114960"/>
              <a:gd name="connsiteY10861" fmla="*/ 4400264 h 5143785"/>
              <a:gd name="connsiteX10862" fmla="*/ 495681 w 3114960"/>
              <a:gd name="connsiteY10862" fmla="*/ 4405694 h 5143785"/>
              <a:gd name="connsiteX10863" fmla="*/ 491109 w 3114960"/>
              <a:gd name="connsiteY10863" fmla="*/ 4400169 h 5143785"/>
              <a:gd name="connsiteX10864" fmla="*/ 497681 w 3114960"/>
              <a:gd name="connsiteY10864" fmla="*/ 4394740 h 5143785"/>
              <a:gd name="connsiteX10865" fmla="*/ 449294 w 3114960"/>
              <a:gd name="connsiteY10865" fmla="*/ 4443889 h 5143785"/>
              <a:gd name="connsiteX10866" fmla="*/ 444722 w 3114960"/>
              <a:gd name="connsiteY10866" fmla="*/ 4438364 h 5143785"/>
              <a:gd name="connsiteX10867" fmla="*/ 441293 w 3114960"/>
              <a:gd name="connsiteY10867" fmla="*/ 4441222 h 5143785"/>
              <a:gd name="connsiteX10868" fmla="*/ 426911 w 3114960"/>
              <a:gd name="connsiteY10868" fmla="*/ 4442365 h 5143785"/>
              <a:gd name="connsiteX10869" fmla="*/ 424148 w 3114960"/>
              <a:gd name="connsiteY10869" fmla="*/ 4450080 h 5143785"/>
              <a:gd name="connsiteX10870" fmla="*/ 427673 w 3114960"/>
              <a:gd name="connsiteY10870" fmla="*/ 4457414 h 5143785"/>
              <a:gd name="connsiteX10871" fmla="*/ 434816 w 3114960"/>
              <a:gd name="connsiteY10871" fmla="*/ 4460177 h 5143785"/>
              <a:gd name="connsiteX10872" fmla="*/ 435388 w 3114960"/>
              <a:gd name="connsiteY10872" fmla="*/ 4460177 h 5143785"/>
              <a:gd name="connsiteX10873" fmla="*/ 442722 w 3114960"/>
              <a:gd name="connsiteY10873" fmla="*/ 4456653 h 5143785"/>
              <a:gd name="connsiteX10874" fmla="*/ 445484 w 3114960"/>
              <a:gd name="connsiteY10874" fmla="*/ 4448937 h 5143785"/>
              <a:gd name="connsiteX10875" fmla="*/ 444627 w 3114960"/>
              <a:gd name="connsiteY10875" fmla="*/ 4445699 h 5143785"/>
              <a:gd name="connsiteX10876" fmla="*/ 445580 w 3114960"/>
              <a:gd name="connsiteY10876" fmla="*/ 4446842 h 5143785"/>
              <a:gd name="connsiteX10877" fmla="*/ 449294 w 3114960"/>
              <a:gd name="connsiteY10877" fmla="*/ 4443794 h 5143785"/>
              <a:gd name="connsiteX10878" fmla="*/ 439198 w 3114960"/>
              <a:gd name="connsiteY10878" fmla="*/ 4453509 h 5143785"/>
              <a:gd name="connsiteX10879" fmla="*/ 435102 w 3114960"/>
              <a:gd name="connsiteY10879" fmla="*/ 4455414 h 5143785"/>
              <a:gd name="connsiteX10880" fmla="*/ 430816 w 3114960"/>
              <a:gd name="connsiteY10880" fmla="*/ 4453890 h 5143785"/>
              <a:gd name="connsiteX10881" fmla="*/ 430816 w 3114960"/>
              <a:gd name="connsiteY10881" fmla="*/ 4453890 h 5143785"/>
              <a:gd name="connsiteX10882" fmla="*/ 428911 w 3114960"/>
              <a:gd name="connsiteY10882" fmla="*/ 4449795 h 5143785"/>
              <a:gd name="connsiteX10883" fmla="*/ 430435 w 3114960"/>
              <a:gd name="connsiteY10883" fmla="*/ 4445508 h 5143785"/>
              <a:gd name="connsiteX10884" fmla="*/ 434816 w 3114960"/>
              <a:gd name="connsiteY10884" fmla="*/ 4443603 h 5143785"/>
              <a:gd name="connsiteX10885" fmla="*/ 438817 w 3114960"/>
              <a:gd name="connsiteY10885" fmla="*/ 4445127 h 5143785"/>
              <a:gd name="connsiteX10886" fmla="*/ 440722 w 3114960"/>
              <a:gd name="connsiteY10886" fmla="*/ 4449223 h 5143785"/>
              <a:gd name="connsiteX10887" fmla="*/ 439198 w 3114960"/>
              <a:gd name="connsiteY10887" fmla="*/ 4453509 h 5143785"/>
              <a:gd name="connsiteX10888" fmla="*/ 1703261 w 3114960"/>
              <a:gd name="connsiteY10888" fmla="*/ 502539 h 5143785"/>
              <a:gd name="connsiteX10889" fmla="*/ 1703261 w 3114960"/>
              <a:gd name="connsiteY10889" fmla="*/ 515493 h 5143785"/>
              <a:gd name="connsiteX10890" fmla="*/ 1700594 w 3114960"/>
              <a:gd name="connsiteY10890" fmla="*/ 518160 h 5143785"/>
              <a:gd name="connsiteX10891" fmla="*/ 1688782 w 3114960"/>
              <a:gd name="connsiteY10891" fmla="*/ 518160 h 5143785"/>
              <a:gd name="connsiteX10892" fmla="*/ 1669447 w 3114960"/>
              <a:gd name="connsiteY10892" fmla="*/ 542925 h 5143785"/>
              <a:gd name="connsiteX10893" fmla="*/ 1669447 w 3114960"/>
              <a:gd name="connsiteY10893" fmla="*/ 623411 h 5143785"/>
              <a:gd name="connsiteX10894" fmla="*/ 1664684 w 3114960"/>
              <a:gd name="connsiteY10894" fmla="*/ 623411 h 5143785"/>
              <a:gd name="connsiteX10895" fmla="*/ 1664684 w 3114960"/>
              <a:gd name="connsiteY10895" fmla="*/ 541306 h 5143785"/>
              <a:gd name="connsiteX10896" fmla="*/ 1684973 w 3114960"/>
              <a:gd name="connsiteY10896" fmla="*/ 515303 h 5143785"/>
              <a:gd name="connsiteX10897" fmla="*/ 1684973 w 3114960"/>
              <a:gd name="connsiteY10897" fmla="*/ 502539 h 5143785"/>
              <a:gd name="connsiteX10898" fmla="*/ 1687640 w 3114960"/>
              <a:gd name="connsiteY10898" fmla="*/ 499872 h 5143785"/>
              <a:gd name="connsiteX10899" fmla="*/ 1700594 w 3114960"/>
              <a:gd name="connsiteY10899" fmla="*/ 499872 h 5143785"/>
              <a:gd name="connsiteX10900" fmla="*/ 1703261 w 3114960"/>
              <a:gd name="connsiteY10900" fmla="*/ 502539 h 5143785"/>
              <a:gd name="connsiteX10901" fmla="*/ 1663446 w 3114960"/>
              <a:gd name="connsiteY10901" fmla="*/ 629031 h 5143785"/>
              <a:gd name="connsiteX10902" fmla="*/ 1670590 w 3114960"/>
              <a:gd name="connsiteY10902" fmla="*/ 629031 h 5143785"/>
              <a:gd name="connsiteX10903" fmla="*/ 1670590 w 3114960"/>
              <a:gd name="connsiteY10903" fmla="*/ 633794 h 5143785"/>
              <a:gd name="connsiteX10904" fmla="*/ 1663446 w 3114960"/>
              <a:gd name="connsiteY10904" fmla="*/ 633794 h 5143785"/>
              <a:gd name="connsiteX10905" fmla="*/ 1663446 w 3114960"/>
              <a:gd name="connsiteY10905" fmla="*/ 629031 h 5143785"/>
              <a:gd name="connsiteX10906" fmla="*/ 1734884 w 3114960"/>
              <a:gd name="connsiteY10906" fmla="*/ 504444 h 5143785"/>
              <a:gd name="connsiteX10907" fmla="*/ 1742027 w 3114960"/>
              <a:gd name="connsiteY10907" fmla="*/ 504444 h 5143785"/>
              <a:gd name="connsiteX10908" fmla="*/ 1742027 w 3114960"/>
              <a:gd name="connsiteY10908" fmla="*/ 512921 h 5143785"/>
              <a:gd name="connsiteX10909" fmla="*/ 1734884 w 3114960"/>
              <a:gd name="connsiteY10909" fmla="*/ 512921 h 5143785"/>
              <a:gd name="connsiteX10910" fmla="*/ 1734884 w 3114960"/>
              <a:gd name="connsiteY10910" fmla="*/ 504444 h 5143785"/>
              <a:gd name="connsiteX10911" fmla="*/ 1663446 w 3114960"/>
              <a:gd name="connsiteY10911" fmla="*/ 659130 h 5143785"/>
              <a:gd name="connsiteX10912" fmla="*/ 1670590 w 3114960"/>
              <a:gd name="connsiteY10912" fmla="*/ 659130 h 5143785"/>
              <a:gd name="connsiteX10913" fmla="*/ 1670590 w 3114960"/>
              <a:gd name="connsiteY10913" fmla="*/ 667607 h 5143785"/>
              <a:gd name="connsiteX10914" fmla="*/ 1663446 w 3114960"/>
              <a:gd name="connsiteY10914" fmla="*/ 667607 h 5143785"/>
              <a:gd name="connsiteX10915" fmla="*/ 1663446 w 3114960"/>
              <a:gd name="connsiteY10915" fmla="*/ 659130 h 5143785"/>
              <a:gd name="connsiteX10916" fmla="*/ 1734884 w 3114960"/>
              <a:gd name="connsiteY10916" fmla="*/ 487585 h 5143785"/>
              <a:gd name="connsiteX10917" fmla="*/ 1742027 w 3114960"/>
              <a:gd name="connsiteY10917" fmla="*/ 487585 h 5143785"/>
              <a:gd name="connsiteX10918" fmla="*/ 1742027 w 3114960"/>
              <a:gd name="connsiteY10918" fmla="*/ 496062 h 5143785"/>
              <a:gd name="connsiteX10919" fmla="*/ 1734884 w 3114960"/>
              <a:gd name="connsiteY10919" fmla="*/ 496062 h 5143785"/>
              <a:gd name="connsiteX10920" fmla="*/ 1734884 w 3114960"/>
              <a:gd name="connsiteY10920" fmla="*/ 487585 h 5143785"/>
              <a:gd name="connsiteX10921" fmla="*/ 133636 w 3114960"/>
              <a:gd name="connsiteY10921" fmla="*/ 4421029 h 5143785"/>
              <a:gd name="connsiteX10922" fmla="*/ 144399 w 3114960"/>
              <a:gd name="connsiteY10922" fmla="*/ 4410266 h 5143785"/>
              <a:gd name="connsiteX10923" fmla="*/ 144399 w 3114960"/>
              <a:gd name="connsiteY10923" fmla="*/ 4365689 h 5143785"/>
              <a:gd name="connsiteX10924" fmla="*/ 151162 w 3114960"/>
              <a:gd name="connsiteY10924" fmla="*/ 4365689 h 5143785"/>
              <a:gd name="connsiteX10925" fmla="*/ 153543 w 3114960"/>
              <a:gd name="connsiteY10925" fmla="*/ 4363307 h 5143785"/>
              <a:gd name="connsiteX10926" fmla="*/ 153543 w 3114960"/>
              <a:gd name="connsiteY10926" fmla="*/ 4362260 h 5143785"/>
              <a:gd name="connsiteX10927" fmla="*/ 208121 w 3114960"/>
              <a:gd name="connsiteY10927" fmla="*/ 4361974 h 5143785"/>
              <a:gd name="connsiteX10928" fmla="*/ 208979 w 3114960"/>
              <a:gd name="connsiteY10928" fmla="*/ 4361974 h 5143785"/>
              <a:gd name="connsiteX10929" fmla="*/ 353663 w 3114960"/>
              <a:gd name="connsiteY10929" fmla="*/ 4237578 h 5143785"/>
              <a:gd name="connsiteX10930" fmla="*/ 356330 w 3114960"/>
              <a:gd name="connsiteY10930" fmla="*/ 4239578 h 5143785"/>
              <a:gd name="connsiteX10931" fmla="*/ 361760 w 3114960"/>
              <a:gd name="connsiteY10931" fmla="*/ 4240816 h 5143785"/>
              <a:gd name="connsiteX10932" fmla="*/ 365951 w 3114960"/>
              <a:gd name="connsiteY10932" fmla="*/ 4240054 h 5143785"/>
              <a:gd name="connsiteX10933" fmla="*/ 373666 w 3114960"/>
              <a:gd name="connsiteY10933" fmla="*/ 4223957 h 5143785"/>
              <a:gd name="connsiteX10934" fmla="*/ 357569 w 3114960"/>
              <a:gd name="connsiteY10934" fmla="*/ 4216146 h 5143785"/>
              <a:gd name="connsiteX10935" fmla="*/ 350330 w 3114960"/>
              <a:gd name="connsiteY10935" fmla="*/ 4222623 h 5143785"/>
              <a:gd name="connsiteX10936" fmla="*/ 349758 w 3114960"/>
              <a:gd name="connsiteY10936" fmla="*/ 4232244 h 5143785"/>
              <a:gd name="connsiteX10937" fmla="*/ 350615 w 3114960"/>
              <a:gd name="connsiteY10937" fmla="*/ 4233768 h 5143785"/>
              <a:gd name="connsiteX10938" fmla="*/ 207169 w 3114960"/>
              <a:gd name="connsiteY10938" fmla="*/ 4357116 h 5143785"/>
              <a:gd name="connsiteX10939" fmla="*/ 153448 w 3114960"/>
              <a:gd name="connsiteY10939" fmla="*/ 4357402 h 5143785"/>
              <a:gd name="connsiteX10940" fmla="*/ 153448 w 3114960"/>
              <a:gd name="connsiteY10940" fmla="*/ 4355211 h 5143785"/>
              <a:gd name="connsiteX10941" fmla="*/ 151067 w 3114960"/>
              <a:gd name="connsiteY10941" fmla="*/ 4352830 h 5143785"/>
              <a:gd name="connsiteX10942" fmla="*/ 133826 w 3114960"/>
              <a:gd name="connsiteY10942" fmla="*/ 4352830 h 5143785"/>
              <a:gd name="connsiteX10943" fmla="*/ 111062 w 3114960"/>
              <a:gd name="connsiteY10943" fmla="*/ 4330446 h 5143785"/>
              <a:gd name="connsiteX10944" fmla="*/ 5429 w 3114960"/>
              <a:gd name="connsiteY10944" fmla="*/ 4330732 h 5143785"/>
              <a:gd name="connsiteX10945" fmla="*/ 4477 w 3114960"/>
              <a:gd name="connsiteY10945" fmla="*/ 4330732 h 5143785"/>
              <a:gd name="connsiteX10946" fmla="*/ 0 w 3114960"/>
              <a:gd name="connsiteY10946" fmla="*/ 4335018 h 5143785"/>
              <a:gd name="connsiteX10947" fmla="*/ 0 w 3114960"/>
              <a:gd name="connsiteY10947" fmla="*/ 4341590 h 5143785"/>
              <a:gd name="connsiteX10948" fmla="*/ 6382 w 3114960"/>
              <a:gd name="connsiteY10948" fmla="*/ 4335495 h 5143785"/>
              <a:gd name="connsiteX10949" fmla="*/ 109157 w 3114960"/>
              <a:gd name="connsiteY10949" fmla="*/ 4335209 h 5143785"/>
              <a:gd name="connsiteX10950" fmla="*/ 130492 w 3114960"/>
              <a:gd name="connsiteY10950" fmla="*/ 4356259 h 5143785"/>
              <a:gd name="connsiteX10951" fmla="*/ 130492 w 3114960"/>
              <a:gd name="connsiteY10951" fmla="*/ 4363212 h 5143785"/>
              <a:gd name="connsiteX10952" fmla="*/ 132874 w 3114960"/>
              <a:gd name="connsiteY10952" fmla="*/ 4365594 h 5143785"/>
              <a:gd name="connsiteX10953" fmla="*/ 139541 w 3114960"/>
              <a:gd name="connsiteY10953" fmla="*/ 4365594 h 5143785"/>
              <a:gd name="connsiteX10954" fmla="*/ 139541 w 3114960"/>
              <a:gd name="connsiteY10954" fmla="*/ 4410170 h 5143785"/>
              <a:gd name="connsiteX10955" fmla="*/ 133541 w 3114960"/>
              <a:gd name="connsiteY10955" fmla="*/ 4416171 h 5143785"/>
              <a:gd name="connsiteX10956" fmla="*/ 127540 w 3114960"/>
              <a:gd name="connsiteY10956" fmla="*/ 4410170 h 5143785"/>
              <a:gd name="connsiteX10957" fmla="*/ 127540 w 3114960"/>
              <a:gd name="connsiteY10957" fmla="*/ 4372166 h 5143785"/>
              <a:gd name="connsiteX10958" fmla="*/ 116777 w 3114960"/>
              <a:gd name="connsiteY10958" fmla="*/ 4361403 h 5143785"/>
              <a:gd name="connsiteX10959" fmla="*/ 106013 w 3114960"/>
              <a:gd name="connsiteY10959" fmla="*/ 4372166 h 5143785"/>
              <a:gd name="connsiteX10960" fmla="*/ 106013 w 3114960"/>
              <a:gd name="connsiteY10960" fmla="*/ 4410170 h 5143785"/>
              <a:gd name="connsiteX10961" fmla="*/ 100013 w 3114960"/>
              <a:gd name="connsiteY10961" fmla="*/ 4416171 h 5143785"/>
              <a:gd name="connsiteX10962" fmla="*/ 94012 w 3114960"/>
              <a:gd name="connsiteY10962" fmla="*/ 4410170 h 5143785"/>
              <a:gd name="connsiteX10963" fmla="*/ 94012 w 3114960"/>
              <a:gd name="connsiteY10963" fmla="*/ 4372070 h 5143785"/>
              <a:gd name="connsiteX10964" fmla="*/ 83248 w 3114960"/>
              <a:gd name="connsiteY10964" fmla="*/ 4361307 h 5143785"/>
              <a:gd name="connsiteX10965" fmla="*/ 72485 w 3114960"/>
              <a:gd name="connsiteY10965" fmla="*/ 4372070 h 5143785"/>
              <a:gd name="connsiteX10966" fmla="*/ 72485 w 3114960"/>
              <a:gd name="connsiteY10966" fmla="*/ 4414552 h 5143785"/>
              <a:gd name="connsiteX10967" fmla="*/ 65723 w 3114960"/>
              <a:gd name="connsiteY10967" fmla="*/ 4414552 h 5143785"/>
              <a:gd name="connsiteX10968" fmla="*/ 63341 w 3114960"/>
              <a:gd name="connsiteY10968" fmla="*/ 4416933 h 5143785"/>
              <a:gd name="connsiteX10969" fmla="*/ 63341 w 3114960"/>
              <a:gd name="connsiteY10969" fmla="*/ 4424934 h 5143785"/>
              <a:gd name="connsiteX10970" fmla="*/ 65723 w 3114960"/>
              <a:gd name="connsiteY10970" fmla="*/ 4427315 h 5143785"/>
              <a:gd name="connsiteX10971" fmla="*/ 74486 w 3114960"/>
              <a:gd name="connsiteY10971" fmla="*/ 4427315 h 5143785"/>
              <a:gd name="connsiteX10972" fmla="*/ 96965 w 3114960"/>
              <a:gd name="connsiteY10972" fmla="*/ 4447699 h 5143785"/>
              <a:gd name="connsiteX10973" fmla="*/ 147923 w 3114960"/>
              <a:gd name="connsiteY10973" fmla="*/ 4447985 h 5143785"/>
              <a:gd name="connsiteX10974" fmla="*/ 191833 w 3114960"/>
              <a:gd name="connsiteY10974" fmla="*/ 4487513 h 5143785"/>
              <a:gd name="connsiteX10975" fmla="*/ 191262 w 3114960"/>
              <a:gd name="connsiteY10975" fmla="*/ 4490085 h 5143785"/>
              <a:gd name="connsiteX10976" fmla="*/ 199835 w 3114960"/>
              <a:gd name="connsiteY10976" fmla="*/ 4498848 h 5143785"/>
              <a:gd name="connsiteX10977" fmla="*/ 199835 w 3114960"/>
              <a:gd name="connsiteY10977" fmla="*/ 4498848 h 5143785"/>
              <a:gd name="connsiteX10978" fmla="*/ 208502 w 3114960"/>
              <a:gd name="connsiteY10978" fmla="*/ 4490276 h 5143785"/>
              <a:gd name="connsiteX10979" fmla="*/ 206026 w 3114960"/>
              <a:gd name="connsiteY10979" fmla="*/ 4484085 h 5143785"/>
              <a:gd name="connsiteX10980" fmla="*/ 199930 w 3114960"/>
              <a:gd name="connsiteY10980" fmla="*/ 4481513 h 5143785"/>
              <a:gd name="connsiteX10981" fmla="*/ 199930 w 3114960"/>
              <a:gd name="connsiteY10981" fmla="*/ 4481513 h 5143785"/>
              <a:gd name="connsiteX10982" fmla="*/ 194596 w 3114960"/>
              <a:gd name="connsiteY10982" fmla="*/ 4483513 h 5143785"/>
              <a:gd name="connsiteX10983" fmla="*/ 149828 w 3114960"/>
              <a:gd name="connsiteY10983" fmla="*/ 4443222 h 5143785"/>
              <a:gd name="connsiteX10984" fmla="*/ 98870 w 3114960"/>
              <a:gd name="connsiteY10984" fmla="*/ 4442937 h 5143785"/>
              <a:gd name="connsiteX10985" fmla="*/ 81629 w 3114960"/>
              <a:gd name="connsiteY10985" fmla="*/ 4427315 h 5143785"/>
              <a:gd name="connsiteX10986" fmla="*/ 84011 w 3114960"/>
              <a:gd name="connsiteY10986" fmla="*/ 4427315 h 5143785"/>
              <a:gd name="connsiteX10987" fmla="*/ 86392 w 3114960"/>
              <a:gd name="connsiteY10987" fmla="*/ 4424934 h 5143785"/>
              <a:gd name="connsiteX10988" fmla="*/ 86392 w 3114960"/>
              <a:gd name="connsiteY10988" fmla="*/ 4416933 h 5143785"/>
              <a:gd name="connsiteX10989" fmla="*/ 84011 w 3114960"/>
              <a:gd name="connsiteY10989" fmla="*/ 4414552 h 5143785"/>
              <a:gd name="connsiteX10990" fmla="*/ 77248 w 3114960"/>
              <a:gd name="connsiteY10990" fmla="*/ 4414552 h 5143785"/>
              <a:gd name="connsiteX10991" fmla="*/ 77248 w 3114960"/>
              <a:gd name="connsiteY10991" fmla="*/ 4372070 h 5143785"/>
              <a:gd name="connsiteX10992" fmla="*/ 83248 w 3114960"/>
              <a:gd name="connsiteY10992" fmla="*/ 4366070 h 5143785"/>
              <a:gd name="connsiteX10993" fmla="*/ 89249 w 3114960"/>
              <a:gd name="connsiteY10993" fmla="*/ 4372070 h 5143785"/>
              <a:gd name="connsiteX10994" fmla="*/ 89249 w 3114960"/>
              <a:gd name="connsiteY10994" fmla="*/ 4410170 h 5143785"/>
              <a:gd name="connsiteX10995" fmla="*/ 100013 w 3114960"/>
              <a:gd name="connsiteY10995" fmla="*/ 4420934 h 5143785"/>
              <a:gd name="connsiteX10996" fmla="*/ 110776 w 3114960"/>
              <a:gd name="connsiteY10996" fmla="*/ 4410170 h 5143785"/>
              <a:gd name="connsiteX10997" fmla="*/ 110776 w 3114960"/>
              <a:gd name="connsiteY10997" fmla="*/ 4372166 h 5143785"/>
              <a:gd name="connsiteX10998" fmla="*/ 116777 w 3114960"/>
              <a:gd name="connsiteY10998" fmla="*/ 4366165 h 5143785"/>
              <a:gd name="connsiteX10999" fmla="*/ 122777 w 3114960"/>
              <a:gd name="connsiteY10999" fmla="*/ 4372166 h 5143785"/>
              <a:gd name="connsiteX11000" fmla="*/ 122777 w 3114960"/>
              <a:gd name="connsiteY11000" fmla="*/ 4410170 h 5143785"/>
              <a:gd name="connsiteX11001" fmla="*/ 133541 w 3114960"/>
              <a:gd name="connsiteY11001" fmla="*/ 4420934 h 5143785"/>
              <a:gd name="connsiteX11002" fmla="*/ 354711 w 3114960"/>
              <a:gd name="connsiteY11002" fmla="*/ 4224719 h 5143785"/>
              <a:gd name="connsiteX11003" fmla="*/ 359188 w 3114960"/>
              <a:gd name="connsiteY11003" fmla="*/ 4220718 h 5143785"/>
              <a:gd name="connsiteX11004" fmla="*/ 361760 w 3114960"/>
              <a:gd name="connsiteY11004" fmla="*/ 4220242 h 5143785"/>
              <a:gd name="connsiteX11005" fmla="*/ 369189 w 3114960"/>
              <a:gd name="connsiteY11005" fmla="*/ 4225481 h 5143785"/>
              <a:gd name="connsiteX11006" fmla="*/ 364331 w 3114960"/>
              <a:gd name="connsiteY11006" fmla="*/ 4235482 h 5143785"/>
              <a:gd name="connsiteX11007" fmla="*/ 358331 w 3114960"/>
              <a:gd name="connsiteY11007" fmla="*/ 4235196 h 5143785"/>
              <a:gd name="connsiteX11008" fmla="*/ 354330 w 3114960"/>
              <a:gd name="connsiteY11008" fmla="*/ 4230720 h 5143785"/>
              <a:gd name="connsiteX11009" fmla="*/ 354330 w 3114960"/>
              <a:gd name="connsiteY11009" fmla="*/ 4230720 h 5143785"/>
              <a:gd name="connsiteX11010" fmla="*/ 354711 w 3114960"/>
              <a:gd name="connsiteY11010" fmla="*/ 4224719 h 5143785"/>
              <a:gd name="connsiteX11011" fmla="*/ 135350 w 3114960"/>
              <a:gd name="connsiteY11011" fmla="*/ 4360926 h 5143785"/>
              <a:gd name="connsiteX11012" fmla="*/ 135350 w 3114960"/>
              <a:gd name="connsiteY11012" fmla="*/ 4357688 h 5143785"/>
              <a:gd name="connsiteX11013" fmla="*/ 148781 w 3114960"/>
              <a:gd name="connsiteY11013" fmla="*/ 4357688 h 5143785"/>
              <a:gd name="connsiteX11014" fmla="*/ 148781 w 3114960"/>
              <a:gd name="connsiteY11014" fmla="*/ 4360926 h 5143785"/>
              <a:gd name="connsiteX11015" fmla="*/ 135350 w 3114960"/>
              <a:gd name="connsiteY11015" fmla="*/ 4360926 h 5143785"/>
              <a:gd name="connsiteX11016" fmla="*/ 197168 w 3114960"/>
              <a:gd name="connsiteY11016" fmla="*/ 4488085 h 5143785"/>
              <a:gd name="connsiteX11017" fmla="*/ 197834 w 3114960"/>
              <a:gd name="connsiteY11017" fmla="*/ 4487323 h 5143785"/>
              <a:gd name="connsiteX11018" fmla="*/ 200311 w 3114960"/>
              <a:gd name="connsiteY11018" fmla="*/ 4486370 h 5143785"/>
              <a:gd name="connsiteX11019" fmla="*/ 203073 w 3114960"/>
              <a:gd name="connsiteY11019" fmla="*/ 4487513 h 5143785"/>
              <a:gd name="connsiteX11020" fmla="*/ 204216 w 3114960"/>
              <a:gd name="connsiteY11020" fmla="*/ 4490276 h 5143785"/>
              <a:gd name="connsiteX11021" fmla="*/ 200311 w 3114960"/>
              <a:gd name="connsiteY11021" fmla="*/ 4494181 h 5143785"/>
              <a:gd name="connsiteX11022" fmla="*/ 200311 w 3114960"/>
              <a:gd name="connsiteY11022" fmla="*/ 4494181 h 5143785"/>
              <a:gd name="connsiteX11023" fmla="*/ 196406 w 3114960"/>
              <a:gd name="connsiteY11023" fmla="*/ 4490276 h 5143785"/>
              <a:gd name="connsiteX11024" fmla="*/ 197168 w 3114960"/>
              <a:gd name="connsiteY11024" fmla="*/ 4488085 h 5143785"/>
              <a:gd name="connsiteX11025" fmla="*/ 81915 w 3114960"/>
              <a:gd name="connsiteY11025" fmla="*/ 4419410 h 5143785"/>
              <a:gd name="connsiteX11026" fmla="*/ 81915 w 3114960"/>
              <a:gd name="connsiteY11026" fmla="*/ 4422648 h 5143785"/>
              <a:gd name="connsiteX11027" fmla="*/ 68485 w 3114960"/>
              <a:gd name="connsiteY11027" fmla="*/ 4422648 h 5143785"/>
              <a:gd name="connsiteX11028" fmla="*/ 68485 w 3114960"/>
              <a:gd name="connsiteY11028" fmla="*/ 4419410 h 5143785"/>
              <a:gd name="connsiteX11029" fmla="*/ 81915 w 3114960"/>
              <a:gd name="connsiteY11029" fmla="*/ 4419410 h 5143785"/>
              <a:gd name="connsiteX11030" fmla="*/ 1793939 w 3114960"/>
              <a:gd name="connsiteY11030" fmla="*/ 675037 h 5143785"/>
              <a:gd name="connsiteX11031" fmla="*/ 1780508 w 3114960"/>
              <a:gd name="connsiteY11031" fmla="*/ 661607 h 5143785"/>
              <a:gd name="connsiteX11032" fmla="*/ 1767078 w 3114960"/>
              <a:gd name="connsiteY11032" fmla="*/ 675037 h 5143785"/>
              <a:gd name="connsiteX11033" fmla="*/ 1778127 w 3114960"/>
              <a:gd name="connsiteY11033" fmla="*/ 688277 h 5143785"/>
              <a:gd name="connsiteX11034" fmla="*/ 1778127 w 3114960"/>
              <a:gd name="connsiteY11034" fmla="*/ 737711 h 5143785"/>
              <a:gd name="connsiteX11035" fmla="*/ 1749171 w 3114960"/>
              <a:gd name="connsiteY11035" fmla="*/ 761524 h 5143785"/>
              <a:gd name="connsiteX11036" fmla="*/ 1706309 w 3114960"/>
              <a:gd name="connsiteY11036" fmla="*/ 761524 h 5143785"/>
              <a:gd name="connsiteX11037" fmla="*/ 1706309 w 3114960"/>
              <a:gd name="connsiteY11037" fmla="*/ 757428 h 5143785"/>
              <a:gd name="connsiteX11038" fmla="*/ 1703642 w 3114960"/>
              <a:gd name="connsiteY11038" fmla="*/ 754761 h 5143785"/>
              <a:gd name="connsiteX11039" fmla="*/ 1690688 w 3114960"/>
              <a:gd name="connsiteY11039" fmla="*/ 754761 h 5143785"/>
              <a:gd name="connsiteX11040" fmla="*/ 1688021 w 3114960"/>
              <a:gd name="connsiteY11040" fmla="*/ 757428 h 5143785"/>
              <a:gd name="connsiteX11041" fmla="*/ 1688021 w 3114960"/>
              <a:gd name="connsiteY11041" fmla="*/ 770382 h 5143785"/>
              <a:gd name="connsiteX11042" fmla="*/ 1690688 w 3114960"/>
              <a:gd name="connsiteY11042" fmla="*/ 773049 h 5143785"/>
              <a:gd name="connsiteX11043" fmla="*/ 1703642 w 3114960"/>
              <a:gd name="connsiteY11043" fmla="*/ 773049 h 5143785"/>
              <a:gd name="connsiteX11044" fmla="*/ 1706309 w 3114960"/>
              <a:gd name="connsiteY11044" fmla="*/ 770382 h 5143785"/>
              <a:gd name="connsiteX11045" fmla="*/ 1706309 w 3114960"/>
              <a:gd name="connsiteY11045" fmla="*/ 766286 h 5143785"/>
              <a:gd name="connsiteX11046" fmla="*/ 1750886 w 3114960"/>
              <a:gd name="connsiteY11046" fmla="*/ 766286 h 5143785"/>
              <a:gd name="connsiteX11047" fmla="*/ 1782890 w 3114960"/>
              <a:gd name="connsiteY11047" fmla="*/ 739902 h 5143785"/>
              <a:gd name="connsiteX11048" fmla="*/ 1782890 w 3114960"/>
              <a:gd name="connsiteY11048" fmla="*/ 688277 h 5143785"/>
              <a:gd name="connsiteX11049" fmla="*/ 1793939 w 3114960"/>
              <a:gd name="connsiteY11049" fmla="*/ 675037 h 5143785"/>
              <a:gd name="connsiteX11050" fmla="*/ 1780508 w 3114960"/>
              <a:gd name="connsiteY11050" fmla="*/ 683704 h 5143785"/>
              <a:gd name="connsiteX11051" fmla="*/ 1771841 w 3114960"/>
              <a:gd name="connsiteY11051" fmla="*/ 675037 h 5143785"/>
              <a:gd name="connsiteX11052" fmla="*/ 1780508 w 3114960"/>
              <a:gd name="connsiteY11052" fmla="*/ 666369 h 5143785"/>
              <a:gd name="connsiteX11053" fmla="*/ 1789176 w 3114960"/>
              <a:gd name="connsiteY11053" fmla="*/ 675037 h 5143785"/>
              <a:gd name="connsiteX11054" fmla="*/ 1780508 w 3114960"/>
              <a:gd name="connsiteY11054" fmla="*/ 683704 h 5143785"/>
              <a:gd name="connsiteX11055" fmla="*/ 1663446 w 3114960"/>
              <a:gd name="connsiteY11055" fmla="*/ 642271 h 5143785"/>
              <a:gd name="connsiteX11056" fmla="*/ 1670590 w 3114960"/>
              <a:gd name="connsiteY11056" fmla="*/ 642271 h 5143785"/>
              <a:gd name="connsiteX11057" fmla="*/ 1670590 w 3114960"/>
              <a:gd name="connsiteY11057" fmla="*/ 650748 h 5143785"/>
              <a:gd name="connsiteX11058" fmla="*/ 1663446 w 3114960"/>
              <a:gd name="connsiteY11058" fmla="*/ 650748 h 5143785"/>
              <a:gd name="connsiteX11059" fmla="*/ 1663446 w 3114960"/>
              <a:gd name="connsiteY11059" fmla="*/ 642271 h 5143785"/>
              <a:gd name="connsiteX11060" fmla="*/ 512445 w 3114960"/>
              <a:gd name="connsiteY11060" fmla="*/ 4332256 h 5143785"/>
              <a:gd name="connsiteX11061" fmla="*/ 512445 w 3114960"/>
              <a:gd name="connsiteY11061" fmla="*/ 4319588 h 5143785"/>
              <a:gd name="connsiteX11062" fmla="*/ 505587 w 3114960"/>
              <a:gd name="connsiteY11062" fmla="*/ 4312730 h 5143785"/>
              <a:gd name="connsiteX11063" fmla="*/ 501587 w 3114960"/>
              <a:gd name="connsiteY11063" fmla="*/ 4312730 h 5143785"/>
              <a:gd name="connsiteX11064" fmla="*/ 501587 w 3114960"/>
              <a:gd name="connsiteY11064" fmla="*/ 4169855 h 5143785"/>
              <a:gd name="connsiteX11065" fmla="*/ 357473 w 3114960"/>
              <a:gd name="connsiteY11065" fmla="*/ 4002977 h 5143785"/>
              <a:gd name="connsiteX11066" fmla="*/ 359188 w 3114960"/>
              <a:gd name="connsiteY11066" fmla="*/ 4000691 h 5143785"/>
              <a:gd name="connsiteX11067" fmla="*/ 359759 w 3114960"/>
              <a:gd name="connsiteY11067" fmla="*/ 3991070 h 5143785"/>
              <a:gd name="connsiteX11068" fmla="*/ 353282 w 3114960"/>
              <a:gd name="connsiteY11068" fmla="*/ 3983831 h 5143785"/>
              <a:gd name="connsiteX11069" fmla="*/ 343662 w 3114960"/>
              <a:gd name="connsiteY11069" fmla="*/ 3983260 h 5143785"/>
              <a:gd name="connsiteX11070" fmla="*/ 335947 w 3114960"/>
              <a:gd name="connsiteY11070" fmla="*/ 3999357 h 5143785"/>
              <a:gd name="connsiteX11071" fmla="*/ 347853 w 3114960"/>
              <a:gd name="connsiteY11071" fmla="*/ 4007834 h 5143785"/>
              <a:gd name="connsiteX11072" fmla="*/ 352044 w 3114960"/>
              <a:gd name="connsiteY11072" fmla="*/ 4007168 h 5143785"/>
              <a:gd name="connsiteX11073" fmla="*/ 353854 w 3114960"/>
              <a:gd name="connsiteY11073" fmla="*/ 4006120 h 5143785"/>
              <a:gd name="connsiteX11074" fmla="*/ 496919 w 3114960"/>
              <a:gd name="connsiteY11074" fmla="*/ 4171664 h 5143785"/>
              <a:gd name="connsiteX11075" fmla="*/ 496919 w 3114960"/>
              <a:gd name="connsiteY11075" fmla="*/ 4312825 h 5143785"/>
              <a:gd name="connsiteX11076" fmla="*/ 493014 w 3114960"/>
              <a:gd name="connsiteY11076" fmla="*/ 4312825 h 5143785"/>
              <a:gd name="connsiteX11077" fmla="*/ 486156 w 3114960"/>
              <a:gd name="connsiteY11077" fmla="*/ 4319683 h 5143785"/>
              <a:gd name="connsiteX11078" fmla="*/ 486156 w 3114960"/>
              <a:gd name="connsiteY11078" fmla="*/ 4332351 h 5143785"/>
              <a:gd name="connsiteX11079" fmla="*/ 493014 w 3114960"/>
              <a:gd name="connsiteY11079" fmla="*/ 4339114 h 5143785"/>
              <a:gd name="connsiteX11080" fmla="*/ 496919 w 3114960"/>
              <a:gd name="connsiteY11080" fmla="*/ 4339114 h 5143785"/>
              <a:gd name="connsiteX11081" fmla="*/ 496919 w 3114960"/>
              <a:gd name="connsiteY11081" fmla="*/ 4352449 h 5143785"/>
              <a:gd name="connsiteX11082" fmla="*/ 397193 w 3114960"/>
              <a:gd name="connsiteY11082" fmla="*/ 4437793 h 5143785"/>
              <a:gd name="connsiteX11083" fmla="*/ 269843 w 3114960"/>
              <a:gd name="connsiteY11083" fmla="*/ 4438841 h 5143785"/>
              <a:gd name="connsiteX11084" fmla="*/ 220790 w 3114960"/>
              <a:gd name="connsiteY11084" fmla="*/ 4396836 h 5143785"/>
              <a:gd name="connsiteX11085" fmla="*/ 221266 w 3114960"/>
              <a:gd name="connsiteY11085" fmla="*/ 4396073 h 5143785"/>
              <a:gd name="connsiteX11086" fmla="*/ 220790 w 3114960"/>
              <a:gd name="connsiteY11086" fmla="*/ 4388454 h 5143785"/>
              <a:gd name="connsiteX11087" fmla="*/ 215075 w 3114960"/>
              <a:gd name="connsiteY11087" fmla="*/ 4383310 h 5143785"/>
              <a:gd name="connsiteX11088" fmla="*/ 207455 w 3114960"/>
              <a:gd name="connsiteY11088" fmla="*/ 4383691 h 5143785"/>
              <a:gd name="connsiteX11089" fmla="*/ 202787 w 3114960"/>
              <a:gd name="connsiteY11089" fmla="*/ 4397121 h 5143785"/>
              <a:gd name="connsiteX11090" fmla="*/ 208502 w 3114960"/>
              <a:gd name="connsiteY11090" fmla="*/ 4402265 h 5143785"/>
              <a:gd name="connsiteX11091" fmla="*/ 211836 w 3114960"/>
              <a:gd name="connsiteY11091" fmla="*/ 4402836 h 5143785"/>
              <a:gd name="connsiteX11092" fmla="*/ 216218 w 3114960"/>
              <a:gd name="connsiteY11092" fmla="*/ 4401884 h 5143785"/>
              <a:gd name="connsiteX11093" fmla="*/ 217837 w 3114960"/>
              <a:gd name="connsiteY11093" fmla="*/ 4400645 h 5143785"/>
              <a:gd name="connsiteX11094" fmla="*/ 267462 w 3114960"/>
              <a:gd name="connsiteY11094" fmla="*/ 4443222 h 5143785"/>
              <a:gd name="connsiteX11095" fmla="*/ 268129 w 3114960"/>
              <a:gd name="connsiteY11095" fmla="*/ 4443794 h 5143785"/>
              <a:gd name="connsiteX11096" fmla="*/ 399002 w 3114960"/>
              <a:gd name="connsiteY11096" fmla="*/ 4442651 h 5143785"/>
              <a:gd name="connsiteX11097" fmla="*/ 500825 w 3114960"/>
              <a:gd name="connsiteY11097" fmla="*/ 4355402 h 5143785"/>
              <a:gd name="connsiteX11098" fmla="*/ 501682 w 3114960"/>
              <a:gd name="connsiteY11098" fmla="*/ 4354735 h 5143785"/>
              <a:gd name="connsiteX11099" fmla="*/ 501682 w 3114960"/>
              <a:gd name="connsiteY11099" fmla="*/ 4339209 h 5143785"/>
              <a:gd name="connsiteX11100" fmla="*/ 505682 w 3114960"/>
              <a:gd name="connsiteY11100" fmla="*/ 4339209 h 5143785"/>
              <a:gd name="connsiteX11101" fmla="*/ 512540 w 3114960"/>
              <a:gd name="connsiteY11101" fmla="*/ 4332446 h 5143785"/>
              <a:gd name="connsiteX11102" fmla="*/ 350520 w 3114960"/>
              <a:gd name="connsiteY11102" fmla="*/ 4002596 h 5143785"/>
              <a:gd name="connsiteX11103" fmla="*/ 344519 w 3114960"/>
              <a:gd name="connsiteY11103" fmla="*/ 4002215 h 5143785"/>
              <a:gd name="connsiteX11104" fmla="*/ 340519 w 3114960"/>
              <a:gd name="connsiteY11104" fmla="*/ 3997738 h 5143785"/>
              <a:gd name="connsiteX11105" fmla="*/ 345377 w 3114960"/>
              <a:gd name="connsiteY11105" fmla="*/ 3987737 h 5143785"/>
              <a:gd name="connsiteX11106" fmla="*/ 347948 w 3114960"/>
              <a:gd name="connsiteY11106" fmla="*/ 3987260 h 5143785"/>
              <a:gd name="connsiteX11107" fmla="*/ 351377 w 3114960"/>
              <a:gd name="connsiteY11107" fmla="*/ 3988022 h 5143785"/>
              <a:gd name="connsiteX11108" fmla="*/ 355378 w 3114960"/>
              <a:gd name="connsiteY11108" fmla="*/ 3992499 h 5143785"/>
              <a:gd name="connsiteX11109" fmla="*/ 350520 w 3114960"/>
              <a:gd name="connsiteY11109" fmla="*/ 4002500 h 5143785"/>
              <a:gd name="connsiteX11110" fmla="*/ 216789 w 3114960"/>
              <a:gd name="connsiteY11110" fmla="*/ 4394454 h 5143785"/>
              <a:gd name="connsiteX11111" fmla="*/ 214122 w 3114960"/>
              <a:gd name="connsiteY11111" fmla="*/ 4397407 h 5143785"/>
              <a:gd name="connsiteX11112" fmla="*/ 210122 w 3114960"/>
              <a:gd name="connsiteY11112" fmla="*/ 4397597 h 5143785"/>
              <a:gd name="connsiteX11113" fmla="*/ 207169 w 3114960"/>
              <a:gd name="connsiteY11113" fmla="*/ 4394930 h 5143785"/>
              <a:gd name="connsiteX11114" fmla="*/ 209645 w 3114960"/>
              <a:gd name="connsiteY11114" fmla="*/ 4387882 h 5143785"/>
              <a:gd name="connsiteX11115" fmla="*/ 211931 w 3114960"/>
              <a:gd name="connsiteY11115" fmla="*/ 4387311 h 5143785"/>
              <a:gd name="connsiteX11116" fmla="*/ 213646 w 3114960"/>
              <a:gd name="connsiteY11116" fmla="*/ 4387596 h 5143785"/>
              <a:gd name="connsiteX11117" fmla="*/ 216694 w 3114960"/>
              <a:gd name="connsiteY11117" fmla="*/ 4390263 h 5143785"/>
              <a:gd name="connsiteX11118" fmla="*/ 216884 w 3114960"/>
              <a:gd name="connsiteY11118" fmla="*/ 4394264 h 5143785"/>
              <a:gd name="connsiteX11119" fmla="*/ 492919 w 3114960"/>
              <a:gd name="connsiteY11119" fmla="*/ 4334256 h 5143785"/>
              <a:gd name="connsiteX11120" fmla="*/ 490823 w 3114960"/>
              <a:gd name="connsiteY11120" fmla="*/ 4332256 h 5143785"/>
              <a:gd name="connsiteX11121" fmla="*/ 490823 w 3114960"/>
              <a:gd name="connsiteY11121" fmla="*/ 4319588 h 5143785"/>
              <a:gd name="connsiteX11122" fmla="*/ 492919 w 3114960"/>
              <a:gd name="connsiteY11122" fmla="*/ 4317492 h 5143785"/>
              <a:gd name="connsiteX11123" fmla="*/ 505587 w 3114960"/>
              <a:gd name="connsiteY11123" fmla="*/ 4317492 h 5143785"/>
              <a:gd name="connsiteX11124" fmla="*/ 507683 w 3114960"/>
              <a:gd name="connsiteY11124" fmla="*/ 4319588 h 5143785"/>
              <a:gd name="connsiteX11125" fmla="*/ 507683 w 3114960"/>
              <a:gd name="connsiteY11125" fmla="*/ 4332256 h 5143785"/>
              <a:gd name="connsiteX11126" fmla="*/ 505587 w 3114960"/>
              <a:gd name="connsiteY11126" fmla="*/ 4334256 h 5143785"/>
              <a:gd name="connsiteX11127" fmla="*/ 492919 w 3114960"/>
              <a:gd name="connsiteY11127" fmla="*/ 4334256 h 5143785"/>
              <a:gd name="connsiteX11128" fmla="*/ 477774 w 3114960"/>
              <a:gd name="connsiteY11128" fmla="*/ 4411123 h 5143785"/>
              <a:gd name="connsiteX11129" fmla="*/ 484346 w 3114960"/>
              <a:gd name="connsiteY11129" fmla="*/ 4405694 h 5143785"/>
              <a:gd name="connsiteX11130" fmla="*/ 488918 w 3114960"/>
              <a:gd name="connsiteY11130" fmla="*/ 4411218 h 5143785"/>
              <a:gd name="connsiteX11131" fmla="*/ 482346 w 3114960"/>
              <a:gd name="connsiteY11131" fmla="*/ 4416647 h 5143785"/>
              <a:gd name="connsiteX11132" fmla="*/ 477774 w 3114960"/>
              <a:gd name="connsiteY11132" fmla="*/ 4411123 h 5143785"/>
              <a:gd name="connsiteX11133" fmla="*/ 451390 w 3114960"/>
              <a:gd name="connsiteY11133" fmla="*/ 4432935 h 5143785"/>
              <a:gd name="connsiteX11134" fmla="*/ 457962 w 3114960"/>
              <a:gd name="connsiteY11134" fmla="*/ 4427506 h 5143785"/>
              <a:gd name="connsiteX11135" fmla="*/ 462534 w 3114960"/>
              <a:gd name="connsiteY11135" fmla="*/ 4433030 h 5143785"/>
              <a:gd name="connsiteX11136" fmla="*/ 455962 w 3114960"/>
              <a:gd name="connsiteY11136" fmla="*/ 4438460 h 5143785"/>
              <a:gd name="connsiteX11137" fmla="*/ 451390 w 3114960"/>
              <a:gd name="connsiteY11137" fmla="*/ 4432935 h 5143785"/>
              <a:gd name="connsiteX11138" fmla="*/ 464630 w 3114960"/>
              <a:gd name="connsiteY11138" fmla="*/ 4421981 h 5143785"/>
              <a:gd name="connsiteX11139" fmla="*/ 471202 w 3114960"/>
              <a:gd name="connsiteY11139" fmla="*/ 4416552 h 5143785"/>
              <a:gd name="connsiteX11140" fmla="*/ 475774 w 3114960"/>
              <a:gd name="connsiteY11140" fmla="*/ 4422077 h 5143785"/>
              <a:gd name="connsiteX11141" fmla="*/ 469202 w 3114960"/>
              <a:gd name="connsiteY11141" fmla="*/ 4427506 h 5143785"/>
              <a:gd name="connsiteX11142" fmla="*/ 464630 w 3114960"/>
              <a:gd name="connsiteY11142" fmla="*/ 4421981 h 5143785"/>
              <a:gd name="connsiteX11143" fmla="*/ 553403 w 3114960"/>
              <a:gd name="connsiteY11143" fmla="*/ 4298061 h 5143785"/>
              <a:gd name="connsiteX11144" fmla="*/ 546259 w 3114960"/>
              <a:gd name="connsiteY11144" fmla="*/ 4298061 h 5143785"/>
              <a:gd name="connsiteX11145" fmla="*/ 546259 w 3114960"/>
              <a:gd name="connsiteY11145" fmla="*/ 4293299 h 5143785"/>
              <a:gd name="connsiteX11146" fmla="*/ 553403 w 3114960"/>
              <a:gd name="connsiteY11146" fmla="*/ 4293299 h 5143785"/>
              <a:gd name="connsiteX11147" fmla="*/ 553403 w 3114960"/>
              <a:gd name="connsiteY11147" fmla="*/ 4298061 h 5143785"/>
              <a:gd name="connsiteX11148" fmla="*/ 1832039 w 3114960"/>
              <a:gd name="connsiteY11148" fmla="*/ 485489 h 5143785"/>
              <a:gd name="connsiteX11149" fmla="*/ 1839182 w 3114960"/>
              <a:gd name="connsiteY11149" fmla="*/ 485489 h 5143785"/>
              <a:gd name="connsiteX11150" fmla="*/ 1839182 w 3114960"/>
              <a:gd name="connsiteY11150" fmla="*/ 494157 h 5143785"/>
              <a:gd name="connsiteX11151" fmla="*/ 1832039 w 3114960"/>
              <a:gd name="connsiteY11151" fmla="*/ 494157 h 5143785"/>
              <a:gd name="connsiteX11152" fmla="*/ 1832039 w 3114960"/>
              <a:gd name="connsiteY11152" fmla="*/ 485489 h 5143785"/>
              <a:gd name="connsiteX11153" fmla="*/ 1832039 w 3114960"/>
              <a:gd name="connsiteY11153" fmla="*/ 502825 h 5143785"/>
              <a:gd name="connsiteX11154" fmla="*/ 1839182 w 3114960"/>
              <a:gd name="connsiteY11154" fmla="*/ 502825 h 5143785"/>
              <a:gd name="connsiteX11155" fmla="*/ 1839182 w 3114960"/>
              <a:gd name="connsiteY11155" fmla="*/ 511493 h 5143785"/>
              <a:gd name="connsiteX11156" fmla="*/ 1832039 w 3114960"/>
              <a:gd name="connsiteY11156" fmla="*/ 511493 h 5143785"/>
              <a:gd name="connsiteX11157" fmla="*/ 1832039 w 3114960"/>
              <a:gd name="connsiteY11157" fmla="*/ 502825 h 5143785"/>
              <a:gd name="connsiteX11158" fmla="*/ 1832039 w 3114960"/>
              <a:gd name="connsiteY11158" fmla="*/ 468249 h 5143785"/>
              <a:gd name="connsiteX11159" fmla="*/ 1839182 w 3114960"/>
              <a:gd name="connsiteY11159" fmla="*/ 468249 h 5143785"/>
              <a:gd name="connsiteX11160" fmla="*/ 1839182 w 3114960"/>
              <a:gd name="connsiteY11160" fmla="*/ 476917 h 5143785"/>
              <a:gd name="connsiteX11161" fmla="*/ 1832039 w 3114960"/>
              <a:gd name="connsiteY11161" fmla="*/ 476917 h 5143785"/>
              <a:gd name="connsiteX11162" fmla="*/ 1832039 w 3114960"/>
              <a:gd name="connsiteY11162" fmla="*/ 468249 h 5143785"/>
              <a:gd name="connsiteX11163" fmla="*/ 1832039 w 3114960"/>
              <a:gd name="connsiteY11163" fmla="*/ 451009 h 5143785"/>
              <a:gd name="connsiteX11164" fmla="*/ 1839182 w 3114960"/>
              <a:gd name="connsiteY11164" fmla="*/ 451009 h 5143785"/>
              <a:gd name="connsiteX11165" fmla="*/ 1839182 w 3114960"/>
              <a:gd name="connsiteY11165" fmla="*/ 459677 h 5143785"/>
              <a:gd name="connsiteX11166" fmla="*/ 1832039 w 3114960"/>
              <a:gd name="connsiteY11166" fmla="*/ 459677 h 5143785"/>
              <a:gd name="connsiteX11167" fmla="*/ 1832039 w 3114960"/>
              <a:gd name="connsiteY11167" fmla="*/ 451009 h 5143785"/>
              <a:gd name="connsiteX11168" fmla="*/ 1826324 w 3114960"/>
              <a:gd name="connsiteY11168" fmla="*/ 617696 h 5143785"/>
              <a:gd name="connsiteX11169" fmla="*/ 1821656 w 3114960"/>
              <a:gd name="connsiteY11169" fmla="*/ 624459 h 5143785"/>
              <a:gd name="connsiteX11170" fmla="*/ 1815751 w 3114960"/>
              <a:gd name="connsiteY11170" fmla="*/ 620363 h 5143785"/>
              <a:gd name="connsiteX11171" fmla="*/ 1820418 w 3114960"/>
              <a:gd name="connsiteY11171" fmla="*/ 613601 h 5143785"/>
              <a:gd name="connsiteX11172" fmla="*/ 1826324 w 3114960"/>
              <a:gd name="connsiteY11172" fmla="*/ 617696 h 5143785"/>
              <a:gd name="connsiteX11173" fmla="*/ 521875 w 3114960"/>
              <a:gd name="connsiteY11173" fmla="*/ 3823430 h 5143785"/>
              <a:gd name="connsiteX11174" fmla="*/ 522256 w 3114960"/>
              <a:gd name="connsiteY11174" fmla="*/ 3825526 h 5143785"/>
              <a:gd name="connsiteX11175" fmla="*/ 528828 w 3114960"/>
              <a:gd name="connsiteY11175" fmla="*/ 3832574 h 5143785"/>
              <a:gd name="connsiteX11176" fmla="*/ 534067 w 3114960"/>
              <a:gd name="connsiteY11176" fmla="*/ 3833717 h 5143785"/>
              <a:gd name="connsiteX11177" fmla="*/ 545592 w 3114960"/>
              <a:gd name="connsiteY11177" fmla="*/ 3826288 h 5143785"/>
              <a:gd name="connsiteX11178" fmla="*/ 545878 w 3114960"/>
              <a:gd name="connsiteY11178" fmla="*/ 3816668 h 5143785"/>
              <a:gd name="connsiteX11179" fmla="*/ 539306 w 3114960"/>
              <a:gd name="connsiteY11179" fmla="*/ 3809619 h 5143785"/>
              <a:gd name="connsiteX11180" fmla="*/ 522542 w 3114960"/>
              <a:gd name="connsiteY11180" fmla="*/ 3815905 h 5143785"/>
              <a:gd name="connsiteX11181" fmla="*/ 521875 w 3114960"/>
              <a:gd name="connsiteY11181" fmla="*/ 3818763 h 5143785"/>
              <a:gd name="connsiteX11182" fmla="*/ 457581 w 3114960"/>
              <a:gd name="connsiteY11182" fmla="*/ 3818763 h 5143785"/>
              <a:gd name="connsiteX11183" fmla="*/ 450056 w 3114960"/>
              <a:gd name="connsiteY11183" fmla="*/ 3813810 h 5143785"/>
              <a:gd name="connsiteX11184" fmla="*/ 442532 w 3114960"/>
              <a:gd name="connsiteY11184" fmla="*/ 3813810 h 5143785"/>
              <a:gd name="connsiteX11185" fmla="*/ 434435 w 3114960"/>
              <a:gd name="connsiteY11185" fmla="*/ 3821525 h 5143785"/>
              <a:gd name="connsiteX11186" fmla="*/ 434435 w 3114960"/>
              <a:gd name="connsiteY11186" fmla="*/ 3849243 h 5143785"/>
              <a:gd name="connsiteX11187" fmla="*/ 391763 w 3114960"/>
              <a:gd name="connsiteY11187" fmla="*/ 3849243 h 5143785"/>
              <a:gd name="connsiteX11188" fmla="*/ 381000 w 3114960"/>
              <a:gd name="connsiteY11188" fmla="*/ 3862197 h 5143785"/>
              <a:gd name="connsiteX11189" fmla="*/ 391763 w 3114960"/>
              <a:gd name="connsiteY11189" fmla="*/ 3875151 h 5143785"/>
              <a:gd name="connsiteX11190" fmla="*/ 429863 w 3114960"/>
              <a:gd name="connsiteY11190" fmla="*/ 3875151 h 5143785"/>
              <a:gd name="connsiteX11191" fmla="*/ 435864 w 3114960"/>
              <a:gd name="connsiteY11191" fmla="*/ 3883343 h 5143785"/>
              <a:gd name="connsiteX11192" fmla="*/ 429863 w 3114960"/>
              <a:gd name="connsiteY11192" fmla="*/ 3891534 h 5143785"/>
              <a:gd name="connsiteX11193" fmla="*/ 337376 w 3114960"/>
              <a:gd name="connsiteY11193" fmla="*/ 3891534 h 5143785"/>
              <a:gd name="connsiteX11194" fmla="*/ 337090 w 3114960"/>
              <a:gd name="connsiteY11194" fmla="*/ 3889724 h 5143785"/>
              <a:gd name="connsiteX11195" fmla="*/ 320993 w 3114960"/>
              <a:gd name="connsiteY11195" fmla="*/ 3881914 h 5143785"/>
              <a:gd name="connsiteX11196" fmla="*/ 313277 w 3114960"/>
              <a:gd name="connsiteY11196" fmla="*/ 3898011 h 5143785"/>
              <a:gd name="connsiteX11197" fmla="*/ 325184 w 3114960"/>
              <a:gd name="connsiteY11197" fmla="*/ 3906488 h 5143785"/>
              <a:gd name="connsiteX11198" fmla="*/ 329375 w 3114960"/>
              <a:gd name="connsiteY11198" fmla="*/ 3905822 h 5143785"/>
              <a:gd name="connsiteX11199" fmla="*/ 336614 w 3114960"/>
              <a:gd name="connsiteY11199" fmla="*/ 3899345 h 5143785"/>
              <a:gd name="connsiteX11200" fmla="*/ 337376 w 3114960"/>
              <a:gd name="connsiteY11200" fmla="*/ 3896201 h 5143785"/>
              <a:gd name="connsiteX11201" fmla="*/ 429863 w 3114960"/>
              <a:gd name="connsiteY11201" fmla="*/ 3896201 h 5143785"/>
              <a:gd name="connsiteX11202" fmla="*/ 440627 w 3114960"/>
              <a:gd name="connsiteY11202" fmla="*/ 3883247 h 5143785"/>
              <a:gd name="connsiteX11203" fmla="*/ 429863 w 3114960"/>
              <a:gd name="connsiteY11203" fmla="*/ 3870293 h 5143785"/>
              <a:gd name="connsiteX11204" fmla="*/ 391763 w 3114960"/>
              <a:gd name="connsiteY11204" fmla="*/ 3870293 h 5143785"/>
              <a:gd name="connsiteX11205" fmla="*/ 385763 w 3114960"/>
              <a:gd name="connsiteY11205" fmla="*/ 3862102 h 5143785"/>
              <a:gd name="connsiteX11206" fmla="*/ 391763 w 3114960"/>
              <a:gd name="connsiteY11206" fmla="*/ 3853910 h 5143785"/>
              <a:gd name="connsiteX11207" fmla="*/ 434721 w 3114960"/>
              <a:gd name="connsiteY11207" fmla="*/ 3853910 h 5143785"/>
              <a:gd name="connsiteX11208" fmla="*/ 442532 w 3114960"/>
              <a:gd name="connsiteY11208" fmla="*/ 3860197 h 5143785"/>
              <a:gd name="connsiteX11209" fmla="*/ 450056 w 3114960"/>
              <a:gd name="connsiteY11209" fmla="*/ 3860197 h 5143785"/>
              <a:gd name="connsiteX11210" fmla="*/ 457676 w 3114960"/>
              <a:gd name="connsiteY11210" fmla="*/ 3854768 h 5143785"/>
              <a:gd name="connsiteX11211" fmla="*/ 464725 w 3114960"/>
              <a:gd name="connsiteY11211" fmla="*/ 3854768 h 5143785"/>
              <a:gd name="connsiteX11212" fmla="*/ 464725 w 3114960"/>
              <a:gd name="connsiteY11212" fmla="*/ 3941731 h 5143785"/>
              <a:gd name="connsiteX11213" fmla="*/ 446437 w 3114960"/>
              <a:gd name="connsiteY11213" fmla="*/ 3957161 h 5143785"/>
              <a:gd name="connsiteX11214" fmla="*/ 252413 w 3114960"/>
              <a:gd name="connsiteY11214" fmla="*/ 3957161 h 5143785"/>
              <a:gd name="connsiteX11215" fmla="*/ 175832 w 3114960"/>
              <a:gd name="connsiteY11215" fmla="*/ 4026980 h 5143785"/>
              <a:gd name="connsiteX11216" fmla="*/ 172498 w 3114960"/>
              <a:gd name="connsiteY11216" fmla="*/ 4026027 h 5143785"/>
              <a:gd name="connsiteX11217" fmla="*/ 159830 w 3114960"/>
              <a:gd name="connsiteY11217" fmla="*/ 4026027 h 5143785"/>
              <a:gd name="connsiteX11218" fmla="*/ 152972 w 3114960"/>
              <a:gd name="connsiteY11218" fmla="*/ 4032885 h 5143785"/>
              <a:gd name="connsiteX11219" fmla="*/ 152972 w 3114960"/>
              <a:gd name="connsiteY11219" fmla="*/ 4045553 h 5143785"/>
              <a:gd name="connsiteX11220" fmla="*/ 159830 w 3114960"/>
              <a:gd name="connsiteY11220" fmla="*/ 4052316 h 5143785"/>
              <a:gd name="connsiteX11221" fmla="*/ 172498 w 3114960"/>
              <a:gd name="connsiteY11221" fmla="*/ 4052316 h 5143785"/>
              <a:gd name="connsiteX11222" fmla="*/ 179356 w 3114960"/>
              <a:gd name="connsiteY11222" fmla="*/ 4045553 h 5143785"/>
              <a:gd name="connsiteX11223" fmla="*/ 179356 w 3114960"/>
              <a:gd name="connsiteY11223" fmla="*/ 4032885 h 5143785"/>
              <a:gd name="connsiteX11224" fmla="*/ 178880 w 3114960"/>
              <a:gd name="connsiteY11224" fmla="*/ 4030694 h 5143785"/>
              <a:gd name="connsiteX11225" fmla="*/ 254222 w 3114960"/>
              <a:gd name="connsiteY11225" fmla="*/ 3962019 h 5143785"/>
              <a:gd name="connsiteX11226" fmla="*/ 448151 w 3114960"/>
              <a:gd name="connsiteY11226" fmla="*/ 3962019 h 5143785"/>
              <a:gd name="connsiteX11227" fmla="*/ 469392 w 3114960"/>
              <a:gd name="connsiteY11227" fmla="*/ 3944017 h 5143785"/>
              <a:gd name="connsiteX11228" fmla="*/ 469392 w 3114960"/>
              <a:gd name="connsiteY11228" fmla="*/ 3850100 h 5143785"/>
              <a:gd name="connsiteX11229" fmla="*/ 458153 w 3114960"/>
              <a:gd name="connsiteY11229" fmla="*/ 3850100 h 5143785"/>
              <a:gd name="connsiteX11230" fmla="*/ 458153 w 3114960"/>
              <a:gd name="connsiteY11230" fmla="*/ 3823430 h 5143785"/>
              <a:gd name="connsiteX11231" fmla="*/ 521875 w 3114960"/>
              <a:gd name="connsiteY11231" fmla="*/ 3823430 h 5143785"/>
              <a:gd name="connsiteX11232" fmla="*/ 526923 w 3114960"/>
              <a:gd name="connsiteY11232" fmla="*/ 3817715 h 5143785"/>
              <a:gd name="connsiteX11233" fmla="*/ 534067 w 3114960"/>
              <a:gd name="connsiteY11233" fmla="*/ 3813143 h 5143785"/>
              <a:gd name="connsiteX11234" fmla="*/ 537305 w 3114960"/>
              <a:gd name="connsiteY11234" fmla="*/ 3813810 h 5143785"/>
              <a:gd name="connsiteX11235" fmla="*/ 541401 w 3114960"/>
              <a:gd name="connsiteY11235" fmla="*/ 3818192 h 5143785"/>
              <a:gd name="connsiteX11236" fmla="*/ 541211 w 3114960"/>
              <a:gd name="connsiteY11236" fmla="*/ 3824192 h 5143785"/>
              <a:gd name="connsiteX11237" fmla="*/ 530733 w 3114960"/>
              <a:gd name="connsiteY11237" fmla="*/ 3828098 h 5143785"/>
              <a:gd name="connsiteX11238" fmla="*/ 526637 w 3114960"/>
              <a:gd name="connsiteY11238" fmla="*/ 3823716 h 5143785"/>
              <a:gd name="connsiteX11239" fmla="*/ 526828 w 3114960"/>
              <a:gd name="connsiteY11239" fmla="*/ 3817715 h 5143785"/>
              <a:gd name="connsiteX11240" fmla="*/ 332232 w 3114960"/>
              <a:gd name="connsiteY11240" fmla="*/ 3897249 h 5143785"/>
              <a:gd name="connsiteX11241" fmla="*/ 327755 w 3114960"/>
              <a:gd name="connsiteY11241" fmla="*/ 3901250 h 5143785"/>
              <a:gd name="connsiteX11242" fmla="*/ 317754 w 3114960"/>
              <a:gd name="connsiteY11242" fmla="*/ 3896392 h 5143785"/>
              <a:gd name="connsiteX11243" fmla="*/ 322612 w 3114960"/>
              <a:gd name="connsiteY11243" fmla="*/ 3886391 h 5143785"/>
              <a:gd name="connsiteX11244" fmla="*/ 325184 w 3114960"/>
              <a:gd name="connsiteY11244" fmla="*/ 3885914 h 5143785"/>
              <a:gd name="connsiteX11245" fmla="*/ 328613 w 3114960"/>
              <a:gd name="connsiteY11245" fmla="*/ 3886676 h 5143785"/>
              <a:gd name="connsiteX11246" fmla="*/ 332613 w 3114960"/>
              <a:gd name="connsiteY11246" fmla="*/ 3891153 h 5143785"/>
              <a:gd name="connsiteX11247" fmla="*/ 332232 w 3114960"/>
              <a:gd name="connsiteY11247" fmla="*/ 3897154 h 5143785"/>
              <a:gd name="connsiteX11248" fmla="*/ 454438 w 3114960"/>
              <a:gd name="connsiteY11248" fmla="*/ 3852482 h 5143785"/>
              <a:gd name="connsiteX11249" fmla="*/ 450056 w 3114960"/>
              <a:gd name="connsiteY11249" fmla="*/ 3856673 h 5143785"/>
              <a:gd name="connsiteX11250" fmla="*/ 442532 w 3114960"/>
              <a:gd name="connsiteY11250" fmla="*/ 3856673 h 5143785"/>
              <a:gd name="connsiteX11251" fmla="*/ 438150 w 3114960"/>
              <a:gd name="connsiteY11251" fmla="*/ 3852482 h 5143785"/>
              <a:gd name="connsiteX11252" fmla="*/ 438150 w 3114960"/>
              <a:gd name="connsiteY11252" fmla="*/ 3845909 h 5143785"/>
              <a:gd name="connsiteX11253" fmla="*/ 454343 w 3114960"/>
              <a:gd name="connsiteY11253" fmla="*/ 3845909 h 5143785"/>
              <a:gd name="connsiteX11254" fmla="*/ 454343 w 3114960"/>
              <a:gd name="connsiteY11254" fmla="*/ 3852482 h 5143785"/>
              <a:gd name="connsiteX11255" fmla="*/ 454438 w 3114960"/>
              <a:gd name="connsiteY11255" fmla="*/ 3826193 h 5143785"/>
              <a:gd name="connsiteX11256" fmla="*/ 438245 w 3114960"/>
              <a:gd name="connsiteY11256" fmla="*/ 3826193 h 5143785"/>
              <a:gd name="connsiteX11257" fmla="*/ 438245 w 3114960"/>
              <a:gd name="connsiteY11257" fmla="*/ 3821335 h 5143785"/>
              <a:gd name="connsiteX11258" fmla="*/ 442627 w 3114960"/>
              <a:gd name="connsiteY11258" fmla="*/ 3817144 h 5143785"/>
              <a:gd name="connsiteX11259" fmla="*/ 450152 w 3114960"/>
              <a:gd name="connsiteY11259" fmla="*/ 3817144 h 5143785"/>
              <a:gd name="connsiteX11260" fmla="*/ 454533 w 3114960"/>
              <a:gd name="connsiteY11260" fmla="*/ 3821335 h 5143785"/>
              <a:gd name="connsiteX11261" fmla="*/ 454533 w 3114960"/>
              <a:gd name="connsiteY11261" fmla="*/ 3826193 h 5143785"/>
              <a:gd name="connsiteX11262" fmla="*/ 174593 w 3114960"/>
              <a:gd name="connsiteY11262" fmla="*/ 4045553 h 5143785"/>
              <a:gd name="connsiteX11263" fmla="*/ 172498 w 3114960"/>
              <a:gd name="connsiteY11263" fmla="*/ 4047554 h 5143785"/>
              <a:gd name="connsiteX11264" fmla="*/ 159830 w 3114960"/>
              <a:gd name="connsiteY11264" fmla="*/ 4047554 h 5143785"/>
              <a:gd name="connsiteX11265" fmla="*/ 157734 w 3114960"/>
              <a:gd name="connsiteY11265" fmla="*/ 4045553 h 5143785"/>
              <a:gd name="connsiteX11266" fmla="*/ 157734 w 3114960"/>
              <a:gd name="connsiteY11266" fmla="*/ 4032885 h 5143785"/>
              <a:gd name="connsiteX11267" fmla="*/ 159830 w 3114960"/>
              <a:gd name="connsiteY11267" fmla="*/ 4030790 h 5143785"/>
              <a:gd name="connsiteX11268" fmla="*/ 172498 w 3114960"/>
              <a:gd name="connsiteY11268" fmla="*/ 4030790 h 5143785"/>
              <a:gd name="connsiteX11269" fmla="*/ 174593 w 3114960"/>
              <a:gd name="connsiteY11269" fmla="*/ 4032885 h 5143785"/>
              <a:gd name="connsiteX11270" fmla="*/ 174593 w 3114960"/>
              <a:gd name="connsiteY11270" fmla="*/ 4045553 h 5143785"/>
              <a:gd name="connsiteX11271" fmla="*/ 1839182 w 3114960"/>
              <a:gd name="connsiteY11271" fmla="*/ 442341 h 5143785"/>
              <a:gd name="connsiteX11272" fmla="*/ 1832039 w 3114960"/>
              <a:gd name="connsiteY11272" fmla="*/ 442341 h 5143785"/>
              <a:gd name="connsiteX11273" fmla="*/ 1832039 w 3114960"/>
              <a:gd name="connsiteY11273" fmla="*/ 433673 h 5143785"/>
              <a:gd name="connsiteX11274" fmla="*/ 1839182 w 3114960"/>
              <a:gd name="connsiteY11274" fmla="*/ 433673 h 5143785"/>
              <a:gd name="connsiteX11275" fmla="*/ 1839182 w 3114960"/>
              <a:gd name="connsiteY11275" fmla="*/ 442341 h 5143785"/>
              <a:gd name="connsiteX11276" fmla="*/ 1832039 w 3114960"/>
              <a:gd name="connsiteY11276" fmla="*/ 537305 h 5143785"/>
              <a:gd name="connsiteX11277" fmla="*/ 1839182 w 3114960"/>
              <a:gd name="connsiteY11277" fmla="*/ 537305 h 5143785"/>
              <a:gd name="connsiteX11278" fmla="*/ 1839182 w 3114960"/>
              <a:gd name="connsiteY11278" fmla="*/ 545973 h 5143785"/>
              <a:gd name="connsiteX11279" fmla="*/ 1832039 w 3114960"/>
              <a:gd name="connsiteY11279" fmla="*/ 545973 h 5143785"/>
              <a:gd name="connsiteX11280" fmla="*/ 1832039 w 3114960"/>
              <a:gd name="connsiteY11280" fmla="*/ 537305 h 5143785"/>
              <a:gd name="connsiteX11281" fmla="*/ 1832039 w 3114960"/>
              <a:gd name="connsiteY11281" fmla="*/ 520065 h 5143785"/>
              <a:gd name="connsiteX11282" fmla="*/ 1839182 w 3114960"/>
              <a:gd name="connsiteY11282" fmla="*/ 520065 h 5143785"/>
              <a:gd name="connsiteX11283" fmla="*/ 1839182 w 3114960"/>
              <a:gd name="connsiteY11283" fmla="*/ 528733 h 5143785"/>
              <a:gd name="connsiteX11284" fmla="*/ 1832039 w 3114960"/>
              <a:gd name="connsiteY11284" fmla="*/ 528733 h 5143785"/>
              <a:gd name="connsiteX11285" fmla="*/ 1832039 w 3114960"/>
              <a:gd name="connsiteY11285" fmla="*/ 520065 h 5143785"/>
              <a:gd name="connsiteX11286" fmla="*/ 1832039 w 3114960"/>
              <a:gd name="connsiteY11286" fmla="*/ 557594 h 5143785"/>
              <a:gd name="connsiteX11287" fmla="*/ 1822132 w 3114960"/>
              <a:gd name="connsiteY11287" fmla="*/ 570548 h 5143785"/>
              <a:gd name="connsiteX11288" fmla="*/ 1835563 w 3114960"/>
              <a:gd name="connsiteY11288" fmla="*/ 583978 h 5143785"/>
              <a:gd name="connsiteX11289" fmla="*/ 1848993 w 3114960"/>
              <a:gd name="connsiteY11289" fmla="*/ 570548 h 5143785"/>
              <a:gd name="connsiteX11290" fmla="*/ 1839087 w 3114960"/>
              <a:gd name="connsiteY11290" fmla="*/ 557594 h 5143785"/>
              <a:gd name="connsiteX11291" fmla="*/ 1839087 w 3114960"/>
              <a:gd name="connsiteY11291" fmla="*/ 554641 h 5143785"/>
              <a:gd name="connsiteX11292" fmla="*/ 1831943 w 3114960"/>
              <a:gd name="connsiteY11292" fmla="*/ 554641 h 5143785"/>
              <a:gd name="connsiteX11293" fmla="*/ 1831943 w 3114960"/>
              <a:gd name="connsiteY11293" fmla="*/ 557594 h 5143785"/>
              <a:gd name="connsiteX11294" fmla="*/ 1844326 w 3114960"/>
              <a:gd name="connsiteY11294" fmla="*/ 570452 h 5143785"/>
              <a:gd name="connsiteX11295" fmla="*/ 1835658 w 3114960"/>
              <a:gd name="connsiteY11295" fmla="*/ 579120 h 5143785"/>
              <a:gd name="connsiteX11296" fmla="*/ 1826990 w 3114960"/>
              <a:gd name="connsiteY11296" fmla="*/ 570452 h 5143785"/>
              <a:gd name="connsiteX11297" fmla="*/ 1835658 w 3114960"/>
              <a:gd name="connsiteY11297" fmla="*/ 561785 h 5143785"/>
              <a:gd name="connsiteX11298" fmla="*/ 1844326 w 3114960"/>
              <a:gd name="connsiteY11298" fmla="*/ 570452 h 5143785"/>
              <a:gd name="connsiteX11299" fmla="*/ 1738503 w 3114960"/>
              <a:gd name="connsiteY11299" fmla="*/ 401669 h 5143785"/>
              <a:gd name="connsiteX11300" fmla="*/ 1749552 w 3114960"/>
              <a:gd name="connsiteY11300" fmla="*/ 412718 h 5143785"/>
              <a:gd name="connsiteX11301" fmla="*/ 1738503 w 3114960"/>
              <a:gd name="connsiteY11301" fmla="*/ 423767 h 5143785"/>
              <a:gd name="connsiteX11302" fmla="*/ 1742027 w 3114960"/>
              <a:gd name="connsiteY11302" fmla="*/ 423767 h 5143785"/>
              <a:gd name="connsiteX11303" fmla="*/ 1742027 w 3114960"/>
              <a:gd name="connsiteY11303" fmla="*/ 428530 h 5143785"/>
              <a:gd name="connsiteX11304" fmla="*/ 1734884 w 3114960"/>
              <a:gd name="connsiteY11304" fmla="*/ 428530 h 5143785"/>
              <a:gd name="connsiteX11305" fmla="*/ 1734884 w 3114960"/>
              <a:gd name="connsiteY11305" fmla="*/ 423767 h 5143785"/>
              <a:gd name="connsiteX11306" fmla="*/ 1738408 w 3114960"/>
              <a:gd name="connsiteY11306" fmla="*/ 423767 h 5143785"/>
              <a:gd name="connsiteX11307" fmla="*/ 1727359 w 3114960"/>
              <a:gd name="connsiteY11307" fmla="*/ 412718 h 5143785"/>
              <a:gd name="connsiteX11308" fmla="*/ 1738408 w 3114960"/>
              <a:gd name="connsiteY11308" fmla="*/ 401669 h 5143785"/>
              <a:gd name="connsiteX11309" fmla="*/ 1830991 w 3114960"/>
              <a:gd name="connsiteY11309" fmla="*/ 610934 h 5143785"/>
              <a:gd name="connsiteX11310" fmla="*/ 1825085 w 3114960"/>
              <a:gd name="connsiteY11310" fmla="*/ 606838 h 5143785"/>
              <a:gd name="connsiteX11311" fmla="*/ 1827848 w 3114960"/>
              <a:gd name="connsiteY11311" fmla="*/ 602933 h 5143785"/>
              <a:gd name="connsiteX11312" fmla="*/ 1833753 w 3114960"/>
              <a:gd name="connsiteY11312" fmla="*/ 607028 h 5143785"/>
              <a:gd name="connsiteX11313" fmla="*/ 1830991 w 3114960"/>
              <a:gd name="connsiteY11313" fmla="*/ 610934 h 5143785"/>
              <a:gd name="connsiteX11314" fmla="*/ 1045940 w 3114960"/>
              <a:gd name="connsiteY11314" fmla="*/ 3867626 h 5143785"/>
              <a:gd name="connsiteX11315" fmla="*/ 1045940 w 3114960"/>
              <a:gd name="connsiteY11315" fmla="*/ 3867626 h 5143785"/>
              <a:gd name="connsiteX11316" fmla="*/ 1048322 w 3114960"/>
              <a:gd name="connsiteY11316" fmla="*/ 3865245 h 5143785"/>
              <a:gd name="connsiteX11317" fmla="*/ 1048322 w 3114960"/>
              <a:gd name="connsiteY11317" fmla="*/ 3847052 h 5143785"/>
              <a:gd name="connsiteX11318" fmla="*/ 1045940 w 3114960"/>
              <a:gd name="connsiteY11318" fmla="*/ 3844671 h 5143785"/>
              <a:gd name="connsiteX11319" fmla="*/ 1037939 w 3114960"/>
              <a:gd name="connsiteY11319" fmla="*/ 3844671 h 5143785"/>
              <a:gd name="connsiteX11320" fmla="*/ 1035558 w 3114960"/>
              <a:gd name="connsiteY11320" fmla="*/ 3847052 h 5143785"/>
              <a:gd name="connsiteX11321" fmla="*/ 1035558 w 3114960"/>
              <a:gd name="connsiteY11321" fmla="*/ 3853815 h 5143785"/>
              <a:gd name="connsiteX11322" fmla="*/ 993077 w 3114960"/>
              <a:gd name="connsiteY11322" fmla="*/ 3853815 h 5143785"/>
              <a:gd name="connsiteX11323" fmla="*/ 987076 w 3114960"/>
              <a:gd name="connsiteY11323" fmla="*/ 3847814 h 5143785"/>
              <a:gd name="connsiteX11324" fmla="*/ 993077 w 3114960"/>
              <a:gd name="connsiteY11324" fmla="*/ 3841813 h 5143785"/>
              <a:gd name="connsiteX11325" fmla="*/ 1031177 w 3114960"/>
              <a:gd name="connsiteY11325" fmla="*/ 3841813 h 5143785"/>
              <a:gd name="connsiteX11326" fmla="*/ 1041940 w 3114960"/>
              <a:gd name="connsiteY11326" fmla="*/ 3831050 h 5143785"/>
              <a:gd name="connsiteX11327" fmla="*/ 1031177 w 3114960"/>
              <a:gd name="connsiteY11327" fmla="*/ 3820287 h 5143785"/>
              <a:gd name="connsiteX11328" fmla="*/ 993172 w 3114960"/>
              <a:gd name="connsiteY11328" fmla="*/ 3820287 h 5143785"/>
              <a:gd name="connsiteX11329" fmla="*/ 987171 w 3114960"/>
              <a:gd name="connsiteY11329" fmla="*/ 3814286 h 5143785"/>
              <a:gd name="connsiteX11330" fmla="*/ 993172 w 3114960"/>
              <a:gd name="connsiteY11330" fmla="*/ 3808286 h 5143785"/>
              <a:gd name="connsiteX11331" fmla="*/ 1031177 w 3114960"/>
              <a:gd name="connsiteY11331" fmla="*/ 3808286 h 5143785"/>
              <a:gd name="connsiteX11332" fmla="*/ 1041940 w 3114960"/>
              <a:gd name="connsiteY11332" fmla="*/ 3797522 h 5143785"/>
              <a:gd name="connsiteX11333" fmla="*/ 1031177 w 3114960"/>
              <a:gd name="connsiteY11333" fmla="*/ 3786759 h 5143785"/>
              <a:gd name="connsiteX11334" fmla="*/ 986600 w 3114960"/>
              <a:gd name="connsiteY11334" fmla="*/ 3786759 h 5143785"/>
              <a:gd name="connsiteX11335" fmla="*/ 986600 w 3114960"/>
              <a:gd name="connsiteY11335" fmla="*/ 3779996 h 5143785"/>
              <a:gd name="connsiteX11336" fmla="*/ 984218 w 3114960"/>
              <a:gd name="connsiteY11336" fmla="*/ 3777615 h 5143785"/>
              <a:gd name="connsiteX11337" fmla="*/ 976217 w 3114960"/>
              <a:gd name="connsiteY11337" fmla="*/ 3777615 h 5143785"/>
              <a:gd name="connsiteX11338" fmla="*/ 973836 w 3114960"/>
              <a:gd name="connsiteY11338" fmla="*/ 3779996 h 5143785"/>
              <a:gd name="connsiteX11339" fmla="*/ 973836 w 3114960"/>
              <a:gd name="connsiteY11339" fmla="*/ 3786759 h 5143785"/>
              <a:gd name="connsiteX11340" fmla="*/ 966216 w 3114960"/>
              <a:gd name="connsiteY11340" fmla="*/ 3786759 h 5143785"/>
              <a:gd name="connsiteX11341" fmla="*/ 966216 w 3114960"/>
              <a:gd name="connsiteY11341" fmla="*/ 3779996 h 5143785"/>
              <a:gd name="connsiteX11342" fmla="*/ 963835 w 3114960"/>
              <a:gd name="connsiteY11342" fmla="*/ 3777615 h 5143785"/>
              <a:gd name="connsiteX11343" fmla="*/ 955834 w 3114960"/>
              <a:gd name="connsiteY11343" fmla="*/ 3777615 h 5143785"/>
              <a:gd name="connsiteX11344" fmla="*/ 953452 w 3114960"/>
              <a:gd name="connsiteY11344" fmla="*/ 3779996 h 5143785"/>
              <a:gd name="connsiteX11345" fmla="*/ 953452 w 3114960"/>
              <a:gd name="connsiteY11345" fmla="*/ 3786759 h 5143785"/>
              <a:gd name="connsiteX11346" fmla="*/ 910971 w 3114960"/>
              <a:gd name="connsiteY11346" fmla="*/ 3786759 h 5143785"/>
              <a:gd name="connsiteX11347" fmla="*/ 900208 w 3114960"/>
              <a:gd name="connsiteY11347" fmla="*/ 3797522 h 5143785"/>
              <a:gd name="connsiteX11348" fmla="*/ 910971 w 3114960"/>
              <a:gd name="connsiteY11348" fmla="*/ 3808286 h 5143785"/>
              <a:gd name="connsiteX11349" fmla="*/ 949071 w 3114960"/>
              <a:gd name="connsiteY11349" fmla="*/ 3808286 h 5143785"/>
              <a:gd name="connsiteX11350" fmla="*/ 955072 w 3114960"/>
              <a:gd name="connsiteY11350" fmla="*/ 3814286 h 5143785"/>
              <a:gd name="connsiteX11351" fmla="*/ 949071 w 3114960"/>
              <a:gd name="connsiteY11351" fmla="*/ 3820287 h 5143785"/>
              <a:gd name="connsiteX11352" fmla="*/ 911066 w 3114960"/>
              <a:gd name="connsiteY11352" fmla="*/ 3820287 h 5143785"/>
              <a:gd name="connsiteX11353" fmla="*/ 900303 w 3114960"/>
              <a:gd name="connsiteY11353" fmla="*/ 3831050 h 5143785"/>
              <a:gd name="connsiteX11354" fmla="*/ 911066 w 3114960"/>
              <a:gd name="connsiteY11354" fmla="*/ 3841813 h 5143785"/>
              <a:gd name="connsiteX11355" fmla="*/ 949071 w 3114960"/>
              <a:gd name="connsiteY11355" fmla="*/ 3841813 h 5143785"/>
              <a:gd name="connsiteX11356" fmla="*/ 955072 w 3114960"/>
              <a:gd name="connsiteY11356" fmla="*/ 3847814 h 5143785"/>
              <a:gd name="connsiteX11357" fmla="*/ 949071 w 3114960"/>
              <a:gd name="connsiteY11357" fmla="*/ 3853815 h 5143785"/>
              <a:gd name="connsiteX11358" fmla="*/ 904494 w 3114960"/>
              <a:gd name="connsiteY11358" fmla="*/ 3853815 h 5143785"/>
              <a:gd name="connsiteX11359" fmla="*/ 904494 w 3114960"/>
              <a:gd name="connsiteY11359" fmla="*/ 3847148 h 5143785"/>
              <a:gd name="connsiteX11360" fmla="*/ 902113 w 3114960"/>
              <a:gd name="connsiteY11360" fmla="*/ 3844767 h 5143785"/>
              <a:gd name="connsiteX11361" fmla="*/ 894112 w 3114960"/>
              <a:gd name="connsiteY11361" fmla="*/ 3844767 h 5143785"/>
              <a:gd name="connsiteX11362" fmla="*/ 891731 w 3114960"/>
              <a:gd name="connsiteY11362" fmla="*/ 3847148 h 5143785"/>
              <a:gd name="connsiteX11363" fmla="*/ 891731 w 3114960"/>
              <a:gd name="connsiteY11363" fmla="*/ 3853815 h 5143785"/>
              <a:gd name="connsiteX11364" fmla="*/ 772573 w 3114960"/>
              <a:gd name="connsiteY11364" fmla="*/ 3853815 h 5143785"/>
              <a:gd name="connsiteX11365" fmla="*/ 760381 w 3114960"/>
              <a:gd name="connsiteY11365" fmla="*/ 3843528 h 5143785"/>
              <a:gd name="connsiteX11366" fmla="*/ 747713 w 3114960"/>
              <a:gd name="connsiteY11366" fmla="*/ 3856196 h 5143785"/>
              <a:gd name="connsiteX11367" fmla="*/ 760381 w 3114960"/>
              <a:gd name="connsiteY11367" fmla="*/ 3868865 h 5143785"/>
              <a:gd name="connsiteX11368" fmla="*/ 772573 w 3114960"/>
              <a:gd name="connsiteY11368" fmla="*/ 3858578 h 5143785"/>
              <a:gd name="connsiteX11369" fmla="*/ 891731 w 3114960"/>
              <a:gd name="connsiteY11369" fmla="*/ 3858578 h 5143785"/>
              <a:gd name="connsiteX11370" fmla="*/ 891731 w 3114960"/>
              <a:gd name="connsiteY11370" fmla="*/ 3865340 h 5143785"/>
              <a:gd name="connsiteX11371" fmla="*/ 894112 w 3114960"/>
              <a:gd name="connsiteY11371" fmla="*/ 3867722 h 5143785"/>
              <a:gd name="connsiteX11372" fmla="*/ 902113 w 3114960"/>
              <a:gd name="connsiteY11372" fmla="*/ 3867722 h 5143785"/>
              <a:gd name="connsiteX11373" fmla="*/ 904494 w 3114960"/>
              <a:gd name="connsiteY11373" fmla="*/ 3865340 h 5143785"/>
              <a:gd name="connsiteX11374" fmla="*/ 904494 w 3114960"/>
              <a:gd name="connsiteY11374" fmla="*/ 3858578 h 5143785"/>
              <a:gd name="connsiteX11375" fmla="*/ 949071 w 3114960"/>
              <a:gd name="connsiteY11375" fmla="*/ 3858578 h 5143785"/>
              <a:gd name="connsiteX11376" fmla="*/ 959834 w 3114960"/>
              <a:gd name="connsiteY11376" fmla="*/ 3847814 h 5143785"/>
              <a:gd name="connsiteX11377" fmla="*/ 949071 w 3114960"/>
              <a:gd name="connsiteY11377" fmla="*/ 3837051 h 5143785"/>
              <a:gd name="connsiteX11378" fmla="*/ 911066 w 3114960"/>
              <a:gd name="connsiteY11378" fmla="*/ 3837051 h 5143785"/>
              <a:gd name="connsiteX11379" fmla="*/ 905066 w 3114960"/>
              <a:gd name="connsiteY11379" fmla="*/ 3831050 h 5143785"/>
              <a:gd name="connsiteX11380" fmla="*/ 911066 w 3114960"/>
              <a:gd name="connsiteY11380" fmla="*/ 3825050 h 5143785"/>
              <a:gd name="connsiteX11381" fmla="*/ 949071 w 3114960"/>
              <a:gd name="connsiteY11381" fmla="*/ 3825050 h 5143785"/>
              <a:gd name="connsiteX11382" fmla="*/ 959834 w 3114960"/>
              <a:gd name="connsiteY11382" fmla="*/ 3814286 h 5143785"/>
              <a:gd name="connsiteX11383" fmla="*/ 949071 w 3114960"/>
              <a:gd name="connsiteY11383" fmla="*/ 3803523 h 5143785"/>
              <a:gd name="connsiteX11384" fmla="*/ 910971 w 3114960"/>
              <a:gd name="connsiteY11384" fmla="*/ 3803523 h 5143785"/>
              <a:gd name="connsiteX11385" fmla="*/ 904970 w 3114960"/>
              <a:gd name="connsiteY11385" fmla="*/ 3797522 h 5143785"/>
              <a:gd name="connsiteX11386" fmla="*/ 910971 w 3114960"/>
              <a:gd name="connsiteY11386" fmla="*/ 3791522 h 5143785"/>
              <a:gd name="connsiteX11387" fmla="*/ 953452 w 3114960"/>
              <a:gd name="connsiteY11387" fmla="*/ 3791522 h 5143785"/>
              <a:gd name="connsiteX11388" fmla="*/ 953452 w 3114960"/>
              <a:gd name="connsiteY11388" fmla="*/ 3798284 h 5143785"/>
              <a:gd name="connsiteX11389" fmla="*/ 955834 w 3114960"/>
              <a:gd name="connsiteY11389" fmla="*/ 3800666 h 5143785"/>
              <a:gd name="connsiteX11390" fmla="*/ 963835 w 3114960"/>
              <a:gd name="connsiteY11390" fmla="*/ 3800666 h 5143785"/>
              <a:gd name="connsiteX11391" fmla="*/ 966216 w 3114960"/>
              <a:gd name="connsiteY11391" fmla="*/ 3798284 h 5143785"/>
              <a:gd name="connsiteX11392" fmla="*/ 966216 w 3114960"/>
              <a:gd name="connsiteY11392" fmla="*/ 3791522 h 5143785"/>
              <a:gd name="connsiteX11393" fmla="*/ 973836 w 3114960"/>
              <a:gd name="connsiteY11393" fmla="*/ 3791522 h 5143785"/>
              <a:gd name="connsiteX11394" fmla="*/ 973836 w 3114960"/>
              <a:gd name="connsiteY11394" fmla="*/ 3798284 h 5143785"/>
              <a:gd name="connsiteX11395" fmla="*/ 976217 w 3114960"/>
              <a:gd name="connsiteY11395" fmla="*/ 3800666 h 5143785"/>
              <a:gd name="connsiteX11396" fmla="*/ 984218 w 3114960"/>
              <a:gd name="connsiteY11396" fmla="*/ 3800666 h 5143785"/>
              <a:gd name="connsiteX11397" fmla="*/ 986600 w 3114960"/>
              <a:gd name="connsiteY11397" fmla="*/ 3798284 h 5143785"/>
              <a:gd name="connsiteX11398" fmla="*/ 986600 w 3114960"/>
              <a:gd name="connsiteY11398" fmla="*/ 3791617 h 5143785"/>
              <a:gd name="connsiteX11399" fmla="*/ 1031177 w 3114960"/>
              <a:gd name="connsiteY11399" fmla="*/ 3791617 h 5143785"/>
              <a:gd name="connsiteX11400" fmla="*/ 1037177 w 3114960"/>
              <a:gd name="connsiteY11400" fmla="*/ 3797618 h 5143785"/>
              <a:gd name="connsiteX11401" fmla="*/ 1031177 w 3114960"/>
              <a:gd name="connsiteY11401" fmla="*/ 3803618 h 5143785"/>
              <a:gd name="connsiteX11402" fmla="*/ 993172 w 3114960"/>
              <a:gd name="connsiteY11402" fmla="*/ 3803618 h 5143785"/>
              <a:gd name="connsiteX11403" fmla="*/ 982409 w 3114960"/>
              <a:gd name="connsiteY11403" fmla="*/ 3814382 h 5143785"/>
              <a:gd name="connsiteX11404" fmla="*/ 993172 w 3114960"/>
              <a:gd name="connsiteY11404" fmla="*/ 3825145 h 5143785"/>
              <a:gd name="connsiteX11405" fmla="*/ 1031177 w 3114960"/>
              <a:gd name="connsiteY11405" fmla="*/ 3825145 h 5143785"/>
              <a:gd name="connsiteX11406" fmla="*/ 1037177 w 3114960"/>
              <a:gd name="connsiteY11406" fmla="*/ 3831146 h 5143785"/>
              <a:gd name="connsiteX11407" fmla="*/ 1031177 w 3114960"/>
              <a:gd name="connsiteY11407" fmla="*/ 3837146 h 5143785"/>
              <a:gd name="connsiteX11408" fmla="*/ 993077 w 3114960"/>
              <a:gd name="connsiteY11408" fmla="*/ 3837146 h 5143785"/>
              <a:gd name="connsiteX11409" fmla="*/ 982313 w 3114960"/>
              <a:gd name="connsiteY11409" fmla="*/ 3847910 h 5143785"/>
              <a:gd name="connsiteX11410" fmla="*/ 993077 w 3114960"/>
              <a:gd name="connsiteY11410" fmla="*/ 3858673 h 5143785"/>
              <a:gd name="connsiteX11411" fmla="*/ 1035558 w 3114960"/>
              <a:gd name="connsiteY11411" fmla="*/ 3858673 h 5143785"/>
              <a:gd name="connsiteX11412" fmla="*/ 1035558 w 3114960"/>
              <a:gd name="connsiteY11412" fmla="*/ 3865436 h 5143785"/>
              <a:gd name="connsiteX11413" fmla="*/ 1037939 w 3114960"/>
              <a:gd name="connsiteY11413" fmla="*/ 3867817 h 5143785"/>
              <a:gd name="connsiteX11414" fmla="*/ 1041083 w 3114960"/>
              <a:gd name="connsiteY11414" fmla="*/ 3867817 h 5143785"/>
              <a:gd name="connsiteX11415" fmla="*/ 1041083 w 3114960"/>
              <a:gd name="connsiteY11415" fmla="*/ 3942874 h 5143785"/>
              <a:gd name="connsiteX11416" fmla="*/ 1019747 w 3114960"/>
              <a:gd name="connsiteY11416" fmla="*/ 3967448 h 5143785"/>
              <a:gd name="connsiteX11417" fmla="*/ 1020890 w 3114960"/>
              <a:gd name="connsiteY11417" fmla="*/ 4068509 h 5143785"/>
              <a:gd name="connsiteX11418" fmla="*/ 1016603 w 3114960"/>
              <a:gd name="connsiteY11418" fmla="*/ 4068509 h 5143785"/>
              <a:gd name="connsiteX11419" fmla="*/ 1011079 w 3114960"/>
              <a:gd name="connsiteY11419" fmla="*/ 4074033 h 5143785"/>
              <a:gd name="connsiteX11420" fmla="*/ 1011079 w 3114960"/>
              <a:gd name="connsiteY11420" fmla="*/ 4087463 h 5143785"/>
              <a:gd name="connsiteX11421" fmla="*/ 1016603 w 3114960"/>
              <a:gd name="connsiteY11421" fmla="*/ 4092988 h 5143785"/>
              <a:gd name="connsiteX11422" fmla="*/ 1030034 w 3114960"/>
              <a:gd name="connsiteY11422" fmla="*/ 4092988 h 5143785"/>
              <a:gd name="connsiteX11423" fmla="*/ 1035558 w 3114960"/>
              <a:gd name="connsiteY11423" fmla="*/ 4087463 h 5143785"/>
              <a:gd name="connsiteX11424" fmla="*/ 1035558 w 3114960"/>
              <a:gd name="connsiteY11424" fmla="*/ 4074033 h 5143785"/>
              <a:gd name="connsiteX11425" fmla="*/ 1030034 w 3114960"/>
              <a:gd name="connsiteY11425" fmla="*/ 4068509 h 5143785"/>
              <a:gd name="connsiteX11426" fmla="*/ 1025652 w 3114960"/>
              <a:gd name="connsiteY11426" fmla="*/ 4068509 h 5143785"/>
              <a:gd name="connsiteX11427" fmla="*/ 1024509 w 3114960"/>
              <a:gd name="connsiteY11427" fmla="*/ 3969258 h 5143785"/>
              <a:gd name="connsiteX11428" fmla="*/ 1045750 w 3114960"/>
              <a:gd name="connsiteY11428" fmla="*/ 3944779 h 5143785"/>
              <a:gd name="connsiteX11429" fmla="*/ 1045750 w 3114960"/>
              <a:gd name="connsiteY11429" fmla="*/ 3867912 h 5143785"/>
              <a:gd name="connsiteX11430" fmla="*/ 760476 w 3114960"/>
              <a:gd name="connsiteY11430" fmla="*/ 3864007 h 5143785"/>
              <a:gd name="connsiteX11431" fmla="*/ 752570 w 3114960"/>
              <a:gd name="connsiteY11431" fmla="*/ 3856101 h 5143785"/>
              <a:gd name="connsiteX11432" fmla="*/ 760476 w 3114960"/>
              <a:gd name="connsiteY11432" fmla="*/ 3848195 h 5143785"/>
              <a:gd name="connsiteX11433" fmla="*/ 768382 w 3114960"/>
              <a:gd name="connsiteY11433" fmla="*/ 3856101 h 5143785"/>
              <a:gd name="connsiteX11434" fmla="*/ 760476 w 3114960"/>
              <a:gd name="connsiteY11434" fmla="*/ 3864007 h 5143785"/>
              <a:gd name="connsiteX11435" fmla="*/ 899827 w 3114960"/>
              <a:gd name="connsiteY11435" fmla="*/ 3862864 h 5143785"/>
              <a:gd name="connsiteX11436" fmla="*/ 896588 w 3114960"/>
              <a:gd name="connsiteY11436" fmla="*/ 3862864 h 5143785"/>
              <a:gd name="connsiteX11437" fmla="*/ 896588 w 3114960"/>
              <a:gd name="connsiteY11437" fmla="*/ 3849434 h 5143785"/>
              <a:gd name="connsiteX11438" fmla="*/ 899827 w 3114960"/>
              <a:gd name="connsiteY11438" fmla="*/ 3849434 h 5143785"/>
              <a:gd name="connsiteX11439" fmla="*/ 899827 w 3114960"/>
              <a:gd name="connsiteY11439" fmla="*/ 3862864 h 5143785"/>
              <a:gd name="connsiteX11440" fmla="*/ 961549 w 3114960"/>
              <a:gd name="connsiteY11440" fmla="*/ 3795903 h 5143785"/>
              <a:gd name="connsiteX11441" fmla="*/ 958310 w 3114960"/>
              <a:gd name="connsiteY11441" fmla="*/ 3795903 h 5143785"/>
              <a:gd name="connsiteX11442" fmla="*/ 958310 w 3114960"/>
              <a:gd name="connsiteY11442" fmla="*/ 3782473 h 5143785"/>
              <a:gd name="connsiteX11443" fmla="*/ 961549 w 3114960"/>
              <a:gd name="connsiteY11443" fmla="*/ 3782473 h 5143785"/>
              <a:gd name="connsiteX11444" fmla="*/ 961549 w 3114960"/>
              <a:gd name="connsiteY11444" fmla="*/ 3795903 h 5143785"/>
              <a:gd name="connsiteX11445" fmla="*/ 981932 w 3114960"/>
              <a:gd name="connsiteY11445" fmla="*/ 3795903 h 5143785"/>
              <a:gd name="connsiteX11446" fmla="*/ 978694 w 3114960"/>
              <a:gd name="connsiteY11446" fmla="*/ 3795903 h 5143785"/>
              <a:gd name="connsiteX11447" fmla="*/ 978694 w 3114960"/>
              <a:gd name="connsiteY11447" fmla="*/ 3782473 h 5143785"/>
              <a:gd name="connsiteX11448" fmla="*/ 981932 w 3114960"/>
              <a:gd name="connsiteY11448" fmla="*/ 3782473 h 5143785"/>
              <a:gd name="connsiteX11449" fmla="*/ 981932 w 3114960"/>
              <a:gd name="connsiteY11449" fmla="*/ 3795903 h 5143785"/>
              <a:gd name="connsiteX11450" fmla="*/ 1030224 w 3114960"/>
              <a:gd name="connsiteY11450" fmla="*/ 4072985 h 5143785"/>
              <a:gd name="connsiteX11451" fmla="*/ 1030986 w 3114960"/>
              <a:gd name="connsiteY11451" fmla="*/ 4073747 h 5143785"/>
              <a:gd name="connsiteX11452" fmla="*/ 1030986 w 3114960"/>
              <a:gd name="connsiteY11452" fmla="*/ 4087178 h 5143785"/>
              <a:gd name="connsiteX11453" fmla="*/ 1030224 w 3114960"/>
              <a:gd name="connsiteY11453" fmla="*/ 4087940 h 5143785"/>
              <a:gd name="connsiteX11454" fmla="*/ 1016794 w 3114960"/>
              <a:gd name="connsiteY11454" fmla="*/ 4087940 h 5143785"/>
              <a:gd name="connsiteX11455" fmla="*/ 1016032 w 3114960"/>
              <a:gd name="connsiteY11455" fmla="*/ 4087178 h 5143785"/>
              <a:gd name="connsiteX11456" fmla="*/ 1016032 w 3114960"/>
              <a:gd name="connsiteY11456" fmla="*/ 4073747 h 5143785"/>
              <a:gd name="connsiteX11457" fmla="*/ 1016794 w 3114960"/>
              <a:gd name="connsiteY11457" fmla="*/ 4072985 h 5143785"/>
              <a:gd name="connsiteX11458" fmla="*/ 1030224 w 3114960"/>
              <a:gd name="connsiteY11458" fmla="*/ 4072985 h 5143785"/>
              <a:gd name="connsiteX11459" fmla="*/ 1043654 w 3114960"/>
              <a:gd name="connsiteY11459" fmla="*/ 3862864 h 5143785"/>
              <a:gd name="connsiteX11460" fmla="*/ 1040416 w 3114960"/>
              <a:gd name="connsiteY11460" fmla="*/ 3862864 h 5143785"/>
              <a:gd name="connsiteX11461" fmla="*/ 1040416 w 3114960"/>
              <a:gd name="connsiteY11461" fmla="*/ 3849434 h 5143785"/>
              <a:gd name="connsiteX11462" fmla="*/ 1043654 w 3114960"/>
              <a:gd name="connsiteY11462" fmla="*/ 3849434 h 5143785"/>
              <a:gd name="connsiteX11463" fmla="*/ 1043654 w 3114960"/>
              <a:gd name="connsiteY11463" fmla="*/ 3862864 h 5143785"/>
              <a:gd name="connsiteX11464" fmla="*/ 609124 w 3114960"/>
              <a:gd name="connsiteY11464" fmla="*/ 2307241 h 5143785"/>
              <a:gd name="connsiteX11465" fmla="*/ 601885 w 3114960"/>
              <a:gd name="connsiteY11465" fmla="*/ 2300764 h 5143785"/>
              <a:gd name="connsiteX11466" fmla="*/ 585597 w 3114960"/>
              <a:gd name="connsiteY11466" fmla="*/ 2308479 h 5143785"/>
              <a:gd name="connsiteX11467" fmla="*/ 586073 w 3114960"/>
              <a:gd name="connsiteY11467" fmla="*/ 2318195 h 5143785"/>
              <a:gd name="connsiteX11468" fmla="*/ 593312 w 3114960"/>
              <a:gd name="connsiteY11468" fmla="*/ 2324672 h 5143785"/>
              <a:gd name="connsiteX11469" fmla="*/ 597599 w 3114960"/>
              <a:gd name="connsiteY11469" fmla="*/ 2325434 h 5143785"/>
              <a:gd name="connsiteX11470" fmla="*/ 603028 w 3114960"/>
              <a:gd name="connsiteY11470" fmla="*/ 2324195 h 5143785"/>
              <a:gd name="connsiteX11471" fmla="*/ 605123 w 3114960"/>
              <a:gd name="connsiteY11471" fmla="*/ 2322671 h 5143785"/>
              <a:gd name="connsiteX11472" fmla="*/ 669322 w 3114960"/>
              <a:gd name="connsiteY11472" fmla="*/ 2393537 h 5143785"/>
              <a:gd name="connsiteX11473" fmla="*/ 668655 w 3114960"/>
              <a:gd name="connsiteY11473" fmla="*/ 2509552 h 5143785"/>
              <a:gd name="connsiteX11474" fmla="*/ 535781 w 3114960"/>
              <a:gd name="connsiteY11474" fmla="*/ 2649569 h 5143785"/>
              <a:gd name="connsiteX11475" fmla="*/ 532829 w 3114960"/>
              <a:gd name="connsiteY11475" fmla="*/ 2647760 h 5143785"/>
              <a:gd name="connsiteX11476" fmla="*/ 516255 w 3114960"/>
              <a:gd name="connsiteY11476" fmla="*/ 2654713 h 5143785"/>
              <a:gd name="connsiteX11477" fmla="*/ 516255 w 3114960"/>
              <a:gd name="connsiteY11477" fmla="*/ 2664428 h 5143785"/>
              <a:gd name="connsiteX11478" fmla="*/ 523208 w 3114960"/>
              <a:gd name="connsiteY11478" fmla="*/ 2671286 h 5143785"/>
              <a:gd name="connsiteX11479" fmla="*/ 527971 w 3114960"/>
              <a:gd name="connsiteY11479" fmla="*/ 2672239 h 5143785"/>
              <a:gd name="connsiteX11480" fmla="*/ 539782 w 3114960"/>
              <a:gd name="connsiteY11480" fmla="*/ 2664333 h 5143785"/>
              <a:gd name="connsiteX11481" fmla="*/ 538925 w 3114960"/>
              <a:gd name="connsiteY11481" fmla="*/ 2653094 h 5143785"/>
              <a:gd name="connsiteX11482" fmla="*/ 672751 w 3114960"/>
              <a:gd name="connsiteY11482" fmla="*/ 2512028 h 5143785"/>
              <a:gd name="connsiteX11483" fmla="*/ 673418 w 3114960"/>
              <a:gd name="connsiteY11483" fmla="*/ 2511362 h 5143785"/>
              <a:gd name="connsiteX11484" fmla="*/ 674084 w 3114960"/>
              <a:gd name="connsiteY11484" fmla="*/ 2391632 h 5143785"/>
              <a:gd name="connsiteX11485" fmla="*/ 608267 w 3114960"/>
              <a:gd name="connsiteY11485" fmla="*/ 2319052 h 5143785"/>
              <a:gd name="connsiteX11486" fmla="*/ 609505 w 3114960"/>
              <a:gd name="connsiteY11486" fmla="*/ 2316956 h 5143785"/>
              <a:gd name="connsiteX11487" fmla="*/ 609029 w 3114960"/>
              <a:gd name="connsiteY11487" fmla="*/ 2307241 h 5143785"/>
              <a:gd name="connsiteX11488" fmla="*/ 605123 w 3114960"/>
              <a:gd name="connsiteY11488" fmla="*/ 2315432 h 5143785"/>
              <a:gd name="connsiteX11489" fmla="*/ 594932 w 3114960"/>
              <a:gd name="connsiteY11489" fmla="*/ 2320290 h 5143785"/>
              <a:gd name="connsiteX11490" fmla="*/ 590074 w 3114960"/>
              <a:gd name="connsiteY11490" fmla="*/ 2310098 h 5143785"/>
              <a:gd name="connsiteX11491" fmla="*/ 597599 w 3114960"/>
              <a:gd name="connsiteY11491" fmla="*/ 2304764 h 5143785"/>
              <a:gd name="connsiteX11492" fmla="*/ 600266 w 3114960"/>
              <a:gd name="connsiteY11492" fmla="*/ 2305241 h 5143785"/>
              <a:gd name="connsiteX11493" fmla="*/ 604742 w 3114960"/>
              <a:gd name="connsiteY11493" fmla="*/ 2309336 h 5143785"/>
              <a:gd name="connsiteX11494" fmla="*/ 605028 w 3114960"/>
              <a:gd name="connsiteY11494" fmla="*/ 2315432 h 5143785"/>
              <a:gd name="connsiteX11495" fmla="*/ 535496 w 3114960"/>
              <a:gd name="connsiteY11495" fmla="*/ 2662619 h 5143785"/>
              <a:gd name="connsiteX11496" fmla="*/ 525113 w 3114960"/>
              <a:gd name="connsiteY11496" fmla="*/ 2667000 h 5143785"/>
              <a:gd name="connsiteX11497" fmla="*/ 520827 w 3114960"/>
              <a:gd name="connsiteY11497" fmla="*/ 2662714 h 5143785"/>
              <a:gd name="connsiteX11498" fmla="*/ 520827 w 3114960"/>
              <a:gd name="connsiteY11498" fmla="*/ 2656618 h 5143785"/>
              <a:gd name="connsiteX11499" fmla="*/ 528161 w 3114960"/>
              <a:gd name="connsiteY11499" fmla="*/ 2651665 h 5143785"/>
              <a:gd name="connsiteX11500" fmla="*/ 531114 w 3114960"/>
              <a:gd name="connsiteY11500" fmla="*/ 2652236 h 5143785"/>
              <a:gd name="connsiteX11501" fmla="*/ 535496 w 3114960"/>
              <a:gd name="connsiteY11501" fmla="*/ 2662619 h 5143785"/>
              <a:gd name="connsiteX11502" fmla="*/ 1334072 w 3114960"/>
              <a:gd name="connsiteY11502" fmla="*/ 4149662 h 5143785"/>
              <a:gd name="connsiteX11503" fmla="*/ 1347311 w 3114960"/>
              <a:gd name="connsiteY11503" fmla="*/ 4151281 h 5143785"/>
              <a:gd name="connsiteX11504" fmla="*/ 1348931 w 3114960"/>
              <a:gd name="connsiteY11504" fmla="*/ 4138041 h 5143785"/>
              <a:gd name="connsiteX11505" fmla="*/ 1337120 w 3114960"/>
              <a:gd name="connsiteY11505" fmla="*/ 4135660 h 5143785"/>
              <a:gd name="connsiteX11506" fmla="*/ 1290352 w 3114960"/>
              <a:gd name="connsiteY11506" fmla="*/ 4084701 h 5143785"/>
              <a:gd name="connsiteX11507" fmla="*/ 1200150 w 3114960"/>
              <a:gd name="connsiteY11507" fmla="*/ 4084701 h 5143785"/>
              <a:gd name="connsiteX11508" fmla="*/ 1185291 w 3114960"/>
              <a:gd name="connsiteY11508" fmla="*/ 4071557 h 5143785"/>
              <a:gd name="connsiteX11509" fmla="*/ 1183481 w 3114960"/>
              <a:gd name="connsiteY11509" fmla="*/ 4054221 h 5143785"/>
              <a:gd name="connsiteX11510" fmla="*/ 1183481 w 3114960"/>
              <a:gd name="connsiteY11510" fmla="*/ 4054221 h 5143785"/>
              <a:gd name="connsiteX11511" fmla="*/ 1173290 w 3114960"/>
              <a:gd name="connsiteY11511" fmla="*/ 4049649 h 5143785"/>
              <a:gd name="connsiteX11512" fmla="*/ 1173290 w 3114960"/>
              <a:gd name="connsiteY11512" fmla="*/ 3988308 h 5143785"/>
              <a:gd name="connsiteX11513" fmla="*/ 1195578 w 3114960"/>
              <a:gd name="connsiteY11513" fmla="*/ 3966305 h 5143785"/>
              <a:gd name="connsiteX11514" fmla="*/ 1195578 w 3114960"/>
              <a:gd name="connsiteY11514" fmla="*/ 3867722 h 5143785"/>
              <a:gd name="connsiteX11515" fmla="*/ 1196435 w 3114960"/>
              <a:gd name="connsiteY11515" fmla="*/ 3867722 h 5143785"/>
              <a:gd name="connsiteX11516" fmla="*/ 1198817 w 3114960"/>
              <a:gd name="connsiteY11516" fmla="*/ 3865340 h 5143785"/>
              <a:gd name="connsiteX11517" fmla="*/ 1198817 w 3114960"/>
              <a:gd name="connsiteY11517" fmla="*/ 3858578 h 5143785"/>
              <a:gd name="connsiteX11518" fmla="*/ 1243394 w 3114960"/>
              <a:gd name="connsiteY11518" fmla="*/ 3858578 h 5143785"/>
              <a:gd name="connsiteX11519" fmla="*/ 1254157 w 3114960"/>
              <a:gd name="connsiteY11519" fmla="*/ 3847814 h 5143785"/>
              <a:gd name="connsiteX11520" fmla="*/ 1243394 w 3114960"/>
              <a:gd name="connsiteY11520" fmla="*/ 3837051 h 5143785"/>
              <a:gd name="connsiteX11521" fmla="*/ 1205389 w 3114960"/>
              <a:gd name="connsiteY11521" fmla="*/ 3837051 h 5143785"/>
              <a:gd name="connsiteX11522" fmla="*/ 1199388 w 3114960"/>
              <a:gd name="connsiteY11522" fmla="*/ 3831050 h 5143785"/>
              <a:gd name="connsiteX11523" fmla="*/ 1205389 w 3114960"/>
              <a:gd name="connsiteY11523" fmla="*/ 3825050 h 5143785"/>
              <a:gd name="connsiteX11524" fmla="*/ 1243394 w 3114960"/>
              <a:gd name="connsiteY11524" fmla="*/ 3825050 h 5143785"/>
              <a:gd name="connsiteX11525" fmla="*/ 1254157 w 3114960"/>
              <a:gd name="connsiteY11525" fmla="*/ 3814286 h 5143785"/>
              <a:gd name="connsiteX11526" fmla="*/ 1243394 w 3114960"/>
              <a:gd name="connsiteY11526" fmla="*/ 3803523 h 5143785"/>
              <a:gd name="connsiteX11527" fmla="*/ 1205294 w 3114960"/>
              <a:gd name="connsiteY11527" fmla="*/ 3803523 h 5143785"/>
              <a:gd name="connsiteX11528" fmla="*/ 1199293 w 3114960"/>
              <a:gd name="connsiteY11528" fmla="*/ 3797522 h 5143785"/>
              <a:gd name="connsiteX11529" fmla="*/ 1205294 w 3114960"/>
              <a:gd name="connsiteY11529" fmla="*/ 3791522 h 5143785"/>
              <a:gd name="connsiteX11530" fmla="*/ 1247775 w 3114960"/>
              <a:gd name="connsiteY11530" fmla="*/ 3791522 h 5143785"/>
              <a:gd name="connsiteX11531" fmla="*/ 1247775 w 3114960"/>
              <a:gd name="connsiteY11531" fmla="*/ 3798284 h 5143785"/>
              <a:gd name="connsiteX11532" fmla="*/ 1250156 w 3114960"/>
              <a:gd name="connsiteY11532" fmla="*/ 3800666 h 5143785"/>
              <a:gd name="connsiteX11533" fmla="*/ 1258157 w 3114960"/>
              <a:gd name="connsiteY11533" fmla="*/ 3800666 h 5143785"/>
              <a:gd name="connsiteX11534" fmla="*/ 1260539 w 3114960"/>
              <a:gd name="connsiteY11534" fmla="*/ 3798284 h 5143785"/>
              <a:gd name="connsiteX11535" fmla="*/ 1260539 w 3114960"/>
              <a:gd name="connsiteY11535" fmla="*/ 3791522 h 5143785"/>
              <a:gd name="connsiteX11536" fmla="*/ 1268159 w 3114960"/>
              <a:gd name="connsiteY11536" fmla="*/ 3791522 h 5143785"/>
              <a:gd name="connsiteX11537" fmla="*/ 1268159 w 3114960"/>
              <a:gd name="connsiteY11537" fmla="*/ 3798284 h 5143785"/>
              <a:gd name="connsiteX11538" fmla="*/ 1270540 w 3114960"/>
              <a:gd name="connsiteY11538" fmla="*/ 3800666 h 5143785"/>
              <a:gd name="connsiteX11539" fmla="*/ 1278541 w 3114960"/>
              <a:gd name="connsiteY11539" fmla="*/ 3800666 h 5143785"/>
              <a:gd name="connsiteX11540" fmla="*/ 1280922 w 3114960"/>
              <a:gd name="connsiteY11540" fmla="*/ 3798284 h 5143785"/>
              <a:gd name="connsiteX11541" fmla="*/ 1280922 w 3114960"/>
              <a:gd name="connsiteY11541" fmla="*/ 3791617 h 5143785"/>
              <a:gd name="connsiteX11542" fmla="*/ 1325499 w 3114960"/>
              <a:gd name="connsiteY11542" fmla="*/ 3791617 h 5143785"/>
              <a:gd name="connsiteX11543" fmla="*/ 1331500 w 3114960"/>
              <a:gd name="connsiteY11543" fmla="*/ 3797618 h 5143785"/>
              <a:gd name="connsiteX11544" fmla="*/ 1325499 w 3114960"/>
              <a:gd name="connsiteY11544" fmla="*/ 3803618 h 5143785"/>
              <a:gd name="connsiteX11545" fmla="*/ 1287494 w 3114960"/>
              <a:gd name="connsiteY11545" fmla="*/ 3803618 h 5143785"/>
              <a:gd name="connsiteX11546" fmla="*/ 1276731 w 3114960"/>
              <a:gd name="connsiteY11546" fmla="*/ 3814382 h 5143785"/>
              <a:gd name="connsiteX11547" fmla="*/ 1287494 w 3114960"/>
              <a:gd name="connsiteY11547" fmla="*/ 3825145 h 5143785"/>
              <a:gd name="connsiteX11548" fmla="*/ 1325499 w 3114960"/>
              <a:gd name="connsiteY11548" fmla="*/ 3825145 h 5143785"/>
              <a:gd name="connsiteX11549" fmla="*/ 1331500 w 3114960"/>
              <a:gd name="connsiteY11549" fmla="*/ 3831146 h 5143785"/>
              <a:gd name="connsiteX11550" fmla="*/ 1325499 w 3114960"/>
              <a:gd name="connsiteY11550" fmla="*/ 3837146 h 5143785"/>
              <a:gd name="connsiteX11551" fmla="*/ 1287399 w 3114960"/>
              <a:gd name="connsiteY11551" fmla="*/ 3837146 h 5143785"/>
              <a:gd name="connsiteX11552" fmla="*/ 1276636 w 3114960"/>
              <a:gd name="connsiteY11552" fmla="*/ 3847910 h 5143785"/>
              <a:gd name="connsiteX11553" fmla="*/ 1287399 w 3114960"/>
              <a:gd name="connsiteY11553" fmla="*/ 3858673 h 5143785"/>
              <a:gd name="connsiteX11554" fmla="*/ 1329881 w 3114960"/>
              <a:gd name="connsiteY11554" fmla="*/ 3858673 h 5143785"/>
              <a:gd name="connsiteX11555" fmla="*/ 1329881 w 3114960"/>
              <a:gd name="connsiteY11555" fmla="*/ 3865436 h 5143785"/>
              <a:gd name="connsiteX11556" fmla="*/ 1332262 w 3114960"/>
              <a:gd name="connsiteY11556" fmla="*/ 3867817 h 5143785"/>
              <a:gd name="connsiteX11557" fmla="*/ 1332643 w 3114960"/>
              <a:gd name="connsiteY11557" fmla="*/ 3867817 h 5143785"/>
              <a:gd name="connsiteX11558" fmla="*/ 1332643 w 3114960"/>
              <a:gd name="connsiteY11558" fmla="*/ 3876199 h 5143785"/>
              <a:gd name="connsiteX11559" fmla="*/ 1339787 w 3114960"/>
              <a:gd name="connsiteY11559" fmla="*/ 3876199 h 5143785"/>
              <a:gd name="connsiteX11560" fmla="*/ 1339787 w 3114960"/>
              <a:gd name="connsiteY11560" fmla="*/ 3867817 h 5143785"/>
              <a:gd name="connsiteX11561" fmla="*/ 1340168 w 3114960"/>
              <a:gd name="connsiteY11561" fmla="*/ 3867817 h 5143785"/>
              <a:gd name="connsiteX11562" fmla="*/ 1342549 w 3114960"/>
              <a:gd name="connsiteY11562" fmla="*/ 3865436 h 5143785"/>
              <a:gd name="connsiteX11563" fmla="*/ 1342549 w 3114960"/>
              <a:gd name="connsiteY11563" fmla="*/ 3858673 h 5143785"/>
              <a:gd name="connsiteX11564" fmla="*/ 1353598 w 3114960"/>
              <a:gd name="connsiteY11564" fmla="*/ 3858673 h 5143785"/>
              <a:gd name="connsiteX11565" fmla="*/ 1353598 w 3114960"/>
              <a:gd name="connsiteY11565" fmla="*/ 3927062 h 5143785"/>
              <a:gd name="connsiteX11566" fmla="*/ 1325023 w 3114960"/>
              <a:gd name="connsiteY11566" fmla="*/ 3962400 h 5143785"/>
              <a:gd name="connsiteX11567" fmla="*/ 1232821 w 3114960"/>
              <a:gd name="connsiteY11567" fmla="*/ 3962210 h 5143785"/>
              <a:gd name="connsiteX11568" fmla="*/ 1226344 w 3114960"/>
              <a:gd name="connsiteY11568" fmla="*/ 3953828 h 5143785"/>
              <a:gd name="connsiteX11569" fmla="*/ 1225010 w 3114960"/>
              <a:gd name="connsiteY11569" fmla="*/ 3953542 h 5143785"/>
              <a:gd name="connsiteX11570" fmla="*/ 1225010 w 3114960"/>
              <a:gd name="connsiteY11570" fmla="*/ 3945636 h 5143785"/>
              <a:gd name="connsiteX11571" fmla="*/ 1217867 w 3114960"/>
              <a:gd name="connsiteY11571" fmla="*/ 3945636 h 5143785"/>
              <a:gd name="connsiteX11572" fmla="*/ 1217867 w 3114960"/>
              <a:gd name="connsiteY11572" fmla="*/ 3953447 h 5143785"/>
              <a:gd name="connsiteX11573" fmla="*/ 1217295 w 3114960"/>
              <a:gd name="connsiteY11573" fmla="*/ 3953542 h 5143785"/>
              <a:gd name="connsiteX11574" fmla="*/ 1210723 w 3114960"/>
              <a:gd name="connsiteY11574" fmla="*/ 3959733 h 5143785"/>
              <a:gd name="connsiteX11575" fmla="*/ 1216628 w 3114960"/>
              <a:gd name="connsiteY11575" fmla="*/ 3975354 h 5143785"/>
              <a:gd name="connsiteX11576" fmla="*/ 1221486 w 3114960"/>
              <a:gd name="connsiteY11576" fmla="*/ 3976402 h 5143785"/>
              <a:gd name="connsiteX11577" fmla="*/ 1232345 w 3114960"/>
              <a:gd name="connsiteY11577" fmla="*/ 3969449 h 5143785"/>
              <a:gd name="connsiteX11578" fmla="*/ 1232345 w 3114960"/>
              <a:gd name="connsiteY11578" fmla="*/ 3969449 h 5143785"/>
              <a:gd name="connsiteX11579" fmla="*/ 1232916 w 3114960"/>
              <a:gd name="connsiteY11579" fmla="*/ 3966972 h 5143785"/>
              <a:gd name="connsiteX11580" fmla="*/ 1326261 w 3114960"/>
              <a:gd name="connsiteY11580" fmla="*/ 3967163 h 5143785"/>
              <a:gd name="connsiteX11581" fmla="*/ 1326261 w 3114960"/>
              <a:gd name="connsiteY11581" fmla="*/ 3967163 h 5143785"/>
              <a:gd name="connsiteX11582" fmla="*/ 1328071 w 3114960"/>
              <a:gd name="connsiteY11582" fmla="*/ 3966305 h 5143785"/>
              <a:gd name="connsiteX11583" fmla="*/ 1357979 w 3114960"/>
              <a:gd name="connsiteY11583" fmla="*/ 3929444 h 5143785"/>
              <a:gd name="connsiteX11584" fmla="*/ 1358551 w 3114960"/>
              <a:gd name="connsiteY11584" fmla="*/ 3927920 h 5143785"/>
              <a:gd name="connsiteX11585" fmla="*/ 1358551 w 3114960"/>
              <a:gd name="connsiteY11585" fmla="*/ 3856292 h 5143785"/>
              <a:gd name="connsiteX11586" fmla="*/ 1356074 w 3114960"/>
              <a:gd name="connsiteY11586" fmla="*/ 3853910 h 5143785"/>
              <a:gd name="connsiteX11587" fmla="*/ 1342644 w 3114960"/>
              <a:gd name="connsiteY11587" fmla="*/ 3853910 h 5143785"/>
              <a:gd name="connsiteX11588" fmla="*/ 1342644 w 3114960"/>
              <a:gd name="connsiteY11588" fmla="*/ 3847148 h 5143785"/>
              <a:gd name="connsiteX11589" fmla="*/ 1340263 w 3114960"/>
              <a:gd name="connsiteY11589" fmla="*/ 3844767 h 5143785"/>
              <a:gd name="connsiteX11590" fmla="*/ 1332262 w 3114960"/>
              <a:gd name="connsiteY11590" fmla="*/ 3844767 h 5143785"/>
              <a:gd name="connsiteX11591" fmla="*/ 1329881 w 3114960"/>
              <a:gd name="connsiteY11591" fmla="*/ 3847148 h 5143785"/>
              <a:gd name="connsiteX11592" fmla="*/ 1329881 w 3114960"/>
              <a:gd name="connsiteY11592" fmla="*/ 3853910 h 5143785"/>
              <a:gd name="connsiteX11593" fmla="*/ 1287399 w 3114960"/>
              <a:gd name="connsiteY11593" fmla="*/ 3853910 h 5143785"/>
              <a:gd name="connsiteX11594" fmla="*/ 1281398 w 3114960"/>
              <a:gd name="connsiteY11594" fmla="*/ 3847910 h 5143785"/>
              <a:gd name="connsiteX11595" fmla="*/ 1287399 w 3114960"/>
              <a:gd name="connsiteY11595" fmla="*/ 3841909 h 5143785"/>
              <a:gd name="connsiteX11596" fmla="*/ 1325499 w 3114960"/>
              <a:gd name="connsiteY11596" fmla="*/ 3841909 h 5143785"/>
              <a:gd name="connsiteX11597" fmla="*/ 1336262 w 3114960"/>
              <a:gd name="connsiteY11597" fmla="*/ 3831146 h 5143785"/>
              <a:gd name="connsiteX11598" fmla="*/ 1325499 w 3114960"/>
              <a:gd name="connsiteY11598" fmla="*/ 3820382 h 5143785"/>
              <a:gd name="connsiteX11599" fmla="*/ 1287494 w 3114960"/>
              <a:gd name="connsiteY11599" fmla="*/ 3820382 h 5143785"/>
              <a:gd name="connsiteX11600" fmla="*/ 1281494 w 3114960"/>
              <a:gd name="connsiteY11600" fmla="*/ 3814382 h 5143785"/>
              <a:gd name="connsiteX11601" fmla="*/ 1287494 w 3114960"/>
              <a:gd name="connsiteY11601" fmla="*/ 3808381 h 5143785"/>
              <a:gd name="connsiteX11602" fmla="*/ 1325499 w 3114960"/>
              <a:gd name="connsiteY11602" fmla="*/ 3808381 h 5143785"/>
              <a:gd name="connsiteX11603" fmla="*/ 1336262 w 3114960"/>
              <a:gd name="connsiteY11603" fmla="*/ 3797618 h 5143785"/>
              <a:gd name="connsiteX11604" fmla="*/ 1325499 w 3114960"/>
              <a:gd name="connsiteY11604" fmla="*/ 3786854 h 5143785"/>
              <a:gd name="connsiteX11605" fmla="*/ 1280922 w 3114960"/>
              <a:gd name="connsiteY11605" fmla="*/ 3786854 h 5143785"/>
              <a:gd name="connsiteX11606" fmla="*/ 1280922 w 3114960"/>
              <a:gd name="connsiteY11606" fmla="*/ 3780092 h 5143785"/>
              <a:gd name="connsiteX11607" fmla="*/ 1278541 w 3114960"/>
              <a:gd name="connsiteY11607" fmla="*/ 3777710 h 5143785"/>
              <a:gd name="connsiteX11608" fmla="*/ 1270540 w 3114960"/>
              <a:gd name="connsiteY11608" fmla="*/ 3777710 h 5143785"/>
              <a:gd name="connsiteX11609" fmla="*/ 1268159 w 3114960"/>
              <a:gd name="connsiteY11609" fmla="*/ 3780092 h 5143785"/>
              <a:gd name="connsiteX11610" fmla="*/ 1268159 w 3114960"/>
              <a:gd name="connsiteY11610" fmla="*/ 3786854 h 5143785"/>
              <a:gd name="connsiteX11611" fmla="*/ 1260539 w 3114960"/>
              <a:gd name="connsiteY11611" fmla="*/ 3786854 h 5143785"/>
              <a:gd name="connsiteX11612" fmla="*/ 1260539 w 3114960"/>
              <a:gd name="connsiteY11612" fmla="*/ 3780092 h 5143785"/>
              <a:gd name="connsiteX11613" fmla="*/ 1258157 w 3114960"/>
              <a:gd name="connsiteY11613" fmla="*/ 3777710 h 5143785"/>
              <a:gd name="connsiteX11614" fmla="*/ 1250156 w 3114960"/>
              <a:gd name="connsiteY11614" fmla="*/ 3777710 h 5143785"/>
              <a:gd name="connsiteX11615" fmla="*/ 1247775 w 3114960"/>
              <a:gd name="connsiteY11615" fmla="*/ 3780092 h 5143785"/>
              <a:gd name="connsiteX11616" fmla="*/ 1247775 w 3114960"/>
              <a:gd name="connsiteY11616" fmla="*/ 3786854 h 5143785"/>
              <a:gd name="connsiteX11617" fmla="*/ 1205294 w 3114960"/>
              <a:gd name="connsiteY11617" fmla="*/ 3786854 h 5143785"/>
              <a:gd name="connsiteX11618" fmla="*/ 1194530 w 3114960"/>
              <a:gd name="connsiteY11618" fmla="*/ 3797618 h 5143785"/>
              <a:gd name="connsiteX11619" fmla="*/ 1205294 w 3114960"/>
              <a:gd name="connsiteY11619" fmla="*/ 3808381 h 5143785"/>
              <a:gd name="connsiteX11620" fmla="*/ 1243394 w 3114960"/>
              <a:gd name="connsiteY11620" fmla="*/ 3808381 h 5143785"/>
              <a:gd name="connsiteX11621" fmla="*/ 1249394 w 3114960"/>
              <a:gd name="connsiteY11621" fmla="*/ 3814382 h 5143785"/>
              <a:gd name="connsiteX11622" fmla="*/ 1243394 w 3114960"/>
              <a:gd name="connsiteY11622" fmla="*/ 3820382 h 5143785"/>
              <a:gd name="connsiteX11623" fmla="*/ 1205389 w 3114960"/>
              <a:gd name="connsiteY11623" fmla="*/ 3820382 h 5143785"/>
              <a:gd name="connsiteX11624" fmla="*/ 1194626 w 3114960"/>
              <a:gd name="connsiteY11624" fmla="*/ 3831146 h 5143785"/>
              <a:gd name="connsiteX11625" fmla="*/ 1205389 w 3114960"/>
              <a:gd name="connsiteY11625" fmla="*/ 3841909 h 5143785"/>
              <a:gd name="connsiteX11626" fmla="*/ 1243394 w 3114960"/>
              <a:gd name="connsiteY11626" fmla="*/ 3841909 h 5143785"/>
              <a:gd name="connsiteX11627" fmla="*/ 1249394 w 3114960"/>
              <a:gd name="connsiteY11627" fmla="*/ 3847910 h 5143785"/>
              <a:gd name="connsiteX11628" fmla="*/ 1243394 w 3114960"/>
              <a:gd name="connsiteY11628" fmla="*/ 3853910 h 5143785"/>
              <a:gd name="connsiteX11629" fmla="*/ 1198817 w 3114960"/>
              <a:gd name="connsiteY11629" fmla="*/ 3853910 h 5143785"/>
              <a:gd name="connsiteX11630" fmla="*/ 1198817 w 3114960"/>
              <a:gd name="connsiteY11630" fmla="*/ 3847243 h 5143785"/>
              <a:gd name="connsiteX11631" fmla="*/ 1196435 w 3114960"/>
              <a:gd name="connsiteY11631" fmla="*/ 3844862 h 5143785"/>
              <a:gd name="connsiteX11632" fmla="*/ 1188434 w 3114960"/>
              <a:gd name="connsiteY11632" fmla="*/ 3844862 h 5143785"/>
              <a:gd name="connsiteX11633" fmla="*/ 1186053 w 3114960"/>
              <a:gd name="connsiteY11633" fmla="*/ 3847243 h 5143785"/>
              <a:gd name="connsiteX11634" fmla="*/ 1186053 w 3114960"/>
              <a:gd name="connsiteY11634" fmla="*/ 3865436 h 5143785"/>
              <a:gd name="connsiteX11635" fmla="*/ 1188434 w 3114960"/>
              <a:gd name="connsiteY11635" fmla="*/ 3867817 h 5143785"/>
              <a:gd name="connsiteX11636" fmla="*/ 1190720 w 3114960"/>
              <a:gd name="connsiteY11636" fmla="*/ 3867817 h 5143785"/>
              <a:gd name="connsiteX11637" fmla="*/ 1190720 w 3114960"/>
              <a:gd name="connsiteY11637" fmla="*/ 3964400 h 5143785"/>
              <a:gd name="connsiteX11638" fmla="*/ 1168622 w 3114960"/>
              <a:gd name="connsiteY11638" fmla="*/ 3986403 h 5143785"/>
              <a:gd name="connsiteX11639" fmla="*/ 1168622 w 3114960"/>
              <a:gd name="connsiteY11639" fmla="*/ 4050411 h 5143785"/>
              <a:gd name="connsiteX11640" fmla="*/ 1162907 w 3114960"/>
              <a:gd name="connsiteY11640" fmla="*/ 4053650 h 5143785"/>
              <a:gd name="connsiteX11641" fmla="*/ 1158240 w 3114960"/>
              <a:gd name="connsiteY11641" fmla="*/ 4063746 h 5143785"/>
              <a:gd name="connsiteX11642" fmla="*/ 1162145 w 3114960"/>
              <a:gd name="connsiteY11642" fmla="*/ 4074128 h 5143785"/>
              <a:gd name="connsiteX11643" fmla="*/ 1172242 w 3114960"/>
              <a:gd name="connsiteY11643" fmla="*/ 4078796 h 5143785"/>
              <a:gd name="connsiteX11644" fmla="*/ 1172813 w 3114960"/>
              <a:gd name="connsiteY11644" fmla="*/ 4078796 h 5143785"/>
              <a:gd name="connsiteX11645" fmla="*/ 1182148 w 3114960"/>
              <a:gd name="connsiteY11645" fmla="*/ 4075271 h 5143785"/>
              <a:gd name="connsiteX11646" fmla="*/ 1198245 w 3114960"/>
              <a:gd name="connsiteY11646" fmla="*/ 4089559 h 5143785"/>
              <a:gd name="connsiteX11647" fmla="*/ 1288161 w 3114960"/>
              <a:gd name="connsiteY11647" fmla="*/ 4089559 h 5143785"/>
              <a:gd name="connsiteX11648" fmla="*/ 1333500 w 3114960"/>
              <a:gd name="connsiteY11648" fmla="*/ 4138898 h 5143785"/>
              <a:gd name="connsiteX11649" fmla="*/ 1333976 w 3114960"/>
              <a:gd name="connsiteY11649" fmla="*/ 4149757 h 5143785"/>
              <a:gd name="connsiteX11650" fmla="*/ 1228535 w 3114960"/>
              <a:gd name="connsiteY11650" fmla="*/ 3965543 h 5143785"/>
              <a:gd name="connsiteX11651" fmla="*/ 1228153 w 3114960"/>
              <a:gd name="connsiteY11651" fmla="*/ 3967258 h 5143785"/>
              <a:gd name="connsiteX11652" fmla="*/ 1218819 w 3114960"/>
              <a:gd name="connsiteY11652" fmla="*/ 3970782 h 5143785"/>
              <a:gd name="connsiteX11653" fmla="*/ 1215295 w 3114960"/>
              <a:gd name="connsiteY11653" fmla="*/ 3961448 h 5143785"/>
              <a:gd name="connsiteX11654" fmla="*/ 1221772 w 3114960"/>
              <a:gd name="connsiteY11654" fmla="*/ 3957257 h 5143785"/>
              <a:gd name="connsiteX11655" fmla="*/ 1224629 w 3114960"/>
              <a:gd name="connsiteY11655" fmla="*/ 3957923 h 5143785"/>
              <a:gd name="connsiteX11656" fmla="*/ 1228535 w 3114960"/>
              <a:gd name="connsiteY11656" fmla="*/ 3963162 h 5143785"/>
              <a:gd name="connsiteX11657" fmla="*/ 1228535 w 3114960"/>
              <a:gd name="connsiteY11657" fmla="*/ 3965543 h 5143785"/>
              <a:gd name="connsiteX11658" fmla="*/ 1334834 w 3114960"/>
              <a:gd name="connsiteY11658" fmla="*/ 3849338 h 5143785"/>
              <a:gd name="connsiteX11659" fmla="*/ 1338072 w 3114960"/>
              <a:gd name="connsiteY11659" fmla="*/ 3849338 h 5143785"/>
              <a:gd name="connsiteX11660" fmla="*/ 1338072 w 3114960"/>
              <a:gd name="connsiteY11660" fmla="*/ 3862769 h 5143785"/>
              <a:gd name="connsiteX11661" fmla="*/ 1334834 w 3114960"/>
              <a:gd name="connsiteY11661" fmla="*/ 3862769 h 5143785"/>
              <a:gd name="connsiteX11662" fmla="*/ 1334834 w 3114960"/>
              <a:gd name="connsiteY11662" fmla="*/ 3849338 h 5143785"/>
              <a:gd name="connsiteX11663" fmla="*/ 1273016 w 3114960"/>
              <a:gd name="connsiteY11663" fmla="*/ 3782378 h 5143785"/>
              <a:gd name="connsiteX11664" fmla="*/ 1276255 w 3114960"/>
              <a:gd name="connsiteY11664" fmla="*/ 3782378 h 5143785"/>
              <a:gd name="connsiteX11665" fmla="*/ 1276255 w 3114960"/>
              <a:gd name="connsiteY11665" fmla="*/ 3795903 h 5143785"/>
              <a:gd name="connsiteX11666" fmla="*/ 1273016 w 3114960"/>
              <a:gd name="connsiteY11666" fmla="*/ 3795903 h 5143785"/>
              <a:gd name="connsiteX11667" fmla="*/ 1273016 w 3114960"/>
              <a:gd name="connsiteY11667" fmla="*/ 3782378 h 5143785"/>
              <a:gd name="connsiteX11668" fmla="*/ 1252728 w 3114960"/>
              <a:gd name="connsiteY11668" fmla="*/ 3782473 h 5143785"/>
              <a:gd name="connsiteX11669" fmla="*/ 1255967 w 3114960"/>
              <a:gd name="connsiteY11669" fmla="*/ 3782473 h 5143785"/>
              <a:gd name="connsiteX11670" fmla="*/ 1255967 w 3114960"/>
              <a:gd name="connsiteY11670" fmla="*/ 3795903 h 5143785"/>
              <a:gd name="connsiteX11671" fmla="*/ 1252728 w 3114960"/>
              <a:gd name="connsiteY11671" fmla="*/ 3795903 h 5143785"/>
              <a:gd name="connsiteX11672" fmla="*/ 1252728 w 3114960"/>
              <a:gd name="connsiteY11672" fmla="*/ 3782473 h 5143785"/>
              <a:gd name="connsiteX11673" fmla="*/ 1190911 w 3114960"/>
              <a:gd name="connsiteY11673" fmla="*/ 3862864 h 5143785"/>
              <a:gd name="connsiteX11674" fmla="*/ 1190911 w 3114960"/>
              <a:gd name="connsiteY11674" fmla="*/ 3849434 h 5143785"/>
              <a:gd name="connsiteX11675" fmla="*/ 1194149 w 3114960"/>
              <a:gd name="connsiteY11675" fmla="*/ 3849434 h 5143785"/>
              <a:gd name="connsiteX11676" fmla="*/ 1194149 w 3114960"/>
              <a:gd name="connsiteY11676" fmla="*/ 3862864 h 5143785"/>
              <a:gd name="connsiteX11677" fmla="*/ 1190911 w 3114960"/>
              <a:gd name="connsiteY11677" fmla="*/ 3862864 h 5143785"/>
              <a:gd name="connsiteX11678" fmla="*/ 1179671 w 3114960"/>
              <a:gd name="connsiteY11678" fmla="*/ 4071176 h 5143785"/>
              <a:gd name="connsiteX11679" fmla="*/ 1172623 w 3114960"/>
              <a:gd name="connsiteY11679" fmla="*/ 4073747 h 5143785"/>
              <a:gd name="connsiteX11680" fmla="*/ 1165765 w 3114960"/>
              <a:gd name="connsiteY11680" fmla="*/ 4070604 h 5143785"/>
              <a:gd name="connsiteX11681" fmla="*/ 1163193 w 3114960"/>
              <a:gd name="connsiteY11681" fmla="*/ 4063555 h 5143785"/>
              <a:gd name="connsiteX11682" fmla="*/ 1166336 w 3114960"/>
              <a:gd name="connsiteY11682" fmla="*/ 4056698 h 5143785"/>
              <a:gd name="connsiteX11683" fmla="*/ 1173004 w 3114960"/>
              <a:gd name="connsiteY11683" fmla="*/ 4054126 h 5143785"/>
              <a:gd name="connsiteX11684" fmla="*/ 1180148 w 3114960"/>
              <a:gd name="connsiteY11684" fmla="*/ 4057269 h 5143785"/>
              <a:gd name="connsiteX11685" fmla="*/ 1179671 w 3114960"/>
              <a:gd name="connsiteY11685" fmla="*/ 4071080 h 5143785"/>
              <a:gd name="connsiteX11686" fmla="*/ 428720 w 3114960"/>
              <a:gd name="connsiteY11686" fmla="*/ 2109121 h 5143785"/>
              <a:gd name="connsiteX11687" fmla="*/ 420243 w 3114960"/>
              <a:gd name="connsiteY11687" fmla="*/ 2099405 h 5143785"/>
              <a:gd name="connsiteX11688" fmla="*/ 420529 w 3114960"/>
              <a:gd name="connsiteY11688" fmla="*/ 2095595 h 5143785"/>
              <a:gd name="connsiteX11689" fmla="*/ 430244 w 3114960"/>
              <a:gd name="connsiteY11689" fmla="*/ 2087118 h 5143785"/>
              <a:gd name="connsiteX11690" fmla="*/ 431483 w 3114960"/>
              <a:gd name="connsiteY11690" fmla="*/ 2086737 h 5143785"/>
              <a:gd name="connsiteX11691" fmla="*/ 427863 w 3114960"/>
              <a:gd name="connsiteY11691" fmla="*/ 2086737 h 5143785"/>
              <a:gd name="connsiteX11692" fmla="*/ 427863 w 3114960"/>
              <a:gd name="connsiteY11692" fmla="*/ 2081975 h 5143785"/>
              <a:gd name="connsiteX11693" fmla="*/ 435007 w 3114960"/>
              <a:gd name="connsiteY11693" fmla="*/ 2081975 h 5143785"/>
              <a:gd name="connsiteX11694" fmla="*/ 435007 w 3114960"/>
              <a:gd name="connsiteY11694" fmla="*/ 2086737 h 5143785"/>
              <a:gd name="connsiteX11695" fmla="*/ 432721 w 3114960"/>
              <a:gd name="connsiteY11695" fmla="*/ 2086737 h 5143785"/>
              <a:gd name="connsiteX11696" fmla="*/ 434054 w 3114960"/>
              <a:gd name="connsiteY11696" fmla="*/ 2087404 h 5143785"/>
              <a:gd name="connsiteX11697" fmla="*/ 442532 w 3114960"/>
              <a:gd name="connsiteY11697" fmla="*/ 2097119 h 5143785"/>
              <a:gd name="connsiteX11698" fmla="*/ 442246 w 3114960"/>
              <a:gd name="connsiteY11698" fmla="*/ 2100929 h 5143785"/>
              <a:gd name="connsiteX11699" fmla="*/ 432530 w 3114960"/>
              <a:gd name="connsiteY11699" fmla="*/ 2109407 h 5143785"/>
              <a:gd name="connsiteX11700" fmla="*/ 428720 w 3114960"/>
              <a:gd name="connsiteY11700" fmla="*/ 2109121 h 5143785"/>
              <a:gd name="connsiteX11701" fmla="*/ 1811465 w 3114960"/>
              <a:gd name="connsiteY11701" fmla="*/ 756571 h 5143785"/>
              <a:gd name="connsiteX11702" fmla="*/ 1816037 w 3114960"/>
              <a:gd name="connsiteY11702" fmla="*/ 755714 h 5143785"/>
              <a:gd name="connsiteX11703" fmla="*/ 1824038 w 3114960"/>
              <a:gd name="connsiteY11703" fmla="*/ 738473 h 5143785"/>
              <a:gd name="connsiteX11704" fmla="*/ 1814989 w 3114960"/>
              <a:gd name="connsiteY11704" fmla="*/ 730187 h 5143785"/>
              <a:gd name="connsiteX11705" fmla="*/ 1814989 w 3114960"/>
              <a:gd name="connsiteY11705" fmla="*/ 727329 h 5143785"/>
              <a:gd name="connsiteX11706" fmla="*/ 1807845 w 3114960"/>
              <a:gd name="connsiteY11706" fmla="*/ 727329 h 5143785"/>
              <a:gd name="connsiteX11707" fmla="*/ 1807845 w 3114960"/>
              <a:gd name="connsiteY11707" fmla="*/ 730282 h 5143785"/>
              <a:gd name="connsiteX11708" fmla="*/ 1806797 w 3114960"/>
              <a:gd name="connsiteY11708" fmla="*/ 730568 h 5143785"/>
              <a:gd name="connsiteX11709" fmla="*/ 1798796 w 3114960"/>
              <a:gd name="connsiteY11709" fmla="*/ 747808 h 5143785"/>
              <a:gd name="connsiteX11710" fmla="*/ 1811465 w 3114960"/>
              <a:gd name="connsiteY11710" fmla="*/ 756666 h 5143785"/>
              <a:gd name="connsiteX11711" fmla="*/ 1808512 w 3114960"/>
              <a:gd name="connsiteY11711" fmla="*/ 734949 h 5143785"/>
              <a:gd name="connsiteX11712" fmla="*/ 1819656 w 3114960"/>
              <a:gd name="connsiteY11712" fmla="*/ 740188 h 5143785"/>
              <a:gd name="connsiteX11713" fmla="*/ 1814417 w 3114960"/>
              <a:gd name="connsiteY11713" fmla="*/ 751332 h 5143785"/>
              <a:gd name="connsiteX11714" fmla="*/ 1807750 w 3114960"/>
              <a:gd name="connsiteY11714" fmla="*/ 751046 h 5143785"/>
              <a:gd name="connsiteX11715" fmla="*/ 1803273 w 3114960"/>
              <a:gd name="connsiteY11715" fmla="*/ 746189 h 5143785"/>
              <a:gd name="connsiteX11716" fmla="*/ 1808512 w 3114960"/>
              <a:gd name="connsiteY11716" fmla="*/ 735044 h 5143785"/>
              <a:gd name="connsiteX11717" fmla="*/ 1803559 w 3114960"/>
              <a:gd name="connsiteY11717" fmla="*/ 597884 h 5143785"/>
              <a:gd name="connsiteX11718" fmla="*/ 1803559 w 3114960"/>
              <a:gd name="connsiteY11718" fmla="*/ 545592 h 5143785"/>
              <a:gd name="connsiteX11719" fmla="*/ 1803082 w 3114960"/>
              <a:gd name="connsiteY11719" fmla="*/ 544163 h 5143785"/>
              <a:gd name="connsiteX11720" fmla="*/ 1780032 w 3114960"/>
              <a:gd name="connsiteY11720" fmla="*/ 514636 h 5143785"/>
              <a:gd name="connsiteX11721" fmla="*/ 1778127 w 3114960"/>
              <a:gd name="connsiteY11721" fmla="*/ 513683 h 5143785"/>
              <a:gd name="connsiteX11722" fmla="*/ 1776222 w 3114960"/>
              <a:gd name="connsiteY11722" fmla="*/ 514636 h 5143785"/>
              <a:gd name="connsiteX11723" fmla="*/ 1745932 w 3114960"/>
              <a:gd name="connsiteY11723" fmla="*/ 555308 h 5143785"/>
              <a:gd name="connsiteX11724" fmla="*/ 1745456 w 3114960"/>
              <a:gd name="connsiteY11724" fmla="*/ 556736 h 5143785"/>
              <a:gd name="connsiteX11725" fmla="*/ 1744504 w 3114960"/>
              <a:gd name="connsiteY11725" fmla="*/ 679514 h 5143785"/>
              <a:gd name="connsiteX11726" fmla="*/ 1740503 w 3114960"/>
              <a:gd name="connsiteY11726" fmla="*/ 679514 h 5143785"/>
              <a:gd name="connsiteX11727" fmla="*/ 1735455 w 3114960"/>
              <a:gd name="connsiteY11727" fmla="*/ 684562 h 5143785"/>
              <a:gd name="connsiteX11728" fmla="*/ 1735455 w 3114960"/>
              <a:gd name="connsiteY11728" fmla="*/ 697516 h 5143785"/>
              <a:gd name="connsiteX11729" fmla="*/ 1740503 w 3114960"/>
              <a:gd name="connsiteY11729" fmla="*/ 702564 h 5143785"/>
              <a:gd name="connsiteX11730" fmla="*/ 1753457 w 3114960"/>
              <a:gd name="connsiteY11730" fmla="*/ 702564 h 5143785"/>
              <a:gd name="connsiteX11731" fmla="*/ 1758506 w 3114960"/>
              <a:gd name="connsiteY11731" fmla="*/ 697516 h 5143785"/>
              <a:gd name="connsiteX11732" fmla="*/ 1758506 w 3114960"/>
              <a:gd name="connsiteY11732" fmla="*/ 684562 h 5143785"/>
              <a:gd name="connsiteX11733" fmla="*/ 1753457 w 3114960"/>
              <a:gd name="connsiteY11733" fmla="*/ 679514 h 5143785"/>
              <a:gd name="connsiteX11734" fmla="*/ 1749362 w 3114960"/>
              <a:gd name="connsiteY11734" fmla="*/ 679514 h 5143785"/>
              <a:gd name="connsiteX11735" fmla="*/ 1750314 w 3114960"/>
              <a:gd name="connsiteY11735" fmla="*/ 557594 h 5143785"/>
              <a:gd name="connsiteX11736" fmla="*/ 1778222 w 3114960"/>
              <a:gd name="connsiteY11736" fmla="*/ 520065 h 5143785"/>
              <a:gd name="connsiteX11737" fmla="*/ 1798796 w 3114960"/>
              <a:gd name="connsiteY11737" fmla="*/ 546449 h 5143785"/>
              <a:gd name="connsiteX11738" fmla="*/ 1798796 w 3114960"/>
              <a:gd name="connsiteY11738" fmla="*/ 597218 h 5143785"/>
              <a:gd name="connsiteX11739" fmla="*/ 1784985 w 3114960"/>
              <a:gd name="connsiteY11739" fmla="*/ 616553 h 5143785"/>
              <a:gd name="connsiteX11740" fmla="*/ 1778889 w 3114960"/>
              <a:gd name="connsiteY11740" fmla="*/ 615029 h 5143785"/>
              <a:gd name="connsiteX11741" fmla="*/ 1765459 w 3114960"/>
              <a:gd name="connsiteY11741" fmla="*/ 628460 h 5143785"/>
              <a:gd name="connsiteX11742" fmla="*/ 1778889 w 3114960"/>
              <a:gd name="connsiteY11742" fmla="*/ 641890 h 5143785"/>
              <a:gd name="connsiteX11743" fmla="*/ 1792319 w 3114960"/>
              <a:gd name="connsiteY11743" fmla="*/ 628460 h 5143785"/>
              <a:gd name="connsiteX11744" fmla="*/ 1788795 w 3114960"/>
              <a:gd name="connsiteY11744" fmla="*/ 619411 h 5143785"/>
              <a:gd name="connsiteX11745" fmla="*/ 1803178 w 3114960"/>
              <a:gd name="connsiteY11745" fmla="*/ 599313 h 5143785"/>
              <a:gd name="connsiteX11746" fmla="*/ 1803654 w 3114960"/>
              <a:gd name="connsiteY11746" fmla="*/ 597884 h 5143785"/>
              <a:gd name="connsiteX11747" fmla="*/ 1753743 w 3114960"/>
              <a:gd name="connsiteY11747" fmla="*/ 684562 h 5143785"/>
              <a:gd name="connsiteX11748" fmla="*/ 1753457 w 3114960"/>
              <a:gd name="connsiteY11748" fmla="*/ 697802 h 5143785"/>
              <a:gd name="connsiteX11749" fmla="*/ 1740218 w 3114960"/>
              <a:gd name="connsiteY11749" fmla="*/ 697516 h 5143785"/>
              <a:gd name="connsiteX11750" fmla="*/ 1740218 w 3114960"/>
              <a:gd name="connsiteY11750" fmla="*/ 684562 h 5143785"/>
              <a:gd name="connsiteX11751" fmla="*/ 1740503 w 3114960"/>
              <a:gd name="connsiteY11751" fmla="*/ 684276 h 5143785"/>
              <a:gd name="connsiteX11752" fmla="*/ 1753743 w 3114960"/>
              <a:gd name="connsiteY11752" fmla="*/ 684562 h 5143785"/>
              <a:gd name="connsiteX11753" fmla="*/ 1778889 w 3114960"/>
              <a:gd name="connsiteY11753" fmla="*/ 637032 h 5143785"/>
              <a:gd name="connsiteX11754" fmla="*/ 1770221 w 3114960"/>
              <a:gd name="connsiteY11754" fmla="*/ 628364 h 5143785"/>
              <a:gd name="connsiteX11755" fmla="*/ 1778889 w 3114960"/>
              <a:gd name="connsiteY11755" fmla="*/ 619697 h 5143785"/>
              <a:gd name="connsiteX11756" fmla="*/ 1787557 w 3114960"/>
              <a:gd name="connsiteY11756" fmla="*/ 628364 h 5143785"/>
              <a:gd name="connsiteX11757" fmla="*/ 1778889 w 3114960"/>
              <a:gd name="connsiteY11757" fmla="*/ 637032 h 5143785"/>
              <a:gd name="connsiteX11758" fmla="*/ 591217 w 3114960"/>
              <a:gd name="connsiteY11758" fmla="*/ 2219897 h 5143785"/>
              <a:gd name="connsiteX11759" fmla="*/ 597408 w 3114960"/>
              <a:gd name="connsiteY11759" fmla="*/ 2213515 h 5143785"/>
              <a:gd name="connsiteX11760" fmla="*/ 600837 w 3114960"/>
              <a:gd name="connsiteY11760" fmla="*/ 2216849 h 5143785"/>
              <a:gd name="connsiteX11761" fmla="*/ 594646 w 3114960"/>
              <a:gd name="connsiteY11761" fmla="*/ 2223230 h 5143785"/>
              <a:gd name="connsiteX11762" fmla="*/ 591217 w 3114960"/>
              <a:gd name="connsiteY11762" fmla="*/ 2219897 h 5143785"/>
              <a:gd name="connsiteX11763" fmla="*/ 426053 w 3114960"/>
              <a:gd name="connsiteY11763" fmla="*/ 2119789 h 5143785"/>
              <a:gd name="connsiteX11764" fmla="*/ 429387 w 3114960"/>
              <a:gd name="connsiteY11764" fmla="*/ 2123218 h 5143785"/>
              <a:gd name="connsiteX11765" fmla="*/ 425958 w 3114960"/>
              <a:gd name="connsiteY11765" fmla="*/ 2126552 h 5143785"/>
              <a:gd name="connsiteX11766" fmla="*/ 422624 w 3114960"/>
              <a:gd name="connsiteY11766" fmla="*/ 2123123 h 5143785"/>
              <a:gd name="connsiteX11767" fmla="*/ 426053 w 3114960"/>
              <a:gd name="connsiteY11767" fmla="*/ 2119789 h 5143785"/>
              <a:gd name="connsiteX11768" fmla="*/ 897350 w 3114960"/>
              <a:gd name="connsiteY11768" fmla="*/ 3598069 h 5143785"/>
              <a:gd name="connsiteX11769" fmla="*/ 897350 w 3114960"/>
              <a:gd name="connsiteY11769" fmla="*/ 3602355 h 5143785"/>
              <a:gd name="connsiteX11770" fmla="*/ 904494 w 3114960"/>
              <a:gd name="connsiteY11770" fmla="*/ 3609499 h 5143785"/>
              <a:gd name="connsiteX11771" fmla="*/ 918020 w 3114960"/>
              <a:gd name="connsiteY11771" fmla="*/ 3609499 h 5143785"/>
              <a:gd name="connsiteX11772" fmla="*/ 925163 w 3114960"/>
              <a:gd name="connsiteY11772" fmla="*/ 3602355 h 5143785"/>
              <a:gd name="connsiteX11773" fmla="*/ 925163 w 3114960"/>
              <a:gd name="connsiteY11773" fmla="*/ 3588830 h 5143785"/>
              <a:gd name="connsiteX11774" fmla="*/ 918020 w 3114960"/>
              <a:gd name="connsiteY11774" fmla="*/ 3581686 h 5143785"/>
              <a:gd name="connsiteX11775" fmla="*/ 904494 w 3114960"/>
              <a:gd name="connsiteY11775" fmla="*/ 3581686 h 5143785"/>
              <a:gd name="connsiteX11776" fmla="*/ 897350 w 3114960"/>
              <a:gd name="connsiteY11776" fmla="*/ 3588830 h 5143785"/>
              <a:gd name="connsiteX11777" fmla="*/ 897350 w 3114960"/>
              <a:gd name="connsiteY11777" fmla="*/ 3593306 h 5143785"/>
              <a:gd name="connsiteX11778" fmla="*/ 873538 w 3114960"/>
              <a:gd name="connsiteY11778" fmla="*/ 3593783 h 5143785"/>
              <a:gd name="connsiteX11779" fmla="*/ 857631 w 3114960"/>
              <a:gd name="connsiteY11779" fmla="*/ 3610356 h 5143785"/>
              <a:gd name="connsiteX11780" fmla="*/ 858012 w 3114960"/>
              <a:gd name="connsiteY11780" fmla="*/ 3736562 h 5143785"/>
              <a:gd name="connsiteX11781" fmla="*/ 819055 w 3114960"/>
              <a:gd name="connsiteY11781" fmla="*/ 3773615 h 5143785"/>
              <a:gd name="connsiteX11782" fmla="*/ 698087 w 3114960"/>
              <a:gd name="connsiteY11782" fmla="*/ 3772853 h 5143785"/>
              <a:gd name="connsiteX11783" fmla="*/ 698087 w 3114960"/>
              <a:gd name="connsiteY11783" fmla="*/ 3763899 h 5143785"/>
              <a:gd name="connsiteX11784" fmla="*/ 689324 w 3114960"/>
              <a:gd name="connsiteY11784" fmla="*/ 3755136 h 5143785"/>
              <a:gd name="connsiteX11785" fmla="*/ 541306 w 3114960"/>
              <a:gd name="connsiteY11785" fmla="*/ 3755136 h 5143785"/>
              <a:gd name="connsiteX11786" fmla="*/ 532638 w 3114960"/>
              <a:gd name="connsiteY11786" fmla="*/ 3763899 h 5143785"/>
              <a:gd name="connsiteX11787" fmla="*/ 532638 w 3114960"/>
              <a:gd name="connsiteY11787" fmla="*/ 3771710 h 5143785"/>
              <a:gd name="connsiteX11788" fmla="*/ 452247 w 3114960"/>
              <a:gd name="connsiteY11788" fmla="*/ 3771710 h 5143785"/>
              <a:gd name="connsiteX11789" fmla="*/ 434054 w 3114960"/>
              <a:gd name="connsiteY11789" fmla="*/ 3759137 h 5143785"/>
              <a:gd name="connsiteX11790" fmla="*/ 364522 w 3114960"/>
              <a:gd name="connsiteY11790" fmla="*/ 3759137 h 5143785"/>
              <a:gd name="connsiteX11791" fmla="*/ 364522 w 3114960"/>
              <a:gd name="connsiteY11791" fmla="*/ 3742754 h 5143785"/>
              <a:gd name="connsiteX11792" fmla="*/ 434054 w 3114960"/>
              <a:gd name="connsiteY11792" fmla="*/ 3742754 h 5143785"/>
              <a:gd name="connsiteX11793" fmla="*/ 452247 w 3114960"/>
              <a:gd name="connsiteY11793" fmla="*/ 3730180 h 5143785"/>
              <a:gd name="connsiteX11794" fmla="*/ 534734 w 3114960"/>
              <a:gd name="connsiteY11794" fmla="*/ 3730180 h 5143785"/>
              <a:gd name="connsiteX11795" fmla="*/ 534734 w 3114960"/>
              <a:gd name="connsiteY11795" fmla="*/ 3737324 h 5143785"/>
              <a:gd name="connsiteX11796" fmla="*/ 543497 w 3114960"/>
              <a:gd name="connsiteY11796" fmla="*/ 3746087 h 5143785"/>
              <a:gd name="connsiteX11797" fmla="*/ 687229 w 3114960"/>
              <a:gd name="connsiteY11797" fmla="*/ 3746087 h 5143785"/>
              <a:gd name="connsiteX11798" fmla="*/ 695992 w 3114960"/>
              <a:gd name="connsiteY11798" fmla="*/ 3737324 h 5143785"/>
              <a:gd name="connsiteX11799" fmla="*/ 695992 w 3114960"/>
              <a:gd name="connsiteY11799" fmla="*/ 3732848 h 5143785"/>
              <a:gd name="connsiteX11800" fmla="*/ 795052 w 3114960"/>
              <a:gd name="connsiteY11800" fmla="*/ 3732848 h 5143785"/>
              <a:gd name="connsiteX11801" fmla="*/ 831818 w 3114960"/>
              <a:gd name="connsiteY11801" fmla="*/ 3701225 h 5143785"/>
              <a:gd name="connsiteX11802" fmla="*/ 831342 w 3114960"/>
              <a:gd name="connsiteY11802" fmla="*/ 3588639 h 5143785"/>
              <a:gd name="connsiteX11803" fmla="*/ 867061 w 3114960"/>
              <a:gd name="connsiteY11803" fmla="*/ 3551015 h 5143785"/>
              <a:gd name="connsiteX11804" fmla="*/ 892778 w 3114960"/>
              <a:gd name="connsiteY11804" fmla="*/ 3550634 h 5143785"/>
              <a:gd name="connsiteX11805" fmla="*/ 902018 w 3114960"/>
              <a:gd name="connsiteY11805" fmla="*/ 3557969 h 5143785"/>
              <a:gd name="connsiteX11806" fmla="*/ 911733 w 3114960"/>
              <a:gd name="connsiteY11806" fmla="*/ 3548253 h 5143785"/>
              <a:gd name="connsiteX11807" fmla="*/ 902018 w 3114960"/>
              <a:gd name="connsiteY11807" fmla="*/ 3538538 h 5143785"/>
              <a:gd name="connsiteX11808" fmla="*/ 892778 w 3114960"/>
              <a:gd name="connsiteY11808" fmla="*/ 3545967 h 5143785"/>
              <a:gd name="connsiteX11809" fmla="*/ 865061 w 3114960"/>
              <a:gd name="connsiteY11809" fmla="*/ 3546443 h 5143785"/>
              <a:gd name="connsiteX11810" fmla="*/ 826675 w 3114960"/>
              <a:gd name="connsiteY11810" fmla="*/ 3586925 h 5143785"/>
              <a:gd name="connsiteX11811" fmla="*/ 827151 w 3114960"/>
              <a:gd name="connsiteY11811" fmla="*/ 3699224 h 5143785"/>
              <a:gd name="connsiteX11812" fmla="*/ 793433 w 3114960"/>
              <a:gd name="connsiteY11812" fmla="*/ 3728085 h 5143785"/>
              <a:gd name="connsiteX11813" fmla="*/ 696182 w 3114960"/>
              <a:gd name="connsiteY11813" fmla="*/ 3728085 h 5143785"/>
              <a:gd name="connsiteX11814" fmla="*/ 696182 w 3114960"/>
              <a:gd name="connsiteY11814" fmla="*/ 3718274 h 5143785"/>
              <a:gd name="connsiteX11815" fmla="*/ 687419 w 3114960"/>
              <a:gd name="connsiteY11815" fmla="*/ 3709511 h 5143785"/>
              <a:gd name="connsiteX11816" fmla="*/ 543687 w 3114960"/>
              <a:gd name="connsiteY11816" fmla="*/ 3709511 h 5143785"/>
              <a:gd name="connsiteX11817" fmla="*/ 534924 w 3114960"/>
              <a:gd name="connsiteY11817" fmla="*/ 3718274 h 5143785"/>
              <a:gd name="connsiteX11818" fmla="*/ 534924 w 3114960"/>
              <a:gd name="connsiteY11818" fmla="*/ 3725418 h 5143785"/>
              <a:gd name="connsiteX11819" fmla="*/ 450914 w 3114960"/>
              <a:gd name="connsiteY11819" fmla="*/ 3725418 h 5143785"/>
              <a:gd name="connsiteX11820" fmla="*/ 432721 w 3114960"/>
              <a:gd name="connsiteY11820" fmla="*/ 3737991 h 5143785"/>
              <a:gd name="connsiteX11821" fmla="*/ 364617 w 3114960"/>
              <a:gd name="connsiteY11821" fmla="*/ 3737991 h 5143785"/>
              <a:gd name="connsiteX11822" fmla="*/ 356521 w 3114960"/>
              <a:gd name="connsiteY11822" fmla="*/ 3730085 h 5143785"/>
              <a:gd name="connsiteX11823" fmla="*/ 348996 w 3114960"/>
              <a:gd name="connsiteY11823" fmla="*/ 3730085 h 5143785"/>
              <a:gd name="connsiteX11824" fmla="*/ 340900 w 3114960"/>
              <a:gd name="connsiteY11824" fmla="*/ 3737896 h 5143785"/>
              <a:gd name="connsiteX11825" fmla="*/ 340900 w 3114960"/>
              <a:gd name="connsiteY11825" fmla="*/ 3768947 h 5143785"/>
              <a:gd name="connsiteX11826" fmla="*/ 348996 w 3114960"/>
              <a:gd name="connsiteY11826" fmla="*/ 3776758 h 5143785"/>
              <a:gd name="connsiteX11827" fmla="*/ 356521 w 3114960"/>
              <a:gd name="connsiteY11827" fmla="*/ 3776758 h 5143785"/>
              <a:gd name="connsiteX11828" fmla="*/ 364617 w 3114960"/>
              <a:gd name="connsiteY11828" fmla="*/ 3768947 h 5143785"/>
              <a:gd name="connsiteX11829" fmla="*/ 364617 w 3114960"/>
              <a:gd name="connsiteY11829" fmla="*/ 3763804 h 5143785"/>
              <a:gd name="connsiteX11830" fmla="*/ 432721 w 3114960"/>
              <a:gd name="connsiteY11830" fmla="*/ 3763804 h 5143785"/>
              <a:gd name="connsiteX11831" fmla="*/ 450914 w 3114960"/>
              <a:gd name="connsiteY11831" fmla="*/ 3776377 h 5143785"/>
              <a:gd name="connsiteX11832" fmla="*/ 532829 w 3114960"/>
              <a:gd name="connsiteY11832" fmla="*/ 3776377 h 5143785"/>
              <a:gd name="connsiteX11833" fmla="*/ 532829 w 3114960"/>
              <a:gd name="connsiteY11833" fmla="*/ 3786378 h 5143785"/>
              <a:gd name="connsiteX11834" fmla="*/ 541496 w 3114960"/>
              <a:gd name="connsiteY11834" fmla="*/ 3795141 h 5143785"/>
              <a:gd name="connsiteX11835" fmla="*/ 689515 w 3114960"/>
              <a:gd name="connsiteY11835" fmla="*/ 3795141 h 5143785"/>
              <a:gd name="connsiteX11836" fmla="*/ 698278 w 3114960"/>
              <a:gd name="connsiteY11836" fmla="*/ 3786378 h 5143785"/>
              <a:gd name="connsiteX11837" fmla="*/ 698278 w 3114960"/>
              <a:gd name="connsiteY11837" fmla="*/ 3777615 h 5143785"/>
              <a:gd name="connsiteX11838" fmla="*/ 820102 w 3114960"/>
              <a:gd name="connsiteY11838" fmla="*/ 3778377 h 5143785"/>
              <a:gd name="connsiteX11839" fmla="*/ 821055 w 3114960"/>
              <a:gd name="connsiteY11839" fmla="*/ 3778377 h 5143785"/>
              <a:gd name="connsiteX11840" fmla="*/ 862870 w 3114960"/>
              <a:gd name="connsiteY11840" fmla="*/ 3738563 h 5143785"/>
              <a:gd name="connsiteX11841" fmla="*/ 862489 w 3114960"/>
              <a:gd name="connsiteY11841" fmla="*/ 3612261 h 5143785"/>
              <a:gd name="connsiteX11842" fmla="*/ 875729 w 3114960"/>
              <a:gd name="connsiteY11842" fmla="*/ 3598450 h 5143785"/>
              <a:gd name="connsiteX11843" fmla="*/ 897446 w 3114960"/>
              <a:gd name="connsiteY11843" fmla="*/ 3598069 h 5143785"/>
              <a:gd name="connsiteX11844" fmla="*/ 902113 w 3114960"/>
              <a:gd name="connsiteY11844" fmla="*/ 3588925 h 5143785"/>
              <a:gd name="connsiteX11845" fmla="*/ 904494 w 3114960"/>
              <a:gd name="connsiteY11845" fmla="*/ 3586544 h 5143785"/>
              <a:gd name="connsiteX11846" fmla="*/ 918020 w 3114960"/>
              <a:gd name="connsiteY11846" fmla="*/ 3586544 h 5143785"/>
              <a:gd name="connsiteX11847" fmla="*/ 920401 w 3114960"/>
              <a:gd name="connsiteY11847" fmla="*/ 3588925 h 5143785"/>
              <a:gd name="connsiteX11848" fmla="*/ 920401 w 3114960"/>
              <a:gd name="connsiteY11848" fmla="*/ 3602450 h 5143785"/>
              <a:gd name="connsiteX11849" fmla="*/ 918020 w 3114960"/>
              <a:gd name="connsiteY11849" fmla="*/ 3604832 h 5143785"/>
              <a:gd name="connsiteX11850" fmla="*/ 904494 w 3114960"/>
              <a:gd name="connsiteY11850" fmla="*/ 3604832 h 5143785"/>
              <a:gd name="connsiteX11851" fmla="*/ 902113 w 3114960"/>
              <a:gd name="connsiteY11851" fmla="*/ 3602450 h 5143785"/>
              <a:gd name="connsiteX11852" fmla="*/ 902113 w 3114960"/>
              <a:gd name="connsiteY11852" fmla="*/ 3588925 h 5143785"/>
              <a:gd name="connsiteX11853" fmla="*/ 902113 w 3114960"/>
              <a:gd name="connsiteY11853" fmla="*/ 3543300 h 5143785"/>
              <a:gd name="connsiteX11854" fmla="*/ 907066 w 3114960"/>
              <a:gd name="connsiteY11854" fmla="*/ 3548253 h 5143785"/>
              <a:gd name="connsiteX11855" fmla="*/ 902113 w 3114960"/>
              <a:gd name="connsiteY11855" fmla="*/ 3553206 h 5143785"/>
              <a:gd name="connsiteX11856" fmla="*/ 897160 w 3114960"/>
              <a:gd name="connsiteY11856" fmla="*/ 3548253 h 5143785"/>
              <a:gd name="connsiteX11857" fmla="*/ 902113 w 3114960"/>
              <a:gd name="connsiteY11857" fmla="*/ 3543300 h 5143785"/>
              <a:gd name="connsiteX11858" fmla="*/ 539687 w 3114960"/>
              <a:gd name="connsiteY11858" fmla="*/ 3718274 h 5143785"/>
              <a:gd name="connsiteX11859" fmla="*/ 543687 w 3114960"/>
              <a:gd name="connsiteY11859" fmla="*/ 3714274 h 5143785"/>
              <a:gd name="connsiteX11860" fmla="*/ 687419 w 3114960"/>
              <a:gd name="connsiteY11860" fmla="*/ 3714274 h 5143785"/>
              <a:gd name="connsiteX11861" fmla="*/ 691420 w 3114960"/>
              <a:gd name="connsiteY11861" fmla="*/ 3718274 h 5143785"/>
              <a:gd name="connsiteX11862" fmla="*/ 691420 w 3114960"/>
              <a:gd name="connsiteY11862" fmla="*/ 3737420 h 5143785"/>
              <a:gd name="connsiteX11863" fmla="*/ 687419 w 3114960"/>
              <a:gd name="connsiteY11863" fmla="*/ 3741420 h 5143785"/>
              <a:gd name="connsiteX11864" fmla="*/ 543687 w 3114960"/>
              <a:gd name="connsiteY11864" fmla="*/ 3741420 h 5143785"/>
              <a:gd name="connsiteX11865" fmla="*/ 539687 w 3114960"/>
              <a:gd name="connsiteY11865" fmla="*/ 3737420 h 5143785"/>
              <a:gd name="connsiteX11866" fmla="*/ 539687 w 3114960"/>
              <a:gd name="connsiteY11866" fmla="*/ 3718274 h 5143785"/>
              <a:gd name="connsiteX11867" fmla="*/ 360998 w 3114960"/>
              <a:gd name="connsiteY11867" fmla="*/ 3769043 h 5143785"/>
              <a:gd name="connsiteX11868" fmla="*/ 356616 w 3114960"/>
              <a:gd name="connsiteY11868" fmla="*/ 3773234 h 5143785"/>
              <a:gd name="connsiteX11869" fmla="*/ 349091 w 3114960"/>
              <a:gd name="connsiteY11869" fmla="*/ 3773234 h 5143785"/>
              <a:gd name="connsiteX11870" fmla="*/ 344710 w 3114960"/>
              <a:gd name="connsiteY11870" fmla="*/ 3769043 h 5143785"/>
              <a:gd name="connsiteX11871" fmla="*/ 344710 w 3114960"/>
              <a:gd name="connsiteY11871" fmla="*/ 3762470 h 5143785"/>
              <a:gd name="connsiteX11872" fmla="*/ 360902 w 3114960"/>
              <a:gd name="connsiteY11872" fmla="*/ 3762470 h 5143785"/>
              <a:gd name="connsiteX11873" fmla="*/ 360902 w 3114960"/>
              <a:gd name="connsiteY11873" fmla="*/ 3769043 h 5143785"/>
              <a:gd name="connsiteX11874" fmla="*/ 360998 w 3114960"/>
              <a:gd name="connsiteY11874" fmla="*/ 3742754 h 5143785"/>
              <a:gd name="connsiteX11875" fmla="*/ 344805 w 3114960"/>
              <a:gd name="connsiteY11875" fmla="*/ 3742754 h 5143785"/>
              <a:gd name="connsiteX11876" fmla="*/ 344805 w 3114960"/>
              <a:gd name="connsiteY11876" fmla="*/ 3737896 h 5143785"/>
              <a:gd name="connsiteX11877" fmla="*/ 349187 w 3114960"/>
              <a:gd name="connsiteY11877" fmla="*/ 3733705 h 5143785"/>
              <a:gd name="connsiteX11878" fmla="*/ 356711 w 3114960"/>
              <a:gd name="connsiteY11878" fmla="*/ 3733705 h 5143785"/>
              <a:gd name="connsiteX11879" fmla="*/ 361093 w 3114960"/>
              <a:gd name="connsiteY11879" fmla="*/ 3737896 h 5143785"/>
              <a:gd name="connsiteX11880" fmla="*/ 361093 w 3114960"/>
              <a:gd name="connsiteY11880" fmla="*/ 3742754 h 5143785"/>
              <a:gd name="connsiteX11881" fmla="*/ 693515 w 3114960"/>
              <a:gd name="connsiteY11881" fmla="*/ 3786473 h 5143785"/>
              <a:gd name="connsiteX11882" fmla="*/ 689515 w 3114960"/>
              <a:gd name="connsiteY11882" fmla="*/ 3790474 h 5143785"/>
              <a:gd name="connsiteX11883" fmla="*/ 541496 w 3114960"/>
              <a:gd name="connsiteY11883" fmla="*/ 3790474 h 5143785"/>
              <a:gd name="connsiteX11884" fmla="*/ 537591 w 3114960"/>
              <a:gd name="connsiteY11884" fmla="*/ 3786473 h 5143785"/>
              <a:gd name="connsiteX11885" fmla="*/ 537591 w 3114960"/>
              <a:gd name="connsiteY11885" fmla="*/ 3763994 h 5143785"/>
              <a:gd name="connsiteX11886" fmla="*/ 541496 w 3114960"/>
              <a:gd name="connsiteY11886" fmla="*/ 3759994 h 5143785"/>
              <a:gd name="connsiteX11887" fmla="*/ 689515 w 3114960"/>
              <a:gd name="connsiteY11887" fmla="*/ 3759994 h 5143785"/>
              <a:gd name="connsiteX11888" fmla="*/ 693515 w 3114960"/>
              <a:gd name="connsiteY11888" fmla="*/ 3763994 h 5143785"/>
              <a:gd name="connsiteX11889" fmla="*/ 693515 w 3114960"/>
              <a:gd name="connsiteY11889" fmla="*/ 3786473 h 5143785"/>
              <a:gd name="connsiteX11890" fmla="*/ 1808607 w 3114960"/>
              <a:gd name="connsiteY11890" fmla="*/ 661511 h 5143785"/>
              <a:gd name="connsiteX11891" fmla="*/ 1815751 w 3114960"/>
              <a:gd name="connsiteY11891" fmla="*/ 661511 h 5143785"/>
              <a:gd name="connsiteX11892" fmla="*/ 1815751 w 3114960"/>
              <a:gd name="connsiteY11892" fmla="*/ 669798 h 5143785"/>
              <a:gd name="connsiteX11893" fmla="*/ 1808607 w 3114960"/>
              <a:gd name="connsiteY11893" fmla="*/ 669798 h 5143785"/>
              <a:gd name="connsiteX11894" fmla="*/ 1808607 w 3114960"/>
              <a:gd name="connsiteY11894" fmla="*/ 661511 h 5143785"/>
              <a:gd name="connsiteX11895" fmla="*/ 1734884 w 3114960"/>
              <a:gd name="connsiteY11895" fmla="*/ 470726 h 5143785"/>
              <a:gd name="connsiteX11896" fmla="*/ 1742027 w 3114960"/>
              <a:gd name="connsiteY11896" fmla="*/ 470726 h 5143785"/>
              <a:gd name="connsiteX11897" fmla="*/ 1742027 w 3114960"/>
              <a:gd name="connsiteY11897" fmla="*/ 479203 h 5143785"/>
              <a:gd name="connsiteX11898" fmla="*/ 1734884 w 3114960"/>
              <a:gd name="connsiteY11898" fmla="*/ 479203 h 5143785"/>
              <a:gd name="connsiteX11899" fmla="*/ 1734884 w 3114960"/>
              <a:gd name="connsiteY11899" fmla="*/ 470726 h 5143785"/>
              <a:gd name="connsiteX11900" fmla="*/ 1808417 w 3114960"/>
              <a:gd name="connsiteY11900" fmla="*/ 677894 h 5143785"/>
              <a:gd name="connsiteX11901" fmla="*/ 1815560 w 3114960"/>
              <a:gd name="connsiteY11901" fmla="*/ 677894 h 5143785"/>
              <a:gd name="connsiteX11902" fmla="*/ 1815560 w 3114960"/>
              <a:gd name="connsiteY11902" fmla="*/ 686181 h 5143785"/>
              <a:gd name="connsiteX11903" fmla="*/ 1808417 w 3114960"/>
              <a:gd name="connsiteY11903" fmla="*/ 686181 h 5143785"/>
              <a:gd name="connsiteX11904" fmla="*/ 1808417 w 3114960"/>
              <a:gd name="connsiteY11904" fmla="*/ 677894 h 5143785"/>
              <a:gd name="connsiteX11905" fmla="*/ 1808321 w 3114960"/>
              <a:gd name="connsiteY11905" fmla="*/ 694373 h 5143785"/>
              <a:gd name="connsiteX11906" fmla="*/ 1815465 w 3114960"/>
              <a:gd name="connsiteY11906" fmla="*/ 694373 h 5143785"/>
              <a:gd name="connsiteX11907" fmla="*/ 1815465 w 3114960"/>
              <a:gd name="connsiteY11907" fmla="*/ 702659 h 5143785"/>
              <a:gd name="connsiteX11908" fmla="*/ 1808321 w 3114960"/>
              <a:gd name="connsiteY11908" fmla="*/ 702659 h 5143785"/>
              <a:gd name="connsiteX11909" fmla="*/ 1808321 w 3114960"/>
              <a:gd name="connsiteY11909" fmla="*/ 694373 h 5143785"/>
              <a:gd name="connsiteX11910" fmla="*/ 1816037 w 3114960"/>
              <a:gd name="connsiteY11910" fmla="*/ 636937 h 5143785"/>
              <a:gd name="connsiteX11911" fmla="*/ 1808893 w 3114960"/>
              <a:gd name="connsiteY11911" fmla="*/ 636937 h 5143785"/>
              <a:gd name="connsiteX11912" fmla="*/ 1808893 w 3114960"/>
              <a:gd name="connsiteY11912" fmla="*/ 630174 h 5143785"/>
              <a:gd name="connsiteX11913" fmla="*/ 1810988 w 3114960"/>
              <a:gd name="connsiteY11913" fmla="*/ 627126 h 5143785"/>
              <a:gd name="connsiteX11914" fmla="*/ 1816894 w 3114960"/>
              <a:gd name="connsiteY11914" fmla="*/ 631222 h 5143785"/>
              <a:gd name="connsiteX11915" fmla="*/ 1816037 w 3114960"/>
              <a:gd name="connsiteY11915" fmla="*/ 632460 h 5143785"/>
              <a:gd name="connsiteX11916" fmla="*/ 1816037 w 3114960"/>
              <a:gd name="connsiteY11916" fmla="*/ 636937 h 5143785"/>
              <a:gd name="connsiteX11917" fmla="*/ 670274 w 3114960"/>
              <a:gd name="connsiteY11917" fmla="*/ 3769519 h 5143785"/>
              <a:gd name="connsiteX11918" fmla="*/ 670274 w 3114960"/>
              <a:gd name="connsiteY11918" fmla="*/ 3780854 h 5143785"/>
              <a:gd name="connsiteX11919" fmla="*/ 663988 w 3114960"/>
              <a:gd name="connsiteY11919" fmla="*/ 3787235 h 5143785"/>
              <a:gd name="connsiteX11920" fmla="*/ 567119 w 3114960"/>
              <a:gd name="connsiteY11920" fmla="*/ 3787235 h 5143785"/>
              <a:gd name="connsiteX11921" fmla="*/ 560737 w 3114960"/>
              <a:gd name="connsiteY11921" fmla="*/ 3780854 h 5143785"/>
              <a:gd name="connsiteX11922" fmla="*/ 560737 w 3114960"/>
              <a:gd name="connsiteY11922" fmla="*/ 3769519 h 5143785"/>
              <a:gd name="connsiteX11923" fmla="*/ 567119 w 3114960"/>
              <a:gd name="connsiteY11923" fmla="*/ 3763137 h 5143785"/>
              <a:gd name="connsiteX11924" fmla="*/ 663988 w 3114960"/>
              <a:gd name="connsiteY11924" fmla="*/ 3763137 h 5143785"/>
              <a:gd name="connsiteX11925" fmla="*/ 670274 w 3114960"/>
              <a:gd name="connsiteY11925" fmla="*/ 3769519 h 5143785"/>
              <a:gd name="connsiteX11926" fmla="*/ 1808798 w 3114960"/>
              <a:gd name="connsiteY11926" fmla="*/ 645033 h 5143785"/>
              <a:gd name="connsiteX11927" fmla="*/ 1815941 w 3114960"/>
              <a:gd name="connsiteY11927" fmla="*/ 645033 h 5143785"/>
              <a:gd name="connsiteX11928" fmla="*/ 1815941 w 3114960"/>
              <a:gd name="connsiteY11928" fmla="*/ 653320 h 5143785"/>
              <a:gd name="connsiteX11929" fmla="*/ 1808798 w 3114960"/>
              <a:gd name="connsiteY11929" fmla="*/ 653320 h 5143785"/>
              <a:gd name="connsiteX11930" fmla="*/ 1808798 w 3114960"/>
              <a:gd name="connsiteY11930" fmla="*/ 645033 h 5143785"/>
              <a:gd name="connsiteX11931" fmla="*/ 553403 w 3114960"/>
              <a:gd name="connsiteY11931" fmla="*/ 4328637 h 5143785"/>
              <a:gd name="connsiteX11932" fmla="*/ 546259 w 3114960"/>
              <a:gd name="connsiteY11932" fmla="*/ 4328637 h 5143785"/>
              <a:gd name="connsiteX11933" fmla="*/ 546259 w 3114960"/>
              <a:gd name="connsiteY11933" fmla="*/ 4321017 h 5143785"/>
              <a:gd name="connsiteX11934" fmla="*/ 553403 w 3114960"/>
              <a:gd name="connsiteY11934" fmla="*/ 4321017 h 5143785"/>
              <a:gd name="connsiteX11935" fmla="*/ 553403 w 3114960"/>
              <a:gd name="connsiteY11935" fmla="*/ 4328637 h 5143785"/>
              <a:gd name="connsiteX11936" fmla="*/ 1947291 w 3114960"/>
              <a:gd name="connsiteY11936" fmla="*/ 5004816 h 5143785"/>
              <a:gd name="connsiteX11937" fmla="*/ 1937957 w 3114960"/>
              <a:gd name="connsiteY11937" fmla="*/ 5002244 h 5143785"/>
              <a:gd name="connsiteX11938" fmla="*/ 1929575 w 3114960"/>
              <a:gd name="connsiteY11938" fmla="*/ 5007007 h 5143785"/>
              <a:gd name="connsiteX11939" fmla="*/ 1927003 w 3114960"/>
              <a:gd name="connsiteY11939" fmla="*/ 5016342 h 5143785"/>
              <a:gd name="connsiteX11940" fmla="*/ 1931765 w 3114960"/>
              <a:gd name="connsiteY11940" fmla="*/ 5024724 h 5143785"/>
              <a:gd name="connsiteX11941" fmla="*/ 1939481 w 3114960"/>
              <a:gd name="connsiteY11941" fmla="*/ 5027390 h 5143785"/>
              <a:gd name="connsiteX11942" fmla="*/ 1941100 w 3114960"/>
              <a:gd name="connsiteY11942" fmla="*/ 5027295 h 5143785"/>
              <a:gd name="connsiteX11943" fmla="*/ 1951482 w 3114960"/>
              <a:gd name="connsiteY11943" fmla="*/ 5018723 h 5143785"/>
              <a:gd name="connsiteX11944" fmla="*/ 1975295 w 3114960"/>
              <a:gd name="connsiteY11944" fmla="*/ 5018723 h 5143785"/>
              <a:gd name="connsiteX11945" fmla="*/ 1976914 w 3114960"/>
              <a:gd name="connsiteY11945" fmla="*/ 5018151 h 5143785"/>
              <a:gd name="connsiteX11946" fmla="*/ 2025587 w 3114960"/>
              <a:gd name="connsiteY11946" fmla="*/ 4975289 h 5143785"/>
              <a:gd name="connsiteX11947" fmla="*/ 2026253 w 3114960"/>
              <a:gd name="connsiteY11947" fmla="*/ 4972622 h 5143785"/>
              <a:gd name="connsiteX11948" fmla="*/ 2024063 w 3114960"/>
              <a:gd name="connsiteY11948" fmla="*/ 4971098 h 5143785"/>
              <a:gd name="connsiteX11949" fmla="*/ 1955006 w 3114960"/>
              <a:gd name="connsiteY11949" fmla="*/ 4971098 h 5143785"/>
              <a:gd name="connsiteX11950" fmla="*/ 1943862 w 3114960"/>
              <a:gd name="connsiteY11950" fmla="*/ 4963192 h 5143785"/>
              <a:gd name="connsiteX11951" fmla="*/ 1935004 w 3114960"/>
              <a:gd name="connsiteY11951" fmla="*/ 4974622 h 5143785"/>
              <a:gd name="connsiteX11952" fmla="*/ 1946434 w 3114960"/>
              <a:gd name="connsiteY11952" fmla="*/ 4983480 h 5143785"/>
              <a:gd name="connsiteX11953" fmla="*/ 1955006 w 3114960"/>
              <a:gd name="connsiteY11953" fmla="*/ 4975670 h 5143785"/>
              <a:gd name="connsiteX11954" fmla="*/ 2017681 w 3114960"/>
              <a:gd name="connsiteY11954" fmla="*/ 4975670 h 5143785"/>
              <a:gd name="connsiteX11955" fmla="*/ 1974437 w 3114960"/>
              <a:gd name="connsiteY11955" fmla="*/ 5013865 h 5143785"/>
              <a:gd name="connsiteX11956" fmla="*/ 1952149 w 3114960"/>
              <a:gd name="connsiteY11956" fmla="*/ 5013865 h 5143785"/>
              <a:gd name="connsiteX11957" fmla="*/ 1952149 w 3114960"/>
              <a:gd name="connsiteY11957" fmla="*/ 5013103 h 5143785"/>
              <a:gd name="connsiteX11958" fmla="*/ 1952149 w 3114960"/>
              <a:gd name="connsiteY11958" fmla="*/ 5013103 h 5143785"/>
              <a:gd name="connsiteX11959" fmla="*/ 1947386 w 3114960"/>
              <a:gd name="connsiteY11959" fmla="*/ 5004721 h 5143785"/>
              <a:gd name="connsiteX11960" fmla="*/ 1940624 w 3114960"/>
              <a:gd name="connsiteY11960" fmla="*/ 5022628 h 5143785"/>
              <a:gd name="connsiteX11961" fmla="*/ 1934813 w 3114960"/>
              <a:gd name="connsiteY11961" fmla="*/ 5021009 h 5143785"/>
              <a:gd name="connsiteX11962" fmla="*/ 1931861 w 3114960"/>
              <a:gd name="connsiteY11962" fmla="*/ 5015770 h 5143785"/>
              <a:gd name="connsiteX11963" fmla="*/ 1933480 w 3114960"/>
              <a:gd name="connsiteY11963" fmla="*/ 5009959 h 5143785"/>
              <a:gd name="connsiteX11964" fmla="*/ 1938719 w 3114960"/>
              <a:gd name="connsiteY11964" fmla="*/ 5007007 h 5143785"/>
              <a:gd name="connsiteX11965" fmla="*/ 1939766 w 3114960"/>
              <a:gd name="connsiteY11965" fmla="*/ 5007007 h 5143785"/>
              <a:gd name="connsiteX11966" fmla="*/ 1944529 w 3114960"/>
              <a:gd name="connsiteY11966" fmla="*/ 5008626 h 5143785"/>
              <a:gd name="connsiteX11967" fmla="*/ 1947482 w 3114960"/>
              <a:gd name="connsiteY11967" fmla="*/ 5013865 h 5143785"/>
              <a:gd name="connsiteX11968" fmla="*/ 1940624 w 3114960"/>
              <a:gd name="connsiteY11968" fmla="*/ 5022628 h 5143785"/>
              <a:gd name="connsiteX11969" fmla="*/ 139637 w 3114960"/>
              <a:gd name="connsiteY11969" fmla="*/ 95 h 5143785"/>
              <a:gd name="connsiteX11970" fmla="*/ 152495 w 3114960"/>
              <a:gd name="connsiteY11970" fmla="*/ 95 h 5143785"/>
              <a:gd name="connsiteX11971" fmla="*/ 146114 w 3114960"/>
              <a:gd name="connsiteY11971" fmla="*/ 2477 h 5143785"/>
              <a:gd name="connsiteX11972" fmla="*/ 139637 w 3114960"/>
              <a:gd name="connsiteY11972" fmla="*/ 95 h 5143785"/>
              <a:gd name="connsiteX11973" fmla="*/ 612172 w 3114960"/>
              <a:gd name="connsiteY11973" fmla="*/ 2017776 h 5143785"/>
              <a:gd name="connsiteX11974" fmla="*/ 619316 w 3114960"/>
              <a:gd name="connsiteY11974" fmla="*/ 2017776 h 5143785"/>
              <a:gd name="connsiteX11975" fmla="*/ 619316 w 3114960"/>
              <a:gd name="connsiteY11975" fmla="*/ 2026253 h 5143785"/>
              <a:gd name="connsiteX11976" fmla="*/ 612172 w 3114960"/>
              <a:gd name="connsiteY11976" fmla="*/ 2026253 h 5143785"/>
              <a:gd name="connsiteX11977" fmla="*/ 612172 w 3114960"/>
              <a:gd name="connsiteY11977" fmla="*/ 2017776 h 5143785"/>
              <a:gd name="connsiteX11978" fmla="*/ 2546223 w 3114960"/>
              <a:gd name="connsiteY11978" fmla="*/ 5086732 h 5143785"/>
              <a:gd name="connsiteX11979" fmla="*/ 2544699 w 3114960"/>
              <a:gd name="connsiteY11979" fmla="*/ 5084160 h 5143785"/>
              <a:gd name="connsiteX11980" fmla="*/ 2539937 w 3114960"/>
              <a:gd name="connsiteY11980" fmla="*/ 5079397 h 5143785"/>
              <a:gd name="connsiteX11981" fmla="*/ 2535079 w 3114960"/>
              <a:gd name="connsiteY11981" fmla="*/ 5077397 h 5143785"/>
              <a:gd name="connsiteX11982" fmla="*/ 2535079 w 3114960"/>
              <a:gd name="connsiteY11982" fmla="*/ 5077397 h 5143785"/>
              <a:gd name="connsiteX11983" fmla="*/ 2530221 w 3114960"/>
              <a:gd name="connsiteY11983" fmla="*/ 5079397 h 5143785"/>
              <a:gd name="connsiteX11984" fmla="*/ 2525459 w 3114960"/>
              <a:gd name="connsiteY11984" fmla="*/ 5084160 h 5143785"/>
              <a:gd name="connsiteX11985" fmla="*/ 2525459 w 3114960"/>
              <a:gd name="connsiteY11985" fmla="*/ 5093970 h 5143785"/>
              <a:gd name="connsiteX11986" fmla="*/ 2530221 w 3114960"/>
              <a:gd name="connsiteY11986" fmla="*/ 5098733 h 5143785"/>
              <a:gd name="connsiteX11987" fmla="*/ 2535079 w 3114960"/>
              <a:gd name="connsiteY11987" fmla="*/ 5100733 h 5143785"/>
              <a:gd name="connsiteX11988" fmla="*/ 2535079 w 3114960"/>
              <a:gd name="connsiteY11988" fmla="*/ 5100733 h 5143785"/>
              <a:gd name="connsiteX11989" fmla="*/ 2540032 w 3114960"/>
              <a:gd name="connsiteY11989" fmla="*/ 5098733 h 5143785"/>
              <a:gd name="connsiteX11990" fmla="*/ 2544794 w 3114960"/>
              <a:gd name="connsiteY11990" fmla="*/ 5093970 h 5143785"/>
              <a:gd name="connsiteX11991" fmla="*/ 2546318 w 3114960"/>
              <a:gd name="connsiteY11991" fmla="*/ 5091494 h 5143785"/>
              <a:gd name="connsiteX11992" fmla="*/ 2634615 w 3114960"/>
              <a:gd name="connsiteY11992" fmla="*/ 5091494 h 5143785"/>
              <a:gd name="connsiteX11993" fmla="*/ 2636996 w 3114960"/>
              <a:gd name="connsiteY11993" fmla="*/ 5089113 h 5143785"/>
              <a:gd name="connsiteX11994" fmla="*/ 2636996 w 3114960"/>
              <a:gd name="connsiteY11994" fmla="*/ 5070063 h 5143785"/>
              <a:gd name="connsiteX11995" fmla="*/ 2636520 w 3114960"/>
              <a:gd name="connsiteY11995" fmla="*/ 5068634 h 5143785"/>
              <a:gd name="connsiteX11996" fmla="*/ 2618327 w 3114960"/>
              <a:gd name="connsiteY11996" fmla="*/ 5044535 h 5143785"/>
              <a:gd name="connsiteX11997" fmla="*/ 2618899 w 3114960"/>
              <a:gd name="connsiteY11997" fmla="*/ 5043869 h 5143785"/>
              <a:gd name="connsiteX11998" fmla="*/ 2620137 w 3114960"/>
              <a:gd name="connsiteY11998" fmla="*/ 5040249 h 5143785"/>
              <a:gd name="connsiteX11999" fmla="*/ 2620137 w 3114960"/>
              <a:gd name="connsiteY11999" fmla="*/ 5040249 h 5143785"/>
              <a:gd name="connsiteX12000" fmla="*/ 2611850 w 3114960"/>
              <a:gd name="connsiteY12000" fmla="*/ 5029391 h 5143785"/>
              <a:gd name="connsiteX12001" fmla="*/ 2604707 w 3114960"/>
              <a:gd name="connsiteY12001" fmla="*/ 5031296 h 5143785"/>
              <a:gd name="connsiteX12002" fmla="*/ 2600992 w 3114960"/>
              <a:gd name="connsiteY12002" fmla="*/ 5037678 h 5143785"/>
              <a:gd name="connsiteX12003" fmla="*/ 2609279 w 3114960"/>
              <a:gd name="connsiteY12003" fmla="*/ 5048536 h 5143785"/>
              <a:gd name="connsiteX12004" fmla="*/ 2610612 w 3114960"/>
              <a:gd name="connsiteY12004" fmla="*/ 5048536 h 5143785"/>
              <a:gd name="connsiteX12005" fmla="*/ 2614708 w 3114960"/>
              <a:gd name="connsiteY12005" fmla="*/ 5047583 h 5143785"/>
              <a:gd name="connsiteX12006" fmla="*/ 2632234 w 3114960"/>
              <a:gd name="connsiteY12006" fmla="*/ 5070824 h 5143785"/>
              <a:gd name="connsiteX12007" fmla="*/ 2632234 w 3114960"/>
              <a:gd name="connsiteY12007" fmla="*/ 5086636 h 5143785"/>
              <a:gd name="connsiteX12008" fmla="*/ 2546318 w 3114960"/>
              <a:gd name="connsiteY12008" fmla="*/ 5086636 h 5143785"/>
              <a:gd name="connsiteX12009" fmla="*/ 2541270 w 3114960"/>
              <a:gd name="connsiteY12009" fmla="*/ 5090637 h 5143785"/>
              <a:gd name="connsiteX12010" fmla="*/ 2536508 w 3114960"/>
              <a:gd name="connsiteY12010" fmla="*/ 5095399 h 5143785"/>
              <a:gd name="connsiteX12011" fmla="*/ 2534984 w 3114960"/>
              <a:gd name="connsiteY12011" fmla="*/ 5096066 h 5143785"/>
              <a:gd name="connsiteX12012" fmla="*/ 2534984 w 3114960"/>
              <a:gd name="connsiteY12012" fmla="*/ 5096066 h 5143785"/>
              <a:gd name="connsiteX12013" fmla="*/ 2533460 w 3114960"/>
              <a:gd name="connsiteY12013" fmla="*/ 5095399 h 5143785"/>
              <a:gd name="connsiteX12014" fmla="*/ 2528697 w 3114960"/>
              <a:gd name="connsiteY12014" fmla="*/ 5090637 h 5143785"/>
              <a:gd name="connsiteX12015" fmla="*/ 2528697 w 3114960"/>
              <a:gd name="connsiteY12015" fmla="*/ 5087588 h 5143785"/>
              <a:gd name="connsiteX12016" fmla="*/ 2533460 w 3114960"/>
              <a:gd name="connsiteY12016" fmla="*/ 5082826 h 5143785"/>
              <a:gd name="connsiteX12017" fmla="*/ 2534984 w 3114960"/>
              <a:gd name="connsiteY12017" fmla="*/ 5082159 h 5143785"/>
              <a:gd name="connsiteX12018" fmla="*/ 2534984 w 3114960"/>
              <a:gd name="connsiteY12018" fmla="*/ 5082159 h 5143785"/>
              <a:gd name="connsiteX12019" fmla="*/ 2536508 w 3114960"/>
              <a:gd name="connsiteY12019" fmla="*/ 5082826 h 5143785"/>
              <a:gd name="connsiteX12020" fmla="*/ 2541270 w 3114960"/>
              <a:gd name="connsiteY12020" fmla="*/ 5087588 h 5143785"/>
              <a:gd name="connsiteX12021" fmla="*/ 2541270 w 3114960"/>
              <a:gd name="connsiteY12021" fmla="*/ 5090637 h 5143785"/>
              <a:gd name="connsiteX12022" fmla="*/ 2614708 w 3114960"/>
              <a:gd name="connsiteY12022" fmla="*/ 5041488 h 5143785"/>
              <a:gd name="connsiteX12023" fmla="*/ 2609850 w 3114960"/>
              <a:gd name="connsiteY12023" fmla="*/ 5043869 h 5143785"/>
              <a:gd name="connsiteX12024" fmla="*/ 2605659 w 3114960"/>
              <a:gd name="connsiteY12024" fmla="*/ 5038440 h 5143785"/>
              <a:gd name="connsiteX12025" fmla="*/ 2607564 w 3114960"/>
              <a:gd name="connsiteY12025" fmla="*/ 5035201 h 5143785"/>
              <a:gd name="connsiteX12026" fmla="*/ 2610517 w 3114960"/>
              <a:gd name="connsiteY12026" fmla="*/ 5034153 h 5143785"/>
              <a:gd name="connsiteX12027" fmla="*/ 2611184 w 3114960"/>
              <a:gd name="connsiteY12027" fmla="*/ 5034153 h 5143785"/>
              <a:gd name="connsiteX12028" fmla="*/ 2615375 w 3114960"/>
              <a:gd name="connsiteY12028" fmla="*/ 5039583 h 5143785"/>
              <a:gd name="connsiteX12029" fmla="*/ 2614708 w 3114960"/>
              <a:gd name="connsiteY12029" fmla="*/ 5041392 h 5143785"/>
              <a:gd name="connsiteX12030" fmla="*/ 206312 w 3114960"/>
              <a:gd name="connsiteY12030" fmla="*/ 255937 h 5143785"/>
              <a:gd name="connsiteX12031" fmla="*/ 206312 w 3114960"/>
              <a:gd name="connsiteY12031" fmla="*/ 243269 h 5143785"/>
              <a:gd name="connsiteX12032" fmla="*/ 201835 w 3114960"/>
              <a:gd name="connsiteY12032" fmla="*/ 238792 h 5143785"/>
              <a:gd name="connsiteX12033" fmla="*/ 189167 w 3114960"/>
              <a:gd name="connsiteY12033" fmla="*/ 238792 h 5143785"/>
              <a:gd name="connsiteX12034" fmla="*/ 184690 w 3114960"/>
              <a:gd name="connsiteY12034" fmla="*/ 243269 h 5143785"/>
              <a:gd name="connsiteX12035" fmla="*/ 184690 w 3114960"/>
              <a:gd name="connsiteY12035" fmla="*/ 255937 h 5143785"/>
              <a:gd name="connsiteX12036" fmla="*/ 189167 w 3114960"/>
              <a:gd name="connsiteY12036" fmla="*/ 260414 h 5143785"/>
              <a:gd name="connsiteX12037" fmla="*/ 201835 w 3114960"/>
              <a:gd name="connsiteY12037" fmla="*/ 260414 h 5143785"/>
              <a:gd name="connsiteX12038" fmla="*/ 202597 w 3114960"/>
              <a:gd name="connsiteY12038" fmla="*/ 260223 h 5143785"/>
              <a:gd name="connsiteX12039" fmla="*/ 349377 w 3114960"/>
              <a:gd name="connsiteY12039" fmla="*/ 429292 h 5143785"/>
              <a:gd name="connsiteX12040" fmla="*/ 349377 w 3114960"/>
              <a:gd name="connsiteY12040" fmla="*/ 486537 h 5143785"/>
              <a:gd name="connsiteX12041" fmla="*/ 346710 w 3114960"/>
              <a:gd name="connsiteY12041" fmla="*/ 486537 h 5143785"/>
              <a:gd name="connsiteX12042" fmla="*/ 335756 w 3114960"/>
              <a:gd name="connsiteY12042" fmla="*/ 496253 h 5143785"/>
              <a:gd name="connsiteX12043" fmla="*/ 335756 w 3114960"/>
              <a:gd name="connsiteY12043" fmla="*/ 535115 h 5143785"/>
              <a:gd name="connsiteX12044" fmla="*/ 346710 w 3114960"/>
              <a:gd name="connsiteY12044" fmla="*/ 544830 h 5143785"/>
              <a:gd name="connsiteX12045" fmla="*/ 356807 w 3114960"/>
              <a:gd name="connsiteY12045" fmla="*/ 544830 h 5143785"/>
              <a:gd name="connsiteX12046" fmla="*/ 367760 w 3114960"/>
              <a:gd name="connsiteY12046" fmla="*/ 535115 h 5143785"/>
              <a:gd name="connsiteX12047" fmla="*/ 367760 w 3114960"/>
              <a:gd name="connsiteY12047" fmla="*/ 496253 h 5143785"/>
              <a:gd name="connsiteX12048" fmla="*/ 356807 w 3114960"/>
              <a:gd name="connsiteY12048" fmla="*/ 486537 h 5143785"/>
              <a:gd name="connsiteX12049" fmla="*/ 354139 w 3114960"/>
              <a:gd name="connsiteY12049" fmla="*/ 486537 h 5143785"/>
              <a:gd name="connsiteX12050" fmla="*/ 354139 w 3114960"/>
              <a:gd name="connsiteY12050" fmla="*/ 427482 h 5143785"/>
              <a:gd name="connsiteX12051" fmla="*/ 206121 w 3114960"/>
              <a:gd name="connsiteY12051" fmla="*/ 256794 h 5143785"/>
              <a:gd name="connsiteX12052" fmla="*/ 206312 w 3114960"/>
              <a:gd name="connsiteY12052" fmla="*/ 255842 h 5143785"/>
              <a:gd name="connsiteX12053" fmla="*/ 362712 w 3114960"/>
              <a:gd name="connsiteY12053" fmla="*/ 535210 h 5143785"/>
              <a:gd name="connsiteX12054" fmla="*/ 356807 w 3114960"/>
              <a:gd name="connsiteY12054" fmla="*/ 540449 h 5143785"/>
              <a:gd name="connsiteX12055" fmla="*/ 346710 w 3114960"/>
              <a:gd name="connsiteY12055" fmla="*/ 540449 h 5143785"/>
              <a:gd name="connsiteX12056" fmla="*/ 340805 w 3114960"/>
              <a:gd name="connsiteY12056" fmla="*/ 535210 h 5143785"/>
              <a:gd name="connsiteX12057" fmla="*/ 340805 w 3114960"/>
              <a:gd name="connsiteY12057" fmla="*/ 526923 h 5143785"/>
              <a:gd name="connsiteX12058" fmla="*/ 362617 w 3114960"/>
              <a:gd name="connsiteY12058" fmla="*/ 526923 h 5143785"/>
              <a:gd name="connsiteX12059" fmla="*/ 362617 w 3114960"/>
              <a:gd name="connsiteY12059" fmla="*/ 535210 h 5143785"/>
              <a:gd name="connsiteX12060" fmla="*/ 356807 w 3114960"/>
              <a:gd name="connsiteY12060" fmla="*/ 491014 h 5143785"/>
              <a:gd name="connsiteX12061" fmla="*/ 362712 w 3114960"/>
              <a:gd name="connsiteY12061" fmla="*/ 496253 h 5143785"/>
              <a:gd name="connsiteX12062" fmla="*/ 362712 w 3114960"/>
              <a:gd name="connsiteY12062" fmla="*/ 502349 h 5143785"/>
              <a:gd name="connsiteX12063" fmla="*/ 340900 w 3114960"/>
              <a:gd name="connsiteY12063" fmla="*/ 502349 h 5143785"/>
              <a:gd name="connsiteX12064" fmla="*/ 340900 w 3114960"/>
              <a:gd name="connsiteY12064" fmla="*/ 496253 h 5143785"/>
              <a:gd name="connsiteX12065" fmla="*/ 346805 w 3114960"/>
              <a:gd name="connsiteY12065" fmla="*/ 491014 h 5143785"/>
              <a:gd name="connsiteX12066" fmla="*/ 356902 w 3114960"/>
              <a:gd name="connsiteY12066" fmla="*/ 491014 h 5143785"/>
              <a:gd name="connsiteX12067" fmla="*/ 231934 w 3114960"/>
              <a:gd name="connsiteY12067" fmla="*/ 69056 h 5143785"/>
              <a:gd name="connsiteX12068" fmla="*/ 235172 w 3114960"/>
              <a:gd name="connsiteY12068" fmla="*/ 72581 h 5143785"/>
              <a:gd name="connsiteX12069" fmla="*/ 230124 w 3114960"/>
              <a:gd name="connsiteY12069" fmla="*/ 77248 h 5143785"/>
              <a:gd name="connsiteX12070" fmla="*/ 224885 w 3114960"/>
              <a:gd name="connsiteY12070" fmla="*/ 72866 h 5143785"/>
              <a:gd name="connsiteX12071" fmla="*/ 227933 w 3114960"/>
              <a:gd name="connsiteY12071" fmla="*/ 69247 h 5143785"/>
              <a:gd name="connsiteX12072" fmla="*/ 229933 w 3114960"/>
              <a:gd name="connsiteY12072" fmla="*/ 70961 h 5143785"/>
              <a:gd name="connsiteX12073" fmla="*/ 231934 w 3114960"/>
              <a:gd name="connsiteY12073" fmla="*/ 69152 h 5143785"/>
              <a:gd name="connsiteX12074" fmla="*/ 1970056 w 3114960"/>
              <a:gd name="connsiteY12074" fmla="*/ 5064157 h 5143785"/>
              <a:gd name="connsiteX12075" fmla="*/ 2075878 w 3114960"/>
              <a:gd name="connsiteY12075" fmla="*/ 4966240 h 5143785"/>
              <a:gd name="connsiteX12076" fmla="*/ 2074164 w 3114960"/>
              <a:gd name="connsiteY12076" fmla="*/ 4961954 h 5143785"/>
              <a:gd name="connsiteX12077" fmla="*/ 2083022 w 3114960"/>
              <a:gd name="connsiteY12077" fmla="*/ 4950524 h 5143785"/>
              <a:gd name="connsiteX12078" fmla="*/ 2094452 w 3114960"/>
              <a:gd name="connsiteY12078" fmla="*/ 4959382 h 5143785"/>
              <a:gd name="connsiteX12079" fmla="*/ 2085594 w 3114960"/>
              <a:gd name="connsiteY12079" fmla="*/ 4970812 h 5143785"/>
              <a:gd name="connsiteX12080" fmla="*/ 2079307 w 3114960"/>
              <a:gd name="connsiteY12080" fmla="*/ 4969383 h 5143785"/>
              <a:gd name="connsiteX12081" fmla="*/ 1971770 w 3114960"/>
              <a:gd name="connsiteY12081" fmla="*/ 5068824 h 5143785"/>
              <a:gd name="connsiteX12082" fmla="*/ 1952149 w 3114960"/>
              <a:gd name="connsiteY12082" fmla="*/ 5068824 h 5143785"/>
              <a:gd name="connsiteX12083" fmla="*/ 1952149 w 3114960"/>
              <a:gd name="connsiteY12083" fmla="*/ 5074253 h 5143785"/>
              <a:gd name="connsiteX12084" fmla="*/ 1948625 w 3114960"/>
              <a:gd name="connsiteY12084" fmla="*/ 5077778 h 5143785"/>
              <a:gd name="connsiteX12085" fmla="*/ 1933003 w 3114960"/>
              <a:gd name="connsiteY12085" fmla="*/ 5077778 h 5143785"/>
              <a:gd name="connsiteX12086" fmla="*/ 1929479 w 3114960"/>
              <a:gd name="connsiteY12086" fmla="*/ 5074253 h 5143785"/>
              <a:gd name="connsiteX12087" fmla="*/ 1929479 w 3114960"/>
              <a:gd name="connsiteY12087" fmla="*/ 5058633 h 5143785"/>
              <a:gd name="connsiteX12088" fmla="*/ 1933003 w 3114960"/>
              <a:gd name="connsiteY12088" fmla="*/ 5055108 h 5143785"/>
              <a:gd name="connsiteX12089" fmla="*/ 1948625 w 3114960"/>
              <a:gd name="connsiteY12089" fmla="*/ 5055108 h 5143785"/>
              <a:gd name="connsiteX12090" fmla="*/ 1952149 w 3114960"/>
              <a:gd name="connsiteY12090" fmla="*/ 5058633 h 5143785"/>
              <a:gd name="connsiteX12091" fmla="*/ 1952149 w 3114960"/>
              <a:gd name="connsiteY12091" fmla="*/ 5064062 h 5143785"/>
              <a:gd name="connsiteX12092" fmla="*/ 1969865 w 3114960"/>
              <a:gd name="connsiteY12092" fmla="*/ 5064062 h 5143785"/>
              <a:gd name="connsiteX12093" fmla="*/ 234982 w 3114960"/>
              <a:gd name="connsiteY12093" fmla="*/ 66199 h 5143785"/>
              <a:gd name="connsiteX12094" fmla="*/ 238220 w 3114960"/>
              <a:gd name="connsiteY12094" fmla="*/ 69723 h 5143785"/>
              <a:gd name="connsiteX12095" fmla="*/ 236696 w 3114960"/>
              <a:gd name="connsiteY12095" fmla="*/ 71152 h 5143785"/>
              <a:gd name="connsiteX12096" fmla="*/ 233458 w 3114960"/>
              <a:gd name="connsiteY12096" fmla="*/ 67628 h 5143785"/>
              <a:gd name="connsiteX12097" fmla="*/ 234982 w 3114960"/>
              <a:gd name="connsiteY12097" fmla="*/ 66199 h 5143785"/>
              <a:gd name="connsiteX12098" fmla="*/ 2294858 w 3114960"/>
              <a:gd name="connsiteY12098" fmla="*/ 5083302 h 5143785"/>
              <a:gd name="connsiteX12099" fmla="*/ 2294477 w 3114960"/>
              <a:gd name="connsiteY12099" fmla="*/ 5090922 h 5143785"/>
              <a:gd name="connsiteX12100" fmla="*/ 2286857 w 3114960"/>
              <a:gd name="connsiteY12100" fmla="*/ 5090541 h 5143785"/>
              <a:gd name="connsiteX12101" fmla="*/ 2287238 w 3114960"/>
              <a:gd name="connsiteY12101" fmla="*/ 5082921 h 5143785"/>
              <a:gd name="connsiteX12102" fmla="*/ 2294858 w 3114960"/>
              <a:gd name="connsiteY12102" fmla="*/ 5083302 h 5143785"/>
              <a:gd name="connsiteX12103" fmla="*/ 612172 w 3114960"/>
              <a:gd name="connsiteY12103" fmla="*/ 2034635 h 5143785"/>
              <a:gd name="connsiteX12104" fmla="*/ 619316 w 3114960"/>
              <a:gd name="connsiteY12104" fmla="*/ 2034635 h 5143785"/>
              <a:gd name="connsiteX12105" fmla="*/ 619316 w 3114960"/>
              <a:gd name="connsiteY12105" fmla="*/ 2043113 h 5143785"/>
              <a:gd name="connsiteX12106" fmla="*/ 612172 w 3114960"/>
              <a:gd name="connsiteY12106" fmla="*/ 2043113 h 5143785"/>
              <a:gd name="connsiteX12107" fmla="*/ 612172 w 3114960"/>
              <a:gd name="connsiteY12107" fmla="*/ 2034635 h 5143785"/>
              <a:gd name="connsiteX12108" fmla="*/ 619316 w 3114960"/>
              <a:gd name="connsiteY12108" fmla="*/ 2009299 h 5143785"/>
              <a:gd name="connsiteX12109" fmla="*/ 612172 w 3114960"/>
              <a:gd name="connsiteY12109" fmla="*/ 2009299 h 5143785"/>
              <a:gd name="connsiteX12110" fmla="*/ 612172 w 3114960"/>
              <a:gd name="connsiteY12110" fmla="*/ 2000822 h 5143785"/>
              <a:gd name="connsiteX12111" fmla="*/ 619316 w 3114960"/>
              <a:gd name="connsiteY12111" fmla="*/ 2000822 h 5143785"/>
              <a:gd name="connsiteX12112" fmla="*/ 619316 w 3114960"/>
              <a:gd name="connsiteY12112" fmla="*/ 2009299 h 5143785"/>
              <a:gd name="connsiteX12113" fmla="*/ 2407063 w 3114960"/>
              <a:gd name="connsiteY12113" fmla="*/ 5119783 h 5143785"/>
              <a:gd name="connsiteX12114" fmla="*/ 2407063 w 3114960"/>
              <a:gd name="connsiteY12114" fmla="*/ 5116449 h 5143785"/>
              <a:gd name="connsiteX12115" fmla="*/ 2414302 w 3114960"/>
              <a:gd name="connsiteY12115" fmla="*/ 5109210 h 5143785"/>
              <a:gd name="connsiteX12116" fmla="*/ 2477072 w 3114960"/>
              <a:gd name="connsiteY12116" fmla="*/ 5109210 h 5143785"/>
              <a:gd name="connsiteX12117" fmla="*/ 2484311 w 3114960"/>
              <a:gd name="connsiteY12117" fmla="*/ 5116449 h 5143785"/>
              <a:gd name="connsiteX12118" fmla="*/ 2484311 w 3114960"/>
              <a:gd name="connsiteY12118" fmla="*/ 5119783 h 5143785"/>
              <a:gd name="connsiteX12119" fmla="*/ 2477072 w 3114960"/>
              <a:gd name="connsiteY12119" fmla="*/ 5127022 h 5143785"/>
              <a:gd name="connsiteX12120" fmla="*/ 2414302 w 3114960"/>
              <a:gd name="connsiteY12120" fmla="*/ 5127022 h 5143785"/>
              <a:gd name="connsiteX12121" fmla="*/ 2407063 w 3114960"/>
              <a:gd name="connsiteY12121" fmla="*/ 5119783 h 5143785"/>
              <a:gd name="connsiteX12122" fmla="*/ 2396204 w 3114960"/>
              <a:gd name="connsiteY12122" fmla="*/ 5134833 h 5143785"/>
              <a:gd name="connsiteX12123" fmla="*/ 2495264 w 3114960"/>
              <a:gd name="connsiteY12123" fmla="*/ 5134833 h 5143785"/>
              <a:gd name="connsiteX12124" fmla="*/ 2504885 w 3114960"/>
              <a:gd name="connsiteY12124" fmla="*/ 5125212 h 5143785"/>
              <a:gd name="connsiteX12125" fmla="*/ 2504885 w 3114960"/>
              <a:gd name="connsiteY12125" fmla="*/ 5120545 h 5143785"/>
              <a:gd name="connsiteX12126" fmla="*/ 2672048 w 3114960"/>
              <a:gd name="connsiteY12126" fmla="*/ 5120545 h 5143785"/>
              <a:gd name="connsiteX12127" fmla="*/ 2674430 w 3114960"/>
              <a:gd name="connsiteY12127" fmla="*/ 5118164 h 5143785"/>
              <a:gd name="connsiteX12128" fmla="*/ 2674430 w 3114960"/>
              <a:gd name="connsiteY12128" fmla="*/ 5105019 h 5143785"/>
              <a:gd name="connsiteX12129" fmla="*/ 2683478 w 3114960"/>
              <a:gd name="connsiteY12129" fmla="*/ 5095494 h 5143785"/>
              <a:gd name="connsiteX12130" fmla="*/ 2683478 w 3114960"/>
              <a:gd name="connsiteY12130" fmla="*/ 5065967 h 5143785"/>
              <a:gd name="connsiteX12131" fmla="*/ 2673858 w 3114960"/>
              <a:gd name="connsiteY12131" fmla="*/ 5056347 h 5143785"/>
              <a:gd name="connsiteX12132" fmla="*/ 2670620 w 3114960"/>
              <a:gd name="connsiteY12132" fmla="*/ 5056347 h 5143785"/>
              <a:gd name="connsiteX12133" fmla="*/ 2666238 w 3114960"/>
              <a:gd name="connsiteY12133" fmla="*/ 5057490 h 5143785"/>
              <a:gd name="connsiteX12134" fmla="*/ 2628424 w 3114960"/>
              <a:gd name="connsiteY12134" fmla="*/ 5006245 h 5143785"/>
              <a:gd name="connsiteX12135" fmla="*/ 2580418 w 3114960"/>
              <a:gd name="connsiteY12135" fmla="*/ 5006245 h 5143785"/>
              <a:gd name="connsiteX12136" fmla="*/ 2579846 w 3114960"/>
              <a:gd name="connsiteY12136" fmla="*/ 5005292 h 5143785"/>
              <a:gd name="connsiteX12137" fmla="*/ 2569369 w 3114960"/>
              <a:gd name="connsiteY12137" fmla="*/ 4994815 h 5143785"/>
              <a:gd name="connsiteX12138" fmla="*/ 2562987 w 3114960"/>
              <a:gd name="connsiteY12138" fmla="*/ 4994815 h 5143785"/>
              <a:gd name="connsiteX12139" fmla="*/ 2552510 w 3114960"/>
              <a:gd name="connsiteY12139" fmla="*/ 5005292 h 5143785"/>
              <a:gd name="connsiteX12140" fmla="*/ 2551367 w 3114960"/>
              <a:gd name="connsiteY12140" fmla="*/ 5007388 h 5143785"/>
              <a:gd name="connsiteX12141" fmla="*/ 2467356 w 3114960"/>
              <a:gd name="connsiteY12141" fmla="*/ 5007388 h 5143785"/>
              <a:gd name="connsiteX12142" fmla="*/ 2445925 w 3114960"/>
              <a:gd name="connsiteY12142" fmla="*/ 5030153 h 5143785"/>
              <a:gd name="connsiteX12143" fmla="*/ 2365915 w 3114960"/>
              <a:gd name="connsiteY12143" fmla="*/ 5030343 h 5143785"/>
              <a:gd name="connsiteX12144" fmla="*/ 2350484 w 3114960"/>
              <a:gd name="connsiteY12144" fmla="*/ 5011388 h 5143785"/>
              <a:gd name="connsiteX12145" fmla="*/ 2350675 w 3114960"/>
              <a:gd name="connsiteY12145" fmla="*/ 5010245 h 5143785"/>
              <a:gd name="connsiteX12146" fmla="*/ 2350675 w 3114960"/>
              <a:gd name="connsiteY12146" fmla="*/ 5006912 h 5143785"/>
              <a:gd name="connsiteX12147" fmla="*/ 2347817 w 3114960"/>
              <a:gd name="connsiteY12147" fmla="*/ 5000149 h 5143785"/>
              <a:gd name="connsiteX12148" fmla="*/ 2341055 w 3114960"/>
              <a:gd name="connsiteY12148" fmla="*/ 4997387 h 5143785"/>
              <a:gd name="connsiteX12149" fmla="*/ 2318861 w 3114960"/>
              <a:gd name="connsiteY12149" fmla="*/ 4997387 h 5143785"/>
              <a:gd name="connsiteX12150" fmla="*/ 2312099 w 3114960"/>
              <a:gd name="connsiteY12150" fmla="*/ 5000244 h 5143785"/>
              <a:gd name="connsiteX12151" fmla="*/ 2309432 w 3114960"/>
              <a:gd name="connsiteY12151" fmla="*/ 5006245 h 5143785"/>
              <a:gd name="connsiteX12152" fmla="*/ 2271141 w 3114960"/>
              <a:gd name="connsiteY12152" fmla="*/ 5006245 h 5143785"/>
              <a:gd name="connsiteX12153" fmla="*/ 2259902 w 3114960"/>
              <a:gd name="connsiteY12153" fmla="*/ 4994624 h 5143785"/>
              <a:gd name="connsiteX12154" fmla="*/ 2200847 w 3114960"/>
              <a:gd name="connsiteY12154" fmla="*/ 4994624 h 5143785"/>
              <a:gd name="connsiteX12155" fmla="*/ 2188464 w 3114960"/>
              <a:gd name="connsiteY12155" fmla="*/ 4988624 h 5143785"/>
              <a:gd name="connsiteX12156" fmla="*/ 2180082 w 3114960"/>
              <a:gd name="connsiteY12156" fmla="*/ 4993386 h 5143785"/>
              <a:gd name="connsiteX12157" fmla="*/ 2177796 w 3114960"/>
              <a:gd name="connsiteY12157" fmla="*/ 4998720 h 5143785"/>
              <a:gd name="connsiteX12158" fmla="*/ 2094071 w 3114960"/>
              <a:gd name="connsiteY12158" fmla="*/ 4998720 h 5143785"/>
              <a:gd name="connsiteX12159" fmla="*/ 1970056 w 3114960"/>
              <a:gd name="connsiteY12159" fmla="*/ 5114925 h 5143785"/>
              <a:gd name="connsiteX12160" fmla="*/ 1953387 w 3114960"/>
              <a:gd name="connsiteY12160" fmla="*/ 5114925 h 5143785"/>
              <a:gd name="connsiteX12161" fmla="*/ 1939385 w 3114960"/>
              <a:gd name="connsiteY12161" fmla="*/ 5104448 h 5143785"/>
              <a:gd name="connsiteX12162" fmla="*/ 1931003 w 3114960"/>
              <a:gd name="connsiteY12162" fmla="*/ 5109210 h 5143785"/>
              <a:gd name="connsiteX12163" fmla="*/ 1928432 w 3114960"/>
              <a:gd name="connsiteY12163" fmla="*/ 5118545 h 5143785"/>
              <a:gd name="connsiteX12164" fmla="*/ 1941005 w 3114960"/>
              <a:gd name="connsiteY12164" fmla="*/ 5129594 h 5143785"/>
              <a:gd name="connsiteX12165" fmla="*/ 1942624 w 3114960"/>
              <a:gd name="connsiteY12165" fmla="*/ 5129499 h 5143785"/>
              <a:gd name="connsiteX12166" fmla="*/ 1953292 w 3114960"/>
              <a:gd name="connsiteY12166" fmla="*/ 5119688 h 5143785"/>
              <a:gd name="connsiteX12167" fmla="*/ 1971961 w 3114960"/>
              <a:gd name="connsiteY12167" fmla="*/ 5119688 h 5143785"/>
              <a:gd name="connsiteX12168" fmla="*/ 2095976 w 3114960"/>
              <a:gd name="connsiteY12168" fmla="*/ 5003483 h 5143785"/>
              <a:gd name="connsiteX12169" fmla="*/ 2177796 w 3114960"/>
              <a:gd name="connsiteY12169" fmla="*/ 5003483 h 5143785"/>
              <a:gd name="connsiteX12170" fmla="*/ 2182368 w 3114960"/>
              <a:gd name="connsiteY12170" fmla="*/ 5011103 h 5143785"/>
              <a:gd name="connsiteX12171" fmla="*/ 2190083 w 3114960"/>
              <a:gd name="connsiteY12171" fmla="*/ 5013770 h 5143785"/>
              <a:gd name="connsiteX12172" fmla="*/ 2191703 w 3114960"/>
              <a:gd name="connsiteY12172" fmla="*/ 5013674 h 5143785"/>
              <a:gd name="connsiteX12173" fmla="*/ 2202656 w 3114960"/>
              <a:gd name="connsiteY12173" fmla="*/ 4999482 h 5143785"/>
              <a:gd name="connsiteX12174" fmla="*/ 2202656 w 3114960"/>
              <a:gd name="connsiteY12174" fmla="*/ 4999387 h 5143785"/>
              <a:gd name="connsiteX12175" fmla="*/ 2257997 w 3114960"/>
              <a:gd name="connsiteY12175" fmla="*/ 4999387 h 5143785"/>
              <a:gd name="connsiteX12176" fmla="*/ 2269236 w 3114960"/>
              <a:gd name="connsiteY12176" fmla="*/ 5011008 h 5143785"/>
              <a:gd name="connsiteX12177" fmla="*/ 2309527 w 3114960"/>
              <a:gd name="connsiteY12177" fmla="*/ 5011008 h 5143785"/>
              <a:gd name="connsiteX12178" fmla="*/ 2319052 w 3114960"/>
              <a:gd name="connsiteY12178" fmla="*/ 5019866 h 5143785"/>
              <a:gd name="connsiteX12179" fmla="*/ 2341245 w 3114960"/>
              <a:gd name="connsiteY12179" fmla="*/ 5019866 h 5143785"/>
              <a:gd name="connsiteX12180" fmla="*/ 2349913 w 3114960"/>
              <a:gd name="connsiteY12180" fmla="*/ 5014246 h 5143785"/>
              <a:gd name="connsiteX12181" fmla="*/ 2364962 w 3114960"/>
              <a:gd name="connsiteY12181" fmla="*/ 5032724 h 5143785"/>
              <a:gd name="connsiteX12182" fmla="*/ 2446592 w 3114960"/>
              <a:gd name="connsiteY12182" fmla="*/ 5032534 h 5143785"/>
              <a:gd name="connsiteX12183" fmla="*/ 2447068 w 3114960"/>
              <a:gd name="connsiteY12183" fmla="*/ 5032534 h 5143785"/>
              <a:gd name="connsiteX12184" fmla="*/ 2468499 w 3114960"/>
              <a:gd name="connsiteY12184" fmla="*/ 5009865 h 5143785"/>
              <a:gd name="connsiteX12185" fmla="*/ 2551462 w 3114960"/>
              <a:gd name="connsiteY12185" fmla="*/ 5009865 h 5143785"/>
              <a:gd name="connsiteX12186" fmla="*/ 2552605 w 3114960"/>
              <a:gd name="connsiteY12186" fmla="*/ 5011674 h 5143785"/>
              <a:gd name="connsiteX12187" fmla="*/ 2563082 w 3114960"/>
              <a:gd name="connsiteY12187" fmla="*/ 5022152 h 5143785"/>
              <a:gd name="connsiteX12188" fmla="*/ 2569559 w 3114960"/>
              <a:gd name="connsiteY12188" fmla="*/ 5022152 h 5143785"/>
              <a:gd name="connsiteX12189" fmla="*/ 2580037 w 3114960"/>
              <a:gd name="connsiteY12189" fmla="*/ 5011674 h 5143785"/>
              <a:gd name="connsiteX12190" fmla="*/ 2580513 w 3114960"/>
              <a:gd name="connsiteY12190" fmla="*/ 5010912 h 5143785"/>
              <a:gd name="connsiteX12191" fmla="*/ 2626233 w 3114960"/>
              <a:gd name="connsiteY12191" fmla="*/ 5010912 h 5143785"/>
              <a:gd name="connsiteX12192" fmla="*/ 2662904 w 3114960"/>
              <a:gd name="connsiteY12192" fmla="*/ 5060728 h 5143785"/>
              <a:gd name="connsiteX12193" fmla="*/ 2661190 w 3114960"/>
              <a:gd name="connsiteY12193" fmla="*/ 5065872 h 5143785"/>
              <a:gd name="connsiteX12194" fmla="*/ 2661190 w 3114960"/>
              <a:gd name="connsiteY12194" fmla="*/ 5095399 h 5143785"/>
              <a:gd name="connsiteX12195" fmla="*/ 2669762 w 3114960"/>
              <a:gd name="connsiteY12195" fmla="*/ 5104829 h 5143785"/>
              <a:gd name="connsiteX12196" fmla="*/ 2669762 w 3114960"/>
              <a:gd name="connsiteY12196" fmla="*/ 5115687 h 5143785"/>
              <a:gd name="connsiteX12197" fmla="*/ 2504980 w 3114960"/>
              <a:gd name="connsiteY12197" fmla="*/ 5115687 h 5143785"/>
              <a:gd name="connsiteX12198" fmla="*/ 2504980 w 3114960"/>
              <a:gd name="connsiteY12198" fmla="*/ 5111020 h 5143785"/>
              <a:gd name="connsiteX12199" fmla="*/ 2495360 w 3114960"/>
              <a:gd name="connsiteY12199" fmla="*/ 5101400 h 5143785"/>
              <a:gd name="connsiteX12200" fmla="*/ 2396300 w 3114960"/>
              <a:gd name="connsiteY12200" fmla="*/ 5101400 h 5143785"/>
              <a:gd name="connsiteX12201" fmla="*/ 2386679 w 3114960"/>
              <a:gd name="connsiteY12201" fmla="*/ 5111020 h 5143785"/>
              <a:gd name="connsiteX12202" fmla="*/ 2386679 w 3114960"/>
              <a:gd name="connsiteY12202" fmla="*/ 5115687 h 5143785"/>
              <a:gd name="connsiteX12203" fmla="*/ 2325338 w 3114960"/>
              <a:gd name="connsiteY12203" fmla="*/ 5115687 h 5143785"/>
              <a:gd name="connsiteX12204" fmla="*/ 2301335 w 3114960"/>
              <a:gd name="connsiteY12204" fmla="*/ 5093780 h 5143785"/>
              <a:gd name="connsiteX12205" fmla="*/ 2303526 w 3114960"/>
              <a:gd name="connsiteY12205" fmla="*/ 5085207 h 5143785"/>
              <a:gd name="connsiteX12206" fmla="*/ 2289334 w 3114960"/>
              <a:gd name="connsiteY12206" fmla="*/ 5074253 h 5143785"/>
              <a:gd name="connsiteX12207" fmla="*/ 2278380 w 3114960"/>
              <a:gd name="connsiteY12207" fmla="*/ 5088351 h 5143785"/>
              <a:gd name="connsiteX12208" fmla="*/ 2283143 w 3114960"/>
              <a:gd name="connsiteY12208" fmla="*/ 5096733 h 5143785"/>
              <a:gd name="connsiteX12209" fmla="*/ 2290858 w 3114960"/>
              <a:gd name="connsiteY12209" fmla="*/ 5099399 h 5143785"/>
              <a:gd name="connsiteX12210" fmla="*/ 2292477 w 3114960"/>
              <a:gd name="connsiteY12210" fmla="*/ 5099304 h 5143785"/>
              <a:gd name="connsiteX12211" fmla="*/ 2297906 w 3114960"/>
              <a:gd name="connsiteY12211" fmla="*/ 5097113 h 5143785"/>
              <a:gd name="connsiteX12212" fmla="*/ 2323433 w 3114960"/>
              <a:gd name="connsiteY12212" fmla="*/ 5120354 h 5143785"/>
              <a:gd name="connsiteX12213" fmla="*/ 2386679 w 3114960"/>
              <a:gd name="connsiteY12213" fmla="*/ 5120354 h 5143785"/>
              <a:gd name="connsiteX12214" fmla="*/ 2386679 w 3114960"/>
              <a:gd name="connsiteY12214" fmla="*/ 5125022 h 5143785"/>
              <a:gd name="connsiteX12215" fmla="*/ 2396300 w 3114960"/>
              <a:gd name="connsiteY12215" fmla="*/ 5134642 h 5143785"/>
              <a:gd name="connsiteX12216" fmla="*/ 1941957 w 3114960"/>
              <a:gd name="connsiteY12216" fmla="*/ 5125022 h 5143785"/>
              <a:gd name="connsiteX12217" fmla="*/ 1933099 w 3114960"/>
              <a:gd name="connsiteY12217" fmla="*/ 5118259 h 5143785"/>
              <a:gd name="connsiteX12218" fmla="*/ 1934718 w 3114960"/>
              <a:gd name="connsiteY12218" fmla="*/ 5112449 h 5143785"/>
              <a:gd name="connsiteX12219" fmla="*/ 1939957 w 3114960"/>
              <a:gd name="connsiteY12219" fmla="*/ 5109496 h 5143785"/>
              <a:gd name="connsiteX12220" fmla="*/ 1940909 w 3114960"/>
              <a:gd name="connsiteY12220" fmla="*/ 5109496 h 5143785"/>
              <a:gd name="connsiteX12221" fmla="*/ 1948720 w 3114960"/>
              <a:gd name="connsiteY12221" fmla="*/ 5116354 h 5143785"/>
              <a:gd name="connsiteX12222" fmla="*/ 1941862 w 3114960"/>
              <a:gd name="connsiteY12222" fmla="*/ 5125117 h 5143785"/>
              <a:gd name="connsiteX12223" fmla="*/ 2191131 w 3114960"/>
              <a:gd name="connsiteY12223" fmla="*/ 5009103 h 5143785"/>
              <a:gd name="connsiteX12224" fmla="*/ 2185321 w 3114960"/>
              <a:gd name="connsiteY12224" fmla="*/ 5007483 h 5143785"/>
              <a:gd name="connsiteX12225" fmla="*/ 2182368 w 3114960"/>
              <a:gd name="connsiteY12225" fmla="*/ 5002244 h 5143785"/>
              <a:gd name="connsiteX12226" fmla="*/ 2183987 w 3114960"/>
              <a:gd name="connsiteY12226" fmla="*/ 4996434 h 5143785"/>
              <a:gd name="connsiteX12227" fmla="*/ 2189226 w 3114960"/>
              <a:gd name="connsiteY12227" fmla="*/ 4993481 h 5143785"/>
              <a:gd name="connsiteX12228" fmla="*/ 2190179 w 3114960"/>
              <a:gd name="connsiteY12228" fmla="*/ 4993481 h 5143785"/>
              <a:gd name="connsiteX12229" fmla="*/ 2197989 w 3114960"/>
              <a:gd name="connsiteY12229" fmla="*/ 5000340 h 5143785"/>
              <a:gd name="connsiteX12230" fmla="*/ 2191131 w 3114960"/>
              <a:gd name="connsiteY12230" fmla="*/ 5009103 h 5143785"/>
              <a:gd name="connsiteX12231" fmla="*/ 2318957 w 3114960"/>
              <a:gd name="connsiteY12231" fmla="*/ 5015294 h 5143785"/>
              <a:gd name="connsiteX12232" fmla="*/ 2314099 w 3114960"/>
              <a:gd name="connsiteY12232" fmla="*/ 5010436 h 5143785"/>
              <a:gd name="connsiteX12233" fmla="*/ 2314099 w 3114960"/>
              <a:gd name="connsiteY12233" fmla="*/ 5007102 h 5143785"/>
              <a:gd name="connsiteX12234" fmla="*/ 2315528 w 3114960"/>
              <a:gd name="connsiteY12234" fmla="*/ 5003673 h 5143785"/>
              <a:gd name="connsiteX12235" fmla="*/ 2318957 w 3114960"/>
              <a:gd name="connsiteY12235" fmla="*/ 5002244 h 5143785"/>
              <a:gd name="connsiteX12236" fmla="*/ 2319623 w 3114960"/>
              <a:gd name="connsiteY12236" fmla="*/ 5002244 h 5143785"/>
              <a:gd name="connsiteX12237" fmla="*/ 2319623 w 3114960"/>
              <a:gd name="connsiteY12237" fmla="*/ 5015294 h 5143785"/>
              <a:gd name="connsiteX12238" fmla="*/ 2318957 w 3114960"/>
              <a:gd name="connsiteY12238" fmla="*/ 5015294 h 5143785"/>
              <a:gd name="connsiteX12239" fmla="*/ 2324576 w 3114960"/>
              <a:gd name="connsiteY12239" fmla="*/ 5015294 h 5143785"/>
              <a:gd name="connsiteX12240" fmla="*/ 2324576 w 3114960"/>
              <a:gd name="connsiteY12240" fmla="*/ 5002340 h 5143785"/>
              <a:gd name="connsiteX12241" fmla="*/ 2336578 w 3114960"/>
              <a:gd name="connsiteY12241" fmla="*/ 5002340 h 5143785"/>
              <a:gd name="connsiteX12242" fmla="*/ 2336578 w 3114960"/>
              <a:gd name="connsiteY12242" fmla="*/ 5015294 h 5143785"/>
              <a:gd name="connsiteX12243" fmla="*/ 2324576 w 3114960"/>
              <a:gd name="connsiteY12243" fmla="*/ 5015294 h 5143785"/>
              <a:gd name="connsiteX12244" fmla="*/ 2342198 w 3114960"/>
              <a:gd name="connsiteY12244" fmla="*/ 5015008 h 5143785"/>
              <a:gd name="connsiteX12245" fmla="*/ 2342198 w 3114960"/>
              <a:gd name="connsiteY12245" fmla="*/ 5002435 h 5143785"/>
              <a:gd name="connsiteX12246" fmla="*/ 2344579 w 3114960"/>
              <a:gd name="connsiteY12246" fmla="*/ 5003673 h 5143785"/>
              <a:gd name="connsiteX12247" fmla="*/ 2346008 w 3114960"/>
              <a:gd name="connsiteY12247" fmla="*/ 5007102 h 5143785"/>
              <a:gd name="connsiteX12248" fmla="*/ 2346008 w 3114960"/>
              <a:gd name="connsiteY12248" fmla="*/ 5010436 h 5143785"/>
              <a:gd name="connsiteX12249" fmla="*/ 2342198 w 3114960"/>
              <a:gd name="connsiteY12249" fmla="*/ 5015103 h 5143785"/>
              <a:gd name="connsiteX12250" fmla="*/ 2665857 w 3114960"/>
              <a:gd name="connsiteY12250" fmla="*/ 5095590 h 5143785"/>
              <a:gd name="connsiteX12251" fmla="*/ 2665857 w 3114960"/>
              <a:gd name="connsiteY12251" fmla="*/ 5066062 h 5143785"/>
              <a:gd name="connsiteX12252" fmla="*/ 2670715 w 3114960"/>
              <a:gd name="connsiteY12252" fmla="*/ 5061204 h 5143785"/>
              <a:gd name="connsiteX12253" fmla="*/ 2673953 w 3114960"/>
              <a:gd name="connsiteY12253" fmla="*/ 5061204 h 5143785"/>
              <a:gd name="connsiteX12254" fmla="*/ 2678811 w 3114960"/>
              <a:gd name="connsiteY12254" fmla="*/ 5066062 h 5143785"/>
              <a:gd name="connsiteX12255" fmla="*/ 2678811 w 3114960"/>
              <a:gd name="connsiteY12255" fmla="*/ 5095590 h 5143785"/>
              <a:gd name="connsiteX12256" fmla="*/ 2673953 w 3114960"/>
              <a:gd name="connsiteY12256" fmla="*/ 5100447 h 5143785"/>
              <a:gd name="connsiteX12257" fmla="*/ 2670715 w 3114960"/>
              <a:gd name="connsiteY12257" fmla="*/ 5100447 h 5143785"/>
              <a:gd name="connsiteX12258" fmla="*/ 2665857 w 3114960"/>
              <a:gd name="connsiteY12258" fmla="*/ 5095590 h 5143785"/>
              <a:gd name="connsiteX12259" fmla="*/ 2391347 w 3114960"/>
              <a:gd name="connsiteY12259" fmla="*/ 5111020 h 5143785"/>
              <a:gd name="connsiteX12260" fmla="*/ 2396204 w 3114960"/>
              <a:gd name="connsiteY12260" fmla="*/ 5106162 h 5143785"/>
              <a:gd name="connsiteX12261" fmla="*/ 2495264 w 3114960"/>
              <a:gd name="connsiteY12261" fmla="*/ 5106162 h 5143785"/>
              <a:gd name="connsiteX12262" fmla="*/ 2500122 w 3114960"/>
              <a:gd name="connsiteY12262" fmla="*/ 5111020 h 5143785"/>
              <a:gd name="connsiteX12263" fmla="*/ 2500122 w 3114960"/>
              <a:gd name="connsiteY12263" fmla="*/ 5125212 h 5143785"/>
              <a:gd name="connsiteX12264" fmla="*/ 2495264 w 3114960"/>
              <a:gd name="connsiteY12264" fmla="*/ 5130070 h 5143785"/>
              <a:gd name="connsiteX12265" fmla="*/ 2396204 w 3114960"/>
              <a:gd name="connsiteY12265" fmla="*/ 5130070 h 5143785"/>
              <a:gd name="connsiteX12266" fmla="*/ 2391347 w 3114960"/>
              <a:gd name="connsiteY12266" fmla="*/ 5125212 h 5143785"/>
              <a:gd name="connsiteX12267" fmla="*/ 2391347 w 3114960"/>
              <a:gd name="connsiteY12267" fmla="*/ 5111020 h 5143785"/>
              <a:gd name="connsiteX12268" fmla="*/ 2297049 w 3114960"/>
              <a:gd name="connsiteY12268" fmla="*/ 5091684 h 5143785"/>
              <a:gd name="connsiteX12269" fmla="*/ 2291810 w 3114960"/>
              <a:gd name="connsiteY12269" fmla="*/ 5094637 h 5143785"/>
              <a:gd name="connsiteX12270" fmla="*/ 2286000 w 3114960"/>
              <a:gd name="connsiteY12270" fmla="*/ 5093018 h 5143785"/>
              <a:gd name="connsiteX12271" fmla="*/ 2283047 w 3114960"/>
              <a:gd name="connsiteY12271" fmla="*/ 5087779 h 5143785"/>
              <a:gd name="connsiteX12272" fmla="*/ 2289810 w 3114960"/>
              <a:gd name="connsiteY12272" fmla="*/ 5079016 h 5143785"/>
              <a:gd name="connsiteX12273" fmla="*/ 2290858 w 3114960"/>
              <a:gd name="connsiteY12273" fmla="*/ 5079016 h 5143785"/>
              <a:gd name="connsiteX12274" fmla="*/ 2298668 w 3114960"/>
              <a:gd name="connsiteY12274" fmla="*/ 5085874 h 5143785"/>
              <a:gd name="connsiteX12275" fmla="*/ 2297049 w 3114960"/>
              <a:gd name="connsiteY12275" fmla="*/ 5091684 h 5143785"/>
              <a:gd name="connsiteX12276" fmla="*/ 67342 w 3114960"/>
              <a:gd name="connsiteY12276" fmla="*/ 22955 h 5143785"/>
              <a:gd name="connsiteX12277" fmla="*/ 77724 w 3114960"/>
              <a:gd name="connsiteY12277" fmla="*/ 33338 h 5143785"/>
              <a:gd name="connsiteX12278" fmla="*/ 87630 w 3114960"/>
              <a:gd name="connsiteY12278" fmla="*/ 25337 h 5143785"/>
              <a:gd name="connsiteX12279" fmla="*/ 133731 w 3114960"/>
              <a:gd name="connsiteY12279" fmla="*/ 25337 h 5143785"/>
              <a:gd name="connsiteX12280" fmla="*/ 146685 w 3114960"/>
              <a:gd name="connsiteY12280" fmla="*/ 17336 h 5143785"/>
              <a:gd name="connsiteX12281" fmla="*/ 199454 w 3114960"/>
              <a:gd name="connsiteY12281" fmla="*/ 17336 h 5143785"/>
              <a:gd name="connsiteX12282" fmla="*/ 207550 w 3114960"/>
              <a:gd name="connsiteY12282" fmla="*/ 23813 h 5143785"/>
              <a:gd name="connsiteX12283" fmla="*/ 206788 w 3114960"/>
              <a:gd name="connsiteY12283" fmla="*/ 23813 h 5143785"/>
              <a:gd name="connsiteX12284" fmla="*/ 206788 w 3114960"/>
              <a:gd name="connsiteY12284" fmla="*/ 28575 h 5143785"/>
              <a:gd name="connsiteX12285" fmla="*/ 211550 w 3114960"/>
              <a:gd name="connsiteY12285" fmla="*/ 28575 h 5143785"/>
              <a:gd name="connsiteX12286" fmla="*/ 211550 w 3114960"/>
              <a:gd name="connsiteY12286" fmla="*/ 23813 h 5143785"/>
              <a:gd name="connsiteX12287" fmla="*/ 210788 w 3114960"/>
              <a:gd name="connsiteY12287" fmla="*/ 23813 h 5143785"/>
              <a:gd name="connsiteX12288" fmla="*/ 219551 w 3114960"/>
              <a:gd name="connsiteY12288" fmla="*/ 13716 h 5143785"/>
              <a:gd name="connsiteX12289" fmla="*/ 209169 w 3114960"/>
              <a:gd name="connsiteY12289" fmla="*/ 3334 h 5143785"/>
              <a:gd name="connsiteX12290" fmla="*/ 198977 w 3114960"/>
              <a:gd name="connsiteY12290" fmla="*/ 12573 h 5143785"/>
              <a:gd name="connsiteX12291" fmla="*/ 145256 w 3114960"/>
              <a:gd name="connsiteY12291" fmla="*/ 12573 h 5143785"/>
              <a:gd name="connsiteX12292" fmla="*/ 132302 w 3114960"/>
              <a:gd name="connsiteY12292" fmla="*/ 20574 h 5143785"/>
              <a:gd name="connsiteX12293" fmla="*/ 87535 w 3114960"/>
              <a:gd name="connsiteY12293" fmla="*/ 20574 h 5143785"/>
              <a:gd name="connsiteX12294" fmla="*/ 77629 w 3114960"/>
              <a:gd name="connsiteY12294" fmla="*/ 12573 h 5143785"/>
              <a:gd name="connsiteX12295" fmla="*/ 67247 w 3114960"/>
              <a:gd name="connsiteY12295" fmla="*/ 22955 h 5143785"/>
              <a:gd name="connsiteX12296" fmla="*/ 209169 w 3114960"/>
              <a:gd name="connsiteY12296" fmla="*/ 8096 h 5143785"/>
              <a:gd name="connsiteX12297" fmla="*/ 214789 w 3114960"/>
              <a:gd name="connsiteY12297" fmla="*/ 13716 h 5143785"/>
              <a:gd name="connsiteX12298" fmla="*/ 209169 w 3114960"/>
              <a:gd name="connsiteY12298" fmla="*/ 19336 h 5143785"/>
              <a:gd name="connsiteX12299" fmla="*/ 203549 w 3114960"/>
              <a:gd name="connsiteY12299" fmla="*/ 13716 h 5143785"/>
              <a:gd name="connsiteX12300" fmla="*/ 209169 w 3114960"/>
              <a:gd name="connsiteY12300" fmla="*/ 8096 h 5143785"/>
              <a:gd name="connsiteX12301" fmla="*/ 83344 w 3114960"/>
              <a:gd name="connsiteY12301" fmla="*/ 22955 h 5143785"/>
              <a:gd name="connsiteX12302" fmla="*/ 77724 w 3114960"/>
              <a:gd name="connsiteY12302" fmla="*/ 28575 h 5143785"/>
              <a:gd name="connsiteX12303" fmla="*/ 72104 w 3114960"/>
              <a:gd name="connsiteY12303" fmla="*/ 22955 h 5143785"/>
              <a:gd name="connsiteX12304" fmla="*/ 77724 w 3114960"/>
              <a:gd name="connsiteY12304" fmla="*/ 17336 h 5143785"/>
              <a:gd name="connsiteX12305" fmla="*/ 83344 w 3114960"/>
              <a:gd name="connsiteY12305" fmla="*/ 22955 h 5143785"/>
              <a:gd name="connsiteX12306" fmla="*/ 636746 w 3114960"/>
              <a:gd name="connsiteY12306" fmla="*/ 2158651 h 5143785"/>
              <a:gd name="connsiteX12307" fmla="*/ 629412 w 3114960"/>
              <a:gd name="connsiteY12307" fmla="*/ 2151602 h 5143785"/>
              <a:gd name="connsiteX12308" fmla="*/ 634365 w 3114960"/>
              <a:gd name="connsiteY12308" fmla="*/ 2146459 h 5143785"/>
              <a:gd name="connsiteX12309" fmla="*/ 641699 w 3114960"/>
              <a:gd name="connsiteY12309" fmla="*/ 2153507 h 5143785"/>
              <a:gd name="connsiteX12310" fmla="*/ 636746 w 3114960"/>
              <a:gd name="connsiteY12310" fmla="*/ 2158651 h 5143785"/>
              <a:gd name="connsiteX12311" fmla="*/ 604933 w 3114960"/>
              <a:gd name="connsiteY12311" fmla="*/ 2097500 h 5143785"/>
              <a:gd name="connsiteX12312" fmla="*/ 613505 w 3114960"/>
              <a:gd name="connsiteY12312" fmla="*/ 2089976 h 5143785"/>
              <a:gd name="connsiteX12313" fmla="*/ 612267 w 3114960"/>
              <a:gd name="connsiteY12313" fmla="*/ 2089976 h 5143785"/>
              <a:gd name="connsiteX12314" fmla="*/ 612267 w 3114960"/>
              <a:gd name="connsiteY12314" fmla="*/ 2085213 h 5143785"/>
              <a:gd name="connsiteX12315" fmla="*/ 619411 w 3114960"/>
              <a:gd name="connsiteY12315" fmla="*/ 2085213 h 5143785"/>
              <a:gd name="connsiteX12316" fmla="*/ 619411 w 3114960"/>
              <a:gd name="connsiteY12316" fmla="*/ 2089976 h 5143785"/>
              <a:gd name="connsiteX12317" fmla="*/ 619125 w 3114960"/>
              <a:gd name="connsiteY12317" fmla="*/ 2089976 h 5143785"/>
              <a:gd name="connsiteX12318" fmla="*/ 626936 w 3114960"/>
              <a:gd name="connsiteY12318" fmla="*/ 2098929 h 5143785"/>
              <a:gd name="connsiteX12319" fmla="*/ 626650 w 3114960"/>
              <a:gd name="connsiteY12319" fmla="*/ 2102739 h 5143785"/>
              <a:gd name="connsiteX12320" fmla="*/ 616934 w 3114960"/>
              <a:gd name="connsiteY12320" fmla="*/ 2111216 h 5143785"/>
              <a:gd name="connsiteX12321" fmla="*/ 613124 w 3114960"/>
              <a:gd name="connsiteY12321" fmla="*/ 2110931 h 5143785"/>
              <a:gd name="connsiteX12322" fmla="*/ 604647 w 3114960"/>
              <a:gd name="connsiteY12322" fmla="*/ 2101215 h 5143785"/>
              <a:gd name="connsiteX12323" fmla="*/ 604933 w 3114960"/>
              <a:gd name="connsiteY12323" fmla="*/ 2097405 h 5143785"/>
              <a:gd name="connsiteX12324" fmla="*/ 463296 w 3114960"/>
              <a:gd name="connsiteY12324" fmla="*/ 181356 h 5143785"/>
              <a:gd name="connsiteX12325" fmla="*/ 458534 w 3114960"/>
              <a:gd name="connsiteY12325" fmla="*/ 181356 h 5143785"/>
              <a:gd name="connsiteX12326" fmla="*/ 458534 w 3114960"/>
              <a:gd name="connsiteY12326" fmla="*/ 161639 h 5143785"/>
              <a:gd name="connsiteX12327" fmla="*/ 463296 w 3114960"/>
              <a:gd name="connsiteY12327" fmla="*/ 161639 h 5143785"/>
              <a:gd name="connsiteX12328" fmla="*/ 463296 w 3114960"/>
              <a:gd name="connsiteY12328" fmla="*/ 181356 h 5143785"/>
              <a:gd name="connsiteX12329" fmla="*/ 612172 w 3114960"/>
              <a:gd name="connsiteY12329" fmla="*/ 2051495 h 5143785"/>
              <a:gd name="connsiteX12330" fmla="*/ 619316 w 3114960"/>
              <a:gd name="connsiteY12330" fmla="*/ 2051495 h 5143785"/>
              <a:gd name="connsiteX12331" fmla="*/ 619316 w 3114960"/>
              <a:gd name="connsiteY12331" fmla="*/ 2059972 h 5143785"/>
              <a:gd name="connsiteX12332" fmla="*/ 612172 w 3114960"/>
              <a:gd name="connsiteY12332" fmla="*/ 2059972 h 5143785"/>
              <a:gd name="connsiteX12333" fmla="*/ 612172 w 3114960"/>
              <a:gd name="connsiteY12333" fmla="*/ 2051495 h 5143785"/>
              <a:gd name="connsiteX12334" fmla="*/ 628174 w 3114960"/>
              <a:gd name="connsiteY12334" fmla="*/ 2181320 h 5143785"/>
              <a:gd name="connsiteX12335" fmla="*/ 634365 w 3114960"/>
              <a:gd name="connsiteY12335" fmla="*/ 2174939 h 5143785"/>
              <a:gd name="connsiteX12336" fmla="*/ 637794 w 3114960"/>
              <a:gd name="connsiteY12336" fmla="*/ 2178272 h 5143785"/>
              <a:gd name="connsiteX12337" fmla="*/ 631603 w 3114960"/>
              <a:gd name="connsiteY12337" fmla="*/ 2184654 h 5143785"/>
              <a:gd name="connsiteX12338" fmla="*/ 628174 w 3114960"/>
              <a:gd name="connsiteY12338" fmla="*/ 2181320 h 5143785"/>
              <a:gd name="connsiteX12339" fmla="*/ 2836259 w 3114960"/>
              <a:gd name="connsiteY12339" fmla="*/ 4865751 h 5143785"/>
              <a:gd name="connsiteX12340" fmla="*/ 2835497 w 3114960"/>
              <a:gd name="connsiteY12340" fmla="*/ 4480274 h 5143785"/>
              <a:gd name="connsiteX12341" fmla="*/ 2792159 w 3114960"/>
              <a:gd name="connsiteY12341" fmla="*/ 4430459 h 5143785"/>
              <a:gd name="connsiteX12342" fmla="*/ 2700242 w 3114960"/>
              <a:gd name="connsiteY12342" fmla="*/ 4430459 h 5143785"/>
              <a:gd name="connsiteX12343" fmla="*/ 2687193 w 3114960"/>
              <a:gd name="connsiteY12343" fmla="*/ 4448366 h 5143785"/>
              <a:gd name="connsiteX12344" fmla="*/ 2613565 w 3114960"/>
              <a:gd name="connsiteY12344" fmla="*/ 4448366 h 5143785"/>
              <a:gd name="connsiteX12345" fmla="*/ 2604421 w 3114960"/>
              <a:gd name="connsiteY12345" fmla="*/ 4440746 h 5143785"/>
              <a:gd name="connsiteX12346" fmla="*/ 2588419 w 3114960"/>
              <a:gd name="connsiteY12346" fmla="*/ 4450747 h 5143785"/>
              <a:gd name="connsiteX12347" fmla="*/ 2598420 w 3114960"/>
              <a:gd name="connsiteY12347" fmla="*/ 4466749 h 5143785"/>
              <a:gd name="connsiteX12348" fmla="*/ 2601468 w 3114960"/>
              <a:gd name="connsiteY12348" fmla="*/ 4467130 h 5143785"/>
              <a:gd name="connsiteX12349" fmla="*/ 2614041 w 3114960"/>
              <a:gd name="connsiteY12349" fmla="*/ 4457986 h 5143785"/>
              <a:gd name="connsiteX12350" fmla="*/ 2692146 w 3114960"/>
              <a:gd name="connsiteY12350" fmla="*/ 4457986 h 5143785"/>
              <a:gd name="connsiteX12351" fmla="*/ 2705195 w 3114960"/>
              <a:gd name="connsiteY12351" fmla="*/ 4440079 h 5143785"/>
              <a:gd name="connsiteX12352" fmla="*/ 2787872 w 3114960"/>
              <a:gd name="connsiteY12352" fmla="*/ 4440079 h 5143785"/>
              <a:gd name="connsiteX12353" fmla="*/ 2826068 w 3114960"/>
              <a:gd name="connsiteY12353" fmla="*/ 4483989 h 5143785"/>
              <a:gd name="connsiteX12354" fmla="*/ 2826830 w 3114960"/>
              <a:gd name="connsiteY12354" fmla="*/ 4861941 h 5143785"/>
              <a:gd name="connsiteX12355" fmla="*/ 2781586 w 3114960"/>
              <a:gd name="connsiteY12355" fmla="*/ 4906328 h 5143785"/>
              <a:gd name="connsiteX12356" fmla="*/ 2617756 w 3114960"/>
              <a:gd name="connsiteY12356" fmla="*/ 4904899 h 5143785"/>
              <a:gd name="connsiteX12357" fmla="*/ 2593086 w 3114960"/>
              <a:gd name="connsiteY12357" fmla="*/ 4871371 h 5143785"/>
              <a:gd name="connsiteX12358" fmla="*/ 2459831 w 3114960"/>
              <a:gd name="connsiteY12358" fmla="*/ 4871371 h 5143785"/>
              <a:gd name="connsiteX12359" fmla="*/ 2450973 w 3114960"/>
              <a:gd name="connsiteY12359" fmla="*/ 4865275 h 5143785"/>
              <a:gd name="connsiteX12360" fmla="*/ 2428780 w 3114960"/>
              <a:gd name="connsiteY12360" fmla="*/ 4865275 h 5143785"/>
              <a:gd name="connsiteX12361" fmla="*/ 2419160 w 3114960"/>
              <a:gd name="connsiteY12361" fmla="*/ 4874895 h 5143785"/>
              <a:gd name="connsiteX12362" fmla="*/ 2419160 w 3114960"/>
              <a:gd name="connsiteY12362" fmla="*/ 4878229 h 5143785"/>
              <a:gd name="connsiteX12363" fmla="*/ 2428780 w 3114960"/>
              <a:gd name="connsiteY12363" fmla="*/ 4887849 h 5143785"/>
              <a:gd name="connsiteX12364" fmla="*/ 2450973 w 3114960"/>
              <a:gd name="connsiteY12364" fmla="*/ 4887849 h 5143785"/>
              <a:gd name="connsiteX12365" fmla="*/ 2460022 w 3114960"/>
              <a:gd name="connsiteY12365" fmla="*/ 4880896 h 5143785"/>
              <a:gd name="connsiteX12366" fmla="*/ 2588228 w 3114960"/>
              <a:gd name="connsiteY12366" fmla="*/ 4880896 h 5143785"/>
              <a:gd name="connsiteX12367" fmla="*/ 2612898 w 3114960"/>
              <a:gd name="connsiteY12367" fmla="*/ 4914424 h 5143785"/>
              <a:gd name="connsiteX12368" fmla="*/ 2785396 w 3114960"/>
              <a:gd name="connsiteY12368" fmla="*/ 4915948 h 5143785"/>
              <a:gd name="connsiteX12369" fmla="*/ 2836259 w 3114960"/>
              <a:gd name="connsiteY12369" fmla="*/ 4865942 h 5143785"/>
              <a:gd name="connsiteX12370" fmla="*/ 2609755 w 3114960"/>
              <a:gd name="connsiteY12370" fmla="*/ 4455700 h 5143785"/>
              <a:gd name="connsiteX12371" fmla="*/ 2599468 w 3114960"/>
              <a:gd name="connsiteY12371" fmla="*/ 4462177 h 5143785"/>
              <a:gd name="connsiteX12372" fmla="*/ 2593086 w 3114960"/>
              <a:gd name="connsiteY12372" fmla="*/ 4451890 h 5143785"/>
              <a:gd name="connsiteX12373" fmla="*/ 2601468 w 3114960"/>
              <a:gd name="connsiteY12373" fmla="*/ 4445222 h 5143785"/>
              <a:gd name="connsiteX12374" fmla="*/ 2603373 w 3114960"/>
              <a:gd name="connsiteY12374" fmla="*/ 4445413 h 5143785"/>
              <a:gd name="connsiteX12375" fmla="*/ 2609755 w 3114960"/>
              <a:gd name="connsiteY12375" fmla="*/ 4455700 h 5143785"/>
              <a:gd name="connsiteX12376" fmla="*/ 2429447 w 3114960"/>
              <a:gd name="connsiteY12376" fmla="*/ 4882896 h 5143785"/>
              <a:gd name="connsiteX12377" fmla="*/ 2428780 w 3114960"/>
              <a:gd name="connsiteY12377" fmla="*/ 4882896 h 5143785"/>
              <a:gd name="connsiteX12378" fmla="*/ 2423922 w 3114960"/>
              <a:gd name="connsiteY12378" fmla="*/ 4878038 h 5143785"/>
              <a:gd name="connsiteX12379" fmla="*/ 2423922 w 3114960"/>
              <a:gd name="connsiteY12379" fmla="*/ 4874705 h 5143785"/>
              <a:gd name="connsiteX12380" fmla="*/ 2428780 w 3114960"/>
              <a:gd name="connsiteY12380" fmla="*/ 4869847 h 5143785"/>
              <a:gd name="connsiteX12381" fmla="*/ 2429447 w 3114960"/>
              <a:gd name="connsiteY12381" fmla="*/ 4869847 h 5143785"/>
              <a:gd name="connsiteX12382" fmla="*/ 2429447 w 3114960"/>
              <a:gd name="connsiteY12382" fmla="*/ 4882801 h 5143785"/>
              <a:gd name="connsiteX12383" fmla="*/ 2446401 w 3114960"/>
              <a:gd name="connsiteY12383" fmla="*/ 4882896 h 5143785"/>
              <a:gd name="connsiteX12384" fmla="*/ 2434400 w 3114960"/>
              <a:gd name="connsiteY12384" fmla="*/ 4882896 h 5143785"/>
              <a:gd name="connsiteX12385" fmla="*/ 2434400 w 3114960"/>
              <a:gd name="connsiteY12385" fmla="*/ 4869942 h 5143785"/>
              <a:gd name="connsiteX12386" fmla="*/ 2446401 w 3114960"/>
              <a:gd name="connsiteY12386" fmla="*/ 4869942 h 5143785"/>
              <a:gd name="connsiteX12387" fmla="*/ 2446401 w 3114960"/>
              <a:gd name="connsiteY12387" fmla="*/ 4882896 h 5143785"/>
              <a:gd name="connsiteX12388" fmla="*/ 2455736 w 3114960"/>
              <a:gd name="connsiteY12388" fmla="*/ 4878038 h 5143785"/>
              <a:gd name="connsiteX12389" fmla="*/ 2451926 w 3114960"/>
              <a:gd name="connsiteY12389" fmla="*/ 4882706 h 5143785"/>
              <a:gd name="connsiteX12390" fmla="*/ 2451926 w 3114960"/>
              <a:gd name="connsiteY12390" fmla="*/ 4870133 h 5143785"/>
              <a:gd name="connsiteX12391" fmla="*/ 2455736 w 3114960"/>
              <a:gd name="connsiteY12391" fmla="*/ 4874800 h 5143785"/>
              <a:gd name="connsiteX12392" fmla="*/ 2455736 w 3114960"/>
              <a:gd name="connsiteY12392" fmla="*/ 4878134 h 5143785"/>
              <a:gd name="connsiteX12393" fmla="*/ 458534 w 3114960"/>
              <a:gd name="connsiteY12393" fmla="*/ 43339 h 5143785"/>
              <a:gd name="connsiteX12394" fmla="*/ 463296 w 3114960"/>
              <a:gd name="connsiteY12394" fmla="*/ 43339 h 5143785"/>
              <a:gd name="connsiteX12395" fmla="*/ 463296 w 3114960"/>
              <a:gd name="connsiteY12395" fmla="*/ 63056 h 5143785"/>
              <a:gd name="connsiteX12396" fmla="*/ 458534 w 3114960"/>
              <a:gd name="connsiteY12396" fmla="*/ 63056 h 5143785"/>
              <a:gd name="connsiteX12397" fmla="*/ 458534 w 3114960"/>
              <a:gd name="connsiteY12397" fmla="*/ 43339 h 5143785"/>
              <a:gd name="connsiteX12398" fmla="*/ 463296 w 3114960"/>
              <a:gd name="connsiteY12398" fmla="*/ 141923 h 5143785"/>
              <a:gd name="connsiteX12399" fmla="*/ 458534 w 3114960"/>
              <a:gd name="connsiteY12399" fmla="*/ 141923 h 5143785"/>
              <a:gd name="connsiteX12400" fmla="*/ 458534 w 3114960"/>
              <a:gd name="connsiteY12400" fmla="*/ 122206 h 5143785"/>
              <a:gd name="connsiteX12401" fmla="*/ 463296 w 3114960"/>
              <a:gd name="connsiteY12401" fmla="*/ 122206 h 5143785"/>
              <a:gd name="connsiteX12402" fmla="*/ 463296 w 3114960"/>
              <a:gd name="connsiteY12402" fmla="*/ 141923 h 5143785"/>
              <a:gd name="connsiteX12403" fmla="*/ 463296 w 3114960"/>
              <a:gd name="connsiteY12403" fmla="*/ 220885 h 5143785"/>
              <a:gd name="connsiteX12404" fmla="*/ 458534 w 3114960"/>
              <a:gd name="connsiteY12404" fmla="*/ 220885 h 5143785"/>
              <a:gd name="connsiteX12405" fmla="*/ 458534 w 3114960"/>
              <a:gd name="connsiteY12405" fmla="*/ 201168 h 5143785"/>
              <a:gd name="connsiteX12406" fmla="*/ 463296 w 3114960"/>
              <a:gd name="connsiteY12406" fmla="*/ 201168 h 5143785"/>
              <a:gd name="connsiteX12407" fmla="*/ 463296 w 3114960"/>
              <a:gd name="connsiteY12407" fmla="*/ 220885 h 5143785"/>
              <a:gd name="connsiteX12408" fmla="*/ 621983 w 3114960"/>
              <a:gd name="connsiteY12408" fmla="*/ 2187797 h 5143785"/>
              <a:gd name="connsiteX12409" fmla="*/ 625412 w 3114960"/>
              <a:gd name="connsiteY12409" fmla="*/ 2191131 h 5143785"/>
              <a:gd name="connsiteX12410" fmla="*/ 619220 w 3114960"/>
              <a:gd name="connsiteY12410" fmla="*/ 2197513 h 5143785"/>
              <a:gd name="connsiteX12411" fmla="*/ 615791 w 3114960"/>
              <a:gd name="connsiteY12411" fmla="*/ 2194179 h 5143785"/>
              <a:gd name="connsiteX12412" fmla="*/ 621983 w 3114960"/>
              <a:gd name="connsiteY12412" fmla="*/ 2187797 h 5143785"/>
              <a:gd name="connsiteX12413" fmla="*/ 2309241 w 3114960"/>
              <a:gd name="connsiteY12413" fmla="*/ 4965764 h 5143785"/>
              <a:gd name="connsiteX12414" fmla="*/ 2312099 w 3114960"/>
              <a:gd name="connsiteY12414" fmla="*/ 4972526 h 5143785"/>
              <a:gd name="connsiteX12415" fmla="*/ 2318861 w 3114960"/>
              <a:gd name="connsiteY12415" fmla="*/ 4975289 h 5143785"/>
              <a:gd name="connsiteX12416" fmla="*/ 2341055 w 3114960"/>
              <a:gd name="connsiteY12416" fmla="*/ 4975289 h 5143785"/>
              <a:gd name="connsiteX12417" fmla="*/ 2349818 w 3114960"/>
              <a:gd name="connsiteY12417" fmla="*/ 4969478 h 5143785"/>
              <a:gd name="connsiteX12418" fmla="*/ 2364677 w 3114960"/>
              <a:gd name="connsiteY12418" fmla="*/ 4987767 h 5143785"/>
              <a:gd name="connsiteX12419" fmla="*/ 2446306 w 3114960"/>
              <a:gd name="connsiteY12419" fmla="*/ 4987576 h 5143785"/>
              <a:gd name="connsiteX12420" fmla="*/ 2446782 w 3114960"/>
              <a:gd name="connsiteY12420" fmla="*/ 4987576 h 5143785"/>
              <a:gd name="connsiteX12421" fmla="*/ 2468213 w 3114960"/>
              <a:gd name="connsiteY12421" fmla="*/ 4964906 h 5143785"/>
              <a:gd name="connsiteX12422" fmla="*/ 2551176 w 3114960"/>
              <a:gd name="connsiteY12422" fmla="*/ 4964716 h 5143785"/>
              <a:gd name="connsiteX12423" fmla="*/ 2552319 w 3114960"/>
              <a:gd name="connsiteY12423" fmla="*/ 4966716 h 5143785"/>
              <a:gd name="connsiteX12424" fmla="*/ 2562797 w 3114960"/>
              <a:gd name="connsiteY12424" fmla="*/ 4977194 h 5143785"/>
              <a:gd name="connsiteX12425" fmla="*/ 2569178 w 3114960"/>
              <a:gd name="connsiteY12425" fmla="*/ 4977194 h 5143785"/>
              <a:gd name="connsiteX12426" fmla="*/ 2579656 w 3114960"/>
              <a:gd name="connsiteY12426" fmla="*/ 4966716 h 5143785"/>
              <a:gd name="connsiteX12427" fmla="*/ 2579656 w 3114960"/>
              <a:gd name="connsiteY12427" fmla="*/ 4960239 h 5143785"/>
              <a:gd name="connsiteX12428" fmla="*/ 2569178 w 3114960"/>
              <a:gd name="connsiteY12428" fmla="*/ 4949762 h 5143785"/>
              <a:gd name="connsiteX12429" fmla="*/ 2562797 w 3114960"/>
              <a:gd name="connsiteY12429" fmla="*/ 4949762 h 5143785"/>
              <a:gd name="connsiteX12430" fmla="*/ 2552319 w 3114960"/>
              <a:gd name="connsiteY12430" fmla="*/ 4960239 h 5143785"/>
              <a:gd name="connsiteX12431" fmla="*/ 2551176 w 3114960"/>
              <a:gd name="connsiteY12431" fmla="*/ 4962240 h 5143785"/>
              <a:gd name="connsiteX12432" fmla="*/ 2467642 w 3114960"/>
              <a:gd name="connsiteY12432" fmla="*/ 4962430 h 5143785"/>
              <a:gd name="connsiteX12433" fmla="*/ 2467166 w 3114960"/>
              <a:gd name="connsiteY12433" fmla="*/ 4962430 h 5143785"/>
              <a:gd name="connsiteX12434" fmla="*/ 2445734 w 3114960"/>
              <a:gd name="connsiteY12434" fmla="*/ 4985099 h 5143785"/>
              <a:gd name="connsiteX12435" fmla="*/ 2365724 w 3114960"/>
              <a:gd name="connsiteY12435" fmla="*/ 4985290 h 5143785"/>
              <a:gd name="connsiteX12436" fmla="*/ 2350389 w 3114960"/>
              <a:gd name="connsiteY12436" fmla="*/ 4966431 h 5143785"/>
              <a:gd name="connsiteX12437" fmla="*/ 2350580 w 3114960"/>
              <a:gd name="connsiteY12437" fmla="*/ 4965573 h 5143785"/>
              <a:gd name="connsiteX12438" fmla="*/ 2350580 w 3114960"/>
              <a:gd name="connsiteY12438" fmla="*/ 4962240 h 5143785"/>
              <a:gd name="connsiteX12439" fmla="*/ 2340959 w 3114960"/>
              <a:gd name="connsiteY12439" fmla="*/ 4952619 h 5143785"/>
              <a:gd name="connsiteX12440" fmla="*/ 2318766 w 3114960"/>
              <a:gd name="connsiteY12440" fmla="*/ 4952619 h 5143785"/>
              <a:gd name="connsiteX12441" fmla="*/ 2312003 w 3114960"/>
              <a:gd name="connsiteY12441" fmla="*/ 4955477 h 5143785"/>
              <a:gd name="connsiteX12442" fmla="*/ 2311527 w 3114960"/>
              <a:gd name="connsiteY12442" fmla="*/ 4956144 h 5143785"/>
              <a:gd name="connsiteX12443" fmla="*/ 2293430 w 3114960"/>
              <a:gd name="connsiteY12443" fmla="*/ 4941856 h 5143785"/>
              <a:gd name="connsiteX12444" fmla="*/ 2198084 w 3114960"/>
              <a:gd name="connsiteY12444" fmla="*/ 4941856 h 5143785"/>
              <a:gd name="connsiteX12445" fmla="*/ 2177320 w 3114960"/>
              <a:gd name="connsiteY12445" fmla="*/ 4962620 h 5143785"/>
              <a:gd name="connsiteX12446" fmla="*/ 2148840 w 3114960"/>
              <a:gd name="connsiteY12446" fmla="*/ 4962620 h 5143785"/>
              <a:gd name="connsiteX12447" fmla="*/ 2148840 w 3114960"/>
              <a:gd name="connsiteY12447" fmla="*/ 4961858 h 5143785"/>
              <a:gd name="connsiteX12448" fmla="*/ 2144078 w 3114960"/>
              <a:gd name="connsiteY12448" fmla="*/ 4953476 h 5143785"/>
              <a:gd name="connsiteX12449" fmla="*/ 2134743 w 3114960"/>
              <a:gd name="connsiteY12449" fmla="*/ 4950905 h 5143785"/>
              <a:gd name="connsiteX12450" fmla="*/ 2126361 w 3114960"/>
              <a:gd name="connsiteY12450" fmla="*/ 4955667 h 5143785"/>
              <a:gd name="connsiteX12451" fmla="*/ 2123789 w 3114960"/>
              <a:gd name="connsiteY12451" fmla="*/ 4965002 h 5143785"/>
              <a:gd name="connsiteX12452" fmla="*/ 2128647 w 3114960"/>
              <a:gd name="connsiteY12452" fmla="*/ 4973384 h 5143785"/>
              <a:gd name="connsiteX12453" fmla="*/ 2136362 w 3114960"/>
              <a:gd name="connsiteY12453" fmla="*/ 4976050 h 5143785"/>
              <a:gd name="connsiteX12454" fmla="*/ 2137982 w 3114960"/>
              <a:gd name="connsiteY12454" fmla="*/ 4975956 h 5143785"/>
              <a:gd name="connsiteX12455" fmla="*/ 2146364 w 3114960"/>
              <a:gd name="connsiteY12455" fmla="*/ 4971193 h 5143785"/>
              <a:gd name="connsiteX12456" fmla="*/ 2148269 w 3114960"/>
              <a:gd name="connsiteY12456" fmla="*/ 4967383 h 5143785"/>
              <a:gd name="connsiteX12457" fmla="*/ 2179320 w 3114960"/>
              <a:gd name="connsiteY12457" fmla="*/ 4967383 h 5143785"/>
              <a:gd name="connsiteX12458" fmla="*/ 2200085 w 3114960"/>
              <a:gd name="connsiteY12458" fmla="*/ 4946619 h 5143785"/>
              <a:gd name="connsiteX12459" fmla="*/ 2291810 w 3114960"/>
              <a:gd name="connsiteY12459" fmla="*/ 4946619 h 5143785"/>
              <a:gd name="connsiteX12460" fmla="*/ 2309527 w 3114960"/>
              <a:gd name="connsiteY12460" fmla="*/ 4960620 h 5143785"/>
              <a:gd name="connsiteX12461" fmla="*/ 2309241 w 3114960"/>
              <a:gd name="connsiteY12461" fmla="*/ 4962240 h 5143785"/>
              <a:gd name="connsiteX12462" fmla="*/ 2309241 w 3114960"/>
              <a:gd name="connsiteY12462" fmla="*/ 4965573 h 5143785"/>
              <a:gd name="connsiteX12463" fmla="*/ 2345912 w 3114960"/>
              <a:gd name="connsiteY12463" fmla="*/ 4962430 h 5143785"/>
              <a:gd name="connsiteX12464" fmla="*/ 2345912 w 3114960"/>
              <a:gd name="connsiteY12464" fmla="*/ 4965764 h 5143785"/>
              <a:gd name="connsiteX12465" fmla="*/ 2342102 w 3114960"/>
              <a:gd name="connsiteY12465" fmla="*/ 4970431 h 5143785"/>
              <a:gd name="connsiteX12466" fmla="*/ 2342102 w 3114960"/>
              <a:gd name="connsiteY12466" fmla="*/ 4957858 h 5143785"/>
              <a:gd name="connsiteX12467" fmla="*/ 2345912 w 3114960"/>
              <a:gd name="connsiteY12467" fmla="*/ 4962525 h 5143785"/>
              <a:gd name="connsiteX12468" fmla="*/ 2336483 w 3114960"/>
              <a:gd name="connsiteY12468" fmla="*/ 4957572 h 5143785"/>
              <a:gd name="connsiteX12469" fmla="*/ 2336483 w 3114960"/>
              <a:gd name="connsiteY12469" fmla="*/ 4970622 h 5143785"/>
              <a:gd name="connsiteX12470" fmla="*/ 2324481 w 3114960"/>
              <a:gd name="connsiteY12470" fmla="*/ 4970622 h 5143785"/>
              <a:gd name="connsiteX12471" fmla="*/ 2324481 w 3114960"/>
              <a:gd name="connsiteY12471" fmla="*/ 4957667 h 5143785"/>
              <a:gd name="connsiteX12472" fmla="*/ 2336483 w 3114960"/>
              <a:gd name="connsiteY12472" fmla="*/ 4957667 h 5143785"/>
              <a:gd name="connsiteX12473" fmla="*/ 2315432 w 3114960"/>
              <a:gd name="connsiteY12473" fmla="*/ 4959001 h 5143785"/>
              <a:gd name="connsiteX12474" fmla="*/ 2318861 w 3114960"/>
              <a:gd name="connsiteY12474" fmla="*/ 4957572 h 5143785"/>
              <a:gd name="connsiteX12475" fmla="*/ 2319528 w 3114960"/>
              <a:gd name="connsiteY12475" fmla="*/ 4957572 h 5143785"/>
              <a:gd name="connsiteX12476" fmla="*/ 2319528 w 3114960"/>
              <a:gd name="connsiteY12476" fmla="*/ 4970526 h 5143785"/>
              <a:gd name="connsiteX12477" fmla="*/ 2318861 w 3114960"/>
              <a:gd name="connsiteY12477" fmla="*/ 4970526 h 5143785"/>
              <a:gd name="connsiteX12478" fmla="*/ 2318861 w 3114960"/>
              <a:gd name="connsiteY12478" fmla="*/ 4970526 h 5143785"/>
              <a:gd name="connsiteX12479" fmla="*/ 2315432 w 3114960"/>
              <a:gd name="connsiteY12479" fmla="*/ 4969097 h 5143785"/>
              <a:gd name="connsiteX12480" fmla="*/ 2314004 w 3114960"/>
              <a:gd name="connsiteY12480" fmla="*/ 4965669 h 5143785"/>
              <a:gd name="connsiteX12481" fmla="*/ 2314004 w 3114960"/>
              <a:gd name="connsiteY12481" fmla="*/ 4962334 h 5143785"/>
              <a:gd name="connsiteX12482" fmla="*/ 2315432 w 3114960"/>
              <a:gd name="connsiteY12482" fmla="*/ 4958906 h 5143785"/>
              <a:gd name="connsiteX12483" fmla="*/ 2144173 w 3114960"/>
              <a:gd name="connsiteY12483" fmla="*/ 4962620 h 5143785"/>
              <a:gd name="connsiteX12484" fmla="*/ 2142554 w 3114960"/>
              <a:gd name="connsiteY12484" fmla="*/ 4968431 h 5143785"/>
              <a:gd name="connsiteX12485" fmla="*/ 2137315 w 3114960"/>
              <a:gd name="connsiteY12485" fmla="*/ 4971383 h 5143785"/>
              <a:gd name="connsiteX12486" fmla="*/ 2131505 w 3114960"/>
              <a:gd name="connsiteY12486" fmla="*/ 4969764 h 5143785"/>
              <a:gd name="connsiteX12487" fmla="*/ 2128457 w 3114960"/>
              <a:gd name="connsiteY12487" fmla="*/ 4964526 h 5143785"/>
              <a:gd name="connsiteX12488" fmla="*/ 2130076 w 3114960"/>
              <a:gd name="connsiteY12488" fmla="*/ 4958716 h 5143785"/>
              <a:gd name="connsiteX12489" fmla="*/ 2135315 w 3114960"/>
              <a:gd name="connsiteY12489" fmla="*/ 4955763 h 5143785"/>
              <a:gd name="connsiteX12490" fmla="*/ 2136362 w 3114960"/>
              <a:gd name="connsiteY12490" fmla="*/ 4955763 h 5143785"/>
              <a:gd name="connsiteX12491" fmla="*/ 2141125 w 3114960"/>
              <a:gd name="connsiteY12491" fmla="*/ 4957382 h 5143785"/>
              <a:gd name="connsiteX12492" fmla="*/ 2144078 w 3114960"/>
              <a:gd name="connsiteY12492" fmla="*/ 4962620 h 5143785"/>
              <a:gd name="connsiteX12493" fmla="*/ 2144078 w 3114960"/>
              <a:gd name="connsiteY12493" fmla="*/ 4962620 h 5143785"/>
              <a:gd name="connsiteX12494" fmla="*/ 2350580 w 3114960"/>
              <a:gd name="connsiteY12494" fmla="*/ 4917281 h 5143785"/>
              <a:gd name="connsiteX12495" fmla="*/ 2347722 w 3114960"/>
              <a:gd name="connsiteY12495" fmla="*/ 4910519 h 5143785"/>
              <a:gd name="connsiteX12496" fmla="*/ 2340959 w 3114960"/>
              <a:gd name="connsiteY12496" fmla="*/ 4907756 h 5143785"/>
              <a:gd name="connsiteX12497" fmla="*/ 2318766 w 3114960"/>
              <a:gd name="connsiteY12497" fmla="*/ 4907756 h 5143785"/>
              <a:gd name="connsiteX12498" fmla="*/ 2312575 w 3114960"/>
              <a:gd name="connsiteY12498" fmla="*/ 4910233 h 5143785"/>
              <a:gd name="connsiteX12499" fmla="*/ 2282190 w 3114960"/>
              <a:gd name="connsiteY12499" fmla="*/ 4888992 h 5143785"/>
              <a:gd name="connsiteX12500" fmla="*/ 2153412 w 3114960"/>
              <a:gd name="connsiteY12500" fmla="*/ 4888992 h 5143785"/>
              <a:gd name="connsiteX12501" fmla="*/ 2127409 w 3114960"/>
              <a:gd name="connsiteY12501" fmla="*/ 4912614 h 5143785"/>
              <a:gd name="connsiteX12502" fmla="*/ 2125313 w 3114960"/>
              <a:gd name="connsiteY12502" fmla="*/ 4912233 h 5143785"/>
              <a:gd name="connsiteX12503" fmla="*/ 2113883 w 3114960"/>
              <a:gd name="connsiteY12503" fmla="*/ 4912233 h 5143785"/>
              <a:gd name="connsiteX12504" fmla="*/ 2107978 w 3114960"/>
              <a:gd name="connsiteY12504" fmla="*/ 4918139 h 5143785"/>
              <a:gd name="connsiteX12505" fmla="*/ 2107978 w 3114960"/>
              <a:gd name="connsiteY12505" fmla="*/ 4929569 h 5143785"/>
              <a:gd name="connsiteX12506" fmla="*/ 2113883 w 3114960"/>
              <a:gd name="connsiteY12506" fmla="*/ 4935474 h 5143785"/>
              <a:gd name="connsiteX12507" fmla="*/ 2125313 w 3114960"/>
              <a:gd name="connsiteY12507" fmla="*/ 4935474 h 5143785"/>
              <a:gd name="connsiteX12508" fmla="*/ 2131219 w 3114960"/>
              <a:gd name="connsiteY12508" fmla="*/ 4929569 h 5143785"/>
              <a:gd name="connsiteX12509" fmla="*/ 2131219 w 3114960"/>
              <a:gd name="connsiteY12509" fmla="*/ 4918139 h 5143785"/>
              <a:gd name="connsiteX12510" fmla="*/ 2130743 w 3114960"/>
              <a:gd name="connsiteY12510" fmla="*/ 4915948 h 5143785"/>
              <a:gd name="connsiteX12511" fmla="*/ 2155222 w 3114960"/>
              <a:gd name="connsiteY12511" fmla="*/ 4893755 h 5143785"/>
              <a:gd name="connsiteX12512" fmla="*/ 2280571 w 3114960"/>
              <a:gd name="connsiteY12512" fmla="*/ 4893755 h 5143785"/>
              <a:gd name="connsiteX12513" fmla="*/ 2309622 w 3114960"/>
              <a:gd name="connsiteY12513" fmla="*/ 4914138 h 5143785"/>
              <a:gd name="connsiteX12514" fmla="*/ 2308955 w 3114960"/>
              <a:gd name="connsiteY12514" fmla="*/ 4917472 h 5143785"/>
              <a:gd name="connsiteX12515" fmla="*/ 2308955 w 3114960"/>
              <a:gd name="connsiteY12515" fmla="*/ 4920806 h 5143785"/>
              <a:gd name="connsiteX12516" fmla="*/ 2311813 w 3114960"/>
              <a:gd name="connsiteY12516" fmla="*/ 4927569 h 5143785"/>
              <a:gd name="connsiteX12517" fmla="*/ 2318576 w 3114960"/>
              <a:gd name="connsiteY12517" fmla="*/ 4930331 h 5143785"/>
              <a:gd name="connsiteX12518" fmla="*/ 2340769 w 3114960"/>
              <a:gd name="connsiteY12518" fmla="*/ 4930331 h 5143785"/>
              <a:gd name="connsiteX12519" fmla="*/ 2349532 w 3114960"/>
              <a:gd name="connsiteY12519" fmla="*/ 4924520 h 5143785"/>
              <a:gd name="connsiteX12520" fmla="*/ 2364391 w 3114960"/>
              <a:gd name="connsiteY12520" fmla="*/ 4942808 h 5143785"/>
              <a:gd name="connsiteX12521" fmla="*/ 2446020 w 3114960"/>
              <a:gd name="connsiteY12521" fmla="*/ 4942618 h 5143785"/>
              <a:gd name="connsiteX12522" fmla="*/ 2446496 w 3114960"/>
              <a:gd name="connsiteY12522" fmla="*/ 4942618 h 5143785"/>
              <a:gd name="connsiteX12523" fmla="*/ 2467928 w 3114960"/>
              <a:gd name="connsiteY12523" fmla="*/ 4919949 h 5143785"/>
              <a:gd name="connsiteX12524" fmla="*/ 2550890 w 3114960"/>
              <a:gd name="connsiteY12524" fmla="*/ 4919949 h 5143785"/>
              <a:gd name="connsiteX12525" fmla="*/ 2552034 w 3114960"/>
              <a:gd name="connsiteY12525" fmla="*/ 4921853 h 5143785"/>
              <a:gd name="connsiteX12526" fmla="*/ 2562511 w 3114960"/>
              <a:gd name="connsiteY12526" fmla="*/ 4932331 h 5143785"/>
              <a:gd name="connsiteX12527" fmla="*/ 2568893 w 3114960"/>
              <a:gd name="connsiteY12527" fmla="*/ 4932331 h 5143785"/>
              <a:gd name="connsiteX12528" fmla="*/ 2579370 w 3114960"/>
              <a:gd name="connsiteY12528" fmla="*/ 4921853 h 5143785"/>
              <a:gd name="connsiteX12529" fmla="*/ 2579370 w 3114960"/>
              <a:gd name="connsiteY12529" fmla="*/ 4915472 h 5143785"/>
              <a:gd name="connsiteX12530" fmla="*/ 2568893 w 3114960"/>
              <a:gd name="connsiteY12530" fmla="*/ 4904994 h 5143785"/>
              <a:gd name="connsiteX12531" fmla="*/ 2562511 w 3114960"/>
              <a:gd name="connsiteY12531" fmla="*/ 4904994 h 5143785"/>
              <a:gd name="connsiteX12532" fmla="*/ 2552034 w 3114960"/>
              <a:gd name="connsiteY12532" fmla="*/ 4915472 h 5143785"/>
              <a:gd name="connsiteX12533" fmla="*/ 2550890 w 3114960"/>
              <a:gd name="connsiteY12533" fmla="*/ 4917472 h 5143785"/>
              <a:gd name="connsiteX12534" fmla="*/ 2466880 w 3114960"/>
              <a:gd name="connsiteY12534" fmla="*/ 4917472 h 5143785"/>
              <a:gd name="connsiteX12535" fmla="*/ 2445449 w 3114960"/>
              <a:gd name="connsiteY12535" fmla="*/ 4940237 h 5143785"/>
              <a:gd name="connsiteX12536" fmla="*/ 2365439 w 3114960"/>
              <a:gd name="connsiteY12536" fmla="*/ 4940427 h 5143785"/>
              <a:gd name="connsiteX12537" fmla="*/ 2350103 w 3114960"/>
              <a:gd name="connsiteY12537" fmla="*/ 4921568 h 5143785"/>
              <a:gd name="connsiteX12538" fmla="*/ 2350294 w 3114960"/>
              <a:gd name="connsiteY12538" fmla="*/ 4920710 h 5143785"/>
              <a:gd name="connsiteX12539" fmla="*/ 2350294 w 3114960"/>
              <a:gd name="connsiteY12539" fmla="*/ 4917377 h 5143785"/>
              <a:gd name="connsiteX12540" fmla="*/ 2126552 w 3114960"/>
              <a:gd name="connsiteY12540" fmla="*/ 4929569 h 5143785"/>
              <a:gd name="connsiteX12541" fmla="*/ 2125409 w 3114960"/>
              <a:gd name="connsiteY12541" fmla="*/ 4930712 h 5143785"/>
              <a:gd name="connsiteX12542" fmla="*/ 2113979 w 3114960"/>
              <a:gd name="connsiteY12542" fmla="*/ 4930712 h 5143785"/>
              <a:gd name="connsiteX12543" fmla="*/ 2112836 w 3114960"/>
              <a:gd name="connsiteY12543" fmla="*/ 4929569 h 5143785"/>
              <a:gd name="connsiteX12544" fmla="*/ 2112836 w 3114960"/>
              <a:gd name="connsiteY12544" fmla="*/ 4918139 h 5143785"/>
              <a:gd name="connsiteX12545" fmla="*/ 2113979 w 3114960"/>
              <a:gd name="connsiteY12545" fmla="*/ 4916996 h 5143785"/>
              <a:gd name="connsiteX12546" fmla="*/ 2125409 w 3114960"/>
              <a:gd name="connsiteY12546" fmla="*/ 4916996 h 5143785"/>
              <a:gd name="connsiteX12547" fmla="*/ 2126552 w 3114960"/>
              <a:gd name="connsiteY12547" fmla="*/ 4918139 h 5143785"/>
              <a:gd name="connsiteX12548" fmla="*/ 2126552 w 3114960"/>
              <a:gd name="connsiteY12548" fmla="*/ 4929569 h 5143785"/>
              <a:gd name="connsiteX12549" fmla="*/ 2318766 w 3114960"/>
              <a:gd name="connsiteY12549" fmla="*/ 4925473 h 5143785"/>
              <a:gd name="connsiteX12550" fmla="*/ 2318766 w 3114960"/>
              <a:gd name="connsiteY12550" fmla="*/ 4925473 h 5143785"/>
              <a:gd name="connsiteX12551" fmla="*/ 2315337 w 3114960"/>
              <a:gd name="connsiteY12551" fmla="*/ 4924044 h 5143785"/>
              <a:gd name="connsiteX12552" fmla="*/ 2313908 w 3114960"/>
              <a:gd name="connsiteY12552" fmla="*/ 4920616 h 5143785"/>
              <a:gd name="connsiteX12553" fmla="*/ 2313908 w 3114960"/>
              <a:gd name="connsiteY12553" fmla="*/ 4917281 h 5143785"/>
              <a:gd name="connsiteX12554" fmla="*/ 2318766 w 3114960"/>
              <a:gd name="connsiteY12554" fmla="*/ 4912424 h 5143785"/>
              <a:gd name="connsiteX12555" fmla="*/ 2319433 w 3114960"/>
              <a:gd name="connsiteY12555" fmla="*/ 4912424 h 5143785"/>
              <a:gd name="connsiteX12556" fmla="*/ 2319433 w 3114960"/>
              <a:gd name="connsiteY12556" fmla="*/ 4925378 h 5143785"/>
              <a:gd name="connsiteX12557" fmla="*/ 2318766 w 3114960"/>
              <a:gd name="connsiteY12557" fmla="*/ 4925378 h 5143785"/>
              <a:gd name="connsiteX12558" fmla="*/ 2324386 w 3114960"/>
              <a:gd name="connsiteY12558" fmla="*/ 4925473 h 5143785"/>
              <a:gd name="connsiteX12559" fmla="*/ 2324386 w 3114960"/>
              <a:gd name="connsiteY12559" fmla="*/ 4912519 h 5143785"/>
              <a:gd name="connsiteX12560" fmla="*/ 2336387 w 3114960"/>
              <a:gd name="connsiteY12560" fmla="*/ 4912519 h 5143785"/>
              <a:gd name="connsiteX12561" fmla="*/ 2336387 w 3114960"/>
              <a:gd name="connsiteY12561" fmla="*/ 4925473 h 5143785"/>
              <a:gd name="connsiteX12562" fmla="*/ 2324386 w 3114960"/>
              <a:gd name="connsiteY12562" fmla="*/ 4925473 h 5143785"/>
              <a:gd name="connsiteX12563" fmla="*/ 2342007 w 3114960"/>
              <a:gd name="connsiteY12563" fmla="*/ 4925283 h 5143785"/>
              <a:gd name="connsiteX12564" fmla="*/ 2342007 w 3114960"/>
              <a:gd name="connsiteY12564" fmla="*/ 4912710 h 5143785"/>
              <a:gd name="connsiteX12565" fmla="*/ 2344388 w 3114960"/>
              <a:gd name="connsiteY12565" fmla="*/ 4913948 h 5143785"/>
              <a:gd name="connsiteX12566" fmla="*/ 2345817 w 3114960"/>
              <a:gd name="connsiteY12566" fmla="*/ 4917377 h 5143785"/>
              <a:gd name="connsiteX12567" fmla="*/ 2345817 w 3114960"/>
              <a:gd name="connsiteY12567" fmla="*/ 4920710 h 5143785"/>
              <a:gd name="connsiteX12568" fmla="*/ 2342007 w 3114960"/>
              <a:gd name="connsiteY12568" fmla="*/ 4925378 h 5143785"/>
              <a:gd name="connsiteX12569" fmla="*/ 289084 w 3114960"/>
              <a:gd name="connsiteY12569" fmla="*/ 203645 h 5143785"/>
              <a:gd name="connsiteX12570" fmla="*/ 292799 w 3114960"/>
              <a:gd name="connsiteY12570" fmla="*/ 206693 h 5143785"/>
              <a:gd name="connsiteX12571" fmla="*/ 280035 w 3114960"/>
              <a:gd name="connsiteY12571" fmla="*/ 222409 h 5143785"/>
              <a:gd name="connsiteX12572" fmla="*/ 276320 w 3114960"/>
              <a:gd name="connsiteY12572" fmla="*/ 219361 h 5143785"/>
              <a:gd name="connsiteX12573" fmla="*/ 289084 w 3114960"/>
              <a:gd name="connsiteY12573" fmla="*/ 203645 h 5143785"/>
              <a:gd name="connsiteX12574" fmla="*/ 431768 w 3114960"/>
              <a:gd name="connsiteY12574" fmla="*/ 206693 h 5143785"/>
              <a:gd name="connsiteX12575" fmla="*/ 432245 w 3114960"/>
              <a:gd name="connsiteY12575" fmla="*/ 205264 h 5143785"/>
              <a:gd name="connsiteX12576" fmla="*/ 432245 w 3114960"/>
              <a:gd name="connsiteY12576" fmla="*/ 95 h 5143785"/>
              <a:gd name="connsiteX12577" fmla="*/ 427482 w 3114960"/>
              <a:gd name="connsiteY12577" fmla="*/ 95 h 5143785"/>
              <a:gd name="connsiteX12578" fmla="*/ 427482 w 3114960"/>
              <a:gd name="connsiteY12578" fmla="*/ 204407 h 5143785"/>
              <a:gd name="connsiteX12579" fmla="*/ 414623 w 3114960"/>
              <a:gd name="connsiteY12579" fmla="*/ 221170 h 5143785"/>
              <a:gd name="connsiteX12580" fmla="*/ 414147 w 3114960"/>
              <a:gd name="connsiteY12580" fmla="*/ 222599 h 5143785"/>
              <a:gd name="connsiteX12581" fmla="*/ 414147 w 3114960"/>
              <a:gd name="connsiteY12581" fmla="*/ 236411 h 5143785"/>
              <a:gd name="connsiteX12582" fmla="*/ 409385 w 3114960"/>
              <a:gd name="connsiteY12582" fmla="*/ 236411 h 5143785"/>
              <a:gd name="connsiteX12583" fmla="*/ 402527 w 3114960"/>
              <a:gd name="connsiteY12583" fmla="*/ 243269 h 5143785"/>
              <a:gd name="connsiteX12584" fmla="*/ 402527 w 3114960"/>
              <a:gd name="connsiteY12584" fmla="*/ 255937 h 5143785"/>
              <a:gd name="connsiteX12585" fmla="*/ 409385 w 3114960"/>
              <a:gd name="connsiteY12585" fmla="*/ 262795 h 5143785"/>
              <a:gd name="connsiteX12586" fmla="*/ 422053 w 3114960"/>
              <a:gd name="connsiteY12586" fmla="*/ 262795 h 5143785"/>
              <a:gd name="connsiteX12587" fmla="*/ 424720 w 3114960"/>
              <a:gd name="connsiteY12587" fmla="*/ 262223 h 5143785"/>
              <a:gd name="connsiteX12588" fmla="*/ 567690 w 3114960"/>
              <a:gd name="connsiteY12588" fmla="*/ 427673 h 5143785"/>
              <a:gd name="connsiteX12589" fmla="*/ 567690 w 3114960"/>
              <a:gd name="connsiteY12589" fmla="*/ 486632 h 5143785"/>
              <a:gd name="connsiteX12590" fmla="*/ 565023 w 3114960"/>
              <a:gd name="connsiteY12590" fmla="*/ 486632 h 5143785"/>
              <a:gd name="connsiteX12591" fmla="*/ 554069 w 3114960"/>
              <a:gd name="connsiteY12591" fmla="*/ 496348 h 5143785"/>
              <a:gd name="connsiteX12592" fmla="*/ 554069 w 3114960"/>
              <a:gd name="connsiteY12592" fmla="*/ 535210 h 5143785"/>
              <a:gd name="connsiteX12593" fmla="*/ 565023 w 3114960"/>
              <a:gd name="connsiteY12593" fmla="*/ 544925 h 5143785"/>
              <a:gd name="connsiteX12594" fmla="*/ 575120 w 3114960"/>
              <a:gd name="connsiteY12594" fmla="*/ 544925 h 5143785"/>
              <a:gd name="connsiteX12595" fmla="*/ 586073 w 3114960"/>
              <a:gd name="connsiteY12595" fmla="*/ 535210 h 5143785"/>
              <a:gd name="connsiteX12596" fmla="*/ 586073 w 3114960"/>
              <a:gd name="connsiteY12596" fmla="*/ 496348 h 5143785"/>
              <a:gd name="connsiteX12597" fmla="*/ 575120 w 3114960"/>
              <a:gd name="connsiteY12597" fmla="*/ 486632 h 5143785"/>
              <a:gd name="connsiteX12598" fmla="*/ 572453 w 3114960"/>
              <a:gd name="connsiteY12598" fmla="*/ 486632 h 5143785"/>
              <a:gd name="connsiteX12599" fmla="*/ 572453 w 3114960"/>
              <a:gd name="connsiteY12599" fmla="*/ 425863 h 5143785"/>
              <a:gd name="connsiteX12600" fmla="*/ 428149 w 3114960"/>
              <a:gd name="connsiteY12600" fmla="*/ 258890 h 5143785"/>
              <a:gd name="connsiteX12601" fmla="*/ 428911 w 3114960"/>
              <a:gd name="connsiteY12601" fmla="*/ 255937 h 5143785"/>
              <a:gd name="connsiteX12602" fmla="*/ 428911 w 3114960"/>
              <a:gd name="connsiteY12602" fmla="*/ 243269 h 5143785"/>
              <a:gd name="connsiteX12603" fmla="*/ 422053 w 3114960"/>
              <a:gd name="connsiteY12603" fmla="*/ 236411 h 5143785"/>
              <a:gd name="connsiteX12604" fmla="*/ 418910 w 3114960"/>
              <a:gd name="connsiteY12604" fmla="*/ 236411 h 5143785"/>
              <a:gd name="connsiteX12605" fmla="*/ 418910 w 3114960"/>
              <a:gd name="connsiteY12605" fmla="*/ 223361 h 5143785"/>
              <a:gd name="connsiteX12606" fmla="*/ 431768 w 3114960"/>
              <a:gd name="connsiteY12606" fmla="*/ 206597 h 5143785"/>
              <a:gd name="connsiteX12607" fmla="*/ 580930 w 3114960"/>
              <a:gd name="connsiteY12607" fmla="*/ 535210 h 5143785"/>
              <a:gd name="connsiteX12608" fmla="*/ 575024 w 3114960"/>
              <a:gd name="connsiteY12608" fmla="*/ 540449 h 5143785"/>
              <a:gd name="connsiteX12609" fmla="*/ 564928 w 3114960"/>
              <a:gd name="connsiteY12609" fmla="*/ 540449 h 5143785"/>
              <a:gd name="connsiteX12610" fmla="*/ 559022 w 3114960"/>
              <a:gd name="connsiteY12610" fmla="*/ 535210 h 5143785"/>
              <a:gd name="connsiteX12611" fmla="*/ 559022 w 3114960"/>
              <a:gd name="connsiteY12611" fmla="*/ 526923 h 5143785"/>
              <a:gd name="connsiteX12612" fmla="*/ 580835 w 3114960"/>
              <a:gd name="connsiteY12612" fmla="*/ 526923 h 5143785"/>
              <a:gd name="connsiteX12613" fmla="*/ 580835 w 3114960"/>
              <a:gd name="connsiteY12613" fmla="*/ 535210 h 5143785"/>
              <a:gd name="connsiteX12614" fmla="*/ 575024 w 3114960"/>
              <a:gd name="connsiteY12614" fmla="*/ 491014 h 5143785"/>
              <a:gd name="connsiteX12615" fmla="*/ 580930 w 3114960"/>
              <a:gd name="connsiteY12615" fmla="*/ 496253 h 5143785"/>
              <a:gd name="connsiteX12616" fmla="*/ 580930 w 3114960"/>
              <a:gd name="connsiteY12616" fmla="*/ 502349 h 5143785"/>
              <a:gd name="connsiteX12617" fmla="*/ 559118 w 3114960"/>
              <a:gd name="connsiteY12617" fmla="*/ 502349 h 5143785"/>
              <a:gd name="connsiteX12618" fmla="*/ 559118 w 3114960"/>
              <a:gd name="connsiteY12618" fmla="*/ 496253 h 5143785"/>
              <a:gd name="connsiteX12619" fmla="*/ 565023 w 3114960"/>
              <a:gd name="connsiteY12619" fmla="*/ 491014 h 5143785"/>
              <a:gd name="connsiteX12620" fmla="*/ 575120 w 3114960"/>
              <a:gd name="connsiteY12620" fmla="*/ 491014 h 5143785"/>
              <a:gd name="connsiteX12621" fmla="*/ 422053 w 3114960"/>
              <a:gd name="connsiteY12621" fmla="*/ 241173 h 5143785"/>
              <a:gd name="connsiteX12622" fmla="*/ 424148 w 3114960"/>
              <a:gd name="connsiteY12622" fmla="*/ 243269 h 5143785"/>
              <a:gd name="connsiteX12623" fmla="*/ 424148 w 3114960"/>
              <a:gd name="connsiteY12623" fmla="*/ 255937 h 5143785"/>
              <a:gd name="connsiteX12624" fmla="*/ 422053 w 3114960"/>
              <a:gd name="connsiteY12624" fmla="*/ 258032 h 5143785"/>
              <a:gd name="connsiteX12625" fmla="*/ 409385 w 3114960"/>
              <a:gd name="connsiteY12625" fmla="*/ 258032 h 5143785"/>
              <a:gd name="connsiteX12626" fmla="*/ 407289 w 3114960"/>
              <a:gd name="connsiteY12626" fmla="*/ 255937 h 5143785"/>
              <a:gd name="connsiteX12627" fmla="*/ 407289 w 3114960"/>
              <a:gd name="connsiteY12627" fmla="*/ 243269 h 5143785"/>
              <a:gd name="connsiteX12628" fmla="*/ 409385 w 3114960"/>
              <a:gd name="connsiteY12628" fmla="*/ 241173 h 5143785"/>
              <a:gd name="connsiteX12629" fmla="*/ 422053 w 3114960"/>
              <a:gd name="connsiteY12629" fmla="*/ 241173 h 5143785"/>
              <a:gd name="connsiteX12630" fmla="*/ 2423636 w 3114960"/>
              <a:gd name="connsiteY12630" fmla="*/ 4739164 h 5143785"/>
              <a:gd name="connsiteX12631" fmla="*/ 2417540 w 3114960"/>
              <a:gd name="connsiteY12631" fmla="*/ 4745260 h 5143785"/>
              <a:gd name="connsiteX12632" fmla="*/ 2417540 w 3114960"/>
              <a:gd name="connsiteY12632" fmla="*/ 4755642 h 5143785"/>
              <a:gd name="connsiteX12633" fmla="*/ 2423636 w 3114960"/>
              <a:gd name="connsiteY12633" fmla="*/ 4761738 h 5143785"/>
              <a:gd name="connsiteX12634" fmla="*/ 2434019 w 3114960"/>
              <a:gd name="connsiteY12634" fmla="*/ 4761738 h 5143785"/>
              <a:gd name="connsiteX12635" fmla="*/ 2440115 w 3114960"/>
              <a:gd name="connsiteY12635" fmla="*/ 4755642 h 5143785"/>
              <a:gd name="connsiteX12636" fmla="*/ 2440115 w 3114960"/>
              <a:gd name="connsiteY12636" fmla="*/ 4745260 h 5143785"/>
              <a:gd name="connsiteX12637" fmla="*/ 2434019 w 3114960"/>
              <a:gd name="connsiteY12637" fmla="*/ 4739164 h 5143785"/>
              <a:gd name="connsiteX12638" fmla="*/ 2431161 w 3114960"/>
              <a:gd name="connsiteY12638" fmla="*/ 4739164 h 5143785"/>
              <a:gd name="connsiteX12639" fmla="*/ 2431161 w 3114960"/>
              <a:gd name="connsiteY12639" fmla="*/ 4620959 h 5143785"/>
              <a:gd name="connsiteX12640" fmla="*/ 2407349 w 3114960"/>
              <a:gd name="connsiteY12640" fmla="*/ 4598480 h 5143785"/>
              <a:gd name="connsiteX12641" fmla="*/ 2350580 w 3114960"/>
              <a:gd name="connsiteY12641" fmla="*/ 4598480 h 5143785"/>
              <a:gd name="connsiteX12642" fmla="*/ 2336197 w 3114960"/>
              <a:gd name="connsiteY12642" fmla="*/ 4579525 h 5143785"/>
              <a:gd name="connsiteX12643" fmla="*/ 2336197 w 3114960"/>
              <a:gd name="connsiteY12643" fmla="*/ 4476369 h 5143785"/>
              <a:gd name="connsiteX12644" fmla="*/ 2314004 w 3114960"/>
              <a:gd name="connsiteY12644" fmla="*/ 4452080 h 5143785"/>
              <a:gd name="connsiteX12645" fmla="*/ 2303621 w 3114960"/>
              <a:gd name="connsiteY12645" fmla="*/ 4452080 h 5143785"/>
              <a:gd name="connsiteX12646" fmla="*/ 2303526 w 3114960"/>
              <a:gd name="connsiteY12646" fmla="*/ 4451128 h 5143785"/>
              <a:gd name="connsiteX12647" fmla="*/ 2297144 w 3114960"/>
              <a:gd name="connsiteY12647" fmla="*/ 4443889 h 5143785"/>
              <a:gd name="connsiteX12648" fmla="*/ 2287524 w 3114960"/>
              <a:gd name="connsiteY12648" fmla="*/ 4443222 h 5143785"/>
              <a:gd name="connsiteX12649" fmla="*/ 2280190 w 3114960"/>
              <a:gd name="connsiteY12649" fmla="*/ 4449604 h 5143785"/>
              <a:gd name="connsiteX12650" fmla="*/ 2279523 w 3114960"/>
              <a:gd name="connsiteY12650" fmla="*/ 4459224 h 5143785"/>
              <a:gd name="connsiteX12651" fmla="*/ 2285905 w 3114960"/>
              <a:gd name="connsiteY12651" fmla="*/ 4466559 h 5143785"/>
              <a:gd name="connsiteX12652" fmla="*/ 2291525 w 3114960"/>
              <a:gd name="connsiteY12652" fmla="*/ 4467892 h 5143785"/>
              <a:gd name="connsiteX12653" fmla="*/ 2295525 w 3114960"/>
              <a:gd name="connsiteY12653" fmla="*/ 4467225 h 5143785"/>
              <a:gd name="connsiteX12654" fmla="*/ 2302859 w 3114960"/>
              <a:gd name="connsiteY12654" fmla="*/ 4460844 h 5143785"/>
              <a:gd name="connsiteX12655" fmla="*/ 2303907 w 3114960"/>
              <a:gd name="connsiteY12655" fmla="*/ 4457034 h 5143785"/>
              <a:gd name="connsiteX12656" fmla="*/ 2312003 w 3114960"/>
              <a:gd name="connsiteY12656" fmla="*/ 4457034 h 5143785"/>
              <a:gd name="connsiteX12657" fmla="*/ 2331530 w 3114960"/>
              <a:gd name="connsiteY12657" fmla="*/ 4478274 h 5143785"/>
              <a:gd name="connsiteX12658" fmla="*/ 2331530 w 3114960"/>
              <a:gd name="connsiteY12658" fmla="*/ 4581144 h 5143785"/>
              <a:gd name="connsiteX12659" fmla="*/ 2348294 w 3114960"/>
              <a:gd name="connsiteY12659" fmla="*/ 4603242 h 5143785"/>
              <a:gd name="connsiteX12660" fmla="*/ 2405539 w 3114960"/>
              <a:gd name="connsiteY12660" fmla="*/ 4603242 h 5143785"/>
              <a:gd name="connsiteX12661" fmla="*/ 2426494 w 3114960"/>
              <a:gd name="connsiteY12661" fmla="*/ 4623054 h 5143785"/>
              <a:gd name="connsiteX12662" fmla="*/ 2426494 w 3114960"/>
              <a:gd name="connsiteY12662" fmla="*/ 4739259 h 5143785"/>
              <a:gd name="connsiteX12663" fmla="*/ 2423636 w 3114960"/>
              <a:gd name="connsiteY12663" fmla="*/ 4739259 h 5143785"/>
              <a:gd name="connsiteX12664" fmla="*/ 2298573 w 3114960"/>
              <a:gd name="connsiteY12664" fmla="*/ 4458653 h 5143785"/>
              <a:gd name="connsiteX12665" fmla="*/ 2294001 w 3114960"/>
              <a:gd name="connsiteY12665" fmla="*/ 4462558 h 5143785"/>
              <a:gd name="connsiteX12666" fmla="*/ 2288000 w 3114960"/>
              <a:gd name="connsiteY12666" fmla="*/ 4462177 h 5143785"/>
              <a:gd name="connsiteX12667" fmla="*/ 2288000 w 3114960"/>
              <a:gd name="connsiteY12667" fmla="*/ 4462177 h 5143785"/>
              <a:gd name="connsiteX12668" fmla="*/ 2284095 w 3114960"/>
              <a:gd name="connsiteY12668" fmla="*/ 4457605 h 5143785"/>
              <a:gd name="connsiteX12669" fmla="*/ 2284476 w 3114960"/>
              <a:gd name="connsiteY12669" fmla="*/ 4451604 h 5143785"/>
              <a:gd name="connsiteX12670" fmla="*/ 2289048 w 3114960"/>
              <a:gd name="connsiteY12670" fmla="*/ 4447604 h 5143785"/>
              <a:gd name="connsiteX12671" fmla="*/ 2291525 w 3114960"/>
              <a:gd name="connsiteY12671" fmla="*/ 4447223 h 5143785"/>
              <a:gd name="connsiteX12672" fmla="*/ 2295049 w 3114960"/>
              <a:gd name="connsiteY12672" fmla="*/ 4448080 h 5143785"/>
              <a:gd name="connsiteX12673" fmla="*/ 2298954 w 3114960"/>
              <a:gd name="connsiteY12673" fmla="*/ 4452652 h 5143785"/>
              <a:gd name="connsiteX12674" fmla="*/ 2298573 w 3114960"/>
              <a:gd name="connsiteY12674" fmla="*/ 4458653 h 5143785"/>
              <a:gd name="connsiteX12675" fmla="*/ 2434019 w 3114960"/>
              <a:gd name="connsiteY12675" fmla="*/ 4743927 h 5143785"/>
              <a:gd name="connsiteX12676" fmla="*/ 2435352 w 3114960"/>
              <a:gd name="connsiteY12676" fmla="*/ 4745260 h 5143785"/>
              <a:gd name="connsiteX12677" fmla="*/ 2435352 w 3114960"/>
              <a:gd name="connsiteY12677" fmla="*/ 4755642 h 5143785"/>
              <a:gd name="connsiteX12678" fmla="*/ 2434019 w 3114960"/>
              <a:gd name="connsiteY12678" fmla="*/ 4756976 h 5143785"/>
              <a:gd name="connsiteX12679" fmla="*/ 2423636 w 3114960"/>
              <a:gd name="connsiteY12679" fmla="*/ 4756976 h 5143785"/>
              <a:gd name="connsiteX12680" fmla="*/ 2422303 w 3114960"/>
              <a:gd name="connsiteY12680" fmla="*/ 4755642 h 5143785"/>
              <a:gd name="connsiteX12681" fmla="*/ 2422303 w 3114960"/>
              <a:gd name="connsiteY12681" fmla="*/ 4745260 h 5143785"/>
              <a:gd name="connsiteX12682" fmla="*/ 2423636 w 3114960"/>
              <a:gd name="connsiteY12682" fmla="*/ 4743927 h 5143785"/>
              <a:gd name="connsiteX12683" fmla="*/ 2434019 w 3114960"/>
              <a:gd name="connsiteY12683" fmla="*/ 4743927 h 5143785"/>
              <a:gd name="connsiteX12684" fmla="*/ 627698 w 3114960"/>
              <a:gd name="connsiteY12684" fmla="*/ 2138363 h 5143785"/>
              <a:gd name="connsiteX12685" fmla="*/ 626650 w 3114960"/>
              <a:gd name="connsiteY12685" fmla="*/ 2139220 h 5143785"/>
              <a:gd name="connsiteX12686" fmla="*/ 626936 w 3114960"/>
              <a:gd name="connsiteY12686" fmla="*/ 2139506 h 5143785"/>
              <a:gd name="connsiteX12687" fmla="*/ 621983 w 3114960"/>
              <a:gd name="connsiteY12687" fmla="*/ 2144649 h 5143785"/>
              <a:gd name="connsiteX12688" fmla="*/ 621221 w 3114960"/>
              <a:gd name="connsiteY12688" fmla="*/ 2143982 h 5143785"/>
              <a:gd name="connsiteX12689" fmla="*/ 617887 w 3114960"/>
              <a:gd name="connsiteY12689" fmla="*/ 2146840 h 5143785"/>
              <a:gd name="connsiteX12690" fmla="*/ 614077 w 3114960"/>
              <a:gd name="connsiteY12690" fmla="*/ 2146554 h 5143785"/>
              <a:gd name="connsiteX12691" fmla="*/ 605600 w 3114960"/>
              <a:gd name="connsiteY12691" fmla="*/ 2136839 h 5143785"/>
              <a:gd name="connsiteX12692" fmla="*/ 605885 w 3114960"/>
              <a:gd name="connsiteY12692" fmla="*/ 2133029 h 5143785"/>
              <a:gd name="connsiteX12693" fmla="*/ 615601 w 3114960"/>
              <a:gd name="connsiteY12693" fmla="*/ 2124551 h 5143785"/>
              <a:gd name="connsiteX12694" fmla="*/ 619411 w 3114960"/>
              <a:gd name="connsiteY12694" fmla="*/ 2124837 h 5143785"/>
              <a:gd name="connsiteX12695" fmla="*/ 627888 w 3114960"/>
              <a:gd name="connsiteY12695" fmla="*/ 2134553 h 5143785"/>
              <a:gd name="connsiteX12696" fmla="*/ 627602 w 3114960"/>
              <a:gd name="connsiteY12696" fmla="*/ 2138363 h 5143785"/>
              <a:gd name="connsiteX12697" fmla="*/ 3074956 w 3114960"/>
              <a:gd name="connsiteY12697" fmla="*/ 4802315 h 5143785"/>
              <a:gd name="connsiteX12698" fmla="*/ 3064574 w 3114960"/>
              <a:gd name="connsiteY12698" fmla="*/ 4791932 h 5143785"/>
              <a:gd name="connsiteX12699" fmla="*/ 3054192 w 3114960"/>
              <a:gd name="connsiteY12699" fmla="*/ 4802315 h 5143785"/>
              <a:gd name="connsiteX12700" fmla="*/ 3062192 w 3114960"/>
              <a:gd name="connsiteY12700" fmla="*/ 4812221 h 5143785"/>
              <a:gd name="connsiteX12701" fmla="*/ 3062954 w 3114960"/>
              <a:gd name="connsiteY12701" fmla="*/ 4907185 h 5143785"/>
              <a:gd name="connsiteX12702" fmla="*/ 3049048 w 3114960"/>
              <a:gd name="connsiteY12702" fmla="*/ 4919472 h 5143785"/>
              <a:gd name="connsiteX12703" fmla="*/ 3027807 w 3114960"/>
              <a:gd name="connsiteY12703" fmla="*/ 4919472 h 5143785"/>
              <a:gd name="connsiteX12704" fmla="*/ 3017901 w 3114960"/>
              <a:gd name="connsiteY12704" fmla="*/ 4911567 h 5143785"/>
              <a:gd name="connsiteX12705" fmla="*/ 3007519 w 3114960"/>
              <a:gd name="connsiteY12705" fmla="*/ 4921949 h 5143785"/>
              <a:gd name="connsiteX12706" fmla="*/ 3017901 w 3114960"/>
              <a:gd name="connsiteY12706" fmla="*/ 4932331 h 5143785"/>
              <a:gd name="connsiteX12707" fmla="*/ 3027807 w 3114960"/>
              <a:gd name="connsiteY12707" fmla="*/ 4924330 h 5143785"/>
              <a:gd name="connsiteX12708" fmla="*/ 3050858 w 3114960"/>
              <a:gd name="connsiteY12708" fmla="*/ 4924330 h 5143785"/>
              <a:gd name="connsiteX12709" fmla="*/ 3067717 w 3114960"/>
              <a:gd name="connsiteY12709" fmla="*/ 4909375 h 5143785"/>
              <a:gd name="connsiteX12710" fmla="*/ 3066955 w 3114960"/>
              <a:gd name="connsiteY12710" fmla="*/ 4812221 h 5143785"/>
              <a:gd name="connsiteX12711" fmla="*/ 3074956 w 3114960"/>
              <a:gd name="connsiteY12711" fmla="*/ 4802315 h 5143785"/>
              <a:gd name="connsiteX12712" fmla="*/ 3017901 w 3114960"/>
              <a:gd name="connsiteY12712" fmla="*/ 4927664 h 5143785"/>
              <a:gd name="connsiteX12713" fmla="*/ 3012281 w 3114960"/>
              <a:gd name="connsiteY12713" fmla="*/ 4922044 h 5143785"/>
              <a:gd name="connsiteX12714" fmla="*/ 3017901 w 3114960"/>
              <a:gd name="connsiteY12714" fmla="*/ 4916424 h 5143785"/>
              <a:gd name="connsiteX12715" fmla="*/ 3023521 w 3114960"/>
              <a:gd name="connsiteY12715" fmla="*/ 4922044 h 5143785"/>
              <a:gd name="connsiteX12716" fmla="*/ 3017901 w 3114960"/>
              <a:gd name="connsiteY12716" fmla="*/ 4927664 h 5143785"/>
              <a:gd name="connsiteX12717" fmla="*/ 3064574 w 3114960"/>
              <a:gd name="connsiteY12717" fmla="*/ 4807935 h 5143785"/>
              <a:gd name="connsiteX12718" fmla="*/ 3058954 w 3114960"/>
              <a:gd name="connsiteY12718" fmla="*/ 4802315 h 5143785"/>
              <a:gd name="connsiteX12719" fmla="*/ 3064574 w 3114960"/>
              <a:gd name="connsiteY12719" fmla="*/ 4796695 h 5143785"/>
              <a:gd name="connsiteX12720" fmla="*/ 3070193 w 3114960"/>
              <a:gd name="connsiteY12720" fmla="*/ 4802315 h 5143785"/>
              <a:gd name="connsiteX12721" fmla="*/ 3064574 w 3114960"/>
              <a:gd name="connsiteY12721" fmla="*/ 4807935 h 5143785"/>
              <a:gd name="connsiteX12722" fmla="*/ 3114770 w 3114960"/>
              <a:gd name="connsiteY12722" fmla="*/ 4763548 h 5143785"/>
              <a:gd name="connsiteX12723" fmla="*/ 3114770 w 3114960"/>
              <a:gd name="connsiteY12723" fmla="*/ 4753737 h 5143785"/>
              <a:gd name="connsiteX12724" fmla="*/ 3111532 w 3114960"/>
              <a:gd name="connsiteY12724" fmla="*/ 4753737 h 5143785"/>
              <a:gd name="connsiteX12725" fmla="*/ 3026188 w 3114960"/>
              <a:gd name="connsiteY12725" fmla="*/ 4670584 h 5143785"/>
              <a:gd name="connsiteX12726" fmla="*/ 3026664 w 3114960"/>
              <a:gd name="connsiteY12726" fmla="*/ 4371689 h 5143785"/>
              <a:gd name="connsiteX12727" fmla="*/ 3030093 w 3114960"/>
              <a:gd name="connsiteY12727" fmla="*/ 4370451 h 5143785"/>
              <a:gd name="connsiteX12728" fmla="*/ 3035522 w 3114960"/>
              <a:gd name="connsiteY12728" fmla="*/ 4363403 h 5143785"/>
              <a:gd name="connsiteX12729" fmla="*/ 3034379 w 3114960"/>
              <a:gd name="connsiteY12729" fmla="*/ 4354545 h 5143785"/>
              <a:gd name="connsiteX12730" fmla="*/ 3018473 w 3114960"/>
              <a:gd name="connsiteY12730" fmla="*/ 4350258 h 5143785"/>
              <a:gd name="connsiteX12731" fmla="*/ 3014186 w 3114960"/>
              <a:gd name="connsiteY12731" fmla="*/ 4366165 h 5143785"/>
              <a:gd name="connsiteX12732" fmla="*/ 3021902 w 3114960"/>
              <a:gd name="connsiteY12732" fmla="*/ 4371689 h 5143785"/>
              <a:gd name="connsiteX12733" fmla="*/ 3021425 w 3114960"/>
              <a:gd name="connsiteY12733" fmla="*/ 4671632 h 5143785"/>
              <a:gd name="connsiteX12734" fmla="*/ 3022187 w 3114960"/>
              <a:gd name="connsiteY12734" fmla="*/ 4673346 h 5143785"/>
              <a:gd name="connsiteX12735" fmla="*/ 3104769 w 3114960"/>
              <a:gd name="connsiteY12735" fmla="*/ 4753737 h 5143785"/>
              <a:gd name="connsiteX12736" fmla="*/ 3047905 w 3114960"/>
              <a:gd name="connsiteY12736" fmla="*/ 4753452 h 5143785"/>
              <a:gd name="connsiteX12737" fmla="*/ 3045143 w 3114960"/>
              <a:gd name="connsiteY12737" fmla="*/ 4754690 h 5143785"/>
              <a:gd name="connsiteX12738" fmla="*/ 3029522 w 3114960"/>
              <a:gd name="connsiteY12738" fmla="*/ 4773168 h 5143785"/>
              <a:gd name="connsiteX12739" fmla="*/ 3028664 w 3114960"/>
              <a:gd name="connsiteY12739" fmla="*/ 4775454 h 5143785"/>
              <a:gd name="connsiteX12740" fmla="*/ 3028664 w 3114960"/>
              <a:gd name="connsiteY12740" fmla="*/ 4859084 h 5143785"/>
              <a:gd name="connsiteX12741" fmla="*/ 2985040 w 3114960"/>
              <a:gd name="connsiteY12741" fmla="*/ 4905090 h 5143785"/>
              <a:gd name="connsiteX12742" fmla="*/ 2984754 w 3114960"/>
              <a:gd name="connsiteY12742" fmla="*/ 4850892 h 5143785"/>
              <a:gd name="connsiteX12743" fmla="*/ 2993231 w 3114960"/>
              <a:gd name="connsiteY12743" fmla="*/ 4841653 h 5143785"/>
              <a:gd name="connsiteX12744" fmla="*/ 2991326 w 3114960"/>
              <a:gd name="connsiteY12744" fmla="*/ 4832509 h 5143785"/>
              <a:gd name="connsiteX12745" fmla="*/ 2984849 w 3114960"/>
              <a:gd name="connsiteY12745" fmla="*/ 4827937 h 5143785"/>
              <a:gd name="connsiteX12746" fmla="*/ 2984849 w 3114960"/>
              <a:gd name="connsiteY12746" fmla="*/ 4751356 h 5143785"/>
              <a:gd name="connsiteX12747" fmla="*/ 2995803 w 3114960"/>
              <a:gd name="connsiteY12747" fmla="*/ 4751356 h 5143785"/>
              <a:gd name="connsiteX12748" fmla="*/ 2995803 w 3114960"/>
              <a:gd name="connsiteY12748" fmla="*/ 4741640 h 5143785"/>
              <a:gd name="connsiteX12749" fmla="*/ 2984754 w 3114960"/>
              <a:gd name="connsiteY12749" fmla="*/ 4741640 h 5143785"/>
              <a:gd name="connsiteX12750" fmla="*/ 2984754 w 3114960"/>
              <a:gd name="connsiteY12750" fmla="*/ 4720114 h 5143785"/>
              <a:gd name="connsiteX12751" fmla="*/ 2995803 w 3114960"/>
              <a:gd name="connsiteY12751" fmla="*/ 4720114 h 5143785"/>
              <a:gd name="connsiteX12752" fmla="*/ 2995803 w 3114960"/>
              <a:gd name="connsiteY12752" fmla="*/ 4710398 h 5143785"/>
              <a:gd name="connsiteX12753" fmla="*/ 2984754 w 3114960"/>
              <a:gd name="connsiteY12753" fmla="*/ 4710398 h 5143785"/>
              <a:gd name="connsiteX12754" fmla="*/ 2984754 w 3114960"/>
              <a:gd name="connsiteY12754" fmla="*/ 4630198 h 5143785"/>
              <a:gd name="connsiteX12755" fmla="*/ 2995898 w 3114960"/>
              <a:gd name="connsiteY12755" fmla="*/ 4630198 h 5143785"/>
              <a:gd name="connsiteX12756" fmla="*/ 2995898 w 3114960"/>
              <a:gd name="connsiteY12756" fmla="*/ 4620482 h 5143785"/>
              <a:gd name="connsiteX12757" fmla="*/ 2966371 w 3114960"/>
              <a:gd name="connsiteY12757" fmla="*/ 4620482 h 5143785"/>
              <a:gd name="connsiteX12758" fmla="*/ 2966371 w 3114960"/>
              <a:gd name="connsiteY12758" fmla="*/ 4630198 h 5143785"/>
              <a:gd name="connsiteX12759" fmla="*/ 2977610 w 3114960"/>
              <a:gd name="connsiteY12759" fmla="*/ 4630198 h 5143785"/>
              <a:gd name="connsiteX12760" fmla="*/ 2977610 w 3114960"/>
              <a:gd name="connsiteY12760" fmla="*/ 4710398 h 5143785"/>
              <a:gd name="connsiteX12761" fmla="*/ 2966276 w 3114960"/>
              <a:gd name="connsiteY12761" fmla="*/ 4710398 h 5143785"/>
              <a:gd name="connsiteX12762" fmla="*/ 2966276 w 3114960"/>
              <a:gd name="connsiteY12762" fmla="*/ 4720114 h 5143785"/>
              <a:gd name="connsiteX12763" fmla="*/ 2977610 w 3114960"/>
              <a:gd name="connsiteY12763" fmla="*/ 4720114 h 5143785"/>
              <a:gd name="connsiteX12764" fmla="*/ 2977610 w 3114960"/>
              <a:gd name="connsiteY12764" fmla="*/ 4741640 h 5143785"/>
              <a:gd name="connsiteX12765" fmla="*/ 2966276 w 3114960"/>
              <a:gd name="connsiteY12765" fmla="*/ 4741640 h 5143785"/>
              <a:gd name="connsiteX12766" fmla="*/ 2966276 w 3114960"/>
              <a:gd name="connsiteY12766" fmla="*/ 4751356 h 5143785"/>
              <a:gd name="connsiteX12767" fmla="*/ 2977705 w 3114960"/>
              <a:gd name="connsiteY12767" fmla="*/ 4751356 h 5143785"/>
              <a:gd name="connsiteX12768" fmla="*/ 2977705 w 3114960"/>
              <a:gd name="connsiteY12768" fmla="*/ 4827937 h 5143785"/>
              <a:gd name="connsiteX12769" fmla="*/ 2969419 w 3114960"/>
              <a:gd name="connsiteY12769" fmla="*/ 4837081 h 5143785"/>
              <a:gd name="connsiteX12770" fmla="*/ 2971324 w 3114960"/>
              <a:gd name="connsiteY12770" fmla="*/ 4846225 h 5143785"/>
              <a:gd name="connsiteX12771" fmla="*/ 2977705 w 3114960"/>
              <a:gd name="connsiteY12771" fmla="*/ 4850797 h 5143785"/>
              <a:gd name="connsiteX12772" fmla="*/ 2978087 w 3114960"/>
              <a:gd name="connsiteY12772" fmla="*/ 4914138 h 5143785"/>
              <a:gd name="connsiteX12773" fmla="*/ 2980373 w 3114960"/>
              <a:gd name="connsiteY12773" fmla="*/ 4917472 h 5143785"/>
              <a:gd name="connsiteX12774" fmla="*/ 2981706 w 3114960"/>
              <a:gd name="connsiteY12774" fmla="*/ 4917758 h 5143785"/>
              <a:gd name="connsiteX12775" fmla="*/ 2984278 w 3114960"/>
              <a:gd name="connsiteY12775" fmla="*/ 4916615 h 5143785"/>
              <a:gd name="connsiteX12776" fmla="*/ 3034951 w 3114960"/>
              <a:gd name="connsiteY12776" fmla="*/ 4863179 h 5143785"/>
              <a:gd name="connsiteX12777" fmla="*/ 3035903 w 3114960"/>
              <a:gd name="connsiteY12777" fmla="*/ 4860703 h 5143785"/>
              <a:gd name="connsiteX12778" fmla="*/ 3035903 w 3114960"/>
              <a:gd name="connsiteY12778" fmla="*/ 4776978 h 5143785"/>
              <a:gd name="connsiteX12779" fmla="*/ 3049619 w 3114960"/>
              <a:gd name="connsiteY12779" fmla="*/ 4760786 h 5143785"/>
              <a:gd name="connsiteX12780" fmla="*/ 3112199 w 3114960"/>
              <a:gd name="connsiteY12780" fmla="*/ 4761071 h 5143785"/>
              <a:gd name="connsiteX12781" fmla="*/ 3114961 w 3114960"/>
              <a:gd name="connsiteY12781" fmla="*/ 4763738 h 5143785"/>
              <a:gd name="connsiteX12782" fmla="*/ 3018187 w 3114960"/>
              <a:gd name="connsiteY12782" fmla="*/ 4363784 h 5143785"/>
              <a:gd name="connsiteX12783" fmla="*/ 3020759 w 3114960"/>
              <a:gd name="connsiteY12783" fmla="*/ 4354354 h 5143785"/>
              <a:gd name="connsiteX12784" fmla="*/ 3024188 w 3114960"/>
              <a:gd name="connsiteY12784" fmla="*/ 4353402 h 5143785"/>
              <a:gd name="connsiteX12785" fmla="*/ 3030188 w 3114960"/>
              <a:gd name="connsiteY12785" fmla="*/ 4356830 h 5143785"/>
              <a:gd name="connsiteX12786" fmla="*/ 3030855 w 3114960"/>
              <a:gd name="connsiteY12786" fmla="*/ 4362069 h 5143785"/>
              <a:gd name="connsiteX12787" fmla="*/ 3027617 w 3114960"/>
              <a:gd name="connsiteY12787" fmla="*/ 4366260 h 5143785"/>
              <a:gd name="connsiteX12788" fmla="*/ 3018187 w 3114960"/>
              <a:gd name="connsiteY12788" fmla="*/ 4363784 h 5143785"/>
              <a:gd name="connsiteX12789" fmla="*/ 2979801 w 3114960"/>
              <a:gd name="connsiteY12789" fmla="*/ 4846511 h 5143785"/>
              <a:gd name="connsiteX12790" fmla="*/ 2979801 w 3114960"/>
              <a:gd name="connsiteY12790" fmla="*/ 4846511 h 5143785"/>
              <a:gd name="connsiteX12791" fmla="*/ 2975134 w 3114960"/>
              <a:gd name="connsiteY12791" fmla="*/ 4843368 h 5143785"/>
              <a:gd name="connsiteX12792" fmla="*/ 2973991 w 3114960"/>
              <a:gd name="connsiteY12792" fmla="*/ 4837843 h 5143785"/>
              <a:gd name="connsiteX12793" fmla="*/ 2981230 w 3114960"/>
              <a:gd name="connsiteY12793" fmla="*/ 4831842 h 5143785"/>
              <a:gd name="connsiteX12794" fmla="*/ 2982659 w 3114960"/>
              <a:gd name="connsiteY12794" fmla="*/ 4831937 h 5143785"/>
              <a:gd name="connsiteX12795" fmla="*/ 2987326 w 3114960"/>
              <a:gd name="connsiteY12795" fmla="*/ 4834986 h 5143785"/>
              <a:gd name="connsiteX12796" fmla="*/ 2988469 w 3114960"/>
              <a:gd name="connsiteY12796" fmla="*/ 4840510 h 5143785"/>
              <a:gd name="connsiteX12797" fmla="*/ 2979801 w 3114960"/>
              <a:gd name="connsiteY12797" fmla="*/ 4846415 h 5143785"/>
              <a:gd name="connsiteX12798" fmla="*/ 12668 w 3114960"/>
              <a:gd name="connsiteY12798" fmla="*/ 4999768 h 5143785"/>
              <a:gd name="connsiteX12799" fmla="*/ 22574 w 3114960"/>
              <a:gd name="connsiteY12799" fmla="*/ 4991767 h 5143785"/>
              <a:gd name="connsiteX12800" fmla="*/ 107728 w 3114960"/>
              <a:gd name="connsiteY12800" fmla="*/ 4991767 h 5143785"/>
              <a:gd name="connsiteX12801" fmla="*/ 127445 w 3114960"/>
              <a:gd name="connsiteY12801" fmla="*/ 4982147 h 5143785"/>
              <a:gd name="connsiteX12802" fmla="*/ 284131 w 3114960"/>
              <a:gd name="connsiteY12802" fmla="*/ 4982147 h 5143785"/>
              <a:gd name="connsiteX12803" fmla="*/ 304705 w 3114960"/>
              <a:gd name="connsiteY12803" fmla="*/ 4964906 h 5143785"/>
              <a:gd name="connsiteX12804" fmla="*/ 304705 w 3114960"/>
              <a:gd name="connsiteY12804" fmla="*/ 4836414 h 5143785"/>
              <a:gd name="connsiteX12805" fmla="*/ 312706 w 3114960"/>
              <a:gd name="connsiteY12805" fmla="*/ 4826508 h 5143785"/>
              <a:gd name="connsiteX12806" fmla="*/ 302324 w 3114960"/>
              <a:gd name="connsiteY12806" fmla="*/ 4816126 h 5143785"/>
              <a:gd name="connsiteX12807" fmla="*/ 291941 w 3114960"/>
              <a:gd name="connsiteY12807" fmla="*/ 4826508 h 5143785"/>
              <a:gd name="connsiteX12808" fmla="*/ 299942 w 3114960"/>
              <a:gd name="connsiteY12808" fmla="*/ 4836414 h 5143785"/>
              <a:gd name="connsiteX12809" fmla="*/ 299942 w 3114960"/>
              <a:gd name="connsiteY12809" fmla="*/ 4962716 h 5143785"/>
              <a:gd name="connsiteX12810" fmla="*/ 282416 w 3114960"/>
              <a:gd name="connsiteY12810" fmla="*/ 4977479 h 5143785"/>
              <a:gd name="connsiteX12811" fmla="*/ 126873 w 3114960"/>
              <a:gd name="connsiteY12811" fmla="*/ 4977479 h 5143785"/>
              <a:gd name="connsiteX12812" fmla="*/ 106680 w 3114960"/>
              <a:gd name="connsiteY12812" fmla="*/ 4987100 h 5143785"/>
              <a:gd name="connsiteX12813" fmla="*/ 22574 w 3114960"/>
              <a:gd name="connsiteY12813" fmla="*/ 4987100 h 5143785"/>
              <a:gd name="connsiteX12814" fmla="*/ 12668 w 3114960"/>
              <a:gd name="connsiteY12814" fmla="*/ 4979099 h 5143785"/>
              <a:gd name="connsiteX12815" fmla="*/ 2286 w 3114960"/>
              <a:gd name="connsiteY12815" fmla="*/ 4989481 h 5143785"/>
              <a:gd name="connsiteX12816" fmla="*/ 12668 w 3114960"/>
              <a:gd name="connsiteY12816" fmla="*/ 4999863 h 5143785"/>
              <a:gd name="connsiteX12817" fmla="*/ 296704 w 3114960"/>
              <a:gd name="connsiteY12817" fmla="*/ 4826413 h 5143785"/>
              <a:gd name="connsiteX12818" fmla="*/ 302324 w 3114960"/>
              <a:gd name="connsiteY12818" fmla="*/ 4820793 h 5143785"/>
              <a:gd name="connsiteX12819" fmla="*/ 307943 w 3114960"/>
              <a:gd name="connsiteY12819" fmla="*/ 4826413 h 5143785"/>
              <a:gd name="connsiteX12820" fmla="*/ 302324 w 3114960"/>
              <a:gd name="connsiteY12820" fmla="*/ 4832033 h 5143785"/>
              <a:gd name="connsiteX12821" fmla="*/ 296704 w 3114960"/>
              <a:gd name="connsiteY12821" fmla="*/ 4826413 h 5143785"/>
              <a:gd name="connsiteX12822" fmla="*/ 12668 w 3114960"/>
              <a:gd name="connsiteY12822" fmla="*/ 4983671 h 5143785"/>
              <a:gd name="connsiteX12823" fmla="*/ 18288 w 3114960"/>
              <a:gd name="connsiteY12823" fmla="*/ 4989290 h 5143785"/>
              <a:gd name="connsiteX12824" fmla="*/ 12668 w 3114960"/>
              <a:gd name="connsiteY12824" fmla="*/ 4994910 h 5143785"/>
              <a:gd name="connsiteX12825" fmla="*/ 7049 w 3114960"/>
              <a:gd name="connsiteY12825" fmla="*/ 4989290 h 5143785"/>
              <a:gd name="connsiteX12826" fmla="*/ 12668 w 3114960"/>
              <a:gd name="connsiteY12826" fmla="*/ 4983671 h 5143785"/>
              <a:gd name="connsiteX12827" fmla="*/ 443675 w 3114960"/>
              <a:gd name="connsiteY12827" fmla="*/ 2204466 h 5143785"/>
              <a:gd name="connsiteX12828" fmla="*/ 436817 w 3114960"/>
              <a:gd name="connsiteY12828" fmla="*/ 2211515 h 5143785"/>
              <a:gd name="connsiteX12829" fmla="*/ 433388 w 3114960"/>
              <a:gd name="connsiteY12829" fmla="*/ 2208181 h 5143785"/>
              <a:gd name="connsiteX12830" fmla="*/ 440246 w 3114960"/>
              <a:gd name="connsiteY12830" fmla="*/ 2201132 h 5143785"/>
              <a:gd name="connsiteX12831" fmla="*/ 443675 w 3114960"/>
              <a:gd name="connsiteY12831" fmla="*/ 2204466 h 5143785"/>
              <a:gd name="connsiteX12832" fmla="*/ 429863 w 3114960"/>
              <a:gd name="connsiteY12832" fmla="*/ 2218563 h 5143785"/>
              <a:gd name="connsiteX12833" fmla="*/ 423005 w 3114960"/>
              <a:gd name="connsiteY12833" fmla="*/ 2225612 h 5143785"/>
              <a:gd name="connsiteX12834" fmla="*/ 419576 w 3114960"/>
              <a:gd name="connsiteY12834" fmla="*/ 2222278 h 5143785"/>
              <a:gd name="connsiteX12835" fmla="*/ 426434 w 3114960"/>
              <a:gd name="connsiteY12835" fmla="*/ 2215229 h 5143785"/>
              <a:gd name="connsiteX12836" fmla="*/ 429863 w 3114960"/>
              <a:gd name="connsiteY12836" fmla="*/ 2218563 h 5143785"/>
              <a:gd name="connsiteX12837" fmla="*/ 93155 w 3114960"/>
              <a:gd name="connsiteY12837" fmla="*/ 3691795 h 5143785"/>
              <a:gd name="connsiteX12838" fmla="*/ 98774 w 3114960"/>
              <a:gd name="connsiteY12838" fmla="*/ 3700939 h 5143785"/>
              <a:gd name="connsiteX12839" fmla="*/ 118777 w 3114960"/>
              <a:gd name="connsiteY12839" fmla="*/ 3697891 h 5143785"/>
              <a:gd name="connsiteX12840" fmla="*/ 121539 w 3114960"/>
              <a:gd name="connsiteY12840" fmla="*/ 3689413 h 5143785"/>
              <a:gd name="connsiteX12841" fmla="*/ 115729 w 3114960"/>
              <a:gd name="connsiteY12841" fmla="*/ 3677793 h 5143785"/>
              <a:gd name="connsiteX12842" fmla="*/ 95726 w 3114960"/>
              <a:gd name="connsiteY12842" fmla="*/ 3680841 h 5143785"/>
              <a:gd name="connsiteX12843" fmla="*/ 93250 w 3114960"/>
              <a:gd name="connsiteY12843" fmla="*/ 3686937 h 5143785"/>
              <a:gd name="connsiteX12844" fmla="*/ 95 w 3114960"/>
              <a:gd name="connsiteY12844" fmla="*/ 3686937 h 5143785"/>
              <a:gd name="connsiteX12845" fmla="*/ 95 w 3114960"/>
              <a:gd name="connsiteY12845" fmla="*/ 3691700 h 5143785"/>
              <a:gd name="connsiteX12846" fmla="*/ 93155 w 3114960"/>
              <a:gd name="connsiteY12846" fmla="*/ 3691700 h 5143785"/>
              <a:gd name="connsiteX12847" fmla="*/ 97822 w 3114960"/>
              <a:gd name="connsiteY12847" fmla="*/ 3682555 h 5143785"/>
              <a:gd name="connsiteX12848" fmla="*/ 114205 w 3114960"/>
              <a:gd name="connsiteY12848" fmla="*/ 3680079 h 5143785"/>
              <a:gd name="connsiteX12849" fmla="*/ 116681 w 3114960"/>
              <a:gd name="connsiteY12849" fmla="*/ 3696462 h 5143785"/>
              <a:gd name="connsiteX12850" fmla="*/ 109061 w 3114960"/>
              <a:gd name="connsiteY12850" fmla="*/ 3701129 h 5143785"/>
              <a:gd name="connsiteX12851" fmla="*/ 100394 w 3114960"/>
              <a:gd name="connsiteY12851" fmla="*/ 3699034 h 5143785"/>
              <a:gd name="connsiteX12852" fmla="*/ 95726 w 3114960"/>
              <a:gd name="connsiteY12852" fmla="*/ 3691414 h 5143785"/>
              <a:gd name="connsiteX12853" fmla="*/ 95631 w 3114960"/>
              <a:gd name="connsiteY12853" fmla="*/ 3689604 h 5143785"/>
              <a:gd name="connsiteX12854" fmla="*/ 97917 w 3114960"/>
              <a:gd name="connsiteY12854" fmla="*/ 3682746 h 5143785"/>
              <a:gd name="connsiteX12855" fmla="*/ 25622 w 3114960"/>
              <a:gd name="connsiteY12855" fmla="*/ 4950524 h 5143785"/>
              <a:gd name="connsiteX12856" fmla="*/ 95 w 3114960"/>
              <a:gd name="connsiteY12856" fmla="*/ 4950524 h 5143785"/>
              <a:gd name="connsiteX12857" fmla="*/ 95 w 3114960"/>
              <a:gd name="connsiteY12857" fmla="*/ 4945761 h 5143785"/>
              <a:gd name="connsiteX12858" fmla="*/ 24955 w 3114960"/>
              <a:gd name="connsiteY12858" fmla="*/ 4945761 h 5143785"/>
              <a:gd name="connsiteX12859" fmla="*/ 24955 w 3114960"/>
              <a:gd name="connsiteY12859" fmla="*/ 4945476 h 5143785"/>
              <a:gd name="connsiteX12860" fmla="*/ 29051 w 3114960"/>
              <a:gd name="connsiteY12860" fmla="*/ 4939189 h 5143785"/>
              <a:gd name="connsiteX12861" fmla="*/ 34576 w 3114960"/>
              <a:gd name="connsiteY12861" fmla="*/ 4937570 h 5143785"/>
              <a:gd name="connsiteX12862" fmla="*/ 42577 w 3114960"/>
              <a:gd name="connsiteY12862" fmla="*/ 4941665 h 5143785"/>
              <a:gd name="connsiteX12863" fmla="*/ 44196 w 3114960"/>
              <a:gd name="connsiteY12863" fmla="*/ 4948904 h 5143785"/>
              <a:gd name="connsiteX12864" fmla="*/ 40100 w 3114960"/>
              <a:gd name="connsiteY12864" fmla="*/ 4955191 h 5143785"/>
              <a:gd name="connsiteX12865" fmla="*/ 26575 w 3114960"/>
              <a:gd name="connsiteY12865" fmla="*/ 4952809 h 5143785"/>
              <a:gd name="connsiteX12866" fmla="*/ 25527 w 3114960"/>
              <a:gd name="connsiteY12866" fmla="*/ 4950524 h 5143785"/>
              <a:gd name="connsiteX12867" fmla="*/ 370237 w 3114960"/>
              <a:gd name="connsiteY12867" fmla="*/ 4868609 h 5143785"/>
              <a:gd name="connsiteX12868" fmla="*/ 379381 w 3114960"/>
              <a:gd name="connsiteY12868" fmla="*/ 4862989 h 5143785"/>
              <a:gd name="connsiteX12869" fmla="*/ 376333 w 3114960"/>
              <a:gd name="connsiteY12869" fmla="*/ 4842987 h 5143785"/>
              <a:gd name="connsiteX12870" fmla="*/ 367856 w 3114960"/>
              <a:gd name="connsiteY12870" fmla="*/ 4840224 h 5143785"/>
              <a:gd name="connsiteX12871" fmla="*/ 356330 w 3114960"/>
              <a:gd name="connsiteY12871" fmla="*/ 4846035 h 5143785"/>
              <a:gd name="connsiteX12872" fmla="*/ 359378 w 3114960"/>
              <a:gd name="connsiteY12872" fmla="*/ 4866037 h 5143785"/>
              <a:gd name="connsiteX12873" fmla="*/ 365474 w 3114960"/>
              <a:gd name="connsiteY12873" fmla="*/ 4868513 h 5143785"/>
              <a:gd name="connsiteX12874" fmla="*/ 365474 w 3114960"/>
              <a:gd name="connsiteY12874" fmla="*/ 5143595 h 5143785"/>
              <a:gd name="connsiteX12875" fmla="*/ 370237 w 3114960"/>
              <a:gd name="connsiteY12875" fmla="*/ 5143595 h 5143785"/>
              <a:gd name="connsiteX12876" fmla="*/ 370237 w 3114960"/>
              <a:gd name="connsiteY12876" fmla="*/ 4868609 h 5143785"/>
              <a:gd name="connsiteX12877" fmla="*/ 367856 w 3114960"/>
              <a:gd name="connsiteY12877" fmla="*/ 4866132 h 5143785"/>
              <a:gd name="connsiteX12878" fmla="*/ 360998 w 3114960"/>
              <a:gd name="connsiteY12878" fmla="*/ 4863846 h 5143785"/>
              <a:gd name="connsiteX12879" fmla="*/ 358521 w 3114960"/>
              <a:gd name="connsiteY12879" fmla="*/ 4847463 h 5143785"/>
              <a:gd name="connsiteX12880" fmla="*/ 374904 w 3114960"/>
              <a:gd name="connsiteY12880" fmla="*/ 4844987 h 5143785"/>
              <a:gd name="connsiteX12881" fmla="*/ 379571 w 3114960"/>
              <a:gd name="connsiteY12881" fmla="*/ 4852607 h 5143785"/>
              <a:gd name="connsiteX12882" fmla="*/ 377476 w 3114960"/>
              <a:gd name="connsiteY12882" fmla="*/ 4861274 h 5143785"/>
              <a:gd name="connsiteX12883" fmla="*/ 369856 w 3114960"/>
              <a:gd name="connsiteY12883" fmla="*/ 4865942 h 5143785"/>
              <a:gd name="connsiteX12884" fmla="*/ 368046 w 3114960"/>
              <a:gd name="connsiteY12884" fmla="*/ 4866037 h 5143785"/>
              <a:gd name="connsiteX12885" fmla="*/ 2910269 w 3114960"/>
              <a:gd name="connsiteY12885" fmla="*/ 95 h 5143785"/>
              <a:gd name="connsiteX12886" fmla="*/ 2910269 w 3114960"/>
              <a:gd name="connsiteY12886" fmla="*/ 238220 h 5143785"/>
              <a:gd name="connsiteX12887" fmla="*/ 2916746 w 3114960"/>
              <a:gd name="connsiteY12887" fmla="*/ 247269 h 5143785"/>
              <a:gd name="connsiteX12888" fmla="*/ 2907411 w 3114960"/>
              <a:gd name="connsiteY12888" fmla="*/ 257651 h 5143785"/>
              <a:gd name="connsiteX12889" fmla="*/ 2756916 w 3114960"/>
              <a:gd name="connsiteY12889" fmla="*/ 257651 h 5143785"/>
              <a:gd name="connsiteX12890" fmla="*/ 2756916 w 3114960"/>
              <a:gd name="connsiteY12890" fmla="*/ 247841 h 5143785"/>
              <a:gd name="connsiteX12891" fmla="*/ 2753773 w 3114960"/>
              <a:gd name="connsiteY12891" fmla="*/ 244697 h 5143785"/>
              <a:gd name="connsiteX12892" fmla="*/ 2729389 w 3114960"/>
              <a:gd name="connsiteY12892" fmla="*/ 244697 h 5143785"/>
              <a:gd name="connsiteX12893" fmla="*/ 2726246 w 3114960"/>
              <a:gd name="connsiteY12893" fmla="*/ 247841 h 5143785"/>
              <a:gd name="connsiteX12894" fmla="*/ 2726246 w 3114960"/>
              <a:gd name="connsiteY12894" fmla="*/ 257651 h 5143785"/>
              <a:gd name="connsiteX12895" fmla="*/ 2638139 w 3114960"/>
              <a:gd name="connsiteY12895" fmla="*/ 257651 h 5143785"/>
              <a:gd name="connsiteX12896" fmla="*/ 2629662 w 3114960"/>
              <a:gd name="connsiteY12896" fmla="*/ 251079 h 5143785"/>
              <a:gd name="connsiteX12897" fmla="*/ 2620709 w 3114960"/>
              <a:gd name="connsiteY12897" fmla="*/ 260033 h 5143785"/>
              <a:gd name="connsiteX12898" fmla="*/ 2629662 w 3114960"/>
              <a:gd name="connsiteY12898" fmla="*/ 268986 h 5143785"/>
              <a:gd name="connsiteX12899" fmla="*/ 2638139 w 3114960"/>
              <a:gd name="connsiteY12899" fmla="*/ 262414 h 5143785"/>
              <a:gd name="connsiteX12900" fmla="*/ 2726246 w 3114960"/>
              <a:gd name="connsiteY12900" fmla="*/ 262414 h 5143785"/>
              <a:gd name="connsiteX12901" fmla="*/ 2726246 w 3114960"/>
              <a:gd name="connsiteY12901" fmla="*/ 272225 h 5143785"/>
              <a:gd name="connsiteX12902" fmla="*/ 2729389 w 3114960"/>
              <a:gd name="connsiteY12902" fmla="*/ 275368 h 5143785"/>
              <a:gd name="connsiteX12903" fmla="*/ 2753773 w 3114960"/>
              <a:gd name="connsiteY12903" fmla="*/ 275368 h 5143785"/>
              <a:gd name="connsiteX12904" fmla="*/ 2756916 w 3114960"/>
              <a:gd name="connsiteY12904" fmla="*/ 272225 h 5143785"/>
              <a:gd name="connsiteX12905" fmla="*/ 2756916 w 3114960"/>
              <a:gd name="connsiteY12905" fmla="*/ 262414 h 5143785"/>
              <a:gd name="connsiteX12906" fmla="*/ 2909602 w 3114960"/>
              <a:gd name="connsiteY12906" fmla="*/ 262414 h 5143785"/>
              <a:gd name="connsiteX12907" fmla="*/ 2919698 w 3114960"/>
              <a:gd name="connsiteY12907" fmla="*/ 251270 h 5143785"/>
              <a:gd name="connsiteX12908" fmla="*/ 2923032 w 3114960"/>
              <a:gd name="connsiteY12908" fmla="*/ 255842 h 5143785"/>
              <a:gd name="connsiteX12909" fmla="*/ 2966561 w 3114960"/>
              <a:gd name="connsiteY12909" fmla="*/ 255842 h 5143785"/>
              <a:gd name="connsiteX12910" fmla="*/ 2967419 w 3114960"/>
              <a:gd name="connsiteY12910" fmla="*/ 258318 h 5143785"/>
              <a:gd name="connsiteX12911" fmla="*/ 2974753 w 3114960"/>
              <a:gd name="connsiteY12911" fmla="*/ 263938 h 5143785"/>
              <a:gd name="connsiteX12912" fmla="*/ 2977896 w 3114960"/>
              <a:gd name="connsiteY12912" fmla="*/ 264319 h 5143785"/>
              <a:gd name="connsiteX12913" fmla="*/ 2983897 w 3114960"/>
              <a:gd name="connsiteY12913" fmla="*/ 262700 h 5143785"/>
              <a:gd name="connsiteX12914" fmla="*/ 2989517 w 3114960"/>
              <a:gd name="connsiteY12914" fmla="*/ 255365 h 5143785"/>
              <a:gd name="connsiteX12915" fmla="*/ 2989517 w 3114960"/>
              <a:gd name="connsiteY12915" fmla="*/ 254603 h 5143785"/>
              <a:gd name="connsiteX12916" fmla="*/ 3114770 w 3114960"/>
              <a:gd name="connsiteY12916" fmla="*/ 254603 h 5143785"/>
              <a:gd name="connsiteX12917" fmla="*/ 3114770 w 3114960"/>
              <a:gd name="connsiteY12917" fmla="*/ 249936 h 5143785"/>
              <a:gd name="connsiteX12918" fmla="*/ 2989517 w 3114960"/>
              <a:gd name="connsiteY12918" fmla="*/ 249936 h 5143785"/>
              <a:gd name="connsiteX12919" fmla="*/ 2988278 w 3114960"/>
              <a:gd name="connsiteY12919" fmla="*/ 246126 h 5143785"/>
              <a:gd name="connsiteX12920" fmla="*/ 2980944 w 3114960"/>
              <a:gd name="connsiteY12920" fmla="*/ 240506 h 5143785"/>
              <a:gd name="connsiteX12921" fmla="*/ 2971800 w 3114960"/>
              <a:gd name="connsiteY12921" fmla="*/ 241745 h 5143785"/>
              <a:gd name="connsiteX12922" fmla="*/ 2966371 w 3114960"/>
              <a:gd name="connsiteY12922" fmla="*/ 248698 h 5143785"/>
              <a:gd name="connsiteX12923" fmla="*/ 2926747 w 3114960"/>
              <a:gd name="connsiteY12923" fmla="*/ 248698 h 5143785"/>
              <a:gd name="connsiteX12924" fmla="*/ 2924651 w 3114960"/>
              <a:gd name="connsiteY12924" fmla="*/ 245745 h 5143785"/>
              <a:gd name="connsiteX12925" fmla="*/ 2936843 w 3114960"/>
              <a:gd name="connsiteY12925" fmla="*/ 232220 h 5143785"/>
              <a:gd name="connsiteX12926" fmla="*/ 2936843 w 3114960"/>
              <a:gd name="connsiteY12926" fmla="*/ 95 h 5143785"/>
              <a:gd name="connsiteX12927" fmla="*/ 2932081 w 3114960"/>
              <a:gd name="connsiteY12927" fmla="*/ 95 h 5143785"/>
              <a:gd name="connsiteX12928" fmla="*/ 2932081 w 3114960"/>
              <a:gd name="connsiteY12928" fmla="*/ 230410 h 5143785"/>
              <a:gd name="connsiteX12929" fmla="*/ 2921889 w 3114960"/>
              <a:gd name="connsiteY12929" fmla="*/ 241840 h 5143785"/>
              <a:gd name="connsiteX12930" fmla="*/ 2917603 w 3114960"/>
              <a:gd name="connsiteY12930" fmla="*/ 235934 h 5143785"/>
              <a:gd name="connsiteX12931" fmla="*/ 2917603 w 3114960"/>
              <a:gd name="connsiteY12931" fmla="*/ 95 h 5143785"/>
              <a:gd name="connsiteX12932" fmla="*/ 2910459 w 3114960"/>
              <a:gd name="connsiteY12932" fmla="*/ 95 h 5143785"/>
              <a:gd name="connsiteX12933" fmla="*/ 2754630 w 3114960"/>
              <a:gd name="connsiteY12933" fmla="*/ 272225 h 5143785"/>
              <a:gd name="connsiteX12934" fmla="*/ 2753868 w 3114960"/>
              <a:gd name="connsiteY12934" fmla="*/ 272987 h 5143785"/>
              <a:gd name="connsiteX12935" fmla="*/ 2729484 w 3114960"/>
              <a:gd name="connsiteY12935" fmla="*/ 272987 h 5143785"/>
              <a:gd name="connsiteX12936" fmla="*/ 2728722 w 3114960"/>
              <a:gd name="connsiteY12936" fmla="*/ 272225 h 5143785"/>
              <a:gd name="connsiteX12937" fmla="*/ 2728722 w 3114960"/>
              <a:gd name="connsiteY12937" fmla="*/ 247841 h 5143785"/>
              <a:gd name="connsiteX12938" fmla="*/ 2729484 w 3114960"/>
              <a:gd name="connsiteY12938" fmla="*/ 247079 h 5143785"/>
              <a:gd name="connsiteX12939" fmla="*/ 2753868 w 3114960"/>
              <a:gd name="connsiteY12939" fmla="*/ 247079 h 5143785"/>
              <a:gd name="connsiteX12940" fmla="*/ 2754630 w 3114960"/>
              <a:gd name="connsiteY12940" fmla="*/ 247841 h 5143785"/>
              <a:gd name="connsiteX12941" fmla="*/ 2754630 w 3114960"/>
              <a:gd name="connsiteY12941" fmla="*/ 272225 h 5143785"/>
              <a:gd name="connsiteX12942" fmla="*/ 2970752 w 3114960"/>
              <a:gd name="connsiteY12942" fmla="*/ 250412 h 5143785"/>
              <a:gd name="connsiteX12943" fmla="*/ 2974181 w 3114960"/>
              <a:gd name="connsiteY12943" fmla="*/ 245936 h 5143785"/>
              <a:gd name="connsiteX12944" fmla="*/ 2977801 w 3114960"/>
              <a:gd name="connsiteY12944" fmla="*/ 244983 h 5143785"/>
              <a:gd name="connsiteX12945" fmla="*/ 2979706 w 3114960"/>
              <a:gd name="connsiteY12945" fmla="*/ 245269 h 5143785"/>
              <a:gd name="connsiteX12946" fmla="*/ 2984183 w 3114960"/>
              <a:gd name="connsiteY12946" fmla="*/ 248698 h 5143785"/>
              <a:gd name="connsiteX12947" fmla="*/ 2984945 w 3114960"/>
              <a:gd name="connsiteY12947" fmla="*/ 254222 h 5143785"/>
              <a:gd name="connsiteX12948" fmla="*/ 2981516 w 3114960"/>
              <a:gd name="connsiteY12948" fmla="*/ 258699 h 5143785"/>
              <a:gd name="connsiteX12949" fmla="*/ 2975991 w 3114960"/>
              <a:gd name="connsiteY12949" fmla="*/ 259461 h 5143785"/>
              <a:gd name="connsiteX12950" fmla="*/ 2971514 w 3114960"/>
              <a:gd name="connsiteY12950" fmla="*/ 256032 h 5143785"/>
              <a:gd name="connsiteX12951" fmla="*/ 2970752 w 3114960"/>
              <a:gd name="connsiteY12951" fmla="*/ 250508 h 5143785"/>
              <a:gd name="connsiteX12952" fmla="*/ 409289 w 3114960"/>
              <a:gd name="connsiteY12952" fmla="*/ 2239709 h 5143785"/>
              <a:gd name="connsiteX12953" fmla="*/ 405860 w 3114960"/>
              <a:gd name="connsiteY12953" fmla="*/ 2236375 h 5143785"/>
              <a:gd name="connsiteX12954" fmla="*/ 412718 w 3114960"/>
              <a:gd name="connsiteY12954" fmla="*/ 2229326 h 5143785"/>
              <a:gd name="connsiteX12955" fmla="*/ 416147 w 3114960"/>
              <a:gd name="connsiteY12955" fmla="*/ 2232660 h 5143785"/>
              <a:gd name="connsiteX12956" fmla="*/ 409289 w 3114960"/>
              <a:gd name="connsiteY12956" fmla="*/ 2239709 h 5143785"/>
              <a:gd name="connsiteX12957" fmla="*/ 374904 w 3114960"/>
              <a:gd name="connsiteY12957" fmla="*/ 4854512 h 5143785"/>
              <a:gd name="connsiteX12958" fmla="*/ 367856 w 3114960"/>
              <a:gd name="connsiteY12958" fmla="*/ 4861560 h 5143785"/>
              <a:gd name="connsiteX12959" fmla="*/ 360807 w 3114960"/>
              <a:gd name="connsiteY12959" fmla="*/ 4854512 h 5143785"/>
              <a:gd name="connsiteX12960" fmla="*/ 367856 w 3114960"/>
              <a:gd name="connsiteY12960" fmla="*/ 4847463 h 5143785"/>
              <a:gd name="connsiteX12961" fmla="*/ 374904 w 3114960"/>
              <a:gd name="connsiteY12961" fmla="*/ 4854512 h 5143785"/>
              <a:gd name="connsiteX12962" fmla="*/ 436912 w 3114960"/>
              <a:gd name="connsiteY12962" fmla="*/ 4844987 h 5143785"/>
              <a:gd name="connsiteX12963" fmla="*/ 429863 w 3114960"/>
              <a:gd name="connsiteY12963" fmla="*/ 4852035 h 5143785"/>
              <a:gd name="connsiteX12964" fmla="*/ 422815 w 3114960"/>
              <a:gd name="connsiteY12964" fmla="*/ 4844987 h 5143785"/>
              <a:gd name="connsiteX12965" fmla="*/ 429863 w 3114960"/>
              <a:gd name="connsiteY12965" fmla="*/ 4837938 h 5143785"/>
              <a:gd name="connsiteX12966" fmla="*/ 436912 w 3114960"/>
              <a:gd name="connsiteY12966" fmla="*/ 4844987 h 5143785"/>
              <a:gd name="connsiteX12967" fmla="*/ 77724 w 3114960"/>
              <a:gd name="connsiteY12967" fmla="*/ 62675 h 5143785"/>
              <a:gd name="connsiteX12968" fmla="*/ 87630 w 3114960"/>
              <a:gd name="connsiteY12968" fmla="*/ 54674 h 5143785"/>
              <a:gd name="connsiteX12969" fmla="*/ 133731 w 3114960"/>
              <a:gd name="connsiteY12969" fmla="*/ 54674 h 5143785"/>
              <a:gd name="connsiteX12970" fmla="*/ 146685 w 3114960"/>
              <a:gd name="connsiteY12970" fmla="*/ 46673 h 5143785"/>
              <a:gd name="connsiteX12971" fmla="*/ 170688 w 3114960"/>
              <a:gd name="connsiteY12971" fmla="*/ 46673 h 5143785"/>
              <a:gd name="connsiteX12972" fmla="*/ 180594 w 3114960"/>
              <a:gd name="connsiteY12972" fmla="*/ 54674 h 5143785"/>
              <a:gd name="connsiteX12973" fmla="*/ 190976 w 3114960"/>
              <a:gd name="connsiteY12973" fmla="*/ 44291 h 5143785"/>
              <a:gd name="connsiteX12974" fmla="*/ 180594 w 3114960"/>
              <a:gd name="connsiteY12974" fmla="*/ 33909 h 5143785"/>
              <a:gd name="connsiteX12975" fmla="*/ 170688 w 3114960"/>
              <a:gd name="connsiteY12975" fmla="*/ 41910 h 5143785"/>
              <a:gd name="connsiteX12976" fmla="*/ 145352 w 3114960"/>
              <a:gd name="connsiteY12976" fmla="*/ 41910 h 5143785"/>
              <a:gd name="connsiteX12977" fmla="*/ 132398 w 3114960"/>
              <a:gd name="connsiteY12977" fmla="*/ 49911 h 5143785"/>
              <a:gd name="connsiteX12978" fmla="*/ 87630 w 3114960"/>
              <a:gd name="connsiteY12978" fmla="*/ 49911 h 5143785"/>
              <a:gd name="connsiteX12979" fmla="*/ 77724 w 3114960"/>
              <a:gd name="connsiteY12979" fmla="*/ 41910 h 5143785"/>
              <a:gd name="connsiteX12980" fmla="*/ 67342 w 3114960"/>
              <a:gd name="connsiteY12980" fmla="*/ 52292 h 5143785"/>
              <a:gd name="connsiteX12981" fmla="*/ 77724 w 3114960"/>
              <a:gd name="connsiteY12981" fmla="*/ 62675 h 5143785"/>
              <a:gd name="connsiteX12982" fmla="*/ 180594 w 3114960"/>
              <a:gd name="connsiteY12982" fmla="*/ 38576 h 5143785"/>
              <a:gd name="connsiteX12983" fmla="*/ 186214 w 3114960"/>
              <a:gd name="connsiteY12983" fmla="*/ 44196 h 5143785"/>
              <a:gd name="connsiteX12984" fmla="*/ 180594 w 3114960"/>
              <a:gd name="connsiteY12984" fmla="*/ 49816 h 5143785"/>
              <a:gd name="connsiteX12985" fmla="*/ 174974 w 3114960"/>
              <a:gd name="connsiteY12985" fmla="*/ 44196 h 5143785"/>
              <a:gd name="connsiteX12986" fmla="*/ 180594 w 3114960"/>
              <a:gd name="connsiteY12986" fmla="*/ 38576 h 5143785"/>
              <a:gd name="connsiteX12987" fmla="*/ 77724 w 3114960"/>
              <a:gd name="connsiteY12987" fmla="*/ 46673 h 5143785"/>
              <a:gd name="connsiteX12988" fmla="*/ 83344 w 3114960"/>
              <a:gd name="connsiteY12988" fmla="*/ 52292 h 5143785"/>
              <a:gd name="connsiteX12989" fmla="*/ 77724 w 3114960"/>
              <a:gd name="connsiteY12989" fmla="*/ 57912 h 5143785"/>
              <a:gd name="connsiteX12990" fmla="*/ 72104 w 3114960"/>
              <a:gd name="connsiteY12990" fmla="*/ 52292 h 5143785"/>
              <a:gd name="connsiteX12991" fmla="*/ 77724 w 3114960"/>
              <a:gd name="connsiteY12991" fmla="*/ 46673 h 5143785"/>
              <a:gd name="connsiteX12992" fmla="*/ 457390 w 3114960"/>
              <a:gd name="connsiteY12992" fmla="*/ 2190369 h 5143785"/>
              <a:gd name="connsiteX12993" fmla="*/ 450533 w 3114960"/>
              <a:gd name="connsiteY12993" fmla="*/ 2197418 h 5143785"/>
              <a:gd name="connsiteX12994" fmla="*/ 447104 w 3114960"/>
              <a:gd name="connsiteY12994" fmla="*/ 2194084 h 5143785"/>
              <a:gd name="connsiteX12995" fmla="*/ 453962 w 3114960"/>
              <a:gd name="connsiteY12995" fmla="*/ 2187035 h 5143785"/>
              <a:gd name="connsiteX12996" fmla="*/ 457390 w 3114960"/>
              <a:gd name="connsiteY12996" fmla="*/ 2190369 h 5143785"/>
              <a:gd name="connsiteX12997" fmla="*/ 3108198 w 3114960"/>
              <a:gd name="connsiteY12997" fmla="*/ 4923854 h 5143785"/>
              <a:gd name="connsiteX12998" fmla="*/ 3114770 w 3114960"/>
              <a:gd name="connsiteY12998" fmla="*/ 4923854 h 5143785"/>
              <a:gd name="connsiteX12999" fmla="*/ 3114770 w 3114960"/>
              <a:gd name="connsiteY12999" fmla="*/ 4919091 h 5143785"/>
              <a:gd name="connsiteX13000" fmla="*/ 3110008 w 3114960"/>
              <a:gd name="connsiteY13000" fmla="*/ 4919091 h 5143785"/>
              <a:gd name="connsiteX13001" fmla="*/ 3096101 w 3114960"/>
              <a:gd name="connsiteY13001" fmla="*/ 4906804 h 5143785"/>
              <a:gd name="connsiteX13002" fmla="*/ 3096101 w 3114960"/>
              <a:gd name="connsiteY13002" fmla="*/ 4812887 h 5143785"/>
              <a:gd name="connsiteX13003" fmla="*/ 3104102 w 3114960"/>
              <a:gd name="connsiteY13003" fmla="*/ 4802981 h 5143785"/>
              <a:gd name="connsiteX13004" fmla="*/ 3093720 w 3114960"/>
              <a:gd name="connsiteY13004" fmla="*/ 4792599 h 5143785"/>
              <a:gd name="connsiteX13005" fmla="*/ 3083338 w 3114960"/>
              <a:gd name="connsiteY13005" fmla="*/ 4802981 h 5143785"/>
              <a:gd name="connsiteX13006" fmla="*/ 3091339 w 3114960"/>
              <a:gd name="connsiteY13006" fmla="*/ 4812887 h 5143785"/>
              <a:gd name="connsiteX13007" fmla="*/ 3091339 w 3114960"/>
              <a:gd name="connsiteY13007" fmla="*/ 4908899 h 5143785"/>
              <a:gd name="connsiteX13008" fmla="*/ 3108198 w 3114960"/>
              <a:gd name="connsiteY13008" fmla="*/ 4923758 h 5143785"/>
              <a:gd name="connsiteX13009" fmla="*/ 3088005 w 3114960"/>
              <a:gd name="connsiteY13009" fmla="*/ 4803077 h 5143785"/>
              <a:gd name="connsiteX13010" fmla="*/ 3093625 w 3114960"/>
              <a:gd name="connsiteY13010" fmla="*/ 4797457 h 5143785"/>
              <a:gd name="connsiteX13011" fmla="*/ 3099245 w 3114960"/>
              <a:gd name="connsiteY13011" fmla="*/ 4803077 h 5143785"/>
              <a:gd name="connsiteX13012" fmla="*/ 3093625 w 3114960"/>
              <a:gd name="connsiteY13012" fmla="*/ 4808696 h 5143785"/>
              <a:gd name="connsiteX13013" fmla="*/ 3088005 w 3114960"/>
              <a:gd name="connsiteY13013" fmla="*/ 4803077 h 5143785"/>
              <a:gd name="connsiteX13014" fmla="*/ 615791 w 3114960"/>
              <a:gd name="connsiteY13014" fmla="*/ 1963103 h 5143785"/>
              <a:gd name="connsiteX13015" fmla="*/ 602361 w 3114960"/>
              <a:gd name="connsiteY13015" fmla="*/ 1976533 h 5143785"/>
              <a:gd name="connsiteX13016" fmla="*/ 612267 w 3114960"/>
              <a:gd name="connsiteY13016" fmla="*/ 1989487 h 5143785"/>
              <a:gd name="connsiteX13017" fmla="*/ 612267 w 3114960"/>
              <a:gd name="connsiteY13017" fmla="*/ 1992440 h 5143785"/>
              <a:gd name="connsiteX13018" fmla="*/ 619411 w 3114960"/>
              <a:gd name="connsiteY13018" fmla="*/ 1992440 h 5143785"/>
              <a:gd name="connsiteX13019" fmla="*/ 619411 w 3114960"/>
              <a:gd name="connsiteY13019" fmla="*/ 1989487 h 5143785"/>
              <a:gd name="connsiteX13020" fmla="*/ 629317 w 3114960"/>
              <a:gd name="connsiteY13020" fmla="*/ 1976533 h 5143785"/>
              <a:gd name="connsiteX13021" fmla="*/ 615887 w 3114960"/>
              <a:gd name="connsiteY13021" fmla="*/ 1963103 h 5143785"/>
              <a:gd name="connsiteX13022" fmla="*/ 615791 w 3114960"/>
              <a:gd name="connsiteY13022" fmla="*/ 1985296 h 5143785"/>
              <a:gd name="connsiteX13023" fmla="*/ 607124 w 3114960"/>
              <a:gd name="connsiteY13023" fmla="*/ 1976628 h 5143785"/>
              <a:gd name="connsiteX13024" fmla="*/ 615791 w 3114960"/>
              <a:gd name="connsiteY13024" fmla="*/ 1967960 h 5143785"/>
              <a:gd name="connsiteX13025" fmla="*/ 624459 w 3114960"/>
              <a:gd name="connsiteY13025" fmla="*/ 1976628 h 5143785"/>
              <a:gd name="connsiteX13026" fmla="*/ 615791 w 3114960"/>
              <a:gd name="connsiteY13026" fmla="*/ 1985296 h 5143785"/>
              <a:gd name="connsiteX13027" fmla="*/ 603504 w 3114960"/>
              <a:gd name="connsiteY13027" fmla="*/ 2207038 h 5143785"/>
              <a:gd name="connsiteX13028" fmla="*/ 609695 w 3114960"/>
              <a:gd name="connsiteY13028" fmla="*/ 2200656 h 5143785"/>
              <a:gd name="connsiteX13029" fmla="*/ 613124 w 3114960"/>
              <a:gd name="connsiteY13029" fmla="*/ 2203990 h 5143785"/>
              <a:gd name="connsiteX13030" fmla="*/ 606933 w 3114960"/>
              <a:gd name="connsiteY13030" fmla="*/ 2210372 h 5143785"/>
              <a:gd name="connsiteX13031" fmla="*/ 603504 w 3114960"/>
              <a:gd name="connsiteY13031" fmla="*/ 2207038 h 5143785"/>
              <a:gd name="connsiteX13032" fmla="*/ 50673 w 3114960"/>
              <a:gd name="connsiteY13032" fmla="*/ 100965 h 5143785"/>
              <a:gd name="connsiteX13033" fmla="*/ 49054 w 3114960"/>
              <a:gd name="connsiteY13033" fmla="*/ 101632 h 5143785"/>
              <a:gd name="connsiteX13034" fmla="*/ 27623 w 3114960"/>
              <a:gd name="connsiteY13034" fmla="*/ 121730 h 5143785"/>
              <a:gd name="connsiteX13035" fmla="*/ 26861 w 3114960"/>
              <a:gd name="connsiteY13035" fmla="*/ 123444 h 5143785"/>
              <a:gd name="connsiteX13036" fmla="*/ 26861 w 3114960"/>
              <a:gd name="connsiteY13036" fmla="*/ 145923 h 5143785"/>
              <a:gd name="connsiteX13037" fmla="*/ 21336 w 3114960"/>
              <a:gd name="connsiteY13037" fmla="*/ 145923 h 5143785"/>
              <a:gd name="connsiteX13038" fmla="*/ 14097 w 3114960"/>
              <a:gd name="connsiteY13038" fmla="*/ 153162 h 5143785"/>
              <a:gd name="connsiteX13039" fmla="*/ 14097 w 3114960"/>
              <a:gd name="connsiteY13039" fmla="*/ 168974 h 5143785"/>
              <a:gd name="connsiteX13040" fmla="*/ 21336 w 3114960"/>
              <a:gd name="connsiteY13040" fmla="*/ 176213 h 5143785"/>
              <a:gd name="connsiteX13041" fmla="*/ 26861 w 3114960"/>
              <a:gd name="connsiteY13041" fmla="*/ 176213 h 5143785"/>
              <a:gd name="connsiteX13042" fmla="*/ 26861 w 3114960"/>
              <a:gd name="connsiteY13042" fmla="*/ 196596 h 5143785"/>
              <a:gd name="connsiteX13043" fmla="*/ 27623 w 3114960"/>
              <a:gd name="connsiteY13043" fmla="*/ 198311 h 5143785"/>
              <a:gd name="connsiteX13044" fmla="*/ 49054 w 3114960"/>
              <a:gd name="connsiteY13044" fmla="*/ 218408 h 5143785"/>
              <a:gd name="connsiteX13045" fmla="*/ 50673 w 3114960"/>
              <a:gd name="connsiteY13045" fmla="*/ 219075 h 5143785"/>
              <a:gd name="connsiteX13046" fmla="*/ 80677 w 3114960"/>
              <a:gd name="connsiteY13046" fmla="*/ 219075 h 5143785"/>
              <a:gd name="connsiteX13047" fmla="*/ 90583 w 3114960"/>
              <a:gd name="connsiteY13047" fmla="*/ 227076 h 5143785"/>
              <a:gd name="connsiteX13048" fmla="*/ 100965 w 3114960"/>
              <a:gd name="connsiteY13048" fmla="*/ 216694 h 5143785"/>
              <a:gd name="connsiteX13049" fmla="*/ 90583 w 3114960"/>
              <a:gd name="connsiteY13049" fmla="*/ 206312 h 5143785"/>
              <a:gd name="connsiteX13050" fmla="*/ 80677 w 3114960"/>
              <a:gd name="connsiteY13050" fmla="*/ 214313 h 5143785"/>
              <a:gd name="connsiteX13051" fmla="*/ 51626 w 3114960"/>
              <a:gd name="connsiteY13051" fmla="*/ 214313 h 5143785"/>
              <a:gd name="connsiteX13052" fmla="*/ 31623 w 3114960"/>
              <a:gd name="connsiteY13052" fmla="*/ 195548 h 5143785"/>
              <a:gd name="connsiteX13053" fmla="*/ 31623 w 3114960"/>
              <a:gd name="connsiteY13053" fmla="*/ 176213 h 5143785"/>
              <a:gd name="connsiteX13054" fmla="*/ 37148 w 3114960"/>
              <a:gd name="connsiteY13054" fmla="*/ 176213 h 5143785"/>
              <a:gd name="connsiteX13055" fmla="*/ 44387 w 3114960"/>
              <a:gd name="connsiteY13055" fmla="*/ 168974 h 5143785"/>
              <a:gd name="connsiteX13056" fmla="*/ 44387 w 3114960"/>
              <a:gd name="connsiteY13056" fmla="*/ 153162 h 5143785"/>
              <a:gd name="connsiteX13057" fmla="*/ 37148 w 3114960"/>
              <a:gd name="connsiteY13057" fmla="*/ 145923 h 5143785"/>
              <a:gd name="connsiteX13058" fmla="*/ 31623 w 3114960"/>
              <a:gd name="connsiteY13058" fmla="*/ 145923 h 5143785"/>
              <a:gd name="connsiteX13059" fmla="*/ 31623 w 3114960"/>
              <a:gd name="connsiteY13059" fmla="*/ 124492 h 5143785"/>
              <a:gd name="connsiteX13060" fmla="*/ 51626 w 3114960"/>
              <a:gd name="connsiteY13060" fmla="*/ 105728 h 5143785"/>
              <a:gd name="connsiteX13061" fmla="*/ 80677 w 3114960"/>
              <a:gd name="connsiteY13061" fmla="*/ 105728 h 5143785"/>
              <a:gd name="connsiteX13062" fmla="*/ 90583 w 3114960"/>
              <a:gd name="connsiteY13062" fmla="*/ 113919 h 5143785"/>
              <a:gd name="connsiteX13063" fmla="*/ 100965 w 3114960"/>
              <a:gd name="connsiteY13063" fmla="*/ 103537 h 5143785"/>
              <a:gd name="connsiteX13064" fmla="*/ 90583 w 3114960"/>
              <a:gd name="connsiteY13064" fmla="*/ 93155 h 5143785"/>
              <a:gd name="connsiteX13065" fmla="*/ 80677 w 3114960"/>
              <a:gd name="connsiteY13065" fmla="*/ 101156 h 5143785"/>
              <a:gd name="connsiteX13066" fmla="*/ 50673 w 3114960"/>
              <a:gd name="connsiteY13066" fmla="*/ 101156 h 5143785"/>
              <a:gd name="connsiteX13067" fmla="*/ 50673 w 3114960"/>
              <a:gd name="connsiteY13067" fmla="*/ 101060 h 5143785"/>
              <a:gd name="connsiteX13068" fmla="*/ 90583 w 3114960"/>
              <a:gd name="connsiteY13068" fmla="*/ 210979 h 5143785"/>
              <a:gd name="connsiteX13069" fmla="*/ 96203 w 3114960"/>
              <a:gd name="connsiteY13069" fmla="*/ 216599 h 5143785"/>
              <a:gd name="connsiteX13070" fmla="*/ 90583 w 3114960"/>
              <a:gd name="connsiteY13070" fmla="*/ 222218 h 5143785"/>
              <a:gd name="connsiteX13071" fmla="*/ 84963 w 3114960"/>
              <a:gd name="connsiteY13071" fmla="*/ 216599 h 5143785"/>
              <a:gd name="connsiteX13072" fmla="*/ 90583 w 3114960"/>
              <a:gd name="connsiteY13072" fmla="*/ 210979 h 5143785"/>
              <a:gd name="connsiteX13073" fmla="*/ 37148 w 3114960"/>
              <a:gd name="connsiteY13073" fmla="*/ 149828 h 5143785"/>
              <a:gd name="connsiteX13074" fmla="*/ 40481 w 3114960"/>
              <a:gd name="connsiteY13074" fmla="*/ 153067 h 5143785"/>
              <a:gd name="connsiteX13075" fmla="*/ 40481 w 3114960"/>
              <a:gd name="connsiteY13075" fmla="*/ 168878 h 5143785"/>
              <a:gd name="connsiteX13076" fmla="*/ 37148 w 3114960"/>
              <a:gd name="connsiteY13076" fmla="*/ 172117 h 5143785"/>
              <a:gd name="connsiteX13077" fmla="*/ 21336 w 3114960"/>
              <a:gd name="connsiteY13077" fmla="*/ 172117 h 5143785"/>
              <a:gd name="connsiteX13078" fmla="*/ 18098 w 3114960"/>
              <a:gd name="connsiteY13078" fmla="*/ 168878 h 5143785"/>
              <a:gd name="connsiteX13079" fmla="*/ 18098 w 3114960"/>
              <a:gd name="connsiteY13079" fmla="*/ 153067 h 5143785"/>
              <a:gd name="connsiteX13080" fmla="*/ 21336 w 3114960"/>
              <a:gd name="connsiteY13080" fmla="*/ 149828 h 5143785"/>
              <a:gd name="connsiteX13081" fmla="*/ 37148 w 3114960"/>
              <a:gd name="connsiteY13081" fmla="*/ 149828 h 5143785"/>
              <a:gd name="connsiteX13082" fmla="*/ 90583 w 3114960"/>
              <a:gd name="connsiteY13082" fmla="*/ 97822 h 5143785"/>
              <a:gd name="connsiteX13083" fmla="*/ 96203 w 3114960"/>
              <a:gd name="connsiteY13083" fmla="*/ 103442 h 5143785"/>
              <a:gd name="connsiteX13084" fmla="*/ 90583 w 3114960"/>
              <a:gd name="connsiteY13084" fmla="*/ 109061 h 5143785"/>
              <a:gd name="connsiteX13085" fmla="*/ 84963 w 3114960"/>
              <a:gd name="connsiteY13085" fmla="*/ 103442 h 5143785"/>
              <a:gd name="connsiteX13086" fmla="*/ 90583 w 3114960"/>
              <a:gd name="connsiteY13086" fmla="*/ 97822 h 5143785"/>
              <a:gd name="connsiteX13087" fmla="*/ 2879693 w 3114960"/>
              <a:gd name="connsiteY13087" fmla="*/ 4583335 h 5143785"/>
              <a:gd name="connsiteX13088" fmla="*/ 2879693 w 3114960"/>
              <a:gd name="connsiteY13088" fmla="*/ 4596384 h 5143785"/>
              <a:gd name="connsiteX13089" fmla="*/ 2883313 w 3114960"/>
              <a:gd name="connsiteY13089" fmla="*/ 4600004 h 5143785"/>
              <a:gd name="connsiteX13090" fmla="*/ 2912840 w 3114960"/>
              <a:gd name="connsiteY13090" fmla="*/ 4600004 h 5143785"/>
              <a:gd name="connsiteX13091" fmla="*/ 2916460 w 3114960"/>
              <a:gd name="connsiteY13091" fmla="*/ 4596384 h 5143785"/>
              <a:gd name="connsiteX13092" fmla="*/ 2916460 w 3114960"/>
              <a:gd name="connsiteY13092" fmla="*/ 4583335 h 5143785"/>
              <a:gd name="connsiteX13093" fmla="*/ 2912840 w 3114960"/>
              <a:gd name="connsiteY13093" fmla="*/ 4579715 h 5143785"/>
              <a:gd name="connsiteX13094" fmla="*/ 2912459 w 3114960"/>
              <a:gd name="connsiteY13094" fmla="*/ 4579715 h 5143785"/>
              <a:gd name="connsiteX13095" fmla="*/ 2898553 w 3114960"/>
              <a:gd name="connsiteY13095" fmla="*/ 4575429 h 5143785"/>
              <a:gd name="connsiteX13096" fmla="*/ 2894934 w 3114960"/>
              <a:gd name="connsiteY13096" fmla="*/ 4575048 h 5143785"/>
              <a:gd name="connsiteX13097" fmla="*/ 2898553 w 3114960"/>
              <a:gd name="connsiteY13097" fmla="*/ 4574572 h 5143785"/>
              <a:gd name="connsiteX13098" fmla="*/ 2912840 w 3114960"/>
              <a:gd name="connsiteY13098" fmla="*/ 4569429 h 5143785"/>
              <a:gd name="connsiteX13099" fmla="*/ 2898553 w 3114960"/>
              <a:gd name="connsiteY13099" fmla="*/ 4564285 h 5143785"/>
              <a:gd name="connsiteX13100" fmla="*/ 2894934 w 3114960"/>
              <a:gd name="connsiteY13100" fmla="*/ 4563904 h 5143785"/>
              <a:gd name="connsiteX13101" fmla="*/ 2898553 w 3114960"/>
              <a:gd name="connsiteY13101" fmla="*/ 4563428 h 5143785"/>
              <a:gd name="connsiteX13102" fmla="*/ 2912840 w 3114960"/>
              <a:gd name="connsiteY13102" fmla="*/ 4558284 h 5143785"/>
              <a:gd name="connsiteX13103" fmla="*/ 2898553 w 3114960"/>
              <a:gd name="connsiteY13103" fmla="*/ 4553141 h 5143785"/>
              <a:gd name="connsiteX13104" fmla="*/ 2894934 w 3114960"/>
              <a:gd name="connsiteY13104" fmla="*/ 4552760 h 5143785"/>
              <a:gd name="connsiteX13105" fmla="*/ 2898553 w 3114960"/>
              <a:gd name="connsiteY13105" fmla="*/ 4552379 h 5143785"/>
              <a:gd name="connsiteX13106" fmla="*/ 2912840 w 3114960"/>
              <a:gd name="connsiteY13106" fmla="*/ 4547235 h 5143785"/>
              <a:gd name="connsiteX13107" fmla="*/ 2898553 w 3114960"/>
              <a:gd name="connsiteY13107" fmla="*/ 4542092 h 5143785"/>
              <a:gd name="connsiteX13108" fmla="*/ 2894934 w 3114960"/>
              <a:gd name="connsiteY13108" fmla="*/ 4541711 h 5143785"/>
              <a:gd name="connsiteX13109" fmla="*/ 2898553 w 3114960"/>
              <a:gd name="connsiteY13109" fmla="*/ 4541235 h 5143785"/>
              <a:gd name="connsiteX13110" fmla="*/ 2912840 w 3114960"/>
              <a:gd name="connsiteY13110" fmla="*/ 4536091 h 5143785"/>
              <a:gd name="connsiteX13111" fmla="*/ 2898553 w 3114960"/>
              <a:gd name="connsiteY13111" fmla="*/ 4530947 h 5143785"/>
              <a:gd name="connsiteX13112" fmla="*/ 2894934 w 3114960"/>
              <a:gd name="connsiteY13112" fmla="*/ 4530567 h 5143785"/>
              <a:gd name="connsiteX13113" fmla="*/ 2898553 w 3114960"/>
              <a:gd name="connsiteY13113" fmla="*/ 4530090 h 5143785"/>
              <a:gd name="connsiteX13114" fmla="*/ 2912840 w 3114960"/>
              <a:gd name="connsiteY13114" fmla="*/ 4524947 h 5143785"/>
              <a:gd name="connsiteX13115" fmla="*/ 2898553 w 3114960"/>
              <a:gd name="connsiteY13115" fmla="*/ 4519803 h 5143785"/>
              <a:gd name="connsiteX13116" fmla="*/ 2894934 w 3114960"/>
              <a:gd name="connsiteY13116" fmla="*/ 4519422 h 5143785"/>
              <a:gd name="connsiteX13117" fmla="*/ 2898553 w 3114960"/>
              <a:gd name="connsiteY13117" fmla="*/ 4519041 h 5143785"/>
              <a:gd name="connsiteX13118" fmla="*/ 2912840 w 3114960"/>
              <a:gd name="connsiteY13118" fmla="*/ 4513898 h 5143785"/>
              <a:gd name="connsiteX13119" fmla="*/ 2898553 w 3114960"/>
              <a:gd name="connsiteY13119" fmla="*/ 4508754 h 5143785"/>
              <a:gd name="connsiteX13120" fmla="*/ 2895029 w 3114960"/>
              <a:gd name="connsiteY13120" fmla="*/ 4508373 h 5143785"/>
              <a:gd name="connsiteX13121" fmla="*/ 2898553 w 3114960"/>
              <a:gd name="connsiteY13121" fmla="*/ 4507992 h 5143785"/>
              <a:gd name="connsiteX13122" fmla="*/ 2912840 w 3114960"/>
              <a:gd name="connsiteY13122" fmla="*/ 4502849 h 5143785"/>
              <a:gd name="connsiteX13123" fmla="*/ 2898553 w 3114960"/>
              <a:gd name="connsiteY13123" fmla="*/ 4497705 h 5143785"/>
              <a:gd name="connsiteX13124" fmla="*/ 2895029 w 3114960"/>
              <a:gd name="connsiteY13124" fmla="*/ 4497324 h 5143785"/>
              <a:gd name="connsiteX13125" fmla="*/ 2898553 w 3114960"/>
              <a:gd name="connsiteY13125" fmla="*/ 4496943 h 5143785"/>
              <a:gd name="connsiteX13126" fmla="*/ 2912840 w 3114960"/>
              <a:gd name="connsiteY13126" fmla="*/ 4491800 h 5143785"/>
              <a:gd name="connsiteX13127" fmla="*/ 2898553 w 3114960"/>
              <a:gd name="connsiteY13127" fmla="*/ 4486656 h 5143785"/>
              <a:gd name="connsiteX13128" fmla="*/ 2894838 w 3114960"/>
              <a:gd name="connsiteY13128" fmla="*/ 4486180 h 5143785"/>
              <a:gd name="connsiteX13129" fmla="*/ 2898553 w 3114960"/>
              <a:gd name="connsiteY13129" fmla="*/ 4485704 h 5143785"/>
              <a:gd name="connsiteX13130" fmla="*/ 2912840 w 3114960"/>
              <a:gd name="connsiteY13130" fmla="*/ 4480560 h 5143785"/>
              <a:gd name="connsiteX13131" fmla="*/ 2898553 w 3114960"/>
              <a:gd name="connsiteY13131" fmla="*/ 4475417 h 5143785"/>
              <a:gd name="connsiteX13132" fmla="*/ 2894934 w 3114960"/>
              <a:gd name="connsiteY13132" fmla="*/ 4475036 h 5143785"/>
              <a:gd name="connsiteX13133" fmla="*/ 2898553 w 3114960"/>
              <a:gd name="connsiteY13133" fmla="*/ 4474560 h 5143785"/>
              <a:gd name="connsiteX13134" fmla="*/ 2912840 w 3114960"/>
              <a:gd name="connsiteY13134" fmla="*/ 4469416 h 5143785"/>
              <a:gd name="connsiteX13135" fmla="*/ 2898553 w 3114960"/>
              <a:gd name="connsiteY13135" fmla="*/ 4464272 h 5143785"/>
              <a:gd name="connsiteX13136" fmla="*/ 2894838 w 3114960"/>
              <a:gd name="connsiteY13136" fmla="*/ 4463796 h 5143785"/>
              <a:gd name="connsiteX13137" fmla="*/ 2898553 w 3114960"/>
              <a:gd name="connsiteY13137" fmla="*/ 4463320 h 5143785"/>
              <a:gd name="connsiteX13138" fmla="*/ 2912840 w 3114960"/>
              <a:gd name="connsiteY13138" fmla="*/ 4458081 h 5143785"/>
              <a:gd name="connsiteX13139" fmla="*/ 2898553 w 3114960"/>
              <a:gd name="connsiteY13139" fmla="*/ 4452938 h 5143785"/>
              <a:gd name="connsiteX13140" fmla="*/ 2894838 w 3114960"/>
              <a:gd name="connsiteY13140" fmla="*/ 4452557 h 5143785"/>
              <a:gd name="connsiteX13141" fmla="*/ 2898553 w 3114960"/>
              <a:gd name="connsiteY13141" fmla="*/ 4452080 h 5143785"/>
              <a:gd name="connsiteX13142" fmla="*/ 2912840 w 3114960"/>
              <a:gd name="connsiteY13142" fmla="*/ 4446842 h 5143785"/>
              <a:gd name="connsiteX13143" fmla="*/ 2898553 w 3114960"/>
              <a:gd name="connsiteY13143" fmla="*/ 4441698 h 5143785"/>
              <a:gd name="connsiteX13144" fmla="*/ 2894838 w 3114960"/>
              <a:gd name="connsiteY13144" fmla="*/ 4441222 h 5143785"/>
              <a:gd name="connsiteX13145" fmla="*/ 2898553 w 3114960"/>
              <a:gd name="connsiteY13145" fmla="*/ 4440746 h 5143785"/>
              <a:gd name="connsiteX13146" fmla="*/ 2912840 w 3114960"/>
              <a:gd name="connsiteY13146" fmla="*/ 4435602 h 5143785"/>
              <a:gd name="connsiteX13147" fmla="*/ 2898553 w 3114960"/>
              <a:gd name="connsiteY13147" fmla="*/ 4430459 h 5143785"/>
              <a:gd name="connsiteX13148" fmla="*/ 2894838 w 3114960"/>
              <a:gd name="connsiteY13148" fmla="*/ 4429982 h 5143785"/>
              <a:gd name="connsiteX13149" fmla="*/ 2898553 w 3114960"/>
              <a:gd name="connsiteY13149" fmla="*/ 4429506 h 5143785"/>
              <a:gd name="connsiteX13150" fmla="*/ 2912840 w 3114960"/>
              <a:gd name="connsiteY13150" fmla="*/ 4424268 h 5143785"/>
              <a:gd name="connsiteX13151" fmla="*/ 2898553 w 3114960"/>
              <a:gd name="connsiteY13151" fmla="*/ 4419124 h 5143785"/>
              <a:gd name="connsiteX13152" fmla="*/ 2894743 w 3114960"/>
              <a:gd name="connsiteY13152" fmla="*/ 4418648 h 5143785"/>
              <a:gd name="connsiteX13153" fmla="*/ 2898553 w 3114960"/>
              <a:gd name="connsiteY13153" fmla="*/ 4418171 h 5143785"/>
              <a:gd name="connsiteX13154" fmla="*/ 2912840 w 3114960"/>
              <a:gd name="connsiteY13154" fmla="*/ 4412933 h 5143785"/>
              <a:gd name="connsiteX13155" fmla="*/ 2898553 w 3114960"/>
              <a:gd name="connsiteY13155" fmla="*/ 4407789 h 5143785"/>
              <a:gd name="connsiteX13156" fmla="*/ 2894648 w 3114960"/>
              <a:gd name="connsiteY13156" fmla="*/ 4407313 h 5143785"/>
              <a:gd name="connsiteX13157" fmla="*/ 2896172 w 3114960"/>
              <a:gd name="connsiteY13157" fmla="*/ 4407122 h 5143785"/>
              <a:gd name="connsiteX13158" fmla="*/ 2898934 w 3114960"/>
              <a:gd name="connsiteY13158" fmla="*/ 4407408 h 5143785"/>
              <a:gd name="connsiteX13159" fmla="*/ 2915888 w 3114960"/>
              <a:gd name="connsiteY13159" fmla="*/ 4390454 h 5143785"/>
              <a:gd name="connsiteX13160" fmla="*/ 2898934 w 3114960"/>
              <a:gd name="connsiteY13160" fmla="*/ 4373499 h 5143785"/>
              <a:gd name="connsiteX13161" fmla="*/ 2881979 w 3114960"/>
              <a:gd name="connsiteY13161" fmla="*/ 4390454 h 5143785"/>
              <a:gd name="connsiteX13162" fmla="*/ 2888361 w 3114960"/>
              <a:gd name="connsiteY13162" fmla="*/ 4403598 h 5143785"/>
              <a:gd name="connsiteX13163" fmla="*/ 2883694 w 3114960"/>
              <a:gd name="connsiteY13163" fmla="*/ 4407313 h 5143785"/>
              <a:gd name="connsiteX13164" fmla="*/ 2897981 w 3114960"/>
              <a:gd name="connsiteY13164" fmla="*/ 4412456 h 5143785"/>
              <a:gd name="connsiteX13165" fmla="*/ 2901792 w 3114960"/>
              <a:gd name="connsiteY13165" fmla="*/ 4412933 h 5143785"/>
              <a:gd name="connsiteX13166" fmla="*/ 2897886 w 3114960"/>
              <a:gd name="connsiteY13166" fmla="*/ 4413409 h 5143785"/>
              <a:gd name="connsiteX13167" fmla="*/ 2883599 w 3114960"/>
              <a:gd name="connsiteY13167" fmla="*/ 4418648 h 5143785"/>
              <a:gd name="connsiteX13168" fmla="*/ 2897886 w 3114960"/>
              <a:gd name="connsiteY13168" fmla="*/ 4423791 h 5143785"/>
              <a:gd name="connsiteX13169" fmla="*/ 2901601 w 3114960"/>
              <a:gd name="connsiteY13169" fmla="*/ 4424268 h 5143785"/>
              <a:gd name="connsiteX13170" fmla="*/ 2897886 w 3114960"/>
              <a:gd name="connsiteY13170" fmla="*/ 4424744 h 5143785"/>
              <a:gd name="connsiteX13171" fmla="*/ 2883599 w 3114960"/>
              <a:gd name="connsiteY13171" fmla="*/ 4429982 h 5143785"/>
              <a:gd name="connsiteX13172" fmla="*/ 2897886 w 3114960"/>
              <a:gd name="connsiteY13172" fmla="*/ 4435126 h 5143785"/>
              <a:gd name="connsiteX13173" fmla="*/ 2901601 w 3114960"/>
              <a:gd name="connsiteY13173" fmla="*/ 4435507 h 5143785"/>
              <a:gd name="connsiteX13174" fmla="*/ 2897886 w 3114960"/>
              <a:gd name="connsiteY13174" fmla="*/ 4435983 h 5143785"/>
              <a:gd name="connsiteX13175" fmla="*/ 2883599 w 3114960"/>
              <a:gd name="connsiteY13175" fmla="*/ 4441127 h 5143785"/>
              <a:gd name="connsiteX13176" fmla="*/ 2897886 w 3114960"/>
              <a:gd name="connsiteY13176" fmla="*/ 4446270 h 5143785"/>
              <a:gd name="connsiteX13177" fmla="*/ 2901601 w 3114960"/>
              <a:gd name="connsiteY13177" fmla="*/ 4446746 h 5143785"/>
              <a:gd name="connsiteX13178" fmla="*/ 2897886 w 3114960"/>
              <a:gd name="connsiteY13178" fmla="*/ 4447223 h 5143785"/>
              <a:gd name="connsiteX13179" fmla="*/ 2883599 w 3114960"/>
              <a:gd name="connsiteY13179" fmla="*/ 4452366 h 5143785"/>
              <a:gd name="connsiteX13180" fmla="*/ 2897886 w 3114960"/>
              <a:gd name="connsiteY13180" fmla="*/ 4457510 h 5143785"/>
              <a:gd name="connsiteX13181" fmla="*/ 2901601 w 3114960"/>
              <a:gd name="connsiteY13181" fmla="*/ 4457986 h 5143785"/>
              <a:gd name="connsiteX13182" fmla="*/ 2897886 w 3114960"/>
              <a:gd name="connsiteY13182" fmla="*/ 4458462 h 5143785"/>
              <a:gd name="connsiteX13183" fmla="*/ 2883599 w 3114960"/>
              <a:gd name="connsiteY13183" fmla="*/ 4463701 h 5143785"/>
              <a:gd name="connsiteX13184" fmla="*/ 2897886 w 3114960"/>
              <a:gd name="connsiteY13184" fmla="*/ 4468845 h 5143785"/>
              <a:gd name="connsiteX13185" fmla="*/ 2901505 w 3114960"/>
              <a:gd name="connsiteY13185" fmla="*/ 4469226 h 5143785"/>
              <a:gd name="connsiteX13186" fmla="*/ 2897886 w 3114960"/>
              <a:gd name="connsiteY13186" fmla="*/ 4469702 h 5143785"/>
              <a:gd name="connsiteX13187" fmla="*/ 2883599 w 3114960"/>
              <a:gd name="connsiteY13187" fmla="*/ 4474845 h 5143785"/>
              <a:gd name="connsiteX13188" fmla="*/ 2897886 w 3114960"/>
              <a:gd name="connsiteY13188" fmla="*/ 4479989 h 5143785"/>
              <a:gd name="connsiteX13189" fmla="*/ 2901601 w 3114960"/>
              <a:gd name="connsiteY13189" fmla="*/ 4480370 h 5143785"/>
              <a:gd name="connsiteX13190" fmla="*/ 2897886 w 3114960"/>
              <a:gd name="connsiteY13190" fmla="*/ 4480846 h 5143785"/>
              <a:gd name="connsiteX13191" fmla="*/ 2883599 w 3114960"/>
              <a:gd name="connsiteY13191" fmla="*/ 4485989 h 5143785"/>
              <a:gd name="connsiteX13192" fmla="*/ 2897886 w 3114960"/>
              <a:gd name="connsiteY13192" fmla="*/ 4491133 h 5143785"/>
              <a:gd name="connsiteX13193" fmla="*/ 2901505 w 3114960"/>
              <a:gd name="connsiteY13193" fmla="*/ 4491514 h 5143785"/>
              <a:gd name="connsiteX13194" fmla="*/ 2897886 w 3114960"/>
              <a:gd name="connsiteY13194" fmla="*/ 4491895 h 5143785"/>
              <a:gd name="connsiteX13195" fmla="*/ 2883599 w 3114960"/>
              <a:gd name="connsiteY13195" fmla="*/ 4497038 h 5143785"/>
              <a:gd name="connsiteX13196" fmla="*/ 2897886 w 3114960"/>
              <a:gd name="connsiteY13196" fmla="*/ 4502182 h 5143785"/>
              <a:gd name="connsiteX13197" fmla="*/ 2901410 w 3114960"/>
              <a:gd name="connsiteY13197" fmla="*/ 4502563 h 5143785"/>
              <a:gd name="connsiteX13198" fmla="*/ 2897886 w 3114960"/>
              <a:gd name="connsiteY13198" fmla="*/ 4502944 h 5143785"/>
              <a:gd name="connsiteX13199" fmla="*/ 2883599 w 3114960"/>
              <a:gd name="connsiteY13199" fmla="*/ 4508087 h 5143785"/>
              <a:gd name="connsiteX13200" fmla="*/ 2897886 w 3114960"/>
              <a:gd name="connsiteY13200" fmla="*/ 4513231 h 5143785"/>
              <a:gd name="connsiteX13201" fmla="*/ 2901410 w 3114960"/>
              <a:gd name="connsiteY13201" fmla="*/ 4513612 h 5143785"/>
              <a:gd name="connsiteX13202" fmla="*/ 2897886 w 3114960"/>
              <a:gd name="connsiteY13202" fmla="*/ 4513993 h 5143785"/>
              <a:gd name="connsiteX13203" fmla="*/ 2883599 w 3114960"/>
              <a:gd name="connsiteY13203" fmla="*/ 4519137 h 5143785"/>
              <a:gd name="connsiteX13204" fmla="*/ 2897886 w 3114960"/>
              <a:gd name="connsiteY13204" fmla="*/ 4524280 h 5143785"/>
              <a:gd name="connsiteX13205" fmla="*/ 2901505 w 3114960"/>
              <a:gd name="connsiteY13205" fmla="*/ 4524661 h 5143785"/>
              <a:gd name="connsiteX13206" fmla="*/ 2897886 w 3114960"/>
              <a:gd name="connsiteY13206" fmla="*/ 4525137 h 5143785"/>
              <a:gd name="connsiteX13207" fmla="*/ 2883599 w 3114960"/>
              <a:gd name="connsiteY13207" fmla="*/ 4530281 h 5143785"/>
              <a:gd name="connsiteX13208" fmla="*/ 2897886 w 3114960"/>
              <a:gd name="connsiteY13208" fmla="*/ 4535424 h 5143785"/>
              <a:gd name="connsiteX13209" fmla="*/ 2901505 w 3114960"/>
              <a:gd name="connsiteY13209" fmla="*/ 4535805 h 5143785"/>
              <a:gd name="connsiteX13210" fmla="*/ 2897886 w 3114960"/>
              <a:gd name="connsiteY13210" fmla="*/ 4536281 h 5143785"/>
              <a:gd name="connsiteX13211" fmla="*/ 2883599 w 3114960"/>
              <a:gd name="connsiteY13211" fmla="*/ 4541425 h 5143785"/>
              <a:gd name="connsiteX13212" fmla="*/ 2897886 w 3114960"/>
              <a:gd name="connsiteY13212" fmla="*/ 4546569 h 5143785"/>
              <a:gd name="connsiteX13213" fmla="*/ 2901505 w 3114960"/>
              <a:gd name="connsiteY13213" fmla="*/ 4546949 h 5143785"/>
              <a:gd name="connsiteX13214" fmla="*/ 2897886 w 3114960"/>
              <a:gd name="connsiteY13214" fmla="*/ 4547330 h 5143785"/>
              <a:gd name="connsiteX13215" fmla="*/ 2883599 w 3114960"/>
              <a:gd name="connsiteY13215" fmla="*/ 4552474 h 5143785"/>
              <a:gd name="connsiteX13216" fmla="*/ 2897886 w 3114960"/>
              <a:gd name="connsiteY13216" fmla="*/ 4557618 h 5143785"/>
              <a:gd name="connsiteX13217" fmla="*/ 2901505 w 3114960"/>
              <a:gd name="connsiteY13217" fmla="*/ 4558094 h 5143785"/>
              <a:gd name="connsiteX13218" fmla="*/ 2897886 w 3114960"/>
              <a:gd name="connsiteY13218" fmla="*/ 4558570 h 5143785"/>
              <a:gd name="connsiteX13219" fmla="*/ 2883599 w 3114960"/>
              <a:gd name="connsiteY13219" fmla="*/ 4563713 h 5143785"/>
              <a:gd name="connsiteX13220" fmla="*/ 2897886 w 3114960"/>
              <a:gd name="connsiteY13220" fmla="*/ 4568857 h 5143785"/>
              <a:gd name="connsiteX13221" fmla="*/ 2901505 w 3114960"/>
              <a:gd name="connsiteY13221" fmla="*/ 4569238 h 5143785"/>
              <a:gd name="connsiteX13222" fmla="*/ 2897886 w 3114960"/>
              <a:gd name="connsiteY13222" fmla="*/ 4569714 h 5143785"/>
              <a:gd name="connsiteX13223" fmla="*/ 2883599 w 3114960"/>
              <a:gd name="connsiteY13223" fmla="*/ 4574858 h 5143785"/>
              <a:gd name="connsiteX13224" fmla="*/ 2894457 w 3114960"/>
              <a:gd name="connsiteY13224" fmla="*/ 4579620 h 5143785"/>
              <a:gd name="connsiteX13225" fmla="*/ 2883218 w 3114960"/>
              <a:gd name="connsiteY13225" fmla="*/ 4579620 h 5143785"/>
              <a:gd name="connsiteX13226" fmla="*/ 2879598 w 3114960"/>
              <a:gd name="connsiteY13226" fmla="*/ 4583240 h 5143785"/>
              <a:gd name="connsiteX13227" fmla="*/ 2888837 w 3114960"/>
              <a:gd name="connsiteY13227" fmla="*/ 4390168 h 5143785"/>
              <a:gd name="connsiteX13228" fmla="*/ 2898648 w 3114960"/>
              <a:gd name="connsiteY13228" fmla="*/ 4380357 h 5143785"/>
              <a:gd name="connsiteX13229" fmla="*/ 2908459 w 3114960"/>
              <a:gd name="connsiteY13229" fmla="*/ 4390168 h 5143785"/>
              <a:gd name="connsiteX13230" fmla="*/ 2898648 w 3114960"/>
              <a:gd name="connsiteY13230" fmla="*/ 4399979 h 5143785"/>
              <a:gd name="connsiteX13231" fmla="*/ 2888837 w 3114960"/>
              <a:gd name="connsiteY13231" fmla="*/ 4390168 h 5143785"/>
              <a:gd name="connsiteX13232" fmla="*/ 2886837 w 3114960"/>
              <a:gd name="connsiteY13232" fmla="*/ 4586954 h 5143785"/>
              <a:gd name="connsiteX13233" fmla="*/ 2909221 w 3114960"/>
              <a:gd name="connsiteY13233" fmla="*/ 4586954 h 5143785"/>
              <a:gd name="connsiteX13234" fmla="*/ 2909221 w 3114960"/>
              <a:gd name="connsiteY13234" fmla="*/ 4592860 h 5143785"/>
              <a:gd name="connsiteX13235" fmla="*/ 2886837 w 3114960"/>
              <a:gd name="connsiteY13235" fmla="*/ 4592860 h 5143785"/>
              <a:gd name="connsiteX13236" fmla="*/ 2886837 w 3114960"/>
              <a:gd name="connsiteY13236" fmla="*/ 4586954 h 5143785"/>
              <a:gd name="connsiteX13237" fmla="*/ 22384 w 3114960"/>
              <a:gd name="connsiteY13237" fmla="*/ 166402 h 5143785"/>
              <a:gd name="connsiteX13238" fmla="*/ 22384 w 3114960"/>
              <a:gd name="connsiteY13238" fmla="*/ 155543 h 5143785"/>
              <a:gd name="connsiteX13239" fmla="*/ 23813 w 3114960"/>
              <a:gd name="connsiteY13239" fmla="*/ 154115 h 5143785"/>
              <a:gd name="connsiteX13240" fmla="*/ 34671 w 3114960"/>
              <a:gd name="connsiteY13240" fmla="*/ 154115 h 5143785"/>
              <a:gd name="connsiteX13241" fmla="*/ 36100 w 3114960"/>
              <a:gd name="connsiteY13241" fmla="*/ 155543 h 5143785"/>
              <a:gd name="connsiteX13242" fmla="*/ 36100 w 3114960"/>
              <a:gd name="connsiteY13242" fmla="*/ 166402 h 5143785"/>
              <a:gd name="connsiteX13243" fmla="*/ 34671 w 3114960"/>
              <a:gd name="connsiteY13243" fmla="*/ 167831 h 5143785"/>
              <a:gd name="connsiteX13244" fmla="*/ 23813 w 3114960"/>
              <a:gd name="connsiteY13244" fmla="*/ 167831 h 5143785"/>
              <a:gd name="connsiteX13245" fmla="*/ 22384 w 3114960"/>
              <a:gd name="connsiteY13245" fmla="*/ 166402 h 5143785"/>
              <a:gd name="connsiteX13246" fmla="*/ 612172 w 3114960"/>
              <a:gd name="connsiteY13246" fmla="*/ 2068354 h 5143785"/>
              <a:gd name="connsiteX13247" fmla="*/ 619316 w 3114960"/>
              <a:gd name="connsiteY13247" fmla="*/ 2068354 h 5143785"/>
              <a:gd name="connsiteX13248" fmla="*/ 619316 w 3114960"/>
              <a:gd name="connsiteY13248" fmla="*/ 2076831 h 5143785"/>
              <a:gd name="connsiteX13249" fmla="*/ 612172 w 3114960"/>
              <a:gd name="connsiteY13249" fmla="*/ 2076831 h 5143785"/>
              <a:gd name="connsiteX13250" fmla="*/ 612172 w 3114960"/>
              <a:gd name="connsiteY13250" fmla="*/ 2068354 h 5143785"/>
              <a:gd name="connsiteX13251" fmla="*/ 45244 w 3114960"/>
              <a:gd name="connsiteY13251" fmla="*/ 25813 h 5143785"/>
              <a:gd name="connsiteX13252" fmla="*/ 41053 w 3114960"/>
              <a:gd name="connsiteY13252" fmla="*/ 26765 h 5143785"/>
              <a:gd name="connsiteX13253" fmla="*/ 20479 w 3114960"/>
              <a:gd name="connsiteY13253" fmla="*/ 10192 h 5143785"/>
              <a:gd name="connsiteX13254" fmla="*/ 95 w 3114960"/>
              <a:gd name="connsiteY13254" fmla="*/ 10192 h 5143785"/>
              <a:gd name="connsiteX13255" fmla="*/ 95 w 3114960"/>
              <a:gd name="connsiteY13255" fmla="*/ 19717 h 5143785"/>
              <a:gd name="connsiteX13256" fmla="*/ 17145 w 3114960"/>
              <a:gd name="connsiteY13256" fmla="*/ 19717 h 5143785"/>
              <a:gd name="connsiteX13257" fmla="*/ 35243 w 3114960"/>
              <a:gd name="connsiteY13257" fmla="*/ 34290 h 5143785"/>
              <a:gd name="connsiteX13258" fmla="*/ 34862 w 3114960"/>
              <a:gd name="connsiteY13258" fmla="*/ 36195 h 5143785"/>
              <a:gd name="connsiteX13259" fmla="*/ 45244 w 3114960"/>
              <a:gd name="connsiteY13259" fmla="*/ 46577 h 5143785"/>
              <a:gd name="connsiteX13260" fmla="*/ 55626 w 3114960"/>
              <a:gd name="connsiteY13260" fmla="*/ 36195 h 5143785"/>
              <a:gd name="connsiteX13261" fmla="*/ 45244 w 3114960"/>
              <a:gd name="connsiteY13261" fmla="*/ 25813 h 5143785"/>
              <a:gd name="connsiteX13262" fmla="*/ 45244 w 3114960"/>
              <a:gd name="connsiteY13262" fmla="*/ 41910 h 5143785"/>
              <a:gd name="connsiteX13263" fmla="*/ 39624 w 3114960"/>
              <a:gd name="connsiteY13263" fmla="*/ 36290 h 5143785"/>
              <a:gd name="connsiteX13264" fmla="*/ 45244 w 3114960"/>
              <a:gd name="connsiteY13264" fmla="*/ 30671 h 5143785"/>
              <a:gd name="connsiteX13265" fmla="*/ 50864 w 3114960"/>
              <a:gd name="connsiteY13265" fmla="*/ 36290 h 5143785"/>
              <a:gd name="connsiteX13266" fmla="*/ 45244 w 3114960"/>
              <a:gd name="connsiteY13266" fmla="*/ 41910 h 5143785"/>
              <a:gd name="connsiteX13267" fmla="*/ 2930557 w 3114960"/>
              <a:gd name="connsiteY13267" fmla="*/ 4251103 h 5143785"/>
              <a:gd name="connsiteX13268" fmla="*/ 2942082 w 3114960"/>
              <a:gd name="connsiteY13268" fmla="*/ 4239578 h 5143785"/>
              <a:gd name="connsiteX13269" fmla="*/ 2942082 w 3114960"/>
              <a:gd name="connsiteY13269" fmla="*/ 4188238 h 5143785"/>
              <a:gd name="connsiteX13270" fmla="*/ 2930557 w 3114960"/>
              <a:gd name="connsiteY13270" fmla="*/ 4176713 h 5143785"/>
              <a:gd name="connsiteX13271" fmla="*/ 2916555 w 3114960"/>
              <a:gd name="connsiteY13271" fmla="*/ 4176713 h 5143785"/>
              <a:gd name="connsiteX13272" fmla="*/ 2905030 w 3114960"/>
              <a:gd name="connsiteY13272" fmla="*/ 4188238 h 5143785"/>
              <a:gd name="connsiteX13273" fmla="*/ 2905030 w 3114960"/>
              <a:gd name="connsiteY13273" fmla="*/ 4239578 h 5143785"/>
              <a:gd name="connsiteX13274" fmla="*/ 2916555 w 3114960"/>
              <a:gd name="connsiteY13274" fmla="*/ 4251103 h 5143785"/>
              <a:gd name="connsiteX13275" fmla="*/ 2919984 w 3114960"/>
              <a:gd name="connsiteY13275" fmla="*/ 4251103 h 5143785"/>
              <a:gd name="connsiteX13276" fmla="*/ 2919984 w 3114960"/>
              <a:gd name="connsiteY13276" fmla="*/ 4290727 h 5143785"/>
              <a:gd name="connsiteX13277" fmla="*/ 2881884 w 3114960"/>
              <a:gd name="connsiteY13277" fmla="*/ 4290727 h 5143785"/>
              <a:gd name="connsiteX13278" fmla="*/ 2879408 w 3114960"/>
              <a:gd name="connsiteY13278" fmla="*/ 4291775 h 5143785"/>
              <a:gd name="connsiteX13279" fmla="*/ 2838260 w 3114960"/>
              <a:gd name="connsiteY13279" fmla="*/ 4332351 h 5143785"/>
              <a:gd name="connsiteX13280" fmla="*/ 2831687 w 3114960"/>
              <a:gd name="connsiteY13280" fmla="*/ 4330256 h 5143785"/>
              <a:gd name="connsiteX13281" fmla="*/ 2818638 w 3114960"/>
              <a:gd name="connsiteY13281" fmla="*/ 4343305 h 5143785"/>
              <a:gd name="connsiteX13282" fmla="*/ 2831687 w 3114960"/>
              <a:gd name="connsiteY13282" fmla="*/ 4356354 h 5143785"/>
              <a:gd name="connsiteX13283" fmla="*/ 2844737 w 3114960"/>
              <a:gd name="connsiteY13283" fmla="*/ 4343305 h 5143785"/>
              <a:gd name="connsiteX13284" fmla="*/ 2843213 w 3114960"/>
              <a:gd name="connsiteY13284" fmla="*/ 4337495 h 5143785"/>
              <a:gd name="connsiteX13285" fmla="*/ 2883408 w 3114960"/>
              <a:gd name="connsiteY13285" fmla="*/ 4297871 h 5143785"/>
              <a:gd name="connsiteX13286" fmla="*/ 2920079 w 3114960"/>
              <a:gd name="connsiteY13286" fmla="*/ 4297871 h 5143785"/>
              <a:gd name="connsiteX13287" fmla="*/ 2920079 w 3114960"/>
              <a:gd name="connsiteY13287" fmla="*/ 4331875 h 5143785"/>
              <a:gd name="connsiteX13288" fmla="*/ 2914650 w 3114960"/>
              <a:gd name="connsiteY13288" fmla="*/ 4331875 h 5143785"/>
              <a:gd name="connsiteX13289" fmla="*/ 2912269 w 3114960"/>
              <a:gd name="connsiteY13289" fmla="*/ 4334256 h 5143785"/>
              <a:gd name="connsiteX13290" fmla="*/ 2912269 w 3114960"/>
              <a:gd name="connsiteY13290" fmla="*/ 4352259 h 5143785"/>
              <a:gd name="connsiteX13291" fmla="*/ 2914650 w 3114960"/>
              <a:gd name="connsiteY13291" fmla="*/ 4354640 h 5143785"/>
              <a:gd name="connsiteX13292" fmla="*/ 2932652 w 3114960"/>
              <a:gd name="connsiteY13292" fmla="*/ 4354640 h 5143785"/>
              <a:gd name="connsiteX13293" fmla="*/ 2935034 w 3114960"/>
              <a:gd name="connsiteY13293" fmla="*/ 4352259 h 5143785"/>
              <a:gd name="connsiteX13294" fmla="*/ 2935034 w 3114960"/>
              <a:gd name="connsiteY13294" fmla="*/ 4334256 h 5143785"/>
              <a:gd name="connsiteX13295" fmla="*/ 2932652 w 3114960"/>
              <a:gd name="connsiteY13295" fmla="*/ 4331875 h 5143785"/>
              <a:gd name="connsiteX13296" fmla="*/ 2927223 w 3114960"/>
              <a:gd name="connsiteY13296" fmla="*/ 4331875 h 5143785"/>
              <a:gd name="connsiteX13297" fmla="*/ 2927223 w 3114960"/>
              <a:gd name="connsiteY13297" fmla="*/ 4251008 h 5143785"/>
              <a:gd name="connsiteX13298" fmla="*/ 2930652 w 3114960"/>
              <a:gd name="connsiteY13298" fmla="*/ 4251008 h 5143785"/>
              <a:gd name="connsiteX13299" fmla="*/ 2831687 w 3114960"/>
              <a:gd name="connsiteY13299" fmla="*/ 4351592 h 5143785"/>
              <a:gd name="connsiteX13300" fmla="*/ 2823401 w 3114960"/>
              <a:gd name="connsiteY13300" fmla="*/ 4343305 h 5143785"/>
              <a:gd name="connsiteX13301" fmla="*/ 2831687 w 3114960"/>
              <a:gd name="connsiteY13301" fmla="*/ 4335018 h 5143785"/>
              <a:gd name="connsiteX13302" fmla="*/ 2837593 w 3114960"/>
              <a:gd name="connsiteY13302" fmla="*/ 4337399 h 5143785"/>
              <a:gd name="connsiteX13303" fmla="*/ 2840069 w 3114960"/>
              <a:gd name="connsiteY13303" fmla="*/ 4343305 h 5143785"/>
              <a:gd name="connsiteX13304" fmla="*/ 2831783 w 3114960"/>
              <a:gd name="connsiteY13304" fmla="*/ 4351592 h 5143785"/>
              <a:gd name="connsiteX13305" fmla="*/ 2912269 w 3114960"/>
              <a:gd name="connsiteY13305" fmla="*/ 4188333 h 5143785"/>
              <a:gd name="connsiteX13306" fmla="*/ 2916650 w 3114960"/>
              <a:gd name="connsiteY13306" fmla="*/ 4183952 h 5143785"/>
              <a:gd name="connsiteX13307" fmla="*/ 2930652 w 3114960"/>
              <a:gd name="connsiteY13307" fmla="*/ 4183952 h 5143785"/>
              <a:gd name="connsiteX13308" fmla="*/ 2935034 w 3114960"/>
              <a:gd name="connsiteY13308" fmla="*/ 4188333 h 5143785"/>
              <a:gd name="connsiteX13309" fmla="*/ 2935034 w 3114960"/>
              <a:gd name="connsiteY13309" fmla="*/ 4200049 h 5143785"/>
              <a:gd name="connsiteX13310" fmla="*/ 2912364 w 3114960"/>
              <a:gd name="connsiteY13310" fmla="*/ 4200049 h 5143785"/>
              <a:gd name="connsiteX13311" fmla="*/ 2912364 w 3114960"/>
              <a:gd name="connsiteY13311" fmla="*/ 4188333 h 5143785"/>
              <a:gd name="connsiteX13312" fmla="*/ 2930271 w 3114960"/>
              <a:gd name="connsiteY13312" fmla="*/ 4336733 h 5143785"/>
              <a:gd name="connsiteX13313" fmla="*/ 2930271 w 3114960"/>
              <a:gd name="connsiteY13313" fmla="*/ 4349972 h 5143785"/>
              <a:gd name="connsiteX13314" fmla="*/ 2917031 w 3114960"/>
              <a:gd name="connsiteY13314" fmla="*/ 4349972 h 5143785"/>
              <a:gd name="connsiteX13315" fmla="*/ 2917031 w 3114960"/>
              <a:gd name="connsiteY13315" fmla="*/ 4336733 h 5143785"/>
              <a:gd name="connsiteX13316" fmla="*/ 2930271 w 3114960"/>
              <a:gd name="connsiteY13316" fmla="*/ 4336733 h 5143785"/>
              <a:gd name="connsiteX13317" fmla="*/ 2920079 w 3114960"/>
              <a:gd name="connsiteY13317" fmla="*/ 4243959 h 5143785"/>
              <a:gd name="connsiteX13318" fmla="*/ 2916650 w 3114960"/>
              <a:gd name="connsiteY13318" fmla="*/ 4243959 h 5143785"/>
              <a:gd name="connsiteX13319" fmla="*/ 2912269 w 3114960"/>
              <a:gd name="connsiteY13319" fmla="*/ 4239578 h 5143785"/>
              <a:gd name="connsiteX13320" fmla="*/ 2912269 w 3114960"/>
              <a:gd name="connsiteY13320" fmla="*/ 4230624 h 5143785"/>
              <a:gd name="connsiteX13321" fmla="*/ 2934938 w 3114960"/>
              <a:gd name="connsiteY13321" fmla="*/ 4230624 h 5143785"/>
              <a:gd name="connsiteX13322" fmla="*/ 2934938 w 3114960"/>
              <a:gd name="connsiteY13322" fmla="*/ 4239578 h 5143785"/>
              <a:gd name="connsiteX13323" fmla="*/ 2930557 w 3114960"/>
              <a:gd name="connsiteY13323" fmla="*/ 4243959 h 5143785"/>
              <a:gd name="connsiteX13324" fmla="*/ 2919984 w 3114960"/>
              <a:gd name="connsiteY13324" fmla="*/ 4243959 h 5143785"/>
              <a:gd name="connsiteX13325" fmla="*/ 2922365 w 3114960"/>
              <a:gd name="connsiteY13325" fmla="*/ 4992815 h 5143785"/>
              <a:gd name="connsiteX13326" fmla="*/ 2885123 w 3114960"/>
              <a:gd name="connsiteY13326" fmla="*/ 4992815 h 5143785"/>
              <a:gd name="connsiteX13327" fmla="*/ 2876741 w 3114960"/>
              <a:gd name="connsiteY13327" fmla="*/ 5001197 h 5143785"/>
              <a:gd name="connsiteX13328" fmla="*/ 2876741 w 3114960"/>
              <a:gd name="connsiteY13328" fmla="*/ 5011388 h 5143785"/>
              <a:gd name="connsiteX13329" fmla="*/ 2885123 w 3114960"/>
              <a:gd name="connsiteY13329" fmla="*/ 5019770 h 5143785"/>
              <a:gd name="connsiteX13330" fmla="*/ 2922365 w 3114960"/>
              <a:gd name="connsiteY13330" fmla="*/ 5019770 h 5143785"/>
              <a:gd name="connsiteX13331" fmla="*/ 2930747 w 3114960"/>
              <a:gd name="connsiteY13331" fmla="*/ 5011388 h 5143785"/>
              <a:gd name="connsiteX13332" fmla="*/ 2930747 w 3114960"/>
              <a:gd name="connsiteY13332" fmla="*/ 5001197 h 5143785"/>
              <a:gd name="connsiteX13333" fmla="*/ 2922365 w 3114960"/>
              <a:gd name="connsiteY13333" fmla="*/ 4992815 h 5143785"/>
              <a:gd name="connsiteX13334" fmla="*/ 2891600 w 3114960"/>
              <a:gd name="connsiteY13334" fmla="*/ 5014437 h 5143785"/>
              <a:gd name="connsiteX13335" fmla="*/ 2885123 w 3114960"/>
              <a:gd name="connsiteY13335" fmla="*/ 5014437 h 5143785"/>
              <a:gd name="connsiteX13336" fmla="*/ 2881979 w 3114960"/>
              <a:gd name="connsiteY13336" fmla="*/ 5011293 h 5143785"/>
              <a:gd name="connsiteX13337" fmla="*/ 2881979 w 3114960"/>
              <a:gd name="connsiteY13337" fmla="*/ 5001101 h 5143785"/>
              <a:gd name="connsiteX13338" fmla="*/ 2885123 w 3114960"/>
              <a:gd name="connsiteY13338" fmla="*/ 4997958 h 5143785"/>
              <a:gd name="connsiteX13339" fmla="*/ 2891600 w 3114960"/>
              <a:gd name="connsiteY13339" fmla="*/ 4997958 h 5143785"/>
              <a:gd name="connsiteX13340" fmla="*/ 2891600 w 3114960"/>
              <a:gd name="connsiteY13340" fmla="*/ 5014437 h 5143785"/>
              <a:gd name="connsiteX13341" fmla="*/ 2925509 w 3114960"/>
              <a:gd name="connsiteY13341" fmla="*/ 5011293 h 5143785"/>
              <a:gd name="connsiteX13342" fmla="*/ 2922365 w 3114960"/>
              <a:gd name="connsiteY13342" fmla="*/ 5014437 h 5143785"/>
              <a:gd name="connsiteX13343" fmla="*/ 2913888 w 3114960"/>
              <a:gd name="connsiteY13343" fmla="*/ 5014437 h 5143785"/>
              <a:gd name="connsiteX13344" fmla="*/ 2913888 w 3114960"/>
              <a:gd name="connsiteY13344" fmla="*/ 4997958 h 5143785"/>
              <a:gd name="connsiteX13345" fmla="*/ 2922365 w 3114960"/>
              <a:gd name="connsiteY13345" fmla="*/ 4997958 h 5143785"/>
              <a:gd name="connsiteX13346" fmla="*/ 2925509 w 3114960"/>
              <a:gd name="connsiteY13346" fmla="*/ 5001101 h 5143785"/>
              <a:gd name="connsiteX13347" fmla="*/ 2925509 w 3114960"/>
              <a:gd name="connsiteY13347" fmla="*/ 5011293 h 5143785"/>
              <a:gd name="connsiteX13348" fmla="*/ 100298 w 3114960"/>
              <a:gd name="connsiteY13348" fmla="*/ 3689413 h 5143785"/>
              <a:gd name="connsiteX13349" fmla="*/ 107347 w 3114960"/>
              <a:gd name="connsiteY13349" fmla="*/ 3682365 h 5143785"/>
              <a:gd name="connsiteX13350" fmla="*/ 114395 w 3114960"/>
              <a:gd name="connsiteY13350" fmla="*/ 3689413 h 5143785"/>
              <a:gd name="connsiteX13351" fmla="*/ 107347 w 3114960"/>
              <a:gd name="connsiteY13351" fmla="*/ 3696462 h 5143785"/>
              <a:gd name="connsiteX13352" fmla="*/ 100298 w 3114960"/>
              <a:gd name="connsiteY13352" fmla="*/ 3689413 h 5143785"/>
              <a:gd name="connsiteX13353" fmla="*/ 2930747 w 3114960"/>
              <a:gd name="connsiteY13353" fmla="*/ 4961287 h 5143785"/>
              <a:gd name="connsiteX13354" fmla="*/ 2922365 w 3114960"/>
              <a:gd name="connsiteY13354" fmla="*/ 4952905 h 5143785"/>
              <a:gd name="connsiteX13355" fmla="*/ 2885123 w 3114960"/>
              <a:gd name="connsiteY13355" fmla="*/ 4952905 h 5143785"/>
              <a:gd name="connsiteX13356" fmla="*/ 2876741 w 3114960"/>
              <a:gd name="connsiteY13356" fmla="*/ 4961287 h 5143785"/>
              <a:gd name="connsiteX13357" fmla="*/ 2876741 w 3114960"/>
              <a:gd name="connsiteY13357" fmla="*/ 4971479 h 5143785"/>
              <a:gd name="connsiteX13358" fmla="*/ 2885123 w 3114960"/>
              <a:gd name="connsiteY13358" fmla="*/ 4979861 h 5143785"/>
              <a:gd name="connsiteX13359" fmla="*/ 2922365 w 3114960"/>
              <a:gd name="connsiteY13359" fmla="*/ 4979861 h 5143785"/>
              <a:gd name="connsiteX13360" fmla="*/ 2930747 w 3114960"/>
              <a:gd name="connsiteY13360" fmla="*/ 4971479 h 5143785"/>
              <a:gd name="connsiteX13361" fmla="*/ 2930747 w 3114960"/>
              <a:gd name="connsiteY13361" fmla="*/ 4961287 h 5143785"/>
              <a:gd name="connsiteX13362" fmla="*/ 2891600 w 3114960"/>
              <a:gd name="connsiteY13362" fmla="*/ 4974622 h 5143785"/>
              <a:gd name="connsiteX13363" fmla="*/ 2885123 w 3114960"/>
              <a:gd name="connsiteY13363" fmla="*/ 4974622 h 5143785"/>
              <a:gd name="connsiteX13364" fmla="*/ 2881979 w 3114960"/>
              <a:gd name="connsiteY13364" fmla="*/ 4971479 h 5143785"/>
              <a:gd name="connsiteX13365" fmla="*/ 2881979 w 3114960"/>
              <a:gd name="connsiteY13365" fmla="*/ 4961287 h 5143785"/>
              <a:gd name="connsiteX13366" fmla="*/ 2885123 w 3114960"/>
              <a:gd name="connsiteY13366" fmla="*/ 4958144 h 5143785"/>
              <a:gd name="connsiteX13367" fmla="*/ 2891600 w 3114960"/>
              <a:gd name="connsiteY13367" fmla="*/ 4958144 h 5143785"/>
              <a:gd name="connsiteX13368" fmla="*/ 2891600 w 3114960"/>
              <a:gd name="connsiteY13368" fmla="*/ 4974622 h 5143785"/>
              <a:gd name="connsiteX13369" fmla="*/ 2925509 w 3114960"/>
              <a:gd name="connsiteY13369" fmla="*/ 4971479 h 5143785"/>
              <a:gd name="connsiteX13370" fmla="*/ 2922365 w 3114960"/>
              <a:gd name="connsiteY13370" fmla="*/ 4974622 h 5143785"/>
              <a:gd name="connsiteX13371" fmla="*/ 2913888 w 3114960"/>
              <a:gd name="connsiteY13371" fmla="*/ 4974622 h 5143785"/>
              <a:gd name="connsiteX13372" fmla="*/ 2913888 w 3114960"/>
              <a:gd name="connsiteY13372" fmla="*/ 4958144 h 5143785"/>
              <a:gd name="connsiteX13373" fmla="*/ 2922365 w 3114960"/>
              <a:gd name="connsiteY13373" fmla="*/ 4958144 h 5143785"/>
              <a:gd name="connsiteX13374" fmla="*/ 2925509 w 3114960"/>
              <a:gd name="connsiteY13374" fmla="*/ 4961287 h 5143785"/>
              <a:gd name="connsiteX13375" fmla="*/ 2925509 w 3114960"/>
              <a:gd name="connsiteY13375" fmla="*/ 4971479 h 5143785"/>
              <a:gd name="connsiteX13376" fmla="*/ 471202 w 3114960"/>
              <a:gd name="connsiteY13376" fmla="*/ 2176272 h 5143785"/>
              <a:gd name="connsiteX13377" fmla="*/ 464344 w 3114960"/>
              <a:gd name="connsiteY13377" fmla="*/ 2183321 h 5143785"/>
              <a:gd name="connsiteX13378" fmla="*/ 460915 w 3114960"/>
              <a:gd name="connsiteY13378" fmla="*/ 2179987 h 5143785"/>
              <a:gd name="connsiteX13379" fmla="*/ 467773 w 3114960"/>
              <a:gd name="connsiteY13379" fmla="*/ 2172938 h 5143785"/>
              <a:gd name="connsiteX13380" fmla="*/ 471202 w 3114960"/>
              <a:gd name="connsiteY13380" fmla="*/ 2176272 h 5143785"/>
              <a:gd name="connsiteX13381" fmla="*/ 49149 w 3114960"/>
              <a:gd name="connsiteY13381" fmla="*/ 66866 h 5143785"/>
              <a:gd name="connsiteX13382" fmla="*/ 39243 w 3114960"/>
              <a:gd name="connsiteY13382" fmla="*/ 74867 h 5143785"/>
              <a:gd name="connsiteX13383" fmla="*/ 95 w 3114960"/>
              <a:gd name="connsiteY13383" fmla="*/ 74867 h 5143785"/>
              <a:gd name="connsiteX13384" fmla="*/ 95 w 3114960"/>
              <a:gd name="connsiteY13384" fmla="*/ 80486 h 5143785"/>
              <a:gd name="connsiteX13385" fmla="*/ 1048 w 3114960"/>
              <a:gd name="connsiteY13385" fmla="*/ 79629 h 5143785"/>
              <a:gd name="connsiteX13386" fmla="*/ 39243 w 3114960"/>
              <a:gd name="connsiteY13386" fmla="*/ 79629 h 5143785"/>
              <a:gd name="connsiteX13387" fmla="*/ 49149 w 3114960"/>
              <a:gd name="connsiteY13387" fmla="*/ 87630 h 5143785"/>
              <a:gd name="connsiteX13388" fmla="*/ 59531 w 3114960"/>
              <a:gd name="connsiteY13388" fmla="*/ 77248 h 5143785"/>
              <a:gd name="connsiteX13389" fmla="*/ 49149 w 3114960"/>
              <a:gd name="connsiteY13389" fmla="*/ 66866 h 5143785"/>
              <a:gd name="connsiteX13390" fmla="*/ 49149 w 3114960"/>
              <a:gd name="connsiteY13390" fmla="*/ 82963 h 5143785"/>
              <a:gd name="connsiteX13391" fmla="*/ 43529 w 3114960"/>
              <a:gd name="connsiteY13391" fmla="*/ 77343 h 5143785"/>
              <a:gd name="connsiteX13392" fmla="*/ 49149 w 3114960"/>
              <a:gd name="connsiteY13392" fmla="*/ 71723 h 5143785"/>
              <a:gd name="connsiteX13393" fmla="*/ 54769 w 3114960"/>
              <a:gd name="connsiteY13393" fmla="*/ 77343 h 5143785"/>
              <a:gd name="connsiteX13394" fmla="*/ 49149 w 3114960"/>
              <a:gd name="connsiteY13394" fmla="*/ 82963 h 5143785"/>
              <a:gd name="connsiteX13395" fmla="*/ 648938 w 3114960"/>
              <a:gd name="connsiteY13395" fmla="*/ 2160556 h 5143785"/>
              <a:gd name="connsiteX13396" fmla="*/ 656273 w 3114960"/>
              <a:gd name="connsiteY13396" fmla="*/ 2167604 h 5143785"/>
              <a:gd name="connsiteX13397" fmla="*/ 651320 w 3114960"/>
              <a:gd name="connsiteY13397" fmla="*/ 2172748 h 5143785"/>
              <a:gd name="connsiteX13398" fmla="*/ 647033 w 3114960"/>
              <a:gd name="connsiteY13398" fmla="*/ 2168652 h 5143785"/>
              <a:gd name="connsiteX13399" fmla="*/ 643890 w 3114960"/>
              <a:gd name="connsiteY13399" fmla="*/ 2171891 h 5143785"/>
              <a:gd name="connsiteX13400" fmla="*/ 640461 w 3114960"/>
              <a:gd name="connsiteY13400" fmla="*/ 2168557 h 5143785"/>
              <a:gd name="connsiteX13401" fmla="*/ 643795 w 3114960"/>
              <a:gd name="connsiteY13401" fmla="*/ 2165128 h 5143785"/>
              <a:gd name="connsiteX13402" fmla="*/ 644176 w 3114960"/>
              <a:gd name="connsiteY13402" fmla="*/ 2165509 h 5143785"/>
              <a:gd name="connsiteX13403" fmla="*/ 648938 w 3114960"/>
              <a:gd name="connsiteY13403" fmla="*/ 2160556 h 5143785"/>
              <a:gd name="connsiteX13404" fmla="*/ 1304830 w 3114960"/>
              <a:gd name="connsiteY13404" fmla="*/ 4186333 h 5143785"/>
              <a:gd name="connsiteX13405" fmla="*/ 1318070 w 3114960"/>
              <a:gd name="connsiteY13405" fmla="*/ 4187952 h 5143785"/>
              <a:gd name="connsiteX13406" fmla="*/ 1319689 w 3114960"/>
              <a:gd name="connsiteY13406" fmla="*/ 4174712 h 5143785"/>
              <a:gd name="connsiteX13407" fmla="*/ 1309021 w 3114960"/>
              <a:gd name="connsiteY13407" fmla="*/ 4171760 h 5143785"/>
              <a:gd name="connsiteX13408" fmla="*/ 1266444 w 3114960"/>
              <a:gd name="connsiteY13408" fmla="*/ 4124992 h 5143785"/>
              <a:gd name="connsiteX13409" fmla="*/ 1156621 w 3114960"/>
              <a:gd name="connsiteY13409" fmla="*/ 4124992 h 5143785"/>
              <a:gd name="connsiteX13410" fmla="*/ 1128903 w 3114960"/>
              <a:gd name="connsiteY13410" fmla="*/ 4100513 h 5143785"/>
              <a:gd name="connsiteX13411" fmla="*/ 1131475 w 3114960"/>
              <a:gd name="connsiteY13411" fmla="*/ 4096607 h 5143785"/>
              <a:gd name="connsiteX13412" fmla="*/ 1123664 w 3114960"/>
              <a:gd name="connsiteY13412" fmla="*/ 4077557 h 5143785"/>
              <a:gd name="connsiteX13413" fmla="*/ 1120426 w 3114960"/>
              <a:gd name="connsiteY13413" fmla="*/ 4076700 h 5143785"/>
              <a:gd name="connsiteX13414" fmla="*/ 1120426 w 3114960"/>
              <a:gd name="connsiteY13414" fmla="*/ 3994499 h 5143785"/>
              <a:gd name="connsiteX13415" fmla="*/ 1145286 w 3114960"/>
              <a:gd name="connsiteY13415" fmla="*/ 3968687 h 5143785"/>
              <a:gd name="connsiteX13416" fmla="*/ 1145286 w 3114960"/>
              <a:gd name="connsiteY13416" fmla="*/ 3830098 h 5143785"/>
              <a:gd name="connsiteX13417" fmla="*/ 1146905 w 3114960"/>
              <a:gd name="connsiteY13417" fmla="*/ 3830098 h 5143785"/>
              <a:gd name="connsiteX13418" fmla="*/ 1149287 w 3114960"/>
              <a:gd name="connsiteY13418" fmla="*/ 3827717 h 5143785"/>
              <a:gd name="connsiteX13419" fmla="*/ 1149287 w 3114960"/>
              <a:gd name="connsiteY13419" fmla="*/ 3809524 h 5143785"/>
              <a:gd name="connsiteX13420" fmla="*/ 1146905 w 3114960"/>
              <a:gd name="connsiteY13420" fmla="*/ 3807143 h 5143785"/>
              <a:gd name="connsiteX13421" fmla="*/ 1138904 w 3114960"/>
              <a:gd name="connsiteY13421" fmla="*/ 3807143 h 5143785"/>
              <a:gd name="connsiteX13422" fmla="*/ 1136523 w 3114960"/>
              <a:gd name="connsiteY13422" fmla="*/ 3809524 h 5143785"/>
              <a:gd name="connsiteX13423" fmla="*/ 1136523 w 3114960"/>
              <a:gd name="connsiteY13423" fmla="*/ 3827717 h 5143785"/>
              <a:gd name="connsiteX13424" fmla="*/ 1138904 w 3114960"/>
              <a:gd name="connsiteY13424" fmla="*/ 3830098 h 5143785"/>
              <a:gd name="connsiteX13425" fmla="*/ 1140524 w 3114960"/>
              <a:gd name="connsiteY13425" fmla="*/ 3830098 h 5143785"/>
              <a:gd name="connsiteX13426" fmla="*/ 1140524 w 3114960"/>
              <a:gd name="connsiteY13426" fmla="*/ 3966782 h 5143785"/>
              <a:gd name="connsiteX13427" fmla="*/ 1115663 w 3114960"/>
              <a:gd name="connsiteY13427" fmla="*/ 3992594 h 5143785"/>
              <a:gd name="connsiteX13428" fmla="*/ 1115663 w 3114960"/>
              <a:gd name="connsiteY13428" fmla="*/ 4076700 h 5143785"/>
              <a:gd name="connsiteX13429" fmla="*/ 1112520 w 3114960"/>
              <a:gd name="connsiteY13429" fmla="*/ 4077557 h 5143785"/>
              <a:gd name="connsiteX13430" fmla="*/ 1104614 w 3114960"/>
              <a:gd name="connsiteY13430" fmla="*/ 4085368 h 5143785"/>
              <a:gd name="connsiteX13431" fmla="*/ 1104614 w 3114960"/>
              <a:gd name="connsiteY13431" fmla="*/ 4096512 h 5143785"/>
              <a:gd name="connsiteX13432" fmla="*/ 1112425 w 3114960"/>
              <a:gd name="connsiteY13432" fmla="*/ 4104418 h 5143785"/>
              <a:gd name="connsiteX13433" fmla="*/ 1118045 w 3114960"/>
              <a:gd name="connsiteY13433" fmla="*/ 4105561 h 5143785"/>
              <a:gd name="connsiteX13434" fmla="*/ 1123569 w 3114960"/>
              <a:gd name="connsiteY13434" fmla="*/ 4104513 h 5143785"/>
              <a:gd name="connsiteX13435" fmla="*/ 1125093 w 3114960"/>
              <a:gd name="connsiteY13435" fmla="*/ 4103561 h 5143785"/>
              <a:gd name="connsiteX13436" fmla="*/ 1154811 w 3114960"/>
              <a:gd name="connsiteY13436" fmla="*/ 4129850 h 5143785"/>
              <a:gd name="connsiteX13437" fmla="*/ 1264349 w 3114960"/>
              <a:gd name="connsiteY13437" fmla="*/ 4129850 h 5143785"/>
              <a:gd name="connsiteX13438" fmla="*/ 1305116 w 3114960"/>
              <a:gd name="connsiteY13438" fmla="*/ 4174617 h 5143785"/>
              <a:gd name="connsiteX13439" fmla="*/ 1304830 w 3114960"/>
              <a:gd name="connsiteY13439" fmla="*/ 4186428 h 5143785"/>
              <a:gd name="connsiteX13440" fmla="*/ 1141381 w 3114960"/>
              <a:gd name="connsiteY13440" fmla="*/ 3811715 h 5143785"/>
              <a:gd name="connsiteX13441" fmla="*/ 1144619 w 3114960"/>
              <a:gd name="connsiteY13441" fmla="*/ 3811715 h 5143785"/>
              <a:gd name="connsiteX13442" fmla="*/ 1144619 w 3114960"/>
              <a:gd name="connsiteY13442" fmla="*/ 3825145 h 5143785"/>
              <a:gd name="connsiteX13443" fmla="*/ 1141381 w 3114960"/>
              <a:gd name="connsiteY13443" fmla="*/ 3825145 h 5143785"/>
              <a:gd name="connsiteX13444" fmla="*/ 1141381 w 3114960"/>
              <a:gd name="connsiteY13444" fmla="*/ 3811715 h 5143785"/>
              <a:gd name="connsiteX13445" fmla="*/ 1127093 w 3114960"/>
              <a:gd name="connsiteY13445" fmla="*/ 4094798 h 5143785"/>
              <a:gd name="connsiteX13446" fmla="*/ 1121759 w 3114960"/>
              <a:gd name="connsiteY13446" fmla="*/ 4100036 h 5143785"/>
              <a:gd name="connsiteX13447" fmla="*/ 1114235 w 3114960"/>
              <a:gd name="connsiteY13447" fmla="*/ 4100036 h 5143785"/>
              <a:gd name="connsiteX13448" fmla="*/ 1108996 w 3114960"/>
              <a:gd name="connsiteY13448" fmla="*/ 4094702 h 5143785"/>
              <a:gd name="connsiteX13449" fmla="*/ 1108996 w 3114960"/>
              <a:gd name="connsiteY13449" fmla="*/ 4087178 h 5143785"/>
              <a:gd name="connsiteX13450" fmla="*/ 1118045 w 3114960"/>
              <a:gd name="connsiteY13450" fmla="*/ 4081177 h 5143785"/>
              <a:gd name="connsiteX13451" fmla="*/ 1121855 w 3114960"/>
              <a:gd name="connsiteY13451" fmla="*/ 4081939 h 5143785"/>
              <a:gd name="connsiteX13452" fmla="*/ 1127093 w 3114960"/>
              <a:gd name="connsiteY13452" fmla="*/ 4094702 h 5143785"/>
              <a:gd name="connsiteX13453" fmla="*/ 923258 w 3114960"/>
              <a:gd name="connsiteY13453" fmla="*/ 2305526 h 5143785"/>
              <a:gd name="connsiteX13454" fmla="*/ 922973 w 3114960"/>
              <a:gd name="connsiteY13454" fmla="*/ 2309336 h 5143785"/>
              <a:gd name="connsiteX13455" fmla="*/ 921734 w 3114960"/>
              <a:gd name="connsiteY13455" fmla="*/ 2310384 h 5143785"/>
              <a:gd name="connsiteX13456" fmla="*/ 922115 w 3114960"/>
              <a:gd name="connsiteY13456" fmla="*/ 2310860 h 5143785"/>
              <a:gd name="connsiteX13457" fmla="*/ 916877 w 3114960"/>
              <a:gd name="connsiteY13457" fmla="*/ 2315718 h 5143785"/>
              <a:gd name="connsiteX13458" fmla="*/ 916305 w 3114960"/>
              <a:gd name="connsiteY13458" fmla="*/ 2315147 h 5143785"/>
              <a:gd name="connsiteX13459" fmla="*/ 913162 w 3114960"/>
              <a:gd name="connsiteY13459" fmla="*/ 2317909 h 5143785"/>
              <a:gd name="connsiteX13460" fmla="*/ 909352 w 3114960"/>
              <a:gd name="connsiteY13460" fmla="*/ 2317623 h 5143785"/>
              <a:gd name="connsiteX13461" fmla="*/ 900875 w 3114960"/>
              <a:gd name="connsiteY13461" fmla="*/ 2307908 h 5143785"/>
              <a:gd name="connsiteX13462" fmla="*/ 901160 w 3114960"/>
              <a:gd name="connsiteY13462" fmla="*/ 2304098 h 5143785"/>
              <a:gd name="connsiteX13463" fmla="*/ 910876 w 3114960"/>
              <a:gd name="connsiteY13463" fmla="*/ 2295620 h 5143785"/>
              <a:gd name="connsiteX13464" fmla="*/ 914686 w 3114960"/>
              <a:gd name="connsiteY13464" fmla="*/ 2295906 h 5143785"/>
              <a:gd name="connsiteX13465" fmla="*/ 923163 w 3114960"/>
              <a:gd name="connsiteY13465" fmla="*/ 2305622 h 5143785"/>
              <a:gd name="connsiteX13466" fmla="*/ 679037 w 3114960"/>
              <a:gd name="connsiteY13466" fmla="*/ 249841 h 5143785"/>
              <a:gd name="connsiteX13467" fmla="*/ 718757 w 3114960"/>
              <a:gd name="connsiteY13467" fmla="*/ 295085 h 5143785"/>
              <a:gd name="connsiteX13468" fmla="*/ 719995 w 3114960"/>
              <a:gd name="connsiteY13468" fmla="*/ 308610 h 5143785"/>
              <a:gd name="connsiteX13469" fmla="*/ 727710 w 3114960"/>
              <a:gd name="connsiteY13469" fmla="*/ 311849 h 5143785"/>
              <a:gd name="connsiteX13470" fmla="*/ 735425 w 3114960"/>
              <a:gd name="connsiteY13470" fmla="*/ 308610 h 5143785"/>
              <a:gd name="connsiteX13471" fmla="*/ 735425 w 3114960"/>
              <a:gd name="connsiteY13471" fmla="*/ 293180 h 5143785"/>
              <a:gd name="connsiteX13472" fmla="*/ 722090 w 3114960"/>
              <a:gd name="connsiteY13472" fmla="*/ 291751 h 5143785"/>
              <a:gd name="connsiteX13473" fmla="*/ 683704 w 3114960"/>
              <a:gd name="connsiteY13473" fmla="*/ 248031 h 5143785"/>
              <a:gd name="connsiteX13474" fmla="*/ 683704 w 3114960"/>
              <a:gd name="connsiteY13474" fmla="*/ 95 h 5143785"/>
              <a:gd name="connsiteX13475" fmla="*/ 678942 w 3114960"/>
              <a:gd name="connsiteY13475" fmla="*/ 95 h 5143785"/>
              <a:gd name="connsiteX13476" fmla="*/ 678942 w 3114960"/>
              <a:gd name="connsiteY13476" fmla="*/ 249841 h 5143785"/>
              <a:gd name="connsiteX13477" fmla="*/ 723424 w 3114960"/>
              <a:gd name="connsiteY13477" fmla="*/ 296609 h 5143785"/>
              <a:gd name="connsiteX13478" fmla="*/ 727805 w 3114960"/>
              <a:gd name="connsiteY13478" fmla="*/ 294799 h 5143785"/>
              <a:gd name="connsiteX13479" fmla="*/ 732187 w 3114960"/>
              <a:gd name="connsiteY13479" fmla="*/ 296609 h 5143785"/>
              <a:gd name="connsiteX13480" fmla="*/ 732187 w 3114960"/>
              <a:gd name="connsiteY13480" fmla="*/ 305372 h 5143785"/>
              <a:gd name="connsiteX13481" fmla="*/ 723424 w 3114960"/>
              <a:gd name="connsiteY13481" fmla="*/ 305372 h 5143785"/>
              <a:gd name="connsiteX13482" fmla="*/ 723424 w 3114960"/>
              <a:gd name="connsiteY13482" fmla="*/ 296609 h 5143785"/>
              <a:gd name="connsiteX13483" fmla="*/ 1250728 w 3114960"/>
              <a:gd name="connsiteY13483" fmla="*/ 4190429 h 5143785"/>
              <a:gd name="connsiteX13484" fmla="*/ 1263968 w 3114960"/>
              <a:gd name="connsiteY13484" fmla="*/ 4192048 h 5143785"/>
              <a:gd name="connsiteX13485" fmla="*/ 1265587 w 3114960"/>
              <a:gd name="connsiteY13485" fmla="*/ 4178808 h 5143785"/>
              <a:gd name="connsiteX13486" fmla="*/ 1255300 w 3114960"/>
              <a:gd name="connsiteY13486" fmla="*/ 4175665 h 5143785"/>
              <a:gd name="connsiteX13487" fmla="*/ 1244346 w 3114960"/>
              <a:gd name="connsiteY13487" fmla="*/ 4164140 h 5143785"/>
              <a:gd name="connsiteX13488" fmla="*/ 1104805 w 3114960"/>
              <a:gd name="connsiteY13488" fmla="*/ 4164140 h 5143785"/>
              <a:gd name="connsiteX13489" fmla="*/ 1080135 w 3114960"/>
              <a:gd name="connsiteY13489" fmla="*/ 4142709 h 5143785"/>
              <a:gd name="connsiteX13490" fmla="*/ 1082612 w 3114960"/>
              <a:gd name="connsiteY13490" fmla="*/ 4138994 h 5143785"/>
              <a:gd name="connsiteX13491" fmla="*/ 1074801 w 3114960"/>
              <a:gd name="connsiteY13491" fmla="*/ 4119944 h 5143785"/>
              <a:gd name="connsiteX13492" fmla="*/ 1071563 w 3114960"/>
              <a:gd name="connsiteY13492" fmla="*/ 4118991 h 5143785"/>
              <a:gd name="connsiteX13493" fmla="*/ 1071563 w 3114960"/>
              <a:gd name="connsiteY13493" fmla="*/ 3989927 h 5143785"/>
              <a:gd name="connsiteX13494" fmla="*/ 1092994 w 3114960"/>
              <a:gd name="connsiteY13494" fmla="*/ 3966020 h 5143785"/>
              <a:gd name="connsiteX13495" fmla="*/ 1092994 w 3114960"/>
              <a:gd name="connsiteY13495" fmla="*/ 3830574 h 5143785"/>
              <a:gd name="connsiteX13496" fmla="*/ 1094613 w 3114960"/>
              <a:gd name="connsiteY13496" fmla="*/ 3830574 h 5143785"/>
              <a:gd name="connsiteX13497" fmla="*/ 1096994 w 3114960"/>
              <a:gd name="connsiteY13497" fmla="*/ 3828193 h 5143785"/>
              <a:gd name="connsiteX13498" fmla="*/ 1096994 w 3114960"/>
              <a:gd name="connsiteY13498" fmla="*/ 3809905 h 5143785"/>
              <a:gd name="connsiteX13499" fmla="*/ 1094613 w 3114960"/>
              <a:gd name="connsiteY13499" fmla="*/ 3807524 h 5143785"/>
              <a:gd name="connsiteX13500" fmla="*/ 1086612 w 3114960"/>
              <a:gd name="connsiteY13500" fmla="*/ 3807524 h 5143785"/>
              <a:gd name="connsiteX13501" fmla="*/ 1084231 w 3114960"/>
              <a:gd name="connsiteY13501" fmla="*/ 3809905 h 5143785"/>
              <a:gd name="connsiteX13502" fmla="*/ 1084231 w 3114960"/>
              <a:gd name="connsiteY13502" fmla="*/ 3828193 h 5143785"/>
              <a:gd name="connsiteX13503" fmla="*/ 1086612 w 3114960"/>
              <a:gd name="connsiteY13503" fmla="*/ 3830574 h 5143785"/>
              <a:gd name="connsiteX13504" fmla="*/ 1088231 w 3114960"/>
              <a:gd name="connsiteY13504" fmla="*/ 3830574 h 5143785"/>
              <a:gd name="connsiteX13505" fmla="*/ 1088231 w 3114960"/>
              <a:gd name="connsiteY13505" fmla="*/ 3964210 h 5143785"/>
              <a:gd name="connsiteX13506" fmla="*/ 1066800 w 3114960"/>
              <a:gd name="connsiteY13506" fmla="*/ 3988118 h 5143785"/>
              <a:gd name="connsiteX13507" fmla="*/ 1066800 w 3114960"/>
              <a:gd name="connsiteY13507" fmla="*/ 4119086 h 5143785"/>
              <a:gd name="connsiteX13508" fmla="*/ 1055751 w 3114960"/>
              <a:gd name="connsiteY13508" fmla="*/ 4127754 h 5143785"/>
              <a:gd name="connsiteX13509" fmla="*/ 1063562 w 3114960"/>
              <a:gd name="connsiteY13509" fmla="*/ 4146804 h 5143785"/>
              <a:gd name="connsiteX13510" fmla="*/ 1069181 w 3114960"/>
              <a:gd name="connsiteY13510" fmla="*/ 4147947 h 5143785"/>
              <a:gd name="connsiteX13511" fmla="*/ 1074706 w 3114960"/>
              <a:gd name="connsiteY13511" fmla="*/ 4146899 h 5143785"/>
              <a:gd name="connsiteX13512" fmla="*/ 1076325 w 3114960"/>
              <a:gd name="connsiteY13512" fmla="*/ 4145852 h 5143785"/>
              <a:gd name="connsiteX13513" fmla="*/ 1102995 w 3114960"/>
              <a:gd name="connsiteY13513" fmla="*/ 4168997 h 5143785"/>
              <a:gd name="connsiteX13514" fmla="*/ 1242251 w 3114960"/>
              <a:gd name="connsiteY13514" fmla="*/ 4168997 h 5143785"/>
              <a:gd name="connsiteX13515" fmla="*/ 1251299 w 3114960"/>
              <a:gd name="connsiteY13515" fmla="*/ 4178427 h 5143785"/>
              <a:gd name="connsiteX13516" fmla="*/ 1250728 w 3114960"/>
              <a:gd name="connsiteY13516" fmla="*/ 4190524 h 5143785"/>
              <a:gd name="connsiteX13517" fmla="*/ 1088993 w 3114960"/>
              <a:gd name="connsiteY13517" fmla="*/ 3812381 h 5143785"/>
              <a:gd name="connsiteX13518" fmla="*/ 1092232 w 3114960"/>
              <a:gd name="connsiteY13518" fmla="*/ 3812381 h 5143785"/>
              <a:gd name="connsiteX13519" fmla="*/ 1092232 w 3114960"/>
              <a:gd name="connsiteY13519" fmla="*/ 3825907 h 5143785"/>
              <a:gd name="connsiteX13520" fmla="*/ 1088993 w 3114960"/>
              <a:gd name="connsiteY13520" fmla="*/ 3825907 h 5143785"/>
              <a:gd name="connsiteX13521" fmla="*/ 1088993 w 3114960"/>
              <a:gd name="connsiteY13521" fmla="*/ 3812381 h 5143785"/>
              <a:gd name="connsiteX13522" fmla="*/ 1078230 w 3114960"/>
              <a:gd name="connsiteY13522" fmla="*/ 4137184 h 5143785"/>
              <a:gd name="connsiteX13523" fmla="*/ 1065371 w 3114960"/>
              <a:gd name="connsiteY13523" fmla="*/ 4142423 h 5143785"/>
              <a:gd name="connsiteX13524" fmla="*/ 1060133 w 3114960"/>
              <a:gd name="connsiteY13524" fmla="*/ 4129659 h 5143785"/>
              <a:gd name="connsiteX13525" fmla="*/ 1069181 w 3114960"/>
              <a:gd name="connsiteY13525" fmla="*/ 4123659 h 5143785"/>
              <a:gd name="connsiteX13526" fmla="*/ 1072991 w 3114960"/>
              <a:gd name="connsiteY13526" fmla="*/ 4124420 h 5143785"/>
              <a:gd name="connsiteX13527" fmla="*/ 1078230 w 3114960"/>
              <a:gd name="connsiteY13527" fmla="*/ 4137279 h 5143785"/>
              <a:gd name="connsiteX13528" fmla="*/ 710089 w 3114960"/>
              <a:gd name="connsiteY13528" fmla="*/ 200787 h 5143785"/>
              <a:gd name="connsiteX13529" fmla="*/ 714851 w 3114960"/>
              <a:gd name="connsiteY13529" fmla="*/ 200787 h 5143785"/>
              <a:gd name="connsiteX13530" fmla="*/ 714851 w 3114960"/>
              <a:gd name="connsiteY13530" fmla="*/ 218885 h 5143785"/>
              <a:gd name="connsiteX13531" fmla="*/ 710089 w 3114960"/>
              <a:gd name="connsiteY13531" fmla="*/ 218885 h 5143785"/>
              <a:gd name="connsiteX13532" fmla="*/ 710089 w 3114960"/>
              <a:gd name="connsiteY13532" fmla="*/ 200787 h 5143785"/>
              <a:gd name="connsiteX13533" fmla="*/ 648081 w 3114960"/>
              <a:gd name="connsiteY13533" fmla="*/ 55245 h 5143785"/>
              <a:gd name="connsiteX13534" fmla="*/ 652844 w 3114960"/>
              <a:gd name="connsiteY13534" fmla="*/ 55245 h 5143785"/>
              <a:gd name="connsiteX13535" fmla="*/ 652844 w 3114960"/>
              <a:gd name="connsiteY13535" fmla="*/ 73628 h 5143785"/>
              <a:gd name="connsiteX13536" fmla="*/ 648081 w 3114960"/>
              <a:gd name="connsiteY13536" fmla="*/ 73628 h 5143785"/>
              <a:gd name="connsiteX13537" fmla="*/ 648081 w 3114960"/>
              <a:gd name="connsiteY13537" fmla="*/ 55245 h 5143785"/>
              <a:gd name="connsiteX13538" fmla="*/ 710089 w 3114960"/>
              <a:gd name="connsiteY13538" fmla="*/ 95 h 5143785"/>
              <a:gd name="connsiteX13539" fmla="*/ 714851 w 3114960"/>
              <a:gd name="connsiteY13539" fmla="*/ 95 h 5143785"/>
              <a:gd name="connsiteX13540" fmla="*/ 714851 w 3114960"/>
              <a:gd name="connsiteY13540" fmla="*/ 1334 h 5143785"/>
              <a:gd name="connsiteX13541" fmla="*/ 710089 w 3114960"/>
              <a:gd name="connsiteY13541" fmla="*/ 1334 h 5143785"/>
              <a:gd name="connsiteX13542" fmla="*/ 710089 w 3114960"/>
              <a:gd name="connsiteY13542" fmla="*/ 95 h 5143785"/>
              <a:gd name="connsiteX13543" fmla="*/ 1451610 w 3114960"/>
              <a:gd name="connsiteY13543" fmla="*/ 4529423 h 5143785"/>
              <a:gd name="connsiteX13544" fmla="*/ 1451610 w 3114960"/>
              <a:gd name="connsiteY13544" fmla="*/ 4414933 h 5143785"/>
              <a:gd name="connsiteX13545" fmla="*/ 1456277 w 3114960"/>
              <a:gd name="connsiteY13545" fmla="*/ 4414933 h 5143785"/>
              <a:gd name="connsiteX13546" fmla="*/ 1467707 w 3114960"/>
              <a:gd name="connsiteY13546" fmla="*/ 4403408 h 5143785"/>
              <a:gd name="connsiteX13547" fmla="*/ 1467707 w 3114960"/>
              <a:gd name="connsiteY13547" fmla="*/ 4352068 h 5143785"/>
              <a:gd name="connsiteX13548" fmla="*/ 1456277 w 3114960"/>
              <a:gd name="connsiteY13548" fmla="*/ 4340543 h 5143785"/>
              <a:gd name="connsiteX13549" fmla="*/ 1452848 w 3114960"/>
              <a:gd name="connsiteY13549" fmla="*/ 4340543 h 5143785"/>
              <a:gd name="connsiteX13550" fmla="*/ 1452848 w 3114960"/>
              <a:gd name="connsiteY13550" fmla="*/ 4261866 h 5143785"/>
              <a:gd name="connsiteX13551" fmla="*/ 1462088 w 3114960"/>
              <a:gd name="connsiteY13551" fmla="*/ 4249770 h 5143785"/>
              <a:gd name="connsiteX13552" fmla="*/ 1451705 w 3114960"/>
              <a:gd name="connsiteY13552" fmla="*/ 4237482 h 5143785"/>
              <a:gd name="connsiteX13553" fmla="*/ 1451705 w 3114960"/>
              <a:gd name="connsiteY13553" fmla="*/ 4198144 h 5143785"/>
              <a:gd name="connsiteX13554" fmla="*/ 1395413 w 3114960"/>
              <a:gd name="connsiteY13554" fmla="*/ 4129088 h 5143785"/>
              <a:gd name="connsiteX13555" fmla="*/ 1395984 w 3114960"/>
              <a:gd name="connsiteY13555" fmla="*/ 4117086 h 5143785"/>
              <a:gd name="connsiteX13556" fmla="*/ 1382744 w 3114960"/>
              <a:gd name="connsiteY13556" fmla="*/ 4115467 h 5143785"/>
              <a:gd name="connsiteX13557" fmla="*/ 1381125 w 3114960"/>
              <a:gd name="connsiteY13557" fmla="*/ 4128707 h 5143785"/>
              <a:gd name="connsiteX13558" fmla="*/ 1391507 w 3114960"/>
              <a:gd name="connsiteY13558" fmla="*/ 4131755 h 5143785"/>
              <a:gd name="connsiteX13559" fmla="*/ 1447038 w 3114960"/>
              <a:gd name="connsiteY13559" fmla="*/ 4199763 h 5143785"/>
              <a:gd name="connsiteX13560" fmla="*/ 1447038 w 3114960"/>
              <a:gd name="connsiteY13560" fmla="*/ 4237482 h 5143785"/>
              <a:gd name="connsiteX13561" fmla="*/ 1436656 w 3114960"/>
              <a:gd name="connsiteY13561" fmla="*/ 4249770 h 5143785"/>
              <a:gd name="connsiteX13562" fmla="*/ 1445895 w 3114960"/>
              <a:gd name="connsiteY13562" fmla="*/ 4261866 h 5143785"/>
              <a:gd name="connsiteX13563" fmla="*/ 1445895 w 3114960"/>
              <a:gd name="connsiteY13563" fmla="*/ 4340543 h 5143785"/>
              <a:gd name="connsiteX13564" fmla="*/ 1442466 w 3114960"/>
              <a:gd name="connsiteY13564" fmla="*/ 4340543 h 5143785"/>
              <a:gd name="connsiteX13565" fmla="*/ 1431036 w 3114960"/>
              <a:gd name="connsiteY13565" fmla="*/ 4352068 h 5143785"/>
              <a:gd name="connsiteX13566" fmla="*/ 1431036 w 3114960"/>
              <a:gd name="connsiteY13566" fmla="*/ 4403408 h 5143785"/>
              <a:gd name="connsiteX13567" fmla="*/ 1442466 w 3114960"/>
              <a:gd name="connsiteY13567" fmla="*/ 4414933 h 5143785"/>
              <a:gd name="connsiteX13568" fmla="*/ 1444657 w 3114960"/>
              <a:gd name="connsiteY13568" fmla="*/ 4414933 h 5143785"/>
              <a:gd name="connsiteX13569" fmla="*/ 1444657 w 3114960"/>
              <a:gd name="connsiteY13569" fmla="*/ 4527995 h 5143785"/>
              <a:gd name="connsiteX13570" fmla="*/ 1379696 w 3114960"/>
              <a:gd name="connsiteY13570" fmla="*/ 4599242 h 5143785"/>
              <a:gd name="connsiteX13571" fmla="*/ 1371219 w 3114960"/>
              <a:gd name="connsiteY13571" fmla="*/ 4597146 h 5143785"/>
              <a:gd name="connsiteX13572" fmla="*/ 1352455 w 3114960"/>
              <a:gd name="connsiteY13572" fmla="*/ 4615911 h 5143785"/>
              <a:gd name="connsiteX13573" fmla="*/ 1371219 w 3114960"/>
              <a:gd name="connsiteY13573" fmla="*/ 4634675 h 5143785"/>
              <a:gd name="connsiteX13574" fmla="*/ 1389983 w 3114960"/>
              <a:gd name="connsiteY13574" fmla="*/ 4615911 h 5143785"/>
              <a:gd name="connsiteX13575" fmla="*/ 1385316 w 3114960"/>
              <a:gd name="connsiteY13575" fmla="*/ 4603719 h 5143785"/>
              <a:gd name="connsiteX13576" fmla="*/ 1450848 w 3114960"/>
              <a:gd name="connsiteY13576" fmla="*/ 4531900 h 5143785"/>
              <a:gd name="connsiteX13577" fmla="*/ 1451801 w 3114960"/>
              <a:gd name="connsiteY13577" fmla="*/ 4529519 h 5143785"/>
              <a:gd name="connsiteX13578" fmla="*/ 1371028 w 3114960"/>
              <a:gd name="connsiteY13578" fmla="*/ 4628103 h 5143785"/>
              <a:gd name="connsiteX13579" fmla="*/ 1358837 w 3114960"/>
              <a:gd name="connsiteY13579" fmla="*/ 4615911 h 5143785"/>
              <a:gd name="connsiteX13580" fmla="*/ 1371028 w 3114960"/>
              <a:gd name="connsiteY13580" fmla="*/ 4603719 h 5143785"/>
              <a:gd name="connsiteX13581" fmla="*/ 1383221 w 3114960"/>
              <a:gd name="connsiteY13581" fmla="*/ 4615911 h 5143785"/>
              <a:gd name="connsiteX13582" fmla="*/ 1371028 w 3114960"/>
              <a:gd name="connsiteY13582" fmla="*/ 4628103 h 5143785"/>
              <a:gd name="connsiteX13583" fmla="*/ 1441228 w 3114960"/>
              <a:gd name="connsiteY13583" fmla="*/ 4249960 h 5143785"/>
              <a:gd name="connsiteX13584" fmla="*/ 1449229 w 3114960"/>
              <a:gd name="connsiteY13584" fmla="*/ 4241959 h 5143785"/>
              <a:gd name="connsiteX13585" fmla="*/ 1457230 w 3114960"/>
              <a:gd name="connsiteY13585" fmla="*/ 4249960 h 5143785"/>
              <a:gd name="connsiteX13586" fmla="*/ 1449229 w 3114960"/>
              <a:gd name="connsiteY13586" fmla="*/ 4257961 h 5143785"/>
              <a:gd name="connsiteX13587" fmla="*/ 1441228 w 3114960"/>
              <a:gd name="connsiteY13587" fmla="*/ 4249960 h 5143785"/>
              <a:gd name="connsiteX13588" fmla="*/ 1437894 w 3114960"/>
              <a:gd name="connsiteY13588" fmla="*/ 4352163 h 5143785"/>
              <a:gd name="connsiteX13589" fmla="*/ 1442180 w 3114960"/>
              <a:gd name="connsiteY13589" fmla="*/ 4347782 h 5143785"/>
              <a:gd name="connsiteX13590" fmla="*/ 1456182 w 3114960"/>
              <a:gd name="connsiteY13590" fmla="*/ 4347782 h 5143785"/>
              <a:gd name="connsiteX13591" fmla="*/ 1460468 w 3114960"/>
              <a:gd name="connsiteY13591" fmla="*/ 4352163 h 5143785"/>
              <a:gd name="connsiteX13592" fmla="*/ 1460468 w 3114960"/>
              <a:gd name="connsiteY13592" fmla="*/ 4361117 h 5143785"/>
              <a:gd name="connsiteX13593" fmla="*/ 1437799 w 3114960"/>
              <a:gd name="connsiteY13593" fmla="*/ 4361117 h 5143785"/>
              <a:gd name="connsiteX13594" fmla="*/ 1437799 w 3114960"/>
              <a:gd name="connsiteY13594" fmla="*/ 4352163 h 5143785"/>
              <a:gd name="connsiteX13595" fmla="*/ 1442276 w 3114960"/>
              <a:gd name="connsiteY13595" fmla="*/ 4407789 h 5143785"/>
              <a:gd name="connsiteX13596" fmla="*/ 1437989 w 3114960"/>
              <a:gd name="connsiteY13596" fmla="*/ 4403408 h 5143785"/>
              <a:gd name="connsiteX13597" fmla="*/ 1437989 w 3114960"/>
              <a:gd name="connsiteY13597" fmla="*/ 4391692 h 5143785"/>
              <a:gd name="connsiteX13598" fmla="*/ 1460659 w 3114960"/>
              <a:gd name="connsiteY13598" fmla="*/ 4391692 h 5143785"/>
              <a:gd name="connsiteX13599" fmla="*/ 1460659 w 3114960"/>
              <a:gd name="connsiteY13599" fmla="*/ 4403408 h 5143785"/>
              <a:gd name="connsiteX13600" fmla="*/ 1456373 w 3114960"/>
              <a:gd name="connsiteY13600" fmla="*/ 4407789 h 5143785"/>
              <a:gd name="connsiteX13601" fmla="*/ 1442371 w 3114960"/>
              <a:gd name="connsiteY13601" fmla="*/ 4407789 h 5143785"/>
              <a:gd name="connsiteX13602" fmla="*/ 1172242 w 3114960"/>
              <a:gd name="connsiteY13602" fmla="*/ 4475417 h 5143785"/>
              <a:gd name="connsiteX13603" fmla="*/ 1139571 w 3114960"/>
              <a:gd name="connsiteY13603" fmla="*/ 4446175 h 5143785"/>
              <a:gd name="connsiteX13604" fmla="*/ 1073658 w 3114960"/>
              <a:gd name="connsiteY13604" fmla="*/ 4446175 h 5143785"/>
              <a:gd name="connsiteX13605" fmla="*/ 1066514 w 3114960"/>
              <a:gd name="connsiteY13605" fmla="*/ 4436364 h 5143785"/>
              <a:gd name="connsiteX13606" fmla="*/ 1050608 w 3114960"/>
              <a:gd name="connsiteY13606" fmla="*/ 4442841 h 5143785"/>
              <a:gd name="connsiteX13607" fmla="*/ 1057085 w 3114960"/>
              <a:gd name="connsiteY13607" fmla="*/ 4458748 h 5143785"/>
              <a:gd name="connsiteX13608" fmla="*/ 1072991 w 3114960"/>
              <a:gd name="connsiteY13608" fmla="*/ 4452271 h 5143785"/>
              <a:gd name="connsiteX13609" fmla="*/ 1073277 w 3114960"/>
              <a:gd name="connsiteY13609" fmla="*/ 4450842 h 5143785"/>
              <a:gd name="connsiteX13610" fmla="*/ 1137761 w 3114960"/>
              <a:gd name="connsiteY13610" fmla="*/ 4450842 h 5143785"/>
              <a:gd name="connsiteX13611" fmla="*/ 1170432 w 3114960"/>
              <a:gd name="connsiteY13611" fmla="*/ 4480084 h 5143785"/>
              <a:gd name="connsiteX13612" fmla="*/ 1227106 w 3114960"/>
              <a:gd name="connsiteY13612" fmla="*/ 4479703 h 5143785"/>
              <a:gd name="connsiteX13613" fmla="*/ 1227868 w 3114960"/>
              <a:gd name="connsiteY13613" fmla="*/ 4479703 h 5143785"/>
              <a:gd name="connsiteX13614" fmla="*/ 1245584 w 3114960"/>
              <a:gd name="connsiteY13614" fmla="*/ 4467035 h 5143785"/>
              <a:gd name="connsiteX13615" fmla="*/ 1245584 w 3114960"/>
              <a:gd name="connsiteY13615" fmla="*/ 4365879 h 5143785"/>
              <a:gd name="connsiteX13616" fmla="*/ 1267682 w 3114960"/>
              <a:gd name="connsiteY13616" fmla="*/ 4346734 h 5143785"/>
              <a:gd name="connsiteX13617" fmla="*/ 1267682 w 3114960"/>
              <a:gd name="connsiteY13617" fmla="*/ 4285393 h 5143785"/>
              <a:gd name="connsiteX13618" fmla="*/ 1273302 w 3114960"/>
              <a:gd name="connsiteY13618" fmla="*/ 4282250 h 5143785"/>
              <a:gd name="connsiteX13619" fmla="*/ 1277969 w 3114960"/>
              <a:gd name="connsiteY13619" fmla="*/ 4272153 h 5143785"/>
              <a:gd name="connsiteX13620" fmla="*/ 1274064 w 3114960"/>
              <a:gd name="connsiteY13620" fmla="*/ 4261771 h 5143785"/>
              <a:gd name="connsiteX13621" fmla="*/ 1253490 w 3114960"/>
              <a:gd name="connsiteY13621" fmla="*/ 4261009 h 5143785"/>
              <a:gd name="connsiteX13622" fmla="*/ 1252728 w 3114960"/>
              <a:gd name="connsiteY13622" fmla="*/ 4281583 h 5143785"/>
              <a:gd name="connsiteX13623" fmla="*/ 1252728 w 3114960"/>
              <a:gd name="connsiteY13623" fmla="*/ 4281583 h 5143785"/>
              <a:gd name="connsiteX13624" fmla="*/ 1262825 w 3114960"/>
              <a:gd name="connsiteY13624" fmla="*/ 4286250 h 5143785"/>
              <a:gd name="connsiteX13625" fmla="*/ 1262825 w 3114960"/>
              <a:gd name="connsiteY13625" fmla="*/ 4286250 h 5143785"/>
              <a:gd name="connsiteX13626" fmla="*/ 1262825 w 3114960"/>
              <a:gd name="connsiteY13626" fmla="*/ 4344638 h 5143785"/>
              <a:gd name="connsiteX13627" fmla="*/ 1240631 w 3114960"/>
              <a:gd name="connsiteY13627" fmla="*/ 4363784 h 5143785"/>
              <a:gd name="connsiteX13628" fmla="*/ 1240631 w 3114960"/>
              <a:gd name="connsiteY13628" fmla="*/ 4464654 h 5143785"/>
              <a:gd name="connsiteX13629" fmla="*/ 1226344 w 3114960"/>
              <a:gd name="connsiteY13629" fmla="*/ 4474940 h 5143785"/>
              <a:gd name="connsiteX13630" fmla="*/ 1172337 w 3114960"/>
              <a:gd name="connsiteY13630" fmla="*/ 4475226 h 5143785"/>
              <a:gd name="connsiteX13631" fmla="*/ 1256062 w 3114960"/>
              <a:gd name="connsiteY13631" fmla="*/ 4278535 h 5143785"/>
              <a:gd name="connsiteX13632" fmla="*/ 1256538 w 3114960"/>
              <a:gd name="connsiteY13632" fmla="*/ 4264724 h 5143785"/>
              <a:gd name="connsiteX13633" fmla="*/ 1270349 w 3114960"/>
              <a:gd name="connsiteY13633" fmla="*/ 4265200 h 5143785"/>
              <a:gd name="connsiteX13634" fmla="*/ 1272921 w 3114960"/>
              <a:gd name="connsiteY13634" fmla="*/ 4272248 h 5143785"/>
              <a:gd name="connsiteX13635" fmla="*/ 1269778 w 3114960"/>
              <a:gd name="connsiteY13635" fmla="*/ 4279106 h 5143785"/>
              <a:gd name="connsiteX13636" fmla="*/ 1262729 w 3114960"/>
              <a:gd name="connsiteY13636" fmla="*/ 4281773 h 5143785"/>
              <a:gd name="connsiteX13637" fmla="*/ 1255967 w 3114960"/>
              <a:gd name="connsiteY13637" fmla="*/ 4278630 h 5143785"/>
              <a:gd name="connsiteX13638" fmla="*/ 1500473 w 3114960"/>
              <a:gd name="connsiteY13638" fmla="*/ 4541425 h 5143785"/>
              <a:gd name="connsiteX13639" fmla="*/ 1500473 w 3114960"/>
              <a:gd name="connsiteY13639" fmla="*/ 4415028 h 5143785"/>
              <a:gd name="connsiteX13640" fmla="*/ 1503902 w 3114960"/>
              <a:gd name="connsiteY13640" fmla="*/ 4415028 h 5143785"/>
              <a:gd name="connsiteX13641" fmla="*/ 1515332 w 3114960"/>
              <a:gd name="connsiteY13641" fmla="*/ 4403503 h 5143785"/>
              <a:gd name="connsiteX13642" fmla="*/ 1515332 w 3114960"/>
              <a:gd name="connsiteY13642" fmla="*/ 4352163 h 5143785"/>
              <a:gd name="connsiteX13643" fmla="*/ 1503902 w 3114960"/>
              <a:gd name="connsiteY13643" fmla="*/ 4340638 h 5143785"/>
              <a:gd name="connsiteX13644" fmla="*/ 1500473 w 3114960"/>
              <a:gd name="connsiteY13644" fmla="*/ 4340638 h 5143785"/>
              <a:gd name="connsiteX13645" fmla="*/ 1500473 w 3114960"/>
              <a:gd name="connsiteY13645" fmla="*/ 4257199 h 5143785"/>
              <a:gd name="connsiteX13646" fmla="*/ 1507331 w 3114960"/>
              <a:gd name="connsiteY13646" fmla="*/ 4247484 h 5143785"/>
              <a:gd name="connsiteX13647" fmla="*/ 1499426 w 3114960"/>
              <a:gd name="connsiteY13647" fmla="*/ 4237578 h 5143785"/>
              <a:gd name="connsiteX13648" fmla="*/ 1499902 w 3114960"/>
              <a:gd name="connsiteY13648" fmla="*/ 4200430 h 5143785"/>
              <a:gd name="connsiteX13649" fmla="*/ 1568387 w 3114960"/>
              <a:gd name="connsiteY13649" fmla="*/ 4116800 h 5143785"/>
              <a:gd name="connsiteX13650" fmla="*/ 1568958 w 3114960"/>
              <a:gd name="connsiteY13650" fmla="*/ 4098131 h 5143785"/>
              <a:gd name="connsiteX13651" fmla="*/ 1667351 w 3114960"/>
              <a:gd name="connsiteY13651" fmla="*/ 3982022 h 5143785"/>
              <a:gd name="connsiteX13652" fmla="*/ 1667923 w 3114960"/>
              <a:gd name="connsiteY13652" fmla="*/ 3981355 h 5143785"/>
              <a:gd name="connsiteX13653" fmla="*/ 1667923 w 3114960"/>
              <a:gd name="connsiteY13653" fmla="*/ 3972116 h 5143785"/>
              <a:gd name="connsiteX13654" fmla="*/ 1677448 w 3114960"/>
              <a:gd name="connsiteY13654" fmla="*/ 3972116 h 5143785"/>
              <a:gd name="connsiteX13655" fmla="*/ 1682782 w 3114960"/>
              <a:gd name="connsiteY13655" fmla="*/ 3966782 h 5143785"/>
              <a:gd name="connsiteX13656" fmla="*/ 1682782 w 3114960"/>
              <a:gd name="connsiteY13656" fmla="*/ 3942398 h 5143785"/>
              <a:gd name="connsiteX13657" fmla="*/ 1677924 w 3114960"/>
              <a:gd name="connsiteY13657" fmla="*/ 3937540 h 5143785"/>
              <a:gd name="connsiteX13658" fmla="*/ 1653540 w 3114960"/>
              <a:gd name="connsiteY13658" fmla="*/ 3937540 h 5143785"/>
              <a:gd name="connsiteX13659" fmla="*/ 1648206 w 3114960"/>
              <a:gd name="connsiteY13659" fmla="*/ 3942874 h 5143785"/>
              <a:gd name="connsiteX13660" fmla="*/ 1648206 w 3114960"/>
              <a:gd name="connsiteY13660" fmla="*/ 3966782 h 5143785"/>
              <a:gd name="connsiteX13661" fmla="*/ 1653540 w 3114960"/>
              <a:gd name="connsiteY13661" fmla="*/ 3972116 h 5143785"/>
              <a:gd name="connsiteX13662" fmla="*/ 1663065 w 3114960"/>
              <a:gd name="connsiteY13662" fmla="*/ 3972116 h 5143785"/>
              <a:gd name="connsiteX13663" fmla="*/ 1663065 w 3114960"/>
              <a:gd name="connsiteY13663" fmla="*/ 3979545 h 5143785"/>
              <a:gd name="connsiteX13664" fmla="*/ 1564672 w 3114960"/>
              <a:gd name="connsiteY13664" fmla="*/ 4095655 h 5143785"/>
              <a:gd name="connsiteX13665" fmla="*/ 1564100 w 3114960"/>
              <a:gd name="connsiteY13665" fmla="*/ 4096322 h 5143785"/>
              <a:gd name="connsiteX13666" fmla="*/ 1563529 w 3114960"/>
              <a:gd name="connsiteY13666" fmla="*/ 4114991 h 5143785"/>
              <a:gd name="connsiteX13667" fmla="*/ 1495520 w 3114960"/>
              <a:gd name="connsiteY13667" fmla="*/ 4198049 h 5143785"/>
              <a:gd name="connsiteX13668" fmla="*/ 1494949 w 3114960"/>
              <a:gd name="connsiteY13668" fmla="*/ 4198715 h 5143785"/>
              <a:gd name="connsiteX13669" fmla="*/ 1494473 w 3114960"/>
              <a:gd name="connsiteY13669" fmla="*/ 4237482 h 5143785"/>
              <a:gd name="connsiteX13670" fmla="*/ 1486281 w 3114960"/>
              <a:gd name="connsiteY13670" fmla="*/ 4247484 h 5143785"/>
              <a:gd name="connsiteX13671" fmla="*/ 1493139 w 3114960"/>
              <a:gd name="connsiteY13671" fmla="*/ 4257199 h 5143785"/>
              <a:gd name="connsiteX13672" fmla="*/ 1493139 w 3114960"/>
              <a:gd name="connsiteY13672" fmla="*/ 4340638 h 5143785"/>
              <a:gd name="connsiteX13673" fmla="*/ 1489710 w 3114960"/>
              <a:gd name="connsiteY13673" fmla="*/ 4340638 h 5143785"/>
              <a:gd name="connsiteX13674" fmla="*/ 1478185 w 3114960"/>
              <a:gd name="connsiteY13674" fmla="*/ 4352163 h 5143785"/>
              <a:gd name="connsiteX13675" fmla="*/ 1478185 w 3114960"/>
              <a:gd name="connsiteY13675" fmla="*/ 4403503 h 5143785"/>
              <a:gd name="connsiteX13676" fmla="*/ 1489710 w 3114960"/>
              <a:gd name="connsiteY13676" fmla="*/ 4415028 h 5143785"/>
              <a:gd name="connsiteX13677" fmla="*/ 1493139 w 3114960"/>
              <a:gd name="connsiteY13677" fmla="*/ 4415028 h 5143785"/>
              <a:gd name="connsiteX13678" fmla="*/ 1493139 w 3114960"/>
              <a:gd name="connsiteY13678" fmla="*/ 4540092 h 5143785"/>
              <a:gd name="connsiteX13679" fmla="*/ 1439418 w 3114960"/>
              <a:gd name="connsiteY13679" fmla="*/ 4600194 h 5143785"/>
              <a:gd name="connsiteX13680" fmla="*/ 1432655 w 3114960"/>
              <a:gd name="connsiteY13680" fmla="*/ 4598861 h 5143785"/>
              <a:gd name="connsiteX13681" fmla="*/ 1414082 w 3114960"/>
              <a:gd name="connsiteY13681" fmla="*/ 4617244 h 5143785"/>
              <a:gd name="connsiteX13682" fmla="*/ 1432655 w 3114960"/>
              <a:gd name="connsiteY13682" fmla="*/ 4635627 h 5143785"/>
              <a:gd name="connsiteX13683" fmla="*/ 1451229 w 3114960"/>
              <a:gd name="connsiteY13683" fmla="*/ 4617244 h 5143785"/>
              <a:gd name="connsiteX13684" fmla="*/ 1445514 w 3114960"/>
              <a:gd name="connsiteY13684" fmla="*/ 4604004 h 5143785"/>
              <a:gd name="connsiteX13685" fmla="*/ 1499235 w 3114960"/>
              <a:gd name="connsiteY13685" fmla="*/ 4543806 h 5143785"/>
              <a:gd name="connsiteX13686" fmla="*/ 1500188 w 3114960"/>
              <a:gd name="connsiteY13686" fmla="*/ 4541425 h 5143785"/>
              <a:gd name="connsiteX13687" fmla="*/ 1653635 w 3114960"/>
              <a:gd name="connsiteY13687" fmla="*/ 3967353 h 5143785"/>
              <a:gd name="connsiteX13688" fmla="*/ 1653159 w 3114960"/>
              <a:gd name="connsiteY13688" fmla="*/ 3966877 h 5143785"/>
              <a:gd name="connsiteX13689" fmla="*/ 1653159 w 3114960"/>
              <a:gd name="connsiteY13689" fmla="*/ 3942969 h 5143785"/>
              <a:gd name="connsiteX13690" fmla="*/ 1653635 w 3114960"/>
              <a:gd name="connsiteY13690" fmla="*/ 3942493 h 5143785"/>
              <a:gd name="connsiteX13691" fmla="*/ 1678019 w 3114960"/>
              <a:gd name="connsiteY13691" fmla="*/ 3942493 h 5143785"/>
              <a:gd name="connsiteX13692" fmla="*/ 1678019 w 3114960"/>
              <a:gd name="connsiteY13692" fmla="*/ 3966877 h 5143785"/>
              <a:gd name="connsiteX13693" fmla="*/ 1677543 w 3114960"/>
              <a:gd name="connsiteY13693" fmla="*/ 3967353 h 5143785"/>
              <a:gd name="connsiteX13694" fmla="*/ 1653635 w 3114960"/>
              <a:gd name="connsiteY13694" fmla="*/ 3967353 h 5143785"/>
              <a:gd name="connsiteX13695" fmla="*/ 1432941 w 3114960"/>
              <a:gd name="connsiteY13695" fmla="*/ 4629245 h 5143785"/>
              <a:gd name="connsiteX13696" fmla="*/ 1420844 w 3114960"/>
              <a:gd name="connsiteY13696" fmla="*/ 4617244 h 5143785"/>
              <a:gd name="connsiteX13697" fmla="*/ 1432941 w 3114960"/>
              <a:gd name="connsiteY13697" fmla="*/ 4605243 h 5143785"/>
              <a:gd name="connsiteX13698" fmla="*/ 1445038 w 3114960"/>
              <a:gd name="connsiteY13698" fmla="*/ 4617244 h 5143785"/>
              <a:gd name="connsiteX13699" fmla="*/ 1432941 w 3114960"/>
              <a:gd name="connsiteY13699" fmla="*/ 4629245 h 5143785"/>
              <a:gd name="connsiteX13700" fmla="*/ 1485614 w 3114960"/>
              <a:gd name="connsiteY13700" fmla="*/ 4352163 h 5143785"/>
              <a:gd name="connsiteX13701" fmla="*/ 1489996 w 3114960"/>
              <a:gd name="connsiteY13701" fmla="*/ 4347782 h 5143785"/>
              <a:gd name="connsiteX13702" fmla="*/ 1503998 w 3114960"/>
              <a:gd name="connsiteY13702" fmla="*/ 4347782 h 5143785"/>
              <a:gd name="connsiteX13703" fmla="*/ 1508284 w 3114960"/>
              <a:gd name="connsiteY13703" fmla="*/ 4352163 h 5143785"/>
              <a:gd name="connsiteX13704" fmla="*/ 1508284 w 3114960"/>
              <a:gd name="connsiteY13704" fmla="*/ 4361117 h 5143785"/>
              <a:gd name="connsiteX13705" fmla="*/ 1485614 w 3114960"/>
              <a:gd name="connsiteY13705" fmla="*/ 4361117 h 5143785"/>
              <a:gd name="connsiteX13706" fmla="*/ 1485614 w 3114960"/>
              <a:gd name="connsiteY13706" fmla="*/ 4352163 h 5143785"/>
              <a:gd name="connsiteX13707" fmla="*/ 1489996 w 3114960"/>
              <a:gd name="connsiteY13707" fmla="*/ 4407789 h 5143785"/>
              <a:gd name="connsiteX13708" fmla="*/ 1485614 w 3114960"/>
              <a:gd name="connsiteY13708" fmla="*/ 4403408 h 5143785"/>
              <a:gd name="connsiteX13709" fmla="*/ 1485614 w 3114960"/>
              <a:gd name="connsiteY13709" fmla="*/ 4391692 h 5143785"/>
              <a:gd name="connsiteX13710" fmla="*/ 1508284 w 3114960"/>
              <a:gd name="connsiteY13710" fmla="*/ 4391692 h 5143785"/>
              <a:gd name="connsiteX13711" fmla="*/ 1508284 w 3114960"/>
              <a:gd name="connsiteY13711" fmla="*/ 4403408 h 5143785"/>
              <a:gd name="connsiteX13712" fmla="*/ 1503998 w 3114960"/>
              <a:gd name="connsiteY13712" fmla="*/ 4407789 h 5143785"/>
              <a:gd name="connsiteX13713" fmla="*/ 1489996 w 3114960"/>
              <a:gd name="connsiteY13713" fmla="*/ 4407789 h 5143785"/>
              <a:gd name="connsiteX13714" fmla="*/ 652844 w 3114960"/>
              <a:gd name="connsiteY13714" fmla="*/ 110395 h 5143785"/>
              <a:gd name="connsiteX13715" fmla="*/ 648081 w 3114960"/>
              <a:gd name="connsiteY13715" fmla="*/ 110395 h 5143785"/>
              <a:gd name="connsiteX13716" fmla="*/ 648081 w 3114960"/>
              <a:gd name="connsiteY13716" fmla="*/ 92012 h 5143785"/>
              <a:gd name="connsiteX13717" fmla="*/ 652844 w 3114960"/>
              <a:gd name="connsiteY13717" fmla="*/ 92012 h 5143785"/>
              <a:gd name="connsiteX13718" fmla="*/ 652844 w 3114960"/>
              <a:gd name="connsiteY13718" fmla="*/ 110395 h 5143785"/>
              <a:gd name="connsiteX13719" fmla="*/ 652844 w 3114960"/>
              <a:gd name="connsiteY13719" fmla="*/ 183833 h 5143785"/>
              <a:gd name="connsiteX13720" fmla="*/ 648081 w 3114960"/>
              <a:gd name="connsiteY13720" fmla="*/ 183833 h 5143785"/>
              <a:gd name="connsiteX13721" fmla="*/ 648081 w 3114960"/>
              <a:gd name="connsiteY13721" fmla="*/ 165449 h 5143785"/>
              <a:gd name="connsiteX13722" fmla="*/ 652844 w 3114960"/>
              <a:gd name="connsiteY13722" fmla="*/ 165449 h 5143785"/>
              <a:gd name="connsiteX13723" fmla="*/ 652844 w 3114960"/>
              <a:gd name="connsiteY13723" fmla="*/ 183833 h 5143785"/>
              <a:gd name="connsiteX13724" fmla="*/ 648081 w 3114960"/>
              <a:gd name="connsiteY13724" fmla="*/ 18479 h 5143785"/>
              <a:gd name="connsiteX13725" fmla="*/ 652844 w 3114960"/>
              <a:gd name="connsiteY13725" fmla="*/ 18479 h 5143785"/>
              <a:gd name="connsiteX13726" fmla="*/ 652844 w 3114960"/>
              <a:gd name="connsiteY13726" fmla="*/ 36862 h 5143785"/>
              <a:gd name="connsiteX13727" fmla="*/ 648081 w 3114960"/>
              <a:gd name="connsiteY13727" fmla="*/ 36862 h 5143785"/>
              <a:gd name="connsiteX13728" fmla="*/ 648081 w 3114960"/>
              <a:gd name="connsiteY13728" fmla="*/ 18479 h 5143785"/>
              <a:gd name="connsiteX13729" fmla="*/ 648081 w 3114960"/>
              <a:gd name="connsiteY13729" fmla="*/ 128778 h 5143785"/>
              <a:gd name="connsiteX13730" fmla="*/ 652844 w 3114960"/>
              <a:gd name="connsiteY13730" fmla="*/ 128778 h 5143785"/>
              <a:gd name="connsiteX13731" fmla="*/ 652844 w 3114960"/>
              <a:gd name="connsiteY13731" fmla="*/ 147161 h 5143785"/>
              <a:gd name="connsiteX13732" fmla="*/ 648081 w 3114960"/>
              <a:gd name="connsiteY13732" fmla="*/ 147161 h 5143785"/>
              <a:gd name="connsiteX13733" fmla="*/ 648081 w 3114960"/>
              <a:gd name="connsiteY13733" fmla="*/ 128778 h 5143785"/>
              <a:gd name="connsiteX13734" fmla="*/ 710089 w 3114960"/>
              <a:gd name="connsiteY13734" fmla="*/ 164497 h 5143785"/>
              <a:gd name="connsiteX13735" fmla="*/ 714851 w 3114960"/>
              <a:gd name="connsiteY13735" fmla="*/ 164497 h 5143785"/>
              <a:gd name="connsiteX13736" fmla="*/ 714851 w 3114960"/>
              <a:gd name="connsiteY13736" fmla="*/ 182594 h 5143785"/>
              <a:gd name="connsiteX13737" fmla="*/ 710089 w 3114960"/>
              <a:gd name="connsiteY13737" fmla="*/ 182594 h 5143785"/>
              <a:gd name="connsiteX13738" fmla="*/ 710089 w 3114960"/>
              <a:gd name="connsiteY13738" fmla="*/ 164497 h 5143785"/>
              <a:gd name="connsiteX13739" fmla="*/ 778097 w 3114960"/>
              <a:gd name="connsiteY13739" fmla="*/ 1143 h 5143785"/>
              <a:gd name="connsiteX13740" fmla="*/ 773144 w 3114960"/>
              <a:gd name="connsiteY13740" fmla="*/ 95 h 5143785"/>
              <a:gd name="connsiteX13741" fmla="*/ 784098 w 3114960"/>
              <a:gd name="connsiteY13741" fmla="*/ 95 h 5143785"/>
              <a:gd name="connsiteX13742" fmla="*/ 778669 w 3114960"/>
              <a:gd name="connsiteY13742" fmla="*/ 1238 h 5143785"/>
              <a:gd name="connsiteX13743" fmla="*/ 778097 w 3114960"/>
              <a:gd name="connsiteY13743" fmla="*/ 1238 h 5143785"/>
              <a:gd name="connsiteX13744" fmla="*/ 924020 w 3114960"/>
              <a:gd name="connsiteY13744" fmla="*/ 2559177 h 5143785"/>
              <a:gd name="connsiteX13745" fmla="*/ 916877 w 3114960"/>
              <a:gd name="connsiteY13745" fmla="*/ 2559177 h 5143785"/>
              <a:gd name="connsiteX13746" fmla="*/ 907733 w 3114960"/>
              <a:gd name="connsiteY13746" fmla="*/ 2568321 h 5143785"/>
              <a:gd name="connsiteX13747" fmla="*/ 907733 w 3114960"/>
              <a:gd name="connsiteY13747" fmla="*/ 2575465 h 5143785"/>
              <a:gd name="connsiteX13748" fmla="*/ 916877 w 3114960"/>
              <a:gd name="connsiteY13748" fmla="*/ 2584609 h 5143785"/>
              <a:gd name="connsiteX13749" fmla="*/ 920496 w 3114960"/>
              <a:gd name="connsiteY13749" fmla="*/ 2586133 h 5143785"/>
              <a:gd name="connsiteX13750" fmla="*/ 924116 w 3114960"/>
              <a:gd name="connsiteY13750" fmla="*/ 2584609 h 5143785"/>
              <a:gd name="connsiteX13751" fmla="*/ 926306 w 3114960"/>
              <a:gd name="connsiteY13751" fmla="*/ 2582418 h 5143785"/>
              <a:gd name="connsiteX13752" fmla="*/ 995077 w 3114960"/>
              <a:gd name="connsiteY13752" fmla="*/ 2664905 h 5143785"/>
              <a:gd name="connsiteX13753" fmla="*/ 994124 w 3114960"/>
              <a:gd name="connsiteY13753" fmla="*/ 2758345 h 5143785"/>
              <a:gd name="connsiteX13754" fmla="*/ 970598 w 3114960"/>
              <a:gd name="connsiteY13754" fmla="*/ 2758345 h 5143785"/>
              <a:gd name="connsiteX13755" fmla="*/ 970598 w 3114960"/>
              <a:gd name="connsiteY13755" fmla="*/ 2749963 h 5143785"/>
              <a:gd name="connsiteX13756" fmla="*/ 961835 w 3114960"/>
              <a:gd name="connsiteY13756" fmla="*/ 2741295 h 5143785"/>
              <a:gd name="connsiteX13757" fmla="*/ 845249 w 3114960"/>
              <a:gd name="connsiteY13757" fmla="*/ 2741295 h 5143785"/>
              <a:gd name="connsiteX13758" fmla="*/ 836486 w 3114960"/>
              <a:gd name="connsiteY13758" fmla="*/ 2749963 h 5143785"/>
              <a:gd name="connsiteX13759" fmla="*/ 836486 w 3114960"/>
              <a:gd name="connsiteY13759" fmla="*/ 2758345 h 5143785"/>
              <a:gd name="connsiteX13760" fmla="*/ 768001 w 3114960"/>
              <a:gd name="connsiteY13760" fmla="*/ 2758535 h 5143785"/>
              <a:gd name="connsiteX13761" fmla="*/ 702659 w 3114960"/>
              <a:gd name="connsiteY13761" fmla="*/ 2826353 h 5143785"/>
              <a:gd name="connsiteX13762" fmla="*/ 644271 w 3114960"/>
              <a:gd name="connsiteY13762" fmla="*/ 2826163 h 5143785"/>
              <a:gd name="connsiteX13763" fmla="*/ 642176 w 3114960"/>
              <a:gd name="connsiteY13763" fmla="*/ 2816638 h 5143785"/>
              <a:gd name="connsiteX13764" fmla="*/ 626840 w 3114960"/>
              <a:gd name="connsiteY13764" fmla="*/ 2800636 h 5143785"/>
              <a:gd name="connsiteX13765" fmla="*/ 620077 w 3114960"/>
              <a:gd name="connsiteY13765" fmla="*/ 2797683 h 5143785"/>
              <a:gd name="connsiteX13766" fmla="*/ 617125 w 3114960"/>
              <a:gd name="connsiteY13766" fmla="*/ 2798159 h 5143785"/>
              <a:gd name="connsiteX13767" fmla="*/ 620173 w 3114960"/>
              <a:gd name="connsiteY13767" fmla="*/ 2774347 h 5143785"/>
              <a:gd name="connsiteX13768" fmla="*/ 563690 w 3114960"/>
              <a:gd name="connsiteY13768" fmla="*/ 2715292 h 5143785"/>
              <a:gd name="connsiteX13769" fmla="*/ 563309 w 3114960"/>
              <a:gd name="connsiteY13769" fmla="*/ 2714911 h 5143785"/>
              <a:gd name="connsiteX13770" fmla="*/ 532162 w 3114960"/>
              <a:gd name="connsiteY13770" fmla="*/ 2714911 h 5143785"/>
              <a:gd name="connsiteX13771" fmla="*/ 479774 w 3114960"/>
              <a:gd name="connsiteY13771" fmla="*/ 2659666 h 5143785"/>
              <a:gd name="connsiteX13772" fmla="*/ 480441 w 3114960"/>
              <a:gd name="connsiteY13772" fmla="*/ 2657475 h 5143785"/>
              <a:gd name="connsiteX13773" fmla="*/ 480727 w 3114960"/>
              <a:gd name="connsiteY13773" fmla="*/ 2642711 h 5143785"/>
              <a:gd name="connsiteX13774" fmla="*/ 476250 w 3114960"/>
              <a:gd name="connsiteY13774" fmla="*/ 2638044 h 5143785"/>
              <a:gd name="connsiteX13775" fmla="*/ 461486 w 3114960"/>
              <a:gd name="connsiteY13775" fmla="*/ 2637759 h 5143785"/>
              <a:gd name="connsiteX13776" fmla="*/ 456819 w 3114960"/>
              <a:gd name="connsiteY13776" fmla="*/ 2642235 h 5143785"/>
              <a:gd name="connsiteX13777" fmla="*/ 456533 w 3114960"/>
              <a:gd name="connsiteY13777" fmla="*/ 2656999 h 5143785"/>
              <a:gd name="connsiteX13778" fmla="*/ 461010 w 3114960"/>
              <a:gd name="connsiteY13778" fmla="*/ 2661666 h 5143785"/>
              <a:gd name="connsiteX13779" fmla="*/ 475774 w 3114960"/>
              <a:gd name="connsiteY13779" fmla="*/ 2661952 h 5143785"/>
              <a:gd name="connsiteX13780" fmla="*/ 478060 w 3114960"/>
              <a:gd name="connsiteY13780" fmla="*/ 2661285 h 5143785"/>
              <a:gd name="connsiteX13781" fmla="*/ 531114 w 3114960"/>
              <a:gd name="connsiteY13781" fmla="*/ 2717387 h 5143785"/>
              <a:gd name="connsiteX13782" fmla="*/ 562261 w 3114960"/>
              <a:gd name="connsiteY13782" fmla="*/ 2717387 h 5143785"/>
              <a:gd name="connsiteX13783" fmla="*/ 617601 w 3114960"/>
              <a:gd name="connsiteY13783" fmla="*/ 2775109 h 5143785"/>
              <a:gd name="connsiteX13784" fmla="*/ 614458 w 3114960"/>
              <a:gd name="connsiteY13784" fmla="*/ 2799493 h 5143785"/>
              <a:gd name="connsiteX13785" fmla="*/ 613124 w 3114960"/>
              <a:gd name="connsiteY13785" fmla="*/ 2800350 h 5143785"/>
              <a:gd name="connsiteX13786" fmla="*/ 610743 w 3114960"/>
              <a:gd name="connsiteY13786" fmla="*/ 2802636 h 5143785"/>
              <a:gd name="connsiteX13787" fmla="*/ 610457 w 3114960"/>
              <a:gd name="connsiteY13787" fmla="*/ 2816257 h 5143785"/>
              <a:gd name="connsiteX13788" fmla="*/ 625793 w 3114960"/>
              <a:gd name="connsiteY13788" fmla="*/ 2832259 h 5143785"/>
              <a:gd name="connsiteX13789" fmla="*/ 632555 w 3114960"/>
              <a:gd name="connsiteY13789" fmla="*/ 2835212 h 5143785"/>
              <a:gd name="connsiteX13790" fmla="*/ 632746 w 3114960"/>
              <a:gd name="connsiteY13790" fmla="*/ 2835212 h 5143785"/>
              <a:gd name="connsiteX13791" fmla="*/ 639413 w 3114960"/>
              <a:gd name="connsiteY13791" fmla="*/ 2832545 h 5143785"/>
              <a:gd name="connsiteX13792" fmla="*/ 641128 w 3114960"/>
              <a:gd name="connsiteY13792" fmla="*/ 2830925 h 5143785"/>
              <a:gd name="connsiteX13793" fmla="*/ 704564 w 3114960"/>
              <a:gd name="connsiteY13793" fmla="*/ 2831116 h 5143785"/>
              <a:gd name="connsiteX13794" fmla="*/ 769906 w 3114960"/>
              <a:gd name="connsiteY13794" fmla="*/ 2763298 h 5143785"/>
              <a:gd name="connsiteX13795" fmla="*/ 836295 w 3114960"/>
              <a:gd name="connsiteY13795" fmla="*/ 2763107 h 5143785"/>
              <a:gd name="connsiteX13796" fmla="*/ 836295 w 3114960"/>
              <a:gd name="connsiteY13796" fmla="*/ 2769108 h 5143785"/>
              <a:gd name="connsiteX13797" fmla="*/ 845058 w 3114960"/>
              <a:gd name="connsiteY13797" fmla="*/ 2777776 h 5143785"/>
              <a:gd name="connsiteX13798" fmla="*/ 961644 w 3114960"/>
              <a:gd name="connsiteY13798" fmla="*/ 2777776 h 5143785"/>
              <a:gd name="connsiteX13799" fmla="*/ 970407 w 3114960"/>
              <a:gd name="connsiteY13799" fmla="*/ 2769108 h 5143785"/>
              <a:gd name="connsiteX13800" fmla="*/ 970407 w 3114960"/>
              <a:gd name="connsiteY13800" fmla="*/ 2763107 h 5143785"/>
              <a:gd name="connsiteX13801" fmla="*/ 996315 w 3114960"/>
              <a:gd name="connsiteY13801" fmla="*/ 2763107 h 5143785"/>
              <a:gd name="connsiteX13802" fmla="*/ 998696 w 3114960"/>
              <a:gd name="connsiteY13802" fmla="*/ 2760726 h 5143785"/>
              <a:gd name="connsiteX13803" fmla="*/ 999649 w 3114960"/>
              <a:gd name="connsiteY13803" fmla="*/ 2664047 h 5143785"/>
              <a:gd name="connsiteX13804" fmla="*/ 999077 w 3114960"/>
              <a:gd name="connsiteY13804" fmla="*/ 2662523 h 5143785"/>
              <a:gd name="connsiteX13805" fmla="*/ 929450 w 3114960"/>
              <a:gd name="connsiteY13805" fmla="*/ 2578989 h 5143785"/>
              <a:gd name="connsiteX13806" fmla="*/ 933069 w 3114960"/>
              <a:gd name="connsiteY13806" fmla="*/ 2575370 h 5143785"/>
              <a:gd name="connsiteX13807" fmla="*/ 933069 w 3114960"/>
              <a:gd name="connsiteY13807" fmla="*/ 2568226 h 5143785"/>
              <a:gd name="connsiteX13808" fmla="*/ 930212 w 3114960"/>
              <a:gd name="connsiteY13808" fmla="*/ 2565368 h 5143785"/>
              <a:gd name="connsiteX13809" fmla="*/ 983647 w 3114960"/>
              <a:gd name="connsiteY13809" fmla="*/ 2505837 h 5143785"/>
              <a:gd name="connsiteX13810" fmla="*/ 989362 w 3114960"/>
              <a:gd name="connsiteY13810" fmla="*/ 2507647 h 5143785"/>
              <a:gd name="connsiteX13811" fmla="*/ 1000411 w 3114960"/>
              <a:gd name="connsiteY13811" fmla="*/ 2496598 h 5143785"/>
              <a:gd name="connsiteX13812" fmla="*/ 989362 w 3114960"/>
              <a:gd name="connsiteY13812" fmla="*/ 2485549 h 5143785"/>
              <a:gd name="connsiteX13813" fmla="*/ 978313 w 3114960"/>
              <a:gd name="connsiteY13813" fmla="*/ 2496598 h 5143785"/>
              <a:gd name="connsiteX13814" fmla="*/ 980218 w 3114960"/>
              <a:gd name="connsiteY13814" fmla="*/ 2502503 h 5143785"/>
              <a:gd name="connsiteX13815" fmla="*/ 926783 w 3114960"/>
              <a:gd name="connsiteY13815" fmla="*/ 2562035 h 5143785"/>
              <a:gd name="connsiteX13816" fmla="*/ 923925 w 3114960"/>
              <a:gd name="connsiteY13816" fmla="*/ 2559177 h 5143785"/>
              <a:gd name="connsiteX13817" fmla="*/ 614172 w 3114960"/>
              <a:gd name="connsiteY13817" fmla="*/ 2806255 h 5143785"/>
              <a:gd name="connsiteX13818" fmla="*/ 616553 w 3114960"/>
              <a:gd name="connsiteY13818" fmla="*/ 2803970 h 5143785"/>
              <a:gd name="connsiteX13819" fmla="*/ 619887 w 3114960"/>
              <a:gd name="connsiteY13819" fmla="*/ 2802636 h 5143785"/>
              <a:gd name="connsiteX13820" fmla="*/ 619982 w 3114960"/>
              <a:gd name="connsiteY13820" fmla="*/ 2802636 h 5143785"/>
              <a:gd name="connsiteX13821" fmla="*/ 622554 w 3114960"/>
              <a:gd name="connsiteY13821" fmla="*/ 2803588 h 5143785"/>
              <a:gd name="connsiteX13822" fmla="*/ 613410 w 3114960"/>
              <a:gd name="connsiteY13822" fmla="*/ 2812256 h 5143785"/>
              <a:gd name="connsiteX13823" fmla="*/ 614077 w 3114960"/>
              <a:gd name="connsiteY13823" fmla="*/ 2806255 h 5143785"/>
              <a:gd name="connsiteX13824" fmla="*/ 625507 w 3114960"/>
              <a:gd name="connsiteY13824" fmla="*/ 2825020 h 5143785"/>
              <a:gd name="connsiteX13825" fmla="*/ 617220 w 3114960"/>
              <a:gd name="connsiteY13825" fmla="*/ 2816352 h 5143785"/>
              <a:gd name="connsiteX13826" fmla="*/ 626650 w 3114960"/>
              <a:gd name="connsiteY13826" fmla="*/ 2807399 h 5143785"/>
              <a:gd name="connsiteX13827" fmla="*/ 634937 w 3114960"/>
              <a:gd name="connsiteY13827" fmla="*/ 2816067 h 5143785"/>
              <a:gd name="connsiteX13828" fmla="*/ 625507 w 3114960"/>
              <a:gd name="connsiteY13828" fmla="*/ 2825020 h 5143785"/>
              <a:gd name="connsiteX13829" fmla="*/ 638651 w 3114960"/>
              <a:gd name="connsiteY13829" fmla="*/ 2827020 h 5143785"/>
              <a:gd name="connsiteX13830" fmla="*/ 636270 w 3114960"/>
              <a:gd name="connsiteY13830" fmla="*/ 2829306 h 5143785"/>
              <a:gd name="connsiteX13831" fmla="*/ 632841 w 3114960"/>
              <a:gd name="connsiteY13831" fmla="*/ 2830640 h 5143785"/>
              <a:gd name="connsiteX13832" fmla="*/ 629412 w 3114960"/>
              <a:gd name="connsiteY13832" fmla="*/ 2829116 h 5143785"/>
              <a:gd name="connsiteX13833" fmla="*/ 628936 w 3114960"/>
              <a:gd name="connsiteY13833" fmla="*/ 2828639 h 5143785"/>
              <a:gd name="connsiteX13834" fmla="*/ 638366 w 3114960"/>
              <a:gd name="connsiteY13834" fmla="*/ 2819686 h 5143785"/>
              <a:gd name="connsiteX13835" fmla="*/ 638842 w 3114960"/>
              <a:gd name="connsiteY13835" fmla="*/ 2820162 h 5143785"/>
              <a:gd name="connsiteX13836" fmla="*/ 638651 w 3114960"/>
              <a:gd name="connsiteY13836" fmla="*/ 2827020 h 5143785"/>
              <a:gd name="connsiteX13837" fmla="*/ 859727 w 3114960"/>
              <a:gd name="connsiteY13837" fmla="*/ 2773204 h 5143785"/>
              <a:gd name="connsiteX13838" fmla="*/ 845249 w 3114960"/>
              <a:gd name="connsiteY13838" fmla="*/ 2773204 h 5143785"/>
              <a:gd name="connsiteX13839" fmla="*/ 841248 w 3114960"/>
              <a:gd name="connsiteY13839" fmla="*/ 2769299 h 5143785"/>
              <a:gd name="connsiteX13840" fmla="*/ 841248 w 3114960"/>
              <a:gd name="connsiteY13840" fmla="*/ 2750153 h 5143785"/>
              <a:gd name="connsiteX13841" fmla="*/ 845249 w 3114960"/>
              <a:gd name="connsiteY13841" fmla="*/ 2746248 h 5143785"/>
              <a:gd name="connsiteX13842" fmla="*/ 859727 w 3114960"/>
              <a:gd name="connsiteY13842" fmla="*/ 2746248 h 5143785"/>
              <a:gd name="connsiteX13843" fmla="*/ 859727 w 3114960"/>
              <a:gd name="connsiteY13843" fmla="*/ 2773299 h 5143785"/>
              <a:gd name="connsiteX13844" fmla="*/ 885063 w 3114960"/>
              <a:gd name="connsiteY13844" fmla="*/ 2773204 h 5143785"/>
              <a:gd name="connsiteX13845" fmla="*/ 865918 w 3114960"/>
              <a:gd name="connsiteY13845" fmla="*/ 2773204 h 5143785"/>
              <a:gd name="connsiteX13846" fmla="*/ 865918 w 3114960"/>
              <a:gd name="connsiteY13846" fmla="*/ 2746153 h 5143785"/>
              <a:gd name="connsiteX13847" fmla="*/ 885063 w 3114960"/>
              <a:gd name="connsiteY13847" fmla="*/ 2746153 h 5143785"/>
              <a:gd name="connsiteX13848" fmla="*/ 885063 w 3114960"/>
              <a:gd name="connsiteY13848" fmla="*/ 2773204 h 5143785"/>
              <a:gd name="connsiteX13849" fmla="*/ 891540 w 3114960"/>
              <a:gd name="connsiteY13849" fmla="*/ 2773204 h 5143785"/>
              <a:gd name="connsiteX13850" fmla="*/ 889826 w 3114960"/>
              <a:gd name="connsiteY13850" fmla="*/ 2773204 h 5143785"/>
              <a:gd name="connsiteX13851" fmla="*/ 889826 w 3114960"/>
              <a:gd name="connsiteY13851" fmla="*/ 2746153 h 5143785"/>
              <a:gd name="connsiteX13852" fmla="*/ 891540 w 3114960"/>
              <a:gd name="connsiteY13852" fmla="*/ 2746153 h 5143785"/>
              <a:gd name="connsiteX13853" fmla="*/ 891540 w 3114960"/>
              <a:gd name="connsiteY13853" fmla="*/ 2773204 h 5143785"/>
              <a:gd name="connsiteX13854" fmla="*/ 915829 w 3114960"/>
              <a:gd name="connsiteY13854" fmla="*/ 2773204 h 5143785"/>
              <a:gd name="connsiteX13855" fmla="*/ 896302 w 3114960"/>
              <a:gd name="connsiteY13855" fmla="*/ 2773204 h 5143785"/>
              <a:gd name="connsiteX13856" fmla="*/ 896302 w 3114960"/>
              <a:gd name="connsiteY13856" fmla="*/ 2746153 h 5143785"/>
              <a:gd name="connsiteX13857" fmla="*/ 915829 w 3114960"/>
              <a:gd name="connsiteY13857" fmla="*/ 2746153 h 5143785"/>
              <a:gd name="connsiteX13858" fmla="*/ 915829 w 3114960"/>
              <a:gd name="connsiteY13858" fmla="*/ 2773204 h 5143785"/>
              <a:gd name="connsiteX13859" fmla="*/ 937165 w 3114960"/>
              <a:gd name="connsiteY13859" fmla="*/ 2773204 h 5143785"/>
              <a:gd name="connsiteX13860" fmla="*/ 922306 w 3114960"/>
              <a:gd name="connsiteY13860" fmla="*/ 2773204 h 5143785"/>
              <a:gd name="connsiteX13861" fmla="*/ 922306 w 3114960"/>
              <a:gd name="connsiteY13861" fmla="*/ 2746153 h 5143785"/>
              <a:gd name="connsiteX13862" fmla="*/ 937165 w 3114960"/>
              <a:gd name="connsiteY13862" fmla="*/ 2746153 h 5143785"/>
              <a:gd name="connsiteX13863" fmla="*/ 937165 w 3114960"/>
              <a:gd name="connsiteY13863" fmla="*/ 2773204 h 5143785"/>
              <a:gd name="connsiteX13864" fmla="*/ 943642 w 3114960"/>
              <a:gd name="connsiteY13864" fmla="*/ 2773204 h 5143785"/>
              <a:gd name="connsiteX13865" fmla="*/ 941927 w 3114960"/>
              <a:gd name="connsiteY13865" fmla="*/ 2773204 h 5143785"/>
              <a:gd name="connsiteX13866" fmla="*/ 941927 w 3114960"/>
              <a:gd name="connsiteY13866" fmla="*/ 2746153 h 5143785"/>
              <a:gd name="connsiteX13867" fmla="*/ 943642 w 3114960"/>
              <a:gd name="connsiteY13867" fmla="*/ 2746153 h 5143785"/>
              <a:gd name="connsiteX13868" fmla="*/ 943642 w 3114960"/>
              <a:gd name="connsiteY13868" fmla="*/ 2773204 h 5143785"/>
              <a:gd name="connsiteX13869" fmla="*/ 965740 w 3114960"/>
              <a:gd name="connsiteY13869" fmla="*/ 2769299 h 5143785"/>
              <a:gd name="connsiteX13870" fmla="*/ 961739 w 3114960"/>
              <a:gd name="connsiteY13870" fmla="*/ 2773204 h 5143785"/>
              <a:gd name="connsiteX13871" fmla="*/ 948404 w 3114960"/>
              <a:gd name="connsiteY13871" fmla="*/ 2773204 h 5143785"/>
              <a:gd name="connsiteX13872" fmla="*/ 948404 w 3114960"/>
              <a:gd name="connsiteY13872" fmla="*/ 2746153 h 5143785"/>
              <a:gd name="connsiteX13873" fmla="*/ 961739 w 3114960"/>
              <a:gd name="connsiteY13873" fmla="*/ 2746153 h 5143785"/>
              <a:gd name="connsiteX13874" fmla="*/ 965740 w 3114960"/>
              <a:gd name="connsiteY13874" fmla="*/ 2750058 h 5143785"/>
              <a:gd name="connsiteX13875" fmla="*/ 965740 w 3114960"/>
              <a:gd name="connsiteY13875" fmla="*/ 2769203 h 5143785"/>
              <a:gd name="connsiteX13876" fmla="*/ 920210 w 3114960"/>
              <a:gd name="connsiteY13876" fmla="*/ 2581275 h 5143785"/>
              <a:gd name="connsiteX13877" fmla="*/ 911066 w 3114960"/>
              <a:gd name="connsiteY13877" fmla="*/ 2571655 h 5143785"/>
              <a:gd name="connsiteX13878" fmla="*/ 920210 w 3114960"/>
              <a:gd name="connsiteY13878" fmla="*/ 2562511 h 5143785"/>
              <a:gd name="connsiteX13879" fmla="*/ 920401 w 3114960"/>
              <a:gd name="connsiteY13879" fmla="*/ 2562511 h 5143785"/>
              <a:gd name="connsiteX13880" fmla="*/ 920591 w 3114960"/>
              <a:gd name="connsiteY13880" fmla="*/ 2562511 h 5143785"/>
              <a:gd name="connsiteX13881" fmla="*/ 929735 w 3114960"/>
              <a:gd name="connsiteY13881" fmla="*/ 2572131 h 5143785"/>
              <a:gd name="connsiteX13882" fmla="*/ 920115 w 3114960"/>
              <a:gd name="connsiteY13882" fmla="*/ 2581275 h 5143785"/>
              <a:gd name="connsiteX13883" fmla="*/ 662083 w 3114960"/>
              <a:gd name="connsiteY13883" fmla="*/ 4230529 h 5143785"/>
              <a:gd name="connsiteX13884" fmla="*/ 659416 w 3114960"/>
              <a:gd name="connsiteY13884" fmla="*/ 4230529 h 5143785"/>
              <a:gd name="connsiteX13885" fmla="*/ 648462 w 3114960"/>
              <a:gd name="connsiteY13885" fmla="*/ 4240245 h 5143785"/>
              <a:gd name="connsiteX13886" fmla="*/ 648462 w 3114960"/>
              <a:gd name="connsiteY13886" fmla="*/ 4279106 h 5143785"/>
              <a:gd name="connsiteX13887" fmla="*/ 659416 w 3114960"/>
              <a:gd name="connsiteY13887" fmla="*/ 4288822 h 5143785"/>
              <a:gd name="connsiteX13888" fmla="*/ 669512 w 3114960"/>
              <a:gd name="connsiteY13888" fmla="*/ 4288822 h 5143785"/>
              <a:gd name="connsiteX13889" fmla="*/ 680466 w 3114960"/>
              <a:gd name="connsiteY13889" fmla="*/ 4279106 h 5143785"/>
              <a:gd name="connsiteX13890" fmla="*/ 680466 w 3114960"/>
              <a:gd name="connsiteY13890" fmla="*/ 4240245 h 5143785"/>
              <a:gd name="connsiteX13891" fmla="*/ 669512 w 3114960"/>
              <a:gd name="connsiteY13891" fmla="*/ 4230529 h 5143785"/>
              <a:gd name="connsiteX13892" fmla="*/ 666845 w 3114960"/>
              <a:gd name="connsiteY13892" fmla="*/ 4230529 h 5143785"/>
              <a:gd name="connsiteX13893" fmla="*/ 666845 w 3114960"/>
              <a:gd name="connsiteY13893" fmla="*/ 4169855 h 5143785"/>
              <a:gd name="connsiteX13894" fmla="*/ 505301 w 3114960"/>
              <a:gd name="connsiteY13894" fmla="*/ 3982879 h 5143785"/>
              <a:gd name="connsiteX13895" fmla="*/ 504539 w 3114960"/>
              <a:gd name="connsiteY13895" fmla="*/ 3932777 h 5143785"/>
              <a:gd name="connsiteX13896" fmla="*/ 506063 w 3114960"/>
              <a:gd name="connsiteY13896" fmla="*/ 3932777 h 5143785"/>
              <a:gd name="connsiteX13897" fmla="*/ 508445 w 3114960"/>
              <a:gd name="connsiteY13897" fmla="*/ 3930396 h 5143785"/>
              <a:gd name="connsiteX13898" fmla="*/ 508445 w 3114960"/>
              <a:gd name="connsiteY13898" fmla="*/ 3923634 h 5143785"/>
              <a:gd name="connsiteX13899" fmla="*/ 553022 w 3114960"/>
              <a:gd name="connsiteY13899" fmla="*/ 3923634 h 5143785"/>
              <a:gd name="connsiteX13900" fmla="*/ 563785 w 3114960"/>
              <a:gd name="connsiteY13900" fmla="*/ 3912870 h 5143785"/>
              <a:gd name="connsiteX13901" fmla="*/ 553022 w 3114960"/>
              <a:gd name="connsiteY13901" fmla="*/ 3902107 h 5143785"/>
              <a:gd name="connsiteX13902" fmla="*/ 515017 w 3114960"/>
              <a:gd name="connsiteY13902" fmla="*/ 3902107 h 5143785"/>
              <a:gd name="connsiteX13903" fmla="*/ 509016 w 3114960"/>
              <a:gd name="connsiteY13903" fmla="*/ 3896106 h 5143785"/>
              <a:gd name="connsiteX13904" fmla="*/ 515017 w 3114960"/>
              <a:gd name="connsiteY13904" fmla="*/ 3890105 h 5143785"/>
              <a:gd name="connsiteX13905" fmla="*/ 553022 w 3114960"/>
              <a:gd name="connsiteY13905" fmla="*/ 3890105 h 5143785"/>
              <a:gd name="connsiteX13906" fmla="*/ 563785 w 3114960"/>
              <a:gd name="connsiteY13906" fmla="*/ 3879342 h 5143785"/>
              <a:gd name="connsiteX13907" fmla="*/ 553022 w 3114960"/>
              <a:gd name="connsiteY13907" fmla="*/ 3868579 h 5143785"/>
              <a:gd name="connsiteX13908" fmla="*/ 515017 w 3114960"/>
              <a:gd name="connsiteY13908" fmla="*/ 3868579 h 5143785"/>
              <a:gd name="connsiteX13909" fmla="*/ 509016 w 3114960"/>
              <a:gd name="connsiteY13909" fmla="*/ 3862578 h 5143785"/>
              <a:gd name="connsiteX13910" fmla="*/ 515017 w 3114960"/>
              <a:gd name="connsiteY13910" fmla="*/ 3856577 h 5143785"/>
              <a:gd name="connsiteX13911" fmla="*/ 557498 w 3114960"/>
              <a:gd name="connsiteY13911" fmla="*/ 3856577 h 5143785"/>
              <a:gd name="connsiteX13912" fmla="*/ 557498 w 3114960"/>
              <a:gd name="connsiteY13912" fmla="*/ 3863340 h 5143785"/>
              <a:gd name="connsiteX13913" fmla="*/ 559880 w 3114960"/>
              <a:gd name="connsiteY13913" fmla="*/ 3865721 h 5143785"/>
              <a:gd name="connsiteX13914" fmla="*/ 567881 w 3114960"/>
              <a:gd name="connsiteY13914" fmla="*/ 3865721 h 5143785"/>
              <a:gd name="connsiteX13915" fmla="*/ 570262 w 3114960"/>
              <a:gd name="connsiteY13915" fmla="*/ 3863340 h 5143785"/>
              <a:gd name="connsiteX13916" fmla="*/ 570262 w 3114960"/>
              <a:gd name="connsiteY13916" fmla="*/ 3855149 h 5143785"/>
              <a:gd name="connsiteX13917" fmla="*/ 615029 w 3114960"/>
              <a:gd name="connsiteY13917" fmla="*/ 3855149 h 5143785"/>
              <a:gd name="connsiteX13918" fmla="*/ 625793 w 3114960"/>
              <a:gd name="connsiteY13918" fmla="*/ 3844385 h 5143785"/>
              <a:gd name="connsiteX13919" fmla="*/ 615029 w 3114960"/>
              <a:gd name="connsiteY13919" fmla="*/ 3833622 h 5143785"/>
              <a:gd name="connsiteX13920" fmla="*/ 577025 w 3114960"/>
              <a:gd name="connsiteY13920" fmla="*/ 3833622 h 5143785"/>
              <a:gd name="connsiteX13921" fmla="*/ 571024 w 3114960"/>
              <a:gd name="connsiteY13921" fmla="*/ 3827621 h 5143785"/>
              <a:gd name="connsiteX13922" fmla="*/ 577025 w 3114960"/>
              <a:gd name="connsiteY13922" fmla="*/ 3821621 h 5143785"/>
              <a:gd name="connsiteX13923" fmla="*/ 652939 w 3114960"/>
              <a:gd name="connsiteY13923" fmla="*/ 3821621 h 5143785"/>
              <a:gd name="connsiteX13924" fmla="*/ 667226 w 3114960"/>
              <a:gd name="connsiteY13924" fmla="*/ 3831908 h 5143785"/>
              <a:gd name="connsiteX13925" fmla="*/ 667036 w 3114960"/>
              <a:gd name="connsiteY13925" fmla="*/ 3832955 h 5143785"/>
              <a:gd name="connsiteX13926" fmla="*/ 667036 w 3114960"/>
              <a:gd name="connsiteY13926" fmla="*/ 3840575 h 5143785"/>
              <a:gd name="connsiteX13927" fmla="*/ 671513 w 3114960"/>
              <a:gd name="connsiteY13927" fmla="*/ 3845052 h 5143785"/>
              <a:gd name="connsiteX13928" fmla="*/ 679133 w 3114960"/>
              <a:gd name="connsiteY13928" fmla="*/ 3845052 h 5143785"/>
              <a:gd name="connsiteX13929" fmla="*/ 683609 w 3114960"/>
              <a:gd name="connsiteY13929" fmla="*/ 3840575 h 5143785"/>
              <a:gd name="connsiteX13930" fmla="*/ 683609 w 3114960"/>
              <a:gd name="connsiteY13930" fmla="*/ 3833336 h 5143785"/>
              <a:gd name="connsiteX13931" fmla="*/ 702754 w 3114960"/>
              <a:gd name="connsiteY13931" fmla="*/ 3822954 h 5143785"/>
              <a:gd name="connsiteX13932" fmla="*/ 782765 w 3114960"/>
              <a:gd name="connsiteY13932" fmla="*/ 3822954 h 5143785"/>
              <a:gd name="connsiteX13933" fmla="*/ 795052 w 3114960"/>
              <a:gd name="connsiteY13933" fmla="*/ 3833908 h 5143785"/>
              <a:gd name="connsiteX13934" fmla="*/ 852964 w 3114960"/>
              <a:gd name="connsiteY13934" fmla="*/ 3833908 h 5143785"/>
              <a:gd name="connsiteX13935" fmla="*/ 860489 w 3114960"/>
              <a:gd name="connsiteY13935" fmla="*/ 3842004 h 5143785"/>
              <a:gd name="connsiteX13936" fmla="*/ 863537 w 3114960"/>
              <a:gd name="connsiteY13936" fmla="*/ 3842385 h 5143785"/>
              <a:gd name="connsiteX13937" fmla="*/ 868871 w 3114960"/>
              <a:gd name="connsiteY13937" fmla="*/ 3841052 h 5143785"/>
              <a:gd name="connsiteX13938" fmla="*/ 874109 w 3114960"/>
              <a:gd name="connsiteY13938" fmla="*/ 3834479 h 5143785"/>
              <a:gd name="connsiteX13939" fmla="*/ 873157 w 3114960"/>
              <a:gd name="connsiteY13939" fmla="*/ 3826193 h 5143785"/>
              <a:gd name="connsiteX13940" fmla="*/ 866585 w 3114960"/>
              <a:gd name="connsiteY13940" fmla="*/ 3820954 h 5143785"/>
              <a:gd name="connsiteX13941" fmla="*/ 853059 w 3114960"/>
              <a:gd name="connsiteY13941" fmla="*/ 3828479 h 5143785"/>
              <a:gd name="connsiteX13942" fmla="*/ 853059 w 3114960"/>
              <a:gd name="connsiteY13942" fmla="*/ 3829145 h 5143785"/>
              <a:gd name="connsiteX13943" fmla="*/ 797052 w 3114960"/>
              <a:gd name="connsiteY13943" fmla="*/ 3829145 h 5143785"/>
              <a:gd name="connsiteX13944" fmla="*/ 787241 w 3114960"/>
              <a:gd name="connsiteY13944" fmla="*/ 3820478 h 5143785"/>
              <a:gd name="connsiteX13945" fmla="*/ 809339 w 3114960"/>
              <a:gd name="connsiteY13945" fmla="*/ 3798094 h 5143785"/>
              <a:gd name="connsiteX13946" fmla="*/ 866108 w 3114960"/>
              <a:gd name="connsiteY13946" fmla="*/ 3798094 h 5143785"/>
              <a:gd name="connsiteX13947" fmla="*/ 873633 w 3114960"/>
              <a:gd name="connsiteY13947" fmla="*/ 3806285 h 5143785"/>
              <a:gd name="connsiteX13948" fmla="*/ 876681 w 3114960"/>
              <a:gd name="connsiteY13948" fmla="*/ 3806667 h 5143785"/>
              <a:gd name="connsiteX13949" fmla="*/ 887254 w 3114960"/>
              <a:gd name="connsiteY13949" fmla="*/ 3798761 h 5143785"/>
              <a:gd name="connsiteX13950" fmla="*/ 879729 w 3114960"/>
              <a:gd name="connsiteY13950" fmla="*/ 3785235 h 5143785"/>
              <a:gd name="connsiteX13951" fmla="*/ 866204 w 3114960"/>
              <a:gd name="connsiteY13951" fmla="*/ 3792760 h 5143785"/>
              <a:gd name="connsiteX13952" fmla="*/ 866204 w 3114960"/>
              <a:gd name="connsiteY13952" fmla="*/ 3793427 h 5143785"/>
              <a:gd name="connsiteX13953" fmla="*/ 807529 w 3114960"/>
              <a:gd name="connsiteY13953" fmla="*/ 3793427 h 5143785"/>
              <a:gd name="connsiteX13954" fmla="*/ 782955 w 3114960"/>
              <a:gd name="connsiteY13954" fmla="*/ 3818287 h 5143785"/>
              <a:gd name="connsiteX13955" fmla="*/ 702374 w 3114960"/>
              <a:gd name="connsiteY13955" fmla="*/ 3818287 h 5143785"/>
              <a:gd name="connsiteX13956" fmla="*/ 681514 w 3114960"/>
              <a:gd name="connsiteY13956" fmla="*/ 3829241 h 5143785"/>
              <a:gd name="connsiteX13957" fmla="*/ 679323 w 3114960"/>
              <a:gd name="connsiteY13957" fmla="*/ 3828574 h 5143785"/>
              <a:gd name="connsiteX13958" fmla="*/ 671703 w 3114960"/>
              <a:gd name="connsiteY13958" fmla="*/ 3828574 h 5143785"/>
              <a:gd name="connsiteX13959" fmla="*/ 671036 w 3114960"/>
              <a:gd name="connsiteY13959" fmla="*/ 3828669 h 5143785"/>
              <a:gd name="connsiteX13960" fmla="*/ 654653 w 3114960"/>
              <a:gd name="connsiteY13960" fmla="*/ 3816858 h 5143785"/>
              <a:gd name="connsiteX13961" fmla="*/ 577215 w 3114960"/>
              <a:gd name="connsiteY13961" fmla="*/ 3816858 h 5143785"/>
              <a:gd name="connsiteX13962" fmla="*/ 566452 w 3114960"/>
              <a:gd name="connsiteY13962" fmla="*/ 3827621 h 5143785"/>
              <a:gd name="connsiteX13963" fmla="*/ 577215 w 3114960"/>
              <a:gd name="connsiteY13963" fmla="*/ 3838385 h 5143785"/>
              <a:gd name="connsiteX13964" fmla="*/ 615220 w 3114960"/>
              <a:gd name="connsiteY13964" fmla="*/ 3838385 h 5143785"/>
              <a:gd name="connsiteX13965" fmla="*/ 621221 w 3114960"/>
              <a:gd name="connsiteY13965" fmla="*/ 3844385 h 5143785"/>
              <a:gd name="connsiteX13966" fmla="*/ 615220 w 3114960"/>
              <a:gd name="connsiteY13966" fmla="*/ 3850386 h 5143785"/>
              <a:gd name="connsiteX13967" fmla="*/ 570452 w 3114960"/>
              <a:gd name="connsiteY13967" fmla="*/ 3850386 h 5143785"/>
              <a:gd name="connsiteX13968" fmla="*/ 570452 w 3114960"/>
              <a:gd name="connsiteY13968" fmla="*/ 3845147 h 5143785"/>
              <a:gd name="connsiteX13969" fmla="*/ 568071 w 3114960"/>
              <a:gd name="connsiteY13969" fmla="*/ 3842766 h 5143785"/>
              <a:gd name="connsiteX13970" fmla="*/ 560070 w 3114960"/>
              <a:gd name="connsiteY13970" fmla="*/ 3842766 h 5143785"/>
              <a:gd name="connsiteX13971" fmla="*/ 557689 w 3114960"/>
              <a:gd name="connsiteY13971" fmla="*/ 3845147 h 5143785"/>
              <a:gd name="connsiteX13972" fmla="*/ 557689 w 3114960"/>
              <a:gd name="connsiteY13972" fmla="*/ 3851910 h 5143785"/>
              <a:gd name="connsiteX13973" fmla="*/ 515207 w 3114960"/>
              <a:gd name="connsiteY13973" fmla="*/ 3851910 h 5143785"/>
              <a:gd name="connsiteX13974" fmla="*/ 504444 w 3114960"/>
              <a:gd name="connsiteY13974" fmla="*/ 3862673 h 5143785"/>
              <a:gd name="connsiteX13975" fmla="*/ 515207 w 3114960"/>
              <a:gd name="connsiteY13975" fmla="*/ 3873437 h 5143785"/>
              <a:gd name="connsiteX13976" fmla="*/ 553212 w 3114960"/>
              <a:gd name="connsiteY13976" fmla="*/ 3873437 h 5143785"/>
              <a:gd name="connsiteX13977" fmla="*/ 559213 w 3114960"/>
              <a:gd name="connsiteY13977" fmla="*/ 3879437 h 5143785"/>
              <a:gd name="connsiteX13978" fmla="*/ 553212 w 3114960"/>
              <a:gd name="connsiteY13978" fmla="*/ 3885438 h 5143785"/>
              <a:gd name="connsiteX13979" fmla="*/ 515207 w 3114960"/>
              <a:gd name="connsiteY13979" fmla="*/ 3885438 h 5143785"/>
              <a:gd name="connsiteX13980" fmla="*/ 504444 w 3114960"/>
              <a:gd name="connsiteY13980" fmla="*/ 3896201 h 5143785"/>
              <a:gd name="connsiteX13981" fmla="*/ 515207 w 3114960"/>
              <a:gd name="connsiteY13981" fmla="*/ 3906965 h 5143785"/>
              <a:gd name="connsiteX13982" fmla="*/ 553212 w 3114960"/>
              <a:gd name="connsiteY13982" fmla="*/ 3906965 h 5143785"/>
              <a:gd name="connsiteX13983" fmla="*/ 559213 w 3114960"/>
              <a:gd name="connsiteY13983" fmla="*/ 3912965 h 5143785"/>
              <a:gd name="connsiteX13984" fmla="*/ 553212 w 3114960"/>
              <a:gd name="connsiteY13984" fmla="*/ 3918966 h 5143785"/>
              <a:gd name="connsiteX13985" fmla="*/ 508635 w 3114960"/>
              <a:gd name="connsiteY13985" fmla="*/ 3918966 h 5143785"/>
              <a:gd name="connsiteX13986" fmla="*/ 508635 w 3114960"/>
              <a:gd name="connsiteY13986" fmla="*/ 3912299 h 5143785"/>
              <a:gd name="connsiteX13987" fmla="*/ 506254 w 3114960"/>
              <a:gd name="connsiteY13987" fmla="*/ 3909917 h 5143785"/>
              <a:gd name="connsiteX13988" fmla="*/ 498253 w 3114960"/>
              <a:gd name="connsiteY13988" fmla="*/ 3909917 h 5143785"/>
              <a:gd name="connsiteX13989" fmla="*/ 495872 w 3114960"/>
              <a:gd name="connsiteY13989" fmla="*/ 3912299 h 5143785"/>
              <a:gd name="connsiteX13990" fmla="*/ 495872 w 3114960"/>
              <a:gd name="connsiteY13990" fmla="*/ 3930492 h 5143785"/>
              <a:gd name="connsiteX13991" fmla="*/ 498253 w 3114960"/>
              <a:gd name="connsiteY13991" fmla="*/ 3932873 h 5143785"/>
              <a:gd name="connsiteX13992" fmla="*/ 499872 w 3114960"/>
              <a:gd name="connsiteY13992" fmla="*/ 3932873 h 5143785"/>
              <a:gd name="connsiteX13993" fmla="*/ 500729 w 3114960"/>
              <a:gd name="connsiteY13993" fmla="*/ 3984784 h 5143785"/>
              <a:gd name="connsiteX13994" fmla="*/ 662178 w 3114960"/>
              <a:gd name="connsiteY13994" fmla="*/ 4171664 h 5143785"/>
              <a:gd name="connsiteX13995" fmla="*/ 662178 w 3114960"/>
              <a:gd name="connsiteY13995" fmla="*/ 4230624 h 5143785"/>
              <a:gd name="connsiteX13996" fmla="*/ 857631 w 3114960"/>
              <a:gd name="connsiteY13996" fmla="*/ 3830003 h 5143785"/>
              <a:gd name="connsiteX13997" fmla="*/ 863537 w 3114960"/>
              <a:gd name="connsiteY13997" fmla="*/ 3825526 h 5143785"/>
              <a:gd name="connsiteX13998" fmla="*/ 865251 w 3114960"/>
              <a:gd name="connsiteY13998" fmla="*/ 3825812 h 5143785"/>
              <a:gd name="connsiteX13999" fmla="*/ 868966 w 3114960"/>
              <a:gd name="connsiteY13999" fmla="*/ 3828764 h 5143785"/>
              <a:gd name="connsiteX14000" fmla="*/ 869537 w 3114960"/>
              <a:gd name="connsiteY14000" fmla="*/ 3833432 h 5143785"/>
              <a:gd name="connsiteX14001" fmla="*/ 869537 w 3114960"/>
              <a:gd name="connsiteY14001" fmla="*/ 3833432 h 5143785"/>
              <a:gd name="connsiteX14002" fmla="*/ 866585 w 3114960"/>
              <a:gd name="connsiteY14002" fmla="*/ 3837146 h 5143785"/>
              <a:gd name="connsiteX14003" fmla="*/ 861917 w 3114960"/>
              <a:gd name="connsiteY14003" fmla="*/ 3837718 h 5143785"/>
              <a:gd name="connsiteX14004" fmla="*/ 857631 w 3114960"/>
              <a:gd name="connsiteY14004" fmla="*/ 3830098 h 5143785"/>
              <a:gd name="connsiteX14005" fmla="*/ 870680 w 3114960"/>
              <a:gd name="connsiteY14005" fmla="*/ 3794188 h 5143785"/>
              <a:gd name="connsiteX14006" fmla="*/ 876586 w 3114960"/>
              <a:gd name="connsiteY14006" fmla="*/ 3789712 h 5143785"/>
              <a:gd name="connsiteX14007" fmla="*/ 878300 w 3114960"/>
              <a:gd name="connsiteY14007" fmla="*/ 3789998 h 5143785"/>
              <a:gd name="connsiteX14008" fmla="*/ 882587 w 3114960"/>
              <a:gd name="connsiteY14008" fmla="*/ 3797618 h 5143785"/>
              <a:gd name="connsiteX14009" fmla="*/ 874967 w 3114960"/>
              <a:gd name="connsiteY14009" fmla="*/ 3801904 h 5143785"/>
              <a:gd name="connsiteX14010" fmla="*/ 870680 w 3114960"/>
              <a:gd name="connsiteY14010" fmla="*/ 3794284 h 5143785"/>
              <a:gd name="connsiteX14011" fmla="*/ 562261 w 3114960"/>
              <a:gd name="connsiteY14011" fmla="*/ 3847624 h 5143785"/>
              <a:gd name="connsiteX14012" fmla="*/ 565499 w 3114960"/>
              <a:gd name="connsiteY14012" fmla="*/ 3847624 h 5143785"/>
              <a:gd name="connsiteX14013" fmla="*/ 565499 w 3114960"/>
              <a:gd name="connsiteY14013" fmla="*/ 3861054 h 5143785"/>
              <a:gd name="connsiteX14014" fmla="*/ 562261 w 3114960"/>
              <a:gd name="connsiteY14014" fmla="*/ 3861054 h 5143785"/>
              <a:gd name="connsiteX14015" fmla="*/ 562261 w 3114960"/>
              <a:gd name="connsiteY14015" fmla="*/ 3847624 h 5143785"/>
              <a:gd name="connsiteX14016" fmla="*/ 503777 w 3114960"/>
              <a:gd name="connsiteY14016" fmla="*/ 3928015 h 5143785"/>
              <a:gd name="connsiteX14017" fmla="*/ 500539 w 3114960"/>
              <a:gd name="connsiteY14017" fmla="*/ 3928015 h 5143785"/>
              <a:gd name="connsiteX14018" fmla="*/ 500539 w 3114960"/>
              <a:gd name="connsiteY14018" fmla="*/ 3914585 h 5143785"/>
              <a:gd name="connsiteX14019" fmla="*/ 503777 w 3114960"/>
              <a:gd name="connsiteY14019" fmla="*/ 3914585 h 5143785"/>
              <a:gd name="connsiteX14020" fmla="*/ 503777 w 3114960"/>
              <a:gd name="connsiteY14020" fmla="*/ 3928015 h 5143785"/>
              <a:gd name="connsiteX14021" fmla="*/ 675418 w 3114960"/>
              <a:gd name="connsiteY14021" fmla="*/ 4279202 h 5143785"/>
              <a:gd name="connsiteX14022" fmla="*/ 669512 w 3114960"/>
              <a:gd name="connsiteY14022" fmla="*/ 4284440 h 5143785"/>
              <a:gd name="connsiteX14023" fmla="*/ 659416 w 3114960"/>
              <a:gd name="connsiteY14023" fmla="*/ 4284440 h 5143785"/>
              <a:gd name="connsiteX14024" fmla="*/ 653510 w 3114960"/>
              <a:gd name="connsiteY14024" fmla="*/ 4279202 h 5143785"/>
              <a:gd name="connsiteX14025" fmla="*/ 653510 w 3114960"/>
              <a:gd name="connsiteY14025" fmla="*/ 4270915 h 5143785"/>
              <a:gd name="connsiteX14026" fmla="*/ 675323 w 3114960"/>
              <a:gd name="connsiteY14026" fmla="*/ 4270915 h 5143785"/>
              <a:gd name="connsiteX14027" fmla="*/ 675323 w 3114960"/>
              <a:gd name="connsiteY14027" fmla="*/ 4279202 h 5143785"/>
              <a:gd name="connsiteX14028" fmla="*/ 669512 w 3114960"/>
              <a:gd name="connsiteY14028" fmla="*/ 4235006 h 5143785"/>
              <a:gd name="connsiteX14029" fmla="*/ 675418 w 3114960"/>
              <a:gd name="connsiteY14029" fmla="*/ 4240245 h 5143785"/>
              <a:gd name="connsiteX14030" fmla="*/ 675418 w 3114960"/>
              <a:gd name="connsiteY14030" fmla="*/ 4246340 h 5143785"/>
              <a:gd name="connsiteX14031" fmla="*/ 653606 w 3114960"/>
              <a:gd name="connsiteY14031" fmla="*/ 4246340 h 5143785"/>
              <a:gd name="connsiteX14032" fmla="*/ 653606 w 3114960"/>
              <a:gd name="connsiteY14032" fmla="*/ 4240245 h 5143785"/>
              <a:gd name="connsiteX14033" fmla="*/ 659511 w 3114960"/>
              <a:gd name="connsiteY14033" fmla="*/ 4235006 h 5143785"/>
              <a:gd name="connsiteX14034" fmla="*/ 669608 w 3114960"/>
              <a:gd name="connsiteY14034" fmla="*/ 4235006 h 5143785"/>
              <a:gd name="connsiteX14035" fmla="*/ 928497 w 3114960"/>
              <a:gd name="connsiteY14035" fmla="*/ 2317528 h 5143785"/>
              <a:gd name="connsiteX14036" fmla="*/ 934784 w 3114960"/>
              <a:gd name="connsiteY14036" fmla="*/ 2324291 h 5143785"/>
              <a:gd name="connsiteX14037" fmla="*/ 929545 w 3114960"/>
              <a:gd name="connsiteY14037" fmla="*/ 2329148 h 5143785"/>
              <a:gd name="connsiteX14038" fmla="*/ 923258 w 3114960"/>
              <a:gd name="connsiteY14038" fmla="*/ 2322386 h 5143785"/>
              <a:gd name="connsiteX14039" fmla="*/ 928497 w 3114960"/>
              <a:gd name="connsiteY14039" fmla="*/ 2317528 h 5143785"/>
              <a:gd name="connsiteX14040" fmla="*/ 611791 w 3114960"/>
              <a:gd name="connsiteY14040" fmla="*/ 4339019 h 5143785"/>
              <a:gd name="connsiteX14041" fmla="*/ 615887 w 3114960"/>
              <a:gd name="connsiteY14041" fmla="*/ 4339019 h 5143785"/>
              <a:gd name="connsiteX14042" fmla="*/ 622745 w 3114960"/>
              <a:gd name="connsiteY14042" fmla="*/ 4332256 h 5143785"/>
              <a:gd name="connsiteX14043" fmla="*/ 622745 w 3114960"/>
              <a:gd name="connsiteY14043" fmla="*/ 4319588 h 5143785"/>
              <a:gd name="connsiteX14044" fmla="*/ 615887 w 3114960"/>
              <a:gd name="connsiteY14044" fmla="*/ 4312730 h 5143785"/>
              <a:gd name="connsiteX14045" fmla="*/ 611791 w 3114960"/>
              <a:gd name="connsiteY14045" fmla="*/ 4312730 h 5143785"/>
              <a:gd name="connsiteX14046" fmla="*/ 611791 w 3114960"/>
              <a:gd name="connsiteY14046" fmla="*/ 4169855 h 5143785"/>
              <a:gd name="connsiteX14047" fmla="*/ 466058 w 3114960"/>
              <a:gd name="connsiteY14047" fmla="*/ 4001167 h 5143785"/>
              <a:gd name="connsiteX14048" fmla="*/ 468916 w 3114960"/>
              <a:gd name="connsiteY14048" fmla="*/ 3990118 h 5143785"/>
              <a:gd name="connsiteX14049" fmla="*/ 455867 w 3114960"/>
              <a:gd name="connsiteY14049" fmla="*/ 3983831 h 5143785"/>
              <a:gd name="connsiteX14050" fmla="*/ 449580 w 3114960"/>
              <a:gd name="connsiteY14050" fmla="*/ 3996880 h 5143785"/>
              <a:gd name="connsiteX14051" fmla="*/ 462629 w 3114960"/>
              <a:gd name="connsiteY14051" fmla="*/ 4003167 h 5143785"/>
              <a:gd name="connsiteX14052" fmla="*/ 463677 w 3114960"/>
              <a:gd name="connsiteY14052" fmla="*/ 4002596 h 5143785"/>
              <a:gd name="connsiteX14053" fmla="*/ 462248 w 3114960"/>
              <a:gd name="connsiteY14053" fmla="*/ 4003834 h 5143785"/>
              <a:gd name="connsiteX14054" fmla="*/ 607124 w 3114960"/>
              <a:gd name="connsiteY14054" fmla="*/ 4171569 h 5143785"/>
              <a:gd name="connsiteX14055" fmla="*/ 607124 w 3114960"/>
              <a:gd name="connsiteY14055" fmla="*/ 4312730 h 5143785"/>
              <a:gd name="connsiteX14056" fmla="*/ 603314 w 3114960"/>
              <a:gd name="connsiteY14056" fmla="*/ 4312730 h 5143785"/>
              <a:gd name="connsiteX14057" fmla="*/ 596456 w 3114960"/>
              <a:gd name="connsiteY14057" fmla="*/ 4319588 h 5143785"/>
              <a:gd name="connsiteX14058" fmla="*/ 596456 w 3114960"/>
              <a:gd name="connsiteY14058" fmla="*/ 4332256 h 5143785"/>
              <a:gd name="connsiteX14059" fmla="*/ 603314 w 3114960"/>
              <a:gd name="connsiteY14059" fmla="*/ 4339019 h 5143785"/>
              <a:gd name="connsiteX14060" fmla="*/ 607124 w 3114960"/>
              <a:gd name="connsiteY14060" fmla="*/ 4339019 h 5143785"/>
              <a:gd name="connsiteX14061" fmla="*/ 607124 w 3114960"/>
              <a:gd name="connsiteY14061" fmla="*/ 4351496 h 5143785"/>
              <a:gd name="connsiteX14062" fmla="*/ 458819 w 3114960"/>
              <a:gd name="connsiteY14062" fmla="*/ 4478084 h 5143785"/>
              <a:gd name="connsiteX14063" fmla="*/ 250508 w 3114960"/>
              <a:gd name="connsiteY14063" fmla="*/ 4479608 h 5143785"/>
              <a:gd name="connsiteX14064" fmla="*/ 190691 w 3114960"/>
              <a:gd name="connsiteY14064" fmla="*/ 4427696 h 5143785"/>
              <a:gd name="connsiteX14065" fmla="*/ 191548 w 3114960"/>
              <a:gd name="connsiteY14065" fmla="*/ 4426172 h 5143785"/>
              <a:gd name="connsiteX14066" fmla="*/ 191167 w 3114960"/>
              <a:gd name="connsiteY14066" fmla="*/ 4418648 h 5143785"/>
              <a:gd name="connsiteX14067" fmla="*/ 185547 w 3114960"/>
              <a:gd name="connsiteY14067" fmla="*/ 4413599 h 5143785"/>
              <a:gd name="connsiteX14068" fmla="*/ 178022 w 3114960"/>
              <a:gd name="connsiteY14068" fmla="*/ 4413980 h 5143785"/>
              <a:gd name="connsiteX14069" fmla="*/ 172974 w 3114960"/>
              <a:gd name="connsiteY14069" fmla="*/ 4419600 h 5143785"/>
              <a:gd name="connsiteX14070" fmla="*/ 178975 w 3114960"/>
              <a:gd name="connsiteY14070" fmla="*/ 4432078 h 5143785"/>
              <a:gd name="connsiteX14071" fmla="*/ 182213 w 3114960"/>
              <a:gd name="connsiteY14071" fmla="*/ 4432649 h 5143785"/>
              <a:gd name="connsiteX14072" fmla="*/ 186500 w 3114960"/>
              <a:gd name="connsiteY14072" fmla="*/ 4431697 h 5143785"/>
              <a:gd name="connsiteX14073" fmla="*/ 187357 w 3114960"/>
              <a:gd name="connsiteY14073" fmla="*/ 4431030 h 5143785"/>
              <a:gd name="connsiteX14074" fmla="*/ 248031 w 3114960"/>
              <a:gd name="connsiteY14074" fmla="*/ 4483608 h 5143785"/>
              <a:gd name="connsiteX14075" fmla="*/ 248698 w 3114960"/>
              <a:gd name="connsiteY14075" fmla="*/ 4484180 h 5143785"/>
              <a:gd name="connsiteX14076" fmla="*/ 459677 w 3114960"/>
              <a:gd name="connsiteY14076" fmla="*/ 4482561 h 5143785"/>
              <a:gd name="connsiteX14077" fmla="*/ 460534 w 3114960"/>
              <a:gd name="connsiteY14077" fmla="*/ 4482561 h 5143785"/>
              <a:gd name="connsiteX14078" fmla="*/ 611886 w 3114960"/>
              <a:gd name="connsiteY14078" fmla="*/ 4353402 h 5143785"/>
              <a:gd name="connsiteX14079" fmla="*/ 611886 w 3114960"/>
              <a:gd name="connsiteY14079" fmla="*/ 4338733 h 5143785"/>
              <a:gd name="connsiteX14080" fmla="*/ 186976 w 3114960"/>
              <a:gd name="connsiteY14080" fmla="*/ 4424744 h 5143785"/>
              <a:gd name="connsiteX14081" fmla="*/ 186976 w 3114960"/>
              <a:gd name="connsiteY14081" fmla="*/ 4424744 h 5143785"/>
              <a:gd name="connsiteX14082" fmla="*/ 184404 w 3114960"/>
              <a:gd name="connsiteY14082" fmla="*/ 4427601 h 5143785"/>
              <a:gd name="connsiteX14083" fmla="*/ 180499 w 3114960"/>
              <a:gd name="connsiteY14083" fmla="*/ 4427792 h 5143785"/>
              <a:gd name="connsiteX14084" fmla="*/ 177356 w 3114960"/>
              <a:gd name="connsiteY14084" fmla="*/ 4421315 h 5143785"/>
              <a:gd name="connsiteX14085" fmla="*/ 179927 w 3114960"/>
              <a:gd name="connsiteY14085" fmla="*/ 4418457 h 5143785"/>
              <a:gd name="connsiteX14086" fmla="*/ 182118 w 3114960"/>
              <a:gd name="connsiteY14086" fmla="*/ 4417981 h 5143785"/>
              <a:gd name="connsiteX14087" fmla="*/ 183833 w 3114960"/>
              <a:gd name="connsiteY14087" fmla="*/ 4418267 h 5143785"/>
              <a:gd name="connsiteX14088" fmla="*/ 186690 w 3114960"/>
              <a:gd name="connsiteY14088" fmla="*/ 4420838 h 5143785"/>
              <a:gd name="connsiteX14089" fmla="*/ 186881 w 3114960"/>
              <a:gd name="connsiteY14089" fmla="*/ 4424744 h 5143785"/>
              <a:gd name="connsiteX14090" fmla="*/ 603218 w 3114960"/>
              <a:gd name="connsiteY14090" fmla="*/ 4334256 h 5143785"/>
              <a:gd name="connsiteX14091" fmla="*/ 601123 w 3114960"/>
              <a:gd name="connsiteY14091" fmla="*/ 4332256 h 5143785"/>
              <a:gd name="connsiteX14092" fmla="*/ 601123 w 3114960"/>
              <a:gd name="connsiteY14092" fmla="*/ 4319588 h 5143785"/>
              <a:gd name="connsiteX14093" fmla="*/ 603218 w 3114960"/>
              <a:gd name="connsiteY14093" fmla="*/ 4317492 h 5143785"/>
              <a:gd name="connsiteX14094" fmla="*/ 615887 w 3114960"/>
              <a:gd name="connsiteY14094" fmla="*/ 4317492 h 5143785"/>
              <a:gd name="connsiteX14095" fmla="*/ 617982 w 3114960"/>
              <a:gd name="connsiteY14095" fmla="*/ 4319588 h 5143785"/>
              <a:gd name="connsiteX14096" fmla="*/ 617982 w 3114960"/>
              <a:gd name="connsiteY14096" fmla="*/ 4332256 h 5143785"/>
              <a:gd name="connsiteX14097" fmla="*/ 615887 w 3114960"/>
              <a:gd name="connsiteY14097" fmla="*/ 4334256 h 5143785"/>
              <a:gd name="connsiteX14098" fmla="*/ 603218 w 3114960"/>
              <a:gd name="connsiteY14098" fmla="*/ 4334256 h 5143785"/>
              <a:gd name="connsiteX14099" fmla="*/ 627221 w 3114960"/>
              <a:gd name="connsiteY14099" fmla="*/ 4379119 h 5143785"/>
              <a:gd name="connsiteX14100" fmla="*/ 633984 w 3114960"/>
              <a:gd name="connsiteY14100" fmla="*/ 4373213 h 5143785"/>
              <a:gd name="connsiteX14101" fmla="*/ 638747 w 3114960"/>
              <a:gd name="connsiteY14101" fmla="*/ 4378547 h 5143785"/>
              <a:gd name="connsiteX14102" fmla="*/ 631984 w 3114960"/>
              <a:gd name="connsiteY14102" fmla="*/ 4384453 h 5143785"/>
              <a:gd name="connsiteX14103" fmla="*/ 627221 w 3114960"/>
              <a:gd name="connsiteY14103" fmla="*/ 4379119 h 5143785"/>
              <a:gd name="connsiteX14104" fmla="*/ 914972 w 3114960"/>
              <a:gd name="connsiteY14104" fmla="*/ 11240 h 5143785"/>
              <a:gd name="connsiteX14105" fmla="*/ 1066324 w 3114960"/>
              <a:gd name="connsiteY14105" fmla="*/ 11240 h 5143785"/>
              <a:gd name="connsiteX14106" fmla="*/ 1075087 w 3114960"/>
              <a:gd name="connsiteY14106" fmla="*/ 20574 h 5143785"/>
              <a:gd name="connsiteX14107" fmla="*/ 1075087 w 3114960"/>
              <a:gd name="connsiteY14107" fmla="*/ 105537 h 5143785"/>
              <a:gd name="connsiteX14108" fmla="*/ 1064609 w 3114960"/>
              <a:gd name="connsiteY14108" fmla="*/ 117920 h 5143785"/>
              <a:gd name="connsiteX14109" fmla="*/ 1077468 w 3114960"/>
              <a:gd name="connsiteY14109" fmla="*/ 130778 h 5143785"/>
              <a:gd name="connsiteX14110" fmla="*/ 1090327 w 3114960"/>
              <a:gd name="connsiteY14110" fmla="*/ 117920 h 5143785"/>
              <a:gd name="connsiteX14111" fmla="*/ 1079849 w 3114960"/>
              <a:gd name="connsiteY14111" fmla="*/ 105537 h 5143785"/>
              <a:gd name="connsiteX14112" fmla="*/ 1079849 w 3114960"/>
              <a:gd name="connsiteY14112" fmla="*/ 18764 h 5143785"/>
              <a:gd name="connsiteX14113" fmla="*/ 1068324 w 3114960"/>
              <a:gd name="connsiteY14113" fmla="*/ 6477 h 5143785"/>
              <a:gd name="connsiteX14114" fmla="*/ 917067 w 3114960"/>
              <a:gd name="connsiteY14114" fmla="*/ 6477 h 5143785"/>
              <a:gd name="connsiteX14115" fmla="*/ 911543 w 3114960"/>
              <a:gd name="connsiteY14115" fmla="*/ 95 h 5143785"/>
              <a:gd name="connsiteX14116" fmla="*/ 905256 w 3114960"/>
              <a:gd name="connsiteY14116" fmla="*/ 95 h 5143785"/>
              <a:gd name="connsiteX14117" fmla="*/ 914876 w 3114960"/>
              <a:gd name="connsiteY14117" fmla="*/ 11240 h 5143785"/>
              <a:gd name="connsiteX14118" fmla="*/ 1085660 w 3114960"/>
              <a:gd name="connsiteY14118" fmla="*/ 117920 h 5143785"/>
              <a:gd name="connsiteX14119" fmla="*/ 1077563 w 3114960"/>
              <a:gd name="connsiteY14119" fmla="*/ 126016 h 5143785"/>
              <a:gd name="connsiteX14120" fmla="*/ 1069467 w 3114960"/>
              <a:gd name="connsiteY14120" fmla="*/ 117920 h 5143785"/>
              <a:gd name="connsiteX14121" fmla="*/ 1077563 w 3114960"/>
              <a:gd name="connsiteY14121" fmla="*/ 109823 h 5143785"/>
              <a:gd name="connsiteX14122" fmla="*/ 1085660 w 3114960"/>
              <a:gd name="connsiteY14122" fmla="*/ 117920 h 5143785"/>
              <a:gd name="connsiteX14123" fmla="*/ 838772 w 3114960"/>
              <a:gd name="connsiteY14123" fmla="*/ 4401407 h 5143785"/>
              <a:gd name="connsiteX14124" fmla="*/ 1052132 w 3114960"/>
              <a:gd name="connsiteY14124" fmla="*/ 4401407 h 5143785"/>
              <a:gd name="connsiteX14125" fmla="*/ 1071277 w 3114960"/>
              <a:gd name="connsiteY14125" fmla="*/ 4423601 h 5143785"/>
              <a:gd name="connsiteX14126" fmla="*/ 1191101 w 3114960"/>
              <a:gd name="connsiteY14126" fmla="*/ 4423601 h 5143785"/>
              <a:gd name="connsiteX14127" fmla="*/ 1191959 w 3114960"/>
              <a:gd name="connsiteY14127" fmla="*/ 4426744 h 5143785"/>
              <a:gd name="connsiteX14128" fmla="*/ 1199769 w 3114960"/>
              <a:gd name="connsiteY14128" fmla="*/ 4434650 h 5143785"/>
              <a:gd name="connsiteX14129" fmla="*/ 1205389 w 3114960"/>
              <a:gd name="connsiteY14129" fmla="*/ 4435793 h 5143785"/>
              <a:gd name="connsiteX14130" fmla="*/ 1210913 w 3114960"/>
              <a:gd name="connsiteY14130" fmla="*/ 4434745 h 5143785"/>
              <a:gd name="connsiteX14131" fmla="*/ 1218819 w 3114960"/>
              <a:gd name="connsiteY14131" fmla="*/ 4426935 h 5143785"/>
              <a:gd name="connsiteX14132" fmla="*/ 1218819 w 3114960"/>
              <a:gd name="connsiteY14132" fmla="*/ 4415790 h 5143785"/>
              <a:gd name="connsiteX14133" fmla="*/ 1211009 w 3114960"/>
              <a:gd name="connsiteY14133" fmla="*/ 4407885 h 5143785"/>
              <a:gd name="connsiteX14134" fmla="*/ 1199864 w 3114960"/>
              <a:gd name="connsiteY14134" fmla="*/ 4407885 h 5143785"/>
              <a:gd name="connsiteX14135" fmla="*/ 1191959 w 3114960"/>
              <a:gd name="connsiteY14135" fmla="*/ 4415695 h 5143785"/>
              <a:gd name="connsiteX14136" fmla="*/ 1191101 w 3114960"/>
              <a:gd name="connsiteY14136" fmla="*/ 4418934 h 5143785"/>
              <a:gd name="connsiteX14137" fmla="*/ 1073468 w 3114960"/>
              <a:gd name="connsiteY14137" fmla="*/ 4418934 h 5143785"/>
              <a:gd name="connsiteX14138" fmla="*/ 1054322 w 3114960"/>
              <a:gd name="connsiteY14138" fmla="*/ 4396740 h 5143785"/>
              <a:gd name="connsiteX14139" fmla="*/ 840772 w 3114960"/>
              <a:gd name="connsiteY14139" fmla="*/ 4396740 h 5143785"/>
              <a:gd name="connsiteX14140" fmla="*/ 832104 w 3114960"/>
              <a:gd name="connsiteY14140" fmla="*/ 4388072 h 5143785"/>
              <a:gd name="connsiteX14141" fmla="*/ 832104 w 3114960"/>
              <a:gd name="connsiteY14141" fmla="*/ 4331875 h 5143785"/>
              <a:gd name="connsiteX14142" fmla="*/ 839534 w 3114960"/>
              <a:gd name="connsiteY14142" fmla="*/ 4322636 h 5143785"/>
              <a:gd name="connsiteX14143" fmla="*/ 832104 w 3114960"/>
              <a:gd name="connsiteY14143" fmla="*/ 4313396 h 5143785"/>
              <a:gd name="connsiteX14144" fmla="*/ 832104 w 3114960"/>
              <a:gd name="connsiteY14144" fmla="*/ 4170045 h 5143785"/>
              <a:gd name="connsiteX14145" fmla="*/ 670560 w 3114960"/>
              <a:gd name="connsiteY14145" fmla="*/ 3983450 h 5143785"/>
              <a:gd name="connsiteX14146" fmla="*/ 674084 w 3114960"/>
              <a:gd name="connsiteY14146" fmla="*/ 3969925 h 5143785"/>
              <a:gd name="connsiteX14147" fmla="*/ 657987 w 3114960"/>
              <a:gd name="connsiteY14147" fmla="*/ 3962114 h 5143785"/>
              <a:gd name="connsiteX14148" fmla="*/ 650272 w 3114960"/>
              <a:gd name="connsiteY14148" fmla="*/ 3978212 h 5143785"/>
              <a:gd name="connsiteX14149" fmla="*/ 662178 w 3114960"/>
              <a:gd name="connsiteY14149" fmla="*/ 3986689 h 5143785"/>
              <a:gd name="connsiteX14150" fmla="*/ 666369 w 3114960"/>
              <a:gd name="connsiteY14150" fmla="*/ 3986022 h 5143785"/>
              <a:gd name="connsiteX14151" fmla="*/ 666369 w 3114960"/>
              <a:gd name="connsiteY14151" fmla="*/ 3986022 h 5143785"/>
              <a:gd name="connsiteX14152" fmla="*/ 666464 w 3114960"/>
              <a:gd name="connsiteY14152" fmla="*/ 3986022 h 5143785"/>
              <a:gd name="connsiteX14153" fmla="*/ 827437 w 3114960"/>
              <a:gd name="connsiteY14153" fmla="*/ 4171950 h 5143785"/>
              <a:gd name="connsiteX14154" fmla="*/ 827437 w 3114960"/>
              <a:gd name="connsiteY14154" fmla="*/ 4313587 h 5143785"/>
              <a:gd name="connsiteX14155" fmla="*/ 820007 w 3114960"/>
              <a:gd name="connsiteY14155" fmla="*/ 4322826 h 5143785"/>
              <a:gd name="connsiteX14156" fmla="*/ 827437 w 3114960"/>
              <a:gd name="connsiteY14156" fmla="*/ 4332065 h 5143785"/>
              <a:gd name="connsiteX14157" fmla="*/ 827437 w 3114960"/>
              <a:gd name="connsiteY14157" fmla="*/ 4390263 h 5143785"/>
              <a:gd name="connsiteX14158" fmla="*/ 838962 w 3114960"/>
              <a:gd name="connsiteY14158" fmla="*/ 4401788 h 5143785"/>
              <a:gd name="connsiteX14159" fmla="*/ 1196340 w 3114960"/>
              <a:gd name="connsiteY14159" fmla="*/ 4417505 h 5143785"/>
              <a:gd name="connsiteX14160" fmla="*/ 1201674 w 3114960"/>
              <a:gd name="connsiteY14160" fmla="*/ 4412266 h 5143785"/>
              <a:gd name="connsiteX14161" fmla="*/ 1205389 w 3114960"/>
              <a:gd name="connsiteY14161" fmla="*/ 4411504 h 5143785"/>
              <a:gd name="connsiteX14162" fmla="*/ 1209199 w 3114960"/>
              <a:gd name="connsiteY14162" fmla="*/ 4412266 h 5143785"/>
              <a:gd name="connsiteX14163" fmla="*/ 1214438 w 3114960"/>
              <a:gd name="connsiteY14163" fmla="*/ 4417600 h 5143785"/>
              <a:gd name="connsiteX14164" fmla="*/ 1214438 w 3114960"/>
              <a:gd name="connsiteY14164" fmla="*/ 4425125 h 5143785"/>
              <a:gd name="connsiteX14165" fmla="*/ 1209104 w 3114960"/>
              <a:gd name="connsiteY14165" fmla="*/ 4430363 h 5143785"/>
              <a:gd name="connsiteX14166" fmla="*/ 1201579 w 3114960"/>
              <a:gd name="connsiteY14166" fmla="*/ 4430363 h 5143785"/>
              <a:gd name="connsiteX14167" fmla="*/ 1196340 w 3114960"/>
              <a:gd name="connsiteY14167" fmla="*/ 4425029 h 5143785"/>
              <a:gd name="connsiteX14168" fmla="*/ 1196340 w 3114960"/>
              <a:gd name="connsiteY14168" fmla="*/ 4417505 h 5143785"/>
              <a:gd name="connsiteX14169" fmla="*/ 664654 w 3114960"/>
              <a:gd name="connsiteY14169" fmla="*/ 3981260 h 5143785"/>
              <a:gd name="connsiteX14170" fmla="*/ 654653 w 3114960"/>
              <a:gd name="connsiteY14170" fmla="*/ 3976402 h 5143785"/>
              <a:gd name="connsiteX14171" fmla="*/ 655034 w 3114960"/>
              <a:gd name="connsiteY14171" fmla="*/ 3970401 h 5143785"/>
              <a:gd name="connsiteX14172" fmla="*/ 659511 w 3114960"/>
              <a:gd name="connsiteY14172" fmla="*/ 3966401 h 5143785"/>
              <a:gd name="connsiteX14173" fmla="*/ 662083 w 3114960"/>
              <a:gd name="connsiteY14173" fmla="*/ 3965924 h 5143785"/>
              <a:gd name="connsiteX14174" fmla="*/ 669512 w 3114960"/>
              <a:gd name="connsiteY14174" fmla="*/ 3971163 h 5143785"/>
              <a:gd name="connsiteX14175" fmla="*/ 664654 w 3114960"/>
              <a:gd name="connsiteY14175" fmla="*/ 3981164 h 5143785"/>
              <a:gd name="connsiteX14176" fmla="*/ 824675 w 3114960"/>
              <a:gd name="connsiteY14176" fmla="*/ 4322445 h 5143785"/>
              <a:gd name="connsiteX14177" fmla="*/ 829723 w 3114960"/>
              <a:gd name="connsiteY14177" fmla="*/ 4317397 h 5143785"/>
              <a:gd name="connsiteX14178" fmla="*/ 834771 w 3114960"/>
              <a:gd name="connsiteY14178" fmla="*/ 4322445 h 5143785"/>
              <a:gd name="connsiteX14179" fmla="*/ 829723 w 3114960"/>
              <a:gd name="connsiteY14179" fmla="*/ 4327494 h 5143785"/>
              <a:gd name="connsiteX14180" fmla="*/ 824675 w 3114960"/>
              <a:gd name="connsiteY14180" fmla="*/ 4322445 h 5143785"/>
              <a:gd name="connsiteX14181" fmla="*/ 710089 w 3114960"/>
              <a:gd name="connsiteY14181" fmla="*/ 92012 h 5143785"/>
              <a:gd name="connsiteX14182" fmla="*/ 714851 w 3114960"/>
              <a:gd name="connsiteY14182" fmla="*/ 92012 h 5143785"/>
              <a:gd name="connsiteX14183" fmla="*/ 714851 w 3114960"/>
              <a:gd name="connsiteY14183" fmla="*/ 110109 h 5143785"/>
              <a:gd name="connsiteX14184" fmla="*/ 710089 w 3114960"/>
              <a:gd name="connsiteY14184" fmla="*/ 110109 h 5143785"/>
              <a:gd name="connsiteX14185" fmla="*/ 710089 w 3114960"/>
              <a:gd name="connsiteY14185" fmla="*/ 92012 h 5143785"/>
              <a:gd name="connsiteX14186" fmla="*/ 652844 w 3114960"/>
              <a:gd name="connsiteY14186" fmla="*/ 220599 h 5143785"/>
              <a:gd name="connsiteX14187" fmla="*/ 648081 w 3114960"/>
              <a:gd name="connsiteY14187" fmla="*/ 220599 h 5143785"/>
              <a:gd name="connsiteX14188" fmla="*/ 648081 w 3114960"/>
              <a:gd name="connsiteY14188" fmla="*/ 202216 h 5143785"/>
              <a:gd name="connsiteX14189" fmla="*/ 652844 w 3114960"/>
              <a:gd name="connsiteY14189" fmla="*/ 202216 h 5143785"/>
              <a:gd name="connsiteX14190" fmla="*/ 652844 w 3114960"/>
              <a:gd name="connsiteY14190" fmla="*/ 220599 h 5143785"/>
              <a:gd name="connsiteX14191" fmla="*/ 710089 w 3114960"/>
              <a:gd name="connsiteY14191" fmla="*/ 128302 h 5143785"/>
              <a:gd name="connsiteX14192" fmla="*/ 714851 w 3114960"/>
              <a:gd name="connsiteY14192" fmla="*/ 128302 h 5143785"/>
              <a:gd name="connsiteX14193" fmla="*/ 714851 w 3114960"/>
              <a:gd name="connsiteY14193" fmla="*/ 146399 h 5143785"/>
              <a:gd name="connsiteX14194" fmla="*/ 710089 w 3114960"/>
              <a:gd name="connsiteY14194" fmla="*/ 146399 h 5143785"/>
              <a:gd name="connsiteX14195" fmla="*/ 710089 w 3114960"/>
              <a:gd name="connsiteY14195" fmla="*/ 128302 h 5143785"/>
              <a:gd name="connsiteX14196" fmla="*/ 714851 w 3114960"/>
              <a:gd name="connsiteY14196" fmla="*/ 37624 h 5143785"/>
              <a:gd name="connsiteX14197" fmla="*/ 710089 w 3114960"/>
              <a:gd name="connsiteY14197" fmla="*/ 37624 h 5143785"/>
              <a:gd name="connsiteX14198" fmla="*/ 710089 w 3114960"/>
              <a:gd name="connsiteY14198" fmla="*/ 19526 h 5143785"/>
              <a:gd name="connsiteX14199" fmla="*/ 714851 w 3114960"/>
              <a:gd name="connsiteY14199" fmla="*/ 19526 h 5143785"/>
              <a:gd name="connsiteX14200" fmla="*/ 714851 w 3114960"/>
              <a:gd name="connsiteY14200" fmla="*/ 37624 h 5143785"/>
              <a:gd name="connsiteX14201" fmla="*/ 741045 w 3114960"/>
              <a:gd name="connsiteY14201" fmla="*/ 167069 h 5143785"/>
              <a:gd name="connsiteX14202" fmla="*/ 741045 w 3114960"/>
              <a:gd name="connsiteY14202" fmla="*/ 168021 h 5143785"/>
              <a:gd name="connsiteX14203" fmla="*/ 754285 w 3114960"/>
              <a:gd name="connsiteY14203" fmla="*/ 182499 h 5143785"/>
              <a:gd name="connsiteX14204" fmla="*/ 754285 w 3114960"/>
              <a:gd name="connsiteY14204" fmla="*/ 221552 h 5143785"/>
              <a:gd name="connsiteX14205" fmla="*/ 733520 w 3114960"/>
              <a:gd name="connsiteY14205" fmla="*/ 240030 h 5143785"/>
              <a:gd name="connsiteX14206" fmla="*/ 722090 w 3114960"/>
              <a:gd name="connsiteY14206" fmla="*/ 239935 h 5143785"/>
              <a:gd name="connsiteX14207" fmla="*/ 716947 w 3114960"/>
              <a:gd name="connsiteY14207" fmla="*/ 234410 h 5143785"/>
              <a:gd name="connsiteX14208" fmla="*/ 713423 w 3114960"/>
              <a:gd name="connsiteY14208" fmla="*/ 237649 h 5143785"/>
              <a:gd name="connsiteX14209" fmla="*/ 718661 w 3114960"/>
              <a:gd name="connsiteY14209" fmla="*/ 243269 h 5143785"/>
              <a:gd name="connsiteX14210" fmla="*/ 719995 w 3114960"/>
              <a:gd name="connsiteY14210" fmla="*/ 256794 h 5143785"/>
              <a:gd name="connsiteX14211" fmla="*/ 727710 w 3114960"/>
              <a:gd name="connsiteY14211" fmla="*/ 260033 h 5143785"/>
              <a:gd name="connsiteX14212" fmla="*/ 734473 w 3114960"/>
              <a:gd name="connsiteY14212" fmla="*/ 257461 h 5143785"/>
              <a:gd name="connsiteX14213" fmla="*/ 748094 w 3114960"/>
              <a:gd name="connsiteY14213" fmla="*/ 272606 h 5143785"/>
              <a:gd name="connsiteX14214" fmla="*/ 747903 w 3114960"/>
              <a:gd name="connsiteY14214" fmla="*/ 326612 h 5143785"/>
              <a:gd name="connsiteX14215" fmla="*/ 831818 w 3114960"/>
              <a:gd name="connsiteY14215" fmla="*/ 425863 h 5143785"/>
              <a:gd name="connsiteX14216" fmla="*/ 915638 w 3114960"/>
              <a:gd name="connsiteY14216" fmla="*/ 425863 h 5143785"/>
              <a:gd name="connsiteX14217" fmla="*/ 916400 w 3114960"/>
              <a:gd name="connsiteY14217" fmla="*/ 428435 h 5143785"/>
              <a:gd name="connsiteX14218" fmla="*/ 922782 w 3114960"/>
              <a:gd name="connsiteY14218" fmla="*/ 433864 h 5143785"/>
              <a:gd name="connsiteX14219" fmla="*/ 926211 w 3114960"/>
              <a:gd name="connsiteY14219" fmla="*/ 434435 h 5143785"/>
              <a:gd name="connsiteX14220" fmla="*/ 931164 w 3114960"/>
              <a:gd name="connsiteY14220" fmla="*/ 433292 h 5143785"/>
              <a:gd name="connsiteX14221" fmla="*/ 936022 w 3114960"/>
              <a:gd name="connsiteY14221" fmla="*/ 418624 h 5143785"/>
              <a:gd name="connsiteX14222" fmla="*/ 921353 w 3114960"/>
              <a:gd name="connsiteY14222" fmla="*/ 413766 h 5143785"/>
              <a:gd name="connsiteX14223" fmla="*/ 915924 w 3114960"/>
              <a:gd name="connsiteY14223" fmla="*/ 420148 h 5143785"/>
              <a:gd name="connsiteX14224" fmla="*/ 915829 w 3114960"/>
              <a:gd name="connsiteY14224" fmla="*/ 421196 h 5143785"/>
              <a:gd name="connsiteX14225" fmla="*/ 834295 w 3114960"/>
              <a:gd name="connsiteY14225" fmla="*/ 421196 h 5143785"/>
              <a:gd name="connsiteX14226" fmla="*/ 752951 w 3114960"/>
              <a:gd name="connsiteY14226" fmla="*/ 324993 h 5143785"/>
              <a:gd name="connsiteX14227" fmla="*/ 753142 w 3114960"/>
              <a:gd name="connsiteY14227" fmla="*/ 270891 h 5143785"/>
              <a:gd name="connsiteX14228" fmla="*/ 737711 w 3114960"/>
              <a:gd name="connsiteY14228" fmla="*/ 253841 h 5143785"/>
              <a:gd name="connsiteX14229" fmla="*/ 737045 w 3114960"/>
              <a:gd name="connsiteY14229" fmla="*/ 243554 h 5143785"/>
              <a:gd name="connsiteX14230" fmla="*/ 759238 w 3114960"/>
              <a:gd name="connsiteY14230" fmla="*/ 223838 h 5143785"/>
              <a:gd name="connsiteX14231" fmla="*/ 759238 w 3114960"/>
              <a:gd name="connsiteY14231" fmla="*/ 180880 h 5143785"/>
              <a:gd name="connsiteX14232" fmla="*/ 745998 w 3114960"/>
              <a:gd name="connsiteY14232" fmla="*/ 166307 h 5143785"/>
              <a:gd name="connsiteX14233" fmla="*/ 745808 w 3114960"/>
              <a:gd name="connsiteY14233" fmla="*/ 286 h 5143785"/>
              <a:gd name="connsiteX14234" fmla="*/ 741045 w 3114960"/>
              <a:gd name="connsiteY14234" fmla="*/ 286 h 5143785"/>
              <a:gd name="connsiteX14235" fmla="*/ 741236 w 3114960"/>
              <a:gd name="connsiteY14235" fmla="*/ 167259 h 5143785"/>
              <a:gd name="connsiteX14236" fmla="*/ 732187 w 3114960"/>
              <a:gd name="connsiteY14236" fmla="*/ 253365 h 5143785"/>
              <a:gd name="connsiteX14237" fmla="*/ 723424 w 3114960"/>
              <a:gd name="connsiteY14237" fmla="*/ 253365 h 5143785"/>
              <a:gd name="connsiteX14238" fmla="*/ 723424 w 3114960"/>
              <a:gd name="connsiteY14238" fmla="*/ 244602 h 5143785"/>
              <a:gd name="connsiteX14239" fmla="*/ 727805 w 3114960"/>
              <a:gd name="connsiteY14239" fmla="*/ 242792 h 5143785"/>
              <a:gd name="connsiteX14240" fmla="*/ 732187 w 3114960"/>
              <a:gd name="connsiteY14240" fmla="*/ 244602 h 5143785"/>
              <a:gd name="connsiteX14241" fmla="*/ 732187 w 3114960"/>
              <a:gd name="connsiteY14241" fmla="*/ 253365 h 5143785"/>
              <a:gd name="connsiteX14242" fmla="*/ 920306 w 3114960"/>
              <a:gd name="connsiteY14242" fmla="*/ 421577 h 5143785"/>
              <a:gd name="connsiteX14243" fmla="*/ 923354 w 3114960"/>
              <a:gd name="connsiteY14243" fmla="*/ 417957 h 5143785"/>
              <a:gd name="connsiteX14244" fmla="*/ 926116 w 3114960"/>
              <a:gd name="connsiteY14244" fmla="*/ 417290 h 5143785"/>
              <a:gd name="connsiteX14245" fmla="*/ 931640 w 3114960"/>
              <a:gd name="connsiteY14245" fmla="*/ 420719 h 5143785"/>
              <a:gd name="connsiteX14246" fmla="*/ 928878 w 3114960"/>
              <a:gd name="connsiteY14246" fmla="*/ 429006 h 5143785"/>
              <a:gd name="connsiteX14247" fmla="*/ 924116 w 3114960"/>
              <a:gd name="connsiteY14247" fmla="*/ 429387 h 5143785"/>
              <a:gd name="connsiteX14248" fmla="*/ 920496 w 3114960"/>
              <a:gd name="connsiteY14248" fmla="*/ 426339 h 5143785"/>
              <a:gd name="connsiteX14249" fmla="*/ 920115 w 3114960"/>
              <a:gd name="connsiteY14249" fmla="*/ 421577 h 5143785"/>
              <a:gd name="connsiteX14250" fmla="*/ 710089 w 3114960"/>
              <a:gd name="connsiteY14250" fmla="*/ 55721 h 5143785"/>
              <a:gd name="connsiteX14251" fmla="*/ 714851 w 3114960"/>
              <a:gd name="connsiteY14251" fmla="*/ 55721 h 5143785"/>
              <a:gd name="connsiteX14252" fmla="*/ 714851 w 3114960"/>
              <a:gd name="connsiteY14252" fmla="*/ 73819 h 5143785"/>
              <a:gd name="connsiteX14253" fmla="*/ 710089 w 3114960"/>
              <a:gd name="connsiteY14253" fmla="*/ 73819 h 5143785"/>
              <a:gd name="connsiteX14254" fmla="*/ 710089 w 3114960"/>
              <a:gd name="connsiteY14254" fmla="*/ 55721 h 5143785"/>
              <a:gd name="connsiteX14255" fmla="*/ 2016728 w 3114960"/>
              <a:gd name="connsiteY14255" fmla="*/ 4403408 h 5143785"/>
              <a:gd name="connsiteX14256" fmla="*/ 2012347 w 3114960"/>
              <a:gd name="connsiteY14256" fmla="*/ 4411504 h 5143785"/>
              <a:gd name="connsiteX14257" fmla="*/ 2015014 w 3114960"/>
              <a:gd name="connsiteY14257" fmla="*/ 4420553 h 5143785"/>
              <a:gd name="connsiteX14258" fmla="*/ 2023205 w 3114960"/>
              <a:gd name="connsiteY14258" fmla="*/ 4425029 h 5143785"/>
              <a:gd name="connsiteX14259" fmla="*/ 2024539 w 3114960"/>
              <a:gd name="connsiteY14259" fmla="*/ 4425029 h 5143785"/>
              <a:gd name="connsiteX14260" fmla="*/ 2024920 w 3114960"/>
              <a:gd name="connsiteY14260" fmla="*/ 4425029 h 5143785"/>
              <a:gd name="connsiteX14261" fmla="*/ 2025587 w 3114960"/>
              <a:gd name="connsiteY14261" fmla="*/ 4453319 h 5143785"/>
              <a:gd name="connsiteX14262" fmla="*/ 2048637 w 3114960"/>
              <a:gd name="connsiteY14262" fmla="*/ 4482084 h 5143785"/>
              <a:gd name="connsiteX14263" fmla="*/ 2175129 w 3114960"/>
              <a:gd name="connsiteY14263" fmla="*/ 4482465 h 5143785"/>
              <a:gd name="connsiteX14264" fmla="*/ 2183511 w 3114960"/>
              <a:gd name="connsiteY14264" fmla="*/ 4475321 h 5143785"/>
              <a:gd name="connsiteX14265" fmla="*/ 2186940 w 3114960"/>
              <a:gd name="connsiteY14265" fmla="*/ 4477607 h 5143785"/>
              <a:gd name="connsiteX14266" fmla="*/ 2191703 w 3114960"/>
              <a:gd name="connsiteY14266" fmla="*/ 4478560 h 5143785"/>
              <a:gd name="connsiteX14267" fmla="*/ 2196370 w 3114960"/>
              <a:gd name="connsiteY14267" fmla="*/ 4477607 h 5143785"/>
              <a:gd name="connsiteX14268" fmla="*/ 2203037 w 3114960"/>
              <a:gd name="connsiteY14268" fmla="*/ 4461605 h 5143785"/>
              <a:gd name="connsiteX14269" fmla="*/ 2196465 w 3114960"/>
              <a:gd name="connsiteY14269" fmla="*/ 4454938 h 5143785"/>
              <a:gd name="connsiteX14270" fmla="*/ 2187131 w 3114960"/>
              <a:gd name="connsiteY14270" fmla="*/ 4454938 h 5143785"/>
              <a:gd name="connsiteX14271" fmla="*/ 2180463 w 3114960"/>
              <a:gd name="connsiteY14271" fmla="*/ 4461510 h 5143785"/>
              <a:gd name="connsiteX14272" fmla="*/ 2180463 w 3114960"/>
              <a:gd name="connsiteY14272" fmla="*/ 4470845 h 5143785"/>
              <a:gd name="connsiteX14273" fmla="*/ 2180749 w 3114960"/>
              <a:gd name="connsiteY14273" fmla="*/ 4471226 h 5143785"/>
              <a:gd name="connsiteX14274" fmla="*/ 2173510 w 3114960"/>
              <a:gd name="connsiteY14274" fmla="*/ 4477417 h 5143785"/>
              <a:gd name="connsiteX14275" fmla="*/ 2051209 w 3114960"/>
              <a:gd name="connsiteY14275" fmla="*/ 4477036 h 5143785"/>
              <a:gd name="connsiteX14276" fmla="*/ 2030730 w 3114960"/>
              <a:gd name="connsiteY14276" fmla="*/ 4451414 h 5143785"/>
              <a:gd name="connsiteX14277" fmla="*/ 2030063 w 3114960"/>
              <a:gd name="connsiteY14277" fmla="*/ 4423601 h 5143785"/>
              <a:gd name="connsiteX14278" fmla="*/ 2032445 w 3114960"/>
              <a:gd name="connsiteY14278" fmla="*/ 4422267 h 5143785"/>
              <a:gd name="connsiteX14279" fmla="*/ 2036921 w 3114960"/>
              <a:gd name="connsiteY14279" fmla="*/ 4414076 h 5143785"/>
              <a:gd name="connsiteX14280" fmla="*/ 2034254 w 3114960"/>
              <a:gd name="connsiteY14280" fmla="*/ 4405027 h 5143785"/>
              <a:gd name="connsiteX14281" fmla="*/ 2026063 w 3114960"/>
              <a:gd name="connsiteY14281" fmla="*/ 4400550 h 5143785"/>
              <a:gd name="connsiteX14282" fmla="*/ 2021396 w 3114960"/>
              <a:gd name="connsiteY14282" fmla="*/ 4400931 h 5143785"/>
              <a:gd name="connsiteX14283" fmla="*/ 2004251 w 3114960"/>
              <a:gd name="connsiteY14283" fmla="*/ 4381786 h 5143785"/>
              <a:gd name="connsiteX14284" fmla="*/ 1971103 w 3114960"/>
              <a:gd name="connsiteY14284" fmla="*/ 4382262 h 5143785"/>
              <a:gd name="connsiteX14285" fmla="*/ 1955673 w 3114960"/>
              <a:gd name="connsiteY14285" fmla="*/ 4400455 h 5143785"/>
              <a:gd name="connsiteX14286" fmla="*/ 1955673 w 3114960"/>
              <a:gd name="connsiteY14286" fmla="*/ 4493419 h 5143785"/>
              <a:gd name="connsiteX14287" fmla="*/ 1951863 w 3114960"/>
              <a:gd name="connsiteY14287" fmla="*/ 4499134 h 5143785"/>
              <a:gd name="connsiteX14288" fmla="*/ 1951863 w 3114960"/>
              <a:gd name="connsiteY14288" fmla="*/ 4518660 h 5143785"/>
              <a:gd name="connsiteX14289" fmla="*/ 1958150 w 3114960"/>
              <a:gd name="connsiteY14289" fmla="*/ 4524947 h 5143785"/>
              <a:gd name="connsiteX14290" fmla="*/ 1964436 w 3114960"/>
              <a:gd name="connsiteY14290" fmla="*/ 4518660 h 5143785"/>
              <a:gd name="connsiteX14291" fmla="*/ 1964436 w 3114960"/>
              <a:gd name="connsiteY14291" fmla="*/ 4499134 h 5143785"/>
              <a:gd name="connsiteX14292" fmla="*/ 1960626 w 3114960"/>
              <a:gd name="connsiteY14292" fmla="*/ 4493419 h 5143785"/>
              <a:gd name="connsiteX14293" fmla="*/ 1960626 w 3114960"/>
              <a:gd name="connsiteY14293" fmla="*/ 4402170 h 5143785"/>
              <a:gd name="connsiteX14294" fmla="*/ 1973675 w 3114960"/>
              <a:gd name="connsiteY14294" fmla="*/ 4387215 h 5143785"/>
              <a:gd name="connsiteX14295" fmla="*/ 2001965 w 3114960"/>
              <a:gd name="connsiteY14295" fmla="*/ 4386834 h 5143785"/>
              <a:gd name="connsiteX14296" fmla="*/ 2017014 w 3114960"/>
              <a:gd name="connsiteY14296" fmla="*/ 4403408 h 5143785"/>
              <a:gd name="connsiteX14297" fmla="*/ 2188845 w 3114960"/>
              <a:gd name="connsiteY14297" fmla="*/ 4459510 h 5143785"/>
              <a:gd name="connsiteX14298" fmla="*/ 2191607 w 3114960"/>
              <a:gd name="connsiteY14298" fmla="*/ 4458938 h 5143785"/>
              <a:gd name="connsiteX14299" fmla="*/ 2194465 w 3114960"/>
              <a:gd name="connsiteY14299" fmla="*/ 4459510 h 5143785"/>
              <a:gd name="connsiteX14300" fmla="*/ 2198465 w 3114960"/>
              <a:gd name="connsiteY14300" fmla="*/ 4463511 h 5143785"/>
              <a:gd name="connsiteX14301" fmla="*/ 2194465 w 3114960"/>
              <a:gd name="connsiteY14301" fmla="*/ 4473131 h 5143785"/>
              <a:gd name="connsiteX14302" fmla="*/ 2188845 w 3114960"/>
              <a:gd name="connsiteY14302" fmla="*/ 4473131 h 5143785"/>
              <a:gd name="connsiteX14303" fmla="*/ 2184845 w 3114960"/>
              <a:gd name="connsiteY14303" fmla="*/ 4469130 h 5143785"/>
              <a:gd name="connsiteX14304" fmla="*/ 2188845 w 3114960"/>
              <a:gd name="connsiteY14304" fmla="*/ 4459510 h 5143785"/>
              <a:gd name="connsiteX14305" fmla="*/ 2019872 w 3114960"/>
              <a:gd name="connsiteY14305" fmla="*/ 4407027 h 5143785"/>
              <a:gd name="connsiteX14306" fmla="*/ 2024444 w 3114960"/>
              <a:gd name="connsiteY14306" fmla="*/ 4405408 h 5143785"/>
              <a:gd name="connsiteX14307" fmla="*/ 2025206 w 3114960"/>
              <a:gd name="connsiteY14307" fmla="*/ 4405408 h 5143785"/>
              <a:gd name="connsiteX14308" fmla="*/ 2030159 w 3114960"/>
              <a:gd name="connsiteY14308" fmla="*/ 4408075 h 5143785"/>
              <a:gd name="connsiteX14309" fmla="*/ 2031778 w 3114960"/>
              <a:gd name="connsiteY14309" fmla="*/ 4413504 h 5143785"/>
              <a:gd name="connsiteX14310" fmla="*/ 2029111 w 3114960"/>
              <a:gd name="connsiteY14310" fmla="*/ 4418457 h 5143785"/>
              <a:gd name="connsiteX14311" fmla="*/ 2023682 w 3114960"/>
              <a:gd name="connsiteY14311" fmla="*/ 4420077 h 5143785"/>
              <a:gd name="connsiteX14312" fmla="*/ 2018728 w 3114960"/>
              <a:gd name="connsiteY14312" fmla="*/ 4417410 h 5143785"/>
              <a:gd name="connsiteX14313" fmla="*/ 2017109 w 3114960"/>
              <a:gd name="connsiteY14313" fmla="*/ 4411980 h 5143785"/>
              <a:gd name="connsiteX14314" fmla="*/ 2019776 w 3114960"/>
              <a:gd name="connsiteY14314" fmla="*/ 4407027 h 5143785"/>
              <a:gd name="connsiteX14315" fmla="*/ 523970 w 3114960"/>
              <a:gd name="connsiteY14315" fmla="*/ 10097 h 5143785"/>
              <a:gd name="connsiteX14316" fmla="*/ 523970 w 3114960"/>
              <a:gd name="connsiteY14316" fmla="*/ 95 h 5143785"/>
              <a:gd name="connsiteX14317" fmla="*/ 528733 w 3114960"/>
              <a:gd name="connsiteY14317" fmla="*/ 95 h 5143785"/>
              <a:gd name="connsiteX14318" fmla="*/ 528733 w 3114960"/>
              <a:gd name="connsiteY14318" fmla="*/ 10097 h 5143785"/>
              <a:gd name="connsiteX14319" fmla="*/ 523970 w 3114960"/>
              <a:gd name="connsiteY14319" fmla="*/ 10097 h 5143785"/>
              <a:gd name="connsiteX14320" fmla="*/ 1954721 w 3114960"/>
              <a:gd name="connsiteY14320" fmla="*/ 4629817 h 5143785"/>
              <a:gd name="connsiteX14321" fmla="*/ 1960340 w 3114960"/>
              <a:gd name="connsiteY14321" fmla="*/ 4646771 h 5143785"/>
              <a:gd name="connsiteX14322" fmla="*/ 1965960 w 3114960"/>
              <a:gd name="connsiteY14322" fmla="*/ 4648105 h 5143785"/>
              <a:gd name="connsiteX14323" fmla="*/ 1977295 w 3114960"/>
              <a:gd name="connsiteY14323" fmla="*/ 4641152 h 5143785"/>
              <a:gd name="connsiteX14324" fmla="*/ 1971675 w 3114960"/>
              <a:gd name="connsiteY14324" fmla="*/ 4624197 h 5143785"/>
              <a:gd name="connsiteX14325" fmla="*/ 1968437 w 3114960"/>
              <a:gd name="connsiteY14325" fmla="*/ 4623340 h 5143785"/>
              <a:gd name="connsiteX14326" fmla="*/ 1968437 w 3114960"/>
              <a:gd name="connsiteY14326" fmla="*/ 4584764 h 5143785"/>
              <a:gd name="connsiteX14327" fmla="*/ 1960245 w 3114960"/>
              <a:gd name="connsiteY14327" fmla="*/ 4571810 h 5143785"/>
              <a:gd name="connsiteX14328" fmla="*/ 1960245 w 3114960"/>
              <a:gd name="connsiteY14328" fmla="*/ 4525042 h 5143785"/>
              <a:gd name="connsiteX14329" fmla="*/ 1955482 w 3114960"/>
              <a:gd name="connsiteY14329" fmla="*/ 4525042 h 5143785"/>
              <a:gd name="connsiteX14330" fmla="*/ 1955482 w 3114960"/>
              <a:gd name="connsiteY14330" fmla="*/ 4573143 h 5143785"/>
              <a:gd name="connsiteX14331" fmla="*/ 1963674 w 3114960"/>
              <a:gd name="connsiteY14331" fmla="*/ 4586097 h 5143785"/>
              <a:gd name="connsiteX14332" fmla="*/ 1963674 w 3114960"/>
              <a:gd name="connsiteY14332" fmla="*/ 4623340 h 5143785"/>
              <a:gd name="connsiteX14333" fmla="*/ 1954721 w 3114960"/>
              <a:gd name="connsiteY14333" fmla="*/ 4629912 h 5143785"/>
              <a:gd name="connsiteX14334" fmla="*/ 1966055 w 3114960"/>
              <a:gd name="connsiteY14334" fmla="*/ 4627626 h 5143785"/>
              <a:gd name="connsiteX14335" fmla="*/ 1969580 w 3114960"/>
              <a:gd name="connsiteY14335" fmla="*/ 4628484 h 5143785"/>
              <a:gd name="connsiteX14336" fmla="*/ 1973485 w 3114960"/>
              <a:gd name="connsiteY14336" fmla="*/ 4633055 h 5143785"/>
              <a:gd name="connsiteX14337" fmla="*/ 1973104 w 3114960"/>
              <a:gd name="connsiteY14337" fmla="*/ 4639056 h 5143785"/>
              <a:gd name="connsiteX14338" fmla="*/ 1962531 w 3114960"/>
              <a:gd name="connsiteY14338" fmla="*/ 4642580 h 5143785"/>
              <a:gd name="connsiteX14339" fmla="*/ 1958626 w 3114960"/>
              <a:gd name="connsiteY14339" fmla="*/ 4638009 h 5143785"/>
              <a:gd name="connsiteX14340" fmla="*/ 1959007 w 3114960"/>
              <a:gd name="connsiteY14340" fmla="*/ 4632008 h 5143785"/>
              <a:gd name="connsiteX14341" fmla="*/ 1963579 w 3114960"/>
              <a:gd name="connsiteY14341" fmla="*/ 4628103 h 5143785"/>
              <a:gd name="connsiteX14342" fmla="*/ 1966055 w 3114960"/>
              <a:gd name="connsiteY14342" fmla="*/ 4627721 h 5143785"/>
              <a:gd name="connsiteX14343" fmla="*/ 692944 w 3114960"/>
              <a:gd name="connsiteY14343" fmla="*/ 2202656 h 5143785"/>
              <a:gd name="connsiteX14344" fmla="*/ 700278 w 3114960"/>
              <a:gd name="connsiteY14344" fmla="*/ 2209705 h 5143785"/>
              <a:gd name="connsiteX14345" fmla="*/ 695325 w 3114960"/>
              <a:gd name="connsiteY14345" fmla="*/ 2214848 h 5143785"/>
              <a:gd name="connsiteX14346" fmla="*/ 687991 w 3114960"/>
              <a:gd name="connsiteY14346" fmla="*/ 2207800 h 5143785"/>
              <a:gd name="connsiteX14347" fmla="*/ 692944 w 3114960"/>
              <a:gd name="connsiteY14347" fmla="*/ 2202656 h 5143785"/>
              <a:gd name="connsiteX14348" fmla="*/ 555022 w 3114960"/>
              <a:gd name="connsiteY14348" fmla="*/ 222599 h 5143785"/>
              <a:gd name="connsiteX14349" fmla="*/ 573691 w 3114960"/>
              <a:gd name="connsiteY14349" fmla="*/ 243840 h 5143785"/>
              <a:gd name="connsiteX14350" fmla="*/ 573024 w 3114960"/>
              <a:gd name="connsiteY14350" fmla="*/ 253651 h 5143785"/>
              <a:gd name="connsiteX14351" fmla="*/ 579501 w 3114960"/>
              <a:gd name="connsiteY14351" fmla="*/ 260890 h 5143785"/>
              <a:gd name="connsiteX14352" fmla="*/ 584930 w 3114960"/>
              <a:gd name="connsiteY14352" fmla="*/ 262128 h 5143785"/>
              <a:gd name="connsiteX14353" fmla="*/ 589121 w 3114960"/>
              <a:gd name="connsiteY14353" fmla="*/ 261366 h 5143785"/>
              <a:gd name="connsiteX14354" fmla="*/ 589217 w 3114960"/>
              <a:gd name="connsiteY14354" fmla="*/ 261366 h 5143785"/>
              <a:gd name="connsiteX14355" fmla="*/ 732758 w 3114960"/>
              <a:gd name="connsiteY14355" fmla="*/ 427577 h 5143785"/>
              <a:gd name="connsiteX14356" fmla="*/ 732758 w 3114960"/>
              <a:gd name="connsiteY14356" fmla="*/ 531495 h 5143785"/>
              <a:gd name="connsiteX14357" fmla="*/ 725329 w 3114960"/>
              <a:gd name="connsiteY14357" fmla="*/ 540734 h 5143785"/>
              <a:gd name="connsiteX14358" fmla="*/ 735140 w 3114960"/>
              <a:gd name="connsiteY14358" fmla="*/ 550545 h 5143785"/>
              <a:gd name="connsiteX14359" fmla="*/ 744950 w 3114960"/>
              <a:gd name="connsiteY14359" fmla="*/ 540734 h 5143785"/>
              <a:gd name="connsiteX14360" fmla="*/ 737521 w 3114960"/>
              <a:gd name="connsiteY14360" fmla="*/ 531495 h 5143785"/>
              <a:gd name="connsiteX14361" fmla="*/ 737521 w 3114960"/>
              <a:gd name="connsiteY14361" fmla="*/ 425863 h 5143785"/>
              <a:gd name="connsiteX14362" fmla="*/ 593312 w 3114960"/>
              <a:gd name="connsiteY14362" fmla="*/ 258985 h 5143785"/>
              <a:gd name="connsiteX14363" fmla="*/ 596265 w 3114960"/>
              <a:gd name="connsiteY14363" fmla="*/ 255080 h 5143785"/>
              <a:gd name="connsiteX14364" fmla="*/ 596837 w 3114960"/>
              <a:gd name="connsiteY14364" fmla="*/ 245459 h 5143785"/>
              <a:gd name="connsiteX14365" fmla="*/ 590741 w 3114960"/>
              <a:gd name="connsiteY14365" fmla="*/ 238506 h 5143785"/>
              <a:gd name="connsiteX14366" fmla="*/ 590741 w 3114960"/>
              <a:gd name="connsiteY14366" fmla="*/ 231553 h 5143785"/>
              <a:gd name="connsiteX14367" fmla="*/ 585978 w 3114960"/>
              <a:gd name="connsiteY14367" fmla="*/ 231553 h 5143785"/>
              <a:gd name="connsiteX14368" fmla="*/ 585978 w 3114960"/>
              <a:gd name="connsiteY14368" fmla="*/ 237077 h 5143785"/>
              <a:gd name="connsiteX14369" fmla="*/ 580739 w 3114960"/>
              <a:gd name="connsiteY14369" fmla="*/ 237744 h 5143785"/>
              <a:gd name="connsiteX14370" fmla="*/ 576644 w 3114960"/>
              <a:gd name="connsiteY14370" fmla="*/ 240125 h 5143785"/>
              <a:gd name="connsiteX14371" fmla="*/ 559784 w 3114960"/>
              <a:gd name="connsiteY14371" fmla="*/ 220885 h 5143785"/>
              <a:gd name="connsiteX14372" fmla="*/ 559784 w 3114960"/>
              <a:gd name="connsiteY14372" fmla="*/ 95 h 5143785"/>
              <a:gd name="connsiteX14373" fmla="*/ 555022 w 3114960"/>
              <a:gd name="connsiteY14373" fmla="*/ 95 h 5143785"/>
              <a:gd name="connsiteX14374" fmla="*/ 555022 w 3114960"/>
              <a:gd name="connsiteY14374" fmla="*/ 222599 h 5143785"/>
              <a:gd name="connsiteX14375" fmla="*/ 740188 w 3114960"/>
              <a:gd name="connsiteY14375" fmla="*/ 540830 h 5143785"/>
              <a:gd name="connsiteX14376" fmla="*/ 735140 w 3114960"/>
              <a:gd name="connsiteY14376" fmla="*/ 545878 h 5143785"/>
              <a:gd name="connsiteX14377" fmla="*/ 730091 w 3114960"/>
              <a:gd name="connsiteY14377" fmla="*/ 540830 h 5143785"/>
              <a:gd name="connsiteX14378" fmla="*/ 735140 w 3114960"/>
              <a:gd name="connsiteY14378" fmla="*/ 535877 h 5143785"/>
              <a:gd name="connsiteX14379" fmla="*/ 740188 w 3114960"/>
              <a:gd name="connsiteY14379" fmla="*/ 540830 h 5143785"/>
              <a:gd name="connsiteX14380" fmla="*/ 582359 w 3114960"/>
              <a:gd name="connsiteY14380" fmla="*/ 242126 h 5143785"/>
              <a:gd name="connsiteX14381" fmla="*/ 584930 w 3114960"/>
              <a:gd name="connsiteY14381" fmla="*/ 241649 h 5143785"/>
              <a:gd name="connsiteX14382" fmla="*/ 592360 w 3114960"/>
              <a:gd name="connsiteY14382" fmla="*/ 246888 h 5143785"/>
              <a:gd name="connsiteX14383" fmla="*/ 591979 w 3114960"/>
              <a:gd name="connsiteY14383" fmla="*/ 252889 h 5143785"/>
              <a:gd name="connsiteX14384" fmla="*/ 587502 w 3114960"/>
              <a:gd name="connsiteY14384" fmla="*/ 256889 h 5143785"/>
              <a:gd name="connsiteX14385" fmla="*/ 581501 w 3114960"/>
              <a:gd name="connsiteY14385" fmla="*/ 256508 h 5143785"/>
              <a:gd name="connsiteX14386" fmla="*/ 577501 w 3114960"/>
              <a:gd name="connsiteY14386" fmla="*/ 252032 h 5143785"/>
              <a:gd name="connsiteX14387" fmla="*/ 582359 w 3114960"/>
              <a:gd name="connsiteY14387" fmla="*/ 242030 h 5143785"/>
              <a:gd name="connsiteX14388" fmla="*/ 458534 w 3114960"/>
              <a:gd name="connsiteY14388" fmla="*/ 82772 h 5143785"/>
              <a:gd name="connsiteX14389" fmla="*/ 463296 w 3114960"/>
              <a:gd name="connsiteY14389" fmla="*/ 82772 h 5143785"/>
              <a:gd name="connsiteX14390" fmla="*/ 463296 w 3114960"/>
              <a:gd name="connsiteY14390" fmla="*/ 102489 h 5143785"/>
              <a:gd name="connsiteX14391" fmla="*/ 458534 w 3114960"/>
              <a:gd name="connsiteY14391" fmla="*/ 102489 h 5143785"/>
              <a:gd name="connsiteX14392" fmla="*/ 458534 w 3114960"/>
              <a:gd name="connsiteY14392" fmla="*/ 82772 h 5143785"/>
              <a:gd name="connsiteX14393" fmla="*/ 38862 w 3114960"/>
              <a:gd name="connsiteY14393" fmla="*/ 1672400 h 5143785"/>
              <a:gd name="connsiteX14394" fmla="*/ 95 w 3114960"/>
              <a:gd name="connsiteY14394" fmla="*/ 1672400 h 5143785"/>
              <a:gd name="connsiteX14395" fmla="*/ 95 w 3114960"/>
              <a:gd name="connsiteY14395" fmla="*/ 1677162 h 5143785"/>
              <a:gd name="connsiteX14396" fmla="*/ 40386 w 3114960"/>
              <a:gd name="connsiteY14396" fmla="*/ 1677162 h 5143785"/>
              <a:gd name="connsiteX14397" fmla="*/ 46292 w 3114960"/>
              <a:gd name="connsiteY14397" fmla="*/ 1673066 h 5143785"/>
              <a:gd name="connsiteX14398" fmla="*/ 53531 w 3114960"/>
              <a:gd name="connsiteY14398" fmla="*/ 1673066 h 5143785"/>
              <a:gd name="connsiteX14399" fmla="*/ 55912 w 3114960"/>
              <a:gd name="connsiteY14399" fmla="*/ 1670685 h 5143785"/>
              <a:gd name="connsiteX14400" fmla="*/ 55912 w 3114960"/>
              <a:gd name="connsiteY14400" fmla="*/ 1663922 h 5143785"/>
              <a:gd name="connsiteX14401" fmla="*/ 100489 w 3114960"/>
              <a:gd name="connsiteY14401" fmla="*/ 1663922 h 5143785"/>
              <a:gd name="connsiteX14402" fmla="*/ 111252 w 3114960"/>
              <a:gd name="connsiteY14402" fmla="*/ 1653159 h 5143785"/>
              <a:gd name="connsiteX14403" fmla="*/ 100489 w 3114960"/>
              <a:gd name="connsiteY14403" fmla="*/ 1642396 h 5143785"/>
              <a:gd name="connsiteX14404" fmla="*/ 62484 w 3114960"/>
              <a:gd name="connsiteY14404" fmla="*/ 1642396 h 5143785"/>
              <a:gd name="connsiteX14405" fmla="*/ 56483 w 3114960"/>
              <a:gd name="connsiteY14405" fmla="*/ 1636395 h 5143785"/>
              <a:gd name="connsiteX14406" fmla="*/ 62484 w 3114960"/>
              <a:gd name="connsiteY14406" fmla="*/ 1630394 h 5143785"/>
              <a:gd name="connsiteX14407" fmla="*/ 100489 w 3114960"/>
              <a:gd name="connsiteY14407" fmla="*/ 1630394 h 5143785"/>
              <a:gd name="connsiteX14408" fmla="*/ 111252 w 3114960"/>
              <a:gd name="connsiteY14408" fmla="*/ 1619631 h 5143785"/>
              <a:gd name="connsiteX14409" fmla="*/ 100489 w 3114960"/>
              <a:gd name="connsiteY14409" fmla="*/ 1608868 h 5143785"/>
              <a:gd name="connsiteX14410" fmla="*/ 62484 w 3114960"/>
              <a:gd name="connsiteY14410" fmla="*/ 1608868 h 5143785"/>
              <a:gd name="connsiteX14411" fmla="*/ 56483 w 3114960"/>
              <a:gd name="connsiteY14411" fmla="*/ 1602867 h 5143785"/>
              <a:gd name="connsiteX14412" fmla="*/ 62484 w 3114960"/>
              <a:gd name="connsiteY14412" fmla="*/ 1596866 h 5143785"/>
              <a:gd name="connsiteX14413" fmla="*/ 104966 w 3114960"/>
              <a:gd name="connsiteY14413" fmla="*/ 1596866 h 5143785"/>
              <a:gd name="connsiteX14414" fmla="*/ 104966 w 3114960"/>
              <a:gd name="connsiteY14414" fmla="*/ 1603629 h 5143785"/>
              <a:gd name="connsiteX14415" fmla="*/ 107347 w 3114960"/>
              <a:gd name="connsiteY14415" fmla="*/ 1606010 h 5143785"/>
              <a:gd name="connsiteX14416" fmla="*/ 115348 w 3114960"/>
              <a:gd name="connsiteY14416" fmla="*/ 1606010 h 5143785"/>
              <a:gd name="connsiteX14417" fmla="*/ 117729 w 3114960"/>
              <a:gd name="connsiteY14417" fmla="*/ 1603629 h 5143785"/>
              <a:gd name="connsiteX14418" fmla="*/ 117729 w 3114960"/>
              <a:gd name="connsiteY14418" fmla="*/ 1596866 h 5143785"/>
              <a:gd name="connsiteX14419" fmla="*/ 125349 w 3114960"/>
              <a:gd name="connsiteY14419" fmla="*/ 1596866 h 5143785"/>
              <a:gd name="connsiteX14420" fmla="*/ 125349 w 3114960"/>
              <a:gd name="connsiteY14420" fmla="*/ 1603629 h 5143785"/>
              <a:gd name="connsiteX14421" fmla="*/ 127730 w 3114960"/>
              <a:gd name="connsiteY14421" fmla="*/ 1606010 h 5143785"/>
              <a:gd name="connsiteX14422" fmla="*/ 135731 w 3114960"/>
              <a:gd name="connsiteY14422" fmla="*/ 1606010 h 5143785"/>
              <a:gd name="connsiteX14423" fmla="*/ 138113 w 3114960"/>
              <a:gd name="connsiteY14423" fmla="*/ 1603629 h 5143785"/>
              <a:gd name="connsiteX14424" fmla="*/ 138113 w 3114960"/>
              <a:gd name="connsiteY14424" fmla="*/ 1596962 h 5143785"/>
              <a:gd name="connsiteX14425" fmla="*/ 182690 w 3114960"/>
              <a:gd name="connsiteY14425" fmla="*/ 1596962 h 5143785"/>
              <a:gd name="connsiteX14426" fmla="*/ 188690 w 3114960"/>
              <a:gd name="connsiteY14426" fmla="*/ 1602962 h 5143785"/>
              <a:gd name="connsiteX14427" fmla="*/ 182690 w 3114960"/>
              <a:gd name="connsiteY14427" fmla="*/ 1608963 h 5143785"/>
              <a:gd name="connsiteX14428" fmla="*/ 144685 w 3114960"/>
              <a:gd name="connsiteY14428" fmla="*/ 1608963 h 5143785"/>
              <a:gd name="connsiteX14429" fmla="*/ 133922 w 3114960"/>
              <a:gd name="connsiteY14429" fmla="*/ 1619726 h 5143785"/>
              <a:gd name="connsiteX14430" fmla="*/ 144685 w 3114960"/>
              <a:gd name="connsiteY14430" fmla="*/ 1630490 h 5143785"/>
              <a:gd name="connsiteX14431" fmla="*/ 182690 w 3114960"/>
              <a:gd name="connsiteY14431" fmla="*/ 1630490 h 5143785"/>
              <a:gd name="connsiteX14432" fmla="*/ 188690 w 3114960"/>
              <a:gd name="connsiteY14432" fmla="*/ 1636490 h 5143785"/>
              <a:gd name="connsiteX14433" fmla="*/ 182690 w 3114960"/>
              <a:gd name="connsiteY14433" fmla="*/ 1642491 h 5143785"/>
              <a:gd name="connsiteX14434" fmla="*/ 144685 w 3114960"/>
              <a:gd name="connsiteY14434" fmla="*/ 1642491 h 5143785"/>
              <a:gd name="connsiteX14435" fmla="*/ 133922 w 3114960"/>
              <a:gd name="connsiteY14435" fmla="*/ 1653254 h 5143785"/>
              <a:gd name="connsiteX14436" fmla="*/ 144685 w 3114960"/>
              <a:gd name="connsiteY14436" fmla="*/ 1664018 h 5143785"/>
              <a:gd name="connsiteX14437" fmla="*/ 187166 w 3114960"/>
              <a:gd name="connsiteY14437" fmla="*/ 1664018 h 5143785"/>
              <a:gd name="connsiteX14438" fmla="*/ 187166 w 3114960"/>
              <a:gd name="connsiteY14438" fmla="*/ 1670780 h 5143785"/>
              <a:gd name="connsiteX14439" fmla="*/ 189548 w 3114960"/>
              <a:gd name="connsiteY14439" fmla="*/ 1673162 h 5143785"/>
              <a:gd name="connsiteX14440" fmla="*/ 197549 w 3114960"/>
              <a:gd name="connsiteY14440" fmla="*/ 1673162 h 5143785"/>
              <a:gd name="connsiteX14441" fmla="*/ 199930 w 3114960"/>
              <a:gd name="connsiteY14441" fmla="*/ 1670780 h 5143785"/>
              <a:gd name="connsiteX14442" fmla="*/ 199930 w 3114960"/>
              <a:gd name="connsiteY14442" fmla="*/ 1652588 h 5143785"/>
              <a:gd name="connsiteX14443" fmla="*/ 197549 w 3114960"/>
              <a:gd name="connsiteY14443" fmla="*/ 1650206 h 5143785"/>
              <a:gd name="connsiteX14444" fmla="*/ 189548 w 3114960"/>
              <a:gd name="connsiteY14444" fmla="*/ 1650206 h 5143785"/>
              <a:gd name="connsiteX14445" fmla="*/ 187166 w 3114960"/>
              <a:gd name="connsiteY14445" fmla="*/ 1652588 h 5143785"/>
              <a:gd name="connsiteX14446" fmla="*/ 187166 w 3114960"/>
              <a:gd name="connsiteY14446" fmla="*/ 1659350 h 5143785"/>
              <a:gd name="connsiteX14447" fmla="*/ 144685 w 3114960"/>
              <a:gd name="connsiteY14447" fmla="*/ 1659350 h 5143785"/>
              <a:gd name="connsiteX14448" fmla="*/ 138684 w 3114960"/>
              <a:gd name="connsiteY14448" fmla="*/ 1653350 h 5143785"/>
              <a:gd name="connsiteX14449" fmla="*/ 144685 w 3114960"/>
              <a:gd name="connsiteY14449" fmla="*/ 1647349 h 5143785"/>
              <a:gd name="connsiteX14450" fmla="*/ 182690 w 3114960"/>
              <a:gd name="connsiteY14450" fmla="*/ 1647349 h 5143785"/>
              <a:gd name="connsiteX14451" fmla="*/ 193453 w 3114960"/>
              <a:gd name="connsiteY14451" fmla="*/ 1636586 h 5143785"/>
              <a:gd name="connsiteX14452" fmla="*/ 182690 w 3114960"/>
              <a:gd name="connsiteY14452" fmla="*/ 1625822 h 5143785"/>
              <a:gd name="connsiteX14453" fmla="*/ 144685 w 3114960"/>
              <a:gd name="connsiteY14453" fmla="*/ 1625822 h 5143785"/>
              <a:gd name="connsiteX14454" fmla="*/ 138684 w 3114960"/>
              <a:gd name="connsiteY14454" fmla="*/ 1619822 h 5143785"/>
              <a:gd name="connsiteX14455" fmla="*/ 144685 w 3114960"/>
              <a:gd name="connsiteY14455" fmla="*/ 1613821 h 5143785"/>
              <a:gd name="connsiteX14456" fmla="*/ 182690 w 3114960"/>
              <a:gd name="connsiteY14456" fmla="*/ 1613821 h 5143785"/>
              <a:gd name="connsiteX14457" fmla="*/ 193453 w 3114960"/>
              <a:gd name="connsiteY14457" fmla="*/ 1603057 h 5143785"/>
              <a:gd name="connsiteX14458" fmla="*/ 182690 w 3114960"/>
              <a:gd name="connsiteY14458" fmla="*/ 1592294 h 5143785"/>
              <a:gd name="connsiteX14459" fmla="*/ 138113 w 3114960"/>
              <a:gd name="connsiteY14459" fmla="*/ 1592294 h 5143785"/>
              <a:gd name="connsiteX14460" fmla="*/ 138113 w 3114960"/>
              <a:gd name="connsiteY14460" fmla="*/ 1585532 h 5143785"/>
              <a:gd name="connsiteX14461" fmla="*/ 135731 w 3114960"/>
              <a:gd name="connsiteY14461" fmla="*/ 1583150 h 5143785"/>
              <a:gd name="connsiteX14462" fmla="*/ 127730 w 3114960"/>
              <a:gd name="connsiteY14462" fmla="*/ 1583150 h 5143785"/>
              <a:gd name="connsiteX14463" fmla="*/ 125349 w 3114960"/>
              <a:gd name="connsiteY14463" fmla="*/ 1585532 h 5143785"/>
              <a:gd name="connsiteX14464" fmla="*/ 125349 w 3114960"/>
              <a:gd name="connsiteY14464" fmla="*/ 1592294 h 5143785"/>
              <a:gd name="connsiteX14465" fmla="*/ 117729 w 3114960"/>
              <a:gd name="connsiteY14465" fmla="*/ 1592294 h 5143785"/>
              <a:gd name="connsiteX14466" fmla="*/ 117729 w 3114960"/>
              <a:gd name="connsiteY14466" fmla="*/ 1585532 h 5143785"/>
              <a:gd name="connsiteX14467" fmla="*/ 115348 w 3114960"/>
              <a:gd name="connsiteY14467" fmla="*/ 1583150 h 5143785"/>
              <a:gd name="connsiteX14468" fmla="*/ 107347 w 3114960"/>
              <a:gd name="connsiteY14468" fmla="*/ 1583150 h 5143785"/>
              <a:gd name="connsiteX14469" fmla="*/ 104966 w 3114960"/>
              <a:gd name="connsiteY14469" fmla="*/ 1585532 h 5143785"/>
              <a:gd name="connsiteX14470" fmla="*/ 104966 w 3114960"/>
              <a:gd name="connsiteY14470" fmla="*/ 1592294 h 5143785"/>
              <a:gd name="connsiteX14471" fmla="*/ 62484 w 3114960"/>
              <a:gd name="connsiteY14471" fmla="*/ 1592294 h 5143785"/>
              <a:gd name="connsiteX14472" fmla="*/ 51721 w 3114960"/>
              <a:gd name="connsiteY14472" fmla="*/ 1603057 h 5143785"/>
              <a:gd name="connsiteX14473" fmla="*/ 62484 w 3114960"/>
              <a:gd name="connsiteY14473" fmla="*/ 1613821 h 5143785"/>
              <a:gd name="connsiteX14474" fmla="*/ 100489 w 3114960"/>
              <a:gd name="connsiteY14474" fmla="*/ 1613821 h 5143785"/>
              <a:gd name="connsiteX14475" fmla="*/ 106490 w 3114960"/>
              <a:gd name="connsiteY14475" fmla="*/ 1619822 h 5143785"/>
              <a:gd name="connsiteX14476" fmla="*/ 100489 w 3114960"/>
              <a:gd name="connsiteY14476" fmla="*/ 1625822 h 5143785"/>
              <a:gd name="connsiteX14477" fmla="*/ 62484 w 3114960"/>
              <a:gd name="connsiteY14477" fmla="*/ 1625822 h 5143785"/>
              <a:gd name="connsiteX14478" fmla="*/ 51721 w 3114960"/>
              <a:gd name="connsiteY14478" fmla="*/ 1636586 h 5143785"/>
              <a:gd name="connsiteX14479" fmla="*/ 62484 w 3114960"/>
              <a:gd name="connsiteY14479" fmla="*/ 1647349 h 5143785"/>
              <a:gd name="connsiteX14480" fmla="*/ 100489 w 3114960"/>
              <a:gd name="connsiteY14480" fmla="*/ 1647349 h 5143785"/>
              <a:gd name="connsiteX14481" fmla="*/ 106490 w 3114960"/>
              <a:gd name="connsiteY14481" fmla="*/ 1653350 h 5143785"/>
              <a:gd name="connsiteX14482" fmla="*/ 100489 w 3114960"/>
              <a:gd name="connsiteY14482" fmla="*/ 1659350 h 5143785"/>
              <a:gd name="connsiteX14483" fmla="*/ 55912 w 3114960"/>
              <a:gd name="connsiteY14483" fmla="*/ 1659350 h 5143785"/>
              <a:gd name="connsiteX14484" fmla="*/ 55912 w 3114960"/>
              <a:gd name="connsiteY14484" fmla="*/ 1652683 h 5143785"/>
              <a:gd name="connsiteX14485" fmla="*/ 53531 w 3114960"/>
              <a:gd name="connsiteY14485" fmla="*/ 1650302 h 5143785"/>
              <a:gd name="connsiteX14486" fmla="*/ 46292 w 3114960"/>
              <a:gd name="connsiteY14486" fmla="*/ 1650302 h 5143785"/>
              <a:gd name="connsiteX14487" fmla="*/ 40386 w 3114960"/>
              <a:gd name="connsiteY14487" fmla="*/ 1645920 h 5143785"/>
              <a:gd name="connsiteX14488" fmla="*/ 95 w 3114960"/>
              <a:gd name="connsiteY14488" fmla="*/ 1645920 h 5143785"/>
              <a:gd name="connsiteX14489" fmla="*/ 95 w 3114960"/>
              <a:gd name="connsiteY14489" fmla="*/ 1650682 h 5143785"/>
              <a:gd name="connsiteX14490" fmla="*/ 38862 w 3114960"/>
              <a:gd name="connsiteY14490" fmla="*/ 1650682 h 5143785"/>
              <a:gd name="connsiteX14491" fmla="*/ 43148 w 3114960"/>
              <a:gd name="connsiteY14491" fmla="*/ 1653921 h 5143785"/>
              <a:gd name="connsiteX14492" fmla="*/ 43148 w 3114960"/>
              <a:gd name="connsiteY14492" fmla="*/ 1669732 h 5143785"/>
              <a:gd name="connsiteX14493" fmla="*/ 38862 w 3114960"/>
              <a:gd name="connsiteY14493" fmla="*/ 1672685 h 5143785"/>
              <a:gd name="connsiteX14494" fmla="*/ 191833 w 3114960"/>
              <a:gd name="connsiteY14494" fmla="*/ 1654874 h 5143785"/>
              <a:gd name="connsiteX14495" fmla="*/ 195072 w 3114960"/>
              <a:gd name="connsiteY14495" fmla="*/ 1654874 h 5143785"/>
              <a:gd name="connsiteX14496" fmla="*/ 195072 w 3114960"/>
              <a:gd name="connsiteY14496" fmla="*/ 1668304 h 5143785"/>
              <a:gd name="connsiteX14497" fmla="*/ 191833 w 3114960"/>
              <a:gd name="connsiteY14497" fmla="*/ 1668304 h 5143785"/>
              <a:gd name="connsiteX14498" fmla="*/ 191833 w 3114960"/>
              <a:gd name="connsiteY14498" fmla="*/ 1654874 h 5143785"/>
              <a:gd name="connsiteX14499" fmla="*/ 130016 w 3114960"/>
              <a:gd name="connsiteY14499" fmla="*/ 1587913 h 5143785"/>
              <a:gd name="connsiteX14500" fmla="*/ 133255 w 3114960"/>
              <a:gd name="connsiteY14500" fmla="*/ 1587913 h 5143785"/>
              <a:gd name="connsiteX14501" fmla="*/ 133255 w 3114960"/>
              <a:gd name="connsiteY14501" fmla="*/ 1601343 h 5143785"/>
              <a:gd name="connsiteX14502" fmla="*/ 130016 w 3114960"/>
              <a:gd name="connsiteY14502" fmla="*/ 1601343 h 5143785"/>
              <a:gd name="connsiteX14503" fmla="*/ 130016 w 3114960"/>
              <a:gd name="connsiteY14503" fmla="*/ 1587913 h 5143785"/>
              <a:gd name="connsiteX14504" fmla="*/ 109728 w 3114960"/>
              <a:gd name="connsiteY14504" fmla="*/ 1587913 h 5143785"/>
              <a:gd name="connsiteX14505" fmla="*/ 112967 w 3114960"/>
              <a:gd name="connsiteY14505" fmla="*/ 1587913 h 5143785"/>
              <a:gd name="connsiteX14506" fmla="*/ 112967 w 3114960"/>
              <a:gd name="connsiteY14506" fmla="*/ 1601343 h 5143785"/>
              <a:gd name="connsiteX14507" fmla="*/ 109728 w 3114960"/>
              <a:gd name="connsiteY14507" fmla="*/ 1601343 h 5143785"/>
              <a:gd name="connsiteX14508" fmla="*/ 109728 w 3114960"/>
              <a:gd name="connsiteY14508" fmla="*/ 1587913 h 5143785"/>
              <a:gd name="connsiteX14509" fmla="*/ 47911 w 3114960"/>
              <a:gd name="connsiteY14509" fmla="*/ 1654874 h 5143785"/>
              <a:gd name="connsiteX14510" fmla="*/ 51149 w 3114960"/>
              <a:gd name="connsiteY14510" fmla="*/ 1654874 h 5143785"/>
              <a:gd name="connsiteX14511" fmla="*/ 51149 w 3114960"/>
              <a:gd name="connsiteY14511" fmla="*/ 1668304 h 5143785"/>
              <a:gd name="connsiteX14512" fmla="*/ 47911 w 3114960"/>
              <a:gd name="connsiteY14512" fmla="*/ 1668304 h 5143785"/>
              <a:gd name="connsiteX14513" fmla="*/ 47911 w 3114960"/>
              <a:gd name="connsiteY14513" fmla="*/ 1654874 h 5143785"/>
              <a:gd name="connsiteX14514" fmla="*/ 1721739 w 3114960"/>
              <a:gd name="connsiteY14514" fmla="*/ 4029647 h 5143785"/>
              <a:gd name="connsiteX14515" fmla="*/ 1721739 w 3114960"/>
              <a:gd name="connsiteY14515" fmla="*/ 4020122 h 5143785"/>
              <a:gd name="connsiteX14516" fmla="*/ 1726025 w 3114960"/>
              <a:gd name="connsiteY14516" fmla="*/ 4015835 h 5143785"/>
              <a:gd name="connsiteX14517" fmla="*/ 1736312 w 3114960"/>
              <a:gd name="connsiteY14517" fmla="*/ 4015835 h 5143785"/>
              <a:gd name="connsiteX14518" fmla="*/ 1739837 w 3114960"/>
              <a:gd name="connsiteY14518" fmla="*/ 4019360 h 5143785"/>
              <a:gd name="connsiteX14519" fmla="*/ 1739837 w 3114960"/>
              <a:gd name="connsiteY14519" fmla="*/ 4029647 h 5143785"/>
              <a:gd name="connsiteX14520" fmla="*/ 1735550 w 3114960"/>
              <a:gd name="connsiteY14520" fmla="*/ 4033933 h 5143785"/>
              <a:gd name="connsiteX14521" fmla="*/ 1726025 w 3114960"/>
              <a:gd name="connsiteY14521" fmla="*/ 4033933 h 5143785"/>
              <a:gd name="connsiteX14522" fmla="*/ 1721739 w 3114960"/>
              <a:gd name="connsiteY14522" fmla="*/ 4029647 h 5143785"/>
              <a:gd name="connsiteX14523" fmla="*/ 646938 w 3114960"/>
              <a:gd name="connsiteY14523" fmla="*/ 2212658 h 5143785"/>
              <a:gd name="connsiteX14524" fmla="*/ 635889 w 3114960"/>
              <a:gd name="connsiteY14524" fmla="*/ 2223707 h 5143785"/>
              <a:gd name="connsiteX14525" fmla="*/ 637794 w 3114960"/>
              <a:gd name="connsiteY14525" fmla="*/ 2229517 h 5143785"/>
              <a:gd name="connsiteX14526" fmla="*/ 602456 w 3114960"/>
              <a:gd name="connsiteY14526" fmla="*/ 2266950 h 5143785"/>
              <a:gd name="connsiteX14527" fmla="*/ 599504 w 3114960"/>
              <a:gd name="connsiteY14527" fmla="*/ 2263997 h 5143785"/>
              <a:gd name="connsiteX14528" fmla="*/ 595884 w 3114960"/>
              <a:gd name="connsiteY14528" fmla="*/ 2262473 h 5143785"/>
              <a:gd name="connsiteX14529" fmla="*/ 595884 w 3114960"/>
              <a:gd name="connsiteY14529" fmla="*/ 2262473 h 5143785"/>
              <a:gd name="connsiteX14530" fmla="*/ 592265 w 3114960"/>
              <a:gd name="connsiteY14530" fmla="*/ 2263997 h 5143785"/>
              <a:gd name="connsiteX14531" fmla="*/ 583121 w 3114960"/>
              <a:gd name="connsiteY14531" fmla="*/ 2273141 h 5143785"/>
              <a:gd name="connsiteX14532" fmla="*/ 583121 w 3114960"/>
              <a:gd name="connsiteY14532" fmla="*/ 2280285 h 5143785"/>
              <a:gd name="connsiteX14533" fmla="*/ 592265 w 3114960"/>
              <a:gd name="connsiteY14533" fmla="*/ 2289429 h 5143785"/>
              <a:gd name="connsiteX14534" fmla="*/ 595884 w 3114960"/>
              <a:gd name="connsiteY14534" fmla="*/ 2290953 h 5143785"/>
              <a:gd name="connsiteX14535" fmla="*/ 595884 w 3114960"/>
              <a:gd name="connsiteY14535" fmla="*/ 2290953 h 5143785"/>
              <a:gd name="connsiteX14536" fmla="*/ 599504 w 3114960"/>
              <a:gd name="connsiteY14536" fmla="*/ 2289429 h 5143785"/>
              <a:gd name="connsiteX14537" fmla="*/ 608648 w 3114960"/>
              <a:gd name="connsiteY14537" fmla="*/ 2280285 h 5143785"/>
              <a:gd name="connsiteX14538" fmla="*/ 608648 w 3114960"/>
              <a:gd name="connsiteY14538" fmla="*/ 2273141 h 5143785"/>
              <a:gd name="connsiteX14539" fmla="*/ 605790 w 3114960"/>
              <a:gd name="connsiteY14539" fmla="*/ 2270284 h 5143785"/>
              <a:gd name="connsiteX14540" fmla="*/ 641128 w 3114960"/>
              <a:gd name="connsiteY14540" fmla="*/ 2232851 h 5143785"/>
              <a:gd name="connsiteX14541" fmla="*/ 646938 w 3114960"/>
              <a:gd name="connsiteY14541" fmla="*/ 2234756 h 5143785"/>
              <a:gd name="connsiteX14542" fmla="*/ 657987 w 3114960"/>
              <a:gd name="connsiteY14542" fmla="*/ 2223707 h 5143785"/>
              <a:gd name="connsiteX14543" fmla="*/ 646938 w 3114960"/>
              <a:gd name="connsiteY14543" fmla="*/ 2212658 h 5143785"/>
              <a:gd name="connsiteX14544" fmla="*/ 595694 w 3114960"/>
              <a:gd name="connsiteY14544" fmla="*/ 2286191 h 5143785"/>
              <a:gd name="connsiteX14545" fmla="*/ 586550 w 3114960"/>
              <a:gd name="connsiteY14545" fmla="*/ 2276570 h 5143785"/>
              <a:gd name="connsiteX14546" fmla="*/ 595884 w 3114960"/>
              <a:gd name="connsiteY14546" fmla="*/ 2267331 h 5143785"/>
              <a:gd name="connsiteX14547" fmla="*/ 596075 w 3114960"/>
              <a:gd name="connsiteY14547" fmla="*/ 2267331 h 5143785"/>
              <a:gd name="connsiteX14548" fmla="*/ 605219 w 3114960"/>
              <a:gd name="connsiteY14548" fmla="*/ 2276951 h 5143785"/>
              <a:gd name="connsiteX14549" fmla="*/ 595598 w 3114960"/>
              <a:gd name="connsiteY14549" fmla="*/ 2286095 h 5143785"/>
              <a:gd name="connsiteX14550" fmla="*/ 2257711 w 3114960"/>
              <a:gd name="connsiteY14550" fmla="*/ 4536186 h 5143785"/>
              <a:gd name="connsiteX14551" fmla="*/ 2276951 w 3114960"/>
              <a:gd name="connsiteY14551" fmla="*/ 4540854 h 5143785"/>
              <a:gd name="connsiteX14552" fmla="*/ 2293906 w 3114960"/>
              <a:gd name="connsiteY14552" fmla="*/ 4530567 h 5143785"/>
              <a:gd name="connsiteX14553" fmla="*/ 2298668 w 3114960"/>
              <a:gd name="connsiteY14553" fmla="*/ 4511326 h 5143785"/>
              <a:gd name="connsiteX14554" fmla="*/ 2288381 w 3114960"/>
              <a:gd name="connsiteY14554" fmla="*/ 4494371 h 5143785"/>
              <a:gd name="connsiteX14555" fmla="*/ 2273141 w 3114960"/>
              <a:gd name="connsiteY14555" fmla="*/ 4489323 h 5143785"/>
              <a:gd name="connsiteX14556" fmla="*/ 2269141 w 3114960"/>
              <a:gd name="connsiteY14556" fmla="*/ 4489609 h 5143785"/>
              <a:gd name="connsiteX14557" fmla="*/ 2252186 w 3114960"/>
              <a:gd name="connsiteY14557" fmla="*/ 4499896 h 5143785"/>
              <a:gd name="connsiteX14558" fmla="*/ 2247424 w 3114960"/>
              <a:gd name="connsiteY14558" fmla="*/ 4519137 h 5143785"/>
              <a:gd name="connsiteX14559" fmla="*/ 2250758 w 3114960"/>
              <a:gd name="connsiteY14559" fmla="*/ 4528280 h 5143785"/>
              <a:gd name="connsiteX14560" fmla="*/ 2201990 w 3114960"/>
              <a:gd name="connsiteY14560" fmla="*/ 4577334 h 5143785"/>
              <a:gd name="connsiteX14561" fmla="*/ 2202275 w 3114960"/>
              <a:gd name="connsiteY14561" fmla="*/ 4687062 h 5143785"/>
              <a:gd name="connsiteX14562" fmla="*/ 2219135 w 3114960"/>
              <a:gd name="connsiteY14562" fmla="*/ 4708112 h 5143785"/>
              <a:gd name="connsiteX14563" fmla="*/ 2219516 w 3114960"/>
              <a:gd name="connsiteY14563" fmla="*/ 4766596 h 5143785"/>
              <a:gd name="connsiteX14564" fmla="*/ 2209705 w 3114960"/>
              <a:gd name="connsiteY14564" fmla="*/ 4776788 h 5143785"/>
              <a:gd name="connsiteX14565" fmla="*/ 2207609 w 3114960"/>
              <a:gd name="connsiteY14565" fmla="*/ 4775169 h 5143785"/>
              <a:gd name="connsiteX14566" fmla="*/ 2190655 w 3114960"/>
              <a:gd name="connsiteY14566" fmla="*/ 4780788 h 5143785"/>
              <a:gd name="connsiteX14567" fmla="*/ 2189988 w 3114960"/>
              <a:gd name="connsiteY14567" fmla="*/ 4790409 h 5143785"/>
              <a:gd name="connsiteX14568" fmla="*/ 2196370 w 3114960"/>
              <a:gd name="connsiteY14568" fmla="*/ 4797647 h 5143785"/>
              <a:gd name="connsiteX14569" fmla="*/ 2201990 w 3114960"/>
              <a:gd name="connsiteY14569" fmla="*/ 4798981 h 5143785"/>
              <a:gd name="connsiteX14570" fmla="*/ 2213324 w 3114960"/>
              <a:gd name="connsiteY14570" fmla="*/ 4792028 h 5143785"/>
              <a:gd name="connsiteX14571" fmla="*/ 2213991 w 3114960"/>
              <a:gd name="connsiteY14571" fmla="*/ 4782407 h 5143785"/>
              <a:gd name="connsiteX14572" fmla="*/ 2212848 w 3114960"/>
              <a:gd name="connsiteY14572" fmla="*/ 4780407 h 5143785"/>
              <a:gd name="connsiteX14573" fmla="*/ 2224278 w 3114960"/>
              <a:gd name="connsiteY14573" fmla="*/ 4768406 h 5143785"/>
              <a:gd name="connsiteX14574" fmla="*/ 2223897 w 3114960"/>
              <a:gd name="connsiteY14574" fmla="*/ 4706303 h 5143785"/>
              <a:gd name="connsiteX14575" fmla="*/ 2207038 w 3114960"/>
              <a:gd name="connsiteY14575" fmla="*/ 4685253 h 5143785"/>
              <a:gd name="connsiteX14576" fmla="*/ 2206752 w 3114960"/>
              <a:gd name="connsiteY14576" fmla="*/ 4579144 h 5143785"/>
              <a:gd name="connsiteX14577" fmla="*/ 2253615 w 3114960"/>
              <a:gd name="connsiteY14577" fmla="*/ 4531995 h 5143785"/>
              <a:gd name="connsiteX14578" fmla="*/ 2257711 w 3114960"/>
              <a:gd name="connsiteY14578" fmla="*/ 4535805 h 5143785"/>
              <a:gd name="connsiteX14579" fmla="*/ 2208943 w 3114960"/>
              <a:gd name="connsiteY14579" fmla="*/ 4790313 h 5143785"/>
              <a:gd name="connsiteX14580" fmla="*/ 2198370 w 3114960"/>
              <a:gd name="connsiteY14580" fmla="*/ 4793837 h 5143785"/>
              <a:gd name="connsiteX14581" fmla="*/ 2194465 w 3114960"/>
              <a:gd name="connsiteY14581" fmla="*/ 4789265 h 5143785"/>
              <a:gd name="connsiteX14582" fmla="*/ 2194846 w 3114960"/>
              <a:gd name="connsiteY14582" fmla="*/ 4783265 h 5143785"/>
              <a:gd name="connsiteX14583" fmla="*/ 2199418 w 3114960"/>
              <a:gd name="connsiteY14583" fmla="*/ 4779360 h 5143785"/>
              <a:gd name="connsiteX14584" fmla="*/ 2201894 w 3114960"/>
              <a:gd name="connsiteY14584" fmla="*/ 4778979 h 5143785"/>
              <a:gd name="connsiteX14585" fmla="*/ 2205419 w 3114960"/>
              <a:gd name="connsiteY14585" fmla="*/ 4779836 h 5143785"/>
              <a:gd name="connsiteX14586" fmla="*/ 2209324 w 3114960"/>
              <a:gd name="connsiteY14586" fmla="*/ 4784408 h 5143785"/>
              <a:gd name="connsiteX14587" fmla="*/ 2208943 w 3114960"/>
              <a:gd name="connsiteY14587" fmla="*/ 4790409 h 5143785"/>
              <a:gd name="connsiteX14588" fmla="*/ 2255996 w 3114960"/>
              <a:gd name="connsiteY14588" fmla="*/ 4502849 h 5143785"/>
              <a:gd name="connsiteX14589" fmla="*/ 2269808 w 3114960"/>
              <a:gd name="connsiteY14589" fmla="*/ 4494467 h 5143785"/>
              <a:gd name="connsiteX14590" fmla="*/ 2285524 w 3114960"/>
              <a:gd name="connsiteY14590" fmla="*/ 4498277 h 5143785"/>
              <a:gd name="connsiteX14591" fmla="*/ 2293906 w 3114960"/>
              <a:gd name="connsiteY14591" fmla="*/ 4512088 h 5143785"/>
              <a:gd name="connsiteX14592" fmla="*/ 2290096 w 3114960"/>
              <a:gd name="connsiteY14592" fmla="*/ 4527804 h 5143785"/>
              <a:gd name="connsiteX14593" fmla="*/ 2276285 w 3114960"/>
              <a:gd name="connsiteY14593" fmla="*/ 4536186 h 5143785"/>
              <a:gd name="connsiteX14594" fmla="*/ 2273046 w 3114960"/>
              <a:gd name="connsiteY14594" fmla="*/ 4536472 h 5143785"/>
              <a:gd name="connsiteX14595" fmla="*/ 2260664 w 3114960"/>
              <a:gd name="connsiteY14595" fmla="*/ 4532376 h 5143785"/>
              <a:gd name="connsiteX14596" fmla="*/ 2252282 w 3114960"/>
              <a:gd name="connsiteY14596" fmla="*/ 4518565 h 5143785"/>
              <a:gd name="connsiteX14597" fmla="*/ 2256092 w 3114960"/>
              <a:gd name="connsiteY14597" fmla="*/ 4502849 h 5143785"/>
              <a:gd name="connsiteX14598" fmla="*/ 458534 w 3114960"/>
              <a:gd name="connsiteY14598" fmla="*/ 3810 h 5143785"/>
              <a:gd name="connsiteX14599" fmla="*/ 463296 w 3114960"/>
              <a:gd name="connsiteY14599" fmla="*/ 3810 h 5143785"/>
              <a:gd name="connsiteX14600" fmla="*/ 463296 w 3114960"/>
              <a:gd name="connsiteY14600" fmla="*/ 23527 h 5143785"/>
              <a:gd name="connsiteX14601" fmla="*/ 458534 w 3114960"/>
              <a:gd name="connsiteY14601" fmla="*/ 23527 h 5143785"/>
              <a:gd name="connsiteX14602" fmla="*/ 458534 w 3114960"/>
              <a:gd name="connsiteY14602" fmla="*/ 3810 h 5143785"/>
              <a:gd name="connsiteX14603" fmla="*/ 2260378 w 3114960"/>
              <a:gd name="connsiteY14603" fmla="*/ 4515327 h 5143785"/>
              <a:gd name="connsiteX14604" fmla="*/ 2273046 w 3114960"/>
              <a:gd name="connsiteY14604" fmla="*/ 4502658 h 5143785"/>
              <a:gd name="connsiteX14605" fmla="*/ 2285714 w 3114960"/>
              <a:gd name="connsiteY14605" fmla="*/ 4515327 h 5143785"/>
              <a:gd name="connsiteX14606" fmla="*/ 2273046 w 3114960"/>
              <a:gd name="connsiteY14606" fmla="*/ 4527995 h 5143785"/>
              <a:gd name="connsiteX14607" fmla="*/ 2260378 w 3114960"/>
              <a:gd name="connsiteY14607" fmla="*/ 4515327 h 5143785"/>
              <a:gd name="connsiteX14608" fmla="*/ 2024444 w 3114960"/>
              <a:gd name="connsiteY14608" fmla="*/ 4623435 h 5143785"/>
              <a:gd name="connsiteX14609" fmla="*/ 2009680 w 3114960"/>
              <a:gd name="connsiteY14609" fmla="*/ 4623435 h 5143785"/>
              <a:gd name="connsiteX14610" fmla="*/ 2005013 w 3114960"/>
              <a:gd name="connsiteY14610" fmla="*/ 4628103 h 5143785"/>
              <a:gd name="connsiteX14611" fmla="*/ 2005013 w 3114960"/>
              <a:gd name="connsiteY14611" fmla="*/ 4642866 h 5143785"/>
              <a:gd name="connsiteX14612" fmla="*/ 2009680 w 3114960"/>
              <a:gd name="connsiteY14612" fmla="*/ 4647534 h 5143785"/>
              <a:gd name="connsiteX14613" fmla="*/ 2024444 w 3114960"/>
              <a:gd name="connsiteY14613" fmla="*/ 4647534 h 5143785"/>
              <a:gd name="connsiteX14614" fmla="*/ 2029111 w 3114960"/>
              <a:gd name="connsiteY14614" fmla="*/ 4642866 h 5143785"/>
              <a:gd name="connsiteX14615" fmla="*/ 2029111 w 3114960"/>
              <a:gd name="connsiteY14615" fmla="*/ 4630484 h 5143785"/>
              <a:gd name="connsiteX14616" fmla="*/ 2115312 w 3114960"/>
              <a:gd name="connsiteY14616" fmla="*/ 4564571 h 5143785"/>
              <a:gd name="connsiteX14617" fmla="*/ 2116265 w 3114960"/>
              <a:gd name="connsiteY14617" fmla="*/ 4562666 h 5143785"/>
              <a:gd name="connsiteX14618" fmla="*/ 2116265 w 3114960"/>
              <a:gd name="connsiteY14618" fmla="*/ 4552760 h 5143785"/>
              <a:gd name="connsiteX14619" fmla="*/ 2113883 w 3114960"/>
              <a:gd name="connsiteY14619" fmla="*/ 4550379 h 5143785"/>
              <a:gd name="connsiteX14620" fmla="*/ 2017395 w 3114960"/>
              <a:gd name="connsiteY14620" fmla="*/ 4550379 h 5143785"/>
              <a:gd name="connsiteX14621" fmla="*/ 2010728 w 3114960"/>
              <a:gd name="connsiteY14621" fmla="*/ 4540472 h 5143785"/>
              <a:gd name="connsiteX14622" fmla="*/ 1993773 w 3114960"/>
              <a:gd name="connsiteY14622" fmla="*/ 4546092 h 5143785"/>
              <a:gd name="connsiteX14623" fmla="*/ 1999393 w 3114960"/>
              <a:gd name="connsiteY14623" fmla="*/ 4563047 h 5143785"/>
              <a:gd name="connsiteX14624" fmla="*/ 2005013 w 3114960"/>
              <a:gd name="connsiteY14624" fmla="*/ 4564380 h 5143785"/>
              <a:gd name="connsiteX14625" fmla="*/ 2016347 w 3114960"/>
              <a:gd name="connsiteY14625" fmla="*/ 4557427 h 5143785"/>
              <a:gd name="connsiteX14626" fmla="*/ 2016919 w 3114960"/>
              <a:gd name="connsiteY14626" fmla="*/ 4555236 h 5143785"/>
              <a:gd name="connsiteX14627" fmla="*/ 2111407 w 3114960"/>
              <a:gd name="connsiteY14627" fmla="*/ 4555236 h 5143785"/>
              <a:gd name="connsiteX14628" fmla="*/ 2111407 w 3114960"/>
              <a:gd name="connsiteY14628" fmla="*/ 4561618 h 5143785"/>
              <a:gd name="connsiteX14629" fmla="*/ 2027968 w 3114960"/>
              <a:gd name="connsiteY14629" fmla="*/ 4625436 h 5143785"/>
              <a:gd name="connsiteX14630" fmla="*/ 2024348 w 3114960"/>
              <a:gd name="connsiteY14630" fmla="*/ 4623626 h 5143785"/>
              <a:gd name="connsiteX14631" fmla="*/ 2012061 w 3114960"/>
              <a:gd name="connsiteY14631" fmla="*/ 4555141 h 5143785"/>
              <a:gd name="connsiteX14632" fmla="*/ 2007489 w 3114960"/>
              <a:gd name="connsiteY14632" fmla="*/ 4559046 h 5143785"/>
              <a:gd name="connsiteX14633" fmla="*/ 2001488 w 3114960"/>
              <a:gd name="connsiteY14633" fmla="*/ 4558665 h 5143785"/>
              <a:gd name="connsiteX14634" fmla="*/ 1997583 w 3114960"/>
              <a:gd name="connsiteY14634" fmla="*/ 4554093 h 5143785"/>
              <a:gd name="connsiteX14635" fmla="*/ 1997964 w 3114960"/>
              <a:gd name="connsiteY14635" fmla="*/ 4548093 h 5143785"/>
              <a:gd name="connsiteX14636" fmla="*/ 2005013 w 3114960"/>
              <a:gd name="connsiteY14636" fmla="*/ 4543711 h 5143785"/>
              <a:gd name="connsiteX14637" fmla="*/ 2008537 w 3114960"/>
              <a:gd name="connsiteY14637" fmla="*/ 4544568 h 5143785"/>
              <a:gd name="connsiteX14638" fmla="*/ 2012442 w 3114960"/>
              <a:gd name="connsiteY14638" fmla="*/ 4549140 h 5143785"/>
              <a:gd name="connsiteX14639" fmla="*/ 2012061 w 3114960"/>
              <a:gd name="connsiteY14639" fmla="*/ 4555141 h 5143785"/>
              <a:gd name="connsiteX14640" fmla="*/ 494348 w 3114960"/>
              <a:gd name="connsiteY14640" fmla="*/ 95 h 5143785"/>
              <a:gd name="connsiteX14641" fmla="*/ 489585 w 3114960"/>
              <a:gd name="connsiteY14641" fmla="*/ 95 h 5143785"/>
              <a:gd name="connsiteX14642" fmla="*/ 489585 w 3114960"/>
              <a:gd name="connsiteY14642" fmla="*/ 222314 h 5143785"/>
              <a:gd name="connsiteX14643" fmla="*/ 476440 w 3114960"/>
              <a:gd name="connsiteY14643" fmla="*/ 239458 h 5143785"/>
              <a:gd name="connsiteX14644" fmla="*/ 472535 w 3114960"/>
              <a:gd name="connsiteY14644" fmla="*/ 239744 h 5143785"/>
              <a:gd name="connsiteX14645" fmla="*/ 470821 w 3114960"/>
              <a:gd name="connsiteY14645" fmla="*/ 237077 h 5143785"/>
              <a:gd name="connsiteX14646" fmla="*/ 466820 w 3114960"/>
              <a:gd name="connsiteY14646" fmla="*/ 239554 h 5143785"/>
              <a:gd name="connsiteX14647" fmla="*/ 468344 w 3114960"/>
              <a:gd name="connsiteY14647" fmla="*/ 241935 h 5143785"/>
              <a:gd name="connsiteX14648" fmla="*/ 465582 w 3114960"/>
              <a:gd name="connsiteY14648" fmla="*/ 252889 h 5143785"/>
              <a:gd name="connsiteX14649" fmla="*/ 477488 w 3114960"/>
              <a:gd name="connsiteY14649" fmla="*/ 259366 h 5143785"/>
              <a:gd name="connsiteX14650" fmla="*/ 622840 w 3114960"/>
              <a:gd name="connsiteY14650" fmla="*/ 427577 h 5143785"/>
              <a:gd name="connsiteX14651" fmla="*/ 622840 w 3114960"/>
              <a:gd name="connsiteY14651" fmla="*/ 570833 h 5143785"/>
              <a:gd name="connsiteX14652" fmla="*/ 618839 w 3114960"/>
              <a:gd name="connsiteY14652" fmla="*/ 570833 h 5143785"/>
              <a:gd name="connsiteX14653" fmla="*/ 611981 w 3114960"/>
              <a:gd name="connsiteY14653" fmla="*/ 577691 h 5143785"/>
              <a:gd name="connsiteX14654" fmla="*/ 611981 w 3114960"/>
              <a:gd name="connsiteY14654" fmla="*/ 590360 h 5143785"/>
              <a:gd name="connsiteX14655" fmla="*/ 618839 w 3114960"/>
              <a:gd name="connsiteY14655" fmla="*/ 597218 h 5143785"/>
              <a:gd name="connsiteX14656" fmla="*/ 631508 w 3114960"/>
              <a:gd name="connsiteY14656" fmla="*/ 597218 h 5143785"/>
              <a:gd name="connsiteX14657" fmla="*/ 638366 w 3114960"/>
              <a:gd name="connsiteY14657" fmla="*/ 590360 h 5143785"/>
              <a:gd name="connsiteX14658" fmla="*/ 638366 w 3114960"/>
              <a:gd name="connsiteY14658" fmla="*/ 577691 h 5143785"/>
              <a:gd name="connsiteX14659" fmla="*/ 631508 w 3114960"/>
              <a:gd name="connsiteY14659" fmla="*/ 570833 h 5143785"/>
              <a:gd name="connsiteX14660" fmla="*/ 627507 w 3114960"/>
              <a:gd name="connsiteY14660" fmla="*/ 570833 h 5143785"/>
              <a:gd name="connsiteX14661" fmla="*/ 627507 w 3114960"/>
              <a:gd name="connsiteY14661" fmla="*/ 425768 h 5143785"/>
              <a:gd name="connsiteX14662" fmla="*/ 481870 w 3114960"/>
              <a:gd name="connsiteY14662" fmla="*/ 257175 h 5143785"/>
              <a:gd name="connsiteX14663" fmla="*/ 484918 w 3114960"/>
              <a:gd name="connsiteY14663" fmla="*/ 246031 h 5143785"/>
              <a:gd name="connsiteX14664" fmla="*/ 481013 w 3114960"/>
              <a:gd name="connsiteY14664" fmla="*/ 241173 h 5143785"/>
              <a:gd name="connsiteX14665" fmla="*/ 494348 w 3114960"/>
              <a:gd name="connsiteY14665" fmla="*/ 223838 h 5143785"/>
              <a:gd name="connsiteX14666" fmla="*/ 494348 w 3114960"/>
              <a:gd name="connsiteY14666" fmla="*/ 95 h 5143785"/>
              <a:gd name="connsiteX14667" fmla="*/ 631412 w 3114960"/>
              <a:gd name="connsiteY14667" fmla="*/ 575596 h 5143785"/>
              <a:gd name="connsiteX14668" fmla="*/ 633508 w 3114960"/>
              <a:gd name="connsiteY14668" fmla="*/ 577691 h 5143785"/>
              <a:gd name="connsiteX14669" fmla="*/ 633508 w 3114960"/>
              <a:gd name="connsiteY14669" fmla="*/ 590360 h 5143785"/>
              <a:gd name="connsiteX14670" fmla="*/ 631412 w 3114960"/>
              <a:gd name="connsiteY14670" fmla="*/ 592455 h 5143785"/>
              <a:gd name="connsiteX14671" fmla="*/ 618744 w 3114960"/>
              <a:gd name="connsiteY14671" fmla="*/ 592455 h 5143785"/>
              <a:gd name="connsiteX14672" fmla="*/ 616649 w 3114960"/>
              <a:gd name="connsiteY14672" fmla="*/ 590360 h 5143785"/>
              <a:gd name="connsiteX14673" fmla="*/ 616649 w 3114960"/>
              <a:gd name="connsiteY14673" fmla="*/ 577691 h 5143785"/>
              <a:gd name="connsiteX14674" fmla="*/ 618744 w 3114960"/>
              <a:gd name="connsiteY14674" fmla="*/ 575596 h 5143785"/>
              <a:gd name="connsiteX14675" fmla="*/ 631412 w 3114960"/>
              <a:gd name="connsiteY14675" fmla="*/ 575596 h 5143785"/>
              <a:gd name="connsiteX14676" fmla="*/ 2204085 w 3114960"/>
              <a:gd name="connsiteY14676" fmla="*/ 4525804 h 5143785"/>
              <a:gd name="connsiteX14677" fmla="*/ 2035969 w 3114960"/>
              <a:gd name="connsiteY14677" fmla="*/ 4525804 h 5143785"/>
              <a:gd name="connsiteX14678" fmla="*/ 1999964 w 3114960"/>
              <a:gd name="connsiteY14678" fmla="*/ 4475226 h 5143785"/>
              <a:gd name="connsiteX14679" fmla="*/ 1994630 w 3114960"/>
              <a:gd name="connsiteY14679" fmla="*/ 4476274 h 5143785"/>
              <a:gd name="connsiteX14680" fmla="*/ 1980819 w 3114960"/>
              <a:gd name="connsiteY14680" fmla="*/ 4462463 h 5143785"/>
              <a:gd name="connsiteX14681" fmla="*/ 1994630 w 3114960"/>
              <a:gd name="connsiteY14681" fmla="*/ 4448652 h 5143785"/>
              <a:gd name="connsiteX14682" fmla="*/ 2008442 w 3114960"/>
              <a:gd name="connsiteY14682" fmla="*/ 4462463 h 5143785"/>
              <a:gd name="connsiteX14683" fmla="*/ 2003965 w 3114960"/>
              <a:gd name="connsiteY14683" fmla="*/ 4472559 h 5143785"/>
              <a:gd name="connsiteX14684" fmla="*/ 2038255 w 3114960"/>
              <a:gd name="connsiteY14684" fmla="*/ 4520946 h 5143785"/>
              <a:gd name="connsiteX14685" fmla="*/ 2201894 w 3114960"/>
              <a:gd name="connsiteY14685" fmla="*/ 4520946 h 5143785"/>
              <a:gd name="connsiteX14686" fmla="*/ 2255330 w 3114960"/>
              <a:gd name="connsiteY14686" fmla="*/ 4464463 h 5143785"/>
              <a:gd name="connsiteX14687" fmla="*/ 2255711 w 3114960"/>
              <a:gd name="connsiteY14687" fmla="*/ 4328637 h 5143785"/>
              <a:gd name="connsiteX14688" fmla="*/ 2247043 w 3114960"/>
              <a:gd name="connsiteY14688" fmla="*/ 4318159 h 5143785"/>
              <a:gd name="connsiteX14689" fmla="*/ 2257997 w 3114960"/>
              <a:gd name="connsiteY14689" fmla="*/ 4307205 h 5143785"/>
              <a:gd name="connsiteX14690" fmla="*/ 2268950 w 3114960"/>
              <a:gd name="connsiteY14690" fmla="*/ 4318159 h 5143785"/>
              <a:gd name="connsiteX14691" fmla="*/ 2260664 w 3114960"/>
              <a:gd name="connsiteY14691" fmla="*/ 4328541 h 5143785"/>
              <a:gd name="connsiteX14692" fmla="*/ 2260283 w 3114960"/>
              <a:gd name="connsiteY14692" fmla="*/ 4466368 h 5143785"/>
              <a:gd name="connsiteX14693" fmla="*/ 2203990 w 3114960"/>
              <a:gd name="connsiteY14693" fmla="*/ 4525804 h 5143785"/>
              <a:gd name="connsiteX14694" fmla="*/ 1920621 w 3114960"/>
              <a:gd name="connsiteY14694" fmla="*/ 4627150 h 5143785"/>
              <a:gd name="connsiteX14695" fmla="*/ 1917097 w 3114960"/>
              <a:gd name="connsiteY14695" fmla="*/ 4628960 h 5143785"/>
              <a:gd name="connsiteX14696" fmla="*/ 1779746 w 3114960"/>
              <a:gd name="connsiteY14696" fmla="*/ 4628960 h 5143785"/>
              <a:gd name="connsiteX14697" fmla="*/ 1741170 w 3114960"/>
              <a:gd name="connsiteY14697" fmla="*/ 4596289 h 5143785"/>
              <a:gd name="connsiteX14698" fmla="*/ 1644968 w 3114960"/>
              <a:gd name="connsiteY14698" fmla="*/ 4596289 h 5143785"/>
              <a:gd name="connsiteX14699" fmla="*/ 1628394 w 3114960"/>
              <a:gd name="connsiteY14699" fmla="*/ 4581906 h 5143785"/>
              <a:gd name="connsiteX14700" fmla="*/ 1620393 w 3114960"/>
              <a:gd name="connsiteY14700" fmla="*/ 4584002 h 5143785"/>
              <a:gd name="connsiteX14701" fmla="*/ 1595152 w 3114960"/>
              <a:gd name="connsiteY14701" fmla="*/ 4548569 h 5143785"/>
              <a:gd name="connsiteX14702" fmla="*/ 1595819 w 3114960"/>
              <a:gd name="connsiteY14702" fmla="*/ 4415028 h 5143785"/>
              <a:gd name="connsiteX14703" fmla="*/ 1599248 w 3114960"/>
              <a:gd name="connsiteY14703" fmla="*/ 4415028 h 5143785"/>
              <a:gd name="connsiteX14704" fmla="*/ 1610773 w 3114960"/>
              <a:gd name="connsiteY14704" fmla="*/ 4403503 h 5143785"/>
              <a:gd name="connsiteX14705" fmla="*/ 1610773 w 3114960"/>
              <a:gd name="connsiteY14705" fmla="*/ 4352163 h 5143785"/>
              <a:gd name="connsiteX14706" fmla="*/ 1599248 w 3114960"/>
              <a:gd name="connsiteY14706" fmla="*/ 4340638 h 5143785"/>
              <a:gd name="connsiteX14707" fmla="*/ 1595819 w 3114960"/>
              <a:gd name="connsiteY14707" fmla="*/ 4340638 h 5143785"/>
              <a:gd name="connsiteX14708" fmla="*/ 1595819 w 3114960"/>
              <a:gd name="connsiteY14708" fmla="*/ 4257199 h 5143785"/>
              <a:gd name="connsiteX14709" fmla="*/ 1602677 w 3114960"/>
              <a:gd name="connsiteY14709" fmla="*/ 4248245 h 5143785"/>
              <a:gd name="connsiteX14710" fmla="*/ 1594866 w 3114960"/>
              <a:gd name="connsiteY14710" fmla="*/ 4237578 h 5143785"/>
              <a:gd name="connsiteX14711" fmla="*/ 1595152 w 3114960"/>
              <a:gd name="connsiteY14711" fmla="*/ 4191000 h 5143785"/>
              <a:gd name="connsiteX14712" fmla="*/ 1717357 w 3114960"/>
              <a:gd name="connsiteY14712" fmla="*/ 4041743 h 5143785"/>
              <a:gd name="connsiteX14713" fmla="*/ 1718691 w 3114960"/>
              <a:gd name="connsiteY14713" fmla="*/ 4042029 h 5143785"/>
              <a:gd name="connsiteX14714" fmla="*/ 1742599 w 3114960"/>
              <a:gd name="connsiteY14714" fmla="*/ 4042029 h 5143785"/>
              <a:gd name="connsiteX14715" fmla="*/ 1747933 w 3114960"/>
              <a:gd name="connsiteY14715" fmla="*/ 4036695 h 5143785"/>
              <a:gd name="connsiteX14716" fmla="*/ 1747933 w 3114960"/>
              <a:gd name="connsiteY14716" fmla="*/ 4012311 h 5143785"/>
              <a:gd name="connsiteX14717" fmla="*/ 1743075 w 3114960"/>
              <a:gd name="connsiteY14717" fmla="*/ 4007453 h 5143785"/>
              <a:gd name="connsiteX14718" fmla="*/ 1718691 w 3114960"/>
              <a:gd name="connsiteY14718" fmla="*/ 4007453 h 5143785"/>
              <a:gd name="connsiteX14719" fmla="*/ 1713357 w 3114960"/>
              <a:gd name="connsiteY14719" fmla="*/ 4012787 h 5143785"/>
              <a:gd name="connsiteX14720" fmla="*/ 1713357 w 3114960"/>
              <a:gd name="connsiteY14720" fmla="*/ 4036695 h 5143785"/>
              <a:gd name="connsiteX14721" fmla="*/ 1713738 w 3114960"/>
              <a:gd name="connsiteY14721" fmla="*/ 4038600 h 5143785"/>
              <a:gd name="connsiteX14722" fmla="*/ 1590294 w 3114960"/>
              <a:gd name="connsiteY14722" fmla="*/ 4189286 h 5143785"/>
              <a:gd name="connsiteX14723" fmla="*/ 1590008 w 3114960"/>
              <a:gd name="connsiteY14723" fmla="*/ 4237387 h 5143785"/>
              <a:gd name="connsiteX14724" fmla="*/ 1581817 w 3114960"/>
              <a:gd name="connsiteY14724" fmla="*/ 4246626 h 5143785"/>
              <a:gd name="connsiteX14725" fmla="*/ 1588675 w 3114960"/>
              <a:gd name="connsiteY14725" fmla="*/ 4257009 h 5143785"/>
              <a:gd name="connsiteX14726" fmla="*/ 1588675 w 3114960"/>
              <a:gd name="connsiteY14726" fmla="*/ 4340543 h 5143785"/>
              <a:gd name="connsiteX14727" fmla="*/ 1585246 w 3114960"/>
              <a:gd name="connsiteY14727" fmla="*/ 4340543 h 5143785"/>
              <a:gd name="connsiteX14728" fmla="*/ 1573721 w 3114960"/>
              <a:gd name="connsiteY14728" fmla="*/ 4352068 h 5143785"/>
              <a:gd name="connsiteX14729" fmla="*/ 1573721 w 3114960"/>
              <a:gd name="connsiteY14729" fmla="*/ 4403408 h 5143785"/>
              <a:gd name="connsiteX14730" fmla="*/ 1585246 w 3114960"/>
              <a:gd name="connsiteY14730" fmla="*/ 4414933 h 5143785"/>
              <a:gd name="connsiteX14731" fmla="*/ 1588580 w 3114960"/>
              <a:gd name="connsiteY14731" fmla="*/ 4414933 h 5143785"/>
              <a:gd name="connsiteX14732" fmla="*/ 1587913 w 3114960"/>
              <a:gd name="connsiteY14732" fmla="*/ 4549902 h 5143785"/>
              <a:gd name="connsiteX14733" fmla="*/ 1588961 w 3114960"/>
              <a:gd name="connsiteY14733" fmla="*/ 4552379 h 5143785"/>
              <a:gd name="connsiteX14734" fmla="*/ 1614964 w 3114960"/>
              <a:gd name="connsiteY14734" fmla="*/ 4588479 h 5143785"/>
              <a:gd name="connsiteX14735" fmla="*/ 1611535 w 3114960"/>
              <a:gd name="connsiteY14735" fmla="*/ 4598575 h 5143785"/>
              <a:gd name="connsiteX14736" fmla="*/ 1628299 w 3114960"/>
              <a:gd name="connsiteY14736" fmla="*/ 4615339 h 5143785"/>
              <a:gd name="connsiteX14737" fmla="*/ 1644872 w 3114960"/>
              <a:gd name="connsiteY14737" fmla="*/ 4600956 h 5143785"/>
              <a:gd name="connsiteX14738" fmla="*/ 1739265 w 3114960"/>
              <a:gd name="connsiteY14738" fmla="*/ 4600956 h 5143785"/>
              <a:gd name="connsiteX14739" fmla="*/ 1777841 w 3114960"/>
              <a:gd name="connsiteY14739" fmla="*/ 4633627 h 5143785"/>
              <a:gd name="connsiteX14740" fmla="*/ 1917002 w 3114960"/>
              <a:gd name="connsiteY14740" fmla="*/ 4633627 h 5143785"/>
              <a:gd name="connsiteX14741" fmla="*/ 1920145 w 3114960"/>
              <a:gd name="connsiteY14741" fmla="*/ 4635437 h 5143785"/>
              <a:gd name="connsiteX14742" fmla="*/ 1924431 w 3114960"/>
              <a:gd name="connsiteY14742" fmla="*/ 4631436 h 5143785"/>
              <a:gd name="connsiteX14743" fmla="*/ 1920431 w 3114960"/>
              <a:gd name="connsiteY14743" fmla="*/ 4627150 h 5143785"/>
              <a:gd name="connsiteX14744" fmla="*/ 1718405 w 3114960"/>
              <a:gd name="connsiteY14744" fmla="*/ 4012883 h 5143785"/>
              <a:gd name="connsiteX14745" fmla="*/ 1718882 w 3114960"/>
              <a:gd name="connsiteY14745" fmla="*/ 4012406 h 5143785"/>
              <a:gd name="connsiteX14746" fmla="*/ 1743266 w 3114960"/>
              <a:gd name="connsiteY14746" fmla="*/ 4012406 h 5143785"/>
              <a:gd name="connsiteX14747" fmla="*/ 1743266 w 3114960"/>
              <a:gd name="connsiteY14747" fmla="*/ 4036790 h 5143785"/>
              <a:gd name="connsiteX14748" fmla="*/ 1742789 w 3114960"/>
              <a:gd name="connsiteY14748" fmla="*/ 4037267 h 5143785"/>
              <a:gd name="connsiteX14749" fmla="*/ 1718882 w 3114960"/>
              <a:gd name="connsiteY14749" fmla="*/ 4037267 h 5143785"/>
              <a:gd name="connsiteX14750" fmla="*/ 1718405 w 3114960"/>
              <a:gd name="connsiteY14750" fmla="*/ 4036790 h 5143785"/>
              <a:gd name="connsiteX14751" fmla="*/ 1718405 w 3114960"/>
              <a:gd name="connsiteY14751" fmla="*/ 4012883 h 5143785"/>
              <a:gd name="connsiteX14752" fmla="*/ 1581055 w 3114960"/>
              <a:gd name="connsiteY14752" fmla="*/ 4352163 h 5143785"/>
              <a:gd name="connsiteX14753" fmla="*/ 1585436 w 3114960"/>
              <a:gd name="connsiteY14753" fmla="*/ 4347782 h 5143785"/>
              <a:gd name="connsiteX14754" fmla="*/ 1599438 w 3114960"/>
              <a:gd name="connsiteY14754" fmla="*/ 4347782 h 5143785"/>
              <a:gd name="connsiteX14755" fmla="*/ 1603820 w 3114960"/>
              <a:gd name="connsiteY14755" fmla="*/ 4352163 h 5143785"/>
              <a:gd name="connsiteX14756" fmla="*/ 1603820 w 3114960"/>
              <a:gd name="connsiteY14756" fmla="*/ 4361117 h 5143785"/>
              <a:gd name="connsiteX14757" fmla="*/ 1581150 w 3114960"/>
              <a:gd name="connsiteY14757" fmla="*/ 4361117 h 5143785"/>
              <a:gd name="connsiteX14758" fmla="*/ 1581150 w 3114960"/>
              <a:gd name="connsiteY14758" fmla="*/ 4352163 h 5143785"/>
              <a:gd name="connsiteX14759" fmla="*/ 1588770 w 3114960"/>
              <a:gd name="connsiteY14759" fmla="*/ 4407789 h 5143785"/>
              <a:gd name="connsiteX14760" fmla="*/ 1585341 w 3114960"/>
              <a:gd name="connsiteY14760" fmla="*/ 4407789 h 5143785"/>
              <a:gd name="connsiteX14761" fmla="*/ 1580960 w 3114960"/>
              <a:gd name="connsiteY14761" fmla="*/ 4403408 h 5143785"/>
              <a:gd name="connsiteX14762" fmla="*/ 1580960 w 3114960"/>
              <a:gd name="connsiteY14762" fmla="*/ 4391692 h 5143785"/>
              <a:gd name="connsiteX14763" fmla="*/ 1603629 w 3114960"/>
              <a:gd name="connsiteY14763" fmla="*/ 4391692 h 5143785"/>
              <a:gd name="connsiteX14764" fmla="*/ 1603629 w 3114960"/>
              <a:gd name="connsiteY14764" fmla="*/ 4403408 h 5143785"/>
              <a:gd name="connsiteX14765" fmla="*/ 1599248 w 3114960"/>
              <a:gd name="connsiteY14765" fmla="*/ 4407789 h 5143785"/>
              <a:gd name="connsiteX14766" fmla="*/ 1588675 w 3114960"/>
              <a:gd name="connsiteY14766" fmla="*/ 4407789 h 5143785"/>
              <a:gd name="connsiteX14767" fmla="*/ 1628489 w 3114960"/>
              <a:gd name="connsiteY14767" fmla="*/ 4609624 h 5143785"/>
              <a:gd name="connsiteX14768" fmla="*/ 1617536 w 3114960"/>
              <a:gd name="connsiteY14768" fmla="*/ 4598670 h 5143785"/>
              <a:gd name="connsiteX14769" fmla="*/ 1628489 w 3114960"/>
              <a:gd name="connsiteY14769" fmla="*/ 4587717 h 5143785"/>
              <a:gd name="connsiteX14770" fmla="*/ 1639443 w 3114960"/>
              <a:gd name="connsiteY14770" fmla="*/ 4598670 h 5143785"/>
              <a:gd name="connsiteX14771" fmla="*/ 1628489 w 3114960"/>
              <a:gd name="connsiteY14771" fmla="*/ 4609624 h 5143785"/>
              <a:gd name="connsiteX14772" fmla="*/ 1674686 w 3114960"/>
              <a:gd name="connsiteY14772" fmla="*/ 3949446 h 5143785"/>
              <a:gd name="connsiteX14773" fmla="*/ 1674686 w 3114960"/>
              <a:gd name="connsiteY14773" fmla="*/ 3959733 h 5143785"/>
              <a:gd name="connsiteX14774" fmla="*/ 1670399 w 3114960"/>
              <a:gd name="connsiteY14774" fmla="*/ 3964019 h 5143785"/>
              <a:gd name="connsiteX14775" fmla="*/ 1660874 w 3114960"/>
              <a:gd name="connsiteY14775" fmla="*/ 3964019 h 5143785"/>
              <a:gd name="connsiteX14776" fmla="*/ 1656588 w 3114960"/>
              <a:gd name="connsiteY14776" fmla="*/ 3959733 h 5143785"/>
              <a:gd name="connsiteX14777" fmla="*/ 1656588 w 3114960"/>
              <a:gd name="connsiteY14777" fmla="*/ 3950208 h 5143785"/>
              <a:gd name="connsiteX14778" fmla="*/ 1660874 w 3114960"/>
              <a:gd name="connsiteY14778" fmla="*/ 3945922 h 5143785"/>
              <a:gd name="connsiteX14779" fmla="*/ 1671161 w 3114960"/>
              <a:gd name="connsiteY14779" fmla="*/ 3945922 h 5143785"/>
              <a:gd name="connsiteX14780" fmla="*/ 1674686 w 3114960"/>
              <a:gd name="connsiteY14780" fmla="*/ 3949446 h 5143785"/>
              <a:gd name="connsiteX14781" fmla="*/ 1547241 w 3114960"/>
              <a:gd name="connsiteY14781" fmla="*/ 4557618 h 5143785"/>
              <a:gd name="connsiteX14782" fmla="*/ 1548194 w 3114960"/>
              <a:gd name="connsiteY14782" fmla="*/ 4414933 h 5143785"/>
              <a:gd name="connsiteX14783" fmla="*/ 1551623 w 3114960"/>
              <a:gd name="connsiteY14783" fmla="*/ 4414933 h 5143785"/>
              <a:gd name="connsiteX14784" fmla="*/ 1563148 w 3114960"/>
              <a:gd name="connsiteY14784" fmla="*/ 4403408 h 5143785"/>
              <a:gd name="connsiteX14785" fmla="*/ 1563148 w 3114960"/>
              <a:gd name="connsiteY14785" fmla="*/ 4352068 h 5143785"/>
              <a:gd name="connsiteX14786" fmla="*/ 1551623 w 3114960"/>
              <a:gd name="connsiteY14786" fmla="*/ 4340543 h 5143785"/>
              <a:gd name="connsiteX14787" fmla="*/ 1548194 w 3114960"/>
              <a:gd name="connsiteY14787" fmla="*/ 4340543 h 5143785"/>
              <a:gd name="connsiteX14788" fmla="*/ 1548194 w 3114960"/>
              <a:gd name="connsiteY14788" fmla="*/ 4259676 h 5143785"/>
              <a:gd name="connsiteX14789" fmla="*/ 1553623 w 3114960"/>
              <a:gd name="connsiteY14789" fmla="*/ 4259676 h 5143785"/>
              <a:gd name="connsiteX14790" fmla="*/ 1556004 w 3114960"/>
              <a:gd name="connsiteY14790" fmla="*/ 4257294 h 5143785"/>
              <a:gd name="connsiteX14791" fmla="*/ 1556004 w 3114960"/>
              <a:gd name="connsiteY14791" fmla="*/ 4239292 h 5143785"/>
              <a:gd name="connsiteX14792" fmla="*/ 1553623 w 3114960"/>
              <a:gd name="connsiteY14792" fmla="*/ 4236911 h 5143785"/>
              <a:gd name="connsiteX14793" fmla="*/ 1547051 w 3114960"/>
              <a:gd name="connsiteY14793" fmla="*/ 4236911 h 5143785"/>
              <a:gd name="connsiteX14794" fmla="*/ 1547622 w 3114960"/>
              <a:gd name="connsiteY14794" fmla="*/ 4196811 h 5143785"/>
              <a:gd name="connsiteX14795" fmla="*/ 1616107 w 3114960"/>
              <a:gd name="connsiteY14795" fmla="*/ 4113181 h 5143785"/>
              <a:gd name="connsiteX14796" fmla="*/ 1616678 w 3114960"/>
              <a:gd name="connsiteY14796" fmla="*/ 4094512 h 5143785"/>
              <a:gd name="connsiteX14797" fmla="*/ 1715738 w 3114960"/>
              <a:gd name="connsiteY14797" fmla="*/ 3977545 h 5143785"/>
              <a:gd name="connsiteX14798" fmla="*/ 1722692 w 3114960"/>
              <a:gd name="connsiteY14798" fmla="*/ 3980117 h 5143785"/>
              <a:gd name="connsiteX14799" fmla="*/ 1723358 w 3114960"/>
              <a:gd name="connsiteY14799" fmla="*/ 3980117 h 5143785"/>
              <a:gd name="connsiteX14800" fmla="*/ 1732598 w 3114960"/>
              <a:gd name="connsiteY14800" fmla="*/ 3976497 h 5143785"/>
              <a:gd name="connsiteX14801" fmla="*/ 1736979 w 3114960"/>
              <a:gd name="connsiteY14801" fmla="*/ 3966972 h 5143785"/>
              <a:gd name="connsiteX14802" fmla="*/ 1733360 w 3114960"/>
              <a:gd name="connsiteY14802" fmla="*/ 3957161 h 5143785"/>
              <a:gd name="connsiteX14803" fmla="*/ 1723930 w 3114960"/>
              <a:gd name="connsiteY14803" fmla="*/ 3952780 h 5143785"/>
              <a:gd name="connsiteX14804" fmla="*/ 1714119 w 3114960"/>
              <a:gd name="connsiteY14804" fmla="*/ 3956399 h 5143785"/>
              <a:gd name="connsiteX14805" fmla="*/ 1709738 w 3114960"/>
              <a:gd name="connsiteY14805" fmla="*/ 3965924 h 5143785"/>
              <a:gd name="connsiteX14806" fmla="*/ 1712405 w 3114960"/>
              <a:gd name="connsiteY14806" fmla="*/ 3974211 h 5143785"/>
              <a:gd name="connsiteX14807" fmla="*/ 1612011 w 3114960"/>
              <a:gd name="connsiteY14807" fmla="*/ 4092702 h 5143785"/>
              <a:gd name="connsiteX14808" fmla="*/ 1611440 w 3114960"/>
              <a:gd name="connsiteY14808" fmla="*/ 4111371 h 5143785"/>
              <a:gd name="connsiteX14809" fmla="*/ 1543431 w 3114960"/>
              <a:gd name="connsiteY14809" fmla="*/ 4194429 h 5143785"/>
              <a:gd name="connsiteX14810" fmla="*/ 1542860 w 3114960"/>
              <a:gd name="connsiteY14810" fmla="*/ 4195096 h 5143785"/>
              <a:gd name="connsiteX14811" fmla="*/ 1542288 w 3114960"/>
              <a:gd name="connsiteY14811" fmla="*/ 4236911 h 5143785"/>
              <a:gd name="connsiteX14812" fmla="*/ 1535621 w 3114960"/>
              <a:gd name="connsiteY14812" fmla="*/ 4236911 h 5143785"/>
              <a:gd name="connsiteX14813" fmla="*/ 1533239 w 3114960"/>
              <a:gd name="connsiteY14813" fmla="*/ 4239292 h 5143785"/>
              <a:gd name="connsiteX14814" fmla="*/ 1533239 w 3114960"/>
              <a:gd name="connsiteY14814" fmla="*/ 4257294 h 5143785"/>
              <a:gd name="connsiteX14815" fmla="*/ 1535621 w 3114960"/>
              <a:gd name="connsiteY14815" fmla="*/ 4259676 h 5143785"/>
              <a:gd name="connsiteX14816" fmla="*/ 1541050 w 3114960"/>
              <a:gd name="connsiteY14816" fmla="*/ 4259676 h 5143785"/>
              <a:gd name="connsiteX14817" fmla="*/ 1541050 w 3114960"/>
              <a:gd name="connsiteY14817" fmla="*/ 4340543 h 5143785"/>
              <a:gd name="connsiteX14818" fmla="*/ 1537621 w 3114960"/>
              <a:gd name="connsiteY14818" fmla="*/ 4340543 h 5143785"/>
              <a:gd name="connsiteX14819" fmla="*/ 1526096 w 3114960"/>
              <a:gd name="connsiteY14819" fmla="*/ 4352068 h 5143785"/>
              <a:gd name="connsiteX14820" fmla="*/ 1526096 w 3114960"/>
              <a:gd name="connsiteY14820" fmla="*/ 4403408 h 5143785"/>
              <a:gd name="connsiteX14821" fmla="*/ 1537621 w 3114960"/>
              <a:gd name="connsiteY14821" fmla="*/ 4414933 h 5143785"/>
              <a:gd name="connsiteX14822" fmla="*/ 1540955 w 3114960"/>
              <a:gd name="connsiteY14822" fmla="*/ 4414933 h 5143785"/>
              <a:gd name="connsiteX14823" fmla="*/ 1540002 w 3114960"/>
              <a:gd name="connsiteY14823" fmla="*/ 4556474 h 5143785"/>
              <a:gd name="connsiteX14824" fmla="*/ 1503426 w 3114960"/>
              <a:gd name="connsiteY14824" fmla="*/ 4600861 h 5143785"/>
              <a:gd name="connsiteX14825" fmla="*/ 1494092 w 3114960"/>
              <a:gd name="connsiteY14825" fmla="*/ 4598194 h 5143785"/>
              <a:gd name="connsiteX14826" fmla="*/ 1475708 w 3114960"/>
              <a:gd name="connsiteY14826" fmla="*/ 4616577 h 5143785"/>
              <a:gd name="connsiteX14827" fmla="*/ 1494092 w 3114960"/>
              <a:gd name="connsiteY14827" fmla="*/ 4634961 h 5143785"/>
              <a:gd name="connsiteX14828" fmla="*/ 1512475 w 3114960"/>
              <a:gd name="connsiteY14828" fmla="*/ 4616577 h 5143785"/>
              <a:gd name="connsiteX14829" fmla="*/ 1508760 w 3114960"/>
              <a:gd name="connsiteY14829" fmla="*/ 4605528 h 5143785"/>
              <a:gd name="connsiteX14830" fmla="*/ 1546193 w 3114960"/>
              <a:gd name="connsiteY14830" fmla="*/ 4560094 h 5143785"/>
              <a:gd name="connsiteX14831" fmla="*/ 1547241 w 3114960"/>
              <a:gd name="connsiteY14831" fmla="*/ 4557618 h 5143785"/>
              <a:gd name="connsiteX14832" fmla="*/ 1717357 w 3114960"/>
              <a:gd name="connsiteY14832" fmla="*/ 3960209 h 5143785"/>
              <a:gd name="connsiteX14833" fmla="*/ 1723358 w 3114960"/>
              <a:gd name="connsiteY14833" fmla="*/ 3957828 h 5143785"/>
              <a:gd name="connsiteX14834" fmla="*/ 1723739 w 3114960"/>
              <a:gd name="connsiteY14834" fmla="*/ 3957828 h 5143785"/>
              <a:gd name="connsiteX14835" fmla="*/ 1729931 w 3114960"/>
              <a:gd name="connsiteY14835" fmla="*/ 3960686 h 5143785"/>
              <a:gd name="connsiteX14836" fmla="*/ 1732217 w 3114960"/>
              <a:gd name="connsiteY14836" fmla="*/ 3967067 h 5143785"/>
              <a:gd name="connsiteX14837" fmla="*/ 1729359 w 3114960"/>
              <a:gd name="connsiteY14837" fmla="*/ 3973259 h 5143785"/>
              <a:gd name="connsiteX14838" fmla="*/ 1722977 w 3114960"/>
              <a:gd name="connsiteY14838" fmla="*/ 3975545 h 5143785"/>
              <a:gd name="connsiteX14839" fmla="*/ 1716786 w 3114960"/>
              <a:gd name="connsiteY14839" fmla="*/ 3972687 h 5143785"/>
              <a:gd name="connsiteX14840" fmla="*/ 1714500 w 3114960"/>
              <a:gd name="connsiteY14840" fmla="*/ 3966305 h 5143785"/>
              <a:gd name="connsiteX14841" fmla="*/ 1717357 w 3114960"/>
              <a:gd name="connsiteY14841" fmla="*/ 3960114 h 5143785"/>
              <a:gd name="connsiteX14842" fmla="*/ 1494187 w 3114960"/>
              <a:gd name="connsiteY14842" fmla="*/ 4627912 h 5143785"/>
              <a:gd name="connsiteX14843" fmla="*/ 1482947 w 3114960"/>
              <a:gd name="connsiteY14843" fmla="*/ 4616672 h 5143785"/>
              <a:gd name="connsiteX14844" fmla="*/ 1494187 w 3114960"/>
              <a:gd name="connsiteY14844" fmla="*/ 4605433 h 5143785"/>
              <a:gd name="connsiteX14845" fmla="*/ 1505426 w 3114960"/>
              <a:gd name="connsiteY14845" fmla="*/ 4616672 h 5143785"/>
              <a:gd name="connsiteX14846" fmla="*/ 1494187 w 3114960"/>
              <a:gd name="connsiteY14846" fmla="*/ 4627912 h 5143785"/>
              <a:gd name="connsiteX14847" fmla="*/ 1538002 w 3114960"/>
              <a:gd name="connsiteY14847" fmla="*/ 4255104 h 5143785"/>
              <a:gd name="connsiteX14848" fmla="*/ 1538002 w 3114960"/>
              <a:gd name="connsiteY14848" fmla="*/ 4241864 h 5143785"/>
              <a:gd name="connsiteX14849" fmla="*/ 1551242 w 3114960"/>
              <a:gd name="connsiteY14849" fmla="*/ 4241864 h 5143785"/>
              <a:gd name="connsiteX14850" fmla="*/ 1551242 w 3114960"/>
              <a:gd name="connsiteY14850" fmla="*/ 4255104 h 5143785"/>
              <a:gd name="connsiteX14851" fmla="*/ 1538002 w 3114960"/>
              <a:gd name="connsiteY14851" fmla="*/ 4255104 h 5143785"/>
              <a:gd name="connsiteX14852" fmla="*/ 1533335 w 3114960"/>
              <a:gd name="connsiteY14852" fmla="*/ 4352163 h 5143785"/>
              <a:gd name="connsiteX14853" fmla="*/ 1537716 w 3114960"/>
              <a:gd name="connsiteY14853" fmla="*/ 4347782 h 5143785"/>
              <a:gd name="connsiteX14854" fmla="*/ 1551718 w 3114960"/>
              <a:gd name="connsiteY14854" fmla="*/ 4347782 h 5143785"/>
              <a:gd name="connsiteX14855" fmla="*/ 1556099 w 3114960"/>
              <a:gd name="connsiteY14855" fmla="*/ 4352163 h 5143785"/>
              <a:gd name="connsiteX14856" fmla="*/ 1556099 w 3114960"/>
              <a:gd name="connsiteY14856" fmla="*/ 4361117 h 5143785"/>
              <a:gd name="connsiteX14857" fmla="*/ 1533430 w 3114960"/>
              <a:gd name="connsiteY14857" fmla="*/ 4361117 h 5143785"/>
              <a:gd name="connsiteX14858" fmla="*/ 1533430 w 3114960"/>
              <a:gd name="connsiteY14858" fmla="*/ 4352163 h 5143785"/>
              <a:gd name="connsiteX14859" fmla="*/ 1537621 w 3114960"/>
              <a:gd name="connsiteY14859" fmla="*/ 4407789 h 5143785"/>
              <a:gd name="connsiteX14860" fmla="*/ 1533239 w 3114960"/>
              <a:gd name="connsiteY14860" fmla="*/ 4403408 h 5143785"/>
              <a:gd name="connsiteX14861" fmla="*/ 1533239 w 3114960"/>
              <a:gd name="connsiteY14861" fmla="*/ 4391692 h 5143785"/>
              <a:gd name="connsiteX14862" fmla="*/ 1555909 w 3114960"/>
              <a:gd name="connsiteY14862" fmla="*/ 4391692 h 5143785"/>
              <a:gd name="connsiteX14863" fmla="*/ 1555909 w 3114960"/>
              <a:gd name="connsiteY14863" fmla="*/ 4403408 h 5143785"/>
              <a:gd name="connsiteX14864" fmla="*/ 1551527 w 3114960"/>
              <a:gd name="connsiteY14864" fmla="*/ 4407789 h 5143785"/>
              <a:gd name="connsiteX14865" fmla="*/ 1537526 w 3114960"/>
              <a:gd name="connsiteY14865" fmla="*/ 4407789 h 5143785"/>
              <a:gd name="connsiteX14866" fmla="*/ 586073 w 3114960"/>
              <a:gd name="connsiteY14866" fmla="*/ 19812 h 5143785"/>
              <a:gd name="connsiteX14867" fmla="*/ 590836 w 3114960"/>
              <a:gd name="connsiteY14867" fmla="*/ 19812 h 5143785"/>
              <a:gd name="connsiteX14868" fmla="*/ 590836 w 3114960"/>
              <a:gd name="connsiteY14868" fmla="*/ 37433 h 5143785"/>
              <a:gd name="connsiteX14869" fmla="*/ 586073 w 3114960"/>
              <a:gd name="connsiteY14869" fmla="*/ 37433 h 5143785"/>
              <a:gd name="connsiteX14870" fmla="*/ 586073 w 3114960"/>
              <a:gd name="connsiteY14870" fmla="*/ 19812 h 5143785"/>
              <a:gd name="connsiteX14871" fmla="*/ 692849 w 3114960"/>
              <a:gd name="connsiteY14871" fmla="*/ 2275523 h 5143785"/>
              <a:gd name="connsiteX14872" fmla="*/ 704469 w 3114960"/>
              <a:gd name="connsiteY14872" fmla="*/ 2275523 h 5143785"/>
              <a:gd name="connsiteX14873" fmla="*/ 704469 w 3114960"/>
              <a:gd name="connsiteY14873" fmla="*/ 2282571 h 5143785"/>
              <a:gd name="connsiteX14874" fmla="*/ 692849 w 3114960"/>
              <a:gd name="connsiteY14874" fmla="*/ 2282571 h 5143785"/>
              <a:gd name="connsiteX14875" fmla="*/ 692849 w 3114960"/>
              <a:gd name="connsiteY14875" fmla="*/ 2275523 h 5143785"/>
              <a:gd name="connsiteX14876" fmla="*/ 586073 w 3114960"/>
              <a:gd name="connsiteY14876" fmla="*/ 90392 h 5143785"/>
              <a:gd name="connsiteX14877" fmla="*/ 590836 w 3114960"/>
              <a:gd name="connsiteY14877" fmla="*/ 90392 h 5143785"/>
              <a:gd name="connsiteX14878" fmla="*/ 590836 w 3114960"/>
              <a:gd name="connsiteY14878" fmla="*/ 108014 h 5143785"/>
              <a:gd name="connsiteX14879" fmla="*/ 586073 w 3114960"/>
              <a:gd name="connsiteY14879" fmla="*/ 108014 h 5143785"/>
              <a:gd name="connsiteX14880" fmla="*/ 586073 w 3114960"/>
              <a:gd name="connsiteY14880" fmla="*/ 90392 h 5143785"/>
              <a:gd name="connsiteX14881" fmla="*/ 617029 w 3114960"/>
              <a:gd name="connsiteY14881" fmla="*/ 235458 h 5143785"/>
              <a:gd name="connsiteX14882" fmla="*/ 624269 w 3114960"/>
              <a:gd name="connsiteY14882" fmla="*/ 242602 h 5143785"/>
              <a:gd name="connsiteX14883" fmla="*/ 624173 w 3114960"/>
              <a:gd name="connsiteY14883" fmla="*/ 243269 h 5143785"/>
              <a:gd name="connsiteX14884" fmla="*/ 624173 w 3114960"/>
              <a:gd name="connsiteY14884" fmla="*/ 255937 h 5143785"/>
              <a:gd name="connsiteX14885" fmla="*/ 628650 w 3114960"/>
              <a:gd name="connsiteY14885" fmla="*/ 260414 h 5143785"/>
              <a:gd name="connsiteX14886" fmla="*/ 641318 w 3114960"/>
              <a:gd name="connsiteY14886" fmla="*/ 260414 h 5143785"/>
              <a:gd name="connsiteX14887" fmla="*/ 642842 w 3114960"/>
              <a:gd name="connsiteY14887" fmla="*/ 260128 h 5143785"/>
              <a:gd name="connsiteX14888" fmla="*/ 773240 w 3114960"/>
              <a:gd name="connsiteY14888" fmla="*/ 411385 h 5143785"/>
              <a:gd name="connsiteX14889" fmla="*/ 773240 w 3114960"/>
              <a:gd name="connsiteY14889" fmla="*/ 460820 h 5143785"/>
              <a:gd name="connsiteX14890" fmla="*/ 772668 w 3114960"/>
              <a:gd name="connsiteY14890" fmla="*/ 460820 h 5143785"/>
              <a:gd name="connsiteX14891" fmla="*/ 761714 w 3114960"/>
              <a:gd name="connsiteY14891" fmla="*/ 470535 h 5143785"/>
              <a:gd name="connsiteX14892" fmla="*/ 761714 w 3114960"/>
              <a:gd name="connsiteY14892" fmla="*/ 509397 h 5143785"/>
              <a:gd name="connsiteX14893" fmla="*/ 772668 w 3114960"/>
              <a:gd name="connsiteY14893" fmla="*/ 519113 h 5143785"/>
              <a:gd name="connsiteX14894" fmla="*/ 782765 w 3114960"/>
              <a:gd name="connsiteY14894" fmla="*/ 519113 h 5143785"/>
              <a:gd name="connsiteX14895" fmla="*/ 793718 w 3114960"/>
              <a:gd name="connsiteY14895" fmla="*/ 509397 h 5143785"/>
              <a:gd name="connsiteX14896" fmla="*/ 793718 w 3114960"/>
              <a:gd name="connsiteY14896" fmla="*/ 470535 h 5143785"/>
              <a:gd name="connsiteX14897" fmla="*/ 782765 w 3114960"/>
              <a:gd name="connsiteY14897" fmla="*/ 460820 h 5143785"/>
              <a:gd name="connsiteX14898" fmla="*/ 778002 w 3114960"/>
              <a:gd name="connsiteY14898" fmla="*/ 460820 h 5143785"/>
              <a:gd name="connsiteX14899" fmla="*/ 778002 w 3114960"/>
              <a:gd name="connsiteY14899" fmla="*/ 409670 h 5143785"/>
              <a:gd name="connsiteX14900" fmla="*/ 645795 w 3114960"/>
              <a:gd name="connsiteY14900" fmla="*/ 256318 h 5143785"/>
              <a:gd name="connsiteX14901" fmla="*/ 645795 w 3114960"/>
              <a:gd name="connsiteY14901" fmla="*/ 256127 h 5143785"/>
              <a:gd name="connsiteX14902" fmla="*/ 645795 w 3114960"/>
              <a:gd name="connsiteY14902" fmla="*/ 243459 h 5143785"/>
              <a:gd name="connsiteX14903" fmla="*/ 645509 w 3114960"/>
              <a:gd name="connsiteY14903" fmla="*/ 241840 h 5143785"/>
              <a:gd name="connsiteX14904" fmla="*/ 647510 w 3114960"/>
              <a:gd name="connsiteY14904" fmla="*/ 238982 h 5143785"/>
              <a:gd name="connsiteX14905" fmla="*/ 643604 w 3114960"/>
              <a:gd name="connsiteY14905" fmla="*/ 236220 h 5143785"/>
              <a:gd name="connsiteX14906" fmla="*/ 641604 w 3114960"/>
              <a:gd name="connsiteY14906" fmla="*/ 239078 h 5143785"/>
              <a:gd name="connsiteX14907" fmla="*/ 641318 w 3114960"/>
              <a:gd name="connsiteY14907" fmla="*/ 239078 h 5143785"/>
              <a:gd name="connsiteX14908" fmla="*/ 628650 w 3114960"/>
              <a:gd name="connsiteY14908" fmla="*/ 239078 h 5143785"/>
              <a:gd name="connsiteX14909" fmla="*/ 627507 w 3114960"/>
              <a:gd name="connsiteY14909" fmla="*/ 239268 h 5143785"/>
              <a:gd name="connsiteX14910" fmla="*/ 621887 w 3114960"/>
              <a:gd name="connsiteY14910" fmla="*/ 233744 h 5143785"/>
              <a:gd name="connsiteX14911" fmla="*/ 621887 w 3114960"/>
              <a:gd name="connsiteY14911" fmla="*/ 95 h 5143785"/>
              <a:gd name="connsiteX14912" fmla="*/ 617125 w 3114960"/>
              <a:gd name="connsiteY14912" fmla="*/ 95 h 5143785"/>
              <a:gd name="connsiteX14913" fmla="*/ 617125 w 3114960"/>
              <a:gd name="connsiteY14913" fmla="*/ 235458 h 5143785"/>
              <a:gd name="connsiteX14914" fmla="*/ 788479 w 3114960"/>
              <a:gd name="connsiteY14914" fmla="*/ 509302 h 5143785"/>
              <a:gd name="connsiteX14915" fmla="*/ 782574 w 3114960"/>
              <a:gd name="connsiteY14915" fmla="*/ 514540 h 5143785"/>
              <a:gd name="connsiteX14916" fmla="*/ 772477 w 3114960"/>
              <a:gd name="connsiteY14916" fmla="*/ 514540 h 5143785"/>
              <a:gd name="connsiteX14917" fmla="*/ 766572 w 3114960"/>
              <a:gd name="connsiteY14917" fmla="*/ 509302 h 5143785"/>
              <a:gd name="connsiteX14918" fmla="*/ 766572 w 3114960"/>
              <a:gd name="connsiteY14918" fmla="*/ 501015 h 5143785"/>
              <a:gd name="connsiteX14919" fmla="*/ 788384 w 3114960"/>
              <a:gd name="connsiteY14919" fmla="*/ 501015 h 5143785"/>
              <a:gd name="connsiteX14920" fmla="*/ 788384 w 3114960"/>
              <a:gd name="connsiteY14920" fmla="*/ 509302 h 5143785"/>
              <a:gd name="connsiteX14921" fmla="*/ 782669 w 3114960"/>
              <a:gd name="connsiteY14921" fmla="*/ 465201 h 5143785"/>
              <a:gd name="connsiteX14922" fmla="*/ 788575 w 3114960"/>
              <a:gd name="connsiteY14922" fmla="*/ 470440 h 5143785"/>
              <a:gd name="connsiteX14923" fmla="*/ 788575 w 3114960"/>
              <a:gd name="connsiteY14923" fmla="*/ 476536 h 5143785"/>
              <a:gd name="connsiteX14924" fmla="*/ 766763 w 3114960"/>
              <a:gd name="connsiteY14924" fmla="*/ 476536 h 5143785"/>
              <a:gd name="connsiteX14925" fmla="*/ 766763 w 3114960"/>
              <a:gd name="connsiteY14925" fmla="*/ 470440 h 5143785"/>
              <a:gd name="connsiteX14926" fmla="*/ 772668 w 3114960"/>
              <a:gd name="connsiteY14926" fmla="*/ 465201 h 5143785"/>
              <a:gd name="connsiteX14927" fmla="*/ 782765 w 3114960"/>
              <a:gd name="connsiteY14927" fmla="*/ 465201 h 5143785"/>
              <a:gd name="connsiteX14928" fmla="*/ 590836 w 3114960"/>
              <a:gd name="connsiteY14928" fmla="*/ 143256 h 5143785"/>
              <a:gd name="connsiteX14929" fmla="*/ 586073 w 3114960"/>
              <a:gd name="connsiteY14929" fmla="*/ 143256 h 5143785"/>
              <a:gd name="connsiteX14930" fmla="*/ 586073 w 3114960"/>
              <a:gd name="connsiteY14930" fmla="*/ 125635 h 5143785"/>
              <a:gd name="connsiteX14931" fmla="*/ 590836 w 3114960"/>
              <a:gd name="connsiteY14931" fmla="*/ 125635 h 5143785"/>
              <a:gd name="connsiteX14932" fmla="*/ 590836 w 3114960"/>
              <a:gd name="connsiteY14932" fmla="*/ 143256 h 5143785"/>
              <a:gd name="connsiteX14933" fmla="*/ 1923764 w 3114960"/>
              <a:gd name="connsiteY14933" fmla="*/ 4647438 h 5143785"/>
              <a:gd name="connsiteX14934" fmla="*/ 1920240 w 3114960"/>
              <a:gd name="connsiteY14934" fmla="*/ 4650581 h 5143785"/>
              <a:gd name="connsiteX14935" fmla="*/ 1917097 w 3114960"/>
              <a:gd name="connsiteY14935" fmla="*/ 4647057 h 5143785"/>
              <a:gd name="connsiteX14936" fmla="*/ 1920621 w 3114960"/>
              <a:gd name="connsiteY14936" fmla="*/ 4643914 h 5143785"/>
              <a:gd name="connsiteX14937" fmla="*/ 1923764 w 3114960"/>
              <a:gd name="connsiteY14937" fmla="*/ 4647438 h 5143785"/>
              <a:gd name="connsiteX14938" fmla="*/ 586073 w 3114960"/>
              <a:gd name="connsiteY14938" fmla="*/ 55150 h 5143785"/>
              <a:gd name="connsiteX14939" fmla="*/ 590836 w 3114960"/>
              <a:gd name="connsiteY14939" fmla="*/ 55150 h 5143785"/>
              <a:gd name="connsiteX14940" fmla="*/ 590836 w 3114960"/>
              <a:gd name="connsiteY14940" fmla="*/ 72771 h 5143785"/>
              <a:gd name="connsiteX14941" fmla="*/ 586073 w 3114960"/>
              <a:gd name="connsiteY14941" fmla="*/ 72771 h 5143785"/>
              <a:gd name="connsiteX14942" fmla="*/ 586073 w 3114960"/>
              <a:gd name="connsiteY14942" fmla="*/ 55150 h 5143785"/>
              <a:gd name="connsiteX14943" fmla="*/ 590836 w 3114960"/>
              <a:gd name="connsiteY14943" fmla="*/ 178594 h 5143785"/>
              <a:gd name="connsiteX14944" fmla="*/ 586073 w 3114960"/>
              <a:gd name="connsiteY14944" fmla="*/ 178594 h 5143785"/>
              <a:gd name="connsiteX14945" fmla="*/ 586073 w 3114960"/>
              <a:gd name="connsiteY14945" fmla="*/ 160973 h 5143785"/>
              <a:gd name="connsiteX14946" fmla="*/ 590836 w 3114960"/>
              <a:gd name="connsiteY14946" fmla="*/ 160973 h 5143785"/>
              <a:gd name="connsiteX14947" fmla="*/ 590836 w 3114960"/>
              <a:gd name="connsiteY14947" fmla="*/ 178594 h 5143785"/>
              <a:gd name="connsiteX14948" fmla="*/ 707612 w 3114960"/>
              <a:gd name="connsiteY14948" fmla="*/ 2216753 h 5143785"/>
              <a:gd name="connsiteX14949" fmla="*/ 714947 w 3114960"/>
              <a:gd name="connsiteY14949" fmla="*/ 2223802 h 5143785"/>
              <a:gd name="connsiteX14950" fmla="*/ 709994 w 3114960"/>
              <a:gd name="connsiteY14950" fmla="*/ 2228945 h 5143785"/>
              <a:gd name="connsiteX14951" fmla="*/ 702659 w 3114960"/>
              <a:gd name="connsiteY14951" fmla="*/ 2221897 h 5143785"/>
              <a:gd name="connsiteX14952" fmla="*/ 707612 w 3114960"/>
              <a:gd name="connsiteY14952" fmla="*/ 2216753 h 5143785"/>
              <a:gd name="connsiteX14953" fmla="*/ 590836 w 3114960"/>
              <a:gd name="connsiteY14953" fmla="*/ 213836 h 5143785"/>
              <a:gd name="connsiteX14954" fmla="*/ 586073 w 3114960"/>
              <a:gd name="connsiteY14954" fmla="*/ 213836 h 5143785"/>
              <a:gd name="connsiteX14955" fmla="*/ 586073 w 3114960"/>
              <a:gd name="connsiteY14955" fmla="*/ 196215 h 5143785"/>
              <a:gd name="connsiteX14956" fmla="*/ 590836 w 3114960"/>
              <a:gd name="connsiteY14956" fmla="*/ 196215 h 5143785"/>
              <a:gd name="connsiteX14957" fmla="*/ 590836 w 3114960"/>
              <a:gd name="connsiteY14957" fmla="*/ 213836 h 5143785"/>
              <a:gd name="connsiteX14958" fmla="*/ 586073 w 3114960"/>
              <a:gd name="connsiteY14958" fmla="*/ 2191 h 5143785"/>
              <a:gd name="connsiteX14959" fmla="*/ 586073 w 3114960"/>
              <a:gd name="connsiteY14959" fmla="*/ 95 h 5143785"/>
              <a:gd name="connsiteX14960" fmla="*/ 590836 w 3114960"/>
              <a:gd name="connsiteY14960" fmla="*/ 95 h 5143785"/>
              <a:gd name="connsiteX14961" fmla="*/ 590836 w 3114960"/>
              <a:gd name="connsiteY14961" fmla="*/ 2191 h 5143785"/>
              <a:gd name="connsiteX14962" fmla="*/ 586073 w 3114960"/>
              <a:gd name="connsiteY14962" fmla="*/ 2191 h 5143785"/>
              <a:gd name="connsiteX14963" fmla="*/ 600266 w 3114960"/>
              <a:gd name="connsiteY14963" fmla="*/ 4402931 h 5143785"/>
              <a:gd name="connsiteX14964" fmla="*/ 607028 w 3114960"/>
              <a:gd name="connsiteY14964" fmla="*/ 4397026 h 5143785"/>
              <a:gd name="connsiteX14965" fmla="*/ 611791 w 3114960"/>
              <a:gd name="connsiteY14965" fmla="*/ 4402360 h 5143785"/>
              <a:gd name="connsiteX14966" fmla="*/ 605028 w 3114960"/>
              <a:gd name="connsiteY14966" fmla="*/ 4408265 h 5143785"/>
              <a:gd name="connsiteX14967" fmla="*/ 600266 w 3114960"/>
              <a:gd name="connsiteY14967" fmla="*/ 4402931 h 5143785"/>
              <a:gd name="connsiteX14968" fmla="*/ 688467 w 3114960"/>
              <a:gd name="connsiteY14968" fmla="*/ 4874419 h 5143785"/>
              <a:gd name="connsiteX14969" fmla="*/ 681419 w 3114960"/>
              <a:gd name="connsiteY14969" fmla="*/ 4881467 h 5143785"/>
              <a:gd name="connsiteX14970" fmla="*/ 674370 w 3114960"/>
              <a:gd name="connsiteY14970" fmla="*/ 4874419 h 5143785"/>
              <a:gd name="connsiteX14971" fmla="*/ 681419 w 3114960"/>
              <a:gd name="connsiteY14971" fmla="*/ 4867370 h 5143785"/>
              <a:gd name="connsiteX14972" fmla="*/ 688467 w 3114960"/>
              <a:gd name="connsiteY14972" fmla="*/ 4874419 h 5143785"/>
              <a:gd name="connsiteX14973" fmla="*/ 2824067 w 3114960"/>
              <a:gd name="connsiteY14973" fmla="*/ 5092446 h 5143785"/>
              <a:gd name="connsiteX14974" fmla="*/ 2723388 w 3114960"/>
              <a:gd name="connsiteY14974" fmla="*/ 4965859 h 5143785"/>
              <a:gd name="connsiteX14975" fmla="*/ 2726246 w 3114960"/>
              <a:gd name="connsiteY14975" fmla="*/ 4962240 h 5143785"/>
              <a:gd name="connsiteX14976" fmla="*/ 2720626 w 3114960"/>
              <a:gd name="connsiteY14976" fmla="*/ 4945285 h 5143785"/>
              <a:gd name="connsiteX14977" fmla="*/ 2703671 w 3114960"/>
              <a:gd name="connsiteY14977" fmla="*/ 4950905 h 5143785"/>
              <a:gd name="connsiteX14978" fmla="*/ 2709291 w 3114960"/>
              <a:gd name="connsiteY14978" fmla="*/ 4967859 h 5143785"/>
              <a:gd name="connsiteX14979" fmla="*/ 2714911 w 3114960"/>
              <a:gd name="connsiteY14979" fmla="*/ 4969193 h 5143785"/>
              <a:gd name="connsiteX14980" fmla="*/ 2719197 w 3114960"/>
              <a:gd name="connsiteY14980" fmla="*/ 4968335 h 5143785"/>
              <a:gd name="connsiteX14981" fmla="*/ 2819305 w 3114960"/>
              <a:gd name="connsiteY14981" fmla="*/ 5094161 h 5143785"/>
              <a:gd name="connsiteX14982" fmla="*/ 2819591 w 3114960"/>
              <a:gd name="connsiteY14982" fmla="*/ 5143691 h 5143785"/>
              <a:gd name="connsiteX14983" fmla="*/ 2824353 w 3114960"/>
              <a:gd name="connsiteY14983" fmla="*/ 5143691 h 5143785"/>
              <a:gd name="connsiteX14984" fmla="*/ 2824067 w 3114960"/>
              <a:gd name="connsiteY14984" fmla="*/ 5092542 h 5143785"/>
              <a:gd name="connsiteX14985" fmla="*/ 2721959 w 3114960"/>
              <a:gd name="connsiteY14985" fmla="*/ 4960049 h 5143785"/>
              <a:gd name="connsiteX14986" fmla="*/ 2717387 w 3114960"/>
              <a:gd name="connsiteY14986" fmla="*/ 4963954 h 5143785"/>
              <a:gd name="connsiteX14987" fmla="*/ 2711387 w 3114960"/>
              <a:gd name="connsiteY14987" fmla="*/ 4963573 h 5143785"/>
              <a:gd name="connsiteX14988" fmla="*/ 2707481 w 3114960"/>
              <a:gd name="connsiteY14988" fmla="*/ 4959001 h 5143785"/>
              <a:gd name="connsiteX14989" fmla="*/ 2707862 w 3114960"/>
              <a:gd name="connsiteY14989" fmla="*/ 4953000 h 5143785"/>
              <a:gd name="connsiteX14990" fmla="*/ 2714911 w 3114960"/>
              <a:gd name="connsiteY14990" fmla="*/ 4948619 h 5143785"/>
              <a:gd name="connsiteX14991" fmla="*/ 2718435 w 3114960"/>
              <a:gd name="connsiteY14991" fmla="*/ 4949476 h 5143785"/>
              <a:gd name="connsiteX14992" fmla="*/ 2721959 w 3114960"/>
              <a:gd name="connsiteY14992" fmla="*/ 4960049 h 5143785"/>
              <a:gd name="connsiteX14993" fmla="*/ 23241 w 3114960"/>
              <a:gd name="connsiteY14993" fmla="*/ 1013174 h 5143785"/>
              <a:gd name="connsiteX14994" fmla="*/ 83630 w 3114960"/>
              <a:gd name="connsiteY14994" fmla="*/ 1013174 h 5143785"/>
              <a:gd name="connsiteX14995" fmla="*/ 92583 w 3114960"/>
              <a:gd name="connsiteY14995" fmla="*/ 1020223 h 5143785"/>
              <a:gd name="connsiteX14996" fmla="*/ 102013 w 3114960"/>
              <a:gd name="connsiteY14996" fmla="*/ 1010793 h 5143785"/>
              <a:gd name="connsiteX14997" fmla="*/ 92583 w 3114960"/>
              <a:gd name="connsiteY14997" fmla="*/ 1001363 h 5143785"/>
              <a:gd name="connsiteX14998" fmla="*/ 83630 w 3114960"/>
              <a:gd name="connsiteY14998" fmla="*/ 1008412 h 5143785"/>
              <a:gd name="connsiteX14999" fmla="*/ 21241 w 3114960"/>
              <a:gd name="connsiteY14999" fmla="*/ 1008412 h 5143785"/>
              <a:gd name="connsiteX15000" fmla="*/ 6001 w 3114960"/>
              <a:gd name="connsiteY15000" fmla="*/ 1024414 h 5143785"/>
              <a:gd name="connsiteX15001" fmla="*/ 6001 w 3114960"/>
              <a:gd name="connsiteY15001" fmla="*/ 1047369 h 5143785"/>
              <a:gd name="connsiteX15002" fmla="*/ 21622 w 3114960"/>
              <a:gd name="connsiteY15002" fmla="*/ 1061371 h 5143785"/>
              <a:gd name="connsiteX15003" fmla="*/ 75819 w 3114960"/>
              <a:gd name="connsiteY15003" fmla="*/ 1061371 h 5143785"/>
              <a:gd name="connsiteX15004" fmla="*/ 86011 w 3114960"/>
              <a:gd name="connsiteY15004" fmla="*/ 1054322 h 5143785"/>
              <a:gd name="connsiteX15005" fmla="*/ 116015 w 3114960"/>
              <a:gd name="connsiteY15005" fmla="*/ 1054322 h 5143785"/>
              <a:gd name="connsiteX15006" fmla="*/ 124968 w 3114960"/>
              <a:gd name="connsiteY15006" fmla="*/ 1061371 h 5143785"/>
              <a:gd name="connsiteX15007" fmla="*/ 134398 w 3114960"/>
              <a:gd name="connsiteY15007" fmla="*/ 1051941 h 5143785"/>
              <a:gd name="connsiteX15008" fmla="*/ 124968 w 3114960"/>
              <a:gd name="connsiteY15008" fmla="*/ 1042511 h 5143785"/>
              <a:gd name="connsiteX15009" fmla="*/ 116015 w 3114960"/>
              <a:gd name="connsiteY15009" fmla="*/ 1049560 h 5143785"/>
              <a:gd name="connsiteX15010" fmla="*/ 84487 w 3114960"/>
              <a:gd name="connsiteY15010" fmla="*/ 1049560 h 5143785"/>
              <a:gd name="connsiteX15011" fmla="*/ 74295 w 3114960"/>
              <a:gd name="connsiteY15011" fmla="*/ 1056608 h 5143785"/>
              <a:gd name="connsiteX15012" fmla="*/ 23432 w 3114960"/>
              <a:gd name="connsiteY15012" fmla="*/ 1056608 h 5143785"/>
              <a:gd name="connsiteX15013" fmla="*/ 10763 w 3114960"/>
              <a:gd name="connsiteY15013" fmla="*/ 1045274 h 5143785"/>
              <a:gd name="connsiteX15014" fmla="*/ 10763 w 3114960"/>
              <a:gd name="connsiteY15014" fmla="*/ 1026319 h 5143785"/>
              <a:gd name="connsiteX15015" fmla="*/ 23241 w 3114960"/>
              <a:gd name="connsiteY15015" fmla="*/ 1013174 h 5143785"/>
              <a:gd name="connsiteX15016" fmla="*/ 92678 w 3114960"/>
              <a:gd name="connsiteY15016" fmla="*/ 1006126 h 5143785"/>
              <a:gd name="connsiteX15017" fmla="*/ 97346 w 3114960"/>
              <a:gd name="connsiteY15017" fmla="*/ 1010793 h 5143785"/>
              <a:gd name="connsiteX15018" fmla="*/ 92678 w 3114960"/>
              <a:gd name="connsiteY15018" fmla="*/ 1015460 h 5143785"/>
              <a:gd name="connsiteX15019" fmla="*/ 88011 w 3114960"/>
              <a:gd name="connsiteY15019" fmla="*/ 1010793 h 5143785"/>
              <a:gd name="connsiteX15020" fmla="*/ 92678 w 3114960"/>
              <a:gd name="connsiteY15020" fmla="*/ 1006126 h 5143785"/>
              <a:gd name="connsiteX15021" fmla="*/ 125063 w 3114960"/>
              <a:gd name="connsiteY15021" fmla="*/ 1047274 h 5143785"/>
              <a:gd name="connsiteX15022" fmla="*/ 129731 w 3114960"/>
              <a:gd name="connsiteY15022" fmla="*/ 1051941 h 5143785"/>
              <a:gd name="connsiteX15023" fmla="*/ 125063 w 3114960"/>
              <a:gd name="connsiteY15023" fmla="*/ 1056608 h 5143785"/>
              <a:gd name="connsiteX15024" fmla="*/ 120396 w 3114960"/>
              <a:gd name="connsiteY15024" fmla="*/ 1051941 h 5143785"/>
              <a:gd name="connsiteX15025" fmla="*/ 125063 w 3114960"/>
              <a:gd name="connsiteY15025" fmla="*/ 1047274 h 5143785"/>
              <a:gd name="connsiteX15026" fmla="*/ 2781491 w 3114960"/>
              <a:gd name="connsiteY15026" fmla="*/ 5143595 h 5143785"/>
              <a:gd name="connsiteX15027" fmla="*/ 2781491 w 3114960"/>
              <a:gd name="connsiteY15027" fmla="*/ 5092446 h 5143785"/>
              <a:gd name="connsiteX15028" fmla="*/ 2681002 w 3114960"/>
              <a:gd name="connsiteY15028" fmla="*/ 4965383 h 5143785"/>
              <a:gd name="connsiteX15029" fmla="*/ 2683288 w 3114960"/>
              <a:gd name="connsiteY15029" fmla="*/ 4962240 h 5143785"/>
              <a:gd name="connsiteX15030" fmla="*/ 2677668 w 3114960"/>
              <a:gd name="connsiteY15030" fmla="*/ 4945285 h 5143785"/>
              <a:gd name="connsiteX15031" fmla="*/ 2660713 w 3114960"/>
              <a:gd name="connsiteY15031" fmla="*/ 4950905 h 5143785"/>
              <a:gd name="connsiteX15032" fmla="*/ 2666334 w 3114960"/>
              <a:gd name="connsiteY15032" fmla="*/ 4967859 h 5143785"/>
              <a:gd name="connsiteX15033" fmla="*/ 2671953 w 3114960"/>
              <a:gd name="connsiteY15033" fmla="*/ 4969193 h 5143785"/>
              <a:gd name="connsiteX15034" fmla="*/ 2677001 w 3114960"/>
              <a:gd name="connsiteY15034" fmla="*/ 4968050 h 5143785"/>
              <a:gd name="connsiteX15035" fmla="*/ 2776728 w 3114960"/>
              <a:gd name="connsiteY15035" fmla="*/ 5094161 h 5143785"/>
              <a:gd name="connsiteX15036" fmla="*/ 2776728 w 3114960"/>
              <a:gd name="connsiteY15036" fmla="*/ 5143691 h 5143785"/>
              <a:gd name="connsiteX15037" fmla="*/ 2781491 w 3114960"/>
              <a:gd name="connsiteY15037" fmla="*/ 5143691 h 5143785"/>
              <a:gd name="connsiteX15038" fmla="*/ 2679002 w 3114960"/>
              <a:gd name="connsiteY15038" fmla="*/ 4960049 h 5143785"/>
              <a:gd name="connsiteX15039" fmla="*/ 2674430 w 3114960"/>
              <a:gd name="connsiteY15039" fmla="*/ 4963954 h 5143785"/>
              <a:gd name="connsiteX15040" fmla="*/ 2668429 w 3114960"/>
              <a:gd name="connsiteY15040" fmla="*/ 4963573 h 5143785"/>
              <a:gd name="connsiteX15041" fmla="*/ 2664524 w 3114960"/>
              <a:gd name="connsiteY15041" fmla="*/ 4959001 h 5143785"/>
              <a:gd name="connsiteX15042" fmla="*/ 2664905 w 3114960"/>
              <a:gd name="connsiteY15042" fmla="*/ 4953000 h 5143785"/>
              <a:gd name="connsiteX15043" fmla="*/ 2671953 w 3114960"/>
              <a:gd name="connsiteY15043" fmla="*/ 4948619 h 5143785"/>
              <a:gd name="connsiteX15044" fmla="*/ 2675477 w 3114960"/>
              <a:gd name="connsiteY15044" fmla="*/ 4949476 h 5143785"/>
              <a:gd name="connsiteX15045" fmla="*/ 2679002 w 3114960"/>
              <a:gd name="connsiteY15045" fmla="*/ 4960049 h 5143785"/>
              <a:gd name="connsiteX15046" fmla="*/ 1724882 w 3114960"/>
              <a:gd name="connsiteY15046" fmla="*/ 5078635 h 5143785"/>
              <a:gd name="connsiteX15047" fmla="*/ 1724882 w 3114960"/>
              <a:gd name="connsiteY15047" fmla="*/ 5012722 h 5143785"/>
              <a:gd name="connsiteX15048" fmla="*/ 1732502 w 3114960"/>
              <a:gd name="connsiteY15048" fmla="*/ 5008150 h 5143785"/>
              <a:gd name="connsiteX15049" fmla="*/ 1735074 w 3114960"/>
              <a:gd name="connsiteY15049" fmla="*/ 4998815 h 5143785"/>
              <a:gd name="connsiteX15050" fmla="*/ 1730312 w 3114960"/>
              <a:gd name="connsiteY15050" fmla="*/ 4990433 h 5143785"/>
              <a:gd name="connsiteX15051" fmla="*/ 1720977 w 3114960"/>
              <a:gd name="connsiteY15051" fmla="*/ 4987862 h 5143785"/>
              <a:gd name="connsiteX15052" fmla="*/ 1710023 w 3114960"/>
              <a:gd name="connsiteY15052" fmla="*/ 5001959 h 5143785"/>
              <a:gd name="connsiteX15053" fmla="*/ 1714786 w 3114960"/>
              <a:gd name="connsiteY15053" fmla="*/ 5010341 h 5143785"/>
              <a:gd name="connsiteX15054" fmla="*/ 1720120 w 3114960"/>
              <a:gd name="connsiteY15054" fmla="*/ 5012627 h 5143785"/>
              <a:gd name="connsiteX15055" fmla="*/ 1720120 w 3114960"/>
              <a:gd name="connsiteY15055" fmla="*/ 5076920 h 5143785"/>
              <a:gd name="connsiteX15056" fmla="*/ 1708023 w 3114960"/>
              <a:gd name="connsiteY15056" fmla="*/ 5092637 h 5143785"/>
              <a:gd name="connsiteX15057" fmla="*/ 1707642 w 3114960"/>
              <a:gd name="connsiteY15057" fmla="*/ 5143500 h 5143785"/>
              <a:gd name="connsiteX15058" fmla="*/ 1712405 w 3114960"/>
              <a:gd name="connsiteY15058" fmla="*/ 5143500 h 5143785"/>
              <a:gd name="connsiteX15059" fmla="*/ 1712690 w 3114960"/>
              <a:gd name="connsiteY15059" fmla="*/ 5094256 h 5143785"/>
              <a:gd name="connsiteX15060" fmla="*/ 1724787 w 3114960"/>
              <a:gd name="connsiteY15060" fmla="*/ 5078540 h 5143785"/>
              <a:gd name="connsiteX15061" fmla="*/ 1717643 w 3114960"/>
              <a:gd name="connsiteY15061" fmla="*/ 5006721 h 5143785"/>
              <a:gd name="connsiteX15062" fmla="*/ 1714691 w 3114960"/>
              <a:gd name="connsiteY15062" fmla="*/ 5001483 h 5143785"/>
              <a:gd name="connsiteX15063" fmla="*/ 1721549 w 3114960"/>
              <a:gd name="connsiteY15063" fmla="*/ 4992719 h 5143785"/>
              <a:gd name="connsiteX15064" fmla="*/ 1722596 w 3114960"/>
              <a:gd name="connsiteY15064" fmla="*/ 4992719 h 5143785"/>
              <a:gd name="connsiteX15065" fmla="*/ 1727359 w 3114960"/>
              <a:gd name="connsiteY15065" fmla="*/ 4994339 h 5143785"/>
              <a:gd name="connsiteX15066" fmla="*/ 1730312 w 3114960"/>
              <a:gd name="connsiteY15066" fmla="*/ 4999578 h 5143785"/>
              <a:gd name="connsiteX15067" fmla="*/ 1730312 w 3114960"/>
              <a:gd name="connsiteY15067" fmla="*/ 4999578 h 5143785"/>
              <a:gd name="connsiteX15068" fmla="*/ 1728692 w 3114960"/>
              <a:gd name="connsiteY15068" fmla="*/ 5005388 h 5143785"/>
              <a:gd name="connsiteX15069" fmla="*/ 1723453 w 3114960"/>
              <a:gd name="connsiteY15069" fmla="*/ 5008340 h 5143785"/>
              <a:gd name="connsiteX15070" fmla="*/ 1717643 w 3114960"/>
              <a:gd name="connsiteY15070" fmla="*/ 5006721 h 5143785"/>
              <a:gd name="connsiteX15071" fmla="*/ 2738914 w 3114960"/>
              <a:gd name="connsiteY15071" fmla="*/ 5143595 h 5143785"/>
              <a:gd name="connsiteX15072" fmla="*/ 2738914 w 3114960"/>
              <a:gd name="connsiteY15072" fmla="*/ 5092446 h 5143785"/>
              <a:gd name="connsiteX15073" fmla="*/ 2738438 w 3114960"/>
              <a:gd name="connsiteY15073" fmla="*/ 5091779 h 5143785"/>
              <a:gd name="connsiteX15074" fmla="*/ 2638330 w 3114960"/>
              <a:gd name="connsiteY15074" fmla="*/ 4965097 h 5143785"/>
              <a:gd name="connsiteX15075" fmla="*/ 2640425 w 3114960"/>
              <a:gd name="connsiteY15075" fmla="*/ 4962144 h 5143785"/>
              <a:gd name="connsiteX15076" fmla="*/ 2634805 w 3114960"/>
              <a:gd name="connsiteY15076" fmla="*/ 4945190 h 5143785"/>
              <a:gd name="connsiteX15077" fmla="*/ 2617851 w 3114960"/>
              <a:gd name="connsiteY15077" fmla="*/ 4950810 h 5143785"/>
              <a:gd name="connsiteX15078" fmla="*/ 2617184 w 3114960"/>
              <a:gd name="connsiteY15078" fmla="*/ 4960430 h 5143785"/>
              <a:gd name="connsiteX15079" fmla="*/ 2623566 w 3114960"/>
              <a:gd name="connsiteY15079" fmla="*/ 4967669 h 5143785"/>
              <a:gd name="connsiteX15080" fmla="*/ 2629186 w 3114960"/>
              <a:gd name="connsiteY15080" fmla="*/ 4969002 h 5143785"/>
              <a:gd name="connsiteX15081" fmla="*/ 2634520 w 3114960"/>
              <a:gd name="connsiteY15081" fmla="*/ 4967669 h 5143785"/>
              <a:gd name="connsiteX15082" fmla="*/ 2734247 w 3114960"/>
              <a:gd name="connsiteY15082" fmla="*/ 5093875 h 5143785"/>
              <a:gd name="connsiteX15083" fmla="*/ 2734247 w 3114960"/>
              <a:gd name="connsiteY15083" fmla="*/ 5143405 h 5143785"/>
              <a:gd name="connsiteX15084" fmla="*/ 2739009 w 3114960"/>
              <a:gd name="connsiteY15084" fmla="*/ 5143405 h 5143785"/>
              <a:gd name="connsiteX15085" fmla="*/ 2636139 w 3114960"/>
              <a:gd name="connsiteY15085" fmla="*/ 4960049 h 5143785"/>
              <a:gd name="connsiteX15086" fmla="*/ 2631567 w 3114960"/>
              <a:gd name="connsiteY15086" fmla="*/ 4963954 h 5143785"/>
              <a:gd name="connsiteX15087" fmla="*/ 2625567 w 3114960"/>
              <a:gd name="connsiteY15087" fmla="*/ 4963573 h 5143785"/>
              <a:gd name="connsiteX15088" fmla="*/ 2621661 w 3114960"/>
              <a:gd name="connsiteY15088" fmla="*/ 4959001 h 5143785"/>
              <a:gd name="connsiteX15089" fmla="*/ 2622042 w 3114960"/>
              <a:gd name="connsiteY15089" fmla="*/ 4953000 h 5143785"/>
              <a:gd name="connsiteX15090" fmla="*/ 2626614 w 3114960"/>
              <a:gd name="connsiteY15090" fmla="*/ 4949095 h 5143785"/>
              <a:gd name="connsiteX15091" fmla="*/ 2629091 w 3114960"/>
              <a:gd name="connsiteY15091" fmla="*/ 4948714 h 5143785"/>
              <a:gd name="connsiteX15092" fmla="*/ 2632615 w 3114960"/>
              <a:gd name="connsiteY15092" fmla="*/ 4949571 h 5143785"/>
              <a:gd name="connsiteX15093" fmla="*/ 2636139 w 3114960"/>
              <a:gd name="connsiteY15093" fmla="*/ 4960144 h 5143785"/>
              <a:gd name="connsiteX15094" fmla="*/ 719423 w 3114960"/>
              <a:gd name="connsiteY15094" fmla="*/ 4915662 h 5143785"/>
              <a:gd name="connsiteX15095" fmla="*/ 712375 w 3114960"/>
              <a:gd name="connsiteY15095" fmla="*/ 4922711 h 5143785"/>
              <a:gd name="connsiteX15096" fmla="*/ 705326 w 3114960"/>
              <a:gd name="connsiteY15096" fmla="*/ 4915662 h 5143785"/>
              <a:gd name="connsiteX15097" fmla="*/ 712375 w 3114960"/>
              <a:gd name="connsiteY15097" fmla="*/ 4908614 h 5143785"/>
              <a:gd name="connsiteX15098" fmla="*/ 719423 w 3114960"/>
              <a:gd name="connsiteY15098" fmla="*/ 4915662 h 5143785"/>
              <a:gd name="connsiteX15099" fmla="*/ 2979230 w 3114960"/>
              <a:gd name="connsiteY15099" fmla="*/ 5096351 h 5143785"/>
              <a:gd name="connsiteX15100" fmla="*/ 3079337 w 3114960"/>
              <a:gd name="connsiteY15100" fmla="*/ 4970526 h 5143785"/>
              <a:gd name="connsiteX15101" fmla="*/ 3083624 w 3114960"/>
              <a:gd name="connsiteY15101" fmla="*/ 4971383 h 5143785"/>
              <a:gd name="connsiteX15102" fmla="*/ 3089243 w 3114960"/>
              <a:gd name="connsiteY15102" fmla="*/ 4970050 h 5143785"/>
              <a:gd name="connsiteX15103" fmla="*/ 3094863 w 3114960"/>
              <a:gd name="connsiteY15103" fmla="*/ 4953095 h 5143785"/>
              <a:gd name="connsiteX15104" fmla="*/ 3077909 w 3114960"/>
              <a:gd name="connsiteY15104" fmla="*/ 4947475 h 5143785"/>
              <a:gd name="connsiteX15105" fmla="*/ 3072289 w 3114960"/>
              <a:gd name="connsiteY15105" fmla="*/ 4964430 h 5143785"/>
              <a:gd name="connsiteX15106" fmla="*/ 3075146 w 3114960"/>
              <a:gd name="connsiteY15106" fmla="*/ 4968050 h 5143785"/>
              <a:gd name="connsiteX15107" fmla="*/ 2974467 w 3114960"/>
              <a:gd name="connsiteY15107" fmla="*/ 5094637 h 5143785"/>
              <a:gd name="connsiteX15108" fmla="*/ 2974181 w 3114960"/>
              <a:gd name="connsiteY15108" fmla="*/ 5143595 h 5143785"/>
              <a:gd name="connsiteX15109" fmla="*/ 2978944 w 3114960"/>
              <a:gd name="connsiteY15109" fmla="*/ 5143595 h 5143785"/>
              <a:gd name="connsiteX15110" fmla="*/ 2979230 w 3114960"/>
              <a:gd name="connsiteY15110" fmla="*/ 5096351 h 5143785"/>
              <a:gd name="connsiteX15111" fmla="*/ 3076099 w 3114960"/>
              <a:gd name="connsiteY15111" fmla="*/ 4956239 h 5143785"/>
              <a:gd name="connsiteX15112" fmla="*/ 3080004 w 3114960"/>
              <a:gd name="connsiteY15112" fmla="*/ 4951667 h 5143785"/>
              <a:gd name="connsiteX15113" fmla="*/ 3083528 w 3114960"/>
              <a:gd name="connsiteY15113" fmla="*/ 4950810 h 5143785"/>
              <a:gd name="connsiteX15114" fmla="*/ 3090577 w 3114960"/>
              <a:gd name="connsiteY15114" fmla="*/ 4955191 h 5143785"/>
              <a:gd name="connsiteX15115" fmla="*/ 3090958 w 3114960"/>
              <a:gd name="connsiteY15115" fmla="*/ 4961192 h 5143785"/>
              <a:gd name="connsiteX15116" fmla="*/ 3087053 w 3114960"/>
              <a:gd name="connsiteY15116" fmla="*/ 4965764 h 5143785"/>
              <a:gd name="connsiteX15117" fmla="*/ 3081052 w 3114960"/>
              <a:gd name="connsiteY15117" fmla="*/ 4966145 h 5143785"/>
              <a:gd name="connsiteX15118" fmla="*/ 3076480 w 3114960"/>
              <a:gd name="connsiteY15118" fmla="*/ 4962240 h 5143785"/>
              <a:gd name="connsiteX15119" fmla="*/ 3076099 w 3114960"/>
              <a:gd name="connsiteY15119" fmla="*/ 4956239 h 5143785"/>
              <a:gd name="connsiteX15120" fmla="*/ 750761 w 3114960"/>
              <a:gd name="connsiteY15120" fmla="*/ 4946714 h 5143785"/>
              <a:gd name="connsiteX15121" fmla="*/ 743712 w 3114960"/>
              <a:gd name="connsiteY15121" fmla="*/ 4953762 h 5143785"/>
              <a:gd name="connsiteX15122" fmla="*/ 736664 w 3114960"/>
              <a:gd name="connsiteY15122" fmla="*/ 4946714 h 5143785"/>
              <a:gd name="connsiteX15123" fmla="*/ 743712 w 3114960"/>
              <a:gd name="connsiteY15123" fmla="*/ 4939666 h 5143785"/>
              <a:gd name="connsiteX15124" fmla="*/ 750761 w 3114960"/>
              <a:gd name="connsiteY15124" fmla="*/ 4946714 h 5143785"/>
              <a:gd name="connsiteX15125" fmla="*/ 1968532 w 3114960"/>
              <a:gd name="connsiteY15125" fmla="*/ 4712208 h 5143785"/>
              <a:gd name="connsiteX15126" fmla="*/ 1969103 w 3114960"/>
              <a:gd name="connsiteY15126" fmla="*/ 4715256 h 5143785"/>
              <a:gd name="connsiteX15127" fmla="*/ 1980914 w 3114960"/>
              <a:gd name="connsiteY15127" fmla="*/ 4723353 h 5143785"/>
              <a:gd name="connsiteX15128" fmla="*/ 1985486 w 3114960"/>
              <a:gd name="connsiteY15128" fmla="*/ 4722495 h 5143785"/>
              <a:gd name="connsiteX15129" fmla="*/ 1985486 w 3114960"/>
              <a:gd name="connsiteY15129" fmla="*/ 4722495 h 5143785"/>
              <a:gd name="connsiteX15130" fmla="*/ 1993297 w 3114960"/>
              <a:gd name="connsiteY15130" fmla="*/ 4712208 h 5143785"/>
              <a:gd name="connsiteX15131" fmla="*/ 2039493 w 3114960"/>
              <a:gd name="connsiteY15131" fmla="*/ 4712208 h 5143785"/>
              <a:gd name="connsiteX15132" fmla="*/ 2168176 w 3114960"/>
              <a:gd name="connsiteY15132" fmla="*/ 4610481 h 5143785"/>
              <a:gd name="connsiteX15133" fmla="*/ 2171224 w 3114960"/>
              <a:gd name="connsiteY15133" fmla="*/ 4612862 h 5143785"/>
              <a:gd name="connsiteX15134" fmla="*/ 2176844 w 3114960"/>
              <a:gd name="connsiteY15134" fmla="*/ 4614196 h 5143785"/>
              <a:gd name="connsiteX15135" fmla="*/ 2188178 w 3114960"/>
              <a:gd name="connsiteY15135" fmla="*/ 4607243 h 5143785"/>
              <a:gd name="connsiteX15136" fmla="*/ 2182559 w 3114960"/>
              <a:gd name="connsiteY15136" fmla="*/ 4590288 h 5143785"/>
              <a:gd name="connsiteX15137" fmla="*/ 2172938 w 3114960"/>
              <a:gd name="connsiteY15137" fmla="*/ 4589621 h 5143785"/>
              <a:gd name="connsiteX15138" fmla="*/ 2165604 w 3114960"/>
              <a:gd name="connsiteY15138" fmla="*/ 4595908 h 5143785"/>
              <a:gd name="connsiteX15139" fmla="*/ 2164937 w 3114960"/>
              <a:gd name="connsiteY15139" fmla="*/ 4605528 h 5143785"/>
              <a:gd name="connsiteX15140" fmla="*/ 2165509 w 3114960"/>
              <a:gd name="connsiteY15140" fmla="*/ 4606576 h 5143785"/>
              <a:gd name="connsiteX15141" fmla="*/ 2037874 w 3114960"/>
              <a:gd name="connsiteY15141" fmla="*/ 4707541 h 5143785"/>
              <a:gd name="connsiteX15142" fmla="*/ 1992916 w 3114960"/>
              <a:gd name="connsiteY15142" fmla="*/ 4707541 h 5143785"/>
              <a:gd name="connsiteX15143" fmla="*/ 1992725 w 3114960"/>
              <a:gd name="connsiteY15143" fmla="*/ 4706303 h 5143785"/>
              <a:gd name="connsiteX15144" fmla="*/ 1976438 w 3114960"/>
              <a:gd name="connsiteY15144" fmla="*/ 4699064 h 5143785"/>
              <a:gd name="connsiteX15145" fmla="*/ 1968532 w 3114960"/>
              <a:gd name="connsiteY15145" fmla="*/ 4709922 h 5143785"/>
              <a:gd name="connsiteX15146" fmla="*/ 1778032 w 3114960"/>
              <a:gd name="connsiteY15146" fmla="*/ 4709446 h 5143785"/>
              <a:gd name="connsiteX15147" fmla="*/ 1778032 w 3114960"/>
              <a:gd name="connsiteY15147" fmla="*/ 4693825 h 5143785"/>
              <a:gd name="connsiteX15148" fmla="*/ 1800511 w 3114960"/>
              <a:gd name="connsiteY15148" fmla="*/ 4671155 h 5143785"/>
              <a:gd name="connsiteX15149" fmla="*/ 1915859 w 3114960"/>
              <a:gd name="connsiteY15149" fmla="*/ 4671155 h 5143785"/>
              <a:gd name="connsiteX15150" fmla="*/ 1920716 w 3114960"/>
              <a:gd name="connsiteY15150" fmla="*/ 4673632 h 5143785"/>
              <a:gd name="connsiteX15151" fmla="*/ 1926527 w 3114960"/>
              <a:gd name="connsiteY15151" fmla="*/ 4669727 h 5143785"/>
              <a:gd name="connsiteX15152" fmla="*/ 2039684 w 3114960"/>
              <a:gd name="connsiteY15152" fmla="*/ 4669727 h 5143785"/>
              <a:gd name="connsiteX15153" fmla="*/ 2040350 w 3114960"/>
              <a:gd name="connsiteY15153" fmla="*/ 4669251 h 5143785"/>
              <a:gd name="connsiteX15154" fmla="*/ 2179225 w 3114960"/>
              <a:gd name="connsiteY15154" fmla="*/ 4559332 h 5143785"/>
              <a:gd name="connsiteX15155" fmla="*/ 2181701 w 3114960"/>
              <a:gd name="connsiteY15155" fmla="*/ 4561237 h 5143785"/>
              <a:gd name="connsiteX15156" fmla="*/ 2187321 w 3114960"/>
              <a:gd name="connsiteY15156" fmla="*/ 4562570 h 5143785"/>
              <a:gd name="connsiteX15157" fmla="*/ 2198656 w 3114960"/>
              <a:gd name="connsiteY15157" fmla="*/ 4555617 h 5143785"/>
              <a:gd name="connsiteX15158" fmla="*/ 2193036 w 3114960"/>
              <a:gd name="connsiteY15158" fmla="*/ 4538663 h 5143785"/>
              <a:gd name="connsiteX15159" fmla="*/ 2176082 w 3114960"/>
              <a:gd name="connsiteY15159" fmla="*/ 4544282 h 5143785"/>
              <a:gd name="connsiteX15160" fmla="*/ 2176272 w 3114960"/>
              <a:gd name="connsiteY15160" fmla="*/ 4555522 h 5143785"/>
              <a:gd name="connsiteX15161" fmla="*/ 2037969 w 3114960"/>
              <a:gd name="connsiteY15161" fmla="*/ 4664964 h 5143785"/>
              <a:gd name="connsiteX15162" fmla="*/ 1926431 w 3114960"/>
              <a:gd name="connsiteY15162" fmla="*/ 4664964 h 5143785"/>
              <a:gd name="connsiteX15163" fmla="*/ 1920621 w 3114960"/>
              <a:gd name="connsiteY15163" fmla="*/ 4661059 h 5143785"/>
              <a:gd name="connsiteX15164" fmla="*/ 1915478 w 3114960"/>
              <a:gd name="connsiteY15164" fmla="*/ 4663917 h 5143785"/>
              <a:gd name="connsiteX15165" fmla="*/ 1798987 w 3114960"/>
              <a:gd name="connsiteY15165" fmla="*/ 4663917 h 5143785"/>
              <a:gd name="connsiteX15166" fmla="*/ 1796415 w 3114960"/>
              <a:gd name="connsiteY15166" fmla="*/ 4664964 h 5143785"/>
              <a:gd name="connsiteX15167" fmla="*/ 1771841 w 3114960"/>
              <a:gd name="connsiteY15167" fmla="*/ 4689729 h 5143785"/>
              <a:gd name="connsiteX15168" fmla="*/ 1770793 w 3114960"/>
              <a:gd name="connsiteY15168" fmla="*/ 4692206 h 5143785"/>
              <a:gd name="connsiteX15169" fmla="*/ 1770793 w 3114960"/>
              <a:gd name="connsiteY15169" fmla="*/ 4709255 h 5143785"/>
              <a:gd name="connsiteX15170" fmla="*/ 1728407 w 3114960"/>
              <a:gd name="connsiteY15170" fmla="*/ 4709255 h 5143785"/>
              <a:gd name="connsiteX15171" fmla="*/ 1728407 w 3114960"/>
              <a:gd name="connsiteY15171" fmla="*/ 4646676 h 5143785"/>
              <a:gd name="connsiteX15172" fmla="*/ 1728026 w 3114960"/>
              <a:gd name="connsiteY15172" fmla="*/ 4645819 h 5143785"/>
              <a:gd name="connsiteX15173" fmla="*/ 1716215 w 3114960"/>
              <a:gd name="connsiteY15173" fmla="*/ 4635246 h 5143785"/>
              <a:gd name="connsiteX15174" fmla="*/ 1715453 w 3114960"/>
              <a:gd name="connsiteY15174" fmla="*/ 4634961 h 5143785"/>
              <a:gd name="connsiteX15175" fmla="*/ 1574292 w 3114960"/>
              <a:gd name="connsiteY15175" fmla="*/ 4634198 h 5143785"/>
              <a:gd name="connsiteX15176" fmla="*/ 1574292 w 3114960"/>
              <a:gd name="connsiteY15176" fmla="*/ 4631151 h 5143785"/>
              <a:gd name="connsiteX15177" fmla="*/ 1567244 w 3114960"/>
              <a:gd name="connsiteY15177" fmla="*/ 4624102 h 5143785"/>
              <a:gd name="connsiteX15178" fmla="*/ 1558195 w 3114960"/>
              <a:gd name="connsiteY15178" fmla="*/ 4624102 h 5143785"/>
              <a:gd name="connsiteX15179" fmla="*/ 1551146 w 3114960"/>
              <a:gd name="connsiteY15179" fmla="*/ 4631151 h 5143785"/>
              <a:gd name="connsiteX15180" fmla="*/ 1551146 w 3114960"/>
              <a:gd name="connsiteY15180" fmla="*/ 4633532 h 5143785"/>
              <a:gd name="connsiteX15181" fmla="*/ 1536859 w 3114960"/>
              <a:gd name="connsiteY15181" fmla="*/ 4633818 h 5143785"/>
              <a:gd name="connsiteX15182" fmla="*/ 1518571 w 3114960"/>
              <a:gd name="connsiteY15182" fmla="*/ 4651248 h 5143785"/>
              <a:gd name="connsiteX15183" fmla="*/ 1339596 w 3114960"/>
              <a:gd name="connsiteY15183" fmla="*/ 4651248 h 5143785"/>
              <a:gd name="connsiteX15184" fmla="*/ 1302449 w 3114960"/>
              <a:gd name="connsiteY15184" fmla="*/ 4609243 h 5143785"/>
              <a:gd name="connsiteX15185" fmla="*/ 1211294 w 3114960"/>
              <a:gd name="connsiteY15185" fmla="*/ 4609243 h 5143785"/>
              <a:gd name="connsiteX15186" fmla="*/ 1211294 w 3114960"/>
              <a:gd name="connsiteY15186" fmla="*/ 4602195 h 5143785"/>
              <a:gd name="connsiteX15187" fmla="*/ 1208913 w 3114960"/>
              <a:gd name="connsiteY15187" fmla="*/ 4599813 h 5143785"/>
              <a:gd name="connsiteX15188" fmla="*/ 1200912 w 3114960"/>
              <a:gd name="connsiteY15188" fmla="*/ 4599813 h 5143785"/>
              <a:gd name="connsiteX15189" fmla="*/ 1198531 w 3114960"/>
              <a:gd name="connsiteY15189" fmla="*/ 4602195 h 5143785"/>
              <a:gd name="connsiteX15190" fmla="*/ 1198531 w 3114960"/>
              <a:gd name="connsiteY15190" fmla="*/ 4608957 h 5143785"/>
              <a:gd name="connsiteX15191" fmla="*/ 1156049 w 3114960"/>
              <a:gd name="connsiteY15191" fmla="*/ 4608957 h 5143785"/>
              <a:gd name="connsiteX15192" fmla="*/ 1150049 w 3114960"/>
              <a:gd name="connsiteY15192" fmla="*/ 4602956 h 5143785"/>
              <a:gd name="connsiteX15193" fmla="*/ 1156049 w 3114960"/>
              <a:gd name="connsiteY15193" fmla="*/ 4596956 h 5143785"/>
              <a:gd name="connsiteX15194" fmla="*/ 1194054 w 3114960"/>
              <a:gd name="connsiteY15194" fmla="*/ 4596956 h 5143785"/>
              <a:gd name="connsiteX15195" fmla="*/ 1204817 w 3114960"/>
              <a:gd name="connsiteY15195" fmla="*/ 4586193 h 5143785"/>
              <a:gd name="connsiteX15196" fmla="*/ 1194054 w 3114960"/>
              <a:gd name="connsiteY15196" fmla="*/ 4575429 h 5143785"/>
              <a:gd name="connsiteX15197" fmla="*/ 1156049 w 3114960"/>
              <a:gd name="connsiteY15197" fmla="*/ 4575429 h 5143785"/>
              <a:gd name="connsiteX15198" fmla="*/ 1150049 w 3114960"/>
              <a:gd name="connsiteY15198" fmla="*/ 4569429 h 5143785"/>
              <a:gd name="connsiteX15199" fmla="*/ 1156049 w 3114960"/>
              <a:gd name="connsiteY15199" fmla="*/ 4563428 h 5143785"/>
              <a:gd name="connsiteX15200" fmla="*/ 1194054 w 3114960"/>
              <a:gd name="connsiteY15200" fmla="*/ 4563428 h 5143785"/>
              <a:gd name="connsiteX15201" fmla="*/ 1204817 w 3114960"/>
              <a:gd name="connsiteY15201" fmla="*/ 4552664 h 5143785"/>
              <a:gd name="connsiteX15202" fmla="*/ 1194054 w 3114960"/>
              <a:gd name="connsiteY15202" fmla="*/ 4541901 h 5143785"/>
              <a:gd name="connsiteX15203" fmla="*/ 1149477 w 3114960"/>
              <a:gd name="connsiteY15203" fmla="*/ 4541901 h 5143785"/>
              <a:gd name="connsiteX15204" fmla="*/ 1149477 w 3114960"/>
              <a:gd name="connsiteY15204" fmla="*/ 4535138 h 5143785"/>
              <a:gd name="connsiteX15205" fmla="*/ 1147096 w 3114960"/>
              <a:gd name="connsiteY15205" fmla="*/ 4532757 h 5143785"/>
              <a:gd name="connsiteX15206" fmla="*/ 1145667 w 3114960"/>
              <a:gd name="connsiteY15206" fmla="*/ 4532757 h 5143785"/>
              <a:gd name="connsiteX15207" fmla="*/ 1145667 w 3114960"/>
              <a:gd name="connsiteY15207" fmla="*/ 4516946 h 5143785"/>
              <a:gd name="connsiteX15208" fmla="*/ 1265396 w 3114960"/>
              <a:gd name="connsiteY15208" fmla="*/ 4516946 h 5143785"/>
              <a:gd name="connsiteX15209" fmla="*/ 1287018 w 3114960"/>
              <a:gd name="connsiteY15209" fmla="*/ 4500182 h 5143785"/>
              <a:gd name="connsiteX15210" fmla="*/ 1287018 w 3114960"/>
              <a:gd name="connsiteY15210" fmla="*/ 4375690 h 5143785"/>
              <a:gd name="connsiteX15211" fmla="*/ 1309116 w 3114960"/>
              <a:gd name="connsiteY15211" fmla="*/ 4356545 h 5143785"/>
              <a:gd name="connsiteX15212" fmla="*/ 1309116 w 3114960"/>
              <a:gd name="connsiteY15212" fmla="*/ 4238625 h 5143785"/>
              <a:gd name="connsiteX15213" fmla="*/ 1312259 w 3114960"/>
              <a:gd name="connsiteY15213" fmla="*/ 4237768 h 5143785"/>
              <a:gd name="connsiteX15214" fmla="*/ 1320165 w 3114960"/>
              <a:gd name="connsiteY15214" fmla="*/ 4229957 h 5143785"/>
              <a:gd name="connsiteX15215" fmla="*/ 1312355 w 3114960"/>
              <a:gd name="connsiteY15215" fmla="*/ 4210907 h 5143785"/>
              <a:gd name="connsiteX15216" fmla="*/ 1301210 w 3114960"/>
              <a:gd name="connsiteY15216" fmla="*/ 4210907 h 5143785"/>
              <a:gd name="connsiteX15217" fmla="*/ 1293305 w 3114960"/>
              <a:gd name="connsiteY15217" fmla="*/ 4218718 h 5143785"/>
              <a:gd name="connsiteX15218" fmla="*/ 1292352 w 3114960"/>
              <a:gd name="connsiteY15218" fmla="*/ 4222528 h 5143785"/>
              <a:gd name="connsiteX15219" fmla="*/ 1211866 w 3114960"/>
              <a:gd name="connsiteY15219" fmla="*/ 4222528 h 5143785"/>
              <a:gd name="connsiteX15220" fmla="*/ 1189958 w 3114960"/>
              <a:gd name="connsiteY15220" fmla="*/ 4202145 h 5143785"/>
              <a:gd name="connsiteX15221" fmla="*/ 1089374 w 3114960"/>
              <a:gd name="connsiteY15221" fmla="*/ 4202145 h 5143785"/>
              <a:gd name="connsiteX15222" fmla="*/ 1087660 w 3114960"/>
              <a:gd name="connsiteY15222" fmla="*/ 4198715 h 5143785"/>
              <a:gd name="connsiteX15223" fmla="*/ 1074420 w 3114960"/>
              <a:gd name="connsiteY15223" fmla="*/ 4197096 h 5143785"/>
              <a:gd name="connsiteX15224" fmla="*/ 1072801 w 3114960"/>
              <a:gd name="connsiteY15224" fmla="*/ 4210336 h 5143785"/>
              <a:gd name="connsiteX15225" fmla="*/ 1086041 w 3114960"/>
              <a:gd name="connsiteY15225" fmla="*/ 4211955 h 5143785"/>
              <a:gd name="connsiteX15226" fmla="*/ 1089184 w 3114960"/>
              <a:gd name="connsiteY15226" fmla="*/ 4206907 h 5143785"/>
              <a:gd name="connsiteX15227" fmla="*/ 1188053 w 3114960"/>
              <a:gd name="connsiteY15227" fmla="*/ 4206907 h 5143785"/>
              <a:gd name="connsiteX15228" fmla="*/ 1209961 w 3114960"/>
              <a:gd name="connsiteY15228" fmla="*/ 4227290 h 5143785"/>
              <a:gd name="connsiteX15229" fmla="*/ 1292447 w 3114960"/>
              <a:gd name="connsiteY15229" fmla="*/ 4227290 h 5143785"/>
              <a:gd name="connsiteX15230" fmla="*/ 1293209 w 3114960"/>
              <a:gd name="connsiteY15230" fmla="*/ 4229862 h 5143785"/>
              <a:gd name="connsiteX15231" fmla="*/ 1301020 w 3114960"/>
              <a:gd name="connsiteY15231" fmla="*/ 4237768 h 5143785"/>
              <a:gd name="connsiteX15232" fmla="*/ 1304258 w 3114960"/>
              <a:gd name="connsiteY15232" fmla="*/ 4238720 h 5143785"/>
              <a:gd name="connsiteX15233" fmla="*/ 1304258 w 3114960"/>
              <a:gd name="connsiteY15233" fmla="*/ 4354449 h 5143785"/>
              <a:gd name="connsiteX15234" fmla="*/ 1282065 w 3114960"/>
              <a:gd name="connsiteY15234" fmla="*/ 4373595 h 5143785"/>
              <a:gd name="connsiteX15235" fmla="*/ 1282065 w 3114960"/>
              <a:gd name="connsiteY15235" fmla="*/ 4497896 h 5143785"/>
              <a:gd name="connsiteX15236" fmla="*/ 1263682 w 3114960"/>
              <a:gd name="connsiteY15236" fmla="*/ 4512183 h 5143785"/>
              <a:gd name="connsiteX15237" fmla="*/ 1140809 w 3114960"/>
              <a:gd name="connsiteY15237" fmla="*/ 4512183 h 5143785"/>
              <a:gd name="connsiteX15238" fmla="*/ 1140809 w 3114960"/>
              <a:gd name="connsiteY15238" fmla="*/ 4532757 h 5143785"/>
              <a:gd name="connsiteX15239" fmla="*/ 1139000 w 3114960"/>
              <a:gd name="connsiteY15239" fmla="*/ 4532757 h 5143785"/>
              <a:gd name="connsiteX15240" fmla="*/ 1136618 w 3114960"/>
              <a:gd name="connsiteY15240" fmla="*/ 4535138 h 5143785"/>
              <a:gd name="connsiteX15241" fmla="*/ 1136618 w 3114960"/>
              <a:gd name="connsiteY15241" fmla="*/ 4541901 h 5143785"/>
              <a:gd name="connsiteX15242" fmla="*/ 1128998 w 3114960"/>
              <a:gd name="connsiteY15242" fmla="*/ 4541901 h 5143785"/>
              <a:gd name="connsiteX15243" fmla="*/ 1128998 w 3114960"/>
              <a:gd name="connsiteY15243" fmla="*/ 4535138 h 5143785"/>
              <a:gd name="connsiteX15244" fmla="*/ 1126617 w 3114960"/>
              <a:gd name="connsiteY15244" fmla="*/ 4532757 h 5143785"/>
              <a:gd name="connsiteX15245" fmla="*/ 1124807 w 3114960"/>
              <a:gd name="connsiteY15245" fmla="*/ 4532757 h 5143785"/>
              <a:gd name="connsiteX15246" fmla="*/ 1124807 w 3114960"/>
              <a:gd name="connsiteY15246" fmla="*/ 4494753 h 5143785"/>
              <a:gd name="connsiteX15247" fmla="*/ 1103948 w 3114960"/>
              <a:gd name="connsiteY15247" fmla="*/ 4474845 h 5143785"/>
              <a:gd name="connsiteX15248" fmla="*/ 1023652 w 3114960"/>
              <a:gd name="connsiteY15248" fmla="*/ 4474560 h 5143785"/>
              <a:gd name="connsiteX15249" fmla="*/ 988790 w 3114960"/>
              <a:gd name="connsiteY15249" fmla="*/ 4439793 h 5143785"/>
              <a:gd name="connsiteX15250" fmla="*/ 953929 w 3114960"/>
              <a:gd name="connsiteY15250" fmla="*/ 4472750 h 5143785"/>
              <a:gd name="connsiteX15251" fmla="*/ 932117 w 3114960"/>
              <a:gd name="connsiteY15251" fmla="*/ 4472750 h 5143785"/>
              <a:gd name="connsiteX15252" fmla="*/ 931831 w 3114960"/>
              <a:gd name="connsiteY15252" fmla="*/ 4434554 h 5143785"/>
              <a:gd name="connsiteX15253" fmla="*/ 928307 w 3114960"/>
              <a:gd name="connsiteY15253" fmla="*/ 4431030 h 5143785"/>
              <a:gd name="connsiteX15254" fmla="*/ 902970 w 3114960"/>
              <a:gd name="connsiteY15254" fmla="*/ 4431030 h 5143785"/>
              <a:gd name="connsiteX15255" fmla="*/ 900398 w 3114960"/>
              <a:gd name="connsiteY15255" fmla="*/ 4431983 h 5143785"/>
              <a:gd name="connsiteX15256" fmla="*/ 899351 w 3114960"/>
              <a:gd name="connsiteY15256" fmla="*/ 4434554 h 5143785"/>
              <a:gd name="connsiteX15257" fmla="*/ 899922 w 3114960"/>
              <a:gd name="connsiteY15257" fmla="*/ 4511040 h 5143785"/>
              <a:gd name="connsiteX15258" fmla="*/ 883539 w 3114960"/>
              <a:gd name="connsiteY15258" fmla="*/ 4511040 h 5143785"/>
              <a:gd name="connsiteX15259" fmla="*/ 883729 w 3114960"/>
              <a:gd name="connsiteY15259" fmla="*/ 4443127 h 5143785"/>
              <a:gd name="connsiteX15260" fmla="*/ 880205 w 3114960"/>
              <a:gd name="connsiteY15260" fmla="*/ 4439507 h 5143785"/>
              <a:gd name="connsiteX15261" fmla="*/ 858107 w 3114960"/>
              <a:gd name="connsiteY15261" fmla="*/ 4439507 h 5143785"/>
              <a:gd name="connsiteX15262" fmla="*/ 855536 w 3114960"/>
              <a:gd name="connsiteY15262" fmla="*/ 4440460 h 5143785"/>
              <a:gd name="connsiteX15263" fmla="*/ 854488 w 3114960"/>
              <a:gd name="connsiteY15263" fmla="*/ 4443032 h 5143785"/>
              <a:gd name="connsiteX15264" fmla="*/ 854488 w 3114960"/>
              <a:gd name="connsiteY15264" fmla="*/ 4510850 h 5143785"/>
              <a:gd name="connsiteX15265" fmla="*/ 837152 w 3114960"/>
              <a:gd name="connsiteY15265" fmla="*/ 4510850 h 5143785"/>
              <a:gd name="connsiteX15266" fmla="*/ 837152 w 3114960"/>
              <a:gd name="connsiteY15266" fmla="*/ 4453509 h 5143785"/>
              <a:gd name="connsiteX15267" fmla="*/ 833628 w 3114960"/>
              <a:gd name="connsiteY15267" fmla="*/ 4449890 h 5143785"/>
              <a:gd name="connsiteX15268" fmla="*/ 811435 w 3114960"/>
              <a:gd name="connsiteY15268" fmla="*/ 4449890 h 5143785"/>
              <a:gd name="connsiteX15269" fmla="*/ 808863 w 3114960"/>
              <a:gd name="connsiteY15269" fmla="*/ 4450842 h 5143785"/>
              <a:gd name="connsiteX15270" fmla="*/ 807815 w 3114960"/>
              <a:gd name="connsiteY15270" fmla="*/ 4453414 h 5143785"/>
              <a:gd name="connsiteX15271" fmla="*/ 808196 w 3114960"/>
              <a:gd name="connsiteY15271" fmla="*/ 4510754 h 5143785"/>
              <a:gd name="connsiteX15272" fmla="*/ 790670 w 3114960"/>
              <a:gd name="connsiteY15272" fmla="*/ 4510754 h 5143785"/>
              <a:gd name="connsiteX15273" fmla="*/ 790670 w 3114960"/>
              <a:gd name="connsiteY15273" fmla="*/ 4465035 h 5143785"/>
              <a:gd name="connsiteX15274" fmla="*/ 787146 w 3114960"/>
              <a:gd name="connsiteY15274" fmla="*/ 4461415 h 5143785"/>
              <a:gd name="connsiteX15275" fmla="*/ 767048 w 3114960"/>
              <a:gd name="connsiteY15275" fmla="*/ 4461415 h 5143785"/>
              <a:gd name="connsiteX15276" fmla="*/ 764477 w 3114960"/>
              <a:gd name="connsiteY15276" fmla="*/ 4462368 h 5143785"/>
              <a:gd name="connsiteX15277" fmla="*/ 763429 w 3114960"/>
              <a:gd name="connsiteY15277" fmla="*/ 4464939 h 5143785"/>
              <a:gd name="connsiteX15278" fmla="*/ 763429 w 3114960"/>
              <a:gd name="connsiteY15278" fmla="*/ 4495610 h 5143785"/>
              <a:gd name="connsiteX15279" fmla="*/ 733616 w 3114960"/>
              <a:gd name="connsiteY15279" fmla="*/ 4495419 h 5143785"/>
              <a:gd name="connsiteX15280" fmla="*/ 728282 w 3114960"/>
              <a:gd name="connsiteY15280" fmla="*/ 4483322 h 5143785"/>
              <a:gd name="connsiteX15281" fmla="*/ 715042 w 3114960"/>
              <a:gd name="connsiteY15281" fmla="*/ 4477798 h 5143785"/>
              <a:gd name="connsiteX15282" fmla="*/ 715042 w 3114960"/>
              <a:gd name="connsiteY15282" fmla="*/ 4477798 h 5143785"/>
              <a:gd name="connsiteX15283" fmla="*/ 696277 w 3114960"/>
              <a:gd name="connsiteY15283" fmla="*/ 4496467 h 5143785"/>
              <a:gd name="connsiteX15284" fmla="*/ 696277 w 3114960"/>
              <a:gd name="connsiteY15284" fmla="*/ 4496943 h 5143785"/>
              <a:gd name="connsiteX15285" fmla="*/ 678085 w 3114960"/>
              <a:gd name="connsiteY15285" fmla="*/ 4496943 h 5143785"/>
              <a:gd name="connsiteX15286" fmla="*/ 656749 w 3114960"/>
              <a:gd name="connsiteY15286" fmla="*/ 4477703 h 5143785"/>
              <a:gd name="connsiteX15287" fmla="*/ 532829 w 3114960"/>
              <a:gd name="connsiteY15287" fmla="*/ 4477703 h 5143785"/>
              <a:gd name="connsiteX15288" fmla="*/ 498634 w 3114960"/>
              <a:gd name="connsiteY15288" fmla="*/ 4505706 h 5143785"/>
              <a:gd name="connsiteX15289" fmla="*/ 389287 w 3114960"/>
              <a:gd name="connsiteY15289" fmla="*/ 4505706 h 5143785"/>
              <a:gd name="connsiteX15290" fmla="*/ 375285 w 3114960"/>
              <a:gd name="connsiteY15290" fmla="*/ 4517898 h 5143785"/>
              <a:gd name="connsiteX15291" fmla="*/ 368046 w 3114960"/>
              <a:gd name="connsiteY15291" fmla="*/ 4515422 h 5143785"/>
              <a:gd name="connsiteX15292" fmla="*/ 360712 w 3114960"/>
              <a:gd name="connsiteY15292" fmla="*/ 4518946 h 5143785"/>
              <a:gd name="connsiteX15293" fmla="*/ 357950 w 3114960"/>
              <a:gd name="connsiteY15293" fmla="*/ 4526661 h 5143785"/>
              <a:gd name="connsiteX15294" fmla="*/ 361474 w 3114960"/>
              <a:gd name="connsiteY15294" fmla="*/ 4533995 h 5143785"/>
              <a:gd name="connsiteX15295" fmla="*/ 368618 w 3114960"/>
              <a:gd name="connsiteY15295" fmla="*/ 4536758 h 5143785"/>
              <a:gd name="connsiteX15296" fmla="*/ 376523 w 3114960"/>
              <a:gd name="connsiteY15296" fmla="*/ 4533234 h 5143785"/>
              <a:gd name="connsiteX15297" fmla="*/ 379286 w 3114960"/>
              <a:gd name="connsiteY15297" fmla="*/ 4525518 h 5143785"/>
              <a:gd name="connsiteX15298" fmla="*/ 378333 w 3114960"/>
              <a:gd name="connsiteY15298" fmla="*/ 4521613 h 5143785"/>
              <a:gd name="connsiteX15299" fmla="*/ 391192 w 3114960"/>
              <a:gd name="connsiteY15299" fmla="*/ 4510469 h 5143785"/>
              <a:gd name="connsiteX15300" fmla="*/ 500444 w 3114960"/>
              <a:gd name="connsiteY15300" fmla="*/ 4510469 h 5143785"/>
              <a:gd name="connsiteX15301" fmla="*/ 534638 w 3114960"/>
              <a:gd name="connsiteY15301" fmla="*/ 4482465 h 5143785"/>
              <a:gd name="connsiteX15302" fmla="*/ 655034 w 3114960"/>
              <a:gd name="connsiteY15302" fmla="*/ 4482465 h 5143785"/>
              <a:gd name="connsiteX15303" fmla="*/ 676370 w 3114960"/>
              <a:gd name="connsiteY15303" fmla="*/ 4501706 h 5143785"/>
              <a:gd name="connsiteX15304" fmla="*/ 697135 w 3114960"/>
              <a:gd name="connsiteY15304" fmla="*/ 4501706 h 5143785"/>
              <a:gd name="connsiteX15305" fmla="*/ 715042 w 3114960"/>
              <a:gd name="connsiteY15305" fmla="*/ 4515327 h 5143785"/>
              <a:gd name="connsiteX15306" fmla="*/ 715042 w 3114960"/>
              <a:gd name="connsiteY15306" fmla="*/ 4515327 h 5143785"/>
              <a:gd name="connsiteX15307" fmla="*/ 728282 w 3114960"/>
              <a:gd name="connsiteY15307" fmla="*/ 4509897 h 5143785"/>
              <a:gd name="connsiteX15308" fmla="*/ 732758 w 3114960"/>
              <a:gd name="connsiteY15308" fmla="*/ 4502563 h 5143785"/>
              <a:gd name="connsiteX15309" fmla="*/ 767239 w 3114960"/>
              <a:gd name="connsiteY15309" fmla="*/ 4502754 h 5143785"/>
              <a:gd name="connsiteX15310" fmla="*/ 769811 w 3114960"/>
              <a:gd name="connsiteY15310" fmla="*/ 4501706 h 5143785"/>
              <a:gd name="connsiteX15311" fmla="*/ 770858 w 3114960"/>
              <a:gd name="connsiteY15311" fmla="*/ 4499134 h 5143785"/>
              <a:gd name="connsiteX15312" fmla="*/ 770858 w 3114960"/>
              <a:gd name="connsiteY15312" fmla="*/ 4468463 h 5143785"/>
              <a:gd name="connsiteX15313" fmla="*/ 783717 w 3114960"/>
              <a:gd name="connsiteY15313" fmla="*/ 4468463 h 5143785"/>
              <a:gd name="connsiteX15314" fmla="*/ 783717 w 3114960"/>
              <a:gd name="connsiteY15314" fmla="*/ 4514088 h 5143785"/>
              <a:gd name="connsiteX15315" fmla="*/ 787241 w 3114960"/>
              <a:gd name="connsiteY15315" fmla="*/ 4517708 h 5143785"/>
              <a:gd name="connsiteX15316" fmla="*/ 812006 w 3114960"/>
              <a:gd name="connsiteY15316" fmla="*/ 4517708 h 5143785"/>
              <a:gd name="connsiteX15317" fmla="*/ 814578 w 3114960"/>
              <a:gd name="connsiteY15317" fmla="*/ 4516755 h 5143785"/>
              <a:gd name="connsiteX15318" fmla="*/ 815626 w 3114960"/>
              <a:gd name="connsiteY15318" fmla="*/ 4514184 h 5143785"/>
              <a:gd name="connsiteX15319" fmla="*/ 815245 w 3114960"/>
              <a:gd name="connsiteY15319" fmla="*/ 4456843 h 5143785"/>
              <a:gd name="connsiteX15320" fmla="*/ 830294 w 3114960"/>
              <a:gd name="connsiteY15320" fmla="*/ 4456843 h 5143785"/>
              <a:gd name="connsiteX15321" fmla="*/ 830294 w 3114960"/>
              <a:gd name="connsiteY15321" fmla="*/ 4514279 h 5143785"/>
              <a:gd name="connsiteX15322" fmla="*/ 833819 w 3114960"/>
              <a:gd name="connsiteY15322" fmla="*/ 4517898 h 5143785"/>
              <a:gd name="connsiteX15323" fmla="*/ 858202 w 3114960"/>
              <a:gd name="connsiteY15323" fmla="*/ 4517898 h 5143785"/>
              <a:gd name="connsiteX15324" fmla="*/ 860774 w 3114960"/>
              <a:gd name="connsiteY15324" fmla="*/ 4516946 h 5143785"/>
              <a:gd name="connsiteX15325" fmla="*/ 861822 w 3114960"/>
              <a:gd name="connsiteY15325" fmla="*/ 4514374 h 5143785"/>
              <a:gd name="connsiteX15326" fmla="*/ 861822 w 3114960"/>
              <a:gd name="connsiteY15326" fmla="*/ 4446556 h 5143785"/>
              <a:gd name="connsiteX15327" fmla="*/ 876872 w 3114960"/>
              <a:gd name="connsiteY15327" fmla="*/ 4446556 h 5143785"/>
              <a:gd name="connsiteX15328" fmla="*/ 876681 w 3114960"/>
              <a:gd name="connsiteY15328" fmla="*/ 4514374 h 5143785"/>
              <a:gd name="connsiteX15329" fmla="*/ 880205 w 3114960"/>
              <a:gd name="connsiteY15329" fmla="*/ 4517994 h 5143785"/>
              <a:gd name="connsiteX15330" fmla="*/ 903827 w 3114960"/>
              <a:gd name="connsiteY15330" fmla="*/ 4517994 h 5143785"/>
              <a:gd name="connsiteX15331" fmla="*/ 906399 w 3114960"/>
              <a:gd name="connsiteY15331" fmla="*/ 4517041 h 5143785"/>
              <a:gd name="connsiteX15332" fmla="*/ 907447 w 3114960"/>
              <a:gd name="connsiteY15332" fmla="*/ 4514469 h 5143785"/>
              <a:gd name="connsiteX15333" fmla="*/ 906875 w 3114960"/>
              <a:gd name="connsiteY15333" fmla="*/ 4437984 h 5143785"/>
              <a:gd name="connsiteX15334" fmla="*/ 925068 w 3114960"/>
              <a:gd name="connsiteY15334" fmla="*/ 4437984 h 5143785"/>
              <a:gd name="connsiteX15335" fmla="*/ 925354 w 3114960"/>
              <a:gd name="connsiteY15335" fmla="*/ 4476179 h 5143785"/>
              <a:gd name="connsiteX15336" fmla="*/ 928878 w 3114960"/>
              <a:gd name="connsiteY15336" fmla="*/ 4479703 h 5143785"/>
              <a:gd name="connsiteX15337" fmla="*/ 954596 w 3114960"/>
              <a:gd name="connsiteY15337" fmla="*/ 4479703 h 5143785"/>
              <a:gd name="connsiteX15338" fmla="*/ 984695 w 3114960"/>
              <a:gd name="connsiteY15338" fmla="*/ 4509230 h 5143785"/>
              <a:gd name="connsiteX15339" fmla="*/ 984695 w 3114960"/>
              <a:gd name="connsiteY15339" fmla="*/ 4576001 h 5143785"/>
              <a:gd name="connsiteX15340" fmla="*/ 1017079 w 3114960"/>
              <a:gd name="connsiteY15340" fmla="*/ 4612862 h 5143785"/>
              <a:gd name="connsiteX15341" fmla="*/ 1054989 w 3114960"/>
              <a:gd name="connsiteY15341" fmla="*/ 4612672 h 5143785"/>
              <a:gd name="connsiteX15342" fmla="*/ 1054989 w 3114960"/>
              <a:gd name="connsiteY15342" fmla="*/ 4620197 h 5143785"/>
              <a:gd name="connsiteX15343" fmla="*/ 1057370 w 3114960"/>
              <a:gd name="connsiteY15343" fmla="*/ 4622578 h 5143785"/>
              <a:gd name="connsiteX15344" fmla="*/ 1065371 w 3114960"/>
              <a:gd name="connsiteY15344" fmla="*/ 4622578 h 5143785"/>
              <a:gd name="connsiteX15345" fmla="*/ 1067753 w 3114960"/>
              <a:gd name="connsiteY15345" fmla="*/ 4620197 h 5143785"/>
              <a:gd name="connsiteX15346" fmla="*/ 1067753 w 3114960"/>
              <a:gd name="connsiteY15346" fmla="*/ 4613434 h 5143785"/>
              <a:gd name="connsiteX15347" fmla="*/ 1112330 w 3114960"/>
              <a:gd name="connsiteY15347" fmla="*/ 4613434 h 5143785"/>
              <a:gd name="connsiteX15348" fmla="*/ 1123093 w 3114960"/>
              <a:gd name="connsiteY15348" fmla="*/ 4602671 h 5143785"/>
              <a:gd name="connsiteX15349" fmla="*/ 1112330 w 3114960"/>
              <a:gd name="connsiteY15349" fmla="*/ 4591907 h 5143785"/>
              <a:gd name="connsiteX15350" fmla="*/ 1074325 w 3114960"/>
              <a:gd name="connsiteY15350" fmla="*/ 4591907 h 5143785"/>
              <a:gd name="connsiteX15351" fmla="*/ 1068324 w 3114960"/>
              <a:gd name="connsiteY15351" fmla="*/ 4585907 h 5143785"/>
              <a:gd name="connsiteX15352" fmla="*/ 1074325 w 3114960"/>
              <a:gd name="connsiteY15352" fmla="*/ 4579906 h 5143785"/>
              <a:gd name="connsiteX15353" fmla="*/ 1112330 w 3114960"/>
              <a:gd name="connsiteY15353" fmla="*/ 4579906 h 5143785"/>
              <a:gd name="connsiteX15354" fmla="*/ 1123093 w 3114960"/>
              <a:gd name="connsiteY15354" fmla="*/ 4569143 h 5143785"/>
              <a:gd name="connsiteX15355" fmla="*/ 1112330 w 3114960"/>
              <a:gd name="connsiteY15355" fmla="*/ 4558379 h 5143785"/>
              <a:gd name="connsiteX15356" fmla="*/ 1074325 w 3114960"/>
              <a:gd name="connsiteY15356" fmla="*/ 4558379 h 5143785"/>
              <a:gd name="connsiteX15357" fmla="*/ 1068324 w 3114960"/>
              <a:gd name="connsiteY15357" fmla="*/ 4552379 h 5143785"/>
              <a:gd name="connsiteX15358" fmla="*/ 1074325 w 3114960"/>
              <a:gd name="connsiteY15358" fmla="*/ 4546378 h 5143785"/>
              <a:gd name="connsiteX15359" fmla="*/ 1116806 w 3114960"/>
              <a:gd name="connsiteY15359" fmla="*/ 4546378 h 5143785"/>
              <a:gd name="connsiteX15360" fmla="*/ 1116806 w 3114960"/>
              <a:gd name="connsiteY15360" fmla="*/ 4553141 h 5143785"/>
              <a:gd name="connsiteX15361" fmla="*/ 1119188 w 3114960"/>
              <a:gd name="connsiteY15361" fmla="*/ 4555522 h 5143785"/>
              <a:gd name="connsiteX15362" fmla="*/ 1127189 w 3114960"/>
              <a:gd name="connsiteY15362" fmla="*/ 4555522 h 5143785"/>
              <a:gd name="connsiteX15363" fmla="*/ 1129570 w 3114960"/>
              <a:gd name="connsiteY15363" fmla="*/ 4553141 h 5143785"/>
              <a:gd name="connsiteX15364" fmla="*/ 1129570 w 3114960"/>
              <a:gd name="connsiteY15364" fmla="*/ 4546378 h 5143785"/>
              <a:gd name="connsiteX15365" fmla="*/ 1137190 w 3114960"/>
              <a:gd name="connsiteY15365" fmla="*/ 4546378 h 5143785"/>
              <a:gd name="connsiteX15366" fmla="*/ 1137190 w 3114960"/>
              <a:gd name="connsiteY15366" fmla="*/ 4553141 h 5143785"/>
              <a:gd name="connsiteX15367" fmla="*/ 1139571 w 3114960"/>
              <a:gd name="connsiteY15367" fmla="*/ 4555522 h 5143785"/>
              <a:gd name="connsiteX15368" fmla="*/ 1147572 w 3114960"/>
              <a:gd name="connsiteY15368" fmla="*/ 4555522 h 5143785"/>
              <a:gd name="connsiteX15369" fmla="*/ 1149953 w 3114960"/>
              <a:gd name="connsiteY15369" fmla="*/ 4553141 h 5143785"/>
              <a:gd name="connsiteX15370" fmla="*/ 1149953 w 3114960"/>
              <a:gd name="connsiteY15370" fmla="*/ 4546473 h 5143785"/>
              <a:gd name="connsiteX15371" fmla="*/ 1194530 w 3114960"/>
              <a:gd name="connsiteY15371" fmla="*/ 4546473 h 5143785"/>
              <a:gd name="connsiteX15372" fmla="*/ 1200531 w 3114960"/>
              <a:gd name="connsiteY15372" fmla="*/ 4552474 h 5143785"/>
              <a:gd name="connsiteX15373" fmla="*/ 1194530 w 3114960"/>
              <a:gd name="connsiteY15373" fmla="*/ 4558475 h 5143785"/>
              <a:gd name="connsiteX15374" fmla="*/ 1156526 w 3114960"/>
              <a:gd name="connsiteY15374" fmla="*/ 4558475 h 5143785"/>
              <a:gd name="connsiteX15375" fmla="*/ 1145762 w 3114960"/>
              <a:gd name="connsiteY15375" fmla="*/ 4569238 h 5143785"/>
              <a:gd name="connsiteX15376" fmla="*/ 1156526 w 3114960"/>
              <a:gd name="connsiteY15376" fmla="*/ 4580001 h 5143785"/>
              <a:gd name="connsiteX15377" fmla="*/ 1194530 w 3114960"/>
              <a:gd name="connsiteY15377" fmla="*/ 4580001 h 5143785"/>
              <a:gd name="connsiteX15378" fmla="*/ 1200531 w 3114960"/>
              <a:gd name="connsiteY15378" fmla="*/ 4586002 h 5143785"/>
              <a:gd name="connsiteX15379" fmla="*/ 1194530 w 3114960"/>
              <a:gd name="connsiteY15379" fmla="*/ 4592003 h 5143785"/>
              <a:gd name="connsiteX15380" fmla="*/ 1156526 w 3114960"/>
              <a:gd name="connsiteY15380" fmla="*/ 4592003 h 5143785"/>
              <a:gd name="connsiteX15381" fmla="*/ 1145762 w 3114960"/>
              <a:gd name="connsiteY15381" fmla="*/ 4602766 h 5143785"/>
              <a:gd name="connsiteX15382" fmla="*/ 1156526 w 3114960"/>
              <a:gd name="connsiteY15382" fmla="*/ 4613529 h 5143785"/>
              <a:gd name="connsiteX15383" fmla="*/ 1199007 w 3114960"/>
              <a:gd name="connsiteY15383" fmla="*/ 4613529 h 5143785"/>
              <a:gd name="connsiteX15384" fmla="*/ 1199007 w 3114960"/>
              <a:gd name="connsiteY15384" fmla="*/ 4620292 h 5143785"/>
              <a:gd name="connsiteX15385" fmla="*/ 1201388 w 3114960"/>
              <a:gd name="connsiteY15385" fmla="*/ 4622673 h 5143785"/>
              <a:gd name="connsiteX15386" fmla="*/ 1209389 w 3114960"/>
              <a:gd name="connsiteY15386" fmla="*/ 4622673 h 5143785"/>
              <a:gd name="connsiteX15387" fmla="*/ 1211771 w 3114960"/>
              <a:gd name="connsiteY15387" fmla="*/ 4620292 h 5143785"/>
              <a:gd name="connsiteX15388" fmla="*/ 1211771 w 3114960"/>
              <a:gd name="connsiteY15388" fmla="*/ 4613910 h 5143785"/>
              <a:gd name="connsiteX15389" fmla="*/ 1300734 w 3114960"/>
              <a:gd name="connsiteY15389" fmla="*/ 4613910 h 5143785"/>
              <a:gd name="connsiteX15390" fmla="*/ 1337882 w 3114960"/>
              <a:gd name="connsiteY15390" fmla="*/ 4656011 h 5143785"/>
              <a:gd name="connsiteX15391" fmla="*/ 1520952 w 3114960"/>
              <a:gd name="connsiteY15391" fmla="*/ 4656011 h 5143785"/>
              <a:gd name="connsiteX15392" fmla="*/ 1539240 w 3114960"/>
              <a:gd name="connsiteY15392" fmla="*/ 4638485 h 5143785"/>
              <a:gd name="connsiteX15393" fmla="*/ 1551623 w 3114960"/>
              <a:gd name="connsiteY15393" fmla="*/ 4638199 h 5143785"/>
              <a:gd name="connsiteX15394" fmla="*/ 1551623 w 3114960"/>
              <a:gd name="connsiteY15394" fmla="*/ 4640104 h 5143785"/>
              <a:gd name="connsiteX15395" fmla="*/ 1558671 w 3114960"/>
              <a:gd name="connsiteY15395" fmla="*/ 4647153 h 5143785"/>
              <a:gd name="connsiteX15396" fmla="*/ 1567720 w 3114960"/>
              <a:gd name="connsiteY15396" fmla="*/ 4647153 h 5143785"/>
              <a:gd name="connsiteX15397" fmla="*/ 1574768 w 3114960"/>
              <a:gd name="connsiteY15397" fmla="*/ 4640104 h 5143785"/>
              <a:gd name="connsiteX15398" fmla="*/ 1574768 w 3114960"/>
              <a:gd name="connsiteY15398" fmla="*/ 4636580 h 5143785"/>
              <a:gd name="connsiteX15399" fmla="*/ 1715548 w 3114960"/>
              <a:gd name="connsiteY15399" fmla="*/ 4637342 h 5143785"/>
              <a:gd name="connsiteX15400" fmla="*/ 1726597 w 3114960"/>
              <a:gd name="connsiteY15400" fmla="*/ 4647248 h 5143785"/>
              <a:gd name="connsiteX15401" fmla="*/ 1726597 w 3114960"/>
              <a:gd name="connsiteY15401" fmla="*/ 4709160 h 5143785"/>
              <a:gd name="connsiteX15402" fmla="*/ 1704118 w 3114960"/>
              <a:gd name="connsiteY15402" fmla="*/ 4709160 h 5143785"/>
              <a:gd name="connsiteX15403" fmla="*/ 1698498 w 3114960"/>
              <a:gd name="connsiteY15403" fmla="*/ 4703921 h 5143785"/>
              <a:gd name="connsiteX15404" fmla="*/ 1698498 w 3114960"/>
              <a:gd name="connsiteY15404" fmla="*/ 4680490 h 5143785"/>
              <a:gd name="connsiteX15405" fmla="*/ 1698117 w 3114960"/>
              <a:gd name="connsiteY15405" fmla="*/ 4679633 h 5143785"/>
              <a:gd name="connsiteX15406" fmla="*/ 1686306 w 3114960"/>
              <a:gd name="connsiteY15406" fmla="*/ 4669060 h 5143785"/>
              <a:gd name="connsiteX15407" fmla="*/ 1685544 w 3114960"/>
              <a:gd name="connsiteY15407" fmla="*/ 4668774 h 5143785"/>
              <a:gd name="connsiteX15408" fmla="*/ 1685544 w 3114960"/>
              <a:gd name="connsiteY15408" fmla="*/ 4668774 h 5143785"/>
              <a:gd name="connsiteX15409" fmla="*/ 1574864 w 3114960"/>
              <a:gd name="connsiteY15409" fmla="*/ 4669536 h 5143785"/>
              <a:gd name="connsiteX15410" fmla="*/ 1574864 w 3114960"/>
              <a:gd name="connsiteY15410" fmla="*/ 4666488 h 5143785"/>
              <a:gd name="connsiteX15411" fmla="*/ 1567815 w 3114960"/>
              <a:gd name="connsiteY15411" fmla="*/ 4659440 h 5143785"/>
              <a:gd name="connsiteX15412" fmla="*/ 1558766 w 3114960"/>
              <a:gd name="connsiteY15412" fmla="*/ 4659440 h 5143785"/>
              <a:gd name="connsiteX15413" fmla="*/ 1551718 w 3114960"/>
              <a:gd name="connsiteY15413" fmla="*/ 4666488 h 5143785"/>
              <a:gd name="connsiteX15414" fmla="*/ 1551718 w 3114960"/>
              <a:gd name="connsiteY15414" fmla="*/ 4668107 h 5143785"/>
              <a:gd name="connsiteX15415" fmla="*/ 1540097 w 3114960"/>
              <a:gd name="connsiteY15415" fmla="*/ 4668107 h 5143785"/>
              <a:gd name="connsiteX15416" fmla="*/ 1521047 w 3114960"/>
              <a:gd name="connsiteY15416" fmla="*/ 4688396 h 5143785"/>
              <a:gd name="connsiteX15417" fmla="*/ 1318165 w 3114960"/>
              <a:gd name="connsiteY15417" fmla="*/ 4687824 h 5143785"/>
              <a:gd name="connsiteX15418" fmla="*/ 1290923 w 3114960"/>
              <a:gd name="connsiteY15418" fmla="*/ 4654868 h 5143785"/>
              <a:gd name="connsiteX15419" fmla="*/ 1293495 w 3114960"/>
              <a:gd name="connsiteY15419" fmla="*/ 4651439 h 5143785"/>
              <a:gd name="connsiteX15420" fmla="*/ 1294067 w 3114960"/>
              <a:gd name="connsiteY15420" fmla="*/ 4641819 h 5143785"/>
              <a:gd name="connsiteX15421" fmla="*/ 1287590 w 3114960"/>
              <a:gd name="connsiteY15421" fmla="*/ 4634579 h 5143785"/>
              <a:gd name="connsiteX15422" fmla="*/ 1277969 w 3114960"/>
              <a:gd name="connsiteY15422" fmla="*/ 4634008 h 5143785"/>
              <a:gd name="connsiteX15423" fmla="*/ 1270254 w 3114960"/>
              <a:gd name="connsiteY15423" fmla="*/ 4650105 h 5143785"/>
              <a:gd name="connsiteX15424" fmla="*/ 1282160 w 3114960"/>
              <a:gd name="connsiteY15424" fmla="*/ 4658582 h 5143785"/>
              <a:gd name="connsiteX15425" fmla="*/ 1286351 w 3114960"/>
              <a:gd name="connsiteY15425" fmla="*/ 4657916 h 5143785"/>
              <a:gd name="connsiteX15426" fmla="*/ 1287018 w 3114960"/>
              <a:gd name="connsiteY15426" fmla="*/ 4657535 h 5143785"/>
              <a:gd name="connsiteX15427" fmla="*/ 1316069 w 3114960"/>
              <a:gd name="connsiteY15427" fmla="*/ 4692587 h 5143785"/>
              <a:gd name="connsiteX15428" fmla="*/ 1522190 w 3114960"/>
              <a:gd name="connsiteY15428" fmla="*/ 4693158 h 5143785"/>
              <a:gd name="connsiteX15429" fmla="*/ 1523238 w 3114960"/>
              <a:gd name="connsiteY15429" fmla="*/ 4693158 h 5143785"/>
              <a:gd name="connsiteX15430" fmla="*/ 1542288 w 3114960"/>
              <a:gd name="connsiteY15430" fmla="*/ 4672870 h 5143785"/>
              <a:gd name="connsiteX15431" fmla="*/ 1551908 w 3114960"/>
              <a:gd name="connsiteY15431" fmla="*/ 4672870 h 5143785"/>
              <a:gd name="connsiteX15432" fmla="*/ 1551908 w 3114960"/>
              <a:gd name="connsiteY15432" fmla="*/ 4675442 h 5143785"/>
              <a:gd name="connsiteX15433" fmla="*/ 1558957 w 3114960"/>
              <a:gd name="connsiteY15433" fmla="*/ 4682490 h 5143785"/>
              <a:gd name="connsiteX15434" fmla="*/ 1568006 w 3114960"/>
              <a:gd name="connsiteY15434" fmla="*/ 4682490 h 5143785"/>
              <a:gd name="connsiteX15435" fmla="*/ 1575054 w 3114960"/>
              <a:gd name="connsiteY15435" fmla="*/ 4675442 h 5143785"/>
              <a:gd name="connsiteX15436" fmla="*/ 1575054 w 3114960"/>
              <a:gd name="connsiteY15436" fmla="*/ 4671822 h 5143785"/>
              <a:gd name="connsiteX15437" fmla="*/ 1685258 w 3114960"/>
              <a:gd name="connsiteY15437" fmla="*/ 4671060 h 5143785"/>
              <a:gd name="connsiteX15438" fmla="*/ 1696307 w 3114960"/>
              <a:gd name="connsiteY15438" fmla="*/ 4680966 h 5143785"/>
              <a:gd name="connsiteX15439" fmla="*/ 1696307 w 3114960"/>
              <a:gd name="connsiteY15439" fmla="*/ 4704303 h 5143785"/>
              <a:gd name="connsiteX15440" fmla="*/ 1696688 w 3114960"/>
              <a:gd name="connsiteY15440" fmla="*/ 4705160 h 5143785"/>
              <a:gd name="connsiteX15441" fmla="*/ 1703070 w 3114960"/>
              <a:gd name="connsiteY15441" fmla="*/ 4711065 h 5143785"/>
              <a:gd name="connsiteX15442" fmla="*/ 1703927 w 3114960"/>
              <a:gd name="connsiteY15442" fmla="*/ 4711351 h 5143785"/>
              <a:gd name="connsiteX15443" fmla="*/ 1726882 w 3114960"/>
              <a:gd name="connsiteY15443" fmla="*/ 4711351 h 5143785"/>
              <a:gd name="connsiteX15444" fmla="*/ 1726882 w 3114960"/>
              <a:gd name="connsiteY15444" fmla="*/ 4745831 h 5143785"/>
              <a:gd name="connsiteX15445" fmla="*/ 1705451 w 3114960"/>
              <a:gd name="connsiteY15445" fmla="*/ 4745831 h 5143785"/>
              <a:gd name="connsiteX15446" fmla="*/ 1699832 w 3114960"/>
              <a:gd name="connsiteY15446" fmla="*/ 4740593 h 5143785"/>
              <a:gd name="connsiteX15447" fmla="*/ 1699832 w 3114960"/>
              <a:gd name="connsiteY15447" fmla="*/ 4717256 h 5143785"/>
              <a:gd name="connsiteX15448" fmla="*/ 1699451 w 3114960"/>
              <a:gd name="connsiteY15448" fmla="*/ 4716399 h 5143785"/>
              <a:gd name="connsiteX15449" fmla="*/ 1687640 w 3114960"/>
              <a:gd name="connsiteY15449" fmla="*/ 4705827 h 5143785"/>
              <a:gd name="connsiteX15450" fmla="*/ 1686878 w 3114960"/>
              <a:gd name="connsiteY15450" fmla="*/ 4705541 h 5143785"/>
              <a:gd name="connsiteX15451" fmla="*/ 1686878 w 3114960"/>
              <a:gd name="connsiteY15451" fmla="*/ 4705541 h 5143785"/>
              <a:gd name="connsiteX15452" fmla="*/ 1575054 w 3114960"/>
              <a:gd name="connsiteY15452" fmla="*/ 4706207 h 5143785"/>
              <a:gd name="connsiteX15453" fmla="*/ 1575054 w 3114960"/>
              <a:gd name="connsiteY15453" fmla="*/ 4701636 h 5143785"/>
              <a:gd name="connsiteX15454" fmla="*/ 1568006 w 3114960"/>
              <a:gd name="connsiteY15454" fmla="*/ 4694587 h 5143785"/>
              <a:gd name="connsiteX15455" fmla="*/ 1558957 w 3114960"/>
              <a:gd name="connsiteY15455" fmla="*/ 4694587 h 5143785"/>
              <a:gd name="connsiteX15456" fmla="*/ 1551908 w 3114960"/>
              <a:gd name="connsiteY15456" fmla="*/ 4701636 h 5143785"/>
              <a:gd name="connsiteX15457" fmla="*/ 1551908 w 3114960"/>
              <a:gd name="connsiteY15457" fmla="*/ 4705255 h 5143785"/>
              <a:gd name="connsiteX15458" fmla="*/ 1532763 w 3114960"/>
              <a:gd name="connsiteY15458" fmla="*/ 4705255 h 5143785"/>
              <a:gd name="connsiteX15459" fmla="*/ 1530382 w 3114960"/>
              <a:gd name="connsiteY15459" fmla="*/ 4707636 h 5143785"/>
              <a:gd name="connsiteX15460" fmla="*/ 1530382 w 3114960"/>
              <a:gd name="connsiteY15460" fmla="*/ 4752213 h 5143785"/>
              <a:gd name="connsiteX15461" fmla="*/ 1517428 w 3114960"/>
              <a:gd name="connsiteY15461" fmla="*/ 4767168 h 5143785"/>
              <a:gd name="connsiteX15462" fmla="*/ 1466469 w 3114960"/>
              <a:gd name="connsiteY15462" fmla="*/ 4767168 h 5143785"/>
              <a:gd name="connsiteX15463" fmla="*/ 1459992 w 3114960"/>
              <a:gd name="connsiteY15463" fmla="*/ 4759452 h 5143785"/>
              <a:gd name="connsiteX15464" fmla="*/ 1446943 w 3114960"/>
              <a:gd name="connsiteY15464" fmla="*/ 4765739 h 5143785"/>
              <a:gd name="connsiteX15465" fmla="*/ 1453229 w 3114960"/>
              <a:gd name="connsiteY15465" fmla="*/ 4778788 h 5143785"/>
              <a:gd name="connsiteX15466" fmla="*/ 1466278 w 3114960"/>
              <a:gd name="connsiteY15466" fmla="*/ 4772502 h 5143785"/>
              <a:gd name="connsiteX15467" fmla="*/ 1466278 w 3114960"/>
              <a:gd name="connsiteY15467" fmla="*/ 4771835 h 5143785"/>
              <a:gd name="connsiteX15468" fmla="*/ 1518380 w 3114960"/>
              <a:gd name="connsiteY15468" fmla="*/ 4771835 h 5143785"/>
              <a:gd name="connsiteX15469" fmla="*/ 1520190 w 3114960"/>
              <a:gd name="connsiteY15469" fmla="*/ 4770978 h 5143785"/>
              <a:gd name="connsiteX15470" fmla="*/ 1534478 w 3114960"/>
              <a:gd name="connsiteY15470" fmla="*/ 4754499 h 5143785"/>
              <a:gd name="connsiteX15471" fmla="*/ 1535049 w 3114960"/>
              <a:gd name="connsiteY15471" fmla="*/ 4752975 h 5143785"/>
              <a:gd name="connsiteX15472" fmla="*/ 1535049 w 3114960"/>
              <a:gd name="connsiteY15472" fmla="*/ 4709922 h 5143785"/>
              <a:gd name="connsiteX15473" fmla="*/ 1551813 w 3114960"/>
              <a:gd name="connsiteY15473" fmla="*/ 4709922 h 5143785"/>
              <a:gd name="connsiteX15474" fmla="*/ 1551813 w 3114960"/>
              <a:gd name="connsiteY15474" fmla="*/ 4710589 h 5143785"/>
              <a:gd name="connsiteX15475" fmla="*/ 1558862 w 3114960"/>
              <a:gd name="connsiteY15475" fmla="*/ 4717637 h 5143785"/>
              <a:gd name="connsiteX15476" fmla="*/ 1567910 w 3114960"/>
              <a:gd name="connsiteY15476" fmla="*/ 4717637 h 5143785"/>
              <a:gd name="connsiteX15477" fmla="*/ 1574959 w 3114960"/>
              <a:gd name="connsiteY15477" fmla="*/ 4710589 h 5143785"/>
              <a:gd name="connsiteX15478" fmla="*/ 1574959 w 3114960"/>
              <a:gd name="connsiteY15478" fmla="*/ 4708494 h 5143785"/>
              <a:gd name="connsiteX15479" fmla="*/ 1686306 w 3114960"/>
              <a:gd name="connsiteY15479" fmla="*/ 4707827 h 5143785"/>
              <a:gd name="connsiteX15480" fmla="*/ 1697355 w 3114960"/>
              <a:gd name="connsiteY15480" fmla="*/ 4717733 h 5143785"/>
              <a:gd name="connsiteX15481" fmla="*/ 1697355 w 3114960"/>
              <a:gd name="connsiteY15481" fmla="*/ 4741069 h 5143785"/>
              <a:gd name="connsiteX15482" fmla="*/ 1697736 w 3114960"/>
              <a:gd name="connsiteY15482" fmla="*/ 4741926 h 5143785"/>
              <a:gd name="connsiteX15483" fmla="*/ 1704118 w 3114960"/>
              <a:gd name="connsiteY15483" fmla="*/ 4747832 h 5143785"/>
              <a:gd name="connsiteX15484" fmla="*/ 1704975 w 3114960"/>
              <a:gd name="connsiteY15484" fmla="*/ 4748118 h 5143785"/>
              <a:gd name="connsiteX15485" fmla="*/ 1726882 w 3114960"/>
              <a:gd name="connsiteY15485" fmla="*/ 4748118 h 5143785"/>
              <a:gd name="connsiteX15486" fmla="*/ 1726882 w 3114960"/>
              <a:gd name="connsiteY15486" fmla="*/ 4808125 h 5143785"/>
              <a:gd name="connsiteX15487" fmla="*/ 1714881 w 3114960"/>
              <a:gd name="connsiteY15487" fmla="*/ 4808125 h 5143785"/>
              <a:gd name="connsiteX15488" fmla="*/ 1708309 w 3114960"/>
              <a:gd name="connsiteY15488" fmla="*/ 4814697 h 5143785"/>
              <a:gd name="connsiteX15489" fmla="*/ 1708309 w 3114960"/>
              <a:gd name="connsiteY15489" fmla="*/ 4819364 h 5143785"/>
              <a:gd name="connsiteX15490" fmla="*/ 1714881 w 3114960"/>
              <a:gd name="connsiteY15490" fmla="*/ 4825937 h 5143785"/>
              <a:gd name="connsiteX15491" fmla="*/ 1725930 w 3114960"/>
              <a:gd name="connsiteY15491" fmla="*/ 4825937 h 5143785"/>
              <a:gd name="connsiteX15492" fmla="*/ 1725930 w 3114960"/>
              <a:gd name="connsiteY15492" fmla="*/ 4952143 h 5143785"/>
              <a:gd name="connsiteX15493" fmla="*/ 1756029 w 3114960"/>
              <a:gd name="connsiteY15493" fmla="*/ 4982909 h 5143785"/>
              <a:gd name="connsiteX15494" fmla="*/ 1755648 w 3114960"/>
              <a:gd name="connsiteY15494" fmla="*/ 5030629 h 5143785"/>
              <a:gd name="connsiteX15495" fmla="*/ 1748409 w 3114960"/>
              <a:gd name="connsiteY15495" fmla="*/ 5035010 h 5143785"/>
              <a:gd name="connsiteX15496" fmla="*/ 1745837 w 3114960"/>
              <a:gd name="connsiteY15496" fmla="*/ 5044345 h 5143785"/>
              <a:gd name="connsiteX15497" fmla="*/ 1750600 w 3114960"/>
              <a:gd name="connsiteY15497" fmla="*/ 5052727 h 5143785"/>
              <a:gd name="connsiteX15498" fmla="*/ 1754886 w 3114960"/>
              <a:gd name="connsiteY15498" fmla="*/ 5054822 h 5143785"/>
              <a:gd name="connsiteX15499" fmla="*/ 1754886 w 3114960"/>
              <a:gd name="connsiteY15499" fmla="*/ 5079969 h 5143785"/>
              <a:gd name="connsiteX15500" fmla="*/ 1745932 w 3114960"/>
              <a:gd name="connsiteY15500" fmla="*/ 5092542 h 5143785"/>
              <a:gd name="connsiteX15501" fmla="*/ 1745932 w 3114960"/>
              <a:gd name="connsiteY15501" fmla="*/ 5143309 h 5143785"/>
              <a:gd name="connsiteX15502" fmla="*/ 1750600 w 3114960"/>
              <a:gd name="connsiteY15502" fmla="*/ 5143309 h 5143785"/>
              <a:gd name="connsiteX15503" fmla="*/ 1750600 w 3114960"/>
              <a:gd name="connsiteY15503" fmla="*/ 5094065 h 5143785"/>
              <a:gd name="connsiteX15504" fmla="*/ 1759649 w 3114960"/>
              <a:gd name="connsiteY15504" fmla="*/ 5081492 h 5143785"/>
              <a:gd name="connsiteX15505" fmla="*/ 1759649 w 3114960"/>
              <a:gd name="connsiteY15505" fmla="*/ 5055299 h 5143785"/>
              <a:gd name="connsiteX15506" fmla="*/ 1759934 w 3114960"/>
              <a:gd name="connsiteY15506" fmla="*/ 5055299 h 5143785"/>
              <a:gd name="connsiteX15507" fmla="*/ 1770888 w 3114960"/>
              <a:gd name="connsiteY15507" fmla="*/ 5041106 h 5143785"/>
              <a:gd name="connsiteX15508" fmla="*/ 1760315 w 3114960"/>
              <a:gd name="connsiteY15508" fmla="*/ 5030438 h 5143785"/>
              <a:gd name="connsiteX15509" fmla="*/ 1760696 w 3114960"/>
              <a:gd name="connsiteY15509" fmla="*/ 4980908 h 5143785"/>
              <a:gd name="connsiteX15510" fmla="*/ 1730693 w 3114960"/>
              <a:gd name="connsiteY15510" fmla="*/ 4950047 h 5143785"/>
              <a:gd name="connsiteX15511" fmla="*/ 1730693 w 3114960"/>
              <a:gd name="connsiteY15511" fmla="*/ 4825746 h 5143785"/>
              <a:gd name="connsiteX15512" fmla="*/ 1741551 w 3114960"/>
              <a:gd name="connsiteY15512" fmla="*/ 4825746 h 5143785"/>
              <a:gd name="connsiteX15513" fmla="*/ 1748123 w 3114960"/>
              <a:gd name="connsiteY15513" fmla="*/ 4819174 h 5143785"/>
              <a:gd name="connsiteX15514" fmla="*/ 1748123 w 3114960"/>
              <a:gd name="connsiteY15514" fmla="*/ 4814507 h 5143785"/>
              <a:gd name="connsiteX15515" fmla="*/ 1741551 w 3114960"/>
              <a:gd name="connsiteY15515" fmla="*/ 4807935 h 5143785"/>
              <a:gd name="connsiteX15516" fmla="*/ 1729169 w 3114960"/>
              <a:gd name="connsiteY15516" fmla="*/ 4807935 h 5143785"/>
              <a:gd name="connsiteX15517" fmla="*/ 1729169 w 3114960"/>
              <a:gd name="connsiteY15517" fmla="*/ 4747927 h 5143785"/>
              <a:gd name="connsiteX15518" fmla="*/ 1771460 w 3114960"/>
              <a:gd name="connsiteY15518" fmla="*/ 4747927 h 5143785"/>
              <a:gd name="connsiteX15519" fmla="*/ 1771460 w 3114960"/>
              <a:gd name="connsiteY15519" fmla="*/ 4796695 h 5143785"/>
              <a:gd name="connsiteX15520" fmla="*/ 1766697 w 3114960"/>
              <a:gd name="connsiteY15520" fmla="*/ 4796695 h 5143785"/>
              <a:gd name="connsiteX15521" fmla="*/ 1760792 w 3114960"/>
              <a:gd name="connsiteY15521" fmla="*/ 4802601 h 5143785"/>
              <a:gd name="connsiteX15522" fmla="*/ 1760792 w 3114960"/>
              <a:gd name="connsiteY15522" fmla="*/ 4818221 h 5143785"/>
              <a:gd name="connsiteX15523" fmla="*/ 1766697 w 3114960"/>
              <a:gd name="connsiteY15523" fmla="*/ 4824127 h 5143785"/>
              <a:gd name="connsiteX15524" fmla="*/ 1772126 w 3114960"/>
              <a:gd name="connsiteY15524" fmla="*/ 4824127 h 5143785"/>
              <a:gd name="connsiteX15525" fmla="*/ 1772126 w 3114960"/>
              <a:gd name="connsiteY15525" fmla="*/ 4941570 h 5143785"/>
              <a:gd name="connsiteX15526" fmla="*/ 1802130 w 3114960"/>
              <a:gd name="connsiteY15526" fmla="*/ 4972432 h 5143785"/>
              <a:gd name="connsiteX15527" fmla="*/ 1801844 w 3114960"/>
              <a:gd name="connsiteY15527" fmla="*/ 5068634 h 5143785"/>
              <a:gd name="connsiteX15528" fmla="*/ 1795177 w 3114960"/>
              <a:gd name="connsiteY15528" fmla="*/ 5072920 h 5143785"/>
              <a:gd name="connsiteX15529" fmla="*/ 1792605 w 3114960"/>
              <a:gd name="connsiteY15529" fmla="*/ 5082254 h 5143785"/>
              <a:gd name="connsiteX15530" fmla="*/ 1805178 w 3114960"/>
              <a:gd name="connsiteY15530" fmla="*/ 5093303 h 5143785"/>
              <a:gd name="connsiteX15531" fmla="*/ 1806797 w 3114960"/>
              <a:gd name="connsiteY15531" fmla="*/ 5093208 h 5143785"/>
              <a:gd name="connsiteX15532" fmla="*/ 1817751 w 3114960"/>
              <a:gd name="connsiteY15532" fmla="*/ 5079111 h 5143785"/>
              <a:gd name="connsiteX15533" fmla="*/ 1817751 w 3114960"/>
              <a:gd name="connsiteY15533" fmla="*/ 5079111 h 5143785"/>
              <a:gd name="connsiteX15534" fmla="*/ 1806702 w 3114960"/>
              <a:gd name="connsiteY15534" fmla="*/ 5068443 h 5143785"/>
              <a:gd name="connsiteX15535" fmla="*/ 1806988 w 3114960"/>
              <a:gd name="connsiteY15535" fmla="*/ 4970622 h 5143785"/>
              <a:gd name="connsiteX15536" fmla="*/ 1776984 w 3114960"/>
              <a:gd name="connsiteY15536" fmla="*/ 4939760 h 5143785"/>
              <a:gd name="connsiteX15537" fmla="*/ 1776984 w 3114960"/>
              <a:gd name="connsiteY15537" fmla="*/ 4824222 h 5143785"/>
              <a:gd name="connsiteX15538" fmla="*/ 1782318 w 3114960"/>
              <a:gd name="connsiteY15538" fmla="*/ 4824222 h 5143785"/>
              <a:gd name="connsiteX15539" fmla="*/ 1788224 w 3114960"/>
              <a:gd name="connsiteY15539" fmla="*/ 4818317 h 5143785"/>
              <a:gd name="connsiteX15540" fmla="*/ 1788224 w 3114960"/>
              <a:gd name="connsiteY15540" fmla="*/ 4802696 h 5143785"/>
              <a:gd name="connsiteX15541" fmla="*/ 1782318 w 3114960"/>
              <a:gd name="connsiteY15541" fmla="*/ 4796790 h 5143785"/>
              <a:gd name="connsiteX15542" fmla="*/ 1778699 w 3114960"/>
              <a:gd name="connsiteY15542" fmla="*/ 4796790 h 5143785"/>
              <a:gd name="connsiteX15543" fmla="*/ 1778699 w 3114960"/>
              <a:gd name="connsiteY15543" fmla="*/ 4748022 h 5143785"/>
              <a:gd name="connsiteX15544" fmla="*/ 1812512 w 3114960"/>
              <a:gd name="connsiteY15544" fmla="*/ 4748022 h 5143785"/>
              <a:gd name="connsiteX15545" fmla="*/ 1820894 w 3114960"/>
              <a:gd name="connsiteY15545" fmla="*/ 4756976 h 5143785"/>
              <a:gd name="connsiteX15546" fmla="*/ 1821085 w 3114960"/>
              <a:gd name="connsiteY15546" fmla="*/ 4808125 h 5143785"/>
              <a:gd name="connsiteX15547" fmla="*/ 1809369 w 3114960"/>
              <a:gd name="connsiteY15547" fmla="*/ 4808125 h 5143785"/>
              <a:gd name="connsiteX15548" fmla="*/ 1802797 w 3114960"/>
              <a:gd name="connsiteY15548" fmla="*/ 4814697 h 5143785"/>
              <a:gd name="connsiteX15549" fmla="*/ 1802797 w 3114960"/>
              <a:gd name="connsiteY15549" fmla="*/ 4819174 h 5143785"/>
              <a:gd name="connsiteX15550" fmla="*/ 1809369 w 3114960"/>
              <a:gd name="connsiteY15550" fmla="*/ 4825746 h 5143785"/>
              <a:gd name="connsiteX15551" fmla="*/ 1820418 w 3114960"/>
              <a:gd name="connsiteY15551" fmla="*/ 4825746 h 5143785"/>
              <a:gd name="connsiteX15552" fmla="*/ 1820418 w 3114960"/>
              <a:gd name="connsiteY15552" fmla="*/ 4938713 h 5143785"/>
              <a:gd name="connsiteX15553" fmla="*/ 1850422 w 3114960"/>
              <a:gd name="connsiteY15553" fmla="*/ 4967288 h 5143785"/>
              <a:gd name="connsiteX15554" fmla="*/ 1850136 w 3114960"/>
              <a:gd name="connsiteY15554" fmla="*/ 5101209 h 5143785"/>
              <a:gd name="connsiteX15555" fmla="*/ 1844993 w 3114960"/>
              <a:gd name="connsiteY15555" fmla="*/ 5101209 h 5143785"/>
              <a:gd name="connsiteX15556" fmla="*/ 1841468 w 3114960"/>
              <a:gd name="connsiteY15556" fmla="*/ 5104733 h 5143785"/>
              <a:gd name="connsiteX15557" fmla="*/ 1841468 w 3114960"/>
              <a:gd name="connsiteY15557" fmla="*/ 5120354 h 5143785"/>
              <a:gd name="connsiteX15558" fmla="*/ 1844993 w 3114960"/>
              <a:gd name="connsiteY15558" fmla="*/ 5123879 h 5143785"/>
              <a:gd name="connsiteX15559" fmla="*/ 1860614 w 3114960"/>
              <a:gd name="connsiteY15559" fmla="*/ 5123879 h 5143785"/>
              <a:gd name="connsiteX15560" fmla="*/ 1864138 w 3114960"/>
              <a:gd name="connsiteY15560" fmla="*/ 5120354 h 5143785"/>
              <a:gd name="connsiteX15561" fmla="*/ 1864138 w 3114960"/>
              <a:gd name="connsiteY15561" fmla="*/ 5104733 h 5143785"/>
              <a:gd name="connsiteX15562" fmla="*/ 1860614 w 3114960"/>
              <a:gd name="connsiteY15562" fmla="*/ 5101209 h 5143785"/>
              <a:gd name="connsiteX15563" fmla="*/ 1854899 w 3114960"/>
              <a:gd name="connsiteY15563" fmla="*/ 5101209 h 5143785"/>
              <a:gd name="connsiteX15564" fmla="*/ 1855184 w 3114960"/>
              <a:gd name="connsiteY15564" fmla="*/ 4966335 h 5143785"/>
              <a:gd name="connsiteX15565" fmla="*/ 1855184 w 3114960"/>
              <a:gd name="connsiteY15565" fmla="*/ 4965288 h 5143785"/>
              <a:gd name="connsiteX15566" fmla="*/ 1825181 w 3114960"/>
              <a:gd name="connsiteY15566" fmla="*/ 4936713 h 5143785"/>
              <a:gd name="connsiteX15567" fmla="*/ 1825181 w 3114960"/>
              <a:gd name="connsiteY15567" fmla="*/ 4825842 h 5143785"/>
              <a:gd name="connsiteX15568" fmla="*/ 1836230 w 3114960"/>
              <a:gd name="connsiteY15568" fmla="*/ 4825842 h 5143785"/>
              <a:gd name="connsiteX15569" fmla="*/ 1842802 w 3114960"/>
              <a:gd name="connsiteY15569" fmla="*/ 4819269 h 5143785"/>
              <a:gd name="connsiteX15570" fmla="*/ 1842802 w 3114960"/>
              <a:gd name="connsiteY15570" fmla="*/ 4814793 h 5143785"/>
              <a:gd name="connsiteX15571" fmla="*/ 1836230 w 3114960"/>
              <a:gd name="connsiteY15571" fmla="*/ 4808220 h 5143785"/>
              <a:gd name="connsiteX15572" fmla="*/ 1823561 w 3114960"/>
              <a:gd name="connsiteY15572" fmla="*/ 4808220 h 5143785"/>
              <a:gd name="connsiteX15573" fmla="*/ 1823371 w 3114960"/>
              <a:gd name="connsiteY15573" fmla="*/ 4756595 h 5143785"/>
              <a:gd name="connsiteX15574" fmla="*/ 1823085 w 3114960"/>
              <a:gd name="connsiteY15574" fmla="*/ 4755737 h 5143785"/>
              <a:gd name="connsiteX15575" fmla="*/ 1813941 w 3114960"/>
              <a:gd name="connsiteY15575" fmla="*/ 4746022 h 5143785"/>
              <a:gd name="connsiteX15576" fmla="*/ 1813084 w 3114960"/>
              <a:gd name="connsiteY15576" fmla="*/ 4745641 h 5143785"/>
              <a:gd name="connsiteX15577" fmla="*/ 1778794 w 3114960"/>
              <a:gd name="connsiteY15577" fmla="*/ 4745641 h 5143785"/>
              <a:gd name="connsiteX15578" fmla="*/ 1778794 w 3114960"/>
              <a:gd name="connsiteY15578" fmla="*/ 4711446 h 5143785"/>
              <a:gd name="connsiteX15579" fmla="*/ 1969484 w 3114960"/>
              <a:gd name="connsiteY15579" fmla="*/ 4711922 h 5143785"/>
              <a:gd name="connsiteX15580" fmla="*/ 2169700 w 3114960"/>
              <a:gd name="connsiteY15580" fmla="*/ 4598004 h 5143785"/>
              <a:gd name="connsiteX15581" fmla="*/ 2174272 w 3114960"/>
              <a:gd name="connsiteY15581" fmla="*/ 4594098 h 5143785"/>
              <a:gd name="connsiteX15582" fmla="*/ 2180273 w 3114960"/>
              <a:gd name="connsiteY15582" fmla="*/ 4594479 h 5143785"/>
              <a:gd name="connsiteX15583" fmla="*/ 2183797 w 3114960"/>
              <a:gd name="connsiteY15583" fmla="*/ 4605052 h 5143785"/>
              <a:gd name="connsiteX15584" fmla="*/ 2179225 w 3114960"/>
              <a:gd name="connsiteY15584" fmla="*/ 4608957 h 5143785"/>
              <a:gd name="connsiteX15585" fmla="*/ 2173224 w 3114960"/>
              <a:gd name="connsiteY15585" fmla="*/ 4608576 h 5143785"/>
              <a:gd name="connsiteX15586" fmla="*/ 2169319 w 3114960"/>
              <a:gd name="connsiteY15586" fmla="*/ 4604004 h 5143785"/>
              <a:gd name="connsiteX15587" fmla="*/ 2169700 w 3114960"/>
              <a:gd name="connsiteY15587" fmla="*/ 4598004 h 5143785"/>
              <a:gd name="connsiteX15588" fmla="*/ 1977962 w 3114960"/>
              <a:gd name="connsiteY15588" fmla="*/ 4703445 h 5143785"/>
              <a:gd name="connsiteX15589" fmla="*/ 1980819 w 3114960"/>
              <a:gd name="connsiteY15589" fmla="*/ 4702874 h 5143785"/>
              <a:gd name="connsiteX15590" fmla="*/ 1988153 w 3114960"/>
              <a:gd name="connsiteY15590" fmla="*/ 4707922 h 5143785"/>
              <a:gd name="connsiteX15591" fmla="*/ 1983677 w 3114960"/>
              <a:gd name="connsiteY15591" fmla="*/ 4718114 h 5143785"/>
              <a:gd name="connsiteX15592" fmla="*/ 1973485 w 3114960"/>
              <a:gd name="connsiteY15592" fmla="*/ 4713637 h 5143785"/>
              <a:gd name="connsiteX15593" fmla="*/ 1977962 w 3114960"/>
              <a:gd name="connsiteY15593" fmla="*/ 4703445 h 5143785"/>
              <a:gd name="connsiteX15594" fmla="*/ 2180082 w 3114960"/>
              <a:gd name="connsiteY15594" fmla="*/ 4546378 h 5143785"/>
              <a:gd name="connsiteX15595" fmla="*/ 2187131 w 3114960"/>
              <a:gd name="connsiteY15595" fmla="*/ 4541996 h 5143785"/>
              <a:gd name="connsiteX15596" fmla="*/ 2190655 w 3114960"/>
              <a:gd name="connsiteY15596" fmla="*/ 4542854 h 5143785"/>
              <a:gd name="connsiteX15597" fmla="*/ 2194560 w 3114960"/>
              <a:gd name="connsiteY15597" fmla="*/ 4547426 h 5143785"/>
              <a:gd name="connsiteX15598" fmla="*/ 2194179 w 3114960"/>
              <a:gd name="connsiteY15598" fmla="*/ 4553427 h 5143785"/>
              <a:gd name="connsiteX15599" fmla="*/ 2189607 w 3114960"/>
              <a:gd name="connsiteY15599" fmla="*/ 4557332 h 5143785"/>
              <a:gd name="connsiteX15600" fmla="*/ 2183606 w 3114960"/>
              <a:gd name="connsiteY15600" fmla="*/ 4556951 h 5143785"/>
              <a:gd name="connsiteX15601" fmla="*/ 2179701 w 3114960"/>
              <a:gd name="connsiteY15601" fmla="*/ 4552379 h 5143785"/>
              <a:gd name="connsiteX15602" fmla="*/ 2180082 w 3114960"/>
              <a:gd name="connsiteY15602" fmla="*/ 4546378 h 5143785"/>
              <a:gd name="connsiteX15603" fmla="*/ 1302925 w 3114960"/>
              <a:gd name="connsiteY15603" fmla="*/ 4233577 h 5143785"/>
              <a:gd name="connsiteX15604" fmla="*/ 1297686 w 3114960"/>
              <a:gd name="connsiteY15604" fmla="*/ 4220718 h 5143785"/>
              <a:gd name="connsiteX15605" fmla="*/ 1303020 w 3114960"/>
              <a:gd name="connsiteY15605" fmla="*/ 4215479 h 5143785"/>
              <a:gd name="connsiteX15606" fmla="*/ 1306735 w 3114960"/>
              <a:gd name="connsiteY15606" fmla="*/ 4214718 h 5143785"/>
              <a:gd name="connsiteX15607" fmla="*/ 1310545 w 3114960"/>
              <a:gd name="connsiteY15607" fmla="*/ 4215479 h 5143785"/>
              <a:gd name="connsiteX15608" fmla="*/ 1315784 w 3114960"/>
              <a:gd name="connsiteY15608" fmla="*/ 4228243 h 5143785"/>
              <a:gd name="connsiteX15609" fmla="*/ 1310450 w 3114960"/>
              <a:gd name="connsiteY15609" fmla="*/ 4233482 h 5143785"/>
              <a:gd name="connsiteX15610" fmla="*/ 1302925 w 3114960"/>
              <a:gd name="connsiteY15610" fmla="*/ 4233482 h 5143785"/>
              <a:gd name="connsiteX15611" fmla="*/ 372713 w 3114960"/>
              <a:gd name="connsiteY15611" fmla="*/ 4530186 h 5143785"/>
              <a:gd name="connsiteX15612" fmla="*/ 364331 w 3114960"/>
              <a:gd name="connsiteY15612" fmla="*/ 4530567 h 5143785"/>
              <a:gd name="connsiteX15613" fmla="*/ 362426 w 3114960"/>
              <a:gd name="connsiteY15613" fmla="*/ 4526471 h 5143785"/>
              <a:gd name="connsiteX15614" fmla="*/ 363950 w 3114960"/>
              <a:gd name="connsiteY15614" fmla="*/ 4522185 h 5143785"/>
              <a:gd name="connsiteX15615" fmla="*/ 368046 w 3114960"/>
              <a:gd name="connsiteY15615" fmla="*/ 4520279 h 5143785"/>
              <a:gd name="connsiteX15616" fmla="*/ 368332 w 3114960"/>
              <a:gd name="connsiteY15616" fmla="*/ 4520279 h 5143785"/>
              <a:gd name="connsiteX15617" fmla="*/ 372332 w 3114960"/>
              <a:gd name="connsiteY15617" fmla="*/ 4521804 h 5143785"/>
              <a:gd name="connsiteX15618" fmla="*/ 374237 w 3114960"/>
              <a:gd name="connsiteY15618" fmla="*/ 4525899 h 5143785"/>
              <a:gd name="connsiteX15619" fmla="*/ 372713 w 3114960"/>
              <a:gd name="connsiteY15619" fmla="*/ 4530186 h 5143785"/>
              <a:gd name="connsiteX15620" fmla="*/ 714756 w 3114960"/>
              <a:gd name="connsiteY15620" fmla="*/ 4505992 h 5143785"/>
              <a:gd name="connsiteX15621" fmla="*/ 714756 w 3114960"/>
              <a:gd name="connsiteY15621" fmla="*/ 4505992 h 5143785"/>
              <a:gd name="connsiteX15622" fmla="*/ 708279 w 3114960"/>
              <a:gd name="connsiteY15622" fmla="*/ 4503230 h 5143785"/>
              <a:gd name="connsiteX15623" fmla="*/ 705612 w 3114960"/>
              <a:gd name="connsiteY15623" fmla="*/ 4496657 h 5143785"/>
              <a:gd name="connsiteX15624" fmla="*/ 714851 w 3114960"/>
              <a:gd name="connsiteY15624" fmla="*/ 4487418 h 5143785"/>
              <a:gd name="connsiteX15625" fmla="*/ 714851 w 3114960"/>
              <a:gd name="connsiteY15625" fmla="*/ 4487418 h 5143785"/>
              <a:gd name="connsiteX15626" fmla="*/ 721424 w 3114960"/>
              <a:gd name="connsiteY15626" fmla="*/ 4490180 h 5143785"/>
              <a:gd name="connsiteX15627" fmla="*/ 724091 w 3114960"/>
              <a:gd name="connsiteY15627" fmla="*/ 4496753 h 5143785"/>
              <a:gd name="connsiteX15628" fmla="*/ 714851 w 3114960"/>
              <a:gd name="connsiteY15628" fmla="*/ 4505992 h 5143785"/>
              <a:gd name="connsiteX15629" fmla="*/ 960787 w 3114960"/>
              <a:gd name="connsiteY15629" fmla="*/ 4474845 h 5143785"/>
              <a:gd name="connsiteX15630" fmla="*/ 988695 w 3114960"/>
              <a:gd name="connsiteY15630" fmla="*/ 4447032 h 5143785"/>
              <a:gd name="connsiteX15631" fmla="*/ 1016508 w 3114960"/>
              <a:gd name="connsiteY15631" fmla="*/ 4474940 h 5143785"/>
              <a:gd name="connsiteX15632" fmla="*/ 988600 w 3114960"/>
              <a:gd name="connsiteY15632" fmla="*/ 4502658 h 5143785"/>
              <a:gd name="connsiteX15633" fmla="*/ 960787 w 3114960"/>
              <a:gd name="connsiteY15633" fmla="*/ 4474750 h 5143785"/>
              <a:gd name="connsiteX15634" fmla="*/ 1062514 w 3114960"/>
              <a:gd name="connsiteY15634" fmla="*/ 4618101 h 5143785"/>
              <a:gd name="connsiteX15635" fmla="*/ 1059275 w 3114960"/>
              <a:gd name="connsiteY15635" fmla="*/ 4618101 h 5143785"/>
              <a:gd name="connsiteX15636" fmla="*/ 1059275 w 3114960"/>
              <a:gd name="connsiteY15636" fmla="*/ 4604671 h 5143785"/>
              <a:gd name="connsiteX15637" fmla="*/ 1062514 w 3114960"/>
              <a:gd name="connsiteY15637" fmla="*/ 4604671 h 5143785"/>
              <a:gd name="connsiteX15638" fmla="*/ 1062514 w 3114960"/>
              <a:gd name="connsiteY15638" fmla="*/ 4618101 h 5143785"/>
              <a:gd name="connsiteX15639" fmla="*/ 1120045 w 3114960"/>
              <a:gd name="connsiteY15639" fmla="*/ 4532948 h 5143785"/>
              <a:gd name="connsiteX15640" fmla="*/ 1118711 w 3114960"/>
              <a:gd name="connsiteY15640" fmla="*/ 4532948 h 5143785"/>
              <a:gd name="connsiteX15641" fmla="*/ 1116330 w 3114960"/>
              <a:gd name="connsiteY15641" fmla="*/ 4535329 h 5143785"/>
              <a:gd name="connsiteX15642" fmla="*/ 1116330 w 3114960"/>
              <a:gd name="connsiteY15642" fmla="*/ 4542092 h 5143785"/>
              <a:gd name="connsiteX15643" fmla="*/ 1073849 w 3114960"/>
              <a:gd name="connsiteY15643" fmla="*/ 4542092 h 5143785"/>
              <a:gd name="connsiteX15644" fmla="*/ 1063085 w 3114960"/>
              <a:gd name="connsiteY15644" fmla="*/ 4552855 h 5143785"/>
              <a:gd name="connsiteX15645" fmla="*/ 1073849 w 3114960"/>
              <a:gd name="connsiteY15645" fmla="*/ 4563618 h 5143785"/>
              <a:gd name="connsiteX15646" fmla="*/ 1111853 w 3114960"/>
              <a:gd name="connsiteY15646" fmla="*/ 4563618 h 5143785"/>
              <a:gd name="connsiteX15647" fmla="*/ 1117854 w 3114960"/>
              <a:gd name="connsiteY15647" fmla="*/ 4569619 h 5143785"/>
              <a:gd name="connsiteX15648" fmla="*/ 1111853 w 3114960"/>
              <a:gd name="connsiteY15648" fmla="*/ 4575620 h 5143785"/>
              <a:gd name="connsiteX15649" fmla="*/ 1073849 w 3114960"/>
              <a:gd name="connsiteY15649" fmla="*/ 4575620 h 5143785"/>
              <a:gd name="connsiteX15650" fmla="*/ 1063085 w 3114960"/>
              <a:gd name="connsiteY15650" fmla="*/ 4586383 h 5143785"/>
              <a:gd name="connsiteX15651" fmla="*/ 1073849 w 3114960"/>
              <a:gd name="connsiteY15651" fmla="*/ 4597146 h 5143785"/>
              <a:gd name="connsiteX15652" fmla="*/ 1111853 w 3114960"/>
              <a:gd name="connsiteY15652" fmla="*/ 4597146 h 5143785"/>
              <a:gd name="connsiteX15653" fmla="*/ 1117854 w 3114960"/>
              <a:gd name="connsiteY15653" fmla="*/ 4603147 h 5143785"/>
              <a:gd name="connsiteX15654" fmla="*/ 1111853 w 3114960"/>
              <a:gd name="connsiteY15654" fmla="*/ 4609148 h 5143785"/>
              <a:gd name="connsiteX15655" fmla="*/ 1067276 w 3114960"/>
              <a:gd name="connsiteY15655" fmla="*/ 4609148 h 5143785"/>
              <a:gd name="connsiteX15656" fmla="*/ 1067276 w 3114960"/>
              <a:gd name="connsiteY15656" fmla="*/ 4602480 h 5143785"/>
              <a:gd name="connsiteX15657" fmla="*/ 1064895 w 3114960"/>
              <a:gd name="connsiteY15657" fmla="*/ 4600099 h 5143785"/>
              <a:gd name="connsiteX15658" fmla="*/ 1056894 w 3114960"/>
              <a:gd name="connsiteY15658" fmla="*/ 4600099 h 5143785"/>
              <a:gd name="connsiteX15659" fmla="*/ 1054513 w 3114960"/>
              <a:gd name="connsiteY15659" fmla="*/ 4602480 h 5143785"/>
              <a:gd name="connsiteX15660" fmla="*/ 1054513 w 3114960"/>
              <a:gd name="connsiteY15660" fmla="*/ 4608386 h 5143785"/>
              <a:gd name="connsiteX15661" fmla="*/ 1018794 w 3114960"/>
              <a:gd name="connsiteY15661" fmla="*/ 4608576 h 5143785"/>
              <a:gd name="connsiteX15662" fmla="*/ 989076 w 3114960"/>
              <a:gd name="connsiteY15662" fmla="*/ 4574667 h 5143785"/>
              <a:gd name="connsiteX15663" fmla="*/ 989076 w 3114960"/>
              <a:gd name="connsiteY15663" fmla="*/ 4510088 h 5143785"/>
              <a:gd name="connsiteX15664" fmla="*/ 1023176 w 3114960"/>
              <a:gd name="connsiteY15664" fmla="*/ 4479703 h 5143785"/>
              <a:gd name="connsiteX15665" fmla="*/ 1102043 w 3114960"/>
              <a:gd name="connsiteY15665" fmla="*/ 4479989 h 5143785"/>
              <a:gd name="connsiteX15666" fmla="*/ 1120045 w 3114960"/>
              <a:gd name="connsiteY15666" fmla="*/ 4497134 h 5143785"/>
              <a:gd name="connsiteX15667" fmla="*/ 1120045 w 3114960"/>
              <a:gd name="connsiteY15667" fmla="*/ 4533138 h 5143785"/>
              <a:gd name="connsiteX15668" fmla="*/ 1124236 w 3114960"/>
              <a:gd name="connsiteY15668" fmla="*/ 4551140 h 5143785"/>
              <a:gd name="connsiteX15669" fmla="*/ 1120997 w 3114960"/>
              <a:gd name="connsiteY15669" fmla="*/ 4551140 h 5143785"/>
              <a:gd name="connsiteX15670" fmla="*/ 1120997 w 3114960"/>
              <a:gd name="connsiteY15670" fmla="*/ 4537710 h 5143785"/>
              <a:gd name="connsiteX15671" fmla="*/ 1124236 w 3114960"/>
              <a:gd name="connsiteY15671" fmla="*/ 4537710 h 5143785"/>
              <a:gd name="connsiteX15672" fmla="*/ 1124236 w 3114960"/>
              <a:gd name="connsiteY15672" fmla="*/ 4551140 h 5143785"/>
              <a:gd name="connsiteX15673" fmla="*/ 1144619 w 3114960"/>
              <a:gd name="connsiteY15673" fmla="*/ 4551140 h 5143785"/>
              <a:gd name="connsiteX15674" fmla="*/ 1141381 w 3114960"/>
              <a:gd name="connsiteY15674" fmla="*/ 4551140 h 5143785"/>
              <a:gd name="connsiteX15675" fmla="*/ 1141381 w 3114960"/>
              <a:gd name="connsiteY15675" fmla="*/ 4537615 h 5143785"/>
              <a:gd name="connsiteX15676" fmla="*/ 1144619 w 3114960"/>
              <a:gd name="connsiteY15676" fmla="*/ 4537615 h 5143785"/>
              <a:gd name="connsiteX15677" fmla="*/ 1144619 w 3114960"/>
              <a:gd name="connsiteY15677" fmla="*/ 4551140 h 5143785"/>
              <a:gd name="connsiteX15678" fmla="*/ 1206341 w 3114960"/>
              <a:gd name="connsiteY15678" fmla="*/ 4618101 h 5143785"/>
              <a:gd name="connsiteX15679" fmla="*/ 1203103 w 3114960"/>
              <a:gd name="connsiteY15679" fmla="*/ 4618101 h 5143785"/>
              <a:gd name="connsiteX15680" fmla="*/ 1203103 w 3114960"/>
              <a:gd name="connsiteY15680" fmla="*/ 4604576 h 5143785"/>
              <a:gd name="connsiteX15681" fmla="*/ 1206341 w 3114960"/>
              <a:gd name="connsiteY15681" fmla="*/ 4604576 h 5143785"/>
              <a:gd name="connsiteX15682" fmla="*/ 1206341 w 3114960"/>
              <a:gd name="connsiteY15682" fmla="*/ 4618101 h 5143785"/>
              <a:gd name="connsiteX15683" fmla="*/ 1569244 w 3114960"/>
              <a:gd name="connsiteY15683" fmla="*/ 4640199 h 5143785"/>
              <a:gd name="connsiteX15684" fmla="*/ 1566958 w 3114960"/>
              <a:gd name="connsiteY15684" fmla="*/ 4642485 h 5143785"/>
              <a:gd name="connsiteX15685" fmla="*/ 1557909 w 3114960"/>
              <a:gd name="connsiteY15685" fmla="*/ 4642485 h 5143785"/>
              <a:gd name="connsiteX15686" fmla="*/ 1555623 w 3114960"/>
              <a:gd name="connsiteY15686" fmla="*/ 4640199 h 5143785"/>
              <a:gd name="connsiteX15687" fmla="*/ 1555623 w 3114960"/>
              <a:gd name="connsiteY15687" fmla="*/ 4631151 h 5143785"/>
              <a:gd name="connsiteX15688" fmla="*/ 1557909 w 3114960"/>
              <a:gd name="connsiteY15688" fmla="*/ 4628864 h 5143785"/>
              <a:gd name="connsiteX15689" fmla="*/ 1566958 w 3114960"/>
              <a:gd name="connsiteY15689" fmla="*/ 4628864 h 5143785"/>
              <a:gd name="connsiteX15690" fmla="*/ 1569244 w 3114960"/>
              <a:gd name="connsiteY15690" fmla="*/ 4631151 h 5143785"/>
              <a:gd name="connsiteX15691" fmla="*/ 1569244 w 3114960"/>
              <a:gd name="connsiteY15691" fmla="*/ 4640199 h 5143785"/>
              <a:gd name="connsiteX15692" fmla="*/ 1288542 w 3114960"/>
              <a:gd name="connsiteY15692" fmla="*/ 4649438 h 5143785"/>
              <a:gd name="connsiteX15693" fmla="*/ 1284065 w 3114960"/>
              <a:gd name="connsiteY15693" fmla="*/ 4653439 h 5143785"/>
              <a:gd name="connsiteX15694" fmla="*/ 1274064 w 3114960"/>
              <a:gd name="connsiteY15694" fmla="*/ 4648581 h 5143785"/>
              <a:gd name="connsiteX15695" fmla="*/ 1278922 w 3114960"/>
              <a:gd name="connsiteY15695" fmla="*/ 4638580 h 5143785"/>
              <a:gd name="connsiteX15696" fmla="*/ 1281494 w 3114960"/>
              <a:gd name="connsiteY15696" fmla="*/ 4638104 h 5143785"/>
              <a:gd name="connsiteX15697" fmla="*/ 1288923 w 3114960"/>
              <a:gd name="connsiteY15697" fmla="*/ 4643343 h 5143785"/>
              <a:gd name="connsiteX15698" fmla="*/ 1288542 w 3114960"/>
              <a:gd name="connsiteY15698" fmla="*/ 4649343 h 5143785"/>
              <a:gd name="connsiteX15699" fmla="*/ 1569244 w 3114960"/>
              <a:gd name="connsiteY15699" fmla="*/ 4675537 h 5143785"/>
              <a:gd name="connsiteX15700" fmla="*/ 1566958 w 3114960"/>
              <a:gd name="connsiteY15700" fmla="*/ 4677823 h 5143785"/>
              <a:gd name="connsiteX15701" fmla="*/ 1557909 w 3114960"/>
              <a:gd name="connsiteY15701" fmla="*/ 4677823 h 5143785"/>
              <a:gd name="connsiteX15702" fmla="*/ 1555623 w 3114960"/>
              <a:gd name="connsiteY15702" fmla="*/ 4675537 h 5143785"/>
              <a:gd name="connsiteX15703" fmla="*/ 1555623 w 3114960"/>
              <a:gd name="connsiteY15703" fmla="*/ 4666488 h 5143785"/>
              <a:gd name="connsiteX15704" fmla="*/ 1557909 w 3114960"/>
              <a:gd name="connsiteY15704" fmla="*/ 4664202 h 5143785"/>
              <a:gd name="connsiteX15705" fmla="*/ 1566958 w 3114960"/>
              <a:gd name="connsiteY15705" fmla="*/ 4664202 h 5143785"/>
              <a:gd name="connsiteX15706" fmla="*/ 1569244 w 3114960"/>
              <a:gd name="connsiteY15706" fmla="*/ 4666488 h 5143785"/>
              <a:gd name="connsiteX15707" fmla="*/ 1569244 w 3114960"/>
              <a:gd name="connsiteY15707" fmla="*/ 4675537 h 5143785"/>
              <a:gd name="connsiteX15708" fmla="*/ 1569244 w 3114960"/>
              <a:gd name="connsiteY15708" fmla="*/ 4710779 h 5143785"/>
              <a:gd name="connsiteX15709" fmla="*/ 1566958 w 3114960"/>
              <a:gd name="connsiteY15709" fmla="*/ 4713065 h 5143785"/>
              <a:gd name="connsiteX15710" fmla="*/ 1557909 w 3114960"/>
              <a:gd name="connsiteY15710" fmla="*/ 4713065 h 5143785"/>
              <a:gd name="connsiteX15711" fmla="*/ 1555623 w 3114960"/>
              <a:gd name="connsiteY15711" fmla="*/ 4710779 h 5143785"/>
              <a:gd name="connsiteX15712" fmla="*/ 1555623 w 3114960"/>
              <a:gd name="connsiteY15712" fmla="*/ 4701731 h 5143785"/>
              <a:gd name="connsiteX15713" fmla="*/ 1557909 w 3114960"/>
              <a:gd name="connsiteY15713" fmla="*/ 4699445 h 5143785"/>
              <a:gd name="connsiteX15714" fmla="*/ 1566958 w 3114960"/>
              <a:gd name="connsiteY15714" fmla="*/ 4699445 h 5143785"/>
              <a:gd name="connsiteX15715" fmla="*/ 1569244 w 3114960"/>
              <a:gd name="connsiteY15715" fmla="*/ 4701731 h 5143785"/>
              <a:gd name="connsiteX15716" fmla="*/ 1569244 w 3114960"/>
              <a:gd name="connsiteY15716" fmla="*/ 4710779 h 5143785"/>
              <a:gd name="connsiteX15717" fmla="*/ 1757458 w 3114960"/>
              <a:gd name="connsiteY15717" fmla="*/ 5035106 h 5143785"/>
              <a:gd name="connsiteX15718" fmla="*/ 1765268 w 3114960"/>
              <a:gd name="connsiteY15718" fmla="*/ 5041964 h 5143785"/>
              <a:gd name="connsiteX15719" fmla="*/ 1758410 w 3114960"/>
              <a:gd name="connsiteY15719" fmla="*/ 5050727 h 5143785"/>
              <a:gd name="connsiteX15720" fmla="*/ 1752600 w 3114960"/>
              <a:gd name="connsiteY15720" fmla="*/ 5049108 h 5143785"/>
              <a:gd name="connsiteX15721" fmla="*/ 1749647 w 3114960"/>
              <a:gd name="connsiteY15721" fmla="*/ 5043869 h 5143785"/>
              <a:gd name="connsiteX15722" fmla="*/ 1751267 w 3114960"/>
              <a:gd name="connsiteY15722" fmla="*/ 5038058 h 5143785"/>
              <a:gd name="connsiteX15723" fmla="*/ 1756505 w 3114960"/>
              <a:gd name="connsiteY15723" fmla="*/ 5035106 h 5143785"/>
              <a:gd name="connsiteX15724" fmla="*/ 1757458 w 3114960"/>
              <a:gd name="connsiteY15724" fmla="*/ 5035106 h 5143785"/>
              <a:gd name="connsiteX15725" fmla="*/ 1804226 w 3114960"/>
              <a:gd name="connsiteY15725" fmla="*/ 5073206 h 5143785"/>
              <a:gd name="connsiteX15726" fmla="*/ 1812036 w 3114960"/>
              <a:gd name="connsiteY15726" fmla="*/ 5080064 h 5143785"/>
              <a:gd name="connsiteX15727" fmla="*/ 1805178 w 3114960"/>
              <a:gd name="connsiteY15727" fmla="*/ 5088827 h 5143785"/>
              <a:gd name="connsiteX15728" fmla="*/ 1796320 w 3114960"/>
              <a:gd name="connsiteY15728" fmla="*/ 5082064 h 5143785"/>
              <a:gd name="connsiteX15729" fmla="*/ 1797939 w 3114960"/>
              <a:gd name="connsiteY15729" fmla="*/ 5076254 h 5143785"/>
              <a:gd name="connsiteX15730" fmla="*/ 1803178 w 3114960"/>
              <a:gd name="connsiteY15730" fmla="*/ 5073301 h 5143785"/>
              <a:gd name="connsiteX15731" fmla="*/ 1804130 w 3114960"/>
              <a:gd name="connsiteY15731" fmla="*/ 5073301 h 5143785"/>
              <a:gd name="connsiteX15732" fmla="*/ 1742503 w 3114960"/>
              <a:gd name="connsiteY15732" fmla="*/ 4819650 h 5143785"/>
              <a:gd name="connsiteX15733" fmla="*/ 1740694 w 3114960"/>
              <a:gd name="connsiteY15733" fmla="*/ 4821460 h 5143785"/>
              <a:gd name="connsiteX15734" fmla="*/ 1713833 w 3114960"/>
              <a:gd name="connsiteY15734" fmla="*/ 4821460 h 5143785"/>
              <a:gd name="connsiteX15735" fmla="*/ 1712024 w 3114960"/>
              <a:gd name="connsiteY15735" fmla="*/ 4819650 h 5143785"/>
              <a:gd name="connsiteX15736" fmla="*/ 1712024 w 3114960"/>
              <a:gd name="connsiteY15736" fmla="*/ 4818888 h 5143785"/>
              <a:gd name="connsiteX15737" fmla="*/ 1742408 w 3114960"/>
              <a:gd name="connsiteY15737" fmla="*/ 4818888 h 5143785"/>
              <a:gd name="connsiteX15738" fmla="*/ 1742408 w 3114960"/>
              <a:gd name="connsiteY15738" fmla="*/ 4819650 h 5143785"/>
              <a:gd name="connsiteX15739" fmla="*/ 1740694 w 3114960"/>
              <a:gd name="connsiteY15739" fmla="*/ 4813173 h 5143785"/>
              <a:gd name="connsiteX15740" fmla="*/ 1742503 w 3114960"/>
              <a:gd name="connsiteY15740" fmla="*/ 4814983 h 5143785"/>
              <a:gd name="connsiteX15741" fmla="*/ 1742503 w 3114960"/>
              <a:gd name="connsiteY15741" fmla="*/ 4815459 h 5143785"/>
              <a:gd name="connsiteX15742" fmla="*/ 1712119 w 3114960"/>
              <a:gd name="connsiteY15742" fmla="*/ 4815459 h 5143785"/>
              <a:gd name="connsiteX15743" fmla="*/ 1712119 w 3114960"/>
              <a:gd name="connsiteY15743" fmla="*/ 4814983 h 5143785"/>
              <a:gd name="connsiteX15744" fmla="*/ 1713928 w 3114960"/>
              <a:gd name="connsiteY15744" fmla="*/ 4813173 h 5143785"/>
              <a:gd name="connsiteX15745" fmla="*/ 1740789 w 3114960"/>
              <a:gd name="connsiteY15745" fmla="*/ 4813173 h 5143785"/>
              <a:gd name="connsiteX15746" fmla="*/ 1728311 w 3114960"/>
              <a:gd name="connsiteY15746" fmla="*/ 4746022 h 5143785"/>
              <a:gd name="connsiteX15747" fmla="*/ 1728311 w 3114960"/>
              <a:gd name="connsiteY15747" fmla="*/ 4711637 h 5143785"/>
              <a:gd name="connsiteX15748" fmla="*/ 1770698 w 3114960"/>
              <a:gd name="connsiteY15748" fmla="*/ 4711732 h 5143785"/>
              <a:gd name="connsiteX15749" fmla="*/ 1770698 w 3114960"/>
              <a:gd name="connsiteY15749" fmla="*/ 4746022 h 5143785"/>
              <a:gd name="connsiteX15750" fmla="*/ 1728311 w 3114960"/>
              <a:gd name="connsiteY15750" fmla="*/ 4746022 h 5143785"/>
              <a:gd name="connsiteX15751" fmla="*/ 1781461 w 3114960"/>
              <a:gd name="connsiteY15751" fmla="*/ 4801934 h 5143785"/>
              <a:gd name="connsiteX15752" fmla="*/ 1782604 w 3114960"/>
              <a:gd name="connsiteY15752" fmla="*/ 4803077 h 5143785"/>
              <a:gd name="connsiteX15753" fmla="*/ 1782604 w 3114960"/>
              <a:gd name="connsiteY15753" fmla="*/ 4818698 h 5143785"/>
              <a:gd name="connsiteX15754" fmla="*/ 1781461 w 3114960"/>
              <a:gd name="connsiteY15754" fmla="*/ 4819841 h 5143785"/>
              <a:gd name="connsiteX15755" fmla="*/ 1765840 w 3114960"/>
              <a:gd name="connsiteY15755" fmla="*/ 4819841 h 5143785"/>
              <a:gd name="connsiteX15756" fmla="*/ 1764697 w 3114960"/>
              <a:gd name="connsiteY15756" fmla="*/ 4818698 h 5143785"/>
              <a:gd name="connsiteX15757" fmla="*/ 1764697 w 3114960"/>
              <a:gd name="connsiteY15757" fmla="*/ 4803077 h 5143785"/>
              <a:gd name="connsiteX15758" fmla="*/ 1765840 w 3114960"/>
              <a:gd name="connsiteY15758" fmla="*/ 4801934 h 5143785"/>
              <a:gd name="connsiteX15759" fmla="*/ 1781461 w 3114960"/>
              <a:gd name="connsiteY15759" fmla="*/ 4801934 h 5143785"/>
              <a:gd name="connsiteX15760" fmla="*/ 1836992 w 3114960"/>
              <a:gd name="connsiteY15760" fmla="*/ 4819460 h 5143785"/>
              <a:gd name="connsiteX15761" fmla="*/ 1835182 w 3114960"/>
              <a:gd name="connsiteY15761" fmla="*/ 4821270 h 5143785"/>
              <a:gd name="connsiteX15762" fmla="*/ 1808417 w 3114960"/>
              <a:gd name="connsiteY15762" fmla="*/ 4821270 h 5143785"/>
              <a:gd name="connsiteX15763" fmla="*/ 1806607 w 3114960"/>
              <a:gd name="connsiteY15763" fmla="*/ 4819460 h 5143785"/>
              <a:gd name="connsiteX15764" fmla="*/ 1806607 w 3114960"/>
              <a:gd name="connsiteY15764" fmla="*/ 4818793 h 5143785"/>
              <a:gd name="connsiteX15765" fmla="*/ 1836992 w 3114960"/>
              <a:gd name="connsiteY15765" fmla="*/ 4818793 h 5143785"/>
              <a:gd name="connsiteX15766" fmla="*/ 1836992 w 3114960"/>
              <a:gd name="connsiteY15766" fmla="*/ 4819460 h 5143785"/>
              <a:gd name="connsiteX15767" fmla="*/ 1835277 w 3114960"/>
              <a:gd name="connsiteY15767" fmla="*/ 4813269 h 5143785"/>
              <a:gd name="connsiteX15768" fmla="*/ 1837087 w 3114960"/>
              <a:gd name="connsiteY15768" fmla="*/ 4815078 h 5143785"/>
              <a:gd name="connsiteX15769" fmla="*/ 1837087 w 3114960"/>
              <a:gd name="connsiteY15769" fmla="*/ 4815459 h 5143785"/>
              <a:gd name="connsiteX15770" fmla="*/ 1806702 w 3114960"/>
              <a:gd name="connsiteY15770" fmla="*/ 4815459 h 5143785"/>
              <a:gd name="connsiteX15771" fmla="*/ 1806702 w 3114960"/>
              <a:gd name="connsiteY15771" fmla="*/ 4815078 h 5143785"/>
              <a:gd name="connsiteX15772" fmla="*/ 1808512 w 3114960"/>
              <a:gd name="connsiteY15772" fmla="*/ 4813269 h 5143785"/>
              <a:gd name="connsiteX15773" fmla="*/ 1835277 w 3114960"/>
              <a:gd name="connsiteY15773" fmla="*/ 4813269 h 5143785"/>
              <a:gd name="connsiteX15774" fmla="*/ 2936748 w 3114960"/>
              <a:gd name="connsiteY15774" fmla="*/ 5096351 h 5143785"/>
              <a:gd name="connsiteX15775" fmla="*/ 3036284 w 3114960"/>
              <a:gd name="connsiteY15775" fmla="*/ 4970526 h 5143785"/>
              <a:gd name="connsiteX15776" fmla="*/ 3040761 w 3114960"/>
              <a:gd name="connsiteY15776" fmla="*/ 4971479 h 5143785"/>
              <a:gd name="connsiteX15777" fmla="*/ 3046381 w 3114960"/>
              <a:gd name="connsiteY15777" fmla="*/ 4970145 h 5143785"/>
              <a:gd name="connsiteX15778" fmla="*/ 3052001 w 3114960"/>
              <a:gd name="connsiteY15778" fmla="*/ 4953191 h 5143785"/>
              <a:gd name="connsiteX15779" fmla="*/ 3035046 w 3114960"/>
              <a:gd name="connsiteY15779" fmla="*/ 4947571 h 5143785"/>
              <a:gd name="connsiteX15780" fmla="*/ 3028950 w 3114960"/>
              <a:gd name="connsiteY15780" fmla="*/ 4954429 h 5143785"/>
              <a:gd name="connsiteX15781" fmla="*/ 2977705 w 3114960"/>
              <a:gd name="connsiteY15781" fmla="*/ 4954429 h 5143785"/>
              <a:gd name="connsiteX15782" fmla="*/ 2933700 w 3114960"/>
              <a:gd name="connsiteY15782" fmla="*/ 4911757 h 5143785"/>
              <a:gd name="connsiteX15783" fmla="*/ 2933700 w 3114960"/>
              <a:gd name="connsiteY15783" fmla="*/ 4850987 h 5143785"/>
              <a:gd name="connsiteX15784" fmla="*/ 2936938 w 3114960"/>
              <a:gd name="connsiteY15784" fmla="*/ 4849463 h 5143785"/>
              <a:gd name="connsiteX15785" fmla="*/ 2942082 w 3114960"/>
              <a:gd name="connsiteY15785" fmla="*/ 4841653 h 5143785"/>
              <a:gd name="connsiteX15786" fmla="*/ 2940177 w 3114960"/>
              <a:gd name="connsiteY15786" fmla="*/ 4832509 h 5143785"/>
              <a:gd name="connsiteX15787" fmla="*/ 2933510 w 3114960"/>
              <a:gd name="connsiteY15787" fmla="*/ 4827842 h 5143785"/>
              <a:gd name="connsiteX15788" fmla="*/ 2933795 w 3114960"/>
              <a:gd name="connsiteY15788" fmla="*/ 4827842 h 5143785"/>
              <a:gd name="connsiteX15789" fmla="*/ 2933795 w 3114960"/>
              <a:gd name="connsiteY15789" fmla="*/ 4778407 h 5143785"/>
              <a:gd name="connsiteX15790" fmla="*/ 2945035 w 3114960"/>
              <a:gd name="connsiteY15790" fmla="*/ 4778407 h 5143785"/>
              <a:gd name="connsiteX15791" fmla="*/ 2945035 w 3114960"/>
              <a:gd name="connsiteY15791" fmla="*/ 4768692 h 5143785"/>
              <a:gd name="connsiteX15792" fmla="*/ 2933795 w 3114960"/>
              <a:gd name="connsiteY15792" fmla="*/ 4768692 h 5143785"/>
              <a:gd name="connsiteX15793" fmla="*/ 2933795 w 3114960"/>
              <a:gd name="connsiteY15793" fmla="*/ 4720114 h 5143785"/>
              <a:gd name="connsiteX15794" fmla="*/ 2944844 w 3114960"/>
              <a:gd name="connsiteY15794" fmla="*/ 4720114 h 5143785"/>
              <a:gd name="connsiteX15795" fmla="*/ 2944844 w 3114960"/>
              <a:gd name="connsiteY15795" fmla="*/ 4710398 h 5143785"/>
              <a:gd name="connsiteX15796" fmla="*/ 2933700 w 3114960"/>
              <a:gd name="connsiteY15796" fmla="*/ 4710398 h 5143785"/>
              <a:gd name="connsiteX15797" fmla="*/ 2933700 w 3114960"/>
              <a:gd name="connsiteY15797" fmla="*/ 4630198 h 5143785"/>
              <a:gd name="connsiteX15798" fmla="*/ 2944940 w 3114960"/>
              <a:gd name="connsiteY15798" fmla="*/ 4630198 h 5143785"/>
              <a:gd name="connsiteX15799" fmla="*/ 2944940 w 3114960"/>
              <a:gd name="connsiteY15799" fmla="*/ 4620482 h 5143785"/>
              <a:gd name="connsiteX15800" fmla="*/ 2915412 w 3114960"/>
              <a:gd name="connsiteY15800" fmla="*/ 4620482 h 5143785"/>
              <a:gd name="connsiteX15801" fmla="*/ 2915412 w 3114960"/>
              <a:gd name="connsiteY15801" fmla="*/ 4630198 h 5143785"/>
              <a:gd name="connsiteX15802" fmla="*/ 2926556 w 3114960"/>
              <a:gd name="connsiteY15802" fmla="*/ 4630198 h 5143785"/>
              <a:gd name="connsiteX15803" fmla="*/ 2926556 w 3114960"/>
              <a:gd name="connsiteY15803" fmla="*/ 4710398 h 5143785"/>
              <a:gd name="connsiteX15804" fmla="*/ 2915317 w 3114960"/>
              <a:gd name="connsiteY15804" fmla="*/ 4710398 h 5143785"/>
              <a:gd name="connsiteX15805" fmla="*/ 2915317 w 3114960"/>
              <a:gd name="connsiteY15805" fmla="*/ 4720114 h 5143785"/>
              <a:gd name="connsiteX15806" fmla="*/ 2926556 w 3114960"/>
              <a:gd name="connsiteY15806" fmla="*/ 4720114 h 5143785"/>
              <a:gd name="connsiteX15807" fmla="*/ 2926556 w 3114960"/>
              <a:gd name="connsiteY15807" fmla="*/ 4768692 h 5143785"/>
              <a:gd name="connsiteX15808" fmla="*/ 2915412 w 3114960"/>
              <a:gd name="connsiteY15808" fmla="*/ 4768692 h 5143785"/>
              <a:gd name="connsiteX15809" fmla="*/ 2915412 w 3114960"/>
              <a:gd name="connsiteY15809" fmla="*/ 4778407 h 5143785"/>
              <a:gd name="connsiteX15810" fmla="*/ 2926556 w 3114960"/>
              <a:gd name="connsiteY15810" fmla="*/ 4778407 h 5143785"/>
              <a:gd name="connsiteX15811" fmla="*/ 2926556 w 3114960"/>
              <a:gd name="connsiteY15811" fmla="*/ 4827842 h 5143785"/>
              <a:gd name="connsiteX15812" fmla="*/ 2926652 w 3114960"/>
              <a:gd name="connsiteY15812" fmla="*/ 4827842 h 5143785"/>
              <a:gd name="connsiteX15813" fmla="*/ 2918174 w 3114960"/>
              <a:gd name="connsiteY15813" fmla="*/ 4837081 h 5143785"/>
              <a:gd name="connsiteX15814" fmla="*/ 2920079 w 3114960"/>
              <a:gd name="connsiteY15814" fmla="*/ 4846225 h 5143785"/>
              <a:gd name="connsiteX15815" fmla="*/ 2926556 w 3114960"/>
              <a:gd name="connsiteY15815" fmla="*/ 4850797 h 5143785"/>
              <a:gd name="connsiteX15816" fmla="*/ 2926556 w 3114960"/>
              <a:gd name="connsiteY15816" fmla="*/ 4914805 h 5143785"/>
              <a:gd name="connsiteX15817" fmla="*/ 2974848 w 3114960"/>
              <a:gd name="connsiteY15817" fmla="*/ 4961573 h 5143785"/>
              <a:gd name="connsiteX15818" fmla="*/ 3028664 w 3114960"/>
              <a:gd name="connsiteY15818" fmla="*/ 4961573 h 5143785"/>
              <a:gd name="connsiteX15819" fmla="*/ 3029426 w 3114960"/>
              <a:gd name="connsiteY15819" fmla="*/ 4964430 h 5143785"/>
              <a:gd name="connsiteX15820" fmla="*/ 3032188 w 3114960"/>
              <a:gd name="connsiteY15820" fmla="*/ 4967954 h 5143785"/>
              <a:gd name="connsiteX15821" fmla="*/ 2932462 w 3114960"/>
              <a:gd name="connsiteY15821" fmla="*/ 5093970 h 5143785"/>
              <a:gd name="connsiteX15822" fmla="*/ 2931986 w 3114960"/>
              <a:gd name="connsiteY15822" fmla="*/ 5094637 h 5143785"/>
              <a:gd name="connsiteX15823" fmla="*/ 2931986 w 3114960"/>
              <a:gd name="connsiteY15823" fmla="*/ 5143595 h 5143785"/>
              <a:gd name="connsiteX15824" fmla="*/ 2936748 w 3114960"/>
              <a:gd name="connsiteY15824" fmla="*/ 5143595 h 5143785"/>
              <a:gd name="connsiteX15825" fmla="*/ 2936748 w 3114960"/>
              <a:gd name="connsiteY15825" fmla="*/ 5096351 h 5143785"/>
              <a:gd name="connsiteX15826" fmla="*/ 2928747 w 3114960"/>
              <a:gd name="connsiteY15826" fmla="*/ 4846511 h 5143785"/>
              <a:gd name="connsiteX15827" fmla="*/ 2924080 w 3114960"/>
              <a:gd name="connsiteY15827" fmla="*/ 4843463 h 5143785"/>
              <a:gd name="connsiteX15828" fmla="*/ 2922937 w 3114960"/>
              <a:gd name="connsiteY15828" fmla="*/ 4837938 h 5143785"/>
              <a:gd name="connsiteX15829" fmla="*/ 2930176 w 3114960"/>
              <a:gd name="connsiteY15829" fmla="*/ 4831937 h 5143785"/>
              <a:gd name="connsiteX15830" fmla="*/ 2931605 w 3114960"/>
              <a:gd name="connsiteY15830" fmla="*/ 4832033 h 5143785"/>
              <a:gd name="connsiteX15831" fmla="*/ 2936272 w 3114960"/>
              <a:gd name="connsiteY15831" fmla="*/ 4835081 h 5143785"/>
              <a:gd name="connsiteX15832" fmla="*/ 2937415 w 3114960"/>
              <a:gd name="connsiteY15832" fmla="*/ 4840605 h 5143785"/>
              <a:gd name="connsiteX15833" fmla="*/ 2934272 w 3114960"/>
              <a:gd name="connsiteY15833" fmla="*/ 4845368 h 5143785"/>
              <a:gd name="connsiteX15834" fmla="*/ 2928747 w 3114960"/>
              <a:gd name="connsiteY15834" fmla="*/ 4846511 h 5143785"/>
              <a:gd name="connsiteX15835" fmla="*/ 2928747 w 3114960"/>
              <a:gd name="connsiteY15835" fmla="*/ 4846511 h 5143785"/>
              <a:gd name="connsiteX15836" fmla="*/ 3033236 w 3114960"/>
              <a:gd name="connsiteY15836" fmla="*/ 4956239 h 5143785"/>
              <a:gd name="connsiteX15837" fmla="*/ 3037142 w 3114960"/>
              <a:gd name="connsiteY15837" fmla="*/ 4951667 h 5143785"/>
              <a:gd name="connsiteX15838" fmla="*/ 3043142 w 3114960"/>
              <a:gd name="connsiteY15838" fmla="*/ 4951286 h 5143785"/>
              <a:gd name="connsiteX15839" fmla="*/ 3047714 w 3114960"/>
              <a:gd name="connsiteY15839" fmla="*/ 4955191 h 5143785"/>
              <a:gd name="connsiteX15840" fmla="*/ 3048095 w 3114960"/>
              <a:gd name="connsiteY15840" fmla="*/ 4961192 h 5143785"/>
              <a:gd name="connsiteX15841" fmla="*/ 3044190 w 3114960"/>
              <a:gd name="connsiteY15841" fmla="*/ 4965764 h 5143785"/>
              <a:gd name="connsiteX15842" fmla="*/ 3033617 w 3114960"/>
              <a:gd name="connsiteY15842" fmla="*/ 4962240 h 5143785"/>
              <a:gd name="connsiteX15843" fmla="*/ 3033236 w 3114960"/>
              <a:gd name="connsiteY15843" fmla="*/ 4956239 h 5143785"/>
              <a:gd name="connsiteX15844" fmla="*/ 2866549 w 3114960"/>
              <a:gd name="connsiteY15844" fmla="*/ 5143595 h 5143785"/>
              <a:gd name="connsiteX15845" fmla="*/ 2866549 w 3114960"/>
              <a:gd name="connsiteY15845" fmla="*/ 5092446 h 5143785"/>
              <a:gd name="connsiteX15846" fmla="*/ 2766346 w 3114960"/>
              <a:gd name="connsiteY15846" fmla="*/ 4965764 h 5143785"/>
              <a:gd name="connsiteX15847" fmla="*/ 2769108 w 3114960"/>
              <a:gd name="connsiteY15847" fmla="*/ 4962240 h 5143785"/>
              <a:gd name="connsiteX15848" fmla="*/ 2769680 w 3114960"/>
              <a:gd name="connsiteY15848" fmla="*/ 4960144 h 5143785"/>
              <a:gd name="connsiteX15849" fmla="*/ 2828544 w 3114960"/>
              <a:gd name="connsiteY15849" fmla="*/ 4960144 h 5143785"/>
              <a:gd name="connsiteX15850" fmla="*/ 2882551 w 3114960"/>
              <a:gd name="connsiteY15850" fmla="*/ 4908233 h 5143785"/>
              <a:gd name="connsiteX15851" fmla="*/ 2882551 w 3114960"/>
              <a:gd name="connsiteY15851" fmla="*/ 4850797 h 5143785"/>
              <a:gd name="connsiteX15852" fmla="*/ 2890933 w 3114960"/>
              <a:gd name="connsiteY15852" fmla="*/ 4841558 h 5143785"/>
              <a:gd name="connsiteX15853" fmla="*/ 2889028 w 3114960"/>
              <a:gd name="connsiteY15853" fmla="*/ 4832414 h 5143785"/>
              <a:gd name="connsiteX15854" fmla="*/ 2882360 w 3114960"/>
              <a:gd name="connsiteY15854" fmla="*/ 4827746 h 5143785"/>
              <a:gd name="connsiteX15855" fmla="*/ 2882742 w 3114960"/>
              <a:gd name="connsiteY15855" fmla="*/ 4827746 h 5143785"/>
              <a:gd name="connsiteX15856" fmla="*/ 2882742 w 3114960"/>
              <a:gd name="connsiteY15856" fmla="*/ 4815173 h 5143785"/>
              <a:gd name="connsiteX15857" fmla="*/ 2893981 w 3114960"/>
              <a:gd name="connsiteY15857" fmla="*/ 4815173 h 5143785"/>
              <a:gd name="connsiteX15858" fmla="*/ 2893981 w 3114960"/>
              <a:gd name="connsiteY15858" fmla="*/ 4805458 h 5143785"/>
              <a:gd name="connsiteX15859" fmla="*/ 2882742 w 3114960"/>
              <a:gd name="connsiteY15859" fmla="*/ 4805458 h 5143785"/>
              <a:gd name="connsiteX15860" fmla="*/ 2882742 w 3114960"/>
              <a:gd name="connsiteY15860" fmla="*/ 4720019 h 5143785"/>
              <a:gd name="connsiteX15861" fmla="*/ 2893790 w 3114960"/>
              <a:gd name="connsiteY15861" fmla="*/ 4720019 h 5143785"/>
              <a:gd name="connsiteX15862" fmla="*/ 2893790 w 3114960"/>
              <a:gd name="connsiteY15862" fmla="*/ 4710303 h 5143785"/>
              <a:gd name="connsiteX15863" fmla="*/ 2882646 w 3114960"/>
              <a:gd name="connsiteY15863" fmla="*/ 4710303 h 5143785"/>
              <a:gd name="connsiteX15864" fmla="*/ 2882646 w 3114960"/>
              <a:gd name="connsiteY15864" fmla="*/ 4630103 h 5143785"/>
              <a:gd name="connsiteX15865" fmla="*/ 2893886 w 3114960"/>
              <a:gd name="connsiteY15865" fmla="*/ 4630103 h 5143785"/>
              <a:gd name="connsiteX15866" fmla="*/ 2893886 w 3114960"/>
              <a:gd name="connsiteY15866" fmla="*/ 4620387 h 5143785"/>
              <a:gd name="connsiteX15867" fmla="*/ 2864358 w 3114960"/>
              <a:gd name="connsiteY15867" fmla="*/ 4620387 h 5143785"/>
              <a:gd name="connsiteX15868" fmla="*/ 2864358 w 3114960"/>
              <a:gd name="connsiteY15868" fmla="*/ 4630103 h 5143785"/>
              <a:gd name="connsiteX15869" fmla="*/ 2875502 w 3114960"/>
              <a:gd name="connsiteY15869" fmla="*/ 4630103 h 5143785"/>
              <a:gd name="connsiteX15870" fmla="*/ 2875502 w 3114960"/>
              <a:gd name="connsiteY15870" fmla="*/ 4710303 h 5143785"/>
              <a:gd name="connsiteX15871" fmla="*/ 2864263 w 3114960"/>
              <a:gd name="connsiteY15871" fmla="*/ 4710303 h 5143785"/>
              <a:gd name="connsiteX15872" fmla="*/ 2864263 w 3114960"/>
              <a:gd name="connsiteY15872" fmla="*/ 4720019 h 5143785"/>
              <a:gd name="connsiteX15873" fmla="*/ 2875502 w 3114960"/>
              <a:gd name="connsiteY15873" fmla="*/ 4720019 h 5143785"/>
              <a:gd name="connsiteX15874" fmla="*/ 2875502 w 3114960"/>
              <a:gd name="connsiteY15874" fmla="*/ 4805458 h 5143785"/>
              <a:gd name="connsiteX15875" fmla="*/ 2864358 w 3114960"/>
              <a:gd name="connsiteY15875" fmla="*/ 4805458 h 5143785"/>
              <a:gd name="connsiteX15876" fmla="*/ 2864358 w 3114960"/>
              <a:gd name="connsiteY15876" fmla="*/ 4815173 h 5143785"/>
              <a:gd name="connsiteX15877" fmla="*/ 2875598 w 3114960"/>
              <a:gd name="connsiteY15877" fmla="*/ 4815173 h 5143785"/>
              <a:gd name="connsiteX15878" fmla="*/ 2875598 w 3114960"/>
              <a:gd name="connsiteY15878" fmla="*/ 4827746 h 5143785"/>
              <a:gd name="connsiteX15879" fmla="*/ 2867120 w 3114960"/>
              <a:gd name="connsiteY15879" fmla="*/ 4836986 h 5143785"/>
              <a:gd name="connsiteX15880" fmla="*/ 2869025 w 3114960"/>
              <a:gd name="connsiteY15880" fmla="*/ 4846130 h 5143785"/>
              <a:gd name="connsiteX15881" fmla="*/ 2875502 w 3114960"/>
              <a:gd name="connsiteY15881" fmla="*/ 4850702 h 5143785"/>
              <a:gd name="connsiteX15882" fmla="*/ 2875502 w 3114960"/>
              <a:gd name="connsiteY15882" fmla="*/ 4905184 h 5143785"/>
              <a:gd name="connsiteX15883" fmla="*/ 2825687 w 3114960"/>
              <a:gd name="connsiteY15883" fmla="*/ 4953000 h 5143785"/>
              <a:gd name="connsiteX15884" fmla="*/ 2769870 w 3114960"/>
              <a:gd name="connsiteY15884" fmla="*/ 4953000 h 5143785"/>
              <a:gd name="connsiteX15885" fmla="*/ 2763488 w 3114960"/>
              <a:gd name="connsiteY15885" fmla="*/ 4945285 h 5143785"/>
              <a:gd name="connsiteX15886" fmla="*/ 2746534 w 3114960"/>
              <a:gd name="connsiteY15886" fmla="*/ 4950905 h 5143785"/>
              <a:gd name="connsiteX15887" fmla="*/ 2752154 w 3114960"/>
              <a:gd name="connsiteY15887" fmla="*/ 4967859 h 5143785"/>
              <a:gd name="connsiteX15888" fmla="*/ 2757773 w 3114960"/>
              <a:gd name="connsiteY15888" fmla="*/ 4969193 h 5143785"/>
              <a:gd name="connsiteX15889" fmla="*/ 2762250 w 3114960"/>
              <a:gd name="connsiteY15889" fmla="*/ 4968241 h 5143785"/>
              <a:gd name="connsiteX15890" fmla="*/ 2861786 w 3114960"/>
              <a:gd name="connsiteY15890" fmla="*/ 5094065 h 5143785"/>
              <a:gd name="connsiteX15891" fmla="*/ 2861786 w 3114960"/>
              <a:gd name="connsiteY15891" fmla="*/ 5143595 h 5143785"/>
              <a:gd name="connsiteX15892" fmla="*/ 2866549 w 3114960"/>
              <a:gd name="connsiteY15892" fmla="*/ 5143595 h 5143785"/>
              <a:gd name="connsiteX15893" fmla="*/ 2872930 w 3114960"/>
              <a:gd name="connsiteY15893" fmla="*/ 4843463 h 5143785"/>
              <a:gd name="connsiteX15894" fmla="*/ 2871788 w 3114960"/>
              <a:gd name="connsiteY15894" fmla="*/ 4837938 h 5143785"/>
              <a:gd name="connsiteX15895" fmla="*/ 2879027 w 3114960"/>
              <a:gd name="connsiteY15895" fmla="*/ 4831937 h 5143785"/>
              <a:gd name="connsiteX15896" fmla="*/ 2880455 w 3114960"/>
              <a:gd name="connsiteY15896" fmla="*/ 4832033 h 5143785"/>
              <a:gd name="connsiteX15897" fmla="*/ 2885123 w 3114960"/>
              <a:gd name="connsiteY15897" fmla="*/ 4835081 h 5143785"/>
              <a:gd name="connsiteX15898" fmla="*/ 2886266 w 3114960"/>
              <a:gd name="connsiteY15898" fmla="*/ 4840605 h 5143785"/>
              <a:gd name="connsiteX15899" fmla="*/ 2877598 w 3114960"/>
              <a:gd name="connsiteY15899" fmla="*/ 4846511 h 5143785"/>
              <a:gd name="connsiteX15900" fmla="*/ 2877598 w 3114960"/>
              <a:gd name="connsiteY15900" fmla="*/ 4846511 h 5143785"/>
              <a:gd name="connsiteX15901" fmla="*/ 2872930 w 3114960"/>
              <a:gd name="connsiteY15901" fmla="*/ 4843368 h 5143785"/>
              <a:gd name="connsiteX15902" fmla="*/ 2764822 w 3114960"/>
              <a:gd name="connsiteY15902" fmla="*/ 4960049 h 5143785"/>
              <a:gd name="connsiteX15903" fmla="*/ 2754249 w 3114960"/>
              <a:gd name="connsiteY15903" fmla="*/ 4963573 h 5143785"/>
              <a:gd name="connsiteX15904" fmla="*/ 2750344 w 3114960"/>
              <a:gd name="connsiteY15904" fmla="*/ 4959001 h 5143785"/>
              <a:gd name="connsiteX15905" fmla="*/ 2750725 w 3114960"/>
              <a:gd name="connsiteY15905" fmla="*/ 4953000 h 5143785"/>
              <a:gd name="connsiteX15906" fmla="*/ 2755297 w 3114960"/>
              <a:gd name="connsiteY15906" fmla="*/ 4949095 h 5143785"/>
              <a:gd name="connsiteX15907" fmla="*/ 2757773 w 3114960"/>
              <a:gd name="connsiteY15907" fmla="*/ 4948714 h 5143785"/>
              <a:gd name="connsiteX15908" fmla="*/ 2761298 w 3114960"/>
              <a:gd name="connsiteY15908" fmla="*/ 4949571 h 5143785"/>
              <a:gd name="connsiteX15909" fmla="*/ 2764822 w 3114960"/>
              <a:gd name="connsiteY15909" fmla="*/ 4960144 h 5143785"/>
              <a:gd name="connsiteX15910" fmla="*/ 1120712 w 3114960"/>
              <a:gd name="connsiteY15910" fmla="*/ 5143595 h 5143785"/>
              <a:gd name="connsiteX15911" fmla="*/ 1120712 w 3114960"/>
              <a:gd name="connsiteY15911" fmla="*/ 5125498 h 5143785"/>
              <a:gd name="connsiteX15912" fmla="*/ 1107758 w 3114960"/>
              <a:gd name="connsiteY15912" fmla="*/ 5112068 h 5143785"/>
              <a:gd name="connsiteX15913" fmla="*/ 934117 w 3114960"/>
              <a:gd name="connsiteY15913" fmla="*/ 5112068 h 5143785"/>
              <a:gd name="connsiteX15914" fmla="*/ 914972 w 3114960"/>
              <a:gd name="connsiteY15914" fmla="*/ 5089874 h 5143785"/>
              <a:gd name="connsiteX15915" fmla="*/ 790289 w 3114960"/>
              <a:gd name="connsiteY15915" fmla="*/ 5089874 h 5143785"/>
              <a:gd name="connsiteX15916" fmla="*/ 789813 w 3114960"/>
              <a:gd name="connsiteY15916" fmla="*/ 5092160 h 5143785"/>
              <a:gd name="connsiteX15917" fmla="*/ 773906 w 3114960"/>
              <a:gd name="connsiteY15917" fmla="*/ 5098638 h 5143785"/>
              <a:gd name="connsiteX15918" fmla="*/ 767429 w 3114960"/>
              <a:gd name="connsiteY15918" fmla="*/ 5082731 h 5143785"/>
              <a:gd name="connsiteX15919" fmla="*/ 783336 w 3114960"/>
              <a:gd name="connsiteY15919" fmla="*/ 5076254 h 5143785"/>
              <a:gd name="connsiteX15920" fmla="*/ 790289 w 3114960"/>
              <a:gd name="connsiteY15920" fmla="*/ 5085112 h 5143785"/>
              <a:gd name="connsiteX15921" fmla="*/ 917067 w 3114960"/>
              <a:gd name="connsiteY15921" fmla="*/ 5085112 h 5143785"/>
              <a:gd name="connsiteX15922" fmla="*/ 936212 w 3114960"/>
              <a:gd name="connsiteY15922" fmla="*/ 5107305 h 5143785"/>
              <a:gd name="connsiteX15923" fmla="*/ 1109663 w 3114960"/>
              <a:gd name="connsiteY15923" fmla="*/ 5107305 h 5143785"/>
              <a:gd name="connsiteX15924" fmla="*/ 1125379 w 3114960"/>
              <a:gd name="connsiteY15924" fmla="*/ 5123498 h 5143785"/>
              <a:gd name="connsiteX15925" fmla="*/ 1125379 w 3114960"/>
              <a:gd name="connsiteY15925" fmla="*/ 5143595 h 5143785"/>
              <a:gd name="connsiteX15926" fmla="*/ 1120616 w 3114960"/>
              <a:gd name="connsiteY15926" fmla="*/ 5143595 h 5143785"/>
              <a:gd name="connsiteX15927" fmla="*/ 1817942 w 3114960"/>
              <a:gd name="connsiteY15927" fmla="*/ 5143595 h 5143785"/>
              <a:gd name="connsiteX15928" fmla="*/ 1817942 w 3114960"/>
              <a:gd name="connsiteY15928" fmla="*/ 5140833 h 5143785"/>
              <a:gd name="connsiteX15929" fmla="*/ 1828991 w 3114960"/>
              <a:gd name="connsiteY15929" fmla="*/ 5127594 h 5143785"/>
              <a:gd name="connsiteX15930" fmla="*/ 1815560 w 3114960"/>
              <a:gd name="connsiteY15930" fmla="*/ 5114163 h 5143785"/>
              <a:gd name="connsiteX15931" fmla="*/ 1802130 w 3114960"/>
              <a:gd name="connsiteY15931" fmla="*/ 5127594 h 5143785"/>
              <a:gd name="connsiteX15932" fmla="*/ 1813179 w 3114960"/>
              <a:gd name="connsiteY15932" fmla="*/ 5140833 h 5143785"/>
              <a:gd name="connsiteX15933" fmla="*/ 1813179 w 3114960"/>
              <a:gd name="connsiteY15933" fmla="*/ 5143595 h 5143785"/>
              <a:gd name="connsiteX15934" fmla="*/ 1817942 w 3114960"/>
              <a:gd name="connsiteY15934" fmla="*/ 5143595 h 5143785"/>
              <a:gd name="connsiteX15935" fmla="*/ 1806893 w 3114960"/>
              <a:gd name="connsiteY15935" fmla="*/ 5127594 h 5143785"/>
              <a:gd name="connsiteX15936" fmla="*/ 1815560 w 3114960"/>
              <a:gd name="connsiteY15936" fmla="*/ 5118925 h 5143785"/>
              <a:gd name="connsiteX15937" fmla="*/ 1824228 w 3114960"/>
              <a:gd name="connsiteY15937" fmla="*/ 5127594 h 5143785"/>
              <a:gd name="connsiteX15938" fmla="*/ 1815560 w 3114960"/>
              <a:gd name="connsiteY15938" fmla="*/ 5136261 h 5143785"/>
              <a:gd name="connsiteX15939" fmla="*/ 1806893 w 3114960"/>
              <a:gd name="connsiteY15939" fmla="*/ 5127594 h 5143785"/>
              <a:gd name="connsiteX15940" fmla="*/ 1776317 w 3114960"/>
              <a:gd name="connsiteY15940" fmla="*/ 5143595 h 5143785"/>
              <a:gd name="connsiteX15941" fmla="*/ 1776317 w 3114960"/>
              <a:gd name="connsiteY15941" fmla="*/ 5118069 h 5143785"/>
              <a:gd name="connsiteX15942" fmla="*/ 1785842 w 3114960"/>
              <a:gd name="connsiteY15942" fmla="*/ 5106734 h 5143785"/>
              <a:gd name="connsiteX15943" fmla="*/ 1774031 w 3114960"/>
              <a:gd name="connsiteY15943" fmla="*/ 5094923 h 5143785"/>
              <a:gd name="connsiteX15944" fmla="*/ 1762220 w 3114960"/>
              <a:gd name="connsiteY15944" fmla="*/ 5106734 h 5143785"/>
              <a:gd name="connsiteX15945" fmla="*/ 1771555 w 3114960"/>
              <a:gd name="connsiteY15945" fmla="*/ 5118069 h 5143785"/>
              <a:gd name="connsiteX15946" fmla="*/ 1771555 w 3114960"/>
              <a:gd name="connsiteY15946" fmla="*/ 5143595 h 5143785"/>
              <a:gd name="connsiteX15947" fmla="*/ 1776317 w 3114960"/>
              <a:gd name="connsiteY15947" fmla="*/ 5143595 h 5143785"/>
              <a:gd name="connsiteX15948" fmla="*/ 1766983 w 3114960"/>
              <a:gd name="connsiteY15948" fmla="*/ 5106638 h 5143785"/>
              <a:gd name="connsiteX15949" fmla="*/ 1774031 w 3114960"/>
              <a:gd name="connsiteY15949" fmla="*/ 5099590 h 5143785"/>
              <a:gd name="connsiteX15950" fmla="*/ 1781080 w 3114960"/>
              <a:gd name="connsiteY15950" fmla="*/ 5106638 h 5143785"/>
              <a:gd name="connsiteX15951" fmla="*/ 1774031 w 3114960"/>
              <a:gd name="connsiteY15951" fmla="*/ 5113687 h 5143785"/>
              <a:gd name="connsiteX15952" fmla="*/ 1766983 w 3114960"/>
              <a:gd name="connsiteY15952" fmla="*/ 5106638 h 5143785"/>
              <a:gd name="connsiteX15953" fmla="*/ 1961769 w 3114960"/>
              <a:gd name="connsiteY15953" fmla="*/ 4850035 h 5143785"/>
              <a:gd name="connsiteX15954" fmla="*/ 1966341 w 3114960"/>
              <a:gd name="connsiteY15954" fmla="*/ 4849178 h 5143785"/>
              <a:gd name="connsiteX15955" fmla="*/ 1966341 w 3114960"/>
              <a:gd name="connsiteY15955" fmla="*/ 4849178 h 5143785"/>
              <a:gd name="connsiteX15956" fmla="*/ 1973961 w 3114960"/>
              <a:gd name="connsiteY15956" fmla="*/ 4839748 h 5143785"/>
              <a:gd name="connsiteX15957" fmla="*/ 2039493 w 3114960"/>
              <a:gd name="connsiteY15957" fmla="*/ 4839748 h 5143785"/>
              <a:gd name="connsiteX15958" fmla="*/ 2173319 w 3114960"/>
              <a:gd name="connsiteY15958" fmla="*/ 4733925 h 5143785"/>
              <a:gd name="connsiteX15959" fmla="*/ 2183416 w 3114960"/>
              <a:gd name="connsiteY15959" fmla="*/ 4733925 h 5143785"/>
              <a:gd name="connsiteX15960" fmla="*/ 2188559 w 3114960"/>
              <a:gd name="connsiteY15960" fmla="*/ 4740117 h 5143785"/>
              <a:gd name="connsiteX15961" fmla="*/ 2202275 w 3114960"/>
              <a:gd name="connsiteY15961" fmla="*/ 4735545 h 5143785"/>
              <a:gd name="connsiteX15962" fmla="*/ 2197703 w 3114960"/>
              <a:gd name="connsiteY15962" fmla="*/ 4721829 h 5143785"/>
              <a:gd name="connsiteX15963" fmla="*/ 2183987 w 3114960"/>
              <a:gd name="connsiteY15963" fmla="*/ 4726401 h 5143785"/>
              <a:gd name="connsiteX15964" fmla="*/ 2183225 w 3114960"/>
              <a:gd name="connsiteY15964" fmla="*/ 4729163 h 5143785"/>
              <a:gd name="connsiteX15965" fmla="*/ 2171605 w 3114960"/>
              <a:gd name="connsiteY15965" fmla="*/ 4729163 h 5143785"/>
              <a:gd name="connsiteX15966" fmla="*/ 2037778 w 3114960"/>
              <a:gd name="connsiteY15966" fmla="*/ 4834986 h 5143785"/>
              <a:gd name="connsiteX15967" fmla="*/ 1973961 w 3114960"/>
              <a:gd name="connsiteY15967" fmla="*/ 4834986 h 5143785"/>
              <a:gd name="connsiteX15968" fmla="*/ 1973580 w 3114960"/>
              <a:gd name="connsiteY15968" fmla="*/ 4832795 h 5143785"/>
              <a:gd name="connsiteX15969" fmla="*/ 1957292 w 3114960"/>
              <a:gd name="connsiteY15969" fmla="*/ 4825556 h 5143785"/>
              <a:gd name="connsiteX15970" fmla="*/ 1950053 w 3114960"/>
              <a:gd name="connsiteY15970" fmla="*/ 4841844 h 5143785"/>
              <a:gd name="connsiteX15971" fmla="*/ 1961864 w 3114960"/>
              <a:gd name="connsiteY15971" fmla="*/ 4849940 h 5143785"/>
              <a:gd name="connsiteX15972" fmla="*/ 1958912 w 3114960"/>
              <a:gd name="connsiteY15972" fmla="*/ 4830032 h 5143785"/>
              <a:gd name="connsiteX15973" fmla="*/ 1961769 w 3114960"/>
              <a:gd name="connsiteY15973" fmla="*/ 4829461 h 5143785"/>
              <a:gd name="connsiteX15974" fmla="*/ 1969103 w 3114960"/>
              <a:gd name="connsiteY15974" fmla="*/ 4834509 h 5143785"/>
              <a:gd name="connsiteX15975" fmla="*/ 1964627 w 3114960"/>
              <a:gd name="connsiteY15975" fmla="*/ 4844701 h 5143785"/>
              <a:gd name="connsiteX15976" fmla="*/ 1954435 w 3114960"/>
              <a:gd name="connsiteY15976" fmla="*/ 4840224 h 5143785"/>
              <a:gd name="connsiteX15977" fmla="*/ 1958912 w 3114960"/>
              <a:gd name="connsiteY15977" fmla="*/ 4830032 h 5143785"/>
              <a:gd name="connsiteX15978" fmla="*/ 2752820 w 3114960"/>
              <a:gd name="connsiteY15978" fmla="*/ 252698 h 5143785"/>
              <a:gd name="connsiteX15979" fmla="*/ 2752820 w 3114960"/>
              <a:gd name="connsiteY15979" fmla="*/ 267367 h 5143785"/>
              <a:gd name="connsiteX15980" fmla="*/ 2749010 w 3114960"/>
              <a:gd name="connsiteY15980" fmla="*/ 271177 h 5143785"/>
              <a:gd name="connsiteX15981" fmla="*/ 2734342 w 3114960"/>
              <a:gd name="connsiteY15981" fmla="*/ 271177 h 5143785"/>
              <a:gd name="connsiteX15982" fmla="*/ 2730532 w 3114960"/>
              <a:gd name="connsiteY15982" fmla="*/ 267367 h 5143785"/>
              <a:gd name="connsiteX15983" fmla="*/ 2730532 w 3114960"/>
              <a:gd name="connsiteY15983" fmla="*/ 252698 h 5143785"/>
              <a:gd name="connsiteX15984" fmla="*/ 2734342 w 3114960"/>
              <a:gd name="connsiteY15984" fmla="*/ 248888 h 5143785"/>
              <a:gd name="connsiteX15985" fmla="*/ 2749010 w 3114960"/>
              <a:gd name="connsiteY15985" fmla="*/ 248888 h 5143785"/>
              <a:gd name="connsiteX15986" fmla="*/ 2752820 w 3114960"/>
              <a:gd name="connsiteY15986" fmla="*/ 252698 h 5143785"/>
              <a:gd name="connsiteX15987" fmla="*/ 480441 w 3114960"/>
              <a:gd name="connsiteY15987" fmla="*/ 1725740 h 5143785"/>
              <a:gd name="connsiteX15988" fmla="*/ 480441 w 3114960"/>
              <a:gd name="connsiteY15988" fmla="*/ 1677162 h 5143785"/>
              <a:gd name="connsiteX15989" fmla="*/ 489204 w 3114960"/>
              <a:gd name="connsiteY15989" fmla="*/ 1666589 h 5143785"/>
              <a:gd name="connsiteX15990" fmla="*/ 478155 w 3114960"/>
              <a:gd name="connsiteY15990" fmla="*/ 1655540 h 5143785"/>
              <a:gd name="connsiteX15991" fmla="*/ 467011 w 3114960"/>
              <a:gd name="connsiteY15991" fmla="*/ 1666589 h 5143785"/>
              <a:gd name="connsiteX15992" fmla="*/ 475869 w 3114960"/>
              <a:gd name="connsiteY15992" fmla="*/ 1677257 h 5143785"/>
              <a:gd name="connsiteX15993" fmla="*/ 475869 w 3114960"/>
              <a:gd name="connsiteY15993" fmla="*/ 1723835 h 5143785"/>
              <a:gd name="connsiteX15994" fmla="*/ 392906 w 3114960"/>
              <a:gd name="connsiteY15994" fmla="*/ 1811274 h 5143785"/>
              <a:gd name="connsiteX15995" fmla="*/ 389858 w 3114960"/>
              <a:gd name="connsiteY15995" fmla="*/ 1810417 h 5143785"/>
              <a:gd name="connsiteX15996" fmla="*/ 377190 w 3114960"/>
              <a:gd name="connsiteY15996" fmla="*/ 1810417 h 5143785"/>
              <a:gd name="connsiteX15997" fmla="*/ 370332 w 3114960"/>
              <a:gd name="connsiteY15997" fmla="*/ 1817275 h 5143785"/>
              <a:gd name="connsiteX15998" fmla="*/ 370332 w 3114960"/>
              <a:gd name="connsiteY15998" fmla="*/ 1829943 h 5143785"/>
              <a:gd name="connsiteX15999" fmla="*/ 377190 w 3114960"/>
              <a:gd name="connsiteY15999" fmla="*/ 1836801 h 5143785"/>
              <a:gd name="connsiteX16000" fmla="*/ 389858 w 3114960"/>
              <a:gd name="connsiteY16000" fmla="*/ 1836801 h 5143785"/>
              <a:gd name="connsiteX16001" fmla="*/ 396716 w 3114960"/>
              <a:gd name="connsiteY16001" fmla="*/ 1829943 h 5143785"/>
              <a:gd name="connsiteX16002" fmla="*/ 396716 w 3114960"/>
              <a:gd name="connsiteY16002" fmla="*/ 1817275 h 5143785"/>
              <a:gd name="connsiteX16003" fmla="*/ 396240 w 3114960"/>
              <a:gd name="connsiteY16003" fmla="*/ 1814798 h 5143785"/>
              <a:gd name="connsiteX16004" fmla="*/ 479965 w 3114960"/>
              <a:gd name="connsiteY16004" fmla="*/ 1726406 h 5143785"/>
              <a:gd name="connsiteX16005" fmla="*/ 480632 w 3114960"/>
              <a:gd name="connsiteY16005" fmla="*/ 1725740 h 5143785"/>
              <a:gd name="connsiteX16006" fmla="*/ 391763 w 3114960"/>
              <a:gd name="connsiteY16006" fmla="*/ 1829943 h 5143785"/>
              <a:gd name="connsiteX16007" fmla="*/ 389668 w 3114960"/>
              <a:gd name="connsiteY16007" fmla="*/ 1832039 h 5143785"/>
              <a:gd name="connsiteX16008" fmla="*/ 377000 w 3114960"/>
              <a:gd name="connsiteY16008" fmla="*/ 1832039 h 5143785"/>
              <a:gd name="connsiteX16009" fmla="*/ 374904 w 3114960"/>
              <a:gd name="connsiteY16009" fmla="*/ 1829943 h 5143785"/>
              <a:gd name="connsiteX16010" fmla="*/ 374904 w 3114960"/>
              <a:gd name="connsiteY16010" fmla="*/ 1817275 h 5143785"/>
              <a:gd name="connsiteX16011" fmla="*/ 377000 w 3114960"/>
              <a:gd name="connsiteY16011" fmla="*/ 1815179 h 5143785"/>
              <a:gd name="connsiteX16012" fmla="*/ 389668 w 3114960"/>
              <a:gd name="connsiteY16012" fmla="*/ 1815179 h 5143785"/>
              <a:gd name="connsiteX16013" fmla="*/ 391763 w 3114960"/>
              <a:gd name="connsiteY16013" fmla="*/ 1817275 h 5143785"/>
              <a:gd name="connsiteX16014" fmla="*/ 391763 w 3114960"/>
              <a:gd name="connsiteY16014" fmla="*/ 1829943 h 5143785"/>
              <a:gd name="connsiteX16015" fmla="*/ 471678 w 3114960"/>
              <a:gd name="connsiteY16015" fmla="*/ 1666589 h 5143785"/>
              <a:gd name="connsiteX16016" fmla="*/ 478060 w 3114960"/>
              <a:gd name="connsiteY16016" fmla="*/ 1660303 h 5143785"/>
              <a:gd name="connsiteX16017" fmla="*/ 484346 w 3114960"/>
              <a:gd name="connsiteY16017" fmla="*/ 1666589 h 5143785"/>
              <a:gd name="connsiteX16018" fmla="*/ 478060 w 3114960"/>
              <a:gd name="connsiteY16018" fmla="*/ 1672971 h 5143785"/>
              <a:gd name="connsiteX16019" fmla="*/ 471678 w 3114960"/>
              <a:gd name="connsiteY16019" fmla="*/ 1666589 h 5143785"/>
              <a:gd name="connsiteX16020" fmla="*/ 793052 w 3114960"/>
              <a:gd name="connsiteY16020" fmla="*/ 5127879 h 5143785"/>
              <a:gd name="connsiteX16021" fmla="*/ 789337 w 3114960"/>
              <a:gd name="connsiteY16021" fmla="*/ 5120354 h 5143785"/>
              <a:gd name="connsiteX16022" fmla="*/ 768763 w 3114960"/>
              <a:gd name="connsiteY16022" fmla="*/ 5119592 h 5143785"/>
              <a:gd name="connsiteX16023" fmla="*/ 764096 w 3114960"/>
              <a:gd name="connsiteY16023" fmla="*/ 5129689 h 5143785"/>
              <a:gd name="connsiteX16024" fmla="*/ 768001 w 3114960"/>
              <a:gd name="connsiteY16024" fmla="*/ 5140071 h 5143785"/>
              <a:gd name="connsiteX16025" fmla="*/ 772859 w 3114960"/>
              <a:gd name="connsiteY16025" fmla="*/ 5143500 h 5143785"/>
              <a:gd name="connsiteX16026" fmla="*/ 784289 w 3114960"/>
              <a:gd name="connsiteY16026" fmla="*/ 5143500 h 5143785"/>
              <a:gd name="connsiteX16027" fmla="*/ 788575 w 3114960"/>
              <a:gd name="connsiteY16027" fmla="*/ 5140833 h 5143785"/>
              <a:gd name="connsiteX16028" fmla="*/ 792956 w 3114960"/>
              <a:gd name="connsiteY16028" fmla="*/ 5132547 h 5143785"/>
              <a:gd name="connsiteX16029" fmla="*/ 895922 w 3114960"/>
              <a:gd name="connsiteY16029" fmla="*/ 5132547 h 5143785"/>
              <a:gd name="connsiteX16030" fmla="*/ 905351 w 3114960"/>
              <a:gd name="connsiteY16030" fmla="*/ 5143500 h 5143785"/>
              <a:gd name="connsiteX16031" fmla="*/ 911638 w 3114960"/>
              <a:gd name="connsiteY16031" fmla="*/ 5143500 h 5143785"/>
              <a:gd name="connsiteX16032" fmla="*/ 898112 w 3114960"/>
              <a:gd name="connsiteY16032" fmla="*/ 5127784 h 5143785"/>
              <a:gd name="connsiteX16033" fmla="*/ 792956 w 3114960"/>
              <a:gd name="connsiteY16033" fmla="*/ 5127784 h 5143785"/>
              <a:gd name="connsiteX16034" fmla="*/ 785336 w 3114960"/>
              <a:gd name="connsiteY16034" fmla="*/ 5137404 h 5143785"/>
              <a:gd name="connsiteX16035" fmla="*/ 771525 w 3114960"/>
              <a:gd name="connsiteY16035" fmla="*/ 5136928 h 5143785"/>
              <a:gd name="connsiteX16036" fmla="*/ 768953 w 3114960"/>
              <a:gd name="connsiteY16036" fmla="*/ 5129879 h 5143785"/>
              <a:gd name="connsiteX16037" fmla="*/ 772097 w 3114960"/>
              <a:gd name="connsiteY16037" fmla="*/ 5123022 h 5143785"/>
              <a:gd name="connsiteX16038" fmla="*/ 778764 w 3114960"/>
              <a:gd name="connsiteY16038" fmla="*/ 5120450 h 5143785"/>
              <a:gd name="connsiteX16039" fmla="*/ 785908 w 3114960"/>
              <a:gd name="connsiteY16039" fmla="*/ 5123593 h 5143785"/>
              <a:gd name="connsiteX16040" fmla="*/ 788575 w 3114960"/>
              <a:gd name="connsiteY16040" fmla="*/ 5130642 h 5143785"/>
              <a:gd name="connsiteX16041" fmla="*/ 785432 w 3114960"/>
              <a:gd name="connsiteY16041" fmla="*/ 5137499 h 5143785"/>
              <a:gd name="connsiteX16042" fmla="*/ 1690402 w 3114960"/>
              <a:gd name="connsiteY16042" fmla="*/ 5082826 h 5143785"/>
              <a:gd name="connsiteX16043" fmla="*/ 1690402 w 3114960"/>
              <a:gd name="connsiteY16043" fmla="*/ 5067015 h 5143785"/>
              <a:gd name="connsiteX16044" fmla="*/ 1695926 w 3114960"/>
              <a:gd name="connsiteY16044" fmla="*/ 5059585 h 5143785"/>
              <a:gd name="connsiteX16045" fmla="*/ 1691545 w 3114960"/>
              <a:gd name="connsiteY16045" fmla="*/ 5052632 h 5143785"/>
              <a:gd name="connsiteX16046" fmla="*/ 1691545 w 3114960"/>
              <a:gd name="connsiteY16046" fmla="*/ 4790028 h 5143785"/>
              <a:gd name="connsiteX16047" fmla="*/ 1673543 w 3114960"/>
              <a:gd name="connsiteY16047" fmla="*/ 4770120 h 5143785"/>
              <a:gd name="connsiteX16048" fmla="*/ 1627442 w 3114960"/>
              <a:gd name="connsiteY16048" fmla="*/ 4770120 h 5143785"/>
              <a:gd name="connsiteX16049" fmla="*/ 1627442 w 3114960"/>
              <a:gd name="connsiteY16049" fmla="*/ 4763357 h 5143785"/>
              <a:gd name="connsiteX16050" fmla="*/ 1627156 w 3114960"/>
              <a:gd name="connsiteY16050" fmla="*/ 4762595 h 5143785"/>
              <a:gd name="connsiteX16051" fmla="*/ 1608868 w 3114960"/>
              <a:gd name="connsiteY16051" fmla="*/ 4740021 h 5143785"/>
              <a:gd name="connsiteX16052" fmla="*/ 1607915 w 3114960"/>
              <a:gd name="connsiteY16052" fmla="*/ 4739545 h 5143785"/>
              <a:gd name="connsiteX16053" fmla="*/ 1573911 w 3114960"/>
              <a:gd name="connsiteY16053" fmla="*/ 4739545 h 5143785"/>
              <a:gd name="connsiteX16054" fmla="*/ 1573911 w 3114960"/>
              <a:gd name="connsiteY16054" fmla="*/ 4737259 h 5143785"/>
              <a:gd name="connsiteX16055" fmla="*/ 1566863 w 3114960"/>
              <a:gd name="connsiteY16055" fmla="*/ 4730211 h 5143785"/>
              <a:gd name="connsiteX16056" fmla="*/ 1557814 w 3114960"/>
              <a:gd name="connsiteY16056" fmla="*/ 4730211 h 5143785"/>
              <a:gd name="connsiteX16057" fmla="*/ 1550765 w 3114960"/>
              <a:gd name="connsiteY16057" fmla="*/ 4737259 h 5143785"/>
              <a:gd name="connsiteX16058" fmla="*/ 1550765 w 3114960"/>
              <a:gd name="connsiteY16058" fmla="*/ 4746308 h 5143785"/>
              <a:gd name="connsiteX16059" fmla="*/ 1557814 w 3114960"/>
              <a:gd name="connsiteY16059" fmla="*/ 4753356 h 5143785"/>
              <a:gd name="connsiteX16060" fmla="*/ 1559719 w 3114960"/>
              <a:gd name="connsiteY16060" fmla="*/ 4753356 h 5143785"/>
              <a:gd name="connsiteX16061" fmla="*/ 1559719 w 3114960"/>
              <a:gd name="connsiteY16061" fmla="*/ 4782979 h 5143785"/>
              <a:gd name="connsiteX16062" fmla="*/ 1542955 w 3114960"/>
              <a:gd name="connsiteY16062" fmla="*/ 4802791 h 5143785"/>
              <a:gd name="connsiteX16063" fmla="*/ 1463516 w 3114960"/>
              <a:gd name="connsiteY16063" fmla="*/ 4802791 h 5143785"/>
              <a:gd name="connsiteX16064" fmla="*/ 1456753 w 3114960"/>
              <a:gd name="connsiteY16064" fmla="*/ 4793933 h 5143785"/>
              <a:gd name="connsiteX16065" fmla="*/ 1443704 w 3114960"/>
              <a:gd name="connsiteY16065" fmla="*/ 4800219 h 5143785"/>
              <a:gd name="connsiteX16066" fmla="*/ 1449991 w 3114960"/>
              <a:gd name="connsiteY16066" fmla="*/ 4813269 h 5143785"/>
              <a:gd name="connsiteX16067" fmla="*/ 1462754 w 3114960"/>
              <a:gd name="connsiteY16067" fmla="*/ 4807458 h 5143785"/>
              <a:gd name="connsiteX16068" fmla="*/ 1545241 w 3114960"/>
              <a:gd name="connsiteY16068" fmla="*/ 4807458 h 5143785"/>
              <a:gd name="connsiteX16069" fmla="*/ 1564577 w 3114960"/>
              <a:gd name="connsiteY16069" fmla="*/ 4784694 h 5143785"/>
              <a:gd name="connsiteX16070" fmla="*/ 1564577 w 3114960"/>
              <a:gd name="connsiteY16070" fmla="*/ 4753356 h 5143785"/>
              <a:gd name="connsiteX16071" fmla="*/ 1566958 w 3114960"/>
              <a:gd name="connsiteY16071" fmla="*/ 4753356 h 5143785"/>
              <a:gd name="connsiteX16072" fmla="*/ 1574006 w 3114960"/>
              <a:gd name="connsiteY16072" fmla="*/ 4746308 h 5143785"/>
              <a:gd name="connsiteX16073" fmla="*/ 1574006 w 3114960"/>
              <a:gd name="connsiteY16073" fmla="*/ 4741926 h 5143785"/>
              <a:gd name="connsiteX16074" fmla="*/ 1607439 w 3114960"/>
              <a:gd name="connsiteY16074" fmla="*/ 4741926 h 5143785"/>
              <a:gd name="connsiteX16075" fmla="*/ 1625060 w 3114960"/>
              <a:gd name="connsiteY16075" fmla="*/ 4763738 h 5143785"/>
              <a:gd name="connsiteX16076" fmla="*/ 1625060 w 3114960"/>
              <a:gd name="connsiteY16076" fmla="*/ 4770120 h 5143785"/>
              <a:gd name="connsiteX16077" fmla="*/ 1593628 w 3114960"/>
              <a:gd name="connsiteY16077" fmla="*/ 4770120 h 5143785"/>
              <a:gd name="connsiteX16078" fmla="*/ 1576197 w 3114960"/>
              <a:gd name="connsiteY16078" fmla="*/ 4793361 h 5143785"/>
              <a:gd name="connsiteX16079" fmla="*/ 1576197 w 3114960"/>
              <a:gd name="connsiteY16079" fmla="*/ 4826222 h 5143785"/>
              <a:gd name="connsiteX16080" fmla="*/ 1478471 w 3114960"/>
              <a:gd name="connsiteY16080" fmla="*/ 4826222 h 5143785"/>
              <a:gd name="connsiteX16081" fmla="*/ 1444085 w 3114960"/>
              <a:gd name="connsiteY16081" fmla="*/ 4858512 h 5143785"/>
              <a:gd name="connsiteX16082" fmla="*/ 1416653 w 3114960"/>
              <a:gd name="connsiteY16082" fmla="*/ 4858703 h 5143785"/>
              <a:gd name="connsiteX16083" fmla="*/ 1416939 w 3114960"/>
              <a:gd name="connsiteY16083" fmla="*/ 4760214 h 5143785"/>
              <a:gd name="connsiteX16084" fmla="*/ 1441799 w 3114960"/>
              <a:gd name="connsiteY16084" fmla="*/ 4730211 h 5143785"/>
              <a:gd name="connsiteX16085" fmla="*/ 1487805 w 3114960"/>
              <a:gd name="connsiteY16085" fmla="*/ 4730687 h 5143785"/>
              <a:gd name="connsiteX16086" fmla="*/ 1487805 w 3114960"/>
              <a:gd name="connsiteY16086" fmla="*/ 4730401 h 5143785"/>
              <a:gd name="connsiteX16087" fmla="*/ 1495997 w 3114960"/>
              <a:gd name="connsiteY16087" fmla="*/ 4739736 h 5143785"/>
              <a:gd name="connsiteX16088" fmla="*/ 1500188 w 3114960"/>
              <a:gd name="connsiteY16088" fmla="*/ 4740402 h 5143785"/>
              <a:gd name="connsiteX16089" fmla="*/ 1512094 w 3114960"/>
              <a:gd name="connsiteY16089" fmla="*/ 4731925 h 5143785"/>
              <a:gd name="connsiteX16090" fmla="*/ 1511522 w 3114960"/>
              <a:gd name="connsiteY16090" fmla="*/ 4722305 h 5143785"/>
              <a:gd name="connsiteX16091" fmla="*/ 1504283 w 3114960"/>
              <a:gd name="connsiteY16091" fmla="*/ 4715828 h 5143785"/>
              <a:gd name="connsiteX16092" fmla="*/ 1494663 w 3114960"/>
              <a:gd name="connsiteY16092" fmla="*/ 4716399 h 5143785"/>
              <a:gd name="connsiteX16093" fmla="*/ 1488186 w 3114960"/>
              <a:gd name="connsiteY16093" fmla="*/ 4723638 h 5143785"/>
              <a:gd name="connsiteX16094" fmla="*/ 1487615 w 3114960"/>
              <a:gd name="connsiteY16094" fmla="*/ 4725924 h 5143785"/>
              <a:gd name="connsiteX16095" fmla="*/ 1440656 w 3114960"/>
              <a:gd name="connsiteY16095" fmla="*/ 4725448 h 5143785"/>
              <a:gd name="connsiteX16096" fmla="*/ 1438847 w 3114960"/>
              <a:gd name="connsiteY16096" fmla="*/ 4726305 h 5143785"/>
              <a:gd name="connsiteX16097" fmla="*/ 1412748 w 3114960"/>
              <a:gd name="connsiteY16097" fmla="*/ 4757833 h 5143785"/>
              <a:gd name="connsiteX16098" fmla="*/ 1412177 w 3114960"/>
              <a:gd name="connsiteY16098" fmla="*/ 4759357 h 5143785"/>
              <a:gd name="connsiteX16099" fmla="*/ 1411796 w 3114960"/>
              <a:gd name="connsiteY16099" fmla="*/ 4861179 h 5143785"/>
              <a:gd name="connsiteX16100" fmla="*/ 1412462 w 3114960"/>
              <a:gd name="connsiteY16100" fmla="*/ 4862894 h 5143785"/>
              <a:gd name="connsiteX16101" fmla="*/ 1414177 w 3114960"/>
              <a:gd name="connsiteY16101" fmla="*/ 4863561 h 5143785"/>
              <a:gd name="connsiteX16102" fmla="*/ 1414177 w 3114960"/>
              <a:gd name="connsiteY16102" fmla="*/ 4863561 h 5143785"/>
              <a:gd name="connsiteX16103" fmla="*/ 1443895 w 3114960"/>
              <a:gd name="connsiteY16103" fmla="*/ 4863275 h 5143785"/>
              <a:gd name="connsiteX16104" fmla="*/ 1478280 w 3114960"/>
              <a:gd name="connsiteY16104" fmla="*/ 4895469 h 5143785"/>
              <a:gd name="connsiteX16105" fmla="*/ 1485805 w 3114960"/>
              <a:gd name="connsiteY16105" fmla="*/ 4895469 h 5143785"/>
              <a:gd name="connsiteX16106" fmla="*/ 1485614 w 3114960"/>
              <a:gd name="connsiteY16106" fmla="*/ 4906709 h 5143785"/>
              <a:gd name="connsiteX16107" fmla="*/ 1474756 w 3114960"/>
              <a:gd name="connsiteY16107" fmla="*/ 4915853 h 5143785"/>
              <a:gd name="connsiteX16108" fmla="*/ 1401699 w 3114960"/>
              <a:gd name="connsiteY16108" fmla="*/ 4915853 h 5143785"/>
              <a:gd name="connsiteX16109" fmla="*/ 1386459 w 3114960"/>
              <a:gd name="connsiteY16109" fmla="*/ 4895374 h 5143785"/>
              <a:gd name="connsiteX16110" fmla="*/ 1386745 w 3114960"/>
              <a:gd name="connsiteY16110" fmla="*/ 4817555 h 5143785"/>
              <a:gd name="connsiteX16111" fmla="*/ 1395889 w 3114960"/>
              <a:gd name="connsiteY16111" fmla="*/ 4809554 h 5143785"/>
              <a:gd name="connsiteX16112" fmla="*/ 1395317 w 3114960"/>
              <a:gd name="connsiteY16112" fmla="*/ 4799934 h 5143785"/>
              <a:gd name="connsiteX16113" fmla="*/ 1388078 w 3114960"/>
              <a:gd name="connsiteY16113" fmla="*/ 4793456 h 5143785"/>
              <a:gd name="connsiteX16114" fmla="*/ 1378458 w 3114960"/>
              <a:gd name="connsiteY16114" fmla="*/ 4794028 h 5143785"/>
              <a:gd name="connsiteX16115" fmla="*/ 1371981 w 3114960"/>
              <a:gd name="connsiteY16115" fmla="*/ 4801267 h 5143785"/>
              <a:gd name="connsiteX16116" fmla="*/ 1372553 w 3114960"/>
              <a:gd name="connsiteY16116" fmla="*/ 4810887 h 5143785"/>
              <a:gd name="connsiteX16117" fmla="*/ 1379792 w 3114960"/>
              <a:gd name="connsiteY16117" fmla="*/ 4817364 h 5143785"/>
              <a:gd name="connsiteX16118" fmla="*/ 1382078 w 3114960"/>
              <a:gd name="connsiteY16118" fmla="*/ 4817745 h 5143785"/>
              <a:gd name="connsiteX16119" fmla="*/ 1381792 w 3114960"/>
              <a:gd name="connsiteY16119" fmla="*/ 4896232 h 5143785"/>
              <a:gd name="connsiteX16120" fmla="*/ 1382268 w 3114960"/>
              <a:gd name="connsiteY16120" fmla="*/ 4897660 h 5143785"/>
              <a:gd name="connsiteX16121" fmla="*/ 1398746 w 3114960"/>
              <a:gd name="connsiteY16121" fmla="*/ 4919663 h 5143785"/>
              <a:gd name="connsiteX16122" fmla="*/ 1400651 w 3114960"/>
              <a:gd name="connsiteY16122" fmla="*/ 4920616 h 5143785"/>
              <a:gd name="connsiteX16123" fmla="*/ 1475803 w 3114960"/>
              <a:gd name="connsiteY16123" fmla="*/ 4920616 h 5143785"/>
              <a:gd name="connsiteX16124" fmla="*/ 1477328 w 3114960"/>
              <a:gd name="connsiteY16124" fmla="*/ 4920139 h 5143785"/>
              <a:gd name="connsiteX16125" fmla="*/ 1489710 w 3114960"/>
              <a:gd name="connsiteY16125" fmla="*/ 4909757 h 5143785"/>
              <a:gd name="connsiteX16126" fmla="*/ 1490567 w 3114960"/>
              <a:gd name="connsiteY16126" fmla="*/ 4907947 h 5143785"/>
              <a:gd name="connsiteX16127" fmla="*/ 1490758 w 3114960"/>
              <a:gd name="connsiteY16127" fmla="*/ 4895565 h 5143785"/>
              <a:gd name="connsiteX16128" fmla="*/ 1532477 w 3114960"/>
              <a:gd name="connsiteY16128" fmla="*/ 4895565 h 5143785"/>
              <a:gd name="connsiteX16129" fmla="*/ 1532096 w 3114960"/>
              <a:gd name="connsiteY16129" fmla="*/ 4922997 h 5143785"/>
              <a:gd name="connsiteX16130" fmla="*/ 1507712 w 3114960"/>
              <a:gd name="connsiteY16130" fmla="*/ 4948714 h 5143785"/>
              <a:gd name="connsiteX16131" fmla="*/ 1375029 w 3114960"/>
              <a:gd name="connsiteY16131" fmla="*/ 4948714 h 5143785"/>
              <a:gd name="connsiteX16132" fmla="*/ 1362170 w 3114960"/>
              <a:gd name="connsiteY16132" fmla="*/ 4937189 h 5143785"/>
              <a:gd name="connsiteX16133" fmla="*/ 1361408 w 3114960"/>
              <a:gd name="connsiteY16133" fmla="*/ 4936903 h 5143785"/>
              <a:gd name="connsiteX16134" fmla="*/ 1290542 w 3114960"/>
              <a:gd name="connsiteY16134" fmla="*/ 4936713 h 5143785"/>
              <a:gd name="connsiteX16135" fmla="*/ 1281970 w 3114960"/>
              <a:gd name="connsiteY16135" fmla="*/ 4928235 h 5143785"/>
              <a:gd name="connsiteX16136" fmla="*/ 1271778 w 3114960"/>
              <a:gd name="connsiteY16136" fmla="*/ 4935569 h 5143785"/>
              <a:gd name="connsiteX16137" fmla="*/ 1227677 w 3114960"/>
              <a:gd name="connsiteY16137" fmla="*/ 4935569 h 5143785"/>
              <a:gd name="connsiteX16138" fmla="*/ 1203103 w 3114960"/>
              <a:gd name="connsiteY16138" fmla="*/ 4910424 h 5143785"/>
              <a:gd name="connsiteX16139" fmla="*/ 1081564 w 3114960"/>
              <a:gd name="connsiteY16139" fmla="*/ 4910424 h 5143785"/>
              <a:gd name="connsiteX16140" fmla="*/ 1056608 w 3114960"/>
              <a:gd name="connsiteY16140" fmla="*/ 4933283 h 5143785"/>
              <a:gd name="connsiteX16141" fmla="*/ 914686 w 3114960"/>
              <a:gd name="connsiteY16141" fmla="*/ 4933283 h 5143785"/>
              <a:gd name="connsiteX16142" fmla="*/ 914686 w 3114960"/>
              <a:gd name="connsiteY16142" fmla="*/ 4930235 h 5143785"/>
              <a:gd name="connsiteX16143" fmla="*/ 909638 w 3114960"/>
              <a:gd name="connsiteY16143" fmla="*/ 4925187 h 5143785"/>
              <a:gd name="connsiteX16144" fmla="*/ 896684 w 3114960"/>
              <a:gd name="connsiteY16144" fmla="*/ 4925187 h 5143785"/>
              <a:gd name="connsiteX16145" fmla="*/ 891635 w 3114960"/>
              <a:gd name="connsiteY16145" fmla="*/ 4930235 h 5143785"/>
              <a:gd name="connsiteX16146" fmla="*/ 891635 w 3114960"/>
              <a:gd name="connsiteY16146" fmla="*/ 4933283 h 5143785"/>
              <a:gd name="connsiteX16147" fmla="*/ 829913 w 3114960"/>
              <a:gd name="connsiteY16147" fmla="*/ 4933283 h 5143785"/>
              <a:gd name="connsiteX16148" fmla="*/ 774764 w 3114960"/>
              <a:gd name="connsiteY16148" fmla="*/ 4871466 h 5143785"/>
              <a:gd name="connsiteX16149" fmla="*/ 695230 w 3114960"/>
              <a:gd name="connsiteY16149" fmla="*/ 4871466 h 5143785"/>
              <a:gd name="connsiteX16150" fmla="*/ 689801 w 3114960"/>
              <a:gd name="connsiteY16150" fmla="*/ 4863179 h 5143785"/>
              <a:gd name="connsiteX16151" fmla="*/ 681323 w 3114960"/>
              <a:gd name="connsiteY16151" fmla="*/ 4860417 h 5143785"/>
              <a:gd name="connsiteX16152" fmla="*/ 669703 w 3114960"/>
              <a:gd name="connsiteY16152" fmla="*/ 4866228 h 5143785"/>
              <a:gd name="connsiteX16153" fmla="*/ 672751 w 3114960"/>
              <a:gd name="connsiteY16153" fmla="*/ 4886230 h 5143785"/>
              <a:gd name="connsiteX16154" fmla="*/ 678847 w 3114960"/>
              <a:gd name="connsiteY16154" fmla="*/ 4888706 h 5143785"/>
              <a:gd name="connsiteX16155" fmla="*/ 678847 w 3114960"/>
              <a:gd name="connsiteY16155" fmla="*/ 5143786 h 5143785"/>
              <a:gd name="connsiteX16156" fmla="*/ 683609 w 3114960"/>
              <a:gd name="connsiteY16156" fmla="*/ 5143786 h 5143785"/>
              <a:gd name="connsiteX16157" fmla="*/ 683609 w 3114960"/>
              <a:gd name="connsiteY16157" fmla="*/ 4888706 h 5143785"/>
              <a:gd name="connsiteX16158" fmla="*/ 692753 w 3114960"/>
              <a:gd name="connsiteY16158" fmla="*/ 4883087 h 5143785"/>
              <a:gd name="connsiteX16159" fmla="*/ 695420 w 3114960"/>
              <a:gd name="connsiteY16159" fmla="*/ 4876134 h 5143785"/>
              <a:gd name="connsiteX16160" fmla="*/ 772477 w 3114960"/>
              <a:gd name="connsiteY16160" fmla="*/ 4876134 h 5143785"/>
              <a:gd name="connsiteX16161" fmla="*/ 827627 w 3114960"/>
              <a:gd name="connsiteY16161" fmla="*/ 4937950 h 5143785"/>
              <a:gd name="connsiteX16162" fmla="*/ 891445 w 3114960"/>
              <a:gd name="connsiteY16162" fmla="*/ 4937950 h 5143785"/>
              <a:gd name="connsiteX16163" fmla="*/ 891445 w 3114960"/>
              <a:gd name="connsiteY16163" fmla="*/ 4942999 h 5143785"/>
              <a:gd name="connsiteX16164" fmla="*/ 896493 w 3114960"/>
              <a:gd name="connsiteY16164" fmla="*/ 4948047 h 5143785"/>
              <a:gd name="connsiteX16165" fmla="*/ 909447 w 3114960"/>
              <a:gd name="connsiteY16165" fmla="*/ 4948047 h 5143785"/>
              <a:gd name="connsiteX16166" fmla="*/ 914495 w 3114960"/>
              <a:gd name="connsiteY16166" fmla="*/ 4942999 h 5143785"/>
              <a:gd name="connsiteX16167" fmla="*/ 914495 w 3114960"/>
              <a:gd name="connsiteY16167" fmla="*/ 4937856 h 5143785"/>
              <a:gd name="connsiteX16168" fmla="*/ 1058228 w 3114960"/>
              <a:gd name="connsiteY16168" fmla="*/ 4937856 h 5143785"/>
              <a:gd name="connsiteX16169" fmla="*/ 1083183 w 3114960"/>
              <a:gd name="connsiteY16169" fmla="*/ 4914995 h 5143785"/>
              <a:gd name="connsiteX16170" fmla="*/ 1200817 w 3114960"/>
              <a:gd name="connsiteY16170" fmla="*/ 4914995 h 5143785"/>
              <a:gd name="connsiteX16171" fmla="*/ 1225391 w 3114960"/>
              <a:gd name="connsiteY16171" fmla="*/ 4940142 h 5143785"/>
              <a:gd name="connsiteX16172" fmla="*/ 1271397 w 3114960"/>
              <a:gd name="connsiteY16172" fmla="*/ 4940142 h 5143785"/>
              <a:gd name="connsiteX16173" fmla="*/ 1279874 w 3114960"/>
              <a:gd name="connsiteY16173" fmla="*/ 4947475 h 5143785"/>
              <a:gd name="connsiteX16174" fmla="*/ 1290447 w 3114960"/>
              <a:gd name="connsiteY16174" fmla="*/ 4938903 h 5143785"/>
              <a:gd name="connsiteX16175" fmla="*/ 1360742 w 3114960"/>
              <a:gd name="connsiteY16175" fmla="*/ 4939094 h 5143785"/>
              <a:gd name="connsiteX16176" fmla="*/ 1373600 w 3114960"/>
              <a:gd name="connsiteY16176" fmla="*/ 4950524 h 5143785"/>
              <a:gd name="connsiteX16177" fmla="*/ 1374362 w 3114960"/>
              <a:gd name="connsiteY16177" fmla="*/ 4950810 h 5143785"/>
              <a:gd name="connsiteX16178" fmla="*/ 1507998 w 3114960"/>
              <a:gd name="connsiteY16178" fmla="*/ 4950810 h 5143785"/>
              <a:gd name="connsiteX16179" fmla="*/ 1508855 w 3114960"/>
              <a:gd name="connsiteY16179" fmla="*/ 4950524 h 5143785"/>
              <a:gd name="connsiteX16180" fmla="*/ 1533906 w 3114960"/>
              <a:gd name="connsiteY16180" fmla="*/ 4924140 h 5143785"/>
              <a:gd name="connsiteX16181" fmla="*/ 1534192 w 3114960"/>
              <a:gd name="connsiteY16181" fmla="*/ 4923378 h 5143785"/>
              <a:gd name="connsiteX16182" fmla="*/ 1534573 w 3114960"/>
              <a:gd name="connsiteY16182" fmla="*/ 4895469 h 5143785"/>
              <a:gd name="connsiteX16183" fmla="*/ 1579245 w 3114960"/>
              <a:gd name="connsiteY16183" fmla="*/ 4895469 h 5143785"/>
              <a:gd name="connsiteX16184" fmla="*/ 1579245 w 3114960"/>
              <a:gd name="connsiteY16184" fmla="*/ 4951095 h 5143785"/>
              <a:gd name="connsiteX16185" fmla="*/ 1545146 w 3114960"/>
              <a:gd name="connsiteY16185" fmla="*/ 4987004 h 5143785"/>
              <a:gd name="connsiteX16186" fmla="*/ 1417796 w 3114960"/>
              <a:gd name="connsiteY16186" fmla="*/ 4987004 h 5143785"/>
              <a:gd name="connsiteX16187" fmla="*/ 1405033 w 3114960"/>
              <a:gd name="connsiteY16187" fmla="*/ 4976146 h 5143785"/>
              <a:gd name="connsiteX16188" fmla="*/ 1404271 w 3114960"/>
              <a:gd name="connsiteY16188" fmla="*/ 4975860 h 5143785"/>
              <a:gd name="connsiteX16189" fmla="*/ 1314450 w 3114960"/>
              <a:gd name="connsiteY16189" fmla="*/ 4975670 h 5143785"/>
              <a:gd name="connsiteX16190" fmla="*/ 1314450 w 3114960"/>
              <a:gd name="connsiteY16190" fmla="*/ 4969288 h 5143785"/>
              <a:gd name="connsiteX16191" fmla="*/ 1309402 w 3114960"/>
              <a:gd name="connsiteY16191" fmla="*/ 4964240 h 5143785"/>
              <a:gd name="connsiteX16192" fmla="*/ 1296448 w 3114960"/>
              <a:gd name="connsiteY16192" fmla="*/ 4964240 h 5143785"/>
              <a:gd name="connsiteX16193" fmla="*/ 1291400 w 3114960"/>
              <a:gd name="connsiteY16193" fmla="*/ 4969288 h 5143785"/>
              <a:gd name="connsiteX16194" fmla="*/ 1291400 w 3114960"/>
              <a:gd name="connsiteY16194" fmla="*/ 4974431 h 5143785"/>
              <a:gd name="connsiteX16195" fmla="*/ 1215485 w 3114960"/>
              <a:gd name="connsiteY16195" fmla="*/ 4974146 h 5143785"/>
              <a:gd name="connsiteX16196" fmla="*/ 1189101 w 3114960"/>
              <a:gd name="connsiteY16196" fmla="*/ 4947095 h 5143785"/>
              <a:gd name="connsiteX16197" fmla="*/ 1103376 w 3114960"/>
              <a:gd name="connsiteY16197" fmla="*/ 4947571 h 5143785"/>
              <a:gd name="connsiteX16198" fmla="*/ 1102519 w 3114960"/>
              <a:gd name="connsiteY16198" fmla="*/ 4947571 h 5143785"/>
              <a:gd name="connsiteX16199" fmla="*/ 1069277 w 3114960"/>
              <a:gd name="connsiteY16199" fmla="*/ 4974431 h 5143785"/>
              <a:gd name="connsiteX16200" fmla="*/ 912304 w 3114960"/>
              <a:gd name="connsiteY16200" fmla="*/ 4974146 h 5143785"/>
              <a:gd name="connsiteX16201" fmla="*/ 902779 w 3114960"/>
              <a:gd name="connsiteY16201" fmla="*/ 4965383 h 5143785"/>
              <a:gd name="connsiteX16202" fmla="*/ 893350 w 3114960"/>
              <a:gd name="connsiteY16202" fmla="*/ 4973574 h 5143785"/>
              <a:gd name="connsiteX16203" fmla="*/ 819626 w 3114960"/>
              <a:gd name="connsiteY16203" fmla="*/ 4973765 h 5143785"/>
              <a:gd name="connsiteX16204" fmla="*/ 765524 w 3114960"/>
              <a:gd name="connsiteY16204" fmla="*/ 4911662 h 5143785"/>
              <a:gd name="connsiteX16205" fmla="*/ 725710 w 3114960"/>
              <a:gd name="connsiteY16205" fmla="*/ 4911662 h 5143785"/>
              <a:gd name="connsiteX16206" fmla="*/ 720471 w 3114960"/>
              <a:gd name="connsiteY16206" fmla="*/ 4904137 h 5143785"/>
              <a:gd name="connsiteX16207" fmla="*/ 711994 w 3114960"/>
              <a:gd name="connsiteY16207" fmla="*/ 4901375 h 5143785"/>
              <a:gd name="connsiteX16208" fmla="*/ 700373 w 3114960"/>
              <a:gd name="connsiteY16208" fmla="*/ 4907185 h 5143785"/>
              <a:gd name="connsiteX16209" fmla="*/ 703421 w 3114960"/>
              <a:gd name="connsiteY16209" fmla="*/ 4927188 h 5143785"/>
              <a:gd name="connsiteX16210" fmla="*/ 709517 w 3114960"/>
              <a:gd name="connsiteY16210" fmla="*/ 4929664 h 5143785"/>
              <a:gd name="connsiteX16211" fmla="*/ 709517 w 3114960"/>
              <a:gd name="connsiteY16211" fmla="*/ 4938903 h 5143785"/>
              <a:gd name="connsiteX16212" fmla="*/ 714280 w 3114960"/>
              <a:gd name="connsiteY16212" fmla="*/ 4938903 h 5143785"/>
              <a:gd name="connsiteX16213" fmla="*/ 714280 w 3114960"/>
              <a:gd name="connsiteY16213" fmla="*/ 4929664 h 5143785"/>
              <a:gd name="connsiteX16214" fmla="*/ 723424 w 3114960"/>
              <a:gd name="connsiteY16214" fmla="*/ 4924044 h 5143785"/>
              <a:gd name="connsiteX16215" fmla="*/ 726186 w 3114960"/>
              <a:gd name="connsiteY16215" fmla="*/ 4916329 h 5143785"/>
              <a:gd name="connsiteX16216" fmla="*/ 763238 w 3114960"/>
              <a:gd name="connsiteY16216" fmla="*/ 4916329 h 5143785"/>
              <a:gd name="connsiteX16217" fmla="*/ 817340 w 3114960"/>
              <a:gd name="connsiteY16217" fmla="*/ 4978432 h 5143785"/>
              <a:gd name="connsiteX16218" fmla="*/ 893540 w 3114960"/>
              <a:gd name="connsiteY16218" fmla="*/ 4978242 h 5143785"/>
              <a:gd name="connsiteX16219" fmla="*/ 902684 w 3114960"/>
              <a:gd name="connsiteY16219" fmla="*/ 4984814 h 5143785"/>
              <a:gd name="connsiteX16220" fmla="*/ 911638 w 3114960"/>
              <a:gd name="connsiteY16220" fmla="*/ 4978813 h 5143785"/>
              <a:gd name="connsiteX16221" fmla="*/ 1070039 w 3114960"/>
              <a:gd name="connsiteY16221" fmla="*/ 4979099 h 5143785"/>
              <a:gd name="connsiteX16222" fmla="*/ 1070896 w 3114960"/>
              <a:gd name="connsiteY16222" fmla="*/ 4979099 h 5143785"/>
              <a:gd name="connsiteX16223" fmla="*/ 1104138 w 3114960"/>
              <a:gd name="connsiteY16223" fmla="*/ 4952238 h 5143785"/>
              <a:gd name="connsiteX16224" fmla="*/ 1187006 w 3114960"/>
              <a:gd name="connsiteY16224" fmla="*/ 4951762 h 5143785"/>
              <a:gd name="connsiteX16225" fmla="*/ 1213390 w 3114960"/>
              <a:gd name="connsiteY16225" fmla="*/ 4978813 h 5143785"/>
              <a:gd name="connsiteX16226" fmla="*/ 1291400 w 3114960"/>
              <a:gd name="connsiteY16226" fmla="*/ 4979099 h 5143785"/>
              <a:gd name="connsiteX16227" fmla="*/ 1291400 w 3114960"/>
              <a:gd name="connsiteY16227" fmla="*/ 4982051 h 5143785"/>
              <a:gd name="connsiteX16228" fmla="*/ 1296448 w 3114960"/>
              <a:gd name="connsiteY16228" fmla="*/ 4987100 h 5143785"/>
              <a:gd name="connsiteX16229" fmla="*/ 1309402 w 3114960"/>
              <a:gd name="connsiteY16229" fmla="*/ 4987100 h 5143785"/>
              <a:gd name="connsiteX16230" fmla="*/ 1314450 w 3114960"/>
              <a:gd name="connsiteY16230" fmla="*/ 4982051 h 5143785"/>
              <a:gd name="connsiteX16231" fmla="*/ 1314450 w 3114960"/>
              <a:gd name="connsiteY16231" fmla="*/ 4977860 h 5143785"/>
              <a:gd name="connsiteX16232" fmla="*/ 1403890 w 3114960"/>
              <a:gd name="connsiteY16232" fmla="*/ 4978051 h 5143785"/>
              <a:gd name="connsiteX16233" fmla="*/ 1416653 w 3114960"/>
              <a:gd name="connsiteY16233" fmla="*/ 4988719 h 5143785"/>
              <a:gd name="connsiteX16234" fmla="*/ 1417415 w 3114960"/>
              <a:gd name="connsiteY16234" fmla="*/ 4989005 h 5143785"/>
              <a:gd name="connsiteX16235" fmla="*/ 1545622 w 3114960"/>
              <a:gd name="connsiteY16235" fmla="*/ 4989005 h 5143785"/>
              <a:gd name="connsiteX16236" fmla="*/ 1546479 w 3114960"/>
              <a:gd name="connsiteY16236" fmla="*/ 4988719 h 5143785"/>
              <a:gd name="connsiteX16237" fmla="*/ 1581245 w 3114960"/>
              <a:gd name="connsiteY16237" fmla="*/ 4952048 h 5143785"/>
              <a:gd name="connsiteX16238" fmla="*/ 1581531 w 3114960"/>
              <a:gd name="connsiteY16238" fmla="*/ 4951190 h 5143785"/>
              <a:gd name="connsiteX16239" fmla="*/ 1581531 w 3114960"/>
              <a:gd name="connsiteY16239" fmla="*/ 4895088 h 5143785"/>
              <a:gd name="connsiteX16240" fmla="*/ 1626013 w 3114960"/>
              <a:gd name="connsiteY16240" fmla="*/ 4895088 h 5143785"/>
              <a:gd name="connsiteX16241" fmla="*/ 1626013 w 3114960"/>
              <a:gd name="connsiteY16241" fmla="*/ 4969002 h 5143785"/>
              <a:gd name="connsiteX16242" fmla="*/ 1568006 w 3114960"/>
              <a:gd name="connsiteY16242" fmla="*/ 5029486 h 5143785"/>
              <a:gd name="connsiteX16243" fmla="*/ 1407605 w 3114960"/>
              <a:gd name="connsiteY16243" fmla="*/ 5029486 h 5143785"/>
              <a:gd name="connsiteX16244" fmla="*/ 1389602 w 3114960"/>
              <a:gd name="connsiteY16244" fmla="*/ 5013484 h 5143785"/>
              <a:gd name="connsiteX16245" fmla="*/ 1388840 w 3114960"/>
              <a:gd name="connsiteY16245" fmla="*/ 5013198 h 5143785"/>
              <a:gd name="connsiteX16246" fmla="*/ 1290352 w 3114960"/>
              <a:gd name="connsiteY16246" fmla="*/ 5013008 h 5143785"/>
              <a:gd name="connsiteX16247" fmla="*/ 1280636 w 3114960"/>
              <a:gd name="connsiteY16247" fmla="*/ 5003673 h 5143785"/>
              <a:gd name="connsiteX16248" fmla="*/ 1271302 w 3114960"/>
              <a:gd name="connsiteY16248" fmla="*/ 5011198 h 5143785"/>
              <a:gd name="connsiteX16249" fmla="*/ 1207199 w 3114960"/>
              <a:gd name="connsiteY16249" fmla="*/ 5011198 h 5143785"/>
              <a:gd name="connsiteX16250" fmla="*/ 1182148 w 3114960"/>
              <a:gd name="connsiteY16250" fmla="*/ 4985862 h 5143785"/>
              <a:gd name="connsiteX16251" fmla="*/ 1124998 w 3114960"/>
              <a:gd name="connsiteY16251" fmla="*/ 4985862 h 5143785"/>
              <a:gd name="connsiteX16252" fmla="*/ 1094994 w 3114960"/>
              <a:gd name="connsiteY16252" fmla="*/ 5011103 h 5143785"/>
              <a:gd name="connsiteX16253" fmla="*/ 911828 w 3114960"/>
              <a:gd name="connsiteY16253" fmla="*/ 5011103 h 5143785"/>
              <a:gd name="connsiteX16254" fmla="*/ 911828 w 3114960"/>
              <a:gd name="connsiteY16254" fmla="*/ 5007007 h 5143785"/>
              <a:gd name="connsiteX16255" fmla="*/ 909161 w 3114960"/>
              <a:gd name="connsiteY16255" fmla="*/ 5004340 h 5143785"/>
              <a:gd name="connsiteX16256" fmla="*/ 896207 w 3114960"/>
              <a:gd name="connsiteY16256" fmla="*/ 5004340 h 5143785"/>
              <a:gd name="connsiteX16257" fmla="*/ 893540 w 3114960"/>
              <a:gd name="connsiteY16257" fmla="*/ 5007007 h 5143785"/>
              <a:gd name="connsiteX16258" fmla="*/ 893540 w 3114960"/>
              <a:gd name="connsiteY16258" fmla="*/ 5010912 h 5143785"/>
              <a:gd name="connsiteX16259" fmla="*/ 807053 w 3114960"/>
              <a:gd name="connsiteY16259" fmla="*/ 5010912 h 5143785"/>
              <a:gd name="connsiteX16260" fmla="*/ 756095 w 3114960"/>
              <a:gd name="connsiteY16260" fmla="*/ 4952715 h 5143785"/>
              <a:gd name="connsiteX16261" fmla="*/ 751713 w 3114960"/>
              <a:gd name="connsiteY16261" fmla="*/ 4934903 h 5143785"/>
              <a:gd name="connsiteX16262" fmla="*/ 743236 w 3114960"/>
              <a:gd name="connsiteY16262" fmla="*/ 4932140 h 5143785"/>
              <a:gd name="connsiteX16263" fmla="*/ 731615 w 3114960"/>
              <a:gd name="connsiteY16263" fmla="*/ 4937950 h 5143785"/>
              <a:gd name="connsiteX16264" fmla="*/ 734663 w 3114960"/>
              <a:gd name="connsiteY16264" fmla="*/ 4957953 h 5143785"/>
              <a:gd name="connsiteX16265" fmla="*/ 740093 w 3114960"/>
              <a:gd name="connsiteY16265" fmla="*/ 4960335 h 5143785"/>
              <a:gd name="connsiteX16266" fmla="*/ 740283 w 3114960"/>
              <a:gd name="connsiteY16266" fmla="*/ 5143215 h 5143785"/>
              <a:gd name="connsiteX16267" fmla="*/ 745046 w 3114960"/>
              <a:gd name="connsiteY16267" fmla="*/ 5143215 h 5143785"/>
              <a:gd name="connsiteX16268" fmla="*/ 744855 w 3114960"/>
              <a:gd name="connsiteY16268" fmla="*/ 4960525 h 5143785"/>
              <a:gd name="connsiteX16269" fmla="*/ 745236 w 3114960"/>
              <a:gd name="connsiteY16269" fmla="*/ 4960525 h 5143785"/>
              <a:gd name="connsiteX16270" fmla="*/ 752856 w 3114960"/>
              <a:gd name="connsiteY16270" fmla="*/ 4956429 h 5143785"/>
              <a:gd name="connsiteX16271" fmla="*/ 804672 w 3114960"/>
              <a:gd name="connsiteY16271" fmla="*/ 5015579 h 5143785"/>
              <a:gd name="connsiteX16272" fmla="*/ 893254 w 3114960"/>
              <a:gd name="connsiteY16272" fmla="*/ 5015579 h 5143785"/>
              <a:gd name="connsiteX16273" fmla="*/ 893254 w 3114960"/>
              <a:gd name="connsiteY16273" fmla="*/ 5019770 h 5143785"/>
              <a:gd name="connsiteX16274" fmla="*/ 895922 w 3114960"/>
              <a:gd name="connsiteY16274" fmla="*/ 5022438 h 5143785"/>
              <a:gd name="connsiteX16275" fmla="*/ 908876 w 3114960"/>
              <a:gd name="connsiteY16275" fmla="*/ 5022438 h 5143785"/>
              <a:gd name="connsiteX16276" fmla="*/ 911543 w 3114960"/>
              <a:gd name="connsiteY16276" fmla="*/ 5019770 h 5143785"/>
              <a:gd name="connsiteX16277" fmla="*/ 911543 w 3114960"/>
              <a:gd name="connsiteY16277" fmla="*/ 5015770 h 5143785"/>
              <a:gd name="connsiteX16278" fmla="*/ 1096518 w 3114960"/>
              <a:gd name="connsiteY16278" fmla="*/ 5015770 h 5143785"/>
              <a:gd name="connsiteX16279" fmla="*/ 1126522 w 3114960"/>
              <a:gd name="connsiteY16279" fmla="*/ 4990624 h 5143785"/>
              <a:gd name="connsiteX16280" fmla="*/ 1179862 w 3114960"/>
              <a:gd name="connsiteY16280" fmla="*/ 4990624 h 5143785"/>
              <a:gd name="connsiteX16281" fmla="*/ 1204913 w 3114960"/>
              <a:gd name="connsiteY16281" fmla="*/ 5015866 h 5143785"/>
              <a:gd name="connsiteX16282" fmla="*/ 1271016 w 3114960"/>
              <a:gd name="connsiteY16282" fmla="*/ 5015866 h 5143785"/>
              <a:gd name="connsiteX16283" fmla="*/ 1280255 w 3114960"/>
              <a:gd name="connsiteY16283" fmla="*/ 5023104 h 5143785"/>
              <a:gd name="connsiteX16284" fmla="*/ 1289590 w 3114960"/>
              <a:gd name="connsiteY16284" fmla="*/ 5015294 h 5143785"/>
              <a:gd name="connsiteX16285" fmla="*/ 1387983 w 3114960"/>
              <a:gd name="connsiteY16285" fmla="*/ 5015484 h 5143785"/>
              <a:gd name="connsiteX16286" fmla="*/ 1405985 w 3114960"/>
              <a:gd name="connsiteY16286" fmla="*/ 5031391 h 5143785"/>
              <a:gd name="connsiteX16287" fmla="*/ 1406747 w 3114960"/>
              <a:gd name="connsiteY16287" fmla="*/ 5031677 h 5143785"/>
              <a:gd name="connsiteX16288" fmla="*/ 1568101 w 3114960"/>
              <a:gd name="connsiteY16288" fmla="*/ 5031677 h 5143785"/>
              <a:gd name="connsiteX16289" fmla="*/ 1568958 w 3114960"/>
              <a:gd name="connsiteY16289" fmla="*/ 5031391 h 5143785"/>
              <a:gd name="connsiteX16290" fmla="*/ 1627727 w 3114960"/>
              <a:gd name="connsiteY16290" fmla="*/ 4970145 h 5143785"/>
              <a:gd name="connsiteX16291" fmla="*/ 1628013 w 3114960"/>
              <a:gd name="connsiteY16291" fmla="*/ 4969288 h 5143785"/>
              <a:gd name="connsiteX16292" fmla="*/ 1628013 w 3114960"/>
              <a:gd name="connsiteY16292" fmla="*/ 4894898 h 5143785"/>
              <a:gd name="connsiteX16293" fmla="*/ 1636681 w 3114960"/>
              <a:gd name="connsiteY16293" fmla="*/ 4894898 h 5143785"/>
              <a:gd name="connsiteX16294" fmla="*/ 1671352 w 3114960"/>
              <a:gd name="connsiteY16294" fmla="*/ 4860227 h 5143785"/>
              <a:gd name="connsiteX16295" fmla="*/ 1636681 w 3114960"/>
              <a:gd name="connsiteY16295" fmla="*/ 4825651 h 5143785"/>
              <a:gd name="connsiteX16296" fmla="*/ 1626394 w 3114960"/>
              <a:gd name="connsiteY16296" fmla="*/ 4825651 h 5143785"/>
              <a:gd name="connsiteX16297" fmla="*/ 1626394 w 3114960"/>
              <a:gd name="connsiteY16297" fmla="*/ 4776693 h 5143785"/>
              <a:gd name="connsiteX16298" fmla="*/ 1669352 w 3114960"/>
              <a:gd name="connsiteY16298" fmla="*/ 4776693 h 5143785"/>
              <a:gd name="connsiteX16299" fmla="*/ 1683353 w 3114960"/>
              <a:gd name="connsiteY16299" fmla="*/ 4792218 h 5143785"/>
              <a:gd name="connsiteX16300" fmla="*/ 1683353 w 3114960"/>
              <a:gd name="connsiteY16300" fmla="*/ 4992148 h 5143785"/>
              <a:gd name="connsiteX16301" fmla="*/ 1661636 w 3114960"/>
              <a:gd name="connsiteY16301" fmla="*/ 4992148 h 5143785"/>
              <a:gd name="connsiteX16302" fmla="*/ 1617059 w 3114960"/>
              <a:gd name="connsiteY16302" fmla="*/ 5043488 h 5143785"/>
              <a:gd name="connsiteX16303" fmla="*/ 1610011 w 3114960"/>
              <a:gd name="connsiteY16303" fmla="*/ 5042059 h 5143785"/>
              <a:gd name="connsiteX16304" fmla="*/ 1601629 w 3114960"/>
              <a:gd name="connsiteY16304" fmla="*/ 5046822 h 5143785"/>
              <a:gd name="connsiteX16305" fmla="*/ 1599057 w 3114960"/>
              <a:gd name="connsiteY16305" fmla="*/ 5056156 h 5143785"/>
              <a:gd name="connsiteX16306" fmla="*/ 1601248 w 3114960"/>
              <a:gd name="connsiteY16306" fmla="*/ 5061585 h 5143785"/>
              <a:gd name="connsiteX16307" fmla="*/ 1594295 w 3114960"/>
              <a:gd name="connsiteY16307" fmla="*/ 5071015 h 5143785"/>
              <a:gd name="connsiteX16308" fmla="*/ 1594771 w 3114960"/>
              <a:gd name="connsiteY16308" fmla="*/ 5143215 h 5143785"/>
              <a:gd name="connsiteX16309" fmla="*/ 1599533 w 3114960"/>
              <a:gd name="connsiteY16309" fmla="*/ 5143215 h 5143785"/>
              <a:gd name="connsiteX16310" fmla="*/ 1599057 w 3114960"/>
              <a:gd name="connsiteY16310" fmla="*/ 5072634 h 5143785"/>
              <a:gd name="connsiteX16311" fmla="*/ 1604677 w 3114960"/>
              <a:gd name="connsiteY16311" fmla="*/ 5065014 h 5143785"/>
              <a:gd name="connsiteX16312" fmla="*/ 1611535 w 3114960"/>
              <a:gd name="connsiteY16312" fmla="*/ 5067300 h 5143785"/>
              <a:gd name="connsiteX16313" fmla="*/ 1613154 w 3114960"/>
              <a:gd name="connsiteY16313" fmla="*/ 5067205 h 5143785"/>
              <a:gd name="connsiteX16314" fmla="*/ 1619345 w 3114960"/>
              <a:gd name="connsiteY16314" fmla="*/ 5064538 h 5143785"/>
              <a:gd name="connsiteX16315" fmla="*/ 1623822 w 3114960"/>
              <a:gd name="connsiteY16315" fmla="*/ 5068348 h 5143785"/>
              <a:gd name="connsiteX16316" fmla="*/ 1623822 w 3114960"/>
              <a:gd name="connsiteY16316" fmla="*/ 5143215 h 5143785"/>
              <a:gd name="connsiteX16317" fmla="*/ 1628585 w 3114960"/>
              <a:gd name="connsiteY16317" fmla="*/ 5143215 h 5143785"/>
              <a:gd name="connsiteX16318" fmla="*/ 1628585 w 3114960"/>
              <a:gd name="connsiteY16318" fmla="*/ 5066062 h 5143785"/>
              <a:gd name="connsiteX16319" fmla="*/ 1622489 w 3114960"/>
              <a:gd name="connsiteY16319" fmla="*/ 5060823 h 5143785"/>
              <a:gd name="connsiteX16320" fmla="*/ 1624108 w 3114960"/>
              <a:gd name="connsiteY16320" fmla="*/ 5053013 h 5143785"/>
              <a:gd name="connsiteX16321" fmla="*/ 1622393 w 3114960"/>
              <a:gd name="connsiteY16321" fmla="*/ 5048155 h 5143785"/>
              <a:gd name="connsiteX16322" fmla="*/ 1664875 w 3114960"/>
              <a:gd name="connsiteY16322" fmla="*/ 4999292 h 5143785"/>
              <a:gd name="connsiteX16323" fmla="*/ 1683353 w 3114960"/>
              <a:gd name="connsiteY16323" fmla="*/ 4999292 h 5143785"/>
              <a:gd name="connsiteX16324" fmla="*/ 1683353 w 3114960"/>
              <a:gd name="connsiteY16324" fmla="*/ 5052156 h 5143785"/>
              <a:gd name="connsiteX16325" fmla="*/ 1678972 w 3114960"/>
              <a:gd name="connsiteY16325" fmla="*/ 5059109 h 5143785"/>
              <a:gd name="connsiteX16326" fmla="*/ 1684496 w 3114960"/>
              <a:gd name="connsiteY16326" fmla="*/ 5066538 h 5143785"/>
              <a:gd name="connsiteX16327" fmla="*/ 1684496 w 3114960"/>
              <a:gd name="connsiteY16327" fmla="*/ 5080635 h 5143785"/>
              <a:gd name="connsiteX16328" fmla="*/ 1677067 w 3114960"/>
              <a:gd name="connsiteY16328" fmla="*/ 5089208 h 5143785"/>
              <a:gd name="connsiteX16329" fmla="*/ 1677067 w 3114960"/>
              <a:gd name="connsiteY16329" fmla="*/ 5143215 h 5143785"/>
              <a:gd name="connsiteX16330" fmla="*/ 1681829 w 3114960"/>
              <a:gd name="connsiteY16330" fmla="*/ 5143215 h 5143785"/>
              <a:gd name="connsiteX16331" fmla="*/ 1681829 w 3114960"/>
              <a:gd name="connsiteY16331" fmla="*/ 5091017 h 5143785"/>
              <a:gd name="connsiteX16332" fmla="*/ 1689259 w 3114960"/>
              <a:gd name="connsiteY16332" fmla="*/ 5082445 h 5143785"/>
              <a:gd name="connsiteX16333" fmla="*/ 1569244 w 3114960"/>
              <a:gd name="connsiteY16333" fmla="*/ 4746117 h 5143785"/>
              <a:gd name="connsiteX16334" fmla="*/ 1566958 w 3114960"/>
              <a:gd name="connsiteY16334" fmla="*/ 4748403 h 5143785"/>
              <a:gd name="connsiteX16335" fmla="*/ 1557909 w 3114960"/>
              <a:gd name="connsiteY16335" fmla="*/ 4748403 h 5143785"/>
              <a:gd name="connsiteX16336" fmla="*/ 1555623 w 3114960"/>
              <a:gd name="connsiteY16336" fmla="*/ 4746117 h 5143785"/>
              <a:gd name="connsiteX16337" fmla="*/ 1555623 w 3114960"/>
              <a:gd name="connsiteY16337" fmla="*/ 4737069 h 5143785"/>
              <a:gd name="connsiteX16338" fmla="*/ 1557909 w 3114960"/>
              <a:gd name="connsiteY16338" fmla="*/ 4734782 h 5143785"/>
              <a:gd name="connsiteX16339" fmla="*/ 1566958 w 3114960"/>
              <a:gd name="connsiteY16339" fmla="*/ 4734782 h 5143785"/>
              <a:gd name="connsiteX16340" fmla="*/ 1569244 w 3114960"/>
              <a:gd name="connsiteY16340" fmla="*/ 4737069 h 5143785"/>
              <a:gd name="connsiteX16341" fmla="*/ 1569244 w 3114960"/>
              <a:gd name="connsiteY16341" fmla="*/ 4746117 h 5143785"/>
              <a:gd name="connsiteX16342" fmla="*/ 1492853 w 3114960"/>
              <a:gd name="connsiteY16342" fmla="*/ 4724972 h 5143785"/>
              <a:gd name="connsiteX16343" fmla="*/ 1496854 w 3114960"/>
              <a:gd name="connsiteY16343" fmla="*/ 4720495 h 5143785"/>
              <a:gd name="connsiteX16344" fmla="*/ 1500283 w 3114960"/>
              <a:gd name="connsiteY16344" fmla="*/ 4719733 h 5143785"/>
              <a:gd name="connsiteX16345" fmla="*/ 1502855 w 3114960"/>
              <a:gd name="connsiteY16345" fmla="*/ 4720209 h 5143785"/>
              <a:gd name="connsiteX16346" fmla="*/ 1507712 w 3114960"/>
              <a:gd name="connsiteY16346" fmla="*/ 4730211 h 5143785"/>
              <a:gd name="connsiteX16347" fmla="*/ 1503712 w 3114960"/>
              <a:gd name="connsiteY16347" fmla="*/ 4734687 h 5143785"/>
              <a:gd name="connsiteX16348" fmla="*/ 1497711 w 3114960"/>
              <a:gd name="connsiteY16348" fmla="*/ 4735068 h 5143785"/>
              <a:gd name="connsiteX16349" fmla="*/ 1492853 w 3114960"/>
              <a:gd name="connsiteY16349" fmla="*/ 4725067 h 5143785"/>
              <a:gd name="connsiteX16350" fmla="*/ 1381601 w 3114960"/>
              <a:gd name="connsiteY16350" fmla="*/ 4812697 h 5143785"/>
              <a:gd name="connsiteX16351" fmla="*/ 1376744 w 3114960"/>
              <a:gd name="connsiteY16351" fmla="*/ 4802696 h 5143785"/>
              <a:gd name="connsiteX16352" fmla="*/ 1384173 w 3114960"/>
              <a:gd name="connsiteY16352" fmla="*/ 4797457 h 5143785"/>
              <a:gd name="connsiteX16353" fmla="*/ 1386745 w 3114960"/>
              <a:gd name="connsiteY16353" fmla="*/ 4797933 h 5143785"/>
              <a:gd name="connsiteX16354" fmla="*/ 1391603 w 3114960"/>
              <a:gd name="connsiteY16354" fmla="*/ 4807935 h 5143785"/>
              <a:gd name="connsiteX16355" fmla="*/ 1381601 w 3114960"/>
              <a:gd name="connsiteY16355" fmla="*/ 4812792 h 5143785"/>
              <a:gd name="connsiteX16356" fmla="*/ 690848 w 3114960"/>
              <a:gd name="connsiteY16356" fmla="*/ 4881372 h 5143785"/>
              <a:gd name="connsiteX16357" fmla="*/ 683228 w 3114960"/>
              <a:gd name="connsiteY16357" fmla="*/ 4886040 h 5143785"/>
              <a:gd name="connsiteX16358" fmla="*/ 681419 w 3114960"/>
              <a:gd name="connsiteY16358" fmla="*/ 4886134 h 5143785"/>
              <a:gd name="connsiteX16359" fmla="*/ 674561 w 3114960"/>
              <a:gd name="connsiteY16359" fmla="*/ 4883849 h 5143785"/>
              <a:gd name="connsiteX16360" fmla="*/ 672084 w 3114960"/>
              <a:gd name="connsiteY16360" fmla="*/ 4867466 h 5143785"/>
              <a:gd name="connsiteX16361" fmla="*/ 688467 w 3114960"/>
              <a:gd name="connsiteY16361" fmla="*/ 4864989 h 5143785"/>
              <a:gd name="connsiteX16362" fmla="*/ 693134 w 3114960"/>
              <a:gd name="connsiteY16362" fmla="*/ 4872609 h 5143785"/>
              <a:gd name="connsiteX16363" fmla="*/ 691039 w 3114960"/>
              <a:gd name="connsiteY16363" fmla="*/ 4881277 h 5143785"/>
              <a:gd name="connsiteX16364" fmla="*/ 909923 w 3114960"/>
              <a:gd name="connsiteY16364" fmla="*/ 4942904 h 5143785"/>
              <a:gd name="connsiteX16365" fmla="*/ 909638 w 3114960"/>
              <a:gd name="connsiteY16365" fmla="*/ 4943190 h 5143785"/>
              <a:gd name="connsiteX16366" fmla="*/ 896398 w 3114960"/>
              <a:gd name="connsiteY16366" fmla="*/ 4942904 h 5143785"/>
              <a:gd name="connsiteX16367" fmla="*/ 896684 w 3114960"/>
              <a:gd name="connsiteY16367" fmla="*/ 4929664 h 5143785"/>
              <a:gd name="connsiteX16368" fmla="*/ 909923 w 3114960"/>
              <a:gd name="connsiteY16368" fmla="*/ 4929950 h 5143785"/>
              <a:gd name="connsiteX16369" fmla="*/ 909923 w 3114960"/>
              <a:gd name="connsiteY16369" fmla="*/ 4942904 h 5143785"/>
              <a:gd name="connsiteX16370" fmla="*/ 721900 w 3114960"/>
              <a:gd name="connsiteY16370" fmla="*/ 4922615 h 5143785"/>
              <a:gd name="connsiteX16371" fmla="*/ 714280 w 3114960"/>
              <a:gd name="connsiteY16371" fmla="*/ 4927283 h 5143785"/>
              <a:gd name="connsiteX16372" fmla="*/ 712470 w 3114960"/>
              <a:gd name="connsiteY16372" fmla="*/ 4927378 h 5143785"/>
              <a:gd name="connsiteX16373" fmla="*/ 705612 w 3114960"/>
              <a:gd name="connsiteY16373" fmla="*/ 4925092 h 5143785"/>
              <a:gd name="connsiteX16374" fmla="*/ 703136 w 3114960"/>
              <a:gd name="connsiteY16374" fmla="*/ 4908709 h 5143785"/>
              <a:gd name="connsiteX16375" fmla="*/ 719519 w 3114960"/>
              <a:gd name="connsiteY16375" fmla="*/ 4906233 h 5143785"/>
              <a:gd name="connsiteX16376" fmla="*/ 724186 w 3114960"/>
              <a:gd name="connsiteY16376" fmla="*/ 4913853 h 5143785"/>
              <a:gd name="connsiteX16377" fmla="*/ 722090 w 3114960"/>
              <a:gd name="connsiteY16377" fmla="*/ 4922520 h 5143785"/>
              <a:gd name="connsiteX16378" fmla="*/ 1310164 w 3114960"/>
              <a:gd name="connsiteY16378" fmla="*/ 4982147 h 5143785"/>
              <a:gd name="connsiteX16379" fmla="*/ 1309878 w 3114960"/>
              <a:gd name="connsiteY16379" fmla="*/ 4982433 h 5143785"/>
              <a:gd name="connsiteX16380" fmla="*/ 1296638 w 3114960"/>
              <a:gd name="connsiteY16380" fmla="*/ 4982147 h 5143785"/>
              <a:gd name="connsiteX16381" fmla="*/ 1296924 w 3114960"/>
              <a:gd name="connsiteY16381" fmla="*/ 4968907 h 5143785"/>
              <a:gd name="connsiteX16382" fmla="*/ 1310164 w 3114960"/>
              <a:gd name="connsiteY16382" fmla="*/ 4969193 h 5143785"/>
              <a:gd name="connsiteX16383" fmla="*/ 1310164 w 3114960"/>
              <a:gd name="connsiteY16383" fmla="*/ 4982051 h 5143785"/>
              <a:gd name="connsiteX16384" fmla="*/ 753237 w 3114960"/>
              <a:gd name="connsiteY16384" fmla="*/ 4953667 h 5143785"/>
              <a:gd name="connsiteX16385" fmla="*/ 745617 w 3114960"/>
              <a:gd name="connsiteY16385" fmla="*/ 4958334 h 5143785"/>
              <a:gd name="connsiteX16386" fmla="*/ 743807 w 3114960"/>
              <a:gd name="connsiteY16386" fmla="*/ 4958429 h 5143785"/>
              <a:gd name="connsiteX16387" fmla="*/ 736949 w 3114960"/>
              <a:gd name="connsiteY16387" fmla="*/ 4956144 h 5143785"/>
              <a:gd name="connsiteX16388" fmla="*/ 734473 w 3114960"/>
              <a:gd name="connsiteY16388" fmla="*/ 4939760 h 5143785"/>
              <a:gd name="connsiteX16389" fmla="*/ 750856 w 3114960"/>
              <a:gd name="connsiteY16389" fmla="*/ 4937284 h 5143785"/>
              <a:gd name="connsiteX16390" fmla="*/ 755523 w 3114960"/>
              <a:gd name="connsiteY16390" fmla="*/ 4944904 h 5143785"/>
              <a:gd name="connsiteX16391" fmla="*/ 753427 w 3114960"/>
              <a:gd name="connsiteY16391" fmla="*/ 4953572 h 5143785"/>
              <a:gd name="connsiteX16392" fmla="*/ 1583436 w 3114960"/>
              <a:gd name="connsiteY16392" fmla="*/ 4795647 h 5143785"/>
              <a:gd name="connsiteX16393" fmla="*/ 1597343 w 3114960"/>
              <a:gd name="connsiteY16393" fmla="*/ 4777169 h 5143785"/>
              <a:gd name="connsiteX16394" fmla="*/ 1625156 w 3114960"/>
              <a:gd name="connsiteY16394" fmla="*/ 4777169 h 5143785"/>
              <a:gd name="connsiteX16395" fmla="*/ 1625156 w 3114960"/>
              <a:gd name="connsiteY16395" fmla="*/ 4826127 h 5143785"/>
              <a:gd name="connsiteX16396" fmla="*/ 1583436 w 3114960"/>
              <a:gd name="connsiteY16396" fmla="*/ 4826127 h 5143785"/>
              <a:gd name="connsiteX16397" fmla="*/ 1583436 w 3114960"/>
              <a:gd name="connsiteY16397" fmla="*/ 4795647 h 5143785"/>
              <a:gd name="connsiteX16398" fmla="*/ 1475137 w 3114960"/>
              <a:gd name="connsiteY16398" fmla="*/ 4873086 h 5143785"/>
              <a:gd name="connsiteX16399" fmla="*/ 1475137 w 3114960"/>
              <a:gd name="connsiteY16399" fmla="*/ 4848511 h 5143785"/>
              <a:gd name="connsiteX16400" fmla="*/ 1499711 w 3114960"/>
              <a:gd name="connsiteY16400" fmla="*/ 4848511 h 5143785"/>
              <a:gd name="connsiteX16401" fmla="*/ 1499711 w 3114960"/>
              <a:gd name="connsiteY16401" fmla="*/ 4873086 h 5143785"/>
              <a:gd name="connsiteX16402" fmla="*/ 1475137 w 3114960"/>
              <a:gd name="connsiteY16402" fmla="*/ 4873086 h 5143785"/>
              <a:gd name="connsiteX16403" fmla="*/ 1521809 w 3114960"/>
              <a:gd name="connsiteY16403" fmla="*/ 4873086 h 5143785"/>
              <a:gd name="connsiteX16404" fmla="*/ 1521809 w 3114960"/>
              <a:gd name="connsiteY16404" fmla="*/ 4848511 h 5143785"/>
              <a:gd name="connsiteX16405" fmla="*/ 1546384 w 3114960"/>
              <a:gd name="connsiteY16405" fmla="*/ 4848511 h 5143785"/>
              <a:gd name="connsiteX16406" fmla="*/ 1546384 w 3114960"/>
              <a:gd name="connsiteY16406" fmla="*/ 4873086 h 5143785"/>
              <a:gd name="connsiteX16407" fmla="*/ 1521809 w 3114960"/>
              <a:gd name="connsiteY16407" fmla="*/ 4873086 h 5143785"/>
              <a:gd name="connsiteX16408" fmla="*/ 1579626 w 3114960"/>
              <a:gd name="connsiteY16408" fmla="*/ 4890612 h 5143785"/>
              <a:gd name="connsiteX16409" fmla="*/ 1534954 w 3114960"/>
              <a:gd name="connsiteY16409" fmla="*/ 4890612 h 5143785"/>
              <a:gd name="connsiteX16410" fmla="*/ 1535144 w 3114960"/>
              <a:gd name="connsiteY16410" fmla="*/ 4877848 h 5143785"/>
              <a:gd name="connsiteX16411" fmla="*/ 1548670 w 3114960"/>
              <a:gd name="connsiteY16411" fmla="*/ 4877848 h 5143785"/>
              <a:gd name="connsiteX16412" fmla="*/ 1551051 w 3114960"/>
              <a:gd name="connsiteY16412" fmla="*/ 4875467 h 5143785"/>
              <a:gd name="connsiteX16413" fmla="*/ 1551051 w 3114960"/>
              <a:gd name="connsiteY16413" fmla="*/ 4846130 h 5143785"/>
              <a:gd name="connsiteX16414" fmla="*/ 1548670 w 3114960"/>
              <a:gd name="connsiteY16414" fmla="*/ 4843748 h 5143785"/>
              <a:gd name="connsiteX16415" fmla="*/ 1519333 w 3114960"/>
              <a:gd name="connsiteY16415" fmla="*/ 4843748 h 5143785"/>
              <a:gd name="connsiteX16416" fmla="*/ 1516952 w 3114960"/>
              <a:gd name="connsiteY16416" fmla="*/ 4846130 h 5143785"/>
              <a:gd name="connsiteX16417" fmla="*/ 1516952 w 3114960"/>
              <a:gd name="connsiteY16417" fmla="*/ 4875467 h 5143785"/>
              <a:gd name="connsiteX16418" fmla="*/ 1519333 w 3114960"/>
              <a:gd name="connsiteY16418" fmla="*/ 4877848 h 5143785"/>
              <a:gd name="connsiteX16419" fmla="*/ 1532763 w 3114960"/>
              <a:gd name="connsiteY16419" fmla="*/ 4877848 h 5143785"/>
              <a:gd name="connsiteX16420" fmla="*/ 1532573 w 3114960"/>
              <a:gd name="connsiteY16420" fmla="*/ 4890612 h 5143785"/>
              <a:gd name="connsiteX16421" fmla="*/ 1490853 w 3114960"/>
              <a:gd name="connsiteY16421" fmla="*/ 4890612 h 5143785"/>
              <a:gd name="connsiteX16422" fmla="*/ 1491044 w 3114960"/>
              <a:gd name="connsiteY16422" fmla="*/ 4877848 h 5143785"/>
              <a:gd name="connsiteX16423" fmla="*/ 1502093 w 3114960"/>
              <a:gd name="connsiteY16423" fmla="*/ 4877848 h 5143785"/>
              <a:gd name="connsiteX16424" fmla="*/ 1504474 w 3114960"/>
              <a:gd name="connsiteY16424" fmla="*/ 4875467 h 5143785"/>
              <a:gd name="connsiteX16425" fmla="*/ 1504474 w 3114960"/>
              <a:gd name="connsiteY16425" fmla="*/ 4846130 h 5143785"/>
              <a:gd name="connsiteX16426" fmla="*/ 1502093 w 3114960"/>
              <a:gd name="connsiteY16426" fmla="*/ 4843748 h 5143785"/>
              <a:gd name="connsiteX16427" fmla="*/ 1472756 w 3114960"/>
              <a:gd name="connsiteY16427" fmla="*/ 4843748 h 5143785"/>
              <a:gd name="connsiteX16428" fmla="*/ 1470374 w 3114960"/>
              <a:gd name="connsiteY16428" fmla="*/ 4846130 h 5143785"/>
              <a:gd name="connsiteX16429" fmla="*/ 1470374 w 3114960"/>
              <a:gd name="connsiteY16429" fmla="*/ 4875467 h 5143785"/>
              <a:gd name="connsiteX16430" fmla="*/ 1472756 w 3114960"/>
              <a:gd name="connsiteY16430" fmla="*/ 4877848 h 5143785"/>
              <a:gd name="connsiteX16431" fmla="*/ 1486376 w 3114960"/>
              <a:gd name="connsiteY16431" fmla="*/ 4877848 h 5143785"/>
              <a:gd name="connsiteX16432" fmla="*/ 1486186 w 3114960"/>
              <a:gd name="connsiteY16432" fmla="*/ 4890612 h 5143785"/>
              <a:gd name="connsiteX16433" fmla="*/ 1478661 w 3114960"/>
              <a:gd name="connsiteY16433" fmla="*/ 4890612 h 5143785"/>
              <a:gd name="connsiteX16434" fmla="*/ 1448848 w 3114960"/>
              <a:gd name="connsiteY16434" fmla="*/ 4860703 h 5143785"/>
              <a:gd name="connsiteX16435" fmla="*/ 1478661 w 3114960"/>
              <a:gd name="connsiteY16435" fmla="*/ 4830890 h 5143785"/>
              <a:gd name="connsiteX16436" fmla="*/ 1576388 w 3114960"/>
              <a:gd name="connsiteY16436" fmla="*/ 4830890 h 5143785"/>
              <a:gd name="connsiteX16437" fmla="*/ 1576388 w 3114960"/>
              <a:gd name="connsiteY16437" fmla="*/ 4843653 h 5143785"/>
              <a:gd name="connsiteX16438" fmla="*/ 1566291 w 3114960"/>
              <a:gd name="connsiteY16438" fmla="*/ 4843653 h 5143785"/>
              <a:gd name="connsiteX16439" fmla="*/ 1563910 w 3114960"/>
              <a:gd name="connsiteY16439" fmla="*/ 4846035 h 5143785"/>
              <a:gd name="connsiteX16440" fmla="*/ 1563910 w 3114960"/>
              <a:gd name="connsiteY16440" fmla="*/ 4875371 h 5143785"/>
              <a:gd name="connsiteX16441" fmla="*/ 1566291 w 3114960"/>
              <a:gd name="connsiteY16441" fmla="*/ 4877753 h 5143785"/>
              <a:gd name="connsiteX16442" fmla="*/ 1579817 w 3114960"/>
              <a:gd name="connsiteY16442" fmla="*/ 4877753 h 5143785"/>
              <a:gd name="connsiteX16443" fmla="*/ 1579817 w 3114960"/>
              <a:gd name="connsiteY16443" fmla="*/ 4890516 h 5143785"/>
              <a:gd name="connsiteX16444" fmla="*/ 1568482 w 3114960"/>
              <a:gd name="connsiteY16444" fmla="*/ 4873086 h 5143785"/>
              <a:gd name="connsiteX16445" fmla="*/ 1568482 w 3114960"/>
              <a:gd name="connsiteY16445" fmla="*/ 4848511 h 5143785"/>
              <a:gd name="connsiteX16446" fmla="*/ 1593056 w 3114960"/>
              <a:gd name="connsiteY16446" fmla="*/ 4848511 h 5143785"/>
              <a:gd name="connsiteX16447" fmla="*/ 1593056 w 3114960"/>
              <a:gd name="connsiteY16447" fmla="*/ 4873086 h 5143785"/>
              <a:gd name="connsiteX16448" fmla="*/ 1568482 w 3114960"/>
              <a:gd name="connsiteY16448" fmla="*/ 4873086 h 5143785"/>
              <a:gd name="connsiteX16449" fmla="*/ 1582007 w 3114960"/>
              <a:gd name="connsiteY16449" fmla="*/ 4890612 h 5143785"/>
              <a:gd name="connsiteX16450" fmla="*/ 1582007 w 3114960"/>
              <a:gd name="connsiteY16450" fmla="*/ 4877848 h 5143785"/>
              <a:gd name="connsiteX16451" fmla="*/ 1595438 w 3114960"/>
              <a:gd name="connsiteY16451" fmla="*/ 4877848 h 5143785"/>
              <a:gd name="connsiteX16452" fmla="*/ 1597819 w 3114960"/>
              <a:gd name="connsiteY16452" fmla="*/ 4875467 h 5143785"/>
              <a:gd name="connsiteX16453" fmla="*/ 1597819 w 3114960"/>
              <a:gd name="connsiteY16453" fmla="*/ 4846130 h 5143785"/>
              <a:gd name="connsiteX16454" fmla="*/ 1595438 w 3114960"/>
              <a:gd name="connsiteY16454" fmla="*/ 4843748 h 5143785"/>
              <a:gd name="connsiteX16455" fmla="*/ 1583341 w 3114960"/>
              <a:gd name="connsiteY16455" fmla="*/ 4843748 h 5143785"/>
              <a:gd name="connsiteX16456" fmla="*/ 1583341 w 3114960"/>
              <a:gd name="connsiteY16456" fmla="*/ 4830985 h 5143785"/>
              <a:gd name="connsiteX16457" fmla="*/ 1625060 w 3114960"/>
              <a:gd name="connsiteY16457" fmla="*/ 4830985 h 5143785"/>
              <a:gd name="connsiteX16458" fmla="*/ 1625060 w 3114960"/>
              <a:gd name="connsiteY16458" fmla="*/ 4843748 h 5143785"/>
              <a:gd name="connsiteX16459" fmla="*/ 1612773 w 3114960"/>
              <a:gd name="connsiteY16459" fmla="*/ 4843748 h 5143785"/>
              <a:gd name="connsiteX16460" fmla="*/ 1610392 w 3114960"/>
              <a:gd name="connsiteY16460" fmla="*/ 4846130 h 5143785"/>
              <a:gd name="connsiteX16461" fmla="*/ 1610392 w 3114960"/>
              <a:gd name="connsiteY16461" fmla="*/ 4875467 h 5143785"/>
              <a:gd name="connsiteX16462" fmla="*/ 1612773 w 3114960"/>
              <a:gd name="connsiteY16462" fmla="*/ 4877848 h 5143785"/>
              <a:gd name="connsiteX16463" fmla="*/ 1626489 w 3114960"/>
              <a:gd name="connsiteY16463" fmla="*/ 4877848 h 5143785"/>
              <a:gd name="connsiteX16464" fmla="*/ 1626489 w 3114960"/>
              <a:gd name="connsiteY16464" fmla="*/ 4890612 h 5143785"/>
              <a:gd name="connsiteX16465" fmla="*/ 1582007 w 3114960"/>
              <a:gd name="connsiteY16465" fmla="*/ 4890612 h 5143785"/>
              <a:gd name="connsiteX16466" fmla="*/ 1615250 w 3114960"/>
              <a:gd name="connsiteY16466" fmla="*/ 4873086 h 5143785"/>
              <a:gd name="connsiteX16467" fmla="*/ 1615250 w 3114960"/>
              <a:gd name="connsiteY16467" fmla="*/ 4848511 h 5143785"/>
              <a:gd name="connsiteX16468" fmla="*/ 1639824 w 3114960"/>
              <a:gd name="connsiteY16468" fmla="*/ 4848511 h 5143785"/>
              <a:gd name="connsiteX16469" fmla="*/ 1639824 w 3114960"/>
              <a:gd name="connsiteY16469" fmla="*/ 4873086 h 5143785"/>
              <a:gd name="connsiteX16470" fmla="*/ 1615250 w 3114960"/>
              <a:gd name="connsiteY16470" fmla="*/ 4873086 h 5143785"/>
              <a:gd name="connsiteX16471" fmla="*/ 1637728 w 3114960"/>
              <a:gd name="connsiteY16471" fmla="*/ 4830890 h 5143785"/>
              <a:gd name="connsiteX16472" fmla="*/ 1667637 w 3114960"/>
              <a:gd name="connsiteY16472" fmla="*/ 4860703 h 5143785"/>
              <a:gd name="connsiteX16473" fmla="*/ 1637728 w 3114960"/>
              <a:gd name="connsiteY16473" fmla="*/ 4890612 h 5143785"/>
              <a:gd name="connsiteX16474" fmla="*/ 1628870 w 3114960"/>
              <a:gd name="connsiteY16474" fmla="*/ 4890612 h 5143785"/>
              <a:gd name="connsiteX16475" fmla="*/ 1628870 w 3114960"/>
              <a:gd name="connsiteY16475" fmla="*/ 4877848 h 5143785"/>
              <a:gd name="connsiteX16476" fmla="*/ 1642110 w 3114960"/>
              <a:gd name="connsiteY16476" fmla="*/ 4877848 h 5143785"/>
              <a:gd name="connsiteX16477" fmla="*/ 1644491 w 3114960"/>
              <a:gd name="connsiteY16477" fmla="*/ 4875467 h 5143785"/>
              <a:gd name="connsiteX16478" fmla="*/ 1644491 w 3114960"/>
              <a:gd name="connsiteY16478" fmla="*/ 4846130 h 5143785"/>
              <a:gd name="connsiteX16479" fmla="*/ 1642110 w 3114960"/>
              <a:gd name="connsiteY16479" fmla="*/ 4843748 h 5143785"/>
              <a:gd name="connsiteX16480" fmla="*/ 1627442 w 3114960"/>
              <a:gd name="connsiteY16480" fmla="*/ 4843748 h 5143785"/>
              <a:gd name="connsiteX16481" fmla="*/ 1627442 w 3114960"/>
              <a:gd name="connsiteY16481" fmla="*/ 4830985 h 5143785"/>
              <a:gd name="connsiteX16482" fmla="*/ 1637728 w 3114960"/>
              <a:gd name="connsiteY16482" fmla="*/ 4830985 h 5143785"/>
              <a:gd name="connsiteX16483" fmla="*/ 1620488 w 3114960"/>
              <a:gd name="connsiteY16483" fmla="*/ 5054060 h 5143785"/>
              <a:gd name="connsiteX16484" fmla="*/ 1613726 w 3114960"/>
              <a:gd name="connsiteY16484" fmla="*/ 5062824 h 5143785"/>
              <a:gd name="connsiteX16485" fmla="*/ 1604867 w 3114960"/>
              <a:gd name="connsiteY16485" fmla="*/ 5055965 h 5143785"/>
              <a:gd name="connsiteX16486" fmla="*/ 1606487 w 3114960"/>
              <a:gd name="connsiteY16486" fmla="*/ 5050155 h 5143785"/>
              <a:gd name="connsiteX16487" fmla="*/ 1611725 w 3114960"/>
              <a:gd name="connsiteY16487" fmla="*/ 5047203 h 5143785"/>
              <a:gd name="connsiteX16488" fmla="*/ 1612773 w 3114960"/>
              <a:gd name="connsiteY16488" fmla="*/ 5047203 h 5143785"/>
              <a:gd name="connsiteX16489" fmla="*/ 1617536 w 3114960"/>
              <a:gd name="connsiteY16489" fmla="*/ 5048822 h 5143785"/>
              <a:gd name="connsiteX16490" fmla="*/ 1620488 w 3114960"/>
              <a:gd name="connsiteY16490" fmla="*/ 5054060 h 5143785"/>
              <a:gd name="connsiteX16491" fmla="*/ 1620488 w 3114960"/>
              <a:gd name="connsiteY16491" fmla="*/ 5054060 h 5143785"/>
              <a:gd name="connsiteX16492" fmla="*/ 1684877 w 3114960"/>
              <a:gd name="connsiteY16492" fmla="*/ 5059490 h 5143785"/>
              <a:gd name="connsiteX16493" fmla="*/ 1688021 w 3114960"/>
              <a:gd name="connsiteY16493" fmla="*/ 5056347 h 5143785"/>
              <a:gd name="connsiteX16494" fmla="*/ 1691164 w 3114960"/>
              <a:gd name="connsiteY16494" fmla="*/ 5059490 h 5143785"/>
              <a:gd name="connsiteX16495" fmla="*/ 1688021 w 3114960"/>
              <a:gd name="connsiteY16495" fmla="*/ 5062633 h 5143785"/>
              <a:gd name="connsiteX16496" fmla="*/ 1684877 w 3114960"/>
              <a:gd name="connsiteY16496" fmla="*/ 5059490 h 5143785"/>
              <a:gd name="connsiteX16497" fmla="*/ 95 w 3114960"/>
              <a:gd name="connsiteY16497" fmla="*/ 1603820 h 5143785"/>
              <a:gd name="connsiteX16498" fmla="*/ 23813 w 3114960"/>
              <a:gd name="connsiteY16498" fmla="*/ 1603629 h 5143785"/>
              <a:gd name="connsiteX16499" fmla="*/ 60008 w 3114960"/>
              <a:gd name="connsiteY16499" fmla="*/ 1568577 h 5143785"/>
              <a:gd name="connsiteX16500" fmla="*/ 170593 w 3114960"/>
              <a:gd name="connsiteY16500" fmla="*/ 1568577 h 5143785"/>
              <a:gd name="connsiteX16501" fmla="*/ 188690 w 3114960"/>
              <a:gd name="connsiteY16501" fmla="*/ 1555718 h 5143785"/>
              <a:gd name="connsiteX16502" fmla="*/ 197834 w 3114960"/>
              <a:gd name="connsiteY16502" fmla="*/ 1559338 h 5143785"/>
              <a:gd name="connsiteX16503" fmla="*/ 202120 w 3114960"/>
              <a:gd name="connsiteY16503" fmla="*/ 1558576 h 5143785"/>
              <a:gd name="connsiteX16504" fmla="*/ 216884 w 3114960"/>
              <a:gd name="connsiteY16504" fmla="*/ 1575626 h 5143785"/>
              <a:gd name="connsiteX16505" fmla="*/ 216884 w 3114960"/>
              <a:gd name="connsiteY16505" fmla="*/ 1668494 h 5143785"/>
              <a:gd name="connsiteX16506" fmla="*/ 213265 w 3114960"/>
              <a:gd name="connsiteY16506" fmla="*/ 1673352 h 5143785"/>
              <a:gd name="connsiteX16507" fmla="*/ 213265 w 3114960"/>
              <a:gd name="connsiteY16507" fmla="*/ 1679829 h 5143785"/>
              <a:gd name="connsiteX16508" fmla="*/ 218408 w 3114960"/>
              <a:gd name="connsiteY16508" fmla="*/ 1684973 h 5143785"/>
              <a:gd name="connsiteX16509" fmla="*/ 238792 w 3114960"/>
              <a:gd name="connsiteY16509" fmla="*/ 1684973 h 5143785"/>
              <a:gd name="connsiteX16510" fmla="*/ 243935 w 3114960"/>
              <a:gd name="connsiteY16510" fmla="*/ 1679829 h 5143785"/>
              <a:gd name="connsiteX16511" fmla="*/ 243935 w 3114960"/>
              <a:gd name="connsiteY16511" fmla="*/ 1673352 h 5143785"/>
              <a:gd name="connsiteX16512" fmla="*/ 239458 w 3114960"/>
              <a:gd name="connsiteY16512" fmla="*/ 1668304 h 5143785"/>
              <a:gd name="connsiteX16513" fmla="*/ 239458 w 3114960"/>
              <a:gd name="connsiteY16513" fmla="*/ 1574292 h 5143785"/>
              <a:gd name="connsiteX16514" fmla="*/ 270415 w 3114960"/>
              <a:gd name="connsiteY16514" fmla="*/ 1534001 h 5143785"/>
              <a:gd name="connsiteX16515" fmla="*/ 277178 w 3114960"/>
              <a:gd name="connsiteY16515" fmla="*/ 1535906 h 5143785"/>
              <a:gd name="connsiteX16516" fmla="*/ 290608 w 3114960"/>
              <a:gd name="connsiteY16516" fmla="*/ 1522476 h 5143785"/>
              <a:gd name="connsiteX16517" fmla="*/ 277178 w 3114960"/>
              <a:gd name="connsiteY16517" fmla="*/ 1509046 h 5143785"/>
              <a:gd name="connsiteX16518" fmla="*/ 263938 w 3114960"/>
              <a:gd name="connsiteY16518" fmla="*/ 1520095 h 5143785"/>
              <a:gd name="connsiteX16519" fmla="*/ 229648 w 3114960"/>
              <a:gd name="connsiteY16519" fmla="*/ 1520095 h 5143785"/>
              <a:gd name="connsiteX16520" fmla="*/ 216599 w 3114960"/>
              <a:gd name="connsiteY16520" fmla="*/ 1505522 h 5143785"/>
              <a:gd name="connsiteX16521" fmla="*/ 137351 w 3114960"/>
              <a:gd name="connsiteY16521" fmla="*/ 1505522 h 5143785"/>
              <a:gd name="connsiteX16522" fmla="*/ 102108 w 3114960"/>
              <a:gd name="connsiteY16522" fmla="*/ 1531144 h 5143785"/>
              <a:gd name="connsiteX16523" fmla="*/ 99251 w 3114960"/>
              <a:gd name="connsiteY16523" fmla="*/ 1530287 h 5143785"/>
              <a:gd name="connsiteX16524" fmla="*/ 91916 w 3114960"/>
              <a:gd name="connsiteY16524" fmla="*/ 1530287 h 5143785"/>
              <a:gd name="connsiteX16525" fmla="*/ 86106 w 3114960"/>
              <a:gd name="connsiteY16525" fmla="*/ 1536097 h 5143785"/>
              <a:gd name="connsiteX16526" fmla="*/ 86106 w 3114960"/>
              <a:gd name="connsiteY16526" fmla="*/ 1543431 h 5143785"/>
              <a:gd name="connsiteX16527" fmla="*/ 91916 w 3114960"/>
              <a:gd name="connsiteY16527" fmla="*/ 1549241 h 5143785"/>
              <a:gd name="connsiteX16528" fmla="*/ 99251 w 3114960"/>
              <a:gd name="connsiteY16528" fmla="*/ 1549241 h 5143785"/>
              <a:gd name="connsiteX16529" fmla="*/ 105061 w 3114960"/>
              <a:gd name="connsiteY16529" fmla="*/ 1543431 h 5143785"/>
              <a:gd name="connsiteX16530" fmla="*/ 105061 w 3114960"/>
              <a:gd name="connsiteY16530" fmla="*/ 1536097 h 5143785"/>
              <a:gd name="connsiteX16531" fmla="*/ 104870 w 3114960"/>
              <a:gd name="connsiteY16531" fmla="*/ 1535049 h 5143785"/>
              <a:gd name="connsiteX16532" fmla="*/ 138875 w 3114960"/>
              <a:gd name="connsiteY16532" fmla="*/ 1510379 h 5143785"/>
              <a:gd name="connsiteX16533" fmla="*/ 214408 w 3114960"/>
              <a:gd name="connsiteY16533" fmla="*/ 1510379 h 5143785"/>
              <a:gd name="connsiteX16534" fmla="*/ 227457 w 3114960"/>
              <a:gd name="connsiteY16534" fmla="*/ 1524953 h 5143785"/>
              <a:gd name="connsiteX16535" fmla="*/ 263843 w 3114960"/>
              <a:gd name="connsiteY16535" fmla="*/ 1524953 h 5143785"/>
              <a:gd name="connsiteX16536" fmla="*/ 266700 w 3114960"/>
              <a:gd name="connsiteY16536" fmla="*/ 1531049 h 5143785"/>
              <a:gd name="connsiteX16537" fmla="*/ 234601 w 3114960"/>
              <a:gd name="connsiteY16537" fmla="*/ 1572768 h 5143785"/>
              <a:gd name="connsiteX16538" fmla="*/ 234601 w 3114960"/>
              <a:gd name="connsiteY16538" fmla="*/ 1668304 h 5143785"/>
              <a:gd name="connsiteX16539" fmla="*/ 226219 w 3114960"/>
              <a:gd name="connsiteY16539" fmla="*/ 1668304 h 5143785"/>
              <a:gd name="connsiteX16540" fmla="*/ 226219 w 3114960"/>
              <a:gd name="connsiteY16540" fmla="*/ 1572197 h 5143785"/>
              <a:gd name="connsiteX16541" fmla="*/ 209264 w 3114960"/>
              <a:gd name="connsiteY16541" fmla="*/ 1552575 h 5143785"/>
              <a:gd name="connsiteX16542" fmla="*/ 211074 w 3114960"/>
              <a:gd name="connsiteY16542" fmla="*/ 1546003 h 5143785"/>
              <a:gd name="connsiteX16543" fmla="*/ 197644 w 3114960"/>
              <a:gd name="connsiteY16543" fmla="*/ 1532573 h 5143785"/>
              <a:gd name="connsiteX16544" fmla="*/ 184214 w 3114960"/>
              <a:gd name="connsiteY16544" fmla="*/ 1546003 h 5143785"/>
              <a:gd name="connsiteX16545" fmla="*/ 185738 w 3114960"/>
              <a:gd name="connsiteY16545" fmla="*/ 1552003 h 5143785"/>
              <a:gd name="connsiteX16546" fmla="*/ 168974 w 3114960"/>
              <a:gd name="connsiteY16546" fmla="*/ 1564005 h 5143785"/>
              <a:gd name="connsiteX16547" fmla="*/ 58103 w 3114960"/>
              <a:gd name="connsiteY16547" fmla="*/ 1564005 h 5143785"/>
              <a:gd name="connsiteX16548" fmla="*/ 21908 w 3114960"/>
              <a:gd name="connsiteY16548" fmla="*/ 1598962 h 5143785"/>
              <a:gd name="connsiteX16549" fmla="*/ 95 w 3114960"/>
              <a:gd name="connsiteY16549" fmla="*/ 1599152 h 5143785"/>
              <a:gd name="connsiteX16550" fmla="*/ 95 w 3114960"/>
              <a:gd name="connsiteY16550" fmla="*/ 1603915 h 5143785"/>
              <a:gd name="connsiteX16551" fmla="*/ 100489 w 3114960"/>
              <a:gd name="connsiteY16551" fmla="*/ 1543431 h 5143785"/>
              <a:gd name="connsiteX16552" fmla="*/ 99441 w 3114960"/>
              <a:gd name="connsiteY16552" fmla="*/ 1544479 h 5143785"/>
              <a:gd name="connsiteX16553" fmla="*/ 92107 w 3114960"/>
              <a:gd name="connsiteY16553" fmla="*/ 1544479 h 5143785"/>
              <a:gd name="connsiteX16554" fmla="*/ 91059 w 3114960"/>
              <a:gd name="connsiteY16554" fmla="*/ 1543431 h 5143785"/>
              <a:gd name="connsiteX16555" fmla="*/ 91059 w 3114960"/>
              <a:gd name="connsiteY16555" fmla="*/ 1536097 h 5143785"/>
              <a:gd name="connsiteX16556" fmla="*/ 92107 w 3114960"/>
              <a:gd name="connsiteY16556" fmla="*/ 1535049 h 5143785"/>
              <a:gd name="connsiteX16557" fmla="*/ 99441 w 3114960"/>
              <a:gd name="connsiteY16557" fmla="*/ 1535049 h 5143785"/>
              <a:gd name="connsiteX16558" fmla="*/ 100489 w 3114960"/>
              <a:gd name="connsiteY16558" fmla="*/ 1536097 h 5143785"/>
              <a:gd name="connsiteX16559" fmla="*/ 100489 w 3114960"/>
              <a:gd name="connsiteY16559" fmla="*/ 1543431 h 5143785"/>
              <a:gd name="connsiteX16560" fmla="*/ 277273 w 3114960"/>
              <a:gd name="connsiteY16560" fmla="*/ 1513808 h 5143785"/>
              <a:gd name="connsiteX16561" fmla="*/ 285941 w 3114960"/>
              <a:gd name="connsiteY16561" fmla="*/ 1522476 h 5143785"/>
              <a:gd name="connsiteX16562" fmla="*/ 277273 w 3114960"/>
              <a:gd name="connsiteY16562" fmla="*/ 1531144 h 5143785"/>
              <a:gd name="connsiteX16563" fmla="*/ 268605 w 3114960"/>
              <a:gd name="connsiteY16563" fmla="*/ 1522476 h 5143785"/>
              <a:gd name="connsiteX16564" fmla="*/ 277273 w 3114960"/>
              <a:gd name="connsiteY16564" fmla="*/ 1513808 h 5143785"/>
              <a:gd name="connsiteX16565" fmla="*/ 238220 w 3114960"/>
              <a:gd name="connsiteY16565" fmla="*/ 1670685 h 5143785"/>
              <a:gd name="connsiteX16566" fmla="*/ 238887 w 3114960"/>
              <a:gd name="connsiteY16566" fmla="*/ 1670685 h 5143785"/>
              <a:gd name="connsiteX16567" fmla="*/ 241554 w 3114960"/>
              <a:gd name="connsiteY16567" fmla="*/ 1673352 h 5143785"/>
              <a:gd name="connsiteX16568" fmla="*/ 241554 w 3114960"/>
              <a:gd name="connsiteY16568" fmla="*/ 1679829 h 5143785"/>
              <a:gd name="connsiteX16569" fmla="*/ 238887 w 3114960"/>
              <a:gd name="connsiteY16569" fmla="*/ 1682496 h 5143785"/>
              <a:gd name="connsiteX16570" fmla="*/ 238220 w 3114960"/>
              <a:gd name="connsiteY16570" fmla="*/ 1682496 h 5143785"/>
              <a:gd name="connsiteX16571" fmla="*/ 238220 w 3114960"/>
              <a:gd name="connsiteY16571" fmla="*/ 1670685 h 5143785"/>
              <a:gd name="connsiteX16572" fmla="*/ 225362 w 3114960"/>
              <a:gd name="connsiteY16572" fmla="*/ 1670685 h 5143785"/>
              <a:gd name="connsiteX16573" fmla="*/ 235077 w 3114960"/>
              <a:gd name="connsiteY16573" fmla="*/ 1670685 h 5143785"/>
              <a:gd name="connsiteX16574" fmla="*/ 235077 w 3114960"/>
              <a:gd name="connsiteY16574" fmla="*/ 1682496 h 5143785"/>
              <a:gd name="connsiteX16575" fmla="*/ 225362 w 3114960"/>
              <a:gd name="connsiteY16575" fmla="*/ 1682496 h 5143785"/>
              <a:gd name="connsiteX16576" fmla="*/ 225362 w 3114960"/>
              <a:gd name="connsiteY16576" fmla="*/ 1670685 h 5143785"/>
              <a:gd name="connsiteX16577" fmla="*/ 221075 w 3114960"/>
              <a:gd name="connsiteY16577" fmla="*/ 1670685 h 5143785"/>
              <a:gd name="connsiteX16578" fmla="*/ 223838 w 3114960"/>
              <a:gd name="connsiteY16578" fmla="*/ 1670685 h 5143785"/>
              <a:gd name="connsiteX16579" fmla="*/ 223838 w 3114960"/>
              <a:gd name="connsiteY16579" fmla="*/ 1682496 h 5143785"/>
              <a:gd name="connsiteX16580" fmla="*/ 221075 w 3114960"/>
              <a:gd name="connsiteY16580" fmla="*/ 1682496 h 5143785"/>
              <a:gd name="connsiteX16581" fmla="*/ 221075 w 3114960"/>
              <a:gd name="connsiteY16581" fmla="*/ 1670685 h 5143785"/>
              <a:gd name="connsiteX16582" fmla="*/ 218599 w 3114960"/>
              <a:gd name="connsiteY16582" fmla="*/ 1670685 h 5143785"/>
              <a:gd name="connsiteX16583" fmla="*/ 218599 w 3114960"/>
              <a:gd name="connsiteY16583" fmla="*/ 1682496 h 5143785"/>
              <a:gd name="connsiteX16584" fmla="*/ 218504 w 3114960"/>
              <a:gd name="connsiteY16584" fmla="*/ 1682496 h 5143785"/>
              <a:gd name="connsiteX16585" fmla="*/ 215837 w 3114960"/>
              <a:gd name="connsiteY16585" fmla="*/ 1679829 h 5143785"/>
              <a:gd name="connsiteX16586" fmla="*/ 215837 w 3114960"/>
              <a:gd name="connsiteY16586" fmla="*/ 1673352 h 5143785"/>
              <a:gd name="connsiteX16587" fmla="*/ 218504 w 3114960"/>
              <a:gd name="connsiteY16587" fmla="*/ 1670685 h 5143785"/>
              <a:gd name="connsiteX16588" fmla="*/ 218599 w 3114960"/>
              <a:gd name="connsiteY16588" fmla="*/ 1670685 h 5143785"/>
              <a:gd name="connsiteX16589" fmla="*/ 197834 w 3114960"/>
              <a:gd name="connsiteY16589" fmla="*/ 1537145 h 5143785"/>
              <a:gd name="connsiteX16590" fmla="*/ 206502 w 3114960"/>
              <a:gd name="connsiteY16590" fmla="*/ 1545812 h 5143785"/>
              <a:gd name="connsiteX16591" fmla="*/ 197834 w 3114960"/>
              <a:gd name="connsiteY16591" fmla="*/ 1554480 h 5143785"/>
              <a:gd name="connsiteX16592" fmla="*/ 189167 w 3114960"/>
              <a:gd name="connsiteY16592" fmla="*/ 1545812 h 5143785"/>
              <a:gd name="connsiteX16593" fmla="*/ 197834 w 3114960"/>
              <a:gd name="connsiteY16593" fmla="*/ 1537145 h 5143785"/>
              <a:gd name="connsiteX16594" fmla="*/ 1369886 w 3114960"/>
              <a:gd name="connsiteY16594" fmla="*/ 5081112 h 5143785"/>
              <a:gd name="connsiteX16595" fmla="*/ 1373600 w 3114960"/>
              <a:gd name="connsiteY16595" fmla="*/ 5082159 h 5143785"/>
              <a:gd name="connsiteX16596" fmla="*/ 1381506 w 3114960"/>
              <a:gd name="connsiteY16596" fmla="*/ 5074253 h 5143785"/>
              <a:gd name="connsiteX16597" fmla="*/ 1373600 w 3114960"/>
              <a:gd name="connsiteY16597" fmla="*/ 5066348 h 5143785"/>
              <a:gd name="connsiteX16598" fmla="*/ 1365695 w 3114960"/>
              <a:gd name="connsiteY16598" fmla="*/ 5074253 h 5143785"/>
              <a:gd name="connsiteX16599" fmla="*/ 1366552 w 3114960"/>
              <a:gd name="connsiteY16599" fmla="*/ 5077683 h 5143785"/>
              <a:gd name="connsiteX16600" fmla="*/ 1345502 w 3114960"/>
              <a:gd name="connsiteY16600" fmla="*/ 5093208 h 5143785"/>
              <a:gd name="connsiteX16601" fmla="*/ 1345502 w 3114960"/>
              <a:gd name="connsiteY16601" fmla="*/ 5143595 h 5143785"/>
              <a:gd name="connsiteX16602" fmla="*/ 1350264 w 3114960"/>
              <a:gd name="connsiteY16602" fmla="*/ 5143595 h 5143785"/>
              <a:gd name="connsiteX16603" fmla="*/ 1350264 w 3114960"/>
              <a:gd name="connsiteY16603" fmla="*/ 5095590 h 5143785"/>
              <a:gd name="connsiteX16604" fmla="*/ 1369886 w 3114960"/>
              <a:gd name="connsiteY16604" fmla="*/ 5081112 h 5143785"/>
              <a:gd name="connsiteX16605" fmla="*/ 1373600 w 3114960"/>
              <a:gd name="connsiteY16605" fmla="*/ 5071015 h 5143785"/>
              <a:gd name="connsiteX16606" fmla="*/ 1376744 w 3114960"/>
              <a:gd name="connsiteY16606" fmla="*/ 5074158 h 5143785"/>
              <a:gd name="connsiteX16607" fmla="*/ 1373600 w 3114960"/>
              <a:gd name="connsiteY16607" fmla="*/ 5077301 h 5143785"/>
              <a:gd name="connsiteX16608" fmla="*/ 1370457 w 3114960"/>
              <a:gd name="connsiteY16608" fmla="*/ 5074158 h 5143785"/>
              <a:gd name="connsiteX16609" fmla="*/ 1373600 w 3114960"/>
              <a:gd name="connsiteY16609" fmla="*/ 5071015 h 5143785"/>
              <a:gd name="connsiteX16610" fmla="*/ 1648682 w 3114960"/>
              <a:gd name="connsiteY16610" fmla="*/ 5079873 h 5143785"/>
              <a:gd name="connsiteX16611" fmla="*/ 1648682 w 3114960"/>
              <a:gd name="connsiteY16611" fmla="*/ 5143595 h 5143785"/>
              <a:gd name="connsiteX16612" fmla="*/ 1653445 w 3114960"/>
              <a:gd name="connsiteY16612" fmla="*/ 5143595 h 5143785"/>
              <a:gd name="connsiteX16613" fmla="*/ 1653445 w 3114960"/>
              <a:gd name="connsiteY16613" fmla="*/ 5081969 h 5143785"/>
              <a:gd name="connsiteX16614" fmla="*/ 1659636 w 3114960"/>
              <a:gd name="connsiteY16614" fmla="*/ 5076158 h 5143785"/>
              <a:gd name="connsiteX16615" fmla="*/ 1659636 w 3114960"/>
              <a:gd name="connsiteY16615" fmla="*/ 5050441 h 5143785"/>
              <a:gd name="connsiteX16616" fmla="*/ 1665161 w 3114960"/>
              <a:gd name="connsiteY16616" fmla="*/ 5043012 h 5143785"/>
              <a:gd name="connsiteX16617" fmla="*/ 1657255 w 3114960"/>
              <a:gd name="connsiteY16617" fmla="*/ 5035106 h 5143785"/>
              <a:gd name="connsiteX16618" fmla="*/ 1649349 w 3114960"/>
              <a:gd name="connsiteY16618" fmla="*/ 5043012 h 5143785"/>
              <a:gd name="connsiteX16619" fmla="*/ 1654874 w 3114960"/>
              <a:gd name="connsiteY16619" fmla="*/ 5050441 h 5143785"/>
              <a:gd name="connsiteX16620" fmla="*/ 1654874 w 3114960"/>
              <a:gd name="connsiteY16620" fmla="*/ 5074063 h 5143785"/>
              <a:gd name="connsiteX16621" fmla="*/ 1648682 w 3114960"/>
              <a:gd name="connsiteY16621" fmla="*/ 5079873 h 5143785"/>
              <a:gd name="connsiteX16622" fmla="*/ 1654112 w 3114960"/>
              <a:gd name="connsiteY16622" fmla="*/ 5043012 h 5143785"/>
              <a:gd name="connsiteX16623" fmla="*/ 1657255 w 3114960"/>
              <a:gd name="connsiteY16623" fmla="*/ 5039868 h 5143785"/>
              <a:gd name="connsiteX16624" fmla="*/ 1660398 w 3114960"/>
              <a:gd name="connsiteY16624" fmla="*/ 5043012 h 5143785"/>
              <a:gd name="connsiteX16625" fmla="*/ 1657255 w 3114960"/>
              <a:gd name="connsiteY16625" fmla="*/ 5046155 h 5143785"/>
              <a:gd name="connsiteX16626" fmla="*/ 1654112 w 3114960"/>
              <a:gd name="connsiteY16626" fmla="*/ 5043012 h 5143785"/>
              <a:gd name="connsiteX16627" fmla="*/ 2180082 w 3114960"/>
              <a:gd name="connsiteY16627" fmla="*/ 4808982 h 5143785"/>
              <a:gd name="connsiteX16628" fmla="*/ 2163128 w 3114960"/>
              <a:gd name="connsiteY16628" fmla="*/ 4814602 h 5143785"/>
              <a:gd name="connsiteX16629" fmla="*/ 2168747 w 3114960"/>
              <a:gd name="connsiteY16629" fmla="*/ 4831556 h 5143785"/>
              <a:gd name="connsiteX16630" fmla="*/ 2174367 w 3114960"/>
              <a:gd name="connsiteY16630" fmla="*/ 4832890 h 5143785"/>
              <a:gd name="connsiteX16631" fmla="*/ 2185702 w 3114960"/>
              <a:gd name="connsiteY16631" fmla="*/ 4825937 h 5143785"/>
              <a:gd name="connsiteX16632" fmla="*/ 2186559 w 3114960"/>
              <a:gd name="connsiteY16632" fmla="*/ 4822698 h 5143785"/>
              <a:gd name="connsiteX16633" fmla="*/ 2351913 w 3114960"/>
              <a:gd name="connsiteY16633" fmla="*/ 4822698 h 5143785"/>
              <a:gd name="connsiteX16634" fmla="*/ 2390489 w 3114960"/>
              <a:gd name="connsiteY16634" fmla="*/ 4779264 h 5143785"/>
              <a:gd name="connsiteX16635" fmla="*/ 2390489 w 3114960"/>
              <a:gd name="connsiteY16635" fmla="*/ 4654772 h 5143785"/>
              <a:gd name="connsiteX16636" fmla="*/ 2400205 w 3114960"/>
              <a:gd name="connsiteY16636" fmla="*/ 4646010 h 5143785"/>
              <a:gd name="connsiteX16637" fmla="*/ 2391537 w 3114960"/>
              <a:gd name="connsiteY16637" fmla="*/ 4630388 h 5143785"/>
              <a:gd name="connsiteX16638" fmla="*/ 2375916 w 3114960"/>
              <a:gd name="connsiteY16638" fmla="*/ 4639056 h 5143785"/>
              <a:gd name="connsiteX16639" fmla="*/ 2377059 w 3114960"/>
              <a:gd name="connsiteY16639" fmla="*/ 4648677 h 5143785"/>
              <a:gd name="connsiteX16640" fmla="*/ 2384584 w 3114960"/>
              <a:gd name="connsiteY16640" fmla="*/ 4654677 h 5143785"/>
              <a:gd name="connsiteX16641" fmla="*/ 2385632 w 3114960"/>
              <a:gd name="connsiteY16641" fmla="*/ 4654868 h 5143785"/>
              <a:gd name="connsiteX16642" fmla="*/ 2385632 w 3114960"/>
              <a:gd name="connsiteY16642" fmla="*/ 4777454 h 5143785"/>
              <a:gd name="connsiteX16643" fmla="*/ 2349627 w 3114960"/>
              <a:gd name="connsiteY16643" fmla="*/ 4817936 h 5143785"/>
              <a:gd name="connsiteX16644" fmla="*/ 2186464 w 3114960"/>
              <a:gd name="connsiteY16644" fmla="*/ 4817936 h 5143785"/>
              <a:gd name="connsiteX16645" fmla="*/ 2179892 w 3114960"/>
              <a:gd name="connsiteY16645" fmla="*/ 4808982 h 5143785"/>
              <a:gd name="connsiteX16646" fmla="*/ 2181416 w 3114960"/>
              <a:gd name="connsiteY16646" fmla="*/ 4823746 h 5143785"/>
              <a:gd name="connsiteX16647" fmla="*/ 2170843 w 3114960"/>
              <a:gd name="connsiteY16647" fmla="*/ 4827270 h 5143785"/>
              <a:gd name="connsiteX16648" fmla="*/ 2166938 w 3114960"/>
              <a:gd name="connsiteY16648" fmla="*/ 4822698 h 5143785"/>
              <a:gd name="connsiteX16649" fmla="*/ 2167319 w 3114960"/>
              <a:gd name="connsiteY16649" fmla="*/ 4816697 h 5143785"/>
              <a:gd name="connsiteX16650" fmla="*/ 2171891 w 3114960"/>
              <a:gd name="connsiteY16650" fmla="*/ 4812792 h 5143785"/>
              <a:gd name="connsiteX16651" fmla="*/ 2174367 w 3114960"/>
              <a:gd name="connsiteY16651" fmla="*/ 4812411 h 5143785"/>
              <a:gd name="connsiteX16652" fmla="*/ 2177891 w 3114960"/>
              <a:gd name="connsiteY16652" fmla="*/ 4813269 h 5143785"/>
              <a:gd name="connsiteX16653" fmla="*/ 2181416 w 3114960"/>
              <a:gd name="connsiteY16653" fmla="*/ 4823841 h 5143785"/>
              <a:gd name="connsiteX16654" fmla="*/ 2381250 w 3114960"/>
              <a:gd name="connsiteY16654" fmla="*/ 4646390 h 5143785"/>
              <a:gd name="connsiteX16655" fmla="*/ 2380583 w 3114960"/>
              <a:gd name="connsiteY16655" fmla="*/ 4640390 h 5143785"/>
              <a:gd name="connsiteX16656" fmla="*/ 2390299 w 3114960"/>
              <a:gd name="connsiteY16656" fmla="*/ 4634961 h 5143785"/>
              <a:gd name="connsiteX16657" fmla="*/ 2395728 w 3114960"/>
              <a:gd name="connsiteY16657" fmla="*/ 4644676 h 5143785"/>
              <a:gd name="connsiteX16658" fmla="*/ 2386013 w 3114960"/>
              <a:gd name="connsiteY16658" fmla="*/ 4650105 h 5143785"/>
              <a:gd name="connsiteX16659" fmla="*/ 2381345 w 3114960"/>
              <a:gd name="connsiteY16659" fmla="*/ 4646390 h 5143785"/>
              <a:gd name="connsiteX16660" fmla="*/ 2240756 w 3114960"/>
              <a:gd name="connsiteY16660" fmla="*/ 5082921 h 5143785"/>
              <a:gd name="connsiteX16661" fmla="*/ 2305907 w 3114960"/>
              <a:gd name="connsiteY16661" fmla="*/ 5143595 h 5143785"/>
              <a:gd name="connsiteX16662" fmla="*/ 2298954 w 3114960"/>
              <a:gd name="connsiteY16662" fmla="*/ 5143595 h 5143785"/>
              <a:gd name="connsiteX16663" fmla="*/ 2238185 w 3114960"/>
              <a:gd name="connsiteY16663" fmla="*/ 5087017 h 5143785"/>
              <a:gd name="connsiteX16664" fmla="*/ 2145411 w 3114960"/>
              <a:gd name="connsiteY16664" fmla="*/ 5087017 h 5143785"/>
              <a:gd name="connsiteX16665" fmla="*/ 2145411 w 3114960"/>
              <a:gd name="connsiteY16665" fmla="*/ 5092446 h 5143785"/>
              <a:gd name="connsiteX16666" fmla="*/ 2141887 w 3114960"/>
              <a:gd name="connsiteY16666" fmla="*/ 5095970 h 5143785"/>
              <a:gd name="connsiteX16667" fmla="*/ 2126266 w 3114960"/>
              <a:gd name="connsiteY16667" fmla="*/ 5095970 h 5143785"/>
              <a:gd name="connsiteX16668" fmla="*/ 2122742 w 3114960"/>
              <a:gd name="connsiteY16668" fmla="*/ 5092446 h 5143785"/>
              <a:gd name="connsiteX16669" fmla="*/ 2122742 w 3114960"/>
              <a:gd name="connsiteY16669" fmla="*/ 5076825 h 5143785"/>
              <a:gd name="connsiteX16670" fmla="*/ 2126266 w 3114960"/>
              <a:gd name="connsiteY16670" fmla="*/ 5073301 h 5143785"/>
              <a:gd name="connsiteX16671" fmla="*/ 2141887 w 3114960"/>
              <a:gd name="connsiteY16671" fmla="*/ 5073301 h 5143785"/>
              <a:gd name="connsiteX16672" fmla="*/ 2145411 w 3114960"/>
              <a:gd name="connsiteY16672" fmla="*/ 5076825 h 5143785"/>
              <a:gd name="connsiteX16673" fmla="*/ 2145411 w 3114960"/>
              <a:gd name="connsiteY16673" fmla="*/ 5082254 h 5143785"/>
              <a:gd name="connsiteX16674" fmla="*/ 2239994 w 3114960"/>
              <a:gd name="connsiteY16674" fmla="*/ 5082254 h 5143785"/>
              <a:gd name="connsiteX16675" fmla="*/ 2240661 w 3114960"/>
              <a:gd name="connsiteY16675" fmla="*/ 5082921 h 5143785"/>
              <a:gd name="connsiteX16676" fmla="*/ 2115598 w 3114960"/>
              <a:gd name="connsiteY16676" fmla="*/ 5044535 h 5143785"/>
              <a:gd name="connsiteX16677" fmla="*/ 2200180 w 3114960"/>
              <a:gd name="connsiteY16677" fmla="*/ 5044821 h 5143785"/>
              <a:gd name="connsiteX16678" fmla="*/ 2204657 w 3114960"/>
              <a:gd name="connsiteY16678" fmla="*/ 5052156 h 5143785"/>
              <a:gd name="connsiteX16679" fmla="*/ 2212372 w 3114960"/>
              <a:gd name="connsiteY16679" fmla="*/ 5054822 h 5143785"/>
              <a:gd name="connsiteX16680" fmla="*/ 2213991 w 3114960"/>
              <a:gd name="connsiteY16680" fmla="*/ 5054727 h 5143785"/>
              <a:gd name="connsiteX16681" fmla="*/ 2222373 w 3114960"/>
              <a:gd name="connsiteY16681" fmla="*/ 5049965 h 5143785"/>
              <a:gd name="connsiteX16682" fmla="*/ 2224659 w 3114960"/>
              <a:gd name="connsiteY16682" fmla="*/ 5044631 h 5143785"/>
              <a:gd name="connsiteX16683" fmla="*/ 2258854 w 3114960"/>
              <a:gd name="connsiteY16683" fmla="*/ 5044631 h 5143785"/>
              <a:gd name="connsiteX16684" fmla="*/ 2269522 w 3114960"/>
              <a:gd name="connsiteY16684" fmla="*/ 5056251 h 5143785"/>
              <a:gd name="connsiteX16685" fmla="*/ 2309622 w 3114960"/>
              <a:gd name="connsiteY16685" fmla="*/ 5056251 h 5143785"/>
              <a:gd name="connsiteX16686" fmla="*/ 2312194 w 3114960"/>
              <a:gd name="connsiteY16686" fmla="*/ 5061871 h 5143785"/>
              <a:gd name="connsiteX16687" fmla="*/ 2318957 w 3114960"/>
              <a:gd name="connsiteY16687" fmla="*/ 5064633 h 5143785"/>
              <a:gd name="connsiteX16688" fmla="*/ 2341150 w 3114960"/>
              <a:gd name="connsiteY16688" fmla="*/ 5064633 h 5143785"/>
              <a:gd name="connsiteX16689" fmla="*/ 2347913 w 3114960"/>
              <a:gd name="connsiteY16689" fmla="*/ 5061775 h 5143785"/>
              <a:gd name="connsiteX16690" fmla="*/ 2349627 w 3114960"/>
              <a:gd name="connsiteY16690" fmla="*/ 5059299 h 5143785"/>
              <a:gd name="connsiteX16691" fmla="*/ 2364772 w 3114960"/>
              <a:gd name="connsiteY16691" fmla="*/ 5077968 h 5143785"/>
              <a:gd name="connsiteX16692" fmla="*/ 2446401 w 3114960"/>
              <a:gd name="connsiteY16692" fmla="*/ 5077778 h 5143785"/>
              <a:gd name="connsiteX16693" fmla="*/ 2446877 w 3114960"/>
              <a:gd name="connsiteY16693" fmla="*/ 5077778 h 5143785"/>
              <a:gd name="connsiteX16694" fmla="*/ 2468309 w 3114960"/>
              <a:gd name="connsiteY16694" fmla="*/ 5055108 h 5143785"/>
              <a:gd name="connsiteX16695" fmla="*/ 2551367 w 3114960"/>
              <a:gd name="connsiteY16695" fmla="*/ 5055108 h 5143785"/>
              <a:gd name="connsiteX16696" fmla="*/ 2552414 w 3114960"/>
              <a:gd name="connsiteY16696" fmla="*/ 5056918 h 5143785"/>
              <a:gd name="connsiteX16697" fmla="*/ 2562892 w 3114960"/>
              <a:gd name="connsiteY16697" fmla="*/ 5067395 h 5143785"/>
              <a:gd name="connsiteX16698" fmla="*/ 2569274 w 3114960"/>
              <a:gd name="connsiteY16698" fmla="*/ 5067395 h 5143785"/>
              <a:gd name="connsiteX16699" fmla="*/ 2579751 w 3114960"/>
              <a:gd name="connsiteY16699" fmla="*/ 5056918 h 5143785"/>
              <a:gd name="connsiteX16700" fmla="*/ 2579751 w 3114960"/>
              <a:gd name="connsiteY16700" fmla="*/ 5050536 h 5143785"/>
              <a:gd name="connsiteX16701" fmla="*/ 2569274 w 3114960"/>
              <a:gd name="connsiteY16701" fmla="*/ 5040059 h 5143785"/>
              <a:gd name="connsiteX16702" fmla="*/ 2562797 w 3114960"/>
              <a:gd name="connsiteY16702" fmla="*/ 5040059 h 5143785"/>
              <a:gd name="connsiteX16703" fmla="*/ 2552319 w 3114960"/>
              <a:gd name="connsiteY16703" fmla="*/ 5050536 h 5143785"/>
              <a:gd name="connsiteX16704" fmla="*/ 2551176 w 3114960"/>
              <a:gd name="connsiteY16704" fmla="*/ 5052632 h 5143785"/>
              <a:gd name="connsiteX16705" fmla="*/ 2467166 w 3114960"/>
              <a:gd name="connsiteY16705" fmla="*/ 5052632 h 5143785"/>
              <a:gd name="connsiteX16706" fmla="*/ 2445734 w 3114960"/>
              <a:gd name="connsiteY16706" fmla="*/ 5075397 h 5143785"/>
              <a:gd name="connsiteX16707" fmla="*/ 2365724 w 3114960"/>
              <a:gd name="connsiteY16707" fmla="*/ 5075587 h 5143785"/>
              <a:gd name="connsiteX16708" fmla="*/ 2350199 w 3114960"/>
              <a:gd name="connsiteY16708" fmla="*/ 5056537 h 5143785"/>
              <a:gd name="connsiteX16709" fmla="*/ 2350484 w 3114960"/>
              <a:gd name="connsiteY16709" fmla="*/ 5055013 h 5143785"/>
              <a:gd name="connsiteX16710" fmla="*/ 2350484 w 3114960"/>
              <a:gd name="connsiteY16710" fmla="*/ 5051774 h 5143785"/>
              <a:gd name="connsiteX16711" fmla="*/ 2347627 w 3114960"/>
              <a:gd name="connsiteY16711" fmla="*/ 5045012 h 5143785"/>
              <a:gd name="connsiteX16712" fmla="*/ 2340864 w 3114960"/>
              <a:gd name="connsiteY16712" fmla="*/ 5042249 h 5143785"/>
              <a:gd name="connsiteX16713" fmla="*/ 2318671 w 3114960"/>
              <a:gd name="connsiteY16713" fmla="*/ 5042249 h 5143785"/>
              <a:gd name="connsiteX16714" fmla="*/ 2311908 w 3114960"/>
              <a:gd name="connsiteY16714" fmla="*/ 5045107 h 5143785"/>
              <a:gd name="connsiteX16715" fmla="*/ 2309146 w 3114960"/>
              <a:gd name="connsiteY16715" fmla="*/ 5051584 h 5143785"/>
              <a:gd name="connsiteX16716" fmla="*/ 2271332 w 3114960"/>
              <a:gd name="connsiteY16716" fmla="*/ 5051584 h 5143785"/>
              <a:gd name="connsiteX16717" fmla="*/ 2260664 w 3114960"/>
              <a:gd name="connsiteY16717" fmla="*/ 5039963 h 5143785"/>
              <a:gd name="connsiteX16718" fmla="*/ 2224373 w 3114960"/>
              <a:gd name="connsiteY16718" fmla="*/ 5039963 h 5143785"/>
              <a:gd name="connsiteX16719" fmla="*/ 2219801 w 3114960"/>
              <a:gd name="connsiteY16719" fmla="*/ 5032344 h 5143785"/>
              <a:gd name="connsiteX16720" fmla="*/ 2210467 w 3114960"/>
              <a:gd name="connsiteY16720" fmla="*/ 5029772 h 5143785"/>
              <a:gd name="connsiteX16721" fmla="*/ 2202085 w 3114960"/>
              <a:gd name="connsiteY16721" fmla="*/ 5034534 h 5143785"/>
              <a:gd name="connsiteX16722" fmla="*/ 2199799 w 3114960"/>
              <a:gd name="connsiteY16722" fmla="*/ 5040154 h 5143785"/>
              <a:gd name="connsiteX16723" fmla="*/ 2113407 w 3114960"/>
              <a:gd name="connsiteY16723" fmla="*/ 5039868 h 5143785"/>
              <a:gd name="connsiteX16724" fmla="*/ 2001488 w 3114960"/>
              <a:gd name="connsiteY16724" fmla="*/ 5143691 h 5143785"/>
              <a:gd name="connsiteX16725" fmla="*/ 2008537 w 3114960"/>
              <a:gd name="connsiteY16725" fmla="*/ 5143691 h 5143785"/>
              <a:gd name="connsiteX16726" fmla="*/ 2115312 w 3114960"/>
              <a:gd name="connsiteY16726" fmla="*/ 5044631 h 5143785"/>
              <a:gd name="connsiteX16727" fmla="*/ 2344674 w 3114960"/>
              <a:gd name="connsiteY16727" fmla="*/ 5048345 h 5143785"/>
              <a:gd name="connsiteX16728" fmla="*/ 2346103 w 3114960"/>
              <a:gd name="connsiteY16728" fmla="*/ 5051774 h 5143785"/>
              <a:gd name="connsiteX16729" fmla="*/ 2346103 w 3114960"/>
              <a:gd name="connsiteY16729" fmla="*/ 5055013 h 5143785"/>
              <a:gd name="connsiteX16730" fmla="*/ 2344674 w 3114960"/>
              <a:gd name="connsiteY16730" fmla="*/ 5058442 h 5143785"/>
              <a:gd name="connsiteX16731" fmla="*/ 2342293 w 3114960"/>
              <a:gd name="connsiteY16731" fmla="*/ 5059680 h 5143785"/>
              <a:gd name="connsiteX16732" fmla="*/ 2342293 w 3114960"/>
              <a:gd name="connsiteY16732" fmla="*/ 5047107 h 5143785"/>
              <a:gd name="connsiteX16733" fmla="*/ 2344674 w 3114960"/>
              <a:gd name="connsiteY16733" fmla="*/ 5048345 h 5143785"/>
              <a:gd name="connsiteX16734" fmla="*/ 2336673 w 3114960"/>
              <a:gd name="connsiteY16734" fmla="*/ 5046917 h 5143785"/>
              <a:gd name="connsiteX16735" fmla="*/ 2336673 w 3114960"/>
              <a:gd name="connsiteY16735" fmla="*/ 5059871 h 5143785"/>
              <a:gd name="connsiteX16736" fmla="*/ 2324672 w 3114960"/>
              <a:gd name="connsiteY16736" fmla="*/ 5059871 h 5143785"/>
              <a:gd name="connsiteX16737" fmla="*/ 2324672 w 3114960"/>
              <a:gd name="connsiteY16737" fmla="*/ 5046917 h 5143785"/>
              <a:gd name="connsiteX16738" fmla="*/ 2336673 w 3114960"/>
              <a:gd name="connsiteY16738" fmla="*/ 5046917 h 5143785"/>
              <a:gd name="connsiteX16739" fmla="*/ 2315623 w 3114960"/>
              <a:gd name="connsiteY16739" fmla="*/ 5048345 h 5143785"/>
              <a:gd name="connsiteX16740" fmla="*/ 2319052 w 3114960"/>
              <a:gd name="connsiteY16740" fmla="*/ 5046917 h 5143785"/>
              <a:gd name="connsiteX16741" fmla="*/ 2319719 w 3114960"/>
              <a:gd name="connsiteY16741" fmla="*/ 5046917 h 5143785"/>
              <a:gd name="connsiteX16742" fmla="*/ 2319719 w 3114960"/>
              <a:gd name="connsiteY16742" fmla="*/ 5059871 h 5143785"/>
              <a:gd name="connsiteX16743" fmla="*/ 2319052 w 3114960"/>
              <a:gd name="connsiteY16743" fmla="*/ 5059871 h 5143785"/>
              <a:gd name="connsiteX16744" fmla="*/ 2319052 w 3114960"/>
              <a:gd name="connsiteY16744" fmla="*/ 5059871 h 5143785"/>
              <a:gd name="connsiteX16745" fmla="*/ 2315623 w 3114960"/>
              <a:gd name="connsiteY16745" fmla="*/ 5058442 h 5143785"/>
              <a:gd name="connsiteX16746" fmla="*/ 2314194 w 3114960"/>
              <a:gd name="connsiteY16746" fmla="*/ 5055013 h 5143785"/>
              <a:gd name="connsiteX16747" fmla="*/ 2314194 w 3114960"/>
              <a:gd name="connsiteY16747" fmla="*/ 5051679 h 5143785"/>
              <a:gd name="connsiteX16748" fmla="*/ 2315623 w 3114960"/>
              <a:gd name="connsiteY16748" fmla="*/ 5048250 h 5143785"/>
              <a:gd name="connsiteX16749" fmla="*/ 2206181 w 3114960"/>
              <a:gd name="connsiteY16749" fmla="*/ 5037392 h 5143785"/>
              <a:gd name="connsiteX16750" fmla="*/ 2211419 w 3114960"/>
              <a:gd name="connsiteY16750" fmla="*/ 5034439 h 5143785"/>
              <a:gd name="connsiteX16751" fmla="*/ 2212467 w 3114960"/>
              <a:gd name="connsiteY16751" fmla="*/ 5034439 h 5143785"/>
              <a:gd name="connsiteX16752" fmla="*/ 2217230 w 3114960"/>
              <a:gd name="connsiteY16752" fmla="*/ 5036058 h 5143785"/>
              <a:gd name="connsiteX16753" fmla="*/ 2220182 w 3114960"/>
              <a:gd name="connsiteY16753" fmla="*/ 5041297 h 5143785"/>
              <a:gd name="connsiteX16754" fmla="*/ 2218563 w 3114960"/>
              <a:gd name="connsiteY16754" fmla="*/ 5047107 h 5143785"/>
              <a:gd name="connsiteX16755" fmla="*/ 2213324 w 3114960"/>
              <a:gd name="connsiteY16755" fmla="*/ 5050060 h 5143785"/>
              <a:gd name="connsiteX16756" fmla="*/ 2207514 w 3114960"/>
              <a:gd name="connsiteY16756" fmla="*/ 5048441 h 5143785"/>
              <a:gd name="connsiteX16757" fmla="*/ 2204561 w 3114960"/>
              <a:gd name="connsiteY16757" fmla="*/ 5043202 h 5143785"/>
              <a:gd name="connsiteX16758" fmla="*/ 2206181 w 3114960"/>
              <a:gd name="connsiteY16758" fmla="*/ 5037392 h 5143785"/>
              <a:gd name="connsiteX16759" fmla="*/ 2104549 w 3114960"/>
              <a:gd name="connsiteY16759" fmla="*/ 5119592 h 5143785"/>
              <a:gd name="connsiteX16760" fmla="*/ 2186178 w 3114960"/>
              <a:gd name="connsiteY16760" fmla="*/ 5119592 h 5143785"/>
              <a:gd name="connsiteX16761" fmla="*/ 2198465 w 3114960"/>
              <a:gd name="connsiteY16761" fmla="*/ 5129879 h 5143785"/>
              <a:gd name="connsiteX16762" fmla="*/ 2200085 w 3114960"/>
              <a:gd name="connsiteY16762" fmla="*/ 5129784 h 5143785"/>
              <a:gd name="connsiteX16763" fmla="*/ 2211038 w 3114960"/>
              <a:gd name="connsiteY16763" fmla="*/ 5115687 h 5143785"/>
              <a:gd name="connsiteX16764" fmla="*/ 2211038 w 3114960"/>
              <a:gd name="connsiteY16764" fmla="*/ 5115687 h 5143785"/>
              <a:gd name="connsiteX16765" fmla="*/ 2196941 w 3114960"/>
              <a:gd name="connsiteY16765" fmla="*/ 5104733 h 5143785"/>
              <a:gd name="connsiteX16766" fmla="*/ 2188559 w 3114960"/>
              <a:gd name="connsiteY16766" fmla="*/ 5109496 h 5143785"/>
              <a:gd name="connsiteX16767" fmla="*/ 2186273 w 3114960"/>
              <a:gd name="connsiteY16767" fmla="*/ 5114830 h 5143785"/>
              <a:gd name="connsiteX16768" fmla="*/ 2102834 w 3114960"/>
              <a:gd name="connsiteY16768" fmla="*/ 5114830 h 5143785"/>
              <a:gd name="connsiteX16769" fmla="*/ 2071973 w 3114960"/>
              <a:gd name="connsiteY16769" fmla="*/ 5143595 h 5143785"/>
              <a:gd name="connsiteX16770" fmla="*/ 2078927 w 3114960"/>
              <a:gd name="connsiteY16770" fmla="*/ 5143595 h 5143785"/>
              <a:gd name="connsiteX16771" fmla="*/ 2104739 w 3114960"/>
              <a:gd name="connsiteY16771" fmla="*/ 5119592 h 5143785"/>
              <a:gd name="connsiteX16772" fmla="*/ 2192274 w 3114960"/>
              <a:gd name="connsiteY16772" fmla="*/ 5112353 h 5143785"/>
              <a:gd name="connsiteX16773" fmla="*/ 2197513 w 3114960"/>
              <a:gd name="connsiteY16773" fmla="*/ 5109400 h 5143785"/>
              <a:gd name="connsiteX16774" fmla="*/ 2198465 w 3114960"/>
              <a:gd name="connsiteY16774" fmla="*/ 5109400 h 5143785"/>
              <a:gd name="connsiteX16775" fmla="*/ 2206276 w 3114960"/>
              <a:gd name="connsiteY16775" fmla="*/ 5116259 h 5143785"/>
              <a:gd name="connsiteX16776" fmla="*/ 2199418 w 3114960"/>
              <a:gd name="connsiteY16776" fmla="*/ 5125022 h 5143785"/>
              <a:gd name="connsiteX16777" fmla="*/ 2190560 w 3114960"/>
              <a:gd name="connsiteY16777" fmla="*/ 5118259 h 5143785"/>
              <a:gd name="connsiteX16778" fmla="*/ 2192179 w 3114960"/>
              <a:gd name="connsiteY16778" fmla="*/ 5112449 h 5143785"/>
              <a:gd name="connsiteX16779" fmla="*/ 321183 w 3114960"/>
              <a:gd name="connsiteY16779" fmla="*/ 1869662 h 5143785"/>
              <a:gd name="connsiteX16780" fmla="*/ 334613 w 3114960"/>
              <a:gd name="connsiteY16780" fmla="*/ 1856423 h 5143785"/>
              <a:gd name="connsiteX16781" fmla="*/ 342900 w 3114960"/>
              <a:gd name="connsiteY16781" fmla="*/ 1859375 h 5143785"/>
              <a:gd name="connsiteX16782" fmla="*/ 356330 w 3114960"/>
              <a:gd name="connsiteY16782" fmla="*/ 1845945 h 5143785"/>
              <a:gd name="connsiteX16783" fmla="*/ 342900 w 3114960"/>
              <a:gd name="connsiteY16783" fmla="*/ 1832515 h 5143785"/>
              <a:gd name="connsiteX16784" fmla="*/ 329470 w 3114960"/>
              <a:gd name="connsiteY16784" fmla="*/ 1845945 h 5143785"/>
              <a:gd name="connsiteX16785" fmla="*/ 331470 w 3114960"/>
              <a:gd name="connsiteY16785" fmla="*/ 1852898 h 5143785"/>
              <a:gd name="connsiteX16786" fmla="*/ 319183 w 3114960"/>
              <a:gd name="connsiteY16786" fmla="*/ 1864900 h 5143785"/>
              <a:gd name="connsiteX16787" fmla="*/ 184499 w 3114960"/>
              <a:gd name="connsiteY16787" fmla="*/ 1864900 h 5143785"/>
              <a:gd name="connsiteX16788" fmla="*/ 175832 w 3114960"/>
              <a:gd name="connsiteY16788" fmla="*/ 1873663 h 5143785"/>
              <a:gd name="connsiteX16789" fmla="*/ 172498 w 3114960"/>
              <a:gd name="connsiteY16789" fmla="*/ 1872710 h 5143785"/>
              <a:gd name="connsiteX16790" fmla="*/ 159830 w 3114960"/>
              <a:gd name="connsiteY16790" fmla="*/ 1872710 h 5143785"/>
              <a:gd name="connsiteX16791" fmla="*/ 152972 w 3114960"/>
              <a:gd name="connsiteY16791" fmla="*/ 1879568 h 5143785"/>
              <a:gd name="connsiteX16792" fmla="*/ 152972 w 3114960"/>
              <a:gd name="connsiteY16792" fmla="*/ 1892237 h 5143785"/>
              <a:gd name="connsiteX16793" fmla="*/ 159830 w 3114960"/>
              <a:gd name="connsiteY16793" fmla="*/ 1899095 h 5143785"/>
              <a:gd name="connsiteX16794" fmla="*/ 172498 w 3114960"/>
              <a:gd name="connsiteY16794" fmla="*/ 1899095 h 5143785"/>
              <a:gd name="connsiteX16795" fmla="*/ 179356 w 3114960"/>
              <a:gd name="connsiteY16795" fmla="*/ 1892237 h 5143785"/>
              <a:gd name="connsiteX16796" fmla="*/ 179356 w 3114960"/>
              <a:gd name="connsiteY16796" fmla="*/ 1879568 h 5143785"/>
              <a:gd name="connsiteX16797" fmla="*/ 178880 w 3114960"/>
              <a:gd name="connsiteY16797" fmla="*/ 1877378 h 5143785"/>
              <a:gd name="connsiteX16798" fmla="*/ 186500 w 3114960"/>
              <a:gd name="connsiteY16798" fmla="*/ 1869662 h 5143785"/>
              <a:gd name="connsiteX16799" fmla="*/ 321088 w 3114960"/>
              <a:gd name="connsiteY16799" fmla="*/ 1869662 h 5143785"/>
              <a:gd name="connsiteX16800" fmla="*/ 342900 w 3114960"/>
              <a:gd name="connsiteY16800" fmla="*/ 1837277 h 5143785"/>
              <a:gd name="connsiteX16801" fmla="*/ 351568 w 3114960"/>
              <a:gd name="connsiteY16801" fmla="*/ 1845945 h 5143785"/>
              <a:gd name="connsiteX16802" fmla="*/ 342900 w 3114960"/>
              <a:gd name="connsiteY16802" fmla="*/ 1854613 h 5143785"/>
              <a:gd name="connsiteX16803" fmla="*/ 334232 w 3114960"/>
              <a:gd name="connsiteY16803" fmla="*/ 1845945 h 5143785"/>
              <a:gd name="connsiteX16804" fmla="*/ 342900 w 3114960"/>
              <a:gd name="connsiteY16804" fmla="*/ 1837277 h 5143785"/>
              <a:gd name="connsiteX16805" fmla="*/ 174593 w 3114960"/>
              <a:gd name="connsiteY16805" fmla="*/ 1892141 h 5143785"/>
              <a:gd name="connsiteX16806" fmla="*/ 172498 w 3114960"/>
              <a:gd name="connsiteY16806" fmla="*/ 1894237 h 5143785"/>
              <a:gd name="connsiteX16807" fmla="*/ 159830 w 3114960"/>
              <a:gd name="connsiteY16807" fmla="*/ 1894237 h 5143785"/>
              <a:gd name="connsiteX16808" fmla="*/ 157734 w 3114960"/>
              <a:gd name="connsiteY16808" fmla="*/ 1892141 h 5143785"/>
              <a:gd name="connsiteX16809" fmla="*/ 157734 w 3114960"/>
              <a:gd name="connsiteY16809" fmla="*/ 1879473 h 5143785"/>
              <a:gd name="connsiteX16810" fmla="*/ 159830 w 3114960"/>
              <a:gd name="connsiteY16810" fmla="*/ 1877378 h 5143785"/>
              <a:gd name="connsiteX16811" fmla="*/ 172498 w 3114960"/>
              <a:gd name="connsiteY16811" fmla="*/ 1877378 h 5143785"/>
              <a:gd name="connsiteX16812" fmla="*/ 174593 w 3114960"/>
              <a:gd name="connsiteY16812" fmla="*/ 1879473 h 5143785"/>
              <a:gd name="connsiteX16813" fmla="*/ 174593 w 3114960"/>
              <a:gd name="connsiteY16813" fmla="*/ 1892141 h 5143785"/>
              <a:gd name="connsiteX16814" fmla="*/ 102870 w 3114960"/>
              <a:gd name="connsiteY16814" fmla="*/ 1901762 h 5143785"/>
              <a:gd name="connsiteX16815" fmla="*/ 115538 w 3114960"/>
              <a:gd name="connsiteY16815" fmla="*/ 1901762 h 5143785"/>
              <a:gd name="connsiteX16816" fmla="*/ 122396 w 3114960"/>
              <a:gd name="connsiteY16816" fmla="*/ 1894903 h 5143785"/>
              <a:gd name="connsiteX16817" fmla="*/ 122396 w 3114960"/>
              <a:gd name="connsiteY16817" fmla="*/ 1882235 h 5143785"/>
              <a:gd name="connsiteX16818" fmla="*/ 115538 w 3114960"/>
              <a:gd name="connsiteY16818" fmla="*/ 1875377 h 5143785"/>
              <a:gd name="connsiteX16819" fmla="*/ 102870 w 3114960"/>
              <a:gd name="connsiteY16819" fmla="*/ 1875377 h 5143785"/>
              <a:gd name="connsiteX16820" fmla="*/ 96012 w 3114960"/>
              <a:gd name="connsiteY16820" fmla="*/ 1882235 h 5143785"/>
              <a:gd name="connsiteX16821" fmla="*/ 96012 w 3114960"/>
              <a:gd name="connsiteY16821" fmla="*/ 1886141 h 5143785"/>
              <a:gd name="connsiteX16822" fmla="*/ 95 w 3114960"/>
              <a:gd name="connsiteY16822" fmla="*/ 1886141 h 5143785"/>
              <a:gd name="connsiteX16823" fmla="*/ 95 w 3114960"/>
              <a:gd name="connsiteY16823" fmla="*/ 1890903 h 5143785"/>
              <a:gd name="connsiteX16824" fmla="*/ 96107 w 3114960"/>
              <a:gd name="connsiteY16824" fmla="*/ 1890903 h 5143785"/>
              <a:gd name="connsiteX16825" fmla="*/ 96107 w 3114960"/>
              <a:gd name="connsiteY16825" fmla="*/ 1894903 h 5143785"/>
              <a:gd name="connsiteX16826" fmla="*/ 102965 w 3114960"/>
              <a:gd name="connsiteY16826" fmla="*/ 1901762 h 5143785"/>
              <a:gd name="connsiteX16827" fmla="*/ 100870 w 3114960"/>
              <a:gd name="connsiteY16827" fmla="*/ 1882235 h 5143785"/>
              <a:gd name="connsiteX16828" fmla="*/ 102965 w 3114960"/>
              <a:gd name="connsiteY16828" fmla="*/ 1880140 h 5143785"/>
              <a:gd name="connsiteX16829" fmla="*/ 115634 w 3114960"/>
              <a:gd name="connsiteY16829" fmla="*/ 1880140 h 5143785"/>
              <a:gd name="connsiteX16830" fmla="*/ 117729 w 3114960"/>
              <a:gd name="connsiteY16830" fmla="*/ 1882235 h 5143785"/>
              <a:gd name="connsiteX16831" fmla="*/ 117729 w 3114960"/>
              <a:gd name="connsiteY16831" fmla="*/ 1894903 h 5143785"/>
              <a:gd name="connsiteX16832" fmla="*/ 115634 w 3114960"/>
              <a:gd name="connsiteY16832" fmla="*/ 1896999 h 5143785"/>
              <a:gd name="connsiteX16833" fmla="*/ 102965 w 3114960"/>
              <a:gd name="connsiteY16833" fmla="*/ 1896999 h 5143785"/>
              <a:gd name="connsiteX16834" fmla="*/ 100870 w 3114960"/>
              <a:gd name="connsiteY16834" fmla="*/ 1894903 h 5143785"/>
              <a:gd name="connsiteX16835" fmla="*/ 100870 w 3114960"/>
              <a:gd name="connsiteY16835" fmla="*/ 1882235 h 5143785"/>
              <a:gd name="connsiteX16836" fmla="*/ 50292 w 3114960"/>
              <a:gd name="connsiteY16836" fmla="*/ 1496949 h 5143785"/>
              <a:gd name="connsiteX16837" fmla="*/ 27337 w 3114960"/>
              <a:gd name="connsiteY16837" fmla="*/ 1496949 h 5143785"/>
              <a:gd name="connsiteX16838" fmla="*/ 11335 w 3114960"/>
              <a:gd name="connsiteY16838" fmla="*/ 1512189 h 5143785"/>
              <a:gd name="connsiteX16839" fmla="*/ 11335 w 3114960"/>
              <a:gd name="connsiteY16839" fmla="*/ 1555623 h 5143785"/>
              <a:gd name="connsiteX16840" fmla="*/ 4286 w 3114960"/>
              <a:gd name="connsiteY16840" fmla="*/ 1564577 h 5143785"/>
              <a:gd name="connsiteX16841" fmla="*/ 13716 w 3114960"/>
              <a:gd name="connsiteY16841" fmla="*/ 1574006 h 5143785"/>
              <a:gd name="connsiteX16842" fmla="*/ 23146 w 3114960"/>
              <a:gd name="connsiteY16842" fmla="*/ 1564577 h 5143785"/>
              <a:gd name="connsiteX16843" fmla="*/ 16097 w 3114960"/>
              <a:gd name="connsiteY16843" fmla="*/ 1555623 h 5143785"/>
              <a:gd name="connsiteX16844" fmla="*/ 16097 w 3114960"/>
              <a:gd name="connsiteY16844" fmla="*/ 1514285 h 5143785"/>
              <a:gd name="connsiteX16845" fmla="*/ 29242 w 3114960"/>
              <a:gd name="connsiteY16845" fmla="*/ 1501807 h 5143785"/>
              <a:gd name="connsiteX16846" fmla="*/ 48197 w 3114960"/>
              <a:gd name="connsiteY16846" fmla="*/ 1501807 h 5143785"/>
              <a:gd name="connsiteX16847" fmla="*/ 59531 w 3114960"/>
              <a:gd name="connsiteY16847" fmla="*/ 1514475 h 5143785"/>
              <a:gd name="connsiteX16848" fmla="*/ 59531 w 3114960"/>
              <a:gd name="connsiteY16848" fmla="*/ 1530858 h 5143785"/>
              <a:gd name="connsiteX16849" fmla="*/ 52483 w 3114960"/>
              <a:gd name="connsiteY16849" fmla="*/ 1539812 h 5143785"/>
              <a:gd name="connsiteX16850" fmla="*/ 61912 w 3114960"/>
              <a:gd name="connsiteY16850" fmla="*/ 1549241 h 5143785"/>
              <a:gd name="connsiteX16851" fmla="*/ 71342 w 3114960"/>
              <a:gd name="connsiteY16851" fmla="*/ 1539812 h 5143785"/>
              <a:gd name="connsiteX16852" fmla="*/ 64294 w 3114960"/>
              <a:gd name="connsiteY16852" fmla="*/ 1530858 h 5143785"/>
              <a:gd name="connsiteX16853" fmla="*/ 64294 w 3114960"/>
              <a:gd name="connsiteY16853" fmla="*/ 1512570 h 5143785"/>
              <a:gd name="connsiteX16854" fmla="*/ 50292 w 3114960"/>
              <a:gd name="connsiteY16854" fmla="*/ 1496949 h 5143785"/>
              <a:gd name="connsiteX16855" fmla="*/ 18383 w 3114960"/>
              <a:gd name="connsiteY16855" fmla="*/ 1564577 h 5143785"/>
              <a:gd name="connsiteX16856" fmla="*/ 13716 w 3114960"/>
              <a:gd name="connsiteY16856" fmla="*/ 1569244 h 5143785"/>
              <a:gd name="connsiteX16857" fmla="*/ 9049 w 3114960"/>
              <a:gd name="connsiteY16857" fmla="*/ 1564577 h 5143785"/>
              <a:gd name="connsiteX16858" fmla="*/ 13716 w 3114960"/>
              <a:gd name="connsiteY16858" fmla="*/ 1559909 h 5143785"/>
              <a:gd name="connsiteX16859" fmla="*/ 18383 w 3114960"/>
              <a:gd name="connsiteY16859" fmla="*/ 1564577 h 5143785"/>
              <a:gd name="connsiteX16860" fmla="*/ 66580 w 3114960"/>
              <a:gd name="connsiteY16860" fmla="*/ 1539716 h 5143785"/>
              <a:gd name="connsiteX16861" fmla="*/ 61912 w 3114960"/>
              <a:gd name="connsiteY16861" fmla="*/ 1544384 h 5143785"/>
              <a:gd name="connsiteX16862" fmla="*/ 57245 w 3114960"/>
              <a:gd name="connsiteY16862" fmla="*/ 1539716 h 5143785"/>
              <a:gd name="connsiteX16863" fmla="*/ 61912 w 3114960"/>
              <a:gd name="connsiteY16863" fmla="*/ 1535049 h 5143785"/>
              <a:gd name="connsiteX16864" fmla="*/ 66580 w 3114960"/>
              <a:gd name="connsiteY16864" fmla="*/ 1539716 h 5143785"/>
              <a:gd name="connsiteX16865" fmla="*/ 399669 w 3114960"/>
              <a:gd name="connsiteY16865" fmla="*/ 1301306 h 5143785"/>
              <a:gd name="connsiteX16866" fmla="*/ 435102 w 3114960"/>
              <a:gd name="connsiteY16866" fmla="*/ 1301306 h 5143785"/>
              <a:gd name="connsiteX16867" fmla="*/ 436721 w 3114960"/>
              <a:gd name="connsiteY16867" fmla="*/ 1300639 h 5143785"/>
              <a:gd name="connsiteX16868" fmla="*/ 480346 w 3114960"/>
              <a:gd name="connsiteY16868" fmla="*/ 1259300 h 5143785"/>
              <a:gd name="connsiteX16869" fmla="*/ 489395 w 3114960"/>
              <a:gd name="connsiteY16869" fmla="*/ 1259300 h 5143785"/>
              <a:gd name="connsiteX16870" fmla="*/ 491776 w 3114960"/>
              <a:gd name="connsiteY16870" fmla="*/ 1264063 h 5143785"/>
              <a:gd name="connsiteX16871" fmla="*/ 499110 w 3114960"/>
              <a:gd name="connsiteY16871" fmla="*/ 1267397 h 5143785"/>
              <a:gd name="connsiteX16872" fmla="*/ 499491 w 3114960"/>
              <a:gd name="connsiteY16872" fmla="*/ 1267397 h 5143785"/>
              <a:gd name="connsiteX16873" fmla="*/ 506635 w 3114960"/>
              <a:gd name="connsiteY16873" fmla="*/ 1264539 h 5143785"/>
              <a:gd name="connsiteX16874" fmla="*/ 509969 w 3114960"/>
              <a:gd name="connsiteY16874" fmla="*/ 1257205 h 5143785"/>
              <a:gd name="connsiteX16875" fmla="*/ 507206 w 3114960"/>
              <a:gd name="connsiteY16875" fmla="*/ 1249680 h 5143785"/>
              <a:gd name="connsiteX16876" fmla="*/ 499872 w 3114960"/>
              <a:gd name="connsiteY16876" fmla="*/ 1246346 h 5143785"/>
              <a:gd name="connsiteX16877" fmla="*/ 492347 w 3114960"/>
              <a:gd name="connsiteY16877" fmla="*/ 1249109 h 5143785"/>
              <a:gd name="connsiteX16878" fmla="*/ 489490 w 3114960"/>
              <a:gd name="connsiteY16878" fmla="*/ 1254443 h 5143785"/>
              <a:gd name="connsiteX16879" fmla="*/ 479489 w 3114960"/>
              <a:gd name="connsiteY16879" fmla="*/ 1254443 h 5143785"/>
              <a:gd name="connsiteX16880" fmla="*/ 477869 w 3114960"/>
              <a:gd name="connsiteY16880" fmla="*/ 1255109 h 5143785"/>
              <a:gd name="connsiteX16881" fmla="*/ 434245 w 3114960"/>
              <a:gd name="connsiteY16881" fmla="*/ 1296448 h 5143785"/>
              <a:gd name="connsiteX16882" fmla="*/ 398907 w 3114960"/>
              <a:gd name="connsiteY16882" fmla="*/ 1296448 h 5143785"/>
              <a:gd name="connsiteX16883" fmla="*/ 397383 w 3114960"/>
              <a:gd name="connsiteY16883" fmla="*/ 1297019 h 5143785"/>
              <a:gd name="connsiteX16884" fmla="*/ 338995 w 3114960"/>
              <a:gd name="connsiteY16884" fmla="*/ 1344835 h 5143785"/>
              <a:gd name="connsiteX16885" fmla="*/ 338138 w 3114960"/>
              <a:gd name="connsiteY16885" fmla="*/ 1346645 h 5143785"/>
              <a:gd name="connsiteX16886" fmla="*/ 338138 w 3114960"/>
              <a:gd name="connsiteY16886" fmla="*/ 1401509 h 5143785"/>
              <a:gd name="connsiteX16887" fmla="*/ 332899 w 3114960"/>
              <a:gd name="connsiteY16887" fmla="*/ 1404176 h 5143785"/>
              <a:gd name="connsiteX16888" fmla="*/ 332899 w 3114960"/>
              <a:gd name="connsiteY16888" fmla="*/ 1419416 h 5143785"/>
              <a:gd name="connsiteX16889" fmla="*/ 338138 w 3114960"/>
              <a:gd name="connsiteY16889" fmla="*/ 1422082 h 5143785"/>
              <a:gd name="connsiteX16890" fmla="*/ 338138 w 3114960"/>
              <a:gd name="connsiteY16890" fmla="*/ 1449038 h 5143785"/>
              <a:gd name="connsiteX16891" fmla="*/ 389668 w 3114960"/>
              <a:gd name="connsiteY16891" fmla="*/ 1505045 h 5143785"/>
              <a:gd name="connsiteX16892" fmla="*/ 389954 w 3114960"/>
              <a:gd name="connsiteY16892" fmla="*/ 1603439 h 5143785"/>
              <a:gd name="connsiteX16893" fmla="*/ 386048 w 3114960"/>
              <a:gd name="connsiteY16893" fmla="*/ 1603724 h 5143785"/>
              <a:gd name="connsiteX16894" fmla="*/ 369094 w 3114960"/>
              <a:gd name="connsiteY16894" fmla="*/ 1614011 h 5143785"/>
              <a:gd name="connsiteX16895" fmla="*/ 374618 w 3114960"/>
              <a:gd name="connsiteY16895" fmla="*/ 1650111 h 5143785"/>
              <a:gd name="connsiteX16896" fmla="*/ 410718 w 3114960"/>
              <a:gd name="connsiteY16896" fmla="*/ 1644587 h 5143785"/>
              <a:gd name="connsiteX16897" fmla="*/ 410718 w 3114960"/>
              <a:gd name="connsiteY16897" fmla="*/ 1644587 h 5143785"/>
              <a:gd name="connsiteX16898" fmla="*/ 411766 w 3114960"/>
              <a:gd name="connsiteY16898" fmla="*/ 1615535 h 5143785"/>
              <a:gd name="connsiteX16899" fmla="*/ 439293 w 3114960"/>
              <a:gd name="connsiteY16899" fmla="*/ 1595152 h 5143785"/>
              <a:gd name="connsiteX16900" fmla="*/ 439007 w 3114960"/>
              <a:gd name="connsiteY16900" fmla="*/ 1506665 h 5143785"/>
              <a:gd name="connsiteX16901" fmla="*/ 383096 w 3114960"/>
              <a:gd name="connsiteY16901" fmla="*/ 1445990 h 5143785"/>
              <a:gd name="connsiteX16902" fmla="*/ 383096 w 3114960"/>
              <a:gd name="connsiteY16902" fmla="*/ 1424940 h 5143785"/>
              <a:gd name="connsiteX16903" fmla="*/ 387001 w 3114960"/>
              <a:gd name="connsiteY16903" fmla="*/ 1424940 h 5143785"/>
              <a:gd name="connsiteX16904" fmla="*/ 393859 w 3114960"/>
              <a:gd name="connsiteY16904" fmla="*/ 1418082 h 5143785"/>
              <a:gd name="connsiteX16905" fmla="*/ 393859 w 3114960"/>
              <a:gd name="connsiteY16905" fmla="*/ 1405414 h 5143785"/>
              <a:gd name="connsiteX16906" fmla="*/ 387001 w 3114960"/>
              <a:gd name="connsiteY16906" fmla="*/ 1398556 h 5143785"/>
              <a:gd name="connsiteX16907" fmla="*/ 383000 w 3114960"/>
              <a:gd name="connsiteY16907" fmla="*/ 1398556 h 5143785"/>
              <a:gd name="connsiteX16908" fmla="*/ 383000 w 3114960"/>
              <a:gd name="connsiteY16908" fmla="*/ 1358265 h 5143785"/>
              <a:gd name="connsiteX16909" fmla="*/ 422434 w 3114960"/>
              <a:gd name="connsiteY16909" fmla="*/ 1327595 h 5143785"/>
              <a:gd name="connsiteX16910" fmla="*/ 471392 w 3114960"/>
              <a:gd name="connsiteY16910" fmla="*/ 1327309 h 5143785"/>
              <a:gd name="connsiteX16911" fmla="*/ 473012 w 3114960"/>
              <a:gd name="connsiteY16911" fmla="*/ 1326642 h 5143785"/>
              <a:gd name="connsiteX16912" fmla="*/ 535686 w 3114960"/>
              <a:gd name="connsiteY16912" fmla="*/ 1268159 h 5143785"/>
              <a:gd name="connsiteX16913" fmla="*/ 537591 w 3114960"/>
              <a:gd name="connsiteY16913" fmla="*/ 1268159 h 5143785"/>
              <a:gd name="connsiteX16914" fmla="*/ 547402 w 3114960"/>
              <a:gd name="connsiteY16914" fmla="*/ 1275302 h 5143785"/>
              <a:gd name="connsiteX16915" fmla="*/ 557975 w 3114960"/>
              <a:gd name="connsiteY16915" fmla="*/ 1264730 h 5143785"/>
              <a:gd name="connsiteX16916" fmla="*/ 547402 w 3114960"/>
              <a:gd name="connsiteY16916" fmla="*/ 1254157 h 5143785"/>
              <a:gd name="connsiteX16917" fmla="*/ 537115 w 3114960"/>
              <a:gd name="connsiteY16917" fmla="*/ 1263301 h 5143785"/>
              <a:gd name="connsiteX16918" fmla="*/ 534734 w 3114960"/>
              <a:gd name="connsiteY16918" fmla="*/ 1263301 h 5143785"/>
              <a:gd name="connsiteX16919" fmla="*/ 533114 w 3114960"/>
              <a:gd name="connsiteY16919" fmla="*/ 1263968 h 5143785"/>
              <a:gd name="connsiteX16920" fmla="*/ 470440 w 3114960"/>
              <a:gd name="connsiteY16920" fmla="*/ 1322451 h 5143785"/>
              <a:gd name="connsiteX16921" fmla="*/ 421577 w 3114960"/>
              <a:gd name="connsiteY16921" fmla="*/ 1322737 h 5143785"/>
              <a:gd name="connsiteX16922" fmla="*/ 420148 w 3114960"/>
              <a:gd name="connsiteY16922" fmla="*/ 1323213 h 5143785"/>
              <a:gd name="connsiteX16923" fmla="*/ 379190 w 3114960"/>
              <a:gd name="connsiteY16923" fmla="*/ 1355122 h 5143785"/>
              <a:gd name="connsiteX16924" fmla="*/ 378238 w 3114960"/>
              <a:gd name="connsiteY16924" fmla="*/ 1357027 h 5143785"/>
              <a:gd name="connsiteX16925" fmla="*/ 378238 w 3114960"/>
              <a:gd name="connsiteY16925" fmla="*/ 1398461 h 5143785"/>
              <a:gd name="connsiteX16926" fmla="*/ 374333 w 3114960"/>
              <a:gd name="connsiteY16926" fmla="*/ 1398461 h 5143785"/>
              <a:gd name="connsiteX16927" fmla="*/ 367475 w 3114960"/>
              <a:gd name="connsiteY16927" fmla="*/ 1405319 h 5143785"/>
              <a:gd name="connsiteX16928" fmla="*/ 367475 w 3114960"/>
              <a:gd name="connsiteY16928" fmla="*/ 1417987 h 5143785"/>
              <a:gd name="connsiteX16929" fmla="*/ 374333 w 3114960"/>
              <a:gd name="connsiteY16929" fmla="*/ 1424845 h 5143785"/>
              <a:gd name="connsiteX16930" fmla="*/ 378238 w 3114960"/>
              <a:gd name="connsiteY16930" fmla="*/ 1424845 h 5143785"/>
              <a:gd name="connsiteX16931" fmla="*/ 378238 w 3114960"/>
              <a:gd name="connsiteY16931" fmla="*/ 1447800 h 5143785"/>
              <a:gd name="connsiteX16932" fmla="*/ 434150 w 3114960"/>
              <a:gd name="connsiteY16932" fmla="*/ 1508570 h 5143785"/>
              <a:gd name="connsiteX16933" fmla="*/ 434435 w 3114960"/>
              <a:gd name="connsiteY16933" fmla="*/ 1592771 h 5143785"/>
              <a:gd name="connsiteX16934" fmla="*/ 408813 w 3114960"/>
              <a:gd name="connsiteY16934" fmla="*/ 1611821 h 5143785"/>
              <a:gd name="connsiteX16935" fmla="*/ 405098 w 3114960"/>
              <a:gd name="connsiteY16935" fmla="*/ 1608487 h 5143785"/>
              <a:gd name="connsiteX16936" fmla="*/ 389954 w 3114960"/>
              <a:gd name="connsiteY16936" fmla="*/ 1603439 h 5143785"/>
              <a:gd name="connsiteX16937" fmla="*/ 394526 w 3114960"/>
              <a:gd name="connsiteY16937" fmla="*/ 1603439 h 5143785"/>
              <a:gd name="connsiteX16938" fmla="*/ 394145 w 3114960"/>
              <a:gd name="connsiteY16938" fmla="*/ 1503140 h 5143785"/>
              <a:gd name="connsiteX16939" fmla="*/ 342614 w 3114960"/>
              <a:gd name="connsiteY16939" fmla="*/ 1447133 h 5143785"/>
              <a:gd name="connsiteX16940" fmla="*/ 342614 w 3114960"/>
              <a:gd name="connsiteY16940" fmla="*/ 1421987 h 5143785"/>
              <a:gd name="connsiteX16941" fmla="*/ 347853 w 3114960"/>
              <a:gd name="connsiteY16941" fmla="*/ 1419320 h 5143785"/>
              <a:gd name="connsiteX16942" fmla="*/ 347853 w 3114960"/>
              <a:gd name="connsiteY16942" fmla="*/ 1404080 h 5143785"/>
              <a:gd name="connsiteX16943" fmla="*/ 342614 w 3114960"/>
              <a:gd name="connsiteY16943" fmla="*/ 1401413 h 5143785"/>
              <a:gd name="connsiteX16944" fmla="*/ 342614 w 3114960"/>
              <a:gd name="connsiteY16944" fmla="*/ 1347692 h 5143785"/>
              <a:gd name="connsiteX16945" fmla="*/ 399479 w 3114960"/>
              <a:gd name="connsiteY16945" fmla="*/ 1301210 h 5143785"/>
              <a:gd name="connsiteX16946" fmla="*/ 495586 w 3114960"/>
              <a:gd name="connsiteY16946" fmla="*/ 1252633 h 5143785"/>
              <a:gd name="connsiteX16947" fmla="*/ 499491 w 3114960"/>
              <a:gd name="connsiteY16947" fmla="*/ 1251109 h 5143785"/>
              <a:gd name="connsiteX16948" fmla="*/ 499682 w 3114960"/>
              <a:gd name="connsiteY16948" fmla="*/ 1251109 h 5143785"/>
              <a:gd name="connsiteX16949" fmla="*/ 503682 w 3114960"/>
              <a:gd name="connsiteY16949" fmla="*/ 1252919 h 5143785"/>
              <a:gd name="connsiteX16950" fmla="*/ 503682 w 3114960"/>
              <a:gd name="connsiteY16950" fmla="*/ 1252919 h 5143785"/>
              <a:gd name="connsiteX16951" fmla="*/ 505206 w 3114960"/>
              <a:gd name="connsiteY16951" fmla="*/ 1257014 h 5143785"/>
              <a:gd name="connsiteX16952" fmla="*/ 503396 w 3114960"/>
              <a:gd name="connsiteY16952" fmla="*/ 1261015 h 5143785"/>
              <a:gd name="connsiteX16953" fmla="*/ 499301 w 3114960"/>
              <a:gd name="connsiteY16953" fmla="*/ 1262539 h 5143785"/>
              <a:gd name="connsiteX16954" fmla="*/ 495300 w 3114960"/>
              <a:gd name="connsiteY16954" fmla="*/ 1260729 h 5143785"/>
              <a:gd name="connsiteX16955" fmla="*/ 493776 w 3114960"/>
              <a:gd name="connsiteY16955" fmla="*/ 1256633 h 5143785"/>
              <a:gd name="connsiteX16956" fmla="*/ 495586 w 3114960"/>
              <a:gd name="connsiteY16956" fmla="*/ 1252633 h 5143785"/>
              <a:gd name="connsiteX16957" fmla="*/ 547497 w 3114960"/>
              <a:gd name="connsiteY16957" fmla="*/ 1259205 h 5143785"/>
              <a:gd name="connsiteX16958" fmla="*/ 553307 w 3114960"/>
              <a:gd name="connsiteY16958" fmla="*/ 1265015 h 5143785"/>
              <a:gd name="connsiteX16959" fmla="*/ 547497 w 3114960"/>
              <a:gd name="connsiteY16959" fmla="*/ 1270826 h 5143785"/>
              <a:gd name="connsiteX16960" fmla="*/ 541687 w 3114960"/>
              <a:gd name="connsiteY16960" fmla="*/ 1265015 h 5143785"/>
              <a:gd name="connsiteX16961" fmla="*/ 547497 w 3114960"/>
              <a:gd name="connsiteY16961" fmla="*/ 1259205 h 5143785"/>
              <a:gd name="connsiteX16962" fmla="*/ 374428 w 3114960"/>
              <a:gd name="connsiteY16962" fmla="*/ 1420273 h 5143785"/>
              <a:gd name="connsiteX16963" fmla="*/ 372332 w 3114960"/>
              <a:gd name="connsiteY16963" fmla="*/ 1418177 h 5143785"/>
              <a:gd name="connsiteX16964" fmla="*/ 372332 w 3114960"/>
              <a:gd name="connsiteY16964" fmla="*/ 1405509 h 5143785"/>
              <a:gd name="connsiteX16965" fmla="*/ 374428 w 3114960"/>
              <a:gd name="connsiteY16965" fmla="*/ 1403414 h 5143785"/>
              <a:gd name="connsiteX16966" fmla="*/ 387096 w 3114960"/>
              <a:gd name="connsiteY16966" fmla="*/ 1403414 h 5143785"/>
              <a:gd name="connsiteX16967" fmla="*/ 389192 w 3114960"/>
              <a:gd name="connsiteY16967" fmla="*/ 1405509 h 5143785"/>
              <a:gd name="connsiteX16968" fmla="*/ 389192 w 3114960"/>
              <a:gd name="connsiteY16968" fmla="*/ 1418177 h 5143785"/>
              <a:gd name="connsiteX16969" fmla="*/ 387096 w 3114960"/>
              <a:gd name="connsiteY16969" fmla="*/ 1420273 h 5143785"/>
              <a:gd name="connsiteX16970" fmla="*/ 374428 w 3114960"/>
              <a:gd name="connsiteY16970" fmla="*/ 1420273 h 5143785"/>
              <a:gd name="connsiteX16971" fmla="*/ 402431 w 3114960"/>
              <a:gd name="connsiteY16971" fmla="*/ 1612392 h 5143785"/>
              <a:gd name="connsiteX16972" fmla="*/ 410813 w 3114960"/>
              <a:gd name="connsiteY16972" fmla="*/ 1626203 h 5143785"/>
              <a:gd name="connsiteX16973" fmla="*/ 407003 w 3114960"/>
              <a:gd name="connsiteY16973" fmla="*/ 1641920 h 5143785"/>
              <a:gd name="connsiteX16974" fmla="*/ 377476 w 3114960"/>
              <a:gd name="connsiteY16974" fmla="*/ 1646396 h 5143785"/>
              <a:gd name="connsiteX16975" fmla="*/ 369094 w 3114960"/>
              <a:gd name="connsiteY16975" fmla="*/ 1632585 h 5143785"/>
              <a:gd name="connsiteX16976" fmla="*/ 372904 w 3114960"/>
              <a:gd name="connsiteY16976" fmla="*/ 1616869 h 5143785"/>
              <a:gd name="connsiteX16977" fmla="*/ 386715 w 3114960"/>
              <a:gd name="connsiteY16977" fmla="*/ 1608487 h 5143785"/>
              <a:gd name="connsiteX16978" fmla="*/ 402431 w 3114960"/>
              <a:gd name="connsiteY16978" fmla="*/ 1612297 h 5143785"/>
              <a:gd name="connsiteX16979" fmla="*/ 344710 w 3114960"/>
              <a:gd name="connsiteY16979" fmla="*/ 1407605 h 5143785"/>
              <a:gd name="connsiteX16980" fmla="*/ 344710 w 3114960"/>
              <a:gd name="connsiteY16980" fmla="*/ 1416082 h 5143785"/>
              <a:gd name="connsiteX16981" fmla="*/ 336233 w 3114960"/>
              <a:gd name="connsiteY16981" fmla="*/ 1416082 h 5143785"/>
              <a:gd name="connsiteX16982" fmla="*/ 336233 w 3114960"/>
              <a:gd name="connsiteY16982" fmla="*/ 1407605 h 5143785"/>
              <a:gd name="connsiteX16983" fmla="*/ 340519 w 3114960"/>
              <a:gd name="connsiteY16983" fmla="*/ 1405890 h 5143785"/>
              <a:gd name="connsiteX16984" fmla="*/ 344805 w 3114960"/>
              <a:gd name="connsiteY16984" fmla="*/ 1407605 h 5143785"/>
              <a:gd name="connsiteX16985" fmla="*/ 275177 w 3114960"/>
              <a:gd name="connsiteY16985" fmla="*/ 5133784 h 5143785"/>
              <a:gd name="connsiteX16986" fmla="*/ 275177 w 3114960"/>
              <a:gd name="connsiteY16986" fmla="*/ 5055108 h 5143785"/>
              <a:gd name="connsiteX16987" fmla="*/ 255270 w 3114960"/>
              <a:gd name="connsiteY16987" fmla="*/ 5038534 h 5143785"/>
              <a:gd name="connsiteX16988" fmla="*/ 126778 w 3114960"/>
              <a:gd name="connsiteY16988" fmla="*/ 5038534 h 5143785"/>
              <a:gd name="connsiteX16989" fmla="*/ 106775 w 3114960"/>
              <a:gd name="connsiteY16989" fmla="*/ 5049012 h 5143785"/>
              <a:gd name="connsiteX16990" fmla="*/ 22574 w 3114960"/>
              <a:gd name="connsiteY16990" fmla="*/ 5049012 h 5143785"/>
              <a:gd name="connsiteX16991" fmla="*/ 12573 w 3114960"/>
              <a:gd name="connsiteY16991" fmla="*/ 5040726 h 5143785"/>
              <a:gd name="connsiteX16992" fmla="*/ 2191 w 3114960"/>
              <a:gd name="connsiteY16992" fmla="*/ 5051108 h 5143785"/>
              <a:gd name="connsiteX16993" fmla="*/ 12573 w 3114960"/>
              <a:gd name="connsiteY16993" fmla="*/ 5061490 h 5143785"/>
              <a:gd name="connsiteX16994" fmla="*/ 22479 w 3114960"/>
              <a:gd name="connsiteY16994" fmla="*/ 5053679 h 5143785"/>
              <a:gd name="connsiteX16995" fmla="*/ 107442 w 3114960"/>
              <a:gd name="connsiteY16995" fmla="*/ 5053679 h 5143785"/>
              <a:gd name="connsiteX16996" fmla="*/ 127445 w 3114960"/>
              <a:gd name="connsiteY16996" fmla="*/ 5043202 h 5143785"/>
              <a:gd name="connsiteX16997" fmla="*/ 253556 w 3114960"/>
              <a:gd name="connsiteY16997" fmla="*/ 5043202 h 5143785"/>
              <a:gd name="connsiteX16998" fmla="*/ 270415 w 3114960"/>
              <a:gd name="connsiteY16998" fmla="*/ 5057299 h 5143785"/>
              <a:gd name="connsiteX16999" fmla="*/ 270415 w 3114960"/>
              <a:gd name="connsiteY16999" fmla="*/ 5133404 h 5143785"/>
              <a:gd name="connsiteX17000" fmla="*/ 261557 w 3114960"/>
              <a:gd name="connsiteY17000" fmla="*/ 5143500 h 5143785"/>
              <a:gd name="connsiteX17001" fmla="*/ 266319 w 3114960"/>
              <a:gd name="connsiteY17001" fmla="*/ 5143500 h 5143785"/>
              <a:gd name="connsiteX17002" fmla="*/ 271939 w 3114960"/>
              <a:gd name="connsiteY17002" fmla="*/ 5137881 h 5143785"/>
              <a:gd name="connsiteX17003" fmla="*/ 277559 w 3114960"/>
              <a:gd name="connsiteY17003" fmla="*/ 5143500 h 5143785"/>
              <a:gd name="connsiteX17004" fmla="*/ 282321 w 3114960"/>
              <a:gd name="connsiteY17004" fmla="*/ 5143500 h 5143785"/>
              <a:gd name="connsiteX17005" fmla="*/ 275082 w 3114960"/>
              <a:gd name="connsiteY17005" fmla="*/ 5133690 h 5143785"/>
              <a:gd name="connsiteX17006" fmla="*/ 12668 w 3114960"/>
              <a:gd name="connsiteY17006" fmla="*/ 5056918 h 5143785"/>
              <a:gd name="connsiteX17007" fmla="*/ 7049 w 3114960"/>
              <a:gd name="connsiteY17007" fmla="*/ 5051298 h 5143785"/>
              <a:gd name="connsiteX17008" fmla="*/ 12668 w 3114960"/>
              <a:gd name="connsiteY17008" fmla="*/ 5045678 h 5143785"/>
              <a:gd name="connsiteX17009" fmla="*/ 18288 w 3114960"/>
              <a:gd name="connsiteY17009" fmla="*/ 5051298 h 5143785"/>
              <a:gd name="connsiteX17010" fmla="*/ 12668 w 3114960"/>
              <a:gd name="connsiteY17010" fmla="*/ 5056918 h 5143785"/>
              <a:gd name="connsiteX17011" fmla="*/ 304705 w 3114960"/>
              <a:gd name="connsiteY17011" fmla="*/ 5133690 h 5143785"/>
              <a:gd name="connsiteX17012" fmla="*/ 304705 w 3114960"/>
              <a:gd name="connsiteY17012" fmla="*/ 5027200 h 5143785"/>
              <a:gd name="connsiteX17013" fmla="*/ 284131 w 3114960"/>
              <a:gd name="connsiteY17013" fmla="*/ 5009959 h 5143785"/>
              <a:gd name="connsiteX17014" fmla="*/ 126873 w 3114960"/>
              <a:gd name="connsiteY17014" fmla="*/ 5009959 h 5143785"/>
              <a:gd name="connsiteX17015" fmla="*/ 107633 w 3114960"/>
              <a:gd name="connsiteY17015" fmla="*/ 5018723 h 5143785"/>
              <a:gd name="connsiteX17016" fmla="*/ 22574 w 3114960"/>
              <a:gd name="connsiteY17016" fmla="*/ 5018723 h 5143785"/>
              <a:gd name="connsiteX17017" fmla="*/ 12668 w 3114960"/>
              <a:gd name="connsiteY17017" fmla="*/ 5010722 h 5143785"/>
              <a:gd name="connsiteX17018" fmla="*/ 2286 w 3114960"/>
              <a:gd name="connsiteY17018" fmla="*/ 5021104 h 5143785"/>
              <a:gd name="connsiteX17019" fmla="*/ 12668 w 3114960"/>
              <a:gd name="connsiteY17019" fmla="*/ 5031486 h 5143785"/>
              <a:gd name="connsiteX17020" fmla="*/ 22574 w 3114960"/>
              <a:gd name="connsiteY17020" fmla="*/ 5023485 h 5143785"/>
              <a:gd name="connsiteX17021" fmla="*/ 108109 w 3114960"/>
              <a:gd name="connsiteY17021" fmla="*/ 5023485 h 5143785"/>
              <a:gd name="connsiteX17022" fmla="*/ 127349 w 3114960"/>
              <a:gd name="connsiteY17022" fmla="*/ 5014722 h 5143785"/>
              <a:gd name="connsiteX17023" fmla="*/ 282321 w 3114960"/>
              <a:gd name="connsiteY17023" fmla="*/ 5014722 h 5143785"/>
              <a:gd name="connsiteX17024" fmla="*/ 299847 w 3114960"/>
              <a:gd name="connsiteY17024" fmla="*/ 5029486 h 5143785"/>
              <a:gd name="connsiteX17025" fmla="*/ 299847 w 3114960"/>
              <a:gd name="connsiteY17025" fmla="*/ 5133784 h 5143785"/>
              <a:gd name="connsiteX17026" fmla="*/ 291846 w 3114960"/>
              <a:gd name="connsiteY17026" fmla="*/ 5143691 h 5143785"/>
              <a:gd name="connsiteX17027" fmla="*/ 296609 w 3114960"/>
              <a:gd name="connsiteY17027" fmla="*/ 5143691 h 5143785"/>
              <a:gd name="connsiteX17028" fmla="*/ 302228 w 3114960"/>
              <a:gd name="connsiteY17028" fmla="*/ 5138071 h 5143785"/>
              <a:gd name="connsiteX17029" fmla="*/ 307848 w 3114960"/>
              <a:gd name="connsiteY17029" fmla="*/ 5143691 h 5143785"/>
              <a:gd name="connsiteX17030" fmla="*/ 312611 w 3114960"/>
              <a:gd name="connsiteY17030" fmla="*/ 5143691 h 5143785"/>
              <a:gd name="connsiteX17031" fmla="*/ 304610 w 3114960"/>
              <a:gd name="connsiteY17031" fmla="*/ 5133784 h 5143785"/>
              <a:gd name="connsiteX17032" fmla="*/ 12668 w 3114960"/>
              <a:gd name="connsiteY17032" fmla="*/ 5026724 h 5143785"/>
              <a:gd name="connsiteX17033" fmla="*/ 7049 w 3114960"/>
              <a:gd name="connsiteY17033" fmla="*/ 5021104 h 5143785"/>
              <a:gd name="connsiteX17034" fmla="*/ 12668 w 3114960"/>
              <a:gd name="connsiteY17034" fmla="*/ 5015484 h 5143785"/>
              <a:gd name="connsiteX17035" fmla="*/ 18288 w 3114960"/>
              <a:gd name="connsiteY17035" fmla="*/ 5021104 h 5143785"/>
              <a:gd name="connsiteX17036" fmla="*/ 12668 w 3114960"/>
              <a:gd name="connsiteY17036" fmla="*/ 5026724 h 5143785"/>
              <a:gd name="connsiteX17037" fmla="*/ 205169 w 3114960"/>
              <a:gd name="connsiteY17037" fmla="*/ 5084255 h 5143785"/>
              <a:gd name="connsiteX17038" fmla="*/ 180118 w 3114960"/>
              <a:gd name="connsiteY17038" fmla="*/ 5084255 h 5143785"/>
              <a:gd name="connsiteX17039" fmla="*/ 174117 w 3114960"/>
              <a:gd name="connsiteY17039" fmla="*/ 5087017 h 5143785"/>
              <a:gd name="connsiteX17040" fmla="*/ 167831 w 3114960"/>
              <a:gd name="connsiteY17040" fmla="*/ 5094447 h 5143785"/>
              <a:gd name="connsiteX17041" fmla="*/ 166021 w 3114960"/>
              <a:gd name="connsiteY17041" fmla="*/ 5099495 h 5143785"/>
              <a:gd name="connsiteX17042" fmla="*/ 166021 w 3114960"/>
              <a:gd name="connsiteY17042" fmla="*/ 5123307 h 5143785"/>
              <a:gd name="connsiteX17043" fmla="*/ 173927 w 3114960"/>
              <a:gd name="connsiteY17043" fmla="*/ 5131213 h 5143785"/>
              <a:gd name="connsiteX17044" fmla="*/ 187166 w 3114960"/>
              <a:gd name="connsiteY17044" fmla="*/ 5131213 h 5143785"/>
              <a:gd name="connsiteX17045" fmla="*/ 187166 w 3114960"/>
              <a:gd name="connsiteY17045" fmla="*/ 5131213 h 5143785"/>
              <a:gd name="connsiteX17046" fmla="*/ 205169 w 3114960"/>
              <a:gd name="connsiteY17046" fmla="*/ 5131213 h 5143785"/>
              <a:gd name="connsiteX17047" fmla="*/ 213074 w 3114960"/>
              <a:gd name="connsiteY17047" fmla="*/ 5123307 h 5143785"/>
              <a:gd name="connsiteX17048" fmla="*/ 213074 w 3114960"/>
              <a:gd name="connsiteY17048" fmla="*/ 5103400 h 5143785"/>
              <a:gd name="connsiteX17049" fmla="*/ 213265 w 3114960"/>
              <a:gd name="connsiteY17049" fmla="*/ 5103114 h 5143785"/>
              <a:gd name="connsiteX17050" fmla="*/ 213074 w 3114960"/>
              <a:gd name="connsiteY17050" fmla="*/ 5102924 h 5143785"/>
              <a:gd name="connsiteX17051" fmla="*/ 213074 w 3114960"/>
              <a:gd name="connsiteY17051" fmla="*/ 5091970 h 5143785"/>
              <a:gd name="connsiteX17052" fmla="*/ 205169 w 3114960"/>
              <a:gd name="connsiteY17052" fmla="*/ 5084064 h 5143785"/>
              <a:gd name="connsiteX17053" fmla="*/ 170783 w 3114960"/>
              <a:gd name="connsiteY17053" fmla="*/ 5099590 h 5143785"/>
              <a:gd name="connsiteX17054" fmla="*/ 171545 w 3114960"/>
              <a:gd name="connsiteY17054" fmla="*/ 5097590 h 5143785"/>
              <a:gd name="connsiteX17055" fmla="*/ 177832 w 3114960"/>
              <a:gd name="connsiteY17055" fmla="*/ 5090160 h 5143785"/>
              <a:gd name="connsiteX17056" fmla="*/ 180213 w 3114960"/>
              <a:gd name="connsiteY17056" fmla="*/ 5089017 h 5143785"/>
              <a:gd name="connsiteX17057" fmla="*/ 192691 w 3114960"/>
              <a:gd name="connsiteY17057" fmla="*/ 5089017 h 5143785"/>
              <a:gd name="connsiteX17058" fmla="*/ 170879 w 3114960"/>
              <a:gd name="connsiteY17058" fmla="*/ 5112449 h 5143785"/>
              <a:gd name="connsiteX17059" fmla="*/ 170879 w 3114960"/>
              <a:gd name="connsiteY17059" fmla="*/ 5099590 h 5143785"/>
              <a:gd name="connsiteX17060" fmla="*/ 208312 w 3114960"/>
              <a:gd name="connsiteY17060" fmla="*/ 5123403 h 5143785"/>
              <a:gd name="connsiteX17061" fmla="*/ 205169 w 3114960"/>
              <a:gd name="connsiteY17061" fmla="*/ 5126546 h 5143785"/>
              <a:gd name="connsiteX17062" fmla="*/ 191643 w 3114960"/>
              <a:gd name="connsiteY17062" fmla="*/ 5126546 h 5143785"/>
              <a:gd name="connsiteX17063" fmla="*/ 208312 w 3114960"/>
              <a:gd name="connsiteY17063" fmla="*/ 5108639 h 5143785"/>
              <a:gd name="connsiteX17064" fmla="*/ 208312 w 3114960"/>
              <a:gd name="connsiteY17064" fmla="*/ 5123403 h 5143785"/>
              <a:gd name="connsiteX17065" fmla="*/ 208312 w 3114960"/>
              <a:gd name="connsiteY17065" fmla="*/ 5098638 h 5143785"/>
              <a:gd name="connsiteX17066" fmla="*/ 208121 w 3114960"/>
              <a:gd name="connsiteY17066" fmla="*/ 5098447 h 5143785"/>
              <a:gd name="connsiteX17067" fmla="*/ 181928 w 3114960"/>
              <a:gd name="connsiteY17067" fmla="*/ 5126546 h 5143785"/>
              <a:gd name="connsiteX17068" fmla="*/ 181928 w 3114960"/>
              <a:gd name="connsiteY17068" fmla="*/ 5126546 h 5143785"/>
              <a:gd name="connsiteX17069" fmla="*/ 173927 w 3114960"/>
              <a:gd name="connsiteY17069" fmla="*/ 5126546 h 5143785"/>
              <a:gd name="connsiteX17070" fmla="*/ 170783 w 3114960"/>
              <a:gd name="connsiteY17070" fmla="*/ 5123403 h 5143785"/>
              <a:gd name="connsiteX17071" fmla="*/ 170783 w 3114960"/>
              <a:gd name="connsiteY17071" fmla="*/ 5121402 h 5143785"/>
              <a:gd name="connsiteX17072" fmla="*/ 171545 w 3114960"/>
              <a:gd name="connsiteY17072" fmla="*/ 5122164 h 5143785"/>
              <a:gd name="connsiteX17073" fmla="*/ 201930 w 3114960"/>
              <a:gd name="connsiteY17073" fmla="*/ 5089589 h 5143785"/>
              <a:gd name="connsiteX17074" fmla="*/ 201358 w 3114960"/>
              <a:gd name="connsiteY17074" fmla="*/ 5089017 h 5143785"/>
              <a:gd name="connsiteX17075" fmla="*/ 205169 w 3114960"/>
              <a:gd name="connsiteY17075" fmla="*/ 5089017 h 5143785"/>
              <a:gd name="connsiteX17076" fmla="*/ 208312 w 3114960"/>
              <a:gd name="connsiteY17076" fmla="*/ 5092160 h 5143785"/>
              <a:gd name="connsiteX17077" fmla="*/ 208312 w 3114960"/>
              <a:gd name="connsiteY17077" fmla="*/ 5098638 h 5143785"/>
              <a:gd name="connsiteX17078" fmla="*/ 1944529 w 3114960"/>
              <a:gd name="connsiteY17078" fmla="*/ 4920996 h 5143785"/>
              <a:gd name="connsiteX17079" fmla="*/ 1929765 w 3114960"/>
              <a:gd name="connsiteY17079" fmla="*/ 4920996 h 5143785"/>
              <a:gd name="connsiteX17080" fmla="*/ 1925098 w 3114960"/>
              <a:gd name="connsiteY17080" fmla="*/ 4925663 h 5143785"/>
              <a:gd name="connsiteX17081" fmla="*/ 1925098 w 3114960"/>
              <a:gd name="connsiteY17081" fmla="*/ 4940427 h 5143785"/>
              <a:gd name="connsiteX17082" fmla="*/ 1929765 w 3114960"/>
              <a:gd name="connsiteY17082" fmla="*/ 4945094 h 5143785"/>
              <a:gd name="connsiteX17083" fmla="*/ 1944529 w 3114960"/>
              <a:gd name="connsiteY17083" fmla="*/ 4945094 h 5143785"/>
              <a:gd name="connsiteX17084" fmla="*/ 1949196 w 3114960"/>
              <a:gd name="connsiteY17084" fmla="*/ 4940427 h 5143785"/>
              <a:gd name="connsiteX17085" fmla="*/ 1949196 w 3114960"/>
              <a:gd name="connsiteY17085" fmla="*/ 4934998 h 5143785"/>
              <a:gd name="connsiteX17086" fmla="*/ 2039684 w 3114960"/>
              <a:gd name="connsiteY17086" fmla="*/ 4935569 h 5143785"/>
              <a:gd name="connsiteX17087" fmla="*/ 2040541 w 3114960"/>
              <a:gd name="connsiteY17087" fmla="*/ 4935569 h 5143785"/>
              <a:gd name="connsiteX17088" fmla="*/ 2139506 w 3114960"/>
              <a:gd name="connsiteY17088" fmla="*/ 4856321 h 5143785"/>
              <a:gd name="connsiteX17089" fmla="*/ 2260378 w 3114960"/>
              <a:gd name="connsiteY17089" fmla="*/ 4855179 h 5143785"/>
              <a:gd name="connsiteX17090" fmla="*/ 2274380 w 3114960"/>
              <a:gd name="connsiteY17090" fmla="*/ 4865561 h 5143785"/>
              <a:gd name="connsiteX17091" fmla="*/ 2380488 w 3114960"/>
              <a:gd name="connsiteY17091" fmla="*/ 4866037 h 5143785"/>
              <a:gd name="connsiteX17092" fmla="*/ 2381536 w 3114960"/>
              <a:gd name="connsiteY17092" fmla="*/ 4866037 h 5143785"/>
              <a:gd name="connsiteX17093" fmla="*/ 2415540 w 3114960"/>
              <a:gd name="connsiteY17093" fmla="*/ 4830223 h 5143785"/>
              <a:gd name="connsiteX17094" fmla="*/ 2417826 w 3114960"/>
              <a:gd name="connsiteY17094" fmla="*/ 4832319 h 5143785"/>
              <a:gd name="connsiteX17095" fmla="*/ 2453926 w 3114960"/>
              <a:gd name="connsiteY17095" fmla="*/ 4826794 h 5143785"/>
              <a:gd name="connsiteX17096" fmla="*/ 2453926 w 3114960"/>
              <a:gd name="connsiteY17096" fmla="*/ 4826794 h 5143785"/>
              <a:gd name="connsiteX17097" fmla="*/ 2448401 w 3114960"/>
              <a:gd name="connsiteY17097" fmla="*/ 4790694 h 5143785"/>
              <a:gd name="connsiteX17098" fmla="*/ 2433161 w 3114960"/>
              <a:gd name="connsiteY17098" fmla="*/ 4785646 h 5143785"/>
              <a:gd name="connsiteX17099" fmla="*/ 2412302 w 3114960"/>
              <a:gd name="connsiteY17099" fmla="*/ 4796219 h 5143785"/>
              <a:gd name="connsiteX17100" fmla="*/ 2412302 w 3114960"/>
              <a:gd name="connsiteY17100" fmla="*/ 4826699 h 5143785"/>
              <a:gd name="connsiteX17101" fmla="*/ 2379440 w 3114960"/>
              <a:gd name="connsiteY17101" fmla="*/ 4861370 h 5143785"/>
              <a:gd name="connsiteX17102" fmla="*/ 2275904 w 3114960"/>
              <a:gd name="connsiteY17102" fmla="*/ 4860894 h 5143785"/>
              <a:gd name="connsiteX17103" fmla="*/ 2261902 w 3114960"/>
              <a:gd name="connsiteY17103" fmla="*/ 4850511 h 5143785"/>
              <a:gd name="connsiteX17104" fmla="*/ 2137791 w 3114960"/>
              <a:gd name="connsiteY17104" fmla="*/ 4851654 h 5143785"/>
              <a:gd name="connsiteX17105" fmla="*/ 2038922 w 3114960"/>
              <a:gd name="connsiteY17105" fmla="*/ 4930902 h 5143785"/>
              <a:gd name="connsiteX17106" fmla="*/ 1949291 w 3114960"/>
              <a:gd name="connsiteY17106" fmla="*/ 4930331 h 5143785"/>
              <a:gd name="connsiteX17107" fmla="*/ 1949291 w 3114960"/>
              <a:gd name="connsiteY17107" fmla="*/ 4925759 h 5143785"/>
              <a:gd name="connsiteX17108" fmla="*/ 1944624 w 3114960"/>
              <a:gd name="connsiteY17108" fmla="*/ 4921092 h 5143785"/>
              <a:gd name="connsiteX17109" fmla="*/ 2416016 w 3114960"/>
              <a:gd name="connsiteY17109" fmla="*/ 4798886 h 5143785"/>
              <a:gd name="connsiteX17110" fmla="*/ 2429828 w 3114960"/>
              <a:gd name="connsiteY17110" fmla="*/ 4790504 h 5143785"/>
              <a:gd name="connsiteX17111" fmla="*/ 2445544 w 3114960"/>
              <a:gd name="connsiteY17111" fmla="*/ 4794314 h 5143785"/>
              <a:gd name="connsiteX17112" fmla="*/ 2453926 w 3114960"/>
              <a:gd name="connsiteY17112" fmla="*/ 4808125 h 5143785"/>
              <a:gd name="connsiteX17113" fmla="*/ 2450116 w 3114960"/>
              <a:gd name="connsiteY17113" fmla="*/ 4823746 h 5143785"/>
              <a:gd name="connsiteX17114" fmla="*/ 2420588 w 3114960"/>
              <a:gd name="connsiteY17114" fmla="*/ 4828318 h 5143785"/>
              <a:gd name="connsiteX17115" fmla="*/ 2416112 w 3114960"/>
              <a:gd name="connsiteY17115" fmla="*/ 4798790 h 5143785"/>
              <a:gd name="connsiteX17116" fmla="*/ 194120 w 3114960"/>
              <a:gd name="connsiteY17116" fmla="*/ 1406843 h 5143785"/>
              <a:gd name="connsiteX17117" fmla="*/ 201454 w 3114960"/>
              <a:gd name="connsiteY17117" fmla="*/ 1406843 h 5143785"/>
              <a:gd name="connsiteX17118" fmla="*/ 207264 w 3114960"/>
              <a:gd name="connsiteY17118" fmla="*/ 1401032 h 5143785"/>
              <a:gd name="connsiteX17119" fmla="*/ 207264 w 3114960"/>
              <a:gd name="connsiteY17119" fmla="*/ 1393698 h 5143785"/>
              <a:gd name="connsiteX17120" fmla="*/ 201454 w 3114960"/>
              <a:gd name="connsiteY17120" fmla="*/ 1387888 h 5143785"/>
              <a:gd name="connsiteX17121" fmla="*/ 194120 w 3114960"/>
              <a:gd name="connsiteY17121" fmla="*/ 1387888 h 5143785"/>
              <a:gd name="connsiteX17122" fmla="*/ 188309 w 3114960"/>
              <a:gd name="connsiteY17122" fmla="*/ 1393698 h 5143785"/>
              <a:gd name="connsiteX17123" fmla="*/ 188309 w 3114960"/>
              <a:gd name="connsiteY17123" fmla="*/ 1393698 h 5143785"/>
              <a:gd name="connsiteX17124" fmla="*/ 120110 w 3114960"/>
              <a:gd name="connsiteY17124" fmla="*/ 1393698 h 5143785"/>
              <a:gd name="connsiteX17125" fmla="*/ 90011 w 3114960"/>
              <a:gd name="connsiteY17125" fmla="*/ 1416844 h 5143785"/>
              <a:gd name="connsiteX17126" fmla="*/ 95 w 3114960"/>
              <a:gd name="connsiteY17126" fmla="*/ 1416653 h 5143785"/>
              <a:gd name="connsiteX17127" fmla="*/ 95 w 3114960"/>
              <a:gd name="connsiteY17127" fmla="*/ 1421416 h 5143785"/>
              <a:gd name="connsiteX17128" fmla="*/ 91631 w 3114960"/>
              <a:gd name="connsiteY17128" fmla="*/ 1421606 h 5143785"/>
              <a:gd name="connsiteX17129" fmla="*/ 121730 w 3114960"/>
              <a:gd name="connsiteY17129" fmla="*/ 1398461 h 5143785"/>
              <a:gd name="connsiteX17130" fmla="*/ 188309 w 3114960"/>
              <a:gd name="connsiteY17130" fmla="*/ 1398461 h 5143785"/>
              <a:gd name="connsiteX17131" fmla="*/ 188309 w 3114960"/>
              <a:gd name="connsiteY17131" fmla="*/ 1401032 h 5143785"/>
              <a:gd name="connsiteX17132" fmla="*/ 194120 w 3114960"/>
              <a:gd name="connsiteY17132" fmla="*/ 1406843 h 5143785"/>
              <a:gd name="connsiteX17133" fmla="*/ 193072 w 3114960"/>
              <a:gd name="connsiteY17133" fmla="*/ 1393698 h 5143785"/>
              <a:gd name="connsiteX17134" fmla="*/ 194120 w 3114960"/>
              <a:gd name="connsiteY17134" fmla="*/ 1392650 h 5143785"/>
              <a:gd name="connsiteX17135" fmla="*/ 201454 w 3114960"/>
              <a:gd name="connsiteY17135" fmla="*/ 1392650 h 5143785"/>
              <a:gd name="connsiteX17136" fmla="*/ 202502 w 3114960"/>
              <a:gd name="connsiteY17136" fmla="*/ 1393698 h 5143785"/>
              <a:gd name="connsiteX17137" fmla="*/ 202502 w 3114960"/>
              <a:gd name="connsiteY17137" fmla="*/ 1401032 h 5143785"/>
              <a:gd name="connsiteX17138" fmla="*/ 201454 w 3114960"/>
              <a:gd name="connsiteY17138" fmla="*/ 1402080 h 5143785"/>
              <a:gd name="connsiteX17139" fmla="*/ 194120 w 3114960"/>
              <a:gd name="connsiteY17139" fmla="*/ 1402080 h 5143785"/>
              <a:gd name="connsiteX17140" fmla="*/ 193072 w 3114960"/>
              <a:gd name="connsiteY17140" fmla="*/ 1401032 h 5143785"/>
              <a:gd name="connsiteX17141" fmla="*/ 193072 w 3114960"/>
              <a:gd name="connsiteY17141" fmla="*/ 1393698 h 5143785"/>
              <a:gd name="connsiteX17142" fmla="*/ 244031 w 3114960"/>
              <a:gd name="connsiteY17142" fmla="*/ 5133690 h 5143785"/>
              <a:gd name="connsiteX17143" fmla="*/ 244031 w 3114960"/>
              <a:gd name="connsiteY17143" fmla="*/ 5081492 h 5143785"/>
              <a:gd name="connsiteX17144" fmla="*/ 229648 w 3114960"/>
              <a:gd name="connsiteY17144" fmla="*/ 5068348 h 5143785"/>
              <a:gd name="connsiteX17145" fmla="*/ 126111 w 3114960"/>
              <a:gd name="connsiteY17145" fmla="*/ 5068348 h 5143785"/>
              <a:gd name="connsiteX17146" fmla="*/ 107537 w 3114960"/>
              <a:gd name="connsiteY17146" fmla="*/ 5080825 h 5143785"/>
              <a:gd name="connsiteX17147" fmla="*/ 22574 w 3114960"/>
              <a:gd name="connsiteY17147" fmla="*/ 5080825 h 5143785"/>
              <a:gd name="connsiteX17148" fmla="*/ 12668 w 3114960"/>
              <a:gd name="connsiteY17148" fmla="*/ 5072729 h 5143785"/>
              <a:gd name="connsiteX17149" fmla="*/ 2286 w 3114960"/>
              <a:gd name="connsiteY17149" fmla="*/ 5083112 h 5143785"/>
              <a:gd name="connsiteX17150" fmla="*/ 12668 w 3114960"/>
              <a:gd name="connsiteY17150" fmla="*/ 5093494 h 5143785"/>
              <a:gd name="connsiteX17151" fmla="*/ 22574 w 3114960"/>
              <a:gd name="connsiteY17151" fmla="*/ 5085493 h 5143785"/>
              <a:gd name="connsiteX17152" fmla="*/ 109061 w 3114960"/>
              <a:gd name="connsiteY17152" fmla="*/ 5085493 h 5143785"/>
              <a:gd name="connsiteX17153" fmla="*/ 127635 w 3114960"/>
              <a:gd name="connsiteY17153" fmla="*/ 5073110 h 5143785"/>
              <a:gd name="connsiteX17154" fmla="*/ 227838 w 3114960"/>
              <a:gd name="connsiteY17154" fmla="*/ 5073110 h 5143785"/>
              <a:gd name="connsiteX17155" fmla="*/ 239363 w 3114960"/>
              <a:gd name="connsiteY17155" fmla="*/ 5083588 h 5143785"/>
              <a:gd name="connsiteX17156" fmla="*/ 239363 w 3114960"/>
              <a:gd name="connsiteY17156" fmla="*/ 5133690 h 5143785"/>
              <a:gd name="connsiteX17157" fmla="*/ 231362 w 3114960"/>
              <a:gd name="connsiteY17157" fmla="*/ 5143595 h 5143785"/>
              <a:gd name="connsiteX17158" fmla="*/ 236125 w 3114960"/>
              <a:gd name="connsiteY17158" fmla="*/ 5143595 h 5143785"/>
              <a:gd name="connsiteX17159" fmla="*/ 241745 w 3114960"/>
              <a:gd name="connsiteY17159" fmla="*/ 5137975 h 5143785"/>
              <a:gd name="connsiteX17160" fmla="*/ 247364 w 3114960"/>
              <a:gd name="connsiteY17160" fmla="*/ 5143595 h 5143785"/>
              <a:gd name="connsiteX17161" fmla="*/ 252127 w 3114960"/>
              <a:gd name="connsiteY17161" fmla="*/ 5143595 h 5143785"/>
              <a:gd name="connsiteX17162" fmla="*/ 244126 w 3114960"/>
              <a:gd name="connsiteY17162" fmla="*/ 5133690 h 5143785"/>
              <a:gd name="connsiteX17163" fmla="*/ 12668 w 3114960"/>
              <a:gd name="connsiteY17163" fmla="*/ 5088731 h 5143785"/>
              <a:gd name="connsiteX17164" fmla="*/ 7049 w 3114960"/>
              <a:gd name="connsiteY17164" fmla="*/ 5083112 h 5143785"/>
              <a:gd name="connsiteX17165" fmla="*/ 12668 w 3114960"/>
              <a:gd name="connsiteY17165" fmla="*/ 5077492 h 5143785"/>
              <a:gd name="connsiteX17166" fmla="*/ 18288 w 3114960"/>
              <a:gd name="connsiteY17166" fmla="*/ 5083112 h 5143785"/>
              <a:gd name="connsiteX17167" fmla="*/ 12668 w 3114960"/>
              <a:gd name="connsiteY17167" fmla="*/ 5088731 h 5143785"/>
              <a:gd name="connsiteX17168" fmla="*/ 1006697 w 3114960"/>
              <a:gd name="connsiteY17168" fmla="*/ 4475036 h 5143785"/>
              <a:gd name="connsiteX17169" fmla="*/ 988504 w 3114960"/>
              <a:gd name="connsiteY17169" fmla="*/ 4493038 h 5143785"/>
              <a:gd name="connsiteX17170" fmla="*/ 970502 w 3114960"/>
              <a:gd name="connsiteY17170" fmla="*/ 4474845 h 5143785"/>
              <a:gd name="connsiteX17171" fmla="*/ 988695 w 3114960"/>
              <a:gd name="connsiteY17171" fmla="*/ 4456843 h 5143785"/>
              <a:gd name="connsiteX17172" fmla="*/ 1006697 w 3114960"/>
              <a:gd name="connsiteY17172" fmla="*/ 4475036 h 5143785"/>
              <a:gd name="connsiteX17173" fmla="*/ 2917412 w 3114960"/>
              <a:gd name="connsiteY17173" fmla="*/ 5143595 h 5143785"/>
              <a:gd name="connsiteX17174" fmla="*/ 2917412 w 3114960"/>
              <a:gd name="connsiteY17174" fmla="*/ 5062442 h 5143785"/>
              <a:gd name="connsiteX17175" fmla="*/ 2921127 w 3114960"/>
              <a:gd name="connsiteY17175" fmla="*/ 5062442 h 5143785"/>
              <a:gd name="connsiteX17176" fmla="*/ 2929509 w 3114960"/>
              <a:gd name="connsiteY17176" fmla="*/ 5054060 h 5143785"/>
              <a:gd name="connsiteX17177" fmla="*/ 2929509 w 3114960"/>
              <a:gd name="connsiteY17177" fmla="*/ 5043869 h 5143785"/>
              <a:gd name="connsiteX17178" fmla="*/ 2921127 w 3114960"/>
              <a:gd name="connsiteY17178" fmla="*/ 5035487 h 5143785"/>
              <a:gd name="connsiteX17179" fmla="*/ 2883884 w 3114960"/>
              <a:gd name="connsiteY17179" fmla="*/ 5035487 h 5143785"/>
              <a:gd name="connsiteX17180" fmla="*/ 2875502 w 3114960"/>
              <a:gd name="connsiteY17180" fmla="*/ 5043869 h 5143785"/>
              <a:gd name="connsiteX17181" fmla="*/ 2875502 w 3114960"/>
              <a:gd name="connsiteY17181" fmla="*/ 5054060 h 5143785"/>
              <a:gd name="connsiteX17182" fmla="*/ 2883884 w 3114960"/>
              <a:gd name="connsiteY17182" fmla="*/ 5062442 h 5143785"/>
              <a:gd name="connsiteX17183" fmla="*/ 2886837 w 3114960"/>
              <a:gd name="connsiteY17183" fmla="*/ 5062442 h 5143785"/>
              <a:gd name="connsiteX17184" fmla="*/ 2886837 w 3114960"/>
              <a:gd name="connsiteY17184" fmla="*/ 5143595 h 5143785"/>
              <a:gd name="connsiteX17185" fmla="*/ 2893981 w 3114960"/>
              <a:gd name="connsiteY17185" fmla="*/ 5143595 h 5143785"/>
              <a:gd name="connsiteX17186" fmla="*/ 2893981 w 3114960"/>
              <a:gd name="connsiteY17186" fmla="*/ 5062442 h 5143785"/>
              <a:gd name="connsiteX17187" fmla="*/ 2910364 w 3114960"/>
              <a:gd name="connsiteY17187" fmla="*/ 5062442 h 5143785"/>
              <a:gd name="connsiteX17188" fmla="*/ 2910364 w 3114960"/>
              <a:gd name="connsiteY17188" fmla="*/ 5143595 h 5143785"/>
              <a:gd name="connsiteX17189" fmla="*/ 2917508 w 3114960"/>
              <a:gd name="connsiteY17189" fmla="*/ 5143595 h 5143785"/>
              <a:gd name="connsiteX17190" fmla="*/ 2890361 w 3114960"/>
              <a:gd name="connsiteY17190" fmla="*/ 5057204 h 5143785"/>
              <a:gd name="connsiteX17191" fmla="*/ 2883884 w 3114960"/>
              <a:gd name="connsiteY17191" fmla="*/ 5057204 h 5143785"/>
              <a:gd name="connsiteX17192" fmla="*/ 2880741 w 3114960"/>
              <a:gd name="connsiteY17192" fmla="*/ 5054060 h 5143785"/>
              <a:gd name="connsiteX17193" fmla="*/ 2880741 w 3114960"/>
              <a:gd name="connsiteY17193" fmla="*/ 5043869 h 5143785"/>
              <a:gd name="connsiteX17194" fmla="*/ 2883884 w 3114960"/>
              <a:gd name="connsiteY17194" fmla="*/ 5040726 h 5143785"/>
              <a:gd name="connsiteX17195" fmla="*/ 2890361 w 3114960"/>
              <a:gd name="connsiteY17195" fmla="*/ 5040726 h 5143785"/>
              <a:gd name="connsiteX17196" fmla="*/ 2890361 w 3114960"/>
              <a:gd name="connsiteY17196" fmla="*/ 5057204 h 5143785"/>
              <a:gd name="connsiteX17197" fmla="*/ 2912650 w 3114960"/>
              <a:gd name="connsiteY17197" fmla="*/ 5040821 h 5143785"/>
              <a:gd name="connsiteX17198" fmla="*/ 2921127 w 3114960"/>
              <a:gd name="connsiteY17198" fmla="*/ 5040821 h 5143785"/>
              <a:gd name="connsiteX17199" fmla="*/ 2924270 w 3114960"/>
              <a:gd name="connsiteY17199" fmla="*/ 5043964 h 5143785"/>
              <a:gd name="connsiteX17200" fmla="*/ 2924270 w 3114960"/>
              <a:gd name="connsiteY17200" fmla="*/ 5054156 h 5143785"/>
              <a:gd name="connsiteX17201" fmla="*/ 2921127 w 3114960"/>
              <a:gd name="connsiteY17201" fmla="*/ 5057299 h 5143785"/>
              <a:gd name="connsiteX17202" fmla="*/ 2912650 w 3114960"/>
              <a:gd name="connsiteY17202" fmla="*/ 5057299 h 5143785"/>
              <a:gd name="connsiteX17203" fmla="*/ 2912650 w 3114960"/>
              <a:gd name="connsiteY17203" fmla="*/ 5040821 h 5143785"/>
              <a:gd name="connsiteX17204" fmla="*/ 1876520 w 3114960"/>
              <a:gd name="connsiteY17204" fmla="*/ 4807649 h 5143785"/>
              <a:gd name="connsiteX17205" fmla="*/ 1876520 w 3114960"/>
              <a:gd name="connsiteY17205" fmla="*/ 4814126 h 5143785"/>
              <a:gd name="connsiteX17206" fmla="*/ 1873949 w 3114960"/>
              <a:gd name="connsiteY17206" fmla="*/ 4816697 h 5143785"/>
              <a:gd name="connsiteX17207" fmla="*/ 1867472 w 3114960"/>
              <a:gd name="connsiteY17207" fmla="*/ 4816697 h 5143785"/>
              <a:gd name="connsiteX17208" fmla="*/ 1864900 w 3114960"/>
              <a:gd name="connsiteY17208" fmla="*/ 4814126 h 5143785"/>
              <a:gd name="connsiteX17209" fmla="*/ 1864900 w 3114960"/>
              <a:gd name="connsiteY17209" fmla="*/ 4807649 h 5143785"/>
              <a:gd name="connsiteX17210" fmla="*/ 1867472 w 3114960"/>
              <a:gd name="connsiteY17210" fmla="*/ 4805077 h 5143785"/>
              <a:gd name="connsiteX17211" fmla="*/ 1873949 w 3114960"/>
              <a:gd name="connsiteY17211" fmla="*/ 4805077 h 5143785"/>
              <a:gd name="connsiteX17212" fmla="*/ 1876520 w 3114960"/>
              <a:gd name="connsiteY17212" fmla="*/ 4807649 h 5143785"/>
              <a:gd name="connsiteX17213" fmla="*/ 1902905 w 3114960"/>
              <a:gd name="connsiteY17213" fmla="*/ 5128450 h 5143785"/>
              <a:gd name="connsiteX17214" fmla="*/ 1903190 w 3114960"/>
              <a:gd name="connsiteY17214" fmla="*/ 4965002 h 5143785"/>
              <a:gd name="connsiteX17215" fmla="*/ 1903190 w 3114960"/>
              <a:gd name="connsiteY17215" fmla="*/ 4963954 h 5143785"/>
              <a:gd name="connsiteX17216" fmla="*/ 1873187 w 3114960"/>
              <a:gd name="connsiteY17216" fmla="*/ 4935379 h 5143785"/>
              <a:gd name="connsiteX17217" fmla="*/ 1873187 w 3114960"/>
              <a:gd name="connsiteY17217" fmla="*/ 4824698 h 5143785"/>
              <a:gd name="connsiteX17218" fmla="*/ 1878616 w 3114960"/>
              <a:gd name="connsiteY17218" fmla="*/ 4824698 h 5143785"/>
              <a:gd name="connsiteX17219" fmla="*/ 1884521 w 3114960"/>
              <a:gd name="connsiteY17219" fmla="*/ 4818793 h 5143785"/>
              <a:gd name="connsiteX17220" fmla="*/ 1884521 w 3114960"/>
              <a:gd name="connsiteY17220" fmla="*/ 4803172 h 5143785"/>
              <a:gd name="connsiteX17221" fmla="*/ 1878616 w 3114960"/>
              <a:gd name="connsiteY17221" fmla="*/ 4797267 h 5143785"/>
              <a:gd name="connsiteX17222" fmla="*/ 1874139 w 3114960"/>
              <a:gd name="connsiteY17222" fmla="*/ 4797267 h 5143785"/>
              <a:gd name="connsiteX17223" fmla="*/ 1874139 w 3114960"/>
              <a:gd name="connsiteY17223" fmla="*/ 4756499 h 5143785"/>
              <a:gd name="connsiteX17224" fmla="*/ 1886045 w 3114960"/>
              <a:gd name="connsiteY17224" fmla="*/ 4744593 h 5143785"/>
              <a:gd name="connsiteX17225" fmla="*/ 1915097 w 3114960"/>
              <a:gd name="connsiteY17225" fmla="*/ 4744593 h 5143785"/>
              <a:gd name="connsiteX17226" fmla="*/ 1922145 w 3114960"/>
              <a:gd name="connsiteY17226" fmla="*/ 4754880 h 5143785"/>
              <a:gd name="connsiteX17227" fmla="*/ 1920716 w 3114960"/>
              <a:gd name="connsiteY17227" fmla="*/ 4880324 h 5143785"/>
              <a:gd name="connsiteX17228" fmla="*/ 1921859 w 3114960"/>
              <a:gd name="connsiteY17228" fmla="*/ 4882992 h 5143785"/>
              <a:gd name="connsiteX17229" fmla="*/ 1932337 w 3114960"/>
              <a:gd name="connsiteY17229" fmla="*/ 4892707 h 5143785"/>
              <a:gd name="connsiteX17230" fmla="*/ 1934718 w 3114960"/>
              <a:gd name="connsiteY17230" fmla="*/ 4893660 h 5143785"/>
              <a:gd name="connsiteX17231" fmla="*/ 1966341 w 3114960"/>
              <a:gd name="connsiteY17231" fmla="*/ 4894231 h 5143785"/>
              <a:gd name="connsiteX17232" fmla="*/ 1966341 w 3114960"/>
              <a:gd name="connsiteY17232" fmla="*/ 4898898 h 5143785"/>
              <a:gd name="connsiteX17233" fmla="*/ 1971008 w 3114960"/>
              <a:gd name="connsiteY17233" fmla="*/ 4903565 h 5143785"/>
              <a:gd name="connsiteX17234" fmla="*/ 1985772 w 3114960"/>
              <a:gd name="connsiteY17234" fmla="*/ 4903565 h 5143785"/>
              <a:gd name="connsiteX17235" fmla="*/ 1990439 w 3114960"/>
              <a:gd name="connsiteY17235" fmla="*/ 4898898 h 5143785"/>
              <a:gd name="connsiteX17236" fmla="*/ 1990439 w 3114960"/>
              <a:gd name="connsiteY17236" fmla="*/ 4893850 h 5143785"/>
              <a:gd name="connsiteX17237" fmla="*/ 2028444 w 3114960"/>
              <a:gd name="connsiteY17237" fmla="*/ 4893850 h 5143785"/>
              <a:gd name="connsiteX17238" fmla="*/ 2029111 w 3114960"/>
              <a:gd name="connsiteY17238" fmla="*/ 4893374 h 5143785"/>
              <a:gd name="connsiteX17239" fmla="*/ 2169128 w 3114960"/>
              <a:gd name="connsiteY17239" fmla="*/ 4782598 h 5143785"/>
              <a:gd name="connsiteX17240" fmla="*/ 2169986 w 3114960"/>
              <a:gd name="connsiteY17240" fmla="*/ 4783265 h 5143785"/>
              <a:gd name="connsiteX17241" fmla="*/ 2183702 w 3114960"/>
              <a:gd name="connsiteY17241" fmla="*/ 4778693 h 5143785"/>
              <a:gd name="connsiteX17242" fmla="*/ 2179130 w 3114960"/>
              <a:gd name="connsiteY17242" fmla="*/ 4764977 h 5143785"/>
              <a:gd name="connsiteX17243" fmla="*/ 2165414 w 3114960"/>
              <a:gd name="connsiteY17243" fmla="*/ 4769549 h 5143785"/>
              <a:gd name="connsiteX17244" fmla="*/ 2165890 w 3114960"/>
              <a:gd name="connsiteY17244" fmla="*/ 4779169 h 5143785"/>
              <a:gd name="connsiteX17245" fmla="*/ 2026920 w 3114960"/>
              <a:gd name="connsiteY17245" fmla="*/ 4889088 h 5143785"/>
              <a:gd name="connsiteX17246" fmla="*/ 1990535 w 3114960"/>
              <a:gd name="connsiteY17246" fmla="*/ 4889088 h 5143785"/>
              <a:gd name="connsiteX17247" fmla="*/ 1990535 w 3114960"/>
              <a:gd name="connsiteY17247" fmla="*/ 4884135 h 5143785"/>
              <a:gd name="connsiteX17248" fmla="*/ 1985867 w 3114960"/>
              <a:gd name="connsiteY17248" fmla="*/ 4879467 h 5143785"/>
              <a:gd name="connsiteX17249" fmla="*/ 1971103 w 3114960"/>
              <a:gd name="connsiteY17249" fmla="*/ 4879467 h 5143785"/>
              <a:gd name="connsiteX17250" fmla="*/ 1966436 w 3114960"/>
              <a:gd name="connsiteY17250" fmla="*/ 4884135 h 5143785"/>
              <a:gd name="connsiteX17251" fmla="*/ 1966436 w 3114960"/>
              <a:gd name="connsiteY17251" fmla="*/ 4887087 h 5143785"/>
              <a:gd name="connsiteX17252" fmla="*/ 1936242 w 3114960"/>
              <a:gd name="connsiteY17252" fmla="*/ 4886611 h 5143785"/>
              <a:gd name="connsiteX17253" fmla="*/ 1927955 w 3114960"/>
              <a:gd name="connsiteY17253" fmla="*/ 4878896 h 5143785"/>
              <a:gd name="connsiteX17254" fmla="*/ 1929384 w 3114960"/>
              <a:gd name="connsiteY17254" fmla="*/ 4753928 h 5143785"/>
              <a:gd name="connsiteX17255" fmla="*/ 1928717 w 3114960"/>
              <a:gd name="connsiteY17255" fmla="*/ 4751832 h 5143785"/>
              <a:gd name="connsiteX17256" fmla="*/ 1919954 w 3114960"/>
              <a:gd name="connsiteY17256" fmla="*/ 4739069 h 5143785"/>
              <a:gd name="connsiteX17257" fmla="*/ 1917002 w 3114960"/>
              <a:gd name="connsiteY17257" fmla="*/ 4737545 h 5143785"/>
              <a:gd name="connsiteX17258" fmla="*/ 1884617 w 3114960"/>
              <a:gd name="connsiteY17258" fmla="*/ 4737545 h 5143785"/>
              <a:gd name="connsiteX17259" fmla="*/ 1882045 w 3114960"/>
              <a:gd name="connsiteY17259" fmla="*/ 4738593 h 5143785"/>
              <a:gd name="connsiteX17260" fmla="*/ 1868043 w 3114960"/>
              <a:gd name="connsiteY17260" fmla="*/ 4752594 h 5143785"/>
              <a:gd name="connsiteX17261" fmla="*/ 1866995 w 3114960"/>
              <a:gd name="connsiteY17261" fmla="*/ 4755166 h 5143785"/>
              <a:gd name="connsiteX17262" fmla="*/ 1866995 w 3114960"/>
              <a:gd name="connsiteY17262" fmla="*/ 4797362 h 5143785"/>
              <a:gd name="connsiteX17263" fmla="*/ 1862995 w 3114960"/>
              <a:gd name="connsiteY17263" fmla="*/ 4797362 h 5143785"/>
              <a:gd name="connsiteX17264" fmla="*/ 1857089 w 3114960"/>
              <a:gd name="connsiteY17264" fmla="*/ 4803267 h 5143785"/>
              <a:gd name="connsiteX17265" fmla="*/ 1857089 w 3114960"/>
              <a:gd name="connsiteY17265" fmla="*/ 4818888 h 5143785"/>
              <a:gd name="connsiteX17266" fmla="*/ 1862995 w 3114960"/>
              <a:gd name="connsiteY17266" fmla="*/ 4824794 h 5143785"/>
              <a:gd name="connsiteX17267" fmla="*/ 1868424 w 3114960"/>
              <a:gd name="connsiteY17267" fmla="*/ 4824794 h 5143785"/>
              <a:gd name="connsiteX17268" fmla="*/ 1868424 w 3114960"/>
              <a:gd name="connsiteY17268" fmla="*/ 4937570 h 5143785"/>
              <a:gd name="connsiteX17269" fmla="*/ 1898428 w 3114960"/>
              <a:gd name="connsiteY17269" fmla="*/ 4966145 h 5143785"/>
              <a:gd name="connsiteX17270" fmla="*/ 1898142 w 3114960"/>
              <a:gd name="connsiteY17270" fmla="*/ 5128260 h 5143785"/>
              <a:gd name="connsiteX17271" fmla="*/ 1888141 w 3114960"/>
              <a:gd name="connsiteY17271" fmla="*/ 5132737 h 5143785"/>
              <a:gd name="connsiteX17272" fmla="*/ 1883569 w 3114960"/>
              <a:gd name="connsiteY17272" fmla="*/ 5143786 h 5143785"/>
              <a:gd name="connsiteX17273" fmla="*/ 1888331 w 3114960"/>
              <a:gd name="connsiteY17273" fmla="*/ 5143786 h 5143785"/>
              <a:gd name="connsiteX17274" fmla="*/ 1891475 w 3114960"/>
              <a:gd name="connsiteY17274" fmla="*/ 5136071 h 5143785"/>
              <a:gd name="connsiteX17275" fmla="*/ 1899190 w 3114960"/>
              <a:gd name="connsiteY17275" fmla="*/ 5132928 h 5143785"/>
              <a:gd name="connsiteX17276" fmla="*/ 1906905 w 3114960"/>
              <a:gd name="connsiteY17276" fmla="*/ 5136071 h 5143785"/>
              <a:gd name="connsiteX17277" fmla="*/ 1910048 w 3114960"/>
              <a:gd name="connsiteY17277" fmla="*/ 5143786 h 5143785"/>
              <a:gd name="connsiteX17278" fmla="*/ 1914811 w 3114960"/>
              <a:gd name="connsiteY17278" fmla="*/ 5143786 h 5143785"/>
              <a:gd name="connsiteX17279" fmla="*/ 1910239 w 3114960"/>
              <a:gd name="connsiteY17279" fmla="*/ 5132737 h 5143785"/>
              <a:gd name="connsiteX17280" fmla="*/ 1902809 w 3114960"/>
              <a:gd name="connsiteY17280" fmla="*/ 5128641 h 5143785"/>
              <a:gd name="connsiteX17281" fmla="*/ 1862995 w 3114960"/>
              <a:gd name="connsiteY17281" fmla="*/ 4819841 h 5143785"/>
              <a:gd name="connsiteX17282" fmla="*/ 1861852 w 3114960"/>
              <a:gd name="connsiteY17282" fmla="*/ 4818698 h 5143785"/>
              <a:gd name="connsiteX17283" fmla="*/ 1861852 w 3114960"/>
              <a:gd name="connsiteY17283" fmla="*/ 4803077 h 5143785"/>
              <a:gd name="connsiteX17284" fmla="*/ 1862995 w 3114960"/>
              <a:gd name="connsiteY17284" fmla="*/ 4801934 h 5143785"/>
              <a:gd name="connsiteX17285" fmla="*/ 1878616 w 3114960"/>
              <a:gd name="connsiteY17285" fmla="*/ 4801934 h 5143785"/>
              <a:gd name="connsiteX17286" fmla="*/ 1879759 w 3114960"/>
              <a:gd name="connsiteY17286" fmla="*/ 4803077 h 5143785"/>
              <a:gd name="connsiteX17287" fmla="*/ 1879759 w 3114960"/>
              <a:gd name="connsiteY17287" fmla="*/ 4818698 h 5143785"/>
              <a:gd name="connsiteX17288" fmla="*/ 1878616 w 3114960"/>
              <a:gd name="connsiteY17288" fmla="*/ 4819841 h 5143785"/>
              <a:gd name="connsiteX17289" fmla="*/ 1862995 w 3114960"/>
              <a:gd name="connsiteY17289" fmla="*/ 4819841 h 5143785"/>
              <a:gd name="connsiteX17290" fmla="*/ 389954 w 3114960"/>
              <a:gd name="connsiteY17290" fmla="*/ 1616774 h 5143785"/>
              <a:gd name="connsiteX17291" fmla="*/ 402622 w 3114960"/>
              <a:gd name="connsiteY17291" fmla="*/ 1629442 h 5143785"/>
              <a:gd name="connsiteX17292" fmla="*/ 389954 w 3114960"/>
              <a:gd name="connsiteY17292" fmla="*/ 1642110 h 5143785"/>
              <a:gd name="connsiteX17293" fmla="*/ 377285 w 3114960"/>
              <a:gd name="connsiteY17293" fmla="*/ 1629442 h 5143785"/>
              <a:gd name="connsiteX17294" fmla="*/ 389954 w 3114960"/>
              <a:gd name="connsiteY17294" fmla="*/ 1616774 h 5143785"/>
              <a:gd name="connsiteX17295" fmla="*/ 2240947 w 3114960"/>
              <a:gd name="connsiteY17295" fmla="*/ 5143595 h 5143785"/>
              <a:gd name="connsiteX17296" fmla="*/ 2240947 w 3114960"/>
              <a:gd name="connsiteY17296" fmla="*/ 5141405 h 5143785"/>
              <a:gd name="connsiteX17297" fmla="*/ 2240185 w 3114960"/>
              <a:gd name="connsiteY17297" fmla="*/ 5140643 h 5143785"/>
              <a:gd name="connsiteX17298" fmla="*/ 2229231 w 3114960"/>
              <a:gd name="connsiteY17298" fmla="*/ 5140643 h 5143785"/>
              <a:gd name="connsiteX17299" fmla="*/ 2228469 w 3114960"/>
              <a:gd name="connsiteY17299" fmla="*/ 5141405 h 5143785"/>
              <a:gd name="connsiteX17300" fmla="*/ 2228469 w 3114960"/>
              <a:gd name="connsiteY17300" fmla="*/ 5143595 h 5143785"/>
              <a:gd name="connsiteX17301" fmla="*/ 2223707 w 3114960"/>
              <a:gd name="connsiteY17301" fmla="*/ 5143595 h 5143785"/>
              <a:gd name="connsiteX17302" fmla="*/ 2223707 w 3114960"/>
              <a:gd name="connsiteY17302" fmla="*/ 5141405 h 5143785"/>
              <a:gd name="connsiteX17303" fmla="*/ 2229231 w 3114960"/>
              <a:gd name="connsiteY17303" fmla="*/ 5135880 h 5143785"/>
              <a:gd name="connsiteX17304" fmla="*/ 2240185 w 3114960"/>
              <a:gd name="connsiteY17304" fmla="*/ 5135880 h 5143785"/>
              <a:gd name="connsiteX17305" fmla="*/ 2245709 w 3114960"/>
              <a:gd name="connsiteY17305" fmla="*/ 5141405 h 5143785"/>
              <a:gd name="connsiteX17306" fmla="*/ 2245709 w 3114960"/>
              <a:gd name="connsiteY17306" fmla="*/ 5143595 h 5143785"/>
              <a:gd name="connsiteX17307" fmla="*/ 2240947 w 3114960"/>
              <a:gd name="connsiteY17307" fmla="*/ 5143595 h 5143785"/>
              <a:gd name="connsiteX17308" fmla="*/ 1767840 w 3114960"/>
              <a:gd name="connsiteY17308" fmla="*/ 4814126 h 5143785"/>
              <a:gd name="connsiteX17309" fmla="*/ 1767840 w 3114960"/>
              <a:gd name="connsiteY17309" fmla="*/ 4807649 h 5143785"/>
              <a:gd name="connsiteX17310" fmla="*/ 1770412 w 3114960"/>
              <a:gd name="connsiteY17310" fmla="*/ 4805077 h 5143785"/>
              <a:gd name="connsiteX17311" fmla="*/ 1776889 w 3114960"/>
              <a:gd name="connsiteY17311" fmla="*/ 4805077 h 5143785"/>
              <a:gd name="connsiteX17312" fmla="*/ 1779461 w 3114960"/>
              <a:gd name="connsiteY17312" fmla="*/ 4807649 h 5143785"/>
              <a:gd name="connsiteX17313" fmla="*/ 1779461 w 3114960"/>
              <a:gd name="connsiteY17313" fmla="*/ 4814126 h 5143785"/>
              <a:gd name="connsiteX17314" fmla="*/ 1776889 w 3114960"/>
              <a:gd name="connsiteY17314" fmla="*/ 4816697 h 5143785"/>
              <a:gd name="connsiteX17315" fmla="*/ 1770412 w 3114960"/>
              <a:gd name="connsiteY17315" fmla="*/ 4816697 h 5143785"/>
              <a:gd name="connsiteX17316" fmla="*/ 1767840 w 3114960"/>
              <a:gd name="connsiteY17316" fmla="*/ 4814126 h 5143785"/>
              <a:gd name="connsiteX17317" fmla="*/ 2420398 w 3114960"/>
              <a:gd name="connsiteY17317" fmla="*/ 4811459 h 5143785"/>
              <a:gd name="connsiteX17318" fmla="*/ 2433066 w 3114960"/>
              <a:gd name="connsiteY17318" fmla="*/ 4798790 h 5143785"/>
              <a:gd name="connsiteX17319" fmla="*/ 2445734 w 3114960"/>
              <a:gd name="connsiteY17319" fmla="*/ 4811459 h 5143785"/>
              <a:gd name="connsiteX17320" fmla="*/ 2433066 w 3114960"/>
              <a:gd name="connsiteY17320" fmla="*/ 4824127 h 5143785"/>
              <a:gd name="connsiteX17321" fmla="*/ 2420398 w 3114960"/>
              <a:gd name="connsiteY17321" fmla="*/ 4811459 h 5143785"/>
              <a:gd name="connsiteX17322" fmla="*/ 16764 w 3114960"/>
              <a:gd name="connsiteY17322" fmla="*/ 1817275 h 5143785"/>
              <a:gd name="connsiteX17323" fmla="*/ 27527 w 3114960"/>
              <a:gd name="connsiteY17323" fmla="*/ 1806512 h 5143785"/>
              <a:gd name="connsiteX17324" fmla="*/ 27527 w 3114960"/>
              <a:gd name="connsiteY17324" fmla="*/ 1764030 h 5143785"/>
              <a:gd name="connsiteX17325" fmla="*/ 34290 w 3114960"/>
              <a:gd name="connsiteY17325" fmla="*/ 1764030 h 5143785"/>
              <a:gd name="connsiteX17326" fmla="*/ 36671 w 3114960"/>
              <a:gd name="connsiteY17326" fmla="*/ 1761649 h 5143785"/>
              <a:gd name="connsiteX17327" fmla="*/ 36671 w 3114960"/>
              <a:gd name="connsiteY17327" fmla="*/ 1760030 h 5143785"/>
              <a:gd name="connsiteX17328" fmla="*/ 90964 w 3114960"/>
              <a:gd name="connsiteY17328" fmla="*/ 1760030 h 5143785"/>
              <a:gd name="connsiteX17329" fmla="*/ 99441 w 3114960"/>
              <a:gd name="connsiteY17329" fmla="*/ 1751838 h 5143785"/>
              <a:gd name="connsiteX17330" fmla="*/ 122301 w 3114960"/>
              <a:gd name="connsiteY17330" fmla="*/ 1751838 h 5143785"/>
              <a:gd name="connsiteX17331" fmla="*/ 127445 w 3114960"/>
              <a:gd name="connsiteY17331" fmla="*/ 1746695 h 5143785"/>
              <a:gd name="connsiteX17332" fmla="*/ 127445 w 3114960"/>
              <a:gd name="connsiteY17332" fmla="*/ 1743742 h 5143785"/>
              <a:gd name="connsiteX17333" fmla="*/ 224981 w 3114960"/>
              <a:gd name="connsiteY17333" fmla="*/ 1743742 h 5143785"/>
              <a:gd name="connsiteX17334" fmla="*/ 242030 w 3114960"/>
              <a:gd name="connsiteY17334" fmla="*/ 1760696 h 5143785"/>
              <a:gd name="connsiteX17335" fmla="*/ 333375 w 3114960"/>
              <a:gd name="connsiteY17335" fmla="*/ 1760696 h 5143785"/>
              <a:gd name="connsiteX17336" fmla="*/ 382143 w 3114960"/>
              <a:gd name="connsiteY17336" fmla="*/ 1708499 h 5143785"/>
              <a:gd name="connsiteX17337" fmla="*/ 383667 w 3114960"/>
              <a:gd name="connsiteY17337" fmla="*/ 1708785 h 5143785"/>
              <a:gd name="connsiteX17338" fmla="*/ 396335 w 3114960"/>
              <a:gd name="connsiteY17338" fmla="*/ 1708785 h 5143785"/>
              <a:gd name="connsiteX17339" fmla="*/ 403193 w 3114960"/>
              <a:gd name="connsiteY17339" fmla="*/ 1701927 h 5143785"/>
              <a:gd name="connsiteX17340" fmla="*/ 403193 w 3114960"/>
              <a:gd name="connsiteY17340" fmla="*/ 1689259 h 5143785"/>
              <a:gd name="connsiteX17341" fmla="*/ 396335 w 3114960"/>
              <a:gd name="connsiteY17341" fmla="*/ 1682401 h 5143785"/>
              <a:gd name="connsiteX17342" fmla="*/ 383667 w 3114960"/>
              <a:gd name="connsiteY17342" fmla="*/ 1682401 h 5143785"/>
              <a:gd name="connsiteX17343" fmla="*/ 376809 w 3114960"/>
              <a:gd name="connsiteY17343" fmla="*/ 1689259 h 5143785"/>
              <a:gd name="connsiteX17344" fmla="*/ 376809 w 3114960"/>
              <a:gd name="connsiteY17344" fmla="*/ 1701927 h 5143785"/>
              <a:gd name="connsiteX17345" fmla="*/ 378143 w 3114960"/>
              <a:gd name="connsiteY17345" fmla="*/ 1705737 h 5143785"/>
              <a:gd name="connsiteX17346" fmla="*/ 331280 w 3114960"/>
              <a:gd name="connsiteY17346" fmla="*/ 1755934 h 5143785"/>
              <a:gd name="connsiteX17347" fmla="*/ 244031 w 3114960"/>
              <a:gd name="connsiteY17347" fmla="*/ 1755934 h 5143785"/>
              <a:gd name="connsiteX17348" fmla="*/ 226981 w 3114960"/>
              <a:gd name="connsiteY17348" fmla="*/ 1738979 h 5143785"/>
              <a:gd name="connsiteX17349" fmla="*/ 127445 w 3114960"/>
              <a:gd name="connsiteY17349" fmla="*/ 1738979 h 5143785"/>
              <a:gd name="connsiteX17350" fmla="*/ 127445 w 3114960"/>
              <a:gd name="connsiteY17350" fmla="*/ 1736693 h 5143785"/>
              <a:gd name="connsiteX17351" fmla="*/ 122301 w 3114960"/>
              <a:gd name="connsiteY17351" fmla="*/ 1731550 h 5143785"/>
              <a:gd name="connsiteX17352" fmla="*/ 98489 w 3114960"/>
              <a:gd name="connsiteY17352" fmla="*/ 1731550 h 5143785"/>
              <a:gd name="connsiteX17353" fmla="*/ 93345 w 3114960"/>
              <a:gd name="connsiteY17353" fmla="*/ 1736693 h 5143785"/>
              <a:gd name="connsiteX17354" fmla="*/ 93345 w 3114960"/>
              <a:gd name="connsiteY17354" fmla="*/ 1746790 h 5143785"/>
              <a:gd name="connsiteX17355" fmla="*/ 94583 w 3114960"/>
              <a:gd name="connsiteY17355" fmla="*/ 1749933 h 5143785"/>
              <a:gd name="connsiteX17356" fmla="*/ 89059 w 3114960"/>
              <a:gd name="connsiteY17356" fmla="*/ 1755267 h 5143785"/>
              <a:gd name="connsiteX17357" fmla="*/ 36671 w 3114960"/>
              <a:gd name="connsiteY17357" fmla="*/ 1755267 h 5143785"/>
              <a:gd name="connsiteX17358" fmla="*/ 36671 w 3114960"/>
              <a:gd name="connsiteY17358" fmla="*/ 1753648 h 5143785"/>
              <a:gd name="connsiteX17359" fmla="*/ 34290 w 3114960"/>
              <a:gd name="connsiteY17359" fmla="*/ 1751267 h 5143785"/>
              <a:gd name="connsiteX17360" fmla="*/ 16097 w 3114960"/>
              <a:gd name="connsiteY17360" fmla="*/ 1751267 h 5143785"/>
              <a:gd name="connsiteX17361" fmla="*/ 13716 w 3114960"/>
              <a:gd name="connsiteY17361" fmla="*/ 1753648 h 5143785"/>
              <a:gd name="connsiteX17362" fmla="*/ 13716 w 3114960"/>
              <a:gd name="connsiteY17362" fmla="*/ 1761649 h 5143785"/>
              <a:gd name="connsiteX17363" fmla="*/ 16097 w 3114960"/>
              <a:gd name="connsiteY17363" fmla="*/ 1764030 h 5143785"/>
              <a:gd name="connsiteX17364" fmla="*/ 22860 w 3114960"/>
              <a:gd name="connsiteY17364" fmla="*/ 1764030 h 5143785"/>
              <a:gd name="connsiteX17365" fmla="*/ 22860 w 3114960"/>
              <a:gd name="connsiteY17365" fmla="*/ 1806512 h 5143785"/>
              <a:gd name="connsiteX17366" fmla="*/ 16859 w 3114960"/>
              <a:gd name="connsiteY17366" fmla="*/ 1812512 h 5143785"/>
              <a:gd name="connsiteX17367" fmla="*/ 10859 w 3114960"/>
              <a:gd name="connsiteY17367" fmla="*/ 1806512 h 5143785"/>
              <a:gd name="connsiteX17368" fmla="*/ 10859 w 3114960"/>
              <a:gd name="connsiteY17368" fmla="*/ 1768507 h 5143785"/>
              <a:gd name="connsiteX17369" fmla="*/ 95 w 3114960"/>
              <a:gd name="connsiteY17369" fmla="*/ 1757744 h 5143785"/>
              <a:gd name="connsiteX17370" fmla="*/ 95 w 3114960"/>
              <a:gd name="connsiteY17370" fmla="*/ 1762506 h 5143785"/>
              <a:gd name="connsiteX17371" fmla="*/ 6096 w 3114960"/>
              <a:gd name="connsiteY17371" fmla="*/ 1768507 h 5143785"/>
              <a:gd name="connsiteX17372" fmla="*/ 6096 w 3114960"/>
              <a:gd name="connsiteY17372" fmla="*/ 1806512 h 5143785"/>
              <a:gd name="connsiteX17373" fmla="*/ 16859 w 3114960"/>
              <a:gd name="connsiteY17373" fmla="*/ 1817275 h 5143785"/>
              <a:gd name="connsiteX17374" fmla="*/ 381572 w 3114960"/>
              <a:gd name="connsiteY17374" fmla="*/ 1689449 h 5143785"/>
              <a:gd name="connsiteX17375" fmla="*/ 383667 w 3114960"/>
              <a:gd name="connsiteY17375" fmla="*/ 1687354 h 5143785"/>
              <a:gd name="connsiteX17376" fmla="*/ 396335 w 3114960"/>
              <a:gd name="connsiteY17376" fmla="*/ 1687354 h 5143785"/>
              <a:gd name="connsiteX17377" fmla="*/ 398431 w 3114960"/>
              <a:gd name="connsiteY17377" fmla="*/ 1689449 h 5143785"/>
              <a:gd name="connsiteX17378" fmla="*/ 398431 w 3114960"/>
              <a:gd name="connsiteY17378" fmla="*/ 1702118 h 5143785"/>
              <a:gd name="connsiteX17379" fmla="*/ 396335 w 3114960"/>
              <a:gd name="connsiteY17379" fmla="*/ 1704213 h 5143785"/>
              <a:gd name="connsiteX17380" fmla="*/ 383667 w 3114960"/>
              <a:gd name="connsiteY17380" fmla="*/ 1704213 h 5143785"/>
              <a:gd name="connsiteX17381" fmla="*/ 381572 w 3114960"/>
              <a:gd name="connsiteY17381" fmla="*/ 1702118 h 5143785"/>
              <a:gd name="connsiteX17382" fmla="*/ 381572 w 3114960"/>
              <a:gd name="connsiteY17382" fmla="*/ 1689449 h 5143785"/>
              <a:gd name="connsiteX17383" fmla="*/ 121348 w 3114960"/>
              <a:gd name="connsiteY17383" fmla="*/ 1736789 h 5143785"/>
              <a:gd name="connsiteX17384" fmla="*/ 122492 w 3114960"/>
              <a:gd name="connsiteY17384" fmla="*/ 1736789 h 5143785"/>
              <a:gd name="connsiteX17385" fmla="*/ 122492 w 3114960"/>
              <a:gd name="connsiteY17385" fmla="*/ 1746885 h 5143785"/>
              <a:gd name="connsiteX17386" fmla="*/ 122111 w 3114960"/>
              <a:gd name="connsiteY17386" fmla="*/ 1747266 h 5143785"/>
              <a:gd name="connsiteX17387" fmla="*/ 121253 w 3114960"/>
              <a:gd name="connsiteY17387" fmla="*/ 1747266 h 5143785"/>
              <a:gd name="connsiteX17388" fmla="*/ 121253 w 3114960"/>
              <a:gd name="connsiteY17388" fmla="*/ 1736884 h 5143785"/>
              <a:gd name="connsiteX17389" fmla="*/ 108204 w 3114960"/>
              <a:gd name="connsiteY17389" fmla="*/ 1736598 h 5143785"/>
              <a:gd name="connsiteX17390" fmla="*/ 112871 w 3114960"/>
              <a:gd name="connsiteY17390" fmla="*/ 1736598 h 5143785"/>
              <a:gd name="connsiteX17391" fmla="*/ 112871 w 3114960"/>
              <a:gd name="connsiteY17391" fmla="*/ 1747076 h 5143785"/>
              <a:gd name="connsiteX17392" fmla="*/ 108204 w 3114960"/>
              <a:gd name="connsiteY17392" fmla="*/ 1747076 h 5143785"/>
              <a:gd name="connsiteX17393" fmla="*/ 108204 w 3114960"/>
              <a:gd name="connsiteY17393" fmla="*/ 1736598 h 5143785"/>
              <a:gd name="connsiteX17394" fmla="*/ 98489 w 3114960"/>
              <a:gd name="connsiteY17394" fmla="*/ 1736503 h 5143785"/>
              <a:gd name="connsiteX17395" fmla="*/ 100108 w 3114960"/>
              <a:gd name="connsiteY17395" fmla="*/ 1736503 h 5143785"/>
              <a:gd name="connsiteX17396" fmla="*/ 100108 w 3114960"/>
              <a:gd name="connsiteY17396" fmla="*/ 1746980 h 5143785"/>
              <a:gd name="connsiteX17397" fmla="*/ 98108 w 3114960"/>
              <a:gd name="connsiteY17397" fmla="*/ 1746980 h 5143785"/>
              <a:gd name="connsiteX17398" fmla="*/ 98489 w 3114960"/>
              <a:gd name="connsiteY17398" fmla="*/ 1736503 h 5143785"/>
              <a:gd name="connsiteX17399" fmla="*/ 18383 w 3114960"/>
              <a:gd name="connsiteY17399" fmla="*/ 1759363 h 5143785"/>
              <a:gd name="connsiteX17400" fmla="*/ 18383 w 3114960"/>
              <a:gd name="connsiteY17400" fmla="*/ 1756124 h 5143785"/>
              <a:gd name="connsiteX17401" fmla="*/ 31814 w 3114960"/>
              <a:gd name="connsiteY17401" fmla="*/ 1756124 h 5143785"/>
              <a:gd name="connsiteX17402" fmla="*/ 31814 w 3114960"/>
              <a:gd name="connsiteY17402" fmla="*/ 1759363 h 5143785"/>
              <a:gd name="connsiteX17403" fmla="*/ 18383 w 3114960"/>
              <a:gd name="connsiteY17403" fmla="*/ 1759363 h 5143785"/>
              <a:gd name="connsiteX17404" fmla="*/ 3114770 w 3114960"/>
              <a:gd name="connsiteY17404" fmla="*/ 5122545 h 5143785"/>
              <a:gd name="connsiteX17405" fmla="*/ 3111627 w 3114960"/>
              <a:gd name="connsiteY17405" fmla="*/ 5122545 h 5143785"/>
              <a:gd name="connsiteX17406" fmla="*/ 3101721 w 3114960"/>
              <a:gd name="connsiteY17406" fmla="*/ 5114544 h 5143785"/>
              <a:gd name="connsiteX17407" fmla="*/ 3091339 w 3114960"/>
              <a:gd name="connsiteY17407" fmla="*/ 5124926 h 5143785"/>
              <a:gd name="connsiteX17408" fmla="*/ 3101721 w 3114960"/>
              <a:gd name="connsiteY17408" fmla="*/ 5135309 h 5143785"/>
              <a:gd name="connsiteX17409" fmla="*/ 3111627 w 3114960"/>
              <a:gd name="connsiteY17409" fmla="*/ 5127308 h 5143785"/>
              <a:gd name="connsiteX17410" fmla="*/ 3114770 w 3114960"/>
              <a:gd name="connsiteY17410" fmla="*/ 5127308 h 5143785"/>
              <a:gd name="connsiteX17411" fmla="*/ 3114770 w 3114960"/>
              <a:gd name="connsiteY17411" fmla="*/ 5122545 h 5143785"/>
              <a:gd name="connsiteX17412" fmla="*/ 3101721 w 3114960"/>
              <a:gd name="connsiteY17412" fmla="*/ 5130642 h 5143785"/>
              <a:gd name="connsiteX17413" fmla="*/ 3096101 w 3114960"/>
              <a:gd name="connsiteY17413" fmla="*/ 5125022 h 5143785"/>
              <a:gd name="connsiteX17414" fmla="*/ 3101721 w 3114960"/>
              <a:gd name="connsiteY17414" fmla="*/ 5119402 h 5143785"/>
              <a:gd name="connsiteX17415" fmla="*/ 3107341 w 3114960"/>
              <a:gd name="connsiteY17415" fmla="*/ 5125022 h 5143785"/>
              <a:gd name="connsiteX17416" fmla="*/ 3101721 w 3114960"/>
              <a:gd name="connsiteY17416" fmla="*/ 5130642 h 5143785"/>
              <a:gd name="connsiteX17417" fmla="*/ 1889474 w 3114960"/>
              <a:gd name="connsiteY17417" fmla="*/ 11144 h 5143785"/>
              <a:gd name="connsiteX17418" fmla="*/ 1884902 w 3114960"/>
              <a:gd name="connsiteY17418" fmla="*/ 95 h 5143785"/>
              <a:gd name="connsiteX17419" fmla="*/ 1889665 w 3114960"/>
              <a:gd name="connsiteY17419" fmla="*/ 95 h 5143785"/>
              <a:gd name="connsiteX17420" fmla="*/ 1892808 w 3114960"/>
              <a:gd name="connsiteY17420" fmla="*/ 7811 h 5143785"/>
              <a:gd name="connsiteX17421" fmla="*/ 1908239 w 3114960"/>
              <a:gd name="connsiteY17421" fmla="*/ 7811 h 5143785"/>
              <a:gd name="connsiteX17422" fmla="*/ 1911382 w 3114960"/>
              <a:gd name="connsiteY17422" fmla="*/ 95 h 5143785"/>
              <a:gd name="connsiteX17423" fmla="*/ 1916144 w 3114960"/>
              <a:gd name="connsiteY17423" fmla="*/ 95 h 5143785"/>
              <a:gd name="connsiteX17424" fmla="*/ 1911572 w 3114960"/>
              <a:gd name="connsiteY17424" fmla="*/ 11144 h 5143785"/>
              <a:gd name="connsiteX17425" fmla="*/ 1900523 w 3114960"/>
              <a:gd name="connsiteY17425" fmla="*/ 15716 h 5143785"/>
              <a:gd name="connsiteX17426" fmla="*/ 1889474 w 3114960"/>
              <a:gd name="connsiteY17426" fmla="*/ 11144 h 5143785"/>
              <a:gd name="connsiteX17427" fmla="*/ 3064288 w 3114960"/>
              <a:gd name="connsiteY17427" fmla="*/ 5143595 h 5143785"/>
              <a:gd name="connsiteX17428" fmla="*/ 3059525 w 3114960"/>
              <a:gd name="connsiteY17428" fmla="*/ 5143595 h 5143785"/>
              <a:gd name="connsiteX17429" fmla="*/ 3059525 w 3114960"/>
              <a:gd name="connsiteY17429" fmla="*/ 5094637 h 5143785"/>
              <a:gd name="connsiteX17430" fmla="*/ 3060002 w 3114960"/>
              <a:gd name="connsiteY17430" fmla="*/ 5093970 h 5143785"/>
              <a:gd name="connsiteX17431" fmla="*/ 3114675 w 3114960"/>
              <a:gd name="connsiteY17431" fmla="*/ 5024724 h 5143785"/>
              <a:gd name="connsiteX17432" fmla="*/ 3114675 w 3114960"/>
              <a:gd name="connsiteY17432" fmla="*/ 5032439 h 5143785"/>
              <a:gd name="connsiteX17433" fmla="*/ 3064193 w 3114960"/>
              <a:gd name="connsiteY17433" fmla="*/ 5096351 h 5143785"/>
              <a:gd name="connsiteX17434" fmla="*/ 3064193 w 3114960"/>
              <a:gd name="connsiteY17434" fmla="*/ 5143595 h 5143785"/>
              <a:gd name="connsiteX17435" fmla="*/ 3021806 w 3114960"/>
              <a:gd name="connsiteY17435" fmla="*/ 5143595 h 5143785"/>
              <a:gd name="connsiteX17436" fmla="*/ 3017044 w 3114960"/>
              <a:gd name="connsiteY17436" fmla="*/ 5143595 h 5143785"/>
              <a:gd name="connsiteX17437" fmla="*/ 3017044 w 3114960"/>
              <a:gd name="connsiteY17437" fmla="*/ 5094637 h 5143785"/>
              <a:gd name="connsiteX17438" fmla="*/ 3017520 w 3114960"/>
              <a:gd name="connsiteY17438" fmla="*/ 5093970 h 5143785"/>
              <a:gd name="connsiteX17439" fmla="*/ 3114770 w 3114960"/>
              <a:gd name="connsiteY17439" fmla="*/ 4971003 h 5143785"/>
              <a:gd name="connsiteX17440" fmla="*/ 3114770 w 3114960"/>
              <a:gd name="connsiteY17440" fmla="*/ 4978718 h 5143785"/>
              <a:gd name="connsiteX17441" fmla="*/ 3021806 w 3114960"/>
              <a:gd name="connsiteY17441" fmla="*/ 5096257 h 5143785"/>
              <a:gd name="connsiteX17442" fmla="*/ 3021806 w 3114960"/>
              <a:gd name="connsiteY17442" fmla="*/ 5143500 h 5143785"/>
              <a:gd name="connsiteX17443" fmla="*/ 224885 w 3114960"/>
              <a:gd name="connsiteY17443" fmla="*/ 1284065 h 5143785"/>
              <a:gd name="connsiteX17444" fmla="*/ 224504 w 3114960"/>
              <a:gd name="connsiteY17444" fmla="*/ 1355884 h 5143785"/>
              <a:gd name="connsiteX17445" fmla="*/ 216408 w 3114960"/>
              <a:gd name="connsiteY17445" fmla="*/ 1361980 h 5143785"/>
              <a:gd name="connsiteX17446" fmla="*/ 50959 w 3114960"/>
              <a:gd name="connsiteY17446" fmla="*/ 1361980 h 5143785"/>
              <a:gd name="connsiteX17447" fmla="*/ 28099 w 3114960"/>
              <a:gd name="connsiteY17447" fmla="*/ 1379411 h 5143785"/>
              <a:gd name="connsiteX17448" fmla="*/ 10668 w 3114960"/>
              <a:gd name="connsiteY17448" fmla="*/ 1379411 h 5143785"/>
              <a:gd name="connsiteX17449" fmla="*/ 10287 w 3114960"/>
              <a:gd name="connsiteY17449" fmla="*/ 1377506 h 5143785"/>
              <a:gd name="connsiteX17450" fmla="*/ 4382 w 3114960"/>
              <a:gd name="connsiteY17450" fmla="*/ 1371791 h 5143785"/>
              <a:gd name="connsiteX17451" fmla="*/ 191 w 3114960"/>
              <a:gd name="connsiteY17451" fmla="*/ 1371028 h 5143785"/>
              <a:gd name="connsiteX17452" fmla="*/ 191 w 3114960"/>
              <a:gd name="connsiteY17452" fmla="*/ 1375791 h 5143785"/>
              <a:gd name="connsiteX17453" fmla="*/ 476 w 3114960"/>
              <a:gd name="connsiteY17453" fmla="*/ 1375791 h 5143785"/>
              <a:gd name="connsiteX17454" fmla="*/ 2667 w 3114960"/>
              <a:gd name="connsiteY17454" fmla="*/ 1376172 h 5143785"/>
              <a:gd name="connsiteX17455" fmla="*/ 6001 w 3114960"/>
              <a:gd name="connsiteY17455" fmla="*/ 1379411 h 5143785"/>
              <a:gd name="connsiteX17456" fmla="*/ 6001 w 3114960"/>
              <a:gd name="connsiteY17456" fmla="*/ 1383982 h 5143785"/>
              <a:gd name="connsiteX17457" fmla="*/ 2762 w 3114960"/>
              <a:gd name="connsiteY17457" fmla="*/ 1387316 h 5143785"/>
              <a:gd name="connsiteX17458" fmla="*/ 95 w 3114960"/>
              <a:gd name="connsiteY17458" fmla="*/ 1387793 h 5143785"/>
              <a:gd name="connsiteX17459" fmla="*/ 95 w 3114960"/>
              <a:gd name="connsiteY17459" fmla="*/ 1392555 h 5143785"/>
              <a:gd name="connsiteX17460" fmla="*/ 381 w 3114960"/>
              <a:gd name="connsiteY17460" fmla="*/ 1392555 h 5143785"/>
              <a:gd name="connsiteX17461" fmla="*/ 4667 w 3114960"/>
              <a:gd name="connsiteY17461" fmla="*/ 1391698 h 5143785"/>
              <a:gd name="connsiteX17462" fmla="*/ 4667 w 3114960"/>
              <a:gd name="connsiteY17462" fmla="*/ 1391698 h 5143785"/>
              <a:gd name="connsiteX17463" fmla="*/ 10382 w 3114960"/>
              <a:gd name="connsiteY17463" fmla="*/ 1385792 h 5143785"/>
              <a:gd name="connsiteX17464" fmla="*/ 10668 w 3114960"/>
              <a:gd name="connsiteY17464" fmla="*/ 1384268 h 5143785"/>
              <a:gd name="connsiteX17465" fmla="*/ 29718 w 3114960"/>
              <a:gd name="connsiteY17465" fmla="*/ 1384268 h 5143785"/>
              <a:gd name="connsiteX17466" fmla="*/ 52578 w 3114960"/>
              <a:gd name="connsiteY17466" fmla="*/ 1366838 h 5143785"/>
              <a:gd name="connsiteX17467" fmla="*/ 218123 w 3114960"/>
              <a:gd name="connsiteY17467" fmla="*/ 1366838 h 5143785"/>
              <a:gd name="connsiteX17468" fmla="*/ 227171 w 3114960"/>
              <a:gd name="connsiteY17468" fmla="*/ 1359980 h 5143785"/>
              <a:gd name="connsiteX17469" fmla="*/ 238411 w 3114960"/>
              <a:gd name="connsiteY17469" fmla="*/ 1369314 h 5143785"/>
              <a:gd name="connsiteX17470" fmla="*/ 238411 w 3114960"/>
              <a:gd name="connsiteY17470" fmla="*/ 1386459 h 5143785"/>
              <a:gd name="connsiteX17471" fmla="*/ 236506 w 3114960"/>
              <a:gd name="connsiteY17471" fmla="*/ 1386840 h 5143785"/>
              <a:gd name="connsiteX17472" fmla="*/ 230981 w 3114960"/>
              <a:gd name="connsiteY17472" fmla="*/ 1401032 h 5143785"/>
              <a:gd name="connsiteX17473" fmla="*/ 240887 w 3114960"/>
              <a:gd name="connsiteY17473" fmla="*/ 1407509 h 5143785"/>
              <a:gd name="connsiteX17474" fmla="*/ 245174 w 3114960"/>
              <a:gd name="connsiteY17474" fmla="*/ 1406652 h 5143785"/>
              <a:gd name="connsiteX17475" fmla="*/ 250889 w 3114960"/>
              <a:gd name="connsiteY17475" fmla="*/ 1400747 h 5143785"/>
              <a:gd name="connsiteX17476" fmla="*/ 250698 w 3114960"/>
              <a:gd name="connsiteY17476" fmla="*/ 1392460 h 5143785"/>
              <a:gd name="connsiteX17477" fmla="*/ 250698 w 3114960"/>
              <a:gd name="connsiteY17477" fmla="*/ 1392460 h 5143785"/>
              <a:gd name="connsiteX17478" fmla="*/ 244793 w 3114960"/>
              <a:gd name="connsiteY17478" fmla="*/ 1386745 h 5143785"/>
              <a:gd name="connsiteX17479" fmla="*/ 243269 w 3114960"/>
              <a:gd name="connsiteY17479" fmla="*/ 1386459 h 5143785"/>
              <a:gd name="connsiteX17480" fmla="*/ 243269 w 3114960"/>
              <a:gd name="connsiteY17480" fmla="*/ 1367123 h 5143785"/>
              <a:gd name="connsiteX17481" fmla="*/ 229457 w 3114960"/>
              <a:gd name="connsiteY17481" fmla="*/ 1355598 h 5143785"/>
              <a:gd name="connsiteX17482" fmla="*/ 229838 w 3114960"/>
              <a:gd name="connsiteY17482" fmla="*/ 1286351 h 5143785"/>
              <a:gd name="connsiteX17483" fmla="*/ 326612 w 3114960"/>
              <a:gd name="connsiteY17483" fmla="*/ 1209199 h 5143785"/>
              <a:gd name="connsiteX17484" fmla="*/ 328708 w 3114960"/>
              <a:gd name="connsiteY17484" fmla="*/ 1210818 h 5143785"/>
              <a:gd name="connsiteX17485" fmla="*/ 334042 w 3114960"/>
              <a:gd name="connsiteY17485" fmla="*/ 1212056 h 5143785"/>
              <a:gd name="connsiteX17486" fmla="*/ 344805 w 3114960"/>
              <a:gd name="connsiteY17486" fmla="*/ 1205389 h 5143785"/>
              <a:gd name="connsiteX17487" fmla="*/ 339376 w 3114960"/>
              <a:gd name="connsiteY17487" fmla="*/ 1189292 h 5143785"/>
              <a:gd name="connsiteX17488" fmla="*/ 323279 w 3114960"/>
              <a:gd name="connsiteY17488" fmla="*/ 1194721 h 5143785"/>
              <a:gd name="connsiteX17489" fmla="*/ 323564 w 3114960"/>
              <a:gd name="connsiteY17489" fmla="*/ 1205579 h 5143785"/>
              <a:gd name="connsiteX17490" fmla="*/ 226028 w 3114960"/>
              <a:gd name="connsiteY17490" fmla="*/ 1283399 h 5143785"/>
              <a:gd name="connsiteX17491" fmla="*/ 225171 w 3114960"/>
              <a:gd name="connsiteY17491" fmla="*/ 1284065 h 5143785"/>
              <a:gd name="connsiteX17492" fmla="*/ 242888 w 3114960"/>
              <a:gd name="connsiteY17492" fmla="*/ 1391126 h 5143785"/>
              <a:gd name="connsiteX17493" fmla="*/ 246221 w 3114960"/>
              <a:gd name="connsiteY17493" fmla="*/ 1394365 h 5143785"/>
              <a:gd name="connsiteX17494" fmla="*/ 246221 w 3114960"/>
              <a:gd name="connsiteY17494" fmla="*/ 1398937 h 5143785"/>
              <a:gd name="connsiteX17495" fmla="*/ 242983 w 3114960"/>
              <a:gd name="connsiteY17495" fmla="*/ 1402271 h 5143785"/>
              <a:gd name="connsiteX17496" fmla="*/ 235077 w 3114960"/>
              <a:gd name="connsiteY17496" fmla="*/ 1399127 h 5143785"/>
              <a:gd name="connsiteX17497" fmla="*/ 238220 w 3114960"/>
              <a:gd name="connsiteY17497" fmla="*/ 1391222 h 5143785"/>
              <a:gd name="connsiteX17498" fmla="*/ 240602 w 3114960"/>
              <a:gd name="connsiteY17498" fmla="*/ 1390745 h 5143785"/>
              <a:gd name="connsiteX17499" fmla="*/ 242792 w 3114960"/>
              <a:gd name="connsiteY17499" fmla="*/ 1391126 h 5143785"/>
              <a:gd name="connsiteX17500" fmla="*/ 327374 w 3114960"/>
              <a:gd name="connsiteY17500" fmla="*/ 1196816 h 5143785"/>
              <a:gd name="connsiteX17501" fmla="*/ 333851 w 3114960"/>
              <a:gd name="connsiteY17501" fmla="*/ 1192816 h 5143785"/>
              <a:gd name="connsiteX17502" fmla="*/ 337090 w 3114960"/>
              <a:gd name="connsiteY17502" fmla="*/ 1193578 h 5143785"/>
              <a:gd name="connsiteX17503" fmla="*/ 340328 w 3114960"/>
              <a:gd name="connsiteY17503" fmla="*/ 1203293 h 5143785"/>
              <a:gd name="connsiteX17504" fmla="*/ 330613 w 3114960"/>
              <a:gd name="connsiteY17504" fmla="*/ 1206532 h 5143785"/>
              <a:gd name="connsiteX17505" fmla="*/ 327374 w 3114960"/>
              <a:gd name="connsiteY17505" fmla="*/ 1196816 h 5143785"/>
              <a:gd name="connsiteX17506" fmla="*/ 211360 w 3114960"/>
              <a:gd name="connsiteY17506" fmla="*/ 1256062 h 5143785"/>
              <a:gd name="connsiteX17507" fmla="*/ 192215 w 3114960"/>
              <a:gd name="connsiteY17507" fmla="*/ 1256062 h 5143785"/>
              <a:gd name="connsiteX17508" fmla="*/ 192215 w 3114960"/>
              <a:gd name="connsiteY17508" fmla="*/ 1233583 h 5143785"/>
              <a:gd name="connsiteX17509" fmla="*/ 187071 w 3114960"/>
              <a:gd name="connsiteY17509" fmla="*/ 1228439 h 5143785"/>
              <a:gd name="connsiteX17510" fmla="*/ 176975 w 3114960"/>
              <a:gd name="connsiteY17510" fmla="*/ 1228439 h 5143785"/>
              <a:gd name="connsiteX17511" fmla="*/ 173450 w 3114960"/>
              <a:gd name="connsiteY17511" fmla="*/ 1229868 h 5143785"/>
              <a:gd name="connsiteX17512" fmla="*/ 147447 w 3114960"/>
              <a:gd name="connsiteY17512" fmla="*/ 1229868 h 5143785"/>
              <a:gd name="connsiteX17513" fmla="*/ 124778 w 3114960"/>
              <a:gd name="connsiteY17513" fmla="*/ 1252633 h 5143785"/>
              <a:gd name="connsiteX17514" fmla="*/ 124778 w 3114960"/>
              <a:gd name="connsiteY17514" fmla="*/ 1297210 h 5143785"/>
              <a:gd name="connsiteX17515" fmla="*/ 117729 w 3114960"/>
              <a:gd name="connsiteY17515" fmla="*/ 1306163 h 5143785"/>
              <a:gd name="connsiteX17516" fmla="*/ 127159 w 3114960"/>
              <a:gd name="connsiteY17516" fmla="*/ 1315593 h 5143785"/>
              <a:gd name="connsiteX17517" fmla="*/ 136589 w 3114960"/>
              <a:gd name="connsiteY17517" fmla="*/ 1306163 h 5143785"/>
              <a:gd name="connsiteX17518" fmla="*/ 129540 w 3114960"/>
              <a:gd name="connsiteY17518" fmla="*/ 1297210 h 5143785"/>
              <a:gd name="connsiteX17519" fmla="*/ 129540 w 3114960"/>
              <a:gd name="connsiteY17519" fmla="*/ 1254633 h 5143785"/>
              <a:gd name="connsiteX17520" fmla="*/ 149447 w 3114960"/>
              <a:gd name="connsiteY17520" fmla="*/ 1234631 h 5143785"/>
              <a:gd name="connsiteX17521" fmla="*/ 171926 w 3114960"/>
              <a:gd name="connsiteY17521" fmla="*/ 1234631 h 5143785"/>
              <a:gd name="connsiteX17522" fmla="*/ 171926 w 3114960"/>
              <a:gd name="connsiteY17522" fmla="*/ 1257300 h 5143785"/>
              <a:gd name="connsiteX17523" fmla="*/ 177070 w 3114960"/>
              <a:gd name="connsiteY17523" fmla="*/ 1262444 h 5143785"/>
              <a:gd name="connsiteX17524" fmla="*/ 187166 w 3114960"/>
              <a:gd name="connsiteY17524" fmla="*/ 1262444 h 5143785"/>
              <a:gd name="connsiteX17525" fmla="*/ 190881 w 3114960"/>
              <a:gd name="connsiteY17525" fmla="*/ 1260824 h 5143785"/>
              <a:gd name="connsiteX17526" fmla="*/ 213074 w 3114960"/>
              <a:gd name="connsiteY17526" fmla="*/ 1260824 h 5143785"/>
              <a:gd name="connsiteX17527" fmla="*/ 257747 w 3114960"/>
              <a:gd name="connsiteY17527" fmla="*/ 1225963 h 5143785"/>
              <a:gd name="connsiteX17528" fmla="*/ 257747 w 3114960"/>
              <a:gd name="connsiteY17528" fmla="*/ 1195197 h 5143785"/>
              <a:gd name="connsiteX17529" fmla="*/ 264795 w 3114960"/>
              <a:gd name="connsiteY17529" fmla="*/ 1186244 h 5143785"/>
              <a:gd name="connsiteX17530" fmla="*/ 255365 w 3114960"/>
              <a:gd name="connsiteY17530" fmla="*/ 1176814 h 5143785"/>
              <a:gd name="connsiteX17531" fmla="*/ 245936 w 3114960"/>
              <a:gd name="connsiteY17531" fmla="*/ 1186244 h 5143785"/>
              <a:gd name="connsiteX17532" fmla="*/ 252984 w 3114960"/>
              <a:gd name="connsiteY17532" fmla="*/ 1195197 h 5143785"/>
              <a:gd name="connsiteX17533" fmla="*/ 252984 w 3114960"/>
              <a:gd name="connsiteY17533" fmla="*/ 1223582 h 5143785"/>
              <a:gd name="connsiteX17534" fmla="*/ 211455 w 3114960"/>
              <a:gd name="connsiteY17534" fmla="*/ 1256062 h 5143785"/>
              <a:gd name="connsiteX17535" fmla="*/ 131921 w 3114960"/>
              <a:gd name="connsiteY17535" fmla="*/ 1306259 h 5143785"/>
              <a:gd name="connsiteX17536" fmla="*/ 127254 w 3114960"/>
              <a:gd name="connsiteY17536" fmla="*/ 1310926 h 5143785"/>
              <a:gd name="connsiteX17537" fmla="*/ 122587 w 3114960"/>
              <a:gd name="connsiteY17537" fmla="*/ 1306259 h 5143785"/>
              <a:gd name="connsiteX17538" fmla="*/ 127254 w 3114960"/>
              <a:gd name="connsiteY17538" fmla="*/ 1301591 h 5143785"/>
              <a:gd name="connsiteX17539" fmla="*/ 131921 w 3114960"/>
              <a:gd name="connsiteY17539" fmla="*/ 1306259 h 5143785"/>
              <a:gd name="connsiteX17540" fmla="*/ 187071 w 3114960"/>
              <a:gd name="connsiteY17540" fmla="*/ 1257681 h 5143785"/>
              <a:gd name="connsiteX17541" fmla="*/ 176975 w 3114960"/>
              <a:gd name="connsiteY17541" fmla="*/ 1257681 h 5143785"/>
              <a:gd name="connsiteX17542" fmla="*/ 176594 w 3114960"/>
              <a:gd name="connsiteY17542" fmla="*/ 1257300 h 5143785"/>
              <a:gd name="connsiteX17543" fmla="*/ 176594 w 3114960"/>
              <a:gd name="connsiteY17543" fmla="*/ 1256443 h 5143785"/>
              <a:gd name="connsiteX17544" fmla="*/ 186976 w 3114960"/>
              <a:gd name="connsiteY17544" fmla="*/ 1256443 h 5143785"/>
              <a:gd name="connsiteX17545" fmla="*/ 186976 w 3114960"/>
              <a:gd name="connsiteY17545" fmla="*/ 1257586 h 5143785"/>
              <a:gd name="connsiteX17546" fmla="*/ 187262 w 3114960"/>
              <a:gd name="connsiteY17546" fmla="*/ 1247966 h 5143785"/>
              <a:gd name="connsiteX17547" fmla="*/ 176879 w 3114960"/>
              <a:gd name="connsiteY17547" fmla="*/ 1247966 h 5143785"/>
              <a:gd name="connsiteX17548" fmla="*/ 176879 w 3114960"/>
              <a:gd name="connsiteY17548" fmla="*/ 1243298 h 5143785"/>
              <a:gd name="connsiteX17549" fmla="*/ 187357 w 3114960"/>
              <a:gd name="connsiteY17549" fmla="*/ 1243298 h 5143785"/>
              <a:gd name="connsiteX17550" fmla="*/ 187357 w 3114960"/>
              <a:gd name="connsiteY17550" fmla="*/ 1247966 h 5143785"/>
              <a:gd name="connsiteX17551" fmla="*/ 187452 w 3114960"/>
              <a:gd name="connsiteY17551" fmla="*/ 1235202 h 5143785"/>
              <a:gd name="connsiteX17552" fmla="*/ 177070 w 3114960"/>
              <a:gd name="connsiteY17552" fmla="*/ 1235202 h 5143785"/>
              <a:gd name="connsiteX17553" fmla="*/ 177070 w 3114960"/>
              <a:gd name="connsiteY17553" fmla="*/ 1233202 h 5143785"/>
              <a:gd name="connsiteX17554" fmla="*/ 187547 w 3114960"/>
              <a:gd name="connsiteY17554" fmla="*/ 1233583 h 5143785"/>
              <a:gd name="connsiteX17555" fmla="*/ 187547 w 3114960"/>
              <a:gd name="connsiteY17555" fmla="*/ 1235202 h 5143785"/>
              <a:gd name="connsiteX17556" fmla="*/ 250603 w 3114960"/>
              <a:gd name="connsiteY17556" fmla="*/ 1186244 h 5143785"/>
              <a:gd name="connsiteX17557" fmla="*/ 255270 w 3114960"/>
              <a:gd name="connsiteY17557" fmla="*/ 1181576 h 5143785"/>
              <a:gd name="connsiteX17558" fmla="*/ 259937 w 3114960"/>
              <a:gd name="connsiteY17558" fmla="*/ 1186244 h 5143785"/>
              <a:gd name="connsiteX17559" fmla="*/ 255270 w 3114960"/>
              <a:gd name="connsiteY17559" fmla="*/ 1190911 h 5143785"/>
              <a:gd name="connsiteX17560" fmla="*/ 250603 w 3114960"/>
              <a:gd name="connsiteY17560" fmla="*/ 1186244 h 5143785"/>
              <a:gd name="connsiteX17561" fmla="*/ 43244 w 3114960"/>
              <a:gd name="connsiteY17561" fmla="*/ 5137975 h 5143785"/>
              <a:gd name="connsiteX17562" fmla="*/ 48863 w 3114960"/>
              <a:gd name="connsiteY17562" fmla="*/ 5143595 h 5143785"/>
              <a:gd name="connsiteX17563" fmla="*/ 82296 w 3114960"/>
              <a:gd name="connsiteY17563" fmla="*/ 5143595 h 5143785"/>
              <a:gd name="connsiteX17564" fmla="*/ 91345 w 3114960"/>
              <a:gd name="connsiteY17564" fmla="*/ 5137975 h 5143785"/>
              <a:gd name="connsiteX17565" fmla="*/ 136112 w 3114960"/>
              <a:gd name="connsiteY17565" fmla="*/ 5137975 h 5143785"/>
              <a:gd name="connsiteX17566" fmla="*/ 139541 w 3114960"/>
              <a:gd name="connsiteY17566" fmla="*/ 5143595 h 5143785"/>
              <a:gd name="connsiteX17567" fmla="*/ 152400 w 3114960"/>
              <a:gd name="connsiteY17567" fmla="*/ 5143595 h 5143785"/>
              <a:gd name="connsiteX17568" fmla="*/ 156401 w 3114960"/>
              <a:gd name="connsiteY17568" fmla="*/ 5135594 h 5143785"/>
              <a:gd name="connsiteX17569" fmla="*/ 146018 w 3114960"/>
              <a:gd name="connsiteY17569" fmla="*/ 5125212 h 5143785"/>
              <a:gd name="connsiteX17570" fmla="*/ 136112 w 3114960"/>
              <a:gd name="connsiteY17570" fmla="*/ 5133213 h 5143785"/>
              <a:gd name="connsiteX17571" fmla="*/ 90011 w 3114960"/>
              <a:gd name="connsiteY17571" fmla="*/ 5133213 h 5143785"/>
              <a:gd name="connsiteX17572" fmla="*/ 77057 w 3114960"/>
              <a:gd name="connsiteY17572" fmla="*/ 5141214 h 5143785"/>
              <a:gd name="connsiteX17573" fmla="*/ 53054 w 3114960"/>
              <a:gd name="connsiteY17573" fmla="*/ 5141214 h 5143785"/>
              <a:gd name="connsiteX17574" fmla="*/ 43148 w 3114960"/>
              <a:gd name="connsiteY17574" fmla="*/ 5133213 h 5143785"/>
              <a:gd name="connsiteX17575" fmla="*/ 32766 w 3114960"/>
              <a:gd name="connsiteY17575" fmla="*/ 5143595 h 5143785"/>
              <a:gd name="connsiteX17576" fmla="*/ 37529 w 3114960"/>
              <a:gd name="connsiteY17576" fmla="*/ 5143595 h 5143785"/>
              <a:gd name="connsiteX17577" fmla="*/ 43148 w 3114960"/>
              <a:gd name="connsiteY17577" fmla="*/ 5137975 h 5143785"/>
              <a:gd name="connsiteX17578" fmla="*/ 146114 w 3114960"/>
              <a:gd name="connsiteY17578" fmla="*/ 5129879 h 5143785"/>
              <a:gd name="connsiteX17579" fmla="*/ 151733 w 3114960"/>
              <a:gd name="connsiteY17579" fmla="*/ 5135499 h 5143785"/>
              <a:gd name="connsiteX17580" fmla="*/ 146114 w 3114960"/>
              <a:gd name="connsiteY17580" fmla="*/ 5141119 h 5143785"/>
              <a:gd name="connsiteX17581" fmla="*/ 140494 w 3114960"/>
              <a:gd name="connsiteY17581" fmla="*/ 5135499 h 5143785"/>
              <a:gd name="connsiteX17582" fmla="*/ 146114 w 3114960"/>
              <a:gd name="connsiteY17582" fmla="*/ 5129879 h 5143785"/>
              <a:gd name="connsiteX17583" fmla="*/ 299942 w 3114960"/>
              <a:gd name="connsiteY17583" fmla="*/ 10192 h 5143785"/>
              <a:gd name="connsiteX17584" fmla="*/ 299752 w 3114960"/>
              <a:gd name="connsiteY17584" fmla="*/ 109061 h 5143785"/>
              <a:gd name="connsiteX17585" fmla="*/ 283940 w 3114960"/>
              <a:gd name="connsiteY17585" fmla="*/ 126683 h 5143785"/>
              <a:gd name="connsiteX17586" fmla="*/ 283369 w 3114960"/>
              <a:gd name="connsiteY17586" fmla="*/ 128302 h 5143785"/>
              <a:gd name="connsiteX17587" fmla="*/ 283369 w 3114960"/>
              <a:gd name="connsiteY17587" fmla="*/ 169164 h 5143785"/>
              <a:gd name="connsiteX17588" fmla="*/ 258223 w 3114960"/>
              <a:gd name="connsiteY17588" fmla="*/ 197358 h 5143785"/>
              <a:gd name="connsiteX17589" fmla="*/ 257651 w 3114960"/>
              <a:gd name="connsiteY17589" fmla="*/ 196882 h 5143785"/>
              <a:gd name="connsiteX17590" fmla="*/ 250412 w 3114960"/>
              <a:gd name="connsiteY17590" fmla="*/ 196501 h 5143785"/>
              <a:gd name="connsiteX17591" fmla="*/ 244602 w 3114960"/>
              <a:gd name="connsiteY17591" fmla="*/ 208598 h 5143785"/>
              <a:gd name="connsiteX17592" fmla="*/ 253556 w 3114960"/>
              <a:gd name="connsiteY17592" fmla="*/ 214979 h 5143785"/>
              <a:gd name="connsiteX17593" fmla="*/ 256699 w 3114960"/>
              <a:gd name="connsiteY17593" fmla="*/ 214408 h 5143785"/>
              <a:gd name="connsiteX17594" fmla="*/ 262128 w 3114960"/>
              <a:gd name="connsiteY17594" fmla="*/ 209550 h 5143785"/>
              <a:gd name="connsiteX17595" fmla="*/ 262509 w 3114960"/>
              <a:gd name="connsiteY17595" fmla="*/ 202311 h 5143785"/>
              <a:gd name="connsiteX17596" fmla="*/ 261557 w 3114960"/>
              <a:gd name="connsiteY17596" fmla="*/ 200787 h 5143785"/>
              <a:gd name="connsiteX17597" fmla="*/ 287560 w 3114960"/>
              <a:gd name="connsiteY17597" fmla="*/ 171736 h 5143785"/>
              <a:gd name="connsiteX17598" fmla="*/ 288131 w 3114960"/>
              <a:gd name="connsiteY17598" fmla="*/ 170117 h 5143785"/>
              <a:gd name="connsiteX17599" fmla="*/ 288131 w 3114960"/>
              <a:gd name="connsiteY17599" fmla="*/ 129254 h 5143785"/>
              <a:gd name="connsiteX17600" fmla="*/ 303943 w 3114960"/>
              <a:gd name="connsiteY17600" fmla="*/ 111633 h 5143785"/>
              <a:gd name="connsiteX17601" fmla="*/ 304514 w 3114960"/>
              <a:gd name="connsiteY17601" fmla="*/ 110014 h 5143785"/>
              <a:gd name="connsiteX17602" fmla="*/ 304705 w 3114960"/>
              <a:gd name="connsiteY17602" fmla="*/ 10192 h 5143785"/>
              <a:gd name="connsiteX17603" fmla="*/ 312706 w 3114960"/>
              <a:gd name="connsiteY17603" fmla="*/ 95 h 5143785"/>
              <a:gd name="connsiteX17604" fmla="*/ 307943 w 3114960"/>
              <a:gd name="connsiteY17604" fmla="*/ 95 h 5143785"/>
              <a:gd name="connsiteX17605" fmla="*/ 302324 w 3114960"/>
              <a:gd name="connsiteY17605" fmla="*/ 5715 h 5143785"/>
              <a:gd name="connsiteX17606" fmla="*/ 296704 w 3114960"/>
              <a:gd name="connsiteY17606" fmla="*/ 95 h 5143785"/>
              <a:gd name="connsiteX17607" fmla="*/ 291941 w 3114960"/>
              <a:gd name="connsiteY17607" fmla="*/ 95 h 5143785"/>
              <a:gd name="connsiteX17608" fmla="*/ 299942 w 3114960"/>
              <a:gd name="connsiteY17608" fmla="*/ 10192 h 5143785"/>
              <a:gd name="connsiteX17609" fmla="*/ 257651 w 3114960"/>
              <a:gd name="connsiteY17609" fmla="*/ 207645 h 5143785"/>
              <a:gd name="connsiteX17610" fmla="*/ 254889 w 3114960"/>
              <a:gd name="connsiteY17610" fmla="*/ 210026 h 5143785"/>
              <a:gd name="connsiteX17611" fmla="*/ 251270 w 3114960"/>
              <a:gd name="connsiteY17611" fmla="*/ 209836 h 5143785"/>
              <a:gd name="connsiteX17612" fmla="*/ 248888 w 3114960"/>
              <a:gd name="connsiteY17612" fmla="*/ 207169 h 5143785"/>
              <a:gd name="connsiteX17613" fmla="*/ 251841 w 3114960"/>
              <a:gd name="connsiteY17613" fmla="*/ 201073 h 5143785"/>
              <a:gd name="connsiteX17614" fmla="*/ 253460 w 3114960"/>
              <a:gd name="connsiteY17614" fmla="*/ 200787 h 5143785"/>
              <a:gd name="connsiteX17615" fmla="*/ 255556 w 3114960"/>
              <a:gd name="connsiteY17615" fmla="*/ 201263 h 5143785"/>
              <a:gd name="connsiteX17616" fmla="*/ 257937 w 3114960"/>
              <a:gd name="connsiteY17616" fmla="*/ 204026 h 5143785"/>
              <a:gd name="connsiteX17617" fmla="*/ 257747 w 3114960"/>
              <a:gd name="connsiteY17617" fmla="*/ 207645 h 5143785"/>
              <a:gd name="connsiteX17618" fmla="*/ 32766 w 3114960"/>
              <a:gd name="connsiteY17618" fmla="*/ 95 h 5143785"/>
              <a:gd name="connsiteX17619" fmla="*/ 37529 w 3114960"/>
              <a:gd name="connsiteY17619" fmla="*/ 95 h 5143785"/>
              <a:gd name="connsiteX17620" fmla="*/ 43148 w 3114960"/>
              <a:gd name="connsiteY17620" fmla="*/ 5715 h 5143785"/>
              <a:gd name="connsiteX17621" fmla="*/ 48768 w 3114960"/>
              <a:gd name="connsiteY17621" fmla="*/ 95 h 5143785"/>
              <a:gd name="connsiteX17622" fmla="*/ 82201 w 3114960"/>
              <a:gd name="connsiteY17622" fmla="*/ 95 h 5143785"/>
              <a:gd name="connsiteX17623" fmla="*/ 78391 w 3114960"/>
              <a:gd name="connsiteY17623" fmla="*/ 2477 h 5143785"/>
              <a:gd name="connsiteX17624" fmla="*/ 53054 w 3114960"/>
              <a:gd name="connsiteY17624" fmla="*/ 2477 h 5143785"/>
              <a:gd name="connsiteX17625" fmla="*/ 43148 w 3114960"/>
              <a:gd name="connsiteY17625" fmla="*/ 10478 h 5143785"/>
              <a:gd name="connsiteX17626" fmla="*/ 32766 w 3114960"/>
              <a:gd name="connsiteY17626" fmla="*/ 95 h 5143785"/>
              <a:gd name="connsiteX17627" fmla="*/ 1088136 w 3114960"/>
              <a:gd name="connsiteY17627" fmla="*/ 4492752 h 5143785"/>
              <a:gd name="connsiteX17628" fmla="*/ 1079468 w 3114960"/>
              <a:gd name="connsiteY17628" fmla="*/ 4502468 h 5143785"/>
              <a:gd name="connsiteX17629" fmla="*/ 1051179 w 3114960"/>
              <a:gd name="connsiteY17629" fmla="*/ 4502468 h 5143785"/>
              <a:gd name="connsiteX17630" fmla="*/ 1018318 w 3114960"/>
              <a:gd name="connsiteY17630" fmla="*/ 4530757 h 5143785"/>
              <a:gd name="connsiteX17631" fmla="*/ 1018318 w 3114960"/>
              <a:gd name="connsiteY17631" fmla="*/ 4557332 h 5143785"/>
              <a:gd name="connsiteX17632" fmla="*/ 1017461 w 3114960"/>
              <a:gd name="connsiteY17632" fmla="*/ 4557332 h 5143785"/>
              <a:gd name="connsiteX17633" fmla="*/ 1009936 w 3114960"/>
              <a:gd name="connsiteY17633" fmla="*/ 4563428 h 5143785"/>
              <a:gd name="connsiteX17634" fmla="*/ 1008983 w 3114960"/>
              <a:gd name="connsiteY17634" fmla="*/ 4573048 h 5143785"/>
              <a:gd name="connsiteX17635" fmla="*/ 1015079 w 3114960"/>
              <a:gd name="connsiteY17635" fmla="*/ 4580573 h 5143785"/>
              <a:gd name="connsiteX17636" fmla="*/ 1021080 w 3114960"/>
              <a:gd name="connsiteY17636" fmla="*/ 4582097 h 5143785"/>
              <a:gd name="connsiteX17637" fmla="*/ 1024795 w 3114960"/>
              <a:gd name="connsiteY17637" fmla="*/ 4581525 h 5143785"/>
              <a:gd name="connsiteX17638" fmla="*/ 1032320 w 3114960"/>
              <a:gd name="connsiteY17638" fmla="*/ 4575429 h 5143785"/>
              <a:gd name="connsiteX17639" fmla="*/ 1033272 w 3114960"/>
              <a:gd name="connsiteY17639" fmla="*/ 4565809 h 5143785"/>
              <a:gd name="connsiteX17640" fmla="*/ 1027176 w 3114960"/>
              <a:gd name="connsiteY17640" fmla="*/ 4558284 h 5143785"/>
              <a:gd name="connsiteX17641" fmla="*/ 1023176 w 3114960"/>
              <a:gd name="connsiteY17641" fmla="*/ 4557046 h 5143785"/>
              <a:gd name="connsiteX17642" fmla="*/ 1023176 w 3114960"/>
              <a:gd name="connsiteY17642" fmla="*/ 4532853 h 5143785"/>
              <a:gd name="connsiteX17643" fmla="*/ 1053084 w 3114960"/>
              <a:gd name="connsiteY17643" fmla="*/ 4507135 h 5143785"/>
              <a:gd name="connsiteX17644" fmla="*/ 1079564 w 3114960"/>
              <a:gd name="connsiteY17644" fmla="*/ 4507135 h 5143785"/>
              <a:gd name="connsiteX17645" fmla="*/ 1079849 w 3114960"/>
              <a:gd name="connsiteY17645" fmla="*/ 4508373 h 5143785"/>
              <a:gd name="connsiteX17646" fmla="*/ 1091946 w 3114960"/>
              <a:gd name="connsiteY17646" fmla="*/ 4517327 h 5143785"/>
              <a:gd name="connsiteX17647" fmla="*/ 1095566 w 3114960"/>
              <a:gd name="connsiteY17647" fmla="*/ 4516755 h 5143785"/>
              <a:gd name="connsiteX17648" fmla="*/ 1103090 w 3114960"/>
              <a:gd name="connsiteY17648" fmla="*/ 4510659 h 5143785"/>
              <a:gd name="connsiteX17649" fmla="*/ 1104043 w 3114960"/>
              <a:gd name="connsiteY17649" fmla="*/ 4501039 h 5143785"/>
              <a:gd name="connsiteX17650" fmla="*/ 1088327 w 3114960"/>
              <a:gd name="connsiteY17650" fmla="*/ 4492562 h 5143785"/>
              <a:gd name="connsiteX17651" fmla="*/ 1024795 w 3114960"/>
              <a:gd name="connsiteY17651" fmla="*/ 4562475 h 5143785"/>
              <a:gd name="connsiteX17652" fmla="*/ 1028605 w 3114960"/>
              <a:gd name="connsiteY17652" fmla="*/ 4567143 h 5143785"/>
              <a:gd name="connsiteX17653" fmla="*/ 1023366 w 3114960"/>
              <a:gd name="connsiteY17653" fmla="*/ 4576953 h 5143785"/>
              <a:gd name="connsiteX17654" fmla="*/ 1017365 w 3114960"/>
              <a:gd name="connsiteY17654" fmla="*/ 4576382 h 5143785"/>
              <a:gd name="connsiteX17655" fmla="*/ 1013555 w 3114960"/>
              <a:gd name="connsiteY17655" fmla="*/ 4571714 h 5143785"/>
              <a:gd name="connsiteX17656" fmla="*/ 1018794 w 3114960"/>
              <a:gd name="connsiteY17656" fmla="*/ 4561904 h 5143785"/>
              <a:gd name="connsiteX17657" fmla="*/ 1021080 w 3114960"/>
              <a:gd name="connsiteY17657" fmla="*/ 4561523 h 5143785"/>
              <a:gd name="connsiteX17658" fmla="*/ 1024795 w 3114960"/>
              <a:gd name="connsiteY17658" fmla="*/ 4562475 h 5143785"/>
              <a:gd name="connsiteX17659" fmla="*/ 1094042 w 3114960"/>
              <a:gd name="connsiteY17659" fmla="*/ 4512374 h 5143785"/>
              <a:gd name="connsiteX17660" fmla="*/ 1084231 w 3114960"/>
              <a:gd name="connsiteY17660" fmla="*/ 4507135 h 5143785"/>
              <a:gd name="connsiteX17661" fmla="*/ 1089470 w 3114960"/>
              <a:gd name="connsiteY17661" fmla="*/ 4497324 h 5143785"/>
              <a:gd name="connsiteX17662" fmla="*/ 1091756 w 3114960"/>
              <a:gd name="connsiteY17662" fmla="*/ 4496943 h 5143785"/>
              <a:gd name="connsiteX17663" fmla="*/ 1095470 w 3114960"/>
              <a:gd name="connsiteY17663" fmla="*/ 4497896 h 5143785"/>
              <a:gd name="connsiteX17664" fmla="*/ 1099280 w 3114960"/>
              <a:gd name="connsiteY17664" fmla="*/ 4502563 h 5143785"/>
              <a:gd name="connsiteX17665" fmla="*/ 1094042 w 3114960"/>
              <a:gd name="connsiteY17665" fmla="*/ 4512374 h 5143785"/>
              <a:gd name="connsiteX17666" fmla="*/ 269653 w 3114960"/>
              <a:gd name="connsiteY17666" fmla="*/ 10192 h 5143785"/>
              <a:gd name="connsiteX17667" fmla="*/ 269653 w 3114960"/>
              <a:gd name="connsiteY17667" fmla="*/ 84487 h 5143785"/>
              <a:gd name="connsiteX17668" fmla="*/ 247364 w 3114960"/>
              <a:gd name="connsiteY17668" fmla="*/ 113919 h 5143785"/>
              <a:gd name="connsiteX17669" fmla="*/ 247364 w 3114960"/>
              <a:gd name="connsiteY17669" fmla="*/ 161258 h 5143785"/>
              <a:gd name="connsiteX17670" fmla="*/ 246602 w 3114960"/>
              <a:gd name="connsiteY17670" fmla="*/ 161354 h 5143785"/>
              <a:gd name="connsiteX17671" fmla="*/ 241173 w 3114960"/>
              <a:gd name="connsiteY17671" fmla="*/ 166211 h 5143785"/>
              <a:gd name="connsiteX17672" fmla="*/ 240792 w 3114960"/>
              <a:gd name="connsiteY17672" fmla="*/ 173450 h 5143785"/>
              <a:gd name="connsiteX17673" fmla="*/ 245650 w 3114960"/>
              <a:gd name="connsiteY17673" fmla="*/ 178880 h 5143785"/>
              <a:gd name="connsiteX17674" fmla="*/ 249745 w 3114960"/>
              <a:gd name="connsiteY17674" fmla="*/ 179832 h 5143785"/>
              <a:gd name="connsiteX17675" fmla="*/ 252889 w 3114960"/>
              <a:gd name="connsiteY17675" fmla="*/ 179261 h 5143785"/>
              <a:gd name="connsiteX17676" fmla="*/ 258699 w 3114960"/>
              <a:gd name="connsiteY17676" fmla="*/ 167164 h 5143785"/>
              <a:gd name="connsiteX17677" fmla="*/ 252127 w 3114960"/>
              <a:gd name="connsiteY17677" fmla="*/ 161258 h 5143785"/>
              <a:gd name="connsiteX17678" fmla="*/ 252127 w 3114960"/>
              <a:gd name="connsiteY17678" fmla="*/ 115443 h 5143785"/>
              <a:gd name="connsiteX17679" fmla="*/ 274415 w 3114960"/>
              <a:gd name="connsiteY17679" fmla="*/ 86011 h 5143785"/>
              <a:gd name="connsiteX17680" fmla="*/ 274415 w 3114960"/>
              <a:gd name="connsiteY17680" fmla="*/ 10192 h 5143785"/>
              <a:gd name="connsiteX17681" fmla="*/ 282416 w 3114960"/>
              <a:gd name="connsiteY17681" fmla="*/ 95 h 5143785"/>
              <a:gd name="connsiteX17682" fmla="*/ 277654 w 3114960"/>
              <a:gd name="connsiteY17682" fmla="*/ 95 h 5143785"/>
              <a:gd name="connsiteX17683" fmla="*/ 272034 w 3114960"/>
              <a:gd name="connsiteY17683" fmla="*/ 5715 h 5143785"/>
              <a:gd name="connsiteX17684" fmla="*/ 266414 w 3114960"/>
              <a:gd name="connsiteY17684" fmla="*/ 95 h 5143785"/>
              <a:gd name="connsiteX17685" fmla="*/ 261652 w 3114960"/>
              <a:gd name="connsiteY17685" fmla="*/ 95 h 5143785"/>
              <a:gd name="connsiteX17686" fmla="*/ 269653 w 3114960"/>
              <a:gd name="connsiteY17686" fmla="*/ 10192 h 5143785"/>
              <a:gd name="connsiteX17687" fmla="*/ 254222 w 3114960"/>
              <a:gd name="connsiteY17687" fmla="*/ 168783 h 5143785"/>
              <a:gd name="connsiteX17688" fmla="*/ 254032 w 3114960"/>
              <a:gd name="connsiteY17688" fmla="*/ 172403 h 5143785"/>
              <a:gd name="connsiteX17689" fmla="*/ 251270 w 3114960"/>
              <a:gd name="connsiteY17689" fmla="*/ 174784 h 5143785"/>
              <a:gd name="connsiteX17690" fmla="*/ 247650 w 3114960"/>
              <a:gd name="connsiteY17690" fmla="*/ 174593 h 5143785"/>
              <a:gd name="connsiteX17691" fmla="*/ 245269 w 3114960"/>
              <a:gd name="connsiteY17691" fmla="*/ 171831 h 5143785"/>
              <a:gd name="connsiteX17692" fmla="*/ 245459 w 3114960"/>
              <a:gd name="connsiteY17692" fmla="*/ 168212 h 5143785"/>
              <a:gd name="connsiteX17693" fmla="*/ 248222 w 3114960"/>
              <a:gd name="connsiteY17693" fmla="*/ 165830 h 5143785"/>
              <a:gd name="connsiteX17694" fmla="*/ 249745 w 3114960"/>
              <a:gd name="connsiteY17694" fmla="*/ 165545 h 5143785"/>
              <a:gd name="connsiteX17695" fmla="*/ 254222 w 3114960"/>
              <a:gd name="connsiteY17695" fmla="*/ 168688 h 5143785"/>
              <a:gd name="connsiteX17696" fmla="*/ 231267 w 3114960"/>
              <a:gd name="connsiteY17696" fmla="*/ 95 h 5143785"/>
              <a:gd name="connsiteX17697" fmla="*/ 236030 w 3114960"/>
              <a:gd name="connsiteY17697" fmla="*/ 95 h 5143785"/>
              <a:gd name="connsiteX17698" fmla="*/ 241649 w 3114960"/>
              <a:gd name="connsiteY17698" fmla="*/ 5715 h 5143785"/>
              <a:gd name="connsiteX17699" fmla="*/ 247269 w 3114960"/>
              <a:gd name="connsiteY17699" fmla="*/ 95 h 5143785"/>
              <a:gd name="connsiteX17700" fmla="*/ 252032 w 3114960"/>
              <a:gd name="connsiteY17700" fmla="*/ 95 h 5143785"/>
              <a:gd name="connsiteX17701" fmla="*/ 244031 w 3114960"/>
              <a:gd name="connsiteY17701" fmla="*/ 10001 h 5143785"/>
              <a:gd name="connsiteX17702" fmla="*/ 244031 w 3114960"/>
              <a:gd name="connsiteY17702" fmla="*/ 11716 h 5143785"/>
              <a:gd name="connsiteX17703" fmla="*/ 239268 w 3114960"/>
              <a:gd name="connsiteY17703" fmla="*/ 11716 h 5143785"/>
              <a:gd name="connsiteX17704" fmla="*/ 239268 w 3114960"/>
              <a:gd name="connsiteY17704" fmla="*/ 10001 h 5143785"/>
              <a:gd name="connsiteX17705" fmla="*/ 231267 w 3114960"/>
              <a:gd name="connsiteY17705" fmla="*/ 95 h 5143785"/>
              <a:gd name="connsiteX17706" fmla="*/ 201549 w 3114960"/>
              <a:gd name="connsiteY17706" fmla="*/ 1829753 h 5143785"/>
              <a:gd name="connsiteX17707" fmla="*/ 206502 w 3114960"/>
              <a:gd name="connsiteY17707" fmla="*/ 1830991 h 5143785"/>
              <a:gd name="connsiteX17708" fmla="*/ 218027 w 3114960"/>
              <a:gd name="connsiteY17708" fmla="*/ 1819466 h 5143785"/>
              <a:gd name="connsiteX17709" fmla="*/ 206502 w 3114960"/>
              <a:gd name="connsiteY17709" fmla="*/ 1807940 h 5143785"/>
              <a:gd name="connsiteX17710" fmla="*/ 194977 w 3114960"/>
              <a:gd name="connsiteY17710" fmla="*/ 1819466 h 5143785"/>
              <a:gd name="connsiteX17711" fmla="*/ 197834 w 3114960"/>
              <a:gd name="connsiteY17711" fmla="*/ 1826800 h 5143785"/>
              <a:gd name="connsiteX17712" fmla="*/ 191167 w 3114960"/>
              <a:gd name="connsiteY17712" fmla="*/ 1833277 h 5143785"/>
              <a:gd name="connsiteX17713" fmla="*/ 100298 w 3114960"/>
              <a:gd name="connsiteY17713" fmla="*/ 1833277 h 5143785"/>
              <a:gd name="connsiteX17714" fmla="*/ 83534 w 3114960"/>
              <a:gd name="connsiteY17714" fmla="*/ 1848231 h 5143785"/>
              <a:gd name="connsiteX17715" fmla="*/ 95 w 3114960"/>
              <a:gd name="connsiteY17715" fmla="*/ 1848231 h 5143785"/>
              <a:gd name="connsiteX17716" fmla="*/ 95 w 3114960"/>
              <a:gd name="connsiteY17716" fmla="*/ 1852994 h 5143785"/>
              <a:gd name="connsiteX17717" fmla="*/ 85344 w 3114960"/>
              <a:gd name="connsiteY17717" fmla="*/ 1852994 h 5143785"/>
              <a:gd name="connsiteX17718" fmla="*/ 102108 w 3114960"/>
              <a:gd name="connsiteY17718" fmla="*/ 1838135 h 5143785"/>
              <a:gd name="connsiteX17719" fmla="*/ 193072 w 3114960"/>
              <a:gd name="connsiteY17719" fmla="*/ 1838135 h 5143785"/>
              <a:gd name="connsiteX17720" fmla="*/ 201549 w 3114960"/>
              <a:gd name="connsiteY17720" fmla="*/ 1829848 h 5143785"/>
              <a:gd name="connsiteX17721" fmla="*/ 206502 w 3114960"/>
              <a:gd name="connsiteY17721" fmla="*/ 1812798 h 5143785"/>
              <a:gd name="connsiteX17722" fmla="*/ 213265 w 3114960"/>
              <a:gd name="connsiteY17722" fmla="*/ 1819561 h 5143785"/>
              <a:gd name="connsiteX17723" fmla="*/ 206502 w 3114960"/>
              <a:gd name="connsiteY17723" fmla="*/ 1826324 h 5143785"/>
              <a:gd name="connsiteX17724" fmla="*/ 199739 w 3114960"/>
              <a:gd name="connsiteY17724" fmla="*/ 1819561 h 5143785"/>
              <a:gd name="connsiteX17725" fmla="*/ 206502 w 3114960"/>
              <a:gd name="connsiteY17725" fmla="*/ 1812798 h 5143785"/>
              <a:gd name="connsiteX17726" fmla="*/ 590741 w 3114960"/>
              <a:gd name="connsiteY17726" fmla="*/ 4957858 h 5143785"/>
              <a:gd name="connsiteX17727" fmla="*/ 585978 w 3114960"/>
              <a:gd name="connsiteY17727" fmla="*/ 4957858 h 5143785"/>
              <a:gd name="connsiteX17728" fmla="*/ 585978 w 3114960"/>
              <a:gd name="connsiteY17728" fmla="*/ 4936427 h 5143785"/>
              <a:gd name="connsiteX17729" fmla="*/ 590741 w 3114960"/>
              <a:gd name="connsiteY17729" fmla="*/ 4936427 h 5143785"/>
              <a:gd name="connsiteX17730" fmla="*/ 590741 w 3114960"/>
              <a:gd name="connsiteY17730" fmla="*/ 4957858 h 5143785"/>
              <a:gd name="connsiteX17731" fmla="*/ 339281 w 3114960"/>
              <a:gd name="connsiteY17731" fmla="*/ 120301 h 5143785"/>
              <a:gd name="connsiteX17732" fmla="*/ 334518 w 3114960"/>
              <a:gd name="connsiteY17732" fmla="*/ 120301 h 5143785"/>
              <a:gd name="connsiteX17733" fmla="*/ 334518 w 3114960"/>
              <a:gd name="connsiteY17733" fmla="*/ 100013 h 5143785"/>
              <a:gd name="connsiteX17734" fmla="*/ 339281 w 3114960"/>
              <a:gd name="connsiteY17734" fmla="*/ 100013 h 5143785"/>
              <a:gd name="connsiteX17735" fmla="*/ 339281 w 3114960"/>
              <a:gd name="connsiteY17735" fmla="*/ 120301 h 5143785"/>
              <a:gd name="connsiteX17736" fmla="*/ 339281 w 3114960"/>
              <a:gd name="connsiteY17736" fmla="*/ 79820 h 5143785"/>
              <a:gd name="connsiteX17737" fmla="*/ 334518 w 3114960"/>
              <a:gd name="connsiteY17737" fmla="*/ 79820 h 5143785"/>
              <a:gd name="connsiteX17738" fmla="*/ 334518 w 3114960"/>
              <a:gd name="connsiteY17738" fmla="*/ 59531 h 5143785"/>
              <a:gd name="connsiteX17739" fmla="*/ 339281 w 3114960"/>
              <a:gd name="connsiteY17739" fmla="*/ 59531 h 5143785"/>
              <a:gd name="connsiteX17740" fmla="*/ 339281 w 3114960"/>
              <a:gd name="connsiteY17740" fmla="*/ 79820 h 5143785"/>
              <a:gd name="connsiteX17741" fmla="*/ 339281 w 3114960"/>
              <a:gd name="connsiteY17741" fmla="*/ 39338 h 5143785"/>
              <a:gd name="connsiteX17742" fmla="*/ 334518 w 3114960"/>
              <a:gd name="connsiteY17742" fmla="*/ 39338 h 5143785"/>
              <a:gd name="connsiteX17743" fmla="*/ 334518 w 3114960"/>
              <a:gd name="connsiteY17743" fmla="*/ 19050 h 5143785"/>
              <a:gd name="connsiteX17744" fmla="*/ 339281 w 3114960"/>
              <a:gd name="connsiteY17744" fmla="*/ 19050 h 5143785"/>
              <a:gd name="connsiteX17745" fmla="*/ 339281 w 3114960"/>
              <a:gd name="connsiteY17745" fmla="*/ 39338 h 5143785"/>
              <a:gd name="connsiteX17746" fmla="*/ 585978 w 3114960"/>
              <a:gd name="connsiteY17746" fmla="*/ 4915091 h 5143785"/>
              <a:gd name="connsiteX17747" fmla="*/ 585978 w 3114960"/>
              <a:gd name="connsiteY17747" fmla="*/ 4893660 h 5143785"/>
              <a:gd name="connsiteX17748" fmla="*/ 590741 w 3114960"/>
              <a:gd name="connsiteY17748" fmla="*/ 4893660 h 5143785"/>
              <a:gd name="connsiteX17749" fmla="*/ 590741 w 3114960"/>
              <a:gd name="connsiteY17749" fmla="*/ 4915091 h 5143785"/>
              <a:gd name="connsiteX17750" fmla="*/ 585978 w 3114960"/>
              <a:gd name="connsiteY17750" fmla="*/ 4915091 h 5143785"/>
              <a:gd name="connsiteX17751" fmla="*/ 301847 w 3114960"/>
              <a:gd name="connsiteY17751" fmla="*/ 187928 h 5143785"/>
              <a:gd name="connsiteX17752" fmla="*/ 314611 w 3114960"/>
              <a:gd name="connsiteY17752" fmla="*/ 172212 h 5143785"/>
              <a:gd name="connsiteX17753" fmla="*/ 318326 w 3114960"/>
              <a:gd name="connsiteY17753" fmla="*/ 175260 h 5143785"/>
              <a:gd name="connsiteX17754" fmla="*/ 305562 w 3114960"/>
              <a:gd name="connsiteY17754" fmla="*/ 190976 h 5143785"/>
              <a:gd name="connsiteX17755" fmla="*/ 301847 w 3114960"/>
              <a:gd name="connsiteY17755" fmla="*/ 187928 h 5143785"/>
              <a:gd name="connsiteX17756" fmla="*/ 263462 w 3114960"/>
              <a:gd name="connsiteY17756" fmla="*/ 235077 h 5143785"/>
              <a:gd name="connsiteX17757" fmla="*/ 259366 w 3114960"/>
              <a:gd name="connsiteY17757" fmla="*/ 240125 h 5143785"/>
              <a:gd name="connsiteX17758" fmla="*/ 249174 w 3114960"/>
              <a:gd name="connsiteY17758" fmla="*/ 239268 h 5143785"/>
              <a:gd name="connsiteX17759" fmla="*/ 241935 w 3114960"/>
              <a:gd name="connsiteY17759" fmla="*/ 245745 h 5143785"/>
              <a:gd name="connsiteX17760" fmla="*/ 241364 w 3114960"/>
              <a:gd name="connsiteY17760" fmla="*/ 255365 h 5143785"/>
              <a:gd name="connsiteX17761" fmla="*/ 253270 w 3114960"/>
              <a:gd name="connsiteY17761" fmla="*/ 263843 h 5143785"/>
              <a:gd name="connsiteX17762" fmla="*/ 257461 w 3114960"/>
              <a:gd name="connsiteY17762" fmla="*/ 263176 h 5143785"/>
              <a:gd name="connsiteX17763" fmla="*/ 259461 w 3114960"/>
              <a:gd name="connsiteY17763" fmla="*/ 262223 h 5143785"/>
              <a:gd name="connsiteX17764" fmla="*/ 402336 w 3114960"/>
              <a:gd name="connsiteY17764" fmla="*/ 427673 h 5143785"/>
              <a:gd name="connsiteX17765" fmla="*/ 402336 w 3114960"/>
              <a:gd name="connsiteY17765" fmla="*/ 570929 h 5143785"/>
              <a:gd name="connsiteX17766" fmla="*/ 398431 w 3114960"/>
              <a:gd name="connsiteY17766" fmla="*/ 570929 h 5143785"/>
              <a:gd name="connsiteX17767" fmla="*/ 391573 w 3114960"/>
              <a:gd name="connsiteY17767" fmla="*/ 577787 h 5143785"/>
              <a:gd name="connsiteX17768" fmla="*/ 391573 w 3114960"/>
              <a:gd name="connsiteY17768" fmla="*/ 590455 h 5143785"/>
              <a:gd name="connsiteX17769" fmla="*/ 398431 w 3114960"/>
              <a:gd name="connsiteY17769" fmla="*/ 597313 h 5143785"/>
              <a:gd name="connsiteX17770" fmla="*/ 411099 w 3114960"/>
              <a:gd name="connsiteY17770" fmla="*/ 597313 h 5143785"/>
              <a:gd name="connsiteX17771" fmla="*/ 417957 w 3114960"/>
              <a:gd name="connsiteY17771" fmla="*/ 590455 h 5143785"/>
              <a:gd name="connsiteX17772" fmla="*/ 417957 w 3114960"/>
              <a:gd name="connsiteY17772" fmla="*/ 577787 h 5143785"/>
              <a:gd name="connsiteX17773" fmla="*/ 411099 w 3114960"/>
              <a:gd name="connsiteY17773" fmla="*/ 570929 h 5143785"/>
              <a:gd name="connsiteX17774" fmla="*/ 407099 w 3114960"/>
              <a:gd name="connsiteY17774" fmla="*/ 570929 h 5143785"/>
              <a:gd name="connsiteX17775" fmla="*/ 407099 w 3114960"/>
              <a:gd name="connsiteY17775" fmla="*/ 425863 h 5143785"/>
              <a:gd name="connsiteX17776" fmla="*/ 263081 w 3114960"/>
              <a:gd name="connsiteY17776" fmla="*/ 259175 h 5143785"/>
              <a:gd name="connsiteX17777" fmla="*/ 265271 w 3114960"/>
              <a:gd name="connsiteY17777" fmla="*/ 247079 h 5143785"/>
              <a:gd name="connsiteX17778" fmla="*/ 263081 w 3114960"/>
              <a:gd name="connsiteY17778" fmla="*/ 243173 h 5143785"/>
              <a:gd name="connsiteX17779" fmla="*/ 267176 w 3114960"/>
              <a:gd name="connsiteY17779" fmla="*/ 238125 h 5143785"/>
              <a:gd name="connsiteX17780" fmla="*/ 263462 w 3114960"/>
              <a:gd name="connsiteY17780" fmla="*/ 235077 h 5143785"/>
              <a:gd name="connsiteX17781" fmla="*/ 411099 w 3114960"/>
              <a:gd name="connsiteY17781" fmla="*/ 575596 h 5143785"/>
              <a:gd name="connsiteX17782" fmla="*/ 413195 w 3114960"/>
              <a:gd name="connsiteY17782" fmla="*/ 577691 h 5143785"/>
              <a:gd name="connsiteX17783" fmla="*/ 413195 w 3114960"/>
              <a:gd name="connsiteY17783" fmla="*/ 590360 h 5143785"/>
              <a:gd name="connsiteX17784" fmla="*/ 411099 w 3114960"/>
              <a:gd name="connsiteY17784" fmla="*/ 592455 h 5143785"/>
              <a:gd name="connsiteX17785" fmla="*/ 398431 w 3114960"/>
              <a:gd name="connsiteY17785" fmla="*/ 592455 h 5143785"/>
              <a:gd name="connsiteX17786" fmla="*/ 396335 w 3114960"/>
              <a:gd name="connsiteY17786" fmla="*/ 590360 h 5143785"/>
              <a:gd name="connsiteX17787" fmla="*/ 396335 w 3114960"/>
              <a:gd name="connsiteY17787" fmla="*/ 577691 h 5143785"/>
              <a:gd name="connsiteX17788" fmla="*/ 398431 w 3114960"/>
              <a:gd name="connsiteY17788" fmla="*/ 575596 h 5143785"/>
              <a:gd name="connsiteX17789" fmla="*/ 411099 w 3114960"/>
              <a:gd name="connsiteY17789" fmla="*/ 575596 h 5143785"/>
              <a:gd name="connsiteX17790" fmla="*/ 255937 w 3114960"/>
              <a:gd name="connsiteY17790" fmla="*/ 258604 h 5143785"/>
              <a:gd name="connsiteX17791" fmla="*/ 245936 w 3114960"/>
              <a:gd name="connsiteY17791" fmla="*/ 253746 h 5143785"/>
              <a:gd name="connsiteX17792" fmla="*/ 246317 w 3114960"/>
              <a:gd name="connsiteY17792" fmla="*/ 247745 h 5143785"/>
              <a:gd name="connsiteX17793" fmla="*/ 250793 w 3114960"/>
              <a:gd name="connsiteY17793" fmla="*/ 243745 h 5143785"/>
              <a:gd name="connsiteX17794" fmla="*/ 253365 w 3114960"/>
              <a:gd name="connsiteY17794" fmla="*/ 243269 h 5143785"/>
              <a:gd name="connsiteX17795" fmla="*/ 260795 w 3114960"/>
              <a:gd name="connsiteY17795" fmla="*/ 248507 h 5143785"/>
              <a:gd name="connsiteX17796" fmla="*/ 255937 w 3114960"/>
              <a:gd name="connsiteY17796" fmla="*/ 258508 h 5143785"/>
              <a:gd name="connsiteX17797" fmla="*/ 334518 w 3114960"/>
              <a:gd name="connsiteY17797" fmla="*/ 140494 h 5143785"/>
              <a:gd name="connsiteX17798" fmla="*/ 339281 w 3114960"/>
              <a:gd name="connsiteY17798" fmla="*/ 140494 h 5143785"/>
              <a:gd name="connsiteX17799" fmla="*/ 339281 w 3114960"/>
              <a:gd name="connsiteY17799" fmla="*/ 149447 h 5143785"/>
              <a:gd name="connsiteX17800" fmla="*/ 331089 w 3114960"/>
              <a:gd name="connsiteY17800" fmla="*/ 159544 h 5143785"/>
              <a:gd name="connsiteX17801" fmla="*/ 327374 w 3114960"/>
              <a:gd name="connsiteY17801" fmla="*/ 156496 h 5143785"/>
              <a:gd name="connsiteX17802" fmla="*/ 334518 w 3114960"/>
              <a:gd name="connsiteY17802" fmla="*/ 147733 h 5143785"/>
              <a:gd name="connsiteX17803" fmla="*/ 334518 w 3114960"/>
              <a:gd name="connsiteY17803" fmla="*/ 140494 h 5143785"/>
              <a:gd name="connsiteX17804" fmla="*/ 585978 w 3114960"/>
              <a:gd name="connsiteY17804" fmla="*/ 4979289 h 5143785"/>
              <a:gd name="connsiteX17805" fmla="*/ 590741 w 3114960"/>
              <a:gd name="connsiteY17805" fmla="*/ 4979289 h 5143785"/>
              <a:gd name="connsiteX17806" fmla="*/ 590741 w 3114960"/>
              <a:gd name="connsiteY17806" fmla="*/ 5000720 h 5143785"/>
              <a:gd name="connsiteX17807" fmla="*/ 585978 w 3114960"/>
              <a:gd name="connsiteY17807" fmla="*/ 5000720 h 5143785"/>
              <a:gd name="connsiteX17808" fmla="*/ 585978 w 3114960"/>
              <a:gd name="connsiteY17808" fmla="*/ 4979289 h 5143785"/>
              <a:gd name="connsiteX17809" fmla="*/ 244031 w 3114960"/>
              <a:gd name="connsiteY17809" fmla="*/ 25051 h 5143785"/>
              <a:gd name="connsiteX17810" fmla="*/ 239268 w 3114960"/>
              <a:gd name="connsiteY17810" fmla="*/ 25051 h 5143785"/>
              <a:gd name="connsiteX17811" fmla="*/ 239268 w 3114960"/>
              <a:gd name="connsiteY17811" fmla="*/ 18383 h 5143785"/>
              <a:gd name="connsiteX17812" fmla="*/ 244031 w 3114960"/>
              <a:gd name="connsiteY17812" fmla="*/ 18383 h 5143785"/>
              <a:gd name="connsiteX17813" fmla="*/ 244031 w 3114960"/>
              <a:gd name="connsiteY17813" fmla="*/ 25051 h 5143785"/>
              <a:gd name="connsiteX17814" fmla="*/ 239268 w 3114960"/>
              <a:gd name="connsiteY17814" fmla="*/ 31814 h 5143785"/>
              <a:gd name="connsiteX17815" fmla="*/ 244031 w 3114960"/>
              <a:gd name="connsiteY17815" fmla="*/ 31814 h 5143785"/>
              <a:gd name="connsiteX17816" fmla="*/ 244031 w 3114960"/>
              <a:gd name="connsiteY17816" fmla="*/ 38481 h 5143785"/>
              <a:gd name="connsiteX17817" fmla="*/ 239268 w 3114960"/>
              <a:gd name="connsiteY17817" fmla="*/ 38481 h 5143785"/>
              <a:gd name="connsiteX17818" fmla="*/ 239268 w 3114960"/>
              <a:gd name="connsiteY17818" fmla="*/ 31814 h 5143785"/>
              <a:gd name="connsiteX17819" fmla="*/ 239268 w 3114960"/>
              <a:gd name="connsiteY17819" fmla="*/ 45149 h 5143785"/>
              <a:gd name="connsiteX17820" fmla="*/ 244031 w 3114960"/>
              <a:gd name="connsiteY17820" fmla="*/ 45149 h 5143785"/>
              <a:gd name="connsiteX17821" fmla="*/ 244031 w 3114960"/>
              <a:gd name="connsiteY17821" fmla="*/ 51816 h 5143785"/>
              <a:gd name="connsiteX17822" fmla="*/ 239268 w 3114960"/>
              <a:gd name="connsiteY17822" fmla="*/ 51816 h 5143785"/>
              <a:gd name="connsiteX17823" fmla="*/ 239268 w 3114960"/>
              <a:gd name="connsiteY17823" fmla="*/ 45149 h 5143785"/>
              <a:gd name="connsiteX17824" fmla="*/ 585978 w 3114960"/>
              <a:gd name="connsiteY17824" fmla="*/ 5043488 h 5143785"/>
              <a:gd name="connsiteX17825" fmla="*/ 585978 w 3114960"/>
              <a:gd name="connsiteY17825" fmla="*/ 5022056 h 5143785"/>
              <a:gd name="connsiteX17826" fmla="*/ 590741 w 3114960"/>
              <a:gd name="connsiteY17826" fmla="*/ 5022056 h 5143785"/>
              <a:gd name="connsiteX17827" fmla="*/ 590741 w 3114960"/>
              <a:gd name="connsiteY17827" fmla="*/ 5043488 h 5143785"/>
              <a:gd name="connsiteX17828" fmla="*/ 585978 w 3114960"/>
              <a:gd name="connsiteY17828" fmla="*/ 5043488 h 5143785"/>
              <a:gd name="connsiteX17829" fmla="*/ 239268 w 3114960"/>
              <a:gd name="connsiteY17829" fmla="*/ 58579 h 5143785"/>
              <a:gd name="connsiteX17830" fmla="*/ 244031 w 3114960"/>
              <a:gd name="connsiteY17830" fmla="*/ 58579 h 5143785"/>
              <a:gd name="connsiteX17831" fmla="*/ 244031 w 3114960"/>
              <a:gd name="connsiteY17831" fmla="*/ 64389 h 5143785"/>
              <a:gd name="connsiteX17832" fmla="*/ 239744 w 3114960"/>
              <a:gd name="connsiteY17832" fmla="*/ 68294 h 5143785"/>
              <a:gd name="connsiteX17833" fmla="*/ 236506 w 3114960"/>
              <a:gd name="connsiteY17833" fmla="*/ 64770 h 5143785"/>
              <a:gd name="connsiteX17834" fmla="*/ 239268 w 3114960"/>
              <a:gd name="connsiteY17834" fmla="*/ 62294 h 5143785"/>
              <a:gd name="connsiteX17835" fmla="*/ 239268 w 3114960"/>
              <a:gd name="connsiteY17835" fmla="*/ 58579 h 5143785"/>
              <a:gd name="connsiteX17836" fmla="*/ 559784 w 3114960"/>
              <a:gd name="connsiteY17836" fmla="*/ 4831366 h 5143785"/>
              <a:gd name="connsiteX17837" fmla="*/ 568928 w 3114960"/>
              <a:gd name="connsiteY17837" fmla="*/ 4825746 h 5143785"/>
              <a:gd name="connsiteX17838" fmla="*/ 571595 w 3114960"/>
              <a:gd name="connsiteY17838" fmla="*/ 4818317 h 5143785"/>
              <a:gd name="connsiteX17839" fmla="*/ 626936 w 3114960"/>
              <a:gd name="connsiteY17839" fmla="*/ 4818317 h 5143785"/>
              <a:gd name="connsiteX17840" fmla="*/ 628174 w 3114960"/>
              <a:gd name="connsiteY17840" fmla="*/ 4817936 h 5143785"/>
              <a:gd name="connsiteX17841" fmla="*/ 719328 w 3114960"/>
              <a:gd name="connsiteY17841" fmla="*/ 4761071 h 5143785"/>
              <a:gd name="connsiteX17842" fmla="*/ 719328 w 3114960"/>
              <a:gd name="connsiteY17842" fmla="*/ 4761071 h 5143785"/>
              <a:gd name="connsiteX17843" fmla="*/ 719328 w 3114960"/>
              <a:gd name="connsiteY17843" fmla="*/ 4761071 h 5143785"/>
              <a:gd name="connsiteX17844" fmla="*/ 726472 w 3114960"/>
              <a:gd name="connsiteY17844" fmla="*/ 4763834 h 5143785"/>
              <a:gd name="connsiteX17845" fmla="*/ 734377 w 3114960"/>
              <a:gd name="connsiteY17845" fmla="*/ 4760310 h 5143785"/>
              <a:gd name="connsiteX17846" fmla="*/ 733616 w 3114960"/>
              <a:gd name="connsiteY17846" fmla="*/ 4745260 h 5143785"/>
              <a:gd name="connsiteX17847" fmla="*/ 718566 w 3114960"/>
              <a:gd name="connsiteY17847" fmla="*/ 4746022 h 5143785"/>
              <a:gd name="connsiteX17848" fmla="*/ 716661 w 3114960"/>
              <a:gd name="connsiteY17848" fmla="*/ 4757071 h 5143785"/>
              <a:gd name="connsiteX17849" fmla="*/ 626174 w 3114960"/>
              <a:gd name="connsiteY17849" fmla="*/ 4813459 h 5143785"/>
              <a:gd name="connsiteX17850" fmla="*/ 571024 w 3114960"/>
              <a:gd name="connsiteY17850" fmla="*/ 4813459 h 5143785"/>
              <a:gd name="connsiteX17851" fmla="*/ 565785 w 3114960"/>
              <a:gd name="connsiteY17851" fmla="*/ 4805648 h 5143785"/>
              <a:gd name="connsiteX17852" fmla="*/ 557308 w 3114960"/>
              <a:gd name="connsiteY17852" fmla="*/ 4802886 h 5143785"/>
              <a:gd name="connsiteX17853" fmla="*/ 545687 w 3114960"/>
              <a:gd name="connsiteY17853" fmla="*/ 4808696 h 5143785"/>
              <a:gd name="connsiteX17854" fmla="*/ 548735 w 3114960"/>
              <a:gd name="connsiteY17854" fmla="*/ 4828699 h 5143785"/>
              <a:gd name="connsiteX17855" fmla="*/ 554831 w 3114960"/>
              <a:gd name="connsiteY17855" fmla="*/ 4831176 h 5143785"/>
              <a:gd name="connsiteX17856" fmla="*/ 554831 w 3114960"/>
              <a:gd name="connsiteY17856" fmla="*/ 5143405 h 5143785"/>
              <a:gd name="connsiteX17857" fmla="*/ 559594 w 3114960"/>
              <a:gd name="connsiteY17857" fmla="*/ 5143405 h 5143785"/>
              <a:gd name="connsiteX17858" fmla="*/ 559594 w 3114960"/>
              <a:gd name="connsiteY17858" fmla="*/ 4831176 h 5143785"/>
              <a:gd name="connsiteX17859" fmla="*/ 722281 w 3114960"/>
              <a:gd name="connsiteY17859" fmla="*/ 4749261 h 5143785"/>
              <a:gd name="connsiteX17860" fmla="*/ 730663 w 3114960"/>
              <a:gd name="connsiteY17860" fmla="*/ 4748879 h 5143785"/>
              <a:gd name="connsiteX17861" fmla="*/ 731044 w 3114960"/>
              <a:gd name="connsiteY17861" fmla="*/ 4757262 h 5143785"/>
              <a:gd name="connsiteX17862" fmla="*/ 722662 w 3114960"/>
              <a:gd name="connsiteY17862" fmla="*/ 4757643 h 5143785"/>
              <a:gd name="connsiteX17863" fmla="*/ 722281 w 3114960"/>
              <a:gd name="connsiteY17863" fmla="*/ 4749261 h 5143785"/>
              <a:gd name="connsiteX17864" fmla="*/ 557403 w 3114960"/>
              <a:gd name="connsiteY17864" fmla="*/ 4828985 h 5143785"/>
              <a:gd name="connsiteX17865" fmla="*/ 550545 w 3114960"/>
              <a:gd name="connsiteY17865" fmla="*/ 4826699 h 5143785"/>
              <a:gd name="connsiteX17866" fmla="*/ 548069 w 3114960"/>
              <a:gd name="connsiteY17866" fmla="*/ 4810316 h 5143785"/>
              <a:gd name="connsiteX17867" fmla="*/ 564452 w 3114960"/>
              <a:gd name="connsiteY17867" fmla="*/ 4807839 h 5143785"/>
              <a:gd name="connsiteX17868" fmla="*/ 569119 w 3114960"/>
              <a:gd name="connsiteY17868" fmla="*/ 4815459 h 5143785"/>
              <a:gd name="connsiteX17869" fmla="*/ 567023 w 3114960"/>
              <a:gd name="connsiteY17869" fmla="*/ 4824127 h 5143785"/>
              <a:gd name="connsiteX17870" fmla="*/ 559403 w 3114960"/>
              <a:gd name="connsiteY17870" fmla="*/ 4828794 h 5143785"/>
              <a:gd name="connsiteX17871" fmla="*/ 557594 w 3114960"/>
              <a:gd name="connsiteY17871" fmla="*/ 4828889 h 5143785"/>
              <a:gd name="connsiteX17872" fmla="*/ 498920 w 3114960"/>
              <a:gd name="connsiteY17872" fmla="*/ 4778312 h 5143785"/>
              <a:gd name="connsiteX17873" fmla="*/ 491871 w 3114960"/>
              <a:gd name="connsiteY17873" fmla="*/ 4785360 h 5143785"/>
              <a:gd name="connsiteX17874" fmla="*/ 484823 w 3114960"/>
              <a:gd name="connsiteY17874" fmla="*/ 4778312 h 5143785"/>
              <a:gd name="connsiteX17875" fmla="*/ 491871 w 3114960"/>
              <a:gd name="connsiteY17875" fmla="*/ 4771263 h 5143785"/>
              <a:gd name="connsiteX17876" fmla="*/ 498920 w 3114960"/>
              <a:gd name="connsiteY17876" fmla="*/ 4778312 h 5143785"/>
              <a:gd name="connsiteX17877" fmla="*/ 484918 w 3114960"/>
              <a:gd name="connsiteY17877" fmla="*/ 2162175 h 5143785"/>
              <a:gd name="connsiteX17878" fmla="*/ 478060 w 3114960"/>
              <a:gd name="connsiteY17878" fmla="*/ 2169224 h 5143785"/>
              <a:gd name="connsiteX17879" fmla="*/ 474631 w 3114960"/>
              <a:gd name="connsiteY17879" fmla="*/ 2165890 h 5143785"/>
              <a:gd name="connsiteX17880" fmla="*/ 481489 w 3114960"/>
              <a:gd name="connsiteY17880" fmla="*/ 2158841 h 5143785"/>
              <a:gd name="connsiteX17881" fmla="*/ 484918 w 3114960"/>
              <a:gd name="connsiteY17881" fmla="*/ 2162175 h 5143785"/>
              <a:gd name="connsiteX17882" fmla="*/ 89345 w 3114960"/>
              <a:gd name="connsiteY17882" fmla="*/ 5109210 h 5143785"/>
              <a:gd name="connsiteX17883" fmla="*/ 134112 w 3114960"/>
              <a:gd name="connsiteY17883" fmla="*/ 5109210 h 5143785"/>
              <a:gd name="connsiteX17884" fmla="*/ 144018 w 3114960"/>
              <a:gd name="connsiteY17884" fmla="*/ 5117211 h 5143785"/>
              <a:gd name="connsiteX17885" fmla="*/ 154400 w 3114960"/>
              <a:gd name="connsiteY17885" fmla="*/ 5106829 h 5143785"/>
              <a:gd name="connsiteX17886" fmla="*/ 144018 w 3114960"/>
              <a:gd name="connsiteY17886" fmla="*/ 5096447 h 5143785"/>
              <a:gd name="connsiteX17887" fmla="*/ 134112 w 3114960"/>
              <a:gd name="connsiteY17887" fmla="*/ 5104448 h 5143785"/>
              <a:gd name="connsiteX17888" fmla="*/ 88011 w 3114960"/>
              <a:gd name="connsiteY17888" fmla="*/ 5104448 h 5143785"/>
              <a:gd name="connsiteX17889" fmla="*/ 75057 w 3114960"/>
              <a:gd name="connsiteY17889" fmla="*/ 5112449 h 5143785"/>
              <a:gd name="connsiteX17890" fmla="*/ 22574 w 3114960"/>
              <a:gd name="connsiteY17890" fmla="*/ 5112449 h 5143785"/>
              <a:gd name="connsiteX17891" fmla="*/ 12668 w 3114960"/>
              <a:gd name="connsiteY17891" fmla="*/ 5104448 h 5143785"/>
              <a:gd name="connsiteX17892" fmla="*/ 2286 w 3114960"/>
              <a:gd name="connsiteY17892" fmla="*/ 5114830 h 5143785"/>
              <a:gd name="connsiteX17893" fmla="*/ 12668 w 3114960"/>
              <a:gd name="connsiteY17893" fmla="*/ 5125212 h 5143785"/>
              <a:gd name="connsiteX17894" fmla="*/ 22574 w 3114960"/>
              <a:gd name="connsiteY17894" fmla="*/ 5117211 h 5143785"/>
              <a:gd name="connsiteX17895" fmla="*/ 76486 w 3114960"/>
              <a:gd name="connsiteY17895" fmla="*/ 5117211 h 5143785"/>
              <a:gd name="connsiteX17896" fmla="*/ 89440 w 3114960"/>
              <a:gd name="connsiteY17896" fmla="*/ 5109210 h 5143785"/>
              <a:gd name="connsiteX17897" fmla="*/ 144113 w 3114960"/>
              <a:gd name="connsiteY17897" fmla="*/ 5101209 h 5143785"/>
              <a:gd name="connsiteX17898" fmla="*/ 149733 w 3114960"/>
              <a:gd name="connsiteY17898" fmla="*/ 5106829 h 5143785"/>
              <a:gd name="connsiteX17899" fmla="*/ 144113 w 3114960"/>
              <a:gd name="connsiteY17899" fmla="*/ 5112449 h 5143785"/>
              <a:gd name="connsiteX17900" fmla="*/ 138494 w 3114960"/>
              <a:gd name="connsiteY17900" fmla="*/ 5106829 h 5143785"/>
              <a:gd name="connsiteX17901" fmla="*/ 144113 w 3114960"/>
              <a:gd name="connsiteY17901" fmla="*/ 5101209 h 5143785"/>
              <a:gd name="connsiteX17902" fmla="*/ 12668 w 3114960"/>
              <a:gd name="connsiteY17902" fmla="*/ 5120545 h 5143785"/>
              <a:gd name="connsiteX17903" fmla="*/ 7049 w 3114960"/>
              <a:gd name="connsiteY17903" fmla="*/ 5114925 h 5143785"/>
              <a:gd name="connsiteX17904" fmla="*/ 12668 w 3114960"/>
              <a:gd name="connsiteY17904" fmla="*/ 5109306 h 5143785"/>
              <a:gd name="connsiteX17905" fmla="*/ 18288 w 3114960"/>
              <a:gd name="connsiteY17905" fmla="*/ 5114925 h 5143785"/>
              <a:gd name="connsiteX17906" fmla="*/ 12668 w 3114960"/>
              <a:gd name="connsiteY17906" fmla="*/ 5120545 h 5143785"/>
              <a:gd name="connsiteX17907" fmla="*/ 1956530 w 3114960"/>
              <a:gd name="connsiteY17907" fmla="*/ 4806411 h 5143785"/>
              <a:gd name="connsiteX17908" fmla="*/ 1961578 w 3114960"/>
              <a:gd name="connsiteY17908" fmla="*/ 4807458 h 5143785"/>
              <a:gd name="connsiteX17909" fmla="*/ 1966151 w 3114960"/>
              <a:gd name="connsiteY17909" fmla="*/ 4806601 h 5143785"/>
              <a:gd name="connsiteX17910" fmla="*/ 1973104 w 3114960"/>
              <a:gd name="connsiteY17910" fmla="*/ 4799934 h 5143785"/>
              <a:gd name="connsiteX17911" fmla="*/ 1973675 w 3114960"/>
              <a:gd name="connsiteY17911" fmla="*/ 4797171 h 5143785"/>
              <a:gd name="connsiteX17912" fmla="*/ 2039303 w 3114960"/>
              <a:gd name="connsiteY17912" fmla="*/ 4797171 h 5143785"/>
              <a:gd name="connsiteX17913" fmla="*/ 2166176 w 3114960"/>
              <a:gd name="connsiteY17913" fmla="*/ 4696873 h 5143785"/>
              <a:gd name="connsiteX17914" fmla="*/ 2169890 w 3114960"/>
              <a:gd name="connsiteY17914" fmla="*/ 4699730 h 5143785"/>
              <a:gd name="connsiteX17915" fmla="*/ 2175510 w 3114960"/>
              <a:gd name="connsiteY17915" fmla="*/ 4701064 h 5143785"/>
              <a:gd name="connsiteX17916" fmla="*/ 2186845 w 3114960"/>
              <a:gd name="connsiteY17916" fmla="*/ 4694111 h 5143785"/>
              <a:gd name="connsiteX17917" fmla="*/ 2187512 w 3114960"/>
              <a:gd name="connsiteY17917" fmla="*/ 4684490 h 5143785"/>
              <a:gd name="connsiteX17918" fmla="*/ 2181130 w 3114960"/>
              <a:gd name="connsiteY17918" fmla="*/ 4677252 h 5143785"/>
              <a:gd name="connsiteX17919" fmla="*/ 2164175 w 3114960"/>
              <a:gd name="connsiteY17919" fmla="*/ 4682871 h 5143785"/>
              <a:gd name="connsiteX17920" fmla="*/ 2163699 w 3114960"/>
              <a:gd name="connsiteY17920" fmla="*/ 4692777 h 5143785"/>
              <a:gd name="connsiteX17921" fmla="*/ 2037683 w 3114960"/>
              <a:gd name="connsiteY17921" fmla="*/ 4792504 h 5143785"/>
              <a:gd name="connsiteX17922" fmla="*/ 1973675 w 3114960"/>
              <a:gd name="connsiteY17922" fmla="*/ 4792504 h 5143785"/>
              <a:gd name="connsiteX17923" fmla="*/ 1973294 w 3114960"/>
              <a:gd name="connsiteY17923" fmla="*/ 4790313 h 5143785"/>
              <a:gd name="connsiteX17924" fmla="*/ 1966627 w 3114960"/>
              <a:gd name="connsiteY17924" fmla="*/ 4783360 h 5143785"/>
              <a:gd name="connsiteX17925" fmla="*/ 1957007 w 3114960"/>
              <a:gd name="connsiteY17925" fmla="*/ 4783170 h 5143785"/>
              <a:gd name="connsiteX17926" fmla="*/ 1950053 w 3114960"/>
              <a:gd name="connsiteY17926" fmla="*/ 4789837 h 5143785"/>
              <a:gd name="connsiteX17927" fmla="*/ 1949863 w 3114960"/>
              <a:gd name="connsiteY17927" fmla="*/ 4799457 h 5143785"/>
              <a:gd name="connsiteX17928" fmla="*/ 1956530 w 3114960"/>
              <a:gd name="connsiteY17928" fmla="*/ 4806411 h 5143785"/>
              <a:gd name="connsiteX17929" fmla="*/ 2168557 w 3114960"/>
              <a:gd name="connsiteY17929" fmla="*/ 4685062 h 5143785"/>
              <a:gd name="connsiteX17930" fmla="*/ 2173129 w 3114960"/>
              <a:gd name="connsiteY17930" fmla="*/ 4681157 h 5143785"/>
              <a:gd name="connsiteX17931" fmla="*/ 2175605 w 3114960"/>
              <a:gd name="connsiteY17931" fmla="*/ 4680776 h 5143785"/>
              <a:gd name="connsiteX17932" fmla="*/ 2179130 w 3114960"/>
              <a:gd name="connsiteY17932" fmla="*/ 4681633 h 5143785"/>
              <a:gd name="connsiteX17933" fmla="*/ 2183035 w 3114960"/>
              <a:gd name="connsiteY17933" fmla="*/ 4686205 h 5143785"/>
              <a:gd name="connsiteX17934" fmla="*/ 2182654 w 3114960"/>
              <a:gd name="connsiteY17934" fmla="*/ 4692206 h 5143785"/>
              <a:gd name="connsiteX17935" fmla="*/ 2178082 w 3114960"/>
              <a:gd name="connsiteY17935" fmla="*/ 4696111 h 5143785"/>
              <a:gd name="connsiteX17936" fmla="*/ 2172081 w 3114960"/>
              <a:gd name="connsiteY17936" fmla="*/ 4695730 h 5143785"/>
              <a:gd name="connsiteX17937" fmla="*/ 2168176 w 3114960"/>
              <a:gd name="connsiteY17937" fmla="*/ 4691158 h 5143785"/>
              <a:gd name="connsiteX17938" fmla="*/ 2168557 w 3114960"/>
              <a:gd name="connsiteY17938" fmla="*/ 4685157 h 5143785"/>
              <a:gd name="connsiteX17939" fmla="*/ 1954435 w 3114960"/>
              <a:gd name="connsiteY17939" fmla="*/ 4791647 h 5143785"/>
              <a:gd name="connsiteX17940" fmla="*/ 1958816 w 3114960"/>
              <a:gd name="connsiteY17940" fmla="*/ 4787456 h 5143785"/>
              <a:gd name="connsiteX17941" fmla="*/ 1961674 w 3114960"/>
              <a:gd name="connsiteY17941" fmla="*/ 4786884 h 5143785"/>
              <a:gd name="connsiteX17942" fmla="*/ 1964817 w 3114960"/>
              <a:gd name="connsiteY17942" fmla="*/ 4787551 h 5143785"/>
              <a:gd name="connsiteX17943" fmla="*/ 1969008 w 3114960"/>
              <a:gd name="connsiteY17943" fmla="*/ 4791932 h 5143785"/>
              <a:gd name="connsiteX17944" fmla="*/ 1968913 w 3114960"/>
              <a:gd name="connsiteY17944" fmla="*/ 4797933 h 5143785"/>
              <a:gd name="connsiteX17945" fmla="*/ 1964531 w 3114960"/>
              <a:gd name="connsiteY17945" fmla="*/ 4802124 h 5143785"/>
              <a:gd name="connsiteX17946" fmla="*/ 1964531 w 3114960"/>
              <a:gd name="connsiteY17946" fmla="*/ 4802124 h 5143785"/>
              <a:gd name="connsiteX17947" fmla="*/ 1958531 w 3114960"/>
              <a:gd name="connsiteY17947" fmla="*/ 4802029 h 5143785"/>
              <a:gd name="connsiteX17948" fmla="*/ 1954340 w 3114960"/>
              <a:gd name="connsiteY17948" fmla="*/ 4797647 h 5143785"/>
              <a:gd name="connsiteX17949" fmla="*/ 1954530 w 3114960"/>
              <a:gd name="connsiteY17949" fmla="*/ 4791647 h 5143785"/>
              <a:gd name="connsiteX17950" fmla="*/ 1916811 w 3114960"/>
              <a:gd name="connsiteY17950" fmla="*/ 90011 h 5143785"/>
              <a:gd name="connsiteX17951" fmla="*/ 1924622 w 3114960"/>
              <a:gd name="connsiteY17951" fmla="*/ 95631 h 5143785"/>
              <a:gd name="connsiteX17952" fmla="*/ 1927574 w 3114960"/>
              <a:gd name="connsiteY17952" fmla="*/ 96012 h 5143785"/>
              <a:gd name="connsiteX17953" fmla="*/ 1934147 w 3114960"/>
              <a:gd name="connsiteY17953" fmla="*/ 94202 h 5143785"/>
              <a:gd name="connsiteX17954" fmla="*/ 1939862 w 3114960"/>
              <a:gd name="connsiteY17954" fmla="*/ 86392 h 5143785"/>
              <a:gd name="connsiteX17955" fmla="*/ 1939862 w 3114960"/>
              <a:gd name="connsiteY17955" fmla="*/ 85820 h 5143785"/>
              <a:gd name="connsiteX17956" fmla="*/ 1986915 w 3114960"/>
              <a:gd name="connsiteY17956" fmla="*/ 85820 h 5143785"/>
              <a:gd name="connsiteX17957" fmla="*/ 2078927 w 3114960"/>
              <a:gd name="connsiteY17957" fmla="*/ 95 h 5143785"/>
              <a:gd name="connsiteX17958" fmla="*/ 2071973 w 3114960"/>
              <a:gd name="connsiteY17958" fmla="*/ 95 h 5143785"/>
              <a:gd name="connsiteX17959" fmla="*/ 1985105 w 3114960"/>
              <a:gd name="connsiteY17959" fmla="*/ 81058 h 5143785"/>
              <a:gd name="connsiteX17960" fmla="*/ 1939957 w 3114960"/>
              <a:gd name="connsiteY17960" fmla="*/ 81058 h 5143785"/>
              <a:gd name="connsiteX17961" fmla="*/ 1938433 w 3114960"/>
              <a:gd name="connsiteY17961" fmla="*/ 76867 h 5143785"/>
              <a:gd name="connsiteX17962" fmla="*/ 1930622 w 3114960"/>
              <a:gd name="connsiteY17962" fmla="*/ 71247 h 5143785"/>
              <a:gd name="connsiteX17963" fmla="*/ 1921097 w 3114960"/>
              <a:gd name="connsiteY17963" fmla="*/ 72771 h 5143785"/>
              <a:gd name="connsiteX17964" fmla="*/ 1915382 w 3114960"/>
              <a:gd name="connsiteY17964" fmla="*/ 80582 h 5143785"/>
              <a:gd name="connsiteX17965" fmla="*/ 1916906 w 3114960"/>
              <a:gd name="connsiteY17965" fmla="*/ 90107 h 5143785"/>
              <a:gd name="connsiteX17966" fmla="*/ 1919954 w 3114960"/>
              <a:gd name="connsiteY17966" fmla="*/ 81629 h 5143785"/>
              <a:gd name="connsiteX17967" fmla="*/ 1923478 w 3114960"/>
              <a:gd name="connsiteY17967" fmla="*/ 76772 h 5143785"/>
              <a:gd name="connsiteX17968" fmla="*/ 1929384 w 3114960"/>
              <a:gd name="connsiteY17968" fmla="*/ 75819 h 5143785"/>
              <a:gd name="connsiteX17969" fmla="*/ 1934242 w 3114960"/>
              <a:gd name="connsiteY17969" fmla="*/ 79343 h 5143785"/>
              <a:gd name="connsiteX17970" fmla="*/ 1935194 w 3114960"/>
              <a:gd name="connsiteY17970" fmla="*/ 85249 h 5143785"/>
              <a:gd name="connsiteX17971" fmla="*/ 1925765 w 3114960"/>
              <a:gd name="connsiteY17971" fmla="*/ 90964 h 5143785"/>
              <a:gd name="connsiteX17972" fmla="*/ 1920907 w 3114960"/>
              <a:gd name="connsiteY17972" fmla="*/ 87440 h 5143785"/>
              <a:gd name="connsiteX17973" fmla="*/ 1919954 w 3114960"/>
              <a:gd name="connsiteY17973" fmla="*/ 81534 h 5143785"/>
              <a:gd name="connsiteX17974" fmla="*/ 432245 w 3114960"/>
              <a:gd name="connsiteY17974" fmla="*/ 4859084 h 5143785"/>
              <a:gd name="connsiteX17975" fmla="*/ 441389 w 3114960"/>
              <a:gd name="connsiteY17975" fmla="*/ 4853464 h 5143785"/>
              <a:gd name="connsiteX17976" fmla="*/ 438340 w 3114960"/>
              <a:gd name="connsiteY17976" fmla="*/ 4833462 h 5143785"/>
              <a:gd name="connsiteX17977" fmla="*/ 429863 w 3114960"/>
              <a:gd name="connsiteY17977" fmla="*/ 4830699 h 5143785"/>
              <a:gd name="connsiteX17978" fmla="*/ 418243 w 3114960"/>
              <a:gd name="connsiteY17978" fmla="*/ 4836510 h 5143785"/>
              <a:gd name="connsiteX17979" fmla="*/ 421291 w 3114960"/>
              <a:gd name="connsiteY17979" fmla="*/ 4856512 h 5143785"/>
              <a:gd name="connsiteX17980" fmla="*/ 427387 w 3114960"/>
              <a:gd name="connsiteY17980" fmla="*/ 4858988 h 5143785"/>
              <a:gd name="connsiteX17981" fmla="*/ 427387 w 3114960"/>
              <a:gd name="connsiteY17981" fmla="*/ 5143595 h 5143785"/>
              <a:gd name="connsiteX17982" fmla="*/ 432149 w 3114960"/>
              <a:gd name="connsiteY17982" fmla="*/ 5143595 h 5143785"/>
              <a:gd name="connsiteX17983" fmla="*/ 432149 w 3114960"/>
              <a:gd name="connsiteY17983" fmla="*/ 4859084 h 5143785"/>
              <a:gd name="connsiteX17984" fmla="*/ 429863 w 3114960"/>
              <a:gd name="connsiteY17984" fmla="*/ 4856607 h 5143785"/>
              <a:gd name="connsiteX17985" fmla="*/ 423005 w 3114960"/>
              <a:gd name="connsiteY17985" fmla="*/ 4854321 h 5143785"/>
              <a:gd name="connsiteX17986" fmla="*/ 420529 w 3114960"/>
              <a:gd name="connsiteY17986" fmla="*/ 4837938 h 5143785"/>
              <a:gd name="connsiteX17987" fmla="*/ 436912 w 3114960"/>
              <a:gd name="connsiteY17987" fmla="*/ 4835462 h 5143785"/>
              <a:gd name="connsiteX17988" fmla="*/ 441579 w 3114960"/>
              <a:gd name="connsiteY17988" fmla="*/ 4843082 h 5143785"/>
              <a:gd name="connsiteX17989" fmla="*/ 439484 w 3114960"/>
              <a:gd name="connsiteY17989" fmla="*/ 4851749 h 5143785"/>
              <a:gd name="connsiteX17990" fmla="*/ 431864 w 3114960"/>
              <a:gd name="connsiteY17990" fmla="*/ 4856417 h 5143785"/>
              <a:gd name="connsiteX17991" fmla="*/ 430054 w 3114960"/>
              <a:gd name="connsiteY17991" fmla="*/ 4856512 h 5143785"/>
              <a:gd name="connsiteX17992" fmla="*/ 1899857 w 3114960"/>
              <a:gd name="connsiteY17992" fmla="*/ 53150 h 5143785"/>
              <a:gd name="connsiteX17993" fmla="*/ 1886426 w 3114960"/>
              <a:gd name="connsiteY17993" fmla="*/ 39719 h 5143785"/>
              <a:gd name="connsiteX17994" fmla="*/ 1872996 w 3114960"/>
              <a:gd name="connsiteY17994" fmla="*/ 53150 h 5143785"/>
              <a:gd name="connsiteX17995" fmla="*/ 1884045 w 3114960"/>
              <a:gd name="connsiteY17995" fmla="*/ 66389 h 5143785"/>
              <a:gd name="connsiteX17996" fmla="*/ 1884045 w 3114960"/>
              <a:gd name="connsiteY17996" fmla="*/ 144209 h 5143785"/>
              <a:gd name="connsiteX17997" fmla="*/ 1894999 w 3114960"/>
              <a:gd name="connsiteY17997" fmla="*/ 155543 h 5143785"/>
              <a:gd name="connsiteX17998" fmla="*/ 1894999 w 3114960"/>
              <a:gd name="connsiteY17998" fmla="*/ 232696 h 5143785"/>
              <a:gd name="connsiteX17999" fmla="*/ 1886331 w 3114960"/>
              <a:gd name="connsiteY17999" fmla="*/ 243269 h 5143785"/>
              <a:gd name="connsiteX18000" fmla="*/ 1897380 w 3114960"/>
              <a:gd name="connsiteY18000" fmla="*/ 254318 h 5143785"/>
              <a:gd name="connsiteX18001" fmla="*/ 1908429 w 3114960"/>
              <a:gd name="connsiteY18001" fmla="*/ 243269 h 5143785"/>
              <a:gd name="connsiteX18002" fmla="*/ 1899761 w 3114960"/>
              <a:gd name="connsiteY18002" fmla="*/ 232696 h 5143785"/>
              <a:gd name="connsiteX18003" fmla="*/ 1899761 w 3114960"/>
              <a:gd name="connsiteY18003" fmla="*/ 153638 h 5143785"/>
              <a:gd name="connsiteX18004" fmla="*/ 1888807 w 3114960"/>
              <a:gd name="connsiteY18004" fmla="*/ 142304 h 5143785"/>
              <a:gd name="connsiteX18005" fmla="*/ 1888807 w 3114960"/>
              <a:gd name="connsiteY18005" fmla="*/ 66389 h 5143785"/>
              <a:gd name="connsiteX18006" fmla="*/ 1899857 w 3114960"/>
              <a:gd name="connsiteY18006" fmla="*/ 53150 h 5143785"/>
              <a:gd name="connsiteX18007" fmla="*/ 1886426 w 3114960"/>
              <a:gd name="connsiteY18007" fmla="*/ 61912 h 5143785"/>
              <a:gd name="connsiteX18008" fmla="*/ 1877759 w 3114960"/>
              <a:gd name="connsiteY18008" fmla="*/ 53245 h 5143785"/>
              <a:gd name="connsiteX18009" fmla="*/ 1886426 w 3114960"/>
              <a:gd name="connsiteY18009" fmla="*/ 44577 h 5143785"/>
              <a:gd name="connsiteX18010" fmla="*/ 1895094 w 3114960"/>
              <a:gd name="connsiteY18010" fmla="*/ 53245 h 5143785"/>
              <a:gd name="connsiteX18011" fmla="*/ 1886426 w 3114960"/>
              <a:gd name="connsiteY18011" fmla="*/ 61912 h 5143785"/>
              <a:gd name="connsiteX18012" fmla="*/ 1196626 w 3114960"/>
              <a:gd name="connsiteY18012" fmla="*/ 85058 h 5143785"/>
              <a:gd name="connsiteX18013" fmla="*/ 1196626 w 3114960"/>
              <a:gd name="connsiteY18013" fmla="*/ 116110 h 5143785"/>
              <a:gd name="connsiteX18014" fmla="*/ 1186244 w 3114960"/>
              <a:gd name="connsiteY18014" fmla="*/ 128492 h 5143785"/>
              <a:gd name="connsiteX18015" fmla="*/ 1199102 w 3114960"/>
              <a:gd name="connsiteY18015" fmla="*/ 141351 h 5143785"/>
              <a:gd name="connsiteX18016" fmla="*/ 1211961 w 3114960"/>
              <a:gd name="connsiteY18016" fmla="*/ 128492 h 5143785"/>
              <a:gd name="connsiteX18017" fmla="*/ 1201484 w 3114960"/>
              <a:gd name="connsiteY18017" fmla="*/ 116110 h 5143785"/>
              <a:gd name="connsiteX18018" fmla="*/ 1201484 w 3114960"/>
              <a:gd name="connsiteY18018" fmla="*/ 87059 h 5143785"/>
              <a:gd name="connsiteX18019" fmla="*/ 1212437 w 3114960"/>
              <a:gd name="connsiteY18019" fmla="*/ 75724 h 5143785"/>
              <a:gd name="connsiteX18020" fmla="*/ 1212437 w 3114960"/>
              <a:gd name="connsiteY18020" fmla="*/ 95 h 5143785"/>
              <a:gd name="connsiteX18021" fmla="*/ 1207675 w 3114960"/>
              <a:gd name="connsiteY18021" fmla="*/ 95 h 5143785"/>
              <a:gd name="connsiteX18022" fmla="*/ 1207675 w 3114960"/>
              <a:gd name="connsiteY18022" fmla="*/ 73724 h 5143785"/>
              <a:gd name="connsiteX18023" fmla="*/ 1196721 w 3114960"/>
              <a:gd name="connsiteY18023" fmla="*/ 85058 h 5143785"/>
              <a:gd name="connsiteX18024" fmla="*/ 1207103 w 3114960"/>
              <a:gd name="connsiteY18024" fmla="*/ 128397 h 5143785"/>
              <a:gd name="connsiteX18025" fmla="*/ 1199007 w 3114960"/>
              <a:gd name="connsiteY18025" fmla="*/ 136493 h 5143785"/>
              <a:gd name="connsiteX18026" fmla="*/ 1190911 w 3114960"/>
              <a:gd name="connsiteY18026" fmla="*/ 128397 h 5143785"/>
              <a:gd name="connsiteX18027" fmla="*/ 1199007 w 3114960"/>
              <a:gd name="connsiteY18027" fmla="*/ 120301 h 5143785"/>
              <a:gd name="connsiteX18028" fmla="*/ 1207103 w 3114960"/>
              <a:gd name="connsiteY18028" fmla="*/ 128397 h 5143785"/>
              <a:gd name="connsiteX18029" fmla="*/ 1678305 w 3114960"/>
              <a:gd name="connsiteY18029" fmla="*/ 95 h 5143785"/>
              <a:gd name="connsiteX18030" fmla="*/ 1678305 w 3114960"/>
              <a:gd name="connsiteY18030" fmla="*/ 92012 h 5143785"/>
              <a:gd name="connsiteX18031" fmla="*/ 1698784 w 3114960"/>
              <a:gd name="connsiteY18031" fmla="*/ 114014 h 5143785"/>
              <a:gd name="connsiteX18032" fmla="*/ 1693736 w 3114960"/>
              <a:gd name="connsiteY18032" fmla="*/ 123444 h 5143785"/>
              <a:gd name="connsiteX18033" fmla="*/ 1705547 w 3114960"/>
              <a:gd name="connsiteY18033" fmla="*/ 135255 h 5143785"/>
              <a:gd name="connsiteX18034" fmla="*/ 1717357 w 3114960"/>
              <a:gd name="connsiteY18034" fmla="*/ 123444 h 5143785"/>
              <a:gd name="connsiteX18035" fmla="*/ 1715262 w 3114960"/>
              <a:gd name="connsiteY18035" fmla="*/ 117158 h 5143785"/>
              <a:gd name="connsiteX18036" fmla="*/ 1721930 w 3114960"/>
              <a:gd name="connsiteY18036" fmla="*/ 110014 h 5143785"/>
              <a:gd name="connsiteX18037" fmla="*/ 1721930 w 3114960"/>
              <a:gd name="connsiteY18037" fmla="*/ 55436 h 5143785"/>
              <a:gd name="connsiteX18038" fmla="*/ 1712024 w 3114960"/>
              <a:gd name="connsiteY18038" fmla="*/ 42767 h 5143785"/>
              <a:gd name="connsiteX18039" fmla="*/ 1712309 w 3114960"/>
              <a:gd name="connsiteY18039" fmla="*/ 95 h 5143785"/>
              <a:gd name="connsiteX18040" fmla="*/ 1707547 w 3114960"/>
              <a:gd name="connsiteY18040" fmla="*/ 95 h 5143785"/>
              <a:gd name="connsiteX18041" fmla="*/ 1707261 w 3114960"/>
              <a:gd name="connsiteY18041" fmla="*/ 44387 h 5143785"/>
              <a:gd name="connsiteX18042" fmla="*/ 1717167 w 3114960"/>
              <a:gd name="connsiteY18042" fmla="*/ 57055 h 5143785"/>
              <a:gd name="connsiteX18043" fmla="*/ 1717167 w 3114960"/>
              <a:gd name="connsiteY18043" fmla="*/ 108204 h 5143785"/>
              <a:gd name="connsiteX18044" fmla="*/ 1711928 w 3114960"/>
              <a:gd name="connsiteY18044" fmla="*/ 113824 h 5143785"/>
              <a:gd name="connsiteX18045" fmla="*/ 1705451 w 3114960"/>
              <a:gd name="connsiteY18045" fmla="*/ 111633 h 5143785"/>
              <a:gd name="connsiteX18046" fmla="*/ 1703356 w 3114960"/>
              <a:gd name="connsiteY18046" fmla="*/ 112014 h 5143785"/>
              <a:gd name="connsiteX18047" fmla="*/ 1682972 w 3114960"/>
              <a:gd name="connsiteY18047" fmla="*/ 90107 h 5143785"/>
              <a:gd name="connsiteX18048" fmla="*/ 1682972 w 3114960"/>
              <a:gd name="connsiteY18048" fmla="*/ 95 h 5143785"/>
              <a:gd name="connsiteX18049" fmla="*/ 1678210 w 3114960"/>
              <a:gd name="connsiteY18049" fmla="*/ 95 h 5143785"/>
              <a:gd name="connsiteX18050" fmla="*/ 1705547 w 3114960"/>
              <a:gd name="connsiteY18050" fmla="*/ 116396 h 5143785"/>
              <a:gd name="connsiteX18051" fmla="*/ 1712595 w 3114960"/>
              <a:gd name="connsiteY18051" fmla="*/ 123444 h 5143785"/>
              <a:gd name="connsiteX18052" fmla="*/ 1705547 w 3114960"/>
              <a:gd name="connsiteY18052" fmla="*/ 130492 h 5143785"/>
              <a:gd name="connsiteX18053" fmla="*/ 1698498 w 3114960"/>
              <a:gd name="connsiteY18053" fmla="*/ 123444 h 5143785"/>
              <a:gd name="connsiteX18054" fmla="*/ 1705547 w 3114960"/>
              <a:gd name="connsiteY18054" fmla="*/ 116396 h 5143785"/>
              <a:gd name="connsiteX18055" fmla="*/ 564356 w 3114960"/>
              <a:gd name="connsiteY18055" fmla="*/ 4817269 h 5143785"/>
              <a:gd name="connsiteX18056" fmla="*/ 557308 w 3114960"/>
              <a:gd name="connsiteY18056" fmla="*/ 4824318 h 5143785"/>
              <a:gd name="connsiteX18057" fmla="*/ 550259 w 3114960"/>
              <a:gd name="connsiteY18057" fmla="*/ 4817269 h 5143785"/>
              <a:gd name="connsiteX18058" fmla="*/ 557308 w 3114960"/>
              <a:gd name="connsiteY18058" fmla="*/ 4810220 h 5143785"/>
              <a:gd name="connsiteX18059" fmla="*/ 564356 w 3114960"/>
              <a:gd name="connsiteY18059" fmla="*/ 4817269 h 5143785"/>
              <a:gd name="connsiteX18060" fmla="*/ 292322 w 3114960"/>
              <a:gd name="connsiteY18060" fmla="*/ 243173 h 5143785"/>
              <a:gd name="connsiteX18061" fmla="*/ 292322 w 3114960"/>
              <a:gd name="connsiteY18061" fmla="*/ 255842 h 5143785"/>
              <a:gd name="connsiteX18062" fmla="*/ 299180 w 3114960"/>
              <a:gd name="connsiteY18062" fmla="*/ 262700 h 5143785"/>
              <a:gd name="connsiteX18063" fmla="*/ 311849 w 3114960"/>
              <a:gd name="connsiteY18063" fmla="*/ 262700 h 5143785"/>
              <a:gd name="connsiteX18064" fmla="*/ 314611 w 3114960"/>
              <a:gd name="connsiteY18064" fmla="*/ 262128 h 5143785"/>
              <a:gd name="connsiteX18065" fmla="*/ 457581 w 3114960"/>
              <a:gd name="connsiteY18065" fmla="*/ 427673 h 5143785"/>
              <a:gd name="connsiteX18066" fmla="*/ 457581 w 3114960"/>
              <a:gd name="connsiteY18066" fmla="*/ 486632 h 5143785"/>
              <a:gd name="connsiteX18067" fmla="*/ 453771 w 3114960"/>
              <a:gd name="connsiteY18067" fmla="*/ 486632 h 5143785"/>
              <a:gd name="connsiteX18068" fmla="*/ 443960 w 3114960"/>
              <a:gd name="connsiteY18068" fmla="*/ 496443 h 5143785"/>
              <a:gd name="connsiteX18069" fmla="*/ 443960 w 3114960"/>
              <a:gd name="connsiteY18069" fmla="*/ 535115 h 5143785"/>
              <a:gd name="connsiteX18070" fmla="*/ 453771 w 3114960"/>
              <a:gd name="connsiteY18070" fmla="*/ 544925 h 5143785"/>
              <a:gd name="connsiteX18071" fmla="*/ 466154 w 3114960"/>
              <a:gd name="connsiteY18071" fmla="*/ 544925 h 5143785"/>
              <a:gd name="connsiteX18072" fmla="*/ 475964 w 3114960"/>
              <a:gd name="connsiteY18072" fmla="*/ 535115 h 5143785"/>
              <a:gd name="connsiteX18073" fmla="*/ 475964 w 3114960"/>
              <a:gd name="connsiteY18073" fmla="*/ 496443 h 5143785"/>
              <a:gd name="connsiteX18074" fmla="*/ 466154 w 3114960"/>
              <a:gd name="connsiteY18074" fmla="*/ 486632 h 5143785"/>
              <a:gd name="connsiteX18075" fmla="*/ 462439 w 3114960"/>
              <a:gd name="connsiteY18075" fmla="*/ 486632 h 5143785"/>
              <a:gd name="connsiteX18076" fmla="*/ 462439 w 3114960"/>
              <a:gd name="connsiteY18076" fmla="*/ 425863 h 5143785"/>
              <a:gd name="connsiteX18077" fmla="*/ 318135 w 3114960"/>
              <a:gd name="connsiteY18077" fmla="*/ 258794 h 5143785"/>
              <a:gd name="connsiteX18078" fmla="*/ 318802 w 3114960"/>
              <a:gd name="connsiteY18078" fmla="*/ 255937 h 5143785"/>
              <a:gd name="connsiteX18079" fmla="*/ 318802 w 3114960"/>
              <a:gd name="connsiteY18079" fmla="*/ 243269 h 5143785"/>
              <a:gd name="connsiteX18080" fmla="*/ 318230 w 3114960"/>
              <a:gd name="connsiteY18080" fmla="*/ 240602 h 5143785"/>
              <a:gd name="connsiteX18081" fmla="*/ 318516 w 3114960"/>
              <a:gd name="connsiteY18081" fmla="*/ 240792 h 5143785"/>
              <a:gd name="connsiteX18082" fmla="*/ 370237 w 3114960"/>
              <a:gd name="connsiteY18082" fmla="*/ 177451 h 5143785"/>
              <a:gd name="connsiteX18083" fmla="*/ 370808 w 3114960"/>
              <a:gd name="connsiteY18083" fmla="*/ 176784 h 5143785"/>
              <a:gd name="connsiteX18084" fmla="*/ 370808 w 3114960"/>
              <a:gd name="connsiteY18084" fmla="*/ 95 h 5143785"/>
              <a:gd name="connsiteX18085" fmla="*/ 365951 w 3114960"/>
              <a:gd name="connsiteY18085" fmla="*/ 95 h 5143785"/>
              <a:gd name="connsiteX18086" fmla="*/ 365951 w 3114960"/>
              <a:gd name="connsiteY18086" fmla="*/ 175070 h 5143785"/>
              <a:gd name="connsiteX18087" fmla="*/ 315278 w 3114960"/>
              <a:gd name="connsiteY18087" fmla="*/ 237363 h 5143785"/>
              <a:gd name="connsiteX18088" fmla="*/ 312134 w 3114960"/>
              <a:gd name="connsiteY18088" fmla="*/ 236506 h 5143785"/>
              <a:gd name="connsiteX18089" fmla="*/ 299466 w 3114960"/>
              <a:gd name="connsiteY18089" fmla="*/ 236506 h 5143785"/>
              <a:gd name="connsiteX18090" fmla="*/ 292608 w 3114960"/>
              <a:gd name="connsiteY18090" fmla="*/ 243364 h 5143785"/>
              <a:gd name="connsiteX18091" fmla="*/ 471011 w 3114960"/>
              <a:gd name="connsiteY18091" fmla="*/ 535019 h 5143785"/>
              <a:gd name="connsiteX18092" fmla="*/ 465963 w 3114960"/>
              <a:gd name="connsiteY18092" fmla="*/ 540068 h 5143785"/>
              <a:gd name="connsiteX18093" fmla="*/ 453581 w 3114960"/>
              <a:gd name="connsiteY18093" fmla="*/ 540068 h 5143785"/>
              <a:gd name="connsiteX18094" fmla="*/ 448532 w 3114960"/>
              <a:gd name="connsiteY18094" fmla="*/ 535019 h 5143785"/>
              <a:gd name="connsiteX18095" fmla="*/ 448532 w 3114960"/>
              <a:gd name="connsiteY18095" fmla="*/ 533686 h 5143785"/>
              <a:gd name="connsiteX18096" fmla="*/ 470916 w 3114960"/>
              <a:gd name="connsiteY18096" fmla="*/ 533686 h 5143785"/>
              <a:gd name="connsiteX18097" fmla="*/ 470916 w 3114960"/>
              <a:gd name="connsiteY18097" fmla="*/ 535019 h 5143785"/>
              <a:gd name="connsiteX18098" fmla="*/ 471011 w 3114960"/>
              <a:gd name="connsiteY18098" fmla="*/ 527780 h 5143785"/>
              <a:gd name="connsiteX18099" fmla="*/ 448628 w 3114960"/>
              <a:gd name="connsiteY18099" fmla="*/ 527780 h 5143785"/>
              <a:gd name="connsiteX18100" fmla="*/ 448628 w 3114960"/>
              <a:gd name="connsiteY18100" fmla="*/ 509302 h 5143785"/>
              <a:gd name="connsiteX18101" fmla="*/ 471011 w 3114960"/>
              <a:gd name="connsiteY18101" fmla="*/ 509302 h 5143785"/>
              <a:gd name="connsiteX18102" fmla="*/ 471011 w 3114960"/>
              <a:gd name="connsiteY18102" fmla="*/ 527780 h 5143785"/>
              <a:gd name="connsiteX18103" fmla="*/ 471011 w 3114960"/>
              <a:gd name="connsiteY18103" fmla="*/ 506444 h 5143785"/>
              <a:gd name="connsiteX18104" fmla="*/ 448628 w 3114960"/>
              <a:gd name="connsiteY18104" fmla="*/ 506444 h 5143785"/>
              <a:gd name="connsiteX18105" fmla="*/ 448628 w 3114960"/>
              <a:gd name="connsiteY18105" fmla="*/ 501206 h 5143785"/>
              <a:gd name="connsiteX18106" fmla="*/ 471011 w 3114960"/>
              <a:gd name="connsiteY18106" fmla="*/ 501206 h 5143785"/>
              <a:gd name="connsiteX18107" fmla="*/ 471011 w 3114960"/>
              <a:gd name="connsiteY18107" fmla="*/ 506444 h 5143785"/>
              <a:gd name="connsiteX18108" fmla="*/ 465963 w 3114960"/>
              <a:gd name="connsiteY18108" fmla="*/ 491395 h 5143785"/>
              <a:gd name="connsiteX18109" fmla="*/ 471011 w 3114960"/>
              <a:gd name="connsiteY18109" fmla="*/ 496443 h 5143785"/>
              <a:gd name="connsiteX18110" fmla="*/ 471011 w 3114960"/>
              <a:gd name="connsiteY18110" fmla="*/ 496634 h 5143785"/>
              <a:gd name="connsiteX18111" fmla="*/ 448628 w 3114960"/>
              <a:gd name="connsiteY18111" fmla="*/ 496634 h 5143785"/>
              <a:gd name="connsiteX18112" fmla="*/ 448628 w 3114960"/>
              <a:gd name="connsiteY18112" fmla="*/ 496443 h 5143785"/>
              <a:gd name="connsiteX18113" fmla="*/ 453676 w 3114960"/>
              <a:gd name="connsiteY18113" fmla="*/ 491395 h 5143785"/>
              <a:gd name="connsiteX18114" fmla="*/ 466058 w 3114960"/>
              <a:gd name="connsiteY18114" fmla="*/ 491395 h 5143785"/>
              <a:gd name="connsiteX18115" fmla="*/ 313849 w 3114960"/>
              <a:gd name="connsiteY18115" fmla="*/ 243173 h 5143785"/>
              <a:gd name="connsiteX18116" fmla="*/ 313849 w 3114960"/>
              <a:gd name="connsiteY18116" fmla="*/ 255842 h 5143785"/>
              <a:gd name="connsiteX18117" fmla="*/ 311753 w 3114960"/>
              <a:gd name="connsiteY18117" fmla="*/ 257937 h 5143785"/>
              <a:gd name="connsiteX18118" fmla="*/ 299085 w 3114960"/>
              <a:gd name="connsiteY18118" fmla="*/ 257937 h 5143785"/>
              <a:gd name="connsiteX18119" fmla="*/ 296990 w 3114960"/>
              <a:gd name="connsiteY18119" fmla="*/ 255842 h 5143785"/>
              <a:gd name="connsiteX18120" fmla="*/ 296990 w 3114960"/>
              <a:gd name="connsiteY18120" fmla="*/ 243173 h 5143785"/>
              <a:gd name="connsiteX18121" fmla="*/ 299085 w 3114960"/>
              <a:gd name="connsiteY18121" fmla="*/ 241078 h 5143785"/>
              <a:gd name="connsiteX18122" fmla="*/ 311753 w 3114960"/>
              <a:gd name="connsiteY18122" fmla="*/ 241078 h 5143785"/>
              <a:gd name="connsiteX18123" fmla="*/ 313849 w 3114960"/>
              <a:gd name="connsiteY18123" fmla="*/ 243173 h 5143785"/>
              <a:gd name="connsiteX18124" fmla="*/ 1596104 w 3114960"/>
              <a:gd name="connsiteY18124" fmla="*/ 95 h 5143785"/>
              <a:gd name="connsiteX18125" fmla="*/ 1600867 w 3114960"/>
              <a:gd name="connsiteY18125" fmla="*/ 95 h 5143785"/>
              <a:gd name="connsiteX18126" fmla="*/ 1600867 w 3114960"/>
              <a:gd name="connsiteY18126" fmla="*/ 10001 h 5143785"/>
              <a:gd name="connsiteX18127" fmla="*/ 1591056 w 3114960"/>
              <a:gd name="connsiteY18127" fmla="*/ 22669 h 5143785"/>
              <a:gd name="connsiteX18128" fmla="*/ 1591056 w 3114960"/>
              <a:gd name="connsiteY18128" fmla="*/ 73819 h 5143785"/>
              <a:gd name="connsiteX18129" fmla="*/ 1597914 w 3114960"/>
              <a:gd name="connsiteY18129" fmla="*/ 81153 h 5143785"/>
              <a:gd name="connsiteX18130" fmla="*/ 1602772 w 3114960"/>
              <a:gd name="connsiteY18130" fmla="*/ 79629 h 5143785"/>
              <a:gd name="connsiteX18131" fmla="*/ 1605534 w 3114960"/>
              <a:gd name="connsiteY18131" fmla="*/ 80201 h 5143785"/>
              <a:gd name="connsiteX18132" fmla="*/ 1625060 w 3114960"/>
              <a:gd name="connsiteY18132" fmla="*/ 59246 h 5143785"/>
              <a:gd name="connsiteX18133" fmla="*/ 1625060 w 3114960"/>
              <a:gd name="connsiteY18133" fmla="*/ 95 h 5143785"/>
              <a:gd name="connsiteX18134" fmla="*/ 1629823 w 3114960"/>
              <a:gd name="connsiteY18134" fmla="*/ 95 h 5143785"/>
              <a:gd name="connsiteX18135" fmla="*/ 1629823 w 3114960"/>
              <a:gd name="connsiteY18135" fmla="*/ 61055 h 5143785"/>
              <a:gd name="connsiteX18136" fmla="*/ 1609630 w 3114960"/>
              <a:gd name="connsiteY18136" fmla="*/ 82772 h 5143785"/>
              <a:gd name="connsiteX18137" fmla="*/ 1612202 w 3114960"/>
              <a:gd name="connsiteY18137" fmla="*/ 89059 h 5143785"/>
              <a:gd name="connsiteX18138" fmla="*/ 1602772 w 3114960"/>
              <a:gd name="connsiteY18138" fmla="*/ 98489 h 5143785"/>
              <a:gd name="connsiteX18139" fmla="*/ 1593342 w 3114960"/>
              <a:gd name="connsiteY18139" fmla="*/ 89059 h 5143785"/>
              <a:gd name="connsiteX18140" fmla="*/ 1594676 w 3114960"/>
              <a:gd name="connsiteY18140" fmla="*/ 84582 h 5143785"/>
              <a:gd name="connsiteX18141" fmla="*/ 1586389 w 3114960"/>
              <a:gd name="connsiteY18141" fmla="*/ 75724 h 5143785"/>
              <a:gd name="connsiteX18142" fmla="*/ 1586389 w 3114960"/>
              <a:gd name="connsiteY18142" fmla="*/ 21050 h 5143785"/>
              <a:gd name="connsiteX18143" fmla="*/ 1596295 w 3114960"/>
              <a:gd name="connsiteY18143" fmla="*/ 8382 h 5143785"/>
              <a:gd name="connsiteX18144" fmla="*/ 1596295 w 3114960"/>
              <a:gd name="connsiteY18144" fmla="*/ 95 h 5143785"/>
              <a:gd name="connsiteX18145" fmla="*/ 494252 w 3114960"/>
              <a:gd name="connsiteY18145" fmla="*/ 4792409 h 5143785"/>
              <a:gd name="connsiteX18146" fmla="*/ 503396 w 3114960"/>
              <a:gd name="connsiteY18146" fmla="*/ 4786789 h 5143785"/>
              <a:gd name="connsiteX18147" fmla="*/ 500348 w 3114960"/>
              <a:gd name="connsiteY18147" fmla="*/ 4766787 h 5143785"/>
              <a:gd name="connsiteX18148" fmla="*/ 491871 w 3114960"/>
              <a:gd name="connsiteY18148" fmla="*/ 4764024 h 5143785"/>
              <a:gd name="connsiteX18149" fmla="*/ 480251 w 3114960"/>
              <a:gd name="connsiteY18149" fmla="*/ 4769835 h 5143785"/>
              <a:gd name="connsiteX18150" fmla="*/ 483299 w 3114960"/>
              <a:gd name="connsiteY18150" fmla="*/ 4789837 h 5143785"/>
              <a:gd name="connsiteX18151" fmla="*/ 489395 w 3114960"/>
              <a:gd name="connsiteY18151" fmla="*/ 4792313 h 5143785"/>
              <a:gd name="connsiteX18152" fmla="*/ 489395 w 3114960"/>
              <a:gd name="connsiteY18152" fmla="*/ 5143595 h 5143785"/>
              <a:gd name="connsiteX18153" fmla="*/ 494157 w 3114960"/>
              <a:gd name="connsiteY18153" fmla="*/ 5143595 h 5143785"/>
              <a:gd name="connsiteX18154" fmla="*/ 494157 w 3114960"/>
              <a:gd name="connsiteY18154" fmla="*/ 4792409 h 5143785"/>
              <a:gd name="connsiteX18155" fmla="*/ 491871 w 3114960"/>
              <a:gd name="connsiteY18155" fmla="*/ 4790028 h 5143785"/>
              <a:gd name="connsiteX18156" fmla="*/ 485013 w 3114960"/>
              <a:gd name="connsiteY18156" fmla="*/ 4787742 h 5143785"/>
              <a:gd name="connsiteX18157" fmla="*/ 482537 w 3114960"/>
              <a:gd name="connsiteY18157" fmla="*/ 4771359 h 5143785"/>
              <a:gd name="connsiteX18158" fmla="*/ 498920 w 3114960"/>
              <a:gd name="connsiteY18158" fmla="*/ 4768882 h 5143785"/>
              <a:gd name="connsiteX18159" fmla="*/ 503587 w 3114960"/>
              <a:gd name="connsiteY18159" fmla="*/ 4776502 h 5143785"/>
              <a:gd name="connsiteX18160" fmla="*/ 501491 w 3114960"/>
              <a:gd name="connsiteY18160" fmla="*/ 4785170 h 5143785"/>
              <a:gd name="connsiteX18161" fmla="*/ 493871 w 3114960"/>
              <a:gd name="connsiteY18161" fmla="*/ 4789837 h 5143785"/>
              <a:gd name="connsiteX18162" fmla="*/ 492062 w 3114960"/>
              <a:gd name="connsiteY18162" fmla="*/ 4789932 h 5143785"/>
              <a:gd name="connsiteX18163" fmla="*/ 1916811 w 3114960"/>
              <a:gd name="connsiteY18163" fmla="*/ 38481 h 5143785"/>
              <a:gd name="connsiteX18164" fmla="*/ 1924622 w 3114960"/>
              <a:gd name="connsiteY18164" fmla="*/ 44101 h 5143785"/>
              <a:gd name="connsiteX18165" fmla="*/ 1927574 w 3114960"/>
              <a:gd name="connsiteY18165" fmla="*/ 44482 h 5143785"/>
              <a:gd name="connsiteX18166" fmla="*/ 1939766 w 3114960"/>
              <a:gd name="connsiteY18166" fmla="*/ 34862 h 5143785"/>
              <a:gd name="connsiteX18167" fmla="*/ 1939766 w 3114960"/>
              <a:gd name="connsiteY18167" fmla="*/ 34290 h 5143785"/>
              <a:gd name="connsiteX18168" fmla="*/ 1971866 w 3114960"/>
              <a:gd name="connsiteY18168" fmla="*/ 34290 h 5143785"/>
              <a:gd name="connsiteX18169" fmla="*/ 2008537 w 3114960"/>
              <a:gd name="connsiteY18169" fmla="*/ 95 h 5143785"/>
              <a:gd name="connsiteX18170" fmla="*/ 2001584 w 3114960"/>
              <a:gd name="connsiteY18170" fmla="*/ 95 h 5143785"/>
              <a:gd name="connsiteX18171" fmla="*/ 1969961 w 3114960"/>
              <a:gd name="connsiteY18171" fmla="*/ 29528 h 5143785"/>
              <a:gd name="connsiteX18172" fmla="*/ 1939766 w 3114960"/>
              <a:gd name="connsiteY18172" fmla="*/ 29528 h 5143785"/>
              <a:gd name="connsiteX18173" fmla="*/ 1930432 w 3114960"/>
              <a:gd name="connsiteY18173" fmla="*/ 19717 h 5143785"/>
              <a:gd name="connsiteX18174" fmla="*/ 1920907 w 3114960"/>
              <a:gd name="connsiteY18174" fmla="*/ 21241 h 5143785"/>
              <a:gd name="connsiteX18175" fmla="*/ 1915192 w 3114960"/>
              <a:gd name="connsiteY18175" fmla="*/ 29051 h 5143785"/>
              <a:gd name="connsiteX18176" fmla="*/ 1916716 w 3114960"/>
              <a:gd name="connsiteY18176" fmla="*/ 38576 h 5143785"/>
              <a:gd name="connsiteX18177" fmla="*/ 1919954 w 3114960"/>
              <a:gd name="connsiteY18177" fmla="*/ 30099 h 5143785"/>
              <a:gd name="connsiteX18178" fmla="*/ 1923478 w 3114960"/>
              <a:gd name="connsiteY18178" fmla="*/ 25241 h 5143785"/>
              <a:gd name="connsiteX18179" fmla="*/ 1929384 w 3114960"/>
              <a:gd name="connsiteY18179" fmla="*/ 24289 h 5143785"/>
              <a:gd name="connsiteX18180" fmla="*/ 1935099 w 3114960"/>
              <a:gd name="connsiteY18180" fmla="*/ 33719 h 5143785"/>
              <a:gd name="connsiteX18181" fmla="*/ 1925669 w 3114960"/>
              <a:gd name="connsiteY18181" fmla="*/ 39434 h 5143785"/>
              <a:gd name="connsiteX18182" fmla="*/ 1920812 w 3114960"/>
              <a:gd name="connsiteY18182" fmla="*/ 35909 h 5143785"/>
              <a:gd name="connsiteX18183" fmla="*/ 1919859 w 3114960"/>
              <a:gd name="connsiteY18183" fmla="*/ 30004 h 5143785"/>
              <a:gd name="connsiteX18184" fmla="*/ 1329595 w 3114960"/>
              <a:gd name="connsiteY18184" fmla="*/ 5044917 h 5143785"/>
              <a:gd name="connsiteX18185" fmla="*/ 1336643 w 3114960"/>
              <a:gd name="connsiteY18185" fmla="*/ 5037868 h 5143785"/>
              <a:gd name="connsiteX18186" fmla="*/ 1343692 w 3114960"/>
              <a:gd name="connsiteY18186" fmla="*/ 5044917 h 5143785"/>
              <a:gd name="connsiteX18187" fmla="*/ 1336643 w 3114960"/>
              <a:gd name="connsiteY18187" fmla="*/ 5051965 h 5143785"/>
              <a:gd name="connsiteX18188" fmla="*/ 1329595 w 3114960"/>
              <a:gd name="connsiteY18188" fmla="*/ 5044917 h 5143785"/>
              <a:gd name="connsiteX18189" fmla="*/ 621792 w 3114960"/>
              <a:gd name="connsiteY18189" fmla="*/ 4888516 h 5143785"/>
              <a:gd name="connsiteX18190" fmla="*/ 630936 w 3114960"/>
              <a:gd name="connsiteY18190" fmla="*/ 4882896 h 5143785"/>
              <a:gd name="connsiteX18191" fmla="*/ 627888 w 3114960"/>
              <a:gd name="connsiteY18191" fmla="*/ 4862894 h 5143785"/>
              <a:gd name="connsiteX18192" fmla="*/ 619411 w 3114960"/>
              <a:gd name="connsiteY18192" fmla="*/ 4860131 h 5143785"/>
              <a:gd name="connsiteX18193" fmla="*/ 607790 w 3114960"/>
              <a:gd name="connsiteY18193" fmla="*/ 4865942 h 5143785"/>
              <a:gd name="connsiteX18194" fmla="*/ 610838 w 3114960"/>
              <a:gd name="connsiteY18194" fmla="*/ 4885944 h 5143785"/>
              <a:gd name="connsiteX18195" fmla="*/ 616934 w 3114960"/>
              <a:gd name="connsiteY18195" fmla="*/ 4888421 h 5143785"/>
              <a:gd name="connsiteX18196" fmla="*/ 616934 w 3114960"/>
              <a:gd name="connsiteY18196" fmla="*/ 5143500 h 5143785"/>
              <a:gd name="connsiteX18197" fmla="*/ 621697 w 3114960"/>
              <a:gd name="connsiteY18197" fmla="*/ 5143500 h 5143785"/>
              <a:gd name="connsiteX18198" fmla="*/ 621697 w 3114960"/>
              <a:gd name="connsiteY18198" fmla="*/ 4888421 h 5143785"/>
              <a:gd name="connsiteX18199" fmla="*/ 619411 w 3114960"/>
              <a:gd name="connsiteY18199" fmla="*/ 4886134 h 5143785"/>
              <a:gd name="connsiteX18200" fmla="*/ 612553 w 3114960"/>
              <a:gd name="connsiteY18200" fmla="*/ 4883849 h 5143785"/>
              <a:gd name="connsiteX18201" fmla="*/ 610076 w 3114960"/>
              <a:gd name="connsiteY18201" fmla="*/ 4867466 h 5143785"/>
              <a:gd name="connsiteX18202" fmla="*/ 626459 w 3114960"/>
              <a:gd name="connsiteY18202" fmla="*/ 4864989 h 5143785"/>
              <a:gd name="connsiteX18203" fmla="*/ 631127 w 3114960"/>
              <a:gd name="connsiteY18203" fmla="*/ 4872609 h 5143785"/>
              <a:gd name="connsiteX18204" fmla="*/ 629031 w 3114960"/>
              <a:gd name="connsiteY18204" fmla="*/ 4881277 h 5143785"/>
              <a:gd name="connsiteX18205" fmla="*/ 621411 w 3114960"/>
              <a:gd name="connsiteY18205" fmla="*/ 4885944 h 5143785"/>
              <a:gd name="connsiteX18206" fmla="*/ 619601 w 3114960"/>
              <a:gd name="connsiteY18206" fmla="*/ 4886040 h 5143785"/>
              <a:gd name="connsiteX18207" fmla="*/ 1453039 w 3114960"/>
              <a:gd name="connsiteY18207" fmla="*/ 5143595 h 5143785"/>
              <a:gd name="connsiteX18208" fmla="*/ 1453039 w 3114960"/>
              <a:gd name="connsiteY18208" fmla="*/ 5071015 h 5143785"/>
              <a:gd name="connsiteX18209" fmla="*/ 1457135 w 3114960"/>
              <a:gd name="connsiteY18209" fmla="*/ 5071015 h 5143785"/>
              <a:gd name="connsiteX18210" fmla="*/ 1462183 w 3114960"/>
              <a:gd name="connsiteY18210" fmla="*/ 5065967 h 5143785"/>
              <a:gd name="connsiteX18211" fmla="*/ 1462183 w 3114960"/>
              <a:gd name="connsiteY18211" fmla="*/ 5053013 h 5143785"/>
              <a:gd name="connsiteX18212" fmla="*/ 1457135 w 3114960"/>
              <a:gd name="connsiteY18212" fmla="*/ 5047965 h 5143785"/>
              <a:gd name="connsiteX18213" fmla="*/ 1444181 w 3114960"/>
              <a:gd name="connsiteY18213" fmla="*/ 5047965 h 5143785"/>
              <a:gd name="connsiteX18214" fmla="*/ 1439132 w 3114960"/>
              <a:gd name="connsiteY18214" fmla="*/ 5053013 h 5143785"/>
              <a:gd name="connsiteX18215" fmla="*/ 1439132 w 3114960"/>
              <a:gd name="connsiteY18215" fmla="*/ 5065967 h 5143785"/>
              <a:gd name="connsiteX18216" fmla="*/ 1444181 w 3114960"/>
              <a:gd name="connsiteY18216" fmla="*/ 5071015 h 5143785"/>
              <a:gd name="connsiteX18217" fmla="*/ 1448276 w 3114960"/>
              <a:gd name="connsiteY18217" fmla="*/ 5071015 h 5143785"/>
              <a:gd name="connsiteX18218" fmla="*/ 1448276 w 3114960"/>
              <a:gd name="connsiteY18218" fmla="*/ 5143595 h 5143785"/>
              <a:gd name="connsiteX18219" fmla="*/ 1453039 w 3114960"/>
              <a:gd name="connsiteY18219" fmla="*/ 5143595 h 5143785"/>
              <a:gd name="connsiteX18220" fmla="*/ 1443895 w 3114960"/>
              <a:gd name="connsiteY18220" fmla="*/ 5065967 h 5143785"/>
              <a:gd name="connsiteX18221" fmla="*/ 1444181 w 3114960"/>
              <a:gd name="connsiteY18221" fmla="*/ 5052727 h 5143785"/>
              <a:gd name="connsiteX18222" fmla="*/ 1457420 w 3114960"/>
              <a:gd name="connsiteY18222" fmla="*/ 5053013 h 5143785"/>
              <a:gd name="connsiteX18223" fmla="*/ 1457420 w 3114960"/>
              <a:gd name="connsiteY18223" fmla="*/ 5065967 h 5143785"/>
              <a:gd name="connsiteX18224" fmla="*/ 1457135 w 3114960"/>
              <a:gd name="connsiteY18224" fmla="*/ 5066253 h 5143785"/>
              <a:gd name="connsiteX18225" fmla="*/ 1443895 w 3114960"/>
              <a:gd name="connsiteY18225" fmla="*/ 5065967 h 5143785"/>
              <a:gd name="connsiteX18226" fmla="*/ 1323213 w 3114960"/>
              <a:gd name="connsiteY18226" fmla="*/ 5143595 h 5143785"/>
              <a:gd name="connsiteX18227" fmla="*/ 1323213 w 3114960"/>
              <a:gd name="connsiteY18227" fmla="*/ 5097209 h 5143785"/>
              <a:gd name="connsiteX18228" fmla="*/ 1327309 w 3114960"/>
              <a:gd name="connsiteY18228" fmla="*/ 5097209 h 5143785"/>
              <a:gd name="connsiteX18229" fmla="*/ 1332357 w 3114960"/>
              <a:gd name="connsiteY18229" fmla="*/ 5092160 h 5143785"/>
              <a:gd name="connsiteX18230" fmla="*/ 1332357 w 3114960"/>
              <a:gd name="connsiteY18230" fmla="*/ 5079206 h 5143785"/>
              <a:gd name="connsiteX18231" fmla="*/ 1327309 w 3114960"/>
              <a:gd name="connsiteY18231" fmla="*/ 5074158 h 5143785"/>
              <a:gd name="connsiteX18232" fmla="*/ 1314355 w 3114960"/>
              <a:gd name="connsiteY18232" fmla="*/ 5074158 h 5143785"/>
              <a:gd name="connsiteX18233" fmla="*/ 1309307 w 3114960"/>
              <a:gd name="connsiteY18233" fmla="*/ 5079206 h 5143785"/>
              <a:gd name="connsiteX18234" fmla="*/ 1309307 w 3114960"/>
              <a:gd name="connsiteY18234" fmla="*/ 5092160 h 5143785"/>
              <a:gd name="connsiteX18235" fmla="*/ 1314355 w 3114960"/>
              <a:gd name="connsiteY18235" fmla="*/ 5097209 h 5143785"/>
              <a:gd name="connsiteX18236" fmla="*/ 1318451 w 3114960"/>
              <a:gd name="connsiteY18236" fmla="*/ 5097209 h 5143785"/>
              <a:gd name="connsiteX18237" fmla="*/ 1318451 w 3114960"/>
              <a:gd name="connsiteY18237" fmla="*/ 5143595 h 5143785"/>
              <a:gd name="connsiteX18238" fmla="*/ 1323213 w 3114960"/>
              <a:gd name="connsiteY18238" fmla="*/ 5143595 h 5143785"/>
              <a:gd name="connsiteX18239" fmla="*/ 1314164 w 3114960"/>
              <a:gd name="connsiteY18239" fmla="*/ 5092160 h 5143785"/>
              <a:gd name="connsiteX18240" fmla="*/ 1314450 w 3114960"/>
              <a:gd name="connsiteY18240" fmla="*/ 5078921 h 5143785"/>
              <a:gd name="connsiteX18241" fmla="*/ 1327690 w 3114960"/>
              <a:gd name="connsiteY18241" fmla="*/ 5079206 h 5143785"/>
              <a:gd name="connsiteX18242" fmla="*/ 1327690 w 3114960"/>
              <a:gd name="connsiteY18242" fmla="*/ 5092160 h 5143785"/>
              <a:gd name="connsiteX18243" fmla="*/ 1327404 w 3114960"/>
              <a:gd name="connsiteY18243" fmla="*/ 5092446 h 5143785"/>
              <a:gd name="connsiteX18244" fmla="*/ 1314164 w 3114960"/>
              <a:gd name="connsiteY18244" fmla="*/ 5092160 h 5143785"/>
              <a:gd name="connsiteX18245" fmla="*/ 626459 w 3114960"/>
              <a:gd name="connsiteY18245" fmla="*/ 4874419 h 5143785"/>
              <a:gd name="connsiteX18246" fmla="*/ 619411 w 3114960"/>
              <a:gd name="connsiteY18246" fmla="*/ 4881467 h 5143785"/>
              <a:gd name="connsiteX18247" fmla="*/ 612362 w 3114960"/>
              <a:gd name="connsiteY18247" fmla="*/ 4874419 h 5143785"/>
              <a:gd name="connsiteX18248" fmla="*/ 619411 w 3114960"/>
              <a:gd name="connsiteY18248" fmla="*/ 4867370 h 5143785"/>
              <a:gd name="connsiteX18249" fmla="*/ 626459 w 3114960"/>
              <a:gd name="connsiteY18249" fmla="*/ 4874419 h 5143785"/>
              <a:gd name="connsiteX18250" fmla="*/ 1404747 w 3114960"/>
              <a:gd name="connsiteY18250" fmla="*/ 5143595 h 5143785"/>
              <a:gd name="connsiteX18251" fmla="*/ 1404747 w 3114960"/>
              <a:gd name="connsiteY18251" fmla="*/ 5059204 h 5143785"/>
              <a:gd name="connsiteX18252" fmla="*/ 1384268 w 3114960"/>
              <a:gd name="connsiteY18252" fmla="*/ 5042249 h 5143785"/>
              <a:gd name="connsiteX18253" fmla="*/ 1384840 w 3114960"/>
              <a:gd name="connsiteY18253" fmla="*/ 5039297 h 5143785"/>
              <a:gd name="connsiteX18254" fmla="*/ 1376934 w 3114960"/>
              <a:gd name="connsiteY18254" fmla="*/ 5031391 h 5143785"/>
              <a:gd name="connsiteX18255" fmla="*/ 1369028 w 3114960"/>
              <a:gd name="connsiteY18255" fmla="*/ 5039297 h 5143785"/>
              <a:gd name="connsiteX18256" fmla="*/ 1376934 w 3114960"/>
              <a:gd name="connsiteY18256" fmla="*/ 5047203 h 5143785"/>
              <a:gd name="connsiteX18257" fmla="*/ 1381220 w 3114960"/>
              <a:gd name="connsiteY18257" fmla="*/ 5045774 h 5143785"/>
              <a:gd name="connsiteX18258" fmla="*/ 1400080 w 3114960"/>
              <a:gd name="connsiteY18258" fmla="*/ 5061299 h 5143785"/>
              <a:gd name="connsiteX18259" fmla="*/ 1400080 w 3114960"/>
              <a:gd name="connsiteY18259" fmla="*/ 5143500 h 5143785"/>
              <a:gd name="connsiteX18260" fmla="*/ 1404842 w 3114960"/>
              <a:gd name="connsiteY18260" fmla="*/ 5143500 h 5143785"/>
              <a:gd name="connsiteX18261" fmla="*/ 1376934 w 3114960"/>
              <a:gd name="connsiteY18261" fmla="*/ 5042535 h 5143785"/>
              <a:gd name="connsiteX18262" fmla="*/ 1373791 w 3114960"/>
              <a:gd name="connsiteY18262" fmla="*/ 5039392 h 5143785"/>
              <a:gd name="connsiteX18263" fmla="*/ 1376934 w 3114960"/>
              <a:gd name="connsiteY18263" fmla="*/ 5036249 h 5143785"/>
              <a:gd name="connsiteX18264" fmla="*/ 1380077 w 3114960"/>
              <a:gd name="connsiteY18264" fmla="*/ 5039392 h 5143785"/>
              <a:gd name="connsiteX18265" fmla="*/ 1376934 w 3114960"/>
              <a:gd name="connsiteY18265" fmla="*/ 5042535 h 5143785"/>
              <a:gd name="connsiteX18266" fmla="*/ 1338739 w 3114960"/>
              <a:gd name="connsiteY18266" fmla="*/ 5059109 h 5143785"/>
              <a:gd name="connsiteX18267" fmla="*/ 1348073 w 3114960"/>
              <a:gd name="connsiteY18267" fmla="*/ 5053394 h 5143785"/>
              <a:gd name="connsiteX18268" fmla="*/ 1345025 w 3114960"/>
              <a:gd name="connsiteY18268" fmla="*/ 5033391 h 5143785"/>
              <a:gd name="connsiteX18269" fmla="*/ 1336548 w 3114960"/>
              <a:gd name="connsiteY18269" fmla="*/ 5030629 h 5143785"/>
              <a:gd name="connsiteX18270" fmla="*/ 1325023 w 3114960"/>
              <a:gd name="connsiteY18270" fmla="*/ 5036439 h 5143785"/>
              <a:gd name="connsiteX18271" fmla="*/ 1328071 w 3114960"/>
              <a:gd name="connsiteY18271" fmla="*/ 5056442 h 5143785"/>
              <a:gd name="connsiteX18272" fmla="*/ 1338739 w 3114960"/>
              <a:gd name="connsiteY18272" fmla="*/ 5059013 h 5143785"/>
              <a:gd name="connsiteX18273" fmla="*/ 1327118 w 3114960"/>
              <a:gd name="connsiteY18273" fmla="*/ 5037963 h 5143785"/>
              <a:gd name="connsiteX18274" fmla="*/ 1343501 w 3114960"/>
              <a:gd name="connsiteY18274" fmla="*/ 5035487 h 5143785"/>
              <a:gd name="connsiteX18275" fmla="*/ 1348169 w 3114960"/>
              <a:gd name="connsiteY18275" fmla="*/ 5043107 h 5143785"/>
              <a:gd name="connsiteX18276" fmla="*/ 1346073 w 3114960"/>
              <a:gd name="connsiteY18276" fmla="*/ 5051774 h 5143785"/>
              <a:gd name="connsiteX18277" fmla="*/ 1338453 w 3114960"/>
              <a:gd name="connsiteY18277" fmla="*/ 5056442 h 5143785"/>
              <a:gd name="connsiteX18278" fmla="*/ 1336643 w 3114960"/>
              <a:gd name="connsiteY18278" fmla="*/ 5056537 h 5143785"/>
              <a:gd name="connsiteX18279" fmla="*/ 1329785 w 3114960"/>
              <a:gd name="connsiteY18279" fmla="*/ 5054251 h 5143785"/>
              <a:gd name="connsiteX18280" fmla="*/ 1327309 w 3114960"/>
              <a:gd name="connsiteY18280" fmla="*/ 5037868 h 5143785"/>
              <a:gd name="connsiteX18281" fmla="*/ 337376 w 3114960"/>
              <a:gd name="connsiteY18281" fmla="*/ 1537907 h 5143785"/>
              <a:gd name="connsiteX18282" fmla="*/ 334709 w 3114960"/>
              <a:gd name="connsiteY18282" fmla="*/ 1538573 h 5143785"/>
              <a:gd name="connsiteX18283" fmla="*/ 283750 w 3114960"/>
              <a:gd name="connsiteY18283" fmla="*/ 1597819 h 5143785"/>
              <a:gd name="connsiteX18284" fmla="*/ 283178 w 3114960"/>
              <a:gd name="connsiteY18284" fmla="*/ 1599343 h 5143785"/>
              <a:gd name="connsiteX18285" fmla="*/ 283178 w 3114960"/>
              <a:gd name="connsiteY18285" fmla="*/ 1627727 h 5143785"/>
              <a:gd name="connsiteX18286" fmla="*/ 279178 w 3114960"/>
              <a:gd name="connsiteY18286" fmla="*/ 1627727 h 5143785"/>
              <a:gd name="connsiteX18287" fmla="*/ 272320 w 3114960"/>
              <a:gd name="connsiteY18287" fmla="*/ 1634585 h 5143785"/>
              <a:gd name="connsiteX18288" fmla="*/ 272320 w 3114960"/>
              <a:gd name="connsiteY18288" fmla="*/ 1647253 h 5143785"/>
              <a:gd name="connsiteX18289" fmla="*/ 279178 w 3114960"/>
              <a:gd name="connsiteY18289" fmla="*/ 1654112 h 5143785"/>
              <a:gd name="connsiteX18290" fmla="*/ 291846 w 3114960"/>
              <a:gd name="connsiteY18290" fmla="*/ 1654112 h 5143785"/>
              <a:gd name="connsiteX18291" fmla="*/ 298704 w 3114960"/>
              <a:gd name="connsiteY18291" fmla="*/ 1647253 h 5143785"/>
              <a:gd name="connsiteX18292" fmla="*/ 298704 w 3114960"/>
              <a:gd name="connsiteY18292" fmla="*/ 1634585 h 5143785"/>
              <a:gd name="connsiteX18293" fmla="*/ 291846 w 3114960"/>
              <a:gd name="connsiteY18293" fmla="*/ 1627727 h 5143785"/>
              <a:gd name="connsiteX18294" fmla="*/ 287846 w 3114960"/>
              <a:gd name="connsiteY18294" fmla="*/ 1627727 h 5143785"/>
              <a:gd name="connsiteX18295" fmla="*/ 287846 w 3114960"/>
              <a:gd name="connsiteY18295" fmla="*/ 1600200 h 5143785"/>
              <a:gd name="connsiteX18296" fmla="*/ 334042 w 3114960"/>
              <a:gd name="connsiteY18296" fmla="*/ 1546574 h 5143785"/>
              <a:gd name="connsiteX18297" fmla="*/ 334042 w 3114960"/>
              <a:gd name="connsiteY18297" fmla="*/ 1600486 h 5143785"/>
              <a:gd name="connsiteX18298" fmla="*/ 330041 w 3114960"/>
              <a:gd name="connsiteY18298" fmla="*/ 1600486 h 5143785"/>
              <a:gd name="connsiteX18299" fmla="*/ 325564 w 3114960"/>
              <a:gd name="connsiteY18299" fmla="*/ 1604963 h 5143785"/>
              <a:gd name="connsiteX18300" fmla="*/ 325564 w 3114960"/>
              <a:gd name="connsiteY18300" fmla="*/ 1617631 h 5143785"/>
              <a:gd name="connsiteX18301" fmla="*/ 330041 w 3114960"/>
              <a:gd name="connsiteY18301" fmla="*/ 1622107 h 5143785"/>
              <a:gd name="connsiteX18302" fmla="*/ 342710 w 3114960"/>
              <a:gd name="connsiteY18302" fmla="*/ 1622107 h 5143785"/>
              <a:gd name="connsiteX18303" fmla="*/ 347186 w 3114960"/>
              <a:gd name="connsiteY18303" fmla="*/ 1617631 h 5143785"/>
              <a:gd name="connsiteX18304" fmla="*/ 347186 w 3114960"/>
              <a:gd name="connsiteY18304" fmla="*/ 1604963 h 5143785"/>
              <a:gd name="connsiteX18305" fmla="*/ 342710 w 3114960"/>
              <a:gd name="connsiteY18305" fmla="*/ 1600486 h 5143785"/>
              <a:gd name="connsiteX18306" fmla="*/ 338709 w 3114960"/>
              <a:gd name="connsiteY18306" fmla="*/ 1600486 h 5143785"/>
              <a:gd name="connsiteX18307" fmla="*/ 338709 w 3114960"/>
              <a:gd name="connsiteY18307" fmla="*/ 1540193 h 5143785"/>
              <a:gd name="connsiteX18308" fmla="*/ 337185 w 3114960"/>
              <a:gd name="connsiteY18308" fmla="*/ 1538002 h 5143785"/>
              <a:gd name="connsiteX18309" fmla="*/ 292037 w 3114960"/>
              <a:gd name="connsiteY18309" fmla="*/ 1632490 h 5143785"/>
              <a:gd name="connsiteX18310" fmla="*/ 294132 w 3114960"/>
              <a:gd name="connsiteY18310" fmla="*/ 1634585 h 5143785"/>
              <a:gd name="connsiteX18311" fmla="*/ 294132 w 3114960"/>
              <a:gd name="connsiteY18311" fmla="*/ 1647253 h 5143785"/>
              <a:gd name="connsiteX18312" fmla="*/ 292037 w 3114960"/>
              <a:gd name="connsiteY18312" fmla="*/ 1649349 h 5143785"/>
              <a:gd name="connsiteX18313" fmla="*/ 279368 w 3114960"/>
              <a:gd name="connsiteY18313" fmla="*/ 1649349 h 5143785"/>
              <a:gd name="connsiteX18314" fmla="*/ 277273 w 3114960"/>
              <a:gd name="connsiteY18314" fmla="*/ 1647253 h 5143785"/>
              <a:gd name="connsiteX18315" fmla="*/ 277273 w 3114960"/>
              <a:gd name="connsiteY18315" fmla="*/ 1634585 h 5143785"/>
              <a:gd name="connsiteX18316" fmla="*/ 279368 w 3114960"/>
              <a:gd name="connsiteY18316" fmla="*/ 1632490 h 5143785"/>
              <a:gd name="connsiteX18317" fmla="*/ 292037 w 3114960"/>
              <a:gd name="connsiteY18317" fmla="*/ 1632490 h 5143785"/>
              <a:gd name="connsiteX18318" fmla="*/ 523494 w 3114960"/>
              <a:gd name="connsiteY18318" fmla="*/ 1748695 h 5143785"/>
              <a:gd name="connsiteX18319" fmla="*/ 523494 w 3114960"/>
              <a:gd name="connsiteY18319" fmla="*/ 1694402 h 5143785"/>
              <a:gd name="connsiteX18320" fmla="*/ 531686 w 3114960"/>
              <a:gd name="connsiteY18320" fmla="*/ 1684306 h 5143785"/>
              <a:gd name="connsiteX18321" fmla="*/ 521113 w 3114960"/>
              <a:gd name="connsiteY18321" fmla="*/ 1673733 h 5143785"/>
              <a:gd name="connsiteX18322" fmla="*/ 510540 w 3114960"/>
              <a:gd name="connsiteY18322" fmla="*/ 1684306 h 5143785"/>
              <a:gd name="connsiteX18323" fmla="*/ 518732 w 3114960"/>
              <a:gd name="connsiteY18323" fmla="*/ 1694402 h 5143785"/>
              <a:gd name="connsiteX18324" fmla="*/ 518732 w 3114960"/>
              <a:gd name="connsiteY18324" fmla="*/ 1746885 h 5143785"/>
              <a:gd name="connsiteX18325" fmla="*/ 420719 w 3114960"/>
              <a:gd name="connsiteY18325" fmla="*/ 1850612 h 5143785"/>
              <a:gd name="connsiteX18326" fmla="*/ 420719 w 3114960"/>
              <a:gd name="connsiteY18326" fmla="*/ 1898714 h 5143785"/>
              <a:gd name="connsiteX18327" fmla="*/ 409670 w 3114960"/>
              <a:gd name="connsiteY18327" fmla="*/ 1911953 h 5143785"/>
              <a:gd name="connsiteX18328" fmla="*/ 423101 w 3114960"/>
              <a:gd name="connsiteY18328" fmla="*/ 1925384 h 5143785"/>
              <a:gd name="connsiteX18329" fmla="*/ 436531 w 3114960"/>
              <a:gd name="connsiteY18329" fmla="*/ 1911953 h 5143785"/>
              <a:gd name="connsiteX18330" fmla="*/ 425482 w 3114960"/>
              <a:gd name="connsiteY18330" fmla="*/ 1898714 h 5143785"/>
              <a:gd name="connsiteX18331" fmla="*/ 425482 w 3114960"/>
              <a:gd name="connsiteY18331" fmla="*/ 1852517 h 5143785"/>
              <a:gd name="connsiteX18332" fmla="*/ 523494 w 3114960"/>
              <a:gd name="connsiteY18332" fmla="*/ 1748790 h 5143785"/>
              <a:gd name="connsiteX18333" fmla="*/ 515303 w 3114960"/>
              <a:gd name="connsiteY18333" fmla="*/ 1684211 h 5143785"/>
              <a:gd name="connsiteX18334" fmla="*/ 521113 w 3114960"/>
              <a:gd name="connsiteY18334" fmla="*/ 1678400 h 5143785"/>
              <a:gd name="connsiteX18335" fmla="*/ 526923 w 3114960"/>
              <a:gd name="connsiteY18335" fmla="*/ 1684211 h 5143785"/>
              <a:gd name="connsiteX18336" fmla="*/ 521113 w 3114960"/>
              <a:gd name="connsiteY18336" fmla="*/ 1690021 h 5143785"/>
              <a:gd name="connsiteX18337" fmla="*/ 515303 w 3114960"/>
              <a:gd name="connsiteY18337" fmla="*/ 1684211 h 5143785"/>
              <a:gd name="connsiteX18338" fmla="*/ 431768 w 3114960"/>
              <a:gd name="connsiteY18338" fmla="*/ 1911763 h 5143785"/>
              <a:gd name="connsiteX18339" fmla="*/ 423101 w 3114960"/>
              <a:gd name="connsiteY18339" fmla="*/ 1920431 h 5143785"/>
              <a:gd name="connsiteX18340" fmla="*/ 414433 w 3114960"/>
              <a:gd name="connsiteY18340" fmla="*/ 1911763 h 5143785"/>
              <a:gd name="connsiteX18341" fmla="*/ 423101 w 3114960"/>
              <a:gd name="connsiteY18341" fmla="*/ 1903095 h 5143785"/>
              <a:gd name="connsiteX18342" fmla="*/ 431768 w 3114960"/>
              <a:gd name="connsiteY18342" fmla="*/ 1911763 h 5143785"/>
              <a:gd name="connsiteX18343" fmla="*/ 1212342 w 3114960"/>
              <a:gd name="connsiteY18343" fmla="*/ 5143595 h 5143785"/>
              <a:gd name="connsiteX18344" fmla="*/ 1212342 w 3114960"/>
              <a:gd name="connsiteY18344" fmla="*/ 5059394 h 5143785"/>
              <a:gd name="connsiteX18345" fmla="*/ 1191292 w 3114960"/>
              <a:gd name="connsiteY18345" fmla="*/ 5043869 h 5143785"/>
              <a:gd name="connsiteX18346" fmla="*/ 1192149 w 3114960"/>
              <a:gd name="connsiteY18346" fmla="*/ 5040440 h 5143785"/>
              <a:gd name="connsiteX18347" fmla="*/ 1184243 w 3114960"/>
              <a:gd name="connsiteY18347" fmla="*/ 5032534 h 5143785"/>
              <a:gd name="connsiteX18348" fmla="*/ 1176338 w 3114960"/>
              <a:gd name="connsiteY18348" fmla="*/ 5040440 h 5143785"/>
              <a:gd name="connsiteX18349" fmla="*/ 1184243 w 3114960"/>
              <a:gd name="connsiteY18349" fmla="*/ 5048345 h 5143785"/>
              <a:gd name="connsiteX18350" fmla="*/ 1187958 w 3114960"/>
              <a:gd name="connsiteY18350" fmla="*/ 5047298 h 5143785"/>
              <a:gd name="connsiteX18351" fmla="*/ 1207580 w 3114960"/>
              <a:gd name="connsiteY18351" fmla="*/ 5061775 h 5143785"/>
              <a:gd name="connsiteX18352" fmla="*/ 1207580 w 3114960"/>
              <a:gd name="connsiteY18352" fmla="*/ 5143595 h 5143785"/>
              <a:gd name="connsiteX18353" fmla="*/ 1212342 w 3114960"/>
              <a:gd name="connsiteY18353" fmla="*/ 5143595 h 5143785"/>
              <a:gd name="connsiteX18354" fmla="*/ 1184148 w 3114960"/>
              <a:gd name="connsiteY18354" fmla="*/ 5043583 h 5143785"/>
              <a:gd name="connsiteX18355" fmla="*/ 1181005 w 3114960"/>
              <a:gd name="connsiteY18355" fmla="*/ 5040440 h 5143785"/>
              <a:gd name="connsiteX18356" fmla="*/ 1184148 w 3114960"/>
              <a:gd name="connsiteY18356" fmla="*/ 5037297 h 5143785"/>
              <a:gd name="connsiteX18357" fmla="*/ 1187291 w 3114960"/>
              <a:gd name="connsiteY18357" fmla="*/ 5040440 h 5143785"/>
              <a:gd name="connsiteX18358" fmla="*/ 1184148 w 3114960"/>
              <a:gd name="connsiteY18358" fmla="*/ 5043583 h 5143785"/>
              <a:gd name="connsiteX18359" fmla="*/ 1172623 w 3114960"/>
              <a:gd name="connsiteY18359" fmla="*/ 5143595 h 5143785"/>
              <a:gd name="connsiteX18360" fmla="*/ 1172623 w 3114960"/>
              <a:gd name="connsiteY18360" fmla="*/ 5075968 h 5143785"/>
              <a:gd name="connsiteX18361" fmla="*/ 1161098 w 3114960"/>
              <a:gd name="connsiteY18361" fmla="*/ 5064443 h 5143785"/>
              <a:gd name="connsiteX18362" fmla="*/ 947738 w 3114960"/>
              <a:gd name="connsiteY18362" fmla="*/ 5064443 h 5143785"/>
              <a:gd name="connsiteX18363" fmla="*/ 928592 w 3114960"/>
              <a:gd name="connsiteY18363" fmla="*/ 5042249 h 5143785"/>
              <a:gd name="connsiteX18364" fmla="*/ 792956 w 3114960"/>
              <a:gd name="connsiteY18364" fmla="*/ 5042249 h 5143785"/>
              <a:gd name="connsiteX18365" fmla="*/ 792099 w 3114960"/>
              <a:gd name="connsiteY18365" fmla="*/ 5039107 h 5143785"/>
              <a:gd name="connsiteX18366" fmla="*/ 784289 w 3114960"/>
              <a:gd name="connsiteY18366" fmla="*/ 5031201 h 5143785"/>
              <a:gd name="connsiteX18367" fmla="*/ 773144 w 3114960"/>
              <a:gd name="connsiteY18367" fmla="*/ 5031201 h 5143785"/>
              <a:gd name="connsiteX18368" fmla="*/ 765239 w 3114960"/>
              <a:gd name="connsiteY18368" fmla="*/ 5039011 h 5143785"/>
              <a:gd name="connsiteX18369" fmla="*/ 765239 w 3114960"/>
              <a:gd name="connsiteY18369" fmla="*/ 5050155 h 5143785"/>
              <a:gd name="connsiteX18370" fmla="*/ 773049 w 3114960"/>
              <a:gd name="connsiteY18370" fmla="*/ 5058061 h 5143785"/>
              <a:gd name="connsiteX18371" fmla="*/ 778669 w 3114960"/>
              <a:gd name="connsiteY18371" fmla="*/ 5059204 h 5143785"/>
              <a:gd name="connsiteX18372" fmla="*/ 784193 w 3114960"/>
              <a:gd name="connsiteY18372" fmla="*/ 5058157 h 5143785"/>
              <a:gd name="connsiteX18373" fmla="*/ 792099 w 3114960"/>
              <a:gd name="connsiteY18373" fmla="*/ 5050346 h 5143785"/>
              <a:gd name="connsiteX18374" fmla="*/ 792956 w 3114960"/>
              <a:gd name="connsiteY18374" fmla="*/ 5047107 h 5143785"/>
              <a:gd name="connsiteX18375" fmla="*/ 926402 w 3114960"/>
              <a:gd name="connsiteY18375" fmla="*/ 5047107 h 5143785"/>
              <a:gd name="connsiteX18376" fmla="*/ 945547 w 3114960"/>
              <a:gd name="connsiteY18376" fmla="*/ 5069301 h 5143785"/>
              <a:gd name="connsiteX18377" fmla="*/ 1159097 w 3114960"/>
              <a:gd name="connsiteY18377" fmla="*/ 5069301 h 5143785"/>
              <a:gd name="connsiteX18378" fmla="*/ 1167765 w 3114960"/>
              <a:gd name="connsiteY18378" fmla="*/ 5077968 h 5143785"/>
              <a:gd name="connsiteX18379" fmla="*/ 1167765 w 3114960"/>
              <a:gd name="connsiteY18379" fmla="*/ 5143595 h 5143785"/>
              <a:gd name="connsiteX18380" fmla="*/ 1172528 w 3114960"/>
              <a:gd name="connsiteY18380" fmla="*/ 5143595 h 5143785"/>
              <a:gd name="connsiteX18381" fmla="*/ 787718 w 3114960"/>
              <a:gd name="connsiteY18381" fmla="*/ 5048441 h 5143785"/>
              <a:gd name="connsiteX18382" fmla="*/ 782384 w 3114960"/>
              <a:gd name="connsiteY18382" fmla="*/ 5053679 h 5143785"/>
              <a:gd name="connsiteX18383" fmla="*/ 774859 w 3114960"/>
              <a:gd name="connsiteY18383" fmla="*/ 5053679 h 5143785"/>
              <a:gd name="connsiteX18384" fmla="*/ 769620 w 3114960"/>
              <a:gd name="connsiteY18384" fmla="*/ 5048345 h 5143785"/>
              <a:gd name="connsiteX18385" fmla="*/ 769620 w 3114960"/>
              <a:gd name="connsiteY18385" fmla="*/ 5040821 h 5143785"/>
              <a:gd name="connsiteX18386" fmla="*/ 778669 w 3114960"/>
              <a:gd name="connsiteY18386" fmla="*/ 5034820 h 5143785"/>
              <a:gd name="connsiteX18387" fmla="*/ 782479 w 3114960"/>
              <a:gd name="connsiteY18387" fmla="*/ 5035582 h 5143785"/>
              <a:gd name="connsiteX18388" fmla="*/ 787718 w 3114960"/>
              <a:gd name="connsiteY18388" fmla="*/ 5040916 h 5143785"/>
              <a:gd name="connsiteX18389" fmla="*/ 787718 w 3114960"/>
              <a:gd name="connsiteY18389" fmla="*/ 5048441 h 5143785"/>
              <a:gd name="connsiteX18390" fmla="*/ 1280636 w 3114960"/>
              <a:gd name="connsiteY18390" fmla="*/ 5143595 h 5143785"/>
              <a:gd name="connsiteX18391" fmla="*/ 1286256 w 3114960"/>
              <a:gd name="connsiteY18391" fmla="*/ 5143595 h 5143785"/>
              <a:gd name="connsiteX18392" fmla="*/ 1286256 w 3114960"/>
              <a:gd name="connsiteY18392" fmla="*/ 5066633 h 5143785"/>
              <a:gd name="connsiteX18393" fmla="*/ 1291781 w 3114960"/>
              <a:gd name="connsiteY18393" fmla="*/ 5059204 h 5143785"/>
              <a:gd name="connsiteX18394" fmla="*/ 1283875 w 3114960"/>
              <a:gd name="connsiteY18394" fmla="*/ 5051298 h 5143785"/>
              <a:gd name="connsiteX18395" fmla="*/ 1275969 w 3114960"/>
              <a:gd name="connsiteY18395" fmla="*/ 5059204 h 5143785"/>
              <a:gd name="connsiteX18396" fmla="*/ 1281494 w 3114960"/>
              <a:gd name="connsiteY18396" fmla="*/ 5066633 h 5143785"/>
              <a:gd name="connsiteX18397" fmla="*/ 1281494 w 3114960"/>
              <a:gd name="connsiteY18397" fmla="*/ 5142738 h 5143785"/>
              <a:gd name="connsiteX18398" fmla="*/ 1280636 w 3114960"/>
              <a:gd name="connsiteY18398" fmla="*/ 5143595 h 5143785"/>
              <a:gd name="connsiteX18399" fmla="*/ 1280636 w 3114960"/>
              <a:gd name="connsiteY18399" fmla="*/ 5059204 h 5143785"/>
              <a:gd name="connsiteX18400" fmla="*/ 1283780 w 3114960"/>
              <a:gd name="connsiteY18400" fmla="*/ 5056061 h 5143785"/>
              <a:gd name="connsiteX18401" fmla="*/ 1286923 w 3114960"/>
              <a:gd name="connsiteY18401" fmla="*/ 5059204 h 5143785"/>
              <a:gd name="connsiteX18402" fmla="*/ 1283780 w 3114960"/>
              <a:gd name="connsiteY18402" fmla="*/ 5062347 h 5143785"/>
              <a:gd name="connsiteX18403" fmla="*/ 1280636 w 3114960"/>
              <a:gd name="connsiteY18403" fmla="*/ 5059204 h 5143785"/>
              <a:gd name="connsiteX18404" fmla="*/ 1245965 w 3114960"/>
              <a:gd name="connsiteY18404" fmla="*/ 5067015 h 5143785"/>
              <a:gd name="connsiteX18405" fmla="*/ 1250061 w 3114960"/>
              <a:gd name="connsiteY18405" fmla="*/ 5067015 h 5143785"/>
              <a:gd name="connsiteX18406" fmla="*/ 1255109 w 3114960"/>
              <a:gd name="connsiteY18406" fmla="*/ 5061966 h 5143785"/>
              <a:gd name="connsiteX18407" fmla="*/ 1255109 w 3114960"/>
              <a:gd name="connsiteY18407" fmla="*/ 5049108 h 5143785"/>
              <a:gd name="connsiteX18408" fmla="*/ 1250061 w 3114960"/>
              <a:gd name="connsiteY18408" fmla="*/ 5044059 h 5143785"/>
              <a:gd name="connsiteX18409" fmla="*/ 1237107 w 3114960"/>
              <a:gd name="connsiteY18409" fmla="*/ 5044059 h 5143785"/>
              <a:gd name="connsiteX18410" fmla="*/ 1232059 w 3114960"/>
              <a:gd name="connsiteY18410" fmla="*/ 5049108 h 5143785"/>
              <a:gd name="connsiteX18411" fmla="*/ 1232059 w 3114960"/>
              <a:gd name="connsiteY18411" fmla="*/ 5061966 h 5143785"/>
              <a:gd name="connsiteX18412" fmla="*/ 1237107 w 3114960"/>
              <a:gd name="connsiteY18412" fmla="*/ 5067015 h 5143785"/>
              <a:gd name="connsiteX18413" fmla="*/ 1241203 w 3114960"/>
              <a:gd name="connsiteY18413" fmla="*/ 5067015 h 5143785"/>
              <a:gd name="connsiteX18414" fmla="*/ 1241203 w 3114960"/>
              <a:gd name="connsiteY18414" fmla="*/ 5143595 h 5143785"/>
              <a:gd name="connsiteX18415" fmla="*/ 1246061 w 3114960"/>
              <a:gd name="connsiteY18415" fmla="*/ 5143595 h 5143785"/>
              <a:gd name="connsiteX18416" fmla="*/ 1246061 w 3114960"/>
              <a:gd name="connsiteY18416" fmla="*/ 5067015 h 5143785"/>
              <a:gd name="connsiteX18417" fmla="*/ 1237107 w 3114960"/>
              <a:gd name="connsiteY18417" fmla="*/ 5062252 h 5143785"/>
              <a:gd name="connsiteX18418" fmla="*/ 1236821 w 3114960"/>
              <a:gd name="connsiteY18418" fmla="*/ 5061966 h 5143785"/>
              <a:gd name="connsiteX18419" fmla="*/ 1237107 w 3114960"/>
              <a:gd name="connsiteY18419" fmla="*/ 5048726 h 5143785"/>
              <a:gd name="connsiteX18420" fmla="*/ 1250347 w 3114960"/>
              <a:gd name="connsiteY18420" fmla="*/ 5049012 h 5143785"/>
              <a:gd name="connsiteX18421" fmla="*/ 1250061 w 3114960"/>
              <a:gd name="connsiteY18421" fmla="*/ 5062252 h 5143785"/>
              <a:gd name="connsiteX18422" fmla="*/ 1237107 w 3114960"/>
              <a:gd name="connsiteY18422" fmla="*/ 5062252 h 5143785"/>
              <a:gd name="connsiteX18423" fmla="*/ 1972056 w 3114960"/>
              <a:gd name="connsiteY18423" fmla="*/ 4740688 h 5143785"/>
              <a:gd name="connsiteX18424" fmla="*/ 1957292 w 3114960"/>
              <a:gd name="connsiteY18424" fmla="*/ 4740688 h 5143785"/>
              <a:gd name="connsiteX18425" fmla="*/ 1952625 w 3114960"/>
              <a:gd name="connsiteY18425" fmla="*/ 4745355 h 5143785"/>
              <a:gd name="connsiteX18426" fmla="*/ 1952625 w 3114960"/>
              <a:gd name="connsiteY18426" fmla="*/ 4760119 h 5143785"/>
              <a:gd name="connsiteX18427" fmla="*/ 1957292 w 3114960"/>
              <a:gd name="connsiteY18427" fmla="*/ 4764786 h 5143785"/>
              <a:gd name="connsiteX18428" fmla="*/ 1972056 w 3114960"/>
              <a:gd name="connsiteY18428" fmla="*/ 4764786 h 5143785"/>
              <a:gd name="connsiteX18429" fmla="*/ 1976723 w 3114960"/>
              <a:gd name="connsiteY18429" fmla="*/ 4760119 h 5143785"/>
              <a:gd name="connsiteX18430" fmla="*/ 1976723 w 3114960"/>
              <a:gd name="connsiteY18430" fmla="*/ 4755071 h 5143785"/>
              <a:gd name="connsiteX18431" fmla="*/ 2038636 w 3114960"/>
              <a:gd name="connsiteY18431" fmla="*/ 4754785 h 5143785"/>
              <a:gd name="connsiteX18432" fmla="*/ 2039493 w 3114960"/>
              <a:gd name="connsiteY18432" fmla="*/ 4754785 h 5143785"/>
              <a:gd name="connsiteX18433" fmla="*/ 2165509 w 3114960"/>
              <a:gd name="connsiteY18433" fmla="*/ 4654487 h 5143785"/>
              <a:gd name="connsiteX18434" fmla="*/ 2168843 w 3114960"/>
              <a:gd name="connsiteY18434" fmla="*/ 4657059 h 5143785"/>
              <a:gd name="connsiteX18435" fmla="*/ 2174462 w 3114960"/>
              <a:gd name="connsiteY18435" fmla="*/ 4658392 h 5143785"/>
              <a:gd name="connsiteX18436" fmla="*/ 2185797 w 3114960"/>
              <a:gd name="connsiteY18436" fmla="*/ 4651439 h 5143785"/>
              <a:gd name="connsiteX18437" fmla="*/ 2180177 w 3114960"/>
              <a:gd name="connsiteY18437" fmla="*/ 4634484 h 5143785"/>
              <a:gd name="connsiteX18438" fmla="*/ 2163223 w 3114960"/>
              <a:gd name="connsiteY18438" fmla="*/ 4640104 h 5143785"/>
              <a:gd name="connsiteX18439" fmla="*/ 2162937 w 3114960"/>
              <a:gd name="connsiteY18439" fmla="*/ 4650391 h 5143785"/>
              <a:gd name="connsiteX18440" fmla="*/ 2037874 w 3114960"/>
              <a:gd name="connsiteY18440" fmla="*/ 4749927 h 5143785"/>
              <a:gd name="connsiteX18441" fmla="*/ 1976819 w 3114960"/>
              <a:gd name="connsiteY18441" fmla="*/ 4750213 h 5143785"/>
              <a:gd name="connsiteX18442" fmla="*/ 1976819 w 3114960"/>
              <a:gd name="connsiteY18442" fmla="*/ 4745260 h 5143785"/>
              <a:gd name="connsiteX18443" fmla="*/ 1972151 w 3114960"/>
              <a:gd name="connsiteY18443" fmla="*/ 4740593 h 5143785"/>
              <a:gd name="connsiteX18444" fmla="*/ 2167414 w 3114960"/>
              <a:gd name="connsiteY18444" fmla="*/ 4642295 h 5143785"/>
              <a:gd name="connsiteX18445" fmla="*/ 2174462 w 3114960"/>
              <a:gd name="connsiteY18445" fmla="*/ 4637913 h 5143785"/>
              <a:gd name="connsiteX18446" fmla="*/ 2177987 w 3114960"/>
              <a:gd name="connsiteY18446" fmla="*/ 4638770 h 5143785"/>
              <a:gd name="connsiteX18447" fmla="*/ 2181892 w 3114960"/>
              <a:gd name="connsiteY18447" fmla="*/ 4643343 h 5143785"/>
              <a:gd name="connsiteX18448" fmla="*/ 2181511 w 3114960"/>
              <a:gd name="connsiteY18448" fmla="*/ 4649343 h 5143785"/>
              <a:gd name="connsiteX18449" fmla="*/ 2176939 w 3114960"/>
              <a:gd name="connsiteY18449" fmla="*/ 4653248 h 5143785"/>
              <a:gd name="connsiteX18450" fmla="*/ 2170938 w 3114960"/>
              <a:gd name="connsiteY18450" fmla="*/ 4652868 h 5143785"/>
              <a:gd name="connsiteX18451" fmla="*/ 2167033 w 3114960"/>
              <a:gd name="connsiteY18451" fmla="*/ 4648295 h 5143785"/>
              <a:gd name="connsiteX18452" fmla="*/ 2167414 w 3114960"/>
              <a:gd name="connsiteY18452" fmla="*/ 4642295 h 5143785"/>
              <a:gd name="connsiteX18453" fmla="*/ 714851 w 3114960"/>
              <a:gd name="connsiteY18453" fmla="*/ 5126641 h 5143785"/>
              <a:gd name="connsiteX18454" fmla="*/ 714851 w 3114960"/>
              <a:gd name="connsiteY18454" fmla="*/ 5143595 h 5143785"/>
              <a:gd name="connsiteX18455" fmla="*/ 710089 w 3114960"/>
              <a:gd name="connsiteY18455" fmla="*/ 5143595 h 5143785"/>
              <a:gd name="connsiteX18456" fmla="*/ 710089 w 3114960"/>
              <a:gd name="connsiteY18456" fmla="*/ 5126641 h 5143785"/>
              <a:gd name="connsiteX18457" fmla="*/ 714851 w 3114960"/>
              <a:gd name="connsiteY18457" fmla="*/ 5126641 h 5143785"/>
              <a:gd name="connsiteX18458" fmla="*/ 710089 w 3114960"/>
              <a:gd name="connsiteY18458" fmla="*/ 4990148 h 5143785"/>
              <a:gd name="connsiteX18459" fmla="*/ 714851 w 3114960"/>
              <a:gd name="connsiteY18459" fmla="*/ 4990148 h 5143785"/>
              <a:gd name="connsiteX18460" fmla="*/ 714851 w 3114960"/>
              <a:gd name="connsiteY18460" fmla="*/ 5007197 h 5143785"/>
              <a:gd name="connsiteX18461" fmla="*/ 710089 w 3114960"/>
              <a:gd name="connsiteY18461" fmla="*/ 5007197 h 5143785"/>
              <a:gd name="connsiteX18462" fmla="*/ 710089 w 3114960"/>
              <a:gd name="connsiteY18462" fmla="*/ 4990148 h 5143785"/>
              <a:gd name="connsiteX18463" fmla="*/ 596837 w 3114960"/>
              <a:gd name="connsiteY18463" fmla="*/ 4837462 h 5143785"/>
              <a:gd name="connsiteX18464" fmla="*/ 588359 w 3114960"/>
              <a:gd name="connsiteY18464" fmla="*/ 4834700 h 5143785"/>
              <a:gd name="connsiteX18465" fmla="*/ 576739 w 3114960"/>
              <a:gd name="connsiteY18465" fmla="*/ 4840510 h 5143785"/>
              <a:gd name="connsiteX18466" fmla="*/ 579787 w 3114960"/>
              <a:gd name="connsiteY18466" fmla="*/ 4860512 h 5143785"/>
              <a:gd name="connsiteX18467" fmla="*/ 585883 w 3114960"/>
              <a:gd name="connsiteY18467" fmla="*/ 4862989 h 5143785"/>
              <a:gd name="connsiteX18468" fmla="*/ 585883 w 3114960"/>
              <a:gd name="connsiteY18468" fmla="*/ 4872228 h 5143785"/>
              <a:gd name="connsiteX18469" fmla="*/ 590645 w 3114960"/>
              <a:gd name="connsiteY18469" fmla="*/ 4872228 h 5143785"/>
              <a:gd name="connsiteX18470" fmla="*/ 590645 w 3114960"/>
              <a:gd name="connsiteY18470" fmla="*/ 4862989 h 5143785"/>
              <a:gd name="connsiteX18471" fmla="*/ 599789 w 3114960"/>
              <a:gd name="connsiteY18471" fmla="*/ 4857369 h 5143785"/>
              <a:gd name="connsiteX18472" fmla="*/ 596741 w 3114960"/>
              <a:gd name="connsiteY18472" fmla="*/ 4837367 h 5143785"/>
              <a:gd name="connsiteX18473" fmla="*/ 590169 w 3114960"/>
              <a:gd name="connsiteY18473" fmla="*/ 4860512 h 5143785"/>
              <a:gd name="connsiteX18474" fmla="*/ 588359 w 3114960"/>
              <a:gd name="connsiteY18474" fmla="*/ 4860608 h 5143785"/>
              <a:gd name="connsiteX18475" fmla="*/ 581501 w 3114960"/>
              <a:gd name="connsiteY18475" fmla="*/ 4858322 h 5143785"/>
              <a:gd name="connsiteX18476" fmla="*/ 579025 w 3114960"/>
              <a:gd name="connsiteY18476" fmla="*/ 4841939 h 5143785"/>
              <a:gd name="connsiteX18477" fmla="*/ 595408 w 3114960"/>
              <a:gd name="connsiteY18477" fmla="*/ 4839462 h 5143785"/>
              <a:gd name="connsiteX18478" fmla="*/ 600075 w 3114960"/>
              <a:gd name="connsiteY18478" fmla="*/ 4847082 h 5143785"/>
              <a:gd name="connsiteX18479" fmla="*/ 597980 w 3114960"/>
              <a:gd name="connsiteY18479" fmla="*/ 4855750 h 5143785"/>
              <a:gd name="connsiteX18480" fmla="*/ 590360 w 3114960"/>
              <a:gd name="connsiteY18480" fmla="*/ 4860417 h 5143785"/>
              <a:gd name="connsiteX18481" fmla="*/ 714851 w 3114960"/>
              <a:gd name="connsiteY18481" fmla="*/ 5041392 h 5143785"/>
              <a:gd name="connsiteX18482" fmla="*/ 710089 w 3114960"/>
              <a:gd name="connsiteY18482" fmla="*/ 5041392 h 5143785"/>
              <a:gd name="connsiteX18483" fmla="*/ 710089 w 3114960"/>
              <a:gd name="connsiteY18483" fmla="*/ 5024342 h 5143785"/>
              <a:gd name="connsiteX18484" fmla="*/ 714851 w 3114960"/>
              <a:gd name="connsiteY18484" fmla="*/ 5024342 h 5143785"/>
              <a:gd name="connsiteX18485" fmla="*/ 714851 w 3114960"/>
              <a:gd name="connsiteY18485" fmla="*/ 5041392 h 5143785"/>
              <a:gd name="connsiteX18486" fmla="*/ 590741 w 3114960"/>
              <a:gd name="connsiteY18486" fmla="*/ 5129117 h 5143785"/>
              <a:gd name="connsiteX18487" fmla="*/ 585978 w 3114960"/>
              <a:gd name="connsiteY18487" fmla="*/ 5129117 h 5143785"/>
              <a:gd name="connsiteX18488" fmla="*/ 585978 w 3114960"/>
              <a:gd name="connsiteY18488" fmla="*/ 5107686 h 5143785"/>
              <a:gd name="connsiteX18489" fmla="*/ 590741 w 3114960"/>
              <a:gd name="connsiteY18489" fmla="*/ 5107686 h 5143785"/>
              <a:gd name="connsiteX18490" fmla="*/ 590741 w 3114960"/>
              <a:gd name="connsiteY18490" fmla="*/ 5129117 h 5143785"/>
              <a:gd name="connsiteX18491" fmla="*/ 710089 w 3114960"/>
              <a:gd name="connsiteY18491" fmla="*/ 4956048 h 5143785"/>
              <a:gd name="connsiteX18492" fmla="*/ 714851 w 3114960"/>
              <a:gd name="connsiteY18492" fmla="*/ 4956048 h 5143785"/>
              <a:gd name="connsiteX18493" fmla="*/ 714851 w 3114960"/>
              <a:gd name="connsiteY18493" fmla="*/ 4973098 h 5143785"/>
              <a:gd name="connsiteX18494" fmla="*/ 710089 w 3114960"/>
              <a:gd name="connsiteY18494" fmla="*/ 4973098 h 5143785"/>
              <a:gd name="connsiteX18495" fmla="*/ 710089 w 3114960"/>
              <a:gd name="connsiteY18495" fmla="*/ 4956048 h 5143785"/>
              <a:gd name="connsiteX18496" fmla="*/ 714851 w 3114960"/>
              <a:gd name="connsiteY18496" fmla="*/ 5109591 h 5143785"/>
              <a:gd name="connsiteX18497" fmla="*/ 710089 w 3114960"/>
              <a:gd name="connsiteY18497" fmla="*/ 5109591 h 5143785"/>
              <a:gd name="connsiteX18498" fmla="*/ 710089 w 3114960"/>
              <a:gd name="connsiteY18498" fmla="*/ 5092542 h 5143785"/>
              <a:gd name="connsiteX18499" fmla="*/ 714851 w 3114960"/>
              <a:gd name="connsiteY18499" fmla="*/ 5092542 h 5143785"/>
              <a:gd name="connsiteX18500" fmla="*/ 714851 w 3114960"/>
              <a:gd name="connsiteY18500" fmla="*/ 5109591 h 5143785"/>
              <a:gd name="connsiteX18501" fmla="*/ 714851 w 3114960"/>
              <a:gd name="connsiteY18501" fmla="*/ 5075492 h 5143785"/>
              <a:gd name="connsiteX18502" fmla="*/ 710089 w 3114960"/>
              <a:gd name="connsiteY18502" fmla="*/ 5075492 h 5143785"/>
              <a:gd name="connsiteX18503" fmla="*/ 710089 w 3114960"/>
              <a:gd name="connsiteY18503" fmla="*/ 5058442 h 5143785"/>
              <a:gd name="connsiteX18504" fmla="*/ 714851 w 3114960"/>
              <a:gd name="connsiteY18504" fmla="*/ 5058442 h 5143785"/>
              <a:gd name="connsiteX18505" fmla="*/ 714851 w 3114960"/>
              <a:gd name="connsiteY18505" fmla="*/ 5075492 h 5143785"/>
              <a:gd name="connsiteX18506" fmla="*/ 1537049 w 3114960"/>
              <a:gd name="connsiteY18506" fmla="*/ 5143595 h 5143785"/>
              <a:gd name="connsiteX18507" fmla="*/ 1537049 w 3114960"/>
              <a:gd name="connsiteY18507" fmla="*/ 5072825 h 5143785"/>
              <a:gd name="connsiteX18508" fmla="*/ 1516856 w 3114960"/>
              <a:gd name="connsiteY18508" fmla="*/ 5056061 h 5143785"/>
              <a:gd name="connsiteX18509" fmla="*/ 1517428 w 3114960"/>
              <a:gd name="connsiteY18509" fmla="*/ 5053299 h 5143785"/>
              <a:gd name="connsiteX18510" fmla="*/ 1509522 w 3114960"/>
              <a:gd name="connsiteY18510" fmla="*/ 5045393 h 5143785"/>
              <a:gd name="connsiteX18511" fmla="*/ 1501616 w 3114960"/>
              <a:gd name="connsiteY18511" fmla="*/ 5053299 h 5143785"/>
              <a:gd name="connsiteX18512" fmla="*/ 1509522 w 3114960"/>
              <a:gd name="connsiteY18512" fmla="*/ 5061204 h 5143785"/>
              <a:gd name="connsiteX18513" fmla="*/ 1513808 w 3114960"/>
              <a:gd name="connsiteY18513" fmla="*/ 5059776 h 5143785"/>
              <a:gd name="connsiteX18514" fmla="*/ 1532287 w 3114960"/>
              <a:gd name="connsiteY18514" fmla="*/ 5075111 h 5143785"/>
              <a:gd name="connsiteX18515" fmla="*/ 1532287 w 3114960"/>
              <a:gd name="connsiteY18515" fmla="*/ 5143595 h 5143785"/>
              <a:gd name="connsiteX18516" fmla="*/ 1537049 w 3114960"/>
              <a:gd name="connsiteY18516" fmla="*/ 5143595 h 5143785"/>
              <a:gd name="connsiteX18517" fmla="*/ 1509522 w 3114960"/>
              <a:gd name="connsiteY18517" fmla="*/ 5056442 h 5143785"/>
              <a:gd name="connsiteX18518" fmla="*/ 1506379 w 3114960"/>
              <a:gd name="connsiteY18518" fmla="*/ 5053299 h 5143785"/>
              <a:gd name="connsiteX18519" fmla="*/ 1509522 w 3114960"/>
              <a:gd name="connsiteY18519" fmla="*/ 5050155 h 5143785"/>
              <a:gd name="connsiteX18520" fmla="*/ 1512665 w 3114960"/>
              <a:gd name="connsiteY18520" fmla="*/ 5053299 h 5143785"/>
              <a:gd name="connsiteX18521" fmla="*/ 1509522 w 3114960"/>
              <a:gd name="connsiteY18521" fmla="*/ 5056442 h 5143785"/>
              <a:gd name="connsiteX18522" fmla="*/ 557784 w 3114960"/>
              <a:gd name="connsiteY18522" fmla="*/ 1760601 h 5143785"/>
              <a:gd name="connsiteX18523" fmla="*/ 567976 w 3114960"/>
              <a:gd name="connsiteY18523" fmla="*/ 1748600 h 5143785"/>
              <a:gd name="connsiteX18524" fmla="*/ 555593 w 3114960"/>
              <a:gd name="connsiteY18524" fmla="*/ 1736217 h 5143785"/>
              <a:gd name="connsiteX18525" fmla="*/ 543211 w 3114960"/>
              <a:gd name="connsiteY18525" fmla="*/ 1748600 h 5143785"/>
              <a:gd name="connsiteX18526" fmla="*/ 553117 w 3114960"/>
              <a:gd name="connsiteY18526" fmla="*/ 1760506 h 5143785"/>
              <a:gd name="connsiteX18527" fmla="*/ 553117 w 3114960"/>
              <a:gd name="connsiteY18527" fmla="*/ 1781080 h 5143785"/>
              <a:gd name="connsiteX18528" fmla="*/ 470821 w 3114960"/>
              <a:gd name="connsiteY18528" fmla="*/ 1867948 h 5143785"/>
              <a:gd name="connsiteX18529" fmla="*/ 467773 w 3114960"/>
              <a:gd name="connsiteY18529" fmla="*/ 1867186 h 5143785"/>
              <a:gd name="connsiteX18530" fmla="*/ 455105 w 3114960"/>
              <a:gd name="connsiteY18530" fmla="*/ 1867186 h 5143785"/>
              <a:gd name="connsiteX18531" fmla="*/ 448247 w 3114960"/>
              <a:gd name="connsiteY18531" fmla="*/ 1874044 h 5143785"/>
              <a:gd name="connsiteX18532" fmla="*/ 448247 w 3114960"/>
              <a:gd name="connsiteY18532" fmla="*/ 1886712 h 5143785"/>
              <a:gd name="connsiteX18533" fmla="*/ 455105 w 3114960"/>
              <a:gd name="connsiteY18533" fmla="*/ 1893570 h 5143785"/>
              <a:gd name="connsiteX18534" fmla="*/ 467773 w 3114960"/>
              <a:gd name="connsiteY18534" fmla="*/ 1893570 h 5143785"/>
              <a:gd name="connsiteX18535" fmla="*/ 474631 w 3114960"/>
              <a:gd name="connsiteY18535" fmla="*/ 1886712 h 5143785"/>
              <a:gd name="connsiteX18536" fmla="*/ 474631 w 3114960"/>
              <a:gd name="connsiteY18536" fmla="*/ 1874044 h 5143785"/>
              <a:gd name="connsiteX18537" fmla="*/ 474155 w 3114960"/>
              <a:gd name="connsiteY18537" fmla="*/ 1871472 h 5143785"/>
              <a:gd name="connsiteX18538" fmla="*/ 557879 w 3114960"/>
              <a:gd name="connsiteY18538" fmla="*/ 1782985 h 5143785"/>
              <a:gd name="connsiteX18539" fmla="*/ 557879 w 3114960"/>
              <a:gd name="connsiteY18539" fmla="*/ 1760601 h 5143785"/>
              <a:gd name="connsiteX18540" fmla="*/ 469773 w 3114960"/>
              <a:gd name="connsiteY18540" fmla="*/ 1886617 h 5143785"/>
              <a:gd name="connsiteX18541" fmla="*/ 467678 w 3114960"/>
              <a:gd name="connsiteY18541" fmla="*/ 1888712 h 5143785"/>
              <a:gd name="connsiteX18542" fmla="*/ 455009 w 3114960"/>
              <a:gd name="connsiteY18542" fmla="*/ 1888712 h 5143785"/>
              <a:gd name="connsiteX18543" fmla="*/ 452914 w 3114960"/>
              <a:gd name="connsiteY18543" fmla="*/ 1886617 h 5143785"/>
              <a:gd name="connsiteX18544" fmla="*/ 452914 w 3114960"/>
              <a:gd name="connsiteY18544" fmla="*/ 1873949 h 5143785"/>
              <a:gd name="connsiteX18545" fmla="*/ 455009 w 3114960"/>
              <a:gd name="connsiteY18545" fmla="*/ 1871853 h 5143785"/>
              <a:gd name="connsiteX18546" fmla="*/ 467678 w 3114960"/>
              <a:gd name="connsiteY18546" fmla="*/ 1871853 h 5143785"/>
              <a:gd name="connsiteX18547" fmla="*/ 469773 w 3114960"/>
              <a:gd name="connsiteY18547" fmla="*/ 1873949 h 5143785"/>
              <a:gd name="connsiteX18548" fmla="*/ 469773 w 3114960"/>
              <a:gd name="connsiteY18548" fmla="*/ 1886617 h 5143785"/>
              <a:gd name="connsiteX18549" fmla="*/ 547878 w 3114960"/>
              <a:gd name="connsiteY18549" fmla="*/ 1748600 h 5143785"/>
              <a:gd name="connsiteX18550" fmla="*/ 555498 w 3114960"/>
              <a:gd name="connsiteY18550" fmla="*/ 1740980 h 5143785"/>
              <a:gd name="connsiteX18551" fmla="*/ 563118 w 3114960"/>
              <a:gd name="connsiteY18551" fmla="*/ 1748600 h 5143785"/>
              <a:gd name="connsiteX18552" fmla="*/ 555498 w 3114960"/>
              <a:gd name="connsiteY18552" fmla="*/ 1756220 h 5143785"/>
              <a:gd name="connsiteX18553" fmla="*/ 547878 w 3114960"/>
              <a:gd name="connsiteY18553" fmla="*/ 1748600 h 5143785"/>
              <a:gd name="connsiteX18554" fmla="*/ 1499330 w 3114960"/>
              <a:gd name="connsiteY18554" fmla="*/ 5143595 h 5143785"/>
              <a:gd name="connsiteX18555" fmla="*/ 1499330 w 3114960"/>
              <a:gd name="connsiteY18555" fmla="*/ 5096733 h 5143785"/>
              <a:gd name="connsiteX18556" fmla="*/ 1504855 w 3114960"/>
              <a:gd name="connsiteY18556" fmla="*/ 5089303 h 5143785"/>
              <a:gd name="connsiteX18557" fmla="*/ 1496949 w 3114960"/>
              <a:gd name="connsiteY18557" fmla="*/ 5081397 h 5143785"/>
              <a:gd name="connsiteX18558" fmla="*/ 1489043 w 3114960"/>
              <a:gd name="connsiteY18558" fmla="*/ 5089303 h 5143785"/>
              <a:gd name="connsiteX18559" fmla="*/ 1494568 w 3114960"/>
              <a:gd name="connsiteY18559" fmla="*/ 5096733 h 5143785"/>
              <a:gd name="connsiteX18560" fmla="*/ 1494568 w 3114960"/>
              <a:gd name="connsiteY18560" fmla="*/ 5143595 h 5143785"/>
              <a:gd name="connsiteX18561" fmla="*/ 1499330 w 3114960"/>
              <a:gd name="connsiteY18561" fmla="*/ 5143595 h 5143785"/>
              <a:gd name="connsiteX18562" fmla="*/ 1493806 w 3114960"/>
              <a:gd name="connsiteY18562" fmla="*/ 5089303 h 5143785"/>
              <a:gd name="connsiteX18563" fmla="*/ 1496949 w 3114960"/>
              <a:gd name="connsiteY18563" fmla="*/ 5086159 h 5143785"/>
              <a:gd name="connsiteX18564" fmla="*/ 1500092 w 3114960"/>
              <a:gd name="connsiteY18564" fmla="*/ 5089303 h 5143785"/>
              <a:gd name="connsiteX18565" fmla="*/ 1496949 w 3114960"/>
              <a:gd name="connsiteY18565" fmla="*/ 5092446 h 5143785"/>
              <a:gd name="connsiteX18566" fmla="*/ 1493806 w 3114960"/>
              <a:gd name="connsiteY18566" fmla="*/ 5089303 h 5143785"/>
              <a:gd name="connsiteX18567" fmla="*/ 595408 w 3114960"/>
              <a:gd name="connsiteY18567" fmla="*/ 4848987 h 5143785"/>
              <a:gd name="connsiteX18568" fmla="*/ 588359 w 3114960"/>
              <a:gd name="connsiteY18568" fmla="*/ 4856036 h 5143785"/>
              <a:gd name="connsiteX18569" fmla="*/ 581311 w 3114960"/>
              <a:gd name="connsiteY18569" fmla="*/ 4848987 h 5143785"/>
              <a:gd name="connsiteX18570" fmla="*/ 588359 w 3114960"/>
              <a:gd name="connsiteY18570" fmla="*/ 4841939 h 5143785"/>
              <a:gd name="connsiteX18571" fmla="*/ 595408 w 3114960"/>
              <a:gd name="connsiteY18571" fmla="*/ 4848987 h 5143785"/>
              <a:gd name="connsiteX18572" fmla="*/ 1557147 w 3114960"/>
              <a:gd name="connsiteY18572" fmla="*/ 5081397 h 5143785"/>
              <a:gd name="connsiteX18573" fmla="*/ 1575149 w 3114960"/>
              <a:gd name="connsiteY18573" fmla="*/ 5060823 h 5143785"/>
              <a:gd name="connsiteX18574" fmla="*/ 1577054 w 3114960"/>
              <a:gd name="connsiteY18574" fmla="*/ 5061204 h 5143785"/>
              <a:gd name="connsiteX18575" fmla="*/ 1584960 w 3114960"/>
              <a:gd name="connsiteY18575" fmla="*/ 5053299 h 5143785"/>
              <a:gd name="connsiteX18576" fmla="*/ 1577054 w 3114960"/>
              <a:gd name="connsiteY18576" fmla="*/ 5045393 h 5143785"/>
              <a:gd name="connsiteX18577" fmla="*/ 1569149 w 3114960"/>
              <a:gd name="connsiteY18577" fmla="*/ 5053299 h 5143785"/>
              <a:gd name="connsiteX18578" fmla="*/ 1571053 w 3114960"/>
              <a:gd name="connsiteY18578" fmla="*/ 5058251 h 5143785"/>
              <a:gd name="connsiteX18579" fmla="*/ 1552385 w 3114960"/>
              <a:gd name="connsiteY18579" fmla="*/ 5079588 h 5143785"/>
              <a:gd name="connsiteX18580" fmla="*/ 1552385 w 3114960"/>
              <a:gd name="connsiteY18580" fmla="*/ 5143595 h 5143785"/>
              <a:gd name="connsiteX18581" fmla="*/ 1557242 w 3114960"/>
              <a:gd name="connsiteY18581" fmla="*/ 5143595 h 5143785"/>
              <a:gd name="connsiteX18582" fmla="*/ 1557242 w 3114960"/>
              <a:gd name="connsiteY18582" fmla="*/ 5081397 h 5143785"/>
              <a:gd name="connsiteX18583" fmla="*/ 1577054 w 3114960"/>
              <a:gd name="connsiteY18583" fmla="*/ 5050155 h 5143785"/>
              <a:gd name="connsiteX18584" fmla="*/ 1580198 w 3114960"/>
              <a:gd name="connsiteY18584" fmla="*/ 5053299 h 5143785"/>
              <a:gd name="connsiteX18585" fmla="*/ 1577054 w 3114960"/>
              <a:gd name="connsiteY18585" fmla="*/ 5056442 h 5143785"/>
              <a:gd name="connsiteX18586" fmla="*/ 1573911 w 3114960"/>
              <a:gd name="connsiteY18586" fmla="*/ 5053299 h 5143785"/>
              <a:gd name="connsiteX18587" fmla="*/ 1577054 w 3114960"/>
              <a:gd name="connsiteY18587" fmla="*/ 5050155 h 5143785"/>
              <a:gd name="connsiteX18588" fmla="*/ 590741 w 3114960"/>
              <a:gd name="connsiteY18588" fmla="*/ 5086255 h 5143785"/>
              <a:gd name="connsiteX18589" fmla="*/ 585978 w 3114960"/>
              <a:gd name="connsiteY18589" fmla="*/ 5086255 h 5143785"/>
              <a:gd name="connsiteX18590" fmla="*/ 585978 w 3114960"/>
              <a:gd name="connsiteY18590" fmla="*/ 5064824 h 5143785"/>
              <a:gd name="connsiteX18591" fmla="*/ 590741 w 3114960"/>
              <a:gd name="connsiteY18591" fmla="*/ 5064824 h 5143785"/>
              <a:gd name="connsiteX18592" fmla="*/ 590741 w 3114960"/>
              <a:gd name="connsiteY18592" fmla="*/ 5086255 h 5143785"/>
              <a:gd name="connsiteX18593" fmla="*/ 789432 w 3114960"/>
              <a:gd name="connsiteY18593" fmla="*/ 4541806 h 5143785"/>
              <a:gd name="connsiteX18594" fmla="*/ 776383 w 3114960"/>
              <a:gd name="connsiteY18594" fmla="*/ 4535520 h 5143785"/>
              <a:gd name="connsiteX18595" fmla="*/ 770096 w 3114960"/>
              <a:gd name="connsiteY18595" fmla="*/ 4548569 h 5143785"/>
              <a:gd name="connsiteX18596" fmla="*/ 783146 w 3114960"/>
              <a:gd name="connsiteY18596" fmla="*/ 4554855 h 5143785"/>
              <a:gd name="connsiteX18597" fmla="*/ 784955 w 3114960"/>
              <a:gd name="connsiteY18597" fmla="*/ 4553807 h 5143785"/>
              <a:gd name="connsiteX18598" fmla="*/ 899160 w 3114960"/>
              <a:gd name="connsiteY18598" fmla="*/ 4686586 h 5143785"/>
              <a:gd name="connsiteX18599" fmla="*/ 899160 w 3114960"/>
              <a:gd name="connsiteY18599" fmla="*/ 4750404 h 5143785"/>
              <a:gd name="connsiteX18600" fmla="*/ 894969 w 3114960"/>
              <a:gd name="connsiteY18600" fmla="*/ 4750404 h 5143785"/>
              <a:gd name="connsiteX18601" fmla="*/ 889921 w 3114960"/>
              <a:gd name="connsiteY18601" fmla="*/ 4755452 h 5143785"/>
              <a:gd name="connsiteX18602" fmla="*/ 889921 w 3114960"/>
              <a:gd name="connsiteY18602" fmla="*/ 4768406 h 5143785"/>
              <a:gd name="connsiteX18603" fmla="*/ 894969 w 3114960"/>
              <a:gd name="connsiteY18603" fmla="*/ 4773454 h 5143785"/>
              <a:gd name="connsiteX18604" fmla="*/ 899255 w 3114960"/>
              <a:gd name="connsiteY18604" fmla="*/ 4773454 h 5143785"/>
              <a:gd name="connsiteX18605" fmla="*/ 898684 w 3114960"/>
              <a:gd name="connsiteY18605" fmla="*/ 4822984 h 5143785"/>
              <a:gd name="connsiteX18606" fmla="*/ 929735 w 3114960"/>
              <a:gd name="connsiteY18606" fmla="*/ 4860322 h 5143785"/>
              <a:gd name="connsiteX18607" fmla="*/ 928116 w 3114960"/>
              <a:gd name="connsiteY18607" fmla="*/ 4865465 h 5143785"/>
              <a:gd name="connsiteX18608" fmla="*/ 937832 w 3114960"/>
              <a:gd name="connsiteY18608" fmla="*/ 4875181 h 5143785"/>
              <a:gd name="connsiteX18609" fmla="*/ 947547 w 3114960"/>
              <a:gd name="connsiteY18609" fmla="*/ 4865465 h 5143785"/>
              <a:gd name="connsiteX18610" fmla="*/ 937832 w 3114960"/>
              <a:gd name="connsiteY18610" fmla="*/ 4855750 h 5143785"/>
              <a:gd name="connsiteX18611" fmla="*/ 933164 w 3114960"/>
              <a:gd name="connsiteY18611" fmla="*/ 4857084 h 5143785"/>
              <a:gd name="connsiteX18612" fmla="*/ 903446 w 3114960"/>
              <a:gd name="connsiteY18612" fmla="*/ 4821365 h 5143785"/>
              <a:gd name="connsiteX18613" fmla="*/ 903923 w 3114960"/>
              <a:gd name="connsiteY18613" fmla="*/ 4773549 h 5143785"/>
              <a:gd name="connsiteX18614" fmla="*/ 907733 w 3114960"/>
              <a:gd name="connsiteY18614" fmla="*/ 4773549 h 5143785"/>
              <a:gd name="connsiteX18615" fmla="*/ 912781 w 3114960"/>
              <a:gd name="connsiteY18615" fmla="*/ 4768501 h 5143785"/>
              <a:gd name="connsiteX18616" fmla="*/ 912781 w 3114960"/>
              <a:gd name="connsiteY18616" fmla="*/ 4755547 h 5143785"/>
              <a:gd name="connsiteX18617" fmla="*/ 907733 w 3114960"/>
              <a:gd name="connsiteY18617" fmla="*/ 4750499 h 5143785"/>
              <a:gd name="connsiteX18618" fmla="*/ 903732 w 3114960"/>
              <a:gd name="connsiteY18618" fmla="*/ 4750499 h 5143785"/>
              <a:gd name="connsiteX18619" fmla="*/ 903732 w 3114960"/>
              <a:gd name="connsiteY18619" fmla="*/ 4684871 h 5143785"/>
              <a:gd name="connsiteX18620" fmla="*/ 788289 w 3114960"/>
              <a:gd name="connsiteY18620" fmla="*/ 4550569 h 5143785"/>
              <a:gd name="connsiteX18621" fmla="*/ 788003 w 3114960"/>
              <a:gd name="connsiteY18621" fmla="*/ 4550855 h 5143785"/>
              <a:gd name="connsiteX18622" fmla="*/ 789337 w 3114960"/>
              <a:gd name="connsiteY18622" fmla="*/ 4541901 h 5143785"/>
              <a:gd name="connsiteX18623" fmla="*/ 908209 w 3114960"/>
              <a:gd name="connsiteY18623" fmla="*/ 4755547 h 5143785"/>
              <a:gd name="connsiteX18624" fmla="*/ 908209 w 3114960"/>
              <a:gd name="connsiteY18624" fmla="*/ 4768501 h 5143785"/>
              <a:gd name="connsiteX18625" fmla="*/ 907923 w 3114960"/>
              <a:gd name="connsiteY18625" fmla="*/ 4768787 h 5143785"/>
              <a:gd name="connsiteX18626" fmla="*/ 894683 w 3114960"/>
              <a:gd name="connsiteY18626" fmla="*/ 4768501 h 5143785"/>
              <a:gd name="connsiteX18627" fmla="*/ 894969 w 3114960"/>
              <a:gd name="connsiteY18627" fmla="*/ 4755261 h 5143785"/>
              <a:gd name="connsiteX18628" fmla="*/ 908209 w 3114960"/>
              <a:gd name="connsiteY18628" fmla="*/ 4755547 h 5143785"/>
              <a:gd name="connsiteX18629" fmla="*/ 548259 w 3114960"/>
              <a:gd name="connsiteY18629" fmla="*/ 629602 h 5143785"/>
              <a:gd name="connsiteX18630" fmla="*/ 543020 w 3114960"/>
              <a:gd name="connsiteY18630" fmla="*/ 633889 h 5143785"/>
              <a:gd name="connsiteX18631" fmla="*/ 538448 w 3114960"/>
              <a:gd name="connsiteY18631" fmla="*/ 628364 h 5143785"/>
              <a:gd name="connsiteX18632" fmla="*/ 543687 w 3114960"/>
              <a:gd name="connsiteY18632" fmla="*/ 624078 h 5143785"/>
              <a:gd name="connsiteX18633" fmla="*/ 548259 w 3114960"/>
              <a:gd name="connsiteY18633" fmla="*/ 629602 h 5143785"/>
              <a:gd name="connsiteX18634" fmla="*/ 561975 w 3114960"/>
              <a:gd name="connsiteY18634" fmla="*/ 560165 h 5143785"/>
              <a:gd name="connsiteX18635" fmla="*/ 569119 w 3114960"/>
              <a:gd name="connsiteY18635" fmla="*/ 560165 h 5143785"/>
              <a:gd name="connsiteX18636" fmla="*/ 569119 w 3114960"/>
              <a:gd name="connsiteY18636" fmla="*/ 567785 h 5143785"/>
              <a:gd name="connsiteX18637" fmla="*/ 561975 w 3114960"/>
              <a:gd name="connsiteY18637" fmla="*/ 567785 h 5143785"/>
              <a:gd name="connsiteX18638" fmla="*/ 561975 w 3114960"/>
              <a:gd name="connsiteY18638" fmla="*/ 560165 h 5143785"/>
              <a:gd name="connsiteX18639" fmla="*/ 523970 w 3114960"/>
              <a:gd name="connsiteY18639" fmla="*/ 70485 h 5143785"/>
              <a:gd name="connsiteX18640" fmla="*/ 528733 w 3114960"/>
              <a:gd name="connsiteY18640" fmla="*/ 70485 h 5143785"/>
              <a:gd name="connsiteX18641" fmla="*/ 528733 w 3114960"/>
              <a:gd name="connsiteY18641" fmla="*/ 90583 h 5143785"/>
              <a:gd name="connsiteX18642" fmla="*/ 523970 w 3114960"/>
              <a:gd name="connsiteY18642" fmla="*/ 90583 h 5143785"/>
              <a:gd name="connsiteX18643" fmla="*/ 523970 w 3114960"/>
              <a:gd name="connsiteY18643" fmla="*/ 70485 h 5143785"/>
              <a:gd name="connsiteX18644" fmla="*/ 569119 w 3114960"/>
              <a:gd name="connsiteY18644" fmla="*/ 552545 h 5143785"/>
              <a:gd name="connsiteX18645" fmla="*/ 561975 w 3114960"/>
              <a:gd name="connsiteY18645" fmla="*/ 552545 h 5143785"/>
              <a:gd name="connsiteX18646" fmla="*/ 561975 w 3114960"/>
              <a:gd name="connsiteY18646" fmla="*/ 547783 h 5143785"/>
              <a:gd name="connsiteX18647" fmla="*/ 569119 w 3114960"/>
              <a:gd name="connsiteY18647" fmla="*/ 547783 h 5143785"/>
              <a:gd name="connsiteX18648" fmla="*/ 569119 w 3114960"/>
              <a:gd name="connsiteY18648" fmla="*/ 552545 h 5143785"/>
              <a:gd name="connsiteX18649" fmla="*/ 561975 w 3114960"/>
              <a:gd name="connsiteY18649" fmla="*/ 606076 h 5143785"/>
              <a:gd name="connsiteX18650" fmla="*/ 569119 w 3114960"/>
              <a:gd name="connsiteY18650" fmla="*/ 606076 h 5143785"/>
              <a:gd name="connsiteX18651" fmla="*/ 569119 w 3114960"/>
              <a:gd name="connsiteY18651" fmla="*/ 612553 h 5143785"/>
              <a:gd name="connsiteX18652" fmla="*/ 564166 w 3114960"/>
              <a:gd name="connsiteY18652" fmla="*/ 616649 h 5143785"/>
              <a:gd name="connsiteX18653" fmla="*/ 559594 w 3114960"/>
              <a:gd name="connsiteY18653" fmla="*/ 611124 h 5143785"/>
              <a:gd name="connsiteX18654" fmla="*/ 561975 w 3114960"/>
              <a:gd name="connsiteY18654" fmla="*/ 609219 h 5143785"/>
              <a:gd name="connsiteX18655" fmla="*/ 561975 w 3114960"/>
              <a:gd name="connsiteY18655" fmla="*/ 606171 h 5143785"/>
              <a:gd name="connsiteX18656" fmla="*/ 561975 w 3114960"/>
              <a:gd name="connsiteY18656" fmla="*/ 575405 h 5143785"/>
              <a:gd name="connsiteX18657" fmla="*/ 569119 w 3114960"/>
              <a:gd name="connsiteY18657" fmla="*/ 575405 h 5143785"/>
              <a:gd name="connsiteX18658" fmla="*/ 569119 w 3114960"/>
              <a:gd name="connsiteY18658" fmla="*/ 583025 h 5143785"/>
              <a:gd name="connsiteX18659" fmla="*/ 561975 w 3114960"/>
              <a:gd name="connsiteY18659" fmla="*/ 583025 h 5143785"/>
              <a:gd name="connsiteX18660" fmla="*/ 561975 w 3114960"/>
              <a:gd name="connsiteY18660" fmla="*/ 575405 h 5143785"/>
              <a:gd name="connsiteX18661" fmla="*/ 561975 w 3114960"/>
              <a:gd name="connsiteY18661" fmla="*/ 590741 h 5143785"/>
              <a:gd name="connsiteX18662" fmla="*/ 569119 w 3114960"/>
              <a:gd name="connsiteY18662" fmla="*/ 590741 h 5143785"/>
              <a:gd name="connsiteX18663" fmla="*/ 569119 w 3114960"/>
              <a:gd name="connsiteY18663" fmla="*/ 598361 h 5143785"/>
              <a:gd name="connsiteX18664" fmla="*/ 561975 w 3114960"/>
              <a:gd name="connsiteY18664" fmla="*/ 598361 h 5143785"/>
              <a:gd name="connsiteX18665" fmla="*/ 561975 w 3114960"/>
              <a:gd name="connsiteY18665" fmla="*/ 590741 h 5143785"/>
              <a:gd name="connsiteX18666" fmla="*/ 558832 w 3114960"/>
              <a:gd name="connsiteY18666" fmla="*/ 620935 h 5143785"/>
              <a:gd name="connsiteX18667" fmla="*/ 553593 w 3114960"/>
              <a:gd name="connsiteY18667" fmla="*/ 625221 h 5143785"/>
              <a:gd name="connsiteX18668" fmla="*/ 549021 w 3114960"/>
              <a:gd name="connsiteY18668" fmla="*/ 619697 h 5143785"/>
              <a:gd name="connsiteX18669" fmla="*/ 554260 w 3114960"/>
              <a:gd name="connsiteY18669" fmla="*/ 615410 h 5143785"/>
              <a:gd name="connsiteX18670" fmla="*/ 558832 w 3114960"/>
              <a:gd name="connsiteY18670" fmla="*/ 620935 h 5143785"/>
              <a:gd name="connsiteX18671" fmla="*/ 396526 w 3114960"/>
              <a:gd name="connsiteY18671" fmla="*/ 53340 h 5143785"/>
              <a:gd name="connsiteX18672" fmla="*/ 401288 w 3114960"/>
              <a:gd name="connsiteY18672" fmla="*/ 53340 h 5143785"/>
              <a:gd name="connsiteX18673" fmla="*/ 401288 w 3114960"/>
              <a:gd name="connsiteY18673" fmla="*/ 73152 h 5143785"/>
              <a:gd name="connsiteX18674" fmla="*/ 396526 w 3114960"/>
              <a:gd name="connsiteY18674" fmla="*/ 73152 h 5143785"/>
              <a:gd name="connsiteX18675" fmla="*/ 396526 w 3114960"/>
              <a:gd name="connsiteY18675" fmla="*/ 53340 h 5143785"/>
              <a:gd name="connsiteX18676" fmla="*/ 396526 w 3114960"/>
              <a:gd name="connsiteY18676" fmla="*/ 13811 h 5143785"/>
              <a:gd name="connsiteX18677" fmla="*/ 401288 w 3114960"/>
              <a:gd name="connsiteY18677" fmla="*/ 13811 h 5143785"/>
              <a:gd name="connsiteX18678" fmla="*/ 401288 w 3114960"/>
              <a:gd name="connsiteY18678" fmla="*/ 33623 h 5143785"/>
              <a:gd name="connsiteX18679" fmla="*/ 396526 w 3114960"/>
              <a:gd name="connsiteY18679" fmla="*/ 33623 h 5143785"/>
              <a:gd name="connsiteX18680" fmla="*/ 396526 w 3114960"/>
              <a:gd name="connsiteY18680" fmla="*/ 13811 h 5143785"/>
              <a:gd name="connsiteX18681" fmla="*/ 396526 w 3114960"/>
              <a:gd name="connsiteY18681" fmla="*/ 171926 h 5143785"/>
              <a:gd name="connsiteX18682" fmla="*/ 401288 w 3114960"/>
              <a:gd name="connsiteY18682" fmla="*/ 171926 h 5143785"/>
              <a:gd name="connsiteX18683" fmla="*/ 401288 w 3114960"/>
              <a:gd name="connsiteY18683" fmla="*/ 191738 h 5143785"/>
              <a:gd name="connsiteX18684" fmla="*/ 396526 w 3114960"/>
              <a:gd name="connsiteY18684" fmla="*/ 191738 h 5143785"/>
              <a:gd name="connsiteX18685" fmla="*/ 396526 w 3114960"/>
              <a:gd name="connsiteY18685" fmla="*/ 171926 h 5143785"/>
              <a:gd name="connsiteX18686" fmla="*/ 396526 w 3114960"/>
              <a:gd name="connsiteY18686" fmla="*/ 92869 h 5143785"/>
              <a:gd name="connsiteX18687" fmla="*/ 401288 w 3114960"/>
              <a:gd name="connsiteY18687" fmla="*/ 92869 h 5143785"/>
              <a:gd name="connsiteX18688" fmla="*/ 401288 w 3114960"/>
              <a:gd name="connsiteY18688" fmla="*/ 112681 h 5143785"/>
              <a:gd name="connsiteX18689" fmla="*/ 396526 w 3114960"/>
              <a:gd name="connsiteY18689" fmla="*/ 112681 h 5143785"/>
              <a:gd name="connsiteX18690" fmla="*/ 396526 w 3114960"/>
              <a:gd name="connsiteY18690" fmla="*/ 92869 h 5143785"/>
              <a:gd name="connsiteX18691" fmla="*/ 401288 w 3114960"/>
              <a:gd name="connsiteY18691" fmla="*/ 152210 h 5143785"/>
              <a:gd name="connsiteX18692" fmla="*/ 396526 w 3114960"/>
              <a:gd name="connsiteY18692" fmla="*/ 152210 h 5143785"/>
              <a:gd name="connsiteX18693" fmla="*/ 396526 w 3114960"/>
              <a:gd name="connsiteY18693" fmla="*/ 132398 h 5143785"/>
              <a:gd name="connsiteX18694" fmla="*/ 401288 w 3114960"/>
              <a:gd name="connsiteY18694" fmla="*/ 132398 h 5143785"/>
              <a:gd name="connsiteX18695" fmla="*/ 401288 w 3114960"/>
              <a:gd name="connsiteY18695" fmla="*/ 152210 h 5143785"/>
              <a:gd name="connsiteX18696" fmla="*/ 522637 w 3114960"/>
              <a:gd name="connsiteY18696" fmla="*/ 641318 h 5143785"/>
              <a:gd name="connsiteX18697" fmla="*/ 520637 w 3114960"/>
              <a:gd name="connsiteY18697" fmla="*/ 642938 h 5143785"/>
              <a:gd name="connsiteX18698" fmla="*/ 515112 w 3114960"/>
              <a:gd name="connsiteY18698" fmla="*/ 640937 h 5143785"/>
              <a:gd name="connsiteX18699" fmla="*/ 505301 w 3114960"/>
              <a:gd name="connsiteY18699" fmla="*/ 650748 h 5143785"/>
              <a:gd name="connsiteX18700" fmla="*/ 515112 w 3114960"/>
              <a:gd name="connsiteY18700" fmla="*/ 660559 h 5143785"/>
              <a:gd name="connsiteX18701" fmla="*/ 524923 w 3114960"/>
              <a:gd name="connsiteY18701" fmla="*/ 650748 h 5143785"/>
              <a:gd name="connsiteX18702" fmla="*/ 524542 w 3114960"/>
              <a:gd name="connsiteY18702" fmla="*/ 649034 h 5143785"/>
              <a:gd name="connsiteX18703" fmla="*/ 527209 w 3114960"/>
              <a:gd name="connsiteY18703" fmla="*/ 646843 h 5143785"/>
              <a:gd name="connsiteX18704" fmla="*/ 522637 w 3114960"/>
              <a:gd name="connsiteY18704" fmla="*/ 641318 h 5143785"/>
              <a:gd name="connsiteX18705" fmla="*/ 515112 w 3114960"/>
              <a:gd name="connsiteY18705" fmla="*/ 655796 h 5143785"/>
              <a:gd name="connsiteX18706" fmla="*/ 510064 w 3114960"/>
              <a:gd name="connsiteY18706" fmla="*/ 650748 h 5143785"/>
              <a:gd name="connsiteX18707" fmla="*/ 515112 w 3114960"/>
              <a:gd name="connsiteY18707" fmla="*/ 645700 h 5143785"/>
              <a:gd name="connsiteX18708" fmla="*/ 520160 w 3114960"/>
              <a:gd name="connsiteY18708" fmla="*/ 650748 h 5143785"/>
              <a:gd name="connsiteX18709" fmla="*/ 515112 w 3114960"/>
              <a:gd name="connsiteY18709" fmla="*/ 655796 h 5143785"/>
              <a:gd name="connsiteX18710" fmla="*/ 527971 w 3114960"/>
              <a:gd name="connsiteY18710" fmla="*/ 637032 h 5143785"/>
              <a:gd name="connsiteX18711" fmla="*/ 533210 w 3114960"/>
              <a:gd name="connsiteY18711" fmla="*/ 632746 h 5143785"/>
              <a:gd name="connsiteX18712" fmla="*/ 537782 w 3114960"/>
              <a:gd name="connsiteY18712" fmla="*/ 638270 h 5143785"/>
              <a:gd name="connsiteX18713" fmla="*/ 532543 w 3114960"/>
              <a:gd name="connsiteY18713" fmla="*/ 642557 h 5143785"/>
              <a:gd name="connsiteX18714" fmla="*/ 527971 w 3114960"/>
              <a:gd name="connsiteY18714" fmla="*/ 637032 h 5143785"/>
              <a:gd name="connsiteX18715" fmla="*/ 680180 w 3114960"/>
              <a:gd name="connsiteY18715" fmla="*/ 598361 h 5143785"/>
              <a:gd name="connsiteX18716" fmla="*/ 673037 w 3114960"/>
              <a:gd name="connsiteY18716" fmla="*/ 598361 h 5143785"/>
              <a:gd name="connsiteX18717" fmla="*/ 673037 w 3114960"/>
              <a:gd name="connsiteY18717" fmla="*/ 590741 h 5143785"/>
              <a:gd name="connsiteX18718" fmla="*/ 680180 w 3114960"/>
              <a:gd name="connsiteY18718" fmla="*/ 590741 h 5143785"/>
              <a:gd name="connsiteX18719" fmla="*/ 680180 w 3114960"/>
              <a:gd name="connsiteY18719" fmla="*/ 598361 h 5143785"/>
              <a:gd name="connsiteX18720" fmla="*/ 514922 w 3114960"/>
              <a:gd name="connsiteY18720" fmla="*/ 243173 h 5143785"/>
              <a:gd name="connsiteX18721" fmla="*/ 514922 w 3114960"/>
              <a:gd name="connsiteY18721" fmla="*/ 255842 h 5143785"/>
              <a:gd name="connsiteX18722" fmla="*/ 519398 w 3114960"/>
              <a:gd name="connsiteY18722" fmla="*/ 260318 h 5143785"/>
              <a:gd name="connsiteX18723" fmla="*/ 532067 w 3114960"/>
              <a:gd name="connsiteY18723" fmla="*/ 260318 h 5143785"/>
              <a:gd name="connsiteX18724" fmla="*/ 533114 w 3114960"/>
              <a:gd name="connsiteY18724" fmla="*/ 260128 h 5143785"/>
              <a:gd name="connsiteX18725" fmla="*/ 677799 w 3114960"/>
              <a:gd name="connsiteY18725" fmla="*/ 427577 h 5143785"/>
              <a:gd name="connsiteX18726" fmla="*/ 677799 w 3114960"/>
              <a:gd name="connsiteY18726" fmla="*/ 487204 h 5143785"/>
              <a:gd name="connsiteX18727" fmla="*/ 673989 w 3114960"/>
              <a:gd name="connsiteY18727" fmla="*/ 487204 h 5143785"/>
              <a:gd name="connsiteX18728" fmla="*/ 664178 w 3114960"/>
              <a:gd name="connsiteY18728" fmla="*/ 497014 h 5143785"/>
              <a:gd name="connsiteX18729" fmla="*/ 664178 w 3114960"/>
              <a:gd name="connsiteY18729" fmla="*/ 535686 h 5143785"/>
              <a:gd name="connsiteX18730" fmla="*/ 673989 w 3114960"/>
              <a:gd name="connsiteY18730" fmla="*/ 545497 h 5143785"/>
              <a:gd name="connsiteX18731" fmla="*/ 686372 w 3114960"/>
              <a:gd name="connsiteY18731" fmla="*/ 545497 h 5143785"/>
              <a:gd name="connsiteX18732" fmla="*/ 696182 w 3114960"/>
              <a:gd name="connsiteY18732" fmla="*/ 535686 h 5143785"/>
              <a:gd name="connsiteX18733" fmla="*/ 696182 w 3114960"/>
              <a:gd name="connsiteY18733" fmla="*/ 497014 h 5143785"/>
              <a:gd name="connsiteX18734" fmla="*/ 686372 w 3114960"/>
              <a:gd name="connsiteY18734" fmla="*/ 487204 h 5143785"/>
              <a:gd name="connsiteX18735" fmla="*/ 682562 w 3114960"/>
              <a:gd name="connsiteY18735" fmla="*/ 487204 h 5143785"/>
              <a:gd name="connsiteX18736" fmla="*/ 682562 w 3114960"/>
              <a:gd name="connsiteY18736" fmla="*/ 425768 h 5143785"/>
              <a:gd name="connsiteX18737" fmla="*/ 536543 w 3114960"/>
              <a:gd name="connsiteY18737" fmla="*/ 256699 h 5143785"/>
              <a:gd name="connsiteX18738" fmla="*/ 536353 w 3114960"/>
              <a:gd name="connsiteY18738" fmla="*/ 256889 h 5143785"/>
              <a:gd name="connsiteX18739" fmla="*/ 536543 w 3114960"/>
              <a:gd name="connsiteY18739" fmla="*/ 255746 h 5143785"/>
              <a:gd name="connsiteX18740" fmla="*/ 536543 w 3114960"/>
              <a:gd name="connsiteY18740" fmla="*/ 243078 h 5143785"/>
              <a:gd name="connsiteX18741" fmla="*/ 532067 w 3114960"/>
              <a:gd name="connsiteY18741" fmla="*/ 238601 h 5143785"/>
              <a:gd name="connsiteX18742" fmla="*/ 528828 w 3114960"/>
              <a:gd name="connsiteY18742" fmla="*/ 238601 h 5143785"/>
              <a:gd name="connsiteX18743" fmla="*/ 528828 w 3114960"/>
              <a:gd name="connsiteY18743" fmla="*/ 231267 h 5143785"/>
              <a:gd name="connsiteX18744" fmla="*/ 524065 w 3114960"/>
              <a:gd name="connsiteY18744" fmla="*/ 231267 h 5143785"/>
              <a:gd name="connsiteX18745" fmla="*/ 524065 w 3114960"/>
              <a:gd name="connsiteY18745" fmla="*/ 238601 h 5143785"/>
              <a:gd name="connsiteX18746" fmla="*/ 519398 w 3114960"/>
              <a:gd name="connsiteY18746" fmla="*/ 238601 h 5143785"/>
              <a:gd name="connsiteX18747" fmla="*/ 514922 w 3114960"/>
              <a:gd name="connsiteY18747" fmla="*/ 243078 h 5143785"/>
              <a:gd name="connsiteX18748" fmla="*/ 691325 w 3114960"/>
              <a:gd name="connsiteY18748" fmla="*/ 535781 h 5143785"/>
              <a:gd name="connsiteX18749" fmla="*/ 686276 w 3114960"/>
              <a:gd name="connsiteY18749" fmla="*/ 540830 h 5143785"/>
              <a:gd name="connsiteX18750" fmla="*/ 673894 w 3114960"/>
              <a:gd name="connsiteY18750" fmla="*/ 540830 h 5143785"/>
              <a:gd name="connsiteX18751" fmla="*/ 668846 w 3114960"/>
              <a:gd name="connsiteY18751" fmla="*/ 535781 h 5143785"/>
              <a:gd name="connsiteX18752" fmla="*/ 668846 w 3114960"/>
              <a:gd name="connsiteY18752" fmla="*/ 534448 h 5143785"/>
              <a:gd name="connsiteX18753" fmla="*/ 691229 w 3114960"/>
              <a:gd name="connsiteY18753" fmla="*/ 534448 h 5143785"/>
              <a:gd name="connsiteX18754" fmla="*/ 691229 w 3114960"/>
              <a:gd name="connsiteY18754" fmla="*/ 535781 h 5143785"/>
              <a:gd name="connsiteX18755" fmla="*/ 691325 w 3114960"/>
              <a:gd name="connsiteY18755" fmla="*/ 528542 h 5143785"/>
              <a:gd name="connsiteX18756" fmla="*/ 668941 w 3114960"/>
              <a:gd name="connsiteY18756" fmla="*/ 528542 h 5143785"/>
              <a:gd name="connsiteX18757" fmla="*/ 668941 w 3114960"/>
              <a:gd name="connsiteY18757" fmla="*/ 510064 h 5143785"/>
              <a:gd name="connsiteX18758" fmla="*/ 691325 w 3114960"/>
              <a:gd name="connsiteY18758" fmla="*/ 510064 h 5143785"/>
              <a:gd name="connsiteX18759" fmla="*/ 691325 w 3114960"/>
              <a:gd name="connsiteY18759" fmla="*/ 528542 h 5143785"/>
              <a:gd name="connsiteX18760" fmla="*/ 691325 w 3114960"/>
              <a:gd name="connsiteY18760" fmla="*/ 507111 h 5143785"/>
              <a:gd name="connsiteX18761" fmla="*/ 668941 w 3114960"/>
              <a:gd name="connsiteY18761" fmla="*/ 507111 h 5143785"/>
              <a:gd name="connsiteX18762" fmla="*/ 668941 w 3114960"/>
              <a:gd name="connsiteY18762" fmla="*/ 501872 h 5143785"/>
              <a:gd name="connsiteX18763" fmla="*/ 691325 w 3114960"/>
              <a:gd name="connsiteY18763" fmla="*/ 501872 h 5143785"/>
              <a:gd name="connsiteX18764" fmla="*/ 691325 w 3114960"/>
              <a:gd name="connsiteY18764" fmla="*/ 507111 h 5143785"/>
              <a:gd name="connsiteX18765" fmla="*/ 686276 w 3114960"/>
              <a:gd name="connsiteY18765" fmla="*/ 492062 h 5143785"/>
              <a:gd name="connsiteX18766" fmla="*/ 691325 w 3114960"/>
              <a:gd name="connsiteY18766" fmla="*/ 497110 h 5143785"/>
              <a:gd name="connsiteX18767" fmla="*/ 691325 w 3114960"/>
              <a:gd name="connsiteY18767" fmla="*/ 497300 h 5143785"/>
              <a:gd name="connsiteX18768" fmla="*/ 668941 w 3114960"/>
              <a:gd name="connsiteY18768" fmla="*/ 497300 h 5143785"/>
              <a:gd name="connsiteX18769" fmla="*/ 668941 w 3114960"/>
              <a:gd name="connsiteY18769" fmla="*/ 497110 h 5143785"/>
              <a:gd name="connsiteX18770" fmla="*/ 673989 w 3114960"/>
              <a:gd name="connsiteY18770" fmla="*/ 492062 h 5143785"/>
              <a:gd name="connsiteX18771" fmla="*/ 686372 w 3114960"/>
              <a:gd name="connsiteY18771" fmla="*/ 492062 h 5143785"/>
              <a:gd name="connsiteX18772" fmla="*/ 2944463 w 3114960"/>
              <a:gd name="connsiteY18772" fmla="*/ 4600004 h 5143785"/>
              <a:gd name="connsiteX18773" fmla="*/ 2973991 w 3114960"/>
              <a:gd name="connsiteY18773" fmla="*/ 4600004 h 5143785"/>
              <a:gd name="connsiteX18774" fmla="*/ 2977610 w 3114960"/>
              <a:gd name="connsiteY18774" fmla="*/ 4596384 h 5143785"/>
              <a:gd name="connsiteX18775" fmla="*/ 2977610 w 3114960"/>
              <a:gd name="connsiteY18775" fmla="*/ 4583335 h 5143785"/>
              <a:gd name="connsiteX18776" fmla="*/ 2973991 w 3114960"/>
              <a:gd name="connsiteY18776" fmla="*/ 4579715 h 5143785"/>
              <a:gd name="connsiteX18777" fmla="*/ 2973610 w 3114960"/>
              <a:gd name="connsiteY18777" fmla="*/ 4579715 h 5143785"/>
              <a:gd name="connsiteX18778" fmla="*/ 2959703 w 3114960"/>
              <a:gd name="connsiteY18778" fmla="*/ 4575429 h 5143785"/>
              <a:gd name="connsiteX18779" fmla="*/ 2956084 w 3114960"/>
              <a:gd name="connsiteY18779" fmla="*/ 4575048 h 5143785"/>
              <a:gd name="connsiteX18780" fmla="*/ 2959703 w 3114960"/>
              <a:gd name="connsiteY18780" fmla="*/ 4574572 h 5143785"/>
              <a:gd name="connsiteX18781" fmla="*/ 2973991 w 3114960"/>
              <a:gd name="connsiteY18781" fmla="*/ 4569429 h 5143785"/>
              <a:gd name="connsiteX18782" fmla="*/ 2959703 w 3114960"/>
              <a:gd name="connsiteY18782" fmla="*/ 4564285 h 5143785"/>
              <a:gd name="connsiteX18783" fmla="*/ 2956084 w 3114960"/>
              <a:gd name="connsiteY18783" fmla="*/ 4563904 h 5143785"/>
              <a:gd name="connsiteX18784" fmla="*/ 2959703 w 3114960"/>
              <a:gd name="connsiteY18784" fmla="*/ 4563428 h 5143785"/>
              <a:gd name="connsiteX18785" fmla="*/ 2973991 w 3114960"/>
              <a:gd name="connsiteY18785" fmla="*/ 4558284 h 5143785"/>
              <a:gd name="connsiteX18786" fmla="*/ 2959703 w 3114960"/>
              <a:gd name="connsiteY18786" fmla="*/ 4553141 h 5143785"/>
              <a:gd name="connsiteX18787" fmla="*/ 2956084 w 3114960"/>
              <a:gd name="connsiteY18787" fmla="*/ 4552760 h 5143785"/>
              <a:gd name="connsiteX18788" fmla="*/ 2959703 w 3114960"/>
              <a:gd name="connsiteY18788" fmla="*/ 4552379 h 5143785"/>
              <a:gd name="connsiteX18789" fmla="*/ 2973991 w 3114960"/>
              <a:gd name="connsiteY18789" fmla="*/ 4547235 h 5143785"/>
              <a:gd name="connsiteX18790" fmla="*/ 2959703 w 3114960"/>
              <a:gd name="connsiteY18790" fmla="*/ 4542092 h 5143785"/>
              <a:gd name="connsiteX18791" fmla="*/ 2956084 w 3114960"/>
              <a:gd name="connsiteY18791" fmla="*/ 4541711 h 5143785"/>
              <a:gd name="connsiteX18792" fmla="*/ 2959703 w 3114960"/>
              <a:gd name="connsiteY18792" fmla="*/ 4541235 h 5143785"/>
              <a:gd name="connsiteX18793" fmla="*/ 2973991 w 3114960"/>
              <a:gd name="connsiteY18793" fmla="*/ 4536091 h 5143785"/>
              <a:gd name="connsiteX18794" fmla="*/ 2959703 w 3114960"/>
              <a:gd name="connsiteY18794" fmla="*/ 4530947 h 5143785"/>
              <a:gd name="connsiteX18795" fmla="*/ 2956084 w 3114960"/>
              <a:gd name="connsiteY18795" fmla="*/ 4530567 h 5143785"/>
              <a:gd name="connsiteX18796" fmla="*/ 2959703 w 3114960"/>
              <a:gd name="connsiteY18796" fmla="*/ 4530090 h 5143785"/>
              <a:gd name="connsiteX18797" fmla="*/ 2973991 w 3114960"/>
              <a:gd name="connsiteY18797" fmla="*/ 4524947 h 5143785"/>
              <a:gd name="connsiteX18798" fmla="*/ 2959703 w 3114960"/>
              <a:gd name="connsiteY18798" fmla="*/ 4519803 h 5143785"/>
              <a:gd name="connsiteX18799" fmla="*/ 2956084 w 3114960"/>
              <a:gd name="connsiteY18799" fmla="*/ 4519422 h 5143785"/>
              <a:gd name="connsiteX18800" fmla="*/ 2959703 w 3114960"/>
              <a:gd name="connsiteY18800" fmla="*/ 4519041 h 5143785"/>
              <a:gd name="connsiteX18801" fmla="*/ 2973991 w 3114960"/>
              <a:gd name="connsiteY18801" fmla="*/ 4513898 h 5143785"/>
              <a:gd name="connsiteX18802" fmla="*/ 2959703 w 3114960"/>
              <a:gd name="connsiteY18802" fmla="*/ 4508754 h 5143785"/>
              <a:gd name="connsiteX18803" fmla="*/ 2956179 w 3114960"/>
              <a:gd name="connsiteY18803" fmla="*/ 4508373 h 5143785"/>
              <a:gd name="connsiteX18804" fmla="*/ 2959703 w 3114960"/>
              <a:gd name="connsiteY18804" fmla="*/ 4507992 h 5143785"/>
              <a:gd name="connsiteX18805" fmla="*/ 2973991 w 3114960"/>
              <a:gd name="connsiteY18805" fmla="*/ 4502849 h 5143785"/>
              <a:gd name="connsiteX18806" fmla="*/ 2959703 w 3114960"/>
              <a:gd name="connsiteY18806" fmla="*/ 4497705 h 5143785"/>
              <a:gd name="connsiteX18807" fmla="*/ 2956179 w 3114960"/>
              <a:gd name="connsiteY18807" fmla="*/ 4497324 h 5143785"/>
              <a:gd name="connsiteX18808" fmla="*/ 2959799 w 3114960"/>
              <a:gd name="connsiteY18808" fmla="*/ 4496943 h 5143785"/>
              <a:gd name="connsiteX18809" fmla="*/ 2974086 w 3114960"/>
              <a:gd name="connsiteY18809" fmla="*/ 4491800 h 5143785"/>
              <a:gd name="connsiteX18810" fmla="*/ 2959799 w 3114960"/>
              <a:gd name="connsiteY18810" fmla="*/ 4486656 h 5143785"/>
              <a:gd name="connsiteX18811" fmla="*/ 2956084 w 3114960"/>
              <a:gd name="connsiteY18811" fmla="*/ 4486180 h 5143785"/>
              <a:gd name="connsiteX18812" fmla="*/ 2959799 w 3114960"/>
              <a:gd name="connsiteY18812" fmla="*/ 4485704 h 5143785"/>
              <a:gd name="connsiteX18813" fmla="*/ 2974086 w 3114960"/>
              <a:gd name="connsiteY18813" fmla="*/ 4480560 h 5143785"/>
              <a:gd name="connsiteX18814" fmla="*/ 2959799 w 3114960"/>
              <a:gd name="connsiteY18814" fmla="*/ 4475417 h 5143785"/>
              <a:gd name="connsiteX18815" fmla="*/ 2956179 w 3114960"/>
              <a:gd name="connsiteY18815" fmla="*/ 4475036 h 5143785"/>
              <a:gd name="connsiteX18816" fmla="*/ 2959799 w 3114960"/>
              <a:gd name="connsiteY18816" fmla="*/ 4474560 h 5143785"/>
              <a:gd name="connsiteX18817" fmla="*/ 2974086 w 3114960"/>
              <a:gd name="connsiteY18817" fmla="*/ 4469416 h 5143785"/>
              <a:gd name="connsiteX18818" fmla="*/ 2959799 w 3114960"/>
              <a:gd name="connsiteY18818" fmla="*/ 4464272 h 5143785"/>
              <a:gd name="connsiteX18819" fmla="*/ 2956084 w 3114960"/>
              <a:gd name="connsiteY18819" fmla="*/ 4463796 h 5143785"/>
              <a:gd name="connsiteX18820" fmla="*/ 2959799 w 3114960"/>
              <a:gd name="connsiteY18820" fmla="*/ 4463320 h 5143785"/>
              <a:gd name="connsiteX18821" fmla="*/ 2974086 w 3114960"/>
              <a:gd name="connsiteY18821" fmla="*/ 4458081 h 5143785"/>
              <a:gd name="connsiteX18822" fmla="*/ 2959799 w 3114960"/>
              <a:gd name="connsiteY18822" fmla="*/ 4452938 h 5143785"/>
              <a:gd name="connsiteX18823" fmla="*/ 2956084 w 3114960"/>
              <a:gd name="connsiteY18823" fmla="*/ 4452557 h 5143785"/>
              <a:gd name="connsiteX18824" fmla="*/ 2959799 w 3114960"/>
              <a:gd name="connsiteY18824" fmla="*/ 4452080 h 5143785"/>
              <a:gd name="connsiteX18825" fmla="*/ 2974086 w 3114960"/>
              <a:gd name="connsiteY18825" fmla="*/ 4446842 h 5143785"/>
              <a:gd name="connsiteX18826" fmla="*/ 2959799 w 3114960"/>
              <a:gd name="connsiteY18826" fmla="*/ 4441698 h 5143785"/>
              <a:gd name="connsiteX18827" fmla="*/ 2956084 w 3114960"/>
              <a:gd name="connsiteY18827" fmla="*/ 4441222 h 5143785"/>
              <a:gd name="connsiteX18828" fmla="*/ 2959799 w 3114960"/>
              <a:gd name="connsiteY18828" fmla="*/ 4440746 h 5143785"/>
              <a:gd name="connsiteX18829" fmla="*/ 2974086 w 3114960"/>
              <a:gd name="connsiteY18829" fmla="*/ 4435602 h 5143785"/>
              <a:gd name="connsiteX18830" fmla="*/ 2959799 w 3114960"/>
              <a:gd name="connsiteY18830" fmla="*/ 4430459 h 5143785"/>
              <a:gd name="connsiteX18831" fmla="*/ 2956084 w 3114960"/>
              <a:gd name="connsiteY18831" fmla="*/ 4429982 h 5143785"/>
              <a:gd name="connsiteX18832" fmla="*/ 2959799 w 3114960"/>
              <a:gd name="connsiteY18832" fmla="*/ 4429506 h 5143785"/>
              <a:gd name="connsiteX18833" fmla="*/ 2974086 w 3114960"/>
              <a:gd name="connsiteY18833" fmla="*/ 4424268 h 5143785"/>
              <a:gd name="connsiteX18834" fmla="*/ 2959799 w 3114960"/>
              <a:gd name="connsiteY18834" fmla="*/ 4419124 h 5143785"/>
              <a:gd name="connsiteX18835" fmla="*/ 2955988 w 3114960"/>
              <a:gd name="connsiteY18835" fmla="*/ 4418648 h 5143785"/>
              <a:gd name="connsiteX18836" fmla="*/ 2959799 w 3114960"/>
              <a:gd name="connsiteY18836" fmla="*/ 4418171 h 5143785"/>
              <a:gd name="connsiteX18837" fmla="*/ 2974086 w 3114960"/>
              <a:gd name="connsiteY18837" fmla="*/ 4412933 h 5143785"/>
              <a:gd name="connsiteX18838" fmla="*/ 2959799 w 3114960"/>
              <a:gd name="connsiteY18838" fmla="*/ 4407789 h 5143785"/>
              <a:gd name="connsiteX18839" fmla="*/ 2955893 w 3114960"/>
              <a:gd name="connsiteY18839" fmla="*/ 4407313 h 5143785"/>
              <a:gd name="connsiteX18840" fmla="*/ 2958560 w 3114960"/>
              <a:gd name="connsiteY18840" fmla="*/ 4407027 h 5143785"/>
              <a:gd name="connsiteX18841" fmla="*/ 2962180 w 3114960"/>
              <a:gd name="connsiteY18841" fmla="*/ 4407408 h 5143785"/>
              <a:gd name="connsiteX18842" fmla="*/ 2979134 w 3114960"/>
              <a:gd name="connsiteY18842" fmla="*/ 4390454 h 5143785"/>
              <a:gd name="connsiteX18843" fmla="*/ 2962180 w 3114960"/>
              <a:gd name="connsiteY18843" fmla="*/ 4373499 h 5143785"/>
              <a:gd name="connsiteX18844" fmla="*/ 2945225 w 3114960"/>
              <a:gd name="connsiteY18844" fmla="*/ 4390454 h 5143785"/>
              <a:gd name="connsiteX18845" fmla="*/ 2951226 w 3114960"/>
              <a:gd name="connsiteY18845" fmla="*/ 4403217 h 5143785"/>
              <a:gd name="connsiteX18846" fmla="*/ 2944940 w 3114960"/>
              <a:gd name="connsiteY18846" fmla="*/ 4407313 h 5143785"/>
              <a:gd name="connsiteX18847" fmla="*/ 2959227 w 3114960"/>
              <a:gd name="connsiteY18847" fmla="*/ 4412456 h 5143785"/>
              <a:gd name="connsiteX18848" fmla="*/ 2963037 w 3114960"/>
              <a:gd name="connsiteY18848" fmla="*/ 4412933 h 5143785"/>
              <a:gd name="connsiteX18849" fmla="*/ 2959132 w 3114960"/>
              <a:gd name="connsiteY18849" fmla="*/ 4413409 h 5143785"/>
              <a:gd name="connsiteX18850" fmla="*/ 2944844 w 3114960"/>
              <a:gd name="connsiteY18850" fmla="*/ 4418648 h 5143785"/>
              <a:gd name="connsiteX18851" fmla="*/ 2959132 w 3114960"/>
              <a:gd name="connsiteY18851" fmla="*/ 4423791 h 5143785"/>
              <a:gd name="connsiteX18852" fmla="*/ 2962847 w 3114960"/>
              <a:gd name="connsiteY18852" fmla="*/ 4424268 h 5143785"/>
              <a:gd name="connsiteX18853" fmla="*/ 2959132 w 3114960"/>
              <a:gd name="connsiteY18853" fmla="*/ 4424744 h 5143785"/>
              <a:gd name="connsiteX18854" fmla="*/ 2944844 w 3114960"/>
              <a:gd name="connsiteY18854" fmla="*/ 4429982 h 5143785"/>
              <a:gd name="connsiteX18855" fmla="*/ 2959132 w 3114960"/>
              <a:gd name="connsiteY18855" fmla="*/ 4435126 h 5143785"/>
              <a:gd name="connsiteX18856" fmla="*/ 2962847 w 3114960"/>
              <a:gd name="connsiteY18856" fmla="*/ 4435507 h 5143785"/>
              <a:gd name="connsiteX18857" fmla="*/ 2959132 w 3114960"/>
              <a:gd name="connsiteY18857" fmla="*/ 4435983 h 5143785"/>
              <a:gd name="connsiteX18858" fmla="*/ 2944844 w 3114960"/>
              <a:gd name="connsiteY18858" fmla="*/ 4441127 h 5143785"/>
              <a:gd name="connsiteX18859" fmla="*/ 2959132 w 3114960"/>
              <a:gd name="connsiteY18859" fmla="*/ 4446270 h 5143785"/>
              <a:gd name="connsiteX18860" fmla="*/ 2962847 w 3114960"/>
              <a:gd name="connsiteY18860" fmla="*/ 4446746 h 5143785"/>
              <a:gd name="connsiteX18861" fmla="*/ 2959132 w 3114960"/>
              <a:gd name="connsiteY18861" fmla="*/ 4447223 h 5143785"/>
              <a:gd name="connsiteX18862" fmla="*/ 2944844 w 3114960"/>
              <a:gd name="connsiteY18862" fmla="*/ 4452366 h 5143785"/>
              <a:gd name="connsiteX18863" fmla="*/ 2959132 w 3114960"/>
              <a:gd name="connsiteY18863" fmla="*/ 4457510 h 5143785"/>
              <a:gd name="connsiteX18864" fmla="*/ 2962847 w 3114960"/>
              <a:gd name="connsiteY18864" fmla="*/ 4457986 h 5143785"/>
              <a:gd name="connsiteX18865" fmla="*/ 2959132 w 3114960"/>
              <a:gd name="connsiteY18865" fmla="*/ 4458462 h 5143785"/>
              <a:gd name="connsiteX18866" fmla="*/ 2944844 w 3114960"/>
              <a:gd name="connsiteY18866" fmla="*/ 4463701 h 5143785"/>
              <a:gd name="connsiteX18867" fmla="*/ 2959132 w 3114960"/>
              <a:gd name="connsiteY18867" fmla="*/ 4468845 h 5143785"/>
              <a:gd name="connsiteX18868" fmla="*/ 2962751 w 3114960"/>
              <a:gd name="connsiteY18868" fmla="*/ 4469226 h 5143785"/>
              <a:gd name="connsiteX18869" fmla="*/ 2959132 w 3114960"/>
              <a:gd name="connsiteY18869" fmla="*/ 4469702 h 5143785"/>
              <a:gd name="connsiteX18870" fmla="*/ 2944844 w 3114960"/>
              <a:gd name="connsiteY18870" fmla="*/ 4474845 h 5143785"/>
              <a:gd name="connsiteX18871" fmla="*/ 2959132 w 3114960"/>
              <a:gd name="connsiteY18871" fmla="*/ 4479989 h 5143785"/>
              <a:gd name="connsiteX18872" fmla="*/ 2962847 w 3114960"/>
              <a:gd name="connsiteY18872" fmla="*/ 4480370 h 5143785"/>
              <a:gd name="connsiteX18873" fmla="*/ 2959132 w 3114960"/>
              <a:gd name="connsiteY18873" fmla="*/ 4480846 h 5143785"/>
              <a:gd name="connsiteX18874" fmla="*/ 2944844 w 3114960"/>
              <a:gd name="connsiteY18874" fmla="*/ 4485989 h 5143785"/>
              <a:gd name="connsiteX18875" fmla="*/ 2959132 w 3114960"/>
              <a:gd name="connsiteY18875" fmla="*/ 4491133 h 5143785"/>
              <a:gd name="connsiteX18876" fmla="*/ 2962751 w 3114960"/>
              <a:gd name="connsiteY18876" fmla="*/ 4491514 h 5143785"/>
              <a:gd name="connsiteX18877" fmla="*/ 2959132 w 3114960"/>
              <a:gd name="connsiteY18877" fmla="*/ 4491895 h 5143785"/>
              <a:gd name="connsiteX18878" fmla="*/ 2944844 w 3114960"/>
              <a:gd name="connsiteY18878" fmla="*/ 4497038 h 5143785"/>
              <a:gd name="connsiteX18879" fmla="*/ 2959132 w 3114960"/>
              <a:gd name="connsiteY18879" fmla="*/ 4502182 h 5143785"/>
              <a:gd name="connsiteX18880" fmla="*/ 2962656 w 3114960"/>
              <a:gd name="connsiteY18880" fmla="*/ 4502563 h 5143785"/>
              <a:gd name="connsiteX18881" fmla="*/ 2959132 w 3114960"/>
              <a:gd name="connsiteY18881" fmla="*/ 4502944 h 5143785"/>
              <a:gd name="connsiteX18882" fmla="*/ 2944844 w 3114960"/>
              <a:gd name="connsiteY18882" fmla="*/ 4508087 h 5143785"/>
              <a:gd name="connsiteX18883" fmla="*/ 2959132 w 3114960"/>
              <a:gd name="connsiteY18883" fmla="*/ 4513231 h 5143785"/>
              <a:gd name="connsiteX18884" fmla="*/ 2962656 w 3114960"/>
              <a:gd name="connsiteY18884" fmla="*/ 4513612 h 5143785"/>
              <a:gd name="connsiteX18885" fmla="*/ 2959132 w 3114960"/>
              <a:gd name="connsiteY18885" fmla="*/ 4513993 h 5143785"/>
              <a:gd name="connsiteX18886" fmla="*/ 2944844 w 3114960"/>
              <a:gd name="connsiteY18886" fmla="*/ 4519137 h 5143785"/>
              <a:gd name="connsiteX18887" fmla="*/ 2959132 w 3114960"/>
              <a:gd name="connsiteY18887" fmla="*/ 4524280 h 5143785"/>
              <a:gd name="connsiteX18888" fmla="*/ 2962751 w 3114960"/>
              <a:gd name="connsiteY18888" fmla="*/ 4524661 h 5143785"/>
              <a:gd name="connsiteX18889" fmla="*/ 2959132 w 3114960"/>
              <a:gd name="connsiteY18889" fmla="*/ 4525137 h 5143785"/>
              <a:gd name="connsiteX18890" fmla="*/ 2944844 w 3114960"/>
              <a:gd name="connsiteY18890" fmla="*/ 4530281 h 5143785"/>
              <a:gd name="connsiteX18891" fmla="*/ 2959132 w 3114960"/>
              <a:gd name="connsiteY18891" fmla="*/ 4535424 h 5143785"/>
              <a:gd name="connsiteX18892" fmla="*/ 2962751 w 3114960"/>
              <a:gd name="connsiteY18892" fmla="*/ 4535805 h 5143785"/>
              <a:gd name="connsiteX18893" fmla="*/ 2959132 w 3114960"/>
              <a:gd name="connsiteY18893" fmla="*/ 4536281 h 5143785"/>
              <a:gd name="connsiteX18894" fmla="*/ 2944844 w 3114960"/>
              <a:gd name="connsiteY18894" fmla="*/ 4541425 h 5143785"/>
              <a:gd name="connsiteX18895" fmla="*/ 2959132 w 3114960"/>
              <a:gd name="connsiteY18895" fmla="*/ 4546569 h 5143785"/>
              <a:gd name="connsiteX18896" fmla="*/ 2962751 w 3114960"/>
              <a:gd name="connsiteY18896" fmla="*/ 4546949 h 5143785"/>
              <a:gd name="connsiteX18897" fmla="*/ 2959132 w 3114960"/>
              <a:gd name="connsiteY18897" fmla="*/ 4547330 h 5143785"/>
              <a:gd name="connsiteX18898" fmla="*/ 2944844 w 3114960"/>
              <a:gd name="connsiteY18898" fmla="*/ 4552474 h 5143785"/>
              <a:gd name="connsiteX18899" fmla="*/ 2959132 w 3114960"/>
              <a:gd name="connsiteY18899" fmla="*/ 4557618 h 5143785"/>
              <a:gd name="connsiteX18900" fmla="*/ 2962751 w 3114960"/>
              <a:gd name="connsiteY18900" fmla="*/ 4558094 h 5143785"/>
              <a:gd name="connsiteX18901" fmla="*/ 2959132 w 3114960"/>
              <a:gd name="connsiteY18901" fmla="*/ 4558570 h 5143785"/>
              <a:gd name="connsiteX18902" fmla="*/ 2944844 w 3114960"/>
              <a:gd name="connsiteY18902" fmla="*/ 4563713 h 5143785"/>
              <a:gd name="connsiteX18903" fmla="*/ 2959132 w 3114960"/>
              <a:gd name="connsiteY18903" fmla="*/ 4568857 h 5143785"/>
              <a:gd name="connsiteX18904" fmla="*/ 2962751 w 3114960"/>
              <a:gd name="connsiteY18904" fmla="*/ 4569238 h 5143785"/>
              <a:gd name="connsiteX18905" fmla="*/ 2959132 w 3114960"/>
              <a:gd name="connsiteY18905" fmla="*/ 4569714 h 5143785"/>
              <a:gd name="connsiteX18906" fmla="*/ 2944844 w 3114960"/>
              <a:gd name="connsiteY18906" fmla="*/ 4574858 h 5143785"/>
              <a:gd name="connsiteX18907" fmla="*/ 2955703 w 3114960"/>
              <a:gd name="connsiteY18907" fmla="*/ 4579620 h 5143785"/>
              <a:gd name="connsiteX18908" fmla="*/ 2944463 w 3114960"/>
              <a:gd name="connsiteY18908" fmla="*/ 4579620 h 5143785"/>
              <a:gd name="connsiteX18909" fmla="*/ 2940844 w 3114960"/>
              <a:gd name="connsiteY18909" fmla="*/ 4583240 h 5143785"/>
              <a:gd name="connsiteX18910" fmla="*/ 2940844 w 3114960"/>
              <a:gd name="connsiteY18910" fmla="*/ 4596289 h 5143785"/>
              <a:gd name="connsiteX18911" fmla="*/ 2944463 w 3114960"/>
              <a:gd name="connsiteY18911" fmla="*/ 4599909 h 5143785"/>
              <a:gd name="connsiteX18912" fmla="*/ 2951988 w 3114960"/>
              <a:gd name="connsiteY18912" fmla="*/ 4390168 h 5143785"/>
              <a:gd name="connsiteX18913" fmla="*/ 2961799 w 3114960"/>
              <a:gd name="connsiteY18913" fmla="*/ 4380357 h 5143785"/>
              <a:gd name="connsiteX18914" fmla="*/ 2971610 w 3114960"/>
              <a:gd name="connsiteY18914" fmla="*/ 4390168 h 5143785"/>
              <a:gd name="connsiteX18915" fmla="*/ 2961799 w 3114960"/>
              <a:gd name="connsiteY18915" fmla="*/ 4399979 h 5143785"/>
              <a:gd name="connsiteX18916" fmla="*/ 2951988 w 3114960"/>
              <a:gd name="connsiteY18916" fmla="*/ 4390168 h 5143785"/>
              <a:gd name="connsiteX18917" fmla="*/ 2948083 w 3114960"/>
              <a:gd name="connsiteY18917" fmla="*/ 4586954 h 5143785"/>
              <a:gd name="connsiteX18918" fmla="*/ 2970467 w 3114960"/>
              <a:gd name="connsiteY18918" fmla="*/ 4586954 h 5143785"/>
              <a:gd name="connsiteX18919" fmla="*/ 2970467 w 3114960"/>
              <a:gd name="connsiteY18919" fmla="*/ 4592860 h 5143785"/>
              <a:gd name="connsiteX18920" fmla="*/ 2948083 w 3114960"/>
              <a:gd name="connsiteY18920" fmla="*/ 4592860 h 5143785"/>
              <a:gd name="connsiteX18921" fmla="*/ 2948083 w 3114960"/>
              <a:gd name="connsiteY18921" fmla="*/ 4586954 h 5143785"/>
              <a:gd name="connsiteX18922" fmla="*/ 528733 w 3114960"/>
              <a:gd name="connsiteY18922" fmla="*/ 50387 h 5143785"/>
              <a:gd name="connsiteX18923" fmla="*/ 523970 w 3114960"/>
              <a:gd name="connsiteY18923" fmla="*/ 50387 h 5143785"/>
              <a:gd name="connsiteX18924" fmla="*/ 523970 w 3114960"/>
              <a:gd name="connsiteY18924" fmla="*/ 30290 h 5143785"/>
              <a:gd name="connsiteX18925" fmla="*/ 528733 w 3114960"/>
              <a:gd name="connsiteY18925" fmla="*/ 30290 h 5143785"/>
              <a:gd name="connsiteX18926" fmla="*/ 528733 w 3114960"/>
              <a:gd name="connsiteY18926" fmla="*/ 50387 h 5143785"/>
              <a:gd name="connsiteX18927" fmla="*/ 680180 w 3114960"/>
              <a:gd name="connsiteY18927" fmla="*/ 583121 h 5143785"/>
              <a:gd name="connsiteX18928" fmla="*/ 673037 w 3114960"/>
              <a:gd name="connsiteY18928" fmla="*/ 583121 h 5143785"/>
              <a:gd name="connsiteX18929" fmla="*/ 673037 w 3114960"/>
              <a:gd name="connsiteY18929" fmla="*/ 575501 h 5143785"/>
              <a:gd name="connsiteX18930" fmla="*/ 680180 w 3114960"/>
              <a:gd name="connsiteY18930" fmla="*/ 575501 h 5143785"/>
              <a:gd name="connsiteX18931" fmla="*/ 680180 w 3114960"/>
              <a:gd name="connsiteY18931" fmla="*/ 583121 h 5143785"/>
              <a:gd name="connsiteX18932" fmla="*/ 680180 w 3114960"/>
              <a:gd name="connsiteY18932" fmla="*/ 552545 h 5143785"/>
              <a:gd name="connsiteX18933" fmla="*/ 673037 w 3114960"/>
              <a:gd name="connsiteY18933" fmla="*/ 552545 h 5143785"/>
              <a:gd name="connsiteX18934" fmla="*/ 673037 w 3114960"/>
              <a:gd name="connsiteY18934" fmla="*/ 547783 h 5143785"/>
              <a:gd name="connsiteX18935" fmla="*/ 680180 w 3114960"/>
              <a:gd name="connsiteY18935" fmla="*/ 547783 h 5143785"/>
              <a:gd name="connsiteX18936" fmla="*/ 680180 w 3114960"/>
              <a:gd name="connsiteY18936" fmla="*/ 552545 h 5143785"/>
              <a:gd name="connsiteX18937" fmla="*/ 680180 w 3114960"/>
              <a:gd name="connsiteY18937" fmla="*/ 567785 h 5143785"/>
              <a:gd name="connsiteX18938" fmla="*/ 673037 w 3114960"/>
              <a:gd name="connsiteY18938" fmla="*/ 567785 h 5143785"/>
              <a:gd name="connsiteX18939" fmla="*/ 673037 w 3114960"/>
              <a:gd name="connsiteY18939" fmla="*/ 560165 h 5143785"/>
              <a:gd name="connsiteX18940" fmla="*/ 680180 w 3114960"/>
              <a:gd name="connsiteY18940" fmla="*/ 560165 h 5143785"/>
              <a:gd name="connsiteX18941" fmla="*/ 680180 w 3114960"/>
              <a:gd name="connsiteY18941" fmla="*/ 567785 h 5143785"/>
              <a:gd name="connsiteX18942" fmla="*/ 673037 w 3114960"/>
              <a:gd name="connsiteY18942" fmla="*/ 606076 h 5143785"/>
              <a:gd name="connsiteX18943" fmla="*/ 680180 w 3114960"/>
              <a:gd name="connsiteY18943" fmla="*/ 606076 h 5143785"/>
              <a:gd name="connsiteX18944" fmla="*/ 680180 w 3114960"/>
              <a:gd name="connsiteY18944" fmla="*/ 612553 h 5143785"/>
              <a:gd name="connsiteX18945" fmla="*/ 675227 w 3114960"/>
              <a:gd name="connsiteY18945" fmla="*/ 616649 h 5143785"/>
              <a:gd name="connsiteX18946" fmla="*/ 670655 w 3114960"/>
              <a:gd name="connsiteY18946" fmla="*/ 611124 h 5143785"/>
              <a:gd name="connsiteX18947" fmla="*/ 673037 w 3114960"/>
              <a:gd name="connsiteY18947" fmla="*/ 609124 h 5143785"/>
              <a:gd name="connsiteX18948" fmla="*/ 673037 w 3114960"/>
              <a:gd name="connsiteY18948" fmla="*/ 606076 h 5143785"/>
              <a:gd name="connsiteX18949" fmla="*/ 528733 w 3114960"/>
              <a:gd name="connsiteY18949" fmla="*/ 171069 h 5143785"/>
              <a:gd name="connsiteX18950" fmla="*/ 523970 w 3114960"/>
              <a:gd name="connsiteY18950" fmla="*/ 171069 h 5143785"/>
              <a:gd name="connsiteX18951" fmla="*/ 523970 w 3114960"/>
              <a:gd name="connsiteY18951" fmla="*/ 150971 h 5143785"/>
              <a:gd name="connsiteX18952" fmla="*/ 528733 w 3114960"/>
              <a:gd name="connsiteY18952" fmla="*/ 150971 h 5143785"/>
              <a:gd name="connsiteX18953" fmla="*/ 528733 w 3114960"/>
              <a:gd name="connsiteY18953" fmla="*/ 171069 h 5143785"/>
              <a:gd name="connsiteX18954" fmla="*/ 523970 w 3114960"/>
              <a:gd name="connsiteY18954" fmla="*/ 191167 h 5143785"/>
              <a:gd name="connsiteX18955" fmla="*/ 528733 w 3114960"/>
              <a:gd name="connsiteY18955" fmla="*/ 191167 h 5143785"/>
              <a:gd name="connsiteX18956" fmla="*/ 528733 w 3114960"/>
              <a:gd name="connsiteY18956" fmla="*/ 211265 h 5143785"/>
              <a:gd name="connsiteX18957" fmla="*/ 523970 w 3114960"/>
              <a:gd name="connsiteY18957" fmla="*/ 211265 h 5143785"/>
              <a:gd name="connsiteX18958" fmla="*/ 523970 w 3114960"/>
              <a:gd name="connsiteY18958" fmla="*/ 191167 h 5143785"/>
              <a:gd name="connsiteX18959" fmla="*/ 523970 w 3114960"/>
              <a:gd name="connsiteY18959" fmla="*/ 110776 h 5143785"/>
              <a:gd name="connsiteX18960" fmla="*/ 528733 w 3114960"/>
              <a:gd name="connsiteY18960" fmla="*/ 110776 h 5143785"/>
              <a:gd name="connsiteX18961" fmla="*/ 528733 w 3114960"/>
              <a:gd name="connsiteY18961" fmla="*/ 130873 h 5143785"/>
              <a:gd name="connsiteX18962" fmla="*/ 523970 w 3114960"/>
              <a:gd name="connsiteY18962" fmla="*/ 130873 h 5143785"/>
              <a:gd name="connsiteX18963" fmla="*/ 523970 w 3114960"/>
              <a:gd name="connsiteY18963" fmla="*/ 110776 h 5143785"/>
              <a:gd name="connsiteX18964" fmla="*/ 3114770 w 3114960"/>
              <a:gd name="connsiteY18964" fmla="*/ 4962811 h 5143785"/>
              <a:gd name="connsiteX18965" fmla="*/ 3114770 w 3114960"/>
              <a:gd name="connsiteY18965" fmla="*/ 4954334 h 5143785"/>
              <a:gd name="connsiteX18966" fmla="*/ 3114770 w 3114960"/>
              <a:gd name="connsiteY18966" fmla="*/ 4962811 h 5143785"/>
              <a:gd name="connsiteX18967" fmla="*/ 204311 w 3114960"/>
              <a:gd name="connsiteY18967" fmla="*/ 1191006 h 5143785"/>
              <a:gd name="connsiteX18968" fmla="*/ 195263 w 3114960"/>
              <a:gd name="connsiteY18968" fmla="*/ 1198340 h 5143785"/>
              <a:gd name="connsiteX18969" fmla="*/ 120110 w 3114960"/>
              <a:gd name="connsiteY18969" fmla="*/ 1198340 h 5143785"/>
              <a:gd name="connsiteX18970" fmla="*/ 94107 w 3114960"/>
              <a:gd name="connsiteY18970" fmla="*/ 1226153 h 5143785"/>
              <a:gd name="connsiteX18971" fmla="*/ 94107 w 3114960"/>
              <a:gd name="connsiteY18971" fmla="*/ 1323308 h 5143785"/>
              <a:gd name="connsiteX18972" fmla="*/ 87059 w 3114960"/>
              <a:gd name="connsiteY18972" fmla="*/ 1332262 h 5143785"/>
              <a:gd name="connsiteX18973" fmla="*/ 96488 w 3114960"/>
              <a:gd name="connsiteY18973" fmla="*/ 1341692 h 5143785"/>
              <a:gd name="connsiteX18974" fmla="*/ 105918 w 3114960"/>
              <a:gd name="connsiteY18974" fmla="*/ 1332262 h 5143785"/>
              <a:gd name="connsiteX18975" fmla="*/ 98870 w 3114960"/>
              <a:gd name="connsiteY18975" fmla="*/ 1323308 h 5143785"/>
              <a:gd name="connsiteX18976" fmla="*/ 98870 w 3114960"/>
              <a:gd name="connsiteY18976" fmla="*/ 1228058 h 5143785"/>
              <a:gd name="connsiteX18977" fmla="*/ 122111 w 3114960"/>
              <a:gd name="connsiteY18977" fmla="*/ 1203198 h 5143785"/>
              <a:gd name="connsiteX18978" fmla="*/ 195263 w 3114960"/>
              <a:gd name="connsiteY18978" fmla="*/ 1203198 h 5143785"/>
              <a:gd name="connsiteX18979" fmla="*/ 204216 w 3114960"/>
              <a:gd name="connsiteY18979" fmla="*/ 1209961 h 5143785"/>
              <a:gd name="connsiteX18980" fmla="*/ 213646 w 3114960"/>
              <a:gd name="connsiteY18980" fmla="*/ 1200531 h 5143785"/>
              <a:gd name="connsiteX18981" fmla="*/ 204216 w 3114960"/>
              <a:gd name="connsiteY18981" fmla="*/ 1191101 h 5143785"/>
              <a:gd name="connsiteX18982" fmla="*/ 101251 w 3114960"/>
              <a:gd name="connsiteY18982" fmla="*/ 1332262 h 5143785"/>
              <a:gd name="connsiteX18983" fmla="*/ 96584 w 3114960"/>
              <a:gd name="connsiteY18983" fmla="*/ 1336929 h 5143785"/>
              <a:gd name="connsiteX18984" fmla="*/ 91916 w 3114960"/>
              <a:gd name="connsiteY18984" fmla="*/ 1332262 h 5143785"/>
              <a:gd name="connsiteX18985" fmla="*/ 96584 w 3114960"/>
              <a:gd name="connsiteY18985" fmla="*/ 1327595 h 5143785"/>
              <a:gd name="connsiteX18986" fmla="*/ 101251 w 3114960"/>
              <a:gd name="connsiteY18986" fmla="*/ 1332262 h 5143785"/>
              <a:gd name="connsiteX18987" fmla="*/ 204311 w 3114960"/>
              <a:gd name="connsiteY18987" fmla="*/ 1205198 h 5143785"/>
              <a:gd name="connsiteX18988" fmla="*/ 199644 w 3114960"/>
              <a:gd name="connsiteY18988" fmla="*/ 1200531 h 5143785"/>
              <a:gd name="connsiteX18989" fmla="*/ 204311 w 3114960"/>
              <a:gd name="connsiteY18989" fmla="*/ 1195864 h 5143785"/>
              <a:gd name="connsiteX18990" fmla="*/ 208979 w 3114960"/>
              <a:gd name="connsiteY18990" fmla="*/ 1200531 h 5143785"/>
              <a:gd name="connsiteX18991" fmla="*/ 204311 w 3114960"/>
              <a:gd name="connsiteY18991" fmla="*/ 1205198 h 5143785"/>
              <a:gd name="connsiteX18992" fmla="*/ 3101721 w 3114960"/>
              <a:gd name="connsiteY18992" fmla="*/ 572 h 5143785"/>
              <a:gd name="connsiteX18993" fmla="*/ 3091339 w 3114960"/>
              <a:gd name="connsiteY18993" fmla="*/ 10954 h 5143785"/>
              <a:gd name="connsiteX18994" fmla="*/ 3101721 w 3114960"/>
              <a:gd name="connsiteY18994" fmla="*/ 21336 h 5143785"/>
              <a:gd name="connsiteX18995" fmla="*/ 3111627 w 3114960"/>
              <a:gd name="connsiteY18995" fmla="*/ 13335 h 5143785"/>
              <a:gd name="connsiteX18996" fmla="*/ 3114770 w 3114960"/>
              <a:gd name="connsiteY18996" fmla="*/ 13335 h 5143785"/>
              <a:gd name="connsiteX18997" fmla="*/ 3114770 w 3114960"/>
              <a:gd name="connsiteY18997" fmla="*/ 8573 h 5143785"/>
              <a:gd name="connsiteX18998" fmla="*/ 3111627 w 3114960"/>
              <a:gd name="connsiteY18998" fmla="*/ 8573 h 5143785"/>
              <a:gd name="connsiteX18999" fmla="*/ 3101721 w 3114960"/>
              <a:gd name="connsiteY18999" fmla="*/ 572 h 5143785"/>
              <a:gd name="connsiteX19000" fmla="*/ 3101721 w 3114960"/>
              <a:gd name="connsiteY19000" fmla="*/ 16669 h 5143785"/>
              <a:gd name="connsiteX19001" fmla="*/ 3096101 w 3114960"/>
              <a:gd name="connsiteY19001" fmla="*/ 11049 h 5143785"/>
              <a:gd name="connsiteX19002" fmla="*/ 3101721 w 3114960"/>
              <a:gd name="connsiteY19002" fmla="*/ 5429 h 5143785"/>
              <a:gd name="connsiteX19003" fmla="*/ 3107341 w 3114960"/>
              <a:gd name="connsiteY19003" fmla="*/ 11049 h 5143785"/>
              <a:gd name="connsiteX19004" fmla="*/ 3101721 w 3114960"/>
              <a:gd name="connsiteY19004" fmla="*/ 16669 h 5143785"/>
              <a:gd name="connsiteX19005" fmla="*/ 451771 w 3114960"/>
              <a:gd name="connsiteY19005" fmla="*/ 607600 h 5143785"/>
              <a:gd name="connsiteX19006" fmla="*/ 458914 w 3114960"/>
              <a:gd name="connsiteY19006" fmla="*/ 607600 h 5143785"/>
              <a:gd name="connsiteX19007" fmla="*/ 458914 w 3114960"/>
              <a:gd name="connsiteY19007" fmla="*/ 614077 h 5143785"/>
              <a:gd name="connsiteX19008" fmla="*/ 453962 w 3114960"/>
              <a:gd name="connsiteY19008" fmla="*/ 618173 h 5143785"/>
              <a:gd name="connsiteX19009" fmla="*/ 449389 w 3114960"/>
              <a:gd name="connsiteY19009" fmla="*/ 612648 h 5143785"/>
              <a:gd name="connsiteX19010" fmla="*/ 451771 w 3114960"/>
              <a:gd name="connsiteY19010" fmla="*/ 610648 h 5143785"/>
              <a:gd name="connsiteX19011" fmla="*/ 451771 w 3114960"/>
              <a:gd name="connsiteY19011" fmla="*/ 607600 h 5143785"/>
              <a:gd name="connsiteX19012" fmla="*/ 314325 w 3114960"/>
              <a:gd name="connsiteY19012" fmla="*/ 644081 h 5143785"/>
              <a:gd name="connsiteX19013" fmla="*/ 309753 w 3114960"/>
              <a:gd name="connsiteY19013" fmla="*/ 638556 h 5143785"/>
              <a:gd name="connsiteX19014" fmla="*/ 314992 w 3114960"/>
              <a:gd name="connsiteY19014" fmla="*/ 634270 h 5143785"/>
              <a:gd name="connsiteX19015" fmla="*/ 319564 w 3114960"/>
              <a:gd name="connsiteY19015" fmla="*/ 639794 h 5143785"/>
              <a:gd name="connsiteX19016" fmla="*/ 314325 w 3114960"/>
              <a:gd name="connsiteY19016" fmla="*/ 644081 h 5143785"/>
              <a:gd name="connsiteX19017" fmla="*/ 309086 w 3114960"/>
              <a:gd name="connsiteY19017" fmla="*/ 648462 h 5143785"/>
              <a:gd name="connsiteX19018" fmla="*/ 304514 w 3114960"/>
              <a:gd name="connsiteY19018" fmla="*/ 642938 h 5143785"/>
              <a:gd name="connsiteX19019" fmla="*/ 301181 w 3114960"/>
              <a:gd name="connsiteY19019" fmla="*/ 645700 h 5143785"/>
              <a:gd name="connsiteX19020" fmla="*/ 286988 w 3114960"/>
              <a:gd name="connsiteY19020" fmla="*/ 646938 h 5143785"/>
              <a:gd name="connsiteX19021" fmla="*/ 285845 w 3114960"/>
              <a:gd name="connsiteY19021" fmla="*/ 648843 h 5143785"/>
              <a:gd name="connsiteX19022" fmla="*/ 178403 w 3114960"/>
              <a:gd name="connsiteY19022" fmla="*/ 648843 h 5143785"/>
              <a:gd name="connsiteX19023" fmla="*/ 159925 w 3114960"/>
              <a:gd name="connsiteY19023" fmla="*/ 631508 h 5143785"/>
              <a:gd name="connsiteX19024" fmla="*/ 34766 w 3114960"/>
              <a:gd name="connsiteY19024" fmla="*/ 631508 h 5143785"/>
              <a:gd name="connsiteX19025" fmla="*/ 34766 w 3114960"/>
              <a:gd name="connsiteY19025" fmla="*/ 632936 h 5143785"/>
              <a:gd name="connsiteX19026" fmla="*/ 95 w 3114960"/>
              <a:gd name="connsiteY19026" fmla="*/ 613505 h 5143785"/>
              <a:gd name="connsiteX19027" fmla="*/ 95 w 3114960"/>
              <a:gd name="connsiteY19027" fmla="*/ 615887 h 5143785"/>
              <a:gd name="connsiteX19028" fmla="*/ 34766 w 3114960"/>
              <a:gd name="connsiteY19028" fmla="*/ 637889 h 5143785"/>
              <a:gd name="connsiteX19029" fmla="*/ 34766 w 3114960"/>
              <a:gd name="connsiteY19029" fmla="*/ 638651 h 5143785"/>
              <a:gd name="connsiteX19030" fmla="*/ 35147 w 3114960"/>
              <a:gd name="connsiteY19030" fmla="*/ 638651 h 5143785"/>
              <a:gd name="connsiteX19031" fmla="*/ 38672 w 3114960"/>
              <a:gd name="connsiteY19031" fmla="*/ 654653 h 5143785"/>
              <a:gd name="connsiteX19032" fmla="*/ 34290 w 3114960"/>
              <a:gd name="connsiteY19032" fmla="*/ 672179 h 5143785"/>
              <a:gd name="connsiteX19033" fmla="*/ 32576 w 3114960"/>
              <a:gd name="connsiteY19033" fmla="*/ 672179 h 5143785"/>
              <a:gd name="connsiteX19034" fmla="*/ 32576 w 3114960"/>
              <a:gd name="connsiteY19034" fmla="*/ 675418 h 5143785"/>
              <a:gd name="connsiteX19035" fmla="*/ 95 w 3114960"/>
              <a:gd name="connsiteY19035" fmla="*/ 693420 h 5143785"/>
              <a:gd name="connsiteX19036" fmla="*/ 95 w 3114960"/>
              <a:gd name="connsiteY19036" fmla="*/ 695801 h 5143785"/>
              <a:gd name="connsiteX19037" fmla="*/ 32576 w 3114960"/>
              <a:gd name="connsiteY19037" fmla="*/ 679323 h 5143785"/>
              <a:gd name="connsiteX19038" fmla="*/ 154877 w 3114960"/>
              <a:gd name="connsiteY19038" fmla="*/ 679323 h 5143785"/>
              <a:gd name="connsiteX19039" fmla="*/ 173355 w 3114960"/>
              <a:gd name="connsiteY19039" fmla="*/ 696659 h 5143785"/>
              <a:gd name="connsiteX19040" fmla="*/ 307181 w 3114960"/>
              <a:gd name="connsiteY19040" fmla="*/ 696659 h 5143785"/>
              <a:gd name="connsiteX19041" fmla="*/ 307181 w 3114960"/>
              <a:gd name="connsiteY19041" fmla="*/ 698373 h 5143785"/>
              <a:gd name="connsiteX19042" fmla="*/ 315373 w 3114960"/>
              <a:gd name="connsiteY19042" fmla="*/ 711803 h 5143785"/>
              <a:gd name="connsiteX19043" fmla="*/ 323088 w 3114960"/>
              <a:gd name="connsiteY19043" fmla="*/ 715232 h 5143785"/>
              <a:gd name="connsiteX19044" fmla="*/ 313277 w 3114960"/>
              <a:gd name="connsiteY19044" fmla="*/ 722567 h 5143785"/>
              <a:gd name="connsiteX19045" fmla="*/ 211836 w 3114960"/>
              <a:gd name="connsiteY19045" fmla="*/ 722567 h 5143785"/>
              <a:gd name="connsiteX19046" fmla="*/ 211169 w 3114960"/>
              <a:gd name="connsiteY19046" fmla="*/ 722757 h 5143785"/>
              <a:gd name="connsiteX19047" fmla="*/ 180118 w 3114960"/>
              <a:gd name="connsiteY19047" fmla="*/ 744855 h 5143785"/>
              <a:gd name="connsiteX19048" fmla="*/ 95 w 3114960"/>
              <a:gd name="connsiteY19048" fmla="*/ 745427 h 5143785"/>
              <a:gd name="connsiteX19049" fmla="*/ 95 w 3114960"/>
              <a:gd name="connsiteY19049" fmla="*/ 747808 h 5143785"/>
              <a:gd name="connsiteX19050" fmla="*/ 180499 w 3114960"/>
              <a:gd name="connsiteY19050" fmla="*/ 747236 h 5143785"/>
              <a:gd name="connsiteX19051" fmla="*/ 181166 w 3114960"/>
              <a:gd name="connsiteY19051" fmla="*/ 747046 h 5143785"/>
              <a:gd name="connsiteX19052" fmla="*/ 212217 w 3114960"/>
              <a:gd name="connsiteY19052" fmla="*/ 724948 h 5143785"/>
              <a:gd name="connsiteX19053" fmla="*/ 313658 w 3114960"/>
              <a:gd name="connsiteY19053" fmla="*/ 724948 h 5143785"/>
              <a:gd name="connsiteX19054" fmla="*/ 314325 w 3114960"/>
              <a:gd name="connsiteY19054" fmla="*/ 724757 h 5143785"/>
              <a:gd name="connsiteX19055" fmla="*/ 326422 w 3114960"/>
              <a:gd name="connsiteY19055" fmla="*/ 715804 h 5143785"/>
              <a:gd name="connsiteX19056" fmla="*/ 330708 w 3114960"/>
              <a:gd name="connsiteY19056" fmla="*/ 715613 h 5143785"/>
              <a:gd name="connsiteX19057" fmla="*/ 344138 w 3114960"/>
              <a:gd name="connsiteY19057" fmla="*/ 707422 h 5143785"/>
              <a:gd name="connsiteX19058" fmla="*/ 347758 w 3114960"/>
              <a:gd name="connsiteY19058" fmla="*/ 691801 h 5143785"/>
              <a:gd name="connsiteX19059" fmla="*/ 446532 w 3114960"/>
              <a:gd name="connsiteY19059" fmla="*/ 691801 h 5143785"/>
              <a:gd name="connsiteX19060" fmla="*/ 464725 w 3114960"/>
              <a:gd name="connsiteY19060" fmla="*/ 708089 h 5143785"/>
              <a:gd name="connsiteX19061" fmla="*/ 558927 w 3114960"/>
              <a:gd name="connsiteY19061" fmla="*/ 708089 h 5143785"/>
              <a:gd name="connsiteX19062" fmla="*/ 572453 w 3114960"/>
              <a:gd name="connsiteY19062" fmla="*/ 693896 h 5143785"/>
              <a:gd name="connsiteX19063" fmla="*/ 572453 w 3114960"/>
              <a:gd name="connsiteY19063" fmla="*/ 667322 h 5143785"/>
              <a:gd name="connsiteX19064" fmla="*/ 580358 w 3114960"/>
              <a:gd name="connsiteY19064" fmla="*/ 667322 h 5143785"/>
              <a:gd name="connsiteX19065" fmla="*/ 580358 w 3114960"/>
              <a:gd name="connsiteY19065" fmla="*/ 693229 h 5143785"/>
              <a:gd name="connsiteX19066" fmla="*/ 593693 w 3114960"/>
              <a:gd name="connsiteY19066" fmla="*/ 705993 h 5143785"/>
              <a:gd name="connsiteX19067" fmla="*/ 617029 w 3114960"/>
              <a:gd name="connsiteY19067" fmla="*/ 705802 h 5143785"/>
              <a:gd name="connsiteX19068" fmla="*/ 716471 w 3114960"/>
              <a:gd name="connsiteY19068" fmla="*/ 618363 h 5143785"/>
              <a:gd name="connsiteX19069" fmla="*/ 717233 w 3114960"/>
              <a:gd name="connsiteY19069" fmla="*/ 617696 h 5143785"/>
              <a:gd name="connsiteX19070" fmla="*/ 717233 w 3114960"/>
              <a:gd name="connsiteY19070" fmla="*/ 610934 h 5143785"/>
              <a:gd name="connsiteX19071" fmla="*/ 724662 w 3114960"/>
              <a:gd name="connsiteY19071" fmla="*/ 601694 h 5143785"/>
              <a:gd name="connsiteX19072" fmla="*/ 724091 w 3114960"/>
              <a:gd name="connsiteY19072" fmla="*/ 598837 h 5143785"/>
              <a:gd name="connsiteX19073" fmla="*/ 737902 w 3114960"/>
              <a:gd name="connsiteY19073" fmla="*/ 587883 h 5143785"/>
              <a:gd name="connsiteX19074" fmla="*/ 842963 w 3114960"/>
              <a:gd name="connsiteY19074" fmla="*/ 588550 h 5143785"/>
              <a:gd name="connsiteX19075" fmla="*/ 874586 w 3114960"/>
              <a:gd name="connsiteY19075" fmla="*/ 560546 h 5143785"/>
              <a:gd name="connsiteX19076" fmla="*/ 880015 w 3114960"/>
              <a:gd name="connsiteY19076" fmla="*/ 562451 h 5143785"/>
              <a:gd name="connsiteX19077" fmla="*/ 889826 w 3114960"/>
              <a:gd name="connsiteY19077" fmla="*/ 552736 h 5143785"/>
              <a:gd name="connsiteX19078" fmla="*/ 880015 w 3114960"/>
              <a:gd name="connsiteY19078" fmla="*/ 542925 h 5143785"/>
              <a:gd name="connsiteX19079" fmla="*/ 870299 w 3114960"/>
              <a:gd name="connsiteY19079" fmla="*/ 552736 h 5143785"/>
              <a:gd name="connsiteX19080" fmla="*/ 871442 w 3114960"/>
              <a:gd name="connsiteY19080" fmla="*/ 557117 h 5143785"/>
              <a:gd name="connsiteX19081" fmla="*/ 841248 w 3114960"/>
              <a:gd name="connsiteY19081" fmla="*/ 583883 h 5143785"/>
              <a:gd name="connsiteX19082" fmla="*/ 736378 w 3114960"/>
              <a:gd name="connsiteY19082" fmla="*/ 583216 h 5143785"/>
              <a:gd name="connsiteX19083" fmla="*/ 721709 w 3114960"/>
              <a:gd name="connsiteY19083" fmla="*/ 594741 h 5143785"/>
              <a:gd name="connsiteX19084" fmla="*/ 714947 w 3114960"/>
              <a:gd name="connsiteY19084" fmla="*/ 591979 h 5143785"/>
              <a:gd name="connsiteX19085" fmla="*/ 705136 w 3114960"/>
              <a:gd name="connsiteY19085" fmla="*/ 601790 h 5143785"/>
              <a:gd name="connsiteX19086" fmla="*/ 712565 w 3114960"/>
              <a:gd name="connsiteY19086" fmla="*/ 611029 h 5143785"/>
              <a:gd name="connsiteX19087" fmla="*/ 712565 w 3114960"/>
              <a:gd name="connsiteY19087" fmla="*/ 615601 h 5143785"/>
              <a:gd name="connsiteX19088" fmla="*/ 615315 w 3114960"/>
              <a:gd name="connsiteY19088" fmla="*/ 701135 h 5143785"/>
              <a:gd name="connsiteX19089" fmla="*/ 595694 w 3114960"/>
              <a:gd name="connsiteY19089" fmla="*/ 701326 h 5143785"/>
              <a:gd name="connsiteX19090" fmla="*/ 585216 w 3114960"/>
              <a:gd name="connsiteY19090" fmla="*/ 691325 h 5143785"/>
              <a:gd name="connsiteX19091" fmla="*/ 585216 w 3114960"/>
              <a:gd name="connsiteY19091" fmla="*/ 666941 h 5143785"/>
              <a:gd name="connsiteX19092" fmla="*/ 589693 w 3114960"/>
              <a:gd name="connsiteY19092" fmla="*/ 660654 h 5143785"/>
              <a:gd name="connsiteX19093" fmla="*/ 589693 w 3114960"/>
              <a:gd name="connsiteY19093" fmla="*/ 647986 h 5143785"/>
              <a:gd name="connsiteX19094" fmla="*/ 582835 w 3114960"/>
              <a:gd name="connsiteY19094" fmla="*/ 641128 h 5143785"/>
              <a:gd name="connsiteX19095" fmla="*/ 570167 w 3114960"/>
              <a:gd name="connsiteY19095" fmla="*/ 641128 h 5143785"/>
              <a:gd name="connsiteX19096" fmla="*/ 563309 w 3114960"/>
              <a:gd name="connsiteY19096" fmla="*/ 647986 h 5143785"/>
              <a:gd name="connsiteX19097" fmla="*/ 563309 w 3114960"/>
              <a:gd name="connsiteY19097" fmla="*/ 660654 h 5143785"/>
              <a:gd name="connsiteX19098" fmla="*/ 567785 w 3114960"/>
              <a:gd name="connsiteY19098" fmla="*/ 666941 h 5143785"/>
              <a:gd name="connsiteX19099" fmla="*/ 567785 w 3114960"/>
              <a:gd name="connsiteY19099" fmla="*/ 692087 h 5143785"/>
              <a:gd name="connsiteX19100" fmla="*/ 557022 w 3114960"/>
              <a:gd name="connsiteY19100" fmla="*/ 703421 h 5143785"/>
              <a:gd name="connsiteX19101" fmla="*/ 466725 w 3114960"/>
              <a:gd name="connsiteY19101" fmla="*/ 703421 h 5143785"/>
              <a:gd name="connsiteX19102" fmla="*/ 448532 w 3114960"/>
              <a:gd name="connsiteY19102" fmla="*/ 687134 h 5143785"/>
              <a:gd name="connsiteX19103" fmla="*/ 346424 w 3114960"/>
              <a:gd name="connsiteY19103" fmla="*/ 687134 h 5143785"/>
              <a:gd name="connsiteX19104" fmla="*/ 339852 w 3114960"/>
              <a:gd name="connsiteY19104" fmla="*/ 678752 h 5143785"/>
              <a:gd name="connsiteX19105" fmla="*/ 327755 w 3114960"/>
              <a:gd name="connsiteY19105" fmla="*/ 674751 h 5143785"/>
              <a:gd name="connsiteX19106" fmla="*/ 311182 w 3114960"/>
              <a:gd name="connsiteY19106" fmla="*/ 683133 h 5143785"/>
              <a:gd name="connsiteX19107" fmla="*/ 308039 w 3114960"/>
              <a:gd name="connsiteY19107" fmla="*/ 689610 h 5143785"/>
              <a:gd name="connsiteX19108" fmla="*/ 176308 w 3114960"/>
              <a:gd name="connsiteY19108" fmla="*/ 689610 h 5143785"/>
              <a:gd name="connsiteX19109" fmla="*/ 157829 w 3114960"/>
              <a:gd name="connsiteY19109" fmla="*/ 672275 h 5143785"/>
              <a:gd name="connsiteX19110" fmla="*/ 36957 w 3114960"/>
              <a:gd name="connsiteY19110" fmla="*/ 672275 h 5143785"/>
              <a:gd name="connsiteX19111" fmla="*/ 41053 w 3114960"/>
              <a:gd name="connsiteY19111" fmla="*/ 654749 h 5143785"/>
              <a:gd name="connsiteX19112" fmla="*/ 37814 w 3114960"/>
              <a:gd name="connsiteY19112" fmla="*/ 638747 h 5143785"/>
              <a:gd name="connsiteX19113" fmla="*/ 157163 w 3114960"/>
              <a:gd name="connsiteY19113" fmla="*/ 638747 h 5143785"/>
              <a:gd name="connsiteX19114" fmla="*/ 175641 w 3114960"/>
              <a:gd name="connsiteY19114" fmla="*/ 656082 h 5143785"/>
              <a:gd name="connsiteX19115" fmla="*/ 284607 w 3114960"/>
              <a:gd name="connsiteY19115" fmla="*/ 656082 h 5143785"/>
              <a:gd name="connsiteX19116" fmla="*/ 287750 w 3114960"/>
              <a:gd name="connsiteY19116" fmla="*/ 662178 h 5143785"/>
              <a:gd name="connsiteX19117" fmla="*/ 294894 w 3114960"/>
              <a:gd name="connsiteY19117" fmla="*/ 664940 h 5143785"/>
              <a:gd name="connsiteX19118" fmla="*/ 302800 w 3114960"/>
              <a:gd name="connsiteY19118" fmla="*/ 661416 h 5143785"/>
              <a:gd name="connsiteX19119" fmla="*/ 305562 w 3114960"/>
              <a:gd name="connsiteY19119" fmla="*/ 653701 h 5143785"/>
              <a:gd name="connsiteX19120" fmla="*/ 304895 w 3114960"/>
              <a:gd name="connsiteY19120" fmla="*/ 650843 h 5143785"/>
              <a:gd name="connsiteX19121" fmla="*/ 305467 w 3114960"/>
              <a:gd name="connsiteY19121" fmla="*/ 651605 h 5143785"/>
              <a:gd name="connsiteX19122" fmla="*/ 309182 w 3114960"/>
              <a:gd name="connsiteY19122" fmla="*/ 648557 h 5143785"/>
              <a:gd name="connsiteX19123" fmla="*/ 880015 w 3114960"/>
              <a:gd name="connsiteY19123" fmla="*/ 547592 h 5143785"/>
              <a:gd name="connsiteX19124" fmla="*/ 885063 w 3114960"/>
              <a:gd name="connsiteY19124" fmla="*/ 552641 h 5143785"/>
              <a:gd name="connsiteX19125" fmla="*/ 880015 w 3114960"/>
              <a:gd name="connsiteY19125" fmla="*/ 557594 h 5143785"/>
              <a:gd name="connsiteX19126" fmla="*/ 875062 w 3114960"/>
              <a:gd name="connsiteY19126" fmla="*/ 552641 h 5143785"/>
              <a:gd name="connsiteX19127" fmla="*/ 880015 w 3114960"/>
              <a:gd name="connsiteY19127" fmla="*/ 547592 h 5143785"/>
              <a:gd name="connsiteX19128" fmla="*/ 709898 w 3114960"/>
              <a:gd name="connsiteY19128" fmla="*/ 601599 h 5143785"/>
              <a:gd name="connsiteX19129" fmla="*/ 714947 w 3114960"/>
              <a:gd name="connsiteY19129" fmla="*/ 596551 h 5143785"/>
              <a:gd name="connsiteX19130" fmla="*/ 719995 w 3114960"/>
              <a:gd name="connsiteY19130" fmla="*/ 601599 h 5143785"/>
              <a:gd name="connsiteX19131" fmla="*/ 714947 w 3114960"/>
              <a:gd name="connsiteY19131" fmla="*/ 606647 h 5143785"/>
              <a:gd name="connsiteX19132" fmla="*/ 709898 w 3114960"/>
              <a:gd name="connsiteY19132" fmla="*/ 601599 h 5143785"/>
              <a:gd name="connsiteX19133" fmla="*/ 568071 w 3114960"/>
              <a:gd name="connsiteY19133" fmla="*/ 647795 h 5143785"/>
              <a:gd name="connsiteX19134" fmla="*/ 570167 w 3114960"/>
              <a:gd name="connsiteY19134" fmla="*/ 645700 h 5143785"/>
              <a:gd name="connsiteX19135" fmla="*/ 582835 w 3114960"/>
              <a:gd name="connsiteY19135" fmla="*/ 645700 h 5143785"/>
              <a:gd name="connsiteX19136" fmla="*/ 584930 w 3114960"/>
              <a:gd name="connsiteY19136" fmla="*/ 647795 h 5143785"/>
              <a:gd name="connsiteX19137" fmla="*/ 584930 w 3114960"/>
              <a:gd name="connsiteY19137" fmla="*/ 660464 h 5143785"/>
              <a:gd name="connsiteX19138" fmla="*/ 582835 w 3114960"/>
              <a:gd name="connsiteY19138" fmla="*/ 662559 h 5143785"/>
              <a:gd name="connsiteX19139" fmla="*/ 570167 w 3114960"/>
              <a:gd name="connsiteY19139" fmla="*/ 662559 h 5143785"/>
              <a:gd name="connsiteX19140" fmla="*/ 568071 w 3114960"/>
              <a:gd name="connsiteY19140" fmla="*/ 660464 h 5143785"/>
              <a:gd name="connsiteX19141" fmla="*/ 568071 w 3114960"/>
              <a:gd name="connsiteY19141" fmla="*/ 647795 h 5143785"/>
              <a:gd name="connsiteX19142" fmla="*/ 314135 w 3114960"/>
              <a:gd name="connsiteY19142" fmla="*/ 685133 h 5143785"/>
              <a:gd name="connsiteX19143" fmla="*/ 337566 w 3114960"/>
              <a:gd name="connsiteY19143" fmla="*/ 681514 h 5143785"/>
              <a:gd name="connsiteX19144" fmla="*/ 341186 w 3114960"/>
              <a:gd name="connsiteY19144" fmla="*/ 704945 h 5143785"/>
              <a:gd name="connsiteX19145" fmla="*/ 330232 w 3114960"/>
              <a:gd name="connsiteY19145" fmla="*/ 711613 h 5143785"/>
              <a:gd name="connsiteX19146" fmla="*/ 317754 w 3114960"/>
              <a:gd name="connsiteY19146" fmla="*/ 708565 h 5143785"/>
              <a:gd name="connsiteX19147" fmla="*/ 311087 w 3114960"/>
              <a:gd name="connsiteY19147" fmla="*/ 697611 h 5143785"/>
              <a:gd name="connsiteX19148" fmla="*/ 314135 w 3114960"/>
              <a:gd name="connsiteY19148" fmla="*/ 685133 h 5143785"/>
              <a:gd name="connsiteX19149" fmla="*/ 299180 w 3114960"/>
              <a:gd name="connsiteY19149" fmla="*/ 658082 h 5143785"/>
              <a:gd name="connsiteX19150" fmla="*/ 290798 w 3114960"/>
              <a:gd name="connsiteY19150" fmla="*/ 658463 h 5143785"/>
              <a:gd name="connsiteX19151" fmla="*/ 290417 w 3114960"/>
              <a:gd name="connsiteY19151" fmla="*/ 650081 h 5143785"/>
              <a:gd name="connsiteX19152" fmla="*/ 298799 w 3114960"/>
              <a:gd name="connsiteY19152" fmla="*/ 649700 h 5143785"/>
              <a:gd name="connsiteX19153" fmla="*/ 300704 w 3114960"/>
              <a:gd name="connsiteY19153" fmla="*/ 653796 h 5143785"/>
              <a:gd name="connsiteX19154" fmla="*/ 299180 w 3114960"/>
              <a:gd name="connsiteY19154" fmla="*/ 658082 h 5143785"/>
              <a:gd name="connsiteX19155" fmla="*/ 330137 w 3114960"/>
              <a:gd name="connsiteY19155" fmla="*/ 631127 h 5143785"/>
              <a:gd name="connsiteX19156" fmla="*/ 324898 w 3114960"/>
              <a:gd name="connsiteY19156" fmla="*/ 635413 h 5143785"/>
              <a:gd name="connsiteX19157" fmla="*/ 320326 w 3114960"/>
              <a:gd name="connsiteY19157" fmla="*/ 629888 h 5143785"/>
              <a:gd name="connsiteX19158" fmla="*/ 325564 w 3114960"/>
              <a:gd name="connsiteY19158" fmla="*/ 625602 h 5143785"/>
              <a:gd name="connsiteX19159" fmla="*/ 330137 w 3114960"/>
              <a:gd name="connsiteY19159" fmla="*/ 631127 h 5143785"/>
              <a:gd name="connsiteX19160" fmla="*/ 343757 w 3114960"/>
              <a:gd name="connsiteY19160" fmla="*/ 561689 h 5143785"/>
              <a:gd name="connsiteX19161" fmla="*/ 350901 w 3114960"/>
              <a:gd name="connsiteY19161" fmla="*/ 561689 h 5143785"/>
              <a:gd name="connsiteX19162" fmla="*/ 350901 w 3114960"/>
              <a:gd name="connsiteY19162" fmla="*/ 569309 h 5143785"/>
              <a:gd name="connsiteX19163" fmla="*/ 343757 w 3114960"/>
              <a:gd name="connsiteY19163" fmla="*/ 569309 h 5143785"/>
              <a:gd name="connsiteX19164" fmla="*/ 343757 w 3114960"/>
              <a:gd name="connsiteY19164" fmla="*/ 561689 h 5143785"/>
              <a:gd name="connsiteX19165" fmla="*/ 343757 w 3114960"/>
              <a:gd name="connsiteY19165" fmla="*/ 577025 h 5143785"/>
              <a:gd name="connsiteX19166" fmla="*/ 350901 w 3114960"/>
              <a:gd name="connsiteY19166" fmla="*/ 577025 h 5143785"/>
              <a:gd name="connsiteX19167" fmla="*/ 350901 w 3114960"/>
              <a:gd name="connsiteY19167" fmla="*/ 584645 h 5143785"/>
              <a:gd name="connsiteX19168" fmla="*/ 343757 w 3114960"/>
              <a:gd name="connsiteY19168" fmla="*/ 584645 h 5143785"/>
              <a:gd name="connsiteX19169" fmla="*/ 343757 w 3114960"/>
              <a:gd name="connsiteY19169" fmla="*/ 577025 h 5143785"/>
              <a:gd name="connsiteX19170" fmla="*/ 350901 w 3114960"/>
              <a:gd name="connsiteY19170" fmla="*/ 554069 h 5143785"/>
              <a:gd name="connsiteX19171" fmla="*/ 343757 w 3114960"/>
              <a:gd name="connsiteY19171" fmla="*/ 554069 h 5143785"/>
              <a:gd name="connsiteX19172" fmla="*/ 343757 w 3114960"/>
              <a:gd name="connsiteY19172" fmla="*/ 549307 h 5143785"/>
              <a:gd name="connsiteX19173" fmla="*/ 350901 w 3114960"/>
              <a:gd name="connsiteY19173" fmla="*/ 549307 h 5143785"/>
              <a:gd name="connsiteX19174" fmla="*/ 350901 w 3114960"/>
              <a:gd name="connsiteY19174" fmla="*/ 554069 h 5143785"/>
              <a:gd name="connsiteX19175" fmla="*/ 2886837 w 3114960"/>
              <a:gd name="connsiteY19175" fmla="*/ 196882 h 5143785"/>
              <a:gd name="connsiteX19176" fmla="*/ 2867882 w 3114960"/>
              <a:gd name="connsiteY19176" fmla="*/ 213646 h 5143785"/>
              <a:gd name="connsiteX19177" fmla="*/ 2757011 w 3114960"/>
              <a:gd name="connsiteY19177" fmla="*/ 213646 h 5143785"/>
              <a:gd name="connsiteX19178" fmla="*/ 2757011 w 3114960"/>
              <a:gd name="connsiteY19178" fmla="*/ 204978 h 5143785"/>
              <a:gd name="connsiteX19179" fmla="*/ 2753868 w 3114960"/>
              <a:gd name="connsiteY19179" fmla="*/ 201835 h 5143785"/>
              <a:gd name="connsiteX19180" fmla="*/ 2729484 w 3114960"/>
              <a:gd name="connsiteY19180" fmla="*/ 201835 h 5143785"/>
              <a:gd name="connsiteX19181" fmla="*/ 2726341 w 3114960"/>
              <a:gd name="connsiteY19181" fmla="*/ 204978 h 5143785"/>
              <a:gd name="connsiteX19182" fmla="*/ 2726341 w 3114960"/>
              <a:gd name="connsiteY19182" fmla="*/ 214789 h 5143785"/>
              <a:gd name="connsiteX19183" fmla="*/ 2627852 w 3114960"/>
              <a:gd name="connsiteY19183" fmla="*/ 214789 h 5143785"/>
              <a:gd name="connsiteX19184" fmla="*/ 2616899 w 3114960"/>
              <a:gd name="connsiteY19184" fmla="*/ 205454 h 5143785"/>
              <a:gd name="connsiteX19185" fmla="*/ 2605564 w 3114960"/>
              <a:gd name="connsiteY19185" fmla="*/ 216789 h 5143785"/>
              <a:gd name="connsiteX19186" fmla="*/ 2616899 w 3114960"/>
              <a:gd name="connsiteY19186" fmla="*/ 228124 h 5143785"/>
              <a:gd name="connsiteX19187" fmla="*/ 2627662 w 3114960"/>
              <a:gd name="connsiteY19187" fmla="*/ 219551 h 5143785"/>
              <a:gd name="connsiteX19188" fmla="*/ 2726246 w 3114960"/>
              <a:gd name="connsiteY19188" fmla="*/ 219551 h 5143785"/>
              <a:gd name="connsiteX19189" fmla="*/ 2726246 w 3114960"/>
              <a:gd name="connsiteY19189" fmla="*/ 229362 h 5143785"/>
              <a:gd name="connsiteX19190" fmla="*/ 2729389 w 3114960"/>
              <a:gd name="connsiteY19190" fmla="*/ 232505 h 5143785"/>
              <a:gd name="connsiteX19191" fmla="*/ 2753773 w 3114960"/>
              <a:gd name="connsiteY19191" fmla="*/ 232505 h 5143785"/>
              <a:gd name="connsiteX19192" fmla="*/ 2756916 w 3114960"/>
              <a:gd name="connsiteY19192" fmla="*/ 229362 h 5143785"/>
              <a:gd name="connsiteX19193" fmla="*/ 2756916 w 3114960"/>
              <a:gd name="connsiteY19193" fmla="*/ 220694 h 5143785"/>
              <a:gd name="connsiteX19194" fmla="*/ 2870549 w 3114960"/>
              <a:gd name="connsiteY19194" fmla="*/ 220694 h 5143785"/>
              <a:gd name="connsiteX19195" fmla="*/ 2893886 w 3114960"/>
              <a:gd name="connsiteY19195" fmla="*/ 200025 h 5143785"/>
              <a:gd name="connsiteX19196" fmla="*/ 2893886 w 3114960"/>
              <a:gd name="connsiteY19196" fmla="*/ 95 h 5143785"/>
              <a:gd name="connsiteX19197" fmla="*/ 2886742 w 3114960"/>
              <a:gd name="connsiteY19197" fmla="*/ 95 h 5143785"/>
              <a:gd name="connsiteX19198" fmla="*/ 2886742 w 3114960"/>
              <a:gd name="connsiteY19198" fmla="*/ 196882 h 5143785"/>
              <a:gd name="connsiteX19199" fmla="*/ 2616803 w 3114960"/>
              <a:gd name="connsiteY19199" fmla="*/ 223266 h 5143785"/>
              <a:gd name="connsiteX19200" fmla="*/ 2610231 w 3114960"/>
              <a:gd name="connsiteY19200" fmla="*/ 216694 h 5143785"/>
              <a:gd name="connsiteX19201" fmla="*/ 2616803 w 3114960"/>
              <a:gd name="connsiteY19201" fmla="*/ 210122 h 5143785"/>
              <a:gd name="connsiteX19202" fmla="*/ 2623376 w 3114960"/>
              <a:gd name="connsiteY19202" fmla="*/ 216694 h 5143785"/>
              <a:gd name="connsiteX19203" fmla="*/ 2616803 w 3114960"/>
              <a:gd name="connsiteY19203" fmla="*/ 223266 h 5143785"/>
              <a:gd name="connsiteX19204" fmla="*/ 2754630 w 3114960"/>
              <a:gd name="connsiteY19204" fmla="*/ 229362 h 5143785"/>
              <a:gd name="connsiteX19205" fmla="*/ 2753868 w 3114960"/>
              <a:gd name="connsiteY19205" fmla="*/ 230124 h 5143785"/>
              <a:gd name="connsiteX19206" fmla="*/ 2729484 w 3114960"/>
              <a:gd name="connsiteY19206" fmla="*/ 230124 h 5143785"/>
              <a:gd name="connsiteX19207" fmla="*/ 2728722 w 3114960"/>
              <a:gd name="connsiteY19207" fmla="*/ 229362 h 5143785"/>
              <a:gd name="connsiteX19208" fmla="*/ 2728722 w 3114960"/>
              <a:gd name="connsiteY19208" fmla="*/ 204978 h 5143785"/>
              <a:gd name="connsiteX19209" fmla="*/ 2729484 w 3114960"/>
              <a:gd name="connsiteY19209" fmla="*/ 204216 h 5143785"/>
              <a:gd name="connsiteX19210" fmla="*/ 2753868 w 3114960"/>
              <a:gd name="connsiteY19210" fmla="*/ 204216 h 5143785"/>
              <a:gd name="connsiteX19211" fmla="*/ 2754630 w 3114960"/>
              <a:gd name="connsiteY19211" fmla="*/ 204978 h 5143785"/>
              <a:gd name="connsiteX19212" fmla="*/ 2754630 w 3114960"/>
              <a:gd name="connsiteY19212" fmla="*/ 229362 h 5143785"/>
              <a:gd name="connsiteX19213" fmla="*/ 340709 w 3114960"/>
              <a:gd name="connsiteY19213" fmla="*/ 622459 h 5143785"/>
              <a:gd name="connsiteX19214" fmla="*/ 335471 w 3114960"/>
              <a:gd name="connsiteY19214" fmla="*/ 626745 h 5143785"/>
              <a:gd name="connsiteX19215" fmla="*/ 330899 w 3114960"/>
              <a:gd name="connsiteY19215" fmla="*/ 621221 h 5143785"/>
              <a:gd name="connsiteX19216" fmla="*/ 336137 w 3114960"/>
              <a:gd name="connsiteY19216" fmla="*/ 616934 h 5143785"/>
              <a:gd name="connsiteX19217" fmla="*/ 340709 w 3114960"/>
              <a:gd name="connsiteY19217" fmla="*/ 622459 h 5143785"/>
              <a:gd name="connsiteX19218" fmla="*/ 2861691 w 3114960"/>
              <a:gd name="connsiteY19218" fmla="*/ 135350 h 5143785"/>
              <a:gd name="connsiteX19219" fmla="*/ 2819591 w 3114960"/>
              <a:gd name="connsiteY19219" fmla="*/ 171831 h 5143785"/>
              <a:gd name="connsiteX19220" fmla="*/ 2757011 w 3114960"/>
              <a:gd name="connsiteY19220" fmla="*/ 171831 h 5143785"/>
              <a:gd name="connsiteX19221" fmla="*/ 2757011 w 3114960"/>
              <a:gd name="connsiteY19221" fmla="*/ 162020 h 5143785"/>
              <a:gd name="connsiteX19222" fmla="*/ 2753868 w 3114960"/>
              <a:gd name="connsiteY19222" fmla="*/ 158877 h 5143785"/>
              <a:gd name="connsiteX19223" fmla="*/ 2729484 w 3114960"/>
              <a:gd name="connsiteY19223" fmla="*/ 158877 h 5143785"/>
              <a:gd name="connsiteX19224" fmla="*/ 2726341 w 3114960"/>
              <a:gd name="connsiteY19224" fmla="*/ 162020 h 5143785"/>
              <a:gd name="connsiteX19225" fmla="*/ 2726341 w 3114960"/>
              <a:gd name="connsiteY19225" fmla="*/ 171831 h 5143785"/>
              <a:gd name="connsiteX19226" fmla="*/ 2643950 w 3114960"/>
              <a:gd name="connsiteY19226" fmla="*/ 171831 h 5143785"/>
              <a:gd name="connsiteX19227" fmla="*/ 2635472 w 3114960"/>
              <a:gd name="connsiteY19227" fmla="*/ 165259 h 5143785"/>
              <a:gd name="connsiteX19228" fmla="*/ 2626519 w 3114960"/>
              <a:gd name="connsiteY19228" fmla="*/ 174212 h 5143785"/>
              <a:gd name="connsiteX19229" fmla="*/ 2635472 w 3114960"/>
              <a:gd name="connsiteY19229" fmla="*/ 183166 h 5143785"/>
              <a:gd name="connsiteX19230" fmla="*/ 2643950 w 3114960"/>
              <a:gd name="connsiteY19230" fmla="*/ 176594 h 5143785"/>
              <a:gd name="connsiteX19231" fmla="*/ 2726341 w 3114960"/>
              <a:gd name="connsiteY19231" fmla="*/ 176594 h 5143785"/>
              <a:gd name="connsiteX19232" fmla="*/ 2726341 w 3114960"/>
              <a:gd name="connsiteY19232" fmla="*/ 186404 h 5143785"/>
              <a:gd name="connsiteX19233" fmla="*/ 2729484 w 3114960"/>
              <a:gd name="connsiteY19233" fmla="*/ 189548 h 5143785"/>
              <a:gd name="connsiteX19234" fmla="*/ 2753868 w 3114960"/>
              <a:gd name="connsiteY19234" fmla="*/ 189548 h 5143785"/>
              <a:gd name="connsiteX19235" fmla="*/ 2757011 w 3114960"/>
              <a:gd name="connsiteY19235" fmla="*/ 186404 h 5143785"/>
              <a:gd name="connsiteX19236" fmla="*/ 2757011 w 3114960"/>
              <a:gd name="connsiteY19236" fmla="*/ 176594 h 5143785"/>
              <a:gd name="connsiteX19237" fmla="*/ 2821400 w 3114960"/>
              <a:gd name="connsiteY19237" fmla="*/ 176594 h 5143785"/>
              <a:gd name="connsiteX19238" fmla="*/ 2866454 w 3114960"/>
              <a:gd name="connsiteY19238" fmla="*/ 137446 h 5143785"/>
              <a:gd name="connsiteX19239" fmla="*/ 2866454 w 3114960"/>
              <a:gd name="connsiteY19239" fmla="*/ 95 h 5143785"/>
              <a:gd name="connsiteX19240" fmla="*/ 2861786 w 3114960"/>
              <a:gd name="connsiteY19240" fmla="*/ 95 h 5143785"/>
              <a:gd name="connsiteX19241" fmla="*/ 2861786 w 3114960"/>
              <a:gd name="connsiteY19241" fmla="*/ 135350 h 5143785"/>
              <a:gd name="connsiteX19242" fmla="*/ 2754630 w 3114960"/>
              <a:gd name="connsiteY19242" fmla="*/ 186500 h 5143785"/>
              <a:gd name="connsiteX19243" fmla="*/ 2753868 w 3114960"/>
              <a:gd name="connsiteY19243" fmla="*/ 187262 h 5143785"/>
              <a:gd name="connsiteX19244" fmla="*/ 2729484 w 3114960"/>
              <a:gd name="connsiteY19244" fmla="*/ 187262 h 5143785"/>
              <a:gd name="connsiteX19245" fmla="*/ 2728722 w 3114960"/>
              <a:gd name="connsiteY19245" fmla="*/ 186500 h 5143785"/>
              <a:gd name="connsiteX19246" fmla="*/ 2728722 w 3114960"/>
              <a:gd name="connsiteY19246" fmla="*/ 162116 h 5143785"/>
              <a:gd name="connsiteX19247" fmla="*/ 2729484 w 3114960"/>
              <a:gd name="connsiteY19247" fmla="*/ 161354 h 5143785"/>
              <a:gd name="connsiteX19248" fmla="*/ 2753868 w 3114960"/>
              <a:gd name="connsiteY19248" fmla="*/ 161354 h 5143785"/>
              <a:gd name="connsiteX19249" fmla="*/ 2754630 w 3114960"/>
              <a:gd name="connsiteY19249" fmla="*/ 162116 h 5143785"/>
              <a:gd name="connsiteX19250" fmla="*/ 2754630 w 3114960"/>
              <a:gd name="connsiteY19250" fmla="*/ 186500 h 5143785"/>
              <a:gd name="connsiteX19251" fmla="*/ 1525905 w 3114960"/>
              <a:gd name="connsiteY19251" fmla="*/ 2111502 h 5143785"/>
              <a:gd name="connsiteX19252" fmla="*/ 1529810 w 3114960"/>
              <a:gd name="connsiteY19252" fmla="*/ 2107597 h 5143785"/>
              <a:gd name="connsiteX19253" fmla="*/ 1533716 w 3114960"/>
              <a:gd name="connsiteY19253" fmla="*/ 2111502 h 5143785"/>
              <a:gd name="connsiteX19254" fmla="*/ 1529810 w 3114960"/>
              <a:gd name="connsiteY19254" fmla="*/ 2115407 h 5143785"/>
              <a:gd name="connsiteX19255" fmla="*/ 1525905 w 3114960"/>
              <a:gd name="connsiteY19255" fmla="*/ 2111502 h 5143785"/>
              <a:gd name="connsiteX19256" fmla="*/ 155639 w 3114960"/>
              <a:gd name="connsiteY19256" fmla="*/ 246983 h 5143785"/>
              <a:gd name="connsiteX19257" fmla="*/ 149162 w 3114960"/>
              <a:gd name="connsiteY19257" fmla="*/ 239744 h 5143785"/>
              <a:gd name="connsiteX19258" fmla="*/ 139541 w 3114960"/>
              <a:gd name="connsiteY19258" fmla="*/ 239173 h 5143785"/>
              <a:gd name="connsiteX19259" fmla="*/ 132302 w 3114960"/>
              <a:gd name="connsiteY19259" fmla="*/ 245650 h 5143785"/>
              <a:gd name="connsiteX19260" fmla="*/ 131731 w 3114960"/>
              <a:gd name="connsiteY19260" fmla="*/ 255270 h 5143785"/>
              <a:gd name="connsiteX19261" fmla="*/ 143637 w 3114960"/>
              <a:gd name="connsiteY19261" fmla="*/ 263747 h 5143785"/>
              <a:gd name="connsiteX19262" fmla="*/ 147828 w 3114960"/>
              <a:gd name="connsiteY19262" fmla="*/ 263081 h 5143785"/>
              <a:gd name="connsiteX19263" fmla="*/ 149447 w 3114960"/>
              <a:gd name="connsiteY19263" fmla="*/ 262319 h 5143785"/>
              <a:gd name="connsiteX19264" fmla="*/ 292227 w 3114960"/>
              <a:gd name="connsiteY19264" fmla="*/ 427577 h 5143785"/>
              <a:gd name="connsiteX19265" fmla="*/ 292227 w 3114960"/>
              <a:gd name="connsiteY19265" fmla="*/ 570833 h 5143785"/>
              <a:gd name="connsiteX19266" fmla="*/ 288227 w 3114960"/>
              <a:gd name="connsiteY19266" fmla="*/ 570833 h 5143785"/>
              <a:gd name="connsiteX19267" fmla="*/ 281369 w 3114960"/>
              <a:gd name="connsiteY19267" fmla="*/ 577691 h 5143785"/>
              <a:gd name="connsiteX19268" fmla="*/ 281369 w 3114960"/>
              <a:gd name="connsiteY19268" fmla="*/ 590360 h 5143785"/>
              <a:gd name="connsiteX19269" fmla="*/ 288227 w 3114960"/>
              <a:gd name="connsiteY19269" fmla="*/ 597218 h 5143785"/>
              <a:gd name="connsiteX19270" fmla="*/ 300895 w 3114960"/>
              <a:gd name="connsiteY19270" fmla="*/ 597218 h 5143785"/>
              <a:gd name="connsiteX19271" fmla="*/ 307753 w 3114960"/>
              <a:gd name="connsiteY19271" fmla="*/ 590360 h 5143785"/>
              <a:gd name="connsiteX19272" fmla="*/ 307753 w 3114960"/>
              <a:gd name="connsiteY19272" fmla="*/ 577691 h 5143785"/>
              <a:gd name="connsiteX19273" fmla="*/ 300895 w 3114960"/>
              <a:gd name="connsiteY19273" fmla="*/ 570833 h 5143785"/>
              <a:gd name="connsiteX19274" fmla="*/ 296894 w 3114960"/>
              <a:gd name="connsiteY19274" fmla="*/ 570833 h 5143785"/>
              <a:gd name="connsiteX19275" fmla="*/ 296894 w 3114960"/>
              <a:gd name="connsiteY19275" fmla="*/ 425768 h 5143785"/>
              <a:gd name="connsiteX19276" fmla="*/ 153067 w 3114960"/>
              <a:gd name="connsiteY19276" fmla="*/ 259366 h 5143785"/>
              <a:gd name="connsiteX19277" fmla="*/ 155448 w 3114960"/>
              <a:gd name="connsiteY19277" fmla="*/ 246983 h 5143785"/>
              <a:gd name="connsiteX19278" fmla="*/ 150781 w 3114960"/>
              <a:gd name="connsiteY19278" fmla="*/ 254603 h 5143785"/>
              <a:gd name="connsiteX19279" fmla="*/ 146304 w 3114960"/>
              <a:gd name="connsiteY19279" fmla="*/ 258604 h 5143785"/>
              <a:gd name="connsiteX19280" fmla="*/ 136303 w 3114960"/>
              <a:gd name="connsiteY19280" fmla="*/ 253746 h 5143785"/>
              <a:gd name="connsiteX19281" fmla="*/ 136684 w 3114960"/>
              <a:gd name="connsiteY19281" fmla="*/ 247745 h 5143785"/>
              <a:gd name="connsiteX19282" fmla="*/ 141161 w 3114960"/>
              <a:gd name="connsiteY19282" fmla="*/ 243745 h 5143785"/>
              <a:gd name="connsiteX19283" fmla="*/ 143732 w 3114960"/>
              <a:gd name="connsiteY19283" fmla="*/ 243269 h 5143785"/>
              <a:gd name="connsiteX19284" fmla="*/ 147161 w 3114960"/>
              <a:gd name="connsiteY19284" fmla="*/ 244031 h 5143785"/>
              <a:gd name="connsiteX19285" fmla="*/ 151162 w 3114960"/>
              <a:gd name="connsiteY19285" fmla="*/ 248507 h 5143785"/>
              <a:gd name="connsiteX19286" fmla="*/ 150781 w 3114960"/>
              <a:gd name="connsiteY19286" fmla="*/ 254508 h 5143785"/>
              <a:gd name="connsiteX19287" fmla="*/ 300990 w 3114960"/>
              <a:gd name="connsiteY19287" fmla="*/ 575596 h 5143785"/>
              <a:gd name="connsiteX19288" fmla="*/ 303086 w 3114960"/>
              <a:gd name="connsiteY19288" fmla="*/ 577691 h 5143785"/>
              <a:gd name="connsiteX19289" fmla="*/ 303086 w 3114960"/>
              <a:gd name="connsiteY19289" fmla="*/ 590360 h 5143785"/>
              <a:gd name="connsiteX19290" fmla="*/ 300990 w 3114960"/>
              <a:gd name="connsiteY19290" fmla="*/ 592455 h 5143785"/>
              <a:gd name="connsiteX19291" fmla="*/ 288322 w 3114960"/>
              <a:gd name="connsiteY19291" fmla="*/ 592455 h 5143785"/>
              <a:gd name="connsiteX19292" fmla="*/ 286226 w 3114960"/>
              <a:gd name="connsiteY19292" fmla="*/ 590360 h 5143785"/>
              <a:gd name="connsiteX19293" fmla="*/ 286226 w 3114960"/>
              <a:gd name="connsiteY19293" fmla="*/ 577691 h 5143785"/>
              <a:gd name="connsiteX19294" fmla="*/ 288322 w 3114960"/>
              <a:gd name="connsiteY19294" fmla="*/ 575596 h 5143785"/>
              <a:gd name="connsiteX19295" fmla="*/ 300990 w 3114960"/>
              <a:gd name="connsiteY19295" fmla="*/ 575596 h 5143785"/>
              <a:gd name="connsiteX19296" fmla="*/ 2752820 w 3114960"/>
              <a:gd name="connsiteY19296" fmla="*/ 166973 h 5143785"/>
              <a:gd name="connsiteX19297" fmla="*/ 2752820 w 3114960"/>
              <a:gd name="connsiteY19297" fmla="*/ 181642 h 5143785"/>
              <a:gd name="connsiteX19298" fmla="*/ 2749010 w 3114960"/>
              <a:gd name="connsiteY19298" fmla="*/ 185452 h 5143785"/>
              <a:gd name="connsiteX19299" fmla="*/ 2734342 w 3114960"/>
              <a:gd name="connsiteY19299" fmla="*/ 185452 h 5143785"/>
              <a:gd name="connsiteX19300" fmla="*/ 2730532 w 3114960"/>
              <a:gd name="connsiteY19300" fmla="*/ 181642 h 5143785"/>
              <a:gd name="connsiteX19301" fmla="*/ 2730532 w 3114960"/>
              <a:gd name="connsiteY19301" fmla="*/ 166973 h 5143785"/>
              <a:gd name="connsiteX19302" fmla="*/ 2734342 w 3114960"/>
              <a:gd name="connsiteY19302" fmla="*/ 163163 h 5143785"/>
              <a:gd name="connsiteX19303" fmla="*/ 2749010 w 3114960"/>
              <a:gd name="connsiteY19303" fmla="*/ 163163 h 5143785"/>
              <a:gd name="connsiteX19304" fmla="*/ 2752820 w 3114960"/>
              <a:gd name="connsiteY19304" fmla="*/ 166973 h 5143785"/>
              <a:gd name="connsiteX19305" fmla="*/ 317564 w 3114960"/>
              <a:gd name="connsiteY19305" fmla="*/ 695135 h 5143785"/>
              <a:gd name="connsiteX19306" fmla="*/ 327660 w 3114960"/>
              <a:gd name="connsiteY19306" fmla="*/ 685038 h 5143785"/>
              <a:gd name="connsiteX19307" fmla="*/ 337757 w 3114960"/>
              <a:gd name="connsiteY19307" fmla="*/ 695135 h 5143785"/>
              <a:gd name="connsiteX19308" fmla="*/ 327660 w 3114960"/>
              <a:gd name="connsiteY19308" fmla="*/ 705231 h 5143785"/>
              <a:gd name="connsiteX19309" fmla="*/ 317564 w 3114960"/>
              <a:gd name="connsiteY19309" fmla="*/ 695135 h 5143785"/>
              <a:gd name="connsiteX19310" fmla="*/ 1897952 w 3114960"/>
              <a:gd name="connsiteY19310" fmla="*/ 2365248 h 5143785"/>
              <a:gd name="connsiteX19311" fmla="*/ 1885474 w 3114960"/>
              <a:gd name="connsiteY19311" fmla="*/ 2360486 h 5143785"/>
              <a:gd name="connsiteX19312" fmla="*/ 1884331 w 3114960"/>
              <a:gd name="connsiteY19312" fmla="*/ 2361343 h 5143785"/>
              <a:gd name="connsiteX19313" fmla="*/ 1812703 w 3114960"/>
              <a:gd name="connsiteY19313" fmla="*/ 2290667 h 5143785"/>
              <a:gd name="connsiteX19314" fmla="*/ 1812036 w 3114960"/>
              <a:gd name="connsiteY19314" fmla="*/ 2283809 h 5143785"/>
              <a:gd name="connsiteX19315" fmla="*/ 1775270 w 3114960"/>
              <a:gd name="connsiteY19315" fmla="*/ 2245233 h 5143785"/>
              <a:gd name="connsiteX19316" fmla="*/ 1768507 w 3114960"/>
              <a:gd name="connsiteY19316" fmla="*/ 2245233 h 5143785"/>
              <a:gd name="connsiteX19317" fmla="*/ 1713643 w 3114960"/>
              <a:gd name="connsiteY19317" fmla="*/ 2191417 h 5143785"/>
              <a:gd name="connsiteX19318" fmla="*/ 1713738 w 3114960"/>
              <a:gd name="connsiteY19318" fmla="*/ 2190750 h 5143785"/>
              <a:gd name="connsiteX19319" fmla="*/ 1713738 w 3114960"/>
              <a:gd name="connsiteY19319" fmla="*/ 2177796 h 5143785"/>
              <a:gd name="connsiteX19320" fmla="*/ 1708690 w 3114960"/>
              <a:gd name="connsiteY19320" fmla="*/ 2172748 h 5143785"/>
              <a:gd name="connsiteX19321" fmla="*/ 1695736 w 3114960"/>
              <a:gd name="connsiteY19321" fmla="*/ 2172748 h 5143785"/>
              <a:gd name="connsiteX19322" fmla="*/ 1693831 w 3114960"/>
              <a:gd name="connsiteY19322" fmla="*/ 2173129 h 5143785"/>
              <a:gd name="connsiteX19323" fmla="*/ 1663541 w 3114960"/>
              <a:gd name="connsiteY19323" fmla="*/ 2145030 h 5143785"/>
              <a:gd name="connsiteX19324" fmla="*/ 1582674 w 3114960"/>
              <a:gd name="connsiteY19324" fmla="*/ 2144459 h 5143785"/>
              <a:gd name="connsiteX19325" fmla="*/ 1572768 w 3114960"/>
              <a:gd name="connsiteY19325" fmla="*/ 2135600 h 5143785"/>
              <a:gd name="connsiteX19326" fmla="*/ 1562576 w 3114960"/>
              <a:gd name="connsiteY19326" fmla="*/ 2145792 h 5143785"/>
              <a:gd name="connsiteX19327" fmla="*/ 1570387 w 3114960"/>
              <a:gd name="connsiteY19327" fmla="*/ 2155508 h 5143785"/>
              <a:gd name="connsiteX19328" fmla="*/ 1570387 w 3114960"/>
              <a:gd name="connsiteY19328" fmla="*/ 2254282 h 5143785"/>
              <a:gd name="connsiteX19329" fmla="*/ 1560576 w 3114960"/>
              <a:gd name="connsiteY19329" fmla="*/ 2254282 h 5143785"/>
              <a:gd name="connsiteX19330" fmla="*/ 1557433 w 3114960"/>
              <a:gd name="connsiteY19330" fmla="*/ 2257425 h 5143785"/>
              <a:gd name="connsiteX19331" fmla="*/ 1557433 w 3114960"/>
              <a:gd name="connsiteY19331" fmla="*/ 2281809 h 5143785"/>
              <a:gd name="connsiteX19332" fmla="*/ 1560576 w 3114960"/>
              <a:gd name="connsiteY19332" fmla="*/ 2284952 h 5143785"/>
              <a:gd name="connsiteX19333" fmla="*/ 1584960 w 3114960"/>
              <a:gd name="connsiteY19333" fmla="*/ 2284952 h 5143785"/>
              <a:gd name="connsiteX19334" fmla="*/ 1588103 w 3114960"/>
              <a:gd name="connsiteY19334" fmla="*/ 2281809 h 5143785"/>
              <a:gd name="connsiteX19335" fmla="*/ 1588103 w 3114960"/>
              <a:gd name="connsiteY19335" fmla="*/ 2257425 h 5143785"/>
              <a:gd name="connsiteX19336" fmla="*/ 1584960 w 3114960"/>
              <a:gd name="connsiteY19336" fmla="*/ 2254282 h 5143785"/>
              <a:gd name="connsiteX19337" fmla="*/ 1575149 w 3114960"/>
              <a:gd name="connsiteY19337" fmla="*/ 2254282 h 5143785"/>
              <a:gd name="connsiteX19338" fmla="*/ 1575149 w 3114960"/>
              <a:gd name="connsiteY19338" fmla="*/ 2155508 h 5143785"/>
              <a:gd name="connsiteX19339" fmla="*/ 1582293 w 3114960"/>
              <a:gd name="connsiteY19339" fmla="*/ 2149221 h 5143785"/>
              <a:gd name="connsiteX19340" fmla="*/ 1661732 w 3114960"/>
              <a:gd name="connsiteY19340" fmla="*/ 2149793 h 5143785"/>
              <a:gd name="connsiteX19341" fmla="*/ 1690878 w 3114960"/>
              <a:gd name="connsiteY19341" fmla="*/ 2176939 h 5143785"/>
              <a:gd name="connsiteX19342" fmla="*/ 1690688 w 3114960"/>
              <a:gd name="connsiteY19342" fmla="*/ 2177891 h 5143785"/>
              <a:gd name="connsiteX19343" fmla="*/ 1690688 w 3114960"/>
              <a:gd name="connsiteY19343" fmla="*/ 2190845 h 5143785"/>
              <a:gd name="connsiteX19344" fmla="*/ 1695736 w 3114960"/>
              <a:gd name="connsiteY19344" fmla="*/ 2195894 h 5143785"/>
              <a:gd name="connsiteX19345" fmla="*/ 1708690 w 3114960"/>
              <a:gd name="connsiteY19345" fmla="*/ 2195894 h 5143785"/>
              <a:gd name="connsiteX19346" fmla="*/ 1710881 w 3114960"/>
              <a:gd name="connsiteY19346" fmla="*/ 2195417 h 5143785"/>
              <a:gd name="connsiteX19347" fmla="*/ 1766602 w 3114960"/>
              <a:gd name="connsiteY19347" fmla="*/ 2250186 h 5143785"/>
              <a:gd name="connsiteX19348" fmla="*/ 1773269 w 3114960"/>
              <a:gd name="connsiteY19348" fmla="*/ 2250186 h 5143785"/>
              <a:gd name="connsiteX19349" fmla="*/ 1807464 w 3114960"/>
              <a:gd name="connsiteY19349" fmla="*/ 2286000 h 5143785"/>
              <a:gd name="connsiteX19350" fmla="*/ 1808131 w 3114960"/>
              <a:gd name="connsiteY19350" fmla="*/ 2292858 h 5143785"/>
              <a:gd name="connsiteX19351" fmla="*/ 1881092 w 3114960"/>
              <a:gd name="connsiteY19351" fmla="*/ 2364867 h 5143785"/>
              <a:gd name="connsiteX19352" fmla="*/ 1880711 w 3114960"/>
              <a:gd name="connsiteY19352" fmla="*/ 2373059 h 5143785"/>
              <a:gd name="connsiteX19353" fmla="*/ 1893189 w 3114960"/>
              <a:gd name="connsiteY19353" fmla="*/ 2377821 h 5143785"/>
              <a:gd name="connsiteX19354" fmla="*/ 1897952 w 3114960"/>
              <a:gd name="connsiteY19354" fmla="*/ 2365343 h 5143785"/>
              <a:gd name="connsiteX19355" fmla="*/ 1584960 w 3114960"/>
              <a:gd name="connsiteY19355" fmla="*/ 2256758 h 5143785"/>
              <a:gd name="connsiteX19356" fmla="*/ 1585722 w 3114960"/>
              <a:gd name="connsiteY19356" fmla="*/ 2257520 h 5143785"/>
              <a:gd name="connsiteX19357" fmla="*/ 1585722 w 3114960"/>
              <a:gd name="connsiteY19357" fmla="*/ 2281904 h 5143785"/>
              <a:gd name="connsiteX19358" fmla="*/ 1584960 w 3114960"/>
              <a:gd name="connsiteY19358" fmla="*/ 2282666 h 5143785"/>
              <a:gd name="connsiteX19359" fmla="*/ 1560576 w 3114960"/>
              <a:gd name="connsiteY19359" fmla="*/ 2282666 h 5143785"/>
              <a:gd name="connsiteX19360" fmla="*/ 1559814 w 3114960"/>
              <a:gd name="connsiteY19360" fmla="*/ 2281904 h 5143785"/>
              <a:gd name="connsiteX19361" fmla="*/ 1559814 w 3114960"/>
              <a:gd name="connsiteY19361" fmla="*/ 2257520 h 5143785"/>
              <a:gd name="connsiteX19362" fmla="*/ 1560576 w 3114960"/>
              <a:gd name="connsiteY19362" fmla="*/ 2256758 h 5143785"/>
              <a:gd name="connsiteX19363" fmla="*/ 1584960 w 3114960"/>
              <a:gd name="connsiteY19363" fmla="*/ 2256758 h 5143785"/>
              <a:gd name="connsiteX19364" fmla="*/ 1572768 w 3114960"/>
              <a:gd name="connsiteY19364" fmla="*/ 2151317 h 5143785"/>
              <a:gd name="connsiteX19365" fmla="*/ 1567339 w 3114960"/>
              <a:gd name="connsiteY19365" fmla="*/ 2145887 h 5143785"/>
              <a:gd name="connsiteX19366" fmla="*/ 1572768 w 3114960"/>
              <a:gd name="connsiteY19366" fmla="*/ 2140458 h 5143785"/>
              <a:gd name="connsiteX19367" fmla="*/ 1578197 w 3114960"/>
              <a:gd name="connsiteY19367" fmla="*/ 2145887 h 5143785"/>
              <a:gd name="connsiteX19368" fmla="*/ 1572768 w 3114960"/>
              <a:gd name="connsiteY19368" fmla="*/ 2151317 h 5143785"/>
              <a:gd name="connsiteX19369" fmla="*/ 1708976 w 3114960"/>
              <a:gd name="connsiteY19369" fmla="*/ 2190845 h 5143785"/>
              <a:gd name="connsiteX19370" fmla="*/ 1708690 w 3114960"/>
              <a:gd name="connsiteY19370" fmla="*/ 2191131 h 5143785"/>
              <a:gd name="connsiteX19371" fmla="*/ 1695450 w 3114960"/>
              <a:gd name="connsiteY19371" fmla="*/ 2190845 h 5143785"/>
              <a:gd name="connsiteX19372" fmla="*/ 1695736 w 3114960"/>
              <a:gd name="connsiteY19372" fmla="*/ 2177606 h 5143785"/>
              <a:gd name="connsiteX19373" fmla="*/ 1708976 w 3114960"/>
              <a:gd name="connsiteY19373" fmla="*/ 2177891 h 5143785"/>
              <a:gd name="connsiteX19374" fmla="*/ 1708976 w 3114960"/>
              <a:gd name="connsiteY19374" fmla="*/ 2190845 h 5143785"/>
              <a:gd name="connsiteX19375" fmla="*/ 417100 w 3114960"/>
              <a:gd name="connsiteY19375" fmla="*/ 648462 h 5143785"/>
              <a:gd name="connsiteX19376" fmla="*/ 412528 w 3114960"/>
              <a:gd name="connsiteY19376" fmla="*/ 642938 h 5143785"/>
              <a:gd name="connsiteX19377" fmla="*/ 409099 w 3114960"/>
              <a:gd name="connsiteY19377" fmla="*/ 645795 h 5143785"/>
              <a:gd name="connsiteX19378" fmla="*/ 394716 w 3114960"/>
              <a:gd name="connsiteY19378" fmla="*/ 646938 h 5143785"/>
              <a:gd name="connsiteX19379" fmla="*/ 395478 w 3114960"/>
              <a:gd name="connsiteY19379" fmla="*/ 661988 h 5143785"/>
              <a:gd name="connsiteX19380" fmla="*/ 402622 w 3114960"/>
              <a:gd name="connsiteY19380" fmla="*/ 664750 h 5143785"/>
              <a:gd name="connsiteX19381" fmla="*/ 410528 w 3114960"/>
              <a:gd name="connsiteY19381" fmla="*/ 661226 h 5143785"/>
              <a:gd name="connsiteX19382" fmla="*/ 412528 w 3114960"/>
              <a:gd name="connsiteY19382" fmla="*/ 650272 h 5143785"/>
              <a:gd name="connsiteX19383" fmla="*/ 413480 w 3114960"/>
              <a:gd name="connsiteY19383" fmla="*/ 651415 h 5143785"/>
              <a:gd name="connsiteX19384" fmla="*/ 417195 w 3114960"/>
              <a:gd name="connsiteY19384" fmla="*/ 648367 h 5143785"/>
              <a:gd name="connsiteX19385" fmla="*/ 407003 w 3114960"/>
              <a:gd name="connsiteY19385" fmla="*/ 658082 h 5143785"/>
              <a:gd name="connsiteX19386" fmla="*/ 398621 w 3114960"/>
              <a:gd name="connsiteY19386" fmla="*/ 658463 h 5143785"/>
              <a:gd name="connsiteX19387" fmla="*/ 398240 w 3114960"/>
              <a:gd name="connsiteY19387" fmla="*/ 650081 h 5143785"/>
              <a:gd name="connsiteX19388" fmla="*/ 402622 w 3114960"/>
              <a:gd name="connsiteY19388" fmla="*/ 648176 h 5143785"/>
              <a:gd name="connsiteX19389" fmla="*/ 406622 w 3114960"/>
              <a:gd name="connsiteY19389" fmla="*/ 649700 h 5143785"/>
              <a:gd name="connsiteX19390" fmla="*/ 407003 w 3114960"/>
              <a:gd name="connsiteY19390" fmla="*/ 658082 h 5143785"/>
              <a:gd name="connsiteX19391" fmla="*/ 665417 w 3114960"/>
              <a:gd name="connsiteY19391" fmla="*/ 615410 h 5143785"/>
              <a:gd name="connsiteX19392" fmla="*/ 669989 w 3114960"/>
              <a:gd name="connsiteY19392" fmla="*/ 620935 h 5143785"/>
              <a:gd name="connsiteX19393" fmla="*/ 664750 w 3114960"/>
              <a:gd name="connsiteY19393" fmla="*/ 625221 h 5143785"/>
              <a:gd name="connsiteX19394" fmla="*/ 660178 w 3114960"/>
              <a:gd name="connsiteY19394" fmla="*/ 619697 h 5143785"/>
              <a:gd name="connsiteX19395" fmla="*/ 665417 w 3114960"/>
              <a:gd name="connsiteY19395" fmla="*/ 615410 h 5143785"/>
              <a:gd name="connsiteX19396" fmla="*/ 451771 w 3114960"/>
              <a:gd name="connsiteY19396" fmla="*/ 592265 h 5143785"/>
              <a:gd name="connsiteX19397" fmla="*/ 458914 w 3114960"/>
              <a:gd name="connsiteY19397" fmla="*/ 592265 h 5143785"/>
              <a:gd name="connsiteX19398" fmla="*/ 458914 w 3114960"/>
              <a:gd name="connsiteY19398" fmla="*/ 599885 h 5143785"/>
              <a:gd name="connsiteX19399" fmla="*/ 451771 w 3114960"/>
              <a:gd name="connsiteY19399" fmla="*/ 599885 h 5143785"/>
              <a:gd name="connsiteX19400" fmla="*/ 451771 w 3114960"/>
              <a:gd name="connsiteY19400" fmla="*/ 592265 h 5143785"/>
              <a:gd name="connsiteX19401" fmla="*/ 451771 w 3114960"/>
              <a:gd name="connsiteY19401" fmla="*/ 577025 h 5143785"/>
              <a:gd name="connsiteX19402" fmla="*/ 458914 w 3114960"/>
              <a:gd name="connsiteY19402" fmla="*/ 577025 h 5143785"/>
              <a:gd name="connsiteX19403" fmla="*/ 458914 w 3114960"/>
              <a:gd name="connsiteY19403" fmla="*/ 584645 h 5143785"/>
              <a:gd name="connsiteX19404" fmla="*/ 451771 w 3114960"/>
              <a:gd name="connsiteY19404" fmla="*/ 584645 h 5143785"/>
              <a:gd name="connsiteX19405" fmla="*/ 451771 w 3114960"/>
              <a:gd name="connsiteY19405" fmla="*/ 577025 h 5143785"/>
              <a:gd name="connsiteX19406" fmla="*/ 2752820 w 3114960"/>
              <a:gd name="connsiteY19406" fmla="*/ 209836 h 5143785"/>
              <a:gd name="connsiteX19407" fmla="*/ 2752820 w 3114960"/>
              <a:gd name="connsiteY19407" fmla="*/ 224504 h 5143785"/>
              <a:gd name="connsiteX19408" fmla="*/ 2749010 w 3114960"/>
              <a:gd name="connsiteY19408" fmla="*/ 228314 h 5143785"/>
              <a:gd name="connsiteX19409" fmla="*/ 2734342 w 3114960"/>
              <a:gd name="connsiteY19409" fmla="*/ 228314 h 5143785"/>
              <a:gd name="connsiteX19410" fmla="*/ 2730532 w 3114960"/>
              <a:gd name="connsiteY19410" fmla="*/ 224504 h 5143785"/>
              <a:gd name="connsiteX19411" fmla="*/ 2730532 w 3114960"/>
              <a:gd name="connsiteY19411" fmla="*/ 209836 h 5143785"/>
              <a:gd name="connsiteX19412" fmla="*/ 2734342 w 3114960"/>
              <a:gd name="connsiteY19412" fmla="*/ 206026 h 5143785"/>
              <a:gd name="connsiteX19413" fmla="*/ 2749010 w 3114960"/>
              <a:gd name="connsiteY19413" fmla="*/ 206026 h 5143785"/>
              <a:gd name="connsiteX19414" fmla="*/ 2752820 w 3114960"/>
              <a:gd name="connsiteY19414" fmla="*/ 209836 h 5143785"/>
              <a:gd name="connsiteX19415" fmla="*/ 508540 w 3114960"/>
              <a:gd name="connsiteY19415" fmla="*/ 570833 h 5143785"/>
              <a:gd name="connsiteX19416" fmla="*/ 501682 w 3114960"/>
              <a:gd name="connsiteY19416" fmla="*/ 577691 h 5143785"/>
              <a:gd name="connsiteX19417" fmla="*/ 501682 w 3114960"/>
              <a:gd name="connsiteY19417" fmla="*/ 590360 h 5143785"/>
              <a:gd name="connsiteX19418" fmla="*/ 508540 w 3114960"/>
              <a:gd name="connsiteY19418" fmla="*/ 597218 h 5143785"/>
              <a:gd name="connsiteX19419" fmla="*/ 521208 w 3114960"/>
              <a:gd name="connsiteY19419" fmla="*/ 597218 h 5143785"/>
              <a:gd name="connsiteX19420" fmla="*/ 528066 w 3114960"/>
              <a:gd name="connsiteY19420" fmla="*/ 590360 h 5143785"/>
              <a:gd name="connsiteX19421" fmla="*/ 528066 w 3114960"/>
              <a:gd name="connsiteY19421" fmla="*/ 577691 h 5143785"/>
              <a:gd name="connsiteX19422" fmla="*/ 521208 w 3114960"/>
              <a:gd name="connsiteY19422" fmla="*/ 570833 h 5143785"/>
              <a:gd name="connsiteX19423" fmla="*/ 517208 w 3114960"/>
              <a:gd name="connsiteY19423" fmla="*/ 570833 h 5143785"/>
              <a:gd name="connsiteX19424" fmla="*/ 517208 w 3114960"/>
              <a:gd name="connsiteY19424" fmla="*/ 425768 h 5143785"/>
              <a:gd name="connsiteX19425" fmla="*/ 371475 w 3114960"/>
              <a:gd name="connsiteY19425" fmla="*/ 257080 h 5143785"/>
              <a:gd name="connsiteX19426" fmla="*/ 374333 w 3114960"/>
              <a:gd name="connsiteY19426" fmla="*/ 246031 h 5143785"/>
              <a:gd name="connsiteX19427" fmla="*/ 366998 w 3114960"/>
              <a:gd name="connsiteY19427" fmla="*/ 239649 h 5143785"/>
              <a:gd name="connsiteX19428" fmla="*/ 366998 w 3114960"/>
              <a:gd name="connsiteY19428" fmla="*/ 238030 h 5143785"/>
              <a:gd name="connsiteX19429" fmla="*/ 362236 w 3114960"/>
              <a:gd name="connsiteY19429" fmla="*/ 238030 h 5143785"/>
              <a:gd name="connsiteX19430" fmla="*/ 362236 w 3114960"/>
              <a:gd name="connsiteY19430" fmla="*/ 239649 h 5143785"/>
              <a:gd name="connsiteX19431" fmla="*/ 361188 w 3114960"/>
              <a:gd name="connsiteY19431" fmla="*/ 239744 h 5143785"/>
              <a:gd name="connsiteX19432" fmla="*/ 354902 w 3114960"/>
              <a:gd name="connsiteY19432" fmla="*/ 252794 h 5143785"/>
              <a:gd name="connsiteX19433" fmla="*/ 366998 w 3114960"/>
              <a:gd name="connsiteY19433" fmla="*/ 259175 h 5143785"/>
              <a:gd name="connsiteX19434" fmla="*/ 512350 w 3114960"/>
              <a:gd name="connsiteY19434" fmla="*/ 427387 h 5143785"/>
              <a:gd name="connsiteX19435" fmla="*/ 512350 w 3114960"/>
              <a:gd name="connsiteY19435" fmla="*/ 570643 h 5143785"/>
              <a:gd name="connsiteX19436" fmla="*/ 508349 w 3114960"/>
              <a:gd name="connsiteY19436" fmla="*/ 570643 h 5143785"/>
              <a:gd name="connsiteX19437" fmla="*/ 521208 w 3114960"/>
              <a:gd name="connsiteY19437" fmla="*/ 575596 h 5143785"/>
              <a:gd name="connsiteX19438" fmla="*/ 523304 w 3114960"/>
              <a:gd name="connsiteY19438" fmla="*/ 577691 h 5143785"/>
              <a:gd name="connsiteX19439" fmla="*/ 523304 w 3114960"/>
              <a:gd name="connsiteY19439" fmla="*/ 590360 h 5143785"/>
              <a:gd name="connsiteX19440" fmla="*/ 521208 w 3114960"/>
              <a:gd name="connsiteY19440" fmla="*/ 592455 h 5143785"/>
              <a:gd name="connsiteX19441" fmla="*/ 508540 w 3114960"/>
              <a:gd name="connsiteY19441" fmla="*/ 592455 h 5143785"/>
              <a:gd name="connsiteX19442" fmla="*/ 506444 w 3114960"/>
              <a:gd name="connsiteY19442" fmla="*/ 590360 h 5143785"/>
              <a:gd name="connsiteX19443" fmla="*/ 506444 w 3114960"/>
              <a:gd name="connsiteY19443" fmla="*/ 577691 h 5143785"/>
              <a:gd name="connsiteX19444" fmla="*/ 508540 w 3114960"/>
              <a:gd name="connsiteY19444" fmla="*/ 575596 h 5143785"/>
              <a:gd name="connsiteX19445" fmla="*/ 521208 w 3114960"/>
              <a:gd name="connsiteY19445" fmla="*/ 575596 h 5143785"/>
              <a:gd name="connsiteX19446" fmla="*/ 343757 w 3114960"/>
              <a:gd name="connsiteY19446" fmla="*/ 592265 h 5143785"/>
              <a:gd name="connsiteX19447" fmla="*/ 350901 w 3114960"/>
              <a:gd name="connsiteY19447" fmla="*/ 592265 h 5143785"/>
              <a:gd name="connsiteX19448" fmla="*/ 350901 w 3114960"/>
              <a:gd name="connsiteY19448" fmla="*/ 599885 h 5143785"/>
              <a:gd name="connsiteX19449" fmla="*/ 343757 w 3114960"/>
              <a:gd name="connsiteY19449" fmla="*/ 599885 h 5143785"/>
              <a:gd name="connsiteX19450" fmla="*/ 343757 w 3114960"/>
              <a:gd name="connsiteY19450" fmla="*/ 592265 h 5143785"/>
              <a:gd name="connsiteX19451" fmla="*/ 458914 w 3114960"/>
              <a:gd name="connsiteY19451" fmla="*/ 554069 h 5143785"/>
              <a:gd name="connsiteX19452" fmla="*/ 451771 w 3114960"/>
              <a:gd name="connsiteY19452" fmla="*/ 554069 h 5143785"/>
              <a:gd name="connsiteX19453" fmla="*/ 451771 w 3114960"/>
              <a:gd name="connsiteY19453" fmla="*/ 549307 h 5143785"/>
              <a:gd name="connsiteX19454" fmla="*/ 458914 w 3114960"/>
              <a:gd name="connsiteY19454" fmla="*/ 549307 h 5143785"/>
              <a:gd name="connsiteX19455" fmla="*/ 458914 w 3114960"/>
              <a:gd name="connsiteY19455" fmla="*/ 554069 h 5143785"/>
              <a:gd name="connsiteX19456" fmla="*/ 427577 w 3114960"/>
              <a:gd name="connsiteY19456" fmla="*/ 639794 h 5143785"/>
              <a:gd name="connsiteX19457" fmla="*/ 422339 w 3114960"/>
              <a:gd name="connsiteY19457" fmla="*/ 644081 h 5143785"/>
              <a:gd name="connsiteX19458" fmla="*/ 417767 w 3114960"/>
              <a:gd name="connsiteY19458" fmla="*/ 638556 h 5143785"/>
              <a:gd name="connsiteX19459" fmla="*/ 423005 w 3114960"/>
              <a:gd name="connsiteY19459" fmla="*/ 634270 h 5143785"/>
              <a:gd name="connsiteX19460" fmla="*/ 427577 w 3114960"/>
              <a:gd name="connsiteY19460" fmla="*/ 639794 h 5143785"/>
              <a:gd name="connsiteX19461" fmla="*/ 376333 w 3114960"/>
              <a:gd name="connsiteY19461" fmla="*/ 223647 h 5143785"/>
              <a:gd name="connsiteX19462" fmla="*/ 372713 w 3114960"/>
              <a:gd name="connsiteY19462" fmla="*/ 220504 h 5143785"/>
              <a:gd name="connsiteX19463" fmla="*/ 385763 w 3114960"/>
              <a:gd name="connsiteY19463" fmla="*/ 205645 h 5143785"/>
              <a:gd name="connsiteX19464" fmla="*/ 389382 w 3114960"/>
              <a:gd name="connsiteY19464" fmla="*/ 208788 h 5143785"/>
              <a:gd name="connsiteX19465" fmla="*/ 376333 w 3114960"/>
              <a:gd name="connsiteY19465" fmla="*/ 223647 h 5143785"/>
              <a:gd name="connsiteX19466" fmla="*/ 343757 w 3114960"/>
              <a:gd name="connsiteY19466" fmla="*/ 607600 h 5143785"/>
              <a:gd name="connsiteX19467" fmla="*/ 350901 w 3114960"/>
              <a:gd name="connsiteY19467" fmla="*/ 607600 h 5143785"/>
              <a:gd name="connsiteX19468" fmla="*/ 350901 w 3114960"/>
              <a:gd name="connsiteY19468" fmla="*/ 614077 h 5143785"/>
              <a:gd name="connsiteX19469" fmla="*/ 345948 w 3114960"/>
              <a:gd name="connsiteY19469" fmla="*/ 618173 h 5143785"/>
              <a:gd name="connsiteX19470" fmla="*/ 341376 w 3114960"/>
              <a:gd name="connsiteY19470" fmla="*/ 612648 h 5143785"/>
              <a:gd name="connsiteX19471" fmla="*/ 343757 w 3114960"/>
              <a:gd name="connsiteY19471" fmla="*/ 610648 h 5143785"/>
              <a:gd name="connsiteX19472" fmla="*/ 343757 w 3114960"/>
              <a:gd name="connsiteY19472" fmla="*/ 607600 h 5143785"/>
              <a:gd name="connsiteX19473" fmla="*/ 451771 w 3114960"/>
              <a:gd name="connsiteY19473" fmla="*/ 561689 h 5143785"/>
              <a:gd name="connsiteX19474" fmla="*/ 458914 w 3114960"/>
              <a:gd name="connsiteY19474" fmla="*/ 561689 h 5143785"/>
              <a:gd name="connsiteX19475" fmla="*/ 458914 w 3114960"/>
              <a:gd name="connsiteY19475" fmla="*/ 569309 h 5143785"/>
              <a:gd name="connsiteX19476" fmla="*/ 451771 w 3114960"/>
              <a:gd name="connsiteY19476" fmla="*/ 569309 h 5143785"/>
              <a:gd name="connsiteX19477" fmla="*/ 451771 w 3114960"/>
              <a:gd name="connsiteY19477" fmla="*/ 561689 h 5143785"/>
              <a:gd name="connsiteX19478" fmla="*/ 438150 w 3114960"/>
              <a:gd name="connsiteY19478" fmla="*/ 631127 h 5143785"/>
              <a:gd name="connsiteX19479" fmla="*/ 432911 w 3114960"/>
              <a:gd name="connsiteY19479" fmla="*/ 635413 h 5143785"/>
              <a:gd name="connsiteX19480" fmla="*/ 428339 w 3114960"/>
              <a:gd name="connsiteY19480" fmla="*/ 629888 h 5143785"/>
              <a:gd name="connsiteX19481" fmla="*/ 433578 w 3114960"/>
              <a:gd name="connsiteY19481" fmla="*/ 625602 h 5143785"/>
              <a:gd name="connsiteX19482" fmla="*/ 438150 w 3114960"/>
              <a:gd name="connsiteY19482" fmla="*/ 631127 h 5143785"/>
              <a:gd name="connsiteX19483" fmla="*/ 448723 w 3114960"/>
              <a:gd name="connsiteY19483" fmla="*/ 622459 h 5143785"/>
              <a:gd name="connsiteX19484" fmla="*/ 443484 w 3114960"/>
              <a:gd name="connsiteY19484" fmla="*/ 626745 h 5143785"/>
              <a:gd name="connsiteX19485" fmla="*/ 438912 w 3114960"/>
              <a:gd name="connsiteY19485" fmla="*/ 621221 h 5143785"/>
              <a:gd name="connsiteX19486" fmla="*/ 444151 w 3114960"/>
              <a:gd name="connsiteY19486" fmla="*/ 616934 h 5143785"/>
              <a:gd name="connsiteX19487" fmla="*/ 448723 w 3114960"/>
              <a:gd name="connsiteY19487" fmla="*/ 622459 h 5143785"/>
              <a:gd name="connsiteX19488" fmla="*/ 439864 w 3114960"/>
              <a:gd name="connsiteY19488" fmla="*/ 2393537 h 5143785"/>
              <a:gd name="connsiteX19489" fmla="*/ 516827 w 3114960"/>
              <a:gd name="connsiteY19489" fmla="*/ 2393537 h 5143785"/>
              <a:gd name="connsiteX19490" fmla="*/ 518541 w 3114960"/>
              <a:gd name="connsiteY19490" fmla="*/ 2394204 h 5143785"/>
              <a:gd name="connsiteX19491" fmla="*/ 519208 w 3114960"/>
              <a:gd name="connsiteY19491" fmla="*/ 2395919 h 5143785"/>
              <a:gd name="connsiteX19492" fmla="*/ 519208 w 3114960"/>
              <a:gd name="connsiteY19492" fmla="*/ 2473071 h 5143785"/>
              <a:gd name="connsiteX19493" fmla="*/ 524447 w 3114960"/>
              <a:gd name="connsiteY19493" fmla="*/ 2476500 h 5143785"/>
              <a:gd name="connsiteX19494" fmla="*/ 526066 w 3114960"/>
              <a:gd name="connsiteY19494" fmla="*/ 2483739 h 5143785"/>
              <a:gd name="connsiteX19495" fmla="*/ 521970 w 3114960"/>
              <a:gd name="connsiteY19495" fmla="*/ 2490026 h 5143785"/>
              <a:gd name="connsiteX19496" fmla="*/ 508445 w 3114960"/>
              <a:gd name="connsiteY19496" fmla="*/ 2487644 h 5143785"/>
              <a:gd name="connsiteX19497" fmla="*/ 506825 w 3114960"/>
              <a:gd name="connsiteY19497" fmla="*/ 2480405 h 5143785"/>
              <a:gd name="connsiteX19498" fmla="*/ 510921 w 3114960"/>
              <a:gd name="connsiteY19498" fmla="*/ 2474119 h 5143785"/>
              <a:gd name="connsiteX19499" fmla="*/ 514255 w 3114960"/>
              <a:gd name="connsiteY19499" fmla="*/ 2472785 h 5143785"/>
              <a:gd name="connsiteX19500" fmla="*/ 514255 w 3114960"/>
              <a:gd name="connsiteY19500" fmla="*/ 2398300 h 5143785"/>
              <a:gd name="connsiteX19501" fmla="*/ 439388 w 3114960"/>
              <a:gd name="connsiteY19501" fmla="*/ 2398300 h 5143785"/>
              <a:gd name="connsiteX19502" fmla="*/ 435769 w 3114960"/>
              <a:gd name="connsiteY19502" fmla="*/ 2403348 h 5143785"/>
              <a:gd name="connsiteX19503" fmla="*/ 422243 w 3114960"/>
              <a:gd name="connsiteY19503" fmla="*/ 2400967 h 5143785"/>
              <a:gd name="connsiteX19504" fmla="*/ 420624 w 3114960"/>
              <a:gd name="connsiteY19504" fmla="*/ 2393728 h 5143785"/>
              <a:gd name="connsiteX19505" fmla="*/ 424720 w 3114960"/>
              <a:gd name="connsiteY19505" fmla="*/ 2387441 h 5143785"/>
              <a:gd name="connsiteX19506" fmla="*/ 430244 w 3114960"/>
              <a:gd name="connsiteY19506" fmla="*/ 2385822 h 5143785"/>
              <a:gd name="connsiteX19507" fmla="*/ 438245 w 3114960"/>
              <a:gd name="connsiteY19507" fmla="*/ 2389918 h 5143785"/>
              <a:gd name="connsiteX19508" fmla="*/ 439864 w 3114960"/>
              <a:gd name="connsiteY19508" fmla="*/ 2393728 h 5143785"/>
              <a:gd name="connsiteX19509" fmla="*/ 1211485 w 3114960"/>
              <a:gd name="connsiteY19509" fmla="*/ 254984 h 5143785"/>
              <a:gd name="connsiteX19510" fmla="*/ 1218629 w 3114960"/>
              <a:gd name="connsiteY19510" fmla="*/ 254984 h 5143785"/>
              <a:gd name="connsiteX19511" fmla="*/ 1218629 w 3114960"/>
              <a:gd name="connsiteY19511" fmla="*/ 264128 h 5143785"/>
              <a:gd name="connsiteX19512" fmla="*/ 1211485 w 3114960"/>
              <a:gd name="connsiteY19512" fmla="*/ 264128 h 5143785"/>
              <a:gd name="connsiteX19513" fmla="*/ 1211485 w 3114960"/>
              <a:gd name="connsiteY19513" fmla="*/ 254984 h 5143785"/>
              <a:gd name="connsiteX19514" fmla="*/ 586835 w 3114960"/>
              <a:gd name="connsiteY19514" fmla="*/ 4414838 h 5143785"/>
              <a:gd name="connsiteX19515" fmla="*/ 593598 w 3114960"/>
              <a:gd name="connsiteY19515" fmla="*/ 4408932 h 5143785"/>
              <a:gd name="connsiteX19516" fmla="*/ 598361 w 3114960"/>
              <a:gd name="connsiteY19516" fmla="*/ 4414266 h 5143785"/>
              <a:gd name="connsiteX19517" fmla="*/ 591598 w 3114960"/>
              <a:gd name="connsiteY19517" fmla="*/ 4420172 h 5143785"/>
              <a:gd name="connsiteX19518" fmla="*/ 586835 w 3114960"/>
              <a:gd name="connsiteY19518" fmla="*/ 4414838 h 5143785"/>
              <a:gd name="connsiteX19519" fmla="*/ 1218914 w 3114960"/>
              <a:gd name="connsiteY19519" fmla="*/ 209455 h 5143785"/>
              <a:gd name="connsiteX19520" fmla="*/ 1211771 w 3114960"/>
              <a:gd name="connsiteY19520" fmla="*/ 209455 h 5143785"/>
              <a:gd name="connsiteX19521" fmla="*/ 1211771 w 3114960"/>
              <a:gd name="connsiteY19521" fmla="*/ 200311 h 5143785"/>
              <a:gd name="connsiteX19522" fmla="*/ 1218914 w 3114960"/>
              <a:gd name="connsiteY19522" fmla="*/ 200311 h 5143785"/>
              <a:gd name="connsiteX19523" fmla="*/ 1218914 w 3114960"/>
              <a:gd name="connsiteY19523" fmla="*/ 209455 h 5143785"/>
              <a:gd name="connsiteX19524" fmla="*/ 1211294 w 3114960"/>
              <a:gd name="connsiteY19524" fmla="*/ 273272 h 5143785"/>
              <a:gd name="connsiteX19525" fmla="*/ 1218438 w 3114960"/>
              <a:gd name="connsiteY19525" fmla="*/ 273272 h 5143785"/>
              <a:gd name="connsiteX19526" fmla="*/ 1218438 w 3114960"/>
              <a:gd name="connsiteY19526" fmla="*/ 282416 h 5143785"/>
              <a:gd name="connsiteX19527" fmla="*/ 1211294 w 3114960"/>
              <a:gd name="connsiteY19527" fmla="*/ 282416 h 5143785"/>
              <a:gd name="connsiteX19528" fmla="*/ 1211294 w 3114960"/>
              <a:gd name="connsiteY19528" fmla="*/ 273272 h 5143785"/>
              <a:gd name="connsiteX19529" fmla="*/ 1205865 w 3114960"/>
              <a:gd name="connsiteY19529" fmla="*/ 335756 h 5143785"/>
              <a:gd name="connsiteX19530" fmla="*/ 1210628 w 3114960"/>
              <a:gd name="connsiteY19530" fmla="*/ 341090 h 5143785"/>
              <a:gd name="connsiteX19531" fmla="*/ 1207961 w 3114960"/>
              <a:gd name="connsiteY19531" fmla="*/ 343472 h 5143785"/>
              <a:gd name="connsiteX19532" fmla="*/ 1203198 w 3114960"/>
              <a:gd name="connsiteY19532" fmla="*/ 338138 h 5143785"/>
              <a:gd name="connsiteX19533" fmla="*/ 1205865 w 3114960"/>
              <a:gd name="connsiteY19533" fmla="*/ 335756 h 5143785"/>
              <a:gd name="connsiteX19534" fmla="*/ 1211009 w 3114960"/>
              <a:gd name="connsiteY19534" fmla="*/ 328041 h 5143785"/>
              <a:gd name="connsiteX19535" fmla="*/ 1218152 w 3114960"/>
              <a:gd name="connsiteY19535" fmla="*/ 328041 h 5143785"/>
              <a:gd name="connsiteX19536" fmla="*/ 1218152 w 3114960"/>
              <a:gd name="connsiteY19536" fmla="*/ 334423 h 5143785"/>
              <a:gd name="connsiteX19537" fmla="*/ 1213390 w 3114960"/>
              <a:gd name="connsiteY19537" fmla="*/ 338709 h 5143785"/>
              <a:gd name="connsiteX19538" fmla="*/ 1208627 w 3114960"/>
              <a:gd name="connsiteY19538" fmla="*/ 333375 h 5143785"/>
              <a:gd name="connsiteX19539" fmla="*/ 1211009 w 3114960"/>
              <a:gd name="connsiteY19539" fmla="*/ 331280 h 5143785"/>
              <a:gd name="connsiteX19540" fmla="*/ 1211009 w 3114960"/>
              <a:gd name="connsiteY19540" fmla="*/ 328136 h 5143785"/>
              <a:gd name="connsiteX19541" fmla="*/ 1211104 w 3114960"/>
              <a:gd name="connsiteY19541" fmla="*/ 309753 h 5143785"/>
              <a:gd name="connsiteX19542" fmla="*/ 1218248 w 3114960"/>
              <a:gd name="connsiteY19542" fmla="*/ 309753 h 5143785"/>
              <a:gd name="connsiteX19543" fmla="*/ 1218248 w 3114960"/>
              <a:gd name="connsiteY19543" fmla="*/ 318897 h 5143785"/>
              <a:gd name="connsiteX19544" fmla="*/ 1211104 w 3114960"/>
              <a:gd name="connsiteY19544" fmla="*/ 318897 h 5143785"/>
              <a:gd name="connsiteX19545" fmla="*/ 1211104 w 3114960"/>
              <a:gd name="connsiteY19545" fmla="*/ 309753 h 5143785"/>
              <a:gd name="connsiteX19546" fmla="*/ 1211199 w 3114960"/>
              <a:gd name="connsiteY19546" fmla="*/ 291560 h 5143785"/>
              <a:gd name="connsiteX19547" fmla="*/ 1218343 w 3114960"/>
              <a:gd name="connsiteY19547" fmla="*/ 291560 h 5143785"/>
              <a:gd name="connsiteX19548" fmla="*/ 1218343 w 3114960"/>
              <a:gd name="connsiteY19548" fmla="*/ 300704 h 5143785"/>
              <a:gd name="connsiteX19549" fmla="*/ 1211199 w 3114960"/>
              <a:gd name="connsiteY19549" fmla="*/ 300704 h 5143785"/>
              <a:gd name="connsiteX19550" fmla="*/ 1211199 w 3114960"/>
              <a:gd name="connsiteY19550" fmla="*/ 291560 h 5143785"/>
              <a:gd name="connsiteX19551" fmla="*/ 1082421 w 3114960"/>
              <a:gd name="connsiteY19551" fmla="*/ 273653 h 5143785"/>
              <a:gd name="connsiteX19552" fmla="*/ 1082421 w 3114960"/>
              <a:gd name="connsiteY19552" fmla="*/ 441198 h 5143785"/>
              <a:gd name="connsiteX19553" fmla="*/ 1092899 w 3114960"/>
              <a:gd name="connsiteY19553" fmla="*/ 459391 h 5143785"/>
              <a:gd name="connsiteX19554" fmla="*/ 1092899 w 3114960"/>
              <a:gd name="connsiteY19554" fmla="*/ 523018 h 5143785"/>
              <a:gd name="connsiteX19555" fmla="*/ 1092327 w 3114960"/>
              <a:gd name="connsiteY19555" fmla="*/ 523018 h 5143785"/>
              <a:gd name="connsiteX19556" fmla="*/ 1089660 w 3114960"/>
              <a:gd name="connsiteY19556" fmla="*/ 525685 h 5143785"/>
              <a:gd name="connsiteX19557" fmla="*/ 1089660 w 3114960"/>
              <a:gd name="connsiteY19557" fmla="*/ 538639 h 5143785"/>
              <a:gd name="connsiteX19558" fmla="*/ 1092327 w 3114960"/>
              <a:gd name="connsiteY19558" fmla="*/ 541306 h 5143785"/>
              <a:gd name="connsiteX19559" fmla="*/ 1098328 w 3114960"/>
              <a:gd name="connsiteY19559" fmla="*/ 541306 h 5143785"/>
              <a:gd name="connsiteX19560" fmla="*/ 1100995 w 3114960"/>
              <a:gd name="connsiteY19560" fmla="*/ 538639 h 5143785"/>
              <a:gd name="connsiteX19561" fmla="*/ 1100995 w 3114960"/>
              <a:gd name="connsiteY19561" fmla="*/ 525685 h 5143785"/>
              <a:gd name="connsiteX19562" fmla="*/ 1098328 w 3114960"/>
              <a:gd name="connsiteY19562" fmla="*/ 523018 h 5143785"/>
              <a:gd name="connsiteX19563" fmla="*/ 1097852 w 3114960"/>
              <a:gd name="connsiteY19563" fmla="*/ 523018 h 5143785"/>
              <a:gd name="connsiteX19564" fmla="*/ 1097852 w 3114960"/>
              <a:gd name="connsiteY19564" fmla="*/ 458153 h 5143785"/>
              <a:gd name="connsiteX19565" fmla="*/ 1087184 w 3114960"/>
              <a:gd name="connsiteY19565" fmla="*/ 439960 h 5143785"/>
              <a:gd name="connsiteX19566" fmla="*/ 1087184 w 3114960"/>
              <a:gd name="connsiteY19566" fmla="*/ 275463 h 5143785"/>
              <a:gd name="connsiteX19567" fmla="*/ 1101852 w 3114960"/>
              <a:gd name="connsiteY19567" fmla="*/ 258413 h 5143785"/>
              <a:gd name="connsiteX19568" fmla="*/ 1101852 w 3114960"/>
              <a:gd name="connsiteY19568" fmla="*/ 187262 h 5143785"/>
              <a:gd name="connsiteX19569" fmla="*/ 1106710 w 3114960"/>
              <a:gd name="connsiteY19569" fmla="*/ 187262 h 5143785"/>
              <a:gd name="connsiteX19570" fmla="*/ 1113568 w 3114960"/>
              <a:gd name="connsiteY19570" fmla="*/ 180404 h 5143785"/>
              <a:gd name="connsiteX19571" fmla="*/ 1113568 w 3114960"/>
              <a:gd name="connsiteY19571" fmla="*/ 166021 h 5143785"/>
              <a:gd name="connsiteX19572" fmla="*/ 1106710 w 3114960"/>
              <a:gd name="connsiteY19572" fmla="*/ 159163 h 5143785"/>
              <a:gd name="connsiteX19573" fmla="*/ 1101852 w 3114960"/>
              <a:gd name="connsiteY19573" fmla="*/ 159163 h 5143785"/>
              <a:gd name="connsiteX19574" fmla="*/ 1101376 w 3114960"/>
              <a:gd name="connsiteY19574" fmla="*/ 135160 h 5143785"/>
              <a:gd name="connsiteX19575" fmla="*/ 1128427 w 3114960"/>
              <a:gd name="connsiteY19575" fmla="*/ 105442 h 5143785"/>
              <a:gd name="connsiteX19576" fmla="*/ 1128998 w 3114960"/>
              <a:gd name="connsiteY19576" fmla="*/ 30099 h 5143785"/>
              <a:gd name="connsiteX19577" fmla="*/ 1139476 w 3114960"/>
              <a:gd name="connsiteY19577" fmla="*/ 17717 h 5143785"/>
              <a:gd name="connsiteX19578" fmla="*/ 1126617 w 3114960"/>
              <a:gd name="connsiteY19578" fmla="*/ 4858 h 5143785"/>
              <a:gd name="connsiteX19579" fmla="*/ 1113758 w 3114960"/>
              <a:gd name="connsiteY19579" fmla="*/ 17717 h 5143785"/>
              <a:gd name="connsiteX19580" fmla="*/ 1124236 w 3114960"/>
              <a:gd name="connsiteY19580" fmla="*/ 30099 h 5143785"/>
              <a:gd name="connsiteX19581" fmla="*/ 1123664 w 3114960"/>
              <a:gd name="connsiteY19581" fmla="*/ 103537 h 5143785"/>
              <a:gd name="connsiteX19582" fmla="*/ 1096518 w 3114960"/>
              <a:gd name="connsiteY19582" fmla="*/ 133350 h 5143785"/>
              <a:gd name="connsiteX19583" fmla="*/ 1097090 w 3114960"/>
              <a:gd name="connsiteY19583" fmla="*/ 159163 h 5143785"/>
              <a:gd name="connsiteX19584" fmla="*/ 1092327 w 3114960"/>
              <a:gd name="connsiteY19584" fmla="*/ 159163 h 5143785"/>
              <a:gd name="connsiteX19585" fmla="*/ 1085469 w 3114960"/>
              <a:gd name="connsiteY19585" fmla="*/ 166021 h 5143785"/>
              <a:gd name="connsiteX19586" fmla="*/ 1085469 w 3114960"/>
              <a:gd name="connsiteY19586" fmla="*/ 180404 h 5143785"/>
              <a:gd name="connsiteX19587" fmla="*/ 1092327 w 3114960"/>
              <a:gd name="connsiteY19587" fmla="*/ 187262 h 5143785"/>
              <a:gd name="connsiteX19588" fmla="*/ 1097185 w 3114960"/>
              <a:gd name="connsiteY19588" fmla="*/ 187262 h 5143785"/>
              <a:gd name="connsiteX19589" fmla="*/ 1097185 w 3114960"/>
              <a:gd name="connsiteY19589" fmla="*/ 256699 h 5143785"/>
              <a:gd name="connsiteX19590" fmla="*/ 1082516 w 3114960"/>
              <a:gd name="connsiteY19590" fmla="*/ 273749 h 5143785"/>
              <a:gd name="connsiteX19591" fmla="*/ 1118521 w 3114960"/>
              <a:gd name="connsiteY19591" fmla="*/ 17717 h 5143785"/>
              <a:gd name="connsiteX19592" fmla="*/ 1126617 w 3114960"/>
              <a:gd name="connsiteY19592" fmla="*/ 9620 h 5143785"/>
              <a:gd name="connsiteX19593" fmla="*/ 1134713 w 3114960"/>
              <a:gd name="connsiteY19593" fmla="*/ 17717 h 5143785"/>
              <a:gd name="connsiteX19594" fmla="*/ 1126617 w 3114960"/>
              <a:gd name="connsiteY19594" fmla="*/ 25813 h 5143785"/>
              <a:gd name="connsiteX19595" fmla="*/ 1118521 w 3114960"/>
              <a:gd name="connsiteY19595" fmla="*/ 17717 h 5143785"/>
              <a:gd name="connsiteX19596" fmla="*/ 1092327 w 3114960"/>
              <a:gd name="connsiteY19596" fmla="*/ 182404 h 5143785"/>
              <a:gd name="connsiteX19597" fmla="*/ 1090232 w 3114960"/>
              <a:gd name="connsiteY19597" fmla="*/ 180308 h 5143785"/>
              <a:gd name="connsiteX19598" fmla="*/ 1090232 w 3114960"/>
              <a:gd name="connsiteY19598" fmla="*/ 165926 h 5143785"/>
              <a:gd name="connsiteX19599" fmla="*/ 1092327 w 3114960"/>
              <a:gd name="connsiteY19599" fmla="*/ 163830 h 5143785"/>
              <a:gd name="connsiteX19600" fmla="*/ 1106805 w 3114960"/>
              <a:gd name="connsiteY19600" fmla="*/ 163830 h 5143785"/>
              <a:gd name="connsiteX19601" fmla="*/ 1108901 w 3114960"/>
              <a:gd name="connsiteY19601" fmla="*/ 165926 h 5143785"/>
              <a:gd name="connsiteX19602" fmla="*/ 1108901 w 3114960"/>
              <a:gd name="connsiteY19602" fmla="*/ 180308 h 5143785"/>
              <a:gd name="connsiteX19603" fmla="*/ 1106805 w 3114960"/>
              <a:gd name="connsiteY19603" fmla="*/ 182404 h 5143785"/>
              <a:gd name="connsiteX19604" fmla="*/ 1092422 w 3114960"/>
              <a:gd name="connsiteY19604" fmla="*/ 182404 h 5143785"/>
              <a:gd name="connsiteX19605" fmla="*/ 1105376 w 3114960"/>
              <a:gd name="connsiteY19605" fmla="*/ 169736 h 5143785"/>
              <a:gd name="connsiteX19606" fmla="*/ 1105376 w 3114960"/>
              <a:gd name="connsiteY19606" fmla="*/ 176498 h 5143785"/>
              <a:gd name="connsiteX19607" fmla="*/ 1102900 w 3114960"/>
              <a:gd name="connsiteY19607" fmla="*/ 178975 h 5143785"/>
              <a:gd name="connsiteX19608" fmla="*/ 1096137 w 3114960"/>
              <a:gd name="connsiteY19608" fmla="*/ 178975 h 5143785"/>
              <a:gd name="connsiteX19609" fmla="*/ 1093661 w 3114960"/>
              <a:gd name="connsiteY19609" fmla="*/ 176498 h 5143785"/>
              <a:gd name="connsiteX19610" fmla="*/ 1093661 w 3114960"/>
              <a:gd name="connsiteY19610" fmla="*/ 169736 h 5143785"/>
              <a:gd name="connsiteX19611" fmla="*/ 1096137 w 3114960"/>
              <a:gd name="connsiteY19611" fmla="*/ 167259 h 5143785"/>
              <a:gd name="connsiteX19612" fmla="*/ 1102900 w 3114960"/>
              <a:gd name="connsiteY19612" fmla="*/ 167259 h 5143785"/>
              <a:gd name="connsiteX19613" fmla="*/ 1105376 w 3114960"/>
              <a:gd name="connsiteY19613" fmla="*/ 169736 h 5143785"/>
              <a:gd name="connsiteX19614" fmla="*/ 2633186 w 3114960"/>
              <a:gd name="connsiteY19614" fmla="*/ 4800791 h 5143785"/>
              <a:gd name="connsiteX19615" fmla="*/ 2608612 w 3114960"/>
              <a:gd name="connsiteY19615" fmla="*/ 4773835 h 5143785"/>
              <a:gd name="connsiteX19616" fmla="*/ 2506694 w 3114960"/>
              <a:gd name="connsiteY19616" fmla="*/ 4774216 h 5143785"/>
              <a:gd name="connsiteX19617" fmla="*/ 2505932 w 3114960"/>
              <a:gd name="connsiteY19617" fmla="*/ 4774216 h 5143785"/>
              <a:gd name="connsiteX19618" fmla="*/ 2487835 w 3114960"/>
              <a:gd name="connsiteY19618" fmla="*/ 4787361 h 5143785"/>
              <a:gd name="connsiteX19619" fmla="*/ 2487835 w 3114960"/>
              <a:gd name="connsiteY19619" fmla="*/ 4812411 h 5143785"/>
              <a:gd name="connsiteX19620" fmla="*/ 2499551 w 3114960"/>
              <a:gd name="connsiteY19620" fmla="*/ 4823174 h 5143785"/>
              <a:gd name="connsiteX19621" fmla="*/ 2508885 w 3114960"/>
              <a:gd name="connsiteY19621" fmla="*/ 4831461 h 5143785"/>
              <a:gd name="connsiteX19622" fmla="*/ 2531078 w 3114960"/>
              <a:gd name="connsiteY19622" fmla="*/ 4831461 h 5143785"/>
              <a:gd name="connsiteX19623" fmla="*/ 2540318 w 3114960"/>
              <a:gd name="connsiteY19623" fmla="*/ 4823746 h 5143785"/>
              <a:gd name="connsiteX19624" fmla="*/ 2593562 w 3114960"/>
              <a:gd name="connsiteY19624" fmla="*/ 4823746 h 5143785"/>
              <a:gd name="connsiteX19625" fmla="*/ 2625471 w 3114960"/>
              <a:gd name="connsiteY19625" fmla="*/ 4861560 h 5143785"/>
              <a:gd name="connsiteX19626" fmla="*/ 2694337 w 3114960"/>
              <a:gd name="connsiteY19626" fmla="*/ 4861560 h 5143785"/>
              <a:gd name="connsiteX19627" fmla="*/ 2705005 w 3114960"/>
              <a:gd name="connsiteY19627" fmla="*/ 4868228 h 5143785"/>
              <a:gd name="connsiteX19628" fmla="*/ 2717197 w 3114960"/>
              <a:gd name="connsiteY19628" fmla="*/ 4856036 h 5143785"/>
              <a:gd name="connsiteX19629" fmla="*/ 2705005 w 3114960"/>
              <a:gd name="connsiteY19629" fmla="*/ 4843844 h 5143785"/>
              <a:gd name="connsiteX19630" fmla="*/ 2693194 w 3114960"/>
              <a:gd name="connsiteY19630" fmla="*/ 4854321 h 5143785"/>
              <a:gd name="connsiteX19631" fmla="*/ 2628805 w 3114960"/>
              <a:gd name="connsiteY19631" fmla="*/ 4854321 h 5143785"/>
              <a:gd name="connsiteX19632" fmla="*/ 2596896 w 3114960"/>
              <a:gd name="connsiteY19632" fmla="*/ 4816507 h 5143785"/>
              <a:gd name="connsiteX19633" fmla="*/ 2540318 w 3114960"/>
              <a:gd name="connsiteY19633" fmla="*/ 4816507 h 5143785"/>
              <a:gd name="connsiteX19634" fmla="*/ 2531078 w 3114960"/>
              <a:gd name="connsiteY19634" fmla="*/ 4808792 h 5143785"/>
              <a:gd name="connsiteX19635" fmla="*/ 2508885 w 3114960"/>
              <a:gd name="connsiteY19635" fmla="*/ 4808792 h 5143785"/>
              <a:gd name="connsiteX19636" fmla="*/ 2499646 w 3114960"/>
              <a:gd name="connsiteY19636" fmla="*/ 4816602 h 5143785"/>
              <a:gd name="connsiteX19637" fmla="*/ 2492597 w 3114960"/>
              <a:gd name="connsiteY19637" fmla="*/ 4810125 h 5143785"/>
              <a:gd name="connsiteX19638" fmla="*/ 2492597 w 3114960"/>
              <a:gd name="connsiteY19638" fmla="*/ 4789551 h 5143785"/>
              <a:gd name="connsiteX19639" fmla="*/ 2507552 w 3114960"/>
              <a:gd name="connsiteY19639" fmla="*/ 4778693 h 5143785"/>
              <a:gd name="connsiteX19640" fmla="*/ 2606612 w 3114960"/>
              <a:gd name="connsiteY19640" fmla="*/ 4778312 h 5143785"/>
              <a:gd name="connsiteX19641" fmla="*/ 2631186 w 3114960"/>
              <a:gd name="connsiteY19641" fmla="*/ 4805268 h 5143785"/>
              <a:gd name="connsiteX19642" fmla="*/ 2664428 w 3114960"/>
              <a:gd name="connsiteY19642" fmla="*/ 4805268 h 5143785"/>
              <a:gd name="connsiteX19643" fmla="*/ 2671763 w 3114960"/>
              <a:gd name="connsiteY19643" fmla="*/ 4799171 h 5143785"/>
              <a:gd name="connsiteX19644" fmla="*/ 2679192 w 3114960"/>
              <a:gd name="connsiteY19644" fmla="*/ 4802029 h 5143785"/>
              <a:gd name="connsiteX19645" fmla="*/ 2691003 w 3114960"/>
              <a:gd name="connsiteY19645" fmla="*/ 4790218 h 5143785"/>
              <a:gd name="connsiteX19646" fmla="*/ 2679192 w 3114960"/>
              <a:gd name="connsiteY19646" fmla="*/ 4778407 h 5143785"/>
              <a:gd name="connsiteX19647" fmla="*/ 2667381 w 3114960"/>
              <a:gd name="connsiteY19647" fmla="*/ 4790218 h 5143785"/>
              <a:gd name="connsiteX19648" fmla="*/ 2668810 w 3114960"/>
              <a:gd name="connsiteY19648" fmla="*/ 4795552 h 5143785"/>
              <a:gd name="connsiteX19649" fmla="*/ 2662809 w 3114960"/>
              <a:gd name="connsiteY19649" fmla="*/ 4800505 h 5143785"/>
              <a:gd name="connsiteX19650" fmla="*/ 2633377 w 3114960"/>
              <a:gd name="connsiteY19650" fmla="*/ 4800505 h 5143785"/>
              <a:gd name="connsiteX19651" fmla="*/ 2704910 w 3114960"/>
              <a:gd name="connsiteY19651" fmla="*/ 4848797 h 5143785"/>
              <a:gd name="connsiteX19652" fmla="*/ 2712339 w 3114960"/>
              <a:gd name="connsiteY19652" fmla="*/ 4856226 h 5143785"/>
              <a:gd name="connsiteX19653" fmla="*/ 2704910 w 3114960"/>
              <a:gd name="connsiteY19653" fmla="*/ 4863656 h 5143785"/>
              <a:gd name="connsiteX19654" fmla="*/ 2697480 w 3114960"/>
              <a:gd name="connsiteY19654" fmla="*/ 4856226 h 5143785"/>
              <a:gd name="connsiteX19655" fmla="*/ 2704910 w 3114960"/>
              <a:gd name="connsiteY19655" fmla="*/ 4848797 h 5143785"/>
              <a:gd name="connsiteX19656" fmla="*/ 2532031 w 3114960"/>
              <a:gd name="connsiteY19656" fmla="*/ 4814030 h 5143785"/>
              <a:gd name="connsiteX19657" fmla="*/ 2535841 w 3114960"/>
              <a:gd name="connsiteY19657" fmla="*/ 4818698 h 5143785"/>
              <a:gd name="connsiteX19658" fmla="*/ 2535841 w 3114960"/>
              <a:gd name="connsiteY19658" fmla="*/ 4822031 h 5143785"/>
              <a:gd name="connsiteX19659" fmla="*/ 2532031 w 3114960"/>
              <a:gd name="connsiteY19659" fmla="*/ 4826699 h 5143785"/>
              <a:gd name="connsiteX19660" fmla="*/ 2532031 w 3114960"/>
              <a:gd name="connsiteY19660" fmla="*/ 4814126 h 5143785"/>
              <a:gd name="connsiteX19661" fmla="*/ 2514505 w 3114960"/>
              <a:gd name="connsiteY19661" fmla="*/ 4813840 h 5143785"/>
              <a:gd name="connsiteX19662" fmla="*/ 2526506 w 3114960"/>
              <a:gd name="connsiteY19662" fmla="*/ 4813840 h 5143785"/>
              <a:gd name="connsiteX19663" fmla="*/ 2526506 w 3114960"/>
              <a:gd name="connsiteY19663" fmla="*/ 4826794 h 5143785"/>
              <a:gd name="connsiteX19664" fmla="*/ 2514505 w 3114960"/>
              <a:gd name="connsiteY19664" fmla="*/ 4826794 h 5143785"/>
              <a:gd name="connsiteX19665" fmla="*/ 2514505 w 3114960"/>
              <a:gd name="connsiteY19665" fmla="*/ 4813840 h 5143785"/>
              <a:gd name="connsiteX19666" fmla="*/ 2504027 w 3114960"/>
              <a:gd name="connsiteY19666" fmla="*/ 4818603 h 5143785"/>
              <a:gd name="connsiteX19667" fmla="*/ 2508885 w 3114960"/>
              <a:gd name="connsiteY19667" fmla="*/ 4813745 h 5143785"/>
              <a:gd name="connsiteX19668" fmla="*/ 2509552 w 3114960"/>
              <a:gd name="connsiteY19668" fmla="*/ 4813745 h 5143785"/>
              <a:gd name="connsiteX19669" fmla="*/ 2509552 w 3114960"/>
              <a:gd name="connsiteY19669" fmla="*/ 4826699 h 5143785"/>
              <a:gd name="connsiteX19670" fmla="*/ 2508885 w 3114960"/>
              <a:gd name="connsiteY19670" fmla="*/ 4826699 h 5143785"/>
              <a:gd name="connsiteX19671" fmla="*/ 2504027 w 3114960"/>
              <a:gd name="connsiteY19671" fmla="*/ 4821841 h 5143785"/>
              <a:gd name="connsiteX19672" fmla="*/ 2504027 w 3114960"/>
              <a:gd name="connsiteY19672" fmla="*/ 4818507 h 5143785"/>
              <a:gd name="connsiteX19673" fmla="*/ 2679097 w 3114960"/>
              <a:gd name="connsiteY19673" fmla="*/ 4783455 h 5143785"/>
              <a:gd name="connsiteX19674" fmla="*/ 2686145 w 3114960"/>
              <a:gd name="connsiteY19674" fmla="*/ 4790504 h 5143785"/>
              <a:gd name="connsiteX19675" fmla="*/ 2679097 w 3114960"/>
              <a:gd name="connsiteY19675" fmla="*/ 4797552 h 5143785"/>
              <a:gd name="connsiteX19676" fmla="*/ 2672048 w 3114960"/>
              <a:gd name="connsiteY19676" fmla="*/ 4790504 h 5143785"/>
              <a:gd name="connsiteX19677" fmla="*/ 2679097 w 3114960"/>
              <a:gd name="connsiteY19677" fmla="*/ 4783455 h 5143785"/>
              <a:gd name="connsiteX19678" fmla="*/ 1144905 w 3114960"/>
              <a:gd name="connsiteY19678" fmla="*/ 126968 h 5143785"/>
              <a:gd name="connsiteX19679" fmla="*/ 1144905 w 3114960"/>
              <a:gd name="connsiteY19679" fmla="*/ 166592 h 5143785"/>
              <a:gd name="connsiteX19680" fmla="*/ 1143095 w 3114960"/>
              <a:gd name="connsiteY19680" fmla="*/ 166592 h 5143785"/>
              <a:gd name="connsiteX19681" fmla="*/ 1140428 w 3114960"/>
              <a:gd name="connsiteY19681" fmla="*/ 169259 h 5143785"/>
              <a:gd name="connsiteX19682" fmla="*/ 1140428 w 3114960"/>
              <a:gd name="connsiteY19682" fmla="*/ 182213 h 5143785"/>
              <a:gd name="connsiteX19683" fmla="*/ 1143095 w 3114960"/>
              <a:gd name="connsiteY19683" fmla="*/ 184880 h 5143785"/>
              <a:gd name="connsiteX19684" fmla="*/ 1149096 w 3114960"/>
              <a:gd name="connsiteY19684" fmla="*/ 184880 h 5143785"/>
              <a:gd name="connsiteX19685" fmla="*/ 1151763 w 3114960"/>
              <a:gd name="connsiteY19685" fmla="*/ 182213 h 5143785"/>
              <a:gd name="connsiteX19686" fmla="*/ 1151763 w 3114960"/>
              <a:gd name="connsiteY19686" fmla="*/ 169259 h 5143785"/>
              <a:gd name="connsiteX19687" fmla="*/ 1149668 w 3114960"/>
              <a:gd name="connsiteY19687" fmla="*/ 166783 h 5143785"/>
              <a:gd name="connsiteX19688" fmla="*/ 1149668 w 3114960"/>
              <a:gd name="connsiteY19688" fmla="*/ 128778 h 5143785"/>
              <a:gd name="connsiteX19689" fmla="*/ 1177004 w 3114960"/>
              <a:gd name="connsiteY19689" fmla="*/ 99060 h 5143785"/>
              <a:gd name="connsiteX19690" fmla="*/ 1177004 w 3114960"/>
              <a:gd name="connsiteY19690" fmla="*/ 44196 h 5143785"/>
              <a:gd name="connsiteX19691" fmla="*/ 1187482 w 3114960"/>
              <a:gd name="connsiteY19691" fmla="*/ 31814 h 5143785"/>
              <a:gd name="connsiteX19692" fmla="*/ 1174623 w 3114960"/>
              <a:gd name="connsiteY19692" fmla="*/ 18955 h 5143785"/>
              <a:gd name="connsiteX19693" fmla="*/ 1161764 w 3114960"/>
              <a:gd name="connsiteY19693" fmla="*/ 31814 h 5143785"/>
              <a:gd name="connsiteX19694" fmla="*/ 1172242 w 3114960"/>
              <a:gd name="connsiteY19694" fmla="*/ 44196 h 5143785"/>
              <a:gd name="connsiteX19695" fmla="*/ 1172242 w 3114960"/>
              <a:gd name="connsiteY19695" fmla="*/ 97155 h 5143785"/>
              <a:gd name="connsiteX19696" fmla="*/ 1144905 w 3114960"/>
              <a:gd name="connsiteY19696" fmla="*/ 126873 h 5143785"/>
              <a:gd name="connsiteX19697" fmla="*/ 1166527 w 3114960"/>
              <a:gd name="connsiteY19697" fmla="*/ 31909 h 5143785"/>
              <a:gd name="connsiteX19698" fmla="*/ 1174623 w 3114960"/>
              <a:gd name="connsiteY19698" fmla="*/ 23813 h 5143785"/>
              <a:gd name="connsiteX19699" fmla="*/ 1182719 w 3114960"/>
              <a:gd name="connsiteY19699" fmla="*/ 31909 h 5143785"/>
              <a:gd name="connsiteX19700" fmla="*/ 1174623 w 3114960"/>
              <a:gd name="connsiteY19700" fmla="*/ 40005 h 5143785"/>
              <a:gd name="connsiteX19701" fmla="*/ 1166527 w 3114960"/>
              <a:gd name="connsiteY19701" fmla="*/ 31909 h 5143785"/>
              <a:gd name="connsiteX19702" fmla="*/ 809720 w 3114960"/>
              <a:gd name="connsiteY19702" fmla="*/ 519017 h 5143785"/>
              <a:gd name="connsiteX19703" fmla="*/ 819531 w 3114960"/>
              <a:gd name="connsiteY19703" fmla="*/ 528828 h 5143785"/>
              <a:gd name="connsiteX19704" fmla="*/ 829342 w 3114960"/>
              <a:gd name="connsiteY19704" fmla="*/ 519017 h 5143785"/>
              <a:gd name="connsiteX19705" fmla="*/ 828770 w 3114960"/>
              <a:gd name="connsiteY19705" fmla="*/ 516255 h 5143785"/>
              <a:gd name="connsiteX19706" fmla="*/ 859536 w 3114960"/>
              <a:gd name="connsiteY19706" fmla="*/ 491395 h 5143785"/>
              <a:gd name="connsiteX19707" fmla="*/ 987552 w 3114960"/>
              <a:gd name="connsiteY19707" fmla="*/ 491966 h 5143785"/>
              <a:gd name="connsiteX19708" fmla="*/ 1050131 w 3114960"/>
              <a:gd name="connsiteY19708" fmla="*/ 436531 h 5143785"/>
              <a:gd name="connsiteX19709" fmla="*/ 1056608 w 3114960"/>
              <a:gd name="connsiteY19709" fmla="*/ 438817 h 5143785"/>
              <a:gd name="connsiteX19710" fmla="*/ 1061561 w 3114960"/>
              <a:gd name="connsiteY19710" fmla="*/ 437674 h 5143785"/>
              <a:gd name="connsiteX19711" fmla="*/ 1066419 w 3114960"/>
              <a:gd name="connsiteY19711" fmla="*/ 423005 h 5143785"/>
              <a:gd name="connsiteX19712" fmla="*/ 1051751 w 3114960"/>
              <a:gd name="connsiteY19712" fmla="*/ 418148 h 5143785"/>
              <a:gd name="connsiteX19713" fmla="*/ 1046321 w 3114960"/>
              <a:gd name="connsiteY19713" fmla="*/ 424529 h 5143785"/>
              <a:gd name="connsiteX19714" fmla="*/ 1046988 w 3114960"/>
              <a:gd name="connsiteY19714" fmla="*/ 432911 h 5143785"/>
              <a:gd name="connsiteX19715" fmla="*/ 1047083 w 3114960"/>
              <a:gd name="connsiteY19715" fmla="*/ 433102 h 5143785"/>
              <a:gd name="connsiteX19716" fmla="*/ 985933 w 3114960"/>
              <a:gd name="connsiteY19716" fmla="*/ 487299 h 5143785"/>
              <a:gd name="connsiteX19717" fmla="*/ 858012 w 3114960"/>
              <a:gd name="connsiteY19717" fmla="*/ 486728 h 5143785"/>
              <a:gd name="connsiteX19718" fmla="*/ 826579 w 3114960"/>
              <a:gd name="connsiteY19718" fmla="*/ 512159 h 5143785"/>
              <a:gd name="connsiteX19719" fmla="*/ 819722 w 3114960"/>
              <a:gd name="connsiteY19719" fmla="*/ 509397 h 5143785"/>
              <a:gd name="connsiteX19720" fmla="*/ 809911 w 3114960"/>
              <a:gd name="connsiteY19720" fmla="*/ 519113 h 5143785"/>
              <a:gd name="connsiteX19721" fmla="*/ 1050608 w 3114960"/>
              <a:gd name="connsiteY19721" fmla="*/ 425863 h 5143785"/>
              <a:gd name="connsiteX19722" fmla="*/ 1053656 w 3114960"/>
              <a:gd name="connsiteY19722" fmla="*/ 422243 h 5143785"/>
              <a:gd name="connsiteX19723" fmla="*/ 1056418 w 3114960"/>
              <a:gd name="connsiteY19723" fmla="*/ 421577 h 5143785"/>
              <a:gd name="connsiteX19724" fmla="*/ 1061942 w 3114960"/>
              <a:gd name="connsiteY19724" fmla="*/ 425006 h 5143785"/>
              <a:gd name="connsiteX19725" fmla="*/ 1059180 w 3114960"/>
              <a:gd name="connsiteY19725" fmla="*/ 433292 h 5143785"/>
              <a:gd name="connsiteX19726" fmla="*/ 1050893 w 3114960"/>
              <a:gd name="connsiteY19726" fmla="*/ 430530 h 5143785"/>
              <a:gd name="connsiteX19727" fmla="*/ 1050512 w 3114960"/>
              <a:gd name="connsiteY19727" fmla="*/ 425768 h 5143785"/>
              <a:gd name="connsiteX19728" fmla="*/ 819531 w 3114960"/>
              <a:gd name="connsiteY19728" fmla="*/ 514064 h 5143785"/>
              <a:gd name="connsiteX19729" fmla="*/ 824579 w 3114960"/>
              <a:gd name="connsiteY19729" fmla="*/ 519017 h 5143785"/>
              <a:gd name="connsiteX19730" fmla="*/ 819531 w 3114960"/>
              <a:gd name="connsiteY19730" fmla="*/ 524065 h 5143785"/>
              <a:gd name="connsiteX19731" fmla="*/ 814483 w 3114960"/>
              <a:gd name="connsiteY19731" fmla="*/ 519017 h 5143785"/>
              <a:gd name="connsiteX19732" fmla="*/ 819531 w 3114960"/>
              <a:gd name="connsiteY19732" fmla="*/ 514064 h 5143785"/>
              <a:gd name="connsiteX19733" fmla="*/ 481965 w 3114960"/>
              <a:gd name="connsiteY19733" fmla="*/ 2417445 h 5143785"/>
              <a:gd name="connsiteX19734" fmla="*/ 490442 w 3114960"/>
              <a:gd name="connsiteY19734" fmla="*/ 2425922 h 5143785"/>
              <a:gd name="connsiteX19735" fmla="*/ 490442 w 3114960"/>
              <a:gd name="connsiteY19735" fmla="*/ 2474119 h 5143785"/>
              <a:gd name="connsiteX19736" fmla="*/ 481965 w 3114960"/>
              <a:gd name="connsiteY19736" fmla="*/ 2482596 h 5143785"/>
              <a:gd name="connsiteX19737" fmla="*/ 443389 w 3114960"/>
              <a:gd name="connsiteY19737" fmla="*/ 2482596 h 5143785"/>
              <a:gd name="connsiteX19738" fmla="*/ 436912 w 3114960"/>
              <a:gd name="connsiteY19738" fmla="*/ 2479548 h 5143785"/>
              <a:gd name="connsiteX19739" fmla="*/ 427292 w 3114960"/>
              <a:gd name="connsiteY19739" fmla="*/ 2468118 h 5143785"/>
              <a:gd name="connsiteX19740" fmla="*/ 425291 w 3114960"/>
              <a:gd name="connsiteY19740" fmla="*/ 2462689 h 5143785"/>
              <a:gd name="connsiteX19741" fmla="*/ 425291 w 3114960"/>
              <a:gd name="connsiteY19741" fmla="*/ 2425922 h 5143785"/>
              <a:gd name="connsiteX19742" fmla="*/ 433769 w 3114960"/>
              <a:gd name="connsiteY19742" fmla="*/ 2417445 h 5143785"/>
              <a:gd name="connsiteX19743" fmla="*/ 481965 w 3114960"/>
              <a:gd name="connsiteY19743" fmla="*/ 2417445 h 5143785"/>
              <a:gd name="connsiteX19744" fmla="*/ 1211675 w 3114960"/>
              <a:gd name="connsiteY19744" fmla="*/ 218504 h 5143785"/>
              <a:gd name="connsiteX19745" fmla="*/ 1218819 w 3114960"/>
              <a:gd name="connsiteY19745" fmla="*/ 218504 h 5143785"/>
              <a:gd name="connsiteX19746" fmla="*/ 1218819 w 3114960"/>
              <a:gd name="connsiteY19746" fmla="*/ 227648 h 5143785"/>
              <a:gd name="connsiteX19747" fmla="*/ 1211675 w 3114960"/>
              <a:gd name="connsiteY19747" fmla="*/ 227648 h 5143785"/>
              <a:gd name="connsiteX19748" fmla="*/ 1211675 w 3114960"/>
              <a:gd name="connsiteY19748" fmla="*/ 218504 h 5143785"/>
              <a:gd name="connsiteX19749" fmla="*/ 1195864 w 3114960"/>
              <a:gd name="connsiteY19749" fmla="*/ 499682 h 5143785"/>
              <a:gd name="connsiteX19750" fmla="*/ 1195864 w 3114960"/>
              <a:gd name="connsiteY19750" fmla="*/ 489109 h 5143785"/>
              <a:gd name="connsiteX19751" fmla="*/ 1203008 w 3114960"/>
              <a:gd name="connsiteY19751" fmla="*/ 489109 h 5143785"/>
              <a:gd name="connsiteX19752" fmla="*/ 1203008 w 3114960"/>
              <a:gd name="connsiteY19752" fmla="*/ 499682 h 5143785"/>
              <a:gd name="connsiteX19753" fmla="*/ 1195864 w 3114960"/>
              <a:gd name="connsiteY19753" fmla="*/ 499682 h 5143785"/>
              <a:gd name="connsiteX19754" fmla="*/ 585026 w 3114960"/>
              <a:gd name="connsiteY19754" fmla="*/ 2226278 h 5143785"/>
              <a:gd name="connsiteX19755" fmla="*/ 588455 w 3114960"/>
              <a:gd name="connsiteY19755" fmla="*/ 2229612 h 5143785"/>
              <a:gd name="connsiteX19756" fmla="*/ 582263 w 3114960"/>
              <a:gd name="connsiteY19756" fmla="*/ 2235994 h 5143785"/>
              <a:gd name="connsiteX19757" fmla="*/ 578834 w 3114960"/>
              <a:gd name="connsiteY19757" fmla="*/ 2232660 h 5143785"/>
              <a:gd name="connsiteX19758" fmla="*/ 585026 w 3114960"/>
              <a:gd name="connsiteY19758" fmla="*/ 2226278 h 5143785"/>
              <a:gd name="connsiteX19759" fmla="*/ 2611374 w 3114960"/>
              <a:gd name="connsiteY19759" fmla="*/ 27051 h 5143785"/>
              <a:gd name="connsiteX19760" fmla="*/ 2611374 w 3114960"/>
              <a:gd name="connsiteY19760" fmla="*/ 30385 h 5143785"/>
              <a:gd name="connsiteX19761" fmla="*/ 2604135 w 3114960"/>
              <a:gd name="connsiteY19761" fmla="*/ 37624 h 5143785"/>
              <a:gd name="connsiteX19762" fmla="*/ 2541365 w 3114960"/>
              <a:gd name="connsiteY19762" fmla="*/ 37624 h 5143785"/>
              <a:gd name="connsiteX19763" fmla="*/ 2534126 w 3114960"/>
              <a:gd name="connsiteY19763" fmla="*/ 30385 h 5143785"/>
              <a:gd name="connsiteX19764" fmla="*/ 2534126 w 3114960"/>
              <a:gd name="connsiteY19764" fmla="*/ 27051 h 5143785"/>
              <a:gd name="connsiteX19765" fmla="*/ 2541365 w 3114960"/>
              <a:gd name="connsiteY19765" fmla="*/ 19812 h 5143785"/>
              <a:gd name="connsiteX19766" fmla="*/ 2604135 w 3114960"/>
              <a:gd name="connsiteY19766" fmla="*/ 19812 h 5143785"/>
              <a:gd name="connsiteX19767" fmla="*/ 2611374 w 3114960"/>
              <a:gd name="connsiteY19767" fmla="*/ 27051 h 5143785"/>
              <a:gd name="connsiteX19768" fmla="*/ 1185863 w 3114960"/>
              <a:gd name="connsiteY19768" fmla="*/ 525971 h 5143785"/>
              <a:gd name="connsiteX19769" fmla="*/ 1199198 w 3114960"/>
              <a:gd name="connsiteY19769" fmla="*/ 539591 h 5143785"/>
              <a:gd name="connsiteX19770" fmla="*/ 1199293 w 3114960"/>
              <a:gd name="connsiteY19770" fmla="*/ 539591 h 5143785"/>
              <a:gd name="connsiteX19771" fmla="*/ 1208723 w 3114960"/>
              <a:gd name="connsiteY19771" fmla="*/ 535781 h 5143785"/>
              <a:gd name="connsiteX19772" fmla="*/ 1212723 w 3114960"/>
              <a:gd name="connsiteY19772" fmla="*/ 526256 h 5143785"/>
              <a:gd name="connsiteX19773" fmla="*/ 1202912 w 3114960"/>
              <a:gd name="connsiteY19773" fmla="*/ 513207 h 5143785"/>
              <a:gd name="connsiteX19774" fmla="*/ 1202912 w 3114960"/>
              <a:gd name="connsiteY19774" fmla="*/ 510254 h 5143785"/>
              <a:gd name="connsiteX19775" fmla="*/ 1195769 w 3114960"/>
              <a:gd name="connsiteY19775" fmla="*/ 510254 h 5143785"/>
              <a:gd name="connsiteX19776" fmla="*/ 1195769 w 3114960"/>
              <a:gd name="connsiteY19776" fmla="*/ 513112 h 5143785"/>
              <a:gd name="connsiteX19777" fmla="*/ 1185767 w 3114960"/>
              <a:gd name="connsiteY19777" fmla="*/ 525971 h 5143785"/>
              <a:gd name="connsiteX19778" fmla="*/ 1199293 w 3114960"/>
              <a:gd name="connsiteY19778" fmla="*/ 517398 h 5143785"/>
              <a:gd name="connsiteX19779" fmla="*/ 1199293 w 3114960"/>
              <a:gd name="connsiteY19779" fmla="*/ 517398 h 5143785"/>
              <a:gd name="connsiteX19780" fmla="*/ 1207865 w 3114960"/>
              <a:gd name="connsiteY19780" fmla="*/ 526161 h 5143785"/>
              <a:gd name="connsiteX19781" fmla="*/ 1205294 w 3114960"/>
              <a:gd name="connsiteY19781" fmla="*/ 532257 h 5143785"/>
              <a:gd name="connsiteX19782" fmla="*/ 1199102 w 3114960"/>
              <a:gd name="connsiteY19782" fmla="*/ 534734 h 5143785"/>
              <a:gd name="connsiteX19783" fmla="*/ 1190530 w 3114960"/>
              <a:gd name="connsiteY19783" fmla="*/ 525971 h 5143785"/>
              <a:gd name="connsiteX19784" fmla="*/ 1199198 w 3114960"/>
              <a:gd name="connsiteY19784" fmla="*/ 517398 h 5143785"/>
              <a:gd name="connsiteX19785" fmla="*/ 1142524 w 3114960"/>
              <a:gd name="connsiteY19785" fmla="*/ 211265 h 5143785"/>
              <a:gd name="connsiteX19786" fmla="*/ 1149668 w 3114960"/>
              <a:gd name="connsiteY19786" fmla="*/ 211265 h 5143785"/>
              <a:gd name="connsiteX19787" fmla="*/ 1149668 w 3114960"/>
              <a:gd name="connsiteY19787" fmla="*/ 221552 h 5143785"/>
              <a:gd name="connsiteX19788" fmla="*/ 1142524 w 3114960"/>
              <a:gd name="connsiteY19788" fmla="*/ 221552 h 5143785"/>
              <a:gd name="connsiteX19789" fmla="*/ 1142524 w 3114960"/>
              <a:gd name="connsiteY19789" fmla="*/ 211265 h 5143785"/>
              <a:gd name="connsiteX19790" fmla="*/ 1180529 w 3114960"/>
              <a:gd name="connsiteY19790" fmla="*/ 207550 h 5143785"/>
              <a:gd name="connsiteX19791" fmla="*/ 1169194 w 3114960"/>
              <a:gd name="connsiteY19791" fmla="*/ 218885 h 5143785"/>
              <a:gd name="connsiteX19792" fmla="*/ 1178147 w 3114960"/>
              <a:gd name="connsiteY19792" fmla="*/ 229743 h 5143785"/>
              <a:gd name="connsiteX19793" fmla="*/ 1178147 w 3114960"/>
              <a:gd name="connsiteY19793" fmla="*/ 325850 h 5143785"/>
              <a:gd name="connsiteX19794" fmla="*/ 1162812 w 3114960"/>
              <a:gd name="connsiteY19794" fmla="*/ 341662 h 5143785"/>
              <a:gd name="connsiteX19795" fmla="*/ 1162812 w 3114960"/>
              <a:gd name="connsiteY19795" fmla="*/ 455200 h 5143785"/>
              <a:gd name="connsiteX19796" fmla="*/ 1152335 w 3114960"/>
              <a:gd name="connsiteY19796" fmla="*/ 463201 h 5143785"/>
              <a:gd name="connsiteX19797" fmla="*/ 1152335 w 3114960"/>
              <a:gd name="connsiteY19797" fmla="*/ 528638 h 5143785"/>
              <a:gd name="connsiteX19798" fmla="*/ 1151668 w 3114960"/>
              <a:gd name="connsiteY19798" fmla="*/ 528638 h 5143785"/>
              <a:gd name="connsiteX19799" fmla="*/ 1149001 w 3114960"/>
              <a:gd name="connsiteY19799" fmla="*/ 531305 h 5143785"/>
              <a:gd name="connsiteX19800" fmla="*/ 1149001 w 3114960"/>
              <a:gd name="connsiteY19800" fmla="*/ 544259 h 5143785"/>
              <a:gd name="connsiteX19801" fmla="*/ 1151668 w 3114960"/>
              <a:gd name="connsiteY19801" fmla="*/ 546926 h 5143785"/>
              <a:gd name="connsiteX19802" fmla="*/ 1157669 w 3114960"/>
              <a:gd name="connsiteY19802" fmla="*/ 546926 h 5143785"/>
              <a:gd name="connsiteX19803" fmla="*/ 1160336 w 3114960"/>
              <a:gd name="connsiteY19803" fmla="*/ 544259 h 5143785"/>
              <a:gd name="connsiteX19804" fmla="*/ 1160336 w 3114960"/>
              <a:gd name="connsiteY19804" fmla="*/ 531305 h 5143785"/>
              <a:gd name="connsiteX19805" fmla="*/ 1157669 w 3114960"/>
              <a:gd name="connsiteY19805" fmla="*/ 528638 h 5143785"/>
              <a:gd name="connsiteX19806" fmla="*/ 1157002 w 3114960"/>
              <a:gd name="connsiteY19806" fmla="*/ 528638 h 5143785"/>
              <a:gd name="connsiteX19807" fmla="*/ 1157002 w 3114960"/>
              <a:gd name="connsiteY19807" fmla="*/ 465582 h 5143785"/>
              <a:gd name="connsiteX19808" fmla="*/ 1167670 w 3114960"/>
              <a:gd name="connsiteY19808" fmla="*/ 457581 h 5143785"/>
              <a:gd name="connsiteX19809" fmla="*/ 1167670 w 3114960"/>
              <a:gd name="connsiteY19809" fmla="*/ 343567 h 5143785"/>
              <a:gd name="connsiteX19810" fmla="*/ 1183005 w 3114960"/>
              <a:gd name="connsiteY19810" fmla="*/ 327755 h 5143785"/>
              <a:gd name="connsiteX19811" fmla="*/ 1183005 w 3114960"/>
              <a:gd name="connsiteY19811" fmla="*/ 229743 h 5143785"/>
              <a:gd name="connsiteX19812" fmla="*/ 1191959 w 3114960"/>
              <a:gd name="connsiteY19812" fmla="*/ 218885 h 5143785"/>
              <a:gd name="connsiteX19813" fmla="*/ 1180624 w 3114960"/>
              <a:gd name="connsiteY19813" fmla="*/ 207550 h 5143785"/>
              <a:gd name="connsiteX19814" fmla="*/ 1180529 w 3114960"/>
              <a:gd name="connsiteY19814" fmla="*/ 225552 h 5143785"/>
              <a:gd name="connsiteX19815" fmla="*/ 1173956 w 3114960"/>
              <a:gd name="connsiteY19815" fmla="*/ 218980 h 5143785"/>
              <a:gd name="connsiteX19816" fmla="*/ 1180529 w 3114960"/>
              <a:gd name="connsiteY19816" fmla="*/ 212408 h 5143785"/>
              <a:gd name="connsiteX19817" fmla="*/ 1187101 w 3114960"/>
              <a:gd name="connsiteY19817" fmla="*/ 218980 h 5143785"/>
              <a:gd name="connsiteX19818" fmla="*/ 1180529 w 3114960"/>
              <a:gd name="connsiteY19818" fmla="*/ 225552 h 5143785"/>
              <a:gd name="connsiteX19819" fmla="*/ 1202912 w 3114960"/>
              <a:gd name="connsiteY19819" fmla="*/ 414814 h 5143785"/>
              <a:gd name="connsiteX19820" fmla="*/ 1195769 w 3114960"/>
              <a:gd name="connsiteY19820" fmla="*/ 414814 h 5143785"/>
              <a:gd name="connsiteX19821" fmla="*/ 1195769 w 3114960"/>
              <a:gd name="connsiteY19821" fmla="*/ 404241 h 5143785"/>
              <a:gd name="connsiteX19822" fmla="*/ 1202912 w 3114960"/>
              <a:gd name="connsiteY19822" fmla="*/ 404241 h 5143785"/>
              <a:gd name="connsiteX19823" fmla="*/ 1202912 w 3114960"/>
              <a:gd name="connsiteY19823" fmla="*/ 414814 h 5143785"/>
              <a:gd name="connsiteX19824" fmla="*/ 1195769 w 3114960"/>
              <a:gd name="connsiteY19824" fmla="*/ 478441 h 5143785"/>
              <a:gd name="connsiteX19825" fmla="*/ 1195769 w 3114960"/>
              <a:gd name="connsiteY19825" fmla="*/ 467868 h 5143785"/>
              <a:gd name="connsiteX19826" fmla="*/ 1202912 w 3114960"/>
              <a:gd name="connsiteY19826" fmla="*/ 467868 h 5143785"/>
              <a:gd name="connsiteX19827" fmla="*/ 1202912 w 3114960"/>
              <a:gd name="connsiteY19827" fmla="*/ 478441 h 5143785"/>
              <a:gd name="connsiteX19828" fmla="*/ 1195769 w 3114960"/>
              <a:gd name="connsiteY19828" fmla="*/ 478441 h 5143785"/>
              <a:gd name="connsiteX19829" fmla="*/ 1195769 w 3114960"/>
              <a:gd name="connsiteY19829" fmla="*/ 393573 h 5143785"/>
              <a:gd name="connsiteX19830" fmla="*/ 1195769 w 3114960"/>
              <a:gd name="connsiteY19830" fmla="*/ 383000 h 5143785"/>
              <a:gd name="connsiteX19831" fmla="*/ 1202912 w 3114960"/>
              <a:gd name="connsiteY19831" fmla="*/ 383000 h 5143785"/>
              <a:gd name="connsiteX19832" fmla="*/ 1202912 w 3114960"/>
              <a:gd name="connsiteY19832" fmla="*/ 393573 h 5143785"/>
              <a:gd name="connsiteX19833" fmla="*/ 1195769 w 3114960"/>
              <a:gd name="connsiteY19833" fmla="*/ 393573 h 5143785"/>
              <a:gd name="connsiteX19834" fmla="*/ 1200531 w 3114960"/>
              <a:gd name="connsiteY19834" fmla="*/ 340614 h 5143785"/>
              <a:gd name="connsiteX19835" fmla="*/ 1205294 w 3114960"/>
              <a:gd name="connsiteY19835" fmla="*/ 345948 h 5143785"/>
              <a:gd name="connsiteX19836" fmla="*/ 1202912 w 3114960"/>
              <a:gd name="connsiteY19836" fmla="*/ 348044 h 5143785"/>
              <a:gd name="connsiteX19837" fmla="*/ 1202912 w 3114960"/>
              <a:gd name="connsiteY19837" fmla="*/ 351187 h 5143785"/>
              <a:gd name="connsiteX19838" fmla="*/ 1195769 w 3114960"/>
              <a:gd name="connsiteY19838" fmla="*/ 351187 h 5143785"/>
              <a:gd name="connsiteX19839" fmla="*/ 1195769 w 3114960"/>
              <a:gd name="connsiteY19839" fmla="*/ 344805 h 5143785"/>
              <a:gd name="connsiteX19840" fmla="*/ 1200531 w 3114960"/>
              <a:gd name="connsiteY19840" fmla="*/ 340519 h 5143785"/>
              <a:gd name="connsiteX19841" fmla="*/ 1202912 w 3114960"/>
              <a:gd name="connsiteY19841" fmla="*/ 361760 h 5143785"/>
              <a:gd name="connsiteX19842" fmla="*/ 1202912 w 3114960"/>
              <a:gd name="connsiteY19842" fmla="*/ 372332 h 5143785"/>
              <a:gd name="connsiteX19843" fmla="*/ 1195769 w 3114960"/>
              <a:gd name="connsiteY19843" fmla="*/ 372332 h 5143785"/>
              <a:gd name="connsiteX19844" fmla="*/ 1195769 w 3114960"/>
              <a:gd name="connsiteY19844" fmla="*/ 361760 h 5143785"/>
              <a:gd name="connsiteX19845" fmla="*/ 1202912 w 3114960"/>
              <a:gd name="connsiteY19845" fmla="*/ 361760 h 5143785"/>
              <a:gd name="connsiteX19846" fmla="*/ 1195769 w 3114960"/>
              <a:gd name="connsiteY19846" fmla="*/ 436055 h 5143785"/>
              <a:gd name="connsiteX19847" fmla="*/ 1195769 w 3114960"/>
              <a:gd name="connsiteY19847" fmla="*/ 425482 h 5143785"/>
              <a:gd name="connsiteX19848" fmla="*/ 1202912 w 3114960"/>
              <a:gd name="connsiteY19848" fmla="*/ 425482 h 5143785"/>
              <a:gd name="connsiteX19849" fmla="*/ 1202912 w 3114960"/>
              <a:gd name="connsiteY19849" fmla="*/ 436055 h 5143785"/>
              <a:gd name="connsiteX19850" fmla="*/ 1195769 w 3114960"/>
              <a:gd name="connsiteY19850" fmla="*/ 436055 h 5143785"/>
              <a:gd name="connsiteX19851" fmla="*/ 1202912 w 3114960"/>
              <a:gd name="connsiteY19851" fmla="*/ 457200 h 5143785"/>
              <a:gd name="connsiteX19852" fmla="*/ 1195769 w 3114960"/>
              <a:gd name="connsiteY19852" fmla="*/ 457200 h 5143785"/>
              <a:gd name="connsiteX19853" fmla="*/ 1195769 w 3114960"/>
              <a:gd name="connsiteY19853" fmla="*/ 446627 h 5143785"/>
              <a:gd name="connsiteX19854" fmla="*/ 1202912 w 3114960"/>
              <a:gd name="connsiteY19854" fmla="*/ 446627 h 5143785"/>
              <a:gd name="connsiteX19855" fmla="*/ 1202912 w 3114960"/>
              <a:gd name="connsiteY19855" fmla="*/ 457200 h 5143785"/>
              <a:gd name="connsiteX19856" fmla="*/ 1211580 w 3114960"/>
              <a:gd name="connsiteY19856" fmla="*/ 236792 h 5143785"/>
              <a:gd name="connsiteX19857" fmla="*/ 1218724 w 3114960"/>
              <a:gd name="connsiteY19857" fmla="*/ 236792 h 5143785"/>
              <a:gd name="connsiteX19858" fmla="*/ 1218724 w 3114960"/>
              <a:gd name="connsiteY19858" fmla="*/ 245936 h 5143785"/>
              <a:gd name="connsiteX19859" fmla="*/ 1211580 w 3114960"/>
              <a:gd name="connsiteY19859" fmla="*/ 245936 h 5143785"/>
              <a:gd name="connsiteX19860" fmla="*/ 1211580 w 3114960"/>
              <a:gd name="connsiteY19860" fmla="*/ 236792 h 5143785"/>
              <a:gd name="connsiteX19861" fmla="*/ 862584 w 3114960"/>
              <a:gd name="connsiteY19861" fmla="*/ 375095 h 5143785"/>
              <a:gd name="connsiteX19862" fmla="*/ 862584 w 3114960"/>
              <a:gd name="connsiteY19862" fmla="*/ 386906 h 5143785"/>
              <a:gd name="connsiteX19863" fmla="*/ 869537 w 3114960"/>
              <a:gd name="connsiteY19863" fmla="*/ 393859 h 5143785"/>
              <a:gd name="connsiteX19864" fmla="*/ 881348 w 3114960"/>
              <a:gd name="connsiteY19864" fmla="*/ 393859 h 5143785"/>
              <a:gd name="connsiteX19865" fmla="*/ 888302 w 3114960"/>
              <a:gd name="connsiteY19865" fmla="*/ 386906 h 5143785"/>
              <a:gd name="connsiteX19866" fmla="*/ 888302 w 3114960"/>
              <a:gd name="connsiteY19866" fmla="*/ 375095 h 5143785"/>
              <a:gd name="connsiteX19867" fmla="*/ 881348 w 3114960"/>
              <a:gd name="connsiteY19867" fmla="*/ 368141 h 5143785"/>
              <a:gd name="connsiteX19868" fmla="*/ 880491 w 3114960"/>
              <a:gd name="connsiteY19868" fmla="*/ 368141 h 5143785"/>
              <a:gd name="connsiteX19869" fmla="*/ 873062 w 3114960"/>
              <a:gd name="connsiteY19869" fmla="*/ 361950 h 5143785"/>
              <a:gd name="connsiteX19870" fmla="*/ 867442 w 3114960"/>
              <a:gd name="connsiteY19870" fmla="*/ 356997 h 5143785"/>
              <a:gd name="connsiteX19871" fmla="*/ 873062 w 3114960"/>
              <a:gd name="connsiteY19871" fmla="*/ 352044 h 5143785"/>
              <a:gd name="connsiteX19872" fmla="*/ 881253 w 3114960"/>
              <a:gd name="connsiteY19872" fmla="*/ 342805 h 5143785"/>
              <a:gd name="connsiteX19873" fmla="*/ 873062 w 3114960"/>
              <a:gd name="connsiteY19873" fmla="*/ 333565 h 5143785"/>
              <a:gd name="connsiteX19874" fmla="*/ 867442 w 3114960"/>
              <a:gd name="connsiteY19874" fmla="*/ 328613 h 5143785"/>
              <a:gd name="connsiteX19875" fmla="*/ 873062 w 3114960"/>
              <a:gd name="connsiteY19875" fmla="*/ 323660 h 5143785"/>
              <a:gd name="connsiteX19876" fmla="*/ 881253 w 3114960"/>
              <a:gd name="connsiteY19876" fmla="*/ 314515 h 5143785"/>
              <a:gd name="connsiteX19877" fmla="*/ 873062 w 3114960"/>
              <a:gd name="connsiteY19877" fmla="*/ 305276 h 5143785"/>
              <a:gd name="connsiteX19878" fmla="*/ 867442 w 3114960"/>
              <a:gd name="connsiteY19878" fmla="*/ 300323 h 5143785"/>
              <a:gd name="connsiteX19879" fmla="*/ 873062 w 3114960"/>
              <a:gd name="connsiteY19879" fmla="*/ 295370 h 5143785"/>
              <a:gd name="connsiteX19880" fmla="*/ 881253 w 3114960"/>
              <a:gd name="connsiteY19880" fmla="*/ 286226 h 5143785"/>
              <a:gd name="connsiteX19881" fmla="*/ 873062 w 3114960"/>
              <a:gd name="connsiteY19881" fmla="*/ 277082 h 5143785"/>
              <a:gd name="connsiteX19882" fmla="*/ 867442 w 3114960"/>
              <a:gd name="connsiteY19882" fmla="*/ 272129 h 5143785"/>
              <a:gd name="connsiteX19883" fmla="*/ 873062 w 3114960"/>
              <a:gd name="connsiteY19883" fmla="*/ 267176 h 5143785"/>
              <a:gd name="connsiteX19884" fmla="*/ 881253 w 3114960"/>
              <a:gd name="connsiteY19884" fmla="*/ 258032 h 5143785"/>
              <a:gd name="connsiteX19885" fmla="*/ 873062 w 3114960"/>
              <a:gd name="connsiteY19885" fmla="*/ 248888 h 5143785"/>
              <a:gd name="connsiteX19886" fmla="*/ 867537 w 3114960"/>
              <a:gd name="connsiteY19886" fmla="*/ 243935 h 5143785"/>
              <a:gd name="connsiteX19887" fmla="*/ 873157 w 3114960"/>
              <a:gd name="connsiteY19887" fmla="*/ 238982 h 5143785"/>
              <a:gd name="connsiteX19888" fmla="*/ 881348 w 3114960"/>
              <a:gd name="connsiteY19888" fmla="*/ 229838 h 5143785"/>
              <a:gd name="connsiteX19889" fmla="*/ 873157 w 3114960"/>
              <a:gd name="connsiteY19889" fmla="*/ 220694 h 5143785"/>
              <a:gd name="connsiteX19890" fmla="*/ 867537 w 3114960"/>
              <a:gd name="connsiteY19890" fmla="*/ 215741 h 5143785"/>
              <a:gd name="connsiteX19891" fmla="*/ 873157 w 3114960"/>
              <a:gd name="connsiteY19891" fmla="*/ 210788 h 5143785"/>
              <a:gd name="connsiteX19892" fmla="*/ 881348 w 3114960"/>
              <a:gd name="connsiteY19892" fmla="*/ 201644 h 5143785"/>
              <a:gd name="connsiteX19893" fmla="*/ 873157 w 3114960"/>
              <a:gd name="connsiteY19893" fmla="*/ 192500 h 5143785"/>
              <a:gd name="connsiteX19894" fmla="*/ 867537 w 3114960"/>
              <a:gd name="connsiteY19894" fmla="*/ 187547 h 5143785"/>
              <a:gd name="connsiteX19895" fmla="*/ 873157 w 3114960"/>
              <a:gd name="connsiteY19895" fmla="*/ 182594 h 5143785"/>
              <a:gd name="connsiteX19896" fmla="*/ 881348 w 3114960"/>
              <a:gd name="connsiteY19896" fmla="*/ 173450 h 5143785"/>
              <a:gd name="connsiteX19897" fmla="*/ 873157 w 3114960"/>
              <a:gd name="connsiteY19897" fmla="*/ 164306 h 5143785"/>
              <a:gd name="connsiteX19898" fmla="*/ 867537 w 3114960"/>
              <a:gd name="connsiteY19898" fmla="*/ 159353 h 5143785"/>
              <a:gd name="connsiteX19899" fmla="*/ 873157 w 3114960"/>
              <a:gd name="connsiteY19899" fmla="*/ 154400 h 5143785"/>
              <a:gd name="connsiteX19900" fmla="*/ 880586 w 3114960"/>
              <a:gd name="connsiteY19900" fmla="*/ 148400 h 5143785"/>
              <a:gd name="connsiteX19901" fmla="*/ 887063 w 3114960"/>
              <a:gd name="connsiteY19901" fmla="*/ 137541 h 5143785"/>
              <a:gd name="connsiteX19902" fmla="*/ 874395 w 3114960"/>
              <a:gd name="connsiteY19902" fmla="*/ 124873 h 5143785"/>
              <a:gd name="connsiteX19903" fmla="*/ 861727 w 3114960"/>
              <a:gd name="connsiteY19903" fmla="*/ 137541 h 5143785"/>
              <a:gd name="connsiteX19904" fmla="*/ 871823 w 3114960"/>
              <a:gd name="connsiteY19904" fmla="*/ 149733 h 5143785"/>
              <a:gd name="connsiteX19905" fmla="*/ 870966 w 3114960"/>
              <a:gd name="connsiteY19905" fmla="*/ 150209 h 5143785"/>
              <a:gd name="connsiteX19906" fmla="*/ 862775 w 3114960"/>
              <a:gd name="connsiteY19906" fmla="*/ 159353 h 5143785"/>
              <a:gd name="connsiteX19907" fmla="*/ 870966 w 3114960"/>
              <a:gd name="connsiteY19907" fmla="*/ 168497 h 5143785"/>
              <a:gd name="connsiteX19908" fmla="*/ 876586 w 3114960"/>
              <a:gd name="connsiteY19908" fmla="*/ 173450 h 5143785"/>
              <a:gd name="connsiteX19909" fmla="*/ 870966 w 3114960"/>
              <a:gd name="connsiteY19909" fmla="*/ 178403 h 5143785"/>
              <a:gd name="connsiteX19910" fmla="*/ 862775 w 3114960"/>
              <a:gd name="connsiteY19910" fmla="*/ 187547 h 5143785"/>
              <a:gd name="connsiteX19911" fmla="*/ 870966 w 3114960"/>
              <a:gd name="connsiteY19911" fmla="*/ 196691 h 5143785"/>
              <a:gd name="connsiteX19912" fmla="*/ 876586 w 3114960"/>
              <a:gd name="connsiteY19912" fmla="*/ 201644 h 5143785"/>
              <a:gd name="connsiteX19913" fmla="*/ 870966 w 3114960"/>
              <a:gd name="connsiteY19913" fmla="*/ 206597 h 5143785"/>
              <a:gd name="connsiteX19914" fmla="*/ 862775 w 3114960"/>
              <a:gd name="connsiteY19914" fmla="*/ 215741 h 5143785"/>
              <a:gd name="connsiteX19915" fmla="*/ 870966 w 3114960"/>
              <a:gd name="connsiteY19915" fmla="*/ 224885 h 5143785"/>
              <a:gd name="connsiteX19916" fmla="*/ 876491 w 3114960"/>
              <a:gd name="connsiteY19916" fmla="*/ 229838 h 5143785"/>
              <a:gd name="connsiteX19917" fmla="*/ 870966 w 3114960"/>
              <a:gd name="connsiteY19917" fmla="*/ 234791 h 5143785"/>
              <a:gd name="connsiteX19918" fmla="*/ 862775 w 3114960"/>
              <a:gd name="connsiteY19918" fmla="*/ 243935 h 5143785"/>
              <a:gd name="connsiteX19919" fmla="*/ 870966 w 3114960"/>
              <a:gd name="connsiteY19919" fmla="*/ 253079 h 5143785"/>
              <a:gd name="connsiteX19920" fmla="*/ 876491 w 3114960"/>
              <a:gd name="connsiteY19920" fmla="*/ 258032 h 5143785"/>
              <a:gd name="connsiteX19921" fmla="*/ 870871 w 3114960"/>
              <a:gd name="connsiteY19921" fmla="*/ 262985 h 5143785"/>
              <a:gd name="connsiteX19922" fmla="*/ 862679 w 3114960"/>
              <a:gd name="connsiteY19922" fmla="*/ 272129 h 5143785"/>
              <a:gd name="connsiteX19923" fmla="*/ 870871 w 3114960"/>
              <a:gd name="connsiteY19923" fmla="*/ 281273 h 5143785"/>
              <a:gd name="connsiteX19924" fmla="*/ 876491 w 3114960"/>
              <a:gd name="connsiteY19924" fmla="*/ 286226 h 5143785"/>
              <a:gd name="connsiteX19925" fmla="*/ 870871 w 3114960"/>
              <a:gd name="connsiteY19925" fmla="*/ 291179 h 5143785"/>
              <a:gd name="connsiteX19926" fmla="*/ 862679 w 3114960"/>
              <a:gd name="connsiteY19926" fmla="*/ 300323 h 5143785"/>
              <a:gd name="connsiteX19927" fmla="*/ 870871 w 3114960"/>
              <a:gd name="connsiteY19927" fmla="*/ 309467 h 5143785"/>
              <a:gd name="connsiteX19928" fmla="*/ 876491 w 3114960"/>
              <a:gd name="connsiteY19928" fmla="*/ 314420 h 5143785"/>
              <a:gd name="connsiteX19929" fmla="*/ 870871 w 3114960"/>
              <a:gd name="connsiteY19929" fmla="*/ 319373 h 5143785"/>
              <a:gd name="connsiteX19930" fmla="*/ 862679 w 3114960"/>
              <a:gd name="connsiteY19930" fmla="*/ 328517 h 5143785"/>
              <a:gd name="connsiteX19931" fmla="*/ 870871 w 3114960"/>
              <a:gd name="connsiteY19931" fmla="*/ 337757 h 5143785"/>
              <a:gd name="connsiteX19932" fmla="*/ 876491 w 3114960"/>
              <a:gd name="connsiteY19932" fmla="*/ 342710 h 5143785"/>
              <a:gd name="connsiteX19933" fmla="*/ 870871 w 3114960"/>
              <a:gd name="connsiteY19933" fmla="*/ 347663 h 5143785"/>
              <a:gd name="connsiteX19934" fmla="*/ 862679 w 3114960"/>
              <a:gd name="connsiteY19934" fmla="*/ 356902 h 5143785"/>
              <a:gd name="connsiteX19935" fmla="*/ 870871 w 3114960"/>
              <a:gd name="connsiteY19935" fmla="*/ 366141 h 5143785"/>
              <a:gd name="connsiteX19936" fmla="*/ 874300 w 3114960"/>
              <a:gd name="connsiteY19936" fmla="*/ 368141 h 5143785"/>
              <a:gd name="connsiteX19937" fmla="*/ 869633 w 3114960"/>
              <a:gd name="connsiteY19937" fmla="*/ 368141 h 5143785"/>
              <a:gd name="connsiteX19938" fmla="*/ 862679 w 3114960"/>
              <a:gd name="connsiteY19938" fmla="*/ 375095 h 5143785"/>
              <a:gd name="connsiteX19939" fmla="*/ 881444 w 3114960"/>
              <a:gd name="connsiteY19939" fmla="*/ 371570 h 5143785"/>
              <a:gd name="connsiteX19940" fmla="*/ 884968 w 3114960"/>
              <a:gd name="connsiteY19940" fmla="*/ 375095 h 5143785"/>
              <a:gd name="connsiteX19941" fmla="*/ 884968 w 3114960"/>
              <a:gd name="connsiteY19941" fmla="*/ 386906 h 5143785"/>
              <a:gd name="connsiteX19942" fmla="*/ 881444 w 3114960"/>
              <a:gd name="connsiteY19942" fmla="*/ 390430 h 5143785"/>
              <a:gd name="connsiteX19943" fmla="*/ 869633 w 3114960"/>
              <a:gd name="connsiteY19943" fmla="*/ 390430 h 5143785"/>
              <a:gd name="connsiteX19944" fmla="*/ 866108 w 3114960"/>
              <a:gd name="connsiteY19944" fmla="*/ 386906 h 5143785"/>
              <a:gd name="connsiteX19945" fmla="*/ 866108 w 3114960"/>
              <a:gd name="connsiteY19945" fmla="*/ 375095 h 5143785"/>
              <a:gd name="connsiteX19946" fmla="*/ 869633 w 3114960"/>
              <a:gd name="connsiteY19946" fmla="*/ 371570 h 5143785"/>
              <a:gd name="connsiteX19947" fmla="*/ 881444 w 3114960"/>
              <a:gd name="connsiteY19947" fmla="*/ 371570 h 5143785"/>
              <a:gd name="connsiteX19948" fmla="*/ 951738 w 3114960"/>
              <a:gd name="connsiteY19948" fmla="*/ 77343 h 5143785"/>
              <a:gd name="connsiteX19949" fmla="*/ 938879 w 3114960"/>
              <a:gd name="connsiteY19949" fmla="*/ 64484 h 5143785"/>
              <a:gd name="connsiteX19950" fmla="*/ 926497 w 3114960"/>
              <a:gd name="connsiteY19950" fmla="*/ 74962 h 5143785"/>
              <a:gd name="connsiteX19951" fmla="*/ 829532 w 3114960"/>
              <a:gd name="connsiteY19951" fmla="*/ 74962 h 5143785"/>
              <a:gd name="connsiteX19952" fmla="*/ 818864 w 3114960"/>
              <a:gd name="connsiteY19952" fmla="*/ 85916 h 5143785"/>
              <a:gd name="connsiteX19953" fmla="*/ 818864 w 3114960"/>
              <a:gd name="connsiteY19953" fmla="*/ 100489 h 5143785"/>
              <a:gd name="connsiteX19954" fmla="*/ 808387 w 3114960"/>
              <a:gd name="connsiteY19954" fmla="*/ 112871 h 5143785"/>
              <a:gd name="connsiteX19955" fmla="*/ 821246 w 3114960"/>
              <a:gd name="connsiteY19955" fmla="*/ 125730 h 5143785"/>
              <a:gd name="connsiteX19956" fmla="*/ 834104 w 3114960"/>
              <a:gd name="connsiteY19956" fmla="*/ 112871 h 5143785"/>
              <a:gd name="connsiteX19957" fmla="*/ 823627 w 3114960"/>
              <a:gd name="connsiteY19957" fmla="*/ 100489 h 5143785"/>
              <a:gd name="connsiteX19958" fmla="*/ 823627 w 3114960"/>
              <a:gd name="connsiteY19958" fmla="*/ 87916 h 5143785"/>
              <a:gd name="connsiteX19959" fmla="*/ 831533 w 3114960"/>
              <a:gd name="connsiteY19959" fmla="*/ 79820 h 5143785"/>
              <a:gd name="connsiteX19960" fmla="*/ 926497 w 3114960"/>
              <a:gd name="connsiteY19960" fmla="*/ 79820 h 5143785"/>
              <a:gd name="connsiteX19961" fmla="*/ 938879 w 3114960"/>
              <a:gd name="connsiteY19961" fmla="*/ 90297 h 5143785"/>
              <a:gd name="connsiteX19962" fmla="*/ 951738 w 3114960"/>
              <a:gd name="connsiteY19962" fmla="*/ 77438 h 5143785"/>
              <a:gd name="connsiteX19963" fmla="*/ 829437 w 3114960"/>
              <a:gd name="connsiteY19963" fmla="*/ 112776 h 5143785"/>
              <a:gd name="connsiteX19964" fmla="*/ 821341 w 3114960"/>
              <a:gd name="connsiteY19964" fmla="*/ 120872 h 5143785"/>
              <a:gd name="connsiteX19965" fmla="*/ 813245 w 3114960"/>
              <a:gd name="connsiteY19965" fmla="*/ 112776 h 5143785"/>
              <a:gd name="connsiteX19966" fmla="*/ 821341 w 3114960"/>
              <a:gd name="connsiteY19966" fmla="*/ 104680 h 5143785"/>
              <a:gd name="connsiteX19967" fmla="*/ 829437 w 3114960"/>
              <a:gd name="connsiteY19967" fmla="*/ 112776 h 5143785"/>
              <a:gd name="connsiteX19968" fmla="*/ 930878 w 3114960"/>
              <a:gd name="connsiteY19968" fmla="*/ 77343 h 5143785"/>
              <a:gd name="connsiteX19969" fmla="*/ 938975 w 3114960"/>
              <a:gd name="connsiteY19969" fmla="*/ 69247 h 5143785"/>
              <a:gd name="connsiteX19970" fmla="*/ 947071 w 3114960"/>
              <a:gd name="connsiteY19970" fmla="*/ 77343 h 5143785"/>
              <a:gd name="connsiteX19971" fmla="*/ 938975 w 3114960"/>
              <a:gd name="connsiteY19971" fmla="*/ 85439 h 5143785"/>
              <a:gd name="connsiteX19972" fmla="*/ 930878 w 3114960"/>
              <a:gd name="connsiteY19972" fmla="*/ 77343 h 5143785"/>
              <a:gd name="connsiteX19973" fmla="*/ 2632043 w 3114960"/>
              <a:gd name="connsiteY19973" fmla="*/ 4602576 h 5143785"/>
              <a:gd name="connsiteX19974" fmla="*/ 2640806 w 3114960"/>
              <a:gd name="connsiteY19974" fmla="*/ 4593812 h 5143785"/>
              <a:gd name="connsiteX19975" fmla="*/ 2649569 w 3114960"/>
              <a:gd name="connsiteY19975" fmla="*/ 4602576 h 5143785"/>
              <a:gd name="connsiteX19976" fmla="*/ 2640806 w 3114960"/>
              <a:gd name="connsiteY19976" fmla="*/ 4611338 h 5143785"/>
              <a:gd name="connsiteX19977" fmla="*/ 2632043 w 3114960"/>
              <a:gd name="connsiteY19977" fmla="*/ 4602576 h 5143785"/>
              <a:gd name="connsiteX19978" fmla="*/ 2618327 w 3114960"/>
              <a:gd name="connsiteY19978" fmla="*/ 4623626 h 5143785"/>
              <a:gd name="connsiteX19979" fmla="*/ 2627090 w 3114960"/>
              <a:gd name="connsiteY19979" fmla="*/ 4614863 h 5143785"/>
              <a:gd name="connsiteX19980" fmla="*/ 2635853 w 3114960"/>
              <a:gd name="connsiteY19980" fmla="*/ 4623626 h 5143785"/>
              <a:gd name="connsiteX19981" fmla="*/ 2627090 w 3114960"/>
              <a:gd name="connsiteY19981" fmla="*/ 4632389 h 5143785"/>
              <a:gd name="connsiteX19982" fmla="*/ 2618327 w 3114960"/>
              <a:gd name="connsiteY19982" fmla="*/ 4623626 h 5143785"/>
              <a:gd name="connsiteX19983" fmla="*/ 2658904 w 3114960"/>
              <a:gd name="connsiteY19983" fmla="*/ 4602576 h 5143785"/>
              <a:gd name="connsiteX19984" fmla="*/ 2667667 w 3114960"/>
              <a:gd name="connsiteY19984" fmla="*/ 4593812 h 5143785"/>
              <a:gd name="connsiteX19985" fmla="*/ 2676430 w 3114960"/>
              <a:gd name="connsiteY19985" fmla="*/ 4602576 h 5143785"/>
              <a:gd name="connsiteX19986" fmla="*/ 2667667 w 3114960"/>
              <a:gd name="connsiteY19986" fmla="*/ 4611338 h 5143785"/>
              <a:gd name="connsiteX19987" fmla="*/ 2658904 w 3114960"/>
              <a:gd name="connsiteY19987" fmla="*/ 4602576 h 5143785"/>
              <a:gd name="connsiteX19988" fmla="*/ 845820 w 3114960"/>
              <a:gd name="connsiteY19988" fmla="*/ 161449 h 5143785"/>
              <a:gd name="connsiteX19989" fmla="*/ 845820 w 3114960"/>
              <a:gd name="connsiteY19989" fmla="*/ 148685 h 5143785"/>
              <a:gd name="connsiteX19990" fmla="*/ 838295 w 3114960"/>
              <a:gd name="connsiteY19990" fmla="*/ 141161 h 5143785"/>
              <a:gd name="connsiteX19991" fmla="*/ 825532 w 3114960"/>
              <a:gd name="connsiteY19991" fmla="*/ 141161 h 5143785"/>
              <a:gd name="connsiteX19992" fmla="*/ 818007 w 3114960"/>
              <a:gd name="connsiteY19992" fmla="*/ 148685 h 5143785"/>
              <a:gd name="connsiteX19993" fmla="*/ 818007 w 3114960"/>
              <a:gd name="connsiteY19993" fmla="*/ 161449 h 5143785"/>
              <a:gd name="connsiteX19994" fmla="*/ 825532 w 3114960"/>
              <a:gd name="connsiteY19994" fmla="*/ 168974 h 5143785"/>
              <a:gd name="connsiteX19995" fmla="*/ 829247 w 3114960"/>
              <a:gd name="connsiteY19995" fmla="*/ 168974 h 5143785"/>
              <a:gd name="connsiteX19996" fmla="*/ 829532 w 3114960"/>
              <a:gd name="connsiteY19996" fmla="*/ 267176 h 5143785"/>
              <a:gd name="connsiteX19997" fmla="*/ 814578 w 3114960"/>
              <a:gd name="connsiteY19997" fmla="*/ 285274 h 5143785"/>
              <a:gd name="connsiteX19998" fmla="*/ 814578 w 3114960"/>
              <a:gd name="connsiteY19998" fmla="*/ 352044 h 5143785"/>
              <a:gd name="connsiteX19999" fmla="*/ 825818 w 3114960"/>
              <a:gd name="connsiteY19999" fmla="*/ 363474 h 5143785"/>
              <a:gd name="connsiteX20000" fmla="*/ 824770 w 3114960"/>
              <a:gd name="connsiteY20000" fmla="*/ 374809 h 5143785"/>
              <a:gd name="connsiteX20001" fmla="*/ 834581 w 3114960"/>
              <a:gd name="connsiteY20001" fmla="*/ 380810 h 5143785"/>
              <a:gd name="connsiteX20002" fmla="*/ 839534 w 3114960"/>
              <a:gd name="connsiteY20002" fmla="*/ 379667 h 5143785"/>
              <a:gd name="connsiteX20003" fmla="*/ 844391 w 3114960"/>
              <a:gd name="connsiteY20003" fmla="*/ 364998 h 5143785"/>
              <a:gd name="connsiteX20004" fmla="*/ 829723 w 3114960"/>
              <a:gd name="connsiteY20004" fmla="*/ 360140 h 5143785"/>
              <a:gd name="connsiteX20005" fmla="*/ 829532 w 3114960"/>
              <a:gd name="connsiteY20005" fmla="*/ 360331 h 5143785"/>
              <a:gd name="connsiteX20006" fmla="*/ 819531 w 3114960"/>
              <a:gd name="connsiteY20006" fmla="*/ 350139 h 5143785"/>
              <a:gd name="connsiteX20007" fmla="*/ 819531 w 3114960"/>
              <a:gd name="connsiteY20007" fmla="*/ 286988 h 5143785"/>
              <a:gd name="connsiteX20008" fmla="*/ 834485 w 3114960"/>
              <a:gd name="connsiteY20008" fmla="*/ 268891 h 5143785"/>
              <a:gd name="connsiteX20009" fmla="*/ 834200 w 3114960"/>
              <a:gd name="connsiteY20009" fmla="*/ 168974 h 5143785"/>
              <a:gd name="connsiteX20010" fmla="*/ 838486 w 3114960"/>
              <a:gd name="connsiteY20010" fmla="*/ 168974 h 5143785"/>
              <a:gd name="connsiteX20011" fmla="*/ 846011 w 3114960"/>
              <a:gd name="connsiteY20011" fmla="*/ 161449 h 5143785"/>
              <a:gd name="connsiteX20012" fmla="*/ 831723 w 3114960"/>
              <a:gd name="connsiteY20012" fmla="*/ 364331 h 5143785"/>
              <a:gd name="connsiteX20013" fmla="*/ 834485 w 3114960"/>
              <a:gd name="connsiteY20013" fmla="*/ 363664 h 5143785"/>
              <a:gd name="connsiteX20014" fmla="*/ 840010 w 3114960"/>
              <a:gd name="connsiteY20014" fmla="*/ 367094 h 5143785"/>
              <a:gd name="connsiteX20015" fmla="*/ 837248 w 3114960"/>
              <a:gd name="connsiteY20015" fmla="*/ 375380 h 5143785"/>
              <a:gd name="connsiteX20016" fmla="*/ 828961 w 3114960"/>
              <a:gd name="connsiteY20016" fmla="*/ 372618 h 5143785"/>
              <a:gd name="connsiteX20017" fmla="*/ 831723 w 3114960"/>
              <a:gd name="connsiteY20017" fmla="*/ 364331 h 5143785"/>
              <a:gd name="connsiteX20018" fmla="*/ 825627 w 3114960"/>
              <a:gd name="connsiteY20018" fmla="*/ 165164 h 5143785"/>
              <a:gd name="connsiteX20019" fmla="*/ 821817 w 3114960"/>
              <a:gd name="connsiteY20019" fmla="*/ 161354 h 5143785"/>
              <a:gd name="connsiteX20020" fmla="*/ 821817 w 3114960"/>
              <a:gd name="connsiteY20020" fmla="*/ 148590 h 5143785"/>
              <a:gd name="connsiteX20021" fmla="*/ 825627 w 3114960"/>
              <a:gd name="connsiteY20021" fmla="*/ 144780 h 5143785"/>
              <a:gd name="connsiteX20022" fmla="*/ 838391 w 3114960"/>
              <a:gd name="connsiteY20022" fmla="*/ 144780 h 5143785"/>
              <a:gd name="connsiteX20023" fmla="*/ 842201 w 3114960"/>
              <a:gd name="connsiteY20023" fmla="*/ 148590 h 5143785"/>
              <a:gd name="connsiteX20024" fmla="*/ 842201 w 3114960"/>
              <a:gd name="connsiteY20024" fmla="*/ 161354 h 5143785"/>
              <a:gd name="connsiteX20025" fmla="*/ 838391 w 3114960"/>
              <a:gd name="connsiteY20025" fmla="*/ 165164 h 5143785"/>
              <a:gd name="connsiteX20026" fmla="*/ 825627 w 3114960"/>
              <a:gd name="connsiteY20026" fmla="*/ 165164 h 5143785"/>
              <a:gd name="connsiteX20027" fmla="*/ 2653855 w 3114960"/>
              <a:gd name="connsiteY20027" fmla="*/ 4614863 h 5143785"/>
              <a:gd name="connsiteX20028" fmla="*/ 2662619 w 3114960"/>
              <a:gd name="connsiteY20028" fmla="*/ 4623626 h 5143785"/>
              <a:gd name="connsiteX20029" fmla="*/ 2653855 w 3114960"/>
              <a:gd name="connsiteY20029" fmla="*/ 4632389 h 5143785"/>
              <a:gd name="connsiteX20030" fmla="*/ 2645093 w 3114960"/>
              <a:gd name="connsiteY20030" fmla="*/ 4623626 h 5143785"/>
              <a:gd name="connsiteX20031" fmla="*/ 2653855 w 3114960"/>
              <a:gd name="connsiteY20031" fmla="*/ 4614863 h 5143785"/>
              <a:gd name="connsiteX20032" fmla="*/ 914591 w 3114960"/>
              <a:gd name="connsiteY20032" fmla="*/ 390715 h 5143785"/>
              <a:gd name="connsiteX20033" fmla="*/ 924401 w 3114960"/>
              <a:gd name="connsiteY20033" fmla="*/ 396716 h 5143785"/>
              <a:gd name="connsiteX20034" fmla="*/ 929354 w 3114960"/>
              <a:gd name="connsiteY20034" fmla="*/ 395573 h 5143785"/>
              <a:gd name="connsiteX20035" fmla="*/ 934784 w 3114960"/>
              <a:gd name="connsiteY20035" fmla="*/ 389192 h 5143785"/>
              <a:gd name="connsiteX20036" fmla="*/ 934117 w 3114960"/>
              <a:gd name="connsiteY20036" fmla="*/ 380810 h 5143785"/>
              <a:gd name="connsiteX20037" fmla="*/ 921639 w 3114960"/>
              <a:gd name="connsiteY20037" fmla="*/ 375380 h 5143785"/>
              <a:gd name="connsiteX20038" fmla="*/ 914495 w 3114960"/>
              <a:gd name="connsiteY20038" fmla="*/ 363664 h 5143785"/>
              <a:gd name="connsiteX20039" fmla="*/ 914495 w 3114960"/>
              <a:gd name="connsiteY20039" fmla="*/ 300228 h 5143785"/>
              <a:gd name="connsiteX20040" fmla="*/ 929450 w 3114960"/>
              <a:gd name="connsiteY20040" fmla="*/ 282131 h 5143785"/>
              <a:gd name="connsiteX20041" fmla="*/ 929450 w 3114960"/>
              <a:gd name="connsiteY20041" fmla="*/ 172593 h 5143785"/>
              <a:gd name="connsiteX20042" fmla="*/ 922115 w 3114960"/>
              <a:gd name="connsiteY20042" fmla="*/ 160306 h 5143785"/>
              <a:gd name="connsiteX20043" fmla="*/ 922115 w 3114960"/>
              <a:gd name="connsiteY20043" fmla="*/ 134112 h 5143785"/>
              <a:gd name="connsiteX20044" fmla="*/ 923830 w 3114960"/>
              <a:gd name="connsiteY20044" fmla="*/ 133636 h 5143785"/>
              <a:gd name="connsiteX20045" fmla="*/ 927926 w 3114960"/>
              <a:gd name="connsiteY20045" fmla="*/ 121063 h 5143785"/>
              <a:gd name="connsiteX20046" fmla="*/ 915352 w 3114960"/>
              <a:gd name="connsiteY20046" fmla="*/ 116967 h 5143785"/>
              <a:gd name="connsiteX20047" fmla="*/ 911257 w 3114960"/>
              <a:gd name="connsiteY20047" fmla="*/ 129540 h 5143785"/>
              <a:gd name="connsiteX20048" fmla="*/ 917258 w 3114960"/>
              <a:gd name="connsiteY20048" fmla="*/ 134303 h 5143785"/>
              <a:gd name="connsiteX20049" fmla="*/ 917258 w 3114960"/>
              <a:gd name="connsiteY20049" fmla="*/ 161735 h 5143785"/>
              <a:gd name="connsiteX20050" fmla="*/ 924782 w 3114960"/>
              <a:gd name="connsiteY20050" fmla="*/ 174022 h 5143785"/>
              <a:gd name="connsiteX20051" fmla="*/ 924782 w 3114960"/>
              <a:gd name="connsiteY20051" fmla="*/ 280511 h 5143785"/>
              <a:gd name="connsiteX20052" fmla="*/ 909638 w 3114960"/>
              <a:gd name="connsiteY20052" fmla="*/ 298609 h 5143785"/>
              <a:gd name="connsiteX20053" fmla="*/ 909638 w 3114960"/>
              <a:gd name="connsiteY20053" fmla="*/ 365093 h 5143785"/>
              <a:gd name="connsiteX20054" fmla="*/ 917353 w 3114960"/>
              <a:gd name="connsiteY20054" fmla="*/ 377666 h 5143785"/>
              <a:gd name="connsiteX20055" fmla="*/ 913924 w 3114960"/>
              <a:gd name="connsiteY20055" fmla="*/ 382429 h 5143785"/>
              <a:gd name="connsiteX20056" fmla="*/ 914591 w 3114960"/>
              <a:gd name="connsiteY20056" fmla="*/ 390811 h 5143785"/>
              <a:gd name="connsiteX20057" fmla="*/ 918496 w 3114960"/>
              <a:gd name="connsiteY20057" fmla="*/ 383858 h 5143785"/>
              <a:gd name="connsiteX20058" fmla="*/ 921544 w 3114960"/>
              <a:gd name="connsiteY20058" fmla="*/ 380238 h 5143785"/>
              <a:gd name="connsiteX20059" fmla="*/ 924306 w 3114960"/>
              <a:gd name="connsiteY20059" fmla="*/ 379571 h 5143785"/>
              <a:gd name="connsiteX20060" fmla="*/ 929831 w 3114960"/>
              <a:gd name="connsiteY20060" fmla="*/ 383000 h 5143785"/>
              <a:gd name="connsiteX20061" fmla="*/ 930212 w 3114960"/>
              <a:gd name="connsiteY20061" fmla="*/ 387763 h 5143785"/>
              <a:gd name="connsiteX20062" fmla="*/ 927164 w 3114960"/>
              <a:gd name="connsiteY20062" fmla="*/ 391382 h 5143785"/>
              <a:gd name="connsiteX20063" fmla="*/ 918877 w 3114960"/>
              <a:gd name="connsiteY20063" fmla="*/ 388620 h 5143785"/>
              <a:gd name="connsiteX20064" fmla="*/ 918496 w 3114960"/>
              <a:gd name="connsiteY20064" fmla="*/ 383858 h 5143785"/>
              <a:gd name="connsiteX20065" fmla="*/ 633794 w 3114960"/>
              <a:gd name="connsiteY20065" fmla="*/ 641318 h 5143785"/>
              <a:gd name="connsiteX20066" fmla="*/ 630936 w 3114960"/>
              <a:gd name="connsiteY20066" fmla="*/ 643700 h 5143785"/>
              <a:gd name="connsiteX20067" fmla="*/ 626650 w 3114960"/>
              <a:gd name="connsiteY20067" fmla="*/ 642557 h 5143785"/>
              <a:gd name="connsiteX20068" fmla="*/ 616839 w 3114960"/>
              <a:gd name="connsiteY20068" fmla="*/ 652367 h 5143785"/>
              <a:gd name="connsiteX20069" fmla="*/ 626650 w 3114960"/>
              <a:gd name="connsiteY20069" fmla="*/ 662178 h 5143785"/>
              <a:gd name="connsiteX20070" fmla="*/ 636461 w 3114960"/>
              <a:gd name="connsiteY20070" fmla="*/ 652367 h 5143785"/>
              <a:gd name="connsiteX20071" fmla="*/ 635794 w 3114960"/>
              <a:gd name="connsiteY20071" fmla="*/ 649034 h 5143785"/>
              <a:gd name="connsiteX20072" fmla="*/ 638366 w 3114960"/>
              <a:gd name="connsiteY20072" fmla="*/ 646938 h 5143785"/>
              <a:gd name="connsiteX20073" fmla="*/ 633794 w 3114960"/>
              <a:gd name="connsiteY20073" fmla="*/ 641414 h 5143785"/>
              <a:gd name="connsiteX20074" fmla="*/ 626650 w 3114960"/>
              <a:gd name="connsiteY20074" fmla="*/ 657320 h 5143785"/>
              <a:gd name="connsiteX20075" fmla="*/ 621602 w 3114960"/>
              <a:gd name="connsiteY20075" fmla="*/ 652272 h 5143785"/>
              <a:gd name="connsiteX20076" fmla="*/ 626650 w 3114960"/>
              <a:gd name="connsiteY20076" fmla="*/ 647224 h 5143785"/>
              <a:gd name="connsiteX20077" fmla="*/ 631698 w 3114960"/>
              <a:gd name="connsiteY20077" fmla="*/ 652272 h 5143785"/>
              <a:gd name="connsiteX20078" fmla="*/ 626650 w 3114960"/>
              <a:gd name="connsiteY20078" fmla="*/ 657320 h 5143785"/>
              <a:gd name="connsiteX20079" fmla="*/ 1561528 w 3114960"/>
              <a:gd name="connsiteY20079" fmla="*/ 2277142 h 5143785"/>
              <a:gd name="connsiteX20080" fmla="*/ 1561528 w 3114960"/>
              <a:gd name="connsiteY20080" fmla="*/ 2262473 h 5143785"/>
              <a:gd name="connsiteX20081" fmla="*/ 1565339 w 3114960"/>
              <a:gd name="connsiteY20081" fmla="*/ 2258663 h 5143785"/>
              <a:gd name="connsiteX20082" fmla="*/ 1580007 w 3114960"/>
              <a:gd name="connsiteY20082" fmla="*/ 2258663 h 5143785"/>
              <a:gd name="connsiteX20083" fmla="*/ 1583817 w 3114960"/>
              <a:gd name="connsiteY20083" fmla="*/ 2262473 h 5143785"/>
              <a:gd name="connsiteX20084" fmla="*/ 1583817 w 3114960"/>
              <a:gd name="connsiteY20084" fmla="*/ 2277142 h 5143785"/>
              <a:gd name="connsiteX20085" fmla="*/ 1580007 w 3114960"/>
              <a:gd name="connsiteY20085" fmla="*/ 2280952 h 5143785"/>
              <a:gd name="connsiteX20086" fmla="*/ 1565339 w 3114960"/>
              <a:gd name="connsiteY20086" fmla="*/ 2280952 h 5143785"/>
              <a:gd name="connsiteX20087" fmla="*/ 1561528 w 3114960"/>
              <a:gd name="connsiteY20087" fmla="*/ 2277142 h 5143785"/>
              <a:gd name="connsiteX20088" fmla="*/ 639032 w 3114960"/>
              <a:gd name="connsiteY20088" fmla="*/ 637032 h 5143785"/>
              <a:gd name="connsiteX20089" fmla="*/ 644271 w 3114960"/>
              <a:gd name="connsiteY20089" fmla="*/ 632746 h 5143785"/>
              <a:gd name="connsiteX20090" fmla="*/ 648843 w 3114960"/>
              <a:gd name="connsiteY20090" fmla="*/ 638270 h 5143785"/>
              <a:gd name="connsiteX20091" fmla="*/ 643604 w 3114960"/>
              <a:gd name="connsiteY20091" fmla="*/ 642557 h 5143785"/>
              <a:gd name="connsiteX20092" fmla="*/ 639032 w 3114960"/>
              <a:gd name="connsiteY20092" fmla="*/ 637032 h 5143785"/>
              <a:gd name="connsiteX20093" fmla="*/ 782098 w 3114960"/>
              <a:gd name="connsiteY20093" fmla="*/ 96679 h 5143785"/>
              <a:gd name="connsiteX20094" fmla="*/ 789718 w 3114960"/>
              <a:gd name="connsiteY20094" fmla="*/ 89630 h 5143785"/>
              <a:gd name="connsiteX20095" fmla="*/ 794671 w 3114960"/>
              <a:gd name="connsiteY20095" fmla="*/ 79820 h 5143785"/>
              <a:gd name="connsiteX20096" fmla="*/ 782002 w 3114960"/>
              <a:gd name="connsiteY20096" fmla="*/ 67151 h 5143785"/>
              <a:gd name="connsiteX20097" fmla="*/ 769334 w 3114960"/>
              <a:gd name="connsiteY20097" fmla="*/ 79820 h 5143785"/>
              <a:gd name="connsiteX20098" fmla="*/ 780383 w 3114960"/>
              <a:gd name="connsiteY20098" fmla="*/ 92202 h 5143785"/>
              <a:gd name="connsiteX20099" fmla="*/ 779907 w 3114960"/>
              <a:gd name="connsiteY20099" fmla="*/ 92488 h 5143785"/>
              <a:gd name="connsiteX20100" fmla="*/ 771716 w 3114960"/>
              <a:gd name="connsiteY20100" fmla="*/ 101632 h 5143785"/>
              <a:gd name="connsiteX20101" fmla="*/ 779907 w 3114960"/>
              <a:gd name="connsiteY20101" fmla="*/ 110776 h 5143785"/>
              <a:gd name="connsiteX20102" fmla="*/ 785527 w 3114960"/>
              <a:gd name="connsiteY20102" fmla="*/ 115729 h 5143785"/>
              <a:gd name="connsiteX20103" fmla="*/ 779907 w 3114960"/>
              <a:gd name="connsiteY20103" fmla="*/ 120682 h 5143785"/>
              <a:gd name="connsiteX20104" fmla="*/ 771716 w 3114960"/>
              <a:gd name="connsiteY20104" fmla="*/ 129826 h 5143785"/>
              <a:gd name="connsiteX20105" fmla="*/ 779907 w 3114960"/>
              <a:gd name="connsiteY20105" fmla="*/ 138970 h 5143785"/>
              <a:gd name="connsiteX20106" fmla="*/ 785527 w 3114960"/>
              <a:gd name="connsiteY20106" fmla="*/ 143923 h 5143785"/>
              <a:gd name="connsiteX20107" fmla="*/ 779907 w 3114960"/>
              <a:gd name="connsiteY20107" fmla="*/ 148876 h 5143785"/>
              <a:gd name="connsiteX20108" fmla="*/ 771716 w 3114960"/>
              <a:gd name="connsiteY20108" fmla="*/ 158020 h 5143785"/>
              <a:gd name="connsiteX20109" fmla="*/ 779907 w 3114960"/>
              <a:gd name="connsiteY20109" fmla="*/ 167164 h 5143785"/>
              <a:gd name="connsiteX20110" fmla="*/ 785432 w 3114960"/>
              <a:gd name="connsiteY20110" fmla="*/ 172117 h 5143785"/>
              <a:gd name="connsiteX20111" fmla="*/ 779907 w 3114960"/>
              <a:gd name="connsiteY20111" fmla="*/ 177070 h 5143785"/>
              <a:gd name="connsiteX20112" fmla="*/ 771716 w 3114960"/>
              <a:gd name="connsiteY20112" fmla="*/ 186214 h 5143785"/>
              <a:gd name="connsiteX20113" fmla="*/ 779907 w 3114960"/>
              <a:gd name="connsiteY20113" fmla="*/ 195358 h 5143785"/>
              <a:gd name="connsiteX20114" fmla="*/ 785432 w 3114960"/>
              <a:gd name="connsiteY20114" fmla="*/ 200311 h 5143785"/>
              <a:gd name="connsiteX20115" fmla="*/ 779812 w 3114960"/>
              <a:gd name="connsiteY20115" fmla="*/ 205264 h 5143785"/>
              <a:gd name="connsiteX20116" fmla="*/ 771620 w 3114960"/>
              <a:gd name="connsiteY20116" fmla="*/ 214408 h 5143785"/>
              <a:gd name="connsiteX20117" fmla="*/ 779812 w 3114960"/>
              <a:gd name="connsiteY20117" fmla="*/ 223552 h 5143785"/>
              <a:gd name="connsiteX20118" fmla="*/ 785432 w 3114960"/>
              <a:gd name="connsiteY20118" fmla="*/ 228505 h 5143785"/>
              <a:gd name="connsiteX20119" fmla="*/ 779812 w 3114960"/>
              <a:gd name="connsiteY20119" fmla="*/ 233458 h 5143785"/>
              <a:gd name="connsiteX20120" fmla="*/ 771620 w 3114960"/>
              <a:gd name="connsiteY20120" fmla="*/ 242602 h 5143785"/>
              <a:gd name="connsiteX20121" fmla="*/ 779812 w 3114960"/>
              <a:gd name="connsiteY20121" fmla="*/ 251746 h 5143785"/>
              <a:gd name="connsiteX20122" fmla="*/ 785432 w 3114960"/>
              <a:gd name="connsiteY20122" fmla="*/ 256699 h 5143785"/>
              <a:gd name="connsiteX20123" fmla="*/ 779812 w 3114960"/>
              <a:gd name="connsiteY20123" fmla="*/ 261652 h 5143785"/>
              <a:gd name="connsiteX20124" fmla="*/ 771620 w 3114960"/>
              <a:gd name="connsiteY20124" fmla="*/ 270796 h 5143785"/>
              <a:gd name="connsiteX20125" fmla="*/ 779812 w 3114960"/>
              <a:gd name="connsiteY20125" fmla="*/ 280035 h 5143785"/>
              <a:gd name="connsiteX20126" fmla="*/ 785432 w 3114960"/>
              <a:gd name="connsiteY20126" fmla="*/ 284988 h 5143785"/>
              <a:gd name="connsiteX20127" fmla="*/ 779812 w 3114960"/>
              <a:gd name="connsiteY20127" fmla="*/ 289941 h 5143785"/>
              <a:gd name="connsiteX20128" fmla="*/ 771620 w 3114960"/>
              <a:gd name="connsiteY20128" fmla="*/ 299180 h 5143785"/>
              <a:gd name="connsiteX20129" fmla="*/ 779812 w 3114960"/>
              <a:gd name="connsiteY20129" fmla="*/ 308420 h 5143785"/>
              <a:gd name="connsiteX20130" fmla="*/ 783241 w 3114960"/>
              <a:gd name="connsiteY20130" fmla="*/ 310420 h 5143785"/>
              <a:gd name="connsiteX20131" fmla="*/ 776288 w 3114960"/>
              <a:gd name="connsiteY20131" fmla="*/ 310420 h 5143785"/>
              <a:gd name="connsiteX20132" fmla="*/ 769620 w 3114960"/>
              <a:gd name="connsiteY20132" fmla="*/ 317087 h 5143785"/>
              <a:gd name="connsiteX20133" fmla="*/ 769620 w 3114960"/>
              <a:gd name="connsiteY20133" fmla="*/ 328422 h 5143785"/>
              <a:gd name="connsiteX20134" fmla="*/ 776288 w 3114960"/>
              <a:gd name="connsiteY20134" fmla="*/ 335089 h 5143785"/>
              <a:gd name="connsiteX20135" fmla="*/ 787622 w 3114960"/>
              <a:gd name="connsiteY20135" fmla="*/ 335089 h 5143785"/>
              <a:gd name="connsiteX20136" fmla="*/ 794290 w 3114960"/>
              <a:gd name="connsiteY20136" fmla="*/ 328422 h 5143785"/>
              <a:gd name="connsiteX20137" fmla="*/ 794290 w 3114960"/>
              <a:gd name="connsiteY20137" fmla="*/ 317087 h 5143785"/>
              <a:gd name="connsiteX20138" fmla="*/ 789623 w 3114960"/>
              <a:gd name="connsiteY20138" fmla="*/ 310801 h 5143785"/>
              <a:gd name="connsiteX20139" fmla="*/ 782098 w 3114960"/>
              <a:gd name="connsiteY20139" fmla="*/ 304229 h 5143785"/>
              <a:gd name="connsiteX20140" fmla="*/ 776478 w 3114960"/>
              <a:gd name="connsiteY20140" fmla="*/ 299276 h 5143785"/>
              <a:gd name="connsiteX20141" fmla="*/ 782098 w 3114960"/>
              <a:gd name="connsiteY20141" fmla="*/ 294323 h 5143785"/>
              <a:gd name="connsiteX20142" fmla="*/ 790289 w 3114960"/>
              <a:gd name="connsiteY20142" fmla="*/ 285083 h 5143785"/>
              <a:gd name="connsiteX20143" fmla="*/ 782098 w 3114960"/>
              <a:gd name="connsiteY20143" fmla="*/ 275844 h 5143785"/>
              <a:gd name="connsiteX20144" fmla="*/ 776478 w 3114960"/>
              <a:gd name="connsiteY20144" fmla="*/ 270891 h 5143785"/>
              <a:gd name="connsiteX20145" fmla="*/ 782098 w 3114960"/>
              <a:gd name="connsiteY20145" fmla="*/ 265938 h 5143785"/>
              <a:gd name="connsiteX20146" fmla="*/ 790289 w 3114960"/>
              <a:gd name="connsiteY20146" fmla="*/ 256794 h 5143785"/>
              <a:gd name="connsiteX20147" fmla="*/ 782098 w 3114960"/>
              <a:gd name="connsiteY20147" fmla="*/ 247555 h 5143785"/>
              <a:gd name="connsiteX20148" fmla="*/ 776478 w 3114960"/>
              <a:gd name="connsiteY20148" fmla="*/ 242602 h 5143785"/>
              <a:gd name="connsiteX20149" fmla="*/ 782098 w 3114960"/>
              <a:gd name="connsiteY20149" fmla="*/ 237649 h 5143785"/>
              <a:gd name="connsiteX20150" fmla="*/ 790289 w 3114960"/>
              <a:gd name="connsiteY20150" fmla="*/ 228505 h 5143785"/>
              <a:gd name="connsiteX20151" fmla="*/ 782098 w 3114960"/>
              <a:gd name="connsiteY20151" fmla="*/ 219361 h 5143785"/>
              <a:gd name="connsiteX20152" fmla="*/ 776478 w 3114960"/>
              <a:gd name="connsiteY20152" fmla="*/ 214408 h 5143785"/>
              <a:gd name="connsiteX20153" fmla="*/ 782098 w 3114960"/>
              <a:gd name="connsiteY20153" fmla="*/ 209455 h 5143785"/>
              <a:gd name="connsiteX20154" fmla="*/ 790289 w 3114960"/>
              <a:gd name="connsiteY20154" fmla="*/ 200311 h 5143785"/>
              <a:gd name="connsiteX20155" fmla="*/ 782098 w 3114960"/>
              <a:gd name="connsiteY20155" fmla="*/ 191167 h 5143785"/>
              <a:gd name="connsiteX20156" fmla="*/ 776573 w 3114960"/>
              <a:gd name="connsiteY20156" fmla="*/ 186214 h 5143785"/>
              <a:gd name="connsiteX20157" fmla="*/ 782193 w 3114960"/>
              <a:gd name="connsiteY20157" fmla="*/ 181261 h 5143785"/>
              <a:gd name="connsiteX20158" fmla="*/ 790385 w 3114960"/>
              <a:gd name="connsiteY20158" fmla="*/ 172117 h 5143785"/>
              <a:gd name="connsiteX20159" fmla="*/ 782193 w 3114960"/>
              <a:gd name="connsiteY20159" fmla="*/ 162973 h 5143785"/>
              <a:gd name="connsiteX20160" fmla="*/ 776573 w 3114960"/>
              <a:gd name="connsiteY20160" fmla="*/ 158020 h 5143785"/>
              <a:gd name="connsiteX20161" fmla="*/ 782193 w 3114960"/>
              <a:gd name="connsiteY20161" fmla="*/ 153067 h 5143785"/>
              <a:gd name="connsiteX20162" fmla="*/ 790385 w 3114960"/>
              <a:gd name="connsiteY20162" fmla="*/ 143923 h 5143785"/>
              <a:gd name="connsiteX20163" fmla="*/ 782193 w 3114960"/>
              <a:gd name="connsiteY20163" fmla="*/ 134779 h 5143785"/>
              <a:gd name="connsiteX20164" fmla="*/ 776573 w 3114960"/>
              <a:gd name="connsiteY20164" fmla="*/ 129826 h 5143785"/>
              <a:gd name="connsiteX20165" fmla="*/ 782193 w 3114960"/>
              <a:gd name="connsiteY20165" fmla="*/ 124873 h 5143785"/>
              <a:gd name="connsiteX20166" fmla="*/ 790385 w 3114960"/>
              <a:gd name="connsiteY20166" fmla="*/ 115729 h 5143785"/>
              <a:gd name="connsiteX20167" fmla="*/ 782193 w 3114960"/>
              <a:gd name="connsiteY20167" fmla="*/ 106585 h 5143785"/>
              <a:gd name="connsiteX20168" fmla="*/ 776573 w 3114960"/>
              <a:gd name="connsiteY20168" fmla="*/ 101632 h 5143785"/>
              <a:gd name="connsiteX20169" fmla="*/ 782193 w 3114960"/>
              <a:gd name="connsiteY20169" fmla="*/ 96679 h 5143785"/>
              <a:gd name="connsiteX20170" fmla="*/ 791051 w 3114960"/>
              <a:gd name="connsiteY20170" fmla="*/ 317373 h 5143785"/>
              <a:gd name="connsiteX20171" fmla="*/ 791051 w 3114960"/>
              <a:gd name="connsiteY20171" fmla="*/ 328708 h 5143785"/>
              <a:gd name="connsiteX20172" fmla="*/ 787718 w 3114960"/>
              <a:gd name="connsiteY20172" fmla="*/ 332042 h 5143785"/>
              <a:gd name="connsiteX20173" fmla="*/ 776383 w 3114960"/>
              <a:gd name="connsiteY20173" fmla="*/ 332042 h 5143785"/>
              <a:gd name="connsiteX20174" fmla="*/ 773049 w 3114960"/>
              <a:gd name="connsiteY20174" fmla="*/ 328708 h 5143785"/>
              <a:gd name="connsiteX20175" fmla="*/ 773049 w 3114960"/>
              <a:gd name="connsiteY20175" fmla="*/ 317373 h 5143785"/>
              <a:gd name="connsiteX20176" fmla="*/ 776383 w 3114960"/>
              <a:gd name="connsiteY20176" fmla="*/ 314039 h 5143785"/>
              <a:gd name="connsiteX20177" fmla="*/ 787718 w 3114960"/>
              <a:gd name="connsiteY20177" fmla="*/ 314039 h 5143785"/>
              <a:gd name="connsiteX20178" fmla="*/ 791051 w 3114960"/>
              <a:gd name="connsiteY20178" fmla="*/ 317373 h 5143785"/>
              <a:gd name="connsiteX20179" fmla="*/ 2846165 w 3114960"/>
              <a:gd name="connsiteY20179" fmla="*/ 4411313 h 5143785"/>
              <a:gd name="connsiteX20180" fmla="*/ 2846165 w 3114960"/>
              <a:gd name="connsiteY20180" fmla="*/ 4383786 h 5143785"/>
              <a:gd name="connsiteX20181" fmla="*/ 2835117 w 3114960"/>
              <a:gd name="connsiteY20181" fmla="*/ 4372737 h 5143785"/>
              <a:gd name="connsiteX20182" fmla="*/ 2807589 w 3114960"/>
              <a:gd name="connsiteY20182" fmla="*/ 4372737 h 5143785"/>
              <a:gd name="connsiteX20183" fmla="*/ 2796540 w 3114960"/>
              <a:gd name="connsiteY20183" fmla="*/ 4383786 h 5143785"/>
              <a:gd name="connsiteX20184" fmla="*/ 2796540 w 3114960"/>
              <a:gd name="connsiteY20184" fmla="*/ 4394835 h 5143785"/>
              <a:gd name="connsiteX20185" fmla="*/ 2581370 w 3114960"/>
              <a:gd name="connsiteY20185" fmla="*/ 4394835 h 5143785"/>
              <a:gd name="connsiteX20186" fmla="*/ 2551176 w 3114960"/>
              <a:gd name="connsiteY20186" fmla="*/ 4421601 h 5143785"/>
              <a:gd name="connsiteX20187" fmla="*/ 2551176 w 3114960"/>
              <a:gd name="connsiteY20187" fmla="*/ 4604004 h 5143785"/>
              <a:gd name="connsiteX20188" fmla="*/ 2571560 w 3114960"/>
              <a:gd name="connsiteY20188" fmla="*/ 4625531 h 5143785"/>
              <a:gd name="connsiteX20189" fmla="*/ 2605278 w 3114960"/>
              <a:gd name="connsiteY20189" fmla="*/ 4625531 h 5143785"/>
              <a:gd name="connsiteX20190" fmla="*/ 2605278 w 3114960"/>
              <a:gd name="connsiteY20190" fmla="*/ 4649057 h 5143785"/>
              <a:gd name="connsiteX20191" fmla="*/ 2629472 w 3114960"/>
              <a:gd name="connsiteY20191" fmla="*/ 4673251 h 5143785"/>
              <a:gd name="connsiteX20192" fmla="*/ 2732056 w 3114960"/>
              <a:gd name="connsiteY20192" fmla="*/ 4673251 h 5143785"/>
              <a:gd name="connsiteX20193" fmla="*/ 2756249 w 3114960"/>
              <a:gd name="connsiteY20193" fmla="*/ 4649057 h 5143785"/>
              <a:gd name="connsiteX20194" fmla="*/ 2756249 w 3114960"/>
              <a:gd name="connsiteY20194" fmla="*/ 4601432 h 5143785"/>
              <a:gd name="connsiteX20195" fmla="*/ 2732056 w 3114960"/>
              <a:gd name="connsiteY20195" fmla="*/ 4577239 h 5143785"/>
              <a:gd name="connsiteX20196" fmla="*/ 2629472 w 3114960"/>
              <a:gd name="connsiteY20196" fmla="*/ 4577239 h 5143785"/>
              <a:gd name="connsiteX20197" fmla="*/ 2605278 w 3114960"/>
              <a:gd name="connsiteY20197" fmla="*/ 4601432 h 5143785"/>
              <a:gd name="connsiteX20198" fmla="*/ 2605278 w 3114960"/>
              <a:gd name="connsiteY20198" fmla="*/ 4618387 h 5143785"/>
              <a:gd name="connsiteX20199" fmla="*/ 2574703 w 3114960"/>
              <a:gd name="connsiteY20199" fmla="*/ 4618387 h 5143785"/>
              <a:gd name="connsiteX20200" fmla="*/ 2558415 w 3114960"/>
              <a:gd name="connsiteY20200" fmla="*/ 4601147 h 5143785"/>
              <a:gd name="connsiteX20201" fmla="*/ 2558415 w 3114960"/>
              <a:gd name="connsiteY20201" fmla="*/ 4424839 h 5143785"/>
              <a:gd name="connsiteX20202" fmla="*/ 2584133 w 3114960"/>
              <a:gd name="connsiteY20202" fmla="*/ 4401979 h 5143785"/>
              <a:gd name="connsiteX20203" fmla="*/ 2796635 w 3114960"/>
              <a:gd name="connsiteY20203" fmla="*/ 4401979 h 5143785"/>
              <a:gd name="connsiteX20204" fmla="*/ 2796635 w 3114960"/>
              <a:gd name="connsiteY20204" fmla="*/ 4411313 h 5143785"/>
              <a:gd name="connsiteX20205" fmla="*/ 2807684 w 3114960"/>
              <a:gd name="connsiteY20205" fmla="*/ 4422362 h 5143785"/>
              <a:gd name="connsiteX20206" fmla="*/ 2835212 w 3114960"/>
              <a:gd name="connsiteY20206" fmla="*/ 4422362 h 5143785"/>
              <a:gd name="connsiteX20207" fmla="*/ 2846261 w 3114960"/>
              <a:gd name="connsiteY20207" fmla="*/ 4411313 h 5143785"/>
              <a:gd name="connsiteX20208" fmla="*/ 2610041 w 3114960"/>
              <a:gd name="connsiteY20208" fmla="*/ 4601432 h 5143785"/>
              <a:gd name="connsiteX20209" fmla="*/ 2629472 w 3114960"/>
              <a:gd name="connsiteY20209" fmla="*/ 4582002 h 5143785"/>
              <a:gd name="connsiteX20210" fmla="*/ 2732056 w 3114960"/>
              <a:gd name="connsiteY20210" fmla="*/ 4582002 h 5143785"/>
              <a:gd name="connsiteX20211" fmla="*/ 2751487 w 3114960"/>
              <a:gd name="connsiteY20211" fmla="*/ 4601432 h 5143785"/>
              <a:gd name="connsiteX20212" fmla="*/ 2751487 w 3114960"/>
              <a:gd name="connsiteY20212" fmla="*/ 4649057 h 5143785"/>
              <a:gd name="connsiteX20213" fmla="*/ 2732056 w 3114960"/>
              <a:gd name="connsiteY20213" fmla="*/ 4668488 h 5143785"/>
              <a:gd name="connsiteX20214" fmla="*/ 2629472 w 3114960"/>
              <a:gd name="connsiteY20214" fmla="*/ 4668488 h 5143785"/>
              <a:gd name="connsiteX20215" fmla="*/ 2610041 w 3114960"/>
              <a:gd name="connsiteY20215" fmla="*/ 4649057 h 5143785"/>
              <a:gd name="connsiteX20216" fmla="*/ 2610041 w 3114960"/>
              <a:gd name="connsiteY20216" fmla="*/ 4601432 h 5143785"/>
              <a:gd name="connsiteX20217" fmla="*/ 1480661 w 3114960"/>
              <a:gd name="connsiteY20217" fmla="*/ 2587847 h 5143785"/>
              <a:gd name="connsiteX20218" fmla="*/ 1430655 w 3114960"/>
              <a:gd name="connsiteY20218" fmla="*/ 2530697 h 5143785"/>
              <a:gd name="connsiteX20219" fmla="*/ 1430846 w 3114960"/>
              <a:gd name="connsiteY20219" fmla="*/ 2461070 h 5143785"/>
              <a:gd name="connsiteX20220" fmla="*/ 1437037 w 3114960"/>
              <a:gd name="connsiteY20220" fmla="*/ 2458593 h 5143785"/>
              <a:gd name="connsiteX20221" fmla="*/ 1442847 w 3114960"/>
              <a:gd name="connsiteY20221" fmla="*/ 2448116 h 5143785"/>
              <a:gd name="connsiteX20222" fmla="*/ 1547622 w 3114960"/>
              <a:gd name="connsiteY20222" fmla="*/ 2449163 h 5143785"/>
              <a:gd name="connsiteX20223" fmla="*/ 1566767 w 3114960"/>
              <a:gd name="connsiteY20223" fmla="*/ 2426970 h 5143785"/>
              <a:gd name="connsiteX20224" fmla="*/ 1680305 w 3114960"/>
              <a:gd name="connsiteY20224" fmla="*/ 2425827 h 5143785"/>
              <a:gd name="connsiteX20225" fmla="*/ 1680305 w 3114960"/>
              <a:gd name="connsiteY20225" fmla="*/ 2430113 h 5143785"/>
              <a:gd name="connsiteX20226" fmla="*/ 1686592 w 3114960"/>
              <a:gd name="connsiteY20226" fmla="*/ 2436400 h 5143785"/>
              <a:gd name="connsiteX20227" fmla="*/ 1699832 w 3114960"/>
              <a:gd name="connsiteY20227" fmla="*/ 2436400 h 5143785"/>
              <a:gd name="connsiteX20228" fmla="*/ 1706118 w 3114960"/>
              <a:gd name="connsiteY20228" fmla="*/ 2430113 h 5143785"/>
              <a:gd name="connsiteX20229" fmla="*/ 1706118 w 3114960"/>
              <a:gd name="connsiteY20229" fmla="*/ 2416874 h 5143785"/>
              <a:gd name="connsiteX20230" fmla="*/ 1699832 w 3114960"/>
              <a:gd name="connsiteY20230" fmla="*/ 2410587 h 5143785"/>
              <a:gd name="connsiteX20231" fmla="*/ 1686592 w 3114960"/>
              <a:gd name="connsiteY20231" fmla="*/ 2410587 h 5143785"/>
              <a:gd name="connsiteX20232" fmla="*/ 1680305 w 3114960"/>
              <a:gd name="connsiteY20232" fmla="*/ 2416874 h 5143785"/>
              <a:gd name="connsiteX20233" fmla="*/ 1680305 w 3114960"/>
              <a:gd name="connsiteY20233" fmla="*/ 2421160 h 5143785"/>
              <a:gd name="connsiteX20234" fmla="*/ 1564577 w 3114960"/>
              <a:gd name="connsiteY20234" fmla="*/ 2422303 h 5143785"/>
              <a:gd name="connsiteX20235" fmla="*/ 1545431 w 3114960"/>
              <a:gd name="connsiteY20235" fmla="*/ 2444496 h 5143785"/>
              <a:gd name="connsiteX20236" fmla="*/ 1442561 w 3114960"/>
              <a:gd name="connsiteY20236" fmla="*/ 2443448 h 5143785"/>
              <a:gd name="connsiteX20237" fmla="*/ 1440180 w 3114960"/>
              <a:gd name="connsiteY20237" fmla="*/ 2438305 h 5143785"/>
              <a:gd name="connsiteX20238" fmla="*/ 1430655 w 3114960"/>
              <a:gd name="connsiteY20238" fmla="*/ 2432495 h 5143785"/>
              <a:gd name="connsiteX20239" fmla="*/ 1419797 w 3114960"/>
              <a:gd name="connsiteY20239" fmla="*/ 2435162 h 5143785"/>
              <a:gd name="connsiteX20240" fmla="*/ 1416653 w 3114960"/>
              <a:gd name="connsiteY20240" fmla="*/ 2455450 h 5143785"/>
              <a:gd name="connsiteX20241" fmla="*/ 1425988 w 3114960"/>
              <a:gd name="connsiteY20241" fmla="*/ 2461165 h 5143785"/>
              <a:gd name="connsiteX20242" fmla="*/ 1425797 w 3114960"/>
              <a:gd name="connsiteY20242" fmla="*/ 2532412 h 5143785"/>
              <a:gd name="connsiteX20243" fmla="*/ 1475803 w 3114960"/>
              <a:gd name="connsiteY20243" fmla="*/ 2589562 h 5143785"/>
              <a:gd name="connsiteX20244" fmla="*/ 1475803 w 3114960"/>
              <a:gd name="connsiteY20244" fmla="*/ 2696051 h 5143785"/>
              <a:gd name="connsiteX20245" fmla="*/ 1419797 w 3114960"/>
              <a:gd name="connsiteY20245" fmla="*/ 2761107 h 5143785"/>
              <a:gd name="connsiteX20246" fmla="*/ 1389602 w 3114960"/>
              <a:gd name="connsiteY20246" fmla="*/ 2761107 h 5143785"/>
              <a:gd name="connsiteX20247" fmla="*/ 1381220 w 3114960"/>
              <a:gd name="connsiteY20247" fmla="*/ 2753773 h 5143785"/>
              <a:gd name="connsiteX20248" fmla="*/ 1370457 w 3114960"/>
              <a:gd name="connsiteY20248" fmla="*/ 2762441 h 5143785"/>
              <a:gd name="connsiteX20249" fmla="*/ 1379125 w 3114960"/>
              <a:gd name="connsiteY20249" fmla="*/ 2773204 h 5143785"/>
              <a:gd name="connsiteX20250" fmla="*/ 1380173 w 3114960"/>
              <a:gd name="connsiteY20250" fmla="*/ 2773204 h 5143785"/>
              <a:gd name="connsiteX20251" fmla="*/ 1389507 w 3114960"/>
              <a:gd name="connsiteY20251" fmla="*/ 2765774 h 5143785"/>
              <a:gd name="connsiteX20252" fmla="*/ 1421987 w 3114960"/>
              <a:gd name="connsiteY20252" fmla="*/ 2765774 h 5143785"/>
              <a:gd name="connsiteX20253" fmla="*/ 1480566 w 3114960"/>
              <a:gd name="connsiteY20253" fmla="*/ 2697671 h 5143785"/>
              <a:gd name="connsiteX20254" fmla="*/ 1480566 w 3114960"/>
              <a:gd name="connsiteY20254" fmla="*/ 2587657 h 5143785"/>
              <a:gd name="connsiteX20255" fmla="*/ 1420559 w 3114960"/>
              <a:gd name="connsiteY20255" fmla="*/ 2452688 h 5143785"/>
              <a:gd name="connsiteX20256" fmla="*/ 1422654 w 3114960"/>
              <a:gd name="connsiteY20256" fmla="*/ 2438972 h 5143785"/>
              <a:gd name="connsiteX20257" fmla="*/ 1428369 w 3114960"/>
              <a:gd name="connsiteY20257" fmla="*/ 2437067 h 5143785"/>
              <a:gd name="connsiteX20258" fmla="*/ 1429893 w 3114960"/>
              <a:gd name="connsiteY20258" fmla="*/ 2437162 h 5143785"/>
              <a:gd name="connsiteX20259" fmla="*/ 1436275 w 3114960"/>
              <a:gd name="connsiteY20259" fmla="*/ 2441067 h 5143785"/>
              <a:gd name="connsiteX20260" fmla="*/ 1434179 w 3114960"/>
              <a:gd name="connsiteY20260" fmla="*/ 2454783 h 5143785"/>
              <a:gd name="connsiteX20261" fmla="*/ 1426940 w 3114960"/>
              <a:gd name="connsiteY20261" fmla="*/ 2456593 h 5143785"/>
              <a:gd name="connsiteX20262" fmla="*/ 1420559 w 3114960"/>
              <a:gd name="connsiteY20262" fmla="*/ 2452688 h 5143785"/>
              <a:gd name="connsiteX20263" fmla="*/ 1383506 w 3114960"/>
              <a:gd name="connsiteY20263" fmla="*/ 2767394 h 5143785"/>
              <a:gd name="connsiteX20264" fmla="*/ 1379792 w 3114960"/>
              <a:gd name="connsiteY20264" fmla="*/ 2768442 h 5143785"/>
              <a:gd name="connsiteX20265" fmla="*/ 1375315 w 3114960"/>
              <a:gd name="connsiteY20265" fmla="*/ 2762917 h 5143785"/>
              <a:gd name="connsiteX20266" fmla="*/ 1380839 w 3114960"/>
              <a:gd name="connsiteY20266" fmla="*/ 2758440 h 5143785"/>
              <a:gd name="connsiteX20267" fmla="*/ 1385316 w 3114960"/>
              <a:gd name="connsiteY20267" fmla="*/ 2763965 h 5143785"/>
              <a:gd name="connsiteX20268" fmla="*/ 1383506 w 3114960"/>
              <a:gd name="connsiteY20268" fmla="*/ 2767298 h 5143785"/>
              <a:gd name="connsiteX20269" fmla="*/ 2730055 w 3114960"/>
              <a:gd name="connsiteY20269" fmla="*/ 4645724 h 5143785"/>
              <a:gd name="connsiteX20270" fmla="*/ 2721293 w 3114960"/>
              <a:gd name="connsiteY20270" fmla="*/ 4654487 h 5143785"/>
              <a:gd name="connsiteX20271" fmla="*/ 2712530 w 3114960"/>
              <a:gd name="connsiteY20271" fmla="*/ 4645724 h 5143785"/>
              <a:gd name="connsiteX20272" fmla="*/ 2721293 w 3114960"/>
              <a:gd name="connsiteY20272" fmla="*/ 4636961 h 5143785"/>
              <a:gd name="connsiteX20273" fmla="*/ 2730055 w 3114960"/>
              <a:gd name="connsiteY20273" fmla="*/ 4645724 h 5143785"/>
              <a:gd name="connsiteX20274" fmla="*/ 2703195 w 3114960"/>
              <a:gd name="connsiteY20274" fmla="*/ 4645724 h 5143785"/>
              <a:gd name="connsiteX20275" fmla="*/ 2694432 w 3114960"/>
              <a:gd name="connsiteY20275" fmla="*/ 4654487 h 5143785"/>
              <a:gd name="connsiteX20276" fmla="*/ 2685669 w 3114960"/>
              <a:gd name="connsiteY20276" fmla="*/ 4645724 h 5143785"/>
              <a:gd name="connsiteX20277" fmla="*/ 2694432 w 3114960"/>
              <a:gd name="connsiteY20277" fmla="*/ 4636961 h 5143785"/>
              <a:gd name="connsiteX20278" fmla="*/ 2703195 w 3114960"/>
              <a:gd name="connsiteY20278" fmla="*/ 4645724 h 5143785"/>
              <a:gd name="connsiteX20279" fmla="*/ 2649569 w 3114960"/>
              <a:gd name="connsiteY20279" fmla="*/ 4645724 h 5143785"/>
              <a:gd name="connsiteX20280" fmla="*/ 2640806 w 3114960"/>
              <a:gd name="connsiteY20280" fmla="*/ 4654487 h 5143785"/>
              <a:gd name="connsiteX20281" fmla="*/ 2632043 w 3114960"/>
              <a:gd name="connsiteY20281" fmla="*/ 4645724 h 5143785"/>
              <a:gd name="connsiteX20282" fmla="*/ 2640806 w 3114960"/>
              <a:gd name="connsiteY20282" fmla="*/ 4636961 h 5143785"/>
              <a:gd name="connsiteX20283" fmla="*/ 2649569 w 3114960"/>
              <a:gd name="connsiteY20283" fmla="*/ 4645724 h 5143785"/>
              <a:gd name="connsiteX20284" fmla="*/ 981456 w 3114960"/>
              <a:gd name="connsiteY20284" fmla="*/ 179737 h 5143785"/>
              <a:gd name="connsiteX20285" fmla="*/ 981456 w 3114960"/>
              <a:gd name="connsiteY20285" fmla="*/ 166973 h 5143785"/>
              <a:gd name="connsiteX20286" fmla="*/ 973931 w 3114960"/>
              <a:gd name="connsiteY20286" fmla="*/ 159449 h 5143785"/>
              <a:gd name="connsiteX20287" fmla="*/ 961168 w 3114960"/>
              <a:gd name="connsiteY20287" fmla="*/ 159449 h 5143785"/>
              <a:gd name="connsiteX20288" fmla="*/ 953643 w 3114960"/>
              <a:gd name="connsiteY20288" fmla="*/ 166973 h 5143785"/>
              <a:gd name="connsiteX20289" fmla="*/ 953643 w 3114960"/>
              <a:gd name="connsiteY20289" fmla="*/ 179737 h 5143785"/>
              <a:gd name="connsiteX20290" fmla="*/ 957834 w 3114960"/>
              <a:gd name="connsiteY20290" fmla="*/ 186404 h 5143785"/>
              <a:gd name="connsiteX20291" fmla="*/ 965454 w 3114960"/>
              <a:gd name="connsiteY20291" fmla="*/ 193453 h 5143785"/>
              <a:gd name="connsiteX20292" fmla="*/ 971074 w 3114960"/>
              <a:gd name="connsiteY20292" fmla="*/ 198406 h 5143785"/>
              <a:gd name="connsiteX20293" fmla="*/ 965454 w 3114960"/>
              <a:gd name="connsiteY20293" fmla="*/ 203359 h 5143785"/>
              <a:gd name="connsiteX20294" fmla="*/ 957263 w 3114960"/>
              <a:gd name="connsiteY20294" fmla="*/ 212598 h 5143785"/>
              <a:gd name="connsiteX20295" fmla="*/ 965454 w 3114960"/>
              <a:gd name="connsiteY20295" fmla="*/ 221837 h 5143785"/>
              <a:gd name="connsiteX20296" fmla="*/ 971074 w 3114960"/>
              <a:gd name="connsiteY20296" fmla="*/ 226790 h 5143785"/>
              <a:gd name="connsiteX20297" fmla="*/ 965454 w 3114960"/>
              <a:gd name="connsiteY20297" fmla="*/ 231743 h 5143785"/>
              <a:gd name="connsiteX20298" fmla="*/ 957263 w 3114960"/>
              <a:gd name="connsiteY20298" fmla="*/ 240887 h 5143785"/>
              <a:gd name="connsiteX20299" fmla="*/ 965454 w 3114960"/>
              <a:gd name="connsiteY20299" fmla="*/ 250127 h 5143785"/>
              <a:gd name="connsiteX20300" fmla="*/ 971074 w 3114960"/>
              <a:gd name="connsiteY20300" fmla="*/ 255080 h 5143785"/>
              <a:gd name="connsiteX20301" fmla="*/ 965454 w 3114960"/>
              <a:gd name="connsiteY20301" fmla="*/ 260033 h 5143785"/>
              <a:gd name="connsiteX20302" fmla="*/ 957263 w 3114960"/>
              <a:gd name="connsiteY20302" fmla="*/ 269177 h 5143785"/>
              <a:gd name="connsiteX20303" fmla="*/ 965454 w 3114960"/>
              <a:gd name="connsiteY20303" fmla="*/ 278321 h 5143785"/>
              <a:gd name="connsiteX20304" fmla="*/ 971074 w 3114960"/>
              <a:gd name="connsiteY20304" fmla="*/ 283274 h 5143785"/>
              <a:gd name="connsiteX20305" fmla="*/ 965454 w 3114960"/>
              <a:gd name="connsiteY20305" fmla="*/ 288227 h 5143785"/>
              <a:gd name="connsiteX20306" fmla="*/ 957263 w 3114960"/>
              <a:gd name="connsiteY20306" fmla="*/ 297371 h 5143785"/>
              <a:gd name="connsiteX20307" fmla="*/ 965454 w 3114960"/>
              <a:gd name="connsiteY20307" fmla="*/ 306514 h 5143785"/>
              <a:gd name="connsiteX20308" fmla="*/ 970979 w 3114960"/>
              <a:gd name="connsiteY20308" fmla="*/ 311468 h 5143785"/>
              <a:gd name="connsiteX20309" fmla="*/ 965359 w 3114960"/>
              <a:gd name="connsiteY20309" fmla="*/ 316421 h 5143785"/>
              <a:gd name="connsiteX20310" fmla="*/ 957167 w 3114960"/>
              <a:gd name="connsiteY20310" fmla="*/ 325564 h 5143785"/>
              <a:gd name="connsiteX20311" fmla="*/ 965359 w 3114960"/>
              <a:gd name="connsiteY20311" fmla="*/ 334709 h 5143785"/>
              <a:gd name="connsiteX20312" fmla="*/ 970979 w 3114960"/>
              <a:gd name="connsiteY20312" fmla="*/ 339662 h 5143785"/>
              <a:gd name="connsiteX20313" fmla="*/ 965359 w 3114960"/>
              <a:gd name="connsiteY20313" fmla="*/ 344614 h 5143785"/>
              <a:gd name="connsiteX20314" fmla="*/ 957167 w 3114960"/>
              <a:gd name="connsiteY20314" fmla="*/ 353759 h 5143785"/>
              <a:gd name="connsiteX20315" fmla="*/ 965359 w 3114960"/>
              <a:gd name="connsiteY20315" fmla="*/ 362903 h 5143785"/>
              <a:gd name="connsiteX20316" fmla="*/ 970979 w 3114960"/>
              <a:gd name="connsiteY20316" fmla="*/ 367856 h 5143785"/>
              <a:gd name="connsiteX20317" fmla="*/ 965359 w 3114960"/>
              <a:gd name="connsiteY20317" fmla="*/ 372809 h 5143785"/>
              <a:gd name="connsiteX20318" fmla="*/ 957167 w 3114960"/>
              <a:gd name="connsiteY20318" fmla="*/ 381953 h 5143785"/>
              <a:gd name="connsiteX20319" fmla="*/ 965359 w 3114960"/>
              <a:gd name="connsiteY20319" fmla="*/ 391097 h 5143785"/>
              <a:gd name="connsiteX20320" fmla="*/ 970979 w 3114960"/>
              <a:gd name="connsiteY20320" fmla="*/ 396050 h 5143785"/>
              <a:gd name="connsiteX20321" fmla="*/ 965359 w 3114960"/>
              <a:gd name="connsiteY20321" fmla="*/ 401003 h 5143785"/>
              <a:gd name="connsiteX20322" fmla="*/ 957167 w 3114960"/>
              <a:gd name="connsiteY20322" fmla="*/ 410147 h 5143785"/>
              <a:gd name="connsiteX20323" fmla="*/ 957548 w 3114960"/>
              <a:gd name="connsiteY20323" fmla="*/ 410147 h 5143785"/>
              <a:gd name="connsiteX20324" fmla="*/ 954691 w 3114960"/>
              <a:gd name="connsiteY20324" fmla="*/ 417767 h 5143785"/>
              <a:gd name="connsiteX20325" fmla="*/ 967359 w 3114960"/>
              <a:gd name="connsiteY20325" fmla="*/ 430435 h 5143785"/>
              <a:gd name="connsiteX20326" fmla="*/ 980027 w 3114960"/>
              <a:gd name="connsiteY20326" fmla="*/ 417767 h 5143785"/>
              <a:gd name="connsiteX20327" fmla="*/ 967550 w 3114960"/>
              <a:gd name="connsiteY20327" fmla="*/ 405098 h 5143785"/>
              <a:gd name="connsiteX20328" fmla="*/ 975646 w 3114960"/>
              <a:gd name="connsiteY20328" fmla="*/ 395954 h 5143785"/>
              <a:gd name="connsiteX20329" fmla="*/ 967454 w 3114960"/>
              <a:gd name="connsiteY20329" fmla="*/ 386810 h 5143785"/>
              <a:gd name="connsiteX20330" fmla="*/ 961930 w 3114960"/>
              <a:gd name="connsiteY20330" fmla="*/ 381857 h 5143785"/>
              <a:gd name="connsiteX20331" fmla="*/ 967454 w 3114960"/>
              <a:gd name="connsiteY20331" fmla="*/ 376904 h 5143785"/>
              <a:gd name="connsiteX20332" fmla="*/ 975646 w 3114960"/>
              <a:gd name="connsiteY20332" fmla="*/ 367760 h 5143785"/>
              <a:gd name="connsiteX20333" fmla="*/ 967454 w 3114960"/>
              <a:gd name="connsiteY20333" fmla="*/ 358616 h 5143785"/>
              <a:gd name="connsiteX20334" fmla="*/ 961930 w 3114960"/>
              <a:gd name="connsiteY20334" fmla="*/ 353663 h 5143785"/>
              <a:gd name="connsiteX20335" fmla="*/ 967454 w 3114960"/>
              <a:gd name="connsiteY20335" fmla="*/ 348710 h 5143785"/>
              <a:gd name="connsiteX20336" fmla="*/ 975646 w 3114960"/>
              <a:gd name="connsiteY20336" fmla="*/ 339566 h 5143785"/>
              <a:gd name="connsiteX20337" fmla="*/ 967454 w 3114960"/>
              <a:gd name="connsiteY20337" fmla="*/ 330422 h 5143785"/>
              <a:gd name="connsiteX20338" fmla="*/ 961930 w 3114960"/>
              <a:gd name="connsiteY20338" fmla="*/ 325469 h 5143785"/>
              <a:gd name="connsiteX20339" fmla="*/ 967454 w 3114960"/>
              <a:gd name="connsiteY20339" fmla="*/ 320516 h 5143785"/>
              <a:gd name="connsiteX20340" fmla="*/ 975646 w 3114960"/>
              <a:gd name="connsiteY20340" fmla="*/ 311372 h 5143785"/>
              <a:gd name="connsiteX20341" fmla="*/ 967454 w 3114960"/>
              <a:gd name="connsiteY20341" fmla="*/ 302228 h 5143785"/>
              <a:gd name="connsiteX20342" fmla="*/ 961930 w 3114960"/>
              <a:gd name="connsiteY20342" fmla="*/ 297275 h 5143785"/>
              <a:gd name="connsiteX20343" fmla="*/ 967454 w 3114960"/>
              <a:gd name="connsiteY20343" fmla="*/ 292322 h 5143785"/>
              <a:gd name="connsiteX20344" fmla="*/ 975646 w 3114960"/>
              <a:gd name="connsiteY20344" fmla="*/ 283178 h 5143785"/>
              <a:gd name="connsiteX20345" fmla="*/ 967454 w 3114960"/>
              <a:gd name="connsiteY20345" fmla="*/ 274034 h 5143785"/>
              <a:gd name="connsiteX20346" fmla="*/ 961930 w 3114960"/>
              <a:gd name="connsiteY20346" fmla="*/ 269081 h 5143785"/>
              <a:gd name="connsiteX20347" fmla="*/ 967454 w 3114960"/>
              <a:gd name="connsiteY20347" fmla="*/ 264128 h 5143785"/>
              <a:gd name="connsiteX20348" fmla="*/ 975646 w 3114960"/>
              <a:gd name="connsiteY20348" fmla="*/ 254984 h 5143785"/>
              <a:gd name="connsiteX20349" fmla="*/ 967454 w 3114960"/>
              <a:gd name="connsiteY20349" fmla="*/ 245840 h 5143785"/>
              <a:gd name="connsiteX20350" fmla="*/ 961930 w 3114960"/>
              <a:gd name="connsiteY20350" fmla="*/ 240887 h 5143785"/>
              <a:gd name="connsiteX20351" fmla="*/ 967454 w 3114960"/>
              <a:gd name="connsiteY20351" fmla="*/ 235934 h 5143785"/>
              <a:gd name="connsiteX20352" fmla="*/ 975646 w 3114960"/>
              <a:gd name="connsiteY20352" fmla="*/ 226790 h 5143785"/>
              <a:gd name="connsiteX20353" fmla="*/ 967454 w 3114960"/>
              <a:gd name="connsiteY20353" fmla="*/ 217551 h 5143785"/>
              <a:gd name="connsiteX20354" fmla="*/ 961930 w 3114960"/>
              <a:gd name="connsiteY20354" fmla="*/ 212598 h 5143785"/>
              <a:gd name="connsiteX20355" fmla="*/ 967454 w 3114960"/>
              <a:gd name="connsiteY20355" fmla="*/ 207645 h 5143785"/>
              <a:gd name="connsiteX20356" fmla="*/ 975646 w 3114960"/>
              <a:gd name="connsiteY20356" fmla="*/ 198406 h 5143785"/>
              <a:gd name="connsiteX20357" fmla="*/ 967454 w 3114960"/>
              <a:gd name="connsiteY20357" fmla="*/ 189167 h 5143785"/>
              <a:gd name="connsiteX20358" fmla="*/ 964025 w 3114960"/>
              <a:gd name="connsiteY20358" fmla="*/ 187166 h 5143785"/>
              <a:gd name="connsiteX20359" fmla="*/ 973646 w 3114960"/>
              <a:gd name="connsiteY20359" fmla="*/ 187166 h 5143785"/>
              <a:gd name="connsiteX20360" fmla="*/ 981170 w 3114960"/>
              <a:gd name="connsiteY20360" fmla="*/ 179642 h 5143785"/>
              <a:gd name="connsiteX20361" fmla="*/ 961168 w 3114960"/>
              <a:gd name="connsiteY20361" fmla="*/ 183452 h 5143785"/>
              <a:gd name="connsiteX20362" fmla="*/ 957358 w 3114960"/>
              <a:gd name="connsiteY20362" fmla="*/ 179642 h 5143785"/>
              <a:gd name="connsiteX20363" fmla="*/ 957358 w 3114960"/>
              <a:gd name="connsiteY20363" fmla="*/ 166878 h 5143785"/>
              <a:gd name="connsiteX20364" fmla="*/ 961168 w 3114960"/>
              <a:gd name="connsiteY20364" fmla="*/ 163068 h 5143785"/>
              <a:gd name="connsiteX20365" fmla="*/ 973931 w 3114960"/>
              <a:gd name="connsiteY20365" fmla="*/ 163068 h 5143785"/>
              <a:gd name="connsiteX20366" fmla="*/ 977741 w 3114960"/>
              <a:gd name="connsiteY20366" fmla="*/ 166878 h 5143785"/>
              <a:gd name="connsiteX20367" fmla="*/ 977741 w 3114960"/>
              <a:gd name="connsiteY20367" fmla="*/ 179642 h 5143785"/>
              <a:gd name="connsiteX20368" fmla="*/ 973931 w 3114960"/>
              <a:gd name="connsiteY20368" fmla="*/ 183452 h 5143785"/>
              <a:gd name="connsiteX20369" fmla="*/ 961168 w 3114960"/>
              <a:gd name="connsiteY20369" fmla="*/ 183452 h 5143785"/>
              <a:gd name="connsiteX20370" fmla="*/ 839724 w 3114960"/>
              <a:gd name="connsiteY20370" fmla="*/ 455771 h 5143785"/>
              <a:gd name="connsiteX20371" fmla="*/ 825056 w 3114960"/>
              <a:gd name="connsiteY20371" fmla="*/ 450914 h 5143785"/>
              <a:gd name="connsiteX20372" fmla="*/ 819626 w 3114960"/>
              <a:gd name="connsiteY20372" fmla="*/ 457295 h 5143785"/>
              <a:gd name="connsiteX20373" fmla="*/ 820293 w 3114960"/>
              <a:gd name="connsiteY20373" fmla="*/ 465677 h 5143785"/>
              <a:gd name="connsiteX20374" fmla="*/ 826675 w 3114960"/>
              <a:gd name="connsiteY20374" fmla="*/ 471107 h 5143785"/>
              <a:gd name="connsiteX20375" fmla="*/ 830104 w 3114960"/>
              <a:gd name="connsiteY20375" fmla="*/ 471678 h 5143785"/>
              <a:gd name="connsiteX20376" fmla="*/ 835057 w 3114960"/>
              <a:gd name="connsiteY20376" fmla="*/ 470535 h 5143785"/>
              <a:gd name="connsiteX20377" fmla="*/ 840677 w 3114960"/>
              <a:gd name="connsiteY20377" fmla="*/ 463010 h 5143785"/>
              <a:gd name="connsiteX20378" fmla="*/ 967740 w 3114960"/>
              <a:gd name="connsiteY20378" fmla="*/ 463582 h 5143785"/>
              <a:gd name="connsiteX20379" fmla="*/ 1011936 w 3114960"/>
              <a:gd name="connsiteY20379" fmla="*/ 425291 h 5143785"/>
              <a:gd name="connsiteX20380" fmla="*/ 1012508 w 3114960"/>
              <a:gd name="connsiteY20380" fmla="*/ 342710 h 5143785"/>
              <a:gd name="connsiteX20381" fmla="*/ 1014508 w 3114960"/>
              <a:gd name="connsiteY20381" fmla="*/ 341948 h 5143785"/>
              <a:gd name="connsiteX20382" fmla="*/ 1019937 w 3114960"/>
              <a:gd name="connsiteY20382" fmla="*/ 335566 h 5143785"/>
              <a:gd name="connsiteX20383" fmla="*/ 1019270 w 3114960"/>
              <a:gd name="connsiteY20383" fmla="*/ 327184 h 5143785"/>
              <a:gd name="connsiteX20384" fmla="*/ 1012889 w 3114960"/>
              <a:gd name="connsiteY20384" fmla="*/ 321755 h 5143785"/>
              <a:gd name="connsiteX20385" fmla="*/ 1004507 w 3114960"/>
              <a:gd name="connsiteY20385" fmla="*/ 322421 h 5143785"/>
              <a:gd name="connsiteX20386" fmla="*/ 999649 w 3114960"/>
              <a:gd name="connsiteY20386" fmla="*/ 337090 h 5143785"/>
              <a:gd name="connsiteX20387" fmla="*/ 1007554 w 3114960"/>
              <a:gd name="connsiteY20387" fmla="*/ 342805 h 5143785"/>
              <a:gd name="connsiteX20388" fmla="*/ 1006983 w 3114960"/>
              <a:gd name="connsiteY20388" fmla="*/ 423005 h 5143785"/>
              <a:gd name="connsiteX20389" fmla="*/ 965740 w 3114960"/>
              <a:gd name="connsiteY20389" fmla="*/ 458724 h 5143785"/>
              <a:gd name="connsiteX20390" fmla="*/ 840296 w 3114960"/>
              <a:gd name="connsiteY20390" fmla="*/ 458153 h 5143785"/>
              <a:gd name="connsiteX20391" fmla="*/ 839629 w 3114960"/>
              <a:gd name="connsiteY20391" fmla="*/ 455676 h 5143785"/>
              <a:gd name="connsiteX20392" fmla="*/ 832771 w 3114960"/>
              <a:gd name="connsiteY20392" fmla="*/ 466154 h 5143785"/>
              <a:gd name="connsiteX20393" fmla="*/ 828008 w 3114960"/>
              <a:gd name="connsiteY20393" fmla="*/ 466535 h 5143785"/>
              <a:gd name="connsiteX20394" fmla="*/ 824389 w 3114960"/>
              <a:gd name="connsiteY20394" fmla="*/ 463487 h 5143785"/>
              <a:gd name="connsiteX20395" fmla="*/ 824008 w 3114960"/>
              <a:gd name="connsiteY20395" fmla="*/ 458724 h 5143785"/>
              <a:gd name="connsiteX20396" fmla="*/ 827056 w 3114960"/>
              <a:gd name="connsiteY20396" fmla="*/ 455105 h 5143785"/>
              <a:gd name="connsiteX20397" fmla="*/ 829818 w 3114960"/>
              <a:gd name="connsiteY20397" fmla="*/ 454438 h 5143785"/>
              <a:gd name="connsiteX20398" fmla="*/ 835343 w 3114960"/>
              <a:gd name="connsiteY20398" fmla="*/ 457867 h 5143785"/>
              <a:gd name="connsiteX20399" fmla="*/ 832580 w 3114960"/>
              <a:gd name="connsiteY20399" fmla="*/ 466154 h 5143785"/>
              <a:gd name="connsiteX20400" fmla="*/ 1003935 w 3114960"/>
              <a:gd name="connsiteY20400" fmla="*/ 334899 h 5143785"/>
              <a:gd name="connsiteX20401" fmla="*/ 1006697 w 3114960"/>
              <a:gd name="connsiteY20401" fmla="*/ 326612 h 5143785"/>
              <a:gd name="connsiteX20402" fmla="*/ 1009460 w 3114960"/>
              <a:gd name="connsiteY20402" fmla="*/ 325946 h 5143785"/>
              <a:gd name="connsiteX20403" fmla="*/ 1011365 w 3114960"/>
              <a:gd name="connsiteY20403" fmla="*/ 326231 h 5143785"/>
              <a:gd name="connsiteX20404" fmla="*/ 1014984 w 3114960"/>
              <a:gd name="connsiteY20404" fmla="*/ 329279 h 5143785"/>
              <a:gd name="connsiteX20405" fmla="*/ 1015365 w 3114960"/>
              <a:gd name="connsiteY20405" fmla="*/ 334042 h 5143785"/>
              <a:gd name="connsiteX20406" fmla="*/ 1012317 w 3114960"/>
              <a:gd name="connsiteY20406" fmla="*/ 337661 h 5143785"/>
              <a:gd name="connsiteX20407" fmla="*/ 1004030 w 3114960"/>
              <a:gd name="connsiteY20407" fmla="*/ 334899 h 5143785"/>
              <a:gd name="connsiteX20408" fmla="*/ 2676430 w 3114960"/>
              <a:gd name="connsiteY20408" fmla="*/ 4645724 h 5143785"/>
              <a:gd name="connsiteX20409" fmla="*/ 2667667 w 3114960"/>
              <a:gd name="connsiteY20409" fmla="*/ 4654487 h 5143785"/>
              <a:gd name="connsiteX20410" fmla="*/ 2658904 w 3114960"/>
              <a:gd name="connsiteY20410" fmla="*/ 4645724 h 5143785"/>
              <a:gd name="connsiteX20411" fmla="*/ 2667667 w 3114960"/>
              <a:gd name="connsiteY20411" fmla="*/ 4636961 h 5143785"/>
              <a:gd name="connsiteX20412" fmla="*/ 2676430 w 3114960"/>
              <a:gd name="connsiteY20412" fmla="*/ 4645724 h 5143785"/>
              <a:gd name="connsiteX20413" fmla="*/ 2733294 w 3114960"/>
              <a:gd name="connsiteY20413" fmla="*/ 4614863 h 5143785"/>
              <a:gd name="connsiteX20414" fmla="*/ 2742057 w 3114960"/>
              <a:gd name="connsiteY20414" fmla="*/ 4623626 h 5143785"/>
              <a:gd name="connsiteX20415" fmla="*/ 2733294 w 3114960"/>
              <a:gd name="connsiteY20415" fmla="*/ 4632389 h 5143785"/>
              <a:gd name="connsiteX20416" fmla="*/ 2724531 w 3114960"/>
              <a:gd name="connsiteY20416" fmla="*/ 4623626 h 5143785"/>
              <a:gd name="connsiteX20417" fmla="*/ 2733294 w 3114960"/>
              <a:gd name="connsiteY20417" fmla="*/ 4614863 h 5143785"/>
              <a:gd name="connsiteX20418" fmla="*/ 899922 w 3114960"/>
              <a:gd name="connsiteY20418" fmla="*/ 50292 h 5143785"/>
              <a:gd name="connsiteX20419" fmla="*/ 1012412 w 3114960"/>
              <a:gd name="connsiteY20419" fmla="*/ 50292 h 5143785"/>
              <a:gd name="connsiteX20420" fmla="*/ 1026795 w 3114960"/>
              <a:gd name="connsiteY20420" fmla="*/ 67437 h 5143785"/>
              <a:gd name="connsiteX20421" fmla="*/ 1024319 w 3114960"/>
              <a:gd name="connsiteY20421" fmla="*/ 74676 h 5143785"/>
              <a:gd name="connsiteX20422" fmla="*/ 1037177 w 3114960"/>
              <a:gd name="connsiteY20422" fmla="*/ 87535 h 5143785"/>
              <a:gd name="connsiteX20423" fmla="*/ 1050036 w 3114960"/>
              <a:gd name="connsiteY20423" fmla="*/ 74676 h 5143785"/>
              <a:gd name="connsiteX20424" fmla="*/ 1037177 w 3114960"/>
              <a:gd name="connsiteY20424" fmla="*/ 61817 h 5143785"/>
              <a:gd name="connsiteX20425" fmla="*/ 1030319 w 3114960"/>
              <a:gd name="connsiteY20425" fmla="*/ 64103 h 5143785"/>
              <a:gd name="connsiteX20426" fmla="*/ 1014698 w 3114960"/>
              <a:gd name="connsiteY20426" fmla="*/ 45530 h 5143785"/>
              <a:gd name="connsiteX20427" fmla="*/ 902399 w 3114960"/>
              <a:gd name="connsiteY20427" fmla="*/ 45530 h 5143785"/>
              <a:gd name="connsiteX20428" fmla="*/ 888206 w 3114960"/>
              <a:gd name="connsiteY20428" fmla="*/ 26194 h 5143785"/>
              <a:gd name="connsiteX20429" fmla="*/ 791909 w 3114960"/>
              <a:gd name="connsiteY20429" fmla="*/ 26194 h 5143785"/>
              <a:gd name="connsiteX20430" fmla="*/ 779526 w 3114960"/>
              <a:gd name="connsiteY20430" fmla="*/ 15716 h 5143785"/>
              <a:gd name="connsiteX20431" fmla="*/ 766667 w 3114960"/>
              <a:gd name="connsiteY20431" fmla="*/ 28575 h 5143785"/>
              <a:gd name="connsiteX20432" fmla="*/ 779526 w 3114960"/>
              <a:gd name="connsiteY20432" fmla="*/ 41434 h 5143785"/>
              <a:gd name="connsiteX20433" fmla="*/ 791909 w 3114960"/>
              <a:gd name="connsiteY20433" fmla="*/ 30956 h 5143785"/>
              <a:gd name="connsiteX20434" fmla="*/ 885825 w 3114960"/>
              <a:gd name="connsiteY20434" fmla="*/ 30956 h 5143785"/>
              <a:gd name="connsiteX20435" fmla="*/ 900017 w 3114960"/>
              <a:gd name="connsiteY20435" fmla="*/ 50292 h 5143785"/>
              <a:gd name="connsiteX20436" fmla="*/ 1037082 w 3114960"/>
              <a:gd name="connsiteY20436" fmla="*/ 66675 h 5143785"/>
              <a:gd name="connsiteX20437" fmla="*/ 1045178 w 3114960"/>
              <a:gd name="connsiteY20437" fmla="*/ 74771 h 5143785"/>
              <a:gd name="connsiteX20438" fmla="*/ 1037082 w 3114960"/>
              <a:gd name="connsiteY20438" fmla="*/ 82867 h 5143785"/>
              <a:gd name="connsiteX20439" fmla="*/ 1028986 w 3114960"/>
              <a:gd name="connsiteY20439" fmla="*/ 74771 h 5143785"/>
              <a:gd name="connsiteX20440" fmla="*/ 1037082 w 3114960"/>
              <a:gd name="connsiteY20440" fmla="*/ 66675 h 5143785"/>
              <a:gd name="connsiteX20441" fmla="*/ 779526 w 3114960"/>
              <a:gd name="connsiteY20441" fmla="*/ 36767 h 5143785"/>
              <a:gd name="connsiteX20442" fmla="*/ 771430 w 3114960"/>
              <a:gd name="connsiteY20442" fmla="*/ 28670 h 5143785"/>
              <a:gd name="connsiteX20443" fmla="*/ 779526 w 3114960"/>
              <a:gd name="connsiteY20443" fmla="*/ 20574 h 5143785"/>
              <a:gd name="connsiteX20444" fmla="*/ 787622 w 3114960"/>
              <a:gd name="connsiteY20444" fmla="*/ 28670 h 5143785"/>
              <a:gd name="connsiteX20445" fmla="*/ 779526 w 3114960"/>
              <a:gd name="connsiteY20445" fmla="*/ 36767 h 5143785"/>
              <a:gd name="connsiteX20446" fmla="*/ 2680716 w 3114960"/>
              <a:gd name="connsiteY20446" fmla="*/ 4614863 h 5143785"/>
              <a:gd name="connsiteX20447" fmla="*/ 2689479 w 3114960"/>
              <a:gd name="connsiteY20447" fmla="*/ 4623626 h 5143785"/>
              <a:gd name="connsiteX20448" fmla="*/ 2680716 w 3114960"/>
              <a:gd name="connsiteY20448" fmla="*/ 4632389 h 5143785"/>
              <a:gd name="connsiteX20449" fmla="*/ 2671953 w 3114960"/>
              <a:gd name="connsiteY20449" fmla="*/ 4623626 h 5143785"/>
              <a:gd name="connsiteX20450" fmla="*/ 2680716 w 3114960"/>
              <a:gd name="connsiteY20450" fmla="*/ 4614863 h 5143785"/>
              <a:gd name="connsiteX20451" fmla="*/ 2685669 w 3114960"/>
              <a:gd name="connsiteY20451" fmla="*/ 4602576 h 5143785"/>
              <a:gd name="connsiteX20452" fmla="*/ 2694432 w 3114960"/>
              <a:gd name="connsiteY20452" fmla="*/ 4593812 h 5143785"/>
              <a:gd name="connsiteX20453" fmla="*/ 2703195 w 3114960"/>
              <a:gd name="connsiteY20453" fmla="*/ 4602576 h 5143785"/>
              <a:gd name="connsiteX20454" fmla="*/ 2694432 w 3114960"/>
              <a:gd name="connsiteY20454" fmla="*/ 4611338 h 5143785"/>
              <a:gd name="connsiteX20455" fmla="*/ 2685669 w 3114960"/>
              <a:gd name="connsiteY20455" fmla="*/ 4602576 h 5143785"/>
              <a:gd name="connsiteX20456" fmla="*/ 2707481 w 3114960"/>
              <a:gd name="connsiteY20456" fmla="*/ 4614863 h 5143785"/>
              <a:gd name="connsiteX20457" fmla="*/ 2716244 w 3114960"/>
              <a:gd name="connsiteY20457" fmla="*/ 4623626 h 5143785"/>
              <a:gd name="connsiteX20458" fmla="*/ 2707481 w 3114960"/>
              <a:gd name="connsiteY20458" fmla="*/ 4632389 h 5143785"/>
              <a:gd name="connsiteX20459" fmla="*/ 2698718 w 3114960"/>
              <a:gd name="connsiteY20459" fmla="*/ 4623626 h 5143785"/>
              <a:gd name="connsiteX20460" fmla="*/ 2707481 w 3114960"/>
              <a:gd name="connsiteY20460" fmla="*/ 4614863 h 5143785"/>
              <a:gd name="connsiteX20461" fmla="*/ 2712530 w 3114960"/>
              <a:gd name="connsiteY20461" fmla="*/ 4602576 h 5143785"/>
              <a:gd name="connsiteX20462" fmla="*/ 2721293 w 3114960"/>
              <a:gd name="connsiteY20462" fmla="*/ 4593812 h 5143785"/>
              <a:gd name="connsiteX20463" fmla="*/ 2730055 w 3114960"/>
              <a:gd name="connsiteY20463" fmla="*/ 4602576 h 5143785"/>
              <a:gd name="connsiteX20464" fmla="*/ 2721293 w 3114960"/>
              <a:gd name="connsiteY20464" fmla="*/ 4611338 h 5143785"/>
              <a:gd name="connsiteX20465" fmla="*/ 2712530 w 3114960"/>
              <a:gd name="connsiteY20465" fmla="*/ 4602576 h 5143785"/>
              <a:gd name="connsiteX20466" fmla="*/ 1025557 w 3114960"/>
              <a:gd name="connsiteY20466" fmla="*/ 206883 h 5143785"/>
              <a:gd name="connsiteX20467" fmla="*/ 1025557 w 3114960"/>
              <a:gd name="connsiteY20467" fmla="*/ 150590 h 5143785"/>
              <a:gd name="connsiteX20468" fmla="*/ 985171 w 3114960"/>
              <a:gd name="connsiteY20468" fmla="*/ 107823 h 5143785"/>
              <a:gd name="connsiteX20469" fmla="*/ 986028 w 3114960"/>
              <a:gd name="connsiteY20469" fmla="*/ 98108 h 5143785"/>
              <a:gd name="connsiteX20470" fmla="*/ 973455 w 3114960"/>
              <a:gd name="connsiteY20470" fmla="*/ 94012 h 5143785"/>
              <a:gd name="connsiteX20471" fmla="*/ 969359 w 3114960"/>
              <a:gd name="connsiteY20471" fmla="*/ 106585 h 5143785"/>
              <a:gd name="connsiteX20472" fmla="*/ 981551 w 3114960"/>
              <a:gd name="connsiteY20472" fmla="*/ 110871 h 5143785"/>
              <a:gd name="connsiteX20473" fmla="*/ 1020890 w 3114960"/>
              <a:gd name="connsiteY20473" fmla="*/ 152495 h 5143785"/>
              <a:gd name="connsiteX20474" fmla="*/ 1020890 w 3114960"/>
              <a:gd name="connsiteY20474" fmla="*/ 205169 h 5143785"/>
              <a:gd name="connsiteX20475" fmla="*/ 1005935 w 3114960"/>
              <a:gd name="connsiteY20475" fmla="*/ 223266 h 5143785"/>
              <a:gd name="connsiteX20476" fmla="*/ 1005935 w 3114960"/>
              <a:gd name="connsiteY20476" fmla="*/ 286798 h 5143785"/>
              <a:gd name="connsiteX20477" fmla="*/ 1003364 w 3114960"/>
              <a:gd name="connsiteY20477" fmla="*/ 287560 h 5143785"/>
              <a:gd name="connsiteX20478" fmla="*/ 998506 w 3114960"/>
              <a:gd name="connsiteY20478" fmla="*/ 302228 h 5143785"/>
              <a:gd name="connsiteX20479" fmla="*/ 1004888 w 3114960"/>
              <a:gd name="connsiteY20479" fmla="*/ 307658 h 5143785"/>
              <a:gd name="connsiteX20480" fmla="*/ 1008317 w 3114960"/>
              <a:gd name="connsiteY20480" fmla="*/ 308229 h 5143785"/>
              <a:gd name="connsiteX20481" fmla="*/ 1013270 w 3114960"/>
              <a:gd name="connsiteY20481" fmla="*/ 307086 h 5143785"/>
              <a:gd name="connsiteX20482" fmla="*/ 1018127 w 3114960"/>
              <a:gd name="connsiteY20482" fmla="*/ 292418 h 5143785"/>
              <a:gd name="connsiteX20483" fmla="*/ 1011746 w 3114960"/>
              <a:gd name="connsiteY20483" fmla="*/ 286988 h 5143785"/>
              <a:gd name="connsiteX20484" fmla="*/ 1010698 w 3114960"/>
              <a:gd name="connsiteY20484" fmla="*/ 286893 h 5143785"/>
              <a:gd name="connsiteX20485" fmla="*/ 1010698 w 3114960"/>
              <a:gd name="connsiteY20485" fmla="*/ 225076 h 5143785"/>
              <a:gd name="connsiteX20486" fmla="*/ 1025652 w 3114960"/>
              <a:gd name="connsiteY20486" fmla="*/ 206978 h 5143785"/>
              <a:gd name="connsiteX20487" fmla="*/ 1013651 w 3114960"/>
              <a:gd name="connsiteY20487" fmla="*/ 294513 h 5143785"/>
              <a:gd name="connsiteX20488" fmla="*/ 1010888 w 3114960"/>
              <a:gd name="connsiteY20488" fmla="*/ 302800 h 5143785"/>
              <a:gd name="connsiteX20489" fmla="*/ 1002602 w 3114960"/>
              <a:gd name="connsiteY20489" fmla="*/ 300038 h 5143785"/>
              <a:gd name="connsiteX20490" fmla="*/ 1005364 w 3114960"/>
              <a:gd name="connsiteY20490" fmla="*/ 291751 h 5143785"/>
              <a:gd name="connsiteX20491" fmla="*/ 1008126 w 3114960"/>
              <a:gd name="connsiteY20491" fmla="*/ 291084 h 5143785"/>
              <a:gd name="connsiteX20492" fmla="*/ 1010031 w 3114960"/>
              <a:gd name="connsiteY20492" fmla="*/ 291370 h 5143785"/>
              <a:gd name="connsiteX20493" fmla="*/ 1013651 w 3114960"/>
              <a:gd name="connsiteY20493" fmla="*/ 294418 h 5143785"/>
              <a:gd name="connsiteX20494" fmla="*/ 1050893 w 3114960"/>
              <a:gd name="connsiteY20494" fmla="*/ 164973 h 5143785"/>
              <a:gd name="connsiteX20495" fmla="*/ 1058609 w 3114960"/>
              <a:gd name="connsiteY20495" fmla="*/ 157639 h 5143785"/>
              <a:gd name="connsiteX20496" fmla="*/ 1062514 w 3114960"/>
              <a:gd name="connsiteY20496" fmla="*/ 148590 h 5143785"/>
              <a:gd name="connsiteX20497" fmla="*/ 1049846 w 3114960"/>
              <a:gd name="connsiteY20497" fmla="*/ 135922 h 5143785"/>
              <a:gd name="connsiteX20498" fmla="*/ 1037177 w 3114960"/>
              <a:gd name="connsiteY20498" fmla="*/ 148590 h 5143785"/>
              <a:gd name="connsiteX20499" fmla="*/ 1048322 w 3114960"/>
              <a:gd name="connsiteY20499" fmla="*/ 160973 h 5143785"/>
              <a:gd name="connsiteX20500" fmla="*/ 1040606 w 3114960"/>
              <a:gd name="connsiteY20500" fmla="*/ 169926 h 5143785"/>
              <a:gd name="connsiteX20501" fmla="*/ 1048798 w 3114960"/>
              <a:gd name="connsiteY20501" fmla="*/ 179070 h 5143785"/>
              <a:gd name="connsiteX20502" fmla="*/ 1054418 w 3114960"/>
              <a:gd name="connsiteY20502" fmla="*/ 184023 h 5143785"/>
              <a:gd name="connsiteX20503" fmla="*/ 1048798 w 3114960"/>
              <a:gd name="connsiteY20503" fmla="*/ 188976 h 5143785"/>
              <a:gd name="connsiteX20504" fmla="*/ 1040606 w 3114960"/>
              <a:gd name="connsiteY20504" fmla="*/ 198120 h 5143785"/>
              <a:gd name="connsiteX20505" fmla="*/ 1048798 w 3114960"/>
              <a:gd name="connsiteY20505" fmla="*/ 207264 h 5143785"/>
              <a:gd name="connsiteX20506" fmla="*/ 1054418 w 3114960"/>
              <a:gd name="connsiteY20506" fmla="*/ 212217 h 5143785"/>
              <a:gd name="connsiteX20507" fmla="*/ 1048798 w 3114960"/>
              <a:gd name="connsiteY20507" fmla="*/ 217170 h 5143785"/>
              <a:gd name="connsiteX20508" fmla="*/ 1040606 w 3114960"/>
              <a:gd name="connsiteY20508" fmla="*/ 226314 h 5143785"/>
              <a:gd name="connsiteX20509" fmla="*/ 1048798 w 3114960"/>
              <a:gd name="connsiteY20509" fmla="*/ 235458 h 5143785"/>
              <a:gd name="connsiteX20510" fmla="*/ 1054322 w 3114960"/>
              <a:gd name="connsiteY20510" fmla="*/ 240411 h 5143785"/>
              <a:gd name="connsiteX20511" fmla="*/ 1048798 w 3114960"/>
              <a:gd name="connsiteY20511" fmla="*/ 245364 h 5143785"/>
              <a:gd name="connsiteX20512" fmla="*/ 1040606 w 3114960"/>
              <a:gd name="connsiteY20512" fmla="*/ 254508 h 5143785"/>
              <a:gd name="connsiteX20513" fmla="*/ 1048798 w 3114960"/>
              <a:gd name="connsiteY20513" fmla="*/ 263652 h 5143785"/>
              <a:gd name="connsiteX20514" fmla="*/ 1054322 w 3114960"/>
              <a:gd name="connsiteY20514" fmla="*/ 268605 h 5143785"/>
              <a:gd name="connsiteX20515" fmla="*/ 1048703 w 3114960"/>
              <a:gd name="connsiteY20515" fmla="*/ 273558 h 5143785"/>
              <a:gd name="connsiteX20516" fmla="*/ 1040511 w 3114960"/>
              <a:gd name="connsiteY20516" fmla="*/ 282702 h 5143785"/>
              <a:gd name="connsiteX20517" fmla="*/ 1048703 w 3114960"/>
              <a:gd name="connsiteY20517" fmla="*/ 291846 h 5143785"/>
              <a:gd name="connsiteX20518" fmla="*/ 1054322 w 3114960"/>
              <a:gd name="connsiteY20518" fmla="*/ 296799 h 5143785"/>
              <a:gd name="connsiteX20519" fmla="*/ 1048703 w 3114960"/>
              <a:gd name="connsiteY20519" fmla="*/ 301752 h 5143785"/>
              <a:gd name="connsiteX20520" fmla="*/ 1040511 w 3114960"/>
              <a:gd name="connsiteY20520" fmla="*/ 310896 h 5143785"/>
              <a:gd name="connsiteX20521" fmla="*/ 1048703 w 3114960"/>
              <a:gd name="connsiteY20521" fmla="*/ 320040 h 5143785"/>
              <a:gd name="connsiteX20522" fmla="*/ 1054322 w 3114960"/>
              <a:gd name="connsiteY20522" fmla="*/ 324993 h 5143785"/>
              <a:gd name="connsiteX20523" fmla="*/ 1048703 w 3114960"/>
              <a:gd name="connsiteY20523" fmla="*/ 329946 h 5143785"/>
              <a:gd name="connsiteX20524" fmla="*/ 1040511 w 3114960"/>
              <a:gd name="connsiteY20524" fmla="*/ 339090 h 5143785"/>
              <a:gd name="connsiteX20525" fmla="*/ 1048703 w 3114960"/>
              <a:gd name="connsiteY20525" fmla="*/ 348329 h 5143785"/>
              <a:gd name="connsiteX20526" fmla="*/ 1054322 w 3114960"/>
              <a:gd name="connsiteY20526" fmla="*/ 353282 h 5143785"/>
              <a:gd name="connsiteX20527" fmla="*/ 1048703 w 3114960"/>
              <a:gd name="connsiteY20527" fmla="*/ 358235 h 5143785"/>
              <a:gd name="connsiteX20528" fmla="*/ 1040511 w 3114960"/>
              <a:gd name="connsiteY20528" fmla="*/ 367475 h 5143785"/>
              <a:gd name="connsiteX20529" fmla="*/ 1048703 w 3114960"/>
              <a:gd name="connsiteY20529" fmla="*/ 376714 h 5143785"/>
              <a:gd name="connsiteX20530" fmla="*/ 1052132 w 3114960"/>
              <a:gd name="connsiteY20530" fmla="*/ 378714 h 5143785"/>
              <a:gd name="connsiteX20531" fmla="*/ 1045464 w 3114960"/>
              <a:gd name="connsiteY20531" fmla="*/ 378714 h 5143785"/>
              <a:gd name="connsiteX20532" fmla="*/ 1039082 w 3114960"/>
              <a:gd name="connsiteY20532" fmla="*/ 385096 h 5143785"/>
              <a:gd name="connsiteX20533" fmla="*/ 1039082 w 3114960"/>
              <a:gd name="connsiteY20533" fmla="*/ 395954 h 5143785"/>
              <a:gd name="connsiteX20534" fmla="*/ 1045464 w 3114960"/>
              <a:gd name="connsiteY20534" fmla="*/ 402336 h 5143785"/>
              <a:gd name="connsiteX20535" fmla="*/ 1056323 w 3114960"/>
              <a:gd name="connsiteY20535" fmla="*/ 402336 h 5143785"/>
              <a:gd name="connsiteX20536" fmla="*/ 1062704 w 3114960"/>
              <a:gd name="connsiteY20536" fmla="*/ 395954 h 5143785"/>
              <a:gd name="connsiteX20537" fmla="*/ 1062704 w 3114960"/>
              <a:gd name="connsiteY20537" fmla="*/ 385096 h 5143785"/>
              <a:gd name="connsiteX20538" fmla="*/ 1058513 w 3114960"/>
              <a:gd name="connsiteY20538" fmla="*/ 379190 h 5143785"/>
              <a:gd name="connsiteX20539" fmla="*/ 1050989 w 3114960"/>
              <a:gd name="connsiteY20539" fmla="*/ 372523 h 5143785"/>
              <a:gd name="connsiteX20540" fmla="*/ 1045369 w 3114960"/>
              <a:gd name="connsiteY20540" fmla="*/ 367570 h 5143785"/>
              <a:gd name="connsiteX20541" fmla="*/ 1050989 w 3114960"/>
              <a:gd name="connsiteY20541" fmla="*/ 362617 h 5143785"/>
              <a:gd name="connsiteX20542" fmla="*/ 1059180 w 3114960"/>
              <a:gd name="connsiteY20542" fmla="*/ 353378 h 5143785"/>
              <a:gd name="connsiteX20543" fmla="*/ 1050989 w 3114960"/>
              <a:gd name="connsiteY20543" fmla="*/ 344138 h 5143785"/>
              <a:gd name="connsiteX20544" fmla="*/ 1045369 w 3114960"/>
              <a:gd name="connsiteY20544" fmla="*/ 339185 h 5143785"/>
              <a:gd name="connsiteX20545" fmla="*/ 1050989 w 3114960"/>
              <a:gd name="connsiteY20545" fmla="*/ 334232 h 5143785"/>
              <a:gd name="connsiteX20546" fmla="*/ 1059180 w 3114960"/>
              <a:gd name="connsiteY20546" fmla="*/ 325088 h 5143785"/>
              <a:gd name="connsiteX20547" fmla="*/ 1050989 w 3114960"/>
              <a:gd name="connsiteY20547" fmla="*/ 315849 h 5143785"/>
              <a:gd name="connsiteX20548" fmla="*/ 1045369 w 3114960"/>
              <a:gd name="connsiteY20548" fmla="*/ 310896 h 5143785"/>
              <a:gd name="connsiteX20549" fmla="*/ 1050989 w 3114960"/>
              <a:gd name="connsiteY20549" fmla="*/ 305943 h 5143785"/>
              <a:gd name="connsiteX20550" fmla="*/ 1059180 w 3114960"/>
              <a:gd name="connsiteY20550" fmla="*/ 296799 h 5143785"/>
              <a:gd name="connsiteX20551" fmla="*/ 1050989 w 3114960"/>
              <a:gd name="connsiteY20551" fmla="*/ 287655 h 5143785"/>
              <a:gd name="connsiteX20552" fmla="*/ 1045369 w 3114960"/>
              <a:gd name="connsiteY20552" fmla="*/ 282702 h 5143785"/>
              <a:gd name="connsiteX20553" fmla="*/ 1050989 w 3114960"/>
              <a:gd name="connsiteY20553" fmla="*/ 277749 h 5143785"/>
              <a:gd name="connsiteX20554" fmla="*/ 1059180 w 3114960"/>
              <a:gd name="connsiteY20554" fmla="*/ 268605 h 5143785"/>
              <a:gd name="connsiteX20555" fmla="*/ 1050989 w 3114960"/>
              <a:gd name="connsiteY20555" fmla="*/ 259461 h 5143785"/>
              <a:gd name="connsiteX20556" fmla="*/ 1045464 w 3114960"/>
              <a:gd name="connsiteY20556" fmla="*/ 254508 h 5143785"/>
              <a:gd name="connsiteX20557" fmla="*/ 1051084 w 3114960"/>
              <a:gd name="connsiteY20557" fmla="*/ 249555 h 5143785"/>
              <a:gd name="connsiteX20558" fmla="*/ 1059275 w 3114960"/>
              <a:gd name="connsiteY20558" fmla="*/ 240411 h 5143785"/>
              <a:gd name="connsiteX20559" fmla="*/ 1051084 w 3114960"/>
              <a:gd name="connsiteY20559" fmla="*/ 231267 h 5143785"/>
              <a:gd name="connsiteX20560" fmla="*/ 1045464 w 3114960"/>
              <a:gd name="connsiteY20560" fmla="*/ 226314 h 5143785"/>
              <a:gd name="connsiteX20561" fmla="*/ 1051084 w 3114960"/>
              <a:gd name="connsiteY20561" fmla="*/ 221361 h 5143785"/>
              <a:gd name="connsiteX20562" fmla="*/ 1059275 w 3114960"/>
              <a:gd name="connsiteY20562" fmla="*/ 212217 h 5143785"/>
              <a:gd name="connsiteX20563" fmla="*/ 1051084 w 3114960"/>
              <a:gd name="connsiteY20563" fmla="*/ 203073 h 5143785"/>
              <a:gd name="connsiteX20564" fmla="*/ 1045464 w 3114960"/>
              <a:gd name="connsiteY20564" fmla="*/ 198120 h 5143785"/>
              <a:gd name="connsiteX20565" fmla="*/ 1051084 w 3114960"/>
              <a:gd name="connsiteY20565" fmla="*/ 193167 h 5143785"/>
              <a:gd name="connsiteX20566" fmla="*/ 1059275 w 3114960"/>
              <a:gd name="connsiteY20566" fmla="*/ 184023 h 5143785"/>
              <a:gd name="connsiteX20567" fmla="*/ 1051084 w 3114960"/>
              <a:gd name="connsiteY20567" fmla="*/ 174879 h 5143785"/>
              <a:gd name="connsiteX20568" fmla="*/ 1045464 w 3114960"/>
              <a:gd name="connsiteY20568" fmla="*/ 169926 h 5143785"/>
              <a:gd name="connsiteX20569" fmla="*/ 1051084 w 3114960"/>
              <a:gd name="connsiteY20569" fmla="*/ 164973 h 5143785"/>
              <a:gd name="connsiteX20570" fmla="*/ 1059371 w 3114960"/>
              <a:gd name="connsiteY20570" fmla="*/ 385286 h 5143785"/>
              <a:gd name="connsiteX20571" fmla="*/ 1059371 w 3114960"/>
              <a:gd name="connsiteY20571" fmla="*/ 396145 h 5143785"/>
              <a:gd name="connsiteX20572" fmla="*/ 1056132 w 3114960"/>
              <a:gd name="connsiteY20572" fmla="*/ 399383 h 5143785"/>
              <a:gd name="connsiteX20573" fmla="*/ 1045274 w 3114960"/>
              <a:gd name="connsiteY20573" fmla="*/ 399383 h 5143785"/>
              <a:gd name="connsiteX20574" fmla="*/ 1042035 w 3114960"/>
              <a:gd name="connsiteY20574" fmla="*/ 396145 h 5143785"/>
              <a:gd name="connsiteX20575" fmla="*/ 1042035 w 3114960"/>
              <a:gd name="connsiteY20575" fmla="*/ 385286 h 5143785"/>
              <a:gd name="connsiteX20576" fmla="*/ 1045274 w 3114960"/>
              <a:gd name="connsiteY20576" fmla="*/ 382048 h 5143785"/>
              <a:gd name="connsiteX20577" fmla="*/ 1056132 w 3114960"/>
              <a:gd name="connsiteY20577" fmla="*/ 382048 h 5143785"/>
              <a:gd name="connsiteX20578" fmla="*/ 1059371 w 3114960"/>
              <a:gd name="connsiteY20578" fmla="*/ 385286 h 5143785"/>
              <a:gd name="connsiteX20579" fmla="*/ 649605 w 3114960"/>
              <a:gd name="connsiteY20579" fmla="*/ 628364 h 5143785"/>
              <a:gd name="connsiteX20580" fmla="*/ 654844 w 3114960"/>
              <a:gd name="connsiteY20580" fmla="*/ 624078 h 5143785"/>
              <a:gd name="connsiteX20581" fmla="*/ 659416 w 3114960"/>
              <a:gd name="connsiteY20581" fmla="*/ 629602 h 5143785"/>
              <a:gd name="connsiteX20582" fmla="*/ 654177 w 3114960"/>
              <a:gd name="connsiteY20582" fmla="*/ 633889 h 5143785"/>
              <a:gd name="connsiteX20583" fmla="*/ 649605 w 3114960"/>
              <a:gd name="connsiteY20583" fmla="*/ 628364 h 5143785"/>
              <a:gd name="connsiteX20584" fmla="*/ 523970 w 3114960"/>
              <a:gd name="connsiteY20584" fmla="*/ 4835081 h 5143785"/>
              <a:gd name="connsiteX20585" fmla="*/ 528733 w 3114960"/>
              <a:gd name="connsiteY20585" fmla="*/ 4835081 h 5143785"/>
              <a:gd name="connsiteX20586" fmla="*/ 528733 w 3114960"/>
              <a:gd name="connsiteY20586" fmla="*/ 4854988 h 5143785"/>
              <a:gd name="connsiteX20587" fmla="*/ 523970 w 3114960"/>
              <a:gd name="connsiteY20587" fmla="*/ 4854988 h 5143785"/>
              <a:gd name="connsiteX20588" fmla="*/ 523970 w 3114960"/>
              <a:gd name="connsiteY20588" fmla="*/ 4835081 h 5143785"/>
              <a:gd name="connsiteX20589" fmla="*/ 652748 w 3114960"/>
              <a:gd name="connsiteY20589" fmla="*/ 5002626 h 5143785"/>
              <a:gd name="connsiteX20590" fmla="*/ 647986 w 3114960"/>
              <a:gd name="connsiteY20590" fmla="*/ 5002626 h 5143785"/>
              <a:gd name="connsiteX20591" fmla="*/ 647986 w 3114960"/>
              <a:gd name="connsiteY20591" fmla="*/ 4985099 h 5143785"/>
              <a:gd name="connsiteX20592" fmla="*/ 652748 w 3114960"/>
              <a:gd name="connsiteY20592" fmla="*/ 4985099 h 5143785"/>
              <a:gd name="connsiteX20593" fmla="*/ 652748 w 3114960"/>
              <a:gd name="connsiteY20593" fmla="*/ 5002626 h 5143785"/>
              <a:gd name="connsiteX20594" fmla="*/ 729710 w 3114960"/>
              <a:gd name="connsiteY20594" fmla="*/ 4790980 h 5143785"/>
              <a:gd name="connsiteX20595" fmla="*/ 717995 w 3114960"/>
              <a:gd name="connsiteY20595" fmla="*/ 4791552 h 5143785"/>
              <a:gd name="connsiteX20596" fmla="*/ 718566 w 3114960"/>
              <a:gd name="connsiteY20596" fmla="*/ 4803267 h 5143785"/>
              <a:gd name="connsiteX20597" fmla="*/ 730282 w 3114960"/>
              <a:gd name="connsiteY20597" fmla="*/ 4802696 h 5143785"/>
              <a:gd name="connsiteX20598" fmla="*/ 731996 w 3114960"/>
              <a:gd name="connsiteY20598" fmla="*/ 4799743 h 5143785"/>
              <a:gd name="connsiteX20599" fmla="*/ 769429 w 3114960"/>
              <a:gd name="connsiteY20599" fmla="*/ 4800410 h 5143785"/>
              <a:gd name="connsiteX20600" fmla="*/ 769049 w 3114960"/>
              <a:gd name="connsiteY20600" fmla="*/ 4743450 h 5143785"/>
              <a:gd name="connsiteX20601" fmla="*/ 681133 w 3114960"/>
              <a:gd name="connsiteY20601" fmla="*/ 4639818 h 5143785"/>
              <a:gd name="connsiteX20602" fmla="*/ 651701 w 3114960"/>
              <a:gd name="connsiteY20602" fmla="*/ 4639818 h 5143785"/>
              <a:gd name="connsiteX20603" fmla="*/ 648462 w 3114960"/>
              <a:gd name="connsiteY20603" fmla="*/ 4633341 h 5143785"/>
              <a:gd name="connsiteX20604" fmla="*/ 633413 w 3114960"/>
              <a:gd name="connsiteY20604" fmla="*/ 4634103 h 5143785"/>
              <a:gd name="connsiteX20605" fmla="*/ 634175 w 3114960"/>
              <a:gd name="connsiteY20605" fmla="*/ 4649153 h 5143785"/>
              <a:gd name="connsiteX20606" fmla="*/ 634175 w 3114960"/>
              <a:gd name="connsiteY20606" fmla="*/ 4649153 h 5143785"/>
              <a:gd name="connsiteX20607" fmla="*/ 641318 w 3114960"/>
              <a:gd name="connsiteY20607" fmla="*/ 4651915 h 5143785"/>
              <a:gd name="connsiteX20608" fmla="*/ 649224 w 3114960"/>
              <a:gd name="connsiteY20608" fmla="*/ 4648391 h 5143785"/>
              <a:gd name="connsiteX20609" fmla="*/ 651415 w 3114960"/>
              <a:gd name="connsiteY20609" fmla="*/ 4644486 h 5143785"/>
              <a:gd name="connsiteX20610" fmla="*/ 678942 w 3114960"/>
              <a:gd name="connsiteY20610" fmla="*/ 4644486 h 5143785"/>
              <a:gd name="connsiteX20611" fmla="*/ 764286 w 3114960"/>
              <a:gd name="connsiteY20611" fmla="*/ 4745165 h 5143785"/>
              <a:gd name="connsiteX20612" fmla="*/ 764572 w 3114960"/>
              <a:gd name="connsiteY20612" fmla="*/ 4795457 h 5143785"/>
              <a:gd name="connsiteX20613" fmla="*/ 731996 w 3114960"/>
              <a:gd name="connsiteY20613" fmla="*/ 4794885 h 5143785"/>
              <a:gd name="connsiteX20614" fmla="*/ 729710 w 3114960"/>
              <a:gd name="connsiteY20614" fmla="*/ 4790885 h 5143785"/>
              <a:gd name="connsiteX20615" fmla="*/ 645604 w 3114960"/>
              <a:gd name="connsiteY20615" fmla="*/ 4645247 h 5143785"/>
              <a:gd name="connsiteX20616" fmla="*/ 637223 w 3114960"/>
              <a:gd name="connsiteY20616" fmla="*/ 4645629 h 5143785"/>
              <a:gd name="connsiteX20617" fmla="*/ 636842 w 3114960"/>
              <a:gd name="connsiteY20617" fmla="*/ 4637246 h 5143785"/>
              <a:gd name="connsiteX20618" fmla="*/ 640937 w 3114960"/>
              <a:gd name="connsiteY20618" fmla="*/ 4635342 h 5143785"/>
              <a:gd name="connsiteX20619" fmla="*/ 645224 w 3114960"/>
              <a:gd name="connsiteY20619" fmla="*/ 4636865 h 5143785"/>
              <a:gd name="connsiteX20620" fmla="*/ 645604 w 3114960"/>
              <a:gd name="connsiteY20620" fmla="*/ 4645247 h 5143785"/>
              <a:gd name="connsiteX20621" fmla="*/ 647986 w 3114960"/>
              <a:gd name="connsiteY20621" fmla="*/ 4950143 h 5143785"/>
              <a:gd name="connsiteX20622" fmla="*/ 652748 w 3114960"/>
              <a:gd name="connsiteY20622" fmla="*/ 4950143 h 5143785"/>
              <a:gd name="connsiteX20623" fmla="*/ 652748 w 3114960"/>
              <a:gd name="connsiteY20623" fmla="*/ 4967669 h 5143785"/>
              <a:gd name="connsiteX20624" fmla="*/ 647986 w 3114960"/>
              <a:gd name="connsiteY20624" fmla="*/ 4967669 h 5143785"/>
              <a:gd name="connsiteX20625" fmla="*/ 647986 w 3114960"/>
              <a:gd name="connsiteY20625" fmla="*/ 4950143 h 5143785"/>
              <a:gd name="connsiteX20626" fmla="*/ 523970 w 3114960"/>
              <a:gd name="connsiteY20626" fmla="*/ 4954810 h 5143785"/>
              <a:gd name="connsiteX20627" fmla="*/ 528733 w 3114960"/>
              <a:gd name="connsiteY20627" fmla="*/ 4954810 h 5143785"/>
              <a:gd name="connsiteX20628" fmla="*/ 528733 w 3114960"/>
              <a:gd name="connsiteY20628" fmla="*/ 4974813 h 5143785"/>
              <a:gd name="connsiteX20629" fmla="*/ 523970 w 3114960"/>
              <a:gd name="connsiteY20629" fmla="*/ 4974813 h 5143785"/>
              <a:gd name="connsiteX20630" fmla="*/ 523970 w 3114960"/>
              <a:gd name="connsiteY20630" fmla="*/ 4954810 h 5143785"/>
              <a:gd name="connsiteX20631" fmla="*/ 523970 w 3114960"/>
              <a:gd name="connsiteY20631" fmla="*/ 4874990 h 5143785"/>
              <a:gd name="connsiteX20632" fmla="*/ 528733 w 3114960"/>
              <a:gd name="connsiteY20632" fmla="*/ 4874990 h 5143785"/>
              <a:gd name="connsiteX20633" fmla="*/ 528733 w 3114960"/>
              <a:gd name="connsiteY20633" fmla="*/ 4894993 h 5143785"/>
              <a:gd name="connsiteX20634" fmla="*/ 523970 w 3114960"/>
              <a:gd name="connsiteY20634" fmla="*/ 4894993 h 5143785"/>
              <a:gd name="connsiteX20635" fmla="*/ 523970 w 3114960"/>
              <a:gd name="connsiteY20635" fmla="*/ 4874990 h 5143785"/>
              <a:gd name="connsiteX20636" fmla="*/ 523970 w 3114960"/>
              <a:gd name="connsiteY20636" fmla="*/ 5034725 h 5143785"/>
              <a:gd name="connsiteX20637" fmla="*/ 528733 w 3114960"/>
              <a:gd name="connsiteY20637" fmla="*/ 5034725 h 5143785"/>
              <a:gd name="connsiteX20638" fmla="*/ 528733 w 3114960"/>
              <a:gd name="connsiteY20638" fmla="*/ 5054727 h 5143785"/>
              <a:gd name="connsiteX20639" fmla="*/ 523970 w 3114960"/>
              <a:gd name="connsiteY20639" fmla="*/ 5054727 h 5143785"/>
              <a:gd name="connsiteX20640" fmla="*/ 523970 w 3114960"/>
              <a:gd name="connsiteY20640" fmla="*/ 5034725 h 5143785"/>
              <a:gd name="connsiteX20641" fmla="*/ 941165 w 3114960"/>
              <a:gd name="connsiteY20641" fmla="*/ 2331053 h 5143785"/>
              <a:gd name="connsiteX20642" fmla="*/ 947452 w 3114960"/>
              <a:gd name="connsiteY20642" fmla="*/ 2337816 h 5143785"/>
              <a:gd name="connsiteX20643" fmla="*/ 942213 w 3114960"/>
              <a:gd name="connsiteY20643" fmla="*/ 2342674 h 5143785"/>
              <a:gd name="connsiteX20644" fmla="*/ 935927 w 3114960"/>
              <a:gd name="connsiteY20644" fmla="*/ 2335911 h 5143785"/>
              <a:gd name="connsiteX20645" fmla="*/ 941165 w 3114960"/>
              <a:gd name="connsiteY20645" fmla="*/ 2331053 h 5143785"/>
              <a:gd name="connsiteX20646" fmla="*/ 648081 w 3114960"/>
              <a:gd name="connsiteY20646" fmla="*/ 5055108 h 5143785"/>
              <a:gd name="connsiteX20647" fmla="*/ 652844 w 3114960"/>
              <a:gd name="connsiteY20647" fmla="*/ 5055108 h 5143785"/>
              <a:gd name="connsiteX20648" fmla="*/ 652844 w 3114960"/>
              <a:gd name="connsiteY20648" fmla="*/ 5072634 h 5143785"/>
              <a:gd name="connsiteX20649" fmla="*/ 648081 w 3114960"/>
              <a:gd name="connsiteY20649" fmla="*/ 5072634 h 5143785"/>
              <a:gd name="connsiteX20650" fmla="*/ 648081 w 3114960"/>
              <a:gd name="connsiteY20650" fmla="*/ 5055108 h 5143785"/>
              <a:gd name="connsiteX20651" fmla="*/ 648081 w 3114960"/>
              <a:gd name="connsiteY20651" fmla="*/ 5125022 h 5143785"/>
              <a:gd name="connsiteX20652" fmla="*/ 652844 w 3114960"/>
              <a:gd name="connsiteY20652" fmla="*/ 5125022 h 5143785"/>
              <a:gd name="connsiteX20653" fmla="*/ 652844 w 3114960"/>
              <a:gd name="connsiteY20653" fmla="*/ 5142548 h 5143785"/>
              <a:gd name="connsiteX20654" fmla="*/ 648081 w 3114960"/>
              <a:gd name="connsiteY20654" fmla="*/ 5142548 h 5143785"/>
              <a:gd name="connsiteX20655" fmla="*/ 648081 w 3114960"/>
              <a:gd name="connsiteY20655" fmla="*/ 5125022 h 5143785"/>
              <a:gd name="connsiteX20656" fmla="*/ 652844 w 3114960"/>
              <a:gd name="connsiteY20656" fmla="*/ 5107496 h 5143785"/>
              <a:gd name="connsiteX20657" fmla="*/ 648081 w 3114960"/>
              <a:gd name="connsiteY20657" fmla="*/ 5107496 h 5143785"/>
              <a:gd name="connsiteX20658" fmla="*/ 648081 w 3114960"/>
              <a:gd name="connsiteY20658" fmla="*/ 5089970 h 5143785"/>
              <a:gd name="connsiteX20659" fmla="*/ 652844 w 3114960"/>
              <a:gd name="connsiteY20659" fmla="*/ 5089970 h 5143785"/>
              <a:gd name="connsiteX20660" fmla="*/ 652844 w 3114960"/>
              <a:gd name="connsiteY20660" fmla="*/ 5107496 h 5143785"/>
              <a:gd name="connsiteX20661" fmla="*/ 647986 w 3114960"/>
              <a:gd name="connsiteY20661" fmla="*/ 4915186 h 5143785"/>
              <a:gd name="connsiteX20662" fmla="*/ 652748 w 3114960"/>
              <a:gd name="connsiteY20662" fmla="*/ 4915186 h 5143785"/>
              <a:gd name="connsiteX20663" fmla="*/ 652748 w 3114960"/>
              <a:gd name="connsiteY20663" fmla="*/ 4932712 h 5143785"/>
              <a:gd name="connsiteX20664" fmla="*/ 647986 w 3114960"/>
              <a:gd name="connsiteY20664" fmla="*/ 4932712 h 5143785"/>
              <a:gd name="connsiteX20665" fmla="*/ 647986 w 3114960"/>
              <a:gd name="connsiteY20665" fmla="*/ 4915186 h 5143785"/>
              <a:gd name="connsiteX20666" fmla="*/ 652844 w 3114960"/>
              <a:gd name="connsiteY20666" fmla="*/ 5037582 h 5143785"/>
              <a:gd name="connsiteX20667" fmla="*/ 648081 w 3114960"/>
              <a:gd name="connsiteY20667" fmla="*/ 5037582 h 5143785"/>
              <a:gd name="connsiteX20668" fmla="*/ 648081 w 3114960"/>
              <a:gd name="connsiteY20668" fmla="*/ 5020151 h 5143785"/>
              <a:gd name="connsiteX20669" fmla="*/ 652844 w 3114960"/>
              <a:gd name="connsiteY20669" fmla="*/ 5020151 h 5143785"/>
              <a:gd name="connsiteX20670" fmla="*/ 652844 w 3114960"/>
              <a:gd name="connsiteY20670" fmla="*/ 5037582 h 5143785"/>
              <a:gd name="connsiteX20671" fmla="*/ 652748 w 3114960"/>
              <a:gd name="connsiteY20671" fmla="*/ 4897755 h 5143785"/>
              <a:gd name="connsiteX20672" fmla="*/ 647986 w 3114960"/>
              <a:gd name="connsiteY20672" fmla="*/ 4897755 h 5143785"/>
              <a:gd name="connsiteX20673" fmla="*/ 647986 w 3114960"/>
              <a:gd name="connsiteY20673" fmla="*/ 4880324 h 5143785"/>
              <a:gd name="connsiteX20674" fmla="*/ 652748 w 3114960"/>
              <a:gd name="connsiteY20674" fmla="*/ 4880324 h 5143785"/>
              <a:gd name="connsiteX20675" fmla="*/ 652748 w 3114960"/>
              <a:gd name="connsiteY20675" fmla="*/ 4897755 h 5143785"/>
              <a:gd name="connsiteX20676" fmla="*/ 458534 w 3114960"/>
              <a:gd name="connsiteY20676" fmla="*/ 4890231 h 5143785"/>
              <a:gd name="connsiteX20677" fmla="*/ 463296 w 3114960"/>
              <a:gd name="connsiteY20677" fmla="*/ 4890231 h 5143785"/>
              <a:gd name="connsiteX20678" fmla="*/ 463296 w 3114960"/>
              <a:gd name="connsiteY20678" fmla="*/ 4909185 h 5143785"/>
              <a:gd name="connsiteX20679" fmla="*/ 458534 w 3114960"/>
              <a:gd name="connsiteY20679" fmla="*/ 4909185 h 5143785"/>
              <a:gd name="connsiteX20680" fmla="*/ 458534 w 3114960"/>
              <a:gd name="connsiteY20680" fmla="*/ 4890231 h 5143785"/>
              <a:gd name="connsiteX20681" fmla="*/ 458534 w 3114960"/>
              <a:gd name="connsiteY20681" fmla="*/ 5042154 h 5143785"/>
              <a:gd name="connsiteX20682" fmla="*/ 463296 w 3114960"/>
              <a:gd name="connsiteY20682" fmla="*/ 5042154 h 5143785"/>
              <a:gd name="connsiteX20683" fmla="*/ 463296 w 3114960"/>
              <a:gd name="connsiteY20683" fmla="*/ 5061109 h 5143785"/>
              <a:gd name="connsiteX20684" fmla="*/ 458534 w 3114960"/>
              <a:gd name="connsiteY20684" fmla="*/ 5061109 h 5143785"/>
              <a:gd name="connsiteX20685" fmla="*/ 458534 w 3114960"/>
              <a:gd name="connsiteY20685" fmla="*/ 5042154 h 5143785"/>
              <a:gd name="connsiteX20686" fmla="*/ 548926 w 3114960"/>
              <a:gd name="connsiteY20686" fmla="*/ 4757643 h 5143785"/>
              <a:gd name="connsiteX20687" fmla="*/ 473297 w 3114960"/>
              <a:gd name="connsiteY20687" fmla="*/ 4758023 h 5143785"/>
              <a:gd name="connsiteX20688" fmla="*/ 424625 w 3114960"/>
              <a:gd name="connsiteY20688" fmla="*/ 4793076 h 5143785"/>
              <a:gd name="connsiteX20689" fmla="*/ 265176 w 3114960"/>
              <a:gd name="connsiteY20689" fmla="*/ 4793076 h 5143785"/>
              <a:gd name="connsiteX20690" fmla="*/ 232124 w 3114960"/>
              <a:gd name="connsiteY20690" fmla="*/ 4768882 h 5143785"/>
              <a:gd name="connsiteX20691" fmla="*/ 160306 w 3114960"/>
              <a:gd name="connsiteY20691" fmla="*/ 4768882 h 5143785"/>
              <a:gd name="connsiteX20692" fmla="*/ 123635 w 3114960"/>
              <a:gd name="connsiteY20692" fmla="*/ 4811363 h 5143785"/>
              <a:gd name="connsiteX20693" fmla="*/ 95 w 3114960"/>
              <a:gd name="connsiteY20693" fmla="*/ 4811363 h 5143785"/>
              <a:gd name="connsiteX20694" fmla="*/ 95 w 3114960"/>
              <a:gd name="connsiteY20694" fmla="*/ 4801838 h 5143785"/>
              <a:gd name="connsiteX20695" fmla="*/ 119348 w 3114960"/>
              <a:gd name="connsiteY20695" fmla="*/ 4801838 h 5143785"/>
              <a:gd name="connsiteX20696" fmla="*/ 156020 w 3114960"/>
              <a:gd name="connsiteY20696" fmla="*/ 4759357 h 5143785"/>
              <a:gd name="connsiteX20697" fmla="*/ 235363 w 3114960"/>
              <a:gd name="connsiteY20697" fmla="*/ 4759357 h 5143785"/>
              <a:gd name="connsiteX20698" fmla="*/ 268415 w 3114960"/>
              <a:gd name="connsiteY20698" fmla="*/ 4783551 h 5143785"/>
              <a:gd name="connsiteX20699" fmla="*/ 421672 w 3114960"/>
              <a:gd name="connsiteY20699" fmla="*/ 4783551 h 5143785"/>
              <a:gd name="connsiteX20700" fmla="*/ 470249 w 3114960"/>
              <a:gd name="connsiteY20700" fmla="*/ 4748498 h 5143785"/>
              <a:gd name="connsiteX20701" fmla="*/ 552260 w 3114960"/>
              <a:gd name="connsiteY20701" fmla="*/ 4748118 h 5143785"/>
              <a:gd name="connsiteX20702" fmla="*/ 577691 w 3114960"/>
              <a:gd name="connsiteY20702" fmla="*/ 4767929 h 5143785"/>
              <a:gd name="connsiteX20703" fmla="*/ 633127 w 3114960"/>
              <a:gd name="connsiteY20703" fmla="*/ 4767929 h 5143785"/>
              <a:gd name="connsiteX20704" fmla="*/ 634365 w 3114960"/>
              <a:gd name="connsiteY20704" fmla="*/ 4765929 h 5143785"/>
              <a:gd name="connsiteX20705" fmla="*/ 649415 w 3114960"/>
              <a:gd name="connsiteY20705" fmla="*/ 4765167 h 5143785"/>
              <a:gd name="connsiteX20706" fmla="*/ 650177 w 3114960"/>
              <a:gd name="connsiteY20706" fmla="*/ 4780217 h 5143785"/>
              <a:gd name="connsiteX20707" fmla="*/ 635127 w 3114960"/>
              <a:gd name="connsiteY20707" fmla="*/ 4780979 h 5143785"/>
              <a:gd name="connsiteX20708" fmla="*/ 632555 w 3114960"/>
              <a:gd name="connsiteY20708" fmla="*/ 4777454 h 5143785"/>
              <a:gd name="connsiteX20709" fmla="*/ 574453 w 3114960"/>
              <a:gd name="connsiteY20709" fmla="*/ 4777454 h 5143785"/>
              <a:gd name="connsiteX20710" fmla="*/ 549021 w 3114960"/>
              <a:gd name="connsiteY20710" fmla="*/ 4757643 h 5143785"/>
              <a:gd name="connsiteX20711" fmla="*/ 1346359 w 3114960"/>
              <a:gd name="connsiteY20711" fmla="*/ 4778979 h 5143785"/>
              <a:gd name="connsiteX20712" fmla="*/ 1345597 w 3114960"/>
              <a:gd name="connsiteY20712" fmla="*/ 4898708 h 5143785"/>
              <a:gd name="connsiteX20713" fmla="*/ 1338548 w 3114960"/>
              <a:gd name="connsiteY20713" fmla="*/ 4898708 h 5143785"/>
              <a:gd name="connsiteX20714" fmla="*/ 1326928 w 3114960"/>
              <a:gd name="connsiteY20714" fmla="*/ 4889088 h 5143785"/>
              <a:gd name="connsiteX20715" fmla="*/ 1315307 w 3114960"/>
              <a:gd name="connsiteY20715" fmla="*/ 4898898 h 5143785"/>
              <a:gd name="connsiteX20716" fmla="*/ 1243965 w 3114960"/>
              <a:gd name="connsiteY20716" fmla="*/ 4899089 h 5143785"/>
              <a:gd name="connsiteX20717" fmla="*/ 1214247 w 3114960"/>
              <a:gd name="connsiteY20717" fmla="*/ 4871180 h 5143785"/>
              <a:gd name="connsiteX20718" fmla="*/ 1069181 w 3114960"/>
              <a:gd name="connsiteY20718" fmla="*/ 4870799 h 5143785"/>
              <a:gd name="connsiteX20719" fmla="*/ 1068324 w 3114960"/>
              <a:gd name="connsiteY20719" fmla="*/ 4870799 h 5143785"/>
              <a:gd name="connsiteX20720" fmla="*/ 1037273 w 3114960"/>
              <a:gd name="connsiteY20720" fmla="*/ 4895755 h 5143785"/>
              <a:gd name="connsiteX20721" fmla="*/ 914972 w 3114960"/>
              <a:gd name="connsiteY20721" fmla="*/ 4895374 h 5143785"/>
              <a:gd name="connsiteX20722" fmla="*/ 903351 w 3114960"/>
              <a:gd name="connsiteY20722" fmla="*/ 4885658 h 5143785"/>
              <a:gd name="connsiteX20723" fmla="*/ 891731 w 3114960"/>
              <a:gd name="connsiteY20723" fmla="*/ 4895469 h 5143785"/>
              <a:gd name="connsiteX20724" fmla="*/ 844010 w 3114960"/>
              <a:gd name="connsiteY20724" fmla="*/ 4895659 h 5143785"/>
              <a:gd name="connsiteX20725" fmla="*/ 790194 w 3114960"/>
              <a:gd name="connsiteY20725" fmla="*/ 4835462 h 5143785"/>
              <a:gd name="connsiteX20726" fmla="*/ 664274 w 3114960"/>
              <a:gd name="connsiteY20726" fmla="*/ 4835462 h 5143785"/>
              <a:gd name="connsiteX20727" fmla="*/ 659035 w 3114960"/>
              <a:gd name="connsiteY20727" fmla="*/ 4827937 h 5143785"/>
              <a:gd name="connsiteX20728" fmla="*/ 650558 w 3114960"/>
              <a:gd name="connsiteY20728" fmla="*/ 4825175 h 5143785"/>
              <a:gd name="connsiteX20729" fmla="*/ 638937 w 3114960"/>
              <a:gd name="connsiteY20729" fmla="*/ 4830985 h 5143785"/>
              <a:gd name="connsiteX20730" fmla="*/ 641985 w 3114960"/>
              <a:gd name="connsiteY20730" fmla="*/ 4850987 h 5143785"/>
              <a:gd name="connsiteX20731" fmla="*/ 648081 w 3114960"/>
              <a:gd name="connsiteY20731" fmla="*/ 4853464 h 5143785"/>
              <a:gd name="connsiteX20732" fmla="*/ 648081 w 3114960"/>
              <a:gd name="connsiteY20732" fmla="*/ 4862703 h 5143785"/>
              <a:gd name="connsiteX20733" fmla="*/ 652844 w 3114960"/>
              <a:gd name="connsiteY20733" fmla="*/ 4862703 h 5143785"/>
              <a:gd name="connsiteX20734" fmla="*/ 652844 w 3114960"/>
              <a:gd name="connsiteY20734" fmla="*/ 4853464 h 5143785"/>
              <a:gd name="connsiteX20735" fmla="*/ 661988 w 3114960"/>
              <a:gd name="connsiteY20735" fmla="*/ 4847844 h 5143785"/>
              <a:gd name="connsiteX20736" fmla="*/ 664750 w 3114960"/>
              <a:gd name="connsiteY20736" fmla="*/ 4840129 h 5143785"/>
              <a:gd name="connsiteX20737" fmla="*/ 787908 w 3114960"/>
              <a:gd name="connsiteY20737" fmla="*/ 4840129 h 5143785"/>
              <a:gd name="connsiteX20738" fmla="*/ 841724 w 3114960"/>
              <a:gd name="connsiteY20738" fmla="*/ 4900327 h 5143785"/>
              <a:gd name="connsiteX20739" fmla="*/ 891540 w 3114960"/>
              <a:gd name="connsiteY20739" fmla="*/ 4900041 h 5143785"/>
              <a:gd name="connsiteX20740" fmla="*/ 903161 w 3114960"/>
              <a:gd name="connsiteY20740" fmla="*/ 4909757 h 5143785"/>
              <a:gd name="connsiteX20741" fmla="*/ 914781 w 3114960"/>
              <a:gd name="connsiteY20741" fmla="*/ 4900041 h 5143785"/>
              <a:gd name="connsiteX20742" fmla="*/ 1037939 w 3114960"/>
              <a:gd name="connsiteY20742" fmla="*/ 4900422 h 5143785"/>
              <a:gd name="connsiteX20743" fmla="*/ 1038797 w 3114960"/>
              <a:gd name="connsiteY20743" fmla="*/ 4900422 h 5143785"/>
              <a:gd name="connsiteX20744" fmla="*/ 1069848 w 3114960"/>
              <a:gd name="connsiteY20744" fmla="*/ 4875467 h 5143785"/>
              <a:gd name="connsiteX20745" fmla="*/ 1212247 w 3114960"/>
              <a:gd name="connsiteY20745" fmla="*/ 4875848 h 5143785"/>
              <a:gd name="connsiteX20746" fmla="*/ 1241965 w 3114960"/>
              <a:gd name="connsiteY20746" fmla="*/ 4903756 h 5143785"/>
              <a:gd name="connsiteX20747" fmla="*/ 1315117 w 3114960"/>
              <a:gd name="connsiteY20747" fmla="*/ 4903565 h 5143785"/>
              <a:gd name="connsiteX20748" fmla="*/ 1326737 w 3114960"/>
              <a:gd name="connsiteY20748" fmla="*/ 4913281 h 5143785"/>
              <a:gd name="connsiteX20749" fmla="*/ 1338358 w 3114960"/>
              <a:gd name="connsiteY20749" fmla="*/ 4903470 h 5143785"/>
              <a:gd name="connsiteX20750" fmla="*/ 1347788 w 3114960"/>
              <a:gd name="connsiteY20750" fmla="*/ 4903470 h 5143785"/>
              <a:gd name="connsiteX20751" fmla="*/ 1350169 w 3114960"/>
              <a:gd name="connsiteY20751" fmla="*/ 4900994 h 5143785"/>
              <a:gd name="connsiteX20752" fmla="*/ 1350931 w 3114960"/>
              <a:gd name="connsiteY20752" fmla="*/ 4779740 h 5143785"/>
              <a:gd name="connsiteX20753" fmla="*/ 1389221 w 3114960"/>
              <a:gd name="connsiteY20753" fmla="*/ 4733925 h 5143785"/>
              <a:gd name="connsiteX20754" fmla="*/ 1391126 w 3114960"/>
              <a:gd name="connsiteY20754" fmla="*/ 4734878 h 5143785"/>
              <a:gd name="connsiteX20755" fmla="*/ 1395317 w 3114960"/>
              <a:gd name="connsiteY20755" fmla="*/ 4735545 h 5143785"/>
              <a:gd name="connsiteX20756" fmla="*/ 1407224 w 3114960"/>
              <a:gd name="connsiteY20756" fmla="*/ 4727067 h 5143785"/>
              <a:gd name="connsiteX20757" fmla="*/ 1406652 w 3114960"/>
              <a:gd name="connsiteY20757" fmla="*/ 4717447 h 5143785"/>
              <a:gd name="connsiteX20758" fmla="*/ 1399413 w 3114960"/>
              <a:gd name="connsiteY20758" fmla="*/ 4710970 h 5143785"/>
              <a:gd name="connsiteX20759" fmla="*/ 1389793 w 3114960"/>
              <a:gd name="connsiteY20759" fmla="*/ 4711542 h 5143785"/>
              <a:gd name="connsiteX20760" fmla="*/ 1383316 w 3114960"/>
              <a:gd name="connsiteY20760" fmla="*/ 4718780 h 5143785"/>
              <a:gd name="connsiteX20761" fmla="*/ 1385507 w 3114960"/>
              <a:gd name="connsiteY20761" fmla="*/ 4730877 h 5143785"/>
              <a:gd name="connsiteX20762" fmla="*/ 1346645 w 3114960"/>
              <a:gd name="connsiteY20762" fmla="*/ 4777359 h 5143785"/>
              <a:gd name="connsiteX20763" fmla="*/ 1346073 w 3114960"/>
              <a:gd name="connsiteY20763" fmla="*/ 4778883 h 5143785"/>
              <a:gd name="connsiteX20764" fmla="*/ 659797 w 3114960"/>
              <a:gd name="connsiteY20764" fmla="*/ 4846415 h 5143785"/>
              <a:gd name="connsiteX20765" fmla="*/ 652177 w 3114960"/>
              <a:gd name="connsiteY20765" fmla="*/ 4851083 h 5143785"/>
              <a:gd name="connsiteX20766" fmla="*/ 650367 w 3114960"/>
              <a:gd name="connsiteY20766" fmla="*/ 4851178 h 5143785"/>
              <a:gd name="connsiteX20767" fmla="*/ 643509 w 3114960"/>
              <a:gd name="connsiteY20767" fmla="*/ 4848892 h 5143785"/>
              <a:gd name="connsiteX20768" fmla="*/ 641033 w 3114960"/>
              <a:gd name="connsiteY20768" fmla="*/ 4832509 h 5143785"/>
              <a:gd name="connsiteX20769" fmla="*/ 657416 w 3114960"/>
              <a:gd name="connsiteY20769" fmla="*/ 4830032 h 5143785"/>
              <a:gd name="connsiteX20770" fmla="*/ 662083 w 3114960"/>
              <a:gd name="connsiteY20770" fmla="*/ 4837653 h 5143785"/>
              <a:gd name="connsiteX20771" fmla="*/ 659987 w 3114960"/>
              <a:gd name="connsiteY20771" fmla="*/ 4846320 h 5143785"/>
              <a:gd name="connsiteX20772" fmla="*/ 903161 w 3114960"/>
              <a:gd name="connsiteY20772" fmla="*/ 4905090 h 5143785"/>
              <a:gd name="connsiteX20773" fmla="*/ 895826 w 3114960"/>
              <a:gd name="connsiteY20773" fmla="*/ 4897755 h 5143785"/>
              <a:gd name="connsiteX20774" fmla="*/ 903161 w 3114960"/>
              <a:gd name="connsiteY20774" fmla="*/ 4890421 h 5143785"/>
              <a:gd name="connsiteX20775" fmla="*/ 910495 w 3114960"/>
              <a:gd name="connsiteY20775" fmla="*/ 4897755 h 5143785"/>
              <a:gd name="connsiteX20776" fmla="*/ 903161 w 3114960"/>
              <a:gd name="connsiteY20776" fmla="*/ 4905090 h 5143785"/>
              <a:gd name="connsiteX20777" fmla="*/ 1326832 w 3114960"/>
              <a:gd name="connsiteY20777" fmla="*/ 4908614 h 5143785"/>
              <a:gd name="connsiteX20778" fmla="*/ 1319498 w 3114960"/>
              <a:gd name="connsiteY20778" fmla="*/ 4901279 h 5143785"/>
              <a:gd name="connsiteX20779" fmla="*/ 1326832 w 3114960"/>
              <a:gd name="connsiteY20779" fmla="*/ 4893945 h 5143785"/>
              <a:gd name="connsiteX20780" fmla="*/ 1334167 w 3114960"/>
              <a:gd name="connsiteY20780" fmla="*/ 4901279 h 5143785"/>
              <a:gd name="connsiteX20781" fmla="*/ 1326832 w 3114960"/>
              <a:gd name="connsiteY20781" fmla="*/ 4908614 h 5143785"/>
              <a:gd name="connsiteX20782" fmla="*/ 1388078 w 3114960"/>
              <a:gd name="connsiteY20782" fmla="*/ 4720495 h 5143785"/>
              <a:gd name="connsiteX20783" fmla="*/ 1392079 w 3114960"/>
              <a:gd name="connsiteY20783" fmla="*/ 4716018 h 5143785"/>
              <a:gd name="connsiteX20784" fmla="*/ 1395508 w 3114960"/>
              <a:gd name="connsiteY20784" fmla="*/ 4715256 h 5143785"/>
              <a:gd name="connsiteX20785" fmla="*/ 1398080 w 3114960"/>
              <a:gd name="connsiteY20785" fmla="*/ 4715732 h 5143785"/>
              <a:gd name="connsiteX20786" fmla="*/ 1402937 w 3114960"/>
              <a:gd name="connsiteY20786" fmla="*/ 4725734 h 5143785"/>
              <a:gd name="connsiteX20787" fmla="*/ 1398937 w 3114960"/>
              <a:gd name="connsiteY20787" fmla="*/ 4730211 h 5143785"/>
              <a:gd name="connsiteX20788" fmla="*/ 1392936 w 3114960"/>
              <a:gd name="connsiteY20788" fmla="*/ 4730592 h 5143785"/>
              <a:gd name="connsiteX20789" fmla="*/ 1388078 w 3114960"/>
              <a:gd name="connsiteY20789" fmla="*/ 4720590 h 5143785"/>
              <a:gd name="connsiteX20790" fmla="*/ 458534 w 3114960"/>
              <a:gd name="connsiteY20790" fmla="*/ 4966145 h 5143785"/>
              <a:gd name="connsiteX20791" fmla="*/ 463296 w 3114960"/>
              <a:gd name="connsiteY20791" fmla="*/ 4966145 h 5143785"/>
              <a:gd name="connsiteX20792" fmla="*/ 463296 w 3114960"/>
              <a:gd name="connsiteY20792" fmla="*/ 4985099 h 5143785"/>
              <a:gd name="connsiteX20793" fmla="*/ 458534 w 3114960"/>
              <a:gd name="connsiteY20793" fmla="*/ 4985099 h 5143785"/>
              <a:gd name="connsiteX20794" fmla="*/ 458534 w 3114960"/>
              <a:gd name="connsiteY20794" fmla="*/ 4966145 h 5143785"/>
              <a:gd name="connsiteX20795" fmla="*/ 463296 w 3114960"/>
              <a:gd name="connsiteY20795" fmla="*/ 5023104 h 5143785"/>
              <a:gd name="connsiteX20796" fmla="*/ 458534 w 3114960"/>
              <a:gd name="connsiteY20796" fmla="*/ 5023104 h 5143785"/>
              <a:gd name="connsiteX20797" fmla="*/ 458534 w 3114960"/>
              <a:gd name="connsiteY20797" fmla="*/ 5004149 h 5143785"/>
              <a:gd name="connsiteX20798" fmla="*/ 463296 w 3114960"/>
              <a:gd name="connsiteY20798" fmla="*/ 5004149 h 5143785"/>
              <a:gd name="connsiteX20799" fmla="*/ 463296 w 3114960"/>
              <a:gd name="connsiteY20799" fmla="*/ 5023104 h 5143785"/>
              <a:gd name="connsiteX20800" fmla="*/ 463296 w 3114960"/>
              <a:gd name="connsiteY20800" fmla="*/ 4947190 h 5143785"/>
              <a:gd name="connsiteX20801" fmla="*/ 458534 w 3114960"/>
              <a:gd name="connsiteY20801" fmla="*/ 4947190 h 5143785"/>
              <a:gd name="connsiteX20802" fmla="*/ 458534 w 3114960"/>
              <a:gd name="connsiteY20802" fmla="*/ 4928235 h 5143785"/>
              <a:gd name="connsiteX20803" fmla="*/ 463296 w 3114960"/>
              <a:gd name="connsiteY20803" fmla="*/ 4928235 h 5143785"/>
              <a:gd name="connsiteX20804" fmla="*/ 463296 w 3114960"/>
              <a:gd name="connsiteY20804" fmla="*/ 4947190 h 5143785"/>
              <a:gd name="connsiteX20805" fmla="*/ 458534 w 3114960"/>
              <a:gd name="connsiteY20805" fmla="*/ 4852226 h 5143785"/>
              <a:gd name="connsiteX20806" fmla="*/ 463296 w 3114960"/>
              <a:gd name="connsiteY20806" fmla="*/ 4852226 h 5143785"/>
              <a:gd name="connsiteX20807" fmla="*/ 463296 w 3114960"/>
              <a:gd name="connsiteY20807" fmla="*/ 4871180 h 5143785"/>
              <a:gd name="connsiteX20808" fmla="*/ 458534 w 3114960"/>
              <a:gd name="connsiteY20808" fmla="*/ 4871180 h 5143785"/>
              <a:gd name="connsiteX20809" fmla="*/ 458534 w 3114960"/>
              <a:gd name="connsiteY20809" fmla="*/ 4852226 h 5143785"/>
              <a:gd name="connsiteX20810" fmla="*/ 528733 w 3114960"/>
              <a:gd name="connsiteY20810" fmla="*/ 4934903 h 5143785"/>
              <a:gd name="connsiteX20811" fmla="*/ 523970 w 3114960"/>
              <a:gd name="connsiteY20811" fmla="*/ 4934903 h 5143785"/>
              <a:gd name="connsiteX20812" fmla="*/ 523970 w 3114960"/>
              <a:gd name="connsiteY20812" fmla="*/ 4914995 h 5143785"/>
              <a:gd name="connsiteX20813" fmla="*/ 528733 w 3114960"/>
              <a:gd name="connsiteY20813" fmla="*/ 4914995 h 5143785"/>
              <a:gd name="connsiteX20814" fmla="*/ 528733 w 3114960"/>
              <a:gd name="connsiteY20814" fmla="*/ 4934903 h 5143785"/>
              <a:gd name="connsiteX20815" fmla="*/ 534829 w 3114960"/>
              <a:gd name="connsiteY20815" fmla="*/ 4780217 h 5143785"/>
              <a:gd name="connsiteX20816" fmla="*/ 526352 w 3114960"/>
              <a:gd name="connsiteY20816" fmla="*/ 4777454 h 5143785"/>
              <a:gd name="connsiteX20817" fmla="*/ 514731 w 3114960"/>
              <a:gd name="connsiteY20817" fmla="*/ 4783265 h 5143785"/>
              <a:gd name="connsiteX20818" fmla="*/ 517779 w 3114960"/>
              <a:gd name="connsiteY20818" fmla="*/ 4803267 h 5143785"/>
              <a:gd name="connsiteX20819" fmla="*/ 523875 w 3114960"/>
              <a:gd name="connsiteY20819" fmla="*/ 4805744 h 5143785"/>
              <a:gd name="connsiteX20820" fmla="*/ 523875 w 3114960"/>
              <a:gd name="connsiteY20820" fmla="*/ 4814983 h 5143785"/>
              <a:gd name="connsiteX20821" fmla="*/ 528638 w 3114960"/>
              <a:gd name="connsiteY20821" fmla="*/ 4814983 h 5143785"/>
              <a:gd name="connsiteX20822" fmla="*/ 528638 w 3114960"/>
              <a:gd name="connsiteY20822" fmla="*/ 4805744 h 5143785"/>
              <a:gd name="connsiteX20823" fmla="*/ 537782 w 3114960"/>
              <a:gd name="connsiteY20823" fmla="*/ 4800124 h 5143785"/>
              <a:gd name="connsiteX20824" fmla="*/ 534734 w 3114960"/>
              <a:gd name="connsiteY20824" fmla="*/ 4780121 h 5143785"/>
              <a:gd name="connsiteX20825" fmla="*/ 528161 w 3114960"/>
              <a:gd name="connsiteY20825" fmla="*/ 4803362 h 5143785"/>
              <a:gd name="connsiteX20826" fmla="*/ 526352 w 3114960"/>
              <a:gd name="connsiteY20826" fmla="*/ 4803458 h 5143785"/>
              <a:gd name="connsiteX20827" fmla="*/ 519494 w 3114960"/>
              <a:gd name="connsiteY20827" fmla="*/ 4801172 h 5143785"/>
              <a:gd name="connsiteX20828" fmla="*/ 517017 w 3114960"/>
              <a:gd name="connsiteY20828" fmla="*/ 4784789 h 5143785"/>
              <a:gd name="connsiteX20829" fmla="*/ 533400 w 3114960"/>
              <a:gd name="connsiteY20829" fmla="*/ 4782312 h 5143785"/>
              <a:gd name="connsiteX20830" fmla="*/ 538067 w 3114960"/>
              <a:gd name="connsiteY20830" fmla="*/ 4789932 h 5143785"/>
              <a:gd name="connsiteX20831" fmla="*/ 535972 w 3114960"/>
              <a:gd name="connsiteY20831" fmla="*/ 4798600 h 5143785"/>
              <a:gd name="connsiteX20832" fmla="*/ 528352 w 3114960"/>
              <a:gd name="connsiteY20832" fmla="*/ 4803267 h 5143785"/>
              <a:gd name="connsiteX20833" fmla="*/ 528733 w 3114960"/>
              <a:gd name="connsiteY20833" fmla="*/ 5134451 h 5143785"/>
              <a:gd name="connsiteX20834" fmla="*/ 523970 w 3114960"/>
              <a:gd name="connsiteY20834" fmla="*/ 5134451 h 5143785"/>
              <a:gd name="connsiteX20835" fmla="*/ 523970 w 3114960"/>
              <a:gd name="connsiteY20835" fmla="*/ 5114449 h 5143785"/>
              <a:gd name="connsiteX20836" fmla="*/ 528733 w 3114960"/>
              <a:gd name="connsiteY20836" fmla="*/ 5114449 h 5143785"/>
              <a:gd name="connsiteX20837" fmla="*/ 528733 w 3114960"/>
              <a:gd name="connsiteY20837" fmla="*/ 5134451 h 5143785"/>
              <a:gd name="connsiteX20838" fmla="*/ 528733 w 3114960"/>
              <a:gd name="connsiteY20838" fmla="*/ 5014722 h 5143785"/>
              <a:gd name="connsiteX20839" fmla="*/ 523970 w 3114960"/>
              <a:gd name="connsiteY20839" fmla="*/ 5014722 h 5143785"/>
              <a:gd name="connsiteX20840" fmla="*/ 523970 w 3114960"/>
              <a:gd name="connsiteY20840" fmla="*/ 4994815 h 5143785"/>
              <a:gd name="connsiteX20841" fmla="*/ 528733 w 3114960"/>
              <a:gd name="connsiteY20841" fmla="*/ 4994815 h 5143785"/>
              <a:gd name="connsiteX20842" fmla="*/ 528733 w 3114960"/>
              <a:gd name="connsiteY20842" fmla="*/ 5014722 h 5143785"/>
              <a:gd name="connsiteX20843" fmla="*/ 528733 w 3114960"/>
              <a:gd name="connsiteY20843" fmla="*/ 5094542 h 5143785"/>
              <a:gd name="connsiteX20844" fmla="*/ 523970 w 3114960"/>
              <a:gd name="connsiteY20844" fmla="*/ 5094542 h 5143785"/>
              <a:gd name="connsiteX20845" fmla="*/ 523970 w 3114960"/>
              <a:gd name="connsiteY20845" fmla="*/ 5074635 h 5143785"/>
              <a:gd name="connsiteX20846" fmla="*/ 528733 w 3114960"/>
              <a:gd name="connsiteY20846" fmla="*/ 5074635 h 5143785"/>
              <a:gd name="connsiteX20847" fmla="*/ 528733 w 3114960"/>
              <a:gd name="connsiteY20847" fmla="*/ 5094542 h 5143785"/>
              <a:gd name="connsiteX20848" fmla="*/ 1101947 w 3114960"/>
              <a:gd name="connsiteY20848" fmla="*/ 2593848 h 5143785"/>
              <a:gd name="connsiteX20849" fmla="*/ 1094137 w 3114960"/>
              <a:gd name="connsiteY20849" fmla="*/ 2612898 h 5143785"/>
              <a:gd name="connsiteX20850" fmla="*/ 1102043 w 3114960"/>
              <a:gd name="connsiteY20850" fmla="*/ 2620709 h 5143785"/>
              <a:gd name="connsiteX20851" fmla="*/ 1107567 w 3114960"/>
              <a:gd name="connsiteY20851" fmla="*/ 2621756 h 5143785"/>
              <a:gd name="connsiteX20852" fmla="*/ 1113187 w 3114960"/>
              <a:gd name="connsiteY20852" fmla="*/ 2620613 h 5143785"/>
              <a:gd name="connsiteX20853" fmla="*/ 1120997 w 3114960"/>
              <a:gd name="connsiteY20853" fmla="*/ 2601563 h 5143785"/>
              <a:gd name="connsiteX20854" fmla="*/ 1119950 w 3114960"/>
              <a:gd name="connsiteY20854" fmla="*/ 2599563 h 5143785"/>
              <a:gd name="connsiteX20855" fmla="*/ 1193959 w 3114960"/>
              <a:gd name="connsiteY20855" fmla="*/ 2540413 h 5143785"/>
              <a:gd name="connsiteX20856" fmla="*/ 1221296 w 3114960"/>
              <a:gd name="connsiteY20856" fmla="*/ 2540603 h 5143785"/>
              <a:gd name="connsiteX20857" fmla="*/ 1319117 w 3114960"/>
              <a:gd name="connsiteY20857" fmla="*/ 2458974 h 5143785"/>
              <a:gd name="connsiteX20858" fmla="*/ 1326452 w 3114960"/>
              <a:gd name="connsiteY20858" fmla="*/ 2458974 h 5143785"/>
              <a:gd name="connsiteX20859" fmla="*/ 1335024 w 3114960"/>
              <a:gd name="connsiteY20859" fmla="*/ 2467166 h 5143785"/>
              <a:gd name="connsiteX20860" fmla="*/ 1361980 w 3114960"/>
              <a:gd name="connsiteY20860" fmla="*/ 2467166 h 5143785"/>
              <a:gd name="connsiteX20861" fmla="*/ 1370648 w 3114960"/>
              <a:gd name="connsiteY20861" fmla="*/ 2458498 h 5143785"/>
              <a:gd name="connsiteX20862" fmla="*/ 1370648 w 3114960"/>
              <a:gd name="connsiteY20862" fmla="*/ 2450687 h 5143785"/>
              <a:gd name="connsiteX20863" fmla="*/ 1361980 w 3114960"/>
              <a:gd name="connsiteY20863" fmla="*/ 2441924 h 5143785"/>
              <a:gd name="connsiteX20864" fmla="*/ 1335024 w 3114960"/>
              <a:gd name="connsiteY20864" fmla="*/ 2441924 h 5143785"/>
              <a:gd name="connsiteX20865" fmla="*/ 1326261 w 3114960"/>
              <a:gd name="connsiteY20865" fmla="*/ 2450687 h 5143785"/>
              <a:gd name="connsiteX20866" fmla="*/ 1326261 w 3114960"/>
              <a:gd name="connsiteY20866" fmla="*/ 2454307 h 5143785"/>
              <a:gd name="connsiteX20867" fmla="*/ 1317307 w 3114960"/>
              <a:gd name="connsiteY20867" fmla="*/ 2454307 h 5143785"/>
              <a:gd name="connsiteX20868" fmla="*/ 1219486 w 3114960"/>
              <a:gd name="connsiteY20868" fmla="*/ 2535936 h 5143785"/>
              <a:gd name="connsiteX20869" fmla="*/ 1192244 w 3114960"/>
              <a:gd name="connsiteY20869" fmla="*/ 2535746 h 5143785"/>
              <a:gd name="connsiteX20870" fmla="*/ 1116806 w 3114960"/>
              <a:gd name="connsiteY20870" fmla="*/ 2596039 h 5143785"/>
              <a:gd name="connsiteX20871" fmla="*/ 1102043 w 3114960"/>
              <a:gd name="connsiteY20871" fmla="*/ 2593848 h 5143785"/>
              <a:gd name="connsiteX20872" fmla="*/ 1331024 w 3114960"/>
              <a:gd name="connsiteY20872" fmla="*/ 2450687 h 5143785"/>
              <a:gd name="connsiteX20873" fmla="*/ 1335024 w 3114960"/>
              <a:gd name="connsiteY20873" fmla="*/ 2446687 h 5143785"/>
              <a:gd name="connsiteX20874" fmla="*/ 1361980 w 3114960"/>
              <a:gd name="connsiteY20874" fmla="*/ 2446687 h 5143785"/>
              <a:gd name="connsiteX20875" fmla="*/ 1365885 w 3114960"/>
              <a:gd name="connsiteY20875" fmla="*/ 2450687 h 5143785"/>
              <a:gd name="connsiteX20876" fmla="*/ 1365885 w 3114960"/>
              <a:gd name="connsiteY20876" fmla="*/ 2458498 h 5143785"/>
              <a:gd name="connsiteX20877" fmla="*/ 1361980 w 3114960"/>
              <a:gd name="connsiteY20877" fmla="*/ 2462403 h 5143785"/>
              <a:gd name="connsiteX20878" fmla="*/ 1335024 w 3114960"/>
              <a:gd name="connsiteY20878" fmla="*/ 2462403 h 5143785"/>
              <a:gd name="connsiteX20879" fmla="*/ 1331024 w 3114960"/>
              <a:gd name="connsiteY20879" fmla="*/ 2458498 h 5143785"/>
              <a:gd name="connsiteX20880" fmla="*/ 1331024 w 3114960"/>
              <a:gd name="connsiteY20880" fmla="*/ 2450687 h 5143785"/>
              <a:gd name="connsiteX20881" fmla="*/ 1111377 w 3114960"/>
              <a:gd name="connsiteY20881" fmla="*/ 2616232 h 5143785"/>
              <a:gd name="connsiteX20882" fmla="*/ 1103852 w 3114960"/>
              <a:gd name="connsiteY20882" fmla="*/ 2616232 h 5143785"/>
              <a:gd name="connsiteX20883" fmla="*/ 1098518 w 3114960"/>
              <a:gd name="connsiteY20883" fmla="*/ 2610993 h 5143785"/>
              <a:gd name="connsiteX20884" fmla="*/ 1103757 w 3114960"/>
              <a:gd name="connsiteY20884" fmla="*/ 2598134 h 5143785"/>
              <a:gd name="connsiteX20885" fmla="*/ 1107567 w 3114960"/>
              <a:gd name="connsiteY20885" fmla="*/ 2597372 h 5143785"/>
              <a:gd name="connsiteX20886" fmla="*/ 1116616 w 3114960"/>
              <a:gd name="connsiteY20886" fmla="*/ 2603373 h 5143785"/>
              <a:gd name="connsiteX20887" fmla="*/ 1111377 w 3114960"/>
              <a:gd name="connsiteY20887" fmla="*/ 2616137 h 5143785"/>
              <a:gd name="connsiteX20888" fmla="*/ 533400 w 3114960"/>
              <a:gd name="connsiteY20888" fmla="*/ 4791837 h 5143785"/>
              <a:gd name="connsiteX20889" fmla="*/ 526352 w 3114960"/>
              <a:gd name="connsiteY20889" fmla="*/ 4798886 h 5143785"/>
              <a:gd name="connsiteX20890" fmla="*/ 519303 w 3114960"/>
              <a:gd name="connsiteY20890" fmla="*/ 4791837 h 5143785"/>
              <a:gd name="connsiteX20891" fmla="*/ 526352 w 3114960"/>
              <a:gd name="connsiteY20891" fmla="*/ 4784789 h 5143785"/>
              <a:gd name="connsiteX20892" fmla="*/ 533400 w 3114960"/>
              <a:gd name="connsiteY20892" fmla="*/ 4791837 h 5143785"/>
              <a:gd name="connsiteX20893" fmla="*/ 223838 w 3114960"/>
              <a:gd name="connsiteY20893" fmla="*/ 1475518 h 5143785"/>
              <a:gd name="connsiteX20894" fmla="*/ 208217 w 3114960"/>
              <a:gd name="connsiteY20894" fmla="*/ 1461326 h 5143785"/>
              <a:gd name="connsiteX20895" fmla="*/ 128492 w 3114960"/>
              <a:gd name="connsiteY20895" fmla="*/ 1461326 h 5143785"/>
              <a:gd name="connsiteX20896" fmla="*/ 104870 w 3114960"/>
              <a:gd name="connsiteY20896" fmla="*/ 1478375 h 5143785"/>
              <a:gd name="connsiteX20897" fmla="*/ 102680 w 3114960"/>
              <a:gd name="connsiteY20897" fmla="*/ 1477804 h 5143785"/>
              <a:gd name="connsiteX20898" fmla="*/ 78867 w 3114960"/>
              <a:gd name="connsiteY20898" fmla="*/ 1477804 h 5143785"/>
              <a:gd name="connsiteX20899" fmla="*/ 77343 w 3114960"/>
              <a:gd name="connsiteY20899" fmla="*/ 1478090 h 5143785"/>
              <a:gd name="connsiteX20900" fmla="*/ 59341 w 3114960"/>
              <a:gd name="connsiteY20900" fmla="*/ 1463993 h 5143785"/>
              <a:gd name="connsiteX20901" fmla="*/ 8096 w 3114960"/>
              <a:gd name="connsiteY20901" fmla="*/ 1464278 h 5143785"/>
              <a:gd name="connsiteX20902" fmla="*/ 95 w 3114960"/>
              <a:gd name="connsiteY20902" fmla="*/ 1471422 h 5143785"/>
              <a:gd name="connsiteX20903" fmla="*/ 95 w 3114960"/>
              <a:gd name="connsiteY20903" fmla="*/ 1477804 h 5143785"/>
              <a:gd name="connsiteX20904" fmla="*/ 9906 w 3114960"/>
              <a:gd name="connsiteY20904" fmla="*/ 1469041 h 5143785"/>
              <a:gd name="connsiteX20905" fmla="*/ 57722 w 3114960"/>
              <a:gd name="connsiteY20905" fmla="*/ 1468755 h 5143785"/>
              <a:gd name="connsiteX20906" fmla="*/ 74009 w 3114960"/>
              <a:gd name="connsiteY20906" fmla="*/ 1481519 h 5143785"/>
              <a:gd name="connsiteX20907" fmla="*/ 73724 w 3114960"/>
              <a:gd name="connsiteY20907" fmla="*/ 1482852 h 5143785"/>
              <a:gd name="connsiteX20908" fmla="*/ 73724 w 3114960"/>
              <a:gd name="connsiteY20908" fmla="*/ 1492949 h 5143785"/>
              <a:gd name="connsiteX20909" fmla="*/ 78867 w 3114960"/>
              <a:gd name="connsiteY20909" fmla="*/ 1498092 h 5143785"/>
              <a:gd name="connsiteX20910" fmla="*/ 102680 w 3114960"/>
              <a:gd name="connsiteY20910" fmla="*/ 1498092 h 5143785"/>
              <a:gd name="connsiteX20911" fmla="*/ 107823 w 3114960"/>
              <a:gd name="connsiteY20911" fmla="*/ 1492949 h 5143785"/>
              <a:gd name="connsiteX20912" fmla="*/ 107823 w 3114960"/>
              <a:gd name="connsiteY20912" fmla="*/ 1482852 h 5143785"/>
              <a:gd name="connsiteX20913" fmla="*/ 107633 w 3114960"/>
              <a:gd name="connsiteY20913" fmla="*/ 1482185 h 5143785"/>
              <a:gd name="connsiteX20914" fmla="*/ 130016 w 3114960"/>
              <a:gd name="connsiteY20914" fmla="*/ 1465898 h 5143785"/>
              <a:gd name="connsiteX20915" fmla="*/ 206312 w 3114960"/>
              <a:gd name="connsiteY20915" fmla="*/ 1465898 h 5143785"/>
              <a:gd name="connsiteX20916" fmla="*/ 221933 w 3114960"/>
              <a:gd name="connsiteY20916" fmla="*/ 1480185 h 5143785"/>
              <a:gd name="connsiteX20917" fmla="*/ 309658 w 3114960"/>
              <a:gd name="connsiteY20917" fmla="*/ 1480185 h 5143785"/>
              <a:gd name="connsiteX20918" fmla="*/ 331851 w 3114960"/>
              <a:gd name="connsiteY20918" fmla="*/ 1504474 h 5143785"/>
              <a:gd name="connsiteX20919" fmla="*/ 326898 w 3114960"/>
              <a:gd name="connsiteY20919" fmla="*/ 1514761 h 5143785"/>
              <a:gd name="connsiteX20920" fmla="*/ 340328 w 3114960"/>
              <a:gd name="connsiteY20920" fmla="*/ 1528191 h 5143785"/>
              <a:gd name="connsiteX20921" fmla="*/ 353759 w 3114960"/>
              <a:gd name="connsiteY20921" fmla="*/ 1514761 h 5143785"/>
              <a:gd name="connsiteX20922" fmla="*/ 340328 w 3114960"/>
              <a:gd name="connsiteY20922" fmla="*/ 1501331 h 5143785"/>
              <a:gd name="connsiteX20923" fmla="*/ 335756 w 3114960"/>
              <a:gd name="connsiteY20923" fmla="*/ 1502188 h 5143785"/>
              <a:gd name="connsiteX20924" fmla="*/ 335947 w 3114960"/>
              <a:gd name="connsiteY20924" fmla="*/ 1501997 h 5143785"/>
              <a:gd name="connsiteX20925" fmla="*/ 311658 w 3114960"/>
              <a:gd name="connsiteY20925" fmla="*/ 1475232 h 5143785"/>
              <a:gd name="connsiteX20926" fmla="*/ 223647 w 3114960"/>
              <a:gd name="connsiteY20926" fmla="*/ 1475232 h 5143785"/>
              <a:gd name="connsiteX20927" fmla="*/ 80486 w 3114960"/>
              <a:gd name="connsiteY20927" fmla="*/ 1493044 h 5143785"/>
              <a:gd name="connsiteX20928" fmla="*/ 78486 w 3114960"/>
              <a:gd name="connsiteY20928" fmla="*/ 1493044 h 5143785"/>
              <a:gd name="connsiteX20929" fmla="*/ 78867 w 3114960"/>
              <a:gd name="connsiteY20929" fmla="*/ 1482566 h 5143785"/>
              <a:gd name="connsiteX20930" fmla="*/ 80486 w 3114960"/>
              <a:gd name="connsiteY20930" fmla="*/ 1482566 h 5143785"/>
              <a:gd name="connsiteX20931" fmla="*/ 80486 w 3114960"/>
              <a:gd name="connsiteY20931" fmla="*/ 1493044 h 5143785"/>
              <a:gd name="connsiteX20932" fmla="*/ 93345 w 3114960"/>
              <a:gd name="connsiteY20932" fmla="*/ 1493234 h 5143785"/>
              <a:gd name="connsiteX20933" fmla="*/ 88678 w 3114960"/>
              <a:gd name="connsiteY20933" fmla="*/ 1493234 h 5143785"/>
              <a:gd name="connsiteX20934" fmla="*/ 88678 w 3114960"/>
              <a:gd name="connsiteY20934" fmla="*/ 1482757 h 5143785"/>
              <a:gd name="connsiteX20935" fmla="*/ 93345 w 3114960"/>
              <a:gd name="connsiteY20935" fmla="*/ 1482757 h 5143785"/>
              <a:gd name="connsiteX20936" fmla="*/ 93345 w 3114960"/>
              <a:gd name="connsiteY20936" fmla="*/ 1493234 h 5143785"/>
              <a:gd name="connsiteX20937" fmla="*/ 103061 w 3114960"/>
              <a:gd name="connsiteY20937" fmla="*/ 1493044 h 5143785"/>
              <a:gd name="connsiteX20938" fmla="*/ 102680 w 3114960"/>
              <a:gd name="connsiteY20938" fmla="*/ 1493425 h 5143785"/>
              <a:gd name="connsiteX20939" fmla="*/ 101822 w 3114960"/>
              <a:gd name="connsiteY20939" fmla="*/ 1493425 h 5143785"/>
              <a:gd name="connsiteX20940" fmla="*/ 101822 w 3114960"/>
              <a:gd name="connsiteY20940" fmla="*/ 1483043 h 5143785"/>
              <a:gd name="connsiteX20941" fmla="*/ 102965 w 3114960"/>
              <a:gd name="connsiteY20941" fmla="*/ 1483043 h 5143785"/>
              <a:gd name="connsiteX20942" fmla="*/ 102965 w 3114960"/>
              <a:gd name="connsiteY20942" fmla="*/ 1493139 h 5143785"/>
              <a:gd name="connsiteX20943" fmla="*/ 340424 w 3114960"/>
              <a:gd name="connsiteY20943" fmla="*/ 1506188 h 5143785"/>
              <a:gd name="connsiteX20944" fmla="*/ 349091 w 3114960"/>
              <a:gd name="connsiteY20944" fmla="*/ 1514856 h 5143785"/>
              <a:gd name="connsiteX20945" fmla="*/ 340424 w 3114960"/>
              <a:gd name="connsiteY20945" fmla="*/ 1523524 h 5143785"/>
              <a:gd name="connsiteX20946" fmla="*/ 331756 w 3114960"/>
              <a:gd name="connsiteY20946" fmla="*/ 1514856 h 5143785"/>
              <a:gd name="connsiteX20947" fmla="*/ 340424 w 3114960"/>
              <a:gd name="connsiteY20947" fmla="*/ 1506188 h 5143785"/>
              <a:gd name="connsiteX20948" fmla="*/ 1345597 w 3114960"/>
              <a:gd name="connsiteY20948" fmla="*/ 95 h 5143785"/>
              <a:gd name="connsiteX20949" fmla="*/ 1345597 w 3114960"/>
              <a:gd name="connsiteY20949" fmla="*/ 78391 h 5143785"/>
              <a:gd name="connsiteX20950" fmla="*/ 1356551 w 3114960"/>
              <a:gd name="connsiteY20950" fmla="*/ 89726 h 5143785"/>
              <a:gd name="connsiteX20951" fmla="*/ 1356551 w 3114960"/>
              <a:gd name="connsiteY20951" fmla="*/ 169069 h 5143785"/>
              <a:gd name="connsiteX20952" fmla="*/ 1345597 w 3114960"/>
              <a:gd name="connsiteY20952" fmla="*/ 181070 h 5143785"/>
              <a:gd name="connsiteX20953" fmla="*/ 1287685 w 3114960"/>
              <a:gd name="connsiteY20953" fmla="*/ 181070 h 5143785"/>
              <a:gd name="connsiteX20954" fmla="*/ 1279112 w 3114960"/>
              <a:gd name="connsiteY20954" fmla="*/ 170688 h 5143785"/>
              <a:gd name="connsiteX20955" fmla="*/ 1229487 w 3114960"/>
              <a:gd name="connsiteY20955" fmla="*/ 170688 h 5143785"/>
              <a:gd name="connsiteX20956" fmla="*/ 1229487 w 3114960"/>
              <a:gd name="connsiteY20956" fmla="*/ 165830 h 5143785"/>
              <a:gd name="connsiteX20957" fmla="*/ 1222629 w 3114960"/>
              <a:gd name="connsiteY20957" fmla="*/ 158972 h 5143785"/>
              <a:gd name="connsiteX20958" fmla="*/ 1208246 w 3114960"/>
              <a:gd name="connsiteY20958" fmla="*/ 158972 h 5143785"/>
              <a:gd name="connsiteX20959" fmla="*/ 1201388 w 3114960"/>
              <a:gd name="connsiteY20959" fmla="*/ 165830 h 5143785"/>
              <a:gd name="connsiteX20960" fmla="*/ 1201388 w 3114960"/>
              <a:gd name="connsiteY20960" fmla="*/ 180213 h 5143785"/>
              <a:gd name="connsiteX20961" fmla="*/ 1208246 w 3114960"/>
              <a:gd name="connsiteY20961" fmla="*/ 187071 h 5143785"/>
              <a:gd name="connsiteX20962" fmla="*/ 1211866 w 3114960"/>
              <a:gd name="connsiteY20962" fmla="*/ 187071 h 5143785"/>
              <a:gd name="connsiteX20963" fmla="*/ 1211866 w 3114960"/>
              <a:gd name="connsiteY20963" fmla="*/ 191072 h 5143785"/>
              <a:gd name="connsiteX20964" fmla="*/ 1219010 w 3114960"/>
              <a:gd name="connsiteY20964" fmla="*/ 191072 h 5143785"/>
              <a:gd name="connsiteX20965" fmla="*/ 1219010 w 3114960"/>
              <a:gd name="connsiteY20965" fmla="*/ 187071 h 5143785"/>
              <a:gd name="connsiteX20966" fmla="*/ 1222724 w 3114960"/>
              <a:gd name="connsiteY20966" fmla="*/ 187071 h 5143785"/>
              <a:gd name="connsiteX20967" fmla="*/ 1229582 w 3114960"/>
              <a:gd name="connsiteY20967" fmla="*/ 180213 h 5143785"/>
              <a:gd name="connsiteX20968" fmla="*/ 1229582 w 3114960"/>
              <a:gd name="connsiteY20968" fmla="*/ 175355 h 5143785"/>
              <a:gd name="connsiteX20969" fmla="*/ 1277017 w 3114960"/>
              <a:gd name="connsiteY20969" fmla="*/ 175355 h 5143785"/>
              <a:gd name="connsiteX20970" fmla="*/ 1285589 w 3114960"/>
              <a:gd name="connsiteY20970" fmla="*/ 185738 h 5143785"/>
              <a:gd name="connsiteX20971" fmla="*/ 1346168 w 3114960"/>
              <a:gd name="connsiteY20971" fmla="*/ 185738 h 5143785"/>
              <a:gd name="connsiteX20972" fmla="*/ 1359122 w 3114960"/>
              <a:gd name="connsiteY20972" fmla="*/ 195644 h 5143785"/>
              <a:gd name="connsiteX20973" fmla="*/ 1372553 w 3114960"/>
              <a:gd name="connsiteY20973" fmla="*/ 182213 h 5143785"/>
              <a:gd name="connsiteX20974" fmla="*/ 1361503 w 3114960"/>
              <a:gd name="connsiteY20974" fmla="*/ 168974 h 5143785"/>
              <a:gd name="connsiteX20975" fmla="*/ 1361503 w 3114960"/>
              <a:gd name="connsiteY20975" fmla="*/ 87630 h 5143785"/>
              <a:gd name="connsiteX20976" fmla="*/ 1350550 w 3114960"/>
              <a:gd name="connsiteY20976" fmla="*/ 76295 h 5143785"/>
              <a:gd name="connsiteX20977" fmla="*/ 1350550 w 3114960"/>
              <a:gd name="connsiteY20977" fmla="*/ 95 h 5143785"/>
              <a:gd name="connsiteX20978" fmla="*/ 1345787 w 3114960"/>
              <a:gd name="connsiteY20978" fmla="*/ 95 h 5143785"/>
              <a:gd name="connsiteX20979" fmla="*/ 1224725 w 3114960"/>
              <a:gd name="connsiteY20979" fmla="*/ 180404 h 5143785"/>
              <a:gd name="connsiteX20980" fmla="*/ 1222629 w 3114960"/>
              <a:gd name="connsiteY20980" fmla="*/ 182499 h 5143785"/>
              <a:gd name="connsiteX20981" fmla="*/ 1208246 w 3114960"/>
              <a:gd name="connsiteY20981" fmla="*/ 182499 h 5143785"/>
              <a:gd name="connsiteX20982" fmla="*/ 1206151 w 3114960"/>
              <a:gd name="connsiteY20982" fmla="*/ 180404 h 5143785"/>
              <a:gd name="connsiteX20983" fmla="*/ 1206151 w 3114960"/>
              <a:gd name="connsiteY20983" fmla="*/ 166021 h 5143785"/>
              <a:gd name="connsiteX20984" fmla="*/ 1208246 w 3114960"/>
              <a:gd name="connsiteY20984" fmla="*/ 163925 h 5143785"/>
              <a:gd name="connsiteX20985" fmla="*/ 1222629 w 3114960"/>
              <a:gd name="connsiteY20985" fmla="*/ 163925 h 5143785"/>
              <a:gd name="connsiteX20986" fmla="*/ 1224725 w 3114960"/>
              <a:gd name="connsiteY20986" fmla="*/ 166021 h 5143785"/>
              <a:gd name="connsiteX20987" fmla="*/ 1224725 w 3114960"/>
              <a:gd name="connsiteY20987" fmla="*/ 180404 h 5143785"/>
              <a:gd name="connsiteX20988" fmla="*/ 1367600 w 3114960"/>
              <a:gd name="connsiteY20988" fmla="*/ 182308 h 5143785"/>
              <a:gd name="connsiteX20989" fmla="*/ 1358932 w 3114960"/>
              <a:gd name="connsiteY20989" fmla="*/ 190976 h 5143785"/>
              <a:gd name="connsiteX20990" fmla="*/ 1350264 w 3114960"/>
              <a:gd name="connsiteY20990" fmla="*/ 182308 h 5143785"/>
              <a:gd name="connsiteX20991" fmla="*/ 1358932 w 3114960"/>
              <a:gd name="connsiteY20991" fmla="*/ 173641 h 5143785"/>
              <a:gd name="connsiteX20992" fmla="*/ 1367600 w 3114960"/>
              <a:gd name="connsiteY20992" fmla="*/ 182308 h 5143785"/>
              <a:gd name="connsiteX20993" fmla="*/ 1149668 w 3114960"/>
              <a:gd name="connsiteY20993" fmla="*/ 200978 h 5143785"/>
              <a:gd name="connsiteX20994" fmla="*/ 1142524 w 3114960"/>
              <a:gd name="connsiteY20994" fmla="*/ 200978 h 5143785"/>
              <a:gd name="connsiteX20995" fmla="*/ 1142524 w 3114960"/>
              <a:gd name="connsiteY20995" fmla="*/ 190691 h 5143785"/>
              <a:gd name="connsiteX20996" fmla="*/ 1149668 w 3114960"/>
              <a:gd name="connsiteY20996" fmla="*/ 190691 h 5143785"/>
              <a:gd name="connsiteX20997" fmla="*/ 1149668 w 3114960"/>
              <a:gd name="connsiteY20997" fmla="*/ 200978 h 5143785"/>
              <a:gd name="connsiteX20998" fmla="*/ 1400080 w 3114960"/>
              <a:gd name="connsiteY20998" fmla="*/ 95 h 5143785"/>
              <a:gd name="connsiteX20999" fmla="*/ 1404842 w 3114960"/>
              <a:gd name="connsiteY20999" fmla="*/ 95 h 5143785"/>
              <a:gd name="connsiteX21000" fmla="*/ 1404842 w 3114960"/>
              <a:gd name="connsiteY21000" fmla="*/ 40481 h 5143785"/>
              <a:gd name="connsiteX21001" fmla="*/ 1393889 w 3114960"/>
              <a:gd name="connsiteY21001" fmla="*/ 51816 h 5143785"/>
              <a:gd name="connsiteX21002" fmla="*/ 1393889 w 3114960"/>
              <a:gd name="connsiteY21002" fmla="*/ 128969 h 5143785"/>
              <a:gd name="connsiteX21003" fmla="*/ 1402556 w 3114960"/>
              <a:gd name="connsiteY21003" fmla="*/ 139541 h 5143785"/>
              <a:gd name="connsiteX21004" fmla="*/ 1391507 w 3114960"/>
              <a:gd name="connsiteY21004" fmla="*/ 150590 h 5143785"/>
              <a:gd name="connsiteX21005" fmla="*/ 1380458 w 3114960"/>
              <a:gd name="connsiteY21005" fmla="*/ 139541 h 5143785"/>
              <a:gd name="connsiteX21006" fmla="*/ 1389126 w 3114960"/>
              <a:gd name="connsiteY21006" fmla="*/ 128969 h 5143785"/>
              <a:gd name="connsiteX21007" fmla="*/ 1389126 w 3114960"/>
              <a:gd name="connsiteY21007" fmla="*/ 49816 h 5143785"/>
              <a:gd name="connsiteX21008" fmla="*/ 1400080 w 3114960"/>
              <a:gd name="connsiteY21008" fmla="*/ 38481 h 5143785"/>
              <a:gd name="connsiteX21009" fmla="*/ 1400080 w 3114960"/>
              <a:gd name="connsiteY21009" fmla="*/ 95 h 5143785"/>
              <a:gd name="connsiteX21010" fmla="*/ 1323213 w 3114960"/>
              <a:gd name="connsiteY21010" fmla="*/ 33338 h 5143785"/>
              <a:gd name="connsiteX21011" fmla="*/ 1323213 w 3114960"/>
              <a:gd name="connsiteY21011" fmla="*/ 95 h 5143785"/>
              <a:gd name="connsiteX21012" fmla="*/ 1318451 w 3114960"/>
              <a:gd name="connsiteY21012" fmla="*/ 95 h 5143785"/>
              <a:gd name="connsiteX21013" fmla="*/ 1318451 w 3114960"/>
              <a:gd name="connsiteY21013" fmla="*/ 31337 h 5143785"/>
              <a:gd name="connsiteX21014" fmla="*/ 1307402 w 3114960"/>
              <a:gd name="connsiteY21014" fmla="*/ 42672 h 5143785"/>
              <a:gd name="connsiteX21015" fmla="*/ 1307402 w 3114960"/>
              <a:gd name="connsiteY21015" fmla="*/ 126873 h 5143785"/>
              <a:gd name="connsiteX21016" fmla="*/ 1296353 w 3114960"/>
              <a:gd name="connsiteY21016" fmla="*/ 140113 h 5143785"/>
              <a:gd name="connsiteX21017" fmla="*/ 1309783 w 3114960"/>
              <a:gd name="connsiteY21017" fmla="*/ 153543 h 5143785"/>
              <a:gd name="connsiteX21018" fmla="*/ 1323213 w 3114960"/>
              <a:gd name="connsiteY21018" fmla="*/ 140113 h 5143785"/>
              <a:gd name="connsiteX21019" fmla="*/ 1312164 w 3114960"/>
              <a:gd name="connsiteY21019" fmla="*/ 126873 h 5143785"/>
              <a:gd name="connsiteX21020" fmla="*/ 1312164 w 3114960"/>
              <a:gd name="connsiteY21020" fmla="*/ 44577 h 5143785"/>
              <a:gd name="connsiteX21021" fmla="*/ 1323118 w 3114960"/>
              <a:gd name="connsiteY21021" fmla="*/ 33242 h 5143785"/>
              <a:gd name="connsiteX21022" fmla="*/ 1318641 w 3114960"/>
              <a:gd name="connsiteY21022" fmla="*/ 140113 h 5143785"/>
              <a:gd name="connsiteX21023" fmla="*/ 1309973 w 3114960"/>
              <a:gd name="connsiteY21023" fmla="*/ 148781 h 5143785"/>
              <a:gd name="connsiteX21024" fmla="*/ 1301306 w 3114960"/>
              <a:gd name="connsiteY21024" fmla="*/ 140113 h 5143785"/>
              <a:gd name="connsiteX21025" fmla="*/ 1309973 w 3114960"/>
              <a:gd name="connsiteY21025" fmla="*/ 131445 h 5143785"/>
              <a:gd name="connsiteX21026" fmla="*/ 1318641 w 3114960"/>
              <a:gd name="connsiteY21026" fmla="*/ 140113 h 5143785"/>
              <a:gd name="connsiteX21027" fmla="*/ 1221296 w 3114960"/>
              <a:gd name="connsiteY21027" fmla="*/ 169736 h 5143785"/>
              <a:gd name="connsiteX21028" fmla="*/ 1221296 w 3114960"/>
              <a:gd name="connsiteY21028" fmla="*/ 176498 h 5143785"/>
              <a:gd name="connsiteX21029" fmla="*/ 1218819 w 3114960"/>
              <a:gd name="connsiteY21029" fmla="*/ 178975 h 5143785"/>
              <a:gd name="connsiteX21030" fmla="*/ 1212056 w 3114960"/>
              <a:gd name="connsiteY21030" fmla="*/ 178975 h 5143785"/>
              <a:gd name="connsiteX21031" fmla="*/ 1209580 w 3114960"/>
              <a:gd name="connsiteY21031" fmla="*/ 176498 h 5143785"/>
              <a:gd name="connsiteX21032" fmla="*/ 1209580 w 3114960"/>
              <a:gd name="connsiteY21032" fmla="*/ 169736 h 5143785"/>
              <a:gd name="connsiteX21033" fmla="*/ 1212056 w 3114960"/>
              <a:gd name="connsiteY21033" fmla="*/ 167259 h 5143785"/>
              <a:gd name="connsiteX21034" fmla="*/ 1218819 w 3114960"/>
              <a:gd name="connsiteY21034" fmla="*/ 167259 h 5143785"/>
              <a:gd name="connsiteX21035" fmla="*/ 1221296 w 3114960"/>
              <a:gd name="connsiteY21035" fmla="*/ 169736 h 5143785"/>
              <a:gd name="connsiteX21036" fmla="*/ 64770 w 3114960"/>
              <a:gd name="connsiteY21036" fmla="*/ 1712786 h 5143785"/>
              <a:gd name="connsiteX21037" fmla="*/ 64770 w 3114960"/>
              <a:gd name="connsiteY21037" fmla="*/ 1715453 h 5143785"/>
              <a:gd name="connsiteX21038" fmla="*/ 69914 w 3114960"/>
              <a:gd name="connsiteY21038" fmla="*/ 1720596 h 5143785"/>
              <a:gd name="connsiteX21039" fmla="*/ 80010 w 3114960"/>
              <a:gd name="connsiteY21039" fmla="*/ 1720596 h 5143785"/>
              <a:gd name="connsiteX21040" fmla="*/ 85154 w 3114960"/>
              <a:gd name="connsiteY21040" fmla="*/ 1715453 h 5143785"/>
              <a:gd name="connsiteX21041" fmla="*/ 85154 w 3114960"/>
              <a:gd name="connsiteY21041" fmla="*/ 1696307 h 5143785"/>
              <a:gd name="connsiteX21042" fmla="*/ 149924 w 3114960"/>
              <a:gd name="connsiteY21042" fmla="*/ 1696307 h 5143785"/>
              <a:gd name="connsiteX21043" fmla="*/ 166973 w 3114960"/>
              <a:gd name="connsiteY21043" fmla="*/ 1713262 h 5143785"/>
              <a:gd name="connsiteX21044" fmla="*/ 258318 w 3114960"/>
              <a:gd name="connsiteY21044" fmla="*/ 1713262 h 5143785"/>
              <a:gd name="connsiteX21045" fmla="*/ 295656 w 3114960"/>
              <a:gd name="connsiteY21045" fmla="*/ 1673257 h 5143785"/>
              <a:gd name="connsiteX21046" fmla="*/ 327279 w 3114960"/>
              <a:gd name="connsiteY21046" fmla="*/ 1672971 h 5143785"/>
              <a:gd name="connsiteX21047" fmla="*/ 340519 w 3114960"/>
              <a:gd name="connsiteY21047" fmla="*/ 1684020 h 5143785"/>
              <a:gd name="connsiteX21048" fmla="*/ 353949 w 3114960"/>
              <a:gd name="connsiteY21048" fmla="*/ 1670590 h 5143785"/>
              <a:gd name="connsiteX21049" fmla="*/ 340519 w 3114960"/>
              <a:gd name="connsiteY21049" fmla="*/ 1657160 h 5143785"/>
              <a:gd name="connsiteX21050" fmla="*/ 327279 w 3114960"/>
              <a:gd name="connsiteY21050" fmla="*/ 1668209 h 5143785"/>
              <a:gd name="connsiteX21051" fmla="*/ 293561 w 3114960"/>
              <a:gd name="connsiteY21051" fmla="*/ 1668494 h 5143785"/>
              <a:gd name="connsiteX21052" fmla="*/ 256223 w 3114960"/>
              <a:gd name="connsiteY21052" fmla="*/ 1708499 h 5143785"/>
              <a:gd name="connsiteX21053" fmla="*/ 168974 w 3114960"/>
              <a:gd name="connsiteY21053" fmla="*/ 1708499 h 5143785"/>
              <a:gd name="connsiteX21054" fmla="*/ 151924 w 3114960"/>
              <a:gd name="connsiteY21054" fmla="*/ 1691545 h 5143785"/>
              <a:gd name="connsiteX21055" fmla="*/ 85154 w 3114960"/>
              <a:gd name="connsiteY21055" fmla="*/ 1691545 h 5143785"/>
              <a:gd name="connsiteX21056" fmla="*/ 80105 w 3114960"/>
              <a:gd name="connsiteY21056" fmla="*/ 1686592 h 5143785"/>
              <a:gd name="connsiteX21057" fmla="*/ 70009 w 3114960"/>
              <a:gd name="connsiteY21057" fmla="*/ 1686592 h 5143785"/>
              <a:gd name="connsiteX21058" fmla="*/ 64865 w 3114960"/>
              <a:gd name="connsiteY21058" fmla="*/ 1691735 h 5143785"/>
              <a:gd name="connsiteX21059" fmla="*/ 64865 w 3114960"/>
              <a:gd name="connsiteY21059" fmla="*/ 1708023 h 5143785"/>
              <a:gd name="connsiteX21060" fmla="*/ 95 w 3114960"/>
              <a:gd name="connsiteY21060" fmla="*/ 1708023 h 5143785"/>
              <a:gd name="connsiteX21061" fmla="*/ 95 w 3114960"/>
              <a:gd name="connsiteY21061" fmla="*/ 1712786 h 5143785"/>
              <a:gd name="connsiteX21062" fmla="*/ 64770 w 3114960"/>
              <a:gd name="connsiteY21062" fmla="*/ 1712786 h 5143785"/>
              <a:gd name="connsiteX21063" fmla="*/ 340424 w 3114960"/>
              <a:gd name="connsiteY21063" fmla="*/ 1662017 h 5143785"/>
              <a:gd name="connsiteX21064" fmla="*/ 349091 w 3114960"/>
              <a:gd name="connsiteY21064" fmla="*/ 1670685 h 5143785"/>
              <a:gd name="connsiteX21065" fmla="*/ 340424 w 3114960"/>
              <a:gd name="connsiteY21065" fmla="*/ 1679353 h 5143785"/>
              <a:gd name="connsiteX21066" fmla="*/ 331756 w 3114960"/>
              <a:gd name="connsiteY21066" fmla="*/ 1670685 h 5143785"/>
              <a:gd name="connsiteX21067" fmla="*/ 340424 w 3114960"/>
              <a:gd name="connsiteY21067" fmla="*/ 1662017 h 5143785"/>
              <a:gd name="connsiteX21068" fmla="*/ 69914 w 3114960"/>
              <a:gd name="connsiteY21068" fmla="*/ 1691354 h 5143785"/>
              <a:gd name="connsiteX21069" fmla="*/ 80010 w 3114960"/>
              <a:gd name="connsiteY21069" fmla="*/ 1691354 h 5143785"/>
              <a:gd name="connsiteX21070" fmla="*/ 80391 w 3114960"/>
              <a:gd name="connsiteY21070" fmla="*/ 1691735 h 5143785"/>
              <a:gd name="connsiteX21071" fmla="*/ 80391 w 3114960"/>
              <a:gd name="connsiteY21071" fmla="*/ 1692593 h 5143785"/>
              <a:gd name="connsiteX21072" fmla="*/ 70009 w 3114960"/>
              <a:gd name="connsiteY21072" fmla="*/ 1692593 h 5143785"/>
              <a:gd name="connsiteX21073" fmla="*/ 70009 w 3114960"/>
              <a:gd name="connsiteY21073" fmla="*/ 1691450 h 5143785"/>
              <a:gd name="connsiteX21074" fmla="*/ 69818 w 3114960"/>
              <a:gd name="connsiteY21074" fmla="*/ 1701070 h 5143785"/>
              <a:gd name="connsiteX21075" fmla="*/ 80201 w 3114960"/>
              <a:gd name="connsiteY21075" fmla="*/ 1701070 h 5143785"/>
              <a:gd name="connsiteX21076" fmla="*/ 80201 w 3114960"/>
              <a:gd name="connsiteY21076" fmla="*/ 1705737 h 5143785"/>
              <a:gd name="connsiteX21077" fmla="*/ 69723 w 3114960"/>
              <a:gd name="connsiteY21077" fmla="*/ 1705737 h 5143785"/>
              <a:gd name="connsiteX21078" fmla="*/ 69723 w 3114960"/>
              <a:gd name="connsiteY21078" fmla="*/ 1701070 h 5143785"/>
              <a:gd name="connsiteX21079" fmla="*/ 69628 w 3114960"/>
              <a:gd name="connsiteY21079" fmla="*/ 1713833 h 5143785"/>
              <a:gd name="connsiteX21080" fmla="*/ 80010 w 3114960"/>
              <a:gd name="connsiteY21080" fmla="*/ 1713833 h 5143785"/>
              <a:gd name="connsiteX21081" fmla="*/ 80010 w 3114960"/>
              <a:gd name="connsiteY21081" fmla="*/ 1715834 h 5143785"/>
              <a:gd name="connsiteX21082" fmla="*/ 69533 w 3114960"/>
              <a:gd name="connsiteY21082" fmla="*/ 1715453 h 5143785"/>
              <a:gd name="connsiteX21083" fmla="*/ 69533 w 3114960"/>
              <a:gd name="connsiteY21083" fmla="*/ 1713833 h 5143785"/>
              <a:gd name="connsiteX21084" fmla="*/ 852964 w 3114960"/>
              <a:gd name="connsiteY21084" fmla="*/ 4541425 h 5143785"/>
              <a:gd name="connsiteX21085" fmla="*/ 846487 w 3114960"/>
              <a:gd name="connsiteY21085" fmla="*/ 4534186 h 5143785"/>
              <a:gd name="connsiteX21086" fmla="*/ 836867 w 3114960"/>
              <a:gd name="connsiteY21086" fmla="*/ 4533614 h 5143785"/>
              <a:gd name="connsiteX21087" fmla="*/ 829151 w 3114960"/>
              <a:gd name="connsiteY21087" fmla="*/ 4549712 h 5143785"/>
              <a:gd name="connsiteX21088" fmla="*/ 841058 w 3114960"/>
              <a:gd name="connsiteY21088" fmla="*/ 4558189 h 5143785"/>
              <a:gd name="connsiteX21089" fmla="*/ 845249 w 3114960"/>
              <a:gd name="connsiteY21089" fmla="*/ 4557522 h 5143785"/>
              <a:gd name="connsiteX21090" fmla="*/ 846296 w 3114960"/>
              <a:gd name="connsiteY21090" fmla="*/ 4557046 h 5143785"/>
              <a:gd name="connsiteX21091" fmla="*/ 937832 w 3114960"/>
              <a:gd name="connsiteY21091" fmla="*/ 4663345 h 5143785"/>
              <a:gd name="connsiteX21092" fmla="*/ 937832 w 3114960"/>
              <a:gd name="connsiteY21092" fmla="*/ 4714589 h 5143785"/>
              <a:gd name="connsiteX21093" fmla="*/ 933069 w 3114960"/>
              <a:gd name="connsiteY21093" fmla="*/ 4714589 h 5143785"/>
              <a:gd name="connsiteX21094" fmla="*/ 928021 w 3114960"/>
              <a:gd name="connsiteY21094" fmla="*/ 4719638 h 5143785"/>
              <a:gd name="connsiteX21095" fmla="*/ 928021 w 3114960"/>
              <a:gd name="connsiteY21095" fmla="*/ 4732496 h 5143785"/>
              <a:gd name="connsiteX21096" fmla="*/ 933069 w 3114960"/>
              <a:gd name="connsiteY21096" fmla="*/ 4737545 h 5143785"/>
              <a:gd name="connsiteX21097" fmla="*/ 937832 w 3114960"/>
              <a:gd name="connsiteY21097" fmla="*/ 4737545 h 5143785"/>
              <a:gd name="connsiteX21098" fmla="*/ 937546 w 3114960"/>
              <a:gd name="connsiteY21098" fmla="*/ 4816317 h 5143785"/>
              <a:gd name="connsiteX21099" fmla="*/ 970407 w 3114960"/>
              <a:gd name="connsiteY21099" fmla="*/ 4855179 h 5143785"/>
              <a:gd name="connsiteX21100" fmla="*/ 970217 w 3114960"/>
              <a:gd name="connsiteY21100" fmla="*/ 4856226 h 5143785"/>
              <a:gd name="connsiteX21101" fmla="*/ 970217 w 3114960"/>
              <a:gd name="connsiteY21101" fmla="*/ 4869180 h 5143785"/>
              <a:gd name="connsiteX21102" fmla="*/ 975265 w 3114960"/>
              <a:gd name="connsiteY21102" fmla="*/ 4874229 h 5143785"/>
              <a:gd name="connsiteX21103" fmla="*/ 988219 w 3114960"/>
              <a:gd name="connsiteY21103" fmla="*/ 4874229 h 5143785"/>
              <a:gd name="connsiteX21104" fmla="*/ 993267 w 3114960"/>
              <a:gd name="connsiteY21104" fmla="*/ 4869180 h 5143785"/>
              <a:gd name="connsiteX21105" fmla="*/ 993267 w 3114960"/>
              <a:gd name="connsiteY21105" fmla="*/ 4856226 h 5143785"/>
              <a:gd name="connsiteX21106" fmla="*/ 988219 w 3114960"/>
              <a:gd name="connsiteY21106" fmla="*/ 4851178 h 5143785"/>
              <a:gd name="connsiteX21107" fmla="*/ 975265 w 3114960"/>
              <a:gd name="connsiteY21107" fmla="*/ 4851178 h 5143785"/>
              <a:gd name="connsiteX21108" fmla="*/ 973550 w 3114960"/>
              <a:gd name="connsiteY21108" fmla="*/ 4851559 h 5143785"/>
              <a:gd name="connsiteX21109" fmla="*/ 942308 w 3114960"/>
              <a:gd name="connsiteY21109" fmla="*/ 4814602 h 5143785"/>
              <a:gd name="connsiteX21110" fmla="*/ 942594 w 3114960"/>
              <a:gd name="connsiteY21110" fmla="*/ 4737545 h 5143785"/>
              <a:gd name="connsiteX21111" fmla="*/ 946023 w 3114960"/>
              <a:gd name="connsiteY21111" fmla="*/ 4737545 h 5143785"/>
              <a:gd name="connsiteX21112" fmla="*/ 951071 w 3114960"/>
              <a:gd name="connsiteY21112" fmla="*/ 4732496 h 5143785"/>
              <a:gd name="connsiteX21113" fmla="*/ 951071 w 3114960"/>
              <a:gd name="connsiteY21113" fmla="*/ 4719638 h 5143785"/>
              <a:gd name="connsiteX21114" fmla="*/ 946023 w 3114960"/>
              <a:gd name="connsiteY21114" fmla="*/ 4714589 h 5143785"/>
              <a:gd name="connsiteX21115" fmla="*/ 942594 w 3114960"/>
              <a:gd name="connsiteY21115" fmla="*/ 4714589 h 5143785"/>
              <a:gd name="connsiteX21116" fmla="*/ 942594 w 3114960"/>
              <a:gd name="connsiteY21116" fmla="*/ 4661535 h 5143785"/>
              <a:gd name="connsiteX21117" fmla="*/ 850106 w 3114960"/>
              <a:gd name="connsiteY21117" fmla="*/ 4554188 h 5143785"/>
              <a:gd name="connsiteX21118" fmla="*/ 852869 w 3114960"/>
              <a:gd name="connsiteY21118" fmla="*/ 4541330 h 5143785"/>
              <a:gd name="connsiteX21119" fmla="*/ 975360 w 3114960"/>
              <a:gd name="connsiteY21119" fmla="*/ 4856036 h 5143785"/>
              <a:gd name="connsiteX21120" fmla="*/ 988600 w 3114960"/>
              <a:gd name="connsiteY21120" fmla="*/ 4856321 h 5143785"/>
              <a:gd name="connsiteX21121" fmla="*/ 988600 w 3114960"/>
              <a:gd name="connsiteY21121" fmla="*/ 4869276 h 5143785"/>
              <a:gd name="connsiteX21122" fmla="*/ 988314 w 3114960"/>
              <a:gd name="connsiteY21122" fmla="*/ 4869561 h 5143785"/>
              <a:gd name="connsiteX21123" fmla="*/ 975074 w 3114960"/>
              <a:gd name="connsiteY21123" fmla="*/ 4869276 h 5143785"/>
              <a:gd name="connsiteX21124" fmla="*/ 975360 w 3114960"/>
              <a:gd name="connsiteY21124" fmla="*/ 4856036 h 5143785"/>
              <a:gd name="connsiteX21125" fmla="*/ 946404 w 3114960"/>
              <a:gd name="connsiteY21125" fmla="*/ 4719638 h 5143785"/>
              <a:gd name="connsiteX21126" fmla="*/ 946404 w 3114960"/>
              <a:gd name="connsiteY21126" fmla="*/ 4732496 h 5143785"/>
              <a:gd name="connsiteX21127" fmla="*/ 946118 w 3114960"/>
              <a:gd name="connsiteY21127" fmla="*/ 4732782 h 5143785"/>
              <a:gd name="connsiteX21128" fmla="*/ 932879 w 3114960"/>
              <a:gd name="connsiteY21128" fmla="*/ 4732496 h 5143785"/>
              <a:gd name="connsiteX21129" fmla="*/ 933164 w 3114960"/>
              <a:gd name="connsiteY21129" fmla="*/ 4719257 h 5143785"/>
              <a:gd name="connsiteX21130" fmla="*/ 946404 w 3114960"/>
              <a:gd name="connsiteY21130" fmla="*/ 4719543 h 5143785"/>
              <a:gd name="connsiteX21131" fmla="*/ 843629 w 3114960"/>
              <a:gd name="connsiteY21131" fmla="*/ 4552950 h 5143785"/>
              <a:gd name="connsiteX21132" fmla="*/ 833628 w 3114960"/>
              <a:gd name="connsiteY21132" fmla="*/ 4548093 h 5143785"/>
              <a:gd name="connsiteX21133" fmla="*/ 838486 w 3114960"/>
              <a:gd name="connsiteY21133" fmla="*/ 4538091 h 5143785"/>
              <a:gd name="connsiteX21134" fmla="*/ 841058 w 3114960"/>
              <a:gd name="connsiteY21134" fmla="*/ 4537615 h 5143785"/>
              <a:gd name="connsiteX21135" fmla="*/ 848487 w 3114960"/>
              <a:gd name="connsiteY21135" fmla="*/ 4542854 h 5143785"/>
              <a:gd name="connsiteX21136" fmla="*/ 843629 w 3114960"/>
              <a:gd name="connsiteY21136" fmla="*/ 4552855 h 5143785"/>
              <a:gd name="connsiteX21137" fmla="*/ 729234 w 3114960"/>
              <a:gd name="connsiteY21137" fmla="*/ 4541044 h 5143785"/>
              <a:gd name="connsiteX21138" fmla="*/ 722757 w 3114960"/>
              <a:gd name="connsiteY21138" fmla="*/ 4533805 h 5143785"/>
              <a:gd name="connsiteX21139" fmla="*/ 713137 w 3114960"/>
              <a:gd name="connsiteY21139" fmla="*/ 4533234 h 5143785"/>
              <a:gd name="connsiteX21140" fmla="*/ 705422 w 3114960"/>
              <a:gd name="connsiteY21140" fmla="*/ 4549331 h 5143785"/>
              <a:gd name="connsiteX21141" fmla="*/ 717328 w 3114960"/>
              <a:gd name="connsiteY21141" fmla="*/ 4557808 h 5143785"/>
              <a:gd name="connsiteX21142" fmla="*/ 721519 w 3114960"/>
              <a:gd name="connsiteY21142" fmla="*/ 4557141 h 5143785"/>
              <a:gd name="connsiteX21143" fmla="*/ 724281 w 3114960"/>
              <a:gd name="connsiteY21143" fmla="*/ 4555522 h 5143785"/>
              <a:gd name="connsiteX21144" fmla="*/ 855345 w 3114960"/>
              <a:gd name="connsiteY21144" fmla="*/ 4707541 h 5143785"/>
              <a:gd name="connsiteX21145" fmla="*/ 855345 w 3114960"/>
              <a:gd name="connsiteY21145" fmla="*/ 4794028 h 5143785"/>
              <a:gd name="connsiteX21146" fmla="*/ 850964 w 3114960"/>
              <a:gd name="connsiteY21146" fmla="*/ 4794028 h 5143785"/>
              <a:gd name="connsiteX21147" fmla="*/ 845915 w 3114960"/>
              <a:gd name="connsiteY21147" fmla="*/ 4799076 h 5143785"/>
              <a:gd name="connsiteX21148" fmla="*/ 845915 w 3114960"/>
              <a:gd name="connsiteY21148" fmla="*/ 4812030 h 5143785"/>
              <a:gd name="connsiteX21149" fmla="*/ 850964 w 3114960"/>
              <a:gd name="connsiteY21149" fmla="*/ 4817079 h 5143785"/>
              <a:gd name="connsiteX21150" fmla="*/ 863918 w 3114960"/>
              <a:gd name="connsiteY21150" fmla="*/ 4817079 h 5143785"/>
              <a:gd name="connsiteX21151" fmla="*/ 868966 w 3114960"/>
              <a:gd name="connsiteY21151" fmla="*/ 4812030 h 5143785"/>
              <a:gd name="connsiteX21152" fmla="*/ 868966 w 3114960"/>
              <a:gd name="connsiteY21152" fmla="*/ 4799076 h 5143785"/>
              <a:gd name="connsiteX21153" fmla="*/ 863918 w 3114960"/>
              <a:gd name="connsiteY21153" fmla="*/ 4794028 h 5143785"/>
              <a:gd name="connsiteX21154" fmla="*/ 860298 w 3114960"/>
              <a:gd name="connsiteY21154" fmla="*/ 4794028 h 5143785"/>
              <a:gd name="connsiteX21155" fmla="*/ 860298 w 3114960"/>
              <a:gd name="connsiteY21155" fmla="*/ 4705731 h 5143785"/>
              <a:gd name="connsiteX21156" fmla="*/ 727710 w 3114960"/>
              <a:gd name="connsiteY21156" fmla="*/ 4552093 h 5143785"/>
              <a:gd name="connsiteX21157" fmla="*/ 728758 w 3114960"/>
              <a:gd name="connsiteY21157" fmla="*/ 4550664 h 5143785"/>
              <a:gd name="connsiteX21158" fmla="*/ 729329 w 3114960"/>
              <a:gd name="connsiteY21158" fmla="*/ 4541044 h 5143785"/>
              <a:gd name="connsiteX21159" fmla="*/ 719900 w 3114960"/>
              <a:gd name="connsiteY21159" fmla="*/ 4552569 h 5143785"/>
              <a:gd name="connsiteX21160" fmla="*/ 713899 w 3114960"/>
              <a:gd name="connsiteY21160" fmla="*/ 4552188 h 5143785"/>
              <a:gd name="connsiteX21161" fmla="*/ 709898 w 3114960"/>
              <a:gd name="connsiteY21161" fmla="*/ 4547712 h 5143785"/>
              <a:gd name="connsiteX21162" fmla="*/ 714756 w 3114960"/>
              <a:gd name="connsiteY21162" fmla="*/ 4537710 h 5143785"/>
              <a:gd name="connsiteX21163" fmla="*/ 717328 w 3114960"/>
              <a:gd name="connsiteY21163" fmla="*/ 4537234 h 5143785"/>
              <a:gd name="connsiteX21164" fmla="*/ 720757 w 3114960"/>
              <a:gd name="connsiteY21164" fmla="*/ 4537996 h 5143785"/>
              <a:gd name="connsiteX21165" fmla="*/ 724757 w 3114960"/>
              <a:gd name="connsiteY21165" fmla="*/ 4542473 h 5143785"/>
              <a:gd name="connsiteX21166" fmla="*/ 719900 w 3114960"/>
              <a:gd name="connsiteY21166" fmla="*/ 4552474 h 5143785"/>
              <a:gd name="connsiteX21167" fmla="*/ 864108 w 3114960"/>
              <a:gd name="connsiteY21167" fmla="*/ 4799076 h 5143785"/>
              <a:gd name="connsiteX21168" fmla="*/ 864108 w 3114960"/>
              <a:gd name="connsiteY21168" fmla="*/ 4812030 h 5143785"/>
              <a:gd name="connsiteX21169" fmla="*/ 863822 w 3114960"/>
              <a:gd name="connsiteY21169" fmla="*/ 4812316 h 5143785"/>
              <a:gd name="connsiteX21170" fmla="*/ 850583 w 3114960"/>
              <a:gd name="connsiteY21170" fmla="*/ 4812030 h 5143785"/>
              <a:gd name="connsiteX21171" fmla="*/ 850868 w 3114960"/>
              <a:gd name="connsiteY21171" fmla="*/ 4798790 h 5143785"/>
              <a:gd name="connsiteX21172" fmla="*/ 864108 w 3114960"/>
              <a:gd name="connsiteY21172" fmla="*/ 4799076 h 5143785"/>
              <a:gd name="connsiteX21173" fmla="*/ 559975 w 3114960"/>
              <a:gd name="connsiteY21173" fmla="*/ 4438650 h 5143785"/>
              <a:gd name="connsiteX21174" fmla="*/ 566738 w 3114960"/>
              <a:gd name="connsiteY21174" fmla="*/ 4432745 h 5143785"/>
              <a:gd name="connsiteX21175" fmla="*/ 571500 w 3114960"/>
              <a:gd name="connsiteY21175" fmla="*/ 4438079 h 5143785"/>
              <a:gd name="connsiteX21176" fmla="*/ 564737 w 3114960"/>
              <a:gd name="connsiteY21176" fmla="*/ 4443984 h 5143785"/>
              <a:gd name="connsiteX21177" fmla="*/ 559975 w 3114960"/>
              <a:gd name="connsiteY21177" fmla="*/ 4438650 h 5143785"/>
              <a:gd name="connsiteX21178" fmla="*/ 1241298 w 3114960"/>
              <a:gd name="connsiteY21178" fmla="*/ 34100 h 5143785"/>
              <a:gd name="connsiteX21179" fmla="*/ 1252252 w 3114960"/>
              <a:gd name="connsiteY21179" fmla="*/ 45434 h 5143785"/>
              <a:gd name="connsiteX21180" fmla="*/ 1252252 w 3114960"/>
              <a:gd name="connsiteY21180" fmla="*/ 127826 h 5143785"/>
              <a:gd name="connsiteX21181" fmla="*/ 1241774 w 3114960"/>
              <a:gd name="connsiteY21181" fmla="*/ 140208 h 5143785"/>
              <a:gd name="connsiteX21182" fmla="*/ 1254633 w 3114960"/>
              <a:gd name="connsiteY21182" fmla="*/ 153067 h 5143785"/>
              <a:gd name="connsiteX21183" fmla="*/ 1267492 w 3114960"/>
              <a:gd name="connsiteY21183" fmla="*/ 140208 h 5143785"/>
              <a:gd name="connsiteX21184" fmla="*/ 1257014 w 3114960"/>
              <a:gd name="connsiteY21184" fmla="*/ 127826 h 5143785"/>
              <a:gd name="connsiteX21185" fmla="*/ 1257014 w 3114960"/>
              <a:gd name="connsiteY21185" fmla="*/ 43434 h 5143785"/>
              <a:gd name="connsiteX21186" fmla="*/ 1246061 w 3114960"/>
              <a:gd name="connsiteY21186" fmla="*/ 32099 h 5143785"/>
              <a:gd name="connsiteX21187" fmla="*/ 1246061 w 3114960"/>
              <a:gd name="connsiteY21187" fmla="*/ 95 h 5143785"/>
              <a:gd name="connsiteX21188" fmla="*/ 1241298 w 3114960"/>
              <a:gd name="connsiteY21188" fmla="*/ 95 h 5143785"/>
              <a:gd name="connsiteX21189" fmla="*/ 1241298 w 3114960"/>
              <a:gd name="connsiteY21189" fmla="*/ 34100 h 5143785"/>
              <a:gd name="connsiteX21190" fmla="*/ 1262729 w 3114960"/>
              <a:gd name="connsiteY21190" fmla="*/ 140113 h 5143785"/>
              <a:gd name="connsiteX21191" fmla="*/ 1254633 w 3114960"/>
              <a:gd name="connsiteY21191" fmla="*/ 148209 h 5143785"/>
              <a:gd name="connsiteX21192" fmla="*/ 1246537 w 3114960"/>
              <a:gd name="connsiteY21192" fmla="*/ 140113 h 5143785"/>
              <a:gd name="connsiteX21193" fmla="*/ 1254633 w 3114960"/>
              <a:gd name="connsiteY21193" fmla="*/ 132017 h 5143785"/>
              <a:gd name="connsiteX21194" fmla="*/ 1262729 w 3114960"/>
              <a:gd name="connsiteY21194" fmla="*/ 140113 h 5143785"/>
              <a:gd name="connsiteX21195" fmla="*/ 573405 w 3114960"/>
              <a:gd name="connsiteY21195" fmla="*/ 4426744 h 5143785"/>
              <a:gd name="connsiteX21196" fmla="*/ 580168 w 3114960"/>
              <a:gd name="connsiteY21196" fmla="*/ 4420838 h 5143785"/>
              <a:gd name="connsiteX21197" fmla="*/ 584930 w 3114960"/>
              <a:gd name="connsiteY21197" fmla="*/ 4426172 h 5143785"/>
              <a:gd name="connsiteX21198" fmla="*/ 578168 w 3114960"/>
              <a:gd name="connsiteY21198" fmla="*/ 4432078 h 5143785"/>
              <a:gd name="connsiteX21199" fmla="*/ 573405 w 3114960"/>
              <a:gd name="connsiteY21199" fmla="*/ 4426744 h 5143785"/>
              <a:gd name="connsiteX21200" fmla="*/ 644938 w 3114960"/>
              <a:gd name="connsiteY21200" fmla="*/ 4510278 h 5143785"/>
              <a:gd name="connsiteX21201" fmla="*/ 631889 w 3114960"/>
              <a:gd name="connsiteY21201" fmla="*/ 4503992 h 5143785"/>
              <a:gd name="connsiteX21202" fmla="*/ 625602 w 3114960"/>
              <a:gd name="connsiteY21202" fmla="*/ 4517041 h 5143785"/>
              <a:gd name="connsiteX21203" fmla="*/ 638651 w 3114960"/>
              <a:gd name="connsiteY21203" fmla="*/ 4523328 h 5143785"/>
              <a:gd name="connsiteX21204" fmla="*/ 640080 w 3114960"/>
              <a:gd name="connsiteY21204" fmla="*/ 4522470 h 5143785"/>
              <a:gd name="connsiteX21205" fmla="*/ 809339 w 3114960"/>
              <a:gd name="connsiteY21205" fmla="*/ 4718685 h 5143785"/>
              <a:gd name="connsiteX21206" fmla="*/ 809339 w 3114960"/>
              <a:gd name="connsiteY21206" fmla="*/ 4806792 h 5143785"/>
              <a:gd name="connsiteX21207" fmla="*/ 855154 w 3114960"/>
              <a:gd name="connsiteY21207" fmla="*/ 4857560 h 5143785"/>
              <a:gd name="connsiteX21208" fmla="*/ 868680 w 3114960"/>
              <a:gd name="connsiteY21208" fmla="*/ 4857560 h 5143785"/>
              <a:gd name="connsiteX21209" fmla="*/ 868680 w 3114960"/>
              <a:gd name="connsiteY21209" fmla="*/ 4861846 h 5143785"/>
              <a:gd name="connsiteX21210" fmla="*/ 873728 w 3114960"/>
              <a:gd name="connsiteY21210" fmla="*/ 4866894 h 5143785"/>
              <a:gd name="connsiteX21211" fmla="*/ 886682 w 3114960"/>
              <a:gd name="connsiteY21211" fmla="*/ 4866894 h 5143785"/>
              <a:gd name="connsiteX21212" fmla="*/ 891731 w 3114960"/>
              <a:gd name="connsiteY21212" fmla="*/ 4861846 h 5143785"/>
              <a:gd name="connsiteX21213" fmla="*/ 891731 w 3114960"/>
              <a:gd name="connsiteY21213" fmla="*/ 4848892 h 5143785"/>
              <a:gd name="connsiteX21214" fmla="*/ 886682 w 3114960"/>
              <a:gd name="connsiteY21214" fmla="*/ 4843844 h 5143785"/>
              <a:gd name="connsiteX21215" fmla="*/ 873728 w 3114960"/>
              <a:gd name="connsiteY21215" fmla="*/ 4843844 h 5143785"/>
              <a:gd name="connsiteX21216" fmla="*/ 868680 w 3114960"/>
              <a:gd name="connsiteY21216" fmla="*/ 4848892 h 5143785"/>
              <a:gd name="connsiteX21217" fmla="*/ 868680 w 3114960"/>
              <a:gd name="connsiteY21217" fmla="*/ 4852797 h 5143785"/>
              <a:gd name="connsiteX21218" fmla="*/ 857250 w 3114960"/>
              <a:gd name="connsiteY21218" fmla="*/ 4852797 h 5143785"/>
              <a:gd name="connsiteX21219" fmla="*/ 814102 w 3114960"/>
              <a:gd name="connsiteY21219" fmla="*/ 4804982 h 5143785"/>
              <a:gd name="connsiteX21220" fmla="*/ 814102 w 3114960"/>
              <a:gd name="connsiteY21220" fmla="*/ 4716971 h 5143785"/>
              <a:gd name="connsiteX21221" fmla="*/ 643604 w 3114960"/>
              <a:gd name="connsiteY21221" fmla="*/ 4519327 h 5143785"/>
              <a:gd name="connsiteX21222" fmla="*/ 644938 w 3114960"/>
              <a:gd name="connsiteY21222" fmla="*/ 4510278 h 5143785"/>
              <a:gd name="connsiteX21223" fmla="*/ 873824 w 3114960"/>
              <a:gd name="connsiteY21223" fmla="*/ 4848511 h 5143785"/>
              <a:gd name="connsiteX21224" fmla="*/ 887063 w 3114960"/>
              <a:gd name="connsiteY21224" fmla="*/ 4848797 h 5143785"/>
              <a:gd name="connsiteX21225" fmla="*/ 887063 w 3114960"/>
              <a:gd name="connsiteY21225" fmla="*/ 4861751 h 5143785"/>
              <a:gd name="connsiteX21226" fmla="*/ 886777 w 3114960"/>
              <a:gd name="connsiteY21226" fmla="*/ 4862037 h 5143785"/>
              <a:gd name="connsiteX21227" fmla="*/ 873538 w 3114960"/>
              <a:gd name="connsiteY21227" fmla="*/ 4861751 h 5143785"/>
              <a:gd name="connsiteX21228" fmla="*/ 873824 w 3114960"/>
              <a:gd name="connsiteY21228" fmla="*/ 4848511 h 5143785"/>
              <a:gd name="connsiteX21229" fmla="*/ 553307 w 3114960"/>
              <a:gd name="connsiteY21229" fmla="*/ 4444556 h 5143785"/>
              <a:gd name="connsiteX21230" fmla="*/ 551402 w 3114960"/>
              <a:gd name="connsiteY21230" fmla="*/ 4446175 h 5143785"/>
              <a:gd name="connsiteX21231" fmla="*/ 545878 w 3114960"/>
              <a:gd name="connsiteY21231" fmla="*/ 4444270 h 5143785"/>
              <a:gd name="connsiteX21232" fmla="*/ 536067 w 3114960"/>
              <a:gd name="connsiteY21232" fmla="*/ 4454081 h 5143785"/>
              <a:gd name="connsiteX21233" fmla="*/ 545878 w 3114960"/>
              <a:gd name="connsiteY21233" fmla="*/ 4463796 h 5143785"/>
              <a:gd name="connsiteX21234" fmla="*/ 555593 w 3114960"/>
              <a:gd name="connsiteY21234" fmla="*/ 4454081 h 5143785"/>
              <a:gd name="connsiteX21235" fmla="*/ 555212 w 3114960"/>
              <a:gd name="connsiteY21235" fmla="*/ 4452271 h 5143785"/>
              <a:gd name="connsiteX21236" fmla="*/ 557879 w 3114960"/>
              <a:gd name="connsiteY21236" fmla="*/ 4449890 h 5143785"/>
              <a:gd name="connsiteX21237" fmla="*/ 553117 w 3114960"/>
              <a:gd name="connsiteY21237" fmla="*/ 4444556 h 5143785"/>
              <a:gd name="connsiteX21238" fmla="*/ 545878 w 3114960"/>
              <a:gd name="connsiteY21238" fmla="*/ 4459034 h 5143785"/>
              <a:gd name="connsiteX21239" fmla="*/ 540830 w 3114960"/>
              <a:gd name="connsiteY21239" fmla="*/ 4454081 h 5143785"/>
              <a:gd name="connsiteX21240" fmla="*/ 545878 w 3114960"/>
              <a:gd name="connsiteY21240" fmla="*/ 4449032 h 5143785"/>
              <a:gd name="connsiteX21241" fmla="*/ 550831 w 3114960"/>
              <a:gd name="connsiteY21241" fmla="*/ 4454081 h 5143785"/>
              <a:gd name="connsiteX21242" fmla="*/ 545878 w 3114960"/>
              <a:gd name="connsiteY21242" fmla="*/ 4459034 h 5143785"/>
              <a:gd name="connsiteX21243" fmla="*/ 1526857 w 3114960"/>
              <a:gd name="connsiteY21243" fmla="*/ 2124266 h 5143785"/>
              <a:gd name="connsiteX21244" fmla="*/ 1532953 w 3114960"/>
              <a:gd name="connsiteY21244" fmla="*/ 2124266 h 5143785"/>
              <a:gd name="connsiteX21245" fmla="*/ 1532953 w 3114960"/>
              <a:gd name="connsiteY21245" fmla="*/ 2130362 h 5143785"/>
              <a:gd name="connsiteX21246" fmla="*/ 1526857 w 3114960"/>
              <a:gd name="connsiteY21246" fmla="*/ 2130362 h 5143785"/>
              <a:gd name="connsiteX21247" fmla="*/ 1526857 w 3114960"/>
              <a:gd name="connsiteY21247" fmla="*/ 2124266 h 5143785"/>
              <a:gd name="connsiteX21248" fmla="*/ 1453134 w 3114960"/>
              <a:gd name="connsiteY21248" fmla="*/ 45625 h 5143785"/>
              <a:gd name="connsiteX21249" fmla="*/ 1453134 w 3114960"/>
              <a:gd name="connsiteY21249" fmla="*/ 95 h 5143785"/>
              <a:gd name="connsiteX21250" fmla="*/ 1448372 w 3114960"/>
              <a:gd name="connsiteY21250" fmla="*/ 95 h 5143785"/>
              <a:gd name="connsiteX21251" fmla="*/ 1448372 w 3114960"/>
              <a:gd name="connsiteY21251" fmla="*/ 43720 h 5143785"/>
              <a:gd name="connsiteX21252" fmla="*/ 1437418 w 3114960"/>
              <a:gd name="connsiteY21252" fmla="*/ 55055 h 5143785"/>
              <a:gd name="connsiteX21253" fmla="*/ 1437418 w 3114960"/>
              <a:gd name="connsiteY21253" fmla="*/ 131540 h 5143785"/>
              <a:gd name="connsiteX21254" fmla="*/ 1426369 w 3114960"/>
              <a:gd name="connsiteY21254" fmla="*/ 144780 h 5143785"/>
              <a:gd name="connsiteX21255" fmla="*/ 1439799 w 3114960"/>
              <a:gd name="connsiteY21255" fmla="*/ 158210 h 5143785"/>
              <a:gd name="connsiteX21256" fmla="*/ 1453229 w 3114960"/>
              <a:gd name="connsiteY21256" fmla="*/ 144780 h 5143785"/>
              <a:gd name="connsiteX21257" fmla="*/ 1442180 w 3114960"/>
              <a:gd name="connsiteY21257" fmla="*/ 131540 h 5143785"/>
              <a:gd name="connsiteX21258" fmla="*/ 1442180 w 3114960"/>
              <a:gd name="connsiteY21258" fmla="*/ 57055 h 5143785"/>
              <a:gd name="connsiteX21259" fmla="*/ 1453134 w 3114960"/>
              <a:gd name="connsiteY21259" fmla="*/ 45720 h 5143785"/>
              <a:gd name="connsiteX21260" fmla="*/ 1448467 w 3114960"/>
              <a:gd name="connsiteY21260" fmla="*/ 144685 h 5143785"/>
              <a:gd name="connsiteX21261" fmla="*/ 1439799 w 3114960"/>
              <a:gd name="connsiteY21261" fmla="*/ 153353 h 5143785"/>
              <a:gd name="connsiteX21262" fmla="*/ 1431131 w 3114960"/>
              <a:gd name="connsiteY21262" fmla="*/ 144685 h 5143785"/>
              <a:gd name="connsiteX21263" fmla="*/ 1439799 w 3114960"/>
              <a:gd name="connsiteY21263" fmla="*/ 136017 h 5143785"/>
              <a:gd name="connsiteX21264" fmla="*/ 1448467 w 3114960"/>
              <a:gd name="connsiteY21264" fmla="*/ 144685 h 5143785"/>
              <a:gd name="connsiteX21265" fmla="*/ 1215676 w 3114960"/>
              <a:gd name="connsiteY21265" fmla="*/ 4842891 h 5143785"/>
              <a:gd name="connsiteX21266" fmla="*/ 1215676 w 3114960"/>
              <a:gd name="connsiteY21266" fmla="*/ 4833938 h 5143785"/>
              <a:gd name="connsiteX21267" fmla="*/ 1218343 w 3114960"/>
              <a:gd name="connsiteY21267" fmla="*/ 4831271 h 5143785"/>
              <a:gd name="connsiteX21268" fmla="*/ 1227296 w 3114960"/>
              <a:gd name="connsiteY21268" fmla="*/ 4831271 h 5143785"/>
              <a:gd name="connsiteX21269" fmla="*/ 1229963 w 3114960"/>
              <a:gd name="connsiteY21269" fmla="*/ 4833938 h 5143785"/>
              <a:gd name="connsiteX21270" fmla="*/ 1229963 w 3114960"/>
              <a:gd name="connsiteY21270" fmla="*/ 4842891 h 5143785"/>
              <a:gd name="connsiteX21271" fmla="*/ 1227296 w 3114960"/>
              <a:gd name="connsiteY21271" fmla="*/ 4845558 h 5143785"/>
              <a:gd name="connsiteX21272" fmla="*/ 1218343 w 3114960"/>
              <a:gd name="connsiteY21272" fmla="*/ 4845558 h 5143785"/>
              <a:gd name="connsiteX21273" fmla="*/ 1215676 w 3114960"/>
              <a:gd name="connsiteY21273" fmla="*/ 4842891 h 5143785"/>
              <a:gd name="connsiteX21274" fmla="*/ 1237583 w 3114960"/>
              <a:gd name="connsiteY21274" fmla="*/ 4640295 h 5143785"/>
              <a:gd name="connsiteX21275" fmla="*/ 1224534 w 3114960"/>
              <a:gd name="connsiteY21275" fmla="*/ 4634008 h 5143785"/>
              <a:gd name="connsiteX21276" fmla="*/ 1218248 w 3114960"/>
              <a:gd name="connsiteY21276" fmla="*/ 4647057 h 5143785"/>
              <a:gd name="connsiteX21277" fmla="*/ 1231297 w 3114960"/>
              <a:gd name="connsiteY21277" fmla="*/ 4653344 h 5143785"/>
              <a:gd name="connsiteX21278" fmla="*/ 1232345 w 3114960"/>
              <a:gd name="connsiteY21278" fmla="*/ 4652677 h 5143785"/>
              <a:gd name="connsiteX21279" fmla="*/ 1269492 w 3114960"/>
              <a:gd name="connsiteY21279" fmla="*/ 4698683 h 5143785"/>
              <a:gd name="connsiteX21280" fmla="*/ 1269492 w 3114960"/>
              <a:gd name="connsiteY21280" fmla="*/ 4858512 h 5143785"/>
              <a:gd name="connsiteX21281" fmla="*/ 1282160 w 3114960"/>
              <a:gd name="connsiteY21281" fmla="*/ 4872323 h 5143785"/>
              <a:gd name="connsiteX21282" fmla="*/ 1307306 w 3114960"/>
              <a:gd name="connsiteY21282" fmla="*/ 4872323 h 5143785"/>
              <a:gd name="connsiteX21283" fmla="*/ 1319117 w 3114960"/>
              <a:gd name="connsiteY21283" fmla="*/ 4856512 h 5143785"/>
              <a:gd name="connsiteX21284" fmla="*/ 1319689 w 3114960"/>
              <a:gd name="connsiteY21284" fmla="*/ 4756785 h 5143785"/>
              <a:gd name="connsiteX21285" fmla="*/ 1339596 w 3114960"/>
              <a:gd name="connsiteY21285" fmla="*/ 4732306 h 5143785"/>
              <a:gd name="connsiteX21286" fmla="*/ 1341406 w 3114960"/>
              <a:gd name="connsiteY21286" fmla="*/ 4733354 h 5143785"/>
              <a:gd name="connsiteX21287" fmla="*/ 1345597 w 3114960"/>
              <a:gd name="connsiteY21287" fmla="*/ 4734020 h 5143785"/>
              <a:gd name="connsiteX21288" fmla="*/ 1357503 w 3114960"/>
              <a:gd name="connsiteY21288" fmla="*/ 4725543 h 5143785"/>
              <a:gd name="connsiteX21289" fmla="*/ 1356932 w 3114960"/>
              <a:gd name="connsiteY21289" fmla="*/ 4715923 h 5143785"/>
              <a:gd name="connsiteX21290" fmla="*/ 1349693 w 3114960"/>
              <a:gd name="connsiteY21290" fmla="*/ 4709446 h 5143785"/>
              <a:gd name="connsiteX21291" fmla="*/ 1340072 w 3114960"/>
              <a:gd name="connsiteY21291" fmla="*/ 4710018 h 5143785"/>
              <a:gd name="connsiteX21292" fmla="*/ 1333595 w 3114960"/>
              <a:gd name="connsiteY21292" fmla="*/ 4717256 h 5143785"/>
              <a:gd name="connsiteX21293" fmla="*/ 1334167 w 3114960"/>
              <a:gd name="connsiteY21293" fmla="*/ 4726877 h 5143785"/>
              <a:gd name="connsiteX21294" fmla="*/ 1335977 w 3114960"/>
              <a:gd name="connsiteY21294" fmla="*/ 4729258 h 5143785"/>
              <a:gd name="connsiteX21295" fmla="*/ 1315022 w 3114960"/>
              <a:gd name="connsiteY21295" fmla="*/ 4755071 h 5143785"/>
              <a:gd name="connsiteX21296" fmla="*/ 1314450 w 3114960"/>
              <a:gd name="connsiteY21296" fmla="*/ 4854893 h 5143785"/>
              <a:gd name="connsiteX21297" fmla="*/ 1305020 w 3114960"/>
              <a:gd name="connsiteY21297" fmla="*/ 4867561 h 5143785"/>
              <a:gd name="connsiteX21298" fmla="*/ 1284256 w 3114960"/>
              <a:gd name="connsiteY21298" fmla="*/ 4867561 h 5143785"/>
              <a:gd name="connsiteX21299" fmla="*/ 1274159 w 3114960"/>
              <a:gd name="connsiteY21299" fmla="*/ 4856607 h 5143785"/>
              <a:gd name="connsiteX21300" fmla="*/ 1274159 w 3114960"/>
              <a:gd name="connsiteY21300" fmla="*/ 4696968 h 5143785"/>
              <a:gd name="connsiteX21301" fmla="*/ 1236059 w 3114960"/>
              <a:gd name="connsiteY21301" fmla="*/ 4649629 h 5143785"/>
              <a:gd name="connsiteX21302" fmla="*/ 1237678 w 3114960"/>
              <a:gd name="connsiteY21302" fmla="*/ 4640295 h 5143785"/>
              <a:gd name="connsiteX21303" fmla="*/ 1338167 w 3114960"/>
              <a:gd name="connsiteY21303" fmla="*/ 4718876 h 5143785"/>
              <a:gd name="connsiteX21304" fmla="*/ 1342168 w 3114960"/>
              <a:gd name="connsiteY21304" fmla="*/ 4714399 h 5143785"/>
              <a:gd name="connsiteX21305" fmla="*/ 1345597 w 3114960"/>
              <a:gd name="connsiteY21305" fmla="*/ 4713637 h 5143785"/>
              <a:gd name="connsiteX21306" fmla="*/ 1348169 w 3114960"/>
              <a:gd name="connsiteY21306" fmla="*/ 4714113 h 5143785"/>
              <a:gd name="connsiteX21307" fmla="*/ 1353026 w 3114960"/>
              <a:gd name="connsiteY21307" fmla="*/ 4724114 h 5143785"/>
              <a:gd name="connsiteX21308" fmla="*/ 1343025 w 3114960"/>
              <a:gd name="connsiteY21308" fmla="*/ 4728972 h 5143785"/>
              <a:gd name="connsiteX21309" fmla="*/ 1338167 w 3114960"/>
              <a:gd name="connsiteY21309" fmla="*/ 4718971 h 5143785"/>
              <a:gd name="connsiteX21310" fmla="*/ 1189863 w 3114960"/>
              <a:gd name="connsiteY21310" fmla="*/ 4640866 h 5143785"/>
              <a:gd name="connsiteX21311" fmla="*/ 1173766 w 3114960"/>
              <a:gd name="connsiteY21311" fmla="*/ 4633151 h 5143785"/>
              <a:gd name="connsiteX21312" fmla="*/ 1166051 w 3114960"/>
              <a:gd name="connsiteY21312" fmla="*/ 4649248 h 5143785"/>
              <a:gd name="connsiteX21313" fmla="*/ 1177957 w 3114960"/>
              <a:gd name="connsiteY21313" fmla="*/ 4657725 h 5143785"/>
              <a:gd name="connsiteX21314" fmla="*/ 1182148 w 3114960"/>
              <a:gd name="connsiteY21314" fmla="*/ 4657059 h 5143785"/>
              <a:gd name="connsiteX21315" fmla="*/ 1184053 w 3114960"/>
              <a:gd name="connsiteY21315" fmla="*/ 4656106 h 5143785"/>
              <a:gd name="connsiteX21316" fmla="*/ 1219867 w 3114960"/>
              <a:gd name="connsiteY21316" fmla="*/ 4699445 h 5143785"/>
              <a:gd name="connsiteX21317" fmla="*/ 1220153 w 3114960"/>
              <a:gd name="connsiteY21317" fmla="*/ 4824032 h 5143785"/>
              <a:gd name="connsiteX21318" fmla="*/ 1213866 w 3114960"/>
              <a:gd name="connsiteY21318" fmla="*/ 4824032 h 5143785"/>
              <a:gd name="connsiteX21319" fmla="*/ 1208818 w 3114960"/>
              <a:gd name="connsiteY21319" fmla="*/ 4829080 h 5143785"/>
              <a:gd name="connsiteX21320" fmla="*/ 1208818 w 3114960"/>
              <a:gd name="connsiteY21320" fmla="*/ 4847463 h 5143785"/>
              <a:gd name="connsiteX21321" fmla="*/ 1213866 w 3114960"/>
              <a:gd name="connsiteY21321" fmla="*/ 4852512 h 5143785"/>
              <a:gd name="connsiteX21322" fmla="*/ 1232249 w 3114960"/>
              <a:gd name="connsiteY21322" fmla="*/ 4852512 h 5143785"/>
              <a:gd name="connsiteX21323" fmla="*/ 1237298 w 3114960"/>
              <a:gd name="connsiteY21323" fmla="*/ 4847463 h 5143785"/>
              <a:gd name="connsiteX21324" fmla="*/ 1237298 w 3114960"/>
              <a:gd name="connsiteY21324" fmla="*/ 4829080 h 5143785"/>
              <a:gd name="connsiteX21325" fmla="*/ 1232249 w 3114960"/>
              <a:gd name="connsiteY21325" fmla="*/ 4824032 h 5143785"/>
              <a:gd name="connsiteX21326" fmla="*/ 1225010 w 3114960"/>
              <a:gd name="connsiteY21326" fmla="*/ 4824032 h 5143785"/>
              <a:gd name="connsiteX21327" fmla="*/ 1224725 w 3114960"/>
              <a:gd name="connsiteY21327" fmla="*/ 4698587 h 5143785"/>
              <a:gd name="connsiteX21328" fmla="*/ 1224725 w 3114960"/>
              <a:gd name="connsiteY21328" fmla="*/ 4697730 h 5143785"/>
              <a:gd name="connsiteX21329" fmla="*/ 1187768 w 3114960"/>
              <a:gd name="connsiteY21329" fmla="*/ 4653058 h 5143785"/>
              <a:gd name="connsiteX21330" fmla="*/ 1189958 w 3114960"/>
              <a:gd name="connsiteY21330" fmla="*/ 4640866 h 5143785"/>
              <a:gd name="connsiteX21331" fmla="*/ 1185005 w 3114960"/>
              <a:gd name="connsiteY21331" fmla="*/ 4648486 h 5143785"/>
              <a:gd name="connsiteX21332" fmla="*/ 1180529 w 3114960"/>
              <a:gd name="connsiteY21332" fmla="*/ 4652487 h 5143785"/>
              <a:gd name="connsiteX21333" fmla="*/ 1170527 w 3114960"/>
              <a:gd name="connsiteY21333" fmla="*/ 4647629 h 5143785"/>
              <a:gd name="connsiteX21334" fmla="*/ 1175385 w 3114960"/>
              <a:gd name="connsiteY21334" fmla="*/ 4637628 h 5143785"/>
              <a:gd name="connsiteX21335" fmla="*/ 1177957 w 3114960"/>
              <a:gd name="connsiteY21335" fmla="*/ 4637151 h 5143785"/>
              <a:gd name="connsiteX21336" fmla="*/ 1185386 w 3114960"/>
              <a:gd name="connsiteY21336" fmla="*/ 4642390 h 5143785"/>
              <a:gd name="connsiteX21337" fmla="*/ 1185005 w 3114960"/>
              <a:gd name="connsiteY21337" fmla="*/ 4648391 h 5143785"/>
              <a:gd name="connsiteX21338" fmla="*/ 1232630 w 3114960"/>
              <a:gd name="connsiteY21338" fmla="*/ 4829080 h 5143785"/>
              <a:gd name="connsiteX21339" fmla="*/ 1232630 w 3114960"/>
              <a:gd name="connsiteY21339" fmla="*/ 4847463 h 5143785"/>
              <a:gd name="connsiteX21340" fmla="*/ 1232345 w 3114960"/>
              <a:gd name="connsiteY21340" fmla="*/ 4847749 h 5143785"/>
              <a:gd name="connsiteX21341" fmla="*/ 1213676 w 3114960"/>
              <a:gd name="connsiteY21341" fmla="*/ 4847463 h 5143785"/>
              <a:gd name="connsiteX21342" fmla="*/ 1213961 w 3114960"/>
              <a:gd name="connsiteY21342" fmla="*/ 4828794 h 5143785"/>
              <a:gd name="connsiteX21343" fmla="*/ 1232630 w 3114960"/>
              <a:gd name="connsiteY21343" fmla="*/ 4829080 h 5143785"/>
              <a:gd name="connsiteX21344" fmla="*/ 1552575 w 3114960"/>
              <a:gd name="connsiteY21344" fmla="*/ 10478 h 5143785"/>
              <a:gd name="connsiteX21345" fmla="*/ 1563529 w 3114960"/>
              <a:gd name="connsiteY21345" fmla="*/ 21812 h 5143785"/>
              <a:gd name="connsiteX21346" fmla="*/ 1563529 w 3114960"/>
              <a:gd name="connsiteY21346" fmla="*/ 104299 h 5143785"/>
              <a:gd name="connsiteX21347" fmla="*/ 1554861 w 3114960"/>
              <a:gd name="connsiteY21347" fmla="*/ 114872 h 5143785"/>
              <a:gd name="connsiteX21348" fmla="*/ 1565910 w 3114960"/>
              <a:gd name="connsiteY21348" fmla="*/ 125921 h 5143785"/>
              <a:gd name="connsiteX21349" fmla="*/ 1576959 w 3114960"/>
              <a:gd name="connsiteY21349" fmla="*/ 114872 h 5143785"/>
              <a:gd name="connsiteX21350" fmla="*/ 1568291 w 3114960"/>
              <a:gd name="connsiteY21350" fmla="*/ 104299 h 5143785"/>
              <a:gd name="connsiteX21351" fmla="*/ 1568291 w 3114960"/>
              <a:gd name="connsiteY21351" fmla="*/ 19812 h 5143785"/>
              <a:gd name="connsiteX21352" fmla="*/ 1557338 w 3114960"/>
              <a:gd name="connsiteY21352" fmla="*/ 8477 h 5143785"/>
              <a:gd name="connsiteX21353" fmla="*/ 1557338 w 3114960"/>
              <a:gd name="connsiteY21353" fmla="*/ 95 h 5143785"/>
              <a:gd name="connsiteX21354" fmla="*/ 1552575 w 3114960"/>
              <a:gd name="connsiteY21354" fmla="*/ 95 h 5143785"/>
              <a:gd name="connsiteX21355" fmla="*/ 1552575 w 3114960"/>
              <a:gd name="connsiteY21355" fmla="*/ 10478 h 5143785"/>
              <a:gd name="connsiteX21356" fmla="*/ 1572197 w 3114960"/>
              <a:gd name="connsiteY21356" fmla="*/ 114776 h 5143785"/>
              <a:gd name="connsiteX21357" fmla="*/ 1565910 w 3114960"/>
              <a:gd name="connsiteY21357" fmla="*/ 121063 h 5143785"/>
              <a:gd name="connsiteX21358" fmla="*/ 1559624 w 3114960"/>
              <a:gd name="connsiteY21358" fmla="*/ 114776 h 5143785"/>
              <a:gd name="connsiteX21359" fmla="*/ 1565910 w 3114960"/>
              <a:gd name="connsiteY21359" fmla="*/ 108490 h 5143785"/>
              <a:gd name="connsiteX21360" fmla="*/ 1572197 w 3114960"/>
              <a:gd name="connsiteY21360" fmla="*/ 114776 h 5143785"/>
              <a:gd name="connsiteX21361" fmla="*/ 909542 w 3114960"/>
              <a:gd name="connsiteY21361" fmla="*/ 4542187 h 5143785"/>
              <a:gd name="connsiteX21362" fmla="*/ 896493 w 3114960"/>
              <a:gd name="connsiteY21362" fmla="*/ 4535901 h 5143785"/>
              <a:gd name="connsiteX21363" fmla="*/ 890207 w 3114960"/>
              <a:gd name="connsiteY21363" fmla="*/ 4548950 h 5143785"/>
              <a:gd name="connsiteX21364" fmla="*/ 903256 w 3114960"/>
              <a:gd name="connsiteY21364" fmla="*/ 4555236 h 5143785"/>
              <a:gd name="connsiteX21365" fmla="*/ 905161 w 3114960"/>
              <a:gd name="connsiteY21365" fmla="*/ 4554093 h 5143785"/>
              <a:gd name="connsiteX21366" fmla="*/ 976884 w 3114960"/>
              <a:gd name="connsiteY21366" fmla="*/ 4636580 h 5143785"/>
              <a:gd name="connsiteX21367" fmla="*/ 976884 w 3114960"/>
              <a:gd name="connsiteY21367" fmla="*/ 4672965 h 5143785"/>
              <a:gd name="connsiteX21368" fmla="*/ 972502 w 3114960"/>
              <a:gd name="connsiteY21368" fmla="*/ 4672965 h 5143785"/>
              <a:gd name="connsiteX21369" fmla="*/ 967454 w 3114960"/>
              <a:gd name="connsiteY21369" fmla="*/ 4678013 h 5143785"/>
              <a:gd name="connsiteX21370" fmla="*/ 967454 w 3114960"/>
              <a:gd name="connsiteY21370" fmla="*/ 4690968 h 5143785"/>
              <a:gd name="connsiteX21371" fmla="*/ 972502 w 3114960"/>
              <a:gd name="connsiteY21371" fmla="*/ 4696016 h 5143785"/>
              <a:gd name="connsiteX21372" fmla="*/ 976598 w 3114960"/>
              <a:gd name="connsiteY21372" fmla="*/ 4696016 h 5143785"/>
              <a:gd name="connsiteX21373" fmla="*/ 975551 w 3114960"/>
              <a:gd name="connsiteY21373" fmla="*/ 4800029 h 5143785"/>
              <a:gd name="connsiteX21374" fmla="*/ 1015937 w 3114960"/>
              <a:gd name="connsiteY21374" fmla="*/ 4847844 h 5143785"/>
              <a:gd name="connsiteX21375" fmla="*/ 1012984 w 3114960"/>
              <a:gd name="connsiteY21375" fmla="*/ 4855464 h 5143785"/>
              <a:gd name="connsiteX21376" fmla="*/ 1025081 w 3114960"/>
              <a:gd name="connsiteY21376" fmla="*/ 4867561 h 5143785"/>
              <a:gd name="connsiteX21377" fmla="*/ 1037177 w 3114960"/>
              <a:gd name="connsiteY21377" fmla="*/ 4855464 h 5143785"/>
              <a:gd name="connsiteX21378" fmla="*/ 1025081 w 3114960"/>
              <a:gd name="connsiteY21378" fmla="*/ 4843368 h 5143785"/>
              <a:gd name="connsiteX21379" fmla="*/ 1019556 w 3114960"/>
              <a:gd name="connsiteY21379" fmla="*/ 4844892 h 5143785"/>
              <a:gd name="connsiteX21380" fmla="*/ 980218 w 3114960"/>
              <a:gd name="connsiteY21380" fmla="*/ 4798410 h 5143785"/>
              <a:gd name="connsiteX21381" fmla="*/ 981266 w 3114960"/>
              <a:gd name="connsiteY21381" fmla="*/ 4696111 h 5143785"/>
              <a:gd name="connsiteX21382" fmla="*/ 985266 w 3114960"/>
              <a:gd name="connsiteY21382" fmla="*/ 4696111 h 5143785"/>
              <a:gd name="connsiteX21383" fmla="*/ 990314 w 3114960"/>
              <a:gd name="connsiteY21383" fmla="*/ 4691063 h 5143785"/>
              <a:gd name="connsiteX21384" fmla="*/ 990314 w 3114960"/>
              <a:gd name="connsiteY21384" fmla="*/ 4678109 h 5143785"/>
              <a:gd name="connsiteX21385" fmla="*/ 985266 w 3114960"/>
              <a:gd name="connsiteY21385" fmla="*/ 4673061 h 5143785"/>
              <a:gd name="connsiteX21386" fmla="*/ 981551 w 3114960"/>
              <a:gd name="connsiteY21386" fmla="*/ 4673061 h 5143785"/>
              <a:gd name="connsiteX21387" fmla="*/ 981551 w 3114960"/>
              <a:gd name="connsiteY21387" fmla="*/ 4634961 h 5143785"/>
              <a:gd name="connsiteX21388" fmla="*/ 908399 w 3114960"/>
              <a:gd name="connsiteY21388" fmla="*/ 4550855 h 5143785"/>
              <a:gd name="connsiteX21389" fmla="*/ 909447 w 3114960"/>
              <a:gd name="connsiteY21389" fmla="*/ 4542282 h 5143785"/>
              <a:gd name="connsiteX21390" fmla="*/ 1025271 w 3114960"/>
              <a:gd name="connsiteY21390" fmla="*/ 4848035 h 5143785"/>
              <a:gd name="connsiteX21391" fmla="*/ 1032605 w 3114960"/>
              <a:gd name="connsiteY21391" fmla="*/ 4855369 h 5143785"/>
              <a:gd name="connsiteX21392" fmla="*/ 1025271 w 3114960"/>
              <a:gd name="connsiteY21392" fmla="*/ 4862703 h 5143785"/>
              <a:gd name="connsiteX21393" fmla="*/ 1017937 w 3114960"/>
              <a:gd name="connsiteY21393" fmla="*/ 4855369 h 5143785"/>
              <a:gd name="connsiteX21394" fmla="*/ 1025271 w 3114960"/>
              <a:gd name="connsiteY21394" fmla="*/ 4848035 h 5143785"/>
              <a:gd name="connsiteX21395" fmla="*/ 985742 w 3114960"/>
              <a:gd name="connsiteY21395" fmla="*/ 4678013 h 5143785"/>
              <a:gd name="connsiteX21396" fmla="*/ 985742 w 3114960"/>
              <a:gd name="connsiteY21396" fmla="*/ 4690968 h 5143785"/>
              <a:gd name="connsiteX21397" fmla="*/ 985457 w 3114960"/>
              <a:gd name="connsiteY21397" fmla="*/ 4691253 h 5143785"/>
              <a:gd name="connsiteX21398" fmla="*/ 972217 w 3114960"/>
              <a:gd name="connsiteY21398" fmla="*/ 4690968 h 5143785"/>
              <a:gd name="connsiteX21399" fmla="*/ 972502 w 3114960"/>
              <a:gd name="connsiteY21399" fmla="*/ 4677728 h 5143785"/>
              <a:gd name="connsiteX21400" fmla="*/ 985742 w 3114960"/>
              <a:gd name="connsiteY21400" fmla="*/ 4678013 h 5143785"/>
              <a:gd name="connsiteX21401" fmla="*/ 1648778 w 3114960"/>
              <a:gd name="connsiteY21401" fmla="*/ 79439 h 5143785"/>
              <a:gd name="connsiteX21402" fmla="*/ 1620774 w 3114960"/>
              <a:gd name="connsiteY21402" fmla="*/ 100679 h 5143785"/>
              <a:gd name="connsiteX21403" fmla="*/ 1620774 w 3114960"/>
              <a:gd name="connsiteY21403" fmla="*/ 101822 h 5143785"/>
              <a:gd name="connsiteX21404" fmla="*/ 1620774 w 3114960"/>
              <a:gd name="connsiteY21404" fmla="*/ 123730 h 5143785"/>
              <a:gd name="connsiteX21405" fmla="*/ 1611344 w 3114960"/>
              <a:gd name="connsiteY21405" fmla="*/ 135065 h 5143785"/>
              <a:gd name="connsiteX21406" fmla="*/ 1620774 w 3114960"/>
              <a:gd name="connsiteY21406" fmla="*/ 146399 h 5143785"/>
              <a:gd name="connsiteX21407" fmla="*/ 1620774 w 3114960"/>
              <a:gd name="connsiteY21407" fmla="*/ 245269 h 5143785"/>
              <a:gd name="connsiteX21408" fmla="*/ 1609820 w 3114960"/>
              <a:gd name="connsiteY21408" fmla="*/ 256604 h 5143785"/>
              <a:gd name="connsiteX21409" fmla="*/ 1609820 w 3114960"/>
              <a:gd name="connsiteY21409" fmla="*/ 340519 h 5143785"/>
              <a:gd name="connsiteX21410" fmla="*/ 1608487 w 3114960"/>
              <a:gd name="connsiteY21410" fmla="*/ 340519 h 5143785"/>
              <a:gd name="connsiteX21411" fmla="*/ 1603343 w 3114960"/>
              <a:gd name="connsiteY21411" fmla="*/ 345662 h 5143785"/>
              <a:gd name="connsiteX21412" fmla="*/ 1603343 w 3114960"/>
              <a:gd name="connsiteY21412" fmla="*/ 366046 h 5143785"/>
              <a:gd name="connsiteX21413" fmla="*/ 1608487 w 3114960"/>
              <a:gd name="connsiteY21413" fmla="*/ 371189 h 5143785"/>
              <a:gd name="connsiteX21414" fmla="*/ 1614964 w 3114960"/>
              <a:gd name="connsiteY21414" fmla="*/ 371189 h 5143785"/>
              <a:gd name="connsiteX21415" fmla="*/ 1620107 w 3114960"/>
              <a:gd name="connsiteY21415" fmla="*/ 366046 h 5143785"/>
              <a:gd name="connsiteX21416" fmla="*/ 1620107 w 3114960"/>
              <a:gd name="connsiteY21416" fmla="*/ 345662 h 5143785"/>
              <a:gd name="connsiteX21417" fmla="*/ 1614964 w 3114960"/>
              <a:gd name="connsiteY21417" fmla="*/ 340519 h 5143785"/>
              <a:gd name="connsiteX21418" fmla="*/ 1614488 w 3114960"/>
              <a:gd name="connsiteY21418" fmla="*/ 340519 h 5143785"/>
              <a:gd name="connsiteX21419" fmla="*/ 1614488 w 3114960"/>
              <a:gd name="connsiteY21419" fmla="*/ 258508 h 5143785"/>
              <a:gd name="connsiteX21420" fmla="*/ 1625441 w 3114960"/>
              <a:gd name="connsiteY21420" fmla="*/ 247174 h 5143785"/>
              <a:gd name="connsiteX21421" fmla="*/ 1625441 w 3114960"/>
              <a:gd name="connsiteY21421" fmla="*/ 146399 h 5143785"/>
              <a:gd name="connsiteX21422" fmla="*/ 1634871 w 3114960"/>
              <a:gd name="connsiteY21422" fmla="*/ 135065 h 5143785"/>
              <a:gd name="connsiteX21423" fmla="*/ 1625346 w 3114960"/>
              <a:gd name="connsiteY21423" fmla="*/ 123730 h 5143785"/>
              <a:gd name="connsiteX21424" fmla="*/ 1625346 w 3114960"/>
              <a:gd name="connsiteY21424" fmla="*/ 103061 h 5143785"/>
              <a:gd name="connsiteX21425" fmla="*/ 1653445 w 3114960"/>
              <a:gd name="connsiteY21425" fmla="*/ 81820 h 5143785"/>
              <a:gd name="connsiteX21426" fmla="*/ 1653445 w 3114960"/>
              <a:gd name="connsiteY21426" fmla="*/ 95 h 5143785"/>
              <a:gd name="connsiteX21427" fmla="*/ 1648682 w 3114960"/>
              <a:gd name="connsiteY21427" fmla="*/ 95 h 5143785"/>
              <a:gd name="connsiteX21428" fmla="*/ 1648682 w 3114960"/>
              <a:gd name="connsiteY21428" fmla="*/ 79439 h 5143785"/>
              <a:gd name="connsiteX21429" fmla="*/ 1617631 w 3114960"/>
              <a:gd name="connsiteY21429" fmla="*/ 366046 h 5143785"/>
              <a:gd name="connsiteX21430" fmla="*/ 1614964 w 3114960"/>
              <a:gd name="connsiteY21430" fmla="*/ 368713 h 5143785"/>
              <a:gd name="connsiteX21431" fmla="*/ 1608487 w 3114960"/>
              <a:gd name="connsiteY21431" fmla="*/ 368713 h 5143785"/>
              <a:gd name="connsiteX21432" fmla="*/ 1605820 w 3114960"/>
              <a:gd name="connsiteY21432" fmla="*/ 366046 h 5143785"/>
              <a:gd name="connsiteX21433" fmla="*/ 1605820 w 3114960"/>
              <a:gd name="connsiteY21433" fmla="*/ 366046 h 5143785"/>
              <a:gd name="connsiteX21434" fmla="*/ 1617631 w 3114960"/>
              <a:gd name="connsiteY21434" fmla="*/ 365951 h 5143785"/>
              <a:gd name="connsiteX21435" fmla="*/ 1617631 w 3114960"/>
              <a:gd name="connsiteY21435" fmla="*/ 365951 h 5143785"/>
              <a:gd name="connsiteX21436" fmla="*/ 1617631 w 3114960"/>
              <a:gd name="connsiteY21436" fmla="*/ 363474 h 5143785"/>
              <a:gd name="connsiteX21437" fmla="*/ 1605820 w 3114960"/>
              <a:gd name="connsiteY21437" fmla="*/ 363474 h 5143785"/>
              <a:gd name="connsiteX21438" fmla="*/ 1605820 w 3114960"/>
              <a:gd name="connsiteY21438" fmla="*/ 360712 h 5143785"/>
              <a:gd name="connsiteX21439" fmla="*/ 1617631 w 3114960"/>
              <a:gd name="connsiteY21439" fmla="*/ 360712 h 5143785"/>
              <a:gd name="connsiteX21440" fmla="*/ 1617631 w 3114960"/>
              <a:gd name="connsiteY21440" fmla="*/ 363474 h 5143785"/>
              <a:gd name="connsiteX21441" fmla="*/ 1617631 w 3114960"/>
              <a:gd name="connsiteY21441" fmla="*/ 359188 h 5143785"/>
              <a:gd name="connsiteX21442" fmla="*/ 1605820 w 3114960"/>
              <a:gd name="connsiteY21442" fmla="*/ 359188 h 5143785"/>
              <a:gd name="connsiteX21443" fmla="*/ 1605820 w 3114960"/>
              <a:gd name="connsiteY21443" fmla="*/ 349472 h 5143785"/>
              <a:gd name="connsiteX21444" fmla="*/ 1617631 w 3114960"/>
              <a:gd name="connsiteY21444" fmla="*/ 349472 h 5143785"/>
              <a:gd name="connsiteX21445" fmla="*/ 1617631 w 3114960"/>
              <a:gd name="connsiteY21445" fmla="*/ 359188 h 5143785"/>
              <a:gd name="connsiteX21446" fmla="*/ 1614964 w 3114960"/>
              <a:gd name="connsiteY21446" fmla="*/ 342995 h 5143785"/>
              <a:gd name="connsiteX21447" fmla="*/ 1617631 w 3114960"/>
              <a:gd name="connsiteY21447" fmla="*/ 345662 h 5143785"/>
              <a:gd name="connsiteX21448" fmla="*/ 1617631 w 3114960"/>
              <a:gd name="connsiteY21448" fmla="*/ 346329 h 5143785"/>
              <a:gd name="connsiteX21449" fmla="*/ 1605820 w 3114960"/>
              <a:gd name="connsiteY21449" fmla="*/ 346329 h 5143785"/>
              <a:gd name="connsiteX21450" fmla="*/ 1605820 w 3114960"/>
              <a:gd name="connsiteY21450" fmla="*/ 345662 h 5143785"/>
              <a:gd name="connsiteX21451" fmla="*/ 1608487 w 3114960"/>
              <a:gd name="connsiteY21451" fmla="*/ 342995 h 5143785"/>
              <a:gd name="connsiteX21452" fmla="*/ 1614964 w 3114960"/>
              <a:gd name="connsiteY21452" fmla="*/ 342995 h 5143785"/>
              <a:gd name="connsiteX21453" fmla="*/ 1630204 w 3114960"/>
              <a:gd name="connsiteY21453" fmla="*/ 135065 h 5143785"/>
              <a:gd name="connsiteX21454" fmla="*/ 1623155 w 3114960"/>
              <a:gd name="connsiteY21454" fmla="*/ 142113 h 5143785"/>
              <a:gd name="connsiteX21455" fmla="*/ 1616107 w 3114960"/>
              <a:gd name="connsiteY21455" fmla="*/ 135065 h 5143785"/>
              <a:gd name="connsiteX21456" fmla="*/ 1623155 w 3114960"/>
              <a:gd name="connsiteY21456" fmla="*/ 128016 h 5143785"/>
              <a:gd name="connsiteX21457" fmla="*/ 1630204 w 3114960"/>
              <a:gd name="connsiteY21457" fmla="*/ 135065 h 5143785"/>
              <a:gd name="connsiteX21458" fmla="*/ 657416 w 3114960"/>
              <a:gd name="connsiteY21458" fmla="*/ 4839462 h 5143785"/>
              <a:gd name="connsiteX21459" fmla="*/ 650367 w 3114960"/>
              <a:gd name="connsiteY21459" fmla="*/ 4846511 h 5143785"/>
              <a:gd name="connsiteX21460" fmla="*/ 643319 w 3114960"/>
              <a:gd name="connsiteY21460" fmla="*/ 4839462 h 5143785"/>
              <a:gd name="connsiteX21461" fmla="*/ 650367 w 3114960"/>
              <a:gd name="connsiteY21461" fmla="*/ 4832414 h 5143785"/>
              <a:gd name="connsiteX21462" fmla="*/ 657416 w 3114960"/>
              <a:gd name="connsiteY21462" fmla="*/ 4839462 h 5143785"/>
              <a:gd name="connsiteX21463" fmla="*/ 1494663 w 3114960"/>
              <a:gd name="connsiteY21463" fmla="*/ 95 h 5143785"/>
              <a:gd name="connsiteX21464" fmla="*/ 1499426 w 3114960"/>
              <a:gd name="connsiteY21464" fmla="*/ 95 h 5143785"/>
              <a:gd name="connsiteX21465" fmla="*/ 1499426 w 3114960"/>
              <a:gd name="connsiteY21465" fmla="*/ 7430 h 5143785"/>
              <a:gd name="connsiteX21466" fmla="*/ 1488472 w 3114960"/>
              <a:gd name="connsiteY21466" fmla="*/ 18764 h 5143785"/>
              <a:gd name="connsiteX21467" fmla="*/ 1488472 w 3114960"/>
              <a:gd name="connsiteY21467" fmla="*/ 95917 h 5143785"/>
              <a:gd name="connsiteX21468" fmla="*/ 1497140 w 3114960"/>
              <a:gd name="connsiteY21468" fmla="*/ 106490 h 5143785"/>
              <a:gd name="connsiteX21469" fmla="*/ 1488472 w 3114960"/>
              <a:gd name="connsiteY21469" fmla="*/ 117062 h 5143785"/>
              <a:gd name="connsiteX21470" fmla="*/ 1488472 w 3114960"/>
              <a:gd name="connsiteY21470" fmla="*/ 160687 h 5143785"/>
              <a:gd name="connsiteX21471" fmla="*/ 1470660 w 3114960"/>
              <a:gd name="connsiteY21471" fmla="*/ 182594 h 5143785"/>
              <a:gd name="connsiteX21472" fmla="*/ 1413034 w 3114960"/>
              <a:gd name="connsiteY21472" fmla="*/ 182594 h 5143785"/>
              <a:gd name="connsiteX21473" fmla="*/ 1402461 w 3114960"/>
              <a:gd name="connsiteY21473" fmla="*/ 191262 h 5143785"/>
              <a:gd name="connsiteX21474" fmla="*/ 1391412 w 3114960"/>
              <a:gd name="connsiteY21474" fmla="*/ 180213 h 5143785"/>
              <a:gd name="connsiteX21475" fmla="*/ 1402461 w 3114960"/>
              <a:gd name="connsiteY21475" fmla="*/ 169164 h 5143785"/>
              <a:gd name="connsiteX21476" fmla="*/ 1413034 w 3114960"/>
              <a:gd name="connsiteY21476" fmla="*/ 177832 h 5143785"/>
              <a:gd name="connsiteX21477" fmla="*/ 1468374 w 3114960"/>
              <a:gd name="connsiteY21477" fmla="*/ 177832 h 5143785"/>
              <a:gd name="connsiteX21478" fmla="*/ 1483709 w 3114960"/>
              <a:gd name="connsiteY21478" fmla="*/ 158972 h 5143785"/>
              <a:gd name="connsiteX21479" fmla="*/ 1483709 w 3114960"/>
              <a:gd name="connsiteY21479" fmla="*/ 116967 h 5143785"/>
              <a:gd name="connsiteX21480" fmla="*/ 1475042 w 3114960"/>
              <a:gd name="connsiteY21480" fmla="*/ 106394 h 5143785"/>
              <a:gd name="connsiteX21481" fmla="*/ 1483709 w 3114960"/>
              <a:gd name="connsiteY21481" fmla="*/ 95822 h 5143785"/>
              <a:gd name="connsiteX21482" fmla="*/ 1483709 w 3114960"/>
              <a:gd name="connsiteY21482" fmla="*/ 16764 h 5143785"/>
              <a:gd name="connsiteX21483" fmla="*/ 1494663 w 3114960"/>
              <a:gd name="connsiteY21483" fmla="*/ 5429 h 5143785"/>
              <a:gd name="connsiteX21484" fmla="*/ 1494663 w 3114960"/>
              <a:gd name="connsiteY21484" fmla="*/ 0 h 5143785"/>
              <a:gd name="connsiteX21485" fmla="*/ 1532382 w 3114960"/>
              <a:gd name="connsiteY21485" fmla="*/ 70580 h 5143785"/>
              <a:gd name="connsiteX21486" fmla="*/ 1512761 w 3114960"/>
              <a:gd name="connsiteY21486" fmla="*/ 86868 h 5143785"/>
              <a:gd name="connsiteX21487" fmla="*/ 1512761 w 3114960"/>
              <a:gd name="connsiteY21487" fmla="*/ 211265 h 5143785"/>
              <a:gd name="connsiteX21488" fmla="*/ 1507903 w 3114960"/>
              <a:gd name="connsiteY21488" fmla="*/ 211265 h 5143785"/>
              <a:gd name="connsiteX21489" fmla="*/ 1501045 w 3114960"/>
              <a:gd name="connsiteY21489" fmla="*/ 218123 h 5143785"/>
              <a:gd name="connsiteX21490" fmla="*/ 1501045 w 3114960"/>
              <a:gd name="connsiteY21490" fmla="*/ 232505 h 5143785"/>
              <a:gd name="connsiteX21491" fmla="*/ 1507903 w 3114960"/>
              <a:gd name="connsiteY21491" fmla="*/ 239363 h 5143785"/>
              <a:gd name="connsiteX21492" fmla="*/ 1522286 w 3114960"/>
              <a:gd name="connsiteY21492" fmla="*/ 239363 h 5143785"/>
              <a:gd name="connsiteX21493" fmla="*/ 1529144 w 3114960"/>
              <a:gd name="connsiteY21493" fmla="*/ 232505 h 5143785"/>
              <a:gd name="connsiteX21494" fmla="*/ 1529144 w 3114960"/>
              <a:gd name="connsiteY21494" fmla="*/ 232505 h 5143785"/>
              <a:gd name="connsiteX21495" fmla="*/ 1572482 w 3114960"/>
              <a:gd name="connsiteY21495" fmla="*/ 274987 h 5143785"/>
              <a:gd name="connsiteX21496" fmla="*/ 1572482 w 3114960"/>
              <a:gd name="connsiteY21496" fmla="*/ 301371 h 5143785"/>
              <a:gd name="connsiteX21497" fmla="*/ 1561433 w 3114960"/>
              <a:gd name="connsiteY21497" fmla="*/ 314611 h 5143785"/>
              <a:gd name="connsiteX21498" fmla="*/ 1574864 w 3114960"/>
              <a:gd name="connsiteY21498" fmla="*/ 328041 h 5143785"/>
              <a:gd name="connsiteX21499" fmla="*/ 1588294 w 3114960"/>
              <a:gd name="connsiteY21499" fmla="*/ 314611 h 5143785"/>
              <a:gd name="connsiteX21500" fmla="*/ 1577245 w 3114960"/>
              <a:gd name="connsiteY21500" fmla="*/ 301371 h 5143785"/>
              <a:gd name="connsiteX21501" fmla="*/ 1577245 w 3114960"/>
              <a:gd name="connsiteY21501" fmla="*/ 272987 h 5143785"/>
              <a:gd name="connsiteX21502" fmla="*/ 1529144 w 3114960"/>
              <a:gd name="connsiteY21502" fmla="*/ 225743 h 5143785"/>
              <a:gd name="connsiteX21503" fmla="*/ 1529144 w 3114960"/>
              <a:gd name="connsiteY21503" fmla="*/ 218027 h 5143785"/>
              <a:gd name="connsiteX21504" fmla="*/ 1522286 w 3114960"/>
              <a:gd name="connsiteY21504" fmla="*/ 211169 h 5143785"/>
              <a:gd name="connsiteX21505" fmla="*/ 1517428 w 3114960"/>
              <a:gd name="connsiteY21505" fmla="*/ 211169 h 5143785"/>
              <a:gd name="connsiteX21506" fmla="*/ 1517428 w 3114960"/>
              <a:gd name="connsiteY21506" fmla="*/ 88964 h 5143785"/>
              <a:gd name="connsiteX21507" fmla="*/ 1537049 w 3114960"/>
              <a:gd name="connsiteY21507" fmla="*/ 72676 h 5143785"/>
              <a:gd name="connsiteX21508" fmla="*/ 1537049 w 3114960"/>
              <a:gd name="connsiteY21508" fmla="*/ 95 h 5143785"/>
              <a:gd name="connsiteX21509" fmla="*/ 1532287 w 3114960"/>
              <a:gd name="connsiteY21509" fmla="*/ 95 h 5143785"/>
              <a:gd name="connsiteX21510" fmla="*/ 1532287 w 3114960"/>
              <a:gd name="connsiteY21510" fmla="*/ 70580 h 5143785"/>
              <a:gd name="connsiteX21511" fmla="*/ 1583531 w 3114960"/>
              <a:gd name="connsiteY21511" fmla="*/ 314706 h 5143785"/>
              <a:gd name="connsiteX21512" fmla="*/ 1574864 w 3114960"/>
              <a:gd name="connsiteY21512" fmla="*/ 323374 h 5143785"/>
              <a:gd name="connsiteX21513" fmla="*/ 1566196 w 3114960"/>
              <a:gd name="connsiteY21513" fmla="*/ 314706 h 5143785"/>
              <a:gd name="connsiteX21514" fmla="*/ 1574864 w 3114960"/>
              <a:gd name="connsiteY21514" fmla="*/ 306038 h 5143785"/>
              <a:gd name="connsiteX21515" fmla="*/ 1583531 w 3114960"/>
              <a:gd name="connsiteY21515" fmla="*/ 314706 h 5143785"/>
              <a:gd name="connsiteX21516" fmla="*/ 1522286 w 3114960"/>
              <a:gd name="connsiteY21516" fmla="*/ 216122 h 5143785"/>
              <a:gd name="connsiteX21517" fmla="*/ 1524381 w 3114960"/>
              <a:gd name="connsiteY21517" fmla="*/ 218218 h 5143785"/>
              <a:gd name="connsiteX21518" fmla="*/ 1524381 w 3114960"/>
              <a:gd name="connsiteY21518" fmla="*/ 232601 h 5143785"/>
              <a:gd name="connsiteX21519" fmla="*/ 1522286 w 3114960"/>
              <a:gd name="connsiteY21519" fmla="*/ 234696 h 5143785"/>
              <a:gd name="connsiteX21520" fmla="*/ 1507903 w 3114960"/>
              <a:gd name="connsiteY21520" fmla="*/ 234696 h 5143785"/>
              <a:gd name="connsiteX21521" fmla="*/ 1505807 w 3114960"/>
              <a:gd name="connsiteY21521" fmla="*/ 232601 h 5143785"/>
              <a:gd name="connsiteX21522" fmla="*/ 1505807 w 3114960"/>
              <a:gd name="connsiteY21522" fmla="*/ 218218 h 5143785"/>
              <a:gd name="connsiteX21523" fmla="*/ 1507903 w 3114960"/>
              <a:gd name="connsiteY21523" fmla="*/ 216122 h 5143785"/>
              <a:gd name="connsiteX21524" fmla="*/ 1522381 w 3114960"/>
              <a:gd name="connsiteY21524" fmla="*/ 216122 h 5143785"/>
              <a:gd name="connsiteX21525" fmla="*/ 463296 w 3114960"/>
              <a:gd name="connsiteY21525" fmla="*/ 5099114 h 5143785"/>
              <a:gd name="connsiteX21526" fmla="*/ 458534 w 3114960"/>
              <a:gd name="connsiteY21526" fmla="*/ 5099114 h 5143785"/>
              <a:gd name="connsiteX21527" fmla="*/ 458534 w 3114960"/>
              <a:gd name="connsiteY21527" fmla="*/ 5080159 h 5143785"/>
              <a:gd name="connsiteX21528" fmla="*/ 463296 w 3114960"/>
              <a:gd name="connsiteY21528" fmla="*/ 5080159 h 5143785"/>
              <a:gd name="connsiteX21529" fmla="*/ 463296 w 3114960"/>
              <a:gd name="connsiteY21529" fmla="*/ 5099114 h 5143785"/>
              <a:gd name="connsiteX21530" fmla="*/ 1136523 w 3114960"/>
              <a:gd name="connsiteY21530" fmla="*/ 4643057 h 5143785"/>
              <a:gd name="connsiteX21531" fmla="*/ 1123474 w 3114960"/>
              <a:gd name="connsiteY21531" fmla="*/ 4636770 h 5143785"/>
              <a:gd name="connsiteX21532" fmla="*/ 1117187 w 3114960"/>
              <a:gd name="connsiteY21532" fmla="*/ 4649820 h 5143785"/>
              <a:gd name="connsiteX21533" fmla="*/ 1130237 w 3114960"/>
              <a:gd name="connsiteY21533" fmla="*/ 4656106 h 5143785"/>
              <a:gd name="connsiteX21534" fmla="*/ 1131094 w 3114960"/>
              <a:gd name="connsiteY21534" fmla="*/ 4655630 h 5143785"/>
              <a:gd name="connsiteX21535" fmla="*/ 1175004 w 3114960"/>
              <a:gd name="connsiteY21535" fmla="*/ 4706874 h 5143785"/>
              <a:gd name="connsiteX21536" fmla="*/ 1174623 w 3114960"/>
              <a:gd name="connsiteY21536" fmla="*/ 4824794 h 5143785"/>
              <a:gd name="connsiteX21537" fmla="*/ 1166622 w 3114960"/>
              <a:gd name="connsiteY21537" fmla="*/ 4834700 h 5143785"/>
              <a:gd name="connsiteX21538" fmla="*/ 1177004 w 3114960"/>
              <a:gd name="connsiteY21538" fmla="*/ 4845082 h 5143785"/>
              <a:gd name="connsiteX21539" fmla="*/ 1187387 w 3114960"/>
              <a:gd name="connsiteY21539" fmla="*/ 4834700 h 5143785"/>
              <a:gd name="connsiteX21540" fmla="*/ 1179481 w 3114960"/>
              <a:gd name="connsiteY21540" fmla="*/ 4824794 h 5143785"/>
              <a:gd name="connsiteX21541" fmla="*/ 1179862 w 3114960"/>
              <a:gd name="connsiteY21541" fmla="*/ 4705064 h 5143785"/>
              <a:gd name="connsiteX21542" fmla="*/ 1134904 w 3114960"/>
              <a:gd name="connsiteY21542" fmla="*/ 4652582 h 5143785"/>
              <a:gd name="connsiteX21543" fmla="*/ 1136618 w 3114960"/>
              <a:gd name="connsiteY21543" fmla="*/ 4643057 h 5143785"/>
              <a:gd name="connsiteX21544" fmla="*/ 1182434 w 3114960"/>
              <a:gd name="connsiteY21544" fmla="*/ 4834700 h 5143785"/>
              <a:gd name="connsiteX21545" fmla="*/ 1176814 w 3114960"/>
              <a:gd name="connsiteY21545" fmla="*/ 4840320 h 5143785"/>
              <a:gd name="connsiteX21546" fmla="*/ 1171194 w 3114960"/>
              <a:gd name="connsiteY21546" fmla="*/ 4834700 h 5143785"/>
              <a:gd name="connsiteX21547" fmla="*/ 1176814 w 3114960"/>
              <a:gd name="connsiteY21547" fmla="*/ 4829080 h 5143785"/>
              <a:gd name="connsiteX21548" fmla="*/ 1182434 w 3114960"/>
              <a:gd name="connsiteY21548" fmla="*/ 4834700 h 5143785"/>
              <a:gd name="connsiteX21549" fmla="*/ 1014603 w 3114960"/>
              <a:gd name="connsiteY21549" fmla="*/ 4782312 h 5143785"/>
              <a:gd name="connsiteX21550" fmla="*/ 1018889 w 3114960"/>
              <a:gd name="connsiteY21550" fmla="*/ 4785837 h 5143785"/>
              <a:gd name="connsiteX21551" fmla="*/ 1018032 w 3114960"/>
              <a:gd name="connsiteY21551" fmla="*/ 4788980 h 5143785"/>
              <a:gd name="connsiteX21552" fmla="*/ 1018032 w 3114960"/>
              <a:gd name="connsiteY21552" fmla="*/ 4807839 h 5143785"/>
              <a:gd name="connsiteX21553" fmla="*/ 1024700 w 3114960"/>
              <a:gd name="connsiteY21553" fmla="*/ 4814507 h 5143785"/>
              <a:gd name="connsiteX21554" fmla="*/ 1029557 w 3114960"/>
              <a:gd name="connsiteY21554" fmla="*/ 4814507 h 5143785"/>
              <a:gd name="connsiteX21555" fmla="*/ 1031558 w 3114960"/>
              <a:gd name="connsiteY21555" fmla="*/ 4814126 h 5143785"/>
              <a:gd name="connsiteX21556" fmla="*/ 1048322 w 3114960"/>
              <a:gd name="connsiteY21556" fmla="*/ 4835938 h 5143785"/>
              <a:gd name="connsiteX21557" fmla="*/ 1119664 w 3114960"/>
              <a:gd name="connsiteY21557" fmla="*/ 4835652 h 5143785"/>
              <a:gd name="connsiteX21558" fmla="*/ 1119664 w 3114960"/>
              <a:gd name="connsiteY21558" fmla="*/ 4839843 h 5143785"/>
              <a:gd name="connsiteX21559" fmla="*/ 1122331 w 3114960"/>
              <a:gd name="connsiteY21559" fmla="*/ 4842510 h 5143785"/>
              <a:gd name="connsiteX21560" fmla="*/ 1135285 w 3114960"/>
              <a:gd name="connsiteY21560" fmla="*/ 4842510 h 5143785"/>
              <a:gd name="connsiteX21561" fmla="*/ 1137952 w 3114960"/>
              <a:gd name="connsiteY21561" fmla="*/ 4839843 h 5143785"/>
              <a:gd name="connsiteX21562" fmla="*/ 1137952 w 3114960"/>
              <a:gd name="connsiteY21562" fmla="*/ 4826889 h 5143785"/>
              <a:gd name="connsiteX21563" fmla="*/ 1135285 w 3114960"/>
              <a:gd name="connsiteY21563" fmla="*/ 4824222 h 5143785"/>
              <a:gd name="connsiteX21564" fmla="*/ 1131284 w 3114960"/>
              <a:gd name="connsiteY21564" fmla="*/ 4824222 h 5143785"/>
              <a:gd name="connsiteX21565" fmla="*/ 1131284 w 3114960"/>
              <a:gd name="connsiteY21565" fmla="*/ 4706874 h 5143785"/>
              <a:gd name="connsiteX21566" fmla="*/ 1086993 w 3114960"/>
              <a:gd name="connsiteY21566" fmla="*/ 4654011 h 5143785"/>
              <a:gd name="connsiteX21567" fmla="*/ 1088517 w 3114960"/>
              <a:gd name="connsiteY21567" fmla="*/ 4651915 h 5143785"/>
              <a:gd name="connsiteX21568" fmla="*/ 1089089 w 3114960"/>
              <a:gd name="connsiteY21568" fmla="*/ 4642295 h 5143785"/>
              <a:gd name="connsiteX21569" fmla="*/ 1082612 w 3114960"/>
              <a:gd name="connsiteY21569" fmla="*/ 4635056 h 5143785"/>
              <a:gd name="connsiteX21570" fmla="*/ 1072991 w 3114960"/>
              <a:gd name="connsiteY21570" fmla="*/ 4634484 h 5143785"/>
              <a:gd name="connsiteX21571" fmla="*/ 1065752 w 3114960"/>
              <a:gd name="connsiteY21571" fmla="*/ 4640961 h 5143785"/>
              <a:gd name="connsiteX21572" fmla="*/ 1065181 w 3114960"/>
              <a:gd name="connsiteY21572" fmla="*/ 4650581 h 5143785"/>
              <a:gd name="connsiteX21573" fmla="*/ 1077087 w 3114960"/>
              <a:gd name="connsiteY21573" fmla="*/ 4659059 h 5143785"/>
              <a:gd name="connsiteX21574" fmla="*/ 1081278 w 3114960"/>
              <a:gd name="connsiteY21574" fmla="*/ 4658392 h 5143785"/>
              <a:gd name="connsiteX21575" fmla="*/ 1083374 w 3114960"/>
              <a:gd name="connsiteY21575" fmla="*/ 4657154 h 5143785"/>
              <a:gd name="connsiteX21576" fmla="*/ 1126522 w 3114960"/>
              <a:gd name="connsiteY21576" fmla="*/ 4708589 h 5143785"/>
              <a:gd name="connsiteX21577" fmla="*/ 1126522 w 3114960"/>
              <a:gd name="connsiteY21577" fmla="*/ 4824127 h 5143785"/>
              <a:gd name="connsiteX21578" fmla="*/ 1122331 w 3114960"/>
              <a:gd name="connsiteY21578" fmla="*/ 4824127 h 5143785"/>
              <a:gd name="connsiteX21579" fmla="*/ 1119664 w 3114960"/>
              <a:gd name="connsiteY21579" fmla="*/ 4826794 h 5143785"/>
              <a:gd name="connsiteX21580" fmla="*/ 1119664 w 3114960"/>
              <a:gd name="connsiteY21580" fmla="*/ 4830699 h 5143785"/>
              <a:gd name="connsiteX21581" fmla="*/ 1050608 w 3114960"/>
              <a:gd name="connsiteY21581" fmla="*/ 4830985 h 5143785"/>
              <a:gd name="connsiteX21582" fmla="*/ 1035177 w 3114960"/>
              <a:gd name="connsiteY21582" fmla="*/ 4810982 h 5143785"/>
              <a:gd name="connsiteX21583" fmla="*/ 1036129 w 3114960"/>
              <a:gd name="connsiteY21583" fmla="*/ 4807744 h 5143785"/>
              <a:gd name="connsiteX21584" fmla="*/ 1036129 w 3114960"/>
              <a:gd name="connsiteY21584" fmla="*/ 4788885 h 5143785"/>
              <a:gd name="connsiteX21585" fmla="*/ 1029462 w 3114960"/>
              <a:gd name="connsiteY21585" fmla="*/ 4782217 h 5143785"/>
              <a:gd name="connsiteX21586" fmla="*/ 1028224 w 3114960"/>
              <a:gd name="connsiteY21586" fmla="*/ 4782217 h 5143785"/>
              <a:gd name="connsiteX21587" fmla="*/ 1037463 w 3114960"/>
              <a:gd name="connsiteY21587" fmla="*/ 4777931 h 5143785"/>
              <a:gd name="connsiteX21588" fmla="*/ 1027557 w 3114960"/>
              <a:gd name="connsiteY21588" fmla="*/ 4773549 h 5143785"/>
              <a:gd name="connsiteX21589" fmla="*/ 1037463 w 3114960"/>
              <a:gd name="connsiteY21589" fmla="*/ 4769168 h 5143785"/>
              <a:gd name="connsiteX21590" fmla="*/ 1027557 w 3114960"/>
              <a:gd name="connsiteY21590" fmla="*/ 4764691 h 5143785"/>
              <a:gd name="connsiteX21591" fmla="*/ 1037463 w 3114960"/>
              <a:gd name="connsiteY21591" fmla="*/ 4760310 h 5143785"/>
              <a:gd name="connsiteX21592" fmla="*/ 1027557 w 3114960"/>
              <a:gd name="connsiteY21592" fmla="*/ 4755833 h 5143785"/>
              <a:gd name="connsiteX21593" fmla="*/ 1037463 w 3114960"/>
              <a:gd name="connsiteY21593" fmla="*/ 4751451 h 5143785"/>
              <a:gd name="connsiteX21594" fmla="*/ 1027557 w 3114960"/>
              <a:gd name="connsiteY21594" fmla="*/ 4746974 h 5143785"/>
              <a:gd name="connsiteX21595" fmla="*/ 1037463 w 3114960"/>
              <a:gd name="connsiteY21595" fmla="*/ 4742593 h 5143785"/>
              <a:gd name="connsiteX21596" fmla="*/ 1027652 w 3114960"/>
              <a:gd name="connsiteY21596" fmla="*/ 4738212 h 5143785"/>
              <a:gd name="connsiteX21597" fmla="*/ 1037463 w 3114960"/>
              <a:gd name="connsiteY21597" fmla="*/ 4733830 h 5143785"/>
              <a:gd name="connsiteX21598" fmla="*/ 1027652 w 3114960"/>
              <a:gd name="connsiteY21598" fmla="*/ 4729448 h 5143785"/>
              <a:gd name="connsiteX21599" fmla="*/ 1037463 w 3114960"/>
              <a:gd name="connsiteY21599" fmla="*/ 4725067 h 5143785"/>
              <a:gd name="connsiteX21600" fmla="*/ 1027652 w 3114960"/>
              <a:gd name="connsiteY21600" fmla="*/ 4720686 h 5143785"/>
              <a:gd name="connsiteX21601" fmla="*/ 1037463 w 3114960"/>
              <a:gd name="connsiteY21601" fmla="*/ 4716304 h 5143785"/>
              <a:gd name="connsiteX21602" fmla="*/ 1027652 w 3114960"/>
              <a:gd name="connsiteY21602" fmla="*/ 4711922 h 5143785"/>
              <a:gd name="connsiteX21603" fmla="*/ 1037463 w 3114960"/>
              <a:gd name="connsiteY21603" fmla="*/ 4707541 h 5143785"/>
              <a:gd name="connsiteX21604" fmla="*/ 1027652 w 3114960"/>
              <a:gd name="connsiteY21604" fmla="*/ 4703160 h 5143785"/>
              <a:gd name="connsiteX21605" fmla="*/ 1037463 w 3114960"/>
              <a:gd name="connsiteY21605" fmla="*/ 4698778 h 5143785"/>
              <a:gd name="connsiteX21606" fmla="*/ 1027652 w 3114960"/>
              <a:gd name="connsiteY21606" fmla="*/ 4694396 h 5143785"/>
              <a:gd name="connsiteX21607" fmla="*/ 1037558 w 3114960"/>
              <a:gd name="connsiteY21607" fmla="*/ 4690015 h 5143785"/>
              <a:gd name="connsiteX21608" fmla="*/ 1027652 w 3114960"/>
              <a:gd name="connsiteY21608" fmla="*/ 4685538 h 5143785"/>
              <a:gd name="connsiteX21609" fmla="*/ 1037558 w 3114960"/>
              <a:gd name="connsiteY21609" fmla="*/ 4681157 h 5143785"/>
              <a:gd name="connsiteX21610" fmla="*/ 1027652 w 3114960"/>
              <a:gd name="connsiteY21610" fmla="*/ 4676680 h 5143785"/>
              <a:gd name="connsiteX21611" fmla="*/ 1037558 w 3114960"/>
              <a:gd name="connsiteY21611" fmla="*/ 4672298 h 5143785"/>
              <a:gd name="connsiteX21612" fmla="*/ 1028319 w 3114960"/>
              <a:gd name="connsiteY21612" fmla="*/ 4667917 h 5143785"/>
              <a:gd name="connsiteX21613" fmla="*/ 1029367 w 3114960"/>
              <a:gd name="connsiteY21613" fmla="*/ 4667917 h 5143785"/>
              <a:gd name="connsiteX21614" fmla="*/ 1036034 w 3114960"/>
              <a:gd name="connsiteY21614" fmla="*/ 4661249 h 5143785"/>
              <a:gd name="connsiteX21615" fmla="*/ 1036034 w 3114960"/>
              <a:gd name="connsiteY21615" fmla="*/ 4656773 h 5143785"/>
              <a:gd name="connsiteX21616" fmla="*/ 1075754 w 3114960"/>
              <a:gd name="connsiteY21616" fmla="*/ 4704493 h 5143785"/>
              <a:gd name="connsiteX21617" fmla="*/ 1076039 w 3114960"/>
              <a:gd name="connsiteY21617" fmla="*/ 4785932 h 5143785"/>
              <a:gd name="connsiteX21618" fmla="*/ 1071372 w 3114960"/>
              <a:gd name="connsiteY21618" fmla="*/ 4785932 h 5143785"/>
              <a:gd name="connsiteX21619" fmla="*/ 1066324 w 3114960"/>
              <a:gd name="connsiteY21619" fmla="*/ 4790980 h 5143785"/>
              <a:gd name="connsiteX21620" fmla="*/ 1066324 w 3114960"/>
              <a:gd name="connsiteY21620" fmla="*/ 4803934 h 5143785"/>
              <a:gd name="connsiteX21621" fmla="*/ 1071372 w 3114960"/>
              <a:gd name="connsiteY21621" fmla="*/ 4808982 h 5143785"/>
              <a:gd name="connsiteX21622" fmla="*/ 1084326 w 3114960"/>
              <a:gd name="connsiteY21622" fmla="*/ 4808982 h 5143785"/>
              <a:gd name="connsiteX21623" fmla="*/ 1089374 w 3114960"/>
              <a:gd name="connsiteY21623" fmla="*/ 4803934 h 5143785"/>
              <a:gd name="connsiteX21624" fmla="*/ 1089374 w 3114960"/>
              <a:gd name="connsiteY21624" fmla="*/ 4790980 h 5143785"/>
              <a:gd name="connsiteX21625" fmla="*/ 1084326 w 3114960"/>
              <a:gd name="connsiteY21625" fmla="*/ 4785932 h 5143785"/>
              <a:gd name="connsiteX21626" fmla="*/ 1080802 w 3114960"/>
              <a:gd name="connsiteY21626" fmla="*/ 4785932 h 5143785"/>
              <a:gd name="connsiteX21627" fmla="*/ 1080516 w 3114960"/>
              <a:gd name="connsiteY21627" fmla="*/ 4702779 h 5143785"/>
              <a:gd name="connsiteX21628" fmla="*/ 1036129 w 3114960"/>
              <a:gd name="connsiteY21628" fmla="*/ 4649438 h 5143785"/>
              <a:gd name="connsiteX21629" fmla="*/ 1036129 w 3114960"/>
              <a:gd name="connsiteY21629" fmla="*/ 4649438 h 5143785"/>
              <a:gd name="connsiteX21630" fmla="*/ 1036129 w 3114960"/>
              <a:gd name="connsiteY21630" fmla="*/ 4642390 h 5143785"/>
              <a:gd name="connsiteX21631" fmla="*/ 1029462 w 3114960"/>
              <a:gd name="connsiteY21631" fmla="*/ 4635722 h 5143785"/>
              <a:gd name="connsiteX21632" fmla="*/ 1024604 w 3114960"/>
              <a:gd name="connsiteY21632" fmla="*/ 4635722 h 5143785"/>
              <a:gd name="connsiteX21633" fmla="*/ 1017937 w 3114960"/>
              <a:gd name="connsiteY21633" fmla="*/ 4642390 h 5143785"/>
              <a:gd name="connsiteX21634" fmla="*/ 1017937 w 3114960"/>
              <a:gd name="connsiteY21634" fmla="*/ 4661249 h 5143785"/>
              <a:gd name="connsiteX21635" fmla="*/ 1018794 w 3114960"/>
              <a:gd name="connsiteY21635" fmla="*/ 4664393 h 5143785"/>
              <a:gd name="connsiteX21636" fmla="*/ 1014698 w 3114960"/>
              <a:gd name="connsiteY21636" fmla="*/ 4667822 h 5143785"/>
              <a:gd name="connsiteX21637" fmla="*/ 1024509 w 3114960"/>
              <a:gd name="connsiteY21637" fmla="*/ 4672203 h 5143785"/>
              <a:gd name="connsiteX21638" fmla="*/ 1014603 w 3114960"/>
              <a:gd name="connsiteY21638" fmla="*/ 4676585 h 5143785"/>
              <a:gd name="connsiteX21639" fmla="*/ 1024509 w 3114960"/>
              <a:gd name="connsiteY21639" fmla="*/ 4680966 h 5143785"/>
              <a:gd name="connsiteX21640" fmla="*/ 1014603 w 3114960"/>
              <a:gd name="connsiteY21640" fmla="*/ 4685348 h 5143785"/>
              <a:gd name="connsiteX21641" fmla="*/ 1024509 w 3114960"/>
              <a:gd name="connsiteY21641" fmla="*/ 4689729 h 5143785"/>
              <a:gd name="connsiteX21642" fmla="*/ 1014603 w 3114960"/>
              <a:gd name="connsiteY21642" fmla="*/ 4694111 h 5143785"/>
              <a:gd name="connsiteX21643" fmla="*/ 1024414 w 3114960"/>
              <a:gd name="connsiteY21643" fmla="*/ 4698492 h 5143785"/>
              <a:gd name="connsiteX21644" fmla="*/ 1014603 w 3114960"/>
              <a:gd name="connsiteY21644" fmla="*/ 4702874 h 5143785"/>
              <a:gd name="connsiteX21645" fmla="*/ 1024414 w 3114960"/>
              <a:gd name="connsiteY21645" fmla="*/ 4707255 h 5143785"/>
              <a:gd name="connsiteX21646" fmla="*/ 1014603 w 3114960"/>
              <a:gd name="connsiteY21646" fmla="*/ 4711637 h 5143785"/>
              <a:gd name="connsiteX21647" fmla="*/ 1024414 w 3114960"/>
              <a:gd name="connsiteY21647" fmla="*/ 4716018 h 5143785"/>
              <a:gd name="connsiteX21648" fmla="*/ 1014603 w 3114960"/>
              <a:gd name="connsiteY21648" fmla="*/ 4720400 h 5143785"/>
              <a:gd name="connsiteX21649" fmla="*/ 1024414 w 3114960"/>
              <a:gd name="connsiteY21649" fmla="*/ 4724781 h 5143785"/>
              <a:gd name="connsiteX21650" fmla="*/ 1014603 w 3114960"/>
              <a:gd name="connsiteY21650" fmla="*/ 4729163 h 5143785"/>
              <a:gd name="connsiteX21651" fmla="*/ 1024414 w 3114960"/>
              <a:gd name="connsiteY21651" fmla="*/ 4733544 h 5143785"/>
              <a:gd name="connsiteX21652" fmla="*/ 1014603 w 3114960"/>
              <a:gd name="connsiteY21652" fmla="*/ 4737926 h 5143785"/>
              <a:gd name="connsiteX21653" fmla="*/ 1024414 w 3114960"/>
              <a:gd name="connsiteY21653" fmla="*/ 4742307 h 5143785"/>
              <a:gd name="connsiteX21654" fmla="*/ 1014508 w 3114960"/>
              <a:gd name="connsiteY21654" fmla="*/ 4746689 h 5143785"/>
              <a:gd name="connsiteX21655" fmla="*/ 1024414 w 3114960"/>
              <a:gd name="connsiteY21655" fmla="*/ 4751070 h 5143785"/>
              <a:gd name="connsiteX21656" fmla="*/ 1014508 w 3114960"/>
              <a:gd name="connsiteY21656" fmla="*/ 4755452 h 5143785"/>
              <a:gd name="connsiteX21657" fmla="*/ 1024414 w 3114960"/>
              <a:gd name="connsiteY21657" fmla="*/ 4759929 h 5143785"/>
              <a:gd name="connsiteX21658" fmla="*/ 1014508 w 3114960"/>
              <a:gd name="connsiteY21658" fmla="*/ 4764310 h 5143785"/>
              <a:gd name="connsiteX21659" fmla="*/ 1024414 w 3114960"/>
              <a:gd name="connsiteY21659" fmla="*/ 4768787 h 5143785"/>
              <a:gd name="connsiteX21660" fmla="*/ 1014508 w 3114960"/>
              <a:gd name="connsiteY21660" fmla="*/ 4773168 h 5143785"/>
              <a:gd name="connsiteX21661" fmla="*/ 1024319 w 3114960"/>
              <a:gd name="connsiteY21661" fmla="*/ 4777550 h 5143785"/>
              <a:gd name="connsiteX21662" fmla="*/ 1014413 w 3114960"/>
              <a:gd name="connsiteY21662" fmla="*/ 4781931 h 5143785"/>
              <a:gd name="connsiteX21663" fmla="*/ 1079659 w 3114960"/>
              <a:gd name="connsiteY21663" fmla="*/ 4653915 h 5143785"/>
              <a:gd name="connsiteX21664" fmla="*/ 1069658 w 3114960"/>
              <a:gd name="connsiteY21664" fmla="*/ 4649057 h 5143785"/>
              <a:gd name="connsiteX21665" fmla="*/ 1074515 w 3114960"/>
              <a:gd name="connsiteY21665" fmla="*/ 4639056 h 5143785"/>
              <a:gd name="connsiteX21666" fmla="*/ 1077087 w 3114960"/>
              <a:gd name="connsiteY21666" fmla="*/ 4638580 h 5143785"/>
              <a:gd name="connsiteX21667" fmla="*/ 1084517 w 3114960"/>
              <a:gd name="connsiteY21667" fmla="*/ 4643819 h 5143785"/>
              <a:gd name="connsiteX21668" fmla="*/ 1079659 w 3114960"/>
              <a:gd name="connsiteY21668" fmla="*/ 4653820 h 5143785"/>
              <a:gd name="connsiteX21669" fmla="*/ 1084802 w 3114960"/>
              <a:gd name="connsiteY21669" fmla="*/ 4790885 h 5143785"/>
              <a:gd name="connsiteX21670" fmla="*/ 1084802 w 3114960"/>
              <a:gd name="connsiteY21670" fmla="*/ 4803839 h 5143785"/>
              <a:gd name="connsiteX21671" fmla="*/ 1084517 w 3114960"/>
              <a:gd name="connsiteY21671" fmla="*/ 4804124 h 5143785"/>
              <a:gd name="connsiteX21672" fmla="*/ 1071277 w 3114960"/>
              <a:gd name="connsiteY21672" fmla="*/ 4803839 h 5143785"/>
              <a:gd name="connsiteX21673" fmla="*/ 1071563 w 3114960"/>
              <a:gd name="connsiteY21673" fmla="*/ 4790599 h 5143785"/>
              <a:gd name="connsiteX21674" fmla="*/ 1084802 w 3114960"/>
              <a:gd name="connsiteY21674" fmla="*/ 4790885 h 5143785"/>
              <a:gd name="connsiteX21675" fmla="*/ 1022699 w 3114960"/>
              <a:gd name="connsiteY21675" fmla="*/ 4661154 h 5143785"/>
              <a:gd name="connsiteX21676" fmla="*/ 1022699 w 3114960"/>
              <a:gd name="connsiteY21676" fmla="*/ 4642295 h 5143785"/>
              <a:gd name="connsiteX21677" fmla="*/ 1024604 w 3114960"/>
              <a:gd name="connsiteY21677" fmla="*/ 4640390 h 5143785"/>
              <a:gd name="connsiteX21678" fmla="*/ 1029462 w 3114960"/>
              <a:gd name="connsiteY21678" fmla="*/ 4640390 h 5143785"/>
              <a:gd name="connsiteX21679" fmla="*/ 1031367 w 3114960"/>
              <a:gd name="connsiteY21679" fmla="*/ 4642295 h 5143785"/>
              <a:gd name="connsiteX21680" fmla="*/ 1031367 w 3114960"/>
              <a:gd name="connsiteY21680" fmla="*/ 4661154 h 5143785"/>
              <a:gd name="connsiteX21681" fmla="*/ 1029462 w 3114960"/>
              <a:gd name="connsiteY21681" fmla="*/ 4663059 h 5143785"/>
              <a:gd name="connsiteX21682" fmla="*/ 1024604 w 3114960"/>
              <a:gd name="connsiteY21682" fmla="*/ 4663059 h 5143785"/>
              <a:gd name="connsiteX21683" fmla="*/ 1022699 w 3114960"/>
              <a:gd name="connsiteY21683" fmla="*/ 4661154 h 5143785"/>
              <a:gd name="connsiteX21684" fmla="*/ 1022699 w 3114960"/>
              <a:gd name="connsiteY21684" fmla="*/ 4788885 h 5143785"/>
              <a:gd name="connsiteX21685" fmla="*/ 1024604 w 3114960"/>
              <a:gd name="connsiteY21685" fmla="*/ 4786979 h 5143785"/>
              <a:gd name="connsiteX21686" fmla="*/ 1029462 w 3114960"/>
              <a:gd name="connsiteY21686" fmla="*/ 4786979 h 5143785"/>
              <a:gd name="connsiteX21687" fmla="*/ 1031367 w 3114960"/>
              <a:gd name="connsiteY21687" fmla="*/ 4788885 h 5143785"/>
              <a:gd name="connsiteX21688" fmla="*/ 1031367 w 3114960"/>
              <a:gd name="connsiteY21688" fmla="*/ 4807744 h 5143785"/>
              <a:gd name="connsiteX21689" fmla="*/ 1029462 w 3114960"/>
              <a:gd name="connsiteY21689" fmla="*/ 4809649 h 5143785"/>
              <a:gd name="connsiteX21690" fmla="*/ 1024604 w 3114960"/>
              <a:gd name="connsiteY21690" fmla="*/ 4809649 h 5143785"/>
              <a:gd name="connsiteX21691" fmla="*/ 1022699 w 3114960"/>
              <a:gd name="connsiteY21691" fmla="*/ 4807744 h 5143785"/>
              <a:gd name="connsiteX21692" fmla="*/ 1022699 w 3114960"/>
              <a:gd name="connsiteY21692" fmla="*/ 4788885 h 5143785"/>
              <a:gd name="connsiteX21693" fmla="*/ 1509332 w 3114960"/>
              <a:gd name="connsiteY21693" fmla="*/ 228791 h 5143785"/>
              <a:gd name="connsiteX21694" fmla="*/ 1509332 w 3114960"/>
              <a:gd name="connsiteY21694" fmla="*/ 222028 h 5143785"/>
              <a:gd name="connsiteX21695" fmla="*/ 1511808 w 3114960"/>
              <a:gd name="connsiteY21695" fmla="*/ 219551 h 5143785"/>
              <a:gd name="connsiteX21696" fmla="*/ 1518571 w 3114960"/>
              <a:gd name="connsiteY21696" fmla="*/ 219551 h 5143785"/>
              <a:gd name="connsiteX21697" fmla="*/ 1521047 w 3114960"/>
              <a:gd name="connsiteY21697" fmla="*/ 222028 h 5143785"/>
              <a:gd name="connsiteX21698" fmla="*/ 1521047 w 3114960"/>
              <a:gd name="connsiteY21698" fmla="*/ 228791 h 5143785"/>
              <a:gd name="connsiteX21699" fmla="*/ 1518571 w 3114960"/>
              <a:gd name="connsiteY21699" fmla="*/ 231267 h 5143785"/>
              <a:gd name="connsiteX21700" fmla="*/ 1511808 w 3114960"/>
              <a:gd name="connsiteY21700" fmla="*/ 231267 h 5143785"/>
              <a:gd name="connsiteX21701" fmla="*/ 1509332 w 3114960"/>
              <a:gd name="connsiteY21701" fmla="*/ 228791 h 5143785"/>
              <a:gd name="connsiteX21702" fmla="*/ 1281398 w 3114960"/>
              <a:gd name="connsiteY21702" fmla="*/ 95 h 5143785"/>
              <a:gd name="connsiteX21703" fmla="*/ 1286161 w 3114960"/>
              <a:gd name="connsiteY21703" fmla="*/ 95 h 5143785"/>
              <a:gd name="connsiteX21704" fmla="*/ 1286161 w 3114960"/>
              <a:gd name="connsiteY21704" fmla="*/ 8382 h 5143785"/>
              <a:gd name="connsiteX21705" fmla="*/ 1275207 w 3114960"/>
              <a:gd name="connsiteY21705" fmla="*/ 19717 h 5143785"/>
              <a:gd name="connsiteX21706" fmla="*/ 1275207 w 3114960"/>
              <a:gd name="connsiteY21706" fmla="*/ 103251 h 5143785"/>
              <a:gd name="connsiteX21707" fmla="*/ 1279398 w 3114960"/>
              <a:gd name="connsiteY21707" fmla="*/ 109347 h 5143785"/>
              <a:gd name="connsiteX21708" fmla="*/ 1272826 w 3114960"/>
              <a:gd name="connsiteY21708" fmla="*/ 115919 h 5143785"/>
              <a:gd name="connsiteX21709" fmla="*/ 1266253 w 3114960"/>
              <a:gd name="connsiteY21709" fmla="*/ 109347 h 5143785"/>
              <a:gd name="connsiteX21710" fmla="*/ 1270445 w 3114960"/>
              <a:gd name="connsiteY21710" fmla="*/ 103251 h 5143785"/>
              <a:gd name="connsiteX21711" fmla="*/ 1270445 w 3114960"/>
              <a:gd name="connsiteY21711" fmla="*/ 17717 h 5143785"/>
              <a:gd name="connsiteX21712" fmla="*/ 1281398 w 3114960"/>
              <a:gd name="connsiteY21712" fmla="*/ 6382 h 5143785"/>
              <a:gd name="connsiteX21713" fmla="*/ 1281398 w 3114960"/>
              <a:gd name="connsiteY21713" fmla="*/ 95 h 5143785"/>
              <a:gd name="connsiteX21714" fmla="*/ 69437 w 3114960"/>
              <a:gd name="connsiteY21714" fmla="*/ 3656171 h 5143785"/>
              <a:gd name="connsiteX21715" fmla="*/ 89440 w 3114960"/>
              <a:gd name="connsiteY21715" fmla="*/ 3656171 h 5143785"/>
              <a:gd name="connsiteX21716" fmla="*/ 89440 w 3114960"/>
              <a:gd name="connsiteY21716" fmla="*/ 3660934 h 5143785"/>
              <a:gd name="connsiteX21717" fmla="*/ 69437 w 3114960"/>
              <a:gd name="connsiteY21717" fmla="*/ 3660934 h 5143785"/>
              <a:gd name="connsiteX21718" fmla="*/ 69437 w 3114960"/>
              <a:gd name="connsiteY21718" fmla="*/ 3656171 h 5143785"/>
              <a:gd name="connsiteX21719" fmla="*/ 1886426 w 3114960"/>
              <a:gd name="connsiteY21719" fmla="*/ 430530 h 5143785"/>
              <a:gd name="connsiteX21720" fmla="*/ 1878616 w 3114960"/>
              <a:gd name="connsiteY21720" fmla="*/ 430530 h 5143785"/>
              <a:gd name="connsiteX21721" fmla="*/ 1872901 w 3114960"/>
              <a:gd name="connsiteY21721" fmla="*/ 436245 h 5143785"/>
              <a:gd name="connsiteX21722" fmla="*/ 1872901 w 3114960"/>
              <a:gd name="connsiteY21722" fmla="*/ 444056 h 5143785"/>
              <a:gd name="connsiteX21723" fmla="*/ 1878616 w 3114960"/>
              <a:gd name="connsiteY21723" fmla="*/ 449771 h 5143785"/>
              <a:gd name="connsiteX21724" fmla="*/ 1882521 w 3114960"/>
              <a:gd name="connsiteY21724" fmla="*/ 451390 h 5143785"/>
              <a:gd name="connsiteX21725" fmla="*/ 1886426 w 3114960"/>
              <a:gd name="connsiteY21725" fmla="*/ 449771 h 5143785"/>
              <a:gd name="connsiteX21726" fmla="*/ 1892141 w 3114960"/>
              <a:gd name="connsiteY21726" fmla="*/ 444056 h 5143785"/>
              <a:gd name="connsiteX21727" fmla="*/ 1892141 w 3114960"/>
              <a:gd name="connsiteY21727" fmla="*/ 436245 h 5143785"/>
              <a:gd name="connsiteX21728" fmla="*/ 1890903 w 3114960"/>
              <a:gd name="connsiteY21728" fmla="*/ 435007 h 5143785"/>
              <a:gd name="connsiteX21729" fmla="*/ 1922336 w 3114960"/>
              <a:gd name="connsiteY21729" fmla="*/ 396526 h 5143785"/>
              <a:gd name="connsiteX21730" fmla="*/ 1922336 w 3114960"/>
              <a:gd name="connsiteY21730" fmla="*/ 273844 h 5143785"/>
              <a:gd name="connsiteX21731" fmla="*/ 1940814 w 3114960"/>
              <a:gd name="connsiteY21731" fmla="*/ 248507 h 5143785"/>
              <a:gd name="connsiteX21732" fmla="*/ 1941767 w 3114960"/>
              <a:gd name="connsiteY21732" fmla="*/ 182880 h 5143785"/>
              <a:gd name="connsiteX21733" fmla="*/ 1944338 w 3114960"/>
              <a:gd name="connsiteY21733" fmla="*/ 182023 h 5143785"/>
              <a:gd name="connsiteX21734" fmla="*/ 1950434 w 3114960"/>
              <a:gd name="connsiteY21734" fmla="*/ 175451 h 5143785"/>
              <a:gd name="connsiteX21735" fmla="*/ 1950053 w 3114960"/>
              <a:gd name="connsiteY21735" fmla="*/ 166497 h 5143785"/>
              <a:gd name="connsiteX21736" fmla="*/ 1943481 w 3114960"/>
              <a:gd name="connsiteY21736" fmla="*/ 160401 h 5143785"/>
              <a:gd name="connsiteX21737" fmla="*/ 1928336 w 3114960"/>
              <a:gd name="connsiteY21737" fmla="*/ 167354 h 5143785"/>
              <a:gd name="connsiteX21738" fmla="*/ 1935290 w 3114960"/>
              <a:gd name="connsiteY21738" fmla="*/ 182499 h 5143785"/>
              <a:gd name="connsiteX21739" fmla="*/ 1936909 w 3114960"/>
              <a:gd name="connsiteY21739" fmla="*/ 182785 h 5143785"/>
              <a:gd name="connsiteX21740" fmla="*/ 1935956 w 3114960"/>
              <a:gd name="connsiteY21740" fmla="*/ 247079 h 5143785"/>
              <a:gd name="connsiteX21741" fmla="*/ 1917478 w 3114960"/>
              <a:gd name="connsiteY21741" fmla="*/ 272510 h 5143785"/>
              <a:gd name="connsiteX21742" fmla="*/ 1917478 w 3114960"/>
              <a:gd name="connsiteY21742" fmla="*/ 395097 h 5143785"/>
              <a:gd name="connsiteX21743" fmla="*/ 1887379 w 3114960"/>
              <a:gd name="connsiteY21743" fmla="*/ 431959 h 5143785"/>
              <a:gd name="connsiteX21744" fmla="*/ 1886331 w 3114960"/>
              <a:gd name="connsiteY21744" fmla="*/ 430911 h 5143785"/>
              <a:gd name="connsiteX21745" fmla="*/ 1932813 w 3114960"/>
              <a:gd name="connsiteY21745" fmla="*/ 168783 h 5143785"/>
              <a:gd name="connsiteX21746" fmla="*/ 1939385 w 3114960"/>
              <a:gd name="connsiteY21746" fmla="*/ 164211 h 5143785"/>
              <a:gd name="connsiteX21747" fmla="*/ 1941767 w 3114960"/>
              <a:gd name="connsiteY21747" fmla="*/ 164687 h 5143785"/>
              <a:gd name="connsiteX21748" fmla="*/ 1945672 w 3114960"/>
              <a:gd name="connsiteY21748" fmla="*/ 168307 h 5143785"/>
              <a:gd name="connsiteX21749" fmla="*/ 1945862 w 3114960"/>
              <a:gd name="connsiteY21749" fmla="*/ 173641 h 5143785"/>
              <a:gd name="connsiteX21750" fmla="*/ 1942243 w 3114960"/>
              <a:gd name="connsiteY21750" fmla="*/ 177546 h 5143785"/>
              <a:gd name="connsiteX21751" fmla="*/ 1936909 w 3114960"/>
              <a:gd name="connsiteY21751" fmla="*/ 177737 h 5143785"/>
              <a:gd name="connsiteX21752" fmla="*/ 1932813 w 3114960"/>
              <a:gd name="connsiteY21752" fmla="*/ 168783 h 5143785"/>
              <a:gd name="connsiteX21753" fmla="*/ 1888712 w 3114960"/>
              <a:gd name="connsiteY21753" fmla="*/ 440627 h 5143785"/>
              <a:gd name="connsiteX21754" fmla="*/ 1882997 w 3114960"/>
              <a:gd name="connsiteY21754" fmla="*/ 446342 h 5143785"/>
              <a:gd name="connsiteX21755" fmla="*/ 1881950 w 3114960"/>
              <a:gd name="connsiteY21755" fmla="*/ 446342 h 5143785"/>
              <a:gd name="connsiteX21756" fmla="*/ 1876235 w 3114960"/>
              <a:gd name="connsiteY21756" fmla="*/ 440627 h 5143785"/>
              <a:gd name="connsiteX21757" fmla="*/ 1876235 w 3114960"/>
              <a:gd name="connsiteY21757" fmla="*/ 439579 h 5143785"/>
              <a:gd name="connsiteX21758" fmla="*/ 1881950 w 3114960"/>
              <a:gd name="connsiteY21758" fmla="*/ 433864 h 5143785"/>
              <a:gd name="connsiteX21759" fmla="*/ 1882426 w 3114960"/>
              <a:gd name="connsiteY21759" fmla="*/ 433673 h 5143785"/>
              <a:gd name="connsiteX21760" fmla="*/ 1882997 w 3114960"/>
              <a:gd name="connsiteY21760" fmla="*/ 433864 h 5143785"/>
              <a:gd name="connsiteX21761" fmla="*/ 1888712 w 3114960"/>
              <a:gd name="connsiteY21761" fmla="*/ 439579 h 5143785"/>
              <a:gd name="connsiteX21762" fmla="*/ 1888712 w 3114960"/>
              <a:gd name="connsiteY21762" fmla="*/ 440627 h 5143785"/>
              <a:gd name="connsiteX21763" fmla="*/ 93917 w 3114960"/>
              <a:gd name="connsiteY21763" fmla="*/ 3606546 h 5143785"/>
              <a:gd name="connsiteX21764" fmla="*/ 114586 w 3114960"/>
              <a:gd name="connsiteY21764" fmla="*/ 3606355 h 5143785"/>
              <a:gd name="connsiteX21765" fmla="*/ 116491 w 3114960"/>
              <a:gd name="connsiteY21765" fmla="*/ 3611309 h 5143785"/>
              <a:gd name="connsiteX21766" fmla="*/ 124587 w 3114960"/>
              <a:gd name="connsiteY21766" fmla="*/ 3616643 h 5143785"/>
              <a:gd name="connsiteX21767" fmla="*/ 126968 w 3114960"/>
              <a:gd name="connsiteY21767" fmla="*/ 3616833 h 5143785"/>
              <a:gd name="connsiteX21768" fmla="*/ 134112 w 3114960"/>
              <a:gd name="connsiteY21768" fmla="*/ 3614642 h 5143785"/>
              <a:gd name="connsiteX21769" fmla="*/ 139446 w 3114960"/>
              <a:gd name="connsiteY21769" fmla="*/ 3606546 h 5143785"/>
              <a:gd name="connsiteX21770" fmla="*/ 137446 w 3114960"/>
              <a:gd name="connsiteY21770" fmla="*/ 3597021 h 5143785"/>
              <a:gd name="connsiteX21771" fmla="*/ 129350 w 3114960"/>
              <a:gd name="connsiteY21771" fmla="*/ 3591782 h 5143785"/>
              <a:gd name="connsiteX21772" fmla="*/ 119920 w 3114960"/>
              <a:gd name="connsiteY21772" fmla="*/ 3593783 h 5143785"/>
              <a:gd name="connsiteX21773" fmla="*/ 114681 w 3114960"/>
              <a:gd name="connsiteY21773" fmla="*/ 3601688 h 5143785"/>
              <a:gd name="connsiteX21774" fmla="*/ 95726 w 3114960"/>
              <a:gd name="connsiteY21774" fmla="*/ 3601879 h 5143785"/>
              <a:gd name="connsiteX21775" fmla="*/ 191 w 3114960"/>
              <a:gd name="connsiteY21775" fmla="*/ 3519107 h 5143785"/>
              <a:gd name="connsiteX21776" fmla="*/ 191 w 3114960"/>
              <a:gd name="connsiteY21776" fmla="*/ 3525393 h 5143785"/>
              <a:gd name="connsiteX21777" fmla="*/ 93345 w 3114960"/>
              <a:gd name="connsiteY21777" fmla="*/ 3606070 h 5143785"/>
              <a:gd name="connsiteX21778" fmla="*/ 94012 w 3114960"/>
              <a:gd name="connsiteY21778" fmla="*/ 3606642 h 5143785"/>
              <a:gd name="connsiteX21779" fmla="*/ 122492 w 3114960"/>
              <a:gd name="connsiteY21779" fmla="*/ 3597593 h 5143785"/>
              <a:gd name="connsiteX21780" fmla="*/ 122492 w 3114960"/>
              <a:gd name="connsiteY21780" fmla="*/ 3597593 h 5143785"/>
              <a:gd name="connsiteX21781" fmla="*/ 126968 w 3114960"/>
              <a:gd name="connsiteY21781" fmla="*/ 3596259 h 5143785"/>
              <a:gd name="connsiteX21782" fmla="*/ 133445 w 3114960"/>
              <a:gd name="connsiteY21782" fmla="*/ 3599688 h 5143785"/>
              <a:gd name="connsiteX21783" fmla="*/ 134684 w 3114960"/>
              <a:gd name="connsiteY21783" fmla="*/ 3605594 h 5143785"/>
              <a:gd name="connsiteX21784" fmla="*/ 131350 w 3114960"/>
              <a:gd name="connsiteY21784" fmla="*/ 3610642 h 5143785"/>
              <a:gd name="connsiteX21785" fmla="*/ 125444 w 3114960"/>
              <a:gd name="connsiteY21785" fmla="*/ 3611880 h 5143785"/>
              <a:gd name="connsiteX21786" fmla="*/ 120396 w 3114960"/>
              <a:gd name="connsiteY21786" fmla="*/ 3608546 h 5143785"/>
              <a:gd name="connsiteX21787" fmla="*/ 119158 w 3114960"/>
              <a:gd name="connsiteY21787" fmla="*/ 3602641 h 5143785"/>
              <a:gd name="connsiteX21788" fmla="*/ 122492 w 3114960"/>
              <a:gd name="connsiteY21788" fmla="*/ 3597593 h 5143785"/>
              <a:gd name="connsiteX21789" fmla="*/ 29528 w 3114960"/>
              <a:gd name="connsiteY21789" fmla="*/ 3656171 h 5143785"/>
              <a:gd name="connsiteX21790" fmla="*/ 49530 w 3114960"/>
              <a:gd name="connsiteY21790" fmla="*/ 3656171 h 5143785"/>
              <a:gd name="connsiteX21791" fmla="*/ 49530 w 3114960"/>
              <a:gd name="connsiteY21791" fmla="*/ 3660934 h 5143785"/>
              <a:gd name="connsiteX21792" fmla="*/ 29528 w 3114960"/>
              <a:gd name="connsiteY21792" fmla="*/ 3660934 h 5143785"/>
              <a:gd name="connsiteX21793" fmla="*/ 29528 w 3114960"/>
              <a:gd name="connsiteY21793" fmla="*/ 3656171 h 5143785"/>
              <a:gd name="connsiteX21794" fmla="*/ 1446181 w 3114960"/>
              <a:gd name="connsiteY21794" fmla="*/ 2361629 h 5143785"/>
              <a:gd name="connsiteX21795" fmla="*/ 1438275 w 3114960"/>
              <a:gd name="connsiteY21795" fmla="*/ 2353818 h 5143785"/>
              <a:gd name="connsiteX21796" fmla="*/ 1427131 w 3114960"/>
              <a:gd name="connsiteY21796" fmla="*/ 2353818 h 5143785"/>
              <a:gd name="connsiteX21797" fmla="*/ 1419320 w 3114960"/>
              <a:gd name="connsiteY21797" fmla="*/ 2361724 h 5143785"/>
              <a:gd name="connsiteX21798" fmla="*/ 1418368 w 3114960"/>
              <a:gd name="connsiteY21798" fmla="*/ 2365439 h 5143785"/>
              <a:gd name="connsiteX21799" fmla="*/ 1365695 w 3114960"/>
              <a:gd name="connsiteY21799" fmla="*/ 2365439 h 5143785"/>
              <a:gd name="connsiteX21800" fmla="*/ 1290638 w 3114960"/>
              <a:gd name="connsiteY21800" fmla="*/ 2431161 h 5143785"/>
              <a:gd name="connsiteX21801" fmla="*/ 1267778 w 3114960"/>
              <a:gd name="connsiteY21801" fmla="*/ 2431352 h 5143785"/>
              <a:gd name="connsiteX21802" fmla="*/ 1170908 w 3114960"/>
              <a:gd name="connsiteY21802" fmla="*/ 2508695 h 5143785"/>
              <a:gd name="connsiteX21803" fmla="*/ 1155668 w 3114960"/>
              <a:gd name="connsiteY21803" fmla="*/ 2506123 h 5143785"/>
              <a:gd name="connsiteX21804" fmla="*/ 1147858 w 3114960"/>
              <a:gd name="connsiteY21804" fmla="*/ 2525173 h 5143785"/>
              <a:gd name="connsiteX21805" fmla="*/ 1161288 w 3114960"/>
              <a:gd name="connsiteY21805" fmla="*/ 2534126 h 5143785"/>
              <a:gd name="connsiteX21806" fmla="*/ 1166908 w 3114960"/>
              <a:gd name="connsiteY21806" fmla="*/ 2532984 h 5143785"/>
              <a:gd name="connsiteX21807" fmla="*/ 1174718 w 3114960"/>
              <a:gd name="connsiteY21807" fmla="*/ 2513934 h 5143785"/>
              <a:gd name="connsiteX21808" fmla="*/ 1173861 w 3114960"/>
              <a:gd name="connsiteY21808" fmla="*/ 2512409 h 5143785"/>
              <a:gd name="connsiteX21809" fmla="*/ 1269492 w 3114960"/>
              <a:gd name="connsiteY21809" fmla="*/ 2436114 h 5143785"/>
              <a:gd name="connsiteX21810" fmla="*/ 1292543 w 3114960"/>
              <a:gd name="connsiteY21810" fmla="*/ 2435924 h 5143785"/>
              <a:gd name="connsiteX21811" fmla="*/ 1367504 w 3114960"/>
              <a:gd name="connsiteY21811" fmla="*/ 2370201 h 5143785"/>
              <a:gd name="connsiteX21812" fmla="*/ 1418558 w 3114960"/>
              <a:gd name="connsiteY21812" fmla="*/ 2370201 h 5143785"/>
              <a:gd name="connsiteX21813" fmla="*/ 1419416 w 3114960"/>
              <a:gd name="connsiteY21813" fmla="*/ 2372868 h 5143785"/>
              <a:gd name="connsiteX21814" fmla="*/ 1432846 w 3114960"/>
              <a:gd name="connsiteY21814" fmla="*/ 2381822 h 5143785"/>
              <a:gd name="connsiteX21815" fmla="*/ 1438466 w 3114960"/>
              <a:gd name="connsiteY21815" fmla="*/ 2380679 h 5143785"/>
              <a:gd name="connsiteX21816" fmla="*/ 1446276 w 3114960"/>
              <a:gd name="connsiteY21816" fmla="*/ 2372773 h 5143785"/>
              <a:gd name="connsiteX21817" fmla="*/ 1447133 w 3114960"/>
              <a:gd name="connsiteY21817" fmla="*/ 2370011 h 5143785"/>
              <a:gd name="connsiteX21818" fmla="*/ 1523714 w 3114960"/>
              <a:gd name="connsiteY21818" fmla="*/ 2370011 h 5143785"/>
              <a:gd name="connsiteX21819" fmla="*/ 1542860 w 3114960"/>
              <a:gd name="connsiteY21819" fmla="*/ 2347817 h 5143785"/>
              <a:gd name="connsiteX21820" fmla="*/ 1607153 w 3114960"/>
              <a:gd name="connsiteY21820" fmla="*/ 2347817 h 5143785"/>
              <a:gd name="connsiteX21821" fmla="*/ 1607153 w 3114960"/>
              <a:gd name="connsiteY21821" fmla="*/ 2350770 h 5143785"/>
              <a:gd name="connsiteX21822" fmla="*/ 1613440 w 3114960"/>
              <a:gd name="connsiteY21822" fmla="*/ 2357057 h 5143785"/>
              <a:gd name="connsiteX21823" fmla="*/ 1626680 w 3114960"/>
              <a:gd name="connsiteY21823" fmla="*/ 2357057 h 5143785"/>
              <a:gd name="connsiteX21824" fmla="*/ 1632966 w 3114960"/>
              <a:gd name="connsiteY21824" fmla="*/ 2350770 h 5143785"/>
              <a:gd name="connsiteX21825" fmla="*/ 1632966 w 3114960"/>
              <a:gd name="connsiteY21825" fmla="*/ 2337530 h 5143785"/>
              <a:gd name="connsiteX21826" fmla="*/ 1626680 w 3114960"/>
              <a:gd name="connsiteY21826" fmla="*/ 2331244 h 5143785"/>
              <a:gd name="connsiteX21827" fmla="*/ 1613440 w 3114960"/>
              <a:gd name="connsiteY21827" fmla="*/ 2331244 h 5143785"/>
              <a:gd name="connsiteX21828" fmla="*/ 1607153 w 3114960"/>
              <a:gd name="connsiteY21828" fmla="*/ 2337530 h 5143785"/>
              <a:gd name="connsiteX21829" fmla="*/ 1607153 w 3114960"/>
              <a:gd name="connsiteY21829" fmla="*/ 2343055 h 5143785"/>
              <a:gd name="connsiteX21830" fmla="*/ 1540669 w 3114960"/>
              <a:gd name="connsiteY21830" fmla="*/ 2343055 h 5143785"/>
              <a:gd name="connsiteX21831" fmla="*/ 1521524 w 3114960"/>
              <a:gd name="connsiteY21831" fmla="*/ 2365248 h 5143785"/>
              <a:gd name="connsiteX21832" fmla="*/ 1447228 w 3114960"/>
              <a:gd name="connsiteY21832" fmla="*/ 2365248 h 5143785"/>
              <a:gd name="connsiteX21833" fmla="*/ 1446276 w 3114960"/>
              <a:gd name="connsiteY21833" fmla="*/ 2361629 h 5143785"/>
              <a:gd name="connsiteX21834" fmla="*/ 1165193 w 3114960"/>
              <a:gd name="connsiteY21834" fmla="*/ 2528602 h 5143785"/>
              <a:gd name="connsiteX21835" fmla="*/ 1152335 w 3114960"/>
              <a:gd name="connsiteY21835" fmla="*/ 2523363 h 5143785"/>
              <a:gd name="connsiteX21836" fmla="*/ 1157573 w 3114960"/>
              <a:gd name="connsiteY21836" fmla="*/ 2510504 h 5143785"/>
              <a:gd name="connsiteX21837" fmla="*/ 1161383 w 3114960"/>
              <a:gd name="connsiteY21837" fmla="*/ 2509742 h 5143785"/>
              <a:gd name="connsiteX21838" fmla="*/ 1170432 w 3114960"/>
              <a:gd name="connsiteY21838" fmla="*/ 2515743 h 5143785"/>
              <a:gd name="connsiteX21839" fmla="*/ 1165193 w 3114960"/>
              <a:gd name="connsiteY21839" fmla="*/ 2528602 h 5143785"/>
              <a:gd name="connsiteX21840" fmla="*/ 1441895 w 3114960"/>
              <a:gd name="connsiteY21840" fmla="*/ 2370963 h 5143785"/>
              <a:gd name="connsiteX21841" fmla="*/ 1436656 w 3114960"/>
              <a:gd name="connsiteY21841" fmla="*/ 2376297 h 5143785"/>
              <a:gd name="connsiteX21842" fmla="*/ 1423892 w 3114960"/>
              <a:gd name="connsiteY21842" fmla="*/ 2371058 h 5143785"/>
              <a:gd name="connsiteX21843" fmla="*/ 1423892 w 3114960"/>
              <a:gd name="connsiteY21843" fmla="*/ 2363534 h 5143785"/>
              <a:gd name="connsiteX21844" fmla="*/ 1429131 w 3114960"/>
              <a:gd name="connsiteY21844" fmla="*/ 2358200 h 5143785"/>
              <a:gd name="connsiteX21845" fmla="*/ 1432941 w 3114960"/>
              <a:gd name="connsiteY21845" fmla="*/ 2357438 h 5143785"/>
              <a:gd name="connsiteX21846" fmla="*/ 1436656 w 3114960"/>
              <a:gd name="connsiteY21846" fmla="*/ 2358200 h 5143785"/>
              <a:gd name="connsiteX21847" fmla="*/ 1441990 w 3114960"/>
              <a:gd name="connsiteY21847" fmla="*/ 2363438 h 5143785"/>
              <a:gd name="connsiteX21848" fmla="*/ 1441990 w 3114960"/>
              <a:gd name="connsiteY21848" fmla="*/ 2370963 h 5143785"/>
              <a:gd name="connsiteX21849" fmla="*/ 49149 w 3114960"/>
              <a:gd name="connsiteY21849" fmla="*/ 249745 h 5143785"/>
              <a:gd name="connsiteX21850" fmla="*/ 59531 w 3114960"/>
              <a:gd name="connsiteY21850" fmla="*/ 239363 h 5143785"/>
              <a:gd name="connsiteX21851" fmla="*/ 49149 w 3114960"/>
              <a:gd name="connsiteY21851" fmla="*/ 228981 h 5143785"/>
              <a:gd name="connsiteX21852" fmla="*/ 39243 w 3114960"/>
              <a:gd name="connsiteY21852" fmla="*/ 236982 h 5143785"/>
              <a:gd name="connsiteX21853" fmla="*/ 1048 w 3114960"/>
              <a:gd name="connsiteY21853" fmla="*/ 236982 h 5143785"/>
              <a:gd name="connsiteX21854" fmla="*/ 95 w 3114960"/>
              <a:gd name="connsiteY21854" fmla="*/ 236125 h 5143785"/>
              <a:gd name="connsiteX21855" fmla="*/ 95 w 3114960"/>
              <a:gd name="connsiteY21855" fmla="*/ 241745 h 5143785"/>
              <a:gd name="connsiteX21856" fmla="*/ 39243 w 3114960"/>
              <a:gd name="connsiteY21856" fmla="*/ 241745 h 5143785"/>
              <a:gd name="connsiteX21857" fmla="*/ 49149 w 3114960"/>
              <a:gd name="connsiteY21857" fmla="*/ 249745 h 5143785"/>
              <a:gd name="connsiteX21858" fmla="*/ 49149 w 3114960"/>
              <a:gd name="connsiteY21858" fmla="*/ 233648 h 5143785"/>
              <a:gd name="connsiteX21859" fmla="*/ 54769 w 3114960"/>
              <a:gd name="connsiteY21859" fmla="*/ 239268 h 5143785"/>
              <a:gd name="connsiteX21860" fmla="*/ 49149 w 3114960"/>
              <a:gd name="connsiteY21860" fmla="*/ 244888 h 5143785"/>
              <a:gd name="connsiteX21861" fmla="*/ 43529 w 3114960"/>
              <a:gd name="connsiteY21861" fmla="*/ 239268 h 5143785"/>
              <a:gd name="connsiteX21862" fmla="*/ 49149 w 3114960"/>
              <a:gd name="connsiteY21862" fmla="*/ 233648 h 5143785"/>
              <a:gd name="connsiteX21863" fmla="*/ 1439513 w 3114960"/>
              <a:gd name="connsiteY21863" fmla="*/ 2364391 h 5143785"/>
              <a:gd name="connsiteX21864" fmla="*/ 1435703 w 3114960"/>
              <a:gd name="connsiteY21864" fmla="*/ 2373821 h 5143785"/>
              <a:gd name="connsiteX21865" fmla="*/ 1426274 w 3114960"/>
              <a:gd name="connsiteY21865" fmla="*/ 2370011 h 5143785"/>
              <a:gd name="connsiteX21866" fmla="*/ 1430179 w 3114960"/>
              <a:gd name="connsiteY21866" fmla="*/ 2360581 h 5143785"/>
              <a:gd name="connsiteX21867" fmla="*/ 1439609 w 3114960"/>
              <a:gd name="connsiteY21867" fmla="*/ 2364391 h 5143785"/>
              <a:gd name="connsiteX21868" fmla="*/ 60770 w 3114960"/>
              <a:gd name="connsiteY21868" fmla="*/ 3621596 h 5143785"/>
              <a:gd name="connsiteX21869" fmla="*/ 44101 w 3114960"/>
              <a:gd name="connsiteY21869" fmla="*/ 3615119 h 5143785"/>
              <a:gd name="connsiteX21870" fmla="*/ 44101 w 3114960"/>
              <a:gd name="connsiteY21870" fmla="*/ 3615119 h 5143785"/>
              <a:gd name="connsiteX21871" fmla="*/ 42291 w 3114960"/>
              <a:gd name="connsiteY21871" fmla="*/ 3616452 h 5143785"/>
              <a:gd name="connsiteX21872" fmla="*/ 95 w 3114960"/>
              <a:gd name="connsiteY21872" fmla="*/ 3579590 h 5143785"/>
              <a:gd name="connsiteX21873" fmla="*/ 95 w 3114960"/>
              <a:gd name="connsiteY21873" fmla="*/ 3585877 h 5143785"/>
              <a:gd name="connsiteX21874" fmla="*/ 38862 w 3114960"/>
              <a:gd name="connsiteY21874" fmla="*/ 3619786 h 5143785"/>
              <a:gd name="connsiteX21875" fmla="*/ 37624 w 3114960"/>
              <a:gd name="connsiteY21875" fmla="*/ 3631787 h 5143785"/>
              <a:gd name="connsiteX21876" fmla="*/ 49244 w 3114960"/>
              <a:gd name="connsiteY21876" fmla="*/ 3639312 h 5143785"/>
              <a:gd name="connsiteX21877" fmla="*/ 54293 w 3114960"/>
              <a:gd name="connsiteY21877" fmla="*/ 3638264 h 5143785"/>
              <a:gd name="connsiteX21878" fmla="*/ 60770 w 3114960"/>
              <a:gd name="connsiteY21878" fmla="*/ 3621596 h 5143785"/>
              <a:gd name="connsiteX21879" fmla="*/ 42005 w 3114960"/>
              <a:gd name="connsiteY21879" fmla="*/ 3629787 h 5143785"/>
              <a:gd name="connsiteX21880" fmla="*/ 46006 w 3114960"/>
              <a:gd name="connsiteY21880" fmla="*/ 3619405 h 5143785"/>
              <a:gd name="connsiteX21881" fmla="*/ 56388 w 3114960"/>
              <a:gd name="connsiteY21881" fmla="*/ 3623405 h 5143785"/>
              <a:gd name="connsiteX21882" fmla="*/ 52387 w 3114960"/>
              <a:gd name="connsiteY21882" fmla="*/ 3633788 h 5143785"/>
              <a:gd name="connsiteX21883" fmla="*/ 42005 w 3114960"/>
              <a:gd name="connsiteY21883" fmla="*/ 3629787 h 5143785"/>
              <a:gd name="connsiteX21884" fmla="*/ 91059 w 3114960"/>
              <a:gd name="connsiteY21884" fmla="*/ 3718084 h 5143785"/>
              <a:gd name="connsiteX21885" fmla="*/ 91059 w 3114960"/>
              <a:gd name="connsiteY21885" fmla="*/ 3722846 h 5143785"/>
              <a:gd name="connsiteX21886" fmla="*/ 72676 w 3114960"/>
              <a:gd name="connsiteY21886" fmla="*/ 3722846 h 5143785"/>
              <a:gd name="connsiteX21887" fmla="*/ 72676 w 3114960"/>
              <a:gd name="connsiteY21887" fmla="*/ 3718084 h 5143785"/>
              <a:gd name="connsiteX21888" fmla="*/ 91059 w 3114960"/>
              <a:gd name="connsiteY21888" fmla="*/ 3718084 h 5143785"/>
              <a:gd name="connsiteX21889" fmla="*/ 96869 w 3114960"/>
              <a:gd name="connsiteY21889" fmla="*/ 1165860 h 5143785"/>
              <a:gd name="connsiteX21890" fmla="*/ 186595 w 3114960"/>
              <a:gd name="connsiteY21890" fmla="*/ 1165860 h 5143785"/>
              <a:gd name="connsiteX21891" fmla="*/ 195548 w 3114960"/>
              <a:gd name="connsiteY21891" fmla="*/ 1172909 h 5143785"/>
              <a:gd name="connsiteX21892" fmla="*/ 204978 w 3114960"/>
              <a:gd name="connsiteY21892" fmla="*/ 1163479 h 5143785"/>
              <a:gd name="connsiteX21893" fmla="*/ 195548 w 3114960"/>
              <a:gd name="connsiteY21893" fmla="*/ 1154049 h 5143785"/>
              <a:gd name="connsiteX21894" fmla="*/ 186595 w 3114960"/>
              <a:gd name="connsiteY21894" fmla="*/ 1161098 h 5143785"/>
              <a:gd name="connsiteX21895" fmla="*/ 94774 w 3114960"/>
              <a:gd name="connsiteY21895" fmla="*/ 1161098 h 5143785"/>
              <a:gd name="connsiteX21896" fmla="*/ 61722 w 3114960"/>
              <a:gd name="connsiteY21896" fmla="*/ 1196150 h 5143785"/>
              <a:gd name="connsiteX21897" fmla="*/ 61722 w 3114960"/>
              <a:gd name="connsiteY21897" fmla="*/ 1293305 h 5143785"/>
              <a:gd name="connsiteX21898" fmla="*/ 54674 w 3114960"/>
              <a:gd name="connsiteY21898" fmla="*/ 1302258 h 5143785"/>
              <a:gd name="connsiteX21899" fmla="*/ 64103 w 3114960"/>
              <a:gd name="connsiteY21899" fmla="*/ 1311688 h 5143785"/>
              <a:gd name="connsiteX21900" fmla="*/ 73533 w 3114960"/>
              <a:gd name="connsiteY21900" fmla="*/ 1302258 h 5143785"/>
              <a:gd name="connsiteX21901" fmla="*/ 66485 w 3114960"/>
              <a:gd name="connsiteY21901" fmla="*/ 1293305 h 5143785"/>
              <a:gd name="connsiteX21902" fmla="*/ 66485 w 3114960"/>
              <a:gd name="connsiteY21902" fmla="*/ 1198055 h 5143785"/>
              <a:gd name="connsiteX21903" fmla="*/ 96869 w 3114960"/>
              <a:gd name="connsiteY21903" fmla="*/ 1165860 h 5143785"/>
              <a:gd name="connsiteX21904" fmla="*/ 195548 w 3114960"/>
              <a:gd name="connsiteY21904" fmla="*/ 1158812 h 5143785"/>
              <a:gd name="connsiteX21905" fmla="*/ 200216 w 3114960"/>
              <a:gd name="connsiteY21905" fmla="*/ 1163479 h 5143785"/>
              <a:gd name="connsiteX21906" fmla="*/ 195548 w 3114960"/>
              <a:gd name="connsiteY21906" fmla="*/ 1168146 h 5143785"/>
              <a:gd name="connsiteX21907" fmla="*/ 190881 w 3114960"/>
              <a:gd name="connsiteY21907" fmla="*/ 1163479 h 5143785"/>
              <a:gd name="connsiteX21908" fmla="*/ 195548 w 3114960"/>
              <a:gd name="connsiteY21908" fmla="*/ 1158812 h 5143785"/>
              <a:gd name="connsiteX21909" fmla="*/ 68866 w 3114960"/>
              <a:gd name="connsiteY21909" fmla="*/ 1302353 h 5143785"/>
              <a:gd name="connsiteX21910" fmla="*/ 64199 w 3114960"/>
              <a:gd name="connsiteY21910" fmla="*/ 1307021 h 5143785"/>
              <a:gd name="connsiteX21911" fmla="*/ 59531 w 3114960"/>
              <a:gd name="connsiteY21911" fmla="*/ 1302353 h 5143785"/>
              <a:gd name="connsiteX21912" fmla="*/ 64199 w 3114960"/>
              <a:gd name="connsiteY21912" fmla="*/ 1297686 h 5143785"/>
              <a:gd name="connsiteX21913" fmla="*/ 68866 w 3114960"/>
              <a:gd name="connsiteY21913" fmla="*/ 1302353 h 5143785"/>
              <a:gd name="connsiteX21914" fmla="*/ 56579 w 3114960"/>
              <a:gd name="connsiteY21914" fmla="*/ 4919949 h 5143785"/>
              <a:gd name="connsiteX21915" fmla="*/ 56579 w 3114960"/>
              <a:gd name="connsiteY21915" fmla="*/ 4845558 h 5143785"/>
              <a:gd name="connsiteX21916" fmla="*/ 95 w 3114960"/>
              <a:gd name="connsiteY21916" fmla="*/ 4845558 h 5143785"/>
              <a:gd name="connsiteX21917" fmla="*/ 95 w 3114960"/>
              <a:gd name="connsiteY21917" fmla="*/ 4840796 h 5143785"/>
              <a:gd name="connsiteX21918" fmla="*/ 59150 w 3114960"/>
              <a:gd name="connsiteY21918" fmla="*/ 4840796 h 5143785"/>
              <a:gd name="connsiteX21919" fmla="*/ 60865 w 3114960"/>
              <a:gd name="connsiteY21919" fmla="*/ 4841462 h 5143785"/>
              <a:gd name="connsiteX21920" fmla="*/ 61532 w 3114960"/>
              <a:gd name="connsiteY21920" fmla="*/ 4843177 h 5143785"/>
              <a:gd name="connsiteX21921" fmla="*/ 61532 w 3114960"/>
              <a:gd name="connsiteY21921" fmla="*/ 4920329 h 5143785"/>
              <a:gd name="connsiteX21922" fmla="*/ 66770 w 3114960"/>
              <a:gd name="connsiteY21922" fmla="*/ 4923758 h 5143785"/>
              <a:gd name="connsiteX21923" fmla="*/ 68390 w 3114960"/>
              <a:gd name="connsiteY21923" fmla="*/ 4930997 h 5143785"/>
              <a:gd name="connsiteX21924" fmla="*/ 64294 w 3114960"/>
              <a:gd name="connsiteY21924" fmla="*/ 4937284 h 5143785"/>
              <a:gd name="connsiteX21925" fmla="*/ 50768 w 3114960"/>
              <a:gd name="connsiteY21925" fmla="*/ 4934903 h 5143785"/>
              <a:gd name="connsiteX21926" fmla="*/ 49149 w 3114960"/>
              <a:gd name="connsiteY21926" fmla="*/ 4927664 h 5143785"/>
              <a:gd name="connsiteX21927" fmla="*/ 53245 w 3114960"/>
              <a:gd name="connsiteY21927" fmla="*/ 4921377 h 5143785"/>
              <a:gd name="connsiteX21928" fmla="*/ 56579 w 3114960"/>
              <a:gd name="connsiteY21928" fmla="*/ 4920044 h 5143785"/>
              <a:gd name="connsiteX21929" fmla="*/ 165259 w 3114960"/>
              <a:gd name="connsiteY21929" fmla="*/ 4864704 h 5143785"/>
              <a:gd name="connsiteX21930" fmla="*/ 173736 w 3114960"/>
              <a:gd name="connsiteY21930" fmla="*/ 4873181 h 5143785"/>
              <a:gd name="connsiteX21931" fmla="*/ 173736 w 3114960"/>
              <a:gd name="connsiteY21931" fmla="*/ 4921377 h 5143785"/>
              <a:gd name="connsiteX21932" fmla="*/ 165259 w 3114960"/>
              <a:gd name="connsiteY21932" fmla="*/ 4929854 h 5143785"/>
              <a:gd name="connsiteX21933" fmla="*/ 126683 w 3114960"/>
              <a:gd name="connsiteY21933" fmla="*/ 4929854 h 5143785"/>
              <a:gd name="connsiteX21934" fmla="*/ 120206 w 3114960"/>
              <a:gd name="connsiteY21934" fmla="*/ 4926806 h 5143785"/>
              <a:gd name="connsiteX21935" fmla="*/ 110585 w 3114960"/>
              <a:gd name="connsiteY21935" fmla="*/ 4915376 h 5143785"/>
              <a:gd name="connsiteX21936" fmla="*/ 108585 w 3114960"/>
              <a:gd name="connsiteY21936" fmla="*/ 4909947 h 5143785"/>
              <a:gd name="connsiteX21937" fmla="*/ 108585 w 3114960"/>
              <a:gd name="connsiteY21937" fmla="*/ 4873181 h 5143785"/>
              <a:gd name="connsiteX21938" fmla="*/ 117062 w 3114960"/>
              <a:gd name="connsiteY21938" fmla="*/ 4864704 h 5143785"/>
              <a:gd name="connsiteX21939" fmla="*/ 165259 w 3114960"/>
              <a:gd name="connsiteY21939" fmla="*/ 4864704 h 5143785"/>
              <a:gd name="connsiteX21940" fmla="*/ 95 w 3114960"/>
              <a:gd name="connsiteY21940" fmla="*/ 3753803 h 5143785"/>
              <a:gd name="connsiteX21941" fmla="*/ 93155 w 3114960"/>
              <a:gd name="connsiteY21941" fmla="*/ 3753803 h 5143785"/>
              <a:gd name="connsiteX21942" fmla="*/ 98774 w 3114960"/>
              <a:gd name="connsiteY21942" fmla="*/ 3762947 h 5143785"/>
              <a:gd name="connsiteX21943" fmla="*/ 118777 w 3114960"/>
              <a:gd name="connsiteY21943" fmla="*/ 3759899 h 5143785"/>
              <a:gd name="connsiteX21944" fmla="*/ 121539 w 3114960"/>
              <a:gd name="connsiteY21944" fmla="*/ 3751421 h 5143785"/>
              <a:gd name="connsiteX21945" fmla="*/ 115729 w 3114960"/>
              <a:gd name="connsiteY21945" fmla="*/ 3739801 h 5143785"/>
              <a:gd name="connsiteX21946" fmla="*/ 95726 w 3114960"/>
              <a:gd name="connsiteY21946" fmla="*/ 3742849 h 5143785"/>
              <a:gd name="connsiteX21947" fmla="*/ 93250 w 3114960"/>
              <a:gd name="connsiteY21947" fmla="*/ 3748945 h 5143785"/>
              <a:gd name="connsiteX21948" fmla="*/ 95 w 3114960"/>
              <a:gd name="connsiteY21948" fmla="*/ 3748945 h 5143785"/>
              <a:gd name="connsiteX21949" fmla="*/ 95 w 3114960"/>
              <a:gd name="connsiteY21949" fmla="*/ 3753707 h 5143785"/>
              <a:gd name="connsiteX21950" fmla="*/ 97822 w 3114960"/>
              <a:gd name="connsiteY21950" fmla="*/ 3744563 h 5143785"/>
              <a:gd name="connsiteX21951" fmla="*/ 114205 w 3114960"/>
              <a:gd name="connsiteY21951" fmla="*/ 3742087 h 5143785"/>
              <a:gd name="connsiteX21952" fmla="*/ 116681 w 3114960"/>
              <a:gd name="connsiteY21952" fmla="*/ 3758470 h 5143785"/>
              <a:gd name="connsiteX21953" fmla="*/ 109061 w 3114960"/>
              <a:gd name="connsiteY21953" fmla="*/ 3763137 h 5143785"/>
              <a:gd name="connsiteX21954" fmla="*/ 100394 w 3114960"/>
              <a:gd name="connsiteY21954" fmla="*/ 3761042 h 5143785"/>
              <a:gd name="connsiteX21955" fmla="*/ 95726 w 3114960"/>
              <a:gd name="connsiteY21955" fmla="*/ 3753422 h 5143785"/>
              <a:gd name="connsiteX21956" fmla="*/ 95631 w 3114960"/>
              <a:gd name="connsiteY21956" fmla="*/ 3751612 h 5143785"/>
              <a:gd name="connsiteX21957" fmla="*/ 97917 w 3114960"/>
              <a:gd name="connsiteY21957" fmla="*/ 3744754 h 5143785"/>
              <a:gd name="connsiteX21958" fmla="*/ 54293 w 3114960"/>
              <a:gd name="connsiteY21958" fmla="*/ 3718084 h 5143785"/>
              <a:gd name="connsiteX21959" fmla="*/ 54293 w 3114960"/>
              <a:gd name="connsiteY21959" fmla="*/ 3722846 h 5143785"/>
              <a:gd name="connsiteX21960" fmla="*/ 35909 w 3114960"/>
              <a:gd name="connsiteY21960" fmla="*/ 3722846 h 5143785"/>
              <a:gd name="connsiteX21961" fmla="*/ 35909 w 3114960"/>
              <a:gd name="connsiteY21961" fmla="*/ 3718084 h 5143785"/>
              <a:gd name="connsiteX21962" fmla="*/ 54293 w 3114960"/>
              <a:gd name="connsiteY21962" fmla="*/ 3718084 h 5143785"/>
              <a:gd name="connsiteX21963" fmla="*/ 100298 w 3114960"/>
              <a:gd name="connsiteY21963" fmla="*/ 3751421 h 5143785"/>
              <a:gd name="connsiteX21964" fmla="*/ 107347 w 3114960"/>
              <a:gd name="connsiteY21964" fmla="*/ 3744373 h 5143785"/>
              <a:gd name="connsiteX21965" fmla="*/ 114395 w 3114960"/>
              <a:gd name="connsiteY21965" fmla="*/ 3751421 h 5143785"/>
              <a:gd name="connsiteX21966" fmla="*/ 107347 w 3114960"/>
              <a:gd name="connsiteY21966" fmla="*/ 3758470 h 5143785"/>
              <a:gd name="connsiteX21967" fmla="*/ 100298 w 3114960"/>
              <a:gd name="connsiteY21967" fmla="*/ 3751421 h 5143785"/>
              <a:gd name="connsiteX21968" fmla="*/ 223361 w 3114960"/>
              <a:gd name="connsiteY21968" fmla="*/ 65342 h 5143785"/>
              <a:gd name="connsiteX21969" fmla="*/ 220313 w 3114960"/>
              <a:gd name="connsiteY21969" fmla="*/ 68961 h 5143785"/>
              <a:gd name="connsiteX21970" fmla="*/ 215837 w 3114960"/>
              <a:gd name="connsiteY21970" fmla="*/ 65151 h 5143785"/>
              <a:gd name="connsiteX21971" fmla="*/ 218885 w 3114960"/>
              <a:gd name="connsiteY21971" fmla="*/ 61532 h 5143785"/>
              <a:gd name="connsiteX21972" fmla="*/ 223361 w 3114960"/>
              <a:gd name="connsiteY21972" fmla="*/ 65342 h 5143785"/>
              <a:gd name="connsiteX21973" fmla="*/ 1501331 w 3114960"/>
              <a:gd name="connsiteY21973" fmla="*/ 2318195 h 5143785"/>
              <a:gd name="connsiteX21974" fmla="*/ 1501331 w 3114960"/>
              <a:gd name="connsiteY21974" fmla="*/ 2308479 h 5143785"/>
              <a:gd name="connsiteX21975" fmla="*/ 1503998 w 3114960"/>
              <a:gd name="connsiteY21975" fmla="*/ 2305812 h 5143785"/>
              <a:gd name="connsiteX21976" fmla="*/ 1513713 w 3114960"/>
              <a:gd name="connsiteY21976" fmla="*/ 2305812 h 5143785"/>
              <a:gd name="connsiteX21977" fmla="*/ 1516380 w 3114960"/>
              <a:gd name="connsiteY21977" fmla="*/ 2308479 h 5143785"/>
              <a:gd name="connsiteX21978" fmla="*/ 1516380 w 3114960"/>
              <a:gd name="connsiteY21978" fmla="*/ 2318195 h 5143785"/>
              <a:gd name="connsiteX21979" fmla="*/ 1513713 w 3114960"/>
              <a:gd name="connsiteY21979" fmla="*/ 2320862 h 5143785"/>
              <a:gd name="connsiteX21980" fmla="*/ 1503998 w 3114960"/>
              <a:gd name="connsiteY21980" fmla="*/ 2320862 h 5143785"/>
              <a:gd name="connsiteX21981" fmla="*/ 1501331 w 3114960"/>
              <a:gd name="connsiteY21981" fmla="*/ 2318195 h 5143785"/>
              <a:gd name="connsiteX21982" fmla="*/ 1525048 w 3114960"/>
              <a:gd name="connsiteY21982" fmla="*/ 2143887 h 5143785"/>
              <a:gd name="connsiteX21983" fmla="*/ 1529810 w 3114960"/>
              <a:gd name="connsiteY21983" fmla="*/ 2139125 h 5143785"/>
              <a:gd name="connsiteX21984" fmla="*/ 1534573 w 3114960"/>
              <a:gd name="connsiteY21984" fmla="*/ 2143887 h 5143785"/>
              <a:gd name="connsiteX21985" fmla="*/ 1529810 w 3114960"/>
              <a:gd name="connsiteY21985" fmla="*/ 2148650 h 5143785"/>
              <a:gd name="connsiteX21986" fmla="*/ 1525048 w 3114960"/>
              <a:gd name="connsiteY21986" fmla="*/ 2143887 h 5143785"/>
              <a:gd name="connsiteX21987" fmla="*/ 2370677 w 3114960"/>
              <a:gd name="connsiteY21987" fmla="*/ 67056 h 5143785"/>
              <a:gd name="connsiteX21988" fmla="*/ 2371344 w 3114960"/>
              <a:gd name="connsiteY21988" fmla="*/ 67723 h 5143785"/>
              <a:gd name="connsiteX21989" fmla="*/ 2413635 w 3114960"/>
              <a:gd name="connsiteY21989" fmla="*/ 67723 h 5143785"/>
              <a:gd name="connsiteX21990" fmla="*/ 2413635 w 3114960"/>
              <a:gd name="connsiteY21990" fmla="*/ 68294 h 5143785"/>
              <a:gd name="connsiteX21991" fmla="*/ 2419255 w 3114960"/>
              <a:gd name="connsiteY21991" fmla="*/ 76105 h 5143785"/>
              <a:gd name="connsiteX21992" fmla="*/ 2425827 w 3114960"/>
              <a:gd name="connsiteY21992" fmla="*/ 77915 h 5143785"/>
              <a:gd name="connsiteX21993" fmla="*/ 2428780 w 3114960"/>
              <a:gd name="connsiteY21993" fmla="*/ 77534 h 5143785"/>
              <a:gd name="connsiteX21994" fmla="*/ 2436590 w 3114960"/>
              <a:gd name="connsiteY21994" fmla="*/ 71819 h 5143785"/>
              <a:gd name="connsiteX21995" fmla="*/ 2438114 w 3114960"/>
              <a:gd name="connsiteY21995" fmla="*/ 62294 h 5143785"/>
              <a:gd name="connsiteX21996" fmla="*/ 2432495 w 3114960"/>
              <a:gd name="connsiteY21996" fmla="*/ 54483 h 5143785"/>
              <a:gd name="connsiteX21997" fmla="*/ 2422970 w 3114960"/>
              <a:gd name="connsiteY21997" fmla="*/ 52959 h 5143785"/>
              <a:gd name="connsiteX21998" fmla="*/ 2415159 w 3114960"/>
              <a:gd name="connsiteY21998" fmla="*/ 58674 h 5143785"/>
              <a:gd name="connsiteX21999" fmla="*/ 2413635 w 3114960"/>
              <a:gd name="connsiteY21999" fmla="*/ 62865 h 5143785"/>
              <a:gd name="connsiteX22000" fmla="*/ 2373249 w 3114960"/>
              <a:gd name="connsiteY22000" fmla="*/ 62865 h 5143785"/>
              <a:gd name="connsiteX22001" fmla="*/ 2305622 w 3114960"/>
              <a:gd name="connsiteY22001" fmla="*/ 95 h 5143785"/>
              <a:gd name="connsiteX22002" fmla="*/ 2298668 w 3114960"/>
              <a:gd name="connsiteY22002" fmla="*/ 95 h 5143785"/>
              <a:gd name="connsiteX22003" fmla="*/ 2370773 w 3114960"/>
              <a:gd name="connsiteY22003" fmla="*/ 67056 h 5143785"/>
              <a:gd name="connsiteX22004" fmla="*/ 2424113 w 3114960"/>
              <a:gd name="connsiteY22004" fmla="*/ 57722 h 5143785"/>
              <a:gd name="connsiteX22005" fmla="*/ 2425922 w 3114960"/>
              <a:gd name="connsiteY22005" fmla="*/ 57531 h 5143785"/>
              <a:gd name="connsiteX22006" fmla="*/ 2430018 w 3114960"/>
              <a:gd name="connsiteY22006" fmla="*/ 58674 h 5143785"/>
              <a:gd name="connsiteX22007" fmla="*/ 2433542 w 3114960"/>
              <a:gd name="connsiteY22007" fmla="*/ 63532 h 5143785"/>
              <a:gd name="connsiteX22008" fmla="*/ 2432590 w 3114960"/>
              <a:gd name="connsiteY22008" fmla="*/ 69437 h 5143785"/>
              <a:gd name="connsiteX22009" fmla="*/ 2427732 w 3114960"/>
              <a:gd name="connsiteY22009" fmla="*/ 72962 h 5143785"/>
              <a:gd name="connsiteX22010" fmla="*/ 2421827 w 3114960"/>
              <a:gd name="connsiteY22010" fmla="*/ 72009 h 5143785"/>
              <a:gd name="connsiteX22011" fmla="*/ 2418302 w 3114960"/>
              <a:gd name="connsiteY22011" fmla="*/ 67151 h 5143785"/>
              <a:gd name="connsiteX22012" fmla="*/ 2424017 w 3114960"/>
              <a:gd name="connsiteY22012" fmla="*/ 57722 h 5143785"/>
              <a:gd name="connsiteX22013" fmla="*/ 78867 w 3114960"/>
              <a:gd name="connsiteY22013" fmla="*/ 136493 h 5143785"/>
              <a:gd name="connsiteX22014" fmla="*/ 72866 w 3114960"/>
              <a:gd name="connsiteY22014" fmla="*/ 139256 h 5143785"/>
              <a:gd name="connsiteX22015" fmla="*/ 66580 w 3114960"/>
              <a:gd name="connsiteY22015" fmla="*/ 146685 h 5143785"/>
              <a:gd name="connsiteX22016" fmla="*/ 64770 w 3114960"/>
              <a:gd name="connsiteY22016" fmla="*/ 151733 h 5143785"/>
              <a:gd name="connsiteX22017" fmla="*/ 64770 w 3114960"/>
              <a:gd name="connsiteY22017" fmla="*/ 175546 h 5143785"/>
              <a:gd name="connsiteX22018" fmla="*/ 72676 w 3114960"/>
              <a:gd name="connsiteY22018" fmla="*/ 183452 h 5143785"/>
              <a:gd name="connsiteX22019" fmla="*/ 85916 w 3114960"/>
              <a:gd name="connsiteY22019" fmla="*/ 183452 h 5143785"/>
              <a:gd name="connsiteX22020" fmla="*/ 85916 w 3114960"/>
              <a:gd name="connsiteY22020" fmla="*/ 183452 h 5143785"/>
              <a:gd name="connsiteX22021" fmla="*/ 103918 w 3114960"/>
              <a:gd name="connsiteY22021" fmla="*/ 183452 h 5143785"/>
              <a:gd name="connsiteX22022" fmla="*/ 111823 w 3114960"/>
              <a:gd name="connsiteY22022" fmla="*/ 175546 h 5143785"/>
              <a:gd name="connsiteX22023" fmla="*/ 111823 w 3114960"/>
              <a:gd name="connsiteY22023" fmla="*/ 155639 h 5143785"/>
              <a:gd name="connsiteX22024" fmla="*/ 112014 w 3114960"/>
              <a:gd name="connsiteY22024" fmla="*/ 155353 h 5143785"/>
              <a:gd name="connsiteX22025" fmla="*/ 111823 w 3114960"/>
              <a:gd name="connsiteY22025" fmla="*/ 155162 h 5143785"/>
              <a:gd name="connsiteX22026" fmla="*/ 111823 w 3114960"/>
              <a:gd name="connsiteY22026" fmla="*/ 144494 h 5143785"/>
              <a:gd name="connsiteX22027" fmla="*/ 181928 w 3114960"/>
              <a:gd name="connsiteY22027" fmla="*/ 144494 h 5143785"/>
              <a:gd name="connsiteX22028" fmla="*/ 204026 w 3114960"/>
              <a:gd name="connsiteY22028" fmla="*/ 122111 h 5143785"/>
              <a:gd name="connsiteX22029" fmla="*/ 185833 w 3114960"/>
              <a:gd name="connsiteY22029" fmla="*/ 106680 h 5143785"/>
              <a:gd name="connsiteX22030" fmla="*/ 143637 w 3114960"/>
              <a:gd name="connsiteY22030" fmla="*/ 106680 h 5143785"/>
              <a:gd name="connsiteX22031" fmla="*/ 143351 w 3114960"/>
              <a:gd name="connsiteY22031" fmla="*/ 104394 h 5143785"/>
              <a:gd name="connsiteX22032" fmla="*/ 138494 w 3114960"/>
              <a:gd name="connsiteY22032" fmla="*/ 98965 h 5143785"/>
              <a:gd name="connsiteX22033" fmla="*/ 131255 w 3114960"/>
              <a:gd name="connsiteY22033" fmla="*/ 98584 h 5143785"/>
              <a:gd name="connsiteX22034" fmla="*/ 125444 w 3114960"/>
              <a:gd name="connsiteY22034" fmla="*/ 110681 h 5143785"/>
              <a:gd name="connsiteX22035" fmla="*/ 130302 w 3114960"/>
              <a:gd name="connsiteY22035" fmla="*/ 116110 h 5143785"/>
              <a:gd name="connsiteX22036" fmla="*/ 134398 w 3114960"/>
              <a:gd name="connsiteY22036" fmla="*/ 117062 h 5143785"/>
              <a:gd name="connsiteX22037" fmla="*/ 137541 w 3114960"/>
              <a:gd name="connsiteY22037" fmla="*/ 116491 h 5143785"/>
              <a:gd name="connsiteX22038" fmla="*/ 142970 w 3114960"/>
              <a:gd name="connsiteY22038" fmla="*/ 111633 h 5143785"/>
              <a:gd name="connsiteX22039" fmla="*/ 142970 w 3114960"/>
              <a:gd name="connsiteY22039" fmla="*/ 111442 h 5143785"/>
              <a:gd name="connsiteX22040" fmla="*/ 184118 w 3114960"/>
              <a:gd name="connsiteY22040" fmla="*/ 111442 h 5143785"/>
              <a:gd name="connsiteX22041" fmla="*/ 197072 w 3114960"/>
              <a:gd name="connsiteY22041" fmla="*/ 122396 h 5143785"/>
              <a:gd name="connsiteX22042" fmla="*/ 179927 w 3114960"/>
              <a:gd name="connsiteY22042" fmla="*/ 139732 h 5143785"/>
              <a:gd name="connsiteX22043" fmla="*/ 110204 w 3114960"/>
              <a:gd name="connsiteY22043" fmla="*/ 139732 h 5143785"/>
              <a:gd name="connsiteX22044" fmla="*/ 103918 w 3114960"/>
              <a:gd name="connsiteY22044" fmla="*/ 136303 h 5143785"/>
              <a:gd name="connsiteX22045" fmla="*/ 78867 w 3114960"/>
              <a:gd name="connsiteY22045" fmla="*/ 136303 h 5143785"/>
              <a:gd name="connsiteX22046" fmla="*/ 138684 w 3114960"/>
              <a:gd name="connsiteY22046" fmla="*/ 109728 h 5143785"/>
              <a:gd name="connsiteX22047" fmla="*/ 135922 w 3114960"/>
              <a:gd name="connsiteY22047" fmla="*/ 112109 h 5143785"/>
              <a:gd name="connsiteX22048" fmla="*/ 132302 w 3114960"/>
              <a:gd name="connsiteY22048" fmla="*/ 111919 h 5143785"/>
              <a:gd name="connsiteX22049" fmla="*/ 129921 w 3114960"/>
              <a:gd name="connsiteY22049" fmla="*/ 109157 h 5143785"/>
              <a:gd name="connsiteX22050" fmla="*/ 132874 w 3114960"/>
              <a:gd name="connsiteY22050" fmla="*/ 103061 h 5143785"/>
              <a:gd name="connsiteX22051" fmla="*/ 134398 w 3114960"/>
              <a:gd name="connsiteY22051" fmla="*/ 102775 h 5143785"/>
              <a:gd name="connsiteX22052" fmla="*/ 138875 w 3114960"/>
              <a:gd name="connsiteY22052" fmla="*/ 105918 h 5143785"/>
              <a:gd name="connsiteX22053" fmla="*/ 138684 w 3114960"/>
              <a:gd name="connsiteY22053" fmla="*/ 109538 h 5143785"/>
              <a:gd name="connsiteX22054" fmla="*/ 69533 w 3114960"/>
              <a:gd name="connsiteY22054" fmla="*/ 151829 h 5143785"/>
              <a:gd name="connsiteX22055" fmla="*/ 70295 w 3114960"/>
              <a:gd name="connsiteY22055" fmla="*/ 149828 h 5143785"/>
              <a:gd name="connsiteX22056" fmla="*/ 76581 w 3114960"/>
              <a:gd name="connsiteY22056" fmla="*/ 142399 h 5143785"/>
              <a:gd name="connsiteX22057" fmla="*/ 78962 w 3114960"/>
              <a:gd name="connsiteY22057" fmla="*/ 141256 h 5143785"/>
              <a:gd name="connsiteX22058" fmla="*/ 91440 w 3114960"/>
              <a:gd name="connsiteY22058" fmla="*/ 141256 h 5143785"/>
              <a:gd name="connsiteX22059" fmla="*/ 69628 w 3114960"/>
              <a:gd name="connsiteY22059" fmla="*/ 164687 h 5143785"/>
              <a:gd name="connsiteX22060" fmla="*/ 69628 w 3114960"/>
              <a:gd name="connsiteY22060" fmla="*/ 151829 h 5143785"/>
              <a:gd name="connsiteX22061" fmla="*/ 107061 w 3114960"/>
              <a:gd name="connsiteY22061" fmla="*/ 175641 h 5143785"/>
              <a:gd name="connsiteX22062" fmla="*/ 103918 w 3114960"/>
              <a:gd name="connsiteY22062" fmla="*/ 178784 h 5143785"/>
              <a:gd name="connsiteX22063" fmla="*/ 90392 w 3114960"/>
              <a:gd name="connsiteY22063" fmla="*/ 178784 h 5143785"/>
              <a:gd name="connsiteX22064" fmla="*/ 107061 w 3114960"/>
              <a:gd name="connsiteY22064" fmla="*/ 160877 h 5143785"/>
              <a:gd name="connsiteX22065" fmla="*/ 107061 w 3114960"/>
              <a:gd name="connsiteY22065" fmla="*/ 175641 h 5143785"/>
              <a:gd name="connsiteX22066" fmla="*/ 107061 w 3114960"/>
              <a:gd name="connsiteY22066" fmla="*/ 144399 h 5143785"/>
              <a:gd name="connsiteX22067" fmla="*/ 107061 w 3114960"/>
              <a:gd name="connsiteY22067" fmla="*/ 150876 h 5143785"/>
              <a:gd name="connsiteX22068" fmla="*/ 106871 w 3114960"/>
              <a:gd name="connsiteY22068" fmla="*/ 150686 h 5143785"/>
              <a:gd name="connsiteX22069" fmla="*/ 80677 w 3114960"/>
              <a:gd name="connsiteY22069" fmla="*/ 178784 h 5143785"/>
              <a:gd name="connsiteX22070" fmla="*/ 80677 w 3114960"/>
              <a:gd name="connsiteY22070" fmla="*/ 178784 h 5143785"/>
              <a:gd name="connsiteX22071" fmla="*/ 72676 w 3114960"/>
              <a:gd name="connsiteY22071" fmla="*/ 178784 h 5143785"/>
              <a:gd name="connsiteX22072" fmla="*/ 69533 w 3114960"/>
              <a:gd name="connsiteY22072" fmla="*/ 175641 h 5143785"/>
              <a:gd name="connsiteX22073" fmla="*/ 69533 w 3114960"/>
              <a:gd name="connsiteY22073" fmla="*/ 173641 h 5143785"/>
              <a:gd name="connsiteX22074" fmla="*/ 70295 w 3114960"/>
              <a:gd name="connsiteY22074" fmla="*/ 174403 h 5143785"/>
              <a:gd name="connsiteX22075" fmla="*/ 100679 w 3114960"/>
              <a:gd name="connsiteY22075" fmla="*/ 141827 h 5143785"/>
              <a:gd name="connsiteX22076" fmla="*/ 100108 w 3114960"/>
              <a:gd name="connsiteY22076" fmla="*/ 141256 h 5143785"/>
              <a:gd name="connsiteX22077" fmla="*/ 103918 w 3114960"/>
              <a:gd name="connsiteY22077" fmla="*/ 141256 h 5143785"/>
              <a:gd name="connsiteX22078" fmla="*/ 107061 w 3114960"/>
              <a:gd name="connsiteY22078" fmla="*/ 144399 h 5143785"/>
              <a:gd name="connsiteX22079" fmla="*/ 1495711 w 3114960"/>
              <a:gd name="connsiteY22079" fmla="*/ 2304193 h 5143785"/>
              <a:gd name="connsiteX22080" fmla="*/ 1495711 w 3114960"/>
              <a:gd name="connsiteY22080" fmla="*/ 2322576 h 5143785"/>
              <a:gd name="connsiteX22081" fmla="*/ 1499616 w 3114960"/>
              <a:gd name="connsiteY22081" fmla="*/ 2326481 h 5143785"/>
              <a:gd name="connsiteX22082" fmla="*/ 1517999 w 3114960"/>
              <a:gd name="connsiteY22082" fmla="*/ 2326481 h 5143785"/>
              <a:gd name="connsiteX22083" fmla="*/ 1521905 w 3114960"/>
              <a:gd name="connsiteY22083" fmla="*/ 2322576 h 5143785"/>
              <a:gd name="connsiteX22084" fmla="*/ 1521905 w 3114960"/>
              <a:gd name="connsiteY22084" fmla="*/ 2304193 h 5143785"/>
              <a:gd name="connsiteX22085" fmla="*/ 1517999 w 3114960"/>
              <a:gd name="connsiteY22085" fmla="*/ 2300288 h 5143785"/>
              <a:gd name="connsiteX22086" fmla="*/ 1499616 w 3114960"/>
              <a:gd name="connsiteY22086" fmla="*/ 2300288 h 5143785"/>
              <a:gd name="connsiteX22087" fmla="*/ 1495711 w 3114960"/>
              <a:gd name="connsiteY22087" fmla="*/ 2304193 h 5143785"/>
              <a:gd name="connsiteX22088" fmla="*/ 1519523 w 3114960"/>
              <a:gd name="connsiteY22088" fmla="*/ 2304193 h 5143785"/>
              <a:gd name="connsiteX22089" fmla="*/ 1519523 w 3114960"/>
              <a:gd name="connsiteY22089" fmla="*/ 2322576 h 5143785"/>
              <a:gd name="connsiteX22090" fmla="*/ 1517999 w 3114960"/>
              <a:gd name="connsiteY22090" fmla="*/ 2324100 h 5143785"/>
              <a:gd name="connsiteX22091" fmla="*/ 1499616 w 3114960"/>
              <a:gd name="connsiteY22091" fmla="*/ 2324100 h 5143785"/>
              <a:gd name="connsiteX22092" fmla="*/ 1498092 w 3114960"/>
              <a:gd name="connsiteY22092" fmla="*/ 2322576 h 5143785"/>
              <a:gd name="connsiteX22093" fmla="*/ 1498092 w 3114960"/>
              <a:gd name="connsiteY22093" fmla="*/ 2304193 h 5143785"/>
              <a:gd name="connsiteX22094" fmla="*/ 1499616 w 3114960"/>
              <a:gd name="connsiteY22094" fmla="*/ 2302669 h 5143785"/>
              <a:gd name="connsiteX22095" fmla="*/ 1517999 w 3114960"/>
              <a:gd name="connsiteY22095" fmla="*/ 2302669 h 5143785"/>
              <a:gd name="connsiteX22096" fmla="*/ 1519523 w 3114960"/>
              <a:gd name="connsiteY22096" fmla="*/ 2304193 h 5143785"/>
              <a:gd name="connsiteX22097" fmla="*/ 463296 w 3114960"/>
              <a:gd name="connsiteY22097" fmla="*/ 5137023 h 5143785"/>
              <a:gd name="connsiteX22098" fmla="*/ 458534 w 3114960"/>
              <a:gd name="connsiteY22098" fmla="*/ 5137023 h 5143785"/>
              <a:gd name="connsiteX22099" fmla="*/ 458534 w 3114960"/>
              <a:gd name="connsiteY22099" fmla="*/ 5118069 h 5143785"/>
              <a:gd name="connsiteX22100" fmla="*/ 463296 w 3114960"/>
              <a:gd name="connsiteY22100" fmla="*/ 5118069 h 5143785"/>
              <a:gd name="connsiteX22101" fmla="*/ 463296 w 3114960"/>
              <a:gd name="connsiteY22101" fmla="*/ 5137023 h 5143785"/>
              <a:gd name="connsiteX22102" fmla="*/ 125635 w 3114960"/>
              <a:gd name="connsiteY22102" fmla="*/ 74962 h 5143785"/>
              <a:gd name="connsiteX22103" fmla="*/ 125540 w 3114960"/>
              <a:gd name="connsiteY22103" fmla="*/ 74200 h 5143785"/>
              <a:gd name="connsiteX22104" fmla="*/ 113443 w 3114960"/>
              <a:gd name="connsiteY22104" fmla="*/ 68390 h 5143785"/>
              <a:gd name="connsiteX22105" fmla="*/ 107633 w 3114960"/>
              <a:gd name="connsiteY22105" fmla="*/ 80486 h 5143785"/>
              <a:gd name="connsiteX22106" fmla="*/ 116586 w 3114960"/>
              <a:gd name="connsiteY22106" fmla="*/ 86868 h 5143785"/>
              <a:gd name="connsiteX22107" fmla="*/ 119729 w 3114960"/>
              <a:gd name="connsiteY22107" fmla="*/ 86297 h 5143785"/>
              <a:gd name="connsiteX22108" fmla="*/ 125159 w 3114960"/>
              <a:gd name="connsiteY22108" fmla="*/ 81439 h 5143785"/>
              <a:gd name="connsiteX22109" fmla="*/ 125635 w 3114960"/>
              <a:gd name="connsiteY22109" fmla="*/ 79724 h 5143785"/>
              <a:gd name="connsiteX22110" fmla="*/ 194405 w 3114960"/>
              <a:gd name="connsiteY22110" fmla="*/ 79724 h 5143785"/>
              <a:gd name="connsiteX22111" fmla="*/ 221266 w 3114960"/>
              <a:gd name="connsiteY22111" fmla="*/ 101251 h 5143785"/>
              <a:gd name="connsiteX22112" fmla="*/ 221266 w 3114960"/>
              <a:gd name="connsiteY22112" fmla="*/ 143256 h 5143785"/>
              <a:gd name="connsiteX22113" fmla="*/ 194596 w 3114960"/>
              <a:gd name="connsiteY22113" fmla="*/ 169545 h 5143785"/>
              <a:gd name="connsiteX22114" fmla="*/ 143732 w 3114960"/>
              <a:gd name="connsiteY22114" fmla="*/ 169545 h 5143785"/>
              <a:gd name="connsiteX22115" fmla="*/ 143447 w 3114960"/>
              <a:gd name="connsiteY22115" fmla="*/ 167259 h 5143785"/>
              <a:gd name="connsiteX22116" fmla="*/ 131350 w 3114960"/>
              <a:gd name="connsiteY22116" fmla="*/ 161449 h 5143785"/>
              <a:gd name="connsiteX22117" fmla="*/ 125540 w 3114960"/>
              <a:gd name="connsiteY22117" fmla="*/ 173545 h 5143785"/>
              <a:gd name="connsiteX22118" fmla="*/ 134493 w 3114960"/>
              <a:gd name="connsiteY22118" fmla="*/ 179927 h 5143785"/>
              <a:gd name="connsiteX22119" fmla="*/ 137636 w 3114960"/>
              <a:gd name="connsiteY22119" fmla="*/ 179356 h 5143785"/>
              <a:gd name="connsiteX22120" fmla="*/ 143066 w 3114960"/>
              <a:gd name="connsiteY22120" fmla="*/ 174498 h 5143785"/>
              <a:gd name="connsiteX22121" fmla="*/ 143066 w 3114960"/>
              <a:gd name="connsiteY22121" fmla="*/ 174308 h 5143785"/>
              <a:gd name="connsiteX22122" fmla="*/ 196596 w 3114960"/>
              <a:gd name="connsiteY22122" fmla="*/ 174308 h 5143785"/>
              <a:gd name="connsiteX22123" fmla="*/ 226028 w 3114960"/>
              <a:gd name="connsiteY22123" fmla="*/ 145256 h 5143785"/>
              <a:gd name="connsiteX22124" fmla="*/ 226028 w 3114960"/>
              <a:gd name="connsiteY22124" fmla="*/ 98965 h 5143785"/>
              <a:gd name="connsiteX22125" fmla="*/ 196120 w 3114960"/>
              <a:gd name="connsiteY22125" fmla="*/ 74962 h 5143785"/>
              <a:gd name="connsiteX22126" fmla="*/ 125730 w 3114960"/>
              <a:gd name="connsiteY22126" fmla="*/ 74962 h 5143785"/>
              <a:gd name="connsiteX22127" fmla="*/ 120872 w 3114960"/>
              <a:gd name="connsiteY22127" fmla="*/ 79343 h 5143785"/>
              <a:gd name="connsiteX22128" fmla="*/ 118110 w 3114960"/>
              <a:gd name="connsiteY22128" fmla="*/ 81725 h 5143785"/>
              <a:gd name="connsiteX22129" fmla="*/ 112014 w 3114960"/>
              <a:gd name="connsiteY22129" fmla="*/ 78772 h 5143785"/>
              <a:gd name="connsiteX22130" fmla="*/ 114967 w 3114960"/>
              <a:gd name="connsiteY22130" fmla="*/ 72676 h 5143785"/>
              <a:gd name="connsiteX22131" fmla="*/ 116586 w 3114960"/>
              <a:gd name="connsiteY22131" fmla="*/ 72390 h 5143785"/>
              <a:gd name="connsiteX22132" fmla="*/ 118682 w 3114960"/>
              <a:gd name="connsiteY22132" fmla="*/ 72866 h 5143785"/>
              <a:gd name="connsiteX22133" fmla="*/ 121063 w 3114960"/>
              <a:gd name="connsiteY22133" fmla="*/ 75629 h 5143785"/>
              <a:gd name="connsiteX22134" fmla="*/ 120872 w 3114960"/>
              <a:gd name="connsiteY22134" fmla="*/ 79248 h 5143785"/>
              <a:gd name="connsiteX22135" fmla="*/ 138684 w 3114960"/>
              <a:gd name="connsiteY22135" fmla="*/ 172403 h 5143785"/>
              <a:gd name="connsiteX22136" fmla="*/ 135922 w 3114960"/>
              <a:gd name="connsiteY22136" fmla="*/ 174784 h 5143785"/>
              <a:gd name="connsiteX22137" fmla="*/ 132302 w 3114960"/>
              <a:gd name="connsiteY22137" fmla="*/ 174593 h 5143785"/>
              <a:gd name="connsiteX22138" fmla="*/ 129921 w 3114960"/>
              <a:gd name="connsiteY22138" fmla="*/ 171831 h 5143785"/>
              <a:gd name="connsiteX22139" fmla="*/ 132874 w 3114960"/>
              <a:gd name="connsiteY22139" fmla="*/ 165735 h 5143785"/>
              <a:gd name="connsiteX22140" fmla="*/ 134398 w 3114960"/>
              <a:gd name="connsiteY22140" fmla="*/ 165449 h 5143785"/>
              <a:gd name="connsiteX22141" fmla="*/ 138875 w 3114960"/>
              <a:gd name="connsiteY22141" fmla="*/ 168593 h 5143785"/>
              <a:gd name="connsiteX22142" fmla="*/ 138684 w 3114960"/>
              <a:gd name="connsiteY22142" fmla="*/ 172212 h 5143785"/>
              <a:gd name="connsiteX22143" fmla="*/ 211550 w 3114960"/>
              <a:gd name="connsiteY22143" fmla="*/ 43910 h 5143785"/>
              <a:gd name="connsiteX22144" fmla="*/ 206788 w 3114960"/>
              <a:gd name="connsiteY22144" fmla="*/ 43910 h 5143785"/>
              <a:gd name="connsiteX22145" fmla="*/ 206788 w 3114960"/>
              <a:gd name="connsiteY22145" fmla="*/ 36195 h 5143785"/>
              <a:gd name="connsiteX22146" fmla="*/ 211550 w 3114960"/>
              <a:gd name="connsiteY22146" fmla="*/ 36195 h 5143785"/>
              <a:gd name="connsiteX22147" fmla="*/ 211550 w 3114960"/>
              <a:gd name="connsiteY22147" fmla="*/ 43910 h 5143785"/>
              <a:gd name="connsiteX22148" fmla="*/ 74105 w 3114960"/>
              <a:gd name="connsiteY22148" fmla="*/ 271844 h 5143785"/>
              <a:gd name="connsiteX22149" fmla="*/ 78105 w 3114960"/>
              <a:gd name="connsiteY22149" fmla="*/ 275844 h 5143785"/>
              <a:gd name="connsiteX22150" fmla="*/ 78105 w 3114960"/>
              <a:gd name="connsiteY22150" fmla="*/ 298323 h 5143785"/>
              <a:gd name="connsiteX22151" fmla="*/ 74105 w 3114960"/>
              <a:gd name="connsiteY22151" fmla="*/ 302324 h 5143785"/>
              <a:gd name="connsiteX22152" fmla="*/ 95 w 3114960"/>
              <a:gd name="connsiteY22152" fmla="*/ 302324 h 5143785"/>
              <a:gd name="connsiteX22153" fmla="*/ 95 w 3114960"/>
              <a:gd name="connsiteY22153" fmla="*/ 307086 h 5143785"/>
              <a:gd name="connsiteX22154" fmla="*/ 74105 w 3114960"/>
              <a:gd name="connsiteY22154" fmla="*/ 307086 h 5143785"/>
              <a:gd name="connsiteX22155" fmla="*/ 82867 w 3114960"/>
              <a:gd name="connsiteY22155" fmla="*/ 298323 h 5143785"/>
              <a:gd name="connsiteX22156" fmla="*/ 82867 w 3114960"/>
              <a:gd name="connsiteY22156" fmla="*/ 289465 h 5143785"/>
              <a:gd name="connsiteX22157" fmla="*/ 124301 w 3114960"/>
              <a:gd name="connsiteY22157" fmla="*/ 289751 h 5143785"/>
              <a:gd name="connsiteX22158" fmla="*/ 202692 w 3114960"/>
              <a:gd name="connsiteY22158" fmla="*/ 386620 h 5143785"/>
              <a:gd name="connsiteX22159" fmla="*/ 202025 w 3114960"/>
              <a:gd name="connsiteY22159" fmla="*/ 472250 h 5143785"/>
              <a:gd name="connsiteX22160" fmla="*/ 201644 w 3114960"/>
              <a:gd name="connsiteY22160" fmla="*/ 472250 h 5143785"/>
              <a:gd name="connsiteX22161" fmla="*/ 197168 w 3114960"/>
              <a:gd name="connsiteY22161" fmla="*/ 482918 h 5143785"/>
              <a:gd name="connsiteX22162" fmla="*/ 200406 w 3114960"/>
              <a:gd name="connsiteY22162" fmla="*/ 486632 h 5143785"/>
              <a:gd name="connsiteX22163" fmla="*/ 200120 w 3114960"/>
              <a:gd name="connsiteY22163" fmla="*/ 487394 h 5143785"/>
              <a:gd name="connsiteX22164" fmla="*/ 201740 w 3114960"/>
              <a:gd name="connsiteY22164" fmla="*/ 488918 h 5143785"/>
              <a:gd name="connsiteX22165" fmla="*/ 200120 w 3114960"/>
              <a:gd name="connsiteY22165" fmla="*/ 490442 h 5143785"/>
              <a:gd name="connsiteX22166" fmla="*/ 201644 w 3114960"/>
              <a:gd name="connsiteY22166" fmla="*/ 491966 h 5143785"/>
              <a:gd name="connsiteX22167" fmla="*/ 200120 w 3114960"/>
              <a:gd name="connsiteY22167" fmla="*/ 493490 h 5143785"/>
              <a:gd name="connsiteX22168" fmla="*/ 201644 w 3114960"/>
              <a:gd name="connsiteY22168" fmla="*/ 495014 h 5143785"/>
              <a:gd name="connsiteX22169" fmla="*/ 200120 w 3114960"/>
              <a:gd name="connsiteY22169" fmla="*/ 496538 h 5143785"/>
              <a:gd name="connsiteX22170" fmla="*/ 201644 w 3114960"/>
              <a:gd name="connsiteY22170" fmla="*/ 498062 h 5143785"/>
              <a:gd name="connsiteX22171" fmla="*/ 200120 w 3114960"/>
              <a:gd name="connsiteY22171" fmla="*/ 499586 h 5143785"/>
              <a:gd name="connsiteX22172" fmla="*/ 201644 w 3114960"/>
              <a:gd name="connsiteY22172" fmla="*/ 501110 h 5143785"/>
              <a:gd name="connsiteX22173" fmla="*/ 200120 w 3114960"/>
              <a:gd name="connsiteY22173" fmla="*/ 502634 h 5143785"/>
              <a:gd name="connsiteX22174" fmla="*/ 201644 w 3114960"/>
              <a:gd name="connsiteY22174" fmla="*/ 504158 h 5143785"/>
              <a:gd name="connsiteX22175" fmla="*/ 200120 w 3114960"/>
              <a:gd name="connsiteY22175" fmla="*/ 505682 h 5143785"/>
              <a:gd name="connsiteX22176" fmla="*/ 201740 w 3114960"/>
              <a:gd name="connsiteY22176" fmla="*/ 507206 h 5143785"/>
              <a:gd name="connsiteX22177" fmla="*/ 200120 w 3114960"/>
              <a:gd name="connsiteY22177" fmla="*/ 508730 h 5143785"/>
              <a:gd name="connsiteX22178" fmla="*/ 201740 w 3114960"/>
              <a:gd name="connsiteY22178" fmla="*/ 510254 h 5143785"/>
              <a:gd name="connsiteX22179" fmla="*/ 200120 w 3114960"/>
              <a:gd name="connsiteY22179" fmla="*/ 511778 h 5143785"/>
              <a:gd name="connsiteX22180" fmla="*/ 201740 w 3114960"/>
              <a:gd name="connsiteY22180" fmla="*/ 513302 h 5143785"/>
              <a:gd name="connsiteX22181" fmla="*/ 200120 w 3114960"/>
              <a:gd name="connsiteY22181" fmla="*/ 514826 h 5143785"/>
              <a:gd name="connsiteX22182" fmla="*/ 201740 w 3114960"/>
              <a:gd name="connsiteY22182" fmla="*/ 516350 h 5143785"/>
              <a:gd name="connsiteX22183" fmla="*/ 200120 w 3114960"/>
              <a:gd name="connsiteY22183" fmla="*/ 517874 h 5143785"/>
              <a:gd name="connsiteX22184" fmla="*/ 201740 w 3114960"/>
              <a:gd name="connsiteY22184" fmla="*/ 519398 h 5143785"/>
              <a:gd name="connsiteX22185" fmla="*/ 200120 w 3114960"/>
              <a:gd name="connsiteY22185" fmla="*/ 520922 h 5143785"/>
              <a:gd name="connsiteX22186" fmla="*/ 201740 w 3114960"/>
              <a:gd name="connsiteY22186" fmla="*/ 522446 h 5143785"/>
              <a:gd name="connsiteX22187" fmla="*/ 200120 w 3114960"/>
              <a:gd name="connsiteY22187" fmla="*/ 523970 h 5143785"/>
              <a:gd name="connsiteX22188" fmla="*/ 201835 w 3114960"/>
              <a:gd name="connsiteY22188" fmla="*/ 525494 h 5143785"/>
              <a:gd name="connsiteX22189" fmla="*/ 200120 w 3114960"/>
              <a:gd name="connsiteY22189" fmla="*/ 527018 h 5143785"/>
              <a:gd name="connsiteX22190" fmla="*/ 201835 w 3114960"/>
              <a:gd name="connsiteY22190" fmla="*/ 528542 h 5143785"/>
              <a:gd name="connsiteX22191" fmla="*/ 200120 w 3114960"/>
              <a:gd name="connsiteY22191" fmla="*/ 530162 h 5143785"/>
              <a:gd name="connsiteX22192" fmla="*/ 201835 w 3114960"/>
              <a:gd name="connsiteY22192" fmla="*/ 531781 h 5143785"/>
              <a:gd name="connsiteX22193" fmla="*/ 200120 w 3114960"/>
              <a:gd name="connsiteY22193" fmla="*/ 533400 h 5143785"/>
              <a:gd name="connsiteX22194" fmla="*/ 201930 w 3114960"/>
              <a:gd name="connsiteY22194" fmla="*/ 535019 h 5143785"/>
              <a:gd name="connsiteX22195" fmla="*/ 200120 w 3114960"/>
              <a:gd name="connsiteY22195" fmla="*/ 536639 h 5143785"/>
              <a:gd name="connsiteX22196" fmla="*/ 201835 w 3114960"/>
              <a:gd name="connsiteY22196" fmla="*/ 538258 h 5143785"/>
              <a:gd name="connsiteX22197" fmla="*/ 200120 w 3114960"/>
              <a:gd name="connsiteY22197" fmla="*/ 539877 h 5143785"/>
              <a:gd name="connsiteX22198" fmla="*/ 201835 w 3114960"/>
              <a:gd name="connsiteY22198" fmla="*/ 541496 h 5143785"/>
              <a:gd name="connsiteX22199" fmla="*/ 200120 w 3114960"/>
              <a:gd name="connsiteY22199" fmla="*/ 543116 h 5143785"/>
              <a:gd name="connsiteX22200" fmla="*/ 201835 w 3114960"/>
              <a:gd name="connsiteY22200" fmla="*/ 544735 h 5143785"/>
              <a:gd name="connsiteX22201" fmla="*/ 200120 w 3114960"/>
              <a:gd name="connsiteY22201" fmla="*/ 546259 h 5143785"/>
              <a:gd name="connsiteX22202" fmla="*/ 201835 w 3114960"/>
              <a:gd name="connsiteY22202" fmla="*/ 547783 h 5143785"/>
              <a:gd name="connsiteX22203" fmla="*/ 200120 w 3114960"/>
              <a:gd name="connsiteY22203" fmla="*/ 549402 h 5143785"/>
              <a:gd name="connsiteX22204" fmla="*/ 201835 w 3114960"/>
              <a:gd name="connsiteY22204" fmla="*/ 550926 h 5143785"/>
              <a:gd name="connsiteX22205" fmla="*/ 200120 w 3114960"/>
              <a:gd name="connsiteY22205" fmla="*/ 552545 h 5143785"/>
              <a:gd name="connsiteX22206" fmla="*/ 201835 w 3114960"/>
              <a:gd name="connsiteY22206" fmla="*/ 554165 h 5143785"/>
              <a:gd name="connsiteX22207" fmla="*/ 200120 w 3114960"/>
              <a:gd name="connsiteY22207" fmla="*/ 555784 h 5143785"/>
              <a:gd name="connsiteX22208" fmla="*/ 201835 w 3114960"/>
              <a:gd name="connsiteY22208" fmla="*/ 557403 h 5143785"/>
              <a:gd name="connsiteX22209" fmla="*/ 200120 w 3114960"/>
              <a:gd name="connsiteY22209" fmla="*/ 559022 h 5143785"/>
              <a:gd name="connsiteX22210" fmla="*/ 201930 w 3114960"/>
              <a:gd name="connsiteY22210" fmla="*/ 560642 h 5143785"/>
              <a:gd name="connsiteX22211" fmla="*/ 200120 w 3114960"/>
              <a:gd name="connsiteY22211" fmla="*/ 562261 h 5143785"/>
              <a:gd name="connsiteX22212" fmla="*/ 201930 w 3114960"/>
              <a:gd name="connsiteY22212" fmla="*/ 563880 h 5143785"/>
              <a:gd name="connsiteX22213" fmla="*/ 200120 w 3114960"/>
              <a:gd name="connsiteY22213" fmla="*/ 565499 h 5143785"/>
              <a:gd name="connsiteX22214" fmla="*/ 201835 w 3114960"/>
              <a:gd name="connsiteY22214" fmla="*/ 567119 h 5143785"/>
              <a:gd name="connsiteX22215" fmla="*/ 200120 w 3114960"/>
              <a:gd name="connsiteY22215" fmla="*/ 568643 h 5143785"/>
              <a:gd name="connsiteX22216" fmla="*/ 201835 w 3114960"/>
              <a:gd name="connsiteY22216" fmla="*/ 570167 h 5143785"/>
              <a:gd name="connsiteX22217" fmla="*/ 200120 w 3114960"/>
              <a:gd name="connsiteY22217" fmla="*/ 571691 h 5143785"/>
              <a:gd name="connsiteX22218" fmla="*/ 201835 w 3114960"/>
              <a:gd name="connsiteY22218" fmla="*/ 573215 h 5143785"/>
              <a:gd name="connsiteX22219" fmla="*/ 200120 w 3114960"/>
              <a:gd name="connsiteY22219" fmla="*/ 574739 h 5143785"/>
              <a:gd name="connsiteX22220" fmla="*/ 201835 w 3114960"/>
              <a:gd name="connsiteY22220" fmla="*/ 576358 h 5143785"/>
              <a:gd name="connsiteX22221" fmla="*/ 200120 w 3114960"/>
              <a:gd name="connsiteY22221" fmla="*/ 577977 h 5143785"/>
              <a:gd name="connsiteX22222" fmla="*/ 202025 w 3114960"/>
              <a:gd name="connsiteY22222" fmla="*/ 579596 h 5143785"/>
              <a:gd name="connsiteX22223" fmla="*/ 200120 w 3114960"/>
              <a:gd name="connsiteY22223" fmla="*/ 581216 h 5143785"/>
              <a:gd name="connsiteX22224" fmla="*/ 201930 w 3114960"/>
              <a:gd name="connsiteY22224" fmla="*/ 582835 h 5143785"/>
              <a:gd name="connsiteX22225" fmla="*/ 200120 w 3114960"/>
              <a:gd name="connsiteY22225" fmla="*/ 584454 h 5143785"/>
              <a:gd name="connsiteX22226" fmla="*/ 202025 w 3114960"/>
              <a:gd name="connsiteY22226" fmla="*/ 586073 h 5143785"/>
              <a:gd name="connsiteX22227" fmla="*/ 200120 w 3114960"/>
              <a:gd name="connsiteY22227" fmla="*/ 587693 h 5143785"/>
              <a:gd name="connsiteX22228" fmla="*/ 202025 w 3114960"/>
              <a:gd name="connsiteY22228" fmla="*/ 589312 h 5143785"/>
              <a:gd name="connsiteX22229" fmla="*/ 200120 w 3114960"/>
              <a:gd name="connsiteY22229" fmla="*/ 590931 h 5143785"/>
              <a:gd name="connsiteX22230" fmla="*/ 202025 w 3114960"/>
              <a:gd name="connsiteY22230" fmla="*/ 592550 h 5143785"/>
              <a:gd name="connsiteX22231" fmla="*/ 200120 w 3114960"/>
              <a:gd name="connsiteY22231" fmla="*/ 594170 h 5143785"/>
              <a:gd name="connsiteX22232" fmla="*/ 202120 w 3114960"/>
              <a:gd name="connsiteY22232" fmla="*/ 595789 h 5143785"/>
              <a:gd name="connsiteX22233" fmla="*/ 200216 w 3114960"/>
              <a:gd name="connsiteY22233" fmla="*/ 597313 h 5143785"/>
              <a:gd name="connsiteX22234" fmla="*/ 197168 w 3114960"/>
              <a:gd name="connsiteY22234" fmla="*/ 600742 h 5143785"/>
              <a:gd name="connsiteX22235" fmla="*/ 197168 w 3114960"/>
              <a:gd name="connsiteY22235" fmla="*/ 606933 h 5143785"/>
              <a:gd name="connsiteX22236" fmla="*/ 201549 w 3114960"/>
              <a:gd name="connsiteY22236" fmla="*/ 611315 h 5143785"/>
              <a:gd name="connsiteX22237" fmla="*/ 204692 w 3114960"/>
              <a:gd name="connsiteY22237" fmla="*/ 611981 h 5143785"/>
              <a:gd name="connsiteX22238" fmla="*/ 207740 w 3114960"/>
              <a:gd name="connsiteY22238" fmla="*/ 611410 h 5143785"/>
              <a:gd name="connsiteX22239" fmla="*/ 212122 w 3114960"/>
              <a:gd name="connsiteY22239" fmla="*/ 607028 h 5143785"/>
              <a:gd name="connsiteX22240" fmla="*/ 212122 w 3114960"/>
              <a:gd name="connsiteY22240" fmla="*/ 600837 h 5143785"/>
              <a:gd name="connsiteX22241" fmla="*/ 208407 w 3114960"/>
              <a:gd name="connsiteY22241" fmla="*/ 596837 h 5143785"/>
              <a:gd name="connsiteX22242" fmla="*/ 209074 w 3114960"/>
              <a:gd name="connsiteY22242" fmla="*/ 595694 h 5143785"/>
              <a:gd name="connsiteX22243" fmla="*/ 207074 w 3114960"/>
              <a:gd name="connsiteY22243" fmla="*/ 594074 h 5143785"/>
              <a:gd name="connsiteX22244" fmla="*/ 209074 w 3114960"/>
              <a:gd name="connsiteY22244" fmla="*/ 592455 h 5143785"/>
              <a:gd name="connsiteX22245" fmla="*/ 207264 w 3114960"/>
              <a:gd name="connsiteY22245" fmla="*/ 590836 h 5143785"/>
              <a:gd name="connsiteX22246" fmla="*/ 209074 w 3114960"/>
              <a:gd name="connsiteY22246" fmla="*/ 589217 h 5143785"/>
              <a:gd name="connsiteX22247" fmla="*/ 207169 w 3114960"/>
              <a:gd name="connsiteY22247" fmla="*/ 587597 h 5143785"/>
              <a:gd name="connsiteX22248" fmla="*/ 209074 w 3114960"/>
              <a:gd name="connsiteY22248" fmla="*/ 585978 h 5143785"/>
              <a:gd name="connsiteX22249" fmla="*/ 207264 w 3114960"/>
              <a:gd name="connsiteY22249" fmla="*/ 584359 h 5143785"/>
              <a:gd name="connsiteX22250" fmla="*/ 209074 w 3114960"/>
              <a:gd name="connsiteY22250" fmla="*/ 582740 h 5143785"/>
              <a:gd name="connsiteX22251" fmla="*/ 207169 w 3114960"/>
              <a:gd name="connsiteY22251" fmla="*/ 581120 h 5143785"/>
              <a:gd name="connsiteX22252" fmla="*/ 209074 w 3114960"/>
              <a:gd name="connsiteY22252" fmla="*/ 579501 h 5143785"/>
              <a:gd name="connsiteX22253" fmla="*/ 207264 w 3114960"/>
              <a:gd name="connsiteY22253" fmla="*/ 577882 h 5143785"/>
              <a:gd name="connsiteX22254" fmla="*/ 209074 w 3114960"/>
              <a:gd name="connsiteY22254" fmla="*/ 576263 h 5143785"/>
              <a:gd name="connsiteX22255" fmla="*/ 207359 w 3114960"/>
              <a:gd name="connsiteY22255" fmla="*/ 574643 h 5143785"/>
              <a:gd name="connsiteX22256" fmla="*/ 209074 w 3114960"/>
              <a:gd name="connsiteY22256" fmla="*/ 573119 h 5143785"/>
              <a:gd name="connsiteX22257" fmla="*/ 207359 w 3114960"/>
              <a:gd name="connsiteY22257" fmla="*/ 571595 h 5143785"/>
              <a:gd name="connsiteX22258" fmla="*/ 209074 w 3114960"/>
              <a:gd name="connsiteY22258" fmla="*/ 570071 h 5143785"/>
              <a:gd name="connsiteX22259" fmla="*/ 207359 w 3114960"/>
              <a:gd name="connsiteY22259" fmla="*/ 568547 h 5143785"/>
              <a:gd name="connsiteX22260" fmla="*/ 209074 w 3114960"/>
              <a:gd name="connsiteY22260" fmla="*/ 567023 h 5143785"/>
              <a:gd name="connsiteX22261" fmla="*/ 207359 w 3114960"/>
              <a:gd name="connsiteY22261" fmla="*/ 565404 h 5143785"/>
              <a:gd name="connsiteX22262" fmla="*/ 209074 w 3114960"/>
              <a:gd name="connsiteY22262" fmla="*/ 563785 h 5143785"/>
              <a:gd name="connsiteX22263" fmla="*/ 207264 w 3114960"/>
              <a:gd name="connsiteY22263" fmla="*/ 562166 h 5143785"/>
              <a:gd name="connsiteX22264" fmla="*/ 209074 w 3114960"/>
              <a:gd name="connsiteY22264" fmla="*/ 560546 h 5143785"/>
              <a:gd name="connsiteX22265" fmla="*/ 207264 w 3114960"/>
              <a:gd name="connsiteY22265" fmla="*/ 558927 h 5143785"/>
              <a:gd name="connsiteX22266" fmla="*/ 209074 w 3114960"/>
              <a:gd name="connsiteY22266" fmla="*/ 557308 h 5143785"/>
              <a:gd name="connsiteX22267" fmla="*/ 207359 w 3114960"/>
              <a:gd name="connsiteY22267" fmla="*/ 555689 h 5143785"/>
              <a:gd name="connsiteX22268" fmla="*/ 209074 w 3114960"/>
              <a:gd name="connsiteY22268" fmla="*/ 554069 h 5143785"/>
              <a:gd name="connsiteX22269" fmla="*/ 207359 w 3114960"/>
              <a:gd name="connsiteY22269" fmla="*/ 552450 h 5143785"/>
              <a:gd name="connsiteX22270" fmla="*/ 209074 w 3114960"/>
              <a:gd name="connsiteY22270" fmla="*/ 550831 h 5143785"/>
              <a:gd name="connsiteX22271" fmla="*/ 207359 w 3114960"/>
              <a:gd name="connsiteY22271" fmla="*/ 549307 h 5143785"/>
              <a:gd name="connsiteX22272" fmla="*/ 209074 w 3114960"/>
              <a:gd name="connsiteY22272" fmla="*/ 547688 h 5143785"/>
              <a:gd name="connsiteX22273" fmla="*/ 207359 w 3114960"/>
              <a:gd name="connsiteY22273" fmla="*/ 546164 h 5143785"/>
              <a:gd name="connsiteX22274" fmla="*/ 209074 w 3114960"/>
              <a:gd name="connsiteY22274" fmla="*/ 544640 h 5143785"/>
              <a:gd name="connsiteX22275" fmla="*/ 207359 w 3114960"/>
              <a:gd name="connsiteY22275" fmla="*/ 543020 h 5143785"/>
              <a:gd name="connsiteX22276" fmla="*/ 209074 w 3114960"/>
              <a:gd name="connsiteY22276" fmla="*/ 541401 h 5143785"/>
              <a:gd name="connsiteX22277" fmla="*/ 207359 w 3114960"/>
              <a:gd name="connsiteY22277" fmla="*/ 539782 h 5143785"/>
              <a:gd name="connsiteX22278" fmla="*/ 209074 w 3114960"/>
              <a:gd name="connsiteY22278" fmla="*/ 538163 h 5143785"/>
              <a:gd name="connsiteX22279" fmla="*/ 207359 w 3114960"/>
              <a:gd name="connsiteY22279" fmla="*/ 536543 h 5143785"/>
              <a:gd name="connsiteX22280" fmla="*/ 209074 w 3114960"/>
              <a:gd name="connsiteY22280" fmla="*/ 534924 h 5143785"/>
              <a:gd name="connsiteX22281" fmla="*/ 207264 w 3114960"/>
              <a:gd name="connsiteY22281" fmla="*/ 533305 h 5143785"/>
              <a:gd name="connsiteX22282" fmla="*/ 209074 w 3114960"/>
              <a:gd name="connsiteY22282" fmla="*/ 531686 h 5143785"/>
              <a:gd name="connsiteX22283" fmla="*/ 207359 w 3114960"/>
              <a:gd name="connsiteY22283" fmla="*/ 530066 h 5143785"/>
              <a:gd name="connsiteX22284" fmla="*/ 209074 w 3114960"/>
              <a:gd name="connsiteY22284" fmla="*/ 528447 h 5143785"/>
              <a:gd name="connsiteX22285" fmla="*/ 207359 w 3114960"/>
              <a:gd name="connsiteY22285" fmla="*/ 526923 h 5143785"/>
              <a:gd name="connsiteX22286" fmla="*/ 209074 w 3114960"/>
              <a:gd name="connsiteY22286" fmla="*/ 525399 h 5143785"/>
              <a:gd name="connsiteX22287" fmla="*/ 207359 w 3114960"/>
              <a:gd name="connsiteY22287" fmla="*/ 523875 h 5143785"/>
              <a:gd name="connsiteX22288" fmla="*/ 209074 w 3114960"/>
              <a:gd name="connsiteY22288" fmla="*/ 522351 h 5143785"/>
              <a:gd name="connsiteX22289" fmla="*/ 207455 w 3114960"/>
              <a:gd name="connsiteY22289" fmla="*/ 520827 h 5143785"/>
              <a:gd name="connsiteX22290" fmla="*/ 209074 w 3114960"/>
              <a:gd name="connsiteY22290" fmla="*/ 519303 h 5143785"/>
              <a:gd name="connsiteX22291" fmla="*/ 207455 w 3114960"/>
              <a:gd name="connsiteY22291" fmla="*/ 517779 h 5143785"/>
              <a:gd name="connsiteX22292" fmla="*/ 209074 w 3114960"/>
              <a:gd name="connsiteY22292" fmla="*/ 516255 h 5143785"/>
              <a:gd name="connsiteX22293" fmla="*/ 207455 w 3114960"/>
              <a:gd name="connsiteY22293" fmla="*/ 514731 h 5143785"/>
              <a:gd name="connsiteX22294" fmla="*/ 209074 w 3114960"/>
              <a:gd name="connsiteY22294" fmla="*/ 513207 h 5143785"/>
              <a:gd name="connsiteX22295" fmla="*/ 207455 w 3114960"/>
              <a:gd name="connsiteY22295" fmla="*/ 511683 h 5143785"/>
              <a:gd name="connsiteX22296" fmla="*/ 209074 w 3114960"/>
              <a:gd name="connsiteY22296" fmla="*/ 510159 h 5143785"/>
              <a:gd name="connsiteX22297" fmla="*/ 207455 w 3114960"/>
              <a:gd name="connsiteY22297" fmla="*/ 508635 h 5143785"/>
              <a:gd name="connsiteX22298" fmla="*/ 209074 w 3114960"/>
              <a:gd name="connsiteY22298" fmla="*/ 507111 h 5143785"/>
              <a:gd name="connsiteX22299" fmla="*/ 207455 w 3114960"/>
              <a:gd name="connsiteY22299" fmla="*/ 505587 h 5143785"/>
              <a:gd name="connsiteX22300" fmla="*/ 209074 w 3114960"/>
              <a:gd name="connsiteY22300" fmla="*/ 504063 h 5143785"/>
              <a:gd name="connsiteX22301" fmla="*/ 207550 w 3114960"/>
              <a:gd name="connsiteY22301" fmla="*/ 502539 h 5143785"/>
              <a:gd name="connsiteX22302" fmla="*/ 209074 w 3114960"/>
              <a:gd name="connsiteY22302" fmla="*/ 501015 h 5143785"/>
              <a:gd name="connsiteX22303" fmla="*/ 207550 w 3114960"/>
              <a:gd name="connsiteY22303" fmla="*/ 499491 h 5143785"/>
              <a:gd name="connsiteX22304" fmla="*/ 209074 w 3114960"/>
              <a:gd name="connsiteY22304" fmla="*/ 497967 h 5143785"/>
              <a:gd name="connsiteX22305" fmla="*/ 207550 w 3114960"/>
              <a:gd name="connsiteY22305" fmla="*/ 496443 h 5143785"/>
              <a:gd name="connsiteX22306" fmla="*/ 209074 w 3114960"/>
              <a:gd name="connsiteY22306" fmla="*/ 494919 h 5143785"/>
              <a:gd name="connsiteX22307" fmla="*/ 207550 w 3114960"/>
              <a:gd name="connsiteY22307" fmla="*/ 493395 h 5143785"/>
              <a:gd name="connsiteX22308" fmla="*/ 209074 w 3114960"/>
              <a:gd name="connsiteY22308" fmla="*/ 491871 h 5143785"/>
              <a:gd name="connsiteX22309" fmla="*/ 207550 w 3114960"/>
              <a:gd name="connsiteY22309" fmla="*/ 490347 h 5143785"/>
              <a:gd name="connsiteX22310" fmla="*/ 209074 w 3114960"/>
              <a:gd name="connsiteY22310" fmla="*/ 488823 h 5143785"/>
              <a:gd name="connsiteX22311" fmla="*/ 207455 w 3114960"/>
              <a:gd name="connsiteY22311" fmla="*/ 487299 h 5143785"/>
              <a:gd name="connsiteX22312" fmla="*/ 207550 w 3114960"/>
              <a:gd name="connsiteY22312" fmla="*/ 487299 h 5143785"/>
              <a:gd name="connsiteX22313" fmla="*/ 207931 w 3114960"/>
              <a:gd name="connsiteY22313" fmla="*/ 487013 h 5143785"/>
              <a:gd name="connsiteX22314" fmla="*/ 208598 w 3114960"/>
              <a:gd name="connsiteY22314" fmla="*/ 486537 h 5143785"/>
              <a:gd name="connsiteX22315" fmla="*/ 211931 w 3114960"/>
              <a:gd name="connsiteY22315" fmla="*/ 476631 h 5143785"/>
              <a:gd name="connsiteX22316" fmla="*/ 206502 w 3114960"/>
              <a:gd name="connsiteY22316" fmla="*/ 471964 h 5143785"/>
              <a:gd name="connsiteX22317" fmla="*/ 207169 w 3114960"/>
              <a:gd name="connsiteY22317" fmla="*/ 384810 h 5143785"/>
              <a:gd name="connsiteX22318" fmla="*/ 126302 w 3114960"/>
              <a:gd name="connsiteY22318" fmla="*/ 284893 h 5143785"/>
              <a:gd name="connsiteX22319" fmla="*/ 82582 w 3114960"/>
              <a:gd name="connsiteY22319" fmla="*/ 284607 h 5143785"/>
              <a:gd name="connsiteX22320" fmla="*/ 82582 w 3114960"/>
              <a:gd name="connsiteY22320" fmla="*/ 275749 h 5143785"/>
              <a:gd name="connsiteX22321" fmla="*/ 81915 w 3114960"/>
              <a:gd name="connsiteY22321" fmla="*/ 272606 h 5143785"/>
              <a:gd name="connsiteX22322" fmla="*/ 140303 w 3114960"/>
              <a:gd name="connsiteY22322" fmla="*/ 207455 h 5143785"/>
              <a:gd name="connsiteX22323" fmla="*/ 200787 w 3114960"/>
              <a:gd name="connsiteY22323" fmla="*/ 207455 h 5143785"/>
              <a:gd name="connsiteX22324" fmla="*/ 201073 w 3114960"/>
              <a:gd name="connsiteY22324" fmla="*/ 209264 h 5143785"/>
              <a:gd name="connsiteX22325" fmla="*/ 205931 w 3114960"/>
              <a:gd name="connsiteY22325" fmla="*/ 214694 h 5143785"/>
              <a:gd name="connsiteX22326" fmla="*/ 210026 w 3114960"/>
              <a:gd name="connsiteY22326" fmla="*/ 215646 h 5143785"/>
              <a:gd name="connsiteX22327" fmla="*/ 213170 w 3114960"/>
              <a:gd name="connsiteY22327" fmla="*/ 215075 h 5143785"/>
              <a:gd name="connsiteX22328" fmla="*/ 218980 w 3114960"/>
              <a:gd name="connsiteY22328" fmla="*/ 202978 h 5143785"/>
              <a:gd name="connsiteX22329" fmla="*/ 214122 w 3114960"/>
              <a:gd name="connsiteY22329" fmla="*/ 197549 h 5143785"/>
              <a:gd name="connsiteX22330" fmla="*/ 206883 w 3114960"/>
              <a:gd name="connsiteY22330" fmla="*/ 197168 h 5143785"/>
              <a:gd name="connsiteX22331" fmla="*/ 201263 w 3114960"/>
              <a:gd name="connsiteY22331" fmla="*/ 202692 h 5143785"/>
              <a:gd name="connsiteX22332" fmla="*/ 139256 w 3114960"/>
              <a:gd name="connsiteY22332" fmla="*/ 202692 h 5143785"/>
              <a:gd name="connsiteX22333" fmla="*/ 137446 w 3114960"/>
              <a:gd name="connsiteY22333" fmla="*/ 203454 h 5143785"/>
              <a:gd name="connsiteX22334" fmla="*/ 78867 w 3114960"/>
              <a:gd name="connsiteY22334" fmla="*/ 268796 h 5143785"/>
              <a:gd name="connsiteX22335" fmla="*/ 73819 w 3114960"/>
              <a:gd name="connsiteY22335" fmla="*/ 266986 h 5143785"/>
              <a:gd name="connsiteX22336" fmla="*/ 95 w 3114960"/>
              <a:gd name="connsiteY22336" fmla="*/ 266986 h 5143785"/>
              <a:gd name="connsiteX22337" fmla="*/ 95 w 3114960"/>
              <a:gd name="connsiteY22337" fmla="*/ 271748 h 5143785"/>
              <a:gd name="connsiteX22338" fmla="*/ 74105 w 3114960"/>
              <a:gd name="connsiteY22338" fmla="*/ 271748 h 5143785"/>
              <a:gd name="connsiteX22339" fmla="*/ 209931 w 3114960"/>
              <a:gd name="connsiteY22339" fmla="*/ 601599 h 5143785"/>
              <a:gd name="connsiteX22340" fmla="*/ 209931 w 3114960"/>
              <a:gd name="connsiteY22340" fmla="*/ 605981 h 5143785"/>
              <a:gd name="connsiteX22341" fmla="*/ 206788 w 3114960"/>
              <a:gd name="connsiteY22341" fmla="*/ 609124 h 5143785"/>
              <a:gd name="connsiteX22342" fmla="*/ 202406 w 3114960"/>
              <a:gd name="connsiteY22342" fmla="*/ 609124 h 5143785"/>
              <a:gd name="connsiteX22343" fmla="*/ 199263 w 3114960"/>
              <a:gd name="connsiteY22343" fmla="*/ 605981 h 5143785"/>
              <a:gd name="connsiteX22344" fmla="*/ 199263 w 3114960"/>
              <a:gd name="connsiteY22344" fmla="*/ 601599 h 5143785"/>
              <a:gd name="connsiteX22345" fmla="*/ 202406 w 3114960"/>
              <a:gd name="connsiteY22345" fmla="*/ 598456 h 5143785"/>
              <a:gd name="connsiteX22346" fmla="*/ 204597 w 3114960"/>
              <a:gd name="connsiteY22346" fmla="*/ 597980 h 5143785"/>
              <a:gd name="connsiteX22347" fmla="*/ 206788 w 3114960"/>
              <a:gd name="connsiteY22347" fmla="*/ 598456 h 5143785"/>
              <a:gd name="connsiteX22348" fmla="*/ 209931 w 3114960"/>
              <a:gd name="connsiteY22348" fmla="*/ 601599 h 5143785"/>
              <a:gd name="connsiteX22349" fmla="*/ 209931 w 3114960"/>
              <a:gd name="connsiteY22349" fmla="*/ 477679 h 5143785"/>
              <a:gd name="connsiteX22350" fmla="*/ 206978 w 3114960"/>
              <a:gd name="connsiteY22350" fmla="*/ 485013 h 5143785"/>
              <a:gd name="connsiteX22351" fmla="*/ 204407 w 3114960"/>
              <a:gd name="connsiteY22351" fmla="*/ 485394 h 5143785"/>
              <a:gd name="connsiteX22352" fmla="*/ 203930 w 3114960"/>
              <a:gd name="connsiteY22352" fmla="*/ 485394 h 5143785"/>
              <a:gd name="connsiteX22353" fmla="*/ 202311 w 3114960"/>
              <a:gd name="connsiteY22353" fmla="*/ 485108 h 5143785"/>
              <a:gd name="connsiteX22354" fmla="*/ 199168 w 3114960"/>
              <a:gd name="connsiteY22354" fmla="*/ 481965 h 5143785"/>
              <a:gd name="connsiteX22355" fmla="*/ 202311 w 3114960"/>
              <a:gd name="connsiteY22355" fmla="*/ 474440 h 5143785"/>
              <a:gd name="connsiteX22356" fmla="*/ 204502 w 3114960"/>
              <a:gd name="connsiteY22356" fmla="*/ 473964 h 5143785"/>
              <a:gd name="connsiteX22357" fmla="*/ 209836 w 3114960"/>
              <a:gd name="connsiteY22357" fmla="*/ 477584 h 5143785"/>
              <a:gd name="connsiteX22358" fmla="*/ 205931 w 3114960"/>
              <a:gd name="connsiteY22358" fmla="*/ 204026 h 5143785"/>
              <a:gd name="connsiteX22359" fmla="*/ 208693 w 3114960"/>
              <a:gd name="connsiteY22359" fmla="*/ 201644 h 5143785"/>
              <a:gd name="connsiteX22360" fmla="*/ 210312 w 3114960"/>
              <a:gd name="connsiteY22360" fmla="*/ 201358 h 5143785"/>
              <a:gd name="connsiteX22361" fmla="*/ 212408 w 3114960"/>
              <a:gd name="connsiteY22361" fmla="*/ 201835 h 5143785"/>
              <a:gd name="connsiteX22362" fmla="*/ 214789 w 3114960"/>
              <a:gd name="connsiteY22362" fmla="*/ 204597 h 5143785"/>
              <a:gd name="connsiteX22363" fmla="*/ 211836 w 3114960"/>
              <a:gd name="connsiteY22363" fmla="*/ 210693 h 5143785"/>
              <a:gd name="connsiteX22364" fmla="*/ 208217 w 3114960"/>
              <a:gd name="connsiteY22364" fmla="*/ 210503 h 5143785"/>
              <a:gd name="connsiteX22365" fmla="*/ 205835 w 3114960"/>
              <a:gd name="connsiteY22365" fmla="*/ 207740 h 5143785"/>
              <a:gd name="connsiteX22366" fmla="*/ 206026 w 3114960"/>
              <a:gd name="connsiteY22366" fmla="*/ 204121 h 5143785"/>
              <a:gd name="connsiteX22367" fmla="*/ 206788 w 3114960"/>
              <a:gd name="connsiteY22367" fmla="*/ 51626 h 5143785"/>
              <a:gd name="connsiteX22368" fmla="*/ 211550 w 3114960"/>
              <a:gd name="connsiteY22368" fmla="*/ 51626 h 5143785"/>
              <a:gd name="connsiteX22369" fmla="*/ 211550 w 3114960"/>
              <a:gd name="connsiteY22369" fmla="*/ 55245 h 5143785"/>
              <a:gd name="connsiteX22370" fmla="*/ 214313 w 3114960"/>
              <a:gd name="connsiteY22370" fmla="*/ 57626 h 5143785"/>
              <a:gd name="connsiteX22371" fmla="*/ 211265 w 3114960"/>
              <a:gd name="connsiteY22371" fmla="*/ 61246 h 5143785"/>
              <a:gd name="connsiteX22372" fmla="*/ 206788 w 3114960"/>
              <a:gd name="connsiteY22372" fmla="*/ 57436 h 5143785"/>
              <a:gd name="connsiteX22373" fmla="*/ 206788 w 3114960"/>
              <a:gd name="connsiteY22373" fmla="*/ 51530 h 5143785"/>
              <a:gd name="connsiteX22374" fmla="*/ 183070 w 3114960"/>
              <a:gd name="connsiteY22374" fmla="*/ 1336072 h 5143785"/>
              <a:gd name="connsiteX22375" fmla="*/ 141732 w 3114960"/>
              <a:gd name="connsiteY22375" fmla="*/ 1336072 h 5143785"/>
              <a:gd name="connsiteX22376" fmla="*/ 132779 w 3114960"/>
              <a:gd name="connsiteY22376" fmla="*/ 1329023 h 5143785"/>
              <a:gd name="connsiteX22377" fmla="*/ 123349 w 3114960"/>
              <a:gd name="connsiteY22377" fmla="*/ 1338453 h 5143785"/>
              <a:gd name="connsiteX22378" fmla="*/ 132779 w 3114960"/>
              <a:gd name="connsiteY22378" fmla="*/ 1347883 h 5143785"/>
              <a:gd name="connsiteX22379" fmla="*/ 141732 w 3114960"/>
              <a:gd name="connsiteY22379" fmla="*/ 1340834 h 5143785"/>
              <a:gd name="connsiteX22380" fmla="*/ 185166 w 3114960"/>
              <a:gd name="connsiteY22380" fmla="*/ 1340834 h 5143785"/>
              <a:gd name="connsiteX22381" fmla="*/ 200406 w 3114960"/>
              <a:gd name="connsiteY22381" fmla="*/ 1324832 h 5143785"/>
              <a:gd name="connsiteX22382" fmla="*/ 200406 w 3114960"/>
              <a:gd name="connsiteY22382" fmla="*/ 1301877 h 5143785"/>
              <a:gd name="connsiteX22383" fmla="*/ 184785 w 3114960"/>
              <a:gd name="connsiteY22383" fmla="*/ 1287875 h 5143785"/>
              <a:gd name="connsiteX22384" fmla="*/ 166497 w 3114960"/>
              <a:gd name="connsiteY22384" fmla="*/ 1287875 h 5143785"/>
              <a:gd name="connsiteX22385" fmla="*/ 157544 w 3114960"/>
              <a:gd name="connsiteY22385" fmla="*/ 1280827 h 5143785"/>
              <a:gd name="connsiteX22386" fmla="*/ 148114 w 3114960"/>
              <a:gd name="connsiteY22386" fmla="*/ 1290257 h 5143785"/>
              <a:gd name="connsiteX22387" fmla="*/ 157544 w 3114960"/>
              <a:gd name="connsiteY22387" fmla="*/ 1299686 h 5143785"/>
              <a:gd name="connsiteX22388" fmla="*/ 166497 w 3114960"/>
              <a:gd name="connsiteY22388" fmla="*/ 1292638 h 5143785"/>
              <a:gd name="connsiteX22389" fmla="*/ 182880 w 3114960"/>
              <a:gd name="connsiteY22389" fmla="*/ 1292638 h 5143785"/>
              <a:gd name="connsiteX22390" fmla="*/ 195548 w 3114960"/>
              <a:gd name="connsiteY22390" fmla="*/ 1303973 h 5143785"/>
              <a:gd name="connsiteX22391" fmla="*/ 195548 w 3114960"/>
              <a:gd name="connsiteY22391" fmla="*/ 1322927 h 5143785"/>
              <a:gd name="connsiteX22392" fmla="*/ 183070 w 3114960"/>
              <a:gd name="connsiteY22392" fmla="*/ 1336072 h 5143785"/>
              <a:gd name="connsiteX22393" fmla="*/ 132779 w 3114960"/>
              <a:gd name="connsiteY22393" fmla="*/ 1343120 h 5143785"/>
              <a:gd name="connsiteX22394" fmla="*/ 128111 w 3114960"/>
              <a:gd name="connsiteY22394" fmla="*/ 1338453 h 5143785"/>
              <a:gd name="connsiteX22395" fmla="*/ 132779 w 3114960"/>
              <a:gd name="connsiteY22395" fmla="*/ 1333786 h 5143785"/>
              <a:gd name="connsiteX22396" fmla="*/ 137446 w 3114960"/>
              <a:gd name="connsiteY22396" fmla="*/ 1338453 h 5143785"/>
              <a:gd name="connsiteX22397" fmla="*/ 132779 w 3114960"/>
              <a:gd name="connsiteY22397" fmla="*/ 1343120 h 5143785"/>
              <a:gd name="connsiteX22398" fmla="*/ 157544 w 3114960"/>
              <a:gd name="connsiteY22398" fmla="*/ 1294924 h 5143785"/>
              <a:gd name="connsiteX22399" fmla="*/ 152876 w 3114960"/>
              <a:gd name="connsiteY22399" fmla="*/ 1290257 h 5143785"/>
              <a:gd name="connsiteX22400" fmla="*/ 157544 w 3114960"/>
              <a:gd name="connsiteY22400" fmla="*/ 1285589 h 5143785"/>
              <a:gd name="connsiteX22401" fmla="*/ 162211 w 3114960"/>
              <a:gd name="connsiteY22401" fmla="*/ 1290257 h 5143785"/>
              <a:gd name="connsiteX22402" fmla="*/ 157544 w 3114960"/>
              <a:gd name="connsiteY22402" fmla="*/ 1294924 h 5143785"/>
              <a:gd name="connsiteX22403" fmla="*/ 2223707 w 3114960"/>
              <a:gd name="connsiteY22403" fmla="*/ 95 h 5143785"/>
              <a:gd name="connsiteX22404" fmla="*/ 2223707 w 3114960"/>
              <a:gd name="connsiteY22404" fmla="*/ 1048 h 5143785"/>
              <a:gd name="connsiteX22405" fmla="*/ 2182559 w 3114960"/>
              <a:gd name="connsiteY22405" fmla="*/ 1048 h 5143785"/>
              <a:gd name="connsiteX22406" fmla="*/ 2155793 w 3114960"/>
              <a:gd name="connsiteY22406" fmla="*/ 29623 h 5143785"/>
              <a:gd name="connsiteX22407" fmla="*/ 2115407 w 3114960"/>
              <a:gd name="connsiteY22407" fmla="*/ 29623 h 5143785"/>
              <a:gd name="connsiteX22408" fmla="*/ 2112740 w 3114960"/>
              <a:gd name="connsiteY22408" fmla="*/ 24384 h 5143785"/>
              <a:gd name="connsiteX22409" fmla="*/ 2105120 w 3114960"/>
              <a:gd name="connsiteY22409" fmla="*/ 21146 h 5143785"/>
              <a:gd name="connsiteX22410" fmla="*/ 2097405 w 3114960"/>
              <a:gd name="connsiteY22410" fmla="*/ 24194 h 5143785"/>
              <a:gd name="connsiteX22411" fmla="*/ 2094167 w 3114960"/>
              <a:gd name="connsiteY22411" fmla="*/ 31814 h 5143785"/>
              <a:gd name="connsiteX22412" fmla="*/ 2097310 w 3114960"/>
              <a:gd name="connsiteY22412" fmla="*/ 39529 h 5143785"/>
              <a:gd name="connsiteX22413" fmla="*/ 2104930 w 3114960"/>
              <a:gd name="connsiteY22413" fmla="*/ 42767 h 5143785"/>
              <a:gd name="connsiteX22414" fmla="*/ 2105025 w 3114960"/>
              <a:gd name="connsiteY22414" fmla="*/ 42767 h 5143785"/>
              <a:gd name="connsiteX22415" fmla="*/ 2112645 w 3114960"/>
              <a:gd name="connsiteY22415" fmla="*/ 39624 h 5143785"/>
              <a:gd name="connsiteX22416" fmla="*/ 2115407 w 3114960"/>
              <a:gd name="connsiteY22416" fmla="*/ 34385 h 5143785"/>
              <a:gd name="connsiteX22417" fmla="*/ 2157889 w 3114960"/>
              <a:gd name="connsiteY22417" fmla="*/ 34385 h 5143785"/>
              <a:gd name="connsiteX22418" fmla="*/ 2184654 w 3114960"/>
              <a:gd name="connsiteY22418" fmla="*/ 5810 h 5143785"/>
              <a:gd name="connsiteX22419" fmla="*/ 2223707 w 3114960"/>
              <a:gd name="connsiteY22419" fmla="*/ 5810 h 5143785"/>
              <a:gd name="connsiteX22420" fmla="*/ 2223707 w 3114960"/>
              <a:gd name="connsiteY22420" fmla="*/ 8954 h 5143785"/>
              <a:gd name="connsiteX22421" fmla="*/ 2229231 w 3114960"/>
              <a:gd name="connsiteY22421" fmla="*/ 14478 h 5143785"/>
              <a:gd name="connsiteX22422" fmla="*/ 2240185 w 3114960"/>
              <a:gd name="connsiteY22422" fmla="*/ 14478 h 5143785"/>
              <a:gd name="connsiteX22423" fmla="*/ 2240947 w 3114960"/>
              <a:gd name="connsiteY22423" fmla="*/ 14288 h 5143785"/>
              <a:gd name="connsiteX22424" fmla="*/ 2356009 w 3114960"/>
              <a:gd name="connsiteY22424" fmla="*/ 120777 h 5143785"/>
              <a:gd name="connsiteX22425" fmla="*/ 2397252 w 3114960"/>
              <a:gd name="connsiteY22425" fmla="*/ 120777 h 5143785"/>
              <a:gd name="connsiteX22426" fmla="*/ 2397252 w 3114960"/>
              <a:gd name="connsiteY22426" fmla="*/ 121348 h 5143785"/>
              <a:gd name="connsiteX22427" fmla="*/ 2402872 w 3114960"/>
              <a:gd name="connsiteY22427" fmla="*/ 129159 h 5143785"/>
              <a:gd name="connsiteX22428" fmla="*/ 2409444 w 3114960"/>
              <a:gd name="connsiteY22428" fmla="*/ 130969 h 5143785"/>
              <a:gd name="connsiteX22429" fmla="*/ 2412397 w 3114960"/>
              <a:gd name="connsiteY22429" fmla="*/ 130588 h 5143785"/>
              <a:gd name="connsiteX22430" fmla="*/ 2420207 w 3114960"/>
              <a:gd name="connsiteY22430" fmla="*/ 124873 h 5143785"/>
              <a:gd name="connsiteX22431" fmla="*/ 2421731 w 3114960"/>
              <a:gd name="connsiteY22431" fmla="*/ 115348 h 5143785"/>
              <a:gd name="connsiteX22432" fmla="*/ 2416112 w 3114960"/>
              <a:gd name="connsiteY22432" fmla="*/ 107537 h 5143785"/>
              <a:gd name="connsiteX22433" fmla="*/ 2406587 w 3114960"/>
              <a:gd name="connsiteY22433" fmla="*/ 106013 h 5143785"/>
              <a:gd name="connsiteX22434" fmla="*/ 2398776 w 3114960"/>
              <a:gd name="connsiteY22434" fmla="*/ 111728 h 5143785"/>
              <a:gd name="connsiteX22435" fmla="*/ 2397252 w 3114960"/>
              <a:gd name="connsiteY22435" fmla="*/ 115919 h 5143785"/>
              <a:gd name="connsiteX22436" fmla="*/ 2357914 w 3114960"/>
              <a:gd name="connsiteY22436" fmla="*/ 115919 h 5143785"/>
              <a:gd name="connsiteX22437" fmla="*/ 2245043 w 3114960"/>
              <a:gd name="connsiteY22437" fmla="*/ 11430 h 5143785"/>
              <a:gd name="connsiteX22438" fmla="*/ 2245805 w 3114960"/>
              <a:gd name="connsiteY22438" fmla="*/ 8858 h 5143785"/>
              <a:gd name="connsiteX22439" fmla="*/ 2245805 w 3114960"/>
              <a:gd name="connsiteY22439" fmla="*/ 0 h 5143785"/>
              <a:gd name="connsiteX22440" fmla="*/ 2241042 w 3114960"/>
              <a:gd name="connsiteY22440" fmla="*/ 0 h 5143785"/>
              <a:gd name="connsiteX22441" fmla="*/ 2241042 w 3114960"/>
              <a:gd name="connsiteY22441" fmla="*/ 8858 h 5143785"/>
              <a:gd name="connsiteX22442" fmla="*/ 2240280 w 3114960"/>
              <a:gd name="connsiteY22442" fmla="*/ 9620 h 5143785"/>
              <a:gd name="connsiteX22443" fmla="*/ 2229326 w 3114960"/>
              <a:gd name="connsiteY22443" fmla="*/ 9620 h 5143785"/>
              <a:gd name="connsiteX22444" fmla="*/ 2228564 w 3114960"/>
              <a:gd name="connsiteY22444" fmla="*/ 8858 h 5143785"/>
              <a:gd name="connsiteX22445" fmla="*/ 2228564 w 3114960"/>
              <a:gd name="connsiteY22445" fmla="*/ 0 h 5143785"/>
              <a:gd name="connsiteX22446" fmla="*/ 2223802 w 3114960"/>
              <a:gd name="connsiteY22446" fmla="*/ 0 h 5143785"/>
              <a:gd name="connsiteX22447" fmla="*/ 2109311 w 3114960"/>
              <a:gd name="connsiteY22447" fmla="*/ 36195 h 5143785"/>
              <a:gd name="connsiteX22448" fmla="*/ 2105025 w 3114960"/>
              <a:gd name="connsiteY22448" fmla="*/ 37910 h 5143785"/>
              <a:gd name="connsiteX22449" fmla="*/ 2099024 w 3114960"/>
              <a:gd name="connsiteY22449" fmla="*/ 31814 h 5143785"/>
              <a:gd name="connsiteX22450" fmla="*/ 2105120 w 3114960"/>
              <a:gd name="connsiteY22450" fmla="*/ 25813 h 5143785"/>
              <a:gd name="connsiteX22451" fmla="*/ 2105120 w 3114960"/>
              <a:gd name="connsiteY22451" fmla="*/ 25813 h 5143785"/>
              <a:gd name="connsiteX22452" fmla="*/ 2109407 w 3114960"/>
              <a:gd name="connsiteY22452" fmla="*/ 27623 h 5143785"/>
              <a:gd name="connsiteX22453" fmla="*/ 2111121 w 3114960"/>
              <a:gd name="connsiteY22453" fmla="*/ 31909 h 5143785"/>
              <a:gd name="connsiteX22454" fmla="*/ 2109311 w 3114960"/>
              <a:gd name="connsiteY22454" fmla="*/ 36195 h 5143785"/>
              <a:gd name="connsiteX22455" fmla="*/ 2407730 w 3114960"/>
              <a:gd name="connsiteY22455" fmla="*/ 110871 h 5143785"/>
              <a:gd name="connsiteX22456" fmla="*/ 2409539 w 3114960"/>
              <a:gd name="connsiteY22456" fmla="*/ 110681 h 5143785"/>
              <a:gd name="connsiteX22457" fmla="*/ 2413635 w 3114960"/>
              <a:gd name="connsiteY22457" fmla="*/ 111823 h 5143785"/>
              <a:gd name="connsiteX22458" fmla="*/ 2417159 w 3114960"/>
              <a:gd name="connsiteY22458" fmla="*/ 116681 h 5143785"/>
              <a:gd name="connsiteX22459" fmla="*/ 2416207 w 3114960"/>
              <a:gd name="connsiteY22459" fmla="*/ 122587 h 5143785"/>
              <a:gd name="connsiteX22460" fmla="*/ 2411349 w 3114960"/>
              <a:gd name="connsiteY22460" fmla="*/ 126111 h 5143785"/>
              <a:gd name="connsiteX22461" fmla="*/ 2405444 w 3114960"/>
              <a:gd name="connsiteY22461" fmla="*/ 125159 h 5143785"/>
              <a:gd name="connsiteX22462" fmla="*/ 2401919 w 3114960"/>
              <a:gd name="connsiteY22462" fmla="*/ 120301 h 5143785"/>
              <a:gd name="connsiteX22463" fmla="*/ 2407634 w 3114960"/>
              <a:gd name="connsiteY22463" fmla="*/ 110871 h 5143785"/>
              <a:gd name="connsiteX22464" fmla="*/ 2720721 w 3114960"/>
              <a:gd name="connsiteY22464" fmla="*/ 26289 h 5143785"/>
              <a:gd name="connsiteX22465" fmla="*/ 2631853 w 3114960"/>
              <a:gd name="connsiteY22465" fmla="*/ 26289 h 5143785"/>
              <a:gd name="connsiteX22466" fmla="*/ 2631853 w 3114960"/>
              <a:gd name="connsiteY22466" fmla="*/ 21622 h 5143785"/>
              <a:gd name="connsiteX22467" fmla="*/ 2622233 w 3114960"/>
              <a:gd name="connsiteY22467" fmla="*/ 12002 h 5143785"/>
              <a:gd name="connsiteX22468" fmla="*/ 2523173 w 3114960"/>
              <a:gd name="connsiteY22468" fmla="*/ 12002 h 5143785"/>
              <a:gd name="connsiteX22469" fmla="*/ 2513552 w 3114960"/>
              <a:gd name="connsiteY22469" fmla="*/ 21622 h 5143785"/>
              <a:gd name="connsiteX22470" fmla="*/ 2513552 w 3114960"/>
              <a:gd name="connsiteY22470" fmla="*/ 26289 h 5143785"/>
              <a:gd name="connsiteX22471" fmla="*/ 2452211 w 3114960"/>
              <a:gd name="connsiteY22471" fmla="*/ 26289 h 5143785"/>
              <a:gd name="connsiteX22472" fmla="*/ 2437448 w 3114960"/>
              <a:gd name="connsiteY22472" fmla="*/ 12478 h 5143785"/>
              <a:gd name="connsiteX22473" fmla="*/ 2394204 w 3114960"/>
              <a:gd name="connsiteY22473" fmla="*/ 12478 h 5143785"/>
              <a:gd name="connsiteX22474" fmla="*/ 2393061 w 3114960"/>
              <a:gd name="connsiteY22474" fmla="*/ 9430 h 5143785"/>
              <a:gd name="connsiteX22475" fmla="*/ 2386584 w 3114960"/>
              <a:gd name="connsiteY22475" fmla="*/ 4667 h 5143785"/>
              <a:gd name="connsiteX22476" fmla="*/ 2373916 w 3114960"/>
              <a:gd name="connsiteY22476" fmla="*/ 12383 h 5143785"/>
              <a:gd name="connsiteX22477" fmla="*/ 2375154 w 3114960"/>
              <a:gd name="connsiteY22477" fmla="*/ 20288 h 5143785"/>
              <a:gd name="connsiteX22478" fmla="*/ 2381631 w 3114960"/>
              <a:gd name="connsiteY22478" fmla="*/ 25051 h 5143785"/>
              <a:gd name="connsiteX22479" fmla="*/ 2384108 w 3114960"/>
              <a:gd name="connsiteY22479" fmla="*/ 25337 h 5143785"/>
              <a:gd name="connsiteX22480" fmla="*/ 2394299 w 3114960"/>
              <a:gd name="connsiteY22480" fmla="*/ 17336 h 5143785"/>
              <a:gd name="connsiteX22481" fmla="*/ 2394299 w 3114960"/>
              <a:gd name="connsiteY22481" fmla="*/ 17336 h 5143785"/>
              <a:gd name="connsiteX22482" fmla="*/ 2435543 w 3114960"/>
              <a:gd name="connsiteY22482" fmla="*/ 17336 h 5143785"/>
              <a:gd name="connsiteX22483" fmla="*/ 2450306 w 3114960"/>
              <a:gd name="connsiteY22483" fmla="*/ 31147 h 5143785"/>
              <a:gd name="connsiteX22484" fmla="*/ 2513552 w 3114960"/>
              <a:gd name="connsiteY22484" fmla="*/ 31147 h 5143785"/>
              <a:gd name="connsiteX22485" fmla="*/ 2513552 w 3114960"/>
              <a:gd name="connsiteY22485" fmla="*/ 35814 h 5143785"/>
              <a:gd name="connsiteX22486" fmla="*/ 2523173 w 3114960"/>
              <a:gd name="connsiteY22486" fmla="*/ 45434 h 5143785"/>
              <a:gd name="connsiteX22487" fmla="*/ 2622233 w 3114960"/>
              <a:gd name="connsiteY22487" fmla="*/ 45434 h 5143785"/>
              <a:gd name="connsiteX22488" fmla="*/ 2631853 w 3114960"/>
              <a:gd name="connsiteY22488" fmla="*/ 35814 h 5143785"/>
              <a:gd name="connsiteX22489" fmla="*/ 2631853 w 3114960"/>
              <a:gd name="connsiteY22489" fmla="*/ 31147 h 5143785"/>
              <a:gd name="connsiteX22490" fmla="*/ 2722912 w 3114960"/>
              <a:gd name="connsiteY22490" fmla="*/ 31147 h 5143785"/>
              <a:gd name="connsiteX22491" fmla="*/ 2738914 w 3114960"/>
              <a:gd name="connsiteY22491" fmla="*/ 11525 h 5143785"/>
              <a:gd name="connsiteX22492" fmla="*/ 2738914 w 3114960"/>
              <a:gd name="connsiteY22492" fmla="*/ 95 h 5143785"/>
              <a:gd name="connsiteX22493" fmla="*/ 2734151 w 3114960"/>
              <a:gd name="connsiteY22493" fmla="*/ 95 h 5143785"/>
              <a:gd name="connsiteX22494" fmla="*/ 2734151 w 3114960"/>
              <a:gd name="connsiteY22494" fmla="*/ 9811 h 5143785"/>
              <a:gd name="connsiteX22495" fmla="*/ 2720721 w 3114960"/>
              <a:gd name="connsiteY22495" fmla="*/ 26384 h 5143785"/>
              <a:gd name="connsiteX22496" fmla="*/ 2389727 w 3114960"/>
              <a:gd name="connsiteY22496" fmla="*/ 16288 h 5143785"/>
              <a:gd name="connsiteX22497" fmla="*/ 2382869 w 3114960"/>
              <a:gd name="connsiteY22497" fmla="*/ 20479 h 5143785"/>
              <a:gd name="connsiteX22498" fmla="*/ 2379345 w 3114960"/>
              <a:gd name="connsiteY22498" fmla="*/ 17907 h 5143785"/>
              <a:gd name="connsiteX22499" fmla="*/ 2378678 w 3114960"/>
              <a:gd name="connsiteY22499" fmla="*/ 13621 h 5143785"/>
              <a:gd name="connsiteX22500" fmla="*/ 2381250 w 3114960"/>
              <a:gd name="connsiteY22500" fmla="*/ 10097 h 5143785"/>
              <a:gd name="connsiteX22501" fmla="*/ 2384203 w 3114960"/>
              <a:gd name="connsiteY22501" fmla="*/ 9239 h 5143785"/>
              <a:gd name="connsiteX22502" fmla="*/ 2385536 w 3114960"/>
              <a:gd name="connsiteY22502" fmla="*/ 9430 h 5143785"/>
              <a:gd name="connsiteX22503" fmla="*/ 2389061 w 3114960"/>
              <a:gd name="connsiteY22503" fmla="*/ 12002 h 5143785"/>
              <a:gd name="connsiteX22504" fmla="*/ 2389727 w 3114960"/>
              <a:gd name="connsiteY22504" fmla="*/ 16288 h 5143785"/>
              <a:gd name="connsiteX22505" fmla="*/ 2627090 w 3114960"/>
              <a:gd name="connsiteY22505" fmla="*/ 35814 h 5143785"/>
              <a:gd name="connsiteX22506" fmla="*/ 2622233 w 3114960"/>
              <a:gd name="connsiteY22506" fmla="*/ 40672 h 5143785"/>
              <a:gd name="connsiteX22507" fmla="*/ 2523173 w 3114960"/>
              <a:gd name="connsiteY22507" fmla="*/ 40672 h 5143785"/>
              <a:gd name="connsiteX22508" fmla="*/ 2518315 w 3114960"/>
              <a:gd name="connsiteY22508" fmla="*/ 35814 h 5143785"/>
              <a:gd name="connsiteX22509" fmla="*/ 2518315 w 3114960"/>
              <a:gd name="connsiteY22509" fmla="*/ 21622 h 5143785"/>
              <a:gd name="connsiteX22510" fmla="*/ 2523173 w 3114960"/>
              <a:gd name="connsiteY22510" fmla="*/ 16764 h 5143785"/>
              <a:gd name="connsiteX22511" fmla="*/ 2622233 w 3114960"/>
              <a:gd name="connsiteY22511" fmla="*/ 16764 h 5143785"/>
              <a:gd name="connsiteX22512" fmla="*/ 2627090 w 3114960"/>
              <a:gd name="connsiteY22512" fmla="*/ 21622 h 5143785"/>
              <a:gd name="connsiteX22513" fmla="*/ 2627090 w 3114960"/>
              <a:gd name="connsiteY22513" fmla="*/ 35814 h 5143785"/>
              <a:gd name="connsiteX22514" fmla="*/ 401288 w 3114960"/>
              <a:gd name="connsiteY22514" fmla="*/ 4989957 h 5143785"/>
              <a:gd name="connsiteX22515" fmla="*/ 396526 w 3114960"/>
              <a:gd name="connsiteY22515" fmla="*/ 4989957 h 5143785"/>
              <a:gd name="connsiteX22516" fmla="*/ 396526 w 3114960"/>
              <a:gd name="connsiteY22516" fmla="*/ 4971574 h 5143785"/>
              <a:gd name="connsiteX22517" fmla="*/ 401288 w 3114960"/>
              <a:gd name="connsiteY22517" fmla="*/ 4971574 h 5143785"/>
              <a:gd name="connsiteX22518" fmla="*/ 401288 w 3114960"/>
              <a:gd name="connsiteY22518" fmla="*/ 4989957 h 5143785"/>
              <a:gd name="connsiteX22519" fmla="*/ 396526 w 3114960"/>
              <a:gd name="connsiteY22519" fmla="*/ 4934808 h 5143785"/>
              <a:gd name="connsiteX22520" fmla="*/ 401288 w 3114960"/>
              <a:gd name="connsiteY22520" fmla="*/ 4934808 h 5143785"/>
              <a:gd name="connsiteX22521" fmla="*/ 401288 w 3114960"/>
              <a:gd name="connsiteY22521" fmla="*/ 4953191 h 5143785"/>
              <a:gd name="connsiteX22522" fmla="*/ 396526 w 3114960"/>
              <a:gd name="connsiteY22522" fmla="*/ 4953191 h 5143785"/>
              <a:gd name="connsiteX22523" fmla="*/ 396526 w 3114960"/>
              <a:gd name="connsiteY22523" fmla="*/ 4934808 h 5143785"/>
              <a:gd name="connsiteX22524" fmla="*/ 401288 w 3114960"/>
              <a:gd name="connsiteY22524" fmla="*/ 5026724 h 5143785"/>
              <a:gd name="connsiteX22525" fmla="*/ 396526 w 3114960"/>
              <a:gd name="connsiteY22525" fmla="*/ 5026724 h 5143785"/>
              <a:gd name="connsiteX22526" fmla="*/ 396526 w 3114960"/>
              <a:gd name="connsiteY22526" fmla="*/ 5008340 h 5143785"/>
              <a:gd name="connsiteX22527" fmla="*/ 401288 w 3114960"/>
              <a:gd name="connsiteY22527" fmla="*/ 5008340 h 5143785"/>
              <a:gd name="connsiteX22528" fmla="*/ 401288 w 3114960"/>
              <a:gd name="connsiteY22528" fmla="*/ 5026724 h 5143785"/>
              <a:gd name="connsiteX22529" fmla="*/ 396526 w 3114960"/>
              <a:gd name="connsiteY22529" fmla="*/ 5045202 h 5143785"/>
              <a:gd name="connsiteX22530" fmla="*/ 401288 w 3114960"/>
              <a:gd name="connsiteY22530" fmla="*/ 5045202 h 5143785"/>
              <a:gd name="connsiteX22531" fmla="*/ 401288 w 3114960"/>
              <a:gd name="connsiteY22531" fmla="*/ 5063585 h 5143785"/>
              <a:gd name="connsiteX22532" fmla="*/ 396526 w 3114960"/>
              <a:gd name="connsiteY22532" fmla="*/ 5063585 h 5143785"/>
              <a:gd name="connsiteX22533" fmla="*/ 396526 w 3114960"/>
              <a:gd name="connsiteY22533" fmla="*/ 5045202 h 5143785"/>
              <a:gd name="connsiteX22534" fmla="*/ 407384 w 3114960"/>
              <a:gd name="connsiteY22534" fmla="*/ 4807935 h 5143785"/>
              <a:gd name="connsiteX22535" fmla="*/ 398907 w 3114960"/>
              <a:gd name="connsiteY22535" fmla="*/ 4805172 h 5143785"/>
              <a:gd name="connsiteX22536" fmla="*/ 387287 w 3114960"/>
              <a:gd name="connsiteY22536" fmla="*/ 4810982 h 5143785"/>
              <a:gd name="connsiteX22537" fmla="*/ 390335 w 3114960"/>
              <a:gd name="connsiteY22537" fmla="*/ 4830985 h 5143785"/>
              <a:gd name="connsiteX22538" fmla="*/ 396431 w 3114960"/>
              <a:gd name="connsiteY22538" fmla="*/ 4833462 h 5143785"/>
              <a:gd name="connsiteX22539" fmla="*/ 396431 w 3114960"/>
              <a:gd name="connsiteY22539" fmla="*/ 4842701 h 5143785"/>
              <a:gd name="connsiteX22540" fmla="*/ 401193 w 3114960"/>
              <a:gd name="connsiteY22540" fmla="*/ 4842701 h 5143785"/>
              <a:gd name="connsiteX22541" fmla="*/ 401193 w 3114960"/>
              <a:gd name="connsiteY22541" fmla="*/ 4833462 h 5143785"/>
              <a:gd name="connsiteX22542" fmla="*/ 410337 w 3114960"/>
              <a:gd name="connsiteY22542" fmla="*/ 4827842 h 5143785"/>
              <a:gd name="connsiteX22543" fmla="*/ 407289 w 3114960"/>
              <a:gd name="connsiteY22543" fmla="*/ 4807839 h 5143785"/>
              <a:gd name="connsiteX22544" fmla="*/ 400717 w 3114960"/>
              <a:gd name="connsiteY22544" fmla="*/ 4831080 h 5143785"/>
              <a:gd name="connsiteX22545" fmla="*/ 398907 w 3114960"/>
              <a:gd name="connsiteY22545" fmla="*/ 4831176 h 5143785"/>
              <a:gd name="connsiteX22546" fmla="*/ 392049 w 3114960"/>
              <a:gd name="connsiteY22546" fmla="*/ 4828889 h 5143785"/>
              <a:gd name="connsiteX22547" fmla="*/ 389573 w 3114960"/>
              <a:gd name="connsiteY22547" fmla="*/ 4812506 h 5143785"/>
              <a:gd name="connsiteX22548" fmla="*/ 405956 w 3114960"/>
              <a:gd name="connsiteY22548" fmla="*/ 4810030 h 5143785"/>
              <a:gd name="connsiteX22549" fmla="*/ 410623 w 3114960"/>
              <a:gd name="connsiteY22549" fmla="*/ 4817650 h 5143785"/>
              <a:gd name="connsiteX22550" fmla="*/ 408527 w 3114960"/>
              <a:gd name="connsiteY22550" fmla="*/ 4826318 h 5143785"/>
              <a:gd name="connsiteX22551" fmla="*/ 400907 w 3114960"/>
              <a:gd name="connsiteY22551" fmla="*/ 4830985 h 5143785"/>
              <a:gd name="connsiteX22552" fmla="*/ 1749743 w 3114960"/>
              <a:gd name="connsiteY22552" fmla="*/ 90869 h 5143785"/>
              <a:gd name="connsiteX22553" fmla="*/ 1749743 w 3114960"/>
              <a:gd name="connsiteY22553" fmla="*/ 95 h 5143785"/>
              <a:gd name="connsiteX22554" fmla="*/ 1745075 w 3114960"/>
              <a:gd name="connsiteY22554" fmla="*/ 95 h 5143785"/>
              <a:gd name="connsiteX22555" fmla="*/ 1745075 w 3114960"/>
              <a:gd name="connsiteY22555" fmla="*/ 88964 h 5143785"/>
              <a:gd name="connsiteX22556" fmla="*/ 1734026 w 3114960"/>
              <a:gd name="connsiteY22556" fmla="*/ 100298 h 5143785"/>
              <a:gd name="connsiteX22557" fmla="*/ 1734026 w 3114960"/>
              <a:gd name="connsiteY22557" fmla="*/ 184499 h 5143785"/>
              <a:gd name="connsiteX22558" fmla="*/ 1722977 w 3114960"/>
              <a:gd name="connsiteY22558" fmla="*/ 197739 h 5143785"/>
              <a:gd name="connsiteX22559" fmla="*/ 1736407 w 3114960"/>
              <a:gd name="connsiteY22559" fmla="*/ 211169 h 5143785"/>
              <a:gd name="connsiteX22560" fmla="*/ 1749838 w 3114960"/>
              <a:gd name="connsiteY22560" fmla="*/ 197739 h 5143785"/>
              <a:gd name="connsiteX22561" fmla="*/ 1738789 w 3114960"/>
              <a:gd name="connsiteY22561" fmla="*/ 184499 h 5143785"/>
              <a:gd name="connsiteX22562" fmla="*/ 1738789 w 3114960"/>
              <a:gd name="connsiteY22562" fmla="*/ 102203 h 5143785"/>
              <a:gd name="connsiteX22563" fmla="*/ 1749743 w 3114960"/>
              <a:gd name="connsiteY22563" fmla="*/ 90869 h 5143785"/>
              <a:gd name="connsiteX22564" fmla="*/ 1745075 w 3114960"/>
              <a:gd name="connsiteY22564" fmla="*/ 197739 h 5143785"/>
              <a:gd name="connsiteX22565" fmla="*/ 1736407 w 3114960"/>
              <a:gd name="connsiteY22565" fmla="*/ 206407 h 5143785"/>
              <a:gd name="connsiteX22566" fmla="*/ 1727740 w 3114960"/>
              <a:gd name="connsiteY22566" fmla="*/ 197739 h 5143785"/>
              <a:gd name="connsiteX22567" fmla="*/ 1736407 w 3114960"/>
              <a:gd name="connsiteY22567" fmla="*/ 189071 h 5143785"/>
              <a:gd name="connsiteX22568" fmla="*/ 1745075 w 3114960"/>
              <a:gd name="connsiteY22568" fmla="*/ 197739 h 5143785"/>
              <a:gd name="connsiteX22569" fmla="*/ 405956 w 3114960"/>
              <a:gd name="connsiteY22569" fmla="*/ 4819460 h 5143785"/>
              <a:gd name="connsiteX22570" fmla="*/ 398907 w 3114960"/>
              <a:gd name="connsiteY22570" fmla="*/ 4826508 h 5143785"/>
              <a:gd name="connsiteX22571" fmla="*/ 391859 w 3114960"/>
              <a:gd name="connsiteY22571" fmla="*/ 4819460 h 5143785"/>
              <a:gd name="connsiteX22572" fmla="*/ 398907 w 3114960"/>
              <a:gd name="connsiteY22572" fmla="*/ 4812411 h 5143785"/>
              <a:gd name="connsiteX22573" fmla="*/ 405956 w 3114960"/>
              <a:gd name="connsiteY22573" fmla="*/ 4819460 h 5143785"/>
              <a:gd name="connsiteX22574" fmla="*/ 401288 w 3114960"/>
              <a:gd name="connsiteY22574" fmla="*/ 5100352 h 5143785"/>
              <a:gd name="connsiteX22575" fmla="*/ 396526 w 3114960"/>
              <a:gd name="connsiteY22575" fmla="*/ 5100352 h 5143785"/>
              <a:gd name="connsiteX22576" fmla="*/ 396526 w 3114960"/>
              <a:gd name="connsiteY22576" fmla="*/ 5081969 h 5143785"/>
              <a:gd name="connsiteX22577" fmla="*/ 401288 w 3114960"/>
              <a:gd name="connsiteY22577" fmla="*/ 5081969 h 5143785"/>
              <a:gd name="connsiteX22578" fmla="*/ 401288 w 3114960"/>
              <a:gd name="connsiteY22578" fmla="*/ 5100352 h 5143785"/>
              <a:gd name="connsiteX22579" fmla="*/ 401288 w 3114960"/>
              <a:gd name="connsiteY22579" fmla="*/ 4879563 h 5143785"/>
              <a:gd name="connsiteX22580" fmla="*/ 396526 w 3114960"/>
              <a:gd name="connsiteY22580" fmla="*/ 4879563 h 5143785"/>
              <a:gd name="connsiteX22581" fmla="*/ 396526 w 3114960"/>
              <a:gd name="connsiteY22581" fmla="*/ 4861179 h 5143785"/>
              <a:gd name="connsiteX22582" fmla="*/ 401288 w 3114960"/>
              <a:gd name="connsiteY22582" fmla="*/ 4861179 h 5143785"/>
              <a:gd name="connsiteX22583" fmla="*/ 401288 w 3114960"/>
              <a:gd name="connsiteY22583" fmla="*/ 4879563 h 5143785"/>
              <a:gd name="connsiteX22584" fmla="*/ 467963 w 3114960"/>
              <a:gd name="connsiteY22584" fmla="*/ 4809935 h 5143785"/>
              <a:gd name="connsiteX22585" fmla="*/ 460915 w 3114960"/>
              <a:gd name="connsiteY22585" fmla="*/ 4816983 h 5143785"/>
              <a:gd name="connsiteX22586" fmla="*/ 453866 w 3114960"/>
              <a:gd name="connsiteY22586" fmla="*/ 4809935 h 5143785"/>
              <a:gd name="connsiteX22587" fmla="*/ 460915 w 3114960"/>
              <a:gd name="connsiteY22587" fmla="*/ 4802886 h 5143785"/>
              <a:gd name="connsiteX22588" fmla="*/ 467963 w 3114960"/>
              <a:gd name="connsiteY22588" fmla="*/ 4809935 h 5143785"/>
              <a:gd name="connsiteX22589" fmla="*/ 334518 w 3114960"/>
              <a:gd name="connsiteY22589" fmla="*/ 4971955 h 5143785"/>
              <a:gd name="connsiteX22590" fmla="*/ 339281 w 3114960"/>
              <a:gd name="connsiteY22590" fmla="*/ 4971955 h 5143785"/>
              <a:gd name="connsiteX22591" fmla="*/ 339281 w 3114960"/>
              <a:gd name="connsiteY22591" fmla="*/ 4990433 h 5143785"/>
              <a:gd name="connsiteX22592" fmla="*/ 334518 w 3114960"/>
              <a:gd name="connsiteY22592" fmla="*/ 4990433 h 5143785"/>
              <a:gd name="connsiteX22593" fmla="*/ 334518 w 3114960"/>
              <a:gd name="connsiteY22593" fmla="*/ 4971955 h 5143785"/>
              <a:gd name="connsiteX22594" fmla="*/ 201740 w 3114960"/>
              <a:gd name="connsiteY22594" fmla="*/ 4841462 h 5143785"/>
              <a:gd name="connsiteX22595" fmla="*/ 200025 w 3114960"/>
              <a:gd name="connsiteY22595" fmla="*/ 4840796 h 5143785"/>
              <a:gd name="connsiteX22596" fmla="*/ 123063 w 3114960"/>
              <a:gd name="connsiteY22596" fmla="*/ 4840796 h 5143785"/>
              <a:gd name="connsiteX22597" fmla="*/ 121444 w 3114960"/>
              <a:gd name="connsiteY22597" fmla="*/ 4836986 h 5143785"/>
              <a:gd name="connsiteX22598" fmla="*/ 113443 w 3114960"/>
              <a:gd name="connsiteY22598" fmla="*/ 4832890 h 5143785"/>
              <a:gd name="connsiteX22599" fmla="*/ 107918 w 3114960"/>
              <a:gd name="connsiteY22599" fmla="*/ 4834509 h 5143785"/>
              <a:gd name="connsiteX22600" fmla="*/ 103823 w 3114960"/>
              <a:gd name="connsiteY22600" fmla="*/ 4840796 h 5143785"/>
              <a:gd name="connsiteX22601" fmla="*/ 105442 w 3114960"/>
              <a:gd name="connsiteY22601" fmla="*/ 4848035 h 5143785"/>
              <a:gd name="connsiteX22602" fmla="*/ 118967 w 3114960"/>
              <a:gd name="connsiteY22602" fmla="*/ 4850416 h 5143785"/>
              <a:gd name="connsiteX22603" fmla="*/ 122587 w 3114960"/>
              <a:gd name="connsiteY22603" fmla="*/ 4845368 h 5143785"/>
              <a:gd name="connsiteX22604" fmla="*/ 197644 w 3114960"/>
              <a:gd name="connsiteY22604" fmla="*/ 4845368 h 5143785"/>
              <a:gd name="connsiteX22605" fmla="*/ 197549 w 3114960"/>
              <a:gd name="connsiteY22605" fmla="*/ 4919758 h 5143785"/>
              <a:gd name="connsiteX22606" fmla="*/ 194215 w 3114960"/>
              <a:gd name="connsiteY22606" fmla="*/ 4921092 h 5143785"/>
              <a:gd name="connsiteX22607" fmla="*/ 190024 w 3114960"/>
              <a:gd name="connsiteY22607" fmla="*/ 4927378 h 5143785"/>
              <a:gd name="connsiteX22608" fmla="*/ 191643 w 3114960"/>
              <a:gd name="connsiteY22608" fmla="*/ 4934617 h 5143785"/>
              <a:gd name="connsiteX22609" fmla="*/ 205169 w 3114960"/>
              <a:gd name="connsiteY22609" fmla="*/ 4936998 h 5143785"/>
              <a:gd name="connsiteX22610" fmla="*/ 209264 w 3114960"/>
              <a:gd name="connsiteY22610" fmla="*/ 4930712 h 5143785"/>
              <a:gd name="connsiteX22611" fmla="*/ 209264 w 3114960"/>
              <a:gd name="connsiteY22611" fmla="*/ 4928902 h 5143785"/>
              <a:gd name="connsiteX22612" fmla="*/ 243935 w 3114960"/>
              <a:gd name="connsiteY22612" fmla="*/ 4897279 h 5143785"/>
              <a:gd name="connsiteX22613" fmla="*/ 243935 w 3114960"/>
              <a:gd name="connsiteY22613" fmla="*/ 4836033 h 5143785"/>
              <a:gd name="connsiteX22614" fmla="*/ 251936 w 3114960"/>
              <a:gd name="connsiteY22614" fmla="*/ 4826127 h 5143785"/>
              <a:gd name="connsiteX22615" fmla="*/ 241554 w 3114960"/>
              <a:gd name="connsiteY22615" fmla="*/ 4815745 h 5143785"/>
              <a:gd name="connsiteX22616" fmla="*/ 231172 w 3114960"/>
              <a:gd name="connsiteY22616" fmla="*/ 4826127 h 5143785"/>
              <a:gd name="connsiteX22617" fmla="*/ 239173 w 3114960"/>
              <a:gd name="connsiteY22617" fmla="*/ 4836033 h 5143785"/>
              <a:gd name="connsiteX22618" fmla="*/ 239173 w 3114960"/>
              <a:gd name="connsiteY22618" fmla="*/ 4895183 h 5143785"/>
              <a:gd name="connsiteX22619" fmla="*/ 207740 w 3114960"/>
              <a:gd name="connsiteY22619" fmla="*/ 4923854 h 5143785"/>
              <a:gd name="connsiteX22620" fmla="*/ 207550 w 3114960"/>
              <a:gd name="connsiteY22620" fmla="*/ 4923473 h 5143785"/>
              <a:gd name="connsiteX22621" fmla="*/ 202120 w 3114960"/>
              <a:gd name="connsiteY22621" fmla="*/ 4920044 h 5143785"/>
              <a:gd name="connsiteX22622" fmla="*/ 202120 w 3114960"/>
              <a:gd name="connsiteY22622" fmla="*/ 4842891 h 5143785"/>
              <a:gd name="connsiteX22623" fmla="*/ 201549 w 3114960"/>
              <a:gd name="connsiteY22623" fmla="*/ 4841177 h 5143785"/>
              <a:gd name="connsiteX22624" fmla="*/ 236030 w 3114960"/>
              <a:gd name="connsiteY22624" fmla="*/ 4826413 h 5143785"/>
              <a:gd name="connsiteX22625" fmla="*/ 241649 w 3114960"/>
              <a:gd name="connsiteY22625" fmla="*/ 4820793 h 5143785"/>
              <a:gd name="connsiteX22626" fmla="*/ 247269 w 3114960"/>
              <a:gd name="connsiteY22626" fmla="*/ 4826413 h 5143785"/>
              <a:gd name="connsiteX22627" fmla="*/ 241649 w 3114960"/>
              <a:gd name="connsiteY22627" fmla="*/ 4832033 h 5143785"/>
              <a:gd name="connsiteX22628" fmla="*/ 236030 w 3114960"/>
              <a:gd name="connsiteY22628" fmla="*/ 4826413 h 5143785"/>
              <a:gd name="connsiteX22629" fmla="*/ 396526 w 3114960"/>
              <a:gd name="connsiteY22629" fmla="*/ 4897946 h 5143785"/>
              <a:gd name="connsiteX22630" fmla="*/ 401288 w 3114960"/>
              <a:gd name="connsiteY22630" fmla="*/ 4897946 h 5143785"/>
              <a:gd name="connsiteX22631" fmla="*/ 401288 w 3114960"/>
              <a:gd name="connsiteY22631" fmla="*/ 4916329 h 5143785"/>
              <a:gd name="connsiteX22632" fmla="*/ 396526 w 3114960"/>
              <a:gd name="connsiteY22632" fmla="*/ 4916329 h 5143785"/>
              <a:gd name="connsiteX22633" fmla="*/ 396526 w 3114960"/>
              <a:gd name="connsiteY22633" fmla="*/ 4897946 h 5143785"/>
              <a:gd name="connsiteX22634" fmla="*/ 396526 w 3114960"/>
              <a:gd name="connsiteY22634" fmla="*/ 5118735 h 5143785"/>
              <a:gd name="connsiteX22635" fmla="*/ 401288 w 3114960"/>
              <a:gd name="connsiteY22635" fmla="*/ 5118735 h 5143785"/>
              <a:gd name="connsiteX22636" fmla="*/ 401288 w 3114960"/>
              <a:gd name="connsiteY22636" fmla="*/ 5137119 h 5143785"/>
              <a:gd name="connsiteX22637" fmla="*/ 396526 w 3114960"/>
              <a:gd name="connsiteY22637" fmla="*/ 5137119 h 5143785"/>
              <a:gd name="connsiteX22638" fmla="*/ 396526 w 3114960"/>
              <a:gd name="connsiteY22638" fmla="*/ 5118735 h 5143785"/>
              <a:gd name="connsiteX22639" fmla="*/ 469392 w 3114960"/>
              <a:gd name="connsiteY22639" fmla="*/ 4798410 h 5143785"/>
              <a:gd name="connsiteX22640" fmla="*/ 460915 w 3114960"/>
              <a:gd name="connsiteY22640" fmla="*/ 4795647 h 5143785"/>
              <a:gd name="connsiteX22641" fmla="*/ 449389 w 3114960"/>
              <a:gd name="connsiteY22641" fmla="*/ 4801457 h 5143785"/>
              <a:gd name="connsiteX22642" fmla="*/ 452438 w 3114960"/>
              <a:gd name="connsiteY22642" fmla="*/ 4821460 h 5143785"/>
              <a:gd name="connsiteX22643" fmla="*/ 458534 w 3114960"/>
              <a:gd name="connsiteY22643" fmla="*/ 4823937 h 5143785"/>
              <a:gd name="connsiteX22644" fmla="*/ 458534 w 3114960"/>
              <a:gd name="connsiteY22644" fmla="*/ 4833176 h 5143785"/>
              <a:gd name="connsiteX22645" fmla="*/ 463296 w 3114960"/>
              <a:gd name="connsiteY22645" fmla="*/ 4833176 h 5143785"/>
              <a:gd name="connsiteX22646" fmla="*/ 463296 w 3114960"/>
              <a:gd name="connsiteY22646" fmla="*/ 4823937 h 5143785"/>
              <a:gd name="connsiteX22647" fmla="*/ 472440 w 3114960"/>
              <a:gd name="connsiteY22647" fmla="*/ 4818317 h 5143785"/>
              <a:gd name="connsiteX22648" fmla="*/ 469392 w 3114960"/>
              <a:gd name="connsiteY22648" fmla="*/ 4798314 h 5143785"/>
              <a:gd name="connsiteX22649" fmla="*/ 462725 w 3114960"/>
              <a:gd name="connsiteY22649" fmla="*/ 4821555 h 5143785"/>
              <a:gd name="connsiteX22650" fmla="*/ 460915 w 3114960"/>
              <a:gd name="connsiteY22650" fmla="*/ 4821651 h 5143785"/>
              <a:gd name="connsiteX22651" fmla="*/ 454057 w 3114960"/>
              <a:gd name="connsiteY22651" fmla="*/ 4819364 h 5143785"/>
              <a:gd name="connsiteX22652" fmla="*/ 451580 w 3114960"/>
              <a:gd name="connsiteY22652" fmla="*/ 4802981 h 5143785"/>
              <a:gd name="connsiteX22653" fmla="*/ 467963 w 3114960"/>
              <a:gd name="connsiteY22653" fmla="*/ 4800505 h 5143785"/>
              <a:gd name="connsiteX22654" fmla="*/ 472631 w 3114960"/>
              <a:gd name="connsiteY22654" fmla="*/ 4808125 h 5143785"/>
              <a:gd name="connsiteX22655" fmla="*/ 470535 w 3114960"/>
              <a:gd name="connsiteY22655" fmla="*/ 4816793 h 5143785"/>
              <a:gd name="connsiteX22656" fmla="*/ 462915 w 3114960"/>
              <a:gd name="connsiteY22656" fmla="*/ 4821460 h 5143785"/>
              <a:gd name="connsiteX22657" fmla="*/ 345377 w 3114960"/>
              <a:gd name="connsiteY22657" fmla="*/ 4807935 h 5143785"/>
              <a:gd name="connsiteX22658" fmla="*/ 336899 w 3114960"/>
              <a:gd name="connsiteY22658" fmla="*/ 4805172 h 5143785"/>
              <a:gd name="connsiteX22659" fmla="*/ 325279 w 3114960"/>
              <a:gd name="connsiteY22659" fmla="*/ 4810982 h 5143785"/>
              <a:gd name="connsiteX22660" fmla="*/ 328327 w 3114960"/>
              <a:gd name="connsiteY22660" fmla="*/ 4830985 h 5143785"/>
              <a:gd name="connsiteX22661" fmla="*/ 334423 w 3114960"/>
              <a:gd name="connsiteY22661" fmla="*/ 4833462 h 5143785"/>
              <a:gd name="connsiteX22662" fmla="*/ 334423 w 3114960"/>
              <a:gd name="connsiteY22662" fmla="*/ 4842701 h 5143785"/>
              <a:gd name="connsiteX22663" fmla="*/ 339185 w 3114960"/>
              <a:gd name="connsiteY22663" fmla="*/ 4842701 h 5143785"/>
              <a:gd name="connsiteX22664" fmla="*/ 339185 w 3114960"/>
              <a:gd name="connsiteY22664" fmla="*/ 4833462 h 5143785"/>
              <a:gd name="connsiteX22665" fmla="*/ 348329 w 3114960"/>
              <a:gd name="connsiteY22665" fmla="*/ 4827842 h 5143785"/>
              <a:gd name="connsiteX22666" fmla="*/ 345281 w 3114960"/>
              <a:gd name="connsiteY22666" fmla="*/ 4807839 h 5143785"/>
              <a:gd name="connsiteX22667" fmla="*/ 338614 w 3114960"/>
              <a:gd name="connsiteY22667" fmla="*/ 4830985 h 5143785"/>
              <a:gd name="connsiteX22668" fmla="*/ 336804 w 3114960"/>
              <a:gd name="connsiteY22668" fmla="*/ 4831080 h 5143785"/>
              <a:gd name="connsiteX22669" fmla="*/ 329946 w 3114960"/>
              <a:gd name="connsiteY22669" fmla="*/ 4828794 h 5143785"/>
              <a:gd name="connsiteX22670" fmla="*/ 327470 w 3114960"/>
              <a:gd name="connsiteY22670" fmla="*/ 4812411 h 5143785"/>
              <a:gd name="connsiteX22671" fmla="*/ 343853 w 3114960"/>
              <a:gd name="connsiteY22671" fmla="*/ 4809935 h 5143785"/>
              <a:gd name="connsiteX22672" fmla="*/ 348520 w 3114960"/>
              <a:gd name="connsiteY22672" fmla="*/ 4817555 h 5143785"/>
              <a:gd name="connsiteX22673" fmla="*/ 346424 w 3114960"/>
              <a:gd name="connsiteY22673" fmla="*/ 4826222 h 5143785"/>
              <a:gd name="connsiteX22674" fmla="*/ 338804 w 3114960"/>
              <a:gd name="connsiteY22674" fmla="*/ 4830890 h 5143785"/>
              <a:gd name="connsiteX22675" fmla="*/ 1113187 w 3114960"/>
              <a:gd name="connsiteY22675" fmla="*/ 2607278 h 5143785"/>
              <a:gd name="connsiteX22676" fmla="*/ 1107662 w 3114960"/>
              <a:gd name="connsiteY22676" fmla="*/ 2612803 h 5143785"/>
              <a:gd name="connsiteX22677" fmla="*/ 1102138 w 3114960"/>
              <a:gd name="connsiteY22677" fmla="*/ 2607278 h 5143785"/>
              <a:gd name="connsiteX22678" fmla="*/ 1107662 w 3114960"/>
              <a:gd name="connsiteY22678" fmla="*/ 2601754 h 5143785"/>
              <a:gd name="connsiteX22679" fmla="*/ 1113187 w 3114960"/>
              <a:gd name="connsiteY22679" fmla="*/ 2607278 h 5143785"/>
              <a:gd name="connsiteX22680" fmla="*/ 1771555 w 3114960"/>
              <a:gd name="connsiteY22680" fmla="*/ 206693 h 5143785"/>
              <a:gd name="connsiteX22681" fmla="*/ 1771555 w 3114960"/>
              <a:gd name="connsiteY22681" fmla="*/ 95 h 5143785"/>
              <a:gd name="connsiteX22682" fmla="*/ 1776317 w 3114960"/>
              <a:gd name="connsiteY22682" fmla="*/ 95 h 5143785"/>
              <a:gd name="connsiteX22683" fmla="*/ 1776317 w 3114960"/>
              <a:gd name="connsiteY22683" fmla="*/ 208598 h 5143785"/>
              <a:gd name="connsiteX22684" fmla="*/ 1765364 w 3114960"/>
              <a:gd name="connsiteY22684" fmla="*/ 219932 h 5143785"/>
              <a:gd name="connsiteX22685" fmla="*/ 1765364 w 3114960"/>
              <a:gd name="connsiteY22685" fmla="*/ 297085 h 5143785"/>
              <a:gd name="connsiteX22686" fmla="*/ 1774031 w 3114960"/>
              <a:gd name="connsiteY22686" fmla="*/ 307658 h 5143785"/>
              <a:gd name="connsiteX22687" fmla="*/ 1762982 w 3114960"/>
              <a:gd name="connsiteY22687" fmla="*/ 318707 h 5143785"/>
              <a:gd name="connsiteX22688" fmla="*/ 1751933 w 3114960"/>
              <a:gd name="connsiteY22688" fmla="*/ 307658 h 5143785"/>
              <a:gd name="connsiteX22689" fmla="*/ 1760601 w 3114960"/>
              <a:gd name="connsiteY22689" fmla="*/ 297085 h 5143785"/>
              <a:gd name="connsiteX22690" fmla="*/ 1760601 w 3114960"/>
              <a:gd name="connsiteY22690" fmla="*/ 218027 h 5143785"/>
              <a:gd name="connsiteX22691" fmla="*/ 1771555 w 3114960"/>
              <a:gd name="connsiteY22691" fmla="*/ 206693 h 5143785"/>
              <a:gd name="connsiteX22692" fmla="*/ 334518 w 3114960"/>
              <a:gd name="connsiteY22692" fmla="*/ 5045774 h 5143785"/>
              <a:gd name="connsiteX22693" fmla="*/ 339281 w 3114960"/>
              <a:gd name="connsiteY22693" fmla="*/ 5045774 h 5143785"/>
              <a:gd name="connsiteX22694" fmla="*/ 339281 w 3114960"/>
              <a:gd name="connsiteY22694" fmla="*/ 5064252 h 5143785"/>
              <a:gd name="connsiteX22695" fmla="*/ 334518 w 3114960"/>
              <a:gd name="connsiteY22695" fmla="*/ 5064252 h 5143785"/>
              <a:gd name="connsiteX22696" fmla="*/ 334518 w 3114960"/>
              <a:gd name="connsiteY22696" fmla="*/ 5045774 h 5143785"/>
              <a:gd name="connsiteX22697" fmla="*/ 1802225 w 3114960"/>
              <a:gd name="connsiteY22697" fmla="*/ 215360 h 5143785"/>
              <a:gd name="connsiteX22698" fmla="*/ 1802225 w 3114960"/>
              <a:gd name="connsiteY22698" fmla="*/ 299276 h 5143785"/>
              <a:gd name="connsiteX22699" fmla="*/ 1800892 w 3114960"/>
              <a:gd name="connsiteY22699" fmla="*/ 299276 h 5143785"/>
              <a:gd name="connsiteX22700" fmla="*/ 1795748 w 3114960"/>
              <a:gd name="connsiteY22700" fmla="*/ 304419 h 5143785"/>
              <a:gd name="connsiteX22701" fmla="*/ 1795748 w 3114960"/>
              <a:gd name="connsiteY22701" fmla="*/ 324803 h 5143785"/>
              <a:gd name="connsiteX22702" fmla="*/ 1800892 w 3114960"/>
              <a:gd name="connsiteY22702" fmla="*/ 329946 h 5143785"/>
              <a:gd name="connsiteX22703" fmla="*/ 1807369 w 3114960"/>
              <a:gd name="connsiteY22703" fmla="*/ 329946 h 5143785"/>
              <a:gd name="connsiteX22704" fmla="*/ 1812512 w 3114960"/>
              <a:gd name="connsiteY22704" fmla="*/ 324803 h 5143785"/>
              <a:gd name="connsiteX22705" fmla="*/ 1812512 w 3114960"/>
              <a:gd name="connsiteY22705" fmla="*/ 304419 h 5143785"/>
              <a:gd name="connsiteX22706" fmla="*/ 1807369 w 3114960"/>
              <a:gd name="connsiteY22706" fmla="*/ 299276 h 5143785"/>
              <a:gd name="connsiteX22707" fmla="*/ 1806893 w 3114960"/>
              <a:gd name="connsiteY22707" fmla="*/ 299276 h 5143785"/>
              <a:gd name="connsiteX22708" fmla="*/ 1806893 w 3114960"/>
              <a:gd name="connsiteY22708" fmla="*/ 217265 h 5143785"/>
              <a:gd name="connsiteX22709" fmla="*/ 1817846 w 3114960"/>
              <a:gd name="connsiteY22709" fmla="*/ 205931 h 5143785"/>
              <a:gd name="connsiteX22710" fmla="*/ 1817846 w 3114960"/>
              <a:gd name="connsiteY22710" fmla="*/ 95 h 5143785"/>
              <a:gd name="connsiteX22711" fmla="*/ 1813084 w 3114960"/>
              <a:gd name="connsiteY22711" fmla="*/ 95 h 5143785"/>
              <a:gd name="connsiteX22712" fmla="*/ 1813084 w 3114960"/>
              <a:gd name="connsiteY22712" fmla="*/ 204026 h 5143785"/>
              <a:gd name="connsiteX22713" fmla="*/ 1802130 w 3114960"/>
              <a:gd name="connsiteY22713" fmla="*/ 215360 h 5143785"/>
              <a:gd name="connsiteX22714" fmla="*/ 1810131 w 3114960"/>
              <a:gd name="connsiteY22714" fmla="*/ 324803 h 5143785"/>
              <a:gd name="connsiteX22715" fmla="*/ 1807464 w 3114960"/>
              <a:gd name="connsiteY22715" fmla="*/ 327470 h 5143785"/>
              <a:gd name="connsiteX22716" fmla="*/ 1800987 w 3114960"/>
              <a:gd name="connsiteY22716" fmla="*/ 327470 h 5143785"/>
              <a:gd name="connsiteX22717" fmla="*/ 1798320 w 3114960"/>
              <a:gd name="connsiteY22717" fmla="*/ 324803 h 5143785"/>
              <a:gd name="connsiteX22718" fmla="*/ 1798320 w 3114960"/>
              <a:gd name="connsiteY22718" fmla="*/ 324803 h 5143785"/>
              <a:gd name="connsiteX22719" fmla="*/ 1810131 w 3114960"/>
              <a:gd name="connsiteY22719" fmla="*/ 324707 h 5143785"/>
              <a:gd name="connsiteX22720" fmla="*/ 1810131 w 3114960"/>
              <a:gd name="connsiteY22720" fmla="*/ 324707 h 5143785"/>
              <a:gd name="connsiteX22721" fmla="*/ 1810131 w 3114960"/>
              <a:gd name="connsiteY22721" fmla="*/ 322231 h 5143785"/>
              <a:gd name="connsiteX22722" fmla="*/ 1798320 w 3114960"/>
              <a:gd name="connsiteY22722" fmla="*/ 322231 h 5143785"/>
              <a:gd name="connsiteX22723" fmla="*/ 1798320 w 3114960"/>
              <a:gd name="connsiteY22723" fmla="*/ 319469 h 5143785"/>
              <a:gd name="connsiteX22724" fmla="*/ 1810131 w 3114960"/>
              <a:gd name="connsiteY22724" fmla="*/ 319469 h 5143785"/>
              <a:gd name="connsiteX22725" fmla="*/ 1810131 w 3114960"/>
              <a:gd name="connsiteY22725" fmla="*/ 322231 h 5143785"/>
              <a:gd name="connsiteX22726" fmla="*/ 1810131 w 3114960"/>
              <a:gd name="connsiteY22726" fmla="*/ 317945 h 5143785"/>
              <a:gd name="connsiteX22727" fmla="*/ 1798320 w 3114960"/>
              <a:gd name="connsiteY22727" fmla="*/ 317945 h 5143785"/>
              <a:gd name="connsiteX22728" fmla="*/ 1798320 w 3114960"/>
              <a:gd name="connsiteY22728" fmla="*/ 308229 h 5143785"/>
              <a:gd name="connsiteX22729" fmla="*/ 1810131 w 3114960"/>
              <a:gd name="connsiteY22729" fmla="*/ 308229 h 5143785"/>
              <a:gd name="connsiteX22730" fmla="*/ 1810131 w 3114960"/>
              <a:gd name="connsiteY22730" fmla="*/ 317945 h 5143785"/>
              <a:gd name="connsiteX22731" fmla="*/ 1807464 w 3114960"/>
              <a:gd name="connsiteY22731" fmla="*/ 301752 h 5143785"/>
              <a:gd name="connsiteX22732" fmla="*/ 1810131 w 3114960"/>
              <a:gd name="connsiteY22732" fmla="*/ 304419 h 5143785"/>
              <a:gd name="connsiteX22733" fmla="*/ 1810131 w 3114960"/>
              <a:gd name="connsiteY22733" fmla="*/ 305086 h 5143785"/>
              <a:gd name="connsiteX22734" fmla="*/ 1798320 w 3114960"/>
              <a:gd name="connsiteY22734" fmla="*/ 305086 h 5143785"/>
              <a:gd name="connsiteX22735" fmla="*/ 1798320 w 3114960"/>
              <a:gd name="connsiteY22735" fmla="*/ 304419 h 5143785"/>
              <a:gd name="connsiteX22736" fmla="*/ 1800987 w 3114960"/>
              <a:gd name="connsiteY22736" fmla="*/ 301752 h 5143785"/>
              <a:gd name="connsiteX22737" fmla="*/ 1807464 w 3114960"/>
              <a:gd name="connsiteY22737" fmla="*/ 301752 h 5143785"/>
              <a:gd name="connsiteX22738" fmla="*/ 101251 w 3114960"/>
              <a:gd name="connsiteY22738" fmla="*/ 4950524 h 5143785"/>
              <a:gd name="connsiteX22739" fmla="*/ 166592 w 3114960"/>
              <a:gd name="connsiteY22739" fmla="*/ 4950524 h 5143785"/>
              <a:gd name="connsiteX22740" fmla="*/ 167640 w 3114960"/>
              <a:gd name="connsiteY22740" fmla="*/ 4952715 h 5143785"/>
              <a:gd name="connsiteX22741" fmla="*/ 181166 w 3114960"/>
              <a:gd name="connsiteY22741" fmla="*/ 4955096 h 5143785"/>
              <a:gd name="connsiteX22742" fmla="*/ 184880 w 3114960"/>
              <a:gd name="connsiteY22742" fmla="*/ 4949952 h 5143785"/>
              <a:gd name="connsiteX22743" fmla="*/ 255365 w 3114960"/>
              <a:gd name="connsiteY22743" fmla="*/ 4949952 h 5143785"/>
              <a:gd name="connsiteX22744" fmla="*/ 275939 w 3114960"/>
              <a:gd name="connsiteY22744" fmla="*/ 4932712 h 5143785"/>
              <a:gd name="connsiteX22745" fmla="*/ 275939 w 3114960"/>
              <a:gd name="connsiteY22745" fmla="*/ 4836319 h 5143785"/>
              <a:gd name="connsiteX22746" fmla="*/ 283940 w 3114960"/>
              <a:gd name="connsiteY22746" fmla="*/ 4826413 h 5143785"/>
              <a:gd name="connsiteX22747" fmla="*/ 273558 w 3114960"/>
              <a:gd name="connsiteY22747" fmla="*/ 4816031 h 5143785"/>
              <a:gd name="connsiteX22748" fmla="*/ 263176 w 3114960"/>
              <a:gd name="connsiteY22748" fmla="*/ 4826413 h 5143785"/>
              <a:gd name="connsiteX22749" fmla="*/ 271177 w 3114960"/>
              <a:gd name="connsiteY22749" fmla="*/ 4836319 h 5143785"/>
              <a:gd name="connsiteX22750" fmla="*/ 271177 w 3114960"/>
              <a:gd name="connsiteY22750" fmla="*/ 4930521 h 5143785"/>
              <a:gd name="connsiteX22751" fmla="*/ 253651 w 3114960"/>
              <a:gd name="connsiteY22751" fmla="*/ 4945285 h 5143785"/>
              <a:gd name="connsiteX22752" fmla="*/ 185261 w 3114960"/>
              <a:gd name="connsiteY22752" fmla="*/ 4945285 h 5143785"/>
              <a:gd name="connsiteX22753" fmla="*/ 183642 w 3114960"/>
              <a:gd name="connsiteY22753" fmla="*/ 4941665 h 5143785"/>
              <a:gd name="connsiteX22754" fmla="*/ 175641 w 3114960"/>
              <a:gd name="connsiteY22754" fmla="*/ 4937570 h 5143785"/>
              <a:gd name="connsiteX22755" fmla="*/ 170117 w 3114960"/>
              <a:gd name="connsiteY22755" fmla="*/ 4939189 h 5143785"/>
              <a:gd name="connsiteX22756" fmla="*/ 166021 w 3114960"/>
              <a:gd name="connsiteY22756" fmla="*/ 4945476 h 5143785"/>
              <a:gd name="connsiteX22757" fmla="*/ 166021 w 3114960"/>
              <a:gd name="connsiteY22757" fmla="*/ 4945761 h 5143785"/>
              <a:gd name="connsiteX22758" fmla="*/ 103537 w 3114960"/>
              <a:gd name="connsiteY22758" fmla="*/ 4945761 h 5143785"/>
              <a:gd name="connsiteX22759" fmla="*/ 86773 w 3114960"/>
              <a:gd name="connsiteY22759" fmla="*/ 4925663 h 5143785"/>
              <a:gd name="connsiteX22760" fmla="*/ 86773 w 3114960"/>
              <a:gd name="connsiteY22760" fmla="*/ 4873943 h 5143785"/>
              <a:gd name="connsiteX22761" fmla="*/ 90011 w 3114960"/>
              <a:gd name="connsiteY22761" fmla="*/ 4872609 h 5143785"/>
              <a:gd name="connsiteX22762" fmla="*/ 94107 w 3114960"/>
              <a:gd name="connsiteY22762" fmla="*/ 4866323 h 5143785"/>
              <a:gd name="connsiteX22763" fmla="*/ 92488 w 3114960"/>
              <a:gd name="connsiteY22763" fmla="*/ 4859084 h 5143785"/>
              <a:gd name="connsiteX22764" fmla="*/ 84487 w 3114960"/>
              <a:gd name="connsiteY22764" fmla="*/ 4854988 h 5143785"/>
              <a:gd name="connsiteX22765" fmla="*/ 78962 w 3114960"/>
              <a:gd name="connsiteY22765" fmla="*/ 4856607 h 5143785"/>
              <a:gd name="connsiteX22766" fmla="*/ 74867 w 3114960"/>
              <a:gd name="connsiteY22766" fmla="*/ 4862894 h 5143785"/>
              <a:gd name="connsiteX22767" fmla="*/ 76486 w 3114960"/>
              <a:gd name="connsiteY22767" fmla="*/ 4870133 h 5143785"/>
              <a:gd name="connsiteX22768" fmla="*/ 82106 w 3114960"/>
              <a:gd name="connsiteY22768" fmla="*/ 4873847 h 5143785"/>
              <a:gd name="connsiteX22769" fmla="*/ 82106 w 3114960"/>
              <a:gd name="connsiteY22769" fmla="*/ 4927283 h 5143785"/>
              <a:gd name="connsiteX22770" fmla="*/ 101346 w 3114960"/>
              <a:gd name="connsiteY22770" fmla="*/ 4950428 h 5143785"/>
              <a:gd name="connsiteX22771" fmla="*/ 267843 w 3114960"/>
              <a:gd name="connsiteY22771" fmla="*/ 4826413 h 5143785"/>
              <a:gd name="connsiteX22772" fmla="*/ 273463 w 3114960"/>
              <a:gd name="connsiteY22772" fmla="*/ 4820793 h 5143785"/>
              <a:gd name="connsiteX22773" fmla="*/ 279083 w 3114960"/>
              <a:gd name="connsiteY22773" fmla="*/ 4826413 h 5143785"/>
              <a:gd name="connsiteX22774" fmla="*/ 273463 w 3114960"/>
              <a:gd name="connsiteY22774" fmla="*/ 4832033 h 5143785"/>
              <a:gd name="connsiteX22775" fmla="*/ 267843 w 3114960"/>
              <a:gd name="connsiteY22775" fmla="*/ 4826413 h 5143785"/>
              <a:gd name="connsiteX22776" fmla="*/ 343853 w 3114960"/>
              <a:gd name="connsiteY22776" fmla="*/ 4819460 h 5143785"/>
              <a:gd name="connsiteX22777" fmla="*/ 336804 w 3114960"/>
              <a:gd name="connsiteY22777" fmla="*/ 4826508 h 5143785"/>
              <a:gd name="connsiteX22778" fmla="*/ 329756 w 3114960"/>
              <a:gd name="connsiteY22778" fmla="*/ 4819460 h 5143785"/>
              <a:gd name="connsiteX22779" fmla="*/ 336804 w 3114960"/>
              <a:gd name="connsiteY22779" fmla="*/ 4812411 h 5143785"/>
              <a:gd name="connsiteX22780" fmla="*/ 343853 w 3114960"/>
              <a:gd name="connsiteY22780" fmla="*/ 4819460 h 5143785"/>
              <a:gd name="connsiteX22781" fmla="*/ 334518 w 3114960"/>
              <a:gd name="connsiteY22781" fmla="*/ 4861274 h 5143785"/>
              <a:gd name="connsiteX22782" fmla="*/ 339281 w 3114960"/>
              <a:gd name="connsiteY22782" fmla="*/ 4861274 h 5143785"/>
              <a:gd name="connsiteX22783" fmla="*/ 339281 w 3114960"/>
              <a:gd name="connsiteY22783" fmla="*/ 4879753 h 5143785"/>
              <a:gd name="connsiteX22784" fmla="*/ 334518 w 3114960"/>
              <a:gd name="connsiteY22784" fmla="*/ 4879753 h 5143785"/>
              <a:gd name="connsiteX22785" fmla="*/ 334518 w 3114960"/>
              <a:gd name="connsiteY22785" fmla="*/ 4861274 h 5143785"/>
              <a:gd name="connsiteX22786" fmla="*/ 339281 w 3114960"/>
              <a:gd name="connsiteY22786" fmla="*/ 5138071 h 5143785"/>
              <a:gd name="connsiteX22787" fmla="*/ 334518 w 3114960"/>
              <a:gd name="connsiteY22787" fmla="*/ 5138071 h 5143785"/>
              <a:gd name="connsiteX22788" fmla="*/ 334518 w 3114960"/>
              <a:gd name="connsiteY22788" fmla="*/ 5119592 h 5143785"/>
              <a:gd name="connsiteX22789" fmla="*/ 339281 w 3114960"/>
              <a:gd name="connsiteY22789" fmla="*/ 5119592 h 5143785"/>
              <a:gd name="connsiteX22790" fmla="*/ 339281 w 3114960"/>
              <a:gd name="connsiteY22790" fmla="*/ 5138071 h 5143785"/>
              <a:gd name="connsiteX22791" fmla="*/ 339281 w 3114960"/>
              <a:gd name="connsiteY22791" fmla="*/ 4953476 h 5143785"/>
              <a:gd name="connsiteX22792" fmla="*/ 334518 w 3114960"/>
              <a:gd name="connsiteY22792" fmla="*/ 4953476 h 5143785"/>
              <a:gd name="connsiteX22793" fmla="*/ 334518 w 3114960"/>
              <a:gd name="connsiteY22793" fmla="*/ 4934998 h 5143785"/>
              <a:gd name="connsiteX22794" fmla="*/ 339281 w 3114960"/>
              <a:gd name="connsiteY22794" fmla="*/ 4934998 h 5143785"/>
              <a:gd name="connsiteX22795" fmla="*/ 339281 w 3114960"/>
              <a:gd name="connsiteY22795" fmla="*/ 4953476 h 5143785"/>
              <a:gd name="connsiteX22796" fmla="*/ 334518 w 3114960"/>
              <a:gd name="connsiteY22796" fmla="*/ 4898136 h 5143785"/>
              <a:gd name="connsiteX22797" fmla="*/ 339281 w 3114960"/>
              <a:gd name="connsiteY22797" fmla="*/ 4898136 h 5143785"/>
              <a:gd name="connsiteX22798" fmla="*/ 339281 w 3114960"/>
              <a:gd name="connsiteY22798" fmla="*/ 4916615 h 5143785"/>
              <a:gd name="connsiteX22799" fmla="*/ 334518 w 3114960"/>
              <a:gd name="connsiteY22799" fmla="*/ 4916615 h 5143785"/>
              <a:gd name="connsiteX22800" fmla="*/ 334518 w 3114960"/>
              <a:gd name="connsiteY22800" fmla="*/ 4898136 h 5143785"/>
              <a:gd name="connsiteX22801" fmla="*/ 339281 w 3114960"/>
              <a:gd name="connsiteY22801" fmla="*/ 5027295 h 5143785"/>
              <a:gd name="connsiteX22802" fmla="*/ 334518 w 3114960"/>
              <a:gd name="connsiteY22802" fmla="*/ 5027295 h 5143785"/>
              <a:gd name="connsiteX22803" fmla="*/ 334518 w 3114960"/>
              <a:gd name="connsiteY22803" fmla="*/ 5008817 h 5143785"/>
              <a:gd name="connsiteX22804" fmla="*/ 339281 w 3114960"/>
              <a:gd name="connsiteY22804" fmla="*/ 5008817 h 5143785"/>
              <a:gd name="connsiteX22805" fmla="*/ 339281 w 3114960"/>
              <a:gd name="connsiteY22805" fmla="*/ 5027295 h 5143785"/>
              <a:gd name="connsiteX22806" fmla="*/ 339281 w 3114960"/>
              <a:gd name="connsiteY22806" fmla="*/ 5101114 h 5143785"/>
              <a:gd name="connsiteX22807" fmla="*/ 334518 w 3114960"/>
              <a:gd name="connsiteY22807" fmla="*/ 5101114 h 5143785"/>
              <a:gd name="connsiteX22808" fmla="*/ 334518 w 3114960"/>
              <a:gd name="connsiteY22808" fmla="*/ 5082635 h 5143785"/>
              <a:gd name="connsiteX22809" fmla="*/ 339281 w 3114960"/>
              <a:gd name="connsiteY22809" fmla="*/ 5082635 h 5143785"/>
              <a:gd name="connsiteX22810" fmla="*/ 339281 w 3114960"/>
              <a:gd name="connsiteY22810" fmla="*/ 5101114 h 5143785"/>
              <a:gd name="connsiteX22811" fmla="*/ 383286 w 3114960"/>
              <a:gd name="connsiteY22811" fmla="*/ 3230594 h 5143785"/>
              <a:gd name="connsiteX22812" fmla="*/ 389668 w 3114960"/>
              <a:gd name="connsiteY22812" fmla="*/ 3236976 h 5143785"/>
              <a:gd name="connsiteX22813" fmla="*/ 390239 w 3114960"/>
              <a:gd name="connsiteY22813" fmla="*/ 3236976 h 5143785"/>
              <a:gd name="connsiteX22814" fmla="*/ 390239 w 3114960"/>
              <a:gd name="connsiteY22814" fmla="*/ 3261836 h 5143785"/>
              <a:gd name="connsiteX22815" fmla="*/ 409670 w 3114960"/>
              <a:gd name="connsiteY22815" fmla="*/ 3281553 h 5143785"/>
              <a:gd name="connsiteX22816" fmla="*/ 567309 w 3114960"/>
              <a:gd name="connsiteY22816" fmla="*/ 3281744 h 5143785"/>
              <a:gd name="connsiteX22817" fmla="*/ 594360 w 3114960"/>
              <a:gd name="connsiteY22817" fmla="*/ 3260503 h 5143785"/>
              <a:gd name="connsiteX22818" fmla="*/ 684562 w 3114960"/>
              <a:gd name="connsiteY22818" fmla="*/ 3260503 h 5143785"/>
              <a:gd name="connsiteX22819" fmla="*/ 693801 w 3114960"/>
              <a:gd name="connsiteY22819" fmla="*/ 3267647 h 5143785"/>
              <a:gd name="connsiteX22820" fmla="*/ 693801 w 3114960"/>
              <a:gd name="connsiteY22820" fmla="*/ 3267647 h 5143785"/>
              <a:gd name="connsiteX22821" fmla="*/ 703612 w 3114960"/>
              <a:gd name="connsiteY22821" fmla="*/ 3257931 h 5143785"/>
              <a:gd name="connsiteX22822" fmla="*/ 693896 w 3114960"/>
              <a:gd name="connsiteY22822" fmla="*/ 3248120 h 5143785"/>
              <a:gd name="connsiteX22823" fmla="*/ 693896 w 3114960"/>
              <a:gd name="connsiteY22823" fmla="*/ 3248120 h 5143785"/>
              <a:gd name="connsiteX22824" fmla="*/ 684562 w 3114960"/>
              <a:gd name="connsiteY22824" fmla="*/ 3255740 h 5143785"/>
              <a:gd name="connsiteX22825" fmla="*/ 592836 w 3114960"/>
              <a:gd name="connsiteY22825" fmla="*/ 3255740 h 5143785"/>
              <a:gd name="connsiteX22826" fmla="*/ 565785 w 3114960"/>
              <a:gd name="connsiteY22826" fmla="*/ 3276981 h 5143785"/>
              <a:gd name="connsiteX22827" fmla="*/ 411766 w 3114960"/>
              <a:gd name="connsiteY22827" fmla="*/ 3276791 h 5143785"/>
              <a:gd name="connsiteX22828" fmla="*/ 395192 w 3114960"/>
              <a:gd name="connsiteY22828" fmla="*/ 3259931 h 5143785"/>
              <a:gd name="connsiteX22829" fmla="*/ 395192 w 3114960"/>
              <a:gd name="connsiteY22829" fmla="*/ 3237071 h 5143785"/>
              <a:gd name="connsiteX22830" fmla="*/ 397574 w 3114960"/>
              <a:gd name="connsiteY22830" fmla="*/ 3237071 h 5143785"/>
              <a:gd name="connsiteX22831" fmla="*/ 403955 w 3114960"/>
              <a:gd name="connsiteY22831" fmla="*/ 3230690 h 5143785"/>
              <a:gd name="connsiteX22832" fmla="*/ 403955 w 3114960"/>
              <a:gd name="connsiteY22832" fmla="*/ 3203734 h 5143785"/>
              <a:gd name="connsiteX22833" fmla="*/ 397574 w 3114960"/>
              <a:gd name="connsiteY22833" fmla="*/ 3197352 h 5143785"/>
              <a:gd name="connsiteX22834" fmla="*/ 389763 w 3114960"/>
              <a:gd name="connsiteY22834" fmla="*/ 3197352 h 5143785"/>
              <a:gd name="connsiteX22835" fmla="*/ 387668 w 3114960"/>
              <a:gd name="connsiteY22835" fmla="*/ 3197733 h 5143785"/>
              <a:gd name="connsiteX22836" fmla="*/ 388525 w 3114960"/>
              <a:gd name="connsiteY22836" fmla="*/ 3197257 h 5143785"/>
              <a:gd name="connsiteX22837" fmla="*/ 375095 w 3114960"/>
              <a:gd name="connsiteY22837" fmla="*/ 3175826 h 5143785"/>
              <a:gd name="connsiteX22838" fmla="*/ 375095 w 3114960"/>
              <a:gd name="connsiteY22838" fmla="*/ 3030474 h 5143785"/>
              <a:gd name="connsiteX22839" fmla="*/ 380810 w 3114960"/>
              <a:gd name="connsiteY22839" fmla="*/ 3030474 h 5143785"/>
              <a:gd name="connsiteX22840" fmla="*/ 387668 w 3114960"/>
              <a:gd name="connsiteY22840" fmla="*/ 3023616 h 5143785"/>
              <a:gd name="connsiteX22841" fmla="*/ 387668 w 3114960"/>
              <a:gd name="connsiteY22841" fmla="*/ 3009234 h 5143785"/>
              <a:gd name="connsiteX22842" fmla="*/ 380810 w 3114960"/>
              <a:gd name="connsiteY22842" fmla="*/ 3002375 h 5143785"/>
              <a:gd name="connsiteX22843" fmla="*/ 375952 w 3114960"/>
              <a:gd name="connsiteY22843" fmla="*/ 3002375 h 5143785"/>
              <a:gd name="connsiteX22844" fmla="*/ 375952 w 3114960"/>
              <a:gd name="connsiteY22844" fmla="*/ 2976467 h 5143785"/>
              <a:gd name="connsiteX22845" fmla="*/ 308324 w 3114960"/>
              <a:gd name="connsiteY22845" fmla="*/ 2910364 h 5143785"/>
              <a:gd name="connsiteX22846" fmla="*/ 308324 w 3114960"/>
              <a:gd name="connsiteY22846" fmla="*/ 2895695 h 5143785"/>
              <a:gd name="connsiteX22847" fmla="*/ 304800 w 3114960"/>
              <a:gd name="connsiteY22847" fmla="*/ 2892171 h 5143785"/>
              <a:gd name="connsiteX22848" fmla="*/ 299180 w 3114960"/>
              <a:gd name="connsiteY22848" fmla="*/ 2892171 h 5143785"/>
              <a:gd name="connsiteX22849" fmla="*/ 299466 w 3114960"/>
              <a:gd name="connsiteY22849" fmla="*/ 2776919 h 5143785"/>
              <a:gd name="connsiteX22850" fmla="*/ 299466 w 3114960"/>
              <a:gd name="connsiteY22850" fmla="*/ 2775966 h 5143785"/>
              <a:gd name="connsiteX22851" fmla="*/ 269272 w 3114960"/>
              <a:gd name="connsiteY22851" fmla="*/ 2742914 h 5143785"/>
              <a:gd name="connsiteX22852" fmla="*/ 269462 w 3114960"/>
              <a:gd name="connsiteY22852" fmla="*/ 2635758 h 5143785"/>
              <a:gd name="connsiteX22853" fmla="*/ 280511 w 3114960"/>
              <a:gd name="connsiteY22853" fmla="*/ 2635758 h 5143785"/>
              <a:gd name="connsiteX22854" fmla="*/ 287084 w 3114960"/>
              <a:gd name="connsiteY22854" fmla="*/ 2629186 h 5143785"/>
              <a:gd name="connsiteX22855" fmla="*/ 287084 w 3114960"/>
              <a:gd name="connsiteY22855" fmla="*/ 2624709 h 5143785"/>
              <a:gd name="connsiteX22856" fmla="*/ 280511 w 3114960"/>
              <a:gd name="connsiteY22856" fmla="*/ 2618137 h 5143785"/>
              <a:gd name="connsiteX22857" fmla="*/ 270701 w 3114960"/>
              <a:gd name="connsiteY22857" fmla="*/ 2618137 h 5143785"/>
              <a:gd name="connsiteX22858" fmla="*/ 270510 w 3114960"/>
              <a:gd name="connsiteY22858" fmla="*/ 2587371 h 5143785"/>
              <a:gd name="connsiteX22859" fmla="*/ 257080 w 3114960"/>
              <a:gd name="connsiteY22859" fmla="*/ 2574988 h 5143785"/>
              <a:gd name="connsiteX22860" fmla="*/ 69628 w 3114960"/>
              <a:gd name="connsiteY22860" fmla="*/ 2574988 h 5143785"/>
              <a:gd name="connsiteX22861" fmla="*/ 50673 w 3114960"/>
              <a:gd name="connsiteY22861" fmla="*/ 2549843 h 5143785"/>
              <a:gd name="connsiteX22862" fmla="*/ 95 w 3114960"/>
              <a:gd name="connsiteY22862" fmla="*/ 2549843 h 5143785"/>
              <a:gd name="connsiteX22863" fmla="*/ 95 w 3114960"/>
              <a:gd name="connsiteY22863" fmla="*/ 2556986 h 5143785"/>
              <a:gd name="connsiteX22864" fmla="*/ 47054 w 3114960"/>
              <a:gd name="connsiteY22864" fmla="*/ 2556986 h 5143785"/>
              <a:gd name="connsiteX22865" fmla="*/ 66008 w 3114960"/>
              <a:gd name="connsiteY22865" fmla="*/ 2582132 h 5143785"/>
              <a:gd name="connsiteX22866" fmla="*/ 253841 w 3114960"/>
              <a:gd name="connsiteY22866" fmla="*/ 2582132 h 5143785"/>
              <a:gd name="connsiteX22867" fmla="*/ 262890 w 3114960"/>
              <a:gd name="connsiteY22867" fmla="*/ 2590514 h 5143785"/>
              <a:gd name="connsiteX22868" fmla="*/ 263081 w 3114960"/>
              <a:gd name="connsiteY22868" fmla="*/ 2618137 h 5143785"/>
              <a:gd name="connsiteX22869" fmla="*/ 253270 w 3114960"/>
              <a:gd name="connsiteY22869" fmla="*/ 2618137 h 5143785"/>
              <a:gd name="connsiteX22870" fmla="*/ 246698 w 3114960"/>
              <a:gd name="connsiteY22870" fmla="*/ 2624709 h 5143785"/>
              <a:gd name="connsiteX22871" fmla="*/ 246698 w 3114960"/>
              <a:gd name="connsiteY22871" fmla="*/ 2629186 h 5143785"/>
              <a:gd name="connsiteX22872" fmla="*/ 253270 w 3114960"/>
              <a:gd name="connsiteY22872" fmla="*/ 2635758 h 5143785"/>
              <a:gd name="connsiteX22873" fmla="*/ 264319 w 3114960"/>
              <a:gd name="connsiteY22873" fmla="*/ 2635758 h 5143785"/>
              <a:gd name="connsiteX22874" fmla="*/ 264128 w 3114960"/>
              <a:gd name="connsiteY22874" fmla="*/ 2744724 h 5143785"/>
              <a:gd name="connsiteX22875" fmla="*/ 294323 w 3114960"/>
              <a:gd name="connsiteY22875" fmla="*/ 2777776 h 5143785"/>
              <a:gd name="connsiteX22876" fmla="*/ 294037 w 3114960"/>
              <a:gd name="connsiteY22876" fmla="*/ 2892076 h 5143785"/>
              <a:gd name="connsiteX22877" fmla="*/ 288893 w 3114960"/>
              <a:gd name="connsiteY22877" fmla="*/ 2892076 h 5143785"/>
              <a:gd name="connsiteX22878" fmla="*/ 285369 w 3114960"/>
              <a:gd name="connsiteY22878" fmla="*/ 2895600 h 5143785"/>
              <a:gd name="connsiteX22879" fmla="*/ 285369 w 3114960"/>
              <a:gd name="connsiteY22879" fmla="*/ 2911221 h 5143785"/>
              <a:gd name="connsiteX22880" fmla="*/ 288893 w 3114960"/>
              <a:gd name="connsiteY22880" fmla="*/ 2914745 h 5143785"/>
              <a:gd name="connsiteX22881" fmla="*/ 298799 w 3114960"/>
              <a:gd name="connsiteY22881" fmla="*/ 2914745 h 5143785"/>
              <a:gd name="connsiteX22882" fmla="*/ 298799 w 3114960"/>
              <a:gd name="connsiteY22882" fmla="*/ 2914745 h 5143785"/>
              <a:gd name="connsiteX22883" fmla="*/ 304514 w 3114960"/>
              <a:gd name="connsiteY22883" fmla="*/ 2914745 h 5143785"/>
              <a:gd name="connsiteX22884" fmla="*/ 305657 w 3114960"/>
              <a:gd name="connsiteY22884" fmla="*/ 2914555 h 5143785"/>
              <a:gd name="connsiteX22885" fmla="*/ 370904 w 3114960"/>
              <a:gd name="connsiteY22885" fmla="*/ 2978372 h 5143785"/>
              <a:gd name="connsiteX22886" fmla="*/ 370904 w 3114960"/>
              <a:gd name="connsiteY22886" fmla="*/ 3002280 h 5143785"/>
              <a:gd name="connsiteX22887" fmla="*/ 366046 w 3114960"/>
              <a:gd name="connsiteY22887" fmla="*/ 3002280 h 5143785"/>
              <a:gd name="connsiteX22888" fmla="*/ 359188 w 3114960"/>
              <a:gd name="connsiteY22888" fmla="*/ 3009138 h 5143785"/>
              <a:gd name="connsiteX22889" fmla="*/ 359188 w 3114960"/>
              <a:gd name="connsiteY22889" fmla="*/ 3023521 h 5143785"/>
              <a:gd name="connsiteX22890" fmla="*/ 366046 w 3114960"/>
              <a:gd name="connsiteY22890" fmla="*/ 3030379 h 5143785"/>
              <a:gd name="connsiteX22891" fmla="*/ 370046 w 3114960"/>
              <a:gd name="connsiteY22891" fmla="*/ 3030379 h 5143785"/>
              <a:gd name="connsiteX22892" fmla="*/ 370046 w 3114960"/>
              <a:gd name="connsiteY22892" fmla="*/ 3177064 h 5143785"/>
              <a:gd name="connsiteX22893" fmla="*/ 384239 w 3114960"/>
              <a:gd name="connsiteY22893" fmla="*/ 3199734 h 5143785"/>
              <a:gd name="connsiteX22894" fmla="*/ 385001 w 3114960"/>
              <a:gd name="connsiteY22894" fmla="*/ 3199257 h 5143785"/>
              <a:gd name="connsiteX22895" fmla="*/ 383191 w 3114960"/>
              <a:gd name="connsiteY22895" fmla="*/ 3203638 h 5143785"/>
              <a:gd name="connsiteX22896" fmla="*/ 383191 w 3114960"/>
              <a:gd name="connsiteY22896" fmla="*/ 3230594 h 5143785"/>
              <a:gd name="connsiteX22897" fmla="*/ 693706 w 3114960"/>
              <a:gd name="connsiteY22897" fmla="*/ 3252883 h 5143785"/>
              <a:gd name="connsiteX22898" fmla="*/ 693706 w 3114960"/>
              <a:gd name="connsiteY22898" fmla="*/ 3252883 h 5143785"/>
              <a:gd name="connsiteX22899" fmla="*/ 698659 w 3114960"/>
              <a:gd name="connsiteY22899" fmla="*/ 3257931 h 5143785"/>
              <a:gd name="connsiteX22900" fmla="*/ 693611 w 3114960"/>
              <a:gd name="connsiteY22900" fmla="*/ 3262884 h 5143785"/>
              <a:gd name="connsiteX22901" fmla="*/ 693611 w 3114960"/>
              <a:gd name="connsiteY22901" fmla="*/ 3262884 h 5143785"/>
              <a:gd name="connsiteX22902" fmla="*/ 688658 w 3114960"/>
              <a:gd name="connsiteY22902" fmla="*/ 3257836 h 5143785"/>
              <a:gd name="connsiteX22903" fmla="*/ 693611 w 3114960"/>
              <a:gd name="connsiteY22903" fmla="*/ 3252883 h 5143785"/>
              <a:gd name="connsiteX22904" fmla="*/ 251555 w 3114960"/>
              <a:gd name="connsiteY22904" fmla="*/ 2624900 h 5143785"/>
              <a:gd name="connsiteX22905" fmla="*/ 253365 w 3114960"/>
              <a:gd name="connsiteY22905" fmla="*/ 2623090 h 5143785"/>
              <a:gd name="connsiteX22906" fmla="*/ 280130 w 3114960"/>
              <a:gd name="connsiteY22906" fmla="*/ 2623090 h 5143785"/>
              <a:gd name="connsiteX22907" fmla="*/ 281940 w 3114960"/>
              <a:gd name="connsiteY22907" fmla="*/ 2624900 h 5143785"/>
              <a:gd name="connsiteX22908" fmla="*/ 281940 w 3114960"/>
              <a:gd name="connsiteY22908" fmla="*/ 2625280 h 5143785"/>
              <a:gd name="connsiteX22909" fmla="*/ 251555 w 3114960"/>
              <a:gd name="connsiteY22909" fmla="*/ 2625280 h 5143785"/>
              <a:gd name="connsiteX22910" fmla="*/ 251555 w 3114960"/>
              <a:gd name="connsiteY22910" fmla="*/ 2624900 h 5143785"/>
              <a:gd name="connsiteX22911" fmla="*/ 253365 w 3114960"/>
              <a:gd name="connsiteY22911" fmla="*/ 2631186 h 5143785"/>
              <a:gd name="connsiteX22912" fmla="*/ 251555 w 3114960"/>
              <a:gd name="connsiteY22912" fmla="*/ 2629376 h 5143785"/>
              <a:gd name="connsiteX22913" fmla="*/ 251555 w 3114960"/>
              <a:gd name="connsiteY22913" fmla="*/ 2628710 h 5143785"/>
              <a:gd name="connsiteX22914" fmla="*/ 281940 w 3114960"/>
              <a:gd name="connsiteY22914" fmla="*/ 2628710 h 5143785"/>
              <a:gd name="connsiteX22915" fmla="*/ 281940 w 3114960"/>
              <a:gd name="connsiteY22915" fmla="*/ 2629376 h 5143785"/>
              <a:gd name="connsiteX22916" fmla="*/ 280130 w 3114960"/>
              <a:gd name="connsiteY22916" fmla="*/ 2631186 h 5143785"/>
              <a:gd name="connsiteX22917" fmla="*/ 253365 w 3114960"/>
              <a:gd name="connsiteY22917" fmla="*/ 2631186 h 5143785"/>
              <a:gd name="connsiteX22918" fmla="*/ 366141 w 3114960"/>
              <a:gd name="connsiteY22918" fmla="*/ 3025712 h 5143785"/>
              <a:gd name="connsiteX22919" fmla="*/ 364046 w 3114960"/>
              <a:gd name="connsiteY22919" fmla="*/ 3023616 h 5143785"/>
              <a:gd name="connsiteX22920" fmla="*/ 364046 w 3114960"/>
              <a:gd name="connsiteY22920" fmla="*/ 3009234 h 5143785"/>
              <a:gd name="connsiteX22921" fmla="*/ 366141 w 3114960"/>
              <a:gd name="connsiteY22921" fmla="*/ 3007138 h 5143785"/>
              <a:gd name="connsiteX22922" fmla="*/ 380524 w 3114960"/>
              <a:gd name="connsiteY22922" fmla="*/ 3007138 h 5143785"/>
              <a:gd name="connsiteX22923" fmla="*/ 382619 w 3114960"/>
              <a:gd name="connsiteY22923" fmla="*/ 3009234 h 5143785"/>
              <a:gd name="connsiteX22924" fmla="*/ 382619 w 3114960"/>
              <a:gd name="connsiteY22924" fmla="*/ 3023616 h 5143785"/>
              <a:gd name="connsiteX22925" fmla="*/ 380524 w 3114960"/>
              <a:gd name="connsiteY22925" fmla="*/ 3025712 h 5143785"/>
              <a:gd name="connsiteX22926" fmla="*/ 366141 w 3114960"/>
              <a:gd name="connsiteY22926" fmla="*/ 3025712 h 5143785"/>
              <a:gd name="connsiteX22927" fmla="*/ 2911983 w 3114960"/>
              <a:gd name="connsiteY22927" fmla="*/ 1455515 h 5143785"/>
              <a:gd name="connsiteX22928" fmla="*/ 2881694 w 3114960"/>
              <a:gd name="connsiteY22928" fmla="*/ 1455515 h 5143785"/>
              <a:gd name="connsiteX22929" fmla="*/ 2872740 w 3114960"/>
              <a:gd name="connsiteY22929" fmla="*/ 1461040 h 5143785"/>
              <a:gd name="connsiteX22930" fmla="*/ 2839403 w 3114960"/>
              <a:gd name="connsiteY22930" fmla="*/ 1461040 h 5143785"/>
              <a:gd name="connsiteX22931" fmla="*/ 2817209 w 3114960"/>
              <a:gd name="connsiteY22931" fmla="*/ 1441514 h 5143785"/>
              <a:gd name="connsiteX22932" fmla="*/ 2757011 w 3114960"/>
              <a:gd name="connsiteY22932" fmla="*/ 1440656 h 5143785"/>
              <a:gd name="connsiteX22933" fmla="*/ 2726341 w 3114960"/>
              <a:gd name="connsiteY22933" fmla="*/ 1480757 h 5143785"/>
              <a:gd name="connsiteX22934" fmla="*/ 2726341 w 3114960"/>
              <a:gd name="connsiteY22934" fmla="*/ 1656969 h 5143785"/>
              <a:gd name="connsiteX22935" fmla="*/ 2757202 w 3114960"/>
              <a:gd name="connsiteY22935" fmla="*/ 1702784 h 5143785"/>
              <a:gd name="connsiteX22936" fmla="*/ 2985897 w 3114960"/>
              <a:gd name="connsiteY22936" fmla="*/ 1702784 h 5143785"/>
              <a:gd name="connsiteX22937" fmla="*/ 3013424 w 3114960"/>
              <a:gd name="connsiteY22937" fmla="*/ 1730883 h 5143785"/>
              <a:gd name="connsiteX22938" fmla="*/ 3101054 w 3114960"/>
              <a:gd name="connsiteY22938" fmla="*/ 1728121 h 5143785"/>
              <a:gd name="connsiteX22939" fmla="*/ 3101054 w 3114960"/>
              <a:gd name="connsiteY22939" fmla="*/ 1741170 h 5143785"/>
              <a:gd name="connsiteX22940" fmla="*/ 3111342 w 3114960"/>
              <a:gd name="connsiteY22940" fmla="*/ 1751457 h 5143785"/>
              <a:gd name="connsiteX22941" fmla="*/ 3114770 w 3114960"/>
              <a:gd name="connsiteY22941" fmla="*/ 1751457 h 5143785"/>
              <a:gd name="connsiteX22942" fmla="*/ 3114770 w 3114960"/>
              <a:gd name="connsiteY22942" fmla="*/ 1746695 h 5143785"/>
              <a:gd name="connsiteX22943" fmla="*/ 3111342 w 3114960"/>
              <a:gd name="connsiteY22943" fmla="*/ 1746695 h 5143785"/>
              <a:gd name="connsiteX22944" fmla="*/ 3105817 w 3114960"/>
              <a:gd name="connsiteY22944" fmla="*/ 1741170 h 5143785"/>
              <a:gd name="connsiteX22945" fmla="*/ 3105817 w 3114960"/>
              <a:gd name="connsiteY22945" fmla="*/ 1710881 h 5143785"/>
              <a:gd name="connsiteX22946" fmla="*/ 3111342 w 3114960"/>
              <a:gd name="connsiteY22946" fmla="*/ 1705356 h 5143785"/>
              <a:gd name="connsiteX22947" fmla="*/ 3114770 w 3114960"/>
              <a:gd name="connsiteY22947" fmla="*/ 1705356 h 5143785"/>
              <a:gd name="connsiteX22948" fmla="*/ 3114770 w 3114960"/>
              <a:gd name="connsiteY22948" fmla="*/ 1700594 h 5143785"/>
              <a:gd name="connsiteX22949" fmla="*/ 3111342 w 3114960"/>
              <a:gd name="connsiteY22949" fmla="*/ 1700594 h 5143785"/>
              <a:gd name="connsiteX22950" fmla="*/ 3101054 w 3114960"/>
              <a:gd name="connsiteY22950" fmla="*/ 1710881 h 5143785"/>
              <a:gd name="connsiteX22951" fmla="*/ 3101054 w 3114960"/>
              <a:gd name="connsiteY22951" fmla="*/ 1718501 h 5143785"/>
              <a:gd name="connsiteX22952" fmla="*/ 3017330 w 3114960"/>
              <a:gd name="connsiteY22952" fmla="*/ 1721168 h 5143785"/>
              <a:gd name="connsiteX22953" fmla="*/ 2989898 w 3114960"/>
              <a:gd name="connsiteY22953" fmla="*/ 1693259 h 5143785"/>
              <a:gd name="connsiteX22954" fmla="*/ 2762250 w 3114960"/>
              <a:gd name="connsiteY22954" fmla="*/ 1693259 h 5143785"/>
              <a:gd name="connsiteX22955" fmla="*/ 2735771 w 3114960"/>
              <a:gd name="connsiteY22955" fmla="*/ 1653921 h 5143785"/>
              <a:gd name="connsiteX22956" fmla="*/ 2735771 w 3114960"/>
              <a:gd name="connsiteY22956" fmla="*/ 1483805 h 5143785"/>
              <a:gd name="connsiteX22957" fmla="*/ 2761584 w 3114960"/>
              <a:gd name="connsiteY22957" fmla="*/ 1449991 h 5143785"/>
              <a:gd name="connsiteX22958" fmla="*/ 2813495 w 3114960"/>
              <a:gd name="connsiteY22958" fmla="*/ 1450753 h 5143785"/>
              <a:gd name="connsiteX22959" fmla="*/ 2835688 w 3114960"/>
              <a:gd name="connsiteY22959" fmla="*/ 1470279 h 5143785"/>
              <a:gd name="connsiteX22960" fmla="*/ 2871311 w 3114960"/>
              <a:gd name="connsiteY22960" fmla="*/ 1470279 h 5143785"/>
              <a:gd name="connsiteX22961" fmla="*/ 2871311 w 3114960"/>
              <a:gd name="connsiteY22961" fmla="*/ 1485519 h 5143785"/>
              <a:gd name="connsiteX22962" fmla="*/ 2780634 w 3114960"/>
              <a:gd name="connsiteY22962" fmla="*/ 1485519 h 5143785"/>
              <a:gd name="connsiteX22963" fmla="*/ 2759107 w 3114960"/>
              <a:gd name="connsiteY22963" fmla="*/ 1514951 h 5143785"/>
              <a:gd name="connsiteX22964" fmla="*/ 2759107 w 3114960"/>
              <a:gd name="connsiteY22964" fmla="*/ 1626965 h 5143785"/>
              <a:gd name="connsiteX22965" fmla="*/ 2782348 w 3114960"/>
              <a:gd name="connsiteY22965" fmla="*/ 1659160 h 5143785"/>
              <a:gd name="connsiteX22966" fmla="*/ 2973419 w 3114960"/>
              <a:gd name="connsiteY22966" fmla="*/ 1659160 h 5143785"/>
              <a:gd name="connsiteX22967" fmla="*/ 2983706 w 3114960"/>
              <a:gd name="connsiteY22967" fmla="*/ 1666875 h 5143785"/>
              <a:gd name="connsiteX22968" fmla="*/ 2992755 w 3114960"/>
              <a:gd name="connsiteY22968" fmla="*/ 1659160 h 5143785"/>
              <a:gd name="connsiteX22969" fmla="*/ 3029807 w 3114960"/>
              <a:gd name="connsiteY22969" fmla="*/ 1659636 h 5143785"/>
              <a:gd name="connsiteX22970" fmla="*/ 3036856 w 3114960"/>
              <a:gd name="connsiteY22970" fmla="*/ 1670399 h 5143785"/>
              <a:gd name="connsiteX22971" fmla="*/ 3108008 w 3114960"/>
              <a:gd name="connsiteY22971" fmla="*/ 1670399 h 5143785"/>
              <a:gd name="connsiteX22972" fmla="*/ 3108008 w 3114960"/>
              <a:gd name="connsiteY22972" fmla="*/ 1676305 h 5143785"/>
              <a:gd name="connsiteX22973" fmla="*/ 3114770 w 3114960"/>
              <a:gd name="connsiteY22973" fmla="*/ 1686687 h 5143785"/>
              <a:gd name="connsiteX22974" fmla="*/ 3114770 w 3114960"/>
              <a:gd name="connsiteY22974" fmla="*/ 1614583 h 5143785"/>
              <a:gd name="connsiteX22975" fmla="*/ 3108008 w 3114960"/>
              <a:gd name="connsiteY22975" fmla="*/ 1624965 h 5143785"/>
              <a:gd name="connsiteX22976" fmla="*/ 3108008 w 3114960"/>
              <a:gd name="connsiteY22976" fmla="*/ 1631537 h 5143785"/>
              <a:gd name="connsiteX22977" fmla="*/ 3039809 w 3114960"/>
              <a:gd name="connsiteY22977" fmla="*/ 1631537 h 5143785"/>
              <a:gd name="connsiteX22978" fmla="*/ 3032760 w 3114960"/>
              <a:gd name="connsiteY22978" fmla="*/ 1620869 h 5143785"/>
              <a:gd name="connsiteX22979" fmla="*/ 2992565 w 3114960"/>
              <a:gd name="connsiteY22979" fmla="*/ 1620393 h 5143785"/>
              <a:gd name="connsiteX22980" fmla="*/ 2989707 w 3114960"/>
              <a:gd name="connsiteY22980" fmla="*/ 1615631 h 5143785"/>
              <a:gd name="connsiteX22981" fmla="*/ 2983040 w 3114960"/>
              <a:gd name="connsiteY22981" fmla="*/ 1613154 h 5143785"/>
              <a:gd name="connsiteX22982" fmla="*/ 2982373 w 3114960"/>
              <a:gd name="connsiteY22982" fmla="*/ 1613154 h 5143785"/>
              <a:gd name="connsiteX22983" fmla="*/ 2973324 w 3114960"/>
              <a:gd name="connsiteY22983" fmla="*/ 1620869 h 5143785"/>
              <a:gd name="connsiteX22984" fmla="*/ 2806255 w 3114960"/>
              <a:gd name="connsiteY22984" fmla="*/ 1620869 h 5143785"/>
              <a:gd name="connsiteX22985" fmla="*/ 2792730 w 3114960"/>
              <a:gd name="connsiteY22985" fmla="*/ 1602391 h 5143785"/>
              <a:gd name="connsiteX22986" fmla="*/ 2792730 w 3114960"/>
              <a:gd name="connsiteY22986" fmla="*/ 1544955 h 5143785"/>
              <a:gd name="connsiteX22987" fmla="*/ 2807494 w 3114960"/>
              <a:gd name="connsiteY22987" fmla="*/ 1528191 h 5143785"/>
              <a:gd name="connsiteX22988" fmla="*/ 2888647 w 3114960"/>
              <a:gd name="connsiteY22988" fmla="*/ 1528191 h 5143785"/>
              <a:gd name="connsiteX22989" fmla="*/ 2899029 w 3114960"/>
              <a:gd name="connsiteY22989" fmla="*/ 1519809 h 5143785"/>
              <a:gd name="connsiteX22990" fmla="*/ 2899029 w 3114960"/>
              <a:gd name="connsiteY22990" fmla="*/ 1506093 h 5143785"/>
              <a:gd name="connsiteX22991" fmla="*/ 2911793 w 3114960"/>
              <a:gd name="connsiteY22991" fmla="*/ 1506093 h 5143785"/>
              <a:gd name="connsiteX22992" fmla="*/ 2922080 w 3114960"/>
              <a:gd name="connsiteY22992" fmla="*/ 1495806 h 5143785"/>
              <a:gd name="connsiteX22993" fmla="*/ 2922080 w 3114960"/>
              <a:gd name="connsiteY22993" fmla="*/ 1485138 h 5143785"/>
              <a:gd name="connsiteX22994" fmla="*/ 2922365 w 3114960"/>
              <a:gd name="connsiteY22994" fmla="*/ 1485138 h 5143785"/>
              <a:gd name="connsiteX22995" fmla="*/ 2922080 w 3114960"/>
              <a:gd name="connsiteY22995" fmla="*/ 1485519 h 5143785"/>
              <a:gd name="connsiteX22996" fmla="*/ 3047524 w 3114960"/>
              <a:gd name="connsiteY22996" fmla="*/ 1594009 h 5143785"/>
              <a:gd name="connsiteX22997" fmla="*/ 3047524 w 3114960"/>
              <a:gd name="connsiteY22997" fmla="*/ 1595628 h 5143785"/>
              <a:gd name="connsiteX22998" fmla="*/ 3058668 w 3114960"/>
              <a:gd name="connsiteY22998" fmla="*/ 1606772 h 5143785"/>
              <a:gd name="connsiteX22999" fmla="*/ 3090291 w 3114960"/>
              <a:gd name="connsiteY22999" fmla="*/ 1606772 h 5143785"/>
              <a:gd name="connsiteX23000" fmla="*/ 3101435 w 3114960"/>
              <a:gd name="connsiteY23000" fmla="*/ 1595628 h 5143785"/>
              <a:gd name="connsiteX23001" fmla="*/ 3101435 w 3114960"/>
              <a:gd name="connsiteY23001" fmla="*/ 1592580 h 5143785"/>
              <a:gd name="connsiteX23002" fmla="*/ 3090291 w 3114960"/>
              <a:gd name="connsiteY23002" fmla="*/ 1581436 h 5143785"/>
              <a:gd name="connsiteX23003" fmla="*/ 3058668 w 3114960"/>
              <a:gd name="connsiteY23003" fmla="*/ 1581436 h 5143785"/>
              <a:gd name="connsiteX23004" fmla="*/ 3048381 w 3114960"/>
              <a:gd name="connsiteY23004" fmla="*/ 1588484 h 5143785"/>
              <a:gd name="connsiteX23005" fmla="*/ 2943606 w 3114960"/>
              <a:gd name="connsiteY23005" fmla="*/ 1497902 h 5143785"/>
              <a:gd name="connsiteX23006" fmla="*/ 3047048 w 3114960"/>
              <a:gd name="connsiteY23006" fmla="*/ 1556861 h 5143785"/>
              <a:gd name="connsiteX23007" fmla="*/ 3047048 w 3114960"/>
              <a:gd name="connsiteY23007" fmla="*/ 1558385 h 5143785"/>
              <a:gd name="connsiteX23008" fmla="*/ 3058192 w 3114960"/>
              <a:gd name="connsiteY23008" fmla="*/ 1569530 h 5143785"/>
              <a:gd name="connsiteX23009" fmla="*/ 3089815 w 3114960"/>
              <a:gd name="connsiteY23009" fmla="*/ 1569530 h 5143785"/>
              <a:gd name="connsiteX23010" fmla="*/ 3100959 w 3114960"/>
              <a:gd name="connsiteY23010" fmla="*/ 1558385 h 5143785"/>
              <a:gd name="connsiteX23011" fmla="*/ 3100959 w 3114960"/>
              <a:gd name="connsiteY23011" fmla="*/ 1555337 h 5143785"/>
              <a:gd name="connsiteX23012" fmla="*/ 3089815 w 3114960"/>
              <a:gd name="connsiteY23012" fmla="*/ 1544193 h 5143785"/>
              <a:gd name="connsiteX23013" fmla="*/ 3058192 w 3114960"/>
              <a:gd name="connsiteY23013" fmla="*/ 1544193 h 5143785"/>
              <a:gd name="connsiteX23014" fmla="*/ 3047714 w 3114960"/>
              <a:gd name="connsiteY23014" fmla="*/ 1551813 h 5143785"/>
              <a:gd name="connsiteX23015" fmla="*/ 2939701 w 3114960"/>
              <a:gd name="connsiteY23015" fmla="*/ 1490282 h 5143785"/>
              <a:gd name="connsiteX23016" fmla="*/ 3046476 w 3114960"/>
              <a:gd name="connsiteY23016" fmla="*/ 1520762 h 5143785"/>
              <a:gd name="connsiteX23017" fmla="*/ 3046476 w 3114960"/>
              <a:gd name="connsiteY23017" fmla="*/ 1521143 h 5143785"/>
              <a:gd name="connsiteX23018" fmla="*/ 3057620 w 3114960"/>
              <a:gd name="connsiteY23018" fmla="*/ 1532287 h 5143785"/>
              <a:gd name="connsiteX23019" fmla="*/ 3089243 w 3114960"/>
              <a:gd name="connsiteY23019" fmla="*/ 1532287 h 5143785"/>
              <a:gd name="connsiteX23020" fmla="*/ 3100388 w 3114960"/>
              <a:gd name="connsiteY23020" fmla="*/ 1521143 h 5143785"/>
              <a:gd name="connsiteX23021" fmla="*/ 3100388 w 3114960"/>
              <a:gd name="connsiteY23021" fmla="*/ 1518095 h 5143785"/>
              <a:gd name="connsiteX23022" fmla="*/ 3089243 w 3114960"/>
              <a:gd name="connsiteY23022" fmla="*/ 1506950 h 5143785"/>
              <a:gd name="connsiteX23023" fmla="*/ 3057620 w 3114960"/>
              <a:gd name="connsiteY23023" fmla="*/ 1506950 h 5143785"/>
              <a:gd name="connsiteX23024" fmla="*/ 3046857 w 3114960"/>
              <a:gd name="connsiteY23024" fmla="*/ 1515999 h 5143785"/>
              <a:gd name="connsiteX23025" fmla="*/ 2931986 w 3114960"/>
              <a:gd name="connsiteY23025" fmla="*/ 1483138 h 5143785"/>
              <a:gd name="connsiteX23026" fmla="*/ 3046000 w 3114960"/>
              <a:gd name="connsiteY23026" fmla="*/ 1483138 h 5143785"/>
              <a:gd name="connsiteX23027" fmla="*/ 3046000 w 3114960"/>
              <a:gd name="connsiteY23027" fmla="*/ 1483805 h 5143785"/>
              <a:gd name="connsiteX23028" fmla="*/ 3057144 w 3114960"/>
              <a:gd name="connsiteY23028" fmla="*/ 1494949 h 5143785"/>
              <a:gd name="connsiteX23029" fmla="*/ 3088767 w 3114960"/>
              <a:gd name="connsiteY23029" fmla="*/ 1494949 h 5143785"/>
              <a:gd name="connsiteX23030" fmla="*/ 3099911 w 3114960"/>
              <a:gd name="connsiteY23030" fmla="*/ 1483805 h 5143785"/>
              <a:gd name="connsiteX23031" fmla="*/ 3099911 w 3114960"/>
              <a:gd name="connsiteY23031" fmla="*/ 1480757 h 5143785"/>
              <a:gd name="connsiteX23032" fmla="*/ 3088767 w 3114960"/>
              <a:gd name="connsiteY23032" fmla="*/ 1469612 h 5143785"/>
              <a:gd name="connsiteX23033" fmla="*/ 3057144 w 3114960"/>
              <a:gd name="connsiteY23033" fmla="*/ 1469612 h 5143785"/>
              <a:gd name="connsiteX23034" fmla="*/ 3046476 w 3114960"/>
              <a:gd name="connsiteY23034" fmla="*/ 1478375 h 5143785"/>
              <a:gd name="connsiteX23035" fmla="*/ 2942844 w 3114960"/>
              <a:gd name="connsiteY23035" fmla="*/ 1478375 h 5143785"/>
              <a:gd name="connsiteX23036" fmla="*/ 3046000 w 3114960"/>
              <a:gd name="connsiteY23036" fmla="*/ 1448943 h 5143785"/>
              <a:gd name="connsiteX23037" fmla="*/ 3056668 w 3114960"/>
              <a:gd name="connsiteY23037" fmla="*/ 1457706 h 5143785"/>
              <a:gd name="connsiteX23038" fmla="*/ 3088291 w 3114960"/>
              <a:gd name="connsiteY23038" fmla="*/ 1457706 h 5143785"/>
              <a:gd name="connsiteX23039" fmla="*/ 3099435 w 3114960"/>
              <a:gd name="connsiteY23039" fmla="*/ 1446562 h 5143785"/>
              <a:gd name="connsiteX23040" fmla="*/ 3099435 w 3114960"/>
              <a:gd name="connsiteY23040" fmla="*/ 1443514 h 5143785"/>
              <a:gd name="connsiteX23041" fmla="*/ 3088291 w 3114960"/>
              <a:gd name="connsiteY23041" fmla="*/ 1432370 h 5143785"/>
              <a:gd name="connsiteX23042" fmla="*/ 3056668 w 3114960"/>
              <a:gd name="connsiteY23042" fmla="*/ 1432370 h 5143785"/>
              <a:gd name="connsiteX23043" fmla="*/ 3045524 w 3114960"/>
              <a:gd name="connsiteY23043" fmla="*/ 1443514 h 5143785"/>
              <a:gd name="connsiteX23044" fmla="*/ 3045524 w 3114960"/>
              <a:gd name="connsiteY23044" fmla="*/ 1444181 h 5143785"/>
              <a:gd name="connsiteX23045" fmla="*/ 2938748 w 3114960"/>
              <a:gd name="connsiteY23045" fmla="*/ 1474661 h 5143785"/>
              <a:gd name="connsiteX23046" fmla="*/ 3045809 w 3114960"/>
              <a:gd name="connsiteY23046" fmla="*/ 1413605 h 5143785"/>
              <a:gd name="connsiteX23047" fmla="*/ 3056096 w 3114960"/>
              <a:gd name="connsiteY23047" fmla="*/ 1420463 h 5143785"/>
              <a:gd name="connsiteX23048" fmla="*/ 3087719 w 3114960"/>
              <a:gd name="connsiteY23048" fmla="*/ 1420463 h 5143785"/>
              <a:gd name="connsiteX23049" fmla="*/ 3098863 w 3114960"/>
              <a:gd name="connsiteY23049" fmla="*/ 1409319 h 5143785"/>
              <a:gd name="connsiteX23050" fmla="*/ 3098863 w 3114960"/>
              <a:gd name="connsiteY23050" fmla="*/ 1406271 h 5143785"/>
              <a:gd name="connsiteX23051" fmla="*/ 3087719 w 3114960"/>
              <a:gd name="connsiteY23051" fmla="*/ 1395127 h 5143785"/>
              <a:gd name="connsiteX23052" fmla="*/ 3056096 w 3114960"/>
              <a:gd name="connsiteY23052" fmla="*/ 1395127 h 5143785"/>
              <a:gd name="connsiteX23053" fmla="*/ 3044952 w 3114960"/>
              <a:gd name="connsiteY23053" fmla="*/ 1406271 h 5143785"/>
              <a:gd name="connsiteX23054" fmla="*/ 3044952 w 3114960"/>
              <a:gd name="connsiteY23054" fmla="*/ 1408652 h 5143785"/>
              <a:gd name="connsiteX23055" fmla="*/ 2940368 w 3114960"/>
              <a:gd name="connsiteY23055" fmla="*/ 1468279 h 5143785"/>
              <a:gd name="connsiteX23056" fmla="*/ 3045809 w 3114960"/>
              <a:gd name="connsiteY23056" fmla="*/ 1377125 h 5143785"/>
              <a:gd name="connsiteX23057" fmla="*/ 3055620 w 3114960"/>
              <a:gd name="connsiteY23057" fmla="*/ 1383221 h 5143785"/>
              <a:gd name="connsiteX23058" fmla="*/ 3087243 w 3114960"/>
              <a:gd name="connsiteY23058" fmla="*/ 1383221 h 5143785"/>
              <a:gd name="connsiteX23059" fmla="*/ 3098387 w 3114960"/>
              <a:gd name="connsiteY23059" fmla="*/ 1372076 h 5143785"/>
              <a:gd name="connsiteX23060" fmla="*/ 3098387 w 3114960"/>
              <a:gd name="connsiteY23060" fmla="*/ 1369028 h 5143785"/>
              <a:gd name="connsiteX23061" fmla="*/ 3087243 w 3114960"/>
              <a:gd name="connsiteY23061" fmla="*/ 1357884 h 5143785"/>
              <a:gd name="connsiteX23062" fmla="*/ 3055620 w 3114960"/>
              <a:gd name="connsiteY23062" fmla="*/ 1357884 h 5143785"/>
              <a:gd name="connsiteX23063" fmla="*/ 3044476 w 3114960"/>
              <a:gd name="connsiteY23063" fmla="*/ 1369028 h 5143785"/>
              <a:gd name="connsiteX23064" fmla="*/ 3044476 w 3114960"/>
              <a:gd name="connsiteY23064" fmla="*/ 1372076 h 5143785"/>
              <a:gd name="connsiteX23065" fmla="*/ 2922080 w 3114960"/>
              <a:gd name="connsiteY23065" fmla="*/ 1477899 h 5143785"/>
              <a:gd name="connsiteX23066" fmla="*/ 2922080 w 3114960"/>
              <a:gd name="connsiteY23066" fmla="*/ 1465802 h 5143785"/>
              <a:gd name="connsiteX23067" fmla="*/ 2911793 w 3114960"/>
              <a:gd name="connsiteY23067" fmla="*/ 1455515 h 5143785"/>
              <a:gd name="connsiteX23068" fmla="*/ 2983421 w 3114960"/>
              <a:gd name="connsiteY23068" fmla="*/ 1662398 h 5143785"/>
              <a:gd name="connsiteX23069" fmla="*/ 2979515 w 3114960"/>
              <a:gd name="connsiteY23069" fmla="*/ 1661065 h 5143785"/>
              <a:gd name="connsiteX23070" fmla="*/ 2977705 w 3114960"/>
              <a:gd name="connsiteY23070" fmla="*/ 1657541 h 5143785"/>
              <a:gd name="connsiteX23071" fmla="*/ 2977705 w 3114960"/>
              <a:gd name="connsiteY23071" fmla="*/ 1657064 h 5143785"/>
              <a:gd name="connsiteX23072" fmla="*/ 2982659 w 3114960"/>
              <a:gd name="connsiteY23072" fmla="*/ 1651730 h 5143785"/>
              <a:gd name="connsiteX23073" fmla="*/ 2988374 w 3114960"/>
              <a:gd name="connsiteY23073" fmla="*/ 1656683 h 5143785"/>
              <a:gd name="connsiteX23074" fmla="*/ 2983421 w 3114960"/>
              <a:gd name="connsiteY23074" fmla="*/ 1662398 h 5143785"/>
              <a:gd name="connsiteX23075" fmla="*/ 2977801 w 3114960"/>
              <a:gd name="connsiteY23075" fmla="*/ 1623536 h 5143785"/>
              <a:gd name="connsiteX23076" fmla="*/ 2979039 w 3114960"/>
              <a:gd name="connsiteY23076" fmla="*/ 1620012 h 5143785"/>
              <a:gd name="connsiteX23077" fmla="*/ 2982754 w 3114960"/>
              <a:gd name="connsiteY23077" fmla="*/ 1618202 h 5143785"/>
              <a:gd name="connsiteX23078" fmla="*/ 2986659 w 3114960"/>
              <a:gd name="connsiteY23078" fmla="*/ 1619536 h 5143785"/>
              <a:gd name="connsiteX23079" fmla="*/ 2988469 w 3114960"/>
              <a:gd name="connsiteY23079" fmla="*/ 1623251 h 5143785"/>
              <a:gd name="connsiteX23080" fmla="*/ 2987135 w 3114960"/>
              <a:gd name="connsiteY23080" fmla="*/ 1627156 h 5143785"/>
              <a:gd name="connsiteX23081" fmla="*/ 2983421 w 3114960"/>
              <a:gd name="connsiteY23081" fmla="*/ 1628966 h 5143785"/>
              <a:gd name="connsiteX23082" fmla="*/ 2983040 w 3114960"/>
              <a:gd name="connsiteY23082" fmla="*/ 1628966 h 5143785"/>
              <a:gd name="connsiteX23083" fmla="*/ 2979515 w 3114960"/>
              <a:gd name="connsiteY23083" fmla="*/ 1627632 h 5143785"/>
              <a:gd name="connsiteX23084" fmla="*/ 2977705 w 3114960"/>
              <a:gd name="connsiteY23084" fmla="*/ 1624108 h 5143785"/>
              <a:gd name="connsiteX23085" fmla="*/ 2977705 w 3114960"/>
              <a:gd name="connsiteY23085" fmla="*/ 1623536 h 5143785"/>
              <a:gd name="connsiteX23086" fmla="*/ 2894457 w 3114960"/>
              <a:gd name="connsiteY23086" fmla="*/ 1517809 h 5143785"/>
              <a:gd name="connsiteX23087" fmla="*/ 2887218 w 3114960"/>
              <a:gd name="connsiteY23087" fmla="*/ 1523714 h 5143785"/>
              <a:gd name="connsiteX23088" fmla="*/ 2805589 w 3114960"/>
              <a:gd name="connsiteY23088" fmla="*/ 1523714 h 5143785"/>
              <a:gd name="connsiteX23089" fmla="*/ 2788253 w 3114960"/>
              <a:gd name="connsiteY23089" fmla="*/ 1543431 h 5143785"/>
              <a:gd name="connsiteX23090" fmla="*/ 2788253 w 3114960"/>
              <a:gd name="connsiteY23090" fmla="*/ 1604201 h 5143785"/>
              <a:gd name="connsiteX23091" fmla="*/ 2804065 w 3114960"/>
              <a:gd name="connsiteY23091" fmla="*/ 1625822 h 5143785"/>
              <a:gd name="connsiteX23092" fmla="*/ 2973610 w 3114960"/>
              <a:gd name="connsiteY23092" fmla="*/ 1625822 h 5143785"/>
              <a:gd name="connsiteX23093" fmla="*/ 2976563 w 3114960"/>
              <a:gd name="connsiteY23093" fmla="*/ 1631061 h 5143785"/>
              <a:gd name="connsiteX23094" fmla="*/ 2983897 w 3114960"/>
              <a:gd name="connsiteY23094" fmla="*/ 1633538 h 5143785"/>
              <a:gd name="connsiteX23095" fmla="*/ 2990850 w 3114960"/>
              <a:gd name="connsiteY23095" fmla="*/ 1630109 h 5143785"/>
              <a:gd name="connsiteX23096" fmla="*/ 2993041 w 3114960"/>
              <a:gd name="connsiteY23096" fmla="*/ 1625346 h 5143785"/>
              <a:gd name="connsiteX23097" fmla="*/ 3030379 w 3114960"/>
              <a:gd name="connsiteY23097" fmla="*/ 1625822 h 5143785"/>
              <a:gd name="connsiteX23098" fmla="*/ 3037427 w 3114960"/>
              <a:gd name="connsiteY23098" fmla="*/ 1636586 h 5143785"/>
              <a:gd name="connsiteX23099" fmla="*/ 3108198 w 3114960"/>
              <a:gd name="connsiteY23099" fmla="*/ 1636586 h 5143785"/>
              <a:gd name="connsiteX23100" fmla="*/ 3108198 w 3114960"/>
              <a:gd name="connsiteY23100" fmla="*/ 1665923 h 5143785"/>
              <a:gd name="connsiteX23101" fmla="*/ 3039618 w 3114960"/>
              <a:gd name="connsiteY23101" fmla="*/ 1665923 h 5143785"/>
              <a:gd name="connsiteX23102" fmla="*/ 3032570 w 3114960"/>
              <a:gd name="connsiteY23102" fmla="*/ 1655255 h 5143785"/>
              <a:gd name="connsiteX23103" fmla="*/ 2992850 w 3114960"/>
              <a:gd name="connsiteY23103" fmla="*/ 1654778 h 5143785"/>
              <a:gd name="connsiteX23104" fmla="*/ 2989898 w 3114960"/>
              <a:gd name="connsiteY23104" fmla="*/ 1649540 h 5143785"/>
              <a:gd name="connsiteX23105" fmla="*/ 2983230 w 3114960"/>
              <a:gd name="connsiteY23105" fmla="*/ 1647063 h 5143785"/>
              <a:gd name="connsiteX23106" fmla="*/ 2982563 w 3114960"/>
              <a:gd name="connsiteY23106" fmla="*/ 1647063 h 5143785"/>
              <a:gd name="connsiteX23107" fmla="*/ 2973515 w 3114960"/>
              <a:gd name="connsiteY23107" fmla="*/ 1654778 h 5143785"/>
              <a:gd name="connsiteX23108" fmla="*/ 2784920 w 3114960"/>
              <a:gd name="connsiteY23108" fmla="*/ 1654778 h 5143785"/>
              <a:gd name="connsiteX23109" fmla="*/ 2764060 w 3114960"/>
              <a:gd name="connsiteY23109" fmla="*/ 1625822 h 5143785"/>
              <a:gd name="connsiteX23110" fmla="*/ 2764060 w 3114960"/>
              <a:gd name="connsiteY23110" fmla="*/ 1516856 h 5143785"/>
              <a:gd name="connsiteX23111" fmla="*/ 2783205 w 3114960"/>
              <a:gd name="connsiteY23111" fmla="*/ 1490567 h 5143785"/>
              <a:gd name="connsiteX23112" fmla="*/ 2871502 w 3114960"/>
              <a:gd name="connsiteY23112" fmla="*/ 1490567 h 5143785"/>
              <a:gd name="connsiteX23113" fmla="*/ 2871502 w 3114960"/>
              <a:gd name="connsiteY23113" fmla="*/ 1496092 h 5143785"/>
              <a:gd name="connsiteX23114" fmla="*/ 2881789 w 3114960"/>
              <a:gd name="connsiteY23114" fmla="*/ 1506379 h 5143785"/>
              <a:gd name="connsiteX23115" fmla="*/ 2894552 w 3114960"/>
              <a:gd name="connsiteY23115" fmla="*/ 1506379 h 5143785"/>
              <a:gd name="connsiteX23116" fmla="*/ 2894552 w 3114960"/>
              <a:gd name="connsiteY23116" fmla="*/ 1517809 h 5143785"/>
              <a:gd name="connsiteX23117" fmla="*/ 2917508 w 3114960"/>
              <a:gd name="connsiteY23117" fmla="*/ 1496092 h 5143785"/>
              <a:gd name="connsiteX23118" fmla="*/ 2911983 w 3114960"/>
              <a:gd name="connsiteY23118" fmla="*/ 1501616 h 5143785"/>
              <a:gd name="connsiteX23119" fmla="*/ 2881694 w 3114960"/>
              <a:gd name="connsiteY23119" fmla="*/ 1501616 h 5143785"/>
              <a:gd name="connsiteX23120" fmla="*/ 2876169 w 3114960"/>
              <a:gd name="connsiteY23120" fmla="*/ 1496092 h 5143785"/>
              <a:gd name="connsiteX23121" fmla="*/ 2876169 w 3114960"/>
              <a:gd name="connsiteY23121" fmla="*/ 1465802 h 5143785"/>
              <a:gd name="connsiteX23122" fmla="*/ 2881694 w 3114960"/>
              <a:gd name="connsiteY23122" fmla="*/ 1460278 h 5143785"/>
              <a:gd name="connsiteX23123" fmla="*/ 2911983 w 3114960"/>
              <a:gd name="connsiteY23123" fmla="*/ 1460278 h 5143785"/>
              <a:gd name="connsiteX23124" fmla="*/ 2917508 w 3114960"/>
              <a:gd name="connsiteY23124" fmla="*/ 1465802 h 5143785"/>
              <a:gd name="connsiteX23125" fmla="*/ 2917508 w 3114960"/>
              <a:gd name="connsiteY23125" fmla="*/ 1496092 h 5143785"/>
              <a:gd name="connsiteX23126" fmla="*/ 3054858 w 3114960"/>
              <a:gd name="connsiteY23126" fmla="*/ 1592771 h 5143785"/>
              <a:gd name="connsiteX23127" fmla="*/ 3058859 w 3114960"/>
              <a:gd name="connsiteY23127" fmla="*/ 1588770 h 5143785"/>
              <a:gd name="connsiteX23128" fmla="*/ 3090482 w 3114960"/>
              <a:gd name="connsiteY23128" fmla="*/ 1588770 h 5143785"/>
              <a:gd name="connsiteX23129" fmla="*/ 3094482 w 3114960"/>
              <a:gd name="connsiteY23129" fmla="*/ 1592771 h 5143785"/>
              <a:gd name="connsiteX23130" fmla="*/ 3094482 w 3114960"/>
              <a:gd name="connsiteY23130" fmla="*/ 1595819 h 5143785"/>
              <a:gd name="connsiteX23131" fmla="*/ 3090482 w 3114960"/>
              <a:gd name="connsiteY23131" fmla="*/ 1599819 h 5143785"/>
              <a:gd name="connsiteX23132" fmla="*/ 3058859 w 3114960"/>
              <a:gd name="connsiteY23132" fmla="*/ 1599819 h 5143785"/>
              <a:gd name="connsiteX23133" fmla="*/ 3054858 w 3114960"/>
              <a:gd name="connsiteY23133" fmla="*/ 1595819 h 5143785"/>
              <a:gd name="connsiteX23134" fmla="*/ 3054858 w 3114960"/>
              <a:gd name="connsiteY23134" fmla="*/ 1592771 h 5143785"/>
              <a:gd name="connsiteX23135" fmla="*/ 3054382 w 3114960"/>
              <a:gd name="connsiteY23135" fmla="*/ 1555528 h 5143785"/>
              <a:gd name="connsiteX23136" fmla="*/ 3058382 w 3114960"/>
              <a:gd name="connsiteY23136" fmla="*/ 1551527 h 5143785"/>
              <a:gd name="connsiteX23137" fmla="*/ 3090005 w 3114960"/>
              <a:gd name="connsiteY23137" fmla="*/ 1551527 h 5143785"/>
              <a:gd name="connsiteX23138" fmla="*/ 3094006 w 3114960"/>
              <a:gd name="connsiteY23138" fmla="*/ 1555528 h 5143785"/>
              <a:gd name="connsiteX23139" fmla="*/ 3094006 w 3114960"/>
              <a:gd name="connsiteY23139" fmla="*/ 1558576 h 5143785"/>
              <a:gd name="connsiteX23140" fmla="*/ 3090005 w 3114960"/>
              <a:gd name="connsiteY23140" fmla="*/ 1562576 h 5143785"/>
              <a:gd name="connsiteX23141" fmla="*/ 3058382 w 3114960"/>
              <a:gd name="connsiteY23141" fmla="*/ 1562576 h 5143785"/>
              <a:gd name="connsiteX23142" fmla="*/ 3054382 w 3114960"/>
              <a:gd name="connsiteY23142" fmla="*/ 1558576 h 5143785"/>
              <a:gd name="connsiteX23143" fmla="*/ 3054382 w 3114960"/>
              <a:gd name="connsiteY23143" fmla="*/ 1555528 h 5143785"/>
              <a:gd name="connsiteX23144" fmla="*/ 3053810 w 3114960"/>
              <a:gd name="connsiteY23144" fmla="*/ 1518190 h 5143785"/>
              <a:gd name="connsiteX23145" fmla="*/ 3057811 w 3114960"/>
              <a:gd name="connsiteY23145" fmla="*/ 1514189 h 5143785"/>
              <a:gd name="connsiteX23146" fmla="*/ 3089434 w 3114960"/>
              <a:gd name="connsiteY23146" fmla="*/ 1514189 h 5143785"/>
              <a:gd name="connsiteX23147" fmla="*/ 3093434 w 3114960"/>
              <a:gd name="connsiteY23147" fmla="*/ 1518190 h 5143785"/>
              <a:gd name="connsiteX23148" fmla="*/ 3093434 w 3114960"/>
              <a:gd name="connsiteY23148" fmla="*/ 1521238 h 5143785"/>
              <a:gd name="connsiteX23149" fmla="*/ 3089434 w 3114960"/>
              <a:gd name="connsiteY23149" fmla="*/ 1525238 h 5143785"/>
              <a:gd name="connsiteX23150" fmla="*/ 3057811 w 3114960"/>
              <a:gd name="connsiteY23150" fmla="*/ 1525238 h 5143785"/>
              <a:gd name="connsiteX23151" fmla="*/ 3053810 w 3114960"/>
              <a:gd name="connsiteY23151" fmla="*/ 1521238 h 5143785"/>
              <a:gd name="connsiteX23152" fmla="*/ 3053810 w 3114960"/>
              <a:gd name="connsiteY23152" fmla="*/ 1518190 h 5143785"/>
              <a:gd name="connsiteX23153" fmla="*/ 3053334 w 3114960"/>
              <a:gd name="connsiteY23153" fmla="*/ 1480947 h 5143785"/>
              <a:gd name="connsiteX23154" fmla="*/ 3057335 w 3114960"/>
              <a:gd name="connsiteY23154" fmla="*/ 1476947 h 5143785"/>
              <a:gd name="connsiteX23155" fmla="*/ 3088958 w 3114960"/>
              <a:gd name="connsiteY23155" fmla="*/ 1476947 h 5143785"/>
              <a:gd name="connsiteX23156" fmla="*/ 3092958 w 3114960"/>
              <a:gd name="connsiteY23156" fmla="*/ 1480947 h 5143785"/>
              <a:gd name="connsiteX23157" fmla="*/ 3092958 w 3114960"/>
              <a:gd name="connsiteY23157" fmla="*/ 1483995 h 5143785"/>
              <a:gd name="connsiteX23158" fmla="*/ 3088958 w 3114960"/>
              <a:gd name="connsiteY23158" fmla="*/ 1487996 h 5143785"/>
              <a:gd name="connsiteX23159" fmla="*/ 3057335 w 3114960"/>
              <a:gd name="connsiteY23159" fmla="*/ 1487996 h 5143785"/>
              <a:gd name="connsiteX23160" fmla="*/ 3053334 w 3114960"/>
              <a:gd name="connsiteY23160" fmla="*/ 1483995 h 5143785"/>
              <a:gd name="connsiteX23161" fmla="*/ 3053334 w 3114960"/>
              <a:gd name="connsiteY23161" fmla="*/ 1480947 h 5143785"/>
              <a:gd name="connsiteX23162" fmla="*/ 3052858 w 3114960"/>
              <a:gd name="connsiteY23162" fmla="*/ 1443609 h 5143785"/>
              <a:gd name="connsiteX23163" fmla="*/ 3056859 w 3114960"/>
              <a:gd name="connsiteY23163" fmla="*/ 1439609 h 5143785"/>
              <a:gd name="connsiteX23164" fmla="*/ 3088481 w 3114960"/>
              <a:gd name="connsiteY23164" fmla="*/ 1439609 h 5143785"/>
              <a:gd name="connsiteX23165" fmla="*/ 3092482 w 3114960"/>
              <a:gd name="connsiteY23165" fmla="*/ 1443609 h 5143785"/>
              <a:gd name="connsiteX23166" fmla="*/ 3092482 w 3114960"/>
              <a:gd name="connsiteY23166" fmla="*/ 1446657 h 5143785"/>
              <a:gd name="connsiteX23167" fmla="*/ 3088481 w 3114960"/>
              <a:gd name="connsiteY23167" fmla="*/ 1450657 h 5143785"/>
              <a:gd name="connsiteX23168" fmla="*/ 3056859 w 3114960"/>
              <a:gd name="connsiteY23168" fmla="*/ 1450657 h 5143785"/>
              <a:gd name="connsiteX23169" fmla="*/ 3052858 w 3114960"/>
              <a:gd name="connsiteY23169" fmla="*/ 1446657 h 5143785"/>
              <a:gd name="connsiteX23170" fmla="*/ 3052858 w 3114960"/>
              <a:gd name="connsiteY23170" fmla="*/ 1443609 h 5143785"/>
              <a:gd name="connsiteX23171" fmla="*/ 3052286 w 3114960"/>
              <a:gd name="connsiteY23171" fmla="*/ 1406366 h 5143785"/>
              <a:gd name="connsiteX23172" fmla="*/ 3056287 w 3114960"/>
              <a:gd name="connsiteY23172" fmla="*/ 1402366 h 5143785"/>
              <a:gd name="connsiteX23173" fmla="*/ 3087910 w 3114960"/>
              <a:gd name="connsiteY23173" fmla="*/ 1402366 h 5143785"/>
              <a:gd name="connsiteX23174" fmla="*/ 3091910 w 3114960"/>
              <a:gd name="connsiteY23174" fmla="*/ 1406366 h 5143785"/>
              <a:gd name="connsiteX23175" fmla="*/ 3091910 w 3114960"/>
              <a:gd name="connsiteY23175" fmla="*/ 1409414 h 5143785"/>
              <a:gd name="connsiteX23176" fmla="*/ 3087910 w 3114960"/>
              <a:gd name="connsiteY23176" fmla="*/ 1413415 h 5143785"/>
              <a:gd name="connsiteX23177" fmla="*/ 3056287 w 3114960"/>
              <a:gd name="connsiteY23177" fmla="*/ 1413415 h 5143785"/>
              <a:gd name="connsiteX23178" fmla="*/ 3052286 w 3114960"/>
              <a:gd name="connsiteY23178" fmla="*/ 1409414 h 5143785"/>
              <a:gd name="connsiteX23179" fmla="*/ 3052286 w 3114960"/>
              <a:gd name="connsiteY23179" fmla="*/ 1406366 h 5143785"/>
              <a:gd name="connsiteX23180" fmla="*/ 3051810 w 3114960"/>
              <a:gd name="connsiteY23180" fmla="*/ 1369028 h 5143785"/>
              <a:gd name="connsiteX23181" fmla="*/ 3055811 w 3114960"/>
              <a:gd name="connsiteY23181" fmla="*/ 1365028 h 5143785"/>
              <a:gd name="connsiteX23182" fmla="*/ 3087434 w 3114960"/>
              <a:gd name="connsiteY23182" fmla="*/ 1365028 h 5143785"/>
              <a:gd name="connsiteX23183" fmla="*/ 3091434 w 3114960"/>
              <a:gd name="connsiteY23183" fmla="*/ 1369028 h 5143785"/>
              <a:gd name="connsiteX23184" fmla="*/ 3091434 w 3114960"/>
              <a:gd name="connsiteY23184" fmla="*/ 1372076 h 5143785"/>
              <a:gd name="connsiteX23185" fmla="*/ 3087434 w 3114960"/>
              <a:gd name="connsiteY23185" fmla="*/ 1376077 h 5143785"/>
              <a:gd name="connsiteX23186" fmla="*/ 3055811 w 3114960"/>
              <a:gd name="connsiteY23186" fmla="*/ 1376077 h 5143785"/>
              <a:gd name="connsiteX23187" fmla="*/ 3051810 w 3114960"/>
              <a:gd name="connsiteY23187" fmla="*/ 1372076 h 5143785"/>
              <a:gd name="connsiteX23188" fmla="*/ 3051810 w 3114960"/>
              <a:gd name="connsiteY23188" fmla="*/ 1369028 h 5143785"/>
              <a:gd name="connsiteX23189" fmla="*/ 2249996 w 3114960"/>
              <a:gd name="connsiteY23189" fmla="*/ 2829497 h 5143785"/>
              <a:gd name="connsiteX23190" fmla="*/ 2261235 w 3114960"/>
              <a:gd name="connsiteY23190" fmla="*/ 2818257 h 5143785"/>
              <a:gd name="connsiteX23191" fmla="*/ 2249996 w 3114960"/>
              <a:gd name="connsiteY23191" fmla="*/ 2807018 h 5143785"/>
              <a:gd name="connsiteX23192" fmla="*/ 2242852 w 3114960"/>
              <a:gd name="connsiteY23192" fmla="*/ 2809780 h 5143785"/>
              <a:gd name="connsiteX23193" fmla="*/ 2107025 w 3114960"/>
              <a:gd name="connsiteY23193" fmla="*/ 2686050 h 5143785"/>
              <a:gd name="connsiteX23194" fmla="*/ 2107025 w 3114960"/>
              <a:gd name="connsiteY23194" fmla="*/ 2667762 h 5143785"/>
              <a:gd name="connsiteX23195" fmla="*/ 2103120 w 3114960"/>
              <a:gd name="connsiteY23195" fmla="*/ 2663857 h 5143785"/>
              <a:gd name="connsiteX23196" fmla="*/ 2084737 w 3114960"/>
              <a:gd name="connsiteY23196" fmla="*/ 2663857 h 5143785"/>
              <a:gd name="connsiteX23197" fmla="*/ 2081784 w 3114960"/>
              <a:gd name="connsiteY23197" fmla="*/ 2665381 h 5143785"/>
              <a:gd name="connsiteX23198" fmla="*/ 1993964 w 3114960"/>
              <a:gd name="connsiteY23198" fmla="*/ 2665381 h 5143785"/>
              <a:gd name="connsiteX23199" fmla="*/ 1972913 w 3114960"/>
              <a:gd name="connsiteY23199" fmla="*/ 2640711 h 5143785"/>
              <a:gd name="connsiteX23200" fmla="*/ 1959578 w 3114960"/>
              <a:gd name="connsiteY23200" fmla="*/ 2640711 h 5143785"/>
              <a:gd name="connsiteX23201" fmla="*/ 1939290 w 3114960"/>
              <a:gd name="connsiteY23201" fmla="*/ 2665381 h 5143785"/>
              <a:gd name="connsiteX23202" fmla="*/ 1854613 w 3114960"/>
              <a:gd name="connsiteY23202" fmla="*/ 2665381 h 5143785"/>
              <a:gd name="connsiteX23203" fmla="*/ 1854137 w 3114960"/>
              <a:gd name="connsiteY23203" fmla="*/ 2663857 h 5143785"/>
              <a:gd name="connsiteX23204" fmla="*/ 1842992 w 3114960"/>
              <a:gd name="connsiteY23204" fmla="*/ 2660523 h 5143785"/>
              <a:gd name="connsiteX23205" fmla="*/ 1838992 w 3114960"/>
              <a:gd name="connsiteY23205" fmla="*/ 2665381 h 5143785"/>
              <a:gd name="connsiteX23206" fmla="*/ 1773460 w 3114960"/>
              <a:gd name="connsiteY23206" fmla="*/ 2665381 h 5143785"/>
              <a:gd name="connsiteX23207" fmla="*/ 1760696 w 3114960"/>
              <a:gd name="connsiteY23207" fmla="*/ 2677287 h 5143785"/>
              <a:gd name="connsiteX23208" fmla="*/ 1700022 w 3114960"/>
              <a:gd name="connsiteY23208" fmla="*/ 2677287 h 5143785"/>
              <a:gd name="connsiteX23209" fmla="*/ 1700022 w 3114960"/>
              <a:gd name="connsiteY23209" fmla="*/ 2677097 h 5143785"/>
              <a:gd name="connsiteX23210" fmla="*/ 1695260 w 3114960"/>
              <a:gd name="connsiteY23210" fmla="*/ 2671763 h 5143785"/>
              <a:gd name="connsiteX23211" fmla="*/ 1676114 w 3114960"/>
              <a:gd name="connsiteY23211" fmla="*/ 2671763 h 5143785"/>
              <a:gd name="connsiteX23212" fmla="*/ 1671352 w 3114960"/>
              <a:gd name="connsiteY23212" fmla="*/ 2677097 h 5143785"/>
              <a:gd name="connsiteX23213" fmla="*/ 1671352 w 3114960"/>
              <a:gd name="connsiteY23213" fmla="*/ 2678430 h 5143785"/>
              <a:gd name="connsiteX23214" fmla="*/ 1645634 w 3114960"/>
              <a:gd name="connsiteY23214" fmla="*/ 2678430 h 5143785"/>
              <a:gd name="connsiteX23215" fmla="*/ 1635538 w 3114960"/>
              <a:gd name="connsiteY23215" fmla="*/ 2670238 h 5143785"/>
              <a:gd name="connsiteX23216" fmla="*/ 1635538 w 3114960"/>
              <a:gd name="connsiteY23216" fmla="*/ 2618899 h 5143785"/>
              <a:gd name="connsiteX23217" fmla="*/ 1697069 w 3114960"/>
              <a:gd name="connsiteY23217" fmla="*/ 2618899 h 5143785"/>
              <a:gd name="connsiteX23218" fmla="*/ 1697069 w 3114960"/>
              <a:gd name="connsiteY23218" fmla="*/ 2636996 h 5143785"/>
              <a:gd name="connsiteX23219" fmla="*/ 1704689 w 3114960"/>
              <a:gd name="connsiteY23219" fmla="*/ 2645093 h 5143785"/>
              <a:gd name="connsiteX23220" fmla="*/ 1722215 w 3114960"/>
              <a:gd name="connsiteY23220" fmla="*/ 2645093 h 5143785"/>
              <a:gd name="connsiteX23221" fmla="*/ 1722215 w 3114960"/>
              <a:gd name="connsiteY23221" fmla="*/ 2653284 h 5143785"/>
              <a:gd name="connsiteX23222" fmla="*/ 1726121 w 3114960"/>
              <a:gd name="connsiteY23222" fmla="*/ 2657189 h 5143785"/>
              <a:gd name="connsiteX23223" fmla="*/ 1744504 w 3114960"/>
              <a:gd name="connsiteY23223" fmla="*/ 2657189 h 5143785"/>
              <a:gd name="connsiteX23224" fmla="*/ 1748409 w 3114960"/>
              <a:gd name="connsiteY23224" fmla="*/ 2653284 h 5143785"/>
              <a:gd name="connsiteX23225" fmla="*/ 1748409 w 3114960"/>
              <a:gd name="connsiteY23225" fmla="*/ 2646426 h 5143785"/>
              <a:gd name="connsiteX23226" fmla="*/ 1824323 w 3114960"/>
              <a:gd name="connsiteY23226" fmla="*/ 2646426 h 5143785"/>
              <a:gd name="connsiteX23227" fmla="*/ 1837468 w 3114960"/>
              <a:gd name="connsiteY23227" fmla="*/ 2634710 h 5143785"/>
              <a:gd name="connsiteX23228" fmla="*/ 1868234 w 3114960"/>
              <a:gd name="connsiteY23228" fmla="*/ 2634710 h 5143785"/>
              <a:gd name="connsiteX23229" fmla="*/ 1868234 w 3114960"/>
              <a:gd name="connsiteY23229" fmla="*/ 2635663 h 5143785"/>
              <a:gd name="connsiteX23230" fmla="*/ 1873282 w 3114960"/>
              <a:gd name="connsiteY23230" fmla="*/ 2640711 h 5143785"/>
              <a:gd name="connsiteX23231" fmla="*/ 1880045 w 3114960"/>
              <a:gd name="connsiteY23231" fmla="*/ 2640711 h 5143785"/>
              <a:gd name="connsiteX23232" fmla="*/ 1885093 w 3114960"/>
              <a:gd name="connsiteY23232" fmla="*/ 2635663 h 5143785"/>
              <a:gd name="connsiteX23233" fmla="*/ 1885093 w 3114960"/>
              <a:gd name="connsiteY23233" fmla="*/ 2634710 h 5143785"/>
              <a:gd name="connsiteX23234" fmla="*/ 1941576 w 3114960"/>
              <a:gd name="connsiteY23234" fmla="*/ 2634710 h 5143785"/>
              <a:gd name="connsiteX23235" fmla="*/ 1961864 w 3114960"/>
              <a:gd name="connsiteY23235" fmla="*/ 2609850 h 5143785"/>
              <a:gd name="connsiteX23236" fmla="*/ 1970818 w 3114960"/>
              <a:gd name="connsiteY23236" fmla="*/ 2609850 h 5143785"/>
              <a:gd name="connsiteX23237" fmla="*/ 1991868 w 3114960"/>
              <a:gd name="connsiteY23237" fmla="*/ 2634425 h 5143785"/>
              <a:gd name="connsiteX23238" fmla="*/ 2034921 w 3114960"/>
              <a:gd name="connsiteY23238" fmla="*/ 2634615 h 5143785"/>
              <a:gd name="connsiteX23239" fmla="*/ 2034921 w 3114960"/>
              <a:gd name="connsiteY23239" fmla="*/ 2635568 h 5143785"/>
              <a:gd name="connsiteX23240" fmla="*/ 2039969 w 3114960"/>
              <a:gd name="connsiteY23240" fmla="*/ 2640616 h 5143785"/>
              <a:gd name="connsiteX23241" fmla="*/ 2046732 w 3114960"/>
              <a:gd name="connsiteY23241" fmla="*/ 2640616 h 5143785"/>
              <a:gd name="connsiteX23242" fmla="*/ 2051780 w 3114960"/>
              <a:gd name="connsiteY23242" fmla="*/ 2635568 h 5143785"/>
              <a:gd name="connsiteX23243" fmla="*/ 2051780 w 3114960"/>
              <a:gd name="connsiteY23243" fmla="*/ 2628805 h 5143785"/>
              <a:gd name="connsiteX23244" fmla="*/ 2046732 w 3114960"/>
              <a:gd name="connsiteY23244" fmla="*/ 2623757 h 5143785"/>
              <a:gd name="connsiteX23245" fmla="*/ 2039969 w 3114960"/>
              <a:gd name="connsiteY23245" fmla="*/ 2623757 h 5143785"/>
              <a:gd name="connsiteX23246" fmla="*/ 2034921 w 3114960"/>
              <a:gd name="connsiteY23246" fmla="*/ 2628805 h 5143785"/>
              <a:gd name="connsiteX23247" fmla="*/ 2034921 w 3114960"/>
              <a:gd name="connsiteY23247" fmla="*/ 2629757 h 5143785"/>
              <a:gd name="connsiteX23248" fmla="*/ 1994059 w 3114960"/>
              <a:gd name="connsiteY23248" fmla="*/ 2629567 h 5143785"/>
              <a:gd name="connsiteX23249" fmla="*/ 1973009 w 3114960"/>
              <a:gd name="connsiteY23249" fmla="*/ 2604992 h 5143785"/>
              <a:gd name="connsiteX23250" fmla="*/ 1959578 w 3114960"/>
              <a:gd name="connsiteY23250" fmla="*/ 2604992 h 5143785"/>
              <a:gd name="connsiteX23251" fmla="*/ 1939290 w 3114960"/>
              <a:gd name="connsiteY23251" fmla="*/ 2629853 h 5143785"/>
              <a:gd name="connsiteX23252" fmla="*/ 1885093 w 3114960"/>
              <a:gd name="connsiteY23252" fmla="*/ 2629853 h 5143785"/>
              <a:gd name="connsiteX23253" fmla="*/ 1885093 w 3114960"/>
              <a:gd name="connsiteY23253" fmla="*/ 2628900 h 5143785"/>
              <a:gd name="connsiteX23254" fmla="*/ 1880045 w 3114960"/>
              <a:gd name="connsiteY23254" fmla="*/ 2623852 h 5143785"/>
              <a:gd name="connsiteX23255" fmla="*/ 1873282 w 3114960"/>
              <a:gd name="connsiteY23255" fmla="*/ 2623852 h 5143785"/>
              <a:gd name="connsiteX23256" fmla="*/ 1868234 w 3114960"/>
              <a:gd name="connsiteY23256" fmla="*/ 2628900 h 5143785"/>
              <a:gd name="connsiteX23257" fmla="*/ 1868234 w 3114960"/>
              <a:gd name="connsiteY23257" fmla="*/ 2629853 h 5143785"/>
              <a:gd name="connsiteX23258" fmla="*/ 1835658 w 3114960"/>
              <a:gd name="connsiteY23258" fmla="*/ 2629853 h 5143785"/>
              <a:gd name="connsiteX23259" fmla="*/ 1822514 w 3114960"/>
              <a:gd name="connsiteY23259" fmla="*/ 2641568 h 5143785"/>
              <a:gd name="connsiteX23260" fmla="*/ 1748409 w 3114960"/>
              <a:gd name="connsiteY23260" fmla="*/ 2641568 h 5143785"/>
              <a:gd name="connsiteX23261" fmla="*/ 1748409 w 3114960"/>
              <a:gd name="connsiteY23261" fmla="*/ 2634710 h 5143785"/>
              <a:gd name="connsiteX23262" fmla="*/ 1744504 w 3114960"/>
              <a:gd name="connsiteY23262" fmla="*/ 2630805 h 5143785"/>
              <a:gd name="connsiteX23263" fmla="*/ 1726121 w 3114960"/>
              <a:gd name="connsiteY23263" fmla="*/ 2630805 h 5143785"/>
              <a:gd name="connsiteX23264" fmla="*/ 1722215 w 3114960"/>
              <a:gd name="connsiteY23264" fmla="*/ 2634710 h 5143785"/>
              <a:gd name="connsiteX23265" fmla="*/ 1722215 w 3114960"/>
              <a:gd name="connsiteY23265" fmla="*/ 2642711 h 5143785"/>
              <a:gd name="connsiteX23266" fmla="*/ 1705737 w 3114960"/>
              <a:gd name="connsiteY23266" fmla="*/ 2642711 h 5143785"/>
              <a:gd name="connsiteX23267" fmla="*/ 1699451 w 3114960"/>
              <a:gd name="connsiteY23267" fmla="*/ 2635853 h 5143785"/>
              <a:gd name="connsiteX23268" fmla="*/ 1699451 w 3114960"/>
              <a:gd name="connsiteY23268" fmla="*/ 2618804 h 5143785"/>
              <a:gd name="connsiteX23269" fmla="*/ 1751648 w 3114960"/>
              <a:gd name="connsiteY23269" fmla="*/ 2618804 h 5143785"/>
              <a:gd name="connsiteX23270" fmla="*/ 1753934 w 3114960"/>
              <a:gd name="connsiteY23270" fmla="*/ 2618899 h 5143785"/>
              <a:gd name="connsiteX23271" fmla="*/ 1754124 w 3114960"/>
              <a:gd name="connsiteY23271" fmla="*/ 2613088 h 5143785"/>
              <a:gd name="connsiteX23272" fmla="*/ 1854994 w 3114960"/>
              <a:gd name="connsiteY23272" fmla="*/ 2613088 h 5143785"/>
              <a:gd name="connsiteX23273" fmla="*/ 1952149 w 3114960"/>
              <a:gd name="connsiteY23273" fmla="*/ 2498693 h 5143785"/>
              <a:gd name="connsiteX23274" fmla="*/ 1963388 w 3114960"/>
              <a:gd name="connsiteY23274" fmla="*/ 2498693 h 5143785"/>
              <a:gd name="connsiteX23275" fmla="*/ 1963388 w 3114960"/>
              <a:gd name="connsiteY23275" fmla="*/ 2505551 h 5143785"/>
              <a:gd name="connsiteX23276" fmla="*/ 1967294 w 3114960"/>
              <a:gd name="connsiteY23276" fmla="*/ 2509457 h 5143785"/>
              <a:gd name="connsiteX23277" fmla="*/ 1985677 w 3114960"/>
              <a:gd name="connsiteY23277" fmla="*/ 2509457 h 5143785"/>
              <a:gd name="connsiteX23278" fmla="*/ 1986534 w 3114960"/>
              <a:gd name="connsiteY23278" fmla="*/ 2509266 h 5143785"/>
              <a:gd name="connsiteX23279" fmla="*/ 2022920 w 3114960"/>
              <a:gd name="connsiteY23279" fmla="*/ 2547080 h 5143785"/>
              <a:gd name="connsiteX23280" fmla="*/ 2023205 w 3114960"/>
              <a:gd name="connsiteY23280" fmla="*/ 2557463 h 5143785"/>
              <a:gd name="connsiteX23281" fmla="*/ 2062258 w 3114960"/>
              <a:gd name="connsiteY23281" fmla="*/ 2597944 h 5143785"/>
              <a:gd name="connsiteX23282" fmla="*/ 2070735 w 3114960"/>
              <a:gd name="connsiteY23282" fmla="*/ 2597944 h 5143785"/>
              <a:gd name="connsiteX23283" fmla="*/ 2082832 w 3114960"/>
              <a:gd name="connsiteY23283" fmla="*/ 2610231 h 5143785"/>
              <a:gd name="connsiteX23284" fmla="*/ 2081498 w 3114960"/>
              <a:gd name="connsiteY23284" fmla="*/ 2615184 h 5143785"/>
              <a:gd name="connsiteX23285" fmla="*/ 2092738 w 3114960"/>
              <a:gd name="connsiteY23285" fmla="*/ 2626424 h 5143785"/>
              <a:gd name="connsiteX23286" fmla="*/ 2099024 w 3114960"/>
              <a:gd name="connsiteY23286" fmla="*/ 2624233 h 5143785"/>
              <a:gd name="connsiteX23287" fmla="*/ 2110740 w 3114960"/>
              <a:gd name="connsiteY23287" fmla="*/ 2634996 h 5143785"/>
              <a:gd name="connsiteX23288" fmla="*/ 2113979 w 3114960"/>
              <a:gd name="connsiteY23288" fmla="*/ 2631472 h 5143785"/>
              <a:gd name="connsiteX23289" fmla="*/ 2102263 w 3114960"/>
              <a:gd name="connsiteY23289" fmla="*/ 2620709 h 5143785"/>
              <a:gd name="connsiteX23290" fmla="*/ 2103977 w 3114960"/>
              <a:gd name="connsiteY23290" fmla="*/ 2615089 h 5143785"/>
              <a:gd name="connsiteX23291" fmla="*/ 2092738 w 3114960"/>
              <a:gd name="connsiteY23291" fmla="*/ 2603849 h 5143785"/>
              <a:gd name="connsiteX23292" fmla="*/ 2085880 w 3114960"/>
              <a:gd name="connsiteY23292" fmla="*/ 2606421 h 5143785"/>
              <a:gd name="connsiteX23293" fmla="*/ 2072735 w 3114960"/>
              <a:gd name="connsiteY23293" fmla="*/ 2593086 h 5143785"/>
              <a:gd name="connsiteX23294" fmla="*/ 2064353 w 3114960"/>
              <a:gd name="connsiteY23294" fmla="*/ 2593086 h 5143785"/>
              <a:gd name="connsiteX23295" fmla="*/ 2027968 w 3114960"/>
              <a:gd name="connsiteY23295" fmla="*/ 2555367 h 5143785"/>
              <a:gd name="connsiteX23296" fmla="*/ 2027682 w 3114960"/>
              <a:gd name="connsiteY23296" fmla="*/ 2544985 h 5143785"/>
              <a:gd name="connsiteX23297" fmla="*/ 1989582 w 3114960"/>
              <a:gd name="connsiteY23297" fmla="*/ 2505456 h 5143785"/>
              <a:gd name="connsiteX23298" fmla="*/ 1989582 w 3114960"/>
              <a:gd name="connsiteY23298" fmla="*/ 2505456 h 5143785"/>
              <a:gd name="connsiteX23299" fmla="*/ 1989582 w 3114960"/>
              <a:gd name="connsiteY23299" fmla="*/ 2487073 h 5143785"/>
              <a:gd name="connsiteX23300" fmla="*/ 1985677 w 3114960"/>
              <a:gd name="connsiteY23300" fmla="*/ 2483168 h 5143785"/>
              <a:gd name="connsiteX23301" fmla="*/ 1967294 w 3114960"/>
              <a:gd name="connsiteY23301" fmla="*/ 2483168 h 5143785"/>
              <a:gd name="connsiteX23302" fmla="*/ 1963388 w 3114960"/>
              <a:gd name="connsiteY23302" fmla="*/ 2487073 h 5143785"/>
              <a:gd name="connsiteX23303" fmla="*/ 1963388 w 3114960"/>
              <a:gd name="connsiteY23303" fmla="*/ 2493931 h 5143785"/>
              <a:gd name="connsiteX23304" fmla="*/ 1949958 w 3114960"/>
              <a:gd name="connsiteY23304" fmla="*/ 2493931 h 5143785"/>
              <a:gd name="connsiteX23305" fmla="*/ 1852803 w 3114960"/>
              <a:gd name="connsiteY23305" fmla="*/ 2608421 h 5143785"/>
              <a:gd name="connsiteX23306" fmla="*/ 1749552 w 3114960"/>
              <a:gd name="connsiteY23306" fmla="*/ 2608421 h 5143785"/>
              <a:gd name="connsiteX23307" fmla="*/ 1749362 w 3114960"/>
              <a:gd name="connsiteY23307" fmla="*/ 2614232 h 5143785"/>
              <a:gd name="connsiteX23308" fmla="*/ 1699451 w 3114960"/>
              <a:gd name="connsiteY23308" fmla="*/ 2614232 h 5143785"/>
              <a:gd name="connsiteX23309" fmla="*/ 1699451 w 3114960"/>
              <a:gd name="connsiteY23309" fmla="*/ 2608040 h 5143785"/>
              <a:gd name="connsiteX23310" fmla="*/ 1710595 w 3114960"/>
              <a:gd name="connsiteY23310" fmla="*/ 2608040 h 5143785"/>
              <a:gd name="connsiteX23311" fmla="*/ 1710595 w 3114960"/>
              <a:gd name="connsiteY23311" fmla="*/ 2583275 h 5143785"/>
              <a:gd name="connsiteX23312" fmla="*/ 1685830 w 3114960"/>
              <a:gd name="connsiteY23312" fmla="*/ 2583275 h 5143785"/>
              <a:gd name="connsiteX23313" fmla="*/ 1685830 w 3114960"/>
              <a:gd name="connsiteY23313" fmla="*/ 2608040 h 5143785"/>
              <a:gd name="connsiteX23314" fmla="*/ 1696974 w 3114960"/>
              <a:gd name="connsiteY23314" fmla="*/ 2608040 h 5143785"/>
              <a:gd name="connsiteX23315" fmla="*/ 1696974 w 3114960"/>
              <a:gd name="connsiteY23315" fmla="*/ 2614136 h 5143785"/>
              <a:gd name="connsiteX23316" fmla="*/ 1635443 w 3114960"/>
              <a:gd name="connsiteY23316" fmla="*/ 2614136 h 5143785"/>
              <a:gd name="connsiteX23317" fmla="*/ 1635443 w 3114960"/>
              <a:gd name="connsiteY23317" fmla="*/ 2608040 h 5143785"/>
              <a:gd name="connsiteX23318" fmla="*/ 1646587 w 3114960"/>
              <a:gd name="connsiteY23318" fmla="*/ 2608040 h 5143785"/>
              <a:gd name="connsiteX23319" fmla="*/ 1646587 w 3114960"/>
              <a:gd name="connsiteY23319" fmla="*/ 2583275 h 5143785"/>
              <a:gd name="connsiteX23320" fmla="*/ 1621822 w 3114960"/>
              <a:gd name="connsiteY23320" fmla="*/ 2583275 h 5143785"/>
              <a:gd name="connsiteX23321" fmla="*/ 1621822 w 3114960"/>
              <a:gd name="connsiteY23321" fmla="*/ 2608040 h 5143785"/>
              <a:gd name="connsiteX23322" fmla="*/ 1632966 w 3114960"/>
              <a:gd name="connsiteY23322" fmla="*/ 2608040 h 5143785"/>
              <a:gd name="connsiteX23323" fmla="*/ 1632966 w 3114960"/>
              <a:gd name="connsiteY23323" fmla="*/ 2614041 h 5143785"/>
              <a:gd name="connsiteX23324" fmla="*/ 1603629 w 3114960"/>
              <a:gd name="connsiteY23324" fmla="*/ 2614041 h 5143785"/>
              <a:gd name="connsiteX23325" fmla="*/ 1603629 w 3114960"/>
              <a:gd name="connsiteY23325" fmla="*/ 2608040 h 5143785"/>
              <a:gd name="connsiteX23326" fmla="*/ 1614773 w 3114960"/>
              <a:gd name="connsiteY23326" fmla="*/ 2608040 h 5143785"/>
              <a:gd name="connsiteX23327" fmla="*/ 1614773 w 3114960"/>
              <a:gd name="connsiteY23327" fmla="*/ 2583275 h 5143785"/>
              <a:gd name="connsiteX23328" fmla="*/ 1590008 w 3114960"/>
              <a:gd name="connsiteY23328" fmla="*/ 2583275 h 5143785"/>
              <a:gd name="connsiteX23329" fmla="*/ 1590008 w 3114960"/>
              <a:gd name="connsiteY23329" fmla="*/ 2608040 h 5143785"/>
              <a:gd name="connsiteX23330" fmla="*/ 1601153 w 3114960"/>
              <a:gd name="connsiteY23330" fmla="*/ 2608040 h 5143785"/>
              <a:gd name="connsiteX23331" fmla="*/ 1601153 w 3114960"/>
              <a:gd name="connsiteY23331" fmla="*/ 2613946 h 5143785"/>
              <a:gd name="connsiteX23332" fmla="*/ 1580198 w 3114960"/>
              <a:gd name="connsiteY23332" fmla="*/ 2613946 h 5143785"/>
              <a:gd name="connsiteX23333" fmla="*/ 1579245 w 3114960"/>
              <a:gd name="connsiteY23333" fmla="*/ 2613946 h 5143785"/>
              <a:gd name="connsiteX23334" fmla="*/ 1575626 w 3114960"/>
              <a:gd name="connsiteY23334" fmla="*/ 2617565 h 5143785"/>
              <a:gd name="connsiteX23335" fmla="*/ 1575626 w 3114960"/>
              <a:gd name="connsiteY23335" fmla="*/ 2721102 h 5143785"/>
              <a:gd name="connsiteX23336" fmla="*/ 1594485 w 3114960"/>
              <a:gd name="connsiteY23336" fmla="*/ 2739580 h 5143785"/>
              <a:gd name="connsiteX23337" fmla="*/ 1786319 w 3114960"/>
              <a:gd name="connsiteY23337" fmla="*/ 2739962 h 5143785"/>
              <a:gd name="connsiteX23338" fmla="*/ 1809464 w 3114960"/>
              <a:gd name="connsiteY23338" fmla="*/ 2761679 h 5143785"/>
              <a:gd name="connsiteX23339" fmla="*/ 1901190 w 3114960"/>
              <a:gd name="connsiteY23339" fmla="*/ 2762441 h 5143785"/>
              <a:gd name="connsiteX23340" fmla="*/ 1901190 w 3114960"/>
              <a:gd name="connsiteY23340" fmla="*/ 2765870 h 5143785"/>
              <a:gd name="connsiteX23341" fmla="*/ 1906238 w 3114960"/>
              <a:gd name="connsiteY23341" fmla="*/ 2770918 h 5143785"/>
              <a:gd name="connsiteX23342" fmla="*/ 1919192 w 3114960"/>
              <a:gd name="connsiteY23342" fmla="*/ 2770918 h 5143785"/>
              <a:gd name="connsiteX23343" fmla="*/ 1924241 w 3114960"/>
              <a:gd name="connsiteY23343" fmla="*/ 2765870 h 5143785"/>
              <a:gd name="connsiteX23344" fmla="*/ 1924241 w 3114960"/>
              <a:gd name="connsiteY23344" fmla="*/ 2761774 h 5143785"/>
              <a:gd name="connsiteX23345" fmla="*/ 1936814 w 3114960"/>
              <a:gd name="connsiteY23345" fmla="*/ 2761774 h 5143785"/>
              <a:gd name="connsiteX23346" fmla="*/ 1961388 w 3114960"/>
              <a:gd name="connsiteY23346" fmla="*/ 2732723 h 5143785"/>
              <a:gd name="connsiteX23347" fmla="*/ 1973104 w 3114960"/>
              <a:gd name="connsiteY23347" fmla="*/ 2732532 h 5143785"/>
              <a:gd name="connsiteX23348" fmla="*/ 1997297 w 3114960"/>
              <a:gd name="connsiteY23348" fmla="*/ 2761488 h 5143785"/>
              <a:gd name="connsiteX23349" fmla="*/ 2018538 w 3114960"/>
              <a:gd name="connsiteY23349" fmla="*/ 2761679 h 5143785"/>
              <a:gd name="connsiteX23350" fmla="*/ 2018538 w 3114960"/>
              <a:gd name="connsiteY23350" fmla="*/ 2765774 h 5143785"/>
              <a:gd name="connsiteX23351" fmla="*/ 2023586 w 3114960"/>
              <a:gd name="connsiteY23351" fmla="*/ 2770823 h 5143785"/>
              <a:gd name="connsiteX23352" fmla="*/ 2036445 w 3114960"/>
              <a:gd name="connsiteY23352" fmla="*/ 2770823 h 5143785"/>
              <a:gd name="connsiteX23353" fmla="*/ 2041493 w 3114960"/>
              <a:gd name="connsiteY23353" fmla="*/ 2765774 h 5143785"/>
              <a:gd name="connsiteX23354" fmla="*/ 2041493 w 3114960"/>
              <a:gd name="connsiteY23354" fmla="*/ 2761679 h 5143785"/>
              <a:gd name="connsiteX23355" fmla="*/ 2059305 w 3114960"/>
              <a:gd name="connsiteY23355" fmla="*/ 2761679 h 5143785"/>
              <a:gd name="connsiteX23356" fmla="*/ 2059305 w 3114960"/>
              <a:gd name="connsiteY23356" fmla="*/ 2756916 h 5143785"/>
              <a:gd name="connsiteX23357" fmla="*/ 2041493 w 3114960"/>
              <a:gd name="connsiteY23357" fmla="*/ 2756916 h 5143785"/>
              <a:gd name="connsiteX23358" fmla="*/ 2041493 w 3114960"/>
              <a:gd name="connsiteY23358" fmla="*/ 2752820 h 5143785"/>
              <a:gd name="connsiteX23359" fmla="*/ 2036445 w 3114960"/>
              <a:gd name="connsiteY23359" fmla="*/ 2747772 h 5143785"/>
              <a:gd name="connsiteX23360" fmla="*/ 2023586 w 3114960"/>
              <a:gd name="connsiteY23360" fmla="*/ 2747772 h 5143785"/>
              <a:gd name="connsiteX23361" fmla="*/ 2018538 w 3114960"/>
              <a:gd name="connsiteY23361" fmla="*/ 2752820 h 5143785"/>
              <a:gd name="connsiteX23362" fmla="*/ 2018538 w 3114960"/>
              <a:gd name="connsiteY23362" fmla="*/ 2756916 h 5143785"/>
              <a:gd name="connsiteX23363" fmla="*/ 1999583 w 3114960"/>
              <a:gd name="connsiteY23363" fmla="*/ 2756726 h 5143785"/>
              <a:gd name="connsiteX23364" fmla="*/ 1975390 w 3114960"/>
              <a:gd name="connsiteY23364" fmla="*/ 2727674 h 5143785"/>
              <a:gd name="connsiteX23365" fmla="*/ 1959197 w 3114960"/>
              <a:gd name="connsiteY23365" fmla="*/ 2727960 h 5143785"/>
              <a:gd name="connsiteX23366" fmla="*/ 1934623 w 3114960"/>
              <a:gd name="connsiteY23366" fmla="*/ 2757011 h 5143785"/>
              <a:gd name="connsiteX23367" fmla="*/ 1924241 w 3114960"/>
              <a:gd name="connsiteY23367" fmla="*/ 2757011 h 5143785"/>
              <a:gd name="connsiteX23368" fmla="*/ 1924241 w 3114960"/>
              <a:gd name="connsiteY23368" fmla="*/ 2752916 h 5143785"/>
              <a:gd name="connsiteX23369" fmla="*/ 1919192 w 3114960"/>
              <a:gd name="connsiteY23369" fmla="*/ 2747867 h 5143785"/>
              <a:gd name="connsiteX23370" fmla="*/ 1906238 w 3114960"/>
              <a:gd name="connsiteY23370" fmla="*/ 2747867 h 5143785"/>
              <a:gd name="connsiteX23371" fmla="*/ 1901190 w 3114960"/>
              <a:gd name="connsiteY23371" fmla="*/ 2752916 h 5143785"/>
              <a:gd name="connsiteX23372" fmla="*/ 1901190 w 3114960"/>
              <a:gd name="connsiteY23372" fmla="*/ 2757678 h 5143785"/>
              <a:gd name="connsiteX23373" fmla="*/ 1811369 w 3114960"/>
              <a:gd name="connsiteY23373" fmla="*/ 2756916 h 5143785"/>
              <a:gd name="connsiteX23374" fmla="*/ 1788128 w 3114960"/>
              <a:gd name="connsiteY23374" fmla="*/ 2735199 h 5143785"/>
              <a:gd name="connsiteX23375" fmla="*/ 1596390 w 3114960"/>
              <a:gd name="connsiteY23375" fmla="*/ 2734818 h 5143785"/>
              <a:gd name="connsiteX23376" fmla="*/ 1580388 w 3114960"/>
              <a:gd name="connsiteY23376" fmla="*/ 2719102 h 5143785"/>
              <a:gd name="connsiteX23377" fmla="*/ 1580388 w 3114960"/>
              <a:gd name="connsiteY23377" fmla="*/ 2619470 h 5143785"/>
              <a:gd name="connsiteX23378" fmla="*/ 1581150 w 3114960"/>
              <a:gd name="connsiteY23378" fmla="*/ 2618709 h 5143785"/>
              <a:gd name="connsiteX23379" fmla="*/ 1601153 w 3114960"/>
              <a:gd name="connsiteY23379" fmla="*/ 2618709 h 5143785"/>
              <a:gd name="connsiteX23380" fmla="*/ 1601153 w 3114960"/>
              <a:gd name="connsiteY23380" fmla="*/ 2697861 h 5143785"/>
              <a:gd name="connsiteX23381" fmla="*/ 1611821 w 3114960"/>
              <a:gd name="connsiteY23381" fmla="*/ 2708624 h 5143785"/>
              <a:gd name="connsiteX23382" fmla="*/ 1629823 w 3114960"/>
              <a:gd name="connsiteY23382" fmla="*/ 2708624 h 5143785"/>
              <a:gd name="connsiteX23383" fmla="*/ 1629823 w 3114960"/>
              <a:gd name="connsiteY23383" fmla="*/ 2709958 h 5143785"/>
              <a:gd name="connsiteX23384" fmla="*/ 1634776 w 3114960"/>
              <a:gd name="connsiteY23384" fmla="*/ 2715482 h 5143785"/>
              <a:gd name="connsiteX23385" fmla="*/ 1654493 w 3114960"/>
              <a:gd name="connsiteY23385" fmla="*/ 2715482 h 5143785"/>
              <a:gd name="connsiteX23386" fmla="*/ 1659446 w 3114960"/>
              <a:gd name="connsiteY23386" fmla="*/ 2709958 h 5143785"/>
              <a:gd name="connsiteX23387" fmla="*/ 1659446 w 3114960"/>
              <a:gd name="connsiteY23387" fmla="*/ 2709767 h 5143785"/>
              <a:gd name="connsiteX23388" fmla="*/ 1809464 w 3114960"/>
              <a:gd name="connsiteY23388" fmla="*/ 2709767 h 5143785"/>
              <a:gd name="connsiteX23389" fmla="*/ 1809464 w 3114960"/>
              <a:gd name="connsiteY23389" fmla="*/ 2710720 h 5143785"/>
              <a:gd name="connsiteX23390" fmla="*/ 1814513 w 3114960"/>
              <a:gd name="connsiteY23390" fmla="*/ 2715768 h 5143785"/>
              <a:gd name="connsiteX23391" fmla="*/ 1821275 w 3114960"/>
              <a:gd name="connsiteY23391" fmla="*/ 2715768 h 5143785"/>
              <a:gd name="connsiteX23392" fmla="*/ 1826324 w 3114960"/>
              <a:gd name="connsiteY23392" fmla="*/ 2710720 h 5143785"/>
              <a:gd name="connsiteX23393" fmla="*/ 1826324 w 3114960"/>
              <a:gd name="connsiteY23393" fmla="*/ 2709101 h 5143785"/>
              <a:gd name="connsiteX23394" fmla="*/ 1942148 w 3114960"/>
              <a:gd name="connsiteY23394" fmla="*/ 2709101 h 5143785"/>
              <a:gd name="connsiteX23395" fmla="*/ 1962436 w 3114960"/>
              <a:gd name="connsiteY23395" fmla="*/ 2684431 h 5143785"/>
              <a:gd name="connsiteX23396" fmla="*/ 1971389 w 3114960"/>
              <a:gd name="connsiteY23396" fmla="*/ 2684431 h 5143785"/>
              <a:gd name="connsiteX23397" fmla="*/ 1992440 w 3114960"/>
              <a:gd name="connsiteY23397" fmla="*/ 2709005 h 5143785"/>
              <a:gd name="connsiteX23398" fmla="*/ 2070830 w 3114960"/>
              <a:gd name="connsiteY23398" fmla="*/ 2709005 h 5143785"/>
              <a:gd name="connsiteX23399" fmla="*/ 2082546 w 3114960"/>
              <a:gd name="connsiteY23399" fmla="*/ 2721864 h 5143785"/>
              <a:gd name="connsiteX23400" fmla="*/ 2082546 w 3114960"/>
              <a:gd name="connsiteY23400" fmla="*/ 2722245 h 5143785"/>
              <a:gd name="connsiteX23401" fmla="*/ 2082546 w 3114960"/>
              <a:gd name="connsiteY23401" fmla="*/ 2740628 h 5143785"/>
              <a:gd name="connsiteX23402" fmla="*/ 2086451 w 3114960"/>
              <a:gd name="connsiteY23402" fmla="*/ 2744534 h 5143785"/>
              <a:gd name="connsiteX23403" fmla="*/ 2104835 w 3114960"/>
              <a:gd name="connsiteY23403" fmla="*/ 2744534 h 5143785"/>
              <a:gd name="connsiteX23404" fmla="*/ 2108740 w 3114960"/>
              <a:gd name="connsiteY23404" fmla="*/ 2740628 h 5143785"/>
              <a:gd name="connsiteX23405" fmla="*/ 2108740 w 3114960"/>
              <a:gd name="connsiteY23405" fmla="*/ 2722245 h 5143785"/>
              <a:gd name="connsiteX23406" fmla="*/ 2104835 w 3114960"/>
              <a:gd name="connsiteY23406" fmla="*/ 2718340 h 5143785"/>
              <a:gd name="connsiteX23407" fmla="*/ 2086451 w 3114960"/>
              <a:gd name="connsiteY23407" fmla="*/ 2718340 h 5143785"/>
              <a:gd name="connsiteX23408" fmla="*/ 2085975 w 3114960"/>
              <a:gd name="connsiteY23408" fmla="*/ 2718340 h 5143785"/>
              <a:gd name="connsiteX23409" fmla="*/ 2073021 w 3114960"/>
              <a:gd name="connsiteY23409" fmla="*/ 2704243 h 5143785"/>
              <a:gd name="connsiteX23410" fmla="*/ 1994726 w 3114960"/>
              <a:gd name="connsiteY23410" fmla="*/ 2704243 h 5143785"/>
              <a:gd name="connsiteX23411" fmla="*/ 1973675 w 3114960"/>
              <a:gd name="connsiteY23411" fmla="*/ 2679573 h 5143785"/>
              <a:gd name="connsiteX23412" fmla="*/ 1960340 w 3114960"/>
              <a:gd name="connsiteY23412" fmla="*/ 2679573 h 5143785"/>
              <a:gd name="connsiteX23413" fmla="*/ 1940052 w 3114960"/>
              <a:gd name="connsiteY23413" fmla="*/ 2704243 h 5143785"/>
              <a:gd name="connsiteX23414" fmla="*/ 1826419 w 3114960"/>
              <a:gd name="connsiteY23414" fmla="*/ 2704243 h 5143785"/>
              <a:gd name="connsiteX23415" fmla="*/ 1826419 w 3114960"/>
              <a:gd name="connsiteY23415" fmla="*/ 2703862 h 5143785"/>
              <a:gd name="connsiteX23416" fmla="*/ 1821371 w 3114960"/>
              <a:gd name="connsiteY23416" fmla="*/ 2698813 h 5143785"/>
              <a:gd name="connsiteX23417" fmla="*/ 1814608 w 3114960"/>
              <a:gd name="connsiteY23417" fmla="*/ 2698813 h 5143785"/>
              <a:gd name="connsiteX23418" fmla="*/ 1809560 w 3114960"/>
              <a:gd name="connsiteY23418" fmla="*/ 2703862 h 5143785"/>
              <a:gd name="connsiteX23419" fmla="*/ 1809560 w 3114960"/>
              <a:gd name="connsiteY23419" fmla="*/ 2704814 h 5143785"/>
              <a:gd name="connsiteX23420" fmla="*/ 1659541 w 3114960"/>
              <a:gd name="connsiteY23420" fmla="*/ 2704814 h 5143785"/>
              <a:gd name="connsiteX23421" fmla="*/ 1659541 w 3114960"/>
              <a:gd name="connsiteY23421" fmla="*/ 2704624 h 5143785"/>
              <a:gd name="connsiteX23422" fmla="*/ 1654588 w 3114960"/>
              <a:gd name="connsiteY23422" fmla="*/ 2699099 h 5143785"/>
              <a:gd name="connsiteX23423" fmla="*/ 1634871 w 3114960"/>
              <a:gd name="connsiteY23423" fmla="*/ 2699099 h 5143785"/>
              <a:gd name="connsiteX23424" fmla="*/ 1629918 w 3114960"/>
              <a:gd name="connsiteY23424" fmla="*/ 2704624 h 5143785"/>
              <a:gd name="connsiteX23425" fmla="*/ 1629918 w 3114960"/>
              <a:gd name="connsiteY23425" fmla="*/ 2705957 h 5143785"/>
              <a:gd name="connsiteX23426" fmla="*/ 1612868 w 3114960"/>
              <a:gd name="connsiteY23426" fmla="*/ 2705957 h 5143785"/>
              <a:gd name="connsiteX23427" fmla="*/ 1603534 w 3114960"/>
              <a:gd name="connsiteY23427" fmla="*/ 2696623 h 5143785"/>
              <a:gd name="connsiteX23428" fmla="*/ 1603534 w 3114960"/>
              <a:gd name="connsiteY23428" fmla="*/ 2618518 h 5143785"/>
              <a:gd name="connsiteX23429" fmla="*/ 1632871 w 3114960"/>
              <a:gd name="connsiteY23429" fmla="*/ 2618518 h 5143785"/>
              <a:gd name="connsiteX23430" fmla="*/ 1632871 w 3114960"/>
              <a:gd name="connsiteY23430" fmla="*/ 2671001 h 5143785"/>
              <a:gd name="connsiteX23431" fmla="*/ 1644491 w 3114960"/>
              <a:gd name="connsiteY23431" fmla="*/ 2680526 h 5143785"/>
              <a:gd name="connsiteX23432" fmla="*/ 1671066 w 3114960"/>
              <a:gd name="connsiteY23432" fmla="*/ 2680526 h 5143785"/>
              <a:gd name="connsiteX23433" fmla="*/ 1671066 w 3114960"/>
              <a:gd name="connsiteY23433" fmla="*/ 2681764 h 5143785"/>
              <a:gd name="connsiteX23434" fmla="*/ 1675828 w 3114960"/>
              <a:gd name="connsiteY23434" fmla="*/ 2687098 h 5143785"/>
              <a:gd name="connsiteX23435" fmla="*/ 1694974 w 3114960"/>
              <a:gd name="connsiteY23435" fmla="*/ 2687098 h 5143785"/>
              <a:gd name="connsiteX23436" fmla="*/ 1699736 w 3114960"/>
              <a:gd name="connsiteY23436" fmla="*/ 2681764 h 5143785"/>
              <a:gd name="connsiteX23437" fmla="*/ 1762220 w 3114960"/>
              <a:gd name="connsiteY23437" fmla="*/ 2681764 h 5143785"/>
              <a:gd name="connsiteX23438" fmla="*/ 1774984 w 3114960"/>
              <a:gd name="connsiteY23438" fmla="*/ 2669858 h 5143785"/>
              <a:gd name="connsiteX23439" fmla="*/ 1838801 w 3114960"/>
              <a:gd name="connsiteY23439" fmla="*/ 2669858 h 5143785"/>
              <a:gd name="connsiteX23440" fmla="*/ 1839278 w 3114960"/>
              <a:gd name="connsiteY23440" fmla="*/ 2671382 h 5143785"/>
              <a:gd name="connsiteX23441" fmla="*/ 1846517 w 3114960"/>
              <a:gd name="connsiteY23441" fmla="*/ 2675763 h 5143785"/>
              <a:gd name="connsiteX23442" fmla="*/ 1850422 w 3114960"/>
              <a:gd name="connsiteY23442" fmla="*/ 2674811 h 5143785"/>
              <a:gd name="connsiteX23443" fmla="*/ 1854422 w 3114960"/>
              <a:gd name="connsiteY23443" fmla="*/ 2669953 h 5143785"/>
              <a:gd name="connsiteX23444" fmla="*/ 1941195 w 3114960"/>
              <a:gd name="connsiteY23444" fmla="*/ 2669953 h 5143785"/>
              <a:gd name="connsiteX23445" fmla="*/ 1961483 w 3114960"/>
              <a:gd name="connsiteY23445" fmla="*/ 2645283 h 5143785"/>
              <a:gd name="connsiteX23446" fmla="*/ 1970437 w 3114960"/>
              <a:gd name="connsiteY23446" fmla="*/ 2645283 h 5143785"/>
              <a:gd name="connsiteX23447" fmla="*/ 1991487 w 3114960"/>
              <a:gd name="connsiteY23447" fmla="*/ 2669858 h 5143785"/>
              <a:gd name="connsiteX23448" fmla="*/ 2080641 w 3114960"/>
              <a:gd name="connsiteY23448" fmla="*/ 2669858 h 5143785"/>
              <a:gd name="connsiteX23449" fmla="*/ 2080641 w 3114960"/>
              <a:gd name="connsiteY23449" fmla="*/ 2685955 h 5143785"/>
              <a:gd name="connsiteX23450" fmla="*/ 2084546 w 3114960"/>
              <a:gd name="connsiteY23450" fmla="*/ 2689860 h 5143785"/>
              <a:gd name="connsiteX23451" fmla="*/ 2102930 w 3114960"/>
              <a:gd name="connsiteY23451" fmla="*/ 2689860 h 5143785"/>
              <a:gd name="connsiteX23452" fmla="*/ 2103882 w 3114960"/>
              <a:gd name="connsiteY23452" fmla="*/ 2689670 h 5143785"/>
              <a:gd name="connsiteX23453" fmla="*/ 2239709 w 3114960"/>
              <a:gd name="connsiteY23453" fmla="*/ 2813399 h 5143785"/>
              <a:gd name="connsiteX23454" fmla="*/ 2238566 w 3114960"/>
              <a:gd name="connsiteY23454" fmla="*/ 2818067 h 5143785"/>
              <a:gd name="connsiteX23455" fmla="*/ 2244471 w 3114960"/>
              <a:gd name="connsiteY23455" fmla="*/ 2827782 h 5143785"/>
              <a:gd name="connsiteX23456" fmla="*/ 2139315 w 3114960"/>
              <a:gd name="connsiteY23456" fmla="*/ 2944559 h 5143785"/>
              <a:gd name="connsiteX23457" fmla="*/ 2138744 w 3114960"/>
              <a:gd name="connsiteY23457" fmla="*/ 2945225 h 5143785"/>
              <a:gd name="connsiteX23458" fmla="*/ 2138267 w 3114960"/>
              <a:gd name="connsiteY23458" fmla="*/ 3099530 h 5143785"/>
              <a:gd name="connsiteX23459" fmla="*/ 2143030 w 3114960"/>
              <a:gd name="connsiteY23459" fmla="*/ 3099530 h 5143785"/>
              <a:gd name="connsiteX23460" fmla="*/ 2143506 w 3114960"/>
              <a:gd name="connsiteY23460" fmla="*/ 2947035 h 5143785"/>
              <a:gd name="connsiteX23461" fmla="*/ 2249615 w 3114960"/>
              <a:gd name="connsiteY23461" fmla="*/ 2829211 h 5143785"/>
              <a:gd name="connsiteX23462" fmla="*/ 2249900 w 3114960"/>
              <a:gd name="connsiteY23462" fmla="*/ 2829211 h 5143785"/>
              <a:gd name="connsiteX23463" fmla="*/ 2039684 w 3114960"/>
              <a:gd name="connsiteY23463" fmla="*/ 2628424 h 5143785"/>
              <a:gd name="connsiteX23464" fmla="*/ 2046732 w 3114960"/>
              <a:gd name="connsiteY23464" fmla="*/ 2628710 h 5143785"/>
              <a:gd name="connsiteX23465" fmla="*/ 2046732 w 3114960"/>
              <a:gd name="connsiteY23465" fmla="*/ 2635472 h 5143785"/>
              <a:gd name="connsiteX23466" fmla="*/ 2046446 w 3114960"/>
              <a:gd name="connsiteY23466" fmla="*/ 2635758 h 5143785"/>
              <a:gd name="connsiteX23467" fmla="*/ 2039398 w 3114960"/>
              <a:gd name="connsiteY23467" fmla="*/ 2635472 h 5143785"/>
              <a:gd name="connsiteX23468" fmla="*/ 2039684 w 3114960"/>
              <a:gd name="connsiteY23468" fmla="*/ 2628424 h 5143785"/>
              <a:gd name="connsiteX23469" fmla="*/ 1872901 w 3114960"/>
              <a:gd name="connsiteY23469" fmla="*/ 2628424 h 5143785"/>
              <a:gd name="connsiteX23470" fmla="*/ 1879949 w 3114960"/>
              <a:gd name="connsiteY23470" fmla="*/ 2628710 h 5143785"/>
              <a:gd name="connsiteX23471" fmla="*/ 1879949 w 3114960"/>
              <a:gd name="connsiteY23471" fmla="*/ 2635472 h 5143785"/>
              <a:gd name="connsiteX23472" fmla="*/ 1879664 w 3114960"/>
              <a:gd name="connsiteY23472" fmla="*/ 2635758 h 5143785"/>
              <a:gd name="connsiteX23473" fmla="*/ 1872615 w 3114960"/>
              <a:gd name="connsiteY23473" fmla="*/ 2635472 h 5143785"/>
              <a:gd name="connsiteX23474" fmla="*/ 1872901 w 3114960"/>
              <a:gd name="connsiteY23474" fmla="*/ 2628424 h 5143785"/>
              <a:gd name="connsiteX23475" fmla="*/ 1724216 w 3114960"/>
              <a:gd name="connsiteY23475" fmla="*/ 2634710 h 5143785"/>
              <a:gd name="connsiteX23476" fmla="*/ 1725740 w 3114960"/>
              <a:gd name="connsiteY23476" fmla="*/ 2633186 h 5143785"/>
              <a:gd name="connsiteX23477" fmla="*/ 1744123 w 3114960"/>
              <a:gd name="connsiteY23477" fmla="*/ 2633186 h 5143785"/>
              <a:gd name="connsiteX23478" fmla="*/ 1745647 w 3114960"/>
              <a:gd name="connsiteY23478" fmla="*/ 2634710 h 5143785"/>
              <a:gd name="connsiteX23479" fmla="*/ 1745647 w 3114960"/>
              <a:gd name="connsiteY23479" fmla="*/ 2653094 h 5143785"/>
              <a:gd name="connsiteX23480" fmla="*/ 1744123 w 3114960"/>
              <a:gd name="connsiteY23480" fmla="*/ 2654618 h 5143785"/>
              <a:gd name="connsiteX23481" fmla="*/ 1725740 w 3114960"/>
              <a:gd name="connsiteY23481" fmla="*/ 2654618 h 5143785"/>
              <a:gd name="connsiteX23482" fmla="*/ 1724216 w 3114960"/>
              <a:gd name="connsiteY23482" fmla="*/ 2653094 h 5143785"/>
              <a:gd name="connsiteX23483" fmla="*/ 1724216 w 3114960"/>
              <a:gd name="connsiteY23483" fmla="*/ 2634710 h 5143785"/>
              <a:gd name="connsiteX23484" fmla="*/ 2092452 w 3114960"/>
              <a:gd name="connsiteY23484" fmla="*/ 2608707 h 5143785"/>
              <a:gd name="connsiteX23485" fmla="*/ 2098929 w 3114960"/>
              <a:gd name="connsiteY23485" fmla="*/ 2615184 h 5143785"/>
              <a:gd name="connsiteX23486" fmla="*/ 2092452 w 3114960"/>
              <a:gd name="connsiteY23486" fmla="*/ 2621661 h 5143785"/>
              <a:gd name="connsiteX23487" fmla="*/ 2085975 w 3114960"/>
              <a:gd name="connsiteY23487" fmla="*/ 2615184 h 5143785"/>
              <a:gd name="connsiteX23488" fmla="*/ 2092452 w 3114960"/>
              <a:gd name="connsiteY23488" fmla="*/ 2608707 h 5143785"/>
              <a:gd name="connsiteX23489" fmla="*/ 1965484 w 3114960"/>
              <a:gd name="connsiteY23489" fmla="*/ 2487073 h 5143785"/>
              <a:gd name="connsiteX23490" fmla="*/ 1967008 w 3114960"/>
              <a:gd name="connsiteY23490" fmla="*/ 2485549 h 5143785"/>
              <a:gd name="connsiteX23491" fmla="*/ 1985391 w 3114960"/>
              <a:gd name="connsiteY23491" fmla="*/ 2485549 h 5143785"/>
              <a:gd name="connsiteX23492" fmla="*/ 1986915 w 3114960"/>
              <a:gd name="connsiteY23492" fmla="*/ 2487073 h 5143785"/>
              <a:gd name="connsiteX23493" fmla="*/ 1986915 w 3114960"/>
              <a:gd name="connsiteY23493" fmla="*/ 2505456 h 5143785"/>
              <a:gd name="connsiteX23494" fmla="*/ 1985391 w 3114960"/>
              <a:gd name="connsiteY23494" fmla="*/ 2506980 h 5143785"/>
              <a:gd name="connsiteX23495" fmla="*/ 1967008 w 3114960"/>
              <a:gd name="connsiteY23495" fmla="*/ 2506980 h 5143785"/>
              <a:gd name="connsiteX23496" fmla="*/ 1965484 w 3114960"/>
              <a:gd name="connsiteY23496" fmla="*/ 2505456 h 5143785"/>
              <a:gd name="connsiteX23497" fmla="*/ 1965484 w 3114960"/>
              <a:gd name="connsiteY23497" fmla="*/ 2487073 h 5143785"/>
              <a:gd name="connsiteX23498" fmla="*/ 1690307 w 3114960"/>
              <a:gd name="connsiteY23498" fmla="*/ 2603183 h 5143785"/>
              <a:gd name="connsiteX23499" fmla="*/ 1690307 w 3114960"/>
              <a:gd name="connsiteY23499" fmla="*/ 2587943 h 5143785"/>
              <a:gd name="connsiteX23500" fmla="*/ 1705547 w 3114960"/>
              <a:gd name="connsiteY23500" fmla="*/ 2587943 h 5143785"/>
              <a:gd name="connsiteX23501" fmla="*/ 1705547 w 3114960"/>
              <a:gd name="connsiteY23501" fmla="*/ 2603183 h 5143785"/>
              <a:gd name="connsiteX23502" fmla="*/ 1690307 w 3114960"/>
              <a:gd name="connsiteY23502" fmla="*/ 2603183 h 5143785"/>
              <a:gd name="connsiteX23503" fmla="*/ 2023682 w 3114960"/>
              <a:gd name="connsiteY23503" fmla="*/ 2752439 h 5143785"/>
              <a:gd name="connsiteX23504" fmla="*/ 2036921 w 3114960"/>
              <a:gd name="connsiteY23504" fmla="*/ 2752725 h 5143785"/>
              <a:gd name="connsiteX23505" fmla="*/ 2036921 w 3114960"/>
              <a:gd name="connsiteY23505" fmla="*/ 2765679 h 5143785"/>
              <a:gd name="connsiteX23506" fmla="*/ 2036636 w 3114960"/>
              <a:gd name="connsiteY23506" fmla="*/ 2765965 h 5143785"/>
              <a:gd name="connsiteX23507" fmla="*/ 2023396 w 3114960"/>
              <a:gd name="connsiteY23507" fmla="*/ 2765679 h 5143785"/>
              <a:gd name="connsiteX23508" fmla="*/ 2023682 w 3114960"/>
              <a:gd name="connsiteY23508" fmla="*/ 2752439 h 5143785"/>
              <a:gd name="connsiteX23509" fmla="*/ 1906334 w 3114960"/>
              <a:gd name="connsiteY23509" fmla="*/ 2752439 h 5143785"/>
              <a:gd name="connsiteX23510" fmla="*/ 1919573 w 3114960"/>
              <a:gd name="connsiteY23510" fmla="*/ 2752725 h 5143785"/>
              <a:gd name="connsiteX23511" fmla="*/ 1919573 w 3114960"/>
              <a:gd name="connsiteY23511" fmla="*/ 2765679 h 5143785"/>
              <a:gd name="connsiteX23512" fmla="*/ 1919288 w 3114960"/>
              <a:gd name="connsiteY23512" fmla="*/ 2765965 h 5143785"/>
              <a:gd name="connsiteX23513" fmla="*/ 1906048 w 3114960"/>
              <a:gd name="connsiteY23513" fmla="*/ 2765679 h 5143785"/>
              <a:gd name="connsiteX23514" fmla="*/ 1906334 w 3114960"/>
              <a:gd name="connsiteY23514" fmla="*/ 2752439 h 5143785"/>
              <a:gd name="connsiteX23515" fmla="*/ 2084927 w 3114960"/>
              <a:gd name="connsiteY23515" fmla="*/ 2722340 h 5143785"/>
              <a:gd name="connsiteX23516" fmla="*/ 2086451 w 3114960"/>
              <a:gd name="connsiteY23516" fmla="*/ 2720817 h 5143785"/>
              <a:gd name="connsiteX23517" fmla="*/ 2104835 w 3114960"/>
              <a:gd name="connsiteY23517" fmla="*/ 2720817 h 5143785"/>
              <a:gd name="connsiteX23518" fmla="*/ 2106359 w 3114960"/>
              <a:gd name="connsiteY23518" fmla="*/ 2722340 h 5143785"/>
              <a:gd name="connsiteX23519" fmla="*/ 2106359 w 3114960"/>
              <a:gd name="connsiteY23519" fmla="*/ 2740724 h 5143785"/>
              <a:gd name="connsiteX23520" fmla="*/ 2104835 w 3114960"/>
              <a:gd name="connsiteY23520" fmla="*/ 2742248 h 5143785"/>
              <a:gd name="connsiteX23521" fmla="*/ 2086451 w 3114960"/>
              <a:gd name="connsiteY23521" fmla="*/ 2742248 h 5143785"/>
              <a:gd name="connsiteX23522" fmla="*/ 2084927 w 3114960"/>
              <a:gd name="connsiteY23522" fmla="*/ 2740724 h 5143785"/>
              <a:gd name="connsiteX23523" fmla="*/ 2084927 w 3114960"/>
              <a:gd name="connsiteY23523" fmla="*/ 2722340 h 5143785"/>
              <a:gd name="connsiteX23524" fmla="*/ 1814513 w 3114960"/>
              <a:gd name="connsiteY23524" fmla="*/ 2703671 h 5143785"/>
              <a:gd name="connsiteX23525" fmla="*/ 1821561 w 3114960"/>
              <a:gd name="connsiteY23525" fmla="*/ 2703957 h 5143785"/>
              <a:gd name="connsiteX23526" fmla="*/ 1821561 w 3114960"/>
              <a:gd name="connsiteY23526" fmla="*/ 2710720 h 5143785"/>
              <a:gd name="connsiteX23527" fmla="*/ 1821275 w 3114960"/>
              <a:gd name="connsiteY23527" fmla="*/ 2711005 h 5143785"/>
              <a:gd name="connsiteX23528" fmla="*/ 1814227 w 3114960"/>
              <a:gd name="connsiteY23528" fmla="*/ 2710720 h 5143785"/>
              <a:gd name="connsiteX23529" fmla="*/ 1814513 w 3114960"/>
              <a:gd name="connsiteY23529" fmla="*/ 2703671 h 5143785"/>
              <a:gd name="connsiteX23530" fmla="*/ 1651445 w 3114960"/>
              <a:gd name="connsiteY23530" fmla="*/ 2701767 h 5143785"/>
              <a:gd name="connsiteX23531" fmla="*/ 1654493 w 3114960"/>
              <a:gd name="connsiteY23531" fmla="*/ 2701767 h 5143785"/>
              <a:gd name="connsiteX23532" fmla="*/ 1657160 w 3114960"/>
              <a:gd name="connsiteY23532" fmla="*/ 2704719 h 5143785"/>
              <a:gd name="connsiteX23533" fmla="*/ 1657160 w 3114960"/>
              <a:gd name="connsiteY23533" fmla="*/ 2709863 h 5143785"/>
              <a:gd name="connsiteX23534" fmla="*/ 1654493 w 3114960"/>
              <a:gd name="connsiteY23534" fmla="*/ 2712815 h 5143785"/>
              <a:gd name="connsiteX23535" fmla="*/ 1651445 w 3114960"/>
              <a:gd name="connsiteY23535" fmla="*/ 2712815 h 5143785"/>
              <a:gd name="connsiteX23536" fmla="*/ 1651445 w 3114960"/>
              <a:gd name="connsiteY23536" fmla="*/ 2701767 h 5143785"/>
              <a:gd name="connsiteX23537" fmla="*/ 1632109 w 3114960"/>
              <a:gd name="connsiteY23537" fmla="*/ 2704814 h 5143785"/>
              <a:gd name="connsiteX23538" fmla="*/ 1634776 w 3114960"/>
              <a:gd name="connsiteY23538" fmla="*/ 2701862 h 5143785"/>
              <a:gd name="connsiteX23539" fmla="*/ 1638967 w 3114960"/>
              <a:gd name="connsiteY23539" fmla="*/ 2701862 h 5143785"/>
              <a:gd name="connsiteX23540" fmla="*/ 1638967 w 3114960"/>
              <a:gd name="connsiteY23540" fmla="*/ 2712911 h 5143785"/>
              <a:gd name="connsiteX23541" fmla="*/ 1634776 w 3114960"/>
              <a:gd name="connsiteY23541" fmla="*/ 2712911 h 5143785"/>
              <a:gd name="connsiteX23542" fmla="*/ 1632109 w 3114960"/>
              <a:gd name="connsiteY23542" fmla="*/ 2709958 h 5143785"/>
              <a:gd name="connsiteX23543" fmla="*/ 1632109 w 3114960"/>
              <a:gd name="connsiteY23543" fmla="*/ 2704814 h 5143785"/>
              <a:gd name="connsiteX23544" fmla="*/ 1594676 w 3114960"/>
              <a:gd name="connsiteY23544" fmla="*/ 2603183 h 5143785"/>
              <a:gd name="connsiteX23545" fmla="*/ 1594676 w 3114960"/>
              <a:gd name="connsiteY23545" fmla="*/ 2587943 h 5143785"/>
              <a:gd name="connsiteX23546" fmla="*/ 1609916 w 3114960"/>
              <a:gd name="connsiteY23546" fmla="*/ 2587943 h 5143785"/>
              <a:gd name="connsiteX23547" fmla="*/ 1609916 w 3114960"/>
              <a:gd name="connsiteY23547" fmla="*/ 2603183 h 5143785"/>
              <a:gd name="connsiteX23548" fmla="*/ 1594676 w 3114960"/>
              <a:gd name="connsiteY23548" fmla="*/ 2603183 h 5143785"/>
              <a:gd name="connsiteX23549" fmla="*/ 1626489 w 3114960"/>
              <a:gd name="connsiteY23549" fmla="*/ 2603183 h 5143785"/>
              <a:gd name="connsiteX23550" fmla="*/ 1626489 w 3114960"/>
              <a:gd name="connsiteY23550" fmla="*/ 2587943 h 5143785"/>
              <a:gd name="connsiteX23551" fmla="*/ 1641729 w 3114960"/>
              <a:gd name="connsiteY23551" fmla="*/ 2587943 h 5143785"/>
              <a:gd name="connsiteX23552" fmla="*/ 1641729 w 3114960"/>
              <a:gd name="connsiteY23552" fmla="*/ 2603183 h 5143785"/>
              <a:gd name="connsiteX23553" fmla="*/ 1626489 w 3114960"/>
              <a:gd name="connsiteY23553" fmla="*/ 2603183 h 5143785"/>
              <a:gd name="connsiteX23554" fmla="*/ 1679924 w 3114960"/>
              <a:gd name="connsiteY23554" fmla="*/ 2684812 h 5143785"/>
              <a:gd name="connsiteX23555" fmla="*/ 1675828 w 3114960"/>
              <a:gd name="connsiteY23555" fmla="*/ 2684812 h 5143785"/>
              <a:gd name="connsiteX23556" fmla="*/ 1673257 w 3114960"/>
              <a:gd name="connsiteY23556" fmla="*/ 2681954 h 5143785"/>
              <a:gd name="connsiteX23557" fmla="*/ 1673257 w 3114960"/>
              <a:gd name="connsiteY23557" fmla="*/ 2677001 h 5143785"/>
              <a:gd name="connsiteX23558" fmla="*/ 1675828 w 3114960"/>
              <a:gd name="connsiteY23558" fmla="*/ 2674144 h 5143785"/>
              <a:gd name="connsiteX23559" fmla="*/ 1679924 w 3114960"/>
              <a:gd name="connsiteY23559" fmla="*/ 2674144 h 5143785"/>
              <a:gd name="connsiteX23560" fmla="*/ 1679924 w 3114960"/>
              <a:gd name="connsiteY23560" fmla="*/ 2684907 h 5143785"/>
              <a:gd name="connsiteX23561" fmla="*/ 1697546 w 3114960"/>
              <a:gd name="connsiteY23561" fmla="*/ 2681954 h 5143785"/>
              <a:gd name="connsiteX23562" fmla="*/ 1694974 w 3114960"/>
              <a:gd name="connsiteY23562" fmla="*/ 2684812 h 5143785"/>
              <a:gd name="connsiteX23563" fmla="*/ 1692021 w 3114960"/>
              <a:gd name="connsiteY23563" fmla="*/ 2684812 h 5143785"/>
              <a:gd name="connsiteX23564" fmla="*/ 1692021 w 3114960"/>
              <a:gd name="connsiteY23564" fmla="*/ 2674049 h 5143785"/>
              <a:gd name="connsiteX23565" fmla="*/ 1694974 w 3114960"/>
              <a:gd name="connsiteY23565" fmla="*/ 2674049 h 5143785"/>
              <a:gd name="connsiteX23566" fmla="*/ 1697546 w 3114960"/>
              <a:gd name="connsiteY23566" fmla="*/ 2676906 h 5143785"/>
              <a:gd name="connsiteX23567" fmla="*/ 1697546 w 3114960"/>
              <a:gd name="connsiteY23567" fmla="*/ 2681859 h 5143785"/>
              <a:gd name="connsiteX23568" fmla="*/ 1848231 w 3114960"/>
              <a:gd name="connsiteY23568" fmla="*/ 2670810 h 5143785"/>
              <a:gd name="connsiteX23569" fmla="*/ 1843564 w 3114960"/>
              <a:gd name="connsiteY23569" fmla="*/ 2669381 h 5143785"/>
              <a:gd name="connsiteX23570" fmla="*/ 1843278 w 3114960"/>
              <a:gd name="connsiteY23570" fmla="*/ 2666714 h 5143785"/>
              <a:gd name="connsiteX23571" fmla="*/ 1844993 w 3114960"/>
              <a:gd name="connsiteY23571" fmla="*/ 2664714 h 5143785"/>
              <a:gd name="connsiteX23572" fmla="*/ 1844993 w 3114960"/>
              <a:gd name="connsiteY23572" fmla="*/ 2664714 h 5143785"/>
              <a:gd name="connsiteX23573" fmla="*/ 1846612 w 3114960"/>
              <a:gd name="connsiteY23573" fmla="*/ 2664333 h 5143785"/>
              <a:gd name="connsiteX23574" fmla="*/ 1849660 w 3114960"/>
              <a:gd name="connsiteY23574" fmla="*/ 2666143 h 5143785"/>
              <a:gd name="connsiteX23575" fmla="*/ 1848231 w 3114960"/>
              <a:gd name="connsiteY23575" fmla="*/ 2670810 h 5143785"/>
              <a:gd name="connsiteX23576" fmla="*/ 2104549 w 3114960"/>
              <a:gd name="connsiteY23576" fmla="*/ 2686145 h 5143785"/>
              <a:gd name="connsiteX23577" fmla="*/ 2103025 w 3114960"/>
              <a:gd name="connsiteY23577" fmla="*/ 2687669 h 5143785"/>
              <a:gd name="connsiteX23578" fmla="*/ 2084642 w 3114960"/>
              <a:gd name="connsiteY23578" fmla="*/ 2687669 h 5143785"/>
              <a:gd name="connsiteX23579" fmla="*/ 2083118 w 3114960"/>
              <a:gd name="connsiteY23579" fmla="*/ 2686145 h 5143785"/>
              <a:gd name="connsiteX23580" fmla="*/ 2083118 w 3114960"/>
              <a:gd name="connsiteY23580" fmla="*/ 2667762 h 5143785"/>
              <a:gd name="connsiteX23581" fmla="*/ 2084642 w 3114960"/>
              <a:gd name="connsiteY23581" fmla="*/ 2666238 h 5143785"/>
              <a:gd name="connsiteX23582" fmla="*/ 2103025 w 3114960"/>
              <a:gd name="connsiteY23582" fmla="*/ 2666238 h 5143785"/>
              <a:gd name="connsiteX23583" fmla="*/ 2104549 w 3114960"/>
              <a:gd name="connsiteY23583" fmla="*/ 2667762 h 5143785"/>
              <a:gd name="connsiteX23584" fmla="*/ 2104549 w 3114960"/>
              <a:gd name="connsiteY23584" fmla="*/ 2686145 h 5143785"/>
              <a:gd name="connsiteX23585" fmla="*/ 2243519 w 3114960"/>
              <a:gd name="connsiteY23585" fmla="*/ 2818257 h 5143785"/>
              <a:gd name="connsiteX23586" fmla="*/ 2249996 w 3114960"/>
              <a:gd name="connsiteY23586" fmla="*/ 2811780 h 5143785"/>
              <a:gd name="connsiteX23587" fmla="*/ 2256473 w 3114960"/>
              <a:gd name="connsiteY23587" fmla="*/ 2818257 h 5143785"/>
              <a:gd name="connsiteX23588" fmla="*/ 2249996 w 3114960"/>
              <a:gd name="connsiteY23588" fmla="*/ 2824734 h 5143785"/>
              <a:gd name="connsiteX23589" fmla="*/ 2243519 w 3114960"/>
              <a:gd name="connsiteY23589" fmla="*/ 2818257 h 5143785"/>
              <a:gd name="connsiteX23590" fmla="*/ 2101215 w 3114960"/>
              <a:gd name="connsiteY23590" fmla="*/ 3098102 h 5143785"/>
              <a:gd name="connsiteX23591" fmla="*/ 2111883 w 3114960"/>
              <a:gd name="connsiteY23591" fmla="*/ 3100673 h 5143785"/>
              <a:gd name="connsiteX23592" fmla="*/ 2121218 w 3114960"/>
              <a:gd name="connsiteY23592" fmla="*/ 3094959 h 5143785"/>
              <a:gd name="connsiteX23593" fmla="*/ 2118170 w 3114960"/>
              <a:gd name="connsiteY23593" fmla="*/ 3074956 h 5143785"/>
              <a:gd name="connsiteX23594" fmla="*/ 2112074 w 3114960"/>
              <a:gd name="connsiteY23594" fmla="*/ 3072575 h 5143785"/>
              <a:gd name="connsiteX23595" fmla="*/ 2112074 w 3114960"/>
              <a:gd name="connsiteY23595" fmla="*/ 3054096 h 5143785"/>
              <a:gd name="connsiteX23596" fmla="*/ 2107311 w 3114960"/>
              <a:gd name="connsiteY23596" fmla="*/ 3054096 h 5143785"/>
              <a:gd name="connsiteX23597" fmla="*/ 2107311 w 3114960"/>
              <a:gd name="connsiteY23597" fmla="*/ 3072479 h 5143785"/>
              <a:gd name="connsiteX23598" fmla="*/ 2098167 w 3114960"/>
              <a:gd name="connsiteY23598" fmla="*/ 3078099 h 5143785"/>
              <a:gd name="connsiteX23599" fmla="*/ 2101215 w 3114960"/>
              <a:gd name="connsiteY23599" fmla="*/ 3098102 h 5143785"/>
              <a:gd name="connsiteX23600" fmla="*/ 2100263 w 3114960"/>
              <a:gd name="connsiteY23600" fmla="*/ 3079623 h 5143785"/>
              <a:gd name="connsiteX23601" fmla="*/ 2116646 w 3114960"/>
              <a:gd name="connsiteY23601" fmla="*/ 3077147 h 5143785"/>
              <a:gd name="connsiteX23602" fmla="*/ 2121313 w 3114960"/>
              <a:gd name="connsiteY23602" fmla="*/ 3084767 h 5143785"/>
              <a:gd name="connsiteX23603" fmla="*/ 2119217 w 3114960"/>
              <a:gd name="connsiteY23603" fmla="*/ 3093434 h 5143785"/>
              <a:gd name="connsiteX23604" fmla="*/ 2111597 w 3114960"/>
              <a:gd name="connsiteY23604" fmla="*/ 3098102 h 5143785"/>
              <a:gd name="connsiteX23605" fmla="*/ 2109788 w 3114960"/>
              <a:gd name="connsiteY23605" fmla="*/ 3098197 h 5143785"/>
              <a:gd name="connsiteX23606" fmla="*/ 2102930 w 3114960"/>
              <a:gd name="connsiteY23606" fmla="*/ 3095911 h 5143785"/>
              <a:gd name="connsiteX23607" fmla="*/ 2100453 w 3114960"/>
              <a:gd name="connsiteY23607" fmla="*/ 3079528 h 5143785"/>
              <a:gd name="connsiteX23608" fmla="*/ 3079052 w 3114960"/>
              <a:gd name="connsiteY23608" fmla="*/ 4104227 h 5143785"/>
              <a:gd name="connsiteX23609" fmla="*/ 3079052 w 3114960"/>
              <a:gd name="connsiteY23609" fmla="*/ 4104227 h 5143785"/>
              <a:gd name="connsiteX23610" fmla="*/ 3064097 w 3114960"/>
              <a:gd name="connsiteY23610" fmla="*/ 4108228 h 5143785"/>
              <a:gd name="connsiteX23611" fmla="*/ 3068098 w 3114960"/>
              <a:gd name="connsiteY23611" fmla="*/ 4123182 h 5143785"/>
              <a:gd name="connsiteX23612" fmla="*/ 3073527 w 3114960"/>
              <a:gd name="connsiteY23612" fmla="*/ 4124611 h 5143785"/>
              <a:gd name="connsiteX23613" fmla="*/ 3083052 w 3114960"/>
              <a:gd name="connsiteY23613" fmla="*/ 4119182 h 5143785"/>
              <a:gd name="connsiteX23614" fmla="*/ 3084100 w 3114960"/>
              <a:gd name="connsiteY23614" fmla="*/ 4116038 h 5143785"/>
              <a:gd name="connsiteX23615" fmla="*/ 3114866 w 3114960"/>
              <a:gd name="connsiteY23615" fmla="*/ 4116038 h 5143785"/>
              <a:gd name="connsiteX23616" fmla="*/ 3114866 w 3114960"/>
              <a:gd name="connsiteY23616" fmla="*/ 4111180 h 5143785"/>
              <a:gd name="connsiteX23617" fmla="*/ 3084195 w 3114960"/>
              <a:gd name="connsiteY23617" fmla="*/ 4111180 h 5143785"/>
              <a:gd name="connsiteX23618" fmla="*/ 3079052 w 3114960"/>
              <a:gd name="connsiteY23618" fmla="*/ 4104132 h 5143785"/>
              <a:gd name="connsiteX23619" fmla="*/ 3078861 w 3114960"/>
              <a:gd name="connsiteY23619" fmla="*/ 4116800 h 5143785"/>
              <a:gd name="connsiteX23620" fmla="*/ 3070384 w 3114960"/>
              <a:gd name="connsiteY23620" fmla="*/ 4119086 h 5143785"/>
              <a:gd name="connsiteX23621" fmla="*/ 3068098 w 3114960"/>
              <a:gd name="connsiteY23621" fmla="*/ 4110609 h 5143785"/>
              <a:gd name="connsiteX23622" fmla="*/ 3073432 w 3114960"/>
              <a:gd name="connsiteY23622" fmla="*/ 4107561 h 5143785"/>
              <a:gd name="connsiteX23623" fmla="*/ 3076480 w 3114960"/>
              <a:gd name="connsiteY23623" fmla="*/ 4108418 h 5143785"/>
              <a:gd name="connsiteX23624" fmla="*/ 3078766 w 3114960"/>
              <a:gd name="connsiteY23624" fmla="*/ 4116896 h 5143785"/>
              <a:gd name="connsiteX23625" fmla="*/ 682466 w 3114960"/>
              <a:gd name="connsiteY23625" fmla="*/ 3504819 h 5143785"/>
              <a:gd name="connsiteX23626" fmla="*/ 665321 w 3114960"/>
              <a:gd name="connsiteY23626" fmla="*/ 3504819 h 5143785"/>
              <a:gd name="connsiteX23627" fmla="*/ 665321 w 3114960"/>
              <a:gd name="connsiteY23627" fmla="*/ 3500057 h 5143785"/>
              <a:gd name="connsiteX23628" fmla="*/ 682466 w 3114960"/>
              <a:gd name="connsiteY23628" fmla="*/ 3500057 h 5143785"/>
              <a:gd name="connsiteX23629" fmla="*/ 682466 w 3114960"/>
              <a:gd name="connsiteY23629" fmla="*/ 3504819 h 5143785"/>
              <a:gd name="connsiteX23630" fmla="*/ 2867787 w 3114960"/>
              <a:gd name="connsiteY23630" fmla="*/ 1592961 h 5143785"/>
              <a:gd name="connsiteX23631" fmla="*/ 2877788 w 3114960"/>
              <a:gd name="connsiteY23631" fmla="*/ 1583246 h 5143785"/>
              <a:gd name="connsiteX23632" fmla="*/ 2928366 w 3114960"/>
              <a:gd name="connsiteY23632" fmla="*/ 1582960 h 5143785"/>
              <a:gd name="connsiteX23633" fmla="*/ 2934843 w 3114960"/>
              <a:gd name="connsiteY23633" fmla="*/ 1597057 h 5143785"/>
              <a:gd name="connsiteX23634" fmla="*/ 3003995 w 3114960"/>
              <a:gd name="connsiteY23634" fmla="*/ 1597057 h 5143785"/>
              <a:gd name="connsiteX23635" fmla="*/ 3004471 w 3114960"/>
              <a:gd name="connsiteY23635" fmla="*/ 1598962 h 5143785"/>
              <a:gd name="connsiteX23636" fmla="*/ 3017901 w 3114960"/>
              <a:gd name="connsiteY23636" fmla="*/ 1603915 h 5143785"/>
              <a:gd name="connsiteX23637" fmla="*/ 3017901 w 3114960"/>
              <a:gd name="connsiteY23637" fmla="*/ 1603915 h 5143785"/>
              <a:gd name="connsiteX23638" fmla="*/ 3022854 w 3114960"/>
              <a:gd name="connsiteY23638" fmla="*/ 1590485 h 5143785"/>
              <a:gd name="connsiteX23639" fmla="*/ 3013615 w 3114960"/>
              <a:gd name="connsiteY23639" fmla="*/ 1584579 h 5143785"/>
              <a:gd name="connsiteX23640" fmla="*/ 3009329 w 3114960"/>
              <a:gd name="connsiteY23640" fmla="*/ 1585532 h 5143785"/>
              <a:gd name="connsiteX23641" fmla="*/ 3004090 w 3114960"/>
              <a:gd name="connsiteY23641" fmla="*/ 1591247 h 5143785"/>
              <a:gd name="connsiteX23642" fmla="*/ 3003899 w 3114960"/>
              <a:gd name="connsiteY23642" fmla="*/ 1592294 h 5143785"/>
              <a:gd name="connsiteX23643" fmla="*/ 2937796 w 3114960"/>
              <a:gd name="connsiteY23643" fmla="*/ 1592294 h 5143785"/>
              <a:gd name="connsiteX23644" fmla="*/ 2931224 w 3114960"/>
              <a:gd name="connsiteY23644" fmla="*/ 1578197 h 5143785"/>
              <a:gd name="connsiteX23645" fmla="*/ 2876550 w 3114960"/>
              <a:gd name="connsiteY23645" fmla="*/ 1578483 h 5143785"/>
              <a:gd name="connsiteX23646" fmla="*/ 2867501 w 3114960"/>
              <a:gd name="connsiteY23646" fmla="*/ 1572768 h 5143785"/>
              <a:gd name="connsiteX23647" fmla="*/ 2857405 w 3114960"/>
              <a:gd name="connsiteY23647" fmla="*/ 1582865 h 5143785"/>
              <a:gd name="connsiteX23648" fmla="*/ 2867501 w 3114960"/>
              <a:gd name="connsiteY23648" fmla="*/ 1592961 h 5143785"/>
              <a:gd name="connsiteX23649" fmla="*/ 3008757 w 3114960"/>
              <a:gd name="connsiteY23649" fmla="*/ 1592866 h 5143785"/>
              <a:gd name="connsiteX23650" fmla="*/ 3011519 w 3114960"/>
              <a:gd name="connsiteY23650" fmla="*/ 1589818 h 5143785"/>
              <a:gd name="connsiteX23651" fmla="*/ 3018663 w 3114960"/>
              <a:gd name="connsiteY23651" fmla="*/ 1592390 h 5143785"/>
              <a:gd name="connsiteX23652" fmla="*/ 3016092 w 3114960"/>
              <a:gd name="connsiteY23652" fmla="*/ 1599533 h 5143785"/>
              <a:gd name="connsiteX23653" fmla="*/ 3008948 w 3114960"/>
              <a:gd name="connsiteY23653" fmla="*/ 1596962 h 5143785"/>
              <a:gd name="connsiteX23654" fmla="*/ 3008757 w 3114960"/>
              <a:gd name="connsiteY23654" fmla="*/ 1592866 h 5143785"/>
              <a:gd name="connsiteX23655" fmla="*/ 2867787 w 3114960"/>
              <a:gd name="connsiteY23655" fmla="*/ 1577531 h 5143785"/>
              <a:gd name="connsiteX23656" fmla="*/ 2873121 w 3114960"/>
              <a:gd name="connsiteY23656" fmla="*/ 1582865 h 5143785"/>
              <a:gd name="connsiteX23657" fmla="*/ 2867787 w 3114960"/>
              <a:gd name="connsiteY23657" fmla="*/ 1588199 h 5143785"/>
              <a:gd name="connsiteX23658" fmla="*/ 2862453 w 3114960"/>
              <a:gd name="connsiteY23658" fmla="*/ 1582865 h 5143785"/>
              <a:gd name="connsiteX23659" fmla="*/ 2867787 w 3114960"/>
              <a:gd name="connsiteY23659" fmla="*/ 1577531 h 5143785"/>
              <a:gd name="connsiteX23660" fmla="*/ 3068098 w 3114960"/>
              <a:gd name="connsiteY23660" fmla="*/ 363093 h 5143785"/>
              <a:gd name="connsiteX23661" fmla="*/ 3114770 w 3114960"/>
              <a:gd name="connsiteY23661" fmla="*/ 410718 h 5143785"/>
              <a:gd name="connsiteX23662" fmla="*/ 3114770 w 3114960"/>
              <a:gd name="connsiteY23662" fmla="*/ 417481 h 5143785"/>
              <a:gd name="connsiteX23663" fmla="*/ 3066098 w 3114960"/>
              <a:gd name="connsiteY23663" fmla="*/ 367760 h 5143785"/>
              <a:gd name="connsiteX23664" fmla="*/ 3032093 w 3114960"/>
              <a:gd name="connsiteY23664" fmla="*/ 367760 h 5143785"/>
              <a:gd name="connsiteX23665" fmla="*/ 3027807 w 3114960"/>
              <a:gd name="connsiteY23665" fmla="*/ 376333 h 5143785"/>
              <a:gd name="connsiteX23666" fmla="*/ 3005804 w 3114960"/>
              <a:gd name="connsiteY23666" fmla="*/ 376333 h 5143785"/>
              <a:gd name="connsiteX23667" fmla="*/ 3005804 w 3114960"/>
              <a:gd name="connsiteY23667" fmla="*/ 354330 h 5143785"/>
              <a:gd name="connsiteX23668" fmla="*/ 3027807 w 3114960"/>
              <a:gd name="connsiteY23668" fmla="*/ 354330 h 5143785"/>
              <a:gd name="connsiteX23669" fmla="*/ 3032093 w 3114960"/>
              <a:gd name="connsiteY23669" fmla="*/ 362903 h 5143785"/>
              <a:gd name="connsiteX23670" fmla="*/ 3068098 w 3114960"/>
              <a:gd name="connsiteY23670" fmla="*/ 362903 h 5143785"/>
              <a:gd name="connsiteX23671" fmla="*/ 2131981 w 3114960"/>
              <a:gd name="connsiteY23671" fmla="*/ 2911507 h 5143785"/>
              <a:gd name="connsiteX23672" fmla="*/ 2118932 w 3114960"/>
              <a:gd name="connsiteY23672" fmla="*/ 2925413 h 5143785"/>
              <a:gd name="connsiteX23673" fmla="*/ 2115407 w 3114960"/>
              <a:gd name="connsiteY23673" fmla="*/ 2922175 h 5143785"/>
              <a:gd name="connsiteX23674" fmla="*/ 2128457 w 3114960"/>
              <a:gd name="connsiteY23674" fmla="*/ 2908268 h 5143785"/>
              <a:gd name="connsiteX23675" fmla="*/ 2131981 w 3114960"/>
              <a:gd name="connsiteY23675" fmla="*/ 2911507 h 5143785"/>
              <a:gd name="connsiteX23676" fmla="*/ 2254663 w 3114960"/>
              <a:gd name="connsiteY23676" fmla="*/ 2855690 h 5143785"/>
              <a:gd name="connsiteX23677" fmla="*/ 2258187 w 3114960"/>
              <a:gd name="connsiteY23677" fmla="*/ 2858834 h 5143785"/>
              <a:gd name="connsiteX23678" fmla="*/ 2245519 w 3114960"/>
              <a:gd name="connsiteY23678" fmla="*/ 2873121 h 5143785"/>
              <a:gd name="connsiteX23679" fmla="*/ 2241995 w 3114960"/>
              <a:gd name="connsiteY23679" fmla="*/ 2869978 h 5143785"/>
              <a:gd name="connsiteX23680" fmla="*/ 2254663 w 3114960"/>
              <a:gd name="connsiteY23680" fmla="*/ 2855690 h 5143785"/>
              <a:gd name="connsiteX23681" fmla="*/ 2132267 w 3114960"/>
              <a:gd name="connsiteY23681" fmla="*/ 3125629 h 5143785"/>
              <a:gd name="connsiteX23682" fmla="*/ 2142935 w 3114960"/>
              <a:gd name="connsiteY23682" fmla="*/ 3128201 h 5143785"/>
              <a:gd name="connsiteX23683" fmla="*/ 2152269 w 3114960"/>
              <a:gd name="connsiteY23683" fmla="*/ 3122486 h 5143785"/>
              <a:gd name="connsiteX23684" fmla="*/ 2149221 w 3114960"/>
              <a:gd name="connsiteY23684" fmla="*/ 3102483 h 5143785"/>
              <a:gd name="connsiteX23685" fmla="*/ 2140744 w 3114960"/>
              <a:gd name="connsiteY23685" fmla="*/ 3099721 h 5143785"/>
              <a:gd name="connsiteX23686" fmla="*/ 2129123 w 3114960"/>
              <a:gd name="connsiteY23686" fmla="*/ 3105531 h 5143785"/>
              <a:gd name="connsiteX23687" fmla="*/ 2132171 w 3114960"/>
              <a:gd name="connsiteY23687" fmla="*/ 3125534 h 5143785"/>
              <a:gd name="connsiteX23688" fmla="*/ 2131314 w 3114960"/>
              <a:gd name="connsiteY23688" fmla="*/ 3107150 h 5143785"/>
              <a:gd name="connsiteX23689" fmla="*/ 2147697 w 3114960"/>
              <a:gd name="connsiteY23689" fmla="*/ 3104674 h 5143785"/>
              <a:gd name="connsiteX23690" fmla="*/ 2152364 w 3114960"/>
              <a:gd name="connsiteY23690" fmla="*/ 3112294 h 5143785"/>
              <a:gd name="connsiteX23691" fmla="*/ 2150269 w 3114960"/>
              <a:gd name="connsiteY23691" fmla="*/ 3120962 h 5143785"/>
              <a:gd name="connsiteX23692" fmla="*/ 2142649 w 3114960"/>
              <a:gd name="connsiteY23692" fmla="*/ 3125629 h 5143785"/>
              <a:gd name="connsiteX23693" fmla="*/ 2140839 w 3114960"/>
              <a:gd name="connsiteY23693" fmla="*/ 3125724 h 5143785"/>
              <a:gd name="connsiteX23694" fmla="*/ 2133981 w 3114960"/>
              <a:gd name="connsiteY23694" fmla="*/ 3123438 h 5143785"/>
              <a:gd name="connsiteX23695" fmla="*/ 2131505 w 3114960"/>
              <a:gd name="connsiteY23695" fmla="*/ 3107055 h 5143785"/>
              <a:gd name="connsiteX23696" fmla="*/ 2133695 w 3114960"/>
              <a:gd name="connsiteY23696" fmla="*/ 3114104 h 5143785"/>
              <a:gd name="connsiteX23697" fmla="*/ 2140744 w 3114960"/>
              <a:gd name="connsiteY23697" fmla="*/ 3107055 h 5143785"/>
              <a:gd name="connsiteX23698" fmla="*/ 2147792 w 3114960"/>
              <a:gd name="connsiteY23698" fmla="*/ 3114104 h 5143785"/>
              <a:gd name="connsiteX23699" fmla="*/ 2140744 w 3114960"/>
              <a:gd name="connsiteY23699" fmla="*/ 3121152 h 5143785"/>
              <a:gd name="connsiteX23700" fmla="*/ 2133695 w 3114960"/>
              <a:gd name="connsiteY23700" fmla="*/ 3114104 h 5143785"/>
              <a:gd name="connsiteX23701" fmla="*/ 2731294 w 3114960"/>
              <a:gd name="connsiteY23701" fmla="*/ 919448 h 5143785"/>
              <a:gd name="connsiteX23702" fmla="*/ 2749392 w 3114960"/>
              <a:gd name="connsiteY23702" fmla="*/ 901351 h 5143785"/>
              <a:gd name="connsiteX23703" fmla="*/ 2731294 w 3114960"/>
              <a:gd name="connsiteY23703" fmla="*/ 883253 h 5143785"/>
              <a:gd name="connsiteX23704" fmla="*/ 2713196 w 3114960"/>
              <a:gd name="connsiteY23704" fmla="*/ 901351 h 5143785"/>
              <a:gd name="connsiteX23705" fmla="*/ 2715101 w 3114960"/>
              <a:gd name="connsiteY23705" fmla="*/ 909257 h 5143785"/>
              <a:gd name="connsiteX23706" fmla="*/ 2689479 w 3114960"/>
              <a:gd name="connsiteY23706" fmla="*/ 935355 h 5143785"/>
              <a:gd name="connsiteX23707" fmla="*/ 2689479 w 3114960"/>
              <a:gd name="connsiteY23707" fmla="*/ 1026795 h 5143785"/>
              <a:gd name="connsiteX23708" fmla="*/ 2627757 w 3114960"/>
              <a:gd name="connsiteY23708" fmla="*/ 1089851 h 5143785"/>
              <a:gd name="connsiteX23709" fmla="*/ 2514981 w 3114960"/>
              <a:gd name="connsiteY23709" fmla="*/ 1089851 h 5143785"/>
              <a:gd name="connsiteX23710" fmla="*/ 2498979 w 3114960"/>
              <a:gd name="connsiteY23710" fmla="*/ 1071563 h 5143785"/>
              <a:gd name="connsiteX23711" fmla="*/ 2313908 w 3114960"/>
              <a:gd name="connsiteY23711" fmla="*/ 1071563 h 5143785"/>
              <a:gd name="connsiteX23712" fmla="*/ 2303145 w 3114960"/>
              <a:gd name="connsiteY23712" fmla="*/ 1062419 h 5143785"/>
              <a:gd name="connsiteX23713" fmla="*/ 2271522 w 3114960"/>
              <a:gd name="connsiteY23713" fmla="*/ 1062419 h 5143785"/>
              <a:gd name="connsiteX23714" fmla="*/ 2260854 w 3114960"/>
              <a:gd name="connsiteY23714" fmla="*/ 1070991 h 5143785"/>
              <a:gd name="connsiteX23715" fmla="*/ 2170367 w 3114960"/>
              <a:gd name="connsiteY23715" fmla="*/ 1072325 h 5143785"/>
              <a:gd name="connsiteX23716" fmla="*/ 2146268 w 3114960"/>
              <a:gd name="connsiteY23716" fmla="*/ 1093756 h 5143785"/>
              <a:gd name="connsiteX23717" fmla="*/ 2145411 w 3114960"/>
              <a:gd name="connsiteY23717" fmla="*/ 1152906 h 5143785"/>
              <a:gd name="connsiteX23718" fmla="*/ 2128076 w 3114960"/>
              <a:gd name="connsiteY23718" fmla="*/ 1166717 h 5143785"/>
              <a:gd name="connsiteX23719" fmla="*/ 2115693 w 3114960"/>
              <a:gd name="connsiteY23719" fmla="*/ 1160907 h 5143785"/>
              <a:gd name="connsiteX23720" fmla="*/ 2114074 w 3114960"/>
              <a:gd name="connsiteY23720" fmla="*/ 1160907 h 5143785"/>
              <a:gd name="connsiteX23721" fmla="*/ 2101120 w 3114960"/>
              <a:gd name="connsiteY23721" fmla="*/ 1165670 h 5143785"/>
              <a:gd name="connsiteX23722" fmla="*/ 2094167 w 3114960"/>
              <a:gd name="connsiteY23722" fmla="*/ 1179290 h 5143785"/>
              <a:gd name="connsiteX23723" fmla="*/ 2095310 w 3114960"/>
              <a:gd name="connsiteY23723" fmla="*/ 1187577 h 5143785"/>
              <a:gd name="connsiteX23724" fmla="*/ 1994821 w 3114960"/>
              <a:gd name="connsiteY23724" fmla="*/ 1272731 h 5143785"/>
              <a:gd name="connsiteX23725" fmla="*/ 1937480 w 3114960"/>
              <a:gd name="connsiteY23725" fmla="*/ 1271873 h 5143785"/>
              <a:gd name="connsiteX23726" fmla="*/ 1926336 w 3114960"/>
              <a:gd name="connsiteY23726" fmla="*/ 1252633 h 5143785"/>
              <a:gd name="connsiteX23727" fmla="*/ 1800225 w 3114960"/>
              <a:gd name="connsiteY23727" fmla="*/ 1252633 h 5143785"/>
              <a:gd name="connsiteX23728" fmla="*/ 1799653 w 3114960"/>
              <a:gd name="connsiteY23728" fmla="*/ 1250252 h 5143785"/>
              <a:gd name="connsiteX23729" fmla="*/ 1783461 w 3114960"/>
              <a:gd name="connsiteY23729" fmla="*/ 1244537 h 5143785"/>
              <a:gd name="connsiteX23730" fmla="*/ 1777746 w 3114960"/>
              <a:gd name="connsiteY23730" fmla="*/ 1260729 h 5143785"/>
              <a:gd name="connsiteX23731" fmla="*/ 1793939 w 3114960"/>
              <a:gd name="connsiteY23731" fmla="*/ 1266444 h 5143785"/>
              <a:gd name="connsiteX23732" fmla="*/ 1800035 w 3114960"/>
              <a:gd name="connsiteY23732" fmla="*/ 1259681 h 5143785"/>
              <a:gd name="connsiteX23733" fmla="*/ 1922240 w 3114960"/>
              <a:gd name="connsiteY23733" fmla="*/ 1259681 h 5143785"/>
              <a:gd name="connsiteX23734" fmla="*/ 1933289 w 3114960"/>
              <a:gd name="connsiteY23734" fmla="*/ 1278827 h 5143785"/>
              <a:gd name="connsiteX23735" fmla="*/ 1997393 w 3114960"/>
              <a:gd name="connsiteY23735" fmla="*/ 1279779 h 5143785"/>
              <a:gd name="connsiteX23736" fmla="*/ 2099024 w 3114960"/>
              <a:gd name="connsiteY23736" fmla="*/ 1193768 h 5143785"/>
              <a:gd name="connsiteX23737" fmla="*/ 2127123 w 3114960"/>
              <a:gd name="connsiteY23737" fmla="*/ 1195959 h 5143785"/>
              <a:gd name="connsiteX23738" fmla="*/ 2134076 w 3114960"/>
              <a:gd name="connsiteY23738" fmla="*/ 1182338 h 5143785"/>
              <a:gd name="connsiteX23739" fmla="*/ 2132267 w 3114960"/>
              <a:gd name="connsiteY23739" fmla="*/ 1172528 h 5143785"/>
              <a:gd name="connsiteX23740" fmla="*/ 2152650 w 3114960"/>
              <a:gd name="connsiteY23740" fmla="*/ 1156526 h 5143785"/>
              <a:gd name="connsiteX23741" fmla="*/ 2153507 w 3114960"/>
              <a:gd name="connsiteY23741" fmla="*/ 1096899 h 5143785"/>
              <a:gd name="connsiteX23742" fmla="*/ 2173224 w 3114960"/>
              <a:gd name="connsiteY23742" fmla="*/ 1079373 h 5143785"/>
              <a:gd name="connsiteX23743" fmla="*/ 2260759 w 3114960"/>
              <a:gd name="connsiteY23743" fmla="*/ 1078135 h 5143785"/>
              <a:gd name="connsiteX23744" fmla="*/ 2271617 w 3114960"/>
              <a:gd name="connsiteY23744" fmla="*/ 1087850 h 5143785"/>
              <a:gd name="connsiteX23745" fmla="*/ 2303240 w 3114960"/>
              <a:gd name="connsiteY23745" fmla="*/ 1087850 h 5143785"/>
              <a:gd name="connsiteX23746" fmla="*/ 2314004 w 3114960"/>
              <a:gd name="connsiteY23746" fmla="*/ 1078706 h 5143785"/>
              <a:gd name="connsiteX23747" fmla="*/ 2495836 w 3114960"/>
              <a:gd name="connsiteY23747" fmla="*/ 1078706 h 5143785"/>
              <a:gd name="connsiteX23748" fmla="*/ 2511838 w 3114960"/>
              <a:gd name="connsiteY23748" fmla="*/ 1096994 h 5143785"/>
              <a:gd name="connsiteX23749" fmla="*/ 2630805 w 3114960"/>
              <a:gd name="connsiteY23749" fmla="*/ 1096994 h 5143785"/>
              <a:gd name="connsiteX23750" fmla="*/ 2696909 w 3114960"/>
              <a:gd name="connsiteY23750" fmla="*/ 1029652 h 5143785"/>
              <a:gd name="connsiteX23751" fmla="*/ 2696909 w 3114960"/>
              <a:gd name="connsiteY23751" fmla="*/ 938594 h 5143785"/>
              <a:gd name="connsiteX23752" fmla="*/ 2719578 w 3114960"/>
              <a:gd name="connsiteY23752" fmla="*/ 914972 h 5143785"/>
              <a:gd name="connsiteX23753" fmla="*/ 2731389 w 3114960"/>
              <a:gd name="connsiteY23753" fmla="*/ 919448 h 5143785"/>
              <a:gd name="connsiteX23754" fmla="*/ 2122456 w 3114960"/>
              <a:gd name="connsiteY23754" fmla="*/ 1190530 h 5143785"/>
              <a:gd name="connsiteX23755" fmla="*/ 2114169 w 3114960"/>
              <a:gd name="connsiteY23755" fmla="*/ 1193578 h 5143785"/>
              <a:gd name="connsiteX23756" fmla="*/ 2104358 w 3114960"/>
              <a:gd name="connsiteY23756" fmla="*/ 1189101 h 5143785"/>
              <a:gd name="connsiteX23757" fmla="*/ 2101310 w 3114960"/>
              <a:gd name="connsiteY23757" fmla="*/ 1179767 h 5143785"/>
              <a:gd name="connsiteX23758" fmla="*/ 2105787 w 3114960"/>
              <a:gd name="connsiteY23758" fmla="*/ 1171004 h 5143785"/>
              <a:gd name="connsiteX23759" fmla="*/ 2115122 w 3114960"/>
              <a:gd name="connsiteY23759" fmla="*/ 1167956 h 5143785"/>
              <a:gd name="connsiteX23760" fmla="*/ 2123885 w 3114960"/>
              <a:gd name="connsiteY23760" fmla="*/ 1172432 h 5143785"/>
              <a:gd name="connsiteX23761" fmla="*/ 2126933 w 3114960"/>
              <a:gd name="connsiteY23761" fmla="*/ 1181767 h 5143785"/>
              <a:gd name="connsiteX23762" fmla="*/ 2122456 w 3114960"/>
              <a:gd name="connsiteY23762" fmla="*/ 1190530 h 5143785"/>
              <a:gd name="connsiteX23763" fmla="*/ 2307241 w 3114960"/>
              <a:gd name="connsiteY23763" fmla="*/ 1076706 h 5143785"/>
              <a:gd name="connsiteX23764" fmla="*/ 2303240 w 3114960"/>
              <a:gd name="connsiteY23764" fmla="*/ 1080707 h 5143785"/>
              <a:gd name="connsiteX23765" fmla="*/ 2271617 w 3114960"/>
              <a:gd name="connsiteY23765" fmla="*/ 1080707 h 5143785"/>
              <a:gd name="connsiteX23766" fmla="*/ 2267617 w 3114960"/>
              <a:gd name="connsiteY23766" fmla="*/ 1076706 h 5143785"/>
              <a:gd name="connsiteX23767" fmla="*/ 2267617 w 3114960"/>
              <a:gd name="connsiteY23767" fmla="*/ 1073658 h 5143785"/>
              <a:gd name="connsiteX23768" fmla="*/ 2271617 w 3114960"/>
              <a:gd name="connsiteY23768" fmla="*/ 1069658 h 5143785"/>
              <a:gd name="connsiteX23769" fmla="*/ 2303240 w 3114960"/>
              <a:gd name="connsiteY23769" fmla="*/ 1069658 h 5143785"/>
              <a:gd name="connsiteX23770" fmla="*/ 2307241 w 3114960"/>
              <a:gd name="connsiteY23770" fmla="*/ 1073658 h 5143785"/>
              <a:gd name="connsiteX23771" fmla="*/ 2307241 w 3114960"/>
              <a:gd name="connsiteY23771" fmla="*/ 1076706 h 5143785"/>
              <a:gd name="connsiteX23772" fmla="*/ 2731294 w 3114960"/>
              <a:gd name="connsiteY23772" fmla="*/ 888302 h 5143785"/>
              <a:gd name="connsiteX23773" fmla="*/ 2744248 w 3114960"/>
              <a:gd name="connsiteY23773" fmla="*/ 901256 h 5143785"/>
              <a:gd name="connsiteX23774" fmla="*/ 2731294 w 3114960"/>
              <a:gd name="connsiteY23774" fmla="*/ 914210 h 5143785"/>
              <a:gd name="connsiteX23775" fmla="*/ 2718340 w 3114960"/>
              <a:gd name="connsiteY23775" fmla="*/ 901256 h 5143785"/>
              <a:gd name="connsiteX23776" fmla="*/ 2731294 w 3114960"/>
              <a:gd name="connsiteY23776" fmla="*/ 888302 h 5143785"/>
              <a:gd name="connsiteX23777" fmla="*/ 2569559 w 3114960"/>
              <a:gd name="connsiteY23777" fmla="*/ 1041940 h 5143785"/>
              <a:gd name="connsiteX23778" fmla="*/ 2557367 w 3114960"/>
              <a:gd name="connsiteY23778" fmla="*/ 1057751 h 5143785"/>
              <a:gd name="connsiteX23779" fmla="*/ 2541556 w 3114960"/>
              <a:gd name="connsiteY23779" fmla="*/ 1045559 h 5143785"/>
              <a:gd name="connsiteX23780" fmla="*/ 2553748 w 3114960"/>
              <a:gd name="connsiteY23780" fmla="*/ 1029748 h 5143785"/>
              <a:gd name="connsiteX23781" fmla="*/ 2569559 w 3114960"/>
              <a:gd name="connsiteY23781" fmla="*/ 1041940 h 5143785"/>
              <a:gd name="connsiteX23782" fmla="*/ 2133029 w 3114960"/>
              <a:gd name="connsiteY23782" fmla="*/ 2763584 h 5143785"/>
              <a:gd name="connsiteX23783" fmla="*/ 2130933 w 3114960"/>
              <a:gd name="connsiteY23783" fmla="*/ 2761584 h 5143785"/>
              <a:gd name="connsiteX23784" fmla="*/ 2116646 w 3114960"/>
              <a:gd name="connsiteY23784" fmla="*/ 2761584 h 5143785"/>
              <a:gd name="connsiteX23785" fmla="*/ 2116646 w 3114960"/>
              <a:gd name="connsiteY23785" fmla="*/ 2756821 h 5143785"/>
              <a:gd name="connsiteX23786" fmla="*/ 2132838 w 3114960"/>
              <a:gd name="connsiteY23786" fmla="*/ 2756821 h 5143785"/>
              <a:gd name="connsiteX23787" fmla="*/ 2136267 w 3114960"/>
              <a:gd name="connsiteY23787" fmla="*/ 2760059 h 5143785"/>
              <a:gd name="connsiteX23788" fmla="*/ 2133029 w 3114960"/>
              <a:gd name="connsiteY23788" fmla="*/ 2763584 h 5143785"/>
              <a:gd name="connsiteX23789" fmla="*/ 2912269 w 3114960"/>
              <a:gd name="connsiteY23789" fmla="*/ 1473422 h 5143785"/>
              <a:gd name="connsiteX23790" fmla="*/ 2912269 w 3114960"/>
              <a:gd name="connsiteY23790" fmla="*/ 1488472 h 5143785"/>
              <a:gd name="connsiteX23791" fmla="*/ 2904363 w 3114960"/>
              <a:gd name="connsiteY23791" fmla="*/ 1496378 h 5143785"/>
              <a:gd name="connsiteX23792" fmla="*/ 2889313 w 3114960"/>
              <a:gd name="connsiteY23792" fmla="*/ 1496378 h 5143785"/>
              <a:gd name="connsiteX23793" fmla="*/ 2881408 w 3114960"/>
              <a:gd name="connsiteY23793" fmla="*/ 1488472 h 5143785"/>
              <a:gd name="connsiteX23794" fmla="*/ 2881408 w 3114960"/>
              <a:gd name="connsiteY23794" fmla="*/ 1473422 h 5143785"/>
              <a:gd name="connsiteX23795" fmla="*/ 2889313 w 3114960"/>
              <a:gd name="connsiteY23795" fmla="*/ 1465517 h 5143785"/>
              <a:gd name="connsiteX23796" fmla="*/ 2904363 w 3114960"/>
              <a:gd name="connsiteY23796" fmla="*/ 1465517 h 5143785"/>
              <a:gd name="connsiteX23797" fmla="*/ 2912269 w 3114960"/>
              <a:gd name="connsiteY23797" fmla="*/ 1473422 h 5143785"/>
              <a:gd name="connsiteX23798" fmla="*/ 3024759 w 3114960"/>
              <a:gd name="connsiteY23798" fmla="*/ 3625787 h 5143785"/>
              <a:gd name="connsiteX23799" fmla="*/ 3114770 w 3114960"/>
              <a:gd name="connsiteY23799" fmla="*/ 3625787 h 5143785"/>
              <a:gd name="connsiteX23800" fmla="*/ 3114770 w 3114960"/>
              <a:gd name="connsiteY23800" fmla="*/ 3621024 h 5143785"/>
              <a:gd name="connsiteX23801" fmla="*/ 3026474 w 3114960"/>
              <a:gd name="connsiteY23801" fmla="*/ 3621024 h 5143785"/>
              <a:gd name="connsiteX23802" fmla="*/ 2996565 w 3114960"/>
              <a:gd name="connsiteY23802" fmla="*/ 3595021 h 5143785"/>
              <a:gd name="connsiteX23803" fmla="*/ 2996565 w 3114960"/>
              <a:gd name="connsiteY23803" fmla="*/ 3505676 h 5143785"/>
              <a:gd name="connsiteX23804" fmla="*/ 3003613 w 3114960"/>
              <a:gd name="connsiteY23804" fmla="*/ 3501485 h 5143785"/>
              <a:gd name="connsiteX23805" fmla="*/ 3001518 w 3114960"/>
              <a:gd name="connsiteY23805" fmla="*/ 3486150 h 5143785"/>
              <a:gd name="connsiteX23806" fmla="*/ 2993422 w 3114960"/>
              <a:gd name="connsiteY23806" fmla="*/ 3484055 h 5143785"/>
              <a:gd name="connsiteX23807" fmla="*/ 2986183 w 3114960"/>
              <a:gd name="connsiteY23807" fmla="*/ 3488341 h 5143785"/>
              <a:gd name="connsiteX23808" fmla="*/ 2988278 w 3114960"/>
              <a:gd name="connsiteY23808" fmla="*/ 3503676 h 5143785"/>
              <a:gd name="connsiteX23809" fmla="*/ 2991803 w 3114960"/>
              <a:gd name="connsiteY23809" fmla="*/ 3505391 h 5143785"/>
              <a:gd name="connsiteX23810" fmla="*/ 2991803 w 3114960"/>
              <a:gd name="connsiteY23810" fmla="*/ 3597307 h 5143785"/>
              <a:gd name="connsiteX23811" fmla="*/ 3024664 w 3114960"/>
              <a:gd name="connsiteY23811" fmla="*/ 3625882 h 5143785"/>
              <a:gd name="connsiteX23812" fmla="*/ 2991136 w 3114960"/>
              <a:gd name="connsiteY23812" fmla="*/ 3499866 h 5143785"/>
              <a:gd name="connsiteX23813" fmla="*/ 2989898 w 3114960"/>
              <a:gd name="connsiteY23813" fmla="*/ 3491198 h 5143785"/>
              <a:gd name="connsiteX23814" fmla="*/ 2993993 w 3114960"/>
              <a:gd name="connsiteY23814" fmla="*/ 3488817 h 5143785"/>
              <a:gd name="connsiteX23815" fmla="*/ 2994851 w 3114960"/>
              <a:gd name="connsiteY23815" fmla="*/ 3488817 h 5143785"/>
              <a:gd name="connsiteX23816" fmla="*/ 2998565 w 3114960"/>
              <a:gd name="connsiteY23816" fmla="*/ 3490055 h 5143785"/>
              <a:gd name="connsiteX23817" fmla="*/ 2999804 w 3114960"/>
              <a:gd name="connsiteY23817" fmla="*/ 3498723 h 5143785"/>
              <a:gd name="connsiteX23818" fmla="*/ 2995708 w 3114960"/>
              <a:gd name="connsiteY23818" fmla="*/ 3501104 h 5143785"/>
              <a:gd name="connsiteX23819" fmla="*/ 2991136 w 3114960"/>
              <a:gd name="connsiteY23819" fmla="*/ 3499961 h 5143785"/>
              <a:gd name="connsiteX23820" fmla="*/ 2669000 w 3114960"/>
              <a:gd name="connsiteY23820" fmla="*/ 3384423 h 5143785"/>
              <a:gd name="connsiteX23821" fmla="*/ 2671953 w 3114960"/>
              <a:gd name="connsiteY23821" fmla="*/ 3384804 h 5143785"/>
              <a:gd name="connsiteX23822" fmla="*/ 2678525 w 3114960"/>
              <a:gd name="connsiteY23822" fmla="*/ 3382994 h 5143785"/>
              <a:gd name="connsiteX23823" fmla="*/ 2679192 w 3114960"/>
              <a:gd name="connsiteY23823" fmla="*/ 3382328 h 5143785"/>
              <a:gd name="connsiteX23824" fmla="*/ 2772251 w 3114960"/>
              <a:gd name="connsiteY23824" fmla="*/ 3467576 h 5143785"/>
              <a:gd name="connsiteX23825" fmla="*/ 2772918 w 3114960"/>
              <a:gd name="connsiteY23825" fmla="*/ 3468243 h 5143785"/>
              <a:gd name="connsiteX23826" fmla="*/ 2883599 w 3114960"/>
              <a:gd name="connsiteY23826" fmla="*/ 3468243 h 5143785"/>
              <a:gd name="connsiteX23827" fmla="*/ 2922270 w 3114960"/>
              <a:gd name="connsiteY23827" fmla="*/ 3499390 h 5143785"/>
              <a:gd name="connsiteX23828" fmla="*/ 2922651 w 3114960"/>
              <a:gd name="connsiteY23828" fmla="*/ 3584734 h 5143785"/>
              <a:gd name="connsiteX23829" fmla="*/ 2919413 w 3114960"/>
              <a:gd name="connsiteY23829" fmla="*/ 3584734 h 5143785"/>
              <a:gd name="connsiteX23830" fmla="*/ 2913412 w 3114960"/>
              <a:gd name="connsiteY23830" fmla="*/ 3590735 h 5143785"/>
              <a:gd name="connsiteX23831" fmla="*/ 2913412 w 3114960"/>
              <a:gd name="connsiteY23831" fmla="*/ 3601784 h 5143785"/>
              <a:gd name="connsiteX23832" fmla="*/ 2919413 w 3114960"/>
              <a:gd name="connsiteY23832" fmla="*/ 3607784 h 5143785"/>
              <a:gd name="connsiteX23833" fmla="*/ 2930462 w 3114960"/>
              <a:gd name="connsiteY23833" fmla="*/ 3607784 h 5143785"/>
              <a:gd name="connsiteX23834" fmla="*/ 2936462 w 3114960"/>
              <a:gd name="connsiteY23834" fmla="*/ 3601784 h 5143785"/>
              <a:gd name="connsiteX23835" fmla="*/ 2936462 w 3114960"/>
              <a:gd name="connsiteY23835" fmla="*/ 3590735 h 5143785"/>
              <a:gd name="connsiteX23836" fmla="*/ 2930462 w 3114960"/>
              <a:gd name="connsiteY23836" fmla="*/ 3584734 h 5143785"/>
              <a:gd name="connsiteX23837" fmla="*/ 2927413 w 3114960"/>
              <a:gd name="connsiteY23837" fmla="*/ 3584734 h 5143785"/>
              <a:gd name="connsiteX23838" fmla="*/ 2927033 w 3114960"/>
              <a:gd name="connsiteY23838" fmla="*/ 3497104 h 5143785"/>
              <a:gd name="connsiteX23839" fmla="*/ 2885980 w 3114960"/>
              <a:gd name="connsiteY23839" fmla="*/ 3464052 h 5143785"/>
              <a:gd name="connsiteX23840" fmla="*/ 2885313 w 3114960"/>
              <a:gd name="connsiteY23840" fmla="*/ 3463480 h 5143785"/>
              <a:gd name="connsiteX23841" fmla="*/ 2774728 w 3114960"/>
              <a:gd name="connsiteY23841" fmla="*/ 3463480 h 5143785"/>
              <a:gd name="connsiteX23842" fmla="*/ 2682430 w 3114960"/>
              <a:gd name="connsiteY23842" fmla="*/ 3378803 h 5143785"/>
              <a:gd name="connsiteX23843" fmla="*/ 2684145 w 3114960"/>
              <a:gd name="connsiteY23843" fmla="*/ 3375184 h 5143785"/>
              <a:gd name="connsiteX23844" fmla="*/ 2682621 w 3114960"/>
              <a:gd name="connsiteY23844" fmla="*/ 3365659 h 5143785"/>
              <a:gd name="connsiteX23845" fmla="*/ 2674811 w 3114960"/>
              <a:gd name="connsiteY23845" fmla="*/ 3360039 h 5143785"/>
              <a:gd name="connsiteX23846" fmla="*/ 2665286 w 3114960"/>
              <a:gd name="connsiteY23846" fmla="*/ 3361563 h 5143785"/>
              <a:gd name="connsiteX23847" fmla="*/ 2659571 w 3114960"/>
              <a:gd name="connsiteY23847" fmla="*/ 3369374 h 5143785"/>
              <a:gd name="connsiteX23848" fmla="*/ 2661095 w 3114960"/>
              <a:gd name="connsiteY23848" fmla="*/ 3378899 h 5143785"/>
              <a:gd name="connsiteX23849" fmla="*/ 2668905 w 3114960"/>
              <a:gd name="connsiteY23849" fmla="*/ 3384518 h 5143785"/>
              <a:gd name="connsiteX23850" fmla="*/ 2930557 w 3114960"/>
              <a:gd name="connsiteY23850" fmla="*/ 3589401 h 5143785"/>
              <a:gd name="connsiteX23851" fmla="*/ 2931795 w 3114960"/>
              <a:gd name="connsiteY23851" fmla="*/ 3590639 h 5143785"/>
              <a:gd name="connsiteX23852" fmla="*/ 2931795 w 3114960"/>
              <a:gd name="connsiteY23852" fmla="*/ 3601688 h 5143785"/>
              <a:gd name="connsiteX23853" fmla="*/ 2930557 w 3114960"/>
              <a:gd name="connsiteY23853" fmla="*/ 3602927 h 5143785"/>
              <a:gd name="connsiteX23854" fmla="*/ 2919508 w 3114960"/>
              <a:gd name="connsiteY23854" fmla="*/ 3602927 h 5143785"/>
              <a:gd name="connsiteX23855" fmla="*/ 2918270 w 3114960"/>
              <a:gd name="connsiteY23855" fmla="*/ 3601688 h 5143785"/>
              <a:gd name="connsiteX23856" fmla="*/ 2918270 w 3114960"/>
              <a:gd name="connsiteY23856" fmla="*/ 3590639 h 5143785"/>
              <a:gd name="connsiteX23857" fmla="*/ 2919508 w 3114960"/>
              <a:gd name="connsiteY23857" fmla="*/ 3589401 h 5143785"/>
              <a:gd name="connsiteX23858" fmla="*/ 2930557 w 3114960"/>
              <a:gd name="connsiteY23858" fmla="*/ 3589401 h 5143785"/>
              <a:gd name="connsiteX23859" fmla="*/ 2664333 w 3114960"/>
              <a:gd name="connsiteY23859" fmla="*/ 3370421 h 5143785"/>
              <a:gd name="connsiteX23860" fmla="*/ 2667857 w 3114960"/>
              <a:gd name="connsiteY23860" fmla="*/ 3365563 h 5143785"/>
              <a:gd name="connsiteX23861" fmla="*/ 2671953 w 3114960"/>
              <a:gd name="connsiteY23861" fmla="*/ 3364421 h 5143785"/>
              <a:gd name="connsiteX23862" fmla="*/ 2673763 w 3114960"/>
              <a:gd name="connsiteY23862" fmla="*/ 3364611 h 5143785"/>
              <a:gd name="connsiteX23863" fmla="*/ 2673763 w 3114960"/>
              <a:gd name="connsiteY23863" fmla="*/ 3364611 h 5143785"/>
              <a:gd name="connsiteX23864" fmla="*/ 2678621 w 3114960"/>
              <a:gd name="connsiteY23864" fmla="*/ 3368135 h 5143785"/>
              <a:gd name="connsiteX23865" fmla="*/ 2679573 w 3114960"/>
              <a:gd name="connsiteY23865" fmla="*/ 3374041 h 5143785"/>
              <a:gd name="connsiteX23866" fmla="*/ 2676049 w 3114960"/>
              <a:gd name="connsiteY23866" fmla="*/ 3378899 h 5143785"/>
              <a:gd name="connsiteX23867" fmla="*/ 2670143 w 3114960"/>
              <a:gd name="connsiteY23867" fmla="*/ 3379851 h 5143785"/>
              <a:gd name="connsiteX23868" fmla="*/ 2665286 w 3114960"/>
              <a:gd name="connsiteY23868" fmla="*/ 3376327 h 5143785"/>
              <a:gd name="connsiteX23869" fmla="*/ 2664333 w 3114960"/>
              <a:gd name="connsiteY23869" fmla="*/ 3370421 h 5143785"/>
              <a:gd name="connsiteX23870" fmla="*/ 2899791 w 3114960"/>
              <a:gd name="connsiteY23870" fmla="*/ 1550956 h 5143785"/>
              <a:gd name="connsiteX23871" fmla="*/ 2955988 w 3114960"/>
              <a:gd name="connsiteY23871" fmla="*/ 1550956 h 5143785"/>
              <a:gd name="connsiteX23872" fmla="*/ 2965609 w 3114960"/>
              <a:gd name="connsiteY23872" fmla="*/ 1558671 h 5143785"/>
              <a:gd name="connsiteX23873" fmla="*/ 2975705 w 3114960"/>
              <a:gd name="connsiteY23873" fmla="*/ 1548575 h 5143785"/>
              <a:gd name="connsiteX23874" fmla="*/ 2965609 w 3114960"/>
              <a:gd name="connsiteY23874" fmla="*/ 1538478 h 5143785"/>
              <a:gd name="connsiteX23875" fmla="*/ 2955988 w 3114960"/>
              <a:gd name="connsiteY23875" fmla="*/ 1546193 h 5143785"/>
              <a:gd name="connsiteX23876" fmla="*/ 2896743 w 3114960"/>
              <a:gd name="connsiteY23876" fmla="*/ 1546193 h 5143785"/>
              <a:gd name="connsiteX23877" fmla="*/ 2890266 w 3114960"/>
              <a:gd name="connsiteY23877" fmla="*/ 1560290 h 5143785"/>
              <a:gd name="connsiteX23878" fmla="*/ 2828925 w 3114960"/>
              <a:gd name="connsiteY23878" fmla="*/ 1560100 h 5143785"/>
              <a:gd name="connsiteX23879" fmla="*/ 2819305 w 3114960"/>
              <a:gd name="connsiteY23879" fmla="*/ 1552575 h 5143785"/>
              <a:gd name="connsiteX23880" fmla="*/ 2809209 w 3114960"/>
              <a:gd name="connsiteY23880" fmla="*/ 1562672 h 5143785"/>
              <a:gd name="connsiteX23881" fmla="*/ 2819305 w 3114960"/>
              <a:gd name="connsiteY23881" fmla="*/ 1572768 h 5143785"/>
              <a:gd name="connsiteX23882" fmla="*/ 2829020 w 3114960"/>
              <a:gd name="connsiteY23882" fmla="*/ 1564862 h 5143785"/>
              <a:gd name="connsiteX23883" fmla="*/ 2893314 w 3114960"/>
              <a:gd name="connsiteY23883" fmla="*/ 1565053 h 5143785"/>
              <a:gd name="connsiteX23884" fmla="*/ 2899791 w 3114960"/>
              <a:gd name="connsiteY23884" fmla="*/ 1550956 h 5143785"/>
              <a:gd name="connsiteX23885" fmla="*/ 2965704 w 3114960"/>
              <a:gd name="connsiteY23885" fmla="*/ 1543241 h 5143785"/>
              <a:gd name="connsiteX23886" fmla="*/ 2971038 w 3114960"/>
              <a:gd name="connsiteY23886" fmla="*/ 1548575 h 5143785"/>
              <a:gd name="connsiteX23887" fmla="*/ 2965704 w 3114960"/>
              <a:gd name="connsiteY23887" fmla="*/ 1553909 h 5143785"/>
              <a:gd name="connsiteX23888" fmla="*/ 2960370 w 3114960"/>
              <a:gd name="connsiteY23888" fmla="*/ 1548575 h 5143785"/>
              <a:gd name="connsiteX23889" fmla="*/ 2965704 w 3114960"/>
              <a:gd name="connsiteY23889" fmla="*/ 1543241 h 5143785"/>
              <a:gd name="connsiteX23890" fmla="*/ 2819305 w 3114960"/>
              <a:gd name="connsiteY23890" fmla="*/ 1568101 h 5143785"/>
              <a:gd name="connsiteX23891" fmla="*/ 2813971 w 3114960"/>
              <a:gd name="connsiteY23891" fmla="*/ 1562767 h 5143785"/>
              <a:gd name="connsiteX23892" fmla="*/ 2819305 w 3114960"/>
              <a:gd name="connsiteY23892" fmla="*/ 1557433 h 5143785"/>
              <a:gd name="connsiteX23893" fmla="*/ 2824639 w 3114960"/>
              <a:gd name="connsiteY23893" fmla="*/ 1562767 h 5143785"/>
              <a:gd name="connsiteX23894" fmla="*/ 2819305 w 3114960"/>
              <a:gd name="connsiteY23894" fmla="*/ 1568101 h 5143785"/>
              <a:gd name="connsiteX23895" fmla="*/ 2107311 w 3114960"/>
              <a:gd name="connsiteY23895" fmla="*/ 3015996 h 5143785"/>
              <a:gd name="connsiteX23896" fmla="*/ 2112074 w 3114960"/>
              <a:gd name="connsiteY23896" fmla="*/ 3015996 h 5143785"/>
              <a:gd name="connsiteX23897" fmla="*/ 2112074 w 3114960"/>
              <a:gd name="connsiteY23897" fmla="*/ 3035046 h 5143785"/>
              <a:gd name="connsiteX23898" fmla="*/ 2107311 w 3114960"/>
              <a:gd name="connsiteY23898" fmla="*/ 3035046 h 5143785"/>
              <a:gd name="connsiteX23899" fmla="*/ 2107311 w 3114960"/>
              <a:gd name="connsiteY23899" fmla="*/ 3015996 h 5143785"/>
              <a:gd name="connsiteX23900" fmla="*/ 2592134 w 3114960"/>
              <a:gd name="connsiteY23900" fmla="*/ 3414427 h 5143785"/>
              <a:gd name="connsiteX23901" fmla="*/ 2642140 w 3114960"/>
              <a:gd name="connsiteY23901" fmla="*/ 3414808 h 5143785"/>
              <a:gd name="connsiteX23902" fmla="*/ 2652141 w 3114960"/>
              <a:gd name="connsiteY23902" fmla="*/ 3422142 h 5143785"/>
              <a:gd name="connsiteX23903" fmla="*/ 2654427 w 3114960"/>
              <a:gd name="connsiteY23903" fmla="*/ 3421856 h 5143785"/>
              <a:gd name="connsiteX23904" fmla="*/ 2661095 w 3114960"/>
              <a:gd name="connsiteY23904" fmla="*/ 3417189 h 5143785"/>
              <a:gd name="connsiteX23905" fmla="*/ 2662523 w 3114960"/>
              <a:gd name="connsiteY23905" fmla="*/ 3409188 h 5143785"/>
              <a:gd name="connsiteX23906" fmla="*/ 2649855 w 3114960"/>
              <a:gd name="connsiteY23906" fmla="*/ 3401092 h 5143785"/>
              <a:gd name="connsiteX23907" fmla="*/ 2643188 w 3114960"/>
              <a:gd name="connsiteY23907" fmla="*/ 3405759 h 5143785"/>
              <a:gd name="connsiteX23908" fmla="*/ 2641663 w 3114960"/>
              <a:gd name="connsiteY23908" fmla="*/ 3409950 h 5143785"/>
              <a:gd name="connsiteX23909" fmla="*/ 2590229 w 3114960"/>
              <a:gd name="connsiteY23909" fmla="*/ 3409569 h 5143785"/>
              <a:gd name="connsiteX23910" fmla="*/ 2575084 w 3114960"/>
              <a:gd name="connsiteY23910" fmla="*/ 3423952 h 5143785"/>
              <a:gd name="connsiteX23911" fmla="*/ 2495169 w 3114960"/>
              <a:gd name="connsiteY23911" fmla="*/ 3423952 h 5143785"/>
              <a:gd name="connsiteX23912" fmla="*/ 2478881 w 3114960"/>
              <a:gd name="connsiteY23912" fmla="*/ 3406902 h 5143785"/>
              <a:gd name="connsiteX23913" fmla="*/ 2414207 w 3114960"/>
              <a:gd name="connsiteY23913" fmla="*/ 3406712 h 5143785"/>
              <a:gd name="connsiteX23914" fmla="*/ 2414207 w 3114960"/>
              <a:gd name="connsiteY23914" fmla="*/ 3404426 h 5143785"/>
              <a:gd name="connsiteX23915" fmla="*/ 2407349 w 3114960"/>
              <a:gd name="connsiteY23915" fmla="*/ 3397568 h 5143785"/>
              <a:gd name="connsiteX23916" fmla="*/ 2399252 w 3114960"/>
              <a:gd name="connsiteY23916" fmla="*/ 3397568 h 5143785"/>
              <a:gd name="connsiteX23917" fmla="*/ 2392394 w 3114960"/>
              <a:gd name="connsiteY23917" fmla="*/ 3404426 h 5143785"/>
              <a:gd name="connsiteX23918" fmla="*/ 2392394 w 3114960"/>
              <a:gd name="connsiteY23918" fmla="*/ 3412522 h 5143785"/>
              <a:gd name="connsiteX23919" fmla="*/ 2399252 w 3114960"/>
              <a:gd name="connsiteY23919" fmla="*/ 3419380 h 5143785"/>
              <a:gd name="connsiteX23920" fmla="*/ 2407349 w 3114960"/>
              <a:gd name="connsiteY23920" fmla="*/ 3419380 h 5143785"/>
              <a:gd name="connsiteX23921" fmla="*/ 2414207 w 3114960"/>
              <a:gd name="connsiteY23921" fmla="*/ 3412522 h 5143785"/>
              <a:gd name="connsiteX23922" fmla="*/ 2414207 w 3114960"/>
              <a:gd name="connsiteY23922" fmla="*/ 3411569 h 5143785"/>
              <a:gd name="connsiteX23923" fmla="*/ 2476881 w 3114960"/>
              <a:gd name="connsiteY23923" fmla="*/ 3411760 h 5143785"/>
              <a:gd name="connsiteX23924" fmla="*/ 2493169 w 3114960"/>
              <a:gd name="connsiteY23924" fmla="*/ 3428810 h 5143785"/>
              <a:gd name="connsiteX23925" fmla="*/ 2577084 w 3114960"/>
              <a:gd name="connsiteY23925" fmla="*/ 3428810 h 5143785"/>
              <a:gd name="connsiteX23926" fmla="*/ 2592229 w 3114960"/>
              <a:gd name="connsiteY23926" fmla="*/ 3414332 h 5143785"/>
              <a:gd name="connsiteX23927" fmla="*/ 2647188 w 3114960"/>
              <a:gd name="connsiteY23927" fmla="*/ 3408426 h 5143785"/>
              <a:gd name="connsiteX23928" fmla="*/ 2650903 w 3114960"/>
              <a:gd name="connsiteY23928" fmla="*/ 3405854 h 5143785"/>
              <a:gd name="connsiteX23929" fmla="*/ 2652141 w 3114960"/>
              <a:gd name="connsiteY23929" fmla="*/ 3405759 h 5143785"/>
              <a:gd name="connsiteX23930" fmla="*/ 2657856 w 3114960"/>
              <a:gd name="connsiteY23930" fmla="*/ 3410331 h 5143785"/>
              <a:gd name="connsiteX23931" fmla="*/ 2657094 w 3114960"/>
              <a:gd name="connsiteY23931" fmla="*/ 3414713 h 5143785"/>
              <a:gd name="connsiteX23932" fmla="*/ 2653379 w 3114960"/>
              <a:gd name="connsiteY23932" fmla="*/ 3417284 h 5143785"/>
              <a:gd name="connsiteX23933" fmla="*/ 2646426 w 3114960"/>
              <a:gd name="connsiteY23933" fmla="*/ 3412808 h 5143785"/>
              <a:gd name="connsiteX23934" fmla="*/ 2647188 w 3114960"/>
              <a:gd name="connsiteY23934" fmla="*/ 3408426 h 5143785"/>
              <a:gd name="connsiteX23935" fmla="*/ 2409444 w 3114960"/>
              <a:gd name="connsiteY23935" fmla="*/ 3412617 h 5143785"/>
              <a:gd name="connsiteX23936" fmla="*/ 2407349 w 3114960"/>
              <a:gd name="connsiteY23936" fmla="*/ 3414713 h 5143785"/>
              <a:gd name="connsiteX23937" fmla="*/ 2399252 w 3114960"/>
              <a:gd name="connsiteY23937" fmla="*/ 3414713 h 5143785"/>
              <a:gd name="connsiteX23938" fmla="*/ 2397157 w 3114960"/>
              <a:gd name="connsiteY23938" fmla="*/ 3412617 h 5143785"/>
              <a:gd name="connsiteX23939" fmla="*/ 2397157 w 3114960"/>
              <a:gd name="connsiteY23939" fmla="*/ 3404521 h 5143785"/>
              <a:gd name="connsiteX23940" fmla="*/ 2399252 w 3114960"/>
              <a:gd name="connsiteY23940" fmla="*/ 3402425 h 5143785"/>
              <a:gd name="connsiteX23941" fmla="*/ 2407349 w 3114960"/>
              <a:gd name="connsiteY23941" fmla="*/ 3402425 h 5143785"/>
              <a:gd name="connsiteX23942" fmla="*/ 2409444 w 3114960"/>
              <a:gd name="connsiteY23942" fmla="*/ 3404521 h 5143785"/>
              <a:gd name="connsiteX23943" fmla="*/ 2409444 w 3114960"/>
              <a:gd name="connsiteY23943" fmla="*/ 3412617 h 5143785"/>
              <a:gd name="connsiteX23944" fmla="*/ 2981706 w 3114960"/>
              <a:gd name="connsiteY23944" fmla="*/ 3438335 h 5143785"/>
              <a:gd name="connsiteX23945" fmla="*/ 2970657 w 3114960"/>
              <a:gd name="connsiteY23945" fmla="*/ 3438335 h 5143785"/>
              <a:gd name="connsiteX23946" fmla="*/ 2964656 w 3114960"/>
              <a:gd name="connsiteY23946" fmla="*/ 3444335 h 5143785"/>
              <a:gd name="connsiteX23947" fmla="*/ 2964656 w 3114960"/>
              <a:gd name="connsiteY23947" fmla="*/ 3455384 h 5143785"/>
              <a:gd name="connsiteX23948" fmla="*/ 2970657 w 3114960"/>
              <a:gd name="connsiteY23948" fmla="*/ 3461385 h 5143785"/>
              <a:gd name="connsiteX23949" fmla="*/ 2981706 w 3114960"/>
              <a:gd name="connsiteY23949" fmla="*/ 3461385 h 5143785"/>
              <a:gd name="connsiteX23950" fmla="*/ 2987707 w 3114960"/>
              <a:gd name="connsiteY23950" fmla="*/ 3455384 h 5143785"/>
              <a:gd name="connsiteX23951" fmla="*/ 2987707 w 3114960"/>
              <a:gd name="connsiteY23951" fmla="*/ 3452241 h 5143785"/>
              <a:gd name="connsiteX23952" fmla="*/ 3009805 w 3114960"/>
              <a:gd name="connsiteY23952" fmla="*/ 3452241 h 5143785"/>
              <a:gd name="connsiteX23953" fmla="*/ 3024378 w 3114960"/>
              <a:gd name="connsiteY23953" fmla="*/ 3466338 h 5143785"/>
              <a:gd name="connsiteX23954" fmla="*/ 3024378 w 3114960"/>
              <a:gd name="connsiteY23954" fmla="*/ 3569494 h 5143785"/>
              <a:gd name="connsiteX23955" fmla="*/ 3048667 w 3114960"/>
              <a:gd name="connsiteY23955" fmla="*/ 3591973 h 5143785"/>
              <a:gd name="connsiteX23956" fmla="*/ 3114770 w 3114960"/>
              <a:gd name="connsiteY23956" fmla="*/ 3591973 h 5143785"/>
              <a:gd name="connsiteX23957" fmla="*/ 3114770 w 3114960"/>
              <a:gd name="connsiteY23957" fmla="*/ 3587210 h 5143785"/>
              <a:gd name="connsiteX23958" fmla="*/ 3050477 w 3114960"/>
              <a:gd name="connsiteY23958" fmla="*/ 3587210 h 5143785"/>
              <a:gd name="connsiteX23959" fmla="*/ 3029045 w 3114960"/>
              <a:gd name="connsiteY23959" fmla="*/ 3567398 h 5143785"/>
              <a:gd name="connsiteX23960" fmla="*/ 3029045 w 3114960"/>
              <a:gd name="connsiteY23960" fmla="*/ 3464243 h 5143785"/>
              <a:gd name="connsiteX23961" fmla="*/ 3011615 w 3114960"/>
              <a:gd name="connsiteY23961" fmla="*/ 3447479 h 5143785"/>
              <a:gd name="connsiteX23962" fmla="*/ 2987612 w 3114960"/>
              <a:gd name="connsiteY23962" fmla="*/ 3447479 h 5143785"/>
              <a:gd name="connsiteX23963" fmla="*/ 2987612 w 3114960"/>
              <a:gd name="connsiteY23963" fmla="*/ 3444335 h 5143785"/>
              <a:gd name="connsiteX23964" fmla="*/ 2981611 w 3114960"/>
              <a:gd name="connsiteY23964" fmla="*/ 3438335 h 5143785"/>
              <a:gd name="connsiteX23965" fmla="*/ 2982849 w 3114960"/>
              <a:gd name="connsiteY23965" fmla="*/ 3455384 h 5143785"/>
              <a:gd name="connsiteX23966" fmla="*/ 2981611 w 3114960"/>
              <a:gd name="connsiteY23966" fmla="*/ 3456623 h 5143785"/>
              <a:gd name="connsiteX23967" fmla="*/ 2970562 w 3114960"/>
              <a:gd name="connsiteY23967" fmla="*/ 3456623 h 5143785"/>
              <a:gd name="connsiteX23968" fmla="*/ 2969324 w 3114960"/>
              <a:gd name="connsiteY23968" fmla="*/ 3455384 h 5143785"/>
              <a:gd name="connsiteX23969" fmla="*/ 2969324 w 3114960"/>
              <a:gd name="connsiteY23969" fmla="*/ 3444335 h 5143785"/>
              <a:gd name="connsiteX23970" fmla="*/ 2970562 w 3114960"/>
              <a:gd name="connsiteY23970" fmla="*/ 3443097 h 5143785"/>
              <a:gd name="connsiteX23971" fmla="*/ 2981611 w 3114960"/>
              <a:gd name="connsiteY23971" fmla="*/ 3443097 h 5143785"/>
              <a:gd name="connsiteX23972" fmla="*/ 2982849 w 3114960"/>
              <a:gd name="connsiteY23972" fmla="*/ 3444335 h 5143785"/>
              <a:gd name="connsiteX23973" fmla="*/ 2982849 w 3114960"/>
              <a:gd name="connsiteY23973" fmla="*/ 3455384 h 5143785"/>
              <a:gd name="connsiteX23974" fmla="*/ 2112074 w 3114960"/>
              <a:gd name="connsiteY23974" fmla="*/ 2996946 h 5143785"/>
              <a:gd name="connsiteX23975" fmla="*/ 2107311 w 3114960"/>
              <a:gd name="connsiteY23975" fmla="*/ 2996946 h 5143785"/>
              <a:gd name="connsiteX23976" fmla="*/ 2107311 w 3114960"/>
              <a:gd name="connsiteY23976" fmla="*/ 2977896 h 5143785"/>
              <a:gd name="connsiteX23977" fmla="*/ 2112074 w 3114960"/>
              <a:gd name="connsiteY23977" fmla="*/ 2977896 h 5143785"/>
              <a:gd name="connsiteX23978" fmla="*/ 2112074 w 3114960"/>
              <a:gd name="connsiteY23978" fmla="*/ 2996946 h 5143785"/>
              <a:gd name="connsiteX23979" fmla="*/ 3054096 w 3114960"/>
              <a:gd name="connsiteY23979" fmla="*/ 879348 h 5143785"/>
              <a:gd name="connsiteX23980" fmla="*/ 3092958 w 3114960"/>
              <a:gd name="connsiteY23980" fmla="*/ 879348 h 5143785"/>
              <a:gd name="connsiteX23981" fmla="*/ 3101626 w 3114960"/>
              <a:gd name="connsiteY23981" fmla="*/ 870680 h 5143785"/>
              <a:gd name="connsiteX23982" fmla="*/ 3101626 w 3114960"/>
              <a:gd name="connsiteY23982" fmla="*/ 857060 h 5143785"/>
              <a:gd name="connsiteX23983" fmla="*/ 3093053 w 3114960"/>
              <a:gd name="connsiteY23983" fmla="*/ 848392 h 5143785"/>
              <a:gd name="connsiteX23984" fmla="*/ 3054192 w 3114960"/>
              <a:gd name="connsiteY23984" fmla="*/ 848392 h 5143785"/>
              <a:gd name="connsiteX23985" fmla="*/ 3045524 w 3114960"/>
              <a:gd name="connsiteY23985" fmla="*/ 856964 h 5143785"/>
              <a:gd name="connsiteX23986" fmla="*/ 3045524 w 3114960"/>
              <a:gd name="connsiteY23986" fmla="*/ 870585 h 5143785"/>
              <a:gd name="connsiteX23987" fmla="*/ 3054192 w 3114960"/>
              <a:gd name="connsiteY23987" fmla="*/ 879253 h 5143785"/>
              <a:gd name="connsiteX23988" fmla="*/ 3087053 w 3114960"/>
              <a:gd name="connsiteY23988" fmla="*/ 853250 h 5143785"/>
              <a:gd name="connsiteX23989" fmla="*/ 3092958 w 3114960"/>
              <a:gd name="connsiteY23989" fmla="*/ 853250 h 5143785"/>
              <a:gd name="connsiteX23990" fmla="*/ 3096863 w 3114960"/>
              <a:gd name="connsiteY23990" fmla="*/ 857155 h 5143785"/>
              <a:gd name="connsiteX23991" fmla="*/ 3096863 w 3114960"/>
              <a:gd name="connsiteY23991" fmla="*/ 870776 h 5143785"/>
              <a:gd name="connsiteX23992" fmla="*/ 3092958 w 3114960"/>
              <a:gd name="connsiteY23992" fmla="*/ 874681 h 5143785"/>
              <a:gd name="connsiteX23993" fmla="*/ 3087053 w 3114960"/>
              <a:gd name="connsiteY23993" fmla="*/ 874681 h 5143785"/>
              <a:gd name="connsiteX23994" fmla="*/ 3087053 w 3114960"/>
              <a:gd name="connsiteY23994" fmla="*/ 853345 h 5143785"/>
              <a:gd name="connsiteX23995" fmla="*/ 3050286 w 3114960"/>
              <a:gd name="connsiteY23995" fmla="*/ 857060 h 5143785"/>
              <a:gd name="connsiteX23996" fmla="*/ 3054192 w 3114960"/>
              <a:gd name="connsiteY23996" fmla="*/ 853154 h 5143785"/>
              <a:gd name="connsiteX23997" fmla="*/ 3061811 w 3114960"/>
              <a:gd name="connsiteY23997" fmla="*/ 853154 h 5143785"/>
              <a:gd name="connsiteX23998" fmla="*/ 3061811 w 3114960"/>
              <a:gd name="connsiteY23998" fmla="*/ 874490 h 5143785"/>
              <a:gd name="connsiteX23999" fmla="*/ 3054192 w 3114960"/>
              <a:gd name="connsiteY23999" fmla="*/ 874490 h 5143785"/>
              <a:gd name="connsiteX24000" fmla="*/ 3050286 w 3114960"/>
              <a:gd name="connsiteY24000" fmla="*/ 870585 h 5143785"/>
              <a:gd name="connsiteX24001" fmla="*/ 3050286 w 3114960"/>
              <a:gd name="connsiteY24001" fmla="*/ 856964 h 5143785"/>
              <a:gd name="connsiteX24002" fmla="*/ 2102739 w 3114960"/>
              <a:gd name="connsiteY24002" fmla="*/ 3086576 h 5143785"/>
              <a:gd name="connsiteX24003" fmla="*/ 2109788 w 3114960"/>
              <a:gd name="connsiteY24003" fmla="*/ 3079528 h 5143785"/>
              <a:gd name="connsiteX24004" fmla="*/ 2116836 w 3114960"/>
              <a:gd name="connsiteY24004" fmla="*/ 3086576 h 5143785"/>
              <a:gd name="connsiteX24005" fmla="*/ 2109788 w 3114960"/>
              <a:gd name="connsiteY24005" fmla="*/ 3093625 h 5143785"/>
              <a:gd name="connsiteX24006" fmla="*/ 2102739 w 3114960"/>
              <a:gd name="connsiteY24006" fmla="*/ 3086576 h 5143785"/>
              <a:gd name="connsiteX24007" fmla="*/ 3061526 w 3114960"/>
              <a:gd name="connsiteY24007" fmla="*/ 1121093 h 5143785"/>
              <a:gd name="connsiteX24008" fmla="*/ 3114770 w 3114960"/>
              <a:gd name="connsiteY24008" fmla="*/ 1122236 h 5143785"/>
              <a:gd name="connsiteX24009" fmla="*/ 3114770 w 3114960"/>
              <a:gd name="connsiteY24009" fmla="*/ 1117473 h 5143785"/>
              <a:gd name="connsiteX24010" fmla="*/ 3060002 w 3114960"/>
              <a:gd name="connsiteY24010" fmla="*/ 1116235 h 5143785"/>
              <a:gd name="connsiteX24011" fmla="*/ 3032379 w 3114960"/>
              <a:gd name="connsiteY24011" fmla="*/ 1139762 h 5143785"/>
              <a:gd name="connsiteX24012" fmla="*/ 3032379 w 3114960"/>
              <a:gd name="connsiteY24012" fmla="*/ 1203579 h 5143785"/>
              <a:gd name="connsiteX24013" fmla="*/ 3019520 w 3114960"/>
              <a:gd name="connsiteY24013" fmla="*/ 1218057 h 5143785"/>
              <a:gd name="connsiteX24014" fmla="*/ 3032284 w 3114960"/>
              <a:gd name="connsiteY24014" fmla="*/ 1232535 h 5143785"/>
              <a:gd name="connsiteX24015" fmla="*/ 3032284 w 3114960"/>
              <a:gd name="connsiteY24015" fmla="*/ 1277493 h 5143785"/>
              <a:gd name="connsiteX24016" fmla="*/ 2951036 w 3114960"/>
              <a:gd name="connsiteY24016" fmla="*/ 1349121 h 5143785"/>
              <a:gd name="connsiteX24017" fmla="*/ 2809113 w 3114960"/>
              <a:gd name="connsiteY24017" fmla="*/ 1349121 h 5143785"/>
              <a:gd name="connsiteX24018" fmla="*/ 2809113 w 3114960"/>
              <a:gd name="connsiteY24018" fmla="*/ 1342073 h 5143785"/>
              <a:gd name="connsiteX24019" fmla="*/ 2801303 w 3114960"/>
              <a:gd name="connsiteY24019" fmla="*/ 1334262 h 5143785"/>
              <a:gd name="connsiteX24020" fmla="*/ 2779776 w 3114960"/>
              <a:gd name="connsiteY24020" fmla="*/ 1334262 h 5143785"/>
              <a:gd name="connsiteX24021" fmla="*/ 2771966 w 3114960"/>
              <a:gd name="connsiteY24021" fmla="*/ 1342073 h 5143785"/>
              <a:gd name="connsiteX24022" fmla="*/ 2771966 w 3114960"/>
              <a:gd name="connsiteY24022" fmla="*/ 1346930 h 5143785"/>
              <a:gd name="connsiteX24023" fmla="*/ 2737866 w 3114960"/>
              <a:gd name="connsiteY24023" fmla="*/ 1346930 h 5143785"/>
              <a:gd name="connsiteX24024" fmla="*/ 2737866 w 3114960"/>
              <a:gd name="connsiteY24024" fmla="*/ 1346835 h 5143785"/>
              <a:gd name="connsiteX24025" fmla="*/ 2735294 w 3114960"/>
              <a:gd name="connsiteY24025" fmla="*/ 1347883 h 5143785"/>
              <a:gd name="connsiteX24026" fmla="*/ 2734247 w 3114960"/>
              <a:gd name="connsiteY24026" fmla="*/ 1350455 h 5143785"/>
              <a:gd name="connsiteX24027" fmla="*/ 2734437 w 3114960"/>
              <a:gd name="connsiteY24027" fmla="*/ 1378649 h 5143785"/>
              <a:gd name="connsiteX24028" fmla="*/ 2722055 w 3114960"/>
              <a:gd name="connsiteY24028" fmla="*/ 1378649 h 5143785"/>
              <a:gd name="connsiteX24029" fmla="*/ 2722055 w 3114960"/>
              <a:gd name="connsiteY24029" fmla="*/ 1336548 h 5143785"/>
              <a:gd name="connsiteX24030" fmla="*/ 2718340 w 3114960"/>
              <a:gd name="connsiteY24030" fmla="*/ 1333024 h 5143785"/>
              <a:gd name="connsiteX24031" fmla="*/ 2694242 w 3114960"/>
              <a:gd name="connsiteY24031" fmla="*/ 1333024 h 5143785"/>
              <a:gd name="connsiteX24032" fmla="*/ 2691670 w 3114960"/>
              <a:gd name="connsiteY24032" fmla="*/ 1334072 h 5143785"/>
              <a:gd name="connsiteX24033" fmla="*/ 2690622 w 3114960"/>
              <a:gd name="connsiteY24033" fmla="*/ 1336643 h 5143785"/>
              <a:gd name="connsiteX24034" fmla="*/ 2691194 w 3114960"/>
              <a:gd name="connsiteY24034" fmla="*/ 1389602 h 5143785"/>
              <a:gd name="connsiteX24035" fmla="*/ 2676716 w 3114960"/>
              <a:gd name="connsiteY24035" fmla="*/ 1389602 h 5143785"/>
              <a:gd name="connsiteX24036" fmla="*/ 2676716 w 3114960"/>
              <a:gd name="connsiteY24036" fmla="*/ 1336548 h 5143785"/>
              <a:gd name="connsiteX24037" fmla="*/ 2673001 w 3114960"/>
              <a:gd name="connsiteY24037" fmla="*/ 1333024 h 5143785"/>
              <a:gd name="connsiteX24038" fmla="*/ 2649188 w 3114960"/>
              <a:gd name="connsiteY24038" fmla="*/ 1333024 h 5143785"/>
              <a:gd name="connsiteX24039" fmla="*/ 2646617 w 3114960"/>
              <a:gd name="connsiteY24039" fmla="*/ 1334072 h 5143785"/>
              <a:gd name="connsiteX24040" fmla="*/ 2645569 w 3114960"/>
              <a:gd name="connsiteY24040" fmla="*/ 1336643 h 5143785"/>
              <a:gd name="connsiteX24041" fmla="*/ 2645569 w 3114960"/>
              <a:gd name="connsiteY24041" fmla="*/ 1399413 h 5143785"/>
              <a:gd name="connsiteX24042" fmla="*/ 2631377 w 3114960"/>
              <a:gd name="connsiteY24042" fmla="*/ 1399413 h 5143785"/>
              <a:gd name="connsiteX24043" fmla="*/ 2631377 w 3114960"/>
              <a:gd name="connsiteY24043" fmla="*/ 1336643 h 5143785"/>
              <a:gd name="connsiteX24044" fmla="*/ 2627757 w 3114960"/>
              <a:gd name="connsiteY24044" fmla="*/ 1333024 h 5143785"/>
              <a:gd name="connsiteX24045" fmla="*/ 2604802 w 3114960"/>
              <a:gd name="connsiteY24045" fmla="*/ 1333024 h 5143785"/>
              <a:gd name="connsiteX24046" fmla="*/ 2602230 w 3114960"/>
              <a:gd name="connsiteY24046" fmla="*/ 1334072 h 5143785"/>
              <a:gd name="connsiteX24047" fmla="*/ 2601182 w 3114960"/>
              <a:gd name="connsiteY24047" fmla="*/ 1336643 h 5143785"/>
              <a:gd name="connsiteX24048" fmla="*/ 2601944 w 3114960"/>
              <a:gd name="connsiteY24048" fmla="*/ 1407414 h 5143785"/>
              <a:gd name="connsiteX24049" fmla="*/ 2584418 w 3114960"/>
              <a:gd name="connsiteY24049" fmla="*/ 1407414 h 5143785"/>
              <a:gd name="connsiteX24050" fmla="*/ 2584037 w 3114960"/>
              <a:gd name="connsiteY24050" fmla="*/ 1372267 h 5143785"/>
              <a:gd name="connsiteX24051" fmla="*/ 2580418 w 3114960"/>
              <a:gd name="connsiteY24051" fmla="*/ 1368743 h 5143785"/>
              <a:gd name="connsiteX24052" fmla="*/ 2561082 w 3114960"/>
              <a:gd name="connsiteY24052" fmla="*/ 1368743 h 5143785"/>
              <a:gd name="connsiteX24053" fmla="*/ 2561082 w 3114960"/>
              <a:gd name="connsiteY24053" fmla="*/ 1361503 h 5143785"/>
              <a:gd name="connsiteX24054" fmla="*/ 2556796 w 3114960"/>
              <a:gd name="connsiteY24054" fmla="*/ 1357217 h 5143785"/>
              <a:gd name="connsiteX24055" fmla="*/ 2535269 w 3114960"/>
              <a:gd name="connsiteY24055" fmla="*/ 1357217 h 5143785"/>
              <a:gd name="connsiteX24056" fmla="*/ 2530983 w 3114960"/>
              <a:gd name="connsiteY24056" fmla="*/ 1361503 h 5143785"/>
              <a:gd name="connsiteX24057" fmla="*/ 2530983 w 3114960"/>
              <a:gd name="connsiteY24057" fmla="*/ 1383697 h 5143785"/>
              <a:gd name="connsiteX24058" fmla="*/ 2534507 w 3114960"/>
              <a:gd name="connsiteY24058" fmla="*/ 1387221 h 5143785"/>
              <a:gd name="connsiteX24059" fmla="*/ 2556701 w 3114960"/>
              <a:gd name="connsiteY24059" fmla="*/ 1387221 h 5143785"/>
              <a:gd name="connsiteX24060" fmla="*/ 2560987 w 3114960"/>
              <a:gd name="connsiteY24060" fmla="*/ 1382935 h 5143785"/>
              <a:gd name="connsiteX24061" fmla="*/ 2560987 w 3114960"/>
              <a:gd name="connsiteY24061" fmla="*/ 1375696 h 5143785"/>
              <a:gd name="connsiteX24062" fmla="*/ 2576798 w 3114960"/>
              <a:gd name="connsiteY24062" fmla="*/ 1375696 h 5143785"/>
              <a:gd name="connsiteX24063" fmla="*/ 2577179 w 3114960"/>
              <a:gd name="connsiteY24063" fmla="*/ 1410843 h 5143785"/>
              <a:gd name="connsiteX24064" fmla="*/ 2580799 w 3114960"/>
              <a:gd name="connsiteY24064" fmla="*/ 1414367 h 5143785"/>
              <a:gd name="connsiteX24065" fmla="*/ 2605469 w 3114960"/>
              <a:gd name="connsiteY24065" fmla="*/ 1414367 h 5143785"/>
              <a:gd name="connsiteX24066" fmla="*/ 2608040 w 3114960"/>
              <a:gd name="connsiteY24066" fmla="*/ 1413320 h 5143785"/>
              <a:gd name="connsiteX24067" fmla="*/ 2609088 w 3114960"/>
              <a:gd name="connsiteY24067" fmla="*/ 1410748 h 5143785"/>
              <a:gd name="connsiteX24068" fmla="*/ 2608326 w 3114960"/>
              <a:gd name="connsiteY24068" fmla="*/ 1339977 h 5143785"/>
              <a:gd name="connsiteX24069" fmla="*/ 2624042 w 3114960"/>
              <a:gd name="connsiteY24069" fmla="*/ 1339977 h 5143785"/>
              <a:gd name="connsiteX24070" fmla="*/ 2624042 w 3114960"/>
              <a:gd name="connsiteY24070" fmla="*/ 1402747 h 5143785"/>
              <a:gd name="connsiteX24071" fmla="*/ 2627662 w 3114960"/>
              <a:gd name="connsiteY24071" fmla="*/ 1406366 h 5143785"/>
              <a:gd name="connsiteX24072" fmla="*/ 2649188 w 3114960"/>
              <a:gd name="connsiteY24072" fmla="*/ 1406366 h 5143785"/>
              <a:gd name="connsiteX24073" fmla="*/ 2651760 w 3114960"/>
              <a:gd name="connsiteY24073" fmla="*/ 1405319 h 5143785"/>
              <a:gd name="connsiteX24074" fmla="*/ 2652808 w 3114960"/>
              <a:gd name="connsiteY24074" fmla="*/ 1402747 h 5143785"/>
              <a:gd name="connsiteX24075" fmla="*/ 2652808 w 3114960"/>
              <a:gd name="connsiteY24075" fmla="*/ 1339977 h 5143785"/>
              <a:gd name="connsiteX24076" fmla="*/ 2669286 w 3114960"/>
              <a:gd name="connsiteY24076" fmla="*/ 1339977 h 5143785"/>
              <a:gd name="connsiteX24077" fmla="*/ 2669286 w 3114960"/>
              <a:gd name="connsiteY24077" fmla="*/ 1393031 h 5143785"/>
              <a:gd name="connsiteX24078" fmla="*/ 2673001 w 3114960"/>
              <a:gd name="connsiteY24078" fmla="*/ 1396556 h 5143785"/>
              <a:gd name="connsiteX24079" fmla="*/ 2694623 w 3114960"/>
              <a:gd name="connsiteY24079" fmla="*/ 1396556 h 5143785"/>
              <a:gd name="connsiteX24080" fmla="*/ 2697194 w 3114960"/>
              <a:gd name="connsiteY24080" fmla="*/ 1395508 h 5143785"/>
              <a:gd name="connsiteX24081" fmla="*/ 2698242 w 3114960"/>
              <a:gd name="connsiteY24081" fmla="*/ 1392936 h 5143785"/>
              <a:gd name="connsiteX24082" fmla="*/ 2697671 w 3114960"/>
              <a:gd name="connsiteY24082" fmla="*/ 1339977 h 5143785"/>
              <a:gd name="connsiteX24083" fmla="*/ 2714530 w 3114960"/>
              <a:gd name="connsiteY24083" fmla="*/ 1339977 h 5143785"/>
              <a:gd name="connsiteX24084" fmla="*/ 2714530 w 3114960"/>
              <a:gd name="connsiteY24084" fmla="*/ 1382078 h 5143785"/>
              <a:gd name="connsiteX24085" fmla="*/ 2718245 w 3114960"/>
              <a:gd name="connsiteY24085" fmla="*/ 1385602 h 5143785"/>
              <a:gd name="connsiteX24086" fmla="*/ 2737771 w 3114960"/>
              <a:gd name="connsiteY24086" fmla="*/ 1385602 h 5143785"/>
              <a:gd name="connsiteX24087" fmla="*/ 2740343 w 3114960"/>
              <a:gd name="connsiteY24087" fmla="*/ 1384554 h 5143785"/>
              <a:gd name="connsiteX24088" fmla="*/ 2741390 w 3114960"/>
              <a:gd name="connsiteY24088" fmla="*/ 1381982 h 5143785"/>
              <a:gd name="connsiteX24089" fmla="*/ 2741200 w 3114960"/>
              <a:gd name="connsiteY24089" fmla="*/ 1353788 h 5143785"/>
              <a:gd name="connsiteX24090" fmla="*/ 2771680 w 3114960"/>
              <a:gd name="connsiteY24090" fmla="*/ 1353788 h 5143785"/>
              <a:gd name="connsiteX24091" fmla="*/ 2771680 w 3114960"/>
              <a:gd name="connsiteY24091" fmla="*/ 1364171 h 5143785"/>
              <a:gd name="connsiteX24092" fmla="*/ 2778824 w 3114960"/>
              <a:gd name="connsiteY24092" fmla="*/ 1371314 h 5143785"/>
              <a:gd name="connsiteX24093" fmla="*/ 2801017 w 3114960"/>
              <a:gd name="connsiteY24093" fmla="*/ 1371314 h 5143785"/>
              <a:gd name="connsiteX24094" fmla="*/ 2808827 w 3114960"/>
              <a:gd name="connsiteY24094" fmla="*/ 1363504 h 5143785"/>
              <a:gd name="connsiteX24095" fmla="*/ 2808827 w 3114960"/>
              <a:gd name="connsiteY24095" fmla="*/ 1353788 h 5143785"/>
              <a:gd name="connsiteX24096" fmla="*/ 2952560 w 3114960"/>
              <a:gd name="connsiteY24096" fmla="*/ 1353788 h 5143785"/>
              <a:gd name="connsiteX24097" fmla="*/ 3036761 w 3114960"/>
              <a:gd name="connsiteY24097" fmla="*/ 1279493 h 5143785"/>
              <a:gd name="connsiteX24098" fmla="*/ 3036761 w 3114960"/>
              <a:gd name="connsiteY24098" fmla="*/ 1232345 h 5143785"/>
              <a:gd name="connsiteX24099" fmla="*/ 3048476 w 3114960"/>
              <a:gd name="connsiteY24099" fmla="*/ 1217962 h 5143785"/>
              <a:gd name="connsiteX24100" fmla="*/ 3036761 w 3114960"/>
              <a:gd name="connsiteY24100" fmla="*/ 1203579 h 5143785"/>
              <a:gd name="connsiteX24101" fmla="*/ 3036761 w 3114960"/>
              <a:gd name="connsiteY24101" fmla="*/ 1142048 h 5143785"/>
              <a:gd name="connsiteX24102" fmla="*/ 3061240 w 3114960"/>
              <a:gd name="connsiteY24102" fmla="*/ 1120902 h 5143785"/>
              <a:gd name="connsiteX24103" fmla="*/ 2801969 w 3114960"/>
              <a:gd name="connsiteY24103" fmla="*/ 1363599 h 5143785"/>
              <a:gd name="connsiteX24104" fmla="*/ 2801303 w 3114960"/>
              <a:gd name="connsiteY24104" fmla="*/ 1364266 h 5143785"/>
              <a:gd name="connsiteX24105" fmla="*/ 2779109 w 3114960"/>
              <a:gd name="connsiteY24105" fmla="*/ 1364266 h 5143785"/>
              <a:gd name="connsiteX24106" fmla="*/ 2779109 w 3114960"/>
              <a:gd name="connsiteY24106" fmla="*/ 1342073 h 5143785"/>
              <a:gd name="connsiteX24107" fmla="*/ 2779776 w 3114960"/>
              <a:gd name="connsiteY24107" fmla="*/ 1341406 h 5143785"/>
              <a:gd name="connsiteX24108" fmla="*/ 2801303 w 3114960"/>
              <a:gd name="connsiteY24108" fmla="*/ 1341406 h 5143785"/>
              <a:gd name="connsiteX24109" fmla="*/ 2801969 w 3114960"/>
              <a:gd name="connsiteY24109" fmla="*/ 1342073 h 5143785"/>
              <a:gd name="connsiteX24110" fmla="*/ 2801969 w 3114960"/>
              <a:gd name="connsiteY24110" fmla="*/ 1363599 h 5143785"/>
              <a:gd name="connsiteX24111" fmla="*/ 3044000 w 3114960"/>
              <a:gd name="connsiteY24111" fmla="*/ 1218057 h 5143785"/>
              <a:gd name="connsiteX24112" fmla="*/ 3034094 w 3114960"/>
              <a:gd name="connsiteY24112" fmla="*/ 1227963 h 5143785"/>
              <a:gd name="connsiteX24113" fmla="*/ 3024188 w 3114960"/>
              <a:gd name="connsiteY24113" fmla="*/ 1218057 h 5143785"/>
              <a:gd name="connsiteX24114" fmla="*/ 3032379 w 3114960"/>
              <a:gd name="connsiteY24114" fmla="*/ 1208532 h 5143785"/>
              <a:gd name="connsiteX24115" fmla="*/ 3035713 w 3114960"/>
              <a:gd name="connsiteY24115" fmla="*/ 1208532 h 5143785"/>
              <a:gd name="connsiteX24116" fmla="*/ 3043904 w 3114960"/>
              <a:gd name="connsiteY24116" fmla="*/ 1218057 h 5143785"/>
              <a:gd name="connsiteX24117" fmla="*/ 3067812 w 3114960"/>
              <a:gd name="connsiteY24117" fmla="*/ 4063175 h 5143785"/>
              <a:gd name="connsiteX24118" fmla="*/ 3070860 w 3114960"/>
              <a:gd name="connsiteY24118" fmla="*/ 4062794 h 5143785"/>
              <a:gd name="connsiteX24119" fmla="*/ 3078575 w 3114960"/>
              <a:gd name="connsiteY24119" fmla="*/ 4054030 h 5143785"/>
              <a:gd name="connsiteX24120" fmla="*/ 3114770 w 3114960"/>
              <a:gd name="connsiteY24120" fmla="*/ 4054221 h 5143785"/>
              <a:gd name="connsiteX24121" fmla="*/ 3114770 w 3114960"/>
              <a:gd name="connsiteY24121" fmla="*/ 4049459 h 5143785"/>
              <a:gd name="connsiteX24122" fmla="*/ 3078385 w 3114960"/>
              <a:gd name="connsiteY24122" fmla="*/ 4049268 h 5143785"/>
              <a:gd name="connsiteX24123" fmla="*/ 3078385 w 3114960"/>
              <a:gd name="connsiteY24123" fmla="*/ 4049268 h 5143785"/>
              <a:gd name="connsiteX24124" fmla="*/ 3078385 w 3114960"/>
              <a:gd name="connsiteY24124" fmla="*/ 4049268 h 5143785"/>
              <a:gd name="connsiteX24125" fmla="*/ 3064859 w 3114960"/>
              <a:gd name="connsiteY24125" fmla="*/ 4041743 h 5143785"/>
              <a:gd name="connsiteX24126" fmla="*/ 3057335 w 3114960"/>
              <a:gd name="connsiteY24126" fmla="*/ 4055269 h 5143785"/>
              <a:gd name="connsiteX24127" fmla="*/ 3067907 w 3114960"/>
              <a:gd name="connsiteY24127" fmla="*/ 4063175 h 5143785"/>
              <a:gd name="connsiteX24128" fmla="*/ 3066193 w 3114960"/>
              <a:gd name="connsiteY24128" fmla="*/ 4046220 h 5143785"/>
              <a:gd name="connsiteX24129" fmla="*/ 3067907 w 3114960"/>
              <a:gd name="connsiteY24129" fmla="*/ 4045934 h 5143785"/>
              <a:gd name="connsiteX24130" fmla="*/ 3073908 w 3114960"/>
              <a:gd name="connsiteY24130" fmla="*/ 4050411 h 5143785"/>
              <a:gd name="connsiteX24131" fmla="*/ 3069622 w 3114960"/>
              <a:gd name="connsiteY24131" fmla="*/ 4058031 h 5143785"/>
              <a:gd name="connsiteX24132" fmla="*/ 3062002 w 3114960"/>
              <a:gd name="connsiteY24132" fmla="*/ 4053745 h 5143785"/>
              <a:gd name="connsiteX24133" fmla="*/ 3066288 w 3114960"/>
              <a:gd name="connsiteY24133" fmla="*/ 4046125 h 5143785"/>
              <a:gd name="connsiteX24134" fmla="*/ 3028569 w 3114960"/>
              <a:gd name="connsiteY24134" fmla="*/ 919925 h 5143785"/>
              <a:gd name="connsiteX24135" fmla="*/ 3046571 w 3114960"/>
              <a:gd name="connsiteY24135" fmla="*/ 901637 h 5143785"/>
              <a:gd name="connsiteX24136" fmla="*/ 3047524 w 3114960"/>
              <a:gd name="connsiteY24136" fmla="*/ 901637 h 5143785"/>
              <a:gd name="connsiteX24137" fmla="*/ 3114770 w 3114960"/>
              <a:gd name="connsiteY24137" fmla="*/ 901446 h 5143785"/>
              <a:gd name="connsiteX24138" fmla="*/ 3114770 w 3114960"/>
              <a:gd name="connsiteY24138" fmla="*/ 906209 h 5143785"/>
              <a:gd name="connsiteX24139" fmla="*/ 3048572 w 3114960"/>
              <a:gd name="connsiteY24139" fmla="*/ 906209 h 5143785"/>
              <a:gd name="connsiteX24140" fmla="*/ 3033332 w 3114960"/>
              <a:gd name="connsiteY24140" fmla="*/ 921829 h 5143785"/>
              <a:gd name="connsiteX24141" fmla="*/ 3033332 w 3114960"/>
              <a:gd name="connsiteY24141" fmla="*/ 1050989 h 5143785"/>
              <a:gd name="connsiteX24142" fmla="*/ 3072194 w 3114960"/>
              <a:gd name="connsiteY24142" fmla="*/ 1082516 h 5143785"/>
              <a:gd name="connsiteX24143" fmla="*/ 3114770 w 3114960"/>
              <a:gd name="connsiteY24143" fmla="*/ 1082516 h 5143785"/>
              <a:gd name="connsiteX24144" fmla="*/ 3114770 w 3114960"/>
              <a:gd name="connsiteY24144" fmla="*/ 1087279 h 5143785"/>
              <a:gd name="connsiteX24145" fmla="*/ 3070479 w 3114960"/>
              <a:gd name="connsiteY24145" fmla="*/ 1087279 h 5143785"/>
              <a:gd name="connsiteX24146" fmla="*/ 3028474 w 3114960"/>
              <a:gd name="connsiteY24146" fmla="*/ 1053275 h 5143785"/>
              <a:gd name="connsiteX24147" fmla="*/ 3028474 w 3114960"/>
              <a:gd name="connsiteY24147" fmla="*/ 919925 h 5143785"/>
              <a:gd name="connsiteX24148" fmla="*/ 2107311 w 3114960"/>
              <a:gd name="connsiteY24148" fmla="*/ 2939796 h 5143785"/>
              <a:gd name="connsiteX24149" fmla="*/ 2112074 w 3114960"/>
              <a:gd name="connsiteY24149" fmla="*/ 2939796 h 5143785"/>
              <a:gd name="connsiteX24150" fmla="*/ 2112074 w 3114960"/>
              <a:gd name="connsiteY24150" fmla="*/ 2958846 h 5143785"/>
              <a:gd name="connsiteX24151" fmla="*/ 2107311 w 3114960"/>
              <a:gd name="connsiteY24151" fmla="*/ 2958846 h 5143785"/>
              <a:gd name="connsiteX24152" fmla="*/ 2107311 w 3114960"/>
              <a:gd name="connsiteY24152" fmla="*/ 2939796 h 5143785"/>
              <a:gd name="connsiteX24153" fmla="*/ 3045524 w 3114960"/>
              <a:gd name="connsiteY24153" fmla="*/ 4037457 h 5143785"/>
              <a:gd name="connsiteX24154" fmla="*/ 3048572 w 3114960"/>
              <a:gd name="connsiteY24154" fmla="*/ 4037076 h 5143785"/>
              <a:gd name="connsiteX24155" fmla="*/ 3055144 w 3114960"/>
              <a:gd name="connsiteY24155" fmla="*/ 4031837 h 5143785"/>
              <a:gd name="connsiteX24156" fmla="*/ 3056096 w 3114960"/>
              <a:gd name="connsiteY24156" fmla="*/ 4028885 h 5143785"/>
              <a:gd name="connsiteX24157" fmla="*/ 3114770 w 3114960"/>
              <a:gd name="connsiteY24157" fmla="*/ 4029170 h 5143785"/>
              <a:gd name="connsiteX24158" fmla="*/ 3114770 w 3114960"/>
              <a:gd name="connsiteY24158" fmla="*/ 4024408 h 5143785"/>
              <a:gd name="connsiteX24159" fmla="*/ 3056096 w 3114960"/>
              <a:gd name="connsiteY24159" fmla="*/ 4024122 h 5143785"/>
              <a:gd name="connsiteX24160" fmla="*/ 3056096 w 3114960"/>
              <a:gd name="connsiteY24160" fmla="*/ 4023455 h 5143785"/>
              <a:gd name="connsiteX24161" fmla="*/ 3042571 w 3114960"/>
              <a:gd name="connsiteY24161" fmla="*/ 4015930 h 5143785"/>
              <a:gd name="connsiteX24162" fmla="*/ 3035999 w 3114960"/>
              <a:gd name="connsiteY24162" fmla="*/ 4021169 h 5143785"/>
              <a:gd name="connsiteX24163" fmla="*/ 3035046 w 3114960"/>
              <a:gd name="connsiteY24163" fmla="*/ 4029551 h 5143785"/>
              <a:gd name="connsiteX24164" fmla="*/ 3045619 w 3114960"/>
              <a:gd name="connsiteY24164" fmla="*/ 4037457 h 5143785"/>
              <a:gd name="connsiteX24165" fmla="*/ 3040094 w 3114960"/>
              <a:gd name="connsiteY24165" fmla="*/ 4023551 h 5143785"/>
              <a:gd name="connsiteX24166" fmla="*/ 3043809 w 3114960"/>
              <a:gd name="connsiteY24166" fmla="*/ 4020598 h 5143785"/>
              <a:gd name="connsiteX24167" fmla="*/ 3045524 w 3114960"/>
              <a:gd name="connsiteY24167" fmla="*/ 4020312 h 5143785"/>
              <a:gd name="connsiteX24168" fmla="*/ 3048476 w 3114960"/>
              <a:gd name="connsiteY24168" fmla="*/ 4021074 h 5143785"/>
              <a:gd name="connsiteX24169" fmla="*/ 3051429 w 3114960"/>
              <a:gd name="connsiteY24169" fmla="*/ 4024789 h 5143785"/>
              <a:gd name="connsiteX24170" fmla="*/ 3047143 w 3114960"/>
              <a:gd name="connsiteY24170" fmla="*/ 4032409 h 5143785"/>
              <a:gd name="connsiteX24171" fmla="*/ 3039523 w 3114960"/>
              <a:gd name="connsiteY24171" fmla="*/ 4028123 h 5143785"/>
              <a:gd name="connsiteX24172" fmla="*/ 3040094 w 3114960"/>
              <a:gd name="connsiteY24172" fmla="*/ 4023455 h 5143785"/>
              <a:gd name="connsiteX24173" fmla="*/ 2216658 w 3114960"/>
              <a:gd name="connsiteY24173" fmla="*/ 2898362 h 5143785"/>
              <a:gd name="connsiteX24174" fmla="*/ 2229326 w 3114960"/>
              <a:gd name="connsiteY24174" fmla="*/ 2884075 h 5143785"/>
              <a:gd name="connsiteX24175" fmla="*/ 2232851 w 3114960"/>
              <a:gd name="connsiteY24175" fmla="*/ 2887218 h 5143785"/>
              <a:gd name="connsiteX24176" fmla="*/ 2220182 w 3114960"/>
              <a:gd name="connsiteY24176" fmla="*/ 2901505 h 5143785"/>
              <a:gd name="connsiteX24177" fmla="*/ 2216658 w 3114960"/>
              <a:gd name="connsiteY24177" fmla="*/ 2898362 h 5143785"/>
              <a:gd name="connsiteX24178" fmla="*/ 2141506 w 3114960"/>
              <a:gd name="connsiteY24178" fmla="*/ 2894362 h 5143785"/>
              <a:gd name="connsiteX24179" fmla="*/ 2154555 w 3114960"/>
              <a:gd name="connsiteY24179" fmla="*/ 2880455 h 5143785"/>
              <a:gd name="connsiteX24180" fmla="*/ 2158079 w 3114960"/>
              <a:gd name="connsiteY24180" fmla="*/ 2883694 h 5143785"/>
              <a:gd name="connsiteX24181" fmla="*/ 2145030 w 3114960"/>
              <a:gd name="connsiteY24181" fmla="*/ 2897600 h 5143785"/>
              <a:gd name="connsiteX24182" fmla="*/ 2141506 w 3114960"/>
              <a:gd name="connsiteY24182" fmla="*/ 2894362 h 5143785"/>
              <a:gd name="connsiteX24183" fmla="*/ 2197799 w 3114960"/>
              <a:gd name="connsiteY24183" fmla="*/ 2708910 h 5143785"/>
              <a:gd name="connsiteX24184" fmla="*/ 2194560 w 3114960"/>
              <a:gd name="connsiteY24184" fmla="*/ 2712434 h 5143785"/>
              <a:gd name="connsiteX24185" fmla="*/ 2180558 w 3114960"/>
              <a:gd name="connsiteY24185" fmla="*/ 2699576 h 5143785"/>
              <a:gd name="connsiteX24186" fmla="*/ 2183797 w 3114960"/>
              <a:gd name="connsiteY24186" fmla="*/ 2696051 h 5143785"/>
              <a:gd name="connsiteX24187" fmla="*/ 2197799 w 3114960"/>
              <a:gd name="connsiteY24187" fmla="*/ 2708910 h 5143785"/>
              <a:gd name="connsiteX24188" fmla="*/ 2225897 w 3114960"/>
              <a:gd name="connsiteY24188" fmla="*/ 2734723 h 5143785"/>
              <a:gd name="connsiteX24189" fmla="*/ 2222659 w 3114960"/>
              <a:gd name="connsiteY24189" fmla="*/ 2738247 h 5143785"/>
              <a:gd name="connsiteX24190" fmla="*/ 2208657 w 3114960"/>
              <a:gd name="connsiteY24190" fmla="*/ 2725388 h 5143785"/>
              <a:gd name="connsiteX24191" fmla="*/ 2211896 w 3114960"/>
              <a:gd name="connsiteY24191" fmla="*/ 2721864 h 5143785"/>
              <a:gd name="connsiteX24192" fmla="*/ 2225897 w 3114960"/>
              <a:gd name="connsiteY24192" fmla="*/ 2734723 h 5143785"/>
              <a:gd name="connsiteX24193" fmla="*/ 2303812 w 3114960"/>
              <a:gd name="connsiteY24193" fmla="*/ 1809178 h 5143785"/>
              <a:gd name="connsiteX24194" fmla="*/ 2303812 w 3114960"/>
              <a:gd name="connsiteY24194" fmla="*/ 1797844 h 5143785"/>
              <a:gd name="connsiteX24195" fmla="*/ 2310194 w 3114960"/>
              <a:gd name="connsiteY24195" fmla="*/ 1791462 h 5143785"/>
              <a:gd name="connsiteX24196" fmla="*/ 2407063 w 3114960"/>
              <a:gd name="connsiteY24196" fmla="*/ 1791462 h 5143785"/>
              <a:gd name="connsiteX24197" fmla="*/ 2413349 w 3114960"/>
              <a:gd name="connsiteY24197" fmla="*/ 1797844 h 5143785"/>
              <a:gd name="connsiteX24198" fmla="*/ 2413349 w 3114960"/>
              <a:gd name="connsiteY24198" fmla="*/ 1809178 h 5143785"/>
              <a:gd name="connsiteX24199" fmla="*/ 2407063 w 3114960"/>
              <a:gd name="connsiteY24199" fmla="*/ 1815560 h 5143785"/>
              <a:gd name="connsiteX24200" fmla="*/ 2310194 w 3114960"/>
              <a:gd name="connsiteY24200" fmla="*/ 1815560 h 5143785"/>
              <a:gd name="connsiteX24201" fmla="*/ 2303812 w 3114960"/>
              <a:gd name="connsiteY24201" fmla="*/ 1809178 h 5143785"/>
              <a:gd name="connsiteX24202" fmla="*/ 1610011 w 3114960"/>
              <a:gd name="connsiteY24202" fmla="*/ 2809875 h 5143785"/>
              <a:gd name="connsiteX24203" fmla="*/ 1579531 w 3114960"/>
              <a:gd name="connsiteY24203" fmla="*/ 2809589 h 5143785"/>
              <a:gd name="connsiteX24204" fmla="*/ 1570863 w 3114960"/>
              <a:gd name="connsiteY24204" fmla="*/ 2804160 h 5143785"/>
              <a:gd name="connsiteX24205" fmla="*/ 1561052 w 3114960"/>
              <a:gd name="connsiteY24205" fmla="*/ 2813971 h 5143785"/>
              <a:gd name="connsiteX24206" fmla="*/ 1570863 w 3114960"/>
              <a:gd name="connsiteY24206" fmla="*/ 2823782 h 5143785"/>
              <a:gd name="connsiteX24207" fmla="*/ 1580578 w 3114960"/>
              <a:gd name="connsiteY24207" fmla="*/ 2814447 h 5143785"/>
              <a:gd name="connsiteX24208" fmla="*/ 1608201 w 3114960"/>
              <a:gd name="connsiteY24208" fmla="*/ 2814733 h 5143785"/>
              <a:gd name="connsiteX24209" fmla="*/ 1622679 w 3114960"/>
              <a:gd name="connsiteY24209" fmla="*/ 2827306 h 5143785"/>
              <a:gd name="connsiteX24210" fmla="*/ 1719263 w 3114960"/>
              <a:gd name="connsiteY24210" fmla="*/ 2827592 h 5143785"/>
              <a:gd name="connsiteX24211" fmla="*/ 1719263 w 3114960"/>
              <a:gd name="connsiteY24211" fmla="*/ 2832068 h 5143785"/>
              <a:gd name="connsiteX24212" fmla="*/ 1726406 w 3114960"/>
              <a:gd name="connsiteY24212" fmla="*/ 2839117 h 5143785"/>
              <a:gd name="connsiteX24213" fmla="*/ 1739932 w 3114960"/>
              <a:gd name="connsiteY24213" fmla="*/ 2839117 h 5143785"/>
              <a:gd name="connsiteX24214" fmla="*/ 1746980 w 3114960"/>
              <a:gd name="connsiteY24214" fmla="*/ 2831878 h 5143785"/>
              <a:gd name="connsiteX24215" fmla="*/ 1746980 w 3114960"/>
              <a:gd name="connsiteY24215" fmla="*/ 2818352 h 5143785"/>
              <a:gd name="connsiteX24216" fmla="*/ 1739837 w 3114960"/>
              <a:gd name="connsiteY24216" fmla="*/ 2811304 h 5143785"/>
              <a:gd name="connsiteX24217" fmla="*/ 1726311 w 3114960"/>
              <a:gd name="connsiteY24217" fmla="*/ 2811304 h 5143785"/>
              <a:gd name="connsiteX24218" fmla="*/ 1719263 w 3114960"/>
              <a:gd name="connsiteY24218" fmla="*/ 2818543 h 5143785"/>
              <a:gd name="connsiteX24219" fmla="*/ 1719263 w 3114960"/>
              <a:gd name="connsiteY24219" fmla="*/ 2822829 h 5143785"/>
              <a:gd name="connsiteX24220" fmla="*/ 1624489 w 3114960"/>
              <a:gd name="connsiteY24220" fmla="*/ 2822543 h 5143785"/>
              <a:gd name="connsiteX24221" fmla="*/ 1610011 w 3114960"/>
              <a:gd name="connsiteY24221" fmla="*/ 2809970 h 5143785"/>
              <a:gd name="connsiteX24222" fmla="*/ 1570958 w 3114960"/>
              <a:gd name="connsiteY24222" fmla="*/ 2818924 h 5143785"/>
              <a:gd name="connsiteX24223" fmla="*/ 1565910 w 3114960"/>
              <a:gd name="connsiteY24223" fmla="*/ 2813876 h 5143785"/>
              <a:gd name="connsiteX24224" fmla="*/ 1570958 w 3114960"/>
              <a:gd name="connsiteY24224" fmla="*/ 2808827 h 5143785"/>
              <a:gd name="connsiteX24225" fmla="*/ 1575911 w 3114960"/>
              <a:gd name="connsiteY24225" fmla="*/ 2813876 h 5143785"/>
              <a:gd name="connsiteX24226" fmla="*/ 1570958 w 3114960"/>
              <a:gd name="connsiteY24226" fmla="*/ 2818924 h 5143785"/>
              <a:gd name="connsiteX24227" fmla="*/ 1726406 w 3114960"/>
              <a:gd name="connsiteY24227" fmla="*/ 2816067 h 5143785"/>
              <a:gd name="connsiteX24228" fmla="*/ 1739932 w 3114960"/>
              <a:gd name="connsiteY24228" fmla="*/ 2816067 h 5143785"/>
              <a:gd name="connsiteX24229" fmla="*/ 1742313 w 3114960"/>
              <a:gd name="connsiteY24229" fmla="*/ 2818352 h 5143785"/>
              <a:gd name="connsiteX24230" fmla="*/ 1742313 w 3114960"/>
              <a:gd name="connsiteY24230" fmla="*/ 2831878 h 5143785"/>
              <a:gd name="connsiteX24231" fmla="*/ 1740027 w 3114960"/>
              <a:gd name="connsiteY24231" fmla="*/ 2834259 h 5143785"/>
              <a:gd name="connsiteX24232" fmla="*/ 1726502 w 3114960"/>
              <a:gd name="connsiteY24232" fmla="*/ 2834259 h 5143785"/>
              <a:gd name="connsiteX24233" fmla="*/ 1724120 w 3114960"/>
              <a:gd name="connsiteY24233" fmla="*/ 2831973 h 5143785"/>
              <a:gd name="connsiteX24234" fmla="*/ 1724120 w 3114960"/>
              <a:gd name="connsiteY24234" fmla="*/ 2818448 h 5143785"/>
              <a:gd name="connsiteX24235" fmla="*/ 1726406 w 3114960"/>
              <a:gd name="connsiteY24235" fmla="*/ 2816067 h 5143785"/>
              <a:gd name="connsiteX24236" fmla="*/ 2089023 w 3114960"/>
              <a:gd name="connsiteY24236" fmla="*/ 1070039 h 5143785"/>
              <a:gd name="connsiteX24237" fmla="*/ 2089023 w 3114960"/>
              <a:gd name="connsiteY24237" fmla="*/ 1073087 h 5143785"/>
              <a:gd name="connsiteX24238" fmla="*/ 2100167 w 3114960"/>
              <a:gd name="connsiteY24238" fmla="*/ 1084231 h 5143785"/>
              <a:gd name="connsiteX24239" fmla="*/ 2112455 w 3114960"/>
              <a:gd name="connsiteY24239" fmla="*/ 1084231 h 5143785"/>
              <a:gd name="connsiteX24240" fmla="*/ 2112455 w 3114960"/>
              <a:gd name="connsiteY24240" fmla="*/ 1112139 h 5143785"/>
              <a:gd name="connsiteX24241" fmla="*/ 2096548 w 3114960"/>
              <a:gd name="connsiteY24241" fmla="*/ 1126427 h 5143785"/>
              <a:gd name="connsiteX24242" fmla="*/ 2087213 w 3114960"/>
              <a:gd name="connsiteY24242" fmla="*/ 1122236 h 5143785"/>
              <a:gd name="connsiteX24243" fmla="*/ 2085975 w 3114960"/>
              <a:gd name="connsiteY24243" fmla="*/ 1122236 h 5143785"/>
              <a:gd name="connsiteX24244" fmla="*/ 2076069 w 3114960"/>
              <a:gd name="connsiteY24244" fmla="*/ 1125950 h 5143785"/>
              <a:gd name="connsiteX24245" fmla="*/ 2074355 w 3114960"/>
              <a:gd name="connsiteY24245" fmla="*/ 1147572 h 5143785"/>
              <a:gd name="connsiteX24246" fmla="*/ 2095976 w 3114960"/>
              <a:gd name="connsiteY24246" fmla="*/ 1149287 h 5143785"/>
              <a:gd name="connsiteX24247" fmla="*/ 2101310 w 3114960"/>
              <a:gd name="connsiteY24247" fmla="*/ 1138809 h 5143785"/>
              <a:gd name="connsiteX24248" fmla="*/ 2100453 w 3114960"/>
              <a:gd name="connsiteY24248" fmla="*/ 1132618 h 5143785"/>
              <a:gd name="connsiteX24249" fmla="*/ 2119598 w 3114960"/>
              <a:gd name="connsiteY24249" fmla="*/ 1115854 h 5143785"/>
              <a:gd name="connsiteX24250" fmla="*/ 2119598 w 3114960"/>
              <a:gd name="connsiteY24250" fmla="*/ 1084326 h 5143785"/>
              <a:gd name="connsiteX24251" fmla="*/ 2131790 w 3114960"/>
              <a:gd name="connsiteY24251" fmla="*/ 1084326 h 5143785"/>
              <a:gd name="connsiteX24252" fmla="*/ 2142935 w 3114960"/>
              <a:gd name="connsiteY24252" fmla="*/ 1073182 h 5143785"/>
              <a:gd name="connsiteX24253" fmla="*/ 2142935 w 3114960"/>
              <a:gd name="connsiteY24253" fmla="*/ 1070134 h 5143785"/>
              <a:gd name="connsiteX24254" fmla="*/ 2131790 w 3114960"/>
              <a:gd name="connsiteY24254" fmla="*/ 1058990 h 5143785"/>
              <a:gd name="connsiteX24255" fmla="*/ 2100167 w 3114960"/>
              <a:gd name="connsiteY24255" fmla="*/ 1058990 h 5143785"/>
              <a:gd name="connsiteX24256" fmla="*/ 2089023 w 3114960"/>
              <a:gd name="connsiteY24256" fmla="*/ 1070134 h 5143785"/>
              <a:gd name="connsiteX24257" fmla="*/ 2092357 w 3114960"/>
              <a:gd name="connsiteY24257" fmla="*/ 1145000 h 5143785"/>
              <a:gd name="connsiteX24258" fmla="*/ 2085975 w 3114960"/>
              <a:gd name="connsiteY24258" fmla="*/ 1147382 h 5143785"/>
              <a:gd name="connsiteX24259" fmla="*/ 2085213 w 3114960"/>
              <a:gd name="connsiteY24259" fmla="*/ 1147382 h 5143785"/>
              <a:gd name="connsiteX24260" fmla="*/ 2078546 w 3114960"/>
              <a:gd name="connsiteY24260" fmla="*/ 1143953 h 5143785"/>
              <a:gd name="connsiteX24261" fmla="*/ 2079593 w 3114960"/>
              <a:gd name="connsiteY24261" fmla="*/ 1130046 h 5143785"/>
              <a:gd name="connsiteX24262" fmla="*/ 2086737 w 3114960"/>
              <a:gd name="connsiteY24262" fmla="*/ 1127760 h 5143785"/>
              <a:gd name="connsiteX24263" fmla="*/ 2093405 w 3114960"/>
              <a:gd name="connsiteY24263" fmla="*/ 1131189 h 5143785"/>
              <a:gd name="connsiteX24264" fmla="*/ 2095691 w 3114960"/>
              <a:gd name="connsiteY24264" fmla="*/ 1138333 h 5143785"/>
              <a:gd name="connsiteX24265" fmla="*/ 2092262 w 3114960"/>
              <a:gd name="connsiteY24265" fmla="*/ 1145000 h 5143785"/>
              <a:gd name="connsiteX24266" fmla="*/ 2135791 w 3114960"/>
              <a:gd name="connsiteY24266" fmla="*/ 1070039 h 5143785"/>
              <a:gd name="connsiteX24267" fmla="*/ 2135791 w 3114960"/>
              <a:gd name="connsiteY24267" fmla="*/ 1073087 h 5143785"/>
              <a:gd name="connsiteX24268" fmla="*/ 2131790 w 3114960"/>
              <a:gd name="connsiteY24268" fmla="*/ 1077087 h 5143785"/>
              <a:gd name="connsiteX24269" fmla="*/ 2100167 w 3114960"/>
              <a:gd name="connsiteY24269" fmla="*/ 1077087 h 5143785"/>
              <a:gd name="connsiteX24270" fmla="*/ 2096167 w 3114960"/>
              <a:gd name="connsiteY24270" fmla="*/ 1073087 h 5143785"/>
              <a:gd name="connsiteX24271" fmla="*/ 2096167 w 3114960"/>
              <a:gd name="connsiteY24271" fmla="*/ 1070039 h 5143785"/>
              <a:gd name="connsiteX24272" fmla="*/ 2100167 w 3114960"/>
              <a:gd name="connsiteY24272" fmla="*/ 1066038 h 5143785"/>
              <a:gd name="connsiteX24273" fmla="*/ 2131790 w 3114960"/>
              <a:gd name="connsiteY24273" fmla="*/ 1066038 h 5143785"/>
              <a:gd name="connsiteX24274" fmla="*/ 2135791 w 3114960"/>
              <a:gd name="connsiteY24274" fmla="*/ 1070039 h 5143785"/>
              <a:gd name="connsiteX24275" fmla="*/ 2787301 w 3114960"/>
              <a:gd name="connsiteY24275" fmla="*/ 876872 h 5143785"/>
              <a:gd name="connsiteX24276" fmla="*/ 2771489 w 3114960"/>
              <a:gd name="connsiteY24276" fmla="*/ 864679 h 5143785"/>
              <a:gd name="connsiteX24277" fmla="*/ 2783681 w 3114960"/>
              <a:gd name="connsiteY24277" fmla="*/ 848868 h 5143785"/>
              <a:gd name="connsiteX24278" fmla="*/ 2799493 w 3114960"/>
              <a:gd name="connsiteY24278" fmla="*/ 861060 h 5143785"/>
              <a:gd name="connsiteX24279" fmla="*/ 2787301 w 3114960"/>
              <a:gd name="connsiteY24279" fmla="*/ 876872 h 5143785"/>
              <a:gd name="connsiteX24280" fmla="*/ 2169795 w 3114960"/>
              <a:gd name="connsiteY24280" fmla="*/ 2683097 h 5143785"/>
              <a:gd name="connsiteX24281" fmla="*/ 2166557 w 3114960"/>
              <a:gd name="connsiteY24281" fmla="*/ 2686622 h 5143785"/>
              <a:gd name="connsiteX24282" fmla="*/ 2152555 w 3114960"/>
              <a:gd name="connsiteY24282" fmla="*/ 2673763 h 5143785"/>
              <a:gd name="connsiteX24283" fmla="*/ 2155793 w 3114960"/>
              <a:gd name="connsiteY24283" fmla="*/ 2670238 h 5143785"/>
              <a:gd name="connsiteX24284" fmla="*/ 2169795 w 3114960"/>
              <a:gd name="connsiteY24284" fmla="*/ 2683097 h 5143785"/>
              <a:gd name="connsiteX24285" fmla="*/ 2219516 w 3114960"/>
              <a:gd name="connsiteY24285" fmla="*/ 1873568 h 5143785"/>
              <a:gd name="connsiteX24286" fmla="*/ 2231136 w 3114960"/>
              <a:gd name="connsiteY24286" fmla="*/ 1859852 h 5143785"/>
              <a:gd name="connsiteX24287" fmla="*/ 2217134 w 3114960"/>
              <a:gd name="connsiteY24287" fmla="*/ 1845850 h 5143785"/>
              <a:gd name="connsiteX24288" fmla="*/ 2203133 w 3114960"/>
              <a:gd name="connsiteY24288" fmla="*/ 1859852 h 5143785"/>
              <a:gd name="connsiteX24289" fmla="*/ 2214753 w 3114960"/>
              <a:gd name="connsiteY24289" fmla="*/ 1873568 h 5143785"/>
              <a:gd name="connsiteX24290" fmla="*/ 2214753 w 3114960"/>
              <a:gd name="connsiteY24290" fmla="*/ 2114836 h 5143785"/>
              <a:gd name="connsiteX24291" fmla="*/ 2156651 w 3114960"/>
              <a:gd name="connsiteY24291" fmla="*/ 2179892 h 5143785"/>
              <a:gd name="connsiteX24292" fmla="*/ 2156651 w 3114960"/>
              <a:gd name="connsiteY24292" fmla="*/ 2377535 h 5143785"/>
              <a:gd name="connsiteX24293" fmla="*/ 2161413 w 3114960"/>
              <a:gd name="connsiteY24293" fmla="*/ 2377535 h 5143785"/>
              <a:gd name="connsiteX24294" fmla="*/ 2161413 w 3114960"/>
              <a:gd name="connsiteY24294" fmla="*/ 2181701 h 5143785"/>
              <a:gd name="connsiteX24295" fmla="*/ 2219516 w 3114960"/>
              <a:gd name="connsiteY24295" fmla="*/ 2116646 h 5143785"/>
              <a:gd name="connsiteX24296" fmla="*/ 2219516 w 3114960"/>
              <a:gd name="connsiteY24296" fmla="*/ 1873568 h 5143785"/>
              <a:gd name="connsiteX24297" fmla="*/ 2207895 w 3114960"/>
              <a:gd name="connsiteY24297" fmla="*/ 1859852 h 5143785"/>
              <a:gd name="connsiteX24298" fmla="*/ 2217134 w 3114960"/>
              <a:gd name="connsiteY24298" fmla="*/ 1850612 h 5143785"/>
              <a:gd name="connsiteX24299" fmla="*/ 2226374 w 3114960"/>
              <a:gd name="connsiteY24299" fmla="*/ 1859852 h 5143785"/>
              <a:gd name="connsiteX24300" fmla="*/ 2217134 w 3114960"/>
              <a:gd name="connsiteY24300" fmla="*/ 1869091 h 5143785"/>
              <a:gd name="connsiteX24301" fmla="*/ 2207895 w 3114960"/>
              <a:gd name="connsiteY24301" fmla="*/ 1859852 h 5143785"/>
              <a:gd name="connsiteX24302" fmla="*/ 2165223 w 3114960"/>
              <a:gd name="connsiteY24302" fmla="*/ 1871472 h 5143785"/>
              <a:gd name="connsiteX24303" fmla="*/ 2153603 w 3114960"/>
              <a:gd name="connsiteY24303" fmla="*/ 1859852 h 5143785"/>
              <a:gd name="connsiteX24304" fmla="*/ 2165223 w 3114960"/>
              <a:gd name="connsiteY24304" fmla="*/ 1848231 h 5143785"/>
              <a:gd name="connsiteX24305" fmla="*/ 2176844 w 3114960"/>
              <a:gd name="connsiteY24305" fmla="*/ 1859852 h 5143785"/>
              <a:gd name="connsiteX24306" fmla="*/ 2165223 w 3114960"/>
              <a:gd name="connsiteY24306" fmla="*/ 1871472 h 5143785"/>
              <a:gd name="connsiteX24307" fmla="*/ 1765268 w 3114960"/>
              <a:gd name="connsiteY24307" fmla="*/ 1317974 h 5143785"/>
              <a:gd name="connsiteX24308" fmla="*/ 1771555 w 3114960"/>
              <a:gd name="connsiteY24308" fmla="*/ 1316546 h 5143785"/>
              <a:gd name="connsiteX24309" fmla="*/ 1778984 w 3114960"/>
              <a:gd name="connsiteY24309" fmla="*/ 1308259 h 5143785"/>
              <a:gd name="connsiteX24310" fmla="*/ 1779651 w 3114960"/>
              <a:gd name="connsiteY24310" fmla="*/ 1305687 h 5143785"/>
              <a:gd name="connsiteX24311" fmla="*/ 1902428 w 3114960"/>
              <a:gd name="connsiteY24311" fmla="*/ 1305687 h 5143785"/>
              <a:gd name="connsiteX24312" fmla="*/ 1915097 w 3114960"/>
              <a:gd name="connsiteY24312" fmla="*/ 1326928 h 5143785"/>
              <a:gd name="connsiteX24313" fmla="*/ 2035112 w 3114960"/>
              <a:gd name="connsiteY24313" fmla="*/ 1326928 h 5143785"/>
              <a:gd name="connsiteX24314" fmla="*/ 2135886 w 3114960"/>
              <a:gd name="connsiteY24314" fmla="*/ 1243013 h 5143785"/>
              <a:gd name="connsiteX24315" fmla="*/ 2148078 w 3114960"/>
              <a:gd name="connsiteY24315" fmla="*/ 1248537 h 5143785"/>
              <a:gd name="connsiteX24316" fmla="*/ 2162651 w 3114960"/>
              <a:gd name="connsiteY24316" fmla="*/ 1243775 h 5143785"/>
              <a:gd name="connsiteX24317" fmla="*/ 2169605 w 3114960"/>
              <a:gd name="connsiteY24317" fmla="*/ 1230154 h 5143785"/>
              <a:gd name="connsiteX24318" fmla="*/ 2168843 w 3114960"/>
              <a:gd name="connsiteY24318" fmla="*/ 1222915 h 5143785"/>
              <a:gd name="connsiteX24319" fmla="*/ 2189702 w 3114960"/>
              <a:gd name="connsiteY24319" fmla="*/ 1206437 h 5143785"/>
              <a:gd name="connsiteX24320" fmla="*/ 2190369 w 3114960"/>
              <a:gd name="connsiteY24320" fmla="*/ 1128903 h 5143785"/>
              <a:gd name="connsiteX24321" fmla="*/ 2205990 w 3114960"/>
              <a:gd name="connsiteY24321" fmla="*/ 1115378 h 5143785"/>
              <a:gd name="connsiteX24322" fmla="*/ 2299335 w 3114960"/>
              <a:gd name="connsiteY24322" fmla="*/ 1115378 h 5143785"/>
              <a:gd name="connsiteX24323" fmla="*/ 2310098 w 3114960"/>
              <a:gd name="connsiteY24323" fmla="*/ 1124426 h 5143785"/>
              <a:gd name="connsiteX24324" fmla="*/ 2341721 w 3114960"/>
              <a:gd name="connsiteY24324" fmla="*/ 1124426 h 5143785"/>
              <a:gd name="connsiteX24325" fmla="*/ 2352485 w 3114960"/>
              <a:gd name="connsiteY24325" fmla="*/ 1115282 h 5143785"/>
              <a:gd name="connsiteX24326" fmla="*/ 2479167 w 3114960"/>
              <a:gd name="connsiteY24326" fmla="*/ 1115282 h 5143785"/>
              <a:gd name="connsiteX24327" fmla="*/ 2495169 w 3114960"/>
              <a:gd name="connsiteY24327" fmla="*/ 1133570 h 5143785"/>
              <a:gd name="connsiteX24328" fmla="*/ 2661666 w 3114960"/>
              <a:gd name="connsiteY24328" fmla="*/ 1133570 h 5143785"/>
              <a:gd name="connsiteX24329" fmla="*/ 2743391 w 3114960"/>
              <a:gd name="connsiteY24329" fmla="*/ 1053275 h 5143785"/>
              <a:gd name="connsiteX24330" fmla="*/ 2743867 w 3114960"/>
              <a:gd name="connsiteY24330" fmla="*/ 961644 h 5143785"/>
              <a:gd name="connsiteX24331" fmla="*/ 2789396 w 3114960"/>
              <a:gd name="connsiteY24331" fmla="*/ 917829 h 5143785"/>
              <a:gd name="connsiteX24332" fmla="*/ 2789396 w 3114960"/>
              <a:gd name="connsiteY24332" fmla="*/ 883539 h 5143785"/>
              <a:gd name="connsiteX24333" fmla="*/ 2806922 w 3114960"/>
              <a:gd name="connsiteY24333" fmla="*/ 862870 h 5143785"/>
              <a:gd name="connsiteX24334" fmla="*/ 2785872 w 3114960"/>
              <a:gd name="connsiteY24334" fmla="*/ 841820 h 5143785"/>
              <a:gd name="connsiteX24335" fmla="*/ 2764822 w 3114960"/>
              <a:gd name="connsiteY24335" fmla="*/ 862870 h 5143785"/>
              <a:gd name="connsiteX24336" fmla="*/ 2782348 w 3114960"/>
              <a:gd name="connsiteY24336" fmla="*/ 883539 h 5143785"/>
              <a:gd name="connsiteX24337" fmla="*/ 2782348 w 3114960"/>
              <a:gd name="connsiteY24337" fmla="*/ 914305 h 5143785"/>
              <a:gd name="connsiteX24338" fmla="*/ 2736818 w 3114960"/>
              <a:gd name="connsiteY24338" fmla="*/ 958120 h 5143785"/>
              <a:gd name="connsiteX24339" fmla="*/ 2736342 w 3114960"/>
              <a:gd name="connsiteY24339" fmla="*/ 1050322 h 5143785"/>
              <a:gd name="connsiteX24340" fmla="*/ 2658904 w 3114960"/>
              <a:gd name="connsiteY24340" fmla="*/ 1126522 h 5143785"/>
              <a:gd name="connsiteX24341" fmla="*/ 2498598 w 3114960"/>
              <a:gd name="connsiteY24341" fmla="*/ 1126522 h 5143785"/>
              <a:gd name="connsiteX24342" fmla="*/ 2482596 w 3114960"/>
              <a:gd name="connsiteY24342" fmla="*/ 1108234 h 5143785"/>
              <a:gd name="connsiteX24343" fmla="*/ 2352675 w 3114960"/>
              <a:gd name="connsiteY24343" fmla="*/ 1108234 h 5143785"/>
              <a:gd name="connsiteX24344" fmla="*/ 2341912 w 3114960"/>
              <a:gd name="connsiteY24344" fmla="*/ 1099090 h 5143785"/>
              <a:gd name="connsiteX24345" fmla="*/ 2310289 w 3114960"/>
              <a:gd name="connsiteY24345" fmla="*/ 1099090 h 5143785"/>
              <a:gd name="connsiteX24346" fmla="*/ 2299526 w 3114960"/>
              <a:gd name="connsiteY24346" fmla="*/ 1108139 h 5143785"/>
              <a:gd name="connsiteX24347" fmla="*/ 2203418 w 3114960"/>
              <a:gd name="connsiteY24347" fmla="*/ 1108139 h 5143785"/>
              <a:gd name="connsiteX24348" fmla="*/ 2183321 w 3114960"/>
              <a:gd name="connsiteY24348" fmla="*/ 1125665 h 5143785"/>
              <a:gd name="connsiteX24349" fmla="*/ 2182654 w 3114960"/>
              <a:gd name="connsiteY24349" fmla="*/ 1203008 h 5143785"/>
              <a:gd name="connsiteX24350" fmla="*/ 2165604 w 3114960"/>
              <a:gd name="connsiteY24350" fmla="*/ 1216533 h 5143785"/>
              <a:gd name="connsiteX24351" fmla="*/ 2165033 w 3114960"/>
              <a:gd name="connsiteY24351" fmla="*/ 1215771 h 5143785"/>
              <a:gd name="connsiteX24352" fmla="*/ 2149793 w 3114960"/>
              <a:gd name="connsiteY24352" fmla="*/ 1208818 h 5143785"/>
              <a:gd name="connsiteX24353" fmla="*/ 2136839 w 3114960"/>
              <a:gd name="connsiteY24353" fmla="*/ 1213580 h 5143785"/>
              <a:gd name="connsiteX24354" fmla="*/ 2133029 w 3114960"/>
              <a:gd name="connsiteY24354" fmla="*/ 1239393 h 5143785"/>
              <a:gd name="connsiteX24355" fmla="*/ 2033588 w 3114960"/>
              <a:gd name="connsiteY24355" fmla="*/ 1322261 h 5143785"/>
              <a:gd name="connsiteX24356" fmla="*/ 1917954 w 3114960"/>
              <a:gd name="connsiteY24356" fmla="*/ 1322261 h 5143785"/>
              <a:gd name="connsiteX24357" fmla="*/ 1905286 w 3114960"/>
              <a:gd name="connsiteY24357" fmla="*/ 1300925 h 5143785"/>
              <a:gd name="connsiteX24358" fmla="*/ 1779746 w 3114960"/>
              <a:gd name="connsiteY24358" fmla="*/ 1300925 h 5143785"/>
              <a:gd name="connsiteX24359" fmla="*/ 1778603 w 3114960"/>
              <a:gd name="connsiteY24359" fmla="*/ 1297210 h 5143785"/>
              <a:gd name="connsiteX24360" fmla="*/ 1759172 w 3114960"/>
              <a:gd name="connsiteY24360" fmla="*/ 1290352 h 5143785"/>
              <a:gd name="connsiteX24361" fmla="*/ 1752314 w 3114960"/>
              <a:gd name="connsiteY24361" fmla="*/ 1309783 h 5143785"/>
              <a:gd name="connsiteX24362" fmla="*/ 1765459 w 3114960"/>
              <a:gd name="connsiteY24362" fmla="*/ 1318070 h 5143785"/>
              <a:gd name="connsiteX24363" fmla="*/ 2770442 w 3114960"/>
              <a:gd name="connsiteY24363" fmla="*/ 862870 h 5143785"/>
              <a:gd name="connsiteX24364" fmla="*/ 2785586 w 3114960"/>
              <a:gd name="connsiteY24364" fmla="*/ 847725 h 5143785"/>
              <a:gd name="connsiteX24365" fmla="*/ 2800731 w 3114960"/>
              <a:gd name="connsiteY24365" fmla="*/ 862870 h 5143785"/>
              <a:gd name="connsiteX24366" fmla="*/ 2785586 w 3114960"/>
              <a:gd name="connsiteY24366" fmla="*/ 878015 h 5143785"/>
              <a:gd name="connsiteX24367" fmla="*/ 2770442 w 3114960"/>
              <a:gd name="connsiteY24367" fmla="*/ 862870 h 5143785"/>
              <a:gd name="connsiteX24368" fmla="*/ 2305907 w 3114960"/>
              <a:gd name="connsiteY24368" fmla="*/ 1110329 h 5143785"/>
              <a:gd name="connsiteX24369" fmla="*/ 2309908 w 3114960"/>
              <a:gd name="connsiteY24369" fmla="*/ 1106329 h 5143785"/>
              <a:gd name="connsiteX24370" fmla="*/ 2341531 w 3114960"/>
              <a:gd name="connsiteY24370" fmla="*/ 1106329 h 5143785"/>
              <a:gd name="connsiteX24371" fmla="*/ 2345531 w 3114960"/>
              <a:gd name="connsiteY24371" fmla="*/ 1110329 h 5143785"/>
              <a:gd name="connsiteX24372" fmla="*/ 2345531 w 3114960"/>
              <a:gd name="connsiteY24372" fmla="*/ 1113377 h 5143785"/>
              <a:gd name="connsiteX24373" fmla="*/ 2341531 w 3114960"/>
              <a:gd name="connsiteY24373" fmla="*/ 1117378 h 5143785"/>
              <a:gd name="connsiteX24374" fmla="*/ 2309908 w 3114960"/>
              <a:gd name="connsiteY24374" fmla="*/ 1117378 h 5143785"/>
              <a:gd name="connsiteX24375" fmla="*/ 2305907 w 3114960"/>
              <a:gd name="connsiteY24375" fmla="*/ 1113377 h 5143785"/>
              <a:gd name="connsiteX24376" fmla="*/ 2305907 w 3114960"/>
              <a:gd name="connsiteY24376" fmla="*/ 1110329 h 5143785"/>
              <a:gd name="connsiteX24377" fmla="*/ 2141220 w 3114960"/>
              <a:gd name="connsiteY24377" fmla="*/ 1219010 h 5143785"/>
              <a:gd name="connsiteX24378" fmla="*/ 2150555 w 3114960"/>
              <a:gd name="connsiteY24378" fmla="*/ 1215962 h 5143785"/>
              <a:gd name="connsiteX24379" fmla="*/ 2159318 w 3114960"/>
              <a:gd name="connsiteY24379" fmla="*/ 1220438 h 5143785"/>
              <a:gd name="connsiteX24380" fmla="*/ 2162366 w 3114960"/>
              <a:gd name="connsiteY24380" fmla="*/ 1229773 h 5143785"/>
              <a:gd name="connsiteX24381" fmla="*/ 2157889 w 3114960"/>
              <a:gd name="connsiteY24381" fmla="*/ 1238536 h 5143785"/>
              <a:gd name="connsiteX24382" fmla="*/ 2149602 w 3114960"/>
              <a:gd name="connsiteY24382" fmla="*/ 1241584 h 5143785"/>
              <a:gd name="connsiteX24383" fmla="*/ 2148554 w 3114960"/>
              <a:gd name="connsiteY24383" fmla="*/ 1241584 h 5143785"/>
              <a:gd name="connsiteX24384" fmla="*/ 2139791 w 3114960"/>
              <a:gd name="connsiteY24384" fmla="*/ 1237107 h 5143785"/>
              <a:gd name="connsiteX24385" fmla="*/ 2136743 w 3114960"/>
              <a:gd name="connsiteY24385" fmla="*/ 1227773 h 5143785"/>
              <a:gd name="connsiteX24386" fmla="*/ 2141220 w 3114960"/>
              <a:gd name="connsiteY24386" fmla="*/ 1219010 h 5143785"/>
              <a:gd name="connsiteX24387" fmla="*/ 1756029 w 3114960"/>
              <a:gd name="connsiteY24387" fmla="*/ 1300258 h 5143785"/>
              <a:gd name="connsiteX24388" fmla="*/ 1760982 w 3114960"/>
              <a:gd name="connsiteY24388" fmla="*/ 1294638 h 5143785"/>
              <a:gd name="connsiteX24389" fmla="*/ 1765173 w 3114960"/>
              <a:gd name="connsiteY24389" fmla="*/ 1293686 h 5143785"/>
              <a:gd name="connsiteX24390" fmla="*/ 1774031 w 3114960"/>
              <a:gd name="connsiteY24390" fmla="*/ 1299210 h 5143785"/>
              <a:gd name="connsiteX24391" fmla="*/ 1774412 w 3114960"/>
              <a:gd name="connsiteY24391" fmla="*/ 1306735 h 5143785"/>
              <a:gd name="connsiteX24392" fmla="*/ 1769459 w 3114960"/>
              <a:gd name="connsiteY24392" fmla="*/ 1312355 h 5143785"/>
              <a:gd name="connsiteX24393" fmla="*/ 1756410 w 3114960"/>
              <a:gd name="connsiteY24393" fmla="*/ 1307782 h 5143785"/>
              <a:gd name="connsiteX24394" fmla="*/ 1756029 w 3114960"/>
              <a:gd name="connsiteY24394" fmla="*/ 1300258 h 5143785"/>
              <a:gd name="connsiteX24395" fmla="*/ 2169033 w 3114960"/>
              <a:gd name="connsiteY24395" fmla="*/ 2059781 h 5143785"/>
              <a:gd name="connsiteX24396" fmla="*/ 2171891 w 3114960"/>
              <a:gd name="connsiteY24396" fmla="*/ 2059781 h 5143785"/>
              <a:gd name="connsiteX24397" fmla="*/ 2176939 w 3114960"/>
              <a:gd name="connsiteY24397" fmla="*/ 2054733 h 5143785"/>
              <a:gd name="connsiteX24398" fmla="*/ 2176939 w 3114960"/>
              <a:gd name="connsiteY24398" fmla="*/ 2041779 h 5143785"/>
              <a:gd name="connsiteX24399" fmla="*/ 2171891 w 3114960"/>
              <a:gd name="connsiteY24399" fmla="*/ 2036731 h 5143785"/>
              <a:gd name="connsiteX24400" fmla="*/ 2169033 w 3114960"/>
              <a:gd name="connsiteY24400" fmla="*/ 2036731 h 5143785"/>
              <a:gd name="connsiteX24401" fmla="*/ 2169033 w 3114960"/>
              <a:gd name="connsiteY24401" fmla="*/ 1871472 h 5143785"/>
              <a:gd name="connsiteX24402" fmla="*/ 2161889 w 3114960"/>
              <a:gd name="connsiteY24402" fmla="*/ 1871472 h 5143785"/>
              <a:gd name="connsiteX24403" fmla="*/ 2161889 w 3114960"/>
              <a:gd name="connsiteY24403" fmla="*/ 2036731 h 5143785"/>
              <a:gd name="connsiteX24404" fmla="*/ 2159032 w 3114960"/>
              <a:gd name="connsiteY24404" fmla="*/ 2036731 h 5143785"/>
              <a:gd name="connsiteX24405" fmla="*/ 2153984 w 3114960"/>
              <a:gd name="connsiteY24405" fmla="*/ 2041779 h 5143785"/>
              <a:gd name="connsiteX24406" fmla="*/ 2153984 w 3114960"/>
              <a:gd name="connsiteY24406" fmla="*/ 2054733 h 5143785"/>
              <a:gd name="connsiteX24407" fmla="*/ 2159032 w 3114960"/>
              <a:gd name="connsiteY24407" fmla="*/ 2059781 h 5143785"/>
              <a:gd name="connsiteX24408" fmla="*/ 2161889 w 3114960"/>
              <a:gd name="connsiteY24408" fmla="*/ 2059781 h 5143785"/>
              <a:gd name="connsiteX24409" fmla="*/ 2161889 w 3114960"/>
              <a:gd name="connsiteY24409" fmla="*/ 2114360 h 5143785"/>
              <a:gd name="connsiteX24410" fmla="*/ 2103787 w 3114960"/>
              <a:gd name="connsiteY24410" fmla="*/ 2176272 h 5143785"/>
              <a:gd name="connsiteX24411" fmla="*/ 2104549 w 3114960"/>
              <a:gd name="connsiteY24411" fmla="*/ 2392585 h 5143785"/>
              <a:gd name="connsiteX24412" fmla="*/ 2111693 w 3114960"/>
              <a:gd name="connsiteY24412" fmla="*/ 2392585 h 5143785"/>
              <a:gd name="connsiteX24413" fmla="*/ 2110931 w 3114960"/>
              <a:gd name="connsiteY24413" fmla="*/ 2179130 h 5143785"/>
              <a:gd name="connsiteX24414" fmla="*/ 2169033 w 3114960"/>
              <a:gd name="connsiteY24414" fmla="*/ 2117217 h 5143785"/>
              <a:gd name="connsiteX24415" fmla="*/ 2169033 w 3114960"/>
              <a:gd name="connsiteY24415" fmla="*/ 2059781 h 5143785"/>
              <a:gd name="connsiteX24416" fmla="*/ 2158651 w 3114960"/>
              <a:gd name="connsiteY24416" fmla="*/ 2054638 h 5143785"/>
              <a:gd name="connsiteX24417" fmla="*/ 2158937 w 3114960"/>
              <a:gd name="connsiteY24417" fmla="*/ 2041398 h 5143785"/>
              <a:gd name="connsiteX24418" fmla="*/ 2172176 w 3114960"/>
              <a:gd name="connsiteY24418" fmla="*/ 2041684 h 5143785"/>
              <a:gd name="connsiteX24419" fmla="*/ 2172176 w 3114960"/>
              <a:gd name="connsiteY24419" fmla="*/ 2054638 h 5143785"/>
              <a:gd name="connsiteX24420" fmla="*/ 2171891 w 3114960"/>
              <a:gd name="connsiteY24420" fmla="*/ 2054924 h 5143785"/>
              <a:gd name="connsiteX24421" fmla="*/ 2158651 w 3114960"/>
              <a:gd name="connsiteY24421" fmla="*/ 2054638 h 5143785"/>
              <a:gd name="connsiteX24422" fmla="*/ 2126837 w 3114960"/>
              <a:gd name="connsiteY24422" fmla="*/ 2417064 h 5143785"/>
              <a:gd name="connsiteX24423" fmla="*/ 2130076 w 3114960"/>
              <a:gd name="connsiteY24423" fmla="*/ 2413635 h 5143785"/>
              <a:gd name="connsiteX24424" fmla="*/ 2143506 w 3114960"/>
              <a:gd name="connsiteY24424" fmla="*/ 2426399 h 5143785"/>
              <a:gd name="connsiteX24425" fmla="*/ 2140268 w 3114960"/>
              <a:gd name="connsiteY24425" fmla="*/ 2429828 h 5143785"/>
              <a:gd name="connsiteX24426" fmla="*/ 2126837 w 3114960"/>
              <a:gd name="connsiteY24426" fmla="*/ 2417064 h 5143785"/>
              <a:gd name="connsiteX24427" fmla="*/ 1747076 w 3114960"/>
              <a:gd name="connsiteY24427" fmla="*/ 2771775 h 5143785"/>
              <a:gd name="connsiteX24428" fmla="*/ 1739932 w 3114960"/>
              <a:gd name="connsiteY24428" fmla="*/ 2764727 h 5143785"/>
              <a:gd name="connsiteX24429" fmla="*/ 1726406 w 3114960"/>
              <a:gd name="connsiteY24429" fmla="*/ 2764727 h 5143785"/>
              <a:gd name="connsiteX24430" fmla="*/ 1719358 w 3114960"/>
              <a:gd name="connsiteY24430" fmla="*/ 2771966 h 5143785"/>
              <a:gd name="connsiteX24431" fmla="*/ 1719358 w 3114960"/>
              <a:gd name="connsiteY24431" fmla="*/ 2776252 h 5143785"/>
              <a:gd name="connsiteX24432" fmla="*/ 1623060 w 3114960"/>
              <a:gd name="connsiteY24432" fmla="*/ 2775966 h 5143785"/>
              <a:gd name="connsiteX24433" fmla="*/ 1606963 w 3114960"/>
              <a:gd name="connsiteY24433" fmla="*/ 2761679 h 5143785"/>
              <a:gd name="connsiteX24434" fmla="*/ 1555623 w 3114960"/>
              <a:gd name="connsiteY24434" fmla="*/ 2761679 h 5143785"/>
              <a:gd name="connsiteX24435" fmla="*/ 1531715 w 3114960"/>
              <a:gd name="connsiteY24435" fmla="*/ 2793492 h 5143785"/>
              <a:gd name="connsiteX24436" fmla="*/ 1531715 w 3114960"/>
              <a:gd name="connsiteY24436" fmla="*/ 2804732 h 5143785"/>
              <a:gd name="connsiteX24437" fmla="*/ 1524381 w 3114960"/>
              <a:gd name="connsiteY24437" fmla="*/ 2813971 h 5143785"/>
              <a:gd name="connsiteX24438" fmla="*/ 1534192 w 3114960"/>
              <a:gd name="connsiteY24438" fmla="*/ 2823782 h 5143785"/>
              <a:gd name="connsiteX24439" fmla="*/ 1543907 w 3114960"/>
              <a:gd name="connsiteY24439" fmla="*/ 2813971 h 5143785"/>
              <a:gd name="connsiteX24440" fmla="*/ 1536573 w 3114960"/>
              <a:gd name="connsiteY24440" fmla="*/ 2804732 h 5143785"/>
              <a:gd name="connsiteX24441" fmla="*/ 1536573 w 3114960"/>
              <a:gd name="connsiteY24441" fmla="*/ 2795016 h 5143785"/>
              <a:gd name="connsiteX24442" fmla="*/ 1558100 w 3114960"/>
              <a:gd name="connsiteY24442" fmla="*/ 2766346 h 5143785"/>
              <a:gd name="connsiteX24443" fmla="*/ 1605153 w 3114960"/>
              <a:gd name="connsiteY24443" fmla="*/ 2766346 h 5143785"/>
              <a:gd name="connsiteX24444" fmla="*/ 1621250 w 3114960"/>
              <a:gd name="connsiteY24444" fmla="*/ 2780729 h 5143785"/>
              <a:gd name="connsiteX24445" fmla="*/ 1719453 w 3114960"/>
              <a:gd name="connsiteY24445" fmla="*/ 2781014 h 5143785"/>
              <a:gd name="connsiteX24446" fmla="*/ 1719453 w 3114960"/>
              <a:gd name="connsiteY24446" fmla="*/ 2785491 h 5143785"/>
              <a:gd name="connsiteX24447" fmla="*/ 1726597 w 3114960"/>
              <a:gd name="connsiteY24447" fmla="*/ 2792540 h 5143785"/>
              <a:gd name="connsiteX24448" fmla="*/ 1740122 w 3114960"/>
              <a:gd name="connsiteY24448" fmla="*/ 2792540 h 5143785"/>
              <a:gd name="connsiteX24449" fmla="*/ 1747171 w 3114960"/>
              <a:gd name="connsiteY24449" fmla="*/ 2785396 h 5143785"/>
              <a:gd name="connsiteX24450" fmla="*/ 1747171 w 3114960"/>
              <a:gd name="connsiteY24450" fmla="*/ 2771870 h 5143785"/>
              <a:gd name="connsiteX24451" fmla="*/ 1539050 w 3114960"/>
              <a:gd name="connsiteY24451" fmla="*/ 2813876 h 5143785"/>
              <a:gd name="connsiteX24452" fmla="*/ 1534097 w 3114960"/>
              <a:gd name="connsiteY24452" fmla="*/ 2818924 h 5143785"/>
              <a:gd name="connsiteX24453" fmla="*/ 1529048 w 3114960"/>
              <a:gd name="connsiteY24453" fmla="*/ 2813876 h 5143785"/>
              <a:gd name="connsiteX24454" fmla="*/ 1534097 w 3114960"/>
              <a:gd name="connsiteY24454" fmla="*/ 2808827 h 5143785"/>
              <a:gd name="connsiteX24455" fmla="*/ 1539050 w 3114960"/>
              <a:gd name="connsiteY24455" fmla="*/ 2813876 h 5143785"/>
              <a:gd name="connsiteX24456" fmla="*/ 1740027 w 3114960"/>
              <a:gd name="connsiteY24456" fmla="*/ 2787682 h 5143785"/>
              <a:gd name="connsiteX24457" fmla="*/ 1726502 w 3114960"/>
              <a:gd name="connsiteY24457" fmla="*/ 2787682 h 5143785"/>
              <a:gd name="connsiteX24458" fmla="*/ 1724120 w 3114960"/>
              <a:gd name="connsiteY24458" fmla="*/ 2785396 h 5143785"/>
              <a:gd name="connsiteX24459" fmla="*/ 1724120 w 3114960"/>
              <a:gd name="connsiteY24459" fmla="*/ 2771870 h 5143785"/>
              <a:gd name="connsiteX24460" fmla="*/ 1726406 w 3114960"/>
              <a:gd name="connsiteY24460" fmla="*/ 2769489 h 5143785"/>
              <a:gd name="connsiteX24461" fmla="*/ 1739932 w 3114960"/>
              <a:gd name="connsiteY24461" fmla="*/ 2769489 h 5143785"/>
              <a:gd name="connsiteX24462" fmla="*/ 1742313 w 3114960"/>
              <a:gd name="connsiteY24462" fmla="*/ 2771775 h 5143785"/>
              <a:gd name="connsiteX24463" fmla="*/ 1742313 w 3114960"/>
              <a:gd name="connsiteY24463" fmla="*/ 2785301 h 5143785"/>
              <a:gd name="connsiteX24464" fmla="*/ 1740027 w 3114960"/>
              <a:gd name="connsiteY24464" fmla="*/ 2787682 h 5143785"/>
              <a:gd name="connsiteX24465" fmla="*/ 2109788 w 3114960"/>
              <a:gd name="connsiteY24465" fmla="*/ 2394204 h 5143785"/>
              <a:gd name="connsiteX24466" fmla="*/ 2116646 w 3114960"/>
              <a:gd name="connsiteY24466" fmla="*/ 2400776 h 5143785"/>
              <a:gd name="connsiteX24467" fmla="*/ 2113407 w 3114960"/>
              <a:gd name="connsiteY24467" fmla="*/ 2404205 h 5143785"/>
              <a:gd name="connsiteX24468" fmla="*/ 2106549 w 3114960"/>
              <a:gd name="connsiteY24468" fmla="*/ 2397633 h 5143785"/>
              <a:gd name="connsiteX24469" fmla="*/ 2109788 w 3114960"/>
              <a:gd name="connsiteY24469" fmla="*/ 2394204 h 5143785"/>
              <a:gd name="connsiteX24470" fmla="*/ 2250662 w 3114960"/>
              <a:gd name="connsiteY24470" fmla="*/ 2763965 h 5143785"/>
              <a:gd name="connsiteX24471" fmla="*/ 2236661 w 3114960"/>
              <a:gd name="connsiteY24471" fmla="*/ 2751106 h 5143785"/>
              <a:gd name="connsiteX24472" fmla="*/ 2239899 w 3114960"/>
              <a:gd name="connsiteY24472" fmla="*/ 2747582 h 5143785"/>
              <a:gd name="connsiteX24473" fmla="*/ 2253901 w 3114960"/>
              <a:gd name="connsiteY24473" fmla="*/ 2760440 h 5143785"/>
              <a:gd name="connsiteX24474" fmla="*/ 2250662 w 3114960"/>
              <a:gd name="connsiteY24474" fmla="*/ 2763965 h 5143785"/>
              <a:gd name="connsiteX24475" fmla="*/ 2193608 w 3114960"/>
              <a:gd name="connsiteY24475" fmla="*/ 2838736 h 5143785"/>
              <a:gd name="connsiteX24476" fmla="*/ 2203133 w 3114960"/>
              <a:gd name="connsiteY24476" fmla="*/ 2828639 h 5143785"/>
              <a:gd name="connsiteX24477" fmla="*/ 2202847 w 3114960"/>
              <a:gd name="connsiteY24477" fmla="*/ 2828354 h 5143785"/>
              <a:gd name="connsiteX24478" fmla="*/ 2206085 w 3114960"/>
              <a:gd name="connsiteY24478" fmla="*/ 2824829 h 5143785"/>
              <a:gd name="connsiteX24479" fmla="*/ 2209895 w 3114960"/>
              <a:gd name="connsiteY24479" fmla="*/ 2828354 h 5143785"/>
              <a:gd name="connsiteX24480" fmla="*/ 2197132 w 3114960"/>
              <a:gd name="connsiteY24480" fmla="*/ 2841974 h 5143785"/>
              <a:gd name="connsiteX24481" fmla="*/ 2193608 w 3114960"/>
              <a:gd name="connsiteY24481" fmla="*/ 2838736 h 5143785"/>
              <a:gd name="connsiteX24482" fmla="*/ 2046065 w 3114960"/>
              <a:gd name="connsiteY24482" fmla="*/ 1745266 h 5143785"/>
              <a:gd name="connsiteX24483" fmla="*/ 2049304 w 3114960"/>
              <a:gd name="connsiteY24483" fmla="*/ 1744599 h 5143785"/>
              <a:gd name="connsiteX24484" fmla="*/ 2053209 w 3114960"/>
              <a:gd name="connsiteY24484" fmla="*/ 1741170 h 5143785"/>
              <a:gd name="connsiteX24485" fmla="*/ 2054066 w 3114960"/>
              <a:gd name="connsiteY24485" fmla="*/ 1741456 h 5143785"/>
              <a:gd name="connsiteX24486" fmla="*/ 2055686 w 3114960"/>
              <a:gd name="connsiteY24486" fmla="*/ 1739551 h 5143785"/>
              <a:gd name="connsiteX24487" fmla="*/ 2057305 w 3114960"/>
              <a:gd name="connsiteY24487" fmla="*/ 1741456 h 5143785"/>
              <a:gd name="connsiteX24488" fmla="*/ 2058924 w 3114960"/>
              <a:gd name="connsiteY24488" fmla="*/ 1739551 h 5143785"/>
              <a:gd name="connsiteX24489" fmla="*/ 2060543 w 3114960"/>
              <a:gd name="connsiteY24489" fmla="*/ 1741456 h 5143785"/>
              <a:gd name="connsiteX24490" fmla="*/ 2062163 w 3114960"/>
              <a:gd name="connsiteY24490" fmla="*/ 1739551 h 5143785"/>
              <a:gd name="connsiteX24491" fmla="*/ 2063782 w 3114960"/>
              <a:gd name="connsiteY24491" fmla="*/ 1741456 h 5143785"/>
              <a:gd name="connsiteX24492" fmla="*/ 2065401 w 3114960"/>
              <a:gd name="connsiteY24492" fmla="*/ 1739551 h 5143785"/>
              <a:gd name="connsiteX24493" fmla="*/ 2067020 w 3114960"/>
              <a:gd name="connsiteY24493" fmla="*/ 1741456 h 5143785"/>
              <a:gd name="connsiteX24494" fmla="*/ 2068640 w 3114960"/>
              <a:gd name="connsiteY24494" fmla="*/ 1739551 h 5143785"/>
              <a:gd name="connsiteX24495" fmla="*/ 2070259 w 3114960"/>
              <a:gd name="connsiteY24495" fmla="*/ 1741456 h 5143785"/>
              <a:gd name="connsiteX24496" fmla="*/ 2071878 w 3114960"/>
              <a:gd name="connsiteY24496" fmla="*/ 1739551 h 5143785"/>
              <a:gd name="connsiteX24497" fmla="*/ 2073497 w 3114960"/>
              <a:gd name="connsiteY24497" fmla="*/ 1741456 h 5143785"/>
              <a:gd name="connsiteX24498" fmla="*/ 2075117 w 3114960"/>
              <a:gd name="connsiteY24498" fmla="*/ 1739551 h 5143785"/>
              <a:gd name="connsiteX24499" fmla="*/ 2076736 w 3114960"/>
              <a:gd name="connsiteY24499" fmla="*/ 1741456 h 5143785"/>
              <a:gd name="connsiteX24500" fmla="*/ 2078355 w 3114960"/>
              <a:gd name="connsiteY24500" fmla="*/ 1739551 h 5143785"/>
              <a:gd name="connsiteX24501" fmla="*/ 2079974 w 3114960"/>
              <a:gd name="connsiteY24501" fmla="*/ 1741456 h 5143785"/>
              <a:gd name="connsiteX24502" fmla="*/ 2081594 w 3114960"/>
              <a:gd name="connsiteY24502" fmla="*/ 1739551 h 5143785"/>
              <a:gd name="connsiteX24503" fmla="*/ 2083213 w 3114960"/>
              <a:gd name="connsiteY24503" fmla="*/ 1741456 h 5143785"/>
              <a:gd name="connsiteX24504" fmla="*/ 2084832 w 3114960"/>
              <a:gd name="connsiteY24504" fmla="*/ 1739551 h 5143785"/>
              <a:gd name="connsiteX24505" fmla="*/ 2086451 w 3114960"/>
              <a:gd name="connsiteY24505" fmla="*/ 1741456 h 5143785"/>
              <a:gd name="connsiteX24506" fmla="*/ 2088071 w 3114960"/>
              <a:gd name="connsiteY24506" fmla="*/ 1739551 h 5143785"/>
              <a:gd name="connsiteX24507" fmla="*/ 2089690 w 3114960"/>
              <a:gd name="connsiteY24507" fmla="*/ 1741456 h 5143785"/>
              <a:gd name="connsiteX24508" fmla="*/ 2091309 w 3114960"/>
              <a:gd name="connsiteY24508" fmla="*/ 1739456 h 5143785"/>
              <a:gd name="connsiteX24509" fmla="*/ 2092928 w 3114960"/>
              <a:gd name="connsiteY24509" fmla="*/ 1741456 h 5143785"/>
              <a:gd name="connsiteX24510" fmla="*/ 2094548 w 3114960"/>
              <a:gd name="connsiteY24510" fmla="*/ 1739456 h 5143785"/>
              <a:gd name="connsiteX24511" fmla="*/ 2096167 w 3114960"/>
              <a:gd name="connsiteY24511" fmla="*/ 1741456 h 5143785"/>
              <a:gd name="connsiteX24512" fmla="*/ 2097786 w 3114960"/>
              <a:gd name="connsiteY24512" fmla="*/ 1739360 h 5143785"/>
              <a:gd name="connsiteX24513" fmla="*/ 2099405 w 3114960"/>
              <a:gd name="connsiteY24513" fmla="*/ 1741456 h 5143785"/>
              <a:gd name="connsiteX24514" fmla="*/ 2101120 w 3114960"/>
              <a:gd name="connsiteY24514" fmla="*/ 1739360 h 5143785"/>
              <a:gd name="connsiteX24515" fmla="*/ 2102834 w 3114960"/>
              <a:gd name="connsiteY24515" fmla="*/ 1741456 h 5143785"/>
              <a:gd name="connsiteX24516" fmla="*/ 2104549 w 3114960"/>
              <a:gd name="connsiteY24516" fmla="*/ 1739360 h 5143785"/>
              <a:gd name="connsiteX24517" fmla="*/ 2106263 w 3114960"/>
              <a:gd name="connsiteY24517" fmla="*/ 1741456 h 5143785"/>
              <a:gd name="connsiteX24518" fmla="*/ 2107978 w 3114960"/>
              <a:gd name="connsiteY24518" fmla="*/ 1739360 h 5143785"/>
              <a:gd name="connsiteX24519" fmla="*/ 2109597 w 3114960"/>
              <a:gd name="connsiteY24519" fmla="*/ 1741456 h 5143785"/>
              <a:gd name="connsiteX24520" fmla="*/ 2111216 w 3114960"/>
              <a:gd name="connsiteY24520" fmla="*/ 1739360 h 5143785"/>
              <a:gd name="connsiteX24521" fmla="*/ 2112836 w 3114960"/>
              <a:gd name="connsiteY24521" fmla="*/ 1741456 h 5143785"/>
              <a:gd name="connsiteX24522" fmla="*/ 2114455 w 3114960"/>
              <a:gd name="connsiteY24522" fmla="*/ 1739456 h 5143785"/>
              <a:gd name="connsiteX24523" fmla="*/ 2116074 w 3114960"/>
              <a:gd name="connsiteY24523" fmla="*/ 1741456 h 5143785"/>
              <a:gd name="connsiteX24524" fmla="*/ 2117693 w 3114960"/>
              <a:gd name="connsiteY24524" fmla="*/ 1739456 h 5143785"/>
              <a:gd name="connsiteX24525" fmla="*/ 2119313 w 3114960"/>
              <a:gd name="connsiteY24525" fmla="*/ 1741456 h 5143785"/>
              <a:gd name="connsiteX24526" fmla="*/ 2120932 w 3114960"/>
              <a:gd name="connsiteY24526" fmla="*/ 1739456 h 5143785"/>
              <a:gd name="connsiteX24527" fmla="*/ 2122551 w 3114960"/>
              <a:gd name="connsiteY24527" fmla="*/ 1741456 h 5143785"/>
              <a:gd name="connsiteX24528" fmla="*/ 2124170 w 3114960"/>
              <a:gd name="connsiteY24528" fmla="*/ 1739360 h 5143785"/>
              <a:gd name="connsiteX24529" fmla="*/ 2125790 w 3114960"/>
              <a:gd name="connsiteY24529" fmla="*/ 1741456 h 5143785"/>
              <a:gd name="connsiteX24530" fmla="*/ 2127504 w 3114960"/>
              <a:gd name="connsiteY24530" fmla="*/ 1739360 h 5143785"/>
              <a:gd name="connsiteX24531" fmla="*/ 2129219 w 3114960"/>
              <a:gd name="connsiteY24531" fmla="*/ 1741456 h 5143785"/>
              <a:gd name="connsiteX24532" fmla="*/ 2130933 w 3114960"/>
              <a:gd name="connsiteY24532" fmla="*/ 1739265 h 5143785"/>
              <a:gd name="connsiteX24533" fmla="*/ 2132648 w 3114960"/>
              <a:gd name="connsiteY24533" fmla="*/ 1741456 h 5143785"/>
              <a:gd name="connsiteX24534" fmla="*/ 2134362 w 3114960"/>
              <a:gd name="connsiteY24534" fmla="*/ 1739360 h 5143785"/>
              <a:gd name="connsiteX24535" fmla="*/ 2136077 w 3114960"/>
              <a:gd name="connsiteY24535" fmla="*/ 1741456 h 5143785"/>
              <a:gd name="connsiteX24536" fmla="*/ 2137696 w 3114960"/>
              <a:gd name="connsiteY24536" fmla="*/ 1739456 h 5143785"/>
              <a:gd name="connsiteX24537" fmla="*/ 2139315 w 3114960"/>
              <a:gd name="connsiteY24537" fmla="*/ 1741456 h 5143785"/>
              <a:gd name="connsiteX24538" fmla="*/ 2140934 w 3114960"/>
              <a:gd name="connsiteY24538" fmla="*/ 1739456 h 5143785"/>
              <a:gd name="connsiteX24539" fmla="*/ 2142554 w 3114960"/>
              <a:gd name="connsiteY24539" fmla="*/ 1741456 h 5143785"/>
              <a:gd name="connsiteX24540" fmla="*/ 2144173 w 3114960"/>
              <a:gd name="connsiteY24540" fmla="*/ 1739456 h 5143785"/>
              <a:gd name="connsiteX24541" fmla="*/ 2145792 w 3114960"/>
              <a:gd name="connsiteY24541" fmla="*/ 1741456 h 5143785"/>
              <a:gd name="connsiteX24542" fmla="*/ 2147411 w 3114960"/>
              <a:gd name="connsiteY24542" fmla="*/ 1739360 h 5143785"/>
              <a:gd name="connsiteX24543" fmla="*/ 2149126 w 3114960"/>
              <a:gd name="connsiteY24543" fmla="*/ 1741456 h 5143785"/>
              <a:gd name="connsiteX24544" fmla="*/ 2150840 w 3114960"/>
              <a:gd name="connsiteY24544" fmla="*/ 1739265 h 5143785"/>
              <a:gd name="connsiteX24545" fmla="*/ 2152555 w 3114960"/>
              <a:gd name="connsiteY24545" fmla="*/ 1741456 h 5143785"/>
              <a:gd name="connsiteX24546" fmla="*/ 2154269 w 3114960"/>
              <a:gd name="connsiteY24546" fmla="*/ 1739265 h 5143785"/>
              <a:gd name="connsiteX24547" fmla="*/ 2155984 w 3114960"/>
              <a:gd name="connsiteY24547" fmla="*/ 1741456 h 5143785"/>
              <a:gd name="connsiteX24548" fmla="*/ 2157698 w 3114960"/>
              <a:gd name="connsiteY24548" fmla="*/ 1739265 h 5143785"/>
              <a:gd name="connsiteX24549" fmla="*/ 2159413 w 3114960"/>
              <a:gd name="connsiteY24549" fmla="*/ 1741456 h 5143785"/>
              <a:gd name="connsiteX24550" fmla="*/ 2161127 w 3114960"/>
              <a:gd name="connsiteY24550" fmla="*/ 1739265 h 5143785"/>
              <a:gd name="connsiteX24551" fmla="*/ 2162842 w 3114960"/>
              <a:gd name="connsiteY24551" fmla="*/ 1741456 h 5143785"/>
              <a:gd name="connsiteX24552" fmla="*/ 2164556 w 3114960"/>
              <a:gd name="connsiteY24552" fmla="*/ 1739170 h 5143785"/>
              <a:gd name="connsiteX24553" fmla="*/ 2166271 w 3114960"/>
              <a:gd name="connsiteY24553" fmla="*/ 1741456 h 5143785"/>
              <a:gd name="connsiteX24554" fmla="*/ 2167985 w 3114960"/>
              <a:gd name="connsiteY24554" fmla="*/ 1739075 h 5143785"/>
              <a:gd name="connsiteX24555" fmla="*/ 2169700 w 3114960"/>
              <a:gd name="connsiteY24555" fmla="*/ 1741456 h 5143785"/>
              <a:gd name="connsiteX24556" fmla="*/ 2173319 w 3114960"/>
              <a:gd name="connsiteY24556" fmla="*/ 1744599 h 5143785"/>
              <a:gd name="connsiteX24557" fmla="*/ 2176653 w 3114960"/>
              <a:gd name="connsiteY24557" fmla="*/ 1745266 h 5143785"/>
              <a:gd name="connsiteX24558" fmla="*/ 2179892 w 3114960"/>
              <a:gd name="connsiteY24558" fmla="*/ 1744599 h 5143785"/>
              <a:gd name="connsiteX24559" fmla="*/ 2184559 w 3114960"/>
              <a:gd name="connsiteY24559" fmla="*/ 1733455 h 5143785"/>
              <a:gd name="connsiteX24560" fmla="*/ 2173415 w 3114960"/>
              <a:gd name="connsiteY24560" fmla="*/ 1728788 h 5143785"/>
              <a:gd name="connsiteX24561" fmla="*/ 2169224 w 3114960"/>
              <a:gd name="connsiteY24561" fmla="*/ 1732693 h 5143785"/>
              <a:gd name="connsiteX24562" fmla="*/ 2168081 w 3114960"/>
              <a:gd name="connsiteY24562" fmla="*/ 1731931 h 5143785"/>
              <a:gd name="connsiteX24563" fmla="*/ 2166366 w 3114960"/>
              <a:gd name="connsiteY24563" fmla="*/ 1734312 h 5143785"/>
              <a:gd name="connsiteX24564" fmla="*/ 2164652 w 3114960"/>
              <a:gd name="connsiteY24564" fmla="*/ 1731931 h 5143785"/>
              <a:gd name="connsiteX24565" fmla="*/ 2162937 w 3114960"/>
              <a:gd name="connsiteY24565" fmla="*/ 1734122 h 5143785"/>
              <a:gd name="connsiteX24566" fmla="*/ 2161223 w 3114960"/>
              <a:gd name="connsiteY24566" fmla="*/ 1731931 h 5143785"/>
              <a:gd name="connsiteX24567" fmla="*/ 2159508 w 3114960"/>
              <a:gd name="connsiteY24567" fmla="*/ 1734217 h 5143785"/>
              <a:gd name="connsiteX24568" fmla="*/ 2157794 w 3114960"/>
              <a:gd name="connsiteY24568" fmla="*/ 1731931 h 5143785"/>
              <a:gd name="connsiteX24569" fmla="*/ 2156079 w 3114960"/>
              <a:gd name="connsiteY24569" fmla="*/ 1734122 h 5143785"/>
              <a:gd name="connsiteX24570" fmla="*/ 2154365 w 3114960"/>
              <a:gd name="connsiteY24570" fmla="*/ 1731931 h 5143785"/>
              <a:gd name="connsiteX24571" fmla="*/ 2152650 w 3114960"/>
              <a:gd name="connsiteY24571" fmla="*/ 1734122 h 5143785"/>
              <a:gd name="connsiteX24572" fmla="*/ 2150936 w 3114960"/>
              <a:gd name="connsiteY24572" fmla="*/ 1731931 h 5143785"/>
              <a:gd name="connsiteX24573" fmla="*/ 2149221 w 3114960"/>
              <a:gd name="connsiteY24573" fmla="*/ 1734026 h 5143785"/>
              <a:gd name="connsiteX24574" fmla="*/ 2147507 w 3114960"/>
              <a:gd name="connsiteY24574" fmla="*/ 1731931 h 5143785"/>
              <a:gd name="connsiteX24575" fmla="*/ 2145887 w 3114960"/>
              <a:gd name="connsiteY24575" fmla="*/ 1733931 h 5143785"/>
              <a:gd name="connsiteX24576" fmla="*/ 2144268 w 3114960"/>
              <a:gd name="connsiteY24576" fmla="*/ 1731931 h 5143785"/>
              <a:gd name="connsiteX24577" fmla="*/ 2142649 w 3114960"/>
              <a:gd name="connsiteY24577" fmla="*/ 1733931 h 5143785"/>
              <a:gd name="connsiteX24578" fmla="*/ 2141030 w 3114960"/>
              <a:gd name="connsiteY24578" fmla="*/ 1731931 h 5143785"/>
              <a:gd name="connsiteX24579" fmla="*/ 2139410 w 3114960"/>
              <a:gd name="connsiteY24579" fmla="*/ 1733931 h 5143785"/>
              <a:gd name="connsiteX24580" fmla="*/ 2137791 w 3114960"/>
              <a:gd name="connsiteY24580" fmla="*/ 1731931 h 5143785"/>
              <a:gd name="connsiteX24581" fmla="*/ 2136172 w 3114960"/>
              <a:gd name="connsiteY24581" fmla="*/ 1734026 h 5143785"/>
              <a:gd name="connsiteX24582" fmla="*/ 2134457 w 3114960"/>
              <a:gd name="connsiteY24582" fmla="*/ 1731931 h 5143785"/>
              <a:gd name="connsiteX24583" fmla="*/ 2132743 w 3114960"/>
              <a:gd name="connsiteY24583" fmla="*/ 1734122 h 5143785"/>
              <a:gd name="connsiteX24584" fmla="*/ 2131028 w 3114960"/>
              <a:gd name="connsiteY24584" fmla="*/ 1731931 h 5143785"/>
              <a:gd name="connsiteX24585" fmla="*/ 2129314 w 3114960"/>
              <a:gd name="connsiteY24585" fmla="*/ 1734026 h 5143785"/>
              <a:gd name="connsiteX24586" fmla="*/ 2127599 w 3114960"/>
              <a:gd name="connsiteY24586" fmla="*/ 1731931 h 5143785"/>
              <a:gd name="connsiteX24587" fmla="*/ 2125885 w 3114960"/>
              <a:gd name="connsiteY24587" fmla="*/ 1734026 h 5143785"/>
              <a:gd name="connsiteX24588" fmla="*/ 2124170 w 3114960"/>
              <a:gd name="connsiteY24588" fmla="*/ 1731931 h 5143785"/>
              <a:gd name="connsiteX24589" fmla="*/ 2122551 w 3114960"/>
              <a:gd name="connsiteY24589" fmla="*/ 1734026 h 5143785"/>
              <a:gd name="connsiteX24590" fmla="*/ 2120932 w 3114960"/>
              <a:gd name="connsiteY24590" fmla="*/ 1731931 h 5143785"/>
              <a:gd name="connsiteX24591" fmla="*/ 2119313 w 3114960"/>
              <a:gd name="connsiteY24591" fmla="*/ 1733931 h 5143785"/>
              <a:gd name="connsiteX24592" fmla="*/ 2117693 w 3114960"/>
              <a:gd name="connsiteY24592" fmla="*/ 1731931 h 5143785"/>
              <a:gd name="connsiteX24593" fmla="*/ 2116074 w 3114960"/>
              <a:gd name="connsiteY24593" fmla="*/ 1733931 h 5143785"/>
              <a:gd name="connsiteX24594" fmla="*/ 2114455 w 3114960"/>
              <a:gd name="connsiteY24594" fmla="*/ 1731931 h 5143785"/>
              <a:gd name="connsiteX24595" fmla="*/ 2112836 w 3114960"/>
              <a:gd name="connsiteY24595" fmla="*/ 1733931 h 5143785"/>
              <a:gd name="connsiteX24596" fmla="*/ 2111216 w 3114960"/>
              <a:gd name="connsiteY24596" fmla="*/ 1731931 h 5143785"/>
              <a:gd name="connsiteX24597" fmla="*/ 2109597 w 3114960"/>
              <a:gd name="connsiteY24597" fmla="*/ 1734026 h 5143785"/>
              <a:gd name="connsiteX24598" fmla="*/ 2107978 w 3114960"/>
              <a:gd name="connsiteY24598" fmla="*/ 1731931 h 5143785"/>
              <a:gd name="connsiteX24599" fmla="*/ 2106263 w 3114960"/>
              <a:gd name="connsiteY24599" fmla="*/ 1734026 h 5143785"/>
              <a:gd name="connsiteX24600" fmla="*/ 2104549 w 3114960"/>
              <a:gd name="connsiteY24600" fmla="*/ 1731931 h 5143785"/>
              <a:gd name="connsiteX24601" fmla="*/ 2102834 w 3114960"/>
              <a:gd name="connsiteY24601" fmla="*/ 1734026 h 5143785"/>
              <a:gd name="connsiteX24602" fmla="*/ 2101120 w 3114960"/>
              <a:gd name="connsiteY24602" fmla="*/ 1731931 h 5143785"/>
              <a:gd name="connsiteX24603" fmla="*/ 2099501 w 3114960"/>
              <a:gd name="connsiteY24603" fmla="*/ 1734026 h 5143785"/>
              <a:gd name="connsiteX24604" fmla="*/ 2097881 w 3114960"/>
              <a:gd name="connsiteY24604" fmla="*/ 1731931 h 5143785"/>
              <a:gd name="connsiteX24605" fmla="*/ 2096262 w 3114960"/>
              <a:gd name="connsiteY24605" fmla="*/ 1733931 h 5143785"/>
              <a:gd name="connsiteX24606" fmla="*/ 2094643 w 3114960"/>
              <a:gd name="connsiteY24606" fmla="*/ 1731931 h 5143785"/>
              <a:gd name="connsiteX24607" fmla="*/ 2093024 w 3114960"/>
              <a:gd name="connsiteY24607" fmla="*/ 1733931 h 5143785"/>
              <a:gd name="connsiteX24608" fmla="*/ 2091404 w 3114960"/>
              <a:gd name="connsiteY24608" fmla="*/ 1731931 h 5143785"/>
              <a:gd name="connsiteX24609" fmla="*/ 2089785 w 3114960"/>
              <a:gd name="connsiteY24609" fmla="*/ 1733931 h 5143785"/>
              <a:gd name="connsiteX24610" fmla="*/ 2088166 w 3114960"/>
              <a:gd name="connsiteY24610" fmla="*/ 1731931 h 5143785"/>
              <a:gd name="connsiteX24611" fmla="*/ 2086547 w 3114960"/>
              <a:gd name="connsiteY24611" fmla="*/ 1733836 h 5143785"/>
              <a:gd name="connsiteX24612" fmla="*/ 2084927 w 3114960"/>
              <a:gd name="connsiteY24612" fmla="*/ 1731931 h 5143785"/>
              <a:gd name="connsiteX24613" fmla="*/ 2083308 w 3114960"/>
              <a:gd name="connsiteY24613" fmla="*/ 1733836 h 5143785"/>
              <a:gd name="connsiteX24614" fmla="*/ 2081689 w 3114960"/>
              <a:gd name="connsiteY24614" fmla="*/ 1731931 h 5143785"/>
              <a:gd name="connsiteX24615" fmla="*/ 2080070 w 3114960"/>
              <a:gd name="connsiteY24615" fmla="*/ 1733836 h 5143785"/>
              <a:gd name="connsiteX24616" fmla="*/ 2078450 w 3114960"/>
              <a:gd name="connsiteY24616" fmla="*/ 1731931 h 5143785"/>
              <a:gd name="connsiteX24617" fmla="*/ 2076831 w 3114960"/>
              <a:gd name="connsiteY24617" fmla="*/ 1733836 h 5143785"/>
              <a:gd name="connsiteX24618" fmla="*/ 2075212 w 3114960"/>
              <a:gd name="connsiteY24618" fmla="*/ 1731931 h 5143785"/>
              <a:gd name="connsiteX24619" fmla="*/ 2073593 w 3114960"/>
              <a:gd name="connsiteY24619" fmla="*/ 1733836 h 5143785"/>
              <a:gd name="connsiteX24620" fmla="*/ 2071973 w 3114960"/>
              <a:gd name="connsiteY24620" fmla="*/ 1731931 h 5143785"/>
              <a:gd name="connsiteX24621" fmla="*/ 2070354 w 3114960"/>
              <a:gd name="connsiteY24621" fmla="*/ 1733836 h 5143785"/>
              <a:gd name="connsiteX24622" fmla="*/ 2068735 w 3114960"/>
              <a:gd name="connsiteY24622" fmla="*/ 1731931 h 5143785"/>
              <a:gd name="connsiteX24623" fmla="*/ 2067116 w 3114960"/>
              <a:gd name="connsiteY24623" fmla="*/ 1733836 h 5143785"/>
              <a:gd name="connsiteX24624" fmla="*/ 2065496 w 3114960"/>
              <a:gd name="connsiteY24624" fmla="*/ 1731931 h 5143785"/>
              <a:gd name="connsiteX24625" fmla="*/ 2063877 w 3114960"/>
              <a:gd name="connsiteY24625" fmla="*/ 1733836 h 5143785"/>
              <a:gd name="connsiteX24626" fmla="*/ 2062258 w 3114960"/>
              <a:gd name="connsiteY24626" fmla="*/ 1731931 h 5143785"/>
              <a:gd name="connsiteX24627" fmla="*/ 2060639 w 3114960"/>
              <a:gd name="connsiteY24627" fmla="*/ 1733836 h 5143785"/>
              <a:gd name="connsiteX24628" fmla="*/ 2059019 w 3114960"/>
              <a:gd name="connsiteY24628" fmla="*/ 1731931 h 5143785"/>
              <a:gd name="connsiteX24629" fmla="*/ 2057400 w 3114960"/>
              <a:gd name="connsiteY24629" fmla="*/ 1733836 h 5143785"/>
              <a:gd name="connsiteX24630" fmla="*/ 2055781 w 3114960"/>
              <a:gd name="connsiteY24630" fmla="*/ 1731931 h 5143785"/>
              <a:gd name="connsiteX24631" fmla="*/ 2054162 w 3114960"/>
              <a:gd name="connsiteY24631" fmla="*/ 1733836 h 5143785"/>
              <a:gd name="connsiteX24632" fmla="*/ 2054162 w 3114960"/>
              <a:gd name="connsiteY24632" fmla="*/ 1733455 h 5143785"/>
              <a:gd name="connsiteX24633" fmla="*/ 2053876 w 3114960"/>
              <a:gd name="connsiteY24633" fmla="*/ 1732978 h 5143785"/>
              <a:gd name="connsiteX24634" fmla="*/ 2053495 w 3114960"/>
              <a:gd name="connsiteY24634" fmla="*/ 1732312 h 5143785"/>
              <a:gd name="connsiteX24635" fmla="*/ 2043113 w 3114960"/>
              <a:gd name="connsiteY24635" fmla="*/ 1728692 h 5143785"/>
              <a:gd name="connsiteX24636" fmla="*/ 2038445 w 3114960"/>
              <a:gd name="connsiteY24636" fmla="*/ 1739837 h 5143785"/>
              <a:gd name="connsiteX24637" fmla="*/ 2046351 w 3114960"/>
              <a:gd name="connsiteY24637" fmla="*/ 1745171 h 5143785"/>
              <a:gd name="connsiteX24638" fmla="*/ 2171033 w 3114960"/>
              <a:gd name="connsiteY24638" fmla="*/ 1734407 h 5143785"/>
              <a:gd name="connsiteX24639" fmla="*/ 2174367 w 3114960"/>
              <a:gd name="connsiteY24639" fmla="*/ 1731074 h 5143785"/>
              <a:gd name="connsiteX24640" fmla="*/ 2182368 w 3114960"/>
              <a:gd name="connsiteY24640" fmla="*/ 1734407 h 5143785"/>
              <a:gd name="connsiteX24641" fmla="*/ 2182368 w 3114960"/>
              <a:gd name="connsiteY24641" fmla="*/ 1739075 h 5143785"/>
              <a:gd name="connsiteX24642" fmla="*/ 2179034 w 3114960"/>
              <a:gd name="connsiteY24642" fmla="*/ 1742408 h 5143785"/>
              <a:gd name="connsiteX24643" fmla="*/ 2174367 w 3114960"/>
              <a:gd name="connsiteY24643" fmla="*/ 1742408 h 5143785"/>
              <a:gd name="connsiteX24644" fmla="*/ 2171033 w 3114960"/>
              <a:gd name="connsiteY24644" fmla="*/ 1739075 h 5143785"/>
              <a:gd name="connsiteX24645" fmla="*/ 2171033 w 3114960"/>
              <a:gd name="connsiteY24645" fmla="*/ 1734407 h 5143785"/>
              <a:gd name="connsiteX24646" fmla="*/ 2043779 w 3114960"/>
              <a:gd name="connsiteY24646" fmla="*/ 1731074 h 5143785"/>
              <a:gd name="connsiteX24647" fmla="*/ 2051590 w 3114960"/>
              <a:gd name="connsiteY24647" fmla="*/ 1734217 h 5143785"/>
              <a:gd name="connsiteX24648" fmla="*/ 2051971 w 3114960"/>
              <a:gd name="connsiteY24648" fmla="*/ 1736884 h 5143785"/>
              <a:gd name="connsiteX24649" fmla="*/ 2051971 w 3114960"/>
              <a:gd name="connsiteY24649" fmla="*/ 1737455 h 5143785"/>
              <a:gd name="connsiteX24650" fmla="*/ 2051590 w 3114960"/>
              <a:gd name="connsiteY24650" fmla="*/ 1739170 h 5143785"/>
              <a:gd name="connsiteX24651" fmla="*/ 2048256 w 3114960"/>
              <a:gd name="connsiteY24651" fmla="*/ 1742503 h 5143785"/>
              <a:gd name="connsiteX24652" fmla="*/ 2043589 w 3114960"/>
              <a:gd name="connsiteY24652" fmla="*/ 1742503 h 5143785"/>
              <a:gd name="connsiteX24653" fmla="*/ 2040255 w 3114960"/>
              <a:gd name="connsiteY24653" fmla="*/ 1739170 h 5143785"/>
              <a:gd name="connsiteX24654" fmla="*/ 2043589 w 3114960"/>
              <a:gd name="connsiteY24654" fmla="*/ 1731169 h 5143785"/>
              <a:gd name="connsiteX24655" fmla="*/ 2188845 w 3114960"/>
              <a:gd name="connsiteY24655" fmla="*/ 2815400 h 5143785"/>
              <a:gd name="connsiteX24656" fmla="*/ 2174843 w 3114960"/>
              <a:gd name="connsiteY24656" fmla="*/ 2802446 h 5143785"/>
              <a:gd name="connsiteX24657" fmla="*/ 2178082 w 3114960"/>
              <a:gd name="connsiteY24657" fmla="*/ 2798921 h 5143785"/>
              <a:gd name="connsiteX24658" fmla="*/ 2192084 w 3114960"/>
              <a:gd name="connsiteY24658" fmla="*/ 2811875 h 5143785"/>
              <a:gd name="connsiteX24659" fmla="*/ 2188845 w 3114960"/>
              <a:gd name="connsiteY24659" fmla="*/ 2815400 h 5143785"/>
              <a:gd name="connsiteX24660" fmla="*/ 2167604 w 3114960"/>
              <a:gd name="connsiteY24660" fmla="*/ 2866549 h 5143785"/>
              <a:gd name="connsiteX24661" fmla="*/ 2180654 w 3114960"/>
              <a:gd name="connsiteY24661" fmla="*/ 2852642 h 5143785"/>
              <a:gd name="connsiteX24662" fmla="*/ 2184178 w 3114960"/>
              <a:gd name="connsiteY24662" fmla="*/ 2855881 h 5143785"/>
              <a:gd name="connsiteX24663" fmla="*/ 2171129 w 3114960"/>
              <a:gd name="connsiteY24663" fmla="*/ 2869787 h 5143785"/>
              <a:gd name="connsiteX24664" fmla="*/ 2167604 w 3114960"/>
              <a:gd name="connsiteY24664" fmla="*/ 2866549 h 5143785"/>
              <a:gd name="connsiteX24665" fmla="*/ 2160937 w 3114960"/>
              <a:gd name="connsiteY24665" fmla="*/ 2789492 h 5143785"/>
              <a:gd name="connsiteX24666" fmla="*/ 2146935 w 3114960"/>
              <a:gd name="connsiteY24666" fmla="*/ 2776538 h 5143785"/>
              <a:gd name="connsiteX24667" fmla="*/ 2150174 w 3114960"/>
              <a:gd name="connsiteY24667" fmla="*/ 2773013 h 5143785"/>
              <a:gd name="connsiteX24668" fmla="*/ 2164175 w 3114960"/>
              <a:gd name="connsiteY24668" fmla="*/ 2785967 h 5143785"/>
              <a:gd name="connsiteX24669" fmla="*/ 2160937 w 3114960"/>
              <a:gd name="connsiteY24669" fmla="*/ 2789492 h 5143785"/>
              <a:gd name="connsiteX24670" fmla="*/ 2767108 w 3114960"/>
              <a:gd name="connsiteY24670" fmla="*/ 791718 h 5143785"/>
              <a:gd name="connsiteX24671" fmla="*/ 2767394 w 3114960"/>
              <a:gd name="connsiteY24671" fmla="*/ 643128 h 5143785"/>
              <a:gd name="connsiteX24672" fmla="*/ 2770823 w 3114960"/>
              <a:gd name="connsiteY24672" fmla="*/ 643128 h 5143785"/>
              <a:gd name="connsiteX24673" fmla="*/ 2782348 w 3114960"/>
              <a:gd name="connsiteY24673" fmla="*/ 631603 h 5143785"/>
              <a:gd name="connsiteX24674" fmla="*/ 2782348 w 3114960"/>
              <a:gd name="connsiteY24674" fmla="*/ 580263 h 5143785"/>
              <a:gd name="connsiteX24675" fmla="*/ 2770823 w 3114960"/>
              <a:gd name="connsiteY24675" fmla="*/ 568738 h 5143785"/>
              <a:gd name="connsiteX24676" fmla="*/ 2767394 w 3114960"/>
              <a:gd name="connsiteY24676" fmla="*/ 568738 h 5143785"/>
              <a:gd name="connsiteX24677" fmla="*/ 2767394 w 3114960"/>
              <a:gd name="connsiteY24677" fmla="*/ 487871 h 5143785"/>
              <a:gd name="connsiteX24678" fmla="*/ 2772823 w 3114960"/>
              <a:gd name="connsiteY24678" fmla="*/ 487871 h 5143785"/>
              <a:gd name="connsiteX24679" fmla="*/ 2775204 w 3114960"/>
              <a:gd name="connsiteY24679" fmla="*/ 485489 h 5143785"/>
              <a:gd name="connsiteX24680" fmla="*/ 2775204 w 3114960"/>
              <a:gd name="connsiteY24680" fmla="*/ 467487 h 5143785"/>
              <a:gd name="connsiteX24681" fmla="*/ 2772823 w 3114960"/>
              <a:gd name="connsiteY24681" fmla="*/ 465106 h 5143785"/>
              <a:gd name="connsiteX24682" fmla="*/ 2754821 w 3114960"/>
              <a:gd name="connsiteY24682" fmla="*/ 465106 h 5143785"/>
              <a:gd name="connsiteX24683" fmla="*/ 2752439 w 3114960"/>
              <a:gd name="connsiteY24683" fmla="*/ 467487 h 5143785"/>
              <a:gd name="connsiteX24684" fmla="*/ 2752439 w 3114960"/>
              <a:gd name="connsiteY24684" fmla="*/ 485489 h 5143785"/>
              <a:gd name="connsiteX24685" fmla="*/ 2754821 w 3114960"/>
              <a:gd name="connsiteY24685" fmla="*/ 487871 h 5143785"/>
              <a:gd name="connsiteX24686" fmla="*/ 2760250 w 3114960"/>
              <a:gd name="connsiteY24686" fmla="*/ 487871 h 5143785"/>
              <a:gd name="connsiteX24687" fmla="*/ 2760250 w 3114960"/>
              <a:gd name="connsiteY24687" fmla="*/ 568738 h 5143785"/>
              <a:gd name="connsiteX24688" fmla="*/ 2756821 w 3114960"/>
              <a:gd name="connsiteY24688" fmla="*/ 568738 h 5143785"/>
              <a:gd name="connsiteX24689" fmla="*/ 2745296 w 3114960"/>
              <a:gd name="connsiteY24689" fmla="*/ 580263 h 5143785"/>
              <a:gd name="connsiteX24690" fmla="*/ 2745296 w 3114960"/>
              <a:gd name="connsiteY24690" fmla="*/ 631603 h 5143785"/>
              <a:gd name="connsiteX24691" fmla="*/ 2756821 w 3114960"/>
              <a:gd name="connsiteY24691" fmla="*/ 643128 h 5143785"/>
              <a:gd name="connsiteX24692" fmla="*/ 2760250 w 3114960"/>
              <a:gd name="connsiteY24692" fmla="*/ 643128 h 5143785"/>
              <a:gd name="connsiteX24693" fmla="*/ 2759964 w 3114960"/>
              <a:gd name="connsiteY24693" fmla="*/ 790575 h 5143785"/>
              <a:gd name="connsiteX24694" fmla="*/ 2713959 w 3114960"/>
              <a:gd name="connsiteY24694" fmla="*/ 838676 h 5143785"/>
              <a:gd name="connsiteX24695" fmla="*/ 2704338 w 3114960"/>
              <a:gd name="connsiteY24695" fmla="*/ 835914 h 5143785"/>
              <a:gd name="connsiteX24696" fmla="*/ 2685955 w 3114960"/>
              <a:gd name="connsiteY24696" fmla="*/ 854297 h 5143785"/>
              <a:gd name="connsiteX24697" fmla="*/ 2688717 w 3114960"/>
              <a:gd name="connsiteY24697" fmla="*/ 863918 h 5143785"/>
              <a:gd name="connsiteX24698" fmla="*/ 2688527 w 3114960"/>
              <a:gd name="connsiteY24698" fmla="*/ 863918 h 5143785"/>
              <a:gd name="connsiteX24699" fmla="*/ 2656618 w 3114960"/>
              <a:gd name="connsiteY24699" fmla="*/ 896874 h 5143785"/>
              <a:gd name="connsiteX24700" fmla="*/ 2657189 w 3114960"/>
              <a:gd name="connsiteY24700" fmla="*/ 998506 h 5143785"/>
              <a:gd name="connsiteX24701" fmla="*/ 2613184 w 3114960"/>
              <a:gd name="connsiteY24701" fmla="*/ 1040130 h 5143785"/>
              <a:gd name="connsiteX24702" fmla="*/ 2576227 w 3114960"/>
              <a:gd name="connsiteY24702" fmla="*/ 1040130 h 5143785"/>
              <a:gd name="connsiteX24703" fmla="*/ 2555558 w 3114960"/>
              <a:gd name="connsiteY24703" fmla="*/ 1022604 h 5143785"/>
              <a:gd name="connsiteX24704" fmla="*/ 2534507 w 3114960"/>
              <a:gd name="connsiteY24704" fmla="*/ 1043654 h 5143785"/>
              <a:gd name="connsiteX24705" fmla="*/ 2555558 w 3114960"/>
              <a:gd name="connsiteY24705" fmla="*/ 1064705 h 5143785"/>
              <a:gd name="connsiteX24706" fmla="*/ 2576227 w 3114960"/>
              <a:gd name="connsiteY24706" fmla="*/ 1047179 h 5143785"/>
              <a:gd name="connsiteX24707" fmla="*/ 2615946 w 3114960"/>
              <a:gd name="connsiteY24707" fmla="*/ 1047179 h 5143785"/>
              <a:gd name="connsiteX24708" fmla="*/ 2664238 w 3114960"/>
              <a:gd name="connsiteY24708" fmla="*/ 1001459 h 5143785"/>
              <a:gd name="connsiteX24709" fmla="*/ 2663667 w 3114960"/>
              <a:gd name="connsiteY24709" fmla="*/ 899732 h 5143785"/>
              <a:gd name="connsiteX24710" fmla="*/ 2693384 w 3114960"/>
              <a:gd name="connsiteY24710" fmla="*/ 868966 h 5143785"/>
              <a:gd name="connsiteX24711" fmla="*/ 2704243 w 3114960"/>
              <a:gd name="connsiteY24711" fmla="*/ 872585 h 5143785"/>
              <a:gd name="connsiteX24712" fmla="*/ 2722626 w 3114960"/>
              <a:gd name="connsiteY24712" fmla="*/ 854202 h 5143785"/>
              <a:gd name="connsiteX24713" fmla="*/ 2719102 w 3114960"/>
              <a:gd name="connsiteY24713" fmla="*/ 843439 h 5143785"/>
              <a:gd name="connsiteX24714" fmla="*/ 2765965 w 3114960"/>
              <a:gd name="connsiteY24714" fmla="*/ 794099 h 5143785"/>
              <a:gd name="connsiteX24715" fmla="*/ 2767013 w 3114960"/>
              <a:gd name="connsiteY24715" fmla="*/ 791623 h 5143785"/>
              <a:gd name="connsiteX24716" fmla="*/ 2555558 w 3114960"/>
              <a:gd name="connsiteY24716" fmla="*/ 1058799 h 5143785"/>
              <a:gd name="connsiteX24717" fmla="*/ 2540413 w 3114960"/>
              <a:gd name="connsiteY24717" fmla="*/ 1043654 h 5143785"/>
              <a:gd name="connsiteX24718" fmla="*/ 2555558 w 3114960"/>
              <a:gd name="connsiteY24718" fmla="*/ 1028510 h 5143785"/>
              <a:gd name="connsiteX24719" fmla="*/ 2570702 w 3114960"/>
              <a:gd name="connsiteY24719" fmla="*/ 1043654 h 5143785"/>
              <a:gd name="connsiteX24720" fmla="*/ 2555558 w 3114960"/>
              <a:gd name="connsiteY24720" fmla="*/ 1058799 h 5143785"/>
              <a:gd name="connsiteX24721" fmla="*/ 2704338 w 3114960"/>
              <a:gd name="connsiteY24721" fmla="*/ 865537 h 5143785"/>
              <a:gd name="connsiteX24722" fmla="*/ 2693099 w 3114960"/>
              <a:gd name="connsiteY24722" fmla="*/ 854297 h 5143785"/>
              <a:gd name="connsiteX24723" fmla="*/ 2704338 w 3114960"/>
              <a:gd name="connsiteY24723" fmla="*/ 843058 h 5143785"/>
              <a:gd name="connsiteX24724" fmla="*/ 2715578 w 3114960"/>
              <a:gd name="connsiteY24724" fmla="*/ 854297 h 5143785"/>
              <a:gd name="connsiteX24725" fmla="*/ 2704338 w 3114960"/>
              <a:gd name="connsiteY24725" fmla="*/ 865537 h 5143785"/>
              <a:gd name="connsiteX24726" fmla="*/ 2757202 w 3114960"/>
              <a:gd name="connsiteY24726" fmla="*/ 483203 h 5143785"/>
              <a:gd name="connsiteX24727" fmla="*/ 2757202 w 3114960"/>
              <a:gd name="connsiteY24727" fmla="*/ 469964 h 5143785"/>
              <a:gd name="connsiteX24728" fmla="*/ 2770442 w 3114960"/>
              <a:gd name="connsiteY24728" fmla="*/ 469964 h 5143785"/>
              <a:gd name="connsiteX24729" fmla="*/ 2770442 w 3114960"/>
              <a:gd name="connsiteY24729" fmla="*/ 483203 h 5143785"/>
              <a:gd name="connsiteX24730" fmla="*/ 2757202 w 3114960"/>
              <a:gd name="connsiteY24730" fmla="*/ 483203 h 5143785"/>
              <a:gd name="connsiteX24731" fmla="*/ 2752535 w 3114960"/>
              <a:gd name="connsiteY24731" fmla="*/ 580263 h 5143785"/>
              <a:gd name="connsiteX24732" fmla="*/ 2756916 w 3114960"/>
              <a:gd name="connsiteY24732" fmla="*/ 575882 h 5143785"/>
              <a:gd name="connsiteX24733" fmla="*/ 2770918 w 3114960"/>
              <a:gd name="connsiteY24733" fmla="*/ 575882 h 5143785"/>
              <a:gd name="connsiteX24734" fmla="*/ 2775299 w 3114960"/>
              <a:gd name="connsiteY24734" fmla="*/ 580263 h 5143785"/>
              <a:gd name="connsiteX24735" fmla="*/ 2775299 w 3114960"/>
              <a:gd name="connsiteY24735" fmla="*/ 589217 h 5143785"/>
              <a:gd name="connsiteX24736" fmla="*/ 2752630 w 3114960"/>
              <a:gd name="connsiteY24736" fmla="*/ 589217 h 5143785"/>
              <a:gd name="connsiteX24737" fmla="*/ 2752630 w 3114960"/>
              <a:gd name="connsiteY24737" fmla="*/ 580263 h 5143785"/>
              <a:gd name="connsiteX24738" fmla="*/ 2756821 w 3114960"/>
              <a:gd name="connsiteY24738" fmla="*/ 635889 h 5143785"/>
              <a:gd name="connsiteX24739" fmla="*/ 2752439 w 3114960"/>
              <a:gd name="connsiteY24739" fmla="*/ 631508 h 5143785"/>
              <a:gd name="connsiteX24740" fmla="*/ 2752439 w 3114960"/>
              <a:gd name="connsiteY24740" fmla="*/ 619792 h 5143785"/>
              <a:gd name="connsiteX24741" fmla="*/ 2775109 w 3114960"/>
              <a:gd name="connsiteY24741" fmla="*/ 619792 h 5143785"/>
              <a:gd name="connsiteX24742" fmla="*/ 2775109 w 3114960"/>
              <a:gd name="connsiteY24742" fmla="*/ 631508 h 5143785"/>
              <a:gd name="connsiteX24743" fmla="*/ 2770727 w 3114960"/>
              <a:gd name="connsiteY24743" fmla="*/ 635889 h 5143785"/>
              <a:gd name="connsiteX24744" fmla="*/ 2756726 w 3114960"/>
              <a:gd name="connsiteY24744" fmla="*/ 635889 h 5143785"/>
              <a:gd name="connsiteX24745" fmla="*/ 2024253 w 3114960"/>
              <a:gd name="connsiteY24745" fmla="*/ 1917287 h 5143785"/>
              <a:gd name="connsiteX24746" fmla="*/ 2010728 w 3114960"/>
              <a:gd name="connsiteY24746" fmla="*/ 1917287 h 5143785"/>
              <a:gd name="connsiteX24747" fmla="*/ 2003584 w 3114960"/>
              <a:gd name="connsiteY24747" fmla="*/ 1924431 h 5143785"/>
              <a:gd name="connsiteX24748" fmla="*/ 2003584 w 3114960"/>
              <a:gd name="connsiteY24748" fmla="*/ 1937957 h 5143785"/>
              <a:gd name="connsiteX24749" fmla="*/ 2010728 w 3114960"/>
              <a:gd name="connsiteY24749" fmla="*/ 1945100 h 5143785"/>
              <a:gd name="connsiteX24750" fmla="*/ 2024253 w 3114960"/>
              <a:gd name="connsiteY24750" fmla="*/ 1945100 h 5143785"/>
              <a:gd name="connsiteX24751" fmla="*/ 2031397 w 3114960"/>
              <a:gd name="connsiteY24751" fmla="*/ 1937957 h 5143785"/>
              <a:gd name="connsiteX24752" fmla="*/ 2031397 w 3114960"/>
              <a:gd name="connsiteY24752" fmla="*/ 1931384 h 5143785"/>
              <a:gd name="connsiteX24753" fmla="*/ 2048637 w 3114960"/>
              <a:gd name="connsiteY24753" fmla="*/ 1931384 h 5143785"/>
              <a:gd name="connsiteX24754" fmla="*/ 2063401 w 3114960"/>
              <a:gd name="connsiteY24754" fmla="*/ 1916811 h 5143785"/>
              <a:gd name="connsiteX24755" fmla="*/ 2063401 w 3114960"/>
              <a:gd name="connsiteY24755" fmla="*/ 1860518 h 5143785"/>
              <a:gd name="connsiteX24756" fmla="*/ 2067782 w 3114960"/>
              <a:gd name="connsiteY24756" fmla="*/ 1860518 h 5143785"/>
              <a:gd name="connsiteX24757" fmla="*/ 2072545 w 3114960"/>
              <a:gd name="connsiteY24757" fmla="*/ 1855756 h 5143785"/>
              <a:gd name="connsiteX24758" fmla="*/ 2072545 w 3114960"/>
              <a:gd name="connsiteY24758" fmla="*/ 1842230 h 5143785"/>
              <a:gd name="connsiteX24759" fmla="*/ 2067782 w 3114960"/>
              <a:gd name="connsiteY24759" fmla="*/ 1837468 h 5143785"/>
              <a:gd name="connsiteX24760" fmla="*/ 2054257 w 3114960"/>
              <a:gd name="connsiteY24760" fmla="*/ 1837468 h 5143785"/>
              <a:gd name="connsiteX24761" fmla="*/ 2049494 w 3114960"/>
              <a:gd name="connsiteY24761" fmla="*/ 1842230 h 5143785"/>
              <a:gd name="connsiteX24762" fmla="*/ 2049494 w 3114960"/>
              <a:gd name="connsiteY24762" fmla="*/ 1855756 h 5143785"/>
              <a:gd name="connsiteX24763" fmla="*/ 2054257 w 3114960"/>
              <a:gd name="connsiteY24763" fmla="*/ 1860518 h 5143785"/>
              <a:gd name="connsiteX24764" fmla="*/ 2058638 w 3114960"/>
              <a:gd name="connsiteY24764" fmla="*/ 1860518 h 5143785"/>
              <a:gd name="connsiteX24765" fmla="*/ 2058638 w 3114960"/>
              <a:gd name="connsiteY24765" fmla="*/ 1914906 h 5143785"/>
              <a:gd name="connsiteX24766" fmla="*/ 2046732 w 3114960"/>
              <a:gd name="connsiteY24766" fmla="*/ 1926622 h 5143785"/>
              <a:gd name="connsiteX24767" fmla="*/ 2031492 w 3114960"/>
              <a:gd name="connsiteY24767" fmla="*/ 1926622 h 5143785"/>
              <a:gd name="connsiteX24768" fmla="*/ 2031492 w 3114960"/>
              <a:gd name="connsiteY24768" fmla="*/ 1924431 h 5143785"/>
              <a:gd name="connsiteX24769" fmla="*/ 2024348 w 3114960"/>
              <a:gd name="connsiteY24769" fmla="*/ 1917287 h 5143785"/>
              <a:gd name="connsiteX24770" fmla="*/ 2026634 w 3114960"/>
              <a:gd name="connsiteY24770" fmla="*/ 1937957 h 5143785"/>
              <a:gd name="connsiteX24771" fmla="*/ 2024253 w 3114960"/>
              <a:gd name="connsiteY24771" fmla="*/ 1940338 h 5143785"/>
              <a:gd name="connsiteX24772" fmla="*/ 2010728 w 3114960"/>
              <a:gd name="connsiteY24772" fmla="*/ 1940338 h 5143785"/>
              <a:gd name="connsiteX24773" fmla="*/ 2008346 w 3114960"/>
              <a:gd name="connsiteY24773" fmla="*/ 1937957 h 5143785"/>
              <a:gd name="connsiteX24774" fmla="*/ 2008346 w 3114960"/>
              <a:gd name="connsiteY24774" fmla="*/ 1924431 h 5143785"/>
              <a:gd name="connsiteX24775" fmla="*/ 2010728 w 3114960"/>
              <a:gd name="connsiteY24775" fmla="*/ 1922050 h 5143785"/>
              <a:gd name="connsiteX24776" fmla="*/ 2024253 w 3114960"/>
              <a:gd name="connsiteY24776" fmla="*/ 1922050 h 5143785"/>
              <a:gd name="connsiteX24777" fmla="*/ 2026634 w 3114960"/>
              <a:gd name="connsiteY24777" fmla="*/ 1924431 h 5143785"/>
              <a:gd name="connsiteX24778" fmla="*/ 2026634 w 3114960"/>
              <a:gd name="connsiteY24778" fmla="*/ 1937957 h 5143785"/>
              <a:gd name="connsiteX24779" fmla="*/ 2133029 w 3114960"/>
              <a:gd name="connsiteY24779" fmla="*/ 1032129 h 5143785"/>
              <a:gd name="connsiteX24780" fmla="*/ 2161794 w 3114960"/>
              <a:gd name="connsiteY24780" fmla="*/ 1036511 h 5143785"/>
              <a:gd name="connsiteX24781" fmla="*/ 2167985 w 3114960"/>
              <a:gd name="connsiteY24781" fmla="*/ 1028891 h 5143785"/>
              <a:gd name="connsiteX24782" fmla="*/ 2186845 w 3114960"/>
              <a:gd name="connsiteY24782" fmla="*/ 1038225 h 5143785"/>
              <a:gd name="connsiteX24783" fmla="*/ 2188464 w 3114960"/>
              <a:gd name="connsiteY24783" fmla="*/ 1038606 h 5143785"/>
              <a:gd name="connsiteX24784" fmla="*/ 2426684 w 3114960"/>
              <a:gd name="connsiteY24784" fmla="*/ 1038606 h 5143785"/>
              <a:gd name="connsiteX24785" fmla="*/ 2429256 w 3114960"/>
              <a:gd name="connsiteY24785" fmla="*/ 1037558 h 5143785"/>
              <a:gd name="connsiteX24786" fmla="*/ 2466689 w 3114960"/>
              <a:gd name="connsiteY24786" fmla="*/ 999839 h 5143785"/>
              <a:gd name="connsiteX24787" fmla="*/ 2582132 w 3114960"/>
              <a:gd name="connsiteY24787" fmla="*/ 998315 h 5143785"/>
              <a:gd name="connsiteX24788" fmla="*/ 2584513 w 3114960"/>
              <a:gd name="connsiteY24788" fmla="*/ 997363 h 5143785"/>
              <a:gd name="connsiteX24789" fmla="*/ 2621280 w 3114960"/>
              <a:gd name="connsiteY24789" fmla="*/ 962216 h 5143785"/>
              <a:gd name="connsiteX24790" fmla="*/ 2622423 w 3114960"/>
              <a:gd name="connsiteY24790" fmla="*/ 959644 h 5143785"/>
              <a:gd name="connsiteX24791" fmla="*/ 2622137 w 3114960"/>
              <a:gd name="connsiteY24791" fmla="*/ 886111 h 5143785"/>
              <a:gd name="connsiteX24792" fmla="*/ 2628995 w 3114960"/>
              <a:gd name="connsiteY24792" fmla="*/ 877919 h 5143785"/>
              <a:gd name="connsiteX24793" fmla="*/ 2636330 w 3114960"/>
              <a:gd name="connsiteY24793" fmla="*/ 879158 h 5143785"/>
              <a:gd name="connsiteX24794" fmla="*/ 2654903 w 3114960"/>
              <a:gd name="connsiteY24794" fmla="*/ 860774 h 5143785"/>
              <a:gd name="connsiteX24795" fmla="*/ 2649188 w 3114960"/>
              <a:gd name="connsiteY24795" fmla="*/ 847630 h 5143785"/>
              <a:gd name="connsiteX24796" fmla="*/ 2718721 w 3114960"/>
              <a:gd name="connsiteY24796" fmla="*/ 772097 h 5143785"/>
              <a:gd name="connsiteX24797" fmla="*/ 2719673 w 3114960"/>
              <a:gd name="connsiteY24797" fmla="*/ 769715 h 5143785"/>
              <a:gd name="connsiteX24798" fmla="*/ 2719673 w 3114960"/>
              <a:gd name="connsiteY24798" fmla="*/ 643319 h 5143785"/>
              <a:gd name="connsiteX24799" fmla="*/ 2723102 w 3114960"/>
              <a:gd name="connsiteY24799" fmla="*/ 643319 h 5143785"/>
              <a:gd name="connsiteX24800" fmla="*/ 2734628 w 3114960"/>
              <a:gd name="connsiteY24800" fmla="*/ 631793 h 5143785"/>
              <a:gd name="connsiteX24801" fmla="*/ 2734628 w 3114960"/>
              <a:gd name="connsiteY24801" fmla="*/ 580454 h 5143785"/>
              <a:gd name="connsiteX24802" fmla="*/ 2723102 w 3114960"/>
              <a:gd name="connsiteY24802" fmla="*/ 568928 h 5143785"/>
              <a:gd name="connsiteX24803" fmla="*/ 2719673 w 3114960"/>
              <a:gd name="connsiteY24803" fmla="*/ 568928 h 5143785"/>
              <a:gd name="connsiteX24804" fmla="*/ 2719673 w 3114960"/>
              <a:gd name="connsiteY24804" fmla="*/ 487871 h 5143785"/>
              <a:gd name="connsiteX24805" fmla="*/ 2726531 w 3114960"/>
              <a:gd name="connsiteY24805" fmla="*/ 478155 h 5143785"/>
              <a:gd name="connsiteX24806" fmla="*/ 2716149 w 3114960"/>
              <a:gd name="connsiteY24806" fmla="*/ 467773 h 5143785"/>
              <a:gd name="connsiteX24807" fmla="*/ 2705767 w 3114960"/>
              <a:gd name="connsiteY24807" fmla="*/ 478155 h 5143785"/>
              <a:gd name="connsiteX24808" fmla="*/ 2712625 w 3114960"/>
              <a:gd name="connsiteY24808" fmla="*/ 487871 h 5143785"/>
              <a:gd name="connsiteX24809" fmla="*/ 2712625 w 3114960"/>
              <a:gd name="connsiteY24809" fmla="*/ 568928 h 5143785"/>
              <a:gd name="connsiteX24810" fmla="*/ 2709196 w 3114960"/>
              <a:gd name="connsiteY24810" fmla="*/ 568928 h 5143785"/>
              <a:gd name="connsiteX24811" fmla="*/ 2697671 w 3114960"/>
              <a:gd name="connsiteY24811" fmla="*/ 580454 h 5143785"/>
              <a:gd name="connsiteX24812" fmla="*/ 2697671 w 3114960"/>
              <a:gd name="connsiteY24812" fmla="*/ 631793 h 5143785"/>
              <a:gd name="connsiteX24813" fmla="*/ 2709196 w 3114960"/>
              <a:gd name="connsiteY24813" fmla="*/ 643319 h 5143785"/>
              <a:gd name="connsiteX24814" fmla="*/ 2712625 w 3114960"/>
              <a:gd name="connsiteY24814" fmla="*/ 643319 h 5143785"/>
              <a:gd name="connsiteX24815" fmla="*/ 2712625 w 3114960"/>
              <a:gd name="connsiteY24815" fmla="*/ 768382 h 5143785"/>
              <a:gd name="connsiteX24816" fmla="*/ 2643092 w 3114960"/>
              <a:gd name="connsiteY24816" fmla="*/ 843915 h 5143785"/>
              <a:gd name="connsiteX24817" fmla="*/ 2636330 w 3114960"/>
              <a:gd name="connsiteY24817" fmla="*/ 842582 h 5143785"/>
              <a:gd name="connsiteX24818" fmla="*/ 2617756 w 3114960"/>
              <a:gd name="connsiteY24818" fmla="*/ 860965 h 5143785"/>
              <a:gd name="connsiteX24819" fmla="*/ 2622804 w 3114960"/>
              <a:gd name="connsiteY24819" fmla="*/ 874300 h 5143785"/>
              <a:gd name="connsiteX24820" fmla="*/ 2615755 w 3114960"/>
              <a:gd name="connsiteY24820" fmla="*/ 882682 h 5143785"/>
              <a:gd name="connsiteX24821" fmla="*/ 2614898 w 3114960"/>
              <a:gd name="connsiteY24821" fmla="*/ 884968 h 5143785"/>
              <a:gd name="connsiteX24822" fmla="*/ 2615184 w 3114960"/>
              <a:gd name="connsiteY24822" fmla="*/ 958310 h 5143785"/>
              <a:gd name="connsiteX24823" fmla="*/ 2580513 w 3114960"/>
              <a:gd name="connsiteY24823" fmla="*/ 991457 h 5143785"/>
              <a:gd name="connsiteX24824" fmla="*/ 2465070 w 3114960"/>
              <a:gd name="connsiteY24824" fmla="*/ 992981 h 5143785"/>
              <a:gd name="connsiteX24825" fmla="*/ 2462594 w 3114960"/>
              <a:gd name="connsiteY24825" fmla="*/ 994029 h 5143785"/>
              <a:gd name="connsiteX24826" fmla="*/ 2425160 w 3114960"/>
              <a:gd name="connsiteY24826" fmla="*/ 1031748 h 5143785"/>
              <a:gd name="connsiteX24827" fmla="*/ 2189226 w 3114960"/>
              <a:gd name="connsiteY24827" fmla="*/ 1031748 h 5143785"/>
              <a:gd name="connsiteX24828" fmla="*/ 2169890 w 3114960"/>
              <a:gd name="connsiteY24828" fmla="*/ 1022223 h 5143785"/>
              <a:gd name="connsiteX24829" fmla="*/ 2166080 w 3114960"/>
              <a:gd name="connsiteY24829" fmla="*/ 1008126 h 5143785"/>
              <a:gd name="connsiteX24830" fmla="*/ 2149507 w 3114960"/>
              <a:gd name="connsiteY24830" fmla="*/ 999744 h 5143785"/>
              <a:gd name="connsiteX24831" fmla="*/ 2137410 w 3114960"/>
              <a:gd name="connsiteY24831" fmla="*/ 1003745 h 5143785"/>
              <a:gd name="connsiteX24832" fmla="*/ 2133029 w 3114960"/>
              <a:gd name="connsiteY24832" fmla="*/ 1032510 h 5143785"/>
              <a:gd name="connsiteX24833" fmla="*/ 2704814 w 3114960"/>
              <a:gd name="connsiteY24833" fmla="*/ 580263 h 5143785"/>
              <a:gd name="connsiteX24834" fmla="*/ 2709196 w 3114960"/>
              <a:gd name="connsiteY24834" fmla="*/ 575882 h 5143785"/>
              <a:gd name="connsiteX24835" fmla="*/ 2723198 w 3114960"/>
              <a:gd name="connsiteY24835" fmla="*/ 575882 h 5143785"/>
              <a:gd name="connsiteX24836" fmla="*/ 2727579 w 3114960"/>
              <a:gd name="connsiteY24836" fmla="*/ 580263 h 5143785"/>
              <a:gd name="connsiteX24837" fmla="*/ 2727579 w 3114960"/>
              <a:gd name="connsiteY24837" fmla="*/ 589217 h 5143785"/>
              <a:gd name="connsiteX24838" fmla="*/ 2704910 w 3114960"/>
              <a:gd name="connsiteY24838" fmla="*/ 589217 h 5143785"/>
              <a:gd name="connsiteX24839" fmla="*/ 2704910 w 3114960"/>
              <a:gd name="connsiteY24839" fmla="*/ 580263 h 5143785"/>
              <a:gd name="connsiteX24840" fmla="*/ 2709196 w 3114960"/>
              <a:gd name="connsiteY24840" fmla="*/ 635889 h 5143785"/>
              <a:gd name="connsiteX24841" fmla="*/ 2704814 w 3114960"/>
              <a:gd name="connsiteY24841" fmla="*/ 631508 h 5143785"/>
              <a:gd name="connsiteX24842" fmla="*/ 2704814 w 3114960"/>
              <a:gd name="connsiteY24842" fmla="*/ 619792 h 5143785"/>
              <a:gd name="connsiteX24843" fmla="*/ 2727484 w 3114960"/>
              <a:gd name="connsiteY24843" fmla="*/ 619792 h 5143785"/>
              <a:gd name="connsiteX24844" fmla="*/ 2727484 w 3114960"/>
              <a:gd name="connsiteY24844" fmla="*/ 631508 h 5143785"/>
              <a:gd name="connsiteX24845" fmla="*/ 2723102 w 3114960"/>
              <a:gd name="connsiteY24845" fmla="*/ 635889 h 5143785"/>
              <a:gd name="connsiteX24846" fmla="*/ 2709101 w 3114960"/>
              <a:gd name="connsiteY24846" fmla="*/ 635889 h 5143785"/>
              <a:gd name="connsiteX24847" fmla="*/ 2636330 w 3114960"/>
              <a:gd name="connsiteY24847" fmla="*/ 848677 h 5143785"/>
              <a:gd name="connsiteX24848" fmla="*/ 2648426 w 3114960"/>
              <a:gd name="connsiteY24848" fmla="*/ 860679 h 5143785"/>
              <a:gd name="connsiteX24849" fmla="*/ 2636330 w 3114960"/>
              <a:gd name="connsiteY24849" fmla="*/ 872681 h 5143785"/>
              <a:gd name="connsiteX24850" fmla="*/ 2624233 w 3114960"/>
              <a:gd name="connsiteY24850" fmla="*/ 860679 h 5143785"/>
              <a:gd name="connsiteX24851" fmla="*/ 2636330 w 3114960"/>
              <a:gd name="connsiteY24851" fmla="*/ 848677 h 5143785"/>
              <a:gd name="connsiteX24852" fmla="*/ 2141601 w 3114960"/>
              <a:gd name="connsiteY24852" fmla="*/ 1009174 h 5143785"/>
              <a:gd name="connsiteX24853" fmla="*/ 2160365 w 3114960"/>
              <a:gd name="connsiteY24853" fmla="*/ 1012031 h 5143785"/>
              <a:gd name="connsiteX24854" fmla="*/ 2157508 w 3114960"/>
              <a:gd name="connsiteY24854" fmla="*/ 1030796 h 5143785"/>
              <a:gd name="connsiteX24855" fmla="*/ 2149602 w 3114960"/>
              <a:gd name="connsiteY24855" fmla="*/ 1033367 h 5143785"/>
              <a:gd name="connsiteX24856" fmla="*/ 2138744 w 3114960"/>
              <a:gd name="connsiteY24856" fmla="*/ 1027938 h 5143785"/>
              <a:gd name="connsiteX24857" fmla="*/ 2141601 w 3114960"/>
              <a:gd name="connsiteY24857" fmla="*/ 1009174 h 5143785"/>
              <a:gd name="connsiteX24858" fmla="*/ 1986248 w 3114960"/>
              <a:gd name="connsiteY24858" fmla="*/ 2052352 h 5143785"/>
              <a:gd name="connsiteX24859" fmla="*/ 2030825 w 3114960"/>
              <a:gd name="connsiteY24859" fmla="*/ 2095976 h 5143785"/>
              <a:gd name="connsiteX24860" fmla="*/ 2032445 w 3114960"/>
              <a:gd name="connsiteY24860" fmla="*/ 2096643 h 5143785"/>
              <a:gd name="connsiteX24861" fmla="*/ 2032445 w 3114960"/>
              <a:gd name="connsiteY24861" fmla="*/ 2096643 h 5143785"/>
              <a:gd name="connsiteX24862" fmla="*/ 2034159 w 3114960"/>
              <a:gd name="connsiteY24862" fmla="*/ 2095881 h 5143785"/>
              <a:gd name="connsiteX24863" fmla="*/ 2065020 w 3114960"/>
              <a:gd name="connsiteY24863" fmla="*/ 2061401 h 5143785"/>
              <a:gd name="connsiteX24864" fmla="*/ 2065592 w 3114960"/>
              <a:gd name="connsiteY24864" fmla="*/ 2059781 h 5143785"/>
              <a:gd name="connsiteX24865" fmla="*/ 2065592 w 3114960"/>
              <a:gd name="connsiteY24865" fmla="*/ 1979867 h 5143785"/>
              <a:gd name="connsiteX24866" fmla="*/ 2070354 w 3114960"/>
              <a:gd name="connsiteY24866" fmla="*/ 1979867 h 5143785"/>
              <a:gd name="connsiteX24867" fmla="*/ 2077117 w 3114960"/>
              <a:gd name="connsiteY24867" fmla="*/ 1973104 h 5143785"/>
              <a:gd name="connsiteX24868" fmla="*/ 2077117 w 3114960"/>
              <a:gd name="connsiteY24868" fmla="*/ 1969580 h 5143785"/>
              <a:gd name="connsiteX24869" fmla="*/ 2070354 w 3114960"/>
              <a:gd name="connsiteY24869" fmla="*/ 1962817 h 5143785"/>
              <a:gd name="connsiteX24870" fmla="*/ 2056162 w 3114960"/>
              <a:gd name="connsiteY24870" fmla="*/ 1962817 h 5143785"/>
              <a:gd name="connsiteX24871" fmla="*/ 2049399 w 3114960"/>
              <a:gd name="connsiteY24871" fmla="*/ 1969580 h 5143785"/>
              <a:gd name="connsiteX24872" fmla="*/ 2049399 w 3114960"/>
              <a:gd name="connsiteY24872" fmla="*/ 1973104 h 5143785"/>
              <a:gd name="connsiteX24873" fmla="*/ 2056162 w 3114960"/>
              <a:gd name="connsiteY24873" fmla="*/ 1979867 h 5143785"/>
              <a:gd name="connsiteX24874" fmla="*/ 2060924 w 3114960"/>
              <a:gd name="connsiteY24874" fmla="*/ 1979867 h 5143785"/>
              <a:gd name="connsiteX24875" fmla="*/ 2060924 w 3114960"/>
              <a:gd name="connsiteY24875" fmla="*/ 2058829 h 5143785"/>
              <a:gd name="connsiteX24876" fmla="*/ 2032254 w 3114960"/>
              <a:gd name="connsiteY24876" fmla="*/ 2090833 h 5143785"/>
              <a:gd name="connsiteX24877" fmla="*/ 1990153 w 3114960"/>
              <a:gd name="connsiteY24877" fmla="*/ 2049590 h 5143785"/>
              <a:gd name="connsiteX24878" fmla="*/ 1990153 w 3114960"/>
              <a:gd name="connsiteY24878" fmla="*/ 2002441 h 5143785"/>
              <a:gd name="connsiteX24879" fmla="*/ 1994154 w 3114960"/>
              <a:gd name="connsiteY24879" fmla="*/ 1997964 h 5143785"/>
              <a:gd name="connsiteX24880" fmla="*/ 1989201 w 3114960"/>
              <a:gd name="connsiteY24880" fmla="*/ 1990058 h 5143785"/>
              <a:gd name="connsiteX24881" fmla="*/ 1981295 w 3114960"/>
              <a:gd name="connsiteY24881" fmla="*/ 1995011 h 5143785"/>
              <a:gd name="connsiteX24882" fmla="*/ 1985296 w 3114960"/>
              <a:gd name="connsiteY24882" fmla="*/ 2002536 h 5143785"/>
              <a:gd name="connsiteX24883" fmla="*/ 1985296 w 3114960"/>
              <a:gd name="connsiteY24883" fmla="*/ 2050732 h 5143785"/>
              <a:gd name="connsiteX24884" fmla="*/ 1986058 w 3114960"/>
              <a:gd name="connsiteY24884" fmla="*/ 2052447 h 5143785"/>
              <a:gd name="connsiteX24885" fmla="*/ 2056257 w 3114960"/>
              <a:gd name="connsiteY24885" fmla="*/ 1975104 h 5143785"/>
              <a:gd name="connsiteX24886" fmla="*/ 2054257 w 3114960"/>
              <a:gd name="connsiteY24886" fmla="*/ 1973104 h 5143785"/>
              <a:gd name="connsiteX24887" fmla="*/ 2054257 w 3114960"/>
              <a:gd name="connsiteY24887" fmla="*/ 1969580 h 5143785"/>
              <a:gd name="connsiteX24888" fmla="*/ 2056257 w 3114960"/>
              <a:gd name="connsiteY24888" fmla="*/ 1967579 h 5143785"/>
              <a:gd name="connsiteX24889" fmla="*/ 2070449 w 3114960"/>
              <a:gd name="connsiteY24889" fmla="*/ 1967579 h 5143785"/>
              <a:gd name="connsiteX24890" fmla="*/ 2072450 w 3114960"/>
              <a:gd name="connsiteY24890" fmla="*/ 1969580 h 5143785"/>
              <a:gd name="connsiteX24891" fmla="*/ 2072450 w 3114960"/>
              <a:gd name="connsiteY24891" fmla="*/ 1973104 h 5143785"/>
              <a:gd name="connsiteX24892" fmla="*/ 2070449 w 3114960"/>
              <a:gd name="connsiteY24892" fmla="*/ 1975104 h 5143785"/>
              <a:gd name="connsiteX24893" fmla="*/ 2056257 w 3114960"/>
              <a:gd name="connsiteY24893" fmla="*/ 1975104 h 5143785"/>
              <a:gd name="connsiteX24894" fmla="*/ 2140363 w 3114960"/>
              <a:gd name="connsiteY24894" fmla="*/ 1019937 h 5143785"/>
              <a:gd name="connsiteX24895" fmla="*/ 2149507 w 3114960"/>
              <a:gd name="connsiteY24895" fmla="*/ 1010793 h 5143785"/>
              <a:gd name="connsiteX24896" fmla="*/ 2158651 w 3114960"/>
              <a:gd name="connsiteY24896" fmla="*/ 1019937 h 5143785"/>
              <a:gd name="connsiteX24897" fmla="*/ 2149507 w 3114960"/>
              <a:gd name="connsiteY24897" fmla="*/ 1029081 h 5143785"/>
              <a:gd name="connsiteX24898" fmla="*/ 2140363 w 3114960"/>
              <a:gd name="connsiteY24898" fmla="*/ 1019937 h 5143785"/>
              <a:gd name="connsiteX24899" fmla="*/ 2111216 w 3114960"/>
              <a:gd name="connsiteY24899" fmla="*/ 1805083 h 5143785"/>
              <a:gd name="connsiteX24900" fmla="*/ 2118741 w 3114960"/>
              <a:gd name="connsiteY24900" fmla="*/ 1805083 h 5143785"/>
              <a:gd name="connsiteX24901" fmla="*/ 2126837 w 3114960"/>
              <a:gd name="connsiteY24901" fmla="*/ 1797272 h 5143785"/>
              <a:gd name="connsiteX24902" fmla="*/ 2126837 w 3114960"/>
              <a:gd name="connsiteY24902" fmla="*/ 1792129 h 5143785"/>
              <a:gd name="connsiteX24903" fmla="*/ 2175891 w 3114960"/>
              <a:gd name="connsiteY24903" fmla="*/ 1792129 h 5143785"/>
              <a:gd name="connsiteX24904" fmla="*/ 2194084 w 3114960"/>
              <a:gd name="connsiteY24904" fmla="*/ 1804702 h 5143785"/>
              <a:gd name="connsiteX24905" fmla="*/ 2275999 w 3114960"/>
              <a:gd name="connsiteY24905" fmla="*/ 1804702 h 5143785"/>
              <a:gd name="connsiteX24906" fmla="*/ 2275999 w 3114960"/>
              <a:gd name="connsiteY24906" fmla="*/ 1814703 h 5143785"/>
              <a:gd name="connsiteX24907" fmla="*/ 2284667 w 3114960"/>
              <a:gd name="connsiteY24907" fmla="*/ 1823466 h 5143785"/>
              <a:gd name="connsiteX24908" fmla="*/ 2432685 w 3114960"/>
              <a:gd name="connsiteY24908" fmla="*/ 1823466 h 5143785"/>
              <a:gd name="connsiteX24909" fmla="*/ 2441448 w 3114960"/>
              <a:gd name="connsiteY24909" fmla="*/ 1814703 h 5143785"/>
              <a:gd name="connsiteX24910" fmla="*/ 2441448 w 3114960"/>
              <a:gd name="connsiteY24910" fmla="*/ 1805940 h 5143785"/>
              <a:gd name="connsiteX24911" fmla="*/ 2564321 w 3114960"/>
              <a:gd name="connsiteY24911" fmla="*/ 1806702 h 5143785"/>
              <a:gd name="connsiteX24912" fmla="*/ 2606135 w 3114960"/>
              <a:gd name="connsiteY24912" fmla="*/ 1766888 h 5143785"/>
              <a:gd name="connsiteX24913" fmla="*/ 2605754 w 3114960"/>
              <a:gd name="connsiteY24913" fmla="*/ 1640586 h 5143785"/>
              <a:gd name="connsiteX24914" fmla="*/ 2626709 w 3114960"/>
              <a:gd name="connsiteY24914" fmla="*/ 1618964 h 5143785"/>
              <a:gd name="connsiteX24915" fmla="*/ 2649093 w 3114960"/>
              <a:gd name="connsiteY24915" fmla="*/ 1618583 h 5143785"/>
              <a:gd name="connsiteX24916" fmla="*/ 2649093 w 3114960"/>
              <a:gd name="connsiteY24916" fmla="*/ 1620869 h 5143785"/>
              <a:gd name="connsiteX24917" fmla="*/ 2656237 w 3114960"/>
              <a:gd name="connsiteY24917" fmla="*/ 1628013 h 5143785"/>
              <a:gd name="connsiteX24918" fmla="*/ 2669762 w 3114960"/>
              <a:gd name="connsiteY24918" fmla="*/ 1628013 h 5143785"/>
              <a:gd name="connsiteX24919" fmla="*/ 2676906 w 3114960"/>
              <a:gd name="connsiteY24919" fmla="*/ 1620869 h 5143785"/>
              <a:gd name="connsiteX24920" fmla="*/ 2676906 w 3114960"/>
              <a:gd name="connsiteY24920" fmla="*/ 1618678 h 5143785"/>
              <a:gd name="connsiteX24921" fmla="*/ 2692146 w 3114960"/>
              <a:gd name="connsiteY24921" fmla="*/ 1618678 h 5143785"/>
              <a:gd name="connsiteX24922" fmla="*/ 2704052 w 3114960"/>
              <a:gd name="connsiteY24922" fmla="*/ 1630394 h 5143785"/>
              <a:gd name="connsiteX24923" fmla="*/ 2704052 w 3114960"/>
              <a:gd name="connsiteY24923" fmla="*/ 1684782 h 5143785"/>
              <a:gd name="connsiteX24924" fmla="*/ 2699671 w 3114960"/>
              <a:gd name="connsiteY24924" fmla="*/ 1684782 h 5143785"/>
              <a:gd name="connsiteX24925" fmla="*/ 2694909 w 3114960"/>
              <a:gd name="connsiteY24925" fmla="*/ 1689545 h 5143785"/>
              <a:gd name="connsiteX24926" fmla="*/ 2694909 w 3114960"/>
              <a:gd name="connsiteY24926" fmla="*/ 1703070 h 5143785"/>
              <a:gd name="connsiteX24927" fmla="*/ 2699671 w 3114960"/>
              <a:gd name="connsiteY24927" fmla="*/ 1707832 h 5143785"/>
              <a:gd name="connsiteX24928" fmla="*/ 2713196 w 3114960"/>
              <a:gd name="connsiteY24928" fmla="*/ 1707832 h 5143785"/>
              <a:gd name="connsiteX24929" fmla="*/ 2717959 w 3114960"/>
              <a:gd name="connsiteY24929" fmla="*/ 1703070 h 5143785"/>
              <a:gd name="connsiteX24930" fmla="*/ 2717959 w 3114960"/>
              <a:gd name="connsiteY24930" fmla="*/ 1689545 h 5143785"/>
              <a:gd name="connsiteX24931" fmla="*/ 2713196 w 3114960"/>
              <a:gd name="connsiteY24931" fmla="*/ 1684782 h 5143785"/>
              <a:gd name="connsiteX24932" fmla="*/ 2708815 w 3114960"/>
              <a:gd name="connsiteY24932" fmla="*/ 1684782 h 5143785"/>
              <a:gd name="connsiteX24933" fmla="*/ 2708815 w 3114960"/>
              <a:gd name="connsiteY24933" fmla="*/ 1628489 h 5143785"/>
              <a:gd name="connsiteX24934" fmla="*/ 2694051 w 3114960"/>
              <a:gd name="connsiteY24934" fmla="*/ 1613916 h 5143785"/>
              <a:gd name="connsiteX24935" fmla="*/ 2676811 w 3114960"/>
              <a:gd name="connsiteY24935" fmla="*/ 1613916 h 5143785"/>
              <a:gd name="connsiteX24936" fmla="*/ 2676811 w 3114960"/>
              <a:gd name="connsiteY24936" fmla="*/ 1607344 h 5143785"/>
              <a:gd name="connsiteX24937" fmla="*/ 2669667 w 3114960"/>
              <a:gd name="connsiteY24937" fmla="*/ 1600200 h 5143785"/>
              <a:gd name="connsiteX24938" fmla="*/ 2656142 w 3114960"/>
              <a:gd name="connsiteY24938" fmla="*/ 1600200 h 5143785"/>
              <a:gd name="connsiteX24939" fmla="*/ 2648998 w 3114960"/>
              <a:gd name="connsiteY24939" fmla="*/ 1607344 h 5143785"/>
              <a:gd name="connsiteX24940" fmla="*/ 2648998 w 3114960"/>
              <a:gd name="connsiteY24940" fmla="*/ 1613821 h 5143785"/>
              <a:gd name="connsiteX24941" fmla="*/ 2624519 w 3114960"/>
              <a:gd name="connsiteY24941" fmla="*/ 1614297 h 5143785"/>
              <a:gd name="connsiteX24942" fmla="*/ 2600897 w 3114960"/>
              <a:gd name="connsiteY24942" fmla="*/ 1638776 h 5143785"/>
              <a:gd name="connsiteX24943" fmla="*/ 2601278 w 3114960"/>
              <a:gd name="connsiteY24943" fmla="*/ 1764982 h 5143785"/>
              <a:gd name="connsiteX24944" fmla="*/ 2562320 w 3114960"/>
              <a:gd name="connsiteY24944" fmla="*/ 1802035 h 5143785"/>
              <a:gd name="connsiteX24945" fmla="*/ 2441353 w 3114960"/>
              <a:gd name="connsiteY24945" fmla="*/ 1801273 h 5143785"/>
              <a:gd name="connsiteX24946" fmla="*/ 2441353 w 3114960"/>
              <a:gd name="connsiteY24946" fmla="*/ 1792319 h 5143785"/>
              <a:gd name="connsiteX24947" fmla="*/ 2432590 w 3114960"/>
              <a:gd name="connsiteY24947" fmla="*/ 1783556 h 5143785"/>
              <a:gd name="connsiteX24948" fmla="*/ 2284571 w 3114960"/>
              <a:gd name="connsiteY24948" fmla="*/ 1783556 h 5143785"/>
              <a:gd name="connsiteX24949" fmla="*/ 2275904 w 3114960"/>
              <a:gd name="connsiteY24949" fmla="*/ 1792319 h 5143785"/>
              <a:gd name="connsiteX24950" fmla="*/ 2275904 w 3114960"/>
              <a:gd name="connsiteY24950" fmla="*/ 1800130 h 5143785"/>
              <a:gd name="connsiteX24951" fmla="*/ 2195513 w 3114960"/>
              <a:gd name="connsiteY24951" fmla="*/ 1800130 h 5143785"/>
              <a:gd name="connsiteX24952" fmla="*/ 2177320 w 3114960"/>
              <a:gd name="connsiteY24952" fmla="*/ 1787557 h 5143785"/>
              <a:gd name="connsiteX24953" fmla="*/ 2126837 w 3114960"/>
              <a:gd name="connsiteY24953" fmla="*/ 1787557 h 5143785"/>
              <a:gd name="connsiteX24954" fmla="*/ 2126837 w 3114960"/>
              <a:gd name="connsiteY24954" fmla="*/ 1771269 h 5143785"/>
              <a:gd name="connsiteX24955" fmla="*/ 2177320 w 3114960"/>
              <a:gd name="connsiteY24955" fmla="*/ 1771269 h 5143785"/>
              <a:gd name="connsiteX24956" fmla="*/ 2195513 w 3114960"/>
              <a:gd name="connsiteY24956" fmla="*/ 1758696 h 5143785"/>
              <a:gd name="connsiteX24957" fmla="*/ 2277999 w 3114960"/>
              <a:gd name="connsiteY24957" fmla="*/ 1758696 h 5143785"/>
              <a:gd name="connsiteX24958" fmla="*/ 2277999 w 3114960"/>
              <a:gd name="connsiteY24958" fmla="*/ 1765840 h 5143785"/>
              <a:gd name="connsiteX24959" fmla="*/ 2286762 w 3114960"/>
              <a:gd name="connsiteY24959" fmla="*/ 1774603 h 5143785"/>
              <a:gd name="connsiteX24960" fmla="*/ 2430494 w 3114960"/>
              <a:gd name="connsiteY24960" fmla="*/ 1774603 h 5143785"/>
              <a:gd name="connsiteX24961" fmla="*/ 2439257 w 3114960"/>
              <a:gd name="connsiteY24961" fmla="*/ 1765840 h 5143785"/>
              <a:gd name="connsiteX24962" fmla="*/ 2439257 w 3114960"/>
              <a:gd name="connsiteY24962" fmla="*/ 1761363 h 5143785"/>
              <a:gd name="connsiteX24963" fmla="*/ 2538317 w 3114960"/>
              <a:gd name="connsiteY24963" fmla="*/ 1761363 h 5143785"/>
              <a:gd name="connsiteX24964" fmla="*/ 2575084 w 3114960"/>
              <a:gd name="connsiteY24964" fmla="*/ 1729740 h 5143785"/>
              <a:gd name="connsiteX24965" fmla="*/ 2574608 w 3114960"/>
              <a:gd name="connsiteY24965" fmla="*/ 1617155 h 5143785"/>
              <a:gd name="connsiteX24966" fmla="*/ 2599563 w 3114960"/>
              <a:gd name="connsiteY24966" fmla="*/ 1591342 h 5143785"/>
              <a:gd name="connsiteX24967" fmla="*/ 2621947 w 3114960"/>
              <a:gd name="connsiteY24967" fmla="*/ 1590961 h 5143785"/>
              <a:gd name="connsiteX24968" fmla="*/ 2631186 w 3114960"/>
              <a:gd name="connsiteY24968" fmla="*/ 1598295 h 5143785"/>
              <a:gd name="connsiteX24969" fmla="*/ 2640902 w 3114960"/>
              <a:gd name="connsiteY24969" fmla="*/ 1588580 h 5143785"/>
              <a:gd name="connsiteX24970" fmla="*/ 2631186 w 3114960"/>
              <a:gd name="connsiteY24970" fmla="*/ 1578864 h 5143785"/>
              <a:gd name="connsiteX24971" fmla="*/ 2621947 w 3114960"/>
              <a:gd name="connsiteY24971" fmla="*/ 1586294 h 5143785"/>
              <a:gd name="connsiteX24972" fmla="*/ 2597563 w 3114960"/>
              <a:gd name="connsiteY24972" fmla="*/ 1586770 h 5143785"/>
              <a:gd name="connsiteX24973" fmla="*/ 2569940 w 3114960"/>
              <a:gd name="connsiteY24973" fmla="*/ 1615345 h 5143785"/>
              <a:gd name="connsiteX24974" fmla="*/ 2570417 w 3114960"/>
              <a:gd name="connsiteY24974" fmla="*/ 1727645 h 5143785"/>
              <a:gd name="connsiteX24975" fmla="*/ 2536698 w 3114960"/>
              <a:gd name="connsiteY24975" fmla="*/ 1756505 h 5143785"/>
              <a:gd name="connsiteX24976" fmla="*/ 2439448 w 3114960"/>
              <a:gd name="connsiteY24976" fmla="*/ 1756505 h 5143785"/>
              <a:gd name="connsiteX24977" fmla="*/ 2439448 w 3114960"/>
              <a:gd name="connsiteY24977" fmla="*/ 1746695 h 5143785"/>
              <a:gd name="connsiteX24978" fmla="*/ 2430685 w 3114960"/>
              <a:gd name="connsiteY24978" fmla="*/ 1737932 h 5143785"/>
              <a:gd name="connsiteX24979" fmla="*/ 2286953 w 3114960"/>
              <a:gd name="connsiteY24979" fmla="*/ 1737932 h 5143785"/>
              <a:gd name="connsiteX24980" fmla="*/ 2278190 w 3114960"/>
              <a:gd name="connsiteY24980" fmla="*/ 1746695 h 5143785"/>
              <a:gd name="connsiteX24981" fmla="*/ 2278190 w 3114960"/>
              <a:gd name="connsiteY24981" fmla="*/ 1753838 h 5143785"/>
              <a:gd name="connsiteX24982" fmla="*/ 2194179 w 3114960"/>
              <a:gd name="connsiteY24982" fmla="*/ 1753838 h 5143785"/>
              <a:gd name="connsiteX24983" fmla="*/ 2175986 w 3114960"/>
              <a:gd name="connsiteY24983" fmla="*/ 1766411 h 5143785"/>
              <a:gd name="connsiteX24984" fmla="*/ 2126933 w 3114960"/>
              <a:gd name="connsiteY24984" fmla="*/ 1766411 h 5143785"/>
              <a:gd name="connsiteX24985" fmla="*/ 2118836 w 3114960"/>
              <a:gd name="connsiteY24985" fmla="*/ 1758506 h 5143785"/>
              <a:gd name="connsiteX24986" fmla="*/ 2111312 w 3114960"/>
              <a:gd name="connsiteY24986" fmla="*/ 1758506 h 5143785"/>
              <a:gd name="connsiteX24987" fmla="*/ 2103215 w 3114960"/>
              <a:gd name="connsiteY24987" fmla="*/ 1766316 h 5143785"/>
              <a:gd name="connsiteX24988" fmla="*/ 2103215 w 3114960"/>
              <a:gd name="connsiteY24988" fmla="*/ 1779461 h 5143785"/>
              <a:gd name="connsiteX24989" fmla="*/ 2054543 w 3114960"/>
              <a:gd name="connsiteY24989" fmla="*/ 1778222 h 5143785"/>
              <a:gd name="connsiteX24990" fmla="*/ 1950911 w 3114960"/>
              <a:gd name="connsiteY24990" fmla="*/ 1927955 h 5143785"/>
              <a:gd name="connsiteX24991" fmla="*/ 1882331 w 3114960"/>
              <a:gd name="connsiteY24991" fmla="*/ 1927955 h 5143785"/>
              <a:gd name="connsiteX24992" fmla="*/ 1864424 w 3114960"/>
              <a:gd name="connsiteY24992" fmla="*/ 1908239 h 5143785"/>
              <a:gd name="connsiteX24993" fmla="*/ 1801463 w 3114960"/>
              <a:gd name="connsiteY24993" fmla="*/ 1908524 h 5143785"/>
              <a:gd name="connsiteX24994" fmla="*/ 1801463 w 3114960"/>
              <a:gd name="connsiteY24994" fmla="*/ 1906429 h 5143785"/>
              <a:gd name="connsiteX24995" fmla="*/ 1792415 w 3114960"/>
              <a:gd name="connsiteY24995" fmla="*/ 1897380 h 5143785"/>
              <a:gd name="connsiteX24996" fmla="*/ 1782128 w 3114960"/>
              <a:gd name="connsiteY24996" fmla="*/ 1897380 h 5143785"/>
              <a:gd name="connsiteX24997" fmla="*/ 1773079 w 3114960"/>
              <a:gd name="connsiteY24997" fmla="*/ 1906429 h 5143785"/>
              <a:gd name="connsiteX24998" fmla="*/ 1773079 w 3114960"/>
              <a:gd name="connsiteY24998" fmla="*/ 1916716 h 5143785"/>
              <a:gd name="connsiteX24999" fmla="*/ 1782128 w 3114960"/>
              <a:gd name="connsiteY24999" fmla="*/ 1925765 h 5143785"/>
              <a:gd name="connsiteX25000" fmla="*/ 1792415 w 3114960"/>
              <a:gd name="connsiteY25000" fmla="*/ 1925765 h 5143785"/>
              <a:gd name="connsiteX25001" fmla="*/ 1801463 w 3114960"/>
              <a:gd name="connsiteY25001" fmla="*/ 1916716 h 5143785"/>
              <a:gd name="connsiteX25002" fmla="*/ 1801463 w 3114960"/>
              <a:gd name="connsiteY25002" fmla="*/ 1913287 h 5143785"/>
              <a:gd name="connsiteX25003" fmla="*/ 1862328 w 3114960"/>
              <a:gd name="connsiteY25003" fmla="*/ 1913001 h 5143785"/>
              <a:gd name="connsiteX25004" fmla="*/ 1880235 w 3114960"/>
              <a:gd name="connsiteY25004" fmla="*/ 1932813 h 5143785"/>
              <a:gd name="connsiteX25005" fmla="*/ 1953387 w 3114960"/>
              <a:gd name="connsiteY25005" fmla="*/ 1932813 h 5143785"/>
              <a:gd name="connsiteX25006" fmla="*/ 2056924 w 3114960"/>
              <a:gd name="connsiteY25006" fmla="*/ 1783080 h 5143785"/>
              <a:gd name="connsiteX25007" fmla="*/ 2103025 w 3114960"/>
              <a:gd name="connsiteY25007" fmla="*/ 1784223 h 5143785"/>
              <a:gd name="connsiteX25008" fmla="*/ 2103025 w 3114960"/>
              <a:gd name="connsiteY25008" fmla="*/ 1781937 h 5143785"/>
              <a:gd name="connsiteX25009" fmla="*/ 2103025 w 3114960"/>
              <a:gd name="connsiteY25009" fmla="*/ 1797368 h 5143785"/>
              <a:gd name="connsiteX25010" fmla="*/ 2111121 w 3114960"/>
              <a:gd name="connsiteY25010" fmla="*/ 1805178 h 5143785"/>
              <a:gd name="connsiteX25011" fmla="*/ 2653570 w 3114960"/>
              <a:gd name="connsiteY25011" fmla="*/ 1607344 h 5143785"/>
              <a:gd name="connsiteX25012" fmla="*/ 2655951 w 3114960"/>
              <a:gd name="connsiteY25012" fmla="*/ 1604963 h 5143785"/>
              <a:gd name="connsiteX25013" fmla="*/ 2669477 w 3114960"/>
              <a:gd name="connsiteY25013" fmla="*/ 1604963 h 5143785"/>
              <a:gd name="connsiteX25014" fmla="*/ 2671858 w 3114960"/>
              <a:gd name="connsiteY25014" fmla="*/ 1607344 h 5143785"/>
              <a:gd name="connsiteX25015" fmla="*/ 2671858 w 3114960"/>
              <a:gd name="connsiteY25015" fmla="*/ 1620869 h 5143785"/>
              <a:gd name="connsiteX25016" fmla="*/ 2669477 w 3114960"/>
              <a:gd name="connsiteY25016" fmla="*/ 1623251 h 5143785"/>
              <a:gd name="connsiteX25017" fmla="*/ 2655951 w 3114960"/>
              <a:gd name="connsiteY25017" fmla="*/ 1623251 h 5143785"/>
              <a:gd name="connsiteX25018" fmla="*/ 2653570 w 3114960"/>
              <a:gd name="connsiteY25018" fmla="*/ 1620869 h 5143785"/>
              <a:gd name="connsiteX25019" fmla="*/ 2653570 w 3114960"/>
              <a:gd name="connsiteY25019" fmla="*/ 1607344 h 5143785"/>
              <a:gd name="connsiteX25020" fmla="*/ 2280666 w 3114960"/>
              <a:gd name="connsiteY25020" fmla="*/ 1792319 h 5143785"/>
              <a:gd name="connsiteX25021" fmla="*/ 2284571 w 3114960"/>
              <a:gd name="connsiteY25021" fmla="*/ 1788319 h 5143785"/>
              <a:gd name="connsiteX25022" fmla="*/ 2432590 w 3114960"/>
              <a:gd name="connsiteY25022" fmla="*/ 1788319 h 5143785"/>
              <a:gd name="connsiteX25023" fmla="*/ 2436590 w 3114960"/>
              <a:gd name="connsiteY25023" fmla="*/ 1792319 h 5143785"/>
              <a:gd name="connsiteX25024" fmla="*/ 2436590 w 3114960"/>
              <a:gd name="connsiteY25024" fmla="*/ 1814798 h 5143785"/>
              <a:gd name="connsiteX25025" fmla="*/ 2432590 w 3114960"/>
              <a:gd name="connsiteY25025" fmla="*/ 1818799 h 5143785"/>
              <a:gd name="connsiteX25026" fmla="*/ 2284571 w 3114960"/>
              <a:gd name="connsiteY25026" fmla="*/ 1818799 h 5143785"/>
              <a:gd name="connsiteX25027" fmla="*/ 2280666 w 3114960"/>
              <a:gd name="connsiteY25027" fmla="*/ 1814798 h 5143785"/>
              <a:gd name="connsiteX25028" fmla="*/ 2280666 w 3114960"/>
              <a:gd name="connsiteY25028" fmla="*/ 1792319 h 5143785"/>
              <a:gd name="connsiteX25029" fmla="*/ 2631091 w 3114960"/>
              <a:gd name="connsiteY25029" fmla="*/ 1583436 h 5143785"/>
              <a:gd name="connsiteX25030" fmla="*/ 2636044 w 3114960"/>
              <a:gd name="connsiteY25030" fmla="*/ 1588389 h 5143785"/>
              <a:gd name="connsiteX25031" fmla="*/ 2631091 w 3114960"/>
              <a:gd name="connsiteY25031" fmla="*/ 1593342 h 5143785"/>
              <a:gd name="connsiteX25032" fmla="*/ 2626138 w 3114960"/>
              <a:gd name="connsiteY25032" fmla="*/ 1588389 h 5143785"/>
              <a:gd name="connsiteX25033" fmla="*/ 2631091 w 3114960"/>
              <a:gd name="connsiteY25033" fmla="*/ 1583436 h 5143785"/>
              <a:gd name="connsiteX25034" fmla="*/ 2282762 w 3114960"/>
              <a:gd name="connsiteY25034" fmla="*/ 1746599 h 5143785"/>
              <a:gd name="connsiteX25035" fmla="*/ 2286762 w 3114960"/>
              <a:gd name="connsiteY25035" fmla="*/ 1742599 h 5143785"/>
              <a:gd name="connsiteX25036" fmla="*/ 2430494 w 3114960"/>
              <a:gd name="connsiteY25036" fmla="*/ 1742599 h 5143785"/>
              <a:gd name="connsiteX25037" fmla="*/ 2434495 w 3114960"/>
              <a:gd name="connsiteY25037" fmla="*/ 1746599 h 5143785"/>
              <a:gd name="connsiteX25038" fmla="*/ 2434495 w 3114960"/>
              <a:gd name="connsiteY25038" fmla="*/ 1765745 h 5143785"/>
              <a:gd name="connsiteX25039" fmla="*/ 2430494 w 3114960"/>
              <a:gd name="connsiteY25039" fmla="*/ 1769745 h 5143785"/>
              <a:gd name="connsiteX25040" fmla="*/ 2286762 w 3114960"/>
              <a:gd name="connsiteY25040" fmla="*/ 1769745 h 5143785"/>
              <a:gd name="connsiteX25041" fmla="*/ 2282762 w 3114960"/>
              <a:gd name="connsiteY25041" fmla="*/ 1765745 h 5143785"/>
              <a:gd name="connsiteX25042" fmla="*/ 2282762 w 3114960"/>
              <a:gd name="connsiteY25042" fmla="*/ 1746599 h 5143785"/>
              <a:gd name="connsiteX25043" fmla="*/ 2106835 w 3114960"/>
              <a:gd name="connsiteY25043" fmla="*/ 1766221 h 5143785"/>
              <a:gd name="connsiteX25044" fmla="*/ 2111216 w 3114960"/>
              <a:gd name="connsiteY25044" fmla="*/ 1762030 h 5143785"/>
              <a:gd name="connsiteX25045" fmla="*/ 2118741 w 3114960"/>
              <a:gd name="connsiteY25045" fmla="*/ 1762030 h 5143785"/>
              <a:gd name="connsiteX25046" fmla="*/ 2123123 w 3114960"/>
              <a:gd name="connsiteY25046" fmla="*/ 1766221 h 5143785"/>
              <a:gd name="connsiteX25047" fmla="*/ 2123123 w 3114960"/>
              <a:gd name="connsiteY25047" fmla="*/ 1771078 h 5143785"/>
              <a:gd name="connsiteX25048" fmla="*/ 2106930 w 3114960"/>
              <a:gd name="connsiteY25048" fmla="*/ 1771078 h 5143785"/>
              <a:gd name="connsiteX25049" fmla="*/ 2106930 w 3114960"/>
              <a:gd name="connsiteY25049" fmla="*/ 1766221 h 5143785"/>
              <a:gd name="connsiteX25050" fmla="*/ 2106835 w 3114960"/>
              <a:gd name="connsiteY25050" fmla="*/ 1790700 h 5143785"/>
              <a:gd name="connsiteX25051" fmla="*/ 2123027 w 3114960"/>
              <a:gd name="connsiteY25051" fmla="*/ 1790700 h 5143785"/>
              <a:gd name="connsiteX25052" fmla="*/ 2123027 w 3114960"/>
              <a:gd name="connsiteY25052" fmla="*/ 1797272 h 5143785"/>
              <a:gd name="connsiteX25053" fmla="*/ 2118646 w 3114960"/>
              <a:gd name="connsiteY25053" fmla="*/ 1801463 h 5143785"/>
              <a:gd name="connsiteX25054" fmla="*/ 2111121 w 3114960"/>
              <a:gd name="connsiteY25054" fmla="*/ 1801463 h 5143785"/>
              <a:gd name="connsiteX25055" fmla="*/ 2106740 w 3114960"/>
              <a:gd name="connsiteY25055" fmla="*/ 1797272 h 5143785"/>
              <a:gd name="connsiteX25056" fmla="*/ 2106740 w 3114960"/>
              <a:gd name="connsiteY25056" fmla="*/ 1790700 h 5143785"/>
              <a:gd name="connsiteX25057" fmla="*/ 1796701 w 3114960"/>
              <a:gd name="connsiteY25057" fmla="*/ 1916621 h 5143785"/>
              <a:gd name="connsiteX25058" fmla="*/ 1792415 w 3114960"/>
              <a:gd name="connsiteY25058" fmla="*/ 1920907 h 5143785"/>
              <a:gd name="connsiteX25059" fmla="*/ 1782128 w 3114960"/>
              <a:gd name="connsiteY25059" fmla="*/ 1920907 h 5143785"/>
              <a:gd name="connsiteX25060" fmla="*/ 1777841 w 3114960"/>
              <a:gd name="connsiteY25060" fmla="*/ 1916621 h 5143785"/>
              <a:gd name="connsiteX25061" fmla="*/ 1777841 w 3114960"/>
              <a:gd name="connsiteY25061" fmla="*/ 1906334 h 5143785"/>
              <a:gd name="connsiteX25062" fmla="*/ 1782128 w 3114960"/>
              <a:gd name="connsiteY25062" fmla="*/ 1902047 h 5143785"/>
              <a:gd name="connsiteX25063" fmla="*/ 1792415 w 3114960"/>
              <a:gd name="connsiteY25063" fmla="*/ 1902047 h 5143785"/>
              <a:gd name="connsiteX25064" fmla="*/ 1796701 w 3114960"/>
              <a:gd name="connsiteY25064" fmla="*/ 1906334 h 5143785"/>
              <a:gd name="connsiteX25065" fmla="*/ 1796701 w 3114960"/>
              <a:gd name="connsiteY25065" fmla="*/ 1916621 h 5143785"/>
              <a:gd name="connsiteX25066" fmla="*/ 2078546 w 3114960"/>
              <a:gd name="connsiteY25066" fmla="*/ 2756821 h 5143785"/>
              <a:gd name="connsiteX25067" fmla="*/ 2097596 w 3114960"/>
              <a:gd name="connsiteY25067" fmla="*/ 2756821 h 5143785"/>
              <a:gd name="connsiteX25068" fmla="*/ 2097596 w 3114960"/>
              <a:gd name="connsiteY25068" fmla="*/ 2761584 h 5143785"/>
              <a:gd name="connsiteX25069" fmla="*/ 2078546 w 3114960"/>
              <a:gd name="connsiteY25069" fmla="*/ 2761584 h 5143785"/>
              <a:gd name="connsiteX25070" fmla="*/ 2078546 w 3114960"/>
              <a:gd name="connsiteY25070" fmla="*/ 2756821 h 5143785"/>
              <a:gd name="connsiteX25071" fmla="*/ 1974342 w 3114960"/>
              <a:gd name="connsiteY25071" fmla="*/ 1965865 h 5143785"/>
              <a:gd name="connsiteX25072" fmla="*/ 2002155 w 3114960"/>
              <a:gd name="connsiteY25072" fmla="*/ 1965865 h 5143785"/>
              <a:gd name="connsiteX25073" fmla="*/ 2025396 w 3114960"/>
              <a:gd name="connsiteY25073" fmla="*/ 1988915 h 5143785"/>
              <a:gd name="connsiteX25074" fmla="*/ 2025396 w 3114960"/>
              <a:gd name="connsiteY25074" fmla="*/ 2023015 h 5143785"/>
              <a:gd name="connsiteX25075" fmla="*/ 2019967 w 3114960"/>
              <a:gd name="connsiteY25075" fmla="*/ 2031206 h 5143785"/>
              <a:gd name="connsiteX25076" fmla="*/ 2028920 w 3114960"/>
              <a:gd name="connsiteY25076" fmla="*/ 2040160 h 5143785"/>
              <a:gd name="connsiteX25077" fmla="*/ 2037874 w 3114960"/>
              <a:gd name="connsiteY25077" fmla="*/ 2031206 h 5143785"/>
              <a:gd name="connsiteX25078" fmla="*/ 2032445 w 3114960"/>
              <a:gd name="connsiteY25078" fmla="*/ 2023015 h 5143785"/>
              <a:gd name="connsiteX25079" fmla="*/ 2032445 w 3114960"/>
              <a:gd name="connsiteY25079" fmla="*/ 1985963 h 5143785"/>
              <a:gd name="connsiteX25080" fmla="*/ 2004917 w 3114960"/>
              <a:gd name="connsiteY25080" fmla="*/ 1958626 h 5143785"/>
              <a:gd name="connsiteX25081" fmla="*/ 1971580 w 3114960"/>
              <a:gd name="connsiteY25081" fmla="*/ 1958626 h 5143785"/>
              <a:gd name="connsiteX25082" fmla="*/ 1943005 w 3114960"/>
              <a:gd name="connsiteY25082" fmla="*/ 1982343 h 5143785"/>
              <a:gd name="connsiteX25083" fmla="*/ 1943005 w 3114960"/>
              <a:gd name="connsiteY25083" fmla="*/ 2014157 h 5143785"/>
              <a:gd name="connsiteX25084" fmla="*/ 1939481 w 3114960"/>
              <a:gd name="connsiteY25084" fmla="*/ 2014157 h 5143785"/>
              <a:gd name="connsiteX25085" fmla="*/ 1935099 w 3114960"/>
              <a:gd name="connsiteY25085" fmla="*/ 2018538 h 5143785"/>
              <a:gd name="connsiteX25086" fmla="*/ 1935099 w 3114960"/>
              <a:gd name="connsiteY25086" fmla="*/ 2022062 h 5143785"/>
              <a:gd name="connsiteX25087" fmla="*/ 1939481 w 3114960"/>
              <a:gd name="connsiteY25087" fmla="*/ 2026444 h 5143785"/>
              <a:gd name="connsiteX25088" fmla="*/ 1953673 w 3114960"/>
              <a:gd name="connsiteY25088" fmla="*/ 2026444 h 5143785"/>
              <a:gd name="connsiteX25089" fmla="*/ 1958054 w 3114960"/>
              <a:gd name="connsiteY25089" fmla="*/ 2022062 h 5143785"/>
              <a:gd name="connsiteX25090" fmla="*/ 1958054 w 3114960"/>
              <a:gd name="connsiteY25090" fmla="*/ 2018538 h 5143785"/>
              <a:gd name="connsiteX25091" fmla="*/ 1953673 w 3114960"/>
              <a:gd name="connsiteY25091" fmla="*/ 2014157 h 5143785"/>
              <a:gd name="connsiteX25092" fmla="*/ 1950149 w 3114960"/>
              <a:gd name="connsiteY25092" fmla="*/ 2014157 h 5143785"/>
              <a:gd name="connsiteX25093" fmla="*/ 1950149 w 3114960"/>
              <a:gd name="connsiteY25093" fmla="*/ 1985677 h 5143785"/>
              <a:gd name="connsiteX25094" fmla="*/ 1974152 w 3114960"/>
              <a:gd name="connsiteY25094" fmla="*/ 1965865 h 5143785"/>
              <a:gd name="connsiteX25095" fmla="*/ 2029016 w 3114960"/>
              <a:gd name="connsiteY25095" fmla="*/ 2027015 h 5143785"/>
              <a:gd name="connsiteX25096" fmla="*/ 2033207 w 3114960"/>
              <a:gd name="connsiteY25096" fmla="*/ 2031206 h 5143785"/>
              <a:gd name="connsiteX25097" fmla="*/ 2029016 w 3114960"/>
              <a:gd name="connsiteY25097" fmla="*/ 2035397 h 5143785"/>
              <a:gd name="connsiteX25098" fmla="*/ 2024825 w 3114960"/>
              <a:gd name="connsiteY25098" fmla="*/ 2031206 h 5143785"/>
              <a:gd name="connsiteX25099" fmla="*/ 2029016 w 3114960"/>
              <a:gd name="connsiteY25099" fmla="*/ 2027015 h 5143785"/>
              <a:gd name="connsiteX25100" fmla="*/ 2149221 w 3114960"/>
              <a:gd name="connsiteY25100" fmla="*/ 3216402 h 5143785"/>
              <a:gd name="connsiteX25101" fmla="*/ 2140744 w 3114960"/>
              <a:gd name="connsiteY25101" fmla="*/ 3213640 h 5143785"/>
              <a:gd name="connsiteX25102" fmla="*/ 2129219 w 3114960"/>
              <a:gd name="connsiteY25102" fmla="*/ 3219450 h 5143785"/>
              <a:gd name="connsiteX25103" fmla="*/ 2132267 w 3114960"/>
              <a:gd name="connsiteY25103" fmla="*/ 3239453 h 5143785"/>
              <a:gd name="connsiteX25104" fmla="*/ 2138363 w 3114960"/>
              <a:gd name="connsiteY25104" fmla="*/ 3241929 h 5143785"/>
              <a:gd name="connsiteX25105" fmla="*/ 2138363 w 3114960"/>
              <a:gd name="connsiteY25105" fmla="*/ 3251168 h 5143785"/>
              <a:gd name="connsiteX25106" fmla="*/ 2143125 w 3114960"/>
              <a:gd name="connsiteY25106" fmla="*/ 3251168 h 5143785"/>
              <a:gd name="connsiteX25107" fmla="*/ 2143125 w 3114960"/>
              <a:gd name="connsiteY25107" fmla="*/ 3241929 h 5143785"/>
              <a:gd name="connsiteX25108" fmla="*/ 2152269 w 3114960"/>
              <a:gd name="connsiteY25108" fmla="*/ 3236309 h 5143785"/>
              <a:gd name="connsiteX25109" fmla="*/ 2149221 w 3114960"/>
              <a:gd name="connsiteY25109" fmla="*/ 3216307 h 5143785"/>
              <a:gd name="connsiteX25110" fmla="*/ 2142554 w 3114960"/>
              <a:gd name="connsiteY25110" fmla="*/ 3239548 h 5143785"/>
              <a:gd name="connsiteX25111" fmla="*/ 2140744 w 3114960"/>
              <a:gd name="connsiteY25111" fmla="*/ 3239643 h 5143785"/>
              <a:gd name="connsiteX25112" fmla="*/ 2133886 w 3114960"/>
              <a:gd name="connsiteY25112" fmla="*/ 3237357 h 5143785"/>
              <a:gd name="connsiteX25113" fmla="*/ 2131409 w 3114960"/>
              <a:gd name="connsiteY25113" fmla="*/ 3220974 h 5143785"/>
              <a:gd name="connsiteX25114" fmla="*/ 2147792 w 3114960"/>
              <a:gd name="connsiteY25114" fmla="*/ 3218498 h 5143785"/>
              <a:gd name="connsiteX25115" fmla="*/ 2152460 w 3114960"/>
              <a:gd name="connsiteY25115" fmla="*/ 3226118 h 5143785"/>
              <a:gd name="connsiteX25116" fmla="*/ 2150364 w 3114960"/>
              <a:gd name="connsiteY25116" fmla="*/ 3234785 h 5143785"/>
              <a:gd name="connsiteX25117" fmla="*/ 2142744 w 3114960"/>
              <a:gd name="connsiteY25117" fmla="*/ 3239453 h 5143785"/>
              <a:gd name="connsiteX25118" fmla="*/ 2716149 w 3114960"/>
              <a:gd name="connsiteY25118" fmla="*/ 3228404 h 5143785"/>
              <a:gd name="connsiteX25119" fmla="*/ 2721864 w 3114960"/>
              <a:gd name="connsiteY25119" fmla="*/ 3234023 h 5143785"/>
              <a:gd name="connsiteX25120" fmla="*/ 2725769 w 3114960"/>
              <a:gd name="connsiteY25120" fmla="*/ 3235643 h 5143785"/>
              <a:gd name="connsiteX25121" fmla="*/ 2729675 w 3114960"/>
              <a:gd name="connsiteY25121" fmla="*/ 3234023 h 5143785"/>
              <a:gd name="connsiteX25122" fmla="*/ 2735390 w 3114960"/>
              <a:gd name="connsiteY25122" fmla="*/ 3228309 h 5143785"/>
              <a:gd name="connsiteX25123" fmla="*/ 2735390 w 3114960"/>
              <a:gd name="connsiteY25123" fmla="*/ 3220498 h 5143785"/>
              <a:gd name="connsiteX25124" fmla="*/ 2729675 w 3114960"/>
              <a:gd name="connsiteY25124" fmla="*/ 3214783 h 5143785"/>
              <a:gd name="connsiteX25125" fmla="*/ 2728151 w 3114960"/>
              <a:gd name="connsiteY25125" fmla="*/ 3213830 h 5143785"/>
              <a:gd name="connsiteX25126" fmla="*/ 2728151 w 3114960"/>
              <a:gd name="connsiteY25126" fmla="*/ 3148679 h 5143785"/>
              <a:gd name="connsiteX25127" fmla="*/ 2746343 w 3114960"/>
              <a:gd name="connsiteY25127" fmla="*/ 3130677 h 5143785"/>
              <a:gd name="connsiteX25128" fmla="*/ 2756440 w 3114960"/>
              <a:gd name="connsiteY25128" fmla="*/ 3140393 h 5143785"/>
              <a:gd name="connsiteX25129" fmla="*/ 2756440 w 3114960"/>
              <a:gd name="connsiteY25129" fmla="*/ 3153728 h 5143785"/>
              <a:gd name="connsiteX25130" fmla="*/ 2752249 w 3114960"/>
              <a:gd name="connsiteY25130" fmla="*/ 3155823 h 5143785"/>
              <a:gd name="connsiteX25131" fmla="*/ 2749677 w 3114960"/>
              <a:gd name="connsiteY25131" fmla="*/ 3161919 h 5143785"/>
              <a:gd name="connsiteX25132" fmla="*/ 2752154 w 3114960"/>
              <a:gd name="connsiteY25132" fmla="*/ 3168110 h 5143785"/>
              <a:gd name="connsiteX25133" fmla="*/ 2758250 w 3114960"/>
              <a:gd name="connsiteY25133" fmla="*/ 3170682 h 5143785"/>
              <a:gd name="connsiteX25134" fmla="*/ 2758250 w 3114960"/>
              <a:gd name="connsiteY25134" fmla="*/ 3170682 h 5143785"/>
              <a:gd name="connsiteX25135" fmla="*/ 2766917 w 3114960"/>
              <a:gd name="connsiteY25135" fmla="*/ 3162110 h 5143785"/>
              <a:gd name="connsiteX25136" fmla="*/ 2764441 w 3114960"/>
              <a:gd name="connsiteY25136" fmla="*/ 3155918 h 5143785"/>
              <a:gd name="connsiteX25137" fmla="*/ 2761202 w 3114960"/>
              <a:gd name="connsiteY25137" fmla="*/ 3153918 h 5143785"/>
              <a:gd name="connsiteX25138" fmla="*/ 2761202 w 3114960"/>
              <a:gd name="connsiteY25138" fmla="*/ 3138392 h 5143785"/>
              <a:gd name="connsiteX25139" fmla="*/ 2749296 w 3114960"/>
              <a:gd name="connsiteY25139" fmla="*/ 3126962 h 5143785"/>
              <a:gd name="connsiteX25140" fmla="*/ 2749296 w 3114960"/>
              <a:gd name="connsiteY25140" fmla="*/ 3072479 h 5143785"/>
              <a:gd name="connsiteX25141" fmla="*/ 2771013 w 3114960"/>
              <a:gd name="connsiteY25141" fmla="*/ 3047810 h 5143785"/>
              <a:gd name="connsiteX25142" fmla="*/ 2771299 w 3114960"/>
              <a:gd name="connsiteY25142" fmla="*/ 2910840 h 5143785"/>
              <a:gd name="connsiteX25143" fmla="*/ 2771299 w 3114960"/>
              <a:gd name="connsiteY25143" fmla="*/ 2909983 h 5143785"/>
              <a:gd name="connsiteX25144" fmla="*/ 2739295 w 3114960"/>
              <a:gd name="connsiteY25144" fmla="*/ 2872550 h 5143785"/>
              <a:gd name="connsiteX25145" fmla="*/ 2739295 w 3114960"/>
              <a:gd name="connsiteY25145" fmla="*/ 2757678 h 5143785"/>
              <a:gd name="connsiteX25146" fmla="*/ 2751392 w 3114960"/>
              <a:gd name="connsiteY25146" fmla="*/ 2741486 h 5143785"/>
              <a:gd name="connsiteX25147" fmla="*/ 2751392 w 3114960"/>
              <a:gd name="connsiteY25147" fmla="*/ 2659856 h 5143785"/>
              <a:gd name="connsiteX25148" fmla="*/ 2757869 w 3114960"/>
              <a:gd name="connsiteY25148" fmla="*/ 2659856 h 5143785"/>
              <a:gd name="connsiteX25149" fmla="*/ 2763869 w 3114960"/>
              <a:gd name="connsiteY25149" fmla="*/ 2653855 h 5143785"/>
              <a:gd name="connsiteX25150" fmla="*/ 2763869 w 3114960"/>
              <a:gd name="connsiteY25150" fmla="*/ 2633758 h 5143785"/>
              <a:gd name="connsiteX25151" fmla="*/ 2757869 w 3114960"/>
              <a:gd name="connsiteY25151" fmla="*/ 2627757 h 5143785"/>
              <a:gd name="connsiteX25152" fmla="*/ 2737771 w 3114960"/>
              <a:gd name="connsiteY25152" fmla="*/ 2627757 h 5143785"/>
              <a:gd name="connsiteX25153" fmla="*/ 2731770 w 3114960"/>
              <a:gd name="connsiteY25153" fmla="*/ 2633758 h 5143785"/>
              <a:gd name="connsiteX25154" fmla="*/ 2731770 w 3114960"/>
              <a:gd name="connsiteY25154" fmla="*/ 2653855 h 5143785"/>
              <a:gd name="connsiteX25155" fmla="*/ 2737771 w 3114960"/>
              <a:gd name="connsiteY25155" fmla="*/ 2659856 h 5143785"/>
              <a:gd name="connsiteX25156" fmla="*/ 2746629 w 3114960"/>
              <a:gd name="connsiteY25156" fmla="*/ 2659856 h 5143785"/>
              <a:gd name="connsiteX25157" fmla="*/ 2746629 w 3114960"/>
              <a:gd name="connsiteY25157" fmla="*/ 2739867 h 5143785"/>
              <a:gd name="connsiteX25158" fmla="*/ 2734532 w 3114960"/>
              <a:gd name="connsiteY25158" fmla="*/ 2756059 h 5143785"/>
              <a:gd name="connsiteX25159" fmla="*/ 2734532 w 3114960"/>
              <a:gd name="connsiteY25159" fmla="*/ 2874264 h 5143785"/>
              <a:gd name="connsiteX25160" fmla="*/ 2766536 w 3114960"/>
              <a:gd name="connsiteY25160" fmla="*/ 2911697 h 5143785"/>
              <a:gd name="connsiteX25161" fmla="*/ 2766251 w 3114960"/>
              <a:gd name="connsiteY25161" fmla="*/ 3046000 h 5143785"/>
              <a:gd name="connsiteX25162" fmla="*/ 2744629 w 3114960"/>
              <a:gd name="connsiteY25162" fmla="*/ 3070670 h 5143785"/>
              <a:gd name="connsiteX25163" fmla="*/ 2744629 w 3114960"/>
              <a:gd name="connsiteY25163" fmla="*/ 3125819 h 5143785"/>
              <a:gd name="connsiteX25164" fmla="*/ 2723388 w 3114960"/>
              <a:gd name="connsiteY25164" fmla="*/ 3146774 h 5143785"/>
              <a:gd name="connsiteX25165" fmla="*/ 2723388 w 3114960"/>
              <a:gd name="connsiteY25165" fmla="*/ 3213926 h 5143785"/>
              <a:gd name="connsiteX25166" fmla="*/ 2721864 w 3114960"/>
              <a:gd name="connsiteY25166" fmla="*/ 3214878 h 5143785"/>
              <a:gd name="connsiteX25167" fmla="*/ 2716149 w 3114960"/>
              <a:gd name="connsiteY25167" fmla="*/ 3220593 h 5143785"/>
              <a:gd name="connsiteX25168" fmla="*/ 2716149 w 3114960"/>
              <a:gd name="connsiteY25168" fmla="*/ 3228404 h 5143785"/>
              <a:gd name="connsiteX25169" fmla="*/ 2758250 w 3114960"/>
              <a:gd name="connsiteY25169" fmla="*/ 3158204 h 5143785"/>
              <a:gd name="connsiteX25170" fmla="*/ 2758250 w 3114960"/>
              <a:gd name="connsiteY25170" fmla="*/ 3158204 h 5143785"/>
              <a:gd name="connsiteX25171" fmla="*/ 2761012 w 3114960"/>
              <a:gd name="connsiteY25171" fmla="*/ 3159347 h 5143785"/>
              <a:gd name="connsiteX25172" fmla="*/ 2762155 w 3114960"/>
              <a:gd name="connsiteY25172" fmla="*/ 3162110 h 5143785"/>
              <a:gd name="connsiteX25173" fmla="*/ 2758250 w 3114960"/>
              <a:gd name="connsiteY25173" fmla="*/ 3166015 h 5143785"/>
              <a:gd name="connsiteX25174" fmla="*/ 2758250 w 3114960"/>
              <a:gd name="connsiteY25174" fmla="*/ 3166015 h 5143785"/>
              <a:gd name="connsiteX25175" fmla="*/ 2755487 w 3114960"/>
              <a:gd name="connsiteY25175" fmla="*/ 3164872 h 5143785"/>
              <a:gd name="connsiteX25176" fmla="*/ 2754344 w 3114960"/>
              <a:gd name="connsiteY25176" fmla="*/ 3162110 h 5143785"/>
              <a:gd name="connsiteX25177" fmla="*/ 2755487 w 3114960"/>
              <a:gd name="connsiteY25177" fmla="*/ 3159347 h 5143785"/>
              <a:gd name="connsiteX25178" fmla="*/ 2758250 w 3114960"/>
              <a:gd name="connsiteY25178" fmla="*/ 3158204 h 5143785"/>
              <a:gd name="connsiteX25179" fmla="*/ 2758250 w 3114960"/>
              <a:gd name="connsiteY25179" fmla="*/ 3158204 h 5143785"/>
              <a:gd name="connsiteX25180" fmla="*/ 2725198 w 3114960"/>
              <a:gd name="connsiteY25180" fmla="*/ 3218307 h 5143785"/>
              <a:gd name="connsiteX25181" fmla="*/ 2725769 w 3114960"/>
              <a:gd name="connsiteY25181" fmla="*/ 3218117 h 5143785"/>
              <a:gd name="connsiteX25182" fmla="*/ 2726246 w 3114960"/>
              <a:gd name="connsiteY25182" fmla="*/ 3218307 h 5143785"/>
              <a:gd name="connsiteX25183" fmla="*/ 2731961 w 3114960"/>
              <a:gd name="connsiteY25183" fmla="*/ 3224022 h 5143785"/>
              <a:gd name="connsiteX25184" fmla="*/ 2731961 w 3114960"/>
              <a:gd name="connsiteY25184" fmla="*/ 3225070 h 5143785"/>
              <a:gd name="connsiteX25185" fmla="*/ 2726246 w 3114960"/>
              <a:gd name="connsiteY25185" fmla="*/ 3230690 h 5143785"/>
              <a:gd name="connsiteX25186" fmla="*/ 2725198 w 3114960"/>
              <a:gd name="connsiteY25186" fmla="*/ 3230690 h 5143785"/>
              <a:gd name="connsiteX25187" fmla="*/ 2719578 w 3114960"/>
              <a:gd name="connsiteY25187" fmla="*/ 3225070 h 5143785"/>
              <a:gd name="connsiteX25188" fmla="*/ 2719578 w 3114960"/>
              <a:gd name="connsiteY25188" fmla="*/ 3224022 h 5143785"/>
              <a:gd name="connsiteX25189" fmla="*/ 2725293 w 3114960"/>
              <a:gd name="connsiteY25189" fmla="*/ 3218307 h 5143785"/>
              <a:gd name="connsiteX25190" fmla="*/ 2088071 w 3114960"/>
              <a:gd name="connsiteY25190" fmla="*/ 2736342 h 5143785"/>
              <a:gd name="connsiteX25191" fmla="*/ 2088071 w 3114960"/>
              <a:gd name="connsiteY25191" fmla="*/ 2726627 h 5143785"/>
              <a:gd name="connsiteX25192" fmla="*/ 2090738 w 3114960"/>
              <a:gd name="connsiteY25192" fmla="*/ 2723960 h 5143785"/>
              <a:gd name="connsiteX25193" fmla="*/ 2100453 w 3114960"/>
              <a:gd name="connsiteY25193" fmla="*/ 2723960 h 5143785"/>
              <a:gd name="connsiteX25194" fmla="*/ 2103120 w 3114960"/>
              <a:gd name="connsiteY25194" fmla="*/ 2726627 h 5143785"/>
              <a:gd name="connsiteX25195" fmla="*/ 2103120 w 3114960"/>
              <a:gd name="connsiteY25195" fmla="*/ 2736342 h 5143785"/>
              <a:gd name="connsiteX25196" fmla="*/ 2100453 w 3114960"/>
              <a:gd name="connsiteY25196" fmla="*/ 2739009 h 5143785"/>
              <a:gd name="connsiteX25197" fmla="*/ 2090738 w 3114960"/>
              <a:gd name="connsiteY25197" fmla="*/ 2739009 h 5143785"/>
              <a:gd name="connsiteX25198" fmla="*/ 2088071 w 3114960"/>
              <a:gd name="connsiteY25198" fmla="*/ 2736342 h 5143785"/>
              <a:gd name="connsiteX25199" fmla="*/ 3055525 w 3114960"/>
              <a:gd name="connsiteY25199" fmla="*/ 2039207 h 5143785"/>
              <a:gd name="connsiteX25200" fmla="*/ 3114770 w 3114960"/>
              <a:gd name="connsiteY25200" fmla="*/ 2039207 h 5143785"/>
              <a:gd name="connsiteX25201" fmla="*/ 3114770 w 3114960"/>
              <a:gd name="connsiteY25201" fmla="*/ 2029682 h 5143785"/>
              <a:gd name="connsiteX25202" fmla="*/ 3052096 w 3114960"/>
              <a:gd name="connsiteY25202" fmla="*/ 2029682 h 5143785"/>
              <a:gd name="connsiteX25203" fmla="*/ 3013234 w 3114960"/>
              <a:gd name="connsiteY25203" fmla="*/ 2061496 h 5143785"/>
              <a:gd name="connsiteX25204" fmla="*/ 2791492 w 3114960"/>
              <a:gd name="connsiteY25204" fmla="*/ 2061496 h 5143785"/>
              <a:gd name="connsiteX25205" fmla="*/ 2774252 w 3114960"/>
              <a:gd name="connsiteY25205" fmla="*/ 2044446 h 5143785"/>
              <a:gd name="connsiteX25206" fmla="*/ 2777204 w 3114960"/>
              <a:gd name="connsiteY25206" fmla="*/ 2033683 h 5143785"/>
              <a:gd name="connsiteX25207" fmla="*/ 2755583 w 3114960"/>
              <a:gd name="connsiteY25207" fmla="*/ 2012061 h 5143785"/>
              <a:gd name="connsiteX25208" fmla="*/ 2733961 w 3114960"/>
              <a:gd name="connsiteY25208" fmla="*/ 2033683 h 5143785"/>
              <a:gd name="connsiteX25209" fmla="*/ 2755583 w 3114960"/>
              <a:gd name="connsiteY25209" fmla="*/ 2055305 h 5143785"/>
              <a:gd name="connsiteX25210" fmla="*/ 2767775 w 3114960"/>
              <a:gd name="connsiteY25210" fmla="*/ 2051495 h 5143785"/>
              <a:gd name="connsiteX25211" fmla="*/ 2787587 w 3114960"/>
              <a:gd name="connsiteY25211" fmla="*/ 2071021 h 5143785"/>
              <a:gd name="connsiteX25212" fmla="*/ 3016663 w 3114960"/>
              <a:gd name="connsiteY25212" fmla="*/ 2071021 h 5143785"/>
              <a:gd name="connsiteX25213" fmla="*/ 3055525 w 3114960"/>
              <a:gd name="connsiteY25213" fmla="*/ 2039207 h 5143785"/>
              <a:gd name="connsiteX25214" fmla="*/ 2755678 w 3114960"/>
              <a:gd name="connsiteY25214" fmla="*/ 2047303 h 5143785"/>
              <a:gd name="connsiteX25215" fmla="*/ 2742057 w 3114960"/>
              <a:gd name="connsiteY25215" fmla="*/ 2033683 h 5143785"/>
              <a:gd name="connsiteX25216" fmla="*/ 2755678 w 3114960"/>
              <a:gd name="connsiteY25216" fmla="*/ 2020062 h 5143785"/>
              <a:gd name="connsiteX25217" fmla="*/ 2769299 w 3114960"/>
              <a:gd name="connsiteY25217" fmla="*/ 2033683 h 5143785"/>
              <a:gd name="connsiteX25218" fmla="*/ 2755678 w 3114960"/>
              <a:gd name="connsiteY25218" fmla="*/ 2047303 h 5143785"/>
              <a:gd name="connsiteX25219" fmla="*/ 2257711 w 3114960"/>
              <a:gd name="connsiteY25219" fmla="*/ 3114104 h 5143785"/>
              <a:gd name="connsiteX25220" fmla="*/ 2264759 w 3114960"/>
              <a:gd name="connsiteY25220" fmla="*/ 3107055 h 5143785"/>
              <a:gd name="connsiteX25221" fmla="*/ 2271808 w 3114960"/>
              <a:gd name="connsiteY25221" fmla="*/ 3114104 h 5143785"/>
              <a:gd name="connsiteX25222" fmla="*/ 2264759 w 3114960"/>
              <a:gd name="connsiteY25222" fmla="*/ 3121152 h 5143785"/>
              <a:gd name="connsiteX25223" fmla="*/ 2257711 w 3114960"/>
              <a:gd name="connsiteY25223" fmla="*/ 3114104 h 5143785"/>
              <a:gd name="connsiteX25224" fmla="*/ 2719578 w 3114960"/>
              <a:gd name="connsiteY25224" fmla="*/ 1871663 h 5143785"/>
              <a:gd name="connsiteX25225" fmla="*/ 2733009 w 3114960"/>
              <a:gd name="connsiteY25225" fmla="*/ 1871663 h 5143785"/>
              <a:gd name="connsiteX25226" fmla="*/ 2773680 w 3114960"/>
              <a:gd name="connsiteY25226" fmla="*/ 1912715 h 5143785"/>
              <a:gd name="connsiteX25227" fmla="*/ 2866263 w 3114960"/>
              <a:gd name="connsiteY25227" fmla="*/ 1912715 h 5143785"/>
              <a:gd name="connsiteX25228" fmla="*/ 2874740 w 3114960"/>
              <a:gd name="connsiteY25228" fmla="*/ 1921002 h 5143785"/>
              <a:gd name="connsiteX25229" fmla="*/ 2955703 w 3114960"/>
              <a:gd name="connsiteY25229" fmla="*/ 1921002 h 5143785"/>
              <a:gd name="connsiteX25230" fmla="*/ 2968371 w 3114960"/>
              <a:gd name="connsiteY25230" fmla="*/ 1931480 h 5143785"/>
              <a:gd name="connsiteX25231" fmla="*/ 2981230 w 3114960"/>
              <a:gd name="connsiteY25231" fmla="*/ 1918621 h 5143785"/>
              <a:gd name="connsiteX25232" fmla="*/ 2968371 w 3114960"/>
              <a:gd name="connsiteY25232" fmla="*/ 1905762 h 5143785"/>
              <a:gd name="connsiteX25233" fmla="*/ 2955703 w 3114960"/>
              <a:gd name="connsiteY25233" fmla="*/ 1916240 h 5143785"/>
              <a:gd name="connsiteX25234" fmla="*/ 2876645 w 3114960"/>
              <a:gd name="connsiteY25234" fmla="*/ 1916240 h 5143785"/>
              <a:gd name="connsiteX25235" fmla="*/ 2868168 w 3114960"/>
              <a:gd name="connsiteY25235" fmla="*/ 1907953 h 5143785"/>
              <a:gd name="connsiteX25236" fmla="*/ 2775585 w 3114960"/>
              <a:gd name="connsiteY25236" fmla="*/ 1907953 h 5143785"/>
              <a:gd name="connsiteX25237" fmla="*/ 2737104 w 3114960"/>
              <a:gd name="connsiteY25237" fmla="*/ 1869186 h 5143785"/>
              <a:gd name="connsiteX25238" fmla="*/ 2737771 w 3114960"/>
              <a:gd name="connsiteY25238" fmla="*/ 1866995 h 5143785"/>
              <a:gd name="connsiteX25239" fmla="*/ 2737771 w 3114960"/>
              <a:gd name="connsiteY25239" fmla="*/ 1853470 h 5143785"/>
              <a:gd name="connsiteX25240" fmla="*/ 2733009 w 3114960"/>
              <a:gd name="connsiteY25240" fmla="*/ 1848707 h 5143785"/>
              <a:gd name="connsiteX25241" fmla="*/ 2719483 w 3114960"/>
              <a:gd name="connsiteY25241" fmla="*/ 1848707 h 5143785"/>
              <a:gd name="connsiteX25242" fmla="*/ 2714720 w 3114960"/>
              <a:gd name="connsiteY25242" fmla="*/ 1853470 h 5143785"/>
              <a:gd name="connsiteX25243" fmla="*/ 2714720 w 3114960"/>
              <a:gd name="connsiteY25243" fmla="*/ 1859947 h 5143785"/>
              <a:gd name="connsiteX25244" fmla="*/ 2691194 w 3114960"/>
              <a:gd name="connsiteY25244" fmla="*/ 1859947 h 5143785"/>
              <a:gd name="connsiteX25245" fmla="*/ 2644997 w 3114960"/>
              <a:gd name="connsiteY25245" fmla="*/ 1900047 h 5143785"/>
              <a:gd name="connsiteX25246" fmla="*/ 2644617 w 3114960"/>
              <a:gd name="connsiteY25246" fmla="*/ 2207800 h 5143785"/>
              <a:gd name="connsiteX25247" fmla="*/ 2644617 w 3114960"/>
              <a:gd name="connsiteY25247" fmla="*/ 2208657 h 5143785"/>
              <a:gd name="connsiteX25248" fmla="*/ 2667953 w 3114960"/>
              <a:gd name="connsiteY25248" fmla="*/ 2235518 h 5143785"/>
              <a:gd name="connsiteX25249" fmla="*/ 2667667 w 3114960"/>
              <a:gd name="connsiteY25249" fmla="*/ 2298764 h 5143785"/>
              <a:gd name="connsiteX25250" fmla="*/ 2692622 w 3114960"/>
              <a:gd name="connsiteY25250" fmla="*/ 2326100 h 5143785"/>
              <a:gd name="connsiteX25251" fmla="*/ 2690336 w 3114960"/>
              <a:gd name="connsiteY25251" fmla="*/ 2337435 h 5143785"/>
              <a:gd name="connsiteX25252" fmla="*/ 2696718 w 3114960"/>
              <a:gd name="connsiteY25252" fmla="*/ 2346484 h 5143785"/>
              <a:gd name="connsiteX25253" fmla="*/ 2704434 w 3114960"/>
              <a:gd name="connsiteY25253" fmla="*/ 2348770 h 5143785"/>
              <a:gd name="connsiteX25254" fmla="*/ 2707577 w 3114960"/>
              <a:gd name="connsiteY25254" fmla="*/ 2348389 h 5143785"/>
              <a:gd name="connsiteX25255" fmla="*/ 2716625 w 3114960"/>
              <a:gd name="connsiteY25255" fmla="*/ 2342007 h 5143785"/>
              <a:gd name="connsiteX25256" fmla="*/ 2718530 w 3114960"/>
              <a:gd name="connsiteY25256" fmla="*/ 2331149 h 5143785"/>
              <a:gd name="connsiteX25257" fmla="*/ 2712149 w 3114960"/>
              <a:gd name="connsiteY25257" fmla="*/ 2322100 h 5143785"/>
              <a:gd name="connsiteX25258" fmla="*/ 2701290 w 3114960"/>
              <a:gd name="connsiteY25258" fmla="*/ 2320195 h 5143785"/>
              <a:gd name="connsiteX25259" fmla="*/ 2695956 w 3114960"/>
              <a:gd name="connsiteY25259" fmla="*/ 2322671 h 5143785"/>
              <a:gd name="connsiteX25260" fmla="*/ 2672429 w 3114960"/>
              <a:gd name="connsiteY25260" fmla="*/ 2296954 h 5143785"/>
              <a:gd name="connsiteX25261" fmla="*/ 2672715 w 3114960"/>
              <a:gd name="connsiteY25261" fmla="*/ 2233803 h 5143785"/>
              <a:gd name="connsiteX25262" fmla="*/ 2649379 w 3114960"/>
              <a:gd name="connsiteY25262" fmla="*/ 2206943 h 5143785"/>
              <a:gd name="connsiteX25263" fmla="*/ 2649760 w 3114960"/>
              <a:gd name="connsiteY25263" fmla="*/ 1902238 h 5143785"/>
              <a:gd name="connsiteX25264" fmla="*/ 2693003 w 3114960"/>
              <a:gd name="connsiteY25264" fmla="*/ 1864805 h 5143785"/>
              <a:gd name="connsiteX25265" fmla="*/ 2714720 w 3114960"/>
              <a:gd name="connsiteY25265" fmla="*/ 1864805 h 5143785"/>
              <a:gd name="connsiteX25266" fmla="*/ 2714720 w 3114960"/>
              <a:gd name="connsiteY25266" fmla="*/ 1867091 h 5143785"/>
              <a:gd name="connsiteX25267" fmla="*/ 2719483 w 3114960"/>
              <a:gd name="connsiteY25267" fmla="*/ 1871853 h 5143785"/>
              <a:gd name="connsiteX25268" fmla="*/ 2968467 w 3114960"/>
              <a:gd name="connsiteY25268" fmla="*/ 1910525 h 5143785"/>
              <a:gd name="connsiteX25269" fmla="*/ 2976563 w 3114960"/>
              <a:gd name="connsiteY25269" fmla="*/ 1918621 h 5143785"/>
              <a:gd name="connsiteX25270" fmla="*/ 2968467 w 3114960"/>
              <a:gd name="connsiteY25270" fmla="*/ 1926717 h 5143785"/>
              <a:gd name="connsiteX25271" fmla="*/ 2960370 w 3114960"/>
              <a:gd name="connsiteY25271" fmla="*/ 1918621 h 5143785"/>
              <a:gd name="connsiteX25272" fmla="*/ 2968467 w 3114960"/>
              <a:gd name="connsiteY25272" fmla="*/ 1910525 h 5143785"/>
              <a:gd name="connsiteX25273" fmla="*/ 2702528 w 3114960"/>
              <a:gd name="connsiteY25273" fmla="*/ 2324767 h 5143785"/>
              <a:gd name="connsiteX25274" fmla="*/ 2704624 w 3114960"/>
              <a:gd name="connsiteY25274" fmla="*/ 2324576 h 5143785"/>
              <a:gd name="connsiteX25275" fmla="*/ 2714054 w 3114960"/>
              <a:gd name="connsiteY25275" fmla="*/ 2332196 h 5143785"/>
              <a:gd name="connsiteX25276" fmla="*/ 2712720 w 3114960"/>
              <a:gd name="connsiteY25276" fmla="*/ 2339531 h 5143785"/>
              <a:gd name="connsiteX25277" fmla="*/ 2706624 w 3114960"/>
              <a:gd name="connsiteY25277" fmla="*/ 2343817 h 5143785"/>
              <a:gd name="connsiteX25278" fmla="*/ 2699290 w 3114960"/>
              <a:gd name="connsiteY25278" fmla="*/ 2342579 h 5143785"/>
              <a:gd name="connsiteX25279" fmla="*/ 2695004 w 3114960"/>
              <a:gd name="connsiteY25279" fmla="*/ 2336483 h 5143785"/>
              <a:gd name="connsiteX25280" fmla="*/ 2702338 w 3114960"/>
              <a:gd name="connsiteY25280" fmla="*/ 2324957 h 5143785"/>
              <a:gd name="connsiteX25281" fmla="*/ 2700242 w 3114960"/>
              <a:gd name="connsiteY25281" fmla="*/ 2013395 h 5143785"/>
              <a:gd name="connsiteX25282" fmla="*/ 2704719 w 3114960"/>
              <a:gd name="connsiteY25282" fmla="*/ 2008918 h 5143785"/>
              <a:gd name="connsiteX25283" fmla="*/ 2709196 w 3114960"/>
              <a:gd name="connsiteY25283" fmla="*/ 2013395 h 5143785"/>
              <a:gd name="connsiteX25284" fmla="*/ 2704719 w 3114960"/>
              <a:gd name="connsiteY25284" fmla="*/ 2017871 h 5143785"/>
              <a:gd name="connsiteX25285" fmla="*/ 2700242 w 3114960"/>
              <a:gd name="connsiteY25285" fmla="*/ 2013395 h 5143785"/>
              <a:gd name="connsiteX25286" fmla="*/ 2701195 w 3114960"/>
              <a:gd name="connsiteY25286" fmla="*/ 2273903 h 5143785"/>
              <a:gd name="connsiteX25287" fmla="*/ 2705672 w 3114960"/>
              <a:gd name="connsiteY25287" fmla="*/ 2269427 h 5143785"/>
              <a:gd name="connsiteX25288" fmla="*/ 2710148 w 3114960"/>
              <a:gd name="connsiteY25288" fmla="*/ 2273903 h 5143785"/>
              <a:gd name="connsiteX25289" fmla="*/ 2705672 w 3114960"/>
              <a:gd name="connsiteY25289" fmla="*/ 2278380 h 5143785"/>
              <a:gd name="connsiteX25290" fmla="*/ 2701195 w 3114960"/>
              <a:gd name="connsiteY25290" fmla="*/ 2273903 h 5143785"/>
              <a:gd name="connsiteX25291" fmla="*/ 2256568 w 3114960"/>
              <a:gd name="connsiteY25291" fmla="*/ 2929223 h 5143785"/>
              <a:gd name="connsiteX25292" fmla="*/ 2269236 w 3114960"/>
              <a:gd name="connsiteY25292" fmla="*/ 2914936 h 5143785"/>
              <a:gd name="connsiteX25293" fmla="*/ 2272760 w 3114960"/>
              <a:gd name="connsiteY25293" fmla="*/ 2918079 h 5143785"/>
              <a:gd name="connsiteX25294" fmla="*/ 2260092 w 3114960"/>
              <a:gd name="connsiteY25294" fmla="*/ 2932367 h 5143785"/>
              <a:gd name="connsiteX25295" fmla="*/ 2256568 w 3114960"/>
              <a:gd name="connsiteY25295" fmla="*/ 2929223 h 5143785"/>
              <a:gd name="connsiteX25296" fmla="*/ 2281904 w 3114960"/>
              <a:gd name="connsiteY25296" fmla="*/ 2900744 h 5143785"/>
              <a:gd name="connsiteX25297" fmla="*/ 2294573 w 3114960"/>
              <a:gd name="connsiteY25297" fmla="*/ 2886456 h 5143785"/>
              <a:gd name="connsiteX25298" fmla="*/ 2298097 w 3114960"/>
              <a:gd name="connsiteY25298" fmla="*/ 2889599 h 5143785"/>
              <a:gd name="connsiteX25299" fmla="*/ 2285429 w 3114960"/>
              <a:gd name="connsiteY25299" fmla="*/ 2903887 h 5143785"/>
              <a:gd name="connsiteX25300" fmla="*/ 2281904 w 3114960"/>
              <a:gd name="connsiteY25300" fmla="*/ 2900744 h 5143785"/>
              <a:gd name="connsiteX25301" fmla="*/ 2755678 w 3114960"/>
              <a:gd name="connsiteY25301" fmla="*/ 2023110 h 5143785"/>
              <a:gd name="connsiteX25302" fmla="*/ 2745200 w 3114960"/>
              <a:gd name="connsiteY25302" fmla="*/ 2033588 h 5143785"/>
              <a:gd name="connsiteX25303" fmla="*/ 2755678 w 3114960"/>
              <a:gd name="connsiteY25303" fmla="*/ 2044065 h 5143785"/>
              <a:gd name="connsiteX25304" fmla="*/ 2766155 w 3114960"/>
              <a:gd name="connsiteY25304" fmla="*/ 2033588 h 5143785"/>
              <a:gd name="connsiteX25305" fmla="*/ 2755678 w 3114960"/>
              <a:gd name="connsiteY25305" fmla="*/ 2023110 h 5143785"/>
              <a:gd name="connsiteX25306" fmla="*/ 2755678 w 3114960"/>
              <a:gd name="connsiteY25306" fmla="*/ 2040255 h 5143785"/>
              <a:gd name="connsiteX25307" fmla="*/ 2749010 w 3114960"/>
              <a:gd name="connsiteY25307" fmla="*/ 2033588 h 5143785"/>
              <a:gd name="connsiteX25308" fmla="*/ 2755678 w 3114960"/>
              <a:gd name="connsiteY25308" fmla="*/ 2026920 h 5143785"/>
              <a:gd name="connsiteX25309" fmla="*/ 2762345 w 3114960"/>
              <a:gd name="connsiteY25309" fmla="*/ 2033588 h 5143785"/>
              <a:gd name="connsiteX25310" fmla="*/ 2755678 w 3114960"/>
              <a:gd name="connsiteY25310" fmla="*/ 2040255 h 5143785"/>
              <a:gd name="connsiteX25311" fmla="*/ 2801303 w 3114960"/>
              <a:gd name="connsiteY25311" fmla="*/ 2331434 h 5143785"/>
              <a:gd name="connsiteX25312" fmla="*/ 2808446 w 3114960"/>
              <a:gd name="connsiteY25312" fmla="*/ 2331434 h 5143785"/>
              <a:gd name="connsiteX25313" fmla="*/ 2808446 w 3114960"/>
              <a:gd name="connsiteY25313" fmla="*/ 2335911 h 5143785"/>
              <a:gd name="connsiteX25314" fmla="*/ 2814923 w 3114960"/>
              <a:gd name="connsiteY25314" fmla="*/ 2335911 h 5143785"/>
              <a:gd name="connsiteX25315" fmla="*/ 2820924 w 3114960"/>
              <a:gd name="connsiteY25315" fmla="*/ 2341912 h 5143785"/>
              <a:gd name="connsiteX25316" fmla="*/ 2820924 w 3114960"/>
              <a:gd name="connsiteY25316" fmla="*/ 2362010 h 5143785"/>
              <a:gd name="connsiteX25317" fmla="*/ 2814923 w 3114960"/>
              <a:gd name="connsiteY25317" fmla="*/ 2368010 h 5143785"/>
              <a:gd name="connsiteX25318" fmla="*/ 2794826 w 3114960"/>
              <a:gd name="connsiteY25318" fmla="*/ 2368010 h 5143785"/>
              <a:gd name="connsiteX25319" fmla="*/ 2788825 w 3114960"/>
              <a:gd name="connsiteY25319" fmla="*/ 2362010 h 5143785"/>
              <a:gd name="connsiteX25320" fmla="*/ 2788825 w 3114960"/>
              <a:gd name="connsiteY25320" fmla="*/ 2341912 h 5143785"/>
              <a:gd name="connsiteX25321" fmla="*/ 2794826 w 3114960"/>
              <a:gd name="connsiteY25321" fmla="*/ 2335911 h 5143785"/>
              <a:gd name="connsiteX25322" fmla="*/ 2801303 w 3114960"/>
              <a:gd name="connsiteY25322" fmla="*/ 2335911 h 5143785"/>
              <a:gd name="connsiteX25323" fmla="*/ 2801303 w 3114960"/>
              <a:gd name="connsiteY25323" fmla="*/ 2331434 h 5143785"/>
              <a:gd name="connsiteX25324" fmla="*/ 2796921 w 3114960"/>
              <a:gd name="connsiteY25324" fmla="*/ 2113217 h 5143785"/>
              <a:gd name="connsiteX25325" fmla="*/ 2796921 w 3114960"/>
              <a:gd name="connsiteY25325" fmla="*/ 2103596 h 5143785"/>
              <a:gd name="connsiteX25326" fmla="*/ 2800160 w 3114960"/>
              <a:gd name="connsiteY25326" fmla="*/ 2100358 h 5143785"/>
              <a:gd name="connsiteX25327" fmla="*/ 2809780 w 3114960"/>
              <a:gd name="connsiteY25327" fmla="*/ 2100358 h 5143785"/>
              <a:gd name="connsiteX25328" fmla="*/ 2813018 w 3114960"/>
              <a:gd name="connsiteY25328" fmla="*/ 2103596 h 5143785"/>
              <a:gd name="connsiteX25329" fmla="*/ 2813018 w 3114960"/>
              <a:gd name="connsiteY25329" fmla="*/ 2113217 h 5143785"/>
              <a:gd name="connsiteX25330" fmla="*/ 2809780 w 3114960"/>
              <a:gd name="connsiteY25330" fmla="*/ 2116455 h 5143785"/>
              <a:gd name="connsiteX25331" fmla="*/ 2800160 w 3114960"/>
              <a:gd name="connsiteY25331" fmla="*/ 2116455 h 5143785"/>
              <a:gd name="connsiteX25332" fmla="*/ 2796921 w 3114960"/>
              <a:gd name="connsiteY25332" fmla="*/ 2113217 h 5143785"/>
              <a:gd name="connsiteX25333" fmla="*/ 2256282 w 3114960"/>
              <a:gd name="connsiteY25333" fmla="*/ 3125629 h 5143785"/>
              <a:gd name="connsiteX25334" fmla="*/ 2266950 w 3114960"/>
              <a:gd name="connsiteY25334" fmla="*/ 3128201 h 5143785"/>
              <a:gd name="connsiteX25335" fmla="*/ 2276285 w 3114960"/>
              <a:gd name="connsiteY25335" fmla="*/ 3122486 h 5143785"/>
              <a:gd name="connsiteX25336" fmla="*/ 2273237 w 3114960"/>
              <a:gd name="connsiteY25336" fmla="*/ 3102483 h 5143785"/>
              <a:gd name="connsiteX25337" fmla="*/ 2264759 w 3114960"/>
              <a:gd name="connsiteY25337" fmla="*/ 3099721 h 5143785"/>
              <a:gd name="connsiteX25338" fmla="*/ 2253139 w 3114960"/>
              <a:gd name="connsiteY25338" fmla="*/ 3105531 h 5143785"/>
              <a:gd name="connsiteX25339" fmla="*/ 2256187 w 3114960"/>
              <a:gd name="connsiteY25339" fmla="*/ 3125534 h 5143785"/>
              <a:gd name="connsiteX25340" fmla="*/ 2255330 w 3114960"/>
              <a:gd name="connsiteY25340" fmla="*/ 3107150 h 5143785"/>
              <a:gd name="connsiteX25341" fmla="*/ 2271713 w 3114960"/>
              <a:gd name="connsiteY25341" fmla="*/ 3104674 h 5143785"/>
              <a:gd name="connsiteX25342" fmla="*/ 2276380 w 3114960"/>
              <a:gd name="connsiteY25342" fmla="*/ 3112294 h 5143785"/>
              <a:gd name="connsiteX25343" fmla="*/ 2274284 w 3114960"/>
              <a:gd name="connsiteY25343" fmla="*/ 3120962 h 5143785"/>
              <a:gd name="connsiteX25344" fmla="*/ 2266664 w 3114960"/>
              <a:gd name="connsiteY25344" fmla="*/ 3125629 h 5143785"/>
              <a:gd name="connsiteX25345" fmla="*/ 2264855 w 3114960"/>
              <a:gd name="connsiteY25345" fmla="*/ 3125724 h 5143785"/>
              <a:gd name="connsiteX25346" fmla="*/ 2257997 w 3114960"/>
              <a:gd name="connsiteY25346" fmla="*/ 3123438 h 5143785"/>
              <a:gd name="connsiteX25347" fmla="*/ 2255520 w 3114960"/>
              <a:gd name="connsiteY25347" fmla="*/ 3107055 h 5143785"/>
              <a:gd name="connsiteX25348" fmla="*/ 2823305 w 3114960"/>
              <a:gd name="connsiteY25348" fmla="*/ 2124456 h 5143785"/>
              <a:gd name="connsiteX25349" fmla="*/ 2823305 w 3114960"/>
              <a:gd name="connsiteY25349" fmla="*/ 2092452 h 5143785"/>
              <a:gd name="connsiteX25350" fmla="*/ 2820924 w 3114960"/>
              <a:gd name="connsiteY25350" fmla="*/ 2090071 h 5143785"/>
              <a:gd name="connsiteX25351" fmla="*/ 2788920 w 3114960"/>
              <a:gd name="connsiteY25351" fmla="*/ 2090071 h 5143785"/>
              <a:gd name="connsiteX25352" fmla="*/ 2786539 w 3114960"/>
              <a:gd name="connsiteY25352" fmla="*/ 2092452 h 5143785"/>
              <a:gd name="connsiteX25353" fmla="*/ 2786539 w 3114960"/>
              <a:gd name="connsiteY25353" fmla="*/ 2124456 h 5143785"/>
              <a:gd name="connsiteX25354" fmla="*/ 2788920 w 3114960"/>
              <a:gd name="connsiteY25354" fmla="*/ 2126837 h 5143785"/>
              <a:gd name="connsiteX25355" fmla="*/ 2802541 w 3114960"/>
              <a:gd name="connsiteY25355" fmla="*/ 2126837 h 5143785"/>
              <a:gd name="connsiteX25356" fmla="*/ 2802541 w 3114960"/>
              <a:gd name="connsiteY25356" fmla="*/ 2234089 h 5143785"/>
              <a:gd name="connsiteX25357" fmla="*/ 2801398 w 3114960"/>
              <a:gd name="connsiteY25357" fmla="*/ 2234089 h 5143785"/>
              <a:gd name="connsiteX25358" fmla="*/ 2801398 w 3114960"/>
              <a:gd name="connsiteY25358" fmla="*/ 2238851 h 5143785"/>
              <a:gd name="connsiteX25359" fmla="*/ 2808542 w 3114960"/>
              <a:gd name="connsiteY25359" fmla="*/ 2238851 h 5143785"/>
              <a:gd name="connsiteX25360" fmla="*/ 2808542 w 3114960"/>
              <a:gd name="connsiteY25360" fmla="*/ 2234089 h 5143785"/>
              <a:gd name="connsiteX25361" fmla="*/ 2807399 w 3114960"/>
              <a:gd name="connsiteY25361" fmla="*/ 2234089 h 5143785"/>
              <a:gd name="connsiteX25362" fmla="*/ 2807399 w 3114960"/>
              <a:gd name="connsiteY25362" fmla="*/ 2126837 h 5143785"/>
              <a:gd name="connsiteX25363" fmla="*/ 2821019 w 3114960"/>
              <a:gd name="connsiteY25363" fmla="*/ 2126837 h 5143785"/>
              <a:gd name="connsiteX25364" fmla="*/ 2823401 w 3114960"/>
              <a:gd name="connsiteY25364" fmla="*/ 2124456 h 5143785"/>
              <a:gd name="connsiteX25365" fmla="*/ 2818543 w 3114960"/>
              <a:gd name="connsiteY25365" fmla="*/ 2122075 h 5143785"/>
              <a:gd name="connsiteX25366" fmla="*/ 2791301 w 3114960"/>
              <a:gd name="connsiteY25366" fmla="*/ 2122075 h 5143785"/>
              <a:gd name="connsiteX25367" fmla="*/ 2791301 w 3114960"/>
              <a:gd name="connsiteY25367" fmla="*/ 2094833 h 5143785"/>
              <a:gd name="connsiteX25368" fmla="*/ 2818543 w 3114960"/>
              <a:gd name="connsiteY25368" fmla="*/ 2094833 h 5143785"/>
              <a:gd name="connsiteX25369" fmla="*/ 2818543 w 3114960"/>
              <a:gd name="connsiteY25369" fmla="*/ 2122075 h 5143785"/>
              <a:gd name="connsiteX25370" fmla="*/ 2138363 w 3114960"/>
              <a:gd name="connsiteY25370" fmla="*/ 3268313 h 5143785"/>
              <a:gd name="connsiteX25371" fmla="*/ 2143125 w 3114960"/>
              <a:gd name="connsiteY25371" fmla="*/ 3268313 h 5143785"/>
              <a:gd name="connsiteX25372" fmla="*/ 2143125 w 3114960"/>
              <a:gd name="connsiteY25372" fmla="*/ 3285363 h 5143785"/>
              <a:gd name="connsiteX25373" fmla="*/ 2138363 w 3114960"/>
              <a:gd name="connsiteY25373" fmla="*/ 3285363 h 5143785"/>
              <a:gd name="connsiteX25374" fmla="*/ 2138363 w 3114960"/>
              <a:gd name="connsiteY25374" fmla="*/ 3268313 h 5143785"/>
              <a:gd name="connsiteX25375" fmla="*/ 2943701 w 3114960"/>
              <a:gd name="connsiteY25375" fmla="*/ 3352991 h 5143785"/>
              <a:gd name="connsiteX25376" fmla="*/ 2923413 w 3114960"/>
              <a:gd name="connsiteY25376" fmla="*/ 3352991 h 5143785"/>
              <a:gd name="connsiteX25377" fmla="*/ 2917412 w 3114960"/>
              <a:gd name="connsiteY25377" fmla="*/ 3358992 h 5143785"/>
              <a:gd name="connsiteX25378" fmla="*/ 2917412 w 3114960"/>
              <a:gd name="connsiteY25378" fmla="*/ 3366611 h 5143785"/>
              <a:gd name="connsiteX25379" fmla="*/ 2923413 w 3114960"/>
              <a:gd name="connsiteY25379" fmla="*/ 3372612 h 5143785"/>
              <a:gd name="connsiteX25380" fmla="*/ 2943701 w 3114960"/>
              <a:gd name="connsiteY25380" fmla="*/ 3372612 h 5143785"/>
              <a:gd name="connsiteX25381" fmla="*/ 2949702 w 3114960"/>
              <a:gd name="connsiteY25381" fmla="*/ 3366611 h 5143785"/>
              <a:gd name="connsiteX25382" fmla="*/ 2949702 w 3114960"/>
              <a:gd name="connsiteY25382" fmla="*/ 3364421 h 5143785"/>
              <a:gd name="connsiteX25383" fmla="*/ 2987421 w 3114960"/>
              <a:gd name="connsiteY25383" fmla="*/ 3364421 h 5143785"/>
              <a:gd name="connsiteX25384" fmla="*/ 3061240 w 3114960"/>
              <a:gd name="connsiteY25384" fmla="*/ 3434239 h 5143785"/>
              <a:gd name="connsiteX25385" fmla="*/ 3060954 w 3114960"/>
              <a:gd name="connsiteY25385" fmla="*/ 3532918 h 5143785"/>
              <a:gd name="connsiteX25386" fmla="*/ 3080099 w 3114960"/>
              <a:gd name="connsiteY25386" fmla="*/ 3551301 h 5143785"/>
              <a:gd name="connsiteX25387" fmla="*/ 3114770 w 3114960"/>
              <a:gd name="connsiteY25387" fmla="*/ 3551301 h 5143785"/>
              <a:gd name="connsiteX25388" fmla="*/ 3114770 w 3114960"/>
              <a:gd name="connsiteY25388" fmla="*/ 3546538 h 5143785"/>
              <a:gd name="connsiteX25389" fmla="*/ 3082004 w 3114960"/>
              <a:gd name="connsiteY25389" fmla="*/ 3546538 h 5143785"/>
              <a:gd name="connsiteX25390" fmla="*/ 3065717 w 3114960"/>
              <a:gd name="connsiteY25390" fmla="*/ 3530918 h 5143785"/>
              <a:gd name="connsiteX25391" fmla="*/ 3066002 w 3114960"/>
              <a:gd name="connsiteY25391" fmla="*/ 3432238 h 5143785"/>
              <a:gd name="connsiteX25392" fmla="*/ 2989326 w 3114960"/>
              <a:gd name="connsiteY25392" fmla="*/ 3359658 h 5143785"/>
              <a:gd name="connsiteX25393" fmla="*/ 2988374 w 3114960"/>
              <a:gd name="connsiteY25393" fmla="*/ 3359658 h 5143785"/>
              <a:gd name="connsiteX25394" fmla="*/ 2949797 w 3114960"/>
              <a:gd name="connsiteY25394" fmla="*/ 3359658 h 5143785"/>
              <a:gd name="connsiteX25395" fmla="*/ 2949797 w 3114960"/>
              <a:gd name="connsiteY25395" fmla="*/ 3358896 h 5143785"/>
              <a:gd name="connsiteX25396" fmla="*/ 2943797 w 3114960"/>
              <a:gd name="connsiteY25396" fmla="*/ 3352895 h 5143785"/>
              <a:gd name="connsiteX25397" fmla="*/ 2927033 w 3114960"/>
              <a:gd name="connsiteY25397" fmla="*/ 3367945 h 5143785"/>
              <a:gd name="connsiteX25398" fmla="*/ 2923413 w 3114960"/>
              <a:gd name="connsiteY25398" fmla="*/ 3367945 h 5143785"/>
              <a:gd name="connsiteX25399" fmla="*/ 2922175 w 3114960"/>
              <a:gd name="connsiteY25399" fmla="*/ 3366707 h 5143785"/>
              <a:gd name="connsiteX25400" fmla="*/ 2922175 w 3114960"/>
              <a:gd name="connsiteY25400" fmla="*/ 3359087 h 5143785"/>
              <a:gd name="connsiteX25401" fmla="*/ 2923413 w 3114960"/>
              <a:gd name="connsiteY25401" fmla="*/ 3357848 h 5143785"/>
              <a:gd name="connsiteX25402" fmla="*/ 2927033 w 3114960"/>
              <a:gd name="connsiteY25402" fmla="*/ 3357848 h 5143785"/>
              <a:gd name="connsiteX25403" fmla="*/ 2927033 w 3114960"/>
              <a:gd name="connsiteY25403" fmla="*/ 3368040 h 5143785"/>
              <a:gd name="connsiteX25404" fmla="*/ 2936748 w 3114960"/>
              <a:gd name="connsiteY25404" fmla="*/ 3366421 h 5143785"/>
              <a:gd name="connsiteX25405" fmla="*/ 2931795 w 3114960"/>
              <a:gd name="connsiteY25405" fmla="*/ 3366421 h 5143785"/>
              <a:gd name="connsiteX25406" fmla="*/ 2931795 w 3114960"/>
              <a:gd name="connsiteY25406" fmla="*/ 3357753 h 5143785"/>
              <a:gd name="connsiteX25407" fmla="*/ 2936748 w 3114960"/>
              <a:gd name="connsiteY25407" fmla="*/ 3357753 h 5143785"/>
              <a:gd name="connsiteX25408" fmla="*/ 2936748 w 3114960"/>
              <a:gd name="connsiteY25408" fmla="*/ 3366421 h 5143785"/>
              <a:gd name="connsiteX25409" fmla="*/ 2944940 w 3114960"/>
              <a:gd name="connsiteY25409" fmla="*/ 3366611 h 5143785"/>
              <a:gd name="connsiteX25410" fmla="*/ 2943701 w 3114960"/>
              <a:gd name="connsiteY25410" fmla="*/ 3367850 h 5143785"/>
              <a:gd name="connsiteX25411" fmla="*/ 2941511 w 3114960"/>
              <a:gd name="connsiteY25411" fmla="*/ 3367850 h 5143785"/>
              <a:gd name="connsiteX25412" fmla="*/ 2941511 w 3114960"/>
              <a:gd name="connsiteY25412" fmla="*/ 3357658 h 5143785"/>
              <a:gd name="connsiteX25413" fmla="*/ 2943701 w 3114960"/>
              <a:gd name="connsiteY25413" fmla="*/ 3357658 h 5143785"/>
              <a:gd name="connsiteX25414" fmla="*/ 2944940 w 3114960"/>
              <a:gd name="connsiteY25414" fmla="*/ 3358896 h 5143785"/>
              <a:gd name="connsiteX25415" fmla="*/ 2944940 w 3114960"/>
              <a:gd name="connsiteY25415" fmla="*/ 3366516 h 5143785"/>
              <a:gd name="connsiteX25416" fmla="*/ 2129885 w 3114960"/>
              <a:gd name="connsiteY25416" fmla="*/ 3453955 h 5143785"/>
              <a:gd name="connsiteX25417" fmla="*/ 2129885 w 3114960"/>
              <a:gd name="connsiteY25417" fmla="*/ 3462052 h 5143785"/>
              <a:gd name="connsiteX25418" fmla="*/ 2136743 w 3114960"/>
              <a:gd name="connsiteY25418" fmla="*/ 3468910 h 5143785"/>
              <a:gd name="connsiteX25419" fmla="*/ 2144840 w 3114960"/>
              <a:gd name="connsiteY25419" fmla="*/ 3468910 h 5143785"/>
              <a:gd name="connsiteX25420" fmla="*/ 2151698 w 3114960"/>
              <a:gd name="connsiteY25420" fmla="*/ 3462052 h 5143785"/>
              <a:gd name="connsiteX25421" fmla="*/ 2151698 w 3114960"/>
              <a:gd name="connsiteY25421" fmla="*/ 3453955 h 5143785"/>
              <a:gd name="connsiteX25422" fmla="*/ 2144840 w 3114960"/>
              <a:gd name="connsiteY25422" fmla="*/ 3447098 h 5143785"/>
              <a:gd name="connsiteX25423" fmla="*/ 2143220 w 3114960"/>
              <a:gd name="connsiteY25423" fmla="*/ 3447098 h 5143785"/>
              <a:gd name="connsiteX25424" fmla="*/ 2143220 w 3114960"/>
              <a:gd name="connsiteY25424" fmla="*/ 3438906 h 5143785"/>
              <a:gd name="connsiteX25425" fmla="*/ 2138458 w 3114960"/>
              <a:gd name="connsiteY25425" fmla="*/ 3438906 h 5143785"/>
              <a:gd name="connsiteX25426" fmla="*/ 2138458 w 3114960"/>
              <a:gd name="connsiteY25426" fmla="*/ 3447098 h 5143785"/>
              <a:gd name="connsiteX25427" fmla="*/ 2136743 w 3114960"/>
              <a:gd name="connsiteY25427" fmla="*/ 3447098 h 5143785"/>
              <a:gd name="connsiteX25428" fmla="*/ 2129885 w 3114960"/>
              <a:gd name="connsiteY25428" fmla="*/ 3453955 h 5143785"/>
              <a:gd name="connsiteX25429" fmla="*/ 2144744 w 3114960"/>
              <a:gd name="connsiteY25429" fmla="*/ 3451955 h 5143785"/>
              <a:gd name="connsiteX25430" fmla="*/ 2146840 w 3114960"/>
              <a:gd name="connsiteY25430" fmla="*/ 3454051 h 5143785"/>
              <a:gd name="connsiteX25431" fmla="*/ 2146840 w 3114960"/>
              <a:gd name="connsiteY25431" fmla="*/ 3462147 h 5143785"/>
              <a:gd name="connsiteX25432" fmla="*/ 2144744 w 3114960"/>
              <a:gd name="connsiteY25432" fmla="*/ 3464243 h 5143785"/>
              <a:gd name="connsiteX25433" fmla="*/ 2136648 w 3114960"/>
              <a:gd name="connsiteY25433" fmla="*/ 3464243 h 5143785"/>
              <a:gd name="connsiteX25434" fmla="*/ 2134553 w 3114960"/>
              <a:gd name="connsiteY25434" fmla="*/ 3462147 h 5143785"/>
              <a:gd name="connsiteX25435" fmla="*/ 2134553 w 3114960"/>
              <a:gd name="connsiteY25435" fmla="*/ 3454051 h 5143785"/>
              <a:gd name="connsiteX25436" fmla="*/ 2136648 w 3114960"/>
              <a:gd name="connsiteY25436" fmla="*/ 3451955 h 5143785"/>
              <a:gd name="connsiteX25437" fmla="*/ 2144744 w 3114960"/>
              <a:gd name="connsiteY25437" fmla="*/ 3451955 h 5143785"/>
              <a:gd name="connsiteX25438" fmla="*/ 2327815 w 3114960"/>
              <a:gd name="connsiteY25438" fmla="*/ 2935986 h 5143785"/>
              <a:gd name="connsiteX25439" fmla="*/ 2324291 w 3114960"/>
              <a:gd name="connsiteY25439" fmla="*/ 2932843 h 5143785"/>
              <a:gd name="connsiteX25440" fmla="*/ 2336959 w 3114960"/>
              <a:gd name="connsiteY25440" fmla="*/ 2918651 h 5143785"/>
              <a:gd name="connsiteX25441" fmla="*/ 2340483 w 3114960"/>
              <a:gd name="connsiteY25441" fmla="*/ 2921794 h 5143785"/>
              <a:gd name="connsiteX25442" fmla="*/ 2327815 w 3114960"/>
              <a:gd name="connsiteY25442" fmla="*/ 2935986 h 5143785"/>
              <a:gd name="connsiteX25443" fmla="*/ 2682430 w 3114960"/>
              <a:gd name="connsiteY25443" fmla="*/ 1823371 h 5143785"/>
              <a:gd name="connsiteX25444" fmla="*/ 2743391 w 3114960"/>
              <a:gd name="connsiteY25444" fmla="*/ 1823371 h 5143785"/>
              <a:gd name="connsiteX25445" fmla="*/ 2755773 w 3114960"/>
              <a:gd name="connsiteY25445" fmla="*/ 1832705 h 5143785"/>
              <a:gd name="connsiteX25446" fmla="*/ 2768632 w 3114960"/>
              <a:gd name="connsiteY25446" fmla="*/ 1819847 h 5143785"/>
              <a:gd name="connsiteX25447" fmla="*/ 2755773 w 3114960"/>
              <a:gd name="connsiteY25447" fmla="*/ 1806988 h 5143785"/>
              <a:gd name="connsiteX25448" fmla="*/ 2743391 w 3114960"/>
              <a:gd name="connsiteY25448" fmla="*/ 1816322 h 5143785"/>
              <a:gd name="connsiteX25449" fmla="*/ 2679763 w 3114960"/>
              <a:gd name="connsiteY25449" fmla="*/ 1816322 h 5143785"/>
              <a:gd name="connsiteX25450" fmla="*/ 2601468 w 3114960"/>
              <a:gd name="connsiteY25450" fmla="*/ 1884331 h 5143785"/>
              <a:gd name="connsiteX25451" fmla="*/ 2601468 w 3114960"/>
              <a:gd name="connsiteY25451" fmla="*/ 1977581 h 5143785"/>
              <a:gd name="connsiteX25452" fmla="*/ 2598896 w 3114960"/>
              <a:gd name="connsiteY25452" fmla="*/ 1977581 h 5143785"/>
              <a:gd name="connsiteX25453" fmla="*/ 2589086 w 3114960"/>
              <a:gd name="connsiteY25453" fmla="*/ 1987391 h 5143785"/>
              <a:gd name="connsiteX25454" fmla="*/ 2589086 w 3114960"/>
              <a:gd name="connsiteY25454" fmla="*/ 2026063 h 5143785"/>
              <a:gd name="connsiteX25455" fmla="*/ 2598896 w 3114960"/>
              <a:gd name="connsiteY25455" fmla="*/ 2035874 h 5143785"/>
              <a:gd name="connsiteX25456" fmla="*/ 2602706 w 3114960"/>
              <a:gd name="connsiteY25456" fmla="*/ 2035874 h 5143785"/>
              <a:gd name="connsiteX25457" fmla="*/ 2602706 w 3114960"/>
              <a:gd name="connsiteY25457" fmla="*/ 2227517 h 5143785"/>
              <a:gd name="connsiteX25458" fmla="*/ 2619756 w 3114960"/>
              <a:gd name="connsiteY25458" fmla="*/ 2248091 h 5143785"/>
              <a:gd name="connsiteX25459" fmla="*/ 2619756 w 3114960"/>
              <a:gd name="connsiteY25459" fmla="*/ 2330101 h 5143785"/>
              <a:gd name="connsiteX25460" fmla="*/ 2608993 w 3114960"/>
              <a:gd name="connsiteY25460" fmla="*/ 2345722 h 5143785"/>
              <a:gd name="connsiteX25461" fmla="*/ 2614422 w 3114960"/>
              <a:gd name="connsiteY25461" fmla="*/ 2355342 h 5143785"/>
              <a:gd name="connsiteX25462" fmla="*/ 2623280 w 3114960"/>
              <a:gd name="connsiteY25462" fmla="*/ 2358390 h 5143785"/>
              <a:gd name="connsiteX25463" fmla="*/ 2624995 w 3114960"/>
              <a:gd name="connsiteY25463" fmla="*/ 2358295 h 5143785"/>
              <a:gd name="connsiteX25464" fmla="*/ 2634615 w 3114960"/>
              <a:gd name="connsiteY25464" fmla="*/ 2352866 h 5143785"/>
              <a:gd name="connsiteX25465" fmla="*/ 2637568 w 3114960"/>
              <a:gd name="connsiteY25465" fmla="*/ 2342198 h 5143785"/>
              <a:gd name="connsiteX25466" fmla="*/ 2632138 w 3114960"/>
              <a:gd name="connsiteY25466" fmla="*/ 2332577 h 5143785"/>
              <a:gd name="connsiteX25467" fmla="*/ 2624423 w 3114960"/>
              <a:gd name="connsiteY25467" fmla="*/ 2329529 h 5143785"/>
              <a:gd name="connsiteX25468" fmla="*/ 2624423 w 3114960"/>
              <a:gd name="connsiteY25468" fmla="*/ 2246281 h 5143785"/>
              <a:gd name="connsiteX25469" fmla="*/ 2607374 w 3114960"/>
              <a:gd name="connsiteY25469" fmla="*/ 2225707 h 5143785"/>
              <a:gd name="connsiteX25470" fmla="*/ 2607374 w 3114960"/>
              <a:gd name="connsiteY25470" fmla="*/ 2035778 h 5143785"/>
              <a:gd name="connsiteX25471" fmla="*/ 2611184 w 3114960"/>
              <a:gd name="connsiteY25471" fmla="*/ 2035778 h 5143785"/>
              <a:gd name="connsiteX25472" fmla="*/ 2620994 w 3114960"/>
              <a:gd name="connsiteY25472" fmla="*/ 2025968 h 5143785"/>
              <a:gd name="connsiteX25473" fmla="*/ 2620994 w 3114960"/>
              <a:gd name="connsiteY25473" fmla="*/ 1987296 h 5143785"/>
              <a:gd name="connsiteX25474" fmla="*/ 2611184 w 3114960"/>
              <a:gd name="connsiteY25474" fmla="*/ 1977485 h 5143785"/>
              <a:gd name="connsiteX25475" fmla="*/ 2608612 w 3114960"/>
              <a:gd name="connsiteY25475" fmla="*/ 1977485 h 5143785"/>
              <a:gd name="connsiteX25476" fmla="*/ 2608612 w 3114960"/>
              <a:gd name="connsiteY25476" fmla="*/ 1887474 h 5143785"/>
              <a:gd name="connsiteX25477" fmla="*/ 2682430 w 3114960"/>
              <a:gd name="connsiteY25477" fmla="*/ 1823371 h 5143785"/>
              <a:gd name="connsiteX25478" fmla="*/ 2747582 w 3114960"/>
              <a:gd name="connsiteY25478" fmla="*/ 1819847 h 5143785"/>
              <a:gd name="connsiteX25479" fmla="*/ 2755678 w 3114960"/>
              <a:gd name="connsiteY25479" fmla="*/ 1811750 h 5143785"/>
              <a:gd name="connsiteX25480" fmla="*/ 2763774 w 3114960"/>
              <a:gd name="connsiteY25480" fmla="*/ 1819847 h 5143785"/>
              <a:gd name="connsiteX25481" fmla="*/ 2755678 w 3114960"/>
              <a:gd name="connsiteY25481" fmla="*/ 1827943 h 5143785"/>
              <a:gd name="connsiteX25482" fmla="*/ 2747582 w 3114960"/>
              <a:gd name="connsiteY25482" fmla="*/ 1819847 h 5143785"/>
              <a:gd name="connsiteX25483" fmla="*/ 2747582 w 3114960"/>
              <a:gd name="connsiteY25483" fmla="*/ 1819847 h 5143785"/>
              <a:gd name="connsiteX25484" fmla="*/ 2623185 w 3114960"/>
              <a:gd name="connsiteY25484" fmla="*/ 2334292 h 5143785"/>
              <a:gd name="connsiteX25485" fmla="*/ 2629186 w 3114960"/>
              <a:gd name="connsiteY25485" fmla="*/ 2336387 h 5143785"/>
              <a:gd name="connsiteX25486" fmla="*/ 2632805 w 3114960"/>
              <a:gd name="connsiteY25486" fmla="*/ 2342864 h 5143785"/>
              <a:gd name="connsiteX25487" fmla="*/ 2630805 w 3114960"/>
              <a:gd name="connsiteY25487" fmla="*/ 2350008 h 5143785"/>
              <a:gd name="connsiteX25488" fmla="*/ 2624328 w 3114960"/>
              <a:gd name="connsiteY25488" fmla="*/ 2353628 h 5143785"/>
              <a:gd name="connsiteX25489" fmla="*/ 2613565 w 3114960"/>
              <a:gd name="connsiteY25489" fmla="*/ 2345150 h 5143785"/>
              <a:gd name="connsiteX25490" fmla="*/ 2622042 w 3114960"/>
              <a:gd name="connsiteY25490" fmla="*/ 2334387 h 5143785"/>
              <a:gd name="connsiteX25491" fmla="*/ 2623185 w 3114960"/>
              <a:gd name="connsiteY25491" fmla="*/ 2334387 h 5143785"/>
              <a:gd name="connsiteX25492" fmla="*/ 2616137 w 3114960"/>
              <a:gd name="connsiteY25492" fmla="*/ 2025968 h 5143785"/>
              <a:gd name="connsiteX25493" fmla="*/ 2611088 w 3114960"/>
              <a:gd name="connsiteY25493" fmla="*/ 2031016 h 5143785"/>
              <a:gd name="connsiteX25494" fmla="*/ 2598706 w 3114960"/>
              <a:gd name="connsiteY25494" fmla="*/ 2031016 h 5143785"/>
              <a:gd name="connsiteX25495" fmla="*/ 2593658 w 3114960"/>
              <a:gd name="connsiteY25495" fmla="*/ 2025968 h 5143785"/>
              <a:gd name="connsiteX25496" fmla="*/ 2593658 w 3114960"/>
              <a:gd name="connsiteY25496" fmla="*/ 2024634 h 5143785"/>
              <a:gd name="connsiteX25497" fmla="*/ 2616042 w 3114960"/>
              <a:gd name="connsiteY25497" fmla="*/ 2024634 h 5143785"/>
              <a:gd name="connsiteX25498" fmla="*/ 2616042 w 3114960"/>
              <a:gd name="connsiteY25498" fmla="*/ 2025968 h 5143785"/>
              <a:gd name="connsiteX25499" fmla="*/ 2616137 w 3114960"/>
              <a:gd name="connsiteY25499" fmla="*/ 2018728 h 5143785"/>
              <a:gd name="connsiteX25500" fmla="*/ 2593753 w 3114960"/>
              <a:gd name="connsiteY25500" fmla="*/ 2018728 h 5143785"/>
              <a:gd name="connsiteX25501" fmla="*/ 2593753 w 3114960"/>
              <a:gd name="connsiteY25501" fmla="*/ 2000250 h 5143785"/>
              <a:gd name="connsiteX25502" fmla="*/ 2616137 w 3114960"/>
              <a:gd name="connsiteY25502" fmla="*/ 2000250 h 5143785"/>
              <a:gd name="connsiteX25503" fmla="*/ 2616137 w 3114960"/>
              <a:gd name="connsiteY25503" fmla="*/ 2018728 h 5143785"/>
              <a:gd name="connsiteX25504" fmla="*/ 2616137 w 3114960"/>
              <a:gd name="connsiteY25504" fmla="*/ 1997297 h 5143785"/>
              <a:gd name="connsiteX25505" fmla="*/ 2593753 w 3114960"/>
              <a:gd name="connsiteY25505" fmla="*/ 1997297 h 5143785"/>
              <a:gd name="connsiteX25506" fmla="*/ 2593753 w 3114960"/>
              <a:gd name="connsiteY25506" fmla="*/ 1992059 h 5143785"/>
              <a:gd name="connsiteX25507" fmla="*/ 2616137 w 3114960"/>
              <a:gd name="connsiteY25507" fmla="*/ 1992059 h 5143785"/>
              <a:gd name="connsiteX25508" fmla="*/ 2616137 w 3114960"/>
              <a:gd name="connsiteY25508" fmla="*/ 1997297 h 5143785"/>
              <a:gd name="connsiteX25509" fmla="*/ 2611184 w 3114960"/>
              <a:gd name="connsiteY25509" fmla="*/ 1982248 h 5143785"/>
              <a:gd name="connsiteX25510" fmla="*/ 2616232 w 3114960"/>
              <a:gd name="connsiteY25510" fmla="*/ 1987296 h 5143785"/>
              <a:gd name="connsiteX25511" fmla="*/ 2616232 w 3114960"/>
              <a:gd name="connsiteY25511" fmla="*/ 1987487 h 5143785"/>
              <a:gd name="connsiteX25512" fmla="*/ 2593848 w 3114960"/>
              <a:gd name="connsiteY25512" fmla="*/ 1987487 h 5143785"/>
              <a:gd name="connsiteX25513" fmla="*/ 2593848 w 3114960"/>
              <a:gd name="connsiteY25513" fmla="*/ 1987296 h 5143785"/>
              <a:gd name="connsiteX25514" fmla="*/ 2598896 w 3114960"/>
              <a:gd name="connsiteY25514" fmla="*/ 1982248 h 5143785"/>
              <a:gd name="connsiteX25515" fmla="*/ 2611279 w 3114960"/>
              <a:gd name="connsiteY25515" fmla="*/ 1982248 h 5143785"/>
              <a:gd name="connsiteX25516" fmla="*/ 2138363 w 3114960"/>
              <a:gd name="connsiteY25516" fmla="*/ 3302508 h 5143785"/>
              <a:gd name="connsiteX25517" fmla="*/ 2143125 w 3114960"/>
              <a:gd name="connsiteY25517" fmla="*/ 3302508 h 5143785"/>
              <a:gd name="connsiteX25518" fmla="*/ 2143125 w 3114960"/>
              <a:gd name="connsiteY25518" fmla="*/ 3319558 h 5143785"/>
              <a:gd name="connsiteX25519" fmla="*/ 2138363 w 3114960"/>
              <a:gd name="connsiteY25519" fmla="*/ 3319558 h 5143785"/>
              <a:gd name="connsiteX25520" fmla="*/ 2138363 w 3114960"/>
              <a:gd name="connsiteY25520" fmla="*/ 3302508 h 5143785"/>
              <a:gd name="connsiteX25521" fmla="*/ 2801303 w 3114960"/>
              <a:gd name="connsiteY25521" fmla="*/ 2314670 h 5143785"/>
              <a:gd name="connsiteX25522" fmla="*/ 2808446 w 3114960"/>
              <a:gd name="connsiteY25522" fmla="*/ 2314670 h 5143785"/>
              <a:gd name="connsiteX25523" fmla="*/ 2808446 w 3114960"/>
              <a:gd name="connsiteY25523" fmla="*/ 2323052 h 5143785"/>
              <a:gd name="connsiteX25524" fmla="*/ 2801303 w 3114960"/>
              <a:gd name="connsiteY25524" fmla="*/ 2323052 h 5143785"/>
              <a:gd name="connsiteX25525" fmla="*/ 2801303 w 3114960"/>
              <a:gd name="connsiteY25525" fmla="*/ 2314670 h 5143785"/>
              <a:gd name="connsiteX25526" fmla="*/ 3091720 w 3114960"/>
              <a:gd name="connsiteY25526" fmla="*/ 3274600 h 5143785"/>
              <a:gd name="connsiteX25527" fmla="*/ 3083909 w 3114960"/>
              <a:gd name="connsiteY25527" fmla="*/ 3268980 h 5143785"/>
              <a:gd name="connsiteX25528" fmla="*/ 3068765 w 3114960"/>
              <a:gd name="connsiteY25528" fmla="*/ 3278219 h 5143785"/>
              <a:gd name="connsiteX25529" fmla="*/ 3070288 w 3114960"/>
              <a:gd name="connsiteY25529" fmla="*/ 3287744 h 5143785"/>
              <a:gd name="connsiteX25530" fmla="*/ 3078099 w 3114960"/>
              <a:gd name="connsiteY25530" fmla="*/ 3293364 h 5143785"/>
              <a:gd name="connsiteX25531" fmla="*/ 3081052 w 3114960"/>
              <a:gd name="connsiteY25531" fmla="*/ 3293745 h 5143785"/>
              <a:gd name="connsiteX25532" fmla="*/ 3090005 w 3114960"/>
              <a:gd name="connsiteY25532" fmla="*/ 3289745 h 5143785"/>
              <a:gd name="connsiteX25533" fmla="*/ 3114770 w 3114960"/>
              <a:gd name="connsiteY25533" fmla="*/ 3311367 h 5143785"/>
              <a:gd name="connsiteX25534" fmla="*/ 3114770 w 3114960"/>
              <a:gd name="connsiteY25534" fmla="*/ 3305080 h 5143785"/>
              <a:gd name="connsiteX25535" fmla="*/ 3092577 w 3114960"/>
              <a:gd name="connsiteY25535" fmla="*/ 3285649 h 5143785"/>
              <a:gd name="connsiteX25536" fmla="*/ 3093244 w 3114960"/>
              <a:gd name="connsiteY25536" fmla="*/ 3284030 h 5143785"/>
              <a:gd name="connsiteX25537" fmla="*/ 3091720 w 3114960"/>
              <a:gd name="connsiteY25537" fmla="*/ 3274505 h 5143785"/>
              <a:gd name="connsiteX25538" fmla="*/ 3088672 w 3114960"/>
              <a:gd name="connsiteY25538" fmla="*/ 3282982 h 5143785"/>
              <a:gd name="connsiteX25539" fmla="*/ 3079242 w 3114960"/>
              <a:gd name="connsiteY25539" fmla="*/ 3288697 h 5143785"/>
              <a:gd name="connsiteX25540" fmla="*/ 3074384 w 3114960"/>
              <a:gd name="connsiteY25540" fmla="*/ 3285173 h 5143785"/>
              <a:gd name="connsiteX25541" fmla="*/ 3073432 w 3114960"/>
              <a:gd name="connsiteY25541" fmla="*/ 3279267 h 5143785"/>
              <a:gd name="connsiteX25542" fmla="*/ 3081052 w 3114960"/>
              <a:gd name="connsiteY25542" fmla="*/ 3273267 h 5143785"/>
              <a:gd name="connsiteX25543" fmla="*/ 3082862 w 3114960"/>
              <a:gd name="connsiteY25543" fmla="*/ 3273457 h 5143785"/>
              <a:gd name="connsiteX25544" fmla="*/ 3087719 w 3114960"/>
              <a:gd name="connsiteY25544" fmla="*/ 3276981 h 5143785"/>
              <a:gd name="connsiteX25545" fmla="*/ 3088672 w 3114960"/>
              <a:gd name="connsiteY25545" fmla="*/ 3282887 h 5143785"/>
              <a:gd name="connsiteX25546" fmla="*/ 2340102 w 3114960"/>
              <a:gd name="connsiteY25546" fmla="*/ 2842355 h 5143785"/>
              <a:gd name="connsiteX25547" fmla="*/ 2336102 w 3114960"/>
              <a:gd name="connsiteY25547" fmla="*/ 2846927 h 5143785"/>
              <a:gd name="connsiteX25548" fmla="*/ 2332577 w 3114960"/>
              <a:gd name="connsiteY25548" fmla="*/ 2843784 h 5143785"/>
              <a:gd name="connsiteX25549" fmla="*/ 2338007 w 3114960"/>
              <a:gd name="connsiteY25549" fmla="*/ 2837688 h 5143785"/>
              <a:gd name="connsiteX25550" fmla="*/ 2350961 w 3114960"/>
              <a:gd name="connsiteY25550" fmla="*/ 2837688 h 5143785"/>
              <a:gd name="connsiteX25551" fmla="*/ 2350961 w 3114960"/>
              <a:gd name="connsiteY25551" fmla="*/ 2842451 h 5143785"/>
              <a:gd name="connsiteX25552" fmla="*/ 2340102 w 3114960"/>
              <a:gd name="connsiteY25552" fmla="*/ 2842451 h 5143785"/>
              <a:gd name="connsiteX25553" fmla="*/ 2679573 w 3114960"/>
              <a:gd name="connsiteY25553" fmla="*/ 2155222 h 5143785"/>
              <a:gd name="connsiteX25554" fmla="*/ 2702052 w 3114960"/>
              <a:gd name="connsiteY25554" fmla="*/ 2180558 h 5143785"/>
              <a:gd name="connsiteX25555" fmla="*/ 2702052 w 3114960"/>
              <a:gd name="connsiteY25555" fmla="*/ 2261521 h 5143785"/>
              <a:gd name="connsiteX25556" fmla="*/ 2692718 w 3114960"/>
              <a:gd name="connsiteY25556" fmla="*/ 2273903 h 5143785"/>
              <a:gd name="connsiteX25557" fmla="*/ 2705576 w 3114960"/>
              <a:gd name="connsiteY25557" fmla="*/ 2286762 h 5143785"/>
              <a:gd name="connsiteX25558" fmla="*/ 2718435 w 3114960"/>
              <a:gd name="connsiteY25558" fmla="*/ 2273903 h 5143785"/>
              <a:gd name="connsiteX25559" fmla="*/ 2709101 w 3114960"/>
              <a:gd name="connsiteY25559" fmla="*/ 2261521 h 5143785"/>
              <a:gd name="connsiteX25560" fmla="*/ 2709101 w 3114960"/>
              <a:gd name="connsiteY25560" fmla="*/ 2177891 h 5143785"/>
              <a:gd name="connsiteX25561" fmla="*/ 2686622 w 3114960"/>
              <a:gd name="connsiteY25561" fmla="*/ 2152555 h 5143785"/>
              <a:gd name="connsiteX25562" fmla="*/ 2686622 w 3114960"/>
              <a:gd name="connsiteY25562" fmla="*/ 2035112 h 5143785"/>
              <a:gd name="connsiteX25563" fmla="*/ 2697385 w 3114960"/>
              <a:gd name="connsiteY25563" fmla="*/ 2024158 h 5143785"/>
              <a:gd name="connsiteX25564" fmla="*/ 2704529 w 3114960"/>
              <a:gd name="connsiteY25564" fmla="*/ 2026349 h 5143785"/>
              <a:gd name="connsiteX25565" fmla="*/ 2717387 w 3114960"/>
              <a:gd name="connsiteY25565" fmla="*/ 2013490 h 5143785"/>
              <a:gd name="connsiteX25566" fmla="*/ 2704529 w 3114960"/>
              <a:gd name="connsiteY25566" fmla="*/ 2000631 h 5143785"/>
              <a:gd name="connsiteX25567" fmla="*/ 2691670 w 3114960"/>
              <a:gd name="connsiteY25567" fmla="*/ 2013490 h 5143785"/>
              <a:gd name="connsiteX25568" fmla="*/ 2692813 w 3114960"/>
              <a:gd name="connsiteY25568" fmla="*/ 2018728 h 5143785"/>
              <a:gd name="connsiteX25569" fmla="*/ 2679478 w 3114960"/>
              <a:gd name="connsiteY25569" fmla="*/ 2032349 h 5143785"/>
              <a:gd name="connsiteX25570" fmla="*/ 2679478 w 3114960"/>
              <a:gd name="connsiteY25570" fmla="*/ 2155412 h 5143785"/>
              <a:gd name="connsiteX25571" fmla="*/ 2713768 w 3114960"/>
              <a:gd name="connsiteY25571" fmla="*/ 2273903 h 5143785"/>
              <a:gd name="connsiteX25572" fmla="*/ 2705672 w 3114960"/>
              <a:gd name="connsiteY25572" fmla="*/ 2282000 h 5143785"/>
              <a:gd name="connsiteX25573" fmla="*/ 2697575 w 3114960"/>
              <a:gd name="connsiteY25573" fmla="*/ 2273903 h 5143785"/>
              <a:gd name="connsiteX25574" fmla="*/ 2705672 w 3114960"/>
              <a:gd name="connsiteY25574" fmla="*/ 2265807 h 5143785"/>
              <a:gd name="connsiteX25575" fmla="*/ 2713768 w 3114960"/>
              <a:gd name="connsiteY25575" fmla="*/ 2273903 h 5143785"/>
              <a:gd name="connsiteX25576" fmla="*/ 2704719 w 3114960"/>
              <a:gd name="connsiteY25576" fmla="*/ 2005298 h 5143785"/>
              <a:gd name="connsiteX25577" fmla="*/ 2712815 w 3114960"/>
              <a:gd name="connsiteY25577" fmla="*/ 2013395 h 5143785"/>
              <a:gd name="connsiteX25578" fmla="*/ 2704719 w 3114960"/>
              <a:gd name="connsiteY25578" fmla="*/ 2021491 h 5143785"/>
              <a:gd name="connsiteX25579" fmla="*/ 2696623 w 3114960"/>
              <a:gd name="connsiteY25579" fmla="*/ 2013395 h 5143785"/>
              <a:gd name="connsiteX25580" fmla="*/ 2704719 w 3114960"/>
              <a:gd name="connsiteY25580" fmla="*/ 2005298 h 5143785"/>
              <a:gd name="connsiteX25581" fmla="*/ 2147792 w 3114960"/>
              <a:gd name="connsiteY25581" fmla="*/ 3228023 h 5143785"/>
              <a:gd name="connsiteX25582" fmla="*/ 2140744 w 3114960"/>
              <a:gd name="connsiteY25582" fmla="*/ 3235071 h 5143785"/>
              <a:gd name="connsiteX25583" fmla="*/ 2133695 w 3114960"/>
              <a:gd name="connsiteY25583" fmla="*/ 3228023 h 5143785"/>
              <a:gd name="connsiteX25584" fmla="*/ 2140744 w 3114960"/>
              <a:gd name="connsiteY25584" fmla="*/ 3220974 h 5143785"/>
              <a:gd name="connsiteX25585" fmla="*/ 2147792 w 3114960"/>
              <a:gd name="connsiteY25585" fmla="*/ 3228023 h 5143785"/>
              <a:gd name="connsiteX25586" fmla="*/ 2341150 w 3114960"/>
              <a:gd name="connsiteY25586" fmla="*/ 3081147 h 5143785"/>
              <a:gd name="connsiteX25587" fmla="*/ 2350294 w 3114960"/>
              <a:gd name="connsiteY25587" fmla="*/ 3072003 h 5143785"/>
              <a:gd name="connsiteX25588" fmla="*/ 2351437 w 3114960"/>
              <a:gd name="connsiteY25588" fmla="*/ 3070288 h 5143785"/>
              <a:gd name="connsiteX25589" fmla="*/ 2448878 w 3114960"/>
              <a:gd name="connsiteY25589" fmla="*/ 3070765 h 5143785"/>
              <a:gd name="connsiteX25590" fmla="*/ 2449925 w 3114960"/>
              <a:gd name="connsiteY25590" fmla="*/ 3070765 h 5143785"/>
              <a:gd name="connsiteX25591" fmla="*/ 2489073 w 3114960"/>
              <a:gd name="connsiteY25591" fmla="*/ 3030760 h 5143785"/>
              <a:gd name="connsiteX25592" fmla="*/ 2547461 w 3114960"/>
              <a:gd name="connsiteY25592" fmla="*/ 3031141 h 5143785"/>
              <a:gd name="connsiteX25593" fmla="*/ 2551938 w 3114960"/>
              <a:gd name="connsiteY25593" fmla="*/ 3037427 h 5143785"/>
              <a:gd name="connsiteX25594" fmla="*/ 2557653 w 3114960"/>
              <a:gd name="connsiteY25594" fmla="*/ 3039047 h 5143785"/>
              <a:gd name="connsiteX25595" fmla="*/ 2560034 w 3114960"/>
              <a:gd name="connsiteY25595" fmla="*/ 3038761 h 5143785"/>
              <a:gd name="connsiteX25596" fmla="*/ 2568130 w 3114960"/>
              <a:gd name="connsiteY25596" fmla="*/ 3026093 h 5143785"/>
              <a:gd name="connsiteX25597" fmla="*/ 2563463 w 3114960"/>
              <a:gd name="connsiteY25597" fmla="*/ 3019425 h 5143785"/>
              <a:gd name="connsiteX25598" fmla="*/ 2555462 w 3114960"/>
              <a:gd name="connsiteY25598" fmla="*/ 3017996 h 5143785"/>
              <a:gd name="connsiteX25599" fmla="*/ 2548795 w 3114960"/>
              <a:gd name="connsiteY25599" fmla="*/ 3022663 h 5143785"/>
              <a:gd name="connsiteX25600" fmla="*/ 2547366 w 3114960"/>
              <a:gd name="connsiteY25600" fmla="*/ 3026283 h 5143785"/>
              <a:gd name="connsiteX25601" fmla="*/ 2487263 w 3114960"/>
              <a:gd name="connsiteY25601" fmla="*/ 3025902 h 5143785"/>
              <a:gd name="connsiteX25602" fmla="*/ 2448116 w 3114960"/>
              <a:gd name="connsiteY25602" fmla="*/ 3066002 h 5143785"/>
              <a:gd name="connsiteX25603" fmla="*/ 2350961 w 3114960"/>
              <a:gd name="connsiteY25603" fmla="*/ 3065526 h 5143785"/>
              <a:gd name="connsiteX25604" fmla="*/ 2350484 w 3114960"/>
              <a:gd name="connsiteY25604" fmla="*/ 3064859 h 5143785"/>
              <a:gd name="connsiteX25605" fmla="*/ 2341340 w 3114960"/>
              <a:gd name="connsiteY25605" fmla="*/ 3055715 h 5143785"/>
              <a:gd name="connsiteX25606" fmla="*/ 2334197 w 3114960"/>
              <a:gd name="connsiteY25606" fmla="*/ 3055715 h 5143785"/>
              <a:gd name="connsiteX25607" fmla="*/ 2325053 w 3114960"/>
              <a:gd name="connsiteY25607" fmla="*/ 3064859 h 5143785"/>
              <a:gd name="connsiteX25608" fmla="*/ 2323529 w 3114960"/>
              <a:gd name="connsiteY25608" fmla="*/ 3068479 h 5143785"/>
              <a:gd name="connsiteX25609" fmla="*/ 2325053 w 3114960"/>
              <a:gd name="connsiteY25609" fmla="*/ 3072098 h 5143785"/>
              <a:gd name="connsiteX25610" fmla="*/ 2334197 w 3114960"/>
              <a:gd name="connsiteY25610" fmla="*/ 3081242 h 5143785"/>
              <a:gd name="connsiteX25611" fmla="*/ 2337816 w 3114960"/>
              <a:gd name="connsiteY25611" fmla="*/ 3082767 h 5143785"/>
              <a:gd name="connsiteX25612" fmla="*/ 2341436 w 3114960"/>
              <a:gd name="connsiteY25612" fmla="*/ 3081242 h 5143785"/>
              <a:gd name="connsiteX25613" fmla="*/ 2552605 w 3114960"/>
              <a:gd name="connsiteY25613" fmla="*/ 3025235 h 5143785"/>
              <a:gd name="connsiteX25614" fmla="*/ 2556224 w 3114960"/>
              <a:gd name="connsiteY25614" fmla="*/ 3022663 h 5143785"/>
              <a:gd name="connsiteX25615" fmla="*/ 2557558 w 3114960"/>
              <a:gd name="connsiteY25615" fmla="*/ 3022473 h 5143785"/>
              <a:gd name="connsiteX25616" fmla="*/ 2560701 w 3114960"/>
              <a:gd name="connsiteY25616" fmla="*/ 3023426 h 5143785"/>
              <a:gd name="connsiteX25617" fmla="*/ 2563273 w 3114960"/>
              <a:gd name="connsiteY25617" fmla="*/ 3027140 h 5143785"/>
              <a:gd name="connsiteX25618" fmla="*/ 2558796 w 3114960"/>
              <a:gd name="connsiteY25618" fmla="*/ 3034094 h 5143785"/>
              <a:gd name="connsiteX25619" fmla="*/ 2554415 w 3114960"/>
              <a:gd name="connsiteY25619" fmla="*/ 3033332 h 5143785"/>
              <a:gd name="connsiteX25620" fmla="*/ 2551843 w 3114960"/>
              <a:gd name="connsiteY25620" fmla="*/ 3029712 h 5143785"/>
              <a:gd name="connsiteX25621" fmla="*/ 2552605 w 3114960"/>
              <a:gd name="connsiteY25621" fmla="*/ 3025330 h 5143785"/>
              <a:gd name="connsiteX25622" fmla="*/ 2328196 w 3114960"/>
              <a:gd name="connsiteY25622" fmla="*/ 3068193 h 5143785"/>
              <a:gd name="connsiteX25623" fmla="*/ 2337816 w 3114960"/>
              <a:gd name="connsiteY25623" fmla="*/ 3059049 h 5143785"/>
              <a:gd name="connsiteX25624" fmla="*/ 2346960 w 3114960"/>
              <a:gd name="connsiteY25624" fmla="*/ 3068193 h 5143785"/>
              <a:gd name="connsiteX25625" fmla="*/ 2346960 w 3114960"/>
              <a:gd name="connsiteY25625" fmla="*/ 3068669 h 5143785"/>
              <a:gd name="connsiteX25626" fmla="*/ 2337340 w 3114960"/>
              <a:gd name="connsiteY25626" fmla="*/ 3077813 h 5143785"/>
              <a:gd name="connsiteX25627" fmla="*/ 2328196 w 3114960"/>
              <a:gd name="connsiteY25627" fmla="*/ 3068193 h 5143785"/>
              <a:gd name="connsiteX25628" fmla="*/ 2349627 w 3114960"/>
              <a:gd name="connsiteY25628" fmla="*/ 2904363 h 5143785"/>
              <a:gd name="connsiteX25629" fmla="*/ 2362295 w 3114960"/>
              <a:gd name="connsiteY25629" fmla="*/ 2890171 h 5143785"/>
              <a:gd name="connsiteX25630" fmla="*/ 2365820 w 3114960"/>
              <a:gd name="connsiteY25630" fmla="*/ 2893314 h 5143785"/>
              <a:gd name="connsiteX25631" fmla="*/ 2353151 w 3114960"/>
              <a:gd name="connsiteY25631" fmla="*/ 2907506 h 5143785"/>
              <a:gd name="connsiteX25632" fmla="*/ 2349627 w 3114960"/>
              <a:gd name="connsiteY25632" fmla="*/ 2904363 h 5143785"/>
              <a:gd name="connsiteX25633" fmla="*/ 1968627 w 3114960"/>
              <a:gd name="connsiteY25633" fmla="*/ 2501170 h 5143785"/>
              <a:gd name="connsiteX25634" fmla="*/ 1968627 w 3114960"/>
              <a:gd name="connsiteY25634" fmla="*/ 2491454 h 5143785"/>
              <a:gd name="connsiteX25635" fmla="*/ 1971294 w 3114960"/>
              <a:gd name="connsiteY25635" fmla="*/ 2488787 h 5143785"/>
              <a:gd name="connsiteX25636" fmla="*/ 1981010 w 3114960"/>
              <a:gd name="connsiteY25636" fmla="*/ 2488787 h 5143785"/>
              <a:gd name="connsiteX25637" fmla="*/ 1983677 w 3114960"/>
              <a:gd name="connsiteY25637" fmla="*/ 2491454 h 5143785"/>
              <a:gd name="connsiteX25638" fmla="*/ 1983677 w 3114960"/>
              <a:gd name="connsiteY25638" fmla="*/ 2501170 h 5143785"/>
              <a:gd name="connsiteX25639" fmla="*/ 1981010 w 3114960"/>
              <a:gd name="connsiteY25639" fmla="*/ 2503837 h 5143785"/>
              <a:gd name="connsiteX25640" fmla="*/ 1971294 w 3114960"/>
              <a:gd name="connsiteY25640" fmla="*/ 2503837 h 5143785"/>
              <a:gd name="connsiteX25641" fmla="*/ 1968627 w 3114960"/>
              <a:gd name="connsiteY25641" fmla="*/ 2501170 h 5143785"/>
              <a:gd name="connsiteX25642" fmla="*/ 2189798 w 3114960"/>
              <a:gd name="connsiteY25642" fmla="*/ 2418683 h 5143785"/>
              <a:gd name="connsiteX25643" fmla="*/ 2177034 w 3114960"/>
              <a:gd name="connsiteY25643" fmla="*/ 2406587 h 5143785"/>
              <a:gd name="connsiteX25644" fmla="*/ 2180273 w 3114960"/>
              <a:gd name="connsiteY25644" fmla="*/ 2403158 h 5143785"/>
              <a:gd name="connsiteX25645" fmla="*/ 2193036 w 3114960"/>
              <a:gd name="connsiteY25645" fmla="*/ 2415254 h 5143785"/>
              <a:gd name="connsiteX25646" fmla="*/ 2189798 w 3114960"/>
              <a:gd name="connsiteY25646" fmla="*/ 2418683 h 5143785"/>
              <a:gd name="connsiteX25647" fmla="*/ 3096197 w 3114960"/>
              <a:gd name="connsiteY25647" fmla="*/ 950500 h 5143785"/>
              <a:gd name="connsiteX25648" fmla="*/ 3070098 w 3114960"/>
              <a:gd name="connsiteY25648" fmla="*/ 950500 h 5143785"/>
              <a:gd name="connsiteX25649" fmla="*/ 3063430 w 3114960"/>
              <a:gd name="connsiteY25649" fmla="*/ 957167 h 5143785"/>
              <a:gd name="connsiteX25650" fmla="*/ 3063430 w 3114960"/>
              <a:gd name="connsiteY25650" fmla="*/ 965549 h 5143785"/>
              <a:gd name="connsiteX25651" fmla="*/ 3070098 w 3114960"/>
              <a:gd name="connsiteY25651" fmla="*/ 972217 h 5143785"/>
              <a:gd name="connsiteX25652" fmla="*/ 3096197 w 3114960"/>
              <a:gd name="connsiteY25652" fmla="*/ 972217 h 5143785"/>
              <a:gd name="connsiteX25653" fmla="*/ 3099530 w 3114960"/>
              <a:gd name="connsiteY25653" fmla="*/ 971169 h 5143785"/>
              <a:gd name="connsiteX25654" fmla="*/ 3103245 w 3114960"/>
              <a:gd name="connsiteY25654" fmla="*/ 976027 h 5143785"/>
              <a:gd name="connsiteX25655" fmla="*/ 3108388 w 3114960"/>
              <a:gd name="connsiteY25655" fmla="*/ 961739 h 5143785"/>
              <a:gd name="connsiteX25656" fmla="*/ 3108770 w 3114960"/>
              <a:gd name="connsiteY25656" fmla="*/ 958120 h 5143785"/>
              <a:gd name="connsiteX25657" fmla="*/ 3109246 w 3114960"/>
              <a:gd name="connsiteY25657" fmla="*/ 961739 h 5143785"/>
              <a:gd name="connsiteX25658" fmla="*/ 3114389 w 3114960"/>
              <a:gd name="connsiteY25658" fmla="*/ 976027 h 5143785"/>
              <a:gd name="connsiteX25659" fmla="*/ 3114389 w 3114960"/>
              <a:gd name="connsiteY25659" fmla="*/ 976027 h 5143785"/>
              <a:gd name="connsiteX25660" fmla="*/ 3114675 w 3114960"/>
              <a:gd name="connsiteY25660" fmla="*/ 975932 h 5143785"/>
              <a:gd name="connsiteX25661" fmla="*/ 3114675 w 3114960"/>
              <a:gd name="connsiteY25661" fmla="*/ 962216 h 5143785"/>
              <a:gd name="connsiteX25662" fmla="*/ 3114389 w 3114960"/>
              <a:gd name="connsiteY25662" fmla="*/ 964883 h 5143785"/>
              <a:gd name="connsiteX25663" fmla="*/ 3113913 w 3114960"/>
              <a:gd name="connsiteY25663" fmla="*/ 961263 h 5143785"/>
              <a:gd name="connsiteX25664" fmla="*/ 3108770 w 3114960"/>
              <a:gd name="connsiteY25664" fmla="*/ 946976 h 5143785"/>
              <a:gd name="connsiteX25665" fmla="*/ 3103626 w 3114960"/>
              <a:gd name="connsiteY25665" fmla="*/ 961263 h 5143785"/>
              <a:gd name="connsiteX25666" fmla="*/ 3103245 w 3114960"/>
              <a:gd name="connsiteY25666" fmla="*/ 964883 h 5143785"/>
              <a:gd name="connsiteX25667" fmla="*/ 3102864 w 3114960"/>
              <a:gd name="connsiteY25667" fmla="*/ 961835 h 5143785"/>
              <a:gd name="connsiteX25668" fmla="*/ 3102864 w 3114960"/>
              <a:gd name="connsiteY25668" fmla="*/ 957167 h 5143785"/>
              <a:gd name="connsiteX25669" fmla="*/ 3096197 w 3114960"/>
              <a:gd name="connsiteY25669" fmla="*/ 950500 h 5143785"/>
              <a:gd name="connsiteX25670" fmla="*/ 3098197 w 3114960"/>
              <a:gd name="connsiteY25670" fmla="*/ 965549 h 5143785"/>
              <a:gd name="connsiteX25671" fmla="*/ 3096292 w 3114960"/>
              <a:gd name="connsiteY25671" fmla="*/ 967454 h 5143785"/>
              <a:gd name="connsiteX25672" fmla="*/ 3070193 w 3114960"/>
              <a:gd name="connsiteY25672" fmla="*/ 967454 h 5143785"/>
              <a:gd name="connsiteX25673" fmla="*/ 3068288 w 3114960"/>
              <a:gd name="connsiteY25673" fmla="*/ 965549 h 5143785"/>
              <a:gd name="connsiteX25674" fmla="*/ 3068288 w 3114960"/>
              <a:gd name="connsiteY25674" fmla="*/ 957167 h 5143785"/>
              <a:gd name="connsiteX25675" fmla="*/ 3070193 w 3114960"/>
              <a:gd name="connsiteY25675" fmla="*/ 955262 h 5143785"/>
              <a:gd name="connsiteX25676" fmla="*/ 3096292 w 3114960"/>
              <a:gd name="connsiteY25676" fmla="*/ 955262 h 5143785"/>
              <a:gd name="connsiteX25677" fmla="*/ 3098197 w 3114960"/>
              <a:gd name="connsiteY25677" fmla="*/ 957167 h 5143785"/>
              <a:gd name="connsiteX25678" fmla="*/ 3098197 w 3114960"/>
              <a:gd name="connsiteY25678" fmla="*/ 965549 h 5143785"/>
              <a:gd name="connsiteX25679" fmla="*/ 2101310 w 3114960"/>
              <a:gd name="connsiteY25679" fmla="*/ 2672144 h 5143785"/>
              <a:gd name="connsiteX25680" fmla="*/ 2101310 w 3114960"/>
              <a:gd name="connsiteY25680" fmla="*/ 2681859 h 5143785"/>
              <a:gd name="connsiteX25681" fmla="*/ 2098643 w 3114960"/>
              <a:gd name="connsiteY25681" fmla="*/ 2684526 h 5143785"/>
              <a:gd name="connsiteX25682" fmla="*/ 2088928 w 3114960"/>
              <a:gd name="connsiteY25682" fmla="*/ 2684526 h 5143785"/>
              <a:gd name="connsiteX25683" fmla="*/ 2086261 w 3114960"/>
              <a:gd name="connsiteY25683" fmla="*/ 2681859 h 5143785"/>
              <a:gd name="connsiteX25684" fmla="*/ 2086261 w 3114960"/>
              <a:gd name="connsiteY25684" fmla="*/ 2672144 h 5143785"/>
              <a:gd name="connsiteX25685" fmla="*/ 2088928 w 3114960"/>
              <a:gd name="connsiteY25685" fmla="*/ 2669477 h 5143785"/>
              <a:gd name="connsiteX25686" fmla="*/ 2098643 w 3114960"/>
              <a:gd name="connsiteY25686" fmla="*/ 2669477 h 5143785"/>
              <a:gd name="connsiteX25687" fmla="*/ 2101310 w 3114960"/>
              <a:gd name="connsiteY25687" fmla="*/ 2672144 h 5143785"/>
              <a:gd name="connsiteX25688" fmla="*/ 2938367 w 3114960"/>
              <a:gd name="connsiteY25688" fmla="*/ 2395442 h 5143785"/>
              <a:gd name="connsiteX25689" fmla="*/ 2930176 w 3114960"/>
              <a:gd name="connsiteY25689" fmla="*/ 2403634 h 5143785"/>
              <a:gd name="connsiteX25690" fmla="*/ 2938367 w 3114960"/>
              <a:gd name="connsiteY25690" fmla="*/ 2411825 h 5143785"/>
              <a:gd name="connsiteX25691" fmla="*/ 2941892 w 3114960"/>
              <a:gd name="connsiteY25691" fmla="*/ 2410968 h 5143785"/>
              <a:gd name="connsiteX25692" fmla="*/ 2960561 w 3114960"/>
              <a:gd name="connsiteY25692" fmla="*/ 2429637 h 5143785"/>
              <a:gd name="connsiteX25693" fmla="*/ 2959703 w 3114960"/>
              <a:gd name="connsiteY25693" fmla="*/ 2527268 h 5143785"/>
              <a:gd name="connsiteX25694" fmla="*/ 2956655 w 3114960"/>
              <a:gd name="connsiteY25694" fmla="*/ 2532221 h 5143785"/>
              <a:gd name="connsiteX25695" fmla="*/ 2962370 w 3114960"/>
              <a:gd name="connsiteY25695" fmla="*/ 2537936 h 5143785"/>
              <a:gd name="connsiteX25696" fmla="*/ 2968085 w 3114960"/>
              <a:gd name="connsiteY25696" fmla="*/ 2532221 h 5143785"/>
              <a:gd name="connsiteX25697" fmla="*/ 2964561 w 3114960"/>
              <a:gd name="connsiteY25697" fmla="*/ 2526983 h 5143785"/>
              <a:gd name="connsiteX25698" fmla="*/ 2965418 w 3114960"/>
              <a:gd name="connsiteY25698" fmla="*/ 2427637 h 5143785"/>
              <a:gd name="connsiteX25699" fmla="*/ 2945321 w 3114960"/>
              <a:gd name="connsiteY25699" fmla="*/ 2407634 h 5143785"/>
              <a:gd name="connsiteX25700" fmla="*/ 2946559 w 3114960"/>
              <a:gd name="connsiteY25700" fmla="*/ 2403634 h 5143785"/>
              <a:gd name="connsiteX25701" fmla="*/ 2938367 w 3114960"/>
              <a:gd name="connsiteY25701" fmla="*/ 2395442 h 5143785"/>
              <a:gd name="connsiteX25702" fmla="*/ 2941034 w 3114960"/>
              <a:gd name="connsiteY25702" fmla="*/ 2405729 h 5143785"/>
              <a:gd name="connsiteX25703" fmla="*/ 2940463 w 3114960"/>
              <a:gd name="connsiteY25703" fmla="*/ 2406301 h 5143785"/>
              <a:gd name="connsiteX25704" fmla="*/ 2938367 w 3114960"/>
              <a:gd name="connsiteY25704" fmla="*/ 2407063 h 5143785"/>
              <a:gd name="connsiteX25705" fmla="*/ 2934938 w 3114960"/>
              <a:gd name="connsiteY25705" fmla="*/ 2403634 h 5143785"/>
              <a:gd name="connsiteX25706" fmla="*/ 2938367 w 3114960"/>
              <a:gd name="connsiteY25706" fmla="*/ 2400205 h 5143785"/>
              <a:gd name="connsiteX25707" fmla="*/ 2941796 w 3114960"/>
              <a:gd name="connsiteY25707" fmla="*/ 2403634 h 5143785"/>
              <a:gd name="connsiteX25708" fmla="*/ 2941034 w 3114960"/>
              <a:gd name="connsiteY25708" fmla="*/ 2405729 h 5143785"/>
              <a:gd name="connsiteX25709" fmla="*/ 2778443 w 3114960"/>
              <a:gd name="connsiteY25709" fmla="*/ 2544699 h 5143785"/>
              <a:gd name="connsiteX25710" fmla="*/ 2776728 w 3114960"/>
              <a:gd name="connsiteY25710" fmla="*/ 2549557 h 5143785"/>
              <a:gd name="connsiteX25711" fmla="*/ 2784920 w 3114960"/>
              <a:gd name="connsiteY25711" fmla="*/ 2557748 h 5143785"/>
              <a:gd name="connsiteX25712" fmla="*/ 2793111 w 3114960"/>
              <a:gd name="connsiteY25712" fmla="*/ 2549557 h 5143785"/>
              <a:gd name="connsiteX25713" fmla="*/ 2784920 w 3114960"/>
              <a:gd name="connsiteY25713" fmla="*/ 2541365 h 5143785"/>
              <a:gd name="connsiteX25714" fmla="*/ 2782253 w 3114960"/>
              <a:gd name="connsiteY25714" fmla="*/ 2541937 h 5143785"/>
              <a:gd name="connsiteX25715" fmla="*/ 2765774 w 3114960"/>
              <a:gd name="connsiteY25715" fmla="*/ 2516600 h 5143785"/>
              <a:gd name="connsiteX25716" fmla="*/ 2766632 w 3114960"/>
              <a:gd name="connsiteY25716" fmla="*/ 2420207 h 5143785"/>
              <a:gd name="connsiteX25717" fmla="*/ 2769680 w 3114960"/>
              <a:gd name="connsiteY25717" fmla="*/ 2415254 h 5143785"/>
              <a:gd name="connsiteX25718" fmla="*/ 2763965 w 3114960"/>
              <a:gd name="connsiteY25718" fmla="*/ 2409539 h 5143785"/>
              <a:gd name="connsiteX25719" fmla="*/ 2758250 w 3114960"/>
              <a:gd name="connsiteY25719" fmla="*/ 2415254 h 5143785"/>
              <a:gd name="connsiteX25720" fmla="*/ 2761774 w 3114960"/>
              <a:gd name="connsiteY25720" fmla="*/ 2420493 h 5143785"/>
              <a:gd name="connsiteX25721" fmla="*/ 2760917 w 3114960"/>
              <a:gd name="connsiteY25721" fmla="*/ 2518029 h 5143785"/>
              <a:gd name="connsiteX25722" fmla="*/ 2778347 w 3114960"/>
              <a:gd name="connsiteY25722" fmla="*/ 2544890 h 5143785"/>
              <a:gd name="connsiteX25723" fmla="*/ 2782443 w 3114960"/>
              <a:gd name="connsiteY25723" fmla="*/ 2547176 h 5143785"/>
              <a:gd name="connsiteX25724" fmla="*/ 2783681 w 3114960"/>
              <a:gd name="connsiteY25724" fmla="*/ 2546413 h 5143785"/>
              <a:gd name="connsiteX25725" fmla="*/ 2784920 w 3114960"/>
              <a:gd name="connsiteY25725" fmla="*/ 2546128 h 5143785"/>
              <a:gd name="connsiteX25726" fmla="*/ 2788349 w 3114960"/>
              <a:gd name="connsiteY25726" fmla="*/ 2549557 h 5143785"/>
              <a:gd name="connsiteX25727" fmla="*/ 2784920 w 3114960"/>
              <a:gd name="connsiteY25727" fmla="*/ 2552986 h 5143785"/>
              <a:gd name="connsiteX25728" fmla="*/ 2781491 w 3114960"/>
              <a:gd name="connsiteY25728" fmla="*/ 2549557 h 5143785"/>
              <a:gd name="connsiteX25729" fmla="*/ 2782443 w 3114960"/>
              <a:gd name="connsiteY25729" fmla="*/ 2547176 h 5143785"/>
              <a:gd name="connsiteX25730" fmla="*/ 2324100 w 3114960"/>
              <a:gd name="connsiteY25730" fmla="*/ 3276791 h 5143785"/>
              <a:gd name="connsiteX25731" fmla="*/ 2317433 w 3114960"/>
              <a:gd name="connsiteY25731" fmla="*/ 3281458 h 5143785"/>
              <a:gd name="connsiteX25732" fmla="*/ 2316004 w 3114960"/>
              <a:gd name="connsiteY25732" fmla="*/ 3289459 h 5143785"/>
              <a:gd name="connsiteX25733" fmla="*/ 2326386 w 3114960"/>
              <a:gd name="connsiteY25733" fmla="*/ 3297746 h 5143785"/>
              <a:gd name="connsiteX25734" fmla="*/ 2328672 w 3114960"/>
              <a:gd name="connsiteY25734" fmla="*/ 3297460 h 5143785"/>
              <a:gd name="connsiteX25735" fmla="*/ 2336578 w 3114960"/>
              <a:gd name="connsiteY25735" fmla="*/ 3289459 h 5143785"/>
              <a:gd name="connsiteX25736" fmla="*/ 2374297 w 3114960"/>
              <a:gd name="connsiteY25736" fmla="*/ 3289459 h 5143785"/>
              <a:gd name="connsiteX25737" fmla="*/ 2430399 w 3114960"/>
              <a:gd name="connsiteY25737" fmla="*/ 3344990 h 5143785"/>
              <a:gd name="connsiteX25738" fmla="*/ 2578513 w 3114960"/>
              <a:gd name="connsiteY25738" fmla="*/ 3344990 h 5143785"/>
              <a:gd name="connsiteX25739" fmla="*/ 2654808 w 3114960"/>
              <a:gd name="connsiteY25739" fmla="*/ 3274124 h 5143785"/>
              <a:gd name="connsiteX25740" fmla="*/ 2676430 w 3114960"/>
              <a:gd name="connsiteY25740" fmla="*/ 3274124 h 5143785"/>
              <a:gd name="connsiteX25741" fmla="*/ 2676430 w 3114960"/>
              <a:gd name="connsiteY25741" fmla="*/ 3278029 h 5143785"/>
              <a:gd name="connsiteX25742" fmla="*/ 2680907 w 3114960"/>
              <a:gd name="connsiteY25742" fmla="*/ 3282505 h 5143785"/>
              <a:gd name="connsiteX25743" fmla="*/ 2693575 w 3114960"/>
              <a:gd name="connsiteY25743" fmla="*/ 3282505 h 5143785"/>
              <a:gd name="connsiteX25744" fmla="*/ 2698052 w 3114960"/>
              <a:gd name="connsiteY25744" fmla="*/ 3278029 h 5143785"/>
              <a:gd name="connsiteX25745" fmla="*/ 2698052 w 3114960"/>
              <a:gd name="connsiteY25745" fmla="*/ 3265361 h 5143785"/>
              <a:gd name="connsiteX25746" fmla="*/ 2693575 w 3114960"/>
              <a:gd name="connsiteY25746" fmla="*/ 3260884 h 5143785"/>
              <a:gd name="connsiteX25747" fmla="*/ 2680907 w 3114960"/>
              <a:gd name="connsiteY25747" fmla="*/ 3260884 h 5143785"/>
              <a:gd name="connsiteX25748" fmla="*/ 2676430 w 3114960"/>
              <a:gd name="connsiteY25748" fmla="*/ 3265361 h 5143785"/>
              <a:gd name="connsiteX25749" fmla="*/ 2676430 w 3114960"/>
              <a:gd name="connsiteY25749" fmla="*/ 3271457 h 5143785"/>
              <a:gd name="connsiteX25750" fmla="*/ 2676430 w 3114960"/>
              <a:gd name="connsiteY25750" fmla="*/ 3269266 h 5143785"/>
              <a:gd name="connsiteX25751" fmla="*/ 2652998 w 3114960"/>
              <a:gd name="connsiteY25751" fmla="*/ 3269266 h 5143785"/>
              <a:gd name="connsiteX25752" fmla="*/ 2576703 w 3114960"/>
              <a:gd name="connsiteY25752" fmla="*/ 3340132 h 5143785"/>
              <a:gd name="connsiteX25753" fmla="*/ 2432399 w 3114960"/>
              <a:gd name="connsiteY25753" fmla="*/ 3340132 h 5143785"/>
              <a:gd name="connsiteX25754" fmla="*/ 2376297 w 3114960"/>
              <a:gd name="connsiteY25754" fmla="*/ 3284696 h 5143785"/>
              <a:gd name="connsiteX25755" fmla="*/ 2336673 w 3114960"/>
              <a:gd name="connsiteY25755" fmla="*/ 3284696 h 5143785"/>
              <a:gd name="connsiteX25756" fmla="*/ 2324005 w 3114960"/>
              <a:gd name="connsiteY25756" fmla="*/ 3276695 h 5143785"/>
              <a:gd name="connsiteX25757" fmla="*/ 2327720 w 3114960"/>
              <a:gd name="connsiteY25757" fmla="*/ 3292888 h 5143785"/>
              <a:gd name="connsiteX25758" fmla="*/ 2320766 w 3114960"/>
              <a:gd name="connsiteY25758" fmla="*/ 3288411 h 5143785"/>
              <a:gd name="connsiteX25759" fmla="*/ 2321528 w 3114960"/>
              <a:gd name="connsiteY25759" fmla="*/ 3284030 h 5143785"/>
              <a:gd name="connsiteX25760" fmla="*/ 2325243 w 3114960"/>
              <a:gd name="connsiteY25760" fmla="*/ 3281458 h 5143785"/>
              <a:gd name="connsiteX25761" fmla="*/ 2326481 w 3114960"/>
              <a:gd name="connsiteY25761" fmla="*/ 3281363 h 5143785"/>
              <a:gd name="connsiteX25762" fmla="*/ 2332196 w 3114960"/>
              <a:gd name="connsiteY25762" fmla="*/ 3285935 h 5143785"/>
              <a:gd name="connsiteX25763" fmla="*/ 2327720 w 3114960"/>
              <a:gd name="connsiteY25763" fmla="*/ 3292983 h 5143785"/>
              <a:gd name="connsiteX25764" fmla="*/ 2517267 w 3114960"/>
              <a:gd name="connsiteY25764" fmla="*/ 3274600 h 5143785"/>
              <a:gd name="connsiteX25765" fmla="*/ 2509266 w 3114960"/>
              <a:gd name="connsiteY25765" fmla="*/ 3273171 h 5143785"/>
              <a:gd name="connsiteX25766" fmla="*/ 2501360 w 3114960"/>
              <a:gd name="connsiteY25766" fmla="*/ 3281172 h 5143785"/>
              <a:gd name="connsiteX25767" fmla="*/ 2472214 w 3114960"/>
              <a:gd name="connsiteY25767" fmla="*/ 3281172 h 5143785"/>
              <a:gd name="connsiteX25768" fmla="*/ 2446687 w 3114960"/>
              <a:gd name="connsiteY25768" fmla="*/ 3257360 h 5143785"/>
              <a:gd name="connsiteX25769" fmla="*/ 2437067 w 3114960"/>
              <a:gd name="connsiteY25769" fmla="*/ 3257360 h 5143785"/>
              <a:gd name="connsiteX25770" fmla="*/ 2424398 w 3114960"/>
              <a:gd name="connsiteY25770" fmla="*/ 3249359 h 5143785"/>
              <a:gd name="connsiteX25771" fmla="*/ 2416302 w 3114960"/>
              <a:gd name="connsiteY25771" fmla="*/ 3262027 h 5143785"/>
              <a:gd name="connsiteX25772" fmla="*/ 2426684 w 3114960"/>
              <a:gd name="connsiteY25772" fmla="*/ 3270313 h 5143785"/>
              <a:gd name="connsiteX25773" fmla="*/ 2428970 w 3114960"/>
              <a:gd name="connsiteY25773" fmla="*/ 3270028 h 5143785"/>
              <a:gd name="connsiteX25774" fmla="*/ 2435638 w 3114960"/>
              <a:gd name="connsiteY25774" fmla="*/ 3265361 h 5143785"/>
              <a:gd name="connsiteX25775" fmla="*/ 2436876 w 3114960"/>
              <a:gd name="connsiteY25775" fmla="*/ 3262027 h 5143785"/>
              <a:gd name="connsiteX25776" fmla="*/ 2444687 w 3114960"/>
              <a:gd name="connsiteY25776" fmla="*/ 3262027 h 5143785"/>
              <a:gd name="connsiteX25777" fmla="*/ 2470213 w 3114960"/>
              <a:gd name="connsiteY25777" fmla="*/ 3285839 h 5143785"/>
              <a:gd name="connsiteX25778" fmla="*/ 2501170 w 3114960"/>
              <a:gd name="connsiteY25778" fmla="*/ 3285839 h 5143785"/>
              <a:gd name="connsiteX25779" fmla="*/ 2511552 w 3114960"/>
              <a:gd name="connsiteY25779" fmla="*/ 3294126 h 5143785"/>
              <a:gd name="connsiteX25780" fmla="*/ 2513838 w 3114960"/>
              <a:gd name="connsiteY25780" fmla="*/ 3293840 h 5143785"/>
              <a:gd name="connsiteX25781" fmla="*/ 2521839 w 3114960"/>
              <a:gd name="connsiteY25781" fmla="*/ 3281172 h 5143785"/>
              <a:gd name="connsiteX25782" fmla="*/ 2517172 w 3114960"/>
              <a:gd name="connsiteY25782" fmla="*/ 3274505 h 5143785"/>
              <a:gd name="connsiteX25783" fmla="*/ 2431542 w 3114960"/>
              <a:gd name="connsiteY25783" fmla="*/ 3262884 h 5143785"/>
              <a:gd name="connsiteX25784" fmla="*/ 2427827 w 3114960"/>
              <a:gd name="connsiteY25784" fmla="*/ 3265456 h 5143785"/>
              <a:gd name="connsiteX25785" fmla="*/ 2420874 w 3114960"/>
              <a:gd name="connsiteY25785" fmla="*/ 3260979 h 5143785"/>
              <a:gd name="connsiteX25786" fmla="*/ 2425351 w 3114960"/>
              <a:gd name="connsiteY25786" fmla="*/ 3253930 h 5143785"/>
              <a:gd name="connsiteX25787" fmla="*/ 2426589 w 3114960"/>
              <a:gd name="connsiteY25787" fmla="*/ 3253835 h 5143785"/>
              <a:gd name="connsiteX25788" fmla="*/ 2432304 w 3114960"/>
              <a:gd name="connsiteY25788" fmla="*/ 3258407 h 5143785"/>
              <a:gd name="connsiteX25789" fmla="*/ 2431542 w 3114960"/>
              <a:gd name="connsiteY25789" fmla="*/ 3262789 h 5143785"/>
              <a:gd name="connsiteX25790" fmla="*/ 2512790 w 3114960"/>
              <a:gd name="connsiteY25790" fmla="*/ 3289363 h 5143785"/>
              <a:gd name="connsiteX25791" fmla="*/ 2505742 w 3114960"/>
              <a:gd name="connsiteY25791" fmla="*/ 3284887 h 5143785"/>
              <a:gd name="connsiteX25792" fmla="*/ 2510219 w 3114960"/>
              <a:gd name="connsiteY25792" fmla="*/ 3277934 h 5143785"/>
              <a:gd name="connsiteX25793" fmla="*/ 2511552 w 3114960"/>
              <a:gd name="connsiteY25793" fmla="*/ 3277743 h 5143785"/>
              <a:gd name="connsiteX25794" fmla="*/ 2514695 w 3114960"/>
              <a:gd name="connsiteY25794" fmla="*/ 3278696 h 5143785"/>
              <a:gd name="connsiteX25795" fmla="*/ 2517267 w 3114960"/>
              <a:gd name="connsiteY25795" fmla="*/ 3282315 h 5143785"/>
              <a:gd name="connsiteX25796" fmla="*/ 2512790 w 3114960"/>
              <a:gd name="connsiteY25796" fmla="*/ 3289363 h 5143785"/>
              <a:gd name="connsiteX25797" fmla="*/ 2194274 w 3114960"/>
              <a:gd name="connsiteY25797" fmla="*/ 3125629 h 5143785"/>
              <a:gd name="connsiteX25798" fmla="*/ 2204942 w 3114960"/>
              <a:gd name="connsiteY25798" fmla="*/ 3128201 h 5143785"/>
              <a:gd name="connsiteX25799" fmla="*/ 2214277 w 3114960"/>
              <a:gd name="connsiteY25799" fmla="*/ 3122486 h 5143785"/>
              <a:gd name="connsiteX25800" fmla="*/ 2211229 w 3114960"/>
              <a:gd name="connsiteY25800" fmla="*/ 3102483 h 5143785"/>
              <a:gd name="connsiteX25801" fmla="*/ 2202752 w 3114960"/>
              <a:gd name="connsiteY25801" fmla="*/ 3099721 h 5143785"/>
              <a:gd name="connsiteX25802" fmla="*/ 2191131 w 3114960"/>
              <a:gd name="connsiteY25802" fmla="*/ 3105531 h 5143785"/>
              <a:gd name="connsiteX25803" fmla="*/ 2194179 w 3114960"/>
              <a:gd name="connsiteY25803" fmla="*/ 3125534 h 5143785"/>
              <a:gd name="connsiteX25804" fmla="*/ 2193322 w 3114960"/>
              <a:gd name="connsiteY25804" fmla="*/ 3107150 h 5143785"/>
              <a:gd name="connsiteX25805" fmla="*/ 2209705 w 3114960"/>
              <a:gd name="connsiteY25805" fmla="*/ 3104674 h 5143785"/>
              <a:gd name="connsiteX25806" fmla="*/ 2214372 w 3114960"/>
              <a:gd name="connsiteY25806" fmla="*/ 3112294 h 5143785"/>
              <a:gd name="connsiteX25807" fmla="*/ 2212277 w 3114960"/>
              <a:gd name="connsiteY25807" fmla="*/ 3120962 h 5143785"/>
              <a:gd name="connsiteX25808" fmla="*/ 2204657 w 3114960"/>
              <a:gd name="connsiteY25808" fmla="*/ 3125629 h 5143785"/>
              <a:gd name="connsiteX25809" fmla="*/ 2202847 w 3114960"/>
              <a:gd name="connsiteY25809" fmla="*/ 3125724 h 5143785"/>
              <a:gd name="connsiteX25810" fmla="*/ 2195989 w 3114960"/>
              <a:gd name="connsiteY25810" fmla="*/ 3123438 h 5143785"/>
              <a:gd name="connsiteX25811" fmla="*/ 2193512 w 3114960"/>
              <a:gd name="connsiteY25811" fmla="*/ 3107055 h 5143785"/>
              <a:gd name="connsiteX25812" fmla="*/ 2821210 w 3114960"/>
              <a:gd name="connsiteY25812" fmla="*/ 2465070 h 5143785"/>
              <a:gd name="connsiteX25813" fmla="*/ 2819591 w 3114960"/>
              <a:gd name="connsiteY25813" fmla="*/ 2470976 h 5143785"/>
              <a:gd name="connsiteX25814" fmla="*/ 2813685 w 3114960"/>
              <a:gd name="connsiteY25814" fmla="*/ 2469356 h 5143785"/>
              <a:gd name="connsiteX25815" fmla="*/ 2815304 w 3114960"/>
              <a:gd name="connsiteY25815" fmla="*/ 2463451 h 5143785"/>
              <a:gd name="connsiteX25816" fmla="*/ 2821210 w 3114960"/>
              <a:gd name="connsiteY25816" fmla="*/ 2465070 h 5143785"/>
              <a:gd name="connsiteX25817" fmla="*/ 2881694 w 3114960"/>
              <a:gd name="connsiteY25817" fmla="*/ 2536127 h 5143785"/>
              <a:gd name="connsiteX25818" fmla="*/ 2881694 w 3114960"/>
              <a:gd name="connsiteY25818" fmla="*/ 2532984 h 5143785"/>
              <a:gd name="connsiteX25819" fmla="*/ 2884646 w 3114960"/>
              <a:gd name="connsiteY25819" fmla="*/ 2530030 h 5143785"/>
              <a:gd name="connsiteX25820" fmla="*/ 2887790 w 3114960"/>
              <a:gd name="connsiteY25820" fmla="*/ 2530030 h 5143785"/>
              <a:gd name="connsiteX25821" fmla="*/ 2890742 w 3114960"/>
              <a:gd name="connsiteY25821" fmla="*/ 2532984 h 5143785"/>
              <a:gd name="connsiteX25822" fmla="*/ 2890742 w 3114960"/>
              <a:gd name="connsiteY25822" fmla="*/ 2536127 h 5143785"/>
              <a:gd name="connsiteX25823" fmla="*/ 2887790 w 3114960"/>
              <a:gd name="connsiteY25823" fmla="*/ 2539079 h 5143785"/>
              <a:gd name="connsiteX25824" fmla="*/ 2884646 w 3114960"/>
              <a:gd name="connsiteY25824" fmla="*/ 2539079 h 5143785"/>
              <a:gd name="connsiteX25825" fmla="*/ 2881694 w 3114960"/>
              <a:gd name="connsiteY25825" fmla="*/ 2536127 h 5143785"/>
              <a:gd name="connsiteX25826" fmla="*/ 3024283 w 3114960"/>
              <a:gd name="connsiteY25826" fmla="*/ 3328511 h 5143785"/>
              <a:gd name="connsiteX25827" fmla="*/ 3016472 w 3114960"/>
              <a:gd name="connsiteY25827" fmla="*/ 3322892 h 5143785"/>
              <a:gd name="connsiteX25828" fmla="*/ 3006947 w 3114960"/>
              <a:gd name="connsiteY25828" fmla="*/ 3324416 h 5143785"/>
              <a:gd name="connsiteX25829" fmla="*/ 3001232 w 3114960"/>
              <a:gd name="connsiteY25829" fmla="*/ 3332226 h 5143785"/>
              <a:gd name="connsiteX25830" fmla="*/ 3002756 w 3114960"/>
              <a:gd name="connsiteY25830" fmla="*/ 3341751 h 5143785"/>
              <a:gd name="connsiteX25831" fmla="*/ 3010567 w 3114960"/>
              <a:gd name="connsiteY25831" fmla="*/ 3347371 h 5143785"/>
              <a:gd name="connsiteX25832" fmla="*/ 3013520 w 3114960"/>
              <a:gd name="connsiteY25832" fmla="*/ 3347752 h 5143785"/>
              <a:gd name="connsiteX25833" fmla="*/ 3020378 w 3114960"/>
              <a:gd name="connsiteY25833" fmla="*/ 3345561 h 5143785"/>
              <a:gd name="connsiteX25834" fmla="*/ 3100292 w 3114960"/>
              <a:gd name="connsiteY25834" fmla="*/ 3423095 h 5143785"/>
              <a:gd name="connsiteX25835" fmla="*/ 3100769 w 3114960"/>
              <a:gd name="connsiteY25835" fmla="*/ 3498533 h 5143785"/>
              <a:gd name="connsiteX25836" fmla="*/ 3114770 w 3114960"/>
              <a:gd name="connsiteY25836" fmla="*/ 3512630 h 5143785"/>
              <a:gd name="connsiteX25837" fmla="*/ 3114770 w 3114960"/>
              <a:gd name="connsiteY25837" fmla="*/ 3505867 h 5143785"/>
              <a:gd name="connsiteX25838" fmla="*/ 3105531 w 3114960"/>
              <a:gd name="connsiteY25838" fmla="*/ 3496532 h 5143785"/>
              <a:gd name="connsiteX25839" fmla="*/ 3105055 w 3114960"/>
              <a:gd name="connsiteY25839" fmla="*/ 3421094 h 5143785"/>
              <a:gd name="connsiteX25840" fmla="*/ 3023902 w 3114960"/>
              <a:gd name="connsiteY25840" fmla="*/ 3342323 h 5143785"/>
              <a:gd name="connsiteX25841" fmla="*/ 3025807 w 3114960"/>
              <a:gd name="connsiteY25841" fmla="*/ 3338132 h 5143785"/>
              <a:gd name="connsiteX25842" fmla="*/ 3024283 w 3114960"/>
              <a:gd name="connsiteY25842" fmla="*/ 3328607 h 5143785"/>
              <a:gd name="connsiteX25843" fmla="*/ 3021140 w 3114960"/>
              <a:gd name="connsiteY25843" fmla="*/ 3336893 h 5143785"/>
              <a:gd name="connsiteX25844" fmla="*/ 3011710 w 3114960"/>
              <a:gd name="connsiteY25844" fmla="*/ 3342609 h 5143785"/>
              <a:gd name="connsiteX25845" fmla="*/ 3006852 w 3114960"/>
              <a:gd name="connsiteY25845" fmla="*/ 3339084 h 5143785"/>
              <a:gd name="connsiteX25846" fmla="*/ 3005900 w 3114960"/>
              <a:gd name="connsiteY25846" fmla="*/ 3333179 h 5143785"/>
              <a:gd name="connsiteX25847" fmla="*/ 3009424 w 3114960"/>
              <a:gd name="connsiteY25847" fmla="*/ 3328321 h 5143785"/>
              <a:gd name="connsiteX25848" fmla="*/ 3013520 w 3114960"/>
              <a:gd name="connsiteY25848" fmla="*/ 3327178 h 5143785"/>
              <a:gd name="connsiteX25849" fmla="*/ 3015329 w 3114960"/>
              <a:gd name="connsiteY25849" fmla="*/ 3327368 h 5143785"/>
              <a:gd name="connsiteX25850" fmla="*/ 3020187 w 3114960"/>
              <a:gd name="connsiteY25850" fmla="*/ 3330893 h 5143785"/>
              <a:gd name="connsiteX25851" fmla="*/ 3021140 w 3114960"/>
              <a:gd name="connsiteY25851" fmla="*/ 3336798 h 5143785"/>
              <a:gd name="connsiteX25852" fmla="*/ 2991422 w 3114960"/>
              <a:gd name="connsiteY25852" fmla="*/ 3249263 h 5143785"/>
              <a:gd name="connsiteX25853" fmla="*/ 2991422 w 3114960"/>
              <a:gd name="connsiteY25853" fmla="*/ 3227927 h 5143785"/>
              <a:gd name="connsiteX25854" fmla="*/ 2962275 w 3114960"/>
              <a:gd name="connsiteY25854" fmla="*/ 3195733 h 5143785"/>
              <a:gd name="connsiteX25855" fmla="*/ 2962275 w 3114960"/>
              <a:gd name="connsiteY25855" fmla="*/ 3090672 h 5143785"/>
              <a:gd name="connsiteX25856" fmla="*/ 2986469 w 3114960"/>
              <a:gd name="connsiteY25856" fmla="*/ 3057620 h 5143785"/>
              <a:gd name="connsiteX25857" fmla="*/ 2986469 w 3114960"/>
              <a:gd name="connsiteY25857" fmla="*/ 2904363 h 5143785"/>
              <a:gd name="connsiteX25858" fmla="*/ 2959894 w 3114960"/>
              <a:gd name="connsiteY25858" fmla="*/ 2865596 h 5143785"/>
              <a:gd name="connsiteX25859" fmla="*/ 2959513 w 3114960"/>
              <a:gd name="connsiteY25859" fmla="*/ 2755106 h 5143785"/>
              <a:gd name="connsiteX25860" fmla="*/ 2971610 w 3114960"/>
              <a:gd name="connsiteY25860" fmla="*/ 2738914 h 5143785"/>
              <a:gd name="connsiteX25861" fmla="*/ 2971610 w 3114960"/>
              <a:gd name="connsiteY25861" fmla="*/ 2659666 h 5143785"/>
              <a:gd name="connsiteX25862" fmla="*/ 2966371 w 3114960"/>
              <a:gd name="connsiteY25862" fmla="*/ 2659666 h 5143785"/>
              <a:gd name="connsiteX25863" fmla="*/ 2960370 w 3114960"/>
              <a:gd name="connsiteY25863" fmla="*/ 2653665 h 5143785"/>
              <a:gd name="connsiteX25864" fmla="*/ 2960370 w 3114960"/>
              <a:gd name="connsiteY25864" fmla="*/ 2633567 h 5143785"/>
              <a:gd name="connsiteX25865" fmla="*/ 2966371 w 3114960"/>
              <a:gd name="connsiteY25865" fmla="*/ 2627567 h 5143785"/>
              <a:gd name="connsiteX25866" fmla="*/ 2986469 w 3114960"/>
              <a:gd name="connsiteY25866" fmla="*/ 2627567 h 5143785"/>
              <a:gd name="connsiteX25867" fmla="*/ 2992469 w 3114960"/>
              <a:gd name="connsiteY25867" fmla="*/ 2633567 h 5143785"/>
              <a:gd name="connsiteX25868" fmla="*/ 2992469 w 3114960"/>
              <a:gd name="connsiteY25868" fmla="*/ 2653665 h 5143785"/>
              <a:gd name="connsiteX25869" fmla="*/ 2986469 w 3114960"/>
              <a:gd name="connsiteY25869" fmla="*/ 2659666 h 5143785"/>
              <a:gd name="connsiteX25870" fmla="*/ 2981230 w 3114960"/>
              <a:gd name="connsiteY25870" fmla="*/ 2659666 h 5143785"/>
              <a:gd name="connsiteX25871" fmla="*/ 2981230 w 3114960"/>
              <a:gd name="connsiteY25871" fmla="*/ 2742057 h 5143785"/>
              <a:gd name="connsiteX25872" fmla="*/ 2969133 w 3114960"/>
              <a:gd name="connsiteY25872" fmla="*/ 2758250 h 5143785"/>
              <a:gd name="connsiteX25873" fmla="*/ 2969514 w 3114960"/>
              <a:gd name="connsiteY25873" fmla="*/ 2862548 h 5143785"/>
              <a:gd name="connsiteX25874" fmla="*/ 2996089 w 3114960"/>
              <a:gd name="connsiteY25874" fmla="*/ 2901315 h 5143785"/>
              <a:gd name="connsiteX25875" fmla="*/ 2996089 w 3114960"/>
              <a:gd name="connsiteY25875" fmla="*/ 3060668 h 5143785"/>
              <a:gd name="connsiteX25876" fmla="*/ 2971895 w 3114960"/>
              <a:gd name="connsiteY25876" fmla="*/ 3093720 h 5143785"/>
              <a:gd name="connsiteX25877" fmla="*/ 2971895 w 3114960"/>
              <a:gd name="connsiteY25877" fmla="*/ 3191923 h 5143785"/>
              <a:gd name="connsiteX25878" fmla="*/ 3001137 w 3114960"/>
              <a:gd name="connsiteY25878" fmla="*/ 3224117 h 5143785"/>
              <a:gd name="connsiteX25879" fmla="*/ 3001137 w 3114960"/>
              <a:gd name="connsiteY25879" fmla="*/ 3249073 h 5143785"/>
              <a:gd name="connsiteX25880" fmla="*/ 3005138 w 3114960"/>
              <a:gd name="connsiteY25880" fmla="*/ 3255836 h 5143785"/>
              <a:gd name="connsiteX25881" fmla="*/ 2996755 w 3114960"/>
              <a:gd name="connsiteY25881" fmla="*/ 3265075 h 5143785"/>
              <a:gd name="connsiteX25882" fmla="*/ 2987517 w 3114960"/>
              <a:gd name="connsiteY25882" fmla="*/ 3256693 h 5143785"/>
              <a:gd name="connsiteX25883" fmla="*/ 2991517 w 3114960"/>
              <a:gd name="connsiteY25883" fmla="*/ 3249073 h 5143785"/>
              <a:gd name="connsiteX25884" fmla="*/ 2974658 w 3114960"/>
              <a:gd name="connsiteY25884" fmla="*/ 2411159 h 5143785"/>
              <a:gd name="connsiteX25885" fmla="*/ 2974658 w 3114960"/>
              <a:gd name="connsiteY25885" fmla="*/ 2421350 h 5143785"/>
              <a:gd name="connsiteX25886" fmla="*/ 2979801 w 3114960"/>
              <a:gd name="connsiteY25886" fmla="*/ 2423446 h 5143785"/>
              <a:gd name="connsiteX25887" fmla="*/ 2984945 w 3114960"/>
              <a:gd name="connsiteY25887" fmla="*/ 2421350 h 5143785"/>
              <a:gd name="connsiteX25888" fmla="*/ 2984945 w 3114960"/>
              <a:gd name="connsiteY25888" fmla="*/ 2411159 h 5143785"/>
              <a:gd name="connsiteX25889" fmla="*/ 2982182 w 3114960"/>
              <a:gd name="connsiteY25889" fmla="*/ 2409539 h 5143785"/>
              <a:gd name="connsiteX25890" fmla="*/ 2982182 w 3114960"/>
              <a:gd name="connsiteY25890" fmla="*/ 2398681 h 5143785"/>
              <a:gd name="connsiteX25891" fmla="*/ 2966466 w 3114960"/>
              <a:gd name="connsiteY25891" fmla="*/ 2383441 h 5143785"/>
              <a:gd name="connsiteX25892" fmla="*/ 2849118 w 3114960"/>
              <a:gd name="connsiteY25892" fmla="*/ 2384108 h 5143785"/>
              <a:gd name="connsiteX25893" fmla="*/ 2833973 w 3114960"/>
              <a:gd name="connsiteY25893" fmla="*/ 2399252 h 5143785"/>
              <a:gd name="connsiteX25894" fmla="*/ 2826258 w 3114960"/>
              <a:gd name="connsiteY25894" fmla="*/ 2400872 h 5143785"/>
              <a:gd name="connsiteX25895" fmla="*/ 2824163 w 3114960"/>
              <a:gd name="connsiteY25895" fmla="*/ 2406015 h 5143785"/>
              <a:gd name="connsiteX25896" fmla="*/ 2826258 w 3114960"/>
              <a:gd name="connsiteY25896" fmla="*/ 2411159 h 5143785"/>
              <a:gd name="connsiteX25897" fmla="*/ 2831402 w 3114960"/>
              <a:gd name="connsiteY25897" fmla="*/ 2413254 h 5143785"/>
              <a:gd name="connsiteX25898" fmla="*/ 2836545 w 3114960"/>
              <a:gd name="connsiteY25898" fmla="*/ 2411159 h 5143785"/>
              <a:gd name="connsiteX25899" fmla="*/ 2837593 w 3114960"/>
              <a:gd name="connsiteY25899" fmla="*/ 2402491 h 5143785"/>
              <a:gd name="connsiteX25900" fmla="*/ 2851118 w 3114960"/>
              <a:gd name="connsiteY25900" fmla="*/ 2388965 h 5143785"/>
              <a:gd name="connsiteX25901" fmla="*/ 2964561 w 3114960"/>
              <a:gd name="connsiteY25901" fmla="*/ 2388299 h 5143785"/>
              <a:gd name="connsiteX25902" fmla="*/ 2977420 w 3114960"/>
              <a:gd name="connsiteY25902" fmla="*/ 2400776 h 5143785"/>
              <a:gd name="connsiteX25903" fmla="*/ 2977420 w 3114960"/>
              <a:gd name="connsiteY25903" fmla="*/ 2409635 h 5143785"/>
              <a:gd name="connsiteX25904" fmla="*/ 2974658 w 3114960"/>
              <a:gd name="connsiteY25904" fmla="*/ 2411254 h 5143785"/>
              <a:gd name="connsiteX25905" fmla="*/ 2834830 w 3114960"/>
              <a:gd name="connsiteY25905" fmla="*/ 2409349 h 5143785"/>
              <a:gd name="connsiteX25906" fmla="*/ 2827973 w 3114960"/>
              <a:gd name="connsiteY25906" fmla="*/ 2409349 h 5143785"/>
              <a:gd name="connsiteX25907" fmla="*/ 2827973 w 3114960"/>
              <a:gd name="connsiteY25907" fmla="*/ 2402491 h 5143785"/>
              <a:gd name="connsiteX25908" fmla="*/ 2831402 w 3114960"/>
              <a:gd name="connsiteY25908" fmla="*/ 2401062 h 5143785"/>
              <a:gd name="connsiteX25909" fmla="*/ 2834830 w 3114960"/>
              <a:gd name="connsiteY25909" fmla="*/ 2402491 h 5143785"/>
              <a:gd name="connsiteX25910" fmla="*/ 2834830 w 3114960"/>
              <a:gd name="connsiteY25910" fmla="*/ 2409349 h 5143785"/>
              <a:gd name="connsiteX25911" fmla="*/ 2979801 w 3114960"/>
              <a:gd name="connsiteY25911" fmla="*/ 2411444 h 5143785"/>
              <a:gd name="connsiteX25912" fmla="*/ 2983230 w 3114960"/>
              <a:gd name="connsiteY25912" fmla="*/ 2412873 h 5143785"/>
              <a:gd name="connsiteX25913" fmla="*/ 2983230 w 3114960"/>
              <a:gd name="connsiteY25913" fmla="*/ 2419731 h 5143785"/>
              <a:gd name="connsiteX25914" fmla="*/ 2976372 w 3114960"/>
              <a:gd name="connsiteY25914" fmla="*/ 2419731 h 5143785"/>
              <a:gd name="connsiteX25915" fmla="*/ 2974943 w 3114960"/>
              <a:gd name="connsiteY25915" fmla="*/ 2416302 h 5143785"/>
              <a:gd name="connsiteX25916" fmla="*/ 2976372 w 3114960"/>
              <a:gd name="connsiteY25916" fmla="*/ 2412873 h 5143785"/>
              <a:gd name="connsiteX25917" fmla="*/ 2979801 w 3114960"/>
              <a:gd name="connsiteY25917" fmla="*/ 2411444 h 5143785"/>
              <a:gd name="connsiteX25918" fmla="*/ 2191417 w 3114960"/>
              <a:gd name="connsiteY25918" fmla="*/ 2926842 h 5143785"/>
              <a:gd name="connsiteX25919" fmla="*/ 2204085 w 3114960"/>
              <a:gd name="connsiteY25919" fmla="*/ 2912555 h 5143785"/>
              <a:gd name="connsiteX25920" fmla="*/ 2207609 w 3114960"/>
              <a:gd name="connsiteY25920" fmla="*/ 2915698 h 5143785"/>
              <a:gd name="connsiteX25921" fmla="*/ 2194941 w 3114960"/>
              <a:gd name="connsiteY25921" fmla="*/ 2929985 h 5143785"/>
              <a:gd name="connsiteX25922" fmla="*/ 2191417 w 3114960"/>
              <a:gd name="connsiteY25922" fmla="*/ 2926842 h 5143785"/>
              <a:gd name="connsiteX25923" fmla="*/ 2315623 w 3114960"/>
              <a:gd name="connsiteY25923" fmla="*/ 3394520 h 5143785"/>
              <a:gd name="connsiteX25924" fmla="*/ 2322481 w 3114960"/>
              <a:gd name="connsiteY25924" fmla="*/ 3401378 h 5143785"/>
              <a:gd name="connsiteX25925" fmla="*/ 2330577 w 3114960"/>
              <a:gd name="connsiteY25925" fmla="*/ 3401378 h 5143785"/>
              <a:gd name="connsiteX25926" fmla="*/ 2337435 w 3114960"/>
              <a:gd name="connsiteY25926" fmla="*/ 3394520 h 5143785"/>
              <a:gd name="connsiteX25927" fmla="*/ 2337435 w 3114960"/>
              <a:gd name="connsiteY25927" fmla="*/ 3386423 h 5143785"/>
              <a:gd name="connsiteX25928" fmla="*/ 2330577 w 3114960"/>
              <a:gd name="connsiteY25928" fmla="*/ 3379565 h 5143785"/>
              <a:gd name="connsiteX25929" fmla="*/ 2328958 w 3114960"/>
              <a:gd name="connsiteY25929" fmla="*/ 3379565 h 5143785"/>
              <a:gd name="connsiteX25930" fmla="*/ 2328958 w 3114960"/>
              <a:gd name="connsiteY25930" fmla="*/ 3324892 h 5143785"/>
              <a:gd name="connsiteX25931" fmla="*/ 2338388 w 3114960"/>
              <a:gd name="connsiteY25931" fmla="*/ 3314224 h 5143785"/>
              <a:gd name="connsiteX25932" fmla="*/ 2360962 w 3114960"/>
              <a:gd name="connsiteY25932" fmla="*/ 3314224 h 5143785"/>
              <a:gd name="connsiteX25933" fmla="*/ 2371820 w 3114960"/>
              <a:gd name="connsiteY25933" fmla="*/ 3325463 h 5143785"/>
              <a:gd name="connsiteX25934" fmla="*/ 2371820 w 3114960"/>
              <a:gd name="connsiteY25934" fmla="*/ 3415189 h 5143785"/>
              <a:gd name="connsiteX25935" fmla="*/ 2363819 w 3114960"/>
              <a:gd name="connsiteY25935" fmla="*/ 3427857 h 5143785"/>
              <a:gd name="connsiteX25936" fmla="*/ 2368487 w 3114960"/>
              <a:gd name="connsiteY25936" fmla="*/ 3434525 h 5143785"/>
              <a:gd name="connsiteX25937" fmla="*/ 2374202 w 3114960"/>
              <a:gd name="connsiteY25937" fmla="*/ 3436144 h 5143785"/>
              <a:gd name="connsiteX25938" fmla="*/ 2376583 w 3114960"/>
              <a:gd name="connsiteY25938" fmla="*/ 3435858 h 5143785"/>
              <a:gd name="connsiteX25939" fmla="*/ 2383250 w 3114960"/>
              <a:gd name="connsiteY25939" fmla="*/ 3431191 h 5143785"/>
              <a:gd name="connsiteX25940" fmla="*/ 2384679 w 3114960"/>
              <a:gd name="connsiteY25940" fmla="*/ 3423190 h 5143785"/>
              <a:gd name="connsiteX25941" fmla="*/ 2376678 w 3114960"/>
              <a:gd name="connsiteY25941" fmla="*/ 3415284 h 5143785"/>
              <a:gd name="connsiteX25942" fmla="*/ 2376678 w 3114960"/>
              <a:gd name="connsiteY25942" fmla="*/ 3323559 h 5143785"/>
              <a:gd name="connsiteX25943" fmla="*/ 2363057 w 3114960"/>
              <a:gd name="connsiteY25943" fmla="*/ 3309461 h 5143785"/>
              <a:gd name="connsiteX25944" fmla="*/ 2336292 w 3114960"/>
              <a:gd name="connsiteY25944" fmla="*/ 3309461 h 5143785"/>
              <a:gd name="connsiteX25945" fmla="*/ 2324195 w 3114960"/>
              <a:gd name="connsiteY25945" fmla="*/ 3323082 h 5143785"/>
              <a:gd name="connsiteX25946" fmla="*/ 2324195 w 3114960"/>
              <a:gd name="connsiteY25946" fmla="*/ 3379565 h 5143785"/>
              <a:gd name="connsiteX25947" fmla="*/ 2322576 w 3114960"/>
              <a:gd name="connsiteY25947" fmla="*/ 3379565 h 5143785"/>
              <a:gd name="connsiteX25948" fmla="*/ 2315718 w 3114960"/>
              <a:gd name="connsiteY25948" fmla="*/ 3386423 h 5143785"/>
              <a:gd name="connsiteX25949" fmla="*/ 2315718 w 3114960"/>
              <a:gd name="connsiteY25949" fmla="*/ 3394520 h 5143785"/>
              <a:gd name="connsiteX25950" fmla="*/ 2374011 w 3114960"/>
              <a:gd name="connsiteY25950" fmla="*/ 3419666 h 5143785"/>
              <a:gd name="connsiteX25951" fmla="*/ 2379726 w 3114960"/>
              <a:gd name="connsiteY25951" fmla="*/ 3424238 h 5143785"/>
              <a:gd name="connsiteX25952" fmla="*/ 2378964 w 3114960"/>
              <a:gd name="connsiteY25952" fmla="*/ 3428619 h 5143785"/>
              <a:gd name="connsiteX25953" fmla="*/ 2375249 w 3114960"/>
              <a:gd name="connsiteY25953" fmla="*/ 3431191 h 5143785"/>
              <a:gd name="connsiteX25954" fmla="*/ 2370868 w 3114960"/>
              <a:gd name="connsiteY25954" fmla="*/ 3430429 h 5143785"/>
              <a:gd name="connsiteX25955" fmla="*/ 2368296 w 3114960"/>
              <a:gd name="connsiteY25955" fmla="*/ 3426809 h 5143785"/>
              <a:gd name="connsiteX25956" fmla="*/ 2372773 w 3114960"/>
              <a:gd name="connsiteY25956" fmla="*/ 3419856 h 5143785"/>
              <a:gd name="connsiteX25957" fmla="*/ 2374011 w 3114960"/>
              <a:gd name="connsiteY25957" fmla="*/ 3419761 h 5143785"/>
              <a:gd name="connsiteX25958" fmla="*/ 2320385 w 3114960"/>
              <a:gd name="connsiteY25958" fmla="*/ 3386423 h 5143785"/>
              <a:gd name="connsiteX25959" fmla="*/ 2322481 w 3114960"/>
              <a:gd name="connsiteY25959" fmla="*/ 3384328 h 5143785"/>
              <a:gd name="connsiteX25960" fmla="*/ 2330577 w 3114960"/>
              <a:gd name="connsiteY25960" fmla="*/ 3384328 h 5143785"/>
              <a:gd name="connsiteX25961" fmla="*/ 2332673 w 3114960"/>
              <a:gd name="connsiteY25961" fmla="*/ 3386423 h 5143785"/>
              <a:gd name="connsiteX25962" fmla="*/ 2332673 w 3114960"/>
              <a:gd name="connsiteY25962" fmla="*/ 3394520 h 5143785"/>
              <a:gd name="connsiteX25963" fmla="*/ 2330577 w 3114960"/>
              <a:gd name="connsiteY25963" fmla="*/ 3396615 h 5143785"/>
              <a:gd name="connsiteX25964" fmla="*/ 2322481 w 3114960"/>
              <a:gd name="connsiteY25964" fmla="*/ 3396615 h 5143785"/>
              <a:gd name="connsiteX25965" fmla="*/ 2320385 w 3114960"/>
              <a:gd name="connsiteY25965" fmla="*/ 3394520 h 5143785"/>
              <a:gd name="connsiteX25966" fmla="*/ 2320385 w 3114960"/>
              <a:gd name="connsiteY25966" fmla="*/ 3386423 h 5143785"/>
              <a:gd name="connsiteX25967" fmla="*/ 2195703 w 3114960"/>
              <a:gd name="connsiteY25967" fmla="*/ 3114104 h 5143785"/>
              <a:gd name="connsiteX25968" fmla="*/ 2202752 w 3114960"/>
              <a:gd name="connsiteY25968" fmla="*/ 3107055 h 5143785"/>
              <a:gd name="connsiteX25969" fmla="*/ 2209800 w 3114960"/>
              <a:gd name="connsiteY25969" fmla="*/ 3114104 h 5143785"/>
              <a:gd name="connsiteX25970" fmla="*/ 2202752 w 3114960"/>
              <a:gd name="connsiteY25970" fmla="*/ 3121152 h 5143785"/>
              <a:gd name="connsiteX25971" fmla="*/ 2195703 w 3114960"/>
              <a:gd name="connsiteY25971" fmla="*/ 3114104 h 5143785"/>
              <a:gd name="connsiteX25972" fmla="*/ 2267236 w 3114960"/>
              <a:gd name="connsiteY25972" fmla="*/ 2841403 h 5143785"/>
              <a:gd name="connsiteX25973" fmla="*/ 2279904 w 3114960"/>
              <a:gd name="connsiteY25973" fmla="*/ 2827115 h 5143785"/>
              <a:gd name="connsiteX25974" fmla="*/ 2283428 w 3114960"/>
              <a:gd name="connsiteY25974" fmla="*/ 2830259 h 5143785"/>
              <a:gd name="connsiteX25975" fmla="*/ 2270760 w 3114960"/>
              <a:gd name="connsiteY25975" fmla="*/ 2844546 h 5143785"/>
              <a:gd name="connsiteX25976" fmla="*/ 2267236 w 3114960"/>
              <a:gd name="connsiteY25976" fmla="*/ 2841403 h 5143785"/>
              <a:gd name="connsiteX25977" fmla="*/ 2700528 w 3114960"/>
              <a:gd name="connsiteY25977" fmla="*/ 3314034 h 5143785"/>
              <a:gd name="connsiteX25978" fmla="*/ 2693670 w 3114960"/>
              <a:gd name="connsiteY25978" fmla="*/ 3307175 h 5143785"/>
              <a:gd name="connsiteX25979" fmla="*/ 2681002 w 3114960"/>
              <a:gd name="connsiteY25979" fmla="*/ 3307175 h 5143785"/>
              <a:gd name="connsiteX25980" fmla="*/ 2674144 w 3114960"/>
              <a:gd name="connsiteY25980" fmla="*/ 3314034 h 5143785"/>
              <a:gd name="connsiteX25981" fmla="*/ 2674144 w 3114960"/>
              <a:gd name="connsiteY25981" fmla="*/ 3318701 h 5143785"/>
              <a:gd name="connsiteX25982" fmla="*/ 2653094 w 3114960"/>
              <a:gd name="connsiteY25982" fmla="*/ 3318701 h 5143785"/>
              <a:gd name="connsiteX25983" fmla="*/ 2576798 w 3114960"/>
              <a:gd name="connsiteY25983" fmla="*/ 3389662 h 5143785"/>
              <a:gd name="connsiteX25984" fmla="*/ 2512124 w 3114960"/>
              <a:gd name="connsiteY25984" fmla="*/ 3389471 h 5143785"/>
              <a:gd name="connsiteX25985" fmla="*/ 2495645 w 3114960"/>
              <a:gd name="connsiteY25985" fmla="*/ 3370898 h 5143785"/>
              <a:gd name="connsiteX25986" fmla="*/ 2414969 w 3114960"/>
              <a:gd name="connsiteY25986" fmla="*/ 3370612 h 5143785"/>
              <a:gd name="connsiteX25987" fmla="*/ 2408206 w 3114960"/>
              <a:gd name="connsiteY25987" fmla="*/ 3363944 h 5143785"/>
              <a:gd name="connsiteX25988" fmla="*/ 2400110 w 3114960"/>
              <a:gd name="connsiteY25988" fmla="*/ 3363944 h 5143785"/>
              <a:gd name="connsiteX25989" fmla="*/ 2393252 w 3114960"/>
              <a:gd name="connsiteY25989" fmla="*/ 3370802 h 5143785"/>
              <a:gd name="connsiteX25990" fmla="*/ 2393252 w 3114960"/>
              <a:gd name="connsiteY25990" fmla="*/ 3378899 h 5143785"/>
              <a:gd name="connsiteX25991" fmla="*/ 2400110 w 3114960"/>
              <a:gd name="connsiteY25991" fmla="*/ 3385757 h 5143785"/>
              <a:gd name="connsiteX25992" fmla="*/ 2408206 w 3114960"/>
              <a:gd name="connsiteY25992" fmla="*/ 3385757 h 5143785"/>
              <a:gd name="connsiteX25993" fmla="*/ 2415064 w 3114960"/>
              <a:gd name="connsiteY25993" fmla="*/ 3378899 h 5143785"/>
              <a:gd name="connsiteX25994" fmla="*/ 2415064 w 3114960"/>
              <a:gd name="connsiteY25994" fmla="*/ 3375470 h 5143785"/>
              <a:gd name="connsiteX25995" fmla="*/ 2493550 w 3114960"/>
              <a:gd name="connsiteY25995" fmla="*/ 3375755 h 5143785"/>
              <a:gd name="connsiteX25996" fmla="*/ 2510028 w 3114960"/>
              <a:gd name="connsiteY25996" fmla="*/ 3394329 h 5143785"/>
              <a:gd name="connsiteX25997" fmla="*/ 2578703 w 3114960"/>
              <a:gd name="connsiteY25997" fmla="*/ 3394520 h 5143785"/>
              <a:gd name="connsiteX25998" fmla="*/ 2654999 w 3114960"/>
              <a:gd name="connsiteY25998" fmla="*/ 3323654 h 5143785"/>
              <a:gd name="connsiteX25999" fmla="*/ 2674239 w 3114960"/>
              <a:gd name="connsiteY25999" fmla="*/ 3323654 h 5143785"/>
              <a:gd name="connsiteX26000" fmla="*/ 2674239 w 3114960"/>
              <a:gd name="connsiteY26000" fmla="*/ 3326892 h 5143785"/>
              <a:gd name="connsiteX26001" fmla="*/ 2681097 w 3114960"/>
              <a:gd name="connsiteY26001" fmla="*/ 3333750 h 5143785"/>
              <a:gd name="connsiteX26002" fmla="*/ 2693765 w 3114960"/>
              <a:gd name="connsiteY26002" fmla="*/ 3333750 h 5143785"/>
              <a:gd name="connsiteX26003" fmla="*/ 2700623 w 3114960"/>
              <a:gd name="connsiteY26003" fmla="*/ 3326892 h 5143785"/>
              <a:gd name="connsiteX26004" fmla="*/ 2700623 w 3114960"/>
              <a:gd name="connsiteY26004" fmla="*/ 3323654 h 5143785"/>
              <a:gd name="connsiteX26005" fmla="*/ 2722626 w 3114960"/>
              <a:gd name="connsiteY26005" fmla="*/ 3323654 h 5143785"/>
              <a:gd name="connsiteX26006" fmla="*/ 2780252 w 3114960"/>
              <a:gd name="connsiteY26006" fmla="*/ 3376232 h 5143785"/>
              <a:gd name="connsiteX26007" fmla="*/ 2780252 w 3114960"/>
              <a:gd name="connsiteY26007" fmla="*/ 3396710 h 5143785"/>
              <a:gd name="connsiteX26008" fmla="*/ 2773109 w 3114960"/>
              <a:gd name="connsiteY26008" fmla="*/ 3396710 h 5143785"/>
              <a:gd name="connsiteX26009" fmla="*/ 2766251 w 3114960"/>
              <a:gd name="connsiteY26009" fmla="*/ 3403568 h 5143785"/>
              <a:gd name="connsiteX26010" fmla="*/ 2766251 w 3114960"/>
              <a:gd name="connsiteY26010" fmla="*/ 3411665 h 5143785"/>
              <a:gd name="connsiteX26011" fmla="*/ 2773109 w 3114960"/>
              <a:gd name="connsiteY26011" fmla="*/ 3418523 h 5143785"/>
              <a:gd name="connsiteX26012" fmla="*/ 2792159 w 3114960"/>
              <a:gd name="connsiteY26012" fmla="*/ 3418523 h 5143785"/>
              <a:gd name="connsiteX26013" fmla="*/ 2799017 w 3114960"/>
              <a:gd name="connsiteY26013" fmla="*/ 3411665 h 5143785"/>
              <a:gd name="connsiteX26014" fmla="*/ 2799017 w 3114960"/>
              <a:gd name="connsiteY26014" fmla="*/ 3403568 h 5143785"/>
              <a:gd name="connsiteX26015" fmla="*/ 2792159 w 3114960"/>
              <a:gd name="connsiteY26015" fmla="*/ 3396710 h 5143785"/>
              <a:gd name="connsiteX26016" fmla="*/ 2785015 w 3114960"/>
              <a:gd name="connsiteY26016" fmla="*/ 3396710 h 5143785"/>
              <a:gd name="connsiteX26017" fmla="*/ 2785015 w 3114960"/>
              <a:gd name="connsiteY26017" fmla="*/ 3374136 h 5143785"/>
              <a:gd name="connsiteX26018" fmla="*/ 2724436 w 3114960"/>
              <a:gd name="connsiteY26018" fmla="*/ 3318891 h 5143785"/>
              <a:gd name="connsiteX26019" fmla="*/ 2700528 w 3114960"/>
              <a:gd name="connsiteY26019" fmla="*/ 3318891 h 5143785"/>
              <a:gd name="connsiteX26020" fmla="*/ 2700528 w 3114960"/>
              <a:gd name="connsiteY26020" fmla="*/ 3314224 h 5143785"/>
              <a:gd name="connsiteX26021" fmla="*/ 2410397 w 3114960"/>
              <a:gd name="connsiteY26021" fmla="*/ 3378803 h 5143785"/>
              <a:gd name="connsiteX26022" fmla="*/ 2408301 w 3114960"/>
              <a:gd name="connsiteY26022" fmla="*/ 3380899 h 5143785"/>
              <a:gd name="connsiteX26023" fmla="*/ 2400205 w 3114960"/>
              <a:gd name="connsiteY26023" fmla="*/ 3380899 h 5143785"/>
              <a:gd name="connsiteX26024" fmla="*/ 2398109 w 3114960"/>
              <a:gd name="connsiteY26024" fmla="*/ 3378803 h 5143785"/>
              <a:gd name="connsiteX26025" fmla="*/ 2398109 w 3114960"/>
              <a:gd name="connsiteY26025" fmla="*/ 3370707 h 5143785"/>
              <a:gd name="connsiteX26026" fmla="*/ 2400205 w 3114960"/>
              <a:gd name="connsiteY26026" fmla="*/ 3368612 h 5143785"/>
              <a:gd name="connsiteX26027" fmla="*/ 2408301 w 3114960"/>
              <a:gd name="connsiteY26027" fmla="*/ 3368612 h 5143785"/>
              <a:gd name="connsiteX26028" fmla="*/ 2410397 w 3114960"/>
              <a:gd name="connsiteY26028" fmla="*/ 3370707 h 5143785"/>
              <a:gd name="connsiteX26029" fmla="*/ 2410397 w 3114960"/>
              <a:gd name="connsiteY26029" fmla="*/ 3378803 h 5143785"/>
              <a:gd name="connsiteX26030" fmla="*/ 2695766 w 3114960"/>
              <a:gd name="connsiteY26030" fmla="*/ 3326702 h 5143785"/>
              <a:gd name="connsiteX26031" fmla="*/ 2693670 w 3114960"/>
              <a:gd name="connsiteY26031" fmla="*/ 3328797 h 5143785"/>
              <a:gd name="connsiteX26032" fmla="*/ 2681002 w 3114960"/>
              <a:gd name="connsiteY26032" fmla="*/ 3328797 h 5143785"/>
              <a:gd name="connsiteX26033" fmla="*/ 2678906 w 3114960"/>
              <a:gd name="connsiteY26033" fmla="*/ 3326702 h 5143785"/>
              <a:gd name="connsiteX26034" fmla="*/ 2678906 w 3114960"/>
              <a:gd name="connsiteY26034" fmla="*/ 3314034 h 5143785"/>
              <a:gd name="connsiteX26035" fmla="*/ 2681002 w 3114960"/>
              <a:gd name="connsiteY26035" fmla="*/ 3311938 h 5143785"/>
              <a:gd name="connsiteX26036" fmla="*/ 2693670 w 3114960"/>
              <a:gd name="connsiteY26036" fmla="*/ 3311938 h 5143785"/>
              <a:gd name="connsiteX26037" fmla="*/ 2695766 w 3114960"/>
              <a:gd name="connsiteY26037" fmla="*/ 3314034 h 5143785"/>
              <a:gd name="connsiteX26038" fmla="*/ 2695766 w 3114960"/>
              <a:gd name="connsiteY26038" fmla="*/ 3326702 h 5143785"/>
              <a:gd name="connsiteX26039" fmla="*/ 2777490 w 3114960"/>
              <a:gd name="connsiteY26039" fmla="*/ 3413284 h 5143785"/>
              <a:gd name="connsiteX26040" fmla="*/ 2773109 w 3114960"/>
              <a:gd name="connsiteY26040" fmla="*/ 3413284 h 5143785"/>
              <a:gd name="connsiteX26041" fmla="*/ 2771013 w 3114960"/>
              <a:gd name="connsiteY26041" fmla="*/ 3411188 h 5143785"/>
              <a:gd name="connsiteX26042" fmla="*/ 2771013 w 3114960"/>
              <a:gd name="connsiteY26042" fmla="*/ 3403092 h 5143785"/>
              <a:gd name="connsiteX26043" fmla="*/ 2773109 w 3114960"/>
              <a:gd name="connsiteY26043" fmla="*/ 3400997 h 5143785"/>
              <a:gd name="connsiteX26044" fmla="*/ 2777490 w 3114960"/>
              <a:gd name="connsiteY26044" fmla="*/ 3400997 h 5143785"/>
              <a:gd name="connsiteX26045" fmla="*/ 2777490 w 3114960"/>
              <a:gd name="connsiteY26045" fmla="*/ 3413188 h 5143785"/>
              <a:gd name="connsiteX26046" fmla="*/ 2788063 w 3114960"/>
              <a:gd name="connsiteY26046" fmla="*/ 3401092 h 5143785"/>
              <a:gd name="connsiteX26047" fmla="*/ 2792159 w 3114960"/>
              <a:gd name="connsiteY26047" fmla="*/ 3401092 h 5143785"/>
              <a:gd name="connsiteX26048" fmla="*/ 2794254 w 3114960"/>
              <a:gd name="connsiteY26048" fmla="*/ 3403187 h 5143785"/>
              <a:gd name="connsiteX26049" fmla="*/ 2794254 w 3114960"/>
              <a:gd name="connsiteY26049" fmla="*/ 3411284 h 5143785"/>
              <a:gd name="connsiteX26050" fmla="*/ 2792159 w 3114960"/>
              <a:gd name="connsiteY26050" fmla="*/ 3413379 h 5143785"/>
              <a:gd name="connsiteX26051" fmla="*/ 2788063 w 3114960"/>
              <a:gd name="connsiteY26051" fmla="*/ 3413379 h 5143785"/>
              <a:gd name="connsiteX26052" fmla="*/ 2788063 w 3114960"/>
              <a:gd name="connsiteY26052" fmla="*/ 3401187 h 5143785"/>
              <a:gd name="connsiteX26053" fmla="*/ 2319814 w 3114960"/>
              <a:gd name="connsiteY26053" fmla="*/ 2857976 h 5143785"/>
              <a:gd name="connsiteX26054" fmla="*/ 2323338 w 3114960"/>
              <a:gd name="connsiteY26054" fmla="*/ 2861120 h 5143785"/>
              <a:gd name="connsiteX26055" fmla="*/ 2310670 w 3114960"/>
              <a:gd name="connsiteY26055" fmla="*/ 2875407 h 5143785"/>
              <a:gd name="connsiteX26056" fmla="*/ 2307146 w 3114960"/>
              <a:gd name="connsiteY26056" fmla="*/ 2872264 h 5143785"/>
              <a:gd name="connsiteX26057" fmla="*/ 2319814 w 3114960"/>
              <a:gd name="connsiteY26057" fmla="*/ 2857976 h 5143785"/>
              <a:gd name="connsiteX26058" fmla="*/ 2969895 w 3114960"/>
              <a:gd name="connsiteY26058" fmla="*/ 2559272 h 5143785"/>
              <a:gd name="connsiteX26059" fmla="*/ 2960370 w 3114960"/>
              <a:gd name="connsiteY26059" fmla="*/ 2549747 h 5143785"/>
              <a:gd name="connsiteX26060" fmla="*/ 2950845 w 3114960"/>
              <a:gd name="connsiteY26060" fmla="*/ 2559272 h 5143785"/>
              <a:gd name="connsiteX26061" fmla="*/ 2950845 w 3114960"/>
              <a:gd name="connsiteY26061" fmla="*/ 2559558 h 5143785"/>
              <a:gd name="connsiteX26062" fmla="*/ 2821019 w 3114960"/>
              <a:gd name="connsiteY26062" fmla="*/ 2559558 h 5143785"/>
              <a:gd name="connsiteX26063" fmla="*/ 2793778 w 3114960"/>
              <a:gd name="connsiteY26063" fmla="*/ 2518505 h 5143785"/>
              <a:gd name="connsiteX26064" fmla="*/ 2793778 w 3114960"/>
              <a:gd name="connsiteY26064" fmla="*/ 2454117 h 5143785"/>
              <a:gd name="connsiteX26065" fmla="*/ 2797683 w 3114960"/>
              <a:gd name="connsiteY26065" fmla="*/ 2452211 h 5143785"/>
              <a:gd name="connsiteX26066" fmla="*/ 2799779 w 3114960"/>
              <a:gd name="connsiteY26066" fmla="*/ 2447068 h 5143785"/>
              <a:gd name="connsiteX26067" fmla="*/ 2797683 w 3114960"/>
              <a:gd name="connsiteY26067" fmla="*/ 2441924 h 5143785"/>
              <a:gd name="connsiteX26068" fmla="*/ 2787492 w 3114960"/>
              <a:gd name="connsiteY26068" fmla="*/ 2441924 h 5143785"/>
              <a:gd name="connsiteX26069" fmla="*/ 2785396 w 3114960"/>
              <a:gd name="connsiteY26069" fmla="*/ 2447068 h 5143785"/>
              <a:gd name="connsiteX26070" fmla="*/ 2787492 w 3114960"/>
              <a:gd name="connsiteY26070" fmla="*/ 2452211 h 5143785"/>
              <a:gd name="connsiteX26071" fmla="*/ 2791397 w 3114960"/>
              <a:gd name="connsiteY26071" fmla="*/ 2454117 h 5143785"/>
              <a:gd name="connsiteX26072" fmla="*/ 2791397 w 3114960"/>
              <a:gd name="connsiteY26072" fmla="*/ 2519172 h 5143785"/>
              <a:gd name="connsiteX26073" fmla="*/ 2819781 w 3114960"/>
              <a:gd name="connsiteY26073" fmla="*/ 2561939 h 5143785"/>
              <a:gd name="connsiteX26074" fmla="*/ 2951321 w 3114960"/>
              <a:gd name="connsiteY26074" fmla="*/ 2561939 h 5143785"/>
              <a:gd name="connsiteX26075" fmla="*/ 2960275 w 3114960"/>
              <a:gd name="connsiteY26075" fmla="*/ 2568797 h 5143785"/>
              <a:gd name="connsiteX26076" fmla="*/ 2969800 w 3114960"/>
              <a:gd name="connsiteY26076" fmla="*/ 2559272 h 5143785"/>
              <a:gd name="connsiteX26077" fmla="*/ 2789206 w 3114960"/>
              <a:gd name="connsiteY26077" fmla="*/ 2450592 h 5143785"/>
              <a:gd name="connsiteX26078" fmla="*/ 2787777 w 3114960"/>
              <a:gd name="connsiteY26078" fmla="*/ 2447163 h 5143785"/>
              <a:gd name="connsiteX26079" fmla="*/ 2789206 w 3114960"/>
              <a:gd name="connsiteY26079" fmla="*/ 2443734 h 5143785"/>
              <a:gd name="connsiteX26080" fmla="*/ 2792635 w 3114960"/>
              <a:gd name="connsiteY26080" fmla="*/ 2442305 h 5143785"/>
              <a:gd name="connsiteX26081" fmla="*/ 2796064 w 3114960"/>
              <a:gd name="connsiteY26081" fmla="*/ 2443734 h 5143785"/>
              <a:gd name="connsiteX26082" fmla="*/ 2796064 w 3114960"/>
              <a:gd name="connsiteY26082" fmla="*/ 2450592 h 5143785"/>
              <a:gd name="connsiteX26083" fmla="*/ 2789206 w 3114960"/>
              <a:gd name="connsiteY26083" fmla="*/ 2450592 h 5143785"/>
              <a:gd name="connsiteX26084" fmla="*/ 2955608 w 3114960"/>
              <a:gd name="connsiteY26084" fmla="*/ 2559272 h 5143785"/>
              <a:gd name="connsiteX26085" fmla="*/ 2960370 w 3114960"/>
              <a:gd name="connsiteY26085" fmla="*/ 2554510 h 5143785"/>
              <a:gd name="connsiteX26086" fmla="*/ 2965133 w 3114960"/>
              <a:gd name="connsiteY26086" fmla="*/ 2559272 h 5143785"/>
              <a:gd name="connsiteX26087" fmla="*/ 2960370 w 3114960"/>
              <a:gd name="connsiteY26087" fmla="*/ 2564035 h 5143785"/>
              <a:gd name="connsiteX26088" fmla="*/ 2955608 w 3114960"/>
              <a:gd name="connsiteY26088" fmla="*/ 2559272 h 5143785"/>
              <a:gd name="connsiteX26089" fmla="*/ 2775395 w 3114960"/>
              <a:gd name="connsiteY26089" fmla="*/ 2580513 h 5143785"/>
              <a:gd name="connsiteX26090" fmla="*/ 2780538 w 3114960"/>
              <a:gd name="connsiteY26090" fmla="*/ 2578418 h 5143785"/>
              <a:gd name="connsiteX26091" fmla="*/ 2782443 w 3114960"/>
              <a:gd name="connsiteY26091" fmla="*/ 2574417 h 5143785"/>
              <a:gd name="connsiteX26092" fmla="*/ 2793587 w 3114960"/>
              <a:gd name="connsiteY26092" fmla="*/ 2574417 h 5143785"/>
              <a:gd name="connsiteX26093" fmla="*/ 2801493 w 3114960"/>
              <a:gd name="connsiteY26093" fmla="*/ 2582609 h 5143785"/>
              <a:gd name="connsiteX26094" fmla="*/ 2894838 w 3114960"/>
              <a:gd name="connsiteY26094" fmla="*/ 2583085 h 5143785"/>
              <a:gd name="connsiteX26095" fmla="*/ 2907506 w 3114960"/>
              <a:gd name="connsiteY26095" fmla="*/ 2593658 h 5143785"/>
              <a:gd name="connsiteX26096" fmla="*/ 2941415 w 3114960"/>
              <a:gd name="connsiteY26096" fmla="*/ 2593658 h 5143785"/>
              <a:gd name="connsiteX26097" fmla="*/ 2948369 w 3114960"/>
              <a:gd name="connsiteY26097" fmla="*/ 2599659 h 5143785"/>
              <a:gd name="connsiteX26098" fmla="*/ 2955512 w 3114960"/>
              <a:gd name="connsiteY26098" fmla="*/ 2592515 h 5143785"/>
              <a:gd name="connsiteX26099" fmla="*/ 2948369 w 3114960"/>
              <a:gd name="connsiteY26099" fmla="*/ 2585371 h 5143785"/>
              <a:gd name="connsiteX26100" fmla="*/ 2941415 w 3114960"/>
              <a:gd name="connsiteY26100" fmla="*/ 2591372 h 5143785"/>
              <a:gd name="connsiteX26101" fmla="*/ 2908363 w 3114960"/>
              <a:gd name="connsiteY26101" fmla="*/ 2591372 h 5143785"/>
              <a:gd name="connsiteX26102" fmla="*/ 2895695 w 3114960"/>
              <a:gd name="connsiteY26102" fmla="*/ 2580799 h 5143785"/>
              <a:gd name="connsiteX26103" fmla="*/ 2802446 w 3114960"/>
              <a:gd name="connsiteY26103" fmla="*/ 2580323 h 5143785"/>
              <a:gd name="connsiteX26104" fmla="*/ 2794540 w 3114960"/>
              <a:gd name="connsiteY26104" fmla="*/ 2572131 h 5143785"/>
              <a:gd name="connsiteX26105" fmla="*/ 2782348 w 3114960"/>
              <a:gd name="connsiteY26105" fmla="*/ 2572131 h 5143785"/>
              <a:gd name="connsiteX26106" fmla="*/ 2780443 w 3114960"/>
              <a:gd name="connsiteY26106" fmla="*/ 2568130 h 5143785"/>
              <a:gd name="connsiteX26107" fmla="*/ 2770061 w 3114960"/>
              <a:gd name="connsiteY26107" fmla="*/ 2568130 h 5143785"/>
              <a:gd name="connsiteX26108" fmla="*/ 2770061 w 3114960"/>
              <a:gd name="connsiteY26108" fmla="*/ 2578513 h 5143785"/>
              <a:gd name="connsiteX26109" fmla="*/ 2775204 w 3114960"/>
              <a:gd name="connsiteY26109" fmla="*/ 2580609 h 5143785"/>
              <a:gd name="connsiteX26110" fmla="*/ 2948369 w 3114960"/>
              <a:gd name="connsiteY26110" fmla="*/ 2590038 h 5143785"/>
              <a:gd name="connsiteX26111" fmla="*/ 2950750 w 3114960"/>
              <a:gd name="connsiteY26111" fmla="*/ 2592419 h 5143785"/>
              <a:gd name="connsiteX26112" fmla="*/ 2948369 w 3114960"/>
              <a:gd name="connsiteY26112" fmla="*/ 2594801 h 5143785"/>
              <a:gd name="connsiteX26113" fmla="*/ 2945987 w 3114960"/>
              <a:gd name="connsiteY26113" fmla="*/ 2592419 h 5143785"/>
              <a:gd name="connsiteX26114" fmla="*/ 2948369 w 3114960"/>
              <a:gd name="connsiteY26114" fmla="*/ 2590038 h 5143785"/>
              <a:gd name="connsiteX26115" fmla="*/ 2773585 w 3114960"/>
              <a:gd name="connsiteY26115" fmla="*/ 2571369 h 5143785"/>
              <a:gd name="connsiteX26116" fmla="*/ 2775395 w 3114960"/>
              <a:gd name="connsiteY26116" fmla="*/ 2570607 h 5143785"/>
              <a:gd name="connsiteX26117" fmla="*/ 2777204 w 3114960"/>
              <a:gd name="connsiteY26117" fmla="*/ 2571369 h 5143785"/>
              <a:gd name="connsiteX26118" fmla="*/ 2777967 w 3114960"/>
              <a:gd name="connsiteY26118" fmla="*/ 2573179 h 5143785"/>
              <a:gd name="connsiteX26119" fmla="*/ 2777204 w 3114960"/>
              <a:gd name="connsiteY26119" fmla="*/ 2574988 h 5143785"/>
              <a:gd name="connsiteX26120" fmla="*/ 2773585 w 3114960"/>
              <a:gd name="connsiteY26120" fmla="*/ 2574988 h 5143785"/>
              <a:gd name="connsiteX26121" fmla="*/ 2773585 w 3114960"/>
              <a:gd name="connsiteY26121" fmla="*/ 2571369 h 5143785"/>
              <a:gd name="connsiteX26122" fmla="*/ 2801303 w 3114960"/>
              <a:gd name="connsiteY26122" fmla="*/ 2280952 h 5143785"/>
              <a:gd name="connsiteX26123" fmla="*/ 2808446 w 3114960"/>
              <a:gd name="connsiteY26123" fmla="*/ 2280952 h 5143785"/>
              <a:gd name="connsiteX26124" fmla="*/ 2808446 w 3114960"/>
              <a:gd name="connsiteY26124" fmla="*/ 2289334 h 5143785"/>
              <a:gd name="connsiteX26125" fmla="*/ 2801303 w 3114960"/>
              <a:gd name="connsiteY26125" fmla="*/ 2289334 h 5143785"/>
              <a:gd name="connsiteX26126" fmla="*/ 2801303 w 3114960"/>
              <a:gd name="connsiteY26126" fmla="*/ 2280952 h 5143785"/>
              <a:gd name="connsiteX26127" fmla="*/ 2801303 w 3114960"/>
              <a:gd name="connsiteY26127" fmla="*/ 2264093 h 5143785"/>
              <a:gd name="connsiteX26128" fmla="*/ 2808446 w 3114960"/>
              <a:gd name="connsiteY26128" fmla="*/ 2264093 h 5143785"/>
              <a:gd name="connsiteX26129" fmla="*/ 2808446 w 3114960"/>
              <a:gd name="connsiteY26129" fmla="*/ 2272475 h 5143785"/>
              <a:gd name="connsiteX26130" fmla="*/ 2801303 w 3114960"/>
              <a:gd name="connsiteY26130" fmla="*/ 2272475 h 5143785"/>
              <a:gd name="connsiteX26131" fmla="*/ 2801303 w 3114960"/>
              <a:gd name="connsiteY26131" fmla="*/ 2264093 h 5143785"/>
              <a:gd name="connsiteX26132" fmla="*/ 2808446 w 3114960"/>
              <a:gd name="connsiteY26132" fmla="*/ 2255615 h 5143785"/>
              <a:gd name="connsiteX26133" fmla="*/ 2801303 w 3114960"/>
              <a:gd name="connsiteY26133" fmla="*/ 2255615 h 5143785"/>
              <a:gd name="connsiteX26134" fmla="*/ 2801303 w 3114960"/>
              <a:gd name="connsiteY26134" fmla="*/ 2247233 h 5143785"/>
              <a:gd name="connsiteX26135" fmla="*/ 2808446 w 3114960"/>
              <a:gd name="connsiteY26135" fmla="*/ 2247233 h 5143785"/>
              <a:gd name="connsiteX26136" fmla="*/ 2808446 w 3114960"/>
              <a:gd name="connsiteY26136" fmla="*/ 2255615 h 5143785"/>
              <a:gd name="connsiteX26137" fmla="*/ 2932843 w 3114960"/>
              <a:gd name="connsiteY26137" fmla="*/ 2524030 h 5143785"/>
              <a:gd name="connsiteX26138" fmla="*/ 2944178 w 3114960"/>
              <a:gd name="connsiteY26138" fmla="*/ 2524030 h 5143785"/>
              <a:gd name="connsiteX26139" fmla="*/ 2945321 w 3114960"/>
              <a:gd name="connsiteY26139" fmla="*/ 2522887 h 5143785"/>
              <a:gd name="connsiteX26140" fmla="*/ 2945321 w 3114960"/>
              <a:gd name="connsiteY26140" fmla="*/ 2511552 h 5143785"/>
              <a:gd name="connsiteX26141" fmla="*/ 2944178 w 3114960"/>
              <a:gd name="connsiteY26141" fmla="*/ 2510409 h 5143785"/>
              <a:gd name="connsiteX26142" fmla="*/ 2932843 w 3114960"/>
              <a:gd name="connsiteY26142" fmla="*/ 2510409 h 5143785"/>
              <a:gd name="connsiteX26143" fmla="*/ 2931700 w 3114960"/>
              <a:gd name="connsiteY26143" fmla="*/ 2511552 h 5143785"/>
              <a:gd name="connsiteX26144" fmla="*/ 2931700 w 3114960"/>
              <a:gd name="connsiteY26144" fmla="*/ 2514886 h 5143785"/>
              <a:gd name="connsiteX26145" fmla="*/ 2910935 w 3114960"/>
              <a:gd name="connsiteY26145" fmla="*/ 2514886 h 5143785"/>
              <a:gd name="connsiteX26146" fmla="*/ 2910935 w 3114960"/>
              <a:gd name="connsiteY26146" fmla="*/ 2439829 h 5143785"/>
              <a:gd name="connsiteX26147" fmla="*/ 2908554 w 3114960"/>
              <a:gd name="connsiteY26147" fmla="*/ 2437448 h 5143785"/>
              <a:gd name="connsiteX26148" fmla="*/ 2831497 w 3114960"/>
              <a:gd name="connsiteY26148" fmla="*/ 2437448 h 5143785"/>
              <a:gd name="connsiteX26149" fmla="*/ 2829592 w 3114960"/>
              <a:gd name="connsiteY26149" fmla="*/ 2438495 h 5143785"/>
              <a:gd name="connsiteX26150" fmla="*/ 2816162 w 3114960"/>
              <a:gd name="connsiteY26150" fmla="*/ 2457450 h 5143785"/>
              <a:gd name="connsiteX26151" fmla="*/ 2812923 w 3114960"/>
              <a:gd name="connsiteY26151" fmla="*/ 2458307 h 5143785"/>
              <a:gd name="connsiteX26152" fmla="*/ 2808446 w 3114960"/>
              <a:gd name="connsiteY26152" fmla="*/ 2471833 h 5143785"/>
              <a:gd name="connsiteX26153" fmla="*/ 2814161 w 3114960"/>
              <a:gd name="connsiteY26153" fmla="*/ 2476786 h 5143785"/>
              <a:gd name="connsiteX26154" fmla="*/ 2814161 w 3114960"/>
              <a:gd name="connsiteY26154" fmla="*/ 2515076 h 5143785"/>
              <a:gd name="connsiteX26155" fmla="*/ 2828163 w 3114960"/>
              <a:gd name="connsiteY26155" fmla="*/ 2537460 h 5143785"/>
              <a:gd name="connsiteX26156" fmla="*/ 2876264 w 3114960"/>
              <a:gd name="connsiteY26156" fmla="*/ 2537460 h 5143785"/>
              <a:gd name="connsiteX26157" fmla="*/ 2876264 w 3114960"/>
              <a:gd name="connsiteY26157" fmla="*/ 2540508 h 5143785"/>
              <a:gd name="connsiteX26158" fmla="*/ 2880360 w 3114960"/>
              <a:gd name="connsiteY26158" fmla="*/ 2544604 h 5143785"/>
              <a:gd name="connsiteX26159" fmla="*/ 2891885 w 3114960"/>
              <a:gd name="connsiteY26159" fmla="*/ 2544604 h 5143785"/>
              <a:gd name="connsiteX26160" fmla="*/ 2895981 w 3114960"/>
              <a:gd name="connsiteY26160" fmla="*/ 2540508 h 5143785"/>
              <a:gd name="connsiteX26161" fmla="*/ 2895981 w 3114960"/>
              <a:gd name="connsiteY26161" fmla="*/ 2528983 h 5143785"/>
              <a:gd name="connsiteX26162" fmla="*/ 2891885 w 3114960"/>
              <a:gd name="connsiteY26162" fmla="*/ 2524887 h 5143785"/>
              <a:gd name="connsiteX26163" fmla="*/ 2887313 w 3114960"/>
              <a:gd name="connsiteY26163" fmla="*/ 2524887 h 5143785"/>
              <a:gd name="connsiteX26164" fmla="*/ 2887313 w 3114960"/>
              <a:gd name="connsiteY26164" fmla="*/ 2481834 h 5143785"/>
              <a:gd name="connsiteX26165" fmla="*/ 2870645 w 3114960"/>
              <a:gd name="connsiteY26165" fmla="*/ 2467070 h 5143785"/>
              <a:gd name="connsiteX26166" fmla="*/ 2870835 w 3114960"/>
              <a:gd name="connsiteY26166" fmla="*/ 2465927 h 5143785"/>
              <a:gd name="connsiteX26167" fmla="*/ 2869025 w 3114960"/>
              <a:gd name="connsiteY26167" fmla="*/ 2461641 h 5143785"/>
              <a:gd name="connsiteX26168" fmla="*/ 2860453 w 3114960"/>
              <a:gd name="connsiteY26168" fmla="*/ 2461641 h 5143785"/>
              <a:gd name="connsiteX26169" fmla="*/ 2858929 w 3114960"/>
              <a:gd name="connsiteY26169" fmla="*/ 2464689 h 5143785"/>
              <a:gd name="connsiteX26170" fmla="*/ 2846546 w 3114960"/>
              <a:gd name="connsiteY26170" fmla="*/ 2464689 h 5143785"/>
              <a:gd name="connsiteX26171" fmla="*/ 2836069 w 3114960"/>
              <a:gd name="connsiteY26171" fmla="*/ 2475929 h 5143785"/>
              <a:gd name="connsiteX26172" fmla="*/ 2836069 w 3114960"/>
              <a:gd name="connsiteY26172" fmla="*/ 2496884 h 5143785"/>
              <a:gd name="connsiteX26173" fmla="*/ 2845213 w 3114960"/>
              <a:gd name="connsiteY26173" fmla="*/ 2509838 h 5143785"/>
              <a:gd name="connsiteX26174" fmla="*/ 2859881 w 3114960"/>
              <a:gd name="connsiteY26174" fmla="*/ 2509838 h 5143785"/>
              <a:gd name="connsiteX26175" fmla="*/ 2861786 w 3114960"/>
              <a:gd name="connsiteY26175" fmla="*/ 2513743 h 5143785"/>
              <a:gd name="connsiteX26176" fmla="*/ 2866930 w 3114960"/>
              <a:gd name="connsiteY26176" fmla="*/ 2515838 h 5143785"/>
              <a:gd name="connsiteX26177" fmla="*/ 2872073 w 3114960"/>
              <a:gd name="connsiteY26177" fmla="*/ 2513743 h 5143785"/>
              <a:gd name="connsiteX26178" fmla="*/ 2872073 w 3114960"/>
              <a:gd name="connsiteY26178" fmla="*/ 2503551 h 5143785"/>
              <a:gd name="connsiteX26179" fmla="*/ 2861882 w 3114960"/>
              <a:gd name="connsiteY26179" fmla="*/ 2503551 h 5143785"/>
              <a:gd name="connsiteX26180" fmla="*/ 2859977 w 3114960"/>
              <a:gd name="connsiteY26180" fmla="*/ 2507456 h 5143785"/>
              <a:gd name="connsiteX26181" fmla="*/ 2846546 w 3114960"/>
              <a:gd name="connsiteY26181" fmla="*/ 2507456 h 5143785"/>
              <a:gd name="connsiteX26182" fmla="*/ 2838545 w 3114960"/>
              <a:gd name="connsiteY26182" fmla="*/ 2496122 h 5143785"/>
              <a:gd name="connsiteX26183" fmla="*/ 2838545 w 3114960"/>
              <a:gd name="connsiteY26183" fmla="*/ 2476881 h 5143785"/>
              <a:gd name="connsiteX26184" fmla="*/ 2847689 w 3114960"/>
              <a:gd name="connsiteY26184" fmla="*/ 2467070 h 5143785"/>
              <a:gd name="connsiteX26185" fmla="*/ 2859024 w 3114960"/>
              <a:gd name="connsiteY26185" fmla="*/ 2467070 h 5143785"/>
              <a:gd name="connsiteX26186" fmla="*/ 2860548 w 3114960"/>
              <a:gd name="connsiteY26186" fmla="*/ 2470118 h 5143785"/>
              <a:gd name="connsiteX26187" fmla="*/ 2869121 w 3114960"/>
              <a:gd name="connsiteY26187" fmla="*/ 2470118 h 5143785"/>
              <a:gd name="connsiteX26188" fmla="*/ 2869692 w 3114960"/>
              <a:gd name="connsiteY26188" fmla="*/ 2469261 h 5143785"/>
              <a:gd name="connsiteX26189" fmla="*/ 2884932 w 3114960"/>
              <a:gd name="connsiteY26189" fmla="*/ 2482882 h 5143785"/>
              <a:gd name="connsiteX26190" fmla="*/ 2884932 w 3114960"/>
              <a:gd name="connsiteY26190" fmla="*/ 2524792 h 5143785"/>
              <a:gd name="connsiteX26191" fmla="*/ 2880360 w 3114960"/>
              <a:gd name="connsiteY26191" fmla="*/ 2524792 h 5143785"/>
              <a:gd name="connsiteX26192" fmla="*/ 2876264 w 3114960"/>
              <a:gd name="connsiteY26192" fmla="*/ 2528888 h 5143785"/>
              <a:gd name="connsiteX26193" fmla="*/ 2876264 w 3114960"/>
              <a:gd name="connsiteY26193" fmla="*/ 2532602 h 5143785"/>
              <a:gd name="connsiteX26194" fmla="*/ 2830735 w 3114960"/>
              <a:gd name="connsiteY26194" fmla="*/ 2532602 h 5143785"/>
              <a:gd name="connsiteX26195" fmla="*/ 2818829 w 3114960"/>
              <a:gd name="connsiteY26195" fmla="*/ 2513648 h 5143785"/>
              <a:gd name="connsiteX26196" fmla="*/ 2818829 w 3114960"/>
              <a:gd name="connsiteY26196" fmla="*/ 2477167 h 5143785"/>
              <a:gd name="connsiteX26197" fmla="*/ 2821877 w 3114960"/>
              <a:gd name="connsiteY26197" fmla="*/ 2476214 h 5143785"/>
              <a:gd name="connsiteX26198" fmla="*/ 2826353 w 3114960"/>
              <a:gd name="connsiteY26198" fmla="*/ 2462689 h 5143785"/>
              <a:gd name="connsiteX26199" fmla="*/ 2821305 w 3114960"/>
              <a:gd name="connsiteY26199" fmla="*/ 2458117 h 5143785"/>
              <a:gd name="connsiteX26200" fmla="*/ 2832640 w 3114960"/>
              <a:gd name="connsiteY26200" fmla="*/ 2442115 h 5143785"/>
              <a:gd name="connsiteX26201" fmla="*/ 2906078 w 3114960"/>
              <a:gd name="connsiteY26201" fmla="*/ 2442115 h 5143785"/>
              <a:gd name="connsiteX26202" fmla="*/ 2906078 w 3114960"/>
              <a:gd name="connsiteY26202" fmla="*/ 2517172 h 5143785"/>
              <a:gd name="connsiteX26203" fmla="*/ 2908459 w 3114960"/>
              <a:gd name="connsiteY26203" fmla="*/ 2519553 h 5143785"/>
              <a:gd name="connsiteX26204" fmla="*/ 2931605 w 3114960"/>
              <a:gd name="connsiteY26204" fmla="*/ 2519553 h 5143785"/>
              <a:gd name="connsiteX26205" fmla="*/ 2931605 w 3114960"/>
              <a:gd name="connsiteY26205" fmla="*/ 2522887 h 5143785"/>
              <a:gd name="connsiteX26206" fmla="*/ 2932748 w 3114960"/>
              <a:gd name="connsiteY26206" fmla="*/ 2524030 h 5143785"/>
              <a:gd name="connsiteX26207" fmla="*/ 2933986 w 3114960"/>
              <a:gd name="connsiteY26207" fmla="*/ 2512695 h 5143785"/>
              <a:gd name="connsiteX26208" fmla="*/ 2942939 w 3114960"/>
              <a:gd name="connsiteY26208" fmla="*/ 2512695 h 5143785"/>
              <a:gd name="connsiteX26209" fmla="*/ 2942939 w 3114960"/>
              <a:gd name="connsiteY26209" fmla="*/ 2521649 h 5143785"/>
              <a:gd name="connsiteX26210" fmla="*/ 2933986 w 3114960"/>
              <a:gd name="connsiteY26210" fmla="*/ 2521649 h 5143785"/>
              <a:gd name="connsiteX26211" fmla="*/ 2933986 w 3114960"/>
              <a:gd name="connsiteY26211" fmla="*/ 2512695 h 5143785"/>
              <a:gd name="connsiteX26212" fmla="*/ 2863596 w 3114960"/>
              <a:gd name="connsiteY26212" fmla="*/ 2505075 h 5143785"/>
              <a:gd name="connsiteX26213" fmla="*/ 2867025 w 3114960"/>
              <a:gd name="connsiteY26213" fmla="*/ 2503646 h 5143785"/>
              <a:gd name="connsiteX26214" fmla="*/ 2870454 w 3114960"/>
              <a:gd name="connsiteY26214" fmla="*/ 2505075 h 5143785"/>
              <a:gd name="connsiteX26215" fmla="*/ 2870454 w 3114960"/>
              <a:gd name="connsiteY26215" fmla="*/ 2511933 h 5143785"/>
              <a:gd name="connsiteX26216" fmla="*/ 2863596 w 3114960"/>
              <a:gd name="connsiteY26216" fmla="*/ 2511933 h 5143785"/>
              <a:gd name="connsiteX26217" fmla="*/ 2862167 w 3114960"/>
              <a:gd name="connsiteY26217" fmla="*/ 2508504 h 5143785"/>
              <a:gd name="connsiteX26218" fmla="*/ 2863596 w 3114960"/>
              <a:gd name="connsiteY26218" fmla="*/ 2505075 h 5143785"/>
              <a:gd name="connsiteX26219" fmla="*/ 2878646 w 3114960"/>
              <a:gd name="connsiteY26219" fmla="*/ 2528792 h 5143785"/>
              <a:gd name="connsiteX26220" fmla="*/ 2880360 w 3114960"/>
              <a:gd name="connsiteY26220" fmla="*/ 2527078 h 5143785"/>
              <a:gd name="connsiteX26221" fmla="*/ 2891885 w 3114960"/>
              <a:gd name="connsiteY26221" fmla="*/ 2527078 h 5143785"/>
              <a:gd name="connsiteX26222" fmla="*/ 2893600 w 3114960"/>
              <a:gd name="connsiteY26222" fmla="*/ 2528792 h 5143785"/>
              <a:gd name="connsiteX26223" fmla="*/ 2893600 w 3114960"/>
              <a:gd name="connsiteY26223" fmla="*/ 2540318 h 5143785"/>
              <a:gd name="connsiteX26224" fmla="*/ 2891885 w 3114960"/>
              <a:gd name="connsiteY26224" fmla="*/ 2542032 h 5143785"/>
              <a:gd name="connsiteX26225" fmla="*/ 2880360 w 3114960"/>
              <a:gd name="connsiteY26225" fmla="*/ 2542032 h 5143785"/>
              <a:gd name="connsiteX26226" fmla="*/ 2878646 w 3114960"/>
              <a:gd name="connsiteY26226" fmla="*/ 2540318 h 5143785"/>
              <a:gd name="connsiteX26227" fmla="*/ 2878646 w 3114960"/>
              <a:gd name="connsiteY26227" fmla="*/ 2528792 h 5143785"/>
              <a:gd name="connsiteX26228" fmla="*/ 2824353 w 3114960"/>
              <a:gd name="connsiteY26228" fmla="*/ 2463737 h 5143785"/>
              <a:gd name="connsiteX26229" fmla="*/ 2820924 w 3114960"/>
              <a:gd name="connsiteY26229" fmla="*/ 2474119 h 5143785"/>
              <a:gd name="connsiteX26230" fmla="*/ 2810542 w 3114960"/>
              <a:gd name="connsiteY26230" fmla="*/ 2470690 h 5143785"/>
              <a:gd name="connsiteX26231" fmla="*/ 2813971 w 3114960"/>
              <a:gd name="connsiteY26231" fmla="*/ 2460308 h 5143785"/>
              <a:gd name="connsiteX26232" fmla="*/ 2817400 w 3114960"/>
              <a:gd name="connsiteY26232" fmla="*/ 2459450 h 5143785"/>
              <a:gd name="connsiteX26233" fmla="*/ 2819591 w 3114960"/>
              <a:gd name="connsiteY26233" fmla="*/ 2459831 h 5143785"/>
              <a:gd name="connsiteX26234" fmla="*/ 2819972 w 3114960"/>
              <a:gd name="connsiteY26234" fmla="*/ 2460117 h 5143785"/>
              <a:gd name="connsiteX26235" fmla="*/ 2819972 w 3114960"/>
              <a:gd name="connsiteY26235" fmla="*/ 2460117 h 5143785"/>
              <a:gd name="connsiteX26236" fmla="*/ 2824258 w 3114960"/>
              <a:gd name="connsiteY26236" fmla="*/ 2463737 h 5143785"/>
              <a:gd name="connsiteX26237" fmla="*/ 2292572 w 3114960"/>
              <a:gd name="connsiteY26237" fmla="*/ 2812923 h 5143785"/>
              <a:gd name="connsiteX26238" fmla="*/ 2297716 w 3114960"/>
              <a:gd name="connsiteY26238" fmla="*/ 2807208 h 5143785"/>
              <a:gd name="connsiteX26239" fmla="*/ 2292763 w 3114960"/>
              <a:gd name="connsiteY26239" fmla="*/ 2802636 h 5143785"/>
              <a:gd name="connsiteX26240" fmla="*/ 2296001 w 3114960"/>
              <a:gd name="connsiteY26240" fmla="*/ 2799112 h 5143785"/>
              <a:gd name="connsiteX26241" fmla="*/ 2304383 w 3114960"/>
              <a:gd name="connsiteY26241" fmla="*/ 2806827 h 5143785"/>
              <a:gd name="connsiteX26242" fmla="*/ 2296192 w 3114960"/>
              <a:gd name="connsiteY26242" fmla="*/ 2816067 h 5143785"/>
              <a:gd name="connsiteX26243" fmla="*/ 2292668 w 3114960"/>
              <a:gd name="connsiteY26243" fmla="*/ 2812923 h 5143785"/>
              <a:gd name="connsiteX26244" fmla="*/ 2578703 w 3114960"/>
              <a:gd name="connsiteY26244" fmla="*/ 3247644 h 5143785"/>
              <a:gd name="connsiteX26245" fmla="*/ 2654999 w 3114960"/>
              <a:gd name="connsiteY26245" fmla="*/ 3176778 h 5143785"/>
              <a:gd name="connsiteX26246" fmla="*/ 2676620 w 3114960"/>
              <a:gd name="connsiteY26246" fmla="*/ 3176778 h 5143785"/>
              <a:gd name="connsiteX26247" fmla="*/ 2676620 w 3114960"/>
              <a:gd name="connsiteY26247" fmla="*/ 3180684 h 5143785"/>
              <a:gd name="connsiteX26248" fmla="*/ 2681097 w 3114960"/>
              <a:gd name="connsiteY26248" fmla="*/ 3185160 h 5143785"/>
              <a:gd name="connsiteX26249" fmla="*/ 2693765 w 3114960"/>
              <a:gd name="connsiteY26249" fmla="*/ 3185160 h 5143785"/>
              <a:gd name="connsiteX26250" fmla="*/ 2698242 w 3114960"/>
              <a:gd name="connsiteY26250" fmla="*/ 3180684 h 5143785"/>
              <a:gd name="connsiteX26251" fmla="*/ 2698242 w 3114960"/>
              <a:gd name="connsiteY26251" fmla="*/ 3168015 h 5143785"/>
              <a:gd name="connsiteX26252" fmla="*/ 2693765 w 3114960"/>
              <a:gd name="connsiteY26252" fmla="*/ 3163538 h 5143785"/>
              <a:gd name="connsiteX26253" fmla="*/ 2681097 w 3114960"/>
              <a:gd name="connsiteY26253" fmla="*/ 3163538 h 5143785"/>
              <a:gd name="connsiteX26254" fmla="*/ 2676620 w 3114960"/>
              <a:gd name="connsiteY26254" fmla="*/ 3168015 h 5143785"/>
              <a:gd name="connsiteX26255" fmla="*/ 2676620 w 3114960"/>
              <a:gd name="connsiteY26255" fmla="*/ 3174111 h 5143785"/>
              <a:gd name="connsiteX26256" fmla="*/ 2676620 w 3114960"/>
              <a:gd name="connsiteY26256" fmla="*/ 3171920 h 5143785"/>
              <a:gd name="connsiteX26257" fmla="*/ 2653189 w 3114960"/>
              <a:gd name="connsiteY26257" fmla="*/ 3171920 h 5143785"/>
              <a:gd name="connsiteX26258" fmla="*/ 2576894 w 3114960"/>
              <a:gd name="connsiteY26258" fmla="*/ 3242786 h 5143785"/>
              <a:gd name="connsiteX26259" fmla="*/ 2534984 w 3114960"/>
              <a:gd name="connsiteY26259" fmla="*/ 3242977 h 5143785"/>
              <a:gd name="connsiteX26260" fmla="*/ 2512505 w 3114960"/>
              <a:gd name="connsiteY26260" fmla="*/ 3225451 h 5143785"/>
              <a:gd name="connsiteX26261" fmla="*/ 2441924 w 3114960"/>
              <a:gd name="connsiteY26261" fmla="*/ 3225451 h 5143785"/>
              <a:gd name="connsiteX26262" fmla="*/ 2437352 w 3114960"/>
              <a:gd name="connsiteY26262" fmla="*/ 3219069 h 5143785"/>
              <a:gd name="connsiteX26263" fmla="*/ 2429351 w 3114960"/>
              <a:gd name="connsiteY26263" fmla="*/ 3217640 h 5143785"/>
              <a:gd name="connsiteX26264" fmla="*/ 2422684 w 3114960"/>
              <a:gd name="connsiteY26264" fmla="*/ 3222308 h 5143785"/>
              <a:gd name="connsiteX26265" fmla="*/ 2421255 w 3114960"/>
              <a:gd name="connsiteY26265" fmla="*/ 3230309 h 5143785"/>
              <a:gd name="connsiteX26266" fmla="*/ 2431637 w 3114960"/>
              <a:gd name="connsiteY26266" fmla="*/ 3238595 h 5143785"/>
              <a:gd name="connsiteX26267" fmla="*/ 2433923 w 3114960"/>
              <a:gd name="connsiteY26267" fmla="*/ 3238310 h 5143785"/>
              <a:gd name="connsiteX26268" fmla="*/ 2441924 w 3114960"/>
              <a:gd name="connsiteY26268" fmla="*/ 3230213 h 5143785"/>
              <a:gd name="connsiteX26269" fmla="*/ 2510790 w 3114960"/>
              <a:gd name="connsiteY26269" fmla="*/ 3230213 h 5143785"/>
              <a:gd name="connsiteX26270" fmla="*/ 2533269 w 3114960"/>
              <a:gd name="connsiteY26270" fmla="*/ 3247644 h 5143785"/>
              <a:gd name="connsiteX26271" fmla="*/ 2578703 w 3114960"/>
              <a:gd name="connsiteY26271" fmla="*/ 3247359 h 5143785"/>
              <a:gd name="connsiteX26272" fmla="*/ 2432876 w 3114960"/>
              <a:gd name="connsiteY26272" fmla="*/ 3233928 h 5143785"/>
              <a:gd name="connsiteX26273" fmla="*/ 2425827 w 3114960"/>
              <a:gd name="connsiteY26273" fmla="*/ 3229451 h 5143785"/>
              <a:gd name="connsiteX26274" fmla="*/ 2426589 w 3114960"/>
              <a:gd name="connsiteY26274" fmla="*/ 3225070 h 5143785"/>
              <a:gd name="connsiteX26275" fmla="*/ 2430304 w 3114960"/>
              <a:gd name="connsiteY26275" fmla="*/ 3222498 h 5143785"/>
              <a:gd name="connsiteX26276" fmla="*/ 2431637 w 3114960"/>
              <a:gd name="connsiteY26276" fmla="*/ 3222308 h 5143785"/>
              <a:gd name="connsiteX26277" fmla="*/ 2434781 w 3114960"/>
              <a:gd name="connsiteY26277" fmla="*/ 3223260 h 5143785"/>
              <a:gd name="connsiteX26278" fmla="*/ 2437352 w 3114960"/>
              <a:gd name="connsiteY26278" fmla="*/ 3226880 h 5143785"/>
              <a:gd name="connsiteX26279" fmla="*/ 2432876 w 3114960"/>
              <a:gd name="connsiteY26279" fmla="*/ 3233928 h 5143785"/>
              <a:gd name="connsiteX26280" fmla="*/ 2267903 w 3114960"/>
              <a:gd name="connsiteY26280" fmla="*/ 2773394 h 5143785"/>
              <a:gd name="connsiteX26281" fmla="*/ 2281904 w 3114960"/>
              <a:gd name="connsiteY26281" fmla="*/ 2786253 h 5143785"/>
              <a:gd name="connsiteX26282" fmla="*/ 2278666 w 3114960"/>
              <a:gd name="connsiteY26282" fmla="*/ 2789777 h 5143785"/>
              <a:gd name="connsiteX26283" fmla="*/ 2264664 w 3114960"/>
              <a:gd name="connsiteY26283" fmla="*/ 2776919 h 5143785"/>
              <a:gd name="connsiteX26284" fmla="*/ 2267903 w 3114960"/>
              <a:gd name="connsiteY26284" fmla="*/ 2773394 h 5143785"/>
              <a:gd name="connsiteX26285" fmla="*/ 2801303 w 3114960"/>
              <a:gd name="connsiteY26285" fmla="*/ 2297811 h 5143785"/>
              <a:gd name="connsiteX26286" fmla="*/ 2808446 w 3114960"/>
              <a:gd name="connsiteY26286" fmla="*/ 2297811 h 5143785"/>
              <a:gd name="connsiteX26287" fmla="*/ 2808446 w 3114960"/>
              <a:gd name="connsiteY26287" fmla="*/ 2306193 h 5143785"/>
              <a:gd name="connsiteX26288" fmla="*/ 2801303 w 3114960"/>
              <a:gd name="connsiteY26288" fmla="*/ 2306193 h 5143785"/>
              <a:gd name="connsiteX26289" fmla="*/ 2801303 w 3114960"/>
              <a:gd name="connsiteY26289" fmla="*/ 2297811 h 5143785"/>
              <a:gd name="connsiteX26290" fmla="*/ 2861501 w 3114960"/>
              <a:gd name="connsiteY26290" fmla="*/ 2409063 h 5143785"/>
              <a:gd name="connsiteX26291" fmla="*/ 2849594 w 3114960"/>
              <a:gd name="connsiteY26291" fmla="*/ 2421350 h 5143785"/>
              <a:gd name="connsiteX26292" fmla="*/ 2796635 w 3114960"/>
              <a:gd name="connsiteY26292" fmla="*/ 2421350 h 5143785"/>
              <a:gd name="connsiteX26293" fmla="*/ 2790159 w 3114960"/>
              <a:gd name="connsiteY26293" fmla="*/ 2415826 h 5143785"/>
              <a:gd name="connsiteX26294" fmla="*/ 2783491 w 3114960"/>
              <a:gd name="connsiteY26294" fmla="*/ 2422493 h 5143785"/>
              <a:gd name="connsiteX26295" fmla="*/ 2790159 w 3114960"/>
              <a:gd name="connsiteY26295" fmla="*/ 2429161 h 5143785"/>
              <a:gd name="connsiteX26296" fmla="*/ 2796635 w 3114960"/>
              <a:gd name="connsiteY26296" fmla="*/ 2423636 h 5143785"/>
              <a:gd name="connsiteX26297" fmla="*/ 2850642 w 3114960"/>
              <a:gd name="connsiteY26297" fmla="*/ 2423636 h 5143785"/>
              <a:gd name="connsiteX26298" fmla="*/ 2862548 w 3114960"/>
              <a:gd name="connsiteY26298" fmla="*/ 2411349 h 5143785"/>
              <a:gd name="connsiteX26299" fmla="*/ 2906840 w 3114960"/>
              <a:gd name="connsiteY26299" fmla="*/ 2411349 h 5143785"/>
              <a:gd name="connsiteX26300" fmla="*/ 2937129 w 3114960"/>
              <a:gd name="connsiteY26300" fmla="*/ 2441448 h 5143785"/>
              <a:gd name="connsiteX26301" fmla="*/ 2937129 w 3114960"/>
              <a:gd name="connsiteY26301" fmla="*/ 2484406 h 5143785"/>
              <a:gd name="connsiteX26302" fmla="*/ 2931605 w 3114960"/>
              <a:gd name="connsiteY26302" fmla="*/ 2490883 h 5143785"/>
              <a:gd name="connsiteX26303" fmla="*/ 2938272 w 3114960"/>
              <a:gd name="connsiteY26303" fmla="*/ 2497550 h 5143785"/>
              <a:gd name="connsiteX26304" fmla="*/ 2944940 w 3114960"/>
              <a:gd name="connsiteY26304" fmla="*/ 2490883 h 5143785"/>
              <a:gd name="connsiteX26305" fmla="*/ 2939415 w 3114960"/>
              <a:gd name="connsiteY26305" fmla="*/ 2484406 h 5143785"/>
              <a:gd name="connsiteX26306" fmla="*/ 2939415 w 3114960"/>
              <a:gd name="connsiteY26306" fmla="*/ 2440400 h 5143785"/>
              <a:gd name="connsiteX26307" fmla="*/ 2907697 w 3114960"/>
              <a:gd name="connsiteY26307" fmla="*/ 2408873 h 5143785"/>
              <a:gd name="connsiteX26308" fmla="*/ 2861405 w 3114960"/>
              <a:gd name="connsiteY26308" fmla="*/ 2408873 h 5143785"/>
              <a:gd name="connsiteX26309" fmla="*/ 2790159 w 3114960"/>
              <a:gd name="connsiteY26309" fmla="*/ 2426875 h 5143785"/>
              <a:gd name="connsiteX26310" fmla="*/ 2785872 w 3114960"/>
              <a:gd name="connsiteY26310" fmla="*/ 2422589 h 5143785"/>
              <a:gd name="connsiteX26311" fmla="*/ 2790159 w 3114960"/>
              <a:gd name="connsiteY26311" fmla="*/ 2418302 h 5143785"/>
              <a:gd name="connsiteX26312" fmla="*/ 2794445 w 3114960"/>
              <a:gd name="connsiteY26312" fmla="*/ 2422589 h 5143785"/>
              <a:gd name="connsiteX26313" fmla="*/ 2790159 w 3114960"/>
              <a:gd name="connsiteY26313" fmla="*/ 2426875 h 5143785"/>
              <a:gd name="connsiteX26314" fmla="*/ 2942654 w 3114960"/>
              <a:gd name="connsiteY26314" fmla="*/ 2490978 h 5143785"/>
              <a:gd name="connsiteX26315" fmla="*/ 2938367 w 3114960"/>
              <a:gd name="connsiteY26315" fmla="*/ 2495264 h 5143785"/>
              <a:gd name="connsiteX26316" fmla="*/ 2934081 w 3114960"/>
              <a:gd name="connsiteY26316" fmla="*/ 2490978 h 5143785"/>
              <a:gd name="connsiteX26317" fmla="*/ 2938367 w 3114960"/>
              <a:gd name="connsiteY26317" fmla="*/ 2486692 h 5143785"/>
              <a:gd name="connsiteX26318" fmla="*/ 2942654 w 3114960"/>
              <a:gd name="connsiteY26318" fmla="*/ 2490978 h 5143785"/>
              <a:gd name="connsiteX26319" fmla="*/ 2681097 w 3114960"/>
              <a:gd name="connsiteY26319" fmla="*/ 3236214 h 5143785"/>
              <a:gd name="connsiteX26320" fmla="*/ 2693765 w 3114960"/>
              <a:gd name="connsiteY26320" fmla="*/ 3236214 h 5143785"/>
              <a:gd name="connsiteX26321" fmla="*/ 2700623 w 3114960"/>
              <a:gd name="connsiteY26321" fmla="*/ 3229356 h 5143785"/>
              <a:gd name="connsiteX26322" fmla="*/ 2700623 w 3114960"/>
              <a:gd name="connsiteY26322" fmla="*/ 3216688 h 5143785"/>
              <a:gd name="connsiteX26323" fmla="*/ 2693765 w 3114960"/>
              <a:gd name="connsiteY26323" fmla="*/ 3209830 h 5143785"/>
              <a:gd name="connsiteX26324" fmla="*/ 2681097 w 3114960"/>
              <a:gd name="connsiteY26324" fmla="*/ 3209830 h 5143785"/>
              <a:gd name="connsiteX26325" fmla="*/ 2674239 w 3114960"/>
              <a:gd name="connsiteY26325" fmla="*/ 3216688 h 5143785"/>
              <a:gd name="connsiteX26326" fmla="*/ 2674239 w 3114960"/>
              <a:gd name="connsiteY26326" fmla="*/ 3222022 h 5143785"/>
              <a:gd name="connsiteX26327" fmla="*/ 2653189 w 3114960"/>
              <a:gd name="connsiteY26327" fmla="*/ 3222022 h 5143785"/>
              <a:gd name="connsiteX26328" fmla="*/ 2576894 w 3114960"/>
              <a:gd name="connsiteY26328" fmla="*/ 3292983 h 5143785"/>
              <a:gd name="connsiteX26329" fmla="*/ 2552700 w 3114960"/>
              <a:gd name="connsiteY26329" fmla="*/ 3292983 h 5143785"/>
              <a:gd name="connsiteX26330" fmla="*/ 2548033 w 3114960"/>
              <a:gd name="connsiteY26330" fmla="*/ 3286411 h 5143785"/>
              <a:gd name="connsiteX26331" fmla="*/ 2540032 w 3114960"/>
              <a:gd name="connsiteY26331" fmla="*/ 3284982 h 5143785"/>
              <a:gd name="connsiteX26332" fmla="*/ 2531936 w 3114960"/>
              <a:gd name="connsiteY26332" fmla="*/ 3297650 h 5143785"/>
              <a:gd name="connsiteX26333" fmla="*/ 2542318 w 3114960"/>
              <a:gd name="connsiteY26333" fmla="*/ 3305937 h 5143785"/>
              <a:gd name="connsiteX26334" fmla="*/ 2544604 w 3114960"/>
              <a:gd name="connsiteY26334" fmla="*/ 3305651 h 5143785"/>
              <a:gd name="connsiteX26335" fmla="*/ 2552510 w 3114960"/>
              <a:gd name="connsiteY26335" fmla="*/ 3297650 h 5143785"/>
              <a:gd name="connsiteX26336" fmla="*/ 2578608 w 3114960"/>
              <a:gd name="connsiteY26336" fmla="*/ 3297650 h 5143785"/>
              <a:gd name="connsiteX26337" fmla="*/ 2654903 w 3114960"/>
              <a:gd name="connsiteY26337" fmla="*/ 3226784 h 5143785"/>
              <a:gd name="connsiteX26338" fmla="*/ 2674144 w 3114960"/>
              <a:gd name="connsiteY26338" fmla="*/ 3226784 h 5143785"/>
              <a:gd name="connsiteX26339" fmla="*/ 2674144 w 3114960"/>
              <a:gd name="connsiteY26339" fmla="*/ 3229261 h 5143785"/>
              <a:gd name="connsiteX26340" fmla="*/ 2681002 w 3114960"/>
              <a:gd name="connsiteY26340" fmla="*/ 3236119 h 5143785"/>
              <a:gd name="connsiteX26341" fmla="*/ 2679002 w 3114960"/>
              <a:gd name="connsiteY26341" fmla="*/ 3216688 h 5143785"/>
              <a:gd name="connsiteX26342" fmla="*/ 2681097 w 3114960"/>
              <a:gd name="connsiteY26342" fmla="*/ 3214592 h 5143785"/>
              <a:gd name="connsiteX26343" fmla="*/ 2693765 w 3114960"/>
              <a:gd name="connsiteY26343" fmla="*/ 3214592 h 5143785"/>
              <a:gd name="connsiteX26344" fmla="*/ 2695861 w 3114960"/>
              <a:gd name="connsiteY26344" fmla="*/ 3216688 h 5143785"/>
              <a:gd name="connsiteX26345" fmla="*/ 2695861 w 3114960"/>
              <a:gd name="connsiteY26345" fmla="*/ 3229356 h 5143785"/>
              <a:gd name="connsiteX26346" fmla="*/ 2693765 w 3114960"/>
              <a:gd name="connsiteY26346" fmla="*/ 3231452 h 5143785"/>
              <a:gd name="connsiteX26347" fmla="*/ 2681097 w 3114960"/>
              <a:gd name="connsiteY26347" fmla="*/ 3231452 h 5143785"/>
              <a:gd name="connsiteX26348" fmla="*/ 2679002 w 3114960"/>
              <a:gd name="connsiteY26348" fmla="*/ 3229356 h 5143785"/>
              <a:gd name="connsiteX26349" fmla="*/ 2679002 w 3114960"/>
              <a:gd name="connsiteY26349" fmla="*/ 3216688 h 5143785"/>
              <a:gd name="connsiteX26350" fmla="*/ 2543651 w 3114960"/>
              <a:gd name="connsiteY26350" fmla="*/ 3301079 h 5143785"/>
              <a:gd name="connsiteX26351" fmla="*/ 2536698 w 3114960"/>
              <a:gd name="connsiteY26351" fmla="*/ 3296603 h 5143785"/>
              <a:gd name="connsiteX26352" fmla="*/ 2541175 w 3114960"/>
              <a:gd name="connsiteY26352" fmla="*/ 3289554 h 5143785"/>
              <a:gd name="connsiteX26353" fmla="*/ 2542509 w 3114960"/>
              <a:gd name="connsiteY26353" fmla="*/ 3289363 h 5143785"/>
              <a:gd name="connsiteX26354" fmla="*/ 2545652 w 3114960"/>
              <a:gd name="connsiteY26354" fmla="*/ 3290316 h 5143785"/>
              <a:gd name="connsiteX26355" fmla="*/ 2548223 w 3114960"/>
              <a:gd name="connsiteY26355" fmla="*/ 3294031 h 5143785"/>
              <a:gd name="connsiteX26356" fmla="*/ 2543747 w 3114960"/>
              <a:gd name="connsiteY26356" fmla="*/ 3300984 h 5143785"/>
              <a:gd name="connsiteX26357" fmla="*/ 2291810 w 3114960"/>
              <a:gd name="connsiteY26357" fmla="*/ 2515743 h 5143785"/>
              <a:gd name="connsiteX26358" fmla="*/ 2279047 w 3114960"/>
              <a:gd name="connsiteY26358" fmla="*/ 2503646 h 5143785"/>
              <a:gd name="connsiteX26359" fmla="*/ 2282285 w 3114960"/>
              <a:gd name="connsiteY26359" fmla="*/ 2500217 h 5143785"/>
              <a:gd name="connsiteX26360" fmla="*/ 2295049 w 3114960"/>
              <a:gd name="connsiteY26360" fmla="*/ 2512314 h 5143785"/>
              <a:gd name="connsiteX26361" fmla="*/ 2291810 w 3114960"/>
              <a:gd name="connsiteY26361" fmla="*/ 2515743 h 5143785"/>
              <a:gd name="connsiteX26362" fmla="*/ 1557528 w 3114960"/>
              <a:gd name="connsiteY26362" fmla="*/ 1726025 h 5143785"/>
              <a:gd name="connsiteX26363" fmla="*/ 1657160 w 3114960"/>
              <a:gd name="connsiteY26363" fmla="*/ 1726025 h 5143785"/>
              <a:gd name="connsiteX26364" fmla="*/ 1680496 w 3114960"/>
              <a:gd name="connsiteY26364" fmla="*/ 1700879 h 5143785"/>
              <a:gd name="connsiteX26365" fmla="*/ 1682877 w 3114960"/>
              <a:gd name="connsiteY26365" fmla="*/ 1701451 h 5143785"/>
              <a:gd name="connsiteX26366" fmla="*/ 1684115 w 3114960"/>
              <a:gd name="connsiteY26366" fmla="*/ 1701260 h 5143785"/>
              <a:gd name="connsiteX26367" fmla="*/ 1687640 w 3114960"/>
              <a:gd name="connsiteY26367" fmla="*/ 1698689 h 5143785"/>
              <a:gd name="connsiteX26368" fmla="*/ 1688402 w 3114960"/>
              <a:gd name="connsiteY26368" fmla="*/ 1694402 h 5143785"/>
              <a:gd name="connsiteX26369" fmla="*/ 1681544 w 3114960"/>
              <a:gd name="connsiteY26369" fmla="*/ 1690116 h 5143785"/>
              <a:gd name="connsiteX26370" fmla="*/ 1677257 w 3114960"/>
              <a:gd name="connsiteY26370" fmla="*/ 1696974 h 5143785"/>
              <a:gd name="connsiteX26371" fmla="*/ 1677257 w 3114960"/>
              <a:gd name="connsiteY26371" fmla="*/ 1697165 h 5143785"/>
              <a:gd name="connsiteX26372" fmla="*/ 1654969 w 3114960"/>
              <a:gd name="connsiteY26372" fmla="*/ 1721168 h 5143785"/>
              <a:gd name="connsiteX26373" fmla="*/ 1555432 w 3114960"/>
              <a:gd name="connsiteY26373" fmla="*/ 1721168 h 5143785"/>
              <a:gd name="connsiteX26374" fmla="*/ 1525810 w 3114960"/>
              <a:gd name="connsiteY26374" fmla="*/ 1750505 h 5143785"/>
              <a:gd name="connsiteX26375" fmla="*/ 1525810 w 3114960"/>
              <a:gd name="connsiteY26375" fmla="*/ 1793557 h 5143785"/>
              <a:gd name="connsiteX26376" fmla="*/ 1521047 w 3114960"/>
              <a:gd name="connsiteY26376" fmla="*/ 1800225 h 5143785"/>
              <a:gd name="connsiteX26377" fmla="*/ 1528191 w 3114960"/>
              <a:gd name="connsiteY26377" fmla="*/ 1807369 h 5143785"/>
              <a:gd name="connsiteX26378" fmla="*/ 1535335 w 3114960"/>
              <a:gd name="connsiteY26378" fmla="*/ 1800225 h 5143785"/>
              <a:gd name="connsiteX26379" fmla="*/ 1530572 w 3114960"/>
              <a:gd name="connsiteY26379" fmla="*/ 1793557 h 5143785"/>
              <a:gd name="connsiteX26380" fmla="*/ 1530572 w 3114960"/>
              <a:gd name="connsiteY26380" fmla="*/ 1752410 h 5143785"/>
              <a:gd name="connsiteX26381" fmla="*/ 1557338 w 3114960"/>
              <a:gd name="connsiteY26381" fmla="*/ 1725835 h 5143785"/>
              <a:gd name="connsiteX26382" fmla="*/ 1682210 w 3114960"/>
              <a:gd name="connsiteY26382" fmla="*/ 1692593 h 5143785"/>
              <a:gd name="connsiteX26383" fmla="*/ 1682972 w 3114960"/>
              <a:gd name="connsiteY26383" fmla="*/ 1692593 h 5143785"/>
              <a:gd name="connsiteX26384" fmla="*/ 1686211 w 3114960"/>
              <a:gd name="connsiteY26384" fmla="*/ 1695164 h 5143785"/>
              <a:gd name="connsiteX26385" fmla="*/ 1685830 w 3114960"/>
              <a:gd name="connsiteY26385" fmla="*/ 1697641 h 5143785"/>
              <a:gd name="connsiteX26386" fmla="*/ 1683734 w 3114960"/>
              <a:gd name="connsiteY26386" fmla="*/ 1699070 h 5143785"/>
              <a:gd name="connsiteX26387" fmla="*/ 1681258 w 3114960"/>
              <a:gd name="connsiteY26387" fmla="*/ 1698689 h 5143785"/>
              <a:gd name="connsiteX26388" fmla="*/ 1679829 w 3114960"/>
              <a:gd name="connsiteY26388" fmla="*/ 1696593 h 5143785"/>
              <a:gd name="connsiteX26389" fmla="*/ 1682306 w 3114960"/>
              <a:gd name="connsiteY26389" fmla="*/ 1692593 h 5143785"/>
              <a:gd name="connsiteX26390" fmla="*/ 1533144 w 3114960"/>
              <a:gd name="connsiteY26390" fmla="*/ 1800416 h 5143785"/>
              <a:gd name="connsiteX26391" fmla="*/ 1528382 w 3114960"/>
              <a:gd name="connsiteY26391" fmla="*/ 1805178 h 5143785"/>
              <a:gd name="connsiteX26392" fmla="*/ 1523619 w 3114960"/>
              <a:gd name="connsiteY26392" fmla="*/ 1800416 h 5143785"/>
              <a:gd name="connsiteX26393" fmla="*/ 1528286 w 3114960"/>
              <a:gd name="connsiteY26393" fmla="*/ 1795653 h 5143785"/>
              <a:gd name="connsiteX26394" fmla="*/ 1528382 w 3114960"/>
              <a:gd name="connsiteY26394" fmla="*/ 1795653 h 5143785"/>
              <a:gd name="connsiteX26395" fmla="*/ 1533049 w 3114960"/>
              <a:gd name="connsiteY26395" fmla="*/ 1800416 h 5143785"/>
              <a:gd name="connsiteX26396" fmla="*/ 468725 w 3114960"/>
              <a:gd name="connsiteY26396" fmla="*/ 772573 h 5143785"/>
              <a:gd name="connsiteX26397" fmla="*/ 457010 w 3114960"/>
              <a:gd name="connsiteY26397" fmla="*/ 783050 h 5143785"/>
              <a:gd name="connsiteX26398" fmla="*/ 364046 w 3114960"/>
              <a:gd name="connsiteY26398" fmla="*/ 783050 h 5143785"/>
              <a:gd name="connsiteX26399" fmla="*/ 362522 w 3114960"/>
              <a:gd name="connsiteY26399" fmla="*/ 783622 h 5143785"/>
              <a:gd name="connsiteX26400" fmla="*/ 319564 w 3114960"/>
              <a:gd name="connsiteY26400" fmla="*/ 819626 h 5143785"/>
              <a:gd name="connsiteX26401" fmla="*/ 207264 w 3114960"/>
              <a:gd name="connsiteY26401" fmla="*/ 819626 h 5143785"/>
              <a:gd name="connsiteX26402" fmla="*/ 181166 w 3114960"/>
              <a:gd name="connsiteY26402" fmla="*/ 837724 h 5143785"/>
              <a:gd name="connsiteX26403" fmla="*/ 15621 w 3114960"/>
              <a:gd name="connsiteY26403" fmla="*/ 837724 h 5143785"/>
              <a:gd name="connsiteX26404" fmla="*/ 95 w 3114960"/>
              <a:gd name="connsiteY26404" fmla="*/ 856488 h 5143785"/>
              <a:gd name="connsiteX26405" fmla="*/ 95 w 3114960"/>
              <a:gd name="connsiteY26405" fmla="*/ 863918 h 5143785"/>
              <a:gd name="connsiteX26406" fmla="*/ 17907 w 3114960"/>
              <a:gd name="connsiteY26406" fmla="*/ 842486 h 5143785"/>
              <a:gd name="connsiteX26407" fmla="*/ 182690 w 3114960"/>
              <a:gd name="connsiteY26407" fmla="*/ 842486 h 5143785"/>
              <a:gd name="connsiteX26408" fmla="*/ 208788 w 3114960"/>
              <a:gd name="connsiteY26408" fmla="*/ 824389 h 5143785"/>
              <a:gd name="connsiteX26409" fmla="*/ 320516 w 3114960"/>
              <a:gd name="connsiteY26409" fmla="*/ 824389 h 5143785"/>
              <a:gd name="connsiteX26410" fmla="*/ 350234 w 3114960"/>
              <a:gd name="connsiteY26410" fmla="*/ 842201 h 5143785"/>
              <a:gd name="connsiteX26411" fmla="*/ 351473 w 3114960"/>
              <a:gd name="connsiteY26411" fmla="*/ 842582 h 5143785"/>
              <a:gd name="connsiteX26412" fmla="*/ 398050 w 3114960"/>
              <a:gd name="connsiteY26412" fmla="*/ 842582 h 5143785"/>
              <a:gd name="connsiteX26413" fmla="*/ 408432 w 3114960"/>
              <a:gd name="connsiteY26413" fmla="*/ 851630 h 5143785"/>
              <a:gd name="connsiteX26414" fmla="*/ 410242 w 3114960"/>
              <a:gd name="connsiteY26414" fmla="*/ 851726 h 5143785"/>
              <a:gd name="connsiteX26415" fmla="*/ 422815 w 3114960"/>
              <a:gd name="connsiteY26415" fmla="*/ 840867 h 5143785"/>
              <a:gd name="connsiteX26416" fmla="*/ 412052 w 3114960"/>
              <a:gd name="connsiteY26416" fmla="*/ 826484 h 5143785"/>
              <a:gd name="connsiteX26417" fmla="*/ 397669 w 3114960"/>
              <a:gd name="connsiteY26417" fmla="*/ 837248 h 5143785"/>
              <a:gd name="connsiteX26418" fmla="*/ 397669 w 3114960"/>
              <a:gd name="connsiteY26418" fmla="*/ 837724 h 5143785"/>
              <a:gd name="connsiteX26419" fmla="*/ 352139 w 3114960"/>
              <a:gd name="connsiteY26419" fmla="*/ 837724 h 5143785"/>
              <a:gd name="connsiteX26420" fmla="*/ 324898 w 3114960"/>
              <a:gd name="connsiteY26420" fmla="*/ 821341 h 5143785"/>
              <a:gd name="connsiteX26421" fmla="*/ 364903 w 3114960"/>
              <a:gd name="connsiteY26421" fmla="*/ 787813 h 5143785"/>
              <a:gd name="connsiteX26422" fmla="*/ 457390 w 3114960"/>
              <a:gd name="connsiteY26422" fmla="*/ 787813 h 5143785"/>
              <a:gd name="connsiteX26423" fmla="*/ 468725 w 3114960"/>
              <a:gd name="connsiteY26423" fmla="*/ 796576 h 5143785"/>
              <a:gd name="connsiteX26424" fmla="*/ 480727 w 3114960"/>
              <a:gd name="connsiteY26424" fmla="*/ 784574 h 5143785"/>
              <a:gd name="connsiteX26425" fmla="*/ 468725 w 3114960"/>
              <a:gd name="connsiteY26425" fmla="*/ 772573 h 5143785"/>
              <a:gd name="connsiteX26426" fmla="*/ 411385 w 3114960"/>
              <a:gd name="connsiteY26426" fmla="*/ 831152 h 5143785"/>
              <a:gd name="connsiteX26427" fmla="*/ 418052 w 3114960"/>
              <a:gd name="connsiteY26427" fmla="*/ 840105 h 5143785"/>
              <a:gd name="connsiteX26428" fmla="*/ 409099 w 3114960"/>
              <a:gd name="connsiteY26428" fmla="*/ 846773 h 5143785"/>
              <a:gd name="connsiteX26429" fmla="*/ 402431 w 3114960"/>
              <a:gd name="connsiteY26429" fmla="*/ 837819 h 5143785"/>
              <a:gd name="connsiteX26430" fmla="*/ 411385 w 3114960"/>
              <a:gd name="connsiteY26430" fmla="*/ 831152 h 5143785"/>
              <a:gd name="connsiteX26431" fmla="*/ 468725 w 3114960"/>
              <a:gd name="connsiteY26431" fmla="*/ 791813 h 5143785"/>
              <a:gd name="connsiteX26432" fmla="*/ 461486 w 3114960"/>
              <a:gd name="connsiteY26432" fmla="*/ 784574 h 5143785"/>
              <a:gd name="connsiteX26433" fmla="*/ 468725 w 3114960"/>
              <a:gd name="connsiteY26433" fmla="*/ 777335 h 5143785"/>
              <a:gd name="connsiteX26434" fmla="*/ 475964 w 3114960"/>
              <a:gd name="connsiteY26434" fmla="*/ 784574 h 5143785"/>
              <a:gd name="connsiteX26435" fmla="*/ 468725 w 3114960"/>
              <a:gd name="connsiteY26435" fmla="*/ 791813 h 5143785"/>
              <a:gd name="connsiteX26436" fmla="*/ 758571 w 3114960"/>
              <a:gd name="connsiteY26436" fmla="*/ 3008186 h 5143785"/>
              <a:gd name="connsiteX26437" fmla="*/ 775240 w 3114960"/>
              <a:gd name="connsiteY26437" fmla="*/ 3022759 h 5143785"/>
              <a:gd name="connsiteX26438" fmla="*/ 772097 w 3114960"/>
              <a:gd name="connsiteY26438" fmla="*/ 3026378 h 5143785"/>
              <a:gd name="connsiteX26439" fmla="*/ 755428 w 3114960"/>
              <a:gd name="connsiteY26439" fmla="*/ 3011805 h 5143785"/>
              <a:gd name="connsiteX26440" fmla="*/ 758571 w 3114960"/>
              <a:gd name="connsiteY26440" fmla="*/ 3008186 h 5143785"/>
              <a:gd name="connsiteX26441" fmla="*/ 784479 w 3114960"/>
              <a:gd name="connsiteY26441" fmla="*/ 2992755 h 5143785"/>
              <a:gd name="connsiteX26442" fmla="*/ 787051 w 3114960"/>
              <a:gd name="connsiteY26442" fmla="*/ 2992374 h 5143785"/>
              <a:gd name="connsiteX26443" fmla="*/ 792956 w 3114960"/>
              <a:gd name="connsiteY26443" fmla="*/ 2987802 h 5143785"/>
              <a:gd name="connsiteX26444" fmla="*/ 793909 w 3114960"/>
              <a:gd name="connsiteY26444" fmla="*/ 2980373 h 5143785"/>
              <a:gd name="connsiteX26445" fmla="*/ 793909 w 3114960"/>
              <a:gd name="connsiteY26445" fmla="*/ 2980373 h 5143785"/>
              <a:gd name="connsiteX26446" fmla="*/ 793242 w 3114960"/>
              <a:gd name="connsiteY26446" fmla="*/ 2979039 h 5143785"/>
              <a:gd name="connsiteX26447" fmla="*/ 817721 w 3114960"/>
              <a:gd name="connsiteY26447" fmla="*/ 2962561 h 5143785"/>
              <a:gd name="connsiteX26448" fmla="*/ 947357 w 3114960"/>
              <a:gd name="connsiteY26448" fmla="*/ 2962561 h 5143785"/>
              <a:gd name="connsiteX26449" fmla="*/ 947357 w 3114960"/>
              <a:gd name="connsiteY26449" fmla="*/ 2962847 h 5143785"/>
              <a:gd name="connsiteX26450" fmla="*/ 951929 w 3114960"/>
              <a:gd name="connsiteY26450" fmla="*/ 2968752 h 5143785"/>
              <a:gd name="connsiteX26451" fmla="*/ 956691 w 3114960"/>
              <a:gd name="connsiteY26451" fmla="*/ 2969990 h 5143785"/>
              <a:gd name="connsiteX26452" fmla="*/ 959358 w 3114960"/>
              <a:gd name="connsiteY26452" fmla="*/ 2969609 h 5143785"/>
              <a:gd name="connsiteX26453" fmla="*/ 965264 w 3114960"/>
              <a:gd name="connsiteY26453" fmla="*/ 2965037 h 5143785"/>
              <a:gd name="connsiteX26454" fmla="*/ 966216 w 3114960"/>
              <a:gd name="connsiteY26454" fmla="*/ 2957608 h 5143785"/>
              <a:gd name="connsiteX26455" fmla="*/ 961644 w 3114960"/>
              <a:gd name="connsiteY26455" fmla="*/ 2951702 h 5143785"/>
              <a:gd name="connsiteX26456" fmla="*/ 954215 w 3114960"/>
              <a:gd name="connsiteY26456" fmla="*/ 2950845 h 5143785"/>
              <a:gd name="connsiteX26457" fmla="*/ 948309 w 3114960"/>
              <a:gd name="connsiteY26457" fmla="*/ 2955417 h 5143785"/>
              <a:gd name="connsiteX26458" fmla="*/ 947547 w 3114960"/>
              <a:gd name="connsiteY26458" fmla="*/ 2957798 h 5143785"/>
              <a:gd name="connsiteX26459" fmla="*/ 816293 w 3114960"/>
              <a:gd name="connsiteY26459" fmla="*/ 2957798 h 5143785"/>
              <a:gd name="connsiteX26460" fmla="*/ 790289 w 3114960"/>
              <a:gd name="connsiteY26460" fmla="*/ 2975229 h 5143785"/>
              <a:gd name="connsiteX26461" fmla="*/ 781907 w 3114960"/>
              <a:gd name="connsiteY26461" fmla="*/ 2973515 h 5143785"/>
              <a:gd name="connsiteX26462" fmla="*/ 775145 w 3114960"/>
              <a:gd name="connsiteY26462" fmla="*/ 2985516 h 5143785"/>
              <a:gd name="connsiteX26463" fmla="*/ 784574 w 3114960"/>
              <a:gd name="connsiteY26463" fmla="*/ 2992660 h 5143785"/>
              <a:gd name="connsiteX26464" fmla="*/ 952500 w 3114960"/>
              <a:gd name="connsiteY26464" fmla="*/ 2957798 h 5143785"/>
              <a:gd name="connsiteX26465" fmla="*/ 955548 w 3114960"/>
              <a:gd name="connsiteY26465" fmla="*/ 2955417 h 5143785"/>
              <a:gd name="connsiteX26466" fmla="*/ 956882 w 3114960"/>
              <a:gd name="connsiteY26466" fmla="*/ 2955227 h 5143785"/>
              <a:gd name="connsiteX26467" fmla="*/ 959358 w 3114960"/>
              <a:gd name="connsiteY26467" fmla="*/ 2955893 h 5143785"/>
              <a:gd name="connsiteX26468" fmla="*/ 961739 w 3114960"/>
              <a:gd name="connsiteY26468" fmla="*/ 2958942 h 5143785"/>
              <a:gd name="connsiteX26469" fmla="*/ 961263 w 3114960"/>
              <a:gd name="connsiteY26469" fmla="*/ 2962751 h 5143785"/>
              <a:gd name="connsiteX26470" fmla="*/ 958215 w 3114960"/>
              <a:gd name="connsiteY26470" fmla="*/ 2965133 h 5143785"/>
              <a:gd name="connsiteX26471" fmla="*/ 954405 w 3114960"/>
              <a:gd name="connsiteY26471" fmla="*/ 2964656 h 5143785"/>
              <a:gd name="connsiteX26472" fmla="*/ 952024 w 3114960"/>
              <a:gd name="connsiteY26472" fmla="*/ 2961609 h 5143785"/>
              <a:gd name="connsiteX26473" fmla="*/ 952024 w 3114960"/>
              <a:gd name="connsiteY26473" fmla="*/ 2961609 h 5143785"/>
              <a:gd name="connsiteX26474" fmla="*/ 952500 w 3114960"/>
              <a:gd name="connsiteY26474" fmla="*/ 2957798 h 5143785"/>
              <a:gd name="connsiteX26475" fmla="*/ 783146 w 3114960"/>
              <a:gd name="connsiteY26475" fmla="*/ 2978182 h 5143785"/>
              <a:gd name="connsiteX26476" fmla="*/ 784479 w 3114960"/>
              <a:gd name="connsiteY26476" fmla="*/ 2977992 h 5143785"/>
              <a:gd name="connsiteX26477" fmla="*/ 789337 w 3114960"/>
              <a:gd name="connsiteY26477" fmla="*/ 2981706 h 5143785"/>
              <a:gd name="connsiteX26478" fmla="*/ 788861 w 3114960"/>
              <a:gd name="connsiteY26478" fmla="*/ 2985516 h 5143785"/>
              <a:gd name="connsiteX26479" fmla="*/ 785813 w 3114960"/>
              <a:gd name="connsiteY26479" fmla="*/ 2987897 h 5143785"/>
              <a:gd name="connsiteX26480" fmla="*/ 779621 w 3114960"/>
              <a:gd name="connsiteY26480" fmla="*/ 2984373 h 5143785"/>
              <a:gd name="connsiteX26481" fmla="*/ 783146 w 3114960"/>
              <a:gd name="connsiteY26481" fmla="*/ 2978182 h 5143785"/>
              <a:gd name="connsiteX26482" fmla="*/ 1770126 w 3114960"/>
              <a:gd name="connsiteY26482" fmla="*/ 1394936 h 5143785"/>
              <a:gd name="connsiteX26483" fmla="*/ 1757458 w 3114960"/>
              <a:gd name="connsiteY26483" fmla="*/ 1394936 h 5143785"/>
              <a:gd name="connsiteX26484" fmla="*/ 1750600 w 3114960"/>
              <a:gd name="connsiteY26484" fmla="*/ 1401794 h 5143785"/>
              <a:gd name="connsiteX26485" fmla="*/ 1750600 w 3114960"/>
              <a:gd name="connsiteY26485" fmla="*/ 1414463 h 5143785"/>
              <a:gd name="connsiteX26486" fmla="*/ 1757458 w 3114960"/>
              <a:gd name="connsiteY26486" fmla="*/ 1421321 h 5143785"/>
              <a:gd name="connsiteX26487" fmla="*/ 1770126 w 3114960"/>
              <a:gd name="connsiteY26487" fmla="*/ 1421321 h 5143785"/>
              <a:gd name="connsiteX26488" fmla="*/ 1776984 w 3114960"/>
              <a:gd name="connsiteY26488" fmla="*/ 1414463 h 5143785"/>
              <a:gd name="connsiteX26489" fmla="*/ 1776984 w 3114960"/>
              <a:gd name="connsiteY26489" fmla="*/ 1408748 h 5143785"/>
              <a:gd name="connsiteX26490" fmla="*/ 1780127 w 3114960"/>
              <a:gd name="connsiteY26490" fmla="*/ 1414748 h 5143785"/>
              <a:gd name="connsiteX26491" fmla="*/ 1790033 w 3114960"/>
              <a:gd name="connsiteY26491" fmla="*/ 1425226 h 5143785"/>
              <a:gd name="connsiteX26492" fmla="*/ 1799939 w 3114960"/>
              <a:gd name="connsiteY26492" fmla="*/ 1414748 h 5143785"/>
              <a:gd name="connsiteX26493" fmla="*/ 1805559 w 3114960"/>
              <a:gd name="connsiteY26493" fmla="*/ 1407224 h 5143785"/>
              <a:gd name="connsiteX26494" fmla="*/ 1811179 w 3114960"/>
              <a:gd name="connsiteY26494" fmla="*/ 1414748 h 5143785"/>
              <a:gd name="connsiteX26495" fmla="*/ 1821180 w 3114960"/>
              <a:gd name="connsiteY26495" fmla="*/ 1425226 h 5143785"/>
              <a:gd name="connsiteX26496" fmla="*/ 1831181 w 3114960"/>
              <a:gd name="connsiteY26496" fmla="*/ 1414748 h 5143785"/>
              <a:gd name="connsiteX26497" fmla="*/ 1836801 w 3114960"/>
              <a:gd name="connsiteY26497" fmla="*/ 1407224 h 5143785"/>
              <a:gd name="connsiteX26498" fmla="*/ 1842421 w 3114960"/>
              <a:gd name="connsiteY26498" fmla="*/ 1414748 h 5143785"/>
              <a:gd name="connsiteX26499" fmla="*/ 1852422 w 3114960"/>
              <a:gd name="connsiteY26499" fmla="*/ 1425226 h 5143785"/>
              <a:gd name="connsiteX26500" fmla="*/ 1862328 w 3114960"/>
              <a:gd name="connsiteY26500" fmla="*/ 1414748 h 5143785"/>
              <a:gd name="connsiteX26501" fmla="*/ 1867948 w 3114960"/>
              <a:gd name="connsiteY26501" fmla="*/ 1407224 h 5143785"/>
              <a:gd name="connsiteX26502" fmla="*/ 1873568 w 3114960"/>
              <a:gd name="connsiteY26502" fmla="*/ 1414748 h 5143785"/>
              <a:gd name="connsiteX26503" fmla="*/ 1883569 w 3114960"/>
              <a:gd name="connsiteY26503" fmla="*/ 1425226 h 5143785"/>
              <a:gd name="connsiteX26504" fmla="*/ 1893570 w 3114960"/>
              <a:gd name="connsiteY26504" fmla="*/ 1414748 h 5143785"/>
              <a:gd name="connsiteX26505" fmla="*/ 1899190 w 3114960"/>
              <a:gd name="connsiteY26505" fmla="*/ 1407224 h 5143785"/>
              <a:gd name="connsiteX26506" fmla="*/ 1904810 w 3114960"/>
              <a:gd name="connsiteY26506" fmla="*/ 1414748 h 5143785"/>
              <a:gd name="connsiteX26507" fmla="*/ 1914811 w 3114960"/>
              <a:gd name="connsiteY26507" fmla="*/ 1425226 h 5143785"/>
              <a:gd name="connsiteX26508" fmla="*/ 1924812 w 3114960"/>
              <a:gd name="connsiteY26508" fmla="*/ 1414748 h 5143785"/>
              <a:gd name="connsiteX26509" fmla="*/ 1930432 w 3114960"/>
              <a:gd name="connsiteY26509" fmla="*/ 1407224 h 5143785"/>
              <a:gd name="connsiteX26510" fmla="*/ 1936052 w 3114960"/>
              <a:gd name="connsiteY26510" fmla="*/ 1414748 h 5143785"/>
              <a:gd name="connsiteX26511" fmla="*/ 1946053 w 3114960"/>
              <a:gd name="connsiteY26511" fmla="*/ 1425226 h 5143785"/>
              <a:gd name="connsiteX26512" fmla="*/ 1956054 w 3114960"/>
              <a:gd name="connsiteY26512" fmla="*/ 1414748 h 5143785"/>
              <a:gd name="connsiteX26513" fmla="*/ 1961674 w 3114960"/>
              <a:gd name="connsiteY26513" fmla="*/ 1407224 h 5143785"/>
              <a:gd name="connsiteX26514" fmla="*/ 1967294 w 3114960"/>
              <a:gd name="connsiteY26514" fmla="*/ 1414748 h 5143785"/>
              <a:gd name="connsiteX26515" fmla="*/ 1977295 w 3114960"/>
              <a:gd name="connsiteY26515" fmla="*/ 1425226 h 5143785"/>
              <a:gd name="connsiteX26516" fmla="*/ 1987296 w 3114960"/>
              <a:gd name="connsiteY26516" fmla="*/ 1414748 h 5143785"/>
              <a:gd name="connsiteX26517" fmla="*/ 1992916 w 3114960"/>
              <a:gd name="connsiteY26517" fmla="*/ 1407224 h 5143785"/>
              <a:gd name="connsiteX26518" fmla="*/ 1998536 w 3114960"/>
              <a:gd name="connsiteY26518" fmla="*/ 1414748 h 5143785"/>
              <a:gd name="connsiteX26519" fmla="*/ 2008442 w 3114960"/>
              <a:gd name="connsiteY26519" fmla="*/ 1425226 h 5143785"/>
              <a:gd name="connsiteX26520" fmla="*/ 2018443 w 3114960"/>
              <a:gd name="connsiteY26520" fmla="*/ 1414748 h 5143785"/>
              <a:gd name="connsiteX26521" fmla="*/ 2024063 w 3114960"/>
              <a:gd name="connsiteY26521" fmla="*/ 1407224 h 5143785"/>
              <a:gd name="connsiteX26522" fmla="*/ 2029682 w 3114960"/>
              <a:gd name="connsiteY26522" fmla="*/ 1414748 h 5143785"/>
              <a:gd name="connsiteX26523" fmla="*/ 2039684 w 3114960"/>
              <a:gd name="connsiteY26523" fmla="*/ 1425226 h 5143785"/>
              <a:gd name="connsiteX26524" fmla="*/ 2049685 w 3114960"/>
              <a:gd name="connsiteY26524" fmla="*/ 1414748 h 5143785"/>
              <a:gd name="connsiteX26525" fmla="*/ 2055305 w 3114960"/>
              <a:gd name="connsiteY26525" fmla="*/ 1407224 h 5143785"/>
              <a:gd name="connsiteX26526" fmla="*/ 2060924 w 3114960"/>
              <a:gd name="connsiteY26526" fmla="*/ 1414748 h 5143785"/>
              <a:gd name="connsiteX26527" fmla="*/ 2070926 w 3114960"/>
              <a:gd name="connsiteY26527" fmla="*/ 1425226 h 5143785"/>
              <a:gd name="connsiteX26528" fmla="*/ 2080927 w 3114960"/>
              <a:gd name="connsiteY26528" fmla="*/ 1414748 h 5143785"/>
              <a:gd name="connsiteX26529" fmla="*/ 2086547 w 3114960"/>
              <a:gd name="connsiteY26529" fmla="*/ 1407224 h 5143785"/>
              <a:gd name="connsiteX26530" fmla="*/ 2092166 w 3114960"/>
              <a:gd name="connsiteY26530" fmla="*/ 1414748 h 5143785"/>
              <a:gd name="connsiteX26531" fmla="*/ 2102168 w 3114960"/>
              <a:gd name="connsiteY26531" fmla="*/ 1425226 h 5143785"/>
              <a:gd name="connsiteX26532" fmla="*/ 2102168 w 3114960"/>
              <a:gd name="connsiteY26532" fmla="*/ 1424654 h 5143785"/>
              <a:gd name="connsiteX26533" fmla="*/ 2109502 w 3114960"/>
              <a:gd name="connsiteY26533" fmla="*/ 1430941 h 5143785"/>
              <a:gd name="connsiteX26534" fmla="*/ 2126647 w 3114960"/>
              <a:gd name="connsiteY26534" fmla="*/ 1422749 h 5143785"/>
              <a:gd name="connsiteX26535" fmla="*/ 2118455 w 3114960"/>
              <a:gd name="connsiteY26535" fmla="*/ 1405604 h 5143785"/>
              <a:gd name="connsiteX26536" fmla="*/ 2101310 w 3114960"/>
              <a:gd name="connsiteY26536" fmla="*/ 1413796 h 5143785"/>
              <a:gd name="connsiteX26537" fmla="*/ 2100644 w 3114960"/>
              <a:gd name="connsiteY26537" fmla="*/ 1419797 h 5143785"/>
              <a:gd name="connsiteX26538" fmla="*/ 2096548 w 3114960"/>
              <a:gd name="connsiteY26538" fmla="*/ 1412843 h 5143785"/>
              <a:gd name="connsiteX26539" fmla="*/ 2086547 w 3114960"/>
              <a:gd name="connsiteY26539" fmla="*/ 1402366 h 5143785"/>
              <a:gd name="connsiteX26540" fmla="*/ 2076545 w 3114960"/>
              <a:gd name="connsiteY26540" fmla="*/ 1412843 h 5143785"/>
              <a:gd name="connsiteX26541" fmla="*/ 2070926 w 3114960"/>
              <a:gd name="connsiteY26541" fmla="*/ 1420368 h 5143785"/>
              <a:gd name="connsiteX26542" fmla="*/ 2065306 w 3114960"/>
              <a:gd name="connsiteY26542" fmla="*/ 1412843 h 5143785"/>
              <a:gd name="connsiteX26543" fmla="*/ 2055305 w 3114960"/>
              <a:gd name="connsiteY26543" fmla="*/ 1402366 h 5143785"/>
              <a:gd name="connsiteX26544" fmla="*/ 2045303 w 3114960"/>
              <a:gd name="connsiteY26544" fmla="*/ 1412843 h 5143785"/>
              <a:gd name="connsiteX26545" fmla="*/ 2039684 w 3114960"/>
              <a:gd name="connsiteY26545" fmla="*/ 1420368 h 5143785"/>
              <a:gd name="connsiteX26546" fmla="*/ 2034064 w 3114960"/>
              <a:gd name="connsiteY26546" fmla="*/ 1412843 h 5143785"/>
              <a:gd name="connsiteX26547" fmla="*/ 2024063 w 3114960"/>
              <a:gd name="connsiteY26547" fmla="*/ 1402366 h 5143785"/>
              <a:gd name="connsiteX26548" fmla="*/ 2014061 w 3114960"/>
              <a:gd name="connsiteY26548" fmla="*/ 1412843 h 5143785"/>
              <a:gd name="connsiteX26549" fmla="*/ 2008442 w 3114960"/>
              <a:gd name="connsiteY26549" fmla="*/ 1420368 h 5143785"/>
              <a:gd name="connsiteX26550" fmla="*/ 2002822 w 3114960"/>
              <a:gd name="connsiteY26550" fmla="*/ 1412843 h 5143785"/>
              <a:gd name="connsiteX26551" fmla="*/ 1992821 w 3114960"/>
              <a:gd name="connsiteY26551" fmla="*/ 1402366 h 5143785"/>
              <a:gd name="connsiteX26552" fmla="*/ 1982819 w 3114960"/>
              <a:gd name="connsiteY26552" fmla="*/ 1412843 h 5143785"/>
              <a:gd name="connsiteX26553" fmla="*/ 1977200 w 3114960"/>
              <a:gd name="connsiteY26553" fmla="*/ 1420368 h 5143785"/>
              <a:gd name="connsiteX26554" fmla="*/ 1971580 w 3114960"/>
              <a:gd name="connsiteY26554" fmla="*/ 1412843 h 5143785"/>
              <a:gd name="connsiteX26555" fmla="*/ 1961578 w 3114960"/>
              <a:gd name="connsiteY26555" fmla="*/ 1402366 h 5143785"/>
              <a:gd name="connsiteX26556" fmla="*/ 1951577 w 3114960"/>
              <a:gd name="connsiteY26556" fmla="*/ 1412843 h 5143785"/>
              <a:gd name="connsiteX26557" fmla="*/ 1945957 w 3114960"/>
              <a:gd name="connsiteY26557" fmla="*/ 1420368 h 5143785"/>
              <a:gd name="connsiteX26558" fmla="*/ 1940338 w 3114960"/>
              <a:gd name="connsiteY26558" fmla="*/ 1412843 h 5143785"/>
              <a:gd name="connsiteX26559" fmla="*/ 1930337 w 3114960"/>
              <a:gd name="connsiteY26559" fmla="*/ 1402366 h 5143785"/>
              <a:gd name="connsiteX26560" fmla="*/ 1920335 w 3114960"/>
              <a:gd name="connsiteY26560" fmla="*/ 1412843 h 5143785"/>
              <a:gd name="connsiteX26561" fmla="*/ 1914716 w 3114960"/>
              <a:gd name="connsiteY26561" fmla="*/ 1420368 h 5143785"/>
              <a:gd name="connsiteX26562" fmla="*/ 1909096 w 3114960"/>
              <a:gd name="connsiteY26562" fmla="*/ 1412843 h 5143785"/>
              <a:gd name="connsiteX26563" fmla="*/ 1899095 w 3114960"/>
              <a:gd name="connsiteY26563" fmla="*/ 1402366 h 5143785"/>
              <a:gd name="connsiteX26564" fmla="*/ 1889093 w 3114960"/>
              <a:gd name="connsiteY26564" fmla="*/ 1412843 h 5143785"/>
              <a:gd name="connsiteX26565" fmla="*/ 1883474 w 3114960"/>
              <a:gd name="connsiteY26565" fmla="*/ 1420368 h 5143785"/>
              <a:gd name="connsiteX26566" fmla="*/ 1877854 w 3114960"/>
              <a:gd name="connsiteY26566" fmla="*/ 1412843 h 5143785"/>
              <a:gd name="connsiteX26567" fmla="*/ 1867853 w 3114960"/>
              <a:gd name="connsiteY26567" fmla="*/ 1402366 h 5143785"/>
              <a:gd name="connsiteX26568" fmla="*/ 1857851 w 3114960"/>
              <a:gd name="connsiteY26568" fmla="*/ 1412843 h 5143785"/>
              <a:gd name="connsiteX26569" fmla="*/ 1852232 w 3114960"/>
              <a:gd name="connsiteY26569" fmla="*/ 1420368 h 5143785"/>
              <a:gd name="connsiteX26570" fmla="*/ 1846612 w 3114960"/>
              <a:gd name="connsiteY26570" fmla="*/ 1412843 h 5143785"/>
              <a:gd name="connsiteX26571" fmla="*/ 1836706 w 3114960"/>
              <a:gd name="connsiteY26571" fmla="*/ 1402366 h 5143785"/>
              <a:gd name="connsiteX26572" fmla="*/ 1826705 w 3114960"/>
              <a:gd name="connsiteY26572" fmla="*/ 1412843 h 5143785"/>
              <a:gd name="connsiteX26573" fmla="*/ 1821085 w 3114960"/>
              <a:gd name="connsiteY26573" fmla="*/ 1420368 h 5143785"/>
              <a:gd name="connsiteX26574" fmla="*/ 1815465 w 3114960"/>
              <a:gd name="connsiteY26574" fmla="*/ 1412843 h 5143785"/>
              <a:gd name="connsiteX26575" fmla="*/ 1805464 w 3114960"/>
              <a:gd name="connsiteY26575" fmla="*/ 1402366 h 5143785"/>
              <a:gd name="connsiteX26576" fmla="*/ 1795558 w 3114960"/>
              <a:gd name="connsiteY26576" fmla="*/ 1412843 h 5143785"/>
              <a:gd name="connsiteX26577" fmla="*/ 1789938 w 3114960"/>
              <a:gd name="connsiteY26577" fmla="*/ 1420368 h 5143785"/>
              <a:gd name="connsiteX26578" fmla="*/ 1784318 w 3114960"/>
              <a:gd name="connsiteY26578" fmla="*/ 1412843 h 5143785"/>
              <a:gd name="connsiteX26579" fmla="*/ 1776794 w 3114960"/>
              <a:gd name="connsiteY26579" fmla="*/ 1403032 h 5143785"/>
              <a:gd name="connsiteX26580" fmla="*/ 1776794 w 3114960"/>
              <a:gd name="connsiteY26580" fmla="*/ 1401699 h 5143785"/>
              <a:gd name="connsiteX26581" fmla="*/ 1769936 w 3114960"/>
              <a:gd name="connsiteY26581" fmla="*/ 1394841 h 5143785"/>
              <a:gd name="connsiteX26582" fmla="*/ 1772222 w 3114960"/>
              <a:gd name="connsiteY26582" fmla="*/ 1414463 h 5143785"/>
              <a:gd name="connsiteX26583" fmla="*/ 1770126 w 3114960"/>
              <a:gd name="connsiteY26583" fmla="*/ 1416558 h 5143785"/>
              <a:gd name="connsiteX26584" fmla="*/ 1757458 w 3114960"/>
              <a:gd name="connsiteY26584" fmla="*/ 1416558 h 5143785"/>
              <a:gd name="connsiteX26585" fmla="*/ 1755362 w 3114960"/>
              <a:gd name="connsiteY26585" fmla="*/ 1414463 h 5143785"/>
              <a:gd name="connsiteX26586" fmla="*/ 1755362 w 3114960"/>
              <a:gd name="connsiteY26586" fmla="*/ 1401794 h 5143785"/>
              <a:gd name="connsiteX26587" fmla="*/ 1757458 w 3114960"/>
              <a:gd name="connsiteY26587" fmla="*/ 1399699 h 5143785"/>
              <a:gd name="connsiteX26588" fmla="*/ 1770126 w 3114960"/>
              <a:gd name="connsiteY26588" fmla="*/ 1399699 h 5143785"/>
              <a:gd name="connsiteX26589" fmla="*/ 1772222 w 3114960"/>
              <a:gd name="connsiteY26589" fmla="*/ 1401794 h 5143785"/>
              <a:gd name="connsiteX26590" fmla="*/ 1772222 w 3114960"/>
              <a:gd name="connsiteY26590" fmla="*/ 1414463 h 5143785"/>
              <a:gd name="connsiteX26591" fmla="*/ 409670 w 3114960"/>
              <a:gd name="connsiteY26591" fmla="*/ 874109 h 5143785"/>
              <a:gd name="connsiteX26592" fmla="*/ 330137 w 3114960"/>
              <a:gd name="connsiteY26592" fmla="*/ 873538 h 5143785"/>
              <a:gd name="connsiteX26593" fmla="*/ 311753 w 3114960"/>
              <a:gd name="connsiteY26593" fmla="*/ 857917 h 5143785"/>
              <a:gd name="connsiteX26594" fmla="*/ 243269 w 3114960"/>
              <a:gd name="connsiteY26594" fmla="*/ 858107 h 5143785"/>
              <a:gd name="connsiteX26595" fmla="*/ 241078 w 3114960"/>
              <a:gd name="connsiteY26595" fmla="*/ 852869 h 5143785"/>
              <a:gd name="connsiteX26596" fmla="*/ 232696 w 3114960"/>
              <a:gd name="connsiteY26596" fmla="*/ 847916 h 5143785"/>
              <a:gd name="connsiteX26597" fmla="*/ 223266 w 3114960"/>
              <a:gd name="connsiteY26597" fmla="*/ 850297 h 5143785"/>
              <a:gd name="connsiteX26598" fmla="*/ 218313 w 3114960"/>
              <a:gd name="connsiteY26598" fmla="*/ 858679 h 5143785"/>
              <a:gd name="connsiteX26599" fmla="*/ 218599 w 3114960"/>
              <a:gd name="connsiteY26599" fmla="*/ 863346 h 5143785"/>
              <a:gd name="connsiteX26600" fmla="*/ 199168 w 3114960"/>
              <a:gd name="connsiteY26600" fmla="*/ 875919 h 5143785"/>
              <a:gd name="connsiteX26601" fmla="*/ 32290 w 3114960"/>
              <a:gd name="connsiteY26601" fmla="*/ 875919 h 5143785"/>
              <a:gd name="connsiteX26602" fmla="*/ 9239 w 3114960"/>
              <a:gd name="connsiteY26602" fmla="*/ 903637 h 5143785"/>
              <a:gd name="connsiteX26603" fmla="*/ 95 w 3114960"/>
              <a:gd name="connsiteY26603" fmla="*/ 903637 h 5143785"/>
              <a:gd name="connsiteX26604" fmla="*/ 95 w 3114960"/>
              <a:gd name="connsiteY26604" fmla="*/ 908399 h 5143785"/>
              <a:gd name="connsiteX26605" fmla="*/ 11525 w 3114960"/>
              <a:gd name="connsiteY26605" fmla="*/ 908399 h 5143785"/>
              <a:gd name="connsiteX26606" fmla="*/ 34576 w 3114960"/>
              <a:gd name="connsiteY26606" fmla="*/ 880682 h 5143785"/>
              <a:gd name="connsiteX26607" fmla="*/ 200692 w 3114960"/>
              <a:gd name="connsiteY26607" fmla="*/ 880682 h 5143785"/>
              <a:gd name="connsiteX26608" fmla="*/ 220694 w 3114960"/>
              <a:gd name="connsiteY26608" fmla="*/ 867727 h 5143785"/>
              <a:gd name="connsiteX26609" fmla="*/ 220885 w 3114960"/>
              <a:gd name="connsiteY26609" fmla="*/ 868013 h 5143785"/>
              <a:gd name="connsiteX26610" fmla="*/ 229267 w 3114960"/>
              <a:gd name="connsiteY26610" fmla="*/ 872966 h 5143785"/>
              <a:gd name="connsiteX26611" fmla="*/ 231077 w 3114960"/>
              <a:gd name="connsiteY26611" fmla="*/ 873062 h 5143785"/>
              <a:gd name="connsiteX26612" fmla="*/ 238601 w 3114960"/>
              <a:gd name="connsiteY26612" fmla="*/ 870490 h 5143785"/>
              <a:gd name="connsiteX26613" fmla="*/ 243364 w 3114960"/>
              <a:gd name="connsiteY26613" fmla="*/ 862775 h 5143785"/>
              <a:gd name="connsiteX26614" fmla="*/ 310134 w 3114960"/>
              <a:gd name="connsiteY26614" fmla="*/ 862584 h 5143785"/>
              <a:gd name="connsiteX26615" fmla="*/ 328422 w 3114960"/>
              <a:gd name="connsiteY26615" fmla="*/ 878205 h 5143785"/>
              <a:gd name="connsiteX26616" fmla="*/ 411575 w 3114960"/>
              <a:gd name="connsiteY26616" fmla="*/ 878777 h 5143785"/>
              <a:gd name="connsiteX26617" fmla="*/ 476917 w 3114960"/>
              <a:gd name="connsiteY26617" fmla="*/ 820007 h 5143785"/>
              <a:gd name="connsiteX26618" fmla="*/ 582740 w 3114960"/>
              <a:gd name="connsiteY26618" fmla="*/ 819436 h 5143785"/>
              <a:gd name="connsiteX26619" fmla="*/ 610172 w 3114960"/>
              <a:gd name="connsiteY26619" fmla="*/ 843344 h 5143785"/>
              <a:gd name="connsiteX26620" fmla="*/ 630936 w 3114960"/>
              <a:gd name="connsiteY26620" fmla="*/ 843629 h 5143785"/>
              <a:gd name="connsiteX26621" fmla="*/ 630936 w 3114960"/>
              <a:gd name="connsiteY26621" fmla="*/ 846296 h 5143785"/>
              <a:gd name="connsiteX26622" fmla="*/ 637889 w 3114960"/>
              <a:gd name="connsiteY26622" fmla="*/ 853250 h 5143785"/>
              <a:gd name="connsiteX26623" fmla="*/ 658654 w 3114960"/>
              <a:gd name="connsiteY26623" fmla="*/ 853250 h 5143785"/>
              <a:gd name="connsiteX26624" fmla="*/ 665607 w 3114960"/>
              <a:gd name="connsiteY26624" fmla="*/ 846296 h 5143785"/>
              <a:gd name="connsiteX26625" fmla="*/ 665607 w 3114960"/>
              <a:gd name="connsiteY26625" fmla="*/ 836295 h 5143785"/>
              <a:gd name="connsiteX26626" fmla="*/ 658654 w 3114960"/>
              <a:gd name="connsiteY26626" fmla="*/ 829342 h 5143785"/>
              <a:gd name="connsiteX26627" fmla="*/ 637889 w 3114960"/>
              <a:gd name="connsiteY26627" fmla="*/ 829342 h 5143785"/>
              <a:gd name="connsiteX26628" fmla="*/ 630936 w 3114960"/>
              <a:gd name="connsiteY26628" fmla="*/ 836295 h 5143785"/>
              <a:gd name="connsiteX26629" fmla="*/ 630936 w 3114960"/>
              <a:gd name="connsiteY26629" fmla="*/ 838962 h 5143785"/>
              <a:gd name="connsiteX26630" fmla="*/ 611981 w 3114960"/>
              <a:gd name="connsiteY26630" fmla="*/ 838772 h 5143785"/>
              <a:gd name="connsiteX26631" fmla="*/ 584549 w 3114960"/>
              <a:gd name="connsiteY26631" fmla="*/ 814769 h 5143785"/>
              <a:gd name="connsiteX26632" fmla="*/ 475107 w 3114960"/>
              <a:gd name="connsiteY26632" fmla="*/ 815435 h 5143785"/>
              <a:gd name="connsiteX26633" fmla="*/ 409861 w 3114960"/>
              <a:gd name="connsiteY26633" fmla="*/ 874204 h 5143785"/>
              <a:gd name="connsiteX26634" fmla="*/ 235744 w 3114960"/>
              <a:gd name="connsiteY26634" fmla="*/ 866775 h 5143785"/>
              <a:gd name="connsiteX26635" fmla="*/ 229933 w 3114960"/>
              <a:gd name="connsiteY26635" fmla="*/ 868299 h 5143785"/>
              <a:gd name="connsiteX26636" fmla="*/ 224695 w 3114960"/>
              <a:gd name="connsiteY26636" fmla="*/ 865251 h 5143785"/>
              <a:gd name="connsiteX26637" fmla="*/ 223171 w 3114960"/>
              <a:gd name="connsiteY26637" fmla="*/ 859441 h 5143785"/>
              <a:gd name="connsiteX26638" fmla="*/ 226219 w 3114960"/>
              <a:gd name="connsiteY26638" fmla="*/ 854202 h 5143785"/>
              <a:gd name="connsiteX26639" fmla="*/ 230981 w 3114960"/>
              <a:gd name="connsiteY26639" fmla="*/ 852583 h 5143785"/>
              <a:gd name="connsiteX26640" fmla="*/ 232124 w 3114960"/>
              <a:gd name="connsiteY26640" fmla="*/ 852583 h 5143785"/>
              <a:gd name="connsiteX26641" fmla="*/ 237363 w 3114960"/>
              <a:gd name="connsiteY26641" fmla="*/ 855631 h 5143785"/>
              <a:gd name="connsiteX26642" fmla="*/ 238887 w 3114960"/>
              <a:gd name="connsiteY26642" fmla="*/ 861441 h 5143785"/>
              <a:gd name="connsiteX26643" fmla="*/ 235839 w 3114960"/>
              <a:gd name="connsiteY26643" fmla="*/ 866680 h 5143785"/>
              <a:gd name="connsiteX26644" fmla="*/ 635508 w 3114960"/>
              <a:gd name="connsiteY26644" fmla="*/ 836295 h 5143785"/>
              <a:gd name="connsiteX26645" fmla="*/ 637699 w 3114960"/>
              <a:gd name="connsiteY26645" fmla="*/ 834104 h 5143785"/>
              <a:gd name="connsiteX26646" fmla="*/ 658463 w 3114960"/>
              <a:gd name="connsiteY26646" fmla="*/ 834104 h 5143785"/>
              <a:gd name="connsiteX26647" fmla="*/ 660654 w 3114960"/>
              <a:gd name="connsiteY26647" fmla="*/ 836295 h 5143785"/>
              <a:gd name="connsiteX26648" fmla="*/ 660654 w 3114960"/>
              <a:gd name="connsiteY26648" fmla="*/ 846296 h 5143785"/>
              <a:gd name="connsiteX26649" fmla="*/ 658463 w 3114960"/>
              <a:gd name="connsiteY26649" fmla="*/ 848487 h 5143785"/>
              <a:gd name="connsiteX26650" fmla="*/ 637699 w 3114960"/>
              <a:gd name="connsiteY26650" fmla="*/ 848487 h 5143785"/>
              <a:gd name="connsiteX26651" fmla="*/ 635508 w 3114960"/>
              <a:gd name="connsiteY26651" fmla="*/ 846296 h 5143785"/>
              <a:gd name="connsiteX26652" fmla="*/ 635508 w 3114960"/>
              <a:gd name="connsiteY26652" fmla="*/ 836295 h 5143785"/>
              <a:gd name="connsiteX26653" fmla="*/ 1373410 w 3114960"/>
              <a:gd name="connsiteY26653" fmla="*/ 1652397 h 5143785"/>
              <a:gd name="connsiteX26654" fmla="*/ 1404271 w 3114960"/>
              <a:gd name="connsiteY26654" fmla="*/ 1677924 h 5143785"/>
              <a:gd name="connsiteX26655" fmla="*/ 1511999 w 3114960"/>
              <a:gd name="connsiteY26655" fmla="*/ 1677734 h 5143785"/>
              <a:gd name="connsiteX26656" fmla="*/ 1532858 w 3114960"/>
              <a:gd name="connsiteY26656" fmla="*/ 1659065 h 5143785"/>
              <a:gd name="connsiteX26657" fmla="*/ 1565720 w 3114960"/>
              <a:gd name="connsiteY26657" fmla="*/ 1659065 h 5143785"/>
              <a:gd name="connsiteX26658" fmla="*/ 1575340 w 3114960"/>
              <a:gd name="connsiteY26658" fmla="*/ 1666208 h 5143785"/>
              <a:gd name="connsiteX26659" fmla="*/ 1575340 w 3114960"/>
              <a:gd name="connsiteY26659" fmla="*/ 1666208 h 5143785"/>
              <a:gd name="connsiteX26660" fmla="*/ 1583531 w 3114960"/>
              <a:gd name="connsiteY26660" fmla="*/ 1674305 h 5143785"/>
              <a:gd name="connsiteX26661" fmla="*/ 1590770 w 3114960"/>
              <a:gd name="connsiteY26661" fmla="*/ 1669732 h 5143785"/>
              <a:gd name="connsiteX26662" fmla="*/ 1621060 w 3114960"/>
              <a:gd name="connsiteY26662" fmla="*/ 1669447 h 5143785"/>
              <a:gd name="connsiteX26663" fmla="*/ 1637919 w 3114960"/>
              <a:gd name="connsiteY26663" fmla="*/ 1649540 h 5143785"/>
              <a:gd name="connsiteX26664" fmla="*/ 1637157 w 3114960"/>
              <a:gd name="connsiteY26664" fmla="*/ 1603439 h 5143785"/>
              <a:gd name="connsiteX26665" fmla="*/ 1651921 w 3114960"/>
              <a:gd name="connsiteY26665" fmla="*/ 1581245 h 5143785"/>
              <a:gd name="connsiteX26666" fmla="*/ 1772793 w 3114960"/>
              <a:gd name="connsiteY26666" fmla="*/ 1581055 h 5143785"/>
              <a:gd name="connsiteX26667" fmla="*/ 1772793 w 3114960"/>
              <a:gd name="connsiteY26667" fmla="*/ 1579912 h 5143785"/>
              <a:gd name="connsiteX26668" fmla="*/ 1779746 w 3114960"/>
              <a:gd name="connsiteY26668" fmla="*/ 1584103 h 5143785"/>
              <a:gd name="connsiteX26669" fmla="*/ 1787938 w 3114960"/>
              <a:gd name="connsiteY26669" fmla="*/ 1575911 h 5143785"/>
              <a:gd name="connsiteX26670" fmla="*/ 1779746 w 3114960"/>
              <a:gd name="connsiteY26670" fmla="*/ 1567720 h 5143785"/>
              <a:gd name="connsiteX26671" fmla="*/ 1772031 w 3114960"/>
              <a:gd name="connsiteY26671" fmla="*/ 1573911 h 5143785"/>
              <a:gd name="connsiteX26672" fmla="*/ 1648111 w 3114960"/>
              <a:gd name="connsiteY26672" fmla="*/ 1574102 h 5143785"/>
              <a:gd name="connsiteX26673" fmla="*/ 1630013 w 3114960"/>
              <a:gd name="connsiteY26673" fmla="*/ 1601343 h 5143785"/>
              <a:gd name="connsiteX26674" fmla="*/ 1630775 w 3114960"/>
              <a:gd name="connsiteY26674" fmla="*/ 1646968 h 5143785"/>
              <a:gd name="connsiteX26675" fmla="*/ 1617726 w 3114960"/>
              <a:gd name="connsiteY26675" fmla="*/ 1662303 h 5143785"/>
              <a:gd name="connsiteX26676" fmla="*/ 1590770 w 3114960"/>
              <a:gd name="connsiteY26676" fmla="*/ 1662494 h 5143785"/>
              <a:gd name="connsiteX26677" fmla="*/ 1583531 w 3114960"/>
              <a:gd name="connsiteY26677" fmla="*/ 1657922 h 5143785"/>
              <a:gd name="connsiteX26678" fmla="*/ 1577054 w 3114960"/>
              <a:gd name="connsiteY26678" fmla="*/ 1661446 h 5143785"/>
              <a:gd name="connsiteX26679" fmla="*/ 1567434 w 3114960"/>
              <a:gd name="connsiteY26679" fmla="*/ 1654207 h 5143785"/>
              <a:gd name="connsiteX26680" fmla="*/ 1531144 w 3114960"/>
              <a:gd name="connsiteY26680" fmla="*/ 1654207 h 5143785"/>
              <a:gd name="connsiteX26681" fmla="*/ 1510189 w 3114960"/>
              <a:gd name="connsiteY26681" fmla="*/ 1672876 h 5143785"/>
              <a:gd name="connsiteX26682" fmla="*/ 1405985 w 3114960"/>
              <a:gd name="connsiteY26682" fmla="*/ 1673066 h 5143785"/>
              <a:gd name="connsiteX26683" fmla="*/ 1375124 w 3114960"/>
              <a:gd name="connsiteY26683" fmla="*/ 1647539 h 5143785"/>
              <a:gd name="connsiteX26684" fmla="*/ 1284637 w 3114960"/>
              <a:gd name="connsiteY26684" fmla="*/ 1647349 h 5143785"/>
              <a:gd name="connsiteX26685" fmla="*/ 1262539 w 3114960"/>
              <a:gd name="connsiteY26685" fmla="*/ 1671066 h 5143785"/>
              <a:gd name="connsiteX26686" fmla="*/ 1258253 w 3114960"/>
              <a:gd name="connsiteY26686" fmla="*/ 1671066 h 5143785"/>
              <a:gd name="connsiteX26687" fmla="*/ 1255109 w 3114960"/>
              <a:gd name="connsiteY26687" fmla="*/ 1678591 h 5143785"/>
              <a:gd name="connsiteX26688" fmla="*/ 1262634 w 3114960"/>
              <a:gd name="connsiteY26688" fmla="*/ 1681734 h 5143785"/>
              <a:gd name="connsiteX26689" fmla="*/ 1265873 w 3114960"/>
              <a:gd name="connsiteY26689" fmla="*/ 1674400 h 5143785"/>
              <a:gd name="connsiteX26690" fmla="*/ 1286732 w 3114960"/>
              <a:gd name="connsiteY26690" fmla="*/ 1652016 h 5143785"/>
              <a:gd name="connsiteX26691" fmla="*/ 1373505 w 3114960"/>
              <a:gd name="connsiteY26691" fmla="*/ 1652207 h 5143785"/>
              <a:gd name="connsiteX26692" fmla="*/ 1779746 w 3114960"/>
              <a:gd name="connsiteY26692" fmla="*/ 1570101 h 5143785"/>
              <a:gd name="connsiteX26693" fmla="*/ 1785557 w 3114960"/>
              <a:gd name="connsiteY26693" fmla="*/ 1575911 h 5143785"/>
              <a:gd name="connsiteX26694" fmla="*/ 1779746 w 3114960"/>
              <a:gd name="connsiteY26694" fmla="*/ 1581722 h 5143785"/>
              <a:gd name="connsiteX26695" fmla="*/ 1773936 w 3114960"/>
              <a:gd name="connsiteY26695" fmla="*/ 1575911 h 5143785"/>
              <a:gd name="connsiteX26696" fmla="*/ 1779746 w 3114960"/>
              <a:gd name="connsiteY26696" fmla="*/ 1570101 h 5143785"/>
              <a:gd name="connsiteX26697" fmla="*/ 1583436 w 3114960"/>
              <a:gd name="connsiteY26697" fmla="*/ 1660398 h 5143785"/>
              <a:gd name="connsiteX26698" fmla="*/ 1589246 w 3114960"/>
              <a:gd name="connsiteY26698" fmla="*/ 1666208 h 5143785"/>
              <a:gd name="connsiteX26699" fmla="*/ 1583436 w 3114960"/>
              <a:gd name="connsiteY26699" fmla="*/ 1672019 h 5143785"/>
              <a:gd name="connsiteX26700" fmla="*/ 1577626 w 3114960"/>
              <a:gd name="connsiteY26700" fmla="*/ 1666208 h 5143785"/>
              <a:gd name="connsiteX26701" fmla="*/ 1583436 w 3114960"/>
              <a:gd name="connsiteY26701" fmla="*/ 1660398 h 5143785"/>
              <a:gd name="connsiteX26702" fmla="*/ 1653826 w 3114960"/>
              <a:gd name="connsiteY26702" fmla="*/ 2583180 h 5143785"/>
              <a:gd name="connsiteX26703" fmla="*/ 1653826 w 3114960"/>
              <a:gd name="connsiteY26703" fmla="*/ 2607945 h 5143785"/>
              <a:gd name="connsiteX26704" fmla="*/ 1678591 w 3114960"/>
              <a:gd name="connsiteY26704" fmla="*/ 2607945 h 5143785"/>
              <a:gd name="connsiteX26705" fmla="*/ 1678591 w 3114960"/>
              <a:gd name="connsiteY26705" fmla="*/ 2583180 h 5143785"/>
              <a:gd name="connsiteX26706" fmla="*/ 1653826 w 3114960"/>
              <a:gd name="connsiteY26706" fmla="*/ 2583180 h 5143785"/>
              <a:gd name="connsiteX26707" fmla="*/ 1673828 w 3114960"/>
              <a:gd name="connsiteY26707" fmla="*/ 2603183 h 5143785"/>
              <a:gd name="connsiteX26708" fmla="*/ 1658588 w 3114960"/>
              <a:gd name="connsiteY26708" fmla="*/ 2603183 h 5143785"/>
              <a:gd name="connsiteX26709" fmla="*/ 1658588 w 3114960"/>
              <a:gd name="connsiteY26709" fmla="*/ 2587943 h 5143785"/>
              <a:gd name="connsiteX26710" fmla="*/ 1673828 w 3114960"/>
              <a:gd name="connsiteY26710" fmla="*/ 2587943 h 5143785"/>
              <a:gd name="connsiteX26711" fmla="*/ 1673828 w 3114960"/>
              <a:gd name="connsiteY26711" fmla="*/ 2603183 h 5143785"/>
              <a:gd name="connsiteX26712" fmla="*/ 1958626 w 3114960"/>
              <a:gd name="connsiteY26712" fmla="*/ 1615916 h 5143785"/>
              <a:gd name="connsiteX26713" fmla="*/ 1979676 w 3114960"/>
              <a:gd name="connsiteY26713" fmla="*/ 1615916 h 5143785"/>
              <a:gd name="connsiteX26714" fmla="*/ 1988915 w 3114960"/>
              <a:gd name="connsiteY26714" fmla="*/ 1606677 h 5143785"/>
              <a:gd name="connsiteX26715" fmla="*/ 1988915 w 3114960"/>
              <a:gd name="connsiteY26715" fmla="*/ 1603248 h 5143785"/>
              <a:gd name="connsiteX26716" fmla="*/ 1979676 w 3114960"/>
              <a:gd name="connsiteY26716" fmla="*/ 1594009 h 5143785"/>
              <a:gd name="connsiteX26717" fmla="*/ 1958626 w 3114960"/>
              <a:gd name="connsiteY26717" fmla="*/ 1594009 h 5143785"/>
              <a:gd name="connsiteX26718" fmla="*/ 1949387 w 3114960"/>
              <a:gd name="connsiteY26718" fmla="*/ 1603248 h 5143785"/>
              <a:gd name="connsiteX26719" fmla="*/ 1949387 w 3114960"/>
              <a:gd name="connsiteY26719" fmla="*/ 1604010 h 5143785"/>
              <a:gd name="connsiteX26720" fmla="*/ 1912430 w 3114960"/>
              <a:gd name="connsiteY26720" fmla="*/ 1650778 h 5143785"/>
              <a:gd name="connsiteX26721" fmla="*/ 1912430 w 3114960"/>
              <a:gd name="connsiteY26721" fmla="*/ 1651635 h 5143785"/>
              <a:gd name="connsiteX26722" fmla="*/ 1912620 w 3114960"/>
              <a:gd name="connsiteY26722" fmla="*/ 1740218 h 5143785"/>
              <a:gd name="connsiteX26723" fmla="*/ 1870234 w 3114960"/>
              <a:gd name="connsiteY26723" fmla="*/ 1799082 h 5143785"/>
              <a:gd name="connsiteX26724" fmla="*/ 1700784 w 3114960"/>
              <a:gd name="connsiteY26724" fmla="*/ 1799082 h 5143785"/>
              <a:gd name="connsiteX26725" fmla="*/ 1693355 w 3114960"/>
              <a:gd name="connsiteY26725" fmla="*/ 1794224 h 5143785"/>
              <a:gd name="connsiteX26726" fmla="*/ 1685163 w 3114960"/>
              <a:gd name="connsiteY26726" fmla="*/ 1802416 h 5143785"/>
              <a:gd name="connsiteX26727" fmla="*/ 1693355 w 3114960"/>
              <a:gd name="connsiteY26727" fmla="*/ 1810607 h 5143785"/>
              <a:gd name="connsiteX26728" fmla="*/ 1701260 w 3114960"/>
              <a:gd name="connsiteY26728" fmla="*/ 1803845 h 5143785"/>
              <a:gd name="connsiteX26729" fmla="*/ 1872710 w 3114960"/>
              <a:gd name="connsiteY26729" fmla="*/ 1803845 h 5143785"/>
              <a:gd name="connsiteX26730" fmla="*/ 1916906 w 3114960"/>
              <a:gd name="connsiteY26730" fmla="*/ 1742503 h 5143785"/>
              <a:gd name="connsiteX26731" fmla="*/ 1917192 w 3114960"/>
              <a:gd name="connsiteY26731" fmla="*/ 1741837 h 5143785"/>
              <a:gd name="connsiteX26732" fmla="*/ 1917287 w 3114960"/>
              <a:gd name="connsiteY26732" fmla="*/ 1652302 h 5143785"/>
              <a:gd name="connsiteX26733" fmla="*/ 1950339 w 3114960"/>
              <a:gd name="connsiteY26733" fmla="*/ 1610487 h 5143785"/>
              <a:gd name="connsiteX26734" fmla="*/ 1958721 w 3114960"/>
              <a:gd name="connsiteY26734" fmla="*/ 1615821 h 5143785"/>
              <a:gd name="connsiteX26735" fmla="*/ 1954149 w 3114960"/>
              <a:gd name="connsiteY26735" fmla="*/ 1603343 h 5143785"/>
              <a:gd name="connsiteX26736" fmla="*/ 1958626 w 3114960"/>
              <a:gd name="connsiteY26736" fmla="*/ 1598867 h 5143785"/>
              <a:gd name="connsiteX26737" fmla="*/ 1979676 w 3114960"/>
              <a:gd name="connsiteY26737" fmla="*/ 1598867 h 5143785"/>
              <a:gd name="connsiteX26738" fmla="*/ 1984153 w 3114960"/>
              <a:gd name="connsiteY26738" fmla="*/ 1603343 h 5143785"/>
              <a:gd name="connsiteX26739" fmla="*/ 1984153 w 3114960"/>
              <a:gd name="connsiteY26739" fmla="*/ 1606772 h 5143785"/>
              <a:gd name="connsiteX26740" fmla="*/ 1979676 w 3114960"/>
              <a:gd name="connsiteY26740" fmla="*/ 1611249 h 5143785"/>
              <a:gd name="connsiteX26741" fmla="*/ 1958626 w 3114960"/>
              <a:gd name="connsiteY26741" fmla="*/ 1611249 h 5143785"/>
              <a:gd name="connsiteX26742" fmla="*/ 1954149 w 3114960"/>
              <a:gd name="connsiteY26742" fmla="*/ 1606772 h 5143785"/>
              <a:gd name="connsiteX26743" fmla="*/ 1954149 w 3114960"/>
              <a:gd name="connsiteY26743" fmla="*/ 1603343 h 5143785"/>
              <a:gd name="connsiteX26744" fmla="*/ 1698879 w 3114960"/>
              <a:gd name="connsiteY26744" fmla="*/ 1803749 h 5143785"/>
              <a:gd name="connsiteX26745" fmla="*/ 1693355 w 3114960"/>
              <a:gd name="connsiteY26745" fmla="*/ 1808226 h 5143785"/>
              <a:gd name="connsiteX26746" fmla="*/ 1687544 w 3114960"/>
              <a:gd name="connsiteY26746" fmla="*/ 1802416 h 5143785"/>
              <a:gd name="connsiteX26747" fmla="*/ 1693355 w 3114960"/>
              <a:gd name="connsiteY26747" fmla="*/ 1796606 h 5143785"/>
              <a:gd name="connsiteX26748" fmla="*/ 1698879 w 3114960"/>
              <a:gd name="connsiteY26748" fmla="*/ 1801082 h 5143785"/>
              <a:gd name="connsiteX26749" fmla="*/ 1698879 w 3114960"/>
              <a:gd name="connsiteY26749" fmla="*/ 1803654 h 5143785"/>
              <a:gd name="connsiteX26750" fmla="*/ 32576 w 3114960"/>
              <a:gd name="connsiteY26750" fmla="*/ 572548 h 5143785"/>
              <a:gd name="connsiteX26751" fmla="*/ 45053 w 3114960"/>
              <a:gd name="connsiteY26751" fmla="*/ 560070 h 5143785"/>
              <a:gd name="connsiteX26752" fmla="*/ 32576 w 3114960"/>
              <a:gd name="connsiteY26752" fmla="*/ 547592 h 5143785"/>
              <a:gd name="connsiteX26753" fmla="*/ 20574 w 3114960"/>
              <a:gd name="connsiteY26753" fmla="*/ 557689 h 5143785"/>
              <a:gd name="connsiteX26754" fmla="*/ 95 w 3114960"/>
              <a:gd name="connsiteY26754" fmla="*/ 557689 h 5143785"/>
              <a:gd name="connsiteX26755" fmla="*/ 95 w 3114960"/>
              <a:gd name="connsiteY26755" fmla="*/ 562451 h 5143785"/>
              <a:gd name="connsiteX26756" fmla="*/ 20574 w 3114960"/>
              <a:gd name="connsiteY26756" fmla="*/ 562451 h 5143785"/>
              <a:gd name="connsiteX26757" fmla="*/ 32576 w 3114960"/>
              <a:gd name="connsiteY26757" fmla="*/ 572548 h 5143785"/>
              <a:gd name="connsiteX26758" fmla="*/ 32576 w 3114960"/>
              <a:gd name="connsiteY26758" fmla="*/ 552355 h 5143785"/>
              <a:gd name="connsiteX26759" fmla="*/ 40291 w 3114960"/>
              <a:gd name="connsiteY26759" fmla="*/ 560070 h 5143785"/>
              <a:gd name="connsiteX26760" fmla="*/ 32576 w 3114960"/>
              <a:gd name="connsiteY26760" fmla="*/ 567785 h 5143785"/>
              <a:gd name="connsiteX26761" fmla="*/ 24860 w 3114960"/>
              <a:gd name="connsiteY26761" fmla="*/ 560070 h 5143785"/>
              <a:gd name="connsiteX26762" fmla="*/ 32576 w 3114960"/>
              <a:gd name="connsiteY26762" fmla="*/ 552355 h 5143785"/>
              <a:gd name="connsiteX26763" fmla="*/ 806958 w 3114960"/>
              <a:gd name="connsiteY26763" fmla="*/ 2908554 h 5143785"/>
              <a:gd name="connsiteX26764" fmla="*/ 836962 w 3114960"/>
              <a:gd name="connsiteY26764" fmla="*/ 2908363 h 5143785"/>
              <a:gd name="connsiteX26765" fmla="*/ 836962 w 3114960"/>
              <a:gd name="connsiteY26765" fmla="*/ 2917222 h 5143785"/>
              <a:gd name="connsiteX26766" fmla="*/ 843344 w 3114960"/>
              <a:gd name="connsiteY26766" fmla="*/ 2923509 h 5143785"/>
              <a:gd name="connsiteX26767" fmla="*/ 963740 w 3114960"/>
              <a:gd name="connsiteY26767" fmla="*/ 2923509 h 5143785"/>
              <a:gd name="connsiteX26768" fmla="*/ 970121 w 3114960"/>
              <a:gd name="connsiteY26768" fmla="*/ 2917222 h 5143785"/>
              <a:gd name="connsiteX26769" fmla="*/ 970121 w 3114960"/>
              <a:gd name="connsiteY26769" fmla="*/ 2908363 h 5143785"/>
              <a:gd name="connsiteX26770" fmla="*/ 1203293 w 3114960"/>
              <a:gd name="connsiteY26770" fmla="*/ 2908363 h 5143785"/>
              <a:gd name="connsiteX26771" fmla="*/ 1217867 w 3114960"/>
              <a:gd name="connsiteY26771" fmla="*/ 2897981 h 5143785"/>
              <a:gd name="connsiteX26772" fmla="*/ 1224439 w 3114960"/>
              <a:gd name="connsiteY26772" fmla="*/ 2900648 h 5143785"/>
              <a:gd name="connsiteX26773" fmla="*/ 1234250 w 3114960"/>
              <a:gd name="connsiteY26773" fmla="*/ 2890838 h 5143785"/>
              <a:gd name="connsiteX26774" fmla="*/ 1224439 w 3114960"/>
              <a:gd name="connsiteY26774" fmla="*/ 2881027 h 5143785"/>
              <a:gd name="connsiteX26775" fmla="*/ 1214628 w 3114960"/>
              <a:gd name="connsiteY26775" fmla="*/ 2890838 h 5143785"/>
              <a:gd name="connsiteX26776" fmla="*/ 1215295 w 3114960"/>
              <a:gd name="connsiteY26776" fmla="*/ 2893886 h 5143785"/>
              <a:gd name="connsiteX26777" fmla="*/ 1201769 w 3114960"/>
              <a:gd name="connsiteY26777" fmla="*/ 2903506 h 5143785"/>
              <a:gd name="connsiteX26778" fmla="*/ 970121 w 3114960"/>
              <a:gd name="connsiteY26778" fmla="*/ 2903506 h 5143785"/>
              <a:gd name="connsiteX26779" fmla="*/ 970121 w 3114960"/>
              <a:gd name="connsiteY26779" fmla="*/ 2894648 h 5143785"/>
              <a:gd name="connsiteX26780" fmla="*/ 963740 w 3114960"/>
              <a:gd name="connsiteY26780" fmla="*/ 2888266 h 5143785"/>
              <a:gd name="connsiteX26781" fmla="*/ 843344 w 3114960"/>
              <a:gd name="connsiteY26781" fmla="*/ 2888266 h 5143785"/>
              <a:gd name="connsiteX26782" fmla="*/ 836962 w 3114960"/>
              <a:gd name="connsiteY26782" fmla="*/ 2894648 h 5143785"/>
              <a:gd name="connsiteX26783" fmla="*/ 836962 w 3114960"/>
              <a:gd name="connsiteY26783" fmla="*/ 2905792 h 5143785"/>
              <a:gd name="connsiteX26784" fmla="*/ 836962 w 3114960"/>
              <a:gd name="connsiteY26784" fmla="*/ 2903506 h 5143785"/>
              <a:gd name="connsiteX26785" fmla="*/ 804863 w 3114960"/>
              <a:gd name="connsiteY26785" fmla="*/ 2903696 h 5143785"/>
              <a:gd name="connsiteX26786" fmla="*/ 790194 w 3114960"/>
              <a:gd name="connsiteY26786" fmla="*/ 2919794 h 5143785"/>
              <a:gd name="connsiteX26787" fmla="*/ 546926 w 3114960"/>
              <a:gd name="connsiteY26787" fmla="*/ 2919984 h 5143785"/>
              <a:gd name="connsiteX26788" fmla="*/ 545021 w 3114960"/>
              <a:gd name="connsiteY26788" fmla="*/ 2909602 h 5143785"/>
              <a:gd name="connsiteX26789" fmla="*/ 529685 w 3114960"/>
              <a:gd name="connsiteY26789" fmla="*/ 2893600 h 5143785"/>
              <a:gd name="connsiteX26790" fmla="*/ 522923 w 3114960"/>
              <a:gd name="connsiteY26790" fmla="*/ 2890647 h 5143785"/>
              <a:gd name="connsiteX26791" fmla="*/ 519398 w 3114960"/>
              <a:gd name="connsiteY26791" fmla="*/ 2891219 h 5143785"/>
              <a:gd name="connsiteX26792" fmla="*/ 522351 w 3114960"/>
              <a:gd name="connsiteY26792" fmla="*/ 2867882 h 5143785"/>
              <a:gd name="connsiteX26793" fmla="*/ 465868 w 3114960"/>
              <a:gd name="connsiteY26793" fmla="*/ 2808827 h 5143785"/>
              <a:gd name="connsiteX26794" fmla="*/ 465487 w 3114960"/>
              <a:gd name="connsiteY26794" fmla="*/ 2808446 h 5143785"/>
              <a:gd name="connsiteX26795" fmla="*/ 434340 w 3114960"/>
              <a:gd name="connsiteY26795" fmla="*/ 2808446 h 5143785"/>
              <a:gd name="connsiteX26796" fmla="*/ 377000 w 3114960"/>
              <a:gd name="connsiteY26796" fmla="*/ 2748534 h 5143785"/>
              <a:gd name="connsiteX26797" fmla="*/ 377666 w 3114960"/>
              <a:gd name="connsiteY26797" fmla="*/ 2746343 h 5143785"/>
              <a:gd name="connsiteX26798" fmla="*/ 377952 w 3114960"/>
              <a:gd name="connsiteY26798" fmla="*/ 2731580 h 5143785"/>
              <a:gd name="connsiteX26799" fmla="*/ 373475 w 3114960"/>
              <a:gd name="connsiteY26799" fmla="*/ 2726912 h 5143785"/>
              <a:gd name="connsiteX26800" fmla="*/ 367951 w 3114960"/>
              <a:gd name="connsiteY26800" fmla="*/ 2726912 h 5143785"/>
              <a:gd name="connsiteX26801" fmla="*/ 368141 w 3114960"/>
              <a:gd name="connsiteY26801" fmla="*/ 2589657 h 5143785"/>
              <a:gd name="connsiteX26802" fmla="*/ 426434 w 3114960"/>
              <a:gd name="connsiteY26802" fmla="*/ 2534507 h 5143785"/>
              <a:gd name="connsiteX26803" fmla="*/ 435864 w 3114960"/>
              <a:gd name="connsiteY26803" fmla="*/ 2533841 h 5143785"/>
              <a:gd name="connsiteX26804" fmla="*/ 439960 w 3114960"/>
              <a:gd name="connsiteY26804" fmla="*/ 2527554 h 5143785"/>
              <a:gd name="connsiteX26805" fmla="*/ 438340 w 3114960"/>
              <a:gd name="connsiteY26805" fmla="*/ 2520315 h 5143785"/>
              <a:gd name="connsiteX26806" fmla="*/ 430339 w 3114960"/>
              <a:gd name="connsiteY26806" fmla="*/ 2516219 h 5143785"/>
              <a:gd name="connsiteX26807" fmla="*/ 424815 w 3114960"/>
              <a:gd name="connsiteY26807" fmla="*/ 2517838 h 5143785"/>
              <a:gd name="connsiteX26808" fmla="*/ 420719 w 3114960"/>
              <a:gd name="connsiteY26808" fmla="*/ 2524125 h 5143785"/>
              <a:gd name="connsiteX26809" fmla="*/ 422339 w 3114960"/>
              <a:gd name="connsiteY26809" fmla="*/ 2531364 h 5143785"/>
              <a:gd name="connsiteX26810" fmla="*/ 422529 w 3114960"/>
              <a:gd name="connsiteY26810" fmla="*/ 2531555 h 5143785"/>
              <a:gd name="connsiteX26811" fmla="*/ 363284 w 3114960"/>
              <a:gd name="connsiteY26811" fmla="*/ 2587562 h 5143785"/>
              <a:gd name="connsiteX26812" fmla="*/ 363093 w 3114960"/>
              <a:gd name="connsiteY26812" fmla="*/ 2726627 h 5143785"/>
              <a:gd name="connsiteX26813" fmla="*/ 358616 w 3114960"/>
              <a:gd name="connsiteY26813" fmla="*/ 2726627 h 5143785"/>
              <a:gd name="connsiteX26814" fmla="*/ 353949 w 3114960"/>
              <a:gd name="connsiteY26814" fmla="*/ 2731008 h 5143785"/>
              <a:gd name="connsiteX26815" fmla="*/ 353663 w 3114960"/>
              <a:gd name="connsiteY26815" fmla="*/ 2745772 h 5143785"/>
              <a:gd name="connsiteX26816" fmla="*/ 358140 w 3114960"/>
              <a:gd name="connsiteY26816" fmla="*/ 2750439 h 5143785"/>
              <a:gd name="connsiteX26817" fmla="*/ 372904 w 3114960"/>
              <a:gd name="connsiteY26817" fmla="*/ 2750725 h 5143785"/>
              <a:gd name="connsiteX26818" fmla="*/ 375095 w 3114960"/>
              <a:gd name="connsiteY26818" fmla="*/ 2750153 h 5143785"/>
              <a:gd name="connsiteX26819" fmla="*/ 432816 w 3114960"/>
              <a:gd name="connsiteY26819" fmla="*/ 2810542 h 5143785"/>
              <a:gd name="connsiteX26820" fmla="*/ 433197 w 3114960"/>
              <a:gd name="connsiteY26820" fmla="*/ 2810923 h 5143785"/>
              <a:gd name="connsiteX26821" fmla="*/ 464344 w 3114960"/>
              <a:gd name="connsiteY26821" fmla="*/ 2810923 h 5143785"/>
              <a:gd name="connsiteX26822" fmla="*/ 519684 w 3114960"/>
              <a:gd name="connsiteY26822" fmla="*/ 2868644 h 5143785"/>
              <a:gd name="connsiteX26823" fmla="*/ 516636 w 3114960"/>
              <a:gd name="connsiteY26823" fmla="*/ 2892743 h 5143785"/>
              <a:gd name="connsiteX26824" fmla="*/ 515874 w 3114960"/>
              <a:gd name="connsiteY26824" fmla="*/ 2893219 h 5143785"/>
              <a:gd name="connsiteX26825" fmla="*/ 513493 w 3114960"/>
              <a:gd name="connsiteY26825" fmla="*/ 2895505 h 5143785"/>
              <a:gd name="connsiteX26826" fmla="*/ 513207 w 3114960"/>
              <a:gd name="connsiteY26826" fmla="*/ 2909126 h 5143785"/>
              <a:gd name="connsiteX26827" fmla="*/ 528542 w 3114960"/>
              <a:gd name="connsiteY26827" fmla="*/ 2925128 h 5143785"/>
              <a:gd name="connsiteX26828" fmla="*/ 535496 w 3114960"/>
              <a:gd name="connsiteY26828" fmla="*/ 2928080 h 5143785"/>
              <a:gd name="connsiteX26829" fmla="*/ 542163 w 3114960"/>
              <a:gd name="connsiteY26829" fmla="*/ 2925413 h 5143785"/>
              <a:gd name="connsiteX26830" fmla="*/ 542925 w 3114960"/>
              <a:gd name="connsiteY26830" fmla="*/ 2924651 h 5143785"/>
              <a:gd name="connsiteX26831" fmla="*/ 792099 w 3114960"/>
              <a:gd name="connsiteY26831" fmla="*/ 2924461 h 5143785"/>
              <a:gd name="connsiteX26832" fmla="*/ 806768 w 3114960"/>
              <a:gd name="connsiteY26832" fmla="*/ 2908363 h 5143785"/>
              <a:gd name="connsiteX26833" fmla="*/ 1224344 w 3114960"/>
              <a:gd name="connsiteY26833" fmla="*/ 2885885 h 5143785"/>
              <a:gd name="connsiteX26834" fmla="*/ 1229392 w 3114960"/>
              <a:gd name="connsiteY26834" fmla="*/ 2890933 h 5143785"/>
              <a:gd name="connsiteX26835" fmla="*/ 1224344 w 3114960"/>
              <a:gd name="connsiteY26835" fmla="*/ 2895981 h 5143785"/>
              <a:gd name="connsiteX26836" fmla="*/ 1219295 w 3114960"/>
              <a:gd name="connsiteY26836" fmla="*/ 2890933 h 5143785"/>
              <a:gd name="connsiteX26837" fmla="*/ 1224344 w 3114960"/>
              <a:gd name="connsiteY26837" fmla="*/ 2885885 h 5143785"/>
              <a:gd name="connsiteX26838" fmla="*/ 933260 w 3114960"/>
              <a:gd name="connsiteY26838" fmla="*/ 2890933 h 5143785"/>
              <a:gd name="connsiteX26839" fmla="*/ 939737 w 3114960"/>
              <a:gd name="connsiteY26839" fmla="*/ 2890933 h 5143785"/>
              <a:gd name="connsiteX26840" fmla="*/ 939737 w 3114960"/>
              <a:gd name="connsiteY26840" fmla="*/ 2921127 h 5143785"/>
              <a:gd name="connsiteX26841" fmla="*/ 933260 w 3114960"/>
              <a:gd name="connsiteY26841" fmla="*/ 2921127 h 5143785"/>
              <a:gd name="connsiteX26842" fmla="*/ 933260 w 3114960"/>
              <a:gd name="connsiteY26842" fmla="*/ 2890933 h 5143785"/>
              <a:gd name="connsiteX26843" fmla="*/ 900303 w 3114960"/>
              <a:gd name="connsiteY26843" fmla="*/ 2890933 h 5143785"/>
              <a:gd name="connsiteX26844" fmla="*/ 906780 w 3114960"/>
              <a:gd name="connsiteY26844" fmla="*/ 2890933 h 5143785"/>
              <a:gd name="connsiteX26845" fmla="*/ 906780 w 3114960"/>
              <a:gd name="connsiteY26845" fmla="*/ 2921127 h 5143785"/>
              <a:gd name="connsiteX26846" fmla="*/ 900303 w 3114960"/>
              <a:gd name="connsiteY26846" fmla="*/ 2921127 h 5143785"/>
              <a:gd name="connsiteX26847" fmla="*/ 900303 w 3114960"/>
              <a:gd name="connsiteY26847" fmla="*/ 2890933 h 5143785"/>
              <a:gd name="connsiteX26848" fmla="*/ 870680 w 3114960"/>
              <a:gd name="connsiteY26848" fmla="*/ 2890933 h 5143785"/>
              <a:gd name="connsiteX26849" fmla="*/ 877157 w 3114960"/>
              <a:gd name="connsiteY26849" fmla="*/ 2890933 h 5143785"/>
              <a:gd name="connsiteX26850" fmla="*/ 877157 w 3114960"/>
              <a:gd name="connsiteY26850" fmla="*/ 2921127 h 5143785"/>
              <a:gd name="connsiteX26851" fmla="*/ 870680 w 3114960"/>
              <a:gd name="connsiteY26851" fmla="*/ 2921127 h 5143785"/>
              <a:gd name="connsiteX26852" fmla="*/ 870680 w 3114960"/>
              <a:gd name="connsiteY26852" fmla="*/ 2890933 h 5143785"/>
              <a:gd name="connsiteX26853" fmla="*/ 517017 w 3114960"/>
              <a:gd name="connsiteY26853" fmla="*/ 2899124 h 5143785"/>
              <a:gd name="connsiteX26854" fmla="*/ 519398 w 3114960"/>
              <a:gd name="connsiteY26854" fmla="*/ 2896838 h 5143785"/>
              <a:gd name="connsiteX26855" fmla="*/ 522732 w 3114960"/>
              <a:gd name="connsiteY26855" fmla="*/ 2895505 h 5143785"/>
              <a:gd name="connsiteX26856" fmla="*/ 522827 w 3114960"/>
              <a:gd name="connsiteY26856" fmla="*/ 2895505 h 5143785"/>
              <a:gd name="connsiteX26857" fmla="*/ 525399 w 3114960"/>
              <a:gd name="connsiteY26857" fmla="*/ 2896362 h 5143785"/>
              <a:gd name="connsiteX26858" fmla="*/ 516255 w 3114960"/>
              <a:gd name="connsiteY26858" fmla="*/ 2905030 h 5143785"/>
              <a:gd name="connsiteX26859" fmla="*/ 516922 w 3114960"/>
              <a:gd name="connsiteY26859" fmla="*/ 2899029 h 5143785"/>
              <a:gd name="connsiteX26860" fmla="*/ 528352 w 3114960"/>
              <a:gd name="connsiteY26860" fmla="*/ 2917984 h 5143785"/>
              <a:gd name="connsiteX26861" fmla="*/ 520065 w 3114960"/>
              <a:gd name="connsiteY26861" fmla="*/ 2909316 h 5143785"/>
              <a:gd name="connsiteX26862" fmla="*/ 529495 w 3114960"/>
              <a:gd name="connsiteY26862" fmla="*/ 2900363 h 5143785"/>
              <a:gd name="connsiteX26863" fmla="*/ 537782 w 3114960"/>
              <a:gd name="connsiteY26863" fmla="*/ 2909030 h 5143785"/>
              <a:gd name="connsiteX26864" fmla="*/ 528352 w 3114960"/>
              <a:gd name="connsiteY26864" fmla="*/ 2917984 h 5143785"/>
              <a:gd name="connsiteX26865" fmla="*/ 541496 w 3114960"/>
              <a:gd name="connsiteY26865" fmla="*/ 2919889 h 5143785"/>
              <a:gd name="connsiteX26866" fmla="*/ 539115 w 3114960"/>
              <a:gd name="connsiteY26866" fmla="*/ 2922175 h 5143785"/>
              <a:gd name="connsiteX26867" fmla="*/ 532257 w 3114960"/>
              <a:gd name="connsiteY26867" fmla="*/ 2921984 h 5143785"/>
              <a:gd name="connsiteX26868" fmla="*/ 531781 w 3114960"/>
              <a:gd name="connsiteY26868" fmla="*/ 2921508 h 5143785"/>
              <a:gd name="connsiteX26869" fmla="*/ 541211 w 3114960"/>
              <a:gd name="connsiteY26869" fmla="*/ 2912555 h 5143785"/>
              <a:gd name="connsiteX26870" fmla="*/ 541687 w 3114960"/>
              <a:gd name="connsiteY26870" fmla="*/ 2913031 h 5143785"/>
              <a:gd name="connsiteX26871" fmla="*/ 541496 w 3114960"/>
              <a:gd name="connsiteY26871" fmla="*/ 2919889 h 5143785"/>
              <a:gd name="connsiteX26872" fmla="*/ 1787366 w 3114960"/>
              <a:gd name="connsiteY26872" fmla="*/ 1710976 h 5143785"/>
              <a:gd name="connsiteX26873" fmla="*/ 1809178 w 3114960"/>
              <a:gd name="connsiteY26873" fmla="*/ 1678210 h 5143785"/>
              <a:gd name="connsiteX26874" fmla="*/ 1809178 w 3114960"/>
              <a:gd name="connsiteY26874" fmla="*/ 1602772 h 5143785"/>
              <a:gd name="connsiteX26875" fmla="*/ 1819275 w 3114960"/>
              <a:gd name="connsiteY26875" fmla="*/ 1591723 h 5143785"/>
              <a:gd name="connsiteX26876" fmla="*/ 1807940 w 3114960"/>
              <a:gd name="connsiteY26876" fmla="*/ 1580388 h 5143785"/>
              <a:gd name="connsiteX26877" fmla="*/ 1796606 w 3114960"/>
              <a:gd name="connsiteY26877" fmla="*/ 1591723 h 5143785"/>
              <a:gd name="connsiteX26878" fmla="*/ 1806702 w 3114960"/>
              <a:gd name="connsiteY26878" fmla="*/ 1602772 h 5143785"/>
              <a:gd name="connsiteX26879" fmla="*/ 1806702 w 3114960"/>
              <a:gd name="connsiteY26879" fmla="*/ 1677543 h 5143785"/>
              <a:gd name="connsiteX26880" fmla="*/ 1786033 w 3114960"/>
              <a:gd name="connsiteY26880" fmla="*/ 1708690 h 5143785"/>
              <a:gd name="connsiteX26881" fmla="*/ 1703642 w 3114960"/>
              <a:gd name="connsiteY26881" fmla="*/ 1708023 h 5143785"/>
              <a:gd name="connsiteX26882" fmla="*/ 1671828 w 3114960"/>
              <a:gd name="connsiteY26882" fmla="*/ 1742313 h 5143785"/>
              <a:gd name="connsiteX26883" fmla="*/ 1664208 w 3114960"/>
              <a:gd name="connsiteY26883" fmla="*/ 1742313 h 5143785"/>
              <a:gd name="connsiteX26884" fmla="*/ 1658588 w 3114960"/>
              <a:gd name="connsiteY26884" fmla="*/ 1747933 h 5143785"/>
              <a:gd name="connsiteX26885" fmla="*/ 1658588 w 3114960"/>
              <a:gd name="connsiteY26885" fmla="*/ 1751457 h 5143785"/>
              <a:gd name="connsiteX26886" fmla="*/ 1664208 w 3114960"/>
              <a:gd name="connsiteY26886" fmla="*/ 1757077 h 5143785"/>
              <a:gd name="connsiteX26887" fmla="*/ 1678400 w 3114960"/>
              <a:gd name="connsiteY26887" fmla="*/ 1757077 h 5143785"/>
              <a:gd name="connsiteX26888" fmla="*/ 1684020 w 3114960"/>
              <a:gd name="connsiteY26888" fmla="*/ 1751457 h 5143785"/>
              <a:gd name="connsiteX26889" fmla="*/ 1684020 w 3114960"/>
              <a:gd name="connsiteY26889" fmla="*/ 1747933 h 5143785"/>
              <a:gd name="connsiteX26890" fmla="*/ 1678400 w 3114960"/>
              <a:gd name="connsiteY26890" fmla="*/ 1742313 h 5143785"/>
              <a:gd name="connsiteX26891" fmla="*/ 1675067 w 3114960"/>
              <a:gd name="connsiteY26891" fmla="*/ 1742313 h 5143785"/>
              <a:gd name="connsiteX26892" fmla="*/ 1704689 w 3114960"/>
              <a:gd name="connsiteY26892" fmla="*/ 1710404 h 5143785"/>
              <a:gd name="connsiteX26893" fmla="*/ 1787271 w 3114960"/>
              <a:gd name="connsiteY26893" fmla="*/ 1711071 h 5143785"/>
              <a:gd name="connsiteX26894" fmla="*/ 1799082 w 3114960"/>
              <a:gd name="connsiteY26894" fmla="*/ 1591628 h 5143785"/>
              <a:gd name="connsiteX26895" fmla="*/ 1808036 w 3114960"/>
              <a:gd name="connsiteY26895" fmla="*/ 1582674 h 5143785"/>
              <a:gd name="connsiteX26896" fmla="*/ 1816989 w 3114960"/>
              <a:gd name="connsiteY26896" fmla="*/ 1591628 h 5143785"/>
              <a:gd name="connsiteX26897" fmla="*/ 1808036 w 3114960"/>
              <a:gd name="connsiteY26897" fmla="*/ 1600581 h 5143785"/>
              <a:gd name="connsiteX26898" fmla="*/ 1799082 w 3114960"/>
              <a:gd name="connsiteY26898" fmla="*/ 1591628 h 5143785"/>
              <a:gd name="connsiteX26899" fmla="*/ 1678591 w 3114960"/>
              <a:gd name="connsiteY26899" fmla="*/ 1744504 h 5143785"/>
              <a:gd name="connsiteX26900" fmla="*/ 1681829 w 3114960"/>
              <a:gd name="connsiteY26900" fmla="*/ 1747742 h 5143785"/>
              <a:gd name="connsiteX26901" fmla="*/ 1681829 w 3114960"/>
              <a:gd name="connsiteY26901" fmla="*/ 1751267 h 5143785"/>
              <a:gd name="connsiteX26902" fmla="*/ 1678591 w 3114960"/>
              <a:gd name="connsiteY26902" fmla="*/ 1754505 h 5143785"/>
              <a:gd name="connsiteX26903" fmla="*/ 1664399 w 3114960"/>
              <a:gd name="connsiteY26903" fmla="*/ 1754505 h 5143785"/>
              <a:gd name="connsiteX26904" fmla="*/ 1661160 w 3114960"/>
              <a:gd name="connsiteY26904" fmla="*/ 1751267 h 5143785"/>
              <a:gd name="connsiteX26905" fmla="*/ 1661160 w 3114960"/>
              <a:gd name="connsiteY26905" fmla="*/ 1747742 h 5143785"/>
              <a:gd name="connsiteX26906" fmla="*/ 1664399 w 3114960"/>
              <a:gd name="connsiteY26906" fmla="*/ 1744504 h 5143785"/>
              <a:gd name="connsiteX26907" fmla="*/ 1678591 w 3114960"/>
              <a:gd name="connsiteY26907" fmla="*/ 1744504 h 5143785"/>
              <a:gd name="connsiteX26908" fmla="*/ 95 w 3114960"/>
              <a:gd name="connsiteY26908" fmla="*/ 677609 h 5143785"/>
              <a:gd name="connsiteX26909" fmla="*/ 95 w 3114960"/>
              <a:gd name="connsiteY26909" fmla="*/ 631508 h 5143785"/>
              <a:gd name="connsiteX26910" fmla="*/ 22955 w 3114960"/>
              <a:gd name="connsiteY26910" fmla="*/ 654558 h 5143785"/>
              <a:gd name="connsiteX26911" fmla="*/ 95 w 3114960"/>
              <a:gd name="connsiteY26911" fmla="*/ 677609 h 5143785"/>
              <a:gd name="connsiteX26912" fmla="*/ 309182 w 3114960"/>
              <a:gd name="connsiteY26912" fmla="*/ 774764 h 5143785"/>
              <a:gd name="connsiteX26913" fmla="*/ 299942 w 3114960"/>
              <a:gd name="connsiteY26913" fmla="*/ 782193 h 5143785"/>
              <a:gd name="connsiteX26914" fmla="*/ 267367 w 3114960"/>
              <a:gd name="connsiteY26914" fmla="*/ 782193 h 5143785"/>
              <a:gd name="connsiteX26915" fmla="*/ 243840 w 3114960"/>
              <a:gd name="connsiteY26915" fmla="*/ 797624 h 5143785"/>
              <a:gd name="connsiteX26916" fmla="*/ 2858 w 3114960"/>
              <a:gd name="connsiteY26916" fmla="*/ 797624 h 5143785"/>
              <a:gd name="connsiteX26917" fmla="*/ 95 w 3114960"/>
              <a:gd name="connsiteY26917" fmla="*/ 800672 h 5143785"/>
              <a:gd name="connsiteX26918" fmla="*/ 95 w 3114960"/>
              <a:gd name="connsiteY26918" fmla="*/ 807815 h 5143785"/>
              <a:gd name="connsiteX26919" fmla="*/ 4953 w 3114960"/>
              <a:gd name="connsiteY26919" fmla="*/ 802386 h 5143785"/>
              <a:gd name="connsiteX26920" fmla="*/ 245269 w 3114960"/>
              <a:gd name="connsiteY26920" fmla="*/ 802386 h 5143785"/>
              <a:gd name="connsiteX26921" fmla="*/ 268796 w 3114960"/>
              <a:gd name="connsiteY26921" fmla="*/ 786956 h 5143785"/>
              <a:gd name="connsiteX26922" fmla="*/ 299942 w 3114960"/>
              <a:gd name="connsiteY26922" fmla="*/ 786956 h 5143785"/>
              <a:gd name="connsiteX26923" fmla="*/ 309182 w 3114960"/>
              <a:gd name="connsiteY26923" fmla="*/ 794385 h 5143785"/>
              <a:gd name="connsiteX26924" fmla="*/ 318992 w 3114960"/>
              <a:gd name="connsiteY26924" fmla="*/ 784574 h 5143785"/>
              <a:gd name="connsiteX26925" fmla="*/ 309182 w 3114960"/>
              <a:gd name="connsiteY26925" fmla="*/ 774764 h 5143785"/>
              <a:gd name="connsiteX26926" fmla="*/ 309182 w 3114960"/>
              <a:gd name="connsiteY26926" fmla="*/ 789623 h 5143785"/>
              <a:gd name="connsiteX26927" fmla="*/ 304133 w 3114960"/>
              <a:gd name="connsiteY26927" fmla="*/ 784574 h 5143785"/>
              <a:gd name="connsiteX26928" fmla="*/ 309182 w 3114960"/>
              <a:gd name="connsiteY26928" fmla="*/ 779526 h 5143785"/>
              <a:gd name="connsiteX26929" fmla="*/ 314230 w 3114960"/>
              <a:gd name="connsiteY26929" fmla="*/ 784574 h 5143785"/>
              <a:gd name="connsiteX26930" fmla="*/ 309182 w 3114960"/>
              <a:gd name="connsiteY26930" fmla="*/ 789623 h 5143785"/>
              <a:gd name="connsiteX26931" fmla="*/ 1807940 w 3114960"/>
              <a:gd name="connsiteY26931" fmla="*/ 1598581 h 5143785"/>
              <a:gd name="connsiteX26932" fmla="*/ 1800987 w 3114960"/>
              <a:gd name="connsiteY26932" fmla="*/ 1591628 h 5143785"/>
              <a:gd name="connsiteX26933" fmla="*/ 1807940 w 3114960"/>
              <a:gd name="connsiteY26933" fmla="*/ 1584674 h 5143785"/>
              <a:gd name="connsiteX26934" fmla="*/ 1814894 w 3114960"/>
              <a:gd name="connsiteY26934" fmla="*/ 1591628 h 5143785"/>
              <a:gd name="connsiteX26935" fmla="*/ 1807940 w 3114960"/>
              <a:gd name="connsiteY26935" fmla="*/ 1598581 h 5143785"/>
              <a:gd name="connsiteX26936" fmla="*/ 1180624 w 3114960"/>
              <a:gd name="connsiteY26936" fmla="*/ 1952435 h 5143785"/>
              <a:gd name="connsiteX26937" fmla="*/ 1289304 w 3114960"/>
              <a:gd name="connsiteY26937" fmla="*/ 1952435 h 5143785"/>
              <a:gd name="connsiteX26938" fmla="*/ 1289304 w 3114960"/>
              <a:gd name="connsiteY26938" fmla="*/ 1957197 h 5143785"/>
              <a:gd name="connsiteX26939" fmla="*/ 1180624 w 3114960"/>
              <a:gd name="connsiteY26939" fmla="*/ 1957197 h 5143785"/>
              <a:gd name="connsiteX26940" fmla="*/ 1180624 w 3114960"/>
              <a:gd name="connsiteY26940" fmla="*/ 1952435 h 5143785"/>
              <a:gd name="connsiteX26941" fmla="*/ 2526983 w 3114960"/>
              <a:gd name="connsiteY26941" fmla="*/ 1193959 h 5143785"/>
              <a:gd name="connsiteX26942" fmla="*/ 2266950 w 3114960"/>
              <a:gd name="connsiteY26942" fmla="*/ 1193959 h 5143785"/>
              <a:gd name="connsiteX26943" fmla="*/ 2245424 w 3114960"/>
              <a:gd name="connsiteY26943" fmla="*/ 1213104 h 5143785"/>
              <a:gd name="connsiteX26944" fmla="*/ 2245424 w 3114960"/>
              <a:gd name="connsiteY26944" fmla="*/ 1311497 h 5143785"/>
              <a:gd name="connsiteX26945" fmla="*/ 2270760 w 3114960"/>
              <a:gd name="connsiteY26945" fmla="*/ 1331214 h 5143785"/>
              <a:gd name="connsiteX26946" fmla="*/ 2270760 w 3114960"/>
              <a:gd name="connsiteY26946" fmla="*/ 1348454 h 5143785"/>
              <a:gd name="connsiteX26947" fmla="*/ 2276666 w 3114960"/>
              <a:gd name="connsiteY26947" fmla="*/ 1354360 h 5143785"/>
              <a:gd name="connsiteX26948" fmla="*/ 2318861 w 3114960"/>
              <a:gd name="connsiteY26948" fmla="*/ 1354360 h 5143785"/>
              <a:gd name="connsiteX26949" fmla="*/ 2325529 w 3114960"/>
              <a:gd name="connsiteY26949" fmla="*/ 1347692 h 5143785"/>
              <a:gd name="connsiteX26950" fmla="*/ 2325529 w 3114960"/>
              <a:gd name="connsiteY26950" fmla="*/ 1306259 h 5143785"/>
              <a:gd name="connsiteX26951" fmla="*/ 2318861 w 3114960"/>
              <a:gd name="connsiteY26951" fmla="*/ 1299591 h 5143785"/>
              <a:gd name="connsiteX26952" fmla="*/ 2277428 w 3114960"/>
              <a:gd name="connsiteY26952" fmla="*/ 1299591 h 5143785"/>
              <a:gd name="connsiteX26953" fmla="*/ 2270760 w 3114960"/>
              <a:gd name="connsiteY26953" fmla="*/ 1306259 h 5143785"/>
              <a:gd name="connsiteX26954" fmla="*/ 2270760 w 3114960"/>
              <a:gd name="connsiteY26954" fmla="*/ 1319117 h 5143785"/>
              <a:gd name="connsiteX26955" fmla="*/ 2254949 w 3114960"/>
              <a:gd name="connsiteY26955" fmla="*/ 1306830 h 5143785"/>
              <a:gd name="connsiteX26956" fmla="*/ 2254949 w 3114960"/>
              <a:gd name="connsiteY26956" fmla="*/ 1217390 h 5143785"/>
              <a:gd name="connsiteX26957" fmla="*/ 2270570 w 3114960"/>
              <a:gd name="connsiteY26957" fmla="*/ 1203484 h 5143785"/>
              <a:gd name="connsiteX26958" fmla="*/ 2522030 w 3114960"/>
              <a:gd name="connsiteY26958" fmla="*/ 1203484 h 5143785"/>
              <a:gd name="connsiteX26959" fmla="*/ 2537460 w 3114960"/>
              <a:gd name="connsiteY26959" fmla="*/ 1225106 h 5143785"/>
              <a:gd name="connsiteX26960" fmla="*/ 2855786 w 3114960"/>
              <a:gd name="connsiteY26960" fmla="*/ 1226915 h 5143785"/>
              <a:gd name="connsiteX26961" fmla="*/ 2856262 w 3114960"/>
              <a:gd name="connsiteY26961" fmla="*/ 1226915 h 5143785"/>
              <a:gd name="connsiteX26962" fmla="*/ 2907887 w 3114960"/>
              <a:gd name="connsiteY26962" fmla="*/ 1177957 h 5143785"/>
              <a:gd name="connsiteX26963" fmla="*/ 2907887 w 3114960"/>
              <a:gd name="connsiteY26963" fmla="*/ 1015651 h 5143785"/>
              <a:gd name="connsiteX26964" fmla="*/ 2882265 w 3114960"/>
              <a:gd name="connsiteY26964" fmla="*/ 993458 h 5143785"/>
              <a:gd name="connsiteX26965" fmla="*/ 2882265 w 3114960"/>
              <a:gd name="connsiteY26965" fmla="*/ 861727 h 5143785"/>
              <a:gd name="connsiteX26966" fmla="*/ 2866739 w 3114960"/>
              <a:gd name="connsiteY26966" fmla="*/ 841534 h 5143785"/>
              <a:gd name="connsiteX26967" fmla="*/ 2870740 w 3114960"/>
              <a:gd name="connsiteY26967" fmla="*/ 829437 h 5143785"/>
              <a:gd name="connsiteX26968" fmla="*/ 2850166 w 3114960"/>
              <a:gd name="connsiteY26968" fmla="*/ 808863 h 5143785"/>
              <a:gd name="connsiteX26969" fmla="*/ 2839498 w 3114960"/>
              <a:gd name="connsiteY26969" fmla="*/ 811911 h 5143785"/>
              <a:gd name="connsiteX26970" fmla="*/ 2814352 w 3114960"/>
              <a:gd name="connsiteY26970" fmla="*/ 776573 h 5143785"/>
              <a:gd name="connsiteX26971" fmla="*/ 2815019 w 3114960"/>
              <a:gd name="connsiteY26971" fmla="*/ 643033 h 5143785"/>
              <a:gd name="connsiteX26972" fmla="*/ 2818448 w 3114960"/>
              <a:gd name="connsiteY26972" fmla="*/ 643033 h 5143785"/>
              <a:gd name="connsiteX26973" fmla="*/ 2829973 w 3114960"/>
              <a:gd name="connsiteY26973" fmla="*/ 631508 h 5143785"/>
              <a:gd name="connsiteX26974" fmla="*/ 2829973 w 3114960"/>
              <a:gd name="connsiteY26974" fmla="*/ 580168 h 5143785"/>
              <a:gd name="connsiteX26975" fmla="*/ 2818448 w 3114960"/>
              <a:gd name="connsiteY26975" fmla="*/ 568643 h 5143785"/>
              <a:gd name="connsiteX26976" fmla="*/ 2815019 w 3114960"/>
              <a:gd name="connsiteY26976" fmla="*/ 568643 h 5143785"/>
              <a:gd name="connsiteX26977" fmla="*/ 2815019 w 3114960"/>
              <a:gd name="connsiteY26977" fmla="*/ 487585 h 5143785"/>
              <a:gd name="connsiteX26978" fmla="*/ 2821877 w 3114960"/>
              <a:gd name="connsiteY26978" fmla="*/ 478631 h 5143785"/>
              <a:gd name="connsiteX26979" fmla="*/ 2812256 w 3114960"/>
              <a:gd name="connsiteY26979" fmla="*/ 467392 h 5143785"/>
              <a:gd name="connsiteX26980" fmla="*/ 2801017 w 3114960"/>
              <a:gd name="connsiteY26980" fmla="*/ 477012 h 5143785"/>
              <a:gd name="connsiteX26981" fmla="*/ 2807875 w 3114960"/>
              <a:gd name="connsiteY26981" fmla="*/ 487394 h 5143785"/>
              <a:gd name="connsiteX26982" fmla="*/ 2807875 w 3114960"/>
              <a:gd name="connsiteY26982" fmla="*/ 568547 h 5143785"/>
              <a:gd name="connsiteX26983" fmla="*/ 2804446 w 3114960"/>
              <a:gd name="connsiteY26983" fmla="*/ 568547 h 5143785"/>
              <a:gd name="connsiteX26984" fmla="*/ 2792921 w 3114960"/>
              <a:gd name="connsiteY26984" fmla="*/ 580073 h 5143785"/>
              <a:gd name="connsiteX26985" fmla="*/ 2792921 w 3114960"/>
              <a:gd name="connsiteY26985" fmla="*/ 631412 h 5143785"/>
              <a:gd name="connsiteX26986" fmla="*/ 2804446 w 3114960"/>
              <a:gd name="connsiteY26986" fmla="*/ 642938 h 5143785"/>
              <a:gd name="connsiteX26987" fmla="*/ 2807780 w 3114960"/>
              <a:gd name="connsiteY26987" fmla="*/ 642938 h 5143785"/>
              <a:gd name="connsiteX26988" fmla="*/ 2807113 w 3114960"/>
              <a:gd name="connsiteY26988" fmla="*/ 777907 h 5143785"/>
              <a:gd name="connsiteX26989" fmla="*/ 2808161 w 3114960"/>
              <a:gd name="connsiteY26989" fmla="*/ 780383 h 5143785"/>
              <a:gd name="connsiteX26990" fmla="*/ 2834164 w 3114960"/>
              <a:gd name="connsiteY26990" fmla="*/ 816483 h 5143785"/>
              <a:gd name="connsiteX26991" fmla="*/ 2829592 w 3114960"/>
              <a:gd name="connsiteY26991" fmla="*/ 829247 h 5143785"/>
              <a:gd name="connsiteX26992" fmla="*/ 2850166 w 3114960"/>
              <a:gd name="connsiteY26992" fmla="*/ 849821 h 5143785"/>
              <a:gd name="connsiteX26993" fmla="*/ 2859405 w 3114960"/>
              <a:gd name="connsiteY26993" fmla="*/ 847535 h 5143785"/>
              <a:gd name="connsiteX26994" fmla="*/ 2872645 w 3114960"/>
              <a:gd name="connsiteY26994" fmla="*/ 864775 h 5143785"/>
              <a:gd name="connsiteX26995" fmla="*/ 2872645 w 3114960"/>
              <a:gd name="connsiteY26995" fmla="*/ 997649 h 5143785"/>
              <a:gd name="connsiteX26996" fmla="*/ 2898267 w 3114960"/>
              <a:gd name="connsiteY26996" fmla="*/ 1019842 h 5143785"/>
              <a:gd name="connsiteX26997" fmla="*/ 2898267 w 3114960"/>
              <a:gd name="connsiteY26997" fmla="*/ 1173671 h 5143785"/>
              <a:gd name="connsiteX26998" fmla="*/ 2852452 w 3114960"/>
              <a:gd name="connsiteY26998" fmla="*/ 1217200 h 5143785"/>
              <a:gd name="connsiteX26999" fmla="*/ 2542318 w 3114960"/>
              <a:gd name="connsiteY26999" fmla="*/ 1215485 h 5143785"/>
              <a:gd name="connsiteX27000" fmla="*/ 2526887 w 3114960"/>
              <a:gd name="connsiteY27000" fmla="*/ 1193768 h 5143785"/>
              <a:gd name="connsiteX27001" fmla="*/ 2275427 w 3114960"/>
              <a:gd name="connsiteY27001" fmla="*/ 1325880 h 5143785"/>
              <a:gd name="connsiteX27002" fmla="*/ 2276951 w 3114960"/>
              <a:gd name="connsiteY27002" fmla="*/ 1323975 h 5143785"/>
              <a:gd name="connsiteX27003" fmla="*/ 2275427 w 3114960"/>
              <a:gd name="connsiteY27003" fmla="*/ 1322832 h 5143785"/>
              <a:gd name="connsiteX27004" fmla="*/ 2275427 w 3114960"/>
              <a:gd name="connsiteY27004" fmla="*/ 1306259 h 5143785"/>
              <a:gd name="connsiteX27005" fmla="*/ 2277332 w 3114960"/>
              <a:gd name="connsiteY27005" fmla="*/ 1304353 h 5143785"/>
              <a:gd name="connsiteX27006" fmla="*/ 2318766 w 3114960"/>
              <a:gd name="connsiteY27006" fmla="*/ 1304353 h 5143785"/>
              <a:gd name="connsiteX27007" fmla="*/ 2320671 w 3114960"/>
              <a:gd name="connsiteY27007" fmla="*/ 1306259 h 5143785"/>
              <a:gd name="connsiteX27008" fmla="*/ 2320671 w 3114960"/>
              <a:gd name="connsiteY27008" fmla="*/ 1347692 h 5143785"/>
              <a:gd name="connsiteX27009" fmla="*/ 2318766 w 3114960"/>
              <a:gd name="connsiteY27009" fmla="*/ 1349597 h 5143785"/>
              <a:gd name="connsiteX27010" fmla="*/ 2276570 w 3114960"/>
              <a:gd name="connsiteY27010" fmla="*/ 1349597 h 5143785"/>
              <a:gd name="connsiteX27011" fmla="*/ 2275427 w 3114960"/>
              <a:gd name="connsiteY27011" fmla="*/ 1348454 h 5143785"/>
              <a:gd name="connsiteX27012" fmla="*/ 2275427 w 3114960"/>
              <a:gd name="connsiteY27012" fmla="*/ 1325880 h 5143785"/>
              <a:gd name="connsiteX27013" fmla="*/ 2800255 w 3114960"/>
              <a:gd name="connsiteY27013" fmla="*/ 580263 h 5143785"/>
              <a:gd name="connsiteX27014" fmla="*/ 2804636 w 3114960"/>
              <a:gd name="connsiteY27014" fmla="*/ 575882 h 5143785"/>
              <a:gd name="connsiteX27015" fmla="*/ 2818638 w 3114960"/>
              <a:gd name="connsiteY27015" fmla="*/ 575882 h 5143785"/>
              <a:gd name="connsiteX27016" fmla="*/ 2823020 w 3114960"/>
              <a:gd name="connsiteY27016" fmla="*/ 580263 h 5143785"/>
              <a:gd name="connsiteX27017" fmla="*/ 2823020 w 3114960"/>
              <a:gd name="connsiteY27017" fmla="*/ 589217 h 5143785"/>
              <a:gd name="connsiteX27018" fmla="*/ 2800350 w 3114960"/>
              <a:gd name="connsiteY27018" fmla="*/ 589217 h 5143785"/>
              <a:gd name="connsiteX27019" fmla="*/ 2800350 w 3114960"/>
              <a:gd name="connsiteY27019" fmla="*/ 580263 h 5143785"/>
              <a:gd name="connsiteX27020" fmla="*/ 2807970 w 3114960"/>
              <a:gd name="connsiteY27020" fmla="*/ 635889 h 5143785"/>
              <a:gd name="connsiteX27021" fmla="*/ 2804541 w 3114960"/>
              <a:gd name="connsiteY27021" fmla="*/ 635889 h 5143785"/>
              <a:gd name="connsiteX27022" fmla="*/ 2800160 w 3114960"/>
              <a:gd name="connsiteY27022" fmla="*/ 631508 h 5143785"/>
              <a:gd name="connsiteX27023" fmla="*/ 2800160 w 3114960"/>
              <a:gd name="connsiteY27023" fmla="*/ 619792 h 5143785"/>
              <a:gd name="connsiteX27024" fmla="*/ 2822829 w 3114960"/>
              <a:gd name="connsiteY27024" fmla="*/ 619792 h 5143785"/>
              <a:gd name="connsiteX27025" fmla="*/ 2822829 w 3114960"/>
              <a:gd name="connsiteY27025" fmla="*/ 631508 h 5143785"/>
              <a:gd name="connsiteX27026" fmla="*/ 2818448 w 3114960"/>
              <a:gd name="connsiteY27026" fmla="*/ 635889 h 5143785"/>
              <a:gd name="connsiteX27027" fmla="*/ 2807875 w 3114960"/>
              <a:gd name="connsiteY27027" fmla="*/ 635889 h 5143785"/>
              <a:gd name="connsiteX27028" fmla="*/ 2850261 w 3114960"/>
              <a:gd name="connsiteY27028" fmla="*/ 842772 h 5143785"/>
              <a:gd name="connsiteX27029" fmla="*/ 2836831 w 3114960"/>
              <a:gd name="connsiteY27029" fmla="*/ 829342 h 5143785"/>
              <a:gd name="connsiteX27030" fmla="*/ 2850261 w 3114960"/>
              <a:gd name="connsiteY27030" fmla="*/ 815912 h 5143785"/>
              <a:gd name="connsiteX27031" fmla="*/ 2863692 w 3114960"/>
              <a:gd name="connsiteY27031" fmla="*/ 829342 h 5143785"/>
              <a:gd name="connsiteX27032" fmla="*/ 2850261 w 3114960"/>
              <a:gd name="connsiteY27032" fmla="*/ 842772 h 5143785"/>
              <a:gd name="connsiteX27033" fmla="*/ 1997774 w 3114960"/>
              <a:gd name="connsiteY27033" fmla="*/ 2571845 h 5143785"/>
              <a:gd name="connsiteX27034" fmla="*/ 1997964 w 3114960"/>
              <a:gd name="connsiteY27034" fmla="*/ 2571084 h 5143785"/>
              <a:gd name="connsiteX27035" fmla="*/ 1971008 w 3114960"/>
              <a:gd name="connsiteY27035" fmla="*/ 2539555 h 5143785"/>
              <a:gd name="connsiteX27036" fmla="*/ 1962055 w 3114960"/>
              <a:gd name="connsiteY27036" fmla="*/ 2539555 h 5143785"/>
              <a:gd name="connsiteX27037" fmla="*/ 1936528 w 3114960"/>
              <a:gd name="connsiteY27037" fmla="*/ 2571274 h 5143785"/>
              <a:gd name="connsiteX27038" fmla="*/ 1936337 w 3114960"/>
              <a:gd name="connsiteY27038" fmla="*/ 2571084 h 5143785"/>
              <a:gd name="connsiteX27039" fmla="*/ 1936432 w 3114960"/>
              <a:gd name="connsiteY27039" fmla="*/ 2571750 h 5143785"/>
              <a:gd name="connsiteX27040" fmla="*/ 1932337 w 3114960"/>
              <a:gd name="connsiteY27040" fmla="*/ 2575846 h 5143785"/>
              <a:gd name="connsiteX27041" fmla="*/ 1928241 w 3114960"/>
              <a:gd name="connsiteY27041" fmla="*/ 2571750 h 5143785"/>
              <a:gd name="connsiteX27042" fmla="*/ 1932337 w 3114960"/>
              <a:gd name="connsiteY27042" fmla="*/ 2567654 h 5143785"/>
              <a:gd name="connsiteX27043" fmla="*/ 1933194 w 3114960"/>
              <a:gd name="connsiteY27043" fmla="*/ 2567845 h 5143785"/>
              <a:gd name="connsiteX27044" fmla="*/ 1959769 w 3114960"/>
              <a:gd name="connsiteY27044" fmla="*/ 2534793 h 5143785"/>
              <a:gd name="connsiteX27045" fmla="*/ 1973199 w 3114960"/>
              <a:gd name="connsiteY27045" fmla="*/ 2534793 h 5143785"/>
              <a:gd name="connsiteX27046" fmla="*/ 2001488 w 3114960"/>
              <a:gd name="connsiteY27046" fmla="*/ 2567750 h 5143785"/>
              <a:gd name="connsiteX27047" fmla="*/ 2001965 w 3114960"/>
              <a:gd name="connsiteY27047" fmla="*/ 2567654 h 5143785"/>
              <a:gd name="connsiteX27048" fmla="*/ 2006060 w 3114960"/>
              <a:gd name="connsiteY27048" fmla="*/ 2571750 h 5143785"/>
              <a:gd name="connsiteX27049" fmla="*/ 2001965 w 3114960"/>
              <a:gd name="connsiteY27049" fmla="*/ 2575846 h 5143785"/>
              <a:gd name="connsiteX27050" fmla="*/ 1997869 w 3114960"/>
              <a:gd name="connsiteY27050" fmla="*/ 2571750 h 5143785"/>
              <a:gd name="connsiteX27051" fmla="*/ 2764060 w 3114960"/>
              <a:gd name="connsiteY27051" fmla="*/ 1179386 h 5143785"/>
              <a:gd name="connsiteX27052" fmla="*/ 2781872 w 3114960"/>
              <a:gd name="connsiteY27052" fmla="*/ 1167575 h 5143785"/>
              <a:gd name="connsiteX27053" fmla="*/ 2779681 w 3114960"/>
              <a:gd name="connsiteY27053" fmla="*/ 1156240 h 5143785"/>
              <a:gd name="connsiteX27054" fmla="*/ 2770061 w 3114960"/>
              <a:gd name="connsiteY27054" fmla="*/ 1149763 h 5143785"/>
              <a:gd name="connsiteX27055" fmla="*/ 2767013 w 3114960"/>
              <a:gd name="connsiteY27055" fmla="*/ 1149477 h 5143785"/>
              <a:gd name="connsiteX27056" fmla="*/ 2752154 w 3114960"/>
              <a:gd name="connsiteY27056" fmla="*/ 1161574 h 5143785"/>
              <a:gd name="connsiteX27057" fmla="*/ 2754344 w 3114960"/>
              <a:gd name="connsiteY27057" fmla="*/ 1172909 h 5143785"/>
              <a:gd name="connsiteX27058" fmla="*/ 2763965 w 3114960"/>
              <a:gd name="connsiteY27058" fmla="*/ 1179386 h 5143785"/>
              <a:gd name="connsiteX27059" fmla="*/ 2756916 w 3114960"/>
              <a:gd name="connsiteY27059" fmla="*/ 1162431 h 5143785"/>
              <a:gd name="connsiteX27060" fmla="*/ 2769108 w 3114960"/>
              <a:gd name="connsiteY27060" fmla="*/ 1154335 h 5143785"/>
              <a:gd name="connsiteX27061" fmla="*/ 2775680 w 3114960"/>
              <a:gd name="connsiteY27061" fmla="*/ 1158812 h 5143785"/>
              <a:gd name="connsiteX27062" fmla="*/ 2777204 w 3114960"/>
              <a:gd name="connsiteY27062" fmla="*/ 1166622 h 5143785"/>
              <a:gd name="connsiteX27063" fmla="*/ 2767013 w 3114960"/>
              <a:gd name="connsiteY27063" fmla="*/ 1174909 h 5143785"/>
              <a:gd name="connsiteX27064" fmla="*/ 2764917 w 3114960"/>
              <a:gd name="connsiteY27064" fmla="*/ 1174718 h 5143785"/>
              <a:gd name="connsiteX27065" fmla="*/ 2758345 w 3114960"/>
              <a:gd name="connsiteY27065" fmla="*/ 1170242 h 5143785"/>
              <a:gd name="connsiteX27066" fmla="*/ 2756821 w 3114960"/>
              <a:gd name="connsiteY27066" fmla="*/ 1162431 h 5143785"/>
              <a:gd name="connsiteX27067" fmla="*/ 2163413 w 3114960"/>
              <a:gd name="connsiteY27067" fmla="*/ 1333786 h 5143785"/>
              <a:gd name="connsiteX27068" fmla="*/ 2152650 w 3114960"/>
              <a:gd name="connsiteY27068" fmla="*/ 1344549 h 5143785"/>
              <a:gd name="connsiteX27069" fmla="*/ 2152650 w 3114960"/>
              <a:gd name="connsiteY27069" fmla="*/ 1389126 h 5143785"/>
              <a:gd name="connsiteX27070" fmla="*/ 2145887 w 3114960"/>
              <a:gd name="connsiteY27070" fmla="*/ 1389126 h 5143785"/>
              <a:gd name="connsiteX27071" fmla="*/ 2143506 w 3114960"/>
              <a:gd name="connsiteY27071" fmla="*/ 1391507 h 5143785"/>
              <a:gd name="connsiteX27072" fmla="*/ 2143506 w 3114960"/>
              <a:gd name="connsiteY27072" fmla="*/ 1399508 h 5143785"/>
              <a:gd name="connsiteX27073" fmla="*/ 2145887 w 3114960"/>
              <a:gd name="connsiteY27073" fmla="*/ 1401890 h 5143785"/>
              <a:gd name="connsiteX27074" fmla="*/ 2164080 w 3114960"/>
              <a:gd name="connsiteY27074" fmla="*/ 1401890 h 5143785"/>
              <a:gd name="connsiteX27075" fmla="*/ 2166461 w 3114960"/>
              <a:gd name="connsiteY27075" fmla="*/ 1399508 h 5143785"/>
              <a:gd name="connsiteX27076" fmla="*/ 2166461 w 3114960"/>
              <a:gd name="connsiteY27076" fmla="*/ 1391507 h 5143785"/>
              <a:gd name="connsiteX27077" fmla="*/ 2164080 w 3114960"/>
              <a:gd name="connsiteY27077" fmla="*/ 1389126 h 5143785"/>
              <a:gd name="connsiteX27078" fmla="*/ 2157413 w 3114960"/>
              <a:gd name="connsiteY27078" fmla="*/ 1389126 h 5143785"/>
              <a:gd name="connsiteX27079" fmla="*/ 2157413 w 3114960"/>
              <a:gd name="connsiteY27079" fmla="*/ 1344549 h 5143785"/>
              <a:gd name="connsiteX27080" fmla="*/ 2163413 w 3114960"/>
              <a:gd name="connsiteY27080" fmla="*/ 1338548 h 5143785"/>
              <a:gd name="connsiteX27081" fmla="*/ 2169414 w 3114960"/>
              <a:gd name="connsiteY27081" fmla="*/ 1344549 h 5143785"/>
              <a:gd name="connsiteX27082" fmla="*/ 2169414 w 3114960"/>
              <a:gd name="connsiteY27082" fmla="*/ 1382554 h 5143785"/>
              <a:gd name="connsiteX27083" fmla="*/ 2180177 w 3114960"/>
              <a:gd name="connsiteY27083" fmla="*/ 1393317 h 5143785"/>
              <a:gd name="connsiteX27084" fmla="*/ 2190941 w 3114960"/>
              <a:gd name="connsiteY27084" fmla="*/ 1382554 h 5143785"/>
              <a:gd name="connsiteX27085" fmla="*/ 2190941 w 3114960"/>
              <a:gd name="connsiteY27085" fmla="*/ 1344549 h 5143785"/>
              <a:gd name="connsiteX27086" fmla="*/ 2196941 w 3114960"/>
              <a:gd name="connsiteY27086" fmla="*/ 1338548 h 5143785"/>
              <a:gd name="connsiteX27087" fmla="*/ 2202942 w 3114960"/>
              <a:gd name="connsiteY27087" fmla="*/ 1344549 h 5143785"/>
              <a:gd name="connsiteX27088" fmla="*/ 2202942 w 3114960"/>
              <a:gd name="connsiteY27088" fmla="*/ 1382554 h 5143785"/>
              <a:gd name="connsiteX27089" fmla="*/ 2213705 w 3114960"/>
              <a:gd name="connsiteY27089" fmla="*/ 1393317 h 5143785"/>
              <a:gd name="connsiteX27090" fmla="*/ 2224469 w 3114960"/>
              <a:gd name="connsiteY27090" fmla="*/ 1382554 h 5143785"/>
              <a:gd name="connsiteX27091" fmla="*/ 2224469 w 3114960"/>
              <a:gd name="connsiteY27091" fmla="*/ 1340072 h 5143785"/>
              <a:gd name="connsiteX27092" fmla="*/ 2231231 w 3114960"/>
              <a:gd name="connsiteY27092" fmla="*/ 1340072 h 5143785"/>
              <a:gd name="connsiteX27093" fmla="*/ 2233613 w 3114960"/>
              <a:gd name="connsiteY27093" fmla="*/ 1337691 h 5143785"/>
              <a:gd name="connsiteX27094" fmla="*/ 2233613 w 3114960"/>
              <a:gd name="connsiteY27094" fmla="*/ 1329690 h 5143785"/>
              <a:gd name="connsiteX27095" fmla="*/ 2231231 w 3114960"/>
              <a:gd name="connsiteY27095" fmla="*/ 1327309 h 5143785"/>
              <a:gd name="connsiteX27096" fmla="*/ 2213039 w 3114960"/>
              <a:gd name="connsiteY27096" fmla="*/ 1327309 h 5143785"/>
              <a:gd name="connsiteX27097" fmla="*/ 2210657 w 3114960"/>
              <a:gd name="connsiteY27097" fmla="*/ 1329690 h 5143785"/>
              <a:gd name="connsiteX27098" fmla="*/ 2210657 w 3114960"/>
              <a:gd name="connsiteY27098" fmla="*/ 1337691 h 5143785"/>
              <a:gd name="connsiteX27099" fmla="*/ 2213039 w 3114960"/>
              <a:gd name="connsiteY27099" fmla="*/ 1340072 h 5143785"/>
              <a:gd name="connsiteX27100" fmla="*/ 2219801 w 3114960"/>
              <a:gd name="connsiteY27100" fmla="*/ 1340072 h 5143785"/>
              <a:gd name="connsiteX27101" fmla="*/ 2219801 w 3114960"/>
              <a:gd name="connsiteY27101" fmla="*/ 1382554 h 5143785"/>
              <a:gd name="connsiteX27102" fmla="*/ 2213801 w 3114960"/>
              <a:gd name="connsiteY27102" fmla="*/ 1388555 h 5143785"/>
              <a:gd name="connsiteX27103" fmla="*/ 2207800 w 3114960"/>
              <a:gd name="connsiteY27103" fmla="*/ 1382554 h 5143785"/>
              <a:gd name="connsiteX27104" fmla="*/ 2207800 w 3114960"/>
              <a:gd name="connsiteY27104" fmla="*/ 1344549 h 5143785"/>
              <a:gd name="connsiteX27105" fmla="*/ 2197037 w 3114960"/>
              <a:gd name="connsiteY27105" fmla="*/ 1333786 h 5143785"/>
              <a:gd name="connsiteX27106" fmla="*/ 2186273 w 3114960"/>
              <a:gd name="connsiteY27106" fmla="*/ 1344549 h 5143785"/>
              <a:gd name="connsiteX27107" fmla="*/ 2186273 w 3114960"/>
              <a:gd name="connsiteY27107" fmla="*/ 1382554 h 5143785"/>
              <a:gd name="connsiteX27108" fmla="*/ 2180273 w 3114960"/>
              <a:gd name="connsiteY27108" fmla="*/ 1388555 h 5143785"/>
              <a:gd name="connsiteX27109" fmla="*/ 2174272 w 3114960"/>
              <a:gd name="connsiteY27109" fmla="*/ 1382554 h 5143785"/>
              <a:gd name="connsiteX27110" fmla="*/ 2174272 w 3114960"/>
              <a:gd name="connsiteY27110" fmla="*/ 1344549 h 5143785"/>
              <a:gd name="connsiteX27111" fmla="*/ 2163509 w 3114960"/>
              <a:gd name="connsiteY27111" fmla="*/ 1333786 h 5143785"/>
              <a:gd name="connsiteX27112" fmla="*/ 2161699 w 3114960"/>
              <a:gd name="connsiteY27112" fmla="*/ 1393889 h 5143785"/>
              <a:gd name="connsiteX27113" fmla="*/ 2161699 w 3114960"/>
              <a:gd name="connsiteY27113" fmla="*/ 1397127 h 5143785"/>
              <a:gd name="connsiteX27114" fmla="*/ 2148269 w 3114960"/>
              <a:gd name="connsiteY27114" fmla="*/ 1397127 h 5143785"/>
              <a:gd name="connsiteX27115" fmla="*/ 2148269 w 3114960"/>
              <a:gd name="connsiteY27115" fmla="*/ 1393889 h 5143785"/>
              <a:gd name="connsiteX27116" fmla="*/ 2161699 w 3114960"/>
              <a:gd name="connsiteY27116" fmla="*/ 1393889 h 5143785"/>
              <a:gd name="connsiteX27117" fmla="*/ 2215229 w 3114960"/>
              <a:gd name="connsiteY27117" fmla="*/ 1335405 h 5143785"/>
              <a:gd name="connsiteX27118" fmla="*/ 2215229 w 3114960"/>
              <a:gd name="connsiteY27118" fmla="*/ 1332167 h 5143785"/>
              <a:gd name="connsiteX27119" fmla="*/ 2228660 w 3114960"/>
              <a:gd name="connsiteY27119" fmla="*/ 1332167 h 5143785"/>
              <a:gd name="connsiteX27120" fmla="*/ 2228660 w 3114960"/>
              <a:gd name="connsiteY27120" fmla="*/ 1335405 h 5143785"/>
              <a:gd name="connsiteX27121" fmla="*/ 2215229 w 3114960"/>
              <a:gd name="connsiteY27121" fmla="*/ 1335405 h 5143785"/>
              <a:gd name="connsiteX27122" fmla="*/ 2857405 w 3114960"/>
              <a:gd name="connsiteY27122" fmla="*/ 1062609 h 5143785"/>
              <a:gd name="connsiteX27123" fmla="*/ 2854357 w 3114960"/>
              <a:gd name="connsiteY27123" fmla="*/ 1062323 h 5143785"/>
              <a:gd name="connsiteX27124" fmla="*/ 2846070 w 3114960"/>
              <a:gd name="connsiteY27124" fmla="*/ 1064800 h 5143785"/>
              <a:gd name="connsiteX27125" fmla="*/ 2839593 w 3114960"/>
              <a:gd name="connsiteY27125" fmla="*/ 1074420 h 5143785"/>
              <a:gd name="connsiteX27126" fmla="*/ 2851404 w 3114960"/>
              <a:gd name="connsiteY27126" fmla="*/ 1092232 h 5143785"/>
              <a:gd name="connsiteX27127" fmla="*/ 2862739 w 3114960"/>
              <a:gd name="connsiteY27127" fmla="*/ 1090041 h 5143785"/>
              <a:gd name="connsiteX27128" fmla="*/ 2869216 w 3114960"/>
              <a:gd name="connsiteY27128" fmla="*/ 1080421 h 5143785"/>
              <a:gd name="connsiteX27129" fmla="*/ 2867025 w 3114960"/>
              <a:gd name="connsiteY27129" fmla="*/ 1069086 h 5143785"/>
              <a:gd name="connsiteX27130" fmla="*/ 2857405 w 3114960"/>
              <a:gd name="connsiteY27130" fmla="*/ 1062609 h 5143785"/>
              <a:gd name="connsiteX27131" fmla="*/ 2864549 w 3114960"/>
              <a:gd name="connsiteY27131" fmla="*/ 1079468 h 5143785"/>
              <a:gd name="connsiteX27132" fmla="*/ 2860167 w 3114960"/>
              <a:gd name="connsiteY27132" fmla="*/ 1086041 h 5143785"/>
              <a:gd name="connsiteX27133" fmla="*/ 2854452 w 3114960"/>
              <a:gd name="connsiteY27133" fmla="*/ 1087755 h 5143785"/>
              <a:gd name="connsiteX27134" fmla="*/ 2852357 w 3114960"/>
              <a:gd name="connsiteY27134" fmla="*/ 1087565 h 5143785"/>
              <a:gd name="connsiteX27135" fmla="*/ 2844260 w 3114960"/>
              <a:gd name="connsiteY27135" fmla="*/ 1075373 h 5143785"/>
              <a:gd name="connsiteX27136" fmla="*/ 2848642 w 3114960"/>
              <a:gd name="connsiteY27136" fmla="*/ 1068800 h 5143785"/>
              <a:gd name="connsiteX27137" fmla="*/ 2856452 w 3114960"/>
              <a:gd name="connsiteY27137" fmla="*/ 1067276 h 5143785"/>
              <a:gd name="connsiteX27138" fmla="*/ 2863025 w 3114960"/>
              <a:gd name="connsiteY27138" fmla="*/ 1071753 h 5143785"/>
              <a:gd name="connsiteX27139" fmla="*/ 2864549 w 3114960"/>
              <a:gd name="connsiteY27139" fmla="*/ 1079564 h 5143785"/>
              <a:gd name="connsiteX27140" fmla="*/ 1636490 w 3114960"/>
              <a:gd name="connsiteY27140" fmla="*/ 1952339 h 5143785"/>
              <a:gd name="connsiteX27141" fmla="*/ 1646015 w 3114960"/>
              <a:gd name="connsiteY27141" fmla="*/ 1952339 h 5143785"/>
              <a:gd name="connsiteX27142" fmla="*/ 1646015 w 3114960"/>
              <a:gd name="connsiteY27142" fmla="*/ 1957102 h 5143785"/>
              <a:gd name="connsiteX27143" fmla="*/ 1636490 w 3114960"/>
              <a:gd name="connsiteY27143" fmla="*/ 1957102 h 5143785"/>
              <a:gd name="connsiteX27144" fmla="*/ 1636490 w 3114960"/>
              <a:gd name="connsiteY27144" fmla="*/ 1952339 h 5143785"/>
              <a:gd name="connsiteX27145" fmla="*/ 2869406 w 3114960"/>
              <a:gd name="connsiteY27145" fmla="*/ 1123474 h 5143785"/>
              <a:gd name="connsiteX27146" fmla="*/ 2854357 w 3114960"/>
              <a:gd name="connsiteY27146" fmla="*/ 1133475 h 5143785"/>
              <a:gd name="connsiteX27147" fmla="*/ 2844355 w 3114960"/>
              <a:gd name="connsiteY27147" fmla="*/ 1118426 h 5143785"/>
              <a:gd name="connsiteX27148" fmla="*/ 2859405 w 3114960"/>
              <a:gd name="connsiteY27148" fmla="*/ 1108424 h 5143785"/>
              <a:gd name="connsiteX27149" fmla="*/ 2869406 w 3114960"/>
              <a:gd name="connsiteY27149" fmla="*/ 1123474 h 5143785"/>
              <a:gd name="connsiteX27150" fmla="*/ 1983296 w 3114960"/>
              <a:gd name="connsiteY27150" fmla="*/ 1494568 h 5143785"/>
              <a:gd name="connsiteX27151" fmla="*/ 1897856 w 3114960"/>
              <a:gd name="connsiteY27151" fmla="*/ 1494187 h 5143785"/>
              <a:gd name="connsiteX27152" fmla="*/ 1893380 w 3114960"/>
              <a:gd name="connsiteY27152" fmla="*/ 1487138 h 5143785"/>
              <a:gd name="connsiteX27153" fmla="*/ 1872901 w 3114960"/>
              <a:gd name="connsiteY27153" fmla="*/ 1488567 h 5143785"/>
              <a:gd name="connsiteX27154" fmla="*/ 1869377 w 3114960"/>
              <a:gd name="connsiteY27154" fmla="*/ 1499140 h 5143785"/>
              <a:gd name="connsiteX27155" fmla="*/ 1874330 w 3114960"/>
              <a:gd name="connsiteY27155" fmla="*/ 1509141 h 5143785"/>
              <a:gd name="connsiteX27156" fmla="*/ 1883855 w 3114960"/>
              <a:gd name="connsiteY27156" fmla="*/ 1512665 h 5143785"/>
              <a:gd name="connsiteX27157" fmla="*/ 1894903 w 3114960"/>
              <a:gd name="connsiteY27157" fmla="*/ 1507617 h 5143785"/>
              <a:gd name="connsiteX27158" fmla="*/ 1898047 w 3114960"/>
              <a:gd name="connsiteY27158" fmla="*/ 1501235 h 5143785"/>
              <a:gd name="connsiteX27159" fmla="*/ 1985582 w 3114960"/>
              <a:gd name="connsiteY27159" fmla="*/ 1501616 h 5143785"/>
              <a:gd name="connsiteX27160" fmla="*/ 2053590 w 3114960"/>
              <a:gd name="connsiteY27160" fmla="*/ 1453420 h 5143785"/>
              <a:gd name="connsiteX27161" fmla="*/ 2208943 w 3114960"/>
              <a:gd name="connsiteY27161" fmla="*/ 1454468 h 5143785"/>
              <a:gd name="connsiteX27162" fmla="*/ 2270760 w 3114960"/>
              <a:gd name="connsiteY27162" fmla="*/ 1398651 h 5143785"/>
              <a:gd name="connsiteX27163" fmla="*/ 2284667 w 3114960"/>
              <a:gd name="connsiteY27163" fmla="*/ 1395603 h 5143785"/>
              <a:gd name="connsiteX27164" fmla="*/ 2283428 w 3114960"/>
              <a:gd name="connsiteY27164" fmla="*/ 1378458 h 5143785"/>
              <a:gd name="connsiteX27165" fmla="*/ 2266283 w 3114960"/>
              <a:gd name="connsiteY27165" fmla="*/ 1379696 h 5143785"/>
              <a:gd name="connsiteX27166" fmla="*/ 2265331 w 3114960"/>
              <a:gd name="connsiteY27166" fmla="*/ 1393984 h 5143785"/>
              <a:gd name="connsiteX27167" fmla="*/ 2206181 w 3114960"/>
              <a:gd name="connsiteY27167" fmla="*/ 1447324 h 5143785"/>
              <a:gd name="connsiteX27168" fmla="*/ 2051304 w 3114960"/>
              <a:gd name="connsiteY27168" fmla="*/ 1446276 h 5143785"/>
              <a:gd name="connsiteX27169" fmla="*/ 1983296 w 3114960"/>
              <a:gd name="connsiteY27169" fmla="*/ 1494473 h 5143785"/>
              <a:gd name="connsiteX27170" fmla="*/ 1891379 w 3114960"/>
              <a:gd name="connsiteY27170" fmla="*/ 1504569 h 5143785"/>
              <a:gd name="connsiteX27171" fmla="*/ 1877568 w 3114960"/>
              <a:gd name="connsiteY27171" fmla="*/ 1505522 h 5143785"/>
              <a:gd name="connsiteX27172" fmla="*/ 1876616 w 3114960"/>
              <a:gd name="connsiteY27172" fmla="*/ 1491710 h 5143785"/>
              <a:gd name="connsiteX27173" fmla="*/ 1884045 w 3114960"/>
              <a:gd name="connsiteY27173" fmla="*/ 1488377 h 5143785"/>
              <a:gd name="connsiteX27174" fmla="*/ 1890427 w 3114960"/>
              <a:gd name="connsiteY27174" fmla="*/ 1490758 h 5143785"/>
              <a:gd name="connsiteX27175" fmla="*/ 1891379 w 3114960"/>
              <a:gd name="connsiteY27175" fmla="*/ 1504569 h 5143785"/>
              <a:gd name="connsiteX27176" fmla="*/ 2285429 w 3114960"/>
              <a:gd name="connsiteY27176" fmla="*/ 1335405 h 5143785"/>
              <a:gd name="connsiteX27177" fmla="*/ 2285429 w 3114960"/>
              <a:gd name="connsiteY27177" fmla="*/ 1318546 h 5143785"/>
              <a:gd name="connsiteX27178" fmla="*/ 2289715 w 3114960"/>
              <a:gd name="connsiteY27178" fmla="*/ 1314260 h 5143785"/>
              <a:gd name="connsiteX27179" fmla="*/ 2306574 w 3114960"/>
              <a:gd name="connsiteY27179" fmla="*/ 1314260 h 5143785"/>
              <a:gd name="connsiteX27180" fmla="*/ 2310860 w 3114960"/>
              <a:gd name="connsiteY27180" fmla="*/ 1318546 h 5143785"/>
              <a:gd name="connsiteX27181" fmla="*/ 2310860 w 3114960"/>
              <a:gd name="connsiteY27181" fmla="*/ 1335405 h 5143785"/>
              <a:gd name="connsiteX27182" fmla="*/ 2306574 w 3114960"/>
              <a:gd name="connsiteY27182" fmla="*/ 1339691 h 5143785"/>
              <a:gd name="connsiteX27183" fmla="*/ 2289715 w 3114960"/>
              <a:gd name="connsiteY27183" fmla="*/ 1339691 h 5143785"/>
              <a:gd name="connsiteX27184" fmla="*/ 2285429 w 3114960"/>
              <a:gd name="connsiteY27184" fmla="*/ 1335405 h 5143785"/>
              <a:gd name="connsiteX27185" fmla="*/ 731615 w 3114960"/>
              <a:gd name="connsiteY27185" fmla="*/ 805529 h 5143785"/>
              <a:gd name="connsiteX27186" fmla="*/ 710851 w 3114960"/>
              <a:gd name="connsiteY27186" fmla="*/ 805529 h 5143785"/>
              <a:gd name="connsiteX27187" fmla="*/ 706279 w 3114960"/>
              <a:gd name="connsiteY27187" fmla="*/ 810101 h 5143785"/>
              <a:gd name="connsiteX27188" fmla="*/ 706279 w 3114960"/>
              <a:gd name="connsiteY27188" fmla="*/ 812768 h 5143785"/>
              <a:gd name="connsiteX27189" fmla="*/ 653987 w 3114960"/>
              <a:gd name="connsiteY27189" fmla="*/ 813149 h 5143785"/>
              <a:gd name="connsiteX27190" fmla="*/ 597599 w 3114960"/>
              <a:gd name="connsiteY27190" fmla="*/ 764858 h 5143785"/>
              <a:gd name="connsiteX27191" fmla="*/ 524351 w 3114960"/>
              <a:gd name="connsiteY27191" fmla="*/ 764381 h 5143785"/>
              <a:gd name="connsiteX27192" fmla="*/ 515017 w 3114960"/>
              <a:gd name="connsiteY27192" fmla="*/ 756952 h 5143785"/>
              <a:gd name="connsiteX27193" fmla="*/ 505206 w 3114960"/>
              <a:gd name="connsiteY27193" fmla="*/ 766763 h 5143785"/>
              <a:gd name="connsiteX27194" fmla="*/ 515017 w 3114960"/>
              <a:gd name="connsiteY27194" fmla="*/ 776573 h 5143785"/>
              <a:gd name="connsiteX27195" fmla="*/ 524256 w 3114960"/>
              <a:gd name="connsiteY27195" fmla="*/ 769239 h 5143785"/>
              <a:gd name="connsiteX27196" fmla="*/ 595789 w 3114960"/>
              <a:gd name="connsiteY27196" fmla="*/ 769715 h 5143785"/>
              <a:gd name="connsiteX27197" fmla="*/ 652177 w 3114960"/>
              <a:gd name="connsiteY27197" fmla="*/ 818007 h 5143785"/>
              <a:gd name="connsiteX27198" fmla="*/ 706184 w 3114960"/>
              <a:gd name="connsiteY27198" fmla="*/ 817531 h 5143785"/>
              <a:gd name="connsiteX27199" fmla="*/ 706184 w 3114960"/>
              <a:gd name="connsiteY27199" fmla="*/ 820102 h 5143785"/>
              <a:gd name="connsiteX27200" fmla="*/ 710756 w 3114960"/>
              <a:gd name="connsiteY27200" fmla="*/ 824675 h 5143785"/>
              <a:gd name="connsiteX27201" fmla="*/ 731520 w 3114960"/>
              <a:gd name="connsiteY27201" fmla="*/ 824675 h 5143785"/>
              <a:gd name="connsiteX27202" fmla="*/ 736092 w 3114960"/>
              <a:gd name="connsiteY27202" fmla="*/ 820102 h 5143785"/>
              <a:gd name="connsiteX27203" fmla="*/ 736092 w 3114960"/>
              <a:gd name="connsiteY27203" fmla="*/ 810101 h 5143785"/>
              <a:gd name="connsiteX27204" fmla="*/ 731520 w 3114960"/>
              <a:gd name="connsiteY27204" fmla="*/ 805529 h 5143785"/>
              <a:gd name="connsiteX27205" fmla="*/ 520065 w 3114960"/>
              <a:gd name="connsiteY27205" fmla="*/ 766763 h 5143785"/>
              <a:gd name="connsiteX27206" fmla="*/ 515112 w 3114960"/>
              <a:gd name="connsiteY27206" fmla="*/ 771716 h 5143785"/>
              <a:gd name="connsiteX27207" fmla="*/ 510064 w 3114960"/>
              <a:gd name="connsiteY27207" fmla="*/ 766667 h 5143785"/>
              <a:gd name="connsiteX27208" fmla="*/ 515112 w 3114960"/>
              <a:gd name="connsiteY27208" fmla="*/ 761619 h 5143785"/>
              <a:gd name="connsiteX27209" fmla="*/ 520065 w 3114960"/>
              <a:gd name="connsiteY27209" fmla="*/ 766572 h 5143785"/>
              <a:gd name="connsiteX27210" fmla="*/ 520065 w 3114960"/>
              <a:gd name="connsiteY27210" fmla="*/ 766572 h 5143785"/>
              <a:gd name="connsiteX27211" fmla="*/ 1248156 w 3114960"/>
              <a:gd name="connsiteY27211" fmla="*/ 1964341 h 5143785"/>
              <a:gd name="connsiteX27212" fmla="*/ 1223391 w 3114960"/>
              <a:gd name="connsiteY27212" fmla="*/ 1964341 h 5143785"/>
              <a:gd name="connsiteX27213" fmla="*/ 1223391 w 3114960"/>
              <a:gd name="connsiteY27213" fmla="*/ 1989106 h 5143785"/>
              <a:gd name="connsiteX27214" fmla="*/ 1248156 w 3114960"/>
              <a:gd name="connsiteY27214" fmla="*/ 1989106 h 5143785"/>
              <a:gd name="connsiteX27215" fmla="*/ 1248156 w 3114960"/>
              <a:gd name="connsiteY27215" fmla="*/ 1964341 h 5143785"/>
              <a:gd name="connsiteX27216" fmla="*/ 1243394 w 3114960"/>
              <a:gd name="connsiteY27216" fmla="*/ 1984343 h 5143785"/>
              <a:gd name="connsiteX27217" fmla="*/ 1228153 w 3114960"/>
              <a:gd name="connsiteY27217" fmla="*/ 1984343 h 5143785"/>
              <a:gd name="connsiteX27218" fmla="*/ 1228153 w 3114960"/>
              <a:gd name="connsiteY27218" fmla="*/ 1969103 h 5143785"/>
              <a:gd name="connsiteX27219" fmla="*/ 1243394 w 3114960"/>
              <a:gd name="connsiteY27219" fmla="*/ 1969103 h 5143785"/>
              <a:gd name="connsiteX27220" fmla="*/ 1243394 w 3114960"/>
              <a:gd name="connsiteY27220" fmla="*/ 1984343 h 5143785"/>
              <a:gd name="connsiteX27221" fmla="*/ 1717262 w 3114960"/>
              <a:gd name="connsiteY27221" fmla="*/ 2583180 h 5143785"/>
              <a:gd name="connsiteX27222" fmla="*/ 1717262 w 3114960"/>
              <a:gd name="connsiteY27222" fmla="*/ 2607945 h 5143785"/>
              <a:gd name="connsiteX27223" fmla="*/ 1742027 w 3114960"/>
              <a:gd name="connsiteY27223" fmla="*/ 2607945 h 5143785"/>
              <a:gd name="connsiteX27224" fmla="*/ 1742027 w 3114960"/>
              <a:gd name="connsiteY27224" fmla="*/ 2583180 h 5143785"/>
              <a:gd name="connsiteX27225" fmla="*/ 1717262 w 3114960"/>
              <a:gd name="connsiteY27225" fmla="*/ 2583180 h 5143785"/>
              <a:gd name="connsiteX27226" fmla="*/ 1737265 w 3114960"/>
              <a:gd name="connsiteY27226" fmla="*/ 2603183 h 5143785"/>
              <a:gd name="connsiteX27227" fmla="*/ 1722025 w 3114960"/>
              <a:gd name="connsiteY27227" fmla="*/ 2603183 h 5143785"/>
              <a:gd name="connsiteX27228" fmla="*/ 1722025 w 3114960"/>
              <a:gd name="connsiteY27228" fmla="*/ 2587943 h 5143785"/>
              <a:gd name="connsiteX27229" fmla="*/ 1737265 w 3114960"/>
              <a:gd name="connsiteY27229" fmla="*/ 2587943 h 5143785"/>
              <a:gd name="connsiteX27230" fmla="*/ 1737265 w 3114960"/>
              <a:gd name="connsiteY27230" fmla="*/ 2603183 h 5143785"/>
              <a:gd name="connsiteX27231" fmla="*/ 1180814 w 3114960"/>
              <a:gd name="connsiteY27231" fmla="*/ 1995297 h 5143785"/>
              <a:gd name="connsiteX27232" fmla="*/ 1289114 w 3114960"/>
              <a:gd name="connsiteY27232" fmla="*/ 1995297 h 5143785"/>
              <a:gd name="connsiteX27233" fmla="*/ 1289114 w 3114960"/>
              <a:gd name="connsiteY27233" fmla="*/ 2000060 h 5143785"/>
              <a:gd name="connsiteX27234" fmla="*/ 1180814 w 3114960"/>
              <a:gd name="connsiteY27234" fmla="*/ 2000060 h 5143785"/>
              <a:gd name="connsiteX27235" fmla="*/ 1180814 w 3114960"/>
              <a:gd name="connsiteY27235" fmla="*/ 1995297 h 5143785"/>
              <a:gd name="connsiteX27236" fmla="*/ 362712 w 3114960"/>
              <a:gd name="connsiteY27236" fmla="*/ 3442335 h 5143785"/>
              <a:gd name="connsiteX27237" fmla="*/ 362712 w 3114960"/>
              <a:gd name="connsiteY27237" fmla="*/ 3461099 h 5143785"/>
              <a:gd name="connsiteX27238" fmla="*/ 358902 w 3114960"/>
              <a:gd name="connsiteY27238" fmla="*/ 3464909 h 5143785"/>
              <a:gd name="connsiteX27239" fmla="*/ 340138 w 3114960"/>
              <a:gd name="connsiteY27239" fmla="*/ 3464909 h 5143785"/>
              <a:gd name="connsiteX27240" fmla="*/ 336328 w 3114960"/>
              <a:gd name="connsiteY27240" fmla="*/ 3461099 h 5143785"/>
              <a:gd name="connsiteX27241" fmla="*/ 336328 w 3114960"/>
              <a:gd name="connsiteY27241" fmla="*/ 3442335 h 5143785"/>
              <a:gd name="connsiteX27242" fmla="*/ 340138 w 3114960"/>
              <a:gd name="connsiteY27242" fmla="*/ 3438525 h 5143785"/>
              <a:gd name="connsiteX27243" fmla="*/ 358902 w 3114960"/>
              <a:gd name="connsiteY27243" fmla="*/ 3438525 h 5143785"/>
              <a:gd name="connsiteX27244" fmla="*/ 362712 w 3114960"/>
              <a:gd name="connsiteY27244" fmla="*/ 3442335 h 5143785"/>
              <a:gd name="connsiteX27245" fmla="*/ 1439323 w 3114960"/>
              <a:gd name="connsiteY27245" fmla="*/ 2145125 h 5143785"/>
              <a:gd name="connsiteX27246" fmla="*/ 1444085 w 3114960"/>
              <a:gd name="connsiteY27246" fmla="*/ 2140363 h 5143785"/>
              <a:gd name="connsiteX27247" fmla="*/ 1448848 w 3114960"/>
              <a:gd name="connsiteY27247" fmla="*/ 2145125 h 5143785"/>
              <a:gd name="connsiteX27248" fmla="*/ 1444085 w 3114960"/>
              <a:gd name="connsiteY27248" fmla="*/ 2149888 h 5143785"/>
              <a:gd name="connsiteX27249" fmla="*/ 1439323 w 3114960"/>
              <a:gd name="connsiteY27249" fmla="*/ 2145125 h 5143785"/>
              <a:gd name="connsiteX27250" fmla="*/ 1475803 w 3114960"/>
              <a:gd name="connsiteY27250" fmla="*/ 2277142 h 5143785"/>
              <a:gd name="connsiteX27251" fmla="*/ 1475803 w 3114960"/>
              <a:gd name="connsiteY27251" fmla="*/ 2262473 h 5143785"/>
              <a:gd name="connsiteX27252" fmla="*/ 1479614 w 3114960"/>
              <a:gd name="connsiteY27252" fmla="*/ 2258663 h 5143785"/>
              <a:gd name="connsiteX27253" fmla="*/ 1494282 w 3114960"/>
              <a:gd name="connsiteY27253" fmla="*/ 2258663 h 5143785"/>
              <a:gd name="connsiteX27254" fmla="*/ 1498092 w 3114960"/>
              <a:gd name="connsiteY27254" fmla="*/ 2262473 h 5143785"/>
              <a:gd name="connsiteX27255" fmla="*/ 1498092 w 3114960"/>
              <a:gd name="connsiteY27255" fmla="*/ 2277142 h 5143785"/>
              <a:gd name="connsiteX27256" fmla="*/ 1494282 w 3114960"/>
              <a:gd name="connsiteY27256" fmla="*/ 2280952 h 5143785"/>
              <a:gd name="connsiteX27257" fmla="*/ 1479614 w 3114960"/>
              <a:gd name="connsiteY27257" fmla="*/ 2280952 h 5143785"/>
              <a:gd name="connsiteX27258" fmla="*/ 1475803 w 3114960"/>
              <a:gd name="connsiteY27258" fmla="*/ 2277142 h 5143785"/>
              <a:gd name="connsiteX27259" fmla="*/ 1440180 w 3114960"/>
              <a:gd name="connsiteY27259" fmla="*/ 2112740 h 5143785"/>
              <a:gd name="connsiteX27260" fmla="*/ 1444085 w 3114960"/>
              <a:gd name="connsiteY27260" fmla="*/ 2108835 h 5143785"/>
              <a:gd name="connsiteX27261" fmla="*/ 1447991 w 3114960"/>
              <a:gd name="connsiteY27261" fmla="*/ 2112740 h 5143785"/>
              <a:gd name="connsiteX27262" fmla="*/ 1444085 w 3114960"/>
              <a:gd name="connsiteY27262" fmla="*/ 2116646 h 5143785"/>
              <a:gd name="connsiteX27263" fmla="*/ 1440180 w 3114960"/>
              <a:gd name="connsiteY27263" fmla="*/ 2112740 h 5143785"/>
              <a:gd name="connsiteX27264" fmla="*/ 1474756 w 3114960"/>
              <a:gd name="connsiteY27264" fmla="*/ 2254377 h 5143785"/>
              <a:gd name="connsiteX27265" fmla="*/ 1471613 w 3114960"/>
              <a:gd name="connsiteY27265" fmla="*/ 2257520 h 5143785"/>
              <a:gd name="connsiteX27266" fmla="*/ 1471613 w 3114960"/>
              <a:gd name="connsiteY27266" fmla="*/ 2281904 h 5143785"/>
              <a:gd name="connsiteX27267" fmla="*/ 1474756 w 3114960"/>
              <a:gd name="connsiteY27267" fmla="*/ 2285048 h 5143785"/>
              <a:gd name="connsiteX27268" fmla="*/ 1499140 w 3114960"/>
              <a:gd name="connsiteY27268" fmla="*/ 2285048 h 5143785"/>
              <a:gd name="connsiteX27269" fmla="*/ 1502283 w 3114960"/>
              <a:gd name="connsiteY27269" fmla="*/ 2281904 h 5143785"/>
              <a:gd name="connsiteX27270" fmla="*/ 1502283 w 3114960"/>
              <a:gd name="connsiteY27270" fmla="*/ 2257520 h 5143785"/>
              <a:gd name="connsiteX27271" fmla="*/ 1499140 w 3114960"/>
              <a:gd name="connsiteY27271" fmla="*/ 2254377 h 5143785"/>
              <a:gd name="connsiteX27272" fmla="*/ 1489329 w 3114960"/>
              <a:gd name="connsiteY27272" fmla="*/ 2254377 h 5143785"/>
              <a:gd name="connsiteX27273" fmla="*/ 1489329 w 3114960"/>
              <a:gd name="connsiteY27273" fmla="*/ 2155603 h 5143785"/>
              <a:gd name="connsiteX27274" fmla="*/ 1497140 w 3114960"/>
              <a:gd name="connsiteY27274" fmla="*/ 2145887 h 5143785"/>
              <a:gd name="connsiteX27275" fmla="*/ 1486948 w 3114960"/>
              <a:gd name="connsiteY27275" fmla="*/ 2135696 h 5143785"/>
              <a:gd name="connsiteX27276" fmla="*/ 1476756 w 3114960"/>
              <a:gd name="connsiteY27276" fmla="*/ 2145887 h 5143785"/>
              <a:gd name="connsiteX27277" fmla="*/ 1484567 w 3114960"/>
              <a:gd name="connsiteY27277" fmla="*/ 2155603 h 5143785"/>
              <a:gd name="connsiteX27278" fmla="*/ 1484567 w 3114960"/>
              <a:gd name="connsiteY27278" fmla="*/ 2254377 h 5143785"/>
              <a:gd name="connsiteX27279" fmla="*/ 1474756 w 3114960"/>
              <a:gd name="connsiteY27279" fmla="*/ 2254377 h 5143785"/>
              <a:gd name="connsiteX27280" fmla="*/ 1481614 w 3114960"/>
              <a:gd name="connsiteY27280" fmla="*/ 2145887 h 5143785"/>
              <a:gd name="connsiteX27281" fmla="*/ 1487043 w 3114960"/>
              <a:gd name="connsiteY27281" fmla="*/ 2140458 h 5143785"/>
              <a:gd name="connsiteX27282" fmla="*/ 1492472 w 3114960"/>
              <a:gd name="connsiteY27282" fmla="*/ 2145887 h 5143785"/>
              <a:gd name="connsiteX27283" fmla="*/ 1487043 w 3114960"/>
              <a:gd name="connsiteY27283" fmla="*/ 2151317 h 5143785"/>
              <a:gd name="connsiteX27284" fmla="*/ 1481614 w 3114960"/>
              <a:gd name="connsiteY27284" fmla="*/ 2145887 h 5143785"/>
              <a:gd name="connsiteX27285" fmla="*/ 1499235 w 3114960"/>
              <a:gd name="connsiteY27285" fmla="*/ 2256758 h 5143785"/>
              <a:gd name="connsiteX27286" fmla="*/ 1499997 w 3114960"/>
              <a:gd name="connsiteY27286" fmla="*/ 2257520 h 5143785"/>
              <a:gd name="connsiteX27287" fmla="*/ 1499997 w 3114960"/>
              <a:gd name="connsiteY27287" fmla="*/ 2281904 h 5143785"/>
              <a:gd name="connsiteX27288" fmla="*/ 1499235 w 3114960"/>
              <a:gd name="connsiteY27288" fmla="*/ 2282666 h 5143785"/>
              <a:gd name="connsiteX27289" fmla="*/ 1474851 w 3114960"/>
              <a:gd name="connsiteY27289" fmla="*/ 2282666 h 5143785"/>
              <a:gd name="connsiteX27290" fmla="*/ 1474089 w 3114960"/>
              <a:gd name="connsiteY27290" fmla="*/ 2281904 h 5143785"/>
              <a:gd name="connsiteX27291" fmla="*/ 1474089 w 3114960"/>
              <a:gd name="connsiteY27291" fmla="*/ 2257520 h 5143785"/>
              <a:gd name="connsiteX27292" fmla="*/ 1474851 w 3114960"/>
              <a:gd name="connsiteY27292" fmla="*/ 2256758 h 5143785"/>
              <a:gd name="connsiteX27293" fmla="*/ 1499235 w 3114960"/>
              <a:gd name="connsiteY27293" fmla="*/ 2256758 h 5143785"/>
              <a:gd name="connsiteX27294" fmla="*/ 321469 w 3114960"/>
              <a:gd name="connsiteY27294" fmla="*/ 2617565 h 5143785"/>
              <a:gd name="connsiteX27295" fmla="*/ 321469 w 3114960"/>
              <a:gd name="connsiteY27295" fmla="*/ 2624042 h 5143785"/>
              <a:gd name="connsiteX27296" fmla="*/ 318897 w 3114960"/>
              <a:gd name="connsiteY27296" fmla="*/ 2626614 h 5143785"/>
              <a:gd name="connsiteX27297" fmla="*/ 312420 w 3114960"/>
              <a:gd name="connsiteY27297" fmla="*/ 2626614 h 5143785"/>
              <a:gd name="connsiteX27298" fmla="*/ 309848 w 3114960"/>
              <a:gd name="connsiteY27298" fmla="*/ 2624042 h 5143785"/>
              <a:gd name="connsiteX27299" fmla="*/ 309848 w 3114960"/>
              <a:gd name="connsiteY27299" fmla="*/ 2617565 h 5143785"/>
              <a:gd name="connsiteX27300" fmla="*/ 312420 w 3114960"/>
              <a:gd name="connsiteY27300" fmla="*/ 2614994 h 5143785"/>
              <a:gd name="connsiteX27301" fmla="*/ 318897 w 3114960"/>
              <a:gd name="connsiteY27301" fmla="*/ 2614994 h 5143785"/>
              <a:gd name="connsiteX27302" fmla="*/ 321469 w 3114960"/>
              <a:gd name="connsiteY27302" fmla="*/ 2617565 h 5143785"/>
              <a:gd name="connsiteX27303" fmla="*/ 1752219 w 3114960"/>
              <a:gd name="connsiteY27303" fmla="*/ 1850707 h 5143785"/>
              <a:gd name="connsiteX27304" fmla="*/ 1737265 w 3114960"/>
              <a:gd name="connsiteY27304" fmla="*/ 1850707 h 5143785"/>
              <a:gd name="connsiteX27305" fmla="*/ 1727073 w 3114960"/>
              <a:gd name="connsiteY27305" fmla="*/ 1860899 h 5143785"/>
              <a:gd name="connsiteX27306" fmla="*/ 1727073 w 3114960"/>
              <a:gd name="connsiteY27306" fmla="*/ 1875853 h 5143785"/>
              <a:gd name="connsiteX27307" fmla="*/ 1737265 w 3114960"/>
              <a:gd name="connsiteY27307" fmla="*/ 1886045 h 5143785"/>
              <a:gd name="connsiteX27308" fmla="*/ 1752219 w 3114960"/>
              <a:gd name="connsiteY27308" fmla="*/ 1886045 h 5143785"/>
              <a:gd name="connsiteX27309" fmla="*/ 1762411 w 3114960"/>
              <a:gd name="connsiteY27309" fmla="*/ 1875853 h 5143785"/>
              <a:gd name="connsiteX27310" fmla="*/ 1762411 w 3114960"/>
              <a:gd name="connsiteY27310" fmla="*/ 1873853 h 5143785"/>
              <a:gd name="connsiteX27311" fmla="*/ 1829372 w 3114960"/>
              <a:gd name="connsiteY27311" fmla="*/ 1873853 h 5143785"/>
              <a:gd name="connsiteX27312" fmla="*/ 1839944 w 3114960"/>
              <a:gd name="connsiteY27312" fmla="*/ 1884236 h 5143785"/>
              <a:gd name="connsiteX27313" fmla="*/ 1926336 w 3114960"/>
              <a:gd name="connsiteY27313" fmla="*/ 1884236 h 5143785"/>
              <a:gd name="connsiteX27314" fmla="*/ 2003489 w 3114960"/>
              <a:gd name="connsiteY27314" fmla="*/ 1771936 h 5143785"/>
              <a:gd name="connsiteX27315" fmla="*/ 2003774 w 3114960"/>
              <a:gd name="connsiteY27315" fmla="*/ 1724597 h 5143785"/>
              <a:gd name="connsiteX27316" fmla="*/ 2034064 w 3114960"/>
              <a:gd name="connsiteY27316" fmla="*/ 1686020 h 5143785"/>
              <a:gd name="connsiteX27317" fmla="*/ 2102930 w 3114960"/>
              <a:gd name="connsiteY27317" fmla="*/ 1685353 h 5143785"/>
              <a:gd name="connsiteX27318" fmla="*/ 2102930 w 3114960"/>
              <a:gd name="connsiteY27318" fmla="*/ 1696117 h 5143785"/>
              <a:gd name="connsiteX27319" fmla="*/ 2111026 w 3114960"/>
              <a:gd name="connsiteY27319" fmla="*/ 1703927 h 5143785"/>
              <a:gd name="connsiteX27320" fmla="*/ 2118551 w 3114960"/>
              <a:gd name="connsiteY27320" fmla="*/ 1703927 h 5143785"/>
              <a:gd name="connsiteX27321" fmla="*/ 2126647 w 3114960"/>
              <a:gd name="connsiteY27321" fmla="*/ 1696403 h 5143785"/>
              <a:gd name="connsiteX27322" fmla="*/ 2173796 w 3114960"/>
              <a:gd name="connsiteY27322" fmla="*/ 1696403 h 5143785"/>
              <a:gd name="connsiteX27323" fmla="*/ 2191988 w 3114960"/>
              <a:gd name="connsiteY27323" fmla="*/ 1708976 h 5143785"/>
              <a:gd name="connsiteX27324" fmla="*/ 2275713 w 3114960"/>
              <a:gd name="connsiteY27324" fmla="*/ 1708976 h 5143785"/>
              <a:gd name="connsiteX27325" fmla="*/ 2275713 w 3114960"/>
              <a:gd name="connsiteY27325" fmla="*/ 1717262 h 5143785"/>
              <a:gd name="connsiteX27326" fmla="*/ 2284381 w 3114960"/>
              <a:gd name="connsiteY27326" fmla="*/ 1726025 h 5143785"/>
              <a:gd name="connsiteX27327" fmla="*/ 2432399 w 3114960"/>
              <a:gd name="connsiteY27327" fmla="*/ 1726025 h 5143785"/>
              <a:gd name="connsiteX27328" fmla="*/ 2441162 w 3114960"/>
              <a:gd name="connsiteY27328" fmla="*/ 1717262 h 5143785"/>
              <a:gd name="connsiteX27329" fmla="*/ 2441162 w 3114960"/>
              <a:gd name="connsiteY27329" fmla="*/ 1708404 h 5143785"/>
              <a:gd name="connsiteX27330" fmla="*/ 2532221 w 3114960"/>
              <a:gd name="connsiteY27330" fmla="*/ 1708976 h 5143785"/>
              <a:gd name="connsiteX27331" fmla="*/ 2546223 w 3114960"/>
              <a:gd name="connsiteY27331" fmla="*/ 1694212 h 5143785"/>
              <a:gd name="connsiteX27332" fmla="*/ 2546223 w 3114960"/>
              <a:gd name="connsiteY27332" fmla="*/ 1666589 h 5143785"/>
              <a:gd name="connsiteX27333" fmla="*/ 2555177 w 3114960"/>
              <a:gd name="connsiteY27333" fmla="*/ 1659255 h 5143785"/>
              <a:gd name="connsiteX27334" fmla="*/ 2548223 w 3114960"/>
              <a:gd name="connsiteY27334" fmla="*/ 1643539 h 5143785"/>
              <a:gd name="connsiteX27335" fmla="*/ 2545080 w 3114960"/>
              <a:gd name="connsiteY27335" fmla="*/ 1642967 h 5143785"/>
              <a:gd name="connsiteX27336" fmla="*/ 2545080 w 3114960"/>
              <a:gd name="connsiteY27336" fmla="*/ 1580769 h 5143785"/>
              <a:gd name="connsiteX27337" fmla="*/ 2568417 w 3114960"/>
              <a:gd name="connsiteY27337" fmla="*/ 1558957 h 5143785"/>
              <a:gd name="connsiteX27338" fmla="*/ 2691289 w 3114960"/>
              <a:gd name="connsiteY27338" fmla="*/ 1558957 h 5143785"/>
              <a:gd name="connsiteX27339" fmla="*/ 2691289 w 3114960"/>
              <a:gd name="connsiteY27339" fmla="*/ 1558671 h 5143785"/>
              <a:gd name="connsiteX27340" fmla="*/ 2703767 w 3114960"/>
              <a:gd name="connsiteY27340" fmla="*/ 1568482 h 5143785"/>
              <a:gd name="connsiteX27341" fmla="*/ 2716625 w 3114960"/>
              <a:gd name="connsiteY27341" fmla="*/ 1555623 h 5143785"/>
              <a:gd name="connsiteX27342" fmla="*/ 2706148 w 3114960"/>
              <a:gd name="connsiteY27342" fmla="*/ 1542955 h 5143785"/>
              <a:gd name="connsiteX27343" fmla="*/ 2706148 w 3114960"/>
              <a:gd name="connsiteY27343" fmla="*/ 1442276 h 5143785"/>
              <a:gd name="connsiteX27344" fmla="*/ 2753011 w 3114960"/>
              <a:gd name="connsiteY27344" fmla="*/ 1401032 h 5143785"/>
              <a:gd name="connsiteX27345" fmla="*/ 2885218 w 3114960"/>
              <a:gd name="connsiteY27345" fmla="*/ 1400461 h 5143785"/>
              <a:gd name="connsiteX27346" fmla="*/ 2964561 w 3114960"/>
              <a:gd name="connsiteY27346" fmla="*/ 1399794 h 5143785"/>
              <a:gd name="connsiteX27347" fmla="*/ 3073337 w 3114960"/>
              <a:gd name="connsiteY27347" fmla="*/ 1304163 h 5143785"/>
              <a:gd name="connsiteX27348" fmla="*/ 3074099 w 3114960"/>
              <a:gd name="connsiteY27348" fmla="*/ 1303496 h 5143785"/>
              <a:gd name="connsiteX27349" fmla="*/ 3074099 w 3114960"/>
              <a:gd name="connsiteY27349" fmla="*/ 1262634 h 5143785"/>
              <a:gd name="connsiteX27350" fmla="*/ 3085719 w 3114960"/>
              <a:gd name="connsiteY27350" fmla="*/ 1248347 h 5143785"/>
              <a:gd name="connsiteX27351" fmla="*/ 3073432 w 3114960"/>
              <a:gd name="connsiteY27351" fmla="*/ 1233964 h 5143785"/>
              <a:gd name="connsiteX27352" fmla="*/ 3073432 w 3114960"/>
              <a:gd name="connsiteY27352" fmla="*/ 1173861 h 5143785"/>
              <a:gd name="connsiteX27353" fmla="*/ 3090196 w 3114960"/>
              <a:gd name="connsiteY27353" fmla="*/ 1159478 h 5143785"/>
              <a:gd name="connsiteX27354" fmla="*/ 3114485 w 3114960"/>
              <a:gd name="connsiteY27354" fmla="*/ 1159478 h 5143785"/>
              <a:gd name="connsiteX27355" fmla="*/ 3114485 w 3114960"/>
              <a:gd name="connsiteY27355" fmla="*/ 1154716 h 5143785"/>
              <a:gd name="connsiteX27356" fmla="*/ 3088767 w 3114960"/>
              <a:gd name="connsiteY27356" fmla="*/ 1154716 h 5143785"/>
              <a:gd name="connsiteX27357" fmla="*/ 3068669 w 3114960"/>
              <a:gd name="connsiteY27357" fmla="*/ 1171194 h 5143785"/>
              <a:gd name="connsiteX27358" fmla="*/ 3068669 w 3114960"/>
              <a:gd name="connsiteY27358" fmla="*/ 1233869 h 5143785"/>
              <a:gd name="connsiteX27359" fmla="*/ 3056382 w 3114960"/>
              <a:gd name="connsiteY27359" fmla="*/ 1248251 h 5143785"/>
              <a:gd name="connsiteX27360" fmla="*/ 3069431 w 3114960"/>
              <a:gd name="connsiteY27360" fmla="*/ 1262729 h 5143785"/>
              <a:gd name="connsiteX27361" fmla="*/ 3069431 w 3114960"/>
              <a:gd name="connsiteY27361" fmla="*/ 1301210 h 5143785"/>
              <a:gd name="connsiteX27362" fmla="*/ 2962656 w 3114960"/>
              <a:gd name="connsiteY27362" fmla="*/ 1395032 h 5143785"/>
              <a:gd name="connsiteX27363" fmla="*/ 2751011 w 3114960"/>
              <a:gd name="connsiteY27363" fmla="*/ 1396270 h 5143785"/>
              <a:gd name="connsiteX27364" fmla="*/ 2701195 w 3114960"/>
              <a:gd name="connsiteY27364" fmla="*/ 1440085 h 5143785"/>
              <a:gd name="connsiteX27365" fmla="*/ 2701195 w 3114960"/>
              <a:gd name="connsiteY27365" fmla="*/ 1542860 h 5143785"/>
              <a:gd name="connsiteX27366" fmla="*/ 2690717 w 3114960"/>
              <a:gd name="connsiteY27366" fmla="*/ 1555528 h 5143785"/>
              <a:gd name="connsiteX27367" fmla="*/ 2690813 w 3114960"/>
              <a:gd name="connsiteY27367" fmla="*/ 1556480 h 5143785"/>
              <a:gd name="connsiteX27368" fmla="*/ 2567273 w 3114960"/>
              <a:gd name="connsiteY27368" fmla="*/ 1556480 h 5143785"/>
              <a:gd name="connsiteX27369" fmla="*/ 2542509 w 3114960"/>
              <a:gd name="connsiteY27369" fmla="*/ 1579626 h 5143785"/>
              <a:gd name="connsiteX27370" fmla="*/ 2542509 w 3114960"/>
              <a:gd name="connsiteY27370" fmla="*/ 1642777 h 5143785"/>
              <a:gd name="connsiteX27371" fmla="*/ 2532317 w 3114960"/>
              <a:gd name="connsiteY27371" fmla="*/ 1650397 h 5143785"/>
              <a:gd name="connsiteX27372" fmla="*/ 2539270 w 3114960"/>
              <a:gd name="connsiteY27372" fmla="*/ 1666113 h 5143785"/>
              <a:gd name="connsiteX27373" fmla="*/ 2541080 w 3114960"/>
              <a:gd name="connsiteY27373" fmla="*/ 1666399 h 5143785"/>
              <a:gd name="connsiteX27374" fmla="*/ 2541080 w 3114960"/>
              <a:gd name="connsiteY27374" fmla="*/ 1692212 h 5143785"/>
              <a:gd name="connsiteX27375" fmla="*/ 2529935 w 3114960"/>
              <a:gd name="connsiteY27375" fmla="*/ 1704118 h 5143785"/>
              <a:gd name="connsiteX27376" fmla="*/ 2440972 w 3114960"/>
              <a:gd name="connsiteY27376" fmla="*/ 1703546 h 5143785"/>
              <a:gd name="connsiteX27377" fmla="*/ 2440972 w 3114960"/>
              <a:gd name="connsiteY27377" fmla="*/ 1694593 h 5143785"/>
              <a:gd name="connsiteX27378" fmla="*/ 2432209 w 3114960"/>
              <a:gd name="connsiteY27378" fmla="*/ 1685925 h 5143785"/>
              <a:gd name="connsiteX27379" fmla="*/ 2284190 w 3114960"/>
              <a:gd name="connsiteY27379" fmla="*/ 1685925 h 5143785"/>
              <a:gd name="connsiteX27380" fmla="*/ 2275523 w 3114960"/>
              <a:gd name="connsiteY27380" fmla="*/ 1694593 h 5143785"/>
              <a:gd name="connsiteX27381" fmla="*/ 2275523 w 3114960"/>
              <a:gd name="connsiteY27381" fmla="*/ 1704118 h 5143785"/>
              <a:gd name="connsiteX27382" fmla="*/ 2193227 w 3114960"/>
              <a:gd name="connsiteY27382" fmla="*/ 1704118 h 5143785"/>
              <a:gd name="connsiteX27383" fmla="*/ 2175034 w 3114960"/>
              <a:gd name="connsiteY27383" fmla="*/ 1691545 h 5143785"/>
              <a:gd name="connsiteX27384" fmla="*/ 2126456 w 3114960"/>
              <a:gd name="connsiteY27384" fmla="*/ 1691545 h 5143785"/>
              <a:gd name="connsiteX27385" fmla="*/ 2126456 w 3114960"/>
              <a:gd name="connsiteY27385" fmla="*/ 1674019 h 5143785"/>
              <a:gd name="connsiteX27386" fmla="*/ 2175034 w 3114960"/>
              <a:gd name="connsiteY27386" fmla="*/ 1674019 h 5143785"/>
              <a:gd name="connsiteX27387" fmla="*/ 2193227 w 3114960"/>
              <a:gd name="connsiteY27387" fmla="*/ 1661446 h 5143785"/>
              <a:gd name="connsiteX27388" fmla="*/ 2277618 w 3114960"/>
              <a:gd name="connsiteY27388" fmla="*/ 1661446 h 5143785"/>
              <a:gd name="connsiteX27389" fmla="*/ 2277618 w 3114960"/>
              <a:gd name="connsiteY27389" fmla="*/ 1668113 h 5143785"/>
              <a:gd name="connsiteX27390" fmla="*/ 2286381 w 3114960"/>
              <a:gd name="connsiteY27390" fmla="*/ 1676876 h 5143785"/>
              <a:gd name="connsiteX27391" fmla="*/ 2430113 w 3114960"/>
              <a:gd name="connsiteY27391" fmla="*/ 1676876 h 5143785"/>
              <a:gd name="connsiteX27392" fmla="*/ 2438876 w 3114960"/>
              <a:gd name="connsiteY27392" fmla="*/ 1668113 h 5143785"/>
              <a:gd name="connsiteX27393" fmla="*/ 2438876 w 3114960"/>
              <a:gd name="connsiteY27393" fmla="*/ 1660970 h 5143785"/>
              <a:gd name="connsiteX27394" fmla="*/ 2485739 w 3114960"/>
              <a:gd name="connsiteY27394" fmla="*/ 1660970 h 5143785"/>
              <a:gd name="connsiteX27395" fmla="*/ 2505170 w 3114960"/>
              <a:gd name="connsiteY27395" fmla="*/ 1645253 h 5143785"/>
              <a:gd name="connsiteX27396" fmla="*/ 2505170 w 3114960"/>
              <a:gd name="connsiteY27396" fmla="*/ 1626775 h 5143785"/>
              <a:gd name="connsiteX27397" fmla="*/ 2508695 w 3114960"/>
              <a:gd name="connsiteY27397" fmla="*/ 1625727 h 5143785"/>
              <a:gd name="connsiteX27398" fmla="*/ 2516410 w 3114960"/>
              <a:gd name="connsiteY27398" fmla="*/ 1617631 h 5143785"/>
              <a:gd name="connsiteX27399" fmla="*/ 2516124 w 3114960"/>
              <a:gd name="connsiteY27399" fmla="*/ 1606487 h 5143785"/>
              <a:gd name="connsiteX27400" fmla="*/ 2508028 w 3114960"/>
              <a:gd name="connsiteY27400" fmla="*/ 1598771 h 5143785"/>
              <a:gd name="connsiteX27401" fmla="*/ 2506409 w 3114960"/>
              <a:gd name="connsiteY27401" fmla="*/ 1598295 h 5143785"/>
              <a:gd name="connsiteX27402" fmla="*/ 2506409 w 3114960"/>
              <a:gd name="connsiteY27402" fmla="*/ 1538478 h 5143785"/>
              <a:gd name="connsiteX27403" fmla="*/ 2528316 w 3114960"/>
              <a:gd name="connsiteY27403" fmla="*/ 1517999 h 5143785"/>
              <a:gd name="connsiteX27404" fmla="*/ 2631758 w 3114960"/>
              <a:gd name="connsiteY27404" fmla="*/ 1517999 h 5143785"/>
              <a:gd name="connsiteX27405" fmla="*/ 2636425 w 3114960"/>
              <a:gd name="connsiteY27405" fmla="*/ 1526857 h 5143785"/>
              <a:gd name="connsiteX27406" fmla="*/ 2648522 w 3114960"/>
              <a:gd name="connsiteY27406" fmla="*/ 1531906 h 5143785"/>
              <a:gd name="connsiteX27407" fmla="*/ 2660618 w 3114960"/>
              <a:gd name="connsiteY27407" fmla="*/ 1526857 h 5143785"/>
              <a:gd name="connsiteX27408" fmla="*/ 2660618 w 3114960"/>
              <a:gd name="connsiteY27408" fmla="*/ 1502664 h 5143785"/>
              <a:gd name="connsiteX27409" fmla="*/ 2636425 w 3114960"/>
              <a:gd name="connsiteY27409" fmla="*/ 1502664 h 5143785"/>
              <a:gd name="connsiteX27410" fmla="*/ 2631853 w 3114960"/>
              <a:gd name="connsiteY27410" fmla="*/ 1510951 h 5143785"/>
              <a:gd name="connsiteX27411" fmla="*/ 2525363 w 3114960"/>
              <a:gd name="connsiteY27411" fmla="*/ 1510951 h 5143785"/>
              <a:gd name="connsiteX27412" fmla="*/ 2499170 w 3114960"/>
              <a:gd name="connsiteY27412" fmla="*/ 1535430 h 5143785"/>
              <a:gd name="connsiteX27413" fmla="*/ 2499170 w 3114960"/>
              <a:gd name="connsiteY27413" fmla="*/ 1598295 h 5143785"/>
              <a:gd name="connsiteX27414" fmla="*/ 2496788 w 3114960"/>
              <a:gd name="connsiteY27414" fmla="*/ 1599057 h 5143785"/>
              <a:gd name="connsiteX27415" fmla="*/ 2489073 w 3114960"/>
              <a:gd name="connsiteY27415" fmla="*/ 1607153 h 5143785"/>
              <a:gd name="connsiteX27416" fmla="*/ 2489359 w 3114960"/>
              <a:gd name="connsiteY27416" fmla="*/ 1618298 h 5143785"/>
              <a:gd name="connsiteX27417" fmla="*/ 2497455 w 3114960"/>
              <a:gd name="connsiteY27417" fmla="*/ 1626013 h 5143785"/>
              <a:gd name="connsiteX27418" fmla="*/ 2500313 w 3114960"/>
              <a:gd name="connsiteY27418" fmla="*/ 1626584 h 5143785"/>
              <a:gd name="connsiteX27419" fmla="*/ 2500313 w 3114960"/>
              <a:gd name="connsiteY27419" fmla="*/ 1642967 h 5143785"/>
              <a:gd name="connsiteX27420" fmla="*/ 2483930 w 3114960"/>
              <a:gd name="connsiteY27420" fmla="*/ 1656207 h 5143785"/>
              <a:gd name="connsiteX27421" fmla="*/ 2438781 w 3114960"/>
              <a:gd name="connsiteY27421" fmla="*/ 1656207 h 5143785"/>
              <a:gd name="connsiteX27422" fmla="*/ 2438781 w 3114960"/>
              <a:gd name="connsiteY27422" fmla="*/ 1649063 h 5143785"/>
              <a:gd name="connsiteX27423" fmla="*/ 2430018 w 3114960"/>
              <a:gd name="connsiteY27423" fmla="*/ 1640300 h 5143785"/>
              <a:gd name="connsiteX27424" fmla="*/ 2286286 w 3114960"/>
              <a:gd name="connsiteY27424" fmla="*/ 1640300 h 5143785"/>
              <a:gd name="connsiteX27425" fmla="*/ 2277523 w 3114960"/>
              <a:gd name="connsiteY27425" fmla="*/ 1649063 h 5143785"/>
              <a:gd name="connsiteX27426" fmla="*/ 2277523 w 3114960"/>
              <a:gd name="connsiteY27426" fmla="*/ 1656778 h 5143785"/>
              <a:gd name="connsiteX27427" fmla="*/ 2191607 w 3114960"/>
              <a:gd name="connsiteY27427" fmla="*/ 1656778 h 5143785"/>
              <a:gd name="connsiteX27428" fmla="*/ 2173415 w 3114960"/>
              <a:gd name="connsiteY27428" fmla="*/ 1669352 h 5143785"/>
              <a:gd name="connsiteX27429" fmla="*/ 2126266 w 3114960"/>
              <a:gd name="connsiteY27429" fmla="*/ 1669352 h 5143785"/>
              <a:gd name="connsiteX27430" fmla="*/ 2126266 w 3114960"/>
              <a:gd name="connsiteY27430" fmla="*/ 1665065 h 5143785"/>
              <a:gd name="connsiteX27431" fmla="*/ 2118170 w 3114960"/>
              <a:gd name="connsiteY27431" fmla="*/ 1657255 h 5143785"/>
              <a:gd name="connsiteX27432" fmla="*/ 2110645 w 3114960"/>
              <a:gd name="connsiteY27432" fmla="*/ 1657255 h 5143785"/>
              <a:gd name="connsiteX27433" fmla="*/ 2102549 w 3114960"/>
              <a:gd name="connsiteY27433" fmla="*/ 1665065 h 5143785"/>
              <a:gd name="connsiteX27434" fmla="*/ 2102549 w 3114960"/>
              <a:gd name="connsiteY27434" fmla="*/ 1680496 h 5143785"/>
              <a:gd name="connsiteX27435" fmla="*/ 2102549 w 3114960"/>
              <a:gd name="connsiteY27435" fmla="*/ 1675924 h 5143785"/>
              <a:gd name="connsiteX27436" fmla="*/ 2029016 w 3114960"/>
              <a:gd name="connsiteY27436" fmla="*/ 1676686 h 5143785"/>
              <a:gd name="connsiteX27437" fmla="*/ 1993868 w 3114960"/>
              <a:gd name="connsiteY27437" fmla="*/ 1721358 h 5143785"/>
              <a:gd name="connsiteX27438" fmla="*/ 1993582 w 3114960"/>
              <a:gd name="connsiteY27438" fmla="*/ 1769078 h 5143785"/>
              <a:gd name="connsiteX27439" fmla="*/ 1920907 w 3114960"/>
              <a:gd name="connsiteY27439" fmla="*/ 1874806 h 5143785"/>
              <a:gd name="connsiteX27440" fmla="*/ 1843373 w 3114960"/>
              <a:gd name="connsiteY27440" fmla="*/ 1874806 h 5143785"/>
              <a:gd name="connsiteX27441" fmla="*/ 1832801 w 3114960"/>
              <a:gd name="connsiteY27441" fmla="*/ 1864424 h 5143785"/>
              <a:gd name="connsiteX27442" fmla="*/ 1761935 w 3114960"/>
              <a:gd name="connsiteY27442" fmla="*/ 1864424 h 5143785"/>
              <a:gd name="connsiteX27443" fmla="*/ 1761935 w 3114960"/>
              <a:gd name="connsiteY27443" fmla="*/ 1860899 h 5143785"/>
              <a:gd name="connsiteX27444" fmla="*/ 1751743 w 3114960"/>
              <a:gd name="connsiteY27444" fmla="*/ 1850707 h 5143785"/>
              <a:gd name="connsiteX27445" fmla="*/ 1755267 w 3114960"/>
              <a:gd name="connsiteY27445" fmla="*/ 1875853 h 5143785"/>
              <a:gd name="connsiteX27446" fmla="*/ 1752219 w 3114960"/>
              <a:gd name="connsiteY27446" fmla="*/ 1878902 h 5143785"/>
              <a:gd name="connsiteX27447" fmla="*/ 1737265 w 3114960"/>
              <a:gd name="connsiteY27447" fmla="*/ 1878902 h 5143785"/>
              <a:gd name="connsiteX27448" fmla="*/ 1734217 w 3114960"/>
              <a:gd name="connsiteY27448" fmla="*/ 1875853 h 5143785"/>
              <a:gd name="connsiteX27449" fmla="*/ 1734217 w 3114960"/>
              <a:gd name="connsiteY27449" fmla="*/ 1860899 h 5143785"/>
              <a:gd name="connsiteX27450" fmla="*/ 1737265 w 3114960"/>
              <a:gd name="connsiteY27450" fmla="*/ 1857851 h 5143785"/>
              <a:gd name="connsiteX27451" fmla="*/ 1752219 w 3114960"/>
              <a:gd name="connsiteY27451" fmla="*/ 1857851 h 5143785"/>
              <a:gd name="connsiteX27452" fmla="*/ 1755267 w 3114960"/>
              <a:gd name="connsiteY27452" fmla="*/ 1860899 h 5143785"/>
              <a:gd name="connsiteX27453" fmla="*/ 1755267 w 3114960"/>
              <a:gd name="connsiteY27453" fmla="*/ 1875853 h 5143785"/>
              <a:gd name="connsiteX27454" fmla="*/ 3061526 w 3114960"/>
              <a:gd name="connsiteY27454" fmla="*/ 1248442 h 5143785"/>
              <a:gd name="connsiteX27455" fmla="*/ 3071432 w 3114960"/>
              <a:gd name="connsiteY27455" fmla="*/ 1238536 h 5143785"/>
              <a:gd name="connsiteX27456" fmla="*/ 3081338 w 3114960"/>
              <a:gd name="connsiteY27456" fmla="*/ 1248442 h 5143785"/>
              <a:gd name="connsiteX27457" fmla="*/ 3071432 w 3114960"/>
              <a:gd name="connsiteY27457" fmla="*/ 1258348 h 5143785"/>
              <a:gd name="connsiteX27458" fmla="*/ 3061526 w 3114960"/>
              <a:gd name="connsiteY27458" fmla="*/ 1248442 h 5143785"/>
              <a:gd name="connsiteX27459" fmla="*/ 2703862 w 3114960"/>
              <a:gd name="connsiteY27459" fmla="*/ 1547527 h 5143785"/>
              <a:gd name="connsiteX27460" fmla="*/ 2711958 w 3114960"/>
              <a:gd name="connsiteY27460" fmla="*/ 1555623 h 5143785"/>
              <a:gd name="connsiteX27461" fmla="*/ 2703862 w 3114960"/>
              <a:gd name="connsiteY27461" fmla="*/ 1563719 h 5143785"/>
              <a:gd name="connsiteX27462" fmla="*/ 2695766 w 3114960"/>
              <a:gd name="connsiteY27462" fmla="*/ 1555623 h 5143785"/>
              <a:gd name="connsiteX27463" fmla="*/ 2703862 w 3114960"/>
              <a:gd name="connsiteY27463" fmla="*/ 1547527 h 5143785"/>
              <a:gd name="connsiteX27464" fmla="*/ 2280666 w 3114960"/>
              <a:gd name="connsiteY27464" fmla="*/ 1694783 h 5143785"/>
              <a:gd name="connsiteX27465" fmla="*/ 2284571 w 3114960"/>
              <a:gd name="connsiteY27465" fmla="*/ 1690878 h 5143785"/>
              <a:gd name="connsiteX27466" fmla="*/ 2432590 w 3114960"/>
              <a:gd name="connsiteY27466" fmla="*/ 1690878 h 5143785"/>
              <a:gd name="connsiteX27467" fmla="*/ 2436590 w 3114960"/>
              <a:gd name="connsiteY27467" fmla="*/ 1694783 h 5143785"/>
              <a:gd name="connsiteX27468" fmla="*/ 2436590 w 3114960"/>
              <a:gd name="connsiteY27468" fmla="*/ 1717262 h 5143785"/>
              <a:gd name="connsiteX27469" fmla="*/ 2432590 w 3114960"/>
              <a:gd name="connsiteY27469" fmla="*/ 1721263 h 5143785"/>
              <a:gd name="connsiteX27470" fmla="*/ 2284571 w 3114960"/>
              <a:gd name="connsiteY27470" fmla="*/ 1721263 h 5143785"/>
              <a:gd name="connsiteX27471" fmla="*/ 2280666 w 3114960"/>
              <a:gd name="connsiteY27471" fmla="*/ 1717262 h 5143785"/>
              <a:gd name="connsiteX27472" fmla="*/ 2280666 w 3114960"/>
              <a:gd name="connsiteY27472" fmla="*/ 1694783 h 5143785"/>
              <a:gd name="connsiteX27473" fmla="*/ 2638425 w 3114960"/>
              <a:gd name="connsiteY27473" fmla="*/ 1504474 h 5143785"/>
              <a:gd name="connsiteX27474" fmla="*/ 2648903 w 3114960"/>
              <a:gd name="connsiteY27474" fmla="*/ 1500188 h 5143785"/>
              <a:gd name="connsiteX27475" fmla="*/ 2659380 w 3114960"/>
              <a:gd name="connsiteY27475" fmla="*/ 1504474 h 5143785"/>
              <a:gd name="connsiteX27476" fmla="*/ 2659380 w 3114960"/>
              <a:gd name="connsiteY27476" fmla="*/ 1525334 h 5143785"/>
              <a:gd name="connsiteX27477" fmla="*/ 2638520 w 3114960"/>
              <a:gd name="connsiteY27477" fmla="*/ 1525334 h 5143785"/>
              <a:gd name="connsiteX27478" fmla="*/ 2638520 w 3114960"/>
              <a:gd name="connsiteY27478" fmla="*/ 1504474 h 5143785"/>
              <a:gd name="connsiteX27479" fmla="*/ 2499551 w 3114960"/>
              <a:gd name="connsiteY27479" fmla="*/ 1621631 h 5143785"/>
              <a:gd name="connsiteX27480" fmla="*/ 2494121 w 3114960"/>
              <a:gd name="connsiteY27480" fmla="*/ 1616488 h 5143785"/>
              <a:gd name="connsiteX27481" fmla="*/ 2493931 w 3114960"/>
              <a:gd name="connsiteY27481" fmla="*/ 1608963 h 5143785"/>
              <a:gd name="connsiteX27482" fmla="*/ 2499074 w 3114960"/>
              <a:gd name="connsiteY27482" fmla="*/ 1603534 h 5143785"/>
              <a:gd name="connsiteX27483" fmla="*/ 2503075 w 3114960"/>
              <a:gd name="connsiteY27483" fmla="*/ 1602677 h 5143785"/>
              <a:gd name="connsiteX27484" fmla="*/ 2506599 w 3114960"/>
              <a:gd name="connsiteY27484" fmla="*/ 1603343 h 5143785"/>
              <a:gd name="connsiteX27485" fmla="*/ 2512028 w 3114960"/>
              <a:gd name="connsiteY27485" fmla="*/ 1608487 h 5143785"/>
              <a:gd name="connsiteX27486" fmla="*/ 2512219 w 3114960"/>
              <a:gd name="connsiteY27486" fmla="*/ 1616012 h 5143785"/>
              <a:gd name="connsiteX27487" fmla="*/ 2507075 w 3114960"/>
              <a:gd name="connsiteY27487" fmla="*/ 1621441 h 5143785"/>
              <a:gd name="connsiteX27488" fmla="*/ 2499551 w 3114960"/>
              <a:gd name="connsiteY27488" fmla="*/ 1621631 h 5143785"/>
              <a:gd name="connsiteX27489" fmla="*/ 2282762 w 3114960"/>
              <a:gd name="connsiteY27489" fmla="*/ 1649063 h 5143785"/>
              <a:gd name="connsiteX27490" fmla="*/ 2286762 w 3114960"/>
              <a:gd name="connsiteY27490" fmla="*/ 1645063 h 5143785"/>
              <a:gd name="connsiteX27491" fmla="*/ 2430494 w 3114960"/>
              <a:gd name="connsiteY27491" fmla="*/ 1645063 h 5143785"/>
              <a:gd name="connsiteX27492" fmla="*/ 2434495 w 3114960"/>
              <a:gd name="connsiteY27492" fmla="*/ 1649063 h 5143785"/>
              <a:gd name="connsiteX27493" fmla="*/ 2434495 w 3114960"/>
              <a:gd name="connsiteY27493" fmla="*/ 1668209 h 5143785"/>
              <a:gd name="connsiteX27494" fmla="*/ 2430494 w 3114960"/>
              <a:gd name="connsiteY27494" fmla="*/ 1672209 h 5143785"/>
              <a:gd name="connsiteX27495" fmla="*/ 2286762 w 3114960"/>
              <a:gd name="connsiteY27495" fmla="*/ 1672209 h 5143785"/>
              <a:gd name="connsiteX27496" fmla="*/ 2282762 w 3114960"/>
              <a:gd name="connsiteY27496" fmla="*/ 1668209 h 5143785"/>
              <a:gd name="connsiteX27497" fmla="*/ 2282762 w 3114960"/>
              <a:gd name="connsiteY27497" fmla="*/ 1649063 h 5143785"/>
              <a:gd name="connsiteX27498" fmla="*/ 2106835 w 3114960"/>
              <a:gd name="connsiteY27498" fmla="*/ 1665065 h 5143785"/>
              <a:gd name="connsiteX27499" fmla="*/ 2111216 w 3114960"/>
              <a:gd name="connsiteY27499" fmla="*/ 1660874 h 5143785"/>
              <a:gd name="connsiteX27500" fmla="*/ 2118741 w 3114960"/>
              <a:gd name="connsiteY27500" fmla="*/ 1660874 h 5143785"/>
              <a:gd name="connsiteX27501" fmla="*/ 2123123 w 3114960"/>
              <a:gd name="connsiteY27501" fmla="*/ 1665065 h 5143785"/>
              <a:gd name="connsiteX27502" fmla="*/ 2123123 w 3114960"/>
              <a:gd name="connsiteY27502" fmla="*/ 1669923 h 5143785"/>
              <a:gd name="connsiteX27503" fmla="*/ 2106930 w 3114960"/>
              <a:gd name="connsiteY27503" fmla="*/ 1669923 h 5143785"/>
              <a:gd name="connsiteX27504" fmla="*/ 2106930 w 3114960"/>
              <a:gd name="connsiteY27504" fmla="*/ 1665065 h 5143785"/>
              <a:gd name="connsiteX27505" fmla="*/ 2106835 w 3114960"/>
              <a:gd name="connsiteY27505" fmla="*/ 1689545 h 5143785"/>
              <a:gd name="connsiteX27506" fmla="*/ 2123027 w 3114960"/>
              <a:gd name="connsiteY27506" fmla="*/ 1689545 h 5143785"/>
              <a:gd name="connsiteX27507" fmla="*/ 2123027 w 3114960"/>
              <a:gd name="connsiteY27507" fmla="*/ 1696117 h 5143785"/>
              <a:gd name="connsiteX27508" fmla="*/ 2118646 w 3114960"/>
              <a:gd name="connsiteY27508" fmla="*/ 1700308 h 5143785"/>
              <a:gd name="connsiteX27509" fmla="*/ 2111121 w 3114960"/>
              <a:gd name="connsiteY27509" fmla="*/ 1700308 h 5143785"/>
              <a:gd name="connsiteX27510" fmla="*/ 2106740 w 3114960"/>
              <a:gd name="connsiteY27510" fmla="*/ 1696117 h 5143785"/>
              <a:gd name="connsiteX27511" fmla="*/ 2106740 w 3114960"/>
              <a:gd name="connsiteY27511" fmla="*/ 1689545 h 5143785"/>
              <a:gd name="connsiteX27512" fmla="*/ 760381 w 3114960"/>
              <a:gd name="connsiteY27512" fmla="*/ 3309938 h 5143785"/>
              <a:gd name="connsiteX27513" fmla="*/ 753523 w 3114960"/>
              <a:gd name="connsiteY27513" fmla="*/ 3307080 h 5143785"/>
              <a:gd name="connsiteX27514" fmla="*/ 753523 w 3114960"/>
              <a:gd name="connsiteY27514" fmla="*/ 3307080 h 5143785"/>
              <a:gd name="connsiteX27515" fmla="*/ 746665 w 3114960"/>
              <a:gd name="connsiteY27515" fmla="*/ 3309938 h 5143785"/>
              <a:gd name="connsiteX27516" fmla="*/ 743807 w 3114960"/>
              <a:gd name="connsiteY27516" fmla="*/ 3316796 h 5143785"/>
              <a:gd name="connsiteX27517" fmla="*/ 746665 w 3114960"/>
              <a:gd name="connsiteY27517" fmla="*/ 3323749 h 5143785"/>
              <a:gd name="connsiteX27518" fmla="*/ 753523 w 3114960"/>
              <a:gd name="connsiteY27518" fmla="*/ 3326606 h 5143785"/>
              <a:gd name="connsiteX27519" fmla="*/ 753523 w 3114960"/>
              <a:gd name="connsiteY27519" fmla="*/ 3326606 h 5143785"/>
              <a:gd name="connsiteX27520" fmla="*/ 762667 w 3114960"/>
              <a:gd name="connsiteY27520" fmla="*/ 3319939 h 5143785"/>
              <a:gd name="connsiteX27521" fmla="*/ 867537 w 3114960"/>
              <a:gd name="connsiteY27521" fmla="*/ 3319939 h 5143785"/>
              <a:gd name="connsiteX27522" fmla="*/ 891635 w 3114960"/>
              <a:gd name="connsiteY27522" fmla="*/ 3338894 h 5143785"/>
              <a:gd name="connsiteX27523" fmla="*/ 954786 w 3114960"/>
              <a:gd name="connsiteY27523" fmla="*/ 3338894 h 5143785"/>
              <a:gd name="connsiteX27524" fmla="*/ 957263 w 3114960"/>
              <a:gd name="connsiteY27524" fmla="*/ 3343656 h 5143785"/>
              <a:gd name="connsiteX27525" fmla="*/ 964121 w 3114960"/>
              <a:gd name="connsiteY27525" fmla="*/ 3346513 h 5143785"/>
              <a:gd name="connsiteX27526" fmla="*/ 964121 w 3114960"/>
              <a:gd name="connsiteY27526" fmla="*/ 3346513 h 5143785"/>
              <a:gd name="connsiteX27527" fmla="*/ 973836 w 3114960"/>
              <a:gd name="connsiteY27527" fmla="*/ 3336703 h 5143785"/>
              <a:gd name="connsiteX27528" fmla="*/ 964121 w 3114960"/>
              <a:gd name="connsiteY27528" fmla="*/ 3326987 h 5143785"/>
              <a:gd name="connsiteX27529" fmla="*/ 964121 w 3114960"/>
              <a:gd name="connsiteY27529" fmla="*/ 3326987 h 5143785"/>
              <a:gd name="connsiteX27530" fmla="*/ 957263 w 3114960"/>
              <a:gd name="connsiteY27530" fmla="*/ 3329845 h 5143785"/>
              <a:gd name="connsiteX27531" fmla="*/ 954881 w 3114960"/>
              <a:gd name="connsiteY27531" fmla="*/ 3334131 h 5143785"/>
              <a:gd name="connsiteX27532" fmla="*/ 893254 w 3114960"/>
              <a:gd name="connsiteY27532" fmla="*/ 3334131 h 5143785"/>
              <a:gd name="connsiteX27533" fmla="*/ 869156 w 3114960"/>
              <a:gd name="connsiteY27533" fmla="*/ 3315176 h 5143785"/>
              <a:gd name="connsiteX27534" fmla="*/ 762857 w 3114960"/>
              <a:gd name="connsiteY27534" fmla="*/ 3315176 h 5143785"/>
              <a:gd name="connsiteX27535" fmla="*/ 760381 w 3114960"/>
              <a:gd name="connsiteY27535" fmla="*/ 3310033 h 5143785"/>
              <a:gd name="connsiteX27536" fmla="*/ 753427 w 3114960"/>
              <a:gd name="connsiteY27536" fmla="*/ 3321844 h 5143785"/>
              <a:gd name="connsiteX27537" fmla="*/ 753427 w 3114960"/>
              <a:gd name="connsiteY27537" fmla="*/ 3321844 h 5143785"/>
              <a:gd name="connsiteX27538" fmla="*/ 749903 w 3114960"/>
              <a:gd name="connsiteY27538" fmla="*/ 3320320 h 5143785"/>
              <a:gd name="connsiteX27539" fmla="*/ 748475 w 3114960"/>
              <a:gd name="connsiteY27539" fmla="*/ 3316796 h 5143785"/>
              <a:gd name="connsiteX27540" fmla="*/ 749999 w 3114960"/>
              <a:gd name="connsiteY27540" fmla="*/ 3313271 h 5143785"/>
              <a:gd name="connsiteX27541" fmla="*/ 753523 w 3114960"/>
              <a:gd name="connsiteY27541" fmla="*/ 3311843 h 5143785"/>
              <a:gd name="connsiteX27542" fmla="*/ 753523 w 3114960"/>
              <a:gd name="connsiteY27542" fmla="*/ 3311843 h 5143785"/>
              <a:gd name="connsiteX27543" fmla="*/ 757047 w 3114960"/>
              <a:gd name="connsiteY27543" fmla="*/ 3313367 h 5143785"/>
              <a:gd name="connsiteX27544" fmla="*/ 758476 w 3114960"/>
              <a:gd name="connsiteY27544" fmla="*/ 3316891 h 5143785"/>
              <a:gd name="connsiteX27545" fmla="*/ 753427 w 3114960"/>
              <a:gd name="connsiteY27545" fmla="*/ 3321844 h 5143785"/>
              <a:gd name="connsiteX27546" fmla="*/ 960596 w 3114960"/>
              <a:gd name="connsiteY27546" fmla="*/ 3333179 h 5143785"/>
              <a:gd name="connsiteX27547" fmla="*/ 964121 w 3114960"/>
              <a:gd name="connsiteY27547" fmla="*/ 3331750 h 5143785"/>
              <a:gd name="connsiteX27548" fmla="*/ 964121 w 3114960"/>
              <a:gd name="connsiteY27548" fmla="*/ 3331750 h 5143785"/>
              <a:gd name="connsiteX27549" fmla="*/ 969074 w 3114960"/>
              <a:gd name="connsiteY27549" fmla="*/ 3336703 h 5143785"/>
              <a:gd name="connsiteX27550" fmla="*/ 964121 w 3114960"/>
              <a:gd name="connsiteY27550" fmla="*/ 3341751 h 5143785"/>
              <a:gd name="connsiteX27551" fmla="*/ 964121 w 3114960"/>
              <a:gd name="connsiteY27551" fmla="*/ 3341751 h 5143785"/>
              <a:gd name="connsiteX27552" fmla="*/ 960596 w 3114960"/>
              <a:gd name="connsiteY27552" fmla="*/ 3340322 h 5143785"/>
              <a:gd name="connsiteX27553" fmla="*/ 959168 w 3114960"/>
              <a:gd name="connsiteY27553" fmla="*/ 3336798 h 5143785"/>
              <a:gd name="connsiteX27554" fmla="*/ 960596 w 3114960"/>
              <a:gd name="connsiteY27554" fmla="*/ 3333274 h 5143785"/>
              <a:gd name="connsiteX27555" fmla="*/ 533591 w 3114960"/>
              <a:gd name="connsiteY27555" fmla="*/ 3030474 h 5143785"/>
              <a:gd name="connsiteX27556" fmla="*/ 538448 w 3114960"/>
              <a:gd name="connsiteY27556" fmla="*/ 3030474 h 5143785"/>
              <a:gd name="connsiteX27557" fmla="*/ 545306 w 3114960"/>
              <a:gd name="connsiteY27557" fmla="*/ 3023616 h 5143785"/>
              <a:gd name="connsiteX27558" fmla="*/ 545306 w 3114960"/>
              <a:gd name="connsiteY27558" fmla="*/ 3009234 h 5143785"/>
              <a:gd name="connsiteX27559" fmla="*/ 538448 w 3114960"/>
              <a:gd name="connsiteY27559" fmla="*/ 3002375 h 5143785"/>
              <a:gd name="connsiteX27560" fmla="*/ 533591 w 3114960"/>
              <a:gd name="connsiteY27560" fmla="*/ 3002375 h 5143785"/>
              <a:gd name="connsiteX27561" fmla="*/ 533591 w 3114960"/>
              <a:gd name="connsiteY27561" fmla="*/ 2966085 h 5143785"/>
              <a:gd name="connsiteX27562" fmla="*/ 381190 w 3114960"/>
              <a:gd name="connsiteY27562" fmla="*/ 2815400 h 5143785"/>
              <a:gd name="connsiteX27563" fmla="*/ 380333 w 3114960"/>
              <a:gd name="connsiteY27563" fmla="*/ 2804922 h 5143785"/>
              <a:gd name="connsiteX27564" fmla="*/ 367379 w 3114960"/>
              <a:gd name="connsiteY27564" fmla="*/ 2803779 h 5143785"/>
              <a:gd name="connsiteX27565" fmla="*/ 366236 w 3114960"/>
              <a:gd name="connsiteY27565" fmla="*/ 2816733 h 5143785"/>
              <a:gd name="connsiteX27566" fmla="*/ 377666 w 3114960"/>
              <a:gd name="connsiteY27566" fmla="*/ 2818734 h 5143785"/>
              <a:gd name="connsiteX27567" fmla="*/ 528733 w 3114960"/>
              <a:gd name="connsiteY27567" fmla="*/ 2968180 h 5143785"/>
              <a:gd name="connsiteX27568" fmla="*/ 528733 w 3114960"/>
              <a:gd name="connsiteY27568" fmla="*/ 3002471 h 5143785"/>
              <a:gd name="connsiteX27569" fmla="*/ 523875 w 3114960"/>
              <a:gd name="connsiteY27569" fmla="*/ 3002471 h 5143785"/>
              <a:gd name="connsiteX27570" fmla="*/ 517017 w 3114960"/>
              <a:gd name="connsiteY27570" fmla="*/ 3009329 h 5143785"/>
              <a:gd name="connsiteX27571" fmla="*/ 517017 w 3114960"/>
              <a:gd name="connsiteY27571" fmla="*/ 3023711 h 5143785"/>
              <a:gd name="connsiteX27572" fmla="*/ 523875 w 3114960"/>
              <a:gd name="connsiteY27572" fmla="*/ 3030569 h 5143785"/>
              <a:gd name="connsiteX27573" fmla="*/ 528733 w 3114960"/>
              <a:gd name="connsiteY27573" fmla="*/ 3030569 h 5143785"/>
              <a:gd name="connsiteX27574" fmla="*/ 528733 w 3114960"/>
              <a:gd name="connsiteY27574" fmla="*/ 3037713 h 5143785"/>
              <a:gd name="connsiteX27575" fmla="*/ 533495 w 3114960"/>
              <a:gd name="connsiteY27575" fmla="*/ 3037713 h 5143785"/>
              <a:gd name="connsiteX27576" fmla="*/ 533495 w 3114960"/>
              <a:gd name="connsiteY27576" fmla="*/ 3030569 h 5143785"/>
              <a:gd name="connsiteX27577" fmla="*/ 524065 w 3114960"/>
              <a:gd name="connsiteY27577" fmla="*/ 3025712 h 5143785"/>
              <a:gd name="connsiteX27578" fmla="*/ 521970 w 3114960"/>
              <a:gd name="connsiteY27578" fmla="*/ 3023616 h 5143785"/>
              <a:gd name="connsiteX27579" fmla="*/ 521970 w 3114960"/>
              <a:gd name="connsiteY27579" fmla="*/ 3009234 h 5143785"/>
              <a:gd name="connsiteX27580" fmla="*/ 524065 w 3114960"/>
              <a:gd name="connsiteY27580" fmla="*/ 3007138 h 5143785"/>
              <a:gd name="connsiteX27581" fmla="*/ 538544 w 3114960"/>
              <a:gd name="connsiteY27581" fmla="*/ 3007138 h 5143785"/>
              <a:gd name="connsiteX27582" fmla="*/ 540639 w 3114960"/>
              <a:gd name="connsiteY27582" fmla="*/ 3009234 h 5143785"/>
              <a:gd name="connsiteX27583" fmla="*/ 540639 w 3114960"/>
              <a:gd name="connsiteY27583" fmla="*/ 3023616 h 5143785"/>
              <a:gd name="connsiteX27584" fmla="*/ 538544 w 3114960"/>
              <a:gd name="connsiteY27584" fmla="*/ 3025712 h 5143785"/>
              <a:gd name="connsiteX27585" fmla="*/ 524065 w 3114960"/>
              <a:gd name="connsiteY27585" fmla="*/ 3025712 h 5143785"/>
              <a:gd name="connsiteX27586" fmla="*/ 776954 w 3114960"/>
              <a:gd name="connsiteY27586" fmla="*/ 3290888 h 5143785"/>
              <a:gd name="connsiteX27587" fmla="*/ 783812 w 3114960"/>
              <a:gd name="connsiteY27587" fmla="*/ 3288030 h 5143785"/>
              <a:gd name="connsiteX27588" fmla="*/ 786098 w 3114960"/>
              <a:gd name="connsiteY27588" fmla="*/ 3284220 h 5143785"/>
              <a:gd name="connsiteX27589" fmla="*/ 864489 w 3114960"/>
              <a:gd name="connsiteY27589" fmla="*/ 3284220 h 5143785"/>
              <a:gd name="connsiteX27590" fmla="*/ 878777 w 3114960"/>
              <a:gd name="connsiteY27590" fmla="*/ 3295364 h 5143785"/>
              <a:gd name="connsiteX27591" fmla="*/ 941927 w 3114960"/>
              <a:gd name="connsiteY27591" fmla="*/ 3295364 h 5143785"/>
              <a:gd name="connsiteX27592" fmla="*/ 951262 w 3114960"/>
              <a:gd name="connsiteY27592" fmla="*/ 3302984 h 5143785"/>
              <a:gd name="connsiteX27593" fmla="*/ 951262 w 3114960"/>
              <a:gd name="connsiteY27593" fmla="*/ 3302984 h 5143785"/>
              <a:gd name="connsiteX27594" fmla="*/ 960977 w 3114960"/>
              <a:gd name="connsiteY27594" fmla="*/ 3293174 h 5143785"/>
              <a:gd name="connsiteX27595" fmla="*/ 958120 w 3114960"/>
              <a:gd name="connsiteY27595" fmla="*/ 3286316 h 5143785"/>
              <a:gd name="connsiteX27596" fmla="*/ 951262 w 3114960"/>
              <a:gd name="connsiteY27596" fmla="*/ 3283458 h 5143785"/>
              <a:gd name="connsiteX27597" fmla="*/ 951262 w 3114960"/>
              <a:gd name="connsiteY27597" fmla="*/ 3283458 h 5143785"/>
              <a:gd name="connsiteX27598" fmla="*/ 944404 w 3114960"/>
              <a:gd name="connsiteY27598" fmla="*/ 3286316 h 5143785"/>
              <a:gd name="connsiteX27599" fmla="*/ 942023 w 3114960"/>
              <a:gd name="connsiteY27599" fmla="*/ 3290602 h 5143785"/>
              <a:gd name="connsiteX27600" fmla="*/ 880396 w 3114960"/>
              <a:gd name="connsiteY27600" fmla="*/ 3290602 h 5143785"/>
              <a:gd name="connsiteX27601" fmla="*/ 866108 w 3114960"/>
              <a:gd name="connsiteY27601" fmla="*/ 3279458 h 5143785"/>
              <a:gd name="connsiteX27602" fmla="*/ 786384 w 3114960"/>
              <a:gd name="connsiteY27602" fmla="*/ 3279458 h 5143785"/>
              <a:gd name="connsiteX27603" fmla="*/ 776954 w 3114960"/>
              <a:gd name="connsiteY27603" fmla="*/ 3271361 h 5143785"/>
              <a:gd name="connsiteX27604" fmla="*/ 776954 w 3114960"/>
              <a:gd name="connsiteY27604" fmla="*/ 3271361 h 5143785"/>
              <a:gd name="connsiteX27605" fmla="*/ 767144 w 3114960"/>
              <a:gd name="connsiteY27605" fmla="*/ 3281077 h 5143785"/>
              <a:gd name="connsiteX27606" fmla="*/ 770001 w 3114960"/>
              <a:gd name="connsiteY27606" fmla="*/ 3288030 h 5143785"/>
              <a:gd name="connsiteX27607" fmla="*/ 776859 w 3114960"/>
              <a:gd name="connsiteY27607" fmla="*/ 3290888 h 5143785"/>
              <a:gd name="connsiteX27608" fmla="*/ 776859 w 3114960"/>
              <a:gd name="connsiteY27608" fmla="*/ 3290888 h 5143785"/>
              <a:gd name="connsiteX27609" fmla="*/ 947738 w 3114960"/>
              <a:gd name="connsiteY27609" fmla="*/ 3289649 h 5143785"/>
              <a:gd name="connsiteX27610" fmla="*/ 951262 w 3114960"/>
              <a:gd name="connsiteY27610" fmla="*/ 3288221 h 5143785"/>
              <a:gd name="connsiteX27611" fmla="*/ 951262 w 3114960"/>
              <a:gd name="connsiteY27611" fmla="*/ 3288221 h 5143785"/>
              <a:gd name="connsiteX27612" fmla="*/ 954786 w 3114960"/>
              <a:gd name="connsiteY27612" fmla="*/ 3289649 h 5143785"/>
              <a:gd name="connsiteX27613" fmla="*/ 956215 w 3114960"/>
              <a:gd name="connsiteY27613" fmla="*/ 3293174 h 5143785"/>
              <a:gd name="connsiteX27614" fmla="*/ 951262 w 3114960"/>
              <a:gd name="connsiteY27614" fmla="*/ 3298222 h 5143785"/>
              <a:gd name="connsiteX27615" fmla="*/ 951262 w 3114960"/>
              <a:gd name="connsiteY27615" fmla="*/ 3298222 h 5143785"/>
              <a:gd name="connsiteX27616" fmla="*/ 946309 w 3114960"/>
              <a:gd name="connsiteY27616" fmla="*/ 3293269 h 5143785"/>
              <a:gd name="connsiteX27617" fmla="*/ 947738 w 3114960"/>
              <a:gd name="connsiteY27617" fmla="*/ 3289745 h 5143785"/>
              <a:gd name="connsiteX27618" fmla="*/ 772001 w 3114960"/>
              <a:gd name="connsiteY27618" fmla="*/ 3281077 h 5143785"/>
              <a:gd name="connsiteX27619" fmla="*/ 777050 w 3114960"/>
              <a:gd name="connsiteY27619" fmla="*/ 3276124 h 5143785"/>
              <a:gd name="connsiteX27620" fmla="*/ 777050 w 3114960"/>
              <a:gd name="connsiteY27620" fmla="*/ 3276124 h 5143785"/>
              <a:gd name="connsiteX27621" fmla="*/ 782002 w 3114960"/>
              <a:gd name="connsiteY27621" fmla="*/ 3281172 h 5143785"/>
              <a:gd name="connsiteX27622" fmla="*/ 780574 w 3114960"/>
              <a:gd name="connsiteY27622" fmla="*/ 3284696 h 5143785"/>
              <a:gd name="connsiteX27623" fmla="*/ 777050 w 3114960"/>
              <a:gd name="connsiteY27623" fmla="*/ 3286125 h 5143785"/>
              <a:gd name="connsiteX27624" fmla="*/ 777050 w 3114960"/>
              <a:gd name="connsiteY27624" fmla="*/ 3286125 h 5143785"/>
              <a:gd name="connsiteX27625" fmla="*/ 773525 w 3114960"/>
              <a:gd name="connsiteY27625" fmla="*/ 3284601 h 5143785"/>
              <a:gd name="connsiteX27626" fmla="*/ 772097 w 3114960"/>
              <a:gd name="connsiteY27626" fmla="*/ 3281077 h 5143785"/>
              <a:gd name="connsiteX27627" fmla="*/ 1401509 w 3114960"/>
              <a:gd name="connsiteY27627" fmla="*/ 2122646 h 5143785"/>
              <a:gd name="connsiteX27628" fmla="*/ 1393793 w 3114960"/>
              <a:gd name="connsiteY27628" fmla="*/ 2130362 h 5143785"/>
              <a:gd name="connsiteX27629" fmla="*/ 1401509 w 3114960"/>
              <a:gd name="connsiteY27629" fmla="*/ 2138077 h 5143785"/>
              <a:gd name="connsiteX27630" fmla="*/ 1409224 w 3114960"/>
              <a:gd name="connsiteY27630" fmla="*/ 2130362 h 5143785"/>
              <a:gd name="connsiteX27631" fmla="*/ 1401509 w 3114960"/>
              <a:gd name="connsiteY27631" fmla="*/ 2122646 h 5143785"/>
              <a:gd name="connsiteX27632" fmla="*/ 1401509 w 3114960"/>
              <a:gd name="connsiteY27632" fmla="*/ 2135791 h 5143785"/>
              <a:gd name="connsiteX27633" fmla="*/ 1396175 w 3114960"/>
              <a:gd name="connsiteY27633" fmla="*/ 2130457 h 5143785"/>
              <a:gd name="connsiteX27634" fmla="*/ 1401509 w 3114960"/>
              <a:gd name="connsiteY27634" fmla="*/ 2125123 h 5143785"/>
              <a:gd name="connsiteX27635" fmla="*/ 1406843 w 3114960"/>
              <a:gd name="connsiteY27635" fmla="*/ 2130457 h 5143785"/>
              <a:gd name="connsiteX27636" fmla="*/ 1401509 w 3114960"/>
              <a:gd name="connsiteY27636" fmla="*/ 2135791 h 5143785"/>
              <a:gd name="connsiteX27637" fmla="*/ 1413129 w 3114960"/>
              <a:gd name="connsiteY27637" fmla="*/ 2130457 h 5143785"/>
              <a:gd name="connsiteX27638" fmla="*/ 1401509 w 3114960"/>
              <a:gd name="connsiteY27638" fmla="*/ 2118836 h 5143785"/>
              <a:gd name="connsiteX27639" fmla="*/ 1389888 w 3114960"/>
              <a:gd name="connsiteY27639" fmla="*/ 2130457 h 5143785"/>
              <a:gd name="connsiteX27640" fmla="*/ 1399127 w 3114960"/>
              <a:gd name="connsiteY27640" fmla="*/ 2141601 h 5143785"/>
              <a:gd name="connsiteX27641" fmla="*/ 1399127 w 3114960"/>
              <a:gd name="connsiteY27641" fmla="*/ 2297144 h 5143785"/>
              <a:gd name="connsiteX27642" fmla="*/ 1416749 w 3114960"/>
              <a:gd name="connsiteY27642" fmla="*/ 2315718 h 5143785"/>
              <a:gd name="connsiteX27643" fmla="*/ 1454753 w 3114960"/>
              <a:gd name="connsiteY27643" fmla="*/ 2315718 h 5143785"/>
              <a:gd name="connsiteX27644" fmla="*/ 1454753 w 3114960"/>
              <a:gd name="connsiteY27644" fmla="*/ 2322576 h 5143785"/>
              <a:gd name="connsiteX27645" fmla="*/ 1458659 w 3114960"/>
              <a:gd name="connsiteY27645" fmla="*/ 2326481 h 5143785"/>
              <a:gd name="connsiteX27646" fmla="*/ 1477042 w 3114960"/>
              <a:gd name="connsiteY27646" fmla="*/ 2326481 h 5143785"/>
              <a:gd name="connsiteX27647" fmla="*/ 1480947 w 3114960"/>
              <a:gd name="connsiteY27647" fmla="*/ 2322576 h 5143785"/>
              <a:gd name="connsiteX27648" fmla="*/ 1480947 w 3114960"/>
              <a:gd name="connsiteY27648" fmla="*/ 2304193 h 5143785"/>
              <a:gd name="connsiteX27649" fmla="*/ 1477042 w 3114960"/>
              <a:gd name="connsiteY27649" fmla="*/ 2300288 h 5143785"/>
              <a:gd name="connsiteX27650" fmla="*/ 1458659 w 3114960"/>
              <a:gd name="connsiteY27650" fmla="*/ 2300288 h 5143785"/>
              <a:gd name="connsiteX27651" fmla="*/ 1454753 w 3114960"/>
              <a:gd name="connsiteY27651" fmla="*/ 2304193 h 5143785"/>
              <a:gd name="connsiteX27652" fmla="*/ 1454753 w 3114960"/>
              <a:gd name="connsiteY27652" fmla="*/ 2311051 h 5143785"/>
              <a:gd name="connsiteX27653" fmla="*/ 1418749 w 3114960"/>
              <a:gd name="connsiteY27653" fmla="*/ 2311051 h 5143785"/>
              <a:gd name="connsiteX27654" fmla="*/ 1403890 w 3114960"/>
              <a:gd name="connsiteY27654" fmla="*/ 2295335 h 5143785"/>
              <a:gd name="connsiteX27655" fmla="*/ 1403890 w 3114960"/>
              <a:gd name="connsiteY27655" fmla="*/ 2141696 h 5143785"/>
              <a:gd name="connsiteX27656" fmla="*/ 1413129 w 3114960"/>
              <a:gd name="connsiteY27656" fmla="*/ 2130552 h 5143785"/>
              <a:gd name="connsiteX27657" fmla="*/ 1457135 w 3114960"/>
              <a:gd name="connsiteY27657" fmla="*/ 2304193 h 5143785"/>
              <a:gd name="connsiteX27658" fmla="*/ 1458659 w 3114960"/>
              <a:gd name="connsiteY27658" fmla="*/ 2302669 h 5143785"/>
              <a:gd name="connsiteX27659" fmla="*/ 1477042 w 3114960"/>
              <a:gd name="connsiteY27659" fmla="*/ 2302669 h 5143785"/>
              <a:gd name="connsiteX27660" fmla="*/ 1478566 w 3114960"/>
              <a:gd name="connsiteY27660" fmla="*/ 2304193 h 5143785"/>
              <a:gd name="connsiteX27661" fmla="*/ 1478566 w 3114960"/>
              <a:gd name="connsiteY27661" fmla="*/ 2322576 h 5143785"/>
              <a:gd name="connsiteX27662" fmla="*/ 1477042 w 3114960"/>
              <a:gd name="connsiteY27662" fmla="*/ 2324100 h 5143785"/>
              <a:gd name="connsiteX27663" fmla="*/ 1458659 w 3114960"/>
              <a:gd name="connsiteY27663" fmla="*/ 2324100 h 5143785"/>
              <a:gd name="connsiteX27664" fmla="*/ 1457135 w 3114960"/>
              <a:gd name="connsiteY27664" fmla="*/ 2322576 h 5143785"/>
              <a:gd name="connsiteX27665" fmla="*/ 1457135 w 3114960"/>
              <a:gd name="connsiteY27665" fmla="*/ 2304193 h 5143785"/>
              <a:gd name="connsiteX27666" fmla="*/ 1401509 w 3114960"/>
              <a:gd name="connsiteY27666" fmla="*/ 2139696 h 5143785"/>
              <a:gd name="connsiteX27667" fmla="*/ 1392269 w 3114960"/>
              <a:gd name="connsiteY27667" fmla="*/ 2130457 h 5143785"/>
              <a:gd name="connsiteX27668" fmla="*/ 1401509 w 3114960"/>
              <a:gd name="connsiteY27668" fmla="*/ 2121218 h 5143785"/>
              <a:gd name="connsiteX27669" fmla="*/ 1410748 w 3114960"/>
              <a:gd name="connsiteY27669" fmla="*/ 2130457 h 5143785"/>
              <a:gd name="connsiteX27670" fmla="*/ 1401509 w 3114960"/>
              <a:gd name="connsiteY27670" fmla="*/ 2139696 h 5143785"/>
              <a:gd name="connsiteX27671" fmla="*/ 792290 w 3114960"/>
              <a:gd name="connsiteY27671" fmla="*/ 3037523 h 5143785"/>
              <a:gd name="connsiteX27672" fmla="*/ 812197 w 3114960"/>
              <a:gd name="connsiteY27672" fmla="*/ 3037523 h 5143785"/>
              <a:gd name="connsiteX27673" fmla="*/ 812197 w 3114960"/>
              <a:gd name="connsiteY27673" fmla="*/ 3042285 h 5143785"/>
              <a:gd name="connsiteX27674" fmla="*/ 790480 w 3114960"/>
              <a:gd name="connsiteY27674" fmla="*/ 3042285 h 5143785"/>
              <a:gd name="connsiteX27675" fmla="*/ 788765 w 3114960"/>
              <a:gd name="connsiteY27675" fmla="*/ 3040856 h 5143785"/>
              <a:gd name="connsiteX27676" fmla="*/ 791909 w 3114960"/>
              <a:gd name="connsiteY27676" fmla="*/ 3037237 h 5143785"/>
              <a:gd name="connsiteX27677" fmla="*/ 792290 w 3114960"/>
              <a:gd name="connsiteY27677" fmla="*/ 3037523 h 5143785"/>
              <a:gd name="connsiteX27678" fmla="*/ 1432941 w 3114960"/>
              <a:gd name="connsiteY27678" fmla="*/ 2277142 h 5143785"/>
              <a:gd name="connsiteX27679" fmla="*/ 1432941 w 3114960"/>
              <a:gd name="connsiteY27679" fmla="*/ 2262473 h 5143785"/>
              <a:gd name="connsiteX27680" fmla="*/ 1436751 w 3114960"/>
              <a:gd name="connsiteY27680" fmla="*/ 2258663 h 5143785"/>
              <a:gd name="connsiteX27681" fmla="*/ 1451420 w 3114960"/>
              <a:gd name="connsiteY27681" fmla="*/ 2258663 h 5143785"/>
              <a:gd name="connsiteX27682" fmla="*/ 1455230 w 3114960"/>
              <a:gd name="connsiteY27682" fmla="*/ 2262473 h 5143785"/>
              <a:gd name="connsiteX27683" fmla="*/ 1455230 w 3114960"/>
              <a:gd name="connsiteY27683" fmla="*/ 2277142 h 5143785"/>
              <a:gd name="connsiteX27684" fmla="*/ 1451420 w 3114960"/>
              <a:gd name="connsiteY27684" fmla="*/ 2280952 h 5143785"/>
              <a:gd name="connsiteX27685" fmla="*/ 1436751 w 3114960"/>
              <a:gd name="connsiteY27685" fmla="*/ 2280952 h 5143785"/>
              <a:gd name="connsiteX27686" fmla="*/ 1432941 w 3114960"/>
              <a:gd name="connsiteY27686" fmla="*/ 2277142 h 5143785"/>
              <a:gd name="connsiteX27687" fmla="*/ 1431893 w 3114960"/>
              <a:gd name="connsiteY27687" fmla="*/ 2254377 h 5143785"/>
              <a:gd name="connsiteX27688" fmla="*/ 1428750 w 3114960"/>
              <a:gd name="connsiteY27688" fmla="*/ 2257520 h 5143785"/>
              <a:gd name="connsiteX27689" fmla="*/ 1428750 w 3114960"/>
              <a:gd name="connsiteY27689" fmla="*/ 2281904 h 5143785"/>
              <a:gd name="connsiteX27690" fmla="*/ 1431893 w 3114960"/>
              <a:gd name="connsiteY27690" fmla="*/ 2285048 h 5143785"/>
              <a:gd name="connsiteX27691" fmla="*/ 1456277 w 3114960"/>
              <a:gd name="connsiteY27691" fmla="*/ 2285048 h 5143785"/>
              <a:gd name="connsiteX27692" fmla="*/ 1459421 w 3114960"/>
              <a:gd name="connsiteY27692" fmla="*/ 2281904 h 5143785"/>
              <a:gd name="connsiteX27693" fmla="*/ 1459421 w 3114960"/>
              <a:gd name="connsiteY27693" fmla="*/ 2257520 h 5143785"/>
              <a:gd name="connsiteX27694" fmla="*/ 1456277 w 3114960"/>
              <a:gd name="connsiteY27694" fmla="*/ 2254377 h 5143785"/>
              <a:gd name="connsiteX27695" fmla="*/ 1446467 w 3114960"/>
              <a:gd name="connsiteY27695" fmla="*/ 2254377 h 5143785"/>
              <a:gd name="connsiteX27696" fmla="*/ 1446467 w 3114960"/>
              <a:gd name="connsiteY27696" fmla="*/ 2172081 h 5143785"/>
              <a:gd name="connsiteX27697" fmla="*/ 1451896 w 3114960"/>
              <a:gd name="connsiteY27697" fmla="*/ 2164747 h 5143785"/>
              <a:gd name="connsiteX27698" fmla="*/ 1444085 w 3114960"/>
              <a:gd name="connsiteY27698" fmla="*/ 2156936 h 5143785"/>
              <a:gd name="connsiteX27699" fmla="*/ 1436275 w 3114960"/>
              <a:gd name="connsiteY27699" fmla="*/ 2164747 h 5143785"/>
              <a:gd name="connsiteX27700" fmla="*/ 1441704 w 3114960"/>
              <a:gd name="connsiteY27700" fmla="*/ 2172081 h 5143785"/>
              <a:gd name="connsiteX27701" fmla="*/ 1441704 w 3114960"/>
              <a:gd name="connsiteY27701" fmla="*/ 2254377 h 5143785"/>
              <a:gd name="connsiteX27702" fmla="*/ 1431893 w 3114960"/>
              <a:gd name="connsiteY27702" fmla="*/ 2254377 h 5143785"/>
              <a:gd name="connsiteX27703" fmla="*/ 1456373 w 3114960"/>
              <a:gd name="connsiteY27703" fmla="*/ 2256758 h 5143785"/>
              <a:gd name="connsiteX27704" fmla="*/ 1457135 w 3114960"/>
              <a:gd name="connsiteY27704" fmla="*/ 2257520 h 5143785"/>
              <a:gd name="connsiteX27705" fmla="*/ 1457135 w 3114960"/>
              <a:gd name="connsiteY27705" fmla="*/ 2281904 h 5143785"/>
              <a:gd name="connsiteX27706" fmla="*/ 1456373 w 3114960"/>
              <a:gd name="connsiteY27706" fmla="*/ 2282666 h 5143785"/>
              <a:gd name="connsiteX27707" fmla="*/ 1431989 w 3114960"/>
              <a:gd name="connsiteY27707" fmla="*/ 2282666 h 5143785"/>
              <a:gd name="connsiteX27708" fmla="*/ 1431227 w 3114960"/>
              <a:gd name="connsiteY27708" fmla="*/ 2281904 h 5143785"/>
              <a:gd name="connsiteX27709" fmla="*/ 1431227 w 3114960"/>
              <a:gd name="connsiteY27709" fmla="*/ 2257520 h 5143785"/>
              <a:gd name="connsiteX27710" fmla="*/ 1431989 w 3114960"/>
              <a:gd name="connsiteY27710" fmla="*/ 2256758 h 5143785"/>
              <a:gd name="connsiteX27711" fmla="*/ 1456373 w 3114960"/>
              <a:gd name="connsiteY27711" fmla="*/ 2256758 h 5143785"/>
              <a:gd name="connsiteX27712" fmla="*/ 1441132 w 3114960"/>
              <a:gd name="connsiteY27712" fmla="*/ 2125504 h 5143785"/>
              <a:gd name="connsiteX27713" fmla="*/ 1447228 w 3114960"/>
              <a:gd name="connsiteY27713" fmla="*/ 2125504 h 5143785"/>
              <a:gd name="connsiteX27714" fmla="*/ 1447228 w 3114960"/>
              <a:gd name="connsiteY27714" fmla="*/ 2131600 h 5143785"/>
              <a:gd name="connsiteX27715" fmla="*/ 1441132 w 3114960"/>
              <a:gd name="connsiteY27715" fmla="*/ 2131600 h 5143785"/>
              <a:gd name="connsiteX27716" fmla="*/ 1441132 w 3114960"/>
              <a:gd name="connsiteY27716" fmla="*/ 2125504 h 5143785"/>
              <a:gd name="connsiteX27717" fmla="*/ 364236 w 3114960"/>
              <a:gd name="connsiteY27717" fmla="*/ 3433763 h 5143785"/>
              <a:gd name="connsiteX27718" fmla="*/ 334613 w 3114960"/>
              <a:gd name="connsiteY27718" fmla="*/ 3433763 h 5143785"/>
              <a:gd name="connsiteX27719" fmla="*/ 331470 w 3114960"/>
              <a:gd name="connsiteY27719" fmla="*/ 3436906 h 5143785"/>
              <a:gd name="connsiteX27720" fmla="*/ 331470 w 3114960"/>
              <a:gd name="connsiteY27720" fmla="*/ 3466529 h 5143785"/>
              <a:gd name="connsiteX27721" fmla="*/ 334613 w 3114960"/>
              <a:gd name="connsiteY27721" fmla="*/ 3469672 h 5143785"/>
              <a:gd name="connsiteX27722" fmla="*/ 364236 w 3114960"/>
              <a:gd name="connsiteY27722" fmla="*/ 3469672 h 5143785"/>
              <a:gd name="connsiteX27723" fmla="*/ 367379 w 3114960"/>
              <a:gd name="connsiteY27723" fmla="*/ 3466529 h 5143785"/>
              <a:gd name="connsiteX27724" fmla="*/ 367379 w 3114960"/>
              <a:gd name="connsiteY27724" fmla="*/ 3454146 h 5143785"/>
              <a:gd name="connsiteX27725" fmla="*/ 464820 w 3114960"/>
              <a:gd name="connsiteY27725" fmla="*/ 3454146 h 5143785"/>
              <a:gd name="connsiteX27726" fmla="*/ 473583 w 3114960"/>
              <a:gd name="connsiteY27726" fmla="*/ 3461004 h 5143785"/>
              <a:gd name="connsiteX27727" fmla="*/ 482822 w 3114960"/>
              <a:gd name="connsiteY27727" fmla="*/ 3451765 h 5143785"/>
              <a:gd name="connsiteX27728" fmla="*/ 473583 w 3114960"/>
              <a:gd name="connsiteY27728" fmla="*/ 3442526 h 5143785"/>
              <a:gd name="connsiteX27729" fmla="*/ 464820 w 3114960"/>
              <a:gd name="connsiteY27729" fmla="*/ 3449384 h 5143785"/>
              <a:gd name="connsiteX27730" fmla="*/ 367379 w 3114960"/>
              <a:gd name="connsiteY27730" fmla="*/ 3449384 h 5143785"/>
              <a:gd name="connsiteX27731" fmla="*/ 367379 w 3114960"/>
              <a:gd name="connsiteY27731" fmla="*/ 3437001 h 5143785"/>
              <a:gd name="connsiteX27732" fmla="*/ 364236 w 3114960"/>
              <a:gd name="connsiteY27732" fmla="*/ 3433858 h 5143785"/>
              <a:gd name="connsiteX27733" fmla="*/ 364998 w 3114960"/>
              <a:gd name="connsiteY27733" fmla="*/ 3466529 h 5143785"/>
              <a:gd name="connsiteX27734" fmla="*/ 364236 w 3114960"/>
              <a:gd name="connsiteY27734" fmla="*/ 3467291 h 5143785"/>
              <a:gd name="connsiteX27735" fmla="*/ 334613 w 3114960"/>
              <a:gd name="connsiteY27735" fmla="*/ 3467291 h 5143785"/>
              <a:gd name="connsiteX27736" fmla="*/ 333851 w 3114960"/>
              <a:gd name="connsiteY27736" fmla="*/ 3466529 h 5143785"/>
              <a:gd name="connsiteX27737" fmla="*/ 333851 w 3114960"/>
              <a:gd name="connsiteY27737" fmla="*/ 3436906 h 5143785"/>
              <a:gd name="connsiteX27738" fmla="*/ 334613 w 3114960"/>
              <a:gd name="connsiteY27738" fmla="*/ 3436144 h 5143785"/>
              <a:gd name="connsiteX27739" fmla="*/ 364236 w 3114960"/>
              <a:gd name="connsiteY27739" fmla="*/ 3436144 h 5143785"/>
              <a:gd name="connsiteX27740" fmla="*/ 364998 w 3114960"/>
              <a:gd name="connsiteY27740" fmla="*/ 3436906 h 5143785"/>
              <a:gd name="connsiteX27741" fmla="*/ 364998 w 3114960"/>
              <a:gd name="connsiteY27741" fmla="*/ 3466529 h 5143785"/>
              <a:gd name="connsiteX27742" fmla="*/ 533591 w 3114960"/>
              <a:gd name="connsiteY27742" fmla="*/ 3074575 h 5143785"/>
              <a:gd name="connsiteX27743" fmla="*/ 528828 w 3114960"/>
              <a:gd name="connsiteY27743" fmla="*/ 3074575 h 5143785"/>
              <a:gd name="connsiteX27744" fmla="*/ 528828 w 3114960"/>
              <a:gd name="connsiteY27744" fmla="*/ 3056096 h 5143785"/>
              <a:gd name="connsiteX27745" fmla="*/ 533591 w 3114960"/>
              <a:gd name="connsiteY27745" fmla="*/ 3056096 h 5143785"/>
              <a:gd name="connsiteX27746" fmla="*/ 533591 w 3114960"/>
              <a:gd name="connsiteY27746" fmla="*/ 3074575 h 5143785"/>
              <a:gd name="connsiteX27747" fmla="*/ 2639949 w 3114960"/>
              <a:gd name="connsiteY27747" fmla="*/ 1523810 h 5143785"/>
              <a:gd name="connsiteX27748" fmla="*/ 2639949 w 3114960"/>
              <a:gd name="connsiteY27748" fmla="*/ 1506093 h 5143785"/>
              <a:gd name="connsiteX27749" fmla="*/ 2657666 w 3114960"/>
              <a:gd name="connsiteY27749" fmla="*/ 1506093 h 5143785"/>
              <a:gd name="connsiteX27750" fmla="*/ 2657666 w 3114960"/>
              <a:gd name="connsiteY27750" fmla="*/ 1523810 h 5143785"/>
              <a:gd name="connsiteX27751" fmla="*/ 2639949 w 3114960"/>
              <a:gd name="connsiteY27751" fmla="*/ 1523810 h 5143785"/>
              <a:gd name="connsiteX27752" fmla="*/ 524256 w 3114960"/>
              <a:gd name="connsiteY27752" fmla="*/ 3349657 h 5143785"/>
              <a:gd name="connsiteX27753" fmla="*/ 619506 w 3114960"/>
              <a:gd name="connsiteY27753" fmla="*/ 3349657 h 5143785"/>
              <a:gd name="connsiteX27754" fmla="*/ 637794 w 3114960"/>
              <a:gd name="connsiteY27754" fmla="*/ 3333750 h 5143785"/>
              <a:gd name="connsiteX27755" fmla="*/ 683609 w 3114960"/>
              <a:gd name="connsiteY27755" fmla="*/ 3333750 h 5143785"/>
              <a:gd name="connsiteX27756" fmla="*/ 690467 w 3114960"/>
              <a:gd name="connsiteY27756" fmla="*/ 3338703 h 5143785"/>
              <a:gd name="connsiteX27757" fmla="*/ 697897 w 3114960"/>
              <a:gd name="connsiteY27757" fmla="*/ 3331369 h 5143785"/>
              <a:gd name="connsiteX27758" fmla="*/ 690563 w 3114960"/>
              <a:gd name="connsiteY27758" fmla="*/ 3323939 h 5143785"/>
              <a:gd name="connsiteX27759" fmla="*/ 683609 w 3114960"/>
              <a:gd name="connsiteY27759" fmla="*/ 3328988 h 5143785"/>
              <a:gd name="connsiteX27760" fmla="*/ 635984 w 3114960"/>
              <a:gd name="connsiteY27760" fmla="*/ 3328988 h 5143785"/>
              <a:gd name="connsiteX27761" fmla="*/ 617696 w 3114960"/>
              <a:gd name="connsiteY27761" fmla="*/ 3344894 h 5143785"/>
              <a:gd name="connsiteX27762" fmla="*/ 524447 w 3114960"/>
              <a:gd name="connsiteY27762" fmla="*/ 3344894 h 5143785"/>
              <a:gd name="connsiteX27763" fmla="*/ 513207 w 3114960"/>
              <a:gd name="connsiteY27763" fmla="*/ 3335179 h 5143785"/>
              <a:gd name="connsiteX27764" fmla="*/ 501587 w 3114960"/>
              <a:gd name="connsiteY27764" fmla="*/ 3346799 h 5143785"/>
              <a:gd name="connsiteX27765" fmla="*/ 513207 w 3114960"/>
              <a:gd name="connsiteY27765" fmla="*/ 3358420 h 5143785"/>
              <a:gd name="connsiteX27766" fmla="*/ 524256 w 3114960"/>
              <a:gd name="connsiteY27766" fmla="*/ 3349657 h 5143785"/>
              <a:gd name="connsiteX27767" fmla="*/ 506349 w 3114960"/>
              <a:gd name="connsiteY27767" fmla="*/ 3346799 h 5143785"/>
              <a:gd name="connsiteX27768" fmla="*/ 513207 w 3114960"/>
              <a:gd name="connsiteY27768" fmla="*/ 3339942 h 5143785"/>
              <a:gd name="connsiteX27769" fmla="*/ 520065 w 3114960"/>
              <a:gd name="connsiteY27769" fmla="*/ 3346799 h 5143785"/>
              <a:gd name="connsiteX27770" fmla="*/ 513207 w 3114960"/>
              <a:gd name="connsiteY27770" fmla="*/ 3353657 h 5143785"/>
              <a:gd name="connsiteX27771" fmla="*/ 506349 w 3114960"/>
              <a:gd name="connsiteY27771" fmla="*/ 3346799 h 5143785"/>
              <a:gd name="connsiteX27772" fmla="*/ 559689 w 3114960"/>
              <a:gd name="connsiteY27772" fmla="*/ 3156490 h 5143785"/>
              <a:gd name="connsiteX27773" fmla="*/ 563118 w 3114960"/>
              <a:gd name="connsiteY27773" fmla="*/ 3153156 h 5143785"/>
              <a:gd name="connsiteX27774" fmla="*/ 569024 w 3114960"/>
              <a:gd name="connsiteY27774" fmla="*/ 3159347 h 5143785"/>
              <a:gd name="connsiteX27775" fmla="*/ 577501 w 3114960"/>
              <a:gd name="connsiteY27775" fmla="*/ 3159347 h 5143785"/>
              <a:gd name="connsiteX27776" fmla="*/ 577501 w 3114960"/>
              <a:gd name="connsiteY27776" fmla="*/ 3164110 h 5143785"/>
              <a:gd name="connsiteX27777" fmla="*/ 566928 w 3114960"/>
              <a:gd name="connsiteY27777" fmla="*/ 3164110 h 5143785"/>
              <a:gd name="connsiteX27778" fmla="*/ 559689 w 3114960"/>
              <a:gd name="connsiteY27778" fmla="*/ 3156395 h 5143785"/>
              <a:gd name="connsiteX27779" fmla="*/ 84868 w 3114960"/>
              <a:gd name="connsiteY27779" fmla="*/ 2068830 h 5143785"/>
              <a:gd name="connsiteX27780" fmla="*/ 95917 w 3114960"/>
              <a:gd name="connsiteY27780" fmla="*/ 2077974 h 5143785"/>
              <a:gd name="connsiteX27781" fmla="*/ 107442 w 3114960"/>
              <a:gd name="connsiteY27781" fmla="*/ 2066449 h 5143785"/>
              <a:gd name="connsiteX27782" fmla="*/ 95917 w 3114960"/>
              <a:gd name="connsiteY27782" fmla="*/ 2054924 h 5143785"/>
              <a:gd name="connsiteX27783" fmla="*/ 84868 w 3114960"/>
              <a:gd name="connsiteY27783" fmla="*/ 2064068 h 5143785"/>
              <a:gd name="connsiteX27784" fmla="*/ 95 w 3114960"/>
              <a:gd name="connsiteY27784" fmla="*/ 2064068 h 5143785"/>
              <a:gd name="connsiteX27785" fmla="*/ 95 w 3114960"/>
              <a:gd name="connsiteY27785" fmla="*/ 2068830 h 5143785"/>
              <a:gd name="connsiteX27786" fmla="*/ 84868 w 3114960"/>
              <a:gd name="connsiteY27786" fmla="*/ 2068830 h 5143785"/>
              <a:gd name="connsiteX27787" fmla="*/ 95917 w 3114960"/>
              <a:gd name="connsiteY27787" fmla="*/ 2059686 h 5143785"/>
              <a:gd name="connsiteX27788" fmla="*/ 102680 w 3114960"/>
              <a:gd name="connsiteY27788" fmla="*/ 2066449 h 5143785"/>
              <a:gd name="connsiteX27789" fmla="*/ 95917 w 3114960"/>
              <a:gd name="connsiteY27789" fmla="*/ 2073212 h 5143785"/>
              <a:gd name="connsiteX27790" fmla="*/ 89154 w 3114960"/>
              <a:gd name="connsiteY27790" fmla="*/ 2066449 h 5143785"/>
              <a:gd name="connsiteX27791" fmla="*/ 95917 w 3114960"/>
              <a:gd name="connsiteY27791" fmla="*/ 2059686 h 5143785"/>
              <a:gd name="connsiteX27792" fmla="*/ 1653159 w 3114960"/>
              <a:gd name="connsiteY27792" fmla="*/ 1954054 h 5143785"/>
              <a:gd name="connsiteX27793" fmla="*/ 1662970 w 3114960"/>
              <a:gd name="connsiteY27793" fmla="*/ 1965198 h 5143785"/>
              <a:gd name="connsiteX27794" fmla="*/ 1663637 w 3114960"/>
              <a:gd name="connsiteY27794" fmla="*/ 1965198 h 5143785"/>
              <a:gd name="connsiteX27795" fmla="*/ 1674114 w 3114960"/>
              <a:gd name="connsiteY27795" fmla="*/ 1955387 h 5143785"/>
              <a:gd name="connsiteX27796" fmla="*/ 1664303 w 3114960"/>
              <a:gd name="connsiteY27796" fmla="*/ 1944243 h 5143785"/>
              <a:gd name="connsiteX27797" fmla="*/ 1653159 w 3114960"/>
              <a:gd name="connsiteY27797" fmla="*/ 1954054 h 5143785"/>
              <a:gd name="connsiteX27798" fmla="*/ 1669352 w 3114960"/>
              <a:gd name="connsiteY27798" fmla="*/ 1955102 h 5143785"/>
              <a:gd name="connsiteX27799" fmla="*/ 1663256 w 3114960"/>
              <a:gd name="connsiteY27799" fmla="*/ 1960436 h 5143785"/>
              <a:gd name="connsiteX27800" fmla="*/ 1657922 w 3114960"/>
              <a:gd name="connsiteY27800" fmla="*/ 1954340 h 5143785"/>
              <a:gd name="connsiteX27801" fmla="*/ 1663637 w 3114960"/>
              <a:gd name="connsiteY27801" fmla="*/ 1949006 h 5143785"/>
              <a:gd name="connsiteX27802" fmla="*/ 1664018 w 3114960"/>
              <a:gd name="connsiteY27802" fmla="*/ 1949006 h 5143785"/>
              <a:gd name="connsiteX27803" fmla="*/ 1669352 w 3114960"/>
              <a:gd name="connsiteY27803" fmla="*/ 1955102 h 5143785"/>
              <a:gd name="connsiteX27804" fmla="*/ 362712 w 3114960"/>
              <a:gd name="connsiteY27804" fmla="*/ 3391567 h 5143785"/>
              <a:gd name="connsiteX27805" fmla="*/ 362712 w 3114960"/>
              <a:gd name="connsiteY27805" fmla="*/ 3410331 h 5143785"/>
              <a:gd name="connsiteX27806" fmla="*/ 358902 w 3114960"/>
              <a:gd name="connsiteY27806" fmla="*/ 3414141 h 5143785"/>
              <a:gd name="connsiteX27807" fmla="*/ 340138 w 3114960"/>
              <a:gd name="connsiteY27807" fmla="*/ 3414141 h 5143785"/>
              <a:gd name="connsiteX27808" fmla="*/ 336328 w 3114960"/>
              <a:gd name="connsiteY27808" fmla="*/ 3410331 h 5143785"/>
              <a:gd name="connsiteX27809" fmla="*/ 336328 w 3114960"/>
              <a:gd name="connsiteY27809" fmla="*/ 3391567 h 5143785"/>
              <a:gd name="connsiteX27810" fmla="*/ 340138 w 3114960"/>
              <a:gd name="connsiteY27810" fmla="*/ 3387757 h 5143785"/>
              <a:gd name="connsiteX27811" fmla="*/ 358902 w 3114960"/>
              <a:gd name="connsiteY27811" fmla="*/ 3387757 h 5143785"/>
              <a:gd name="connsiteX27812" fmla="*/ 362712 w 3114960"/>
              <a:gd name="connsiteY27812" fmla="*/ 3391567 h 5143785"/>
              <a:gd name="connsiteX27813" fmla="*/ 2303812 w 3114960"/>
              <a:gd name="connsiteY27813" fmla="*/ 1711643 h 5143785"/>
              <a:gd name="connsiteX27814" fmla="*/ 2303812 w 3114960"/>
              <a:gd name="connsiteY27814" fmla="*/ 1700308 h 5143785"/>
              <a:gd name="connsiteX27815" fmla="*/ 2310194 w 3114960"/>
              <a:gd name="connsiteY27815" fmla="*/ 1694021 h 5143785"/>
              <a:gd name="connsiteX27816" fmla="*/ 2407063 w 3114960"/>
              <a:gd name="connsiteY27816" fmla="*/ 1694021 h 5143785"/>
              <a:gd name="connsiteX27817" fmla="*/ 2413349 w 3114960"/>
              <a:gd name="connsiteY27817" fmla="*/ 1700308 h 5143785"/>
              <a:gd name="connsiteX27818" fmla="*/ 2413349 w 3114960"/>
              <a:gd name="connsiteY27818" fmla="*/ 1711643 h 5143785"/>
              <a:gd name="connsiteX27819" fmla="*/ 2407063 w 3114960"/>
              <a:gd name="connsiteY27819" fmla="*/ 1717929 h 5143785"/>
              <a:gd name="connsiteX27820" fmla="*/ 2310194 w 3114960"/>
              <a:gd name="connsiteY27820" fmla="*/ 1717929 h 5143785"/>
              <a:gd name="connsiteX27821" fmla="*/ 2303812 w 3114960"/>
              <a:gd name="connsiteY27821" fmla="*/ 1711643 h 5143785"/>
              <a:gd name="connsiteX27822" fmla="*/ 496062 w 3114960"/>
              <a:gd name="connsiteY27822" fmla="*/ 3389376 h 5143785"/>
              <a:gd name="connsiteX27823" fmla="*/ 484918 w 3114960"/>
              <a:gd name="connsiteY27823" fmla="*/ 3398615 h 5143785"/>
              <a:gd name="connsiteX27824" fmla="*/ 367475 w 3114960"/>
              <a:gd name="connsiteY27824" fmla="*/ 3398615 h 5143785"/>
              <a:gd name="connsiteX27825" fmla="*/ 367475 w 3114960"/>
              <a:gd name="connsiteY27825" fmla="*/ 3386233 h 5143785"/>
              <a:gd name="connsiteX27826" fmla="*/ 364331 w 3114960"/>
              <a:gd name="connsiteY27826" fmla="*/ 3383090 h 5143785"/>
              <a:gd name="connsiteX27827" fmla="*/ 334709 w 3114960"/>
              <a:gd name="connsiteY27827" fmla="*/ 3383090 h 5143785"/>
              <a:gd name="connsiteX27828" fmla="*/ 331565 w 3114960"/>
              <a:gd name="connsiteY27828" fmla="*/ 3386233 h 5143785"/>
              <a:gd name="connsiteX27829" fmla="*/ 331565 w 3114960"/>
              <a:gd name="connsiteY27829" fmla="*/ 3398615 h 5143785"/>
              <a:gd name="connsiteX27830" fmla="*/ 233839 w 3114960"/>
              <a:gd name="connsiteY27830" fmla="*/ 3398615 h 5143785"/>
              <a:gd name="connsiteX27831" fmla="*/ 218980 w 3114960"/>
              <a:gd name="connsiteY27831" fmla="*/ 3380709 h 5143785"/>
              <a:gd name="connsiteX27832" fmla="*/ 218980 w 3114960"/>
              <a:gd name="connsiteY27832" fmla="*/ 3249073 h 5143785"/>
              <a:gd name="connsiteX27833" fmla="*/ 159639 w 3114960"/>
              <a:gd name="connsiteY27833" fmla="*/ 3192590 h 5143785"/>
              <a:gd name="connsiteX27834" fmla="*/ 158972 w 3114960"/>
              <a:gd name="connsiteY27834" fmla="*/ 3191923 h 5143785"/>
              <a:gd name="connsiteX27835" fmla="*/ 95 w 3114960"/>
              <a:gd name="connsiteY27835" fmla="*/ 3191923 h 5143785"/>
              <a:gd name="connsiteX27836" fmla="*/ 95 w 3114960"/>
              <a:gd name="connsiteY27836" fmla="*/ 3196685 h 5143785"/>
              <a:gd name="connsiteX27837" fmla="*/ 156972 w 3114960"/>
              <a:gd name="connsiteY27837" fmla="*/ 3196685 h 5143785"/>
              <a:gd name="connsiteX27838" fmla="*/ 214122 w 3114960"/>
              <a:gd name="connsiteY27838" fmla="*/ 3251168 h 5143785"/>
              <a:gd name="connsiteX27839" fmla="*/ 214122 w 3114960"/>
              <a:gd name="connsiteY27839" fmla="*/ 3382518 h 5143785"/>
              <a:gd name="connsiteX27840" fmla="*/ 231553 w 3114960"/>
              <a:gd name="connsiteY27840" fmla="*/ 3403473 h 5143785"/>
              <a:gd name="connsiteX27841" fmla="*/ 331565 w 3114960"/>
              <a:gd name="connsiteY27841" fmla="*/ 3403473 h 5143785"/>
              <a:gd name="connsiteX27842" fmla="*/ 331565 w 3114960"/>
              <a:gd name="connsiteY27842" fmla="*/ 3415855 h 5143785"/>
              <a:gd name="connsiteX27843" fmla="*/ 334709 w 3114960"/>
              <a:gd name="connsiteY27843" fmla="*/ 3418999 h 5143785"/>
              <a:gd name="connsiteX27844" fmla="*/ 364331 w 3114960"/>
              <a:gd name="connsiteY27844" fmla="*/ 3418999 h 5143785"/>
              <a:gd name="connsiteX27845" fmla="*/ 367475 w 3114960"/>
              <a:gd name="connsiteY27845" fmla="*/ 3415855 h 5143785"/>
              <a:gd name="connsiteX27846" fmla="*/ 367475 w 3114960"/>
              <a:gd name="connsiteY27846" fmla="*/ 3403473 h 5143785"/>
              <a:gd name="connsiteX27847" fmla="*/ 484918 w 3114960"/>
              <a:gd name="connsiteY27847" fmla="*/ 3403473 h 5143785"/>
              <a:gd name="connsiteX27848" fmla="*/ 496062 w 3114960"/>
              <a:gd name="connsiteY27848" fmla="*/ 3412712 h 5143785"/>
              <a:gd name="connsiteX27849" fmla="*/ 507683 w 3114960"/>
              <a:gd name="connsiteY27849" fmla="*/ 3401092 h 5143785"/>
              <a:gd name="connsiteX27850" fmla="*/ 496062 w 3114960"/>
              <a:gd name="connsiteY27850" fmla="*/ 3389471 h 5143785"/>
              <a:gd name="connsiteX27851" fmla="*/ 364998 w 3114960"/>
              <a:gd name="connsiteY27851" fmla="*/ 3415760 h 5143785"/>
              <a:gd name="connsiteX27852" fmla="*/ 364236 w 3114960"/>
              <a:gd name="connsiteY27852" fmla="*/ 3416522 h 5143785"/>
              <a:gd name="connsiteX27853" fmla="*/ 334613 w 3114960"/>
              <a:gd name="connsiteY27853" fmla="*/ 3416522 h 5143785"/>
              <a:gd name="connsiteX27854" fmla="*/ 333851 w 3114960"/>
              <a:gd name="connsiteY27854" fmla="*/ 3415760 h 5143785"/>
              <a:gd name="connsiteX27855" fmla="*/ 333851 w 3114960"/>
              <a:gd name="connsiteY27855" fmla="*/ 3386138 h 5143785"/>
              <a:gd name="connsiteX27856" fmla="*/ 334613 w 3114960"/>
              <a:gd name="connsiteY27856" fmla="*/ 3385376 h 5143785"/>
              <a:gd name="connsiteX27857" fmla="*/ 364236 w 3114960"/>
              <a:gd name="connsiteY27857" fmla="*/ 3385376 h 5143785"/>
              <a:gd name="connsiteX27858" fmla="*/ 364998 w 3114960"/>
              <a:gd name="connsiteY27858" fmla="*/ 3386138 h 5143785"/>
              <a:gd name="connsiteX27859" fmla="*/ 364998 w 3114960"/>
              <a:gd name="connsiteY27859" fmla="*/ 3415760 h 5143785"/>
              <a:gd name="connsiteX27860" fmla="*/ 496062 w 3114960"/>
              <a:gd name="connsiteY27860" fmla="*/ 3407855 h 5143785"/>
              <a:gd name="connsiteX27861" fmla="*/ 489204 w 3114960"/>
              <a:gd name="connsiteY27861" fmla="*/ 3400997 h 5143785"/>
              <a:gd name="connsiteX27862" fmla="*/ 496062 w 3114960"/>
              <a:gd name="connsiteY27862" fmla="*/ 3394138 h 5143785"/>
              <a:gd name="connsiteX27863" fmla="*/ 502920 w 3114960"/>
              <a:gd name="connsiteY27863" fmla="*/ 3400997 h 5143785"/>
              <a:gd name="connsiteX27864" fmla="*/ 496062 w 3114960"/>
              <a:gd name="connsiteY27864" fmla="*/ 3407855 h 5143785"/>
              <a:gd name="connsiteX27865" fmla="*/ 1712786 w 3114960"/>
              <a:gd name="connsiteY27865" fmla="*/ 2063401 h 5143785"/>
              <a:gd name="connsiteX27866" fmla="*/ 1707737 w 3114960"/>
              <a:gd name="connsiteY27866" fmla="*/ 2058353 h 5143785"/>
              <a:gd name="connsiteX27867" fmla="*/ 1694783 w 3114960"/>
              <a:gd name="connsiteY27867" fmla="*/ 2058353 h 5143785"/>
              <a:gd name="connsiteX27868" fmla="*/ 1694021 w 3114960"/>
              <a:gd name="connsiteY27868" fmla="*/ 2058543 h 5143785"/>
              <a:gd name="connsiteX27869" fmla="*/ 1680686 w 3114960"/>
              <a:gd name="connsiteY27869" fmla="*/ 2045399 h 5143785"/>
              <a:gd name="connsiteX27870" fmla="*/ 1570958 w 3114960"/>
              <a:gd name="connsiteY27870" fmla="*/ 2045018 h 5143785"/>
              <a:gd name="connsiteX27871" fmla="*/ 1570196 w 3114960"/>
              <a:gd name="connsiteY27871" fmla="*/ 2045018 h 5143785"/>
              <a:gd name="connsiteX27872" fmla="*/ 1539335 w 3114960"/>
              <a:gd name="connsiteY27872" fmla="*/ 2066449 h 5143785"/>
              <a:gd name="connsiteX27873" fmla="*/ 1492853 w 3114960"/>
              <a:gd name="connsiteY27873" fmla="*/ 2066163 h 5143785"/>
              <a:gd name="connsiteX27874" fmla="*/ 1492091 w 3114960"/>
              <a:gd name="connsiteY27874" fmla="*/ 2064258 h 5143785"/>
              <a:gd name="connsiteX27875" fmla="*/ 1488281 w 3114960"/>
              <a:gd name="connsiteY27875" fmla="*/ 2061686 h 5143785"/>
              <a:gd name="connsiteX27876" fmla="*/ 1483709 w 3114960"/>
              <a:gd name="connsiteY27876" fmla="*/ 2062544 h 5143785"/>
              <a:gd name="connsiteX27877" fmla="*/ 1481138 w 3114960"/>
              <a:gd name="connsiteY27877" fmla="*/ 2066353 h 5143785"/>
              <a:gd name="connsiteX27878" fmla="*/ 1481995 w 3114960"/>
              <a:gd name="connsiteY27878" fmla="*/ 2070926 h 5143785"/>
              <a:gd name="connsiteX27879" fmla="*/ 1485805 w 3114960"/>
              <a:gd name="connsiteY27879" fmla="*/ 2073497 h 5143785"/>
              <a:gd name="connsiteX27880" fmla="*/ 1487043 w 3114960"/>
              <a:gd name="connsiteY27880" fmla="*/ 2073593 h 5143785"/>
              <a:gd name="connsiteX27881" fmla="*/ 1490377 w 3114960"/>
              <a:gd name="connsiteY27881" fmla="*/ 2072640 h 5143785"/>
              <a:gd name="connsiteX27882" fmla="*/ 1492091 w 3114960"/>
              <a:gd name="connsiteY27882" fmla="*/ 2070926 h 5143785"/>
              <a:gd name="connsiteX27883" fmla="*/ 1540859 w 3114960"/>
              <a:gd name="connsiteY27883" fmla="*/ 2071211 h 5143785"/>
              <a:gd name="connsiteX27884" fmla="*/ 1571720 w 3114960"/>
              <a:gd name="connsiteY27884" fmla="*/ 2049780 h 5143785"/>
              <a:gd name="connsiteX27885" fmla="*/ 1678781 w 3114960"/>
              <a:gd name="connsiteY27885" fmla="*/ 2050161 h 5143785"/>
              <a:gd name="connsiteX27886" fmla="*/ 1690211 w 3114960"/>
              <a:gd name="connsiteY27886" fmla="*/ 2061401 h 5143785"/>
              <a:gd name="connsiteX27887" fmla="*/ 1689735 w 3114960"/>
              <a:gd name="connsiteY27887" fmla="*/ 2063401 h 5143785"/>
              <a:gd name="connsiteX27888" fmla="*/ 1689735 w 3114960"/>
              <a:gd name="connsiteY27888" fmla="*/ 2076355 h 5143785"/>
              <a:gd name="connsiteX27889" fmla="*/ 1694783 w 3114960"/>
              <a:gd name="connsiteY27889" fmla="*/ 2081403 h 5143785"/>
              <a:gd name="connsiteX27890" fmla="*/ 1707737 w 3114960"/>
              <a:gd name="connsiteY27890" fmla="*/ 2081403 h 5143785"/>
              <a:gd name="connsiteX27891" fmla="*/ 1709928 w 3114960"/>
              <a:gd name="connsiteY27891" fmla="*/ 2080832 h 5143785"/>
              <a:gd name="connsiteX27892" fmla="*/ 1945196 w 3114960"/>
              <a:gd name="connsiteY27892" fmla="*/ 2304764 h 5143785"/>
              <a:gd name="connsiteX27893" fmla="*/ 2009013 w 3114960"/>
              <a:gd name="connsiteY27893" fmla="*/ 2304479 h 5143785"/>
              <a:gd name="connsiteX27894" fmla="*/ 2020348 w 3114960"/>
              <a:gd name="connsiteY27894" fmla="*/ 2313908 h 5143785"/>
              <a:gd name="connsiteX27895" fmla="*/ 2032159 w 3114960"/>
              <a:gd name="connsiteY27895" fmla="*/ 2302097 h 5143785"/>
              <a:gd name="connsiteX27896" fmla="*/ 2020348 w 3114960"/>
              <a:gd name="connsiteY27896" fmla="*/ 2290286 h 5143785"/>
              <a:gd name="connsiteX27897" fmla="*/ 2009013 w 3114960"/>
              <a:gd name="connsiteY27897" fmla="*/ 2299716 h 5143785"/>
              <a:gd name="connsiteX27898" fmla="*/ 1947101 w 3114960"/>
              <a:gd name="connsiteY27898" fmla="*/ 2300002 h 5143785"/>
              <a:gd name="connsiteX27899" fmla="*/ 1712690 w 3114960"/>
              <a:gd name="connsiteY27899" fmla="*/ 2076831 h 5143785"/>
              <a:gd name="connsiteX27900" fmla="*/ 1712786 w 3114960"/>
              <a:gd name="connsiteY27900" fmla="*/ 2076260 h 5143785"/>
              <a:gd name="connsiteX27901" fmla="*/ 1712786 w 3114960"/>
              <a:gd name="connsiteY27901" fmla="*/ 2063306 h 5143785"/>
              <a:gd name="connsiteX27902" fmla="*/ 1487710 w 3114960"/>
              <a:gd name="connsiteY27902" fmla="*/ 2068735 h 5143785"/>
              <a:gd name="connsiteX27903" fmla="*/ 1485900 w 3114960"/>
              <a:gd name="connsiteY27903" fmla="*/ 2068354 h 5143785"/>
              <a:gd name="connsiteX27904" fmla="*/ 1486281 w 3114960"/>
              <a:gd name="connsiteY27904" fmla="*/ 2066544 h 5143785"/>
              <a:gd name="connsiteX27905" fmla="*/ 1486948 w 3114960"/>
              <a:gd name="connsiteY27905" fmla="*/ 2066353 h 5143785"/>
              <a:gd name="connsiteX27906" fmla="*/ 1487996 w 3114960"/>
              <a:gd name="connsiteY27906" fmla="*/ 2066925 h 5143785"/>
              <a:gd name="connsiteX27907" fmla="*/ 1487615 w 3114960"/>
              <a:gd name="connsiteY27907" fmla="*/ 2068735 h 5143785"/>
              <a:gd name="connsiteX27908" fmla="*/ 1708023 w 3114960"/>
              <a:gd name="connsiteY27908" fmla="*/ 2076355 h 5143785"/>
              <a:gd name="connsiteX27909" fmla="*/ 1707737 w 3114960"/>
              <a:gd name="connsiteY27909" fmla="*/ 2076641 h 5143785"/>
              <a:gd name="connsiteX27910" fmla="*/ 1694498 w 3114960"/>
              <a:gd name="connsiteY27910" fmla="*/ 2076355 h 5143785"/>
              <a:gd name="connsiteX27911" fmla="*/ 1694783 w 3114960"/>
              <a:gd name="connsiteY27911" fmla="*/ 2063115 h 5143785"/>
              <a:gd name="connsiteX27912" fmla="*/ 1708023 w 3114960"/>
              <a:gd name="connsiteY27912" fmla="*/ 2063401 h 5143785"/>
              <a:gd name="connsiteX27913" fmla="*/ 1708023 w 3114960"/>
              <a:gd name="connsiteY27913" fmla="*/ 2076355 h 5143785"/>
              <a:gd name="connsiteX27914" fmla="*/ 2020348 w 3114960"/>
              <a:gd name="connsiteY27914" fmla="*/ 2295144 h 5143785"/>
              <a:gd name="connsiteX27915" fmla="*/ 2027396 w 3114960"/>
              <a:gd name="connsiteY27915" fmla="*/ 2302193 h 5143785"/>
              <a:gd name="connsiteX27916" fmla="*/ 2020348 w 3114960"/>
              <a:gd name="connsiteY27916" fmla="*/ 2309241 h 5143785"/>
              <a:gd name="connsiteX27917" fmla="*/ 2013299 w 3114960"/>
              <a:gd name="connsiteY27917" fmla="*/ 2302193 h 5143785"/>
              <a:gd name="connsiteX27918" fmla="*/ 2020348 w 3114960"/>
              <a:gd name="connsiteY27918" fmla="*/ 2295144 h 5143785"/>
              <a:gd name="connsiteX27919" fmla="*/ 1733741 w 3114960"/>
              <a:gd name="connsiteY27919" fmla="*/ 1968437 h 5143785"/>
              <a:gd name="connsiteX27920" fmla="*/ 1726978 w 3114960"/>
              <a:gd name="connsiteY27920" fmla="*/ 1961674 h 5143785"/>
              <a:gd name="connsiteX27921" fmla="*/ 1706499 w 3114960"/>
              <a:gd name="connsiteY27921" fmla="*/ 1961674 h 5143785"/>
              <a:gd name="connsiteX27922" fmla="*/ 1699736 w 3114960"/>
              <a:gd name="connsiteY27922" fmla="*/ 1968437 h 5143785"/>
              <a:gd name="connsiteX27923" fmla="*/ 1699736 w 3114960"/>
              <a:gd name="connsiteY27923" fmla="*/ 1975295 h 5143785"/>
              <a:gd name="connsiteX27924" fmla="*/ 1706499 w 3114960"/>
              <a:gd name="connsiteY27924" fmla="*/ 1982057 h 5143785"/>
              <a:gd name="connsiteX27925" fmla="*/ 1726978 w 3114960"/>
              <a:gd name="connsiteY27925" fmla="*/ 1982057 h 5143785"/>
              <a:gd name="connsiteX27926" fmla="*/ 1727645 w 3114960"/>
              <a:gd name="connsiteY27926" fmla="*/ 1981962 h 5143785"/>
              <a:gd name="connsiteX27927" fmla="*/ 1965103 w 3114960"/>
              <a:gd name="connsiteY27927" fmla="*/ 2207990 h 5143785"/>
              <a:gd name="connsiteX27928" fmla="*/ 2011394 w 3114960"/>
              <a:gd name="connsiteY27928" fmla="*/ 2207609 h 5143785"/>
              <a:gd name="connsiteX27929" fmla="*/ 2020824 w 3114960"/>
              <a:gd name="connsiteY27929" fmla="*/ 2214944 h 5143785"/>
              <a:gd name="connsiteX27930" fmla="*/ 2029778 w 3114960"/>
              <a:gd name="connsiteY27930" fmla="*/ 2205133 h 5143785"/>
              <a:gd name="connsiteX27931" fmla="*/ 2019967 w 3114960"/>
              <a:gd name="connsiteY27931" fmla="*/ 2196179 h 5143785"/>
              <a:gd name="connsiteX27932" fmla="*/ 2011490 w 3114960"/>
              <a:gd name="connsiteY27932" fmla="*/ 2202847 h 5143785"/>
              <a:gd name="connsiteX27933" fmla="*/ 1967008 w 3114960"/>
              <a:gd name="connsiteY27933" fmla="*/ 2203228 h 5143785"/>
              <a:gd name="connsiteX27934" fmla="*/ 1732121 w 3114960"/>
              <a:gd name="connsiteY27934" fmla="*/ 1979581 h 5143785"/>
              <a:gd name="connsiteX27935" fmla="*/ 1733741 w 3114960"/>
              <a:gd name="connsiteY27935" fmla="*/ 1975295 h 5143785"/>
              <a:gd name="connsiteX27936" fmla="*/ 1733741 w 3114960"/>
              <a:gd name="connsiteY27936" fmla="*/ 1968437 h 5143785"/>
              <a:gd name="connsiteX27937" fmla="*/ 1728978 w 3114960"/>
              <a:gd name="connsiteY27937" fmla="*/ 1975295 h 5143785"/>
              <a:gd name="connsiteX27938" fmla="*/ 1726978 w 3114960"/>
              <a:gd name="connsiteY27938" fmla="*/ 1977295 h 5143785"/>
              <a:gd name="connsiteX27939" fmla="*/ 1706499 w 3114960"/>
              <a:gd name="connsiteY27939" fmla="*/ 1977295 h 5143785"/>
              <a:gd name="connsiteX27940" fmla="*/ 1704499 w 3114960"/>
              <a:gd name="connsiteY27940" fmla="*/ 1975295 h 5143785"/>
              <a:gd name="connsiteX27941" fmla="*/ 1704499 w 3114960"/>
              <a:gd name="connsiteY27941" fmla="*/ 1968437 h 5143785"/>
              <a:gd name="connsiteX27942" fmla="*/ 1706499 w 3114960"/>
              <a:gd name="connsiteY27942" fmla="*/ 1966436 h 5143785"/>
              <a:gd name="connsiteX27943" fmla="*/ 1726978 w 3114960"/>
              <a:gd name="connsiteY27943" fmla="*/ 1966436 h 5143785"/>
              <a:gd name="connsiteX27944" fmla="*/ 1728978 w 3114960"/>
              <a:gd name="connsiteY27944" fmla="*/ 1968437 h 5143785"/>
              <a:gd name="connsiteX27945" fmla="*/ 1728978 w 3114960"/>
              <a:gd name="connsiteY27945" fmla="*/ 1975295 h 5143785"/>
              <a:gd name="connsiteX27946" fmla="*/ 537020 w 3114960"/>
              <a:gd name="connsiteY27946" fmla="*/ 3013043 h 5143785"/>
              <a:gd name="connsiteX27947" fmla="*/ 537020 w 3114960"/>
              <a:gd name="connsiteY27947" fmla="*/ 3019806 h 5143785"/>
              <a:gd name="connsiteX27948" fmla="*/ 534543 w 3114960"/>
              <a:gd name="connsiteY27948" fmla="*/ 3022283 h 5143785"/>
              <a:gd name="connsiteX27949" fmla="*/ 527780 w 3114960"/>
              <a:gd name="connsiteY27949" fmla="*/ 3022283 h 5143785"/>
              <a:gd name="connsiteX27950" fmla="*/ 525304 w 3114960"/>
              <a:gd name="connsiteY27950" fmla="*/ 3019806 h 5143785"/>
              <a:gd name="connsiteX27951" fmla="*/ 525304 w 3114960"/>
              <a:gd name="connsiteY27951" fmla="*/ 3013043 h 5143785"/>
              <a:gd name="connsiteX27952" fmla="*/ 527780 w 3114960"/>
              <a:gd name="connsiteY27952" fmla="*/ 3010567 h 5143785"/>
              <a:gd name="connsiteX27953" fmla="*/ 534543 w 3114960"/>
              <a:gd name="connsiteY27953" fmla="*/ 3010567 h 5143785"/>
              <a:gd name="connsiteX27954" fmla="*/ 537020 w 3114960"/>
              <a:gd name="connsiteY27954" fmla="*/ 3013043 h 5143785"/>
              <a:gd name="connsiteX27955" fmla="*/ 528828 w 3114960"/>
              <a:gd name="connsiteY27955" fmla="*/ 3093053 h 5143785"/>
              <a:gd name="connsiteX27956" fmla="*/ 533591 w 3114960"/>
              <a:gd name="connsiteY27956" fmla="*/ 3093053 h 5143785"/>
              <a:gd name="connsiteX27957" fmla="*/ 533591 w 3114960"/>
              <a:gd name="connsiteY27957" fmla="*/ 3111532 h 5143785"/>
              <a:gd name="connsiteX27958" fmla="*/ 528828 w 3114960"/>
              <a:gd name="connsiteY27958" fmla="*/ 3111532 h 5143785"/>
              <a:gd name="connsiteX27959" fmla="*/ 528828 w 3114960"/>
              <a:gd name="connsiteY27959" fmla="*/ 3093053 h 5143785"/>
              <a:gd name="connsiteX27960" fmla="*/ 2970467 w 3114960"/>
              <a:gd name="connsiteY27960" fmla="*/ 489776 h 5143785"/>
              <a:gd name="connsiteX27961" fmla="*/ 2974943 w 3114960"/>
              <a:gd name="connsiteY27961" fmla="*/ 470821 h 5143785"/>
              <a:gd name="connsiteX27962" fmla="*/ 2955988 w 3114960"/>
              <a:gd name="connsiteY27962" fmla="*/ 466344 h 5143785"/>
              <a:gd name="connsiteX27963" fmla="*/ 2951512 w 3114960"/>
              <a:gd name="connsiteY27963" fmla="*/ 485299 h 5143785"/>
              <a:gd name="connsiteX27964" fmla="*/ 2960846 w 3114960"/>
              <a:gd name="connsiteY27964" fmla="*/ 491585 h 5143785"/>
              <a:gd name="connsiteX27965" fmla="*/ 2960846 w 3114960"/>
              <a:gd name="connsiteY27965" fmla="*/ 722948 h 5143785"/>
              <a:gd name="connsiteX27966" fmla="*/ 3029807 w 3114960"/>
              <a:gd name="connsiteY27966" fmla="*/ 806768 h 5143785"/>
              <a:gd name="connsiteX27967" fmla="*/ 3080480 w 3114960"/>
              <a:gd name="connsiteY27967" fmla="*/ 806768 h 5143785"/>
              <a:gd name="connsiteX27968" fmla="*/ 3099340 w 3114960"/>
              <a:gd name="connsiteY27968" fmla="*/ 823436 h 5143785"/>
              <a:gd name="connsiteX27969" fmla="*/ 3114866 w 3114960"/>
              <a:gd name="connsiteY27969" fmla="*/ 815435 h 5143785"/>
              <a:gd name="connsiteX27970" fmla="*/ 3114866 w 3114960"/>
              <a:gd name="connsiteY27970" fmla="*/ 793337 h 5143785"/>
              <a:gd name="connsiteX27971" fmla="*/ 3099340 w 3114960"/>
              <a:gd name="connsiteY27971" fmla="*/ 785336 h 5143785"/>
              <a:gd name="connsiteX27972" fmla="*/ 3080480 w 3114960"/>
              <a:gd name="connsiteY27972" fmla="*/ 802005 h 5143785"/>
              <a:gd name="connsiteX27973" fmla="*/ 3032093 w 3114960"/>
              <a:gd name="connsiteY27973" fmla="*/ 802005 h 5143785"/>
              <a:gd name="connsiteX27974" fmla="*/ 2965609 w 3114960"/>
              <a:gd name="connsiteY27974" fmla="*/ 721233 h 5143785"/>
              <a:gd name="connsiteX27975" fmla="*/ 2965609 w 3114960"/>
              <a:gd name="connsiteY27975" fmla="*/ 491585 h 5143785"/>
              <a:gd name="connsiteX27976" fmla="*/ 2970467 w 3114960"/>
              <a:gd name="connsiteY27976" fmla="*/ 489776 h 5143785"/>
              <a:gd name="connsiteX27977" fmla="*/ 3099245 w 3114960"/>
              <a:gd name="connsiteY27977" fmla="*/ 790099 h 5143785"/>
              <a:gd name="connsiteX27978" fmla="*/ 3113532 w 3114960"/>
              <a:gd name="connsiteY27978" fmla="*/ 804386 h 5143785"/>
              <a:gd name="connsiteX27979" fmla="*/ 3099245 w 3114960"/>
              <a:gd name="connsiteY27979" fmla="*/ 818674 h 5143785"/>
              <a:gd name="connsiteX27980" fmla="*/ 3084957 w 3114960"/>
              <a:gd name="connsiteY27980" fmla="*/ 804386 h 5143785"/>
              <a:gd name="connsiteX27981" fmla="*/ 3099245 w 3114960"/>
              <a:gd name="connsiteY27981" fmla="*/ 790099 h 5143785"/>
              <a:gd name="connsiteX27982" fmla="*/ 972122 w 3114960"/>
              <a:gd name="connsiteY27982" fmla="*/ 3070955 h 5143785"/>
              <a:gd name="connsiteX27983" fmla="*/ 965073 w 3114960"/>
              <a:gd name="connsiteY27983" fmla="*/ 3078004 h 5143785"/>
              <a:gd name="connsiteX27984" fmla="*/ 958025 w 3114960"/>
              <a:gd name="connsiteY27984" fmla="*/ 3070955 h 5143785"/>
              <a:gd name="connsiteX27985" fmla="*/ 965073 w 3114960"/>
              <a:gd name="connsiteY27985" fmla="*/ 3063907 h 5143785"/>
              <a:gd name="connsiteX27986" fmla="*/ 972122 w 3114960"/>
              <a:gd name="connsiteY27986" fmla="*/ 3070955 h 5143785"/>
              <a:gd name="connsiteX27987" fmla="*/ 1493615 w 3114960"/>
              <a:gd name="connsiteY27987" fmla="*/ 2857214 h 5143785"/>
              <a:gd name="connsiteX27988" fmla="*/ 1521619 w 3114960"/>
              <a:gd name="connsiteY27988" fmla="*/ 2857214 h 5143785"/>
              <a:gd name="connsiteX27989" fmla="*/ 1530858 w 3114960"/>
              <a:gd name="connsiteY27989" fmla="*/ 2864644 h 5143785"/>
              <a:gd name="connsiteX27990" fmla="*/ 1540669 w 3114960"/>
              <a:gd name="connsiteY27990" fmla="*/ 2854928 h 5143785"/>
              <a:gd name="connsiteX27991" fmla="*/ 1530858 w 3114960"/>
              <a:gd name="connsiteY27991" fmla="*/ 2845118 h 5143785"/>
              <a:gd name="connsiteX27992" fmla="*/ 1521619 w 3114960"/>
              <a:gd name="connsiteY27992" fmla="*/ 2852547 h 5143785"/>
              <a:gd name="connsiteX27993" fmla="*/ 1495425 w 3114960"/>
              <a:gd name="connsiteY27993" fmla="*/ 2852547 h 5143785"/>
              <a:gd name="connsiteX27994" fmla="*/ 1479328 w 3114960"/>
              <a:gd name="connsiteY27994" fmla="*/ 2838164 h 5143785"/>
              <a:gd name="connsiteX27995" fmla="*/ 1363694 w 3114960"/>
              <a:gd name="connsiteY27995" fmla="*/ 2837879 h 5143785"/>
              <a:gd name="connsiteX27996" fmla="*/ 1363694 w 3114960"/>
              <a:gd name="connsiteY27996" fmla="*/ 2833402 h 5143785"/>
              <a:gd name="connsiteX27997" fmla="*/ 1356551 w 3114960"/>
              <a:gd name="connsiteY27997" fmla="*/ 2826353 h 5143785"/>
              <a:gd name="connsiteX27998" fmla="*/ 1343025 w 3114960"/>
              <a:gd name="connsiteY27998" fmla="*/ 2826353 h 5143785"/>
              <a:gd name="connsiteX27999" fmla="*/ 1335977 w 3114960"/>
              <a:gd name="connsiteY27999" fmla="*/ 2833592 h 5143785"/>
              <a:gd name="connsiteX28000" fmla="*/ 1335977 w 3114960"/>
              <a:gd name="connsiteY28000" fmla="*/ 2847118 h 5143785"/>
              <a:gd name="connsiteX28001" fmla="*/ 1336739 w 3114960"/>
              <a:gd name="connsiteY28001" fmla="*/ 2850071 h 5143785"/>
              <a:gd name="connsiteX28002" fmla="*/ 1233678 w 3114960"/>
              <a:gd name="connsiteY28002" fmla="*/ 2929795 h 5143785"/>
              <a:gd name="connsiteX28003" fmla="*/ 1192816 w 3114960"/>
              <a:gd name="connsiteY28003" fmla="*/ 2930176 h 5143785"/>
              <a:gd name="connsiteX28004" fmla="*/ 1008126 w 3114960"/>
              <a:gd name="connsiteY28004" fmla="*/ 3068669 h 5143785"/>
              <a:gd name="connsiteX28005" fmla="*/ 979456 w 3114960"/>
              <a:gd name="connsiteY28005" fmla="*/ 3068669 h 5143785"/>
              <a:gd name="connsiteX28006" fmla="*/ 979456 w 3114960"/>
              <a:gd name="connsiteY28006" fmla="*/ 3071051 h 5143785"/>
              <a:gd name="connsiteX28007" fmla="*/ 973646 w 3114960"/>
              <a:gd name="connsiteY28007" fmla="*/ 3059525 h 5143785"/>
              <a:gd name="connsiteX28008" fmla="*/ 953643 w 3114960"/>
              <a:gd name="connsiteY28008" fmla="*/ 3062573 h 5143785"/>
              <a:gd name="connsiteX28009" fmla="*/ 951167 w 3114960"/>
              <a:gd name="connsiteY28009" fmla="*/ 3068669 h 5143785"/>
              <a:gd name="connsiteX28010" fmla="*/ 710946 w 3114960"/>
              <a:gd name="connsiteY28010" fmla="*/ 3068669 h 5143785"/>
              <a:gd name="connsiteX28011" fmla="*/ 685038 w 3114960"/>
              <a:gd name="connsiteY28011" fmla="*/ 3047334 h 5143785"/>
              <a:gd name="connsiteX28012" fmla="*/ 685324 w 3114960"/>
              <a:gd name="connsiteY28012" fmla="*/ 2990945 h 5143785"/>
              <a:gd name="connsiteX28013" fmla="*/ 685324 w 3114960"/>
              <a:gd name="connsiteY28013" fmla="*/ 2990945 h 5143785"/>
              <a:gd name="connsiteX28014" fmla="*/ 691706 w 3114960"/>
              <a:gd name="connsiteY28014" fmla="*/ 2979611 h 5143785"/>
              <a:gd name="connsiteX28015" fmla="*/ 680371 w 3114960"/>
              <a:gd name="connsiteY28015" fmla="*/ 2973229 h 5143785"/>
              <a:gd name="connsiteX28016" fmla="*/ 673989 w 3114960"/>
              <a:gd name="connsiteY28016" fmla="*/ 2984563 h 5143785"/>
              <a:gd name="connsiteX28017" fmla="*/ 680466 w 3114960"/>
              <a:gd name="connsiteY28017" fmla="*/ 2990850 h 5143785"/>
              <a:gd name="connsiteX28018" fmla="*/ 680180 w 3114960"/>
              <a:gd name="connsiteY28018" fmla="*/ 3048476 h 5143785"/>
              <a:gd name="connsiteX28019" fmla="*/ 681038 w 3114960"/>
              <a:gd name="connsiteY28019" fmla="*/ 3050286 h 5143785"/>
              <a:gd name="connsiteX28020" fmla="*/ 708470 w 3114960"/>
              <a:gd name="connsiteY28020" fmla="*/ 3072860 h 5143785"/>
              <a:gd name="connsiteX28021" fmla="*/ 709994 w 3114960"/>
              <a:gd name="connsiteY28021" fmla="*/ 3073432 h 5143785"/>
              <a:gd name="connsiteX28022" fmla="*/ 951071 w 3114960"/>
              <a:gd name="connsiteY28022" fmla="*/ 3073432 h 5143785"/>
              <a:gd name="connsiteX28023" fmla="*/ 956691 w 3114960"/>
              <a:gd name="connsiteY28023" fmla="*/ 3082576 h 5143785"/>
              <a:gd name="connsiteX28024" fmla="*/ 976694 w 3114960"/>
              <a:gd name="connsiteY28024" fmla="*/ 3079528 h 5143785"/>
              <a:gd name="connsiteX28025" fmla="*/ 979456 w 3114960"/>
              <a:gd name="connsiteY28025" fmla="*/ 3071051 h 5143785"/>
              <a:gd name="connsiteX28026" fmla="*/ 979456 w 3114960"/>
              <a:gd name="connsiteY28026" fmla="*/ 3073432 h 5143785"/>
              <a:gd name="connsiteX28027" fmla="*/ 1009650 w 3114960"/>
              <a:gd name="connsiteY28027" fmla="*/ 3073432 h 5143785"/>
              <a:gd name="connsiteX28028" fmla="*/ 1194340 w 3114960"/>
              <a:gd name="connsiteY28028" fmla="*/ 2934843 h 5143785"/>
              <a:gd name="connsiteX28029" fmla="*/ 1235297 w 3114960"/>
              <a:gd name="connsiteY28029" fmla="*/ 2934462 h 5143785"/>
              <a:gd name="connsiteX28030" fmla="*/ 1340072 w 3114960"/>
              <a:gd name="connsiteY28030" fmla="*/ 2853404 h 5143785"/>
              <a:gd name="connsiteX28031" fmla="*/ 1343120 w 3114960"/>
              <a:gd name="connsiteY28031" fmla="*/ 2854167 h 5143785"/>
              <a:gd name="connsiteX28032" fmla="*/ 1356646 w 3114960"/>
              <a:gd name="connsiteY28032" fmla="*/ 2854167 h 5143785"/>
              <a:gd name="connsiteX28033" fmla="*/ 1363694 w 3114960"/>
              <a:gd name="connsiteY28033" fmla="*/ 2846927 h 5143785"/>
              <a:gd name="connsiteX28034" fmla="*/ 1363694 w 3114960"/>
              <a:gd name="connsiteY28034" fmla="*/ 2842641 h 5143785"/>
              <a:gd name="connsiteX28035" fmla="*/ 1477518 w 3114960"/>
              <a:gd name="connsiteY28035" fmla="*/ 2842927 h 5143785"/>
              <a:gd name="connsiteX28036" fmla="*/ 1493615 w 3114960"/>
              <a:gd name="connsiteY28036" fmla="*/ 2857214 h 5143785"/>
              <a:gd name="connsiteX28037" fmla="*/ 1530953 w 3114960"/>
              <a:gd name="connsiteY28037" fmla="*/ 2849880 h 5143785"/>
              <a:gd name="connsiteX28038" fmla="*/ 1536002 w 3114960"/>
              <a:gd name="connsiteY28038" fmla="*/ 2854928 h 5143785"/>
              <a:gd name="connsiteX28039" fmla="*/ 1530953 w 3114960"/>
              <a:gd name="connsiteY28039" fmla="*/ 2859881 h 5143785"/>
              <a:gd name="connsiteX28040" fmla="*/ 1526000 w 3114960"/>
              <a:gd name="connsiteY28040" fmla="*/ 2854928 h 5143785"/>
              <a:gd name="connsiteX28041" fmla="*/ 1530953 w 3114960"/>
              <a:gd name="connsiteY28041" fmla="*/ 2849880 h 5143785"/>
              <a:gd name="connsiteX28042" fmla="*/ 974598 w 3114960"/>
              <a:gd name="connsiteY28042" fmla="*/ 3077909 h 5143785"/>
              <a:gd name="connsiteX28043" fmla="*/ 966978 w 3114960"/>
              <a:gd name="connsiteY28043" fmla="*/ 3082576 h 5143785"/>
              <a:gd name="connsiteX28044" fmla="*/ 958310 w 3114960"/>
              <a:gd name="connsiteY28044" fmla="*/ 3080480 h 5143785"/>
              <a:gd name="connsiteX28045" fmla="*/ 953643 w 3114960"/>
              <a:gd name="connsiteY28045" fmla="*/ 3072860 h 5143785"/>
              <a:gd name="connsiteX28046" fmla="*/ 953548 w 3114960"/>
              <a:gd name="connsiteY28046" fmla="*/ 3071051 h 5143785"/>
              <a:gd name="connsiteX28047" fmla="*/ 955834 w 3114960"/>
              <a:gd name="connsiteY28047" fmla="*/ 3064193 h 5143785"/>
              <a:gd name="connsiteX28048" fmla="*/ 972217 w 3114960"/>
              <a:gd name="connsiteY28048" fmla="*/ 3061716 h 5143785"/>
              <a:gd name="connsiteX28049" fmla="*/ 974693 w 3114960"/>
              <a:gd name="connsiteY28049" fmla="*/ 3078099 h 5143785"/>
              <a:gd name="connsiteX28050" fmla="*/ 1356646 w 3114960"/>
              <a:gd name="connsiteY28050" fmla="*/ 2849309 h 5143785"/>
              <a:gd name="connsiteX28051" fmla="*/ 1343120 w 3114960"/>
              <a:gd name="connsiteY28051" fmla="*/ 2849309 h 5143785"/>
              <a:gd name="connsiteX28052" fmla="*/ 1340739 w 3114960"/>
              <a:gd name="connsiteY28052" fmla="*/ 2847023 h 5143785"/>
              <a:gd name="connsiteX28053" fmla="*/ 1340739 w 3114960"/>
              <a:gd name="connsiteY28053" fmla="*/ 2833497 h 5143785"/>
              <a:gd name="connsiteX28054" fmla="*/ 1343025 w 3114960"/>
              <a:gd name="connsiteY28054" fmla="*/ 2831116 h 5143785"/>
              <a:gd name="connsiteX28055" fmla="*/ 1356551 w 3114960"/>
              <a:gd name="connsiteY28055" fmla="*/ 2831116 h 5143785"/>
              <a:gd name="connsiteX28056" fmla="*/ 1358932 w 3114960"/>
              <a:gd name="connsiteY28056" fmla="*/ 2833402 h 5143785"/>
              <a:gd name="connsiteX28057" fmla="*/ 1358932 w 3114960"/>
              <a:gd name="connsiteY28057" fmla="*/ 2846927 h 5143785"/>
              <a:gd name="connsiteX28058" fmla="*/ 1356646 w 3114960"/>
              <a:gd name="connsiteY28058" fmla="*/ 2849309 h 5143785"/>
              <a:gd name="connsiteX28059" fmla="*/ 2959227 w 3114960"/>
              <a:gd name="connsiteY28059" fmla="*/ 3779425 h 5143785"/>
              <a:gd name="connsiteX28060" fmla="*/ 2937605 w 3114960"/>
              <a:gd name="connsiteY28060" fmla="*/ 3764375 h 5143785"/>
              <a:gd name="connsiteX28061" fmla="*/ 2908078 w 3114960"/>
              <a:gd name="connsiteY28061" fmla="*/ 3764375 h 5143785"/>
              <a:gd name="connsiteX28062" fmla="*/ 2905220 w 3114960"/>
              <a:gd name="connsiteY28062" fmla="*/ 3759899 h 5143785"/>
              <a:gd name="connsiteX28063" fmla="*/ 2893219 w 3114960"/>
              <a:gd name="connsiteY28063" fmla="*/ 3761518 h 5143785"/>
              <a:gd name="connsiteX28064" fmla="*/ 2894838 w 3114960"/>
              <a:gd name="connsiteY28064" fmla="*/ 3773519 h 5143785"/>
              <a:gd name="connsiteX28065" fmla="*/ 2906840 w 3114960"/>
              <a:gd name="connsiteY28065" fmla="*/ 3771900 h 5143785"/>
              <a:gd name="connsiteX28066" fmla="*/ 2908173 w 3114960"/>
              <a:gd name="connsiteY28066" fmla="*/ 3769138 h 5143785"/>
              <a:gd name="connsiteX28067" fmla="*/ 2936081 w 3114960"/>
              <a:gd name="connsiteY28067" fmla="*/ 3769138 h 5143785"/>
              <a:gd name="connsiteX28068" fmla="*/ 2957703 w 3114960"/>
              <a:gd name="connsiteY28068" fmla="*/ 3784187 h 5143785"/>
              <a:gd name="connsiteX28069" fmla="*/ 2992565 w 3114960"/>
              <a:gd name="connsiteY28069" fmla="*/ 3784187 h 5143785"/>
              <a:gd name="connsiteX28070" fmla="*/ 2992565 w 3114960"/>
              <a:gd name="connsiteY28070" fmla="*/ 3757803 h 5143785"/>
              <a:gd name="connsiteX28071" fmla="*/ 2963990 w 3114960"/>
              <a:gd name="connsiteY28071" fmla="*/ 3732467 h 5143785"/>
              <a:gd name="connsiteX28072" fmla="*/ 2963132 w 3114960"/>
              <a:gd name="connsiteY28072" fmla="*/ 3732467 h 5143785"/>
              <a:gd name="connsiteX28073" fmla="*/ 2938463 w 3114960"/>
              <a:gd name="connsiteY28073" fmla="*/ 3732467 h 5143785"/>
              <a:gd name="connsiteX28074" fmla="*/ 2934557 w 3114960"/>
              <a:gd name="connsiteY28074" fmla="*/ 3726085 h 5143785"/>
              <a:gd name="connsiteX28075" fmla="*/ 2919222 w 3114960"/>
              <a:gd name="connsiteY28075" fmla="*/ 3728180 h 5143785"/>
              <a:gd name="connsiteX28076" fmla="*/ 2921318 w 3114960"/>
              <a:gd name="connsiteY28076" fmla="*/ 3743516 h 5143785"/>
              <a:gd name="connsiteX28077" fmla="*/ 2927890 w 3114960"/>
              <a:gd name="connsiteY28077" fmla="*/ 3745706 h 5143785"/>
              <a:gd name="connsiteX28078" fmla="*/ 2929414 w 3114960"/>
              <a:gd name="connsiteY28078" fmla="*/ 3745611 h 5143785"/>
              <a:gd name="connsiteX28079" fmla="*/ 2936653 w 3114960"/>
              <a:gd name="connsiteY28079" fmla="*/ 3741420 h 5143785"/>
              <a:gd name="connsiteX28080" fmla="*/ 2938558 w 3114960"/>
              <a:gd name="connsiteY28080" fmla="*/ 3737229 h 5143785"/>
              <a:gd name="connsiteX28081" fmla="*/ 2962275 w 3114960"/>
              <a:gd name="connsiteY28081" fmla="*/ 3737229 h 5143785"/>
              <a:gd name="connsiteX28082" fmla="*/ 2987897 w 3114960"/>
              <a:gd name="connsiteY28082" fmla="*/ 3759994 h 5143785"/>
              <a:gd name="connsiteX28083" fmla="*/ 2987897 w 3114960"/>
              <a:gd name="connsiteY28083" fmla="*/ 3779520 h 5143785"/>
              <a:gd name="connsiteX28084" fmla="*/ 2959322 w 3114960"/>
              <a:gd name="connsiteY28084" fmla="*/ 3779520 h 5143785"/>
              <a:gd name="connsiteX28085" fmla="*/ 2932843 w 3114960"/>
              <a:gd name="connsiteY28085" fmla="*/ 3738467 h 5143785"/>
              <a:gd name="connsiteX28086" fmla="*/ 2928747 w 3114960"/>
              <a:gd name="connsiteY28086" fmla="*/ 3740849 h 5143785"/>
              <a:gd name="connsiteX28087" fmla="*/ 2924175 w 3114960"/>
              <a:gd name="connsiteY28087" fmla="*/ 3739705 h 5143785"/>
              <a:gd name="connsiteX28088" fmla="*/ 2922937 w 3114960"/>
              <a:gd name="connsiteY28088" fmla="*/ 3731038 h 5143785"/>
              <a:gd name="connsiteX28089" fmla="*/ 2931605 w 3114960"/>
              <a:gd name="connsiteY28089" fmla="*/ 3729800 h 5143785"/>
              <a:gd name="connsiteX28090" fmla="*/ 2933986 w 3114960"/>
              <a:gd name="connsiteY28090" fmla="*/ 3733895 h 5143785"/>
              <a:gd name="connsiteX28091" fmla="*/ 2932748 w 3114960"/>
              <a:gd name="connsiteY28091" fmla="*/ 3738467 h 5143785"/>
              <a:gd name="connsiteX28092" fmla="*/ 2952560 w 3114960"/>
              <a:gd name="connsiteY28092" fmla="*/ 3281553 h 5143785"/>
              <a:gd name="connsiteX28093" fmla="*/ 3022092 w 3114960"/>
              <a:gd name="connsiteY28093" fmla="*/ 3281553 h 5143785"/>
              <a:gd name="connsiteX28094" fmla="*/ 3022092 w 3114960"/>
              <a:gd name="connsiteY28094" fmla="*/ 3284315 h 5143785"/>
              <a:gd name="connsiteX28095" fmla="*/ 3028093 w 3114960"/>
              <a:gd name="connsiteY28095" fmla="*/ 3290316 h 5143785"/>
              <a:gd name="connsiteX28096" fmla="*/ 3039142 w 3114960"/>
              <a:gd name="connsiteY28096" fmla="*/ 3290316 h 5143785"/>
              <a:gd name="connsiteX28097" fmla="*/ 3045143 w 3114960"/>
              <a:gd name="connsiteY28097" fmla="*/ 3284315 h 5143785"/>
              <a:gd name="connsiteX28098" fmla="*/ 3045143 w 3114960"/>
              <a:gd name="connsiteY28098" fmla="*/ 3273267 h 5143785"/>
              <a:gd name="connsiteX28099" fmla="*/ 3039142 w 3114960"/>
              <a:gd name="connsiteY28099" fmla="*/ 3267266 h 5143785"/>
              <a:gd name="connsiteX28100" fmla="*/ 3028093 w 3114960"/>
              <a:gd name="connsiteY28100" fmla="*/ 3267266 h 5143785"/>
              <a:gd name="connsiteX28101" fmla="*/ 3022092 w 3114960"/>
              <a:gd name="connsiteY28101" fmla="*/ 3273267 h 5143785"/>
              <a:gd name="connsiteX28102" fmla="*/ 3022092 w 3114960"/>
              <a:gd name="connsiteY28102" fmla="*/ 3276791 h 5143785"/>
              <a:gd name="connsiteX28103" fmla="*/ 2950655 w 3114960"/>
              <a:gd name="connsiteY28103" fmla="*/ 3276791 h 5143785"/>
              <a:gd name="connsiteX28104" fmla="*/ 2932176 w 3114960"/>
              <a:gd name="connsiteY28104" fmla="*/ 3294317 h 5143785"/>
              <a:gd name="connsiteX28105" fmla="*/ 2830735 w 3114960"/>
              <a:gd name="connsiteY28105" fmla="*/ 3294317 h 5143785"/>
              <a:gd name="connsiteX28106" fmla="*/ 2786063 w 3114960"/>
              <a:gd name="connsiteY28106" fmla="*/ 3255359 h 5143785"/>
              <a:gd name="connsiteX28107" fmla="*/ 2786729 w 3114960"/>
              <a:gd name="connsiteY28107" fmla="*/ 3254693 h 5143785"/>
              <a:gd name="connsiteX28108" fmla="*/ 2786729 w 3114960"/>
              <a:gd name="connsiteY28108" fmla="*/ 3246882 h 5143785"/>
              <a:gd name="connsiteX28109" fmla="*/ 2781014 w 3114960"/>
              <a:gd name="connsiteY28109" fmla="*/ 3241262 h 5143785"/>
              <a:gd name="connsiteX28110" fmla="*/ 2779490 w 3114960"/>
              <a:gd name="connsiteY28110" fmla="*/ 3240215 h 5143785"/>
              <a:gd name="connsiteX28111" fmla="*/ 2779490 w 3114960"/>
              <a:gd name="connsiteY28111" fmla="*/ 3193828 h 5143785"/>
              <a:gd name="connsiteX28112" fmla="*/ 2797302 w 3114960"/>
              <a:gd name="connsiteY28112" fmla="*/ 3176111 h 5143785"/>
              <a:gd name="connsiteX28113" fmla="*/ 2825210 w 3114960"/>
              <a:gd name="connsiteY28113" fmla="*/ 3199638 h 5143785"/>
              <a:gd name="connsiteX28114" fmla="*/ 2825210 w 3114960"/>
              <a:gd name="connsiteY28114" fmla="*/ 3215735 h 5143785"/>
              <a:gd name="connsiteX28115" fmla="*/ 2820543 w 3114960"/>
              <a:gd name="connsiteY28115" fmla="*/ 3222308 h 5143785"/>
              <a:gd name="connsiteX28116" fmla="*/ 2827592 w 3114960"/>
              <a:gd name="connsiteY28116" fmla="*/ 3229356 h 5143785"/>
              <a:gd name="connsiteX28117" fmla="*/ 2834640 w 3114960"/>
              <a:gd name="connsiteY28117" fmla="*/ 3222308 h 5143785"/>
              <a:gd name="connsiteX28118" fmla="*/ 2829973 w 3114960"/>
              <a:gd name="connsiteY28118" fmla="*/ 3215735 h 5143785"/>
              <a:gd name="connsiteX28119" fmla="*/ 2829973 w 3114960"/>
              <a:gd name="connsiteY28119" fmla="*/ 3198495 h 5143785"/>
              <a:gd name="connsiteX28120" fmla="*/ 2829116 w 3114960"/>
              <a:gd name="connsiteY28120" fmla="*/ 3196685 h 5143785"/>
              <a:gd name="connsiteX28121" fmla="*/ 2799588 w 3114960"/>
              <a:gd name="connsiteY28121" fmla="*/ 3171825 h 5143785"/>
              <a:gd name="connsiteX28122" fmla="*/ 2799588 w 3114960"/>
              <a:gd name="connsiteY28122" fmla="*/ 3077337 h 5143785"/>
              <a:gd name="connsiteX28123" fmla="*/ 2822924 w 3114960"/>
              <a:gd name="connsiteY28123" fmla="*/ 3049048 h 5143785"/>
              <a:gd name="connsiteX28124" fmla="*/ 2823496 w 3114960"/>
              <a:gd name="connsiteY28124" fmla="*/ 3047524 h 5143785"/>
              <a:gd name="connsiteX28125" fmla="*/ 2823972 w 3114960"/>
              <a:gd name="connsiteY28125" fmla="*/ 2909983 h 5143785"/>
              <a:gd name="connsiteX28126" fmla="*/ 2823401 w 3114960"/>
              <a:gd name="connsiteY28126" fmla="*/ 2908459 h 5143785"/>
              <a:gd name="connsiteX28127" fmla="*/ 2792825 w 3114960"/>
              <a:gd name="connsiteY28127" fmla="*/ 2870645 h 5143785"/>
              <a:gd name="connsiteX28128" fmla="*/ 2794445 w 3114960"/>
              <a:gd name="connsiteY28128" fmla="*/ 2757488 h 5143785"/>
              <a:gd name="connsiteX28129" fmla="*/ 2806065 w 3114960"/>
              <a:gd name="connsiteY28129" fmla="*/ 2741962 h 5143785"/>
              <a:gd name="connsiteX28130" fmla="*/ 2806542 w 3114960"/>
              <a:gd name="connsiteY28130" fmla="*/ 2740533 h 5143785"/>
              <a:gd name="connsiteX28131" fmla="*/ 2806542 w 3114960"/>
              <a:gd name="connsiteY28131" fmla="*/ 2724055 h 5143785"/>
              <a:gd name="connsiteX28132" fmla="*/ 2801779 w 3114960"/>
              <a:gd name="connsiteY28132" fmla="*/ 2724055 h 5143785"/>
              <a:gd name="connsiteX28133" fmla="*/ 2801779 w 3114960"/>
              <a:gd name="connsiteY28133" fmla="*/ 2739771 h 5143785"/>
              <a:gd name="connsiteX28134" fmla="*/ 2790159 w 3114960"/>
              <a:gd name="connsiteY28134" fmla="*/ 2755297 h 5143785"/>
              <a:gd name="connsiteX28135" fmla="*/ 2789682 w 3114960"/>
              <a:gd name="connsiteY28135" fmla="*/ 2756726 h 5143785"/>
              <a:gd name="connsiteX28136" fmla="*/ 2787968 w 3114960"/>
              <a:gd name="connsiteY28136" fmla="*/ 2871502 h 5143785"/>
              <a:gd name="connsiteX28137" fmla="*/ 2788539 w 3114960"/>
              <a:gd name="connsiteY28137" fmla="*/ 2873026 h 5143785"/>
              <a:gd name="connsiteX28138" fmla="*/ 2819114 w 3114960"/>
              <a:gd name="connsiteY28138" fmla="*/ 2910840 h 5143785"/>
              <a:gd name="connsiteX28139" fmla="*/ 2818638 w 3114960"/>
              <a:gd name="connsiteY28139" fmla="*/ 3046667 h 5143785"/>
              <a:gd name="connsiteX28140" fmla="*/ 2795397 w 3114960"/>
              <a:gd name="connsiteY28140" fmla="*/ 3074956 h 5143785"/>
              <a:gd name="connsiteX28141" fmla="*/ 2794826 w 3114960"/>
              <a:gd name="connsiteY28141" fmla="*/ 3076480 h 5143785"/>
              <a:gd name="connsiteX28142" fmla="*/ 2794826 w 3114960"/>
              <a:gd name="connsiteY28142" fmla="*/ 3172016 h 5143785"/>
              <a:gd name="connsiteX28143" fmla="*/ 2774633 w 3114960"/>
              <a:gd name="connsiteY28143" fmla="*/ 3191923 h 5143785"/>
              <a:gd name="connsiteX28144" fmla="*/ 2774633 w 3114960"/>
              <a:gd name="connsiteY28144" fmla="*/ 3240310 h 5143785"/>
              <a:gd name="connsiteX28145" fmla="*/ 2773109 w 3114960"/>
              <a:gd name="connsiteY28145" fmla="*/ 3241262 h 5143785"/>
              <a:gd name="connsiteX28146" fmla="*/ 2767489 w 3114960"/>
              <a:gd name="connsiteY28146" fmla="*/ 3246882 h 5143785"/>
              <a:gd name="connsiteX28147" fmla="*/ 2767489 w 3114960"/>
              <a:gd name="connsiteY28147" fmla="*/ 3254693 h 5143785"/>
              <a:gd name="connsiteX28148" fmla="*/ 2773204 w 3114960"/>
              <a:gd name="connsiteY28148" fmla="*/ 3260312 h 5143785"/>
              <a:gd name="connsiteX28149" fmla="*/ 2777109 w 3114960"/>
              <a:gd name="connsiteY28149" fmla="*/ 3261932 h 5143785"/>
              <a:gd name="connsiteX28150" fmla="*/ 2781014 w 3114960"/>
              <a:gd name="connsiteY28150" fmla="*/ 3260312 h 5143785"/>
              <a:gd name="connsiteX28151" fmla="*/ 2782634 w 3114960"/>
              <a:gd name="connsiteY28151" fmla="*/ 3258693 h 5143785"/>
              <a:gd name="connsiteX28152" fmla="*/ 2828925 w 3114960"/>
              <a:gd name="connsiteY28152" fmla="*/ 3298984 h 5143785"/>
              <a:gd name="connsiteX28153" fmla="*/ 2934081 w 3114960"/>
              <a:gd name="connsiteY28153" fmla="*/ 3298984 h 5143785"/>
              <a:gd name="connsiteX28154" fmla="*/ 2952560 w 3114960"/>
              <a:gd name="connsiteY28154" fmla="*/ 3281458 h 5143785"/>
              <a:gd name="connsiteX28155" fmla="*/ 3026855 w 3114960"/>
              <a:gd name="connsiteY28155" fmla="*/ 3273362 h 5143785"/>
              <a:gd name="connsiteX28156" fmla="*/ 3028093 w 3114960"/>
              <a:gd name="connsiteY28156" fmla="*/ 3272123 h 5143785"/>
              <a:gd name="connsiteX28157" fmla="*/ 3039142 w 3114960"/>
              <a:gd name="connsiteY28157" fmla="*/ 3272123 h 5143785"/>
              <a:gd name="connsiteX28158" fmla="*/ 3040380 w 3114960"/>
              <a:gd name="connsiteY28158" fmla="*/ 3273362 h 5143785"/>
              <a:gd name="connsiteX28159" fmla="*/ 3040380 w 3114960"/>
              <a:gd name="connsiteY28159" fmla="*/ 3284411 h 5143785"/>
              <a:gd name="connsiteX28160" fmla="*/ 3039142 w 3114960"/>
              <a:gd name="connsiteY28160" fmla="*/ 3285649 h 5143785"/>
              <a:gd name="connsiteX28161" fmla="*/ 3028093 w 3114960"/>
              <a:gd name="connsiteY28161" fmla="*/ 3285649 h 5143785"/>
              <a:gd name="connsiteX28162" fmla="*/ 3026855 w 3114960"/>
              <a:gd name="connsiteY28162" fmla="*/ 3284411 h 5143785"/>
              <a:gd name="connsiteX28163" fmla="*/ 3026855 w 3114960"/>
              <a:gd name="connsiteY28163" fmla="*/ 3273362 h 5143785"/>
              <a:gd name="connsiteX28164" fmla="*/ 2783396 w 3114960"/>
              <a:gd name="connsiteY28164" fmla="*/ 3251454 h 5143785"/>
              <a:gd name="connsiteX28165" fmla="*/ 2777680 w 3114960"/>
              <a:gd name="connsiteY28165" fmla="*/ 3257074 h 5143785"/>
              <a:gd name="connsiteX28166" fmla="*/ 2776633 w 3114960"/>
              <a:gd name="connsiteY28166" fmla="*/ 3257074 h 5143785"/>
              <a:gd name="connsiteX28167" fmla="*/ 2771013 w 3114960"/>
              <a:gd name="connsiteY28167" fmla="*/ 3251454 h 5143785"/>
              <a:gd name="connsiteX28168" fmla="*/ 2771013 w 3114960"/>
              <a:gd name="connsiteY28168" fmla="*/ 3250406 h 5143785"/>
              <a:gd name="connsiteX28169" fmla="*/ 2776633 w 3114960"/>
              <a:gd name="connsiteY28169" fmla="*/ 3244787 h 5143785"/>
              <a:gd name="connsiteX28170" fmla="*/ 2777204 w 3114960"/>
              <a:gd name="connsiteY28170" fmla="*/ 3244596 h 5143785"/>
              <a:gd name="connsiteX28171" fmla="*/ 2777776 w 3114960"/>
              <a:gd name="connsiteY28171" fmla="*/ 3244787 h 5143785"/>
              <a:gd name="connsiteX28172" fmla="*/ 2783491 w 3114960"/>
              <a:gd name="connsiteY28172" fmla="*/ 3250406 h 5143785"/>
              <a:gd name="connsiteX28173" fmla="*/ 2783491 w 3114960"/>
              <a:gd name="connsiteY28173" fmla="*/ 3251454 h 5143785"/>
              <a:gd name="connsiteX28174" fmla="*/ 1899285 w 3114960"/>
              <a:gd name="connsiteY28174" fmla="*/ 2589181 h 5143785"/>
              <a:gd name="connsiteX28175" fmla="*/ 1892332 w 3114960"/>
              <a:gd name="connsiteY28175" fmla="*/ 2596134 h 5143785"/>
              <a:gd name="connsiteX28176" fmla="*/ 1899285 w 3114960"/>
              <a:gd name="connsiteY28176" fmla="*/ 2603087 h 5143785"/>
              <a:gd name="connsiteX28177" fmla="*/ 1905762 w 3114960"/>
              <a:gd name="connsiteY28177" fmla="*/ 2598325 h 5143785"/>
              <a:gd name="connsiteX28178" fmla="*/ 1941671 w 3114960"/>
              <a:gd name="connsiteY28178" fmla="*/ 2598515 h 5143785"/>
              <a:gd name="connsiteX28179" fmla="*/ 1961483 w 3114960"/>
              <a:gd name="connsiteY28179" fmla="*/ 2573846 h 5143785"/>
              <a:gd name="connsiteX28180" fmla="*/ 1970437 w 3114960"/>
              <a:gd name="connsiteY28180" fmla="*/ 2573846 h 5143785"/>
              <a:gd name="connsiteX28181" fmla="*/ 1991487 w 3114960"/>
              <a:gd name="connsiteY28181" fmla="*/ 2598420 h 5143785"/>
              <a:gd name="connsiteX28182" fmla="*/ 2008346 w 3114960"/>
              <a:gd name="connsiteY28182" fmla="*/ 2598420 h 5143785"/>
              <a:gd name="connsiteX28183" fmla="*/ 2014823 w 3114960"/>
              <a:gd name="connsiteY28183" fmla="*/ 2602992 h 5143785"/>
              <a:gd name="connsiteX28184" fmla="*/ 2021777 w 3114960"/>
              <a:gd name="connsiteY28184" fmla="*/ 2596039 h 5143785"/>
              <a:gd name="connsiteX28185" fmla="*/ 2014823 w 3114960"/>
              <a:gd name="connsiteY28185" fmla="*/ 2589086 h 5143785"/>
              <a:gd name="connsiteX28186" fmla="*/ 2008346 w 3114960"/>
              <a:gd name="connsiteY28186" fmla="*/ 2593658 h 5143785"/>
              <a:gd name="connsiteX28187" fmla="*/ 1993678 w 3114960"/>
              <a:gd name="connsiteY28187" fmla="*/ 2593658 h 5143785"/>
              <a:gd name="connsiteX28188" fmla="*/ 1972628 w 3114960"/>
              <a:gd name="connsiteY28188" fmla="*/ 2569083 h 5143785"/>
              <a:gd name="connsiteX28189" fmla="*/ 1959197 w 3114960"/>
              <a:gd name="connsiteY28189" fmla="*/ 2569083 h 5143785"/>
              <a:gd name="connsiteX28190" fmla="*/ 1939385 w 3114960"/>
              <a:gd name="connsiteY28190" fmla="*/ 2593753 h 5143785"/>
              <a:gd name="connsiteX28191" fmla="*/ 1905667 w 3114960"/>
              <a:gd name="connsiteY28191" fmla="*/ 2593562 h 5143785"/>
              <a:gd name="connsiteX28192" fmla="*/ 1899190 w 3114960"/>
              <a:gd name="connsiteY28192" fmla="*/ 2589181 h 5143785"/>
              <a:gd name="connsiteX28193" fmla="*/ 1899285 w 3114960"/>
              <a:gd name="connsiteY28193" fmla="*/ 2598420 h 5143785"/>
              <a:gd name="connsiteX28194" fmla="*/ 1897094 w 3114960"/>
              <a:gd name="connsiteY28194" fmla="*/ 2596229 h 5143785"/>
              <a:gd name="connsiteX28195" fmla="*/ 1899285 w 3114960"/>
              <a:gd name="connsiteY28195" fmla="*/ 2594038 h 5143785"/>
              <a:gd name="connsiteX28196" fmla="*/ 1901476 w 3114960"/>
              <a:gd name="connsiteY28196" fmla="*/ 2596229 h 5143785"/>
              <a:gd name="connsiteX28197" fmla="*/ 1899285 w 3114960"/>
              <a:gd name="connsiteY28197" fmla="*/ 2598420 h 5143785"/>
              <a:gd name="connsiteX28198" fmla="*/ 2014823 w 3114960"/>
              <a:gd name="connsiteY28198" fmla="*/ 2593943 h 5143785"/>
              <a:gd name="connsiteX28199" fmla="*/ 2017014 w 3114960"/>
              <a:gd name="connsiteY28199" fmla="*/ 2596134 h 5143785"/>
              <a:gd name="connsiteX28200" fmla="*/ 2014823 w 3114960"/>
              <a:gd name="connsiteY28200" fmla="*/ 2598325 h 5143785"/>
              <a:gd name="connsiteX28201" fmla="*/ 2012632 w 3114960"/>
              <a:gd name="connsiteY28201" fmla="*/ 2596134 h 5143785"/>
              <a:gd name="connsiteX28202" fmla="*/ 2014823 w 3114960"/>
              <a:gd name="connsiteY28202" fmla="*/ 2593943 h 5143785"/>
              <a:gd name="connsiteX28203" fmla="*/ 1715453 w 3114960"/>
              <a:gd name="connsiteY28203" fmla="*/ 1329214 h 5143785"/>
              <a:gd name="connsiteX28204" fmla="*/ 1704308 w 3114960"/>
              <a:gd name="connsiteY28204" fmla="*/ 1328452 h 5143785"/>
              <a:gd name="connsiteX28205" fmla="*/ 1695926 w 3114960"/>
              <a:gd name="connsiteY28205" fmla="*/ 1335786 h 5143785"/>
              <a:gd name="connsiteX28206" fmla="*/ 1702499 w 3114960"/>
              <a:gd name="connsiteY28206" fmla="*/ 1355312 h 5143785"/>
              <a:gd name="connsiteX28207" fmla="*/ 1708880 w 3114960"/>
              <a:gd name="connsiteY28207" fmla="*/ 1356836 h 5143785"/>
              <a:gd name="connsiteX28208" fmla="*/ 1721930 w 3114960"/>
              <a:gd name="connsiteY28208" fmla="*/ 1348740 h 5143785"/>
              <a:gd name="connsiteX28209" fmla="*/ 1723073 w 3114960"/>
              <a:gd name="connsiteY28209" fmla="*/ 1345597 h 5143785"/>
              <a:gd name="connsiteX28210" fmla="*/ 1854613 w 3114960"/>
              <a:gd name="connsiteY28210" fmla="*/ 1344644 h 5143785"/>
              <a:gd name="connsiteX28211" fmla="*/ 1872520 w 3114960"/>
              <a:gd name="connsiteY28211" fmla="*/ 1374077 h 5143785"/>
              <a:gd name="connsiteX28212" fmla="*/ 2075974 w 3114960"/>
              <a:gd name="connsiteY28212" fmla="*/ 1374077 h 5143785"/>
              <a:gd name="connsiteX28213" fmla="*/ 2182273 w 3114960"/>
              <a:gd name="connsiteY28213" fmla="*/ 1285113 h 5143785"/>
              <a:gd name="connsiteX28214" fmla="*/ 2193227 w 3114960"/>
              <a:gd name="connsiteY28214" fmla="*/ 1289495 h 5143785"/>
              <a:gd name="connsiteX28215" fmla="*/ 2207800 w 3114960"/>
              <a:gd name="connsiteY28215" fmla="*/ 1284732 h 5143785"/>
              <a:gd name="connsiteX28216" fmla="*/ 2214753 w 3114960"/>
              <a:gd name="connsiteY28216" fmla="*/ 1271111 h 5143785"/>
              <a:gd name="connsiteX28217" fmla="*/ 2210467 w 3114960"/>
              <a:gd name="connsiteY28217" fmla="*/ 1257205 h 5143785"/>
              <a:gd name="connsiteX28218" fmla="*/ 2227898 w 3114960"/>
              <a:gd name="connsiteY28218" fmla="*/ 1243394 h 5143785"/>
              <a:gd name="connsiteX28219" fmla="*/ 2228564 w 3114960"/>
              <a:gd name="connsiteY28219" fmla="*/ 1166051 h 5143785"/>
              <a:gd name="connsiteX28220" fmla="*/ 2243709 w 3114960"/>
              <a:gd name="connsiteY28220" fmla="*/ 1155192 h 5143785"/>
              <a:gd name="connsiteX28221" fmla="*/ 2322386 w 3114960"/>
              <a:gd name="connsiteY28221" fmla="*/ 1154811 h 5143785"/>
              <a:gd name="connsiteX28222" fmla="*/ 2332863 w 3114960"/>
              <a:gd name="connsiteY28222" fmla="*/ 1162622 h 5143785"/>
              <a:gd name="connsiteX28223" fmla="*/ 2364486 w 3114960"/>
              <a:gd name="connsiteY28223" fmla="*/ 1162622 h 5143785"/>
              <a:gd name="connsiteX28224" fmla="*/ 2374964 w 3114960"/>
              <a:gd name="connsiteY28224" fmla="*/ 1155002 h 5143785"/>
              <a:gd name="connsiteX28225" fmla="*/ 2465070 w 3114960"/>
              <a:gd name="connsiteY28225" fmla="*/ 1155002 h 5143785"/>
              <a:gd name="connsiteX28226" fmla="*/ 2481072 w 3114960"/>
              <a:gd name="connsiteY28226" fmla="*/ 1173290 h 5143785"/>
              <a:gd name="connsiteX28227" fmla="*/ 2696813 w 3114960"/>
              <a:gd name="connsiteY28227" fmla="*/ 1173290 h 5143785"/>
              <a:gd name="connsiteX28228" fmla="*/ 2797302 w 3114960"/>
              <a:gd name="connsiteY28228" fmla="*/ 1074325 h 5143785"/>
              <a:gd name="connsiteX28229" fmla="*/ 2796445 w 3114960"/>
              <a:gd name="connsiteY28229" fmla="*/ 966692 h 5143785"/>
              <a:gd name="connsiteX28230" fmla="*/ 2820734 w 3114960"/>
              <a:gd name="connsiteY28230" fmla="*/ 943927 h 5143785"/>
              <a:gd name="connsiteX28231" fmla="*/ 2830830 w 3114960"/>
              <a:gd name="connsiteY28231" fmla="*/ 946880 h 5143785"/>
              <a:gd name="connsiteX28232" fmla="*/ 2850261 w 3114960"/>
              <a:gd name="connsiteY28232" fmla="*/ 927449 h 5143785"/>
              <a:gd name="connsiteX28233" fmla="*/ 2830830 w 3114960"/>
              <a:gd name="connsiteY28233" fmla="*/ 908018 h 5143785"/>
              <a:gd name="connsiteX28234" fmla="*/ 2811399 w 3114960"/>
              <a:gd name="connsiteY28234" fmla="*/ 927449 h 5143785"/>
              <a:gd name="connsiteX28235" fmla="*/ 2815400 w 3114960"/>
              <a:gd name="connsiteY28235" fmla="*/ 939165 h 5143785"/>
              <a:gd name="connsiteX28236" fmla="*/ 2789206 w 3114960"/>
              <a:gd name="connsiteY28236" fmla="*/ 963454 h 5143785"/>
              <a:gd name="connsiteX28237" fmla="*/ 2790063 w 3114960"/>
              <a:gd name="connsiteY28237" fmla="*/ 1071467 h 5143785"/>
              <a:gd name="connsiteX28238" fmla="*/ 2693861 w 3114960"/>
              <a:gd name="connsiteY28238" fmla="*/ 1166241 h 5143785"/>
              <a:gd name="connsiteX28239" fmla="*/ 2484311 w 3114960"/>
              <a:gd name="connsiteY28239" fmla="*/ 1166241 h 5143785"/>
              <a:gd name="connsiteX28240" fmla="*/ 2468309 w 3114960"/>
              <a:gd name="connsiteY28240" fmla="*/ 1147953 h 5143785"/>
              <a:gd name="connsiteX28241" fmla="*/ 2375535 w 3114960"/>
              <a:gd name="connsiteY28241" fmla="*/ 1147953 h 5143785"/>
              <a:gd name="connsiteX28242" fmla="*/ 2364486 w 3114960"/>
              <a:gd name="connsiteY28242" fmla="*/ 1137285 h 5143785"/>
              <a:gd name="connsiteX28243" fmla="*/ 2332863 w 3114960"/>
              <a:gd name="connsiteY28243" fmla="*/ 1137285 h 5143785"/>
              <a:gd name="connsiteX28244" fmla="*/ 2321814 w 3114960"/>
              <a:gd name="connsiteY28244" fmla="*/ 1147763 h 5143785"/>
              <a:gd name="connsiteX28245" fmla="*/ 2241328 w 3114960"/>
              <a:gd name="connsiteY28245" fmla="*/ 1148144 h 5143785"/>
              <a:gd name="connsiteX28246" fmla="*/ 2221421 w 3114960"/>
              <a:gd name="connsiteY28246" fmla="*/ 1162431 h 5143785"/>
              <a:gd name="connsiteX28247" fmla="*/ 2220754 w 3114960"/>
              <a:gd name="connsiteY28247" fmla="*/ 1239965 h 5143785"/>
              <a:gd name="connsiteX28248" fmla="*/ 2204847 w 3114960"/>
              <a:gd name="connsiteY28248" fmla="*/ 1252538 h 5143785"/>
              <a:gd name="connsiteX28249" fmla="*/ 2194751 w 3114960"/>
              <a:gd name="connsiteY28249" fmla="*/ 1249680 h 5143785"/>
              <a:gd name="connsiteX28250" fmla="*/ 2181797 w 3114960"/>
              <a:gd name="connsiteY28250" fmla="*/ 1254443 h 5143785"/>
              <a:gd name="connsiteX28251" fmla="*/ 2174843 w 3114960"/>
              <a:gd name="connsiteY28251" fmla="*/ 1268063 h 5143785"/>
              <a:gd name="connsiteX28252" fmla="*/ 2177510 w 3114960"/>
              <a:gd name="connsiteY28252" fmla="*/ 1279684 h 5143785"/>
              <a:gd name="connsiteX28253" fmla="*/ 2073307 w 3114960"/>
              <a:gd name="connsiteY28253" fmla="*/ 1366933 h 5143785"/>
              <a:gd name="connsiteX28254" fmla="*/ 1876520 w 3114960"/>
              <a:gd name="connsiteY28254" fmla="*/ 1366933 h 5143785"/>
              <a:gd name="connsiteX28255" fmla="*/ 1858613 w 3114960"/>
              <a:gd name="connsiteY28255" fmla="*/ 1337501 h 5143785"/>
              <a:gd name="connsiteX28256" fmla="*/ 1722977 w 3114960"/>
              <a:gd name="connsiteY28256" fmla="*/ 1338453 h 5143785"/>
              <a:gd name="connsiteX28257" fmla="*/ 1715453 w 3114960"/>
              <a:gd name="connsiteY28257" fmla="*/ 1329309 h 5143785"/>
              <a:gd name="connsiteX28258" fmla="*/ 1717739 w 3114960"/>
              <a:gd name="connsiteY28258" fmla="*/ 1346645 h 5143785"/>
              <a:gd name="connsiteX28259" fmla="*/ 1704594 w 3114960"/>
              <a:gd name="connsiteY28259" fmla="*/ 1351026 h 5143785"/>
              <a:gd name="connsiteX28260" fmla="*/ 1700213 w 3114960"/>
              <a:gd name="connsiteY28260" fmla="*/ 1337882 h 5143785"/>
              <a:gd name="connsiteX28261" fmla="*/ 1705832 w 3114960"/>
              <a:gd name="connsiteY28261" fmla="*/ 1332928 h 5143785"/>
              <a:gd name="connsiteX28262" fmla="*/ 1708976 w 3114960"/>
              <a:gd name="connsiteY28262" fmla="*/ 1332452 h 5143785"/>
              <a:gd name="connsiteX28263" fmla="*/ 1713262 w 3114960"/>
              <a:gd name="connsiteY28263" fmla="*/ 1333500 h 5143785"/>
              <a:gd name="connsiteX28264" fmla="*/ 1717643 w 3114960"/>
              <a:gd name="connsiteY28264" fmla="*/ 1346645 h 5143785"/>
              <a:gd name="connsiteX28265" fmla="*/ 2830830 w 3114960"/>
              <a:gd name="connsiteY28265" fmla="*/ 913448 h 5143785"/>
              <a:gd name="connsiteX28266" fmla="*/ 2844832 w 3114960"/>
              <a:gd name="connsiteY28266" fmla="*/ 927449 h 5143785"/>
              <a:gd name="connsiteX28267" fmla="*/ 2830830 w 3114960"/>
              <a:gd name="connsiteY28267" fmla="*/ 941451 h 5143785"/>
              <a:gd name="connsiteX28268" fmla="*/ 2816828 w 3114960"/>
              <a:gd name="connsiteY28268" fmla="*/ 927449 h 5143785"/>
              <a:gd name="connsiteX28269" fmla="*/ 2830830 w 3114960"/>
              <a:gd name="connsiteY28269" fmla="*/ 913448 h 5143785"/>
              <a:gd name="connsiteX28270" fmla="*/ 2328767 w 3114960"/>
              <a:gd name="connsiteY28270" fmla="*/ 1148429 h 5143785"/>
              <a:gd name="connsiteX28271" fmla="*/ 2332768 w 3114960"/>
              <a:gd name="connsiteY28271" fmla="*/ 1144429 h 5143785"/>
              <a:gd name="connsiteX28272" fmla="*/ 2364391 w 3114960"/>
              <a:gd name="connsiteY28272" fmla="*/ 1144429 h 5143785"/>
              <a:gd name="connsiteX28273" fmla="*/ 2368391 w 3114960"/>
              <a:gd name="connsiteY28273" fmla="*/ 1148429 h 5143785"/>
              <a:gd name="connsiteX28274" fmla="*/ 2368391 w 3114960"/>
              <a:gd name="connsiteY28274" fmla="*/ 1151477 h 5143785"/>
              <a:gd name="connsiteX28275" fmla="*/ 2364391 w 3114960"/>
              <a:gd name="connsiteY28275" fmla="*/ 1155478 h 5143785"/>
              <a:gd name="connsiteX28276" fmla="*/ 2332768 w 3114960"/>
              <a:gd name="connsiteY28276" fmla="*/ 1155478 h 5143785"/>
              <a:gd name="connsiteX28277" fmla="*/ 2328767 w 3114960"/>
              <a:gd name="connsiteY28277" fmla="*/ 1151477 h 5143785"/>
              <a:gd name="connsiteX28278" fmla="*/ 2328767 w 3114960"/>
              <a:gd name="connsiteY28278" fmla="*/ 1148429 h 5143785"/>
              <a:gd name="connsiteX28279" fmla="*/ 2186369 w 3114960"/>
              <a:gd name="connsiteY28279" fmla="*/ 1259777 h 5143785"/>
              <a:gd name="connsiteX28280" fmla="*/ 2195703 w 3114960"/>
              <a:gd name="connsiteY28280" fmla="*/ 1256728 h 5143785"/>
              <a:gd name="connsiteX28281" fmla="*/ 2204466 w 3114960"/>
              <a:gd name="connsiteY28281" fmla="*/ 1261205 h 5143785"/>
              <a:gd name="connsiteX28282" fmla="*/ 2207514 w 3114960"/>
              <a:gd name="connsiteY28282" fmla="*/ 1270540 h 5143785"/>
              <a:gd name="connsiteX28283" fmla="*/ 2203037 w 3114960"/>
              <a:gd name="connsiteY28283" fmla="*/ 1279303 h 5143785"/>
              <a:gd name="connsiteX28284" fmla="*/ 2194751 w 3114960"/>
              <a:gd name="connsiteY28284" fmla="*/ 1282351 h 5143785"/>
              <a:gd name="connsiteX28285" fmla="*/ 2193703 w 3114960"/>
              <a:gd name="connsiteY28285" fmla="*/ 1282351 h 5143785"/>
              <a:gd name="connsiteX28286" fmla="*/ 2184940 w 3114960"/>
              <a:gd name="connsiteY28286" fmla="*/ 1277874 h 5143785"/>
              <a:gd name="connsiteX28287" fmla="*/ 2181892 w 3114960"/>
              <a:gd name="connsiteY28287" fmla="*/ 1268540 h 5143785"/>
              <a:gd name="connsiteX28288" fmla="*/ 2186369 w 3114960"/>
              <a:gd name="connsiteY28288" fmla="*/ 1259777 h 5143785"/>
              <a:gd name="connsiteX28289" fmla="*/ 3114770 w 3114960"/>
              <a:gd name="connsiteY28289" fmla="*/ 3653028 h 5143785"/>
              <a:gd name="connsiteX28290" fmla="*/ 3077051 w 3114960"/>
              <a:gd name="connsiteY28290" fmla="*/ 3653028 h 5143785"/>
              <a:gd name="connsiteX28291" fmla="*/ 3073146 w 3114960"/>
              <a:gd name="connsiteY28291" fmla="*/ 3646646 h 5143785"/>
              <a:gd name="connsiteX28292" fmla="*/ 3057811 w 3114960"/>
              <a:gd name="connsiteY28292" fmla="*/ 3648742 h 5143785"/>
              <a:gd name="connsiteX28293" fmla="*/ 3055906 w 3114960"/>
              <a:gd name="connsiteY28293" fmla="*/ 3652933 h 5143785"/>
              <a:gd name="connsiteX28294" fmla="*/ 2999042 w 3114960"/>
              <a:gd name="connsiteY28294" fmla="*/ 3652933 h 5143785"/>
              <a:gd name="connsiteX28295" fmla="*/ 2963704 w 3114960"/>
              <a:gd name="connsiteY28295" fmla="*/ 3622643 h 5143785"/>
              <a:gd name="connsiteX28296" fmla="*/ 2963132 w 3114960"/>
              <a:gd name="connsiteY28296" fmla="*/ 3478625 h 5143785"/>
              <a:gd name="connsiteX28297" fmla="*/ 2907983 w 3114960"/>
              <a:gd name="connsiteY28297" fmla="*/ 3431477 h 5143785"/>
              <a:gd name="connsiteX28298" fmla="*/ 2907030 w 3114960"/>
              <a:gd name="connsiteY28298" fmla="*/ 3431477 h 5143785"/>
              <a:gd name="connsiteX28299" fmla="*/ 2889980 w 3114960"/>
              <a:gd name="connsiteY28299" fmla="*/ 3432048 h 5143785"/>
              <a:gd name="connsiteX28300" fmla="*/ 2889980 w 3114960"/>
              <a:gd name="connsiteY28300" fmla="*/ 3431286 h 5143785"/>
              <a:gd name="connsiteX28301" fmla="*/ 2883980 w 3114960"/>
              <a:gd name="connsiteY28301" fmla="*/ 3425285 h 5143785"/>
              <a:gd name="connsiteX28302" fmla="*/ 2863692 w 3114960"/>
              <a:gd name="connsiteY28302" fmla="*/ 3425285 h 5143785"/>
              <a:gd name="connsiteX28303" fmla="*/ 2857691 w 3114960"/>
              <a:gd name="connsiteY28303" fmla="*/ 3431286 h 5143785"/>
              <a:gd name="connsiteX28304" fmla="*/ 2857691 w 3114960"/>
              <a:gd name="connsiteY28304" fmla="*/ 3438906 h 5143785"/>
              <a:gd name="connsiteX28305" fmla="*/ 2863692 w 3114960"/>
              <a:gd name="connsiteY28305" fmla="*/ 3444907 h 5143785"/>
              <a:gd name="connsiteX28306" fmla="*/ 2883980 w 3114960"/>
              <a:gd name="connsiteY28306" fmla="*/ 3444907 h 5143785"/>
              <a:gd name="connsiteX28307" fmla="*/ 2889980 w 3114960"/>
              <a:gd name="connsiteY28307" fmla="*/ 3438906 h 5143785"/>
              <a:gd name="connsiteX28308" fmla="*/ 2889980 w 3114960"/>
              <a:gd name="connsiteY28308" fmla="*/ 3436715 h 5143785"/>
              <a:gd name="connsiteX28309" fmla="*/ 2906363 w 3114960"/>
              <a:gd name="connsiteY28309" fmla="*/ 3436239 h 5143785"/>
              <a:gd name="connsiteX28310" fmla="*/ 2958465 w 3114960"/>
              <a:gd name="connsiteY28310" fmla="*/ 3480721 h 5143785"/>
              <a:gd name="connsiteX28311" fmla="*/ 2959037 w 3114960"/>
              <a:gd name="connsiteY28311" fmla="*/ 3624739 h 5143785"/>
              <a:gd name="connsiteX28312" fmla="*/ 2997422 w 3114960"/>
              <a:gd name="connsiteY28312" fmla="*/ 3657600 h 5143785"/>
              <a:gd name="connsiteX28313" fmla="*/ 3056096 w 3114960"/>
              <a:gd name="connsiteY28313" fmla="*/ 3657600 h 5143785"/>
              <a:gd name="connsiteX28314" fmla="*/ 3060002 w 3114960"/>
              <a:gd name="connsiteY28314" fmla="*/ 3663982 h 5143785"/>
              <a:gd name="connsiteX28315" fmla="*/ 3066574 w 3114960"/>
              <a:gd name="connsiteY28315" fmla="*/ 3666173 h 5143785"/>
              <a:gd name="connsiteX28316" fmla="*/ 3075337 w 3114960"/>
              <a:gd name="connsiteY28316" fmla="*/ 3661791 h 5143785"/>
              <a:gd name="connsiteX28317" fmla="*/ 3077242 w 3114960"/>
              <a:gd name="connsiteY28317" fmla="*/ 3657600 h 5143785"/>
              <a:gd name="connsiteX28318" fmla="*/ 3114961 w 3114960"/>
              <a:gd name="connsiteY28318" fmla="*/ 3657600 h 5143785"/>
              <a:gd name="connsiteX28319" fmla="*/ 3114961 w 3114960"/>
              <a:gd name="connsiteY28319" fmla="*/ 3652838 h 5143785"/>
              <a:gd name="connsiteX28320" fmla="*/ 2867216 w 3114960"/>
              <a:gd name="connsiteY28320" fmla="*/ 3440240 h 5143785"/>
              <a:gd name="connsiteX28321" fmla="*/ 2863596 w 3114960"/>
              <a:gd name="connsiteY28321" fmla="*/ 3440240 h 5143785"/>
              <a:gd name="connsiteX28322" fmla="*/ 2862358 w 3114960"/>
              <a:gd name="connsiteY28322" fmla="*/ 3439001 h 5143785"/>
              <a:gd name="connsiteX28323" fmla="*/ 2862358 w 3114960"/>
              <a:gd name="connsiteY28323" fmla="*/ 3431381 h 5143785"/>
              <a:gd name="connsiteX28324" fmla="*/ 2863596 w 3114960"/>
              <a:gd name="connsiteY28324" fmla="*/ 3430143 h 5143785"/>
              <a:gd name="connsiteX28325" fmla="*/ 2867216 w 3114960"/>
              <a:gd name="connsiteY28325" fmla="*/ 3430143 h 5143785"/>
              <a:gd name="connsiteX28326" fmla="*/ 2867216 w 3114960"/>
              <a:gd name="connsiteY28326" fmla="*/ 3440335 h 5143785"/>
              <a:gd name="connsiteX28327" fmla="*/ 2877026 w 3114960"/>
              <a:gd name="connsiteY28327" fmla="*/ 3438716 h 5143785"/>
              <a:gd name="connsiteX28328" fmla="*/ 2872073 w 3114960"/>
              <a:gd name="connsiteY28328" fmla="*/ 3438716 h 5143785"/>
              <a:gd name="connsiteX28329" fmla="*/ 2872073 w 3114960"/>
              <a:gd name="connsiteY28329" fmla="*/ 3430048 h 5143785"/>
              <a:gd name="connsiteX28330" fmla="*/ 2877026 w 3114960"/>
              <a:gd name="connsiteY28330" fmla="*/ 3430048 h 5143785"/>
              <a:gd name="connsiteX28331" fmla="*/ 2877026 w 3114960"/>
              <a:gd name="connsiteY28331" fmla="*/ 3438716 h 5143785"/>
              <a:gd name="connsiteX28332" fmla="*/ 2885218 w 3114960"/>
              <a:gd name="connsiteY28332" fmla="*/ 3439001 h 5143785"/>
              <a:gd name="connsiteX28333" fmla="*/ 2883980 w 3114960"/>
              <a:gd name="connsiteY28333" fmla="*/ 3440240 h 5143785"/>
              <a:gd name="connsiteX28334" fmla="*/ 2881789 w 3114960"/>
              <a:gd name="connsiteY28334" fmla="*/ 3440240 h 5143785"/>
              <a:gd name="connsiteX28335" fmla="*/ 2881789 w 3114960"/>
              <a:gd name="connsiteY28335" fmla="*/ 3430048 h 5143785"/>
              <a:gd name="connsiteX28336" fmla="*/ 2883980 w 3114960"/>
              <a:gd name="connsiteY28336" fmla="*/ 3430048 h 5143785"/>
              <a:gd name="connsiteX28337" fmla="*/ 2885218 w 3114960"/>
              <a:gd name="connsiteY28337" fmla="*/ 3431286 h 5143785"/>
              <a:gd name="connsiteX28338" fmla="*/ 2885218 w 3114960"/>
              <a:gd name="connsiteY28338" fmla="*/ 3438906 h 5143785"/>
              <a:gd name="connsiteX28339" fmla="*/ 2889980 w 3114960"/>
              <a:gd name="connsiteY28339" fmla="*/ 3434429 h 5143785"/>
              <a:gd name="connsiteX28340" fmla="*/ 2889980 w 3114960"/>
              <a:gd name="connsiteY28340" fmla="*/ 3434429 h 5143785"/>
              <a:gd name="connsiteX28341" fmla="*/ 2891504 w 3114960"/>
              <a:gd name="connsiteY28341" fmla="*/ 3434429 h 5143785"/>
              <a:gd name="connsiteX28342" fmla="*/ 2889980 w 3114960"/>
              <a:gd name="connsiteY28342" fmla="*/ 3434429 h 5143785"/>
              <a:gd name="connsiteX28343" fmla="*/ 3071432 w 3114960"/>
              <a:gd name="connsiteY28343" fmla="*/ 3659124 h 5143785"/>
              <a:gd name="connsiteX28344" fmla="*/ 3062764 w 3114960"/>
              <a:gd name="connsiteY28344" fmla="*/ 3660362 h 5143785"/>
              <a:gd name="connsiteX28345" fmla="*/ 3060383 w 3114960"/>
              <a:gd name="connsiteY28345" fmla="*/ 3656267 h 5143785"/>
              <a:gd name="connsiteX28346" fmla="*/ 3061621 w 3114960"/>
              <a:gd name="connsiteY28346" fmla="*/ 3651695 h 5143785"/>
              <a:gd name="connsiteX28347" fmla="*/ 3066574 w 3114960"/>
              <a:gd name="connsiteY28347" fmla="*/ 3649218 h 5143785"/>
              <a:gd name="connsiteX28348" fmla="*/ 3070288 w 3114960"/>
              <a:gd name="connsiteY28348" fmla="*/ 3650456 h 5143785"/>
              <a:gd name="connsiteX28349" fmla="*/ 3072670 w 3114960"/>
              <a:gd name="connsiteY28349" fmla="*/ 3654552 h 5143785"/>
              <a:gd name="connsiteX28350" fmla="*/ 3071432 w 3114960"/>
              <a:gd name="connsiteY28350" fmla="*/ 3659124 h 5143785"/>
              <a:gd name="connsiteX28351" fmla="*/ 2824829 w 3114960"/>
              <a:gd name="connsiteY28351" fmla="*/ 3420999 h 5143785"/>
              <a:gd name="connsiteX28352" fmla="*/ 2819210 w 3114960"/>
              <a:gd name="connsiteY28352" fmla="*/ 3428810 h 5143785"/>
              <a:gd name="connsiteX28353" fmla="*/ 2828449 w 3114960"/>
              <a:gd name="connsiteY28353" fmla="*/ 3443954 h 5143785"/>
              <a:gd name="connsiteX28354" fmla="*/ 2831402 w 3114960"/>
              <a:gd name="connsiteY28354" fmla="*/ 3444335 h 5143785"/>
              <a:gd name="connsiteX28355" fmla="*/ 2837974 w 3114960"/>
              <a:gd name="connsiteY28355" fmla="*/ 3442526 h 5143785"/>
              <a:gd name="connsiteX28356" fmla="*/ 2843594 w 3114960"/>
              <a:gd name="connsiteY28356" fmla="*/ 3434715 h 5143785"/>
              <a:gd name="connsiteX28357" fmla="*/ 2834354 w 3114960"/>
              <a:gd name="connsiteY28357" fmla="*/ 3419570 h 5143785"/>
              <a:gd name="connsiteX28358" fmla="*/ 2833783 w 3114960"/>
              <a:gd name="connsiteY28358" fmla="*/ 3419570 h 5143785"/>
              <a:gd name="connsiteX28359" fmla="*/ 2833783 w 3114960"/>
              <a:gd name="connsiteY28359" fmla="*/ 3361944 h 5143785"/>
              <a:gd name="connsiteX28360" fmla="*/ 2740057 w 3114960"/>
              <a:gd name="connsiteY28360" fmla="*/ 3276124 h 5143785"/>
              <a:gd name="connsiteX28361" fmla="*/ 2741676 w 3114960"/>
              <a:gd name="connsiteY28361" fmla="*/ 3272409 h 5143785"/>
              <a:gd name="connsiteX28362" fmla="*/ 2740152 w 3114960"/>
              <a:gd name="connsiteY28362" fmla="*/ 3262884 h 5143785"/>
              <a:gd name="connsiteX28363" fmla="*/ 2732342 w 3114960"/>
              <a:gd name="connsiteY28363" fmla="*/ 3257264 h 5143785"/>
              <a:gd name="connsiteX28364" fmla="*/ 2722817 w 3114960"/>
              <a:gd name="connsiteY28364" fmla="*/ 3258788 h 5143785"/>
              <a:gd name="connsiteX28365" fmla="*/ 2717197 w 3114960"/>
              <a:gd name="connsiteY28365" fmla="*/ 3266599 h 5143785"/>
              <a:gd name="connsiteX28366" fmla="*/ 2718721 w 3114960"/>
              <a:gd name="connsiteY28366" fmla="*/ 3276124 h 5143785"/>
              <a:gd name="connsiteX28367" fmla="*/ 2726531 w 3114960"/>
              <a:gd name="connsiteY28367" fmla="*/ 3281744 h 5143785"/>
              <a:gd name="connsiteX28368" fmla="*/ 2729484 w 3114960"/>
              <a:gd name="connsiteY28368" fmla="*/ 3282125 h 5143785"/>
              <a:gd name="connsiteX28369" fmla="*/ 2736818 w 3114960"/>
              <a:gd name="connsiteY28369" fmla="*/ 3279648 h 5143785"/>
              <a:gd name="connsiteX28370" fmla="*/ 2829020 w 3114960"/>
              <a:gd name="connsiteY28370" fmla="*/ 3364135 h 5143785"/>
              <a:gd name="connsiteX28371" fmla="*/ 2829020 w 3114960"/>
              <a:gd name="connsiteY28371" fmla="*/ 3419666 h 5143785"/>
              <a:gd name="connsiteX28372" fmla="*/ 2824829 w 3114960"/>
              <a:gd name="connsiteY28372" fmla="*/ 3421190 h 5143785"/>
              <a:gd name="connsiteX28373" fmla="*/ 2737104 w 3114960"/>
              <a:gd name="connsiteY28373" fmla="*/ 3271171 h 5143785"/>
              <a:gd name="connsiteX28374" fmla="*/ 2727674 w 3114960"/>
              <a:gd name="connsiteY28374" fmla="*/ 3276886 h 5143785"/>
              <a:gd name="connsiteX28375" fmla="*/ 2722817 w 3114960"/>
              <a:gd name="connsiteY28375" fmla="*/ 3273362 h 5143785"/>
              <a:gd name="connsiteX28376" fmla="*/ 2721864 w 3114960"/>
              <a:gd name="connsiteY28376" fmla="*/ 3267456 h 5143785"/>
              <a:gd name="connsiteX28377" fmla="*/ 2725388 w 3114960"/>
              <a:gd name="connsiteY28377" fmla="*/ 3262598 h 5143785"/>
              <a:gd name="connsiteX28378" fmla="*/ 2729484 w 3114960"/>
              <a:gd name="connsiteY28378" fmla="*/ 3261455 h 5143785"/>
              <a:gd name="connsiteX28379" fmla="*/ 2731294 w 3114960"/>
              <a:gd name="connsiteY28379" fmla="*/ 3261646 h 5143785"/>
              <a:gd name="connsiteX28380" fmla="*/ 2736152 w 3114960"/>
              <a:gd name="connsiteY28380" fmla="*/ 3265170 h 5143785"/>
              <a:gd name="connsiteX28381" fmla="*/ 2737104 w 3114960"/>
              <a:gd name="connsiteY28381" fmla="*/ 3271076 h 5143785"/>
              <a:gd name="connsiteX28382" fmla="*/ 2831402 w 3114960"/>
              <a:gd name="connsiteY28382" fmla="*/ 3423952 h 5143785"/>
              <a:gd name="connsiteX28383" fmla="*/ 2833211 w 3114960"/>
              <a:gd name="connsiteY28383" fmla="*/ 3424142 h 5143785"/>
              <a:gd name="connsiteX28384" fmla="*/ 2838926 w 3114960"/>
              <a:gd name="connsiteY28384" fmla="*/ 3433572 h 5143785"/>
              <a:gd name="connsiteX28385" fmla="*/ 2835402 w 3114960"/>
              <a:gd name="connsiteY28385" fmla="*/ 3438430 h 5143785"/>
              <a:gd name="connsiteX28386" fmla="*/ 2829497 w 3114960"/>
              <a:gd name="connsiteY28386" fmla="*/ 3439382 h 5143785"/>
              <a:gd name="connsiteX28387" fmla="*/ 2823782 w 3114960"/>
              <a:gd name="connsiteY28387" fmla="*/ 3429953 h 5143785"/>
              <a:gd name="connsiteX28388" fmla="*/ 2827306 w 3114960"/>
              <a:gd name="connsiteY28388" fmla="*/ 3425095 h 5143785"/>
              <a:gd name="connsiteX28389" fmla="*/ 2831402 w 3114960"/>
              <a:gd name="connsiteY28389" fmla="*/ 3423952 h 5143785"/>
              <a:gd name="connsiteX28390" fmla="*/ 2866263 w 3114960"/>
              <a:gd name="connsiteY28390" fmla="*/ 3757136 h 5143785"/>
              <a:gd name="connsiteX28391" fmla="*/ 2873597 w 3114960"/>
              <a:gd name="connsiteY28391" fmla="*/ 3759899 h 5143785"/>
              <a:gd name="connsiteX28392" fmla="*/ 2874169 w 3114960"/>
              <a:gd name="connsiteY28392" fmla="*/ 3759899 h 5143785"/>
              <a:gd name="connsiteX28393" fmla="*/ 2881694 w 3114960"/>
              <a:gd name="connsiteY28393" fmla="*/ 3756279 h 5143785"/>
              <a:gd name="connsiteX28394" fmla="*/ 2880836 w 3114960"/>
              <a:gd name="connsiteY28394" fmla="*/ 3740849 h 5143785"/>
              <a:gd name="connsiteX28395" fmla="*/ 2872930 w 3114960"/>
              <a:gd name="connsiteY28395" fmla="*/ 3738086 h 5143785"/>
              <a:gd name="connsiteX28396" fmla="*/ 2867025 w 3114960"/>
              <a:gd name="connsiteY28396" fmla="*/ 3740468 h 5143785"/>
              <a:gd name="connsiteX28397" fmla="*/ 2775680 w 3114960"/>
              <a:gd name="connsiteY28397" fmla="*/ 3656267 h 5143785"/>
              <a:gd name="connsiteX28398" fmla="*/ 2775680 w 3114960"/>
              <a:gd name="connsiteY28398" fmla="*/ 3561779 h 5143785"/>
              <a:gd name="connsiteX28399" fmla="*/ 2782729 w 3114960"/>
              <a:gd name="connsiteY28399" fmla="*/ 3553206 h 5143785"/>
              <a:gd name="connsiteX28400" fmla="*/ 2773680 w 3114960"/>
              <a:gd name="connsiteY28400" fmla="*/ 3543300 h 5143785"/>
              <a:gd name="connsiteX28401" fmla="*/ 2763774 w 3114960"/>
              <a:gd name="connsiteY28401" fmla="*/ 3552349 h 5143785"/>
              <a:gd name="connsiteX28402" fmla="*/ 2770823 w 3114960"/>
              <a:gd name="connsiteY28402" fmla="*/ 3561779 h 5143785"/>
              <a:gd name="connsiteX28403" fmla="*/ 2770823 w 3114960"/>
              <a:gd name="connsiteY28403" fmla="*/ 3658362 h 5143785"/>
              <a:gd name="connsiteX28404" fmla="*/ 2863787 w 3114960"/>
              <a:gd name="connsiteY28404" fmla="*/ 3744182 h 5143785"/>
              <a:gd name="connsiteX28405" fmla="*/ 2862453 w 3114960"/>
              <a:gd name="connsiteY28405" fmla="*/ 3749707 h 5143785"/>
              <a:gd name="connsiteX28406" fmla="*/ 2866073 w 3114960"/>
              <a:gd name="connsiteY28406" fmla="*/ 3757232 h 5143785"/>
              <a:gd name="connsiteX28407" fmla="*/ 2868930 w 3114960"/>
              <a:gd name="connsiteY28407" fmla="*/ 3744849 h 5143785"/>
              <a:gd name="connsiteX28408" fmla="*/ 2873217 w 3114960"/>
              <a:gd name="connsiteY28408" fmla="*/ 3742754 h 5143785"/>
              <a:gd name="connsiteX28409" fmla="*/ 2873597 w 3114960"/>
              <a:gd name="connsiteY28409" fmla="*/ 3742754 h 5143785"/>
              <a:gd name="connsiteX28410" fmla="*/ 2877693 w 3114960"/>
              <a:gd name="connsiteY28410" fmla="*/ 3744373 h 5143785"/>
              <a:gd name="connsiteX28411" fmla="*/ 2878169 w 3114960"/>
              <a:gd name="connsiteY28411" fmla="*/ 3753136 h 5143785"/>
              <a:gd name="connsiteX28412" fmla="*/ 2873883 w 3114960"/>
              <a:gd name="connsiteY28412" fmla="*/ 3755136 h 5143785"/>
              <a:gd name="connsiteX28413" fmla="*/ 2869406 w 3114960"/>
              <a:gd name="connsiteY28413" fmla="*/ 3753612 h 5143785"/>
              <a:gd name="connsiteX28414" fmla="*/ 2869406 w 3114960"/>
              <a:gd name="connsiteY28414" fmla="*/ 3753612 h 5143785"/>
              <a:gd name="connsiteX28415" fmla="*/ 2867406 w 3114960"/>
              <a:gd name="connsiteY28415" fmla="*/ 3749326 h 5143785"/>
              <a:gd name="connsiteX28416" fmla="*/ 2868930 w 3114960"/>
              <a:gd name="connsiteY28416" fmla="*/ 3744849 h 5143785"/>
              <a:gd name="connsiteX28417" fmla="*/ 932117 w 3114960"/>
              <a:gd name="connsiteY28417" fmla="*/ 3099721 h 5143785"/>
              <a:gd name="connsiteX28418" fmla="*/ 949738 w 3114960"/>
              <a:gd name="connsiteY28418" fmla="*/ 3099721 h 5143785"/>
              <a:gd name="connsiteX28419" fmla="*/ 949738 w 3114960"/>
              <a:gd name="connsiteY28419" fmla="*/ 3104484 h 5143785"/>
              <a:gd name="connsiteX28420" fmla="*/ 932117 w 3114960"/>
              <a:gd name="connsiteY28420" fmla="*/ 3104484 h 5143785"/>
              <a:gd name="connsiteX28421" fmla="*/ 932117 w 3114960"/>
              <a:gd name="connsiteY28421" fmla="*/ 3099721 h 5143785"/>
              <a:gd name="connsiteX28422" fmla="*/ 979075 w 3114960"/>
              <a:gd name="connsiteY28422" fmla="*/ 3093434 h 5143785"/>
              <a:gd name="connsiteX28423" fmla="*/ 976598 w 3114960"/>
              <a:gd name="connsiteY28423" fmla="*/ 3099530 h 5143785"/>
              <a:gd name="connsiteX28424" fmla="*/ 967359 w 3114960"/>
              <a:gd name="connsiteY28424" fmla="*/ 3099530 h 5143785"/>
              <a:gd name="connsiteX28425" fmla="*/ 967359 w 3114960"/>
              <a:gd name="connsiteY28425" fmla="*/ 3104293 h 5143785"/>
              <a:gd name="connsiteX28426" fmla="*/ 976598 w 3114960"/>
              <a:gd name="connsiteY28426" fmla="*/ 3104293 h 5143785"/>
              <a:gd name="connsiteX28427" fmla="*/ 982218 w 3114960"/>
              <a:gd name="connsiteY28427" fmla="*/ 3113437 h 5143785"/>
              <a:gd name="connsiteX28428" fmla="*/ 1002221 w 3114960"/>
              <a:gd name="connsiteY28428" fmla="*/ 3110389 h 5143785"/>
              <a:gd name="connsiteX28429" fmla="*/ 1004983 w 3114960"/>
              <a:gd name="connsiteY28429" fmla="*/ 3101912 h 5143785"/>
              <a:gd name="connsiteX28430" fmla="*/ 999173 w 3114960"/>
              <a:gd name="connsiteY28430" fmla="*/ 3090291 h 5143785"/>
              <a:gd name="connsiteX28431" fmla="*/ 979170 w 3114960"/>
              <a:gd name="connsiteY28431" fmla="*/ 3093339 h 5143785"/>
              <a:gd name="connsiteX28432" fmla="*/ 1000030 w 3114960"/>
              <a:gd name="connsiteY28432" fmla="*/ 3108865 h 5143785"/>
              <a:gd name="connsiteX28433" fmla="*/ 992410 w 3114960"/>
              <a:gd name="connsiteY28433" fmla="*/ 3113532 h 5143785"/>
              <a:gd name="connsiteX28434" fmla="*/ 983742 w 3114960"/>
              <a:gd name="connsiteY28434" fmla="*/ 3111437 h 5143785"/>
              <a:gd name="connsiteX28435" fmla="*/ 979075 w 3114960"/>
              <a:gd name="connsiteY28435" fmla="*/ 3103817 h 5143785"/>
              <a:gd name="connsiteX28436" fmla="*/ 978979 w 3114960"/>
              <a:gd name="connsiteY28436" fmla="*/ 3102007 h 5143785"/>
              <a:gd name="connsiteX28437" fmla="*/ 981266 w 3114960"/>
              <a:gd name="connsiteY28437" fmla="*/ 3095149 h 5143785"/>
              <a:gd name="connsiteX28438" fmla="*/ 997649 w 3114960"/>
              <a:gd name="connsiteY28438" fmla="*/ 3092672 h 5143785"/>
              <a:gd name="connsiteX28439" fmla="*/ 1000125 w 3114960"/>
              <a:gd name="connsiteY28439" fmla="*/ 3109055 h 5143785"/>
              <a:gd name="connsiteX28440" fmla="*/ 1369886 w 3114960"/>
              <a:gd name="connsiteY28440" fmla="*/ 1516285 h 5143785"/>
              <a:gd name="connsiteX28441" fmla="*/ 1364837 w 3114960"/>
              <a:gd name="connsiteY28441" fmla="*/ 1521333 h 5143785"/>
              <a:gd name="connsiteX28442" fmla="*/ 1364837 w 3114960"/>
              <a:gd name="connsiteY28442" fmla="*/ 1534287 h 5143785"/>
              <a:gd name="connsiteX28443" fmla="*/ 1369886 w 3114960"/>
              <a:gd name="connsiteY28443" fmla="*/ 1539335 h 5143785"/>
              <a:gd name="connsiteX28444" fmla="*/ 1382840 w 3114960"/>
              <a:gd name="connsiteY28444" fmla="*/ 1539335 h 5143785"/>
              <a:gd name="connsiteX28445" fmla="*/ 1387888 w 3114960"/>
              <a:gd name="connsiteY28445" fmla="*/ 1534287 h 5143785"/>
              <a:gd name="connsiteX28446" fmla="*/ 1387888 w 3114960"/>
              <a:gd name="connsiteY28446" fmla="*/ 1521333 h 5143785"/>
              <a:gd name="connsiteX28447" fmla="*/ 1382840 w 3114960"/>
              <a:gd name="connsiteY28447" fmla="*/ 1516285 h 5143785"/>
              <a:gd name="connsiteX28448" fmla="*/ 1369886 w 3114960"/>
              <a:gd name="connsiteY28448" fmla="*/ 1516285 h 5143785"/>
              <a:gd name="connsiteX28449" fmla="*/ 1383125 w 3114960"/>
              <a:gd name="connsiteY28449" fmla="*/ 1534287 h 5143785"/>
              <a:gd name="connsiteX28450" fmla="*/ 1382840 w 3114960"/>
              <a:gd name="connsiteY28450" fmla="*/ 1534573 h 5143785"/>
              <a:gd name="connsiteX28451" fmla="*/ 1369600 w 3114960"/>
              <a:gd name="connsiteY28451" fmla="*/ 1534287 h 5143785"/>
              <a:gd name="connsiteX28452" fmla="*/ 1369886 w 3114960"/>
              <a:gd name="connsiteY28452" fmla="*/ 1521047 h 5143785"/>
              <a:gd name="connsiteX28453" fmla="*/ 1383125 w 3114960"/>
              <a:gd name="connsiteY28453" fmla="*/ 1521333 h 5143785"/>
              <a:gd name="connsiteX28454" fmla="*/ 1383125 w 3114960"/>
              <a:gd name="connsiteY28454" fmla="*/ 1534287 h 5143785"/>
              <a:gd name="connsiteX28455" fmla="*/ 1352264 w 3114960"/>
              <a:gd name="connsiteY28455" fmla="*/ 1518666 h 5143785"/>
              <a:gd name="connsiteX28456" fmla="*/ 1354931 w 3114960"/>
              <a:gd name="connsiteY28456" fmla="*/ 1521333 h 5143785"/>
              <a:gd name="connsiteX28457" fmla="*/ 1354931 w 3114960"/>
              <a:gd name="connsiteY28457" fmla="*/ 1534287 h 5143785"/>
              <a:gd name="connsiteX28458" fmla="*/ 1352264 w 3114960"/>
              <a:gd name="connsiteY28458" fmla="*/ 1536954 h 5143785"/>
              <a:gd name="connsiteX28459" fmla="*/ 1339310 w 3114960"/>
              <a:gd name="connsiteY28459" fmla="*/ 1536954 h 5143785"/>
              <a:gd name="connsiteX28460" fmla="*/ 1336643 w 3114960"/>
              <a:gd name="connsiteY28460" fmla="*/ 1534287 h 5143785"/>
              <a:gd name="connsiteX28461" fmla="*/ 1336643 w 3114960"/>
              <a:gd name="connsiteY28461" fmla="*/ 1521333 h 5143785"/>
              <a:gd name="connsiteX28462" fmla="*/ 1339310 w 3114960"/>
              <a:gd name="connsiteY28462" fmla="*/ 1518666 h 5143785"/>
              <a:gd name="connsiteX28463" fmla="*/ 1352264 w 3114960"/>
              <a:gd name="connsiteY28463" fmla="*/ 1518666 h 5143785"/>
              <a:gd name="connsiteX28464" fmla="*/ 856488 w 3114960"/>
              <a:gd name="connsiteY28464" fmla="*/ 1504474 h 5143785"/>
              <a:gd name="connsiteX28465" fmla="*/ 849440 w 3114960"/>
              <a:gd name="connsiteY28465" fmla="*/ 1498092 h 5143785"/>
              <a:gd name="connsiteX28466" fmla="*/ 838200 w 3114960"/>
              <a:gd name="connsiteY28466" fmla="*/ 1486853 h 5143785"/>
              <a:gd name="connsiteX28467" fmla="*/ 834390 w 3114960"/>
              <a:gd name="connsiteY28467" fmla="*/ 1486853 h 5143785"/>
              <a:gd name="connsiteX28468" fmla="*/ 822960 w 3114960"/>
              <a:gd name="connsiteY28468" fmla="*/ 1498282 h 5143785"/>
              <a:gd name="connsiteX28469" fmla="*/ 822960 w 3114960"/>
              <a:gd name="connsiteY28469" fmla="*/ 1502093 h 5143785"/>
              <a:gd name="connsiteX28470" fmla="*/ 834390 w 3114960"/>
              <a:gd name="connsiteY28470" fmla="*/ 1513523 h 5143785"/>
              <a:gd name="connsiteX28471" fmla="*/ 838200 w 3114960"/>
              <a:gd name="connsiteY28471" fmla="*/ 1513523 h 5143785"/>
              <a:gd name="connsiteX28472" fmla="*/ 848963 w 3114960"/>
              <a:gd name="connsiteY28472" fmla="*/ 1502759 h 5143785"/>
              <a:gd name="connsiteX28473" fmla="*/ 852392 w 3114960"/>
              <a:gd name="connsiteY28473" fmla="*/ 1506855 h 5143785"/>
              <a:gd name="connsiteX28474" fmla="*/ 860774 w 3114960"/>
              <a:gd name="connsiteY28474" fmla="*/ 1513523 h 5143785"/>
              <a:gd name="connsiteX28475" fmla="*/ 869156 w 3114960"/>
              <a:gd name="connsiteY28475" fmla="*/ 1506855 h 5143785"/>
              <a:gd name="connsiteX28476" fmla="*/ 873443 w 3114960"/>
              <a:gd name="connsiteY28476" fmla="*/ 1502569 h 5143785"/>
              <a:gd name="connsiteX28477" fmla="*/ 877729 w 3114960"/>
              <a:gd name="connsiteY28477" fmla="*/ 1506855 h 5143785"/>
              <a:gd name="connsiteX28478" fmla="*/ 886111 w 3114960"/>
              <a:gd name="connsiteY28478" fmla="*/ 1513523 h 5143785"/>
              <a:gd name="connsiteX28479" fmla="*/ 894493 w 3114960"/>
              <a:gd name="connsiteY28479" fmla="*/ 1506855 h 5143785"/>
              <a:gd name="connsiteX28480" fmla="*/ 898779 w 3114960"/>
              <a:gd name="connsiteY28480" fmla="*/ 1502569 h 5143785"/>
              <a:gd name="connsiteX28481" fmla="*/ 903065 w 3114960"/>
              <a:gd name="connsiteY28481" fmla="*/ 1506855 h 5143785"/>
              <a:gd name="connsiteX28482" fmla="*/ 911447 w 3114960"/>
              <a:gd name="connsiteY28482" fmla="*/ 1513523 h 5143785"/>
              <a:gd name="connsiteX28483" fmla="*/ 919829 w 3114960"/>
              <a:gd name="connsiteY28483" fmla="*/ 1506855 h 5143785"/>
              <a:gd name="connsiteX28484" fmla="*/ 924116 w 3114960"/>
              <a:gd name="connsiteY28484" fmla="*/ 1502569 h 5143785"/>
              <a:gd name="connsiteX28485" fmla="*/ 928402 w 3114960"/>
              <a:gd name="connsiteY28485" fmla="*/ 1506855 h 5143785"/>
              <a:gd name="connsiteX28486" fmla="*/ 936784 w 3114960"/>
              <a:gd name="connsiteY28486" fmla="*/ 1513523 h 5143785"/>
              <a:gd name="connsiteX28487" fmla="*/ 945166 w 3114960"/>
              <a:gd name="connsiteY28487" fmla="*/ 1506855 h 5143785"/>
              <a:gd name="connsiteX28488" fmla="*/ 949452 w 3114960"/>
              <a:gd name="connsiteY28488" fmla="*/ 1502569 h 5143785"/>
              <a:gd name="connsiteX28489" fmla="*/ 953738 w 3114960"/>
              <a:gd name="connsiteY28489" fmla="*/ 1506855 h 5143785"/>
              <a:gd name="connsiteX28490" fmla="*/ 962120 w 3114960"/>
              <a:gd name="connsiteY28490" fmla="*/ 1513523 h 5143785"/>
              <a:gd name="connsiteX28491" fmla="*/ 970502 w 3114960"/>
              <a:gd name="connsiteY28491" fmla="*/ 1506855 h 5143785"/>
              <a:gd name="connsiteX28492" fmla="*/ 974789 w 3114960"/>
              <a:gd name="connsiteY28492" fmla="*/ 1502569 h 5143785"/>
              <a:gd name="connsiteX28493" fmla="*/ 979075 w 3114960"/>
              <a:gd name="connsiteY28493" fmla="*/ 1506855 h 5143785"/>
              <a:gd name="connsiteX28494" fmla="*/ 987457 w 3114960"/>
              <a:gd name="connsiteY28494" fmla="*/ 1513523 h 5143785"/>
              <a:gd name="connsiteX28495" fmla="*/ 995839 w 3114960"/>
              <a:gd name="connsiteY28495" fmla="*/ 1506855 h 5143785"/>
              <a:gd name="connsiteX28496" fmla="*/ 1000125 w 3114960"/>
              <a:gd name="connsiteY28496" fmla="*/ 1502569 h 5143785"/>
              <a:gd name="connsiteX28497" fmla="*/ 1004411 w 3114960"/>
              <a:gd name="connsiteY28497" fmla="*/ 1506855 h 5143785"/>
              <a:gd name="connsiteX28498" fmla="*/ 1012793 w 3114960"/>
              <a:gd name="connsiteY28498" fmla="*/ 1513523 h 5143785"/>
              <a:gd name="connsiteX28499" fmla="*/ 1021175 w 3114960"/>
              <a:gd name="connsiteY28499" fmla="*/ 1506950 h 5143785"/>
              <a:gd name="connsiteX28500" fmla="*/ 1025462 w 3114960"/>
              <a:gd name="connsiteY28500" fmla="*/ 1502664 h 5143785"/>
              <a:gd name="connsiteX28501" fmla="*/ 1029748 w 3114960"/>
              <a:gd name="connsiteY28501" fmla="*/ 1506950 h 5143785"/>
              <a:gd name="connsiteX28502" fmla="*/ 1038130 w 3114960"/>
              <a:gd name="connsiteY28502" fmla="*/ 1513618 h 5143785"/>
              <a:gd name="connsiteX28503" fmla="*/ 1046512 w 3114960"/>
              <a:gd name="connsiteY28503" fmla="*/ 1506950 h 5143785"/>
              <a:gd name="connsiteX28504" fmla="*/ 1050798 w 3114960"/>
              <a:gd name="connsiteY28504" fmla="*/ 1502664 h 5143785"/>
              <a:gd name="connsiteX28505" fmla="*/ 1055084 w 3114960"/>
              <a:gd name="connsiteY28505" fmla="*/ 1506950 h 5143785"/>
              <a:gd name="connsiteX28506" fmla="*/ 1063466 w 3114960"/>
              <a:gd name="connsiteY28506" fmla="*/ 1513523 h 5143785"/>
              <a:gd name="connsiteX28507" fmla="*/ 1071848 w 3114960"/>
              <a:gd name="connsiteY28507" fmla="*/ 1506950 h 5143785"/>
              <a:gd name="connsiteX28508" fmla="*/ 1076135 w 3114960"/>
              <a:gd name="connsiteY28508" fmla="*/ 1502664 h 5143785"/>
              <a:gd name="connsiteX28509" fmla="*/ 1080421 w 3114960"/>
              <a:gd name="connsiteY28509" fmla="*/ 1506950 h 5143785"/>
              <a:gd name="connsiteX28510" fmla="*/ 1088803 w 3114960"/>
              <a:gd name="connsiteY28510" fmla="*/ 1513618 h 5143785"/>
              <a:gd name="connsiteX28511" fmla="*/ 1097185 w 3114960"/>
              <a:gd name="connsiteY28511" fmla="*/ 1507046 h 5143785"/>
              <a:gd name="connsiteX28512" fmla="*/ 1101471 w 3114960"/>
              <a:gd name="connsiteY28512" fmla="*/ 1502759 h 5143785"/>
              <a:gd name="connsiteX28513" fmla="*/ 1105757 w 3114960"/>
              <a:gd name="connsiteY28513" fmla="*/ 1507046 h 5143785"/>
              <a:gd name="connsiteX28514" fmla="*/ 1113092 w 3114960"/>
              <a:gd name="connsiteY28514" fmla="*/ 1513427 h 5143785"/>
              <a:gd name="connsiteX28515" fmla="*/ 1113092 w 3114960"/>
              <a:gd name="connsiteY28515" fmla="*/ 1513618 h 5143785"/>
              <a:gd name="connsiteX28516" fmla="*/ 1116902 w 3114960"/>
              <a:gd name="connsiteY28516" fmla="*/ 1517428 h 5143785"/>
              <a:gd name="connsiteX28517" fmla="*/ 1136999 w 3114960"/>
              <a:gd name="connsiteY28517" fmla="*/ 1517428 h 5143785"/>
              <a:gd name="connsiteX28518" fmla="*/ 1140809 w 3114960"/>
              <a:gd name="connsiteY28518" fmla="*/ 1513618 h 5143785"/>
              <a:gd name="connsiteX28519" fmla="*/ 1140809 w 3114960"/>
              <a:gd name="connsiteY28519" fmla="*/ 1511522 h 5143785"/>
              <a:gd name="connsiteX28520" fmla="*/ 1317689 w 3114960"/>
              <a:gd name="connsiteY28520" fmla="*/ 1511522 h 5143785"/>
              <a:gd name="connsiteX28521" fmla="*/ 1384649 w 3114960"/>
              <a:gd name="connsiteY28521" fmla="*/ 1449705 h 5143785"/>
              <a:gd name="connsiteX28522" fmla="*/ 1404461 w 3114960"/>
              <a:gd name="connsiteY28522" fmla="*/ 1449705 h 5143785"/>
              <a:gd name="connsiteX28523" fmla="*/ 1404461 w 3114960"/>
              <a:gd name="connsiteY28523" fmla="*/ 1518761 h 5143785"/>
              <a:gd name="connsiteX28524" fmla="*/ 1400366 w 3114960"/>
              <a:gd name="connsiteY28524" fmla="*/ 1518761 h 5143785"/>
              <a:gd name="connsiteX28525" fmla="*/ 1397699 w 3114960"/>
              <a:gd name="connsiteY28525" fmla="*/ 1521428 h 5143785"/>
              <a:gd name="connsiteX28526" fmla="*/ 1397699 w 3114960"/>
              <a:gd name="connsiteY28526" fmla="*/ 1534382 h 5143785"/>
              <a:gd name="connsiteX28527" fmla="*/ 1400366 w 3114960"/>
              <a:gd name="connsiteY28527" fmla="*/ 1537049 h 5143785"/>
              <a:gd name="connsiteX28528" fmla="*/ 1413320 w 3114960"/>
              <a:gd name="connsiteY28528" fmla="*/ 1537049 h 5143785"/>
              <a:gd name="connsiteX28529" fmla="*/ 1415987 w 3114960"/>
              <a:gd name="connsiteY28529" fmla="*/ 1534382 h 5143785"/>
              <a:gd name="connsiteX28530" fmla="*/ 1415987 w 3114960"/>
              <a:gd name="connsiteY28530" fmla="*/ 1521428 h 5143785"/>
              <a:gd name="connsiteX28531" fmla="*/ 1413320 w 3114960"/>
              <a:gd name="connsiteY28531" fmla="*/ 1518761 h 5143785"/>
              <a:gd name="connsiteX28532" fmla="*/ 1409224 w 3114960"/>
              <a:gd name="connsiteY28532" fmla="*/ 1518761 h 5143785"/>
              <a:gd name="connsiteX28533" fmla="*/ 1409224 w 3114960"/>
              <a:gd name="connsiteY28533" fmla="*/ 1444943 h 5143785"/>
              <a:gd name="connsiteX28534" fmla="*/ 1382744 w 3114960"/>
              <a:gd name="connsiteY28534" fmla="*/ 1444943 h 5143785"/>
              <a:gd name="connsiteX28535" fmla="*/ 1315784 w 3114960"/>
              <a:gd name="connsiteY28535" fmla="*/ 1506760 h 5143785"/>
              <a:gd name="connsiteX28536" fmla="*/ 1140714 w 3114960"/>
              <a:gd name="connsiteY28536" fmla="*/ 1506760 h 5143785"/>
              <a:gd name="connsiteX28537" fmla="*/ 1140714 w 3114960"/>
              <a:gd name="connsiteY28537" fmla="*/ 1504569 h 5143785"/>
              <a:gd name="connsiteX28538" fmla="*/ 1136904 w 3114960"/>
              <a:gd name="connsiteY28538" fmla="*/ 1500759 h 5143785"/>
              <a:gd name="connsiteX28539" fmla="*/ 1116806 w 3114960"/>
              <a:gd name="connsiteY28539" fmla="*/ 1500759 h 5143785"/>
              <a:gd name="connsiteX28540" fmla="*/ 1112996 w 3114960"/>
              <a:gd name="connsiteY28540" fmla="*/ 1504569 h 5143785"/>
              <a:gd name="connsiteX28541" fmla="*/ 1112996 w 3114960"/>
              <a:gd name="connsiteY28541" fmla="*/ 1508570 h 5143785"/>
              <a:gd name="connsiteX28542" fmla="*/ 1109853 w 3114960"/>
              <a:gd name="connsiteY28542" fmla="*/ 1504569 h 5143785"/>
              <a:gd name="connsiteX28543" fmla="*/ 1101471 w 3114960"/>
              <a:gd name="connsiteY28543" fmla="*/ 1497997 h 5143785"/>
              <a:gd name="connsiteX28544" fmla="*/ 1093089 w 3114960"/>
              <a:gd name="connsiteY28544" fmla="*/ 1504569 h 5143785"/>
              <a:gd name="connsiteX28545" fmla="*/ 1088803 w 3114960"/>
              <a:gd name="connsiteY28545" fmla="*/ 1508855 h 5143785"/>
              <a:gd name="connsiteX28546" fmla="*/ 1084517 w 3114960"/>
              <a:gd name="connsiteY28546" fmla="*/ 1504569 h 5143785"/>
              <a:gd name="connsiteX28547" fmla="*/ 1076135 w 3114960"/>
              <a:gd name="connsiteY28547" fmla="*/ 1497997 h 5143785"/>
              <a:gd name="connsiteX28548" fmla="*/ 1067753 w 3114960"/>
              <a:gd name="connsiteY28548" fmla="*/ 1504664 h 5143785"/>
              <a:gd name="connsiteX28549" fmla="*/ 1063466 w 3114960"/>
              <a:gd name="connsiteY28549" fmla="*/ 1508951 h 5143785"/>
              <a:gd name="connsiteX28550" fmla="*/ 1059180 w 3114960"/>
              <a:gd name="connsiteY28550" fmla="*/ 1504664 h 5143785"/>
              <a:gd name="connsiteX28551" fmla="*/ 1050798 w 3114960"/>
              <a:gd name="connsiteY28551" fmla="*/ 1497997 h 5143785"/>
              <a:gd name="connsiteX28552" fmla="*/ 1042416 w 3114960"/>
              <a:gd name="connsiteY28552" fmla="*/ 1504664 h 5143785"/>
              <a:gd name="connsiteX28553" fmla="*/ 1038130 w 3114960"/>
              <a:gd name="connsiteY28553" fmla="*/ 1508951 h 5143785"/>
              <a:gd name="connsiteX28554" fmla="*/ 1033844 w 3114960"/>
              <a:gd name="connsiteY28554" fmla="*/ 1504664 h 5143785"/>
              <a:gd name="connsiteX28555" fmla="*/ 1025462 w 3114960"/>
              <a:gd name="connsiteY28555" fmla="*/ 1497997 h 5143785"/>
              <a:gd name="connsiteX28556" fmla="*/ 1017079 w 3114960"/>
              <a:gd name="connsiteY28556" fmla="*/ 1504664 h 5143785"/>
              <a:gd name="connsiteX28557" fmla="*/ 1012793 w 3114960"/>
              <a:gd name="connsiteY28557" fmla="*/ 1508951 h 5143785"/>
              <a:gd name="connsiteX28558" fmla="*/ 1008507 w 3114960"/>
              <a:gd name="connsiteY28558" fmla="*/ 1504664 h 5143785"/>
              <a:gd name="connsiteX28559" fmla="*/ 1000125 w 3114960"/>
              <a:gd name="connsiteY28559" fmla="*/ 1497997 h 5143785"/>
              <a:gd name="connsiteX28560" fmla="*/ 991743 w 3114960"/>
              <a:gd name="connsiteY28560" fmla="*/ 1504664 h 5143785"/>
              <a:gd name="connsiteX28561" fmla="*/ 987457 w 3114960"/>
              <a:gd name="connsiteY28561" fmla="*/ 1508951 h 5143785"/>
              <a:gd name="connsiteX28562" fmla="*/ 983171 w 3114960"/>
              <a:gd name="connsiteY28562" fmla="*/ 1504664 h 5143785"/>
              <a:gd name="connsiteX28563" fmla="*/ 974789 w 3114960"/>
              <a:gd name="connsiteY28563" fmla="*/ 1497997 h 5143785"/>
              <a:gd name="connsiteX28564" fmla="*/ 966407 w 3114960"/>
              <a:gd name="connsiteY28564" fmla="*/ 1504664 h 5143785"/>
              <a:gd name="connsiteX28565" fmla="*/ 962120 w 3114960"/>
              <a:gd name="connsiteY28565" fmla="*/ 1508951 h 5143785"/>
              <a:gd name="connsiteX28566" fmla="*/ 957834 w 3114960"/>
              <a:gd name="connsiteY28566" fmla="*/ 1504664 h 5143785"/>
              <a:gd name="connsiteX28567" fmla="*/ 949452 w 3114960"/>
              <a:gd name="connsiteY28567" fmla="*/ 1497997 h 5143785"/>
              <a:gd name="connsiteX28568" fmla="*/ 941070 w 3114960"/>
              <a:gd name="connsiteY28568" fmla="*/ 1504664 h 5143785"/>
              <a:gd name="connsiteX28569" fmla="*/ 936784 w 3114960"/>
              <a:gd name="connsiteY28569" fmla="*/ 1508951 h 5143785"/>
              <a:gd name="connsiteX28570" fmla="*/ 932498 w 3114960"/>
              <a:gd name="connsiteY28570" fmla="*/ 1504664 h 5143785"/>
              <a:gd name="connsiteX28571" fmla="*/ 924116 w 3114960"/>
              <a:gd name="connsiteY28571" fmla="*/ 1497997 h 5143785"/>
              <a:gd name="connsiteX28572" fmla="*/ 915734 w 3114960"/>
              <a:gd name="connsiteY28572" fmla="*/ 1504664 h 5143785"/>
              <a:gd name="connsiteX28573" fmla="*/ 911447 w 3114960"/>
              <a:gd name="connsiteY28573" fmla="*/ 1508951 h 5143785"/>
              <a:gd name="connsiteX28574" fmla="*/ 907161 w 3114960"/>
              <a:gd name="connsiteY28574" fmla="*/ 1504664 h 5143785"/>
              <a:gd name="connsiteX28575" fmla="*/ 898779 w 3114960"/>
              <a:gd name="connsiteY28575" fmla="*/ 1497997 h 5143785"/>
              <a:gd name="connsiteX28576" fmla="*/ 890397 w 3114960"/>
              <a:gd name="connsiteY28576" fmla="*/ 1504664 h 5143785"/>
              <a:gd name="connsiteX28577" fmla="*/ 886111 w 3114960"/>
              <a:gd name="connsiteY28577" fmla="*/ 1508951 h 5143785"/>
              <a:gd name="connsiteX28578" fmla="*/ 881825 w 3114960"/>
              <a:gd name="connsiteY28578" fmla="*/ 1504664 h 5143785"/>
              <a:gd name="connsiteX28579" fmla="*/ 873443 w 3114960"/>
              <a:gd name="connsiteY28579" fmla="*/ 1497997 h 5143785"/>
              <a:gd name="connsiteX28580" fmla="*/ 865061 w 3114960"/>
              <a:gd name="connsiteY28580" fmla="*/ 1504664 h 5143785"/>
              <a:gd name="connsiteX28581" fmla="*/ 860774 w 3114960"/>
              <a:gd name="connsiteY28581" fmla="*/ 1508951 h 5143785"/>
              <a:gd name="connsiteX28582" fmla="*/ 856488 w 3114960"/>
              <a:gd name="connsiteY28582" fmla="*/ 1504664 h 5143785"/>
              <a:gd name="connsiteX28583" fmla="*/ 1135952 w 3114960"/>
              <a:gd name="connsiteY28583" fmla="*/ 1505426 h 5143785"/>
              <a:gd name="connsiteX28584" fmla="*/ 1135952 w 3114960"/>
              <a:gd name="connsiteY28584" fmla="*/ 1512570 h 5143785"/>
              <a:gd name="connsiteX28585" fmla="*/ 1129475 w 3114960"/>
              <a:gd name="connsiteY28585" fmla="*/ 1512570 h 5143785"/>
              <a:gd name="connsiteX28586" fmla="*/ 1126522 w 3114960"/>
              <a:gd name="connsiteY28586" fmla="*/ 1510284 h 5143785"/>
              <a:gd name="connsiteX28587" fmla="*/ 1130046 w 3114960"/>
              <a:gd name="connsiteY28587" fmla="*/ 1507903 h 5143785"/>
              <a:gd name="connsiteX28588" fmla="*/ 1130522 w 3114960"/>
              <a:gd name="connsiteY28588" fmla="*/ 1506950 h 5143785"/>
              <a:gd name="connsiteX28589" fmla="*/ 1130046 w 3114960"/>
              <a:gd name="connsiteY28589" fmla="*/ 1505998 h 5143785"/>
              <a:gd name="connsiteX28590" fmla="*/ 1129379 w 3114960"/>
              <a:gd name="connsiteY28590" fmla="*/ 1505522 h 5143785"/>
              <a:gd name="connsiteX28591" fmla="*/ 1135856 w 3114960"/>
              <a:gd name="connsiteY28591" fmla="*/ 1505522 h 5143785"/>
              <a:gd name="connsiteX28592" fmla="*/ 1117759 w 3114960"/>
              <a:gd name="connsiteY28592" fmla="*/ 1505426 h 5143785"/>
              <a:gd name="connsiteX28593" fmla="*/ 1125665 w 3114960"/>
              <a:gd name="connsiteY28593" fmla="*/ 1505426 h 5143785"/>
              <a:gd name="connsiteX28594" fmla="*/ 1127379 w 3114960"/>
              <a:gd name="connsiteY28594" fmla="*/ 1506760 h 5143785"/>
              <a:gd name="connsiteX28595" fmla="*/ 1123855 w 3114960"/>
              <a:gd name="connsiteY28595" fmla="*/ 1509141 h 5143785"/>
              <a:gd name="connsiteX28596" fmla="*/ 1123379 w 3114960"/>
              <a:gd name="connsiteY28596" fmla="*/ 1510094 h 5143785"/>
              <a:gd name="connsiteX28597" fmla="*/ 1123855 w 3114960"/>
              <a:gd name="connsiteY28597" fmla="*/ 1511046 h 5143785"/>
              <a:gd name="connsiteX28598" fmla="*/ 1125760 w 3114960"/>
              <a:gd name="connsiteY28598" fmla="*/ 1512475 h 5143785"/>
              <a:gd name="connsiteX28599" fmla="*/ 1117854 w 3114960"/>
              <a:gd name="connsiteY28599" fmla="*/ 1512475 h 5143785"/>
              <a:gd name="connsiteX28600" fmla="*/ 1117854 w 3114960"/>
              <a:gd name="connsiteY28600" fmla="*/ 1505331 h 5143785"/>
              <a:gd name="connsiteX28601" fmla="*/ 997649 w 3114960"/>
              <a:gd name="connsiteY28601" fmla="*/ 3101912 h 5143785"/>
              <a:gd name="connsiteX28602" fmla="*/ 990600 w 3114960"/>
              <a:gd name="connsiteY28602" fmla="*/ 3108960 h 5143785"/>
              <a:gd name="connsiteX28603" fmla="*/ 983552 w 3114960"/>
              <a:gd name="connsiteY28603" fmla="*/ 3101912 h 5143785"/>
              <a:gd name="connsiteX28604" fmla="*/ 990600 w 3114960"/>
              <a:gd name="connsiteY28604" fmla="*/ 3094863 h 5143785"/>
              <a:gd name="connsiteX28605" fmla="*/ 997649 w 3114960"/>
              <a:gd name="connsiteY28605" fmla="*/ 3101912 h 5143785"/>
              <a:gd name="connsiteX28606" fmla="*/ 2311432 w 3114960"/>
              <a:gd name="connsiteY28606" fmla="*/ 2534507 h 5143785"/>
              <a:gd name="connsiteX28607" fmla="*/ 2304574 w 3114960"/>
              <a:gd name="connsiteY28607" fmla="*/ 2527935 h 5143785"/>
              <a:gd name="connsiteX28608" fmla="*/ 2307812 w 3114960"/>
              <a:gd name="connsiteY28608" fmla="*/ 2524506 h 5143785"/>
              <a:gd name="connsiteX28609" fmla="*/ 2314670 w 3114960"/>
              <a:gd name="connsiteY28609" fmla="*/ 2531078 h 5143785"/>
              <a:gd name="connsiteX28610" fmla="*/ 2311432 w 3114960"/>
              <a:gd name="connsiteY28610" fmla="*/ 2534507 h 5143785"/>
              <a:gd name="connsiteX28611" fmla="*/ 2143125 w 3114960"/>
              <a:gd name="connsiteY28611" fmla="*/ 3353657 h 5143785"/>
              <a:gd name="connsiteX28612" fmla="*/ 2138363 w 3114960"/>
              <a:gd name="connsiteY28612" fmla="*/ 3353657 h 5143785"/>
              <a:gd name="connsiteX28613" fmla="*/ 2138363 w 3114960"/>
              <a:gd name="connsiteY28613" fmla="*/ 3336608 h 5143785"/>
              <a:gd name="connsiteX28614" fmla="*/ 2143125 w 3114960"/>
              <a:gd name="connsiteY28614" fmla="*/ 3336608 h 5143785"/>
              <a:gd name="connsiteX28615" fmla="*/ 2143125 w 3114960"/>
              <a:gd name="connsiteY28615" fmla="*/ 3353657 h 5143785"/>
              <a:gd name="connsiteX28616" fmla="*/ 2274856 w 3114960"/>
              <a:gd name="connsiteY28616" fmla="*/ 2557939 h 5143785"/>
              <a:gd name="connsiteX28617" fmla="*/ 2261426 w 3114960"/>
              <a:gd name="connsiteY28617" fmla="*/ 2545175 h 5143785"/>
              <a:gd name="connsiteX28618" fmla="*/ 2264664 w 3114960"/>
              <a:gd name="connsiteY28618" fmla="*/ 2541746 h 5143785"/>
              <a:gd name="connsiteX28619" fmla="*/ 2278094 w 3114960"/>
              <a:gd name="connsiteY28619" fmla="*/ 2554510 h 5143785"/>
              <a:gd name="connsiteX28620" fmla="*/ 2274856 w 3114960"/>
              <a:gd name="connsiteY28620" fmla="*/ 2557939 h 5143785"/>
              <a:gd name="connsiteX28621" fmla="*/ 2247900 w 3114960"/>
              <a:gd name="connsiteY28621" fmla="*/ 2532317 h 5143785"/>
              <a:gd name="connsiteX28622" fmla="*/ 2234470 w 3114960"/>
              <a:gd name="connsiteY28622" fmla="*/ 2519553 h 5143785"/>
              <a:gd name="connsiteX28623" fmla="*/ 2237708 w 3114960"/>
              <a:gd name="connsiteY28623" fmla="*/ 2516124 h 5143785"/>
              <a:gd name="connsiteX28624" fmla="*/ 2251139 w 3114960"/>
              <a:gd name="connsiteY28624" fmla="*/ 2528888 h 5143785"/>
              <a:gd name="connsiteX28625" fmla="*/ 2247900 w 3114960"/>
              <a:gd name="connsiteY28625" fmla="*/ 2532317 h 5143785"/>
              <a:gd name="connsiteX28626" fmla="*/ 2240852 w 3114960"/>
              <a:gd name="connsiteY28626" fmla="*/ 2467261 h 5143785"/>
              <a:gd name="connsiteX28627" fmla="*/ 2228088 w 3114960"/>
              <a:gd name="connsiteY28627" fmla="*/ 2455164 h 5143785"/>
              <a:gd name="connsiteX28628" fmla="*/ 2231327 w 3114960"/>
              <a:gd name="connsiteY28628" fmla="*/ 2451735 h 5143785"/>
              <a:gd name="connsiteX28629" fmla="*/ 2244090 w 3114960"/>
              <a:gd name="connsiteY28629" fmla="*/ 2463832 h 5143785"/>
              <a:gd name="connsiteX28630" fmla="*/ 2240852 w 3114960"/>
              <a:gd name="connsiteY28630" fmla="*/ 2467261 h 5143785"/>
              <a:gd name="connsiteX28631" fmla="*/ 2266283 w 3114960"/>
              <a:gd name="connsiteY28631" fmla="*/ 2491454 h 5143785"/>
              <a:gd name="connsiteX28632" fmla="*/ 2253520 w 3114960"/>
              <a:gd name="connsiteY28632" fmla="*/ 2479358 h 5143785"/>
              <a:gd name="connsiteX28633" fmla="*/ 2256758 w 3114960"/>
              <a:gd name="connsiteY28633" fmla="*/ 2475929 h 5143785"/>
              <a:gd name="connsiteX28634" fmla="*/ 2269522 w 3114960"/>
              <a:gd name="connsiteY28634" fmla="*/ 2488025 h 5143785"/>
              <a:gd name="connsiteX28635" fmla="*/ 2266283 w 3114960"/>
              <a:gd name="connsiteY28635" fmla="*/ 2491454 h 5143785"/>
              <a:gd name="connsiteX28636" fmla="*/ 2301716 w 3114960"/>
              <a:gd name="connsiteY28636" fmla="*/ 2583466 h 5143785"/>
              <a:gd name="connsiteX28637" fmla="*/ 2288286 w 3114960"/>
              <a:gd name="connsiteY28637" fmla="*/ 2570702 h 5143785"/>
              <a:gd name="connsiteX28638" fmla="*/ 2291525 w 3114960"/>
              <a:gd name="connsiteY28638" fmla="*/ 2567273 h 5143785"/>
              <a:gd name="connsiteX28639" fmla="*/ 2304955 w 3114960"/>
              <a:gd name="connsiteY28639" fmla="*/ 2580037 h 5143785"/>
              <a:gd name="connsiteX28640" fmla="*/ 2301716 w 3114960"/>
              <a:gd name="connsiteY28640" fmla="*/ 2583466 h 5143785"/>
              <a:gd name="connsiteX28641" fmla="*/ 2269141 w 3114960"/>
              <a:gd name="connsiteY28641" fmla="*/ 1871472 h 5143785"/>
              <a:gd name="connsiteX28642" fmla="*/ 2257520 w 3114960"/>
              <a:gd name="connsiteY28642" fmla="*/ 1859852 h 5143785"/>
              <a:gd name="connsiteX28643" fmla="*/ 2269141 w 3114960"/>
              <a:gd name="connsiteY28643" fmla="*/ 1848231 h 5143785"/>
              <a:gd name="connsiteX28644" fmla="*/ 2280761 w 3114960"/>
              <a:gd name="connsiteY28644" fmla="*/ 1859852 h 5143785"/>
              <a:gd name="connsiteX28645" fmla="*/ 2269141 w 3114960"/>
              <a:gd name="connsiteY28645" fmla="*/ 1871472 h 5143785"/>
              <a:gd name="connsiteX28646" fmla="*/ 2689670 w 3114960"/>
              <a:gd name="connsiteY28646" fmla="*/ 2622518 h 5143785"/>
              <a:gd name="connsiteX28647" fmla="*/ 2689670 w 3114960"/>
              <a:gd name="connsiteY28647" fmla="*/ 2614994 h 5143785"/>
              <a:gd name="connsiteX28648" fmla="*/ 2534507 w 3114960"/>
              <a:gd name="connsiteY28648" fmla="*/ 2614803 h 5143785"/>
              <a:gd name="connsiteX28649" fmla="*/ 2514029 w 3114960"/>
              <a:gd name="connsiteY28649" fmla="*/ 2598134 h 5143785"/>
              <a:gd name="connsiteX28650" fmla="*/ 2380488 w 3114960"/>
              <a:gd name="connsiteY28650" fmla="*/ 2597944 h 5143785"/>
              <a:gd name="connsiteX28651" fmla="*/ 2319719 w 3114960"/>
              <a:gd name="connsiteY28651" fmla="*/ 2540984 h 5143785"/>
              <a:gd name="connsiteX28652" fmla="*/ 2322957 w 3114960"/>
              <a:gd name="connsiteY28652" fmla="*/ 2537555 h 5143785"/>
              <a:gd name="connsiteX28653" fmla="*/ 2382393 w 3114960"/>
              <a:gd name="connsiteY28653" fmla="*/ 2593277 h 5143785"/>
              <a:gd name="connsiteX28654" fmla="*/ 2515743 w 3114960"/>
              <a:gd name="connsiteY28654" fmla="*/ 2593467 h 5143785"/>
              <a:gd name="connsiteX28655" fmla="*/ 2536222 w 3114960"/>
              <a:gd name="connsiteY28655" fmla="*/ 2610136 h 5143785"/>
              <a:gd name="connsiteX28656" fmla="*/ 2689670 w 3114960"/>
              <a:gd name="connsiteY28656" fmla="*/ 2610326 h 5143785"/>
              <a:gd name="connsiteX28657" fmla="*/ 2689670 w 3114960"/>
              <a:gd name="connsiteY28657" fmla="*/ 2602516 h 5143785"/>
              <a:gd name="connsiteX28658" fmla="*/ 2695670 w 3114960"/>
              <a:gd name="connsiteY28658" fmla="*/ 2596515 h 5143785"/>
              <a:gd name="connsiteX28659" fmla="*/ 2715768 w 3114960"/>
              <a:gd name="connsiteY28659" fmla="*/ 2596515 h 5143785"/>
              <a:gd name="connsiteX28660" fmla="*/ 2721769 w 3114960"/>
              <a:gd name="connsiteY28660" fmla="*/ 2602516 h 5143785"/>
              <a:gd name="connsiteX28661" fmla="*/ 2721769 w 3114960"/>
              <a:gd name="connsiteY28661" fmla="*/ 2622613 h 5143785"/>
              <a:gd name="connsiteX28662" fmla="*/ 2715768 w 3114960"/>
              <a:gd name="connsiteY28662" fmla="*/ 2628614 h 5143785"/>
              <a:gd name="connsiteX28663" fmla="*/ 2695670 w 3114960"/>
              <a:gd name="connsiteY28663" fmla="*/ 2628614 h 5143785"/>
              <a:gd name="connsiteX28664" fmla="*/ 2689670 w 3114960"/>
              <a:gd name="connsiteY28664" fmla="*/ 2622613 h 5143785"/>
              <a:gd name="connsiteX28665" fmla="*/ 2721674 w 3114960"/>
              <a:gd name="connsiteY28665" fmla="*/ 2545366 h 5143785"/>
              <a:gd name="connsiteX28666" fmla="*/ 2715673 w 3114960"/>
              <a:gd name="connsiteY28666" fmla="*/ 2539365 h 5143785"/>
              <a:gd name="connsiteX28667" fmla="*/ 2695575 w 3114960"/>
              <a:gd name="connsiteY28667" fmla="*/ 2539365 h 5143785"/>
              <a:gd name="connsiteX28668" fmla="*/ 2689574 w 3114960"/>
              <a:gd name="connsiteY28668" fmla="*/ 2545366 h 5143785"/>
              <a:gd name="connsiteX28669" fmla="*/ 2689574 w 3114960"/>
              <a:gd name="connsiteY28669" fmla="*/ 2552129 h 5143785"/>
              <a:gd name="connsiteX28670" fmla="*/ 2584133 w 3114960"/>
              <a:gd name="connsiteY28670" fmla="*/ 2552605 h 5143785"/>
              <a:gd name="connsiteX28671" fmla="*/ 2565368 w 3114960"/>
              <a:gd name="connsiteY28671" fmla="*/ 2565654 h 5143785"/>
              <a:gd name="connsiteX28672" fmla="*/ 2498027 w 3114960"/>
              <a:gd name="connsiteY28672" fmla="*/ 2566130 h 5143785"/>
              <a:gd name="connsiteX28673" fmla="*/ 2466404 w 3114960"/>
              <a:gd name="connsiteY28673" fmla="*/ 2536984 h 5143785"/>
              <a:gd name="connsiteX28674" fmla="*/ 2390775 w 3114960"/>
              <a:gd name="connsiteY28674" fmla="*/ 2535841 h 5143785"/>
              <a:gd name="connsiteX28675" fmla="*/ 2220563 w 3114960"/>
              <a:gd name="connsiteY28675" fmla="*/ 2378774 h 5143785"/>
              <a:gd name="connsiteX28676" fmla="*/ 2220563 w 3114960"/>
              <a:gd name="connsiteY28676" fmla="*/ 2278475 h 5143785"/>
              <a:gd name="connsiteX28677" fmla="*/ 2222278 w 3114960"/>
              <a:gd name="connsiteY28677" fmla="*/ 2278475 h 5143785"/>
              <a:gd name="connsiteX28678" fmla="*/ 2227326 w 3114960"/>
              <a:gd name="connsiteY28678" fmla="*/ 2273427 h 5143785"/>
              <a:gd name="connsiteX28679" fmla="*/ 2227326 w 3114960"/>
              <a:gd name="connsiteY28679" fmla="*/ 2260473 h 5143785"/>
              <a:gd name="connsiteX28680" fmla="*/ 2222278 w 3114960"/>
              <a:gd name="connsiteY28680" fmla="*/ 2255425 h 5143785"/>
              <a:gd name="connsiteX28681" fmla="*/ 2220563 w 3114960"/>
              <a:gd name="connsiteY28681" fmla="*/ 2255425 h 5143785"/>
              <a:gd name="connsiteX28682" fmla="*/ 2220563 w 3114960"/>
              <a:gd name="connsiteY28682" fmla="*/ 2183606 h 5143785"/>
              <a:gd name="connsiteX28683" fmla="*/ 2272570 w 3114960"/>
              <a:gd name="connsiteY28683" fmla="*/ 2123313 h 5143785"/>
              <a:gd name="connsiteX28684" fmla="*/ 2272570 w 3114960"/>
              <a:gd name="connsiteY28684" fmla="*/ 1871472 h 5143785"/>
              <a:gd name="connsiteX28685" fmla="*/ 2265426 w 3114960"/>
              <a:gd name="connsiteY28685" fmla="*/ 1871472 h 5143785"/>
              <a:gd name="connsiteX28686" fmla="*/ 2265426 w 3114960"/>
              <a:gd name="connsiteY28686" fmla="*/ 2120646 h 5143785"/>
              <a:gd name="connsiteX28687" fmla="*/ 2213420 w 3114960"/>
              <a:gd name="connsiteY28687" fmla="*/ 2180939 h 5143785"/>
              <a:gd name="connsiteX28688" fmla="*/ 2213420 w 3114960"/>
              <a:gd name="connsiteY28688" fmla="*/ 2255425 h 5143785"/>
              <a:gd name="connsiteX28689" fmla="*/ 2209324 w 3114960"/>
              <a:gd name="connsiteY28689" fmla="*/ 2255425 h 5143785"/>
              <a:gd name="connsiteX28690" fmla="*/ 2204276 w 3114960"/>
              <a:gd name="connsiteY28690" fmla="*/ 2260473 h 5143785"/>
              <a:gd name="connsiteX28691" fmla="*/ 2204276 w 3114960"/>
              <a:gd name="connsiteY28691" fmla="*/ 2273427 h 5143785"/>
              <a:gd name="connsiteX28692" fmla="*/ 2209324 w 3114960"/>
              <a:gd name="connsiteY28692" fmla="*/ 2278475 h 5143785"/>
              <a:gd name="connsiteX28693" fmla="*/ 2213420 w 3114960"/>
              <a:gd name="connsiteY28693" fmla="*/ 2278475 h 5143785"/>
              <a:gd name="connsiteX28694" fmla="*/ 2213420 w 3114960"/>
              <a:gd name="connsiteY28694" fmla="*/ 2381917 h 5143785"/>
              <a:gd name="connsiteX28695" fmla="*/ 2387918 w 3114960"/>
              <a:gd name="connsiteY28695" fmla="*/ 2542985 h 5143785"/>
              <a:gd name="connsiteX28696" fmla="*/ 2463546 w 3114960"/>
              <a:gd name="connsiteY28696" fmla="*/ 2544128 h 5143785"/>
              <a:gd name="connsiteX28697" fmla="*/ 2495169 w 3114960"/>
              <a:gd name="connsiteY28697" fmla="*/ 2573369 h 5143785"/>
              <a:gd name="connsiteX28698" fmla="*/ 2567464 w 3114960"/>
              <a:gd name="connsiteY28698" fmla="*/ 2572798 h 5143785"/>
              <a:gd name="connsiteX28699" fmla="*/ 2586228 w 3114960"/>
              <a:gd name="connsiteY28699" fmla="*/ 2559749 h 5143785"/>
              <a:gd name="connsiteX28700" fmla="*/ 2689384 w 3114960"/>
              <a:gd name="connsiteY28700" fmla="*/ 2559272 h 5143785"/>
              <a:gd name="connsiteX28701" fmla="*/ 2689384 w 3114960"/>
              <a:gd name="connsiteY28701" fmla="*/ 2565368 h 5143785"/>
              <a:gd name="connsiteX28702" fmla="*/ 2695385 w 3114960"/>
              <a:gd name="connsiteY28702" fmla="*/ 2571369 h 5143785"/>
              <a:gd name="connsiteX28703" fmla="*/ 2715482 w 3114960"/>
              <a:gd name="connsiteY28703" fmla="*/ 2571369 h 5143785"/>
              <a:gd name="connsiteX28704" fmla="*/ 2721483 w 3114960"/>
              <a:gd name="connsiteY28704" fmla="*/ 2565368 h 5143785"/>
              <a:gd name="connsiteX28705" fmla="*/ 2721483 w 3114960"/>
              <a:gd name="connsiteY28705" fmla="*/ 2545271 h 5143785"/>
              <a:gd name="connsiteX28706" fmla="*/ 2209133 w 3114960"/>
              <a:gd name="connsiteY28706" fmla="*/ 2273427 h 5143785"/>
              <a:gd name="connsiteX28707" fmla="*/ 2209419 w 3114960"/>
              <a:gd name="connsiteY28707" fmla="*/ 2260187 h 5143785"/>
              <a:gd name="connsiteX28708" fmla="*/ 2222659 w 3114960"/>
              <a:gd name="connsiteY28708" fmla="*/ 2260473 h 5143785"/>
              <a:gd name="connsiteX28709" fmla="*/ 2222659 w 3114960"/>
              <a:gd name="connsiteY28709" fmla="*/ 2273427 h 5143785"/>
              <a:gd name="connsiteX28710" fmla="*/ 2222373 w 3114960"/>
              <a:gd name="connsiteY28710" fmla="*/ 2273713 h 5143785"/>
              <a:gd name="connsiteX28711" fmla="*/ 2209133 w 3114960"/>
              <a:gd name="connsiteY28711" fmla="*/ 2273427 h 5143785"/>
              <a:gd name="connsiteX28712" fmla="*/ 2817876 w 3114960"/>
              <a:gd name="connsiteY28712" fmla="*/ 928973 h 5143785"/>
              <a:gd name="connsiteX28713" fmla="*/ 2829211 w 3114960"/>
              <a:gd name="connsiteY28713" fmla="*/ 914400 h 5143785"/>
              <a:gd name="connsiteX28714" fmla="*/ 2843784 w 3114960"/>
              <a:gd name="connsiteY28714" fmla="*/ 925735 h 5143785"/>
              <a:gd name="connsiteX28715" fmla="*/ 2832449 w 3114960"/>
              <a:gd name="connsiteY28715" fmla="*/ 940308 h 5143785"/>
              <a:gd name="connsiteX28716" fmla="*/ 2817876 w 3114960"/>
              <a:gd name="connsiteY28716" fmla="*/ 928973 h 5143785"/>
              <a:gd name="connsiteX28717" fmla="*/ 2742914 w 3114960"/>
              <a:gd name="connsiteY28717" fmla="*/ 2582894 h 5143785"/>
              <a:gd name="connsiteX28718" fmla="*/ 2749010 w 3114960"/>
              <a:gd name="connsiteY28718" fmla="*/ 2588990 h 5143785"/>
              <a:gd name="connsiteX28719" fmla="*/ 2755106 w 3114960"/>
              <a:gd name="connsiteY28719" fmla="*/ 2582894 h 5143785"/>
              <a:gd name="connsiteX28720" fmla="*/ 2750249 w 3114960"/>
              <a:gd name="connsiteY28720" fmla="*/ 2577084 h 5143785"/>
              <a:gd name="connsiteX28721" fmla="*/ 2750630 w 3114960"/>
              <a:gd name="connsiteY28721" fmla="*/ 2540222 h 5143785"/>
              <a:gd name="connsiteX28722" fmla="*/ 2736818 w 3114960"/>
              <a:gd name="connsiteY28722" fmla="*/ 2521744 h 5143785"/>
              <a:gd name="connsiteX28723" fmla="*/ 2736247 w 3114960"/>
              <a:gd name="connsiteY28723" fmla="*/ 2410587 h 5143785"/>
              <a:gd name="connsiteX28724" fmla="*/ 2755678 w 3114960"/>
              <a:gd name="connsiteY28724" fmla="*/ 2388394 h 5143785"/>
              <a:gd name="connsiteX28725" fmla="*/ 2813780 w 3114960"/>
              <a:gd name="connsiteY28725" fmla="*/ 2388394 h 5143785"/>
              <a:gd name="connsiteX28726" fmla="*/ 2815685 w 3114960"/>
              <a:gd name="connsiteY28726" fmla="*/ 2392299 h 5143785"/>
              <a:gd name="connsiteX28727" fmla="*/ 2820829 w 3114960"/>
              <a:gd name="connsiteY28727" fmla="*/ 2394395 h 5143785"/>
              <a:gd name="connsiteX28728" fmla="*/ 2825972 w 3114960"/>
              <a:gd name="connsiteY28728" fmla="*/ 2392299 h 5143785"/>
              <a:gd name="connsiteX28729" fmla="*/ 2825972 w 3114960"/>
              <a:gd name="connsiteY28729" fmla="*/ 2382107 h 5143785"/>
              <a:gd name="connsiteX28730" fmla="*/ 2815780 w 3114960"/>
              <a:gd name="connsiteY28730" fmla="*/ 2382107 h 5143785"/>
              <a:gd name="connsiteX28731" fmla="*/ 2813876 w 3114960"/>
              <a:gd name="connsiteY28731" fmla="*/ 2386013 h 5143785"/>
              <a:gd name="connsiteX28732" fmla="*/ 2754725 w 3114960"/>
              <a:gd name="connsiteY28732" fmla="*/ 2386013 h 5143785"/>
              <a:gd name="connsiteX28733" fmla="*/ 2734342 w 3114960"/>
              <a:gd name="connsiteY28733" fmla="*/ 2409349 h 5143785"/>
              <a:gd name="connsiteX28734" fmla="*/ 2734056 w 3114960"/>
              <a:gd name="connsiteY28734" fmla="*/ 2409730 h 5143785"/>
              <a:gd name="connsiteX28735" fmla="*/ 2734628 w 3114960"/>
              <a:gd name="connsiteY28735" fmla="*/ 2522220 h 5143785"/>
              <a:gd name="connsiteX28736" fmla="*/ 2734628 w 3114960"/>
              <a:gd name="connsiteY28736" fmla="*/ 2522601 h 5143785"/>
              <a:gd name="connsiteX28737" fmla="*/ 2748439 w 3114960"/>
              <a:gd name="connsiteY28737" fmla="*/ 2541080 h 5143785"/>
              <a:gd name="connsiteX28738" fmla="*/ 2748058 w 3114960"/>
              <a:gd name="connsiteY28738" fmla="*/ 2577084 h 5143785"/>
              <a:gd name="connsiteX28739" fmla="*/ 2743105 w 3114960"/>
              <a:gd name="connsiteY28739" fmla="*/ 2582894 h 5143785"/>
              <a:gd name="connsiteX28740" fmla="*/ 2815876 w 3114960"/>
              <a:gd name="connsiteY28740" fmla="*/ 2386584 h 5143785"/>
              <a:gd name="connsiteX28741" fmla="*/ 2817209 w 3114960"/>
              <a:gd name="connsiteY28741" fmla="*/ 2383727 h 5143785"/>
              <a:gd name="connsiteX28742" fmla="*/ 2820638 w 3114960"/>
              <a:gd name="connsiteY28742" fmla="*/ 2382298 h 5143785"/>
              <a:gd name="connsiteX28743" fmla="*/ 2824067 w 3114960"/>
              <a:gd name="connsiteY28743" fmla="*/ 2383727 h 5143785"/>
              <a:gd name="connsiteX28744" fmla="*/ 2824067 w 3114960"/>
              <a:gd name="connsiteY28744" fmla="*/ 2390585 h 5143785"/>
              <a:gd name="connsiteX28745" fmla="*/ 2817209 w 3114960"/>
              <a:gd name="connsiteY28745" fmla="*/ 2390585 h 5143785"/>
              <a:gd name="connsiteX28746" fmla="*/ 2815876 w 3114960"/>
              <a:gd name="connsiteY28746" fmla="*/ 2387727 h 5143785"/>
              <a:gd name="connsiteX28747" fmla="*/ 2815876 w 3114960"/>
              <a:gd name="connsiteY28747" fmla="*/ 2386679 h 5143785"/>
              <a:gd name="connsiteX28748" fmla="*/ 2141696 w 3114960"/>
              <a:gd name="connsiteY28748" fmla="*/ 2657285 h 5143785"/>
              <a:gd name="connsiteX28749" fmla="*/ 2138458 w 3114960"/>
              <a:gd name="connsiteY28749" fmla="*/ 2660809 h 5143785"/>
              <a:gd name="connsiteX28750" fmla="*/ 2124456 w 3114960"/>
              <a:gd name="connsiteY28750" fmla="*/ 2647950 h 5143785"/>
              <a:gd name="connsiteX28751" fmla="*/ 2127695 w 3114960"/>
              <a:gd name="connsiteY28751" fmla="*/ 2644426 h 5143785"/>
              <a:gd name="connsiteX28752" fmla="*/ 2141696 w 3114960"/>
              <a:gd name="connsiteY28752" fmla="*/ 2657285 h 5143785"/>
              <a:gd name="connsiteX28753" fmla="*/ 2836069 w 3114960"/>
              <a:gd name="connsiteY28753" fmla="*/ 2600325 h 5143785"/>
              <a:gd name="connsiteX28754" fmla="*/ 2850356 w 3114960"/>
              <a:gd name="connsiteY28754" fmla="*/ 2613851 h 5143785"/>
              <a:gd name="connsiteX28755" fmla="*/ 2965037 w 3114960"/>
              <a:gd name="connsiteY28755" fmla="*/ 2613851 h 5143785"/>
              <a:gd name="connsiteX28756" fmla="*/ 2987135 w 3114960"/>
              <a:gd name="connsiteY28756" fmla="*/ 2588514 h 5143785"/>
              <a:gd name="connsiteX28757" fmla="*/ 2987135 w 3114960"/>
              <a:gd name="connsiteY28757" fmla="*/ 2451830 h 5143785"/>
              <a:gd name="connsiteX28758" fmla="*/ 2993231 w 3114960"/>
              <a:gd name="connsiteY28758" fmla="*/ 2443829 h 5143785"/>
              <a:gd name="connsiteX28759" fmla="*/ 2984754 w 3114960"/>
              <a:gd name="connsiteY28759" fmla="*/ 2435352 h 5143785"/>
              <a:gd name="connsiteX28760" fmla="*/ 2976277 w 3114960"/>
              <a:gd name="connsiteY28760" fmla="*/ 2443829 h 5143785"/>
              <a:gd name="connsiteX28761" fmla="*/ 2982373 w 3114960"/>
              <a:gd name="connsiteY28761" fmla="*/ 2451830 h 5143785"/>
              <a:gd name="connsiteX28762" fmla="*/ 2982373 w 3114960"/>
              <a:gd name="connsiteY28762" fmla="*/ 2586704 h 5143785"/>
              <a:gd name="connsiteX28763" fmla="*/ 2962847 w 3114960"/>
              <a:gd name="connsiteY28763" fmla="*/ 2608898 h 5143785"/>
              <a:gd name="connsiteX28764" fmla="*/ 2852261 w 3114960"/>
              <a:gd name="connsiteY28764" fmla="*/ 2608898 h 5143785"/>
              <a:gd name="connsiteX28765" fmla="*/ 2837974 w 3114960"/>
              <a:gd name="connsiteY28765" fmla="*/ 2595467 h 5143785"/>
              <a:gd name="connsiteX28766" fmla="*/ 2768918 w 3114960"/>
              <a:gd name="connsiteY28766" fmla="*/ 2595467 h 5143785"/>
              <a:gd name="connsiteX28767" fmla="*/ 2757678 w 3114960"/>
              <a:gd name="connsiteY28767" fmla="*/ 2604897 h 5143785"/>
              <a:gd name="connsiteX28768" fmla="*/ 2752439 w 3114960"/>
              <a:gd name="connsiteY28768" fmla="*/ 2602897 h 5143785"/>
              <a:gd name="connsiteX28769" fmla="*/ 2743962 w 3114960"/>
              <a:gd name="connsiteY28769" fmla="*/ 2611374 h 5143785"/>
              <a:gd name="connsiteX28770" fmla="*/ 2752439 w 3114960"/>
              <a:gd name="connsiteY28770" fmla="*/ 2619851 h 5143785"/>
              <a:gd name="connsiteX28771" fmla="*/ 2760917 w 3114960"/>
              <a:gd name="connsiteY28771" fmla="*/ 2611374 h 5143785"/>
              <a:gd name="connsiteX28772" fmla="*/ 2760440 w 3114960"/>
              <a:gd name="connsiteY28772" fmla="*/ 2608802 h 5143785"/>
              <a:gd name="connsiteX28773" fmla="*/ 2770632 w 3114960"/>
              <a:gd name="connsiteY28773" fmla="*/ 2600230 h 5143785"/>
              <a:gd name="connsiteX28774" fmla="*/ 2836069 w 3114960"/>
              <a:gd name="connsiteY28774" fmla="*/ 2600230 h 5143785"/>
              <a:gd name="connsiteX28775" fmla="*/ 2978563 w 3114960"/>
              <a:gd name="connsiteY28775" fmla="*/ 2443925 h 5143785"/>
              <a:gd name="connsiteX28776" fmla="*/ 2984659 w 3114960"/>
              <a:gd name="connsiteY28776" fmla="*/ 2437829 h 5143785"/>
              <a:gd name="connsiteX28777" fmla="*/ 2990755 w 3114960"/>
              <a:gd name="connsiteY28777" fmla="*/ 2443925 h 5143785"/>
              <a:gd name="connsiteX28778" fmla="*/ 2984659 w 3114960"/>
              <a:gd name="connsiteY28778" fmla="*/ 2450021 h 5143785"/>
              <a:gd name="connsiteX28779" fmla="*/ 2978563 w 3114960"/>
              <a:gd name="connsiteY28779" fmla="*/ 2443925 h 5143785"/>
              <a:gd name="connsiteX28780" fmla="*/ 2752439 w 3114960"/>
              <a:gd name="connsiteY28780" fmla="*/ 2617565 h 5143785"/>
              <a:gd name="connsiteX28781" fmla="*/ 2746343 w 3114960"/>
              <a:gd name="connsiteY28781" fmla="*/ 2611469 h 5143785"/>
              <a:gd name="connsiteX28782" fmla="*/ 2752439 w 3114960"/>
              <a:gd name="connsiteY28782" fmla="*/ 2605373 h 5143785"/>
              <a:gd name="connsiteX28783" fmla="*/ 2758535 w 3114960"/>
              <a:gd name="connsiteY28783" fmla="*/ 2611469 h 5143785"/>
              <a:gd name="connsiteX28784" fmla="*/ 2752439 w 3114960"/>
              <a:gd name="connsiteY28784" fmla="*/ 2617565 h 5143785"/>
              <a:gd name="connsiteX28785" fmla="*/ 2852261 w 3114960"/>
              <a:gd name="connsiteY28785" fmla="*/ 568833 h 5143785"/>
              <a:gd name="connsiteX28786" fmla="*/ 2840736 w 3114960"/>
              <a:gd name="connsiteY28786" fmla="*/ 580358 h 5143785"/>
              <a:gd name="connsiteX28787" fmla="*/ 2840736 w 3114960"/>
              <a:gd name="connsiteY28787" fmla="*/ 631698 h 5143785"/>
              <a:gd name="connsiteX28788" fmla="*/ 2852261 w 3114960"/>
              <a:gd name="connsiteY28788" fmla="*/ 643223 h 5143785"/>
              <a:gd name="connsiteX28789" fmla="*/ 2866263 w 3114960"/>
              <a:gd name="connsiteY28789" fmla="*/ 643223 h 5143785"/>
              <a:gd name="connsiteX28790" fmla="*/ 2877788 w 3114960"/>
              <a:gd name="connsiteY28790" fmla="*/ 631698 h 5143785"/>
              <a:gd name="connsiteX28791" fmla="*/ 2877788 w 3114960"/>
              <a:gd name="connsiteY28791" fmla="*/ 580358 h 5143785"/>
              <a:gd name="connsiteX28792" fmla="*/ 2866263 w 3114960"/>
              <a:gd name="connsiteY28792" fmla="*/ 568833 h 5143785"/>
              <a:gd name="connsiteX28793" fmla="*/ 2862834 w 3114960"/>
              <a:gd name="connsiteY28793" fmla="*/ 568833 h 5143785"/>
              <a:gd name="connsiteX28794" fmla="*/ 2862834 w 3114960"/>
              <a:gd name="connsiteY28794" fmla="*/ 490157 h 5143785"/>
              <a:gd name="connsiteX28795" fmla="*/ 2872073 w 3114960"/>
              <a:gd name="connsiteY28795" fmla="*/ 478060 h 5143785"/>
              <a:gd name="connsiteX28796" fmla="*/ 2859310 w 3114960"/>
              <a:gd name="connsiteY28796" fmla="*/ 465296 h 5143785"/>
              <a:gd name="connsiteX28797" fmla="*/ 2846546 w 3114960"/>
              <a:gd name="connsiteY28797" fmla="*/ 478060 h 5143785"/>
              <a:gd name="connsiteX28798" fmla="*/ 2855786 w 3114960"/>
              <a:gd name="connsiteY28798" fmla="*/ 490157 h 5143785"/>
              <a:gd name="connsiteX28799" fmla="*/ 2855786 w 3114960"/>
              <a:gd name="connsiteY28799" fmla="*/ 568833 h 5143785"/>
              <a:gd name="connsiteX28800" fmla="*/ 2852357 w 3114960"/>
              <a:gd name="connsiteY28800" fmla="*/ 568833 h 5143785"/>
              <a:gd name="connsiteX28801" fmla="*/ 2870549 w 3114960"/>
              <a:gd name="connsiteY28801" fmla="*/ 631603 h 5143785"/>
              <a:gd name="connsiteX28802" fmla="*/ 2866168 w 3114960"/>
              <a:gd name="connsiteY28802" fmla="*/ 635984 h 5143785"/>
              <a:gd name="connsiteX28803" fmla="*/ 2852166 w 3114960"/>
              <a:gd name="connsiteY28803" fmla="*/ 635984 h 5143785"/>
              <a:gd name="connsiteX28804" fmla="*/ 2847785 w 3114960"/>
              <a:gd name="connsiteY28804" fmla="*/ 631603 h 5143785"/>
              <a:gd name="connsiteX28805" fmla="*/ 2847785 w 3114960"/>
              <a:gd name="connsiteY28805" fmla="*/ 619887 h 5143785"/>
              <a:gd name="connsiteX28806" fmla="*/ 2870454 w 3114960"/>
              <a:gd name="connsiteY28806" fmla="*/ 619887 h 5143785"/>
              <a:gd name="connsiteX28807" fmla="*/ 2870454 w 3114960"/>
              <a:gd name="connsiteY28807" fmla="*/ 631603 h 5143785"/>
              <a:gd name="connsiteX28808" fmla="*/ 2851213 w 3114960"/>
              <a:gd name="connsiteY28808" fmla="*/ 478060 h 5143785"/>
              <a:gd name="connsiteX28809" fmla="*/ 2859215 w 3114960"/>
              <a:gd name="connsiteY28809" fmla="*/ 470059 h 5143785"/>
              <a:gd name="connsiteX28810" fmla="*/ 2867216 w 3114960"/>
              <a:gd name="connsiteY28810" fmla="*/ 478060 h 5143785"/>
              <a:gd name="connsiteX28811" fmla="*/ 2859215 w 3114960"/>
              <a:gd name="connsiteY28811" fmla="*/ 486061 h 5143785"/>
              <a:gd name="connsiteX28812" fmla="*/ 2851213 w 3114960"/>
              <a:gd name="connsiteY28812" fmla="*/ 478060 h 5143785"/>
              <a:gd name="connsiteX28813" fmla="*/ 2862834 w 3114960"/>
              <a:gd name="connsiteY28813" fmla="*/ 575977 h 5143785"/>
              <a:gd name="connsiteX28814" fmla="*/ 2866263 w 3114960"/>
              <a:gd name="connsiteY28814" fmla="*/ 575977 h 5143785"/>
              <a:gd name="connsiteX28815" fmla="*/ 2870645 w 3114960"/>
              <a:gd name="connsiteY28815" fmla="*/ 580358 h 5143785"/>
              <a:gd name="connsiteX28816" fmla="*/ 2870645 w 3114960"/>
              <a:gd name="connsiteY28816" fmla="*/ 589312 h 5143785"/>
              <a:gd name="connsiteX28817" fmla="*/ 2847975 w 3114960"/>
              <a:gd name="connsiteY28817" fmla="*/ 589312 h 5143785"/>
              <a:gd name="connsiteX28818" fmla="*/ 2847975 w 3114960"/>
              <a:gd name="connsiteY28818" fmla="*/ 580358 h 5143785"/>
              <a:gd name="connsiteX28819" fmla="*/ 2852357 w 3114960"/>
              <a:gd name="connsiteY28819" fmla="*/ 575977 h 5143785"/>
              <a:gd name="connsiteX28820" fmla="*/ 2862929 w 3114960"/>
              <a:gd name="connsiteY28820" fmla="*/ 575977 h 5143785"/>
              <a:gd name="connsiteX28821" fmla="*/ 896969 w 3114960"/>
              <a:gd name="connsiteY28821" fmla="*/ 3099721 h 5143785"/>
              <a:gd name="connsiteX28822" fmla="*/ 914591 w 3114960"/>
              <a:gd name="connsiteY28822" fmla="*/ 3099721 h 5143785"/>
              <a:gd name="connsiteX28823" fmla="*/ 914591 w 3114960"/>
              <a:gd name="connsiteY28823" fmla="*/ 3104484 h 5143785"/>
              <a:gd name="connsiteX28824" fmla="*/ 896969 w 3114960"/>
              <a:gd name="connsiteY28824" fmla="*/ 3104484 h 5143785"/>
              <a:gd name="connsiteX28825" fmla="*/ 896969 w 3114960"/>
              <a:gd name="connsiteY28825" fmla="*/ 3099721 h 5143785"/>
              <a:gd name="connsiteX28826" fmla="*/ 1661351 w 3114960"/>
              <a:gd name="connsiteY28826" fmla="*/ 1834039 h 5143785"/>
              <a:gd name="connsiteX28827" fmla="*/ 1669542 w 3114960"/>
              <a:gd name="connsiteY28827" fmla="*/ 1842230 h 5143785"/>
              <a:gd name="connsiteX28828" fmla="*/ 1676781 w 3114960"/>
              <a:gd name="connsiteY28828" fmla="*/ 1837658 h 5143785"/>
              <a:gd name="connsiteX28829" fmla="*/ 1902143 w 3114960"/>
              <a:gd name="connsiteY28829" fmla="*/ 1838039 h 5143785"/>
              <a:gd name="connsiteX28830" fmla="*/ 1951958 w 3114960"/>
              <a:gd name="connsiteY28830" fmla="*/ 1769650 h 5143785"/>
              <a:gd name="connsiteX28831" fmla="*/ 1952435 w 3114960"/>
              <a:gd name="connsiteY28831" fmla="*/ 1768697 h 5143785"/>
              <a:gd name="connsiteX28832" fmla="*/ 1952625 w 3114960"/>
              <a:gd name="connsiteY28832" fmla="*/ 1679162 h 5143785"/>
              <a:gd name="connsiteX28833" fmla="*/ 1979295 w 3114960"/>
              <a:gd name="connsiteY28833" fmla="*/ 1644682 h 5143785"/>
              <a:gd name="connsiteX28834" fmla="*/ 2022253 w 3114960"/>
              <a:gd name="connsiteY28834" fmla="*/ 1644682 h 5143785"/>
              <a:gd name="connsiteX28835" fmla="*/ 2035207 w 3114960"/>
              <a:gd name="connsiteY28835" fmla="*/ 1654493 h 5143785"/>
              <a:gd name="connsiteX28836" fmla="*/ 2048637 w 3114960"/>
              <a:gd name="connsiteY28836" fmla="*/ 1640967 h 5143785"/>
              <a:gd name="connsiteX28837" fmla="*/ 2035207 w 3114960"/>
              <a:gd name="connsiteY28837" fmla="*/ 1627537 h 5143785"/>
              <a:gd name="connsiteX28838" fmla="*/ 2022253 w 3114960"/>
              <a:gd name="connsiteY28838" fmla="*/ 1637443 h 5143785"/>
              <a:gd name="connsiteX28839" fmla="*/ 1975771 w 3114960"/>
              <a:gd name="connsiteY28839" fmla="*/ 1637443 h 5143785"/>
              <a:gd name="connsiteX28840" fmla="*/ 1945386 w 3114960"/>
              <a:gd name="connsiteY28840" fmla="*/ 1676686 h 5143785"/>
              <a:gd name="connsiteX28841" fmla="*/ 1945386 w 3114960"/>
              <a:gd name="connsiteY28841" fmla="*/ 1677924 h 5143785"/>
              <a:gd name="connsiteX28842" fmla="*/ 1945577 w 3114960"/>
              <a:gd name="connsiteY28842" fmla="*/ 1766030 h 5143785"/>
              <a:gd name="connsiteX28843" fmla="*/ 1898332 w 3114960"/>
              <a:gd name="connsiteY28843" fmla="*/ 1830800 h 5143785"/>
              <a:gd name="connsiteX28844" fmla="*/ 1676591 w 3114960"/>
              <a:gd name="connsiteY28844" fmla="*/ 1830419 h 5143785"/>
              <a:gd name="connsiteX28845" fmla="*/ 1669352 w 3114960"/>
              <a:gd name="connsiteY28845" fmla="*/ 1825847 h 5143785"/>
              <a:gd name="connsiteX28846" fmla="*/ 1661160 w 3114960"/>
              <a:gd name="connsiteY28846" fmla="*/ 1834039 h 5143785"/>
              <a:gd name="connsiteX28847" fmla="*/ 2035302 w 3114960"/>
              <a:gd name="connsiteY28847" fmla="*/ 1632299 h 5143785"/>
              <a:gd name="connsiteX28848" fmla="*/ 2043970 w 3114960"/>
              <a:gd name="connsiteY28848" fmla="*/ 1640967 h 5143785"/>
              <a:gd name="connsiteX28849" fmla="*/ 2035302 w 3114960"/>
              <a:gd name="connsiteY28849" fmla="*/ 1649730 h 5143785"/>
              <a:gd name="connsiteX28850" fmla="*/ 2026634 w 3114960"/>
              <a:gd name="connsiteY28850" fmla="*/ 1640967 h 5143785"/>
              <a:gd name="connsiteX28851" fmla="*/ 2035302 w 3114960"/>
              <a:gd name="connsiteY28851" fmla="*/ 1632299 h 5143785"/>
              <a:gd name="connsiteX28852" fmla="*/ 1669542 w 3114960"/>
              <a:gd name="connsiteY28852" fmla="*/ 1828324 h 5143785"/>
              <a:gd name="connsiteX28853" fmla="*/ 1675352 w 3114960"/>
              <a:gd name="connsiteY28853" fmla="*/ 1834134 h 5143785"/>
              <a:gd name="connsiteX28854" fmla="*/ 1669542 w 3114960"/>
              <a:gd name="connsiteY28854" fmla="*/ 1839944 h 5143785"/>
              <a:gd name="connsiteX28855" fmla="*/ 1663732 w 3114960"/>
              <a:gd name="connsiteY28855" fmla="*/ 1834134 h 5143785"/>
              <a:gd name="connsiteX28856" fmla="*/ 1669542 w 3114960"/>
              <a:gd name="connsiteY28856" fmla="*/ 1828324 h 5143785"/>
              <a:gd name="connsiteX28857" fmla="*/ 2833783 w 3114960"/>
              <a:gd name="connsiteY28857" fmla="*/ 1134237 h 5143785"/>
              <a:gd name="connsiteX28858" fmla="*/ 2825496 w 3114960"/>
              <a:gd name="connsiteY28858" fmla="*/ 1136714 h 5143785"/>
              <a:gd name="connsiteX28859" fmla="*/ 2819019 w 3114960"/>
              <a:gd name="connsiteY28859" fmla="*/ 1146334 h 5143785"/>
              <a:gd name="connsiteX28860" fmla="*/ 2821210 w 3114960"/>
              <a:gd name="connsiteY28860" fmla="*/ 1157669 h 5143785"/>
              <a:gd name="connsiteX28861" fmla="*/ 2830830 w 3114960"/>
              <a:gd name="connsiteY28861" fmla="*/ 1164146 h 5143785"/>
              <a:gd name="connsiteX28862" fmla="*/ 2842165 w 3114960"/>
              <a:gd name="connsiteY28862" fmla="*/ 1161955 h 5143785"/>
              <a:gd name="connsiteX28863" fmla="*/ 2848642 w 3114960"/>
              <a:gd name="connsiteY28863" fmla="*/ 1152335 h 5143785"/>
              <a:gd name="connsiteX28864" fmla="*/ 2846451 w 3114960"/>
              <a:gd name="connsiteY28864" fmla="*/ 1141000 h 5143785"/>
              <a:gd name="connsiteX28865" fmla="*/ 2836831 w 3114960"/>
              <a:gd name="connsiteY28865" fmla="*/ 1134523 h 5143785"/>
              <a:gd name="connsiteX28866" fmla="*/ 2833783 w 3114960"/>
              <a:gd name="connsiteY28866" fmla="*/ 1134237 h 5143785"/>
              <a:gd name="connsiteX28867" fmla="*/ 2842451 w 3114960"/>
              <a:gd name="connsiteY28867" fmla="*/ 1143667 h 5143785"/>
              <a:gd name="connsiteX28868" fmla="*/ 2843975 w 3114960"/>
              <a:gd name="connsiteY28868" fmla="*/ 1151477 h 5143785"/>
              <a:gd name="connsiteX28869" fmla="*/ 2839593 w 3114960"/>
              <a:gd name="connsiteY28869" fmla="*/ 1158050 h 5143785"/>
              <a:gd name="connsiteX28870" fmla="*/ 2833878 w 3114960"/>
              <a:gd name="connsiteY28870" fmla="*/ 1159764 h 5143785"/>
              <a:gd name="connsiteX28871" fmla="*/ 2831783 w 3114960"/>
              <a:gd name="connsiteY28871" fmla="*/ 1159574 h 5143785"/>
              <a:gd name="connsiteX28872" fmla="*/ 2825210 w 3114960"/>
              <a:gd name="connsiteY28872" fmla="*/ 1155097 h 5143785"/>
              <a:gd name="connsiteX28873" fmla="*/ 2823686 w 3114960"/>
              <a:gd name="connsiteY28873" fmla="*/ 1147286 h 5143785"/>
              <a:gd name="connsiteX28874" fmla="*/ 2828068 w 3114960"/>
              <a:gd name="connsiteY28874" fmla="*/ 1140714 h 5143785"/>
              <a:gd name="connsiteX28875" fmla="*/ 2835878 w 3114960"/>
              <a:gd name="connsiteY28875" fmla="*/ 1139190 h 5143785"/>
              <a:gd name="connsiteX28876" fmla="*/ 2842451 w 3114960"/>
              <a:gd name="connsiteY28876" fmla="*/ 1143667 h 5143785"/>
              <a:gd name="connsiteX28877" fmla="*/ 756190 w 3114960"/>
              <a:gd name="connsiteY28877" fmla="*/ 3100102 h 5143785"/>
              <a:gd name="connsiteX28878" fmla="*/ 773811 w 3114960"/>
              <a:gd name="connsiteY28878" fmla="*/ 3100102 h 5143785"/>
              <a:gd name="connsiteX28879" fmla="*/ 773811 w 3114960"/>
              <a:gd name="connsiteY28879" fmla="*/ 3104864 h 5143785"/>
              <a:gd name="connsiteX28880" fmla="*/ 756190 w 3114960"/>
              <a:gd name="connsiteY28880" fmla="*/ 3104864 h 5143785"/>
              <a:gd name="connsiteX28881" fmla="*/ 756190 w 3114960"/>
              <a:gd name="connsiteY28881" fmla="*/ 3100102 h 5143785"/>
              <a:gd name="connsiteX28882" fmla="*/ 1548384 w 3114960"/>
              <a:gd name="connsiteY28882" fmla="*/ 1699832 h 5143785"/>
              <a:gd name="connsiteX28883" fmla="*/ 1570673 w 3114960"/>
              <a:gd name="connsiteY28883" fmla="*/ 1699832 h 5143785"/>
              <a:gd name="connsiteX28884" fmla="*/ 1578007 w 3114960"/>
              <a:gd name="connsiteY28884" fmla="*/ 1704023 h 5143785"/>
              <a:gd name="connsiteX28885" fmla="*/ 1582388 w 3114960"/>
              <a:gd name="connsiteY28885" fmla="*/ 1696593 h 5143785"/>
              <a:gd name="connsiteX28886" fmla="*/ 1574959 w 3114960"/>
              <a:gd name="connsiteY28886" fmla="*/ 1692212 h 5143785"/>
              <a:gd name="connsiteX28887" fmla="*/ 1570387 w 3114960"/>
              <a:gd name="connsiteY28887" fmla="*/ 1697450 h 5143785"/>
              <a:gd name="connsiteX28888" fmla="*/ 1547146 w 3114960"/>
              <a:gd name="connsiteY28888" fmla="*/ 1697450 h 5143785"/>
              <a:gd name="connsiteX28889" fmla="*/ 1542574 w 3114960"/>
              <a:gd name="connsiteY28889" fmla="*/ 1703070 h 5143785"/>
              <a:gd name="connsiteX28890" fmla="*/ 1391031 w 3114960"/>
              <a:gd name="connsiteY28890" fmla="*/ 1703070 h 5143785"/>
              <a:gd name="connsiteX28891" fmla="*/ 1365409 w 3114960"/>
              <a:gd name="connsiteY28891" fmla="*/ 1679257 h 5143785"/>
              <a:gd name="connsiteX28892" fmla="*/ 1365028 w 3114960"/>
              <a:gd name="connsiteY28892" fmla="*/ 1678972 h 5143785"/>
              <a:gd name="connsiteX28893" fmla="*/ 1304735 w 3114960"/>
              <a:gd name="connsiteY28893" fmla="*/ 1678972 h 5143785"/>
              <a:gd name="connsiteX28894" fmla="*/ 1294162 w 3114960"/>
              <a:gd name="connsiteY28894" fmla="*/ 1690211 h 5143785"/>
              <a:gd name="connsiteX28895" fmla="*/ 1292447 w 3114960"/>
              <a:gd name="connsiteY28895" fmla="*/ 1689830 h 5143785"/>
              <a:gd name="connsiteX28896" fmla="*/ 1285494 w 3114960"/>
              <a:gd name="connsiteY28896" fmla="*/ 1696784 h 5143785"/>
              <a:gd name="connsiteX28897" fmla="*/ 1292447 w 3114960"/>
              <a:gd name="connsiteY28897" fmla="*/ 1703737 h 5143785"/>
              <a:gd name="connsiteX28898" fmla="*/ 1299401 w 3114960"/>
              <a:gd name="connsiteY28898" fmla="*/ 1696784 h 5143785"/>
              <a:gd name="connsiteX28899" fmla="*/ 1296353 w 3114960"/>
              <a:gd name="connsiteY28899" fmla="*/ 1691164 h 5143785"/>
              <a:gd name="connsiteX28900" fmla="*/ 1305687 w 3114960"/>
              <a:gd name="connsiteY28900" fmla="*/ 1681258 h 5143785"/>
              <a:gd name="connsiteX28901" fmla="*/ 1363980 w 3114960"/>
              <a:gd name="connsiteY28901" fmla="*/ 1681258 h 5143785"/>
              <a:gd name="connsiteX28902" fmla="*/ 1389602 w 3114960"/>
              <a:gd name="connsiteY28902" fmla="*/ 1705070 h 5143785"/>
              <a:gd name="connsiteX28903" fmla="*/ 1389983 w 3114960"/>
              <a:gd name="connsiteY28903" fmla="*/ 1705356 h 5143785"/>
              <a:gd name="connsiteX28904" fmla="*/ 1543622 w 3114960"/>
              <a:gd name="connsiteY28904" fmla="*/ 1705356 h 5143785"/>
              <a:gd name="connsiteX28905" fmla="*/ 1548194 w 3114960"/>
              <a:gd name="connsiteY28905" fmla="*/ 1699736 h 5143785"/>
              <a:gd name="connsiteX28906" fmla="*/ 1297210 w 3114960"/>
              <a:gd name="connsiteY28906" fmla="*/ 1696784 h 5143785"/>
              <a:gd name="connsiteX28907" fmla="*/ 1292638 w 3114960"/>
              <a:gd name="connsiteY28907" fmla="*/ 1701356 h 5143785"/>
              <a:gd name="connsiteX28908" fmla="*/ 1288066 w 3114960"/>
              <a:gd name="connsiteY28908" fmla="*/ 1696784 h 5143785"/>
              <a:gd name="connsiteX28909" fmla="*/ 1292638 w 3114960"/>
              <a:gd name="connsiteY28909" fmla="*/ 1692212 h 5143785"/>
              <a:gd name="connsiteX28910" fmla="*/ 1297210 w 3114960"/>
              <a:gd name="connsiteY28910" fmla="*/ 1696784 h 5143785"/>
              <a:gd name="connsiteX28911" fmla="*/ 2194084 w 3114960"/>
              <a:gd name="connsiteY28911" fmla="*/ 2481072 h 5143785"/>
              <a:gd name="connsiteX28912" fmla="*/ 2180654 w 3114960"/>
              <a:gd name="connsiteY28912" fmla="*/ 2468309 h 5143785"/>
              <a:gd name="connsiteX28913" fmla="*/ 2183892 w 3114960"/>
              <a:gd name="connsiteY28913" fmla="*/ 2464880 h 5143785"/>
              <a:gd name="connsiteX28914" fmla="*/ 2197322 w 3114960"/>
              <a:gd name="connsiteY28914" fmla="*/ 2477643 h 5143785"/>
              <a:gd name="connsiteX28915" fmla="*/ 2194084 w 3114960"/>
              <a:gd name="connsiteY28915" fmla="*/ 2481072 h 5143785"/>
              <a:gd name="connsiteX28916" fmla="*/ 1511046 w 3114960"/>
              <a:gd name="connsiteY28916" fmla="*/ 1836039 h 5143785"/>
              <a:gd name="connsiteX28917" fmla="*/ 1514856 w 3114960"/>
              <a:gd name="connsiteY28917" fmla="*/ 1828228 h 5143785"/>
              <a:gd name="connsiteX28918" fmla="*/ 1522667 w 3114960"/>
              <a:gd name="connsiteY28918" fmla="*/ 1832039 h 5143785"/>
              <a:gd name="connsiteX28919" fmla="*/ 1522762 w 3114960"/>
              <a:gd name="connsiteY28919" fmla="*/ 1832801 h 5143785"/>
              <a:gd name="connsiteX28920" fmla="*/ 1543812 w 3114960"/>
              <a:gd name="connsiteY28920" fmla="*/ 1832610 h 5143785"/>
              <a:gd name="connsiteX28921" fmla="*/ 1562386 w 3114960"/>
              <a:gd name="connsiteY28921" fmla="*/ 1812607 h 5143785"/>
              <a:gd name="connsiteX28922" fmla="*/ 1562386 w 3114960"/>
              <a:gd name="connsiteY28922" fmla="*/ 1769936 h 5143785"/>
              <a:gd name="connsiteX28923" fmla="*/ 1582865 w 3114960"/>
              <a:gd name="connsiteY28923" fmla="*/ 1750219 h 5143785"/>
              <a:gd name="connsiteX28924" fmla="*/ 1630204 w 3114960"/>
              <a:gd name="connsiteY28924" fmla="*/ 1749743 h 5143785"/>
              <a:gd name="connsiteX28925" fmla="*/ 1634204 w 3114960"/>
              <a:gd name="connsiteY28925" fmla="*/ 1745075 h 5143785"/>
              <a:gd name="connsiteX28926" fmla="*/ 1642015 w 3114960"/>
              <a:gd name="connsiteY28926" fmla="*/ 1748885 h 5143785"/>
              <a:gd name="connsiteX28927" fmla="*/ 1638205 w 3114960"/>
              <a:gd name="connsiteY28927" fmla="*/ 1756696 h 5143785"/>
              <a:gd name="connsiteX28928" fmla="*/ 1630394 w 3114960"/>
              <a:gd name="connsiteY28928" fmla="*/ 1752886 h 5143785"/>
              <a:gd name="connsiteX28929" fmla="*/ 1630299 w 3114960"/>
              <a:gd name="connsiteY28929" fmla="*/ 1752124 h 5143785"/>
              <a:gd name="connsiteX28930" fmla="*/ 1583817 w 3114960"/>
              <a:gd name="connsiteY28930" fmla="*/ 1752600 h 5143785"/>
              <a:gd name="connsiteX28931" fmla="*/ 1564672 w 3114960"/>
              <a:gd name="connsiteY28931" fmla="*/ 1770983 h 5143785"/>
              <a:gd name="connsiteX28932" fmla="*/ 1564672 w 3114960"/>
              <a:gd name="connsiteY28932" fmla="*/ 1813560 h 5143785"/>
              <a:gd name="connsiteX28933" fmla="*/ 1544860 w 3114960"/>
              <a:gd name="connsiteY28933" fmla="*/ 1834991 h 5143785"/>
              <a:gd name="connsiteX28934" fmla="*/ 1522857 w 3114960"/>
              <a:gd name="connsiteY28934" fmla="*/ 1835182 h 5143785"/>
              <a:gd name="connsiteX28935" fmla="*/ 1518952 w 3114960"/>
              <a:gd name="connsiteY28935" fmla="*/ 1839849 h 5143785"/>
              <a:gd name="connsiteX28936" fmla="*/ 1511141 w 3114960"/>
              <a:gd name="connsiteY28936" fmla="*/ 1836039 h 5143785"/>
              <a:gd name="connsiteX28937" fmla="*/ 2899982 w 3114960"/>
              <a:gd name="connsiteY28937" fmla="*/ 568833 h 5143785"/>
              <a:gd name="connsiteX28938" fmla="*/ 2888456 w 3114960"/>
              <a:gd name="connsiteY28938" fmla="*/ 580358 h 5143785"/>
              <a:gd name="connsiteX28939" fmla="*/ 2888456 w 3114960"/>
              <a:gd name="connsiteY28939" fmla="*/ 631698 h 5143785"/>
              <a:gd name="connsiteX28940" fmla="*/ 2899982 w 3114960"/>
              <a:gd name="connsiteY28940" fmla="*/ 643223 h 5143785"/>
              <a:gd name="connsiteX28941" fmla="*/ 2913984 w 3114960"/>
              <a:gd name="connsiteY28941" fmla="*/ 643223 h 5143785"/>
              <a:gd name="connsiteX28942" fmla="*/ 2925509 w 3114960"/>
              <a:gd name="connsiteY28942" fmla="*/ 631698 h 5143785"/>
              <a:gd name="connsiteX28943" fmla="*/ 2925509 w 3114960"/>
              <a:gd name="connsiteY28943" fmla="*/ 580358 h 5143785"/>
              <a:gd name="connsiteX28944" fmla="*/ 2913984 w 3114960"/>
              <a:gd name="connsiteY28944" fmla="*/ 568833 h 5143785"/>
              <a:gd name="connsiteX28945" fmla="*/ 2910554 w 3114960"/>
              <a:gd name="connsiteY28945" fmla="*/ 568833 h 5143785"/>
              <a:gd name="connsiteX28946" fmla="*/ 2910554 w 3114960"/>
              <a:gd name="connsiteY28946" fmla="*/ 487966 h 5143785"/>
              <a:gd name="connsiteX28947" fmla="*/ 2915984 w 3114960"/>
              <a:gd name="connsiteY28947" fmla="*/ 487966 h 5143785"/>
              <a:gd name="connsiteX28948" fmla="*/ 2918365 w 3114960"/>
              <a:gd name="connsiteY28948" fmla="*/ 485585 h 5143785"/>
              <a:gd name="connsiteX28949" fmla="*/ 2918365 w 3114960"/>
              <a:gd name="connsiteY28949" fmla="*/ 467582 h 5143785"/>
              <a:gd name="connsiteX28950" fmla="*/ 2915984 w 3114960"/>
              <a:gd name="connsiteY28950" fmla="*/ 465201 h 5143785"/>
              <a:gd name="connsiteX28951" fmla="*/ 2897981 w 3114960"/>
              <a:gd name="connsiteY28951" fmla="*/ 465201 h 5143785"/>
              <a:gd name="connsiteX28952" fmla="*/ 2895600 w 3114960"/>
              <a:gd name="connsiteY28952" fmla="*/ 467582 h 5143785"/>
              <a:gd name="connsiteX28953" fmla="*/ 2895600 w 3114960"/>
              <a:gd name="connsiteY28953" fmla="*/ 485585 h 5143785"/>
              <a:gd name="connsiteX28954" fmla="*/ 2897981 w 3114960"/>
              <a:gd name="connsiteY28954" fmla="*/ 487966 h 5143785"/>
              <a:gd name="connsiteX28955" fmla="*/ 2903411 w 3114960"/>
              <a:gd name="connsiteY28955" fmla="*/ 487966 h 5143785"/>
              <a:gd name="connsiteX28956" fmla="*/ 2903411 w 3114960"/>
              <a:gd name="connsiteY28956" fmla="*/ 568833 h 5143785"/>
              <a:gd name="connsiteX28957" fmla="*/ 2899982 w 3114960"/>
              <a:gd name="connsiteY28957" fmla="*/ 568833 h 5143785"/>
              <a:gd name="connsiteX28958" fmla="*/ 2918270 w 3114960"/>
              <a:gd name="connsiteY28958" fmla="*/ 631603 h 5143785"/>
              <a:gd name="connsiteX28959" fmla="*/ 2913888 w 3114960"/>
              <a:gd name="connsiteY28959" fmla="*/ 635984 h 5143785"/>
              <a:gd name="connsiteX28960" fmla="*/ 2899886 w 3114960"/>
              <a:gd name="connsiteY28960" fmla="*/ 635984 h 5143785"/>
              <a:gd name="connsiteX28961" fmla="*/ 2895505 w 3114960"/>
              <a:gd name="connsiteY28961" fmla="*/ 631603 h 5143785"/>
              <a:gd name="connsiteX28962" fmla="*/ 2895505 w 3114960"/>
              <a:gd name="connsiteY28962" fmla="*/ 619887 h 5143785"/>
              <a:gd name="connsiteX28963" fmla="*/ 2918174 w 3114960"/>
              <a:gd name="connsiteY28963" fmla="*/ 619887 h 5143785"/>
              <a:gd name="connsiteX28964" fmla="*/ 2918174 w 3114960"/>
              <a:gd name="connsiteY28964" fmla="*/ 631603 h 5143785"/>
              <a:gd name="connsiteX28965" fmla="*/ 2900363 w 3114960"/>
              <a:gd name="connsiteY28965" fmla="*/ 483203 h 5143785"/>
              <a:gd name="connsiteX28966" fmla="*/ 2900363 w 3114960"/>
              <a:gd name="connsiteY28966" fmla="*/ 469964 h 5143785"/>
              <a:gd name="connsiteX28967" fmla="*/ 2913602 w 3114960"/>
              <a:gd name="connsiteY28967" fmla="*/ 469964 h 5143785"/>
              <a:gd name="connsiteX28968" fmla="*/ 2913602 w 3114960"/>
              <a:gd name="connsiteY28968" fmla="*/ 483203 h 5143785"/>
              <a:gd name="connsiteX28969" fmla="*/ 2900363 w 3114960"/>
              <a:gd name="connsiteY28969" fmla="*/ 483203 h 5143785"/>
              <a:gd name="connsiteX28970" fmla="*/ 2910554 w 3114960"/>
              <a:gd name="connsiteY28970" fmla="*/ 575977 h 5143785"/>
              <a:gd name="connsiteX28971" fmla="*/ 2913984 w 3114960"/>
              <a:gd name="connsiteY28971" fmla="*/ 575977 h 5143785"/>
              <a:gd name="connsiteX28972" fmla="*/ 2918365 w 3114960"/>
              <a:gd name="connsiteY28972" fmla="*/ 580358 h 5143785"/>
              <a:gd name="connsiteX28973" fmla="*/ 2918365 w 3114960"/>
              <a:gd name="connsiteY28973" fmla="*/ 589312 h 5143785"/>
              <a:gd name="connsiteX28974" fmla="*/ 2895695 w 3114960"/>
              <a:gd name="connsiteY28974" fmla="*/ 589312 h 5143785"/>
              <a:gd name="connsiteX28975" fmla="*/ 2895695 w 3114960"/>
              <a:gd name="connsiteY28975" fmla="*/ 580358 h 5143785"/>
              <a:gd name="connsiteX28976" fmla="*/ 2900077 w 3114960"/>
              <a:gd name="connsiteY28976" fmla="*/ 575977 h 5143785"/>
              <a:gd name="connsiteX28977" fmla="*/ 2910650 w 3114960"/>
              <a:gd name="connsiteY28977" fmla="*/ 575977 h 5143785"/>
              <a:gd name="connsiteX28978" fmla="*/ 735330 w 3114960"/>
              <a:gd name="connsiteY28978" fmla="*/ 2987993 h 5143785"/>
              <a:gd name="connsiteX28979" fmla="*/ 741902 w 3114960"/>
              <a:gd name="connsiteY28979" fmla="*/ 2993708 h 5143785"/>
              <a:gd name="connsiteX28980" fmla="*/ 738759 w 3114960"/>
              <a:gd name="connsiteY28980" fmla="*/ 2997327 h 5143785"/>
              <a:gd name="connsiteX28981" fmla="*/ 731615 w 3114960"/>
              <a:gd name="connsiteY28981" fmla="*/ 2991136 h 5143785"/>
              <a:gd name="connsiteX28982" fmla="*/ 730091 w 3114960"/>
              <a:gd name="connsiteY28982" fmla="*/ 2991898 h 5143785"/>
              <a:gd name="connsiteX28983" fmla="*/ 718757 w 3114960"/>
              <a:gd name="connsiteY28983" fmla="*/ 2985516 h 5143785"/>
              <a:gd name="connsiteX28984" fmla="*/ 725138 w 3114960"/>
              <a:gd name="connsiteY28984" fmla="*/ 2974181 h 5143785"/>
              <a:gd name="connsiteX28985" fmla="*/ 736473 w 3114960"/>
              <a:gd name="connsiteY28985" fmla="*/ 2980563 h 5143785"/>
              <a:gd name="connsiteX28986" fmla="*/ 735235 w 3114960"/>
              <a:gd name="connsiteY28986" fmla="*/ 2987993 h 5143785"/>
              <a:gd name="connsiteX28987" fmla="*/ 2837402 w 3114960"/>
              <a:gd name="connsiteY28987" fmla="*/ 1108710 h 5143785"/>
              <a:gd name="connsiteX28988" fmla="*/ 2822353 w 3114960"/>
              <a:gd name="connsiteY28988" fmla="*/ 1118711 h 5143785"/>
              <a:gd name="connsiteX28989" fmla="*/ 2812352 w 3114960"/>
              <a:gd name="connsiteY28989" fmla="*/ 1103662 h 5143785"/>
              <a:gd name="connsiteX28990" fmla="*/ 2827401 w 3114960"/>
              <a:gd name="connsiteY28990" fmla="*/ 1093661 h 5143785"/>
              <a:gd name="connsiteX28991" fmla="*/ 2837402 w 3114960"/>
              <a:gd name="connsiteY28991" fmla="*/ 1108710 h 5143785"/>
              <a:gd name="connsiteX28992" fmla="*/ 2818829 w 3114960"/>
              <a:gd name="connsiteY28992" fmla="*/ 1179767 h 5143785"/>
              <a:gd name="connsiteX28993" fmla="*/ 2803779 w 3114960"/>
              <a:gd name="connsiteY28993" fmla="*/ 1189768 h 5143785"/>
              <a:gd name="connsiteX28994" fmla="*/ 2793778 w 3114960"/>
              <a:gd name="connsiteY28994" fmla="*/ 1174718 h 5143785"/>
              <a:gd name="connsiteX28995" fmla="*/ 2808827 w 3114960"/>
              <a:gd name="connsiteY28995" fmla="*/ 1164717 h 5143785"/>
              <a:gd name="connsiteX28996" fmla="*/ 2818829 w 3114960"/>
              <a:gd name="connsiteY28996" fmla="*/ 1179767 h 5143785"/>
              <a:gd name="connsiteX28997" fmla="*/ 1649825 w 3114960"/>
              <a:gd name="connsiteY28997" fmla="*/ 1903381 h 5143785"/>
              <a:gd name="connsiteX28998" fmla="*/ 1641157 w 3114960"/>
              <a:gd name="connsiteY28998" fmla="*/ 1911001 h 5143785"/>
              <a:gd name="connsiteX28999" fmla="*/ 1648778 w 3114960"/>
              <a:gd name="connsiteY28999" fmla="*/ 1919669 h 5143785"/>
              <a:gd name="connsiteX29000" fmla="*/ 1656874 w 3114960"/>
              <a:gd name="connsiteY29000" fmla="*/ 1913953 h 5143785"/>
              <a:gd name="connsiteX29001" fmla="*/ 1720501 w 3114960"/>
              <a:gd name="connsiteY29001" fmla="*/ 1914335 h 5143785"/>
              <a:gd name="connsiteX29002" fmla="*/ 1737170 w 3114960"/>
              <a:gd name="connsiteY29002" fmla="*/ 1936909 h 5143785"/>
              <a:gd name="connsiteX29003" fmla="*/ 1734312 w 3114960"/>
              <a:gd name="connsiteY29003" fmla="*/ 1943195 h 5143785"/>
              <a:gd name="connsiteX29004" fmla="*/ 1744123 w 3114960"/>
              <a:gd name="connsiteY29004" fmla="*/ 1954340 h 5143785"/>
              <a:gd name="connsiteX29005" fmla="*/ 1744790 w 3114960"/>
              <a:gd name="connsiteY29005" fmla="*/ 1954340 h 5143785"/>
              <a:gd name="connsiteX29006" fmla="*/ 1751743 w 3114960"/>
              <a:gd name="connsiteY29006" fmla="*/ 1951768 h 5143785"/>
              <a:gd name="connsiteX29007" fmla="*/ 1755267 w 3114960"/>
              <a:gd name="connsiteY29007" fmla="*/ 1944529 h 5143785"/>
              <a:gd name="connsiteX29008" fmla="*/ 1752695 w 3114960"/>
              <a:gd name="connsiteY29008" fmla="*/ 1936909 h 5143785"/>
              <a:gd name="connsiteX29009" fmla="*/ 1745456 w 3114960"/>
              <a:gd name="connsiteY29009" fmla="*/ 1933385 h 5143785"/>
              <a:gd name="connsiteX29010" fmla="*/ 1741075 w 3114960"/>
              <a:gd name="connsiteY29010" fmla="*/ 1934147 h 5143785"/>
              <a:gd name="connsiteX29011" fmla="*/ 1722882 w 3114960"/>
              <a:gd name="connsiteY29011" fmla="*/ 1909572 h 5143785"/>
              <a:gd name="connsiteX29012" fmla="*/ 1656969 w 3114960"/>
              <a:gd name="connsiteY29012" fmla="*/ 1909096 h 5143785"/>
              <a:gd name="connsiteX29013" fmla="*/ 1649825 w 3114960"/>
              <a:gd name="connsiteY29013" fmla="*/ 1903381 h 5143785"/>
              <a:gd name="connsiteX29014" fmla="*/ 1744694 w 3114960"/>
              <a:gd name="connsiteY29014" fmla="*/ 1938147 h 5143785"/>
              <a:gd name="connsiteX29015" fmla="*/ 1745075 w 3114960"/>
              <a:gd name="connsiteY29015" fmla="*/ 1938147 h 5143785"/>
              <a:gd name="connsiteX29016" fmla="*/ 1748981 w 3114960"/>
              <a:gd name="connsiteY29016" fmla="*/ 1940052 h 5143785"/>
              <a:gd name="connsiteX29017" fmla="*/ 1750409 w 3114960"/>
              <a:gd name="connsiteY29017" fmla="*/ 1944243 h 5143785"/>
              <a:gd name="connsiteX29018" fmla="*/ 1748504 w 3114960"/>
              <a:gd name="connsiteY29018" fmla="*/ 1948148 h 5143785"/>
              <a:gd name="connsiteX29019" fmla="*/ 1744313 w 3114960"/>
              <a:gd name="connsiteY29019" fmla="*/ 1949577 h 5143785"/>
              <a:gd name="connsiteX29020" fmla="*/ 1738979 w 3114960"/>
              <a:gd name="connsiteY29020" fmla="*/ 1943481 h 5143785"/>
              <a:gd name="connsiteX29021" fmla="*/ 1744694 w 3114960"/>
              <a:gd name="connsiteY29021" fmla="*/ 1938147 h 5143785"/>
              <a:gd name="connsiteX29022" fmla="*/ 685895 w 3114960"/>
              <a:gd name="connsiteY29022" fmla="*/ 3100292 h 5143785"/>
              <a:gd name="connsiteX29023" fmla="*/ 703517 w 3114960"/>
              <a:gd name="connsiteY29023" fmla="*/ 3100292 h 5143785"/>
              <a:gd name="connsiteX29024" fmla="*/ 703517 w 3114960"/>
              <a:gd name="connsiteY29024" fmla="*/ 3105055 h 5143785"/>
              <a:gd name="connsiteX29025" fmla="*/ 685895 w 3114960"/>
              <a:gd name="connsiteY29025" fmla="*/ 3105055 h 5143785"/>
              <a:gd name="connsiteX29026" fmla="*/ 685895 w 3114960"/>
              <a:gd name="connsiteY29026" fmla="*/ 3100292 h 5143785"/>
              <a:gd name="connsiteX29027" fmla="*/ 2802446 w 3114960"/>
              <a:gd name="connsiteY29027" fmla="*/ 1118902 h 5143785"/>
              <a:gd name="connsiteX29028" fmla="*/ 2799398 w 3114960"/>
              <a:gd name="connsiteY29028" fmla="*/ 1118616 h 5143785"/>
              <a:gd name="connsiteX29029" fmla="*/ 2784538 w 3114960"/>
              <a:gd name="connsiteY29029" fmla="*/ 1130713 h 5143785"/>
              <a:gd name="connsiteX29030" fmla="*/ 2796350 w 3114960"/>
              <a:gd name="connsiteY29030" fmla="*/ 1148525 h 5143785"/>
              <a:gd name="connsiteX29031" fmla="*/ 2807684 w 3114960"/>
              <a:gd name="connsiteY29031" fmla="*/ 1146334 h 5143785"/>
              <a:gd name="connsiteX29032" fmla="*/ 2814161 w 3114960"/>
              <a:gd name="connsiteY29032" fmla="*/ 1136714 h 5143785"/>
              <a:gd name="connsiteX29033" fmla="*/ 2811971 w 3114960"/>
              <a:gd name="connsiteY29033" fmla="*/ 1125379 h 5143785"/>
              <a:gd name="connsiteX29034" fmla="*/ 2802350 w 3114960"/>
              <a:gd name="connsiteY29034" fmla="*/ 1118902 h 5143785"/>
              <a:gd name="connsiteX29035" fmla="*/ 2809589 w 3114960"/>
              <a:gd name="connsiteY29035" fmla="*/ 1135761 h 5143785"/>
              <a:gd name="connsiteX29036" fmla="*/ 2805208 w 3114960"/>
              <a:gd name="connsiteY29036" fmla="*/ 1142333 h 5143785"/>
              <a:gd name="connsiteX29037" fmla="*/ 2799493 w 3114960"/>
              <a:gd name="connsiteY29037" fmla="*/ 1144048 h 5143785"/>
              <a:gd name="connsiteX29038" fmla="*/ 2797397 w 3114960"/>
              <a:gd name="connsiteY29038" fmla="*/ 1143857 h 5143785"/>
              <a:gd name="connsiteX29039" fmla="*/ 2789301 w 3114960"/>
              <a:gd name="connsiteY29039" fmla="*/ 1131665 h 5143785"/>
              <a:gd name="connsiteX29040" fmla="*/ 2801493 w 3114960"/>
              <a:gd name="connsiteY29040" fmla="*/ 1123569 h 5143785"/>
              <a:gd name="connsiteX29041" fmla="*/ 2808065 w 3114960"/>
              <a:gd name="connsiteY29041" fmla="*/ 1128046 h 5143785"/>
              <a:gd name="connsiteX29042" fmla="*/ 2809589 w 3114960"/>
              <a:gd name="connsiteY29042" fmla="*/ 1135856 h 5143785"/>
              <a:gd name="connsiteX29043" fmla="*/ 721043 w 3114960"/>
              <a:gd name="connsiteY29043" fmla="*/ 3100197 h 5143785"/>
              <a:gd name="connsiteX29044" fmla="*/ 738664 w 3114960"/>
              <a:gd name="connsiteY29044" fmla="*/ 3100197 h 5143785"/>
              <a:gd name="connsiteX29045" fmla="*/ 738664 w 3114960"/>
              <a:gd name="connsiteY29045" fmla="*/ 3104960 h 5143785"/>
              <a:gd name="connsiteX29046" fmla="*/ 721043 w 3114960"/>
              <a:gd name="connsiteY29046" fmla="*/ 3104960 h 5143785"/>
              <a:gd name="connsiteX29047" fmla="*/ 721043 w 3114960"/>
              <a:gd name="connsiteY29047" fmla="*/ 3100197 h 5143785"/>
              <a:gd name="connsiteX29048" fmla="*/ 2791682 w 3114960"/>
              <a:gd name="connsiteY29048" fmla="*/ 3507581 h 5143785"/>
              <a:gd name="connsiteX29049" fmla="*/ 2779014 w 3114960"/>
              <a:gd name="connsiteY29049" fmla="*/ 3520250 h 5143785"/>
              <a:gd name="connsiteX29050" fmla="*/ 2766346 w 3114960"/>
              <a:gd name="connsiteY29050" fmla="*/ 3507581 h 5143785"/>
              <a:gd name="connsiteX29051" fmla="*/ 2779014 w 3114960"/>
              <a:gd name="connsiteY29051" fmla="*/ 3494913 h 5143785"/>
              <a:gd name="connsiteX29052" fmla="*/ 2791682 w 3114960"/>
              <a:gd name="connsiteY29052" fmla="*/ 3507581 h 5143785"/>
              <a:gd name="connsiteX29053" fmla="*/ 2960942 w 3114960"/>
              <a:gd name="connsiteY29053" fmla="*/ 3687699 h 5143785"/>
              <a:gd name="connsiteX29054" fmla="*/ 3093815 w 3114960"/>
              <a:gd name="connsiteY29054" fmla="*/ 3687509 h 5143785"/>
              <a:gd name="connsiteX29055" fmla="*/ 3096959 w 3114960"/>
              <a:gd name="connsiteY29055" fmla="*/ 3691604 h 5143785"/>
              <a:gd name="connsiteX29056" fmla="*/ 3103531 w 3114960"/>
              <a:gd name="connsiteY29056" fmla="*/ 3693795 h 5143785"/>
              <a:gd name="connsiteX29057" fmla="*/ 3105055 w 3114960"/>
              <a:gd name="connsiteY29057" fmla="*/ 3693700 h 5143785"/>
              <a:gd name="connsiteX29058" fmla="*/ 3112294 w 3114960"/>
              <a:gd name="connsiteY29058" fmla="*/ 3689413 h 5143785"/>
              <a:gd name="connsiteX29059" fmla="*/ 3110198 w 3114960"/>
              <a:gd name="connsiteY29059" fmla="*/ 3674078 h 5143785"/>
              <a:gd name="connsiteX29060" fmla="*/ 3102102 w 3114960"/>
              <a:gd name="connsiteY29060" fmla="*/ 3671983 h 5143785"/>
              <a:gd name="connsiteX29061" fmla="*/ 3094863 w 3114960"/>
              <a:gd name="connsiteY29061" fmla="*/ 3676269 h 5143785"/>
              <a:gd name="connsiteX29062" fmla="*/ 3094101 w 3114960"/>
              <a:gd name="connsiteY29062" fmla="*/ 3677984 h 5143785"/>
              <a:gd name="connsiteX29063" fmla="*/ 2964561 w 3114960"/>
              <a:gd name="connsiteY29063" fmla="*/ 3678174 h 5143785"/>
              <a:gd name="connsiteX29064" fmla="*/ 2893600 w 3114960"/>
              <a:gd name="connsiteY29064" fmla="*/ 3616928 h 5143785"/>
              <a:gd name="connsiteX29065" fmla="*/ 2893886 w 3114960"/>
              <a:gd name="connsiteY29065" fmla="*/ 3525107 h 5143785"/>
              <a:gd name="connsiteX29066" fmla="*/ 2863025 w 3114960"/>
              <a:gd name="connsiteY29066" fmla="*/ 3502819 h 5143785"/>
              <a:gd name="connsiteX29067" fmla="*/ 2804351 w 3114960"/>
              <a:gd name="connsiteY29067" fmla="*/ 3502819 h 5143785"/>
              <a:gd name="connsiteX29068" fmla="*/ 2794349 w 3114960"/>
              <a:gd name="connsiteY29068" fmla="*/ 3486722 h 5143785"/>
              <a:gd name="connsiteX29069" fmla="*/ 2779109 w 3114960"/>
              <a:gd name="connsiteY29069" fmla="*/ 3481673 h 5143785"/>
              <a:gd name="connsiteX29070" fmla="*/ 2775109 w 3114960"/>
              <a:gd name="connsiteY29070" fmla="*/ 3481959 h 5143785"/>
              <a:gd name="connsiteX29071" fmla="*/ 2758154 w 3114960"/>
              <a:gd name="connsiteY29071" fmla="*/ 3492246 h 5143785"/>
              <a:gd name="connsiteX29072" fmla="*/ 2753392 w 3114960"/>
              <a:gd name="connsiteY29072" fmla="*/ 3511487 h 5143785"/>
              <a:gd name="connsiteX29073" fmla="*/ 2763679 w 3114960"/>
              <a:gd name="connsiteY29073" fmla="*/ 3528441 h 5143785"/>
              <a:gd name="connsiteX29074" fmla="*/ 2799779 w 3114960"/>
              <a:gd name="connsiteY29074" fmla="*/ 3522917 h 5143785"/>
              <a:gd name="connsiteX29075" fmla="*/ 2799779 w 3114960"/>
              <a:gd name="connsiteY29075" fmla="*/ 3522917 h 5143785"/>
              <a:gd name="connsiteX29076" fmla="*/ 2804255 w 3114960"/>
              <a:gd name="connsiteY29076" fmla="*/ 3512344 h 5143785"/>
              <a:gd name="connsiteX29077" fmla="*/ 2859881 w 3114960"/>
              <a:gd name="connsiteY29077" fmla="*/ 3512344 h 5143785"/>
              <a:gd name="connsiteX29078" fmla="*/ 2884265 w 3114960"/>
              <a:gd name="connsiteY29078" fmla="*/ 3529965 h 5143785"/>
              <a:gd name="connsiteX29079" fmla="*/ 2883980 w 3114960"/>
              <a:gd name="connsiteY29079" fmla="*/ 3621310 h 5143785"/>
              <a:gd name="connsiteX29080" fmla="*/ 2960942 w 3114960"/>
              <a:gd name="connsiteY29080" fmla="*/ 3687699 h 5143785"/>
              <a:gd name="connsiteX29081" fmla="*/ 3098673 w 3114960"/>
              <a:gd name="connsiteY29081" fmla="*/ 3679127 h 5143785"/>
              <a:gd name="connsiteX29082" fmla="*/ 3102769 w 3114960"/>
              <a:gd name="connsiteY29082" fmla="*/ 3676745 h 5143785"/>
              <a:gd name="connsiteX29083" fmla="*/ 3103626 w 3114960"/>
              <a:gd name="connsiteY29083" fmla="*/ 3676745 h 5143785"/>
              <a:gd name="connsiteX29084" fmla="*/ 3107341 w 3114960"/>
              <a:gd name="connsiteY29084" fmla="*/ 3677984 h 5143785"/>
              <a:gd name="connsiteX29085" fmla="*/ 3108579 w 3114960"/>
              <a:gd name="connsiteY29085" fmla="*/ 3686651 h 5143785"/>
              <a:gd name="connsiteX29086" fmla="*/ 3104484 w 3114960"/>
              <a:gd name="connsiteY29086" fmla="*/ 3689033 h 5143785"/>
              <a:gd name="connsiteX29087" fmla="*/ 3099911 w 3114960"/>
              <a:gd name="connsiteY29087" fmla="*/ 3687794 h 5143785"/>
              <a:gd name="connsiteX29088" fmla="*/ 3099911 w 3114960"/>
              <a:gd name="connsiteY29088" fmla="*/ 3687794 h 5143785"/>
              <a:gd name="connsiteX29089" fmla="*/ 3098673 w 3114960"/>
              <a:gd name="connsiteY29089" fmla="*/ 3679127 h 5143785"/>
              <a:gd name="connsiteX29090" fmla="*/ 2795969 w 3114960"/>
              <a:gd name="connsiteY29090" fmla="*/ 3520059 h 5143785"/>
              <a:gd name="connsiteX29091" fmla="*/ 2766441 w 3114960"/>
              <a:gd name="connsiteY29091" fmla="*/ 3524631 h 5143785"/>
              <a:gd name="connsiteX29092" fmla="*/ 2758059 w 3114960"/>
              <a:gd name="connsiteY29092" fmla="*/ 3510820 h 5143785"/>
              <a:gd name="connsiteX29093" fmla="*/ 2761869 w 3114960"/>
              <a:gd name="connsiteY29093" fmla="*/ 3495104 h 5143785"/>
              <a:gd name="connsiteX29094" fmla="*/ 2775680 w 3114960"/>
              <a:gd name="connsiteY29094" fmla="*/ 3486722 h 5143785"/>
              <a:gd name="connsiteX29095" fmla="*/ 2791397 w 3114960"/>
              <a:gd name="connsiteY29095" fmla="*/ 3490532 h 5143785"/>
              <a:gd name="connsiteX29096" fmla="*/ 2799779 w 3114960"/>
              <a:gd name="connsiteY29096" fmla="*/ 3504343 h 5143785"/>
              <a:gd name="connsiteX29097" fmla="*/ 2795969 w 3114960"/>
              <a:gd name="connsiteY29097" fmla="*/ 3519964 h 5143785"/>
              <a:gd name="connsiteX29098" fmla="*/ 791432 w 3114960"/>
              <a:gd name="connsiteY29098" fmla="*/ 3100007 h 5143785"/>
              <a:gd name="connsiteX29099" fmla="*/ 809054 w 3114960"/>
              <a:gd name="connsiteY29099" fmla="*/ 3100007 h 5143785"/>
              <a:gd name="connsiteX29100" fmla="*/ 809054 w 3114960"/>
              <a:gd name="connsiteY29100" fmla="*/ 3104769 h 5143785"/>
              <a:gd name="connsiteX29101" fmla="*/ 791432 w 3114960"/>
              <a:gd name="connsiteY29101" fmla="*/ 3104769 h 5143785"/>
              <a:gd name="connsiteX29102" fmla="*/ 791432 w 3114960"/>
              <a:gd name="connsiteY29102" fmla="*/ 3100007 h 5143785"/>
              <a:gd name="connsiteX29103" fmla="*/ 861727 w 3114960"/>
              <a:gd name="connsiteY29103" fmla="*/ 3099816 h 5143785"/>
              <a:gd name="connsiteX29104" fmla="*/ 879348 w 3114960"/>
              <a:gd name="connsiteY29104" fmla="*/ 3099816 h 5143785"/>
              <a:gd name="connsiteX29105" fmla="*/ 879348 w 3114960"/>
              <a:gd name="connsiteY29105" fmla="*/ 3104579 h 5143785"/>
              <a:gd name="connsiteX29106" fmla="*/ 861727 w 3114960"/>
              <a:gd name="connsiteY29106" fmla="*/ 3104579 h 5143785"/>
              <a:gd name="connsiteX29107" fmla="*/ 861727 w 3114960"/>
              <a:gd name="connsiteY29107" fmla="*/ 3099816 h 5143785"/>
              <a:gd name="connsiteX29108" fmla="*/ 2825305 w 3114960"/>
              <a:gd name="connsiteY29108" fmla="*/ 3557683 h 5143785"/>
              <a:gd name="connsiteX29109" fmla="*/ 2819400 w 3114960"/>
              <a:gd name="connsiteY29109" fmla="*/ 3542062 h 5143785"/>
              <a:gd name="connsiteX29110" fmla="*/ 2810351 w 3114960"/>
              <a:gd name="connsiteY29110" fmla="*/ 3541776 h 5143785"/>
              <a:gd name="connsiteX29111" fmla="*/ 2803779 w 3114960"/>
              <a:gd name="connsiteY29111" fmla="*/ 3547967 h 5143785"/>
              <a:gd name="connsiteX29112" fmla="*/ 2803493 w 3114960"/>
              <a:gd name="connsiteY29112" fmla="*/ 3557016 h 5143785"/>
              <a:gd name="connsiteX29113" fmla="*/ 2809685 w 3114960"/>
              <a:gd name="connsiteY29113" fmla="*/ 3563588 h 5143785"/>
              <a:gd name="connsiteX29114" fmla="*/ 2812256 w 3114960"/>
              <a:gd name="connsiteY29114" fmla="*/ 3564446 h 5143785"/>
              <a:gd name="connsiteX29115" fmla="*/ 2812542 w 3114960"/>
              <a:gd name="connsiteY29115" fmla="*/ 3649218 h 5143785"/>
              <a:gd name="connsiteX29116" fmla="*/ 2878931 w 3114960"/>
              <a:gd name="connsiteY29116" fmla="*/ 3709988 h 5143785"/>
              <a:gd name="connsiteX29117" fmla="*/ 2878550 w 3114960"/>
              <a:gd name="connsiteY29117" fmla="*/ 3711797 h 5143785"/>
              <a:gd name="connsiteX29118" fmla="*/ 2878550 w 3114960"/>
              <a:gd name="connsiteY29118" fmla="*/ 3719417 h 5143785"/>
              <a:gd name="connsiteX29119" fmla="*/ 2884551 w 3114960"/>
              <a:gd name="connsiteY29119" fmla="*/ 3725418 h 5143785"/>
              <a:gd name="connsiteX29120" fmla="*/ 2904839 w 3114960"/>
              <a:gd name="connsiteY29120" fmla="*/ 3725418 h 5143785"/>
              <a:gd name="connsiteX29121" fmla="*/ 2910840 w 3114960"/>
              <a:gd name="connsiteY29121" fmla="*/ 3719417 h 5143785"/>
              <a:gd name="connsiteX29122" fmla="*/ 2910840 w 3114960"/>
              <a:gd name="connsiteY29122" fmla="*/ 3711797 h 5143785"/>
              <a:gd name="connsiteX29123" fmla="*/ 2904839 w 3114960"/>
              <a:gd name="connsiteY29123" fmla="*/ 3705797 h 5143785"/>
              <a:gd name="connsiteX29124" fmla="*/ 2884551 w 3114960"/>
              <a:gd name="connsiteY29124" fmla="*/ 3705797 h 5143785"/>
              <a:gd name="connsiteX29125" fmla="*/ 2881979 w 3114960"/>
              <a:gd name="connsiteY29125" fmla="*/ 3706463 h 5143785"/>
              <a:gd name="connsiteX29126" fmla="*/ 2817305 w 3114960"/>
              <a:gd name="connsiteY29126" fmla="*/ 3647218 h 5143785"/>
              <a:gd name="connsiteX29127" fmla="*/ 2817019 w 3114960"/>
              <a:gd name="connsiteY29127" fmla="*/ 3564446 h 5143785"/>
              <a:gd name="connsiteX29128" fmla="*/ 2825305 w 3114960"/>
              <a:gd name="connsiteY29128" fmla="*/ 3557873 h 5143785"/>
              <a:gd name="connsiteX29129" fmla="*/ 2883313 w 3114960"/>
              <a:gd name="connsiteY29129" fmla="*/ 3711702 h 5143785"/>
              <a:gd name="connsiteX29130" fmla="*/ 2884551 w 3114960"/>
              <a:gd name="connsiteY29130" fmla="*/ 3710464 h 5143785"/>
              <a:gd name="connsiteX29131" fmla="*/ 2904839 w 3114960"/>
              <a:gd name="connsiteY29131" fmla="*/ 3710464 h 5143785"/>
              <a:gd name="connsiteX29132" fmla="*/ 2906078 w 3114960"/>
              <a:gd name="connsiteY29132" fmla="*/ 3711702 h 5143785"/>
              <a:gd name="connsiteX29133" fmla="*/ 2906078 w 3114960"/>
              <a:gd name="connsiteY29133" fmla="*/ 3719322 h 5143785"/>
              <a:gd name="connsiteX29134" fmla="*/ 2904839 w 3114960"/>
              <a:gd name="connsiteY29134" fmla="*/ 3720560 h 5143785"/>
              <a:gd name="connsiteX29135" fmla="*/ 2884551 w 3114960"/>
              <a:gd name="connsiteY29135" fmla="*/ 3720560 h 5143785"/>
              <a:gd name="connsiteX29136" fmla="*/ 2883313 w 3114960"/>
              <a:gd name="connsiteY29136" fmla="*/ 3719322 h 5143785"/>
              <a:gd name="connsiteX29137" fmla="*/ 2883313 w 3114960"/>
              <a:gd name="connsiteY29137" fmla="*/ 3711702 h 5143785"/>
              <a:gd name="connsiteX29138" fmla="*/ 2820924 w 3114960"/>
              <a:gd name="connsiteY29138" fmla="*/ 3555683 h 5143785"/>
              <a:gd name="connsiteX29139" fmla="*/ 2811590 w 3114960"/>
              <a:gd name="connsiteY29139" fmla="*/ 3559207 h 5143785"/>
              <a:gd name="connsiteX29140" fmla="*/ 2807875 w 3114960"/>
              <a:gd name="connsiteY29140" fmla="*/ 3555302 h 5143785"/>
              <a:gd name="connsiteX29141" fmla="*/ 2808065 w 3114960"/>
              <a:gd name="connsiteY29141" fmla="*/ 3549872 h 5143785"/>
              <a:gd name="connsiteX29142" fmla="*/ 2808065 w 3114960"/>
              <a:gd name="connsiteY29142" fmla="*/ 3549872 h 5143785"/>
              <a:gd name="connsiteX29143" fmla="*/ 2811971 w 3114960"/>
              <a:gd name="connsiteY29143" fmla="*/ 3546158 h 5143785"/>
              <a:gd name="connsiteX29144" fmla="*/ 2814447 w 3114960"/>
              <a:gd name="connsiteY29144" fmla="*/ 3545681 h 5143785"/>
              <a:gd name="connsiteX29145" fmla="*/ 2817400 w 3114960"/>
              <a:gd name="connsiteY29145" fmla="*/ 3546348 h 5143785"/>
              <a:gd name="connsiteX29146" fmla="*/ 2820924 w 3114960"/>
              <a:gd name="connsiteY29146" fmla="*/ 3555683 h 5143785"/>
              <a:gd name="connsiteX29147" fmla="*/ 836486 w 3114960"/>
              <a:gd name="connsiteY29147" fmla="*/ 1576197 h 5143785"/>
              <a:gd name="connsiteX29148" fmla="*/ 848106 w 3114960"/>
              <a:gd name="connsiteY29148" fmla="*/ 1566482 h 5143785"/>
              <a:gd name="connsiteX29149" fmla="*/ 972122 w 3114960"/>
              <a:gd name="connsiteY29149" fmla="*/ 1566863 h 5143785"/>
              <a:gd name="connsiteX29150" fmla="*/ 1003173 w 3114960"/>
              <a:gd name="connsiteY29150" fmla="*/ 1541907 h 5143785"/>
              <a:gd name="connsiteX29151" fmla="*/ 1145572 w 3114960"/>
              <a:gd name="connsiteY29151" fmla="*/ 1542288 h 5143785"/>
              <a:gd name="connsiteX29152" fmla="*/ 1175290 w 3114960"/>
              <a:gd name="connsiteY29152" fmla="*/ 1570196 h 5143785"/>
              <a:gd name="connsiteX29153" fmla="*/ 1248442 w 3114960"/>
              <a:gd name="connsiteY29153" fmla="*/ 1570006 h 5143785"/>
              <a:gd name="connsiteX29154" fmla="*/ 1260062 w 3114960"/>
              <a:gd name="connsiteY29154" fmla="*/ 1579721 h 5143785"/>
              <a:gd name="connsiteX29155" fmla="*/ 1271683 w 3114960"/>
              <a:gd name="connsiteY29155" fmla="*/ 1570006 h 5143785"/>
              <a:gd name="connsiteX29156" fmla="*/ 1417415 w 3114960"/>
              <a:gd name="connsiteY29156" fmla="*/ 1570006 h 5143785"/>
              <a:gd name="connsiteX29157" fmla="*/ 1441418 w 3114960"/>
              <a:gd name="connsiteY29157" fmla="*/ 1546479 h 5143785"/>
              <a:gd name="connsiteX29158" fmla="*/ 1441418 w 3114960"/>
              <a:gd name="connsiteY29158" fmla="*/ 1445419 h 5143785"/>
              <a:gd name="connsiteX29159" fmla="*/ 1488948 w 3114960"/>
              <a:gd name="connsiteY29159" fmla="*/ 1398746 h 5143785"/>
              <a:gd name="connsiteX29160" fmla="*/ 1493330 w 3114960"/>
              <a:gd name="connsiteY29160" fmla="*/ 1401509 h 5143785"/>
              <a:gd name="connsiteX29161" fmla="*/ 1497330 w 3114960"/>
              <a:gd name="connsiteY29161" fmla="*/ 1402175 h 5143785"/>
              <a:gd name="connsiteX29162" fmla="*/ 1502569 w 3114960"/>
              <a:gd name="connsiteY29162" fmla="*/ 1400937 h 5143785"/>
              <a:gd name="connsiteX29163" fmla="*/ 1508284 w 3114960"/>
              <a:gd name="connsiteY29163" fmla="*/ 1384745 h 5143785"/>
              <a:gd name="connsiteX29164" fmla="*/ 1501331 w 3114960"/>
              <a:gd name="connsiteY29164" fmla="*/ 1378553 h 5143785"/>
              <a:gd name="connsiteX29165" fmla="*/ 1492091 w 3114960"/>
              <a:gd name="connsiteY29165" fmla="*/ 1379030 h 5143785"/>
              <a:gd name="connsiteX29166" fmla="*/ 1485900 w 3114960"/>
              <a:gd name="connsiteY29166" fmla="*/ 1385983 h 5143785"/>
              <a:gd name="connsiteX29167" fmla="*/ 1486281 w 3114960"/>
              <a:gd name="connsiteY29167" fmla="*/ 1394651 h 5143785"/>
              <a:gd name="connsiteX29168" fmla="*/ 1436656 w 3114960"/>
              <a:gd name="connsiteY29168" fmla="*/ 1443323 h 5143785"/>
              <a:gd name="connsiteX29169" fmla="*/ 1436656 w 3114960"/>
              <a:gd name="connsiteY29169" fmla="*/ 1544384 h 5143785"/>
              <a:gd name="connsiteX29170" fmla="*/ 1415510 w 3114960"/>
              <a:gd name="connsiteY29170" fmla="*/ 1565148 h 5143785"/>
              <a:gd name="connsiteX29171" fmla="*/ 1271778 w 3114960"/>
              <a:gd name="connsiteY29171" fmla="*/ 1565148 h 5143785"/>
              <a:gd name="connsiteX29172" fmla="*/ 1260157 w 3114960"/>
              <a:gd name="connsiteY29172" fmla="*/ 1555432 h 5143785"/>
              <a:gd name="connsiteX29173" fmla="*/ 1248537 w 3114960"/>
              <a:gd name="connsiteY29173" fmla="*/ 1565148 h 5143785"/>
              <a:gd name="connsiteX29174" fmla="*/ 1177195 w 3114960"/>
              <a:gd name="connsiteY29174" fmla="*/ 1565339 h 5143785"/>
              <a:gd name="connsiteX29175" fmla="*/ 1147477 w 3114960"/>
              <a:gd name="connsiteY29175" fmla="*/ 1537430 h 5143785"/>
              <a:gd name="connsiteX29176" fmla="*/ 1002411 w 3114960"/>
              <a:gd name="connsiteY29176" fmla="*/ 1537049 h 5143785"/>
              <a:gd name="connsiteX29177" fmla="*/ 1001554 w 3114960"/>
              <a:gd name="connsiteY29177" fmla="*/ 1537049 h 5143785"/>
              <a:gd name="connsiteX29178" fmla="*/ 970502 w 3114960"/>
              <a:gd name="connsiteY29178" fmla="*/ 1562005 h 5143785"/>
              <a:gd name="connsiteX29179" fmla="*/ 848201 w 3114960"/>
              <a:gd name="connsiteY29179" fmla="*/ 1561624 h 5143785"/>
              <a:gd name="connsiteX29180" fmla="*/ 836581 w 3114960"/>
              <a:gd name="connsiteY29180" fmla="*/ 1551813 h 5143785"/>
              <a:gd name="connsiteX29181" fmla="*/ 824484 w 3114960"/>
              <a:gd name="connsiteY29181" fmla="*/ 1563910 h 5143785"/>
              <a:gd name="connsiteX29182" fmla="*/ 836581 w 3114960"/>
              <a:gd name="connsiteY29182" fmla="*/ 1576007 h 5143785"/>
              <a:gd name="connsiteX29183" fmla="*/ 1490472 w 3114960"/>
              <a:gd name="connsiteY29183" fmla="*/ 1387507 h 5143785"/>
              <a:gd name="connsiteX29184" fmla="*/ 1494282 w 3114960"/>
              <a:gd name="connsiteY29184" fmla="*/ 1383316 h 5143785"/>
              <a:gd name="connsiteX29185" fmla="*/ 1497425 w 3114960"/>
              <a:gd name="connsiteY29185" fmla="*/ 1382554 h 5143785"/>
              <a:gd name="connsiteX29186" fmla="*/ 1504093 w 3114960"/>
              <a:gd name="connsiteY29186" fmla="*/ 1386745 h 5143785"/>
              <a:gd name="connsiteX29187" fmla="*/ 1500664 w 3114960"/>
              <a:gd name="connsiteY29187" fmla="*/ 1396556 h 5143785"/>
              <a:gd name="connsiteX29188" fmla="*/ 1490853 w 3114960"/>
              <a:gd name="connsiteY29188" fmla="*/ 1393127 h 5143785"/>
              <a:gd name="connsiteX29189" fmla="*/ 1490567 w 3114960"/>
              <a:gd name="connsiteY29189" fmla="*/ 1387507 h 5143785"/>
              <a:gd name="connsiteX29190" fmla="*/ 1260157 w 3114960"/>
              <a:gd name="connsiteY29190" fmla="*/ 1560100 h 5143785"/>
              <a:gd name="connsiteX29191" fmla="*/ 1267492 w 3114960"/>
              <a:gd name="connsiteY29191" fmla="*/ 1567434 h 5143785"/>
              <a:gd name="connsiteX29192" fmla="*/ 1260157 w 3114960"/>
              <a:gd name="connsiteY29192" fmla="*/ 1574768 h 5143785"/>
              <a:gd name="connsiteX29193" fmla="*/ 1252823 w 3114960"/>
              <a:gd name="connsiteY29193" fmla="*/ 1567434 h 5143785"/>
              <a:gd name="connsiteX29194" fmla="*/ 1260157 w 3114960"/>
              <a:gd name="connsiteY29194" fmla="*/ 1560100 h 5143785"/>
              <a:gd name="connsiteX29195" fmla="*/ 836486 w 3114960"/>
              <a:gd name="connsiteY29195" fmla="*/ 1556671 h 5143785"/>
              <a:gd name="connsiteX29196" fmla="*/ 843820 w 3114960"/>
              <a:gd name="connsiteY29196" fmla="*/ 1564005 h 5143785"/>
              <a:gd name="connsiteX29197" fmla="*/ 836486 w 3114960"/>
              <a:gd name="connsiteY29197" fmla="*/ 1571339 h 5143785"/>
              <a:gd name="connsiteX29198" fmla="*/ 829151 w 3114960"/>
              <a:gd name="connsiteY29198" fmla="*/ 1564005 h 5143785"/>
              <a:gd name="connsiteX29199" fmla="*/ 836486 w 3114960"/>
              <a:gd name="connsiteY29199" fmla="*/ 1556671 h 5143785"/>
              <a:gd name="connsiteX29200" fmla="*/ 830104 w 3114960"/>
              <a:gd name="connsiteY29200" fmla="*/ 1614202 h 5143785"/>
              <a:gd name="connsiteX29201" fmla="*/ 843058 w 3114960"/>
              <a:gd name="connsiteY29201" fmla="*/ 1614202 h 5143785"/>
              <a:gd name="connsiteX29202" fmla="*/ 848106 w 3114960"/>
              <a:gd name="connsiteY29202" fmla="*/ 1609153 h 5143785"/>
              <a:gd name="connsiteX29203" fmla="*/ 848106 w 3114960"/>
              <a:gd name="connsiteY29203" fmla="*/ 1604010 h 5143785"/>
              <a:gd name="connsiteX29204" fmla="*/ 991838 w 3114960"/>
              <a:gd name="connsiteY29204" fmla="*/ 1604010 h 5143785"/>
              <a:gd name="connsiteX29205" fmla="*/ 1016794 w 3114960"/>
              <a:gd name="connsiteY29205" fmla="*/ 1581150 h 5143785"/>
              <a:gd name="connsiteX29206" fmla="*/ 1134428 w 3114960"/>
              <a:gd name="connsiteY29206" fmla="*/ 1581150 h 5143785"/>
              <a:gd name="connsiteX29207" fmla="*/ 1159002 w 3114960"/>
              <a:gd name="connsiteY29207" fmla="*/ 1606296 h 5143785"/>
              <a:gd name="connsiteX29208" fmla="*/ 1204627 w 3114960"/>
              <a:gd name="connsiteY29208" fmla="*/ 1606296 h 5143785"/>
              <a:gd name="connsiteX29209" fmla="*/ 1204627 w 3114960"/>
              <a:gd name="connsiteY29209" fmla="*/ 1601534 h 5143785"/>
              <a:gd name="connsiteX29210" fmla="*/ 1161002 w 3114960"/>
              <a:gd name="connsiteY29210" fmla="*/ 1601534 h 5143785"/>
              <a:gd name="connsiteX29211" fmla="*/ 1136428 w 3114960"/>
              <a:gd name="connsiteY29211" fmla="*/ 1576388 h 5143785"/>
              <a:gd name="connsiteX29212" fmla="*/ 1014889 w 3114960"/>
              <a:gd name="connsiteY29212" fmla="*/ 1576388 h 5143785"/>
              <a:gd name="connsiteX29213" fmla="*/ 989933 w 3114960"/>
              <a:gd name="connsiteY29213" fmla="*/ 1599248 h 5143785"/>
              <a:gd name="connsiteX29214" fmla="*/ 848011 w 3114960"/>
              <a:gd name="connsiteY29214" fmla="*/ 1599248 h 5143785"/>
              <a:gd name="connsiteX29215" fmla="*/ 848011 w 3114960"/>
              <a:gd name="connsiteY29215" fmla="*/ 1596200 h 5143785"/>
              <a:gd name="connsiteX29216" fmla="*/ 842963 w 3114960"/>
              <a:gd name="connsiteY29216" fmla="*/ 1591151 h 5143785"/>
              <a:gd name="connsiteX29217" fmla="*/ 830009 w 3114960"/>
              <a:gd name="connsiteY29217" fmla="*/ 1591151 h 5143785"/>
              <a:gd name="connsiteX29218" fmla="*/ 824960 w 3114960"/>
              <a:gd name="connsiteY29218" fmla="*/ 1596200 h 5143785"/>
              <a:gd name="connsiteX29219" fmla="*/ 824960 w 3114960"/>
              <a:gd name="connsiteY29219" fmla="*/ 1609153 h 5143785"/>
              <a:gd name="connsiteX29220" fmla="*/ 830009 w 3114960"/>
              <a:gd name="connsiteY29220" fmla="*/ 1614202 h 5143785"/>
              <a:gd name="connsiteX29221" fmla="*/ 830104 w 3114960"/>
              <a:gd name="connsiteY29221" fmla="*/ 1595914 h 5143785"/>
              <a:gd name="connsiteX29222" fmla="*/ 843344 w 3114960"/>
              <a:gd name="connsiteY29222" fmla="*/ 1596200 h 5143785"/>
              <a:gd name="connsiteX29223" fmla="*/ 843344 w 3114960"/>
              <a:gd name="connsiteY29223" fmla="*/ 1609153 h 5143785"/>
              <a:gd name="connsiteX29224" fmla="*/ 843058 w 3114960"/>
              <a:gd name="connsiteY29224" fmla="*/ 1609439 h 5143785"/>
              <a:gd name="connsiteX29225" fmla="*/ 829818 w 3114960"/>
              <a:gd name="connsiteY29225" fmla="*/ 1609153 h 5143785"/>
              <a:gd name="connsiteX29226" fmla="*/ 830104 w 3114960"/>
              <a:gd name="connsiteY29226" fmla="*/ 1595914 h 5143785"/>
              <a:gd name="connsiteX29227" fmla="*/ 827342 w 3114960"/>
              <a:gd name="connsiteY29227" fmla="*/ 1686401 h 5143785"/>
              <a:gd name="connsiteX29228" fmla="*/ 827342 w 3114960"/>
              <a:gd name="connsiteY29228" fmla="*/ 1673447 h 5143785"/>
              <a:gd name="connsiteX29229" fmla="*/ 830009 w 3114960"/>
              <a:gd name="connsiteY29229" fmla="*/ 1670780 h 5143785"/>
              <a:gd name="connsiteX29230" fmla="*/ 842963 w 3114960"/>
              <a:gd name="connsiteY29230" fmla="*/ 1670780 h 5143785"/>
              <a:gd name="connsiteX29231" fmla="*/ 845629 w 3114960"/>
              <a:gd name="connsiteY29231" fmla="*/ 1673447 h 5143785"/>
              <a:gd name="connsiteX29232" fmla="*/ 845629 w 3114960"/>
              <a:gd name="connsiteY29232" fmla="*/ 1677543 h 5143785"/>
              <a:gd name="connsiteX29233" fmla="*/ 1028795 w 3114960"/>
              <a:gd name="connsiteY29233" fmla="*/ 1677543 h 5143785"/>
              <a:gd name="connsiteX29234" fmla="*/ 1058799 w 3114960"/>
              <a:gd name="connsiteY29234" fmla="*/ 1652302 h 5143785"/>
              <a:gd name="connsiteX29235" fmla="*/ 1115949 w 3114960"/>
              <a:gd name="connsiteY29235" fmla="*/ 1652302 h 5143785"/>
              <a:gd name="connsiteX29236" fmla="*/ 1140524 w 3114960"/>
              <a:gd name="connsiteY29236" fmla="*/ 1677448 h 5143785"/>
              <a:gd name="connsiteX29237" fmla="*/ 1205103 w 3114960"/>
              <a:gd name="connsiteY29237" fmla="*/ 1677448 h 5143785"/>
              <a:gd name="connsiteX29238" fmla="*/ 1214342 w 3114960"/>
              <a:gd name="connsiteY29238" fmla="*/ 1670114 h 5143785"/>
              <a:gd name="connsiteX29239" fmla="*/ 1224058 w 3114960"/>
              <a:gd name="connsiteY29239" fmla="*/ 1679829 h 5143785"/>
              <a:gd name="connsiteX29240" fmla="*/ 1214342 w 3114960"/>
              <a:gd name="connsiteY29240" fmla="*/ 1689545 h 5143785"/>
              <a:gd name="connsiteX29241" fmla="*/ 1205103 w 3114960"/>
              <a:gd name="connsiteY29241" fmla="*/ 1682210 h 5143785"/>
              <a:gd name="connsiteX29242" fmla="*/ 1138523 w 3114960"/>
              <a:gd name="connsiteY29242" fmla="*/ 1682210 h 5143785"/>
              <a:gd name="connsiteX29243" fmla="*/ 1113949 w 3114960"/>
              <a:gd name="connsiteY29243" fmla="*/ 1657064 h 5143785"/>
              <a:gd name="connsiteX29244" fmla="*/ 1060609 w 3114960"/>
              <a:gd name="connsiteY29244" fmla="*/ 1657064 h 5143785"/>
              <a:gd name="connsiteX29245" fmla="*/ 1030605 w 3114960"/>
              <a:gd name="connsiteY29245" fmla="*/ 1682306 h 5143785"/>
              <a:gd name="connsiteX29246" fmla="*/ 845629 w 3114960"/>
              <a:gd name="connsiteY29246" fmla="*/ 1682306 h 5143785"/>
              <a:gd name="connsiteX29247" fmla="*/ 845629 w 3114960"/>
              <a:gd name="connsiteY29247" fmla="*/ 1686306 h 5143785"/>
              <a:gd name="connsiteX29248" fmla="*/ 842963 w 3114960"/>
              <a:gd name="connsiteY29248" fmla="*/ 1688973 h 5143785"/>
              <a:gd name="connsiteX29249" fmla="*/ 830009 w 3114960"/>
              <a:gd name="connsiteY29249" fmla="*/ 1688973 h 5143785"/>
              <a:gd name="connsiteX29250" fmla="*/ 827342 w 3114960"/>
              <a:gd name="connsiteY29250" fmla="*/ 1686306 h 5143785"/>
              <a:gd name="connsiteX29251" fmla="*/ 3084957 w 3114960"/>
              <a:gd name="connsiteY29251" fmla="*/ 437483 h 5143785"/>
              <a:gd name="connsiteX29252" fmla="*/ 3076575 w 3114960"/>
              <a:gd name="connsiteY29252" fmla="*/ 431483 h 5143785"/>
              <a:gd name="connsiteX29253" fmla="*/ 3066384 w 3114960"/>
              <a:gd name="connsiteY29253" fmla="*/ 433197 h 5143785"/>
              <a:gd name="connsiteX29254" fmla="*/ 3060383 w 3114960"/>
              <a:gd name="connsiteY29254" fmla="*/ 441579 h 5143785"/>
              <a:gd name="connsiteX29255" fmla="*/ 3062097 w 3114960"/>
              <a:gd name="connsiteY29255" fmla="*/ 451771 h 5143785"/>
              <a:gd name="connsiteX29256" fmla="*/ 3073527 w 3114960"/>
              <a:gd name="connsiteY29256" fmla="*/ 458153 h 5143785"/>
              <a:gd name="connsiteX29257" fmla="*/ 3080576 w 3114960"/>
              <a:gd name="connsiteY29257" fmla="*/ 456152 h 5143785"/>
              <a:gd name="connsiteX29258" fmla="*/ 3082957 w 3114960"/>
              <a:gd name="connsiteY29258" fmla="*/ 453962 h 5143785"/>
              <a:gd name="connsiteX29259" fmla="*/ 3109627 w 3114960"/>
              <a:gd name="connsiteY29259" fmla="*/ 479393 h 5143785"/>
              <a:gd name="connsiteX29260" fmla="*/ 3109627 w 3114960"/>
              <a:gd name="connsiteY29260" fmla="*/ 610743 h 5143785"/>
              <a:gd name="connsiteX29261" fmla="*/ 3114675 w 3114960"/>
              <a:gd name="connsiteY29261" fmla="*/ 616839 h 5143785"/>
              <a:gd name="connsiteX29262" fmla="*/ 3114675 w 3114960"/>
              <a:gd name="connsiteY29262" fmla="*/ 609410 h 5143785"/>
              <a:gd name="connsiteX29263" fmla="*/ 3114389 w 3114960"/>
              <a:gd name="connsiteY29263" fmla="*/ 609029 h 5143785"/>
              <a:gd name="connsiteX29264" fmla="*/ 3114389 w 3114960"/>
              <a:gd name="connsiteY29264" fmla="*/ 477393 h 5143785"/>
              <a:gd name="connsiteX29265" fmla="*/ 3085624 w 3114960"/>
              <a:gd name="connsiteY29265" fmla="*/ 449961 h 5143785"/>
              <a:gd name="connsiteX29266" fmla="*/ 3086576 w 3114960"/>
              <a:gd name="connsiteY29266" fmla="*/ 447865 h 5143785"/>
              <a:gd name="connsiteX29267" fmla="*/ 3084862 w 3114960"/>
              <a:gd name="connsiteY29267" fmla="*/ 437674 h 5143785"/>
              <a:gd name="connsiteX29268" fmla="*/ 3082004 w 3114960"/>
              <a:gd name="connsiteY29268" fmla="*/ 446627 h 5143785"/>
              <a:gd name="connsiteX29269" fmla="*/ 3078099 w 3114960"/>
              <a:gd name="connsiteY29269" fmla="*/ 452057 h 5143785"/>
              <a:gd name="connsiteX29270" fmla="*/ 3071527 w 3114960"/>
              <a:gd name="connsiteY29270" fmla="*/ 453104 h 5143785"/>
              <a:gd name="connsiteX29271" fmla="*/ 3066098 w 3114960"/>
              <a:gd name="connsiteY29271" fmla="*/ 449199 h 5143785"/>
              <a:gd name="connsiteX29272" fmla="*/ 3065050 w 3114960"/>
              <a:gd name="connsiteY29272" fmla="*/ 442627 h 5143785"/>
              <a:gd name="connsiteX29273" fmla="*/ 3068955 w 3114960"/>
              <a:gd name="connsiteY29273" fmla="*/ 437198 h 5143785"/>
              <a:gd name="connsiteX29274" fmla="*/ 3073527 w 3114960"/>
              <a:gd name="connsiteY29274" fmla="*/ 435864 h 5143785"/>
              <a:gd name="connsiteX29275" fmla="*/ 3075527 w 3114960"/>
              <a:gd name="connsiteY29275" fmla="*/ 436055 h 5143785"/>
              <a:gd name="connsiteX29276" fmla="*/ 3080957 w 3114960"/>
              <a:gd name="connsiteY29276" fmla="*/ 439960 h 5143785"/>
              <a:gd name="connsiteX29277" fmla="*/ 3082004 w 3114960"/>
              <a:gd name="connsiteY29277" fmla="*/ 446532 h 5143785"/>
              <a:gd name="connsiteX29278" fmla="*/ 3113437 w 3114960"/>
              <a:gd name="connsiteY29278" fmla="*/ 4140518 h 5143785"/>
              <a:gd name="connsiteX29279" fmla="*/ 3108293 w 3114960"/>
              <a:gd name="connsiteY29279" fmla="*/ 4133850 h 5143785"/>
              <a:gd name="connsiteX29280" fmla="*/ 3100007 w 3114960"/>
              <a:gd name="connsiteY29280" fmla="*/ 4132707 h 5143785"/>
              <a:gd name="connsiteX29281" fmla="*/ 3093339 w 3114960"/>
              <a:gd name="connsiteY29281" fmla="*/ 4137851 h 5143785"/>
              <a:gd name="connsiteX29282" fmla="*/ 3092196 w 3114960"/>
              <a:gd name="connsiteY29282" fmla="*/ 4146137 h 5143785"/>
              <a:gd name="connsiteX29283" fmla="*/ 3097340 w 3114960"/>
              <a:gd name="connsiteY29283" fmla="*/ 4152805 h 5143785"/>
              <a:gd name="connsiteX29284" fmla="*/ 3102769 w 3114960"/>
              <a:gd name="connsiteY29284" fmla="*/ 4154234 h 5143785"/>
              <a:gd name="connsiteX29285" fmla="*/ 3108198 w 3114960"/>
              <a:gd name="connsiteY29285" fmla="*/ 4152805 h 5143785"/>
              <a:gd name="connsiteX29286" fmla="*/ 3114675 w 3114960"/>
              <a:gd name="connsiteY29286" fmla="*/ 4159472 h 5143785"/>
              <a:gd name="connsiteX29287" fmla="*/ 3114675 w 3114960"/>
              <a:gd name="connsiteY29287" fmla="*/ 4152614 h 5143785"/>
              <a:gd name="connsiteX29288" fmla="*/ 3111722 w 3114960"/>
              <a:gd name="connsiteY29288" fmla="*/ 4149567 h 5143785"/>
              <a:gd name="connsiteX29289" fmla="*/ 3112294 w 3114960"/>
              <a:gd name="connsiteY29289" fmla="*/ 4148804 h 5143785"/>
              <a:gd name="connsiteX29290" fmla="*/ 3113437 w 3114960"/>
              <a:gd name="connsiteY29290" fmla="*/ 4140518 h 5143785"/>
              <a:gd name="connsiteX29291" fmla="*/ 3108293 w 3114960"/>
              <a:gd name="connsiteY29291" fmla="*/ 4146423 h 5143785"/>
              <a:gd name="connsiteX29292" fmla="*/ 3099816 w 3114960"/>
              <a:gd name="connsiteY29292" fmla="*/ 4148709 h 5143785"/>
              <a:gd name="connsiteX29293" fmla="*/ 3096959 w 3114960"/>
              <a:gd name="connsiteY29293" fmla="*/ 4144994 h 5143785"/>
              <a:gd name="connsiteX29294" fmla="*/ 3097530 w 3114960"/>
              <a:gd name="connsiteY29294" fmla="*/ 4140327 h 5143785"/>
              <a:gd name="connsiteX29295" fmla="*/ 3101245 w 3114960"/>
              <a:gd name="connsiteY29295" fmla="*/ 4137470 h 5143785"/>
              <a:gd name="connsiteX29296" fmla="*/ 3102864 w 3114960"/>
              <a:gd name="connsiteY29296" fmla="*/ 4137279 h 5143785"/>
              <a:gd name="connsiteX29297" fmla="*/ 3105912 w 3114960"/>
              <a:gd name="connsiteY29297" fmla="*/ 4138136 h 5143785"/>
              <a:gd name="connsiteX29298" fmla="*/ 3108770 w 3114960"/>
              <a:gd name="connsiteY29298" fmla="*/ 4141851 h 5143785"/>
              <a:gd name="connsiteX29299" fmla="*/ 3108198 w 3114960"/>
              <a:gd name="connsiteY29299" fmla="*/ 4146518 h 5143785"/>
              <a:gd name="connsiteX29300" fmla="*/ 3026474 w 3114960"/>
              <a:gd name="connsiteY29300" fmla="*/ 3886962 h 5143785"/>
              <a:gd name="connsiteX29301" fmla="*/ 3016568 w 3114960"/>
              <a:gd name="connsiteY29301" fmla="*/ 3886962 h 5143785"/>
              <a:gd name="connsiteX29302" fmla="*/ 3010281 w 3114960"/>
              <a:gd name="connsiteY29302" fmla="*/ 3893249 h 5143785"/>
              <a:gd name="connsiteX29303" fmla="*/ 3010281 w 3114960"/>
              <a:gd name="connsiteY29303" fmla="*/ 3903155 h 5143785"/>
              <a:gd name="connsiteX29304" fmla="*/ 3016568 w 3114960"/>
              <a:gd name="connsiteY29304" fmla="*/ 3909441 h 5143785"/>
              <a:gd name="connsiteX29305" fmla="*/ 3026474 w 3114960"/>
              <a:gd name="connsiteY29305" fmla="*/ 3909441 h 5143785"/>
              <a:gd name="connsiteX29306" fmla="*/ 3032760 w 3114960"/>
              <a:gd name="connsiteY29306" fmla="*/ 3903155 h 5143785"/>
              <a:gd name="connsiteX29307" fmla="*/ 3032760 w 3114960"/>
              <a:gd name="connsiteY29307" fmla="*/ 3900202 h 5143785"/>
              <a:gd name="connsiteX29308" fmla="*/ 3090291 w 3114960"/>
              <a:gd name="connsiteY29308" fmla="*/ 3900202 h 5143785"/>
              <a:gd name="connsiteX29309" fmla="*/ 3108008 w 3114960"/>
              <a:gd name="connsiteY29309" fmla="*/ 3884676 h 5143785"/>
              <a:gd name="connsiteX29310" fmla="*/ 3114770 w 3114960"/>
              <a:gd name="connsiteY29310" fmla="*/ 3884676 h 5143785"/>
              <a:gd name="connsiteX29311" fmla="*/ 3114770 w 3114960"/>
              <a:gd name="connsiteY29311" fmla="*/ 3879913 h 5143785"/>
              <a:gd name="connsiteX29312" fmla="*/ 3106198 w 3114960"/>
              <a:gd name="connsiteY29312" fmla="*/ 3879913 h 5143785"/>
              <a:gd name="connsiteX29313" fmla="*/ 3088481 w 3114960"/>
              <a:gd name="connsiteY29313" fmla="*/ 3895439 h 5143785"/>
              <a:gd name="connsiteX29314" fmla="*/ 3032760 w 3114960"/>
              <a:gd name="connsiteY29314" fmla="*/ 3895439 h 5143785"/>
              <a:gd name="connsiteX29315" fmla="*/ 3032760 w 3114960"/>
              <a:gd name="connsiteY29315" fmla="*/ 3893153 h 5143785"/>
              <a:gd name="connsiteX29316" fmla="*/ 3026474 w 3114960"/>
              <a:gd name="connsiteY29316" fmla="*/ 3886867 h 5143785"/>
              <a:gd name="connsiteX29317" fmla="*/ 3027998 w 3114960"/>
              <a:gd name="connsiteY29317" fmla="*/ 3903155 h 5143785"/>
              <a:gd name="connsiteX29318" fmla="*/ 3026474 w 3114960"/>
              <a:gd name="connsiteY29318" fmla="*/ 3904679 h 5143785"/>
              <a:gd name="connsiteX29319" fmla="*/ 3016568 w 3114960"/>
              <a:gd name="connsiteY29319" fmla="*/ 3904679 h 5143785"/>
              <a:gd name="connsiteX29320" fmla="*/ 3015044 w 3114960"/>
              <a:gd name="connsiteY29320" fmla="*/ 3903155 h 5143785"/>
              <a:gd name="connsiteX29321" fmla="*/ 3015044 w 3114960"/>
              <a:gd name="connsiteY29321" fmla="*/ 3893249 h 5143785"/>
              <a:gd name="connsiteX29322" fmla="*/ 3016568 w 3114960"/>
              <a:gd name="connsiteY29322" fmla="*/ 3891725 h 5143785"/>
              <a:gd name="connsiteX29323" fmla="*/ 3026474 w 3114960"/>
              <a:gd name="connsiteY29323" fmla="*/ 3891725 h 5143785"/>
              <a:gd name="connsiteX29324" fmla="*/ 3027998 w 3114960"/>
              <a:gd name="connsiteY29324" fmla="*/ 3893249 h 5143785"/>
              <a:gd name="connsiteX29325" fmla="*/ 3027998 w 3114960"/>
              <a:gd name="connsiteY29325" fmla="*/ 3903155 h 5143785"/>
              <a:gd name="connsiteX29326" fmla="*/ 836486 w 3114960"/>
              <a:gd name="connsiteY29326" fmla="*/ 1651064 h 5143785"/>
              <a:gd name="connsiteX29327" fmla="*/ 845439 w 3114960"/>
              <a:gd name="connsiteY29327" fmla="*/ 1645063 h 5143785"/>
              <a:gd name="connsiteX29328" fmla="*/ 1003840 w 3114960"/>
              <a:gd name="connsiteY29328" fmla="*/ 1645349 h 5143785"/>
              <a:gd name="connsiteX29329" fmla="*/ 1004697 w 3114960"/>
              <a:gd name="connsiteY29329" fmla="*/ 1645349 h 5143785"/>
              <a:gd name="connsiteX29330" fmla="*/ 1037939 w 3114960"/>
              <a:gd name="connsiteY29330" fmla="*/ 1618488 h 5143785"/>
              <a:gd name="connsiteX29331" fmla="*/ 1120807 w 3114960"/>
              <a:gd name="connsiteY29331" fmla="*/ 1618012 h 5143785"/>
              <a:gd name="connsiteX29332" fmla="*/ 1147191 w 3114960"/>
              <a:gd name="connsiteY29332" fmla="*/ 1645063 h 5143785"/>
              <a:gd name="connsiteX29333" fmla="*/ 1225201 w 3114960"/>
              <a:gd name="connsiteY29333" fmla="*/ 1645349 h 5143785"/>
              <a:gd name="connsiteX29334" fmla="*/ 1225201 w 3114960"/>
              <a:gd name="connsiteY29334" fmla="*/ 1648301 h 5143785"/>
              <a:gd name="connsiteX29335" fmla="*/ 1230249 w 3114960"/>
              <a:gd name="connsiteY29335" fmla="*/ 1653350 h 5143785"/>
              <a:gd name="connsiteX29336" fmla="*/ 1243203 w 3114960"/>
              <a:gd name="connsiteY29336" fmla="*/ 1653350 h 5143785"/>
              <a:gd name="connsiteX29337" fmla="*/ 1248251 w 3114960"/>
              <a:gd name="connsiteY29337" fmla="*/ 1648301 h 5143785"/>
              <a:gd name="connsiteX29338" fmla="*/ 1248251 w 3114960"/>
              <a:gd name="connsiteY29338" fmla="*/ 1635347 h 5143785"/>
              <a:gd name="connsiteX29339" fmla="*/ 1243203 w 3114960"/>
              <a:gd name="connsiteY29339" fmla="*/ 1630299 h 5143785"/>
              <a:gd name="connsiteX29340" fmla="*/ 1230249 w 3114960"/>
              <a:gd name="connsiteY29340" fmla="*/ 1630299 h 5143785"/>
              <a:gd name="connsiteX29341" fmla="*/ 1225201 w 3114960"/>
              <a:gd name="connsiteY29341" fmla="*/ 1635347 h 5143785"/>
              <a:gd name="connsiteX29342" fmla="*/ 1225201 w 3114960"/>
              <a:gd name="connsiteY29342" fmla="*/ 1640491 h 5143785"/>
              <a:gd name="connsiteX29343" fmla="*/ 1149287 w 3114960"/>
              <a:gd name="connsiteY29343" fmla="*/ 1640205 h 5143785"/>
              <a:gd name="connsiteX29344" fmla="*/ 1122902 w 3114960"/>
              <a:gd name="connsiteY29344" fmla="*/ 1613154 h 5143785"/>
              <a:gd name="connsiteX29345" fmla="*/ 1036320 w 3114960"/>
              <a:gd name="connsiteY29345" fmla="*/ 1613630 h 5143785"/>
              <a:gd name="connsiteX29346" fmla="*/ 1003078 w 3114960"/>
              <a:gd name="connsiteY29346" fmla="*/ 1640491 h 5143785"/>
              <a:gd name="connsiteX29347" fmla="*/ 846106 w 3114960"/>
              <a:gd name="connsiteY29347" fmla="*/ 1640205 h 5143785"/>
              <a:gd name="connsiteX29348" fmla="*/ 836581 w 3114960"/>
              <a:gd name="connsiteY29348" fmla="*/ 1631442 h 5143785"/>
              <a:gd name="connsiteX29349" fmla="*/ 826865 w 3114960"/>
              <a:gd name="connsiteY29349" fmla="*/ 1641157 h 5143785"/>
              <a:gd name="connsiteX29350" fmla="*/ 836581 w 3114960"/>
              <a:gd name="connsiteY29350" fmla="*/ 1650873 h 5143785"/>
              <a:gd name="connsiteX29351" fmla="*/ 1230249 w 3114960"/>
              <a:gd name="connsiteY29351" fmla="*/ 1635157 h 5143785"/>
              <a:gd name="connsiteX29352" fmla="*/ 1243489 w 3114960"/>
              <a:gd name="connsiteY29352" fmla="*/ 1635443 h 5143785"/>
              <a:gd name="connsiteX29353" fmla="*/ 1243489 w 3114960"/>
              <a:gd name="connsiteY29353" fmla="*/ 1648397 h 5143785"/>
              <a:gd name="connsiteX29354" fmla="*/ 1243203 w 3114960"/>
              <a:gd name="connsiteY29354" fmla="*/ 1648682 h 5143785"/>
              <a:gd name="connsiteX29355" fmla="*/ 1229963 w 3114960"/>
              <a:gd name="connsiteY29355" fmla="*/ 1648397 h 5143785"/>
              <a:gd name="connsiteX29356" fmla="*/ 1230249 w 3114960"/>
              <a:gd name="connsiteY29356" fmla="*/ 1635157 h 5143785"/>
              <a:gd name="connsiteX29357" fmla="*/ 826579 w 3114960"/>
              <a:gd name="connsiteY29357" fmla="*/ 3099911 h 5143785"/>
              <a:gd name="connsiteX29358" fmla="*/ 844201 w 3114960"/>
              <a:gd name="connsiteY29358" fmla="*/ 3099911 h 5143785"/>
              <a:gd name="connsiteX29359" fmla="*/ 844201 w 3114960"/>
              <a:gd name="connsiteY29359" fmla="*/ 3104674 h 5143785"/>
              <a:gd name="connsiteX29360" fmla="*/ 826579 w 3114960"/>
              <a:gd name="connsiteY29360" fmla="*/ 3104674 h 5143785"/>
              <a:gd name="connsiteX29361" fmla="*/ 826579 w 3114960"/>
              <a:gd name="connsiteY29361" fmla="*/ 3099911 h 5143785"/>
              <a:gd name="connsiteX29362" fmla="*/ 2929223 w 3114960"/>
              <a:gd name="connsiteY29362" fmla="*/ 2659856 h 5143785"/>
              <a:gd name="connsiteX29363" fmla="*/ 2909126 w 3114960"/>
              <a:gd name="connsiteY29363" fmla="*/ 2659856 h 5143785"/>
              <a:gd name="connsiteX29364" fmla="*/ 2903125 w 3114960"/>
              <a:gd name="connsiteY29364" fmla="*/ 2653855 h 5143785"/>
              <a:gd name="connsiteX29365" fmla="*/ 2903125 w 3114960"/>
              <a:gd name="connsiteY29365" fmla="*/ 2633758 h 5143785"/>
              <a:gd name="connsiteX29366" fmla="*/ 2909126 w 3114960"/>
              <a:gd name="connsiteY29366" fmla="*/ 2627757 h 5143785"/>
              <a:gd name="connsiteX29367" fmla="*/ 2929223 w 3114960"/>
              <a:gd name="connsiteY29367" fmla="*/ 2627757 h 5143785"/>
              <a:gd name="connsiteX29368" fmla="*/ 2935224 w 3114960"/>
              <a:gd name="connsiteY29368" fmla="*/ 2633758 h 5143785"/>
              <a:gd name="connsiteX29369" fmla="*/ 2935224 w 3114960"/>
              <a:gd name="connsiteY29369" fmla="*/ 2653855 h 5143785"/>
              <a:gd name="connsiteX29370" fmla="*/ 2929223 w 3114960"/>
              <a:gd name="connsiteY29370" fmla="*/ 2659856 h 5143785"/>
              <a:gd name="connsiteX29371" fmla="*/ 2297335 w 3114960"/>
              <a:gd name="connsiteY29371" fmla="*/ 2979611 h 5143785"/>
              <a:gd name="connsiteX29372" fmla="*/ 2297525 w 3114960"/>
              <a:gd name="connsiteY29372" fmla="*/ 2998661 h 5143785"/>
              <a:gd name="connsiteX29373" fmla="*/ 2292763 w 3114960"/>
              <a:gd name="connsiteY29373" fmla="*/ 2998661 h 5143785"/>
              <a:gd name="connsiteX29374" fmla="*/ 2292572 w 3114960"/>
              <a:gd name="connsiteY29374" fmla="*/ 2979611 h 5143785"/>
              <a:gd name="connsiteX29375" fmla="*/ 2297335 w 3114960"/>
              <a:gd name="connsiteY29375" fmla="*/ 2979611 h 5143785"/>
              <a:gd name="connsiteX29376" fmla="*/ 146114 w 3114960"/>
              <a:gd name="connsiteY29376" fmla="*/ 2338197 h 5143785"/>
              <a:gd name="connsiteX29377" fmla="*/ 188976 w 3114960"/>
              <a:gd name="connsiteY29377" fmla="*/ 2303050 h 5143785"/>
              <a:gd name="connsiteX29378" fmla="*/ 235172 w 3114960"/>
              <a:gd name="connsiteY29378" fmla="*/ 2303050 h 5143785"/>
              <a:gd name="connsiteX29379" fmla="*/ 246983 w 3114960"/>
              <a:gd name="connsiteY29379" fmla="*/ 2311241 h 5143785"/>
              <a:gd name="connsiteX29380" fmla="*/ 259747 w 3114960"/>
              <a:gd name="connsiteY29380" fmla="*/ 2298287 h 5143785"/>
              <a:gd name="connsiteX29381" fmla="*/ 257270 w 3114960"/>
              <a:gd name="connsiteY29381" fmla="*/ 2290667 h 5143785"/>
              <a:gd name="connsiteX29382" fmla="*/ 258413 w 3114960"/>
              <a:gd name="connsiteY29382" fmla="*/ 2289524 h 5143785"/>
              <a:gd name="connsiteX29383" fmla="*/ 255080 w 3114960"/>
              <a:gd name="connsiteY29383" fmla="*/ 2286095 h 5143785"/>
              <a:gd name="connsiteX29384" fmla="*/ 253746 w 3114960"/>
              <a:gd name="connsiteY29384" fmla="*/ 2287334 h 5143785"/>
              <a:gd name="connsiteX29385" fmla="*/ 246888 w 3114960"/>
              <a:gd name="connsiteY29385" fmla="*/ 2285238 h 5143785"/>
              <a:gd name="connsiteX29386" fmla="*/ 235077 w 3114960"/>
              <a:gd name="connsiteY29386" fmla="*/ 2293430 h 5143785"/>
              <a:gd name="connsiteX29387" fmla="*/ 185452 w 3114960"/>
              <a:gd name="connsiteY29387" fmla="*/ 2293430 h 5143785"/>
              <a:gd name="connsiteX29388" fmla="*/ 142589 w 3114960"/>
              <a:gd name="connsiteY29388" fmla="*/ 2328577 h 5143785"/>
              <a:gd name="connsiteX29389" fmla="*/ 95 w 3114960"/>
              <a:gd name="connsiteY29389" fmla="*/ 2328577 h 5143785"/>
              <a:gd name="connsiteX29390" fmla="*/ 95 w 3114960"/>
              <a:gd name="connsiteY29390" fmla="*/ 2338102 h 5143785"/>
              <a:gd name="connsiteX29391" fmla="*/ 146114 w 3114960"/>
              <a:gd name="connsiteY29391" fmla="*/ 2338102 h 5143785"/>
              <a:gd name="connsiteX29392" fmla="*/ 246983 w 3114960"/>
              <a:gd name="connsiteY29392" fmla="*/ 2290096 h 5143785"/>
              <a:gd name="connsiteX29393" fmla="*/ 254984 w 3114960"/>
              <a:gd name="connsiteY29393" fmla="*/ 2298287 h 5143785"/>
              <a:gd name="connsiteX29394" fmla="*/ 246983 w 3114960"/>
              <a:gd name="connsiteY29394" fmla="*/ 2306479 h 5143785"/>
              <a:gd name="connsiteX29395" fmla="*/ 238982 w 3114960"/>
              <a:gd name="connsiteY29395" fmla="*/ 2298287 h 5143785"/>
              <a:gd name="connsiteX29396" fmla="*/ 246983 w 3114960"/>
              <a:gd name="connsiteY29396" fmla="*/ 2290096 h 5143785"/>
              <a:gd name="connsiteX29397" fmla="*/ 2863977 w 3114960"/>
              <a:gd name="connsiteY29397" fmla="*/ 2742057 h 5143785"/>
              <a:gd name="connsiteX29398" fmla="*/ 2864453 w 3114960"/>
              <a:gd name="connsiteY29398" fmla="*/ 2740628 h 5143785"/>
              <a:gd name="connsiteX29399" fmla="*/ 2864453 w 3114960"/>
              <a:gd name="connsiteY29399" fmla="*/ 2659856 h 5143785"/>
              <a:gd name="connsiteX29400" fmla="*/ 2872073 w 3114960"/>
              <a:gd name="connsiteY29400" fmla="*/ 2659856 h 5143785"/>
              <a:gd name="connsiteX29401" fmla="*/ 2878074 w 3114960"/>
              <a:gd name="connsiteY29401" fmla="*/ 2653855 h 5143785"/>
              <a:gd name="connsiteX29402" fmla="*/ 2878074 w 3114960"/>
              <a:gd name="connsiteY29402" fmla="*/ 2633758 h 5143785"/>
              <a:gd name="connsiteX29403" fmla="*/ 2872073 w 3114960"/>
              <a:gd name="connsiteY29403" fmla="*/ 2627757 h 5143785"/>
              <a:gd name="connsiteX29404" fmla="*/ 2851976 w 3114960"/>
              <a:gd name="connsiteY29404" fmla="*/ 2627757 h 5143785"/>
              <a:gd name="connsiteX29405" fmla="*/ 2845975 w 3114960"/>
              <a:gd name="connsiteY29405" fmla="*/ 2633758 h 5143785"/>
              <a:gd name="connsiteX29406" fmla="*/ 2845975 w 3114960"/>
              <a:gd name="connsiteY29406" fmla="*/ 2653855 h 5143785"/>
              <a:gd name="connsiteX29407" fmla="*/ 2851976 w 3114960"/>
              <a:gd name="connsiteY29407" fmla="*/ 2659856 h 5143785"/>
              <a:gd name="connsiteX29408" fmla="*/ 2859596 w 3114960"/>
              <a:gd name="connsiteY29408" fmla="*/ 2659856 h 5143785"/>
              <a:gd name="connsiteX29409" fmla="*/ 2859596 w 3114960"/>
              <a:gd name="connsiteY29409" fmla="*/ 2739867 h 5143785"/>
              <a:gd name="connsiteX29410" fmla="*/ 2847975 w 3114960"/>
              <a:gd name="connsiteY29410" fmla="*/ 2755392 h 5143785"/>
              <a:gd name="connsiteX29411" fmla="*/ 2847499 w 3114960"/>
              <a:gd name="connsiteY29411" fmla="*/ 2756821 h 5143785"/>
              <a:gd name="connsiteX29412" fmla="*/ 2847309 w 3114960"/>
              <a:gd name="connsiteY29412" fmla="*/ 2872264 h 5143785"/>
              <a:gd name="connsiteX29413" fmla="*/ 2847785 w 3114960"/>
              <a:gd name="connsiteY29413" fmla="*/ 2873693 h 5143785"/>
              <a:gd name="connsiteX29414" fmla="*/ 2878074 w 3114960"/>
              <a:gd name="connsiteY29414" fmla="*/ 2915412 h 5143785"/>
              <a:gd name="connsiteX29415" fmla="*/ 2878741 w 3114960"/>
              <a:gd name="connsiteY29415" fmla="*/ 3054382 h 5143785"/>
              <a:gd name="connsiteX29416" fmla="*/ 2850166 w 3114960"/>
              <a:gd name="connsiteY29416" fmla="*/ 3089720 h 5143785"/>
              <a:gd name="connsiteX29417" fmla="*/ 2849594 w 3114960"/>
              <a:gd name="connsiteY29417" fmla="*/ 3091244 h 5143785"/>
              <a:gd name="connsiteX29418" fmla="*/ 2849975 w 3114960"/>
              <a:gd name="connsiteY29418" fmla="*/ 3165634 h 5143785"/>
              <a:gd name="connsiteX29419" fmla="*/ 2850737 w 3114960"/>
              <a:gd name="connsiteY29419" fmla="*/ 3167348 h 5143785"/>
              <a:gd name="connsiteX29420" fmla="*/ 2867311 w 3114960"/>
              <a:gd name="connsiteY29420" fmla="*/ 3183446 h 5143785"/>
              <a:gd name="connsiteX29421" fmla="*/ 2867311 w 3114960"/>
              <a:gd name="connsiteY29421" fmla="*/ 3214497 h 5143785"/>
              <a:gd name="connsiteX29422" fmla="*/ 2862358 w 3114960"/>
              <a:gd name="connsiteY29422" fmla="*/ 3217069 h 5143785"/>
              <a:gd name="connsiteX29423" fmla="*/ 2859119 w 3114960"/>
              <a:gd name="connsiteY29423" fmla="*/ 3224689 h 5143785"/>
              <a:gd name="connsiteX29424" fmla="*/ 2862263 w 3114960"/>
              <a:gd name="connsiteY29424" fmla="*/ 3232404 h 5143785"/>
              <a:gd name="connsiteX29425" fmla="*/ 2869883 w 3114960"/>
              <a:gd name="connsiteY29425" fmla="*/ 3235643 h 5143785"/>
              <a:gd name="connsiteX29426" fmla="*/ 2869978 w 3114960"/>
              <a:gd name="connsiteY29426" fmla="*/ 3235643 h 5143785"/>
              <a:gd name="connsiteX29427" fmla="*/ 2877503 w 3114960"/>
              <a:gd name="connsiteY29427" fmla="*/ 3232595 h 5143785"/>
              <a:gd name="connsiteX29428" fmla="*/ 2880741 w 3114960"/>
              <a:gd name="connsiteY29428" fmla="*/ 3224975 h 5143785"/>
              <a:gd name="connsiteX29429" fmla="*/ 2877693 w 3114960"/>
              <a:gd name="connsiteY29429" fmla="*/ 3217259 h 5143785"/>
              <a:gd name="connsiteX29430" fmla="*/ 2872073 w 3114960"/>
              <a:gd name="connsiteY29430" fmla="*/ 3214402 h 5143785"/>
              <a:gd name="connsiteX29431" fmla="*/ 2872073 w 3114960"/>
              <a:gd name="connsiteY29431" fmla="*/ 3182398 h 5143785"/>
              <a:gd name="connsiteX29432" fmla="*/ 2871311 w 3114960"/>
              <a:gd name="connsiteY29432" fmla="*/ 3180684 h 5143785"/>
              <a:gd name="connsiteX29433" fmla="*/ 2854738 w 3114960"/>
              <a:gd name="connsiteY29433" fmla="*/ 3164586 h 5143785"/>
              <a:gd name="connsiteX29434" fmla="*/ 2854357 w 3114960"/>
              <a:gd name="connsiteY29434" fmla="*/ 3092005 h 5143785"/>
              <a:gd name="connsiteX29435" fmla="*/ 2882932 w 3114960"/>
              <a:gd name="connsiteY29435" fmla="*/ 3056668 h 5143785"/>
              <a:gd name="connsiteX29436" fmla="*/ 2883503 w 3114960"/>
              <a:gd name="connsiteY29436" fmla="*/ 3055144 h 5143785"/>
              <a:gd name="connsiteX29437" fmla="*/ 2882837 w 3114960"/>
              <a:gd name="connsiteY29437" fmla="*/ 2914555 h 5143785"/>
              <a:gd name="connsiteX29438" fmla="*/ 2882360 w 3114960"/>
              <a:gd name="connsiteY29438" fmla="*/ 2913126 h 5143785"/>
              <a:gd name="connsiteX29439" fmla="*/ 2852071 w 3114960"/>
              <a:gd name="connsiteY29439" fmla="*/ 2871407 h 5143785"/>
              <a:gd name="connsiteX29440" fmla="*/ 2852261 w 3114960"/>
              <a:gd name="connsiteY29440" fmla="*/ 2757488 h 5143785"/>
              <a:gd name="connsiteX29441" fmla="*/ 2863882 w 3114960"/>
              <a:gd name="connsiteY29441" fmla="*/ 2741962 h 5143785"/>
              <a:gd name="connsiteX29442" fmla="*/ 2870168 w 3114960"/>
              <a:gd name="connsiteY29442" fmla="*/ 3218784 h 5143785"/>
              <a:gd name="connsiteX29443" fmla="*/ 2876169 w 3114960"/>
              <a:gd name="connsiteY29443" fmla="*/ 3224879 h 5143785"/>
              <a:gd name="connsiteX29444" fmla="*/ 2874359 w 3114960"/>
              <a:gd name="connsiteY29444" fmla="*/ 3229166 h 5143785"/>
              <a:gd name="connsiteX29445" fmla="*/ 2870073 w 3114960"/>
              <a:gd name="connsiteY29445" fmla="*/ 3230880 h 5143785"/>
              <a:gd name="connsiteX29446" fmla="*/ 2864072 w 3114960"/>
              <a:gd name="connsiteY29446" fmla="*/ 3224784 h 5143785"/>
              <a:gd name="connsiteX29447" fmla="*/ 2870168 w 3114960"/>
              <a:gd name="connsiteY29447" fmla="*/ 3218784 h 5143785"/>
              <a:gd name="connsiteX29448" fmla="*/ 2870168 w 3114960"/>
              <a:gd name="connsiteY29448" fmla="*/ 3218784 h 5143785"/>
              <a:gd name="connsiteX29449" fmla="*/ 2836164 w 3114960"/>
              <a:gd name="connsiteY29449" fmla="*/ 3251454 h 5143785"/>
              <a:gd name="connsiteX29450" fmla="*/ 2836164 w 3114960"/>
              <a:gd name="connsiteY29450" fmla="*/ 3251454 h 5143785"/>
              <a:gd name="connsiteX29451" fmla="*/ 2825305 w 3114960"/>
              <a:gd name="connsiteY29451" fmla="*/ 3262122 h 5143785"/>
              <a:gd name="connsiteX29452" fmla="*/ 2828449 w 3114960"/>
              <a:gd name="connsiteY29452" fmla="*/ 3269837 h 5143785"/>
              <a:gd name="connsiteX29453" fmla="*/ 2836069 w 3114960"/>
              <a:gd name="connsiteY29453" fmla="*/ 3273076 h 5143785"/>
              <a:gd name="connsiteX29454" fmla="*/ 2836164 w 3114960"/>
              <a:gd name="connsiteY29454" fmla="*/ 3273076 h 5143785"/>
              <a:gd name="connsiteX29455" fmla="*/ 2843689 w 3114960"/>
              <a:gd name="connsiteY29455" fmla="*/ 3270028 h 5143785"/>
              <a:gd name="connsiteX29456" fmla="*/ 2846451 w 3114960"/>
              <a:gd name="connsiteY29456" fmla="*/ 3264789 h 5143785"/>
              <a:gd name="connsiteX29457" fmla="*/ 2902363 w 3114960"/>
              <a:gd name="connsiteY29457" fmla="*/ 3264789 h 5143785"/>
              <a:gd name="connsiteX29458" fmla="*/ 2935224 w 3114960"/>
              <a:gd name="connsiteY29458" fmla="*/ 3232404 h 5143785"/>
              <a:gd name="connsiteX29459" fmla="*/ 2938082 w 3114960"/>
              <a:gd name="connsiteY29459" fmla="*/ 3233738 h 5143785"/>
              <a:gd name="connsiteX29460" fmla="*/ 2941034 w 3114960"/>
              <a:gd name="connsiteY29460" fmla="*/ 3234119 h 5143785"/>
              <a:gd name="connsiteX29461" fmla="*/ 2947607 w 3114960"/>
              <a:gd name="connsiteY29461" fmla="*/ 3232309 h 5143785"/>
              <a:gd name="connsiteX29462" fmla="*/ 2953322 w 3114960"/>
              <a:gd name="connsiteY29462" fmla="*/ 3224498 h 5143785"/>
              <a:gd name="connsiteX29463" fmla="*/ 2951798 w 3114960"/>
              <a:gd name="connsiteY29463" fmla="*/ 3214973 h 5143785"/>
              <a:gd name="connsiteX29464" fmla="*/ 2945606 w 3114960"/>
              <a:gd name="connsiteY29464" fmla="*/ 3210020 h 5143785"/>
              <a:gd name="connsiteX29465" fmla="*/ 2945606 w 3114960"/>
              <a:gd name="connsiteY29465" fmla="*/ 3173063 h 5143785"/>
              <a:gd name="connsiteX29466" fmla="*/ 2912459 w 3114960"/>
              <a:gd name="connsiteY29466" fmla="*/ 3134011 h 5143785"/>
              <a:gd name="connsiteX29467" fmla="*/ 2912459 w 3114960"/>
              <a:gd name="connsiteY29467" fmla="*/ 3091815 h 5143785"/>
              <a:gd name="connsiteX29468" fmla="*/ 2941796 w 3114960"/>
              <a:gd name="connsiteY29468" fmla="*/ 3053144 h 5143785"/>
              <a:gd name="connsiteX29469" fmla="*/ 2941130 w 3114960"/>
              <a:gd name="connsiteY29469" fmla="*/ 2910554 h 5143785"/>
              <a:gd name="connsiteX29470" fmla="*/ 2908745 w 3114960"/>
              <a:gd name="connsiteY29470" fmla="*/ 2870263 h 5143785"/>
              <a:gd name="connsiteX29471" fmla="*/ 2908745 w 3114960"/>
              <a:gd name="connsiteY29471" fmla="*/ 2757583 h 5143785"/>
              <a:gd name="connsiteX29472" fmla="*/ 2920842 w 3114960"/>
              <a:gd name="connsiteY29472" fmla="*/ 2741390 h 5143785"/>
              <a:gd name="connsiteX29473" fmla="*/ 2920842 w 3114960"/>
              <a:gd name="connsiteY29473" fmla="*/ 2724150 h 5143785"/>
              <a:gd name="connsiteX29474" fmla="*/ 2916079 w 3114960"/>
              <a:gd name="connsiteY29474" fmla="*/ 2724150 h 5143785"/>
              <a:gd name="connsiteX29475" fmla="*/ 2916079 w 3114960"/>
              <a:gd name="connsiteY29475" fmla="*/ 2739867 h 5143785"/>
              <a:gd name="connsiteX29476" fmla="*/ 2903982 w 3114960"/>
              <a:gd name="connsiteY29476" fmla="*/ 2756059 h 5143785"/>
              <a:gd name="connsiteX29477" fmla="*/ 2903982 w 3114960"/>
              <a:gd name="connsiteY29477" fmla="*/ 2871978 h 5143785"/>
              <a:gd name="connsiteX29478" fmla="*/ 2936367 w 3114960"/>
              <a:gd name="connsiteY29478" fmla="*/ 2912269 h 5143785"/>
              <a:gd name="connsiteX29479" fmla="*/ 2936938 w 3114960"/>
              <a:gd name="connsiteY29479" fmla="*/ 3051620 h 5143785"/>
              <a:gd name="connsiteX29480" fmla="*/ 2907697 w 3114960"/>
              <a:gd name="connsiteY29480" fmla="*/ 3090291 h 5143785"/>
              <a:gd name="connsiteX29481" fmla="*/ 2907697 w 3114960"/>
              <a:gd name="connsiteY29481" fmla="*/ 3135154 h 5143785"/>
              <a:gd name="connsiteX29482" fmla="*/ 2892743 w 3114960"/>
              <a:gd name="connsiteY29482" fmla="*/ 3150680 h 5143785"/>
              <a:gd name="connsiteX29483" fmla="*/ 2892743 w 3114960"/>
              <a:gd name="connsiteY29483" fmla="*/ 3171730 h 5143785"/>
              <a:gd name="connsiteX29484" fmla="*/ 2886361 w 3114960"/>
              <a:gd name="connsiteY29484" fmla="*/ 3180493 h 5143785"/>
              <a:gd name="connsiteX29485" fmla="*/ 2895600 w 3114960"/>
              <a:gd name="connsiteY29485" fmla="*/ 3188875 h 5143785"/>
              <a:gd name="connsiteX29486" fmla="*/ 2903982 w 3114960"/>
              <a:gd name="connsiteY29486" fmla="*/ 3179636 h 5143785"/>
              <a:gd name="connsiteX29487" fmla="*/ 2897600 w 3114960"/>
              <a:gd name="connsiteY29487" fmla="*/ 3171730 h 5143785"/>
              <a:gd name="connsiteX29488" fmla="*/ 2897600 w 3114960"/>
              <a:gd name="connsiteY29488" fmla="*/ 3152680 h 5143785"/>
              <a:gd name="connsiteX29489" fmla="*/ 2910459 w 3114960"/>
              <a:gd name="connsiteY29489" fmla="*/ 3139250 h 5143785"/>
              <a:gd name="connsiteX29490" fmla="*/ 2940844 w 3114960"/>
              <a:gd name="connsiteY29490" fmla="*/ 3174968 h 5143785"/>
              <a:gd name="connsiteX29491" fmla="*/ 2940844 w 3114960"/>
              <a:gd name="connsiteY29491" fmla="*/ 3209259 h 5143785"/>
              <a:gd name="connsiteX29492" fmla="*/ 2934462 w 3114960"/>
              <a:gd name="connsiteY29492" fmla="*/ 3210878 h 5143785"/>
              <a:gd name="connsiteX29493" fmla="*/ 2928842 w 3114960"/>
              <a:gd name="connsiteY29493" fmla="*/ 3218688 h 5143785"/>
              <a:gd name="connsiteX29494" fmla="*/ 2930367 w 3114960"/>
              <a:gd name="connsiteY29494" fmla="*/ 3228213 h 5143785"/>
              <a:gd name="connsiteX29495" fmla="*/ 2931605 w 3114960"/>
              <a:gd name="connsiteY29495" fmla="*/ 3229547 h 5143785"/>
              <a:gd name="connsiteX29496" fmla="*/ 2900553 w 3114960"/>
              <a:gd name="connsiteY29496" fmla="*/ 3260217 h 5143785"/>
              <a:gd name="connsiteX29497" fmla="*/ 2846642 w 3114960"/>
              <a:gd name="connsiteY29497" fmla="*/ 3260217 h 5143785"/>
              <a:gd name="connsiteX29498" fmla="*/ 2843975 w 3114960"/>
              <a:gd name="connsiteY29498" fmla="*/ 3254978 h 5143785"/>
              <a:gd name="connsiteX29499" fmla="*/ 2836355 w 3114960"/>
              <a:gd name="connsiteY29499" fmla="*/ 3251740 h 5143785"/>
              <a:gd name="connsiteX29500" fmla="*/ 2836069 w 3114960"/>
              <a:gd name="connsiteY29500" fmla="*/ 3268313 h 5143785"/>
              <a:gd name="connsiteX29501" fmla="*/ 2831783 w 3114960"/>
              <a:gd name="connsiteY29501" fmla="*/ 3266504 h 5143785"/>
              <a:gd name="connsiteX29502" fmla="*/ 2830068 w 3114960"/>
              <a:gd name="connsiteY29502" fmla="*/ 3262217 h 5143785"/>
              <a:gd name="connsiteX29503" fmla="*/ 2836164 w 3114960"/>
              <a:gd name="connsiteY29503" fmla="*/ 3256217 h 5143785"/>
              <a:gd name="connsiteX29504" fmla="*/ 2836164 w 3114960"/>
              <a:gd name="connsiteY29504" fmla="*/ 3256217 h 5143785"/>
              <a:gd name="connsiteX29505" fmla="*/ 2842165 w 3114960"/>
              <a:gd name="connsiteY29505" fmla="*/ 3262313 h 5143785"/>
              <a:gd name="connsiteX29506" fmla="*/ 2836069 w 3114960"/>
              <a:gd name="connsiteY29506" fmla="*/ 3268313 h 5143785"/>
              <a:gd name="connsiteX29507" fmla="*/ 2933414 w 3114960"/>
              <a:gd name="connsiteY29507" fmla="*/ 3219641 h 5143785"/>
              <a:gd name="connsiteX29508" fmla="*/ 2936938 w 3114960"/>
              <a:gd name="connsiteY29508" fmla="*/ 3214783 h 5143785"/>
              <a:gd name="connsiteX29509" fmla="*/ 2941034 w 3114960"/>
              <a:gd name="connsiteY29509" fmla="*/ 3213640 h 5143785"/>
              <a:gd name="connsiteX29510" fmla="*/ 2942844 w 3114960"/>
              <a:gd name="connsiteY29510" fmla="*/ 3213830 h 5143785"/>
              <a:gd name="connsiteX29511" fmla="*/ 2947702 w 3114960"/>
              <a:gd name="connsiteY29511" fmla="*/ 3217355 h 5143785"/>
              <a:gd name="connsiteX29512" fmla="*/ 2948654 w 3114960"/>
              <a:gd name="connsiteY29512" fmla="*/ 3223260 h 5143785"/>
              <a:gd name="connsiteX29513" fmla="*/ 2945130 w 3114960"/>
              <a:gd name="connsiteY29513" fmla="*/ 3228118 h 5143785"/>
              <a:gd name="connsiteX29514" fmla="*/ 2939225 w 3114960"/>
              <a:gd name="connsiteY29514" fmla="*/ 3229070 h 5143785"/>
              <a:gd name="connsiteX29515" fmla="*/ 2934367 w 3114960"/>
              <a:gd name="connsiteY29515" fmla="*/ 3225546 h 5143785"/>
              <a:gd name="connsiteX29516" fmla="*/ 2933414 w 3114960"/>
              <a:gd name="connsiteY29516" fmla="*/ 3219641 h 5143785"/>
              <a:gd name="connsiteX29517" fmla="*/ 2247519 w 3114960"/>
              <a:gd name="connsiteY29517" fmla="*/ 2946559 h 5143785"/>
              <a:gd name="connsiteX29518" fmla="*/ 2234851 w 3114960"/>
              <a:gd name="connsiteY29518" fmla="*/ 2960846 h 5143785"/>
              <a:gd name="connsiteX29519" fmla="*/ 2231327 w 3114960"/>
              <a:gd name="connsiteY29519" fmla="*/ 2957703 h 5143785"/>
              <a:gd name="connsiteX29520" fmla="*/ 2243995 w 3114960"/>
              <a:gd name="connsiteY29520" fmla="*/ 2943416 h 5143785"/>
              <a:gd name="connsiteX29521" fmla="*/ 2247519 w 3114960"/>
              <a:gd name="connsiteY29521" fmla="*/ 2946559 h 5143785"/>
              <a:gd name="connsiteX29522" fmla="*/ 2916079 w 3114960"/>
              <a:gd name="connsiteY29522" fmla="*/ 2704338 h 5143785"/>
              <a:gd name="connsiteX29523" fmla="*/ 2920842 w 3114960"/>
              <a:gd name="connsiteY29523" fmla="*/ 2704338 h 5143785"/>
              <a:gd name="connsiteX29524" fmla="*/ 2920842 w 3114960"/>
              <a:gd name="connsiteY29524" fmla="*/ 2714244 h 5143785"/>
              <a:gd name="connsiteX29525" fmla="*/ 2916079 w 3114960"/>
              <a:gd name="connsiteY29525" fmla="*/ 2714244 h 5143785"/>
              <a:gd name="connsiteX29526" fmla="*/ 2916079 w 3114960"/>
              <a:gd name="connsiteY29526" fmla="*/ 2704338 h 5143785"/>
              <a:gd name="connsiteX29527" fmla="*/ 2920842 w 3114960"/>
              <a:gd name="connsiteY29527" fmla="*/ 2674525 h 5143785"/>
              <a:gd name="connsiteX29528" fmla="*/ 2916079 w 3114960"/>
              <a:gd name="connsiteY29528" fmla="*/ 2674525 h 5143785"/>
              <a:gd name="connsiteX29529" fmla="*/ 2916079 w 3114960"/>
              <a:gd name="connsiteY29529" fmla="*/ 2664619 h 5143785"/>
              <a:gd name="connsiteX29530" fmla="*/ 2920842 w 3114960"/>
              <a:gd name="connsiteY29530" fmla="*/ 2664619 h 5143785"/>
              <a:gd name="connsiteX29531" fmla="*/ 2920842 w 3114960"/>
              <a:gd name="connsiteY29531" fmla="*/ 2674525 h 5143785"/>
              <a:gd name="connsiteX29532" fmla="*/ 2920842 w 3114960"/>
              <a:gd name="connsiteY29532" fmla="*/ 2694337 h 5143785"/>
              <a:gd name="connsiteX29533" fmla="*/ 2916079 w 3114960"/>
              <a:gd name="connsiteY29533" fmla="*/ 2694337 h 5143785"/>
              <a:gd name="connsiteX29534" fmla="*/ 2916079 w 3114960"/>
              <a:gd name="connsiteY29534" fmla="*/ 2684431 h 5143785"/>
              <a:gd name="connsiteX29535" fmla="*/ 2920842 w 3114960"/>
              <a:gd name="connsiteY29535" fmla="*/ 2684431 h 5143785"/>
              <a:gd name="connsiteX29536" fmla="*/ 2920842 w 3114960"/>
              <a:gd name="connsiteY29536" fmla="*/ 2694337 h 5143785"/>
              <a:gd name="connsiteX29537" fmla="*/ 2836069 w 3114960"/>
              <a:gd name="connsiteY29537" fmla="*/ 1998250 h 5143785"/>
              <a:gd name="connsiteX29538" fmla="*/ 2848928 w 3114960"/>
              <a:gd name="connsiteY29538" fmla="*/ 1985391 h 5143785"/>
              <a:gd name="connsiteX29539" fmla="*/ 2836069 w 3114960"/>
              <a:gd name="connsiteY29539" fmla="*/ 1972532 h 5143785"/>
              <a:gd name="connsiteX29540" fmla="*/ 2823305 w 3114960"/>
              <a:gd name="connsiteY29540" fmla="*/ 1984343 h 5143785"/>
              <a:gd name="connsiteX29541" fmla="*/ 2721578 w 3114960"/>
              <a:gd name="connsiteY29541" fmla="*/ 1985010 h 5143785"/>
              <a:gd name="connsiteX29542" fmla="*/ 2684717 w 3114960"/>
              <a:gd name="connsiteY29542" fmla="*/ 1942338 h 5143785"/>
              <a:gd name="connsiteX29543" fmla="*/ 2706529 w 3114960"/>
              <a:gd name="connsiteY29543" fmla="*/ 1917478 h 5143785"/>
              <a:gd name="connsiteX29544" fmla="*/ 2712625 w 3114960"/>
              <a:gd name="connsiteY29544" fmla="*/ 1917478 h 5143785"/>
              <a:gd name="connsiteX29545" fmla="*/ 2725007 w 3114960"/>
              <a:gd name="connsiteY29545" fmla="*/ 1926907 h 5143785"/>
              <a:gd name="connsiteX29546" fmla="*/ 2727388 w 3114960"/>
              <a:gd name="connsiteY29546" fmla="*/ 1926622 h 5143785"/>
              <a:gd name="connsiteX29547" fmla="*/ 2753297 w 3114960"/>
              <a:gd name="connsiteY29547" fmla="*/ 1951387 h 5143785"/>
              <a:gd name="connsiteX29548" fmla="*/ 2993136 w 3114960"/>
              <a:gd name="connsiteY29548" fmla="*/ 1952530 h 5143785"/>
              <a:gd name="connsiteX29549" fmla="*/ 3015329 w 3114960"/>
              <a:gd name="connsiteY29549" fmla="*/ 1938719 h 5143785"/>
              <a:gd name="connsiteX29550" fmla="*/ 3114770 w 3114960"/>
              <a:gd name="connsiteY29550" fmla="*/ 1938528 h 5143785"/>
              <a:gd name="connsiteX29551" fmla="*/ 3114770 w 3114960"/>
              <a:gd name="connsiteY29551" fmla="*/ 1926622 h 5143785"/>
              <a:gd name="connsiteX29552" fmla="*/ 3012567 w 3114960"/>
              <a:gd name="connsiteY29552" fmla="*/ 1926812 h 5143785"/>
              <a:gd name="connsiteX29553" fmla="*/ 3010757 w 3114960"/>
              <a:gd name="connsiteY29553" fmla="*/ 1927289 h 5143785"/>
              <a:gd name="connsiteX29554" fmla="*/ 3009805 w 3114960"/>
              <a:gd name="connsiteY29554" fmla="*/ 1928051 h 5143785"/>
              <a:gd name="connsiteX29555" fmla="*/ 2992374 w 3114960"/>
              <a:gd name="connsiteY29555" fmla="*/ 1940624 h 5143785"/>
              <a:gd name="connsiteX29556" fmla="*/ 2758345 w 3114960"/>
              <a:gd name="connsiteY29556" fmla="*/ 1939481 h 5143785"/>
              <a:gd name="connsiteX29557" fmla="*/ 2736913 w 3114960"/>
              <a:gd name="connsiteY29557" fmla="*/ 1919192 h 5143785"/>
              <a:gd name="connsiteX29558" fmla="*/ 2737961 w 3114960"/>
              <a:gd name="connsiteY29558" fmla="*/ 1914049 h 5143785"/>
              <a:gd name="connsiteX29559" fmla="*/ 2725103 w 3114960"/>
              <a:gd name="connsiteY29559" fmla="*/ 1901190 h 5143785"/>
              <a:gd name="connsiteX29560" fmla="*/ 2712339 w 3114960"/>
              <a:gd name="connsiteY29560" fmla="*/ 1912811 h 5143785"/>
              <a:gd name="connsiteX29561" fmla="*/ 2704529 w 3114960"/>
              <a:gd name="connsiteY29561" fmla="*/ 1912811 h 5143785"/>
              <a:gd name="connsiteX29562" fmla="*/ 2678525 w 3114960"/>
              <a:gd name="connsiteY29562" fmla="*/ 1942433 h 5143785"/>
              <a:gd name="connsiteX29563" fmla="*/ 2719578 w 3114960"/>
              <a:gd name="connsiteY29563" fmla="*/ 1989868 h 5143785"/>
              <a:gd name="connsiteX29564" fmla="*/ 2823877 w 3114960"/>
              <a:gd name="connsiteY29564" fmla="*/ 1989201 h 5143785"/>
              <a:gd name="connsiteX29565" fmla="*/ 2836164 w 3114960"/>
              <a:gd name="connsiteY29565" fmla="*/ 1998440 h 5143785"/>
              <a:gd name="connsiteX29566" fmla="*/ 2836069 w 3114960"/>
              <a:gd name="connsiteY29566" fmla="*/ 1977200 h 5143785"/>
              <a:gd name="connsiteX29567" fmla="*/ 2844165 w 3114960"/>
              <a:gd name="connsiteY29567" fmla="*/ 1985296 h 5143785"/>
              <a:gd name="connsiteX29568" fmla="*/ 2836069 w 3114960"/>
              <a:gd name="connsiteY29568" fmla="*/ 1993392 h 5143785"/>
              <a:gd name="connsiteX29569" fmla="*/ 2827973 w 3114960"/>
              <a:gd name="connsiteY29569" fmla="*/ 1985296 h 5143785"/>
              <a:gd name="connsiteX29570" fmla="*/ 2836069 w 3114960"/>
              <a:gd name="connsiteY29570" fmla="*/ 1977200 h 5143785"/>
              <a:gd name="connsiteX29571" fmla="*/ 2725007 w 3114960"/>
              <a:gd name="connsiteY29571" fmla="*/ 1905762 h 5143785"/>
              <a:gd name="connsiteX29572" fmla="*/ 2733104 w 3114960"/>
              <a:gd name="connsiteY29572" fmla="*/ 1913858 h 5143785"/>
              <a:gd name="connsiteX29573" fmla="*/ 2732627 w 3114960"/>
              <a:gd name="connsiteY29573" fmla="*/ 1916144 h 5143785"/>
              <a:gd name="connsiteX29574" fmla="*/ 2726627 w 3114960"/>
              <a:gd name="connsiteY29574" fmla="*/ 1921669 h 5143785"/>
              <a:gd name="connsiteX29575" fmla="*/ 2725007 w 3114960"/>
              <a:gd name="connsiteY29575" fmla="*/ 1922050 h 5143785"/>
              <a:gd name="connsiteX29576" fmla="*/ 2716911 w 3114960"/>
              <a:gd name="connsiteY29576" fmla="*/ 1913953 h 5143785"/>
              <a:gd name="connsiteX29577" fmla="*/ 2725007 w 3114960"/>
              <a:gd name="connsiteY29577" fmla="*/ 1905857 h 5143785"/>
              <a:gd name="connsiteX29578" fmla="*/ 2731770 w 3114960"/>
              <a:gd name="connsiteY29578" fmla="*/ 2362010 h 5143785"/>
              <a:gd name="connsiteX29579" fmla="*/ 2731770 w 3114960"/>
              <a:gd name="connsiteY29579" fmla="*/ 2341912 h 5143785"/>
              <a:gd name="connsiteX29580" fmla="*/ 2737771 w 3114960"/>
              <a:gd name="connsiteY29580" fmla="*/ 2335911 h 5143785"/>
              <a:gd name="connsiteX29581" fmla="*/ 2744248 w 3114960"/>
              <a:gd name="connsiteY29581" fmla="*/ 2335911 h 5143785"/>
              <a:gd name="connsiteX29582" fmla="*/ 2744248 w 3114960"/>
              <a:gd name="connsiteY29582" fmla="*/ 2330101 h 5143785"/>
              <a:gd name="connsiteX29583" fmla="*/ 2751392 w 3114960"/>
              <a:gd name="connsiteY29583" fmla="*/ 2330101 h 5143785"/>
              <a:gd name="connsiteX29584" fmla="*/ 2751392 w 3114960"/>
              <a:gd name="connsiteY29584" fmla="*/ 2335911 h 5143785"/>
              <a:gd name="connsiteX29585" fmla="*/ 2757869 w 3114960"/>
              <a:gd name="connsiteY29585" fmla="*/ 2335911 h 5143785"/>
              <a:gd name="connsiteX29586" fmla="*/ 2763869 w 3114960"/>
              <a:gd name="connsiteY29586" fmla="*/ 2341912 h 5143785"/>
              <a:gd name="connsiteX29587" fmla="*/ 2763869 w 3114960"/>
              <a:gd name="connsiteY29587" fmla="*/ 2362010 h 5143785"/>
              <a:gd name="connsiteX29588" fmla="*/ 2757869 w 3114960"/>
              <a:gd name="connsiteY29588" fmla="*/ 2368010 h 5143785"/>
              <a:gd name="connsiteX29589" fmla="*/ 2737771 w 3114960"/>
              <a:gd name="connsiteY29589" fmla="*/ 2368010 h 5143785"/>
              <a:gd name="connsiteX29590" fmla="*/ 2731770 w 3114960"/>
              <a:gd name="connsiteY29590" fmla="*/ 2362010 h 5143785"/>
              <a:gd name="connsiteX29591" fmla="*/ 2731770 w 3114960"/>
              <a:gd name="connsiteY29591" fmla="*/ 2126837 h 5143785"/>
              <a:gd name="connsiteX29592" fmla="*/ 2745391 w 3114960"/>
              <a:gd name="connsiteY29592" fmla="*/ 2126837 h 5143785"/>
              <a:gd name="connsiteX29593" fmla="*/ 2745391 w 3114960"/>
              <a:gd name="connsiteY29593" fmla="*/ 2281714 h 5143785"/>
              <a:gd name="connsiteX29594" fmla="*/ 2750153 w 3114960"/>
              <a:gd name="connsiteY29594" fmla="*/ 2281714 h 5143785"/>
              <a:gd name="connsiteX29595" fmla="*/ 2750153 w 3114960"/>
              <a:gd name="connsiteY29595" fmla="*/ 2126837 h 5143785"/>
              <a:gd name="connsiteX29596" fmla="*/ 2763774 w 3114960"/>
              <a:gd name="connsiteY29596" fmla="*/ 2126837 h 5143785"/>
              <a:gd name="connsiteX29597" fmla="*/ 2766155 w 3114960"/>
              <a:gd name="connsiteY29597" fmla="*/ 2124456 h 5143785"/>
              <a:gd name="connsiteX29598" fmla="*/ 2766155 w 3114960"/>
              <a:gd name="connsiteY29598" fmla="*/ 2092452 h 5143785"/>
              <a:gd name="connsiteX29599" fmla="*/ 2763774 w 3114960"/>
              <a:gd name="connsiteY29599" fmla="*/ 2090071 h 5143785"/>
              <a:gd name="connsiteX29600" fmla="*/ 2731770 w 3114960"/>
              <a:gd name="connsiteY29600" fmla="*/ 2090071 h 5143785"/>
              <a:gd name="connsiteX29601" fmla="*/ 2729389 w 3114960"/>
              <a:gd name="connsiteY29601" fmla="*/ 2092452 h 5143785"/>
              <a:gd name="connsiteX29602" fmla="*/ 2729389 w 3114960"/>
              <a:gd name="connsiteY29602" fmla="*/ 2124456 h 5143785"/>
              <a:gd name="connsiteX29603" fmla="*/ 2731770 w 3114960"/>
              <a:gd name="connsiteY29603" fmla="*/ 2126837 h 5143785"/>
              <a:gd name="connsiteX29604" fmla="*/ 2734151 w 3114960"/>
              <a:gd name="connsiteY29604" fmla="*/ 2094833 h 5143785"/>
              <a:gd name="connsiteX29605" fmla="*/ 2761393 w 3114960"/>
              <a:gd name="connsiteY29605" fmla="*/ 2094833 h 5143785"/>
              <a:gd name="connsiteX29606" fmla="*/ 2761393 w 3114960"/>
              <a:gd name="connsiteY29606" fmla="*/ 2122075 h 5143785"/>
              <a:gd name="connsiteX29607" fmla="*/ 2734151 w 3114960"/>
              <a:gd name="connsiteY29607" fmla="*/ 2122075 h 5143785"/>
              <a:gd name="connsiteX29608" fmla="*/ 2734151 w 3114960"/>
              <a:gd name="connsiteY29608" fmla="*/ 2094833 h 5143785"/>
              <a:gd name="connsiteX29609" fmla="*/ 2755773 w 3114960"/>
              <a:gd name="connsiteY29609" fmla="*/ 2103596 h 5143785"/>
              <a:gd name="connsiteX29610" fmla="*/ 2755773 w 3114960"/>
              <a:gd name="connsiteY29610" fmla="*/ 2113217 h 5143785"/>
              <a:gd name="connsiteX29611" fmla="*/ 2752535 w 3114960"/>
              <a:gd name="connsiteY29611" fmla="*/ 2116455 h 5143785"/>
              <a:gd name="connsiteX29612" fmla="*/ 2742914 w 3114960"/>
              <a:gd name="connsiteY29612" fmla="*/ 2116455 h 5143785"/>
              <a:gd name="connsiteX29613" fmla="*/ 2739676 w 3114960"/>
              <a:gd name="connsiteY29613" fmla="*/ 2113217 h 5143785"/>
              <a:gd name="connsiteX29614" fmla="*/ 2739676 w 3114960"/>
              <a:gd name="connsiteY29614" fmla="*/ 2103596 h 5143785"/>
              <a:gd name="connsiteX29615" fmla="*/ 2742914 w 3114960"/>
              <a:gd name="connsiteY29615" fmla="*/ 2100358 h 5143785"/>
              <a:gd name="connsiteX29616" fmla="*/ 2752535 w 3114960"/>
              <a:gd name="connsiteY29616" fmla="*/ 2100358 h 5143785"/>
              <a:gd name="connsiteX29617" fmla="*/ 2755773 w 3114960"/>
              <a:gd name="connsiteY29617" fmla="*/ 2103596 h 5143785"/>
              <a:gd name="connsiteX29618" fmla="*/ 2744153 w 3114960"/>
              <a:gd name="connsiteY29618" fmla="*/ 2310479 h 5143785"/>
              <a:gd name="connsiteX29619" fmla="*/ 2751296 w 3114960"/>
              <a:gd name="connsiteY29619" fmla="*/ 2310479 h 5143785"/>
              <a:gd name="connsiteX29620" fmla="*/ 2751296 w 3114960"/>
              <a:gd name="connsiteY29620" fmla="*/ 2320290 h 5143785"/>
              <a:gd name="connsiteX29621" fmla="*/ 2744153 w 3114960"/>
              <a:gd name="connsiteY29621" fmla="*/ 2320290 h 5143785"/>
              <a:gd name="connsiteX29622" fmla="*/ 2744153 w 3114960"/>
              <a:gd name="connsiteY29622" fmla="*/ 2310479 h 5143785"/>
              <a:gd name="connsiteX29623" fmla="*/ 2751296 w 3114960"/>
              <a:gd name="connsiteY29623" fmla="*/ 2300669 h 5143785"/>
              <a:gd name="connsiteX29624" fmla="*/ 2744153 w 3114960"/>
              <a:gd name="connsiteY29624" fmla="*/ 2300669 h 5143785"/>
              <a:gd name="connsiteX29625" fmla="*/ 2744153 w 3114960"/>
              <a:gd name="connsiteY29625" fmla="*/ 2291144 h 5143785"/>
              <a:gd name="connsiteX29626" fmla="*/ 2751296 w 3114960"/>
              <a:gd name="connsiteY29626" fmla="*/ 2291144 h 5143785"/>
              <a:gd name="connsiteX29627" fmla="*/ 2751296 w 3114960"/>
              <a:gd name="connsiteY29627" fmla="*/ 2300669 h 5143785"/>
              <a:gd name="connsiteX29628" fmla="*/ 75248 w 3114960"/>
              <a:gd name="connsiteY29628" fmla="*/ 3342989 h 5143785"/>
              <a:gd name="connsiteX29629" fmla="*/ 86678 w 3114960"/>
              <a:gd name="connsiteY29629" fmla="*/ 3349371 h 5143785"/>
              <a:gd name="connsiteX29630" fmla="*/ 93726 w 3114960"/>
              <a:gd name="connsiteY29630" fmla="*/ 3347371 h 5143785"/>
              <a:gd name="connsiteX29631" fmla="*/ 98108 w 3114960"/>
              <a:gd name="connsiteY29631" fmla="*/ 3328797 h 5143785"/>
              <a:gd name="connsiteX29632" fmla="*/ 79534 w 3114960"/>
              <a:gd name="connsiteY29632" fmla="*/ 3324416 h 5143785"/>
              <a:gd name="connsiteX29633" fmla="*/ 73533 w 3114960"/>
              <a:gd name="connsiteY29633" fmla="*/ 3332798 h 5143785"/>
              <a:gd name="connsiteX29634" fmla="*/ 73533 w 3114960"/>
              <a:gd name="connsiteY29634" fmla="*/ 3333464 h 5143785"/>
              <a:gd name="connsiteX29635" fmla="*/ 95 w 3114960"/>
              <a:gd name="connsiteY29635" fmla="*/ 3333464 h 5143785"/>
              <a:gd name="connsiteX29636" fmla="*/ 95 w 3114960"/>
              <a:gd name="connsiteY29636" fmla="*/ 3338227 h 5143785"/>
              <a:gd name="connsiteX29637" fmla="*/ 73438 w 3114960"/>
              <a:gd name="connsiteY29637" fmla="*/ 3338227 h 5143785"/>
              <a:gd name="connsiteX29638" fmla="*/ 75248 w 3114960"/>
              <a:gd name="connsiteY29638" fmla="*/ 3342989 h 5143785"/>
              <a:gd name="connsiteX29639" fmla="*/ 78200 w 3114960"/>
              <a:gd name="connsiteY29639" fmla="*/ 3333941 h 5143785"/>
              <a:gd name="connsiteX29640" fmla="*/ 82106 w 3114960"/>
              <a:gd name="connsiteY29640" fmla="*/ 3328511 h 5143785"/>
              <a:gd name="connsiteX29641" fmla="*/ 86678 w 3114960"/>
              <a:gd name="connsiteY29641" fmla="*/ 3327178 h 5143785"/>
              <a:gd name="connsiteX29642" fmla="*/ 94107 w 3114960"/>
              <a:gd name="connsiteY29642" fmla="*/ 3331274 h 5143785"/>
              <a:gd name="connsiteX29643" fmla="*/ 91345 w 3114960"/>
              <a:gd name="connsiteY29643" fmla="*/ 3343275 h 5143785"/>
              <a:gd name="connsiteX29644" fmla="*/ 79343 w 3114960"/>
              <a:gd name="connsiteY29644" fmla="*/ 3340513 h 5143785"/>
              <a:gd name="connsiteX29645" fmla="*/ 78296 w 3114960"/>
              <a:gd name="connsiteY29645" fmla="*/ 3333941 h 5143785"/>
              <a:gd name="connsiteX29646" fmla="*/ 2293049 w 3114960"/>
              <a:gd name="connsiteY29646" fmla="*/ 3036856 h 5143785"/>
              <a:gd name="connsiteX29647" fmla="*/ 2292858 w 3114960"/>
              <a:gd name="connsiteY29647" fmla="*/ 3017806 h 5143785"/>
              <a:gd name="connsiteX29648" fmla="*/ 2297621 w 3114960"/>
              <a:gd name="connsiteY29648" fmla="*/ 3017806 h 5143785"/>
              <a:gd name="connsiteX29649" fmla="*/ 2297811 w 3114960"/>
              <a:gd name="connsiteY29649" fmla="*/ 3036856 h 5143785"/>
              <a:gd name="connsiteX29650" fmla="*/ 2293049 w 3114960"/>
              <a:gd name="connsiteY29650" fmla="*/ 3036856 h 5143785"/>
              <a:gd name="connsiteX29651" fmla="*/ 3027045 w 3114960"/>
              <a:gd name="connsiteY29651" fmla="*/ 467297 h 5143785"/>
              <a:gd name="connsiteX29652" fmla="*/ 3025235 w 3114960"/>
              <a:gd name="connsiteY29652" fmla="*/ 460915 h 5143785"/>
              <a:gd name="connsiteX29653" fmla="*/ 3006662 w 3114960"/>
              <a:gd name="connsiteY29653" fmla="*/ 456533 h 5143785"/>
              <a:gd name="connsiteX29654" fmla="*/ 3000661 w 3114960"/>
              <a:gd name="connsiteY29654" fmla="*/ 464915 h 5143785"/>
              <a:gd name="connsiteX29655" fmla="*/ 3002375 w 3114960"/>
              <a:gd name="connsiteY29655" fmla="*/ 475107 h 5143785"/>
              <a:gd name="connsiteX29656" fmla="*/ 3010757 w 3114960"/>
              <a:gd name="connsiteY29656" fmla="*/ 481108 h 5143785"/>
              <a:gd name="connsiteX29657" fmla="*/ 3013901 w 3114960"/>
              <a:gd name="connsiteY29657" fmla="*/ 481489 h 5143785"/>
              <a:gd name="connsiteX29658" fmla="*/ 3020949 w 3114960"/>
              <a:gd name="connsiteY29658" fmla="*/ 479489 h 5143785"/>
              <a:gd name="connsiteX29659" fmla="*/ 3026569 w 3114960"/>
              <a:gd name="connsiteY29659" fmla="*/ 472059 h 5143785"/>
              <a:gd name="connsiteX29660" fmla="*/ 3043428 w 3114960"/>
              <a:gd name="connsiteY29660" fmla="*/ 472059 h 5143785"/>
              <a:gd name="connsiteX29661" fmla="*/ 3066574 w 3114960"/>
              <a:gd name="connsiteY29661" fmla="*/ 496824 h 5143785"/>
              <a:gd name="connsiteX29662" fmla="*/ 3066098 w 3114960"/>
              <a:gd name="connsiteY29662" fmla="*/ 659225 h 5143785"/>
              <a:gd name="connsiteX29663" fmla="*/ 3066098 w 3114960"/>
              <a:gd name="connsiteY29663" fmla="*/ 660178 h 5143785"/>
              <a:gd name="connsiteX29664" fmla="*/ 3085910 w 3114960"/>
              <a:gd name="connsiteY29664" fmla="*/ 682371 h 5143785"/>
              <a:gd name="connsiteX29665" fmla="*/ 3114961 w 3114960"/>
              <a:gd name="connsiteY29665" fmla="*/ 682371 h 5143785"/>
              <a:gd name="connsiteX29666" fmla="*/ 3114961 w 3114960"/>
              <a:gd name="connsiteY29666" fmla="*/ 677609 h 5143785"/>
              <a:gd name="connsiteX29667" fmla="*/ 3088100 w 3114960"/>
              <a:gd name="connsiteY29667" fmla="*/ 677609 h 5143785"/>
              <a:gd name="connsiteX29668" fmla="*/ 3070955 w 3114960"/>
              <a:gd name="connsiteY29668" fmla="*/ 658368 h 5143785"/>
              <a:gd name="connsiteX29669" fmla="*/ 3071432 w 3114960"/>
              <a:gd name="connsiteY29669" fmla="*/ 495967 h 5143785"/>
              <a:gd name="connsiteX29670" fmla="*/ 3071432 w 3114960"/>
              <a:gd name="connsiteY29670" fmla="*/ 495014 h 5143785"/>
              <a:gd name="connsiteX29671" fmla="*/ 3045619 w 3114960"/>
              <a:gd name="connsiteY29671" fmla="*/ 467392 h 5143785"/>
              <a:gd name="connsiteX29672" fmla="*/ 3027236 w 3114960"/>
              <a:gd name="connsiteY29672" fmla="*/ 467392 h 5143785"/>
              <a:gd name="connsiteX29673" fmla="*/ 3018377 w 3114960"/>
              <a:gd name="connsiteY29673" fmla="*/ 475393 h 5143785"/>
              <a:gd name="connsiteX29674" fmla="*/ 3006376 w 3114960"/>
              <a:gd name="connsiteY29674" fmla="*/ 472631 h 5143785"/>
              <a:gd name="connsiteX29675" fmla="*/ 3005328 w 3114960"/>
              <a:gd name="connsiteY29675" fmla="*/ 466058 h 5143785"/>
              <a:gd name="connsiteX29676" fmla="*/ 3009234 w 3114960"/>
              <a:gd name="connsiteY29676" fmla="*/ 460629 h 5143785"/>
              <a:gd name="connsiteX29677" fmla="*/ 3013805 w 3114960"/>
              <a:gd name="connsiteY29677" fmla="*/ 459296 h 5143785"/>
              <a:gd name="connsiteX29678" fmla="*/ 3015805 w 3114960"/>
              <a:gd name="connsiteY29678" fmla="*/ 459486 h 5143785"/>
              <a:gd name="connsiteX29679" fmla="*/ 3021235 w 3114960"/>
              <a:gd name="connsiteY29679" fmla="*/ 463391 h 5143785"/>
              <a:gd name="connsiteX29680" fmla="*/ 3018473 w 3114960"/>
              <a:gd name="connsiteY29680" fmla="*/ 475393 h 5143785"/>
              <a:gd name="connsiteX29681" fmla="*/ 3105817 w 3114960"/>
              <a:gd name="connsiteY29681" fmla="*/ 3732657 h 5143785"/>
              <a:gd name="connsiteX29682" fmla="*/ 3114770 w 3114960"/>
              <a:gd name="connsiteY29682" fmla="*/ 3732657 h 5143785"/>
              <a:gd name="connsiteX29683" fmla="*/ 3114770 w 3114960"/>
              <a:gd name="connsiteY29683" fmla="*/ 3737420 h 5143785"/>
              <a:gd name="connsiteX29684" fmla="*/ 3106674 w 3114960"/>
              <a:gd name="connsiteY29684" fmla="*/ 3737420 h 5143785"/>
              <a:gd name="connsiteX29685" fmla="*/ 3081052 w 3114960"/>
              <a:gd name="connsiteY29685" fmla="*/ 3760184 h 5143785"/>
              <a:gd name="connsiteX29686" fmla="*/ 3081052 w 3114960"/>
              <a:gd name="connsiteY29686" fmla="*/ 3779711 h 5143785"/>
              <a:gd name="connsiteX29687" fmla="*/ 3109627 w 3114960"/>
              <a:gd name="connsiteY29687" fmla="*/ 3779711 h 5143785"/>
              <a:gd name="connsiteX29688" fmla="*/ 3114770 w 3114960"/>
              <a:gd name="connsiteY29688" fmla="*/ 3776186 h 5143785"/>
              <a:gd name="connsiteX29689" fmla="*/ 3114770 w 3114960"/>
              <a:gd name="connsiteY29689" fmla="*/ 3781997 h 5143785"/>
              <a:gd name="connsiteX29690" fmla="*/ 3111722 w 3114960"/>
              <a:gd name="connsiteY29690" fmla="*/ 3784092 h 5143785"/>
              <a:gd name="connsiteX29691" fmla="*/ 3110389 w 3114960"/>
              <a:gd name="connsiteY29691" fmla="*/ 3784473 h 5143785"/>
              <a:gd name="connsiteX29692" fmla="*/ 3078671 w 3114960"/>
              <a:gd name="connsiteY29692" fmla="*/ 3784473 h 5143785"/>
              <a:gd name="connsiteX29693" fmla="*/ 3076289 w 3114960"/>
              <a:gd name="connsiteY29693" fmla="*/ 3782092 h 5143785"/>
              <a:gd name="connsiteX29694" fmla="*/ 3076289 w 3114960"/>
              <a:gd name="connsiteY29694" fmla="*/ 3759137 h 5143785"/>
              <a:gd name="connsiteX29695" fmla="*/ 3077051 w 3114960"/>
              <a:gd name="connsiteY29695" fmla="*/ 3757327 h 5143785"/>
              <a:gd name="connsiteX29696" fmla="*/ 3104198 w 3114960"/>
              <a:gd name="connsiteY29696" fmla="*/ 3733229 h 5143785"/>
              <a:gd name="connsiteX29697" fmla="*/ 3105722 w 3114960"/>
              <a:gd name="connsiteY29697" fmla="*/ 3732657 h 5143785"/>
              <a:gd name="connsiteX29698" fmla="*/ 2463070 w 3114960"/>
              <a:gd name="connsiteY29698" fmla="*/ 1390650 h 5143785"/>
              <a:gd name="connsiteX29699" fmla="*/ 2463070 w 3114960"/>
              <a:gd name="connsiteY29699" fmla="*/ 1373791 h 5143785"/>
              <a:gd name="connsiteX29700" fmla="*/ 2467356 w 3114960"/>
              <a:gd name="connsiteY29700" fmla="*/ 1369505 h 5143785"/>
              <a:gd name="connsiteX29701" fmla="*/ 2484215 w 3114960"/>
              <a:gd name="connsiteY29701" fmla="*/ 1369505 h 5143785"/>
              <a:gd name="connsiteX29702" fmla="*/ 2488502 w 3114960"/>
              <a:gd name="connsiteY29702" fmla="*/ 1373791 h 5143785"/>
              <a:gd name="connsiteX29703" fmla="*/ 2488502 w 3114960"/>
              <a:gd name="connsiteY29703" fmla="*/ 1390650 h 5143785"/>
              <a:gd name="connsiteX29704" fmla="*/ 2484215 w 3114960"/>
              <a:gd name="connsiteY29704" fmla="*/ 1394936 h 5143785"/>
              <a:gd name="connsiteX29705" fmla="*/ 2467356 w 3114960"/>
              <a:gd name="connsiteY29705" fmla="*/ 1394936 h 5143785"/>
              <a:gd name="connsiteX29706" fmla="*/ 2463070 w 3114960"/>
              <a:gd name="connsiteY29706" fmla="*/ 1390650 h 5143785"/>
              <a:gd name="connsiteX29707" fmla="*/ 95 w 3114960"/>
              <a:gd name="connsiteY29707" fmla="*/ 2105978 h 5143785"/>
              <a:gd name="connsiteX29708" fmla="*/ 130778 w 3114960"/>
              <a:gd name="connsiteY29708" fmla="*/ 2105978 h 5143785"/>
              <a:gd name="connsiteX29709" fmla="*/ 145828 w 3114960"/>
              <a:gd name="connsiteY29709" fmla="*/ 2092547 h 5143785"/>
              <a:gd name="connsiteX29710" fmla="*/ 145637 w 3114960"/>
              <a:gd name="connsiteY29710" fmla="*/ 2092357 h 5143785"/>
              <a:gd name="connsiteX29711" fmla="*/ 146018 w 3114960"/>
              <a:gd name="connsiteY29711" fmla="*/ 2092357 h 5143785"/>
              <a:gd name="connsiteX29712" fmla="*/ 158687 w 3114960"/>
              <a:gd name="connsiteY29712" fmla="*/ 2092357 h 5143785"/>
              <a:gd name="connsiteX29713" fmla="*/ 165545 w 3114960"/>
              <a:gd name="connsiteY29713" fmla="*/ 2085499 h 5143785"/>
              <a:gd name="connsiteX29714" fmla="*/ 165545 w 3114960"/>
              <a:gd name="connsiteY29714" fmla="*/ 2072831 h 5143785"/>
              <a:gd name="connsiteX29715" fmla="*/ 165259 w 3114960"/>
              <a:gd name="connsiteY29715" fmla="*/ 2071211 h 5143785"/>
              <a:gd name="connsiteX29716" fmla="*/ 219647 w 3114960"/>
              <a:gd name="connsiteY29716" fmla="*/ 2020538 h 5143785"/>
              <a:gd name="connsiteX29717" fmla="*/ 297752 w 3114960"/>
              <a:gd name="connsiteY29717" fmla="*/ 2020538 h 5143785"/>
              <a:gd name="connsiteX29718" fmla="*/ 308801 w 3114960"/>
              <a:gd name="connsiteY29718" fmla="*/ 2029682 h 5143785"/>
              <a:gd name="connsiteX29719" fmla="*/ 320326 w 3114960"/>
              <a:gd name="connsiteY29719" fmla="*/ 2018157 h 5143785"/>
              <a:gd name="connsiteX29720" fmla="*/ 308801 w 3114960"/>
              <a:gd name="connsiteY29720" fmla="*/ 2006632 h 5143785"/>
              <a:gd name="connsiteX29721" fmla="*/ 297752 w 3114960"/>
              <a:gd name="connsiteY29721" fmla="*/ 2015776 h 5143785"/>
              <a:gd name="connsiteX29722" fmla="*/ 217742 w 3114960"/>
              <a:gd name="connsiteY29722" fmla="*/ 2015776 h 5143785"/>
              <a:gd name="connsiteX29723" fmla="*/ 162497 w 3114960"/>
              <a:gd name="connsiteY29723" fmla="*/ 2067306 h 5143785"/>
              <a:gd name="connsiteX29724" fmla="*/ 158782 w 3114960"/>
              <a:gd name="connsiteY29724" fmla="*/ 2066068 h 5143785"/>
              <a:gd name="connsiteX29725" fmla="*/ 146114 w 3114960"/>
              <a:gd name="connsiteY29725" fmla="*/ 2066068 h 5143785"/>
              <a:gd name="connsiteX29726" fmla="*/ 139256 w 3114960"/>
              <a:gd name="connsiteY29726" fmla="*/ 2072926 h 5143785"/>
              <a:gd name="connsiteX29727" fmla="*/ 139256 w 3114960"/>
              <a:gd name="connsiteY29727" fmla="*/ 2085594 h 5143785"/>
              <a:gd name="connsiteX29728" fmla="*/ 139256 w 3114960"/>
              <a:gd name="connsiteY29728" fmla="*/ 2085785 h 5143785"/>
              <a:gd name="connsiteX29729" fmla="*/ 127159 w 3114960"/>
              <a:gd name="connsiteY29729" fmla="*/ 2096453 h 5143785"/>
              <a:gd name="connsiteX29730" fmla="*/ 95 w 3114960"/>
              <a:gd name="connsiteY29730" fmla="*/ 2096453 h 5143785"/>
              <a:gd name="connsiteX29731" fmla="*/ 95 w 3114960"/>
              <a:gd name="connsiteY29731" fmla="*/ 2105978 h 5143785"/>
              <a:gd name="connsiteX29732" fmla="*/ 308705 w 3114960"/>
              <a:gd name="connsiteY29732" fmla="*/ 2011394 h 5143785"/>
              <a:gd name="connsiteX29733" fmla="*/ 315468 w 3114960"/>
              <a:gd name="connsiteY29733" fmla="*/ 2018157 h 5143785"/>
              <a:gd name="connsiteX29734" fmla="*/ 308705 w 3114960"/>
              <a:gd name="connsiteY29734" fmla="*/ 2024920 h 5143785"/>
              <a:gd name="connsiteX29735" fmla="*/ 301943 w 3114960"/>
              <a:gd name="connsiteY29735" fmla="*/ 2018157 h 5143785"/>
              <a:gd name="connsiteX29736" fmla="*/ 308705 w 3114960"/>
              <a:gd name="connsiteY29736" fmla="*/ 2011394 h 5143785"/>
              <a:gd name="connsiteX29737" fmla="*/ 143923 w 3114960"/>
              <a:gd name="connsiteY29737" fmla="*/ 2072831 h 5143785"/>
              <a:gd name="connsiteX29738" fmla="*/ 146018 w 3114960"/>
              <a:gd name="connsiteY29738" fmla="*/ 2070735 h 5143785"/>
              <a:gd name="connsiteX29739" fmla="*/ 158687 w 3114960"/>
              <a:gd name="connsiteY29739" fmla="*/ 2070735 h 5143785"/>
              <a:gd name="connsiteX29740" fmla="*/ 160782 w 3114960"/>
              <a:gd name="connsiteY29740" fmla="*/ 2072831 h 5143785"/>
              <a:gd name="connsiteX29741" fmla="*/ 160782 w 3114960"/>
              <a:gd name="connsiteY29741" fmla="*/ 2085499 h 5143785"/>
              <a:gd name="connsiteX29742" fmla="*/ 158687 w 3114960"/>
              <a:gd name="connsiteY29742" fmla="*/ 2087594 h 5143785"/>
              <a:gd name="connsiteX29743" fmla="*/ 146018 w 3114960"/>
              <a:gd name="connsiteY29743" fmla="*/ 2087594 h 5143785"/>
              <a:gd name="connsiteX29744" fmla="*/ 143923 w 3114960"/>
              <a:gd name="connsiteY29744" fmla="*/ 2085499 h 5143785"/>
              <a:gd name="connsiteX29745" fmla="*/ 143923 w 3114960"/>
              <a:gd name="connsiteY29745" fmla="*/ 2072831 h 5143785"/>
              <a:gd name="connsiteX29746" fmla="*/ 549688 w 3114960"/>
              <a:gd name="connsiteY29746" fmla="*/ 3376994 h 5143785"/>
              <a:gd name="connsiteX29747" fmla="*/ 542639 w 3114960"/>
              <a:gd name="connsiteY29747" fmla="*/ 3384042 h 5143785"/>
              <a:gd name="connsiteX29748" fmla="*/ 535591 w 3114960"/>
              <a:gd name="connsiteY29748" fmla="*/ 3376994 h 5143785"/>
              <a:gd name="connsiteX29749" fmla="*/ 542639 w 3114960"/>
              <a:gd name="connsiteY29749" fmla="*/ 3369945 h 5143785"/>
              <a:gd name="connsiteX29750" fmla="*/ 549688 w 3114960"/>
              <a:gd name="connsiteY29750" fmla="*/ 3376994 h 5143785"/>
              <a:gd name="connsiteX29751" fmla="*/ 2298859 w 3114960"/>
              <a:gd name="connsiteY29751" fmla="*/ 2961227 h 5143785"/>
              <a:gd name="connsiteX29752" fmla="*/ 2311527 w 3114960"/>
              <a:gd name="connsiteY29752" fmla="*/ 2947035 h 5143785"/>
              <a:gd name="connsiteX29753" fmla="*/ 2315051 w 3114960"/>
              <a:gd name="connsiteY29753" fmla="*/ 2950178 h 5143785"/>
              <a:gd name="connsiteX29754" fmla="*/ 2302383 w 3114960"/>
              <a:gd name="connsiteY29754" fmla="*/ 2964371 h 5143785"/>
              <a:gd name="connsiteX29755" fmla="*/ 2298859 w 3114960"/>
              <a:gd name="connsiteY29755" fmla="*/ 2961227 h 5143785"/>
              <a:gd name="connsiteX29756" fmla="*/ 2999423 w 3114960"/>
              <a:gd name="connsiteY29756" fmla="*/ 519875 h 5143785"/>
              <a:gd name="connsiteX29757" fmla="*/ 3008852 w 3114960"/>
              <a:gd name="connsiteY29757" fmla="*/ 526161 h 5143785"/>
              <a:gd name="connsiteX29758" fmla="*/ 3008852 w 3114960"/>
              <a:gd name="connsiteY29758" fmla="*/ 690944 h 5143785"/>
              <a:gd name="connsiteX29759" fmla="*/ 3042095 w 3114960"/>
              <a:gd name="connsiteY29759" fmla="*/ 729044 h 5143785"/>
              <a:gd name="connsiteX29760" fmla="*/ 3050096 w 3114960"/>
              <a:gd name="connsiteY29760" fmla="*/ 729044 h 5143785"/>
              <a:gd name="connsiteX29761" fmla="*/ 3050096 w 3114960"/>
              <a:gd name="connsiteY29761" fmla="*/ 736187 h 5143785"/>
              <a:gd name="connsiteX29762" fmla="*/ 3058763 w 3114960"/>
              <a:gd name="connsiteY29762" fmla="*/ 744855 h 5143785"/>
              <a:gd name="connsiteX29763" fmla="*/ 3097625 w 3114960"/>
              <a:gd name="connsiteY29763" fmla="*/ 744855 h 5143785"/>
              <a:gd name="connsiteX29764" fmla="*/ 3106293 w 3114960"/>
              <a:gd name="connsiteY29764" fmla="*/ 736187 h 5143785"/>
              <a:gd name="connsiteX29765" fmla="*/ 3106293 w 3114960"/>
              <a:gd name="connsiteY29765" fmla="*/ 731711 h 5143785"/>
              <a:gd name="connsiteX29766" fmla="*/ 3114866 w 3114960"/>
              <a:gd name="connsiteY29766" fmla="*/ 731711 h 5143785"/>
              <a:gd name="connsiteX29767" fmla="*/ 3114866 w 3114960"/>
              <a:gd name="connsiteY29767" fmla="*/ 726948 h 5143785"/>
              <a:gd name="connsiteX29768" fmla="*/ 3106293 w 3114960"/>
              <a:gd name="connsiteY29768" fmla="*/ 726948 h 5143785"/>
              <a:gd name="connsiteX29769" fmla="*/ 3106293 w 3114960"/>
              <a:gd name="connsiteY29769" fmla="*/ 722567 h 5143785"/>
              <a:gd name="connsiteX29770" fmla="*/ 3097625 w 3114960"/>
              <a:gd name="connsiteY29770" fmla="*/ 713899 h 5143785"/>
              <a:gd name="connsiteX29771" fmla="*/ 3058763 w 3114960"/>
              <a:gd name="connsiteY29771" fmla="*/ 713899 h 5143785"/>
              <a:gd name="connsiteX29772" fmla="*/ 3050096 w 3114960"/>
              <a:gd name="connsiteY29772" fmla="*/ 722471 h 5143785"/>
              <a:gd name="connsiteX29773" fmla="*/ 3050096 w 3114960"/>
              <a:gd name="connsiteY29773" fmla="*/ 724186 h 5143785"/>
              <a:gd name="connsiteX29774" fmla="*/ 3044285 w 3114960"/>
              <a:gd name="connsiteY29774" fmla="*/ 724186 h 5143785"/>
              <a:gd name="connsiteX29775" fmla="*/ 3013615 w 3114960"/>
              <a:gd name="connsiteY29775" fmla="*/ 689039 h 5143785"/>
              <a:gd name="connsiteX29776" fmla="*/ 3013615 w 3114960"/>
              <a:gd name="connsiteY29776" fmla="*/ 526066 h 5143785"/>
              <a:gd name="connsiteX29777" fmla="*/ 3018568 w 3114960"/>
              <a:gd name="connsiteY29777" fmla="*/ 524161 h 5143785"/>
              <a:gd name="connsiteX29778" fmla="*/ 3023045 w 3114960"/>
              <a:gd name="connsiteY29778" fmla="*/ 505015 h 5143785"/>
              <a:gd name="connsiteX29779" fmla="*/ 3003899 w 3114960"/>
              <a:gd name="connsiteY29779" fmla="*/ 500539 h 5143785"/>
              <a:gd name="connsiteX29780" fmla="*/ 2999423 w 3114960"/>
              <a:gd name="connsiteY29780" fmla="*/ 519684 h 5143785"/>
              <a:gd name="connsiteX29781" fmla="*/ 3091720 w 3114960"/>
              <a:gd name="connsiteY29781" fmla="*/ 718757 h 5143785"/>
              <a:gd name="connsiteX29782" fmla="*/ 3097625 w 3114960"/>
              <a:gd name="connsiteY29782" fmla="*/ 718757 h 5143785"/>
              <a:gd name="connsiteX29783" fmla="*/ 3101530 w 3114960"/>
              <a:gd name="connsiteY29783" fmla="*/ 722662 h 5143785"/>
              <a:gd name="connsiteX29784" fmla="*/ 3101530 w 3114960"/>
              <a:gd name="connsiteY29784" fmla="*/ 736283 h 5143785"/>
              <a:gd name="connsiteX29785" fmla="*/ 3097625 w 3114960"/>
              <a:gd name="connsiteY29785" fmla="*/ 740188 h 5143785"/>
              <a:gd name="connsiteX29786" fmla="*/ 3091720 w 3114960"/>
              <a:gd name="connsiteY29786" fmla="*/ 740188 h 5143785"/>
              <a:gd name="connsiteX29787" fmla="*/ 3091720 w 3114960"/>
              <a:gd name="connsiteY29787" fmla="*/ 718852 h 5143785"/>
              <a:gd name="connsiteX29788" fmla="*/ 3054858 w 3114960"/>
              <a:gd name="connsiteY29788" fmla="*/ 722567 h 5143785"/>
              <a:gd name="connsiteX29789" fmla="*/ 3058763 w 3114960"/>
              <a:gd name="connsiteY29789" fmla="*/ 718661 h 5143785"/>
              <a:gd name="connsiteX29790" fmla="*/ 3066384 w 3114960"/>
              <a:gd name="connsiteY29790" fmla="*/ 718661 h 5143785"/>
              <a:gd name="connsiteX29791" fmla="*/ 3066384 w 3114960"/>
              <a:gd name="connsiteY29791" fmla="*/ 739997 h 5143785"/>
              <a:gd name="connsiteX29792" fmla="*/ 3058763 w 3114960"/>
              <a:gd name="connsiteY29792" fmla="*/ 739997 h 5143785"/>
              <a:gd name="connsiteX29793" fmla="*/ 3054858 w 3114960"/>
              <a:gd name="connsiteY29793" fmla="*/ 736092 h 5143785"/>
              <a:gd name="connsiteX29794" fmla="*/ 3054858 w 3114960"/>
              <a:gd name="connsiteY29794" fmla="*/ 722471 h 5143785"/>
              <a:gd name="connsiteX29795" fmla="*/ 2806732 w 3114960"/>
              <a:gd name="connsiteY29795" fmla="*/ 2674525 h 5143785"/>
              <a:gd name="connsiteX29796" fmla="*/ 2801969 w 3114960"/>
              <a:gd name="connsiteY29796" fmla="*/ 2674525 h 5143785"/>
              <a:gd name="connsiteX29797" fmla="*/ 2801969 w 3114960"/>
              <a:gd name="connsiteY29797" fmla="*/ 2664619 h 5143785"/>
              <a:gd name="connsiteX29798" fmla="*/ 2806732 w 3114960"/>
              <a:gd name="connsiteY29798" fmla="*/ 2664619 h 5143785"/>
              <a:gd name="connsiteX29799" fmla="*/ 2806732 w 3114960"/>
              <a:gd name="connsiteY29799" fmla="*/ 2674525 h 5143785"/>
              <a:gd name="connsiteX29800" fmla="*/ 2927890 w 3114960"/>
              <a:gd name="connsiteY29800" fmla="*/ 3410426 h 5143785"/>
              <a:gd name="connsiteX29801" fmla="*/ 2929414 w 3114960"/>
              <a:gd name="connsiteY29801" fmla="*/ 3410998 h 5143785"/>
              <a:gd name="connsiteX29802" fmla="*/ 2974086 w 3114960"/>
              <a:gd name="connsiteY29802" fmla="*/ 3410998 h 5143785"/>
              <a:gd name="connsiteX29803" fmla="*/ 2975610 w 3114960"/>
              <a:gd name="connsiteY29803" fmla="*/ 3415189 h 5143785"/>
              <a:gd name="connsiteX29804" fmla="*/ 2983421 w 3114960"/>
              <a:gd name="connsiteY29804" fmla="*/ 3420809 h 5143785"/>
              <a:gd name="connsiteX29805" fmla="*/ 2986373 w 3114960"/>
              <a:gd name="connsiteY29805" fmla="*/ 3421190 h 5143785"/>
              <a:gd name="connsiteX29806" fmla="*/ 2998565 w 3114960"/>
              <a:gd name="connsiteY29806" fmla="*/ 3411569 h 5143785"/>
              <a:gd name="connsiteX29807" fmla="*/ 2997042 w 3114960"/>
              <a:gd name="connsiteY29807" fmla="*/ 3402044 h 5143785"/>
              <a:gd name="connsiteX29808" fmla="*/ 2989231 w 3114960"/>
              <a:gd name="connsiteY29808" fmla="*/ 3396425 h 5143785"/>
              <a:gd name="connsiteX29809" fmla="*/ 2974086 w 3114960"/>
              <a:gd name="connsiteY29809" fmla="*/ 3405664 h 5143785"/>
              <a:gd name="connsiteX29810" fmla="*/ 2974086 w 3114960"/>
              <a:gd name="connsiteY29810" fmla="*/ 3406235 h 5143785"/>
              <a:gd name="connsiteX29811" fmla="*/ 2930176 w 3114960"/>
              <a:gd name="connsiteY29811" fmla="*/ 3406235 h 5143785"/>
              <a:gd name="connsiteX29812" fmla="*/ 2857214 w 3114960"/>
              <a:gd name="connsiteY29812" fmla="*/ 3347276 h 5143785"/>
              <a:gd name="connsiteX29813" fmla="*/ 2871311 w 3114960"/>
              <a:gd name="connsiteY29813" fmla="*/ 3332607 h 5143785"/>
              <a:gd name="connsiteX29814" fmla="*/ 2961894 w 3114960"/>
              <a:gd name="connsiteY29814" fmla="*/ 3332607 h 5143785"/>
              <a:gd name="connsiteX29815" fmla="*/ 2970467 w 3114960"/>
              <a:gd name="connsiteY29815" fmla="*/ 3338608 h 5143785"/>
              <a:gd name="connsiteX29816" fmla="*/ 2978849 w 3114960"/>
              <a:gd name="connsiteY29816" fmla="*/ 3329369 h 5143785"/>
              <a:gd name="connsiteX29817" fmla="*/ 2969609 w 3114960"/>
              <a:gd name="connsiteY29817" fmla="*/ 3320987 h 5143785"/>
              <a:gd name="connsiteX29818" fmla="*/ 2961609 w 3114960"/>
              <a:gd name="connsiteY29818" fmla="*/ 3327845 h 5143785"/>
              <a:gd name="connsiteX29819" fmla="*/ 2870263 w 3114960"/>
              <a:gd name="connsiteY29819" fmla="*/ 3327845 h 5143785"/>
              <a:gd name="connsiteX29820" fmla="*/ 2868549 w 3114960"/>
              <a:gd name="connsiteY29820" fmla="*/ 3328607 h 5143785"/>
              <a:gd name="connsiteX29821" fmla="*/ 2851976 w 3114960"/>
              <a:gd name="connsiteY29821" fmla="*/ 3345847 h 5143785"/>
              <a:gd name="connsiteX29822" fmla="*/ 2851309 w 3114960"/>
              <a:gd name="connsiteY29822" fmla="*/ 3347657 h 5143785"/>
              <a:gd name="connsiteX29823" fmla="*/ 2852166 w 3114960"/>
              <a:gd name="connsiteY29823" fmla="*/ 3349371 h 5143785"/>
              <a:gd name="connsiteX29824" fmla="*/ 2927795 w 3114960"/>
              <a:gd name="connsiteY29824" fmla="*/ 3410522 h 5143785"/>
              <a:gd name="connsiteX29825" fmla="*/ 2978753 w 3114960"/>
              <a:gd name="connsiteY29825" fmla="*/ 3406807 h 5143785"/>
              <a:gd name="connsiteX29826" fmla="*/ 2986373 w 3114960"/>
              <a:gd name="connsiteY29826" fmla="*/ 3400806 h 5143785"/>
              <a:gd name="connsiteX29827" fmla="*/ 2988183 w 3114960"/>
              <a:gd name="connsiteY29827" fmla="*/ 3400997 h 5143785"/>
              <a:gd name="connsiteX29828" fmla="*/ 2993041 w 3114960"/>
              <a:gd name="connsiteY29828" fmla="*/ 3404521 h 5143785"/>
              <a:gd name="connsiteX29829" fmla="*/ 2993993 w 3114960"/>
              <a:gd name="connsiteY29829" fmla="*/ 3410426 h 5143785"/>
              <a:gd name="connsiteX29830" fmla="*/ 2984563 w 3114960"/>
              <a:gd name="connsiteY29830" fmla="*/ 3416142 h 5143785"/>
              <a:gd name="connsiteX29831" fmla="*/ 2979706 w 3114960"/>
              <a:gd name="connsiteY29831" fmla="*/ 3412617 h 5143785"/>
              <a:gd name="connsiteX29832" fmla="*/ 2978753 w 3114960"/>
              <a:gd name="connsiteY29832" fmla="*/ 3406712 h 5143785"/>
              <a:gd name="connsiteX29833" fmla="*/ 2806732 w 3114960"/>
              <a:gd name="connsiteY29833" fmla="*/ 2694337 h 5143785"/>
              <a:gd name="connsiteX29834" fmla="*/ 2801969 w 3114960"/>
              <a:gd name="connsiteY29834" fmla="*/ 2694337 h 5143785"/>
              <a:gd name="connsiteX29835" fmla="*/ 2801969 w 3114960"/>
              <a:gd name="connsiteY29835" fmla="*/ 2684431 h 5143785"/>
              <a:gd name="connsiteX29836" fmla="*/ 2806732 w 3114960"/>
              <a:gd name="connsiteY29836" fmla="*/ 2684431 h 5143785"/>
              <a:gd name="connsiteX29837" fmla="*/ 2806732 w 3114960"/>
              <a:gd name="connsiteY29837" fmla="*/ 2694337 h 5143785"/>
              <a:gd name="connsiteX29838" fmla="*/ 2801969 w 3114960"/>
              <a:gd name="connsiteY29838" fmla="*/ 2704338 h 5143785"/>
              <a:gd name="connsiteX29839" fmla="*/ 2806732 w 3114960"/>
              <a:gd name="connsiteY29839" fmla="*/ 2704338 h 5143785"/>
              <a:gd name="connsiteX29840" fmla="*/ 2806732 w 3114960"/>
              <a:gd name="connsiteY29840" fmla="*/ 2714244 h 5143785"/>
              <a:gd name="connsiteX29841" fmla="*/ 2801969 w 3114960"/>
              <a:gd name="connsiteY29841" fmla="*/ 2714244 h 5143785"/>
              <a:gd name="connsiteX29842" fmla="*/ 2801969 w 3114960"/>
              <a:gd name="connsiteY29842" fmla="*/ 2704338 h 5143785"/>
              <a:gd name="connsiteX29843" fmla="*/ 91345 w 3114960"/>
              <a:gd name="connsiteY29843" fmla="*/ 2298859 h 5143785"/>
              <a:gd name="connsiteX29844" fmla="*/ 103823 w 3114960"/>
              <a:gd name="connsiteY29844" fmla="*/ 2309146 h 5143785"/>
              <a:gd name="connsiteX29845" fmla="*/ 116586 w 3114960"/>
              <a:gd name="connsiteY29845" fmla="*/ 2296192 h 5143785"/>
              <a:gd name="connsiteX29846" fmla="*/ 103823 w 3114960"/>
              <a:gd name="connsiteY29846" fmla="*/ 2283238 h 5143785"/>
              <a:gd name="connsiteX29847" fmla="*/ 91250 w 3114960"/>
              <a:gd name="connsiteY29847" fmla="*/ 2294096 h 5143785"/>
              <a:gd name="connsiteX29848" fmla="*/ 95 w 3114960"/>
              <a:gd name="connsiteY29848" fmla="*/ 2293906 h 5143785"/>
              <a:gd name="connsiteX29849" fmla="*/ 95 w 3114960"/>
              <a:gd name="connsiteY29849" fmla="*/ 2298668 h 5143785"/>
              <a:gd name="connsiteX29850" fmla="*/ 91345 w 3114960"/>
              <a:gd name="connsiteY29850" fmla="*/ 2298859 h 5143785"/>
              <a:gd name="connsiteX29851" fmla="*/ 103823 w 3114960"/>
              <a:gd name="connsiteY29851" fmla="*/ 2288000 h 5143785"/>
              <a:gd name="connsiteX29852" fmla="*/ 111823 w 3114960"/>
              <a:gd name="connsiteY29852" fmla="*/ 2296192 h 5143785"/>
              <a:gd name="connsiteX29853" fmla="*/ 103823 w 3114960"/>
              <a:gd name="connsiteY29853" fmla="*/ 2304383 h 5143785"/>
              <a:gd name="connsiteX29854" fmla="*/ 95822 w 3114960"/>
              <a:gd name="connsiteY29854" fmla="*/ 2296192 h 5143785"/>
              <a:gd name="connsiteX29855" fmla="*/ 103823 w 3114960"/>
              <a:gd name="connsiteY29855" fmla="*/ 2288000 h 5143785"/>
              <a:gd name="connsiteX29856" fmla="*/ 2814923 w 3114960"/>
              <a:gd name="connsiteY29856" fmla="*/ 2659856 h 5143785"/>
              <a:gd name="connsiteX29857" fmla="*/ 2794826 w 3114960"/>
              <a:gd name="connsiteY29857" fmla="*/ 2659856 h 5143785"/>
              <a:gd name="connsiteX29858" fmla="*/ 2788825 w 3114960"/>
              <a:gd name="connsiteY29858" fmla="*/ 2653855 h 5143785"/>
              <a:gd name="connsiteX29859" fmla="*/ 2788825 w 3114960"/>
              <a:gd name="connsiteY29859" fmla="*/ 2633758 h 5143785"/>
              <a:gd name="connsiteX29860" fmla="*/ 2794826 w 3114960"/>
              <a:gd name="connsiteY29860" fmla="*/ 2627757 h 5143785"/>
              <a:gd name="connsiteX29861" fmla="*/ 2814923 w 3114960"/>
              <a:gd name="connsiteY29861" fmla="*/ 2627757 h 5143785"/>
              <a:gd name="connsiteX29862" fmla="*/ 2820924 w 3114960"/>
              <a:gd name="connsiteY29862" fmla="*/ 2633758 h 5143785"/>
              <a:gd name="connsiteX29863" fmla="*/ 2820924 w 3114960"/>
              <a:gd name="connsiteY29863" fmla="*/ 2653855 h 5143785"/>
              <a:gd name="connsiteX29864" fmla="*/ 2814923 w 3114960"/>
              <a:gd name="connsiteY29864" fmla="*/ 2659856 h 5143785"/>
              <a:gd name="connsiteX29865" fmla="*/ 3078480 w 3114960"/>
              <a:gd name="connsiteY29865" fmla="*/ 3969544 h 5143785"/>
              <a:gd name="connsiteX29866" fmla="*/ 3089243 w 3114960"/>
              <a:gd name="connsiteY29866" fmla="*/ 3958780 h 5143785"/>
              <a:gd name="connsiteX29867" fmla="*/ 3114770 w 3114960"/>
              <a:gd name="connsiteY29867" fmla="*/ 3958780 h 5143785"/>
              <a:gd name="connsiteX29868" fmla="*/ 3114770 w 3114960"/>
              <a:gd name="connsiteY29868" fmla="*/ 3963543 h 5143785"/>
              <a:gd name="connsiteX29869" fmla="*/ 3089243 w 3114960"/>
              <a:gd name="connsiteY29869" fmla="*/ 3963543 h 5143785"/>
              <a:gd name="connsiteX29870" fmla="*/ 3083243 w 3114960"/>
              <a:gd name="connsiteY29870" fmla="*/ 3969544 h 5143785"/>
              <a:gd name="connsiteX29871" fmla="*/ 3089243 w 3114960"/>
              <a:gd name="connsiteY29871" fmla="*/ 3975545 h 5143785"/>
              <a:gd name="connsiteX29872" fmla="*/ 3114770 w 3114960"/>
              <a:gd name="connsiteY29872" fmla="*/ 3975545 h 5143785"/>
              <a:gd name="connsiteX29873" fmla="*/ 3114770 w 3114960"/>
              <a:gd name="connsiteY29873" fmla="*/ 3980307 h 5143785"/>
              <a:gd name="connsiteX29874" fmla="*/ 3089243 w 3114960"/>
              <a:gd name="connsiteY29874" fmla="*/ 3980307 h 5143785"/>
              <a:gd name="connsiteX29875" fmla="*/ 3078480 w 3114960"/>
              <a:gd name="connsiteY29875" fmla="*/ 3969544 h 5143785"/>
              <a:gd name="connsiteX29876" fmla="*/ 2215325 w 3114960"/>
              <a:gd name="connsiteY29876" fmla="*/ 2442972 h 5143785"/>
              <a:gd name="connsiteX29877" fmla="*/ 2202561 w 3114960"/>
              <a:gd name="connsiteY29877" fmla="*/ 2430875 h 5143785"/>
              <a:gd name="connsiteX29878" fmla="*/ 2205800 w 3114960"/>
              <a:gd name="connsiteY29878" fmla="*/ 2427446 h 5143785"/>
              <a:gd name="connsiteX29879" fmla="*/ 2218563 w 3114960"/>
              <a:gd name="connsiteY29879" fmla="*/ 2439543 h 5143785"/>
              <a:gd name="connsiteX29880" fmla="*/ 2215325 w 3114960"/>
              <a:gd name="connsiteY29880" fmla="*/ 2442972 h 5143785"/>
              <a:gd name="connsiteX29881" fmla="*/ 2221040 w 3114960"/>
              <a:gd name="connsiteY29881" fmla="*/ 2506694 h 5143785"/>
              <a:gd name="connsiteX29882" fmla="*/ 2207609 w 3114960"/>
              <a:gd name="connsiteY29882" fmla="*/ 2493931 h 5143785"/>
              <a:gd name="connsiteX29883" fmla="*/ 2210848 w 3114960"/>
              <a:gd name="connsiteY29883" fmla="*/ 2490502 h 5143785"/>
              <a:gd name="connsiteX29884" fmla="*/ 2224278 w 3114960"/>
              <a:gd name="connsiteY29884" fmla="*/ 2503265 h 5143785"/>
              <a:gd name="connsiteX29885" fmla="*/ 2221040 w 3114960"/>
              <a:gd name="connsiteY29885" fmla="*/ 2506694 h 5143785"/>
              <a:gd name="connsiteX29886" fmla="*/ 294894 w 3114960"/>
              <a:gd name="connsiteY29886" fmla="*/ 3020092 h 5143785"/>
              <a:gd name="connsiteX29887" fmla="*/ 294894 w 3114960"/>
              <a:gd name="connsiteY29887" fmla="*/ 3038856 h 5143785"/>
              <a:gd name="connsiteX29888" fmla="*/ 291084 w 3114960"/>
              <a:gd name="connsiteY29888" fmla="*/ 3042666 h 5143785"/>
              <a:gd name="connsiteX29889" fmla="*/ 272320 w 3114960"/>
              <a:gd name="connsiteY29889" fmla="*/ 3042666 h 5143785"/>
              <a:gd name="connsiteX29890" fmla="*/ 268510 w 3114960"/>
              <a:gd name="connsiteY29890" fmla="*/ 3038856 h 5143785"/>
              <a:gd name="connsiteX29891" fmla="*/ 268510 w 3114960"/>
              <a:gd name="connsiteY29891" fmla="*/ 3020092 h 5143785"/>
              <a:gd name="connsiteX29892" fmla="*/ 272320 w 3114960"/>
              <a:gd name="connsiteY29892" fmla="*/ 3016282 h 5143785"/>
              <a:gd name="connsiteX29893" fmla="*/ 291084 w 3114960"/>
              <a:gd name="connsiteY29893" fmla="*/ 3016282 h 5143785"/>
              <a:gd name="connsiteX29894" fmla="*/ 294894 w 3114960"/>
              <a:gd name="connsiteY29894" fmla="*/ 3020092 h 5143785"/>
              <a:gd name="connsiteX29895" fmla="*/ 2167604 w 3114960"/>
              <a:gd name="connsiteY29895" fmla="*/ 2390966 h 5143785"/>
              <a:gd name="connsiteX29896" fmla="*/ 2164366 w 3114960"/>
              <a:gd name="connsiteY29896" fmla="*/ 2394395 h 5143785"/>
              <a:gd name="connsiteX29897" fmla="*/ 2157508 w 3114960"/>
              <a:gd name="connsiteY29897" fmla="*/ 2387822 h 5143785"/>
              <a:gd name="connsiteX29898" fmla="*/ 2160746 w 3114960"/>
              <a:gd name="connsiteY29898" fmla="*/ 2384393 h 5143785"/>
              <a:gd name="connsiteX29899" fmla="*/ 2167604 w 3114960"/>
              <a:gd name="connsiteY29899" fmla="*/ 2390966 h 5143785"/>
              <a:gd name="connsiteX29900" fmla="*/ 2396681 w 3114960"/>
              <a:gd name="connsiteY29900" fmla="*/ 2488216 h 5143785"/>
              <a:gd name="connsiteX29901" fmla="*/ 2382203 w 3114960"/>
              <a:gd name="connsiteY29901" fmla="*/ 2474214 h 5143785"/>
              <a:gd name="connsiteX29902" fmla="*/ 2385536 w 3114960"/>
              <a:gd name="connsiteY29902" fmla="*/ 2470785 h 5143785"/>
              <a:gd name="connsiteX29903" fmla="*/ 2400014 w 3114960"/>
              <a:gd name="connsiteY29903" fmla="*/ 2484787 h 5143785"/>
              <a:gd name="connsiteX29904" fmla="*/ 2396681 w 3114960"/>
              <a:gd name="connsiteY29904" fmla="*/ 2488216 h 5143785"/>
              <a:gd name="connsiteX29905" fmla="*/ 2370963 w 3114960"/>
              <a:gd name="connsiteY29905" fmla="*/ 2456784 h 5143785"/>
              <a:gd name="connsiteX29906" fmla="*/ 2367629 w 3114960"/>
              <a:gd name="connsiteY29906" fmla="*/ 2460212 h 5143785"/>
              <a:gd name="connsiteX29907" fmla="*/ 2353151 w 3114960"/>
              <a:gd name="connsiteY29907" fmla="*/ 2446211 h 5143785"/>
              <a:gd name="connsiteX29908" fmla="*/ 2356485 w 3114960"/>
              <a:gd name="connsiteY29908" fmla="*/ 2442782 h 5143785"/>
              <a:gd name="connsiteX29909" fmla="*/ 2370963 w 3114960"/>
              <a:gd name="connsiteY29909" fmla="*/ 2456784 h 5143785"/>
              <a:gd name="connsiteX29910" fmla="*/ 2342007 w 3114960"/>
              <a:gd name="connsiteY29910" fmla="*/ 2428780 h 5143785"/>
              <a:gd name="connsiteX29911" fmla="*/ 2338673 w 3114960"/>
              <a:gd name="connsiteY29911" fmla="*/ 2432209 h 5143785"/>
              <a:gd name="connsiteX29912" fmla="*/ 2324195 w 3114960"/>
              <a:gd name="connsiteY29912" fmla="*/ 2418207 h 5143785"/>
              <a:gd name="connsiteX29913" fmla="*/ 2327529 w 3114960"/>
              <a:gd name="connsiteY29913" fmla="*/ 2414778 h 5143785"/>
              <a:gd name="connsiteX29914" fmla="*/ 2342007 w 3114960"/>
              <a:gd name="connsiteY29914" fmla="*/ 2428780 h 5143785"/>
              <a:gd name="connsiteX29915" fmla="*/ 517779 w 3114960"/>
              <a:gd name="connsiteY29915" fmla="*/ 3223641 h 5143785"/>
              <a:gd name="connsiteX29916" fmla="*/ 517779 w 3114960"/>
              <a:gd name="connsiteY29916" fmla="*/ 3228404 h 5143785"/>
              <a:gd name="connsiteX29917" fmla="*/ 499777 w 3114960"/>
              <a:gd name="connsiteY29917" fmla="*/ 3228404 h 5143785"/>
              <a:gd name="connsiteX29918" fmla="*/ 499777 w 3114960"/>
              <a:gd name="connsiteY29918" fmla="*/ 3223641 h 5143785"/>
              <a:gd name="connsiteX29919" fmla="*/ 517779 w 3114960"/>
              <a:gd name="connsiteY29919" fmla="*/ 3223641 h 5143785"/>
              <a:gd name="connsiteX29920" fmla="*/ 481870 w 3114960"/>
              <a:gd name="connsiteY29920" fmla="*/ 3228404 h 5143785"/>
              <a:gd name="connsiteX29921" fmla="*/ 471202 w 3114960"/>
              <a:gd name="connsiteY29921" fmla="*/ 3228404 h 5143785"/>
              <a:gd name="connsiteX29922" fmla="*/ 464630 w 3114960"/>
              <a:gd name="connsiteY29922" fmla="*/ 3220022 h 5143785"/>
              <a:gd name="connsiteX29923" fmla="*/ 468344 w 3114960"/>
              <a:gd name="connsiteY29923" fmla="*/ 3217069 h 5143785"/>
              <a:gd name="connsiteX29924" fmla="*/ 473488 w 3114960"/>
              <a:gd name="connsiteY29924" fmla="*/ 3223641 h 5143785"/>
              <a:gd name="connsiteX29925" fmla="*/ 481870 w 3114960"/>
              <a:gd name="connsiteY29925" fmla="*/ 3223641 h 5143785"/>
              <a:gd name="connsiteX29926" fmla="*/ 481870 w 3114960"/>
              <a:gd name="connsiteY29926" fmla="*/ 3228404 h 5143785"/>
              <a:gd name="connsiteX29927" fmla="*/ 2434019 w 3114960"/>
              <a:gd name="connsiteY29927" fmla="*/ 2495645 h 5143785"/>
              <a:gd name="connsiteX29928" fmla="*/ 2434019 w 3114960"/>
              <a:gd name="connsiteY29928" fmla="*/ 2500408 h 5143785"/>
              <a:gd name="connsiteX29929" fmla="*/ 2413826 w 3114960"/>
              <a:gd name="connsiteY29929" fmla="*/ 2500408 h 5143785"/>
              <a:gd name="connsiteX29930" fmla="*/ 2413826 w 3114960"/>
              <a:gd name="connsiteY29930" fmla="*/ 2495645 h 5143785"/>
              <a:gd name="connsiteX29931" fmla="*/ 2434019 w 3114960"/>
              <a:gd name="connsiteY29931" fmla="*/ 2495645 h 5143785"/>
              <a:gd name="connsiteX29932" fmla="*/ 2458403 w 3114960"/>
              <a:gd name="connsiteY29932" fmla="*/ 2337054 h 5143785"/>
              <a:gd name="connsiteX29933" fmla="*/ 2449259 w 3114960"/>
              <a:gd name="connsiteY29933" fmla="*/ 2351437 h 5143785"/>
              <a:gd name="connsiteX29934" fmla="*/ 2434876 w 3114960"/>
              <a:gd name="connsiteY29934" fmla="*/ 2342293 h 5143785"/>
              <a:gd name="connsiteX29935" fmla="*/ 2444020 w 3114960"/>
              <a:gd name="connsiteY29935" fmla="*/ 2327910 h 5143785"/>
              <a:gd name="connsiteX29936" fmla="*/ 2458403 w 3114960"/>
              <a:gd name="connsiteY29936" fmla="*/ 2337054 h 5143785"/>
              <a:gd name="connsiteX29937" fmla="*/ 2335054 w 3114960"/>
              <a:gd name="connsiteY29937" fmla="*/ 1859852 h 5143785"/>
              <a:gd name="connsiteX29938" fmla="*/ 2321052 w 3114960"/>
              <a:gd name="connsiteY29938" fmla="*/ 1845850 h 5143785"/>
              <a:gd name="connsiteX29939" fmla="*/ 2307050 w 3114960"/>
              <a:gd name="connsiteY29939" fmla="*/ 1859852 h 5143785"/>
              <a:gd name="connsiteX29940" fmla="*/ 2318671 w 3114960"/>
              <a:gd name="connsiteY29940" fmla="*/ 1873568 h 5143785"/>
              <a:gd name="connsiteX29941" fmla="*/ 2318671 w 3114960"/>
              <a:gd name="connsiteY29941" fmla="*/ 2057495 h 5143785"/>
              <a:gd name="connsiteX29942" fmla="*/ 2314575 w 3114960"/>
              <a:gd name="connsiteY29942" fmla="*/ 2057495 h 5143785"/>
              <a:gd name="connsiteX29943" fmla="*/ 2309527 w 3114960"/>
              <a:gd name="connsiteY29943" fmla="*/ 2062544 h 5143785"/>
              <a:gd name="connsiteX29944" fmla="*/ 2309527 w 3114960"/>
              <a:gd name="connsiteY29944" fmla="*/ 2075498 h 5143785"/>
              <a:gd name="connsiteX29945" fmla="*/ 2314575 w 3114960"/>
              <a:gd name="connsiteY29945" fmla="*/ 2080546 h 5143785"/>
              <a:gd name="connsiteX29946" fmla="*/ 2318671 w 3114960"/>
              <a:gd name="connsiteY29946" fmla="*/ 2080546 h 5143785"/>
              <a:gd name="connsiteX29947" fmla="*/ 2318671 w 3114960"/>
              <a:gd name="connsiteY29947" fmla="*/ 2123599 h 5143785"/>
              <a:gd name="connsiteX29948" fmla="*/ 2273141 w 3114960"/>
              <a:gd name="connsiteY29948" fmla="*/ 2178177 h 5143785"/>
              <a:gd name="connsiteX29949" fmla="*/ 2273141 w 3114960"/>
              <a:gd name="connsiteY29949" fmla="*/ 2360105 h 5143785"/>
              <a:gd name="connsiteX29950" fmla="*/ 2277904 w 3114960"/>
              <a:gd name="connsiteY29950" fmla="*/ 2360105 h 5143785"/>
              <a:gd name="connsiteX29951" fmla="*/ 2277904 w 3114960"/>
              <a:gd name="connsiteY29951" fmla="*/ 2179892 h 5143785"/>
              <a:gd name="connsiteX29952" fmla="*/ 2323433 w 3114960"/>
              <a:gd name="connsiteY29952" fmla="*/ 2125313 h 5143785"/>
              <a:gd name="connsiteX29953" fmla="*/ 2323433 w 3114960"/>
              <a:gd name="connsiteY29953" fmla="*/ 2080546 h 5143785"/>
              <a:gd name="connsiteX29954" fmla="*/ 2327529 w 3114960"/>
              <a:gd name="connsiteY29954" fmla="*/ 2080546 h 5143785"/>
              <a:gd name="connsiteX29955" fmla="*/ 2332577 w 3114960"/>
              <a:gd name="connsiteY29955" fmla="*/ 2075498 h 5143785"/>
              <a:gd name="connsiteX29956" fmla="*/ 2332577 w 3114960"/>
              <a:gd name="connsiteY29956" fmla="*/ 2062544 h 5143785"/>
              <a:gd name="connsiteX29957" fmla="*/ 2327529 w 3114960"/>
              <a:gd name="connsiteY29957" fmla="*/ 2057495 h 5143785"/>
              <a:gd name="connsiteX29958" fmla="*/ 2323433 w 3114960"/>
              <a:gd name="connsiteY29958" fmla="*/ 2057495 h 5143785"/>
              <a:gd name="connsiteX29959" fmla="*/ 2323433 w 3114960"/>
              <a:gd name="connsiteY29959" fmla="*/ 1873568 h 5143785"/>
              <a:gd name="connsiteX29960" fmla="*/ 2335054 w 3114960"/>
              <a:gd name="connsiteY29960" fmla="*/ 1859852 h 5143785"/>
              <a:gd name="connsiteX29961" fmla="*/ 2327910 w 3114960"/>
              <a:gd name="connsiteY29961" fmla="*/ 2062544 h 5143785"/>
              <a:gd name="connsiteX29962" fmla="*/ 2327910 w 3114960"/>
              <a:gd name="connsiteY29962" fmla="*/ 2075498 h 5143785"/>
              <a:gd name="connsiteX29963" fmla="*/ 2327624 w 3114960"/>
              <a:gd name="connsiteY29963" fmla="*/ 2075783 h 5143785"/>
              <a:gd name="connsiteX29964" fmla="*/ 2314385 w 3114960"/>
              <a:gd name="connsiteY29964" fmla="*/ 2075498 h 5143785"/>
              <a:gd name="connsiteX29965" fmla="*/ 2314670 w 3114960"/>
              <a:gd name="connsiteY29965" fmla="*/ 2062258 h 5143785"/>
              <a:gd name="connsiteX29966" fmla="*/ 2327910 w 3114960"/>
              <a:gd name="connsiteY29966" fmla="*/ 2062544 h 5143785"/>
              <a:gd name="connsiteX29967" fmla="*/ 2321147 w 3114960"/>
              <a:gd name="connsiteY29967" fmla="*/ 1869091 h 5143785"/>
              <a:gd name="connsiteX29968" fmla="*/ 2311908 w 3114960"/>
              <a:gd name="connsiteY29968" fmla="*/ 1859852 h 5143785"/>
              <a:gd name="connsiteX29969" fmla="*/ 2321147 w 3114960"/>
              <a:gd name="connsiteY29969" fmla="*/ 1850612 h 5143785"/>
              <a:gd name="connsiteX29970" fmla="*/ 2330387 w 3114960"/>
              <a:gd name="connsiteY29970" fmla="*/ 1859852 h 5143785"/>
              <a:gd name="connsiteX29971" fmla="*/ 2321147 w 3114960"/>
              <a:gd name="connsiteY29971" fmla="*/ 1869091 h 5143785"/>
              <a:gd name="connsiteX29972" fmla="*/ 2295144 w 3114960"/>
              <a:gd name="connsiteY29972" fmla="*/ 2390204 h 5143785"/>
              <a:gd name="connsiteX29973" fmla="*/ 2298478 w 3114960"/>
              <a:gd name="connsiteY29973" fmla="*/ 2386775 h 5143785"/>
              <a:gd name="connsiteX29974" fmla="*/ 2312956 w 3114960"/>
              <a:gd name="connsiteY29974" fmla="*/ 2400776 h 5143785"/>
              <a:gd name="connsiteX29975" fmla="*/ 2309622 w 3114960"/>
              <a:gd name="connsiteY29975" fmla="*/ 2404205 h 5143785"/>
              <a:gd name="connsiteX29976" fmla="*/ 2295144 w 3114960"/>
              <a:gd name="connsiteY29976" fmla="*/ 2390204 h 5143785"/>
              <a:gd name="connsiteX29977" fmla="*/ 2277047 w 3114960"/>
              <a:gd name="connsiteY29977" fmla="*/ 2366201 h 5143785"/>
              <a:gd name="connsiteX29978" fmla="*/ 2283905 w 3114960"/>
              <a:gd name="connsiteY29978" fmla="*/ 2372773 h 5143785"/>
              <a:gd name="connsiteX29979" fmla="*/ 2280571 w 3114960"/>
              <a:gd name="connsiteY29979" fmla="*/ 2376202 h 5143785"/>
              <a:gd name="connsiteX29980" fmla="*/ 2273713 w 3114960"/>
              <a:gd name="connsiteY29980" fmla="*/ 2369630 h 5143785"/>
              <a:gd name="connsiteX29981" fmla="*/ 2277047 w 3114960"/>
              <a:gd name="connsiteY29981" fmla="*/ 2366201 h 5143785"/>
              <a:gd name="connsiteX29982" fmla="*/ 2157032 w 3114960"/>
              <a:gd name="connsiteY29982" fmla="*/ 2439162 h 5143785"/>
              <a:gd name="connsiteX29983" fmla="*/ 2170462 w 3114960"/>
              <a:gd name="connsiteY29983" fmla="*/ 2451926 h 5143785"/>
              <a:gd name="connsiteX29984" fmla="*/ 2167223 w 3114960"/>
              <a:gd name="connsiteY29984" fmla="*/ 2455355 h 5143785"/>
              <a:gd name="connsiteX29985" fmla="*/ 2153793 w 3114960"/>
              <a:gd name="connsiteY29985" fmla="*/ 2442591 h 5143785"/>
              <a:gd name="connsiteX29986" fmla="*/ 2157032 w 3114960"/>
              <a:gd name="connsiteY29986" fmla="*/ 2439162 h 5143785"/>
              <a:gd name="connsiteX29987" fmla="*/ 2492693 w 3114960"/>
              <a:gd name="connsiteY29987" fmla="*/ 2026063 h 5143785"/>
              <a:gd name="connsiteX29988" fmla="*/ 2492693 w 3114960"/>
              <a:gd name="connsiteY29988" fmla="*/ 1987201 h 5143785"/>
              <a:gd name="connsiteX29989" fmla="*/ 2481739 w 3114960"/>
              <a:gd name="connsiteY29989" fmla="*/ 1977485 h 5143785"/>
              <a:gd name="connsiteX29990" fmla="*/ 2479072 w 3114960"/>
              <a:gd name="connsiteY29990" fmla="*/ 1977485 h 5143785"/>
              <a:gd name="connsiteX29991" fmla="*/ 2478691 w 3114960"/>
              <a:gd name="connsiteY29991" fmla="*/ 1861376 h 5143785"/>
              <a:gd name="connsiteX29992" fmla="*/ 2506599 w 3114960"/>
              <a:gd name="connsiteY29992" fmla="*/ 1840230 h 5143785"/>
              <a:gd name="connsiteX29993" fmla="*/ 2516219 w 3114960"/>
              <a:gd name="connsiteY29993" fmla="*/ 1844135 h 5143785"/>
              <a:gd name="connsiteX29994" fmla="*/ 2530221 w 3114960"/>
              <a:gd name="connsiteY29994" fmla="*/ 1830134 h 5143785"/>
              <a:gd name="connsiteX29995" fmla="*/ 2516219 w 3114960"/>
              <a:gd name="connsiteY29995" fmla="*/ 1816132 h 5143785"/>
              <a:gd name="connsiteX29996" fmla="*/ 2502218 w 3114960"/>
              <a:gd name="connsiteY29996" fmla="*/ 1830134 h 5143785"/>
              <a:gd name="connsiteX29997" fmla="*/ 2503742 w 3114960"/>
              <a:gd name="connsiteY29997" fmla="*/ 1836420 h 5143785"/>
              <a:gd name="connsiteX29998" fmla="*/ 2473928 w 3114960"/>
              <a:gd name="connsiteY29998" fmla="*/ 1859090 h 5143785"/>
              <a:gd name="connsiteX29999" fmla="*/ 2474309 w 3114960"/>
              <a:gd name="connsiteY29999" fmla="*/ 1977581 h 5143785"/>
              <a:gd name="connsiteX30000" fmla="*/ 2471642 w 3114960"/>
              <a:gd name="connsiteY30000" fmla="*/ 1977581 h 5143785"/>
              <a:gd name="connsiteX30001" fmla="*/ 2460688 w 3114960"/>
              <a:gd name="connsiteY30001" fmla="*/ 1987296 h 5143785"/>
              <a:gd name="connsiteX30002" fmla="*/ 2460688 w 3114960"/>
              <a:gd name="connsiteY30002" fmla="*/ 2026158 h 5143785"/>
              <a:gd name="connsiteX30003" fmla="*/ 2471642 w 3114960"/>
              <a:gd name="connsiteY30003" fmla="*/ 2035874 h 5143785"/>
              <a:gd name="connsiteX30004" fmla="*/ 2473738 w 3114960"/>
              <a:gd name="connsiteY30004" fmla="*/ 2035874 h 5143785"/>
              <a:gd name="connsiteX30005" fmla="*/ 2472690 w 3114960"/>
              <a:gd name="connsiteY30005" fmla="*/ 2035874 h 5143785"/>
              <a:gd name="connsiteX30006" fmla="*/ 2473452 w 3114960"/>
              <a:gd name="connsiteY30006" fmla="*/ 2120837 h 5143785"/>
              <a:gd name="connsiteX30007" fmla="*/ 2443353 w 3114960"/>
              <a:gd name="connsiteY30007" fmla="*/ 2161699 h 5143785"/>
              <a:gd name="connsiteX30008" fmla="*/ 2443353 w 3114960"/>
              <a:gd name="connsiteY30008" fmla="*/ 2327720 h 5143785"/>
              <a:gd name="connsiteX30009" fmla="*/ 2450497 w 3114960"/>
              <a:gd name="connsiteY30009" fmla="*/ 2327720 h 5143785"/>
              <a:gd name="connsiteX30010" fmla="*/ 2450497 w 3114960"/>
              <a:gd name="connsiteY30010" fmla="*/ 2164080 h 5143785"/>
              <a:gd name="connsiteX30011" fmla="*/ 2480596 w 3114960"/>
              <a:gd name="connsiteY30011" fmla="*/ 2123218 h 5143785"/>
              <a:gd name="connsiteX30012" fmla="*/ 2479834 w 3114960"/>
              <a:gd name="connsiteY30012" fmla="*/ 2035969 h 5143785"/>
              <a:gd name="connsiteX30013" fmla="*/ 2481644 w 3114960"/>
              <a:gd name="connsiteY30013" fmla="*/ 2035969 h 5143785"/>
              <a:gd name="connsiteX30014" fmla="*/ 2492597 w 3114960"/>
              <a:gd name="connsiteY30014" fmla="*/ 2026253 h 5143785"/>
              <a:gd name="connsiteX30015" fmla="*/ 2516315 w 3114960"/>
              <a:gd name="connsiteY30015" fmla="*/ 1820894 h 5143785"/>
              <a:gd name="connsiteX30016" fmla="*/ 2525554 w 3114960"/>
              <a:gd name="connsiteY30016" fmla="*/ 1830134 h 5143785"/>
              <a:gd name="connsiteX30017" fmla="*/ 2516315 w 3114960"/>
              <a:gd name="connsiteY30017" fmla="*/ 1839373 h 5143785"/>
              <a:gd name="connsiteX30018" fmla="*/ 2507075 w 3114960"/>
              <a:gd name="connsiteY30018" fmla="*/ 1830134 h 5143785"/>
              <a:gd name="connsiteX30019" fmla="*/ 2516315 w 3114960"/>
              <a:gd name="connsiteY30019" fmla="*/ 1820894 h 5143785"/>
              <a:gd name="connsiteX30020" fmla="*/ 2465832 w 3114960"/>
              <a:gd name="connsiteY30020" fmla="*/ 1987201 h 5143785"/>
              <a:gd name="connsiteX30021" fmla="*/ 2471738 w 3114960"/>
              <a:gd name="connsiteY30021" fmla="*/ 1981962 h 5143785"/>
              <a:gd name="connsiteX30022" fmla="*/ 2481834 w 3114960"/>
              <a:gd name="connsiteY30022" fmla="*/ 1981962 h 5143785"/>
              <a:gd name="connsiteX30023" fmla="*/ 2487740 w 3114960"/>
              <a:gd name="connsiteY30023" fmla="*/ 1987201 h 5143785"/>
              <a:gd name="connsiteX30024" fmla="*/ 2487740 w 3114960"/>
              <a:gd name="connsiteY30024" fmla="*/ 1993297 h 5143785"/>
              <a:gd name="connsiteX30025" fmla="*/ 2465927 w 3114960"/>
              <a:gd name="connsiteY30025" fmla="*/ 1993297 h 5143785"/>
              <a:gd name="connsiteX30026" fmla="*/ 2465927 w 3114960"/>
              <a:gd name="connsiteY30026" fmla="*/ 1987201 h 5143785"/>
              <a:gd name="connsiteX30027" fmla="*/ 2471738 w 3114960"/>
              <a:gd name="connsiteY30027" fmla="*/ 2031302 h 5143785"/>
              <a:gd name="connsiteX30028" fmla="*/ 2465832 w 3114960"/>
              <a:gd name="connsiteY30028" fmla="*/ 2026063 h 5143785"/>
              <a:gd name="connsiteX30029" fmla="*/ 2465832 w 3114960"/>
              <a:gd name="connsiteY30029" fmla="*/ 2017776 h 5143785"/>
              <a:gd name="connsiteX30030" fmla="*/ 2487644 w 3114960"/>
              <a:gd name="connsiteY30030" fmla="*/ 2017776 h 5143785"/>
              <a:gd name="connsiteX30031" fmla="*/ 2487644 w 3114960"/>
              <a:gd name="connsiteY30031" fmla="*/ 2026063 h 5143785"/>
              <a:gd name="connsiteX30032" fmla="*/ 2481739 w 3114960"/>
              <a:gd name="connsiteY30032" fmla="*/ 2031302 h 5143785"/>
              <a:gd name="connsiteX30033" fmla="*/ 2471642 w 3114960"/>
              <a:gd name="connsiteY30033" fmla="*/ 2031302 h 5143785"/>
              <a:gd name="connsiteX30034" fmla="*/ 2721674 w 3114960"/>
              <a:gd name="connsiteY30034" fmla="*/ 2431066 h 5143785"/>
              <a:gd name="connsiteX30035" fmla="*/ 2715673 w 3114960"/>
              <a:gd name="connsiteY30035" fmla="*/ 2425065 h 5143785"/>
              <a:gd name="connsiteX30036" fmla="*/ 2695575 w 3114960"/>
              <a:gd name="connsiteY30036" fmla="*/ 2425065 h 5143785"/>
              <a:gd name="connsiteX30037" fmla="*/ 2689574 w 3114960"/>
              <a:gd name="connsiteY30037" fmla="*/ 2431066 h 5143785"/>
              <a:gd name="connsiteX30038" fmla="*/ 2689574 w 3114960"/>
              <a:gd name="connsiteY30038" fmla="*/ 2437448 h 5143785"/>
              <a:gd name="connsiteX30039" fmla="*/ 2571179 w 3114960"/>
              <a:gd name="connsiteY30039" fmla="*/ 2436971 h 5143785"/>
              <a:gd name="connsiteX30040" fmla="*/ 2555462 w 3114960"/>
              <a:gd name="connsiteY30040" fmla="*/ 2450592 h 5143785"/>
              <a:gd name="connsiteX30041" fmla="*/ 2425637 w 3114960"/>
              <a:gd name="connsiteY30041" fmla="*/ 2450402 h 5143785"/>
              <a:gd name="connsiteX30042" fmla="*/ 2337816 w 3114960"/>
              <a:gd name="connsiteY30042" fmla="*/ 2366391 h 5143785"/>
              <a:gd name="connsiteX30043" fmla="*/ 2338197 w 3114960"/>
              <a:gd name="connsiteY30043" fmla="*/ 2274380 h 5143785"/>
              <a:gd name="connsiteX30044" fmla="*/ 2340674 w 3114960"/>
              <a:gd name="connsiteY30044" fmla="*/ 2274380 h 5143785"/>
              <a:gd name="connsiteX30045" fmla="*/ 2345722 w 3114960"/>
              <a:gd name="connsiteY30045" fmla="*/ 2269331 h 5143785"/>
              <a:gd name="connsiteX30046" fmla="*/ 2345722 w 3114960"/>
              <a:gd name="connsiteY30046" fmla="*/ 2256377 h 5143785"/>
              <a:gd name="connsiteX30047" fmla="*/ 2340674 w 3114960"/>
              <a:gd name="connsiteY30047" fmla="*/ 2251329 h 5143785"/>
              <a:gd name="connsiteX30048" fmla="*/ 2338197 w 3114960"/>
              <a:gd name="connsiteY30048" fmla="*/ 2251329 h 5143785"/>
              <a:gd name="connsiteX30049" fmla="*/ 2338483 w 3114960"/>
              <a:gd name="connsiteY30049" fmla="*/ 2169033 h 5143785"/>
              <a:gd name="connsiteX30050" fmla="*/ 2376011 w 3114960"/>
              <a:gd name="connsiteY30050" fmla="*/ 2124170 h 5143785"/>
              <a:gd name="connsiteX30051" fmla="*/ 2376011 w 3114960"/>
              <a:gd name="connsiteY30051" fmla="*/ 1871472 h 5143785"/>
              <a:gd name="connsiteX30052" fmla="*/ 2368772 w 3114960"/>
              <a:gd name="connsiteY30052" fmla="*/ 1871472 h 5143785"/>
              <a:gd name="connsiteX30053" fmla="*/ 2368772 w 3114960"/>
              <a:gd name="connsiteY30053" fmla="*/ 2121599 h 5143785"/>
              <a:gd name="connsiteX30054" fmla="*/ 2331339 w 3114960"/>
              <a:gd name="connsiteY30054" fmla="*/ 2166461 h 5143785"/>
              <a:gd name="connsiteX30055" fmla="*/ 2331053 w 3114960"/>
              <a:gd name="connsiteY30055" fmla="*/ 2251424 h 5143785"/>
              <a:gd name="connsiteX30056" fmla="*/ 2327720 w 3114960"/>
              <a:gd name="connsiteY30056" fmla="*/ 2251424 h 5143785"/>
              <a:gd name="connsiteX30057" fmla="*/ 2322671 w 3114960"/>
              <a:gd name="connsiteY30057" fmla="*/ 2256473 h 5143785"/>
              <a:gd name="connsiteX30058" fmla="*/ 2322671 w 3114960"/>
              <a:gd name="connsiteY30058" fmla="*/ 2269427 h 5143785"/>
              <a:gd name="connsiteX30059" fmla="*/ 2327720 w 3114960"/>
              <a:gd name="connsiteY30059" fmla="*/ 2274475 h 5143785"/>
              <a:gd name="connsiteX30060" fmla="*/ 2330958 w 3114960"/>
              <a:gd name="connsiteY30060" fmla="*/ 2274475 h 5143785"/>
              <a:gd name="connsiteX30061" fmla="*/ 2330577 w 3114960"/>
              <a:gd name="connsiteY30061" fmla="*/ 2369534 h 5143785"/>
              <a:gd name="connsiteX30062" fmla="*/ 2422684 w 3114960"/>
              <a:gd name="connsiteY30062" fmla="*/ 2457641 h 5143785"/>
              <a:gd name="connsiteX30063" fmla="*/ 2558034 w 3114960"/>
              <a:gd name="connsiteY30063" fmla="*/ 2457831 h 5143785"/>
              <a:gd name="connsiteX30064" fmla="*/ 2573750 w 3114960"/>
              <a:gd name="connsiteY30064" fmla="*/ 2444305 h 5143785"/>
              <a:gd name="connsiteX30065" fmla="*/ 2689479 w 3114960"/>
              <a:gd name="connsiteY30065" fmla="*/ 2444687 h 5143785"/>
              <a:gd name="connsiteX30066" fmla="*/ 2689479 w 3114960"/>
              <a:gd name="connsiteY30066" fmla="*/ 2451163 h 5143785"/>
              <a:gd name="connsiteX30067" fmla="*/ 2695480 w 3114960"/>
              <a:gd name="connsiteY30067" fmla="*/ 2457164 h 5143785"/>
              <a:gd name="connsiteX30068" fmla="*/ 2715578 w 3114960"/>
              <a:gd name="connsiteY30068" fmla="*/ 2457164 h 5143785"/>
              <a:gd name="connsiteX30069" fmla="*/ 2721578 w 3114960"/>
              <a:gd name="connsiteY30069" fmla="*/ 2451163 h 5143785"/>
              <a:gd name="connsiteX30070" fmla="*/ 2721578 w 3114960"/>
              <a:gd name="connsiteY30070" fmla="*/ 2431066 h 5143785"/>
              <a:gd name="connsiteX30071" fmla="*/ 2327529 w 3114960"/>
              <a:gd name="connsiteY30071" fmla="*/ 2269331 h 5143785"/>
              <a:gd name="connsiteX30072" fmla="*/ 2327815 w 3114960"/>
              <a:gd name="connsiteY30072" fmla="*/ 2256092 h 5143785"/>
              <a:gd name="connsiteX30073" fmla="*/ 2341055 w 3114960"/>
              <a:gd name="connsiteY30073" fmla="*/ 2256377 h 5143785"/>
              <a:gd name="connsiteX30074" fmla="*/ 2341055 w 3114960"/>
              <a:gd name="connsiteY30074" fmla="*/ 2269331 h 5143785"/>
              <a:gd name="connsiteX30075" fmla="*/ 2340769 w 3114960"/>
              <a:gd name="connsiteY30075" fmla="*/ 2269617 h 5143785"/>
              <a:gd name="connsiteX30076" fmla="*/ 2327529 w 3114960"/>
              <a:gd name="connsiteY30076" fmla="*/ 2269331 h 5143785"/>
              <a:gd name="connsiteX30077" fmla="*/ 457295 w 3114960"/>
              <a:gd name="connsiteY30077" fmla="*/ 3203162 h 5143785"/>
              <a:gd name="connsiteX30078" fmla="*/ 453581 w 3114960"/>
              <a:gd name="connsiteY30078" fmla="*/ 3206115 h 5143785"/>
              <a:gd name="connsiteX30079" fmla="*/ 442627 w 3114960"/>
              <a:gd name="connsiteY30079" fmla="*/ 3192209 h 5143785"/>
              <a:gd name="connsiteX30080" fmla="*/ 446342 w 3114960"/>
              <a:gd name="connsiteY30080" fmla="*/ 3189256 h 5143785"/>
              <a:gd name="connsiteX30081" fmla="*/ 457295 w 3114960"/>
              <a:gd name="connsiteY30081" fmla="*/ 3203162 h 5143785"/>
              <a:gd name="connsiteX30082" fmla="*/ 2373059 w 3114960"/>
              <a:gd name="connsiteY30082" fmla="*/ 1871472 h 5143785"/>
              <a:gd name="connsiteX30083" fmla="*/ 2361438 w 3114960"/>
              <a:gd name="connsiteY30083" fmla="*/ 1859852 h 5143785"/>
              <a:gd name="connsiteX30084" fmla="*/ 2373059 w 3114960"/>
              <a:gd name="connsiteY30084" fmla="*/ 1848231 h 5143785"/>
              <a:gd name="connsiteX30085" fmla="*/ 2384679 w 3114960"/>
              <a:gd name="connsiteY30085" fmla="*/ 1859852 h 5143785"/>
              <a:gd name="connsiteX30086" fmla="*/ 2373059 w 3114960"/>
              <a:gd name="connsiteY30086" fmla="*/ 1871472 h 5143785"/>
              <a:gd name="connsiteX30087" fmla="*/ 2474309 w 3114960"/>
              <a:gd name="connsiteY30087" fmla="*/ 2500408 h 5143785"/>
              <a:gd name="connsiteX30088" fmla="*/ 2454117 w 3114960"/>
              <a:gd name="connsiteY30088" fmla="*/ 2500408 h 5143785"/>
              <a:gd name="connsiteX30089" fmla="*/ 2454117 w 3114960"/>
              <a:gd name="connsiteY30089" fmla="*/ 2495645 h 5143785"/>
              <a:gd name="connsiteX30090" fmla="*/ 2474309 w 3114960"/>
              <a:gd name="connsiteY30090" fmla="*/ 2495645 h 5143785"/>
              <a:gd name="connsiteX30091" fmla="*/ 2474309 w 3114960"/>
              <a:gd name="connsiteY30091" fmla="*/ 2500408 h 5143785"/>
              <a:gd name="connsiteX30092" fmla="*/ 2720530 w 3114960"/>
              <a:gd name="connsiteY30092" fmla="*/ 1913953 h 5143785"/>
              <a:gd name="connsiteX30093" fmla="*/ 2725007 w 3114960"/>
              <a:gd name="connsiteY30093" fmla="*/ 1909477 h 5143785"/>
              <a:gd name="connsiteX30094" fmla="*/ 2729484 w 3114960"/>
              <a:gd name="connsiteY30094" fmla="*/ 1913953 h 5143785"/>
              <a:gd name="connsiteX30095" fmla="*/ 2725007 w 3114960"/>
              <a:gd name="connsiteY30095" fmla="*/ 1918430 h 5143785"/>
              <a:gd name="connsiteX30096" fmla="*/ 2720530 w 3114960"/>
              <a:gd name="connsiteY30096" fmla="*/ 1913953 h 5143785"/>
              <a:gd name="connsiteX30097" fmla="*/ 2230946 w 3114960"/>
              <a:gd name="connsiteY30097" fmla="*/ 3016377 h 5143785"/>
              <a:gd name="connsiteX30098" fmla="*/ 2235708 w 3114960"/>
              <a:gd name="connsiteY30098" fmla="*/ 3016377 h 5143785"/>
              <a:gd name="connsiteX30099" fmla="*/ 2235899 w 3114960"/>
              <a:gd name="connsiteY30099" fmla="*/ 3035427 h 5143785"/>
              <a:gd name="connsiteX30100" fmla="*/ 2231136 w 3114960"/>
              <a:gd name="connsiteY30100" fmla="*/ 3035427 h 5143785"/>
              <a:gd name="connsiteX30101" fmla="*/ 2230946 w 3114960"/>
              <a:gd name="connsiteY30101" fmla="*/ 3016377 h 5143785"/>
              <a:gd name="connsiteX30102" fmla="*/ 2721674 w 3114960"/>
              <a:gd name="connsiteY30102" fmla="*/ 2373916 h 5143785"/>
              <a:gd name="connsiteX30103" fmla="*/ 2715673 w 3114960"/>
              <a:gd name="connsiteY30103" fmla="*/ 2367915 h 5143785"/>
              <a:gd name="connsiteX30104" fmla="*/ 2695575 w 3114960"/>
              <a:gd name="connsiteY30104" fmla="*/ 2367915 h 5143785"/>
              <a:gd name="connsiteX30105" fmla="*/ 2689574 w 3114960"/>
              <a:gd name="connsiteY30105" fmla="*/ 2373916 h 5143785"/>
              <a:gd name="connsiteX30106" fmla="*/ 2689574 w 3114960"/>
              <a:gd name="connsiteY30106" fmla="*/ 2375440 h 5143785"/>
              <a:gd name="connsiteX30107" fmla="*/ 2571464 w 3114960"/>
              <a:gd name="connsiteY30107" fmla="*/ 2375440 h 5143785"/>
              <a:gd name="connsiteX30108" fmla="*/ 2541651 w 3114960"/>
              <a:gd name="connsiteY30108" fmla="*/ 2399824 h 5143785"/>
              <a:gd name="connsiteX30109" fmla="*/ 2430494 w 3114960"/>
              <a:gd name="connsiteY30109" fmla="*/ 2399824 h 5143785"/>
              <a:gd name="connsiteX30110" fmla="*/ 2396681 w 3114960"/>
              <a:gd name="connsiteY30110" fmla="*/ 2366963 h 5143785"/>
              <a:gd name="connsiteX30111" fmla="*/ 2397252 w 3114960"/>
              <a:gd name="connsiteY30111" fmla="*/ 2164652 h 5143785"/>
              <a:gd name="connsiteX30112" fmla="*/ 2429732 w 3114960"/>
              <a:gd name="connsiteY30112" fmla="*/ 2126171 h 5143785"/>
              <a:gd name="connsiteX30113" fmla="*/ 2429732 w 3114960"/>
              <a:gd name="connsiteY30113" fmla="*/ 1872901 h 5143785"/>
              <a:gd name="connsiteX30114" fmla="*/ 2438972 w 3114960"/>
              <a:gd name="connsiteY30114" fmla="*/ 1859756 h 5143785"/>
              <a:gd name="connsiteX30115" fmla="*/ 2424970 w 3114960"/>
              <a:gd name="connsiteY30115" fmla="*/ 1845755 h 5143785"/>
              <a:gd name="connsiteX30116" fmla="*/ 2410968 w 3114960"/>
              <a:gd name="connsiteY30116" fmla="*/ 1859756 h 5143785"/>
              <a:gd name="connsiteX30117" fmla="*/ 2420207 w 3114960"/>
              <a:gd name="connsiteY30117" fmla="*/ 1872901 h 5143785"/>
              <a:gd name="connsiteX30118" fmla="*/ 2420207 w 3114960"/>
              <a:gd name="connsiteY30118" fmla="*/ 2122646 h 5143785"/>
              <a:gd name="connsiteX30119" fmla="*/ 2387727 w 3114960"/>
              <a:gd name="connsiteY30119" fmla="*/ 2161127 h 5143785"/>
              <a:gd name="connsiteX30120" fmla="*/ 2387156 w 3114960"/>
              <a:gd name="connsiteY30120" fmla="*/ 2370963 h 5143785"/>
              <a:gd name="connsiteX30121" fmla="*/ 2426684 w 3114960"/>
              <a:gd name="connsiteY30121" fmla="*/ 2409349 h 5143785"/>
              <a:gd name="connsiteX30122" fmla="*/ 2545080 w 3114960"/>
              <a:gd name="connsiteY30122" fmla="*/ 2409349 h 5143785"/>
              <a:gd name="connsiteX30123" fmla="*/ 2574893 w 3114960"/>
              <a:gd name="connsiteY30123" fmla="*/ 2384965 h 5143785"/>
              <a:gd name="connsiteX30124" fmla="*/ 2689670 w 3114960"/>
              <a:gd name="connsiteY30124" fmla="*/ 2384965 h 5143785"/>
              <a:gd name="connsiteX30125" fmla="*/ 2689670 w 3114960"/>
              <a:gd name="connsiteY30125" fmla="*/ 2394014 h 5143785"/>
              <a:gd name="connsiteX30126" fmla="*/ 2695670 w 3114960"/>
              <a:gd name="connsiteY30126" fmla="*/ 2400014 h 5143785"/>
              <a:gd name="connsiteX30127" fmla="*/ 2715768 w 3114960"/>
              <a:gd name="connsiteY30127" fmla="*/ 2400014 h 5143785"/>
              <a:gd name="connsiteX30128" fmla="*/ 2721769 w 3114960"/>
              <a:gd name="connsiteY30128" fmla="*/ 2394014 h 5143785"/>
              <a:gd name="connsiteX30129" fmla="*/ 2721769 w 3114960"/>
              <a:gd name="connsiteY30129" fmla="*/ 2373916 h 5143785"/>
              <a:gd name="connsiteX30130" fmla="*/ 2415826 w 3114960"/>
              <a:gd name="connsiteY30130" fmla="*/ 1859852 h 5143785"/>
              <a:gd name="connsiteX30131" fmla="*/ 2425065 w 3114960"/>
              <a:gd name="connsiteY30131" fmla="*/ 1850612 h 5143785"/>
              <a:gd name="connsiteX30132" fmla="*/ 2434304 w 3114960"/>
              <a:gd name="connsiteY30132" fmla="*/ 1859852 h 5143785"/>
              <a:gd name="connsiteX30133" fmla="*/ 2425065 w 3114960"/>
              <a:gd name="connsiteY30133" fmla="*/ 1869091 h 5143785"/>
              <a:gd name="connsiteX30134" fmla="*/ 2415826 w 3114960"/>
              <a:gd name="connsiteY30134" fmla="*/ 1859852 h 5143785"/>
              <a:gd name="connsiteX30135" fmla="*/ 2595277 w 3114960"/>
              <a:gd name="connsiteY30135" fmla="*/ 2500503 h 5143785"/>
              <a:gd name="connsiteX30136" fmla="*/ 2575084 w 3114960"/>
              <a:gd name="connsiteY30136" fmla="*/ 2500503 h 5143785"/>
              <a:gd name="connsiteX30137" fmla="*/ 2575084 w 3114960"/>
              <a:gd name="connsiteY30137" fmla="*/ 2495741 h 5143785"/>
              <a:gd name="connsiteX30138" fmla="*/ 2595277 w 3114960"/>
              <a:gd name="connsiteY30138" fmla="*/ 2495741 h 5143785"/>
              <a:gd name="connsiteX30139" fmla="*/ 2595277 w 3114960"/>
              <a:gd name="connsiteY30139" fmla="*/ 2500503 h 5143785"/>
              <a:gd name="connsiteX30140" fmla="*/ 2554986 w 3114960"/>
              <a:gd name="connsiteY30140" fmla="*/ 2495741 h 5143785"/>
              <a:gd name="connsiteX30141" fmla="*/ 2554986 w 3114960"/>
              <a:gd name="connsiteY30141" fmla="*/ 2500503 h 5143785"/>
              <a:gd name="connsiteX30142" fmla="*/ 2534793 w 3114960"/>
              <a:gd name="connsiteY30142" fmla="*/ 2500503 h 5143785"/>
              <a:gd name="connsiteX30143" fmla="*/ 2534793 w 3114960"/>
              <a:gd name="connsiteY30143" fmla="*/ 2495741 h 5143785"/>
              <a:gd name="connsiteX30144" fmla="*/ 2554986 w 3114960"/>
              <a:gd name="connsiteY30144" fmla="*/ 2495741 h 5143785"/>
              <a:gd name="connsiteX30145" fmla="*/ 2514695 w 3114960"/>
              <a:gd name="connsiteY30145" fmla="*/ 2500408 h 5143785"/>
              <a:gd name="connsiteX30146" fmla="*/ 2494502 w 3114960"/>
              <a:gd name="connsiteY30146" fmla="*/ 2500408 h 5143785"/>
              <a:gd name="connsiteX30147" fmla="*/ 2494502 w 3114960"/>
              <a:gd name="connsiteY30147" fmla="*/ 2495645 h 5143785"/>
              <a:gd name="connsiteX30148" fmla="*/ 2514695 w 3114960"/>
              <a:gd name="connsiteY30148" fmla="*/ 2495645 h 5143785"/>
              <a:gd name="connsiteX30149" fmla="*/ 2514695 w 3114960"/>
              <a:gd name="connsiteY30149" fmla="*/ 2500408 h 5143785"/>
              <a:gd name="connsiteX30150" fmla="*/ 2635663 w 3114960"/>
              <a:gd name="connsiteY30150" fmla="*/ 2495741 h 5143785"/>
              <a:gd name="connsiteX30151" fmla="*/ 2635663 w 3114960"/>
              <a:gd name="connsiteY30151" fmla="*/ 2500503 h 5143785"/>
              <a:gd name="connsiteX30152" fmla="*/ 2615470 w 3114960"/>
              <a:gd name="connsiteY30152" fmla="*/ 2500503 h 5143785"/>
              <a:gd name="connsiteX30153" fmla="*/ 2615470 w 3114960"/>
              <a:gd name="connsiteY30153" fmla="*/ 2495741 h 5143785"/>
              <a:gd name="connsiteX30154" fmla="*/ 2635663 w 3114960"/>
              <a:gd name="connsiteY30154" fmla="*/ 2495741 h 5143785"/>
              <a:gd name="connsiteX30155" fmla="*/ 2721674 w 3114960"/>
              <a:gd name="connsiteY30155" fmla="*/ 2508218 h 5143785"/>
              <a:gd name="connsiteX30156" fmla="*/ 2715673 w 3114960"/>
              <a:gd name="connsiteY30156" fmla="*/ 2514219 h 5143785"/>
              <a:gd name="connsiteX30157" fmla="*/ 2695575 w 3114960"/>
              <a:gd name="connsiteY30157" fmla="*/ 2514219 h 5143785"/>
              <a:gd name="connsiteX30158" fmla="*/ 2689574 w 3114960"/>
              <a:gd name="connsiteY30158" fmla="*/ 2508218 h 5143785"/>
              <a:gd name="connsiteX30159" fmla="*/ 2689574 w 3114960"/>
              <a:gd name="connsiteY30159" fmla="*/ 2488121 h 5143785"/>
              <a:gd name="connsiteX30160" fmla="*/ 2695575 w 3114960"/>
              <a:gd name="connsiteY30160" fmla="*/ 2482120 h 5143785"/>
              <a:gd name="connsiteX30161" fmla="*/ 2715673 w 3114960"/>
              <a:gd name="connsiteY30161" fmla="*/ 2482120 h 5143785"/>
              <a:gd name="connsiteX30162" fmla="*/ 2721674 w 3114960"/>
              <a:gd name="connsiteY30162" fmla="*/ 2488121 h 5143785"/>
              <a:gd name="connsiteX30163" fmla="*/ 2721674 w 3114960"/>
              <a:gd name="connsiteY30163" fmla="*/ 2508218 h 5143785"/>
              <a:gd name="connsiteX30164" fmla="*/ 2675954 w 3114960"/>
              <a:gd name="connsiteY30164" fmla="*/ 2495836 h 5143785"/>
              <a:gd name="connsiteX30165" fmla="*/ 2675954 w 3114960"/>
              <a:gd name="connsiteY30165" fmla="*/ 2500598 h 5143785"/>
              <a:gd name="connsiteX30166" fmla="*/ 2655761 w 3114960"/>
              <a:gd name="connsiteY30166" fmla="*/ 2500598 h 5143785"/>
              <a:gd name="connsiteX30167" fmla="*/ 2655761 w 3114960"/>
              <a:gd name="connsiteY30167" fmla="*/ 2495836 h 5143785"/>
              <a:gd name="connsiteX30168" fmla="*/ 2675954 w 3114960"/>
              <a:gd name="connsiteY30168" fmla="*/ 2495836 h 5143785"/>
              <a:gd name="connsiteX30169" fmla="*/ 296513 w 3114960"/>
              <a:gd name="connsiteY30169" fmla="*/ 3011519 h 5143785"/>
              <a:gd name="connsiteX30170" fmla="*/ 266891 w 3114960"/>
              <a:gd name="connsiteY30170" fmla="*/ 3011519 h 5143785"/>
              <a:gd name="connsiteX30171" fmla="*/ 263747 w 3114960"/>
              <a:gd name="connsiteY30171" fmla="*/ 3014663 h 5143785"/>
              <a:gd name="connsiteX30172" fmla="*/ 263747 w 3114960"/>
              <a:gd name="connsiteY30172" fmla="*/ 3025902 h 5143785"/>
              <a:gd name="connsiteX30173" fmla="*/ 99346 w 3114960"/>
              <a:gd name="connsiteY30173" fmla="*/ 3025902 h 5143785"/>
              <a:gd name="connsiteX30174" fmla="*/ 44958 w 3114960"/>
              <a:gd name="connsiteY30174" fmla="*/ 2971229 h 5143785"/>
              <a:gd name="connsiteX30175" fmla="*/ 95 w 3114960"/>
              <a:gd name="connsiteY30175" fmla="*/ 2971229 h 5143785"/>
              <a:gd name="connsiteX30176" fmla="*/ 95 w 3114960"/>
              <a:gd name="connsiteY30176" fmla="*/ 2978372 h 5143785"/>
              <a:gd name="connsiteX30177" fmla="*/ 42005 w 3114960"/>
              <a:gd name="connsiteY30177" fmla="*/ 2978372 h 5143785"/>
              <a:gd name="connsiteX30178" fmla="*/ 96393 w 3114960"/>
              <a:gd name="connsiteY30178" fmla="*/ 3033046 h 5143785"/>
              <a:gd name="connsiteX30179" fmla="*/ 263747 w 3114960"/>
              <a:gd name="connsiteY30179" fmla="*/ 3033046 h 5143785"/>
              <a:gd name="connsiteX30180" fmla="*/ 263747 w 3114960"/>
              <a:gd name="connsiteY30180" fmla="*/ 3044285 h 5143785"/>
              <a:gd name="connsiteX30181" fmla="*/ 266891 w 3114960"/>
              <a:gd name="connsiteY30181" fmla="*/ 3047429 h 5143785"/>
              <a:gd name="connsiteX30182" fmla="*/ 296513 w 3114960"/>
              <a:gd name="connsiteY30182" fmla="*/ 3047429 h 5143785"/>
              <a:gd name="connsiteX30183" fmla="*/ 299657 w 3114960"/>
              <a:gd name="connsiteY30183" fmla="*/ 3044285 h 5143785"/>
              <a:gd name="connsiteX30184" fmla="*/ 299657 w 3114960"/>
              <a:gd name="connsiteY30184" fmla="*/ 3014663 h 5143785"/>
              <a:gd name="connsiteX30185" fmla="*/ 296513 w 3114960"/>
              <a:gd name="connsiteY30185" fmla="*/ 3011519 h 5143785"/>
              <a:gd name="connsiteX30186" fmla="*/ 297275 w 3114960"/>
              <a:gd name="connsiteY30186" fmla="*/ 3044285 h 5143785"/>
              <a:gd name="connsiteX30187" fmla="*/ 296513 w 3114960"/>
              <a:gd name="connsiteY30187" fmla="*/ 3045047 h 5143785"/>
              <a:gd name="connsiteX30188" fmla="*/ 266891 w 3114960"/>
              <a:gd name="connsiteY30188" fmla="*/ 3045047 h 5143785"/>
              <a:gd name="connsiteX30189" fmla="*/ 266129 w 3114960"/>
              <a:gd name="connsiteY30189" fmla="*/ 3044285 h 5143785"/>
              <a:gd name="connsiteX30190" fmla="*/ 266129 w 3114960"/>
              <a:gd name="connsiteY30190" fmla="*/ 3014663 h 5143785"/>
              <a:gd name="connsiteX30191" fmla="*/ 266891 w 3114960"/>
              <a:gd name="connsiteY30191" fmla="*/ 3013901 h 5143785"/>
              <a:gd name="connsiteX30192" fmla="*/ 296513 w 3114960"/>
              <a:gd name="connsiteY30192" fmla="*/ 3013901 h 5143785"/>
              <a:gd name="connsiteX30193" fmla="*/ 297275 w 3114960"/>
              <a:gd name="connsiteY30193" fmla="*/ 3014663 h 5143785"/>
              <a:gd name="connsiteX30194" fmla="*/ 297275 w 3114960"/>
              <a:gd name="connsiteY30194" fmla="*/ 3044285 h 5143785"/>
              <a:gd name="connsiteX30195" fmla="*/ 2002060 w 3114960"/>
              <a:gd name="connsiteY30195" fmla="*/ 1565624 h 5143785"/>
              <a:gd name="connsiteX30196" fmla="*/ 2008537 w 3114960"/>
              <a:gd name="connsiteY30196" fmla="*/ 1557623 h 5143785"/>
              <a:gd name="connsiteX30197" fmla="*/ 2098072 w 3114960"/>
              <a:gd name="connsiteY30197" fmla="*/ 1558004 h 5143785"/>
              <a:gd name="connsiteX30198" fmla="*/ 2165985 w 3114960"/>
              <a:gd name="connsiteY30198" fmla="*/ 1509617 h 5143785"/>
              <a:gd name="connsiteX30199" fmla="*/ 2321338 w 3114960"/>
              <a:gd name="connsiteY30199" fmla="*/ 1510665 h 5143785"/>
              <a:gd name="connsiteX30200" fmla="*/ 2384108 w 3114960"/>
              <a:gd name="connsiteY30200" fmla="*/ 1454087 h 5143785"/>
              <a:gd name="connsiteX30201" fmla="*/ 2395633 w 3114960"/>
              <a:gd name="connsiteY30201" fmla="*/ 1453229 h 5143785"/>
              <a:gd name="connsiteX30202" fmla="*/ 2398871 w 3114960"/>
              <a:gd name="connsiteY30202" fmla="*/ 1436370 h 5143785"/>
              <a:gd name="connsiteX30203" fmla="*/ 2382012 w 3114960"/>
              <a:gd name="connsiteY30203" fmla="*/ 1433132 h 5143785"/>
              <a:gd name="connsiteX30204" fmla="*/ 2377631 w 3114960"/>
              <a:gd name="connsiteY30204" fmla="*/ 1447228 h 5143785"/>
              <a:gd name="connsiteX30205" fmla="*/ 2317814 w 3114960"/>
              <a:gd name="connsiteY30205" fmla="*/ 1501235 h 5143785"/>
              <a:gd name="connsiteX30206" fmla="*/ 2163032 w 3114960"/>
              <a:gd name="connsiteY30206" fmla="*/ 1500188 h 5143785"/>
              <a:gd name="connsiteX30207" fmla="*/ 2095119 w 3114960"/>
              <a:gd name="connsiteY30207" fmla="*/ 1548575 h 5143785"/>
              <a:gd name="connsiteX30208" fmla="*/ 2008537 w 3114960"/>
              <a:gd name="connsiteY30208" fmla="*/ 1548194 h 5143785"/>
              <a:gd name="connsiteX30209" fmla="*/ 2007489 w 3114960"/>
              <a:gd name="connsiteY30209" fmla="*/ 1545907 h 5143785"/>
              <a:gd name="connsiteX30210" fmla="*/ 1987582 w 3114960"/>
              <a:gd name="connsiteY30210" fmla="*/ 1540574 h 5143785"/>
              <a:gd name="connsiteX30211" fmla="*/ 1982248 w 3114960"/>
              <a:gd name="connsiteY30211" fmla="*/ 1560481 h 5143785"/>
              <a:gd name="connsiteX30212" fmla="*/ 1994916 w 3114960"/>
              <a:gd name="connsiteY30212" fmla="*/ 1567720 h 5143785"/>
              <a:gd name="connsiteX30213" fmla="*/ 2002155 w 3114960"/>
              <a:gd name="connsiteY30213" fmla="*/ 1565815 h 5143785"/>
              <a:gd name="connsiteX30214" fmla="*/ 1986344 w 3114960"/>
              <a:gd name="connsiteY30214" fmla="*/ 1557909 h 5143785"/>
              <a:gd name="connsiteX30215" fmla="*/ 1989963 w 3114960"/>
              <a:gd name="connsiteY30215" fmla="*/ 1544574 h 5143785"/>
              <a:gd name="connsiteX30216" fmla="*/ 1994821 w 3114960"/>
              <a:gd name="connsiteY30216" fmla="*/ 1543241 h 5143785"/>
              <a:gd name="connsiteX30217" fmla="*/ 1997393 w 3114960"/>
              <a:gd name="connsiteY30217" fmla="*/ 1543622 h 5143785"/>
              <a:gd name="connsiteX30218" fmla="*/ 2003298 w 3114960"/>
              <a:gd name="connsiteY30218" fmla="*/ 1548194 h 5143785"/>
              <a:gd name="connsiteX30219" fmla="*/ 1999678 w 3114960"/>
              <a:gd name="connsiteY30219" fmla="*/ 1561528 h 5143785"/>
              <a:gd name="connsiteX30220" fmla="*/ 1986344 w 3114960"/>
              <a:gd name="connsiteY30220" fmla="*/ 1557909 h 5143785"/>
              <a:gd name="connsiteX30221" fmla="*/ 1287590 w 3114960"/>
              <a:gd name="connsiteY30221" fmla="*/ 2121980 h 5143785"/>
              <a:gd name="connsiteX30222" fmla="*/ 1284923 w 3114960"/>
              <a:gd name="connsiteY30222" fmla="*/ 2121980 h 5143785"/>
              <a:gd name="connsiteX30223" fmla="*/ 1258443 w 3114960"/>
              <a:gd name="connsiteY30223" fmla="*/ 2097405 h 5143785"/>
              <a:gd name="connsiteX30224" fmla="*/ 1120331 w 3114960"/>
              <a:gd name="connsiteY30224" fmla="*/ 2097405 h 5143785"/>
              <a:gd name="connsiteX30225" fmla="*/ 1090708 w 3114960"/>
              <a:gd name="connsiteY30225" fmla="*/ 2121980 h 5143785"/>
              <a:gd name="connsiteX30226" fmla="*/ 1088041 w 3114960"/>
              <a:gd name="connsiteY30226" fmla="*/ 2121980 h 5143785"/>
              <a:gd name="connsiteX30227" fmla="*/ 1082993 w 3114960"/>
              <a:gd name="connsiteY30227" fmla="*/ 2127028 h 5143785"/>
              <a:gd name="connsiteX30228" fmla="*/ 1082993 w 3114960"/>
              <a:gd name="connsiteY30228" fmla="*/ 2133886 h 5143785"/>
              <a:gd name="connsiteX30229" fmla="*/ 1088041 w 3114960"/>
              <a:gd name="connsiteY30229" fmla="*/ 2138934 h 5143785"/>
              <a:gd name="connsiteX30230" fmla="*/ 1094232 w 3114960"/>
              <a:gd name="connsiteY30230" fmla="*/ 2138934 h 5143785"/>
              <a:gd name="connsiteX30231" fmla="*/ 1099280 w 3114960"/>
              <a:gd name="connsiteY30231" fmla="*/ 2133886 h 5143785"/>
              <a:gd name="connsiteX30232" fmla="*/ 1099280 w 3114960"/>
              <a:gd name="connsiteY30232" fmla="*/ 2127028 h 5143785"/>
              <a:gd name="connsiteX30233" fmla="*/ 1094423 w 3114960"/>
              <a:gd name="connsiteY30233" fmla="*/ 2121980 h 5143785"/>
              <a:gd name="connsiteX30234" fmla="*/ 1121188 w 3114960"/>
              <a:gd name="connsiteY30234" fmla="*/ 2099786 h 5143785"/>
              <a:gd name="connsiteX30235" fmla="*/ 1257586 w 3114960"/>
              <a:gd name="connsiteY30235" fmla="*/ 2099786 h 5143785"/>
              <a:gd name="connsiteX30236" fmla="*/ 1281494 w 3114960"/>
              <a:gd name="connsiteY30236" fmla="*/ 2121980 h 5143785"/>
              <a:gd name="connsiteX30237" fmla="*/ 1281494 w 3114960"/>
              <a:gd name="connsiteY30237" fmla="*/ 2121980 h 5143785"/>
              <a:gd name="connsiteX30238" fmla="*/ 1276445 w 3114960"/>
              <a:gd name="connsiteY30238" fmla="*/ 2127028 h 5143785"/>
              <a:gd name="connsiteX30239" fmla="*/ 1276445 w 3114960"/>
              <a:gd name="connsiteY30239" fmla="*/ 2133886 h 5143785"/>
              <a:gd name="connsiteX30240" fmla="*/ 1281494 w 3114960"/>
              <a:gd name="connsiteY30240" fmla="*/ 2138934 h 5143785"/>
              <a:gd name="connsiteX30241" fmla="*/ 1287685 w 3114960"/>
              <a:gd name="connsiteY30241" fmla="*/ 2138934 h 5143785"/>
              <a:gd name="connsiteX30242" fmla="*/ 1292733 w 3114960"/>
              <a:gd name="connsiteY30242" fmla="*/ 2133886 h 5143785"/>
              <a:gd name="connsiteX30243" fmla="*/ 1292733 w 3114960"/>
              <a:gd name="connsiteY30243" fmla="*/ 2127028 h 5143785"/>
              <a:gd name="connsiteX30244" fmla="*/ 1287685 w 3114960"/>
              <a:gd name="connsiteY30244" fmla="*/ 2121980 h 5143785"/>
              <a:gd name="connsiteX30245" fmla="*/ 1096899 w 3114960"/>
              <a:gd name="connsiteY30245" fmla="*/ 2127028 h 5143785"/>
              <a:gd name="connsiteX30246" fmla="*/ 1096899 w 3114960"/>
              <a:gd name="connsiteY30246" fmla="*/ 2133886 h 5143785"/>
              <a:gd name="connsiteX30247" fmla="*/ 1094232 w 3114960"/>
              <a:gd name="connsiteY30247" fmla="*/ 2136553 h 5143785"/>
              <a:gd name="connsiteX30248" fmla="*/ 1088041 w 3114960"/>
              <a:gd name="connsiteY30248" fmla="*/ 2136553 h 5143785"/>
              <a:gd name="connsiteX30249" fmla="*/ 1085374 w 3114960"/>
              <a:gd name="connsiteY30249" fmla="*/ 2133886 h 5143785"/>
              <a:gd name="connsiteX30250" fmla="*/ 1085374 w 3114960"/>
              <a:gd name="connsiteY30250" fmla="*/ 2127028 h 5143785"/>
              <a:gd name="connsiteX30251" fmla="*/ 1088041 w 3114960"/>
              <a:gd name="connsiteY30251" fmla="*/ 2124361 h 5143785"/>
              <a:gd name="connsiteX30252" fmla="*/ 1094232 w 3114960"/>
              <a:gd name="connsiteY30252" fmla="*/ 2124361 h 5143785"/>
              <a:gd name="connsiteX30253" fmla="*/ 1096899 w 3114960"/>
              <a:gd name="connsiteY30253" fmla="*/ 2127028 h 5143785"/>
              <a:gd name="connsiteX30254" fmla="*/ 1290257 w 3114960"/>
              <a:gd name="connsiteY30254" fmla="*/ 2133886 h 5143785"/>
              <a:gd name="connsiteX30255" fmla="*/ 1287590 w 3114960"/>
              <a:gd name="connsiteY30255" fmla="*/ 2136553 h 5143785"/>
              <a:gd name="connsiteX30256" fmla="*/ 1281398 w 3114960"/>
              <a:gd name="connsiteY30256" fmla="*/ 2136553 h 5143785"/>
              <a:gd name="connsiteX30257" fmla="*/ 1278731 w 3114960"/>
              <a:gd name="connsiteY30257" fmla="*/ 2133886 h 5143785"/>
              <a:gd name="connsiteX30258" fmla="*/ 1278731 w 3114960"/>
              <a:gd name="connsiteY30258" fmla="*/ 2127028 h 5143785"/>
              <a:gd name="connsiteX30259" fmla="*/ 1281398 w 3114960"/>
              <a:gd name="connsiteY30259" fmla="*/ 2124361 h 5143785"/>
              <a:gd name="connsiteX30260" fmla="*/ 1287590 w 3114960"/>
              <a:gd name="connsiteY30260" fmla="*/ 2124361 h 5143785"/>
              <a:gd name="connsiteX30261" fmla="*/ 1290257 w 3114960"/>
              <a:gd name="connsiteY30261" fmla="*/ 2127028 h 5143785"/>
              <a:gd name="connsiteX30262" fmla="*/ 1290257 w 3114960"/>
              <a:gd name="connsiteY30262" fmla="*/ 2133886 h 5143785"/>
              <a:gd name="connsiteX30263" fmla="*/ 1702403 w 3114960"/>
              <a:gd name="connsiteY30263" fmla="*/ 1688306 h 5143785"/>
              <a:gd name="connsiteX30264" fmla="*/ 1709357 w 3114960"/>
              <a:gd name="connsiteY30264" fmla="*/ 1683258 h 5143785"/>
              <a:gd name="connsiteX30265" fmla="*/ 1763268 w 3114960"/>
              <a:gd name="connsiteY30265" fmla="*/ 1683258 h 5143785"/>
              <a:gd name="connsiteX30266" fmla="*/ 1778603 w 3114960"/>
              <a:gd name="connsiteY30266" fmla="*/ 1660207 h 5143785"/>
              <a:gd name="connsiteX30267" fmla="*/ 1778603 w 3114960"/>
              <a:gd name="connsiteY30267" fmla="*/ 1618869 h 5143785"/>
              <a:gd name="connsiteX30268" fmla="*/ 1783271 w 3114960"/>
              <a:gd name="connsiteY30268" fmla="*/ 1615154 h 5143785"/>
              <a:gd name="connsiteX30269" fmla="*/ 1780318 w 3114960"/>
              <a:gd name="connsiteY30269" fmla="*/ 1604010 h 5143785"/>
              <a:gd name="connsiteX30270" fmla="*/ 1769174 w 3114960"/>
              <a:gd name="connsiteY30270" fmla="*/ 1606963 h 5143785"/>
              <a:gd name="connsiteX30271" fmla="*/ 1772126 w 3114960"/>
              <a:gd name="connsiteY30271" fmla="*/ 1618107 h 5143785"/>
              <a:gd name="connsiteX30272" fmla="*/ 1773841 w 3114960"/>
              <a:gd name="connsiteY30272" fmla="*/ 1618774 h 5143785"/>
              <a:gd name="connsiteX30273" fmla="*/ 1773841 w 3114960"/>
              <a:gd name="connsiteY30273" fmla="*/ 1658684 h 5143785"/>
              <a:gd name="connsiteX30274" fmla="*/ 1760696 w 3114960"/>
              <a:gd name="connsiteY30274" fmla="*/ 1678400 h 5143785"/>
              <a:gd name="connsiteX30275" fmla="*/ 1709357 w 3114960"/>
              <a:gd name="connsiteY30275" fmla="*/ 1678400 h 5143785"/>
              <a:gd name="connsiteX30276" fmla="*/ 1702403 w 3114960"/>
              <a:gd name="connsiteY30276" fmla="*/ 1673352 h 5143785"/>
              <a:gd name="connsiteX30277" fmla="*/ 1694974 w 3114960"/>
              <a:gd name="connsiteY30277" fmla="*/ 1680782 h 5143785"/>
              <a:gd name="connsiteX30278" fmla="*/ 1702403 w 3114960"/>
              <a:gd name="connsiteY30278" fmla="*/ 1688211 h 5143785"/>
              <a:gd name="connsiteX30279" fmla="*/ 1773365 w 3114960"/>
              <a:gd name="connsiteY30279" fmla="*/ 1616107 h 5143785"/>
              <a:gd name="connsiteX30280" fmla="*/ 1771269 w 3114960"/>
              <a:gd name="connsiteY30280" fmla="*/ 1608201 h 5143785"/>
              <a:gd name="connsiteX30281" fmla="*/ 1776317 w 3114960"/>
              <a:gd name="connsiteY30281" fmla="*/ 1605344 h 5143785"/>
              <a:gd name="connsiteX30282" fmla="*/ 1779175 w 3114960"/>
              <a:gd name="connsiteY30282" fmla="*/ 1606106 h 5143785"/>
              <a:gd name="connsiteX30283" fmla="*/ 1781270 w 3114960"/>
              <a:gd name="connsiteY30283" fmla="*/ 1614011 h 5143785"/>
              <a:gd name="connsiteX30284" fmla="*/ 1773365 w 3114960"/>
              <a:gd name="connsiteY30284" fmla="*/ 1616107 h 5143785"/>
              <a:gd name="connsiteX30285" fmla="*/ 1702403 w 3114960"/>
              <a:gd name="connsiteY30285" fmla="*/ 1675828 h 5143785"/>
              <a:gd name="connsiteX30286" fmla="*/ 1707452 w 3114960"/>
              <a:gd name="connsiteY30286" fmla="*/ 1680877 h 5143785"/>
              <a:gd name="connsiteX30287" fmla="*/ 1702403 w 3114960"/>
              <a:gd name="connsiteY30287" fmla="*/ 1685925 h 5143785"/>
              <a:gd name="connsiteX30288" fmla="*/ 1697355 w 3114960"/>
              <a:gd name="connsiteY30288" fmla="*/ 1680877 h 5143785"/>
              <a:gd name="connsiteX30289" fmla="*/ 1702403 w 3114960"/>
              <a:gd name="connsiteY30289" fmla="*/ 1675828 h 5143785"/>
              <a:gd name="connsiteX30290" fmla="*/ 2435352 w 3114960"/>
              <a:gd name="connsiteY30290" fmla="*/ 1582293 h 5143785"/>
              <a:gd name="connsiteX30291" fmla="*/ 2430780 w 3114960"/>
              <a:gd name="connsiteY30291" fmla="*/ 1605820 h 5143785"/>
              <a:gd name="connsiteX30292" fmla="*/ 2444877 w 3114960"/>
              <a:gd name="connsiteY30292" fmla="*/ 1613249 h 5143785"/>
              <a:gd name="connsiteX30293" fmla="*/ 2454307 w 3114960"/>
              <a:gd name="connsiteY30293" fmla="*/ 1610392 h 5143785"/>
              <a:gd name="connsiteX30294" fmla="*/ 2461451 w 3114960"/>
              <a:gd name="connsiteY30294" fmla="*/ 1599628 h 5143785"/>
              <a:gd name="connsiteX30295" fmla="*/ 2458879 w 3114960"/>
              <a:gd name="connsiteY30295" fmla="*/ 1586960 h 5143785"/>
              <a:gd name="connsiteX30296" fmla="*/ 2435352 w 3114960"/>
              <a:gd name="connsiteY30296" fmla="*/ 1582388 h 5143785"/>
              <a:gd name="connsiteX30297" fmla="*/ 2448973 w 3114960"/>
              <a:gd name="connsiteY30297" fmla="*/ 1602486 h 5143785"/>
              <a:gd name="connsiteX30298" fmla="*/ 2438686 w 3114960"/>
              <a:gd name="connsiteY30298" fmla="*/ 1600486 h 5143785"/>
              <a:gd name="connsiteX30299" fmla="*/ 2440686 w 3114960"/>
              <a:gd name="connsiteY30299" fmla="*/ 1590199 h 5143785"/>
              <a:gd name="connsiteX30300" fmla="*/ 2444782 w 3114960"/>
              <a:gd name="connsiteY30300" fmla="*/ 1588961 h 5143785"/>
              <a:gd name="connsiteX30301" fmla="*/ 2446211 w 3114960"/>
              <a:gd name="connsiteY30301" fmla="*/ 1589056 h 5143785"/>
              <a:gd name="connsiteX30302" fmla="*/ 2450973 w 3114960"/>
              <a:gd name="connsiteY30302" fmla="*/ 1592199 h 5143785"/>
              <a:gd name="connsiteX30303" fmla="*/ 2452116 w 3114960"/>
              <a:gd name="connsiteY30303" fmla="*/ 1597724 h 5143785"/>
              <a:gd name="connsiteX30304" fmla="*/ 2448973 w 3114960"/>
              <a:gd name="connsiteY30304" fmla="*/ 1602486 h 5143785"/>
              <a:gd name="connsiteX30305" fmla="*/ 2452783 w 3114960"/>
              <a:gd name="connsiteY30305" fmla="*/ 2640425 h 5143785"/>
              <a:gd name="connsiteX30306" fmla="*/ 2452783 w 3114960"/>
              <a:gd name="connsiteY30306" fmla="*/ 2659190 h 5143785"/>
              <a:gd name="connsiteX30307" fmla="*/ 2448973 w 3114960"/>
              <a:gd name="connsiteY30307" fmla="*/ 2663000 h 5143785"/>
              <a:gd name="connsiteX30308" fmla="*/ 2430209 w 3114960"/>
              <a:gd name="connsiteY30308" fmla="*/ 2663000 h 5143785"/>
              <a:gd name="connsiteX30309" fmla="*/ 2426399 w 3114960"/>
              <a:gd name="connsiteY30309" fmla="*/ 2659190 h 5143785"/>
              <a:gd name="connsiteX30310" fmla="*/ 2426399 w 3114960"/>
              <a:gd name="connsiteY30310" fmla="*/ 2640425 h 5143785"/>
              <a:gd name="connsiteX30311" fmla="*/ 2430209 w 3114960"/>
              <a:gd name="connsiteY30311" fmla="*/ 2636615 h 5143785"/>
              <a:gd name="connsiteX30312" fmla="*/ 2448973 w 3114960"/>
              <a:gd name="connsiteY30312" fmla="*/ 2636615 h 5143785"/>
              <a:gd name="connsiteX30313" fmla="*/ 2452783 w 3114960"/>
              <a:gd name="connsiteY30313" fmla="*/ 2640425 h 5143785"/>
              <a:gd name="connsiteX30314" fmla="*/ 1976628 w 3114960"/>
              <a:gd name="connsiteY30314" fmla="*/ 2344388 h 5143785"/>
              <a:gd name="connsiteX30315" fmla="*/ 1981486 w 3114960"/>
              <a:gd name="connsiteY30315" fmla="*/ 2343341 h 5143785"/>
              <a:gd name="connsiteX30316" fmla="*/ 1987391 w 3114960"/>
              <a:gd name="connsiteY30316" fmla="*/ 2327720 h 5143785"/>
              <a:gd name="connsiteX30317" fmla="*/ 1971675 w 3114960"/>
              <a:gd name="connsiteY30317" fmla="*/ 2321814 h 5143785"/>
              <a:gd name="connsiteX30318" fmla="*/ 1965484 w 3114960"/>
              <a:gd name="connsiteY30318" fmla="*/ 2328386 h 5143785"/>
              <a:gd name="connsiteX30319" fmla="*/ 1965770 w 3114960"/>
              <a:gd name="connsiteY30319" fmla="*/ 2337435 h 5143785"/>
              <a:gd name="connsiteX30320" fmla="*/ 1976533 w 3114960"/>
              <a:gd name="connsiteY30320" fmla="*/ 2344388 h 5143785"/>
              <a:gd name="connsiteX30321" fmla="*/ 1969961 w 3114960"/>
              <a:gd name="connsiteY30321" fmla="*/ 2330006 h 5143785"/>
              <a:gd name="connsiteX30322" fmla="*/ 1973675 w 3114960"/>
              <a:gd name="connsiteY30322" fmla="*/ 2326100 h 5143785"/>
              <a:gd name="connsiteX30323" fmla="*/ 1976533 w 3114960"/>
              <a:gd name="connsiteY30323" fmla="*/ 2325434 h 5143785"/>
              <a:gd name="connsiteX30324" fmla="*/ 1983010 w 3114960"/>
              <a:gd name="connsiteY30324" fmla="*/ 2329625 h 5143785"/>
              <a:gd name="connsiteX30325" fmla="*/ 1979486 w 3114960"/>
              <a:gd name="connsiteY30325" fmla="*/ 2338959 h 5143785"/>
              <a:gd name="connsiteX30326" fmla="*/ 1970151 w 3114960"/>
              <a:gd name="connsiteY30326" fmla="*/ 2335435 h 5143785"/>
              <a:gd name="connsiteX30327" fmla="*/ 1969961 w 3114960"/>
              <a:gd name="connsiteY30327" fmla="*/ 2330006 h 5143785"/>
              <a:gd name="connsiteX30328" fmla="*/ 2040446 w 3114960"/>
              <a:gd name="connsiteY30328" fmla="*/ 1604963 h 5143785"/>
              <a:gd name="connsiteX30329" fmla="*/ 2055590 w 3114960"/>
              <a:gd name="connsiteY30329" fmla="*/ 1596771 h 5143785"/>
              <a:gd name="connsiteX30330" fmla="*/ 2055686 w 3114960"/>
              <a:gd name="connsiteY30330" fmla="*/ 1595628 h 5143785"/>
              <a:gd name="connsiteX30331" fmla="*/ 2147792 w 3114960"/>
              <a:gd name="connsiteY30331" fmla="*/ 1596009 h 5143785"/>
              <a:gd name="connsiteX30332" fmla="*/ 2224183 w 3114960"/>
              <a:gd name="connsiteY30332" fmla="*/ 1540764 h 5143785"/>
              <a:gd name="connsiteX30333" fmla="*/ 2379536 w 3114960"/>
              <a:gd name="connsiteY30333" fmla="*/ 1541812 h 5143785"/>
              <a:gd name="connsiteX30334" fmla="*/ 2440877 w 3114960"/>
              <a:gd name="connsiteY30334" fmla="*/ 1486472 h 5143785"/>
              <a:gd name="connsiteX30335" fmla="*/ 2439924 w 3114960"/>
              <a:gd name="connsiteY30335" fmla="*/ 1485424 h 5143785"/>
              <a:gd name="connsiteX30336" fmla="*/ 2444877 w 3114960"/>
              <a:gd name="connsiteY30336" fmla="*/ 1486376 h 5143785"/>
              <a:gd name="connsiteX30337" fmla="*/ 2452973 w 3114960"/>
              <a:gd name="connsiteY30337" fmla="*/ 1483900 h 5143785"/>
              <a:gd name="connsiteX30338" fmla="*/ 2456879 w 3114960"/>
              <a:gd name="connsiteY30338" fmla="*/ 1463707 h 5143785"/>
              <a:gd name="connsiteX30339" fmla="*/ 2456688 w 3114960"/>
              <a:gd name="connsiteY30339" fmla="*/ 1463421 h 5143785"/>
              <a:gd name="connsiteX30340" fmla="*/ 2476881 w 3114960"/>
              <a:gd name="connsiteY30340" fmla="*/ 1447228 h 5143785"/>
              <a:gd name="connsiteX30341" fmla="*/ 2630900 w 3114960"/>
              <a:gd name="connsiteY30341" fmla="*/ 1447228 h 5143785"/>
              <a:gd name="connsiteX30342" fmla="*/ 2630900 w 3114960"/>
              <a:gd name="connsiteY30342" fmla="*/ 1456658 h 5143785"/>
              <a:gd name="connsiteX30343" fmla="*/ 2631186 w 3114960"/>
              <a:gd name="connsiteY30343" fmla="*/ 1457992 h 5143785"/>
              <a:gd name="connsiteX30344" fmla="*/ 2503075 w 3114960"/>
              <a:gd name="connsiteY30344" fmla="*/ 1457992 h 5143785"/>
              <a:gd name="connsiteX30345" fmla="*/ 2476024 w 3114960"/>
              <a:gd name="connsiteY30345" fmla="*/ 1481138 h 5143785"/>
              <a:gd name="connsiteX30346" fmla="*/ 2476024 w 3114960"/>
              <a:gd name="connsiteY30346" fmla="*/ 1524381 h 5143785"/>
              <a:gd name="connsiteX30347" fmla="*/ 2456688 w 3114960"/>
              <a:gd name="connsiteY30347" fmla="*/ 1541621 h 5143785"/>
              <a:gd name="connsiteX30348" fmla="*/ 2441638 w 3114960"/>
              <a:gd name="connsiteY30348" fmla="*/ 1540097 h 5143785"/>
              <a:gd name="connsiteX30349" fmla="*/ 2438400 w 3114960"/>
              <a:gd name="connsiteY30349" fmla="*/ 1556957 h 5143785"/>
              <a:gd name="connsiteX30350" fmla="*/ 2455259 w 3114960"/>
              <a:gd name="connsiteY30350" fmla="*/ 1560195 h 5143785"/>
              <a:gd name="connsiteX30351" fmla="*/ 2458498 w 3114960"/>
              <a:gd name="connsiteY30351" fmla="*/ 1543336 h 5143785"/>
              <a:gd name="connsiteX30352" fmla="*/ 2458403 w 3114960"/>
              <a:gd name="connsiteY30352" fmla="*/ 1543241 h 5143785"/>
              <a:gd name="connsiteX30353" fmla="*/ 2478405 w 3114960"/>
              <a:gd name="connsiteY30353" fmla="*/ 1525429 h 5143785"/>
              <a:gd name="connsiteX30354" fmla="*/ 2478405 w 3114960"/>
              <a:gd name="connsiteY30354" fmla="*/ 1482185 h 5143785"/>
              <a:gd name="connsiteX30355" fmla="*/ 2504027 w 3114960"/>
              <a:gd name="connsiteY30355" fmla="*/ 1460373 h 5143785"/>
              <a:gd name="connsiteX30356" fmla="*/ 2631758 w 3114960"/>
              <a:gd name="connsiteY30356" fmla="*/ 1460373 h 5143785"/>
              <a:gd name="connsiteX30357" fmla="*/ 2643188 w 3114960"/>
              <a:gd name="connsiteY30357" fmla="*/ 1468850 h 5143785"/>
              <a:gd name="connsiteX30358" fmla="*/ 2654618 w 3114960"/>
              <a:gd name="connsiteY30358" fmla="*/ 1468850 h 5143785"/>
              <a:gd name="connsiteX30359" fmla="*/ 2666810 w 3114960"/>
              <a:gd name="connsiteY30359" fmla="*/ 1456658 h 5143785"/>
              <a:gd name="connsiteX30360" fmla="*/ 2666810 w 3114960"/>
              <a:gd name="connsiteY30360" fmla="*/ 1445228 h 5143785"/>
              <a:gd name="connsiteX30361" fmla="*/ 2654618 w 3114960"/>
              <a:gd name="connsiteY30361" fmla="*/ 1433036 h 5143785"/>
              <a:gd name="connsiteX30362" fmla="*/ 2643188 w 3114960"/>
              <a:gd name="connsiteY30362" fmla="*/ 1433036 h 5143785"/>
              <a:gd name="connsiteX30363" fmla="*/ 2631091 w 3114960"/>
              <a:gd name="connsiteY30363" fmla="*/ 1444847 h 5143785"/>
              <a:gd name="connsiteX30364" fmla="*/ 2476119 w 3114960"/>
              <a:gd name="connsiteY30364" fmla="*/ 1444847 h 5143785"/>
              <a:gd name="connsiteX30365" fmla="*/ 2455259 w 3114960"/>
              <a:gd name="connsiteY30365" fmla="*/ 1461611 h 5143785"/>
              <a:gd name="connsiteX30366" fmla="*/ 2436781 w 3114960"/>
              <a:gd name="connsiteY30366" fmla="*/ 1459802 h 5143785"/>
              <a:gd name="connsiteX30367" fmla="*/ 2432876 w 3114960"/>
              <a:gd name="connsiteY30367" fmla="*/ 1479995 h 5143785"/>
              <a:gd name="connsiteX30368" fmla="*/ 2433257 w 3114960"/>
              <a:gd name="connsiteY30368" fmla="*/ 1480471 h 5143785"/>
              <a:gd name="connsiteX30369" fmla="*/ 2375916 w 3114960"/>
              <a:gd name="connsiteY30369" fmla="*/ 1532192 h 5143785"/>
              <a:gd name="connsiteX30370" fmla="*/ 2221135 w 3114960"/>
              <a:gd name="connsiteY30370" fmla="*/ 1531144 h 5143785"/>
              <a:gd name="connsiteX30371" fmla="*/ 2144744 w 3114960"/>
              <a:gd name="connsiteY30371" fmla="*/ 1586389 h 5143785"/>
              <a:gd name="connsiteX30372" fmla="*/ 2053400 w 3114960"/>
              <a:gd name="connsiteY30372" fmla="*/ 1586008 h 5143785"/>
              <a:gd name="connsiteX30373" fmla="*/ 2047303 w 3114960"/>
              <a:gd name="connsiteY30373" fmla="*/ 1581531 h 5143785"/>
              <a:gd name="connsiteX30374" fmla="*/ 2032159 w 3114960"/>
              <a:gd name="connsiteY30374" fmla="*/ 1589723 h 5143785"/>
              <a:gd name="connsiteX30375" fmla="*/ 2040350 w 3114960"/>
              <a:gd name="connsiteY30375" fmla="*/ 1604867 h 5143785"/>
              <a:gd name="connsiteX30376" fmla="*/ 2635663 w 3114960"/>
              <a:gd name="connsiteY30376" fmla="*/ 1445324 h 5143785"/>
              <a:gd name="connsiteX30377" fmla="*/ 2643092 w 3114960"/>
              <a:gd name="connsiteY30377" fmla="*/ 1437894 h 5143785"/>
              <a:gd name="connsiteX30378" fmla="*/ 2654522 w 3114960"/>
              <a:gd name="connsiteY30378" fmla="*/ 1437894 h 5143785"/>
              <a:gd name="connsiteX30379" fmla="*/ 2661952 w 3114960"/>
              <a:gd name="connsiteY30379" fmla="*/ 1445324 h 5143785"/>
              <a:gd name="connsiteX30380" fmla="*/ 2661952 w 3114960"/>
              <a:gd name="connsiteY30380" fmla="*/ 1456753 h 5143785"/>
              <a:gd name="connsiteX30381" fmla="*/ 2654522 w 3114960"/>
              <a:gd name="connsiteY30381" fmla="*/ 1464183 h 5143785"/>
              <a:gd name="connsiteX30382" fmla="*/ 2643092 w 3114960"/>
              <a:gd name="connsiteY30382" fmla="*/ 1464183 h 5143785"/>
              <a:gd name="connsiteX30383" fmla="*/ 2635663 w 3114960"/>
              <a:gd name="connsiteY30383" fmla="*/ 1456753 h 5143785"/>
              <a:gd name="connsiteX30384" fmla="*/ 2635663 w 3114960"/>
              <a:gd name="connsiteY30384" fmla="*/ 1445324 h 5143785"/>
              <a:gd name="connsiteX30385" fmla="*/ 2439353 w 3114960"/>
              <a:gd name="connsiteY30385" fmla="*/ 1463802 h 5143785"/>
              <a:gd name="connsiteX30386" fmla="*/ 2444782 w 3114960"/>
              <a:gd name="connsiteY30386" fmla="*/ 1462088 h 5143785"/>
              <a:gd name="connsiteX30387" fmla="*/ 2446687 w 3114960"/>
              <a:gd name="connsiteY30387" fmla="*/ 1462278 h 5143785"/>
              <a:gd name="connsiteX30388" fmla="*/ 2452973 w 3114960"/>
              <a:gd name="connsiteY30388" fmla="*/ 1466374 h 5143785"/>
              <a:gd name="connsiteX30389" fmla="*/ 2450306 w 3114960"/>
              <a:gd name="connsiteY30389" fmla="*/ 1479995 h 5143785"/>
              <a:gd name="connsiteX30390" fmla="*/ 2436686 w 3114960"/>
              <a:gd name="connsiteY30390" fmla="*/ 1477328 h 5143785"/>
              <a:gd name="connsiteX30391" fmla="*/ 2439353 w 3114960"/>
              <a:gd name="connsiteY30391" fmla="*/ 1463707 h 5143785"/>
              <a:gd name="connsiteX30392" fmla="*/ 2348579 w 3114960"/>
              <a:gd name="connsiteY30392" fmla="*/ 2881503 h 5143785"/>
              <a:gd name="connsiteX30393" fmla="*/ 2359819 w 3114960"/>
              <a:gd name="connsiteY30393" fmla="*/ 2870263 h 5143785"/>
              <a:gd name="connsiteX30394" fmla="*/ 2348579 w 3114960"/>
              <a:gd name="connsiteY30394" fmla="*/ 2859024 h 5143785"/>
              <a:gd name="connsiteX30395" fmla="*/ 2337340 w 3114960"/>
              <a:gd name="connsiteY30395" fmla="*/ 2870263 h 5143785"/>
              <a:gd name="connsiteX30396" fmla="*/ 2339150 w 3114960"/>
              <a:gd name="connsiteY30396" fmla="*/ 2875979 h 5143785"/>
              <a:gd name="connsiteX30397" fmla="*/ 2262759 w 3114960"/>
              <a:gd name="connsiteY30397" fmla="*/ 2962370 h 5143785"/>
              <a:gd name="connsiteX30398" fmla="*/ 2262378 w 3114960"/>
              <a:gd name="connsiteY30398" fmla="*/ 3099721 h 5143785"/>
              <a:gd name="connsiteX30399" fmla="*/ 2267141 w 3114960"/>
              <a:gd name="connsiteY30399" fmla="*/ 3099721 h 5143785"/>
              <a:gd name="connsiteX30400" fmla="*/ 2267522 w 3114960"/>
              <a:gd name="connsiteY30400" fmla="*/ 2964180 h 5143785"/>
              <a:gd name="connsiteX30401" fmla="*/ 2342483 w 3114960"/>
              <a:gd name="connsiteY30401" fmla="*/ 2879408 h 5143785"/>
              <a:gd name="connsiteX30402" fmla="*/ 2348579 w 3114960"/>
              <a:gd name="connsiteY30402" fmla="*/ 2881503 h 5143785"/>
              <a:gd name="connsiteX30403" fmla="*/ 2348579 w 3114960"/>
              <a:gd name="connsiteY30403" fmla="*/ 2863692 h 5143785"/>
              <a:gd name="connsiteX30404" fmla="*/ 2355056 w 3114960"/>
              <a:gd name="connsiteY30404" fmla="*/ 2870168 h 5143785"/>
              <a:gd name="connsiteX30405" fmla="*/ 2348579 w 3114960"/>
              <a:gd name="connsiteY30405" fmla="*/ 2876645 h 5143785"/>
              <a:gd name="connsiteX30406" fmla="*/ 2342102 w 3114960"/>
              <a:gd name="connsiteY30406" fmla="*/ 2870168 h 5143785"/>
              <a:gd name="connsiteX30407" fmla="*/ 2348579 w 3114960"/>
              <a:gd name="connsiteY30407" fmla="*/ 2863692 h 5143785"/>
              <a:gd name="connsiteX30408" fmla="*/ 1684211 w 3114960"/>
              <a:gd name="connsiteY30408" fmla="*/ 1374648 h 5143785"/>
              <a:gd name="connsiteX30409" fmla="*/ 1670971 w 3114960"/>
              <a:gd name="connsiteY30409" fmla="*/ 1374648 h 5143785"/>
              <a:gd name="connsiteX30410" fmla="*/ 1662303 w 3114960"/>
              <a:gd name="connsiteY30410" fmla="*/ 1383316 h 5143785"/>
              <a:gd name="connsiteX30411" fmla="*/ 1662303 w 3114960"/>
              <a:gd name="connsiteY30411" fmla="*/ 1387602 h 5143785"/>
              <a:gd name="connsiteX30412" fmla="*/ 1603343 w 3114960"/>
              <a:gd name="connsiteY30412" fmla="*/ 1387602 h 5143785"/>
              <a:gd name="connsiteX30413" fmla="*/ 1515047 w 3114960"/>
              <a:gd name="connsiteY30413" fmla="*/ 1488662 h 5143785"/>
              <a:gd name="connsiteX30414" fmla="*/ 1515047 w 3114960"/>
              <a:gd name="connsiteY30414" fmla="*/ 1570768 h 5143785"/>
              <a:gd name="connsiteX30415" fmla="*/ 1512951 w 3114960"/>
              <a:gd name="connsiteY30415" fmla="*/ 1571339 h 5143785"/>
              <a:gd name="connsiteX30416" fmla="*/ 1506760 w 3114960"/>
              <a:gd name="connsiteY30416" fmla="*/ 1578293 h 5143785"/>
              <a:gd name="connsiteX30417" fmla="*/ 1507236 w 3114960"/>
              <a:gd name="connsiteY30417" fmla="*/ 1587532 h 5143785"/>
              <a:gd name="connsiteX30418" fmla="*/ 1514189 w 3114960"/>
              <a:gd name="connsiteY30418" fmla="*/ 1593723 h 5143785"/>
              <a:gd name="connsiteX30419" fmla="*/ 1518190 w 3114960"/>
              <a:gd name="connsiteY30419" fmla="*/ 1594390 h 5143785"/>
              <a:gd name="connsiteX30420" fmla="*/ 1523428 w 3114960"/>
              <a:gd name="connsiteY30420" fmla="*/ 1593152 h 5143785"/>
              <a:gd name="connsiteX30421" fmla="*/ 1529620 w 3114960"/>
              <a:gd name="connsiteY30421" fmla="*/ 1586198 h 5143785"/>
              <a:gd name="connsiteX30422" fmla="*/ 1529144 w 3114960"/>
              <a:gd name="connsiteY30422" fmla="*/ 1576959 h 5143785"/>
              <a:gd name="connsiteX30423" fmla="*/ 1522190 w 3114960"/>
              <a:gd name="connsiteY30423" fmla="*/ 1570768 h 5143785"/>
              <a:gd name="connsiteX30424" fmla="*/ 1519809 w 3114960"/>
              <a:gd name="connsiteY30424" fmla="*/ 1570387 h 5143785"/>
              <a:gd name="connsiteX30425" fmla="*/ 1519809 w 3114960"/>
              <a:gd name="connsiteY30425" fmla="*/ 1490377 h 5143785"/>
              <a:gd name="connsiteX30426" fmla="*/ 1605534 w 3114960"/>
              <a:gd name="connsiteY30426" fmla="*/ 1392365 h 5143785"/>
              <a:gd name="connsiteX30427" fmla="*/ 1662303 w 3114960"/>
              <a:gd name="connsiteY30427" fmla="*/ 1392365 h 5143785"/>
              <a:gd name="connsiteX30428" fmla="*/ 1662303 w 3114960"/>
              <a:gd name="connsiteY30428" fmla="*/ 1396651 h 5143785"/>
              <a:gd name="connsiteX30429" fmla="*/ 1670971 w 3114960"/>
              <a:gd name="connsiteY30429" fmla="*/ 1405319 h 5143785"/>
              <a:gd name="connsiteX30430" fmla="*/ 1684211 w 3114960"/>
              <a:gd name="connsiteY30430" fmla="*/ 1405319 h 5143785"/>
              <a:gd name="connsiteX30431" fmla="*/ 1692878 w 3114960"/>
              <a:gd name="connsiteY30431" fmla="*/ 1396651 h 5143785"/>
              <a:gd name="connsiteX30432" fmla="*/ 1692878 w 3114960"/>
              <a:gd name="connsiteY30432" fmla="*/ 1383411 h 5143785"/>
              <a:gd name="connsiteX30433" fmla="*/ 1684211 w 3114960"/>
              <a:gd name="connsiteY30433" fmla="*/ 1374743 h 5143785"/>
              <a:gd name="connsiteX30434" fmla="*/ 1524762 w 3114960"/>
              <a:gd name="connsiteY30434" fmla="*/ 1578959 h 5143785"/>
              <a:gd name="connsiteX30435" fmla="*/ 1521333 w 3114960"/>
              <a:gd name="connsiteY30435" fmla="*/ 1588770 h 5143785"/>
              <a:gd name="connsiteX30436" fmla="*/ 1515713 w 3114960"/>
              <a:gd name="connsiteY30436" fmla="*/ 1589056 h 5143785"/>
              <a:gd name="connsiteX30437" fmla="*/ 1511522 w 3114960"/>
              <a:gd name="connsiteY30437" fmla="*/ 1585246 h 5143785"/>
              <a:gd name="connsiteX30438" fmla="*/ 1511237 w 3114960"/>
              <a:gd name="connsiteY30438" fmla="*/ 1579626 h 5143785"/>
              <a:gd name="connsiteX30439" fmla="*/ 1515047 w 3114960"/>
              <a:gd name="connsiteY30439" fmla="*/ 1575435 h 5143785"/>
              <a:gd name="connsiteX30440" fmla="*/ 1518190 w 3114960"/>
              <a:gd name="connsiteY30440" fmla="*/ 1574673 h 5143785"/>
              <a:gd name="connsiteX30441" fmla="*/ 1524857 w 3114960"/>
              <a:gd name="connsiteY30441" fmla="*/ 1578864 h 5143785"/>
              <a:gd name="connsiteX30442" fmla="*/ 1688021 w 3114960"/>
              <a:gd name="connsiteY30442" fmla="*/ 1396556 h 5143785"/>
              <a:gd name="connsiteX30443" fmla="*/ 1684115 w 3114960"/>
              <a:gd name="connsiteY30443" fmla="*/ 1400461 h 5143785"/>
              <a:gd name="connsiteX30444" fmla="*/ 1670876 w 3114960"/>
              <a:gd name="connsiteY30444" fmla="*/ 1400461 h 5143785"/>
              <a:gd name="connsiteX30445" fmla="*/ 1666970 w 3114960"/>
              <a:gd name="connsiteY30445" fmla="*/ 1396556 h 5143785"/>
              <a:gd name="connsiteX30446" fmla="*/ 1666970 w 3114960"/>
              <a:gd name="connsiteY30446" fmla="*/ 1383316 h 5143785"/>
              <a:gd name="connsiteX30447" fmla="*/ 1670876 w 3114960"/>
              <a:gd name="connsiteY30447" fmla="*/ 1379411 h 5143785"/>
              <a:gd name="connsiteX30448" fmla="*/ 1684115 w 3114960"/>
              <a:gd name="connsiteY30448" fmla="*/ 1379411 h 5143785"/>
              <a:gd name="connsiteX30449" fmla="*/ 1688021 w 3114960"/>
              <a:gd name="connsiteY30449" fmla="*/ 1383316 h 5143785"/>
              <a:gd name="connsiteX30450" fmla="*/ 1688021 w 3114960"/>
              <a:gd name="connsiteY30450" fmla="*/ 1396556 h 5143785"/>
              <a:gd name="connsiteX30451" fmla="*/ 658177 w 3114960"/>
              <a:gd name="connsiteY30451" fmla="*/ 1629347 h 5143785"/>
              <a:gd name="connsiteX30452" fmla="*/ 645509 w 3114960"/>
              <a:gd name="connsiteY30452" fmla="*/ 1642015 h 5143785"/>
              <a:gd name="connsiteX30453" fmla="*/ 632841 w 3114960"/>
              <a:gd name="connsiteY30453" fmla="*/ 1629347 h 5143785"/>
              <a:gd name="connsiteX30454" fmla="*/ 645509 w 3114960"/>
              <a:gd name="connsiteY30454" fmla="*/ 1616678 h 5143785"/>
              <a:gd name="connsiteX30455" fmla="*/ 658177 w 3114960"/>
              <a:gd name="connsiteY30455" fmla="*/ 1629347 h 5143785"/>
              <a:gd name="connsiteX30456" fmla="*/ 673799 w 3114960"/>
              <a:gd name="connsiteY30456" fmla="*/ 1760506 h 5143785"/>
              <a:gd name="connsiteX30457" fmla="*/ 661416 w 3114960"/>
              <a:gd name="connsiteY30457" fmla="*/ 1748123 h 5143785"/>
              <a:gd name="connsiteX30458" fmla="*/ 649034 w 3114960"/>
              <a:gd name="connsiteY30458" fmla="*/ 1760506 h 5143785"/>
              <a:gd name="connsiteX30459" fmla="*/ 659511 w 3114960"/>
              <a:gd name="connsiteY30459" fmla="*/ 1772507 h 5143785"/>
              <a:gd name="connsiteX30460" fmla="*/ 659511 w 3114960"/>
              <a:gd name="connsiteY30460" fmla="*/ 1788414 h 5143785"/>
              <a:gd name="connsiteX30461" fmla="*/ 566642 w 3114960"/>
              <a:gd name="connsiteY30461" fmla="*/ 1887760 h 5143785"/>
              <a:gd name="connsiteX30462" fmla="*/ 560451 w 3114960"/>
              <a:gd name="connsiteY30462" fmla="*/ 1885855 h 5143785"/>
              <a:gd name="connsiteX30463" fmla="*/ 548069 w 3114960"/>
              <a:gd name="connsiteY30463" fmla="*/ 1898237 h 5143785"/>
              <a:gd name="connsiteX30464" fmla="*/ 560451 w 3114960"/>
              <a:gd name="connsiteY30464" fmla="*/ 1910620 h 5143785"/>
              <a:gd name="connsiteX30465" fmla="*/ 572834 w 3114960"/>
              <a:gd name="connsiteY30465" fmla="*/ 1898237 h 5143785"/>
              <a:gd name="connsiteX30466" fmla="*/ 570167 w 3114960"/>
              <a:gd name="connsiteY30466" fmla="*/ 1890808 h 5143785"/>
              <a:gd name="connsiteX30467" fmla="*/ 664274 w 3114960"/>
              <a:gd name="connsiteY30467" fmla="*/ 1790128 h 5143785"/>
              <a:gd name="connsiteX30468" fmla="*/ 664274 w 3114960"/>
              <a:gd name="connsiteY30468" fmla="*/ 1772222 h 5143785"/>
              <a:gd name="connsiteX30469" fmla="*/ 673894 w 3114960"/>
              <a:gd name="connsiteY30469" fmla="*/ 1760411 h 5143785"/>
              <a:gd name="connsiteX30470" fmla="*/ 560356 w 3114960"/>
              <a:gd name="connsiteY30470" fmla="*/ 1905953 h 5143785"/>
              <a:gd name="connsiteX30471" fmla="*/ 552736 w 3114960"/>
              <a:gd name="connsiteY30471" fmla="*/ 1898332 h 5143785"/>
              <a:gd name="connsiteX30472" fmla="*/ 560356 w 3114960"/>
              <a:gd name="connsiteY30472" fmla="*/ 1890713 h 5143785"/>
              <a:gd name="connsiteX30473" fmla="*/ 567976 w 3114960"/>
              <a:gd name="connsiteY30473" fmla="*/ 1898332 h 5143785"/>
              <a:gd name="connsiteX30474" fmla="*/ 560356 w 3114960"/>
              <a:gd name="connsiteY30474" fmla="*/ 1905953 h 5143785"/>
              <a:gd name="connsiteX30475" fmla="*/ 661321 w 3114960"/>
              <a:gd name="connsiteY30475" fmla="*/ 1768126 h 5143785"/>
              <a:gd name="connsiteX30476" fmla="*/ 653701 w 3114960"/>
              <a:gd name="connsiteY30476" fmla="*/ 1760506 h 5143785"/>
              <a:gd name="connsiteX30477" fmla="*/ 661321 w 3114960"/>
              <a:gd name="connsiteY30477" fmla="*/ 1752886 h 5143785"/>
              <a:gd name="connsiteX30478" fmla="*/ 668941 w 3114960"/>
              <a:gd name="connsiteY30478" fmla="*/ 1760506 h 5143785"/>
              <a:gd name="connsiteX30479" fmla="*/ 661321 w 3114960"/>
              <a:gd name="connsiteY30479" fmla="*/ 1768126 h 5143785"/>
              <a:gd name="connsiteX30480" fmla="*/ 2452783 w 3114960"/>
              <a:gd name="connsiteY30480" fmla="*/ 2691194 h 5143785"/>
              <a:gd name="connsiteX30481" fmla="*/ 2452783 w 3114960"/>
              <a:gd name="connsiteY30481" fmla="*/ 2709958 h 5143785"/>
              <a:gd name="connsiteX30482" fmla="*/ 2448973 w 3114960"/>
              <a:gd name="connsiteY30482" fmla="*/ 2713768 h 5143785"/>
              <a:gd name="connsiteX30483" fmla="*/ 2430209 w 3114960"/>
              <a:gd name="connsiteY30483" fmla="*/ 2713768 h 5143785"/>
              <a:gd name="connsiteX30484" fmla="*/ 2426399 w 3114960"/>
              <a:gd name="connsiteY30484" fmla="*/ 2709958 h 5143785"/>
              <a:gd name="connsiteX30485" fmla="*/ 2426399 w 3114960"/>
              <a:gd name="connsiteY30485" fmla="*/ 2691194 h 5143785"/>
              <a:gd name="connsiteX30486" fmla="*/ 2430209 w 3114960"/>
              <a:gd name="connsiteY30486" fmla="*/ 2687384 h 5143785"/>
              <a:gd name="connsiteX30487" fmla="*/ 2448973 w 3114960"/>
              <a:gd name="connsiteY30487" fmla="*/ 2687384 h 5143785"/>
              <a:gd name="connsiteX30488" fmla="*/ 2452783 w 3114960"/>
              <a:gd name="connsiteY30488" fmla="*/ 2691194 h 5143785"/>
              <a:gd name="connsiteX30489" fmla="*/ 660845 w 3114960"/>
              <a:gd name="connsiteY30489" fmla="*/ 1608582 h 5143785"/>
              <a:gd name="connsiteX30490" fmla="*/ 645604 w 3114960"/>
              <a:gd name="connsiteY30490" fmla="*/ 1603534 h 5143785"/>
              <a:gd name="connsiteX30491" fmla="*/ 624745 w 3114960"/>
              <a:gd name="connsiteY30491" fmla="*/ 1614107 h 5143785"/>
              <a:gd name="connsiteX30492" fmla="*/ 619982 w 3114960"/>
              <a:gd name="connsiteY30492" fmla="*/ 1633347 h 5143785"/>
              <a:gd name="connsiteX30493" fmla="*/ 630269 w 3114960"/>
              <a:gd name="connsiteY30493" fmla="*/ 1650302 h 5143785"/>
              <a:gd name="connsiteX30494" fmla="*/ 666369 w 3114960"/>
              <a:gd name="connsiteY30494" fmla="*/ 1644777 h 5143785"/>
              <a:gd name="connsiteX30495" fmla="*/ 666369 w 3114960"/>
              <a:gd name="connsiteY30495" fmla="*/ 1644777 h 5143785"/>
              <a:gd name="connsiteX30496" fmla="*/ 660845 w 3114960"/>
              <a:gd name="connsiteY30496" fmla="*/ 1608677 h 5143785"/>
              <a:gd name="connsiteX30497" fmla="*/ 662559 w 3114960"/>
              <a:gd name="connsiteY30497" fmla="*/ 1641824 h 5143785"/>
              <a:gd name="connsiteX30498" fmla="*/ 633032 w 3114960"/>
              <a:gd name="connsiteY30498" fmla="*/ 1646301 h 5143785"/>
              <a:gd name="connsiteX30499" fmla="*/ 624650 w 3114960"/>
              <a:gd name="connsiteY30499" fmla="*/ 1632490 h 5143785"/>
              <a:gd name="connsiteX30500" fmla="*/ 628460 w 3114960"/>
              <a:gd name="connsiteY30500" fmla="*/ 1616774 h 5143785"/>
              <a:gd name="connsiteX30501" fmla="*/ 642271 w 3114960"/>
              <a:gd name="connsiteY30501" fmla="*/ 1608392 h 5143785"/>
              <a:gd name="connsiteX30502" fmla="*/ 657987 w 3114960"/>
              <a:gd name="connsiteY30502" fmla="*/ 1612202 h 5143785"/>
              <a:gd name="connsiteX30503" fmla="*/ 662559 w 3114960"/>
              <a:gd name="connsiteY30503" fmla="*/ 1641729 h 5143785"/>
              <a:gd name="connsiteX30504" fmla="*/ 1461421 w 3114960"/>
              <a:gd name="connsiteY30504" fmla="*/ 1628870 h 5143785"/>
              <a:gd name="connsiteX30505" fmla="*/ 1455515 w 3114960"/>
              <a:gd name="connsiteY30505" fmla="*/ 1632109 h 5143785"/>
              <a:gd name="connsiteX30506" fmla="*/ 1412939 w 3114960"/>
              <a:gd name="connsiteY30506" fmla="*/ 1632109 h 5143785"/>
              <a:gd name="connsiteX30507" fmla="*/ 1370457 w 3114960"/>
              <a:gd name="connsiteY30507" fmla="*/ 1601534 h 5143785"/>
              <a:gd name="connsiteX30508" fmla="*/ 1223677 w 3114960"/>
              <a:gd name="connsiteY30508" fmla="*/ 1601534 h 5143785"/>
              <a:gd name="connsiteX30509" fmla="*/ 1215200 w 3114960"/>
              <a:gd name="connsiteY30509" fmla="*/ 1594199 h 5143785"/>
              <a:gd name="connsiteX30510" fmla="*/ 1204627 w 3114960"/>
              <a:gd name="connsiteY30510" fmla="*/ 1603057 h 5143785"/>
              <a:gd name="connsiteX30511" fmla="*/ 1213485 w 3114960"/>
              <a:gd name="connsiteY30511" fmla="*/ 1613630 h 5143785"/>
              <a:gd name="connsiteX30512" fmla="*/ 1223677 w 3114960"/>
              <a:gd name="connsiteY30512" fmla="*/ 1606296 h 5143785"/>
              <a:gd name="connsiteX30513" fmla="*/ 1368933 w 3114960"/>
              <a:gd name="connsiteY30513" fmla="*/ 1606296 h 5143785"/>
              <a:gd name="connsiteX30514" fmla="*/ 1411415 w 3114960"/>
              <a:gd name="connsiteY30514" fmla="*/ 1636871 h 5143785"/>
              <a:gd name="connsiteX30515" fmla="*/ 1455134 w 3114960"/>
              <a:gd name="connsiteY30515" fmla="*/ 1636871 h 5143785"/>
              <a:gd name="connsiteX30516" fmla="*/ 1460468 w 3114960"/>
              <a:gd name="connsiteY30516" fmla="*/ 1641062 h 5143785"/>
              <a:gd name="connsiteX30517" fmla="*/ 1466469 w 3114960"/>
              <a:gd name="connsiteY30517" fmla="*/ 1637348 h 5143785"/>
              <a:gd name="connsiteX30518" fmla="*/ 1522286 w 3114960"/>
              <a:gd name="connsiteY30518" fmla="*/ 1637348 h 5143785"/>
              <a:gd name="connsiteX30519" fmla="*/ 1568863 w 3114960"/>
              <a:gd name="connsiteY30519" fmla="*/ 1598486 h 5143785"/>
              <a:gd name="connsiteX30520" fmla="*/ 1568863 w 3114960"/>
              <a:gd name="connsiteY30520" fmla="*/ 1585055 h 5143785"/>
              <a:gd name="connsiteX30521" fmla="*/ 1572959 w 3114960"/>
              <a:gd name="connsiteY30521" fmla="*/ 1583436 h 5143785"/>
              <a:gd name="connsiteX30522" fmla="*/ 1576197 w 3114960"/>
              <a:gd name="connsiteY30522" fmla="*/ 1567244 h 5143785"/>
              <a:gd name="connsiteX30523" fmla="*/ 1560005 w 3114960"/>
              <a:gd name="connsiteY30523" fmla="*/ 1564005 h 5143785"/>
              <a:gd name="connsiteX30524" fmla="*/ 1555052 w 3114960"/>
              <a:gd name="connsiteY30524" fmla="*/ 1571435 h 5143785"/>
              <a:gd name="connsiteX30525" fmla="*/ 1556766 w 3114960"/>
              <a:gd name="connsiteY30525" fmla="*/ 1580198 h 5143785"/>
              <a:gd name="connsiteX30526" fmla="*/ 1564100 w 3114960"/>
              <a:gd name="connsiteY30526" fmla="*/ 1585055 h 5143785"/>
              <a:gd name="connsiteX30527" fmla="*/ 1564100 w 3114960"/>
              <a:gd name="connsiteY30527" fmla="*/ 1596200 h 5143785"/>
              <a:gd name="connsiteX30528" fmla="*/ 1520571 w 3114960"/>
              <a:gd name="connsiteY30528" fmla="*/ 1632490 h 5143785"/>
              <a:gd name="connsiteX30529" fmla="*/ 1466469 w 3114960"/>
              <a:gd name="connsiteY30529" fmla="*/ 1632490 h 5143785"/>
              <a:gd name="connsiteX30530" fmla="*/ 1461326 w 3114960"/>
              <a:gd name="connsiteY30530" fmla="*/ 1628775 h 5143785"/>
              <a:gd name="connsiteX30531" fmla="*/ 1560767 w 3114960"/>
              <a:gd name="connsiteY30531" fmla="*/ 1577626 h 5143785"/>
              <a:gd name="connsiteX30532" fmla="*/ 1559719 w 3114960"/>
              <a:gd name="connsiteY30532" fmla="*/ 1572482 h 5143785"/>
              <a:gd name="connsiteX30533" fmla="*/ 1562672 w 3114960"/>
              <a:gd name="connsiteY30533" fmla="*/ 1568101 h 5143785"/>
              <a:gd name="connsiteX30534" fmla="*/ 1566482 w 3114960"/>
              <a:gd name="connsiteY30534" fmla="*/ 1566958 h 5143785"/>
              <a:gd name="connsiteX30535" fmla="*/ 1572197 w 3114960"/>
              <a:gd name="connsiteY30535" fmla="*/ 1570006 h 5143785"/>
              <a:gd name="connsiteX30536" fmla="*/ 1570292 w 3114960"/>
              <a:gd name="connsiteY30536" fmla="*/ 1579531 h 5143785"/>
              <a:gd name="connsiteX30537" fmla="*/ 1560767 w 3114960"/>
              <a:gd name="connsiteY30537" fmla="*/ 1577626 h 5143785"/>
              <a:gd name="connsiteX30538" fmla="*/ 1685735 w 3114960"/>
              <a:gd name="connsiteY30538" fmla="*/ 1612773 h 5143785"/>
              <a:gd name="connsiteX30539" fmla="*/ 1668685 w 3114960"/>
              <a:gd name="connsiteY30539" fmla="*/ 1634395 h 5143785"/>
              <a:gd name="connsiteX30540" fmla="*/ 1669066 w 3114960"/>
              <a:gd name="connsiteY30540" fmla="*/ 1666113 h 5143785"/>
              <a:gd name="connsiteX30541" fmla="*/ 1639824 w 3114960"/>
              <a:gd name="connsiteY30541" fmla="*/ 1696593 h 5143785"/>
              <a:gd name="connsiteX30542" fmla="*/ 1614392 w 3114960"/>
              <a:gd name="connsiteY30542" fmla="*/ 1696593 h 5143785"/>
              <a:gd name="connsiteX30543" fmla="*/ 1610392 w 3114960"/>
              <a:gd name="connsiteY30543" fmla="*/ 1701165 h 5143785"/>
              <a:gd name="connsiteX30544" fmla="*/ 1602581 w 3114960"/>
              <a:gd name="connsiteY30544" fmla="*/ 1697355 h 5143785"/>
              <a:gd name="connsiteX30545" fmla="*/ 1606391 w 3114960"/>
              <a:gd name="connsiteY30545" fmla="*/ 1689545 h 5143785"/>
              <a:gd name="connsiteX30546" fmla="*/ 1614202 w 3114960"/>
              <a:gd name="connsiteY30546" fmla="*/ 1693355 h 5143785"/>
              <a:gd name="connsiteX30547" fmla="*/ 1614202 w 3114960"/>
              <a:gd name="connsiteY30547" fmla="*/ 1694021 h 5143785"/>
              <a:gd name="connsiteX30548" fmla="*/ 1638681 w 3114960"/>
              <a:gd name="connsiteY30548" fmla="*/ 1694021 h 5143785"/>
              <a:gd name="connsiteX30549" fmla="*/ 1666494 w 3114960"/>
              <a:gd name="connsiteY30549" fmla="*/ 1665065 h 5143785"/>
              <a:gd name="connsiteX30550" fmla="*/ 1666113 w 3114960"/>
              <a:gd name="connsiteY30550" fmla="*/ 1633538 h 5143785"/>
              <a:gd name="connsiteX30551" fmla="*/ 1684401 w 3114960"/>
              <a:gd name="connsiteY30551" fmla="*/ 1610297 h 5143785"/>
              <a:gd name="connsiteX30552" fmla="*/ 1734026 w 3114960"/>
              <a:gd name="connsiteY30552" fmla="*/ 1609820 h 5143785"/>
              <a:gd name="connsiteX30553" fmla="*/ 1738027 w 3114960"/>
              <a:gd name="connsiteY30553" fmla="*/ 1605153 h 5143785"/>
              <a:gd name="connsiteX30554" fmla="*/ 1745837 w 3114960"/>
              <a:gd name="connsiteY30554" fmla="*/ 1608963 h 5143785"/>
              <a:gd name="connsiteX30555" fmla="*/ 1742027 w 3114960"/>
              <a:gd name="connsiteY30555" fmla="*/ 1616774 h 5143785"/>
              <a:gd name="connsiteX30556" fmla="*/ 1734217 w 3114960"/>
              <a:gd name="connsiteY30556" fmla="*/ 1612964 h 5143785"/>
              <a:gd name="connsiteX30557" fmla="*/ 1734217 w 3114960"/>
              <a:gd name="connsiteY30557" fmla="*/ 1612202 h 5143785"/>
              <a:gd name="connsiteX30558" fmla="*/ 1685735 w 3114960"/>
              <a:gd name="connsiteY30558" fmla="*/ 1612678 h 5143785"/>
              <a:gd name="connsiteX30559" fmla="*/ 2004155 w 3114960"/>
              <a:gd name="connsiteY30559" fmla="*/ 2342102 h 5143785"/>
              <a:gd name="connsiteX30560" fmla="*/ 2002631 w 3114960"/>
              <a:gd name="connsiteY30560" fmla="*/ 2326958 h 5143785"/>
              <a:gd name="connsiteX30561" fmla="*/ 2017776 w 3114960"/>
              <a:gd name="connsiteY30561" fmla="*/ 2325434 h 5143785"/>
              <a:gd name="connsiteX30562" fmla="*/ 2019300 w 3114960"/>
              <a:gd name="connsiteY30562" fmla="*/ 2340578 h 5143785"/>
              <a:gd name="connsiteX30563" fmla="*/ 2004155 w 3114960"/>
              <a:gd name="connsiteY30563" fmla="*/ 2342102 h 5143785"/>
              <a:gd name="connsiteX30564" fmla="*/ 1903095 w 3114960"/>
              <a:gd name="connsiteY30564" fmla="*/ 1962150 h 5143785"/>
              <a:gd name="connsiteX30565" fmla="*/ 1909953 w 3114960"/>
              <a:gd name="connsiteY30565" fmla="*/ 1955292 h 5143785"/>
              <a:gd name="connsiteX30566" fmla="*/ 1916811 w 3114960"/>
              <a:gd name="connsiteY30566" fmla="*/ 1962150 h 5143785"/>
              <a:gd name="connsiteX30567" fmla="*/ 1909953 w 3114960"/>
              <a:gd name="connsiteY30567" fmla="*/ 1969008 h 5143785"/>
              <a:gd name="connsiteX30568" fmla="*/ 1903095 w 3114960"/>
              <a:gd name="connsiteY30568" fmla="*/ 1962150 h 5143785"/>
              <a:gd name="connsiteX30569" fmla="*/ 1357122 w 3114960"/>
              <a:gd name="connsiteY30569" fmla="*/ 2322290 h 5143785"/>
              <a:gd name="connsiteX30570" fmla="*/ 1348454 w 3114960"/>
              <a:gd name="connsiteY30570" fmla="*/ 2331053 h 5143785"/>
              <a:gd name="connsiteX30571" fmla="*/ 1348454 w 3114960"/>
              <a:gd name="connsiteY30571" fmla="*/ 2334673 h 5143785"/>
              <a:gd name="connsiteX30572" fmla="*/ 1339501 w 3114960"/>
              <a:gd name="connsiteY30572" fmla="*/ 2334673 h 5143785"/>
              <a:gd name="connsiteX30573" fmla="*/ 1255395 w 3114960"/>
              <a:gd name="connsiteY30573" fmla="*/ 2405825 h 5143785"/>
              <a:gd name="connsiteX30574" fmla="*/ 1228153 w 3114960"/>
              <a:gd name="connsiteY30574" fmla="*/ 2405634 h 5143785"/>
              <a:gd name="connsiteX30575" fmla="*/ 1114711 w 3114960"/>
              <a:gd name="connsiteY30575" fmla="*/ 2495741 h 5143785"/>
              <a:gd name="connsiteX30576" fmla="*/ 1111091 w 3114960"/>
              <a:gd name="connsiteY30576" fmla="*/ 2492597 h 5143785"/>
              <a:gd name="connsiteX30577" fmla="*/ 1100042 w 3114960"/>
              <a:gd name="connsiteY30577" fmla="*/ 2491264 h 5143785"/>
              <a:gd name="connsiteX30578" fmla="*/ 1094232 w 3114960"/>
              <a:gd name="connsiteY30578" fmla="*/ 2494693 h 5143785"/>
              <a:gd name="connsiteX30579" fmla="*/ 1092803 w 3114960"/>
              <a:gd name="connsiteY30579" fmla="*/ 2493169 h 5143785"/>
              <a:gd name="connsiteX30580" fmla="*/ 1087565 w 3114960"/>
              <a:gd name="connsiteY30580" fmla="*/ 2498027 h 5143785"/>
              <a:gd name="connsiteX30581" fmla="*/ 1090041 w 3114960"/>
              <a:gd name="connsiteY30581" fmla="*/ 2500694 h 5143785"/>
              <a:gd name="connsiteX30582" fmla="*/ 1089851 w 3114960"/>
              <a:gd name="connsiteY30582" fmla="*/ 2509171 h 5143785"/>
              <a:gd name="connsiteX30583" fmla="*/ 1096709 w 3114960"/>
              <a:gd name="connsiteY30583" fmla="*/ 2517934 h 5143785"/>
              <a:gd name="connsiteX30584" fmla="*/ 1103852 w 3114960"/>
              <a:gd name="connsiteY30584" fmla="*/ 2519839 h 5143785"/>
              <a:gd name="connsiteX30585" fmla="*/ 1107758 w 3114960"/>
              <a:gd name="connsiteY30585" fmla="*/ 2519267 h 5143785"/>
              <a:gd name="connsiteX30586" fmla="*/ 1117854 w 3114960"/>
              <a:gd name="connsiteY30586" fmla="*/ 2501360 h 5143785"/>
              <a:gd name="connsiteX30587" fmla="*/ 1117092 w 3114960"/>
              <a:gd name="connsiteY30587" fmla="*/ 2499836 h 5143785"/>
              <a:gd name="connsiteX30588" fmla="*/ 1229678 w 3114960"/>
              <a:gd name="connsiteY30588" fmla="*/ 2410397 h 5143785"/>
              <a:gd name="connsiteX30589" fmla="*/ 1257014 w 3114960"/>
              <a:gd name="connsiteY30589" fmla="*/ 2410587 h 5143785"/>
              <a:gd name="connsiteX30590" fmla="*/ 1341120 w 3114960"/>
              <a:gd name="connsiteY30590" fmla="*/ 2339435 h 5143785"/>
              <a:gd name="connsiteX30591" fmla="*/ 1348454 w 3114960"/>
              <a:gd name="connsiteY30591" fmla="*/ 2339435 h 5143785"/>
              <a:gd name="connsiteX30592" fmla="*/ 1357027 w 3114960"/>
              <a:gd name="connsiteY30592" fmla="*/ 2347627 h 5143785"/>
              <a:gd name="connsiteX30593" fmla="*/ 1383982 w 3114960"/>
              <a:gd name="connsiteY30593" fmla="*/ 2347627 h 5143785"/>
              <a:gd name="connsiteX30594" fmla="*/ 1392746 w 3114960"/>
              <a:gd name="connsiteY30594" fmla="*/ 2338959 h 5143785"/>
              <a:gd name="connsiteX30595" fmla="*/ 1392746 w 3114960"/>
              <a:gd name="connsiteY30595" fmla="*/ 2331149 h 5143785"/>
              <a:gd name="connsiteX30596" fmla="*/ 1383982 w 3114960"/>
              <a:gd name="connsiteY30596" fmla="*/ 2322386 h 5143785"/>
              <a:gd name="connsiteX30597" fmla="*/ 1357027 w 3114960"/>
              <a:gd name="connsiteY30597" fmla="*/ 2322386 h 5143785"/>
              <a:gd name="connsiteX30598" fmla="*/ 1106519 w 3114960"/>
              <a:gd name="connsiteY30598" fmla="*/ 2514695 h 5143785"/>
              <a:gd name="connsiteX30599" fmla="*/ 1099090 w 3114960"/>
              <a:gd name="connsiteY30599" fmla="*/ 2513838 h 5143785"/>
              <a:gd name="connsiteX30600" fmla="*/ 1094518 w 3114960"/>
              <a:gd name="connsiteY30600" fmla="*/ 2507933 h 5143785"/>
              <a:gd name="connsiteX30601" fmla="*/ 1095375 w 3114960"/>
              <a:gd name="connsiteY30601" fmla="*/ 2500503 h 5143785"/>
              <a:gd name="connsiteX30602" fmla="*/ 1101281 w 3114960"/>
              <a:gd name="connsiteY30602" fmla="*/ 2495931 h 5143785"/>
              <a:gd name="connsiteX30603" fmla="*/ 1103948 w 3114960"/>
              <a:gd name="connsiteY30603" fmla="*/ 2495550 h 5143785"/>
              <a:gd name="connsiteX30604" fmla="*/ 1108710 w 3114960"/>
              <a:gd name="connsiteY30604" fmla="*/ 2496788 h 5143785"/>
              <a:gd name="connsiteX30605" fmla="*/ 1113282 w 3114960"/>
              <a:gd name="connsiteY30605" fmla="*/ 2502694 h 5143785"/>
              <a:gd name="connsiteX30606" fmla="*/ 1106519 w 3114960"/>
              <a:gd name="connsiteY30606" fmla="*/ 2514791 h 5143785"/>
              <a:gd name="connsiteX30607" fmla="*/ 1388078 w 3114960"/>
              <a:gd name="connsiteY30607" fmla="*/ 2331053 h 5143785"/>
              <a:gd name="connsiteX30608" fmla="*/ 1388078 w 3114960"/>
              <a:gd name="connsiteY30608" fmla="*/ 2338864 h 5143785"/>
              <a:gd name="connsiteX30609" fmla="*/ 1384078 w 3114960"/>
              <a:gd name="connsiteY30609" fmla="*/ 2342769 h 5143785"/>
              <a:gd name="connsiteX30610" fmla="*/ 1357122 w 3114960"/>
              <a:gd name="connsiteY30610" fmla="*/ 2342769 h 5143785"/>
              <a:gd name="connsiteX30611" fmla="*/ 1353217 w 3114960"/>
              <a:gd name="connsiteY30611" fmla="*/ 2338864 h 5143785"/>
              <a:gd name="connsiteX30612" fmla="*/ 1353217 w 3114960"/>
              <a:gd name="connsiteY30612" fmla="*/ 2331053 h 5143785"/>
              <a:gd name="connsiteX30613" fmla="*/ 1357122 w 3114960"/>
              <a:gd name="connsiteY30613" fmla="*/ 2327053 h 5143785"/>
              <a:gd name="connsiteX30614" fmla="*/ 1384078 w 3114960"/>
              <a:gd name="connsiteY30614" fmla="*/ 2327053 h 5143785"/>
              <a:gd name="connsiteX30615" fmla="*/ 1388078 w 3114960"/>
              <a:gd name="connsiteY30615" fmla="*/ 2331053 h 5143785"/>
              <a:gd name="connsiteX30616" fmla="*/ 1482281 w 3114960"/>
              <a:gd name="connsiteY30616" fmla="*/ 2108645 h 5143785"/>
              <a:gd name="connsiteX30617" fmla="*/ 1486948 w 3114960"/>
              <a:gd name="connsiteY30617" fmla="*/ 2110550 h 5143785"/>
              <a:gd name="connsiteX30618" fmla="*/ 1491615 w 3114960"/>
              <a:gd name="connsiteY30618" fmla="*/ 2108645 h 5143785"/>
              <a:gd name="connsiteX30619" fmla="*/ 1493615 w 3114960"/>
              <a:gd name="connsiteY30619" fmla="*/ 2103882 h 5143785"/>
              <a:gd name="connsiteX30620" fmla="*/ 1491710 w 3114960"/>
              <a:gd name="connsiteY30620" fmla="*/ 2099215 h 5143785"/>
              <a:gd name="connsiteX30621" fmla="*/ 1487043 w 3114960"/>
              <a:gd name="connsiteY30621" fmla="*/ 2097215 h 5143785"/>
              <a:gd name="connsiteX30622" fmla="*/ 1487043 w 3114960"/>
              <a:gd name="connsiteY30622" fmla="*/ 2097215 h 5143785"/>
              <a:gd name="connsiteX30623" fmla="*/ 1482376 w 3114960"/>
              <a:gd name="connsiteY30623" fmla="*/ 2099215 h 5143785"/>
              <a:gd name="connsiteX30624" fmla="*/ 1482376 w 3114960"/>
              <a:gd name="connsiteY30624" fmla="*/ 2108645 h 5143785"/>
              <a:gd name="connsiteX30625" fmla="*/ 1485614 w 3114960"/>
              <a:gd name="connsiteY30625" fmla="*/ 2102549 h 5143785"/>
              <a:gd name="connsiteX30626" fmla="*/ 1486948 w 3114960"/>
              <a:gd name="connsiteY30626" fmla="*/ 2101977 h 5143785"/>
              <a:gd name="connsiteX30627" fmla="*/ 1486948 w 3114960"/>
              <a:gd name="connsiteY30627" fmla="*/ 2101977 h 5143785"/>
              <a:gd name="connsiteX30628" fmla="*/ 1488281 w 3114960"/>
              <a:gd name="connsiteY30628" fmla="*/ 2102549 h 5143785"/>
              <a:gd name="connsiteX30629" fmla="*/ 1488853 w 3114960"/>
              <a:gd name="connsiteY30629" fmla="*/ 2103882 h 5143785"/>
              <a:gd name="connsiteX30630" fmla="*/ 1488281 w 3114960"/>
              <a:gd name="connsiteY30630" fmla="*/ 2105216 h 5143785"/>
              <a:gd name="connsiteX30631" fmla="*/ 1485614 w 3114960"/>
              <a:gd name="connsiteY30631" fmla="*/ 2105216 h 5143785"/>
              <a:gd name="connsiteX30632" fmla="*/ 1485614 w 3114960"/>
              <a:gd name="connsiteY30632" fmla="*/ 2102549 h 5143785"/>
              <a:gd name="connsiteX30633" fmla="*/ 1486948 w 3114960"/>
              <a:gd name="connsiteY30633" fmla="*/ 2091785 h 5143785"/>
              <a:gd name="connsiteX30634" fmla="*/ 1493234 w 3114960"/>
              <a:gd name="connsiteY30634" fmla="*/ 2085499 h 5143785"/>
              <a:gd name="connsiteX30635" fmla="*/ 1486948 w 3114960"/>
              <a:gd name="connsiteY30635" fmla="*/ 2079212 h 5143785"/>
              <a:gd name="connsiteX30636" fmla="*/ 1480661 w 3114960"/>
              <a:gd name="connsiteY30636" fmla="*/ 2085499 h 5143785"/>
              <a:gd name="connsiteX30637" fmla="*/ 1486948 w 3114960"/>
              <a:gd name="connsiteY30637" fmla="*/ 2091785 h 5143785"/>
              <a:gd name="connsiteX30638" fmla="*/ 1486948 w 3114960"/>
              <a:gd name="connsiteY30638" fmla="*/ 2083880 h 5143785"/>
              <a:gd name="connsiteX30639" fmla="*/ 1488472 w 3114960"/>
              <a:gd name="connsiteY30639" fmla="*/ 2085403 h 5143785"/>
              <a:gd name="connsiteX30640" fmla="*/ 1485328 w 3114960"/>
              <a:gd name="connsiteY30640" fmla="*/ 2085403 h 5143785"/>
              <a:gd name="connsiteX30641" fmla="*/ 1486853 w 3114960"/>
              <a:gd name="connsiteY30641" fmla="*/ 2083880 h 5143785"/>
              <a:gd name="connsiteX30642" fmla="*/ 1486948 w 3114960"/>
              <a:gd name="connsiteY30642" fmla="*/ 2130362 h 5143785"/>
              <a:gd name="connsiteX30643" fmla="*/ 1494092 w 3114960"/>
              <a:gd name="connsiteY30643" fmla="*/ 2123218 h 5143785"/>
              <a:gd name="connsiteX30644" fmla="*/ 1486948 w 3114960"/>
              <a:gd name="connsiteY30644" fmla="*/ 2116074 h 5143785"/>
              <a:gd name="connsiteX30645" fmla="*/ 1479804 w 3114960"/>
              <a:gd name="connsiteY30645" fmla="*/ 2123218 h 5143785"/>
              <a:gd name="connsiteX30646" fmla="*/ 1486948 w 3114960"/>
              <a:gd name="connsiteY30646" fmla="*/ 2130362 h 5143785"/>
              <a:gd name="connsiteX30647" fmla="*/ 1486948 w 3114960"/>
              <a:gd name="connsiteY30647" fmla="*/ 2120837 h 5143785"/>
              <a:gd name="connsiteX30648" fmla="*/ 1489329 w 3114960"/>
              <a:gd name="connsiteY30648" fmla="*/ 2123218 h 5143785"/>
              <a:gd name="connsiteX30649" fmla="*/ 1486948 w 3114960"/>
              <a:gd name="connsiteY30649" fmla="*/ 2125599 h 5143785"/>
              <a:gd name="connsiteX30650" fmla="*/ 1484567 w 3114960"/>
              <a:gd name="connsiteY30650" fmla="*/ 2123218 h 5143785"/>
              <a:gd name="connsiteX30651" fmla="*/ 1486948 w 3114960"/>
              <a:gd name="connsiteY30651" fmla="*/ 2120837 h 5143785"/>
              <a:gd name="connsiteX30652" fmla="*/ 2452783 w 3114960"/>
              <a:gd name="connsiteY30652" fmla="*/ 2792635 h 5143785"/>
              <a:gd name="connsiteX30653" fmla="*/ 2452783 w 3114960"/>
              <a:gd name="connsiteY30653" fmla="*/ 2811399 h 5143785"/>
              <a:gd name="connsiteX30654" fmla="*/ 2448973 w 3114960"/>
              <a:gd name="connsiteY30654" fmla="*/ 2815209 h 5143785"/>
              <a:gd name="connsiteX30655" fmla="*/ 2430209 w 3114960"/>
              <a:gd name="connsiteY30655" fmla="*/ 2815209 h 5143785"/>
              <a:gd name="connsiteX30656" fmla="*/ 2426399 w 3114960"/>
              <a:gd name="connsiteY30656" fmla="*/ 2811399 h 5143785"/>
              <a:gd name="connsiteX30657" fmla="*/ 2426399 w 3114960"/>
              <a:gd name="connsiteY30657" fmla="*/ 2792635 h 5143785"/>
              <a:gd name="connsiteX30658" fmla="*/ 2430209 w 3114960"/>
              <a:gd name="connsiteY30658" fmla="*/ 2788825 h 5143785"/>
              <a:gd name="connsiteX30659" fmla="*/ 2448973 w 3114960"/>
              <a:gd name="connsiteY30659" fmla="*/ 2788825 h 5143785"/>
              <a:gd name="connsiteX30660" fmla="*/ 2452783 w 3114960"/>
              <a:gd name="connsiteY30660" fmla="*/ 2792635 h 5143785"/>
              <a:gd name="connsiteX30661" fmla="*/ 2056828 w 3114960"/>
              <a:gd name="connsiteY30661" fmla="*/ 2128742 h 5143785"/>
              <a:gd name="connsiteX30662" fmla="*/ 2068640 w 3114960"/>
              <a:gd name="connsiteY30662" fmla="*/ 2116931 h 5143785"/>
              <a:gd name="connsiteX30663" fmla="*/ 2056828 w 3114960"/>
              <a:gd name="connsiteY30663" fmla="*/ 2105120 h 5143785"/>
              <a:gd name="connsiteX30664" fmla="*/ 2045494 w 3114960"/>
              <a:gd name="connsiteY30664" fmla="*/ 2114550 h 5143785"/>
              <a:gd name="connsiteX30665" fmla="*/ 1998631 w 3114960"/>
              <a:gd name="connsiteY30665" fmla="*/ 2114550 h 5143785"/>
              <a:gd name="connsiteX30666" fmla="*/ 1840421 w 3114960"/>
              <a:gd name="connsiteY30666" fmla="*/ 1963484 h 5143785"/>
              <a:gd name="connsiteX30667" fmla="*/ 1898332 w 3114960"/>
              <a:gd name="connsiteY30667" fmla="*/ 1963484 h 5143785"/>
              <a:gd name="connsiteX30668" fmla="*/ 1909953 w 3114960"/>
              <a:gd name="connsiteY30668" fmla="*/ 1974056 h 5143785"/>
              <a:gd name="connsiteX30669" fmla="*/ 1921859 w 3114960"/>
              <a:gd name="connsiteY30669" fmla="*/ 1962150 h 5143785"/>
              <a:gd name="connsiteX30670" fmla="*/ 1909953 w 3114960"/>
              <a:gd name="connsiteY30670" fmla="*/ 1950244 h 5143785"/>
              <a:gd name="connsiteX30671" fmla="*/ 1898809 w 3114960"/>
              <a:gd name="connsiteY30671" fmla="*/ 1958626 h 5143785"/>
              <a:gd name="connsiteX30672" fmla="*/ 1834515 w 3114960"/>
              <a:gd name="connsiteY30672" fmla="*/ 1958626 h 5143785"/>
              <a:gd name="connsiteX30673" fmla="*/ 1832324 w 3114960"/>
              <a:gd name="connsiteY30673" fmla="*/ 1960150 h 5143785"/>
              <a:gd name="connsiteX30674" fmla="*/ 1832896 w 3114960"/>
              <a:gd name="connsiteY30674" fmla="*/ 1962722 h 5143785"/>
              <a:gd name="connsiteX30675" fmla="*/ 1996154 w 3114960"/>
              <a:gd name="connsiteY30675" fmla="*/ 2118646 h 5143785"/>
              <a:gd name="connsiteX30676" fmla="*/ 1997774 w 3114960"/>
              <a:gd name="connsiteY30676" fmla="*/ 2119313 h 5143785"/>
              <a:gd name="connsiteX30677" fmla="*/ 2045589 w 3114960"/>
              <a:gd name="connsiteY30677" fmla="*/ 2119313 h 5143785"/>
              <a:gd name="connsiteX30678" fmla="*/ 2056924 w 3114960"/>
              <a:gd name="connsiteY30678" fmla="*/ 2128647 h 5143785"/>
              <a:gd name="connsiteX30679" fmla="*/ 2056828 w 3114960"/>
              <a:gd name="connsiteY30679" fmla="*/ 2109883 h 5143785"/>
              <a:gd name="connsiteX30680" fmla="*/ 2063877 w 3114960"/>
              <a:gd name="connsiteY30680" fmla="*/ 2116931 h 5143785"/>
              <a:gd name="connsiteX30681" fmla="*/ 2056828 w 3114960"/>
              <a:gd name="connsiteY30681" fmla="*/ 2123980 h 5143785"/>
              <a:gd name="connsiteX30682" fmla="*/ 2049780 w 3114960"/>
              <a:gd name="connsiteY30682" fmla="*/ 2116931 h 5143785"/>
              <a:gd name="connsiteX30683" fmla="*/ 2056828 w 3114960"/>
              <a:gd name="connsiteY30683" fmla="*/ 2109883 h 5143785"/>
              <a:gd name="connsiteX30684" fmla="*/ 1909953 w 3114960"/>
              <a:gd name="connsiteY30684" fmla="*/ 1952720 h 5143785"/>
              <a:gd name="connsiteX30685" fmla="*/ 1919478 w 3114960"/>
              <a:gd name="connsiteY30685" fmla="*/ 1962245 h 5143785"/>
              <a:gd name="connsiteX30686" fmla="*/ 1909953 w 3114960"/>
              <a:gd name="connsiteY30686" fmla="*/ 1971770 h 5143785"/>
              <a:gd name="connsiteX30687" fmla="*/ 1900428 w 3114960"/>
              <a:gd name="connsiteY30687" fmla="*/ 1962245 h 5143785"/>
              <a:gd name="connsiteX30688" fmla="*/ 1909953 w 3114960"/>
              <a:gd name="connsiteY30688" fmla="*/ 1952720 h 5143785"/>
              <a:gd name="connsiteX30689" fmla="*/ 1993773 w 3114960"/>
              <a:gd name="connsiteY30689" fmla="*/ 2366772 h 5143785"/>
              <a:gd name="connsiteX30690" fmla="*/ 2006918 w 3114960"/>
              <a:gd name="connsiteY30690" fmla="*/ 2379917 h 5143785"/>
              <a:gd name="connsiteX30691" fmla="*/ 2020062 w 3114960"/>
              <a:gd name="connsiteY30691" fmla="*/ 2366772 h 5143785"/>
              <a:gd name="connsiteX30692" fmla="*/ 2006918 w 3114960"/>
              <a:gd name="connsiteY30692" fmla="*/ 2353628 h 5143785"/>
              <a:gd name="connsiteX30693" fmla="*/ 1993773 w 3114960"/>
              <a:gd name="connsiteY30693" fmla="*/ 2366772 h 5143785"/>
              <a:gd name="connsiteX30694" fmla="*/ 2006918 w 3114960"/>
              <a:gd name="connsiteY30694" fmla="*/ 2358390 h 5143785"/>
              <a:gd name="connsiteX30695" fmla="*/ 2015300 w 3114960"/>
              <a:gd name="connsiteY30695" fmla="*/ 2366772 h 5143785"/>
              <a:gd name="connsiteX30696" fmla="*/ 2006918 w 3114960"/>
              <a:gd name="connsiteY30696" fmla="*/ 2375154 h 5143785"/>
              <a:gd name="connsiteX30697" fmla="*/ 1998536 w 3114960"/>
              <a:gd name="connsiteY30697" fmla="*/ 2366772 h 5143785"/>
              <a:gd name="connsiteX30698" fmla="*/ 2006918 w 3114960"/>
              <a:gd name="connsiteY30698" fmla="*/ 2358390 h 5143785"/>
              <a:gd name="connsiteX30699" fmla="*/ 2357628 w 3114960"/>
              <a:gd name="connsiteY30699" fmla="*/ 1583055 h 5143785"/>
              <a:gd name="connsiteX30700" fmla="*/ 2351437 w 3114960"/>
              <a:gd name="connsiteY30700" fmla="*/ 1600105 h 5143785"/>
              <a:gd name="connsiteX30701" fmla="*/ 2334387 w 3114960"/>
              <a:gd name="connsiteY30701" fmla="*/ 1593914 h 5143785"/>
              <a:gd name="connsiteX30702" fmla="*/ 2340578 w 3114960"/>
              <a:gd name="connsiteY30702" fmla="*/ 1576864 h 5143785"/>
              <a:gd name="connsiteX30703" fmla="*/ 2357628 w 3114960"/>
              <a:gd name="connsiteY30703" fmla="*/ 1583055 h 5143785"/>
              <a:gd name="connsiteX30704" fmla="*/ 2020348 w 3114960"/>
              <a:gd name="connsiteY30704" fmla="*/ 2150459 h 5143785"/>
              <a:gd name="connsiteX30705" fmla="*/ 2011680 w 3114960"/>
              <a:gd name="connsiteY30705" fmla="*/ 2156270 h 5143785"/>
              <a:gd name="connsiteX30706" fmla="*/ 1980248 w 3114960"/>
              <a:gd name="connsiteY30706" fmla="*/ 2156270 h 5143785"/>
              <a:gd name="connsiteX30707" fmla="*/ 1792796 w 3114960"/>
              <a:gd name="connsiteY30707" fmla="*/ 1977390 h 5143785"/>
              <a:gd name="connsiteX30708" fmla="*/ 1794605 w 3114960"/>
              <a:gd name="connsiteY30708" fmla="*/ 1973580 h 5143785"/>
              <a:gd name="connsiteX30709" fmla="*/ 1794605 w 3114960"/>
              <a:gd name="connsiteY30709" fmla="*/ 1960626 h 5143785"/>
              <a:gd name="connsiteX30710" fmla="*/ 1789557 w 3114960"/>
              <a:gd name="connsiteY30710" fmla="*/ 1955578 h 5143785"/>
              <a:gd name="connsiteX30711" fmla="*/ 1776603 w 3114960"/>
              <a:gd name="connsiteY30711" fmla="*/ 1955578 h 5143785"/>
              <a:gd name="connsiteX30712" fmla="*/ 1771555 w 3114960"/>
              <a:gd name="connsiteY30712" fmla="*/ 1960626 h 5143785"/>
              <a:gd name="connsiteX30713" fmla="*/ 1771555 w 3114960"/>
              <a:gd name="connsiteY30713" fmla="*/ 1973580 h 5143785"/>
              <a:gd name="connsiteX30714" fmla="*/ 1776603 w 3114960"/>
              <a:gd name="connsiteY30714" fmla="*/ 1978628 h 5143785"/>
              <a:gd name="connsiteX30715" fmla="*/ 1784223 w 3114960"/>
              <a:gd name="connsiteY30715" fmla="*/ 1978628 h 5143785"/>
              <a:gd name="connsiteX30716" fmla="*/ 1784032 w 3114960"/>
              <a:gd name="connsiteY30716" fmla="*/ 1978819 h 5143785"/>
              <a:gd name="connsiteX30717" fmla="*/ 1977390 w 3114960"/>
              <a:gd name="connsiteY30717" fmla="*/ 2163413 h 5143785"/>
              <a:gd name="connsiteX30718" fmla="*/ 2011680 w 3114960"/>
              <a:gd name="connsiteY30718" fmla="*/ 2163413 h 5143785"/>
              <a:gd name="connsiteX30719" fmla="*/ 2020348 w 3114960"/>
              <a:gd name="connsiteY30719" fmla="*/ 2169224 h 5143785"/>
              <a:gd name="connsiteX30720" fmla="*/ 2029778 w 3114960"/>
              <a:gd name="connsiteY30720" fmla="*/ 2159794 h 5143785"/>
              <a:gd name="connsiteX30721" fmla="*/ 2020348 w 3114960"/>
              <a:gd name="connsiteY30721" fmla="*/ 2150364 h 5143785"/>
              <a:gd name="connsiteX30722" fmla="*/ 1789843 w 3114960"/>
              <a:gd name="connsiteY30722" fmla="*/ 1973580 h 5143785"/>
              <a:gd name="connsiteX30723" fmla="*/ 1789557 w 3114960"/>
              <a:gd name="connsiteY30723" fmla="*/ 1973866 h 5143785"/>
              <a:gd name="connsiteX30724" fmla="*/ 1789176 w 3114960"/>
              <a:gd name="connsiteY30724" fmla="*/ 1973866 h 5143785"/>
              <a:gd name="connsiteX30725" fmla="*/ 1788986 w 3114960"/>
              <a:gd name="connsiteY30725" fmla="*/ 1973675 h 5143785"/>
              <a:gd name="connsiteX30726" fmla="*/ 1788795 w 3114960"/>
              <a:gd name="connsiteY30726" fmla="*/ 1973866 h 5143785"/>
              <a:gd name="connsiteX30727" fmla="*/ 1776317 w 3114960"/>
              <a:gd name="connsiteY30727" fmla="*/ 1973580 h 5143785"/>
              <a:gd name="connsiteX30728" fmla="*/ 1776603 w 3114960"/>
              <a:gd name="connsiteY30728" fmla="*/ 1960340 h 5143785"/>
              <a:gd name="connsiteX30729" fmla="*/ 1789843 w 3114960"/>
              <a:gd name="connsiteY30729" fmla="*/ 1960626 h 5143785"/>
              <a:gd name="connsiteX30730" fmla="*/ 1789843 w 3114960"/>
              <a:gd name="connsiteY30730" fmla="*/ 1973580 h 5143785"/>
              <a:gd name="connsiteX30731" fmla="*/ 2399919 w 3114960"/>
              <a:gd name="connsiteY30731" fmla="*/ 1562386 h 5143785"/>
              <a:gd name="connsiteX30732" fmla="*/ 2396014 w 3114960"/>
              <a:gd name="connsiteY30732" fmla="*/ 1571816 h 5143785"/>
              <a:gd name="connsiteX30733" fmla="*/ 2399919 w 3114960"/>
              <a:gd name="connsiteY30733" fmla="*/ 1581245 h 5143785"/>
              <a:gd name="connsiteX30734" fmla="*/ 2409349 w 3114960"/>
              <a:gd name="connsiteY30734" fmla="*/ 1585151 h 5143785"/>
              <a:gd name="connsiteX30735" fmla="*/ 2418779 w 3114960"/>
              <a:gd name="connsiteY30735" fmla="*/ 1581245 h 5143785"/>
              <a:gd name="connsiteX30736" fmla="*/ 2422684 w 3114960"/>
              <a:gd name="connsiteY30736" fmla="*/ 1571816 h 5143785"/>
              <a:gd name="connsiteX30737" fmla="*/ 2418779 w 3114960"/>
              <a:gd name="connsiteY30737" fmla="*/ 1562386 h 5143785"/>
              <a:gd name="connsiteX30738" fmla="*/ 2409349 w 3114960"/>
              <a:gd name="connsiteY30738" fmla="*/ 1558481 h 5143785"/>
              <a:gd name="connsiteX30739" fmla="*/ 2399919 w 3114960"/>
              <a:gd name="connsiteY30739" fmla="*/ 1562386 h 5143785"/>
              <a:gd name="connsiteX30740" fmla="*/ 2417064 w 3114960"/>
              <a:gd name="connsiteY30740" fmla="*/ 1579626 h 5143785"/>
              <a:gd name="connsiteX30741" fmla="*/ 2401538 w 3114960"/>
              <a:gd name="connsiteY30741" fmla="*/ 1579626 h 5143785"/>
              <a:gd name="connsiteX30742" fmla="*/ 2401538 w 3114960"/>
              <a:gd name="connsiteY30742" fmla="*/ 1564100 h 5143785"/>
              <a:gd name="connsiteX30743" fmla="*/ 2409254 w 3114960"/>
              <a:gd name="connsiteY30743" fmla="*/ 1560862 h 5143785"/>
              <a:gd name="connsiteX30744" fmla="*/ 2416969 w 3114960"/>
              <a:gd name="connsiteY30744" fmla="*/ 1564100 h 5143785"/>
              <a:gd name="connsiteX30745" fmla="*/ 2416969 w 3114960"/>
              <a:gd name="connsiteY30745" fmla="*/ 1579626 h 5143785"/>
              <a:gd name="connsiteX30746" fmla="*/ 2353818 w 3114960"/>
              <a:gd name="connsiteY30746" fmla="*/ 1567148 h 5143785"/>
              <a:gd name="connsiteX30747" fmla="*/ 2336578 w 3114960"/>
              <a:gd name="connsiteY30747" fmla="*/ 1567910 h 5143785"/>
              <a:gd name="connsiteX30748" fmla="*/ 2324957 w 3114960"/>
              <a:gd name="connsiteY30748" fmla="*/ 1580674 h 5143785"/>
              <a:gd name="connsiteX30749" fmla="*/ 2324481 w 3114960"/>
              <a:gd name="connsiteY30749" fmla="*/ 1582674 h 5143785"/>
              <a:gd name="connsiteX30750" fmla="*/ 2259806 w 3114960"/>
              <a:gd name="connsiteY30750" fmla="*/ 1582674 h 5143785"/>
              <a:gd name="connsiteX30751" fmla="*/ 2213515 w 3114960"/>
              <a:gd name="connsiteY30751" fmla="*/ 1620012 h 5143785"/>
              <a:gd name="connsiteX30752" fmla="*/ 2119884 w 3114960"/>
              <a:gd name="connsiteY30752" fmla="*/ 1620012 h 5143785"/>
              <a:gd name="connsiteX30753" fmla="*/ 2119027 w 3114960"/>
              <a:gd name="connsiteY30753" fmla="*/ 1617440 h 5143785"/>
              <a:gd name="connsiteX30754" fmla="*/ 2110454 w 3114960"/>
              <a:gd name="connsiteY30754" fmla="*/ 1609630 h 5143785"/>
              <a:gd name="connsiteX30755" fmla="*/ 2098834 w 3114960"/>
              <a:gd name="connsiteY30755" fmla="*/ 1610201 h 5143785"/>
              <a:gd name="connsiteX30756" fmla="*/ 2091023 w 3114960"/>
              <a:gd name="connsiteY30756" fmla="*/ 1618774 h 5143785"/>
              <a:gd name="connsiteX30757" fmla="*/ 2091595 w 3114960"/>
              <a:gd name="connsiteY30757" fmla="*/ 1630394 h 5143785"/>
              <a:gd name="connsiteX30758" fmla="*/ 2100167 w 3114960"/>
              <a:gd name="connsiteY30758" fmla="*/ 1638205 h 5143785"/>
              <a:gd name="connsiteX30759" fmla="*/ 2105311 w 3114960"/>
              <a:gd name="connsiteY30759" fmla="*/ 1639157 h 5143785"/>
              <a:gd name="connsiteX30760" fmla="*/ 2111693 w 3114960"/>
              <a:gd name="connsiteY30760" fmla="*/ 1637728 h 5143785"/>
              <a:gd name="connsiteX30761" fmla="*/ 2119503 w 3114960"/>
              <a:gd name="connsiteY30761" fmla="*/ 1629156 h 5143785"/>
              <a:gd name="connsiteX30762" fmla="*/ 2119979 w 3114960"/>
              <a:gd name="connsiteY30762" fmla="*/ 1627251 h 5143785"/>
              <a:gd name="connsiteX30763" fmla="*/ 2216087 w 3114960"/>
              <a:gd name="connsiteY30763" fmla="*/ 1627251 h 5143785"/>
              <a:gd name="connsiteX30764" fmla="*/ 2262378 w 3114960"/>
              <a:gd name="connsiteY30764" fmla="*/ 1589913 h 5143785"/>
              <a:gd name="connsiteX30765" fmla="*/ 2323719 w 3114960"/>
              <a:gd name="connsiteY30765" fmla="*/ 1589913 h 5143785"/>
              <a:gd name="connsiteX30766" fmla="*/ 2325815 w 3114960"/>
              <a:gd name="connsiteY30766" fmla="*/ 1598009 h 5143785"/>
              <a:gd name="connsiteX30767" fmla="*/ 2338578 w 3114960"/>
              <a:gd name="connsiteY30767" fmla="*/ 1609630 h 5143785"/>
              <a:gd name="connsiteX30768" fmla="*/ 2346293 w 3114960"/>
              <a:gd name="connsiteY30768" fmla="*/ 1610963 h 5143785"/>
              <a:gd name="connsiteX30769" fmla="*/ 2367534 w 3114960"/>
              <a:gd name="connsiteY30769" fmla="*/ 1596009 h 5143785"/>
              <a:gd name="connsiteX30770" fmla="*/ 2366772 w 3114960"/>
              <a:gd name="connsiteY30770" fmla="*/ 1578769 h 5143785"/>
              <a:gd name="connsiteX30771" fmla="*/ 2354009 w 3114960"/>
              <a:gd name="connsiteY30771" fmla="*/ 1567148 h 5143785"/>
              <a:gd name="connsiteX30772" fmla="*/ 2114836 w 3114960"/>
              <a:gd name="connsiteY30772" fmla="*/ 1627537 h 5143785"/>
              <a:gd name="connsiteX30773" fmla="*/ 2109502 w 3114960"/>
              <a:gd name="connsiteY30773" fmla="*/ 1633442 h 5143785"/>
              <a:gd name="connsiteX30774" fmla="*/ 2101501 w 3114960"/>
              <a:gd name="connsiteY30774" fmla="*/ 1633823 h 5143785"/>
              <a:gd name="connsiteX30775" fmla="*/ 2095595 w 3114960"/>
              <a:gd name="connsiteY30775" fmla="*/ 1628489 h 5143785"/>
              <a:gd name="connsiteX30776" fmla="*/ 2095214 w 3114960"/>
              <a:gd name="connsiteY30776" fmla="*/ 1620488 h 5143785"/>
              <a:gd name="connsiteX30777" fmla="*/ 2100548 w 3114960"/>
              <a:gd name="connsiteY30777" fmla="*/ 1614583 h 5143785"/>
              <a:gd name="connsiteX30778" fmla="*/ 2104930 w 3114960"/>
              <a:gd name="connsiteY30778" fmla="*/ 1613630 h 5143785"/>
              <a:gd name="connsiteX30779" fmla="*/ 2108454 w 3114960"/>
              <a:gd name="connsiteY30779" fmla="*/ 1614297 h 5143785"/>
              <a:gd name="connsiteX30780" fmla="*/ 2114360 w 3114960"/>
              <a:gd name="connsiteY30780" fmla="*/ 1619631 h 5143785"/>
              <a:gd name="connsiteX30781" fmla="*/ 2114741 w 3114960"/>
              <a:gd name="connsiteY30781" fmla="*/ 1627632 h 5143785"/>
              <a:gd name="connsiteX30782" fmla="*/ 2362867 w 3114960"/>
              <a:gd name="connsiteY30782" fmla="*/ 1594485 h 5143785"/>
              <a:gd name="connsiteX30783" fmla="*/ 2353628 w 3114960"/>
              <a:gd name="connsiteY30783" fmla="*/ 1604582 h 5143785"/>
              <a:gd name="connsiteX30784" fmla="*/ 2340007 w 3114960"/>
              <a:gd name="connsiteY30784" fmla="*/ 1605248 h 5143785"/>
              <a:gd name="connsiteX30785" fmla="*/ 2329910 w 3114960"/>
              <a:gd name="connsiteY30785" fmla="*/ 1596009 h 5143785"/>
              <a:gd name="connsiteX30786" fmla="*/ 2329244 w 3114960"/>
              <a:gd name="connsiteY30786" fmla="*/ 1582388 h 5143785"/>
              <a:gd name="connsiteX30787" fmla="*/ 2338483 w 3114960"/>
              <a:gd name="connsiteY30787" fmla="*/ 1572292 h 5143785"/>
              <a:gd name="connsiteX30788" fmla="*/ 2346008 w 3114960"/>
              <a:gd name="connsiteY30788" fmla="*/ 1570577 h 5143785"/>
              <a:gd name="connsiteX30789" fmla="*/ 2352104 w 3114960"/>
              <a:gd name="connsiteY30789" fmla="*/ 1571625 h 5143785"/>
              <a:gd name="connsiteX30790" fmla="*/ 2362200 w 3114960"/>
              <a:gd name="connsiteY30790" fmla="*/ 1580864 h 5143785"/>
              <a:gd name="connsiteX30791" fmla="*/ 2362867 w 3114960"/>
              <a:gd name="connsiteY30791" fmla="*/ 1594485 h 5143785"/>
              <a:gd name="connsiteX30792" fmla="*/ 1109377 w 3114960"/>
              <a:gd name="connsiteY30792" fmla="*/ 2505266 h 5143785"/>
              <a:gd name="connsiteX30793" fmla="*/ 1103852 w 3114960"/>
              <a:gd name="connsiteY30793" fmla="*/ 2510790 h 5143785"/>
              <a:gd name="connsiteX30794" fmla="*/ 1098328 w 3114960"/>
              <a:gd name="connsiteY30794" fmla="*/ 2505266 h 5143785"/>
              <a:gd name="connsiteX30795" fmla="*/ 1103852 w 3114960"/>
              <a:gd name="connsiteY30795" fmla="*/ 2499741 h 5143785"/>
              <a:gd name="connsiteX30796" fmla="*/ 1109377 w 3114960"/>
              <a:gd name="connsiteY30796" fmla="*/ 2505266 h 5143785"/>
              <a:gd name="connsiteX30797" fmla="*/ 2575941 w 3114960"/>
              <a:gd name="connsiteY30797" fmla="*/ 2869025 h 5143785"/>
              <a:gd name="connsiteX30798" fmla="*/ 2674430 w 3114960"/>
              <a:gd name="connsiteY30798" fmla="*/ 2869025 h 5143785"/>
              <a:gd name="connsiteX30799" fmla="*/ 2695861 w 3114960"/>
              <a:gd name="connsiteY30799" fmla="*/ 2847785 h 5143785"/>
              <a:gd name="connsiteX30800" fmla="*/ 2695861 w 3114960"/>
              <a:gd name="connsiteY30800" fmla="*/ 2792921 h 5143785"/>
              <a:gd name="connsiteX30801" fmla="*/ 2702909 w 3114960"/>
              <a:gd name="connsiteY30801" fmla="*/ 2787492 h 5143785"/>
              <a:gd name="connsiteX30802" fmla="*/ 2698337 w 3114960"/>
              <a:gd name="connsiteY30802" fmla="*/ 2773204 h 5143785"/>
              <a:gd name="connsiteX30803" fmla="*/ 2684050 w 3114960"/>
              <a:gd name="connsiteY30803" fmla="*/ 2777776 h 5143785"/>
              <a:gd name="connsiteX30804" fmla="*/ 2683383 w 3114960"/>
              <a:gd name="connsiteY30804" fmla="*/ 2785872 h 5143785"/>
              <a:gd name="connsiteX30805" fmla="*/ 2688622 w 3114960"/>
              <a:gd name="connsiteY30805" fmla="*/ 2792063 h 5143785"/>
              <a:gd name="connsiteX30806" fmla="*/ 2691098 w 3114960"/>
              <a:gd name="connsiteY30806" fmla="*/ 2792921 h 5143785"/>
              <a:gd name="connsiteX30807" fmla="*/ 2691098 w 3114960"/>
              <a:gd name="connsiteY30807" fmla="*/ 2845689 h 5143785"/>
              <a:gd name="connsiteX30808" fmla="*/ 2672429 w 3114960"/>
              <a:gd name="connsiteY30808" fmla="*/ 2864168 h 5143785"/>
              <a:gd name="connsiteX30809" fmla="*/ 2577942 w 3114960"/>
              <a:gd name="connsiteY30809" fmla="*/ 2864168 h 5143785"/>
              <a:gd name="connsiteX30810" fmla="*/ 2557272 w 3114960"/>
              <a:gd name="connsiteY30810" fmla="*/ 2843117 h 5143785"/>
              <a:gd name="connsiteX30811" fmla="*/ 2453354 w 3114960"/>
              <a:gd name="connsiteY30811" fmla="*/ 2842641 h 5143785"/>
              <a:gd name="connsiteX30812" fmla="*/ 2438876 w 3114960"/>
              <a:gd name="connsiteY30812" fmla="*/ 2833783 h 5143785"/>
              <a:gd name="connsiteX30813" fmla="*/ 2429542 w 3114960"/>
              <a:gd name="connsiteY30813" fmla="*/ 2848547 h 5143785"/>
              <a:gd name="connsiteX30814" fmla="*/ 2434971 w 3114960"/>
              <a:gd name="connsiteY30814" fmla="*/ 2856262 h 5143785"/>
              <a:gd name="connsiteX30815" fmla="*/ 2441543 w 3114960"/>
              <a:gd name="connsiteY30815" fmla="*/ 2858167 h 5143785"/>
              <a:gd name="connsiteX30816" fmla="*/ 2444305 w 3114960"/>
              <a:gd name="connsiteY30816" fmla="*/ 2857881 h 5143785"/>
              <a:gd name="connsiteX30817" fmla="*/ 2452021 w 3114960"/>
              <a:gd name="connsiteY30817" fmla="*/ 2852452 h 5143785"/>
              <a:gd name="connsiteX30818" fmla="*/ 2453735 w 3114960"/>
              <a:gd name="connsiteY30818" fmla="*/ 2847404 h 5143785"/>
              <a:gd name="connsiteX30819" fmla="*/ 2555272 w 3114960"/>
              <a:gd name="connsiteY30819" fmla="*/ 2847880 h 5143785"/>
              <a:gd name="connsiteX30820" fmla="*/ 2575941 w 3114960"/>
              <a:gd name="connsiteY30820" fmla="*/ 2868930 h 5143785"/>
              <a:gd name="connsiteX30821" fmla="*/ 2690717 w 3114960"/>
              <a:gd name="connsiteY30821" fmla="*/ 2787872 h 5143785"/>
              <a:gd name="connsiteX30822" fmla="*/ 2687860 w 3114960"/>
              <a:gd name="connsiteY30822" fmla="*/ 2784443 h 5143785"/>
              <a:gd name="connsiteX30823" fmla="*/ 2688241 w 3114960"/>
              <a:gd name="connsiteY30823" fmla="*/ 2779967 h 5143785"/>
              <a:gd name="connsiteX30824" fmla="*/ 2696147 w 3114960"/>
              <a:gd name="connsiteY30824" fmla="*/ 2777395 h 5143785"/>
              <a:gd name="connsiteX30825" fmla="*/ 2698718 w 3114960"/>
              <a:gd name="connsiteY30825" fmla="*/ 2785301 h 5143785"/>
              <a:gd name="connsiteX30826" fmla="*/ 2690813 w 3114960"/>
              <a:gd name="connsiteY30826" fmla="*/ 2787872 h 5143785"/>
              <a:gd name="connsiteX30827" fmla="*/ 2447925 w 3114960"/>
              <a:gd name="connsiteY30827" fmla="*/ 2849975 h 5143785"/>
              <a:gd name="connsiteX30828" fmla="*/ 2443163 w 3114960"/>
              <a:gd name="connsiteY30828" fmla="*/ 2853309 h 5143785"/>
              <a:gd name="connsiteX30829" fmla="*/ 2437448 w 3114960"/>
              <a:gd name="connsiteY30829" fmla="*/ 2852357 h 5143785"/>
              <a:gd name="connsiteX30830" fmla="*/ 2434114 w 3114960"/>
              <a:gd name="connsiteY30830" fmla="*/ 2847594 h 5143785"/>
              <a:gd name="connsiteX30831" fmla="*/ 2439829 w 3114960"/>
              <a:gd name="connsiteY30831" fmla="*/ 2838545 h 5143785"/>
              <a:gd name="connsiteX30832" fmla="*/ 2448878 w 3114960"/>
              <a:gd name="connsiteY30832" fmla="*/ 2844260 h 5143785"/>
              <a:gd name="connsiteX30833" fmla="*/ 2447925 w 3114960"/>
              <a:gd name="connsiteY30833" fmla="*/ 2849975 h 5143785"/>
              <a:gd name="connsiteX30834" fmla="*/ 1640396 w 3114960"/>
              <a:gd name="connsiteY30834" fmla="*/ 1438180 h 5143785"/>
              <a:gd name="connsiteX30835" fmla="*/ 1640396 w 3114960"/>
              <a:gd name="connsiteY30835" fmla="*/ 1433894 h 5143785"/>
              <a:gd name="connsiteX30836" fmla="*/ 1631728 w 3114960"/>
              <a:gd name="connsiteY30836" fmla="*/ 1425226 h 5143785"/>
              <a:gd name="connsiteX30837" fmla="*/ 1618488 w 3114960"/>
              <a:gd name="connsiteY30837" fmla="*/ 1425226 h 5143785"/>
              <a:gd name="connsiteX30838" fmla="*/ 1609820 w 3114960"/>
              <a:gd name="connsiteY30838" fmla="*/ 1433894 h 5143785"/>
              <a:gd name="connsiteX30839" fmla="*/ 1609820 w 3114960"/>
              <a:gd name="connsiteY30839" fmla="*/ 1447133 h 5143785"/>
              <a:gd name="connsiteX30840" fmla="*/ 1618488 w 3114960"/>
              <a:gd name="connsiteY30840" fmla="*/ 1455801 h 5143785"/>
              <a:gd name="connsiteX30841" fmla="*/ 1631728 w 3114960"/>
              <a:gd name="connsiteY30841" fmla="*/ 1455801 h 5143785"/>
              <a:gd name="connsiteX30842" fmla="*/ 1640396 w 3114960"/>
              <a:gd name="connsiteY30842" fmla="*/ 1447133 h 5143785"/>
              <a:gd name="connsiteX30843" fmla="*/ 1640396 w 3114960"/>
              <a:gd name="connsiteY30843" fmla="*/ 1442847 h 5143785"/>
              <a:gd name="connsiteX30844" fmla="*/ 1731074 w 3114960"/>
              <a:gd name="connsiteY30844" fmla="*/ 1442847 h 5143785"/>
              <a:gd name="connsiteX30845" fmla="*/ 1750219 w 3114960"/>
              <a:gd name="connsiteY30845" fmla="*/ 1465040 h 5143785"/>
              <a:gd name="connsiteX30846" fmla="*/ 1820990 w 3114960"/>
              <a:gd name="connsiteY30846" fmla="*/ 1465040 h 5143785"/>
              <a:gd name="connsiteX30847" fmla="*/ 1824228 w 3114960"/>
              <a:gd name="connsiteY30847" fmla="*/ 1470660 h 5143785"/>
              <a:gd name="connsiteX30848" fmla="*/ 1834325 w 3114960"/>
              <a:gd name="connsiteY30848" fmla="*/ 1475327 h 5143785"/>
              <a:gd name="connsiteX30849" fmla="*/ 1834896 w 3114960"/>
              <a:gd name="connsiteY30849" fmla="*/ 1475327 h 5143785"/>
              <a:gd name="connsiteX30850" fmla="*/ 1844802 w 3114960"/>
              <a:gd name="connsiteY30850" fmla="*/ 1471422 h 5143785"/>
              <a:gd name="connsiteX30851" fmla="*/ 1845564 w 3114960"/>
              <a:gd name="connsiteY30851" fmla="*/ 1450848 h 5143785"/>
              <a:gd name="connsiteX30852" fmla="*/ 1824990 w 3114960"/>
              <a:gd name="connsiteY30852" fmla="*/ 1450086 h 5143785"/>
              <a:gd name="connsiteX30853" fmla="*/ 1820418 w 3114960"/>
              <a:gd name="connsiteY30853" fmla="*/ 1460278 h 5143785"/>
              <a:gd name="connsiteX30854" fmla="*/ 1752505 w 3114960"/>
              <a:gd name="connsiteY30854" fmla="*/ 1460278 h 5143785"/>
              <a:gd name="connsiteX30855" fmla="*/ 1733360 w 3114960"/>
              <a:gd name="connsiteY30855" fmla="*/ 1438085 h 5143785"/>
              <a:gd name="connsiteX30856" fmla="*/ 1640491 w 3114960"/>
              <a:gd name="connsiteY30856" fmla="*/ 1438085 h 5143785"/>
              <a:gd name="connsiteX30857" fmla="*/ 1635633 w 3114960"/>
              <a:gd name="connsiteY30857" fmla="*/ 1447133 h 5143785"/>
              <a:gd name="connsiteX30858" fmla="*/ 1631728 w 3114960"/>
              <a:gd name="connsiteY30858" fmla="*/ 1451039 h 5143785"/>
              <a:gd name="connsiteX30859" fmla="*/ 1618488 w 3114960"/>
              <a:gd name="connsiteY30859" fmla="*/ 1451039 h 5143785"/>
              <a:gd name="connsiteX30860" fmla="*/ 1614583 w 3114960"/>
              <a:gd name="connsiteY30860" fmla="*/ 1447133 h 5143785"/>
              <a:gd name="connsiteX30861" fmla="*/ 1614583 w 3114960"/>
              <a:gd name="connsiteY30861" fmla="*/ 1433894 h 5143785"/>
              <a:gd name="connsiteX30862" fmla="*/ 1618488 w 3114960"/>
              <a:gd name="connsiteY30862" fmla="*/ 1429988 h 5143785"/>
              <a:gd name="connsiteX30863" fmla="*/ 1631728 w 3114960"/>
              <a:gd name="connsiteY30863" fmla="*/ 1429988 h 5143785"/>
              <a:gd name="connsiteX30864" fmla="*/ 1635633 w 3114960"/>
              <a:gd name="connsiteY30864" fmla="*/ 1433894 h 5143785"/>
              <a:gd name="connsiteX30865" fmla="*/ 1635633 w 3114960"/>
              <a:gd name="connsiteY30865" fmla="*/ 1447133 h 5143785"/>
              <a:gd name="connsiteX30866" fmla="*/ 1828228 w 3114960"/>
              <a:gd name="connsiteY30866" fmla="*/ 1453706 h 5143785"/>
              <a:gd name="connsiteX30867" fmla="*/ 1842040 w 3114960"/>
              <a:gd name="connsiteY30867" fmla="*/ 1454182 h 5143785"/>
              <a:gd name="connsiteX30868" fmla="*/ 1841564 w 3114960"/>
              <a:gd name="connsiteY30868" fmla="*/ 1467993 h 5143785"/>
              <a:gd name="connsiteX30869" fmla="*/ 1834515 w 3114960"/>
              <a:gd name="connsiteY30869" fmla="*/ 1470660 h 5143785"/>
              <a:gd name="connsiteX30870" fmla="*/ 1827752 w 3114960"/>
              <a:gd name="connsiteY30870" fmla="*/ 1467517 h 5143785"/>
              <a:gd name="connsiteX30871" fmla="*/ 1825085 w 3114960"/>
              <a:gd name="connsiteY30871" fmla="*/ 1460468 h 5143785"/>
              <a:gd name="connsiteX30872" fmla="*/ 1828228 w 3114960"/>
              <a:gd name="connsiteY30872" fmla="*/ 1453610 h 5143785"/>
              <a:gd name="connsiteX30873" fmla="*/ 2424303 w 3114960"/>
              <a:gd name="connsiteY30873" fmla="*/ 2837688 h 5143785"/>
              <a:gd name="connsiteX30874" fmla="*/ 2427637 w 3114960"/>
              <a:gd name="connsiteY30874" fmla="*/ 2838641 h 5143785"/>
              <a:gd name="connsiteX30875" fmla="*/ 2426399 w 3114960"/>
              <a:gd name="connsiteY30875" fmla="*/ 2843213 h 5143785"/>
              <a:gd name="connsiteX30876" fmla="*/ 2423446 w 3114960"/>
              <a:gd name="connsiteY30876" fmla="*/ 2842355 h 5143785"/>
              <a:gd name="connsiteX30877" fmla="*/ 2408111 w 3114960"/>
              <a:gd name="connsiteY30877" fmla="*/ 2842355 h 5143785"/>
              <a:gd name="connsiteX30878" fmla="*/ 2408111 w 3114960"/>
              <a:gd name="connsiteY30878" fmla="*/ 2837593 h 5143785"/>
              <a:gd name="connsiteX30879" fmla="*/ 2424398 w 3114960"/>
              <a:gd name="connsiteY30879" fmla="*/ 2837593 h 5143785"/>
              <a:gd name="connsiteX30880" fmla="*/ 1924717 w 3114960"/>
              <a:gd name="connsiteY30880" fmla="*/ 1584960 h 5143785"/>
              <a:gd name="connsiteX30881" fmla="*/ 1945767 w 3114960"/>
              <a:gd name="connsiteY30881" fmla="*/ 1584960 h 5143785"/>
              <a:gd name="connsiteX30882" fmla="*/ 1955006 w 3114960"/>
              <a:gd name="connsiteY30882" fmla="*/ 1575721 h 5143785"/>
              <a:gd name="connsiteX30883" fmla="*/ 1955006 w 3114960"/>
              <a:gd name="connsiteY30883" fmla="*/ 1572292 h 5143785"/>
              <a:gd name="connsiteX30884" fmla="*/ 1945767 w 3114960"/>
              <a:gd name="connsiteY30884" fmla="*/ 1563053 h 5143785"/>
              <a:gd name="connsiteX30885" fmla="*/ 1924717 w 3114960"/>
              <a:gd name="connsiteY30885" fmla="*/ 1563053 h 5143785"/>
              <a:gd name="connsiteX30886" fmla="*/ 1915478 w 3114960"/>
              <a:gd name="connsiteY30886" fmla="*/ 1572292 h 5143785"/>
              <a:gd name="connsiteX30887" fmla="*/ 1915478 w 3114960"/>
              <a:gd name="connsiteY30887" fmla="*/ 1575721 h 5143785"/>
              <a:gd name="connsiteX30888" fmla="*/ 1916906 w 3114960"/>
              <a:gd name="connsiteY30888" fmla="*/ 1580293 h 5143785"/>
              <a:gd name="connsiteX30889" fmla="*/ 1882045 w 3114960"/>
              <a:gd name="connsiteY30889" fmla="*/ 1624394 h 5143785"/>
              <a:gd name="connsiteX30890" fmla="*/ 1881569 w 3114960"/>
              <a:gd name="connsiteY30890" fmla="*/ 1625060 h 5143785"/>
              <a:gd name="connsiteX30891" fmla="*/ 1881569 w 3114960"/>
              <a:gd name="connsiteY30891" fmla="*/ 1625918 h 5143785"/>
              <a:gd name="connsiteX30892" fmla="*/ 1881759 w 3114960"/>
              <a:gd name="connsiteY30892" fmla="*/ 1714500 h 5143785"/>
              <a:gd name="connsiteX30893" fmla="*/ 1843278 w 3114960"/>
              <a:gd name="connsiteY30893" fmla="*/ 1768126 h 5143785"/>
              <a:gd name="connsiteX30894" fmla="*/ 1721453 w 3114960"/>
              <a:gd name="connsiteY30894" fmla="*/ 1768126 h 5143785"/>
              <a:gd name="connsiteX30895" fmla="*/ 1713738 w 3114960"/>
              <a:gd name="connsiteY30895" fmla="*/ 1762316 h 5143785"/>
              <a:gd name="connsiteX30896" fmla="*/ 1705547 w 3114960"/>
              <a:gd name="connsiteY30896" fmla="*/ 1770507 h 5143785"/>
              <a:gd name="connsiteX30897" fmla="*/ 1713738 w 3114960"/>
              <a:gd name="connsiteY30897" fmla="*/ 1778699 h 5143785"/>
              <a:gd name="connsiteX30898" fmla="*/ 1721453 w 3114960"/>
              <a:gd name="connsiteY30898" fmla="*/ 1772888 h 5143785"/>
              <a:gd name="connsiteX30899" fmla="*/ 1845755 w 3114960"/>
              <a:gd name="connsiteY30899" fmla="*/ 1772888 h 5143785"/>
              <a:gd name="connsiteX30900" fmla="*/ 1885950 w 3114960"/>
              <a:gd name="connsiteY30900" fmla="*/ 1716881 h 5143785"/>
              <a:gd name="connsiteX30901" fmla="*/ 1886236 w 3114960"/>
              <a:gd name="connsiteY30901" fmla="*/ 1716215 h 5143785"/>
              <a:gd name="connsiteX30902" fmla="*/ 1886331 w 3114960"/>
              <a:gd name="connsiteY30902" fmla="*/ 1626680 h 5143785"/>
              <a:gd name="connsiteX30903" fmla="*/ 1920335 w 3114960"/>
              <a:gd name="connsiteY30903" fmla="*/ 1583627 h 5143785"/>
              <a:gd name="connsiteX30904" fmla="*/ 1924812 w 3114960"/>
              <a:gd name="connsiteY30904" fmla="*/ 1584960 h 5143785"/>
              <a:gd name="connsiteX30905" fmla="*/ 1713643 w 3114960"/>
              <a:gd name="connsiteY30905" fmla="*/ 1776317 h 5143785"/>
              <a:gd name="connsiteX30906" fmla="*/ 1707832 w 3114960"/>
              <a:gd name="connsiteY30906" fmla="*/ 1770507 h 5143785"/>
              <a:gd name="connsiteX30907" fmla="*/ 1713643 w 3114960"/>
              <a:gd name="connsiteY30907" fmla="*/ 1764697 h 5143785"/>
              <a:gd name="connsiteX30908" fmla="*/ 1719453 w 3114960"/>
              <a:gd name="connsiteY30908" fmla="*/ 1770507 h 5143785"/>
              <a:gd name="connsiteX30909" fmla="*/ 1713643 w 3114960"/>
              <a:gd name="connsiteY30909" fmla="*/ 1776317 h 5143785"/>
              <a:gd name="connsiteX30910" fmla="*/ 1920240 w 3114960"/>
              <a:gd name="connsiteY30910" fmla="*/ 1572387 h 5143785"/>
              <a:gd name="connsiteX30911" fmla="*/ 1924717 w 3114960"/>
              <a:gd name="connsiteY30911" fmla="*/ 1567910 h 5143785"/>
              <a:gd name="connsiteX30912" fmla="*/ 1945767 w 3114960"/>
              <a:gd name="connsiteY30912" fmla="*/ 1567910 h 5143785"/>
              <a:gd name="connsiteX30913" fmla="*/ 1950244 w 3114960"/>
              <a:gd name="connsiteY30913" fmla="*/ 1572387 h 5143785"/>
              <a:gd name="connsiteX30914" fmla="*/ 1950244 w 3114960"/>
              <a:gd name="connsiteY30914" fmla="*/ 1575816 h 5143785"/>
              <a:gd name="connsiteX30915" fmla="*/ 1945767 w 3114960"/>
              <a:gd name="connsiteY30915" fmla="*/ 1580293 h 5143785"/>
              <a:gd name="connsiteX30916" fmla="*/ 1924717 w 3114960"/>
              <a:gd name="connsiteY30916" fmla="*/ 1580293 h 5143785"/>
              <a:gd name="connsiteX30917" fmla="*/ 1920240 w 3114960"/>
              <a:gd name="connsiteY30917" fmla="*/ 1575816 h 5143785"/>
              <a:gd name="connsiteX30918" fmla="*/ 1920240 w 3114960"/>
              <a:gd name="connsiteY30918" fmla="*/ 1572387 h 5143785"/>
              <a:gd name="connsiteX30919" fmla="*/ 91059 w 3114960"/>
              <a:gd name="connsiteY30919" fmla="*/ 1976533 h 5143785"/>
              <a:gd name="connsiteX30920" fmla="*/ 102584 w 3114960"/>
              <a:gd name="connsiteY30920" fmla="*/ 1965007 h 5143785"/>
              <a:gd name="connsiteX30921" fmla="*/ 91059 w 3114960"/>
              <a:gd name="connsiteY30921" fmla="*/ 1953482 h 5143785"/>
              <a:gd name="connsiteX30922" fmla="*/ 80010 w 3114960"/>
              <a:gd name="connsiteY30922" fmla="*/ 1962626 h 5143785"/>
              <a:gd name="connsiteX30923" fmla="*/ 95 w 3114960"/>
              <a:gd name="connsiteY30923" fmla="*/ 1962626 h 5143785"/>
              <a:gd name="connsiteX30924" fmla="*/ 95 w 3114960"/>
              <a:gd name="connsiteY30924" fmla="*/ 1967389 h 5143785"/>
              <a:gd name="connsiteX30925" fmla="*/ 80010 w 3114960"/>
              <a:gd name="connsiteY30925" fmla="*/ 1967389 h 5143785"/>
              <a:gd name="connsiteX30926" fmla="*/ 91059 w 3114960"/>
              <a:gd name="connsiteY30926" fmla="*/ 1976533 h 5143785"/>
              <a:gd name="connsiteX30927" fmla="*/ 91059 w 3114960"/>
              <a:gd name="connsiteY30927" fmla="*/ 1958245 h 5143785"/>
              <a:gd name="connsiteX30928" fmla="*/ 97822 w 3114960"/>
              <a:gd name="connsiteY30928" fmla="*/ 1965007 h 5143785"/>
              <a:gd name="connsiteX30929" fmla="*/ 91059 w 3114960"/>
              <a:gd name="connsiteY30929" fmla="*/ 1971770 h 5143785"/>
              <a:gd name="connsiteX30930" fmla="*/ 84296 w 3114960"/>
              <a:gd name="connsiteY30930" fmla="*/ 1965007 h 5143785"/>
              <a:gd name="connsiteX30931" fmla="*/ 91059 w 3114960"/>
              <a:gd name="connsiteY30931" fmla="*/ 1958245 h 5143785"/>
              <a:gd name="connsiteX30932" fmla="*/ 1719834 w 3114960"/>
              <a:gd name="connsiteY30932" fmla="*/ 1550670 h 5143785"/>
              <a:gd name="connsiteX30933" fmla="*/ 1820609 w 3114960"/>
              <a:gd name="connsiteY30933" fmla="*/ 1550670 h 5143785"/>
              <a:gd name="connsiteX30934" fmla="*/ 1821466 w 3114960"/>
              <a:gd name="connsiteY30934" fmla="*/ 1553813 h 5143785"/>
              <a:gd name="connsiteX30935" fmla="*/ 1829276 w 3114960"/>
              <a:gd name="connsiteY30935" fmla="*/ 1561719 h 5143785"/>
              <a:gd name="connsiteX30936" fmla="*/ 1834896 w 3114960"/>
              <a:gd name="connsiteY30936" fmla="*/ 1562862 h 5143785"/>
              <a:gd name="connsiteX30937" fmla="*/ 1848326 w 3114960"/>
              <a:gd name="connsiteY30937" fmla="*/ 1553909 h 5143785"/>
              <a:gd name="connsiteX30938" fmla="*/ 1848326 w 3114960"/>
              <a:gd name="connsiteY30938" fmla="*/ 1542764 h 5143785"/>
              <a:gd name="connsiteX30939" fmla="*/ 1840516 w 3114960"/>
              <a:gd name="connsiteY30939" fmla="*/ 1534859 h 5143785"/>
              <a:gd name="connsiteX30940" fmla="*/ 1821466 w 3114960"/>
              <a:gd name="connsiteY30940" fmla="*/ 1542669 h 5143785"/>
              <a:gd name="connsiteX30941" fmla="*/ 1820609 w 3114960"/>
              <a:gd name="connsiteY30941" fmla="*/ 1545907 h 5143785"/>
              <a:gd name="connsiteX30942" fmla="*/ 1722025 w 3114960"/>
              <a:gd name="connsiteY30942" fmla="*/ 1545907 h 5143785"/>
              <a:gd name="connsiteX30943" fmla="*/ 1702880 w 3114960"/>
              <a:gd name="connsiteY30943" fmla="*/ 1523714 h 5143785"/>
              <a:gd name="connsiteX30944" fmla="*/ 1571625 w 3114960"/>
              <a:gd name="connsiteY30944" fmla="*/ 1523714 h 5143785"/>
              <a:gd name="connsiteX30945" fmla="*/ 1571625 w 3114960"/>
              <a:gd name="connsiteY30945" fmla="*/ 1521143 h 5143785"/>
              <a:gd name="connsiteX30946" fmla="*/ 1562957 w 3114960"/>
              <a:gd name="connsiteY30946" fmla="*/ 1512475 h 5143785"/>
              <a:gd name="connsiteX30947" fmla="*/ 1549718 w 3114960"/>
              <a:gd name="connsiteY30947" fmla="*/ 1512475 h 5143785"/>
              <a:gd name="connsiteX30948" fmla="*/ 1541050 w 3114960"/>
              <a:gd name="connsiteY30948" fmla="*/ 1521143 h 5143785"/>
              <a:gd name="connsiteX30949" fmla="*/ 1541050 w 3114960"/>
              <a:gd name="connsiteY30949" fmla="*/ 1534382 h 5143785"/>
              <a:gd name="connsiteX30950" fmla="*/ 1549718 w 3114960"/>
              <a:gd name="connsiteY30950" fmla="*/ 1543050 h 5143785"/>
              <a:gd name="connsiteX30951" fmla="*/ 1562957 w 3114960"/>
              <a:gd name="connsiteY30951" fmla="*/ 1543050 h 5143785"/>
              <a:gd name="connsiteX30952" fmla="*/ 1571625 w 3114960"/>
              <a:gd name="connsiteY30952" fmla="*/ 1534382 h 5143785"/>
              <a:gd name="connsiteX30953" fmla="*/ 1571625 w 3114960"/>
              <a:gd name="connsiteY30953" fmla="*/ 1528382 h 5143785"/>
              <a:gd name="connsiteX30954" fmla="*/ 1700689 w 3114960"/>
              <a:gd name="connsiteY30954" fmla="*/ 1528382 h 5143785"/>
              <a:gd name="connsiteX30955" fmla="*/ 1719834 w 3114960"/>
              <a:gd name="connsiteY30955" fmla="*/ 1550575 h 5143785"/>
              <a:gd name="connsiteX30956" fmla="*/ 1825847 w 3114960"/>
              <a:gd name="connsiteY30956" fmla="*/ 1544574 h 5143785"/>
              <a:gd name="connsiteX30957" fmla="*/ 1834896 w 3114960"/>
              <a:gd name="connsiteY30957" fmla="*/ 1538573 h 5143785"/>
              <a:gd name="connsiteX30958" fmla="*/ 1838706 w 3114960"/>
              <a:gd name="connsiteY30958" fmla="*/ 1539335 h 5143785"/>
              <a:gd name="connsiteX30959" fmla="*/ 1843945 w 3114960"/>
              <a:gd name="connsiteY30959" fmla="*/ 1544669 h 5143785"/>
              <a:gd name="connsiteX30960" fmla="*/ 1843945 w 3114960"/>
              <a:gd name="connsiteY30960" fmla="*/ 1552194 h 5143785"/>
              <a:gd name="connsiteX30961" fmla="*/ 1831181 w 3114960"/>
              <a:gd name="connsiteY30961" fmla="*/ 1557433 h 5143785"/>
              <a:gd name="connsiteX30962" fmla="*/ 1825943 w 3114960"/>
              <a:gd name="connsiteY30962" fmla="*/ 1544574 h 5143785"/>
              <a:gd name="connsiteX30963" fmla="*/ 1566863 w 3114960"/>
              <a:gd name="connsiteY30963" fmla="*/ 1534478 h 5143785"/>
              <a:gd name="connsiteX30964" fmla="*/ 1562957 w 3114960"/>
              <a:gd name="connsiteY30964" fmla="*/ 1538383 h 5143785"/>
              <a:gd name="connsiteX30965" fmla="*/ 1549718 w 3114960"/>
              <a:gd name="connsiteY30965" fmla="*/ 1538383 h 5143785"/>
              <a:gd name="connsiteX30966" fmla="*/ 1545812 w 3114960"/>
              <a:gd name="connsiteY30966" fmla="*/ 1534478 h 5143785"/>
              <a:gd name="connsiteX30967" fmla="*/ 1545812 w 3114960"/>
              <a:gd name="connsiteY30967" fmla="*/ 1521238 h 5143785"/>
              <a:gd name="connsiteX30968" fmla="*/ 1549718 w 3114960"/>
              <a:gd name="connsiteY30968" fmla="*/ 1517332 h 5143785"/>
              <a:gd name="connsiteX30969" fmla="*/ 1562957 w 3114960"/>
              <a:gd name="connsiteY30969" fmla="*/ 1517332 h 5143785"/>
              <a:gd name="connsiteX30970" fmla="*/ 1566863 w 3114960"/>
              <a:gd name="connsiteY30970" fmla="*/ 1521238 h 5143785"/>
              <a:gd name="connsiteX30971" fmla="*/ 1566863 w 3114960"/>
              <a:gd name="connsiteY30971" fmla="*/ 1534478 h 5143785"/>
              <a:gd name="connsiteX30972" fmla="*/ 715994 w 3114960"/>
              <a:gd name="connsiteY30972" fmla="*/ 1147382 h 5143785"/>
              <a:gd name="connsiteX30973" fmla="*/ 706469 w 3114960"/>
              <a:gd name="connsiteY30973" fmla="*/ 1147382 h 5143785"/>
              <a:gd name="connsiteX30974" fmla="*/ 699707 w 3114960"/>
              <a:gd name="connsiteY30974" fmla="*/ 1154144 h 5143785"/>
              <a:gd name="connsiteX30975" fmla="*/ 699230 w 3114960"/>
              <a:gd name="connsiteY30975" fmla="*/ 1156526 h 5143785"/>
              <a:gd name="connsiteX30976" fmla="*/ 603028 w 3114960"/>
              <a:gd name="connsiteY30976" fmla="*/ 1156526 h 5143785"/>
              <a:gd name="connsiteX30977" fmla="*/ 587407 w 3114960"/>
              <a:gd name="connsiteY30977" fmla="*/ 1142333 h 5143785"/>
              <a:gd name="connsiteX30978" fmla="*/ 507016 w 3114960"/>
              <a:gd name="connsiteY30978" fmla="*/ 1142333 h 5143785"/>
              <a:gd name="connsiteX30979" fmla="*/ 500825 w 3114960"/>
              <a:gd name="connsiteY30979" fmla="*/ 1133856 h 5143785"/>
              <a:gd name="connsiteX30980" fmla="*/ 491681 w 3114960"/>
              <a:gd name="connsiteY30980" fmla="*/ 1133189 h 5143785"/>
              <a:gd name="connsiteX30981" fmla="*/ 484727 w 3114960"/>
              <a:gd name="connsiteY30981" fmla="*/ 1139190 h 5143785"/>
              <a:gd name="connsiteX30982" fmla="*/ 490157 w 3114960"/>
              <a:gd name="connsiteY30982" fmla="*/ 1155287 h 5143785"/>
              <a:gd name="connsiteX30983" fmla="*/ 495490 w 3114960"/>
              <a:gd name="connsiteY30983" fmla="*/ 1156526 h 5143785"/>
              <a:gd name="connsiteX30984" fmla="*/ 499301 w 3114960"/>
              <a:gd name="connsiteY30984" fmla="*/ 1155859 h 5143785"/>
              <a:gd name="connsiteX30985" fmla="*/ 506254 w 3114960"/>
              <a:gd name="connsiteY30985" fmla="*/ 1149858 h 5143785"/>
              <a:gd name="connsiteX30986" fmla="*/ 507016 w 3114960"/>
              <a:gd name="connsiteY30986" fmla="*/ 1146905 h 5143785"/>
              <a:gd name="connsiteX30987" fmla="*/ 585597 w 3114960"/>
              <a:gd name="connsiteY30987" fmla="*/ 1146905 h 5143785"/>
              <a:gd name="connsiteX30988" fmla="*/ 601218 w 3114960"/>
              <a:gd name="connsiteY30988" fmla="*/ 1161193 h 5143785"/>
              <a:gd name="connsiteX30989" fmla="*/ 699230 w 3114960"/>
              <a:gd name="connsiteY30989" fmla="*/ 1161193 h 5143785"/>
              <a:gd name="connsiteX30990" fmla="*/ 706469 w 3114960"/>
              <a:gd name="connsiteY30990" fmla="*/ 1170242 h 5143785"/>
              <a:gd name="connsiteX30991" fmla="*/ 711232 w 3114960"/>
              <a:gd name="connsiteY30991" fmla="*/ 1171194 h 5143785"/>
              <a:gd name="connsiteX30992" fmla="*/ 715994 w 3114960"/>
              <a:gd name="connsiteY30992" fmla="*/ 1170242 h 5143785"/>
              <a:gd name="connsiteX30993" fmla="*/ 722757 w 3114960"/>
              <a:gd name="connsiteY30993" fmla="*/ 1163479 h 5143785"/>
              <a:gd name="connsiteX30994" fmla="*/ 722757 w 3114960"/>
              <a:gd name="connsiteY30994" fmla="*/ 1153954 h 5143785"/>
              <a:gd name="connsiteX30995" fmla="*/ 715994 w 3114960"/>
              <a:gd name="connsiteY30995" fmla="*/ 1147191 h 5143785"/>
              <a:gd name="connsiteX30996" fmla="*/ 502063 w 3114960"/>
              <a:gd name="connsiteY30996" fmla="*/ 1147858 h 5143785"/>
              <a:gd name="connsiteX30997" fmla="*/ 497872 w 3114960"/>
              <a:gd name="connsiteY30997" fmla="*/ 1151477 h 5143785"/>
              <a:gd name="connsiteX30998" fmla="*/ 492347 w 3114960"/>
              <a:gd name="connsiteY30998" fmla="*/ 1151096 h 5143785"/>
              <a:gd name="connsiteX30999" fmla="*/ 489109 w 3114960"/>
              <a:gd name="connsiteY30999" fmla="*/ 1141381 h 5143785"/>
              <a:gd name="connsiteX31000" fmla="*/ 493300 w 3114960"/>
              <a:gd name="connsiteY31000" fmla="*/ 1137761 h 5143785"/>
              <a:gd name="connsiteX31001" fmla="*/ 498824 w 3114960"/>
              <a:gd name="connsiteY31001" fmla="*/ 1138142 h 5143785"/>
              <a:gd name="connsiteX31002" fmla="*/ 502063 w 3114960"/>
              <a:gd name="connsiteY31002" fmla="*/ 1147858 h 5143785"/>
              <a:gd name="connsiteX31003" fmla="*/ 718376 w 3114960"/>
              <a:gd name="connsiteY31003" fmla="*/ 1161860 h 5143785"/>
              <a:gd name="connsiteX31004" fmla="*/ 714185 w 3114960"/>
              <a:gd name="connsiteY31004" fmla="*/ 1166051 h 5143785"/>
              <a:gd name="connsiteX31005" fmla="*/ 708374 w 3114960"/>
              <a:gd name="connsiteY31005" fmla="*/ 1166051 h 5143785"/>
              <a:gd name="connsiteX31006" fmla="*/ 704183 w 3114960"/>
              <a:gd name="connsiteY31006" fmla="*/ 1156049 h 5143785"/>
              <a:gd name="connsiteX31007" fmla="*/ 708374 w 3114960"/>
              <a:gd name="connsiteY31007" fmla="*/ 1151858 h 5143785"/>
              <a:gd name="connsiteX31008" fmla="*/ 711327 w 3114960"/>
              <a:gd name="connsiteY31008" fmla="*/ 1151287 h 5143785"/>
              <a:gd name="connsiteX31009" fmla="*/ 714280 w 3114960"/>
              <a:gd name="connsiteY31009" fmla="*/ 1151858 h 5143785"/>
              <a:gd name="connsiteX31010" fmla="*/ 718471 w 3114960"/>
              <a:gd name="connsiteY31010" fmla="*/ 1156049 h 5143785"/>
              <a:gd name="connsiteX31011" fmla="*/ 718471 w 3114960"/>
              <a:gd name="connsiteY31011" fmla="*/ 1161860 h 5143785"/>
              <a:gd name="connsiteX31012" fmla="*/ 1974247 w 3114960"/>
              <a:gd name="connsiteY31012" fmla="*/ 2382679 h 5143785"/>
              <a:gd name="connsiteX31013" fmla="*/ 1974247 w 3114960"/>
              <a:gd name="connsiteY31013" fmla="*/ 2369725 h 5143785"/>
              <a:gd name="connsiteX31014" fmla="*/ 1971580 w 3114960"/>
              <a:gd name="connsiteY31014" fmla="*/ 2367058 h 5143785"/>
              <a:gd name="connsiteX31015" fmla="*/ 1958626 w 3114960"/>
              <a:gd name="connsiteY31015" fmla="*/ 2367058 h 5143785"/>
              <a:gd name="connsiteX31016" fmla="*/ 1955959 w 3114960"/>
              <a:gd name="connsiteY31016" fmla="*/ 2369725 h 5143785"/>
              <a:gd name="connsiteX31017" fmla="*/ 1955959 w 3114960"/>
              <a:gd name="connsiteY31017" fmla="*/ 2382679 h 5143785"/>
              <a:gd name="connsiteX31018" fmla="*/ 1958626 w 3114960"/>
              <a:gd name="connsiteY31018" fmla="*/ 2385346 h 5143785"/>
              <a:gd name="connsiteX31019" fmla="*/ 1968818 w 3114960"/>
              <a:gd name="connsiteY31019" fmla="*/ 2385346 h 5143785"/>
              <a:gd name="connsiteX31020" fmla="*/ 2046161 w 3114960"/>
              <a:gd name="connsiteY31020" fmla="*/ 2458974 h 5143785"/>
              <a:gd name="connsiteX31021" fmla="*/ 2057495 w 3114960"/>
              <a:gd name="connsiteY31021" fmla="*/ 2459831 h 5143785"/>
              <a:gd name="connsiteX31022" fmla="*/ 2118646 w 3114960"/>
              <a:gd name="connsiteY31022" fmla="*/ 2515838 h 5143785"/>
              <a:gd name="connsiteX31023" fmla="*/ 2118646 w 3114960"/>
              <a:gd name="connsiteY31023" fmla="*/ 2526887 h 5143785"/>
              <a:gd name="connsiteX31024" fmla="*/ 2196370 w 3114960"/>
              <a:gd name="connsiteY31024" fmla="*/ 2601944 h 5143785"/>
              <a:gd name="connsiteX31025" fmla="*/ 2196084 w 3114960"/>
              <a:gd name="connsiteY31025" fmla="*/ 2603468 h 5143785"/>
              <a:gd name="connsiteX31026" fmla="*/ 2196084 w 3114960"/>
              <a:gd name="connsiteY31026" fmla="*/ 2616422 h 5143785"/>
              <a:gd name="connsiteX31027" fmla="*/ 2201132 w 3114960"/>
              <a:gd name="connsiteY31027" fmla="*/ 2621471 h 5143785"/>
              <a:gd name="connsiteX31028" fmla="*/ 2214086 w 3114960"/>
              <a:gd name="connsiteY31028" fmla="*/ 2621471 h 5143785"/>
              <a:gd name="connsiteX31029" fmla="*/ 2215325 w 3114960"/>
              <a:gd name="connsiteY31029" fmla="*/ 2621185 h 5143785"/>
              <a:gd name="connsiteX31030" fmla="*/ 2359438 w 3114960"/>
              <a:gd name="connsiteY31030" fmla="*/ 2753297 h 5143785"/>
              <a:gd name="connsiteX31031" fmla="*/ 2421731 w 3114960"/>
              <a:gd name="connsiteY31031" fmla="*/ 2753582 h 5143785"/>
              <a:gd name="connsiteX31032" fmla="*/ 2421731 w 3114960"/>
              <a:gd name="connsiteY31032" fmla="*/ 2765965 h 5143785"/>
              <a:gd name="connsiteX31033" fmla="*/ 2424875 w 3114960"/>
              <a:gd name="connsiteY31033" fmla="*/ 2769108 h 5143785"/>
              <a:gd name="connsiteX31034" fmla="*/ 2454497 w 3114960"/>
              <a:gd name="connsiteY31034" fmla="*/ 2769108 h 5143785"/>
              <a:gd name="connsiteX31035" fmla="*/ 2457641 w 3114960"/>
              <a:gd name="connsiteY31035" fmla="*/ 2765965 h 5143785"/>
              <a:gd name="connsiteX31036" fmla="*/ 2457641 w 3114960"/>
              <a:gd name="connsiteY31036" fmla="*/ 2753582 h 5143785"/>
              <a:gd name="connsiteX31037" fmla="*/ 2575084 w 3114960"/>
              <a:gd name="connsiteY31037" fmla="*/ 2753582 h 5143785"/>
              <a:gd name="connsiteX31038" fmla="*/ 2586228 w 3114960"/>
              <a:gd name="connsiteY31038" fmla="*/ 2762822 h 5143785"/>
              <a:gd name="connsiteX31039" fmla="*/ 2597372 w 3114960"/>
              <a:gd name="connsiteY31039" fmla="*/ 2753582 h 5143785"/>
              <a:gd name="connsiteX31040" fmla="*/ 2642330 w 3114960"/>
              <a:gd name="connsiteY31040" fmla="*/ 2753582 h 5143785"/>
              <a:gd name="connsiteX31041" fmla="*/ 2645093 w 3114960"/>
              <a:gd name="connsiteY31041" fmla="*/ 2750725 h 5143785"/>
              <a:gd name="connsiteX31042" fmla="*/ 2645093 w 3114960"/>
              <a:gd name="connsiteY31042" fmla="*/ 2788634 h 5143785"/>
              <a:gd name="connsiteX31043" fmla="*/ 2632329 w 3114960"/>
              <a:gd name="connsiteY31043" fmla="*/ 2801779 h 5143785"/>
              <a:gd name="connsiteX31044" fmla="*/ 2573084 w 3114960"/>
              <a:gd name="connsiteY31044" fmla="*/ 2801779 h 5143785"/>
              <a:gd name="connsiteX31045" fmla="*/ 2563844 w 3114960"/>
              <a:gd name="connsiteY31045" fmla="*/ 2792635 h 5143785"/>
              <a:gd name="connsiteX31046" fmla="*/ 2555081 w 3114960"/>
              <a:gd name="connsiteY31046" fmla="*/ 2799493 h 5143785"/>
              <a:gd name="connsiteX31047" fmla="*/ 2457641 w 3114960"/>
              <a:gd name="connsiteY31047" fmla="*/ 2799493 h 5143785"/>
              <a:gd name="connsiteX31048" fmla="*/ 2457641 w 3114960"/>
              <a:gd name="connsiteY31048" fmla="*/ 2787110 h 5143785"/>
              <a:gd name="connsiteX31049" fmla="*/ 2454497 w 3114960"/>
              <a:gd name="connsiteY31049" fmla="*/ 2783967 h 5143785"/>
              <a:gd name="connsiteX31050" fmla="*/ 2424875 w 3114960"/>
              <a:gd name="connsiteY31050" fmla="*/ 2783967 h 5143785"/>
              <a:gd name="connsiteX31051" fmla="*/ 2421731 w 3114960"/>
              <a:gd name="connsiteY31051" fmla="*/ 2787110 h 5143785"/>
              <a:gd name="connsiteX31052" fmla="*/ 2421731 w 3114960"/>
              <a:gd name="connsiteY31052" fmla="*/ 2799493 h 5143785"/>
              <a:gd name="connsiteX31053" fmla="*/ 2353247 w 3114960"/>
              <a:gd name="connsiteY31053" fmla="*/ 2799493 h 5143785"/>
              <a:gd name="connsiteX31054" fmla="*/ 2157317 w 3114960"/>
              <a:gd name="connsiteY31054" fmla="*/ 2616613 h 5143785"/>
              <a:gd name="connsiteX31055" fmla="*/ 2157317 w 3114960"/>
              <a:gd name="connsiteY31055" fmla="*/ 2601468 h 5143785"/>
              <a:gd name="connsiteX31056" fmla="*/ 2154650 w 3114960"/>
              <a:gd name="connsiteY31056" fmla="*/ 2598801 h 5143785"/>
              <a:gd name="connsiteX31057" fmla="*/ 2140458 w 3114960"/>
              <a:gd name="connsiteY31057" fmla="*/ 2598801 h 5143785"/>
              <a:gd name="connsiteX31058" fmla="*/ 2073402 w 3114960"/>
              <a:gd name="connsiteY31058" fmla="*/ 2532602 h 5143785"/>
              <a:gd name="connsiteX31059" fmla="*/ 2073402 w 3114960"/>
              <a:gd name="connsiteY31059" fmla="*/ 2521934 h 5143785"/>
              <a:gd name="connsiteX31060" fmla="*/ 2021872 w 3114960"/>
              <a:gd name="connsiteY31060" fmla="*/ 2472214 h 5143785"/>
              <a:gd name="connsiteX31061" fmla="*/ 2008727 w 3114960"/>
              <a:gd name="connsiteY31061" fmla="*/ 2471928 h 5143785"/>
              <a:gd name="connsiteX31062" fmla="*/ 1934623 w 3114960"/>
              <a:gd name="connsiteY31062" fmla="*/ 2400491 h 5143785"/>
              <a:gd name="connsiteX31063" fmla="*/ 1935766 w 3114960"/>
              <a:gd name="connsiteY31063" fmla="*/ 2398681 h 5143785"/>
              <a:gd name="connsiteX31064" fmla="*/ 1935480 w 3114960"/>
              <a:gd name="connsiteY31064" fmla="*/ 2389632 h 5143785"/>
              <a:gd name="connsiteX31065" fmla="*/ 1919764 w 3114960"/>
              <a:gd name="connsiteY31065" fmla="*/ 2383727 h 5143785"/>
              <a:gd name="connsiteX31066" fmla="*/ 1913858 w 3114960"/>
              <a:gd name="connsiteY31066" fmla="*/ 2399348 h 5143785"/>
              <a:gd name="connsiteX31067" fmla="*/ 1917382 w 3114960"/>
              <a:gd name="connsiteY31067" fmla="*/ 2403634 h 5143785"/>
              <a:gd name="connsiteX31068" fmla="*/ 1916811 w 3114960"/>
              <a:gd name="connsiteY31068" fmla="*/ 2475452 h 5143785"/>
              <a:gd name="connsiteX31069" fmla="*/ 1828800 w 3114960"/>
              <a:gd name="connsiteY31069" fmla="*/ 2577751 h 5143785"/>
              <a:gd name="connsiteX31070" fmla="*/ 1754029 w 3114960"/>
              <a:gd name="connsiteY31070" fmla="*/ 2577751 h 5143785"/>
              <a:gd name="connsiteX31071" fmla="*/ 1754029 w 3114960"/>
              <a:gd name="connsiteY31071" fmla="*/ 2573655 h 5143785"/>
              <a:gd name="connsiteX31072" fmla="*/ 1753362 w 3114960"/>
              <a:gd name="connsiteY31072" fmla="*/ 2571941 h 5143785"/>
              <a:gd name="connsiteX31073" fmla="*/ 1751648 w 3114960"/>
              <a:gd name="connsiteY31073" fmla="*/ 2571274 h 5143785"/>
              <a:gd name="connsiteX31074" fmla="*/ 1751648 w 3114960"/>
              <a:gd name="connsiteY31074" fmla="*/ 2571274 h 5143785"/>
              <a:gd name="connsiteX31075" fmla="*/ 1581341 w 3114960"/>
              <a:gd name="connsiteY31075" fmla="*/ 2571655 h 5143785"/>
              <a:gd name="connsiteX31076" fmla="*/ 1580483 w 3114960"/>
              <a:gd name="connsiteY31076" fmla="*/ 2571084 h 5143785"/>
              <a:gd name="connsiteX31077" fmla="*/ 1580483 w 3114960"/>
              <a:gd name="connsiteY31077" fmla="*/ 2549652 h 5143785"/>
              <a:gd name="connsiteX31078" fmla="*/ 1799463 w 3114960"/>
              <a:gd name="connsiteY31078" fmla="*/ 2549367 h 5143785"/>
              <a:gd name="connsiteX31079" fmla="*/ 1810893 w 3114960"/>
              <a:gd name="connsiteY31079" fmla="*/ 2558892 h 5143785"/>
              <a:gd name="connsiteX31080" fmla="*/ 1822799 w 3114960"/>
              <a:gd name="connsiteY31080" fmla="*/ 2546985 h 5143785"/>
              <a:gd name="connsiteX31081" fmla="*/ 1810893 w 3114960"/>
              <a:gd name="connsiteY31081" fmla="*/ 2535079 h 5143785"/>
              <a:gd name="connsiteX31082" fmla="*/ 1799463 w 3114960"/>
              <a:gd name="connsiteY31082" fmla="*/ 2544604 h 5143785"/>
              <a:gd name="connsiteX31083" fmla="*/ 1578102 w 3114960"/>
              <a:gd name="connsiteY31083" fmla="*/ 2544985 h 5143785"/>
              <a:gd name="connsiteX31084" fmla="*/ 1575721 w 3114960"/>
              <a:gd name="connsiteY31084" fmla="*/ 2547366 h 5143785"/>
              <a:gd name="connsiteX31085" fmla="*/ 1575721 w 3114960"/>
              <a:gd name="connsiteY31085" fmla="*/ 2572417 h 5143785"/>
              <a:gd name="connsiteX31086" fmla="*/ 1576673 w 3114960"/>
              <a:gd name="connsiteY31086" fmla="*/ 2574322 h 5143785"/>
              <a:gd name="connsiteX31087" fmla="*/ 1579150 w 3114960"/>
              <a:gd name="connsiteY31087" fmla="*/ 2576132 h 5143785"/>
              <a:gd name="connsiteX31088" fmla="*/ 1580578 w 3114960"/>
              <a:gd name="connsiteY31088" fmla="*/ 2576608 h 5143785"/>
              <a:gd name="connsiteX31089" fmla="*/ 1580578 w 3114960"/>
              <a:gd name="connsiteY31089" fmla="*/ 2576608 h 5143785"/>
              <a:gd name="connsiteX31090" fmla="*/ 1749266 w 3114960"/>
              <a:gd name="connsiteY31090" fmla="*/ 2576227 h 5143785"/>
              <a:gd name="connsiteX31091" fmla="*/ 1749266 w 3114960"/>
              <a:gd name="connsiteY31091" fmla="*/ 2580323 h 5143785"/>
              <a:gd name="connsiteX31092" fmla="*/ 1751648 w 3114960"/>
              <a:gd name="connsiteY31092" fmla="*/ 2582704 h 5143785"/>
              <a:gd name="connsiteX31093" fmla="*/ 1829943 w 3114960"/>
              <a:gd name="connsiteY31093" fmla="*/ 2582704 h 5143785"/>
              <a:gd name="connsiteX31094" fmla="*/ 1831753 w 3114960"/>
              <a:gd name="connsiteY31094" fmla="*/ 2581847 h 5143785"/>
              <a:gd name="connsiteX31095" fmla="*/ 1921097 w 3114960"/>
              <a:gd name="connsiteY31095" fmla="*/ 2478024 h 5143785"/>
              <a:gd name="connsiteX31096" fmla="*/ 1921669 w 3114960"/>
              <a:gd name="connsiteY31096" fmla="*/ 2476500 h 5143785"/>
              <a:gd name="connsiteX31097" fmla="*/ 1922145 w 3114960"/>
              <a:gd name="connsiteY31097" fmla="*/ 2406015 h 5143785"/>
              <a:gd name="connsiteX31098" fmla="*/ 1924717 w 3114960"/>
              <a:gd name="connsiteY31098" fmla="*/ 2406491 h 5143785"/>
              <a:gd name="connsiteX31099" fmla="*/ 1929384 w 3114960"/>
              <a:gd name="connsiteY31099" fmla="*/ 2405444 h 5143785"/>
              <a:gd name="connsiteX31100" fmla="*/ 2005775 w 3114960"/>
              <a:gd name="connsiteY31100" fmla="*/ 2479072 h 5143785"/>
              <a:gd name="connsiteX31101" fmla="*/ 2018919 w 3114960"/>
              <a:gd name="connsiteY31101" fmla="*/ 2479358 h 5143785"/>
              <a:gd name="connsiteX31102" fmla="*/ 2066353 w 3114960"/>
              <a:gd name="connsiteY31102" fmla="*/ 2525078 h 5143785"/>
              <a:gd name="connsiteX31103" fmla="*/ 2066353 w 3114960"/>
              <a:gd name="connsiteY31103" fmla="*/ 2535746 h 5143785"/>
              <a:gd name="connsiteX31104" fmla="*/ 2136553 w 3114960"/>
              <a:gd name="connsiteY31104" fmla="*/ 2605088 h 5143785"/>
              <a:gd name="connsiteX31105" fmla="*/ 2136553 w 3114960"/>
              <a:gd name="connsiteY31105" fmla="*/ 2605088 h 5143785"/>
              <a:gd name="connsiteX31106" fmla="*/ 2136553 w 3114960"/>
              <a:gd name="connsiteY31106" fmla="*/ 2617184 h 5143785"/>
              <a:gd name="connsiteX31107" fmla="*/ 2139220 w 3114960"/>
              <a:gd name="connsiteY31107" fmla="*/ 2619851 h 5143785"/>
              <a:gd name="connsiteX31108" fmla="*/ 2153698 w 3114960"/>
              <a:gd name="connsiteY31108" fmla="*/ 2619851 h 5143785"/>
              <a:gd name="connsiteX31109" fmla="*/ 2350770 w 3114960"/>
              <a:gd name="connsiteY31109" fmla="*/ 2803874 h 5143785"/>
              <a:gd name="connsiteX31110" fmla="*/ 2351437 w 3114960"/>
              <a:gd name="connsiteY31110" fmla="*/ 2804541 h 5143785"/>
              <a:gd name="connsiteX31111" fmla="*/ 2421731 w 3114960"/>
              <a:gd name="connsiteY31111" fmla="*/ 2804541 h 5143785"/>
              <a:gd name="connsiteX31112" fmla="*/ 2421731 w 3114960"/>
              <a:gd name="connsiteY31112" fmla="*/ 2816924 h 5143785"/>
              <a:gd name="connsiteX31113" fmla="*/ 2424875 w 3114960"/>
              <a:gd name="connsiteY31113" fmla="*/ 2820067 h 5143785"/>
              <a:gd name="connsiteX31114" fmla="*/ 2454497 w 3114960"/>
              <a:gd name="connsiteY31114" fmla="*/ 2820067 h 5143785"/>
              <a:gd name="connsiteX31115" fmla="*/ 2457641 w 3114960"/>
              <a:gd name="connsiteY31115" fmla="*/ 2816924 h 5143785"/>
              <a:gd name="connsiteX31116" fmla="*/ 2457641 w 3114960"/>
              <a:gd name="connsiteY31116" fmla="*/ 2804541 h 5143785"/>
              <a:gd name="connsiteX31117" fmla="*/ 2555081 w 3114960"/>
              <a:gd name="connsiteY31117" fmla="*/ 2804541 h 5143785"/>
              <a:gd name="connsiteX31118" fmla="*/ 2563844 w 3114960"/>
              <a:gd name="connsiteY31118" fmla="*/ 2811399 h 5143785"/>
              <a:gd name="connsiteX31119" fmla="*/ 2571655 w 3114960"/>
              <a:gd name="connsiteY31119" fmla="*/ 2806827 h 5143785"/>
              <a:gd name="connsiteX31120" fmla="*/ 2634329 w 3114960"/>
              <a:gd name="connsiteY31120" fmla="*/ 2806827 h 5143785"/>
              <a:gd name="connsiteX31121" fmla="*/ 2649855 w 3114960"/>
              <a:gd name="connsiteY31121" fmla="*/ 2790825 h 5143785"/>
              <a:gd name="connsiteX31122" fmla="*/ 2649855 w 3114960"/>
              <a:gd name="connsiteY31122" fmla="*/ 2771585 h 5143785"/>
              <a:gd name="connsiteX31123" fmla="*/ 2684050 w 3114960"/>
              <a:gd name="connsiteY31123" fmla="*/ 2731770 h 5143785"/>
              <a:gd name="connsiteX31124" fmla="*/ 2684050 w 3114960"/>
              <a:gd name="connsiteY31124" fmla="*/ 2735961 h 5143785"/>
              <a:gd name="connsiteX31125" fmla="*/ 2692051 w 3114960"/>
              <a:gd name="connsiteY31125" fmla="*/ 2743962 h 5143785"/>
              <a:gd name="connsiteX31126" fmla="*/ 2709482 w 3114960"/>
              <a:gd name="connsiteY31126" fmla="*/ 2743962 h 5143785"/>
              <a:gd name="connsiteX31127" fmla="*/ 2717483 w 3114960"/>
              <a:gd name="connsiteY31127" fmla="*/ 2735961 h 5143785"/>
              <a:gd name="connsiteX31128" fmla="*/ 2717483 w 3114960"/>
              <a:gd name="connsiteY31128" fmla="*/ 2718530 h 5143785"/>
              <a:gd name="connsiteX31129" fmla="*/ 2709482 w 3114960"/>
              <a:gd name="connsiteY31129" fmla="*/ 2710529 h 5143785"/>
              <a:gd name="connsiteX31130" fmla="*/ 2692051 w 3114960"/>
              <a:gd name="connsiteY31130" fmla="*/ 2710529 h 5143785"/>
              <a:gd name="connsiteX31131" fmla="*/ 2684050 w 3114960"/>
              <a:gd name="connsiteY31131" fmla="*/ 2718530 h 5143785"/>
              <a:gd name="connsiteX31132" fmla="*/ 2684050 w 3114960"/>
              <a:gd name="connsiteY31132" fmla="*/ 2719959 h 5143785"/>
              <a:gd name="connsiteX31133" fmla="*/ 2649855 w 3114960"/>
              <a:gd name="connsiteY31133" fmla="*/ 2681954 h 5143785"/>
              <a:gd name="connsiteX31134" fmla="*/ 2649855 w 3114960"/>
              <a:gd name="connsiteY31134" fmla="*/ 2681954 h 5143785"/>
              <a:gd name="connsiteX31135" fmla="*/ 2649855 w 3114960"/>
              <a:gd name="connsiteY31135" fmla="*/ 2662333 h 5143785"/>
              <a:gd name="connsiteX31136" fmla="*/ 2633567 w 3114960"/>
              <a:gd name="connsiteY31136" fmla="*/ 2647569 h 5143785"/>
              <a:gd name="connsiteX31137" fmla="*/ 2597372 w 3114960"/>
              <a:gd name="connsiteY31137" fmla="*/ 2647569 h 5143785"/>
              <a:gd name="connsiteX31138" fmla="*/ 2586228 w 3114960"/>
              <a:gd name="connsiteY31138" fmla="*/ 2638330 h 5143785"/>
              <a:gd name="connsiteX31139" fmla="*/ 2575084 w 3114960"/>
              <a:gd name="connsiteY31139" fmla="*/ 2647569 h 5143785"/>
              <a:gd name="connsiteX31140" fmla="*/ 2457641 w 3114960"/>
              <a:gd name="connsiteY31140" fmla="*/ 2647569 h 5143785"/>
              <a:gd name="connsiteX31141" fmla="*/ 2457641 w 3114960"/>
              <a:gd name="connsiteY31141" fmla="*/ 2635187 h 5143785"/>
              <a:gd name="connsiteX31142" fmla="*/ 2454497 w 3114960"/>
              <a:gd name="connsiteY31142" fmla="*/ 2632043 h 5143785"/>
              <a:gd name="connsiteX31143" fmla="*/ 2424875 w 3114960"/>
              <a:gd name="connsiteY31143" fmla="*/ 2632043 h 5143785"/>
              <a:gd name="connsiteX31144" fmla="*/ 2421731 w 3114960"/>
              <a:gd name="connsiteY31144" fmla="*/ 2635187 h 5143785"/>
              <a:gd name="connsiteX31145" fmla="*/ 2421731 w 3114960"/>
              <a:gd name="connsiteY31145" fmla="*/ 2647569 h 5143785"/>
              <a:gd name="connsiteX31146" fmla="*/ 2372201 w 3114960"/>
              <a:gd name="connsiteY31146" fmla="*/ 2647569 h 5143785"/>
              <a:gd name="connsiteX31147" fmla="*/ 2342198 w 3114960"/>
              <a:gd name="connsiteY31147" fmla="*/ 2619661 h 5143785"/>
              <a:gd name="connsiteX31148" fmla="*/ 2343341 w 3114960"/>
              <a:gd name="connsiteY31148" fmla="*/ 2616518 h 5143785"/>
              <a:gd name="connsiteX31149" fmla="*/ 2343341 w 3114960"/>
              <a:gd name="connsiteY31149" fmla="*/ 2603563 h 5143785"/>
              <a:gd name="connsiteX31150" fmla="*/ 2338292 w 3114960"/>
              <a:gd name="connsiteY31150" fmla="*/ 2598515 h 5143785"/>
              <a:gd name="connsiteX31151" fmla="*/ 2325338 w 3114960"/>
              <a:gd name="connsiteY31151" fmla="*/ 2598515 h 5143785"/>
              <a:gd name="connsiteX31152" fmla="*/ 2324576 w 3114960"/>
              <a:gd name="connsiteY31152" fmla="*/ 2598706 h 5143785"/>
              <a:gd name="connsiteX31153" fmla="*/ 2318576 w 3114960"/>
              <a:gd name="connsiteY31153" fmla="*/ 2592991 h 5143785"/>
              <a:gd name="connsiteX31154" fmla="*/ 2315337 w 3114960"/>
              <a:gd name="connsiteY31154" fmla="*/ 2596420 h 5143785"/>
              <a:gd name="connsiteX31155" fmla="*/ 2320766 w 3114960"/>
              <a:gd name="connsiteY31155" fmla="*/ 2601563 h 5143785"/>
              <a:gd name="connsiteX31156" fmla="*/ 2320385 w 3114960"/>
              <a:gd name="connsiteY31156" fmla="*/ 2603563 h 5143785"/>
              <a:gd name="connsiteX31157" fmla="*/ 2320385 w 3114960"/>
              <a:gd name="connsiteY31157" fmla="*/ 2616518 h 5143785"/>
              <a:gd name="connsiteX31158" fmla="*/ 2325434 w 3114960"/>
              <a:gd name="connsiteY31158" fmla="*/ 2621566 h 5143785"/>
              <a:gd name="connsiteX31159" fmla="*/ 2337435 w 3114960"/>
              <a:gd name="connsiteY31159" fmla="*/ 2621566 h 5143785"/>
              <a:gd name="connsiteX31160" fmla="*/ 2370392 w 3114960"/>
              <a:gd name="connsiteY31160" fmla="*/ 2652332 h 5143785"/>
              <a:gd name="connsiteX31161" fmla="*/ 2421827 w 3114960"/>
              <a:gd name="connsiteY31161" fmla="*/ 2652332 h 5143785"/>
              <a:gd name="connsiteX31162" fmla="*/ 2421827 w 3114960"/>
              <a:gd name="connsiteY31162" fmla="*/ 2664714 h 5143785"/>
              <a:gd name="connsiteX31163" fmla="*/ 2424970 w 3114960"/>
              <a:gd name="connsiteY31163" fmla="*/ 2667857 h 5143785"/>
              <a:gd name="connsiteX31164" fmla="*/ 2454593 w 3114960"/>
              <a:gd name="connsiteY31164" fmla="*/ 2667857 h 5143785"/>
              <a:gd name="connsiteX31165" fmla="*/ 2457736 w 3114960"/>
              <a:gd name="connsiteY31165" fmla="*/ 2664714 h 5143785"/>
              <a:gd name="connsiteX31166" fmla="*/ 2457736 w 3114960"/>
              <a:gd name="connsiteY31166" fmla="*/ 2652332 h 5143785"/>
              <a:gd name="connsiteX31167" fmla="*/ 2575179 w 3114960"/>
              <a:gd name="connsiteY31167" fmla="*/ 2652332 h 5143785"/>
              <a:gd name="connsiteX31168" fmla="*/ 2586323 w 3114960"/>
              <a:gd name="connsiteY31168" fmla="*/ 2661571 h 5143785"/>
              <a:gd name="connsiteX31169" fmla="*/ 2597468 w 3114960"/>
              <a:gd name="connsiteY31169" fmla="*/ 2652332 h 5143785"/>
              <a:gd name="connsiteX31170" fmla="*/ 2631758 w 3114960"/>
              <a:gd name="connsiteY31170" fmla="*/ 2652332 h 5143785"/>
              <a:gd name="connsiteX31171" fmla="*/ 2645093 w 3114960"/>
              <a:gd name="connsiteY31171" fmla="*/ 2664428 h 5143785"/>
              <a:gd name="connsiteX31172" fmla="*/ 2645093 w 3114960"/>
              <a:gd name="connsiteY31172" fmla="*/ 2700433 h 5143785"/>
              <a:gd name="connsiteX31173" fmla="*/ 2641949 w 3114960"/>
              <a:gd name="connsiteY31173" fmla="*/ 2697575 h 5143785"/>
              <a:gd name="connsiteX31174" fmla="*/ 2572512 w 3114960"/>
              <a:gd name="connsiteY31174" fmla="*/ 2697575 h 5143785"/>
              <a:gd name="connsiteX31175" fmla="*/ 2563940 w 3114960"/>
              <a:gd name="connsiteY31175" fmla="*/ 2691479 h 5143785"/>
              <a:gd name="connsiteX31176" fmla="*/ 2555177 w 3114960"/>
              <a:gd name="connsiteY31176" fmla="*/ 2698337 h 5143785"/>
              <a:gd name="connsiteX31177" fmla="*/ 2457736 w 3114960"/>
              <a:gd name="connsiteY31177" fmla="*/ 2698337 h 5143785"/>
              <a:gd name="connsiteX31178" fmla="*/ 2457736 w 3114960"/>
              <a:gd name="connsiteY31178" fmla="*/ 2685955 h 5143785"/>
              <a:gd name="connsiteX31179" fmla="*/ 2454593 w 3114960"/>
              <a:gd name="connsiteY31179" fmla="*/ 2682812 h 5143785"/>
              <a:gd name="connsiteX31180" fmla="*/ 2424970 w 3114960"/>
              <a:gd name="connsiteY31180" fmla="*/ 2682812 h 5143785"/>
              <a:gd name="connsiteX31181" fmla="*/ 2421827 w 3114960"/>
              <a:gd name="connsiteY31181" fmla="*/ 2685955 h 5143785"/>
              <a:gd name="connsiteX31182" fmla="*/ 2421827 w 3114960"/>
              <a:gd name="connsiteY31182" fmla="*/ 2698337 h 5143785"/>
              <a:gd name="connsiteX31183" fmla="*/ 2369534 w 3114960"/>
              <a:gd name="connsiteY31183" fmla="*/ 2698052 h 5143785"/>
              <a:gd name="connsiteX31184" fmla="*/ 2279047 w 3114960"/>
              <a:gd name="connsiteY31184" fmla="*/ 2615565 h 5143785"/>
              <a:gd name="connsiteX31185" fmla="*/ 2279047 w 3114960"/>
              <a:gd name="connsiteY31185" fmla="*/ 2603659 h 5143785"/>
              <a:gd name="connsiteX31186" fmla="*/ 2276380 w 3114960"/>
              <a:gd name="connsiteY31186" fmla="*/ 2600992 h 5143785"/>
              <a:gd name="connsiteX31187" fmla="*/ 2266855 w 3114960"/>
              <a:gd name="connsiteY31187" fmla="*/ 2600992 h 5143785"/>
              <a:gd name="connsiteX31188" fmla="*/ 2060448 w 3114960"/>
              <a:gd name="connsiteY31188" fmla="*/ 2404586 h 5143785"/>
              <a:gd name="connsiteX31189" fmla="*/ 2060067 w 3114960"/>
              <a:gd name="connsiteY31189" fmla="*/ 2179796 h 5143785"/>
              <a:gd name="connsiteX31190" fmla="*/ 2118170 w 3114960"/>
              <a:gd name="connsiteY31190" fmla="*/ 2117884 h 5143785"/>
              <a:gd name="connsiteX31191" fmla="*/ 2118170 w 3114960"/>
              <a:gd name="connsiteY31191" fmla="*/ 1873187 h 5143785"/>
              <a:gd name="connsiteX31192" fmla="*/ 2127409 w 3114960"/>
              <a:gd name="connsiteY31192" fmla="*/ 1860042 h 5143785"/>
              <a:gd name="connsiteX31193" fmla="*/ 2113407 w 3114960"/>
              <a:gd name="connsiteY31193" fmla="*/ 1846040 h 5143785"/>
              <a:gd name="connsiteX31194" fmla="*/ 2099405 w 3114960"/>
              <a:gd name="connsiteY31194" fmla="*/ 1860042 h 5143785"/>
              <a:gd name="connsiteX31195" fmla="*/ 2108645 w 3114960"/>
              <a:gd name="connsiteY31195" fmla="*/ 1873187 h 5143785"/>
              <a:gd name="connsiteX31196" fmla="*/ 2108645 w 3114960"/>
              <a:gd name="connsiteY31196" fmla="*/ 2114169 h 5143785"/>
              <a:gd name="connsiteX31197" fmla="*/ 2050542 w 3114960"/>
              <a:gd name="connsiteY31197" fmla="*/ 2176082 h 5143785"/>
              <a:gd name="connsiteX31198" fmla="*/ 2050923 w 3114960"/>
              <a:gd name="connsiteY31198" fmla="*/ 2408777 h 5143785"/>
              <a:gd name="connsiteX31199" fmla="*/ 2260664 w 3114960"/>
              <a:gd name="connsiteY31199" fmla="*/ 2608421 h 5143785"/>
              <a:gd name="connsiteX31200" fmla="*/ 2260664 w 3114960"/>
              <a:gd name="connsiteY31200" fmla="*/ 2616708 h 5143785"/>
              <a:gd name="connsiteX31201" fmla="*/ 2263331 w 3114960"/>
              <a:gd name="connsiteY31201" fmla="*/ 2619375 h 5143785"/>
              <a:gd name="connsiteX31202" fmla="*/ 2275999 w 3114960"/>
              <a:gd name="connsiteY31202" fmla="*/ 2619375 h 5143785"/>
              <a:gd name="connsiteX31203" fmla="*/ 2367534 w 3114960"/>
              <a:gd name="connsiteY31203" fmla="*/ 2702909 h 5143785"/>
              <a:gd name="connsiteX31204" fmla="*/ 2421731 w 3114960"/>
              <a:gd name="connsiteY31204" fmla="*/ 2703195 h 5143785"/>
              <a:gd name="connsiteX31205" fmla="*/ 2421731 w 3114960"/>
              <a:gd name="connsiteY31205" fmla="*/ 2715578 h 5143785"/>
              <a:gd name="connsiteX31206" fmla="*/ 2424875 w 3114960"/>
              <a:gd name="connsiteY31206" fmla="*/ 2718721 h 5143785"/>
              <a:gd name="connsiteX31207" fmla="*/ 2454497 w 3114960"/>
              <a:gd name="connsiteY31207" fmla="*/ 2718721 h 5143785"/>
              <a:gd name="connsiteX31208" fmla="*/ 2457641 w 3114960"/>
              <a:gd name="connsiteY31208" fmla="*/ 2715578 h 5143785"/>
              <a:gd name="connsiteX31209" fmla="*/ 2457641 w 3114960"/>
              <a:gd name="connsiteY31209" fmla="*/ 2703195 h 5143785"/>
              <a:gd name="connsiteX31210" fmla="*/ 2555081 w 3114960"/>
              <a:gd name="connsiteY31210" fmla="*/ 2703195 h 5143785"/>
              <a:gd name="connsiteX31211" fmla="*/ 2563844 w 3114960"/>
              <a:gd name="connsiteY31211" fmla="*/ 2710053 h 5143785"/>
              <a:gd name="connsiteX31212" fmla="*/ 2572703 w 3114960"/>
              <a:gd name="connsiteY31212" fmla="*/ 2702528 h 5143785"/>
              <a:gd name="connsiteX31213" fmla="*/ 2640044 w 3114960"/>
              <a:gd name="connsiteY31213" fmla="*/ 2702528 h 5143785"/>
              <a:gd name="connsiteX31214" fmla="*/ 2644997 w 3114960"/>
              <a:gd name="connsiteY31214" fmla="*/ 2707005 h 5143785"/>
              <a:gd name="connsiteX31215" fmla="*/ 2644997 w 3114960"/>
              <a:gd name="connsiteY31215" fmla="*/ 2744248 h 5143785"/>
              <a:gd name="connsiteX31216" fmla="*/ 2640235 w 3114960"/>
              <a:gd name="connsiteY31216" fmla="*/ 2749201 h 5143785"/>
              <a:gd name="connsiteX31217" fmla="*/ 2597372 w 3114960"/>
              <a:gd name="connsiteY31217" fmla="*/ 2749201 h 5143785"/>
              <a:gd name="connsiteX31218" fmla="*/ 2586228 w 3114960"/>
              <a:gd name="connsiteY31218" fmla="*/ 2739962 h 5143785"/>
              <a:gd name="connsiteX31219" fmla="*/ 2575084 w 3114960"/>
              <a:gd name="connsiteY31219" fmla="*/ 2749201 h 5143785"/>
              <a:gd name="connsiteX31220" fmla="*/ 2457641 w 3114960"/>
              <a:gd name="connsiteY31220" fmla="*/ 2749201 h 5143785"/>
              <a:gd name="connsiteX31221" fmla="*/ 2457641 w 3114960"/>
              <a:gd name="connsiteY31221" fmla="*/ 2736818 h 5143785"/>
              <a:gd name="connsiteX31222" fmla="*/ 2454497 w 3114960"/>
              <a:gd name="connsiteY31222" fmla="*/ 2733675 h 5143785"/>
              <a:gd name="connsiteX31223" fmla="*/ 2424875 w 3114960"/>
              <a:gd name="connsiteY31223" fmla="*/ 2733675 h 5143785"/>
              <a:gd name="connsiteX31224" fmla="*/ 2421731 w 3114960"/>
              <a:gd name="connsiteY31224" fmla="*/ 2736818 h 5143785"/>
              <a:gd name="connsiteX31225" fmla="*/ 2421731 w 3114960"/>
              <a:gd name="connsiteY31225" fmla="*/ 2749201 h 5143785"/>
              <a:gd name="connsiteX31226" fmla="*/ 2361343 w 3114960"/>
              <a:gd name="connsiteY31226" fmla="*/ 2748915 h 5143785"/>
              <a:gd name="connsiteX31227" fmla="*/ 2218944 w 3114960"/>
              <a:gd name="connsiteY31227" fmla="*/ 2618327 h 5143785"/>
              <a:gd name="connsiteX31228" fmla="*/ 2219230 w 3114960"/>
              <a:gd name="connsiteY31228" fmla="*/ 2616708 h 5143785"/>
              <a:gd name="connsiteX31229" fmla="*/ 2219230 w 3114960"/>
              <a:gd name="connsiteY31229" fmla="*/ 2603754 h 5143785"/>
              <a:gd name="connsiteX31230" fmla="*/ 2214182 w 3114960"/>
              <a:gd name="connsiteY31230" fmla="*/ 2598706 h 5143785"/>
              <a:gd name="connsiteX31231" fmla="*/ 2201228 w 3114960"/>
              <a:gd name="connsiteY31231" fmla="*/ 2598706 h 5143785"/>
              <a:gd name="connsiteX31232" fmla="*/ 2199894 w 3114960"/>
              <a:gd name="connsiteY31232" fmla="*/ 2598992 h 5143785"/>
              <a:gd name="connsiteX31233" fmla="*/ 2123504 w 3114960"/>
              <a:gd name="connsiteY31233" fmla="*/ 2525173 h 5143785"/>
              <a:gd name="connsiteX31234" fmla="*/ 2123504 w 3114960"/>
              <a:gd name="connsiteY31234" fmla="*/ 2514029 h 5143785"/>
              <a:gd name="connsiteX31235" fmla="*/ 2059496 w 3114960"/>
              <a:gd name="connsiteY31235" fmla="*/ 2455545 h 5143785"/>
              <a:gd name="connsiteX31236" fmla="*/ 2048256 w 3114960"/>
              <a:gd name="connsiteY31236" fmla="*/ 2454688 h 5143785"/>
              <a:gd name="connsiteX31237" fmla="*/ 1973866 w 3114960"/>
              <a:gd name="connsiteY31237" fmla="*/ 2383822 h 5143785"/>
              <a:gd name="connsiteX31238" fmla="*/ 1974247 w 3114960"/>
              <a:gd name="connsiteY31238" fmla="*/ 2382965 h 5143785"/>
              <a:gd name="connsiteX31239" fmla="*/ 1810798 w 3114960"/>
              <a:gd name="connsiteY31239" fmla="*/ 2539651 h 5143785"/>
              <a:gd name="connsiteX31240" fmla="*/ 1817942 w 3114960"/>
              <a:gd name="connsiteY31240" fmla="*/ 2546795 h 5143785"/>
              <a:gd name="connsiteX31241" fmla="*/ 1810798 w 3114960"/>
              <a:gd name="connsiteY31241" fmla="*/ 2553938 h 5143785"/>
              <a:gd name="connsiteX31242" fmla="*/ 1803654 w 3114960"/>
              <a:gd name="connsiteY31242" fmla="*/ 2546795 h 5143785"/>
              <a:gd name="connsiteX31243" fmla="*/ 1810798 w 3114960"/>
              <a:gd name="connsiteY31243" fmla="*/ 2539651 h 5143785"/>
              <a:gd name="connsiteX31244" fmla="*/ 1931194 w 3114960"/>
              <a:gd name="connsiteY31244" fmla="*/ 2396966 h 5143785"/>
              <a:gd name="connsiteX31245" fmla="*/ 1927479 w 3114960"/>
              <a:gd name="connsiteY31245" fmla="*/ 2400967 h 5143785"/>
              <a:gd name="connsiteX31246" fmla="*/ 1922050 w 3114960"/>
              <a:gd name="connsiteY31246" fmla="*/ 2401157 h 5143785"/>
              <a:gd name="connsiteX31247" fmla="*/ 1918145 w 3114960"/>
              <a:gd name="connsiteY31247" fmla="*/ 2397443 h 5143785"/>
              <a:gd name="connsiteX31248" fmla="*/ 1921669 w 3114960"/>
              <a:gd name="connsiteY31248" fmla="*/ 2388108 h 5143785"/>
              <a:gd name="connsiteX31249" fmla="*/ 1924526 w 3114960"/>
              <a:gd name="connsiteY31249" fmla="*/ 2387441 h 5143785"/>
              <a:gd name="connsiteX31250" fmla="*/ 1931003 w 3114960"/>
              <a:gd name="connsiteY31250" fmla="*/ 2391632 h 5143785"/>
              <a:gd name="connsiteX31251" fmla="*/ 1931194 w 3114960"/>
              <a:gd name="connsiteY31251" fmla="*/ 2397062 h 5143785"/>
              <a:gd name="connsiteX31252" fmla="*/ 2455164 w 3114960"/>
              <a:gd name="connsiteY31252" fmla="*/ 2816828 h 5143785"/>
              <a:gd name="connsiteX31253" fmla="*/ 2454402 w 3114960"/>
              <a:gd name="connsiteY31253" fmla="*/ 2817590 h 5143785"/>
              <a:gd name="connsiteX31254" fmla="*/ 2424779 w 3114960"/>
              <a:gd name="connsiteY31254" fmla="*/ 2817590 h 5143785"/>
              <a:gd name="connsiteX31255" fmla="*/ 2424017 w 3114960"/>
              <a:gd name="connsiteY31255" fmla="*/ 2816828 h 5143785"/>
              <a:gd name="connsiteX31256" fmla="*/ 2424017 w 3114960"/>
              <a:gd name="connsiteY31256" fmla="*/ 2787205 h 5143785"/>
              <a:gd name="connsiteX31257" fmla="*/ 2424779 w 3114960"/>
              <a:gd name="connsiteY31257" fmla="*/ 2786444 h 5143785"/>
              <a:gd name="connsiteX31258" fmla="*/ 2454402 w 3114960"/>
              <a:gd name="connsiteY31258" fmla="*/ 2786444 h 5143785"/>
              <a:gd name="connsiteX31259" fmla="*/ 2455164 w 3114960"/>
              <a:gd name="connsiteY31259" fmla="*/ 2787205 h 5143785"/>
              <a:gd name="connsiteX31260" fmla="*/ 2455164 w 3114960"/>
              <a:gd name="connsiteY31260" fmla="*/ 2816828 h 5143785"/>
              <a:gd name="connsiteX31261" fmla="*/ 2688241 w 3114960"/>
              <a:gd name="connsiteY31261" fmla="*/ 2718340 h 5143785"/>
              <a:gd name="connsiteX31262" fmla="*/ 2691860 w 3114960"/>
              <a:gd name="connsiteY31262" fmla="*/ 2714720 h 5143785"/>
              <a:gd name="connsiteX31263" fmla="*/ 2709291 w 3114960"/>
              <a:gd name="connsiteY31263" fmla="*/ 2714720 h 5143785"/>
              <a:gd name="connsiteX31264" fmla="*/ 2712911 w 3114960"/>
              <a:gd name="connsiteY31264" fmla="*/ 2718340 h 5143785"/>
              <a:gd name="connsiteX31265" fmla="*/ 2712911 w 3114960"/>
              <a:gd name="connsiteY31265" fmla="*/ 2735771 h 5143785"/>
              <a:gd name="connsiteX31266" fmla="*/ 2709291 w 3114960"/>
              <a:gd name="connsiteY31266" fmla="*/ 2739390 h 5143785"/>
              <a:gd name="connsiteX31267" fmla="*/ 2691860 w 3114960"/>
              <a:gd name="connsiteY31267" fmla="*/ 2739390 h 5143785"/>
              <a:gd name="connsiteX31268" fmla="*/ 2688241 w 3114960"/>
              <a:gd name="connsiteY31268" fmla="*/ 2735771 h 5143785"/>
              <a:gd name="connsiteX31269" fmla="*/ 2688241 w 3114960"/>
              <a:gd name="connsiteY31269" fmla="*/ 2718340 h 5143785"/>
              <a:gd name="connsiteX31270" fmla="*/ 2649760 w 3114960"/>
              <a:gd name="connsiteY31270" fmla="*/ 2704624 h 5143785"/>
              <a:gd name="connsiteX31271" fmla="*/ 2649760 w 3114960"/>
              <a:gd name="connsiteY31271" fmla="*/ 2688812 h 5143785"/>
              <a:gd name="connsiteX31272" fmla="*/ 2679573 w 3114960"/>
              <a:gd name="connsiteY31272" fmla="*/ 2721959 h 5143785"/>
              <a:gd name="connsiteX31273" fmla="*/ 2649760 w 3114960"/>
              <a:gd name="connsiteY31273" fmla="*/ 2721959 h 5143785"/>
              <a:gd name="connsiteX31274" fmla="*/ 2649760 w 3114960"/>
              <a:gd name="connsiteY31274" fmla="*/ 2704624 h 5143785"/>
              <a:gd name="connsiteX31275" fmla="*/ 2649760 w 3114960"/>
              <a:gd name="connsiteY31275" fmla="*/ 2745867 h 5143785"/>
              <a:gd name="connsiteX31276" fmla="*/ 2649760 w 3114960"/>
              <a:gd name="connsiteY31276" fmla="*/ 2729103 h 5143785"/>
              <a:gd name="connsiteX31277" fmla="*/ 2679763 w 3114960"/>
              <a:gd name="connsiteY31277" fmla="*/ 2729103 h 5143785"/>
              <a:gd name="connsiteX31278" fmla="*/ 2649760 w 3114960"/>
              <a:gd name="connsiteY31278" fmla="*/ 2764060 h 5143785"/>
              <a:gd name="connsiteX31279" fmla="*/ 2649760 w 3114960"/>
              <a:gd name="connsiteY31279" fmla="*/ 2745867 h 5143785"/>
              <a:gd name="connsiteX31280" fmla="*/ 2338483 w 3114960"/>
              <a:gd name="connsiteY31280" fmla="*/ 2616422 h 5143785"/>
              <a:gd name="connsiteX31281" fmla="*/ 2338197 w 3114960"/>
              <a:gd name="connsiteY31281" fmla="*/ 2616708 h 5143785"/>
              <a:gd name="connsiteX31282" fmla="*/ 2324957 w 3114960"/>
              <a:gd name="connsiteY31282" fmla="*/ 2616422 h 5143785"/>
              <a:gd name="connsiteX31283" fmla="*/ 2325243 w 3114960"/>
              <a:gd name="connsiteY31283" fmla="*/ 2603183 h 5143785"/>
              <a:gd name="connsiteX31284" fmla="*/ 2338483 w 3114960"/>
              <a:gd name="connsiteY31284" fmla="*/ 2603468 h 5143785"/>
              <a:gd name="connsiteX31285" fmla="*/ 2338483 w 3114960"/>
              <a:gd name="connsiteY31285" fmla="*/ 2616422 h 5143785"/>
              <a:gd name="connsiteX31286" fmla="*/ 2455164 w 3114960"/>
              <a:gd name="connsiteY31286" fmla="*/ 2664619 h 5143785"/>
              <a:gd name="connsiteX31287" fmla="*/ 2454402 w 3114960"/>
              <a:gd name="connsiteY31287" fmla="*/ 2665381 h 5143785"/>
              <a:gd name="connsiteX31288" fmla="*/ 2424779 w 3114960"/>
              <a:gd name="connsiteY31288" fmla="*/ 2665381 h 5143785"/>
              <a:gd name="connsiteX31289" fmla="*/ 2424017 w 3114960"/>
              <a:gd name="connsiteY31289" fmla="*/ 2664619 h 5143785"/>
              <a:gd name="connsiteX31290" fmla="*/ 2424017 w 3114960"/>
              <a:gd name="connsiteY31290" fmla="*/ 2634996 h 5143785"/>
              <a:gd name="connsiteX31291" fmla="*/ 2424779 w 3114960"/>
              <a:gd name="connsiteY31291" fmla="*/ 2634234 h 5143785"/>
              <a:gd name="connsiteX31292" fmla="*/ 2454402 w 3114960"/>
              <a:gd name="connsiteY31292" fmla="*/ 2634234 h 5143785"/>
              <a:gd name="connsiteX31293" fmla="*/ 2455164 w 3114960"/>
              <a:gd name="connsiteY31293" fmla="*/ 2634996 h 5143785"/>
              <a:gd name="connsiteX31294" fmla="*/ 2455164 w 3114960"/>
              <a:gd name="connsiteY31294" fmla="*/ 2664619 h 5143785"/>
              <a:gd name="connsiteX31295" fmla="*/ 2586133 w 3114960"/>
              <a:gd name="connsiteY31295" fmla="*/ 2656713 h 5143785"/>
              <a:gd name="connsiteX31296" fmla="*/ 2579275 w 3114960"/>
              <a:gd name="connsiteY31296" fmla="*/ 2649855 h 5143785"/>
              <a:gd name="connsiteX31297" fmla="*/ 2586133 w 3114960"/>
              <a:gd name="connsiteY31297" fmla="*/ 2642997 h 5143785"/>
              <a:gd name="connsiteX31298" fmla="*/ 2592991 w 3114960"/>
              <a:gd name="connsiteY31298" fmla="*/ 2649855 h 5143785"/>
              <a:gd name="connsiteX31299" fmla="*/ 2586133 w 3114960"/>
              <a:gd name="connsiteY31299" fmla="*/ 2656713 h 5143785"/>
              <a:gd name="connsiteX31300" fmla="*/ 2103977 w 3114960"/>
              <a:gd name="connsiteY31300" fmla="*/ 1859852 h 5143785"/>
              <a:gd name="connsiteX31301" fmla="*/ 2113217 w 3114960"/>
              <a:gd name="connsiteY31301" fmla="*/ 1850612 h 5143785"/>
              <a:gd name="connsiteX31302" fmla="*/ 2122456 w 3114960"/>
              <a:gd name="connsiteY31302" fmla="*/ 1859852 h 5143785"/>
              <a:gd name="connsiteX31303" fmla="*/ 2113217 w 3114960"/>
              <a:gd name="connsiteY31303" fmla="*/ 1869091 h 5143785"/>
              <a:gd name="connsiteX31304" fmla="*/ 2103977 w 3114960"/>
              <a:gd name="connsiteY31304" fmla="*/ 1859852 h 5143785"/>
              <a:gd name="connsiteX31305" fmla="*/ 2455164 w 3114960"/>
              <a:gd name="connsiteY31305" fmla="*/ 2715387 h 5143785"/>
              <a:gd name="connsiteX31306" fmla="*/ 2454402 w 3114960"/>
              <a:gd name="connsiteY31306" fmla="*/ 2716149 h 5143785"/>
              <a:gd name="connsiteX31307" fmla="*/ 2424779 w 3114960"/>
              <a:gd name="connsiteY31307" fmla="*/ 2716149 h 5143785"/>
              <a:gd name="connsiteX31308" fmla="*/ 2424017 w 3114960"/>
              <a:gd name="connsiteY31308" fmla="*/ 2715387 h 5143785"/>
              <a:gd name="connsiteX31309" fmla="*/ 2424017 w 3114960"/>
              <a:gd name="connsiteY31309" fmla="*/ 2685764 h 5143785"/>
              <a:gd name="connsiteX31310" fmla="*/ 2424779 w 3114960"/>
              <a:gd name="connsiteY31310" fmla="*/ 2685002 h 5143785"/>
              <a:gd name="connsiteX31311" fmla="*/ 2454402 w 3114960"/>
              <a:gd name="connsiteY31311" fmla="*/ 2685002 h 5143785"/>
              <a:gd name="connsiteX31312" fmla="*/ 2455164 w 3114960"/>
              <a:gd name="connsiteY31312" fmla="*/ 2685764 h 5143785"/>
              <a:gd name="connsiteX31313" fmla="*/ 2455164 w 3114960"/>
              <a:gd name="connsiteY31313" fmla="*/ 2715387 h 5143785"/>
              <a:gd name="connsiteX31314" fmla="*/ 2586133 w 3114960"/>
              <a:gd name="connsiteY31314" fmla="*/ 2744438 h 5143785"/>
              <a:gd name="connsiteX31315" fmla="*/ 2592991 w 3114960"/>
              <a:gd name="connsiteY31315" fmla="*/ 2751296 h 5143785"/>
              <a:gd name="connsiteX31316" fmla="*/ 2586133 w 3114960"/>
              <a:gd name="connsiteY31316" fmla="*/ 2758154 h 5143785"/>
              <a:gd name="connsiteX31317" fmla="*/ 2579275 w 3114960"/>
              <a:gd name="connsiteY31317" fmla="*/ 2751296 h 5143785"/>
              <a:gd name="connsiteX31318" fmla="*/ 2586133 w 3114960"/>
              <a:gd name="connsiteY31318" fmla="*/ 2744438 h 5143785"/>
              <a:gd name="connsiteX31319" fmla="*/ 2424017 w 3114960"/>
              <a:gd name="connsiteY31319" fmla="*/ 2736533 h 5143785"/>
              <a:gd name="connsiteX31320" fmla="*/ 2424779 w 3114960"/>
              <a:gd name="connsiteY31320" fmla="*/ 2735771 h 5143785"/>
              <a:gd name="connsiteX31321" fmla="*/ 2454402 w 3114960"/>
              <a:gd name="connsiteY31321" fmla="*/ 2735771 h 5143785"/>
              <a:gd name="connsiteX31322" fmla="*/ 2455164 w 3114960"/>
              <a:gd name="connsiteY31322" fmla="*/ 2736533 h 5143785"/>
              <a:gd name="connsiteX31323" fmla="*/ 2455164 w 3114960"/>
              <a:gd name="connsiteY31323" fmla="*/ 2766155 h 5143785"/>
              <a:gd name="connsiteX31324" fmla="*/ 2454402 w 3114960"/>
              <a:gd name="connsiteY31324" fmla="*/ 2766917 h 5143785"/>
              <a:gd name="connsiteX31325" fmla="*/ 2424779 w 3114960"/>
              <a:gd name="connsiteY31325" fmla="*/ 2766917 h 5143785"/>
              <a:gd name="connsiteX31326" fmla="*/ 2424017 w 3114960"/>
              <a:gd name="connsiteY31326" fmla="*/ 2766155 h 5143785"/>
              <a:gd name="connsiteX31327" fmla="*/ 2424017 w 3114960"/>
              <a:gd name="connsiteY31327" fmla="*/ 2736533 h 5143785"/>
              <a:gd name="connsiteX31328" fmla="*/ 2201132 w 3114960"/>
              <a:gd name="connsiteY31328" fmla="*/ 2603183 h 5143785"/>
              <a:gd name="connsiteX31329" fmla="*/ 2214372 w 3114960"/>
              <a:gd name="connsiteY31329" fmla="*/ 2603468 h 5143785"/>
              <a:gd name="connsiteX31330" fmla="*/ 2214372 w 3114960"/>
              <a:gd name="connsiteY31330" fmla="*/ 2616422 h 5143785"/>
              <a:gd name="connsiteX31331" fmla="*/ 2214086 w 3114960"/>
              <a:gd name="connsiteY31331" fmla="*/ 2616708 h 5143785"/>
              <a:gd name="connsiteX31332" fmla="*/ 2200847 w 3114960"/>
              <a:gd name="connsiteY31332" fmla="*/ 2616422 h 5143785"/>
              <a:gd name="connsiteX31333" fmla="*/ 2201132 w 3114960"/>
              <a:gd name="connsiteY31333" fmla="*/ 2603183 h 5143785"/>
              <a:gd name="connsiteX31334" fmla="*/ 1620012 w 3114960"/>
              <a:gd name="connsiteY31334" fmla="*/ 1557528 h 5143785"/>
              <a:gd name="connsiteX31335" fmla="*/ 1602962 w 3114960"/>
              <a:gd name="connsiteY31335" fmla="*/ 1579245 h 5143785"/>
              <a:gd name="connsiteX31336" fmla="*/ 1602962 w 3114960"/>
              <a:gd name="connsiteY31336" fmla="*/ 1618488 h 5143785"/>
              <a:gd name="connsiteX31337" fmla="*/ 1583150 w 3114960"/>
              <a:gd name="connsiteY31337" fmla="*/ 1639919 h 5143785"/>
              <a:gd name="connsiteX31338" fmla="*/ 1561148 w 3114960"/>
              <a:gd name="connsiteY31338" fmla="*/ 1640110 h 5143785"/>
              <a:gd name="connsiteX31339" fmla="*/ 1557242 w 3114960"/>
              <a:gd name="connsiteY31339" fmla="*/ 1644777 h 5143785"/>
              <a:gd name="connsiteX31340" fmla="*/ 1549432 w 3114960"/>
              <a:gd name="connsiteY31340" fmla="*/ 1640967 h 5143785"/>
              <a:gd name="connsiteX31341" fmla="*/ 1553242 w 3114960"/>
              <a:gd name="connsiteY31341" fmla="*/ 1633157 h 5143785"/>
              <a:gd name="connsiteX31342" fmla="*/ 1561052 w 3114960"/>
              <a:gd name="connsiteY31342" fmla="*/ 1636967 h 5143785"/>
              <a:gd name="connsiteX31343" fmla="*/ 1561148 w 3114960"/>
              <a:gd name="connsiteY31343" fmla="*/ 1637728 h 5143785"/>
              <a:gd name="connsiteX31344" fmla="*/ 1582198 w 3114960"/>
              <a:gd name="connsiteY31344" fmla="*/ 1637538 h 5143785"/>
              <a:gd name="connsiteX31345" fmla="*/ 1600772 w 3114960"/>
              <a:gd name="connsiteY31345" fmla="*/ 1617536 h 5143785"/>
              <a:gd name="connsiteX31346" fmla="*/ 1600772 w 3114960"/>
              <a:gd name="connsiteY31346" fmla="*/ 1578388 h 5143785"/>
              <a:gd name="connsiteX31347" fmla="*/ 1618964 w 3114960"/>
              <a:gd name="connsiteY31347" fmla="*/ 1555147 h 5143785"/>
              <a:gd name="connsiteX31348" fmla="*/ 1668590 w 3114960"/>
              <a:gd name="connsiteY31348" fmla="*/ 1554671 h 5143785"/>
              <a:gd name="connsiteX31349" fmla="*/ 1672590 w 3114960"/>
              <a:gd name="connsiteY31349" fmla="*/ 1550003 h 5143785"/>
              <a:gd name="connsiteX31350" fmla="*/ 1680401 w 3114960"/>
              <a:gd name="connsiteY31350" fmla="*/ 1553813 h 5143785"/>
              <a:gd name="connsiteX31351" fmla="*/ 1676591 w 3114960"/>
              <a:gd name="connsiteY31351" fmla="*/ 1561624 h 5143785"/>
              <a:gd name="connsiteX31352" fmla="*/ 1668780 w 3114960"/>
              <a:gd name="connsiteY31352" fmla="*/ 1557814 h 5143785"/>
              <a:gd name="connsiteX31353" fmla="*/ 1668780 w 3114960"/>
              <a:gd name="connsiteY31353" fmla="*/ 1557052 h 5143785"/>
              <a:gd name="connsiteX31354" fmla="*/ 1620203 w 3114960"/>
              <a:gd name="connsiteY31354" fmla="*/ 1557528 h 5143785"/>
              <a:gd name="connsiteX31355" fmla="*/ 2933795 w 3114960"/>
              <a:gd name="connsiteY31355" fmla="*/ 756476 h 5143785"/>
              <a:gd name="connsiteX31356" fmla="*/ 2910554 w 3114960"/>
              <a:gd name="connsiteY31356" fmla="*/ 729234 h 5143785"/>
              <a:gd name="connsiteX31357" fmla="*/ 2910554 w 3114960"/>
              <a:gd name="connsiteY31357" fmla="*/ 643223 h 5143785"/>
              <a:gd name="connsiteX31358" fmla="*/ 2903411 w 3114960"/>
              <a:gd name="connsiteY31358" fmla="*/ 643223 h 5143785"/>
              <a:gd name="connsiteX31359" fmla="*/ 2903411 w 3114960"/>
              <a:gd name="connsiteY31359" fmla="*/ 730568 h 5143785"/>
              <a:gd name="connsiteX31360" fmla="*/ 2904268 w 3114960"/>
              <a:gd name="connsiteY31360" fmla="*/ 732854 h 5143785"/>
              <a:gd name="connsiteX31361" fmla="*/ 2927985 w 3114960"/>
              <a:gd name="connsiteY31361" fmla="*/ 760571 h 5143785"/>
              <a:gd name="connsiteX31362" fmla="*/ 2922175 w 3114960"/>
              <a:gd name="connsiteY31362" fmla="*/ 774859 h 5143785"/>
              <a:gd name="connsiteX31363" fmla="*/ 2942749 w 3114960"/>
              <a:gd name="connsiteY31363" fmla="*/ 795433 h 5143785"/>
              <a:gd name="connsiteX31364" fmla="*/ 2951131 w 3114960"/>
              <a:gd name="connsiteY31364" fmla="*/ 793623 h 5143785"/>
              <a:gd name="connsiteX31365" fmla="*/ 2967800 w 3114960"/>
              <a:gd name="connsiteY31365" fmla="*/ 813721 h 5143785"/>
              <a:gd name="connsiteX31366" fmla="*/ 2968276 w 3114960"/>
              <a:gd name="connsiteY31366" fmla="*/ 948309 h 5143785"/>
              <a:gd name="connsiteX31367" fmla="*/ 2969705 w 3114960"/>
              <a:gd name="connsiteY31367" fmla="*/ 951167 h 5143785"/>
              <a:gd name="connsiteX31368" fmla="*/ 2993422 w 3114960"/>
              <a:gd name="connsiteY31368" fmla="*/ 973265 h 5143785"/>
              <a:gd name="connsiteX31369" fmla="*/ 2993422 w 3114960"/>
              <a:gd name="connsiteY31369" fmla="*/ 1247680 h 5143785"/>
              <a:gd name="connsiteX31370" fmla="*/ 2929604 w 3114960"/>
              <a:gd name="connsiteY31370" fmla="*/ 1310640 h 5143785"/>
              <a:gd name="connsiteX31371" fmla="*/ 2538317 w 3114960"/>
              <a:gd name="connsiteY31371" fmla="*/ 1310640 h 5143785"/>
              <a:gd name="connsiteX31372" fmla="*/ 2530983 w 3114960"/>
              <a:gd name="connsiteY31372" fmla="*/ 1300353 h 5143785"/>
              <a:gd name="connsiteX31373" fmla="*/ 2528030 w 3114960"/>
              <a:gd name="connsiteY31373" fmla="*/ 1298829 h 5143785"/>
              <a:gd name="connsiteX31374" fmla="*/ 2445734 w 3114960"/>
              <a:gd name="connsiteY31374" fmla="*/ 1298829 h 5143785"/>
              <a:gd name="connsiteX31375" fmla="*/ 2443353 w 3114960"/>
              <a:gd name="connsiteY31375" fmla="*/ 1299686 h 5143785"/>
              <a:gd name="connsiteX31376" fmla="*/ 2433257 w 3114960"/>
              <a:gd name="connsiteY31376" fmla="*/ 1308640 h 5143785"/>
              <a:gd name="connsiteX31377" fmla="*/ 2432018 w 3114960"/>
              <a:gd name="connsiteY31377" fmla="*/ 1311307 h 5143785"/>
              <a:gd name="connsiteX31378" fmla="*/ 2432018 w 3114960"/>
              <a:gd name="connsiteY31378" fmla="*/ 1371886 h 5143785"/>
              <a:gd name="connsiteX31379" fmla="*/ 2433352 w 3114960"/>
              <a:gd name="connsiteY31379" fmla="*/ 1374743 h 5143785"/>
              <a:gd name="connsiteX31380" fmla="*/ 2448116 w 3114960"/>
              <a:gd name="connsiteY31380" fmla="*/ 1386269 h 5143785"/>
              <a:gd name="connsiteX31381" fmla="*/ 2448401 w 3114960"/>
              <a:gd name="connsiteY31381" fmla="*/ 1385888 h 5143785"/>
              <a:gd name="connsiteX31382" fmla="*/ 2448401 w 3114960"/>
              <a:gd name="connsiteY31382" fmla="*/ 1403509 h 5143785"/>
              <a:gd name="connsiteX31383" fmla="*/ 2454307 w 3114960"/>
              <a:gd name="connsiteY31383" fmla="*/ 1409414 h 5143785"/>
              <a:gd name="connsiteX31384" fmla="*/ 2496503 w 3114960"/>
              <a:gd name="connsiteY31384" fmla="*/ 1409414 h 5143785"/>
              <a:gd name="connsiteX31385" fmla="*/ 2503170 w 3114960"/>
              <a:gd name="connsiteY31385" fmla="*/ 1402747 h 5143785"/>
              <a:gd name="connsiteX31386" fmla="*/ 2503170 w 3114960"/>
              <a:gd name="connsiteY31386" fmla="*/ 1361313 h 5143785"/>
              <a:gd name="connsiteX31387" fmla="*/ 2496503 w 3114960"/>
              <a:gd name="connsiteY31387" fmla="*/ 1354646 h 5143785"/>
              <a:gd name="connsiteX31388" fmla="*/ 2455069 w 3114960"/>
              <a:gd name="connsiteY31388" fmla="*/ 1354646 h 5143785"/>
              <a:gd name="connsiteX31389" fmla="*/ 2448401 w 3114960"/>
              <a:gd name="connsiteY31389" fmla="*/ 1361313 h 5143785"/>
              <a:gd name="connsiteX31390" fmla="*/ 2448401 w 3114960"/>
              <a:gd name="connsiteY31390" fmla="*/ 1377410 h 5143785"/>
              <a:gd name="connsiteX31391" fmla="*/ 2439067 w 3114960"/>
              <a:gd name="connsiteY31391" fmla="*/ 1370171 h 5143785"/>
              <a:gd name="connsiteX31392" fmla="*/ 2439067 w 3114960"/>
              <a:gd name="connsiteY31392" fmla="*/ 1312926 h 5143785"/>
              <a:gd name="connsiteX31393" fmla="*/ 2446973 w 3114960"/>
              <a:gd name="connsiteY31393" fmla="*/ 1305878 h 5143785"/>
              <a:gd name="connsiteX31394" fmla="*/ 2526125 w 3114960"/>
              <a:gd name="connsiteY31394" fmla="*/ 1305878 h 5143785"/>
              <a:gd name="connsiteX31395" fmla="*/ 2533460 w 3114960"/>
              <a:gd name="connsiteY31395" fmla="*/ 1316165 h 5143785"/>
              <a:gd name="connsiteX31396" fmla="*/ 2536412 w 3114960"/>
              <a:gd name="connsiteY31396" fmla="*/ 1317689 h 5143785"/>
              <a:gd name="connsiteX31397" fmla="*/ 2931033 w 3114960"/>
              <a:gd name="connsiteY31397" fmla="*/ 1317689 h 5143785"/>
              <a:gd name="connsiteX31398" fmla="*/ 2933510 w 3114960"/>
              <a:gd name="connsiteY31398" fmla="*/ 1316641 h 5143785"/>
              <a:gd name="connsiteX31399" fmla="*/ 2999423 w 3114960"/>
              <a:gd name="connsiteY31399" fmla="*/ 1251680 h 5143785"/>
              <a:gd name="connsiteX31400" fmla="*/ 3000470 w 3114960"/>
              <a:gd name="connsiteY31400" fmla="*/ 1249109 h 5143785"/>
              <a:gd name="connsiteX31401" fmla="*/ 3000470 w 3114960"/>
              <a:gd name="connsiteY31401" fmla="*/ 971360 h 5143785"/>
              <a:gd name="connsiteX31402" fmla="*/ 2999042 w 3114960"/>
              <a:gd name="connsiteY31402" fmla="*/ 968502 h 5143785"/>
              <a:gd name="connsiteX31403" fmla="*/ 2975324 w 3114960"/>
              <a:gd name="connsiteY31403" fmla="*/ 946404 h 5143785"/>
              <a:gd name="connsiteX31404" fmla="*/ 2974848 w 3114960"/>
              <a:gd name="connsiteY31404" fmla="*/ 812387 h 5143785"/>
              <a:gd name="connsiteX31405" fmla="*/ 2973991 w 3114960"/>
              <a:gd name="connsiteY31405" fmla="*/ 810101 h 5143785"/>
              <a:gd name="connsiteX31406" fmla="*/ 2956941 w 3114960"/>
              <a:gd name="connsiteY31406" fmla="*/ 789527 h 5143785"/>
              <a:gd name="connsiteX31407" fmla="*/ 2963228 w 3114960"/>
              <a:gd name="connsiteY31407" fmla="*/ 774764 h 5143785"/>
              <a:gd name="connsiteX31408" fmla="*/ 2942654 w 3114960"/>
              <a:gd name="connsiteY31408" fmla="*/ 754190 h 5143785"/>
              <a:gd name="connsiteX31409" fmla="*/ 2933700 w 3114960"/>
              <a:gd name="connsiteY31409" fmla="*/ 756285 h 5143785"/>
              <a:gd name="connsiteX31410" fmla="*/ 2453164 w 3114960"/>
              <a:gd name="connsiteY31410" fmla="*/ 1361503 h 5143785"/>
              <a:gd name="connsiteX31411" fmla="*/ 2455069 w 3114960"/>
              <a:gd name="connsiteY31411" fmla="*/ 1359599 h 5143785"/>
              <a:gd name="connsiteX31412" fmla="*/ 2496503 w 3114960"/>
              <a:gd name="connsiteY31412" fmla="*/ 1359599 h 5143785"/>
              <a:gd name="connsiteX31413" fmla="*/ 2498408 w 3114960"/>
              <a:gd name="connsiteY31413" fmla="*/ 1361503 h 5143785"/>
              <a:gd name="connsiteX31414" fmla="*/ 2498408 w 3114960"/>
              <a:gd name="connsiteY31414" fmla="*/ 1402937 h 5143785"/>
              <a:gd name="connsiteX31415" fmla="*/ 2496503 w 3114960"/>
              <a:gd name="connsiteY31415" fmla="*/ 1404842 h 5143785"/>
              <a:gd name="connsiteX31416" fmla="*/ 2454307 w 3114960"/>
              <a:gd name="connsiteY31416" fmla="*/ 1404842 h 5143785"/>
              <a:gd name="connsiteX31417" fmla="*/ 2453164 w 3114960"/>
              <a:gd name="connsiteY31417" fmla="*/ 1403699 h 5143785"/>
              <a:gd name="connsiteX31418" fmla="*/ 2453164 w 3114960"/>
              <a:gd name="connsiteY31418" fmla="*/ 1361503 h 5143785"/>
              <a:gd name="connsiteX31419" fmla="*/ 2956084 w 3114960"/>
              <a:gd name="connsiteY31419" fmla="*/ 774859 h 5143785"/>
              <a:gd name="connsiteX31420" fmla="*/ 2952369 w 3114960"/>
              <a:gd name="connsiteY31420" fmla="*/ 784098 h 5143785"/>
              <a:gd name="connsiteX31421" fmla="*/ 2949893 w 3114960"/>
              <a:gd name="connsiteY31421" fmla="*/ 786098 h 5143785"/>
              <a:gd name="connsiteX31422" fmla="*/ 2942654 w 3114960"/>
              <a:gd name="connsiteY31422" fmla="*/ 788289 h 5143785"/>
              <a:gd name="connsiteX31423" fmla="*/ 2929223 w 3114960"/>
              <a:gd name="connsiteY31423" fmla="*/ 774859 h 5143785"/>
              <a:gd name="connsiteX31424" fmla="*/ 2942654 w 3114960"/>
              <a:gd name="connsiteY31424" fmla="*/ 761429 h 5143785"/>
              <a:gd name="connsiteX31425" fmla="*/ 2956084 w 3114960"/>
              <a:gd name="connsiteY31425" fmla="*/ 774859 h 5143785"/>
              <a:gd name="connsiteX31426" fmla="*/ 2690146 w 3114960"/>
              <a:gd name="connsiteY31426" fmla="*/ 2943130 h 5143785"/>
              <a:gd name="connsiteX31427" fmla="*/ 2682240 w 3114960"/>
              <a:gd name="connsiteY31427" fmla="*/ 2944082 h 5143785"/>
              <a:gd name="connsiteX31428" fmla="*/ 2677287 w 3114960"/>
              <a:gd name="connsiteY31428" fmla="*/ 2950369 h 5143785"/>
              <a:gd name="connsiteX31429" fmla="*/ 2677287 w 3114960"/>
              <a:gd name="connsiteY31429" fmla="*/ 2950750 h 5143785"/>
              <a:gd name="connsiteX31430" fmla="*/ 2538508 w 3114960"/>
              <a:gd name="connsiteY31430" fmla="*/ 2949893 h 5143785"/>
              <a:gd name="connsiteX31431" fmla="*/ 2512124 w 3114960"/>
              <a:gd name="connsiteY31431" fmla="*/ 2921699 h 5143785"/>
              <a:gd name="connsiteX31432" fmla="*/ 2398205 w 3114960"/>
              <a:gd name="connsiteY31432" fmla="*/ 2921699 h 5143785"/>
              <a:gd name="connsiteX31433" fmla="*/ 2397443 w 3114960"/>
              <a:gd name="connsiteY31433" fmla="*/ 2920460 h 5143785"/>
              <a:gd name="connsiteX31434" fmla="*/ 2388299 w 3114960"/>
              <a:gd name="connsiteY31434" fmla="*/ 2911317 h 5143785"/>
              <a:gd name="connsiteX31435" fmla="*/ 2381155 w 3114960"/>
              <a:gd name="connsiteY31435" fmla="*/ 2911317 h 5143785"/>
              <a:gd name="connsiteX31436" fmla="*/ 2372011 w 3114960"/>
              <a:gd name="connsiteY31436" fmla="*/ 2920460 h 5143785"/>
              <a:gd name="connsiteX31437" fmla="*/ 2370487 w 3114960"/>
              <a:gd name="connsiteY31437" fmla="*/ 2924080 h 5143785"/>
              <a:gd name="connsiteX31438" fmla="*/ 2372011 w 3114960"/>
              <a:gd name="connsiteY31438" fmla="*/ 2927699 h 5143785"/>
              <a:gd name="connsiteX31439" fmla="*/ 2381155 w 3114960"/>
              <a:gd name="connsiteY31439" fmla="*/ 2936843 h 5143785"/>
              <a:gd name="connsiteX31440" fmla="*/ 2384774 w 3114960"/>
              <a:gd name="connsiteY31440" fmla="*/ 2938367 h 5143785"/>
              <a:gd name="connsiteX31441" fmla="*/ 2388394 w 3114960"/>
              <a:gd name="connsiteY31441" fmla="*/ 2936843 h 5143785"/>
              <a:gd name="connsiteX31442" fmla="*/ 2397538 w 3114960"/>
              <a:gd name="connsiteY31442" fmla="*/ 2927699 h 5143785"/>
              <a:gd name="connsiteX31443" fmla="*/ 2398300 w 3114960"/>
              <a:gd name="connsiteY31443" fmla="*/ 2926461 h 5143785"/>
              <a:gd name="connsiteX31444" fmla="*/ 2510123 w 3114960"/>
              <a:gd name="connsiteY31444" fmla="*/ 2926461 h 5143785"/>
              <a:gd name="connsiteX31445" fmla="*/ 2536508 w 3114960"/>
              <a:gd name="connsiteY31445" fmla="*/ 2954655 h 5143785"/>
              <a:gd name="connsiteX31446" fmla="*/ 2677478 w 3114960"/>
              <a:gd name="connsiteY31446" fmla="*/ 2955512 h 5143785"/>
              <a:gd name="connsiteX31447" fmla="*/ 2678430 w 3114960"/>
              <a:gd name="connsiteY31447" fmla="*/ 2958275 h 5143785"/>
              <a:gd name="connsiteX31448" fmla="*/ 2684717 w 3114960"/>
              <a:gd name="connsiteY31448" fmla="*/ 2963228 h 5143785"/>
              <a:gd name="connsiteX31449" fmla="*/ 2687479 w 3114960"/>
              <a:gd name="connsiteY31449" fmla="*/ 2963609 h 5143785"/>
              <a:gd name="connsiteX31450" fmla="*/ 2692622 w 3114960"/>
              <a:gd name="connsiteY31450" fmla="*/ 2962275 h 5143785"/>
              <a:gd name="connsiteX31451" fmla="*/ 2697575 w 3114960"/>
              <a:gd name="connsiteY31451" fmla="*/ 2955988 h 5143785"/>
              <a:gd name="connsiteX31452" fmla="*/ 2696623 w 3114960"/>
              <a:gd name="connsiteY31452" fmla="*/ 2948083 h 5143785"/>
              <a:gd name="connsiteX31453" fmla="*/ 2690336 w 3114960"/>
              <a:gd name="connsiteY31453" fmla="*/ 2943130 h 5143785"/>
              <a:gd name="connsiteX31454" fmla="*/ 2394014 w 3114960"/>
              <a:gd name="connsiteY31454" fmla="*/ 2924366 h 5143785"/>
              <a:gd name="connsiteX31455" fmla="*/ 2384393 w 3114960"/>
              <a:gd name="connsiteY31455" fmla="*/ 2933510 h 5143785"/>
              <a:gd name="connsiteX31456" fmla="*/ 2375249 w 3114960"/>
              <a:gd name="connsiteY31456" fmla="*/ 2923889 h 5143785"/>
              <a:gd name="connsiteX31457" fmla="*/ 2384870 w 3114960"/>
              <a:gd name="connsiteY31457" fmla="*/ 2914745 h 5143785"/>
              <a:gd name="connsiteX31458" fmla="*/ 2394014 w 3114960"/>
              <a:gd name="connsiteY31458" fmla="*/ 2923889 h 5143785"/>
              <a:gd name="connsiteX31459" fmla="*/ 2394014 w 3114960"/>
              <a:gd name="connsiteY31459" fmla="*/ 2924366 h 5143785"/>
              <a:gd name="connsiteX31460" fmla="*/ 2692908 w 3114960"/>
              <a:gd name="connsiteY31460" fmla="*/ 2954655 h 5143785"/>
              <a:gd name="connsiteX31461" fmla="*/ 2690241 w 3114960"/>
              <a:gd name="connsiteY31461" fmla="*/ 2958084 h 5143785"/>
              <a:gd name="connsiteX31462" fmla="*/ 2685955 w 3114960"/>
              <a:gd name="connsiteY31462" fmla="*/ 2958655 h 5143785"/>
              <a:gd name="connsiteX31463" fmla="*/ 2682526 w 3114960"/>
              <a:gd name="connsiteY31463" fmla="*/ 2955988 h 5143785"/>
              <a:gd name="connsiteX31464" fmla="*/ 2681954 w 3114960"/>
              <a:gd name="connsiteY31464" fmla="*/ 2951702 h 5143785"/>
              <a:gd name="connsiteX31465" fmla="*/ 2684621 w 3114960"/>
              <a:gd name="connsiteY31465" fmla="*/ 2948273 h 5143785"/>
              <a:gd name="connsiteX31466" fmla="*/ 2687479 w 3114960"/>
              <a:gd name="connsiteY31466" fmla="*/ 2947511 h 5143785"/>
              <a:gd name="connsiteX31467" fmla="*/ 2689003 w 3114960"/>
              <a:gd name="connsiteY31467" fmla="*/ 2947702 h 5143785"/>
              <a:gd name="connsiteX31468" fmla="*/ 2689003 w 3114960"/>
              <a:gd name="connsiteY31468" fmla="*/ 2947702 h 5143785"/>
              <a:gd name="connsiteX31469" fmla="*/ 2692432 w 3114960"/>
              <a:gd name="connsiteY31469" fmla="*/ 2950369 h 5143785"/>
              <a:gd name="connsiteX31470" fmla="*/ 2693003 w 3114960"/>
              <a:gd name="connsiteY31470" fmla="*/ 2954655 h 5143785"/>
              <a:gd name="connsiteX31471" fmla="*/ 133636 w 3114960"/>
              <a:gd name="connsiteY31471" fmla="*/ 2047018 h 5143785"/>
              <a:gd name="connsiteX31472" fmla="*/ 146304 w 3114960"/>
              <a:gd name="connsiteY31472" fmla="*/ 2047018 h 5143785"/>
              <a:gd name="connsiteX31473" fmla="*/ 153162 w 3114960"/>
              <a:gd name="connsiteY31473" fmla="*/ 2040160 h 5143785"/>
              <a:gd name="connsiteX31474" fmla="*/ 153162 w 3114960"/>
              <a:gd name="connsiteY31474" fmla="*/ 2027492 h 5143785"/>
              <a:gd name="connsiteX31475" fmla="*/ 152495 w 3114960"/>
              <a:gd name="connsiteY31475" fmla="*/ 2024634 h 5143785"/>
              <a:gd name="connsiteX31476" fmla="*/ 199454 w 3114960"/>
              <a:gd name="connsiteY31476" fmla="*/ 1981867 h 5143785"/>
              <a:gd name="connsiteX31477" fmla="*/ 267938 w 3114960"/>
              <a:gd name="connsiteY31477" fmla="*/ 1981867 h 5143785"/>
              <a:gd name="connsiteX31478" fmla="*/ 278987 w 3114960"/>
              <a:gd name="connsiteY31478" fmla="*/ 1991011 h 5143785"/>
              <a:gd name="connsiteX31479" fmla="*/ 290513 w 3114960"/>
              <a:gd name="connsiteY31479" fmla="*/ 1979486 h 5143785"/>
              <a:gd name="connsiteX31480" fmla="*/ 278987 w 3114960"/>
              <a:gd name="connsiteY31480" fmla="*/ 1967960 h 5143785"/>
              <a:gd name="connsiteX31481" fmla="*/ 267938 w 3114960"/>
              <a:gd name="connsiteY31481" fmla="*/ 1977104 h 5143785"/>
              <a:gd name="connsiteX31482" fmla="*/ 197549 w 3114960"/>
              <a:gd name="connsiteY31482" fmla="*/ 1977104 h 5143785"/>
              <a:gd name="connsiteX31483" fmla="*/ 149066 w 3114960"/>
              <a:gd name="connsiteY31483" fmla="*/ 2021300 h 5143785"/>
              <a:gd name="connsiteX31484" fmla="*/ 146304 w 3114960"/>
              <a:gd name="connsiteY31484" fmla="*/ 2020634 h 5143785"/>
              <a:gd name="connsiteX31485" fmla="*/ 133636 w 3114960"/>
              <a:gd name="connsiteY31485" fmla="*/ 2020634 h 5143785"/>
              <a:gd name="connsiteX31486" fmla="*/ 126778 w 3114960"/>
              <a:gd name="connsiteY31486" fmla="*/ 2027492 h 5143785"/>
              <a:gd name="connsiteX31487" fmla="*/ 126778 w 3114960"/>
              <a:gd name="connsiteY31487" fmla="*/ 2040160 h 5143785"/>
              <a:gd name="connsiteX31488" fmla="*/ 133636 w 3114960"/>
              <a:gd name="connsiteY31488" fmla="*/ 2047018 h 5143785"/>
              <a:gd name="connsiteX31489" fmla="*/ 278892 w 3114960"/>
              <a:gd name="connsiteY31489" fmla="*/ 1972723 h 5143785"/>
              <a:gd name="connsiteX31490" fmla="*/ 285655 w 3114960"/>
              <a:gd name="connsiteY31490" fmla="*/ 1979486 h 5143785"/>
              <a:gd name="connsiteX31491" fmla="*/ 278892 w 3114960"/>
              <a:gd name="connsiteY31491" fmla="*/ 1986248 h 5143785"/>
              <a:gd name="connsiteX31492" fmla="*/ 272129 w 3114960"/>
              <a:gd name="connsiteY31492" fmla="*/ 1979486 h 5143785"/>
              <a:gd name="connsiteX31493" fmla="*/ 278892 w 3114960"/>
              <a:gd name="connsiteY31493" fmla="*/ 1972723 h 5143785"/>
              <a:gd name="connsiteX31494" fmla="*/ 131540 w 3114960"/>
              <a:gd name="connsiteY31494" fmla="*/ 2027492 h 5143785"/>
              <a:gd name="connsiteX31495" fmla="*/ 133636 w 3114960"/>
              <a:gd name="connsiteY31495" fmla="*/ 2025396 h 5143785"/>
              <a:gd name="connsiteX31496" fmla="*/ 146304 w 3114960"/>
              <a:gd name="connsiteY31496" fmla="*/ 2025396 h 5143785"/>
              <a:gd name="connsiteX31497" fmla="*/ 148400 w 3114960"/>
              <a:gd name="connsiteY31497" fmla="*/ 2027492 h 5143785"/>
              <a:gd name="connsiteX31498" fmla="*/ 148400 w 3114960"/>
              <a:gd name="connsiteY31498" fmla="*/ 2040160 h 5143785"/>
              <a:gd name="connsiteX31499" fmla="*/ 146304 w 3114960"/>
              <a:gd name="connsiteY31499" fmla="*/ 2042255 h 5143785"/>
              <a:gd name="connsiteX31500" fmla="*/ 133636 w 3114960"/>
              <a:gd name="connsiteY31500" fmla="*/ 2042255 h 5143785"/>
              <a:gd name="connsiteX31501" fmla="*/ 131540 w 3114960"/>
              <a:gd name="connsiteY31501" fmla="*/ 2040160 h 5143785"/>
              <a:gd name="connsiteX31502" fmla="*/ 131540 w 3114960"/>
              <a:gd name="connsiteY31502" fmla="*/ 2027492 h 5143785"/>
              <a:gd name="connsiteX31503" fmla="*/ 144590 w 3114960"/>
              <a:gd name="connsiteY31503" fmla="*/ 1968722 h 5143785"/>
              <a:gd name="connsiteX31504" fmla="*/ 150686 w 3114960"/>
              <a:gd name="connsiteY31504" fmla="*/ 1970723 h 5143785"/>
              <a:gd name="connsiteX31505" fmla="*/ 162211 w 3114960"/>
              <a:gd name="connsiteY31505" fmla="*/ 1959197 h 5143785"/>
              <a:gd name="connsiteX31506" fmla="*/ 150686 w 3114960"/>
              <a:gd name="connsiteY31506" fmla="*/ 1947672 h 5143785"/>
              <a:gd name="connsiteX31507" fmla="*/ 139160 w 3114960"/>
              <a:gd name="connsiteY31507" fmla="*/ 1959197 h 5143785"/>
              <a:gd name="connsiteX31508" fmla="*/ 141161 w 3114960"/>
              <a:gd name="connsiteY31508" fmla="*/ 1965293 h 5143785"/>
              <a:gd name="connsiteX31509" fmla="*/ 88964 w 3114960"/>
              <a:gd name="connsiteY31509" fmla="*/ 2011966 h 5143785"/>
              <a:gd name="connsiteX31510" fmla="*/ 95 w 3114960"/>
              <a:gd name="connsiteY31510" fmla="*/ 2011394 h 5143785"/>
              <a:gd name="connsiteX31511" fmla="*/ 95 w 3114960"/>
              <a:gd name="connsiteY31511" fmla="*/ 2016157 h 5143785"/>
              <a:gd name="connsiteX31512" fmla="*/ 90773 w 3114960"/>
              <a:gd name="connsiteY31512" fmla="*/ 2016728 h 5143785"/>
              <a:gd name="connsiteX31513" fmla="*/ 144590 w 3114960"/>
              <a:gd name="connsiteY31513" fmla="*/ 1968722 h 5143785"/>
              <a:gd name="connsiteX31514" fmla="*/ 150686 w 3114960"/>
              <a:gd name="connsiteY31514" fmla="*/ 1952530 h 5143785"/>
              <a:gd name="connsiteX31515" fmla="*/ 157448 w 3114960"/>
              <a:gd name="connsiteY31515" fmla="*/ 1959293 h 5143785"/>
              <a:gd name="connsiteX31516" fmla="*/ 150686 w 3114960"/>
              <a:gd name="connsiteY31516" fmla="*/ 1966055 h 5143785"/>
              <a:gd name="connsiteX31517" fmla="*/ 143923 w 3114960"/>
              <a:gd name="connsiteY31517" fmla="*/ 1959293 h 5143785"/>
              <a:gd name="connsiteX31518" fmla="*/ 150686 w 3114960"/>
              <a:gd name="connsiteY31518" fmla="*/ 1952530 h 5143785"/>
              <a:gd name="connsiteX31519" fmla="*/ 2380393 w 3114960"/>
              <a:gd name="connsiteY31519" fmla="*/ 1379696 h 5143785"/>
              <a:gd name="connsiteX31520" fmla="*/ 2397252 w 3114960"/>
              <a:gd name="connsiteY31520" fmla="*/ 1379696 h 5143785"/>
              <a:gd name="connsiteX31521" fmla="*/ 2403920 w 3114960"/>
              <a:gd name="connsiteY31521" fmla="*/ 1373029 h 5143785"/>
              <a:gd name="connsiteX31522" fmla="*/ 2403920 w 3114960"/>
              <a:gd name="connsiteY31522" fmla="*/ 1356170 h 5143785"/>
              <a:gd name="connsiteX31523" fmla="*/ 2397252 w 3114960"/>
              <a:gd name="connsiteY31523" fmla="*/ 1349502 h 5143785"/>
              <a:gd name="connsiteX31524" fmla="*/ 2380393 w 3114960"/>
              <a:gd name="connsiteY31524" fmla="*/ 1349502 h 5143785"/>
              <a:gd name="connsiteX31525" fmla="*/ 2373725 w 3114960"/>
              <a:gd name="connsiteY31525" fmla="*/ 1356170 h 5143785"/>
              <a:gd name="connsiteX31526" fmla="*/ 2373725 w 3114960"/>
              <a:gd name="connsiteY31526" fmla="*/ 1373029 h 5143785"/>
              <a:gd name="connsiteX31527" fmla="*/ 2380393 w 3114960"/>
              <a:gd name="connsiteY31527" fmla="*/ 1379696 h 5143785"/>
              <a:gd name="connsiteX31528" fmla="*/ 2378488 w 3114960"/>
              <a:gd name="connsiteY31528" fmla="*/ 1356170 h 5143785"/>
              <a:gd name="connsiteX31529" fmla="*/ 2380393 w 3114960"/>
              <a:gd name="connsiteY31529" fmla="*/ 1354265 h 5143785"/>
              <a:gd name="connsiteX31530" fmla="*/ 2397252 w 3114960"/>
              <a:gd name="connsiteY31530" fmla="*/ 1354265 h 5143785"/>
              <a:gd name="connsiteX31531" fmla="*/ 2399157 w 3114960"/>
              <a:gd name="connsiteY31531" fmla="*/ 1356170 h 5143785"/>
              <a:gd name="connsiteX31532" fmla="*/ 2399157 w 3114960"/>
              <a:gd name="connsiteY31532" fmla="*/ 1373029 h 5143785"/>
              <a:gd name="connsiteX31533" fmla="*/ 2397252 w 3114960"/>
              <a:gd name="connsiteY31533" fmla="*/ 1374934 h 5143785"/>
              <a:gd name="connsiteX31534" fmla="*/ 2380393 w 3114960"/>
              <a:gd name="connsiteY31534" fmla="*/ 1374934 h 5143785"/>
              <a:gd name="connsiteX31535" fmla="*/ 2378488 w 3114960"/>
              <a:gd name="connsiteY31535" fmla="*/ 1373029 h 5143785"/>
              <a:gd name="connsiteX31536" fmla="*/ 2378488 w 3114960"/>
              <a:gd name="connsiteY31536" fmla="*/ 1356170 h 5143785"/>
              <a:gd name="connsiteX31537" fmla="*/ 2460308 w 3114960"/>
              <a:gd name="connsiteY31537" fmla="*/ 3004757 h 5143785"/>
              <a:gd name="connsiteX31538" fmla="*/ 2464975 w 3114960"/>
              <a:gd name="connsiteY31538" fmla="*/ 3011329 h 5143785"/>
              <a:gd name="connsiteX31539" fmla="*/ 2470595 w 3114960"/>
              <a:gd name="connsiteY31539" fmla="*/ 3012948 h 5143785"/>
              <a:gd name="connsiteX31540" fmla="*/ 2472976 w 3114960"/>
              <a:gd name="connsiteY31540" fmla="*/ 3012662 h 5143785"/>
              <a:gd name="connsiteX31541" fmla="*/ 2479643 w 3114960"/>
              <a:gd name="connsiteY31541" fmla="*/ 3007995 h 5143785"/>
              <a:gd name="connsiteX31542" fmla="*/ 2481072 w 3114960"/>
              <a:gd name="connsiteY31542" fmla="*/ 2999994 h 5143785"/>
              <a:gd name="connsiteX31543" fmla="*/ 2468404 w 3114960"/>
              <a:gd name="connsiteY31543" fmla="*/ 2991993 h 5143785"/>
              <a:gd name="connsiteX31544" fmla="*/ 2460498 w 3114960"/>
              <a:gd name="connsiteY31544" fmla="*/ 2999994 h 5143785"/>
              <a:gd name="connsiteX31545" fmla="*/ 2359152 w 3114960"/>
              <a:gd name="connsiteY31545" fmla="*/ 2999994 h 5143785"/>
              <a:gd name="connsiteX31546" fmla="*/ 2338673 w 3114960"/>
              <a:gd name="connsiteY31546" fmla="*/ 3020663 h 5143785"/>
              <a:gd name="connsiteX31547" fmla="*/ 2333435 w 3114960"/>
              <a:gd name="connsiteY31547" fmla="*/ 3019997 h 5143785"/>
              <a:gd name="connsiteX31548" fmla="*/ 2327148 w 3114960"/>
              <a:gd name="connsiteY31548" fmla="*/ 3029807 h 5143785"/>
              <a:gd name="connsiteX31549" fmla="*/ 2336959 w 3114960"/>
              <a:gd name="connsiteY31549" fmla="*/ 3036094 h 5143785"/>
              <a:gd name="connsiteX31550" fmla="*/ 2343245 w 3114960"/>
              <a:gd name="connsiteY31550" fmla="*/ 3026283 h 5143785"/>
              <a:gd name="connsiteX31551" fmla="*/ 2342198 w 3114960"/>
              <a:gd name="connsiteY31551" fmla="*/ 3023902 h 5143785"/>
              <a:gd name="connsiteX31552" fmla="*/ 2361152 w 3114960"/>
              <a:gd name="connsiteY31552" fmla="*/ 3004757 h 5143785"/>
              <a:gd name="connsiteX31553" fmla="*/ 2460403 w 3114960"/>
              <a:gd name="connsiteY31553" fmla="*/ 3004757 h 5143785"/>
              <a:gd name="connsiteX31554" fmla="*/ 2469356 w 3114960"/>
              <a:gd name="connsiteY31554" fmla="*/ 2996660 h 5143785"/>
              <a:gd name="connsiteX31555" fmla="*/ 2476310 w 3114960"/>
              <a:gd name="connsiteY31555" fmla="*/ 3001137 h 5143785"/>
              <a:gd name="connsiteX31556" fmla="*/ 2475548 w 3114960"/>
              <a:gd name="connsiteY31556" fmla="*/ 3005519 h 5143785"/>
              <a:gd name="connsiteX31557" fmla="*/ 2471833 w 3114960"/>
              <a:gd name="connsiteY31557" fmla="*/ 3008090 h 5143785"/>
              <a:gd name="connsiteX31558" fmla="*/ 2467451 w 3114960"/>
              <a:gd name="connsiteY31558" fmla="*/ 3007328 h 5143785"/>
              <a:gd name="connsiteX31559" fmla="*/ 2464880 w 3114960"/>
              <a:gd name="connsiteY31559" fmla="*/ 3003613 h 5143785"/>
              <a:gd name="connsiteX31560" fmla="*/ 2469356 w 3114960"/>
              <a:gd name="connsiteY31560" fmla="*/ 2996660 h 5143785"/>
              <a:gd name="connsiteX31561" fmla="*/ 2138363 w 3114960"/>
              <a:gd name="connsiteY31561" fmla="*/ 3404807 h 5143785"/>
              <a:gd name="connsiteX31562" fmla="*/ 2143125 w 3114960"/>
              <a:gd name="connsiteY31562" fmla="*/ 3404807 h 5143785"/>
              <a:gd name="connsiteX31563" fmla="*/ 2143125 w 3114960"/>
              <a:gd name="connsiteY31563" fmla="*/ 3421856 h 5143785"/>
              <a:gd name="connsiteX31564" fmla="*/ 2138363 w 3114960"/>
              <a:gd name="connsiteY31564" fmla="*/ 3421856 h 5143785"/>
              <a:gd name="connsiteX31565" fmla="*/ 2138363 w 3114960"/>
              <a:gd name="connsiteY31565" fmla="*/ 3404807 h 5143785"/>
              <a:gd name="connsiteX31566" fmla="*/ 1909953 w 3114960"/>
              <a:gd name="connsiteY31566" fmla="*/ 1470565 h 5143785"/>
              <a:gd name="connsiteX31567" fmla="*/ 1906143 w 3114960"/>
              <a:gd name="connsiteY31567" fmla="*/ 1466755 h 5143785"/>
              <a:gd name="connsiteX31568" fmla="*/ 1906143 w 3114960"/>
              <a:gd name="connsiteY31568" fmla="*/ 1452086 h 5143785"/>
              <a:gd name="connsiteX31569" fmla="*/ 1909953 w 3114960"/>
              <a:gd name="connsiteY31569" fmla="*/ 1448276 h 5143785"/>
              <a:gd name="connsiteX31570" fmla="*/ 1924622 w 3114960"/>
              <a:gd name="connsiteY31570" fmla="*/ 1448276 h 5143785"/>
              <a:gd name="connsiteX31571" fmla="*/ 1928432 w 3114960"/>
              <a:gd name="connsiteY31571" fmla="*/ 1452086 h 5143785"/>
              <a:gd name="connsiteX31572" fmla="*/ 1928432 w 3114960"/>
              <a:gd name="connsiteY31572" fmla="*/ 1466755 h 5143785"/>
              <a:gd name="connsiteX31573" fmla="*/ 1924622 w 3114960"/>
              <a:gd name="connsiteY31573" fmla="*/ 1470565 h 5143785"/>
              <a:gd name="connsiteX31574" fmla="*/ 1909953 w 3114960"/>
              <a:gd name="connsiteY31574" fmla="*/ 1470565 h 5143785"/>
              <a:gd name="connsiteX31575" fmla="*/ 1872710 w 3114960"/>
              <a:gd name="connsiteY31575" fmla="*/ 1466660 h 5143785"/>
              <a:gd name="connsiteX31576" fmla="*/ 1872710 w 3114960"/>
              <a:gd name="connsiteY31576" fmla="*/ 1451991 h 5143785"/>
              <a:gd name="connsiteX31577" fmla="*/ 1876520 w 3114960"/>
              <a:gd name="connsiteY31577" fmla="*/ 1448181 h 5143785"/>
              <a:gd name="connsiteX31578" fmla="*/ 1891189 w 3114960"/>
              <a:gd name="connsiteY31578" fmla="*/ 1448181 h 5143785"/>
              <a:gd name="connsiteX31579" fmla="*/ 1894999 w 3114960"/>
              <a:gd name="connsiteY31579" fmla="*/ 1451991 h 5143785"/>
              <a:gd name="connsiteX31580" fmla="*/ 1894999 w 3114960"/>
              <a:gd name="connsiteY31580" fmla="*/ 1466660 h 5143785"/>
              <a:gd name="connsiteX31581" fmla="*/ 1891189 w 3114960"/>
              <a:gd name="connsiteY31581" fmla="*/ 1470470 h 5143785"/>
              <a:gd name="connsiteX31582" fmla="*/ 1876520 w 3114960"/>
              <a:gd name="connsiteY31582" fmla="*/ 1470470 h 5143785"/>
              <a:gd name="connsiteX31583" fmla="*/ 1872710 w 3114960"/>
              <a:gd name="connsiteY31583" fmla="*/ 1466660 h 5143785"/>
              <a:gd name="connsiteX31584" fmla="*/ 657892 w 3114960"/>
              <a:gd name="connsiteY31584" fmla="*/ 1394651 h 5143785"/>
              <a:gd name="connsiteX31585" fmla="*/ 648081 w 3114960"/>
              <a:gd name="connsiteY31585" fmla="*/ 1384840 h 5143785"/>
              <a:gd name="connsiteX31586" fmla="*/ 638842 w 3114960"/>
              <a:gd name="connsiteY31586" fmla="*/ 1392269 h 5143785"/>
              <a:gd name="connsiteX31587" fmla="*/ 610838 w 3114960"/>
              <a:gd name="connsiteY31587" fmla="*/ 1392269 h 5143785"/>
              <a:gd name="connsiteX31588" fmla="*/ 554831 w 3114960"/>
              <a:gd name="connsiteY31588" fmla="*/ 1443800 h 5143785"/>
              <a:gd name="connsiteX31589" fmla="*/ 527495 w 3114960"/>
              <a:gd name="connsiteY31589" fmla="*/ 1443800 h 5143785"/>
              <a:gd name="connsiteX31590" fmla="*/ 515588 w 3114960"/>
              <a:gd name="connsiteY31590" fmla="*/ 1433894 h 5143785"/>
              <a:gd name="connsiteX31591" fmla="*/ 503206 w 3114960"/>
              <a:gd name="connsiteY31591" fmla="*/ 1446276 h 5143785"/>
              <a:gd name="connsiteX31592" fmla="*/ 515588 w 3114960"/>
              <a:gd name="connsiteY31592" fmla="*/ 1458659 h 5143785"/>
              <a:gd name="connsiteX31593" fmla="*/ 527495 w 3114960"/>
              <a:gd name="connsiteY31593" fmla="*/ 1448657 h 5143785"/>
              <a:gd name="connsiteX31594" fmla="*/ 556736 w 3114960"/>
              <a:gd name="connsiteY31594" fmla="*/ 1448657 h 5143785"/>
              <a:gd name="connsiteX31595" fmla="*/ 612743 w 3114960"/>
              <a:gd name="connsiteY31595" fmla="*/ 1397032 h 5143785"/>
              <a:gd name="connsiteX31596" fmla="*/ 638937 w 3114960"/>
              <a:gd name="connsiteY31596" fmla="*/ 1397032 h 5143785"/>
              <a:gd name="connsiteX31597" fmla="*/ 648176 w 3114960"/>
              <a:gd name="connsiteY31597" fmla="*/ 1404366 h 5143785"/>
              <a:gd name="connsiteX31598" fmla="*/ 657987 w 3114960"/>
              <a:gd name="connsiteY31598" fmla="*/ 1394651 h 5143785"/>
              <a:gd name="connsiteX31599" fmla="*/ 515588 w 3114960"/>
              <a:gd name="connsiteY31599" fmla="*/ 1453991 h 5143785"/>
              <a:gd name="connsiteX31600" fmla="*/ 507968 w 3114960"/>
              <a:gd name="connsiteY31600" fmla="*/ 1446371 h 5143785"/>
              <a:gd name="connsiteX31601" fmla="*/ 515588 w 3114960"/>
              <a:gd name="connsiteY31601" fmla="*/ 1438751 h 5143785"/>
              <a:gd name="connsiteX31602" fmla="*/ 523208 w 3114960"/>
              <a:gd name="connsiteY31602" fmla="*/ 1446371 h 5143785"/>
              <a:gd name="connsiteX31603" fmla="*/ 515588 w 3114960"/>
              <a:gd name="connsiteY31603" fmla="*/ 1453991 h 5143785"/>
              <a:gd name="connsiteX31604" fmla="*/ 643128 w 3114960"/>
              <a:gd name="connsiteY31604" fmla="*/ 1394651 h 5143785"/>
              <a:gd name="connsiteX31605" fmla="*/ 648081 w 3114960"/>
              <a:gd name="connsiteY31605" fmla="*/ 1389602 h 5143785"/>
              <a:gd name="connsiteX31606" fmla="*/ 653129 w 3114960"/>
              <a:gd name="connsiteY31606" fmla="*/ 1394651 h 5143785"/>
              <a:gd name="connsiteX31607" fmla="*/ 648081 w 3114960"/>
              <a:gd name="connsiteY31607" fmla="*/ 1399603 h 5143785"/>
              <a:gd name="connsiteX31608" fmla="*/ 643128 w 3114960"/>
              <a:gd name="connsiteY31608" fmla="*/ 1394651 h 5143785"/>
              <a:gd name="connsiteX31609" fmla="*/ 2106454 w 3114960"/>
              <a:gd name="connsiteY31609" fmla="*/ 1480566 h 5143785"/>
              <a:gd name="connsiteX31610" fmla="*/ 2261902 w 3114960"/>
              <a:gd name="connsiteY31610" fmla="*/ 1481614 h 5143785"/>
              <a:gd name="connsiteX31611" fmla="*/ 2322576 w 3114960"/>
              <a:gd name="connsiteY31611" fmla="*/ 1426845 h 5143785"/>
              <a:gd name="connsiteX31612" fmla="*/ 2322862 w 3114960"/>
              <a:gd name="connsiteY31612" fmla="*/ 1427036 h 5143785"/>
              <a:gd name="connsiteX31613" fmla="*/ 2330101 w 3114960"/>
              <a:gd name="connsiteY31613" fmla="*/ 1428941 h 5143785"/>
              <a:gd name="connsiteX31614" fmla="*/ 2342769 w 3114960"/>
              <a:gd name="connsiteY31614" fmla="*/ 1421702 h 5143785"/>
              <a:gd name="connsiteX31615" fmla="*/ 2337435 w 3114960"/>
              <a:gd name="connsiteY31615" fmla="*/ 1401794 h 5143785"/>
              <a:gd name="connsiteX31616" fmla="*/ 2326386 w 3114960"/>
              <a:gd name="connsiteY31616" fmla="*/ 1400366 h 5143785"/>
              <a:gd name="connsiteX31617" fmla="*/ 2317528 w 3114960"/>
              <a:gd name="connsiteY31617" fmla="*/ 1407128 h 5143785"/>
              <a:gd name="connsiteX31618" fmla="*/ 2316575 w 3114960"/>
              <a:gd name="connsiteY31618" fmla="*/ 1419416 h 5143785"/>
              <a:gd name="connsiteX31619" fmla="*/ 2258282 w 3114960"/>
              <a:gd name="connsiteY31619" fmla="*/ 1471994 h 5143785"/>
              <a:gd name="connsiteX31620" fmla="*/ 2103596 w 3114960"/>
              <a:gd name="connsiteY31620" fmla="*/ 1470946 h 5143785"/>
              <a:gd name="connsiteX31621" fmla="*/ 2033683 w 3114960"/>
              <a:gd name="connsiteY31621" fmla="*/ 1519428 h 5143785"/>
              <a:gd name="connsiteX31622" fmla="*/ 1946243 w 3114960"/>
              <a:gd name="connsiteY31622" fmla="*/ 1519047 h 5143785"/>
              <a:gd name="connsiteX31623" fmla="*/ 1945862 w 3114960"/>
              <a:gd name="connsiteY31623" fmla="*/ 1517904 h 5143785"/>
              <a:gd name="connsiteX31624" fmla="*/ 1929289 w 3114960"/>
              <a:gd name="connsiteY31624" fmla="*/ 1513427 h 5143785"/>
              <a:gd name="connsiteX31625" fmla="*/ 1924812 w 3114960"/>
              <a:gd name="connsiteY31625" fmla="*/ 1530001 h 5143785"/>
              <a:gd name="connsiteX31626" fmla="*/ 1941386 w 3114960"/>
              <a:gd name="connsiteY31626" fmla="*/ 1534478 h 5143785"/>
              <a:gd name="connsiteX31627" fmla="*/ 1946339 w 3114960"/>
              <a:gd name="connsiteY31627" fmla="*/ 1528572 h 5143785"/>
              <a:gd name="connsiteX31628" fmla="*/ 2036636 w 3114960"/>
              <a:gd name="connsiteY31628" fmla="*/ 1528953 h 5143785"/>
              <a:gd name="connsiteX31629" fmla="*/ 2106549 w 3114960"/>
              <a:gd name="connsiteY31629" fmla="*/ 1480566 h 5143785"/>
              <a:gd name="connsiteX31630" fmla="*/ 2321624 w 3114960"/>
              <a:gd name="connsiteY31630" fmla="*/ 1409605 h 5143785"/>
              <a:gd name="connsiteX31631" fmla="*/ 2327529 w 3114960"/>
              <a:gd name="connsiteY31631" fmla="*/ 1405033 h 5143785"/>
              <a:gd name="connsiteX31632" fmla="*/ 2330101 w 3114960"/>
              <a:gd name="connsiteY31632" fmla="*/ 1404652 h 5143785"/>
              <a:gd name="connsiteX31633" fmla="*/ 2334959 w 3114960"/>
              <a:gd name="connsiteY31633" fmla="*/ 1405985 h 5143785"/>
              <a:gd name="connsiteX31634" fmla="*/ 2338578 w 3114960"/>
              <a:gd name="connsiteY31634" fmla="*/ 1419320 h 5143785"/>
              <a:gd name="connsiteX31635" fmla="*/ 2325243 w 3114960"/>
              <a:gd name="connsiteY31635" fmla="*/ 1422940 h 5143785"/>
              <a:gd name="connsiteX31636" fmla="*/ 2320671 w 3114960"/>
              <a:gd name="connsiteY31636" fmla="*/ 1417034 h 5143785"/>
              <a:gd name="connsiteX31637" fmla="*/ 2321624 w 3114960"/>
              <a:gd name="connsiteY31637" fmla="*/ 1409605 h 5143785"/>
              <a:gd name="connsiteX31638" fmla="*/ 1976628 w 3114960"/>
              <a:gd name="connsiteY31638" fmla="*/ 1470565 h 5143785"/>
              <a:gd name="connsiteX31639" fmla="*/ 1972818 w 3114960"/>
              <a:gd name="connsiteY31639" fmla="*/ 1466755 h 5143785"/>
              <a:gd name="connsiteX31640" fmla="*/ 1972818 w 3114960"/>
              <a:gd name="connsiteY31640" fmla="*/ 1452086 h 5143785"/>
              <a:gd name="connsiteX31641" fmla="*/ 1976628 w 3114960"/>
              <a:gd name="connsiteY31641" fmla="*/ 1448276 h 5143785"/>
              <a:gd name="connsiteX31642" fmla="*/ 1991297 w 3114960"/>
              <a:gd name="connsiteY31642" fmla="*/ 1448276 h 5143785"/>
              <a:gd name="connsiteX31643" fmla="*/ 1995107 w 3114960"/>
              <a:gd name="connsiteY31643" fmla="*/ 1452086 h 5143785"/>
              <a:gd name="connsiteX31644" fmla="*/ 1995107 w 3114960"/>
              <a:gd name="connsiteY31644" fmla="*/ 1466755 h 5143785"/>
              <a:gd name="connsiteX31645" fmla="*/ 1991297 w 3114960"/>
              <a:gd name="connsiteY31645" fmla="*/ 1470565 h 5143785"/>
              <a:gd name="connsiteX31646" fmla="*/ 1976628 w 3114960"/>
              <a:gd name="connsiteY31646" fmla="*/ 1470565 h 5143785"/>
              <a:gd name="connsiteX31647" fmla="*/ 1943291 w 3114960"/>
              <a:gd name="connsiteY31647" fmla="*/ 1470565 h 5143785"/>
              <a:gd name="connsiteX31648" fmla="*/ 1939481 w 3114960"/>
              <a:gd name="connsiteY31648" fmla="*/ 1466755 h 5143785"/>
              <a:gd name="connsiteX31649" fmla="*/ 1939481 w 3114960"/>
              <a:gd name="connsiteY31649" fmla="*/ 1452086 h 5143785"/>
              <a:gd name="connsiteX31650" fmla="*/ 1943291 w 3114960"/>
              <a:gd name="connsiteY31650" fmla="*/ 1448276 h 5143785"/>
              <a:gd name="connsiteX31651" fmla="*/ 1957959 w 3114960"/>
              <a:gd name="connsiteY31651" fmla="*/ 1448276 h 5143785"/>
              <a:gd name="connsiteX31652" fmla="*/ 1961769 w 3114960"/>
              <a:gd name="connsiteY31652" fmla="*/ 1452086 h 5143785"/>
              <a:gd name="connsiteX31653" fmla="*/ 1961769 w 3114960"/>
              <a:gd name="connsiteY31653" fmla="*/ 1466755 h 5143785"/>
              <a:gd name="connsiteX31654" fmla="*/ 1957959 w 3114960"/>
              <a:gd name="connsiteY31654" fmla="*/ 1470565 h 5143785"/>
              <a:gd name="connsiteX31655" fmla="*/ 1943291 w 3114960"/>
              <a:gd name="connsiteY31655" fmla="*/ 1470565 h 5143785"/>
              <a:gd name="connsiteX31656" fmla="*/ 1885950 w 3114960"/>
              <a:gd name="connsiteY31656" fmla="*/ 1556766 h 5143785"/>
              <a:gd name="connsiteX31657" fmla="*/ 1888427 w 3114960"/>
              <a:gd name="connsiteY31657" fmla="*/ 1557242 h 5143785"/>
              <a:gd name="connsiteX31658" fmla="*/ 1890808 w 3114960"/>
              <a:gd name="connsiteY31658" fmla="*/ 1556766 h 5143785"/>
              <a:gd name="connsiteX31659" fmla="*/ 1894237 w 3114960"/>
              <a:gd name="connsiteY31659" fmla="*/ 1548575 h 5143785"/>
              <a:gd name="connsiteX31660" fmla="*/ 1890903 w 3114960"/>
              <a:gd name="connsiteY31660" fmla="*/ 1545146 h 5143785"/>
              <a:gd name="connsiteX31661" fmla="*/ 1886141 w 3114960"/>
              <a:gd name="connsiteY31661" fmla="*/ 1545146 h 5143785"/>
              <a:gd name="connsiteX31662" fmla="*/ 1882712 w 3114960"/>
              <a:gd name="connsiteY31662" fmla="*/ 1553337 h 5143785"/>
              <a:gd name="connsiteX31663" fmla="*/ 1886045 w 3114960"/>
              <a:gd name="connsiteY31663" fmla="*/ 1556766 h 5143785"/>
              <a:gd name="connsiteX31664" fmla="*/ 1886998 w 3114960"/>
              <a:gd name="connsiteY31664" fmla="*/ 1551527 h 5143785"/>
              <a:gd name="connsiteX31665" fmla="*/ 1886998 w 3114960"/>
              <a:gd name="connsiteY31665" fmla="*/ 1550384 h 5143785"/>
              <a:gd name="connsiteX31666" fmla="*/ 1887855 w 3114960"/>
              <a:gd name="connsiteY31666" fmla="*/ 1549527 h 5143785"/>
              <a:gd name="connsiteX31667" fmla="*/ 1888427 w 3114960"/>
              <a:gd name="connsiteY31667" fmla="*/ 1549432 h 5143785"/>
              <a:gd name="connsiteX31668" fmla="*/ 1889855 w 3114960"/>
              <a:gd name="connsiteY31668" fmla="*/ 1550384 h 5143785"/>
              <a:gd name="connsiteX31669" fmla="*/ 1888998 w 3114960"/>
              <a:gd name="connsiteY31669" fmla="*/ 1552385 h 5143785"/>
              <a:gd name="connsiteX31670" fmla="*/ 1887855 w 3114960"/>
              <a:gd name="connsiteY31670" fmla="*/ 1552385 h 5143785"/>
              <a:gd name="connsiteX31671" fmla="*/ 1887093 w 3114960"/>
              <a:gd name="connsiteY31671" fmla="*/ 1551527 h 5143785"/>
              <a:gd name="connsiteX31672" fmla="*/ 1887093 w 3114960"/>
              <a:gd name="connsiteY31672" fmla="*/ 1551527 h 5143785"/>
              <a:gd name="connsiteX31673" fmla="*/ 881063 w 3114960"/>
              <a:gd name="connsiteY31673" fmla="*/ 1124045 h 5143785"/>
              <a:gd name="connsiteX31674" fmla="*/ 871538 w 3114960"/>
              <a:gd name="connsiteY31674" fmla="*/ 1124045 h 5143785"/>
              <a:gd name="connsiteX31675" fmla="*/ 864870 w 3114960"/>
              <a:gd name="connsiteY31675" fmla="*/ 1130808 h 5143785"/>
              <a:gd name="connsiteX31676" fmla="*/ 864394 w 3114960"/>
              <a:gd name="connsiteY31676" fmla="*/ 1133189 h 5143785"/>
              <a:gd name="connsiteX31677" fmla="*/ 841534 w 3114960"/>
              <a:gd name="connsiteY31677" fmla="*/ 1133189 h 5143785"/>
              <a:gd name="connsiteX31678" fmla="*/ 840200 w 3114960"/>
              <a:gd name="connsiteY31678" fmla="*/ 1133570 h 5143785"/>
              <a:gd name="connsiteX31679" fmla="*/ 747998 w 3114960"/>
              <a:gd name="connsiteY31679" fmla="*/ 1192911 h 5143785"/>
              <a:gd name="connsiteX31680" fmla="*/ 714089 w 3114960"/>
              <a:gd name="connsiteY31680" fmla="*/ 1193387 h 5143785"/>
              <a:gd name="connsiteX31681" fmla="*/ 712851 w 3114960"/>
              <a:gd name="connsiteY31681" fmla="*/ 1193768 h 5143785"/>
              <a:gd name="connsiteX31682" fmla="*/ 686943 w 3114960"/>
              <a:gd name="connsiteY31682" fmla="*/ 1210913 h 5143785"/>
              <a:gd name="connsiteX31683" fmla="*/ 685895 w 3114960"/>
              <a:gd name="connsiteY31683" fmla="*/ 1212914 h 5143785"/>
              <a:gd name="connsiteX31684" fmla="*/ 685895 w 3114960"/>
              <a:gd name="connsiteY31684" fmla="*/ 1231582 h 5143785"/>
              <a:gd name="connsiteX31685" fmla="*/ 679037 w 3114960"/>
              <a:gd name="connsiteY31685" fmla="*/ 1237298 h 5143785"/>
              <a:gd name="connsiteX31686" fmla="*/ 684467 w 3114960"/>
              <a:gd name="connsiteY31686" fmla="*/ 1250442 h 5143785"/>
              <a:gd name="connsiteX31687" fmla="*/ 697611 w 3114960"/>
              <a:gd name="connsiteY31687" fmla="*/ 1245013 h 5143785"/>
              <a:gd name="connsiteX31688" fmla="*/ 692182 w 3114960"/>
              <a:gd name="connsiteY31688" fmla="*/ 1231868 h 5143785"/>
              <a:gd name="connsiteX31689" fmla="*/ 690753 w 3114960"/>
              <a:gd name="connsiteY31689" fmla="*/ 1231582 h 5143785"/>
              <a:gd name="connsiteX31690" fmla="*/ 690753 w 3114960"/>
              <a:gd name="connsiteY31690" fmla="*/ 1214247 h 5143785"/>
              <a:gd name="connsiteX31691" fmla="*/ 715042 w 3114960"/>
              <a:gd name="connsiteY31691" fmla="*/ 1198245 h 5143785"/>
              <a:gd name="connsiteX31692" fmla="*/ 748951 w 3114960"/>
              <a:gd name="connsiteY31692" fmla="*/ 1197769 h 5143785"/>
              <a:gd name="connsiteX31693" fmla="*/ 750189 w 3114960"/>
              <a:gd name="connsiteY31693" fmla="*/ 1197388 h 5143785"/>
              <a:gd name="connsiteX31694" fmla="*/ 842391 w 3114960"/>
              <a:gd name="connsiteY31694" fmla="*/ 1138047 h 5143785"/>
              <a:gd name="connsiteX31695" fmla="*/ 864489 w 3114960"/>
              <a:gd name="connsiteY31695" fmla="*/ 1138047 h 5143785"/>
              <a:gd name="connsiteX31696" fmla="*/ 864965 w 3114960"/>
              <a:gd name="connsiteY31696" fmla="*/ 1140428 h 5143785"/>
              <a:gd name="connsiteX31697" fmla="*/ 871728 w 3114960"/>
              <a:gd name="connsiteY31697" fmla="*/ 1147191 h 5143785"/>
              <a:gd name="connsiteX31698" fmla="*/ 876491 w 3114960"/>
              <a:gd name="connsiteY31698" fmla="*/ 1148144 h 5143785"/>
              <a:gd name="connsiteX31699" fmla="*/ 881253 w 3114960"/>
              <a:gd name="connsiteY31699" fmla="*/ 1147191 h 5143785"/>
              <a:gd name="connsiteX31700" fmla="*/ 888016 w 3114960"/>
              <a:gd name="connsiteY31700" fmla="*/ 1140428 h 5143785"/>
              <a:gd name="connsiteX31701" fmla="*/ 888016 w 3114960"/>
              <a:gd name="connsiteY31701" fmla="*/ 1130903 h 5143785"/>
              <a:gd name="connsiteX31702" fmla="*/ 881253 w 3114960"/>
              <a:gd name="connsiteY31702" fmla="*/ 1124141 h 5143785"/>
              <a:gd name="connsiteX31703" fmla="*/ 883349 w 3114960"/>
              <a:gd name="connsiteY31703" fmla="*/ 1138428 h 5143785"/>
              <a:gd name="connsiteX31704" fmla="*/ 879253 w 3114960"/>
              <a:gd name="connsiteY31704" fmla="*/ 1142619 h 5143785"/>
              <a:gd name="connsiteX31705" fmla="*/ 873347 w 3114960"/>
              <a:gd name="connsiteY31705" fmla="*/ 1142619 h 5143785"/>
              <a:gd name="connsiteX31706" fmla="*/ 869156 w 3114960"/>
              <a:gd name="connsiteY31706" fmla="*/ 1138523 h 5143785"/>
              <a:gd name="connsiteX31707" fmla="*/ 869156 w 3114960"/>
              <a:gd name="connsiteY31707" fmla="*/ 1132618 h 5143785"/>
              <a:gd name="connsiteX31708" fmla="*/ 873252 w 3114960"/>
              <a:gd name="connsiteY31708" fmla="*/ 1128427 h 5143785"/>
              <a:gd name="connsiteX31709" fmla="*/ 876205 w 3114960"/>
              <a:gd name="connsiteY31709" fmla="*/ 1127855 h 5143785"/>
              <a:gd name="connsiteX31710" fmla="*/ 879158 w 3114960"/>
              <a:gd name="connsiteY31710" fmla="*/ 1128427 h 5143785"/>
              <a:gd name="connsiteX31711" fmla="*/ 883253 w 3114960"/>
              <a:gd name="connsiteY31711" fmla="*/ 1132523 h 5143785"/>
              <a:gd name="connsiteX31712" fmla="*/ 883253 w 3114960"/>
              <a:gd name="connsiteY31712" fmla="*/ 1138428 h 5143785"/>
              <a:gd name="connsiteX31713" fmla="*/ 2454688 w 3114960"/>
              <a:gd name="connsiteY31713" fmla="*/ 2879027 h 5143785"/>
              <a:gd name="connsiteX31714" fmla="*/ 2473738 w 3114960"/>
              <a:gd name="connsiteY31714" fmla="*/ 2879027 h 5143785"/>
              <a:gd name="connsiteX31715" fmla="*/ 2473738 w 3114960"/>
              <a:gd name="connsiteY31715" fmla="*/ 2883789 h 5143785"/>
              <a:gd name="connsiteX31716" fmla="*/ 2454688 w 3114960"/>
              <a:gd name="connsiteY31716" fmla="*/ 2883789 h 5143785"/>
              <a:gd name="connsiteX31717" fmla="*/ 2454688 w 3114960"/>
              <a:gd name="connsiteY31717" fmla="*/ 2879027 h 5143785"/>
              <a:gd name="connsiteX31718" fmla="*/ 1742218 w 3114960"/>
              <a:gd name="connsiteY31718" fmla="*/ 1736217 h 5143785"/>
              <a:gd name="connsiteX31719" fmla="*/ 1734407 w 3114960"/>
              <a:gd name="connsiteY31719" fmla="*/ 1729740 h 5143785"/>
              <a:gd name="connsiteX31720" fmla="*/ 1726216 w 3114960"/>
              <a:gd name="connsiteY31720" fmla="*/ 1737932 h 5143785"/>
              <a:gd name="connsiteX31721" fmla="*/ 1734407 w 3114960"/>
              <a:gd name="connsiteY31721" fmla="*/ 1746123 h 5143785"/>
              <a:gd name="connsiteX31722" fmla="*/ 1741932 w 3114960"/>
              <a:gd name="connsiteY31722" fmla="*/ 1741075 h 5143785"/>
              <a:gd name="connsiteX31723" fmla="*/ 1817751 w 3114960"/>
              <a:gd name="connsiteY31723" fmla="*/ 1741075 h 5143785"/>
              <a:gd name="connsiteX31724" fmla="*/ 1846421 w 3114960"/>
              <a:gd name="connsiteY31724" fmla="*/ 1698593 h 5143785"/>
              <a:gd name="connsiteX31725" fmla="*/ 1846707 w 3114960"/>
              <a:gd name="connsiteY31725" fmla="*/ 1698022 h 5143785"/>
              <a:gd name="connsiteX31726" fmla="*/ 1846802 w 3114960"/>
              <a:gd name="connsiteY31726" fmla="*/ 1608487 h 5143785"/>
              <a:gd name="connsiteX31727" fmla="*/ 1881950 w 3114960"/>
              <a:gd name="connsiteY31727" fmla="*/ 1564005 h 5143785"/>
              <a:gd name="connsiteX31728" fmla="*/ 1888427 w 3114960"/>
              <a:gd name="connsiteY31728" fmla="*/ 1565720 h 5143785"/>
              <a:gd name="connsiteX31729" fmla="*/ 1893951 w 3114960"/>
              <a:gd name="connsiteY31729" fmla="*/ 1564672 h 5143785"/>
              <a:gd name="connsiteX31730" fmla="*/ 1901952 w 3114960"/>
              <a:gd name="connsiteY31730" fmla="*/ 1545622 h 5143785"/>
              <a:gd name="connsiteX31731" fmla="*/ 1882902 w 3114960"/>
              <a:gd name="connsiteY31731" fmla="*/ 1537621 h 5143785"/>
              <a:gd name="connsiteX31732" fmla="*/ 1874901 w 3114960"/>
              <a:gd name="connsiteY31732" fmla="*/ 1556671 h 5143785"/>
              <a:gd name="connsiteX31733" fmla="*/ 1874901 w 3114960"/>
              <a:gd name="connsiteY31733" fmla="*/ 1556671 h 5143785"/>
              <a:gd name="connsiteX31734" fmla="*/ 1878044 w 3114960"/>
              <a:gd name="connsiteY31734" fmla="*/ 1561243 h 5143785"/>
              <a:gd name="connsiteX31735" fmla="*/ 1842516 w 3114960"/>
              <a:gd name="connsiteY31735" fmla="*/ 1606201 h 5143785"/>
              <a:gd name="connsiteX31736" fmla="*/ 1842040 w 3114960"/>
              <a:gd name="connsiteY31736" fmla="*/ 1606868 h 5143785"/>
              <a:gd name="connsiteX31737" fmla="*/ 1842040 w 3114960"/>
              <a:gd name="connsiteY31737" fmla="*/ 1607725 h 5143785"/>
              <a:gd name="connsiteX31738" fmla="*/ 1842230 w 3114960"/>
              <a:gd name="connsiteY31738" fmla="*/ 1696403 h 5143785"/>
              <a:gd name="connsiteX31739" fmla="*/ 1815275 w 3114960"/>
              <a:gd name="connsiteY31739" fmla="*/ 1736407 h 5143785"/>
              <a:gd name="connsiteX31740" fmla="*/ 1742218 w 3114960"/>
              <a:gd name="connsiteY31740" fmla="*/ 1736407 h 5143785"/>
              <a:gd name="connsiteX31741" fmla="*/ 1734407 w 3114960"/>
              <a:gd name="connsiteY31741" fmla="*/ 1743647 h 5143785"/>
              <a:gd name="connsiteX31742" fmla="*/ 1728597 w 3114960"/>
              <a:gd name="connsiteY31742" fmla="*/ 1737836 h 5143785"/>
              <a:gd name="connsiteX31743" fmla="*/ 1734407 w 3114960"/>
              <a:gd name="connsiteY31743" fmla="*/ 1732026 h 5143785"/>
              <a:gd name="connsiteX31744" fmla="*/ 1740218 w 3114960"/>
              <a:gd name="connsiteY31744" fmla="*/ 1737836 h 5143785"/>
              <a:gd name="connsiteX31745" fmla="*/ 1734407 w 3114960"/>
              <a:gd name="connsiteY31745" fmla="*/ 1743647 h 5143785"/>
              <a:gd name="connsiteX31746" fmla="*/ 1884712 w 3114960"/>
              <a:gd name="connsiteY31746" fmla="*/ 1541907 h 5143785"/>
              <a:gd name="connsiteX31747" fmla="*/ 1897475 w 3114960"/>
              <a:gd name="connsiteY31747" fmla="*/ 1547241 h 5143785"/>
              <a:gd name="connsiteX31748" fmla="*/ 1892141 w 3114960"/>
              <a:gd name="connsiteY31748" fmla="*/ 1560005 h 5143785"/>
              <a:gd name="connsiteX31749" fmla="*/ 1879378 w 3114960"/>
              <a:gd name="connsiteY31749" fmla="*/ 1554671 h 5143785"/>
              <a:gd name="connsiteX31750" fmla="*/ 1884712 w 3114960"/>
              <a:gd name="connsiteY31750" fmla="*/ 1541907 h 5143785"/>
              <a:gd name="connsiteX31751" fmla="*/ 1584389 w 3114960"/>
              <a:gd name="connsiteY31751" fmla="*/ 1469136 h 5143785"/>
              <a:gd name="connsiteX31752" fmla="*/ 1571149 w 3114960"/>
              <a:gd name="connsiteY31752" fmla="*/ 1469136 h 5143785"/>
              <a:gd name="connsiteX31753" fmla="*/ 1564862 w 3114960"/>
              <a:gd name="connsiteY31753" fmla="*/ 1475423 h 5143785"/>
              <a:gd name="connsiteX31754" fmla="*/ 1564862 w 3114960"/>
              <a:gd name="connsiteY31754" fmla="*/ 1488662 h 5143785"/>
              <a:gd name="connsiteX31755" fmla="*/ 1571149 w 3114960"/>
              <a:gd name="connsiteY31755" fmla="*/ 1494949 h 5143785"/>
              <a:gd name="connsiteX31756" fmla="*/ 1584389 w 3114960"/>
              <a:gd name="connsiteY31756" fmla="*/ 1494949 h 5143785"/>
              <a:gd name="connsiteX31757" fmla="*/ 1590675 w 3114960"/>
              <a:gd name="connsiteY31757" fmla="*/ 1488662 h 5143785"/>
              <a:gd name="connsiteX31758" fmla="*/ 1590675 w 3114960"/>
              <a:gd name="connsiteY31758" fmla="*/ 1485710 h 5143785"/>
              <a:gd name="connsiteX31759" fmla="*/ 1712119 w 3114960"/>
              <a:gd name="connsiteY31759" fmla="*/ 1485710 h 5143785"/>
              <a:gd name="connsiteX31760" fmla="*/ 1731264 w 3114960"/>
              <a:gd name="connsiteY31760" fmla="*/ 1507903 h 5143785"/>
              <a:gd name="connsiteX31761" fmla="*/ 1820609 w 3114960"/>
              <a:gd name="connsiteY31761" fmla="*/ 1507903 h 5143785"/>
              <a:gd name="connsiteX31762" fmla="*/ 1821466 w 3114960"/>
              <a:gd name="connsiteY31762" fmla="*/ 1511046 h 5143785"/>
              <a:gd name="connsiteX31763" fmla="*/ 1829276 w 3114960"/>
              <a:gd name="connsiteY31763" fmla="*/ 1518952 h 5143785"/>
              <a:gd name="connsiteX31764" fmla="*/ 1834896 w 3114960"/>
              <a:gd name="connsiteY31764" fmla="*/ 1520095 h 5143785"/>
              <a:gd name="connsiteX31765" fmla="*/ 1840421 w 3114960"/>
              <a:gd name="connsiteY31765" fmla="*/ 1519047 h 5143785"/>
              <a:gd name="connsiteX31766" fmla="*/ 1848326 w 3114960"/>
              <a:gd name="connsiteY31766" fmla="*/ 1511237 h 5143785"/>
              <a:gd name="connsiteX31767" fmla="*/ 1848326 w 3114960"/>
              <a:gd name="connsiteY31767" fmla="*/ 1500092 h 5143785"/>
              <a:gd name="connsiteX31768" fmla="*/ 1840516 w 3114960"/>
              <a:gd name="connsiteY31768" fmla="*/ 1492187 h 5143785"/>
              <a:gd name="connsiteX31769" fmla="*/ 1829372 w 3114960"/>
              <a:gd name="connsiteY31769" fmla="*/ 1492187 h 5143785"/>
              <a:gd name="connsiteX31770" fmla="*/ 1821466 w 3114960"/>
              <a:gd name="connsiteY31770" fmla="*/ 1499997 h 5143785"/>
              <a:gd name="connsiteX31771" fmla="*/ 1820609 w 3114960"/>
              <a:gd name="connsiteY31771" fmla="*/ 1503236 h 5143785"/>
              <a:gd name="connsiteX31772" fmla="*/ 1733455 w 3114960"/>
              <a:gd name="connsiteY31772" fmla="*/ 1503236 h 5143785"/>
              <a:gd name="connsiteX31773" fmla="*/ 1714310 w 3114960"/>
              <a:gd name="connsiteY31773" fmla="*/ 1481042 h 5143785"/>
              <a:gd name="connsiteX31774" fmla="*/ 1590675 w 3114960"/>
              <a:gd name="connsiteY31774" fmla="*/ 1481042 h 5143785"/>
              <a:gd name="connsiteX31775" fmla="*/ 1590675 w 3114960"/>
              <a:gd name="connsiteY31775" fmla="*/ 1475518 h 5143785"/>
              <a:gd name="connsiteX31776" fmla="*/ 1584389 w 3114960"/>
              <a:gd name="connsiteY31776" fmla="*/ 1469231 h 5143785"/>
              <a:gd name="connsiteX31777" fmla="*/ 1825847 w 3114960"/>
              <a:gd name="connsiteY31777" fmla="*/ 1501712 h 5143785"/>
              <a:gd name="connsiteX31778" fmla="*/ 1831181 w 3114960"/>
              <a:gd name="connsiteY31778" fmla="*/ 1496473 h 5143785"/>
              <a:gd name="connsiteX31779" fmla="*/ 1834896 w 3114960"/>
              <a:gd name="connsiteY31779" fmla="*/ 1495711 h 5143785"/>
              <a:gd name="connsiteX31780" fmla="*/ 1838706 w 3114960"/>
              <a:gd name="connsiteY31780" fmla="*/ 1496473 h 5143785"/>
              <a:gd name="connsiteX31781" fmla="*/ 1843945 w 3114960"/>
              <a:gd name="connsiteY31781" fmla="*/ 1501807 h 5143785"/>
              <a:gd name="connsiteX31782" fmla="*/ 1843945 w 3114960"/>
              <a:gd name="connsiteY31782" fmla="*/ 1509332 h 5143785"/>
              <a:gd name="connsiteX31783" fmla="*/ 1838611 w 3114960"/>
              <a:gd name="connsiteY31783" fmla="*/ 1514570 h 5143785"/>
              <a:gd name="connsiteX31784" fmla="*/ 1831086 w 3114960"/>
              <a:gd name="connsiteY31784" fmla="*/ 1514570 h 5143785"/>
              <a:gd name="connsiteX31785" fmla="*/ 1825847 w 3114960"/>
              <a:gd name="connsiteY31785" fmla="*/ 1509236 h 5143785"/>
              <a:gd name="connsiteX31786" fmla="*/ 1825847 w 3114960"/>
              <a:gd name="connsiteY31786" fmla="*/ 1501712 h 5143785"/>
              <a:gd name="connsiteX31787" fmla="*/ 2416588 w 3114960"/>
              <a:gd name="connsiteY31787" fmla="*/ 2879027 h 5143785"/>
              <a:gd name="connsiteX31788" fmla="*/ 2435638 w 3114960"/>
              <a:gd name="connsiteY31788" fmla="*/ 2879027 h 5143785"/>
              <a:gd name="connsiteX31789" fmla="*/ 2435638 w 3114960"/>
              <a:gd name="connsiteY31789" fmla="*/ 2883789 h 5143785"/>
              <a:gd name="connsiteX31790" fmla="*/ 2416588 w 3114960"/>
              <a:gd name="connsiteY31790" fmla="*/ 2883789 h 5143785"/>
              <a:gd name="connsiteX31791" fmla="*/ 2416588 w 3114960"/>
              <a:gd name="connsiteY31791" fmla="*/ 2879027 h 5143785"/>
              <a:gd name="connsiteX31792" fmla="*/ 2426399 w 3114960"/>
              <a:gd name="connsiteY31792" fmla="*/ 2760726 h 5143785"/>
              <a:gd name="connsiteX31793" fmla="*/ 2426399 w 3114960"/>
              <a:gd name="connsiteY31793" fmla="*/ 2741962 h 5143785"/>
              <a:gd name="connsiteX31794" fmla="*/ 2430209 w 3114960"/>
              <a:gd name="connsiteY31794" fmla="*/ 2738152 h 5143785"/>
              <a:gd name="connsiteX31795" fmla="*/ 2448973 w 3114960"/>
              <a:gd name="connsiteY31795" fmla="*/ 2738152 h 5143785"/>
              <a:gd name="connsiteX31796" fmla="*/ 2452783 w 3114960"/>
              <a:gd name="connsiteY31796" fmla="*/ 2741962 h 5143785"/>
              <a:gd name="connsiteX31797" fmla="*/ 2452783 w 3114960"/>
              <a:gd name="connsiteY31797" fmla="*/ 2760726 h 5143785"/>
              <a:gd name="connsiteX31798" fmla="*/ 2448973 w 3114960"/>
              <a:gd name="connsiteY31798" fmla="*/ 2764536 h 5143785"/>
              <a:gd name="connsiteX31799" fmla="*/ 2430209 w 3114960"/>
              <a:gd name="connsiteY31799" fmla="*/ 2764536 h 5143785"/>
              <a:gd name="connsiteX31800" fmla="*/ 2426399 w 3114960"/>
              <a:gd name="connsiteY31800" fmla="*/ 2760726 h 5143785"/>
              <a:gd name="connsiteX31801" fmla="*/ 2861501 w 3114960"/>
              <a:gd name="connsiteY31801" fmla="*/ 751523 h 5143785"/>
              <a:gd name="connsiteX31802" fmla="*/ 2861501 w 3114960"/>
              <a:gd name="connsiteY31802" fmla="*/ 643223 h 5143785"/>
              <a:gd name="connsiteX31803" fmla="*/ 2854357 w 3114960"/>
              <a:gd name="connsiteY31803" fmla="*/ 643223 h 5143785"/>
              <a:gd name="connsiteX31804" fmla="*/ 2854357 w 3114960"/>
              <a:gd name="connsiteY31804" fmla="*/ 752761 h 5143785"/>
              <a:gd name="connsiteX31805" fmla="*/ 2855119 w 3114960"/>
              <a:gd name="connsiteY31805" fmla="*/ 755047 h 5143785"/>
              <a:gd name="connsiteX31806" fmla="*/ 2880551 w 3114960"/>
              <a:gd name="connsiteY31806" fmla="*/ 786289 h 5143785"/>
              <a:gd name="connsiteX31807" fmla="*/ 2875884 w 3114960"/>
              <a:gd name="connsiteY31807" fmla="*/ 799148 h 5143785"/>
              <a:gd name="connsiteX31808" fmla="*/ 2896457 w 3114960"/>
              <a:gd name="connsiteY31808" fmla="*/ 819722 h 5143785"/>
              <a:gd name="connsiteX31809" fmla="*/ 2906173 w 3114960"/>
              <a:gd name="connsiteY31809" fmla="*/ 817150 h 5143785"/>
              <a:gd name="connsiteX31810" fmla="*/ 2922746 w 3114960"/>
              <a:gd name="connsiteY31810" fmla="*/ 837438 h 5143785"/>
              <a:gd name="connsiteX31811" fmla="*/ 2922746 w 3114960"/>
              <a:gd name="connsiteY31811" fmla="*/ 974027 h 5143785"/>
              <a:gd name="connsiteX31812" fmla="*/ 2923985 w 3114960"/>
              <a:gd name="connsiteY31812" fmla="*/ 976694 h 5143785"/>
              <a:gd name="connsiteX31813" fmla="*/ 2948369 w 3114960"/>
              <a:gd name="connsiteY31813" fmla="*/ 997839 h 5143785"/>
              <a:gd name="connsiteX31814" fmla="*/ 2948369 w 3114960"/>
              <a:gd name="connsiteY31814" fmla="*/ 1219772 h 5143785"/>
              <a:gd name="connsiteX31815" fmla="*/ 2901696 w 3114960"/>
              <a:gd name="connsiteY31815" fmla="*/ 1265206 h 5143785"/>
              <a:gd name="connsiteX31816" fmla="*/ 2660047 w 3114960"/>
              <a:gd name="connsiteY31816" fmla="*/ 1268540 h 5143785"/>
              <a:gd name="connsiteX31817" fmla="*/ 2545366 w 3114960"/>
              <a:gd name="connsiteY31817" fmla="*/ 1268540 h 5143785"/>
              <a:gd name="connsiteX31818" fmla="*/ 2532507 w 3114960"/>
              <a:gd name="connsiteY31818" fmla="*/ 1250442 h 5143785"/>
              <a:gd name="connsiteX31819" fmla="*/ 2529554 w 3114960"/>
              <a:gd name="connsiteY31819" fmla="*/ 1248918 h 5143785"/>
              <a:gd name="connsiteX31820" fmla="*/ 2357819 w 3114960"/>
              <a:gd name="connsiteY31820" fmla="*/ 1248918 h 5143785"/>
              <a:gd name="connsiteX31821" fmla="*/ 2355437 w 3114960"/>
              <a:gd name="connsiteY31821" fmla="*/ 1249775 h 5143785"/>
              <a:gd name="connsiteX31822" fmla="*/ 2338673 w 3114960"/>
              <a:gd name="connsiteY31822" fmla="*/ 1264730 h 5143785"/>
              <a:gd name="connsiteX31823" fmla="*/ 2337435 w 3114960"/>
              <a:gd name="connsiteY31823" fmla="*/ 1267397 h 5143785"/>
              <a:gd name="connsiteX31824" fmla="*/ 2337435 w 3114960"/>
              <a:gd name="connsiteY31824" fmla="*/ 1352264 h 5143785"/>
              <a:gd name="connsiteX31825" fmla="*/ 2338769 w 3114960"/>
              <a:gd name="connsiteY31825" fmla="*/ 1355122 h 5143785"/>
              <a:gd name="connsiteX31826" fmla="*/ 2361438 w 3114960"/>
              <a:gd name="connsiteY31826" fmla="*/ 1372743 h 5143785"/>
              <a:gd name="connsiteX31827" fmla="*/ 2361438 w 3114960"/>
              <a:gd name="connsiteY31827" fmla="*/ 1385983 h 5143785"/>
              <a:gd name="connsiteX31828" fmla="*/ 2367344 w 3114960"/>
              <a:gd name="connsiteY31828" fmla="*/ 1391888 h 5143785"/>
              <a:gd name="connsiteX31829" fmla="*/ 2409539 w 3114960"/>
              <a:gd name="connsiteY31829" fmla="*/ 1391888 h 5143785"/>
              <a:gd name="connsiteX31830" fmla="*/ 2416207 w 3114960"/>
              <a:gd name="connsiteY31830" fmla="*/ 1385221 h 5143785"/>
              <a:gd name="connsiteX31831" fmla="*/ 2416207 w 3114960"/>
              <a:gd name="connsiteY31831" fmla="*/ 1343787 h 5143785"/>
              <a:gd name="connsiteX31832" fmla="*/ 2409539 w 3114960"/>
              <a:gd name="connsiteY31832" fmla="*/ 1337120 h 5143785"/>
              <a:gd name="connsiteX31833" fmla="*/ 2368106 w 3114960"/>
              <a:gd name="connsiteY31833" fmla="*/ 1337120 h 5143785"/>
              <a:gd name="connsiteX31834" fmla="*/ 2361438 w 3114960"/>
              <a:gd name="connsiteY31834" fmla="*/ 1343787 h 5143785"/>
              <a:gd name="connsiteX31835" fmla="*/ 2361438 w 3114960"/>
              <a:gd name="connsiteY31835" fmla="*/ 1363694 h 5143785"/>
              <a:gd name="connsiteX31836" fmla="*/ 2344579 w 3114960"/>
              <a:gd name="connsiteY31836" fmla="*/ 1350550 h 5143785"/>
              <a:gd name="connsiteX31837" fmla="*/ 2344579 w 3114960"/>
              <a:gd name="connsiteY31837" fmla="*/ 1269016 h 5143785"/>
              <a:gd name="connsiteX31838" fmla="*/ 2359152 w 3114960"/>
              <a:gd name="connsiteY31838" fmla="*/ 1256062 h 5143785"/>
              <a:gd name="connsiteX31839" fmla="*/ 2527745 w 3114960"/>
              <a:gd name="connsiteY31839" fmla="*/ 1256062 h 5143785"/>
              <a:gd name="connsiteX31840" fmla="*/ 2540603 w 3114960"/>
              <a:gd name="connsiteY31840" fmla="*/ 1274159 h 5143785"/>
              <a:gd name="connsiteX31841" fmla="*/ 2543556 w 3114960"/>
              <a:gd name="connsiteY31841" fmla="*/ 1275683 h 5143785"/>
              <a:gd name="connsiteX31842" fmla="*/ 2660142 w 3114960"/>
              <a:gd name="connsiteY31842" fmla="*/ 1275683 h 5143785"/>
              <a:gd name="connsiteX31843" fmla="*/ 2903315 w 3114960"/>
              <a:gd name="connsiteY31843" fmla="*/ 1272350 h 5143785"/>
              <a:gd name="connsiteX31844" fmla="*/ 2905792 w 3114960"/>
              <a:gd name="connsiteY31844" fmla="*/ 1271302 h 5143785"/>
              <a:gd name="connsiteX31845" fmla="*/ 2954560 w 3114960"/>
              <a:gd name="connsiteY31845" fmla="*/ 1223772 h 5143785"/>
              <a:gd name="connsiteX31846" fmla="*/ 2955608 w 3114960"/>
              <a:gd name="connsiteY31846" fmla="*/ 1221200 h 5143785"/>
              <a:gd name="connsiteX31847" fmla="*/ 2955608 w 3114960"/>
              <a:gd name="connsiteY31847" fmla="*/ 996125 h 5143785"/>
              <a:gd name="connsiteX31848" fmla="*/ 2954369 w 3114960"/>
              <a:gd name="connsiteY31848" fmla="*/ 993458 h 5143785"/>
              <a:gd name="connsiteX31849" fmla="*/ 2929985 w 3114960"/>
              <a:gd name="connsiteY31849" fmla="*/ 972312 h 5143785"/>
              <a:gd name="connsiteX31850" fmla="*/ 2929985 w 3114960"/>
              <a:gd name="connsiteY31850" fmla="*/ 836104 h 5143785"/>
              <a:gd name="connsiteX31851" fmla="*/ 2929128 w 3114960"/>
              <a:gd name="connsiteY31851" fmla="*/ 833819 h 5143785"/>
              <a:gd name="connsiteX31852" fmla="*/ 2911793 w 3114960"/>
              <a:gd name="connsiteY31852" fmla="*/ 812673 h 5143785"/>
              <a:gd name="connsiteX31853" fmla="*/ 2917031 w 3114960"/>
              <a:gd name="connsiteY31853" fmla="*/ 799052 h 5143785"/>
              <a:gd name="connsiteX31854" fmla="*/ 2896457 w 3114960"/>
              <a:gd name="connsiteY31854" fmla="*/ 778478 h 5143785"/>
              <a:gd name="connsiteX31855" fmla="*/ 2885885 w 3114960"/>
              <a:gd name="connsiteY31855" fmla="*/ 781526 h 5143785"/>
              <a:gd name="connsiteX31856" fmla="*/ 2861405 w 3114960"/>
              <a:gd name="connsiteY31856" fmla="*/ 751427 h 5143785"/>
              <a:gd name="connsiteX31857" fmla="*/ 2366201 w 3114960"/>
              <a:gd name="connsiteY31857" fmla="*/ 1343882 h 5143785"/>
              <a:gd name="connsiteX31858" fmla="*/ 2368106 w 3114960"/>
              <a:gd name="connsiteY31858" fmla="*/ 1341977 h 5143785"/>
              <a:gd name="connsiteX31859" fmla="*/ 2409539 w 3114960"/>
              <a:gd name="connsiteY31859" fmla="*/ 1341977 h 5143785"/>
              <a:gd name="connsiteX31860" fmla="*/ 2411444 w 3114960"/>
              <a:gd name="connsiteY31860" fmla="*/ 1343882 h 5143785"/>
              <a:gd name="connsiteX31861" fmla="*/ 2411444 w 3114960"/>
              <a:gd name="connsiteY31861" fmla="*/ 1385316 h 5143785"/>
              <a:gd name="connsiteX31862" fmla="*/ 2409539 w 3114960"/>
              <a:gd name="connsiteY31862" fmla="*/ 1387221 h 5143785"/>
              <a:gd name="connsiteX31863" fmla="*/ 2367344 w 3114960"/>
              <a:gd name="connsiteY31863" fmla="*/ 1387221 h 5143785"/>
              <a:gd name="connsiteX31864" fmla="*/ 2366201 w 3114960"/>
              <a:gd name="connsiteY31864" fmla="*/ 1386078 h 5143785"/>
              <a:gd name="connsiteX31865" fmla="*/ 2366201 w 3114960"/>
              <a:gd name="connsiteY31865" fmla="*/ 1343882 h 5143785"/>
              <a:gd name="connsiteX31866" fmla="*/ 2896457 w 3114960"/>
              <a:gd name="connsiteY31866" fmla="*/ 785717 h 5143785"/>
              <a:gd name="connsiteX31867" fmla="*/ 2909888 w 3114960"/>
              <a:gd name="connsiteY31867" fmla="*/ 799148 h 5143785"/>
              <a:gd name="connsiteX31868" fmla="*/ 2904839 w 3114960"/>
              <a:gd name="connsiteY31868" fmla="*/ 809530 h 5143785"/>
              <a:gd name="connsiteX31869" fmla="*/ 2903887 w 3114960"/>
              <a:gd name="connsiteY31869" fmla="*/ 810292 h 5143785"/>
              <a:gd name="connsiteX31870" fmla="*/ 2896457 w 3114960"/>
              <a:gd name="connsiteY31870" fmla="*/ 812578 h 5143785"/>
              <a:gd name="connsiteX31871" fmla="*/ 2883027 w 3114960"/>
              <a:gd name="connsiteY31871" fmla="*/ 799148 h 5143785"/>
              <a:gd name="connsiteX31872" fmla="*/ 2896457 w 3114960"/>
              <a:gd name="connsiteY31872" fmla="*/ 785717 h 5143785"/>
              <a:gd name="connsiteX31873" fmla="*/ 3107150 w 3114960"/>
              <a:gd name="connsiteY31873" fmla="*/ 2440115 h 5143785"/>
              <a:gd name="connsiteX31874" fmla="*/ 3114770 w 3114960"/>
              <a:gd name="connsiteY31874" fmla="*/ 2440115 h 5143785"/>
              <a:gd name="connsiteX31875" fmla="*/ 3114770 w 3114960"/>
              <a:gd name="connsiteY31875" fmla="*/ 2447259 h 5143785"/>
              <a:gd name="connsiteX31876" fmla="*/ 3107150 w 3114960"/>
              <a:gd name="connsiteY31876" fmla="*/ 2447259 h 5143785"/>
              <a:gd name="connsiteX31877" fmla="*/ 3107150 w 3114960"/>
              <a:gd name="connsiteY31877" fmla="*/ 2440115 h 5143785"/>
              <a:gd name="connsiteX31878" fmla="*/ 3008757 w 3114960"/>
              <a:gd name="connsiteY31878" fmla="*/ 2367915 h 5143785"/>
              <a:gd name="connsiteX31879" fmla="*/ 3028855 w 3114960"/>
              <a:gd name="connsiteY31879" fmla="*/ 2367915 h 5143785"/>
              <a:gd name="connsiteX31880" fmla="*/ 3034855 w 3114960"/>
              <a:gd name="connsiteY31880" fmla="*/ 2373916 h 5143785"/>
              <a:gd name="connsiteX31881" fmla="*/ 3034855 w 3114960"/>
              <a:gd name="connsiteY31881" fmla="*/ 2382298 h 5143785"/>
              <a:gd name="connsiteX31882" fmla="*/ 3042095 w 3114960"/>
              <a:gd name="connsiteY31882" fmla="*/ 2382298 h 5143785"/>
              <a:gd name="connsiteX31883" fmla="*/ 3042095 w 3114960"/>
              <a:gd name="connsiteY31883" fmla="*/ 2389442 h 5143785"/>
              <a:gd name="connsiteX31884" fmla="*/ 3034855 w 3114960"/>
              <a:gd name="connsiteY31884" fmla="*/ 2389442 h 5143785"/>
              <a:gd name="connsiteX31885" fmla="*/ 3034855 w 3114960"/>
              <a:gd name="connsiteY31885" fmla="*/ 2394014 h 5143785"/>
              <a:gd name="connsiteX31886" fmla="*/ 3028855 w 3114960"/>
              <a:gd name="connsiteY31886" fmla="*/ 2400014 h 5143785"/>
              <a:gd name="connsiteX31887" fmla="*/ 3008757 w 3114960"/>
              <a:gd name="connsiteY31887" fmla="*/ 2400014 h 5143785"/>
              <a:gd name="connsiteX31888" fmla="*/ 3002756 w 3114960"/>
              <a:gd name="connsiteY31888" fmla="*/ 2394014 h 5143785"/>
              <a:gd name="connsiteX31889" fmla="*/ 3002756 w 3114960"/>
              <a:gd name="connsiteY31889" fmla="*/ 2373916 h 5143785"/>
              <a:gd name="connsiteX31890" fmla="*/ 3008757 w 3114960"/>
              <a:gd name="connsiteY31890" fmla="*/ 2367915 h 5143785"/>
              <a:gd name="connsiteX31891" fmla="*/ 1545622 w 3114960"/>
              <a:gd name="connsiteY31891" fmla="*/ 2965990 h 5143785"/>
              <a:gd name="connsiteX31892" fmla="*/ 1528953 w 3114960"/>
              <a:gd name="connsiteY31892" fmla="*/ 2982373 h 5143785"/>
              <a:gd name="connsiteX31893" fmla="*/ 1527524 w 3114960"/>
              <a:gd name="connsiteY31893" fmla="*/ 2982087 h 5143785"/>
              <a:gd name="connsiteX31894" fmla="*/ 1515047 w 3114960"/>
              <a:gd name="connsiteY31894" fmla="*/ 2982087 h 5143785"/>
              <a:gd name="connsiteX31895" fmla="*/ 1509522 w 3114960"/>
              <a:gd name="connsiteY31895" fmla="*/ 2987612 h 5143785"/>
              <a:gd name="connsiteX31896" fmla="*/ 1509522 w 3114960"/>
              <a:gd name="connsiteY31896" fmla="*/ 3000089 h 5143785"/>
              <a:gd name="connsiteX31897" fmla="*/ 1515047 w 3114960"/>
              <a:gd name="connsiteY31897" fmla="*/ 3005614 h 5143785"/>
              <a:gd name="connsiteX31898" fmla="*/ 1527524 w 3114960"/>
              <a:gd name="connsiteY31898" fmla="*/ 3005614 h 5143785"/>
              <a:gd name="connsiteX31899" fmla="*/ 1533049 w 3114960"/>
              <a:gd name="connsiteY31899" fmla="*/ 3000089 h 5143785"/>
              <a:gd name="connsiteX31900" fmla="*/ 1533049 w 3114960"/>
              <a:gd name="connsiteY31900" fmla="*/ 2987612 h 5143785"/>
              <a:gd name="connsiteX31901" fmla="*/ 1532573 w 3114960"/>
              <a:gd name="connsiteY31901" fmla="*/ 2985421 h 5143785"/>
              <a:gd name="connsiteX31902" fmla="*/ 1547527 w 3114960"/>
              <a:gd name="connsiteY31902" fmla="*/ 2970752 h 5143785"/>
              <a:gd name="connsiteX31903" fmla="*/ 1650778 w 3114960"/>
              <a:gd name="connsiteY31903" fmla="*/ 2971038 h 5143785"/>
              <a:gd name="connsiteX31904" fmla="*/ 1660684 w 3114960"/>
              <a:gd name="connsiteY31904" fmla="*/ 2980087 h 5143785"/>
              <a:gd name="connsiteX31905" fmla="*/ 1717453 w 3114960"/>
              <a:gd name="connsiteY31905" fmla="*/ 2980087 h 5143785"/>
              <a:gd name="connsiteX31906" fmla="*/ 1727740 w 3114960"/>
              <a:gd name="connsiteY31906" fmla="*/ 2987707 h 5143785"/>
              <a:gd name="connsiteX31907" fmla="*/ 1738694 w 3114960"/>
              <a:gd name="connsiteY31907" fmla="*/ 2976753 h 5143785"/>
              <a:gd name="connsiteX31908" fmla="*/ 1727740 w 3114960"/>
              <a:gd name="connsiteY31908" fmla="*/ 2965799 h 5143785"/>
              <a:gd name="connsiteX31909" fmla="*/ 1717167 w 3114960"/>
              <a:gd name="connsiteY31909" fmla="*/ 2975229 h 5143785"/>
              <a:gd name="connsiteX31910" fmla="*/ 1662589 w 3114960"/>
              <a:gd name="connsiteY31910" fmla="*/ 2975229 h 5143785"/>
              <a:gd name="connsiteX31911" fmla="*/ 1652683 w 3114960"/>
              <a:gd name="connsiteY31911" fmla="*/ 2966085 h 5143785"/>
              <a:gd name="connsiteX31912" fmla="*/ 1546670 w 3114960"/>
              <a:gd name="connsiteY31912" fmla="*/ 2965799 h 5143785"/>
              <a:gd name="connsiteX31913" fmla="*/ 1545717 w 3114960"/>
              <a:gd name="connsiteY31913" fmla="*/ 2965799 h 5143785"/>
              <a:gd name="connsiteX31914" fmla="*/ 1528382 w 3114960"/>
              <a:gd name="connsiteY31914" fmla="*/ 3000185 h 5143785"/>
              <a:gd name="connsiteX31915" fmla="*/ 1527620 w 3114960"/>
              <a:gd name="connsiteY31915" fmla="*/ 3000947 h 5143785"/>
              <a:gd name="connsiteX31916" fmla="*/ 1515142 w 3114960"/>
              <a:gd name="connsiteY31916" fmla="*/ 3000947 h 5143785"/>
              <a:gd name="connsiteX31917" fmla="*/ 1514380 w 3114960"/>
              <a:gd name="connsiteY31917" fmla="*/ 3000185 h 5143785"/>
              <a:gd name="connsiteX31918" fmla="*/ 1514380 w 3114960"/>
              <a:gd name="connsiteY31918" fmla="*/ 2987707 h 5143785"/>
              <a:gd name="connsiteX31919" fmla="*/ 1515142 w 3114960"/>
              <a:gd name="connsiteY31919" fmla="*/ 2986945 h 5143785"/>
              <a:gd name="connsiteX31920" fmla="*/ 1527620 w 3114960"/>
              <a:gd name="connsiteY31920" fmla="*/ 2986945 h 5143785"/>
              <a:gd name="connsiteX31921" fmla="*/ 1528382 w 3114960"/>
              <a:gd name="connsiteY31921" fmla="*/ 2987707 h 5143785"/>
              <a:gd name="connsiteX31922" fmla="*/ 1528382 w 3114960"/>
              <a:gd name="connsiteY31922" fmla="*/ 3000185 h 5143785"/>
              <a:gd name="connsiteX31923" fmla="*/ 1727835 w 3114960"/>
              <a:gd name="connsiteY31923" fmla="*/ 2970752 h 5143785"/>
              <a:gd name="connsiteX31924" fmla="*/ 1734026 w 3114960"/>
              <a:gd name="connsiteY31924" fmla="*/ 2976944 h 5143785"/>
              <a:gd name="connsiteX31925" fmla="*/ 1727835 w 3114960"/>
              <a:gd name="connsiteY31925" fmla="*/ 2983135 h 5143785"/>
              <a:gd name="connsiteX31926" fmla="*/ 1721644 w 3114960"/>
              <a:gd name="connsiteY31926" fmla="*/ 2976944 h 5143785"/>
              <a:gd name="connsiteX31927" fmla="*/ 1727835 w 3114960"/>
              <a:gd name="connsiteY31927" fmla="*/ 2970752 h 5143785"/>
              <a:gd name="connsiteX31928" fmla="*/ 3088100 w 3114960"/>
              <a:gd name="connsiteY31928" fmla="*/ 2440019 h 5143785"/>
              <a:gd name="connsiteX31929" fmla="*/ 3097625 w 3114960"/>
              <a:gd name="connsiteY31929" fmla="*/ 2440019 h 5143785"/>
              <a:gd name="connsiteX31930" fmla="*/ 3097625 w 3114960"/>
              <a:gd name="connsiteY31930" fmla="*/ 2447163 h 5143785"/>
              <a:gd name="connsiteX31931" fmla="*/ 3088100 w 3114960"/>
              <a:gd name="connsiteY31931" fmla="*/ 2447163 h 5143785"/>
              <a:gd name="connsiteX31932" fmla="*/ 3088100 w 3114960"/>
              <a:gd name="connsiteY31932" fmla="*/ 2440019 h 5143785"/>
              <a:gd name="connsiteX31933" fmla="*/ 2174081 w 3114960"/>
              <a:gd name="connsiteY31933" fmla="*/ 2996470 h 5143785"/>
              <a:gd name="connsiteX31934" fmla="*/ 2169319 w 3114960"/>
              <a:gd name="connsiteY31934" fmla="*/ 2996470 h 5143785"/>
              <a:gd name="connsiteX31935" fmla="*/ 2169319 w 3114960"/>
              <a:gd name="connsiteY31935" fmla="*/ 2977420 h 5143785"/>
              <a:gd name="connsiteX31936" fmla="*/ 2174081 w 3114960"/>
              <a:gd name="connsiteY31936" fmla="*/ 2977420 h 5143785"/>
              <a:gd name="connsiteX31937" fmla="*/ 2174081 w 3114960"/>
              <a:gd name="connsiteY31937" fmla="*/ 2996470 h 5143785"/>
              <a:gd name="connsiteX31938" fmla="*/ 3069050 w 3114960"/>
              <a:gd name="connsiteY31938" fmla="*/ 2440019 h 5143785"/>
              <a:gd name="connsiteX31939" fmla="*/ 3078575 w 3114960"/>
              <a:gd name="connsiteY31939" fmla="*/ 2440019 h 5143785"/>
              <a:gd name="connsiteX31940" fmla="*/ 3078575 w 3114960"/>
              <a:gd name="connsiteY31940" fmla="*/ 2447163 h 5143785"/>
              <a:gd name="connsiteX31941" fmla="*/ 3069050 w 3114960"/>
              <a:gd name="connsiteY31941" fmla="*/ 2447163 h 5143785"/>
              <a:gd name="connsiteX31942" fmla="*/ 3069050 w 3114960"/>
              <a:gd name="connsiteY31942" fmla="*/ 2440019 h 5143785"/>
              <a:gd name="connsiteX31943" fmla="*/ 3061145 w 3114960"/>
              <a:gd name="connsiteY31943" fmla="*/ 2389442 h 5143785"/>
              <a:gd name="connsiteX31944" fmla="*/ 3051620 w 3114960"/>
              <a:gd name="connsiteY31944" fmla="*/ 2389442 h 5143785"/>
              <a:gd name="connsiteX31945" fmla="*/ 3051620 w 3114960"/>
              <a:gd name="connsiteY31945" fmla="*/ 2382298 h 5143785"/>
              <a:gd name="connsiteX31946" fmla="*/ 3061145 w 3114960"/>
              <a:gd name="connsiteY31946" fmla="*/ 2382298 h 5143785"/>
              <a:gd name="connsiteX31947" fmla="*/ 3061145 w 3114960"/>
              <a:gd name="connsiteY31947" fmla="*/ 2389442 h 5143785"/>
              <a:gd name="connsiteX31948" fmla="*/ 3080195 w 3114960"/>
              <a:gd name="connsiteY31948" fmla="*/ 2389442 h 5143785"/>
              <a:gd name="connsiteX31949" fmla="*/ 3070670 w 3114960"/>
              <a:gd name="connsiteY31949" fmla="*/ 2389442 h 5143785"/>
              <a:gd name="connsiteX31950" fmla="*/ 3070670 w 3114960"/>
              <a:gd name="connsiteY31950" fmla="*/ 2382298 h 5143785"/>
              <a:gd name="connsiteX31951" fmla="*/ 3080195 w 3114960"/>
              <a:gd name="connsiteY31951" fmla="*/ 2382298 h 5143785"/>
              <a:gd name="connsiteX31952" fmla="*/ 3080195 w 3114960"/>
              <a:gd name="connsiteY31952" fmla="*/ 2389442 h 5143785"/>
              <a:gd name="connsiteX31953" fmla="*/ 3084005 w 3114960"/>
              <a:gd name="connsiteY31953" fmla="*/ 2176367 h 5143785"/>
              <a:gd name="connsiteX31954" fmla="*/ 3084005 w 3114960"/>
              <a:gd name="connsiteY31954" fmla="*/ 2179606 h 5143785"/>
              <a:gd name="connsiteX31955" fmla="*/ 3114770 w 3114960"/>
              <a:gd name="connsiteY31955" fmla="*/ 2179606 h 5143785"/>
              <a:gd name="connsiteX31956" fmla="*/ 3114770 w 3114960"/>
              <a:gd name="connsiteY31956" fmla="*/ 2183797 h 5143785"/>
              <a:gd name="connsiteX31957" fmla="*/ 3084005 w 3114960"/>
              <a:gd name="connsiteY31957" fmla="*/ 2183797 h 5143785"/>
              <a:gd name="connsiteX31958" fmla="*/ 3084005 w 3114960"/>
              <a:gd name="connsiteY31958" fmla="*/ 2187035 h 5143785"/>
              <a:gd name="connsiteX31959" fmla="*/ 3079242 w 3114960"/>
              <a:gd name="connsiteY31959" fmla="*/ 2191798 h 5143785"/>
              <a:gd name="connsiteX31960" fmla="*/ 3068669 w 3114960"/>
              <a:gd name="connsiteY31960" fmla="*/ 2191798 h 5143785"/>
              <a:gd name="connsiteX31961" fmla="*/ 3063907 w 3114960"/>
              <a:gd name="connsiteY31961" fmla="*/ 2187035 h 5143785"/>
              <a:gd name="connsiteX31962" fmla="*/ 3063907 w 3114960"/>
              <a:gd name="connsiteY31962" fmla="*/ 2176463 h 5143785"/>
              <a:gd name="connsiteX31963" fmla="*/ 3068669 w 3114960"/>
              <a:gd name="connsiteY31963" fmla="*/ 2171700 h 5143785"/>
              <a:gd name="connsiteX31964" fmla="*/ 3079242 w 3114960"/>
              <a:gd name="connsiteY31964" fmla="*/ 2171700 h 5143785"/>
              <a:gd name="connsiteX31965" fmla="*/ 3084005 w 3114960"/>
              <a:gd name="connsiteY31965" fmla="*/ 2176463 h 5143785"/>
              <a:gd name="connsiteX31966" fmla="*/ 3108770 w 3114960"/>
              <a:gd name="connsiteY31966" fmla="*/ 2382298 h 5143785"/>
              <a:gd name="connsiteX31967" fmla="*/ 3114770 w 3114960"/>
              <a:gd name="connsiteY31967" fmla="*/ 2382298 h 5143785"/>
              <a:gd name="connsiteX31968" fmla="*/ 3114770 w 3114960"/>
              <a:gd name="connsiteY31968" fmla="*/ 2389442 h 5143785"/>
              <a:gd name="connsiteX31969" fmla="*/ 3108770 w 3114960"/>
              <a:gd name="connsiteY31969" fmla="*/ 2389442 h 5143785"/>
              <a:gd name="connsiteX31970" fmla="*/ 3108770 w 3114960"/>
              <a:gd name="connsiteY31970" fmla="*/ 2382298 h 5143785"/>
              <a:gd name="connsiteX31971" fmla="*/ 3067907 w 3114960"/>
              <a:gd name="connsiteY31971" fmla="*/ 2311527 h 5143785"/>
              <a:gd name="connsiteX31972" fmla="*/ 3079337 w 3114960"/>
              <a:gd name="connsiteY31972" fmla="*/ 2302002 h 5143785"/>
              <a:gd name="connsiteX31973" fmla="*/ 3114770 w 3114960"/>
              <a:gd name="connsiteY31973" fmla="*/ 2302002 h 5143785"/>
              <a:gd name="connsiteX31974" fmla="*/ 3114770 w 3114960"/>
              <a:gd name="connsiteY31974" fmla="*/ 2268569 h 5143785"/>
              <a:gd name="connsiteX31975" fmla="*/ 3072575 w 3114960"/>
              <a:gd name="connsiteY31975" fmla="*/ 2229422 h 5143785"/>
              <a:gd name="connsiteX31976" fmla="*/ 3075909 w 3114960"/>
              <a:gd name="connsiteY31976" fmla="*/ 2221135 h 5143785"/>
              <a:gd name="connsiteX31977" fmla="*/ 3063240 w 3114960"/>
              <a:gd name="connsiteY31977" fmla="*/ 2208467 h 5143785"/>
              <a:gd name="connsiteX31978" fmla="*/ 3050572 w 3114960"/>
              <a:gd name="connsiteY31978" fmla="*/ 2221135 h 5143785"/>
              <a:gd name="connsiteX31979" fmla="*/ 3063240 w 3114960"/>
              <a:gd name="connsiteY31979" fmla="*/ 2233803 h 5143785"/>
              <a:gd name="connsiteX31980" fmla="*/ 3068765 w 3114960"/>
              <a:gd name="connsiteY31980" fmla="*/ 2232374 h 5143785"/>
              <a:gd name="connsiteX31981" fmla="*/ 3114675 w 3114960"/>
              <a:gd name="connsiteY31981" fmla="*/ 2275046 h 5143785"/>
              <a:gd name="connsiteX31982" fmla="*/ 3114675 w 3114960"/>
              <a:gd name="connsiteY31982" fmla="*/ 2297335 h 5143785"/>
              <a:gd name="connsiteX31983" fmla="*/ 3079337 w 3114960"/>
              <a:gd name="connsiteY31983" fmla="*/ 2297335 h 5143785"/>
              <a:gd name="connsiteX31984" fmla="*/ 3067907 w 3114960"/>
              <a:gd name="connsiteY31984" fmla="*/ 2287810 h 5143785"/>
              <a:gd name="connsiteX31985" fmla="*/ 3056001 w 3114960"/>
              <a:gd name="connsiteY31985" fmla="*/ 2299716 h 5143785"/>
              <a:gd name="connsiteX31986" fmla="*/ 3067907 w 3114960"/>
              <a:gd name="connsiteY31986" fmla="*/ 2311622 h 5143785"/>
              <a:gd name="connsiteX31987" fmla="*/ 3063240 w 3114960"/>
              <a:gd name="connsiteY31987" fmla="*/ 2228945 h 5143785"/>
              <a:gd name="connsiteX31988" fmla="*/ 3055334 w 3114960"/>
              <a:gd name="connsiteY31988" fmla="*/ 2221040 h 5143785"/>
              <a:gd name="connsiteX31989" fmla="*/ 3063240 w 3114960"/>
              <a:gd name="connsiteY31989" fmla="*/ 2213134 h 5143785"/>
              <a:gd name="connsiteX31990" fmla="*/ 3071146 w 3114960"/>
              <a:gd name="connsiteY31990" fmla="*/ 2221040 h 5143785"/>
              <a:gd name="connsiteX31991" fmla="*/ 3063240 w 3114960"/>
              <a:gd name="connsiteY31991" fmla="*/ 2228945 h 5143785"/>
              <a:gd name="connsiteX31992" fmla="*/ 3067907 w 3114960"/>
              <a:gd name="connsiteY31992" fmla="*/ 2292477 h 5143785"/>
              <a:gd name="connsiteX31993" fmla="*/ 3075051 w 3114960"/>
              <a:gd name="connsiteY31993" fmla="*/ 2299621 h 5143785"/>
              <a:gd name="connsiteX31994" fmla="*/ 3067907 w 3114960"/>
              <a:gd name="connsiteY31994" fmla="*/ 2306765 h 5143785"/>
              <a:gd name="connsiteX31995" fmla="*/ 3060763 w 3114960"/>
              <a:gd name="connsiteY31995" fmla="*/ 2299621 h 5143785"/>
              <a:gd name="connsiteX31996" fmla="*/ 3067907 w 3114960"/>
              <a:gd name="connsiteY31996" fmla="*/ 2292477 h 5143785"/>
              <a:gd name="connsiteX31997" fmla="*/ 3063240 w 3114960"/>
              <a:gd name="connsiteY31997" fmla="*/ 2274951 h 5143785"/>
              <a:gd name="connsiteX31998" fmla="*/ 3052953 w 3114960"/>
              <a:gd name="connsiteY31998" fmla="*/ 2264664 h 5143785"/>
              <a:gd name="connsiteX31999" fmla="*/ 3063240 w 3114960"/>
              <a:gd name="connsiteY31999" fmla="*/ 2254377 h 5143785"/>
              <a:gd name="connsiteX32000" fmla="*/ 3073527 w 3114960"/>
              <a:gd name="connsiteY32000" fmla="*/ 2264664 h 5143785"/>
              <a:gd name="connsiteX32001" fmla="*/ 3063240 w 3114960"/>
              <a:gd name="connsiteY32001" fmla="*/ 2274951 h 5143785"/>
              <a:gd name="connsiteX32002" fmla="*/ 3094387 w 3114960"/>
              <a:gd name="connsiteY32002" fmla="*/ 2337149 h 5143785"/>
              <a:gd name="connsiteX32003" fmla="*/ 3094387 w 3114960"/>
              <a:gd name="connsiteY32003" fmla="*/ 2323624 h 5143785"/>
              <a:gd name="connsiteX32004" fmla="*/ 3099149 w 3114960"/>
              <a:gd name="connsiteY32004" fmla="*/ 2318861 h 5143785"/>
              <a:gd name="connsiteX32005" fmla="*/ 3112675 w 3114960"/>
              <a:gd name="connsiteY32005" fmla="*/ 2318861 h 5143785"/>
              <a:gd name="connsiteX32006" fmla="*/ 3114866 w 3114960"/>
              <a:gd name="connsiteY32006" fmla="*/ 2319433 h 5143785"/>
              <a:gd name="connsiteX32007" fmla="*/ 3114866 w 3114960"/>
              <a:gd name="connsiteY32007" fmla="*/ 2341245 h 5143785"/>
              <a:gd name="connsiteX32008" fmla="*/ 3112675 w 3114960"/>
              <a:gd name="connsiteY32008" fmla="*/ 2341817 h 5143785"/>
              <a:gd name="connsiteX32009" fmla="*/ 3099149 w 3114960"/>
              <a:gd name="connsiteY32009" fmla="*/ 2341817 h 5143785"/>
              <a:gd name="connsiteX32010" fmla="*/ 3094387 w 3114960"/>
              <a:gd name="connsiteY32010" fmla="*/ 2337054 h 5143785"/>
              <a:gd name="connsiteX32011" fmla="*/ 3109055 w 3114960"/>
              <a:gd name="connsiteY32011" fmla="*/ 2208371 h 5143785"/>
              <a:gd name="connsiteX32012" fmla="*/ 3114770 w 3114960"/>
              <a:gd name="connsiteY32012" fmla="*/ 2209895 h 5143785"/>
              <a:gd name="connsiteX32013" fmla="*/ 3114770 w 3114960"/>
              <a:gd name="connsiteY32013" fmla="*/ 2215706 h 5143785"/>
              <a:gd name="connsiteX32014" fmla="*/ 3109055 w 3114960"/>
              <a:gd name="connsiteY32014" fmla="*/ 2213134 h 5143785"/>
              <a:gd name="connsiteX32015" fmla="*/ 3101150 w 3114960"/>
              <a:gd name="connsiteY32015" fmla="*/ 2221040 h 5143785"/>
              <a:gd name="connsiteX32016" fmla="*/ 3109055 w 3114960"/>
              <a:gd name="connsiteY32016" fmla="*/ 2228945 h 5143785"/>
              <a:gd name="connsiteX32017" fmla="*/ 3114770 w 3114960"/>
              <a:gd name="connsiteY32017" fmla="*/ 2226374 h 5143785"/>
              <a:gd name="connsiteX32018" fmla="*/ 3114770 w 3114960"/>
              <a:gd name="connsiteY32018" fmla="*/ 2233136 h 5143785"/>
              <a:gd name="connsiteX32019" fmla="*/ 3114199 w 3114960"/>
              <a:gd name="connsiteY32019" fmla="*/ 2232565 h 5143785"/>
              <a:gd name="connsiteX32020" fmla="*/ 3109055 w 3114960"/>
              <a:gd name="connsiteY32020" fmla="*/ 2233708 h 5143785"/>
              <a:gd name="connsiteX32021" fmla="*/ 3096387 w 3114960"/>
              <a:gd name="connsiteY32021" fmla="*/ 2221040 h 5143785"/>
              <a:gd name="connsiteX32022" fmla="*/ 3109055 w 3114960"/>
              <a:gd name="connsiteY32022" fmla="*/ 2208371 h 5143785"/>
              <a:gd name="connsiteX32023" fmla="*/ 3099245 w 3114960"/>
              <a:gd name="connsiteY32023" fmla="*/ 2389442 h 5143785"/>
              <a:gd name="connsiteX32024" fmla="*/ 3089720 w 3114960"/>
              <a:gd name="connsiteY32024" fmla="*/ 2389442 h 5143785"/>
              <a:gd name="connsiteX32025" fmla="*/ 3089720 w 3114960"/>
              <a:gd name="connsiteY32025" fmla="*/ 2382298 h 5143785"/>
              <a:gd name="connsiteX32026" fmla="*/ 3099245 w 3114960"/>
              <a:gd name="connsiteY32026" fmla="*/ 2382298 h 5143785"/>
              <a:gd name="connsiteX32027" fmla="*/ 3099245 w 3114960"/>
              <a:gd name="connsiteY32027" fmla="*/ 2389442 h 5143785"/>
              <a:gd name="connsiteX32028" fmla="*/ 3081909 w 3114960"/>
              <a:gd name="connsiteY32028" fmla="*/ 3027426 h 5143785"/>
              <a:gd name="connsiteX32029" fmla="*/ 3082004 w 3114960"/>
              <a:gd name="connsiteY32029" fmla="*/ 3027426 h 5143785"/>
              <a:gd name="connsiteX32030" fmla="*/ 3082767 w 3114960"/>
              <a:gd name="connsiteY32030" fmla="*/ 3142298 h 5143785"/>
              <a:gd name="connsiteX32031" fmla="*/ 3114770 w 3114960"/>
              <a:gd name="connsiteY32031" fmla="*/ 3172397 h 5143785"/>
              <a:gd name="connsiteX32032" fmla="*/ 3114770 w 3114960"/>
              <a:gd name="connsiteY32032" fmla="*/ 3165824 h 5143785"/>
              <a:gd name="connsiteX32033" fmla="*/ 3087529 w 3114960"/>
              <a:gd name="connsiteY32033" fmla="*/ 3140202 h 5143785"/>
              <a:gd name="connsiteX32034" fmla="*/ 3086767 w 3114960"/>
              <a:gd name="connsiteY32034" fmla="*/ 3027331 h 5143785"/>
              <a:gd name="connsiteX32035" fmla="*/ 3097244 w 3114960"/>
              <a:gd name="connsiteY32035" fmla="*/ 3027331 h 5143785"/>
              <a:gd name="connsiteX32036" fmla="*/ 3096768 w 3114960"/>
              <a:gd name="connsiteY32036" fmla="*/ 3088100 h 5143785"/>
              <a:gd name="connsiteX32037" fmla="*/ 3114770 w 3114960"/>
              <a:gd name="connsiteY32037" fmla="*/ 3104579 h 5143785"/>
              <a:gd name="connsiteX32038" fmla="*/ 3114770 w 3114960"/>
              <a:gd name="connsiteY32038" fmla="*/ 3098102 h 5143785"/>
              <a:gd name="connsiteX32039" fmla="*/ 3101530 w 3114960"/>
              <a:gd name="connsiteY32039" fmla="*/ 3085910 h 5143785"/>
              <a:gd name="connsiteX32040" fmla="*/ 3102007 w 3114960"/>
              <a:gd name="connsiteY32040" fmla="*/ 3027236 h 5143785"/>
              <a:gd name="connsiteX32041" fmla="*/ 3102197 w 3114960"/>
              <a:gd name="connsiteY32041" fmla="*/ 3027236 h 5143785"/>
              <a:gd name="connsiteX32042" fmla="*/ 3108198 w 3114960"/>
              <a:gd name="connsiteY32042" fmla="*/ 3021235 h 5143785"/>
              <a:gd name="connsiteX32043" fmla="*/ 3108198 w 3114960"/>
              <a:gd name="connsiteY32043" fmla="*/ 3013615 h 5143785"/>
              <a:gd name="connsiteX32044" fmla="*/ 3102197 w 3114960"/>
              <a:gd name="connsiteY32044" fmla="*/ 3007614 h 5143785"/>
              <a:gd name="connsiteX32045" fmla="*/ 3081909 w 3114960"/>
              <a:gd name="connsiteY32045" fmla="*/ 3007614 h 5143785"/>
              <a:gd name="connsiteX32046" fmla="*/ 3075909 w 3114960"/>
              <a:gd name="connsiteY32046" fmla="*/ 3013615 h 5143785"/>
              <a:gd name="connsiteX32047" fmla="*/ 3075909 w 3114960"/>
              <a:gd name="connsiteY32047" fmla="*/ 3021235 h 5143785"/>
              <a:gd name="connsiteX32048" fmla="*/ 3081909 w 3114960"/>
              <a:gd name="connsiteY32048" fmla="*/ 3027236 h 5143785"/>
              <a:gd name="connsiteX32049" fmla="*/ 3096768 w 3114960"/>
              <a:gd name="connsiteY32049" fmla="*/ 3012472 h 5143785"/>
              <a:gd name="connsiteX32050" fmla="*/ 3102197 w 3114960"/>
              <a:gd name="connsiteY32050" fmla="*/ 3012472 h 5143785"/>
              <a:gd name="connsiteX32051" fmla="*/ 3103436 w 3114960"/>
              <a:gd name="connsiteY32051" fmla="*/ 3013710 h 5143785"/>
              <a:gd name="connsiteX32052" fmla="*/ 3103436 w 3114960"/>
              <a:gd name="connsiteY32052" fmla="*/ 3021330 h 5143785"/>
              <a:gd name="connsiteX32053" fmla="*/ 3102197 w 3114960"/>
              <a:gd name="connsiteY32053" fmla="*/ 3022568 h 5143785"/>
              <a:gd name="connsiteX32054" fmla="*/ 3096768 w 3114960"/>
              <a:gd name="connsiteY32054" fmla="*/ 3022568 h 5143785"/>
              <a:gd name="connsiteX32055" fmla="*/ 3096768 w 3114960"/>
              <a:gd name="connsiteY32055" fmla="*/ 3012377 h 5143785"/>
              <a:gd name="connsiteX32056" fmla="*/ 3080671 w 3114960"/>
              <a:gd name="connsiteY32056" fmla="*/ 3013805 h 5143785"/>
              <a:gd name="connsiteX32057" fmla="*/ 3081909 w 3114960"/>
              <a:gd name="connsiteY32057" fmla="*/ 3012567 h 5143785"/>
              <a:gd name="connsiteX32058" fmla="*/ 3087624 w 3114960"/>
              <a:gd name="connsiteY32058" fmla="*/ 3012567 h 5143785"/>
              <a:gd name="connsiteX32059" fmla="*/ 3087624 w 3114960"/>
              <a:gd name="connsiteY32059" fmla="*/ 3022759 h 5143785"/>
              <a:gd name="connsiteX32060" fmla="*/ 3081909 w 3114960"/>
              <a:gd name="connsiteY32060" fmla="*/ 3022759 h 5143785"/>
              <a:gd name="connsiteX32061" fmla="*/ 3080671 w 3114960"/>
              <a:gd name="connsiteY32061" fmla="*/ 3021521 h 5143785"/>
              <a:gd name="connsiteX32062" fmla="*/ 3080671 w 3114960"/>
              <a:gd name="connsiteY32062" fmla="*/ 3013901 h 5143785"/>
              <a:gd name="connsiteX32063" fmla="*/ 2164747 w 3114960"/>
              <a:gd name="connsiteY32063" fmla="*/ 3086576 h 5143785"/>
              <a:gd name="connsiteX32064" fmla="*/ 2171795 w 3114960"/>
              <a:gd name="connsiteY32064" fmla="*/ 3079528 h 5143785"/>
              <a:gd name="connsiteX32065" fmla="*/ 2178844 w 3114960"/>
              <a:gd name="connsiteY32065" fmla="*/ 3086576 h 5143785"/>
              <a:gd name="connsiteX32066" fmla="*/ 2171795 w 3114960"/>
              <a:gd name="connsiteY32066" fmla="*/ 3093625 h 5143785"/>
              <a:gd name="connsiteX32067" fmla="*/ 2164747 w 3114960"/>
              <a:gd name="connsiteY32067" fmla="*/ 3086576 h 5143785"/>
              <a:gd name="connsiteX32068" fmla="*/ 3114770 w 3114960"/>
              <a:gd name="connsiteY32068" fmla="*/ 3353086 h 5143785"/>
              <a:gd name="connsiteX32069" fmla="*/ 3114770 w 3114960"/>
              <a:gd name="connsiteY32069" fmla="*/ 3358992 h 5143785"/>
              <a:gd name="connsiteX32070" fmla="*/ 3111818 w 3114960"/>
              <a:gd name="connsiteY32070" fmla="*/ 3362230 h 5143785"/>
              <a:gd name="connsiteX32071" fmla="*/ 3108008 w 3114960"/>
              <a:gd name="connsiteY32071" fmla="*/ 3377946 h 5143785"/>
              <a:gd name="connsiteX32072" fmla="*/ 3114866 w 3114960"/>
              <a:gd name="connsiteY32072" fmla="*/ 3390424 h 5143785"/>
              <a:gd name="connsiteX32073" fmla="*/ 3114866 w 3114960"/>
              <a:gd name="connsiteY32073" fmla="*/ 3396425 h 5143785"/>
              <a:gd name="connsiteX32074" fmla="*/ 3113532 w 3114960"/>
              <a:gd name="connsiteY32074" fmla="*/ 3395663 h 5143785"/>
              <a:gd name="connsiteX32075" fmla="*/ 3103245 w 3114960"/>
              <a:gd name="connsiteY32075" fmla="*/ 3378708 h 5143785"/>
              <a:gd name="connsiteX32076" fmla="*/ 3108008 w 3114960"/>
              <a:gd name="connsiteY32076" fmla="*/ 3359468 h 5143785"/>
              <a:gd name="connsiteX32077" fmla="*/ 3114866 w 3114960"/>
              <a:gd name="connsiteY32077" fmla="*/ 3353086 h 5143785"/>
              <a:gd name="connsiteX32078" fmla="*/ 3114770 w 3114960"/>
              <a:gd name="connsiteY32078" fmla="*/ 1712119 h 5143785"/>
              <a:gd name="connsiteX32079" fmla="*/ 3114770 w 3114960"/>
              <a:gd name="connsiteY32079" fmla="*/ 1740313 h 5143785"/>
              <a:gd name="connsiteX32080" fmla="*/ 3111055 w 3114960"/>
              <a:gd name="connsiteY32080" fmla="*/ 1733741 h 5143785"/>
              <a:gd name="connsiteX32081" fmla="*/ 3111055 w 3114960"/>
              <a:gd name="connsiteY32081" fmla="*/ 1718691 h 5143785"/>
              <a:gd name="connsiteX32082" fmla="*/ 3114770 w 3114960"/>
              <a:gd name="connsiteY32082" fmla="*/ 1712119 h 5143785"/>
              <a:gd name="connsiteX32083" fmla="*/ 1604296 w 3114960"/>
              <a:gd name="connsiteY32083" fmla="*/ 2908745 h 5143785"/>
              <a:gd name="connsiteX32084" fmla="*/ 1613535 w 3114960"/>
              <a:gd name="connsiteY32084" fmla="*/ 2901410 h 5143785"/>
              <a:gd name="connsiteX32085" fmla="*/ 1671352 w 3114960"/>
              <a:gd name="connsiteY32085" fmla="*/ 2901696 h 5143785"/>
              <a:gd name="connsiteX32086" fmla="*/ 1687449 w 3114960"/>
              <a:gd name="connsiteY32086" fmla="*/ 2915984 h 5143785"/>
              <a:gd name="connsiteX32087" fmla="*/ 1719644 w 3114960"/>
              <a:gd name="connsiteY32087" fmla="*/ 2915984 h 5143785"/>
              <a:gd name="connsiteX32088" fmla="*/ 1719644 w 3114960"/>
              <a:gd name="connsiteY32088" fmla="*/ 2925128 h 5143785"/>
              <a:gd name="connsiteX32089" fmla="*/ 1687449 w 3114960"/>
              <a:gd name="connsiteY32089" fmla="*/ 2925128 h 5143785"/>
              <a:gd name="connsiteX32090" fmla="*/ 1671352 w 3114960"/>
              <a:gd name="connsiteY32090" fmla="*/ 2939415 h 5143785"/>
              <a:gd name="connsiteX32091" fmla="*/ 1642110 w 3114960"/>
              <a:gd name="connsiteY32091" fmla="*/ 2939701 h 5143785"/>
              <a:gd name="connsiteX32092" fmla="*/ 1632871 w 3114960"/>
              <a:gd name="connsiteY32092" fmla="*/ 2932367 h 5143785"/>
              <a:gd name="connsiteX32093" fmla="*/ 1623060 w 3114960"/>
              <a:gd name="connsiteY32093" fmla="*/ 2942177 h 5143785"/>
              <a:gd name="connsiteX32094" fmla="*/ 1632871 w 3114960"/>
              <a:gd name="connsiteY32094" fmla="*/ 2951988 h 5143785"/>
              <a:gd name="connsiteX32095" fmla="*/ 1642205 w 3114960"/>
              <a:gd name="connsiteY32095" fmla="*/ 2944559 h 5143785"/>
              <a:gd name="connsiteX32096" fmla="*/ 1673257 w 3114960"/>
              <a:gd name="connsiteY32096" fmla="*/ 2944273 h 5143785"/>
              <a:gd name="connsiteX32097" fmla="*/ 1689354 w 3114960"/>
              <a:gd name="connsiteY32097" fmla="*/ 2929985 h 5143785"/>
              <a:gd name="connsiteX32098" fmla="*/ 1720215 w 3114960"/>
              <a:gd name="connsiteY32098" fmla="*/ 2929985 h 5143785"/>
              <a:gd name="connsiteX32099" fmla="*/ 1726882 w 3114960"/>
              <a:gd name="connsiteY32099" fmla="*/ 2934653 h 5143785"/>
              <a:gd name="connsiteX32100" fmla="*/ 1740408 w 3114960"/>
              <a:gd name="connsiteY32100" fmla="*/ 2934653 h 5143785"/>
              <a:gd name="connsiteX32101" fmla="*/ 1747457 w 3114960"/>
              <a:gd name="connsiteY32101" fmla="*/ 2927509 h 5143785"/>
              <a:gd name="connsiteX32102" fmla="*/ 1747457 w 3114960"/>
              <a:gd name="connsiteY32102" fmla="*/ 2913984 h 5143785"/>
              <a:gd name="connsiteX32103" fmla="*/ 1740218 w 3114960"/>
              <a:gd name="connsiteY32103" fmla="*/ 2906935 h 5143785"/>
              <a:gd name="connsiteX32104" fmla="*/ 1726692 w 3114960"/>
              <a:gd name="connsiteY32104" fmla="*/ 2906935 h 5143785"/>
              <a:gd name="connsiteX32105" fmla="*/ 1720120 w 3114960"/>
              <a:gd name="connsiteY32105" fmla="*/ 2911412 h 5143785"/>
              <a:gd name="connsiteX32106" fmla="*/ 1689259 w 3114960"/>
              <a:gd name="connsiteY32106" fmla="*/ 2911412 h 5143785"/>
              <a:gd name="connsiteX32107" fmla="*/ 1673162 w 3114960"/>
              <a:gd name="connsiteY32107" fmla="*/ 2897124 h 5143785"/>
              <a:gd name="connsiteX32108" fmla="*/ 1613535 w 3114960"/>
              <a:gd name="connsiteY32108" fmla="*/ 2896838 h 5143785"/>
              <a:gd name="connsiteX32109" fmla="*/ 1604201 w 3114960"/>
              <a:gd name="connsiteY32109" fmla="*/ 2889409 h 5143785"/>
              <a:gd name="connsiteX32110" fmla="*/ 1594390 w 3114960"/>
              <a:gd name="connsiteY32110" fmla="*/ 2899220 h 5143785"/>
              <a:gd name="connsiteX32111" fmla="*/ 1604201 w 3114960"/>
              <a:gd name="connsiteY32111" fmla="*/ 2909030 h 5143785"/>
              <a:gd name="connsiteX32112" fmla="*/ 1632871 w 3114960"/>
              <a:gd name="connsiteY32112" fmla="*/ 2947226 h 5143785"/>
              <a:gd name="connsiteX32113" fmla="*/ 1627823 w 3114960"/>
              <a:gd name="connsiteY32113" fmla="*/ 2942177 h 5143785"/>
              <a:gd name="connsiteX32114" fmla="*/ 1632871 w 3114960"/>
              <a:gd name="connsiteY32114" fmla="*/ 2937129 h 5143785"/>
              <a:gd name="connsiteX32115" fmla="*/ 1637919 w 3114960"/>
              <a:gd name="connsiteY32115" fmla="*/ 2942177 h 5143785"/>
              <a:gd name="connsiteX32116" fmla="*/ 1632871 w 3114960"/>
              <a:gd name="connsiteY32116" fmla="*/ 2947226 h 5143785"/>
              <a:gd name="connsiteX32117" fmla="*/ 1726692 w 3114960"/>
              <a:gd name="connsiteY32117" fmla="*/ 2911602 h 5143785"/>
              <a:gd name="connsiteX32118" fmla="*/ 1740218 w 3114960"/>
              <a:gd name="connsiteY32118" fmla="*/ 2911602 h 5143785"/>
              <a:gd name="connsiteX32119" fmla="*/ 1742599 w 3114960"/>
              <a:gd name="connsiteY32119" fmla="*/ 2913888 h 5143785"/>
              <a:gd name="connsiteX32120" fmla="*/ 1742599 w 3114960"/>
              <a:gd name="connsiteY32120" fmla="*/ 2927413 h 5143785"/>
              <a:gd name="connsiteX32121" fmla="*/ 1740313 w 3114960"/>
              <a:gd name="connsiteY32121" fmla="*/ 2929795 h 5143785"/>
              <a:gd name="connsiteX32122" fmla="*/ 1726787 w 3114960"/>
              <a:gd name="connsiteY32122" fmla="*/ 2929795 h 5143785"/>
              <a:gd name="connsiteX32123" fmla="*/ 1724406 w 3114960"/>
              <a:gd name="connsiteY32123" fmla="*/ 2927509 h 5143785"/>
              <a:gd name="connsiteX32124" fmla="*/ 1724406 w 3114960"/>
              <a:gd name="connsiteY32124" fmla="*/ 2913984 h 5143785"/>
              <a:gd name="connsiteX32125" fmla="*/ 1726692 w 3114960"/>
              <a:gd name="connsiteY32125" fmla="*/ 2911602 h 5143785"/>
              <a:gd name="connsiteX32126" fmla="*/ 1604296 w 3114960"/>
              <a:gd name="connsiteY32126" fmla="*/ 2893981 h 5143785"/>
              <a:gd name="connsiteX32127" fmla="*/ 1609344 w 3114960"/>
              <a:gd name="connsiteY32127" fmla="*/ 2899029 h 5143785"/>
              <a:gd name="connsiteX32128" fmla="*/ 1604296 w 3114960"/>
              <a:gd name="connsiteY32128" fmla="*/ 2904077 h 5143785"/>
              <a:gd name="connsiteX32129" fmla="*/ 1599248 w 3114960"/>
              <a:gd name="connsiteY32129" fmla="*/ 2899029 h 5143785"/>
              <a:gd name="connsiteX32130" fmla="*/ 1604296 w 3114960"/>
              <a:gd name="connsiteY32130" fmla="*/ 2893981 h 5143785"/>
              <a:gd name="connsiteX32131" fmla="*/ 3063430 w 3114960"/>
              <a:gd name="connsiteY32131" fmla="*/ 1019747 h 5143785"/>
              <a:gd name="connsiteX32132" fmla="*/ 3070098 w 3114960"/>
              <a:gd name="connsiteY32132" fmla="*/ 1026414 h 5143785"/>
              <a:gd name="connsiteX32133" fmla="*/ 3096197 w 3114960"/>
              <a:gd name="connsiteY32133" fmla="*/ 1026414 h 5143785"/>
              <a:gd name="connsiteX32134" fmla="*/ 3099530 w 3114960"/>
              <a:gd name="connsiteY32134" fmla="*/ 1025366 h 5143785"/>
              <a:gd name="connsiteX32135" fmla="*/ 3103340 w 3114960"/>
              <a:gd name="connsiteY32135" fmla="*/ 1030415 h 5143785"/>
              <a:gd name="connsiteX32136" fmla="*/ 3103340 w 3114960"/>
              <a:gd name="connsiteY32136" fmla="*/ 1030415 h 5143785"/>
              <a:gd name="connsiteX32137" fmla="*/ 3108484 w 3114960"/>
              <a:gd name="connsiteY32137" fmla="*/ 1016889 h 5143785"/>
              <a:gd name="connsiteX32138" fmla="*/ 3108865 w 3114960"/>
              <a:gd name="connsiteY32138" fmla="*/ 1013555 h 5143785"/>
              <a:gd name="connsiteX32139" fmla="*/ 3109246 w 3114960"/>
              <a:gd name="connsiteY32139" fmla="*/ 1016889 h 5143785"/>
              <a:gd name="connsiteX32140" fmla="*/ 3114389 w 3114960"/>
              <a:gd name="connsiteY32140" fmla="*/ 1030415 h 5143785"/>
              <a:gd name="connsiteX32141" fmla="*/ 3114389 w 3114960"/>
              <a:gd name="connsiteY32141" fmla="*/ 1030415 h 5143785"/>
              <a:gd name="connsiteX32142" fmla="*/ 3114580 w 3114960"/>
              <a:gd name="connsiteY32142" fmla="*/ 1030415 h 5143785"/>
              <a:gd name="connsiteX32143" fmla="*/ 3114580 w 3114960"/>
              <a:gd name="connsiteY32143" fmla="*/ 1018223 h 5143785"/>
              <a:gd name="connsiteX32144" fmla="*/ 3114389 w 3114960"/>
              <a:gd name="connsiteY32144" fmla="*/ 1019747 h 5143785"/>
              <a:gd name="connsiteX32145" fmla="*/ 3114009 w 3114960"/>
              <a:gd name="connsiteY32145" fmla="*/ 1016318 h 5143785"/>
              <a:gd name="connsiteX32146" fmla="*/ 3108865 w 3114960"/>
              <a:gd name="connsiteY32146" fmla="*/ 1002792 h 5143785"/>
              <a:gd name="connsiteX32147" fmla="*/ 3108865 w 3114960"/>
              <a:gd name="connsiteY32147" fmla="*/ 1002792 h 5143785"/>
              <a:gd name="connsiteX32148" fmla="*/ 3103721 w 3114960"/>
              <a:gd name="connsiteY32148" fmla="*/ 1016318 h 5143785"/>
              <a:gd name="connsiteX32149" fmla="*/ 3103340 w 3114960"/>
              <a:gd name="connsiteY32149" fmla="*/ 1019651 h 5143785"/>
              <a:gd name="connsiteX32150" fmla="*/ 3102959 w 3114960"/>
              <a:gd name="connsiteY32150" fmla="*/ 1016318 h 5143785"/>
              <a:gd name="connsiteX32151" fmla="*/ 3102959 w 3114960"/>
              <a:gd name="connsiteY32151" fmla="*/ 1015460 h 5143785"/>
              <a:gd name="connsiteX32152" fmla="*/ 3102864 w 3114960"/>
              <a:gd name="connsiteY32152" fmla="*/ 1011365 h 5143785"/>
              <a:gd name="connsiteX32153" fmla="*/ 3096197 w 3114960"/>
              <a:gd name="connsiteY32153" fmla="*/ 1004697 h 5143785"/>
              <a:gd name="connsiteX32154" fmla="*/ 3070098 w 3114960"/>
              <a:gd name="connsiteY32154" fmla="*/ 1004697 h 5143785"/>
              <a:gd name="connsiteX32155" fmla="*/ 3063430 w 3114960"/>
              <a:gd name="connsiteY32155" fmla="*/ 1011365 h 5143785"/>
              <a:gd name="connsiteX32156" fmla="*/ 3063430 w 3114960"/>
              <a:gd name="connsiteY32156" fmla="*/ 1019747 h 5143785"/>
              <a:gd name="connsiteX32157" fmla="*/ 3068193 w 3114960"/>
              <a:gd name="connsiteY32157" fmla="*/ 1011365 h 5143785"/>
              <a:gd name="connsiteX32158" fmla="*/ 3070098 w 3114960"/>
              <a:gd name="connsiteY32158" fmla="*/ 1009460 h 5143785"/>
              <a:gd name="connsiteX32159" fmla="*/ 3096197 w 3114960"/>
              <a:gd name="connsiteY32159" fmla="*/ 1009460 h 5143785"/>
              <a:gd name="connsiteX32160" fmla="*/ 3098102 w 3114960"/>
              <a:gd name="connsiteY32160" fmla="*/ 1011365 h 5143785"/>
              <a:gd name="connsiteX32161" fmla="*/ 3098102 w 3114960"/>
              <a:gd name="connsiteY32161" fmla="*/ 1019747 h 5143785"/>
              <a:gd name="connsiteX32162" fmla="*/ 3096197 w 3114960"/>
              <a:gd name="connsiteY32162" fmla="*/ 1021652 h 5143785"/>
              <a:gd name="connsiteX32163" fmla="*/ 3070098 w 3114960"/>
              <a:gd name="connsiteY32163" fmla="*/ 1021652 h 5143785"/>
              <a:gd name="connsiteX32164" fmla="*/ 3068193 w 3114960"/>
              <a:gd name="connsiteY32164" fmla="*/ 1019747 h 5143785"/>
              <a:gd name="connsiteX32165" fmla="*/ 3068193 w 3114960"/>
              <a:gd name="connsiteY32165" fmla="*/ 1011365 h 5143785"/>
              <a:gd name="connsiteX32166" fmla="*/ 2182273 w 3114960"/>
              <a:gd name="connsiteY32166" fmla="*/ 2944273 h 5143785"/>
              <a:gd name="connsiteX32167" fmla="*/ 2174081 w 3114960"/>
              <a:gd name="connsiteY32167" fmla="*/ 2953417 h 5143785"/>
              <a:gd name="connsiteX32168" fmla="*/ 2174081 w 3114960"/>
              <a:gd name="connsiteY32168" fmla="*/ 2958370 h 5143785"/>
              <a:gd name="connsiteX32169" fmla="*/ 2169319 w 3114960"/>
              <a:gd name="connsiteY32169" fmla="*/ 2958370 h 5143785"/>
              <a:gd name="connsiteX32170" fmla="*/ 2169319 w 3114960"/>
              <a:gd name="connsiteY32170" fmla="*/ 2951607 h 5143785"/>
              <a:gd name="connsiteX32171" fmla="*/ 2178653 w 3114960"/>
              <a:gd name="connsiteY32171" fmla="*/ 2941034 h 5143785"/>
              <a:gd name="connsiteX32172" fmla="*/ 2182178 w 3114960"/>
              <a:gd name="connsiteY32172" fmla="*/ 2944178 h 5143785"/>
              <a:gd name="connsiteX32173" fmla="*/ 3111627 w 3114960"/>
              <a:gd name="connsiteY32173" fmla="*/ 2616232 h 5143785"/>
              <a:gd name="connsiteX32174" fmla="*/ 3102102 w 3114960"/>
              <a:gd name="connsiteY32174" fmla="*/ 2616232 h 5143785"/>
              <a:gd name="connsiteX32175" fmla="*/ 3102102 w 3114960"/>
              <a:gd name="connsiteY32175" fmla="*/ 2609088 h 5143785"/>
              <a:gd name="connsiteX32176" fmla="*/ 3111627 w 3114960"/>
              <a:gd name="connsiteY32176" fmla="*/ 2609088 h 5143785"/>
              <a:gd name="connsiteX32177" fmla="*/ 3111627 w 3114960"/>
              <a:gd name="connsiteY32177" fmla="*/ 2616232 h 5143785"/>
              <a:gd name="connsiteX32178" fmla="*/ 3114770 w 3114960"/>
              <a:gd name="connsiteY32178" fmla="*/ 2558510 h 5143785"/>
              <a:gd name="connsiteX32179" fmla="*/ 3107150 w 3114960"/>
              <a:gd name="connsiteY32179" fmla="*/ 2558510 h 5143785"/>
              <a:gd name="connsiteX32180" fmla="*/ 3107150 w 3114960"/>
              <a:gd name="connsiteY32180" fmla="*/ 2551367 h 5143785"/>
              <a:gd name="connsiteX32181" fmla="*/ 3114770 w 3114960"/>
              <a:gd name="connsiteY32181" fmla="*/ 2551367 h 5143785"/>
              <a:gd name="connsiteX32182" fmla="*/ 3114770 w 3114960"/>
              <a:gd name="connsiteY32182" fmla="*/ 2558510 h 5143785"/>
              <a:gd name="connsiteX32183" fmla="*/ 2163223 w 3114960"/>
              <a:gd name="connsiteY32183" fmla="*/ 3098197 h 5143785"/>
              <a:gd name="connsiteX32184" fmla="*/ 2173891 w 3114960"/>
              <a:gd name="connsiteY32184" fmla="*/ 3100769 h 5143785"/>
              <a:gd name="connsiteX32185" fmla="*/ 2183225 w 3114960"/>
              <a:gd name="connsiteY32185" fmla="*/ 3095054 h 5143785"/>
              <a:gd name="connsiteX32186" fmla="*/ 2180177 w 3114960"/>
              <a:gd name="connsiteY32186" fmla="*/ 3075051 h 5143785"/>
              <a:gd name="connsiteX32187" fmla="*/ 2174081 w 3114960"/>
              <a:gd name="connsiteY32187" fmla="*/ 3072670 h 5143785"/>
              <a:gd name="connsiteX32188" fmla="*/ 2174081 w 3114960"/>
              <a:gd name="connsiteY32188" fmla="*/ 3053715 h 5143785"/>
              <a:gd name="connsiteX32189" fmla="*/ 2169319 w 3114960"/>
              <a:gd name="connsiteY32189" fmla="*/ 3053715 h 5143785"/>
              <a:gd name="connsiteX32190" fmla="*/ 2169319 w 3114960"/>
              <a:gd name="connsiteY32190" fmla="*/ 3072575 h 5143785"/>
              <a:gd name="connsiteX32191" fmla="*/ 2160175 w 3114960"/>
              <a:gd name="connsiteY32191" fmla="*/ 3078194 h 5143785"/>
              <a:gd name="connsiteX32192" fmla="*/ 2163223 w 3114960"/>
              <a:gd name="connsiteY32192" fmla="*/ 3098197 h 5143785"/>
              <a:gd name="connsiteX32193" fmla="*/ 2162270 w 3114960"/>
              <a:gd name="connsiteY32193" fmla="*/ 3079718 h 5143785"/>
              <a:gd name="connsiteX32194" fmla="*/ 2178653 w 3114960"/>
              <a:gd name="connsiteY32194" fmla="*/ 3077242 h 5143785"/>
              <a:gd name="connsiteX32195" fmla="*/ 2183321 w 3114960"/>
              <a:gd name="connsiteY32195" fmla="*/ 3084862 h 5143785"/>
              <a:gd name="connsiteX32196" fmla="*/ 2181225 w 3114960"/>
              <a:gd name="connsiteY32196" fmla="*/ 3093530 h 5143785"/>
              <a:gd name="connsiteX32197" fmla="*/ 2173605 w 3114960"/>
              <a:gd name="connsiteY32197" fmla="*/ 3098197 h 5143785"/>
              <a:gd name="connsiteX32198" fmla="*/ 2171795 w 3114960"/>
              <a:gd name="connsiteY32198" fmla="*/ 3098292 h 5143785"/>
              <a:gd name="connsiteX32199" fmla="*/ 2164937 w 3114960"/>
              <a:gd name="connsiteY32199" fmla="*/ 3096006 h 5143785"/>
              <a:gd name="connsiteX32200" fmla="*/ 2162461 w 3114960"/>
              <a:gd name="connsiteY32200" fmla="*/ 3079623 h 5143785"/>
              <a:gd name="connsiteX32201" fmla="*/ 3080385 w 3114960"/>
              <a:gd name="connsiteY32201" fmla="*/ 2967133 h 5143785"/>
              <a:gd name="connsiteX32202" fmla="*/ 3084386 w 3114960"/>
              <a:gd name="connsiteY32202" fmla="*/ 2968085 h 5143785"/>
              <a:gd name="connsiteX32203" fmla="*/ 3088577 w 3114960"/>
              <a:gd name="connsiteY32203" fmla="*/ 2967038 h 5143785"/>
              <a:gd name="connsiteX32204" fmla="*/ 3114770 w 3114960"/>
              <a:gd name="connsiteY32204" fmla="*/ 2991993 h 5143785"/>
              <a:gd name="connsiteX32205" fmla="*/ 3114770 w 3114960"/>
              <a:gd name="connsiteY32205" fmla="*/ 2985421 h 5143785"/>
              <a:gd name="connsiteX32206" fmla="*/ 3092005 w 3114960"/>
              <a:gd name="connsiteY32206" fmla="*/ 2963799 h 5143785"/>
              <a:gd name="connsiteX32207" fmla="*/ 3092577 w 3114960"/>
              <a:gd name="connsiteY32207" fmla="*/ 2963037 h 5143785"/>
              <a:gd name="connsiteX32208" fmla="*/ 3093053 w 3114960"/>
              <a:gd name="connsiteY32208" fmla="*/ 2956084 h 5143785"/>
              <a:gd name="connsiteX32209" fmla="*/ 3088481 w 3114960"/>
              <a:gd name="connsiteY32209" fmla="*/ 2950845 h 5143785"/>
              <a:gd name="connsiteX32210" fmla="*/ 3076289 w 3114960"/>
              <a:gd name="connsiteY32210" fmla="*/ 2955036 h 5143785"/>
              <a:gd name="connsiteX32211" fmla="*/ 3075813 w 3114960"/>
              <a:gd name="connsiteY32211" fmla="*/ 2961989 h 5143785"/>
              <a:gd name="connsiteX32212" fmla="*/ 3080385 w 3114960"/>
              <a:gd name="connsiteY32212" fmla="*/ 2967228 h 5143785"/>
              <a:gd name="connsiteX32213" fmla="*/ 3080480 w 3114960"/>
              <a:gd name="connsiteY32213" fmla="*/ 2956941 h 5143785"/>
              <a:gd name="connsiteX32214" fmla="*/ 3084386 w 3114960"/>
              <a:gd name="connsiteY32214" fmla="*/ 2954465 h 5143785"/>
              <a:gd name="connsiteX32215" fmla="*/ 3086291 w 3114960"/>
              <a:gd name="connsiteY32215" fmla="*/ 2954941 h 5143785"/>
              <a:gd name="connsiteX32216" fmla="*/ 3088291 w 3114960"/>
              <a:gd name="connsiteY32216" fmla="*/ 2960751 h 5143785"/>
              <a:gd name="connsiteX32217" fmla="*/ 3082385 w 3114960"/>
              <a:gd name="connsiteY32217" fmla="*/ 2962751 h 5143785"/>
              <a:gd name="connsiteX32218" fmla="*/ 3080195 w 3114960"/>
              <a:gd name="connsiteY32218" fmla="*/ 2960275 h 5143785"/>
              <a:gd name="connsiteX32219" fmla="*/ 3080385 w 3114960"/>
              <a:gd name="connsiteY32219" fmla="*/ 2956941 h 5143785"/>
              <a:gd name="connsiteX32220" fmla="*/ 3002852 w 3114960"/>
              <a:gd name="connsiteY32220" fmla="*/ 2431066 h 5143785"/>
              <a:gd name="connsiteX32221" fmla="*/ 3008852 w 3114960"/>
              <a:gd name="connsiteY32221" fmla="*/ 2425065 h 5143785"/>
              <a:gd name="connsiteX32222" fmla="*/ 3028950 w 3114960"/>
              <a:gd name="connsiteY32222" fmla="*/ 2425065 h 5143785"/>
              <a:gd name="connsiteX32223" fmla="*/ 3034951 w 3114960"/>
              <a:gd name="connsiteY32223" fmla="*/ 2431066 h 5143785"/>
              <a:gd name="connsiteX32224" fmla="*/ 3034951 w 3114960"/>
              <a:gd name="connsiteY32224" fmla="*/ 2439924 h 5143785"/>
              <a:gd name="connsiteX32225" fmla="*/ 3040571 w 3114960"/>
              <a:gd name="connsiteY32225" fmla="*/ 2439924 h 5143785"/>
              <a:gd name="connsiteX32226" fmla="*/ 3040571 w 3114960"/>
              <a:gd name="connsiteY32226" fmla="*/ 2447068 h 5143785"/>
              <a:gd name="connsiteX32227" fmla="*/ 3034951 w 3114960"/>
              <a:gd name="connsiteY32227" fmla="*/ 2447068 h 5143785"/>
              <a:gd name="connsiteX32228" fmla="*/ 3034951 w 3114960"/>
              <a:gd name="connsiteY32228" fmla="*/ 2451068 h 5143785"/>
              <a:gd name="connsiteX32229" fmla="*/ 3028950 w 3114960"/>
              <a:gd name="connsiteY32229" fmla="*/ 2457069 h 5143785"/>
              <a:gd name="connsiteX32230" fmla="*/ 3008852 w 3114960"/>
              <a:gd name="connsiteY32230" fmla="*/ 2457069 h 5143785"/>
              <a:gd name="connsiteX32231" fmla="*/ 3002852 w 3114960"/>
              <a:gd name="connsiteY32231" fmla="*/ 2451068 h 5143785"/>
              <a:gd name="connsiteX32232" fmla="*/ 3002852 w 3114960"/>
              <a:gd name="connsiteY32232" fmla="*/ 2430971 h 5143785"/>
              <a:gd name="connsiteX32233" fmla="*/ 2378488 w 3114960"/>
              <a:gd name="connsiteY32233" fmla="*/ 2879027 h 5143785"/>
              <a:gd name="connsiteX32234" fmla="*/ 2397538 w 3114960"/>
              <a:gd name="connsiteY32234" fmla="*/ 2879027 h 5143785"/>
              <a:gd name="connsiteX32235" fmla="*/ 2397538 w 3114960"/>
              <a:gd name="connsiteY32235" fmla="*/ 2883789 h 5143785"/>
              <a:gd name="connsiteX32236" fmla="*/ 2378488 w 3114960"/>
              <a:gd name="connsiteY32236" fmla="*/ 2883789 h 5143785"/>
              <a:gd name="connsiteX32237" fmla="*/ 2378488 w 3114960"/>
              <a:gd name="connsiteY32237" fmla="*/ 2879027 h 5143785"/>
              <a:gd name="connsiteX32238" fmla="*/ 3042380 w 3114960"/>
              <a:gd name="connsiteY32238" fmla="*/ 2756249 h 5143785"/>
              <a:gd name="connsiteX32239" fmla="*/ 3048953 w 3114960"/>
              <a:gd name="connsiteY32239" fmla="*/ 2762441 h 5143785"/>
              <a:gd name="connsiteX32240" fmla="*/ 3053144 w 3114960"/>
              <a:gd name="connsiteY32240" fmla="*/ 2763203 h 5143785"/>
              <a:gd name="connsiteX32241" fmla="*/ 3058001 w 3114960"/>
              <a:gd name="connsiteY32241" fmla="*/ 2762155 h 5143785"/>
              <a:gd name="connsiteX32242" fmla="*/ 3059335 w 3114960"/>
              <a:gd name="connsiteY32242" fmla="*/ 2761202 h 5143785"/>
              <a:gd name="connsiteX32243" fmla="*/ 3114199 w 3114960"/>
              <a:gd name="connsiteY32243" fmla="*/ 2815114 h 5143785"/>
              <a:gd name="connsiteX32244" fmla="*/ 3114675 w 3114960"/>
              <a:gd name="connsiteY32244" fmla="*/ 2815590 h 5143785"/>
              <a:gd name="connsiteX32245" fmla="*/ 3114675 w 3114960"/>
              <a:gd name="connsiteY32245" fmla="*/ 2808923 h 5143785"/>
              <a:gd name="connsiteX32246" fmla="*/ 3062764 w 3114960"/>
              <a:gd name="connsiteY32246" fmla="*/ 2757869 h 5143785"/>
              <a:gd name="connsiteX32247" fmla="*/ 3064193 w 3114960"/>
              <a:gd name="connsiteY32247" fmla="*/ 2755583 h 5143785"/>
              <a:gd name="connsiteX32248" fmla="*/ 3063907 w 3114960"/>
              <a:gd name="connsiteY32248" fmla="*/ 2746534 h 5143785"/>
              <a:gd name="connsiteX32249" fmla="*/ 3063907 w 3114960"/>
              <a:gd name="connsiteY32249" fmla="*/ 2746534 h 5143785"/>
              <a:gd name="connsiteX32250" fmla="*/ 3048286 w 3114960"/>
              <a:gd name="connsiteY32250" fmla="*/ 2740628 h 5143785"/>
              <a:gd name="connsiteX32251" fmla="*/ 3042380 w 3114960"/>
              <a:gd name="connsiteY32251" fmla="*/ 2756249 h 5143785"/>
              <a:gd name="connsiteX32252" fmla="*/ 3050286 w 3114960"/>
              <a:gd name="connsiteY32252" fmla="*/ 2744915 h 5143785"/>
              <a:gd name="connsiteX32253" fmla="*/ 3053144 w 3114960"/>
              <a:gd name="connsiteY32253" fmla="*/ 2744248 h 5143785"/>
              <a:gd name="connsiteX32254" fmla="*/ 3059621 w 3114960"/>
              <a:gd name="connsiteY32254" fmla="*/ 2748439 h 5143785"/>
              <a:gd name="connsiteX32255" fmla="*/ 3059811 w 3114960"/>
              <a:gd name="connsiteY32255" fmla="*/ 2753868 h 5143785"/>
              <a:gd name="connsiteX32256" fmla="*/ 3056096 w 3114960"/>
              <a:gd name="connsiteY32256" fmla="*/ 2757869 h 5143785"/>
              <a:gd name="connsiteX32257" fmla="*/ 3050667 w 3114960"/>
              <a:gd name="connsiteY32257" fmla="*/ 2758059 h 5143785"/>
              <a:gd name="connsiteX32258" fmla="*/ 3046762 w 3114960"/>
              <a:gd name="connsiteY32258" fmla="*/ 2754344 h 5143785"/>
              <a:gd name="connsiteX32259" fmla="*/ 3050286 w 3114960"/>
              <a:gd name="connsiteY32259" fmla="*/ 2745010 h 5143785"/>
              <a:gd name="connsiteX32260" fmla="*/ 3050000 w 3114960"/>
              <a:gd name="connsiteY32260" fmla="*/ 2439924 h 5143785"/>
              <a:gd name="connsiteX32261" fmla="*/ 3059525 w 3114960"/>
              <a:gd name="connsiteY32261" fmla="*/ 2439924 h 5143785"/>
              <a:gd name="connsiteX32262" fmla="*/ 3059525 w 3114960"/>
              <a:gd name="connsiteY32262" fmla="*/ 2447068 h 5143785"/>
              <a:gd name="connsiteX32263" fmla="*/ 3050000 w 3114960"/>
              <a:gd name="connsiteY32263" fmla="*/ 2447068 h 5143785"/>
              <a:gd name="connsiteX32264" fmla="*/ 3050000 w 3114960"/>
              <a:gd name="connsiteY32264" fmla="*/ 2439924 h 5143785"/>
              <a:gd name="connsiteX32265" fmla="*/ 2076355 w 3114960"/>
              <a:gd name="connsiteY32265" fmla="*/ 3371374 h 5143785"/>
              <a:gd name="connsiteX32266" fmla="*/ 2081117 w 3114960"/>
              <a:gd name="connsiteY32266" fmla="*/ 3371374 h 5143785"/>
              <a:gd name="connsiteX32267" fmla="*/ 2081117 w 3114960"/>
              <a:gd name="connsiteY32267" fmla="*/ 3388519 h 5143785"/>
              <a:gd name="connsiteX32268" fmla="*/ 2076355 w 3114960"/>
              <a:gd name="connsiteY32268" fmla="*/ 3388519 h 5143785"/>
              <a:gd name="connsiteX32269" fmla="*/ 2076355 w 3114960"/>
              <a:gd name="connsiteY32269" fmla="*/ 3371374 h 5143785"/>
              <a:gd name="connsiteX32270" fmla="*/ 3114770 w 3114960"/>
              <a:gd name="connsiteY32270" fmla="*/ 2930462 h 5143785"/>
              <a:gd name="connsiteX32271" fmla="*/ 3114770 w 3114960"/>
              <a:gd name="connsiteY32271" fmla="*/ 2927033 h 5143785"/>
              <a:gd name="connsiteX32272" fmla="*/ 3042190 w 3114960"/>
              <a:gd name="connsiteY32272" fmla="*/ 2851690 h 5143785"/>
              <a:gd name="connsiteX32273" fmla="*/ 3040856 w 3114960"/>
              <a:gd name="connsiteY32273" fmla="*/ 2851404 h 5143785"/>
              <a:gd name="connsiteX32274" fmla="*/ 3040094 w 3114960"/>
              <a:gd name="connsiteY32274" fmla="*/ 2852547 h 5143785"/>
              <a:gd name="connsiteX32275" fmla="*/ 3040094 w 3114960"/>
              <a:gd name="connsiteY32275" fmla="*/ 2896172 h 5143785"/>
              <a:gd name="connsiteX32276" fmla="*/ 3031141 w 3114960"/>
              <a:gd name="connsiteY32276" fmla="*/ 2896172 h 5143785"/>
              <a:gd name="connsiteX32277" fmla="*/ 3027331 w 3114960"/>
              <a:gd name="connsiteY32277" fmla="*/ 2899982 h 5143785"/>
              <a:gd name="connsiteX32278" fmla="*/ 3027331 w 3114960"/>
              <a:gd name="connsiteY32278" fmla="*/ 2908935 h 5143785"/>
              <a:gd name="connsiteX32279" fmla="*/ 3031141 w 3114960"/>
              <a:gd name="connsiteY32279" fmla="*/ 2912745 h 5143785"/>
              <a:gd name="connsiteX32280" fmla="*/ 3039999 w 3114960"/>
              <a:gd name="connsiteY32280" fmla="*/ 2912745 h 5143785"/>
              <a:gd name="connsiteX32281" fmla="*/ 3039999 w 3114960"/>
              <a:gd name="connsiteY32281" fmla="*/ 2933795 h 5143785"/>
              <a:gd name="connsiteX32282" fmla="*/ 3031141 w 3114960"/>
              <a:gd name="connsiteY32282" fmla="*/ 2933795 h 5143785"/>
              <a:gd name="connsiteX32283" fmla="*/ 3027331 w 3114960"/>
              <a:gd name="connsiteY32283" fmla="*/ 2937605 h 5143785"/>
              <a:gd name="connsiteX32284" fmla="*/ 3027331 w 3114960"/>
              <a:gd name="connsiteY32284" fmla="*/ 2946654 h 5143785"/>
              <a:gd name="connsiteX32285" fmla="*/ 3031141 w 3114960"/>
              <a:gd name="connsiteY32285" fmla="*/ 2950464 h 5143785"/>
              <a:gd name="connsiteX32286" fmla="*/ 3039999 w 3114960"/>
              <a:gd name="connsiteY32286" fmla="*/ 2950464 h 5143785"/>
              <a:gd name="connsiteX32287" fmla="*/ 3039999 w 3114960"/>
              <a:gd name="connsiteY32287" fmla="*/ 2971514 h 5143785"/>
              <a:gd name="connsiteX32288" fmla="*/ 3031141 w 3114960"/>
              <a:gd name="connsiteY32288" fmla="*/ 2971514 h 5143785"/>
              <a:gd name="connsiteX32289" fmla="*/ 3027331 w 3114960"/>
              <a:gd name="connsiteY32289" fmla="*/ 2975324 h 5143785"/>
              <a:gd name="connsiteX32290" fmla="*/ 3027331 w 3114960"/>
              <a:gd name="connsiteY32290" fmla="*/ 2984373 h 5143785"/>
              <a:gd name="connsiteX32291" fmla="*/ 3031141 w 3114960"/>
              <a:gd name="connsiteY32291" fmla="*/ 2988183 h 5143785"/>
              <a:gd name="connsiteX32292" fmla="*/ 3040380 w 3114960"/>
              <a:gd name="connsiteY32292" fmla="*/ 2988183 h 5143785"/>
              <a:gd name="connsiteX32293" fmla="*/ 3040380 w 3114960"/>
              <a:gd name="connsiteY32293" fmla="*/ 3009234 h 5143785"/>
              <a:gd name="connsiteX32294" fmla="*/ 3031141 w 3114960"/>
              <a:gd name="connsiteY32294" fmla="*/ 3009234 h 5143785"/>
              <a:gd name="connsiteX32295" fmla="*/ 3027331 w 3114960"/>
              <a:gd name="connsiteY32295" fmla="*/ 3013043 h 5143785"/>
              <a:gd name="connsiteX32296" fmla="*/ 3027331 w 3114960"/>
              <a:gd name="connsiteY32296" fmla="*/ 3022092 h 5143785"/>
              <a:gd name="connsiteX32297" fmla="*/ 3031141 w 3114960"/>
              <a:gd name="connsiteY32297" fmla="*/ 3025902 h 5143785"/>
              <a:gd name="connsiteX32298" fmla="*/ 3039999 w 3114960"/>
              <a:gd name="connsiteY32298" fmla="*/ 3025902 h 5143785"/>
              <a:gd name="connsiteX32299" fmla="*/ 3039999 w 3114960"/>
              <a:gd name="connsiteY32299" fmla="*/ 3046952 h 5143785"/>
              <a:gd name="connsiteX32300" fmla="*/ 3031141 w 3114960"/>
              <a:gd name="connsiteY32300" fmla="*/ 3046952 h 5143785"/>
              <a:gd name="connsiteX32301" fmla="*/ 3027331 w 3114960"/>
              <a:gd name="connsiteY32301" fmla="*/ 3050762 h 5143785"/>
              <a:gd name="connsiteX32302" fmla="*/ 3027331 w 3114960"/>
              <a:gd name="connsiteY32302" fmla="*/ 3059811 h 5143785"/>
              <a:gd name="connsiteX32303" fmla="*/ 3031141 w 3114960"/>
              <a:gd name="connsiteY32303" fmla="*/ 3063621 h 5143785"/>
              <a:gd name="connsiteX32304" fmla="*/ 3039999 w 3114960"/>
              <a:gd name="connsiteY32304" fmla="*/ 3063621 h 5143785"/>
              <a:gd name="connsiteX32305" fmla="*/ 3039999 w 3114960"/>
              <a:gd name="connsiteY32305" fmla="*/ 3084671 h 5143785"/>
              <a:gd name="connsiteX32306" fmla="*/ 3031141 w 3114960"/>
              <a:gd name="connsiteY32306" fmla="*/ 3084671 h 5143785"/>
              <a:gd name="connsiteX32307" fmla="*/ 3027331 w 3114960"/>
              <a:gd name="connsiteY32307" fmla="*/ 3088481 h 5143785"/>
              <a:gd name="connsiteX32308" fmla="*/ 3027331 w 3114960"/>
              <a:gd name="connsiteY32308" fmla="*/ 3097435 h 5143785"/>
              <a:gd name="connsiteX32309" fmla="*/ 3031141 w 3114960"/>
              <a:gd name="connsiteY32309" fmla="*/ 3101245 h 5143785"/>
              <a:gd name="connsiteX32310" fmla="*/ 3039999 w 3114960"/>
              <a:gd name="connsiteY32310" fmla="*/ 3101245 h 5143785"/>
              <a:gd name="connsiteX32311" fmla="*/ 3039999 w 3114960"/>
              <a:gd name="connsiteY32311" fmla="*/ 3122295 h 5143785"/>
              <a:gd name="connsiteX32312" fmla="*/ 3031141 w 3114960"/>
              <a:gd name="connsiteY32312" fmla="*/ 3122295 h 5143785"/>
              <a:gd name="connsiteX32313" fmla="*/ 3027331 w 3114960"/>
              <a:gd name="connsiteY32313" fmla="*/ 3126105 h 5143785"/>
              <a:gd name="connsiteX32314" fmla="*/ 3027331 w 3114960"/>
              <a:gd name="connsiteY32314" fmla="*/ 3135059 h 5143785"/>
              <a:gd name="connsiteX32315" fmla="*/ 3031141 w 3114960"/>
              <a:gd name="connsiteY32315" fmla="*/ 3138869 h 5143785"/>
              <a:gd name="connsiteX32316" fmla="*/ 3051238 w 3114960"/>
              <a:gd name="connsiteY32316" fmla="*/ 3138869 h 5143785"/>
              <a:gd name="connsiteX32317" fmla="*/ 3055049 w 3114960"/>
              <a:gd name="connsiteY32317" fmla="*/ 3135059 h 5143785"/>
              <a:gd name="connsiteX32318" fmla="*/ 3055049 w 3114960"/>
              <a:gd name="connsiteY32318" fmla="*/ 3126105 h 5143785"/>
              <a:gd name="connsiteX32319" fmla="*/ 3051238 w 3114960"/>
              <a:gd name="connsiteY32319" fmla="*/ 3122295 h 5143785"/>
              <a:gd name="connsiteX32320" fmla="*/ 3042380 w 3114960"/>
              <a:gd name="connsiteY32320" fmla="*/ 3122295 h 5143785"/>
              <a:gd name="connsiteX32321" fmla="*/ 3042380 w 3114960"/>
              <a:gd name="connsiteY32321" fmla="*/ 3101245 h 5143785"/>
              <a:gd name="connsiteX32322" fmla="*/ 3051238 w 3114960"/>
              <a:gd name="connsiteY32322" fmla="*/ 3101245 h 5143785"/>
              <a:gd name="connsiteX32323" fmla="*/ 3055049 w 3114960"/>
              <a:gd name="connsiteY32323" fmla="*/ 3097435 h 5143785"/>
              <a:gd name="connsiteX32324" fmla="*/ 3055049 w 3114960"/>
              <a:gd name="connsiteY32324" fmla="*/ 3088481 h 5143785"/>
              <a:gd name="connsiteX32325" fmla="*/ 3051238 w 3114960"/>
              <a:gd name="connsiteY32325" fmla="*/ 3084671 h 5143785"/>
              <a:gd name="connsiteX32326" fmla="*/ 3042380 w 3114960"/>
              <a:gd name="connsiteY32326" fmla="*/ 3084671 h 5143785"/>
              <a:gd name="connsiteX32327" fmla="*/ 3042380 w 3114960"/>
              <a:gd name="connsiteY32327" fmla="*/ 3063621 h 5143785"/>
              <a:gd name="connsiteX32328" fmla="*/ 3051238 w 3114960"/>
              <a:gd name="connsiteY32328" fmla="*/ 3063621 h 5143785"/>
              <a:gd name="connsiteX32329" fmla="*/ 3055049 w 3114960"/>
              <a:gd name="connsiteY32329" fmla="*/ 3059811 h 5143785"/>
              <a:gd name="connsiteX32330" fmla="*/ 3055049 w 3114960"/>
              <a:gd name="connsiteY32330" fmla="*/ 3050762 h 5143785"/>
              <a:gd name="connsiteX32331" fmla="*/ 3051238 w 3114960"/>
              <a:gd name="connsiteY32331" fmla="*/ 3046952 h 5143785"/>
              <a:gd name="connsiteX32332" fmla="*/ 3042380 w 3114960"/>
              <a:gd name="connsiteY32332" fmla="*/ 3046952 h 5143785"/>
              <a:gd name="connsiteX32333" fmla="*/ 3042380 w 3114960"/>
              <a:gd name="connsiteY32333" fmla="*/ 3025902 h 5143785"/>
              <a:gd name="connsiteX32334" fmla="*/ 3051238 w 3114960"/>
              <a:gd name="connsiteY32334" fmla="*/ 3025902 h 5143785"/>
              <a:gd name="connsiteX32335" fmla="*/ 3055049 w 3114960"/>
              <a:gd name="connsiteY32335" fmla="*/ 3022092 h 5143785"/>
              <a:gd name="connsiteX32336" fmla="*/ 3055049 w 3114960"/>
              <a:gd name="connsiteY32336" fmla="*/ 3013043 h 5143785"/>
              <a:gd name="connsiteX32337" fmla="*/ 3051238 w 3114960"/>
              <a:gd name="connsiteY32337" fmla="*/ 3009234 h 5143785"/>
              <a:gd name="connsiteX32338" fmla="*/ 3042761 w 3114960"/>
              <a:gd name="connsiteY32338" fmla="*/ 3009234 h 5143785"/>
              <a:gd name="connsiteX32339" fmla="*/ 3042761 w 3114960"/>
              <a:gd name="connsiteY32339" fmla="*/ 2988183 h 5143785"/>
              <a:gd name="connsiteX32340" fmla="*/ 3051238 w 3114960"/>
              <a:gd name="connsiteY32340" fmla="*/ 2988183 h 5143785"/>
              <a:gd name="connsiteX32341" fmla="*/ 3055049 w 3114960"/>
              <a:gd name="connsiteY32341" fmla="*/ 2984373 h 5143785"/>
              <a:gd name="connsiteX32342" fmla="*/ 3055049 w 3114960"/>
              <a:gd name="connsiteY32342" fmla="*/ 2975324 h 5143785"/>
              <a:gd name="connsiteX32343" fmla="*/ 3051238 w 3114960"/>
              <a:gd name="connsiteY32343" fmla="*/ 2971514 h 5143785"/>
              <a:gd name="connsiteX32344" fmla="*/ 3042380 w 3114960"/>
              <a:gd name="connsiteY32344" fmla="*/ 2971514 h 5143785"/>
              <a:gd name="connsiteX32345" fmla="*/ 3042380 w 3114960"/>
              <a:gd name="connsiteY32345" fmla="*/ 2950464 h 5143785"/>
              <a:gd name="connsiteX32346" fmla="*/ 3051238 w 3114960"/>
              <a:gd name="connsiteY32346" fmla="*/ 2950464 h 5143785"/>
              <a:gd name="connsiteX32347" fmla="*/ 3055049 w 3114960"/>
              <a:gd name="connsiteY32347" fmla="*/ 2946654 h 5143785"/>
              <a:gd name="connsiteX32348" fmla="*/ 3055049 w 3114960"/>
              <a:gd name="connsiteY32348" fmla="*/ 2937605 h 5143785"/>
              <a:gd name="connsiteX32349" fmla="*/ 3051238 w 3114960"/>
              <a:gd name="connsiteY32349" fmla="*/ 2933795 h 5143785"/>
              <a:gd name="connsiteX32350" fmla="*/ 3042380 w 3114960"/>
              <a:gd name="connsiteY32350" fmla="*/ 2933795 h 5143785"/>
              <a:gd name="connsiteX32351" fmla="*/ 3042380 w 3114960"/>
              <a:gd name="connsiteY32351" fmla="*/ 2912745 h 5143785"/>
              <a:gd name="connsiteX32352" fmla="*/ 3051238 w 3114960"/>
              <a:gd name="connsiteY32352" fmla="*/ 2912745 h 5143785"/>
              <a:gd name="connsiteX32353" fmla="*/ 3055049 w 3114960"/>
              <a:gd name="connsiteY32353" fmla="*/ 2908935 h 5143785"/>
              <a:gd name="connsiteX32354" fmla="*/ 3055049 w 3114960"/>
              <a:gd name="connsiteY32354" fmla="*/ 2899982 h 5143785"/>
              <a:gd name="connsiteX32355" fmla="*/ 3051238 w 3114960"/>
              <a:gd name="connsiteY32355" fmla="*/ 2896172 h 5143785"/>
              <a:gd name="connsiteX32356" fmla="*/ 3042285 w 3114960"/>
              <a:gd name="connsiteY32356" fmla="*/ 2896172 h 5143785"/>
              <a:gd name="connsiteX32357" fmla="*/ 3042285 w 3114960"/>
              <a:gd name="connsiteY32357" fmla="*/ 2855500 h 5143785"/>
              <a:gd name="connsiteX32358" fmla="*/ 3114675 w 3114960"/>
              <a:gd name="connsiteY32358" fmla="*/ 2930557 h 5143785"/>
              <a:gd name="connsiteX32359" fmla="*/ 3037809 w 3114960"/>
              <a:gd name="connsiteY32359" fmla="*/ 2906554 h 5143785"/>
              <a:gd name="connsiteX32360" fmla="*/ 3039713 w 3114960"/>
              <a:gd name="connsiteY32360" fmla="*/ 2907983 h 5143785"/>
              <a:gd name="connsiteX32361" fmla="*/ 3032188 w 3114960"/>
              <a:gd name="connsiteY32361" fmla="*/ 2907983 h 5143785"/>
              <a:gd name="connsiteX32362" fmla="*/ 3032188 w 3114960"/>
              <a:gd name="connsiteY32362" fmla="*/ 2900839 h 5143785"/>
              <a:gd name="connsiteX32363" fmla="*/ 3039713 w 3114960"/>
              <a:gd name="connsiteY32363" fmla="*/ 2900839 h 5143785"/>
              <a:gd name="connsiteX32364" fmla="*/ 3041428 w 3114960"/>
              <a:gd name="connsiteY32364" fmla="*/ 2902172 h 5143785"/>
              <a:gd name="connsiteX32365" fmla="*/ 3037904 w 3114960"/>
              <a:gd name="connsiteY32365" fmla="*/ 2904554 h 5143785"/>
              <a:gd name="connsiteX32366" fmla="*/ 3037427 w 3114960"/>
              <a:gd name="connsiteY32366" fmla="*/ 2905506 h 5143785"/>
              <a:gd name="connsiteX32367" fmla="*/ 3037904 w 3114960"/>
              <a:gd name="connsiteY32367" fmla="*/ 2906459 h 5143785"/>
              <a:gd name="connsiteX32368" fmla="*/ 3032188 w 3114960"/>
              <a:gd name="connsiteY32368" fmla="*/ 2945702 h 5143785"/>
              <a:gd name="connsiteX32369" fmla="*/ 3032188 w 3114960"/>
              <a:gd name="connsiteY32369" fmla="*/ 2938558 h 5143785"/>
              <a:gd name="connsiteX32370" fmla="*/ 3040094 w 3114960"/>
              <a:gd name="connsiteY32370" fmla="*/ 2938558 h 5143785"/>
              <a:gd name="connsiteX32371" fmla="*/ 3041809 w 3114960"/>
              <a:gd name="connsiteY32371" fmla="*/ 2939892 h 5143785"/>
              <a:gd name="connsiteX32372" fmla="*/ 3038285 w 3114960"/>
              <a:gd name="connsiteY32372" fmla="*/ 2942273 h 5143785"/>
              <a:gd name="connsiteX32373" fmla="*/ 3037809 w 3114960"/>
              <a:gd name="connsiteY32373" fmla="*/ 2943225 h 5143785"/>
              <a:gd name="connsiteX32374" fmla="*/ 3038285 w 3114960"/>
              <a:gd name="connsiteY32374" fmla="*/ 2944178 h 5143785"/>
              <a:gd name="connsiteX32375" fmla="*/ 3040190 w 3114960"/>
              <a:gd name="connsiteY32375" fmla="*/ 2945606 h 5143785"/>
              <a:gd name="connsiteX32376" fmla="*/ 3032284 w 3114960"/>
              <a:gd name="connsiteY32376" fmla="*/ 2945606 h 5143785"/>
              <a:gd name="connsiteX32377" fmla="*/ 3038189 w 3114960"/>
              <a:gd name="connsiteY32377" fmla="*/ 2981992 h 5143785"/>
              <a:gd name="connsiteX32378" fmla="*/ 3040094 w 3114960"/>
              <a:gd name="connsiteY32378" fmla="*/ 2983421 h 5143785"/>
              <a:gd name="connsiteX32379" fmla="*/ 3032188 w 3114960"/>
              <a:gd name="connsiteY32379" fmla="*/ 2983421 h 5143785"/>
              <a:gd name="connsiteX32380" fmla="*/ 3032188 w 3114960"/>
              <a:gd name="connsiteY32380" fmla="*/ 2976277 h 5143785"/>
              <a:gd name="connsiteX32381" fmla="*/ 3040094 w 3114960"/>
              <a:gd name="connsiteY32381" fmla="*/ 2976277 h 5143785"/>
              <a:gd name="connsiteX32382" fmla="*/ 3041809 w 3114960"/>
              <a:gd name="connsiteY32382" fmla="*/ 2977610 h 5143785"/>
              <a:gd name="connsiteX32383" fmla="*/ 3038285 w 3114960"/>
              <a:gd name="connsiteY32383" fmla="*/ 2979992 h 5143785"/>
              <a:gd name="connsiteX32384" fmla="*/ 3037809 w 3114960"/>
              <a:gd name="connsiteY32384" fmla="*/ 2980944 h 5143785"/>
              <a:gd name="connsiteX32385" fmla="*/ 3038285 w 3114960"/>
              <a:gd name="connsiteY32385" fmla="*/ 2981897 h 5143785"/>
              <a:gd name="connsiteX32386" fmla="*/ 3038189 w 3114960"/>
              <a:gd name="connsiteY32386" fmla="*/ 3019711 h 5143785"/>
              <a:gd name="connsiteX32387" fmla="*/ 3040094 w 3114960"/>
              <a:gd name="connsiteY32387" fmla="*/ 3021140 h 5143785"/>
              <a:gd name="connsiteX32388" fmla="*/ 3032188 w 3114960"/>
              <a:gd name="connsiteY32388" fmla="*/ 3021140 h 5143785"/>
              <a:gd name="connsiteX32389" fmla="*/ 3032188 w 3114960"/>
              <a:gd name="connsiteY32389" fmla="*/ 3013996 h 5143785"/>
              <a:gd name="connsiteX32390" fmla="*/ 3040094 w 3114960"/>
              <a:gd name="connsiteY32390" fmla="*/ 3013996 h 5143785"/>
              <a:gd name="connsiteX32391" fmla="*/ 3041809 w 3114960"/>
              <a:gd name="connsiteY32391" fmla="*/ 3015329 h 5143785"/>
              <a:gd name="connsiteX32392" fmla="*/ 3038285 w 3114960"/>
              <a:gd name="connsiteY32392" fmla="*/ 3017711 h 5143785"/>
              <a:gd name="connsiteX32393" fmla="*/ 3037809 w 3114960"/>
              <a:gd name="connsiteY32393" fmla="*/ 3018663 h 5143785"/>
              <a:gd name="connsiteX32394" fmla="*/ 3038285 w 3114960"/>
              <a:gd name="connsiteY32394" fmla="*/ 3019616 h 5143785"/>
              <a:gd name="connsiteX32395" fmla="*/ 3038189 w 3114960"/>
              <a:gd name="connsiteY32395" fmla="*/ 3057430 h 5143785"/>
              <a:gd name="connsiteX32396" fmla="*/ 3040094 w 3114960"/>
              <a:gd name="connsiteY32396" fmla="*/ 3058859 h 5143785"/>
              <a:gd name="connsiteX32397" fmla="*/ 3032188 w 3114960"/>
              <a:gd name="connsiteY32397" fmla="*/ 3058859 h 5143785"/>
              <a:gd name="connsiteX32398" fmla="*/ 3032188 w 3114960"/>
              <a:gd name="connsiteY32398" fmla="*/ 3051715 h 5143785"/>
              <a:gd name="connsiteX32399" fmla="*/ 3040094 w 3114960"/>
              <a:gd name="connsiteY32399" fmla="*/ 3051715 h 5143785"/>
              <a:gd name="connsiteX32400" fmla="*/ 3041809 w 3114960"/>
              <a:gd name="connsiteY32400" fmla="*/ 3053048 h 5143785"/>
              <a:gd name="connsiteX32401" fmla="*/ 3038285 w 3114960"/>
              <a:gd name="connsiteY32401" fmla="*/ 3055430 h 5143785"/>
              <a:gd name="connsiteX32402" fmla="*/ 3037809 w 3114960"/>
              <a:gd name="connsiteY32402" fmla="*/ 3056382 h 5143785"/>
              <a:gd name="connsiteX32403" fmla="*/ 3038285 w 3114960"/>
              <a:gd name="connsiteY32403" fmla="*/ 3057335 h 5143785"/>
              <a:gd name="connsiteX32404" fmla="*/ 3038189 w 3114960"/>
              <a:gd name="connsiteY32404" fmla="*/ 3095149 h 5143785"/>
              <a:gd name="connsiteX32405" fmla="*/ 3040094 w 3114960"/>
              <a:gd name="connsiteY32405" fmla="*/ 3096578 h 5143785"/>
              <a:gd name="connsiteX32406" fmla="*/ 3032188 w 3114960"/>
              <a:gd name="connsiteY32406" fmla="*/ 3096578 h 5143785"/>
              <a:gd name="connsiteX32407" fmla="*/ 3032188 w 3114960"/>
              <a:gd name="connsiteY32407" fmla="*/ 3089434 h 5143785"/>
              <a:gd name="connsiteX32408" fmla="*/ 3040094 w 3114960"/>
              <a:gd name="connsiteY32408" fmla="*/ 3089434 h 5143785"/>
              <a:gd name="connsiteX32409" fmla="*/ 3041809 w 3114960"/>
              <a:gd name="connsiteY32409" fmla="*/ 3090767 h 5143785"/>
              <a:gd name="connsiteX32410" fmla="*/ 3038285 w 3114960"/>
              <a:gd name="connsiteY32410" fmla="*/ 3093149 h 5143785"/>
              <a:gd name="connsiteX32411" fmla="*/ 3037809 w 3114960"/>
              <a:gd name="connsiteY32411" fmla="*/ 3094101 h 5143785"/>
              <a:gd name="connsiteX32412" fmla="*/ 3038285 w 3114960"/>
              <a:gd name="connsiteY32412" fmla="*/ 3095054 h 5143785"/>
              <a:gd name="connsiteX32413" fmla="*/ 3032188 w 3114960"/>
              <a:gd name="connsiteY32413" fmla="*/ 3134392 h 5143785"/>
              <a:gd name="connsiteX32414" fmla="*/ 3032188 w 3114960"/>
              <a:gd name="connsiteY32414" fmla="*/ 3127248 h 5143785"/>
              <a:gd name="connsiteX32415" fmla="*/ 3040094 w 3114960"/>
              <a:gd name="connsiteY32415" fmla="*/ 3127248 h 5143785"/>
              <a:gd name="connsiteX32416" fmla="*/ 3041809 w 3114960"/>
              <a:gd name="connsiteY32416" fmla="*/ 3128582 h 5143785"/>
              <a:gd name="connsiteX32417" fmla="*/ 3038285 w 3114960"/>
              <a:gd name="connsiteY32417" fmla="*/ 3130963 h 5143785"/>
              <a:gd name="connsiteX32418" fmla="*/ 3037809 w 3114960"/>
              <a:gd name="connsiteY32418" fmla="*/ 3131915 h 5143785"/>
              <a:gd name="connsiteX32419" fmla="*/ 3038285 w 3114960"/>
              <a:gd name="connsiteY32419" fmla="*/ 3132868 h 5143785"/>
              <a:gd name="connsiteX32420" fmla="*/ 3040190 w 3114960"/>
              <a:gd name="connsiteY32420" fmla="*/ 3134297 h 5143785"/>
              <a:gd name="connsiteX32421" fmla="*/ 3032284 w 3114960"/>
              <a:gd name="connsiteY32421" fmla="*/ 3134297 h 5143785"/>
              <a:gd name="connsiteX32422" fmla="*/ 3044571 w 3114960"/>
              <a:gd name="connsiteY32422" fmla="*/ 3127724 h 5143785"/>
              <a:gd name="connsiteX32423" fmla="*/ 3043904 w 3114960"/>
              <a:gd name="connsiteY32423" fmla="*/ 3127248 h 5143785"/>
              <a:gd name="connsiteX32424" fmla="*/ 3050381 w 3114960"/>
              <a:gd name="connsiteY32424" fmla="*/ 3127248 h 5143785"/>
              <a:gd name="connsiteX32425" fmla="*/ 3050381 w 3114960"/>
              <a:gd name="connsiteY32425" fmla="*/ 3134392 h 5143785"/>
              <a:gd name="connsiteX32426" fmla="*/ 3044000 w 3114960"/>
              <a:gd name="connsiteY32426" fmla="*/ 3134392 h 5143785"/>
              <a:gd name="connsiteX32427" fmla="*/ 3041047 w 3114960"/>
              <a:gd name="connsiteY32427" fmla="*/ 3132011 h 5143785"/>
              <a:gd name="connsiteX32428" fmla="*/ 3044571 w 3114960"/>
              <a:gd name="connsiteY32428" fmla="*/ 3129629 h 5143785"/>
              <a:gd name="connsiteX32429" fmla="*/ 3045047 w 3114960"/>
              <a:gd name="connsiteY32429" fmla="*/ 3128677 h 5143785"/>
              <a:gd name="connsiteX32430" fmla="*/ 3044571 w 3114960"/>
              <a:gd name="connsiteY32430" fmla="*/ 3127724 h 5143785"/>
              <a:gd name="connsiteX32431" fmla="*/ 3044571 w 3114960"/>
              <a:gd name="connsiteY32431" fmla="*/ 3090005 h 5143785"/>
              <a:gd name="connsiteX32432" fmla="*/ 3043904 w 3114960"/>
              <a:gd name="connsiteY32432" fmla="*/ 3089529 h 5143785"/>
              <a:gd name="connsiteX32433" fmla="*/ 3050381 w 3114960"/>
              <a:gd name="connsiteY32433" fmla="*/ 3089529 h 5143785"/>
              <a:gd name="connsiteX32434" fmla="*/ 3050381 w 3114960"/>
              <a:gd name="connsiteY32434" fmla="*/ 3096673 h 5143785"/>
              <a:gd name="connsiteX32435" fmla="*/ 3043904 w 3114960"/>
              <a:gd name="connsiteY32435" fmla="*/ 3096673 h 5143785"/>
              <a:gd name="connsiteX32436" fmla="*/ 3040952 w 3114960"/>
              <a:gd name="connsiteY32436" fmla="*/ 3094387 h 5143785"/>
              <a:gd name="connsiteX32437" fmla="*/ 3044476 w 3114960"/>
              <a:gd name="connsiteY32437" fmla="*/ 3092005 h 5143785"/>
              <a:gd name="connsiteX32438" fmla="*/ 3044952 w 3114960"/>
              <a:gd name="connsiteY32438" fmla="*/ 3091053 h 5143785"/>
              <a:gd name="connsiteX32439" fmla="*/ 3044476 w 3114960"/>
              <a:gd name="connsiteY32439" fmla="*/ 3090101 h 5143785"/>
              <a:gd name="connsiteX32440" fmla="*/ 3044571 w 3114960"/>
              <a:gd name="connsiteY32440" fmla="*/ 3052286 h 5143785"/>
              <a:gd name="connsiteX32441" fmla="*/ 3043904 w 3114960"/>
              <a:gd name="connsiteY32441" fmla="*/ 3051810 h 5143785"/>
              <a:gd name="connsiteX32442" fmla="*/ 3050381 w 3114960"/>
              <a:gd name="connsiteY32442" fmla="*/ 3051810 h 5143785"/>
              <a:gd name="connsiteX32443" fmla="*/ 3050381 w 3114960"/>
              <a:gd name="connsiteY32443" fmla="*/ 3058954 h 5143785"/>
              <a:gd name="connsiteX32444" fmla="*/ 3043904 w 3114960"/>
              <a:gd name="connsiteY32444" fmla="*/ 3058954 h 5143785"/>
              <a:gd name="connsiteX32445" fmla="*/ 3040952 w 3114960"/>
              <a:gd name="connsiteY32445" fmla="*/ 3056668 h 5143785"/>
              <a:gd name="connsiteX32446" fmla="*/ 3044476 w 3114960"/>
              <a:gd name="connsiteY32446" fmla="*/ 3054287 h 5143785"/>
              <a:gd name="connsiteX32447" fmla="*/ 3044952 w 3114960"/>
              <a:gd name="connsiteY32447" fmla="*/ 3053334 h 5143785"/>
              <a:gd name="connsiteX32448" fmla="*/ 3044476 w 3114960"/>
              <a:gd name="connsiteY32448" fmla="*/ 3052382 h 5143785"/>
              <a:gd name="connsiteX32449" fmla="*/ 3044571 w 3114960"/>
              <a:gd name="connsiteY32449" fmla="*/ 3014472 h 5143785"/>
              <a:gd name="connsiteX32450" fmla="*/ 3043904 w 3114960"/>
              <a:gd name="connsiteY32450" fmla="*/ 3013996 h 5143785"/>
              <a:gd name="connsiteX32451" fmla="*/ 3050381 w 3114960"/>
              <a:gd name="connsiteY32451" fmla="*/ 3013996 h 5143785"/>
              <a:gd name="connsiteX32452" fmla="*/ 3050381 w 3114960"/>
              <a:gd name="connsiteY32452" fmla="*/ 3021140 h 5143785"/>
              <a:gd name="connsiteX32453" fmla="*/ 3043904 w 3114960"/>
              <a:gd name="connsiteY32453" fmla="*/ 3021140 h 5143785"/>
              <a:gd name="connsiteX32454" fmla="*/ 3040952 w 3114960"/>
              <a:gd name="connsiteY32454" fmla="*/ 3018854 h 5143785"/>
              <a:gd name="connsiteX32455" fmla="*/ 3044476 w 3114960"/>
              <a:gd name="connsiteY32455" fmla="*/ 3016472 h 5143785"/>
              <a:gd name="connsiteX32456" fmla="*/ 3044952 w 3114960"/>
              <a:gd name="connsiteY32456" fmla="*/ 3015520 h 5143785"/>
              <a:gd name="connsiteX32457" fmla="*/ 3044476 w 3114960"/>
              <a:gd name="connsiteY32457" fmla="*/ 3014567 h 5143785"/>
              <a:gd name="connsiteX32458" fmla="*/ 3044571 w 3114960"/>
              <a:gd name="connsiteY32458" fmla="*/ 2976753 h 5143785"/>
              <a:gd name="connsiteX32459" fmla="*/ 3044000 w 3114960"/>
              <a:gd name="connsiteY32459" fmla="*/ 2976277 h 5143785"/>
              <a:gd name="connsiteX32460" fmla="*/ 3050477 w 3114960"/>
              <a:gd name="connsiteY32460" fmla="*/ 2976277 h 5143785"/>
              <a:gd name="connsiteX32461" fmla="*/ 3050477 w 3114960"/>
              <a:gd name="connsiteY32461" fmla="*/ 2983421 h 5143785"/>
              <a:gd name="connsiteX32462" fmla="*/ 3044000 w 3114960"/>
              <a:gd name="connsiteY32462" fmla="*/ 2983421 h 5143785"/>
              <a:gd name="connsiteX32463" fmla="*/ 3041047 w 3114960"/>
              <a:gd name="connsiteY32463" fmla="*/ 2981135 h 5143785"/>
              <a:gd name="connsiteX32464" fmla="*/ 3044571 w 3114960"/>
              <a:gd name="connsiteY32464" fmla="*/ 2978753 h 5143785"/>
              <a:gd name="connsiteX32465" fmla="*/ 3045047 w 3114960"/>
              <a:gd name="connsiteY32465" fmla="*/ 2977801 h 5143785"/>
              <a:gd name="connsiteX32466" fmla="*/ 3044571 w 3114960"/>
              <a:gd name="connsiteY32466" fmla="*/ 2976848 h 5143785"/>
              <a:gd name="connsiteX32467" fmla="*/ 3044571 w 3114960"/>
              <a:gd name="connsiteY32467" fmla="*/ 2939034 h 5143785"/>
              <a:gd name="connsiteX32468" fmla="*/ 3044000 w 3114960"/>
              <a:gd name="connsiteY32468" fmla="*/ 2938558 h 5143785"/>
              <a:gd name="connsiteX32469" fmla="*/ 3050477 w 3114960"/>
              <a:gd name="connsiteY32469" fmla="*/ 2938558 h 5143785"/>
              <a:gd name="connsiteX32470" fmla="*/ 3050477 w 3114960"/>
              <a:gd name="connsiteY32470" fmla="*/ 2945702 h 5143785"/>
              <a:gd name="connsiteX32471" fmla="*/ 3044095 w 3114960"/>
              <a:gd name="connsiteY32471" fmla="*/ 2945702 h 5143785"/>
              <a:gd name="connsiteX32472" fmla="*/ 3041047 w 3114960"/>
              <a:gd name="connsiteY32472" fmla="*/ 2943320 h 5143785"/>
              <a:gd name="connsiteX32473" fmla="*/ 3044571 w 3114960"/>
              <a:gd name="connsiteY32473" fmla="*/ 2940939 h 5143785"/>
              <a:gd name="connsiteX32474" fmla="*/ 3045047 w 3114960"/>
              <a:gd name="connsiteY32474" fmla="*/ 2939987 h 5143785"/>
              <a:gd name="connsiteX32475" fmla="*/ 3044571 w 3114960"/>
              <a:gd name="connsiteY32475" fmla="*/ 2939034 h 5143785"/>
              <a:gd name="connsiteX32476" fmla="*/ 3044190 w 3114960"/>
              <a:gd name="connsiteY32476" fmla="*/ 2901315 h 5143785"/>
              <a:gd name="connsiteX32477" fmla="*/ 3043523 w 3114960"/>
              <a:gd name="connsiteY32477" fmla="*/ 2900839 h 5143785"/>
              <a:gd name="connsiteX32478" fmla="*/ 3050381 w 3114960"/>
              <a:gd name="connsiteY32478" fmla="*/ 2900839 h 5143785"/>
              <a:gd name="connsiteX32479" fmla="*/ 3050381 w 3114960"/>
              <a:gd name="connsiteY32479" fmla="*/ 2907983 h 5143785"/>
              <a:gd name="connsiteX32480" fmla="*/ 3043523 w 3114960"/>
              <a:gd name="connsiteY32480" fmla="*/ 2907983 h 5143785"/>
              <a:gd name="connsiteX32481" fmla="*/ 3040571 w 3114960"/>
              <a:gd name="connsiteY32481" fmla="*/ 2905601 h 5143785"/>
              <a:gd name="connsiteX32482" fmla="*/ 3044095 w 3114960"/>
              <a:gd name="connsiteY32482" fmla="*/ 2903220 h 5143785"/>
              <a:gd name="connsiteX32483" fmla="*/ 3044571 w 3114960"/>
              <a:gd name="connsiteY32483" fmla="*/ 2902268 h 5143785"/>
              <a:gd name="connsiteX32484" fmla="*/ 3044095 w 3114960"/>
              <a:gd name="connsiteY32484" fmla="*/ 2901315 h 5143785"/>
              <a:gd name="connsiteX32485" fmla="*/ 2070259 w 3114960"/>
              <a:gd name="connsiteY32485" fmla="*/ 3239548 h 5143785"/>
              <a:gd name="connsiteX32486" fmla="*/ 2076355 w 3114960"/>
              <a:gd name="connsiteY32486" fmla="*/ 3242024 h 5143785"/>
              <a:gd name="connsiteX32487" fmla="*/ 2076355 w 3114960"/>
              <a:gd name="connsiteY32487" fmla="*/ 3251263 h 5143785"/>
              <a:gd name="connsiteX32488" fmla="*/ 2081117 w 3114960"/>
              <a:gd name="connsiteY32488" fmla="*/ 3251263 h 5143785"/>
              <a:gd name="connsiteX32489" fmla="*/ 2081117 w 3114960"/>
              <a:gd name="connsiteY32489" fmla="*/ 3242024 h 5143785"/>
              <a:gd name="connsiteX32490" fmla="*/ 2090261 w 3114960"/>
              <a:gd name="connsiteY32490" fmla="*/ 3236405 h 5143785"/>
              <a:gd name="connsiteX32491" fmla="*/ 2087213 w 3114960"/>
              <a:gd name="connsiteY32491" fmla="*/ 3216402 h 5143785"/>
              <a:gd name="connsiteX32492" fmla="*/ 2078736 w 3114960"/>
              <a:gd name="connsiteY32492" fmla="*/ 3213640 h 5143785"/>
              <a:gd name="connsiteX32493" fmla="*/ 2067211 w 3114960"/>
              <a:gd name="connsiteY32493" fmla="*/ 3219450 h 5143785"/>
              <a:gd name="connsiteX32494" fmla="*/ 2070259 w 3114960"/>
              <a:gd name="connsiteY32494" fmla="*/ 3239453 h 5143785"/>
              <a:gd name="connsiteX32495" fmla="*/ 2069306 w 3114960"/>
              <a:gd name="connsiteY32495" fmla="*/ 3221069 h 5143785"/>
              <a:gd name="connsiteX32496" fmla="*/ 2085689 w 3114960"/>
              <a:gd name="connsiteY32496" fmla="*/ 3218593 h 5143785"/>
              <a:gd name="connsiteX32497" fmla="*/ 2090357 w 3114960"/>
              <a:gd name="connsiteY32497" fmla="*/ 3226213 h 5143785"/>
              <a:gd name="connsiteX32498" fmla="*/ 2088261 w 3114960"/>
              <a:gd name="connsiteY32498" fmla="*/ 3234880 h 5143785"/>
              <a:gd name="connsiteX32499" fmla="*/ 2080641 w 3114960"/>
              <a:gd name="connsiteY32499" fmla="*/ 3239548 h 5143785"/>
              <a:gd name="connsiteX32500" fmla="*/ 2078831 w 3114960"/>
              <a:gd name="connsiteY32500" fmla="*/ 3239643 h 5143785"/>
              <a:gd name="connsiteX32501" fmla="*/ 2071973 w 3114960"/>
              <a:gd name="connsiteY32501" fmla="*/ 3237357 h 5143785"/>
              <a:gd name="connsiteX32502" fmla="*/ 2069497 w 3114960"/>
              <a:gd name="connsiteY32502" fmla="*/ 3220974 h 5143785"/>
              <a:gd name="connsiteX32503" fmla="*/ 3113056 w 3114960"/>
              <a:gd name="connsiteY32503" fmla="*/ 2699480 h 5143785"/>
              <a:gd name="connsiteX32504" fmla="*/ 3113056 w 3114960"/>
              <a:gd name="connsiteY32504" fmla="*/ 2691860 h 5143785"/>
              <a:gd name="connsiteX32505" fmla="*/ 3107055 w 3114960"/>
              <a:gd name="connsiteY32505" fmla="*/ 2685860 h 5143785"/>
              <a:gd name="connsiteX32506" fmla="*/ 3086767 w 3114960"/>
              <a:gd name="connsiteY32506" fmla="*/ 2685860 h 5143785"/>
              <a:gd name="connsiteX32507" fmla="*/ 3080766 w 3114960"/>
              <a:gd name="connsiteY32507" fmla="*/ 2691860 h 5143785"/>
              <a:gd name="connsiteX32508" fmla="*/ 3080766 w 3114960"/>
              <a:gd name="connsiteY32508" fmla="*/ 2699480 h 5143785"/>
              <a:gd name="connsiteX32509" fmla="*/ 3086767 w 3114960"/>
              <a:gd name="connsiteY32509" fmla="*/ 2705481 h 5143785"/>
              <a:gd name="connsiteX32510" fmla="*/ 3101340 w 3114960"/>
              <a:gd name="connsiteY32510" fmla="*/ 2705481 h 5143785"/>
              <a:gd name="connsiteX32511" fmla="*/ 3114770 w 3114960"/>
              <a:gd name="connsiteY32511" fmla="*/ 2718721 h 5143785"/>
              <a:gd name="connsiteX32512" fmla="*/ 3114770 w 3114960"/>
              <a:gd name="connsiteY32512" fmla="*/ 2712053 h 5143785"/>
              <a:gd name="connsiteX32513" fmla="*/ 3107912 w 3114960"/>
              <a:gd name="connsiteY32513" fmla="*/ 2705291 h 5143785"/>
              <a:gd name="connsiteX32514" fmla="*/ 3113056 w 3114960"/>
              <a:gd name="connsiteY32514" fmla="*/ 2699480 h 5143785"/>
              <a:gd name="connsiteX32515" fmla="*/ 3108293 w 3114960"/>
              <a:gd name="connsiteY32515" fmla="*/ 2699480 h 5143785"/>
              <a:gd name="connsiteX32516" fmla="*/ 3107055 w 3114960"/>
              <a:gd name="connsiteY32516" fmla="*/ 2700719 h 5143785"/>
              <a:gd name="connsiteX32517" fmla="*/ 3103245 w 3114960"/>
              <a:gd name="connsiteY32517" fmla="*/ 2700719 h 5143785"/>
              <a:gd name="connsiteX32518" fmla="*/ 3102674 w 3114960"/>
              <a:gd name="connsiteY32518" fmla="*/ 2700147 h 5143785"/>
              <a:gd name="connsiteX32519" fmla="*/ 3102102 w 3114960"/>
              <a:gd name="connsiteY32519" fmla="*/ 2700719 h 5143785"/>
              <a:gd name="connsiteX32520" fmla="*/ 3086767 w 3114960"/>
              <a:gd name="connsiteY32520" fmla="*/ 2700719 h 5143785"/>
              <a:gd name="connsiteX32521" fmla="*/ 3085529 w 3114960"/>
              <a:gd name="connsiteY32521" fmla="*/ 2699480 h 5143785"/>
              <a:gd name="connsiteX32522" fmla="*/ 3085529 w 3114960"/>
              <a:gd name="connsiteY32522" fmla="*/ 2691860 h 5143785"/>
              <a:gd name="connsiteX32523" fmla="*/ 3086767 w 3114960"/>
              <a:gd name="connsiteY32523" fmla="*/ 2690622 h 5143785"/>
              <a:gd name="connsiteX32524" fmla="*/ 3107055 w 3114960"/>
              <a:gd name="connsiteY32524" fmla="*/ 2690622 h 5143785"/>
              <a:gd name="connsiteX32525" fmla="*/ 3108293 w 3114960"/>
              <a:gd name="connsiteY32525" fmla="*/ 2691860 h 5143785"/>
              <a:gd name="connsiteX32526" fmla="*/ 3108293 w 3114960"/>
              <a:gd name="connsiteY32526" fmla="*/ 2699480 h 5143785"/>
              <a:gd name="connsiteX32527" fmla="*/ 1473137 w 3114960"/>
              <a:gd name="connsiteY32527" fmla="*/ 2985040 h 5143785"/>
              <a:gd name="connsiteX32528" fmla="*/ 1482376 w 3114960"/>
              <a:gd name="connsiteY32528" fmla="*/ 2992469 h 5143785"/>
              <a:gd name="connsiteX32529" fmla="*/ 1492187 w 3114960"/>
              <a:gd name="connsiteY32529" fmla="*/ 2982659 h 5143785"/>
              <a:gd name="connsiteX32530" fmla="*/ 1482376 w 3114960"/>
              <a:gd name="connsiteY32530" fmla="*/ 2972848 h 5143785"/>
              <a:gd name="connsiteX32531" fmla="*/ 1473137 w 3114960"/>
              <a:gd name="connsiteY32531" fmla="*/ 2980277 h 5143785"/>
              <a:gd name="connsiteX32532" fmla="*/ 1425893 w 3114960"/>
              <a:gd name="connsiteY32532" fmla="*/ 2980277 h 5143785"/>
              <a:gd name="connsiteX32533" fmla="*/ 1347978 w 3114960"/>
              <a:gd name="connsiteY32533" fmla="*/ 3043523 h 5143785"/>
              <a:gd name="connsiteX32534" fmla="*/ 1347978 w 3114960"/>
              <a:gd name="connsiteY32534" fmla="*/ 3130677 h 5143785"/>
              <a:gd name="connsiteX32535" fmla="*/ 1352741 w 3114960"/>
              <a:gd name="connsiteY32535" fmla="*/ 3130677 h 5143785"/>
              <a:gd name="connsiteX32536" fmla="*/ 1352741 w 3114960"/>
              <a:gd name="connsiteY32536" fmla="*/ 3045809 h 5143785"/>
              <a:gd name="connsiteX32537" fmla="*/ 1427607 w 3114960"/>
              <a:gd name="connsiteY32537" fmla="*/ 2985040 h 5143785"/>
              <a:gd name="connsiteX32538" fmla="*/ 1473137 w 3114960"/>
              <a:gd name="connsiteY32538" fmla="*/ 2985040 h 5143785"/>
              <a:gd name="connsiteX32539" fmla="*/ 1482376 w 3114960"/>
              <a:gd name="connsiteY32539" fmla="*/ 2977705 h 5143785"/>
              <a:gd name="connsiteX32540" fmla="*/ 1487424 w 3114960"/>
              <a:gd name="connsiteY32540" fmla="*/ 2982754 h 5143785"/>
              <a:gd name="connsiteX32541" fmla="*/ 1482376 w 3114960"/>
              <a:gd name="connsiteY32541" fmla="*/ 2987802 h 5143785"/>
              <a:gd name="connsiteX32542" fmla="*/ 1477423 w 3114960"/>
              <a:gd name="connsiteY32542" fmla="*/ 2982754 h 5143785"/>
              <a:gd name="connsiteX32543" fmla="*/ 1482376 w 3114960"/>
              <a:gd name="connsiteY32543" fmla="*/ 2977705 h 5143785"/>
              <a:gd name="connsiteX32544" fmla="*/ 3064764 w 3114960"/>
              <a:gd name="connsiteY32544" fmla="*/ 2697194 h 5143785"/>
              <a:gd name="connsiteX32545" fmla="*/ 3059716 w 3114960"/>
              <a:gd name="connsiteY32545" fmla="*/ 2692146 h 5143785"/>
              <a:gd name="connsiteX32546" fmla="*/ 3046762 w 3114960"/>
              <a:gd name="connsiteY32546" fmla="*/ 2692146 h 5143785"/>
              <a:gd name="connsiteX32547" fmla="*/ 3041713 w 3114960"/>
              <a:gd name="connsiteY32547" fmla="*/ 2697194 h 5143785"/>
              <a:gd name="connsiteX32548" fmla="*/ 3041713 w 3114960"/>
              <a:gd name="connsiteY32548" fmla="*/ 2710148 h 5143785"/>
              <a:gd name="connsiteX32549" fmla="*/ 3046762 w 3114960"/>
              <a:gd name="connsiteY32549" fmla="*/ 2715197 h 5143785"/>
              <a:gd name="connsiteX32550" fmla="*/ 3059716 w 3114960"/>
              <a:gd name="connsiteY32550" fmla="*/ 2715197 h 5143785"/>
              <a:gd name="connsiteX32551" fmla="*/ 3060573 w 3114960"/>
              <a:gd name="connsiteY32551" fmla="*/ 2715006 h 5143785"/>
              <a:gd name="connsiteX32552" fmla="*/ 3114866 w 3114960"/>
              <a:gd name="connsiteY32552" fmla="*/ 2768346 h 5143785"/>
              <a:gd name="connsiteX32553" fmla="*/ 3114866 w 3114960"/>
              <a:gd name="connsiteY32553" fmla="*/ 2761679 h 5143785"/>
              <a:gd name="connsiteX32554" fmla="*/ 3064383 w 3114960"/>
              <a:gd name="connsiteY32554" fmla="*/ 2712053 h 5143785"/>
              <a:gd name="connsiteX32555" fmla="*/ 3064764 w 3114960"/>
              <a:gd name="connsiteY32555" fmla="*/ 2710053 h 5143785"/>
              <a:gd name="connsiteX32556" fmla="*/ 3064764 w 3114960"/>
              <a:gd name="connsiteY32556" fmla="*/ 2697099 h 5143785"/>
              <a:gd name="connsiteX32557" fmla="*/ 3060002 w 3114960"/>
              <a:gd name="connsiteY32557" fmla="*/ 2710053 h 5143785"/>
              <a:gd name="connsiteX32558" fmla="*/ 3059716 w 3114960"/>
              <a:gd name="connsiteY32558" fmla="*/ 2710339 h 5143785"/>
              <a:gd name="connsiteX32559" fmla="*/ 3046476 w 3114960"/>
              <a:gd name="connsiteY32559" fmla="*/ 2710053 h 5143785"/>
              <a:gd name="connsiteX32560" fmla="*/ 3046762 w 3114960"/>
              <a:gd name="connsiteY32560" fmla="*/ 2696813 h 5143785"/>
              <a:gd name="connsiteX32561" fmla="*/ 3060002 w 3114960"/>
              <a:gd name="connsiteY32561" fmla="*/ 2697099 h 5143785"/>
              <a:gd name="connsiteX32562" fmla="*/ 3060002 w 3114960"/>
              <a:gd name="connsiteY32562" fmla="*/ 2710053 h 5143785"/>
              <a:gd name="connsiteX32563" fmla="*/ 2071688 w 3114960"/>
              <a:gd name="connsiteY32563" fmla="*/ 3228023 h 5143785"/>
              <a:gd name="connsiteX32564" fmla="*/ 2078736 w 3114960"/>
              <a:gd name="connsiteY32564" fmla="*/ 3220974 h 5143785"/>
              <a:gd name="connsiteX32565" fmla="*/ 2085785 w 3114960"/>
              <a:gd name="connsiteY32565" fmla="*/ 3228023 h 5143785"/>
              <a:gd name="connsiteX32566" fmla="*/ 2078736 w 3114960"/>
              <a:gd name="connsiteY32566" fmla="*/ 3235071 h 5143785"/>
              <a:gd name="connsiteX32567" fmla="*/ 2071688 w 3114960"/>
              <a:gd name="connsiteY32567" fmla="*/ 3228023 h 5143785"/>
              <a:gd name="connsiteX32568" fmla="*/ 1727454 w 3114960"/>
              <a:gd name="connsiteY32568" fmla="*/ 2648712 h 5143785"/>
              <a:gd name="connsiteX32569" fmla="*/ 1727454 w 3114960"/>
              <a:gd name="connsiteY32569" fmla="*/ 2638997 h 5143785"/>
              <a:gd name="connsiteX32570" fmla="*/ 1730121 w 3114960"/>
              <a:gd name="connsiteY32570" fmla="*/ 2636330 h 5143785"/>
              <a:gd name="connsiteX32571" fmla="*/ 1739837 w 3114960"/>
              <a:gd name="connsiteY32571" fmla="*/ 2636330 h 5143785"/>
              <a:gd name="connsiteX32572" fmla="*/ 1742503 w 3114960"/>
              <a:gd name="connsiteY32572" fmla="*/ 2638997 h 5143785"/>
              <a:gd name="connsiteX32573" fmla="*/ 1742503 w 3114960"/>
              <a:gd name="connsiteY32573" fmla="*/ 2648712 h 5143785"/>
              <a:gd name="connsiteX32574" fmla="*/ 1739837 w 3114960"/>
              <a:gd name="connsiteY32574" fmla="*/ 2651379 h 5143785"/>
              <a:gd name="connsiteX32575" fmla="*/ 1730121 w 3114960"/>
              <a:gd name="connsiteY32575" fmla="*/ 2651379 h 5143785"/>
              <a:gd name="connsiteX32576" fmla="*/ 1727454 w 3114960"/>
              <a:gd name="connsiteY32576" fmla="*/ 2648712 h 5143785"/>
              <a:gd name="connsiteX32577" fmla="*/ 2081117 w 3114960"/>
              <a:gd name="connsiteY32577" fmla="*/ 3268504 h 5143785"/>
              <a:gd name="connsiteX32578" fmla="*/ 2081117 w 3114960"/>
              <a:gd name="connsiteY32578" fmla="*/ 3285649 h 5143785"/>
              <a:gd name="connsiteX32579" fmla="*/ 2076355 w 3114960"/>
              <a:gd name="connsiteY32579" fmla="*/ 3285649 h 5143785"/>
              <a:gd name="connsiteX32580" fmla="*/ 2076355 w 3114960"/>
              <a:gd name="connsiteY32580" fmla="*/ 3268504 h 5143785"/>
              <a:gd name="connsiteX32581" fmla="*/ 2081117 w 3114960"/>
              <a:gd name="connsiteY32581" fmla="*/ 3268504 h 5143785"/>
              <a:gd name="connsiteX32582" fmla="*/ 2067878 w 3114960"/>
              <a:gd name="connsiteY32582" fmla="*/ 3453955 h 5143785"/>
              <a:gd name="connsiteX32583" fmla="*/ 2067878 w 3114960"/>
              <a:gd name="connsiteY32583" fmla="*/ 3462052 h 5143785"/>
              <a:gd name="connsiteX32584" fmla="*/ 2074736 w 3114960"/>
              <a:gd name="connsiteY32584" fmla="*/ 3468910 h 5143785"/>
              <a:gd name="connsiteX32585" fmla="*/ 2082832 w 3114960"/>
              <a:gd name="connsiteY32585" fmla="*/ 3468910 h 5143785"/>
              <a:gd name="connsiteX32586" fmla="*/ 2089690 w 3114960"/>
              <a:gd name="connsiteY32586" fmla="*/ 3462052 h 5143785"/>
              <a:gd name="connsiteX32587" fmla="*/ 2089690 w 3114960"/>
              <a:gd name="connsiteY32587" fmla="*/ 3453955 h 5143785"/>
              <a:gd name="connsiteX32588" fmla="*/ 2082832 w 3114960"/>
              <a:gd name="connsiteY32588" fmla="*/ 3447098 h 5143785"/>
              <a:gd name="connsiteX32589" fmla="*/ 2081213 w 3114960"/>
              <a:gd name="connsiteY32589" fmla="*/ 3447098 h 5143785"/>
              <a:gd name="connsiteX32590" fmla="*/ 2081213 w 3114960"/>
              <a:gd name="connsiteY32590" fmla="*/ 3439954 h 5143785"/>
              <a:gd name="connsiteX32591" fmla="*/ 2076450 w 3114960"/>
              <a:gd name="connsiteY32591" fmla="*/ 3439954 h 5143785"/>
              <a:gd name="connsiteX32592" fmla="*/ 2076450 w 3114960"/>
              <a:gd name="connsiteY32592" fmla="*/ 3447098 h 5143785"/>
              <a:gd name="connsiteX32593" fmla="*/ 2074736 w 3114960"/>
              <a:gd name="connsiteY32593" fmla="*/ 3447098 h 5143785"/>
              <a:gd name="connsiteX32594" fmla="*/ 2067878 w 3114960"/>
              <a:gd name="connsiteY32594" fmla="*/ 3453955 h 5143785"/>
              <a:gd name="connsiteX32595" fmla="*/ 2082737 w 3114960"/>
              <a:gd name="connsiteY32595" fmla="*/ 3451955 h 5143785"/>
              <a:gd name="connsiteX32596" fmla="*/ 2084832 w 3114960"/>
              <a:gd name="connsiteY32596" fmla="*/ 3454051 h 5143785"/>
              <a:gd name="connsiteX32597" fmla="*/ 2084832 w 3114960"/>
              <a:gd name="connsiteY32597" fmla="*/ 3462147 h 5143785"/>
              <a:gd name="connsiteX32598" fmla="*/ 2082737 w 3114960"/>
              <a:gd name="connsiteY32598" fmla="*/ 3464243 h 5143785"/>
              <a:gd name="connsiteX32599" fmla="*/ 2074640 w 3114960"/>
              <a:gd name="connsiteY32599" fmla="*/ 3464243 h 5143785"/>
              <a:gd name="connsiteX32600" fmla="*/ 2072545 w 3114960"/>
              <a:gd name="connsiteY32600" fmla="*/ 3462147 h 5143785"/>
              <a:gd name="connsiteX32601" fmla="*/ 2072545 w 3114960"/>
              <a:gd name="connsiteY32601" fmla="*/ 3454051 h 5143785"/>
              <a:gd name="connsiteX32602" fmla="*/ 2074640 w 3114960"/>
              <a:gd name="connsiteY32602" fmla="*/ 3451955 h 5143785"/>
              <a:gd name="connsiteX32603" fmla="*/ 2082737 w 3114960"/>
              <a:gd name="connsiteY32603" fmla="*/ 3451955 h 5143785"/>
              <a:gd name="connsiteX32604" fmla="*/ 2138363 w 3114960"/>
              <a:gd name="connsiteY32604" fmla="*/ 3370707 h 5143785"/>
              <a:gd name="connsiteX32605" fmla="*/ 2143125 w 3114960"/>
              <a:gd name="connsiteY32605" fmla="*/ 3370707 h 5143785"/>
              <a:gd name="connsiteX32606" fmla="*/ 2143125 w 3114960"/>
              <a:gd name="connsiteY32606" fmla="*/ 3387757 h 5143785"/>
              <a:gd name="connsiteX32607" fmla="*/ 2138363 w 3114960"/>
              <a:gd name="connsiteY32607" fmla="*/ 3387757 h 5143785"/>
              <a:gd name="connsiteX32608" fmla="*/ 2138363 w 3114960"/>
              <a:gd name="connsiteY32608" fmla="*/ 3370707 h 5143785"/>
              <a:gd name="connsiteX32609" fmla="*/ 2081117 w 3114960"/>
              <a:gd name="connsiteY32609" fmla="*/ 3319939 h 5143785"/>
              <a:gd name="connsiteX32610" fmla="*/ 2076355 w 3114960"/>
              <a:gd name="connsiteY32610" fmla="*/ 3319939 h 5143785"/>
              <a:gd name="connsiteX32611" fmla="*/ 2076355 w 3114960"/>
              <a:gd name="connsiteY32611" fmla="*/ 3302794 h 5143785"/>
              <a:gd name="connsiteX32612" fmla="*/ 2081117 w 3114960"/>
              <a:gd name="connsiteY32612" fmla="*/ 3302794 h 5143785"/>
              <a:gd name="connsiteX32613" fmla="*/ 2081117 w 3114960"/>
              <a:gd name="connsiteY32613" fmla="*/ 3319939 h 5143785"/>
              <a:gd name="connsiteX32614" fmla="*/ 2081117 w 3114960"/>
              <a:gd name="connsiteY32614" fmla="*/ 3405759 h 5143785"/>
              <a:gd name="connsiteX32615" fmla="*/ 2081117 w 3114960"/>
              <a:gd name="connsiteY32615" fmla="*/ 3422904 h 5143785"/>
              <a:gd name="connsiteX32616" fmla="*/ 2076355 w 3114960"/>
              <a:gd name="connsiteY32616" fmla="*/ 3422904 h 5143785"/>
              <a:gd name="connsiteX32617" fmla="*/ 2076355 w 3114960"/>
              <a:gd name="connsiteY32617" fmla="*/ 3405759 h 5143785"/>
              <a:gd name="connsiteX32618" fmla="*/ 2081117 w 3114960"/>
              <a:gd name="connsiteY32618" fmla="*/ 3405759 h 5143785"/>
              <a:gd name="connsiteX32619" fmla="*/ 2076355 w 3114960"/>
              <a:gd name="connsiteY32619" fmla="*/ 3337084 h 5143785"/>
              <a:gd name="connsiteX32620" fmla="*/ 2081117 w 3114960"/>
              <a:gd name="connsiteY32620" fmla="*/ 3337084 h 5143785"/>
              <a:gd name="connsiteX32621" fmla="*/ 2081117 w 3114960"/>
              <a:gd name="connsiteY32621" fmla="*/ 3354229 h 5143785"/>
              <a:gd name="connsiteX32622" fmla="*/ 2076355 w 3114960"/>
              <a:gd name="connsiteY32622" fmla="*/ 3354229 h 5143785"/>
              <a:gd name="connsiteX32623" fmla="*/ 2076355 w 3114960"/>
              <a:gd name="connsiteY32623" fmla="*/ 3337084 h 5143785"/>
              <a:gd name="connsiteX32624" fmla="*/ 1342835 w 3114960"/>
              <a:gd name="connsiteY32624" fmla="*/ 3151727 h 5143785"/>
              <a:gd name="connsiteX32625" fmla="*/ 1342835 w 3114960"/>
              <a:gd name="connsiteY32625" fmla="*/ 3142964 h 5143785"/>
              <a:gd name="connsiteX32626" fmla="*/ 1345978 w 3114960"/>
              <a:gd name="connsiteY32626" fmla="*/ 3139821 h 5143785"/>
              <a:gd name="connsiteX32627" fmla="*/ 1354741 w 3114960"/>
              <a:gd name="connsiteY32627" fmla="*/ 3139821 h 5143785"/>
              <a:gd name="connsiteX32628" fmla="*/ 1357884 w 3114960"/>
              <a:gd name="connsiteY32628" fmla="*/ 3142964 h 5143785"/>
              <a:gd name="connsiteX32629" fmla="*/ 1357884 w 3114960"/>
              <a:gd name="connsiteY32629" fmla="*/ 3151727 h 5143785"/>
              <a:gd name="connsiteX32630" fmla="*/ 1354741 w 3114960"/>
              <a:gd name="connsiteY32630" fmla="*/ 3154871 h 5143785"/>
              <a:gd name="connsiteX32631" fmla="*/ 1345978 w 3114960"/>
              <a:gd name="connsiteY32631" fmla="*/ 3154871 h 5143785"/>
              <a:gd name="connsiteX32632" fmla="*/ 1342835 w 3114960"/>
              <a:gd name="connsiteY32632" fmla="*/ 3151727 h 5143785"/>
              <a:gd name="connsiteX32633" fmla="*/ 3036856 w 3114960"/>
              <a:gd name="connsiteY32633" fmla="*/ 2096357 h 5143785"/>
              <a:gd name="connsiteX32634" fmla="*/ 3025045 w 3114960"/>
              <a:gd name="connsiteY32634" fmla="*/ 2096357 h 5143785"/>
              <a:gd name="connsiteX32635" fmla="*/ 3018854 w 3114960"/>
              <a:gd name="connsiteY32635" fmla="*/ 2102549 h 5143785"/>
              <a:gd name="connsiteX32636" fmla="*/ 3018854 w 3114960"/>
              <a:gd name="connsiteY32636" fmla="*/ 2114360 h 5143785"/>
              <a:gd name="connsiteX32637" fmla="*/ 3025045 w 3114960"/>
              <a:gd name="connsiteY32637" fmla="*/ 2120551 h 5143785"/>
              <a:gd name="connsiteX32638" fmla="*/ 3027426 w 3114960"/>
              <a:gd name="connsiteY32638" fmla="*/ 2120551 h 5143785"/>
              <a:gd name="connsiteX32639" fmla="*/ 3027426 w 3114960"/>
              <a:gd name="connsiteY32639" fmla="*/ 2331911 h 5143785"/>
              <a:gd name="connsiteX32640" fmla="*/ 3048381 w 3114960"/>
              <a:gd name="connsiteY32640" fmla="*/ 2356961 h 5143785"/>
              <a:gd name="connsiteX32641" fmla="*/ 3114866 w 3114960"/>
              <a:gd name="connsiteY32641" fmla="*/ 2356961 h 5143785"/>
              <a:gd name="connsiteX32642" fmla="*/ 3114866 w 3114960"/>
              <a:gd name="connsiteY32642" fmla="*/ 2349818 h 5143785"/>
              <a:gd name="connsiteX32643" fmla="*/ 3051810 w 3114960"/>
              <a:gd name="connsiteY32643" fmla="*/ 2349818 h 5143785"/>
              <a:gd name="connsiteX32644" fmla="*/ 3034665 w 3114960"/>
              <a:gd name="connsiteY32644" fmla="*/ 2329339 h 5143785"/>
              <a:gd name="connsiteX32645" fmla="*/ 3034665 w 3114960"/>
              <a:gd name="connsiteY32645" fmla="*/ 2120551 h 5143785"/>
              <a:gd name="connsiteX32646" fmla="*/ 3037046 w 3114960"/>
              <a:gd name="connsiteY32646" fmla="*/ 2120551 h 5143785"/>
              <a:gd name="connsiteX32647" fmla="*/ 3043238 w 3114960"/>
              <a:gd name="connsiteY32647" fmla="*/ 2114360 h 5143785"/>
              <a:gd name="connsiteX32648" fmla="*/ 3043238 w 3114960"/>
              <a:gd name="connsiteY32648" fmla="*/ 2110454 h 5143785"/>
              <a:gd name="connsiteX32649" fmla="*/ 3114961 w 3114960"/>
              <a:gd name="connsiteY32649" fmla="*/ 2110169 h 5143785"/>
              <a:gd name="connsiteX32650" fmla="*/ 3114961 w 3114960"/>
              <a:gd name="connsiteY32650" fmla="*/ 2105978 h 5143785"/>
              <a:gd name="connsiteX32651" fmla="*/ 3043238 w 3114960"/>
              <a:gd name="connsiteY32651" fmla="*/ 2106454 h 5143785"/>
              <a:gd name="connsiteX32652" fmla="*/ 3043238 w 3114960"/>
              <a:gd name="connsiteY32652" fmla="*/ 2102549 h 5143785"/>
              <a:gd name="connsiteX32653" fmla="*/ 3037046 w 3114960"/>
              <a:gd name="connsiteY32653" fmla="*/ 2096357 h 5143785"/>
              <a:gd name="connsiteX32654" fmla="*/ 3038856 w 3114960"/>
              <a:gd name="connsiteY32654" fmla="*/ 2114360 h 5143785"/>
              <a:gd name="connsiteX32655" fmla="*/ 3036761 w 3114960"/>
              <a:gd name="connsiteY32655" fmla="*/ 2116455 h 5143785"/>
              <a:gd name="connsiteX32656" fmla="*/ 3034379 w 3114960"/>
              <a:gd name="connsiteY32656" fmla="*/ 2116455 h 5143785"/>
              <a:gd name="connsiteX32657" fmla="*/ 3034379 w 3114960"/>
              <a:gd name="connsiteY32657" fmla="*/ 2116074 h 5143785"/>
              <a:gd name="connsiteX32658" fmla="*/ 3027236 w 3114960"/>
              <a:gd name="connsiteY32658" fmla="*/ 2116074 h 5143785"/>
              <a:gd name="connsiteX32659" fmla="*/ 3027236 w 3114960"/>
              <a:gd name="connsiteY32659" fmla="*/ 2116455 h 5143785"/>
              <a:gd name="connsiteX32660" fmla="*/ 3024854 w 3114960"/>
              <a:gd name="connsiteY32660" fmla="*/ 2116455 h 5143785"/>
              <a:gd name="connsiteX32661" fmla="*/ 3022759 w 3114960"/>
              <a:gd name="connsiteY32661" fmla="*/ 2114360 h 5143785"/>
              <a:gd name="connsiteX32662" fmla="*/ 3022759 w 3114960"/>
              <a:gd name="connsiteY32662" fmla="*/ 2102549 h 5143785"/>
              <a:gd name="connsiteX32663" fmla="*/ 3024854 w 3114960"/>
              <a:gd name="connsiteY32663" fmla="*/ 2100453 h 5143785"/>
              <a:gd name="connsiteX32664" fmla="*/ 3036665 w 3114960"/>
              <a:gd name="connsiteY32664" fmla="*/ 2100453 h 5143785"/>
              <a:gd name="connsiteX32665" fmla="*/ 3038761 w 3114960"/>
              <a:gd name="connsiteY32665" fmla="*/ 2102549 h 5143785"/>
              <a:gd name="connsiteX32666" fmla="*/ 3038761 w 3114960"/>
              <a:gd name="connsiteY32666" fmla="*/ 2114360 h 5143785"/>
              <a:gd name="connsiteX32667" fmla="*/ 3097625 w 3114960"/>
              <a:gd name="connsiteY32667" fmla="*/ 2558510 h 5143785"/>
              <a:gd name="connsiteX32668" fmla="*/ 3088100 w 3114960"/>
              <a:gd name="connsiteY32668" fmla="*/ 2558510 h 5143785"/>
              <a:gd name="connsiteX32669" fmla="*/ 3088100 w 3114960"/>
              <a:gd name="connsiteY32669" fmla="*/ 2551367 h 5143785"/>
              <a:gd name="connsiteX32670" fmla="*/ 3097625 w 3114960"/>
              <a:gd name="connsiteY32670" fmla="*/ 2551367 h 5143785"/>
              <a:gd name="connsiteX32671" fmla="*/ 3097625 w 3114960"/>
              <a:gd name="connsiteY32671" fmla="*/ 2558510 h 5143785"/>
              <a:gd name="connsiteX32672" fmla="*/ 1341692 w 3114960"/>
              <a:gd name="connsiteY32672" fmla="*/ 3164015 h 5143785"/>
              <a:gd name="connsiteX32673" fmla="*/ 1359122 w 3114960"/>
              <a:gd name="connsiteY32673" fmla="*/ 3164015 h 5143785"/>
              <a:gd name="connsiteX32674" fmla="*/ 1367123 w 3114960"/>
              <a:gd name="connsiteY32674" fmla="*/ 3156013 h 5143785"/>
              <a:gd name="connsiteX32675" fmla="*/ 1367123 w 3114960"/>
              <a:gd name="connsiteY32675" fmla="*/ 3138583 h 5143785"/>
              <a:gd name="connsiteX32676" fmla="*/ 1359122 w 3114960"/>
              <a:gd name="connsiteY32676" fmla="*/ 3130582 h 5143785"/>
              <a:gd name="connsiteX32677" fmla="*/ 1341692 w 3114960"/>
              <a:gd name="connsiteY32677" fmla="*/ 3130582 h 5143785"/>
              <a:gd name="connsiteX32678" fmla="*/ 1333691 w 3114960"/>
              <a:gd name="connsiteY32678" fmla="*/ 3138583 h 5143785"/>
              <a:gd name="connsiteX32679" fmla="*/ 1333691 w 3114960"/>
              <a:gd name="connsiteY32679" fmla="*/ 3156013 h 5143785"/>
              <a:gd name="connsiteX32680" fmla="*/ 1341692 w 3114960"/>
              <a:gd name="connsiteY32680" fmla="*/ 3164015 h 5143785"/>
              <a:gd name="connsiteX32681" fmla="*/ 1338072 w 3114960"/>
              <a:gd name="connsiteY32681" fmla="*/ 3138678 h 5143785"/>
              <a:gd name="connsiteX32682" fmla="*/ 1341692 w 3114960"/>
              <a:gd name="connsiteY32682" fmla="*/ 3135059 h 5143785"/>
              <a:gd name="connsiteX32683" fmla="*/ 1359122 w 3114960"/>
              <a:gd name="connsiteY32683" fmla="*/ 3135059 h 5143785"/>
              <a:gd name="connsiteX32684" fmla="*/ 1362742 w 3114960"/>
              <a:gd name="connsiteY32684" fmla="*/ 3138678 h 5143785"/>
              <a:gd name="connsiteX32685" fmla="*/ 1362742 w 3114960"/>
              <a:gd name="connsiteY32685" fmla="*/ 3156109 h 5143785"/>
              <a:gd name="connsiteX32686" fmla="*/ 1359122 w 3114960"/>
              <a:gd name="connsiteY32686" fmla="*/ 3159728 h 5143785"/>
              <a:gd name="connsiteX32687" fmla="*/ 1341692 w 3114960"/>
              <a:gd name="connsiteY32687" fmla="*/ 3159728 h 5143785"/>
              <a:gd name="connsiteX32688" fmla="*/ 1338072 w 3114960"/>
              <a:gd name="connsiteY32688" fmla="*/ 3156109 h 5143785"/>
              <a:gd name="connsiteX32689" fmla="*/ 1338072 w 3114960"/>
              <a:gd name="connsiteY32689" fmla="*/ 3138678 h 5143785"/>
              <a:gd name="connsiteX32690" fmla="*/ 2810637 w 3114960"/>
              <a:gd name="connsiteY32690" fmla="*/ 1798796 h 5143785"/>
              <a:gd name="connsiteX32691" fmla="*/ 2797778 w 3114960"/>
              <a:gd name="connsiteY32691" fmla="*/ 1811655 h 5143785"/>
              <a:gd name="connsiteX32692" fmla="*/ 2810637 w 3114960"/>
              <a:gd name="connsiteY32692" fmla="*/ 1824514 h 5143785"/>
              <a:gd name="connsiteX32693" fmla="*/ 2815304 w 3114960"/>
              <a:gd name="connsiteY32693" fmla="*/ 1823657 h 5143785"/>
              <a:gd name="connsiteX32694" fmla="*/ 2829497 w 3114960"/>
              <a:gd name="connsiteY32694" fmla="*/ 1836992 h 5143785"/>
              <a:gd name="connsiteX32695" fmla="*/ 2964275 w 3114960"/>
              <a:gd name="connsiteY32695" fmla="*/ 1836801 h 5143785"/>
              <a:gd name="connsiteX32696" fmla="*/ 2986469 w 3114960"/>
              <a:gd name="connsiteY32696" fmla="*/ 1860518 h 5143785"/>
              <a:gd name="connsiteX32697" fmla="*/ 3074194 w 3114960"/>
              <a:gd name="connsiteY32697" fmla="*/ 1861090 h 5143785"/>
              <a:gd name="connsiteX32698" fmla="*/ 3114866 w 3114960"/>
              <a:gd name="connsiteY32698" fmla="*/ 1813751 h 5143785"/>
              <a:gd name="connsiteX32699" fmla="*/ 3114866 w 3114960"/>
              <a:gd name="connsiteY32699" fmla="*/ 1800130 h 5143785"/>
              <a:gd name="connsiteX32700" fmla="*/ 3110865 w 3114960"/>
              <a:gd name="connsiteY32700" fmla="*/ 1800130 h 5143785"/>
              <a:gd name="connsiteX32701" fmla="*/ 3068669 w 3114960"/>
              <a:gd name="connsiteY32701" fmla="*/ 1849279 h 5143785"/>
              <a:gd name="connsiteX32702" fmla="*/ 2991612 w 3114960"/>
              <a:gd name="connsiteY32702" fmla="*/ 1848612 h 5143785"/>
              <a:gd name="connsiteX32703" fmla="*/ 2969419 w 3114960"/>
              <a:gd name="connsiteY32703" fmla="*/ 1824895 h 5143785"/>
              <a:gd name="connsiteX32704" fmla="*/ 2834164 w 3114960"/>
              <a:gd name="connsiteY32704" fmla="*/ 1825085 h 5143785"/>
              <a:gd name="connsiteX32705" fmla="*/ 2823115 w 3114960"/>
              <a:gd name="connsiteY32705" fmla="*/ 1814703 h 5143785"/>
              <a:gd name="connsiteX32706" fmla="*/ 2823496 w 3114960"/>
              <a:gd name="connsiteY32706" fmla="*/ 1811655 h 5143785"/>
              <a:gd name="connsiteX32707" fmla="*/ 2810637 w 3114960"/>
              <a:gd name="connsiteY32707" fmla="*/ 1798796 h 5143785"/>
              <a:gd name="connsiteX32708" fmla="*/ 2817305 w 3114960"/>
              <a:gd name="connsiteY32708" fmla="*/ 1816037 h 5143785"/>
              <a:gd name="connsiteX32709" fmla="*/ 2815400 w 3114960"/>
              <a:gd name="connsiteY32709" fmla="*/ 1818037 h 5143785"/>
              <a:gd name="connsiteX32710" fmla="*/ 2810637 w 3114960"/>
              <a:gd name="connsiteY32710" fmla="*/ 1819751 h 5143785"/>
              <a:gd name="connsiteX32711" fmla="*/ 2802541 w 3114960"/>
              <a:gd name="connsiteY32711" fmla="*/ 1811655 h 5143785"/>
              <a:gd name="connsiteX32712" fmla="*/ 2810637 w 3114960"/>
              <a:gd name="connsiteY32712" fmla="*/ 1803559 h 5143785"/>
              <a:gd name="connsiteX32713" fmla="*/ 2818734 w 3114960"/>
              <a:gd name="connsiteY32713" fmla="*/ 1811655 h 5143785"/>
              <a:gd name="connsiteX32714" fmla="*/ 2817305 w 3114960"/>
              <a:gd name="connsiteY32714" fmla="*/ 1816037 h 5143785"/>
              <a:gd name="connsiteX32715" fmla="*/ 3034855 w 3114960"/>
              <a:gd name="connsiteY32715" fmla="*/ 2545366 h 5143785"/>
              <a:gd name="connsiteX32716" fmla="*/ 3034855 w 3114960"/>
              <a:gd name="connsiteY32716" fmla="*/ 2551271 h 5143785"/>
              <a:gd name="connsiteX32717" fmla="*/ 3040571 w 3114960"/>
              <a:gd name="connsiteY32717" fmla="*/ 2551271 h 5143785"/>
              <a:gd name="connsiteX32718" fmla="*/ 3040571 w 3114960"/>
              <a:gd name="connsiteY32718" fmla="*/ 2558415 h 5143785"/>
              <a:gd name="connsiteX32719" fmla="*/ 3034951 w 3114960"/>
              <a:gd name="connsiteY32719" fmla="*/ 2558415 h 5143785"/>
              <a:gd name="connsiteX32720" fmla="*/ 3034951 w 3114960"/>
              <a:gd name="connsiteY32720" fmla="*/ 2565368 h 5143785"/>
              <a:gd name="connsiteX32721" fmla="*/ 3028950 w 3114960"/>
              <a:gd name="connsiteY32721" fmla="*/ 2571369 h 5143785"/>
              <a:gd name="connsiteX32722" fmla="*/ 3008852 w 3114960"/>
              <a:gd name="connsiteY32722" fmla="*/ 2571369 h 5143785"/>
              <a:gd name="connsiteX32723" fmla="*/ 3002852 w 3114960"/>
              <a:gd name="connsiteY32723" fmla="*/ 2565368 h 5143785"/>
              <a:gd name="connsiteX32724" fmla="*/ 3002852 w 3114960"/>
              <a:gd name="connsiteY32724" fmla="*/ 2545271 h 5143785"/>
              <a:gd name="connsiteX32725" fmla="*/ 3008852 w 3114960"/>
              <a:gd name="connsiteY32725" fmla="*/ 2539270 h 5143785"/>
              <a:gd name="connsiteX32726" fmla="*/ 3028950 w 3114960"/>
              <a:gd name="connsiteY32726" fmla="*/ 2539270 h 5143785"/>
              <a:gd name="connsiteX32727" fmla="*/ 3034951 w 3114960"/>
              <a:gd name="connsiteY32727" fmla="*/ 2545271 h 5143785"/>
              <a:gd name="connsiteX32728" fmla="*/ 3097721 w 3114960"/>
              <a:gd name="connsiteY32728" fmla="*/ 2060162 h 5143785"/>
              <a:gd name="connsiteX32729" fmla="*/ 3088196 w 3114960"/>
              <a:gd name="connsiteY32729" fmla="*/ 2060162 h 5143785"/>
              <a:gd name="connsiteX32730" fmla="*/ 3081242 w 3114960"/>
              <a:gd name="connsiteY32730" fmla="*/ 2067116 h 5143785"/>
              <a:gd name="connsiteX32731" fmla="*/ 3081242 w 3114960"/>
              <a:gd name="connsiteY32731" fmla="*/ 2076641 h 5143785"/>
              <a:gd name="connsiteX32732" fmla="*/ 3088196 w 3114960"/>
              <a:gd name="connsiteY32732" fmla="*/ 2083594 h 5143785"/>
              <a:gd name="connsiteX32733" fmla="*/ 3097721 w 3114960"/>
              <a:gd name="connsiteY32733" fmla="*/ 2083594 h 5143785"/>
              <a:gd name="connsiteX32734" fmla="*/ 3104674 w 3114960"/>
              <a:gd name="connsiteY32734" fmla="*/ 2076641 h 5143785"/>
              <a:gd name="connsiteX32735" fmla="*/ 3104674 w 3114960"/>
              <a:gd name="connsiteY32735" fmla="*/ 2075402 h 5143785"/>
              <a:gd name="connsiteX32736" fmla="*/ 3114770 w 3114960"/>
              <a:gd name="connsiteY32736" fmla="*/ 2075402 h 5143785"/>
              <a:gd name="connsiteX32737" fmla="*/ 3114770 w 3114960"/>
              <a:gd name="connsiteY32737" fmla="*/ 2068259 h 5143785"/>
              <a:gd name="connsiteX32738" fmla="*/ 3104674 w 3114960"/>
              <a:gd name="connsiteY32738" fmla="*/ 2068259 h 5143785"/>
              <a:gd name="connsiteX32739" fmla="*/ 3104674 w 3114960"/>
              <a:gd name="connsiteY32739" fmla="*/ 2067020 h 5143785"/>
              <a:gd name="connsiteX32740" fmla="*/ 3097721 w 3114960"/>
              <a:gd name="connsiteY32740" fmla="*/ 2060067 h 5143785"/>
              <a:gd name="connsiteX32741" fmla="*/ 3099911 w 3114960"/>
              <a:gd name="connsiteY32741" fmla="*/ 2076736 h 5143785"/>
              <a:gd name="connsiteX32742" fmla="*/ 3097721 w 3114960"/>
              <a:gd name="connsiteY32742" fmla="*/ 2078927 h 5143785"/>
              <a:gd name="connsiteX32743" fmla="*/ 3088196 w 3114960"/>
              <a:gd name="connsiteY32743" fmla="*/ 2078927 h 5143785"/>
              <a:gd name="connsiteX32744" fmla="*/ 3086005 w 3114960"/>
              <a:gd name="connsiteY32744" fmla="*/ 2076736 h 5143785"/>
              <a:gd name="connsiteX32745" fmla="*/ 3086005 w 3114960"/>
              <a:gd name="connsiteY32745" fmla="*/ 2067211 h 5143785"/>
              <a:gd name="connsiteX32746" fmla="*/ 3088196 w 3114960"/>
              <a:gd name="connsiteY32746" fmla="*/ 2065020 h 5143785"/>
              <a:gd name="connsiteX32747" fmla="*/ 3097721 w 3114960"/>
              <a:gd name="connsiteY32747" fmla="*/ 2065020 h 5143785"/>
              <a:gd name="connsiteX32748" fmla="*/ 3099911 w 3114960"/>
              <a:gd name="connsiteY32748" fmla="*/ 2067211 h 5143785"/>
              <a:gd name="connsiteX32749" fmla="*/ 3099911 w 3114960"/>
              <a:gd name="connsiteY32749" fmla="*/ 2076736 h 5143785"/>
              <a:gd name="connsiteX32750" fmla="*/ 553784 w 3114960"/>
              <a:gd name="connsiteY32750" fmla="*/ 3223641 h 5143785"/>
              <a:gd name="connsiteX32751" fmla="*/ 553784 w 3114960"/>
              <a:gd name="connsiteY32751" fmla="*/ 3228404 h 5143785"/>
              <a:gd name="connsiteX32752" fmla="*/ 535781 w 3114960"/>
              <a:gd name="connsiteY32752" fmla="*/ 3228404 h 5143785"/>
              <a:gd name="connsiteX32753" fmla="*/ 535781 w 3114960"/>
              <a:gd name="connsiteY32753" fmla="*/ 3223641 h 5143785"/>
              <a:gd name="connsiteX32754" fmla="*/ 553784 w 3114960"/>
              <a:gd name="connsiteY32754" fmla="*/ 3223641 h 5143785"/>
              <a:gd name="connsiteX32755" fmla="*/ 2523839 w 3114960"/>
              <a:gd name="connsiteY32755" fmla="*/ 2998375 h 5143785"/>
              <a:gd name="connsiteX32756" fmla="*/ 2676906 w 3114960"/>
              <a:gd name="connsiteY32756" fmla="*/ 2999327 h 5143785"/>
              <a:gd name="connsiteX32757" fmla="*/ 2685479 w 3114960"/>
              <a:gd name="connsiteY32757" fmla="*/ 3007900 h 5143785"/>
              <a:gd name="connsiteX32758" fmla="*/ 2689288 w 3114960"/>
              <a:gd name="connsiteY32758" fmla="*/ 3007900 h 5143785"/>
              <a:gd name="connsiteX32759" fmla="*/ 2698433 w 3114960"/>
              <a:gd name="connsiteY32759" fmla="*/ 2998756 h 5143785"/>
              <a:gd name="connsiteX32760" fmla="*/ 2698433 w 3114960"/>
              <a:gd name="connsiteY32760" fmla="*/ 2994946 h 5143785"/>
              <a:gd name="connsiteX32761" fmla="*/ 2689288 w 3114960"/>
              <a:gd name="connsiteY32761" fmla="*/ 2985802 h 5143785"/>
              <a:gd name="connsiteX32762" fmla="*/ 2685479 w 3114960"/>
              <a:gd name="connsiteY32762" fmla="*/ 2985802 h 5143785"/>
              <a:gd name="connsiteX32763" fmla="*/ 2676811 w 3114960"/>
              <a:gd name="connsiteY32763" fmla="*/ 2994470 h 5143785"/>
              <a:gd name="connsiteX32764" fmla="*/ 2525935 w 3114960"/>
              <a:gd name="connsiteY32764" fmla="*/ 2993517 h 5143785"/>
              <a:gd name="connsiteX32765" fmla="*/ 2499551 w 3114960"/>
              <a:gd name="connsiteY32765" fmla="*/ 2965323 h 5143785"/>
              <a:gd name="connsiteX32766" fmla="*/ 2348008 w 3114960"/>
              <a:gd name="connsiteY32766" fmla="*/ 2966180 h 5143785"/>
              <a:gd name="connsiteX32767" fmla="*/ 2348008 w 3114960"/>
              <a:gd name="connsiteY32767" fmla="*/ 2965323 h 5143785"/>
              <a:gd name="connsiteX32768" fmla="*/ 2335340 w 3114960"/>
              <a:gd name="connsiteY32768" fmla="*/ 2957227 h 5143785"/>
              <a:gd name="connsiteX32769" fmla="*/ 2327339 w 3114960"/>
              <a:gd name="connsiteY32769" fmla="*/ 2969895 h 5143785"/>
              <a:gd name="connsiteX32770" fmla="*/ 2332006 w 3114960"/>
              <a:gd name="connsiteY32770" fmla="*/ 2976563 h 5143785"/>
              <a:gd name="connsiteX32771" fmla="*/ 2337721 w 3114960"/>
              <a:gd name="connsiteY32771" fmla="*/ 2978182 h 5143785"/>
              <a:gd name="connsiteX32772" fmla="*/ 2340102 w 3114960"/>
              <a:gd name="connsiteY32772" fmla="*/ 2977896 h 5143785"/>
              <a:gd name="connsiteX32773" fmla="*/ 2346770 w 3114960"/>
              <a:gd name="connsiteY32773" fmla="*/ 2973229 h 5143785"/>
              <a:gd name="connsiteX32774" fmla="*/ 2347722 w 3114960"/>
              <a:gd name="connsiteY32774" fmla="*/ 2970848 h 5143785"/>
              <a:gd name="connsiteX32775" fmla="*/ 2497741 w 3114960"/>
              <a:gd name="connsiteY32775" fmla="*/ 2969990 h 5143785"/>
              <a:gd name="connsiteX32776" fmla="*/ 2524030 w 3114960"/>
              <a:gd name="connsiteY32776" fmla="*/ 2998089 h 5143785"/>
              <a:gd name="connsiteX32777" fmla="*/ 2342483 w 3114960"/>
              <a:gd name="connsiteY32777" fmla="*/ 2971038 h 5143785"/>
              <a:gd name="connsiteX32778" fmla="*/ 2338769 w 3114960"/>
              <a:gd name="connsiteY32778" fmla="*/ 2973610 h 5143785"/>
              <a:gd name="connsiteX32779" fmla="*/ 2334387 w 3114960"/>
              <a:gd name="connsiteY32779" fmla="*/ 2972848 h 5143785"/>
              <a:gd name="connsiteX32780" fmla="*/ 2331815 w 3114960"/>
              <a:gd name="connsiteY32780" fmla="*/ 2969228 h 5143785"/>
              <a:gd name="connsiteX32781" fmla="*/ 2336292 w 3114960"/>
              <a:gd name="connsiteY32781" fmla="*/ 2962180 h 5143785"/>
              <a:gd name="connsiteX32782" fmla="*/ 2337530 w 3114960"/>
              <a:gd name="connsiteY32782" fmla="*/ 2962085 h 5143785"/>
              <a:gd name="connsiteX32783" fmla="*/ 2343245 w 3114960"/>
              <a:gd name="connsiteY32783" fmla="*/ 2966657 h 5143785"/>
              <a:gd name="connsiteX32784" fmla="*/ 2342483 w 3114960"/>
              <a:gd name="connsiteY32784" fmla="*/ 2971038 h 5143785"/>
              <a:gd name="connsiteX32785" fmla="*/ 3114770 w 3114960"/>
              <a:gd name="connsiteY32785" fmla="*/ 2500408 h 5143785"/>
              <a:gd name="connsiteX32786" fmla="*/ 3034855 w 3114960"/>
              <a:gd name="connsiteY32786" fmla="*/ 2500789 h 5143785"/>
              <a:gd name="connsiteX32787" fmla="*/ 3034855 w 3114960"/>
              <a:gd name="connsiteY32787" fmla="*/ 2508218 h 5143785"/>
              <a:gd name="connsiteX32788" fmla="*/ 3028855 w 3114960"/>
              <a:gd name="connsiteY32788" fmla="*/ 2514219 h 5143785"/>
              <a:gd name="connsiteX32789" fmla="*/ 3008757 w 3114960"/>
              <a:gd name="connsiteY32789" fmla="*/ 2514219 h 5143785"/>
              <a:gd name="connsiteX32790" fmla="*/ 3002756 w 3114960"/>
              <a:gd name="connsiteY32790" fmla="*/ 2508218 h 5143785"/>
              <a:gd name="connsiteX32791" fmla="*/ 3002756 w 3114960"/>
              <a:gd name="connsiteY32791" fmla="*/ 2488121 h 5143785"/>
              <a:gd name="connsiteX32792" fmla="*/ 3008757 w 3114960"/>
              <a:gd name="connsiteY32792" fmla="*/ 2482120 h 5143785"/>
              <a:gd name="connsiteX32793" fmla="*/ 3028855 w 3114960"/>
              <a:gd name="connsiteY32793" fmla="*/ 2482120 h 5143785"/>
              <a:gd name="connsiteX32794" fmla="*/ 3034855 w 3114960"/>
              <a:gd name="connsiteY32794" fmla="*/ 2488121 h 5143785"/>
              <a:gd name="connsiteX32795" fmla="*/ 3034855 w 3114960"/>
              <a:gd name="connsiteY32795" fmla="*/ 2496026 h 5143785"/>
              <a:gd name="connsiteX32796" fmla="*/ 3114770 w 3114960"/>
              <a:gd name="connsiteY32796" fmla="*/ 2495645 h 5143785"/>
              <a:gd name="connsiteX32797" fmla="*/ 3114770 w 3114960"/>
              <a:gd name="connsiteY32797" fmla="*/ 2500408 h 5143785"/>
              <a:gd name="connsiteX32798" fmla="*/ 3083052 w 3114960"/>
              <a:gd name="connsiteY32798" fmla="*/ 2608993 h 5143785"/>
              <a:gd name="connsiteX32799" fmla="*/ 3092577 w 3114960"/>
              <a:gd name="connsiteY32799" fmla="*/ 2608993 h 5143785"/>
              <a:gd name="connsiteX32800" fmla="*/ 3092577 w 3114960"/>
              <a:gd name="connsiteY32800" fmla="*/ 2616137 h 5143785"/>
              <a:gd name="connsiteX32801" fmla="*/ 3083052 w 3114960"/>
              <a:gd name="connsiteY32801" fmla="*/ 2616137 h 5143785"/>
              <a:gd name="connsiteX32802" fmla="*/ 3083052 w 3114960"/>
              <a:gd name="connsiteY32802" fmla="*/ 2608993 h 5143785"/>
              <a:gd name="connsiteX32803" fmla="*/ 3078575 w 3114960"/>
              <a:gd name="connsiteY32803" fmla="*/ 2558510 h 5143785"/>
              <a:gd name="connsiteX32804" fmla="*/ 3069050 w 3114960"/>
              <a:gd name="connsiteY32804" fmla="*/ 2558510 h 5143785"/>
              <a:gd name="connsiteX32805" fmla="*/ 3069050 w 3114960"/>
              <a:gd name="connsiteY32805" fmla="*/ 2551367 h 5143785"/>
              <a:gd name="connsiteX32806" fmla="*/ 3078575 w 3114960"/>
              <a:gd name="connsiteY32806" fmla="*/ 2551367 h 5143785"/>
              <a:gd name="connsiteX32807" fmla="*/ 3078575 w 3114960"/>
              <a:gd name="connsiteY32807" fmla="*/ 2558510 h 5143785"/>
              <a:gd name="connsiteX32808" fmla="*/ 3059525 w 3114960"/>
              <a:gd name="connsiteY32808" fmla="*/ 2558415 h 5143785"/>
              <a:gd name="connsiteX32809" fmla="*/ 3050000 w 3114960"/>
              <a:gd name="connsiteY32809" fmla="*/ 2558415 h 5143785"/>
              <a:gd name="connsiteX32810" fmla="*/ 3050000 w 3114960"/>
              <a:gd name="connsiteY32810" fmla="*/ 2551271 h 5143785"/>
              <a:gd name="connsiteX32811" fmla="*/ 3059525 w 3114960"/>
              <a:gd name="connsiteY32811" fmla="*/ 2551271 h 5143785"/>
              <a:gd name="connsiteX32812" fmla="*/ 3059525 w 3114960"/>
              <a:gd name="connsiteY32812" fmla="*/ 2558415 h 5143785"/>
              <a:gd name="connsiteX32813" fmla="*/ 3044952 w 3114960"/>
              <a:gd name="connsiteY32813" fmla="*/ 2608802 h 5143785"/>
              <a:gd name="connsiteX32814" fmla="*/ 3054477 w 3114960"/>
              <a:gd name="connsiteY32814" fmla="*/ 2608802 h 5143785"/>
              <a:gd name="connsiteX32815" fmla="*/ 3054477 w 3114960"/>
              <a:gd name="connsiteY32815" fmla="*/ 2615946 h 5143785"/>
              <a:gd name="connsiteX32816" fmla="*/ 3044952 w 3114960"/>
              <a:gd name="connsiteY32816" fmla="*/ 2615946 h 5143785"/>
              <a:gd name="connsiteX32817" fmla="*/ 3044952 w 3114960"/>
              <a:gd name="connsiteY32817" fmla="*/ 2608802 h 5143785"/>
              <a:gd name="connsiteX32818" fmla="*/ 3064002 w 3114960"/>
              <a:gd name="connsiteY32818" fmla="*/ 2608898 h 5143785"/>
              <a:gd name="connsiteX32819" fmla="*/ 3073527 w 3114960"/>
              <a:gd name="connsiteY32819" fmla="*/ 2608898 h 5143785"/>
              <a:gd name="connsiteX32820" fmla="*/ 3073527 w 3114960"/>
              <a:gd name="connsiteY32820" fmla="*/ 2616042 h 5143785"/>
              <a:gd name="connsiteX32821" fmla="*/ 3064002 w 3114960"/>
              <a:gd name="connsiteY32821" fmla="*/ 2616042 h 5143785"/>
              <a:gd name="connsiteX32822" fmla="*/ 3064002 w 3114960"/>
              <a:gd name="connsiteY32822" fmla="*/ 2608898 h 5143785"/>
              <a:gd name="connsiteX32823" fmla="*/ 2369915 w 3114960"/>
              <a:gd name="connsiteY32823" fmla="*/ 2837593 h 5143785"/>
              <a:gd name="connsiteX32824" fmla="*/ 2388965 w 3114960"/>
              <a:gd name="connsiteY32824" fmla="*/ 2837593 h 5143785"/>
              <a:gd name="connsiteX32825" fmla="*/ 2388965 w 3114960"/>
              <a:gd name="connsiteY32825" fmla="*/ 2842355 h 5143785"/>
              <a:gd name="connsiteX32826" fmla="*/ 2369915 w 3114960"/>
              <a:gd name="connsiteY32826" fmla="*/ 2842355 h 5143785"/>
              <a:gd name="connsiteX32827" fmla="*/ 2369915 w 3114960"/>
              <a:gd name="connsiteY32827" fmla="*/ 2837593 h 5143785"/>
              <a:gd name="connsiteX32828" fmla="*/ 2226755 w 3114960"/>
              <a:gd name="connsiteY32828" fmla="*/ 3086576 h 5143785"/>
              <a:gd name="connsiteX32829" fmla="*/ 2233803 w 3114960"/>
              <a:gd name="connsiteY32829" fmla="*/ 3079528 h 5143785"/>
              <a:gd name="connsiteX32830" fmla="*/ 2240852 w 3114960"/>
              <a:gd name="connsiteY32830" fmla="*/ 3086576 h 5143785"/>
              <a:gd name="connsiteX32831" fmla="*/ 2233803 w 3114960"/>
              <a:gd name="connsiteY32831" fmla="*/ 3093625 h 5143785"/>
              <a:gd name="connsiteX32832" fmla="*/ 2226755 w 3114960"/>
              <a:gd name="connsiteY32832" fmla="*/ 3086576 h 5143785"/>
              <a:gd name="connsiteX32833" fmla="*/ 2230660 w 3114960"/>
              <a:gd name="connsiteY32833" fmla="*/ 2978277 h 5143785"/>
              <a:gd name="connsiteX32834" fmla="*/ 2235422 w 3114960"/>
              <a:gd name="connsiteY32834" fmla="*/ 2978277 h 5143785"/>
              <a:gd name="connsiteX32835" fmla="*/ 2235613 w 3114960"/>
              <a:gd name="connsiteY32835" fmla="*/ 2997327 h 5143785"/>
              <a:gd name="connsiteX32836" fmla="*/ 2230850 w 3114960"/>
              <a:gd name="connsiteY32836" fmla="*/ 2997327 h 5143785"/>
              <a:gd name="connsiteX32837" fmla="*/ 2230660 w 3114960"/>
              <a:gd name="connsiteY32837" fmla="*/ 2978277 h 5143785"/>
              <a:gd name="connsiteX32838" fmla="*/ 3031903 w 3114960"/>
              <a:gd name="connsiteY32838" fmla="*/ 3177540 h 5143785"/>
              <a:gd name="connsiteX32839" fmla="*/ 3052191 w 3114960"/>
              <a:gd name="connsiteY32839" fmla="*/ 3177540 h 5143785"/>
              <a:gd name="connsiteX32840" fmla="*/ 3058192 w 3114960"/>
              <a:gd name="connsiteY32840" fmla="*/ 3171539 h 5143785"/>
              <a:gd name="connsiteX32841" fmla="*/ 3058192 w 3114960"/>
              <a:gd name="connsiteY32841" fmla="*/ 3170111 h 5143785"/>
              <a:gd name="connsiteX32842" fmla="*/ 3066288 w 3114960"/>
              <a:gd name="connsiteY32842" fmla="*/ 3170111 h 5143785"/>
              <a:gd name="connsiteX32843" fmla="*/ 3100007 w 3114960"/>
              <a:gd name="connsiteY32843" fmla="*/ 3201353 h 5143785"/>
              <a:gd name="connsiteX32844" fmla="*/ 3078671 w 3114960"/>
              <a:gd name="connsiteY32844" fmla="*/ 3219641 h 5143785"/>
              <a:gd name="connsiteX32845" fmla="*/ 3076670 w 3114960"/>
              <a:gd name="connsiteY32845" fmla="*/ 3219260 h 5143785"/>
              <a:gd name="connsiteX32846" fmla="*/ 3056382 w 3114960"/>
              <a:gd name="connsiteY32846" fmla="*/ 3219260 h 5143785"/>
              <a:gd name="connsiteX32847" fmla="*/ 3050381 w 3114960"/>
              <a:gd name="connsiteY32847" fmla="*/ 3225260 h 5143785"/>
              <a:gd name="connsiteX32848" fmla="*/ 3050381 w 3114960"/>
              <a:gd name="connsiteY32848" fmla="*/ 3232880 h 5143785"/>
              <a:gd name="connsiteX32849" fmla="*/ 3056382 w 3114960"/>
              <a:gd name="connsiteY32849" fmla="*/ 3238881 h 5143785"/>
              <a:gd name="connsiteX32850" fmla="*/ 3076670 w 3114960"/>
              <a:gd name="connsiteY32850" fmla="*/ 3238881 h 5143785"/>
              <a:gd name="connsiteX32851" fmla="*/ 3082671 w 3114960"/>
              <a:gd name="connsiteY32851" fmla="*/ 3232880 h 5143785"/>
              <a:gd name="connsiteX32852" fmla="*/ 3082671 w 3114960"/>
              <a:gd name="connsiteY32852" fmla="*/ 3225260 h 5143785"/>
              <a:gd name="connsiteX32853" fmla="*/ 3082195 w 3114960"/>
              <a:gd name="connsiteY32853" fmla="*/ 3222879 h 5143785"/>
              <a:gd name="connsiteX32854" fmla="*/ 3102483 w 3114960"/>
              <a:gd name="connsiteY32854" fmla="*/ 3205544 h 5143785"/>
              <a:gd name="connsiteX32855" fmla="*/ 3102483 w 3114960"/>
              <a:gd name="connsiteY32855" fmla="*/ 3243072 h 5143785"/>
              <a:gd name="connsiteX32856" fmla="*/ 3114866 w 3114960"/>
              <a:gd name="connsiteY32856" fmla="*/ 3254312 h 5143785"/>
              <a:gd name="connsiteX32857" fmla="*/ 3114866 w 3114960"/>
              <a:gd name="connsiteY32857" fmla="*/ 3247930 h 5143785"/>
              <a:gd name="connsiteX32858" fmla="*/ 3107246 w 3114960"/>
              <a:gd name="connsiteY32858" fmla="*/ 3241072 h 5143785"/>
              <a:gd name="connsiteX32859" fmla="*/ 3107246 w 3114960"/>
              <a:gd name="connsiteY32859" fmla="*/ 3201638 h 5143785"/>
              <a:gd name="connsiteX32860" fmla="*/ 3107055 w 3114960"/>
              <a:gd name="connsiteY32860" fmla="*/ 3201638 h 5143785"/>
              <a:gd name="connsiteX32861" fmla="*/ 3068193 w 3114960"/>
              <a:gd name="connsiteY32861" fmla="*/ 3165538 h 5143785"/>
              <a:gd name="connsiteX32862" fmla="*/ 3058287 w 3114960"/>
              <a:gd name="connsiteY32862" fmla="*/ 3165538 h 5143785"/>
              <a:gd name="connsiteX32863" fmla="*/ 3058287 w 3114960"/>
              <a:gd name="connsiteY32863" fmla="*/ 3164110 h 5143785"/>
              <a:gd name="connsiteX32864" fmla="*/ 3052286 w 3114960"/>
              <a:gd name="connsiteY32864" fmla="*/ 3158109 h 5143785"/>
              <a:gd name="connsiteX32865" fmla="*/ 3031998 w 3114960"/>
              <a:gd name="connsiteY32865" fmla="*/ 3158109 h 5143785"/>
              <a:gd name="connsiteX32866" fmla="*/ 3025997 w 3114960"/>
              <a:gd name="connsiteY32866" fmla="*/ 3164110 h 5143785"/>
              <a:gd name="connsiteX32867" fmla="*/ 3025997 w 3114960"/>
              <a:gd name="connsiteY32867" fmla="*/ 3171730 h 5143785"/>
              <a:gd name="connsiteX32868" fmla="*/ 3031998 w 3114960"/>
              <a:gd name="connsiteY32868" fmla="*/ 3177730 h 5143785"/>
              <a:gd name="connsiteX32869" fmla="*/ 3059906 w 3114960"/>
              <a:gd name="connsiteY32869" fmla="*/ 3234023 h 5143785"/>
              <a:gd name="connsiteX32870" fmla="*/ 3056287 w 3114960"/>
              <a:gd name="connsiteY32870" fmla="*/ 3234023 h 5143785"/>
              <a:gd name="connsiteX32871" fmla="*/ 3055049 w 3114960"/>
              <a:gd name="connsiteY32871" fmla="*/ 3232785 h 5143785"/>
              <a:gd name="connsiteX32872" fmla="*/ 3055049 w 3114960"/>
              <a:gd name="connsiteY32872" fmla="*/ 3225165 h 5143785"/>
              <a:gd name="connsiteX32873" fmla="*/ 3056287 w 3114960"/>
              <a:gd name="connsiteY32873" fmla="*/ 3223927 h 5143785"/>
              <a:gd name="connsiteX32874" fmla="*/ 3059906 w 3114960"/>
              <a:gd name="connsiteY32874" fmla="*/ 3223927 h 5143785"/>
              <a:gd name="connsiteX32875" fmla="*/ 3059906 w 3114960"/>
              <a:gd name="connsiteY32875" fmla="*/ 3234119 h 5143785"/>
              <a:gd name="connsiteX32876" fmla="*/ 3069622 w 3114960"/>
              <a:gd name="connsiteY32876" fmla="*/ 3232595 h 5143785"/>
              <a:gd name="connsiteX32877" fmla="*/ 3064669 w 3114960"/>
              <a:gd name="connsiteY32877" fmla="*/ 3232595 h 5143785"/>
              <a:gd name="connsiteX32878" fmla="*/ 3064669 w 3114960"/>
              <a:gd name="connsiteY32878" fmla="*/ 3223927 h 5143785"/>
              <a:gd name="connsiteX32879" fmla="*/ 3069622 w 3114960"/>
              <a:gd name="connsiteY32879" fmla="*/ 3223927 h 5143785"/>
              <a:gd name="connsiteX32880" fmla="*/ 3069622 w 3114960"/>
              <a:gd name="connsiteY32880" fmla="*/ 3232595 h 5143785"/>
              <a:gd name="connsiteX32881" fmla="*/ 3077813 w 3114960"/>
              <a:gd name="connsiteY32881" fmla="*/ 3232785 h 5143785"/>
              <a:gd name="connsiteX32882" fmla="*/ 3076575 w 3114960"/>
              <a:gd name="connsiteY32882" fmla="*/ 3234023 h 5143785"/>
              <a:gd name="connsiteX32883" fmla="*/ 3074384 w 3114960"/>
              <a:gd name="connsiteY32883" fmla="*/ 3234023 h 5143785"/>
              <a:gd name="connsiteX32884" fmla="*/ 3074384 w 3114960"/>
              <a:gd name="connsiteY32884" fmla="*/ 3223832 h 5143785"/>
              <a:gd name="connsiteX32885" fmla="*/ 3076575 w 3114960"/>
              <a:gd name="connsiteY32885" fmla="*/ 3223832 h 5143785"/>
              <a:gd name="connsiteX32886" fmla="*/ 3077813 w 3114960"/>
              <a:gd name="connsiteY32886" fmla="*/ 3225070 h 5143785"/>
              <a:gd name="connsiteX32887" fmla="*/ 3077813 w 3114960"/>
              <a:gd name="connsiteY32887" fmla="*/ 3232690 h 5143785"/>
              <a:gd name="connsiteX32888" fmla="*/ 3050000 w 3114960"/>
              <a:gd name="connsiteY32888" fmla="*/ 3162586 h 5143785"/>
              <a:gd name="connsiteX32889" fmla="*/ 3052191 w 3114960"/>
              <a:gd name="connsiteY32889" fmla="*/ 3162586 h 5143785"/>
              <a:gd name="connsiteX32890" fmla="*/ 3053429 w 3114960"/>
              <a:gd name="connsiteY32890" fmla="*/ 3163824 h 5143785"/>
              <a:gd name="connsiteX32891" fmla="*/ 3053429 w 3114960"/>
              <a:gd name="connsiteY32891" fmla="*/ 3171444 h 5143785"/>
              <a:gd name="connsiteX32892" fmla="*/ 3052191 w 3114960"/>
              <a:gd name="connsiteY32892" fmla="*/ 3172682 h 5143785"/>
              <a:gd name="connsiteX32893" fmla="*/ 3050000 w 3114960"/>
              <a:gd name="connsiteY32893" fmla="*/ 3172682 h 5143785"/>
              <a:gd name="connsiteX32894" fmla="*/ 3050000 w 3114960"/>
              <a:gd name="connsiteY32894" fmla="*/ 3162491 h 5143785"/>
              <a:gd name="connsiteX32895" fmla="*/ 3040190 w 3114960"/>
              <a:gd name="connsiteY32895" fmla="*/ 3162586 h 5143785"/>
              <a:gd name="connsiteX32896" fmla="*/ 3045143 w 3114960"/>
              <a:gd name="connsiteY32896" fmla="*/ 3162586 h 5143785"/>
              <a:gd name="connsiteX32897" fmla="*/ 3045143 w 3114960"/>
              <a:gd name="connsiteY32897" fmla="*/ 3171254 h 5143785"/>
              <a:gd name="connsiteX32898" fmla="*/ 3040190 w 3114960"/>
              <a:gd name="connsiteY32898" fmla="*/ 3171254 h 5143785"/>
              <a:gd name="connsiteX32899" fmla="*/ 3040190 w 3114960"/>
              <a:gd name="connsiteY32899" fmla="*/ 3162586 h 5143785"/>
              <a:gd name="connsiteX32900" fmla="*/ 3030569 w 3114960"/>
              <a:gd name="connsiteY32900" fmla="*/ 3163824 h 5143785"/>
              <a:gd name="connsiteX32901" fmla="*/ 3031808 w 3114960"/>
              <a:gd name="connsiteY32901" fmla="*/ 3162586 h 5143785"/>
              <a:gd name="connsiteX32902" fmla="*/ 3035427 w 3114960"/>
              <a:gd name="connsiteY32902" fmla="*/ 3162586 h 5143785"/>
              <a:gd name="connsiteX32903" fmla="*/ 3035427 w 3114960"/>
              <a:gd name="connsiteY32903" fmla="*/ 3172778 h 5143785"/>
              <a:gd name="connsiteX32904" fmla="*/ 3031808 w 3114960"/>
              <a:gd name="connsiteY32904" fmla="*/ 3172778 h 5143785"/>
              <a:gd name="connsiteX32905" fmla="*/ 3030569 w 3114960"/>
              <a:gd name="connsiteY32905" fmla="*/ 3171539 h 5143785"/>
              <a:gd name="connsiteX32906" fmla="*/ 3030569 w 3114960"/>
              <a:gd name="connsiteY32906" fmla="*/ 3163919 h 5143785"/>
              <a:gd name="connsiteX32907" fmla="*/ 946785 w 3114960"/>
              <a:gd name="connsiteY32907" fmla="*/ 3161443 h 5143785"/>
              <a:gd name="connsiteX32908" fmla="*/ 946785 w 3114960"/>
              <a:gd name="connsiteY32908" fmla="*/ 3166205 h 5143785"/>
              <a:gd name="connsiteX32909" fmla="*/ 926211 w 3114960"/>
              <a:gd name="connsiteY32909" fmla="*/ 3166110 h 5143785"/>
              <a:gd name="connsiteX32910" fmla="*/ 926211 w 3114960"/>
              <a:gd name="connsiteY32910" fmla="*/ 3161348 h 5143785"/>
              <a:gd name="connsiteX32911" fmla="*/ 946785 w 3114960"/>
              <a:gd name="connsiteY32911" fmla="*/ 3161443 h 5143785"/>
              <a:gd name="connsiteX32912" fmla="*/ 590264 w 3114960"/>
              <a:gd name="connsiteY32912" fmla="*/ 3013043 h 5143785"/>
              <a:gd name="connsiteX32913" fmla="*/ 590264 w 3114960"/>
              <a:gd name="connsiteY32913" fmla="*/ 3019806 h 5143785"/>
              <a:gd name="connsiteX32914" fmla="*/ 587788 w 3114960"/>
              <a:gd name="connsiteY32914" fmla="*/ 3022283 h 5143785"/>
              <a:gd name="connsiteX32915" fmla="*/ 581025 w 3114960"/>
              <a:gd name="connsiteY32915" fmla="*/ 3022283 h 5143785"/>
              <a:gd name="connsiteX32916" fmla="*/ 578549 w 3114960"/>
              <a:gd name="connsiteY32916" fmla="*/ 3019806 h 5143785"/>
              <a:gd name="connsiteX32917" fmla="*/ 578549 w 3114960"/>
              <a:gd name="connsiteY32917" fmla="*/ 3013043 h 5143785"/>
              <a:gd name="connsiteX32918" fmla="*/ 581025 w 3114960"/>
              <a:gd name="connsiteY32918" fmla="*/ 3010567 h 5143785"/>
              <a:gd name="connsiteX32919" fmla="*/ 587788 w 3114960"/>
              <a:gd name="connsiteY32919" fmla="*/ 3010567 h 5143785"/>
              <a:gd name="connsiteX32920" fmla="*/ 590264 w 3114960"/>
              <a:gd name="connsiteY32920" fmla="*/ 3013043 h 5143785"/>
              <a:gd name="connsiteX32921" fmla="*/ 3089243 w 3114960"/>
              <a:gd name="connsiteY32921" fmla="*/ 3925348 h 5143785"/>
              <a:gd name="connsiteX32922" fmla="*/ 3114770 w 3114960"/>
              <a:gd name="connsiteY32922" fmla="*/ 3925348 h 5143785"/>
              <a:gd name="connsiteX32923" fmla="*/ 3114770 w 3114960"/>
              <a:gd name="connsiteY32923" fmla="*/ 3930110 h 5143785"/>
              <a:gd name="connsiteX32924" fmla="*/ 3089243 w 3114960"/>
              <a:gd name="connsiteY32924" fmla="*/ 3930110 h 5143785"/>
              <a:gd name="connsiteX32925" fmla="*/ 3083243 w 3114960"/>
              <a:gd name="connsiteY32925" fmla="*/ 3936111 h 5143785"/>
              <a:gd name="connsiteX32926" fmla="*/ 3089243 w 3114960"/>
              <a:gd name="connsiteY32926" fmla="*/ 3942112 h 5143785"/>
              <a:gd name="connsiteX32927" fmla="*/ 3114770 w 3114960"/>
              <a:gd name="connsiteY32927" fmla="*/ 3942112 h 5143785"/>
              <a:gd name="connsiteX32928" fmla="*/ 3114770 w 3114960"/>
              <a:gd name="connsiteY32928" fmla="*/ 3946874 h 5143785"/>
              <a:gd name="connsiteX32929" fmla="*/ 3089243 w 3114960"/>
              <a:gd name="connsiteY32929" fmla="*/ 3946874 h 5143785"/>
              <a:gd name="connsiteX32930" fmla="*/ 3078480 w 3114960"/>
              <a:gd name="connsiteY32930" fmla="*/ 3936111 h 5143785"/>
              <a:gd name="connsiteX32931" fmla="*/ 3089243 w 3114960"/>
              <a:gd name="connsiteY32931" fmla="*/ 3925348 h 5143785"/>
              <a:gd name="connsiteX32932" fmla="*/ 3043619 w 3114960"/>
              <a:gd name="connsiteY32932" fmla="*/ 3339370 h 5143785"/>
              <a:gd name="connsiteX32933" fmla="*/ 3049619 w 3114960"/>
              <a:gd name="connsiteY32933" fmla="*/ 3345371 h 5143785"/>
              <a:gd name="connsiteX32934" fmla="*/ 3069908 w 3114960"/>
              <a:gd name="connsiteY32934" fmla="*/ 3345371 h 5143785"/>
              <a:gd name="connsiteX32935" fmla="*/ 3075909 w 3114960"/>
              <a:gd name="connsiteY32935" fmla="*/ 3339370 h 5143785"/>
              <a:gd name="connsiteX32936" fmla="*/ 3075909 w 3114960"/>
              <a:gd name="connsiteY32936" fmla="*/ 3338227 h 5143785"/>
              <a:gd name="connsiteX32937" fmla="*/ 3106865 w 3114960"/>
              <a:gd name="connsiteY32937" fmla="*/ 3338227 h 5143785"/>
              <a:gd name="connsiteX32938" fmla="*/ 3114770 w 3114960"/>
              <a:gd name="connsiteY32938" fmla="*/ 3332131 h 5143785"/>
              <a:gd name="connsiteX32939" fmla="*/ 3114770 w 3114960"/>
              <a:gd name="connsiteY32939" fmla="*/ 3326130 h 5143785"/>
              <a:gd name="connsiteX32940" fmla="*/ 3105245 w 3114960"/>
              <a:gd name="connsiteY32940" fmla="*/ 3333464 h 5143785"/>
              <a:gd name="connsiteX32941" fmla="*/ 3075909 w 3114960"/>
              <a:gd name="connsiteY32941" fmla="*/ 3333464 h 5143785"/>
              <a:gd name="connsiteX32942" fmla="*/ 3075909 w 3114960"/>
              <a:gd name="connsiteY32942" fmla="*/ 3331655 h 5143785"/>
              <a:gd name="connsiteX32943" fmla="*/ 3069908 w 3114960"/>
              <a:gd name="connsiteY32943" fmla="*/ 3325654 h 5143785"/>
              <a:gd name="connsiteX32944" fmla="*/ 3049619 w 3114960"/>
              <a:gd name="connsiteY32944" fmla="*/ 3325654 h 5143785"/>
              <a:gd name="connsiteX32945" fmla="*/ 3043619 w 3114960"/>
              <a:gd name="connsiteY32945" fmla="*/ 3331655 h 5143785"/>
              <a:gd name="connsiteX32946" fmla="*/ 3043619 w 3114960"/>
              <a:gd name="connsiteY32946" fmla="*/ 3339275 h 5143785"/>
              <a:gd name="connsiteX32947" fmla="*/ 3067717 w 3114960"/>
              <a:gd name="connsiteY32947" fmla="*/ 3330512 h 5143785"/>
              <a:gd name="connsiteX32948" fmla="*/ 3069908 w 3114960"/>
              <a:gd name="connsiteY32948" fmla="*/ 3330512 h 5143785"/>
              <a:gd name="connsiteX32949" fmla="*/ 3071146 w 3114960"/>
              <a:gd name="connsiteY32949" fmla="*/ 3331750 h 5143785"/>
              <a:gd name="connsiteX32950" fmla="*/ 3071146 w 3114960"/>
              <a:gd name="connsiteY32950" fmla="*/ 3339370 h 5143785"/>
              <a:gd name="connsiteX32951" fmla="*/ 3069908 w 3114960"/>
              <a:gd name="connsiteY32951" fmla="*/ 3340608 h 5143785"/>
              <a:gd name="connsiteX32952" fmla="*/ 3067717 w 3114960"/>
              <a:gd name="connsiteY32952" fmla="*/ 3340608 h 5143785"/>
              <a:gd name="connsiteX32953" fmla="*/ 3067717 w 3114960"/>
              <a:gd name="connsiteY32953" fmla="*/ 3330417 h 5143785"/>
              <a:gd name="connsiteX32954" fmla="*/ 3058001 w 3114960"/>
              <a:gd name="connsiteY32954" fmla="*/ 3330512 h 5143785"/>
              <a:gd name="connsiteX32955" fmla="*/ 3062954 w 3114960"/>
              <a:gd name="connsiteY32955" fmla="*/ 3330512 h 5143785"/>
              <a:gd name="connsiteX32956" fmla="*/ 3062954 w 3114960"/>
              <a:gd name="connsiteY32956" fmla="*/ 3339179 h 5143785"/>
              <a:gd name="connsiteX32957" fmla="*/ 3058001 w 3114960"/>
              <a:gd name="connsiteY32957" fmla="*/ 3339179 h 5143785"/>
              <a:gd name="connsiteX32958" fmla="*/ 3058001 w 3114960"/>
              <a:gd name="connsiteY32958" fmla="*/ 3330512 h 5143785"/>
              <a:gd name="connsiteX32959" fmla="*/ 3048381 w 3114960"/>
              <a:gd name="connsiteY32959" fmla="*/ 3331750 h 5143785"/>
              <a:gd name="connsiteX32960" fmla="*/ 3049619 w 3114960"/>
              <a:gd name="connsiteY32960" fmla="*/ 3330512 h 5143785"/>
              <a:gd name="connsiteX32961" fmla="*/ 3053239 w 3114960"/>
              <a:gd name="connsiteY32961" fmla="*/ 3330512 h 5143785"/>
              <a:gd name="connsiteX32962" fmla="*/ 3053239 w 3114960"/>
              <a:gd name="connsiteY32962" fmla="*/ 3340703 h 5143785"/>
              <a:gd name="connsiteX32963" fmla="*/ 3049619 w 3114960"/>
              <a:gd name="connsiteY32963" fmla="*/ 3340703 h 5143785"/>
              <a:gd name="connsiteX32964" fmla="*/ 3048381 w 3114960"/>
              <a:gd name="connsiteY32964" fmla="*/ 3339465 h 5143785"/>
              <a:gd name="connsiteX32965" fmla="*/ 3048381 w 3114960"/>
              <a:gd name="connsiteY32965" fmla="*/ 3331845 h 5143785"/>
              <a:gd name="connsiteX32966" fmla="*/ 3101626 w 3114960"/>
              <a:gd name="connsiteY32966" fmla="*/ 861536 h 5143785"/>
              <a:gd name="connsiteX32967" fmla="*/ 3114770 w 3114960"/>
              <a:gd name="connsiteY32967" fmla="*/ 861536 h 5143785"/>
              <a:gd name="connsiteX32968" fmla="*/ 3114770 w 3114960"/>
              <a:gd name="connsiteY32968" fmla="*/ 866299 h 5143785"/>
              <a:gd name="connsiteX32969" fmla="*/ 3101626 w 3114960"/>
              <a:gd name="connsiteY32969" fmla="*/ 866299 h 5143785"/>
              <a:gd name="connsiteX32970" fmla="*/ 3101626 w 3114960"/>
              <a:gd name="connsiteY32970" fmla="*/ 861536 h 5143785"/>
              <a:gd name="connsiteX32971" fmla="*/ 972122 w 3114960"/>
              <a:gd name="connsiteY32971" fmla="*/ 3132963 h 5143785"/>
              <a:gd name="connsiteX32972" fmla="*/ 965073 w 3114960"/>
              <a:gd name="connsiteY32972" fmla="*/ 3140012 h 5143785"/>
              <a:gd name="connsiteX32973" fmla="*/ 958025 w 3114960"/>
              <a:gd name="connsiteY32973" fmla="*/ 3132963 h 5143785"/>
              <a:gd name="connsiteX32974" fmla="*/ 965073 w 3114960"/>
              <a:gd name="connsiteY32974" fmla="*/ 3125915 h 5143785"/>
              <a:gd name="connsiteX32975" fmla="*/ 972122 w 3114960"/>
              <a:gd name="connsiteY32975" fmla="*/ 3132963 h 5143785"/>
              <a:gd name="connsiteX32976" fmla="*/ 3114770 w 3114960"/>
              <a:gd name="connsiteY32976" fmla="*/ 2869311 h 5143785"/>
              <a:gd name="connsiteX32977" fmla="*/ 3016282 w 3114960"/>
              <a:gd name="connsiteY32977" fmla="*/ 2771299 h 5143785"/>
              <a:gd name="connsiteX32978" fmla="*/ 3016472 w 3114960"/>
              <a:gd name="connsiteY32978" fmla="*/ 2696909 h 5143785"/>
              <a:gd name="connsiteX32979" fmla="*/ 3055715 w 3114960"/>
              <a:gd name="connsiteY32979" fmla="*/ 2657666 h 5143785"/>
              <a:gd name="connsiteX32980" fmla="*/ 3114866 w 3114960"/>
              <a:gd name="connsiteY32980" fmla="*/ 2657666 h 5143785"/>
              <a:gd name="connsiteX32981" fmla="*/ 3114866 w 3114960"/>
              <a:gd name="connsiteY32981" fmla="*/ 2662523 h 5143785"/>
              <a:gd name="connsiteX32982" fmla="*/ 3057716 w 3114960"/>
              <a:gd name="connsiteY32982" fmla="*/ 2662523 h 5143785"/>
              <a:gd name="connsiteX32983" fmla="*/ 3021235 w 3114960"/>
              <a:gd name="connsiteY32983" fmla="*/ 2698909 h 5143785"/>
              <a:gd name="connsiteX32984" fmla="*/ 3021044 w 3114960"/>
              <a:gd name="connsiteY32984" fmla="*/ 2769394 h 5143785"/>
              <a:gd name="connsiteX32985" fmla="*/ 3114770 w 3114960"/>
              <a:gd name="connsiteY32985" fmla="*/ 2862644 h 5143785"/>
              <a:gd name="connsiteX32986" fmla="*/ 3114770 w 3114960"/>
              <a:gd name="connsiteY32986" fmla="*/ 2869311 h 5143785"/>
              <a:gd name="connsiteX32987" fmla="*/ 3008757 w 3114960"/>
              <a:gd name="connsiteY32987" fmla="*/ 2628519 h 5143785"/>
              <a:gd name="connsiteX32988" fmla="*/ 3002756 w 3114960"/>
              <a:gd name="connsiteY32988" fmla="*/ 2622518 h 5143785"/>
              <a:gd name="connsiteX32989" fmla="*/ 3002756 w 3114960"/>
              <a:gd name="connsiteY32989" fmla="*/ 2602421 h 5143785"/>
              <a:gd name="connsiteX32990" fmla="*/ 3008757 w 3114960"/>
              <a:gd name="connsiteY32990" fmla="*/ 2596420 h 5143785"/>
              <a:gd name="connsiteX32991" fmla="*/ 3028855 w 3114960"/>
              <a:gd name="connsiteY32991" fmla="*/ 2596420 h 5143785"/>
              <a:gd name="connsiteX32992" fmla="*/ 3034855 w 3114960"/>
              <a:gd name="connsiteY32992" fmla="*/ 2602421 h 5143785"/>
              <a:gd name="connsiteX32993" fmla="*/ 3034855 w 3114960"/>
              <a:gd name="connsiteY32993" fmla="*/ 2608707 h 5143785"/>
              <a:gd name="connsiteX32994" fmla="*/ 3035522 w 3114960"/>
              <a:gd name="connsiteY32994" fmla="*/ 2608707 h 5143785"/>
              <a:gd name="connsiteX32995" fmla="*/ 3035522 w 3114960"/>
              <a:gd name="connsiteY32995" fmla="*/ 2615851 h 5143785"/>
              <a:gd name="connsiteX32996" fmla="*/ 3034951 w 3114960"/>
              <a:gd name="connsiteY32996" fmla="*/ 2615851 h 5143785"/>
              <a:gd name="connsiteX32997" fmla="*/ 3034951 w 3114960"/>
              <a:gd name="connsiteY32997" fmla="*/ 2622518 h 5143785"/>
              <a:gd name="connsiteX32998" fmla="*/ 3028950 w 3114960"/>
              <a:gd name="connsiteY32998" fmla="*/ 2628519 h 5143785"/>
              <a:gd name="connsiteX32999" fmla="*/ 3008852 w 3114960"/>
              <a:gd name="connsiteY32999" fmla="*/ 2628519 h 5143785"/>
              <a:gd name="connsiteX33000" fmla="*/ 654939 w 3114960"/>
              <a:gd name="connsiteY33000" fmla="*/ 3088958 h 5143785"/>
              <a:gd name="connsiteX33001" fmla="*/ 658082 w 3114960"/>
              <a:gd name="connsiteY33001" fmla="*/ 3085338 h 5143785"/>
              <a:gd name="connsiteX33002" fmla="*/ 671322 w 3114960"/>
              <a:gd name="connsiteY33002" fmla="*/ 3096959 h 5143785"/>
              <a:gd name="connsiteX33003" fmla="*/ 668179 w 3114960"/>
              <a:gd name="connsiteY33003" fmla="*/ 3100578 h 5143785"/>
              <a:gd name="connsiteX33004" fmla="*/ 654939 w 3114960"/>
              <a:gd name="connsiteY33004" fmla="*/ 3088958 h 5143785"/>
              <a:gd name="connsiteX33005" fmla="*/ 2225326 w 3114960"/>
              <a:gd name="connsiteY33005" fmla="*/ 3098197 h 5143785"/>
              <a:gd name="connsiteX33006" fmla="*/ 2235994 w 3114960"/>
              <a:gd name="connsiteY33006" fmla="*/ 3100769 h 5143785"/>
              <a:gd name="connsiteX33007" fmla="*/ 2245328 w 3114960"/>
              <a:gd name="connsiteY33007" fmla="*/ 3095054 h 5143785"/>
              <a:gd name="connsiteX33008" fmla="*/ 2242280 w 3114960"/>
              <a:gd name="connsiteY33008" fmla="*/ 3075051 h 5143785"/>
              <a:gd name="connsiteX33009" fmla="*/ 2236184 w 3114960"/>
              <a:gd name="connsiteY33009" fmla="*/ 3072670 h 5143785"/>
              <a:gd name="connsiteX33010" fmla="*/ 2236184 w 3114960"/>
              <a:gd name="connsiteY33010" fmla="*/ 3054477 h 5143785"/>
              <a:gd name="connsiteX33011" fmla="*/ 2231327 w 3114960"/>
              <a:gd name="connsiteY33011" fmla="*/ 3054477 h 5143785"/>
              <a:gd name="connsiteX33012" fmla="*/ 2231327 w 3114960"/>
              <a:gd name="connsiteY33012" fmla="*/ 3072575 h 5143785"/>
              <a:gd name="connsiteX33013" fmla="*/ 2222278 w 3114960"/>
              <a:gd name="connsiteY33013" fmla="*/ 3078194 h 5143785"/>
              <a:gd name="connsiteX33014" fmla="*/ 2225326 w 3114960"/>
              <a:gd name="connsiteY33014" fmla="*/ 3098197 h 5143785"/>
              <a:gd name="connsiteX33015" fmla="*/ 2224373 w 3114960"/>
              <a:gd name="connsiteY33015" fmla="*/ 3079718 h 5143785"/>
              <a:gd name="connsiteX33016" fmla="*/ 2240756 w 3114960"/>
              <a:gd name="connsiteY33016" fmla="*/ 3077242 h 5143785"/>
              <a:gd name="connsiteX33017" fmla="*/ 2245424 w 3114960"/>
              <a:gd name="connsiteY33017" fmla="*/ 3084862 h 5143785"/>
              <a:gd name="connsiteX33018" fmla="*/ 2243328 w 3114960"/>
              <a:gd name="connsiteY33018" fmla="*/ 3093530 h 5143785"/>
              <a:gd name="connsiteX33019" fmla="*/ 2235708 w 3114960"/>
              <a:gd name="connsiteY33019" fmla="*/ 3098197 h 5143785"/>
              <a:gd name="connsiteX33020" fmla="*/ 2233898 w 3114960"/>
              <a:gd name="connsiteY33020" fmla="*/ 3098292 h 5143785"/>
              <a:gd name="connsiteX33021" fmla="*/ 2227040 w 3114960"/>
              <a:gd name="connsiteY33021" fmla="*/ 3096006 h 5143785"/>
              <a:gd name="connsiteX33022" fmla="*/ 2224564 w 3114960"/>
              <a:gd name="connsiteY33022" fmla="*/ 3079623 h 5143785"/>
              <a:gd name="connsiteX33023" fmla="*/ 976694 w 3114960"/>
              <a:gd name="connsiteY33023" fmla="*/ 3141440 h 5143785"/>
              <a:gd name="connsiteX33024" fmla="*/ 979265 w 3114960"/>
              <a:gd name="connsiteY33024" fmla="*/ 3134297 h 5143785"/>
              <a:gd name="connsiteX33025" fmla="*/ 1009174 w 3114960"/>
              <a:gd name="connsiteY33025" fmla="*/ 3134678 h 5143785"/>
              <a:gd name="connsiteX33026" fmla="*/ 1218438 w 3114960"/>
              <a:gd name="connsiteY33026" fmla="*/ 2969514 h 5143785"/>
              <a:gd name="connsiteX33027" fmla="*/ 1255681 w 3114960"/>
              <a:gd name="connsiteY33027" fmla="*/ 2969324 h 5143785"/>
              <a:gd name="connsiteX33028" fmla="*/ 1370552 w 3114960"/>
              <a:gd name="connsiteY33028" fmla="*/ 2879312 h 5143785"/>
              <a:gd name="connsiteX33029" fmla="*/ 1388269 w 3114960"/>
              <a:gd name="connsiteY33029" fmla="*/ 2879312 h 5143785"/>
              <a:gd name="connsiteX33030" fmla="*/ 1390078 w 3114960"/>
              <a:gd name="connsiteY33030" fmla="*/ 2882646 h 5143785"/>
              <a:gd name="connsiteX33031" fmla="*/ 1399699 w 3114960"/>
              <a:gd name="connsiteY33031" fmla="*/ 2892171 h 5143785"/>
              <a:gd name="connsiteX33032" fmla="*/ 1409795 w 3114960"/>
              <a:gd name="connsiteY33032" fmla="*/ 2892171 h 5143785"/>
              <a:gd name="connsiteX33033" fmla="*/ 1419320 w 3114960"/>
              <a:gd name="connsiteY33033" fmla="*/ 2882551 h 5143785"/>
              <a:gd name="connsiteX33034" fmla="*/ 1420940 w 3114960"/>
              <a:gd name="connsiteY33034" fmla="*/ 2879979 h 5143785"/>
              <a:gd name="connsiteX33035" fmla="*/ 1516380 w 3114960"/>
              <a:gd name="connsiteY33035" fmla="*/ 2880265 h 5143785"/>
              <a:gd name="connsiteX33036" fmla="*/ 1534001 w 3114960"/>
              <a:gd name="connsiteY33036" fmla="*/ 2895981 h 5143785"/>
              <a:gd name="connsiteX33037" fmla="*/ 1560386 w 3114960"/>
              <a:gd name="connsiteY33037" fmla="*/ 2895981 h 5143785"/>
              <a:gd name="connsiteX33038" fmla="*/ 1569625 w 3114960"/>
              <a:gd name="connsiteY33038" fmla="*/ 2903411 h 5143785"/>
              <a:gd name="connsiteX33039" fmla="*/ 1579436 w 3114960"/>
              <a:gd name="connsiteY33039" fmla="*/ 2893600 h 5143785"/>
              <a:gd name="connsiteX33040" fmla="*/ 1569625 w 3114960"/>
              <a:gd name="connsiteY33040" fmla="*/ 2883789 h 5143785"/>
              <a:gd name="connsiteX33041" fmla="*/ 1560386 w 3114960"/>
              <a:gd name="connsiteY33041" fmla="*/ 2891219 h 5143785"/>
              <a:gd name="connsiteX33042" fmla="*/ 1535811 w 3114960"/>
              <a:gd name="connsiteY33042" fmla="*/ 2891219 h 5143785"/>
              <a:gd name="connsiteX33043" fmla="*/ 1518190 w 3114960"/>
              <a:gd name="connsiteY33043" fmla="*/ 2875502 h 5143785"/>
              <a:gd name="connsiteX33044" fmla="*/ 1420940 w 3114960"/>
              <a:gd name="connsiteY33044" fmla="*/ 2875217 h 5143785"/>
              <a:gd name="connsiteX33045" fmla="*/ 1419320 w 3114960"/>
              <a:gd name="connsiteY33045" fmla="*/ 2872550 h 5143785"/>
              <a:gd name="connsiteX33046" fmla="*/ 1409700 w 3114960"/>
              <a:gd name="connsiteY33046" fmla="*/ 2863025 h 5143785"/>
              <a:gd name="connsiteX33047" fmla="*/ 1399603 w 3114960"/>
              <a:gd name="connsiteY33047" fmla="*/ 2863025 h 5143785"/>
              <a:gd name="connsiteX33048" fmla="*/ 1390078 w 3114960"/>
              <a:gd name="connsiteY33048" fmla="*/ 2872645 h 5143785"/>
              <a:gd name="connsiteX33049" fmla="*/ 1388840 w 3114960"/>
              <a:gd name="connsiteY33049" fmla="*/ 2874550 h 5143785"/>
              <a:gd name="connsiteX33050" fmla="*/ 1369028 w 3114960"/>
              <a:gd name="connsiteY33050" fmla="*/ 2874550 h 5143785"/>
              <a:gd name="connsiteX33051" fmla="*/ 1254157 w 3114960"/>
              <a:gd name="connsiteY33051" fmla="*/ 2964561 h 5143785"/>
              <a:gd name="connsiteX33052" fmla="*/ 1216914 w 3114960"/>
              <a:gd name="connsiteY33052" fmla="*/ 2964752 h 5143785"/>
              <a:gd name="connsiteX33053" fmla="*/ 1007745 w 3114960"/>
              <a:gd name="connsiteY33053" fmla="*/ 3129915 h 5143785"/>
              <a:gd name="connsiteX33054" fmla="*/ 979265 w 3114960"/>
              <a:gd name="connsiteY33054" fmla="*/ 3129534 h 5143785"/>
              <a:gd name="connsiteX33055" fmla="*/ 973836 w 3114960"/>
              <a:gd name="connsiteY33055" fmla="*/ 3121438 h 5143785"/>
              <a:gd name="connsiteX33056" fmla="*/ 953834 w 3114960"/>
              <a:gd name="connsiteY33056" fmla="*/ 3124486 h 5143785"/>
              <a:gd name="connsiteX33057" fmla="*/ 951357 w 3114960"/>
              <a:gd name="connsiteY33057" fmla="*/ 3130582 h 5143785"/>
              <a:gd name="connsiteX33058" fmla="*/ 604266 w 3114960"/>
              <a:gd name="connsiteY33058" fmla="*/ 3130582 h 5143785"/>
              <a:gd name="connsiteX33059" fmla="*/ 587788 w 3114960"/>
              <a:gd name="connsiteY33059" fmla="*/ 3114199 h 5143785"/>
              <a:gd name="connsiteX33060" fmla="*/ 587121 w 3114960"/>
              <a:gd name="connsiteY33060" fmla="*/ 3030474 h 5143785"/>
              <a:gd name="connsiteX33061" fmla="*/ 591979 w 3114960"/>
              <a:gd name="connsiteY33061" fmla="*/ 3030474 h 5143785"/>
              <a:gd name="connsiteX33062" fmla="*/ 598837 w 3114960"/>
              <a:gd name="connsiteY33062" fmla="*/ 3023616 h 5143785"/>
              <a:gd name="connsiteX33063" fmla="*/ 598837 w 3114960"/>
              <a:gd name="connsiteY33063" fmla="*/ 3009234 h 5143785"/>
              <a:gd name="connsiteX33064" fmla="*/ 597313 w 3114960"/>
              <a:gd name="connsiteY33064" fmla="*/ 3005042 h 5143785"/>
              <a:gd name="connsiteX33065" fmla="*/ 598551 w 3114960"/>
              <a:gd name="connsiteY33065" fmla="*/ 3005900 h 5143785"/>
              <a:gd name="connsiteX33066" fmla="*/ 636937 w 3114960"/>
              <a:gd name="connsiteY33066" fmla="*/ 2953322 h 5143785"/>
              <a:gd name="connsiteX33067" fmla="*/ 750761 w 3114960"/>
              <a:gd name="connsiteY33067" fmla="*/ 2953322 h 5143785"/>
              <a:gd name="connsiteX33068" fmla="*/ 750761 w 3114960"/>
              <a:gd name="connsiteY33068" fmla="*/ 2953322 h 5143785"/>
              <a:gd name="connsiteX33069" fmla="*/ 762095 w 3114960"/>
              <a:gd name="connsiteY33069" fmla="*/ 2959703 h 5143785"/>
              <a:gd name="connsiteX33070" fmla="*/ 768477 w 3114960"/>
              <a:gd name="connsiteY33070" fmla="*/ 2948369 h 5143785"/>
              <a:gd name="connsiteX33071" fmla="*/ 757142 w 3114960"/>
              <a:gd name="connsiteY33071" fmla="*/ 2941987 h 5143785"/>
              <a:gd name="connsiteX33072" fmla="*/ 750856 w 3114960"/>
              <a:gd name="connsiteY33072" fmla="*/ 2948464 h 5143785"/>
              <a:gd name="connsiteX33073" fmla="*/ 634460 w 3114960"/>
              <a:gd name="connsiteY33073" fmla="*/ 2948464 h 5143785"/>
              <a:gd name="connsiteX33074" fmla="*/ 594836 w 3114960"/>
              <a:gd name="connsiteY33074" fmla="*/ 3002852 h 5143785"/>
              <a:gd name="connsiteX33075" fmla="*/ 592074 w 3114960"/>
              <a:gd name="connsiteY33075" fmla="*/ 3002280 h 5143785"/>
              <a:gd name="connsiteX33076" fmla="*/ 577691 w 3114960"/>
              <a:gd name="connsiteY33076" fmla="*/ 3002280 h 5143785"/>
              <a:gd name="connsiteX33077" fmla="*/ 570833 w 3114960"/>
              <a:gd name="connsiteY33077" fmla="*/ 3009138 h 5143785"/>
              <a:gd name="connsiteX33078" fmla="*/ 570833 w 3114960"/>
              <a:gd name="connsiteY33078" fmla="*/ 3023521 h 5143785"/>
              <a:gd name="connsiteX33079" fmla="*/ 577691 w 3114960"/>
              <a:gd name="connsiteY33079" fmla="*/ 3030379 h 5143785"/>
              <a:gd name="connsiteX33080" fmla="*/ 582549 w 3114960"/>
              <a:gd name="connsiteY33080" fmla="*/ 3030379 h 5143785"/>
              <a:gd name="connsiteX33081" fmla="*/ 583216 w 3114960"/>
              <a:gd name="connsiteY33081" fmla="*/ 3116009 h 5143785"/>
              <a:gd name="connsiteX33082" fmla="*/ 602456 w 3114960"/>
              <a:gd name="connsiteY33082" fmla="*/ 3135249 h 5143785"/>
              <a:gd name="connsiteX33083" fmla="*/ 951548 w 3114960"/>
              <a:gd name="connsiteY33083" fmla="*/ 3135249 h 5143785"/>
              <a:gd name="connsiteX33084" fmla="*/ 957167 w 3114960"/>
              <a:gd name="connsiteY33084" fmla="*/ 3144393 h 5143785"/>
              <a:gd name="connsiteX33085" fmla="*/ 977170 w 3114960"/>
              <a:gd name="connsiteY33085" fmla="*/ 3141345 h 5143785"/>
              <a:gd name="connsiteX33086" fmla="*/ 1569530 w 3114960"/>
              <a:gd name="connsiteY33086" fmla="*/ 2888552 h 5143785"/>
              <a:gd name="connsiteX33087" fmla="*/ 1574578 w 3114960"/>
              <a:gd name="connsiteY33087" fmla="*/ 2893600 h 5143785"/>
              <a:gd name="connsiteX33088" fmla="*/ 1569530 w 3114960"/>
              <a:gd name="connsiteY33088" fmla="*/ 2898648 h 5143785"/>
              <a:gd name="connsiteX33089" fmla="*/ 1564481 w 3114960"/>
              <a:gd name="connsiteY33089" fmla="*/ 2893600 h 5143785"/>
              <a:gd name="connsiteX33090" fmla="*/ 1569530 w 3114960"/>
              <a:gd name="connsiteY33090" fmla="*/ 2888552 h 5143785"/>
              <a:gd name="connsiteX33091" fmla="*/ 1393317 w 3114960"/>
              <a:gd name="connsiteY33091" fmla="*/ 2875884 h 5143785"/>
              <a:gd name="connsiteX33092" fmla="*/ 1402842 w 3114960"/>
              <a:gd name="connsiteY33092" fmla="*/ 2866263 h 5143785"/>
              <a:gd name="connsiteX33093" fmla="*/ 1406176 w 3114960"/>
              <a:gd name="connsiteY33093" fmla="*/ 2866263 h 5143785"/>
              <a:gd name="connsiteX33094" fmla="*/ 1415796 w 3114960"/>
              <a:gd name="connsiteY33094" fmla="*/ 2875788 h 5143785"/>
              <a:gd name="connsiteX33095" fmla="*/ 1415796 w 3114960"/>
              <a:gd name="connsiteY33095" fmla="*/ 2879122 h 5143785"/>
              <a:gd name="connsiteX33096" fmla="*/ 1406271 w 3114960"/>
              <a:gd name="connsiteY33096" fmla="*/ 2888742 h 5143785"/>
              <a:gd name="connsiteX33097" fmla="*/ 1402937 w 3114960"/>
              <a:gd name="connsiteY33097" fmla="*/ 2888742 h 5143785"/>
              <a:gd name="connsiteX33098" fmla="*/ 1393317 w 3114960"/>
              <a:gd name="connsiteY33098" fmla="*/ 2879217 h 5143785"/>
              <a:gd name="connsiteX33099" fmla="*/ 1393317 w 3114960"/>
              <a:gd name="connsiteY33099" fmla="*/ 2875884 h 5143785"/>
              <a:gd name="connsiteX33100" fmla="*/ 577215 w 3114960"/>
              <a:gd name="connsiteY33100" fmla="*/ 3025712 h 5143785"/>
              <a:gd name="connsiteX33101" fmla="*/ 575120 w 3114960"/>
              <a:gd name="connsiteY33101" fmla="*/ 3023616 h 5143785"/>
              <a:gd name="connsiteX33102" fmla="*/ 575120 w 3114960"/>
              <a:gd name="connsiteY33102" fmla="*/ 3009234 h 5143785"/>
              <a:gd name="connsiteX33103" fmla="*/ 577215 w 3114960"/>
              <a:gd name="connsiteY33103" fmla="*/ 3007138 h 5143785"/>
              <a:gd name="connsiteX33104" fmla="*/ 591598 w 3114960"/>
              <a:gd name="connsiteY33104" fmla="*/ 3007138 h 5143785"/>
              <a:gd name="connsiteX33105" fmla="*/ 593693 w 3114960"/>
              <a:gd name="connsiteY33105" fmla="*/ 3009234 h 5143785"/>
              <a:gd name="connsiteX33106" fmla="*/ 593693 w 3114960"/>
              <a:gd name="connsiteY33106" fmla="*/ 3023616 h 5143785"/>
              <a:gd name="connsiteX33107" fmla="*/ 591598 w 3114960"/>
              <a:gd name="connsiteY33107" fmla="*/ 3025712 h 5143785"/>
              <a:gd name="connsiteX33108" fmla="*/ 577215 w 3114960"/>
              <a:gd name="connsiteY33108" fmla="*/ 3025712 h 5143785"/>
              <a:gd name="connsiteX33109" fmla="*/ 966883 w 3114960"/>
              <a:gd name="connsiteY33109" fmla="*/ 3144488 h 5143785"/>
              <a:gd name="connsiteX33110" fmla="*/ 958215 w 3114960"/>
              <a:gd name="connsiteY33110" fmla="*/ 3142393 h 5143785"/>
              <a:gd name="connsiteX33111" fmla="*/ 953548 w 3114960"/>
              <a:gd name="connsiteY33111" fmla="*/ 3134773 h 5143785"/>
              <a:gd name="connsiteX33112" fmla="*/ 953452 w 3114960"/>
              <a:gd name="connsiteY33112" fmla="*/ 3132963 h 5143785"/>
              <a:gd name="connsiteX33113" fmla="*/ 955739 w 3114960"/>
              <a:gd name="connsiteY33113" fmla="*/ 3126105 h 5143785"/>
              <a:gd name="connsiteX33114" fmla="*/ 972122 w 3114960"/>
              <a:gd name="connsiteY33114" fmla="*/ 3123629 h 5143785"/>
              <a:gd name="connsiteX33115" fmla="*/ 974598 w 3114960"/>
              <a:gd name="connsiteY33115" fmla="*/ 3140012 h 5143785"/>
              <a:gd name="connsiteX33116" fmla="*/ 966978 w 3114960"/>
              <a:gd name="connsiteY33116" fmla="*/ 3144679 h 5143785"/>
              <a:gd name="connsiteX33117" fmla="*/ 864679 w 3114960"/>
              <a:gd name="connsiteY33117" fmla="*/ 3160967 h 5143785"/>
              <a:gd name="connsiteX33118" fmla="*/ 864679 w 3114960"/>
              <a:gd name="connsiteY33118" fmla="*/ 3165729 h 5143785"/>
              <a:gd name="connsiteX33119" fmla="*/ 844106 w 3114960"/>
              <a:gd name="connsiteY33119" fmla="*/ 3165634 h 5143785"/>
              <a:gd name="connsiteX33120" fmla="*/ 844106 w 3114960"/>
              <a:gd name="connsiteY33120" fmla="*/ 3160871 h 5143785"/>
              <a:gd name="connsiteX33121" fmla="*/ 864679 w 3114960"/>
              <a:gd name="connsiteY33121" fmla="*/ 3160967 h 5143785"/>
              <a:gd name="connsiteX33122" fmla="*/ 697611 w 3114960"/>
              <a:gd name="connsiteY33122" fmla="*/ 3228404 h 5143785"/>
              <a:gd name="connsiteX33123" fmla="*/ 679609 w 3114960"/>
              <a:gd name="connsiteY33123" fmla="*/ 3228404 h 5143785"/>
              <a:gd name="connsiteX33124" fmla="*/ 679609 w 3114960"/>
              <a:gd name="connsiteY33124" fmla="*/ 3223641 h 5143785"/>
              <a:gd name="connsiteX33125" fmla="*/ 697611 w 3114960"/>
              <a:gd name="connsiteY33125" fmla="*/ 3223641 h 5143785"/>
              <a:gd name="connsiteX33126" fmla="*/ 697611 w 3114960"/>
              <a:gd name="connsiteY33126" fmla="*/ 3228404 h 5143785"/>
              <a:gd name="connsiteX33127" fmla="*/ 618554 w 3114960"/>
              <a:gd name="connsiteY33127" fmla="*/ 3159633 h 5143785"/>
              <a:gd name="connsiteX33128" fmla="*/ 618554 w 3114960"/>
              <a:gd name="connsiteY33128" fmla="*/ 3164396 h 5143785"/>
              <a:gd name="connsiteX33129" fmla="*/ 597980 w 3114960"/>
              <a:gd name="connsiteY33129" fmla="*/ 3164300 h 5143785"/>
              <a:gd name="connsiteX33130" fmla="*/ 597980 w 3114960"/>
              <a:gd name="connsiteY33130" fmla="*/ 3159538 h 5143785"/>
              <a:gd name="connsiteX33131" fmla="*/ 618554 w 3114960"/>
              <a:gd name="connsiteY33131" fmla="*/ 3159633 h 5143785"/>
              <a:gd name="connsiteX33132" fmla="*/ 659511 w 3114960"/>
              <a:gd name="connsiteY33132" fmla="*/ 3159919 h 5143785"/>
              <a:gd name="connsiteX33133" fmla="*/ 659511 w 3114960"/>
              <a:gd name="connsiteY33133" fmla="*/ 3164681 h 5143785"/>
              <a:gd name="connsiteX33134" fmla="*/ 638937 w 3114960"/>
              <a:gd name="connsiteY33134" fmla="*/ 3164586 h 5143785"/>
              <a:gd name="connsiteX33135" fmla="*/ 638937 w 3114960"/>
              <a:gd name="connsiteY33135" fmla="*/ 3159824 h 5143785"/>
              <a:gd name="connsiteX33136" fmla="*/ 659511 w 3114960"/>
              <a:gd name="connsiteY33136" fmla="*/ 3159919 h 5143785"/>
              <a:gd name="connsiteX33137" fmla="*/ 661607 w 3114960"/>
              <a:gd name="connsiteY33137" fmla="*/ 3223641 h 5143785"/>
              <a:gd name="connsiteX33138" fmla="*/ 661607 w 3114960"/>
              <a:gd name="connsiteY33138" fmla="*/ 3228404 h 5143785"/>
              <a:gd name="connsiteX33139" fmla="*/ 643604 w 3114960"/>
              <a:gd name="connsiteY33139" fmla="*/ 3228404 h 5143785"/>
              <a:gd name="connsiteX33140" fmla="*/ 643604 w 3114960"/>
              <a:gd name="connsiteY33140" fmla="*/ 3223641 h 5143785"/>
              <a:gd name="connsiteX33141" fmla="*/ 661607 w 3114960"/>
              <a:gd name="connsiteY33141" fmla="*/ 3223641 h 5143785"/>
              <a:gd name="connsiteX33142" fmla="*/ 589693 w 3114960"/>
              <a:gd name="connsiteY33142" fmla="*/ 3223641 h 5143785"/>
              <a:gd name="connsiteX33143" fmla="*/ 589693 w 3114960"/>
              <a:gd name="connsiteY33143" fmla="*/ 3228404 h 5143785"/>
              <a:gd name="connsiteX33144" fmla="*/ 571691 w 3114960"/>
              <a:gd name="connsiteY33144" fmla="*/ 3228404 h 5143785"/>
              <a:gd name="connsiteX33145" fmla="*/ 571691 w 3114960"/>
              <a:gd name="connsiteY33145" fmla="*/ 3223641 h 5143785"/>
              <a:gd name="connsiteX33146" fmla="*/ 589693 w 3114960"/>
              <a:gd name="connsiteY33146" fmla="*/ 3223641 h 5143785"/>
              <a:gd name="connsiteX33147" fmla="*/ 2535746 w 3114960"/>
              <a:gd name="connsiteY33147" fmla="*/ 2026063 h 5143785"/>
              <a:gd name="connsiteX33148" fmla="*/ 2535746 w 3114960"/>
              <a:gd name="connsiteY33148" fmla="*/ 1987201 h 5143785"/>
              <a:gd name="connsiteX33149" fmla="*/ 2524792 w 3114960"/>
              <a:gd name="connsiteY33149" fmla="*/ 1977485 h 5143785"/>
              <a:gd name="connsiteX33150" fmla="*/ 2523363 w 3114960"/>
              <a:gd name="connsiteY33150" fmla="*/ 1977485 h 5143785"/>
              <a:gd name="connsiteX33151" fmla="*/ 2523554 w 3114960"/>
              <a:gd name="connsiteY33151" fmla="*/ 1869757 h 5143785"/>
              <a:gd name="connsiteX33152" fmla="*/ 2556034 w 3114960"/>
              <a:gd name="connsiteY33152" fmla="*/ 1843183 h 5143785"/>
              <a:gd name="connsiteX33153" fmla="*/ 2565273 w 3114960"/>
              <a:gd name="connsiteY33153" fmla="*/ 1846707 h 5143785"/>
              <a:gd name="connsiteX33154" fmla="*/ 2579275 w 3114960"/>
              <a:gd name="connsiteY33154" fmla="*/ 1832705 h 5143785"/>
              <a:gd name="connsiteX33155" fmla="*/ 2565273 w 3114960"/>
              <a:gd name="connsiteY33155" fmla="*/ 1818703 h 5143785"/>
              <a:gd name="connsiteX33156" fmla="*/ 2551271 w 3114960"/>
              <a:gd name="connsiteY33156" fmla="*/ 1832705 h 5143785"/>
              <a:gd name="connsiteX33157" fmla="*/ 2552034 w 3114960"/>
              <a:gd name="connsiteY33157" fmla="*/ 1837182 h 5143785"/>
              <a:gd name="connsiteX33158" fmla="*/ 2516315 w 3114960"/>
              <a:gd name="connsiteY33158" fmla="*/ 1866328 h 5143785"/>
              <a:gd name="connsiteX33159" fmla="*/ 2516124 w 3114960"/>
              <a:gd name="connsiteY33159" fmla="*/ 1977485 h 5143785"/>
              <a:gd name="connsiteX33160" fmla="*/ 2514695 w 3114960"/>
              <a:gd name="connsiteY33160" fmla="*/ 1977485 h 5143785"/>
              <a:gd name="connsiteX33161" fmla="*/ 2503742 w 3114960"/>
              <a:gd name="connsiteY33161" fmla="*/ 1987201 h 5143785"/>
              <a:gd name="connsiteX33162" fmla="*/ 2503742 w 3114960"/>
              <a:gd name="connsiteY33162" fmla="*/ 2026063 h 5143785"/>
              <a:gd name="connsiteX33163" fmla="*/ 2514695 w 3114960"/>
              <a:gd name="connsiteY33163" fmla="*/ 2035778 h 5143785"/>
              <a:gd name="connsiteX33164" fmla="*/ 2516600 w 3114960"/>
              <a:gd name="connsiteY33164" fmla="*/ 2035778 h 5143785"/>
              <a:gd name="connsiteX33165" fmla="*/ 2517077 w 3114960"/>
              <a:gd name="connsiteY33165" fmla="*/ 2142554 h 5143785"/>
              <a:gd name="connsiteX33166" fmla="*/ 2492217 w 3114960"/>
              <a:gd name="connsiteY33166" fmla="*/ 2176653 h 5143785"/>
              <a:gd name="connsiteX33167" fmla="*/ 2492217 w 3114960"/>
              <a:gd name="connsiteY33167" fmla="*/ 2272475 h 5143785"/>
              <a:gd name="connsiteX33168" fmla="*/ 2501455 w 3114960"/>
              <a:gd name="connsiteY33168" fmla="*/ 2291620 h 5143785"/>
              <a:gd name="connsiteX33169" fmla="*/ 2501455 w 3114960"/>
              <a:gd name="connsiteY33169" fmla="*/ 2359628 h 5143785"/>
              <a:gd name="connsiteX33170" fmla="*/ 2498312 w 3114960"/>
              <a:gd name="connsiteY33170" fmla="*/ 2359628 h 5143785"/>
              <a:gd name="connsiteX33171" fmla="*/ 2491359 w 3114960"/>
              <a:gd name="connsiteY33171" fmla="*/ 2366582 h 5143785"/>
              <a:gd name="connsiteX33172" fmla="*/ 2491359 w 3114960"/>
              <a:gd name="connsiteY33172" fmla="*/ 2377631 h 5143785"/>
              <a:gd name="connsiteX33173" fmla="*/ 2498312 w 3114960"/>
              <a:gd name="connsiteY33173" fmla="*/ 2384584 h 5143785"/>
              <a:gd name="connsiteX33174" fmla="*/ 2509361 w 3114960"/>
              <a:gd name="connsiteY33174" fmla="*/ 2384584 h 5143785"/>
              <a:gd name="connsiteX33175" fmla="*/ 2516315 w 3114960"/>
              <a:gd name="connsiteY33175" fmla="*/ 2377631 h 5143785"/>
              <a:gd name="connsiteX33176" fmla="*/ 2516315 w 3114960"/>
              <a:gd name="connsiteY33176" fmla="*/ 2366582 h 5143785"/>
              <a:gd name="connsiteX33177" fmla="*/ 2509361 w 3114960"/>
              <a:gd name="connsiteY33177" fmla="*/ 2359628 h 5143785"/>
              <a:gd name="connsiteX33178" fmla="*/ 2506218 w 3114960"/>
              <a:gd name="connsiteY33178" fmla="*/ 2359628 h 5143785"/>
              <a:gd name="connsiteX33179" fmla="*/ 2506218 w 3114960"/>
              <a:gd name="connsiteY33179" fmla="*/ 2291048 h 5143785"/>
              <a:gd name="connsiteX33180" fmla="*/ 2497169 w 3114960"/>
              <a:gd name="connsiteY33180" fmla="*/ 2271903 h 5143785"/>
              <a:gd name="connsiteX33181" fmla="*/ 2497169 w 3114960"/>
              <a:gd name="connsiteY33181" fmla="*/ 2178177 h 5143785"/>
              <a:gd name="connsiteX33182" fmla="*/ 2521934 w 3114960"/>
              <a:gd name="connsiteY33182" fmla="*/ 2144078 h 5143785"/>
              <a:gd name="connsiteX33183" fmla="*/ 2521458 w 3114960"/>
              <a:gd name="connsiteY33183" fmla="*/ 2035778 h 5143785"/>
              <a:gd name="connsiteX33184" fmla="*/ 2524887 w 3114960"/>
              <a:gd name="connsiteY33184" fmla="*/ 2035778 h 5143785"/>
              <a:gd name="connsiteX33185" fmla="*/ 2535841 w 3114960"/>
              <a:gd name="connsiteY33185" fmla="*/ 2026063 h 5143785"/>
              <a:gd name="connsiteX33186" fmla="*/ 2565273 w 3114960"/>
              <a:gd name="connsiteY33186" fmla="*/ 1823561 h 5143785"/>
              <a:gd name="connsiteX33187" fmla="*/ 2574512 w 3114960"/>
              <a:gd name="connsiteY33187" fmla="*/ 1832801 h 5143785"/>
              <a:gd name="connsiteX33188" fmla="*/ 2565273 w 3114960"/>
              <a:gd name="connsiteY33188" fmla="*/ 1842040 h 5143785"/>
              <a:gd name="connsiteX33189" fmla="*/ 2556034 w 3114960"/>
              <a:gd name="connsiteY33189" fmla="*/ 1832801 h 5143785"/>
              <a:gd name="connsiteX33190" fmla="*/ 2565273 w 3114960"/>
              <a:gd name="connsiteY33190" fmla="*/ 1823561 h 5143785"/>
              <a:gd name="connsiteX33191" fmla="*/ 2509361 w 3114960"/>
              <a:gd name="connsiteY33191" fmla="*/ 2364486 h 5143785"/>
              <a:gd name="connsiteX33192" fmla="*/ 2511552 w 3114960"/>
              <a:gd name="connsiteY33192" fmla="*/ 2366677 h 5143785"/>
              <a:gd name="connsiteX33193" fmla="*/ 2511552 w 3114960"/>
              <a:gd name="connsiteY33193" fmla="*/ 2377726 h 5143785"/>
              <a:gd name="connsiteX33194" fmla="*/ 2509361 w 3114960"/>
              <a:gd name="connsiteY33194" fmla="*/ 2379917 h 5143785"/>
              <a:gd name="connsiteX33195" fmla="*/ 2498312 w 3114960"/>
              <a:gd name="connsiteY33195" fmla="*/ 2379917 h 5143785"/>
              <a:gd name="connsiteX33196" fmla="*/ 2496122 w 3114960"/>
              <a:gd name="connsiteY33196" fmla="*/ 2377726 h 5143785"/>
              <a:gd name="connsiteX33197" fmla="*/ 2496122 w 3114960"/>
              <a:gd name="connsiteY33197" fmla="*/ 2366677 h 5143785"/>
              <a:gd name="connsiteX33198" fmla="*/ 2498312 w 3114960"/>
              <a:gd name="connsiteY33198" fmla="*/ 2364486 h 5143785"/>
              <a:gd name="connsiteX33199" fmla="*/ 2509361 w 3114960"/>
              <a:gd name="connsiteY33199" fmla="*/ 2364486 h 5143785"/>
              <a:gd name="connsiteX33200" fmla="*/ 2508885 w 3114960"/>
              <a:gd name="connsiteY33200" fmla="*/ 1987201 h 5143785"/>
              <a:gd name="connsiteX33201" fmla="*/ 2514791 w 3114960"/>
              <a:gd name="connsiteY33201" fmla="*/ 1981962 h 5143785"/>
              <a:gd name="connsiteX33202" fmla="*/ 2524887 w 3114960"/>
              <a:gd name="connsiteY33202" fmla="*/ 1981962 h 5143785"/>
              <a:gd name="connsiteX33203" fmla="*/ 2530793 w 3114960"/>
              <a:gd name="connsiteY33203" fmla="*/ 1987201 h 5143785"/>
              <a:gd name="connsiteX33204" fmla="*/ 2530793 w 3114960"/>
              <a:gd name="connsiteY33204" fmla="*/ 1993297 h 5143785"/>
              <a:gd name="connsiteX33205" fmla="*/ 2508980 w 3114960"/>
              <a:gd name="connsiteY33205" fmla="*/ 1993297 h 5143785"/>
              <a:gd name="connsiteX33206" fmla="*/ 2508980 w 3114960"/>
              <a:gd name="connsiteY33206" fmla="*/ 1987201 h 5143785"/>
              <a:gd name="connsiteX33207" fmla="*/ 2514695 w 3114960"/>
              <a:gd name="connsiteY33207" fmla="*/ 2031302 h 5143785"/>
              <a:gd name="connsiteX33208" fmla="*/ 2508790 w 3114960"/>
              <a:gd name="connsiteY33208" fmla="*/ 2026063 h 5143785"/>
              <a:gd name="connsiteX33209" fmla="*/ 2508790 w 3114960"/>
              <a:gd name="connsiteY33209" fmla="*/ 2017776 h 5143785"/>
              <a:gd name="connsiteX33210" fmla="*/ 2530602 w 3114960"/>
              <a:gd name="connsiteY33210" fmla="*/ 2017776 h 5143785"/>
              <a:gd name="connsiteX33211" fmla="*/ 2530602 w 3114960"/>
              <a:gd name="connsiteY33211" fmla="*/ 2026063 h 5143785"/>
              <a:gd name="connsiteX33212" fmla="*/ 2524697 w 3114960"/>
              <a:gd name="connsiteY33212" fmla="*/ 2031302 h 5143785"/>
              <a:gd name="connsiteX33213" fmla="*/ 2514600 w 3114960"/>
              <a:gd name="connsiteY33213" fmla="*/ 2031302 h 5143785"/>
              <a:gd name="connsiteX33214" fmla="*/ 625697 w 3114960"/>
              <a:gd name="connsiteY33214" fmla="*/ 3223641 h 5143785"/>
              <a:gd name="connsiteX33215" fmla="*/ 625697 w 3114960"/>
              <a:gd name="connsiteY33215" fmla="*/ 3228404 h 5143785"/>
              <a:gd name="connsiteX33216" fmla="*/ 607695 w 3114960"/>
              <a:gd name="connsiteY33216" fmla="*/ 3228404 h 5143785"/>
              <a:gd name="connsiteX33217" fmla="*/ 607695 w 3114960"/>
              <a:gd name="connsiteY33217" fmla="*/ 3223641 h 5143785"/>
              <a:gd name="connsiteX33218" fmla="*/ 625697 w 3114960"/>
              <a:gd name="connsiteY33218" fmla="*/ 3223641 h 5143785"/>
              <a:gd name="connsiteX33219" fmla="*/ 2711482 w 3114960"/>
              <a:gd name="connsiteY33219" fmla="*/ 1726311 h 5143785"/>
              <a:gd name="connsiteX33220" fmla="*/ 2711482 w 3114960"/>
              <a:gd name="connsiteY33220" fmla="*/ 1739837 h 5143785"/>
              <a:gd name="connsiteX33221" fmla="*/ 2711863 w 3114960"/>
              <a:gd name="connsiteY33221" fmla="*/ 1741646 h 5143785"/>
              <a:gd name="connsiteX33222" fmla="*/ 2659571 w 3114960"/>
              <a:gd name="connsiteY33222" fmla="*/ 1789843 h 5143785"/>
              <a:gd name="connsiteX33223" fmla="*/ 2658047 w 3114960"/>
              <a:gd name="connsiteY33223" fmla="*/ 1788605 h 5143785"/>
              <a:gd name="connsiteX33224" fmla="*/ 2651570 w 3114960"/>
              <a:gd name="connsiteY33224" fmla="*/ 1786128 h 5143785"/>
              <a:gd name="connsiteX33225" fmla="*/ 2650808 w 3114960"/>
              <a:gd name="connsiteY33225" fmla="*/ 1709642 h 5143785"/>
              <a:gd name="connsiteX33226" fmla="*/ 2654618 w 3114960"/>
              <a:gd name="connsiteY33226" fmla="*/ 1707832 h 5143785"/>
              <a:gd name="connsiteX33227" fmla="*/ 2664238 w 3114960"/>
              <a:gd name="connsiteY33227" fmla="*/ 1698212 h 5143785"/>
              <a:gd name="connsiteX33228" fmla="*/ 2664238 w 3114960"/>
              <a:gd name="connsiteY33228" fmla="*/ 1688116 h 5143785"/>
              <a:gd name="connsiteX33229" fmla="*/ 2654618 w 3114960"/>
              <a:gd name="connsiteY33229" fmla="*/ 1678496 h 5143785"/>
              <a:gd name="connsiteX33230" fmla="*/ 2644521 w 3114960"/>
              <a:gd name="connsiteY33230" fmla="*/ 1678496 h 5143785"/>
              <a:gd name="connsiteX33231" fmla="*/ 2634901 w 3114960"/>
              <a:gd name="connsiteY33231" fmla="*/ 1688116 h 5143785"/>
              <a:gd name="connsiteX33232" fmla="*/ 2634901 w 3114960"/>
              <a:gd name="connsiteY33232" fmla="*/ 1698212 h 5143785"/>
              <a:gd name="connsiteX33233" fmla="*/ 2644521 w 3114960"/>
              <a:gd name="connsiteY33233" fmla="*/ 1707832 h 5143785"/>
              <a:gd name="connsiteX33234" fmla="*/ 2648331 w 3114960"/>
              <a:gd name="connsiteY33234" fmla="*/ 1709642 h 5143785"/>
              <a:gd name="connsiteX33235" fmla="*/ 2649093 w 3114960"/>
              <a:gd name="connsiteY33235" fmla="*/ 1786033 h 5143785"/>
              <a:gd name="connsiteX33236" fmla="*/ 2646902 w 3114960"/>
              <a:gd name="connsiteY33236" fmla="*/ 1786223 h 5143785"/>
              <a:gd name="connsiteX33237" fmla="*/ 2637473 w 3114960"/>
              <a:gd name="connsiteY33237" fmla="*/ 1792319 h 5143785"/>
              <a:gd name="connsiteX33238" fmla="*/ 2638711 w 3114960"/>
              <a:gd name="connsiteY33238" fmla="*/ 1810607 h 5143785"/>
              <a:gd name="connsiteX33239" fmla="*/ 2559844 w 3114960"/>
              <a:gd name="connsiteY33239" fmla="*/ 1875377 h 5143785"/>
              <a:gd name="connsiteX33240" fmla="*/ 2559844 w 3114960"/>
              <a:gd name="connsiteY33240" fmla="*/ 1977485 h 5143785"/>
              <a:gd name="connsiteX33241" fmla="*/ 2556224 w 3114960"/>
              <a:gd name="connsiteY33241" fmla="*/ 1977485 h 5143785"/>
              <a:gd name="connsiteX33242" fmla="*/ 2546413 w 3114960"/>
              <a:gd name="connsiteY33242" fmla="*/ 1987296 h 5143785"/>
              <a:gd name="connsiteX33243" fmla="*/ 2546413 w 3114960"/>
              <a:gd name="connsiteY33243" fmla="*/ 2025968 h 5143785"/>
              <a:gd name="connsiteX33244" fmla="*/ 2556224 w 3114960"/>
              <a:gd name="connsiteY33244" fmla="*/ 2035778 h 5143785"/>
              <a:gd name="connsiteX33245" fmla="*/ 2559558 w 3114960"/>
              <a:gd name="connsiteY33245" fmla="*/ 2035778 h 5143785"/>
              <a:gd name="connsiteX33246" fmla="*/ 2560034 w 3114960"/>
              <a:gd name="connsiteY33246" fmla="*/ 2142268 h 5143785"/>
              <a:gd name="connsiteX33247" fmla="*/ 2535174 w 3114960"/>
              <a:gd name="connsiteY33247" fmla="*/ 2180654 h 5143785"/>
              <a:gd name="connsiteX33248" fmla="*/ 2535174 w 3114960"/>
              <a:gd name="connsiteY33248" fmla="*/ 2225993 h 5143785"/>
              <a:gd name="connsiteX33249" fmla="*/ 2574798 w 3114960"/>
              <a:gd name="connsiteY33249" fmla="*/ 2275142 h 5143785"/>
              <a:gd name="connsiteX33250" fmla="*/ 2574798 w 3114960"/>
              <a:gd name="connsiteY33250" fmla="*/ 2315623 h 5143785"/>
              <a:gd name="connsiteX33251" fmla="*/ 2566226 w 3114960"/>
              <a:gd name="connsiteY33251" fmla="*/ 2332673 h 5143785"/>
              <a:gd name="connsiteX33252" fmla="*/ 2560796 w 3114960"/>
              <a:gd name="connsiteY33252" fmla="*/ 2332006 h 5143785"/>
              <a:gd name="connsiteX33253" fmla="*/ 2550224 w 3114960"/>
              <a:gd name="connsiteY33253" fmla="*/ 2345436 h 5143785"/>
              <a:gd name="connsiteX33254" fmla="*/ 2563654 w 3114960"/>
              <a:gd name="connsiteY33254" fmla="*/ 2356009 h 5143785"/>
              <a:gd name="connsiteX33255" fmla="*/ 2574227 w 3114960"/>
              <a:gd name="connsiteY33255" fmla="*/ 2342579 h 5143785"/>
              <a:gd name="connsiteX33256" fmla="*/ 2571941 w 3114960"/>
              <a:gd name="connsiteY33256" fmla="*/ 2337149 h 5143785"/>
              <a:gd name="connsiteX33257" fmla="*/ 2581561 w 3114960"/>
              <a:gd name="connsiteY33257" fmla="*/ 2318099 h 5143785"/>
              <a:gd name="connsiteX33258" fmla="*/ 2581942 w 3114960"/>
              <a:gd name="connsiteY33258" fmla="*/ 2272665 h 5143785"/>
              <a:gd name="connsiteX33259" fmla="*/ 2542318 w 3114960"/>
              <a:gd name="connsiteY33259" fmla="*/ 2223516 h 5143785"/>
              <a:gd name="connsiteX33260" fmla="*/ 2542318 w 3114960"/>
              <a:gd name="connsiteY33260" fmla="*/ 2182844 h 5143785"/>
              <a:gd name="connsiteX33261" fmla="*/ 2567178 w 3114960"/>
              <a:gd name="connsiteY33261" fmla="*/ 2144459 h 5143785"/>
              <a:gd name="connsiteX33262" fmla="*/ 2566702 w 3114960"/>
              <a:gd name="connsiteY33262" fmla="*/ 2035874 h 5143785"/>
              <a:gd name="connsiteX33263" fmla="*/ 2568607 w 3114960"/>
              <a:gd name="connsiteY33263" fmla="*/ 2035874 h 5143785"/>
              <a:gd name="connsiteX33264" fmla="*/ 2578418 w 3114960"/>
              <a:gd name="connsiteY33264" fmla="*/ 2026063 h 5143785"/>
              <a:gd name="connsiteX33265" fmla="*/ 2578418 w 3114960"/>
              <a:gd name="connsiteY33265" fmla="*/ 1987391 h 5143785"/>
              <a:gd name="connsiteX33266" fmla="*/ 2568607 w 3114960"/>
              <a:gd name="connsiteY33266" fmla="*/ 1977581 h 5143785"/>
              <a:gd name="connsiteX33267" fmla="*/ 2564702 w 3114960"/>
              <a:gd name="connsiteY33267" fmla="*/ 1977581 h 5143785"/>
              <a:gd name="connsiteX33268" fmla="*/ 2564702 w 3114960"/>
              <a:gd name="connsiteY33268" fmla="*/ 1877759 h 5143785"/>
              <a:gd name="connsiteX33269" fmla="*/ 2642807 w 3114960"/>
              <a:gd name="connsiteY33269" fmla="*/ 1813655 h 5143785"/>
              <a:gd name="connsiteX33270" fmla="*/ 2649569 w 3114960"/>
              <a:gd name="connsiteY33270" fmla="*/ 1815465 h 5143785"/>
              <a:gd name="connsiteX33271" fmla="*/ 2652141 w 3114960"/>
              <a:gd name="connsiteY33271" fmla="*/ 1815275 h 5143785"/>
              <a:gd name="connsiteX33272" fmla="*/ 2661571 w 3114960"/>
              <a:gd name="connsiteY33272" fmla="*/ 1809178 h 5143785"/>
              <a:gd name="connsiteX33273" fmla="*/ 2663952 w 3114960"/>
              <a:gd name="connsiteY33273" fmla="*/ 1798225 h 5143785"/>
              <a:gd name="connsiteX33274" fmla="*/ 2660999 w 3114960"/>
              <a:gd name="connsiteY33274" fmla="*/ 1791843 h 5143785"/>
              <a:gd name="connsiteX33275" fmla="*/ 2713196 w 3114960"/>
              <a:gd name="connsiteY33275" fmla="*/ 1743647 h 5143785"/>
              <a:gd name="connsiteX33276" fmla="*/ 2716054 w 3114960"/>
              <a:gd name="connsiteY33276" fmla="*/ 1744694 h 5143785"/>
              <a:gd name="connsiteX33277" fmla="*/ 2729579 w 3114960"/>
              <a:gd name="connsiteY33277" fmla="*/ 1744694 h 5143785"/>
              <a:gd name="connsiteX33278" fmla="*/ 2734342 w 3114960"/>
              <a:gd name="connsiteY33278" fmla="*/ 1739932 h 5143785"/>
              <a:gd name="connsiteX33279" fmla="*/ 2734342 w 3114960"/>
              <a:gd name="connsiteY33279" fmla="*/ 1726406 h 5143785"/>
              <a:gd name="connsiteX33280" fmla="*/ 2729579 w 3114960"/>
              <a:gd name="connsiteY33280" fmla="*/ 1721644 h 5143785"/>
              <a:gd name="connsiteX33281" fmla="*/ 2716054 w 3114960"/>
              <a:gd name="connsiteY33281" fmla="*/ 1721644 h 5143785"/>
              <a:gd name="connsiteX33282" fmla="*/ 2711292 w 3114960"/>
              <a:gd name="connsiteY33282" fmla="*/ 1726406 h 5143785"/>
              <a:gd name="connsiteX33283" fmla="*/ 2573750 w 3114960"/>
              <a:gd name="connsiteY33283" fmla="*/ 2025968 h 5143785"/>
              <a:gd name="connsiteX33284" fmla="*/ 2568702 w 3114960"/>
              <a:gd name="connsiteY33284" fmla="*/ 2031016 h 5143785"/>
              <a:gd name="connsiteX33285" fmla="*/ 2556320 w 3114960"/>
              <a:gd name="connsiteY33285" fmla="*/ 2031016 h 5143785"/>
              <a:gd name="connsiteX33286" fmla="*/ 2551271 w 3114960"/>
              <a:gd name="connsiteY33286" fmla="*/ 2025968 h 5143785"/>
              <a:gd name="connsiteX33287" fmla="*/ 2551271 w 3114960"/>
              <a:gd name="connsiteY33287" fmla="*/ 2024634 h 5143785"/>
              <a:gd name="connsiteX33288" fmla="*/ 2573655 w 3114960"/>
              <a:gd name="connsiteY33288" fmla="*/ 2024634 h 5143785"/>
              <a:gd name="connsiteX33289" fmla="*/ 2573655 w 3114960"/>
              <a:gd name="connsiteY33289" fmla="*/ 2025968 h 5143785"/>
              <a:gd name="connsiteX33290" fmla="*/ 2573750 w 3114960"/>
              <a:gd name="connsiteY33290" fmla="*/ 2018728 h 5143785"/>
              <a:gd name="connsiteX33291" fmla="*/ 2551367 w 3114960"/>
              <a:gd name="connsiteY33291" fmla="*/ 2018728 h 5143785"/>
              <a:gd name="connsiteX33292" fmla="*/ 2551367 w 3114960"/>
              <a:gd name="connsiteY33292" fmla="*/ 2000250 h 5143785"/>
              <a:gd name="connsiteX33293" fmla="*/ 2573750 w 3114960"/>
              <a:gd name="connsiteY33293" fmla="*/ 2000250 h 5143785"/>
              <a:gd name="connsiteX33294" fmla="*/ 2573750 w 3114960"/>
              <a:gd name="connsiteY33294" fmla="*/ 2018728 h 5143785"/>
              <a:gd name="connsiteX33295" fmla="*/ 2573750 w 3114960"/>
              <a:gd name="connsiteY33295" fmla="*/ 1997297 h 5143785"/>
              <a:gd name="connsiteX33296" fmla="*/ 2551367 w 3114960"/>
              <a:gd name="connsiteY33296" fmla="*/ 1997297 h 5143785"/>
              <a:gd name="connsiteX33297" fmla="*/ 2551367 w 3114960"/>
              <a:gd name="connsiteY33297" fmla="*/ 1992059 h 5143785"/>
              <a:gd name="connsiteX33298" fmla="*/ 2573750 w 3114960"/>
              <a:gd name="connsiteY33298" fmla="*/ 1992059 h 5143785"/>
              <a:gd name="connsiteX33299" fmla="*/ 2573750 w 3114960"/>
              <a:gd name="connsiteY33299" fmla="*/ 1997297 h 5143785"/>
              <a:gd name="connsiteX33300" fmla="*/ 2568702 w 3114960"/>
              <a:gd name="connsiteY33300" fmla="*/ 1982248 h 5143785"/>
              <a:gd name="connsiteX33301" fmla="*/ 2573750 w 3114960"/>
              <a:gd name="connsiteY33301" fmla="*/ 1987296 h 5143785"/>
              <a:gd name="connsiteX33302" fmla="*/ 2573750 w 3114960"/>
              <a:gd name="connsiteY33302" fmla="*/ 1987487 h 5143785"/>
              <a:gd name="connsiteX33303" fmla="*/ 2551367 w 3114960"/>
              <a:gd name="connsiteY33303" fmla="*/ 1987487 h 5143785"/>
              <a:gd name="connsiteX33304" fmla="*/ 2551367 w 3114960"/>
              <a:gd name="connsiteY33304" fmla="*/ 1987296 h 5143785"/>
              <a:gd name="connsiteX33305" fmla="*/ 2556415 w 3114960"/>
              <a:gd name="connsiteY33305" fmla="*/ 1982248 h 5143785"/>
              <a:gd name="connsiteX33306" fmla="*/ 2568797 w 3114960"/>
              <a:gd name="connsiteY33306" fmla="*/ 1982248 h 5143785"/>
              <a:gd name="connsiteX33307" fmla="*/ 2647950 w 3114960"/>
              <a:gd name="connsiteY33307" fmla="*/ 1704499 h 5143785"/>
              <a:gd name="connsiteX33308" fmla="*/ 2638330 w 3114960"/>
              <a:gd name="connsiteY33308" fmla="*/ 1694878 h 5143785"/>
              <a:gd name="connsiteX33309" fmla="*/ 2638330 w 3114960"/>
              <a:gd name="connsiteY33309" fmla="*/ 1691545 h 5143785"/>
              <a:gd name="connsiteX33310" fmla="*/ 2647950 w 3114960"/>
              <a:gd name="connsiteY33310" fmla="*/ 1681925 h 5143785"/>
              <a:gd name="connsiteX33311" fmla="*/ 2649569 w 3114960"/>
              <a:gd name="connsiteY33311" fmla="*/ 1681258 h 5143785"/>
              <a:gd name="connsiteX33312" fmla="*/ 2651188 w 3114960"/>
              <a:gd name="connsiteY33312" fmla="*/ 1681925 h 5143785"/>
              <a:gd name="connsiteX33313" fmla="*/ 2660809 w 3114960"/>
              <a:gd name="connsiteY33313" fmla="*/ 1691545 h 5143785"/>
              <a:gd name="connsiteX33314" fmla="*/ 2660809 w 3114960"/>
              <a:gd name="connsiteY33314" fmla="*/ 1694878 h 5143785"/>
              <a:gd name="connsiteX33315" fmla="*/ 2651188 w 3114960"/>
              <a:gd name="connsiteY33315" fmla="*/ 1704499 h 5143785"/>
              <a:gd name="connsiteX33316" fmla="*/ 2647855 w 3114960"/>
              <a:gd name="connsiteY33316" fmla="*/ 1704499 h 5143785"/>
              <a:gd name="connsiteX33317" fmla="*/ 2657761 w 3114960"/>
              <a:gd name="connsiteY33317" fmla="*/ 1806416 h 5143785"/>
              <a:gd name="connsiteX33318" fmla="*/ 2651379 w 3114960"/>
              <a:gd name="connsiteY33318" fmla="*/ 1810512 h 5143785"/>
              <a:gd name="connsiteX33319" fmla="*/ 2643950 w 3114960"/>
              <a:gd name="connsiteY33319" fmla="*/ 1808893 h 5143785"/>
              <a:gd name="connsiteX33320" fmla="*/ 2641473 w 3114960"/>
              <a:gd name="connsiteY33320" fmla="*/ 1795082 h 5143785"/>
              <a:gd name="connsiteX33321" fmla="*/ 2647855 w 3114960"/>
              <a:gd name="connsiteY33321" fmla="*/ 1790986 h 5143785"/>
              <a:gd name="connsiteX33322" fmla="*/ 2649569 w 3114960"/>
              <a:gd name="connsiteY33322" fmla="*/ 1790795 h 5143785"/>
              <a:gd name="connsiteX33323" fmla="*/ 2655189 w 3114960"/>
              <a:gd name="connsiteY33323" fmla="*/ 1792605 h 5143785"/>
              <a:gd name="connsiteX33324" fmla="*/ 2655189 w 3114960"/>
              <a:gd name="connsiteY33324" fmla="*/ 1792605 h 5143785"/>
              <a:gd name="connsiteX33325" fmla="*/ 2659285 w 3114960"/>
              <a:gd name="connsiteY33325" fmla="*/ 1798987 h 5143785"/>
              <a:gd name="connsiteX33326" fmla="*/ 2657666 w 3114960"/>
              <a:gd name="connsiteY33326" fmla="*/ 1806416 h 5143785"/>
              <a:gd name="connsiteX33327" fmla="*/ 823722 w 3114960"/>
              <a:gd name="connsiteY33327" fmla="*/ 3160776 h 5143785"/>
              <a:gd name="connsiteX33328" fmla="*/ 823722 w 3114960"/>
              <a:gd name="connsiteY33328" fmla="*/ 3165538 h 5143785"/>
              <a:gd name="connsiteX33329" fmla="*/ 803148 w 3114960"/>
              <a:gd name="connsiteY33329" fmla="*/ 3165443 h 5143785"/>
              <a:gd name="connsiteX33330" fmla="*/ 803148 w 3114960"/>
              <a:gd name="connsiteY33330" fmla="*/ 3160681 h 5143785"/>
              <a:gd name="connsiteX33331" fmla="*/ 823722 w 3114960"/>
              <a:gd name="connsiteY33331" fmla="*/ 3160776 h 5143785"/>
              <a:gd name="connsiteX33332" fmla="*/ 905732 w 3114960"/>
              <a:gd name="connsiteY33332" fmla="*/ 3161252 h 5143785"/>
              <a:gd name="connsiteX33333" fmla="*/ 905732 w 3114960"/>
              <a:gd name="connsiteY33333" fmla="*/ 3166015 h 5143785"/>
              <a:gd name="connsiteX33334" fmla="*/ 885158 w 3114960"/>
              <a:gd name="connsiteY33334" fmla="*/ 3165920 h 5143785"/>
              <a:gd name="connsiteX33335" fmla="*/ 885158 w 3114960"/>
              <a:gd name="connsiteY33335" fmla="*/ 3161157 h 5143785"/>
              <a:gd name="connsiteX33336" fmla="*/ 905732 w 3114960"/>
              <a:gd name="connsiteY33336" fmla="*/ 3161252 h 5143785"/>
              <a:gd name="connsiteX33337" fmla="*/ 782669 w 3114960"/>
              <a:gd name="connsiteY33337" fmla="*/ 3160586 h 5143785"/>
              <a:gd name="connsiteX33338" fmla="*/ 782669 w 3114960"/>
              <a:gd name="connsiteY33338" fmla="*/ 3165348 h 5143785"/>
              <a:gd name="connsiteX33339" fmla="*/ 762095 w 3114960"/>
              <a:gd name="connsiteY33339" fmla="*/ 3165253 h 5143785"/>
              <a:gd name="connsiteX33340" fmla="*/ 762095 w 3114960"/>
              <a:gd name="connsiteY33340" fmla="*/ 3160490 h 5143785"/>
              <a:gd name="connsiteX33341" fmla="*/ 782669 w 3114960"/>
              <a:gd name="connsiteY33341" fmla="*/ 3160586 h 5143785"/>
              <a:gd name="connsiteX33342" fmla="*/ 2994755 w 3114960"/>
              <a:gd name="connsiteY33342" fmla="*/ 2124456 h 5143785"/>
              <a:gd name="connsiteX33343" fmla="*/ 2994755 w 3114960"/>
              <a:gd name="connsiteY33343" fmla="*/ 2092452 h 5143785"/>
              <a:gd name="connsiteX33344" fmla="*/ 2992374 w 3114960"/>
              <a:gd name="connsiteY33344" fmla="*/ 2090071 h 5143785"/>
              <a:gd name="connsiteX33345" fmla="*/ 2960370 w 3114960"/>
              <a:gd name="connsiteY33345" fmla="*/ 2090071 h 5143785"/>
              <a:gd name="connsiteX33346" fmla="*/ 2957989 w 3114960"/>
              <a:gd name="connsiteY33346" fmla="*/ 2092452 h 5143785"/>
              <a:gd name="connsiteX33347" fmla="*/ 2957989 w 3114960"/>
              <a:gd name="connsiteY33347" fmla="*/ 2124456 h 5143785"/>
              <a:gd name="connsiteX33348" fmla="*/ 2960370 w 3114960"/>
              <a:gd name="connsiteY33348" fmla="*/ 2126837 h 5143785"/>
              <a:gd name="connsiteX33349" fmla="*/ 2973991 w 3114960"/>
              <a:gd name="connsiteY33349" fmla="*/ 2126837 h 5143785"/>
              <a:gd name="connsiteX33350" fmla="*/ 2973991 w 3114960"/>
              <a:gd name="connsiteY33350" fmla="*/ 2281714 h 5143785"/>
              <a:gd name="connsiteX33351" fmla="*/ 2978753 w 3114960"/>
              <a:gd name="connsiteY33351" fmla="*/ 2281714 h 5143785"/>
              <a:gd name="connsiteX33352" fmla="*/ 2978753 w 3114960"/>
              <a:gd name="connsiteY33352" fmla="*/ 2126837 h 5143785"/>
              <a:gd name="connsiteX33353" fmla="*/ 2992374 w 3114960"/>
              <a:gd name="connsiteY33353" fmla="*/ 2126837 h 5143785"/>
              <a:gd name="connsiteX33354" fmla="*/ 2994755 w 3114960"/>
              <a:gd name="connsiteY33354" fmla="*/ 2124456 h 5143785"/>
              <a:gd name="connsiteX33355" fmla="*/ 2989993 w 3114960"/>
              <a:gd name="connsiteY33355" fmla="*/ 2122075 h 5143785"/>
              <a:gd name="connsiteX33356" fmla="*/ 2962751 w 3114960"/>
              <a:gd name="connsiteY33356" fmla="*/ 2122075 h 5143785"/>
              <a:gd name="connsiteX33357" fmla="*/ 2962751 w 3114960"/>
              <a:gd name="connsiteY33357" fmla="*/ 2094833 h 5143785"/>
              <a:gd name="connsiteX33358" fmla="*/ 2989993 w 3114960"/>
              <a:gd name="connsiteY33358" fmla="*/ 2094833 h 5143785"/>
              <a:gd name="connsiteX33359" fmla="*/ 2989993 w 3114960"/>
              <a:gd name="connsiteY33359" fmla="*/ 2122075 h 5143785"/>
              <a:gd name="connsiteX33360" fmla="*/ 741617 w 3114960"/>
              <a:gd name="connsiteY33360" fmla="*/ 3160300 h 5143785"/>
              <a:gd name="connsiteX33361" fmla="*/ 741617 w 3114960"/>
              <a:gd name="connsiteY33361" fmla="*/ 3165062 h 5143785"/>
              <a:gd name="connsiteX33362" fmla="*/ 721043 w 3114960"/>
              <a:gd name="connsiteY33362" fmla="*/ 3164967 h 5143785"/>
              <a:gd name="connsiteX33363" fmla="*/ 721043 w 3114960"/>
              <a:gd name="connsiteY33363" fmla="*/ 3160205 h 5143785"/>
              <a:gd name="connsiteX33364" fmla="*/ 741617 w 3114960"/>
              <a:gd name="connsiteY33364" fmla="*/ 3160300 h 5143785"/>
              <a:gd name="connsiteX33365" fmla="*/ 700564 w 3114960"/>
              <a:gd name="connsiteY33365" fmla="*/ 3160109 h 5143785"/>
              <a:gd name="connsiteX33366" fmla="*/ 700564 w 3114960"/>
              <a:gd name="connsiteY33366" fmla="*/ 3164872 h 5143785"/>
              <a:gd name="connsiteX33367" fmla="*/ 679990 w 3114960"/>
              <a:gd name="connsiteY33367" fmla="*/ 3164777 h 5143785"/>
              <a:gd name="connsiteX33368" fmla="*/ 679990 w 3114960"/>
              <a:gd name="connsiteY33368" fmla="*/ 3160014 h 5143785"/>
              <a:gd name="connsiteX33369" fmla="*/ 700564 w 3114960"/>
              <a:gd name="connsiteY33369" fmla="*/ 3160109 h 5143785"/>
              <a:gd name="connsiteX33370" fmla="*/ 647510 w 3114960"/>
              <a:gd name="connsiteY33370" fmla="*/ 3013329 h 5143785"/>
              <a:gd name="connsiteX33371" fmla="*/ 642080 w 3114960"/>
              <a:gd name="connsiteY33371" fmla="*/ 3006376 h 5143785"/>
              <a:gd name="connsiteX33372" fmla="*/ 633317 w 3114960"/>
              <a:gd name="connsiteY33372" fmla="*/ 3005328 h 5143785"/>
              <a:gd name="connsiteX33373" fmla="*/ 626364 w 3114960"/>
              <a:gd name="connsiteY33373" fmla="*/ 3010757 h 5143785"/>
              <a:gd name="connsiteX33374" fmla="*/ 625316 w 3114960"/>
              <a:gd name="connsiteY33374" fmla="*/ 3019520 h 5143785"/>
              <a:gd name="connsiteX33375" fmla="*/ 633889 w 3114960"/>
              <a:gd name="connsiteY33375" fmla="*/ 3027521 h 5143785"/>
              <a:gd name="connsiteX33376" fmla="*/ 633889 w 3114960"/>
              <a:gd name="connsiteY33376" fmla="*/ 3035046 h 5143785"/>
              <a:gd name="connsiteX33377" fmla="*/ 638651 w 3114960"/>
              <a:gd name="connsiteY33377" fmla="*/ 3035046 h 5143785"/>
              <a:gd name="connsiteX33378" fmla="*/ 638651 w 3114960"/>
              <a:gd name="connsiteY33378" fmla="*/ 3027617 h 5143785"/>
              <a:gd name="connsiteX33379" fmla="*/ 639604 w 3114960"/>
              <a:gd name="connsiteY33379" fmla="*/ 3027521 h 5143785"/>
              <a:gd name="connsiteX33380" fmla="*/ 646557 w 3114960"/>
              <a:gd name="connsiteY33380" fmla="*/ 3022092 h 5143785"/>
              <a:gd name="connsiteX33381" fmla="*/ 647605 w 3114960"/>
              <a:gd name="connsiteY33381" fmla="*/ 3013329 h 5143785"/>
              <a:gd name="connsiteX33382" fmla="*/ 642271 w 3114960"/>
              <a:gd name="connsiteY33382" fmla="*/ 3019806 h 5143785"/>
              <a:gd name="connsiteX33383" fmla="*/ 638175 w 3114960"/>
              <a:gd name="connsiteY33383" fmla="*/ 3023045 h 5143785"/>
              <a:gd name="connsiteX33384" fmla="*/ 629793 w 3114960"/>
              <a:gd name="connsiteY33384" fmla="*/ 3018282 h 5143785"/>
              <a:gd name="connsiteX33385" fmla="*/ 630460 w 3114960"/>
              <a:gd name="connsiteY33385" fmla="*/ 3013138 h 5143785"/>
              <a:gd name="connsiteX33386" fmla="*/ 634556 w 3114960"/>
              <a:gd name="connsiteY33386" fmla="*/ 3009900 h 5143785"/>
              <a:gd name="connsiteX33387" fmla="*/ 642938 w 3114960"/>
              <a:gd name="connsiteY33387" fmla="*/ 3014663 h 5143785"/>
              <a:gd name="connsiteX33388" fmla="*/ 642271 w 3114960"/>
              <a:gd name="connsiteY33388" fmla="*/ 3019806 h 5143785"/>
              <a:gd name="connsiteX33389" fmla="*/ 2915603 w 3114960"/>
              <a:gd name="connsiteY33389" fmla="*/ 2260568 h 5143785"/>
              <a:gd name="connsiteX33390" fmla="*/ 2922746 w 3114960"/>
              <a:gd name="connsiteY33390" fmla="*/ 2260568 h 5143785"/>
              <a:gd name="connsiteX33391" fmla="*/ 2922746 w 3114960"/>
              <a:gd name="connsiteY33391" fmla="*/ 2268950 h 5143785"/>
              <a:gd name="connsiteX33392" fmla="*/ 2915603 w 3114960"/>
              <a:gd name="connsiteY33392" fmla="*/ 2268950 h 5143785"/>
              <a:gd name="connsiteX33393" fmla="*/ 2915603 w 3114960"/>
              <a:gd name="connsiteY33393" fmla="*/ 2260568 h 5143785"/>
              <a:gd name="connsiteX33394" fmla="*/ 3054572 w 3114960"/>
              <a:gd name="connsiteY33394" fmla="*/ 1748695 h 5143785"/>
              <a:gd name="connsiteX33395" fmla="*/ 2975801 w 3114960"/>
              <a:gd name="connsiteY33395" fmla="*/ 1750600 h 5143785"/>
              <a:gd name="connsiteX33396" fmla="*/ 2953703 w 3114960"/>
              <a:gd name="connsiteY33396" fmla="*/ 1726978 h 5143785"/>
              <a:gd name="connsiteX33397" fmla="*/ 2779967 w 3114960"/>
              <a:gd name="connsiteY33397" fmla="*/ 1727168 h 5143785"/>
              <a:gd name="connsiteX33398" fmla="*/ 2768632 w 3114960"/>
              <a:gd name="connsiteY33398" fmla="*/ 1720215 h 5143785"/>
              <a:gd name="connsiteX33399" fmla="*/ 2755773 w 3114960"/>
              <a:gd name="connsiteY33399" fmla="*/ 1733074 h 5143785"/>
              <a:gd name="connsiteX33400" fmla="*/ 2768632 w 3114960"/>
              <a:gd name="connsiteY33400" fmla="*/ 1745932 h 5143785"/>
              <a:gd name="connsiteX33401" fmla="*/ 2779967 w 3114960"/>
              <a:gd name="connsiteY33401" fmla="*/ 1738979 h 5143785"/>
              <a:gd name="connsiteX33402" fmla="*/ 2948559 w 3114960"/>
              <a:gd name="connsiteY33402" fmla="*/ 1738789 h 5143785"/>
              <a:gd name="connsiteX33403" fmla="*/ 2970752 w 3114960"/>
              <a:gd name="connsiteY33403" fmla="*/ 1762601 h 5143785"/>
              <a:gd name="connsiteX33404" fmla="*/ 3049238 w 3114960"/>
              <a:gd name="connsiteY33404" fmla="*/ 1760696 h 5143785"/>
              <a:gd name="connsiteX33405" fmla="*/ 3071146 w 3114960"/>
              <a:gd name="connsiteY33405" fmla="*/ 1786223 h 5143785"/>
              <a:gd name="connsiteX33406" fmla="*/ 3114675 w 3114960"/>
              <a:gd name="connsiteY33406" fmla="*/ 1786223 h 5143785"/>
              <a:gd name="connsiteX33407" fmla="*/ 3114675 w 3114960"/>
              <a:gd name="connsiteY33407" fmla="*/ 1774317 h 5143785"/>
              <a:gd name="connsiteX33408" fmla="*/ 3076575 w 3114960"/>
              <a:gd name="connsiteY33408" fmla="*/ 1774317 h 5143785"/>
              <a:gd name="connsiteX33409" fmla="*/ 3054477 w 3114960"/>
              <a:gd name="connsiteY33409" fmla="*/ 1748600 h 5143785"/>
              <a:gd name="connsiteX33410" fmla="*/ 2775585 w 3114960"/>
              <a:gd name="connsiteY33410" fmla="*/ 1737074 h 5143785"/>
              <a:gd name="connsiteX33411" fmla="*/ 2768632 w 3114960"/>
              <a:gd name="connsiteY33411" fmla="*/ 1741265 h 5143785"/>
              <a:gd name="connsiteX33412" fmla="*/ 2760536 w 3114960"/>
              <a:gd name="connsiteY33412" fmla="*/ 1733169 h 5143785"/>
              <a:gd name="connsiteX33413" fmla="*/ 2768632 w 3114960"/>
              <a:gd name="connsiteY33413" fmla="*/ 1725073 h 5143785"/>
              <a:gd name="connsiteX33414" fmla="*/ 2775585 w 3114960"/>
              <a:gd name="connsiteY33414" fmla="*/ 1729264 h 5143785"/>
              <a:gd name="connsiteX33415" fmla="*/ 2775585 w 3114960"/>
              <a:gd name="connsiteY33415" fmla="*/ 1737265 h 5143785"/>
              <a:gd name="connsiteX33416" fmla="*/ 2922746 w 3114960"/>
              <a:gd name="connsiteY33416" fmla="*/ 2252186 h 5143785"/>
              <a:gd name="connsiteX33417" fmla="*/ 2915603 w 3114960"/>
              <a:gd name="connsiteY33417" fmla="*/ 2252186 h 5143785"/>
              <a:gd name="connsiteX33418" fmla="*/ 2915603 w 3114960"/>
              <a:gd name="connsiteY33418" fmla="*/ 2243804 h 5143785"/>
              <a:gd name="connsiteX33419" fmla="*/ 2922746 w 3114960"/>
              <a:gd name="connsiteY33419" fmla="*/ 2243804 h 5143785"/>
              <a:gd name="connsiteX33420" fmla="*/ 2922746 w 3114960"/>
              <a:gd name="connsiteY33420" fmla="*/ 2252186 h 5143785"/>
              <a:gd name="connsiteX33421" fmla="*/ 2853880 w 3114960"/>
              <a:gd name="connsiteY33421" fmla="*/ 2008632 h 5143785"/>
              <a:gd name="connsiteX33422" fmla="*/ 2841022 w 3114960"/>
              <a:gd name="connsiteY33422" fmla="*/ 2021491 h 5143785"/>
              <a:gd name="connsiteX33423" fmla="*/ 2853880 w 3114960"/>
              <a:gd name="connsiteY33423" fmla="*/ 2034350 h 5143785"/>
              <a:gd name="connsiteX33424" fmla="*/ 2866549 w 3114960"/>
              <a:gd name="connsiteY33424" fmla="*/ 2023872 h 5143785"/>
              <a:gd name="connsiteX33425" fmla="*/ 3003518 w 3114960"/>
              <a:gd name="connsiteY33425" fmla="*/ 2023872 h 5143785"/>
              <a:gd name="connsiteX33426" fmla="*/ 3035808 w 3114960"/>
              <a:gd name="connsiteY33426" fmla="*/ 1997393 h 5143785"/>
              <a:gd name="connsiteX33427" fmla="*/ 3114770 w 3114960"/>
              <a:gd name="connsiteY33427" fmla="*/ 1997107 h 5143785"/>
              <a:gd name="connsiteX33428" fmla="*/ 3114770 w 3114960"/>
              <a:gd name="connsiteY33428" fmla="*/ 1992344 h 5143785"/>
              <a:gd name="connsiteX33429" fmla="*/ 3034094 w 3114960"/>
              <a:gd name="connsiteY33429" fmla="*/ 1992725 h 5143785"/>
              <a:gd name="connsiteX33430" fmla="*/ 3001804 w 3114960"/>
              <a:gd name="connsiteY33430" fmla="*/ 2019205 h 5143785"/>
              <a:gd name="connsiteX33431" fmla="*/ 2866549 w 3114960"/>
              <a:gd name="connsiteY33431" fmla="*/ 2019205 h 5143785"/>
              <a:gd name="connsiteX33432" fmla="*/ 2853880 w 3114960"/>
              <a:gd name="connsiteY33432" fmla="*/ 2008727 h 5143785"/>
              <a:gd name="connsiteX33433" fmla="*/ 2853880 w 3114960"/>
              <a:gd name="connsiteY33433" fmla="*/ 2029682 h 5143785"/>
              <a:gd name="connsiteX33434" fmla="*/ 2845784 w 3114960"/>
              <a:gd name="connsiteY33434" fmla="*/ 2021586 h 5143785"/>
              <a:gd name="connsiteX33435" fmla="*/ 2853880 w 3114960"/>
              <a:gd name="connsiteY33435" fmla="*/ 2013490 h 5143785"/>
              <a:gd name="connsiteX33436" fmla="*/ 2861977 w 3114960"/>
              <a:gd name="connsiteY33436" fmla="*/ 2021586 h 5143785"/>
              <a:gd name="connsiteX33437" fmla="*/ 2853880 w 3114960"/>
              <a:gd name="connsiteY33437" fmla="*/ 2029682 h 5143785"/>
              <a:gd name="connsiteX33438" fmla="*/ 2915603 w 3114960"/>
              <a:gd name="connsiteY33438" fmla="*/ 2277428 h 5143785"/>
              <a:gd name="connsiteX33439" fmla="*/ 2922746 w 3114960"/>
              <a:gd name="connsiteY33439" fmla="*/ 2277428 h 5143785"/>
              <a:gd name="connsiteX33440" fmla="*/ 2922746 w 3114960"/>
              <a:gd name="connsiteY33440" fmla="*/ 2285810 h 5143785"/>
              <a:gd name="connsiteX33441" fmla="*/ 2915603 w 3114960"/>
              <a:gd name="connsiteY33441" fmla="*/ 2285810 h 5143785"/>
              <a:gd name="connsiteX33442" fmla="*/ 2915603 w 3114960"/>
              <a:gd name="connsiteY33442" fmla="*/ 2277428 h 5143785"/>
              <a:gd name="connsiteX33443" fmla="*/ 2915603 w 3114960"/>
              <a:gd name="connsiteY33443" fmla="*/ 2311146 h 5143785"/>
              <a:gd name="connsiteX33444" fmla="*/ 2922746 w 3114960"/>
              <a:gd name="connsiteY33444" fmla="*/ 2311146 h 5143785"/>
              <a:gd name="connsiteX33445" fmla="*/ 2922746 w 3114960"/>
              <a:gd name="connsiteY33445" fmla="*/ 2319528 h 5143785"/>
              <a:gd name="connsiteX33446" fmla="*/ 2915603 w 3114960"/>
              <a:gd name="connsiteY33446" fmla="*/ 2319528 h 5143785"/>
              <a:gd name="connsiteX33447" fmla="*/ 2915603 w 3114960"/>
              <a:gd name="connsiteY33447" fmla="*/ 2311146 h 5143785"/>
              <a:gd name="connsiteX33448" fmla="*/ 2915603 w 3114960"/>
              <a:gd name="connsiteY33448" fmla="*/ 2294287 h 5143785"/>
              <a:gd name="connsiteX33449" fmla="*/ 2922746 w 3114960"/>
              <a:gd name="connsiteY33449" fmla="*/ 2294287 h 5143785"/>
              <a:gd name="connsiteX33450" fmla="*/ 2922746 w 3114960"/>
              <a:gd name="connsiteY33450" fmla="*/ 2302669 h 5143785"/>
              <a:gd name="connsiteX33451" fmla="*/ 2915603 w 3114960"/>
              <a:gd name="connsiteY33451" fmla="*/ 2302669 h 5143785"/>
              <a:gd name="connsiteX33452" fmla="*/ 2915603 w 3114960"/>
              <a:gd name="connsiteY33452" fmla="*/ 2294287 h 5143785"/>
              <a:gd name="connsiteX33453" fmla="*/ 2174081 w 3114960"/>
              <a:gd name="connsiteY33453" fmla="*/ 3034570 h 5143785"/>
              <a:gd name="connsiteX33454" fmla="*/ 2169319 w 3114960"/>
              <a:gd name="connsiteY33454" fmla="*/ 3034570 h 5143785"/>
              <a:gd name="connsiteX33455" fmla="*/ 2169319 w 3114960"/>
              <a:gd name="connsiteY33455" fmla="*/ 3015520 h 5143785"/>
              <a:gd name="connsiteX33456" fmla="*/ 2174081 w 3114960"/>
              <a:gd name="connsiteY33456" fmla="*/ 3015520 h 5143785"/>
              <a:gd name="connsiteX33457" fmla="*/ 2174081 w 3114960"/>
              <a:gd name="connsiteY33457" fmla="*/ 3034570 h 5143785"/>
              <a:gd name="connsiteX33458" fmla="*/ 2915603 w 3114960"/>
              <a:gd name="connsiteY33458" fmla="*/ 2328005 h 5143785"/>
              <a:gd name="connsiteX33459" fmla="*/ 2922746 w 3114960"/>
              <a:gd name="connsiteY33459" fmla="*/ 2328005 h 5143785"/>
              <a:gd name="connsiteX33460" fmla="*/ 2922746 w 3114960"/>
              <a:gd name="connsiteY33460" fmla="*/ 2332768 h 5143785"/>
              <a:gd name="connsiteX33461" fmla="*/ 2915603 w 3114960"/>
              <a:gd name="connsiteY33461" fmla="*/ 2332768 h 5143785"/>
              <a:gd name="connsiteX33462" fmla="*/ 2915603 w 3114960"/>
              <a:gd name="connsiteY33462" fmla="*/ 2328005 h 5143785"/>
              <a:gd name="connsiteX33463" fmla="*/ 2740819 w 3114960"/>
              <a:gd name="connsiteY33463" fmla="*/ 1758887 h 5143785"/>
              <a:gd name="connsiteX33464" fmla="*/ 2726246 w 3114960"/>
              <a:gd name="connsiteY33464" fmla="*/ 1773460 h 5143785"/>
              <a:gd name="connsiteX33465" fmla="*/ 2740819 w 3114960"/>
              <a:gd name="connsiteY33465" fmla="*/ 1788033 h 5143785"/>
              <a:gd name="connsiteX33466" fmla="*/ 2755106 w 3114960"/>
              <a:gd name="connsiteY33466" fmla="*/ 1776413 h 5143785"/>
              <a:gd name="connsiteX33467" fmla="*/ 2840355 w 3114960"/>
              <a:gd name="connsiteY33467" fmla="*/ 1776413 h 5143785"/>
              <a:gd name="connsiteX33468" fmla="*/ 2858548 w 3114960"/>
              <a:gd name="connsiteY33468" fmla="*/ 1798796 h 5143785"/>
              <a:gd name="connsiteX33469" fmla="*/ 3014377 w 3114960"/>
              <a:gd name="connsiteY33469" fmla="*/ 1798796 h 5143785"/>
              <a:gd name="connsiteX33470" fmla="*/ 3028664 w 3114960"/>
              <a:gd name="connsiteY33470" fmla="*/ 1810893 h 5143785"/>
              <a:gd name="connsiteX33471" fmla="*/ 3043238 w 3114960"/>
              <a:gd name="connsiteY33471" fmla="*/ 1796320 h 5143785"/>
              <a:gd name="connsiteX33472" fmla="*/ 3028664 w 3114960"/>
              <a:gd name="connsiteY33472" fmla="*/ 1781747 h 5143785"/>
              <a:gd name="connsiteX33473" fmla="*/ 3014282 w 3114960"/>
              <a:gd name="connsiteY33473" fmla="*/ 1794034 h 5143785"/>
              <a:gd name="connsiteX33474" fmla="*/ 2860738 w 3114960"/>
              <a:gd name="connsiteY33474" fmla="*/ 1794034 h 5143785"/>
              <a:gd name="connsiteX33475" fmla="*/ 2842546 w 3114960"/>
              <a:gd name="connsiteY33475" fmla="*/ 1771650 h 5143785"/>
              <a:gd name="connsiteX33476" fmla="*/ 2755106 w 3114960"/>
              <a:gd name="connsiteY33476" fmla="*/ 1771650 h 5143785"/>
              <a:gd name="connsiteX33477" fmla="*/ 2740724 w 3114960"/>
              <a:gd name="connsiteY33477" fmla="*/ 1758887 h 5143785"/>
              <a:gd name="connsiteX33478" fmla="*/ 2740819 w 3114960"/>
              <a:gd name="connsiteY33478" fmla="*/ 1783271 h 5143785"/>
              <a:gd name="connsiteX33479" fmla="*/ 2731008 w 3114960"/>
              <a:gd name="connsiteY33479" fmla="*/ 1773460 h 5143785"/>
              <a:gd name="connsiteX33480" fmla="*/ 2740819 w 3114960"/>
              <a:gd name="connsiteY33480" fmla="*/ 1763649 h 5143785"/>
              <a:gd name="connsiteX33481" fmla="*/ 2750630 w 3114960"/>
              <a:gd name="connsiteY33481" fmla="*/ 1773460 h 5143785"/>
              <a:gd name="connsiteX33482" fmla="*/ 2740819 w 3114960"/>
              <a:gd name="connsiteY33482" fmla="*/ 1783271 h 5143785"/>
              <a:gd name="connsiteX33483" fmla="*/ 3028664 w 3114960"/>
              <a:gd name="connsiteY33483" fmla="*/ 1786414 h 5143785"/>
              <a:gd name="connsiteX33484" fmla="*/ 3038475 w 3114960"/>
              <a:gd name="connsiteY33484" fmla="*/ 1796225 h 5143785"/>
              <a:gd name="connsiteX33485" fmla="*/ 3028664 w 3114960"/>
              <a:gd name="connsiteY33485" fmla="*/ 1806035 h 5143785"/>
              <a:gd name="connsiteX33486" fmla="*/ 3018854 w 3114960"/>
              <a:gd name="connsiteY33486" fmla="*/ 1796225 h 5143785"/>
              <a:gd name="connsiteX33487" fmla="*/ 3028664 w 3114960"/>
              <a:gd name="connsiteY33487" fmla="*/ 1786414 h 5143785"/>
              <a:gd name="connsiteX33488" fmla="*/ 2993708 w 3114960"/>
              <a:gd name="connsiteY33488" fmla="*/ 1985010 h 5143785"/>
              <a:gd name="connsiteX33489" fmla="*/ 2902077 w 3114960"/>
              <a:gd name="connsiteY33489" fmla="*/ 1985010 h 5143785"/>
              <a:gd name="connsiteX33490" fmla="*/ 2889409 w 3114960"/>
              <a:gd name="connsiteY33490" fmla="*/ 1974532 h 5143785"/>
              <a:gd name="connsiteX33491" fmla="*/ 2876550 w 3114960"/>
              <a:gd name="connsiteY33491" fmla="*/ 1987391 h 5143785"/>
              <a:gd name="connsiteX33492" fmla="*/ 2889409 w 3114960"/>
              <a:gd name="connsiteY33492" fmla="*/ 2000250 h 5143785"/>
              <a:gd name="connsiteX33493" fmla="*/ 2902077 w 3114960"/>
              <a:gd name="connsiteY33493" fmla="*/ 1989773 h 5143785"/>
              <a:gd name="connsiteX33494" fmla="*/ 2995422 w 3114960"/>
              <a:gd name="connsiteY33494" fmla="*/ 1989773 h 5143785"/>
              <a:gd name="connsiteX33495" fmla="*/ 3027712 w 3114960"/>
              <a:gd name="connsiteY33495" fmla="*/ 1963293 h 5143785"/>
              <a:gd name="connsiteX33496" fmla="*/ 3114770 w 3114960"/>
              <a:gd name="connsiteY33496" fmla="*/ 1964055 h 5143785"/>
              <a:gd name="connsiteX33497" fmla="*/ 3114770 w 3114960"/>
              <a:gd name="connsiteY33497" fmla="*/ 1959293 h 5143785"/>
              <a:gd name="connsiteX33498" fmla="*/ 3025997 w 3114960"/>
              <a:gd name="connsiteY33498" fmla="*/ 1958531 h 5143785"/>
              <a:gd name="connsiteX33499" fmla="*/ 2993708 w 3114960"/>
              <a:gd name="connsiteY33499" fmla="*/ 1985010 h 5143785"/>
              <a:gd name="connsiteX33500" fmla="*/ 2889409 w 3114960"/>
              <a:gd name="connsiteY33500" fmla="*/ 1995488 h 5143785"/>
              <a:gd name="connsiteX33501" fmla="*/ 2881313 w 3114960"/>
              <a:gd name="connsiteY33501" fmla="*/ 1987391 h 5143785"/>
              <a:gd name="connsiteX33502" fmla="*/ 2889409 w 3114960"/>
              <a:gd name="connsiteY33502" fmla="*/ 1979295 h 5143785"/>
              <a:gd name="connsiteX33503" fmla="*/ 2897505 w 3114960"/>
              <a:gd name="connsiteY33503" fmla="*/ 1987391 h 5143785"/>
              <a:gd name="connsiteX33504" fmla="*/ 2889409 w 3114960"/>
              <a:gd name="connsiteY33504" fmla="*/ 1995488 h 5143785"/>
              <a:gd name="connsiteX33505" fmla="*/ 1606582 w 3114960"/>
              <a:gd name="connsiteY33505" fmla="*/ 2859500 h 5143785"/>
              <a:gd name="connsiteX33506" fmla="*/ 1622679 w 3114960"/>
              <a:gd name="connsiteY33506" fmla="*/ 2873788 h 5143785"/>
              <a:gd name="connsiteX33507" fmla="*/ 1719263 w 3114960"/>
              <a:gd name="connsiteY33507" fmla="*/ 2874074 h 5143785"/>
              <a:gd name="connsiteX33508" fmla="*/ 1719263 w 3114960"/>
              <a:gd name="connsiteY33508" fmla="*/ 2878550 h 5143785"/>
              <a:gd name="connsiteX33509" fmla="*/ 1726406 w 3114960"/>
              <a:gd name="connsiteY33509" fmla="*/ 2885599 h 5143785"/>
              <a:gd name="connsiteX33510" fmla="*/ 1739932 w 3114960"/>
              <a:gd name="connsiteY33510" fmla="*/ 2885599 h 5143785"/>
              <a:gd name="connsiteX33511" fmla="*/ 1746980 w 3114960"/>
              <a:gd name="connsiteY33511" fmla="*/ 2878455 h 5143785"/>
              <a:gd name="connsiteX33512" fmla="*/ 1746980 w 3114960"/>
              <a:gd name="connsiteY33512" fmla="*/ 2864930 h 5143785"/>
              <a:gd name="connsiteX33513" fmla="*/ 1739837 w 3114960"/>
              <a:gd name="connsiteY33513" fmla="*/ 2857881 h 5143785"/>
              <a:gd name="connsiteX33514" fmla="*/ 1726311 w 3114960"/>
              <a:gd name="connsiteY33514" fmla="*/ 2857881 h 5143785"/>
              <a:gd name="connsiteX33515" fmla="*/ 1719263 w 3114960"/>
              <a:gd name="connsiteY33515" fmla="*/ 2865120 h 5143785"/>
              <a:gd name="connsiteX33516" fmla="*/ 1719263 w 3114960"/>
              <a:gd name="connsiteY33516" fmla="*/ 2869406 h 5143785"/>
              <a:gd name="connsiteX33517" fmla="*/ 1624489 w 3114960"/>
              <a:gd name="connsiteY33517" fmla="*/ 2869121 h 5143785"/>
              <a:gd name="connsiteX33518" fmla="*/ 1608392 w 3114960"/>
              <a:gd name="connsiteY33518" fmla="*/ 2854833 h 5143785"/>
              <a:gd name="connsiteX33519" fmla="*/ 1580388 w 3114960"/>
              <a:gd name="connsiteY33519" fmla="*/ 2854833 h 5143785"/>
              <a:gd name="connsiteX33520" fmla="*/ 1571149 w 3114960"/>
              <a:gd name="connsiteY33520" fmla="*/ 2847404 h 5143785"/>
              <a:gd name="connsiteX33521" fmla="*/ 1561338 w 3114960"/>
              <a:gd name="connsiteY33521" fmla="*/ 2857214 h 5143785"/>
              <a:gd name="connsiteX33522" fmla="*/ 1571149 w 3114960"/>
              <a:gd name="connsiteY33522" fmla="*/ 2867025 h 5143785"/>
              <a:gd name="connsiteX33523" fmla="*/ 1580388 w 3114960"/>
              <a:gd name="connsiteY33523" fmla="*/ 2859596 h 5143785"/>
              <a:gd name="connsiteX33524" fmla="*/ 1606582 w 3114960"/>
              <a:gd name="connsiteY33524" fmla="*/ 2859596 h 5143785"/>
              <a:gd name="connsiteX33525" fmla="*/ 1726406 w 3114960"/>
              <a:gd name="connsiteY33525" fmla="*/ 2862644 h 5143785"/>
              <a:gd name="connsiteX33526" fmla="*/ 1739932 w 3114960"/>
              <a:gd name="connsiteY33526" fmla="*/ 2862644 h 5143785"/>
              <a:gd name="connsiteX33527" fmla="*/ 1742313 w 3114960"/>
              <a:gd name="connsiteY33527" fmla="*/ 2864930 h 5143785"/>
              <a:gd name="connsiteX33528" fmla="*/ 1742313 w 3114960"/>
              <a:gd name="connsiteY33528" fmla="*/ 2878455 h 5143785"/>
              <a:gd name="connsiteX33529" fmla="*/ 1740027 w 3114960"/>
              <a:gd name="connsiteY33529" fmla="*/ 2880836 h 5143785"/>
              <a:gd name="connsiteX33530" fmla="*/ 1726502 w 3114960"/>
              <a:gd name="connsiteY33530" fmla="*/ 2880836 h 5143785"/>
              <a:gd name="connsiteX33531" fmla="*/ 1724120 w 3114960"/>
              <a:gd name="connsiteY33531" fmla="*/ 2878550 h 5143785"/>
              <a:gd name="connsiteX33532" fmla="*/ 1724120 w 3114960"/>
              <a:gd name="connsiteY33532" fmla="*/ 2865025 h 5143785"/>
              <a:gd name="connsiteX33533" fmla="*/ 1726406 w 3114960"/>
              <a:gd name="connsiteY33533" fmla="*/ 2862644 h 5143785"/>
              <a:gd name="connsiteX33534" fmla="*/ 1571149 w 3114960"/>
              <a:gd name="connsiteY33534" fmla="*/ 2862072 h 5143785"/>
              <a:gd name="connsiteX33535" fmla="*/ 1566101 w 3114960"/>
              <a:gd name="connsiteY33535" fmla="*/ 2857024 h 5143785"/>
              <a:gd name="connsiteX33536" fmla="*/ 1571149 w 3114960"/>
              <a:gd name="connsiteY33536" fmla="*/ 2851976 h 5143785"/>
              <a:gd name="connsiteX33537" fmla="*/ 1576102 w 3114960"/>
              <a:gd name="connsiteY33537" fmla="*/ 2857024 h 5143785"/>
              <a:gd name="connsiteX33538" fmla="*/ 1571149 w 3114960"/>
              <a:gd name="connsiteY33538" fmla="*/ 2862072 h 5143785"/>
              <a:gd name="connsiteX33539" fmla="*/ 2993517 w 3114960"/>
              <a:gd name="connsiteY33539" fmla="*/ 1884331 h 5143785"/>
              <a:gd name="connsiteX33540" fmla="*/ 2796350 w 3114960"/>
              <a:gd name="connsiteY33540" fmla="*/ 1883188 h 5143785"/>
              <a:gd name="connsiteX33541" fmla="*/ 2781395 w 3114960"/>
              <a:gd name="connsiteY33541" fmla="*/ 1868043 h 5143785"/>
              <a:gd name="connsiteX33542" fmla="*/ 2775395 w 3114960"/>
              <a:gd name="connsiteY33542" fmla="*/ 1869853 h 5143785"/>
              <a:gd name="connsiteX33543" fmla="*/ 2763203 w 3114960"/>
              <a:gd name="connsiteY33543" fmla="*/ 1857661 h 5143785"/>
              <a:gd name="connsiteX33544" fmla="*/ 2775395 w 3114960"/>
              <a:gd name="connsiteY33544" fmla="*/ 1845469 h 5143785"/>
              <a:gd name="connsiteX33545" fmla="*/ 2787587 w 3114960"/>
              <a:gd name="connsiteY33545" fmla="*/ 1857661 h 5143785"/>
              <a:gd name="connsiteX33546" fmla="*/ 2785015 w 3114960"/>
              <a:gd name="connsiteY33546" fmla="*/ 1864805 h 5143785"/>
              <a:gd name="connsiteX33547" fmla="*/ 2798445 w 3114960"/>
              <a:gd name="connsiteY33547" fmla="*/ 1878330 h 5143785"/>
              <a:gd name="connsiteX33548" fmla="*/ 2995708 w 3114960"/>
              <a:gd name="connsiteY33548" fmla="*/ 1879473 h 5143785"/>
              <a:gd name="connsiteX33549" fmla="*/ 3007614 w 3114960"/>
              <a:gd name="connsiteY33549" fmla="*/ 1892332 h 5143785"/>
              <a:gd name="connsiteX33550" fmla="*/ 3090577 w 3114960"/>
              <a:gd name="connsiteY33550" fmla="*/ 1892332 h 5143785"/>
              <a:gd name="connsiteX33551" fmla="*/ 3114866 w 3114960"/>
              <a:gd name="connsiteY33551" fmla="*/ 1864805 h 5143785"/>
              <a:gd name="connsiteX33552" fmla="*/ 3114866 w 3114960"/>
              <a:gd name="connsiteY33552" fmla="*/ 1872044 h 5143785"/>
              <a:gd name="connsiteX33553" fmla="*/ 3092672 w 3114960"/>
              <a:gd name="connsiteY33553" fmla="*/ 1897094 h 5143785"/>
              <a:gd name="connsiteX33554" fmla="*/ 3005519 w 3114960"/>
              <a:gd name="connsiteY33554" fmla="*/ 1897094 h 5143785"/>
              <a:gd name="connsiteX33555" fmla="*/ 2993612 w 3114960"/>
              <a:gd name="connsiteY33555" fmla="*/ 1884140 h 5143785"/>
              <a:gd name="connsiteX33556" fmla="*/ 2317052 w 3114960"/>
              <a:gd name="connsiteY33556" fmla="*/ 2831211 h 5143785"/>
              <a:gd name="connsiteX33557" fmla="*/ 2320671 w 3114960"/>
              <a:gd name="connsiteY33557" fmla="*/ 2831973 h 5143785"/>
              <a:gd name="connsiteX33558" fmla="*/ 2331911 w 3114960"/>
              <a:gd name="connsiteY33558" fmla="*/ 2820734 h 5143785"/>
              <a:gd name="connsiteX33559" fmla="*/ 2320671 w 3114960"/>
              <a:gd name="connsiteY33559" fmla="*/ 2809494 h 5143785"/>
              <a:gd name="connsiteX33560" fmla="*/ 2309432 w 3114960"/>
              <a:gd name="connsiteY33560" fmla="*/ 2820734 h 5143785"/>
              <a:gd name="connsiteX33561" fmla="*/ 2313051 w 3114960"/>
              <a:gd name="connsiteY33561" fmla="*/ 2828925 h 5143785"/>
              <a:gd name="connsiteX33562" fmla="*/ 2201513 w 3114960"/>
              <a:gd name="connsiteY33562" fmla="*/ 2952655 h 5143785"/>
              <a:gd name="connsiteX33563" fmla="*/ 2200942 w 3114960"/>
              <a:gd name="connsiteY33563" fmla="*/ 2953322 h 5143785"/>
              <a:gd name="connsiteX33564" fmla="*/ 2200466 w 3114960"/>
              <a:gd name="connsiteY33564" fmla="*/ 3099721 h 5143785"/>
              <a:gd name="connsiteX33565" fmla="*/ 2205228 w 3114960"/>
              <a:gd name="connsiteY33565" fmla="*/ 3099721 h 5143785"/>
              <a:gd name="connsiteX33566" fmla="*/ 2205704 w 3114960"/>
              <a:gd name="connsiteY33566" fmla="*/ 2955131 h 5143785"/>
              <a:gd name="connsiteX33567" fmla="*/ 2317242 w 3114960"/>
              <a:gd name="connsiteY33567" fmla="*/ 2831306 h 5143785"/>
              <a:gd name="connsiteX33568" fmla="*/ 2317052 w 3114960"/>
              <a:gd name="connsiteY33568" fmla="*/ 2831116 h 5143785"/>
              <a:gd name="connsiteX33569" fmla="*/ 2314099 w 3114960"/>
              <a:gd name="connsiteY33569" fmla="*/ 2820638 h 5143785"/>
              <a:gd name="connsiteX33570" fmla="*/ 2320576 w 3114960"/>
              <a:gd name="connsiteY33570" fmla="*/ 2814161 h 5143785"/>
              <a:gd name="connsiteX33571" fmla="*/ 2327053 w 3114960"/>
              <a:gd name="connsiteY33571" fmla="*/ 2820638 h 5143785"/>
              <a:gd name="connsiteX33572" fmla="*/ 2320576 w 3114960"/>
              <a:gd name="connsiteY33572" fmla="*/ 2827115 h 5143785"/>
              <a:gd name="connsiteX33573" fmla="*/ 2314099 w 3114960"/>
              <a:gd name="connsiteY33573" fmla="*/ 2820638 h 5143785"/>
              <a:gd name="connsiteX33574" fmla="*/ 2880455 w 3114960"/>
              <a:gd name="connsiteY33574" fmla="*/ 2124456 h 5143785"/>
              <a:gd name="connsiteX33575" fmla="*/ 2880455 w 3114960"/>
              <a:gd name="connsiteY33575" fmla="*/ 2092452 h 5143785"/>
              <a:gd name="connsiteX33576" fmla="*/ 2878074 w 3114960"/>
              <a:gd name="connsiteY33576" fmla="*/ 2090071 h 5143785"/>
              <a:gd name="connsiteX33577" fmla="*/ 2846070 w 3114960"/>
              <a:gd name="connsiteY33577" fmla="*/ 2090071 h 5143785"/>
              <a:gd name="connsiteX33578" fmla="*/ 2843689 w 3114960"/>
              <a:gd name="connsiteY33578" fmla="*/ 2092452 h 5143785"/>
              <a:gd name="connsiteX33579" fmla="*/ 2843689 w 3114960"/>
              <a:gd name="connsiteY33579" fmla="*/ 2124456 h 5143785"/>
              <a:gd name="connsiteX33580" fmla="*/ 2846070 w 3114960"/>
              <a:gd name="connsiteY33580" fmla="*/ 2126837 h 5143785"/>
              <a:gd name="connsiteX33581" fmla="*/ 2859691 w 3114960"/>
              <a:gd name="connsiteY33581" fmla="*/ 2126837 h 5143785"/>
              <a:gd name="connsiteX33582" fmla="*/ 2859691 w 3114960"/>
              <a:gd name="connsiteY33582" fmla="*/ 2281714 h 5143785"/>
              <a:gd name="connsiteX33583" fmla="*/ 2864453 w 3114960"/>
              <a:gd name="connsiteY33583" fmla="*/ 2281714 h 5143785"/>
              <a:gd name="connsiteX33584" fmla="*/ 2864453 w 3114960"/>
              <a:gd name="connsiteY33584" fmla="*/ 2126837 h 5143785"/>
              <a:gd name="connsiteX33585" fmla="*/ 2878074 w 3114960"/>
              <a:gd name="connsiteY33585" fmla="*/ 2126837 h 5143785"/>
              <a:gd name="connsiteX33586" fmla="*/ 2880455 w 3114960"/>
              <a:gd name="connsiteY33586" fmla="*/ 2124456 h 5143785"/>
              <a:gd name="connsiteX33587" fmla="*/ 2875693 w 3114960"/>
              <a:gd name="connsiteY33587" fmla="*/ 2122075 h 5143785"/>
              <a:gd name="connsiteX33588" fmla="*/ 2848451 w 3114960"/>
              <a:gd name="connsiteY33588" fmla="*/ 2122075 h 5143785"/>
              <a:gd name="connsiteX33589" fmla="*/ 2848451 w 3114960"/>
              <a:gd name="connsiteY33589" fmla="*/ 2094833 h 5143785"/>
              <a:gd name="connsiteX33590" fmla="*/ 2875693 w 3114960"/>
              <a:gd name="connsiteY33590" fmla="*/ 2094833 h 5143785"/>
              <a:gd name="connsiteX33591" fmla="*/ 2875693 w 3114960"/>
              <a:gd name="connsiteY33591" fmla="*/ 2122075 h 5143785"/>
              <a:gd name="connsiteX33592" fmla="*/ 2986373 w 3114960"/>
              <a:gd name="connsiteY33592" fmla="*/ 2367915 h 5143785"/>
              <a:gd name="connsiteX33593" fmla="*/ 2966276 w 3114960"/>
              <a:gd name="connsiteY33593" fmla="*/ 2367915 h 5143785"/>
              <a:gd name="connsiteX33594" fmla="*/ 2960275 w 3114960"/>
              <a:gd name="connsiteY33594" fmla="*/ 2361914 h 5143785"/>
              <a:gd name="connsiteX33595" fmla="*/ 2960275 w 3114960"/>
              <a:gd name="connsiteY33595" fmla="*/ 2341817 h 5143785"/>
              <a:gd name="connsiteX33596" fmla="*/ 2966276 w 3114960"/>
              <a:gd name="connsiteY33596" fmla="*/ 2335816 h 5143785"/>
              <a:gd name="connsiteX33597" fmla="*/ 2972753 w 3114960"/>
              <a:gd name="connsiteY33597" fmla="*/ 2335816 h 5143785"/>
              <a:gd name="connsiteX33598" fmla="*/ 2972753 w 3114960"/>
              <a:gd name="connsiteY33598" fmla="*/ 2329815 h 5143785"/>
              <a:gd name="connsiteX33599" fmla="*/ 2979896 w 3114960"/>
              <a:gd name="connsiteY33599" fmla="*/ 2329815 h 5143785"/>
              <a:gd name="connsiteX33600" fmla="*/ 2979896 w 3114960"/>
              <a:gd name="connsiteY33600" fmla="*/ 2335816 h 5143785"/>
              <a:gd name="connsiteX33601" fmla="*/ 2986373 w 3114960"/>
              <a:gd name="connsiteY33601" fmla="*/ 2335816 h 5143785"/>
              <a:gd name="connsiteX33602" fmla="*/ 2992374 w 3114960"/>
              <a:gd name="connsiteY33602" fmla="*/ 2341817 h 5143785"/>
              <a:gd name="connsiteX33603" fmla="*/ 2992374 w 3114960"/>
              <a:gd name="connsiteY33603" fmla="*/ 2361914 h 5143785"/>
              <a:gd name="connsiteX33604" fmla="*/ 2986373 w 3114960"/>
              <a:gd name="connsiteY33604" fmla="*/ 2367915 h 5143785"/>
              <a:gd name="connsiteX33605" fmla="*/ 633698 w 3114960"/>
              <a:gd name="connsiteY33605" fmla="*/ 3059811 h 5143785"/>
              <a:gd name="connsiteX33606" fmla="*/ 638461 w 3114960"/>
              <a:gd name="connsiteY33606" fmla="*/ 3059811 h 5143785"/>
              <a:gd name="connsiteX33607" fmla="*/ 638461 w 3114960"/>
              <a:gd name="connsiteY33607" fmla="*/ 3068288 h 5143785"/>
              <a:gd name="connsiteX33608" fmla="*/ 644843 w 3114960"/>
              <a:gd name="connsiteY33608" fmla="*/ 3073813 h 5143785"/>
              <a:gd name="connsiteX33609" fmla="*/ 641699 w 3114960"/>
              <a:gd name="connsiteY33609" fmla="*/ 3077432 h 5143785"/>
              <a:gd name="connsiteX33610" fmla="*/ 633698 w 3114960"/>
              <a:gd name="connsiteY33610" fmla="*/ 3070479 h 5143785"/>
              <a:gd name="connsiteX33611" fmla="*/ 633698 w 3114960"/>
              <a:gd name="connsiteY33611" fmla="*/ 3059906 h 5143785"/>
              <a:gd name="connsiteX33612" fmla="*/ 2909126 w 3114960"/>
              <a:gd name="connsiteY33612" fmla="*/ 2335911 h 5143785"/>
              <a:gd name="connsiteX33613" fmla="*/ 2929223 w 3114960"/>
              <a:gd name="connsiteY33613" fmla="*/ 2335911 h 5143785"/>
              <a:gd name="connsiteX33614" fmla="*/ 2935224 w 3114960"/>
              <a:gd name="connsiteY33614" fmla="*/ 2341912 h 5143785"/>
              <a:gd name="connsiteX33615" fmla="*/ 2935224 w 3114960"/>
              <a:gd name="connsiteY33615" fmla="*/ 2362010 h 5143785"/>
              <a:gd name="connsiteX33616" fmla="*/ 2929223 w 3114960"/>
              <a:gd name="connsiteY33616" fmla="*/ 2368010 h 5143785"/>
              <a:gd name="connsiteX33617" fmla="*/ 2909126 w 3114960"/>
              <a:gd name="connsiteY33617" fmla="*/ 2368010 h 5143785"/>
              <a:gd name="connsiteX33618" fmla="*/ 2903125 w 3114960"/>
              <a:gd name="connsiteY33618" fmla="*/ 2362010 h 5143785"/>
              <a:gd name="connsiteX33619" fmla="*/ 2903125 w 3114960"/>
              <a:gd name="connsiteY33619" fmla="*/ 2341912 h 5143785"/>
              <a:gd name="connsiteX33620" fmla="*/ 2909126 w 3114960"/>
              <a:gd name="connsiteY33620" fmla="*/ 2335911 h 5143785"/>
              <a:gd name="connsiteX33621" fmla="*/ 638461 w 3114960"/>
              <a:gd name="connsiteY33621" fmla="*/ 3051620 h 5143785"/>
              <a:gd name="connsiteX33622" fmla="*/ 633698 w 3114960"/>
              <a:gd name="connsiteY33622" fmla="*/ 3051620 h 5143785"/>
              <a:gd name="connsiteX33623" fmla="*/ 633698 w 3114960"/>
              <a:gd name="connsiteY33623" fmla="*/ 3043428 h 5143785"/>
              <a:gd name="connsiteX33624" fmla="*/ 638461 w 3114960"/>
              <a:gd name="connsiteY33624" fmla="*/ 3043428 h 5143785"/>
              <a:gd name="connsiteX33625" fmla="*/ 638461 w 3114960"/>
              <a:gd name="connsiteY33625" fmla="*/ 3051620 h 5143785"/>
              <a:gd name="connsiteX33626" fmla="*/ 2979896 w 3114960"/>
              <a:gd name="connsiteY33626" fmla="*/ 2300478 h 5143785"/>
              <a:gd name="connsiteX33627" fmla="*/ 2972753 w 3114960"/>
              <a:gd name="connsiteY33627" fmla="*/ 2300478 h 5143785"/>
              <a:gd name="connsiteX33628" fmla="*/ 2972753 w 3114960"/>
              <a:gd name="connsiteY33628" fmla="*/ 2290953 h 5143785"/>
              <a:gd name="connsiteX33629" fmla="*/ 2979896 w 3114960"/>
              <a:gd name="connsiteY33629" fmla="*/ 2290953 h 5143785"/>
              <a:gd name="connsiteX33630" fmla="*/ 2979896 w 3114960"/>
              <a:gd name="connsiteY33630" fmla="*/ 2300478 h 5143785"/>
              <a:gd name="connsiteX33631" fmla="*/ 2968371 w 3114960"/>
              <a:gd name="connsiteY33631" fmla="*/ 2113217 h 5143785"/>
              <a:gd name="connsiteX33632" fmla="*/ 2968371 w 3114960"/>
              <a:gd name="connsiteY33632" fmla="*/ 2103596 h 5143785"/>
              <a:gd name="connsiteX33633" fmla="*/ 2971610 w 3114960"/>
              <a:gd name="connsiteY33633" fmla="*/ 2100358 h 5143785"/>
              <a:gd name="connsiteX33634" fmla="*/ 2981230 w 3114960"/>
              <a:gd name="connsiteY33634" fmla="*/ 2100358 h 5143785"/>
              <a:gd name="connsiteX33635" fmla="*/ 2984468 w 3114960"/>
              <a:gd name="connsiteY33635" fmla="*/ 2103596 h 5143785"/>
              <a:gd name="connsiteX33636" fmla="*/ 2984468 w 3114960"/>
              <a:gd name="connsiteY33636" fmla="*/ 2113217 h 5143785"/>
              <a:gd name="connsiteX33637" fmla="*/ 2981230 w 3114960"/>
              <a:gd name="connsiteY33637" fmla="*/ 2116455 h 5143785"/>
              <a:gd name="connsiteX33638" fmla="*/ 2971610 w 3114960"/>
              <a:gd name="connsiteY33638" fmla="*/ 2116455 h 5143785"/>
              <a:gd name="connsiteX33639" fmla="*/ 2968371 w 3114960"/>
              <a:gd name="connsiteY33639" fmla="*/ 2113217 h 5143785"/>
              <a:gd name="connsiteX33640" fmla="*/ 2972753 w 3114960"/>
              <a:gd name="connsiteY33640" fmla="*/ 2310289 h 5143785"/>
              <a:gd name="connsiteX33641" fmla="*/ 2979896 w 3114960"/>
              <a:gd name="connsiteY33641" fmla="*/ 2310289 h 5143785"/>
              <a:gd name="connsiteX33642" fmla="*/ 2979896 w 3114960"/>
              <a:gd name="connsiteY33642" fmla="*/ 2320100 h 5143785"/>
              <a:gd name="connsiteX33643" fmla="*/ 2972753 w 3114960"/>
              <a:gd name="connsiteY33643" fmla="*/ 2320100 h 5143785"/>
              <a:gd name="connsiteX33644" fmla="*/ 2972753 w 3114960"/>
              <a:gd name="connsiteY33644" fmla="*/ 2310289 h 5143785"/>
              <a:gd name="connsiteX33645" fmla="*/ 2937605 w 3114960"/>
              <a:gd name="connsiteY33645" fmla="*/ 2124456 h 5143785"/>
              <a:gd name="connsiteX33646" fmla="*/ 2937605 w 3114960"/>
              <a:gd name="connsiteY33646" fmla="*/ 2092452 h 5143785"/>
              <a:gd name="connsiteX33647" fmla="*/ 2935224 w 3114960"/>
              <a:gd name="connsiteY33647" fmla="*/ 2090071 h 5143785"/>
              <a:gd name="connsiteX33648" fmla="*/ 2903220 w 3114960"/>
              <a:gd name="connsiteY33648" fmla="*/ 2090071 h 5143785"/>
              <a:gd name="connsiteX33649" fmla="*/ 2900839 w 3114960"/>
              <a:gd name="connsiteY33649" fmla="*/ 2092452 h 5143785"/>
              <a:gd name="connsiteX33650" fmla="*/ 2900839 w 3114960"/>
              <a:gd name="connsiteY33650" fmla="*/ 2124456 h 5143785"/>
              <a:gd name="connsiteX33651" fmla="*/ 2903220 w 3114960"/>
              <a:gd name="connsiteY33651" fmla="*/ 2126837 h 5143785"/>
              <a:gd name="connsiteX33652" fmla="*/ 2916841 w 3114960"/>
              <a:gd name="connsiteY33652" fmla="*/ 2126837 h 5143785"/>
              <a:gd name="connsiteX33653" fmla="*/ 2916841 w 3114960"/>
              <a:gd name="connsiteY33653" fmla="*/ 2230565 h 5143785"/>
              <a:gd name="connsiteX33654" fmla="*/ 2915698 w 3114960"/>
              <a:gd name="connsiteY33654" fmla="*/ 2230565 h 5143785"/>
              <a:gd name="connsiteX33655" fmla="*/ 2915698 w 3114960"/>
              <a:gd name="connsiteY33655" fmla="*/ 2235327 h 5143785"/>
              <a:gd name="connsiteX33656" fmla="*/ 2922842 w 3114960"/>
              <a:gd name="connsiteY33656" fmla="*/ 2235327 h 5143785"/>
              <a:gd name="connsiteX33657" fmla="*/ 2922842 w 3114960"/>
              <a:gd name="connsiteY33657" fmla="*/ 2230565 h 5143785"/>
              <a:gd name="connsiteX33658" fmla="*/ 2921699 w 3114960"/>
              <a:gd name="connsiteY33658" fmla="*/ 2230565 h 5143785"/>
              <a:gd name="connsiteX33659" fmla="*/ 2921699 w 3114960"/>
              <a:gd name="connsiteY33659" fmla="*/ 2126837 h 5143785"/>
              <a:gd name="connsiteX33660" fmla="*/ 2935319 w 3114960"/>
              <a:gd name="connsiteY33660" fmla="*/ 2126837 h 5143785"/>
              <a:gd name="connsiteX33661" fmla="*/ 2937701 w 3114960"/>
              <a:gd name="connsiteY33661" fmla="*/ 2124456 h 5143785"/>
              <a:gd name="connsiteX33662" fmla="*/ 2932843 w 3114960"/>
              <a:gd name="connsiteY33662" fmla="*/ 2122075 h 5143785"/>
              <a:gd name="connsiteX33663" fmla="*/ 2905601 w 3114960"/>
              <a:gd name="connsiteY33663" fmla="*/ 2122075 h 5143785"/>
              <a:gd name="connsiteX33664" fmla="*/ 2905601 w 3114960"/>
              <a:gd name="connsiteY33664" fmla="*/ 2094833 h 5143785"/>
              <a:gd name="connsiteX33665" fmla="*/ 2932843 w 3114960"/>
              <a:gd name="connsiteY33665" fmla="*/ 2094833 h 5143785"/>
              <a:gd name="connsiteX33666" fmla="*/ 2932843 w 3114960"/>
              <a:gd name="connsiteY33666" fmla="*/ 2122075 h 5143785"/>
              <a:gd name="connsiteX33667" fmla="*/ 2858453 w 3114960"/>
              <a:gd name="connsiteY33667" fmla="*/ 2308670 h 5143785"/>
              <a:gd name="connsiteX33668" fmla="*/ 2865596 w 3114960"/>
              <a:gd name="connsiteY33668" fmla="*/ 2308670 h 5143785"/>
              <a:gd name="connsiteX33669" fmla="*/ 2865596 w 3114960"/>
              <a:gd name="connsiteY33669" fmla="*/ 2318480 h 5143785"/>
              <a:gd name="connsiteX33670" fmla="*/ 2858453 w 3114960"/>
              <a:gd name="connsiteY33670" fmla="*/ 2318480 h 5143785"/>
              <a:gd name="connsiteX33671" fmla="*/ 2858453 w 3114960"/>
              <a:gd name="connsiteY33671" fmla="*/ 2308670 h 5143785"/>
              <a:gd name="connsiteX33672" fmla="*/ 2911221 w 3114960"/>
              <a:gd name="connsiteY33672" fmla="*/ 2113217 h 5143785"/>
              <a:gd name="connsiteX33673" fmla="*/ 2911221 w 3114960"/>
              <a:gd name="connsiteY33673" fmla="*/ 2103596 h 5143785"/>
              <a:gd name="connsiteX33674" fmla="*/ 2914460 w 3114960"/>
              <a:gd name="connsiteY33674" fmla="*/ 2100358 h 5143785"/>
              <a:gd name="connsiteX33675" fmla="*/ 2924080 w 3114960"/>
              <a:gd name="connsiteY33675" fmla="*/ 2100358 h 5143785"/>
              <a:gd name="connsiteX33676" fmla="*/ 2927318 w 3114960"/>
              <a:gd name="connsiteY33676" fmla="*/ 2103596 h 5143785"/>
              <a:gd name="connsiteX33677" fmla="*/ 2927318 w 3114960"/>
              <a:gd name="connsiteY33677" fmla="*/ 2113217 h 5143785"/>
              <a:gd name="connsiteX33678" fmla="*/ 2924080 w 3114960"/>
              <a:gd name="connsiteY33678" fmla="*/ 2116455 h 5143785"/>
              <a:gd name="connsiteX33679" fmla="*/ 2914460 w 3114960"/>
              <a:gd name="connsiteY33679" fmla="*/ 2116455 h 5143785"/>
              <a:gd name="connsiteX33680" fmla="*/ 2911221 w 3114960"/>
              <a:gd name="connsiteY33680" fmla="*/ 2113217 h 5143785"/>
              <a:gd name="connsiteX33681" fmla="*/ 2854071 w 3114960"/>
              <a:gd name="connsiteY33681" fmla="*/ 2113217 h 5143785"/>
              <a:gd name="connsiteX33682" fmla="*/ 2854071 w 3114960"/>
              <a:gd name="connsiteY33682" fmla="*/ 2103596 h 5143785"/>
              <a:gd name="connsiteX33683" fmla="*/ 2857310 w 3114960"/>
              <a:gd name="connsiteY33683" fmla="*/ 2100358 h 5143785"/>
              <a:gd name="connsiteX33684" fmla="*/ 2866930 w 3114960"/>
              <a:gd name="connsiteY33684" fmla="*/ 2100358 h 5143785"/>
              <a:gd name="connsiteX33685" fmla="*/ 2870168 w 3114960"/>
              <a:gd name="connsiteY33685" fmla="*/ 2103596 h 5143785"/>
              <a:gd name="connsiteX33686" fmla="*/ 2870168 w 3114960"/>
              <a:gd name="connsiteY33686" fmla="*/ 2113217 h 5143785"/>
              <a:gd name="connsiteX33687" fmla="*/ 2866930 w 3114960"/>
              <a:gd name="connsiteY33687" fmla="*/ 2116455 h 5143785"/>
              <a:gd name="connsiteX33688" fmla="*/ 2857310 w 3114960"/>
              <a:gd name="connsiteY33688" fmla="*/ 2116455 h 5143785"/>
              <a:gd name="connsiteX33689" fmla="*/ 2854071 w 3114960"/>
              <a:gd name="connsiteY33689" fmla="*/ 2113217 h 5143785"/>
              <a:gd name="connsiteX33690" fmla="*/ 2865596 w 3114960"/>
              <a:gd name="connsiteY33690" fmla="*/ 2298859 h 5143785"/>
              <a:gd name="connsiteX33691" fmla="*/ 2858453 w 3114960"/>
              <a:gd name="connsiteY33691" fmla="*/ 2298859 h 5143785"/>
              <a:gd name="connsiteX33692" fmla="*/ 2858453 w 3114960"/>
              <a:gd name="connsiteY33692" fmla="*/ 2289334 h 5143785"/>
              <a:gd name="connsiteX33693" fmla="*/ 2865596 w 3114960"/>
              <a:gd name="connsiteY33693" fmla="*/ 2289334 h 5143785"/>
              <a:gd name="connsiteX33694" fmla="*/ 2865596 w 3114960"/>
              <a:gd name="connsiteY33694" fmla="*/ 2298859 h 5143785"/>
              <a:gd name="connsiteX33695" fmla="*/ 2858453 w 3114960"/>
              <a:gd name="connsiteY33695" fmla="*/ 2328386 h 5143785"/>
              <a:gd name="connsiteX33696" fmla="*/ 2865596 w 3114960"/>
              <a:gd name="connsiteY33696" fmla="*/ 2328386 h 5143785"/>
              <a:gd name="connsiteX33697" fmla="*/ 2865596 w 3114960"/>
              <a:gd name="connsiteY33697" fmla="*/ 2336006 h 5143785"/>
              <a:gd name="connsiteX33698" fmla="*/ 2872073 w 3114960"/>
              <a:gd name="connsiteY33698" fmla="*/ 2336006 h 5143785"/>
              <a:gd name="connsiteX33699" fmla="*/ 2878074 w 3114960"/>
              <a:gd name="connsiteY33699" fmla="*/ 2342007 h 5143785"/>
              <a:gd name="connsiteX33700" fmla="*/ 2878074 w 3114960"/>
              <a:gd name="connsiteY33700" fmla="*/ 2362105 h 5143785"/>
              <a:gd name="connsiteX33701" fmla="*/ 2872073 w 3114960"/>
              <a:gd name="connsiteY33701" fmla="*/ 2368106 h 5143785"/>
              <a:gd name="connsiteX33702" fmla="*/ 2851976 w 3114960"/>
              <a:gd name="connsiteY33702" fmla="*/ 2368106 h 5143785"/>
              <a:gd name="connsiteX33703" fmla="*/ 2845975 w 3114960"/>
              <a:gd name="connsiteY33703" fmla="*/ 2362105 h 5143785"/>
              <a:gd name="connsiteX33704" fmla="*/ 2845975 w 3114960"/>
              <a:gd name="connsiteY33704" fmla="*/ 2342007 h 5143785"/>
              <a:gd name="connsiteX33705" fmla="*/ 2851976 w 3114960"/>
              <a:gd name="connsiteY33705" fmla="*/ 2336006 h 5143785"/>
              <a:gd name="connsiteX33706" fmla="*/ 2858453 w 3114960"/>
              <a:gd name="connsiteY33706" fmla="*/ 2336006 h 5143785"/>
              <a:gd name="connsiteX33707" fmla="*/ 2858453 w 3114960"/>
              <a:gd name="connsiteY33707" fmla="*/ 2328386 h 5143785"/>
              <a:gd name="connsiteX33708" fmla="*/ 2719292 w 3114960"/>
              <a:gd name="connsiteY33708" fmla="*/ 902875 h 5143785"/>
              <a:gd name="connsiteX33709" fmla="*/ 2729770 w 3114960"/>
              <a:gd name="connsiteY33709" fmla="*/ 889349 h 5143785"/>
              <a:gd name="connsiteX33710" fmla="*/ 2743295 w 3114960"/>
              <a:gd name="connsiteY33710" fmla="*/ 899827 h 5143785"/>
              <a:gd name="connsiteX33711" fmla="*/ 2732818 w 3114960"/>
              <a:gd name="connsiteY33711" fmla="*/ 913352 h 5143785"/>
              <a:gd name="connsiteX33712" fmla="*/ 2719292 w 3114960"/>
              <a:gd name="connsiteY33712" fmla="*/ 902875 h 5143785"/>
              <a:gd name="connsiteX33713" fmla="*/ 362712 w 3114960"/>
              <a:gd name="connsiteY33713" fmla="*/ 3493008 h 5143785"/>
              <a:gd name="connsiteX33714" fmla="*/ 362712 w 3114960"/>
              <a:gd name="connsiteY33714" fmla="*/ 3511772 h 5143785"/>
              <a:gd name="connsiteX33715" fmla="*/ 358902 w 3114960"/>
              <a:gd name="connsiteY33715" fmla="*/ 3515582 h 5143785"/>
              <a:gd name="connsiteX33716" fmla="*/ 340138 w 3114960"/>
              <a:gd name="connsiteY33716" fmla="*/ 3515582 h 5143785"/>
              <a:gd name="connsiteX33717" fmla="*/ 336328 w 3114960"/>
              <a:gd name="connsiteY33717" fmla="*/ 3511772 h 5143785"/>
              <a:gd name="connsiteX33718" fmla="*/ 336328 w 3114960"/>
              <a:gd name="connsiteY33718" fmla="*/ 3493008 h 5143785"/>
              <a:gd name="connsiteX33719" fmla="*/ 340138 w 3114960"/>
              <a:gd name="connsiteY33719" fmla="*/ 3489198 h 5143785"/>
              <a:gd name="connsiteX33720" fmla="*/ 358902 w 3114960"/>
              <a:gd name="connsiteY33720" fmla="*/ 3489198 h 5143785"/>
              <a:gd name="connsiteX33721" fmla="*/ 362712 w 3114960"/>
              <a:gd name="connsiteY33721" fmla="*/ 3493008 h 5143785"/>
              <a:gd name="connsiteX33722" fmla="*/ 1161764 w 3114960"/>
              <a:gd name="connsiteY33722" fmla="*/ 2191798 h 5143785"/>
              <a:gd name="connsiteX33723" fmla="*/ 1154049 w 3114960"/>
              <a:gd name="connsiteY33723" fmla="*/ 2199513 h 5143785"/>
              <a:gd name="connsiteX33724" fmla="*/ 1161764 w 3114960"/>
              <a:gd name="connsiteY33724" fmla="*/ 2207228 h 5143785"/>
              <a:gd name="connsiteX33725" fmla="*/ 1169575 w 3114960"/>
              <a:gd name="connsiteY33725" fmla="*/ 2199513 h 5143785"/>
              <a:gd name="connsiteX33726" fmla="*/ 1161764 w 3114960"/>
              <a:gd name="connsiteY33726" fmla="*/ 2191798 h 5143785"/>
              <a:gd name="connsiteX33727" fmla="*/ 1161764 w 3114960"/>
              <a:gd name="connsiteY33727" fmla="*/ 2204847 h 5143785"/>
              <a:gd name="connsiteX33728" fmla="*/ 1156430 w 3114960"/>
              <a:gd name="connsiteY33728" fmla="*/ 2199513 h 5143785"/>
              <a:gd name="connsiteX33729" fmla="*/ 1161764 w 3114960"/>
              <a:gd name="connsiteY33729" fmla="*/ 2194179 h 5143785"/>
              <a:gd name="connsiteX33730" fmla="*/ 1167194 w 3114960"/>
              <a:gd name="connsiteY33730" fmla="*/ 2199513 h 5143785"/>
              <a:gd name="connsiteX33731" fmla="*/ 1161764 w 3114960"/>
              <a:gd name="connsiteY33731" fmla="*/ 2204847 h 5143785"/>
              <a:gd name="connsiteX33732" fmla="*/ 153162 w 3114960"/>
              <a:gd name="connsiteY33732" fmla="*/ 735425 h 5143785"/>
              <a:gd name="connsiteX33733" fmla="*/ 154972 w 3114960"/>
              <a:gd name="connsiteY33733" fmla="*/ 735521 h 5143785"/>
              <a:gd name="connsiteX33734" fmla="*/ 167545 w 3114960"/>
              <a:gd name="connsiteY33734" fmla="*/ 724662 h 5143785"/>
              <a:gd name="connsiteX33735" fmla="*/ 156782 w 3114960"/>
              <a:gd name="connsiteY33735" fmla="*/ 710279 h 5143785"/>
              <a:gd name="connsiteX33736" fmla="*/ 143256 w 3114960"/>
              <a:gd name="connsiteY33736" fmla="*/ 718090 h 5143785"/>
              <a:gd name="connsiteX33737" fmla="*/ 95 w 3114960"/>
              <a:gd name="connsiteY33737" fmla="*/ 718090 h 5143785"/>
              <a:gd name="connsiteX33738" fmla="*/ 95 w 3114960"/>
              <a:gd name="connsiteY33738" fmla="*/ 727615 h 5143785"/>
              <a:gd name="connsiteX33739" fmla="*/ 143256 w 3114960"/>
              <a:gd name="connsiteY33739" fmla="*/ 727615 h 5143785"/>
              <a:gd name="connsiteX33740" fmla="*/ 153162 w 3114960"/>
              <a:gd name="connsiteY33740" fmla="*/ 735425 h 5143785"/>
              <a:gd name="connsiteX33741" fmla="*/ 156115 w 3114960"/>
              <a:gd name="connsiteY33741" fmla="*/ 715137 h 5143785"/>
              <a:gd name="connsiteX33742" fmla="*/ 162782 w 3114960"/>
              <a:gd name="connsiteY33742" fmla="*/ 724091 h 5143785"/>
              <a:gd name="connsiteX33743" fmla="*/ 153829 w 3114960"/>
              <a:gd name="connsiteY33743" fmla="*/ 730758 h 5143785"/>
              <a:gd name="connsiteX33744" fmla="*/ 148590 w 3114960"/>
              <a:gd name="connsiteY33744" fmla="*/ 727710 h 5143785"/>
              <a:gd name="connsiteX33745" fmla="*/ 147066 w 3114960"/>
              <a:gd name="connsiteY33745" fmla="*/ 721804 h 5143785"/>
              <a:gd name="connsiteX33746" fmla="*/ 156020 w 3114960"/>
              <a:gd name="connsiteY33746" fmla="*/ 715137 h 5143785"/>
              <a:gd name="connsiteX33747" fmla="*/ 1108139 w 3114960"/>
              <a:gd name="connsiteY33747" fmla="*/ 2203990 h 5143785"/>
              <a:gd name="connsiteX33748" fmla="*/ 1106615 w 3114960"/>
              <a:gd name="connsiteY33748" fmla="*/ 2203990 h 5143785"/>
              <a:gd name="connsiteX33749" fmla="*/ 1097852 w 3114960"/>
              <a:gd name="connsiteY33749" fmla="*/ 2212658 h 5143785"/>
              <a:gd name="connsiteX33750" fmla="*/ 1097852 w 3114960"/>
              <a:gd name="connsiteY33750" fmla="*/ 2239613 h 5143785"/>
              <a:gd name="connsiteX33751" fmla="*/ 1106615 w 3114960"/>
              <a:gd name="connsiteY33751" fmla="*/ 2248281 h 5143785"/>
              <a:gd name="connsiteX33752" fmla="*/ 1108139 w 3114960"/>
              <a:gd name="connsiteY33752" fmla="*/ 2248281 h 5143785"/>
              <a:gd name="connsiteX33753" fmla="*/ 1108139 w 3114960"/>
              <a:gd name="connsiteY33753" fmla="*/ 2267522 h 5143785"/>
              <a:gd name="connsiteX33754" fmla="*/ 1116425 w 3114960"/>
              <a:gd name="connsiteY33754" fmla="*/ 2275999 h 5143785"/>
              <a:gd name="connsiteX33755" fmla="*/ 1129094 w 3114960"/>
              <a:gd name="connsiteY33755" fmla="*/ 2275999 h 5143785"/>
              <a:gd name="connsiteX33756" fmla="*/ 1129094 w 3114960"/>
              <a:gd name="connsiteY33756" fmla="*/ 2277523 h 5143785"/>
              <a:gd name="connsiteX33757" fmla="*/ 1135475 w 3114960"/>
              <a:gd name="connsiteY33757" fmla="*/ 2283905 h 5143785"/>
              <a:gd name="connsiteX33758" fmla="*/ 1162431 w 3114960"/>
              <a:gd name="connsiteY33758" fmla="*/ 2283905 h 5143785"/>
              <a:gd name="connsiteX33759" fmla="*/ 1168813 w 3114960"/>
              <a:gd name="connsiteY33759" fmla="*/ 2277523 h 5143785"/>
              <a:gd name="connsiteX33760" fmla="*/ 1168813 w 3114960"/>
              <a:gd name="connsiteY33760" fmla="*/ 2269712 h 5143785"/>
              <a:gd name="connsiteX33761" fmla="*/ 1162431 w 3114960"/>
              <a:gd name="connsiteY33761" fmla="*/ 2263426 h 5143785"/>
              <a:gd name="connsiteX33762" fmla="*/ 1135475 w 3114960"/>
              <a:gd name="connsiteY33762" fmla="*/ 2263426 h 5143785"/>
              <a:gd name="connsiteX33763" fmla="*/ 1129094 w 3114960"/>
              <a:gd name="connsiteY33763" fmla="*/ 2269712 h 5143785"/>
              <a:gd name="connsiteX33764" fmla="*/ 1129094 w 3114960"/>
              <a:gd name="connsiteY33764" fmla="*/ 2271236 h 5143785"/>
              <a:gd name="connsiteX33765" fmla="*/ 1118426 w 3114960"/>
              <a:gd name="connsiteY33765" fmla="*/ 2271236 h 5143785"/>
              <a:gd name="connsiteX33766" fmla="*/ 1112901 w 3114960"/>
              <a:gd name="connsiteY33766" fmla="*/ 2265521 h 5143785"/>
              <a:gd name="connsiteX33767" fmla="*/ 1112901 w 3114960"/>
              <a:gd name="connsiteY33767" fmla="*/ 2248281 h 5143785"/>
              <a:gd name="connsiteX33768" fmla="*/ 1114425 w 3114960"/>
              <a:gd name="connsiteY33768" fmla="*/ 2248281 h 5143785"/>
              <a:gd name="connsiteX33769" fmla="*/ 1123188 w 3114960"/>
              <a:gd name="connsiteY33769" fmla="*/ 2239613 h 5143785"/>
              <a:gd name="connsiteX33770" fmla="*/ 1123188 w 3114960"/>
              <a:gd name="connsiteY33770" fmla="*/ 2212658 h 5143785"/>
              <a:gd name="connsiteX33771" fmla="*/ 1114425 w 3114960"/>
              <a:gd name="connsiteY33771" fmla="*/ 2203990 h 5143785"/>
              <a:gd name="connsiteX33772" fmla="*/ 1112901 w 3114960"/>
              <a:gd name="connsiteY33772" fmla="*/ 2203990 h 5143785"/>
              <a:gd name="connsiteX33773" fmla="*/ 1112901 w 3114960"/>
              <a:gd name="connsiteY33773" fmla="*/ 2161318 h 5143785"/>
              <a:gd name="connsiteX33774" fmla="*/ 1137952 w 3114960"/>
              <a:gd name="connsiteY33774" fmla="*/ 2140268 h 5143785"/>
              <a:gd name="connsiteX33775" fmla="*/ 1143953 w 3114960"/>
              <a:gd name="connsiteY33775" fmla="*/ 2142173 h 5143785"/>
              <a:gd name="connsiteX33776" fmla="*/ 1155573 w 3114960"/>
              <a:gd name="connsiteY33776" fmla="*/ 2130552 h 5143785"/>
              <a:gd name="connsiteX33777" fmla="*/ 1143953 w 3114960"/>
              <a:gd name="connsiteY33777" fmla="*/ 2118932 h 5143785"/>
              <a:gd name="connsiteX33778" fmla="*/ 1132332 w 3114960"/>
              <a:gd name="connsiteY33778" fmla="*/ 2130552 h 5143785"/>
              <a:gd name="connsiteX33779" fmla="*/ 1134523 w 3114960"/>
              <a:gd name="connsiteY33779" fmla="*/ 2137029 h 5143785"/>
              <a:gd name="connsiteX33780" fmla="*/ 1108234 w 3114960"/>
              <a:gd name="connsiteY33780" fmla="*/ 2159222 h 5143785"/>
              <a:gd name="connsiteX33781" fmla="*/ 1108234 w 3114960"/>
              <a:gd name="connsiteY33781" fmla="*/ 2204085 h 5143785"/>
              <a:gd name="connsiteX33782" fmla="*/ 1143857 w 3114960"/>
              <a:gd name="connsiteY33782" fmla="*/ 2121218 h 5143785"/>
              <a:gd name="connsiteX33783" fmla="*/ 1153097 w 3114960"/>
              <a:gd name="connsiteY33783" fmla="*/ 2130457 h 5143785"/>
              <a:gd name="connsiteX33784" fmla="*/ 1143857 w 3114960"/>
              <a:gd name="connsiteY33784" fmla="*/ 2139696 h 5143785"/>
              <a:gd name="connsiteX33785" fmla="*/ 1134618 w 3114960"/>
              <a:gd name="connsiteY33785" fmla="*/ 2130457 h 5143785"/>
              <a:gd name="connsiteX33786" fmla="*/ 1143857 w 3114960"/>
              <a:gd name="connsiteY33786" fmla="*/ 2121218 h 5143785"/>
              <a:gd name="connsiteX33787" fmla="*/ 1114425 w 3114960"/>
              <a:gd name="connsiteY33787" fmla="*/ 2208752 h 5143785"/>
              <a:gd name="connsiteX33788" fmla="*/ 1118426 w 3114960"/>
              <a:gd name="connsiteY33788" fmla="*/ 2212658 h 5143785"/>
              <a:gd name="connsiteX33789" fmla="*/ 1118426 w 3114960"/>
              <a:gd name="connsiteY33789" fmla="*/ 2239613 h 5143785"/>
              <a:gd name="connsiteX33790" fmla="*/ 1114425 w 3114960"/>
              <a:gd name="connsiteY33790" fmla="*/ 2243519 h 5143785"/>
              <a:gd name="connsiteX33791" fmla="*/ 1106615 w 3114960"/>
              <a:gd name="connsiteY33791" fmla="*/ 2243519 h 5143785"/>
              <a:gd name="connsiteX33792" fmla="*/ 1102614 w 3114960"/>
              <a:gd name="connsiteY33792" fmla="*/ 2239613 h 5143785"/>
              <a:gd name="connsiteX33793" fmla="*/ 1102614 w 3114960"/>
              <a:gd name="connsiteY33793" fmla="*/ 2212658 h 5143785"/>
              <a:gd name="connsiteX33794" fmla="*/ 1106615 w 3114960"/>
              <a:gd name="connsiteY33794" fmla="*/ 2208752 h 5143785"/>
              <a:gd name="connsiteX33795" fmla="*/ 1114425 w 3114960"/>
              <a:gd name="connsiteY33795" fmla="*/ 2208752 h 5143785"/>
              <a:gd name="connsiteX33796" fmla="*/ 184785 w 3114960"/>
              <a:gd name="connsiteY33796" fmla="*/ 2877693 h 5143785"/>
              <a:gd name="connsiteX33797" fmla="*/ 184785 w 3114960"/>
              <a:gd name="connsiteY33797" fmla="*/ 2877693 h 5143785"/>
              <a:gd name="connsiteX33798" fmla="*/ 170688 w 3114960"/>
              <a:gd name="connsiteY33798" fmla="*/ 2866739 h 5143785"/>
              <a:gd name="connsiteX33799" fmla="*/ 162306 w 3114960"/>
              <a:gd name="connsiteY33799" fmla="*/ 2871502 h 5143785"/>
              <a:gd name="connsiteX33800" fmla="*/ 160211 w 3114960"/>
              <a:gd name="connsiteY33800" fmla="*/ 2875693 h 5143785"/>
              <a:gd name="connsiteX33801" fmla="*/ 94774 w 3114960"/>
              <a:gd name="connsiteY33801" fmla="*/ 2875693 h 5143785"/>
              <a:gd name="connsiteX33802" fmla="*/ 73343 w 3114960"/>
              <a:gd name="connsiteY33802" fmla="*/ 2893790 h 5143785"/>
              <a:gd name="connsiteX33803" fmla="*/ 95 w 3114960"/>
              <a:gd name="connsiteY33803" fmla="*/ 2893790 h 5143785"/>
              <a:gd name="connsiteX33804" fmla="*/ 95 w 3114960"/>
              <a:gd name="connsiteY33804" fmla="*/ 2900934 h 5143785"/>
              <a:gd name="connsiteX33805" fmla="*/ 75914 w 3114960"/>
              <a:gd name="connsiteY33805" fmla="*/ 2900934 h 5143785"/>
              <a:gd name="connsiteX33806" fmla="*/ 97346 w 3114960"/>
              <a:gd name="connsiteY33806" fmla="*/ 2882837 h 5143785"/>
              <a:gd name="connsiteX33807" fmla="*/ 160401 w 3114960"/>
              <a:gd name="connsiteY33807" fmla="*/ 2882837 h 5143785"/>
              <a:gd name="connsiteX33808" fmla="*/ 172307 w 3114960"/>
              <a:gd name="connsiteY33808" fmla="*/ 2891885 h 5143785"/>
              <a:gd name="connsiteX33809" fmla="*/ 173927 w 3114960"/>
              <a:gd name="connsiteY33809" fmla="*/ 2891790 h 5143785"/>
              <a:gd name="connsiteX33810" fmla="*/ 184880 w 3114960"/>
              <a:gd name="connsiteY33810" fmla="*/ 2877693 h 5143785"/>
              <a:gd name="connsiteX33811" fmla="*/ 173260 w 3114960"/>
              <a:gd name="connsiteY33811" fmla="*/ 2887123 h 5143785"/>
              <a:gd name="connsiteX33812" fmla="*/ 164402 w 3114960"/>
              <a:gd name="connsiteY33812" fmla="*/ 2880360 h 5143785"/>
              <a:gd name="connsiteX33813" fmla="*/ 166021 w 3114960"/>
              <a:gd name="connsiteY33813" fmla="*/ 2874550 h 5143785"/>
              <a:gd name="connsiteX33814" fmla="*/ 171260 w 3114960"/>
              <a:gd name="connsiteY33814" fmla="*/ 2871597 h 5143785"/>
              <a:gd name="connsiteX33815" fmla="*/ 172212 w 3114960"/>
              <a:gd name="connsiteY33815" fmla="*/ 2871597 h 5143785"/>
              <a:gd name="connsiteX33816" fmla="*/ 180023 w 3114960"/>
              <a:gd name="connsiteY33816" fmla="*/ 2878455 h 5143785"/>
              <a:gd name="connsiteX33817" fmla="*/ 173165 w 3114960"/>
              <a:gd name="connsiteY33817" fmla="*/ 2887218 h 5143785"/>
              <a:gd name="connsiteX33818" fmla="*/ 706279 w 3114960"/>
              <a:gd name="connsiteY33818" fmla="*/ 666274 h 5143785"/>
              <a:gd name="connsiteX33819" fmla="*/ 697040 w 3114960"/>
              <a:gd name="connsiteY33819" fmla="*/ 658940 h 5143785"/>
              <a:gd name="connsiteX33820" fmla="*/ 687229 w 3114960"/>
              <a:gd name="connsiteY33820" fmla="*/ 668750 h 5143785"/>
              <a:gd name="connsiteX33821" fmla="*/ 697040 w 3114960"/>
              <a:gd name="connsiteY33821" fmla="*/ 678561 h 5143785"/>
              <a:gd name="connsiteX33822" fmla="*/ 706279 w 3114960"/>
              <a:gd name="connsiteY33822" fmla="*/ 671132 h 5143785"/>
              <a:gd name="connsiteX33823" fmla="*/ 725996 w 3114960"/>
              <a:gd name="connsiteY33823" fmla="*/ 670846 h 5143785"/>
              <a:gd name="connsiteX33824" fmla="*/ 746474 w 3114960"/>
              <a:gd name="connsiteY33824" fmla="*/ 653320 h 5143785"/>
              <a:gd name="connsiteX33825" fmla="*/ 810292 w 3114960"/>
              <a:gd name="connsiteY33825" fmla="*/ 653320 h 5143785"/>
              <a:gd name="connsiteX33826" fmla="*/ 819436 w 3114960"/>
              <a:gd name="connsiteY33826" fmla="*/ 659797 h 5143785"/>
              <a:gd name="connsiteX33827" fmla="*/ 829247 w 3114960"/>
              <a:gd name="connsiteY33827" fmla="*/ 649986 h 5143785"/>
              <a:gd name="connsiteX33828" fmla="*/ 819436 w 3114960"/>
              <a:gd name="connsiteY33828" fmla="*/ 640175 h 5143785"/>
              <a:gd name="connsiteX33829" fmla="*/ 810006 w 3114960"/>
              <a:gd name="connsiteY33829" fmla="*/ 648367 h 5143785"/>
              <a:gd name="connsiteX33830" fmla="*/ 744760 w 3114960"/>
              <a:gd name="connsiteY33830" fmla="*/ 648367 h 5143785"/>
              <a:gd name="connsiteX33831" fmla="*/ 724281 w 3114960"/>
              <a:gd name="connsiteY33831" fmla="*/ 665988 h 5143785"/>
              <a:gd name="connsiteX33832" fmla="*/ 706279 w 3114960"/>
              <a:gd name="connsiteY33832" fmla="*/ 666179 h 5143785"/>
              <a:gd name="connsiteX33833" fmla="*/ 697040 w 3114960"/>
              <a:gd name="connsiteY33833" fmla="*/ 673703 h 5143785"/>
              <a:gd name="connsiteX33834" fmla="*/ 691991 w 3114960"/>
              <a:gd name="connsiteY33834" fmla="*/ 668655 h 5143785"/>
              <a:gd name="connsiteX33835" fmla="*/ 697040 w 3114960"/>
              <a:gd name="connsiteY33835" fmla="*/ 663607 h 5143785"/>
              <a:gd name="connsiteX33836" fmla="*/ 701993 w 3114960"/>
              <a:gd name="connsiteY33836" fmla="*/ 668655 h 5143785"/>
              <a:gd name="connsiteX33837" fmla="*/ 697040 w 3114960"/>
              <a:gd name="connsiteY33837" fmla="*/ 673703 h 5143785"/>
              <a:gd name="connsiteX33838" fmla="*/ 819531 w 3114960"/>
              <a:gd name="connsiteY33838" fmla="*/ 645033 h 5143785"/>
              <a:gd name="connsiteX33839" fmla="*/ 824579 w 3114960"/>
              <a:gd name="connsiteY33839" fmla="*/ 650081 h 5143785"/>
              <a:gd name="connsiteX33840" fmla="*/ 819531 w 3114960"/>
              <a:gd name="connsiteY33840" fmla="*/ 655129 h 5143785"/>
              <a:gd name="connsiteX33841" fmla="*/ 814483 w 3114960"/>
              <a:gd name="connsiteY33841" fmla="*/ 650081 h 5143785"/>
              <a:gd name="connsiteX33842" fmla="*/ 819531 w 3114960"/>
              <a:gd name="connsiteY33842" fmla="*/ 645033 h 5143785"/>
              <a:gd name="connsiteX33843" fmla="*/ 681038 w 3114960"/>
              <a:gd name="connsiteY33843" fmla="*/ 762857 h 5143785"/>
              <a:gd name="connsiteX33844" fmla="*/ 670941 w 3114960"/>
              <a:gd name="connsiteY33844" fmla="*/ 772954 h 5143785"/>
              <a:gd name="connsiteX33845" fmla="*/ 660845 w 3114960"/>
              <a:gd name="connsiteY33845" fmla="*/ 762857 h 5143785"/>
              <a:gd name="connsiteX33846" fmla="*/ 670941 w 3114960"/>
              <a:gd name="connsiteY33846" fmla="*/ 752761 h 5143785"/>
              <a:gd name="connsiteX33847" fmla="*/ 681038 w 3114960"/>
              <a:gd name="connsiteY33847" fmla="*/ 762857 h 5143785"/>
              <a:gd name="connsiteX33848" fmla="*/ 95 w 3114960"/>
              <a:gd name="connsiteY33848" fmla="*/ 690658 h 5143785"/>
              <a:gd name="connsiteX33849" fmla="*/ 95 w 3114960"/>
              <a:gd name="connsiteY33849" fmla="*/ 683514 h 5143785"/>
              <a:gd name="connsiteX33850" fmla="*/ 28956 w 3114960"/>
              <a:gd name="connsiteY33850" fmla="*/ 654463 h 5143785"/>
              <a:gd name="connsiteX33851" fmla="*/ 95 w 3114960"/>
              <a:gd name="connsiteY33851" fmla="*/ 625412 h 5143785"/>
              <a:gd name="connsiteX33852" fmla="*/ 95 w 3114960"/>
              <a:gd name="connsiteY33852" fmla="*/ 618268 h 5143785"/>
              <a:gd name="connsiteX33853" fmla="*/ 36100 w 3114960"/>
              <a:gd name="connsiteY33853" fmla="*/ 654463 h 5143785"/>
              <a:gd name="connsiteX33854" fmla="*/ 95 w 3114960"/>
              <a:gd name="connsiteY33854" fmla="*/ 690658 h 5143785"/>
              <a:gd name="connsiteX33855" fmla="*/ 144590 w 3114960"/>
              <a:gd name="connsiteY33855" fmla="*/ 2957322 h 5143785"/>
              <a:gd name="connsiteX33856" fmla="*/ 130683 w 3114960"/>
              <a:gd name="connsiteY33856" fmla="*/ 2947130 h 5143785"/>
              <a:gd name="connsiteX33857" fmla="*/ 122301 w 3114960"/>
              <a:gd name="connsiteY33857" fmla="*/ 2951893 h 5143785"/>
              <a:gd name="connsiteX33858" fmla="*/ 119729 w 3114960"/>
              <a:gd name="connsiteY33858" fmla="*/ 2961227 h 5143785"/>
              <a:gd name="connsiteX33859" fmla="*/ 132302 w 3114960"/>
              <a:gd name="connsiteY33859" fmla="*/ 2972276 h 5143785"/>
              <a:gd name="connsiteX33860" fmla="*/ 133922 w 3114960"/>
              <a:gd name="connsiteY33860" fmla="*/ 2972181 h 5143785"/>
              <a:gd name="connsiteX33861" fmla="*/ 144685 w 3114960"/>
              <a:gd name="connsiteY33861" fmla="*/ 2961989 h 5143785"/>
              <a:gd name="connsiteX33862" fmla="*/ 166021 w 3114960"/>
              <a:gd name="connsiteY33862" fmla="*/ 2961989 h 5143785"/>
              <a:gd name="connsiteX33863" fmla="*/ 179832 w 3114960"/>
              <a:gd name="connsiteY33863" fmla="*/ 2930938 h 5143785"/>
              <a:gd name="connsiteX33864" fmla="*/ 163925 w 3114960"/>
              <a:gd name="connsiteY33864" fmla="*/ 2918079 h 5143785"/>
              <a:gd name="connsiteX33865" fmla="*/ 111728 w 3114960"/>
              <a:gd name="connsiteY33865" fmla="*/ 2918079 h 5143785"/>
              <a:gd name="connsiteX33866" fmla="*/ 100584 w 3114960"/>
              <a:gd name="connsiteY33866" fmla="*/ 2910269 h 5143785"/>
              <a:gd name="connsiteX33867" fmla="*/ 91726 w 3114960"/>
              <a:gd name="connsiteY33867" fmla="*/ 2921699 h 5143785"/>
              <a:gd name="connsiteX33868" fmla="*/ 103156 w 3114960"/>
              <a:gd name="connsiteY33868" fmla="*/ 2930557 h 5143785"/>
              <a:gd name="connsiteX33869" fmla="*/ 111728 w 3114960"/>
              <a:gd name="connsiteY33869" fmla="*/ 2922746 h 5143785"/>
              <a:gd name="connsiteX33870" fmla="*/ 162116 w 3114960"/>
              <a:gd name="connsiteY33870" fmla="*/ 2922746 h 5143785"/>
              <a:gd name="connsiteX33871" fmla="*/ 173831 w 3114960"/>
              <a:gd name="connsiteY33871" fmla="*/ 2932176 h 5143785"/>
              <a:gd name="connsiteX33872" fmla="*/ 162782 w 3114960"/>
              <a:gd name="connsiteY33872" fmla="*/ 2957036 h 5143785"/>
              <a:gd name="connsiteX33873" fmla="*/ 144399 w 3114960"/>
              <a:gd name="connsiteY33873" fmla="*/ 2957036 h 5143785"/>
              <a:gd name="connsiteX33874" fmla="*/ 133350 w 3114960"/>
              <a:gd name="connsiteY33874" fmla="*/ 2967514 h 5143785"/>
              <a:gd name="connsiteX33875" fmla="*/ 124492 w 3114960"/>
              <a:gd name="connsiteY33875" fmla="*/ 2960751 h 5143785"/>
              <a:gd name="connsiteX33876" fmla="*/ 126111 w 3114960"/>
              <a:gd name="connsiteY33876" fmla="*/ 2954941 h 5143785"/>
              <a:gd name="connsiteX33877" fmla="*/ 131350 w 3114960"/>
              <a:gd name="connsiteY33877" fmla="*/ 2951988 h 5143785"/>
              <a:gd name="connsiteX33878" fmla="*/ 132302 w 3114960"/>
              <a:gd name="connsiteY33878" fmla="*/ 2951988 h 5143785"/>
              <a:gd name="connsiteX33879" fmla="*/ 140113 w 3114960"/>
              <a:gd name="connsiteY33879" fmla="*/ 2958846 h 5143785"/>
              <a:gd name="connsiteX33880" fmla="*/ 133255 w 3114960"/>
              <a:gd name="connsiteY33880" fmla="*/ 2967609 h 5143785"/>
              <a:gd name="connsiteX33881" fmla="*/ 210122 w 3114960"/>
              <a:gd name="connsiteY33881" fmla="*/ 3856577 h 5143785"/>
              <a:gd name="connsiteX33882" fmla="*/ 260509 w 3114960"/>
              <a:gd name="connsiteY33882" fmla="*/ 3856577 h 5143785"/>
              <a:gd name="connsiteX33883" fmla="*/ 260509 w 3114960"/>
              <a:gd name="connsiteY33883" fmla="*/ 3860578 h 5143785"/>
              <a:gd name="connsiteX33884" fmla="*/ 267367 w 3114960"/>
              <a:gd name="connsiteY33884" fmla="*/ 3867436 h 5143785"/>
              <a:gd name="connsiteX33885" fmla="*/ 271367 w 3114960"/>
              <a:gd name="connsiteY33885" fmla="*/ 3867436 h 5143785"/>
              <a:gd name="connsiteX33886" fmla="*/ 271367 w 3114960"/>
              <a:gd name="connsiteY33886" fmla="*/ 3897725 h 5143785"/>
              <a:gd name="connsiteX33887" fmla="*/ 303848 w 3114960"/>
              <a:gd name="connsiteY33887" fmla="*/ 3930015 h 5143785"/>
              <a:gd name="connsiteX33888" fmla="*/ 419100 w 3114960"/>
              <a:gd name="connsiteY33888" fmla="*/ 3930015 h 5143785"/>
              <a:gd name="connsiteX33889" fmla="*/ 419386 w 3114960"/>
              <a:gd name="connsiteY33889" fmla="*/ 3931825 h 5143785"/>
              <a:gd name="connsiteX33890" fmla="*/ 425863 w 3114960"/>
              <a:gd name="connsiteY33890" fmla="*/ 3939064 h 5143785"/>
              <a:gd name="connsiteX33891" fmla="*/ 431387 w 3114960"/>
              <a:gd name="connsiteY33891" fmla="*/ 3940302 h 5143785"/>
              <a:gd name="connsiteX33892" fmla="*/ 435578 w 3114960"/>
              <a:gd name="connsiteY33892" fmla="*/ 3939540 h 5143785"/>
              <a:gd name="connsiteX33893" fmla="*/ 442817 w 3114960"/>
              <a:gd name="connsiteY33893" fmla="*/ 3933063 h 5143785"/>
              <a:gd name="connsiteX33894" fmla="*/ 443389 w 3114960"/>
              <a:gd name="connsiteY33894" fmla="*/ 3923443 h 5143785"/>
              <a:gd name="connsiteX33895" fmla="*/ 436912 w 3114960"/>
              <a:gd name="connsiteY33895" fmla="*/ 3916204 h 5143785"/>
              <a:gd name="connsiteX33896" fmla="*/ 427292 w 3114960"/>
              <a:gd name="connsiteY33896" fmla="*/ 3915632 h 5143785"/>
              <a:gd name="connsiteX33897" fmla="*/ 420053 w 3114960"/>
              <a:gd name="connsiteY33897" fmla="*/ 3922109 h 5143785"/>
              <a:gd name="connsiteX33898" fmla="*/ 419290 w 3114960"/>
              <a:gd name="connsiteY33898" fmla="*/ 3925253 h 5143785"/>
              <a:gd name="connsiteX33899" fmla="*/ 306038 w 3114960"/>
              <a:gd name="connsiteY33899" fmla="*/ 3925253 h 5143785"/>
              <a:gd name="connsiteX33900" fmla="*/ 276320 w 3114960"/>
              <a:gd name="connsiteY33900" fmla="*/ 3895725 h 5143785"/>
              <a:gd name="connsiteX33901" fmla="*/ 276320 w 3114960"/>
              <a:gd name="connsiteY33901" fmla="*/ 3867436 h 5143785"/>
              <a:gd name="connsiteX33902" fmla="*/ 280321 w 3114960"/>
              <a:gd name="connsiteY33902" fmla="*/ 3867436 h 5143785"/>
              <a:gd name="connsiteX33903" fmla="*/ 287179 w 3114960"/>
              <a:gd name="connsiteY33903" fmla="*/ 3860578 h 5143785"/>
              <a:gd name="connsiteX33904" fmla="*/ 287179 w 3114960"/>
              <a:gd name="connsiteY33904" fmla="*/ 3847910 h 5143785"/>
              <a:gd name="connsiteX33905" fmla="*/ 280321 w 3114960"/>
              <a:gd name="connsiteY33905" fmla="*/ 3841052 h 5143785"/>
              <a:gd name="connsiteX33906" fmla="*/ 267653 w 3114960"/>
              <a:gd name="connsiteY33906" fmla="*/ 3841052 h 5143785"/>
              <a:gd name="connsiteX33907" fmla="*/ 260795 w 3114960"/>
              <a:gd name="connsiteY33907" fmla="*/ 3847910 h 5143785"/>
              <a:gd name="connsiteX33908" fmla="*/ 260795 w 3114960"/>
              <a:gd name="connsiteY33908" fmla="*/ 3851815 h 5143785"/>
              <a:gd name="connsiteX33909" fmla="*/ 208502 w 3114960"/>
              <a:gd name="connsiteY33909" fmla="*/ 3851815 h 5143785"/>
              <a:gd name="connsiteX33910" fmla="*/ 186690 w 3114960"/>
              <a:gd name="connsiteY33910" fmla="*/ 3872960 h 5143785"/>
              <a:gd name="connsiteX33911" fmla="*/ 121825 w 3114960"/>
              <a:gd name="connsiteY33911" fmla="*/ 3872960 h 5143785"/>
              <a:gd name="connsiteX33912" fmla="*/ 121825 w 3114960"/>
              <a:gd name="connsiteY33912" fmla="*/ 3877723 h 5143785"/>
              <a:gd name="connsiteX33913" fmla="*/ 188595 w 3114960"/>
              <a:gd name="connsiteY33913" fmla="*/ 3877723 h 5143785"/>
              <a:gd name="connsiteX33914" fmla="*/ 210407 w 3114960"/>
              <a:gd name="connsiteY33914" fmla="*/ 3856482 h 5143785"/>
              <a:gd name="connsiteX33915" fmla="*/ 424148 w 3114960"/>
              <a:gd name="connsiteY33915" fmla="*/ 3924205 h 5143785"/>
              <a:gd name="connsiteX33916" fmla="*/ 428625 w 3114960"/>
              <a:gd name="connsiteY33916" fmla="*/ 3920204 h 5143785"/>
              <a:gd name="connsiteX33917" fmla="*/ 431197 w 3114960"/>
              <a:gd name="connsiteY33917" fmla="*/ 3919728 h 5143785"/>
              <a:gd name="connsiteX33918" fmla="*/ 438626 w 3114960"/>
              <a:gd name="connsiteY33918" fmla="*/ 3924967 h 5143785"/>
              <a:gd name="connsiteX33919" fmla="*/ 433769 w 3114960"/>
              <a:gd name="connsiteY33919" fmla="*/ 3934968 h 5143785"/>
              <a:gd name="connsiteX33920" fmla="*/ 423767 w 3114960"/>
              <a:gd name="connsiteY33920" fmla="*/ 3930110 h 5143785"/>
              <a:gd name="connsiteX33921" fmla="*/ 424148 w 3114960"/>
              <a:gd name="connsiteY33921" fmla="*/ 3924110 h 5143785"/>
              <a:gd name="connsiteX33922" fmla="*/ 265271 w 3114960"/>
              <a:gd name="connsiteY33922" fmla="*/ 3848005 h 5143785"/>
              <a:gd name="connsiteX33923" fmla="*/ 267367 w 3114960"/>
              <a:gd name="connsiteY33923" fmla="*/ 3845909 h 5143785"/>
              <a:gd name="connsiteX33924" fmla="*/ 280035 w 3114960"/>
              <a:gd name="connsiteY33924" fmla="*/ 3845909 h 5143785"/>
              <a:gd name="connsiteX33925" fmla="*/ 282131 w 3114960"/>
              <a:gd name="connsiteY33925" fmla="*/ 3848005 h 5143785"/>
              <a:gd name="connsiteX33926" fmla="*/ 282131 w 3114960"/>
              <a:gd name="connsiteY33926" fmla="*/ 3860673 h 5143785"/>
              <a:gd name="connsiteX33927" fmla="*/ 280035 w 3114960"/>
              <a:gd name="connsiteY33927" fmla="*/ 3862769 h 5143785"/>
              <a:gd name="connsiteX33928" fmla="*/ 267367 w 3114960"/>
              <a:gd name="connsiteY33928" fmla="*/ 3862769 h 5143785"/>
              <a:gd name="connsiteX33929" fmla="*/ 265271 w 3114960"/>
              <a:gd name="connsiteY33929" fmla="*/ 3860673 h 5143785"/>
              <a:gd name="connsiteX33930" fmla="*/ 265271 w 3114960"/>
              <a:gd name="connsiteY33930" fmla="*/ 3848005 h 5143785"/>
              <a:gd name="connsiteX33931" fmla="*/ 492633 w 3114960"/>
              <a:gd name="connsiteY33931" fmla="*/ 3490817 h 5143785"/>
              <a:gd name="connsiteX33932" fmla="*/ 481489 w 3114960"/>
              <a:gd name="connsiteY33932" fmla="*/ 3500057 h 5143785"/>
              <a:gd name="connsiteX33933" fmla="*/ 367475 w 3114960"/>
              <a:gd name="connsiteY33933" fmla="*/ 3500057 h 5143785"/>
              <a:gd name="connsiteX33934" fmla="*/ 367475 w 3114960"/>
              <a:gd name="connsiteY33934" fmla="*/ 3487674 h 5143785"/>
              <a:gd name="connsiteX33935" fmla="*/ 364331 w 3114960"/>
              <a:gd name="connsiteY33935" fmla="*/ 3484531 h 5143785"/>
              <a:gd name="connsiteX33936" fmla="*/ 334709 w 3114960"/>
              <a:gd name="connsiteY33936" fmla="*/ 3484531 h 5143785"/>
              <a:gd name="connsiteX33937" fmla="*/ 331565 w 3114960"/>
              <a:gd name="connsiteY33937" fmla="*/ 3487674 h 5143785"/>
              <a:gd name="connsiteX33938" fmla="*/ 331565 w 3114960"/>
              <a:gd name="connsiteY33938" fmla="*/ 3491389 h 5143785"/>
              <a:gd name="connsiteX33939" fmla="*/ 181737 w 3114960"/>
              <a:gd name="connsiteY33939" fmla="*/ 3491389 h 5143785"/>
              <a:gd name="connsiteX33940" fmla="*/ 36957 w 3114960"/>
              <a:gd name="connsiteY33940" fmla="*/ 3364897 h 5143785"/>
              <a:gd name="connsiteX33941" fmla="*/ 36290 w 3114960"/>
              <a:gd name="connsiteY33941" fmla="*/ 3364325 h 5143785"/>
              <a:gd name="connsiteX33942" fmla="*/ 191 w 3114960"/>
              <a:gd name="connsiteY33942" fmla="*/ 3364040 h 5143785"/>
              <a:gd name="connsiteX33943" fmla="*/ 191 w 3114960"/>
              <a:gd name="connsiteY33943" fmla="*/ 3368802 h 5143785"/>
              <a:gd name="connsiteX33944" fmla="*/ 34481 w 3114960"/>
              <a:gd name="connsiteY33944" fmla="*/ 3369088 h 5143785"/>
              <a:gd name="connsiteX33945" fmla="*/ 179261 w 3114960"/>
              <a:gd name="connsiteY33945" fmla="*/ 3495580 h 5143785"/>
              <a:gd name="connsiteX33946" fmla="*/ 179927 w 3114960"/>
              <a:gd name="connsiteY33946" fmla="*/ 3496151 h 5143785"/>
              <a:gd name="connsiteX33947" fmla="*/ 331565 w 3114960"/>
              <a:gd name="connsiteY33947" fmla="*/ 3496151 h 5143785"/>
              <a:gd name="connsiteX33948" fmla="*/ 331565 w 3114960"/>
              <a:gd name="connsiteY33948" fmla="*/ 3510248 h 5143785"/>
              <a:gd name="connsiteX33949" fmla="*/ 231362 w 3114960"/>
              <a:gd name="connsiteY33949" fmla="*/ 3510248 h 5143785"/>
              <a:gd name="connsiteX33950" fmla="*/ 209074 w 3114960"/>
              <a:gd name="connsiteY33950" fmla="*/ 3527203 h 5143785"/>
              <a:gd name="connsiteX33951" fmla="*/ 149638 w 3114960"/>
              <a:gd name="connsiteY33951" fmla="*/ 3527203 h 5143785"/>
              <a:gd name="connsiteX33952" fmla="*/ 4572 w 3114960"/>
              <a:gd name="connsiteY33952" fmla="*/ 3400520 h 5143785"/>
              <a:gd name="connsiteX33953" fmla="*/ 3905 w 3114960"/>
              <a:gd name="connsiteY33953" fmla="*/ 3399949 h 5143785"/>
              <a:gd name="connsiteX33954" fmla="*/ 95 w 3114960"/>
              <a:gd name="connsiteY33954" fmla="*/ 3399949 h 5143785"/>
              <a:gd name="connsiteX33955" fmla="*/ 95 w 3114960"/>
              <a:gd name="connsiteY33955" fmla="*/ 3404711 h 5143785"/>
              <a:gd name="connsiteX33956" fmla="*/ 2096 w 3114960"/>
              <a:gd name="connsiteY33956" fmla="*/ 3404711 h 5143785"/>
              <a:gd name="connsiteX33957" fmla="*/ 147161 w 3114960"/>
              <a:gd name="connsiteY33957" fmla="*/ 3531394 h 5143785"/>
              <a:gd name="connsiteX33958" fmla="*/ 147828 w 3114960"/>
              <a:gd name="connsiteY33958" fmla="*/ 3531965 h 5143785"/>
              <a:gd name="connsiteX33959" fmla="*/ 210693 w 3114960"/>
              <a:gd name="connsiteY33959" fmla="*/ 3531965 h 5143785"/>
              <a:gd name="connsiteX33960" fmla="*/ 232982 w 3114960"/>
              <a:gd name="connsiteY33960" fmla="*/ 3515011 h 5143785"/>
              <a:gd name="connsiteX33961" fmla="*/ 331565 w 3114960"/>
              <a:gd name="connsiteY33961" fmla="*/ 3515011 h 5143785"/>
              <a:gd name="connsiteX33962" fmla="*/ 331565 w 3114960"/>
              <a:gd name="connsiteY33962" fmla="*/ 3517297 h 5143785"/>
              <a:gd name="connsiteX33963" fmla="*/ 334709 w 3114960"/>
              <a:gd name="connsiteY33963" fmla="*/ 3520440 h 5143785"/>
              <a:gd name="connsiteX33964" fmla="*/ 364331 w 3114960"/>
              <a:gd name="connsiteY33964" fmla="*/ 3520440 h 5143785"/>
              <a:gd name="connsiteX33965" fmla="*/ 367475 w 3114960"/>
              <a:gd name="connsiteY33965" fmla="*/ 3517297 h 5143785"/>
              <a:gd name="connsiteX33966" fmla="*/ 367475 w 3114960"/>
              <a:gd name="connsiteY33966" fmla="*/ 3504914 h 5143785"/>
              <a:gd name="connsiteX33967" fmla="*/ 481489 w 3114960"/>
              <a:gd name="connsiteY33967" fmla="*/ 3504914 h 5143785"/>
              <a:gd name="connsiteX33968" fmla="*/ 492633 w 3114960"/>
              <a:gd name="connsiteY33968" fmla="*/ 3514154 h 5143785"/>
              <a:gd name="connsiteX33969" fmla="*/ 503682 w 3114960"/>
              <a:gd name="connsiteY33969" fmla="*/ 3505105 h 5143785"/>
              <a:gd name="connsiteX33970" fmla="*/ 511302 w 3114960"/>
              <a:gd name="connsiteY33970" fmla="*/ 3505105 h 5143785"/>
              <a:gd name="connsiteX33971" fmla="*/ 511302 w 3114960"/>
              <a:gd name="connsiteY33971" fmla="*/ 3500342 h 5143785"/>
              <a:gd name="connsiteX33972" fmla="*/ 503777 w 3114960"/>
              <a:gd name="connsiteY33972" fmla="*/ 3500342 h 5143785"/>
              <a:gd name="connsiteX33973" fmla="*/ 492633 w 3114960"/>
              <a:gd name="connsiteY33973" fmla="*/ 3490913 h 5143785"/>
              <a:gd name="connsiteX33974" fmla="*/ 364998 w 3114960"/>
              <a:gd name="connsiteY33974" fmla="*/ 3517202 h 5143785"/>
              <a:gd name="connsiteX33975" fmla="*/ 364236 w 3114960"/>
              <a:gd name="connsiteY33975" fmla="*/ 3517963 h 5143785"/>
              <a:gd name="connsiteX33976" fmla="*/ 334613 w 3114960"/>
              <a:gd name="connsiteY33976" fmla="*/ 3517963 h 5143785"/>
              <a:gd name="connsiteX33977" fmla="*/ 333851 w 3114960"/>
              <a:gd name="connsiteY33977" fmla="*/ 3517202 h 5143785"/>
              <a:gd name="connsiteX33978" fmla="*/ 333851 w 3114960"/>
              <a:gd name="connsiteY33978" fmla="*/ 3487579 h 5143785"/>
              <a:gd name="connsiteX33979" fmla="*/ 334613 w 3114960"/>
              <a:gd name="connsiteY33979" fmla="*/ 3486817 h 5143785"/>
              <a:gd name="connsiteX33980" fmla="*/ 364236 w 3114960"/>
              <a:gd name="connsiteY33980" fmla="*/ 3486817 h 5143785"/>
              <a:gd name="connsiteX33981" fmla="*/ 364998 w 3114960"/>
              <a:gd name="connsiteY33981" fmla="*/ 3487579 h 5143785"/>
              <a:gd name="connsiteX33982" fmla="*/ 364998 w 3114960"/>
              <a:gd name="connsiteY33982" fmla="*/ 3517202 h 5143785"/>
              <a:gd name="connsiteX33983" fmla="*/ 492633 w 3114960"/>
              <a:gd name="connsiteY33983" fmla="*/ 3509296 h 5143785"/>
              <a:gd name="connsiteX33984" fmla="*/ 486061 w 3114960"/>
              <a:gd name="connsiteY33984" fmla="*/ 3503867 h 5143785"/>
              <a:gd name="connsiteX33985" fmla="*/ 486061 w 3114960"/>
              <a:gd name="connsiteY33985" fmla="*/ 3501009 h 5143785"/>
              <a:gd name="connsiteX33986" fmla="*/ 492633 w 3114960"/>
              <a:gd name="connsiteY33986" fmla="*/ 3495580 h 5143785"/>
              <a:gd name="connsiteX33987" fmla="*/ 499491 w 3114960"/>
              <a:gd name="connsiteY33987" fmla="*/ 3502438 h 5143785"/>
              <a:gd name="connsiteX33988" fmla="*/ 492633 w 3114960"/>
              <a:gd name="connsiteY33988" fmla="*/ 3509296 h 5143785"/>
              <a:gd name="connsiteX33989" fmla="*/ 1161764 w 3114960"/>
              <a:gd name="connsiteY33989" fmla="*/ 2187893 h 5143785"/>
              <a:gd name="connsiteX33990" fmla="*/ 1150144 w 3114960"/>
              <a:gd name="connsiteY33990" fmla="*/ 2199513 h 5143785"/>
              <a:gd name="connsiteX33991" fmla="*/ 1161764 w 3114960"/>
              <a:gd name="connsiteY33991" fmla="*/ 2211134 h 5143785"/>
              <a:gd name="connsiteX33992" fmla="*/ 1173385 w 3114960"/>
              <a:gd name="connsiteY33992" fmla="*/ 2199513 h 5143785"/>
              <a:gd name="connsiteX33993" fmla="*/ 1161764 w 3114960"/>
              <a:gd name="connsiteY33993" fmla="*/ 2187893 h 5143785"/>
              <a:gd name="connsiteX33994" fmla="*/ 1161764 w 3114960"/>
              <a:gd name="connsiteY33994" fmla="*/ 2208752 h 5143785"/>
              <a:gd name="connsiteX33995" fmla="*/ 1152525 w 3114960"/>
              <a:gd name="connsiteY33995" fmla="*/ 2199513 h 5143785"/>
              <a:gd name="connsiteX33996" fmla="*/ 1161764 w 3114960"/>
              <a:gd name="connsiteY33996" fmla="*/ 2190274 h 5143785"/>
              <a:gd name="connsiteX33997" fmla="*/ 1171004 w 3114960"/>
              <a:gd name="connsiteY33997" fmla="*/ 2199513 h 5143785"/>
              <a:gd name="connsiteX33998" fmla="*/ 1161764 w 3114960"/>
              <a:gd name="connsiteY33998" fmla="*/ 2208752 h 5143785"/>
              <a:gd name="connsiteX33999" fmla="*/ 119253 w 3114960"/>
              <a:gd name="connsiteY33999" fmla="*/ 3571589 h 5143785"/>
              <a:gd name="connsiteX34000" fmla="*/ 136398 w 3114960"/>
              <a:gd name="connsiteY34000" fmla="*/ 3571589 h 5143785"/>
              <a:gd name="connsiteX34001" fmla="*/ 137732 w 3114960"/>
              <a:gd name="connsiteY34001" fmla="*/ 3575495 h 5143785"/>
              <a:gd name="connsiteX34002" fmla="*/ 145447 w 3114960"/>
              <a:gd name="connsiteY34002" fmla="*/ 3581400 h 5143785"/>
              <a:gd name="connsiteX34003" fmla="*/ 148781 w 3114960"/>
              <a:gd name="connsiteY34003" fmla="*/ 3581876 h 5143785"/>
              <a:gd name="connsiteX34004" fmla="*/ 155067 w 3114960"/>
              <a:gd name="connsiteY34004" fmla="*/ 3580162 h 5143785"/>
              <a:gd name="connsiteX34005" fmla="*/ 160973 w 3114960"/>
              <a:gd name="connsiteY34005" fmla="*/ 3572447 h 5143785"/>
              <a:gd name="connsiteX34006" fmla="*/ 159734 w 3114960"/>
              <a:gd name="connsiteY34006" fmla="*/ 3562826 h 5143785"/>
              <a:gd name="connsiteX34007" fmla="*/ 142494 w 3114960"/>
              <a:gd name="connsiteY34007" fmla="*/ 3558159 h 5143785"/>
              <a:gd name="connsiteX34008" fmla="*/ 136589 w 3114960"/>
              <a:gd name="connsiteY34008" fmla="*/ 3566732 h 5143785"/>
              <a:gd name="connsiteX34009" fmla="*/ 121253 w 3114960"/>
              <a:gd name="connsiteY34009" fmla="*/ 3566732 h 5143785"/>
              <a:gd name="connsiteX34010" fmla="*/ 286 w 3114960"/>
              <a:gd name="connsiteY34010" fmla="*/ 3461290 h 5143785"/>
              <a:gd name="connsiteX34011" fmla="*/ 286 w 3114960"/>
              <a:gd name="connsiteY34011" fmla="*/ 3467576 h 5143785"/>
              <a:gd name="connsiteX34012" fmla="*/ 118777 w 3114960"/>
              <a:gd name="connsiteY34012" fmla="*/ 3570827 h 5143785"/>
              <a:gd name="connsiteX34013" fmla="*/ 119444 w 3114960"/>
              <a:gd name="connsiteY34013" fmla="*/ 3571399 h 5143785"/>
              <a:gd name="connsiteX34014" fmla="*/ 144780 w 3114960"/>
              <a:gd name="connsiteY34014" fmla="*/ 3562350 h 5143785"/>
              <a:gd name="connsiteX34015" fmla="*/ 155543 w 3114960"/>
              <a:gd name="connsiteY34015" fmla="*/ 3565208 h 5143785"/>
              <a:gd name="connsiteX34016" fmla="*/ 156305 w 3114960"/>
              <a:gd name="connsiteY34016" fmla="*/ 3571209 h 5143785"/>
              <a:gd name="connsiteX34017" fmla="*/ 152591 w 3114960"/>
              <a:gd name="connsiteY34017" fmla="*/ 3575971 h 5143785"/>
              <a:gd name="connsiteX34018" fmla="*/ 146590 w 3114960"/>
              <a:gd name="connsiteY34018" fmla="*/ 3576733 h 5143785"/>
              <a:gd name="connsiteX34019" fmla="*/ 141827 w 3114960"/>
              <a:gd name="connsiteY34019" fmla="*/ 3573113 h 5143785"/>
              <a:gd name="connsiteX34020" fmla="*/ 144685 w 3114960"/>
              <a:gd name="connsiteY34020" fmla="*/ 3562350 h 5143785"/>
              <a:gd name="connsiteX34021" fmla="*/ 786194 w 3114960"/>
              <a:gd name="connsiteY34021" fmla="*/ 803148 h 5143785"/>
              <a:gd name="connsiteX34022" fmla="*/ 765429 w 3114960"/>
              <a:gd name="connsiteY34022" fmla="*/ 803148 h 5143785"/>
              <a:gd name="connsiteX34023" fmla="*/ 758476 w 3114960"/>
              <a:gd name="connsiteY34023" fmla="*/ 810101 h 5143785"/>
              <a:gd name="connsiteX34024" fmla="*/ 758476 w 3114960"/>
              <a:gd name="connsiteY34024" fmla="*/ 820102 h 5143785"/>
              <a:gd name="connsiteX34025" fmla="*/ 765429 w 3114960"/>
              <a:gd name="connsiteY34025" fmla="*/ 827056 h 5143785"/>
              <a:gd name="connsiteX34026" fmla="*/ 786194 w 3114960"/>
              <a:gd name="connsiteY34026" fmla="*/ 827056 h 5143785"/>
              <a:gd name="connsiteX34027" fmla="*/ 793147 w 3114960"/>
              <a:gd name="connsiteY34027" fmla="*/ 820102 h 5143785"/>
              <a:gd name="connsiteX34028" fmla="*/ 793147 w 3114960"/>
              <a:gd name="connsiteY34028" fmla="*/ 817436 h 5143785"/>
              <a:gd name="connsiteX34029" fmla="*/ 899541 w 3114960"/>
              <a:gd name="connsiteY34029" fmla="*/ 817436 h 5143785"/>
              <a:gd name="connsiteX34030" fmla="*/ 923925 w 3114960"/>
              <a:gd name="connsiteY34030" fmla="*/ 876491 h 5143785"/>
              <a:gd name="connsiteX34031" fmla="*/ 898684 w 3114960"/>
              <a:gd name="connsiteY34031" fmla="*/ 895255 h 5143785"/>
              <a:gd name="connsiteX34032" fmla="*/ 898684 w 3114960"/>
              <a:gd name="connsiteY34032" fmla="*/ 925544 h 5143785"/>
              <a:gd name="connsiteX34033" fmla="*/ 894874 w 3114960"/>
              <a:gd name="connsiteY34033" fmla="*/ 926878 h 5143785"/>
              <a:gd name="connsiteX34034" fmla="*/ 890302 w 3114960"/>
              <a:gd name="connsiteY34034" fmla="*/ 943832 h 5143785"/>
              <a:gd name="connsiteX34035" fmla="*/ 901065 w 3114960"/>
              <a:gd name="connsiteY34035" fmla="*/ 950024 h 5143785"/>
              <a:gd name="connsiteX34036" fmla="*/ 907256 w 3114960"/>
              <a:gd name="connsiteY34036" fmla="*/ 948404 h 5143785"/>
              <a:gd name="connsiteX34037" fmla="*/ 911828 w 3114960"/>
              <a:gd name="connsiteY34037" fmla="*/ 931450 h 5143785"/>
              <a:gd name="connsiteX34038" fmla="*/ 911828 w 3114960"/>
              <a:gd name="connsiteY34038" fmla="*/ 931450 h 5143785"/>
              <a:gd name="connsiteX34039" fmla="*/ 903446 w 3114960"/>
              <a:gd name="connsiteY34039" fmla="*/ 925640 h 5143785"/>
              <a:gd name="connsiteX34040" fmla="*/ 903446 w 3114960"/>
              <a:gd name="connsiteY34040" fmla="*/ 897731 h 5143785"/>
              <a:gd name="connsiteX34041" fmla="*/ 925735 w 3114960"/>
              <a:gd name="connsiteY34041" fmla="*/ 881158 h 5143785"/>
              <a:gd name="connsiteX34042" fmla="*/ 942023 w 3114960"/>
              <a:gd name="connsiteY34042" fmla="*/ 920496 h 5143785"/>
              <a:gd name="connsiteX34043" fmla="*/ 942023 w 3114960"/>
              <a:gd name="connsiteY34043" fmla="*/ 956977 h 5143785"/>
              <a:gd name="connsiteX34044" fmla="*/ 944594 w 3114960"/>
              <a:gd name="connsiteY34044" fmla="*/ 956977 h 5143785"/>
              <a:gd name="connsiteX34045" fmla="*/ 940784 w 3114960"/>
              <a:gd name="connsiteY34045" fmla="*/ 957644 h 5143785"/>
              <a:gd name="connsiteX34046" fmla="*/ 935069 w 3114960"/>
              <a:gd name="connsiteY34046" fmla="*/ 970598 h 5143785"/>
              <a:gd name="connsiteX34047" fmla="*/ 948023 w 3114960"/>
              <a:gd name="connsiteY34047" fmla="*/ 976313 h 5143785"/>
              <a:gd name="connsiteX34048" fmla="*/ 953738 w 3114960"/>
              <a:gd name="connsiteY34048" fmla="*/ 963359 h 5143785"/>
              <a:gd name="connsiteX34049" fmla="*/ 944785 w 3114960"/>
              <a:gd name="connsiteY34049" fmla="*/ 956977 h 5143785"/>
              <a:gd name="connsiteX34050" fmla="*/ 946785 w 3114960"/>
              <a:gd name="connsiteY34050" fmla="*/ 956977 h 5143785"/>
              <a:gd name="connsiteX34051" fmla="*/ 946785 w 3114960"/>
              <a:gd name="connsiteY34051" fmla="*/ 920020 h 5143785"/>
              <a:gd name="connsiteX34052" fmla="*/ 902684 w 3114960"/>
              <a:gd name="connsiteY34052" fmla="*/ 812768 h 5143785"/>
              <a:gd name="connsiteX34053" fmla="*/ 793052 w 3114960"/>
              <a:gd name="connsiteY34053" fmla="*/ 812768 h 5143785"/>
              <a:gd name="connsiteX34054" fmla="*/ 793052 w 3114960"/>
              <a:gd name="connsiteY34054" fmla="*/ 810101 h 5143785"/>
              <a:gd name="connsiteX34055" fmla="*/ 786098 w 3114960"/>
              <a:gd name="connsiteY34055" fmla="*/ 803148 h 5143785"/>
              <a:gd name="connsiteX34056" fmla="*/ 788384 w 3114960"/>
              <a:gd name="connsiteY34056" fmla="*/ 820102 h 5143785"/>
              <a:gd name="connsiteX34057" fmla="*/ 786194 w 3114960"/>
              <a:gd name="connsiteY34057" fmla="*/ 822293 h 5143785"/>
              <a:gd name="connsiteX34058" fmla="*/ 765429 w 3114960"/>
              <a:gd name="connsiteY34058" fmla="*/ 822293 h 5143785"/>
              <a:gd name="connsiteX34059" fmla="*/ 763238 w 3114960"/>
              <a:gd name="connsiteY34059" fmla="*/ 820102 h 5143785"/>
              <a:gd name="connsiteX34060" fmla="*/ 763238 w 3114960"/>
              <a:gd name="connsiteY34060" fmla="*/ 810101 h 5143785"/>
              <a:gd name="connsiteX34061" fmla="*/ 765429 w 3114960"/>
              <a:gd name="connsiteY34061" fmla="*/ 807911 h 5143785"/>
              <a:gd name="connsiteX34062" fmla="*/ 786194 w 3114960"/>
              <a:gd name="connsiteY34062" fmla="*/ 807911 h 5143785"/>
              <a:gd name="connsiteX34063" fmla="*/ 788384 w 3114960"/>
              <a:gd name="connsiteY34063" fmla="*/ 810101 h 5143785"/>
              <a:gd name="connsiteX34064" fmla="*/ 788384 w 3114960"/>
              <a:gd name="connsiteY34064" fmla="*/ 820102 h 5143785"/>
              <a:gd name="connsiteX34065" fmla="*/ 907733 w 3114960"/>
              <a:gd name="connsiteY34065" fmla="*/ 933831 h 5143785"/>
              <a:gd name="connsiteX34066" fmla="*/ 904970 w 3114960"/>
              <a:gd name="connsiteY34066" fmla="*/ 944309 h 5143785"/>
              <a:gd name="connsiteX34067" fmla="*/ 894493 w 3114960"/>
              <a:gd name="connsiteY34067" fmla="*/ 941546 h 5143785"/>
              <a:gd name="connsiteX34068" fmla="*/ 897255 w 3114960"/>
              <a:gd name="connsiteY34068" fmla="*/ 931069 h 5143785"/>
              <a:gd name="connsiteX34069" fmla="*/ 901065 w 3114960"/>
              <a:gd name="connsiteY34069" fmla="*/ 930021 h 5143785"/>
              <a:gd name="connsiteX34070" fmla="*/ 907733 w 3114960"/>
              <a:gd name="connsiteY34070" fmla="*/ 933831 h 5143785"/>
              <a:gd name="connsiteX34071" fmla="*/ 683133 w 3114960"/>
              <a:gd name="connsiteY34071" fmla="*/ 746284 h 5143785"/>
              <a:gd name="connsiteX34072" fmla="*/ 671036 w 3114960"/>
              <a:gd name="connsiteY34072" fmla="*/ 742283 h 5143785"/>
              <a:gd name="connsiteX34073" fmla="*/ 654463 w 3114960"/>
              <a:gd name="connsiteY34073" fmla="*/ 750665 h 5143785"/>
              <a:gd name="connsiteX34074" fmla="*/ 650748 w 3114960"/>
              <a:gd name="connsiteY34074" fmla="*/ 766001 h 5143785"/>
              <a:gd name="connsiteX34075" fmla="*/ 658940 w 3114960"/>
              <a:gd name="connsiteY34075" fmla="*/ 779431 h 5143785"/>
              <a:gd name="connsiteX34076" fmla="*/ 674275 w 3114960"/>
              <a:gd name="connsiteY34076" fmla="*/ 783146 h 5143785"/>
              <a:gd name="connsiteX34077" fmla="*/ 687705 w 3114960"/>
              <a:gd name="connsiteY34077" fmla="*/ 774954 h 5143785"/>
              <a:gd name="connsiteX34078" fmla="*/ 691610 w 3114960"/>
              <a:gd name="connsiteY34078" fmla="*/ 763238 h 5143785"/>
              <a:gd name="connsiteX34079" fmla="*/ 763334 w 3114960"/>
              <a:gd name="connsiteY34079" fmla="*/ 762095 h 5143785"/>
              <a:gd name="connsiteX34080" fmla="*/ 801624 w 3114960"/>
              <a:gd name="connsiteY34080" fmla="*/ 795623 h 5143785"/>
              <a:gd name="connsiteX34081" fmla="*/ 858488 w 3114960"/>
              <a:gd name="connsiteY34081" fmla="*/ 795623 h 5143785"/>
              <a:gd name="connsiteX34082" fmla="*/ 867727 w 3114960"/>
              <a:gd name="connsiteY34082" fmla="*/ 803148 h 5143785"/>
              <a:gd name="connsiteX34083" fmla="*/ 877538 w 3114960"/>
              <a:gd name="connsiteY34083" fmla="*/ 793337 h 5143785"/>
              <a:gd name="connsiteX34084" fmla="*/ 867727 w 3114960"/>
              <a:gd name="connsiteY34084" fmla="*/ 783527 h 5143785"/>
              <a:gd name="connsiteX34085" fmla="*/ 858488 w 3114960"/>
              <a:gd name="connsiteY34085" fmla="*/ 790861 h 5143785"/>
              <a:gd name="connsiteX34086" fmla="*/ 803434 w 3114960"/>
              <a:gd name="connsiteY34086" fmla="*/ 790861 h 5143785"/>
              <a:gd name="connsiteX34087" fmla="*/ 765143 w 3114960"/>
              <a:gd name="connsiteY34087" fmla="*/ 757142 h 5143785"/>
              <a:gd name="connsiteX34088" fmla="*/ 691134 w 3114960"/>
              <a:gd name="connsiteY34088" fmla="*/ 758285 h 5143785"/>
              <a:gd name="connsiteX34089" fmla="*/ 683228 w 3114960"/>
              <a:gd name="connsiteY34089" fmla="*/ 745998 h 5143785"/>
              <a:gd name="connsiteX34090" fmla="*/ 867632 w 3114960"/>
              <a:gd name="connsiteY34090" fmla="*/ 788479 h 5143785"/>
              <a:gd name="connsiteX34091" fmla="*/ 872681 w 3114960"/>
              <a:gd name="connsiteY34091" fmla="*/ 793528 h 5143785"/>
              <a:gd name="connsiteX34092" fmla="*/ 867632 w 3114960"/>
              <a:gd name="connsiteY34092" fmla="*/ 798576 h 5143785"/>
              <a:gd name="connsiteX34093" fmla="*/ 862584 w 3114960"/>
              <a:gd name="connsiteY34093" fmla="*/ 793528 h 5143785"/>
              <a:gd name="connsiteX34094" fmla="*/ 867632 w 3114960"/>
              <a:gd name="connsiteY34094" fmla="*/ 788479 h 5143785"/>
              <a:gd name="connsiteX34095" fmla="*/ 684467 w 3114960"/>
              <a:gd name="connsiteY34095" fmla="*/ 772763 h 5143785"/>
              <a:gd name="connsiteX34096" fmla="*/ 673513 w 3114960"/>
              <a:gd name="connsiteY34096" fmla="*/ 779431 h 5143785"/>
              <a:gd name="connsiteX34097" fmla="*/ 661035 w 3114960"/>
              <a:gd name="connsiteY34097" fmla="*/ 776383 h 5143785"/>
              <a:gd name="connsiteX34098" fmla="*/ 654368 w 3114960"/>
              <a:gd name="connsiteY34098" fmla="*/ 765429 h 5143785"/>
              <a:gd name="connsiteX34099" fmla="*/ 657416 w 3114960"/>
              <a:gd name="connsiteY34099" fmla="*/ 752951 h 5143785"/>
              <a:gd name="connsiteX34100" fmla="*/ 680847 w 3114960"/>
              <a:gd name="connsiteY34100" fmla="*/ 749332 h 5143785"/>
              <a:gd name="connsiteX34101" fmla="*/ 684467 w 3114960"/>
              <a:gd name="connsiteY34101" fmla="*/ 772763 h 5143785"/>
              <a:gd name="connsiteX34102" fmla="*/ 1201198 w 3114960"/>
              <a:gd name="connsiteY34102" fmla="*/ 691896 h 5143785"/>
              <a:gd name="connsiteX34103" fmla="*/ 1200626 w 3114960"/>
              <a:gd name="connsiteY34103" fmla="*/ 691896 h 5143785"/>
              <a:gd name="connsiteX34104" fmla="*/ 1200626 w 3114960"/>
              <a:gd name="connsiteY34104" fmla="*/ 631127 h 5143785"/>
              <a:gd name="connsiteX34105" fmla="*/ 1162145 w 3114960"/>
              <a:gd name="connsiteY34105" fmla="*/ 586550 h 5143785"/>
              <a:gd name="connsiteX34106" fmla="*/ 1044416 w 3114960"/>
              <a:gd name="connsiteY34106" fmla="*/ 586359 h 5143785"/>
              <a:gd name="connsiteX34107" fmla="*/ 988504 w 3114960"/>
              <a:gd name="connsiteY34107" fmla="*/ 534829 h 5143785"/>
              <a:gd name="connsiteX34108" fmla="*/ 960501 w 3114960"/>
              <a:gd name="connsiteY34108" fmla="*/ 534829 h 5143785"/>
              <a:gd name="connsiteX34109" fmla="*/ 951262 w 3114960"/>
              <a:gd name="connsiteY34109" fmla="*/ 527399 h 5143785"/>
              <a:gd name="connsiteX34110" fmla="*/ 941546 w 3114960"/>
              <a:gd name="connsiteY34110" fmla="*/ 537210 h 5143785"/>
              <a:gd name="connsiteX34111" fmla="*/ 951262 w 3114960"/>
              <a:gd name="connsiteY34111" fmla="*/ 546926 h 5143785"/>
              <a:gd name="connsiteX34112" fmla="*/ 960501 w 3114960"/>
              <a:gd name="connsiteY34112" fmla="*/ 539591 h 5143785"/>
              <a:gd name="connsiteX34113" fmla="*/ 986695 w 3114960"/>
              <a:gd name="connsiteY34113" fmla="*/ 539591 h 5143785"/>
              <a:gd name="connsiteX34114" fmla="*/ 1042607 w 3114960"/>
              <a:gd name="connsiteY34114" fmla="*/ 591122 h 5143785"/>
              <a:gd name="connsiteX34115" fmla="*/ 1160050 w 3114960"/>
              <a:gd name="connsiteY34115" fmla="*/ 591312 h 5143785"/>
              <a:gd name="connsiteX34116" fmla="*/ 1195864 w 3114960"/>
              <a:gd name="connsiteY34116" fmla="*/ 632936 h 5143785"/>
              <a:gd name="connsiteX34117" fmla="*/ 1195864 w 3114960"/>
              <a:gd name="connsiteY34117" fmla="*/ 691896 h 5143785"/>
              <a:gd name="connsiteX34118" fmla="*/ 1195388 w 3114960"/>
              <a:gd name="connsiteY34118" fmla="*/ 691896 h 5143785"/>
              <a:gd name="connsiteX34119" fmla="*/ 1192721 w 3114960"/>
              <a:gd name="connsiteY34119" fmla="*/ 694563 h 5143785"/>
              <a:gd name="connsiteX34120" fmla="*/ 1192721 w 3114960"/>
              <a:gd name="connsiteY34120" fmla="*/ 707517 h 5143785"/>
              <a:gd name="connsiteX34121" fmla="*/ 1195388 w 3114960"/>
              <a:gd name="connsiteY34121" fmla="*/ 710184 h 5143785"/>
              <a:gd name="connsiteX34122" fmla="*/ 1201388 w 3114960"/>
              <a:gd name="connsiteY34122" fmla="*/ 710184 h 5143785"/>
              <a:gd name="connsiteX34123" fmla="*/ 1204055 w 3114960"/>
              <a:gd name="connsiteY34123" fmla="*/ 707517 h 5143785"/>
              <a:gd name="connsiteX34124" fmla="*/ 1204055 w 3114960"/>
              <a:gd name="connsiteY34124" fmla="*/ 694563 h 5143785"/>
              <a:gd name="connsiteX34125" fmla="*/ 1201388 w 3114960"/>
              <a:gd name="connsiteY34125" fmla="*/ 691896 h 5143785"/>
              <a:gd name="connsiteX34126" fmla="*/ 951071 w 3114960"/>
              <a:gd name="connsiteY34126" fmla="*/ 542163 h 5143785"/>
              <a:gd name="connsiteX34127" fmla="*/ 946118 w 3114960"/>
              <a:gd name="connsiteY34127" fmla="*/ 537210 h 5143785"/>
              <a:gd name="connsiteX34128" fmla="*/ 951071 w 3114960"/>
              <a:gd name="connsiteY34128" fmla="*/ 532162 h 5143785"/>
              <a:gd name="connsiteX34129" fmla="*/ 956120 w 3114960"/>
              <a:gd name="connsiteY34129" fmla="*/ 537210 h 5143785"/>
              <a:gd name="connsiteX34130" fmla="*/ 951071 w 3114960"/>
              <a:gd name="connsiteY34130" fmla="*/ 542163 h 5143785"/>
              <a:gd name="connsiteX34131" fmla="*/ 95 w 3114960"/>
              <a:gd name="connsiteY34131" fmla="*/ 2735771 h 5143785"/>
              <a:gd name="connsiteX34132" fmla="*/ 95 w 3114960"/>
              <a:gd name="connsiteY34132" fmla="*/ 2749010 h 5143785"/>
              <a:gd name="connsiteX34133" fmla="*/ 95 w 3114960"/>
              <a:gd name="connsiteY34133" fmla="*/ 2735771 h 5143785"/>
              <a:gd name="connsiteX34134" fmla="*/ 95 w 3114960"/>
              <a:gd name="connsiteY34134" fmla="*/ 2700719 h 5143785"/>
              <a:gd name="connsiteX34135" fmla="*/ 95 w 3114960"/>
              <a:gd name="connsiteY34135" fmla="*/ 2713292 h 5143785"/>
              <a:gd name="connsiteX34136" fmla="*/ 95 w 3114960"/>
              <a:gd name="connsiteY34136" fmla="*/ 2700719 h 5143785"/>
              <a:gd name="connsiteX34137" fmla="*/ 729044 w 3114960"/>
              <a:gd name="connsiteY34137" fmla="*/ 865442 h 5143785"/>
              <a:gd name="connsiteX34138" fmla="*/ 637318 w 3114960"/>
              <a:gd name="connsiteY34138" fmla="*/ 865442 h 5143785"/>
              <a:gd name="connsiteX34139" fmla="*/ 608076 w 3114960"/>
              <a:gd name="connsiteY34139" fmla="*/ 881729 h 5143785"/>
              <a:gd name="connsiteX34140" fmla="*/ 579120 w 3114960"/>
              <a:gd name="connsiteY34140" fmla="*/ 881729 h 5143785"/>
              <a:gd name="connsiteX34141" fmla="*/ 579120 w 3114960"/>
              <a:gd name="connsiteY34141" fmla="*/ 879634 h 5143785"/>
              <a:gd name="connsiteX34142" fmla="*/ 575310 w 3114960"/>
              <a:gd name="connsiteY34142" fmla="*/ 875824 h 5143785"/>
              <a:gd name="connsiteX34143" fmla="*/ 555212 w 3114960"/>
              <a:gd name="connsiteY34143" fmla="*/ 875824 h 5143785"/>
              <a:gd name="connsiteX34144" fmla="*/ 551402 w 3114960"/>
              <a:gd name="connsiteY34144" fmla="*/ 879634 h 5143785"/>
              <a:gd name="connsiteX34145" fmla="*/ 551402 w 3114960"/>
              <a:gd name="connsiteY34145" fmla="*/ 888587 h 5143785"/>
              <a:gd name="connsiteX34146" fmla="*/ 555212 w 3114960"/>
              <a:gd name="connsiteY34146" fmla="*/ 892397 h 5143785"/>
              <a:gd name="connsiteX34147" fmla="*/ 564071 w 3114960"/>
              <a:gd name="connsiteY34147" fmla="*/ 892397 h 5143785"/>
              <a:gd name="connsiteX34148" fmla="*/ 564071 w 3114960"/>
              <a:gd name="connsiteY34148" fmla="*/ 913448 h 5143785"/>
              <a:gd name="connsiteX34149" fmla="*/ 555212 w 3114960"/>
              <a:gd name="connsiteY34149" fmla="*/ 913448 h 5143785"/>
              <a:gd name="connsiteX34150" fmla="*/ 551402 w 3114960"/>
              <a:gd name="connsiteY34150" fmla="*/ 917258 h 5143785"/>
              <a:gd name="connsiteX34151" fmla="*/ 551402 w 3114960"/>
              <a:gd name="connsiteY34151" fmla="*/ 926211 h 5143785"/>
              <a:gd name="connsiteX34152" fmla="*/ 555212 w 3114960"/>
              <a:gd name="connsiteY34152" fmla="*/ 930021 h 5143785"/>
              <a:gd name="connsiteX34153" fmla="*/ 564071 w 3114960"/>
              <a:gd name="connsiteY34153" fmla="*/ 930021 h 5143785"/>
              <a:gd name="connsiteX34154" fmla="*/ 564071 w 3114960"/>
              <a:gd name="connsiteY34154" fmla="*/ 951071 h 5143785"/>
              <a:gd name="connsiteX34155" fmla="*/ 555212 w 3114960"/>
              <a:gd name="connsiteY34155" fmla="*/ 951071 h 5143785"/>
              <a:gd name="connsiteX34156" fmla="*/ 551402 w 3114960"/>
              <a:gd name="connsiteY34156" fmla="*/ 954881 h 5143785"/>
              <a:gd name="connsiteX34157" fmla="*/ 551402 w 3114960"/>
              <a:gd name="connsiteY34157" fmla="*/ 963835 h 5143785"/>
              <a:gd name="connsiteX34158" fmla="*/ 555212 w 3114960"/>
              <a:gd name="connsiteY34158" fmla="*/ 967645 h 5143785"/>
              <a:gd name="connsiteX34159" fmla="*/ 564452 w 3114960"/>
              <a:gd name="connsiteY34159" fmla="*/ 967645 h 5143785"/>
              <a:gd name="connsiteX34160" fmla="*/ 564452 w 3114960"/>
              <a:gd name="connsiteY34160" fmla="*/ 988695 h 5143785"/>
              <a:gd name="connsiteX34161" fmla="*/ 555212 w 3114960"/>
              <a:gd name="connsiteY34161" fmla="*/ 988695 h 5143785"/>
              <a:gd name="connsiteX34162" fmla="*/ 551402 w 3114960"/>
              <a:gd name="connsiteY34162" fmla="*/ 992505 h 5143785"/>
              <a:gd name="connsiteX34163" fmla="*/ 551402 w 3114960"/>
              <a:gd name="connsiteY34163" fmla="*/ 1001459 h 5143785"/>
              <a:gd name="connsiteX34164" fmla="*/ 555212 w 3114960"/>
              <a:gd name="connsiteY34164" fmla="*/ 1005269 h 5143785"/>
              <a:gd name="connsiteX34165" fmla="*/ 564071 w 3114960"/>
              <a:gd name="connsiteY34165" fmla="*/ 1005269 h 5143785"/>
              <a:gd name="connsiteX34166" fmla="*/ 564071 w 3114960"/>
              <a:gd name="connsiteY34166" fmla="*/ 1026319 h 5143785"/>
              <a:gd name="connsiteX34167" fmla="*/ 555212 w 3114960"/>
              <a:gd name="connsiteY34167" fmla="*/ 1026319 h 5143785"/>
              <a:gd name="connsiteX34168" fmla="*/ 551402 w 3114960"/>
              <a:gd name="connsiteY34168" fmla="*/ 1030129 h 5143785"/>
              <a:gd name="connsiteX34169" fmla="*/ 551402 w 3114960"/>
              <a:gd name="connsiteY34169" fmla="*/ 1039082 h 5143785"/>
              <a:gd name="connsiteX34170" fmla="*/ 555212 w 3114960"/>
              <a:gd name="connsiteY34170" fmla="*/ 1042892 h 5143785"/>
              <a:gd name="connsiteX34171" fmla="*/ 564071 w 3114960"/>
              <a:gd name="connsiteY34171" fmla="*/ 1042892 h 5143785"/>
              <a:gd name="connsiteX34172" fmla="*/ 564071 w 3114960"/>
              <a:gd name="connsiteY34172" fmla="*/ 1063943 h 5143785"/>
              <a:gd name="connsiteX34173" fmla="*/ 555212 w 3114960"/>
              <a:gd name="connsiteY34173" fmla="*/ 1063943 h 5143785"/>
              <a:gd name="connsiteX34174" fmla="*/ 551402 w 3114960"/>
              <a:gd name="connsiteY34174" fmla="*/ 1067753 h 5143785"/>
              <a:gd name="connsiteX34175" fmla="*/ 551402 w 3114960"/>
              <a:gd name="connsiteY34175" fmla="*/ 1076706 h 5143785"/>
              <a:gd name="connsiteX34176" fmla="*/ 555212 w 3114960"/>
              <a:gd name="connsiteY34176" fmla="*/ 1080516 h 5143785"/>
              <a:gd name="connsiteX34177" fmla="*/ 564071 w 3114960"/>
              <a:gd name="connsiteY34177" fmla="*/ 1080516 h 5143785"/>
              <a:gd name="connsiteX34178" fmla="*/ 564071 w 3114960"/>
              <a:gd name="connsiteY34178" fmla="*/ 1101566 h 5143785"/>
              <a:gd name="connsiteX34179" fmla="*/ 555212 w 3114960"/>
              <a:gd name="connsiteY34179" fmla="*/ 1101566 h 5143785"/>
              <a:gd name="connsiteX34180" fmla="*/ 551402 w 3114960"/>
              <a:gd name="connsiteY34180" fmla="*/ 1105376 h 5143785"/>
              <a:gd name="connsiteX34181" fmla="*/ 551402 w 3114960"/>
              <a:gd name="connsiteY34181" fmla="*/ 1114330 h 5143785"/>
              <a:gd name="connsiteX34182" fmla="*/ 555212 w 3114960"/>
              <a:gd name="connsiteY34182" fmla="*/ 1118140 h 5143785"/>
              <a:gd name="connsiteX34183" fmla="*/ 575310 w 3114960"/>
              <a:gd name="connsiteY34183" fmla="*/ 1118140 h 5143785"/>
              <a:gd name="connsiteX34184" fmla="*/ 579120 w 3114960"/>
              <a:gd name="connsiteY34184" fmla="*/ 1114330 h 5143785"/>
              <a:gd name="connsiteX34185" fmla="*/ 579120 w 3114960"/>
              <a:gd name="connsiteY34185" fmla="*/ 1112234 h 5143785"/>
              <a:gd name="connsiteX34186" fmla="*/ 651891 w 3114960"/>
              <a:gd name="connsiteY34186" fmla="*/ 1112234 h 5143785"/>
              <a:gd name="connsiteX34187" fmla="*/ 667512 w 3114960"/>
              <a:gd name="connsiteY34187" fmla="*/ 1126522 h 5143785"/>
              <a:gd name="connsiteX34188" fmla="*/ 765524 w 3114960"/>
              <a:gd name="connsiteY34188" fmla="*/ 1126522 h 5143785"/>
              <a:gd name="connsiteX34189" fmla="*/ 766001 w 3114960"/>
              <a:gd name="connsiteY34189" fmla="*/ 1128903 h 5143785"/>
              <a:gd name="connsiteX34190" fmla="*/ 772763 w 3114960"/>
              <a:gd name="connsiteY34190" fmla="*/ 1135666 h 5143785"/>
              <a:gd name="connsiteX34191" fmla="*/ 777526 w 3114960"/>
              <a:gd name="connsiteY34191" fmla="*/ 1136618 h 5143785"/>
              <a:gd name="connsiteX34192" fmla="*/ 789051 w 3114960"/>
              <a:gd name="connsiteY34192" fmla="*/ 1128903 h 5143785"/>
              <a:gd name="connsiteX34193" fmla="*/ 782288 w 3114960"/>
              <a:gd name="connsiteY34193" fmla="*/ 1112711 h 5143785"/>
              <a:gd name="connsiteX34194" fmla="*/ 772763 w 3114960"/>
              <a:gd name="connsiteY34194" fmla="*/ 1112711 h 5143785"/>
              <a:gd name="connsiteX34195" fmla="*/ 766001 w 3114960"/>
              <a:gd name="connsiteY34195" fmla="*/ 1119473 h 5143785"/>
              <a:gd name="connsiteX34196" fmla="*/ 765524 w 3114960"/>
              <a:gd name="connsiteY34196" fmla="*/ 1121855 h 5143785"/>
              <a:gd name="connsiteX34197" fmla="*/ 669417 w 3114960"/>
              <a:gd name="connsiteY34197" fmla="*/ 1121855 h 5143785"/>
              <a:gd name="connsiteX34198" fmla="*/ 653796 w 3114960"/>
              <a:gd name="connsiteY34198" fmla="*/ 1107662 h 5143785"/>
              <a:gd name="connsiteX34199" fmla="*/ 579215 w 3114960"/>
              <a:gd name="connsiteY34199" fmla="*/ 1107662 h 5143785"/>
              <a:gd name="connsiteX34200" fmla="*/ 579215 w 3114960"/>
              <a:gd name="connsiteY34200" fmla="*/ 1105472 h 5143785"/>
              <a:gd name="connsiteX34201" fmla="*/ 575405 w 3114960"/>
              <a:gd name="connsiteY34201" fmla="*/ 1101662 h 5143785"/>
              <a:gd name="connsiteX34202" fmla="*/ 566547 w 3114960"/>
              <a:gd name="connsiteY34202" fmla="*/ 1101662 h 5143785"/>
              <a:gd name="connsiteX34203" fmla="*/ 566547 w 3114960"/>
              <a:gd name="connsiteY34203" fmla="*/ 1080611 h 5143785"/>
              <a:gd name="connsiteX34204" fmla="*/ 575405 w 3114960"/>
              <a:gd name="connsiteY34204" fmla="*/ 1080611 h 5143785"/>
              <a:gd name="connsiteX34205" fmla="*/ 579215 w 3114960"/>
              <a:gd name="connsiteY34205" fmla="*/ 1076801 h 5143785"/>
              <a:gd name="connsiteX34206" fmla="*/ 579215 w 3114960"/>
              <a:gd name="connsiteY34206" fmla="*/ 1074706 h 5143785"/>
              <a:gd name="connsiteX34207" fmla="*/ 724948 w 3114960"/>
              <a:gd name="connsiteY34207" fmla="*/ 1074706 h 5143785"/>
              <a:gd name="connsiteX34208" fmla="*/ 740569 w 3114960"/>
              <a:gd name="connsiteY34208" fmla="*/ 1088993 h 5143785"/>
              <a:gd name="connsiteX34209" fmla="*/ 800576 w 3114960"/>
              <a:gd name="connsiteY34209" fmla="*/ 1088993 h 5143785"/>
              <a:gd name="connsiteX34210" fmla="*/ 800576 w 3114960"/>
              <a:gd name="connsiteY34210" fmla="*/ 1091565 h 5143785"/>
              <a:gd name="connsiteX34211" fmla="*/ 807529 w 3114960"/>
              <a:gd name="connsiteY34211" fmla="*/ 1098518 h 5143785"/>
              <a:gd name="connsiteX34212" fmla="*/ 828294 w 3114960"/>
              <a:gd name="connsiteY34212" fmla="*/ 1098518 h 5143785"/>
              <a:gd name="connsiteX34213" fmla="*/ 835247 w 3114960"/>
              <a:gd name="connsiteY34213" fmla="*/ 1091565 h 5143785"/>
              <a:gd name="connsiteX34214" fmla="*/ 835247 w 3114960"/>
              <a:gd name="connsiteY34214" fmla="*/ 1081564 h 5143785"/>
              <a:gd name="connsiteX34215" fmla="*/ 828294 w 3114960"/>
              <a:gd name="connsiteY34215" fmla="*/ 1074611 h 5143785"/>
              <a:gd name="connsiteX34216" fmla="*/ 807529 w 3114960"/>
              <a:gd name="connsiteY34216" fmla="*/ 1074611 h 5143785"/>
              <a:gd name="connsiteX34217" fmla="*/ 800576 w 3114960"/>
              <a:gd name="connsiteY34217" fmla="*/ 1081564 h 5143785"/>
              <a:gd name="connsiteX34218" fmla="*/ 800576 w 3114960"/>
              <a:gd name="connsiteY34218" fmla="*/ 1084231 h 5143785"/>
              <a:gd name="connsiteX34219" fmla="*/ 742379 w 3114960"/>
              <a:gd name="connsiteY34219" fmla="*/ 1084231 h 5143785"/>
              <a:gd name="connsiteX34220" fmla="*/ 726758 w 3114960"/>
              <a:gd name="connsiteY34220" fmla="*/ 1070134 h 5143785"/>
              <a:gd name="connsiteX34221" fmla="*/ 579215 w 3114960"/>
              <a:gd name="connsiteY34221" fmla="*/ 1070134 h 5143785"/>
              <a:gd name="connsiteX34222" fmla="*/ 579215 w 3114960"/>
              <a:gd name="connsiteY34222" fmla="*/ 1067943 h 5143785"/>
              <a:gd name="connsiteX34223" fmla="*/ 575405 w 3114960"/>
              <a:gd name="connsiteY34223" fmla="*/ 1064133 h 5143785"/>
              <a:gd name="connsiteX34224" fmla="*/ 566547 w 3114960"/>
              <a:gd name="connsiteY34224" fmla="*/ 1064133 h 5143785"/>
              <a:gd name="connsiteX34225" fmla="*/ 566547 w 3114960"/>
              <a:gd name="connsiteY34225" fmla="*/ 1043083 h 5143785"/>
              <a:gd name="connsiteX34226" fmla="*/ 575405 w 3114960"/>
              <a:gd name="connsiteY34226" fmla="*/ 1043083 h 5143785"/>
              <a:gd name="connsiteX34227" fmla="*/ 579215 w 3114960"/>
              <a:gd name="connsiteY34227" fmla="*/ 1039273 h 5143785"/>
              <a:gd name="connsiteX34228" fmla="*/ 579215 w 3114960"/>
              <a:gd name="connsiteY34228" fmla="*/ 1037844 h 5143785"/>
              <a:gd name="connsiteX34229" fmla="*/ 765048 w 3114960"/>
              <a:gd name="connsiteY34229" fmla="*/ 1037368 h 5143785"/>
              <a:gd name="connsiteX34230" fmla="*/ 778478 w 3114960"/>
              <a:gd name="connsiteY34230" fmla="*/ 1047464 h 5143785"/>
              <a:gd name="connsiteX34231" fmla="*/ 954215 w 3114960"/>
              <a:gd name="connsiteY34231" fmla="*/ 1048226 h 5143785"/>
              <a:gd name="connsiteX34232" fmla="*/ 974312 w 3114960"/>
              <a:gd name="connsiteY34232" fmla="*/ 1068515 h 5143785"/>
              <a:gd name="connsiteX34233" fmla="*/ 1016032 w 3114960"/>
              <a:gd name="connsiteY34233" fmla="*/ 1068324 h 5143785"/>
              <a:gd name="connsiteX34234" fmla="*/ 1025747 w 3114960"/>
              <a:gd name="connsiteY34234" fmla="*/ 1076611 h 5143785"/>
              <a:gd name="connsiteX34235" fmla="*/ 1035749 w 3114960"/>
              <a:gd name="connsiteY34235" fmla="*/ 1066610 h 5143785"/>
              <a:gd name="connsiteX34236" fmla="*/ 1025747 w 3114960"/>
              <a:gd name="connsiteY34236" fmla="*/ 1056608 h 5143785"/>
              <a:gd name="connsiteX34237" fmla="*/ 1022699 w 3114960"/>
              <a:gd name="connsiteY34237" fmla="*/ 1057180 h 5143785"/>
              <a:gd name="connsiteX34238" fmla="*/ 978122 w 3114960"/>
              <a:gd name="connsiteY34238" fmla="*/ 1006888 h 5143785"/>
              <a:gd name="connsiteX34239" fmla="*/ 886206 w 3114960"/>
              <a:gd name="connsiteY34239" fmla="*/ 1006697 h 5143785"/>
              <a:gd name="connsiteX34240" fmla="*/ 885730 w 3114960"/>
              <a:gd name="connsiteY34240" fmla="*/ 1004316 h 5143785"/>
              <a:gd name="connsiteX34241" fmla="*/ 878967 w 3114960"/>
              <a:gd name="connsiteY34241" fmla="*/ 997553 h 5143785"/>
              <a:gd name="connsiteX34242" fmla="*/ 869442 w 3114960"/>
              <a:gd name="connsiteY34242" fmla="*/ 997553 h 5143785"/>
              <a:gd name="connsiteX34243" fmla="*/ 862679 w 3114960"/>
              <a:gd name="connsiteY34243" fmla="*/ 1004316 h 5143785"/>
              <a:gd name="connsiteX34244" fmla="*/ 862679 w 3114960"/>
              <a:gd name="connsiteY34244" fmla="*/ 1013841 h 5143785"/>
              <a:gd name="connsiteX34245" fmla="*/ 869442 w 3114960"/>
              <a:gd name="connsiteY34245" fmla="*/ 1020604 h 5143785"/>
              <a:gd name="connsiteX34246" fmla="*/ 874204 w 3114960"/>
              <a:gd name="connsiteY34246" fmla="*/ 1021556 h 5143785"/>
              <a:gd name="connsiteX34247" fmla="*/ 885730 w 3114960"/>
              <a:gd name="connsiteY34247" fmla="*/ 1013841 h 5143785"/>
              <a:gd name="connsiteX34248" fmla="*/ 886206 w 3114960"/>
              <a:gd name="connsiteY34248" fmla="*/ 1011460 h 5143785"/>
              <a:gd name="connsiteX34249" fmla="*/ 975932 w 3114960"/>
              <a:gd name="connsiteY34249" fmla="*/ 1011650 h 5143785"/>
              <a:gd name="connsiteX34250" fmla="*/ 1018508 w 3114960"/>
              <a:gd name="connsiteY34250" fmla="*/ 1059656 h 5143785"/>
              <a:gd name="connsiteX34251" fmla="*/ 1016318 w 3114960"/>
              <a:gd name="connsiteY34251" fmla="*/ 1063657 h 5143785"/>
              <a:gd name="connsiteX34252" fmla="*/ 976313 w 3114960"/>
              <a:gd name="connsiteY34252" fmla="*/ 1063847 h 5143785"/>
              <a:gd name="connsiteX34253" fmla="*/ 956215 w 3114960"/>
              <a:gd name="connsiteY34253" fmla="*/ 1043559 h 5143785"/>
              <a:gd name="connsiteX34254" fmla="*/ 780098 w 3114960"/>
              <a:gd name="connsiteY34254" fmla="*/ 1042797 h 5143785"/>
              <a:gd name="connsiteX34255" fmla="*/ 766572 w 3114960"/>
              <a:gd name="connsiteY34255" fmla="*/ 1032701 h 5143785"/>
              <a:gd name="connsiteX34256" fmla="*/ 579215 w 3114960"/>
              <a:gd name="connsiteY34256" fmla="*/ 1033177 h 5143785"/>
              <a:gd name="connsiteX34257" fmla="*/ 579215 w 3114960"/>
              <a:gd name="connsiteY34257" fmla="*/ 1030319 h 5143785"/>
              <a:gd name="connsiteX34258" fmla="*/ 575405 w 3114960"/>
              <a:gd name="connsiteY34258" fmla="*/ 1026509 h 5143785"/>
              <a:gd name="connsiteX34259" fmla="*/ 566547 w 3114960"/>
              <a:gd name="connsiteY34259" fmla="*/ 1026509 h 5143785"/>
              <a:gd name="connsiteX34260" fmla="*/ 566547 w 3114960"/>
              <a:gd name="connsiteY34260" fmla="*/ 1005459 h 5143785"/>
              <a:gd name="connsiteX34261" fmla="*/ 575405 w 3114960"/>
              <a:gd name="connsiteY34261" fmla="*/ 1005459 h 5143785"/>
              <a:gd name="connsiteX34262" fmla="*/ 579215 w 3114960"/>
              <a:gd name="connsiteY34262" fmla="*/ 1001649 h 5143785"/>
              <a:gd name="connsiteX34263" fmla="*/ 579215 w 3114960"/>
              <a:gd name="connsiteY34263" fmla="*/ 999554 h 5143785"/>
              <a:gd name="connsiteX34264" fmla="*/ 694373 w 3114960"/>
              <a:gd name="connsiteY34264" fmla="*/ 999554 h 5143785"/>
              <a:gd name="connsiteX34265" fmla="*/ 709994 w 3114960"/>
              <a:gd name="connsiteY34265" fmla="*/ 1013746 h 5143785"/>
              <a:gd name="connsiteX34266" fmla="*/ 808387 w 3114960"/>
              <a:gd name="connsiteY34266" fmla="*/ 1013746 h 5143785"/>
              <a:gd name="connsiteX34267" fmla="*/ 814102 w 3114960"/>
              <a:gd name="connsiteY34267" fmla="*/ 1020604 h 5143785"/>
              <a:gd name="connsiteX34268" fmla="*/ 827246 w 3114960"/>
              <a:gd name="connsiteY34268" fmla="*/ 1015175 h 5143785"/>
              <a:gd name="connsiteX34269" fmla="*/ 821817 w 3114960"/>
              <a:gd name="connsiteY34269" fmla="*/ 1002030 h 5143785"/>
              <a:gd name="connsiteX34270" fmla="*/ 808673 w 3114960"/>
              <a:gd name="connsiteY34270" fmla="*/ 1007459 h 5143785"/>
              <a:gd name="connsiteX34271" fmla="*/ 808387 w 3114960"/>
              <a:gd name="connsiteY34271" fmla="*/ 1008888 h 5143785"/>
              <a:gd name="connsiteX34272" fmla="*/ 711803 w 3114960"/>
              <a:gd name="connsiteY34272" fmla="*/ 1008888 h 5143785"/>
              <a:gd name="connsiteX34273" fmla="*/ 696182 w 3114960"/>
              <a:gd name="connsiteY34273" fmla="*/ 994696 h 5143785"/>
              <a:gd name="connsiteX34274" fmla="*/ 579215 w 3114960"/>
              <a:gd name="connsiteY34274" fmla="*/ 994696 h 5143785"/>
              <a:gd name="connsiteX34275" fmla="*/ 579215 w 3114960"/>
              <a:gd name="connsiteY34275" fmla="*/ 992600 h 5143785"/>
              <a:gd name="connsiteX34276" fmla="*/ 575405 w 3114960"/>
              <a:gd name="connsiteY34276" fmla="*/ 988790 h 5143785"/>
              <a:gd name="connsiteX34277" fmla="*/ 566928 w 3114960"/>
              <a:gd name="connsiteY34277" fmla="*/ 988790 h 5143785"/>
              <a:gd name="connsiteX34278" fmla="*/ 566928 w 3114960"/>
              <a:gd name="connsiteY34278" fmla="*/ 967740 h 5143785"/>
              <a:gd name="connsiteX34279" fmla="*/ 575405 w 3114960"/>
              <a:gd name="connsiteY34279" fmla="*/ 967740 h 5143785"/>
              <a:gd name="connsiteX34280" fmla="*/ 579215 w 3114960"/>
              <a:gd name="connsiteY34280" fmla="*/ 963930 h 5143785"/>
              <a:gd name="connsiteX34281" fmla="*/ 579215 w 3114960"/>
              <a:gd name="connsiteY34281" fmla="*/ 961835 h 5143785"/>
              <a:gd name="connsiteX34282" fmla="*/ 637889 w 3114960"/>
              <a:gd name="connsiteY34282" fmla="*/ 962311 h 5143785"/>
              <a:gd name="connsiteX34283" fmla="*/ 657416 w 3114960"/>
              <a:gd name="connsiteY34283" fmla="*/ 979170 h 5143785"/>
              <a:gd name="connsiteX34284" fmla="*/ 836200 w 3114960"/>
              <a:gd name="connsiteY34284" fmla="*/ 979170 h 5143785"/>
              <a:gd name="connsiteX34285" fmla="*/ 860298 w 3114960"/>
              <a:gd name="connsiteY34285" fmla="*/ 958977 h 5143785"/>
              <a:gd name="connsiteX34286" fmla="*/ 860298 w 3114960"/>
              <a:gd name="connsiteY34286" fmla="*/ 912019 h 5143785"/>
              <a:gd name="connsiteX34287" fmla="*/ 864108 w 3114960"/>
              <a:gd name="connsiteY34287" fmla="*/ 910685 h 5143785"/>
              <a:gd name="connsiteX34288" fmla="*/ 868680 w 3114960"/>
              <a:gd name="connsiteY34288" fmla="*/ 893731 h 5143785"/>
              <a:gd name="connsiteX34289" fmla="*/ 851726 w 3114960"/>
              <a:gd name="connsiteY34289" fmla="*/ 889159 h 5143785"/>
              <a:gd name="connsiteX34290" fmla="*/ 847154 w 3114960"/>
              <a:gd name="connsiteY34290" fmla="*/ 906113 h 5143785"/>
              <a:gd name="connsiteX34291" fmla="*/ 854678 w 3114960"/>
              <a:gd name="connsiteY34291" fmla="*/ 911924 h 5143785"/>
              <a:gd name="connsiteX34292" fmla="*/ 855536 w 3114960"/>
              <a:gd name="connsiteY34292" fmla="*/ 912019 h 5143785"/>
              <a:gd name="connsiteX34293" fmla="*/ 855536 w 3114960"/>
              <a:gd name="connsiteY34293" fmla="*/ 956786 h 5143785"/>
              <a:gd name="connsiteX34294" fmla="*/ 834485 w 3114960"/>
              <a:gd name="connsiteY34294" fmla="*/ 974312 h 5143785"/>
              <a:gd name="connsiteX34295" fmla="*/ 659225 w 3114960"/>
              <a:gd name="connsiteY34295" fmla="*/ 974312 h 5143785"/>
              <a:gd name="connsiteX34296" fmla="*/ 639699 w 3114960"/>
              <a:gd name="connsiteY34296" fmla="*/ 957548 h 5143785"/>
              <a:gd name="connsiteX34297" fmla="*/ 579311 w 3114960"/>
              <a:gd name="connsiteY34297" fmla="*/ 957072 h 5143785"/>
              <a:gd name="connsiteX34298" fmla="*/ 579311 w 3114960"/>
              <a:gd name="connsiteY34298" fmla="*/ 954881 h 5143785"/>
              <a:gd name="connsiteX34299" fmla="*/ 575501 w 3114960"/>
              <a:gd name="connsiteY34299" fmla="*/ 951071 h 5143785"/>
              <a:gd name="connsiteX34300" fmla="*/ 566642 w 3114960"/>
              <a:gd name="connsiteY34300" fmla="*/ 951071 h 5143785"/>
              <a:gd name="connsiteX34301" fmla="*/ 566642 w 3114960"/>
              <a:gd name="connsiteY34301" fmla="*/ 930021 h 5143785"/>
              <a:gd name="connsiteX34302" fmla="*/ 575501 w 3114960"/>
              <a:gd name="connsiteY34302" fmla="*/ 930021 h 5143785"/>
              <a:gd name="connsiteX34303" fmla="*/ 579311 w 3114960"/>
              <a:gd name="connsiteY34303" fmla="*/ 926211 h 5143785"/>
              <a:gd name="connsiteX34304" fmla="*/ 579311 w 3114960"/>
              <a:gd name="connsiteY34304" fmla="*/ 924877 h 5143785"/>
              <a:gd name="connsiteX34305" fmla="*/ 637985 w 3114960"/>
              <a:gd name="connsiteY34305" fmla="*/ 925354 h 5143785"/>
              <a:gd name="connsiteX34306" fmla="*/ 657511 w 3114960"/>
              <a:gd name="connsiteY34306" fmla="*/ 942213 h 5143785"/>
              <a:gd name="connsiteX34307" fmla="*/ 800672 w 3114960"/>
              <a:gd name="connsiteY34307" fmla="*/ 941642 h 5143785"/>
              <a:gd name="connsiteX34308" fmla="*/ 820484 w 3114960"/>
              <a:gd name="connsiteY34308" fmla="*/ 922306 h 5143785"/>
              <a:gd name="connsiteX34309" fmla="*/ 820484 w 3114960"/>
              <a:gd name="connsiteY34309" fmla="*/ 895636 h 5143785"/>
              <a:gd name="connsiteX34310" fmla="*/ 690372 w 3114960"/>
              <a:gd name="connsiteY34310" fmla="*/ 895636 h 5143785"/>
              <a:gd name="connsiteX34311" fmla="*/ 689134 w 3114960"/>
              <a:gd name="connsiteY34311" fmla="*/ 891826 h 5143785"/>
              <a:gd name="connsiteX34312" fmla="*/ 689134 w 3114960"/>
              <a:gd name="connsiteY34312" fmla="*/ 891826 h 5143785"/>
              <a:gd name="connsiteX34313" fmla="*/ 672179 w 3114960"/>
              <a:gd name="connsiteY34313" fmla="*/ 887254 h 5143785"/>
              <a:gd name="connsiteX34314" fmla="*/ 667607 w 3114960"/>
              <a:gd name="connsiteY34314" fmla="*/ 904208 h 5143785"/>
              <a:gd name="connsiteX34315" fmla="*/ 678371 w 3114960"/>
              <a:gd name="connsiteY34315" fmla="*/ 910400 h 5143785"/>
              <a:gd name="connsiteX34316" fmla="*/ 684562 w 3114960"/>
              <a:gd name="connsiteY34316" fmla="*/ 908780 h 5143785"/>
              <a:gd name="connsiteX34317" fmla="*/ 690372 w 3114960"/>
              <a:gd name="connsiteY34317" fmla="*/ 900398 h 5143785"/>
              <a:gd name="connsiteX34318" fmla="*/ 815721 w 3114960"/>
              <a:gd name="connsiteY34318" fmla="*/ 900398 h 5143785"/>
              <a:gd name="connsiteX34319" fmla="*/ 815721 w 3114960"/>
              <a:gd name="connsiteY34319" fmla="*/ 920306 h 5143785"/>
              <a:gd name="connsiteX34320" fmla="*/ 798767 w 3114960"/>
              <a:gd name="connsiteY34320" fmla="*/ 936879 h 5143785"/>
              <a:gd name="connsiteX34321" fmla="*/ 659321 w 3114960"/>
              <a:gd name="connsiteY34321" fmla="*/ 937451 h 5143785"/>
              <a:gd name="connsiteX34322" fmla="*/ 639794 w 3114960"/>
              <a:gd name="connsiteY34322" fmla="*/ 920591 h 5143785"/>
              <a:gd name="connsiteX34323" fmla="*/ 579406 w 3114960"/>
              <a:gd name="connsiteY34323" fmla="*/ 920115 h 5143785"/>
              <a:gd name="connsiteX34324" fmla="*/ 579406 w 3114960"/>
              <a:gd name="connsiteY34324" fmla="*/ 917258 h 5143785"/>
              <a:gd name="connsiteX34325" fmla="*/ 575596 w 3114960"/>
              <a:gd name="connsiteY34325" fmla="*/ 913448 h 5143785"/>
              <a:gd name="connsiteX34326" fmla="*/ 566738 w 3114960"/>
              <a:gd name="connsiteY34326" fmla="*/ 913448 h 5143785"/>
              <a:gd name="connsiteX34327" fmla="*/ 566738 w 3114960"/>
              <a:gd name="connsiteY34327" fmla="*/ 892397 h 5143785"/>
              <a:gd name="connsiteX34328" fmla="*/ 575596 w 3114960"/>
              <a:gd name="connsiteY34328" fmla="*/ 892397 h 5143785"/>
              <a:gd name="connsiteX34329" fmla="*/ 579406 w 3114960"/>
              <a:gd name="connsiteY34329" fmla="*/ 888587 h 5143785"/>
              <a:gd name="connsiteX34330" fmla="*/ 579406 w 3114960"/>
              <a:gd name="connsiteY34330" fmla="*/ 886492 h 5143785"/>
              <a:gd name="connsiteX34331" fmla="*/ 609600 w 3114960"/>
              <a:gd name="connsiteY34331" fmla="*/ 886492 h 5143785"/>
              <a:gd name="connsiteX34332" fmla="*/ 638842 w 3114960"/>
              <a:gd name="connsiteY34332" fmla="*/ 870204 h 5143785"/>
              <a:gd name="connsiteX34333" fmla="*/ 731139 w 3114960"/>
              <a:gd name="connsiteY34333" fmla="*/ 870204 h 5143785"/>
              <a:gd name="connsiteX34334" fmla="*/ 746760 w 3114960"/>
              <a:gd name="connsiteY34334" fmla="*/ 856012 h 5143785"/>
              <a:gd name="connsiteX34335" fmla="*/ 850487 w 3114960"/>
              <a:gd name="connsiteY34335" fmla="*/ 856012 h 5143785"/>
              <a:gd name="connsiteX34336" fmla="*/ 850487 w 3114960"/>
              <a:gd name="connsiteY34336" fmla="*/ 857536 h 5143785"/>
              <a:gd name="connsiteX34337" fmla="*/ 857441 w 3114960"/>
              <a:gd name="connsiteY34337" fmla="*/ 864489 h 5143785"/>
              <a:gd name="connsiteX34338" fmla="*/ 878205 w 3114960"/>
              <a:gd name="connsiteY34338" fmla="*/ 864489 h 5143785"/>
              <a:gd name="connsiteX34339" fmla="*/ 885158 w 3114960"/>
              <a:gd name="connsiteY34339" fmla="*/ 857536 h 5143785"/>
              <a:gd name="connsiteX34340" fmla="*/ 885158 w 3114960"/>
              <a:gd name="connsiteY34340" fmla="*/ 847535 h 5143785"/>
              <a:gd name="connsiteX34341" fmla="*/ 878205 w 3114960"/>
              <a:gd name="connsiteY34341" fmla="*/ 840581 h 5143785"/>
              <a:gd name="connsiteX34342" fmla="*/ 857441 w 3114960"/>
              <a:gd name="connsiteY34342" fmla="*/ 840581 h 5143785"/>
              <a:gd name="connsiteX34343" fmla="*/ 850487 w 3114960"/>
              <a:gd name="connsiteY34343" fmla="*/ 847535 h 5143785"/>
              <a:gd name="connsiteX34344" fmla="*/ 850487 w 3114960"/>
              <a:gd name="connsiteY34344" fmla="*/ 851249 h 5143785"/>
              <a:gd name="connsiteX34345" fmla="*/ 744855 w 3114960"/>
              <a:gd name="connsiteY34345" fmla="*/ 851249 h 5143785"/>
              <a:gd name="connsiteX34346" fmla="*/ 729234 w 3114960"/>
              <a:gd name="connsiteY34346" fmla="*/ 865442 h 5143785"/>
              <a:gd name="connsiteX34347" fmla="*/ 770382 w 3114960"/>
              <a:gd name="connsiteY34347" fmla="*/ 1121759 h 5143785"/>
              <a:gd name="connsiteX34348" fmla="*/ 774573 w 3114960"/>
              <a:gd name="connsiteY34348" fmla="*/ 1117664 h 5143785"/>
              <a:gd name="connsiteX34349" fmla="*/ 777526 w 3114960"/>
              <a:gd name="connsiteY34349" fmla="*/ 1117092 h 5143785"/>
              <a:gd name="connsiteX34350" fmla="*/ 780479 w 3114960"/>
              <a:gd name="connsiteY34350" fmla="*/ 1117664 h 5143785"/>
              <a:gd name="connsiteX34351" fmla="*/ 784670 w 3114960"/>
              <a:gd name="connsiteY34351" fmla="*/ 1127665 h 5143785"/>
              <a:gd name="connsiteX34352" fmla="*/ 774668 w 3114960"/>
              <a:gd name="connsiteY34352" fmla="*/ 1131761 h 5143785"/>
              <a:gd name="connsiteX34353" fmla="*/ 770477 w 3114960"/>
              <a:gd name="connsiteY34353" fmla="*/ 1127665 h 5143785"/>
              <a:gd name="connsiteX34354" fmla="*/ 770477 w 3114960"/>
              <a:gd name="connsiteY34354" fmla="*/ 1121759 h 5143785"/>
              <a:gd name="connsiteX34355" fmla="*/ 805244 w 3114960"/>
              <a:gd name="connsiteY34355" fmla="*/ 1081850 h 5143785"/>
              <a:gd name="connsiteX34356" fmla="*/ 807434 w 3114960"/>
              <a:gd name="connsiteY34356" fmla="*/ 1079659 h 5143785"/>
              <a:gd name="connsiteX34357" fmla="*/ 828199 w 3114960"/>
              <a:gd name="connsiteY34357" fmla="*/ 1079659 h 5143785"/>
              <a:gd name="connsiteX34358" fmla="*/ 830390 w 3114960"/>
              <a:gd name="connsiteY34358" fmla="*/ 1081850 h 5143785"/>
              <a:gd name="connsiteX34359" fmla="*/ 830390 w 3114960"/>
              <a:gd name="connsiteY34359" fmla="*/ 1091851 h 5143785"/>
              <a:gd name="connsiteX34360" fmla="*/ 828199 w 3114960"/>
              <a:gd name="connsiteY34360" fmla="*/ 1094042 h 5143785"/>
              <a:gd name="connsiteX34361" fmla="*/ 807434 w 3114960"/>
              <a:gd name="connsiteY34361" fmla="*/ 1094042 h 5143785"/>
              <a:gd name="connsiteX34362" fmla="*/ 805244 w 3114960"/>
              <a:gd name="connsiteY34362" fmla="*/ 1091851 h 5143785"/>
              <a:gd name="connsiteX34363" fmla="*/ 805244 w 3114960"/>
              <a:gd name="connsiteY34363" fmla="*/ 1081850 h 5143785"/>
              <a:gd name="connsiteX34364" fmla="*/ 881158 w 3114960"/>
              <a:gd name="connsiteY34364" fmla="*/ 1012127 h 5143785"/>
              <a:gd name="connsiteX34365" fmla="*/ 871157 w 3114960"/>
              <a:gd name="connsiteY34365" fmla="*/ 1016318 h 5143785"/>
              <a:gd name="connsiteX34366" fmla="*/ 866966 w 3114960"/>
              <a:gd name="connsiteY34366" fmla="*/ 1012222 h 5143785"/>
              <a:gd name="connsiteX34367" fmla="*/ 866966 w 3114960"/>
              <a:gd name="connsiteY34367" fmla="*/ 1006412 h 5143785"/>
              <a:gd name="connsiteX34368" fmla="*/ 871157 w 3114960"/>
              <a:gd name="connsiteY34368" fmla="*/ 1002221 h 5143785"/>
              <a:gd name="connsiteX34369" fmla="*/ 874109 w 3114960"/>
              <a:gd name="connsiteY34369" fmla="*/ 1001649 h 5143785"/>
              <a:gd name="connsiteX34370" fmla="*/ 877062 w 3114960"/>
              <a:gd name="connsiteY34370" fmla="*/ 1002221 h 5143785"/>
              <a:gd name="connsiteX34371" fmla="*/ 881253 w 3114960"/>
              <a:gd name="connsiteY34371" fmla="*/ 1006316 h 5143785"/>
              <a:gd name="connsiteX34372" fmla="*/ 881253 w 3114960"/>
              <a:gd name="connsiteY34372" fmla="*/ 1012127 h 5143785"/>
              <a:gd name="connsiteX34373" fmla="*/ 851059 w 3114960"/>
              <a:gd name="connsiteY34373" fmla="*/ 903827 h 5143785"/>
              <a:gd name="connsiteX34374" fmla="*/ 853821 w 3114960"/>
              <a:gd name="connsiteY34374" fmla="*/ 893350 h 5143785"/>
              <a:gd name="connsiteX34375" fmla="*/ 857631 w 3114960"/>
              <a:gd name="connsiteY34375" fmla="*/ 892302 h 5143785"/>
              <a:gd name="connsiteX34376" fmla="*/ 864299 w 3114960"/>
              <a:gd name="connsiteY34376" fmla="*/ 896112 h 5143785"/>
              <a:gd name="connsiteX34377" fmla="*/ 861536 w 3114960"/>
              <a:gd name="connsiteY34377" fmla="*/ 906590 h 5143785"/>
              <a:gd name="connsiteX34378" fmla="*/ 855726 w 3114960"/>
              <a:gd name="connsiteY34378" fmla="*/ 907352 h 5143785"/>
              <a:gd name="connsiteX34379" fmla="*/ 851059 w 3114960"/>
              <a:gd name="connsiteY34379" fmla="*/ 903827 h 5143785"/>
              <a:gd name="connsiteX34380" fmla="*/ 681895 w 3114960"/>
              <a:gd name="connsiteY34380" fmla="*/ 904685 h 5143785"/>
              <a:gd name="connsiteX34381" fmla="*/ 671417 w 3114960"/>
              <a:gd name="connsiteY34381" fmla="*/ 901922 h 5143785"/>
              <a:gd name="connsiteX34382" fmla="*/ 674179 w 3114960"/>
              <a:gd name="connsiteY34382" fmla="*/ 891445 h 5143785"/>
              <a:gd name="connsiteX34383" fmla="*/ 677990 w 3114960"/>
              <a:gd name="connsiteY34383" fmla="*/ 890397 h 5143785"/>
              <a:gd name="connsiteX34384" fmla="*/ 684657 w 3114960"/>
              <a:gd name="connsiteY34384" fmla="*/ 894207 h 5143785"/>
              <a:gd name="connsiteX34385" fmla="*/ 681895 w 3114960"/>
              <a:gd name="connsiteY34385" fmla="*/ 904685 h 5143785"/>
              <a:gd name="connsiteX34386" fmla="*/ 561785 w 3114960"/>
              <a:gd name="connsiteY34386" fmla="*/ 886206 h 5143785"/>
              <a:gd name="connsiteX34387" fmla="*/ 563690 w 3114960"/>
              <a:gd name="connsiteY34387" fmla="*/ 887635 h 5143785"/>
              <a:gd name="connsiteX34388" fmla="*/ 556165 w 3114960"/>
              <a:gd name="connsiteY34388" fmla="*/ 887635 h 5143785"/>
              <a:gd name="connsiteX34389" fmla="*/ 556165 w 3114960"/>
              <a:gd name="connsiteY34389" fmla="*/ 880491 h 5143785"/>
              <a:gd name="connsiteX34390" fmla="*/ 563690 w 3114960"/>
              <a:gd name="connsiteY34390" fmla="*/ 880491 h 5143785"/>
              <a:gd name="connsiteX34391" fmla="*/ 565404 w 3114960"/>
              <a:gd name="connsiteY34391" fmla="*/ 881825 h 5143785"/>
              <a:gd name="connsiteX34392" fmla="*/ 561880 w 3114960"/>
              <a:gd name="connsiteY34392" fmla="*/ 884206 h 5143785"/>
              <a:gd name="connsiteX34393" fmla="*/ 561404 w 3114960"/>
              <a:gd name="connsiteY34393" fmla="*/ 885158 h 5143785"/>
              <a:gd name="connsiteX34394" fmla="*/ 561880 w 3114960"/>
              <a:gd name="connsiteY34394" fmla="*/ 886111 h 5143785"/>
              <a:gd name="connsiteX34395" fmla="*/ 562166 w 3114960"/>
              <a:gd name="connsiteY34395" fmla="*/ 923925 h 5143785"/>
              <a:gd name="connsiteX34396" fmla="*/ 564071 w 3114960"/>
              <a:gd name="connsiteY34396" fmla="*/ 925354 h 5143785"/>
              <a:gd name="connsiteX34397" fmla="*/ 556165 w 3114960"/>
              <a:gd name="connsiteY34397" fmla="*/ 925354 h 5143785"/>
              <a:gd name="connsiteX34398" fmla="*/ 556165 w 3114960"/>
              <a:gd name="connsiteY34398" fmla="*/ 918210 h 5143785"/>
              <a:gd name="connsiteX34399" fmla="*/ 564071 w 3114960"/>
              <a:gd name="connsiteY34399" fmla="*/ 918210 h 5143785"/>
              <a:gd name="connsiteX34400" fmla="*/ 565785 w 3114960"/>
              <a:gd name="connsiteY34400" fmla="*/ 919544 h 5143785"/>
              <a:gd name="connsiteX34401" fmla="*/ 562261 w 3114960"/>
              <a:gd name="connsiteY34401" fmla="*/ 921925 h 5143785"/>
              <a:gd name="connsiteX34402" fmla="*/ 561785 w 3114960"/>
              <a:gd name="connsiteY34402" fmla="*/ 922877 h 5143785"/>
              <a:gd name="connsiteX34403" fmla="*/ 562261 w 3114960"/>
              <a:gd name="connsiteY34403" fmla="*/ 923830 h 5143785"/>
              <a:gd name="connsiteX34404" fmla="*/ 562166 w 3114960"/>
              <a:gd name="connsiteY34404" fmla="*/ 961644 h 5143785"/>
              <a:gd name="connsiteX34405" fmla="*/ 564071 w 3114960"/>
              <a:gd name="connsiteY34405" fmla="*/ 963073 h 5143785"/>
              <a:gd name="connsiteX34406" fmla="*/ 556165 w 3114960"/>
              <a:gd name="connsiteY34406" fmla="*/ 963073 h 5143785"/>
              <a:gd name="connsiteX34407" fmla="*/ 556165 w 3114960"/>
              <a:gd name="connsiteY34407" fmla="*/ 955929 h 5143785"/>
              <a:gd name="connsiteX34408" fmla="*/ 564071 w 3114960"/>
              <a:gd name="connsiteY34408" fmla="*/ 955929 h 5143785"/>
              <a:gd name="connsiteX34409" fmla="*/ 565785 w 3114960"/>
              <a:gd name="connsiteY34409" fmla="*/ 957263 h 5143785"/>
              <a:gd name="connsiteX34410" fmla="*/ 562261 w 3114960"/>
              <a:gd name="connsiteY34410" fmla="*/ 959644 h 5143785"/>
              <a:gd name="connsiteX34411" fmla="*/ 561785 w 3114960"/>
              <a:gd name="connsiteY34411" fmla="*/ 960596 h 5143785"/>
              <a:gd name="connsiteX34412" fmla="*/ 562261 w 3114960"/>
              <a:gd name="connsiteY34412" fmla="*/ 961549 h 5143785"/>
              <a:gd name="connsiteX34413" fmla="*/ 562166 w 3114960"/>
              <a:gd name="connsiteY34413" fmla="*/ 999363 h 5143785"/>
              <a:gd name="connsiteX34414" fmla="*/ 564071 w 3114960"/>
              <a:gd name="connsiteY34414" fmla="*/ 1000792 h 5143785"/>
              <a:gd name="connsiteX34415" fmla="*/ 556165 w 3114960"/>
              <a:gd name="connsiteY34415" fmla="*/ 1000792 h 5143785"/>
              <a:gd name="connsiteX34416" fmla="*/ 556165 w 3114960"/>
              <a:gd name="connsiteY34416" fmla="*/ 993648 h 5143785"/>
              <a:gd name="connsiteX34417" fmla="*/ 564071 w 3114960"/>
              <a:gd name="connsiteY34417" fmla="*/ 993648 h 5143785"/>
              <a:gd name="connsiteX34418" fmla="*/ 565785 w 3114960"/>
              <a:gd name="connsiteY34418" fmla="*/ 994982 h 5143785"/>
              <a:gd name="connsiteX34419" fmla="*/ 562261 w 3114960"/>
              <a:gd name="connsiteY34419" fmla="*/ 997363 h 5143785"/>
              <a:gd name="connsiteX34420" fmla="*/ 561785 w 3114960"/>
              <a:gd name="connsiteY34420" fmla="*/ 998315 h 5143785"/>
              <a:gd name="connsiteX34421" fmla="*/ 562261 w 3114960"/>
              <a:gd name="connsiteY34421" fmla="*/ 999268 h 5143785"/>
              <a:gd name="connsiteX34422" fmla="*/ 562166 w 3114960"/>
              <a:gd name="connsiteY34422" fmla="*/ 1037082 h 5143785"/>
              <a:gd name="connsiteX34423" fmla="*/ 564071 w 3114960"/>
              <a:gd name="connsiteY34423" fmla="*/ 1038511 h 5143785"/>
              <a:gd name="connsiteX34424" fmla="*/ 556165 w 3114960"/>
              <a:gd name="connsiteY34424" fmla="*/ 1038511 h 5143785"/>
              <a:gd name="connsiteX34425" fmla="*/ 556165 w 3114960"/>
              <a:gd name="connsiteY34425" fmla="*/ 1031367 h 5143785"/>
              <a:gd name="connsiteX34426" fmla="*/ 564071 w 3114960"/>
              <a:gd name="connsiteY34426" fmla="*/ 1031367 h 5143785"/>
              <a:gd name="connsiteX34427" fmla="*/ 565785 w 3114960"/>
              <a:gd name="connsiteY34427" fmla="*/ 1032701 h 5143785"/>
              <a:gd name="connsiteX34428" fmla="*/ 562261 w 3114960"/>
              <a:gd name="connsiteY34428" fmla="*/ 1035082 h 5143785"/>
              <a:gd name="connsiteX34429" fmla="*/ 561785 w 3114960"/>
              <a:gd name="connsiteY34429" fmla="*/ 1036034 h 5143785"/>
              <a:gd name="connsiteX34430" fmla="*/ 562261 w 3114960"/>
              <a:gd name="connsiteY34430" fmla="*/ 1036987 h 5143785"/>
              <a:gd name="connsiteX34431" fmla="*/ 562166 w 3114960"/>
              <a:gd name="connsiteY34431" fmla="*/ 1074801 h 5143785"/>
              <a:gd name="connsiteX34432" fmla="*/ 564071 w 3114960"/>
              <a:gd name="connsiteY34432" fmla="*/ 1076230 h 5143785"/>
              <a:gd name="connsiteX34433" fmla="*/ 556165 w 3114960"/>
              <a:gd name="connsiteY34433" fmla="*/ 1076230 h 5143785"/>
              <a:gd name="connsiteX34434" fmla="*/ 556165 w 3114960"/>
              <a:gd name="connsiteY34434" fmla="*/ 1069086 h 5143785"/>
              <a:gd name="connsiteX34435" fmla="*/ 564071 w 3114960"/>
              <a:gd name="connsiteY34435" fmla="*/ 1069086 h 5143785"/>
              <a:gd name="connsiteX34436" fmla="*/ 565785 w 3114960"/>
              <a:gd name="connsiteY34436" fmla="*/ 1070420 h 5143785"/>
              <a:gd name="connsiteX34437" fmla="*/ 562261 w 3114960"/>
              <a:gd name="connsiteY34437" fmla="*/ 1072801 h 5143785"/>
              <a:gd name="connsiteX34438" fmla="*/ 561785 w 3114960"/>
              <a:gd name="connsiteY34438" fmla="*/ 1073753 h 5143785"/>
              <a:gd name="connsiteX34439" fmla="*/ 562261 w 3114960"/>
              <a:gd name="connsiteY34439" fmla="*/ 1074706 h 5143785"/>
              <a:gd name="connsiteX34440" fmla="*/ 556070 w 3114960"/>
              <a:gd name="connsiteY34440" fmla="*/ 1113949 h 5143785"/>
              <a:gd name="connsiteX34441" fmla="*/ 556070 w 3114960"/>
              <a:gd name="connsiteY34441" fmla="*/ 1106805 h 5143785"/>
              <a:gd name="connsiteX34442" fmla="*/ 563975 w 3114960"/>
              <a:gd name="connsiteY34442" fmla="*/ 1106805 h 5143785"/>
              <a:gd name="connsiteX34443" fmla="*/ 565690 w 3114960"/>
              <a:gd name="connsiteY34443" fmla="*/ 1108139 h 5143785"/>
              <a:gd name="connsiteX34444" fmla="*/ 562166 w 3114960"/>
              <a:gd name="connsiteY34444" fmla="*/ 1110520 h 5143785"/>
              <a:gd name="connsiteX34445" fmla="*/ 561689 w 3114960"/>
              <a:gd name="connsiteY34445" fmla="*/ 1111472 h 5143785"/>
              <a:gd name="connsiteX34446" fmla="*/ 562166 w 3114960"/>
              <a:gd name="connsiteY34446" fmla="*/ 1112425 h 5143785"/>
              <a:gd name="connsiteX34447" fmla="*/ 564071 w 3114960"/>
              <a:gd name="connsiteY34447" fmla="*/ 1113854 h 5143785"/>
              <a:gd name="connsiteX34448" fmla="*/ 556165 w 3114960"/>
              <a:gd name="connsiteY34448" fmla="*/ 1113854 h 5143785"/>
              <a:gd name="connsiteX34449" fmla="*/ 568452 w 3114960"/>
              <a:gd name="connsiteY34449" fmla="*/ 1107377 h 5143785"/>
              <a:gd name="connsiteX34450" fmla="*/ 567785 w 3114960"/>
              <a:gd name="connsiteY34450" fmla="*/ 1106900 h 5143785"/>
              <a:gd name="connsiteX34451" fmla="*/ 574262 w 3114960"/>
              <a:gd name="connsiteY34451" fmla="*/ 1106900 h 5143785"/>
              <a:gd name="connsiteX34452" fmla="*/ 574262 w 3114960"/>
              <a:gd name="connsiteY34452" fmla="*/ 1114044 h 5143785"/>
              <a:gd name="connsiteX34453" fmla="*/ 567785 w 3114960"/>
              <a:gd name="connsiteY34453" fmla="*/ 1114044 h 5143785"/>
              <a:gd name="connsiteX34454" fmla="*/ 564833 w 3114960"/>
              <a:gd name="connsiteY34454" fmla="*/ 1111758 h 5143785"/>
              <a:gd name="connsiteX34455" fmla="*/ 568357 w 3114960"/>
              <a:gd name="connsiteY34455" fmla="*/ 1109377 h 5143785"/>
              <a:gd name="connsiteX34456" fmla="*/ 568833 w 3114960"/>
              <a:gd name="connsiteY34456" fmla="*/ 1108424 h 5143785"/>
              <a:gd name="connsiteX34457" fmla="*/ 568357 w 3114960"/>
              <a:gd name="connsiteY34457" fmla="*/ 1107472 h 5143785"/>
              <a:gd name="connsiteX34458" fmla="*/ 568452 w 3114960"/>
              <a:gd name="connsiteY34458" fmla="*/ 1069562 h 5143785"/>
              <a:gd name="connsiteX34459" fmla="*/ 567881 w 3114960"/>
              <a:gd name="connsiteY34459" fmla="*/ 1069086 h 5143785"/>
              <a:gd name="connsiteX34460" fmla="*/ 574358 w 3114960"/>
              <a:gd name="connsiteY34460" fmla="*/ 1069086 h 5143785"/>
              <a:gd name="connsiteX34461" fmla="*/ 574358 w 3114960"/>
              <a:gd name="connsiteY34461" fmla="*/ 1076230 h 5143785"/>
              <a:gd name="connsiteX34462" fmla="*/ 567881 w 3114960"/>
              <a:gd name="connsiteY34462" fmla="*/ 1076230 h 5143785"/>
              <a:gd name="connsiteX34463" fmla="*/ 564928 w 3114960"/>
              <a:gd name="connsiteY34463" fmla="*/ 1073849 h 5143785"/>
              <a:gd name="connsiteX34464" fmla="*/ 568452 w 3114960"/>
              <a:gd name="connsiteY34464" fmla="*/ 1071467 h 5143785"/>
              <a:gd name="connsiteX34465" fmla="*/ 568928 w 3114960"/>
              <a:gd name="connsiteY34465" fmla="*/ 1070515 h 5143785"/>
              <a:gd name="connsiteX34466" fmla="*/ 568452 w 3114960"/>
              <a:gd name="connsiteY34466" fmla="*/ 1069562 h 5143785"/>
              <a:gd name="connsiteX34467" fmla="*/ 568452 w 3114960"/>
              <a:gd name="connsiteY34467" fmla="*/ 1031843 h 5143785"/>
              <a:gd name="connsiteX34468" fmla="*/ 567785 w 3114960"/>
              <a:gd name="connsiteY34468" fmla="*/ 1031367 h 5143785"/>
              <a:gd name="connsiteX34469" fmla="*/ 574262 w 3114960"/>
              <a:gd name="connsiteY34469" fmla="*/ 1031367 h 5143785"/>
              <a:gd name="connsiteX34470" fmla="*/ 574262 w 3114960"/>
              <a:gd name="connsiteY34470" fmla="*/ 1038511 h 5143785"/>
              <a:gd name="connsiteX34471" fmla="*/ 567785 w 3114960"/>
              <a:gd name="connsiteY34471" fmla="*/ 1038511 h 5143785"/>
              <a:gd name="connsiteX34472" fmla="*/ 564833 w 3114960"/>
              <a:gd name="connsiteY34472" fmla="*/ 1036129 h 5143785"/>
              <a:gd name="connsiteX34473" fmla="*/ 568357 w 3114960"/>
              <a:gd name="connsiteY34473" fmla="*/ 1033748 h 5143785"/>
              <a:gd name="connsiteX34474" fmla="*/ 568833 w 3114960"/>
              <a:gd name="connsiteY34474" fmla="*/ 1032796 h 5143785"/>
              <a:gd name="connsiteX34475" fmla="*/ 568357 w 3114960"/>
              <a:gd name="connsiteY34475" fmla="*/ 1031843 h 5143785"/>
              <a:gd name="connsiteX34476" fmla="*/ 568452 w 3114960"/>
              <a:gd name="connsiteY34476" fmla="*/ 994124 h 5143785"/>
              <a:gd name="connsiteX34477" fmla="*/ 567785 w 3114960"/>
              <a:gd name="connsiteY34477" fmla="*/ 993648 h 5143785"/>
              <a:gd name="connsiteX34478" fmla="*/ 574262 w 3114960"/>
              <a:gd name="connsiteY34478" fmla="*/ 993648 h 5143785"/>
              <a:gd name="connsiteX34479" fmla="*/ 574262 w 3114960"/>
              <a:gd name="connsiteY34479" fmla="*/ 1000792 h 5143785"/>
              <a:gd name="connsiteX34480" fmla="*/ 567785 w 3114960"/>
              <a:gd name="connsiteY34480" fmla="*/ 1000792 h 5143785"/>
              <a:gd name="connsiteX34481" fmla="*/ 564833 w 3114960"/>
              <a:gd name="connsiteY34481" fmla="*/ 998506 h 5143785"/>
              <a:gd name="connsiteX34482" fmla="*/ 568357 w 3114960"/>
              <a:gd name="connsiteY34482" fmla="*/ 996125 h 5143785"/>
              <a:gd name="connsiteX34483" fmla="*/ 568833 w 3114960"/>
              <a:gd name="connsiteY34483" fmla="*/ 995172 h 5143785"/>
              <a:gd name="connsiteX34484" fmla="*/ 568357 w 3114960"/>
              <a:gd name="connsiteY34484" fmla="*/ 994220 h 5143785"/>
              <a:gd name="connsiteX34485" fmla="*/ 568452 w 3114960"/>
              <a:gd name="connsiteY34485" fmla="*/ 956405 h 5143785"/>
              <a:gd name="connsiteX34486" fmla="*/ 567785 w 3114960"/>
              <a:gd name="connsiteY34486" fmla="*/ 955929 h 5143785"/>
              <a:gd name="connsiteX34487" fmla="*/ 574262 w 3114960"/>
              <a:gd name="connsiteY34487" fmla="*/ 955929 h 5143785"/>
              <a:gd name="connsiteX34488" fmla="*/ 574262 w 3114960"/>
              <a:gd name="connsiteY34488" fmla="*/ 963073 h 5143785"/>
              <a:gd name="connsiteX34489" fmla="*/ 567785 w 3114960"/>
              <a:gd name="connsiteY34489" fmla="*/ 963073 h 5143785"/>
              <a:gd name="connsiteX34490" fmla="*/ 564833 w 3114960"/>
              <a:gd name="connsiteY34490" fmla="*/ 960787 h 5143785"/>
              <a:gd name="connsiteX34491" fmla="*/ 568357 w 3114960"/>
              <a:gd name="connsiteY34491" fmla="*/ 958406 h 5143785"/>
              <a:gd name="connsiteX34492" fmla="*/ 568833 w 3114960"/>
              <a:gd name="connsiteY34492" fmla="*/ 957453 h 5143785"/>
              <a:gd name="connsiteX34493" fmla="*/ 568357 w 3114960"/>
              <a:gd name="connsiteY34493" fmla="*/ 956501 h 5143785"/>
              <a:gd name="connsiteX34494" fmla="*/ 568452 w 3114960"/>
              <a:gd name="connsiteY34494" fmla="*/ 918686 h 5143785"/>
              <a:gd name="connsiteX34495" fmla="*/ 567881 w 3114960"/>
              <a:gd name="connsiteY34495" fmla="*/ 918210 h 5143785"/>
              <a:gd name="connsiteX34496" fmla="*/ 574358 w 3114960"/>
              <a:gd name="connsiteY34496" fmla="*/ 918210 h 5143785"/>
              <a:gd name="connsiteX34497" fmla="*/ 574358 w 3114960"/>
              <a:gd name="connsiteY34497" fmla="*/ 925354 h 5143785"/>
              <a:gd name="connsiteX34498" fmla="*/ 567881 w 3114960"/>
              <a:gd name="connsiteY34498" fmla="*/ 925354 h 5143785"/>
              <a:gd name="connsiteX34499" fmla="*/ 564928 w 3114960"/>
              <a:gd name="connsiteY34499" fmla="*/ 923068 h 5143785"/>
              <a:gd name="connsiteX34500" fmla="*/ 568452 w 3114960"/>
              <a:gd name="connsiteY34500" fmla="*/ 920687 h 5143785"/>
              <a:gd name="connsiteX34501" fmla="*/ 568928 w 3114960"/>
              <a:gd name="connsiteY34501" fmla="*/ 919734 h 5143785"/>
              <a:gd name="connsiteX34502" fmla="*/ 568452 w 3114960"/>
              <a:gd name="connsiteY34502" fmla="*/ 918782 h 5143785"/>
              <a:gd name="connsiteX34503" fmla="*/ 574358 w 3114960"/>
              <a:gd name="connsiteY34503" fmla="*/ 887635 h 5143785"/>
              <a:gd name="connsiteX34504" fmla="*/ 567500 w 3114960"/>
              <a:gd name="connsiteY34504" fmla="*/ 887635 h 5143785"/>
              <a:gd name="connsiteX34505" fmla="*/ 564547 w 3114960"/>
              <a:gd name="connsiteY34505" fmla="*/ 885254 h 5143785"/>
              <a:gd name="connsiteX34506" fmla="*/ 568071 w 3114960"/>
              <a:gd name="connsiteY34506" fmla="*/ 882872 h 5143785"/>
              <a:gd name="connsiteX34507" fmla="*/ 568547 w 3114960"/>
              <a:gd name="connsiteY34507" fmla="*/ 881920 h 5143785"/>
              <a:gd name="connsiteX34508" fmla="*/ 568071 w 3114960"/>
              <a:gd name="connsiteY34508" fmla="*/ 880967 h 5143785"/>
              <a:gd name="connsiteX34509" fmla="*/ 567500 w 3114960"/>
              <a:gd name="connsiteY34509" fmla="*/ 880491 h 5143785"/>
              <a:gd name="connsiteX34510" fmla="*/ 574358 w 3114960"/>
              <a:gd name="connsiteY34510" fmla="*/ 880491 h 5143785"/>
              <a:gd name="connsiteX34511" fmla="*/ 574358 w 3114960"/>
              <a:gd name="connsiteY34511" fmla="*/ 887635 h 5143785"/>
              <a:gd name="connsiteX34512" fmla="*/ 855059 w 3114960"/>
              <a:gd name="connsiteY34512" fmla="*/ 847439 h 5143785"/>
              <a:gd name="connsiteX34513" fmla="*/ 857250 w 3114960"/>
              <a:gd name="connsiteY34513" fmla="*/ 845249 h 5143785"/>
              <a:gd name="connsiteX34514" fmla="*/ 878015 w 3114960"/>
              <a:gd name="connsiteY34514" fmla="*/ 845249 h 5143785"/>
              <a:gd name="connsiteX34515" fmla="*/ 880205 w 3114960"/>
              <a:gd name="connsiteY34515" fmla="*/ 847439 h 5143785"/>
              <a:gd name="connsiteX34516" fmla="*/ 880205 w 3114960"/>
              <a:gd name="connsiteY34516" fmla="*/ 857441 h 5143785"/>
              <a:gd name="connsiteX34517" fmla="*/ 878015 w 3114960"/>
              <a:gd name="connsiteY34517" fmla="*/ 859631 h 5143785"/>
              <a:gd name="connsiteX34518" fmla="*/ 857250 w 3114960"/>
              <a:gd name="connsiteY34518" fmla="*/ 859631 h 5143785"/>
              <a:gd name="connsiteX34519" fmla="*/ 855059 w 3114960"/>
              <a:gd name="connsiteY34519" fmla="*/ 857441 h 5143785"/>
              <a:gd name="connsiteX34520" fmla="*/ 855059 w 3114960"/>
              <a:gd name="connsiteY34520" fmla="*/ 847439 h 5143785"/>
              <a:gd name="connsiteX34521" fmla="*/ 1109567 w 3114960"/>
              <a:gd name="connsiteY34521" fmla="*/ 1100519 h 5143785"/>
              <a:gd name="connsiteX34522" fmla="*/ 959739 w 3114960"/>
              <a:gd name="connsiteY34522" fmla="*/ 1100519 h 5143785"/>
              <a:gd name="connsiteX34523" fmla="*/ 943356 w 3114960"/>
              <a:gd name="connsiteY34523" fmla="*/ 1083564 h 5143785"/>
              <a:gd name="connsiteX34524" fmla="*/ 883634 w 3114960"/>
              <a:gd name="connsiteY34524" fmla="*/ 1083564 h 5143785"/>
              <a:gd name="connsiteX34525" fmla="*/ 874109 w 3114960"/>
              <a:gd name="connsiteY34525" fmla="*/ 1075849 h 5143785"/>
              <a:gd name="connsiteX34526" fmla="*/ 864108 w 3114960"/>
              <a:gd name="connsiteY34526" fmla="*/ 1085850 h 5143785"/>
              <a:gd name="connsiteX34527" fmla="*/ 874109 w 3114960"/>
              <a:gd name="connsiteY34527" fmla="*/ 1095851 h 5143785"/>
              <a:gd name="connsiteX34528" fmla="*/ 883634 w 3114960"/>
              <a:gd name="connsiteY34528" fmla="*/ 1088136 h 5143785"/>
              <a:gd name="connsiteX34529" fmla="*/ 941356 w 3114960"/>
              <a:gd name="connsiteY34529" fmla="*/ 1088136 h 5143785"/>
              <a:gd name="connsiteX34530" fmla="*/ 957739 w 3114960"/>
              <a:gd name="connsiteY34530" fmla="*/ 1104995 h 5143785"/>
              <a:gd name="connsiteX34531" fmla="*/ 1111377 w 3114960"/>
              <a:gd name="connsiteY34531" fmla="*/ 1104995 h 5143785"/>
              <a:gd name="connsiteX34532" fmla="*/ 1134428 w 3114960"/>
              <a:gd name="connsiteY34532" fmla="*/ 1084612 h 5143785"/>
              <a:gd name="connsiteX34533" fmla="*/ 1134428 w 3114960"/>
              <a:gd name="connsiteY34533" fmla="*/ 1048607 h 5143785"/>
              <a:gd name="connsiteX34534" fmla="*/ 1098614 w 3114960"/>
              <a:gd name="connsiteY34534" fmla="*/ 1010126 h 5143785"/>
              <a:gd name="connsiteX34535" fmla="*/ 1100804 w 3114960"/>
              <a:gd name="connsiteY34535" fmla="*/ 1003554 h 5143785"/>
              <a:gd name="connsiteX34536" fmla="*/ 1088422 w 3114960"/>
              <a:gd name="connsiteY34536" fmla="*/ 991172 h 5143785"/>
              <a:gd name="connsiteX34537" fmla="*/ 1076039 w 3114960"/>
              <a:gd name="connsiteY34537" fmla="*/ 1003554 h 5143785"/>
              <a:gd name="connsiteX34538" fmla="*/ 1088422 w 3114960"/>
              <a:gd name="connsiteY34538" fmla="*/ 1015937 h 5143785"/>
              <a:gd name="connsiteX34539" fmla="*/ 1095375 w 3114960"/>
              <a:gd name="connsiteY34539" fmla="*/ 1013555 h 5143785"/>
              <a:gd name="connsiteX34540" fmla="*/ 1129760 w 3114960"/>
              <a:gd name="connsiteY34540" fmla="*/ 1050417 h 5143785"/>
              <a:gd name="connsiteX34541" fmla="*/ 1129760 w 3114960"/>
              <a:gd name="connsiteY34541" fmla="*/ 1082421 h 5143785"/>
              <a:gd name="connsiteX34542" fmla="*/ 1109663 w 3114960"/>
              <a:gd name="connsiteY34542" fmla="*/ 1100328 h 5143785"/>
              <a:gd name="connsiteX34543" fmla="*/ 1088327 w 3114960"/>
              <a:gd name="connsiteY34543" fmla="*/ 1011460 h 5143785"/>
              <a:gd name="connsiteX34544" fmla="*/ 1080707 w 3114960"/>
              <a:gd name="connsiteY34544" fmla="*/ 1003840 h 5143785"/>
              <a:gd name="connsiteX34545" fmla="*/ 1088327 w 3114960"/>
              <a:gd name="connsiteY34545" fmla="*/ 996220 h 5143785"/>
              <a:gd name="connsiteX34546" fmla="*/ 1095947 w 3114960"/>
              <a:gd name="connsiteY34546" fmla="*/ 1003840 h 5143785"/>
              <a:gd name="connsiteX34547" fmla="*/ 1088327 w 3114960"/>
              <a:gd name="connsiteY34547" fmla="*/ 1011460 h 5143785"/>
              <a:gd name="connsiteX34548" fmla="*/ 1182529 w 3114960"/>
              <a:gd name="connsiteY34548" fmla="*/ 735140 h 5143785"/>
              <a:gd name="connsiteX34549" fmla="*/ 1190911 w 3114960"/>
              <a:gd name="connsiteY34549" fmla="*/ 726758 h 5143785"/>
              <a:gd name="connsiteX34550" fmla="*/ 1199293 w 3114960"/>
              <a:gd name="connsiteY34550" fmla="*/ 735140 h 5143785"/>
              <a:gd name="connsiteX34551" fmla="*/ 1190911 w 3114960"/>
              <a:gd name="connsiteY34551" fmla="*/ 743522 h 5143785"/>
              <a:gd name="connsiteX34552" fmla="*/ 1182529 w 3114960"/>
              <a:gd name="connsiteY34552" fmla="*/ 735140 h 5143785"/>
              <a:gd name="connsiteX34553" fmla="*/ 916496 w 3114960"/>
              <a:gd name="connsiteY34553" fmla="*/ 554927 h 5143785"/>
              <a:gd name="connsiteX34554" fmla="*/ 906685 w 3114960"/>
              <a:gd name="connsiteY34554" fmla="*/ 564737 h 5143785"/>
              <a:gd name="connsiteX34555" fmla="*/ 916496 w 3114960"/>
              <a:gd name="connsiteY34555" fmla="*/ 574548 h 5143785"/>
              <a:gd name="connsiteX34556" fmla="*/ 925735 w 3114960"/>
              <a:gd name="connsiteY34556" fmla="*/ 567119 h 5143785"/>
              <a:gd name="connsiteX34557" fmla="*/ 951833 w 3114960"/>
              <a:gd name="connsiteY34557" fmla="*/ 567119 h 5143785"/>
              <a:gd name="connsiteX34558" fmla="*/ 1007078 w 3114960"/>
              <a:gd name="connsiteY34558" fmla="*/ 618077 h 5143785"/>
              <a:gd name="connsiteX34559" fmla="*/ 1007745 w 3114960"/>
              <a:gd name="connsiteY34559" fmla="*/ 618744 h 5143785"/>
              <a:gd name="connsiteX34560" fmla="*/ 1137190 w 3114960"/>
              <a:gd name="connsiteY34560" fmla="*/ 619030 h 5143785"/>
              <a:gd name="connsiteX34561" fmla="*/ 1165574 w 3114960"/>
              <a:gd name="connsiteY34561" fmla="*/ 650843 h 5143785"/>
              <a:gd name="connsiteX34562" fmla="*/ 1165574 w 3114960"/>
              <a:gd name="connsiteY34562" fmla="*/ 705041 h 5143785"/>
              <a:gd name="connsiteX34563" fmla="*/ 1170337 w 3114960"/>
              <a:gd name="connsiteY34563" fmla="*/ 705041 h 5143785"/>
              <a:gd name="connsiteX34564" fmla="*/ 1170337 w 3114960"/>
              <a:gd name="connsiteY34564" fmla="*/ 649034 h 5143785"/>
              <a:gd name="connsiteX34565" fmla="*/ 1139285 w 3114960"/>
              <a:gd name="connsiteY34565" fmla="*/ 614267 h 5143785"/>
              <a:gd name="connsiteX34566" fmla="*/ 1009555 w 3114960"/>
              <a:gd name="connsiteY34566" fmla="*/ 613982 h 5143785"/>
              <a:gd name="connsiteX34567" fmla="*/ 953548 w 3114960"/>
              <a:gd name="connsiteY34567" fmla="*/ 562451 h 5143785"/>
              <a:gd name="connsiteX34568" fmla="*/ 925544 w 3114960"/>
              <a:gd name="connsiteY34568" fmla="*/ 562451 h 5143785"/>
              <a:gd name="connsiteX34569" fmla="*/ 916305 w 3114960"/>
              <a:gd name="connsiteY34569" fmla="*/ 555022 h 5143785"/>
              <a:gd name="connsiteX34570" fmla="*/ 916496 w 3114960"/>
              <a:gd name="connsiteY34570" fmla="*/ 569690 h 5143785"/>
              <a:gd name="connsiteX34571" fmla="*/ 911447 w 3114960"/>
              <a:gd name="connsiteY34571" fmla="*/ 564642 h 5143785"/>
              <a:gd name="connsiteX34572" fmla="*/ 916496 w 3114960"/>
              <a:gd name="connsiteY34572" fmla="*/ 559594 h 5143785"/>
              <a:gd name="connsiteX34573" fmla="*/ 921544 w 3114960"/>
              <a:gd name="connsiteY34573" fmla="*/ 564642 h 5143785"/>
              <a:gd name="connsiteX34574" fmla="*/ 916496 w 3114960"/>
              <a:gd name="connsiteY34574" fmla="*/ 569690 h 5143785"/>
              <a:gd name="connsiteX34575" fmla="*/ 6001 w 3114960"/>
              <a:gd name="connsiteY34575" fmla="*/ 2473928 h 5143785"/>
              <a:gd name="connsiteX34576" fmla="*/ 95 w 3114960"/>
              <a:gd name="connsiteY34576" fmla="*/ 2473928 h 5143785"/>
              <a:gd name="connsiteX34577" fmla="*/ 95 w 3114960"/>
              <a:gd name="connsiteY34577" fmla="*/ 2469166 h 5143785"/>
              <a:gd name="connsiteX34578" fmla="*/ 6001 w 3114960"/>
              <a:gd name="connsiteY34578" fmla="*/ 2469166 h 5143785"/>
              <a:gd name="connsiteX34579" fmla="*/ 7239 w 3114960"/>
              <a:gd name="connsiteY34579" fmla="*/ 2467928 h 5143785"/>
              <a:gd name="connsiteX34580" fmla="*/ 7239 w 3114960"/>
              <a:gd name="connsiteY34580" fmla="*/ 2457831 h 5143785"/>
              <a:gd name="connsiteX34581" fmla="*/ 6001 w 3114960"/>
              <a:gd name="connsiteY34581" fmla="*/ 2456593 h 5143785"/>
              <a:gd name="connsiteX34582" fmla="*/ 95 w 3114960"/>
              <a:gd name="connsiteY34582" fmla="*/ 2456593 h 5143785"/>
              <a:gd name="connsiteX34583" fmla="*/ 95 w 3114960"/>
              <a:gd name="connsiteY34583" fmla="*/ 2451830 h 5143785"/>
              <a:gd name="connsiteX34584" fmla="*/ 6001 w 3114960"/>
              <a:gd name="connsiteY34584" fmla="*/ 2451830 h 5143785"/>
              <a:gd name="connsiteX34585" fmla="*/ 12002 w 3114960"/>
              <a:gd name="connsiteY34585" fmla="*/ 2457831 h 5143785"/>
              <a:gd name="connsiteX34586" fmla="*/ 12002 w 3114960"/>
              <a:gd name="connsiteY34586" fmla="*/ 2467928 h 5143785"/>
              <a:gd name="connsiteX34587" fmla="*/ 6001 w 3114960"/>
              <a:gd name="connsiteY34587" fmla="*/ 2473928 h 5143785"/>
              <a:gd name="connsiteX34588" fmla="*/ 1143857 w 3114960"/>
              <a:gd name="connsiteY34588" fmla="*/ 2138172 h 5143785"/>
              <a:gd name="connsiteX34589" fmla="*/ 1151573 w 3114960"/>
              <a:gd name="connsiteY34589" fmla="*/ 2130457 h 5143785"/>
              <a:gd name="connsiteX34590" fmla="*/ 1143857 w 3114960"/>
              <a:gd name="connsiteY34590" fmla="*/ 2122742 h 5143785"/>
              <a:gd name="connsiteX34591" fmla="*/ 1136142 w 3114960"/>
              <a:gd name="connsiteY34591" fmla="*/ 2130457 h 5143785"/>
              <a:gd name="connsiteX34592" fmla="*/ 1143857 w 3114960"/>
              <a:gd name="connsiteY34592" fmla="*/ 2138172 h 5143785"/>
              <a:gd name="connsiteX34593" fmla="*/ 1143857 w 3114960"/>
              <a:gd name="connsiteY34593" fmla="*/ 2125028 h 5143785"/>
              <a:gd name="connsiteX34594" fmla="*/ 1149191 w 3114960"/>
              <a:gd name="connsiteY34594" fmla="*/ 2130362 h 5143785"/>
              <a:gd name="connsiteX34595" fmla="*/ 1143857 w 3114960"/>
              <a:gd name="connsiteY34595" fmla="*/ 2135696 h 5143785"/>
              <a:gd name="connsiteX34596" fmla="*/ 1138523 w 3114960"/>
              <a:gd name="connsiteY34596" fmla="*/ 2130362 h 5143785"/>
              <a:gd name="connsiteX34597" fmla="*/ 1143857 w 3114960"/>
              <a:gd name="connsiteY34597" fmla="*/ 2125028 h 5143785"/>
              <a:gd name="connsiteX34598" fmla="*/ 851535 w 3114960"/>
              <a:gd name="connsiteY34598" fmla="*/ 616458 h 5143785"/>
              <a:gd name="connsiteX34599" fmla="*/ 754190 w 3114960"/>
              <a:gd name="connsiteY34599" fmla="*/ 616458 h 5143785"/>
              <a:gd name="connsiteX34600" fmla="*/ 744950 w 3114960"/>
              <a:gd name="connsiteY34600" fmla="*/ 609029 h 5143785"/>
              <a:gd name="connsiteX34601" fmla="*/ 735140 w 3114960"/>
              <a:gd name="connsiteY34601" fmla="*/ 618839 h 5143785"/>
              <a:gd name="connsiteX34602" fmla="*/ 744950 w 3114960"/>
              <a:gd name="connsiteY34602" fmla="*/ 628555 h 5143785"/>
              <a:gd name="connsiteX34603" fmla="*/ 754190 w 3114960"/>
              <a:gd name="connsiteY34603" fmla="*/ 621221 h 5143785"/>
              <a:gd name="connsiteX34604" fmla="*/ 849725 w 3114960"/>
              <a:gd name="connsiteY34604" fmla="*/ 621221 h 5143785"/>
              <a:gd name="connsiteX34605" fmla="*/ 870204 w 3114960"/>
              <a:gd name="connsiteY34605" fmla="*/ 638747 h 5143785"/>
              <a:gd name="connsiteX34606" fmla="*/ 906018 w 3114960"/>
              <a:gd name="connsiteY34606" fmla="*/ 639127 h 5143785"/>
              <a:gd name="connsiteX34607" fmla="*/ 915257 w 3114960"/>
              <a:gd name="connsiteY34607" fmla="*/ 646557 h 5143785"/>
              <a:gd name="connsiteX34608" fmla="*/ 925068 w 3114960"/>
              <a:gd name="connsiteY34608" fmla="*/ 636746 h 5143785"/>
              <a:gd name="connsiteX34609" fmla="*/ 915257 w 3114960"/>
              <a:gd name="connsiteY34609" fmla="*/ 626936 h 5143785"/>
              <a:gd name="connsiteX34610" fmla="*/ 906018 w 3114960"/>
              <a:gd name="connsiteY34610" fmla="*/ 634270 h 5143785"/>
              <a:gd name="connsiteX34611" fmla="*/ 872014 w 3114960"/>
              <a:gd name="connsiteY34611" fmla="*/ 633984 h 5143785"/>
              <a:gd name="connsiteX34612" fmla="*/ 851535 w 3114960"/>
              <a:gd name="connsiteY34612" fmla="*/ 616458 h 5143785"/>
              <a:gd name="connsiteX34613" fmla="*/ 744950 w 3114960"/>
              <a:gd name="connsiteY34613" fmla="*/ 623888 h 5143785"/>
              <a:gd name="connsiteX34614" fmla="*/ 739902 w 3114960"/>
              <a:gd name="connsiteY34614" fmla="*/ 618935 h 5143785"/>
              <a:gd name="connsiteX34615" fmla="*/ 744950 w 3114960"/>
              <a:gd name="connsiteY34615" fmla="*/ 613886 h 5143785"/>
              <a:gd name="connsiteX34616" fmla="*/ 749903 w 3114960"/>
              <a:gd name="connsiteY34616" fmla="*/ 618935 h 5143785"/>
              <a:gd name="connsiteX34617" fmla="*/ 744950 w 3114960"/>
              <a:gd name="connsiteY34617" fmla="*/ 623888 h 5143785"/>
              <a:gd name="connsiteX34618" fmla="*/ 915352 w 3114960"/>
              <a:gd name="connsiteY34618" fmla="*/ 631698 h 5143785"/>
              <a:gd name="connsiteX34619" fmla="*/ 920401 w 3114960"/>
              <a:gd name="connsiteY34619" fmla="*/ 636746 h 5143785"/>
              <a:gd name="connsiteX34620" fmla="*/ 915352 w 3114960"/>
              <a:gd name="connsiteY34620" fmla="*/ 641795 h 5143785"/>
              <a:gd name="connsiteX34621" fmla="*/ 910400 w 3114960"/>
              <a:gd name="connsiteY34621" fmla="*/ 636746 h 5143785"/>
              <a:gd name="connsiteX34622" fmla="*/ 915352 w 3114960"/>
              <a:gd name="connsiteY34622" fmla="*/ 631698 h 5143785"/>
              <a:gd name="connsiteX34623" fmla="*/ 4477 w 3114960"/>
              <a:gd name="connsiteY34623" fmla="*/ 2393823 h 5143785"/>
              <a:gd name="connsiteX34624" fmla="*/ 95 w 3114960"/>
              <a:gd name="connsiteY34624" fmla="*/ 2393823 h 5143785"/>
              <a:gd name="connsiteX34625" fmla="*/ 95 w 3114960"/>
              <a:gd name="connsiteY34625" fmla="*/ 2389061 h 5143785"/>
              <a:gd name="connsiteX34626" fmla="*/ 4477 w 3114960"/>
              <a:gd name="connsiteY34626" fmla="*/ 2389061 h 5143785"/>
              <a:gd name="connsiteX34627" fmla="*/ 5715 w 3114960"/>
              <a:gd name="connsiteY34627" fmla="*/ 2387822 h 5143785"/>
              <a:gd name="connsiteX34628" fmla="*/ 5715 w 3114960"/>
              <a:gd name="connsiteY34628" fmla="*/ 2377726 h 5143785"/>
              <a:gd name="connsiteX34629" fmla="*/ 4477 w 3114960"/>
              <a:gd name="connsiteY34629" fmla="*/ 2376488 h 5143785"/>
              <a:gd name="connsiteX34630" fmla="*/ 95 w 3114960"/>
              <a:gd name="connsiteY34630" fmla="*/ 2376488 h 5143785"/>
              <a:gd name="connsiteX34631" fmla="*/ 95 w 3114960"/>
              <a:gd name="connsiteY34631" fmla="*/ 2371725 h 5143785"/>
              <a:gd name="connsiteX34632" fmla="*/ 4477 w 3114960"/>
              <a:gd name="connsiteY34632" fmla="*/ 2371725 h 5143785"/>
              <a:gd name="connsiteX34633" fmla="*/ 10478 w 3114960"/>
              <a:gd name="connsiteY34633" fmla="*/ 2377726 h 5143785"/>
              <a:gd name="connsiteX34634" fmla="*/ 10478 w 3114960"/>
              <a:gd name="connsiteY34634" fmla="*/ 2387822 h 5143785"/>
              <a:gd name="connsiteX34635" fmla="*/ 4477 w 3114960"/>
              <a:gd name="connsiteY34635" fmla="*/ 2393823 h 5143785"/>
              <a:gd name="connsiteX34636" fmla="*/ 852011 w 3114960"/>
              <a:gd name="connsiteY34636" fmla="*/ 2300669 h 5143785"/>
              <a:gd name="connsiteX34637" fmla="*/ 842296 w 3114960"/>
              <a:gd name="connsiteY34637" fmla="*/ 2301145 h 5143785"/>
              <a:gd name="connsiteX34638" fmla="*/ 835819 w 3114960"/>
              <a:gd name="connsiteY34638" fmla="*/ 2308384 h 5143785"/>
              <a:gd name="connsiteX34639" fmla="*/ 843534 w 3114960"/>
              <a:gd name="connsiteY34639" fmla="*/ 2324672 h 5143785"/>
              <a:gd name="connsiteX34640" fmla="*/ 847820 w 3114960"/>
              <a:gd name="connsiteY34640" fmla="*/ 2325434 h 5143785"/>
              <a:gd name="connsiteX34641" fmla="*/ 853250 w 3114960"/>
              <a:gd name="connsiteY34641" fmla="*/ 2324195 h 5143785"/>
              <a:gd name="connsiteX34642" fmla="*/ 854012 w 3114960"/>
              <a:gd name="connsiteY34642" fmla="*/ 2323624 h 5143785"/>
              <a:gd name="connsiteX34643" fmla="*/ 904113 w 3114960"/>
              <a:gd name="connsiteY34643" fmla="*/ 2379821 h 5143785"/>
              <a:gd name="connsiteX34644" fmla="*/ 904113 w 3114960"/>
              <a:gd name="connsiteY34644" fmla="*/ 2517934 h 5143785"/>
              <a:gd name="connsiteX34645" fmla="*/ 811149 w 3114960"/>
              <a:gd name="connsiteY34645" fmla="*/ 2626233 h 5143785"/>
              <a:gd name="connsiteX34646" fmla="*/ 808482 w 3114960"/>
              <a:gd name="connsiteY34646" fmla="*/ 2624423 h 5143785"/>
              <a:gd name="connsiteX34647" fmla="*/ 798767 w 3114960"/>
              <a:gd name="connsiteY34647" fmla="*/ 2624423 h 5143785"/>
              <a:gd name="connsiteX34648" fmla="*/ 791909 w 3114960"/>
              <a:gd name="connsiteY34648" fmla="*/ 2631377 h 5143785"/>
              <a:gd name="connsiteX34649" fmla="*/ 791909 w 3114960"/>
              <a:gd name="connsiteY34649" fmla="*/ 2641092 h 5143785"/>
              <a:gd name="connsiteX34650" fmla="*/ 798862 w 3114960"/>
              <a:gd name="connsiteY34650" fmla="*/ 2647950 h 5143785"/>
              <a:gd name="connsiteX34651" fmla="*/ 803624 w 3114960"/>
              <a:gd name="connsiteY34651" fmla="*/ 2648903 h 5143785"/>
              <a:gd name="connsiteX34652" fmla="*/ 815435 w 3114960"/>
              <a:gd name="connsiteY34652" fmla="*/ 2640997 h 5143785"/>
              <a:gd name="connsiteX34653" fmla="*/ 815435 w 3114960"/>
              <a:gd name="connsiteY34653" fmla="*/ 2631281 h 5143785"/>
              <a:gd name="connsiteX34654" fmla="*/ 814483 w 3114960"/>
              <a:gd name="connsiteY34654" fmla="*/ 2629757 h 5143785"/>
              <a:gd name="connsiteX34655" fmla="*/ 908971 w 3114960"/>
              <a:gd name="connsiteY34655" fmla="*/ 2519648 h 5143785"/>
              <a:gd name="connsiteX34656" fmla="*/ 908971 w 3114960"/>
              <a:gd name="connsiteY34656" fmla="*/ 2377916 h 5143785"/>
              <a:gd name="connsiteX34657" fmla="*/ 857822 w 3114960"/>
              <a:gd name="connsiteY34657" fmla="*/ 2320481 h 5143785"/>
              <a:gd name="connsiteX34658" fmla="*/ 859917 w 3114960"/>
              <a:gd name="connsiteY34658" fmla="*/ 2316861 h 5143785"/>
              <a:gd name="connsiteX34659" fmla="*/ 852202 w 3114960"/>
              <a:gd name="connsiteY34659" fmla="*/ 2300573 h 5143785"/>
              <a:gd name="connsiteX34660" fmla="*/ 855250 w 3114960"/>
              <a:gd name="connsiteY34660" fmla="*/ 2315337 h 5143785"/>
              <a:gd name="connsiteX34661" fmla="*/ 845058 w 3114960"/>
              <a:gd name="connsiteY34661" fmla="*/ 2320195 h 5143785"/>
              <a:gd name="connsiteX34662" fmla="*/ 840200 w 3114960"/>
              <a:gd name="connsiteY34662" fmla="*/ 2310003 h 5143785"/>
              <a:gd name="connsiteX34663" fmla="*/ 844296 w 3114960"/>
              <a:gd name="connsiteY34663" fmla="*/ 2305526 h 5143785"/>
              <a:gd name="connsiteX34664" fmla="*/ 847725 w 3114960"/>
              <a:gd name="connsiteY34664" fmla="*/ 2304764 h 5143785"/>
              <a:gd name="connsiteX34665" fmla="*/ 850392 w 3114960"/>
              <a:gd name="connsiteY34665" fmla="*/ 2305241 h 5143785"/>
              <a:gd name="connsiteX34666" fmla="*/ 850392 w 3114960"/>
              <a:gd name="connsiteY34666" fmla="*/ 2305241 h 5143785"/>
              <a:gd name="connsiteX34667" fmla="*/ 855250 w 3114960"/>
              <a:gd name="connsiteY34667" fmla="*/ 2315432 h 5143785"/>
              <a:gd name="connsiteX34668" fmla="*/ 810959 w 3114960"/>
              <a:gd name="connsiteY34668" fmla="*/ 2639187 h 5143785"/>
              <a:gd name="connsiteX34669" fmla="*/ 800576 w 3114960"/>
              <a:gd name="connsiteY34669" fmla="*/ 2643569 h 5143785"/>
              <a:gd name="connsiteX34670" fmla="*/ 796290 w 3114960"/>
              <a:gd name="connsiteY34670" fmla="*/ 2639282 h 5143785"/>
              <a:gd name="connsiteX34671" fmla="*/ 796290 w 3114960"/>
              <a:gd name="connsiteY34671" fmla="*/ 2633186 h 5143785"/>
              <a:gd name="connsiteX34672" fmla="*/ 800576 w 3114960"/>
              <a:gd name="connsiteY34672" fmla="*/ 2628900 h 5143785"/>
              <a:gd name="connsiteX34673" fmla="*/ 803624 w 3114960"/>
              <a:gd name="connsiteY34673" fmla="*/ 2628234 h 5143785"/>
              <a:gd name="connsiteX34674" fmla="*/ 806672 w 3114960"/>
              <a:gd name="connsiteY34674" fmla="*/ 2628805 h 5143785"/>
              <a:gd name="connsiteX34675" fmla="*/ 810959 w 3114960"/>
              <a:gd name="connsiteY34675" fmla="*/ 2633091 h 5143785"/>
              <a:gd name="connsiteX34676" fmla="*/ 810959 w 3114960"/>
              <a:gd name="connsiteY34676" fmla="*/ 2639187 h 5143785"/>
              <a:gd name="connsiteX34677" fmla="*/ 95 w 3114960"/>
              <a:gd name="connsiteY34677" fmla="*/ 2784920 h 5143785"/>
              <a:gd name="connsiteX34678" fmla="*/ 95 w 3114960"/>
              <a:gd name="connsiteY34678" fmla="*/ 2770918 h 5143785"/>
              <a:gd name="connsiteX34679" fmla="*/ 95 w 3114960"/>
              <a:gd name="connsiteY34679" fmla="*/ 2784920 h 5143785"/>
              <a:gd name="connsiteX34680" fmla="*/ 890778 w 3114960"/>
              <a:gd name="connsiteY34680" fmla="*/ 586169 h 5143785"/>
              <a:gd name="connsiteX34681" fmla="*/ 880967 w 3114960"/>
              <a:gd name="connsiteY34681" fmla="*/ 595979 h 5143785"/>
              <a:gd name="connsiteX34682" fmla="*/ 890778 w 3114960"/>
              <a:gd name="connsiteY34682" fmla="*/ 605790 h 5143785"/>
              <a:gd name="connsiteX34683" fmla="*/ 900017 w 3114960"/>
              <a:gd name="connsiteY34683" fmla="*/ 598456 h 5143785"/>
              <a:gd name="connsiteX34684" fmla="*/ 926116 w 3114960"/>
              <a:gd name="connsiteY34684" fmla="*/ 598456 h 5143785"/>
              <a:gd name="connsiteX34685" fmla="*/ 982123 w 3114960"/>
              <a:gd name="connsiteY34685" fmla="*/ 649986 h 5143785"/>
              <a:gd name="connsiteX34686" fmla="*/ 1111663 w 3114960"/>
              <a:gd name="connsiteY34686" fmla="*/ 650272 h 5143785"/>
              <a:gd name="connsiteX34687" fmla="*/ 1129951 w 3114960"/>
              <a:gd name="connsiteY34687" fmla="*/ 669131 h 5143785"/>
              <a:gd name="connsiteX34688" fmla="*/ 1129951 w 3114960"/>
              <a:gd name="connsiteY34688" fmla="*/ 693229 h 5143785"/>
              <a:gd name="connsiteX34689" fmla="*/ 1129760 w 3114960"/>
              <a:gd name="connsiteY34689" fmla="*/ 693229 h 5143785"/>
              <a:gd name="connsiteX34690" fmla="*/ 1127093 w 3114960"/>
              <a:gd name="connsiteY34690" fmla="*/ 695897 h 5143785"/>
              <a:gd name="connsiteX34691" fmla="*/ 1127093 w 3114960"/>
              <a:gd name="connsiteY34691" fmla="*/ 708851 h 5143785"/>
              <a:gd name="connsiteX34692" fmla="*/ 1129760 w 3114960"/>
              <a:gd name="connsiteY34692" fmla="*/ 711518 h 5143785"/>
              <a:gd name="connsiteX34693" fmla="*/ 1135761 w 3114960"/>
              <a:gd name="connsiteY34693" fmla="*/ 711518 h 5143785"/>
              <a:gd name="connsiteX34694" fmla="*/ 1138428 w 3114960"/>
              <a:gd name="connsiteY34694" fmla="*/ 708851 h 5143785"/>
              <a:gd name="connsiteX34695" fmla="*/ 1138428 w 3114960"/>
              <a:gd name="connsiteY34695" fmla="*/ 695897 h 5143785"/>
              <a:gd name="connsiteX34696" fmla="*/ 1135761 w 3114960"/>
              <a:gd name="connsiteY34696" fmla="*/ 693229 h 5143785"/>
              <a:gd name="connsiteX34697" fmla="*/ 1134713 w 3114960"/>
              <a:gd name="connsiteY34697" fmla="*/ 693229 h 5143785"/>
              <a:gd name="connsiteX34698" fmla="*/ 1134713 w 3114960"/>
              <a:gd name="connsiteY34698" fmla="*/ 667226 h 5143785"/>
              <a:gd name="connsiteX34699" fmla="*/ 1113758 w 3114960"/>
              <a:gd name="connsiteY34699" fmla="*/ 645509 h 5143785"/>
              <a:gd name="connsiteX34700" fmla="*/ 984123 w 3114960"/>
              <a:gd name="connsiteY34700" fmla="*/ 645128 h 5143785"/>
              <a:gd name="connsiteX34701" fmla="*/ 928116 w 3114960"/>
              <a:gd name="connsiteY34701" fmla="*/ 593598 h 5143785"/>
              <a:gd name="connsiteX34702" fmla="*/ 900113 w 3114960"/>
              <a:gd name="connsiteY34702" fmla="*/ 593598 h 5143785"/>
              <a:gd name="connsiteX34703" fmla="*/ 890873 w 3114960"/>
              <a:gd name="connsiteY34703" fmla="*/ 586169 h 5143785"/>
              <a:gd name="connsiteX34704" fmla="*/ 890778 w 3114960"/>
              <a:gd name="connsiteY34704" fmla="*/ 600932 h 5143785"/>
              <a:gd name="connsiteX34705" fmla="*/ 885730 w 3114960"/>
              <a:gd name="connsiteY34705" fmla="*/ 595884 h 5143785"/>
              <a:gd name="connsiteX34706" fmla="*/ 890778 w 3114960"/>
              <a:gd name="connsiteY34706" fmla="*/ 590836 h 5143785"/>
              <a:gd name="connsiteX34707" fmla="*/ 895731 w 3114960"/>
              <a:gd name="connsiteY34707" fmla="*/ 595884 h 5143785"/>
              <a:gd name="connsiteX34708" fmla="*/ 890778 w 3114960"/>
              <a:gd name="connsiteY34708" fmla="*/ 600932 h 5143785"/>
              <a:gd name="connsiteX34709" fmla="*/ 192119 w 3114960"/>
              <a:gd name="connsiteY34709" fmla="*/ 2629472 h 5143785"/>
              <a:gd name="connsiteX34710" fmla="*/ 192119 w 3114960"/>
              <a:gd name="connsiteY34710" fmla="*/ 2624804 h 5143785"/>
              <a:gd name="connsiteX34711" fmla="*/ 185547 w 3114960"/>
              <a:gd name="connsiteY34711" fmla="*/ 2618232 h 5143785"/>
              <a:gd name="connsiteX34712" fmla="*/ 158782 w 3114960"/>
              <a:gd name="connsiteY34712" fmla="*/ 2618232 h 5143785"/>
              <a:gd name="connsiteX34713" fmla="*/ 152400 w 3114960"/>
              <a:gd name="connsiteY34713" fmla="*/ 2623852 h 5143785"/>
              <a:gd name="connsiteX34714" fmla="*/ 95822 w 3114960"/>
              <a:gd name="connsiteY34714" fmla="*/ 2623852 h 5143785"/>
              <a:gd name="connsiteX34715" fmla="*/ 79629 w 3114960"/>
              <a:gd name="connsiteY34715" fmla="*/ 2647284 h 5143785"/>
              <a:gd name="connsiteX34716" fmla="*/ 95 w 3114960"/>
              <a:gd name="connsiteY34716" fmla="*/ 2647284 h 5143785"/>
              <a:gd name="connsiteX34717" fmla="*/ 95 w 3114960"/>
              <a:gd name="connsiteY34717" fmla="*/ 2652046 h 5143785"/>
              <a:gd name="connsiteX34718" fmla="*/ 82201 w 3114960"/>
              <a:gd name="connsiteY34718" fmla="*/ 2652046 h 5143785"/>
              <a:gd name="connsiteX34719" fmla="*/ 98393 w 3114960"/>
              <a:gd name="connsiteY34719" fmla="*/ 2628614 h 5143785"/>
              <a:gd name="connsiteX34720" fmla="*/ 152305 w 3114960"/>
              <a:gd name="connsiteY34720" fmla="*/ 2628614 h 5143785"/>
              <a:gd name="connsiteX34721" fmla="*/ 152305 w 3114960"/>
              <a:gd name="connsiteY34721" fmla="*/ 2629472 h 5143785"/>
              <a:gd name="connsiteX34722" fmla="*/ 158877 w 3114960"/>
              <a:gd name="connsiteY34722" fmla="*/ 2636044 h 5143785"/>
              <a:gd name="connsiteX34723" fmla="*/ 169926 w 3114960"/>
              <a:gd name="connsiteY34723" fmla="*/ 2636044 h 5143785"/>
              <a:gd name="connsiteX34724" fmla="*/ 169926 w 3114960"/>
              <a:gd name="connsiteY34724" fmla="*/ 2762250 h 5143785"/>
              <a:gd name="connsiteX34725" fmla="*/ 200025 w 3114960"/>
              <a:gd name="connsiteY34725" fmla="*/ 2793016 h 5143785"/>
              <a:gd name="connsiteX34726" fmla="*/ 199644 w 3114960"/>
              <a:gd name="connsiteY34726" fmla="*/ 2947511 h 5143785"/>
              <a:gd name="connsiteX34727" fmla="*/ 192405 w 3114960"/>
              <a:gd name="connsiteY34727" fmla="*/ 2951893 h 5143785"/>
              <a:gd name="connsiteX34728" fmla="*/ 189833 w 3114960"/>
              <a:gd name="connsiteY34728" fmla="*/ 2961227 h 5143785"/>
              <a:gd name="connsiteX34729" fmla="*/ 202406 w 3114960"/>
              <a:gd name="connsiteY34729" fmla="*/ 2972276 h 5143785"/>
              <a:gd name="connsiteX34730" fmla="*/ 204026 w 3114960"/>
              <a:gd name="connsiteY34730" fmla="*/ 2972181 h 5143785"/>
              <a:gd name="connsiteX34731" fmla="*/ 214979 w 3114960"/>
              <a:gd name="connsiteY34731" fmla="*/ 2957989 h 5143785"/>
              <a:gd name="connsiteX34732" fmla="*/ 210217 w 3114960"/>
              <a:gd name="connsiteY34732" fmla="*/ 2949607 h 5143785"/>
              <a:gd name="connsiteX34733" fmla="*/ 204502 w 3114960"/>
              <a:gd name="connsiteY34733" fmla="*/ 2947321 h 5143785"/>
              <a:gd name="connsiteX34734" fmla="*/ 204883 w 3114960"/>
              <a:gd name="connsiteY34734" fmla="*/ 2792063 h 5143785"/>
              <a:gd name="connsiteX34735" fmla="*/ 204883 w 3114960"/>
              <a:gd name="connsiteY34735" fmla="*/ 2791111 h 5143785"/>
              <a:gd name="connsiteX34736" fmla="*/ 174879 w 3114960"/>
              <a:gd name="connsiteY34736" fmla="*/ 2760345 h 5143785"/>
              <a:gd name="connsiteX34737" fmla="*/ 174879 w 3114960"/>
              <a:gd name="connsiteY34737" fmla="*/ 2636044 h 5143785"/>
              <a:gd name="connsiteX34738" fmla="*/ 185738 w 3114960"/>
              <a:gd name="connsiteY34738" fmla="*/ 2636044 h 5143785"/>
              <a:gd name="connsiteX34739" fmla="*/ 192310 w 3114960"/>
              <a:gd name="connsiteY34739" fmla="*/ 2629472 h 5143785"/>
              <a:gd name="connsiteX34740" fmla="*/ 202311 w 3114960"/>
              <a:gd name="connsiteY34740" fmla="*/ 2951798 h 5143785"/>
              <a:gd name="connsiteX34741" fmla="*/ 207074 w 3114960"/>
              <a:gd name="connsiteY34741" fmla="*/ 2953417 h 5143785"/>
              <a:gd name="connsiteX34742" fmla="*/ 210026 w 3114960"/>
              <a:gd name="connsiteY34742" fmla="*/ 2958655 h 5143785"/>
              <a:gd name="connsiteX34743" fmla="*/ 210026 w 3114960"/>
              <a:gd name="connsiteY34743" fmla="*/ 2958655 h 5143785"/>
              <a:gd name="connsiteX34744" fmla="*/ 203264 w 3114960"/>
              <a:gd name="connsiteY34744" fmla="*/ 2967514 h 5143785"/>
              <a:gd name="connsiteX34745" fmla="*/ 194405 w 3114960"/>
              <a:gd name="connsiteY34745" fmla="*/ 2960656 h 5143785"/>
              <a:gd name="connsiteX34746" fmla="*/ 196025 w 3114960"/>
              <a:gd name="connsiteY34746" fmla="*/ 2954846 h 5143785"/>
              <a:gd name="connsiteX34747" fmla="*/ 201263 w 3114960"/>
              <a:gd name="connsiteY34747" fmla="*/ 2951893 h 5143785"/>
              <a:gd name="connsiteX34748" fmla="*/ 202311 w 3114960"/>
              <a:gd name="connsiteY34748" fmla="*/ 2951893 h 5143785"/>
              <a:gd name="connsiteX34749" fmla="*/ 157067 w 3114960"/>
              <a:gd name="connsiteY34749" fmla="*/ 2624804 h 5143785"/>
              <a:gd name="connsiteX34750" fmla="*/ 158877 w 3114960"/>
              <a:gd name="connsiteY34750" fmla="*/ 2622995 h 5143785"/>
              <a:gd name="connsiteX34751" fmla="*/ 185642 w 3114960"/>
              <a:gd name="connsiteY34751" fmla="*/ 2622995 h 5143785"/>
              <a:gd name="connsiteX34752" fmla="*/ 187452 w 3114960"/>
              <a:gd name="connsiteY34752" fmla="*/ 2624804 h 5143785"/>
              <a:gd name="connsiteX34753" fmla="*/ 187452 w 3114960"/>
              <a:gd name="connsiteY34753" fmla="*/ 2625280 h 5143785"/>
              <a:gd name="connsiteX34754" fmla="*/ 157067 w 3114960"/>
              <a:gd name="connsiteY34754" fmla="*/ 2625280 h 5143785"/>
              <a:gd name="connsiteX34755" fmla="*/ 157067 w 3114960"/>
              <a:gd name="connsiteY34755" fmla="*/ 2624804 h 5143785"/>
              <a:gd name="connsiteX34756" fmla="*/ 158782 w 3114960"/>
              <a:gd name="connsiteY34756" fmla="*/ 2631281 h 5143785"/>
              <a:gd name="connsiteX34757" fmla="*/ 156972 w 3114960"/>
              <a:gd name="connsiteY34757" fmla="*/ 2629472 h 5143785"/>
              <a:gd name="connsiteX34758" fmla="*/ 156972 w 3114960"/>
              <a:gd name="connsiteY34758" fmla="*/ 2628710 h 5143785"/>
              <a:gd name="connsiteX34759" fmla="*/ 187357 w 3114960"/>
              <a:gd name="connsiteY34759" fmla="*/ 2628710 h 5143785"/>
              <a:gd name="connsiteX34760" fmla="*/ 187357 w 3114960"/>
              <a:gd name="connsiteY34760" fmla="*/ 2629472 h 5143785"/>
              <a:gd name="connsiteX34761" fmla="*/ 185547 w 3114960"/>
              <a:gd name="connsiteY34761" fmla="*/ 2631281 h 5143785"/>
              <a:gd name="connsiteX34762" fmla="*/ 158782 w 3114960"/>
              <a:gd name="connsiteY34762" fmla="*/ 2631281 h 5143785"/>
              <a:gd name="connsiteX34763" fmla="*/ 445389 w 3114960"/>
              <a:gd name="connsiteY34763" fmla="*/ 4343877 h 5143785"/>
              <a:gd name="connsiteX34764" fmla="*/ 438245 w 3114960"/>
              <a:gd name="connsiteY34764" fmla="*/ 4343877 h 5143785"/>
              <a:gd name="connsiteX34765" fmla="*/ 438245 w 3114960"/>
              <a:gd name="connsiteY34765" fmla="*/ 4336256 h 5143785"/>
              <a:gd name="connsiteX34766" fmla="*/ 445389 w 3114960"/>
              <a:gd name="connsiteY34766" fmla="*/ 4336256 h 5143785"/>
              <a:gd name="connsiteX34767" fmla="*/ 445389 w 3114960"/>
              <a:gd name="connsiteY34767" fmla="*/ 4343877 h 5143785"/>
              <a:gd name="connsiteX34768" fmla="*/ 445389 w 3114960"/>
              <a:gd name="connsiteY34768" fmla="*/ 4328637 h 5143785"/>
              <a:gd name="connsiteX34769" fmla="*/ 438245 w 3114960"/>
              <a:gd name="connsiteY34769" fmla="*/ 4328637 h 5143785"/>
              <a:gd name="connsiteX34770" fmla="*/ 438245 w 3114960"/>
              <a:gd name="connsiteY34770" fmla="*/ 4321017 h 5143785"/>
              <a:gd name="connsiteX34771" fmla="*/ 445389 w 3114960"/>
              <a:gd name="connsiteY34771" fmla="*/ 4321017 h 5143785"/>
              <a:gd name="connsiteX34772" fmla="*/ 445389 w 3114960"/>
              <a:gd name="connsiteY34772" fmla="*/ 4328637 h 5143785"/>
              <a:gd name="connsiteX34773" fmla="*/ 307181 w 3114960"/>
              <a:gd name="connsiteY34773" fmla="*/ 3993547 h 5143785"/>
              <a:gd name="connsiteX34774" fmla="*/ 302705 w 3114960"/>
              <a:gd name="connsiteY34774" fmla="*/ 3989070 h 5143785"/>
              <a:gd name="connsiteX34775" fmla="*/ 290036 w 3114960"/>
              <a:gd name="connsiteY34775" fmla="*/ 3989070 h 5143785"/>
              <a:gd name="connsiteX34776" fmla="*/ 285560 w 3114960"/>
              <a:gd name="connsiteY34776" fmla="*/ 3993547 h 5143785"/>
              <a:gd name="connsiteX34777" fmla="*/ 285560 w 3114960"/>
              <a:gd name="connsiteY34777" fmla="*/ 4006215 h 5143785"/>
              <a:gd name="connsiteX34778" fmla="*/ 290036 w 3114960"/>
              <a:gd name="connsiteY34778" fmla="*/ 4010692 h 5143785"/>
              <a:gd name="connsiteX34779" fmla="*/ 302705 w 3114960"/>
              <a:gd name="connsiteY34779" fmla="*/ 4010692 h 5143785"/>
              <a:gd name="connsiteX34780" fmla="*/ 303467 w 3114960"/>
              <a:gd name="connsiteY34780" fmla="*/ 4010501 h 5143785"/>
              <a:gd name="connsiteX34781" fmla="*/ 443865 w 3114960"/>
              <a:gd name="connsiteY34781" fmla="*/ 4173188 h 5143785"/>
              <a:gd name="connsiteX34782" fmla="*/ 443865 w 3114960"/>
              <a:gd name="connsiteY34782" fmla="*/ 4230529 h 5143785"/>
              <a:gd name="connsiteX34783" fmla="*/ 441198 w 3114960"/>
              <a:gd name="connsiteY34783" fmla="*/ 4230529 h 5143785"/>
              <a:gd name="connsiteX34784" fmla="*/ 430244 w 3114960"/>
              <a:gd name="connsiteY34784" fmla="*/ 4240245 h 5143785"/>
              <a:gd name="connsiteX34785" fmla="*/ 430244 w 3114960"/>
              <a:gd name="connsiteY34785" fmla="*/ 4279106 h 5143785"/>
              <a:gd name="connsiteX34786" fmla="*/ 441198 w 3114960"/>
              <a:gd name="connsiteY34786" fmla="*/ 4288822 h 5143785"/>
              <a:gd name="connsiteX34787" fmla="*/ 451295 w 3114960"/>
              <a:gd name="connsiteY34787" fmla="*/ 4288822 h 5143785"/>
              <a:gd name="connsiteX34788" fmla="*/ 462248 w 3114960"/>
              <a:gd name="connsiteY34788" fmla="*/ 4279106 h 5143785"/>
              <a:gd name="connsiteX34789" fmla="*/ 462248 w 3114960"/>
              <a:gd name="connsiteY34789" fmla="*/ 4240245 h 5143785"/>
              <a:gd name="connsiteX34790" fmla="*/ 451295 w 3114960"/>
              <a:gd name="connsiteY34790" fmla="*/ 4230529 h 5143785"/>
              <a:gd name="connsiteX34791" fmla="*/ 448628 w 3114960"/>
              <a:gd name="connsiteY34791" fmla="*/ 4230529 h 5143785"/>
              <a:gd name="connsiteX34792" fmla="*/ 448628 w 3114960"/>
              <a:gd name="connsiteY34792" fmla="*/ 4171474 h 5143785"/>
              <a:gd name="connsiteX34793" fmla="*/ 306896 w 3114960"/>
              <a:gd name="connsiteY34793" fmla="*/ 4007168 h 5143785"/>
              <a:gd name="connsiteX34794" fmla="*/ 307086 w 3114960"/>
              <a:gd name="connsiteY34794" fmla="*/ 4006215 h 5143785"/>
              <a:gd name="connsiteX34795" fmla="*/ 307086 w 3114960"/>
              <a:gd name="connsiteY34795" fmla="*/ 3993547 h 5143785"/>
              <a:gd name="connsiteX34796" fmla="*/ 457200 w 3114960"/>
              <a:gd name="connsiteY34796" fmla="*/ 4279202 h 5143785"/>
              <a:gd name="connsiteX34797" fmla="*/ 451295 w 3114960"/>
              <a:gd name="connsiteY34797" fmla="*/ 4284440 h 5143785"/>
              <a:gd name="connsiteX34798" fmla="*/ 441198 w 3114960"/>
              <a:gd name="connsiteY34798" fmla="*/ 4284440 h 5143785"/>
              <a:gd name="connsiteX34799" fmla="*/ 435293 w 3114960"/>
              <a:gd name="connsiteY34799" fmla="*/ 4279202 h 5143785"/>
              <a:gd name="connsiteX34800" fmla="*/ 435293 w 3114960"/>
              <a:gd name="connsiteY34800" fmla="*/ 4270915 h 5143785"/>
              <a:gd name="connsiteX34801" fmla="*/ 457105 w 3114960"/>
              <a:gd name="connsiteY34801" fmla="*/ 4270915 h 5143785"/>
              <a:gd name="connsiteX34802" fmla="*/ 457105 w 3114960"/>
              <a:gd name="connsiteY34802" fmla="*/ 4279202 h 5143785"/>
              <a:gd name="connsiteX34803" fmla="*/ 451295 w 3114960"/>
              <a:gd name="connsiteY34803" fmla="*/ 4235006 h 5143785"/>
              <a:gd name="connsiteX34804" fmla="*/ 457200 w 3114960"/>
              <a:gd name="connsiteY34804" fmla="*/ 4240245 h 5143785"/>
              <a:gd name="connsiteX34805" fmla="*/ 457200 w 3114960"/>
              <a:gd name="connsiteY34805" fmla="*/ 4246340 h 5143785"/>
              <a:gd name="connsiteX34806" fmla="*/ 435388 w 3114960"/>
              <a:gd name="connsiteY34806" fmla="*/ 4246340 h 5143785"/>
              <a:gd name="connsiteX34807" fmla="*/ 435388 w 3114960"/>
              <a:gd name="connsiteY34807" fmla="*/ 4240245 h 5143785"/>
              <a:gd name="connsiteX34808" fmla="*/ 441293 w 3114960"/>
              <a:gd name="connsiteY34808" fmla="*/ 4235006 h 5143785"/>
              <a:gd name="connsiteX34809" fmla="*/ 451390 w 3114960"/>
              <a:gd name="connsiteY34809" fmla="*/ 4235006 h 5143785"/>
              <a:gd name="connsiteX34810" fmla="*/ 438245 w 3114960"/>
              <a:gd name="connsiteY34810" fmla="*/ 4351592 h 5143785"/>
              <a:gd name="connsiteX34811" fmla="*/ 445389 w 3114960"/>
              <a:gd name="connsiteY34811" fmla="*/ 4351592 h 5143785"/>
              <a:gd name="connsiteX34812" fmla="*/ 445389 w 3114960"/>
              <a:gd name="connsiteY34812" fmla="*/ 4358069 h 5143785"/>
              <a:gd name="connsiteX34813" fmla="*/ 440436 w 3114960"/>
              <a:gd name="connsiteY34813" fmla="*/ 4362164 h 5143785"/>
              <a:gd name="connsiteX34814" fmla="*/ 435864 w 3114960"/>
              <a:gd name="connsiteY34814" fmla="*/ 4356640 h 5143785"/>
              <a:gd name="connsiteX34815" fmla="*/ 438245 w 3114960"/>
              <a:gd name="connsiteY34815" fmla="*/ 4354735 h 5143785"/>
              <a:gd name="connsiteX34816" fmla="*/ 438245 w 3114960"/>
              <a:gd name="connsiteY34816" fmla="*/ 4351687 h 5143785"/>
              <a:gd name="connsiteX34817" fmla="*/ 950119 w 3114960"/>
              <a:gd name="connsiteY34817" fmla="*/ 3376613 h 5143785"/>
              <a:gd name="connsiteX34818" fmla="*/ 943070 w 3114960"/>
              <a:gd name="connsiteY34818" fmla="*/ 3383661 h 5143785"/>
              <a:gd name="connsiteX34819" fmla="*/ 936022 w 3114960"/>
              <a:gd name="connsiteY34819" fmla="*/ 3376613 h 5143785"/>
              <a:gd name="connsiteX34820" fmla="*/ 943070 w 3114960"/>
              <a:gd name="connsiteY34820" fmla="*/ 3369564 h 5143785"/>
              <a:gd name="connsiteX34821" fmla="*/ 950119 w 3114960"/>
              <a:gd name="connsiteY34821" fmla="*/ 3376613 h 5143785"/>
              <a:gd name="connsiteX34822" fmla="*/ 1132427 w 3114960"/>
              <a:gd name="connsiteY34822" fmla="*/ 3312414 h 5143785"/>
              <a:gd name="connsiteX34823" fmla="*/ 1132427 w 3114960"/>
              <a:gd name="connsiteY34823" fmla="*/ 3338608 h 5143785"/>
              <a:gd name="connsiteX34824" fmla="*/ 1124998 w 3114960"/>
              <a:gd name="connsiteY34824" fmla="*/ 3347847 h 5143785"/>
              <a:gd name="connsiteX34825" fmla="*/ 1127855 w 3114960"/>
              <a:gd name="connsiteY34825" fmla="*/ 3354800 h 5143785"/>
              <a:gd name="connsiteX34826" fmla="*/ 1134809 w 3114960"/>
              <a:gd name="connsiteY34826" fmla="*/ 3357658 h 5143785"/>
              <a:gd name="connsiteX34827" fmla="*/ 1144619 w 3114960"/>
              <a:gd name="connsiteY34827" fmla="*/ 3347942 h 5143785"/>
              <a:gd name="connsiteX34828" fmla="*/ 1137190 w 3114960"/>
              <a:gd name="connsiteY34828" fmla="*/ 3338608 h 5143785"/>
              <a:gd name="connsiteX34829" fmla="*/ 1137190 w 3114960"/>
              <a:gd name="connsiteY34829" fmla="*/ 3310033 h 5143785"/>
              <a:gd name="connsiteX34830" fmla="*/ 1134809 w 3114960"/>
              <a:gd name="connsiteY34830" fmla="*/ 3307652 h 5143785"/>
              <a:gd name="connsiteX34831" fmla="*/ 1089279 w 3114960"/>
              <a:gd name="connsiteY34831" fmla="*/ 3307366 h 5143785"/>
              <a:gd name="connsiteX34832" fmla="*/ 1089279 w 3114960"/>
              <a:gd name="connsiteY34832" fmla="*/ 3307366 h 5143785"/>
              <a:gd name="connsiteX34833" fmla="*/ 1087755 w 3114960"/>
              <a:gd name="connsiteY34833" fmla="*/ 3307937 h 5143785"/>
              <a:gd name="connsiteX34834" fmla="*/ 1072991 w 3114960"/>
              <a:gd name="connsiteY34834" fmla="*/ 3320415 h 5143785"/>
              <a:gd name="connsiteX34835" fmla="*/ 1072134 w 3114960"/>
              <a:gd name="connsiteY34835" fmla="*/ 3322225 h 5143785"/>
              <a:gd name="connsiteX34836" fmla="*/ 1072134 w 3114960"/>
              <a:gd name="connsiteY34836" fmla="*/ 3360230 h 5143785"/>
              <a:gd name="connsiteX34837" fmla="*/ 966311 w 3114960"/>
              <a:gd name="connsiteY34837" fmla="*/ 3360230 h 5143785"/>
              <a:gd name="connsiteX34838" fmla="*/ 964883 w 3114960"/>
              <a:gd name="connsiteY34838" fmla="*/ 3360706 h 5143785"/>
              <a:gd name="connsiteX34839" fmla="*/ 954310 w 3114960"/>
              <a:gd name="connsiteY34839" fmla="*/ 3368230 h 5143785"/>
              <a:gd name="connsiteX34840" fmla="*/ 951452 w 3114960"/>
              <a:gd name="connsiteY34840" fmla="*/ 3365183 h 5143785"/>
              <a:gd name="connsiteX34841" fmla="*/ 931450 w 3114960"/>
              <a:gd name="connsiteY34841" fmla="*/ 3368230 h 5143785"/>
              <a:gd name="connsiteX34842" fmla="*/ 929069 w 3114960"/>
              <a:gd name="connsiteY34842" fmla="*/ 3374327 h 5143785"/>
              <a:gd name="connsiteX34843" fmla="*/ 738092 w 3114960"/>
              <a:gd name="connsiteY34843" fmla="*/ 3374136 h 5143785"/>
              <a:gd name="connsiteX34844" fmla="*/ 703136 w 3114960"/>
              <a:gd name="connsiteY34844" fmla="*/ 3404616 h 5143785"/>
              <a:gd name="connsiteX34845" fmla="*/ 649891 w 3114960"/>
              <a:gd name="connsiteY34845" fmla="*/ 3404616 h 5143785"/>
              <a:gd name="connsiteX34846" fmla="*/ 647033 w 3114960"/>
              <a:gd name="connsiteY34846" fmla="*/ 3407474 h 5143785"/>
              <a:gd name="connsiteX34847" fmla="*/ 647033 w 3114960"/>
              <a:gd name="connsiteY34847" fmla="*/ 3417570 h 5143785"/>
              <a:gd name="connsiteX34848" fmla="*/ 647033 w 3114960"/>
              <a:gd name="connsiteY34848" fmla="*/ 3417761 h 5143785"/>
              <a:gd name="connsiteX34849" fmla="*/ 636937 w 3114960"/>
              <a:gd name="connsiteY34849" fmla="*/ 3425952 h 5143785"/>
              <a:gd name="connsiteX34850" fmla="*/ 535591 w 3114960"/>
              <a:gd name="connsiteY34850" fmla="*/ 3425952 h 5143785"/>
              <a:gd name="connsiteX34851" fmla="*/ 524447 w 3114960"/>
              <a:gd name="connsiteY34851" fmla="*/ 3416618 h 5143785"/>
              <a:gd name="connsiteX34852" fmla="*/ 512826 w 3114960"/>
              <a:gd name="connsiteY34852" fmla="*/ 3428238 h 5143785"/>
              <a:gd name="connsiteX34853" fmla="*/ 524447 w 3114960"/>
              <a:gd name="connsiteY34853" fmla="*/ 3439859 h 5143785"/>
              <a:gd name="connsiteX34854" fmla="*/ 535496 w 3114960"/>
              <a:gd name="connsiteY34854" fmla="*/ 3430810 h 5143785"/>
              <a:gd name="connsiteX34855" fmla="*/ 638651 w 3114960"/>
              <a:gd name="connsiteY34855" fmla="*/ 3430810 h 5143785"/>
              <a:gd name="connsiteX34856" fmla="*/ 651320 w 3114960"/>
              <a:gd name="connsiteY34856" fmla="*/ 3420332 h 5143785"/>
              <a:gd name="connsiteX34857" fmla="*/ 703707 w 3114960"/>
              <a:gd name="connsiteY34857" fmla="*/ 3420332 h 5143785"/>
              <a:gd name="connsiteX34858" fmla="*/ 706565 w 3114960"/>
              <a:gd name="connsiteY34858" fmla="*/ 3417475 h 5143785"/>
              <a:gd name="connsiteX34859" fmla="*/ 706565 w 3114960"/>
              <a:gd name="connsiteY34859" fmla="*/ 3407759 h 5143785"/>
              <a:gd name="connsiteX34860" fmla="*/ 739712 w 3114960"/>
              <a:gd name="connsiteY34860" fmla="*/ 3378803 h 5143785"/>
              <a:gd name="connsiteX34861" fmla="*/ 928783 w 3114960"/>
              <a:gd name="connsiteY34861" fmla="*/ 3378994 h 5143785"/>
              <a:gd name="connsiteX34862" fmla="*/ 934402 w 3114960"/>
              <a:gd name="connsiteY34862" fmla="*/ 3388138 h 5143785"/>
              <a:gd name="connsiteX34863" fmla="*/ 954405 w 3114960"/>
              <a:gd name="connsiteY34863" fmla="*/ 3385090 h 5143785"/>
              <a:gd name="connsiteX34864" fmla="*/ 956977 w 3114960"/>
              <a:gd name="connsiteY34864" fmla="*/ 3374422 h 5143785"/>
              <a:gd name="connsiteX34865" fmla="*/ 956215 w 3114960"/>
              <a:gd name="connsiteY34865" fmla="*/ 3372422 h 5143785"/>
              <a:gd name="connsiteX34866" fmla="*/ 966788 w 3114960"/>
              <a:gd name="connsiteY34866" fmla="*/ 3364897 h 5143785"/>
              <a:gd name="connsiteX34867" fmla="*/ 1074230 w 3114960"/>
              <a:gd name="connsiteY34867" fmla="*/ 3364897 h 5143785"/>
              <a:gd name="connsiteX34868" fmla="*/ 1075944 w 3114960"/>
              <a:gd name="connsiteY34868" fmla="*/ 3364230 h 5143785"/>
              <a:gd name="connsiteX34869" fmla="*/ 1076611 w 3114960"/>
              <a:gd name="connsiteY34869" fmla="*/ 3362516 h 5143785"/>
              <a:gd name="connsiteX34870" fmla="*/ 1076611 w 3114960"/>
              <a:gd name="connsiteY34870" fmla="*/ 3323273 h 5143785"/>
              <a:gd name="connsiteX34871" fmla="*/ 1089851 w 3114960"/>
              <a:gd name="connsiteY34871" fmla="*/ 3312033 h 5143785"/>
              <a:gd name="connsiteX34872" fmla="*/ 1132142 w 3114960"/>
              <a:gd name="connsiteY34872" fmla="*/ 3312319 h 5143785"/>
              <a:gd name="connsiteX34873" fmla="*/ 1134809 w 3114960"/>
              <a:gd name="connsiteY34873" fmla="*/ 3342799 h 5143785"/>
              <a:gd name="connsiteX34874" fmla="*/ 1139762 w 3114960"/>
              <a:gd name="connsiteY34874" fmla="*/ 3347847 h 5143785"/>
              <a:gd name="connsiteX34875" fmla="*/ 1134713 w 3114960"/>
              <a:gd name="connsiteY34875" fmla="*/ 3352800 h 5143785"/>
              <a:gd name="connsiteX34876" fmla="*/ 1134713 w 3114960"/>
              <a:gd name="connsiteY34876" fmla="*/ 3352800 h 5143785"/>
              <a:gd name="connsiteX34877" fmla="*/ 1131189 w 3114960"/>
              <a:gd name="connsiteY34877" fmla="*/ 3351276 h 5143785"/>
              <a:gd name="connsiteX34878" fmla="*/ 1129760 w 3114960"/>
              <a:gd name="connsiteY34878" fmla="*/ 3347752 h 5143785"/>
              <a:gd name="connsiteX34879" fmla="*/ 1134809 w 3114960"/>
              <a:gd name="connsiteY34879" fmla="*/ 3342799 h 5143785"/>
              <a:gd name="connsiteX34880" fmla="*/ 1134809 w 3114960"/>
              <a:gd name="connsiteY34880" fmla="*/ 3342799 h 5143785"/>
              <a:gd name="connsiteX34881" fmla="*/ 524637 w 3114960"/>
              <a:gd name="connsiteY34881" fmla="*/ 3435096 h 5143785"/>
              <a:gd name="connsiteX34882" fmla="*/ 517779 w 3114960"/>
              <a:gd name="connsiteY34882" fmla="*/ 3428238 h 5143785"/>
              <a:gd name="connsiteX34883" fmla="*/ 524637 w 3114960"/>
              <a:gd name="connsiteY34883" fmla="*/ 3421380 h 5143785"/>
              <a:gd name="connsiteX34884" fmla="*/ 531495 w 3114960"/>
              <a:gd name="connsiteY34884" fmla="*/ 3428238 h 5143785"/>
              <a:gd name="connsiteX34885" fmla="*/ 524637 w 3114960"/>
              <a:gd name="connsiteY34885" fmla="*/ 3435096 h 5143785"/>
              <a:gd name="connsiteX34886" fmla="*/ 665131 w 3114960"/>
              <a:gd name="connsiteY34886" fmla="*/ 3419189 h 5143785"/>
              <a:gd name="connsiteX34887" fmla="*/ 662178 w 3114960"/>
              <a:gd name="connsiteY34887" fmla="*/ 3419189 h 5143785"/>
              <a:gd name="connsiteX34888" fmla="*/ 662178 w 3114960"/>
              <a:gd name="connsiteY34888" fmla="*/ 3405664 h 5143785"/>
              <a:gd name="connsiteX34889" fmla="*/ 665131 w 3114960"/>
              <a:gd name="connsiteY34889" fmla="*/ 3405664 h 5143785"/>
              <a:gd name="connsiteX34890" fmla="*/ 665131 w 3114960"/>
              <a:gd name="connsiteY34890" fmla="*/ 3419189 h 5143785"/>
              <a:gd name="connsiteX34891" fmla="*/ 678371 w 3114960"/>
              <a:gd name="connsiteY34891" fmla="*/ 3419189 h 5143785"/>
              <a:gd name="connsiteX34892" fmla="*/ 675418 w 3114960"/>
              <a:gd name="connsiteY34892" fmla="*/ 3419189 h 5143785"/>
              <a:gd name="connsiteX34893" fmla="*/ 675418 w 3114960"/>
              <a:gd name="connsiteY34893" fmla="*/ 3405664 h 5143785"/>
              <a:gd name="connsiteX34894" fmla="*/ 678371 w 3114960"/>
              <a:gd name="connsiteY34894" fmla="*/ 3405664 h 5143785"/>
              <a:gd name="connsiteX34895" fmla="*/ 678371 w 3114960"/>
              <a:gd name="connsiteY34895" fmla="*/ 3419189 h 5143785"/>
              <a:gd name="connsiteX34896" fmla="*/ 693229 w 3114960"/>
              <a:gd name="connsiteY34896" fmla="*/ 3419189 h 5143785"/>
              <a:gd name="connsiteX34897" fmla="*/ 690277 w 3114960"/>
              <a:gd name="connsiteY34897" fmla="*/ 3419189 h 5143785"/>
              <a:gd name="connsiteX34898" fmla="*/ 690277 w 3114960"/>
              <a:gd name="connsiteY34898" fmla="*/ 3405664 h 5143785"/>
              <a:gd name="connsiteX34899" fmla="*/ 693229 w 3114960"/>
              <a:gd name="connsiteY34899" fmla="*/ 3405664 h 5143785"/>
              <a:gd name="connsiteX34900" fmla="*/ 693229 w 3114960"/>
              <a:gd name="connsiteY34900" fmla="*/ 3419189 h 5143785"/>
              <a:gd name="connsiteX34901" fmla="*/ 952500 w 3114960"/>
              <a:gd name="connsiteY34901" fmla="*/ 3383566 h 5143785"/>
              <a:gd name="connsiteX34902" fmla="*/ 936117 w 3114960"/>
              <a:gd name="connsiteY34902" fmla="*/ 3386042 h 5143785"/>
              <a:gd name="connsiteX34903" fmla="*/ 933641 w 3114960"/>
              <a:gd name="connsiteY34903" fmla="*/ 3369659 h 5143785"/>
              <a:gd name="connsiteX34904" fmla="*/ 941261 w 3114960"/>
              <a:gd name="connsiteY34904" fmla="*/ 3364992 h 5143785"/>
              <a:gd name="connsiteX34905" fmla="*/ 949928 w 3114960"/>
              <a:gd name="connsiteY34905" fmla="*/ 3367088 h 5143785"/>
              <a:gd name="connsiteX34906" fmla="*/ 954596 w 3114960"/>
              <a:gd name="connsiteY34906" fmla="*/ 3374708 h 5143785"/>
              <a:gd name="connsiteX34907" fmla="*/ 954691 w 3114960"/>
              <a:gd name="connsiteY34907" fmla="*/ 3376517 h 5143785"/>
              <a:gd name="connsiteX34908" fmla="*/ 952405 w 3114960"/>
              <a:gd name="connsiteY34908" fmla="*/ 3383375 h 5143785"/>
              <a:gd name="connsiteX34909" fmla="*/ 1161764 w 3114960"/>
              <a:gd name="connsiteY34909" fmla="*/ 2154174 h 5143785"/>
              <a:gd name="connsiteX34910" fmla="*/ 1150144 w 3114960"/>
              <a:gd name="connsiteY34910" fmla="*/ 2165795 h 5143785"/>
              <a:gd name="connsiteX34911" fmla="*/ 1161764 w 3114960"/>
              <a:gd name="connsiteY34911" fmla="*/ 2177415 h 5143785"/>
              <a:gd name="connsiteX34912" fmla="*/ 1173385 w 3114960"/>
              <a:gd name="connsiteY34912" fmla="*/ 2165795 h 5143785"/>
              <a:gd name="connsiteX34913" fmla="*/ 1161764 w 3114960"/>
              <a:gd name="connsiteY34913" fmla="*/ 2154174 h 5143785"/>
              <a:gd name="connsiteX34914" fmla="*/ 1161764 w 3114960"/>
              <a:gd name="connsiteY34914" fmla="*/ 2175129 h 5143785"/>
              <a:gd name="connsiteX34915" fmla="*/ 1152525 w 3114960"/>
              <a:gd name="connsiteY34915" fmla="*/ 2165890 h 5143785"/>
              <a:gd name="connsiteX34916" fmla="*/ 1161764 w 3114960"/>
              <a:gd name="connsiteY34916" fmla="*/ 2156651 h 5143785"/>
              <a:gd name="connsiteX34917" fmla="*/ 1171004 w 3114960"/>
              <a:gd name="connsiteY34917" fmla="*/ 2165890 h 5143785"/>
              <a:gd name="connsiteX34918" fmla="*/ 1161764 w 3114960"/>
              <a:gd name="connsiteY34918" fmla="*/ 2175129 h 5143785"/>
              <a:gd name="connsiteX34919" fmla="*/ 1166051 w 3114960"/>
              <a:gd name="connsiteY34919" fmla="*/ 3183065 h 5143785"/>
              <a:gd name="connsiteX34920" fmla="*/ 1161098 w 3114960"/>
              <a:gd name="connsiteY34920" fmla="*/ 3178112 h 5143785"/>
              <a:gd name="connsiteX34921" fmla="*/ 1156145 w 3114960"/>
              <a:gd name="connsiteY34921" fmla="*/ 3183065 h 5143785"/>
              <a:gd name="connsiteX34922" fmla="*/ 1156430 w 3114960"/>
              <a:gd name="connsiteY34922" fmla="*/ 3184493 h 5143785"/>
              <a:gd name="connsiteX34923" fmla="*/ 1061085 w 3114960"/>
              <a:gd name="connsiteY34923" fmla="*/ 3254693 h 5143785"/>
              <a:gd name="connsiteX34924" fmla="*/ 979361 w 3114960"/>
              <a:gd name="connsiteY34924" fmla="*/ 3255455 h 5143785"/>
              <a:gd name="connsiteX34925" fmla="*/ 973646 w 3114960"/>
              <a:gd name="connsiteY34925" fmla="*/ 3245263 h 5143785"/>
              <a:gd name="connsiteX34926" fmla="*/ 953643 w 3114960"/>
              <a:gd name="connsiteY34926" fmla="*/ 3248311 h 5143785"/>
              <a:gd name="connsiteX34927" fmla="*/ 951167 w 3114960"/>
              <a:gd name="connsiteY34927" fmla="*/ 3254407 h 5143785"/>
              <a:gd name="connsiteX34928" fmla="*/ 758666 w 3114960"/>
              <a:gd name="connsiteY34928" fmla="*/ 3254407 h 5143785"/>
              <a:gd name="connsiteX34929" fmla="*/ 725519 w 3114960"/>
              <a:gd name="connsiteY34929" fmla="*/ 3284696 h 5143785"/>
              <a:gd name="connsiteX34930" fmla="*/ 672275 w 3114960"/>
              <a:gd name="connsiteY34930" fmla="*/ 3284696 h 5143785"/>
              <a:gd name="connsiteX34931" fmla="*/ 669417 w 3114960"/>
              <a:gd name="connsiteY34931" fmla="*/ 3287554 h 5143785"/>
              <a:gd name="connsiteX34932" fmla="*/ 669417 w 3114960"/>
              <a:gd name="connsiteY34932" fmla="*/ 3290411 h 5143785"/>
              <a:gd name="connsiteX34933" fmla="*/ 606933 w 3114960"/>
              <a:gd name="connsiteY34933" fmla="*/ 3290411 h 5143785"/>
              <a:gd name="connsiteX34934" fmla="*/ 580739 w 3114960"/>
              <a:gd name="connsiteY34934" fmla="*/ 3311938 h 5143785"/>
              <a:gd name="connsiteX34935" fmla="*/ 319659 w 3114960"/>
              <a:gd name="connsiteY34935" fmla="*/ 3311938 h 5143785"/>
              <a:gd name="connsiteX34936" fmla="*/ 310610 w 3114960"/>
              <a:gd name="connsiteY34936" fmla="*/ 3303556 h 5143785"/>
              <a:gd name="connsiteX34937" fmla="*/ 301371 w 3114960"/>
              <a:gd name="connsiteY34937" fmla="*/ 3312795 h 5143785"/>
              <a:gd name="connsiteX34938" fmla="*/ 310610 w 3114960"/>
              <a:gd name="connsiteY34938" fmla="*/ 3322034 h 5143785"/>
              <a:gd name="connsiteX34939" fmla="*/ 318897 w 3114960"/>
              <a:gd name="connsiteY34939" fmla="*/ 3316700 h 5143785"/>
              <a:gd name="connsiteX34940" fmla="*/ 582454 w 3114960"/>
              <a:gd name="connsiteY34940" fmla="*/ 3316700 h 5143785"/>
              <a:gd name="connsiteX34941" fmla="*/ 608648 w 3114960"/>
              <a:gd name="connsiteY34941" fmla="*/ 3295174 h 5143785"/>
              <a:gd name="connsiteX34942" fmla="*/ 669417 w 3114960"/>
              <a:gd name="connsiteY34942" fmla="*/ 3295174 h 5143785"/>
              <a:gd name="connsiteX34943" fmla="*/ 669417 w 3114960"/>
              <a:gd name="connsiteY34943" fmla="*/ 3297650 h 5143785"/>
              <a:gd name="connsiteX34944" fmla="*/ 672275 w 3114960"/>
              <a:gd name="connsiteY34944" fmla="*/ 3300508 h 5143785"/>
              <a:gd name="connsiteX34945" fmla="*/ 726281 w 3114960"/>
              <a:gd name="connsiteY34945" fmla="*/ 3300508 h 5143785"/>
              <a:gd name="connsiteX34946" fmla="*/ 729139 w 3114960"/>
              <a:gd name="connsiteY34946" fmla="*/ 3297650 h 5143785"/>
              <a:gd name="connsiteX34947" fmla="*/ 729139 w 3114960"/>
              <a:gd name="connsiteY34947" fmla="*/ 3287840 h 5143785"/>
              <a:gd name="connsiteX34948" fmla="*/ 760571 w 3114960"/>
              <a:gd name="connsiteY34948" fmla="*/ 3259169 h 5143785"/>
              <a:gd name="connsiteX34949" fmla="*/ 951262 w 3114960"/>
              <a:gd name="connsiteY34949" fmla="*/ 3259169 h 5143785"/>
              <a:gd name="connsiteX34950" fmla="*/ 956882 w 3114960"/>
              <a:gd name="connsiteY34950" fmla="*/ 3268313 h 5143785"/>
              <a:gd name="connsiteX34951" fmla="*/ 976884 w 3114960"/>
              <a:gd name="connsiteY34951" fmla="*/ 3265265 h 5143785"/>
              <a:gd name="connsiteX34952" fmla="*/ 979551 w 3114960"/>
              <a:gd name="connsiteY34952" fmla="*/ 3257741 h 5143785"/>
              <a:gd name="connsiteX34953" fmla="*/ 1061657 w 3114960"/>
              <a:gd name="connsiteY34953" fmla="*/ 3256979 h 5143785"/>
              <a:gd name="connsiteX34954" fmla="*/ 1062038 w 3114960"/>
              <a:gd name="connsiteY34954" fmla="*/ 3256979 h 5143785"/>
              <a:gd name="connsiteX34955" fmla="*/ 1157859 w 3114960"/>
              <a:gd name="connsiteY34955" fmla="*/ 3186398 h 5143785"/>
              <a:gd name="connsiteX34956" fmla="*/ 1159002 w 3114960"/>
              <a:gd name="connsiteY34956" fmla="*/ 3187160 h 5143785"/>
              <a:gd name="connsiteX34957" fmla="*/ 1159002 w 3114960"/>
              <a:gd name="connsiteY34957" fmla="*/ 3360134 h 5143785"/>
              <a:gd name="connsiteX34958" fmla="*/ 1145858 w 3114960"/>
              <a:gd name="connsiteY34958" fmla="*/ 3371374 h 5143785"/>
              <a:gd name="connsiteX34959" fmla="*/ 1103662 w 3114960"/>
              <a:gd name="connsiteY34959" fmla="*/ 3371088 h 5143785"/>
              <a:gd name="connsiteX34960" fmla="*/ 1103662 w 3114960"/>
              <a:gd name="connsiteY34960" fmla="*/ 3344894 h 5143785"/>
              <a:gd name="connsiteX34961" fmla="*/ 1108139 w 3114960"/>
              <a:gd name="connsiteY34961" fmla="*/ 3342513 h 5143785"/>
              <a:gd name="connsiteX34962" fmla="*/ 1110996 w 3114960"/>
              <a:gd name="connsiteY34962" fmla="*/ 3335655 h 5143785"/>
              <a:gd name="connsiteX34963" fmla="*/ 1108139 w 3114960"/>
              <a:gd name="connsiteY34963" fmla="*/ 3328702 h 5143785"/>
              <a:gd name="connsiteX34964" fmla="*/ 1101281 w 3114960"/>
              <a:gd name="connsiteY34964" fmla="*/ 3325844 h 5143785"/>
              <a:gd name="connsiteX34965" fmla="*/ 1101281 w 3114960"/>
              <a:gd name="connsiteY34965" fmla="*/ 3325844 h 5143785"/>
              <a:gd name="connsiteX34966" fmla="*/ 1094423 w 3114960"/>
              <a:gd name="connsiteY34966" fmla="*/ 3328702 h 5143785"/>
              <a:gd name="connsiteX34967" fmla="*/ 1091565 w 3114960"/>
              <a:gd name="connsiteY34967" fmla="*/ 3335560 h 5143785"/>
              <a:gd name="connsiteX34968" fmla="*/ 1094423 w 3114960"/>
              <a:gd name="connsiteY34968" fmla="*/ 3342513 h 5143785"/>
              <a:gd name="connsiteX34969" fmla="*/ 1098995 w 3114960"/>
              <a:gd name="connsiteY34969" fmla="*/ 3344894 h 5143785"/>
              <a:gd name="connsiteX34970" fmla="*/ 1098995 w 3114960"/>
              <a:gd name="connsiteY34970" fmla="*/ 3373374 h 5143785"/>
              <a:gd name="connsiteX34971" fmla="*/ 1101376 w 3114960"/>
              <a:gd name="connsiteY34971" fmla="*/ 3375755 h 5143785"/>
              <a:gd name="connsiteX34972" fmla="*/ 1146905 w 3114960"/>
              <a:gd name="connsiteY34972" fmla="*/ 3376041 h 5143785"/>
              <a:gd name="connsiteX34973" fmla="*/ 1146905 w 3114960"/>
              <a:gd name="connsiteY34973" fmla="*/ 3376041 h 5143785"/>
              <a:gd name="connsiteX34974" fmla="*/ 1148429 w 3114960"/>
              <a:gd name="connsiteY34974" fmla="*/ 3375470 h 5143785"/>
              <a:gd name="connsiteX34975" fmla="*/ 1163193 w 3114960"/>
              <a:gd name="connsiteY34975" fmla="*/ 3362992 h 5143785"/>
              <a:gd name="connsiteX34976" fmla="*/ 1164050 w 3114960"/>
              <a:gd name="connsiteY34976" fmla="*/ 3361182 h 5143785"/>
              <a:gd name="connsiteX34977" fmla="*/ 1164050 w 3114960"/>
              <a:gd name="connsiteY34977" fmla="*/ 3187065 h 5143785"/>
              <a:gd name="connsiteX34978" fmla="*/ 1166527 w 3114960"/>
              <a:gd name="connsiteY34978" fmla="*/ 3182779 h 5143785"/>
              <a:gd name="connsiteX34979" fmla="*/ 687324 w 3114960"/>
              <a:gd name="connsiteY34979" fmla="*/ 3299555 h 5143785"/>
              <a:gd name="connsiteX34980" fmla="*/ 684371 w 3114960"/>
              <a:gd name="connsiteY34980" fmla="*/ 3299555 h 5143785"/>
              <a:gd name="connsiteX34981" fmla="*/ 684371 w 3114960"/>
              <a:gd name="connsiteY34981" fmla="*/ 3286030 h 5143785"/>
              <a:gd name="connsiteX34982" fmla="*/ 687324 w 3114960"/>
              <a:gd name="connsiteY34982" fmla="*/ 3286030 h 5143785"/>
              <a:gd name="connsiteX34983" fmla="*/ 687324 w 3114960"/>
              <a:gd name="connsiteY34983" fmla="*/ 3299555 h 5143785"/>
              <a:gd name="connsiteX34984" fmla="*/ 700564 w 3114960"/>
              <a:gd name="connsiteY34984" fmla="*/ 3299555 h 5143785"/>
              <a:gd name="connsiteX34985" fmla="*/ 697611 w 3114960"/>
              <a:gd name="connsiteY34985" fmla="*/ 3299555 h 5143785"/>
              <a:gd name="connsiteX34986" fmla="*/ 697611 w 3114960"/>
              <a:gd name="connsiteY34986" fmla="*/ 3286030 h 5143785"/>
              <a:gd name="connsiteX34987" fmla="*/ 700564 w 3114960"/>
              <a:gd name="connsiteY34987" fmla="*/ 3286030 h 5143785"/>
              <a:gd name="connsiteX34988" fmla="*/ 700564 w 3114960"/>
              <a:gd name="connsiteY34988" fmla="*/ 3299555 h 5143785"/>
              <a:gd name="connsiteX34989" fmla="*/ 715327 w 3114960"/>
              <a:gd name="connsiteY34989" fmla="*/ 3299555 h 5143785"/>
              <a:gd name="connsiteX34990" fmla="*/ 712375 w 3114960"/>
              <a:gd name="connsiteY34990" fmla="*/ 3299555 h 5143785"/>
              <a:gd name="connsiteX34991" fmla="*/ 712375 w 3114960"/>
              <a:gd name="connsiteY34991" fmla="*/ 3286030 h 5143785"/>
              <a:gd name="connsiteX34992" fmla="*/ 715327 w 3114960"/>
              <a:gd name="connsiteY34992" fmla="*/ 3286030 h 5143785"/>
              <a:gd name="connsiteX34993" fmla="*/ 715327 w 3114960"/>
              <a:gd name="connsiteY34993" fmla="*/ 3299555 h 5143785"/>
              <a:gd name="connsiteX34994" fmla="*/ 974598 w 3114960"/>
              <a:gd name="connsiteY34994" fmla="*/ 3263932 h 5143785"/>
              <a:gd name="connsiteX34995" fmla="*/ 966978 w 3114960"/>
              <a:gd name="connsiteY34995" fmla="*/ 3268599 h 5143785"/>
              <a:gd name="connsiteX34996" fmla="*/ 958310 w 3114960"/>
              <a:gd name="connsiteY34996" fmla="*/ 3266504 h 5143785"/>
              <a:gd name="connsiteX34997" fmla="*/ 953643 w 3114960"/>
              <a:gd name="connsiteY34997" fmla="*/ 3258884 h 5143785"/>
              <a:gd name="connsiteX34998" fmla="*/ 953548 w 3114960"/>
              <a:gd name="connsiteY34998" fmla="*/ 3257074 h 5143785"/>
              <a:gd name="connsiteX34999" fmla="*/ 955834 w 3114960"/>
              <a:gd name="connsiteY34999" fmla="*/ 3250216 h 5143785"/>
              <a:gd name="connsiteX35000" fmla="*/ 972217 w 3114960"/>
              <a:gd name="connsiteY35000" fmla="*/ 3247739 h 5143785"/>
              <a:gd name="connsiteX35001" fmla="*/ 974693 w 3114960"/>
              <a:gd name="connsiteY35001" fmla="*/ 3264122 h 5143785"/>
              <a:gd name="connsiteX35002" fmla="*/ 1100900 w 3114960"/>
              <a:gd name="connsiteY35002" fmla="*/ 3340894 h 5143785"/>
              <a:gd name="connsiteX35003" fmla="*/ 1097375 w 3114960"/>
              <a:gd name="connsiteY35003" fmla="*/ 3339370 h 5143785"/>
              <a:gd name="connsiteX35004" fmla="*/ 1095947 w 3114960"/>
              <a:gd name="connsiteY35004" fmla="*/ 3335846 h 5143785"/>
              <a:gd name="connsiteX35005" fmla="*/ 1097471 w 3114960"/>
              <a:gd name="connsiteY35005" fmla="*/ 3332321 h 5143785"/>
              <a:gd name="connsiteX35006" fmla="*/ 1100995 w 3114960"/>
              <a:gd name="connsiteY35006" fmla="*/ 3330893 h 5143785"/>
              <a:gd name="connsiteX35007" fmla="*/ 1100995 w 3114960"/>
              <a:gd name="connsiteY35007" fmla="*/ 3330893 h 5143785"/>
              <a:gd name="connsiteX35008" fmla="*/ 1104519 w 3114960"/>
              <a:gd name="connsiteY35008" fmla="*/ 3332417 h 5143785"/>
              <a:gd name="connsiteX35009" fmla="*/ 1105948 w 3114960"/>
              <a:gd name="connsiteY35009" fmla="*/ 3335941 h 5143785"/>
              <a:gd name="connsiteX35010" fmla="*/ 1104424 w 3114960"/>
              <a:gd name="connsiteY35010" fmla="*/ 3339465 h 5143785"/>
              <a:gd name="connsiteX35011" fmla="*/ 1100900 w 3114960"/>
              <a:gd name="connsiteY35011" fmla="*/ 3340894 h 5143785"/>
              <a:gd name="connsiteX35012" fmla="*/ 1100900 w 3114960"/>
              <a:gd name="connsiteY35012" fmla="*/ 3340894 h 5143785"/>
              <a:gd name="connsiteX35013" fmla="*/ 972122 w 3114960"/>
              <a:gd name="connsiteY35013" fmla="*/ 3256979 h 5143785"/>
              <a:gd name="connsiteX35014" fmla="*/ 965073 w 3114960"/>
              <a:gd name="connsiteY35014" fmla="*/ 3264027 h 5143785"/>
              <a:gd name="connsiteX35015" fmla="*/ 958025 w 3114960"/>
              <a:gd name="connsiteY35015" fmla="*/ 3256979 h 5143785"/>
              <a:gd name="connsiteX35016" fmla="*/ 965073 w 3114960"/>
              <a:gd name="connsiteY35016" fmla="*/ 3249930 h 5143785"/>
              <a:gd name="connsiteX35017" fmla="*/ 972122 w 3114960"/>
              <a:gd name="connsiteY35017" fmla="*/ 3256979 h 5143785"/>
              <a:gd name="connsiteX35018" fmla="*/ 445389 w 3114960"/>
              <a:gd name="connsiteY35018" fmla="*/ 4313301 h 5143785"/>
              <a:gd name="connsiteX35019" fmla="*/ 438245 w 3114960"/>
              <a:gd name="connsiteY35019" fmla="*/ 4313301 h 5143785"/>
              <a:gd name="connsiteX35020" fmla="*/ 438245 w 3114960"/>
              <a:gd name="connsiteY35020" fmla="*/ 4305681 h 5143785"/>
              <a:gd name="connsiteX35021" fmla="*/ 445389 w 3114960"/>
              <a:gd name="connsiteY35021" fmla="*/ 4305681 h 5143785"/>
              <a:gd name="connsiteX35022" fmla="*/ 445389 w 3114960"/>
              <a:gd name="connsiteY35022" fmla="*/ 4313301 h 5143785"/>
              <a:gd name="connsiteX35023" fmla="*/ 430625 w 3114960"/>
              <a:gd name="connsiteY35023" fmla="*/ 4360926 h 5143785"/>
              <a:gd name="connsiteX35024" fmla="*/ 435197 w 3114960"/>
              <a:gd name="connsiteY35024" fmla="*/ 4366451 h 5143785"/>
              <a:gd name="connsiteX35025" fmla="*/ 429959 w 3114960"/>
              <a:gd name="connsiteY35025" fmla="*/ 4370737 h 5143785"/>
              <a:gd name="connsiteX35026" fmla="*/ 425387 w 3114960"/>
              <a:gd name="connsiteY35026" fmla="*/ 4365212 h 5143785"/>
              <a:gd name="connsiteX35027" fmla="*/ 430625 w 3114960"/>
              <a:gd name="connsiteY35027" fmla="*/ 4360926 h 5143785"/>
              <a:gd name="connsiteX35028" fmla="*/ 414814 w 3114960"/>
              <a:gd name="connsiteY35028" fmla="*/ 4373880 h 5143785"/>
              <a:gd name="connsiteX35029" fmla="*/ 420053 w 3114960"/>
              <a:gd name="connsiteY35029" fmla="*/ 4369594 h 5143785"/>
              <a:gd name="connsiteX35030" fmla="*/ 424625 w 3114960"/>
              <a:gd name="connsiteY35030" fmla="*/ 4375119 h 5143785"/>
              <a:gd name="connsiteX35031" fmla="*/ 419386 w 3114960"/>
              <a:gd name="connsiteY35031" fmla="*/ 4379405 h 5143785"/>
              <a:gd name="connsiteX35032" fmla="*/ 414814 w 3114960"/>
              <a:gd name="connsiteY35032" fmla="*/ 4373880 h 5143785"/>
              <a:gd name="connsiteX35033" fmla="*/ 445389 w 3114960"/>
              <a:gd name="connsiteY35033" fmla="*/ 4298061 h 5143785"/>
              <a:gd name="connsiteX35034" fmla="*/ 438245 w 3114960"/>
              <a:gd name="connsiteY35034" fmla="*/ 4298061 h 5143785"/>
              <a:gd name="connsiteX35035" fmla="*/ 438245 w 3114960"/>
              <a:gd name="connsiteY35035" fmla="*/ 4293299 h 5143785"/>
              <a:gd name="connsiteX35036" fmla="*/ 445389 w 3114960"/>
              <a:gd name="connsiteY35036" fmla="*/ 4293299 h 5143785"/>
              <a:gd name="connsiteX35037" fmla="*/ 445389 w 3114960"/>
              <a:gd name="connsiteY35037" fmla="*/ 4298061 h 5143785"/>
              <a:gd name="connsiteX35038" fmla="*/ 516064 w 3114960"/>
              <a:gd name="connsiteY35038" fmla="*/ 3583115 h 5143785"/>
              <a:gd name="connsiteX35039" fmla="*/ 536829 w 3114960"/>
              <a:gd name="connsiteY35039" fmla="*/ 3583115 h 5143785"/>
              <a:gd name="connsiteX35040" fmla="*/ 536829 w 3114960"/>
              <a:gd name="connsiteY35040" fmla="*/ 3587782 h 5143785"/>
              <a:gd name="connsiteX35041" fmla="*/ 516064 w 3114960"/>
              <a:gd name="connsiteY35041" fmla="*/ 3587782 h 5143785"/>
              <a:gd name="connsiteX35042" fmla="*/ 516064 w 3114960"/>
              <a:gd name="connsiteY35042" fmla="*/ 3583115 h 5143785"/>
              <a:gd name="connsiteX35043" fmla="*/ 513017 w 3114960"/>
              <a:gd name="connsiteY35043" fmla="*/ 3537680 h 5143785"/>
              <a:gd name="connsiteX35044" fmla="*/ 501872 w 3114960"/>
              <a:gd name="connsiteY35044" fmla="*/ 3546920 h 5143785"/>
              <a:gd name="connsiteX35045" fmla="*/ 226219 w 3114960"/>
              <a:gd name="connsiteY35045" fmla="*/ 3546920 h 5143785"/>
              <a:gd name="connsiteX35046" fmla="*/ 169069 w 3114960"/>
              <a:gd name="connsiteY35046" fmla="*/ 3593211 h 5143785"/>
              <a:gd name="connsiteX35047" fmla="*/ 169545 w 3114960"/>
              <a:gd name="connsiteY35047" fmla="*/ 3766566 h 5143785"/>
              <a:gd name="connsiteX35048" fmla="*/ 169545 w 3114960"/>
              <a:gd name="connsiteY35048" fmla="*/ 3767519 h 5143785"/>
              <a:gd name="connsiteX35049" fmla="*/ 202025 w 3114960"/>
              <a:gd name="connsiteY35049" fmla="*/ 3799809 h 5143785"/>
              <a:gd name="connsiteX35050" fmla="*/ 276987 w 3114960"/>
              <a:gd name="connsiteY35050" fmla="*/ 3799809 h 5143785"/>
              <a:gd name="connsiteX35051" fmla="*/ 277273 w 3114960"/>
              <a:gd name="connsiteY35051" fmla="*/ 3801047 h 5143785"/>
              <a:gd name="connsiteX35052" fmla="*/ 283369 w 3114960"/>
              <a:gd name="connsiteY35052" fmla="*/ 3808571 h 5143785"/>
              <a:gd name="connsiteX35053" fmla="*/ 289370 w 3114960"/>
              <a:gd name="connsiteY35053" fmla="*/ 3810095 h 5143785"/>
              <a:gd name="connsiteX35054" fmla="*/ 293084 w 3114960"/>
              <a:gd name="connsiteY35054" fmla="*/ 3809524 h 5143785"/>
              <a:gd name="connsiteX35055" fmla="*/ 300609 w 3114960"/>
              <a:gd name="connsiteY35055" fmla="*/ 3803428 h 5143785"/>
              <a:gd name="connsiteX35056" fmla="*/ 301562 w 3114960"/>
              <a:gd name="connsiteY35056" fmla="*/ 3793808 h 5143785"/>
              <a:gd name="connsiteX35057" fmla="*/ 295466 w 3114960"/>
              <a:gd name="connsiteY35057" fmla="*/ 3786283 h 5143785"/>
              <a:gd name="connsiteX35058" fmla="*/ 285845 w 3114960"/>
              <a:gd name="connsiteY35058" fmla="*/ 3785330 h 5143785"/>
              <a:gd name="connsiteX35059" fmla="*/ 277178 w 3114960"/>
              <a:gd name="connsiteY35059" fmla="*/ 3795046 h 5143785"/>
              <a:gd name="connsiteX35060" fmla="*/ 204216 w 3114960"/>
              <a:gd name="connsiteY35060" fmla="*/ 3795046 h 5143785"/>
              <a:gd name="connsiteX35061" fmla="*/ 174498 w 3114960"/>
              <a:gd name="connsiteY35061" fmla="*/ 3765518 h 5143785"/>
              <a:gd name="connsiteX35062" fmla="*/ 174022 w 3114960"/>
              <a:gd name="connsiteY35062" fmla="*/ 3595402 h 5143785"/>
              <a:gd name="connsiteX35063" fmla="*/ 228124 w 3114960"/>
              <a:gd name="connsiteY35063" fmla="*/ 3551587 h 5143785"/>
              <a:gd name="connsiteX35064" fmla="*/ 502063 w 3114960"/>
              <a:gd name="connsiteY35064" fmla="*/ 3551587 h 5143785"/>
              <a:gd name="connsiteX35065" fmla="*/ 513207 w 3114960"/>
              <a:gd name="connsiteY35065" fmla="*/ 3560826 h 5143785"/>
              <a:gd name="connsiteX35066" fmla="*/ 524828 w 3114960"/>
              <a:gd name="connsiteY35066" fmla="*/ 3549205 h 5143785"/>
              <a:gd name="connsiteX35067" fmla="*/ 513207 w 3114960"/>
              <a:gd name="connsiteY35067" fmla="*/ 3537585 h 5143785"/>
              <a:gd name="connsiteX35068" fmla="*/ 287179 w 3114960"/>
              <a:gd name="connsiteY35068" fmla="*/ 3789902 h 5143785"/>
              <a:gd name="connsiteX35069" fmla="*/ 289465 w 3114960"/>
              <a:gd name="connsiteY35069" fmla="*/ 3789521 h 5143785"/>
              <a:gd name="connsiteX35070" fmla="*/ 293180 w 3114960"/>
              <a:gd name="connsiteY35070" fmla="*/ 3790474 h 5143785"/>
              <a:gd name="connsiteX35071" fmla="*/ 296990 w 3114960"/>
              <a:gd name="connsiteY35071" fmla="*/ 3795141 h 5143785"/>
              <a:gd name="connsiteX35072" fmla="*/ 296418 w 3114960"/>
              <a:gd name="connsiteY35072" fmla="*/ 3801142 h 5143785"/>
              <a:gd name="connsiteX35073" fmla="*/ 291751 w 3114960"/>
              <a:gd name="connsiteY35073" fmla="*/ 3804952 h 5143785"/>
              <a:gd name="connsiteX35074" fmla="*/ 285750 w 3114960"/>
              <a:gd name="connsiteY35074" fmla="*/ 3804380 h 5143785"/>
              <a:gd name="connsiteX35075" fmla="*/ 281940 w 3114960"/>
              <a:gd name="connsiteY35075" fmla="*/ 3799713 h 5143785"/>
              <a:gd name="connsiteX35076" fmla="*/ 287179 w 3114960"/>
              <a:gd name="connsiteY35076" fmla="*/ 3789902 h 5143785"/>
              <a:gd name="connsiteX35077" fmla="*/ 513017 w 3114960"/>
              <a:gd name="connsiteY35077" fmla="*/ 3556159 h 5143785"/>
              <a:gd name="connsiteX35078" fmla="*/ 506444 w 3114960"/>
              <a:gd name="connsiteY35078" fmla="*/ 3550730 h 5143785"/>
              <a:gd name="connsiteX35079" fmla="*/ 506444 w 3114960"/>
              <a:gd name="connsiteY35079" fmla="*/ 3547967 h 5143785"/>
              <a:gd name="connsiteX35080" fmla="*/ 513017 w 3114960"/>
              <a:gd name="connsiteY35080" fmla="*/ 3542538 h 5143785"/>
              <a:gd name="connsiteX35081" fmla="*/ 519875 w 3114960"/>
              <a:gd name="connsiteY35081" fmla="*/ 3549396 h 5143785"/>
              <a:gd name="connsiteX35082" fmla="*/ 513017 w 3114960"/>
              <a:gd name="connsiteY35082" fmla="*/ 3556254 h 5143785"/>
              <a:gd name="connsiteX35083" fmla="*/ 95 w 3114960"/>
              <a:gd name="connsiteY35083" fmla="*/ 4171093 h 5143785"/>
              <a:gd name="connsiteX35084" fmla="*/ 95 w 3114960"/>
              <a:gd name="connsiteY35084" fmla="*/ 4175855 h 5143785"/>
              <a:gd name="connsiteX35085" fmla="*/ 73152 w 3114960"/>
              <a:gd name="connsiteY35085" fmla="*/ 4175855 h 5143785"/>
              <a:gd name="connsiteX35086" fmla="*/ 217837 w 3114960"/>
              <a:gd name="connsiteY35086" fmla="*/ 4051363 h 5143785"/>
              <a:gd name="connsiteX35087" fmla="*/ 220504 w 3114960"/>
              <a:gd name="connsiteY35087" fmla="*/ 4053364 h 5143785"/>
              <a:gd name="connsiteX35088" fmla="*/ 225933 w 3114960"/>
              <a:gd name="connsiteY35088" fmla="*/ 4054602 h 5143785"/>
              <a:gd name="connsiteX35089" fmla="*/ 230124 w 3114960"/>
              <a:gd name="connsiteY35089" fmla="*/ 4053840 h 5143785"/>
              <a:gd name="connsiteX35090" fmla="*/ 237935 w 3114960"/>
              <a:gd name="connsiteY35090" fmla="*/ 4037743 h 5143785"/>
              <a:gd name="connsiteX35091" fmla="*/ 221837 w 3114960"/>
              <a:gd name="connsiteY35091" fmla="*/ 4030028 h 5143785"/>
              <a:gd name="connsiteX35092" fmla="*/ 214122 w 3114960"/>
              <a:gd name="connsiteY35092" fmla="*/ 4046125 h 5143785"/>
              <a:gd name="connsiteX35093" fmla="*/ 214979 w 3114960"/>
              <a:gd name="connsiteY35093" fmla="*/ 4047649 h 5143785"/>
              <a:gd name="connsiteX35094" fmla="*/ 71533 w 3114960"/>
              <a:gd name="connsiteY35094" fmla="*/ 4170998 h 5143785"/>
              <a:gd name="connsiteX35095" fmla="*/ 95 w 3114960"/>
              <a:gd name="connsiteY35095" fmla="*/ 4170998 h 5143785"/>
              <a:gd name="connsiteX35096" fmla="*/ 223361 w 3114960"/>
              <a:gd name="connsiteY35096" fmla="*/ 4034504 h 5143785"/>
              <a:gd name="connsiteX35097" fmla="*/ 225933 w 3114960"/>
              <a:gd name="connsiteY35097" fmla="*/ 4034028 h 5143785"/>
              <a:gd name="connsiteX35098" fmla="*/ 233363 w 3114960"/>
              <a:gd name="connsiteY35098" fmla="*/ 4039267 h 5143785"/>
              <a:gd name="connsiteX35099" fmla="*/ 228505 w 3114960"/>
              <a:gd name="connsiteY35099" fmla="*/ 4049268 h 5143785"/>
              <a:gd name="connsiteX35100" fmla="*/ 222504 w 3114960"/>
              <a:gd name="connsiteY35100" fmla="*/ 4048982 h 5143785"/>
              <a:gd name="connsiteX35101" fmla="*/ 218504 w 3114960"/>
              <a:gd name="connsiteY35101" fmla="*/ 4044505 h 5143785"/>
              <a:gd name="connsiteX35102" fmla="*/ 223361 w 3114960"/>
              <a:gd name="connsiteY35102" fmla="*/ 4034504 h 5143785"/>
              <a:gd name="connsiteX35103" fmla="*/ 238316 w 3114960"/>
              <a:gd name="connsiteY35103" fmla="*/ 3713226 h 5143785"/>
              <a:gd name="connsiteX35104" fmla="*/ 256318 w 3114960"/>
              <a:gd name="connsiteY35104" fmla="*/ 3731419 h 5143785"/>
              <a:gd name="connsiteX35105" fmla="*/ 238125 w 3114960"/>
              <a:gd name="connsiteY35105" fmla="*/ 3749421 h 5143785"/>
              <a:gd name="connsiteX35106" fmla="*/ 220123 w 3114960"/>
              <a:gd name="connsiteY35106" fmla="*/ 3731228 h 5143785"/>
              <a:gd name="connsiteX35107" fmla="*/ 238316 w 3114960"/>
              <a:gd name="connsiteY35107" fmla="*/ 3713226 h 5143785"/>
              <a:gd name="connsiteX35108" fmla="*/ 1182529 w 3114960"/>
              <a:gd name="connsiteY35108" fmla="*/ 766572 h 5143785"/>
              <a:gd name="connsiteX35109" fmla="*/ 1190911 w 3114960"/>
              <a:gd name="connsiteY35109" fmla="*/ 758190 h 5143785"/>
              <a:gd name="connsiteX35110" fmla="*/ 1199293 w 3114960"/>
              <a:gd name="connsiteY35110" fmla="*/ 766572 h 5143785"/>
              <a:gd name="connsiteX35111" fmla="*/ 1190911 w 3114960"/>
              <a:gd name="connsiteY35111" fmla="*/ 774954 h 5143785"/>
              <a:gd name="connsiteX35112" fmla="*/ 1182529 w 3114960"/>
              <a:gd name="connsiteY35112" fmla="*/ 766572 h 5143785"/>
              <a:gd name="connsiteX35113" fmla="*/ 1161764 w 3114960"/>
              <a:gd name="connsiteY35113" fmla="*/ 2223135 h 5143785"/>
              <a:gd name="connsiteX35114" fmla="*/ 1150144 w 3114960"/>
              <a:gd name="connsiteY35114" fmla="*/ 2234756 h 5143785"/>
              <a:gd name="connsiteX35115" fmla="*/ 1161764 w 3114960"/>
              <a:gd name="connsiteY35115" fmla="*/ 2246376 h 5143785"/>
              <a:gd name="connsiteX35116" fmla="*/ 1173385 w 3114960"/>
              <a:gd name="connsiteY35116" fmla="*/ 2234756 h 5143785"/>
              <a:gd name="connsiteX35117" fmla="*/ 1161764 w 3114960"/>
              <a:gd name="connsiteY35117" fmla="*/ 2223135 h 5143785"/>
              <a:gd name="connsiteX35118" fmla="*/ 1161764 w 3114960"/>
              <a:gd name="connsiteY35118" fmla="*/ 2244090 h 5143785"/>
              <a:gd name="connsiteX35119" fmla="*/ 1152525 w 3114960"/>
              <a:gd name="connsiteY35119" fmla="*/ 2234851 h 5143785"/>
              <a:gd name="connsiteX35120" fmla="*/ 1161764 w 3114960"/>
              <a:gd name="connsiteY35120" fmla="*/ 2225612 h 5143785"/>
              <a:gd name="connsiteX35121" fmla="*/ 1171004 w 3114960"/>
              <a:gd name="connsiteY35121" fmla="*/ 2234851 h 5143785"/>
              <a:gd name="connsiteX35122" fmla="*/ 1161764 w 3114960"/>
              <a:gd name="connsiteY35122" fmla="*/ 2244090 h 5143785"/>
              <a:gd name="connsiteX35123" fmla="*/ 1161764 w 3114960"/>
              <a:gd name="connsiteY35123" fmla="*/ 2227040 h 5143785"/>
              <a:gd name="connsiteX35124" fmla="*/ 1154049 w 3114960"/>
              <a:gd name="connsiteY35124" fmla="*/ 2234756 h 5143785"/>
              <a:gd name="connsiteX35125" fmla="*/ 1161764 w 3114960"/>
              <a:gd name="connsiteY35125" fmla="*/ 2242471 h 5143785"/>
              <a:gd name="connsiteX35126" fmla="*/ 1169575 w 3114960"/>
              <a:gd name="connsiteY35126" fmla="*/ 2234756 h 5143785"/>
              <a:gd name="connsiteX35127" fmla="*/ 1161764 w 3114960"/>
              <a:gd name="connsiteY35127" fmla="*/ 2227040 h 5143785"/>
              <a:gd name="connsiteX35128" fmla="*/ 1161764 w 3114960"/>
              <a:gd name="connsiteY35128" fmla="*/ 2240185 h 5143785"/>
              <a:gd name="connsiteX35129" fmla="*/ 1156430 w 3114960"/>
              <a:gd name="connsiteY35129" fmla="*/ 2234851 h 5143785"/>
              <a:gd name="connsiteX35130" fmla="*/ 1161764 w 3114960"/>
              <a:gd name="connsiteY35130" fmla="*/ 2229517 h 5143785"/>
              <a:gd name="connsiteX35131" fmla="*/ 1167194 w 3114960"/>
              <a:gd name="connsiteY35131" fmla="*/ 2234851 h 5143785"/>
              <a:gd name="connsiteX35132" fmla="*/ 1161764 w 3114960"/>
              <a:gd name="connsiteY35132" fmla="*/ 2240185 h 5143785"/>
              <a:gd name="connsiteX35133" fmla="*/ 347758 w 3114960"/>
              <a:gd name="connsiteY35133" fmla="*/ 3609213 h 5143785"/>
              <a:gd name="connsiteX35134" fmla="*/ 355283 w 3114960"/>
              <a:gd name="connsiteY35134" fmla="*/ 3609213 h 5143785"/>
              <a:gd name="connsiteX35135" fmla="*/ 363379 w 3114960"/>
              <a:gd name="connsiteY35135" fmla="*/ 3601403 h 5143785"/>
              <a:gd name="connsiteX35136" fmla="*/ 363379 w 3114960"/>
              <a:gd name="connsiteY35136" fmla="*/ 3588258 h 5143785"/>
              <a:gd name="connsiteX35137" fmla="*/ 370904 w 3114960"/>
              <a:gd name="connsiteY35137" fmla="*/ 3588258 h 5143785"/>
              <a:gd name="connsiteX35138" fmla="*/ 370904 w 3114960"/>
              <a:gd name="connsiteY35138" fmla="*/ 3583496 h 5143785"/>
              <a:gd name="connsiteX35139" fmla="*/ 363379 w 3114960"/>
              <a:gd name="connsiteY35139" fmla="*/ 3583496 h 5143785"/>
              <a:gd name="connsiteX35140" fmla="*/ 363379 w 3114960"/>
              <a:gd name="connsiteY35140" fmla="*/ 3570351 h 5143785"/>
              <a:gd name="connsiteX35141" fmla="*/ 355283 w 3114960"/>
              <a:gd name="connsiteY35141" fmla="*/ 3562541 h 5143785"/>
              <a:gd name="connsiteX35142" fmla="*/ 347758 w 3114960"/>
              <a:gd name="connsiteY35142" fmla="*/ 3562541 h 5143785"/>
              <a:gd name="connsiteX35143" fmla="*/ 339662 w 3114960"/>
              <a:gd name="connsiteY35143" fmla="*/ 3570351 h 5143785"/>
              <a:gd name="connsiteX35144" fmla="*/ 339662 w 3114960"/>
              <a:gd name="connsiteY35144" fmla="*/ 3570637 h 5143785"/>
              <a:gd name="connsiteX35145" fmla="*/ 271082 w 3114960"/>
              <a:gd name="connsiteY35145" fmla="*/ 3570637 h 5143785"/>
              <a:gd name="connsiteX35146" fmla="*/ 222314 w 3114960"/>
              <a:gd name="connsiteY35146" fmla="*/ 3611975 h 5143785"/>
              <a:gd name="connsiteX35147" fmla="*/ 222314 w 3114960"/>
              <a:gd name="connsiteY35147" fmla="*/ 3700272 h 5143785"/>
              <a:gd name="connsiteX35148" fmla="*/ 203359 w 3114960"/>
              <a:gd name="connsiteY35148" fmla="*/ 3731133 h 5143785"/>
              <a:gd name="connsiteX35149" fmla="*/ 238220 w 3114960"/>
              <a:gd name="connsiteY35149" fmla="*/ 3766280 h 5143785"/>
              <a:gd name="connsiteX35150" fmla="*/ 273368 w 3114960"/>
              <a:gd name="connsiteY35150" fmla="*/ 3731419 h 5143785"/>
              <a:gd name="connsiteX35151" fmla="*/ 256318 w 3114960"/>
              <a:gd name="connsiteY35151" fmla="*/ 3701415 h 5143785"/>
              <a:gd name="connsiteX35152" fmla="*/ 256318 w 3114960"/>
              <a:gd name="connsiteY35152" fmla="*/ 3617214 h 5143785"/>
              <a:gd name="connsiteX35153" fmla="*/ 277940 w 3114960"/>
              <a:gd name="connsiteY35153" fmla="*/ 3599688 h 5143785"/>
              <a:gd name="connsiteX35154" fmla="*/ 339757 w 3114960"/>
              <a:gd name="connsiteY35154" fmla="*/ 3599688 h 5143785"/>
              <a:gd name="connsiteX35155" fmla="*/ 339757 w 3114960"/>
              <a:gd name="connsiteY35155" fmla="*/ 3601498 h 5143785"/>
              <a:gd name="connsiteX35156" fmla="*/ 347853 w 3114960"/>
              <a:gd name="connsiteY35156" fmla="*/ 3609309 h 5143785"/>
              <a:gd name="connsiteX35157" fmla="*/ 343376 w 3114960"/>
              <a:gd name="connsiteY35157" fmla="*/ 3570446 h 5143785"/>
              <a:gd name="connsiteX35158" fmla="*/ 347758 w 3114960"/>
              <a:gd name="connsiteY35158" fmla="*/ 3566255 h 5143785"/>
              <a:gd name="connsiteX35159" fmla="*/ 355283 w 3114960"/>
              <a:gd name="connsiteY35159" fmla="*/ 3566255 h 5143785"/>
              <a:gd name="connsiteX35160" fmla="*/ 359664 w 3114960"/>
              <a:gd name="connsiteY35160" fmla="*/ 3570446 h 5143785"/>
              <a:gd name="connsiteX35161" fmla="*/ 359664 w 3114960"/>
              <a:gd name="connsiteY35161" fmla="*/ 3575304 h 5143785"/>
              <a:gd name="connsiteX35162" fmla="*/ 343472 w 3114960"/>
              <a:gd name="connsiteY35162" fmla="*/ 3575304 h 5143785"/>
              <a:gd name="connsiteX35163" fmla="*/ 343472 w 3114960"/>
              <a:gd name="connsiteY35163" fmla="*/ 3570446 h 5143785"/>
              <a:gd name="connsiteX35164" fmla="*/ 343376 w 3114960"/>
              <a:gd name="connsiteY35164" fmla="*/ 3594926 h 5143785"/>
              <a:gd name="connsiteX35165" fmla="*/ 359569 w 3114960"/>
              <a:gd name="connsiteY35165" fmla="*/ 3594926 h 5143785"/>
              <a:gd name="connsiteX35166" fmla="*/ 359569 w 3114960"/>
              <a:gd name="connsiteY35166" fmla="*/ 3601498 h 5143785"/>
              <a:gd name="connsiteX35167" fmla="*/ 355187 w 3114960"/>
              <a:gd name="connsiteY35167" fmla="*/ 3605689 h 5143785"/>
              <a:gd name="connsiteX35168" fmla="*/ 347663 w 3114960"/>
              <a:gd name="connsiteY35168" fmla="*/ 3605689 h 5143785"/>
              <a:gd name="connsiteX35169" fmla="*/ 343281 w 3114960"/>
              <a:gd name="connsiteY35169" fmla="*/ 3601498 h 5143785"/>
              <a:gd name="connsiteX35170" fmla="*/ 343281 w 3114960"/>
              <a:gd name="connsiteY35170" fmla="*/ 3594926 h 5143785"/>
              <a:gd name="connsiteX35171" fmla="*/ 266033 w 3114960"/>
              <a:gd name="connsiteY35171" fmla="*/ 3731419 h 5143785"/>
              <a:gd name="connsiteX35172" fmla="*/ 238125 w 3114960"/>
              <a:gd name="connsiteY35172" fmla="*/ 3759232 h 5143785"/>
              <a:gd name="connsiteX35173" fmla="*/ 210312 w 3114960"/>
              <a:gd name="connsiteY35173" fmla="*/ 3731324 h 5143785"/>
              <a:gd name="connsiteX35174" fmla="*/ 238220 w 3114960"/>
              <a:gd name="connsiteY35174" fmla="*/ 3703511 h 5143785"/>
              <a:gd name="connsiteX35175" fmla="*/ 265938 w 3114960"/>
              <a:gd name="connsiteY35175" fmla="*/ 3731419 h 5143785"/>
              <a:gd name="connsiteX35176" fmla="*/ 276035 w 3114960"/>
              <a:gd name="connsiteY35176" fmla="*/ 3594926 h 5143785"/>
              <a:gd name="connsiteX35177" fmla="*/ 251365 w 3114960"/>
              <a:gd name="connsiteY35177" fmla="*/ 3614928 h 5143785"/>
              <a:gd name="connsiteX35178" fmla="*/ 251365 w 3114960"/>
              <a:gd name="connsiteY35178" fmla="*/ 3698938 h 5143785"/>
              <a:gd name="connsiteX35179" fmla="*/ 238316 w 3114960"/>
              <a:gd name="connsiteY35179" fmla="*/ 3696272 h 5143785"/>
              <a:gd name="connsiteX35180" fmla="*/ 226981 w 3114960"/>
              <a:gd name="connsiteY35180" fmla="*/ 3698272 h 5143785"/>
              <a:gd name="connsiteX35181" fmla="*/ 226981 w 3114960"/>
              <a:gd name="connsiteY35181" fmla="*/ 3614166 h 5143785"/>
              <a:gd name="connsiteX35182" fmla="*/ 272796 w 3114960"/>
              <a:gd name="connsiteY35182" fmla="*/ 3575399 h 5143785"/>
              <a:gd name="connsiteX35183" fmla="*/ 339662 w 3114960"/>
              <a:gd name="connsiteY35183" fmla="*/ 3575399 h 5143785"/>
              <a:gd name="connsiteX35184" fmla="*/ 339662 w 3114960"/>
              <a:gd name="connsiteY35184" fmla="*/ 3594926 h 5143785"/>
              <a:gd name="connsiteX35185" fmla="*/ 276130 w 3114960"/>
              <a:gd name="connsiteY35185" fmla="*/ 3594926 h 5143785"/>
              <a:gd name="connsiteX35186" fmla="*/ 180308 w 3114960"/>
              <a:gd name="connsiteY35186" fmla="*/ 3977164 h 5143785"/>
              <a:gd name="connsiteX35187" fmla="*/ 184499 w 3114960"/>
              <a:gd name="connsiteY35187" fmla="*/ 3978117 h 5143785"/>
              <a:gd name="connsiteX35188" fmla="*/ 187833 w 3114960"/>
              <a:gd name="connsiteY35188" fmla="*/ 3977545 h 5143785"/>
              <a:gd name="connsiteX35189" fmla="*/ 193834 w 3114960"/>
              <a:gd name="connsiteY35189" fmla="*/ 3964877 h 5143785"/>
              <a:gd name="connsiteX35190" fmla="*/ 188786 w 3114960"/>
              <a:gd name="connsiteY35190" fmla="*/ 3959257 h 5143785"/>
              <a:gd name="connsiteX35191" fmla="*/ 181166 w 3114960"/>
              <a:gd name="connsiteY35191" fmla="*/ 3958876 h 5143785"/>
              <a:gd name="connsiteX35192" fmla="*/ 175165 w 3114960"/>
              <a:gd name="connsiteY35192" fmla="*/ 3971544 h 5143785"/>
              <a:gd name="connsiteX35193" fmla="*/ 176022 w 3114960"/>
              <a:gd name="connsiteY35193" fmla="*/ 3972973 h 5143785"/>
              <a:gd name="connsiteX35194" fmla="*/ 124778 w 3114960"/>
              <a:gd name="connsiteY35194" fmla="*/ 4018407 h 5143785"/>
              <a:gd name="connsiteX35195" fmla="*/ 125063 w 3114960"/>
              <a:gd name="connsiteY35195" fmla="*/ 4066413 h 5143785"/>
              <a:gd name="connsiteX35196" fmla="*/ 46482 w 3114960"/>
              <a:gd name="connsiteY35196" fmla="*/ 4134517 h 5143785"/>
              <a:gd name="connsiteX35197" fmla="*/ 37148 w 3114960"/>
              <a:gd name="connsiteY35197" fmla="*/ 4132802 h 5143785"/>
              <a:gd name="connsiteX35198" fmla="*/ 31147 w 3114960"/>
              <a:gd name="connsiteY35198" fmla="*/ 4145471 h 5143785"/>
              <a:gd name="connsiteX35199" fmla="*/ 36290 w 3114960"/>
              <a:gd name="connsiteY35199" fmla="*/ 4151090 h 5143785"/>
              <a:gd name="connsiteX35200" fmla="*/ 40481 w 3114960"/>
              <a:gd name="connsiteY35200" fmla="*/ 4152043 h 5143785"/>
              <a:gd name="connsiteX35201" fmla="*/ 43815 w 3114960"/>
              <a:gd name="connsiteY35201" fmla="*/ 4151471 h 5143785"/>
              <a:gd name="connsiteX35202" fmla="*/ 49435 w 3114960"/>
              <a:gd name="connsiteY35202" fmla="*/ 4146423 h 5143785"/>
              <a:gd name="connsiteX35203" fmla="*/ 49816 w 3114960"/>
              <a:gd name="connsiteY35203" fmla="*/ 4138803 h 5143785"/>
              <a:gd name="connsiteX35204" fmla="*/ 49435 w 3114960"/>
              <a:gd name="connsiteY35204" fmla="*/ 4138232 h 5143785"/>
              <a:gd name="connsiteX35205" fmla="*/ 129826 w 3114960"/>
              <a:gd name="connsiteY35205" fmla="*/ 4068604 h 5143785"/>
              <a:gd name="connsiteX35206" fmla="*/ 129540 w 3114960"/>
              <a:gd name="connsiteY35206" fmla="*/ 4020598 h 5143785"/>
              <a:gd name="connsiteX35207" fmla="*/ 179261 w 3114960"/>
              <a:gd name="connsiteY35207" fmla="*/ 3976497 h 5143785"/>
              <a:gd name="connsiteX35208" fmla="*/ 180213 w 3114960"/>
              <a:gd name="connsiteY35208" fmla="*/ 3977259 h 5143785"/>
              <a:gd name="connsiteX35209" fmla="*/ 182785 w 3114960"/>
              <a:gd name="connsiteY35209" fmla="*/ 3963353 h 5143785"/>
              <a:gd name="connsiteX35210" fmla="*/ 184499 w 3114960"/>
              <a:gd name="connsiteY35210" fmla="*/ 3963067 h 5143785"/>
              <a:gd name="connsiteX35211" fmla="*/ 186690 w 3114960"/>
              <a:gd name="connsiteY35211" fmla="*/ 3963543 h 5143785"/>
              <a:gd name="connsiteX35212" fmla="*/ 189357 w 3114960"/>
              <a:gd name="connsiteY35212" fmla="*/ 3966496 h 5143785"/>
              <a:gd name="connsiteX35213" fmla="*/ 189167 w 3114960"/>
              <a:gd name="connsiteY35213" fmla="*/ 3970401 h 5143785"/>
              <a:gd name="connsiteX35214" fmla="*/ 186214 w 3114960"/>
              <a:gd name="connsiteY35214" fmla="*/ 3973068 h 5143785"/>
              <a:gd name="connsiteX35215" fmla="*/ 182308 w 3114960"/>
              <a:gd name="connsiteY35215" fmla="*/ 3972878 h 5143785"/>
              <a:gd name="connsiteX35216" fmla="*/ 179642 w 3114960"/>
              <a:gd name="connsiteY35216" fmla="*/ 3969925 h 5143785"/>
              <a:gd name="connsiteX35217" fmla="*/ 182785 w 3114960"/>
              <a:gd name="connsiteY35217" fmla="*/ 3963353 h 5143785"/>
              <a:gd name="connsiteX35218" fmla="*/ 45149 w 3114960"/>
              <a:gd name="connsiteY35218" fmla="*/ 4144328 h 5143785"/>
              <a:gd name="connsiteX35219" fmla="*/ 42196 w 3114960"/>
              <a:gd name="connsiteY35219" fmla="*/ 4146995 h 5143785"/>
              <a:gd name="connsiteX35220" fmla="*/ 42196 w 3114960"/>
              <a:gd name="connsiteY35220" fmla="*/ 4146995 h 5143785"/>
              <a:gd name="connsiteX35221" fmla="*/ 38291 w 3114960"/>
              <a:gd name="connsiteY35221" fmla="*/ 4146804 h 5143785"/>
              <a:gd name="connsiteX35222" fmla="*/ 35624 w 3114960"/>
              <a:gd name="connsiteY35222" fmla="*/ 4143851 h 5143785"/>
              <a:gd name="connsiteX35223" fmla="*/ 38767 w 3114960"/>
              <a:gd name="connsiteY35223" fmla="*/ 4137279 h 5143785"/>
              <a:gd name="connsiteX35224" fmla="*/ 40481 w 3114960"/>
              <a:gd name="connsiteY35224" fmla="*/ 4136993 h 5143785"/>
              <a:gd name="connsiteX35225" fmla="*/ 45339 w 3114960"/>
              <a:gd name="connsiteY35225" fmla="*/ 4140422 h 5143785"/>
              <a:gd name="connsiteX35226" fmla="*/ 45149 w 3114960"/>
              <a:gd name="connsiteY35226" fmla="*/ 4144328 h 5143785"/>
              <a:gd name="connsiteX35227" fmla="*/ 545592 w 3114960"/>
              <a:gd name="connsiteY35227" fmla="*/ 3505010 h 5143785"/>
              <a:gd name="connsiteX35228" fmla="*/ 528447 w 3114960"/>
              <a:gd name="connsiteY35228" fmla="*/ 3505010 h 5143785"/>
              <a:gd name="connsiteX35229" fmla="*/ 528447 w 3114960"/>
              <a:gd name="connsiteY35229" fmla="*/ 3500247 h 5143785"/>
              <a:gd name="connsiteX35230" fmla="*/ 545592 w 3114960"/>
              <a:gd name="connsiteY35230" fmla="*/ 3500247 h 5143785"/>
              <a:gd name="connsiteX35231" fmla="*/ 545592 w 3114960"/>
              <a:gd name="connsiteY35231" fmla="*/ 3505010 h 5143785"/>
              <a:gd name="connsiteX35232" fmla="*/ 305943 w 3114960"/>
              <a:gd name="connsiteY35232" fmla="*/ 3712845 h 5143785"/>
              <a:gd name="connsiteX35233" fmla="*/ 309848 w 3114960"/>
              <a:gd name="connsiteY35233" fmla="*/ 3709416 h 5143785"/>
              <a:gd name="connsiteX35234" fmla="*/ 310706 w 3114960"/>
              <a:gd name="connsiteY35234" fmla="*/ 3709702 h 5143785"/>
              <a:gd name="connsiteX35235" fmla="*/ 312325 w 3114960"/>
              <a:gd name="connsiteY35235" fmla="*/ 3707797 h 5143785"/>
              <a:gd name="connsiteX35236" fmla="*/ 313944 w 3114960"/>
              <a:gd name="connsiteY35236" fmla="*/ 3709702 h 5143785"/>
              <a:gd name="connsiteX35237" fmla="*/ 315563 w 3114960"/>
              <a:gd name="connsiteY35237" fmla="*/ 3707797 h 5143785"/>
              <a:gd name="connsiteX35238" fmla="*/ 317183 w 3114960"/>
              <a:gd name="connsiteY35238" fmla="*/ 3709702 h 5143785"/>
              <a:gd name="connsiteX35239" fmla="*/ 318802 w 3114960"/>
              <a:gd name="connsiteY35239" fmla="*/ 3707797 h 5143785"/>
              <a:gd name="connsiteX35240" fmla="*/ 320421 w 3114960"/>
              <a:gd name="connsiteY35240" fmla="*/ 3709702 h 5143785"/>
              <a:gd name="connsiteX35241" fmla="*/ 322040 w 3114960"/>
              <a:gd name="connsiteY35241" fmla="*/ 3707797 h 5143785"/>
              <a:gd name="connsiteX35242" fmla="*/ 323660 w 3114960"/>
              <a:gd name="connsiteY35242" fmla="*/ 3709702 h 5143785"/>
              <a:gd name="connsiteX35243" fmla="*/ 325279 w 3114960"/>
              <a:gd name="connsiteY35243" fmla="*/ 3707797 h 5143785"/>
              <a:gd name="connsiteX35244" fmla="*/ 326898 w 3114960"/>
              <a:gd name="connsiteY35244" fmla="*/ 3709702 h 5143785"/>
              <a:gd name="connsiteX35245" fmla="*/ 328517 w 3114960"/>
              <a:gd name="connsiteY35245" fmla="*/ 3707797 h 5143785"/>
              <a:gd name="connsiteX35246" fmla="*/ 330137 w 3114960"/>
              <a:gd name="connsiteY35246" fmla="*/ 3709702 h 5143785"/>
              <a:gd name="connsiteX35247" fmla="*/ 331756 w 3114960"/>
              <a:gd name="connsiteY35247" fmla="*/ 3707797 h 5143785"/>
              <a:gd name="connsiteX35248" fmla="*/ 333375 w 3114960"/>
              <a:gd name="connsiteY35248" fmla="*/ 3709702 h 5143785"/>
              <a:gd name="connsiteX35249" fmla="*/ 334994 w 3114960"/>
              <a:gd name="connsiteY35249" fmla="*/ 3707797 h 5143785"/>
              <a:gd name="connsiteX35250" fmla="*/ 336614 w 3114960"/>
              <a:gd name="connsiteY35250" fmla="*/ 3709702 h 5143785"/>
              <a:gd name="connsiteX35251" fmla="*/ 338233 w 3114960"/>
              <a:gd name="connsiteY35251" fmla="*/ 3707797 h 5143785"/>
              <a:gd name="connsiteX35252" fmla="*/ 339852 w 3114960"/>
              <a:gd name="connsiteY35252" fmla="*/ 3709702 h 5143785"/>
              <a:gd name="connsiteX35253" fmla="*/ 341471 w 3114960"/>
              <a:gd name="connsiteY35253" fmla="*/ 3707797 h 5143785"/>
              <a:gd name="connsiteX35254" fmla="*/ 343090 w 3114960"/>
              <a:gd name="connsiteY35254" fmla="*/ 3709702 h 5143785"/>
              <a:gd name="connsiteX35255" fmla="*/ 344710 w 3114960"/>
              <a:gd name="connsiteY35255" fmla="*/ 3707702 h 5143785"/>
              <a:gd name="connsiteX35256" fmla="*/ 346329 w 3114960"/>
              <a:gd name="connsiteY35256" fmla="*/ 3709702 h 5143785"/>
              <a:gd name="connsiteX35257" fmla="*/ 347948 w 3114960"/>
              <a:gd name="connsiteY35257" fmla="*/ 3707702 h 5143785"/>
              <a:gd name="connsiteX35258" fmla="*/ 349568 w 3114960"/>
              <a:gd name="connsiteY35258" fmla="*/ 3709702 h 5143785"/>
              <a:gd name="connsiteX35259" fmla="*/ 351187 w 3114960"/>
              <a:gd name="connsiteY35259" fmla="*/ 3707702 h 5143785"/>
              <a:gd name="connsiteX35260" fmla="*/ 352806 w 3114960"/>
              <a:gd name="connsiteY35260" fmla="*/ 3709702 h 5143785"/>
              <a:gd name="connsiteX35261" fmla="*/ 354425 w 3114960"/>
              <a:gd name="connsiteY35261" fmla="*/ 3707702 h 5143785"/>
              <a:gd name="connsiteX35262" fmla="*/ 356045 w 3114960"/>
              <a:gd name="connsiteY35262" fmla="*/ 3709702 h 5143785"/>
              <a:gd name="connsiteX35263" fmla="*/ 357759 w 3114960"/>
              <a:gd name="connsiteY35263" fmla="*/ 3707606 h 5143785"/>
              <a:gd name="connsiteX35264" fmla="*/ 359474 w 3114960"/>
              <a:gd name="connsiteY35264" fmla="*/ 3709702 h 5143785"/>
              <a:gd name="connsiteX35265" fmla="*/ 361188 w 3114960"/>
              <a:gd name="connsiteY35265" fmla="*/ 3707606 h 5143785"/>
              <a:gd name="connsiteX35266" fmla="*/ 362903 w 3114960"/>
              <a:gd name="connsiteY35266" fmla="*/ 3709702 h 5143785"/>
              <a:gd name="connsiteX35267" fmla="*/ 364522 w 3114960"/>
              <a:gd name="connsiteY35267" fmla="*/ 3707606 h 5143785"/>
              <a:gd name="connsiteX35268" fmla="*/ 366141 w 3114960"/>
              <a:gd name="connsiteY35268" fmla="*/ 3709702 h 5143785"/>
              <a:gd name="connsiteX35269" fmla="*/ 367760 w 3114960"/>
              <a:gd name="connsiteY35269" fmla="*/ 3707606 h 5143785"/>
              <a:gd name="connsiteX35270" fmla="*/ 369380 w 3114960"/>
              <a:gd name="connsiteY35270" fmla="*/ 3709702 h 5143785"/>
              <a:gd name="connsiteX35271" fmla="*/ 370999 w 3114960"/>
              <a:gd name="connsiteY35271" fmla="*/ 3707702 h 5143785"/>
              <a:gd name="connsiteX35272" fmla="*/ 372618 w 3114960"/>
              <a:gd name="connsiteY35272" fmla="*/ 3709702 h 5143785"/>
              <a:gd name="connsiteX35273" fmla="*/ 374237 w 3114960"/>
              <a:gd name="connsiteY35273" fmla="*/ 3707702 h 5143785"/>
              <a:gd name="connsiteX35274" fmla="*/ 375857 w 3114960"/>
              <a:gd name="connsiteY35274" fmla="*/ 3709702 h 5143785"/>
              <a:gd name="connsiteX35275" fmla="*/ 377476 w 3114960"/>
              <a:gd name="connsiteY35275" fmla="*/ 3707606 h 5143785"/>
              <a:gd name="connsiteX35276" fmla="*/ 379095 w 3114960"/>
              <a:gd name="connsiteY35276" fmla="*/ 3709702 h 5143785"/>
              <a:gd name="connsiteX35277" fmla="*/ 380714 w 3114960"/>
              <a:gd name="connsiteY35277" fmla="*/ 3707606 h 5143785"/>
              <a:gd name="connsiteX35278" fmla="*/ 382334 w 3114960"/>
              <a:gd name="connsiteY35278" fmla="*/ 3709702 h 5143785"/>
              <a:gd name="connsiteX35279" fmla="*/ 384048 w 3114960"/>
              <a:gd name="connsiteY35279" fmla="*/ 3707606 h 5143785"/>
              <a:gd name="connsiteX35280" fmla="*/ 385763 w 3114960"/>
              <a:gd name="connsiteY35280" fmla="*/ 3709702 h 5143785"/>
              <a:gd name="connsiteX35281" fmla="*/ 387477 w 3114960"/>
              <a:gd name="connsiteY35281" fmla="*/ 3707606 h 5143785"/>
              <a:gd name="connsiteX35282" fmla="*/ 389192 w 3114960"/>
              <a:gd name="connsiteY35282" fmla="*/ 3709702 h 5143785"/>
              <a:gd name="connsiteX35283" fmla="*/ 390906 w 3114960"/>
              <a:gd name="connsiteY35283" fmla="*/ 3707606 h 5143785"/>
              <a:gd name="connsiteX35284" fmla="*/ 392621 w 3114960"/>
              <a:gd name="connsiteY35284" fmla="*/ 3709702 h 5143785"/>
              <a:gd name="connsiteX35285" fmla="*/ 394240 w 3114960"/>
              <a:gd name="connsiteY35285" fmla="*/ 3707702 h 5143785"/>
              <a:gd name="connsiteX35286" fmla="*/ 395859 w 3114960"/>
              <a:gd name="connsiteY35286" fmla="*/ 3709702 h 5143785"/>
              <a:gd name="connsiteX35287" fmla="*/ 397478 w 3114960"/>
              <a:gd name="connsiteY35287" fmla="*/ 3707702 h 5143785"/>
              <a:gd name="connsiteX35288" fmla="*/ 399098 w 3114960"/>
              <a:gd name="connsiteY35288" fmla="*/ 3709702 h 5143785"/>
              <a:gd name="connsiteX35289" fmla="*/ 400717 w 3114960"/>
              <a:gd name="connsiteY35289" fmla="*/ 3707702 h 5143785"/>
              <a:gd name="connsiteX35290" fmla="*/ 402336 w 3114960"/>
              <a:gd name="connsiteY35290" fmla="*/ 3709702 h 5143785"/>
              <a:gd name="connsiteX35291" fmla="*/ 403955 w 3114960"/>
              <a:gd name="connsiteY35291" fmla="*/ 3707606 h 5143785"/>
              <a:gd name="connsiteX35292" fmla="*/ 405670 w 3114960"/>
              <a:gd name="connsiteY35292" fmla="*/ 3709702 h 5143785"/>
              <a:gd name="connsiteX35293" fmla="*/ 407384 w 3114960"/>
              <a:gd name="connsiteY35293" fmla="*/ 3707511 h 5143785"/>
              <a:gd name="connsiteX35294" fmla="*/ 409099 w 3114960"/>
              <a:gd name="connsiteY35294" fmla="*/ 3709702 h 5143785"/>
              <a:gd name="connsiteX35295" fmla="*/ 410813 w 3114960"/>
              <a:gd name="connsiteY35295" fmla="*/ 3707511 h 5143785"/>
              <a:gd name="connsiteX35296" fmla="*/ 412528 w 3114960"/>
              <a:gd name="connsiteY35296" fmla="*/ 3709702 h 5143785"/>
              <a:gd name="connsiteX35297" fmla="*/ 414242 w 3114960"/>
              <a:gd name="connsiteY35297" fmla="*/ 3707511 h 5143785"/>
              <a:gd name="connsiteX35298" fmla="*/ 415957 w 3114960"/>
              <a:gd name="connsiteY35298" fmla="*/ 3709702 h 5143785"/>
              <a:gd name="connsiteX35299" fmla="*/ 417671 w 3114960"/>
              <a:gd name="connsiteY35299" fmla="*/ 3707511 h 5143785"/>
              <a:gd name="connsiteX35300" fmla="*/ 419386 w 3114960"/>
              <a:gd name="connsiteY35300" fmla="*/ 3709702 h 5143785"/>
              <a:gd name="connsiteX35301" fmla="*/ 421100 w 3114960"/>
              <a:gd name="connsiteY35301" fmla="*/ 3707416 h 5143785"/>
              <a:gd name="connsiteX35302" fmla="*/ 422815 w 3114960"/>
              <a:gd name="connsiteY35302" fmla="*/ 3709702 h 5143785"/>
              <a:gd name="connsiteX35303" fmla="*/ 424529 w 3114960"/>
              <a:gd name="connsiteY35303" fmla="*/ 3707321 h 5143785"/>
              <a:gd name="connsiteX35304" fmla="*/ 426053 w 3114960"/>
              <a:gd name="connsiteY35304" fmla="*/ 3709607 h 5143785"/>
              <a:gd name="connsiteX35305" fmla="*/ 433102 w 3114960"/>
              <a:gd name="connsiteY35305" fmla="*/ 3713512 h 5143785"/>
              <a:gd name="connsiteX35306" fmla="*/ 436340 w 3114960"/>
              <a:gd name="connsiteY35306" fmla="*/ 3712845 h 5143785"/>
              <a:gd name="connsiteX35307" fmla="*/ 441008 w 3114960"/>
              <a:gd name="connsiteY35307" fmla="*/ 3701701 h 5143785"/>
              <a:gd name="connsiteX35308" fmla="*/ 429863 w 3114960"/>
              <a:gd name="connsiteY35308" fmla="*/ 3697034 h 5143785"/>
              <a:gd name="connsiteX35309" fmla="*/ 429863 w 3114960"/>
              <a:gd name="connsiteY35309" fmla="*/ 3697034 h 5143785"/>
              <a:gd name="connsiteX35310" fmla="*/ 425672 w 3114960"/>
              <a:gd name="connsiteY35310" fmla="*/ 3701034 h 5143785"/>
              <a:gd name="connsiteX35311" fmla="*/ 424529 w 3114960"/>
              <a:gd name="connsiteY35311" fmla="*/ 3700272 h 5143785"/>
              <a:gd name="connsiteX35312" fmla="*/ 422815 w 3114960"/>
              <a:gd name="connsiteY35312" fmla="*/ 3702653 h 5143785"/>
              <a:gd name="connsiteX35313" fmla="*/ 421100 w 3114960"/>
              <a:gd name="connsiteY35313" fmla="*/ 3700272 h 5143785"/>
              <a:gd name="connsiteX35314" fmla="*/ 419386 w 3114960"/>
              <a:gd name="connsiteY35314" fmla="*/ 3702463 h 5143785"/>
              <a:gd name="connsiteX35315" fmla="*/ 417671 w 3114960"/>
              <a:gd name="connsiteY35315" fmla="*/ 3700272 h 5143785"/>
              <a:gd name="connsiteX35316" fmla="*/ 415957 w 3114960"/>
              <a:gd name="connsiteY35316" fmla="*/ 3702558 h 5143785"/>
              <a:gd name="connsiteX35317" fmla="*/ 414242 w 3114960"/>
              <a:gd name="connsiteY35317" fmla="*/ 3700272 h 5143785"/>
              <a:gd name="connsiteX35318" fmla="*/ 412528 w 3114960"/>
              <a:gd name="connsiteY35318" fmla="*/ 3702463 h 5143785"/>
              <a:gd name="connsiteX35319" fmla="*/ 410813 w 3114960"/>
              <a:gd name="connsiteY35319" fmla="*/ 3700272 h 5143785"/>
              <a:gd name="connsiteX35320" fmla="*/ 409099 w 3114960"/>
              <a:gd name="connsiteY35320" fmla="*/ 3702463 h 5143785"/>
              <a:gd name="connsiteX35321" fmla="*/ 407384 w 3114960"/>
              <a:gd name="connsiteY35321" fmla="*/ 3700272 h 5143785"/>
              <a:gd name="connsiteX35322" fmla="*/ 405670 w 3114960"/>
              <a:gd name="connsiteY35322" fmla="*/ 3702368 h 5143785"/>
              <a:gd name="connsiteX35323" fmla="*/ 403955 w 3114960"/>
              <a:gd name="connsiteY35323" fmla="*/ 3700272 h 5143785"/>
              <a:gd name="connsiteX35324" fmla="*/ 402336 w 3114960"/>
              <a:gd name="connsiteY35324" fmla="*/ 3702272 h 5143785"/>
              <a:gd name="connsiteX35325" fmla="*/ 400717 w 3114960"/>
              <a:gd name="connsiteY35325" fmla="*/ 3700272 h 5143785"/>
              <a:gd name="connsiteX35326" fmla="*/ 399098 w 3114960"/>
              <a:gd name="connsiteY35326" fmla="*/ 3702272 h 5143785"/>
              <a:gd name="connsiteX35327" fmla="*/ 397478 w 3114960"/>
              <a:gd name="connsiteY35327" fmla="*/ 3700272 h 5143785"/>
              <a:gd name="connsiteX35328" fmla="*/ 395859 w 3114960"/>
              <a:gd name="connsiteY35328" fmla="*/ 3702272 h 5143785"/>
              <a:gd name="connsiteX35329" fmla="*/ 394240 w 3114960"/>
              <a:gd name="connsiteY35329" fmla="*/ 3700272 h 5143785"/>
              <a:gd name="connsiteX35330" fmla="*/ 392621 w 3114960"/>
              <a:gd name="connsiteY35330" fmla="*/ 3702368 h 5143785"/>
              <a:gd name="connsiteX35331" fmla="*/ 390906 w 3114960"/>
              <a:gd name="connsiteY35331" fmla="*/ 3700272 h 5143785"/>
              <a:gd name="connsiteX35332" fmla="*/ 389192 w 3114960"/>
              <a:gd name="connsiteY35332" fmla="*/ 3702463 h 5143785"/>
              <a:gd name="connsiteX35333" fmla="*/ 387477 w 3114960"/>
              <a:gd name="connsiteY35333" fmla="*/ 3700272 h 5143785"/>
              <a:gd name="connsiteX35334" fmla="*/ 385763 w 3114960"/>
              <a:gd name="connsiteY35334" fmla="*/ 3702368 h 5143785"/>
              <a:gd name="connsiteX35335" fmla="*/ 384048 w 3114960"/>
              <a:gd name="connsiteY35335" fmla="*/ 3700272 h 5143785"/>
              <a:gd name="connsiteX35336" fmla="*/ 382334 w 3114960"/>
              <a:gd name="connsiteY35336" fmla="*/ 3702368 h 5143785"/>
              <a:gd name="connsiteX35337" fmla="*/ 380714 w 3114960"/>
              <a:gd name="connsiteY35337" fmla="*/ 3700272 h 5143785"/>
              <a:gd name="connsiteX35338" fmla="*/ 379095 w 3114960"/>
              <a:gd name="connsiteY35338" fmla="*/ 3702368 h 5143785"/>
              <a:gd name="connsiteX35339" fmla="*/ 377476 w 3114960"/>
              <a:gd name="connsiteY35339" fmla="*/ 3700272 h 5143785"/>
              <a:gd name="connsiteX35340" fmla="*/ 375857 w 3114960"/>
              <a:gd name="connsiteY35340" fmla="*/ 3702272 h 5143785"/>
              <a:gd name="connsiteX35341" fmla="*/ 374237 w 3114960"/>
              <a:gd name="connsiteY35341" fmla="*/ 3700272 h 5143785"/>
              <a:gd name="connsiteX35342" fmla="*/ 372618 w 3114960"/>
              <a:gd name="connsiteY35342" fmla="*/ 3702272 h 5143785"/>
              <a:gd name="connsiteX35343" fmla="*/ 370999 w 3114960"/>
              <a:gd name="connsiteY35343" fmla="*/ 3700272 h 5143785"/>
              <a:gd name="connsiteX35344" fmla="*/ 369380 w 3114960"/>
              <a:gd name="connsiteY35344" fmla="*/ 3702368 h 5143785"/>
              <a:gd name="connsiteX35345" fmla="*/ 367760 w 3114960"/>
              <a:gd name="connsiteY35345" fmla="*/ 3700272 h 5143785"/>
              <a:gd name="connsiteX35346" fmla="*/ 366141 w 3114960"/>
              <a:gd name="connsiteY35346" fmla="*/ 3702368 h 5143785"/>
              <a:gd name="connsiteX35347" fmla="*/ 364522 w 3114960"/>
              <a:gd name="connsiteY35347" fmla="*/ 3700272 h 5143785"/>
              <a:gd name="connsiteX35348" fmla="*/ 362807 w 3114960"/>
              <a:gd name="connsiteY35348" fmla="*/ 3702368 h 5143785"/>
              <a:gd name="connsiteX35349" fmla="*/ 361093 w 3114960"/>
              <a:gd name="connsiteY35349" fmla="*/ 3700272 h 5143785"/>
              <a:gd name="connsiteX35350" fmla="*/ 359378 w 3114960"/>
              <a:gd name="connsiteY35350" fmla="*/ 3702368 h 5143785"/>
              <a:gd name="connsiteX35351" fmla="*/ 357664 w 3114960"/>
              <a:gd name="connsiteY35351" fmla="*/ 3700272 h 5143785"/>
              <a:gd name="connsiteX35352" fmla="*/ 355949 w 3114960"/>
              <a:gd name="connsiteY35352" fmla="*/ 3702368 h 5143785"/>
              <a:gd name="connsiteX35353" fmla="*/ 354330 w 3114960"/>
              <a:gd name="connsiteY35353" fmla="*/ 3700272 h 5143785"/>
              <a:gd name="connsiteX35354" fmla="*/ 352711 w 3114960"/>
              <a:gd name="connsiteY35354" fmla="*/ 3702272 h 5143785"/>
              <a:gd name="connsiteX35355" fmla="*/ 351092 w 3114960"/>
              <a:gd name="connsiteY35355" fmla="*/ 3700272 h 5143785"/>
              <a:gd name="connsiteX35356" fmla="*/ 349472 w 3114960"/>
              <a:gd name="connsiteY35356" fmla="*/ 3702272 h 5143785"/>
              <a:gd name="connsiteX35357" fmla="*/ 347853 w 3114960"/>
              <a:gd name="connsiteY35357" fmla="*/ 3700272 h 5143785"/>
              <a:gd name="connsiteX35358" fmla="*/ 346234 w 3114960"/>
              <a:gd name="connsiteY35358" fmla="*/ 3702272 h 5143785"/>
              <a:gd name="connsiteX35359" fmla="*/ 344614 w 3114960"/>
              <a:gd name="connsiteY35359" fmla="*/ 3700272 h 5143785"/>
              <a:gd name="connsiteX35360" fmla="*/ 342995 w 3114960"/>
              <a:gd name="connsiteY35360" fmla="*/ 3702177 h 5143785"/>
              <a:gd name="connsiteX35361" fmla="*/ 341376 w 3114960"/>
              <a:gd name="connsiteY35361" fmla="*/ 3700272 h 5143785"/>
              <a:gd name="connsiteX35362" fmla="*/ 339757 w 3114960"/>
              <a:gd name="connsiteY35362" fmla="*/ 3702177 h 5143785"/>
              <a:gd name="connsiteX35363" fmla="*/ 338138 w 3114960"/>
              <a:gd name="connsiteY35363" fmla="*/ 3700272 h 5143785"/>
              <a:gd name="connsiteX35364" fmla="*/ 336518 w 3114960"/>
              <a:gd name="connsiteY35364" fmla="*/ 3702177 h 5143785"/>
              <a:gd name="connsiteX35365" fmla="*/ 334899 w 3114960"/>
              <a:gd name="connsiteY35365" fmla="*/ 3700272 h 5143785"/>
              <a:gd name="connsiteX35366" fmla="*/ 333280 w 3114960"/>
              <a:gd name="connsiteY35366" fmla="*/ 3702177 h 5143785"/>
              <a:gd name="connsiteX35367" fmla="*/ 331661 w 3114960"/>
              <a:gd name="connsiteY35367" fmla="*/ 3700272 h 5143785"/>
              <a:gd name="connsiteX35368" fmla="*/ 330041 w 3114960"/>
              <a:gd name="connsiteY35368" fmla="*/ 3702177 h 5143785"/>
              <a:gd name="connsiteX35369" fmla="*/ 328422 w 3114960"/>
              <a:gd name="connsiteY35369" fmla="*/ 3700272 h 5143785"/>
              <a:gd name="connsiteX35370" fmla="*/ 326803 w 3114960"/>
              <a:gd name="connsiteY35370" fmla="*/ 3702177 h 5143785"/>
              <a:gd name="connsiteX35371" fmla="*/ 325184 w 3114960"/>
              <a:gd name="connsiteY35371" fmla="*/ 3700272 h 5143785"/>
              <a:gd name="connsiteX35372" fmla="*/ 323564 w 3114960"/>
              <a:gd name="connsiteY35372" fmla="*/ 3702177 h 5143785"/>
              <a:gd name="connsiteX35373" fmla="*/ 321945 w 3114960"/>
              <a:gd name="connsiteY35373" fmla="*/ 3700272 h 5143785"/>
              <a:gd name="connsiteX35374" fmla="*/ 320326 w 3114960"/>
              <a:gd name="connsiteY35374" fmla="*/ 3702177 h 5143785"/>
              <a:gd name="connsiteX35375" fmla="*/ 318707 w 3114960"/>
              <a:gd name="connsiteY35375" fmla="*/ 3700272 h 5143785"/>
              <a:gd name="connsiteX35376" fmla="*/ 317087 w 3114960"/>
              <a:gd name="connsiteY35376" fmla="*/ 3702177 h 5143785"/>
              <a:gd name="connsiteX35377" fmla="*/ 315468 w 3114960"/>
              <a:gd name="connsiteY35377" fmla="*/ 3700272 h 5143785"/>
              <a:gd name="connsiteX35378" fmla="*/ 313849 w 3114960"/>
              <a:gd name="connsiteY35378" fmla="*/ 3702177 h 5143785"/>
              <a:gd name="connsiteX35379" fmla="*/ 312230 w 3114960"/>
              <a:gd name="connsiteY35379" fmla="*/ 3700272 h 5143785"/>
              <a:gd name="connsiteX35380" fmla="*/ 310610 w 3114960"/>
              <a:gd name="connsiteY35380" fmla="*/ 3702177 h 5143785"/>
              <a:gd name="connsiteX35381" fmla="*/ 310610 w 3114960"/>
              <a:gd name="connsiteY35381" fmla="*/ 3701796 h 5143785"/>
              <a:gd name="connsiteX35382" fmla="*/ 310325 w 3114960"/>
              <a:gd name="connsiteY35382" fmla="*/ 3701320 h 5143785"/>
              <a:gd name="connsiteX35383" fmla="*/ 309848 w 3114960"/>
              <a:gd name="connsiteY35383" fmla="*/ 3700653 h 5143785"/>
              <a:gd name="connsiteX35384" fmla="*/ 299466 w 3114960"/>
              <a:gd name="connsiteY35384" fmla="*/ 3697034 h 5143785"/>
              <a:gd name="connsiteX35385" fmla="*/ 299466 w 3114960"/>
              <a:gd name="connsiteY35385" fmla="*/ 3697034 h 5143785"/>
              <a:gd name="connsiteX35386" fmla="*/ 294799 w 3114960"/>
              <a:gd name="connsiteY35386" fmla="*/ 3708178 h 5143785"/>
              <a:gd name="connsiteX35387" fmla="*/ 300323 w 3114960"/>
              <a:gd name="connsiteY35387" fmla="*/ 3713131 h 5143785"/>
              <a:gd name="connsiteX35388" fmla="*/ 300323 w 3114960"/>
              <a:gd name="connsiteY35388" fmla="*/ 3767995 h 5143785"/>
              <a:gd name="connsiteX35389" fmla="*/ 333851 w 3114960"/>
              <a:gd name="connsiteY35389" fmla="*/ 3799046 h 5143785"/>
              <a:gd name="connsiteX35390" fmla="*/ 398526 w 3114960"/>
              <a:gd name="connsiteY35390" fmla="*/ 3799046 h 5143785"/>
              <a:gd name="connsiteX35391" fmla="*/ 398812 w 3114960"/>
              <a:gd name="connsiteY35391" fmla="*/ 3800761 h 5143785"/>
              <a:gd name="connsiteX35392" fmla="*/ 405289 w 3114960"/>
              <a:gd name="connsiteY35392" fmla="*/ 3808000 h 5143785"/>
              <a:gd name="connsiteX35393" fmla="*/ 410813 w 3114960"/>
              <a:gd name="connsiteY35393" fmla="*/ 3809238 h 5143785"/>
              <a:gd name="connsiteX35394" fmla="*/ 415004 w 3114960"/>
              <a:gd name="connsiteY35394" fmla="*/ 3808476 h 5143785"/>
              <a:gd name="connsiteX35395" fmla="*/ 422243 w 3114960"/>
              <a:gd name="connsiteY35395" fmla="*/ 3801999 h 5143785"/>
              <a:gd name="connsiteX35396" fmla="*/ 422815 w 3114960"/>
              <a:gd name="connsiteY35396" fmla="*/ 3792379 h 5143785"/>
              <a:gd name="connsiteX35397" fmla="*/ 416338 w 3114960"/>
              <a:gd name="connsiteY35397" fmla="*/ 3785140 h 5143785"/>
              <a:gd name="connsiteX35398" fmla="*/ 406718 w 3114960"/>
              <a:gd name="connsiteY35398" fmla="*/ 3784568 h 5143785"/>
              <a:gd name="connsiteX35399" fmla="*/ 399479 w 3114960"/>
              <a:gd name="connsiteY35399" fmla="*/ 3791045 h 5143785"/>
              <a:gd name="connsiteX35400" fmla="*/ 398717 w 3114960"/>
              <a:gd name="connsiteY35400" fmla="*/ 3794188 h 5143785"/>
              <a:gd name="connsiteX35401" fmla="*/ 335947 w 3114960"/>
              <a:gd name="connsiteY35401" fmla="*/ 3794188 h 5143785"/>
              <a:gd name="connsiteX35402" fmla="*/ 305276 w 3114960"/>
              <a:gd name="connsiteY35402" fmla="*/ 3765899 h 5143785"/>
              <a:gd name="connsiteX35403" fmla="*/ 305276 w 3114960"/>
              <a:gd name="connsiteY35403" fmla="*/ 3713036 h 5143785"/>
              <a:gd name="connsiteX35404" fmla="*/ 306134 w 3114960"/>
              <a:gd name="connsiteY35404" fmla="*/ 3712845 h 5143785"/>
              <a:gd name="connsiteX35405" fmla="*/ 431006 w 3114960"/>
              <a:gd name="connsiteY35405" fmla="*/ 3699224 h 5143785"/>
              <a:gd name="connsiteX35406" fmla="*/ 439007 w 3114960"/>
              <a:gd name="connsiteY35406" fmla="*/ 3702558 h 5143785"/>
              <a:gd name="connsiteX35407" fmla="*/ 435674 w 3114960"/>
              <a:gd name="connsiteY35407" fmla="*/ 3710559 h 5143785"/>
              <a:gd name="connsiteX35408" fmla="*/ 427673 w 3114960"/>
              <a:gd name="connsiteY35408" fmla="*/ 3707225 h 5143785"/>
              <a:gd name="connsiteX35409" fmla="*/ 431006 w 3114960"/>
              <a:gd name="connsiteY35409" fmla="*/ 3699224 h 5143785"/>
              <a:gd name="connsiteX35410" fmla="*/ 408146 w 3114960"/>
              <a:gd name="connsiteY35410" fmla="*/ 3789045 h 5143785"/>
              <a:gd name="connsiteX35411" fmla="*/ 410718 w 3114960"/>
              <a:gd name="connsiteY35411" fmla="*/ 3788569 h 5143785"/>
              <a:gd name="connsiteX35412" fmla="*/ 418148 w 3114960"/>
              <a:gd name="connsiteY35412" fmla="*/ 3793808 h 5143785"/>
              <a:gd name="connsiteX35413" fmla="*/ 417767 w 3114960"/>
              <a:gd name="connsiteY35413" fmla="*/ 3799809 h 5143785"/>
              <a:gd name="connsiteX35414" fmla="*/ 413290 w 3114960"/>
              <a:gd name="connsiteY35414" fmla="*/ 3803809 h 5143785"/>
              <a:gd name="connsiteX35415" fmla="*/ 403289 w 3114960"/>
              <a:gd name="connsiteY35415" fmla="*/ 3798951 h 5143785"/>
              <a:gd name="connsiteX35416" fmla="*/ 408146 w 3114960"/>
              <a:gd name="connsiteY35416" fmla="*/ 3788950 h 5143785"/>
              <a:gd name="connsiteX35417" fmla="*/ 305086 w 3114960"/>
              <a:gd name="connsiteY35417" fmla="*/ 3710654 h 5143785"/>
              <a:gd name="connsiteX35418" fmla="*/ 297085 w 3114960"/>
              <a:gd name="connsiteY35418" fmla="*/ 3707321 h 5143785"/>
              <a:gd name="connsiteX35419" fmla="*/ 300419 w 3114960"/>
              <a:gd name="connsiteY35419" fmla="*/ 3699320 h 5143785"/>
              <a:gd name="connsiteX35420" fmla="*/ 308229 w 3114960"/>
              <a:gd name="connsiteY35420" fmla="*/ 3702463 h 5143785"/>
              <a:gd name="connsiteX35421" fmla="*/ 308610 w 3114960"/>
              <a:gd name="connsiteY35421" fmla="*/ 3705130 h 5143785"/>
              <a:gd name="connsiteX35422" fmla="*/ 308610 w 3114960"/>
              <a:gd name="connsiteY35422" fmla="*/ 3705701 h 5143785"/>
              <a:gd name="connsiteX35423" fmla="*/ 304895 w 3114960"/>
              <a:gd name="connsiteY35423" fmla="*/ 3710750 h 5143785"/>
              <a:gd name="connsiteX35424" fmla="*/ 474536 w 3114960"/>
              <a:gd name="connsiteY35424" fmla="*/ 3583210 h 5143785"/>
              <a:gd name="connsiteX35425" fmla="*/ 495300 w 3114960"/>
              <a:gd name="connsiteY35425" fmla="*/ 3583210 h 5143785"/>
              <a:gd name="connsiteX35426" fmla="*/ 495300 w 3114960"/>
              <a:gd name="connsiteY35426" fmla="*/ 3587877 h 5143785"/>
              <a:gd name="connsiteX35427" fmla="*/ 474536 w 3114960"/>
              <a:gd name="connsiteY35427" fmla="*/ 3587877 h 5143785"/>
              <a:gd name="connsiteX35428" fmla="*/ 474536 w 3114960"/>
              <a:gd name="connsiteY35428" fmla="*/ 3583210 h 5143785"/>
              <a:gd name="connsiteX35429" fmla="*/ 269653 w 3114960"/>
              <a:gd name="connsiteY35429" fmla="*/ 4012883 h 5143785"/>
              <a:gd name="connsiteX35430" fmla="*/ 253556 w 3114960"/>
              <a:gd name="connsiteY35430" fmla="*/ 4005072 h 5143785"/>
              <a:gd name="connsiteX35431" fmla="*/ 245840 w 3114960"/>
              <a:gd name="connsiteY35431" fmla="*/ 4021169 h 5143785"/>
              <a:gd name="connsiteX35432" fmla="*/ 252317 w 3114960"/>
              <a:gd name="connsiteY35432" fmla="*/ 4028409 h 5143785"/>
              <a:gd name="connsiteX35433" fmla="*/ 257842 w 3114960"/>
              <a:gd name="connsiteY35433" fmla="*/ 4029647 h 5143785"/>
              <a:gd name="connsiteX35434" fmla="*/ 262033 w 3114960"/>
              <a:gd name="connsiteY35434" fmla="*/ 4028980 h 5143785"/>
              <a:gd name="connsiteX35435" fmla="*/ 262033 w 3114960"/>
              <a:gd name="connsiteY35435" fmla="*/ 4028980 h 5143785"/>
              <a:gd name="connsiteX35436" fmla="*/ 263652 w 3114960"/>
              <a:gd name="connsiteY35436" fmla="*/ 4028218 h 5143785"/>
              <a:gd name="connsiteX35437" fmla="*/ 386906 w 3114960"/>
              <a:gd name="connsiteY35437" fmla="*/ 4171569 h 5143785"/>
              <a:gd name="connsiteX35438" fmla="*/ 387096 w 3114960"/>
              <a:gd name="connsiteY35438" fmla="*/ 4309872 h 5143785"/>
              <a:gd name="connsiteX35439" fmla="*/ 383191 w 3114960"/>
              <a:gd name="connsiteY35439" fmla="*/ 4309872 h 5143785"/>
              <a:gd name="connsiteX35440" fmla="*/ 376333 w 3114960"/>
              <a:gd name="connsiteY35440" fmla="*/ 4316635 h 5143785"/>
              <a:gd name="connsiteX35441" fmla="*/ 376333 w 3114960"/>
              <a:gd name="connsiteY35441" fmla="*/ 4329303 h 5143785"/>
              <a:gd name="connsiteX35442" fmla="*/ 383191 w 3114960"/>
              <a:gd name="connsiteY35442" fmla="*/ 4336066 h 5143785"/>
              <a:gd name="connsiteX35443" fmla="*/ 395859 w 3114960"/>
              <a:gd name="connsiteY35443" fmla="*/ 4336066 h 5143785"/>
              <a:gd name="connsiteX35444" fmla="*/ 402717 w 3114960"/>
              <a:gd name="connsiteY35444" fmla="*/ 4329303 h 5143785"/>
              <a:gd name="connsiteX35445" fmla="*/ 402717 w 3114960"/>
              <a:gd name="connsiteY35445" fmla="*/ 4316635 h 5143785"/>
              <a:gd name="connsiteX35446" fmla="*/ 395859 w 3114960"/>
              <a:gd name="connsiteY35446" fmla="*/ 4309872 h 5143785"/>
              <a:gd name="connsiteX35447" fmla="*/ 391859 w 3114960"/>
              <a:gd name="connsiteY35447" fmla="*/ 4309872 h 5143785"/>
              <a:gd name="connsiteX35448" fmla="*/ 391668 w 3114960"/>
              <a:gd name="connsiteY35448" fmla="*/ 4169759 h 5143785"/>
              <a:gd name="connsiteX35449" fmla="*/ 267367 w 3114960"/>
              <a:gd name="connsiteY35449" fmla="*/ 4025170 h 5143785"/>
              <a:gd name="connsiteX35450" fmla="*/ 269748 w 3114960"/>
              <a:gd name="connsiteY35450" fmla="*/ 4012787 h 5143785"/>
              <a:gd name="connsiteX35451" fmla="*/ 260318 w 3114960"/>
              <a:gd name="connsiteY35451" fmla="*/ 4024503 h 5143785"/>
              <a:gd name="connsiteX35452" fmla="*/ 250317 w 3114960"/>
              <a:gd name="connsiteY35452" fmla="*/ 4019645 h 5143785"/>
              <a:gd name="connsiteX35453" fmla="*/ 255175 w 3114960"/>
              <a:gd name="connsiteY35453" fmla="*/ 4009644 h 5143785"/>
              <a:gd name="connsiteX35454" fmla="*/ 257747 w 3114960"/>
              <a:gd name="connsiteY35454" fmla="*/ 4009168 h 5143785"/>
              <a:gd name="connsiteX35455" fmla="*/ 265176 w 3114960"/>
              <a:gd name="connsiteY35455" fmla="*/ 4014407 h 5143785"/>
              <a:gd name="connsiteX35456" fmla="*/ 260318 w 3114960"/>
              <a:gd name="connsiteY35456" fmla="*/ 4024408 h 5143785"/>
              <a:gd name="connsiteX35457" fmla="*/ 395669 w 3114960"/>
              <a:gd name="connsiteY35457" fmla="*/ 4314635 h 5143785"/>
              <a:gd name="connsiteX35458" fmla="*/ 397764 w 3114960"/>
              <a:gd name="connsiteY35458" fmla="*/ 4316635 h 5143785"/>
              <a:gd name="connsiteX35459" fmla="*/ 397764 w 3114960"/>
              <a:gd name="connsiteY35459" fmla="*/ 4329303 h 5143785"/>
              <a:gd name="connsiteX35460" fmla="*/ 395669 w 3114960"/>
              <a:gd name="connsiteY35460" fmla="*/ 4331304 h 5143785"/>
              <a:gd name="connsiteX35461" fmla="*/ 383000 w 3114960"/>
              <a:gd name="connsiteY35461" fmla="*/ 4331304 h 5143785"/>
              <a:gd name="connsiteX35462" fmla="*/ 380905 w 3114960"/>
              <a:gd name="connsiteY35462" fmla="*/ 4329303 h 5143785"/>
              <a:gd name="connsiteX35463" fmla="*/ 380905 w 3114960"/>
              <a:gd name="connsiteY35463" fmla="*/ 4316635 h 5143785"/>
              <a:gd name="connsiteX35464" fmla="*/ 383000 w 3114960"/>
              <a:gd name="connsiteY35464" fmla="*/ 4314635 h 5143785"/>
              <a:gd name="connsiteX35465" fmla="*/ 395669 w 3114960"/>
              <a:gd name="connsiteY35465" fmla="*/ 4314635 h 5143785"/>
              <a:gd name="connsiteX35466" fmla="*/ 1161764 w 3114960"/>
              <a:gd name="connsiteY35466" fmla="*/ 2158079 h 5143785"/>
              <a:gd name="connsiteX35467" fmla="*/ 1154049 w 3114960"/>
              <a:gd name="connsiteY35467" fmla="*/ 2165795 h 5143785"/>
              <a:gd name="connsiteX35468" fmla="*/ 1161764 w 3114960"/>
              <a:gd name="connsiteY35468" fmla="*/ 2173510 h 5143785"/>
              <a:gd name="connsiteX35469" fmla="*/ 1169575 w 3114960"/>
              <a:gd name="connsiteY35469" fmla="*/ 2165795 h 5143785"/>
              <a:gd name="connsiteX35470" fmla="*/ 1161764 w 3114960"/>
              <a:gd name="connsiteY35470" fmla="*/ 2158079 h 5143785"/>
              <a:gd name="connsiteX35471" fmla="*/ 1161764 w 3114960"/>
              <a:gd name="connsiteY35471" fmla="*/ 2171224 h 5143785"/>
              <a:gd name="connsiteX35472" fmla="*/ 1156430 w 3114960"/>
              <a:gd name="connsiteY35472" fmla="*/ 2165890 h 5143785"/>
              <a:gd name="connsiteX35473" fmla="*/ 1161764 w 3114960"/>
              <a:gd name="connsiteY35473" fmla="*/ 2160556 h 5143785"/>
              <a:gd name="connsiteX35474" fmla="*/ 1167194 w 3114960"/>
              <a:gd name="connsiteY35474" fmla="*/ 2165890 h 5143785"/>
              <a:gd name="connsiteX35475" fmla="*/ 1161764 w 3114960"/>
              <a:gd name="connsiteY35475" fmla="*/ 2171224 h 5143785"/>
              <a:gd name="connsiteX35476" fmla="*/ 391668 w 3114960"/>
              <a:gd name="connsiteY35476" fmla="*/ 3583496 h 5143785"/>
              <a:gd name="connsiteX35477" fmla="*/ 412433 w 3114960"/>
              <a:gd name="connsiteY35477" fmla="*/ 3583496 h 5143785"/>
              <a:gd name="connsiteX35478" fmla="*/ 412433 w 3114960"/>
              <a:gd name="connsiteY35478" fmla="*/ 3588163 h 5143785"/>
              <a:gd name="connsiteX35479" fmla="*/ 391668 w 3114960"/>
              <a:gd name="connsiteY35479" fmla="*/ 3588163 h 5143785"/>
              <a:gd name="connsiteX35480" fmla="*/ 391668 w 3114960"/>
              <a:gd name="connsiteY35480" fmla="*/ 3583496 h 5143785"/>
              <a:gd name="connsiteX35481" fmla="*/ 433102 w 3114960"/>
              <a:gd name="connsiteY35481" fmla="*/ 3583400 h 5143785"/>
              <a:gd name="connsiteX35482" fmla="*/ 453866 w 3114960"/>
              <a:gd name="connsiteY35482" fmla="*/ 3583400 h 5143785"/>
              <a:gd name="connsiteX35483" fmla="*/ 453866 w 3114960"/>
              <a:gd name="connsiteY35483" fmla="*/ 3588068 h 5143785"/>
              <a:gd name="connsiteX35484" fmla="*/ 433102 w 3114960"/>
              <a:gd name="connsiteY35484" fmla="*/ 3588068 h 5143785"/>
              <a:gd name="connsiteX35485" fmla="*/ 433102 w 3114960"/>
              <a:gd name="connsiteY35485" fmla="*/ 3583400 h 5143785"/>
              <a:gd name="connsiteX35486" fmla="*/ 2555272 w 3114960"/>
              <a:gd name="connsiteY35486" fmla="*/ 667893 h 5143785"/>
              <a:gd name="connsiteX35487" fmla="*/ 2570321 w 3114960"/>
              <a:gd name="connsiteY35487" fmla="*/ 657892 h 5143785"/>
              <a:gd name="connsiteX35488" fmla="*/ 2580323 w 3114960"/>
              <a:gd name="connsiteY35488" fmla="*/ 672941 h 5143785"/>
              <a:gd name="connsiteX35489" fmla="*/ 2565273 w 3114960"/>
              <a:gd name="connsiteY35489" fmla="*/ 682943 h 5143785"/>
              <a:gd name="connsiteX35490" fmla="*/ 2555272 w 3114960"/>
              <a:gd name="connsiteY35490" fmla="*/ 667893 h 5143785"/>
              <a:gd name="connsiteX35491" fmla="*/ 1031939 w 3114960"/>
              <a:gd name="connsiteY35491" fmla="*/ 1898332 h 5143785"/>
              <a:gd name="connsiteX35492" fmla="*/ 1044607 w 3114960"/>
              <a:gd name="connsiteY35492" fmla="*/ 1885664 h 5143785"/>
              <a:gd name="connsiteX35493" fmla="*/ 1057275 w 3114960"/>
              <a:gd name="connsiteY35493" fmla="*/ 1898332 h 5143785"/>
              <a:gd name="connsiteX35494" fmla="*/ 1044607 w 3114960"/>
              <a:gd name="connsiteY35494" fmla="*/ 1911001 h 5143785"/>
              <a:gd name="connsiteX35495" fmla="*/ 1031939 w 3114960"/>
              <a:gd name="connsiteY35495" fmla="*/ 1898332 h 5143785"/>
              <a:gd name="connsiteX35496" fmla="*/ 11144 w 3114960"/>
              <a:gd name="connsiteY35496" fmla="*/ 2798255 h 5143785"/>
              <a:gd name="connsiteX35497" fmla="*/ 26194 w 3114960"/>
              <a:gd name="connsiteY35497" fmla="*/ 2788253 h 5143785"/>
              <a:gd name="connsiteX35498" fmla="*/ 36195 w 3114960"/>
              <a:gd name="connsiteY35498" fmla="*/ 2803303 h 5143785"/>
              <a:gd name="connsiteX35499" fmla="*/ 21146 w 3114960"/>
              <a:gd name="connsiteY35499" fmla="*/ 2813304 h 5143785"/>
              <a:gd name="connsiteX35500" fmla="*/ 11144 w 3114960"/>
              <a:gd name="connsiteY35500" fmla="*/ 2798255 h 5143785"/>
              <a:gd name="connsiteX35501" fmla="*/ 68104 w 3114960"/>
              <a:gd name="connsiteY35501" fmla="*/ 2734628 h 5143785"/>
              <a:gd name="connsiteX35502" fmla="*/ 65627 w 3114960"/>
              <a:gd name="connsiteY35502" fmla="*/ 2752535 h 5143785"/>
              <a:gd name="connsiteX35503" fmla="*/ 47720 w 3114960"/>
              <a:gd name="connsiteY35503" fmla="*/ 2750058 h 5143785"/>
              <a:gd name="connsiteX35504" fmla="*/ 50197 w 3114960"/>
              <a:gd name="connsiteY35504" fmla="*/ 2732151 h 5143785"/>
              <a:gd name="connsiteX35505" fmla="*/ 68104 w 3114960"/>
              <a:gd name="connsiteY35505" fmla="*/ 2734628 h 5143785"/>
              <a:gd name="connsiteX35506" fmla="*/ 761238 w 3114960"/>
              <a:gd name="connsiteY35506" fmla="*/ 2277999 h 5143785"/>
              <a:gd name="connsiteX35507" fmla="*/ 762381 w 3114960"/>
              <a:gd name="connsiteY35507" fmla="*/ 2276856 h 5143785"/>
              <a:gd name="connsiteX35508" fmla="*/ 762381 w 3114960"/>
              <a:gd name="connsiteY35508" fmla="*/ 2275237 h 5143785"/>
              <a:gd name="connsiteX35509" fmla="*/ 764000 w 3114960"/>
              <a:gd name="connsiteY35509" fmla="*/ 2275237 h 5143785"/>
              <a:gd name="connsiteX35510" fmla="*/ 766191 w 3114960"/>
              <a:gd name="connsiteY35510" fmla="*/ 2272951 h 5143785"/>
              <a:gd name="connsiteX35511" fmla="*/ 769620 w 3114960"/>
              <a:gd name="connsiteY35511" fmla="*/ 2276285 h 5143785"/>
              <a:gd name="connsiteX35512" fmla="*/ 770477 w 3114960"/>
              <a:gd name="connsiteY35512" fmla="*/ 2280190 h 5143785"/>
              <a:gd name="connsiteX35513" fmla="*/ 767144 w 3114960"/>
              <a:gd name="connsiteY35513" fmla="*/ 2282476 h 5143785"/>
              <a:gd name="connsiteX35514" fmla="*/ 762381 w 3114960"/>
              <a:gd name="connsiteY35514" fmla="*/ 2282476 h 5143785"/>
              <a:gd name="connsiteX35515" fmla="*/ 762381 w 3114960"/>
              <a:gd name="connsiteY35515" fmla="*/ 2279237 h 5143785"/>
              <a:gd name="connsiteX35516" fmla="*/ 761238 w 3114960"/>
              <a:gd name="connsiteY35516" fmla="*/ 2278094 h 5143785"/>
              <a:gd name="connsiteX35517" fmla="*/ 1058323 w 3114960"/>
              <a:gd name="connsiteY35517" fmla="*/ 1771460 h 5143785"/>
              <a:gd name="connsiteX35518" fmla="*/ 1045654 w 3114960"/>
              <a:gd name="connsiteY35518" fmla="*/ 1784128 h 5143785"/>
              <a:gd name="connsiteX35519" fmla="*/ 1032986 w 3114960"/>
              <a:gd name="connsiteY35519" fmla="*/ 1771460 h 5143785"/>
              <a:gd name="connsiteX35520" fmla="*/ 1045654 w 3114960"/>
              <a:gd name="connsiteY35520" fmla="*/ 1758791 h 5143785"/>
              <a:gd name="connsiteX35521" fmla="*/ 1058323 w 3114960"/>
              <a:gd name="connsiteY35521" fmla="*/ 1771460 h 5143785"/>
              <a:gd name="connsiteX35522" fmla="*/ 1181386 w 3114960"/>
              <a:gd name="connsiteY35522" fmla="*/ 1898332 h 5143785"/>
              <a:gd name="connsiteX35523" fmla="*/ 1194054 w 3114960"/>
              <a:gd name="connsiteY35523" fmla="*/ 1885664 h 5143785"/>
              <a:gd name="connsiteX35524" fmla="*/ 1206722 w 3114960"/>
              <a:gd name="connsiteY35524" fmla="*/ 1898332 h 5143785"/>
              <a:gd name="connsiteX35525" fmla="*/ 1194054 w 3114960"/>
              <a:gd name="connsiteY35525" fmla="*/ 1911001 h 5143785"/>
              <a:gd name="connsiteX35526" fmla="*/ 1181386 w 3114960"/>
              <a:gd name="connsiteY35526" fmla="*/ 1898332 h 5143785"/>
              <a:gd name="connsiteX35527" fmla="*/ 68390 w 3114960"/>
              <a:gd name="connsiteY35527" fmla="*/ 2770156 h 5143785"/>
              <a:gd name="connsiteX35528" fmla="*/ 65913 w 3114960"/>
              <a:gd name="connsiteY35528" fmla="*/ 2788063 h 5143785"/>
              <a:gd name="connsiteX35529" fmla="*/ 48006 w 3114960"/>
              <a:gd name="connsiteY35529" fmla="*/ 2785586 h 5143785"/>
              <a:gd name="connsiteX35530" fmla="*/ 50483 w 3114960"/>
              <a:gd name="connsiteY35530" fmla="*/ 2767679 h 5143785"/>
              <a:gd name="connsiteX35531" fmla="*/ 68390 w 3114960"/>
              <a:gd name="connsiteY35531" fmla="*/ 2770156 h 5143785"/>
              <a:gd name="connsiteX35532" fmla="*/ 1607820 w 3114960"/>
              <a:gd name="connsiteY35532" fmla="*/ 1779556 h 5143785"/>
              <a:gd name="connsiteX35533" fmla="*/ 1591437 w 3114960"/>
              <a:gd name="connsiteY35533" fmla="*/ 1798130 h 5143785"/>
              <a:gd name="connsiteX35534" fmla="*/ 1591437 w 3114960"/>
              <a:gd name="connsiteY35534" fmla="*/ 1839754 h 5143785"/>
              <a:gd name="connsiteX35535" fmla="*/ 1570958 w 3114960"/>
              <a:gd name="connsiteY35535" fmla="*/ 1861947 h 5143785"/>
              <a:gd name="connsiteX35536" fmla="*/ 1548098 w 3114960"/>
              <a:gd name="connsiteY35536" fmla="*/ 1862138 h 5143785"/>
              <a:gd name="connsiteX35537" fmla="*/ 1544479 w 3114960"/>
              <a:gd name="connsiteY35537" fmla="*/ 1865567 h 5143785"/>
              <a:gd name="connsiteX35538" fmla="*/ 1536668 w 3114960"/>
              <a:gd name="connsiteY35538" fmla="*/ 1861757 h 5143785"/>
              <a:gd name="connsiteX35539" fmla="*/ 1540478 w 3114960"/>
              <a:gd name="connsiteY35539" fmla="*/ 1853946 h 5143785"/>
              <a:gd name="connsiteX35540" fmla="*/ 1548003 w 3114960"/>
              <a:gd name="connsiteY35540" fmla="*/ 1857375 h 5143785"/>
              <a:gd name="connsiteX35541" fmla="*/ 1568863 w 3114960"/>
              <a:gd name="connsiteY35541" fmla="*/ 1857185 h 5143785"/>
              <a:gd name="connsiteX35542" fmla="*/ 1586770 w 3114960"/>
              <a:gd name="connsiteY35542" fmla="*/ 1837849 h 5143785"/>
              <a:gd name="connsiteX35543" fmla="*/ 1586770 w 3114960"/>
              <a:gd name="connsiteY35543" fmla="*/ 1796320 h 5143785"/>
              <a:gd name="connsiteX35544" fmla="*/ 1605629 w 3114960"/>
              <a:gd name="connsiteY35544" fmla="*/ 1774793 h 5143785"/>
              <a:gd name="connsiteX35545" fmla="*/ 1675162 w 3114960"/>
              <a:gd name="connsiteY35545" fmla="*/ 1774317 h 5143785"/>
              <a:gd name="connsiteX35546" fmla="*/ 1678781 w 3114960"/>
              <a:gd name="connsiteY35546" fmla="*/ 1770888 h 5143785"/>
              <a:gd name="connsiteX35547" fmla="*/ 1686592 w 3114960"/>
              <a:gd name="connsiteY35547" fmla="*/ 1774698 h 5143785"/>
              <a:gd name="connsiteX35548" fmla="*/ 1682782 w 3114960"/>
              <a:gd name="connsiteY35548" fmla="*/ 1782509 h 5143785"/>
              <a:gd name="connsiteX35549" fmla="*/ 1675257 w 3114960"/>
              <a:gd name="connsiteY35549" fmla="*/ 1779080 h 5143785"/>
              <a:gd name="connsiteX35550" fmla="*/ 1607820 w 3114960"/>
              <a:gd name="connsiteY35550" fmla="*/ 1779556 h 5143785"/>
              <a:gd name="connsiteX35551" fmla="*/ 1576197 w 3114960"/>
              <a:gd name="connsiteY35551" fmla="*/ 1965389 h 5143785"/>
              <a:gd name="connsiteX35552" fmla="*/ 1576197 w 3114960"/>
              <a:gd name="connsiteY35552" fmla="*/ 1970151 h 5143785"/>
              <a:gd name="connsiteX35553" fmla="*/ 1566672 w 3114960"/>
              <a:gd name="connsiteY35553" fmla="*/ 1970151 h 5143785"/>
              <a:gd name="connsiteX35554" fmla="*/ 1566672 w 3114960"/>
              <a:gd name="connsiteY35554" fmla="*/ 1965389 h 5143785"/>
              <a:gd name="connsiteX35555" fmla="*/ 1576197 w 3114960"/>
              <a:gd name="connsiteY35555" fmla="*/ 1965389 h 5143785"/>
              <a:gd name="connsiteX35556" fmla="*/ 1557147 w 3114960"/>
              <a:gd name="connsiteY35556" fmla="*/ 1965389 h 5143785"/>
              <a:gd name="connsiteX35557" fmla="*/ 1557147 w 3114960"/>
              <a:gd name="connsiteY35557" fmla="*/ 1970151 h 5143785"/>
              <a:gd name="connsiteX35558" fmla="*/ 1547622 w 3114960"/>
              <a:gd name="connsiteY35558" fmla="*/ 1970151 h 5143785"/>
              <a:gd name="connsiteX35559" fmla="*/ 1547622 w 3114960"/>
              <a:gd name="connsiteY35559" fmla="*/ 1965389 h 5143785"/>
              <a:gd name="connsiteX35560" fmla="*/ 1557147 w 3114960"/>
              <a:gd name="connsiteY35560" fmla="*/ 1965389 h 5143785"/>
              <a:gd name="connsiteX35561" fmla="*/ 1626965 w 3114960"/>
              <a:gd name="connsiteY35561" fmla="*/ 1957102 h 5143785"/>
              <a:gd name="connsiteX35562" fmla="*/ 1617440 w 3114960"/>
              <a:gd name="connsiteY35562" fmla="*/ 1957102 h 5143785"/>
              <a:gd name="connsiteX35563" fmla="*/ 1617440 w 3114960"/>
              <a:gd name="connsiteY35563" fmla="*/ 1952339 h 5143785"/>
              <a:gd name="connsiteX35564" fmla="*/ 1626965 w 3114960"/>
              <a:gd name="connsiteY35564" fmla="*/ 1952339 h 5143785"/>
              <a:gd name="connsiteX35565" fmla="*/ 1626965 w 3114960"/>
              <a:gd name="connsiteY35565" fmla="*/ 1957102 h 5143785"/>
              <a:gd name="connsiteX35566" fmla="*/ 1538097 w 3114960"/>
              <a:gd name="connsiteY35566" fmla="*/ 1965389 h 5143785"/>
              <a:gd name="connsiteX35567" fmla="*/ 1538097 w 3114960"/>
              <a:gd name="connsiteY35567" fmla="*/ 1970151 h 5143785"/>
              <a:gd name="connsiteX35568" fmla="*/ 1528572 w 3114960"/>
              <a:gd name="connsiteY35568" fmla="*/ 1970151 h 5143785"/>
              <a:gd name="connsiteX35569" fmla="*/ 1528572 w 3114960"/>
              <a:gd name="connsiteY35569" fmla="*/ 1965389 h 5143785"/>
              <a:gd name="connsiteX35570" fmla="*/ 1538097 w 3114960"/>
              <a:gd name="connsiteY35570" fmla="*/ 1965389 h 5143785"/>
              <a:gd name="connsiteX35571" fmla="*/ 1594009 w 3114960"/>
              <a:gd name="connsiteY35571" fmla="*/ 1965389 h 5143785"/>
              <a:gd name="connsiteX35572" fmla="*/ 1594009 w 3114960"/>
              <a:gd name="connsiteY35572" fmla="*/ 1966246 h 5143785"/>
              <a:gd name="connsiteX35573" fmla="*/ 1596676 w 3114960"/>
              <a:gd name="connsiteY35573" fmla="*/ 1968246 h 5143785"/>
              <a:gd name="connsiteX35574" fmla="*/ 1595247 w 3114960"/>
              <a:gd name="connsiteY35574" fmla="*/ 1970151 h 5143785"/>
              <a:gd name="connsiteX35575" fmla="*/ 1585722 w 3114960"/>
              <a:gd name="connsiteY35575" fmla="*/ 1970151 h 5143785"/>
              <a:gd name="connsiteX35576" fmla="*/ 1585722 w 3114960"/>
              <a:gd name="connsiteY35576" fmla="*/ 1965389 h 5143785"/>
              <a:gd name="connsiteX35577" fmla="*/ 1594009 w 3114960"/>
              <a:gd name="connsiteY35577" fmla="*/ 1965389 h 5143785"/>
              <a:gd name="connsiteX35578" fmla="*/ 1605153 w 3114960"/>
              <a:gd name="connsiteY35578" fmla="*/ 1957102 h 5143785"/>
              <a:gd name="connsiteX35579" fmla="*/ 1602391 w 3114960"/>
              <a:gd name="connsiteY35579" fmla="*/ 1960626 h 5143785"/>
              <a:gd name="connsiteX35580" fmla="*/ 1598581 w 3114960"/>
              <a:gd name="connsiteY35580" fmla="*/ 1957769 h 5143785"/>
              <a:gd name="connsiteX35581" fmla="*/ 1602772 w 3114960"/>
              <a:gd name="connsiteY35581" fmla="*/ 1952339 h 5143785"/>
              <a:gd name="connsiteX35582" fmla="*/ 1607820 w 3114960"/>
              <a:gd name="connsiteY35582" fmla="*/ 1952339 h 5143785"/>
              <a:gd name="connsiteX35583" fmla="*/ 1607820 w 3114960"/>
              <a:gd name="connsiteY35583" fmla="*/ 1957102 h 5143785"/>
              <a:gd name="connsiteX35584" fmla="*/ 1605153 w 3114960"/>
              <a:gd name="connsiteY35584" fmla="*/ 1957102 h 5143785"/>
              <a:gd name="connsiteX35585" fmla="*/ 1248823 w 3114960"/>
              <a:gd name="connsiteY35585" fmla="*/ 1714881 h 5143785"/>
              <a:gd name="connsiteX35586" fmla="*/ 1268730 w 3114960"/>
              <a:gd name="connsiteY35586" fmla="*/ 1742694 h 5143785"/>
              <a:gd name="connsiteX35587" fmla="*/ 1313878 w 3114960"/>
              <a:gd name="connsiteY35587" fmla="*/ 1742694 h 5143785"/>
              <a:gd name="connsiteX35588" fmla="*/ 1314164 w 3114960"/>
              <a:gd name="connsiteY35588" fmla="*/ 1744218 h 5143785"/>
              <a:gd name="connsiteX35589" fmla="*/ 1319689 w 3114960"/>
              <a:gd name="connsiteY35589" fmla="*/ 1749838 h 5143785"/>
              <a:gd name="connsiteX35590" fmla="*/ 1323689 w 3114960"/>
              <a:gd name="connsiteY35590" fmla="*/ 1750600 h 5143785"/>
              <a:gd name="connsiteX35591" fmla="*/ 1327595 w 3114960"/>
              <a:gd name="connsiteY35591" fmla="*/ 1749838 h 5143785"/>
              <a:gd name="connsiteX35592" fmla="*/ 1332452 w 3114960"/>
              <a:gd name="connsiteY35592" fmla="*/ 1745361 h 5143785"/>
              <a:gd name="connsiteX35593" fmla="*/ 1333500 w 3114960"/>
              <a:gd name="connsiteY35593" fmla="*/ 1745932 h 5143785"/>
              <a:gd name="connsiteX35594" fmla="*/ 1335500 w 3114960"/>
              <a:gd name="connsiteY35594" fmla="*/ 1742027 h 5143785"/>
              <a:gd name="connsiteX35595" fmla="*/ 1337501 w 3114960"/>
              <a:gd name="connsiteY35595" fmla="*/ 1745932 h 5143785"/>
              <a:gd name="connsiteX35596" fmla="*/ 1339501 w 3114960"/>
              <a:gd name="connsiteY35596" fmla="*/ 1742123 h 5143785"/>
              <a:gd name="connsiteX35597" fmla="*/ 1341501 w 3114960"/>
              <a:gd name="connsiteY35597" fmla="*/ 1745932 h 5143785"/>
              <a:gd name="connsiteX35598" fmla="*/ 1343501 w 3114960"/>
              <a:gd name="connsiteY35598" fmla="*/ 1742123 h 5143785"/>
              <a:gd name="connsiteX35599" fmla="*/ 1345502 w 3114960"/>
              <a:gd name="connsiteY35599" fmla="*/ 1745932 h 5143785"/>
              <a:gd name="connsiteX35600" fmla="*/ 1347502 w 3114960"/>
              <a:gd name="connsiteY35600" fmla="*/ 1742123 h 5143785"/>
              <a:gd name="connsiteX35601" fmla="*/ 1349502 w 3114960"/>
              <a:gd name="connsiteY35601" fmla="*/ 1745932 h 5143785"/>
              <a:gd name="connsiteX35602" fmla="*/ 1351502 w 3114960"/>
              <a:gd name="connsiteY35602" fmla="*/ 1742123 h 5143785"/>
              <a:gd name="connsiteX35603" fmla="*/ 1353503 w 3114960"/>
              <a:gd name="connsiteY35603" fmla="*/ 1745932 h 5143785"/>
              <a:gd name="connsiteX35604" fmla="*/ 1355503 w 3114960"/>
              <a:gd name="connsiteY35604" fmla="*/ 1742123 h 5143785"/>
              <a:gd name="connsiteX35605" fmla="*/ 1357503 w 3114960"/>
              <a:gd name="connsiteY35605" fmla="*/ 1745932 h 5143785"/>
              <a:gd name="connsiteX35606" fmla="*/ 1359503 w 3114960"/>
              <a:gd name="connsiteY35606" fmla="*/ 1742123 h 5143785"/>
              <a:gd name="connsiteX35607" fmla="*/ 1361503 w 3114960"/>
              <a:gd name="connsiteY35607" fmla="*/ 1745932 h 5143785"/>
              <a:gd name="connsiteX35608" fmla="*/ 1363504 w 3114960"/>
              <a:gd name="connsiteY35608" fmla="*/ 1742123 h 5143785"/>
              <a:gd name="connsiteX35609" fmla="*/ 1365504 w 3114960"/>
              <a:gd name="connsiteY35609" fmla="*/ 1745932 h 5143785"/>
              <a:gd name="connsiteX35610" fmla="*/ 1367504 w 3114960"/>
              <a:gd name="connsiteY35610" fmla="*/ 1742027 h 5143785"/>
              <a:gd name="connsiteX35611" fmla="*/ 1369505 w 3114960"/>
              <a:gd name="connsiteY35611" fmla="*/ 1745932 h 5143785"/>
              <a:gd name="connsiteX35612" fmla="*/ 1371505 w 3114960"/>
              <a:gd name="connsiteY35612" fmla="*/ 1742027 h 5143785"/>
              <a:gd name="connsiteX35613" fmla="*/ 1373505 w 3114960"/>
              <a:gd name="connsiteY35613" fmla="*/ 1745932 h 5143785"/>
              <a:gd name="connsiteX35614" fmla="*/ 1375505 w 3114960"/>
              <a:gd name="connsiteY35614" fmla="*/ 1741932 h 5143785"/>
              <a:gd name="connsiteX35615" fmla="*/ 1377506 w 3114960"/>
              <a:gd name="connsiteY35615" fmla="*/ 1745932 h 5143785"/>
              <a:gd name="connsiteX35616" fmla="*/ 1379506 w 3114960"/>
              <a:gd name="connsiteY35616" fmla="*/ 1741932 h 5143785"/>
              <a:gd name="connsiteX35617" fmla="*/ 1381506 w 3114960"/>
              <a:gd name="connsiteY35617" fmla="*/ 1745932 h 5143785"/>
              <a:gd name="connsiteX35618" fmla="*/ 1383506 w 3114960"/>
              <a:gd name="connsiteY35618" fmla="*/ 1741837 h 5143785"/>
              <a:gd name="connsiteX35619" fmla="*/ 1385507 w 3114960"/>
              <a:gd name="connsiteY35619" fmla="*/ 1745932 h 5143785"/>
              <a:gd name="connsiteX35620" fmla="*/ 1387602 w 3114960"/>
              <a:gd name="connsiteY35620" fmla="*/ 1741837 h 5143785"/>
              <a:gd name="connsiteX35621" fmla="*/ 1389698 w 3114960"/>
              <a:gd name="connsiteY35621" fmla="*/ 1745932 h 5143785"/>
              <a:gd name="connsiteX35622" fmla="*/ 1391793 w 3114960"/>
              <a:gd name="connsiteY35622" fmla="*/ 1741742 h 5143785"/>
              <a:gd name="connsiteX35623" fmla="*/ 1393889 w 3114960"/>
              <a:gd name="connsiteY35623" fmla="*/ 1745932 h 5143785"/>
              <a:gd name="connsiteX35624" fmla="*/ 1395984 w 3114960"/>
              <a:gd name="connsiteY35624" fmla="*/ 1741742 h 5143785"/>
              <a:gd name="connsiteX35625" fmla="*/ 1398080 w 3114960"/>
              <a:gd name="connsiteY35625" fmla="*/ 1745932 h 5143785"/>
              <a:gd name="connsiteX35626" fmla="*/ 1400175 w 3114960"/>
              <a:gd name="connsiteY35626" fmla="*/ 1741742 h 5143785"/>
              <a:gd name="connsiteX35627" fmla="*/ 1402271 w 3114960"/>
              <a:gd name="connsiteY35627" fmla="*/ 1745932 h 5143785"/>
              <a:gd name="connsiteX35628" fmla="*/ 1404366 w 3114960"/>
              <a:gd name="connsiteY35628" fmla="*/ 1741742 h 5143785"/>
              <a:gd name="connsiteX35629" fmla="*/ 1406462 w 3114960"/>
              <a:gd name="connsiteY35629" fmla="*/ 1745932 h 5143785"/>
              <a:gd name="connsiteX35630" fmla="*/ 1408557 w 3114960"/>
              <a:gd name="connsiteY35630" fmla="*/ 1741837 h 5143785"/>
              <a:gd name="connsiteX35631" fmla="*/ 1410653 w 3114960"/>
              <a:gd name="connsiteY35631" fmla="*/ 1745932 h 5143785"/>
              <a:gd name="connsiteX35632" fmla="*/ 1412748 w 3114960"/>
              <a:gd name="connsiteY35632" fmla="*/ 1741837 h 5143785"/>
              <a:gd name="connsiteX35633" fmla="*/ 1414844 w 3114960"/>
              <a:gd name="connsiteY35633" fmla="*/ 1745932 h 5143785"/>
              <a:gd name="connsiteX35634" fmla="*/ 1416939 w 3114960"/>
              <a:gd name="connsiteY35634" fmla="*/ 1741837 h 5143785"/>
              <a:gd name="connsiteX35635" fmla="*/ 1419035 w 3114960"/>
              <a:gd name="connsiteY35635" fmla="*/ 1745932 h 5143785"/>
              <a:gd name="connsiteX35636" fmla="*/ 1421130 w 3114960"/>
              <a:gd name="connsiteY35636" fmla="*/ 1741742 h 5143785"/>
              <a:gd name="connsiteX35637" fmla="*/ 1423226 w 3114960"/>
              <a:gd name="connsiteY35637" fmla="*/ 1745932 h 5143785"/>
              <a:gd name="connsiteX35638" fmla="*/ 1425321 w 3114960"/>
              <a:gd name="connsiteY35638" fmla="*/ 1741742 h 5143785"/>
              <a:gd name="connsiteX35639" fmla="*/ 1427417 w 3114960"/>
              <a:gd name="connsiteY35639" fmla="*/ 1745932 h 5143785"/>
              <a:gd name="connsiteX35640" fmla="*/ 1429512 w 3114960"/>
              <a:gd name="connsiteY35640" fmla="*/ 1741646 h 5143785"/>
              <a:gd name="connsiteX35641" fmla="*/ 1431607 w 3114960"/>
              <a:gd name="connsiteY35641" fmla="*/ 1745932 h 5143785"/>
              <a:gd name="connsiteX35642" fmla="*/ 1433703 w 3114960"/>
              <a:gd name="connsiteY35642" fmla="*/ 1741646 h 5143785"/>
              <a:gd name="connsiteX35643" fmla="*/ 1435799 w 3114960"/>
              <a:gd name="connsiteY35643" fmla="*/ 1745932 h 5143785"/>
              <a:gd name="connsiteX35644" fmla="*/ 1437894 w 3114960"/>
              <a:gd name="connsiteY35644" fmla="*/ 1741837 h 5143785"/>
              <a:gd name="connsiteX35645" fmla="*/ 1439990 w 3114960"/>
              <a:gd name="connsiteY35645" fmla="*/ 1745932 h 5143785"/>
              <a:gd name="connsiteX35646" fmla="*/ 1441990 w 3114960"/>
              <a:gd name="connsiteY35646" fmla="*/ 1741837 h 5143785"/>
              <a:gd name="connsiteX35647" fmla="*/ 1443990 w 3114960"/>
              <a:gd name="connsiteY35647" fmla="*/ 1745932 h 5143785"/>
              <a:gd name="connsiteX35648" fmla="*/ 1445990 w 3114960"/>
              <a:gd name="connsiteY35648" fmla="*/ 1741837 h 5143785"/>
              <a:gd name="connsiteX35649" fmla="*/ 1447991 w 3114960"/>
              <a:gd name="connsiteY35649" fmla="*/ 1745932 h 5143785"/>
              <a:gd name="connsiteX35650" fmla="*/ 1450086 w 3114960"/>
              <a:gd name="connsiteY35650" fmla="*/ 1741742 h 5143785"/>
              <a:gd name="connsiteX35651" fmla="*/ 1452182 w 3114960"/>
              <a:gd name="connsiteY35651" fmla="*/ 1745932 h 5143785"/>
              <a:gd name="connsiteX35652" fmla="*/ 1454277 w 3114960"/>
              <a:gd name="connsiteY35652" fmla="*/ 1741551 h 5143785"/>
              <a:gd name="connsiteX35653" fmla="*/ 1456373 w 3114960"/>
              <a:gd name="connsiteY35653" fmla="*/ 1745932 h 5143785"/>
              <a:gd name="connsiteX35654" fmla="*/ 1458468 w 3114960"/>
              <a:gd name="connsiteY35654" fmla="*/ 1741551 h 5143785"/>
              <a:gd name="connsiteX35655" fmla="*/ 1460564 w 3114960"/>
              <a:gd name="connsiteY35655" fmla="*/ 1745932 h 5143785"/>
              <a:gd name="connsiteX35656" fmla="*/ 1462659 w 3114960"/>
              <a:gd name="connsiteY35656" fmla="*/ 1741551 h 5143785"/>
              <a:gd name="connsiteX35657" fmla="*/ 1464755 w 3114960"/>
              <a:gd name="connsiteY35657" fmla="*/ 1745932 h 5143785"/>
              <a:gd name="connsiteX35658" fmla="*/ 1466850 w 3114960"/>
              <a:gd name="connsiteY35658" fmla="*/ 1741551 h 5143785"/>
              <a:gd name="connsiteX35659" fmla="*/ 1468946 w 3114960"/>
              <a:gd name="connsiteY35659" fmla="*/ 1745932 h 5143785"/>
              <a:gd name="connsiteX35660" fmla="*/ 1471041 w 3114960"/>
              <a:gd name="connsiteY35660" fmla="*/ 1741456 h 5143785"/>
              <a:gd name="connsiteX35661" fmla="*/ 1473232 w 3114960"/>
              <a:gd name="connsiteY35661" fmla="*/ 1745932 h 5143785"/>
              <a:gd name="connsiteX35662" fmla="*/ 1475423 w 3114960"/>
              <a:gd name="connsiteY35662" fmla="*/ 1741265 h 5143785"/>
              <a:gd name="connsiteX35663" fmla="*/ 1477613 w 3114960"/>
              <a:gd name="connsiteY35663" fmla="*/ 1745932 h 5143785"/>
              <a:gd name="connsiteX35664" fmla="*/ 1477613 w 3114960"/>
              <a:gd name="connsiteY35664" fmla="*/ 1745932 h 5143785"/>
              <a:gd name="connsiteX35665" fmla="*/ 1482090 w 3114960"/>
              <a:gd name="connsiteY35665" fmla="*/ 1749838 h 5143785"/>
              <a:gd name="connsiteX35666" fmla="*/ 1486091 w 3114960"/>
              <a:gd name="connsiteY35666" fmla="*/ 1750600 h 5143785"/>
              <a:gd name="connsiteX35667" fmla="*/ 1489996 w 3114960"/>
              <a:gd name="connsiteY35667" fmla="*/ 1749838 h 5143785"/>
              <a:gd name="connsiteX35668" fmla="*/ 1495616 w 3114960"/>
              <a:gd name="connsiteY35668" fmla="*/ 1744313 h 5143785"/>
              <a:gd name="connsiteX35669" fmla="*/ 1495616 w 3114960"/>
              <a:gd name="connsiteY35669" fmla="*/ 1736407 h 5143785"/>
              <a:gd name="connsiteX35670" fmla="*/ 1482185 w 3114960"/>
              <a:gd name="connsiteY35670" fmla="*/ 1730788 h 5143785"/>
              <a:gd name="connsiteX35671" fmla="*/ 1476851 w 3114960"/>
              <a:gd name="connsiteY35671" fmla="*/ 1735931 h 5143785"/>
              <a:gd name="connsiteX35672" fmla="*/ 1475423 w 3114960"/>
              <a:gd name="connsiteY35672" fmla="*/ 1734693 h 5143785"/>
              <a:gd name="connsiteX35673" fmla="*/ 1473232 w 3114960"/>
              <a:gd name="connsiteY35673" fmla="*/ 1739360 h 5143785"/>
              <a:gd name="connsiteX35674" fmla="*/ 1471041 w 3114960"/>
              <a:gd name="connsiteY35674" fmla="*/ 1734693 h 5143785"/>
              <a:gd name="connsiteX35675" fmla="*/ 1468946 w 3114960"/>
              <a:gd name="connsiteY35675" fmla="*/ 1739075 h 5143785"/>
              <a:gd name="connsiteX35676" fmla="*/ 1466850 w 3114960"/>
              <a:gd name="connsiteY35676" fmla="*/ 1734693 h 5143785"/>
              <a:gd name="connsiteX35677" fmla="*/ 1464755 w 3114960"/>
              <a:gd name="connsiteY35677" fmla="*/ 1739170 h 5143785"/>
              <a:gd name="connsiteX35678" fmla="*/ 1462659 w 3114960"/>
              <a:gd name="connsiteY35678" fmla="*/ 1734693 h 5143785"/>
              <a:gd name="connsiteX35679" fmla="*/ 1460564 w 3114960"/>
              <a:gd name="connsiteY35679" fmla="*/ 1739075 h 5143785"/>
              <a:gd name="connsiteX35680" fmla="*/ 1458468 w 3114960"/>
              <a:gd name="connsiteY35680" fmla="*/ 1734693 h 5143785"/>
              <a:gd name="connsiteX35681" fmla="*/ 1456373 w 3114960"/>
              <a:gd name="connsiteY35681" fmla="*/ 1739075 h 5143785"/>
              <a:gd name="connsiteX35682" fmla="*/ 1454277 w 3114960"/>
              <a:gd name="connsiteY35682" fmla="*/ 1734693 h 5143785"/>
              <a:gd name="connsiteX35683" fmla="*/ 1452182 w 3114960"/>
              <a:gd name="connsiteY35683" fmla="*/ 1738979 h 5143785"/>
              <a:gd name="connsiteX35684" fmla="*/ 1450086 w 3114960"/>
              <a:gd name="connsiteY35684" fmla="*/ 1734693 h 5143785"/>
              <a:gd name="connsiteX35685" fmla="*/ 1447991 w 3114960"/>
              <a:gd name="connsiteY35685" fmla="*/ 1738789 h 5143785"/>
              <a:gd name="connsiteX35686" fmla="*/ 1445895 w 3114960"/>
              <a:gd name="connsiteY35686" fmla="*/ 1734693 h 5143785"/>
              <a:gd name="connsiteX35687" fmla="*/ 1443895 w 3114960"/>
              <a:gd name="connsiteY35687" fmla="*/ 1738789 h 5143785"/>
              <a:gd name="connsiteX35688" fmla="*/ 1441895 w 3114960"/>
              <a:gd name="connsiteY35688" fmla="*/ 1734693 h 5143785"/>
              <a:gd name="connsiteX35689" fmla="*/ 1439894 w 3114960"/>
              <a:gd name="connsiteY35689" fmla="*/ 1738789 h 5143785"/>
              <a:gd name="connsiteX35690" fmla="*/ 1437894 w 3114960"/>
              <a:gd name="connsiteY35690" fmla="*/ 1734693 h 5143785"/>
              <a:gd name="connsiteX35691" fmla="*/ 1435799 w 3114960"/>
              <a:gd name="connsiteY35691" fmla="*/ 1738884 h 5143785"/>
              <a:gd name="connsiteX35692" fmla="*/ 1433703 w 3114960"/>
              <a:gd name="connsiteY35692" fmla="*/ 1734693 h 5143785"/>
              <a:gd name="connsiteX35693" fmla="*/ 1431607 w 3114960"/>
              <a:gd name="connsiteY35693" fmla="*/ 1738979 h 5143785"/>
              <a:gd name="connsiteX35694" fmla="*/ 1429512 w 3114960"/>
              <a:gd name="connsiteY35694" fmla="*/ 1734693 h 5143785"/>
              <a:gd name="connsiteX35695" fmla="*/ 1427417 w 3114960"/>
              <a:gd name="connsiteY35695" fmla="*/ 1738979 h 5143785"/>
              <a:gd name="connsiteX35696" fmla="*/ 1425321 w 3114960"/>
              <a:gd name="connsiteY35696" fmla="*/ 1734693 h 5143785"/>
              <a:gd name="connsiteX35697" fmla="*/ 1423226 w 3114960"/>
              <a:gd name="connsiteY35697" fmla="*/ 1738884 h 5143785"/>
              <a:gd name="connsiteX35698" fmla="*/ 1421130 w 3114960"/>
              <a:gd name="connsiteY35698" fmla="*/ 1734693 h 5143785"/>
              <a:gd name="connsiteX35699" fmla="*/ 1419035 w 3114960"/>
              <a:gd name="connsiteY35699" fmla="*/ 1738789 h 5143785"/>
              <a:gd name="connsiteX35700" fmla="*/ 1416939 w 3114960"/>
              <a:gd name="connsiteY35700" fmla="*/ 1734693 h 5143785"/>
              <a:gd name="connsiteX35701" fmla="*/ 1414844 w 3114960"/>
              <a:gd name="connsiteY35701" fmla="*/ 1738789 h 5143785"/>
              <a:gd name="connsiteX35702" fmla="*/ 1412748 w 3114960"/>
              <a:gd name="connsiteY35702" fmla="*/ 1734693 h 5143785"/>
              <a:gd name="connsiteX35703" fmla="*/ 1410653 w 3114960"/>
              <a:gd name="connsiteY35703" fmla="*/ 1738789 h 5143785"/>
              <a:gd name="connsiteX35704" fmla="*/ 1408557 w 3114960"/>
              <a:gd name="connsiteY35704" fmla="*/ 1734693 h 5143785"/>
              <a:gd name="connsiteX35705" fmla="*/ 1406462 w 3114960"/>
              <a:gd name="connsiteY35705" fmla="*/ 1738789 h 5143785"/>
              <a:gd name="connsiteX35706" fmla="*/ 1404366 w 3114960"/>
              <a:gd name="connsiteY35706" fmla="*/ 1734693 h 5143785"/>
              <a:gd name="connsiteX35707" fmla="*/ 1402271 w 3114960"/>
              <a:gd name="connsiteY35707" fmla="*/ 1738884 h 5143785"/>
              <a:gd name="connsiteX35708" fmla="*/ 1400175 w 3114960"/>
              <a:gd name="connsiteY35708" fmla="*/ 1734693 h 5143785"/>
              <a:gd name="connsiteX35709" fmla="*/ 1398080 w 3114960"/>
              <a:gd name="connsiteY35709" fmla="*/ 1738884 h 5143785"/>
              <a:gd name="connsiteX35710" fmla="*/ 1395984 w 3114960"/>
              <a:gd name="connsiteY35710" fmla="*/ 1734693 h 5143785"/>
              <a:gd name="connsiteX35711" fmla="*/ 1393889 w 3114960"/>
              <a:gd name="connsiteY35711" fmla="*/ 1738884 h 5143785"/>
              <a:gd name="connsiteX35712" fmla="*/ 1391793 w 3114960"/>
              <a:gd name="connsiteY35712" fmla="*/ 1734693 h 5143785"/>
              <a:gd name="connsiteX35713" fmla="*/ 1389698 w 3114960"/>
              <a:gd name="connsiteY35713" fmla="*/ 1738884 h 5143785"/>
              <a:gd name="connsiteX35714" fmla="*/ 1387602 w 3114960"/>
              <a:gd name="connsiteY35714" fmla="*/ 1734693 h 5143785"/>
              <a:gd name="connsiteX35715" fmla="*/ 1385507 w 3114960"/>
              <a:gd name="connsiteY35715" fmla="*/ 1738789 h 5143785"/>
              <a:gd name="connsiteX35716" fmla="*/ 1383506 w 3114960"/>
              <a:gd name="connsiteY35716" fmla="*/ 1734693 h 5143785"/>
              <a:gd name="connsiteX35717" fmla="*/ 1381506 w 3114960"/>
              <a:gd name="connsiteY35717" fmla="*/ 1738694 h 5143785"/>
              <a:gd name="connsiteX35718" fmla="*/ 1379506 w 3114960"/>
              <a:gd name="connsiteY35718" fmla="*/ 1734693 h 5143785"/>
              <a:gd name="connsiteX35719" fmla="*/ 1377506 w 3114960"/>
              <a:gd name="connsiteY35719" fmla="*/ 1738694 h 5143785"/>
              <a:gd name="connsiteX35720" fmla="*/ 1375505 w 3114960"/>
              <a:gd name="connsiteY35720" fmla="*/ 1734693 h 5143785"/>
              <a:gd name="connsiteX35721" fmla="*/ 1373505 w 3114960"/>
              <a:gd name="connsiteY35721" fmla="*/ 1738598 h 5143785"/>
              <a:gd name="connsiteX35722" fmla="*/ 1371505 w 3114960"/>
              <a:gd name="connsiteY35722" fmla="*/ 1734693 h 5143785"/>
              <a:gd name="connsiteX35723" fmla="*/ 1369505 w 3114960"/>
              <a:gd name="connsiteY35723" fmla="*/ 1738598 h 5143785"/>
              <a:gd name="connsiteX35724" fmla="*/ 1367504 w 3114960"/>
              <a:gd name="connsiteY35724" fmla="*/ 1734693 h 5143785"/>
              <a:gd name="connsiteX35725" fmla="*/ 1365504 w 3114960"/>
              <a:gd name="connsiteY35725" fmla="*/ 1738598 h 5143785"/>
              <a:gd name="connsiteX35726" fmla="*/ 1363504 w 3114960"/>
              <a:gd name="connsiteY35726" fmla="*/ 1734693 h 5143785"/>
              <a:gd name="connsiteX35727" fmla="*/ 1361503 w 3114960"/>
              <a:gd name="connsiteY35727" fmla="*/ 1738503 h 5143785"/>
              <a:gd name="connsiteX35728" fmla="*/ 1359503 w 3114960"/>
              <a:gd name="connsiteY35728" fmla="*/ 1734693 h 5143785"/>
              <a:gd name="connsiteX35729" fmla="*/ 1357503 w 3114960"/>
              <a:gd name="connsiteY35729" fmla="*/ 1738503 h 5143785"/>
              <a:gd name="connsiteX35730" fmla="*/ 1355503 w 3114960"/>
              <a:gd name="connsiteY35730" fmla="*/ 1734693 h 5143785"/>
              <a:gd name="connsiteX35731" fmla="*/ 1353503 w 3114960"/>
              <a:gd name="connsiteY35731" fmla="*/ 1738503 h 5143785"/>
              <a:gd name="connsiteX35732" fmla="*/ 1351502 w 3114960"/>
              <a:gd name="connsiteY35732" fmla="*/ 1734693 h 5143785"/>
              <a:gd name="connsiteX35733" fmla="*/ 1349502 w 3114960"/>
              <a:gd name="connsiteY35733" fmla="*/ 1738503 h 5143785"/>
              <a:gd name="connsiteX35734" fmla="*/ 1347502 w 3114960"/>
              <a:gd name="connsiteY35734" fmla="*/ 1734693 h 5143785"/>
              <a:gd name="connsiteX35735" fmla="*/ 1345502 w 3114960"/>
              <a:gd name="connsiteY35735" fmla="*/ 1738503 h 5143785"/>
              <a:gd name="connsiteX35736" fmla="*/ 1343501 w 3114960"/>
              <a:gd name="connsiteY35736" fmla="*/ 1734693 h 5143785"/>
              <a:gd name="connsiteX35737" fmla="*/ 1341501 w 3114960"/>
              <a:gd name="connsiteY35737" fmla="*/ 1738503 h 5143785"/>
              <a:gd name="connsiteX35738" fmla="*/ 1339501 w 3114960"/>
              <a:gd name="connsiteY35738" fmla="*/ 1734693 h 5143785"/>
              <a:gd name="connsiteX35739" fmla="*/ 1337501 w 3114960"/>
              <a:gd name="connsiteY35739" fmla="*/ 1738503 h 5143785"/>
              <a:gd name="connsiteX35740" fmla="*/ 1335500 w 3114960"/>
              <a:gd name="connsiteY35740" fmla="*/ 1734693 h 5143785"/>
              <a:gd name="connsiteX35741" fmla="*/ 1333500 w 3114960"/>
              <a:gd name="connsiteY35741" fmla="*/ 1738408 h 5143785"/>
              <a:gd name="connsiteX35742" fmla="*/ 1333119 w 3114960"/>
              <a:gd name="connsiteY35742" fmla="*/ 1736407 h 5143785"/>
              <a:gd name="connsiteX35743" fmla="*/ 1332928 w 3114960"/>
              <a:gd name="connsiteY35743" fmla="*/ 1736027 h 5143785"/>
              <a:gd name="connsiteX35744" fmla="*/ 1332548 w 3114960"/>
              <a:gd name="connsiteY35744" fmla="*/ 1735455 h 5143785"/>
              <a:gd name="connsiteX35745" fmla="*/ 1319689 w 3114960"/>
              <a:gd name="connsiteY35745" fmla="*/ 1730693 h 5143785"/>
              <a:gd name="connsiteX35746" fmla="*/ 1314069 w 3114960"/>
              <a:gd name="connsiteY35746" fmla="*/ 1736217 h 5143785"/>
              <a:gd name="connsiteX35747" fmla="*/ 1313783 w 3114960"/>
              <a:gd name="connsiteY35747" fmla="*/ 1737836 h 5143785"/>
              <a:gd name="connsiteX35748" fmla="*/ 1271111 w 3114960"/>
              <a:gd name="connsiteY35748" fmla="*/ 1737836 h 5143785"/>
              <a:gd name="connsiteX35749" fmla="*/ 1251204 w 3114960"/>
              <a:gd name="connsiteY35749" fmla="*/ 1710023 h 5143785"/>
              <a:gd name="connsiteX35750" fmla="*/ 1120235 w 3114960"/>
              <a:gd name="connsiteY35750" fmla="*/ 1710023 h 5143785"/>
              <a:gd name="connsiteX35751" fmla="*/ 1070515 w 3114960"/>
              <a:gd name="connsiteY35751" fmla="*/ 1764887 h 5143785"/>
              <a:gd name="connsiteX35752" fmla="*/ 1060895 w 3114960"/>
              <a:gd name="connsiteY35752" fmla="*/ 1750600 h 5143785"/>
              <a:gd name="connsiteX35753" fmla="*/ 1045654 w 3114960"/>
              <a:gd name="connsiteY35753" fmla="*/ 1745552 h 5143785"/>
              <a:gd name="connsiteX35754" fmla="*/ 1041654 w 3114960"/>
              <a:gd name="connsiteY35754" fmla="*/ 1745837 h 5143785"/>
              <a:gd name="connsiteX35755" fmla="*/ 1024700 w 3114960"/>
              <a:gd name="connsiteY35755" fmla="*/ 1756124 h 5143785"/>
              <a:gd name="connsiteX35756" fmla="*/ 1020509 w 3114960"/>
              <a:gd name="connsiteY35756" fmla="*/ 1765173 h 5143785"/>
              <a:gd name="connsiteX35757" fmla="*/ 986028 w 3114960"/>
              <a:gd name="connsiteY35757" fmla="*/ 1717453 h 5143785"/>
              <a:gd name="connsiteX35758" fmla="*/ 897065 w 3114960"/>
              <a:gd name="connsiteY35758" fmla="*/ 1717453 h 5143785"/>
              <a:gd name="connsiteX35759" fmla="*/ 888397 w 3114960"/>
              <a:gd name="connsiteY35759" fmla="*/ 1708785 h 5143785"/>
              <a:gd name="connsiteX35760" fmla="*/ 881253 w 3114960"/>
              <a:gd name="connsiteY35760" fmla="*/ 1708785 h 5143785"/>
              <a:gd name="connsiteX35761" fmla="*/ 872109 w 3114960"/>
              <a:gd name="connsiteY35761" fmla="*/ 1717929 h 5143785"/>
              <a:gd name="connsiteX35762" fmla="*/ 872109 w 3114960"/>
              <a:gd name="connsiteY35762" fmla="*/ 1725073 h 5143785"/>
              <a:gd name="connsiteX35763" fmla="*/ 881253 w 3114960"/>
              <a:gd name="connsiteY35763" fmla="*/ 1734217 h 5143785"/>
              <a:gd name="connsiteX35764" fmla="*/ 884873 w 3114960"/>
              <a:gd name="connsiteY35764" fmla="*/ 1735741 h 5143785"/>
              <a:gd name="connsiteX35765" fmla="*/ 888492 w 3114960"/>
              <a:gd name="connsiteY35765" fmla="*/ 1734217 h 5143785"/>
              <a:gd name="connsiteX35766" fmla="*/ 897636 w 3114960"/>
              <a:gd name="connsiteY35766" fmla="*/ 1725073 h 5143785"/>
              <a:gd name="connsiteX35767" fmla="*/ 898970 w 3114960"/>
              <a:gd name="connsiteY35767" fmla="*/ 1722215 h 5143785"/>
              <a:gd name="connsiteX35768" fmla="*/ 983742 w 3114960"/>
              <a:gd name="connsiteY35768" fmla="*/ 1722215 h 5143785"/>
              <a:gd name="connsiteX35769" fmla="*/ 1016222 w 3114960"/>
              <a:gd name="connsiteY35769" fmla="*/ 1767269 h 5143785"/>
              <a:gd name="connsiteX35770" fmla="*/ 896302 w 3114960"/>
              <a:gd name="connsiteY35770" fmla="*/ 1767269 h 5143785"/>
              <a:gd name="connsiteX35771" fmla="*/ 895445 w 3114960"/>
              <a:gd name="connsiteY35771" fmla="*/ 1765745 h 5143785"/>
              <a:gd name="connsiteX35772" fmla="*/ 886968 w 3114960"/>
              <a:gd name="connsiteY35772" fmla="*/ 1756029 h 5143785"/>
              <a:gd name="connsiteX35773" fmla="*/ 883444 w 3114960"/>
              <a:gd name="connsiteY35773" fmla="*/ 1754315 h 5143785"/>
              <a:gd name="connsiteX35774" fmla="*/ 879729 w 3114960"/>
              <a:gd name="connsiteY35774" fmla="*/ 1755553 h 5143785"/>
              <a:gd name="connsiteX35775" fmla="*/ 870014 w 3114960"/>
              <a:gd name="connsiteY35775" fmla="*/ 1764030 h 5143785"/>
              <a:gd name="connsiteX35776" fmla="*/ 869537 w 3114960"/>
              <a:gd name="connsiteY35776" fmla="*/ 1771174 h 5143785"/>
              <a:gd name="connsiteX35777" fmla="*/ 878015 w 3114960"/>
              <a:gd name="connsiteY35777" fmla="*/ 1780889 h 5143785"/>
              <a:gd name="connsiteX35778" fmla="*/ 881539 w 3114960"/>
              <a:gd name="connsiteY35778" fmla="*/ 1782604 h 5143785"/>
              <a:gd name="connsiteX35779" fmla="*/ 881920 w 3114960"/>
              <a:gd name="connsiteY35779" fmla="*/ 1782604 h 5143785"/>
              <a:gd name="connsiteX35780" fmla="*/ 885254 w 3114960"/>
              <a:gd name="connsiteY35780" fmla="*/ 1781366 h 5143785"/>
              <a:gd name="connsiteX35781" fmla="*/ 894969 w 3114960"/>
              <a:gd name="connsiteY35781" fmla="*/ 1772888 h 5143785"/>
              <a:gd name="connsiteX35782" fmla="*/ 895731 w 3114960"/>
              <a:gd name="connsiteY35782" fmla="*/ 1771936 h 5143785"/>
              <a:gd name="connsiteX35783" fmla="*/ 1016222 w 3114960"/>
              <a:gd name="connsiteY35783" fmla="*/ 1771936 h 5143785"/>
              <a:gd name="connsiteX35784" fmla="*/ 983742 w 3114960"/>
              <a:gd name="connsiteY35784" fmla="*/ 1816418 h 5143785"/>
              <a:gd name="connsiteX35785" fmla="*/ 896874 w 3114960"/>
              <a:gd name="connsiteY35785" fmla="*/ 1816418 h 5143785"/>
              <a:gd name="connsiteX35786" fmla="*/ 896684 w 3114960"/>
              <a:gd name="connsiteY35786" fmla="*/ 1816037 h 5143785"/>
              <a:gd name="connsiteX35787" fmla="*/ 888206 w 3114960"/>
              <a:gd name="connsiteY35787" fmla="*/ 1806321 h 5143785"/>
              <a:gd name="connsiteX35788" fmla="*/ 881063 w 3114960"/>
              <a:gd name="connsiteY35788" fmla="*/ 1805845 h 5143785"/>
              <a:gd name="connsiteX35789" fmla="*/ 871347 w 3114960"/>
              <a:gd name="connsiteY35789" fmla="*/ 1814322 h 5143785"/>
              <a:gd name="connsiteX35790" fmla="*/ 870871 w 3114960"/>
              <a:gd name="connsiteY35790" fmla="*/ 1821466 h 5143785"/>
              <a:gd name="connsiteX35791" fmla="*/ 879348 w 3114960"/>
              <a:gd name="connsiteY35791" fmla="*/ 1831181 h 5143785"/>
              <a:gd name="connsiteX35792" fmla="*/ 882872 w 3114960"/>
              <a:gd name="connsiteY35792" fmla="*/ 1832896 h 5143785"/>
              <a:gd name="connsiteX35793" fmla="*/ 883253 w 3114960"/>
              <a:gd name="connsiteY35793" fmla="*/ 1832896 h 5143785"/>
              <a:gd name="connsiteX35794" fmla="*/ 886587 w 3114960"/>
              <a:gd name="connsiteY35794" fmla="*/ 1831657 h 5143785"/>
              <a:gd name="connsiteX35795" fmla="*/ 896302 w 3114960"/>
              <a:gd name="connsiteY35795" fmla="*/ 1823180 h 5143785"/>
              <a:gd name="connsiteX35796" fmla="*/ 897636 w 3114960"/>
              <a:gd name="connsiteY35796" fmla="*/ 1821085 h 5143785"/>
              <a:gd name="connsiteX35797" fmla="*/ 986219 w 3114960"/>
              <a:gd name="connsiteY35797" fmla="*/ 1821085 h 5143785"/>
              <a:gd name="connsiteX35798" fmla="*/ 1020223 w 3114960"/>
              <a:gd name="connsiteY35798" fmla="*/ 1774507 h 5143785"/>
              <a:gd name="connsiteX35799" fmla="*/ 1030510 w 3114960"/>
              <a:gd name="connsiteY35799" fmla="*/ 1791938 h 5143785"/>
              <a:gd name="connsiteX35800" fmla="*/ 1066610 w 3114960"/>
              <a:gd name="connsiteY35800" fmla="*/ 1786414 h 5143785"/>
              <a:gd name="connsiteX35801" fmla="*/ 1066610 w 3114960"/>
              <a:gd name="connsiteY35801" fmla="*/ 1786414 h 5143785"/>
              <a:gd name="connsiteX35802" fmla="*/ 1071563 w 3114960"/>
              <a:gd name="connsiteY35802" fmla="*/ 1772888 h 5143785"/>
              <a:gd name="connsiteX35803" fmla="*/ 1120426 w 3114960"/>
              <a:gd name="connsiteY35803" fmla="*/ 1827371 h 5143785"/>
              <a:gd name="connsiteX35804" fmla="*/ 1248918 w 3114960"/>
              <a:gd name="connsiteY35804" fmla="*/ 1827371 h 5143785"/>
              <a:gd name="connsiteX35805" fmla="*/ 1268825 w 3114960"/>
              <a:gd name="connsiteY35805" fmla="*/ 1855184 h 5143785"/>
              <a:gd name="connsiteX35806" fmla="*/ 1314069 w 3114960"/>
              <a:gd name="connsiteY35806" fmla="*/ 1855184 h 5143785"/>
              <a:gd name="connsiteX35807" fmla="*/ 1314260 w 3114960"/>
              <a:gd name="connsiteY35807" fmla="*/ 1856137 h 5143785"/>
              <a:gd name="connsiteX35808" fmla="*/ 1323785 w 3114960"/>
              <a:gd name="connsiteY35808" fmla="*/ 1862519 h 5143785"/>
              <a:gd name="connsiteX35809" fmla="*/ 1327690 w 3114960"/>
              <a:gd name="connsiteY35809" fmla="*/ 1861757 h 5143785"/>
              <a:gd name="connsiteX35810" fmla="*/ 1332548 w 3114960"/>
              <a:gd name="connsiteY35810" fmla="*/ 1857280 h 5143785"/>
              <a:gd name="connsiteX35811" fmla="*/ 1333595 w 3114960"/>
              <a:gd name="connsiteY35811" fmla="*/ 1857851 h 5143785"/>
              <a:gd name="connsiteX35812" fmla="*/ 1335596 w 3114960"/>
              <a:gd name="connsiteY35812" fmla="*/ 1853946 h 5143785"/>
              <a:gd name="connsiteX35813" fmla="*/ 1337596 w 3114960"/>
              <a:gd name="connsiteY35813" fmla="*/ 1857851 h 5143785"/>
              <a:gd name="connsiteX35814" fmla="*/ 1339596 w 3114960"/>
              <a:gd name="connsiteY35814" fmla="*/ 1854041 h 5143785"/>
              <a:gd name="connsiteX35815" fmla="*/ 1341596 w 3114960"/>
              <a:gd name="connsiteY35815" fmla="*/ 1857851 h 5143785"/>
              <a:gd name="connsiteX35816" fmla="*/ 1343597 w 3114960"/>
              <a:gd name="connsiteY35816" fmla="*/ 1854041 h 5143785"/>
              <a:gd name="connsiteX35817" fmla="*/ 1345597 w 3114960"/>
              <a:gd name="connsiteY35817" fmla="*/ 1857851 h 5143785"/>
              <a:gd name="connsiteX35818" fmla="*/ 1347597 w 3114960"/>
              <a:gd name="connsiteY35818" fmla="*/ 1854041 h 5143785"/>
              <a:gd name="connsiteX35819" fmla="*/ 1349597 w 3114960"/>
              <a:gd name="connsiteY35819" fmla="*/ 1857851 h 5143785"/>
              <a:gd name="connsiteX35820" fmla="*/ 1351598 w 3114960"/>
              <a:gd name="connsiteY35820" fmla="*/ 1854041 h 5143785"/>
              <a:gd name="connsiteX35821" fmla="*/ 1353598 w 3114960"/>
              <a:gd name="connsiteY35821" fmla="*/ 1857851 h 5143785"/>
              <a:gd name="connsiteX35822" fmla="*/ 1355598 w 3114960"/>
              <a:gd name="connsiteY35822" fmla="*/ 1854041 h 5143785"/>
              <a:gd name="connsiteX35823" fmla="*/ 1357598 w 3114960"/>
              <a:gd name="connsiteY35823" fmla="*/ 1857851 h 5143785"/>
              <a:gd name="connsiteX35824" fmla="*/ 1359599 w 3114960"/>
              <a:gd name="connsiteY35824" fmla="*/ 1854041 h 5143785"/>
              <a:gd name="connsiteX35825" fmla="*/ 1361599 w 3114960"/>
              <a:gd name="connsiteY35825" fmla="*/ 1857851 h 5143785"/>
              <a:gd name="connsiteX35826" fmla="*/ 1363599 w 3114960"/>
              <a:gd name="connsiteY35826" fmla="*/ 1854041 h 5143785"/>
              <a:gd name="connsiteX35827" fmla="*/ 1365599 w 3114960"/>
              <a:gd name="connsiteY35827" fmla="*/ 1857851 h 5143785"/>
              <a:gd name="connsiteX35828" fmla="*/ 1367600 w 3114960"/>
              <a:gd name="connsiteY35828" fmla="*/ 1853946 h 5143785"/>
              <a:gd name="connsiteX35829" fmla="*/ 1369600 w 3114960"/>
              <a:gd name="connsiteY35829" fmla="*/ 1857851 h 5143785"/>
              <a:gd name="connsiteX35830" fmla="*/ 1371600 w 3114960"/>
              <a:gd name="connsiteY35830" fmla="*/ 1853946 h 5143785"/>
              <a:gd name="connsiteX35831" fmla="*/ 1373600 w 3114960"/>
              <a:gd name="connsiteY35831" fmla="*/ 1857851 h 5143785"/>
              <a:gd name="connsiteX35832" fmla="*/ 1375601 w 3114960"/>
              <a:gd name="connsiteY35832" fmla="*/ 1853851 h 5143785"/>
              <a:gd name="connsiteX35833" fmla="*/ 1377601 w 3114960"/>
              <a:gd name="connsiteY35833" fmla="*/ 1857851 h 5143785"/>
              <a:gd name="connsiteX35834" fmla="*/ 1379601 w 3114960"/>
              <a:gd name="connsiteY35834" fmla="*/ 1853851 h 5143785"/>
              <a:gd name="connsiteX35835" fmla="*/ 1381601 w 3114960"/>
              <a:gd name="connsiteY35835" fmla="*/ 1857851 h 5143785"/>
              <a:gd name="connsiteX35836" fmla="*/ 1383602 w 3114960"/>
              <a:gd name="connsiteY35836" fmla="*/ 1853756 h 5143785"/>
              <a:gd name="connsiteX35837" fmla="*/ 1385602 w 3114960"/>
              <a:gd name="connsiteY35837" fmla="*/ 1857851 h 5143785"/>
              <a:gd name="connsiteX35838" fmla="*/ 1387697 w 3114960"/>
              <a:gd name="connsiteY35838" fmla="*/ 1853756 h 5143785"/>
              <a:gd name="connsiteX35839" fmla="*/ 1389793 w 3114960"/>
              <a:gd name="connsiteY35839" fmla="*/ 1857851 h 5143785"/>
              <a:gd name="connsiteX35840" fmla="*/ 1391888 w 3114960"/>
              <a:gd name="connsiteY35840" fmla="*/ 1853660 h 5143785"/>
              <a:gd name="connsiteX35841" fmla="*/ 1393984 w 3114960"/>
              <a:gd name="connsiteY35841" fmla="*/ 1857851 h 5143785"/>
              <a:gd name="connsiteX35842" fmla="*/ 1396079 w 3114960"/>
              <a:gd name="connsiteY35842" fmla="*/ 1853660 h 5143785"/>
              <a:gd name="connsiteX35843" fmla="*/ 1398175 w 3114960"/>
              <a:gd name="connsiteY35843" fmla="*/ 1857851 h 5143785"/>
              <a:gd name="connsiteX35844" fmla="*/ 1400270 w 3114960"/>
              <a:gd name="connsiteY35844" fmla="*/ 1853660 h 5143785"/>
              <a:gd name="connsiteX35845" fmla="*/ 1402366 w 3114960"/>
              <a:gd name="connsiteY35845" fmla="*/ 1857851 h 5143785"/>
              <a:gd name="connsiteX35846" fmla="*/ 1404461 w 3114960"/>
              <a:gd name="connsiteY35846" fmla="*/ 1853660 h 5143785"/>
              <a:gd name="connsiteX35847" fmla="*/ 1406557 w 3114960"/>
              <a:gd name="connsiteY35847" fmla="*/ 1857851 h 5143785"/>
              <a:gd name="connsiteX35848" fmla="*/ 1408652 w 3114960"/>
              <a:gd name="connsiteY35848" fmla="*/ 1853756 h 5143785"/>
              <a:gd name="connsiteX35849" fmla="*/ 1410748 w 3114960"/>
              <a:gd name="connsiteY35849" fmla="*/ 1857851 h 5143785"/>
              <a:gd name="connsiteX35850" fmla="*/ 1412843 w 3114960"/>
              <a:gd name="connsiteY35850" fmla="*/ 1853756 h 5143785"/>
              <a:gd name="connsiteX35851" fmla="*/ 1414939 w 3114960"/>
              <a:gd name="connsiteY35851" fmla="*/ 1857851 h 5143785"/>
              <a:gd name="connsiteX35852" fmla="*/ 1417034 w 3114960"/>
              <a:gd name="connsiteY35852" fmla="*/ 1853756 h 5143785"/>
              <a:gd name="connsiteX35853" fmla="*/ 1419130 w 3114960"/>
              <a:gd name="connsiteY35853" fmla="*/ 1857851 h 5143785"/>
              <a:gd name="connsiteX35854" fmla="*/ 1421225 w 3114960"/>
              <a:gd name="connsiteY35854" fmla="*/ 1853660 h 5143785"/>
              <a:gd name="connsiteX35855" fmla="*/ 1423321 w 3114960"/>
              <a:gd name="connsiteY35855" fmla="*/ 1857851 h 5143785"/>
              <a:gd name="connsiteX35856" fmla="*/ 1425416 w 3114960"/>
              <a:gd name="connsiteY35856" fmla="*/ 1853660 h 5143785"/>
              <a:gd name="connsiteX35857" fmla="*/ 1427512 w 3114960"/>
              <a:gd name="connsiteY35857" fmla="*/ 1857851 h 5143785"/>
              <a:gd name="connsiteX35858" fmla="*/ 1429607 w 3114960"/>
              <a:gd name="connsiteY35858" fmla="*/ 1853565 h 5143785"/>
              <a:gd name="connsiteX35859" fmla="*/ 1431703 w 3114960"/>
              <a:gd name="connsiteY35859" fmla="*/ 1857851 h 5143785"/>
              <a:gd name="connsiteX35860" fmla="*/ 1433798 w 3114960"/>
              <a:gd name="connsiteY35860" fmla="*/ 1853565 h 5143785"/>
              <a:gd name="connsiteX35861" fmla="*/ 1435894 w 3114960"/>
              <a:gd name="connsiteY35861" fmla="*/ 1857851 h 5143785"/>
              <a:gd name="connsiteX35862" fmla="*/ 1437989 w 3114960"/>
              <a:gd name="connsiteY35862" fmla="*/ 1853756 h 5143785"/>
              <a:gd name="connsiteX35863" fmla="*/ 1440085 w 3114960"/>
              <a:gd name="connsiteY35863" fmla="*/ 1857851 h 5143785"/>
              <a:gd name="connsiteX35864" fmla="*/ 1442085 w 3114960"/>
              <a:gd name="connsiteY35864" fmla="*/ 1853756 h 5143785"/>
              <a:gd name="connsiteX35865" fmla="*/ 1444085 w 3114960"/>
              <a:gd name="connsiteY35865" fmla="*/ 1857851 h 5143785"/>
              <a:gd name="connsiteX35866" fmla="*/ 1446086 w 3114960"/>
              <a:gd name="connsiteY35866" fmla="*/ 1853756 h 5143785"/>
              <a:gd name="connsiteX35867" fmla="*/ 1448086 w 3114960"/>
              <a:gd name="connsiteY35867" fmla="*/ 1857851 h 5143785"/>
              <a:gd name="connsiteX35868" fmla="*/ 1450181 w 3114960"/>
              <a:gd name="connsiteY35868" fmla="*/ 1853660 h 5143785"/>
              <a:gd name="connsiteX35869" fmla="*/ 1452277 w 3114960"/>
              <a:gd name="connsiteY35869" fmla="*/ 1857851 h 5143785"/>
              <a:gd name="connsiteX35870" fmla="*/ 1454372 w 3114960"/>
              <a:gd name="connsiteY35870" fmla="*/ 1853470 h 5143785"/>
              <a:gd name="connsiteX35871" fmla="*/ 1456468 w 3114960"/>
              <a:gd name="connsiteY35871" fmla="*/ 1857851 h 5143785"/>
              <a:gd name="connsiteX35872" fmla="*/ 1458563 w 3114960"/>
              <a:gd name="connsiteY35872" fmla="*/ 1853470 h 5143785"/>
              <a:gd name="connsiteX35873" fmla="*/ 1460659 w 3114960"/>
              <a:gd name="connsiteY35873" fmla="*/ 1857851 h 5143785"/>
              <a:gd name="connsiteX35874" fmla="*/ 1462754 w 3114960"/>
              <a:gd name="connsiteY35874" fmla="*/ 1853470 h 5143785"/>
              <a:gd name="connsiteX35875" fmla="*/ 1464850 w 3114960"/>
              <a:gd name="connsiteY35875" fmla="*/ 1857851 h 5143785"/>
              <a:gd name="connsiteX35876" fmla="*/ 1466945 w 3114960"/>
              <a:gd name="connsiteY35876" fmla="*/ 1853470 h 5143785"/>
              <a:gd name="connsiteX35877" fmla="*/ 1469041 w 3114960"/>
              <a:gd name="connsiteY35877" fmla="*/ 1857851 h 5143785"/>
              <a:gd name="connsiteX35878" fmla="*/ 1471136 w 3114960"/>
              <a:gd name="connsiteY35878" fmla="*/ 1853375 h 5143785"/>
              <a:gd name="connsiteX35879" fmla="*/ 1473327 w 3114960"/>
              <a:gd name="connsiteY35879" fmla="*/ 1857851 h 5143785"/>
              <a:gd name="connsiteX35880" fmla="*/ 1475518 w 3114960"/>
              <a:gd name="connsiteY35880" fmla="*/ 1853184 h 5143785"/>
              <a:gd name="connsiteX35881" fmla="*/ 1477709 w 3114960"/>
              <a:gd name="connsiteY35881" fmla="*/ 1857851 h 5143785"/>
              <a:gd name="connsiteX35882" fmla="*/ 1477709 w 3114960"/>
              <a:gd name="connsiteY35882" fmla="*/ 1857851 h 5143785"/>
              <a:gd name="connsiteX35883" fmla="*/ 1482185 w 3114960"/>
              <a:gd name="connsiteY35883" fmla="*/ 1861757 h 5143785"/>
              <a:gd name="connsiteX35884" fmla="*/ 1486186 w 3114960"/>
              <a:gd name="connsiteY35884" fmla="*/ 1862519 h 5143785"/>
              <a:gd name="connsiteX35885" fmla="*/ 1490091 w 3114960"/>
              <a:gd name="connsiteY35885" fmla="*/ 1861757 h 5143785"/>
              <a:gd name="connsiteX35886" fmla="*/ 1495711 w 3114960"/>
              <a:gd name="connsiteY35886" fmla="*/ 1856232 h 5143785"/>
              <a:gd name="connsiteX35887" fmla="*/ 1495711 w 3114960"/>
              <a:gd name="connsiteY35887" fmla="*/ 1848326 h 5143785"/>
              <a:gd name="connsiteX35888" fmla="*/ 1490186 w 3114960"/>
              <a:gd name="connsiteY35888" fmla="*/ 1842707 h 5143785"/>
              <a:gd name="connsiteX35889" fmla="*/ 1482281 w 3114960"/>
              <a:gd name="connsiteY35889" fmla="*/ 1842707 h 5143785"/>
              <a:gd name="connsiteX35890" fmla="*/ 1476947 w 3114960"/>
              <a:gd name="connsiteY35890" fmla="*/ 1847850 h 5143785"/>
              <a:gd name="connsiteX35891" fmla="*/ 1475518 w 3114960"/>
              <a:gd name="connsiteY35891" fmla="*/ 1846612 h 5143785"/>
              <a:gd name="connsiteX35892" fmla="*/ 1473327 w 3114960"/>
              <a:gd name="connsiteY35892" fmla="*/ 1851279 h 5143785"/>
              <a:gd name="connsiteX35893" fmla="*/ 1471136 w 3114960"/>
              <a:gd name="connsiteY35893" fmla="*/ 1846612 h 5143785"/>
              <a:gd name="connsiteX35894" fmla="*/ 1469041 w 3114960"/>
              <a:gd name="connsiteY35894" fmla="*/ 1850993 h 5143785"/>
              <a:gd name="connsiteX35895" fmla="*/ 1466945 w 3114960"/>
              <a:gd name="connsiteY35895" fmla="*/ 1846612 h 5143785"/>
              <a:gd name="connsiteX35896" fmla="*/ 1464850 w 3114960"/>
              <a:gd name="connsiteY35896" fmla="*/ 1851089 h 5143785"/>
              <a:gd name="connsiteX35897" fmla="*/ 1462754 w 3114960"/>
              <a:gd name="connsiteY35897" fmla="*/ 1846612 h 5143785"/>
              <a:gd name="connsiteX35898" fmla="*/ 1460659 w 3114960"/>
              <a:gd name="connsiteY35898" fmla="*/ 1850993 h 5143785"/>
              <a:gd name="connsiteX35899" fmla="*/ 1458563 w 3114960"/>
              <a:gd name="connsiteY35899" fmla="*/ 1846612 h 5143785"/>
              <a:gd name="connsiteX35900" fmla="*/ 1456468 w 3114960"/>
              <a:gd name="connsiteY35900" fmla="*/ 1850993 h 5143785"/>
              <a:gd name="connsiteX35901" fmla="*/ 1454372 w 3114960"/>
              <a:gd name="connsiteY35901" fmla="*/ 1846612 h 5143785"/>
              <a:gd name="connsiteX35902" fmla="*/ 1452277 w 3114960"/>
              <a:gd name="connsiteY35902" fmla="*/ 1850898 h 5143785"/>
              <a:gd name="connsiteX35903" fmla="*/ 1450181 w 3114960"/>
              <a:gd name="connsiteY35903" fmla="*/ 1846612 h 5143785"/>
              <a:gd name="connsiteX35904" fmla="*/ 1448086 w 3114960"/>
              <a:gd name="connsiteY35904" fmla="*/ 1850707 h 5143785"/>
              <a:gd name="connsiteX35905" fmla="*/ 1445990 w 3114960"/>
              <a:gd name="connsiteY35905" fmla="*/ 1846612 h 5143785"/>
              <a:gd name="connsiteX35906" fmla="*/ 1443990 w 3114960"/>
              <a:gd name="connsiteY35906" fmla="*/ 1850707 h 5143785"/>
              <a:gd name="connsiteX35907" fmla="*/ 1441990 w 3114960"/>
              <a:gd name="connsiteY35907" fmla="*/ 1846612 h 5143785"/>
              <a:gd name="connsiteX35908" fmla="*/ 1439990 w 3114960"/>
              <a:gd name="connsiteY35908" fmla="*/ 1850707 h 5143785"/>
              <a:gd name="connsiteX35909" fmla="*/ 1437989 w 3114960"/>
              <a:gd name="connsiteY35909" fmla="*/ 1846612 h 5143785"/>
              <a:gd name="connsiteX35910" fmla="*/ 1435894 w 3114960"/>
              <a:gd name="connsiteY35910" fmla="*/ 1850803 h 5143785"/>
              <a:gd name="connsiteX35911" fmla="*/ 1433798 w 3114960"/>
              <a:gd name="connsiteY35911" fmla="*/ 1846612 h 5143785"/>
              <a:gd name="connsiteX35912" fmla="*/ 1431703 w 3114960"/>
              <a:gd name="connsiteY35912" fmla="*/ 1850898 h 5143785"/>
              <a:gd name="connsiteX35913" fmla="*/ 1429607 w 3114960"/>
              <a:gd name="connsiteY35913" fmla="*/ 1846612 h 5143785"/>
              <a:gd name="connsiteX35914" fmla="*/ 1427512 w 3114960"/>
              <a:gd name="connsiteY35914" fmla="*/ 1850898 h 5143785"/>
              <a:gd name="connsiteX35915" fmla="*/ 1425416 w 3114960"/>
              <a:gd name="connsiteY35915" fmla="*/ 1846612 h 5143785"/>
              <a:gd name="connsiteX35916" fmla="*/ 1423321 w 3114960"/>
              <a:gd name="connsiteY35916" fmla="*/ 1850803 h 5143785"/>
              <a:gd name="connsiteX35917" fmla="*/ 1421225 w 3114960"/>
              <a:gd name="connsiteY35917" fmla="*/ 1846612 h 5143785"/>
              <a:gd name="connsiteX35918" fmla="*/ 1419130 w 3114960"/>
              <a:gd name="connsiteY35918" fmla="*/ 1850707 h 5143785"/>
              <a:gd name="connsiteX35919" fmla="*/ 1417034 w 3114960"/>
              <a:gd name="connsiteY35919" fmla="*/ 1846612 h 5143785"/>
              <a:gd name="connsiteX35920" fmla="*/ 1414939 w 3114960"/>
              <a:gd name="connsiteY35920" fmla="*/ 1850707 h 5143785"/>
              <a:gd name="connsiteX35921" fmla="*/ 1412843 w 3114960"/>
              <a:gd name="connsiteY35921" fmla="*/ 1846612 h 5143785"/>
              <a:gd name="connsiteX35922" fmla="*/ 1410748 w 3114960"/>
              <a:gd name="connsiteY35922" fmla="*/ 1850707 h 5143785"/>
              <a:gd name="connsiteX35923" fmla="*/ 1408652 w 3114960"/>
              <a:gd name="connsiteY35923" fmla="*/ 1846612 h 5143785"/>
              <a:gd name="connsiteX35924" fmla="*/ 1406557 w 3114960"/>
              <a:gd name="connsiteY35924" fmla="*/ 1850707 h 5143785"/>
              <a:gd name="connsiteX35925" fmla="*/ 1404461 w 3114960"/>
              <a:gd name="connsiteY35925" fmla="*/ 1846612 h 5143785"/>
              <a:gd name="connsiteX35926" fmla="*/ 1402366 w 3114960"/>
              <a:gd name="connsiteY35926" fmla="*/ 1850803 h 5143785"/>
              <a:gd name="connsiteX35927" fmla="*/ 1400270 w 3114960"/>
              <a:gd name="connsiteY35927" fmla="*/ 1846612 h 5143785"/>
              <a:gd name="connsiteX35928" fmla="*/ 1398175 w 3114960"/>
              <a:gd name="connsiteY35928" fmla="*/ 1850803 h 5143785"/>
              <a:gd name="connsiteX35929" fmla="*/ 1396079 w 3114960"/>
              <a:gd name="connsiteY35929" fmla="*/ 1846612 h 5143785"/>
              <a:gd name="connsiteX35930" fmla="*/ 1393984 w 3114960"/>
              <a:gd name="connsiteY35930" fmla="*/ 1850803 h 5143785"/>
              <a:gd name="connsiteX35931" fmla="*/ 1391888 w 3114960"/>
              <a:gd name="connsiteY35931" fmla="*/ 1846612 h 5143785"/>
              <a:gd name="connsiteX35932" fmla="*/ 1389793 w 3114960"/>
              <a:gd name="connsiteY35932" fmla="*/ 1850803 h 5143785"/>
              <a:gd name="connsiteX35933" fmla="*/ 1387697 w 3114960"/>
              <a:gd name="connsiteY35933" fmla="*/ 1846612 h 5143785"/>
              <a:gd name="connsiteX35934" fmla="*/ 1385602 w 3114960"/>
              <a:gd name="connsiteY35934" fmla="*/ 1850707 h 5143785"/>
              <a:gd name="connsiteX35935" fmla="*/ 1383602 w 3114960"/>
              <a:gd name="connsiteY35935" fmla="*/ 1846612 h 5143785"/>
              <a:gd name="connsiteX35936" fmla="*/ 1381601 w 3114960"/>
              <a:gd name="connsiteY35936" fmla="*/ 1850612 h 5143785"/>
              <a:gd name="connsiteX35937" fmla="*/ 1379601 w 3114960"/>
              <a:gd name="connsiteY35937" fmla="*/ 1846612 h 5143785"/>
              <a:gd name="connsiteX35938" fmla="*/ 1377601 w 3114960"/>
              <a:gd name="connsiteY35938" fmla="*/ 1850612 h 5143785"/>
              <a:gd name="connsiteX35939" fmla="*/ 1375601 w 3114960"/>
              <a:gd name="connsiteY35939" fmla="*/ 1846612 h 5143785"/>
              <a:gd name="connsiteX35940" fmla="*/ 1373600 w 3114960"/>
              <a:gd name="connsiteY35940" fmla="*/ 1850517 h 5143785"/>
              <a:gd name="connsiteX35941" fmla="*/ 1371600 w 3114960"/>
              <a:gd name="connsiteY35941" fmla="*/ 1846612 h 5143785"/>
              <a:gd name="connsiteX35942" fmla="*/ 1369600 w 3114960"/>
              <a:gd name="connsiteY35942" fmla="*/ 1850517 h 5143785"/>
              <a:gd name="connsiteX35943" fmla="*/ 1367600 w 3114960"/>
              <a:gd name="connsiteY35943" fmla="*/ 1846612 h 5143785"/>
              <a:gd name="connsiteX35944" fmla="*/ 1365599 w 3114960"/>
              <a:gd name="connsiteY35944" fmla="*/ 1850517 h 5143785"/>
              <a:gd name="connsiteX35945" fmla="*/ 1363599 w 3114960"/>
              <a:gd name="connsiteY35945" fmla="*/ 1846612 h 5143785"/>
              <a:gd name="connsiteX35946" fmla="*/ 1361599 w 3114960"/>
              <a:gd name="connsiteY35946" fmla="*/ 1850422 h 5143785"/>
              <a:gd name="connsiteX35947" fmla="*/ 1359599 w 3114960"/>
              <a:gd name="connsiteY35947" fmla="*/ 1846612 h 5143785"/>
              <a:gd name="connsiteX35948" fmla="*/ 1357598 w 3114960"/>
              <a:gd name="connsiteY35948" fmla="*/ 1850422 h 5143785"/>
              <a:gd name="connsiteX35949" fmla="*/ 1355598 w 3114960"/>
              <a:gd name="connsiteY35949" fmla="*/ 1846612 h 5143785"/>
              <a:gd name="connsiteX35950" fmla="*/ 1353598 w 3114960"/>
              <a:gd name="connsiteY35950" fmla="*/ 1850422 h 5143785"/>
              <a:gd name="connsiteX35951" fmla="*/ 1351598 w 3114960"/>
              <a:gd name="connsiteY35951" fmla="*/ 1846612 h 5143785"/>
              <a:gd name="connsiteX35952" fmla="*/ 1349597 w 3114960"/>
              <a:gd name="connsiteY35952" fmla="*/ 1850422 h 5143785"/>
              <a:gd name="connsiteX35953" fmla="*/ 1347597 w 3114960"/>
              <a:gd name="connsiteY35953" fmla="*/ 1846612 h 5143785"/>
              <a:gd name="connsiteX35954" fmla="*/ 1345597 w 3114960"/>
              <a:gd name="connsiteY35954" fmla="*/ 1850422 h 5143785"/>
              <a:gd name="connsiteX35955" fmla="*/ 1343597 w 3114960"/>
              <a:gd name="connsiteY35955" fmla="*/ 1846612 h 5143785"/>
              <a:gd name="connsiteX35956" fmla="*/ 1341596 w 3114960"/>
              <a:gd name="connsiteY35956" fmla="*/ 1850422 h 5143785"/>
              <a:gd name="connsiteX35957" fmla="*/ 1339596 w 3114960"/>
              <a:gd name="connsiteY35957" fmla="*/ 1846612 h 5143785"/>
              <a:gd name="connsiteX35958" fmla="*/ 1337596 w 3114960"/>
              <a:gd name="connsiteY35958" fmla="*/ 1850422 h 5143785"/>
              <a:gd name="connsiteX35959" fmla="*/ 1335596 w 3114960"/>
              <a:gd name="connsiteY35959" fmla="*/ 1846612 h 5143785"/>
              <a:gd name="connsiteX35960" fmla="*/ 1333595 w 3114960"/>
              <a:gd name="connsiteY35960" fmla="*/ 1850327 h 5143785"/>
              <a:gd name="connsiteX35961" fmla="*/ 1333214 w 3114960"/>
              <a:gd name="connsiteY35961" fmla="*/ 1848326 h 5143785"/>
              <a:gd name="connsiteX35962" fmla="*/ 1333024 w 3114960"/>
              <a:gd name="connsiteY35962" fmla="*/ 1847945 h 5143785"/>
              <a:gd name="connsiteX35963" fmla="*/ 1332643 w 3114960"/>
              <a:gd name="connsiteY35963" fmla="*/ 1847469 h 5143785"/>
              <a:gd name="connsiteX35964" fmla="*/ 1327690 w 3114960"/>
              <a:gd name="connsiteY35964" fmla="*/ 1842707 h 5143785"/>
              <a:gd name="connsiteX35965" fmla="*/ 1319784 w 3114960"/>
              <a:gd name="connsiteY35965" fmla="*/ 1842707 h 5143785"/>
              <a:gd name="connsiteX35966" fmla="*/ 1314164 w 3114960"/>
              <a:gd name="connsiteY35966" fmla="*/ 1848231 h 5143785"/>
              <a:gd name="connsiteX35967" fmla="*/ 1313688 w 3114960"/>
              <a:gd name="connsiteY35967" fmla="*/ 1850422 h 5143785"/>
              <a:gd name="connsiteX35968" fmla="*/ 1271111 w 3114960"/>
              <a:gd name="connsiteY35968" fmla="*/ 1850422 h 5143785"/>
              <a:gd name="connsiteX35969" fmla="*/ 1251204 w 3114960"/>
              <a:gd name="connsiteY35969" fmla="*/ 1822609 h 5143785"/>
              <a:gd name="connsiteX35970" fmla="*/ 1122331 w 3114960"/>
              <a:gd name="connsiteY35970" fmla="*/ 1822609 h 5143785"/>
              <a:gd name="connsiteX35971" fmla="*/ 1075658 w 3114960"/>
              <a:gd name="connsiteY35971" fmla="*/ 1770698 h 5143785"/>
              <a:gd name="connsiteX35972" fmla="*/ 1248632 w 3114960"/>
              <a:gd name="connsiteY35972" fmla="*/ 1770698 h 5143785"/>
              <a:gd name="connsiteX35973" fmla="*/ 1268540 w 3114960"/>
              <a:gd name="connsiteY35973" fmla="*/ 1798511 h 5143785"/>
              <a:gd name="connsiteX35974" fmla="*/ 1313688 w 3114960"/>
              <a:gd name="connsiteY35974" fmla="*/ 1798511 h 5143785"/>
              <a:gd name="connsiteX35975" fmla="*/ 1313974 w 3114960"/>
              <a:gd name="connsiteY35975" fmla="*/ 1800035 h 5143785"/>
              <a:gd name="connsiteX35976" fmla="*/ 1323499 w 3114960"/>
              <a:gd name="connsiteY35976" fmla="*/ 1806416 h 5143785"/>
              <a:gd name="connsiteX35977" fmla="*/ 1327404 w 3114960"/>
              <a:gd name="connsiteY35977" fmla="*/ 1805654 h 5143785"/>
              <a:gd name="connsiteX35978" fmla="*/ 1332262 w 3114960"/>
              <a:gd name="connsiteY35978" fmla="*/ 1801178 h 5143785"/>
              <a:gd name="connsiteX35979" fmla="*/ 1333310 w 3114960"/>
              <a:gd name="connsiteY35979" fmla="*/ 1801749 h 5143785"/>
              <a:gd name="connsiteX35980" fmla="*/ 1335310 w 3114960"/>
              <a:gd name="connsiteY35980" fmla="*/ 1797844 h 5143785"/>
              <a:gd name="connsiteX35981" fmla="*/ 1337310 w 3114960"/>
              <a:gd name="connsiteY35981" fmla="*/ 1801749 h 5143785"/>
              <a:gd name="connsiteX35982" fmla="*/ 1339310 w 3114960"/>
              <a:gd name="connsiteY35982" fmla="*/ 1797939 h 5143785"/>
              <a:gd name="connsiteX35983" fmla="*/ 1341311 w 3114960"/>
              <a:gd name="connsiteY35983" fmla="*/ 1801749 h 5143785"/>
              <a:gd name="connsiteX35984" fmla="*/ 1343311 w 3114960"/>
              <a:gd name="connsiteY35984" fmla="*/ 1797939 h 5143785"/>
              <a:gd name="connsiteX35985" fmla="*/ 1345311 w 3114960"/>
              <a:gd name="connsiteY35985" fmla="*/ 1801749 h 5143785"/>
              <a:gd name="connsiteX35986" fmla="*/ 1347311 w 3114960"/>
              <a:gd name="connsiteY35986" fmla="*/ 1797939 h 5143785"/>
              <a:gd name="connsiteX35987" fmla="*/ 1349312 w 3114960"/>
              <a:gd name="connsiteY35987" fmla="*/ 1801749 h 5143785"/>
              <a:gd name="connsiteX35988" fmla="*/ 1351312 w 3114960"/>
              <a:gd name="connsiteY35988" fmla="*/ 1797939 h 5143785"/>
              <a:gd name="connsiteX35989" fmla="*/ 1353312 w 3114960"/>
              <a:gd name="connsiteY35989" fmla="*/ 1801749 h 5143785"/>
              <a:gd name="connsiteX35990" fmla="*/ 1355312 w 3114960"/>
              <a:gd name="connsiteY35990" fmla="*/ 1797939 h 5143785"/>
              <a:gd name="connsiteX35991" fmla="*/ 1357313 w 3114960"/>
              <a:gd name="connsiteY35991" fmla="*/ 1801749 h 5143785"/>
              <a:gd name="connsiteX35992" fmla="*/ 1359313 w 3114960"/>
              <a:gd name="connsiteY35992" fmla="*/ 1797939 h 5143785"/>
              <a:gd name="connsiteX35993" fmla="*/ 1361313 w 3114960"/>
              <a:gd name="connsiteY35993" fmla="*/ 1801749 h 5143785"/>
              <a:gd name="connsiteX35994" fmla="*/ 1363313 w 3114960"/>
              <a:gd name="connsiteY35994" fmla="*/ 1797939 h 5143785"/>
              <a:gd name="connsiteX35995" fmla="*/ 1365314 w 3114960"/>
              <a:gd name="connsiteY35995" fmla="*/ 1801749 h 5143785"/>
              <a:gd name="connsiteX35996" fmla="*/ 1367314 w 3114960"/>
              <a:gd name="connsiteY35996" fmla="*/ 1797844 h 5143785"/>
              <a:gd name="connsiteX35997" fmla="*/ 1369314 w 3114960"/>
              <a:gd name="connsiteY35997" fmla="*/ 1801749 h 5143785"/>
              <a:gd name="connsiteX35998" fmla="*/ 1371314 w 3114960"/>
              <a:gd name="connsiteY35998" fmla="*/ 1797844 h 5143785"/>
              <a:gd name="connsiteX35999" fmla="*/ 1373315 w 3114960"/>
              <a:gd name="connsiteY35999" fmla="*/ 1801749 h 5143785"/>
              <a:gd name="connsiteX36000" fmla="*/ 1375315 w 3114960"/>
              <a:gd name="connsiteY36000" fmla="*/ 1797749 h 5143785"/>
              <a:gd name="connsiteX36001" fmla="*/ 1377315 w 3114960"/>
              <a:gd name="connsiteY36001" fmla="*/ 1801749 h 5143785"/>
              <a:gd name="connsiteX36002" fmla="*/ 1379315 w 3114960"/>
              <a:gd name="connsiteY36002" fmla="*/ 1797749 h 5143785"/>
              <a:gd name="connsiteX36003" fmla="*/ 1381316 w 3114960"/>
              <a:gd name="connsiteY36003" fmla="*/ 1801749 h 5143785"/>
              <a:gd name="connsiteX36004" fmla="*/ 1383316 w 3114960"/>
              <a:gd name="connsiteY36004" fmla="*/ 1797653 h 5143785"/>
              <a:gd name="connsiteX36005" fmla="*/ 1385316 w 3114960"/>
              <a:gd name="connsiteY36005" fmla="*/ 1801749 h 5143785"/>
              <a:gd name="connsiteX36006" fmla="*/ 1387412 w 3114960"/>
              <a:gd name="connsiteY36006" fmla="*/ 1797653 h 5143785"/>
              <a:gd name="connsiteX36007" fmla="*/ 1389507 w 3114960"/>
              <a:gd name="connsiteY36007" fmla="*/ 1801749 h 5143785"/>
              <a:gd name="connsiteX36008" fmla="*/ 1391603 w 3114960"/>
              <a:gd name="connsiteY36008" fmla="*/ 1797558 h 5143785"/>
              <a:gd name="connsiteX36009" fmla="*/ 1393698 w 3114960"/>
              <a:gd name="connsiteY36009" fmla="*/ 1801749 h 5143785"/>
              <a:gd name="connsiteX36010" fmla="*/ 1395794 w 3114960"/>
              <a:gd name="connsiteY36010" fmla="*/ 1797558 h 5143785"/>
              <a:gd name="connsiteX36011" fmla="*/ 1397889 w 3114960"/>
              <a:gd name="connsiteY36011" fmla="*/ 1801749 h 5143785"/>
              <a:gd name="connsiteX36012" fmla="*/ 1399985 w 3114960"/>
              <a:gd name="connsiteY36012" fmla="*/ 1797558 h 5143785"/>
              <a:gd name="connsiteX36013" fmla="*/ 1402080 w 3114960"/>
              <a:gd name="connsiteY36013" fmla="*/ 1801749 h 5143785"/>
              <a:gd name="connsiteX36014" fmla="*/ 1404176 w 3114960"/>
              <a:gd name="connsiteY36014" fmla="*/ 1797558 h 5143785"/>
              <a:gd name="connsiteX36015" fmla="*/ 1406271 w 3114960"/>
              <a:gd name="connsiteY36015" fmla="*/ 1801749 h 5143785"/>
              <a:gd name="connsiteX36016" fmla="*/ 1408367 w 3114960"/>
              <a:gd name="connsiteY36016" fmla="*/ 1797653 h 5143785"/>
              <a:gd name="connsiteX36017" fmla="*/ 1410462 w 3114960"/>
              <a:gd name="connsiteY36017" fmla="*/ 1801749 h 5143785"/>
              <a:gd name="connsiteX36018" fmla="*/ 1412557 w 3114960"/>
              <a:gd name="connsiteY36018" fmla="*/ 1797653 h 5143785"/>
              <a:gd name="connsiteX36019" fmla="*/ 1414653 w 3114960"/>
              <a:gd name="connsiteY36019" fmla="*/ 1801749 h 5143785"/>
              <a:gd name="connsiteX36020" fmla="*/ 1416749 w 3114960"/>
              <a:gd name="connsiteY36020" fmla="*/ 1797653 h 5143785"/>
              <a:gd name="connsiteX36021" fmla="*/ 1418844 w 3114960"/>
              <a:gd name="connsiteY36021" fmla="*/ 1801749 h 5143785"/>
              <a:gd name="connsiteX36022" fmla="*/ 1420940 w 3114960"/>
              <a:gd name="connsiteY36022" fmla="*/ 1797558 h 5143785"/>
              <a:gd name="connsiteX36023" fmla="*/ 1423035 w 3114960"/>
              <a:gd name="connsiteY36023" fmla="*/ 1801749 h 5143785"/>
              <a:gd name="connsiteX36024" fmla="*/ 1425131 w 3114960"/>
              <a:gd name="connsiteY36024" fmla="*/ 1797558 h 5143785"/>
              <a:gd name="connsiteX36025" fmla="*/ 1427226 w 3114960"/>
              <a:gd name="connsiteY36025" fmla="*/ 1801749 h 5143785"/>
              <a:gd name="connsiteX36026" fmla="*/ 1429322 w 3114960"/>
              <a:gd name="connsiteY36026" fmla="*/ 1797463 h 5143785"/>
              <a:gd name="connsiteX36027" fmla="*/ 1431417 w 3114960"/>
              <a:gd name="connsiteY36027" fmla="*/ 1801749 h 5143785"/>
              <a:gd name="connsiteX36028" fmla="*/ 1433513 w 3114960"/>
              <a:gd name="connsiteY36028" fmla="*/ 1797463 h 5143785"/>
              <a:gd name="connsiteX36029" fmla="*/ 1435608 w 3114960"/>
              <a:gd name="connsiteY36029" fmla="*/ 1801749 h 5143785"/>
              <a:gd name="connsiteX36030" fmla="*/ 1437703 w 3114960"/>
              <a:gd name="connsiteY36030" fmla="*/ 1797653 h 5143785"/>
              <a:gd name="connsiteX36031" fmla="*/ 1439799 w 3114960"/>
              <a:gd name="connsiteY36031" fmla="*/ 1801749 h 5143785"/>
              <a:gd name="connsiteX36032" fmla="*/ 1441799 w 3114960"/>
              <a:gd name="connsiteY36032" fmla="*/ 1797653 h 5143785"/>
              <a:gd name="connsiteX36033" fmla="*/ 1443800 w 3114960"/>
              <a:gd name="connsiteY36033" fmla="*/ 1801749 h 5143785"/>
              <a:gd name="connsiteX36034" fmla="*/ 1445800 w 3114960"/>
              <a:gd name="connsiteY36034" fmla="*/ 1797653 h 5143785"/>
              <a:gd name="connsiteX36035" fmla="*/ 1447800 w 3114960"/>
              <a:gd name="connsiteY36035" fmla="*/ 1801749 h 5143785"/>
              <a:gd name="connsiteX36036" fmla="*/ 1449896 w 3114960"/>
              <a:gd name="connsiteY36036" fmla="*/ 1797558 h 5143785"/>
              <a:gd name="connsiteX36037" fmla="*/ 1451991 w 3114960"/>
              <a:gd name="connsiteY36037" fmla="*/ 1801749 h 5143785"/>
              <a:gd name="connsiteX36038" fmla="*/ 1454087 w 3114960"/>
              <a:gd name="connsiteY36038" fmla="*/ 1797368 h 5143785"/>
              <a:gd name="connsiteX36039" fmla="*/ 1456182 w 3114960"/>
              <a:gd name="connsiteY36039" fmla="*/ 1801749 h 5143785"/>
              <a:gd name="connsiteX36040" fmla="*/ 1458278 w 3114960"/>
              <a:gd name="connsiteY36040" fmla="*/ 1797368 h 5143785"/>
              <a:gd name="connsiteX36041" fmla="*/ 1460373 w 3114960"/>
              <a:gd name="connsiteY36041" fmla="*/ 1801749 h 5143785"/>
              <a:gd name="connsiteX36042" fmla="*/ 1462469 w 3114960"/>
              <a:gd name="connsiteY36042" fmla="*/ 1797368 h 5143785"/>
              <a:gd name="connsiteX36043" fmla="*/ 1464564 w 3114960"/>
              <a:gd name="connsiteY36043" fmla="*/ 1801749 h 5143785"/>
              <a:gd name="connsiteX36044" fmla="*/ 1466660 w 3114960"/>
              <a:gd name="connsiteY36044" fmla="*/ 1797368 h 5143785"/>
              <a:gd name="connsiteX36045" fmla="*/ 1468755 w 3114960"/>
              <a:gd name="connsiteY36045" fmla="*/ 1801749 h 5143785"/>
              <a:gd name="connsiteX36046" fmla="*/ 1470851 w 3114960"/>
              <a:gd name="connsiteY36046" fmla="*/ 1797272 h 5143785"/>
              <a:gd name="connsiteX36047" fmla="*/ 1473041 w 3114960"/>
              <a:gd name="connsiteY36047" fmla="*/ 1801749 h 5143785"/>
              <a:gd name="connsiteX36048" fmla="*/ 1475232 w 3114960"/>
              <a:gd name="connsiteY36048" fmla="*/ 1797082 h 5143785"/>
              <a:gd name="connsiteX36049" fmla="*/ 1477423 w 3114960"/>
              <a:gd name="connsiteY36049" fmla="*/ 1801749 h 5143785"/>
              <a:gd name="connsiteX36050" fmla="*/ 1485995 w 3114960"/>
              <a:gd name="connsiteY36050" fmla="*/ 1806512 h 5143785"/>
              <a:gd name="connsiteX36051" fmla="*/ 1489901 w 3114960"/>
              <a:gd name="connsiteY36051" fmla="*/ 1805750 h 5143785"/>
              <a:gd name="connsiteX36052" fmla="*/ 1495520 w 3114960"/>
              <a:gd name="connsiteY36052" fmla="*/ 1800225 h 5143785"/>
              <a:gd name="connsiteX36053" fmla="*/ 1495520 w 3114960"/>
              <a:gd name="connsiteY36053" fmla="*/ 1792319 h 5143785"/>
              <a:gd name="connsiteX36054" fmla="*/ 1489996 w 3114960"/>
              <a:gd name="connsiteY36054" fmla="*/ 1786700 h 5143785"/>
              <a:gd name="connsiteX36055" fmla="*/ 1482090 w 3114960"/>
              <a:gd name="connsiteY36055" fmla="*/ 1786700 h 5143785"/>
              <a:gd name="connsiteX36056" fmla="*/ 1476756 w 3114960"/>
              <a:gd name="connsiteY36056" fmla="*/ 1791843 h 5143785"/>
              <a:gd name="connsiteX36057" fmla="*/ 1475327 w 3114960"/>
              <a:gd name="connsiteY36057" fmla="*/ 1790605 h 5143785"/>
              <a:gd name="connsiteX36058" fmla="*/ 1473137 w 3114960"/>
              <a:gd name="connsiteY36058" fmla="*/ 1795272 h 5143785"/>
              <a:gd name="connsiteX36059" fmla="*/ 1470946 w 3114960"/>
              <a:gd name="connsiteY36059" fmla="*/ 1790605 h 5143785"/>
              <a:gd name="connsiteX36060" fmla="*/ 1468850 w 3114960"/>
              <a:gd name="connsiteY36060" fmla="*/ 1794986 h 5143785"/>
              <a:gd name="connsiteX36061" fmla="*/ 1466755 w 3114960"/>
              <a:gd name="connsiteY36061" fmla="*/ 1790605 h 5143785"/>
              <a:gd name="connsiteX36062" fmla="*/ 1464659 w 3114960"/>
              <a:gd name="connsiteY36062" fmla="*/ 1795082 h 5143785"/>
              <a:gd name="connsiteX36063" fmla="*/ 1462564 w 3114960"/>
              <a:gd name="connsiteY36063" fmla="*/ 1790605 h 5143785"/>
              <a:gd name="connsiteX36064" fmla="*/ 1460468 w 3114960"/>
              <a:gd name="connsiteY36064" fmla="*/ 1794986 h 5143785"/>
              <a:gd name="connsiteX36065" fmla="*/ 1458373 w 3114960"/>
              <a:gd name="connsiteY36065" fmla="*/ 1790605 h 5143785"/>
              <a:gd name="connsiteX36066" fmla="*/ 1456277 w 3114960"/>
              <a:gd name="connsiteY36066" fmla="*/ 1794986 h 5143785"/>
              <a:gd name="connsiteX36067" fmla="*/ 1454182 w 3114960"/>
              <a:gd name="connsiteY36067" fmla="*/ 1790605 h 5143785"/>
              <a:gd name="connsiteX36068" fmla="*/ 1452086 w 3114960"/>
              <a:gd name="connsiteY36068" fmla="*/ 1794891 h 5143785"/>
              <a:gd name="connsiteX36069" fmla="*/ 1449991 w 3114960"/>
              <a:gd name="connsiteY36069" fmla="*/ 1790605 h 5143785"/>
              <a:gd name="connsiteX36070" fmla="*/ 1447895 w 3114960"/>
              <a:gd name="connsiteY36070" fmla="*/ 1794701 h 5143785"/>
              <a:gd name="connsiteX36071" fmla="*/ 1445800 w 3114960"/>
              <a:gd name="connsiteY36071" fmla="*/ 1790605 h 5143785"/>
              <a:gd name="connsiteX36072" fmla="*/ 1443800 w 3114960"/>
              <a:gd name="connsiteY36072" fmla="*/ 1794701 h 5143785"/>
              <a:gd name="connsiteX36073" fmla="*/ 1441799 w 3114960"/>
              <a:gd name="connsiteY36073" fmla="*/ 1790605 h 5143785"/>
              <a:gd name="connsiteX36074" fmla="*/ 1439799 w 3114960"/>
              <a:gd name="connsiteY36074" fmla="*/ 1794701 h 5143785"/>
              <a:gd name="connsiteX36075" fmla="*/ 1437799 w 3114960"/>
              <a:gd name="connsiteY36075" fmla="*/ 1790605 h 5143785"/>
              <a:gd name="connsiteX36076" fmla="*/ 1435703 w 3114960"/>
              <a:gd name="connsiteY36076" fmla="*/ 1794796 h 5143785"/>
              <a:gd name="connsiteX36077" fmla="*/ 1433608 w 3114960"/>
              <a:gd name="connsiteY36077" fmla="*/ 1790605 h 5143785"/>
              <a:gd name="connsiteX36078" fmla="*/ 1431512 w 3114960"/>
              <a:gd name="connsiteY36078" fmla="*/ 1794891 h 5143785"/>
              <a:gd name="connsiteX36079" fmla="*/ 1429417 w 3114960"/>
              <a:gd name="connsiteY36079" fmla="*/ 1790605 h 5143785"/>
              <a:gd name="connsiteX36080" fmla="*/ 1427321 w 3114960"/>
              <a:gd name="connsiteY36080" fmla="*/ 1794891 h 5143785"/>
              <a:gd name="connsiteX36081" fmla="*/ 1425226 w 3114960"/>
              <a:gd name="connsiteY36081" fmla="*/ 1790605 h 5143785"/>
              <a:gd name="connsiteX36082" fmla="*/ 1423130 w 3114960"/>
              <a:gd name="connsiteY36082" fmla="*/ 1794796 h 5143785"/>
              <a:gd name="connsiteX36083" fmla="*/ 1421035 w 3114960"/>
              <a:gd name="connsiteY36083" fmla="*/ 1790605 h 5143785"/>
              <a:gd name="connsiteX36084" fmla="*/ 1418939 w 3114960"/>
              <a:gd name="connsiteY36084" fmla="*/ 1794701 h 5143785"/>
              <a:gd name="connsiteX36085" fmla="*/ 1416844 w 3114960"/>
              <a:gd name="connsiteY36085" fmla="*/ 1790605 h 5143785"/>
              <a:gd name="connsiteX36086" fmla="*/ 1414748 w 3114960"/>
              <a:gd name="connsiteY36086" fmla="*/ 1794701 h 5143785"/>
              <a:gd name="connsiteX36087" fmla="*/ 1412653 w 3114960"/>
              <a:gd name="connsiteY36087" fmla="*/ 1790605 h 5143785"/>
              <a:gd name="connsiteX36088" fmla="*/ 1410557 w 3114960"/>
              <a:gd name="connsiteY36088" fmla="*/ 1794701 h 5143785"/>
              <a:gd name="connsiteX36089" fmla="*/ 1408462 w 3114960"/>
              <a:gd name="connsiteY36089" fmla="*/ 1790605 h 5143785"/>
              <a:gd name="connsiteX36090" fmla="*/ 1406366 w 3114960"/>
              <a:gd name="connsiteY36090" fmla="*/ 1794701 h 5143785"/>
              <a:gd name="connsiteX36091" fmla="*/ 1404271 w 3114960"/>
              <a:gd name="connsiteY36091" fmla="*/ 1790605 h 5143785"/>
              <a:gd name="connsiteX36092" fmla="*/ 1402175 w 3114960"/>
              <a:gd name="connsiteY36092" fmla="*/ 1794796 h 5143785"/>
              <a:gd name="connsiteX36093" fmla="*/ 1400080 w 3114960"/>
              <a:gd name="connsiteY36093" fmla="*/ 1790605 h 5143785"/>
              <a:gd name="connsiteX36094" fmla="*/ 1397984 w 3114960"/>
              <a:gd name="connsiteY36094" fmla="*/ 1794796 h 5143785"/>
              <a:gd name="connsiteX36095" fmla="*/ 1395889 w 3114960"/>
              <a:gd name="connsiteY36095" fmla="*/ 1790605 h 5143785"/>
              <a:gd name="connsiteX36096" fmla="*/ 1393793 w 3114960"/>
              <a:gd name="connsiteY36096" fmla="*/ 1794796 h 5143785"/>
              <a:gd name="connsiteX36097" fmla="*/ 1391698 w 3114960"/>
              <a:gd name="connsiteY36097" fmla="*/ 1790605 h 5143785"/>
              <a:gd name="connsiteX36098" fmla="*/ 1389602 w 3114960"/>
              <a:gd name="connsiteY36098" fmla="*/ 1794796 h 5143785"/>
              <a:gd name="connsiteX36099" fmla="*/ 1387507 w 3114960"/>
              <a:gd name="connsiteY36099" fmla="*/ 1790605 h 5143785"/>
              <a:gd name="connsiteX36100" fmla="*/ 1385411 w 3114960"/>
              <a:gd name="connsiteY36100" fmla="*/ 1794701 h 5143785"/>
              <a:gd name="connsiteX36101" fmla="*/ 1383411 w 3114960"/>
              <a:gd name="connsiteY36101" fmla="*/ 1790605 h 5143785"/>
              <a:gd name="connsiteX36102" fmla="*/ 1381411 w 3114960"/>
              <a:gd name="connsiteY36102" fmla="*/ 1794605 h 5143785"/>
              <a:gd name="connsiteX36103" fmla="*/ 1379411 w 3114960"/>
              <a:gd name="connsiteY36103" fmla="*/ 1790605 h 5143785"/>
              <a:gd name="connsiteX36104" fmla="*/ 1377410 w 3114960"/>
              <a:gd name="connsiteY36104" fmla="*/ 1794605 h 5143785"/>
              <a:gd name="connsiteX36105" fmla="*/ 1375410 w 3114960"/>
              <a:gd name="connsiteY36105" fmla="*/ 1790605 h 5143785"/>
              <a:gd name="connsiteX36106" fmla="*/ 1373410 w 3114960"/>
              <a:gd name="connsiteY36106" fmla="*/ 1794510 h 5143785"/>
              <a:gd name="connsiteX36107" fmla="*/ 1371410 w 3114960"/>
              <a:gd name="connsiteY36107" fmla="*/ 1790605 h 5143785"/>
              <a:gd name="connsiteX36108" fmla="*/ 1369409 w 3114960"/>
              <a:gd name="connsiteY36108" fmla="*/ 1794510 h 5143785"/>
              <a:gd name="connsiteX36109" fmla="*/ 1367409 w 3114960"/>
              <a:gd name="connsiteY36109" fmla="*/ 1790605 h 5143785"/>
              <a:gd name="connsiteX36110" fmla="*/ 1365409 w 3114960"/>
              <a:gd name="connsiteY36110" fmla="*/ 1794510 h 5143785"/>
              <a:gd name="connsiteX36111" fmla="*/ 1363409 w 3114960"/>
              <a:gd name="connsiteY36111" fmla="*/ 1790605 h 5143785"/>
              <a:gd name="connsiteX36112" fmla="*/ 1361408 w 3114960"/>
              <a:gd name="connsiteY36112" fmla="*/ 1794415 h 5143785"/>
              <a:gd name="connsiteX36113" fmla="*/ 1359408 w 3114960"/>
              <a:gd name="connsiteY36113" fmla="*/ 1790605 h 5143785"/>
              <a:gd name="connsiteX36114" fmla="*/ 1357408 w 3114960"/>
              <a:gd name="connsiteY36114" fmla="*/ 1794415 h 5143785"/>
              <a:gd name="connsiteX36115" fmla="*/ 1355407 w 3114960"/>
              <a:gd name="connsiteY36115" fmla="*/ 1790605 h 5143785"/>
              <a:gd name="connsiteX36116" fmla="*/ 1353407 w 3114960"/>
              <a:gd name="connsiteY36116" fmla="*/ 1794415 h 5143785"/>
              <a:gd name="connsiteX36117" fmla="*/ 1351407 w 3114960"/>
              <a:gd name="connsiteY36117" fmla="*/ 1790605 h 5143785"/>
              <a:gd name="connsiteX36118" fmla="*/ 1349407 w 3114960"/>
              <a:gd name="connsiteY36118" fmla="*/ 1794415 h 5143785"/>
              <a:gd name="connsiteX36119" fmla="*/ 1347407 w 3114960"/>
              <a:gd name="connsiteY36119" fmla="*/ 1790605 h 5143785"/>
              <a:gd name="connsiteX36120" fmla="*/ 1345406 w 3114960"/>
              <a:gd name="connsiteY36120" fmla="*/ 1794415 h 5143785"/>
              <a:gd name="connsiteX36121" fmla="*/ 1343406 w 3114960"/>
              <a:gd name="connsiteY36121" fmla="*/ 1790605 h 5143785"/>
              <a:gd name="connsiteX36122" fmla="*/ 1341406 w 3114960"/>
              <a:gd name="connsiteY36122" fmla="*/ 1794415 h 5143785"/>
              <a:gd name="connsiteX36123" fmla="*/ 1339406 w 3114960"/>
              <a:gd name="connsiteY36123" fmla="*/ 1790605 h 5143785"/>
              <a:gd name="connsiteX36124" fmla="*/ 1337405 w 3114960"/>
              <a:gd name="connsiteY36124" fmla="*/ 1794415 h 5143785"/>
              <a:gd name="connsiteX36125" fmla="*/ 1335405 w 3114960"/>
              <a:gd name="connsiteY36125" fmla="*/ 1790605 h 5143785"/>
              <a:gd name="connsiteX36126" fmla="*/ 1333405 w 3114960"/>
              <a:gd name="connsiteY36126" fmla="*/ 1794320 h 5143785"/>
              <a:gd name="connsiteX36127" fmla="*/ 1333024 w 3114960"/>
              <a:gd name="connsiteY36127" fmla="*/ 1792319 h 5143785"/>
              <a:gd name="connsiteX36128" fmla="*/ 1332833 w 3114960"/>
              <a:gd name="connsiteY36128" fmla="*/ 1791938 h 5143785"/>
              <a:gd name="connsiteX36129" fmla="*/ 1332452 w 3114960"/>
              <a:gd name="connsiteY36129" fmla="*/ 1791462 h 5143785"/>
              <a:gd name="connsiteX36130" fmla="*/ 1327499 w 3114960"/>
              <a:gd name="connsiteY36130" fmla="*/ 1786700 h 5143785"/>
              <a:gd name="connsiteX36131" fmla="*/ 1319594 w 3114960"/>
              <a:gd name="connsiteY36131" fmla="*/ 1786700 h 5143785"/>
              <a:gd name="connsiteX36132" fmla="*/ 1313974 w 3114960"/>
              <a:gd name="connsiteY36132" fmla="*/ 1792224 h 5143785"/>
              <a:gd name="connsiteX36133" fmla="*/ 1313688 w 3114960"/>
              <a:gd name="connsiteY36133" fmla="*/ 1793843 h 5143785"/>
              <a:gd name="connsiteX36134" fmla="*/ 1271016 w 3114960"/>
              <a:gd name="connsiteY36134" fmla="*/ 1793843 h 5143785"/>
              <a:gd name="connsiteX36135" fmla="*/ 1251109 w 3114960"/>
              <a:gd name="connsiteY36135" fmla="*/ 1766030 h 5143785"/>
              <a:gd name="connsiteX36136" fmla="*/ 1075658 w 3114960"/>
              <a:gd name="connsiteY36136" fmla="*/ 1766030 h 5143785"/>
              <a:gd name="connsiteX36137" fmla="*/ 1122236 w 3114960"/>
              <a:gd name="connsiteY36137" fmla="*/ 1714691 h 5143785"/>
              <a:gd name="connsiteX36138" fmla="*/ 1248632 w 3114960"/>
              <a:gd name="connsiteY36138" fmla="*/ 1714691 h 5143785"/>
              <a:gd name="connsiteX36139" fmla="*/ 1482662 w 3114960"/>
              <a:gd name="connsiteY36139" fmla="*/ 1732978 h 5143785"/>
              <a:gd name="connsiteX36140" fmla="*/ 1492949 w 3114960"/>
              <a:gd name="connsiteY36140" fmla="*/ 1737265 h 5143785"/>
              <a:gd name="connsiteX36141" fmla="*/ 1488662 w 3114960"/>
              <a:gd name="connsiteY36141" fmla="*/ 1747552 h 5143785"/>
              <a:gd name="connsiteX36142" fmla="*/ 1482662 w 3114960"/>
              <a:gd name="connsiteY36142" fmla="*/ 1747552 h 5143785"/>
              <a:gd name="connsiteX36143" fmla="*/ 1478375 w 3114960"/>
              <a:gd name="connsiteY36143" fmla="*/ 1743266 h 5143785"/>
              <a:gd name="connsiteX36144" fmla="*/ 1482662 w 3114960"/>
              <a:gd name="connsiteY36144" fmla="*/ 1732978 h 5143785"/>
              <a:gd name="connsiteX36145" fmla="*/ 1320641 w 3114960"/>
              <a:gd name="connsiteY36145" fmla="*/ 1732978 h 5143785"/>
              <a:gd name="connsiteX36146" fmla="*/ 1330738 w 3114960"/>
              <a:gd name="connsiteY36146" fmla="*/ 1737074 h 5143785"/>
              <a:gd name="connsiteX36147" fmla="*/ 1331214 w 3114960"/>
              <a:gd name="connsiteY36147" fmla="*/ 1740408 h 5143785"/>
              <a:gd name="connsiteX36148" fmla="*/ 1331214 w 3114960"/>
              <a:gd name="connsiteY36148" fmla="*/ 1741075 h 5143785"/>
              <a:gd name="connsiteX36149" fmla="*/ 1326452 w 3114960"/>
              <a:gd name="connsiteY36149" fmla="*/ 1747552 h 5143785"/>
              <a:gd name="connsiteX36150" fmla="*/ 1316165 w 3114960"/>
              <a:gd name="connsiteY36150" fmla="*/ 1743266 h 5143785"/>
              <a:gd name="connsiteX36151" fmla="*/ 1320451 w 3114960"/>
              <a:gd name="connsiteY36151" fmla="*/ 1732978 h 5143785"/>
              <a:gd name="connsiteX36152" fmla="*/ 894017 w 3114960"/>
              <a:gd name="connsiteY36152" fmla="*/ 1722025 h 5143785"/>
              <a:gd name="connsiteX36153" fmla="*/ 885063 w 3114960"/>
              <a:gd name="connsiteY36153" fmla="*/ 1730978 h 5143785"/>
              <a:gd name="connsiteX36154" fmla="*/ 884587 w 3114960"/>
              <a:gd name="connsiteY36154" fmla="*/ 1730978 h 5143785"/>
              <a:gd name="connsiteX36155" fmla="*/ 875443 w 3114960"/>
              <a:gd name="connsiteY36155" fmla="*/ 1721358 h 5143785"/>
              <a:gd name="connsiteX36156" fmla="*/ 885063 w 3114960"/>
              <a:gd name="connsiteY36156" fmla="*/ 1712214 h 5143785"/>
              <a:gd name="connsiteX36157" fmla="*/ 894017 w 3114960"/>
              <a:gd name="connsiteY36157" fmla="*/ 1721549 h 5143785"/>
              <a:gd name="connsiteX36158" fmla="*/ 894017 w 3114960"/>
              <a:gd name="connsiteY36158" fmla="*/ 1721930 h 5143785"/>
              <a:gd name="connsiteX36159" fmla="*/ 881920 w 3114960"/>
              <a:gd name="connsiteY36159" fmla="*/ 1778032 h 5143785"/>
              <a:gd name="connsiteX36160" fmla="*/ 881729 w 3114960"/>
              <a:gd name="connsiteY36160" fmla="*/ 1777937 h 5143785"/>
              <a:gd name="connsiteX36161" fmla="*/ 873252 w 3114960"/>
              <a:gd name="connsiteY36161" fmla="*/ 1767745 h 5143785"/>
              <a:gd name="connsiteX36162" fmla="*/ 883444 w 3114960"/>
              <a:gd name="connsiteY36162" fmla="*/ 1759268 h 5143785"/>
              <a:gd name="connsiteX36163" fmla="*/ 891921 w 3114960"/>
              <a:gd name="connsiteY36163" fmla="*/ 1769459 h 5143785"/>
              <a:gd name="connsiteX36164" fmla="*/ 882015 w 3114960"/>
              <a:gd name="connsiteY36164" fmla="*/ 1778032 h 5143785"/>
              <a:gd name="connsiteX36165" fmla="*/ 893064 w 3114960"/>
              <a:gd name="connsiteY36165" fmla="*/ 1819847 h 5143785"/>
              <a:gd name="connsiteX36166" fmla="*/ 882872 w 3114960"/>
              <a:gd name="connsiteY36166" fmla="*/ 1828324 h 5143785"/>
              <a:gd name="connsiteX36167" fmla="*/ 874395 w 3114960"/>
              <a:gd name="connsiteY36167" fmla="*/ 1818132 h 5143785"/>
              <a:gd name="connsiteX36168" fmla="*/ 884587 w 3114960"/>
              <a:gd name="connsiteY36168" fmla="*/ 1809655 h 5143785"/>
              <a:gd name="connsiteX36169" fmla="*/ 893159 w 3114960"/>
              <a:gd name="connsiteY36169" fmla="*/ 1819561 h 5143785"/>
              <a:gd name="connsiteX36170" fmla="*/ 893064 w 3114960"/>
              <a:gd name="connsiteY36170" fmla="*/ 1819751 h 5143785"/>
              <a:gd name="connsiteX36171" fmla="*/ 1062609 w 3114960"/>
              <a:gd name="connsiteY36171" fmla="*/ 1783937 h 5143785"/>
              <a:gd name="connsiteX36172" fmla="*/ 1033082 w 3114960"/>
              <a:gd name="connsiteY36172" fmla="*/ 1788509 h 5143785"/>
              <a:gd name="connsiteX36173" fmla="*/ 1024700 w 3114960"/>
              <a:gd name="connsiteY36173" fmla="*/ 1774698 h 5143785"/>
              <a:gd name="connsiteX36174" fmla="*/ 1028510 w 3114960"/>
              <a:gd name="connsiteY36174" fmla="*/ 1758982 h 5143785"/>
              <a:gd name="connsiteX36175" fmla="*/ 1042321 w 3114960"/>
              <a:gd name="connsiteY36175" fmla="*/ 1750600 h 5143785"/>
              <a:gd name="connsiteX36176" fmla="*/ 1058037 w 3114960"/>
              <a:gd name="connsiteY36176" fmla="*/ 1754410 h 5143785"/>
              <a:gd name="connsiteX36177" fmla="*/ 1066419 w 3114960"/>
              <a:gd name="connsiteY36177" fmla="*/ 1768221 h 5143785"/>
              <a:gd name="connsiteX36178" fmla="*/ 1062609 w 3114960"/>
              <a:gd name="connsiteY36178" fmla="*/ 1783842 h 5143785"/>
              <a:gd name="connsiteX36179" fmla="*/ 1482662 w 3114960"/>
              <a:gd name="connsiteY36179" fmla="*/ 1845183 h 5143785"/>
              <a:gd name="connsiteX36180" fmla="*/ 1492949 w 3114960"/>
              <a:gd name="connsiteY36180" fmla="*/ 1849469 h 5143785"/>
              <a:gd name="connsiteX36181" fmla="*/ 1492949 w 3114960"/>
              <a:gd name="connsiteY36181" fmla="*/ 1855470 h 5143785"/>
              <a:gd name="connsiteX36182" fmla="*/ 1488662 w 3114960"/>
              <a:gd name="connsiteY36182" fmla="*/ 1859756 h 5143785"/>
              <a:gd name="connsiteX36183" fmla="*/ 1478375 w 3114960"/>
              <a:gd name="connsiteY36183" fmla="*/ 1855470 h 5143785"/>
              <a:gd name="connsiteX36184" fmla="*/ 1482662 w 3114960"/>
              <a:gd name="connsiteY36184" fmla="*/ 1845183 h 5143785"/>
              <a:gd name="connsiteX36185" fmla="*/ 1320641 w 3114960"/>
              <a:gd name="connsiteY36185" fmla="*/ 1845183 h 5143785"/>
              <a:gd name="connsiteX36186" fmla="*/ 1323594 w 3114960"/>
              <a:gd name="connsiteY36186" fmla="*/ 1844612 h 5143785"/>
              <a:gd name="connsiteX36187" fmla="*/ 1330738 w 3114960"/>
              <a:gd name="connsiteY36187" fmla="*/ 1849184 h 5143785"/>
              <a:gd name="connsiteX36188" fmla="*/ 1331309 w 3114960"/>
              <a:gd name="connsiteY36188" fmla="*/ 1852613 h 5143785"/>
              <a:gd name="connsiteX36189" fmla="*/ 1331309 w 3114960"/>
              <a:gd name="connsiteY36189" fmla="*/ 1853279 h 5143785"/>
              <a:gd name="connsiteX36190" fmla="*/ 1330833 w 3114960"/>
              <a:gd name="connsiteY36190" fmla="*/ 1855470 h 5143785"/>
              <a:gd name="connsiteX36191" fmla="*/ 1326547 w 3114960"/>
              <a:gd name="connsiteY36191" fmla="*/ 1859756 h 5143785"/>
              <a:gd name="connsiteX36192" fmla="*/ 1316260 w 3114960"/>
              <a:gd name="connsiteY36192" fmla="*/ 1855470 h 5143785"/>
              <a:gd name="connsiteX36193" fmla="*/ 1320546 w 3114960"/>
              <a:gd name="connsiteY36193" fmla="*/ 1845183 h 5143785"/>
              <a:gd name="connsiteX36194" fmla="*/ 1482662 w 3114960"/>
              <a:gd name="connsiteY36194" fmla="*/ 1789081 h 5143785"/>
              <a:gd name="connsiteX36195" fmla="*/ 1492949 w 3114960"/>
              <a:gd name="connsiteY36195" fmla="*/ 1793367 h 5143785"/>
              <a:gd name="connsiteX36196" fmla="*/ 1488662 w 3114960"/>
              <a:gd name="connsiteY36196" fmla="*/ 1803654 h 5143785"/>
              <a:gd name="connsiteX36197" fmla="*/ 1478375 w 3114960"/>
              <a:gd name="connsiteY36197" fmla="*/ 1799368 h 5143785"/>
              <a:gd name="connsiteX36198" fmla="*/ 1482662 w 3114960"/>
              <a:gd name="connsiteY36198" fmla="*/ 1789081 h 5143785"/>
              <a:gd name="connsiteX36199" fmla="*/ 1320641 w 3114960"/>
              <a:gd name="connsiteY36199" fmla="*/ 1789081 h 5143785"/>
              <a:gd name="connsiteX36200" fmla="*/ 1323594 w 3114960"/>
              <a:gd name="connsiteY36200" fmla="*/ 1788509 h 5143785"/>
              <a:gd name="connsiteX36201" fmla="*/ 1330738 w 3114960"/>
              <a:gd name="connsiteY36201" fmla="*/ 1793081 h 5143785"/>
              <a:gd name="connsiteX36202" fmla="*/ 1331309 w 3114960"/>
              <a:gd name="connsiteY36202" fmla="*/ 1796510 h 5143785"/>
              <a:gd name="connsiteX36203" fmla="*/ 1331309 w 3114960"/>
              <a:gd name="connsiteY36203" fmla="*/ 1797177 h 5143785"/>
              <a:gd name="connsiteX36204" fmla="*/ 1326547 w 3114960"/>
              <a:gd name="connsiteY36204" fmla="*/ 1803654 h 5143785"/>
              <a:gd name="connsiteX36205" fmla="*/ 1316260 w 3114960"/>
              <a:gd name="connsiteY36205" fmla="*/ 1799368 h 5143785"/>
              <a:gd name="connsiteX36206" fmla="*/ 1320546 w 3114960"/>
              <a:gd name="connsiteY36206" fmla="*/ 1789081 h 5143785"/>
              <a:gd name="connsiteX36207" fmla="*/ 1073753 w 3114960"/>
              <a:gd name="connsiteY36207" fmla="*/ 1843945 h 5143785"/>
              <a:gd name="connsiteX36208" fmla="*/ 1071372 w 3114960"/>
              <a:gd name="connsiteY36208" fmla="*/ 1846326 h 5143785"/>
              <a:gd name="connsiteX36209" fmla="*/ 1071372 w 3114960"/>
              <a:gd name="connsiteY36209" fmla="*/ 1866328 h 5143785"/>
              <a:gd name="connsiteX36210" fmla="*/ 1073753 w 3114960"/>
              <a:gd name="connsiteY36210" fmla="*/ 1868710 h 5143785"/>
              <a:gd name="connsiteX36211" fmla="*/ 1093756 w 3114960"/>
              <a:gd name="connsiteY36211" fmla="*/ 1868710 h 5143785"/>
              <a:gd name="connsiteX36212" fmla="*/ 1096137 w 3114960"/>
              <a:gd name="connsiteY36212" fmla="*/ 1866328 h 5143785"/>
              <a:gd name="connsiteX36213" fmla="*/ 1096137 w 3114960"/>
              <a:gd name="connsiteY36213" fmla="*/ 1846326 h 5143785"/>
              <a:gd name="connsiteX36214" fmla="*/ 1093756 w 3114960"/>
              <a:gd name="connsiteY36214" fmla="*/ 1843945 h 5143785"/>
              <a:gd name="connsiteX36215" fmla="*/ 1073753 w 3114960"/>
              <a:gd name="connsiteY36215" fmla="*/ 1843945 h 5143785"/>
              <a:gd name="connsiteX36216" fmla="*/ 1091375 w 3114960"/>
              <a:gd name="connsiteY36216" fmla="*/ 1863947 h 5143785"/>
              <a:gd name="connsiteX36217" fmla="*/ 1076135 w 3114960"/>
              <a:gd name="connsiteY36217" fmla="*/ 1863947 h 5143785"/>
              <a:gd name="connsiteX36218" fmla="*/ 1076135 w 3114960"/>
              <a:gd name="connsiteY36218" fmla="*/ 1848707 h 5143785"/>
              <a:gd name="connsiteX36219" fmla="*/ 1091375 w 3114960"/>
              <a:gd name="connsiteY36219" fmla="*/ 1848707 h 5143785"/>
              <a:gd name="connsiteX36220" fmla="*/ 1091375 w 3114960"/>
              <a:gd name="connsiteY36220" fmla="*/ 1863947 h 5143785"/>
              <a:gd name="connsiteX36221" fmla="*/ 404336 w 3114960"/>
              <a:gd name="connsiteY36221" fmla="*/ 4382548 h 5143785"/>
              <a:gd name="connsiteX36222" fmla="*/ 409575 w 3114960"/>
              <a:gd name="connsiteY36222" fmla="*/ 4378262 h 5143785"/>
              <a:gd name="connsiteX36223" fmla="*/ 414147 w 3114960"/>
              <a:gd name="connsiteY36223" fmla="*/ 4383786 h 5143785"/>
              <a:gd name="connsiteX36224" fmla="*/ 408908 w 3114960"/>
              <a:gd name="connsiteY36224" fmla="*/ 4388072 h 5143785"/>
              <a:gd name="connsiteX36225" fmla="*/ 404336 w 3114960"/>
              <a:gd name="connsiteY36225" fmla="*/ 4382548 h 5143785"/>
              <a:gd name="connsiteX36226" fmla="*/ 1111949 w 3114960"/>
              <a:gd name="connsiteY36226" fmla="*/ 1843945 h 5143785"/>
              <a:gd name="connsiteX36227" fmla="*/ 1109567 w 3114960"/>
              <a:gd name="connsiteY36227" fmla="*/ 1846326 h 5143785"/>
              <a:gd name="connsiteX36228" fmla="*/ 1109567 w 3114960"/>
              <a:gd name="connsiteY36228" fmla="*/ 1866328 h 5143785"/>
              <a:gd name="connsiteX36229" fmla="*/ 1111949 w 3114960"/>
              <a:gd name="connsiteY36229" fmla="*/ 1868710 h 5143785"/>
              <a:gd name="connsiteX36230" fmla="*/ 1131951 w 3114960"/>
              <a:gd name="connsiteY36230" fmla="*/ 1868710 h 5143785"/>
              <a:gd name="connsiteX36231" fmla="*/ 1134332 w 3114960"/>
              <a:gd name="connsiteY36231" fmla="*/ 1866328 h 5143785"/>
              <a:gd name="connsiteX36232" fmla="*/ 1134332 w 3114960"/>
              <a:gd name="connsiteY36232" fmla="*/ 1846326 h 5143785"/>
              <a:gd name="connsiteX36233" fmla="*/ 1131951 w 3114960"/>
              <a:gd name="connsiteY36233" fmla="*/ 1843945 h 5143785"/>
              <a:gd name="connsiteX36234" fmla="*/ 1111949 w 3114960"/>
              <a:gd name="connsiteY36234" fmla="*/ 1843945 h 5143785"/>
              <a:gd name="connsiteX36235" fmla="*/ 1129570 w 3114960"/>
              <a:gd name="connsiteY36235" fmla="*/ 1863947 h 5143785"/>
              <a:gd name="connsiteX36236" fmla="*/ 1114330 w 3114960"/>
              <a:gd name="connsiteY36236" fmla="*/ 1863947 h 5143785"/>
              <a:gd name="connsiteX36237" fmla="*/ 1114330 w 3114960"/>
              <a:gd name="connsiteY36237" fmla="*/ 1848707 h 5143785"/>
              <a:gd name="connsiteX36238" fmla="*/ 1129570 w 3114960"/>
              <a:gd name="connsiteY36238" fmla="*/ 1848707 h 5143785"/>
              <a:gd name="connsiteX36239" fmla="*/ 1129570 w 3114960"/>
              <a:gd name="connsiteY36239" fmla="*/ 1863947 h 5143785"/>
              <a:gd name="connsiteX36240" fmla="*/ 736854 w 3114960"/>
              <a:gd name="connsiteY36240" fmla="*/ 2244757 h 5143785"/>
              <a:gd name="connsiteX36241" fmla="*/ 744188 w 3114960"/>
              <a:gd name="connsiteY36241" fmla="*/ 2251805 h 5143785"/>
              <a:gd name="connsiteX36242" fmla="*/ 739235 w 3114960"/>
              <a:gd name="connsiteY36242" fmla="*/ 2256949 h 5143785"/>
              <a:gd name="connsiteX36243" fmla="*/ 731901 w 3114960"/>
              <a:gd name="connsiteY36243" fmla="*/ 2249900 h 5143785"/>
              <a:gd name="connsiteX36244" fmla="*/ 736854 w 3114960"/>
              <a:gd name="connsiteY36244" fmla="*/ 2244757 h 5143785"/>
              <a:gd name="connsiteX36245" fmla="*/ 2555558 w 3114960"/>
              <a:gd name="connsiteY36245" fmla="*/ 632841 h 5143785"/>
              <a:gd name="connsiteX36246" fmla="*/ 2570607 w 3114960"/>
              <a:gd name="connsiteY36246" fmla="*/ 622840 h 5143785"/>
              <a:gd name="connsiteX36247" fmla="*/ 2580609 w 3114960"/>
              <a:gd name="connsiteY36247" fmla="*/ 637889 h 5143785"/>
              <a:gd name="connsiteX36248" fmla="*/ 2565559 w 3114960"/>
              <a:gd name="connsiteY36248" fmla="*/ 647891 h 5143785"/>
              <a:gd name="connsiteX36249" fmla="*/ 2555558 w 3114960"/>
              <a:gd name="connsiteY36249" fmla="*/ 632841 h 5143785"/>
              <a:gd name="connsiteX36250" fmla="*/ 2555081 w 3114960"/>
              <a:gd name="connsiteY36250" fmla="*/ 702945 h 5143785"/>
              <a:gd name="connsiteX36251" fmla="*/ 2570131 w 3114960"/>
              <a:gd name="connsiteY36251" fmla="*/ 692944 h 5143785"/>
              <a:gd name="connsiteX36252" fmla="*/ 2580132 w 3114960"/>
              <a:gd name="connsiteY36252" fmla="*/ 707993 h 5143785"/>
              <a:gd name="connsiteX36253" fmla="*/ 2565083 w 3114960"/>
              <a:gd name="connsiteY36253" fmla="*/ 717995 h 5143785"/>
              <a:gd name="connsiteX36254" fmla="*/ 2555081 w 3114960"/>
              <a:gd name="connsiteY36254" fmla="*/ 702945 h 5143785"/>
              <a:gd name="connsiteX36255" fmla="*/ 1043273 w 3114960"/>
              <a:gd name="connsiteY36255" fmla="*/ 1862519 h 5143785"/>
              <a:gd name="connsiteX36256" fmla="*/ 1043273 w 3114960"/>
              <a:gd name="connsiteY36256" fmla="*/ 1843469 h 5143785"/>
              <a:gd name="connsiteX36257" fmla="*/ 1048036 w 3114960"/>
              <a:gd name="connsiteY36257" fmla="*/ 1843469 h 5143785"/>
              <a:gd name="connsiteX36258" fmla="*/ 1048036 w 3114960"/>
              <a:gd name="connsiteY36258" fmla="*/ 1862519 h 5143785"/>
              <a:gd name="connsiteX36259" fmla="*/ 1043273 w 3114960"/>
              <a:gd name="connsiteY36259" fmla="*/ 1862519 h 5143785"/>
              <a:gd name="connsiteX36260" fmla="*/ 1048036 w 3114960"/>
              <a:gd name="connsiteY36260" fmla="*/ 1805369 h 5143785"/>
              <a:gd name="connsiteX36261" fmla="*/ 1048036 w 3114960"/>
              <a:gd name="connsiteY36261" fmla="*/ 1824419 h 5143785"/>
              <a:gd name="connsiteX36262" fmla="*/ 1043273 w 3114960"/>
              <a:gd name="connsiteY36262" fmla="*/ 1824419 h 5143785"/>
              <a:gd name="connsiteX36263" fmla="*/ 1043273 w 3114960"/>
              <a:gd name="connsiteY36263" fmla="*/ 1805369 h 5143785"/>
              <a:gd name="connsiteX36264" fmla="*/ 1048036 w 3114960"/>
              <a:gd name="connsiteY36264" fmla="*/ 1805369 h 5143785"/>
              <a:gd name="connsiteX36265" fmla="*/ 753904 w 3114960"/>
              <a:gd name="connsiteY36265" fmla="*/ 2271046 h 5143785"/>
              <a:gd name="connsiteX36266" fmla="*/ 746570 w 3114960"/>
              <a:gd name="connsiteY36266" fmla="*/ 2263997 h 5143785"/>
              <a:gd name="connsiteX36267" fmla="*/ 751523 w 3114960"/>
              <a:gd name="connsiteY36267" fmla="*/ 2258854 h 5143785"/>
              <a:gd name="connsiteX36268" fmla="*/ 758857 w 3114960"/>
              <a:gd name="connsiteY36268" fmla="*/ 2265902 h 5143785"/>
              <a:gd name="connsiteX36269" fmla="*/ 753904 w 3114960"/>
              <a:gd name="connsiteY36269" fmla="*/ 2271046 h 5143785"/>
              <a:gd name="connsiteX36270" fmla="*/ 1150144 w 3114960"/>
              <a:gd name="connsiteY36270" fmla="*/ 1843945 h 5143785"/>
              <a:gd name="connsiteX36271" fmla="*/ 1147763 w 3114960"/>
              <a:gd name="connsiteY36271" fmla="*/ 1846326 h 5143785"/>
              <a:gd name="connsiteX36272" fmla="*/ 1147763 w 3114960"/>
              <a:gd name="connsiteY36272" fmla="*/ 1866328 h 5143785"/>
              <a:gd name="connsiteX36273" fmla="*/ 1150144 w 3114960"/>
              <a:gd name="connsiteY36273" fmla="*/ 1868710 h 5143785"/>
              <a:gd name="connsiteX36274" fmla="*/ 1170146 w 3114960"/>
              <a:gd name="connsiteY36274" fmla="*/ 1868710 h 5143785"/>
              <a:gd name="connsiteX36275" fmla="*/ 1172528 w 3114960"/>
              <a:gd name="connsiteY36275" fmla="*/ 1866328 h 5143785"/>
              <a:gd name="connsiteX36276" fmla="*/ 1172528 w 3114960"/>
              <a:gd name="connsiteY36276" fmla="*/ 1846326 h 5143785"/>
              <a:gd name="connsiteX36277" fmla="*/ 1170146 w 3114960"/>
              <a:gd name="connsiteY36277" fmla="*/ 1843945 h 5143785"/>
              <a:gd name="connsiteX36278" fmla="*/ 1150144 w 3114960"/>
              <a:gd name="connsiteY36278" fmla="*/ 1843945 h 5143785"/>
              <a:gd name="connsiteX36279" fmla="*/ 1167765 w 3114960"/>
              <a:gd name="connsiteY36279" fmla="*/ 1863947 h 5143785"/>
              <a:gd name="connsiteX36280" fmla="*/ 1152525 w 3114960"/>
              <a:gd name="connsiteY36280" fmla="*/ 1863947 h 5143785"/>
              <a:gd name="connsiteX36281" fmla="*/ 1152525 w 3114960"/>
              <a:gd name="connsiteY36281" fmla="*/ 1848707 h 5143785"/>
              <a:gd name="connsiteX36282" fmla="*/ 1167765 w 3114960"/>
              <a:gd name="connsiteY36282" fmla="*/ 1848707 h 5143785"/>
              <a:gd name="connsiteX36283" fmla="*/ 1167765 w 3114960"/>
              <a:gd name="connsiteY36283" fmla="*/ 1863947 h 5143785"/>
              <a:gd name="connsiteX36284" fmla="*/ 739235 w 3114960"/>
              <a:gd name="connsiteY36284" fmla="*/ 2275332 h 5143785"/>
              <a:gd name="connsiteX36285" fmla="*/ 750856 w 3114960"/>
              <a:gd name="connsiteY36285" fmla="*/ 2275332 h 5143785"/>
              <a:gd name="connsiteX36286" fmla="*/ 750856 w 3114960"/>
              <a:gd name="connsiteY36286" fmla="*/ 2282381 h 5143785"/>
              <a:gd name="connsiteX36287" fmla="*/ 739235 w 3114960"/>
              <a:gd name="connsiteY36287" fmla="*/ 2282381 h 5143785"/>
              <a:gd name="connsiteX36288" fmla="*/ 739235 w 3114960"/>
              <a:gd name="connsiteY36288" fmla="*/ 2275332 h 5143785"/>
              <a:gd name="connsiteX36289" fmla="*/ 1804416 w 3114960"/>
              <a:gd name="connsiteY36289" fmla="*/ 1162526 h 5143785"/>
              <a:gd name="connsiteX36290" fmla="*/ 1777460 w 3114960"/>
              <a:gd name="connsiteY36290" fmla="*/ 1137666 h 5143785"/>
              <a:gd name="connsiteX36291" fmla="*/ 1667637 w 3114960"/>
              <a:gd name="connsiteY36291" fmla="*/ 1137190 h 5143785"/>
              <a:gd name="connsiteX36292" fmla="*/ 1667066 w 3114960"/>
              <a:gd name="connsiteY36292" fmla="*/ 1135475 h 5143785"/>
              <a:gd name="connsiteX36293" fmla="*/ 1650873 w 3114960"/>
              <a:gd name="connsiteY36293" fmla="*/ 1129760 h 5143785"/>
              <a:gd name="connsiteX36294" fmla="*/ 1645158 w 3114960"/>
              <a:gd name="connsiteY36294" fmla="*/ 1145953 h 5143785"/>
              <a:gd name="connsiteX36295" fmla="*/ 1661351 w 3114960"/>
              <a:gd name="connsiteY36295" fmla="*/ 1151668 h 5143785"/>
              <a:gd name="connsiteX36296" fmla="*/ 1667637 w 3114960"/>
              <a:gd name="connsiteY36296" fmla="*/ 1144334 h 5143785"/>
              <a:gd name="connsiteX36297" fmla="*/ 1774698 w 3114960"/>
              <a:gd name="connsiteY36297" fmla="*/ 1144810 h 5143785"/>
              <a:gd name="connsiteX36298" fmla="*/ 1801654 w 3114960"/>
              <a:gd name="connsiteY36298" fmla="*/ 1169670 h 5143785"/>
              <a:gd name="connsiteX36299" fmla="*/ 1965960 w 3114960"/>
              <a:gd name="connsiteY36299" fmla="*/ 1169670 h 5143785"/>
              <a:gd name="connsiteX36300" fmla="*/ 2012728 w 3114960"/>
              <a:gd name="connsiteY36300" fmla="*/ 1131856 h 5143785"/>
              <a:gd name="connsiteX36301" fmla="*/ 2012728 w 3114960"/>
              <a:gd name="connsiteY36301" fmla="*/ 1044131 h 5143785"/>
              <a:gd name="connsiteX36302" fmla="*/ 2016157 w 3114960"/>
              <a:gd name="connsiteY36302" fmla="*/ 1044131 h 5143785"/>
              <a:gd name="connsiteX36303" fmla="*/ 2027587 w 3114960"/>
              <a:gd name="connsiteY36303" fmla="*/ 1032701 h 5143785"/>
              <a:gd name="connsiteX36304" fmla="*/ 2027587 w 3114960"/>
              <a:gd name="connsiteY36304" fmla="*/ 981361 h 5143785"/>
              <a:gd name="connsiteX36305" fmla="*/ 2016157 w 3114960"/>
              <a:gd name="connsiteY36305" fmla="*/ 969931 h 5143785"/>
              <a:gd name="connsiteX36306" fmla="*/ 2012728 w 3114960"/>
              <a:gd name="connsiteY36306" fmla="*/ 969931 h 5143785"/>
              <a:gd name="connsiteX36307" fmla="*/ 2012156 w 3114960"/>
              <a:gd name="connsiteY36307" fmla="*/ 752666 h 5143785"/>
              <a:gd name="connsiteX36308" fmla="*/ 2300859 w 3114960"/>
              <a:gd name="connsiteY36308" fmla="*/ 508921 h 5143785"/>
              <a:gd name="connsiteX36309" fmla="*/ 2324957 w 3114960"/>
              <a:gd name="connsiteY36309" fmla="*/ 510826 h 5143785"/>
              <a:gd name="connsiteX36310" fmla="*/ 2328958 w 3114960"/>
              <a:gd name="connsiteY36310" fmla="*/ 484918 h 5143785"/>
              <a:gd name="connsiteX36311" fmla="*/ 2314004 w 3114960"/>
              <a:gd name="connsiteY36311" fmla="*/ 477393 h 5143785"/>
              <a:gd name="connsiteX36312" fmla="*/ 2303050 w 3114960"/>
              <a:gd name="connsiteY36312" fmla="*/ 481013 h 5143785"/>
              <a:gd name="connsiteX36313" fmla="*/ 2296954 w 3114960"/>
              <a:gd name="connsiteY36313" fmla="*/ 503111 h 5143785"/>
              <a:gd name="connsiteX36314" fmla="*/ 2006346 w 3114960"/>
              <a:gd name="connsiteY36314" fmla="*/ 748475 h 5143785"/>
              <a:gd name="connsiteX36315" fmla="*/ 2005108 w 3114960"/>
              <a:gd name="connsiteY36315" fmla="*/ 749522 h 5143785"/>
              <a:gd name="connsiteX36316" fmla="*/ 2005679 w 3114960"/>
              <a:gd name="connsiteY36316" fmla="*/ 970026 h 5143785"/>
              <a:gd name="connsiteX36317" fmla="*/ 2002250 w 3114960"/>
              <a:gd name="connsiteY36317" fmla="*/ 970026 h 5143785"/>
              <a:gd name="connsiteX36318" fmla="*/ 1990820 w 3114960"/>
              <a:gd name="connsiteY36318" fmla="*/ 981456 h 5143785"/>
              <a:gd name="connsiteX36319" fmla="*/ 1990820 w 3114960"/>
              <a:gd name="connsiteY36319" fmla="*/ 1032796 h 5143785"/>
              <a:gd name="connsiteX36320" fmla="*/ 2002250 w 3114960"/>
              <a:gd name="connsiteY36320" fmla="*/ 1044226 h 5143785"/>
              <a:gd name="connsiteX36321" fmla="*/ 2005679 w 3114960"/>
              <a:gd name="connsiteY36321" fmla="*/ 1044226 h 5143785"/>
              <a:gd name="connsiteX36322" fmla="*/ 2005679 w 3114960"/>
              <a:gd name="connsiteY36322" fmla="*/ 1128522 h 5143785"/>
              <a:gd name="connsiteX36323" fmla="*/ 1963484 w 3114960"/>
              <a:gd name="connsiteY36323" fmla="*/ 1162622 h 5143785"/>
              <a:gd name="connsiteX36324" fmla="*/ 1804511 w 3114960"/>
              <a:gd name="connsiteY36324" fmla="*/ 1162622 h 5143785"/>
              <a:gd name="connsiteX36325" fmla="*/ 2307241 w 3114960"/>
              <a:gd name="connsiteY36325" fmla="*/ 486632 h 5143785"/>
              <a:gd name="connsiteX36326" fmla="*/ 2315718 w 3114960"/>
              <a:gd name="connsiteY36326" fmla="*/ 484537 h 5143785"/>
              <a:gd name="connsiteX36327" fmla="*/ 2323148 w 3114960"/>
              <a:gd name="connsiteY36327" fmla="*/ 489109 h 5143785"/>
              <a:gd name="connsiteX36328" fmla="*/ 2325243 w 3114960"/>
              <a:gd name="connsiteY36328" fmla="*/ 497586 h 5143785"/>
              <a:gd name="connsiteX36329" fmla="*/ 2320671 w 3114960"/>
              <a:gd name="connsiteY36329" fmla="*/ 505015 h 5143785"/>
              <a:gd name="connsiteX36330" fmla="*/ 2304764 w 3114960"/>
              <a:gd name="connsiteY36330" fmla="*/ 502539 h 5143785"/>
              <a:gd name="connsiteX36331" fmla="*/ 2307241 w 3114960"/>
              <a:gd name="connsiteY36331" fmla="*/ 486537 h 5143785"/>
              <a:gd name="connsiteX36332" fmla="*/ 1997869 w 3114960"/>
              <a:gd name="connsiteY36332" fmla="*/ 981361 h 5143785"/>
              <a:gd name="connsiteX36333" fmla="*/ 2002155 w 3114960"/>
              <a:gd name="connsiteY36333" fmla="*/ 977075 h 5143785"/>
              <a:gd name="connsiteX36334" fmla="*/ 2016157 w 3114960"/>
              <a:gd name="connsiteY36334" fmla="*/ 977075 h 5143785"/>
              <a:gd name="connsiteX36335" fmla="*/ 2020443 w 3114960"/>
              <a:gd name="connsiteY36335" fmla="*/ 981361 h 5143785"/>
              <a:gd name="connsiteX36336" fmla="*/ 2020443 w 3114960"/>
              <a:gd name="connsiteY36336" fmla="*/ 990314 h 5143785"/>
              <a:gd name="connsiteX36337" fmla="*/ 1997774 w 3114960"/>
              <a:gd name="connsiteY36337" fmla="*/ 990314 h 5143785"/>
              <a:gd name="connsiteX36338" fmla="*/ 1997774 w 3114960"/>
              <a:gd name="connsiteY36338" fmla="*/ 981361 h 5143785"/>
              <a:gd name="connsiteX36339" fmla="*/ 2002250 w 3114960"/>
              <a:gd name="connsiteY36339" fmla="*/ 1036987 h 5143785"/>
              <a:gd name="connsiteX36340" fmla="*/ 1997964 w 3114960"/>
              <a:gd name="connsiteY36340" fmla="*/ 1032701 h 5143785"/>
              <a:gd name="connsiteX36341" fmla="*/ 1997964 w 3114960"/>
              <a:gd name="connsiteY36341" fmla="*/ 1020985 h 5143785"/>
              <a:gd name="connsiteX36342" fmla="*/ 2020634 w 3114960"/>
              <a:gd name="connsiteY36342" fmla="*/ 1020985 h 5143785"/>
              <a:gd name="connsiteX36343" fmla="*/ 2020634 w 3114960"/>
              <a:gd name="connsiteY36343" fmla="*/ 1032701 h 5143785"/>
              <a:gd name="connsiteX36344" fmla="*/ 2016347 w 3114960"/>
              <a:gd name="connsiteY36344" fmla="*/ 1036987 h 5143785"/>
              <a:gd name="connsiteX36345" fmla="*/ 2002346 w 3114960"/>
              <a:gd name="connsiteY36345" fmla="*/ 1036987 h 5143785"/>
              <a:gd name="connsiteX36346" fmla="*/ 1519047 w 3114960"/>
              <a:gd name="connsiteY36346" fmla="*/ 1965389 h 5143785"/>
              <a:gd name="connsiteX36347" fmla="*/ 1519047 w 3114960"/>
              <a:gd name="connsiteY36347" fmla="*/ 1970151 h 5143785"/>
              <a:gd name="connsiteX36348" fmla="*/ 1509522 w 3114960"/>
              <a:gd name="connsiteY36348" fmla="*/ 1970151 h 5143785"/>
              <a:gd name="connsiteX36349" fmla="*/ 1509522 w 3114960"/>
              <a:gd name="connsiteY36349" fmla="*/ 1965389 h 5143785"/>
              <a:gd name="connsiteX36350" fmla="*/ 1519047 w 3114960"/>
              <a:gd name="connsiteY36350" fmla="*/ 1965389 h 5143785"/>
              <a:gd name="connsiteX36351" fmla="*/ 707041 w 3114960"/>
              <a:gd name="connsiteY36351" fmla="*/ 2308384 h 5143785"/>
              <a:gd name="connsiteX36352" fmla="*/ 714756 w 3114960"/>
              <a:gd name="connsiteY36352" fmla="*/ 2324672 h 5143785"/>
              <a:gd name="connsiteX36353" fmla="*/ 719042 w 3114960"/>
              <a:gd name="connsiteY36353" fmla="*/ 2325434 h 5143785"/>
              <a:gd name="connsiteX36354" fmla="*/ 724472 w 3114960"/>
              <a:gd name="connsiteY36354" fmla="*/ 2324195 h 5143785"/>
              <a:gd name="connsiteX36355" fmla="*/ 726948 w 3114960"/>
              <a:gd name="connsiteY36355" fmla="*/ 2322386 h 5143785"/>
              <a:gd name="connsiteX36356" fmla="*/ 790766 w 3114960"/>
              <a:gd name="connsiteY36356" fmla="*/ 2392775 h 5143785"/>
              <a:gd name="connsiteX36357" fmla="*/ 790099 w 3114960"/>
              <a:gd name="connsiteY36357" fmla="*/ 2508790 h 5143785"/>
              <a:gd name="connsiteX36358" fmla="*/ 679323 w 3114960"/>
              <a:gd name="connsiteY36358" fmla="*/ 2629662 h 5143785"/>
              <a:gd name="connsiteX36359" fmla="*/ 676561 w 3114960"/>
              <a:gd name="connsiteY36359" fmla="*/ 2627852 h 5143785"/>
              <a:gd name="connsiteX36360" fmla="*/ 659987 w 3114960"/>
              <a:gd name="connsiteY36360" fmla="*/ 2634805 h 5143785"/>
              <a:gd name="connsiteX36361" fmla="*/ 659987 w 3114960"/>
              <a:gd name="connsiteY36361" fmla="*/ 2644521 h 5143785"/>
              <a:gd name="connsiteX36362" fmla="*/ 666941 w 3114960"/>
              <a:gd name="connsiteY36362" fmla="*/ 2651379 h 5143785"/>
              <a:gd name="connsiteX36363" fmla="*/ 671703 w 3114960"/>
              <a:gd name="connsiteY36363" fmla="*/ 2652332 h 5143785"/>
              <a:gd name="connsiteX36364" fmla="*/ 676656 w 3114960"/>
              <a:gd name="connsiteY36364" fmla="*/ 2651379 h 5143785"/>
              <a:gd name="connsiteX36365" fmla="*/ 683514 w 3114960"/>
              <a:gd name="connsiteY36365" fmla="*/ 2644426 h 5143785"/>
              <a:gd name="connsiteX36366" fmla="*/ 683514 w 3114960"/>
              <a:gd name="connsiteY36366" fmla="*/ 2634710 h 5143785"/>
              <a:gd name="connsiteX36367" fmla="*/ 682562 w 3114960"/>
              <a:gd name="connsiteY36367" fmla="*/ 2633282 h 5143785"/>
              <a:gd name="connsiteX36368" fmla="*/ 794957 w 3114960"/>
              <a:gd name="connsiteY36368" fmla="*/ 2510695 h 5143785"/>
              <a:gd name="connsiteX36369" fmla="*/ 795623 w 3114960"/>
              <a:gd name="connsiteY36369" fmla="*/ 2390966 h 5143785"/>
              <a:gd name="connsiteX36370" fmla="*/ 729996 w 3114960"/>
              <a:gd name="connsiteY36370" fmla="*/ 2318671 h 5143785"/>
              <a:gd name="connsiteX36371" fmla="*/ 730949 w 3114960"/>
              <a:gd name="connsiteY36371" fmla="*/ 2316956 h 5143785"/>
              <a:gd name="connsiteX36372" fmla="*/ 723233 w 3114960"/>
              <a:gd name="connsiteY36372" fmla="*/ 2300669 h 5143785"/>
              <a:gd name="connsiteX36373" fmla="*/ 706946 w 3114960"/>
              <a:gd name="connsiteY36373" fmla="*/ 2308384 h 5143785"/>
              <a:gd name="connsiteX36374" fmla="*/ 679133 w 3114960"/>
              <a:gd name="connsiteY36374" fmla="*/ 2642521 h 5143785"/>
              <a:gd name="connsiteX36375" fmla="*/ 674846 w 3114960"/>
              <a:gd name="connsiteY36375" fmla="*/ 2646902 h 5143785"/>
              <a:gd name="connsiteX36376" fmla="*/ 668750 w 3114960"/>
              <a:gd name="connsiteY36376" fmla="*/ 2646902 h 5143785"/>
              <a:gd name="connsiteX36377" fmla="*/ 664464 w 3114960"/>
              <a:gd name="connsiteY36377" fmla="*/ 2642616 h 5143785"/>
              <a:gd name="connsiteX36378" fmla="*/ 664464 w 3114960"/>
              <a:gd name="connsiteY36378" fmla="*/ 2636520 h 5143785"/>
              <a:gd name="connsiteX36379" fmla="*/ 674846 w 3114960"/>
              <a:gd name="connsiteY36379" fmla="*/ 2632138 h 5143785"/>
              <a:gd name="connsiteX36380" fmla="*/ 679133 w 3114960"/>
              <a:gd name="connsiteY36380" fmla="*/ 2636425 h 5143785"/>
              <a:gd name="connsiteX36381" fmla="*/ 679133 w 3114960"/>
              <a:gd name="connsiteY36381" fmla="*/ 2642521 h 5143785"/>
              <a:gd name="connsiteX36382" fmla="*/ 711518 w 3114960"/>
              <a:gd name="connsiteY36382" fmla="*/ 2310003 h 5143785"/>
              <a:gd name="connsiteX36383" fmla="*/ 715613 w 3114960"/>
              <a:gd name="connsiteY36383" fmla="*/ 2305431 h 5143785"/>
              <a:gd name="connsiteX36384" fmla="*/ 719042 w 3114960"/>
              <a:gd name="connsiteY36384" fmla="*/ 2304669 h 5143785"/>
              <a:gd name="connsiteX36385" fmla="*/ 721709 w 3114960"/>
              <a:gd name="connsiteY36385" fmla="*/ 2305145 h 5143785"/>
              <a:gd name="connsiteX36386" fmla="*/ 721709 w 3114960"/>
              <a:gd name="connsiteY36386" fmla="*/ 2305145 h 5143785"/>
              <a:gd name="connsiteX36387" fmla="*/ 726567 w 3114960"/>
              <a:gd name="connsiteY36387" fmla="*/ 2315337 h 5143785"/>
              <a:gd name="connsiteX36388" fmla="*/ 722471 w 3114960"/>
              <a:gd name="connsiteY36388" fmla="*/ 2319814 h 5143785"/>
              <a:gd name="connsiteX36389" fmla="*/ 716375 w 3114960"/>
              <a:gd name="connsiteY36389" fmla="*/ 2320100 h 5143785"/>
              <a:gd name="connsiteX36390" fmla="*/ 711518 w 3114960"/>
              <a:gd name="connsiteY36390" fmla="*/ 2309908 h 5143785"/>
              <a:gd name="connsiteX36391" fmla="*/ 1070610 w 3114960"/>
              <a:gd name="connsiteY36391" fmla="*/ 1147477 h 5143785"/>
              <a:gd name="connsiteX36392" fmla="*/ 1091375 w 3114960"/>
              <a:gd name="connsiteY36392" fmla="*/ 1147477 h 5143785"/>
              <a:gd name="connsiteX36393" fmla="*/ 1098328 w 3114960"/>
              <a:gd name="connsiteY36393" fmla="*/ 1140524 h 5143785"/>
              <a:gd name="connsiteX36394" fmla="*/ 1098328 w 3114960"/>
              <a:gd name="connsiteY36394" fmla="*/ 1130522 h 5143785"/>
              <a:gd name="connsiteX36395" fmla="*/ 1091375 w 3114960"/>
              <a:gd name="connsiteY36395" fmla="*/ 1123569 h 5143785"/>
              <a:gd name="connsiteX36396" fmla="*/ 1070610 w 3114960"/>
              <a:gd name="connsiteY36396" fmla="*/ 1123569 h 5143785"/>
              <a:gd name="connsiteX36397" fmla="*/ 1063657 w 3114960"/>
              <a:gd name="connsiteY36397" fmla="*/ 1130522 h 5143785"/>
              <a:gd name="connsiteX36398" fmla="*/ 1063657 w 3114960"/>
              <a:gd name="connsiteY36398" fmla="*/ 1140524 h 5143785"/>
              <a:gd name="connsiteX36399" fmla="*/ 1064609 w 3114960"/>
              <a:gd name="connsiteY36399" fmla="*/ 1143857 h 5143785"/>
              <a:gd name="connsiteX36400" fmla="*/ 980694 w 3114960"/>
              <a:gd name="connsiteY36400" fmla="*/ 1217200 h 5143785"/>
              <a:gd name="connsiteX36401" fmla="*/ 979837 w 3114960"/>
              <a:gd name="connsiteY36401" fmla="*/ 1219010 h 5143785"/>
              <a:gd name="connsiteX36402" fmla="*/ 980313 w 3114960"/>
              <a:gd name="connsiteY36402" fmla="*/ 1260920 h 5143785"/>
              <a:gd name="connsiteX36403" fmla="*/ 969931 w 3114960"/>
              <a:gd name="connsiteY36403" fmla="*/ 1270730 h 5143785"/>
              <a:gd name="connsiteX36404" fmla="*/ 921829 w 3114960"/>
              <a:gd name="connsiteY36404" fmla="*/ 1270730 h 5143785"/>
              <a:gd name="connsiteX36405" fmla="*/ 898303 w 3114960"/>
              <a:gd name="connsiteY36405" fmla="*/ 1294638 h 5143785"/>
              <a:gd name="connsiteX36406" fmla="*/ 829247 w 3114960"/>
              <a:gd name="connsiteY36406" fmla="*/ 1294257 h 5143785"/>
              <a:gd name="connsiteX36407" fmla="*/ 676942 w 3114960"/>
              <a:gd name="connsiteY36407" fmla="*/ 1407128 h 5143785"/>
              <a:gd name="connsiteX36408" fmla="*/ 676942 w 3114960"/>
              <a:gd name="connsiteY36408" fmla="*/ 1418749 h 5143785"/>
              <a:gd name="connsiteX36409" fmla="*/ 672941 w 3114960"/>
              <a:gd name="connsiteY36409" fmla="*/ 1418749 h 5143785"/>
              <a:gd name="connsiteX36410" fmla="*/ 666083 w 3114960"/>
              <a:gd name="connsiteY36410" fmla="*/ 1425607 h 5143785"/>
              <a:gd name="connsiteX36411" fmla="*/ 666083 w 3114960"/>
              <a:gd name="connsiteY36411" fmla="*/ 1438275 h 5143785"/>
              <a:gd name="connsiteX36412" fmla="*/ 666750 w 3114960"/>
              <a:gd name="connsiteY36412" fmla="*/ 1441037 h 5143785"/>
              <a:gd name="connsiteX36413" fmla="*/ 643223 w 3114960"/>
              <a:gd name="connsiteY36413" fmla="*/ 1462183 h 5143785"/>
              <a:gd name="connsiteX36414" fmla="*/ 643223 w 3114960"/>
              <a:gd name="connsiteY36414" fmla="*/ 1603534 h 5143785"/>
              <a:gd name="connsiteX36415" fmla="*/ 647986 w 3114960"/>
              <a:gd name="connsiteY36415" fmla="*/ 1603534 h 5143785"/>
              <a:gd name="connsiteX36416" fmla="*/ 647986 w 3114960"/>
              <a:gd name="connsiteY36416" fmla="*/ 1464278 h 5143785"/>
              <a:gd name="connsiteX36417" fmla="*/ 669989 w 3114960"/>
              <a:gd name="connsiteY36417" fmla="*/ 1444371 h 5143785"/>
              <a:gd name="connsiteX36418" fmla="*/ 669989 w 3114960"/>
              <a:gd name="connsiteY36418" fmla="*/ 1444181 h 5143785"/>
              <a:gd name="connsiteX36419" fmla="*/ 672846 w 3114960"/>
              <a:gd name="connsiteY36419" fmla="*/ 1444943 h 5143785"/>
              <a:gd name="connsiteX36420" fmla="*/ 685514 w 3114960"/>
              <a:gd name="connsiteY36420" fmla="*/ 1444943 h 5143785"/>
              <a:gd name="connsiteX36421" fmla="*/ 692372 w 3114960"/>
              <a:gd name="connsiteY36421" fmla="*/ 1438085 h 5143785"/>
              <a:gd name="connsiteX36422" fmla="*/ 692372 w 3114960"/>
              <a:gd name="connsiteY36422" fmla="*/ 1425416 h 5143785"/>
              <a:gd name="connsiteX36423" fmla="*/ 685514 w 3114960"/>
              <a:gd name="connsiteY36423" fmla="*/ 1418558 h 5143785"/>
              <a:gd name="connsiteX36424" fmla="*/ 681609 w 3114960"/>
              <a:gd name="connsiteY36424" fmla="*/ 1418558 h 5143785"/>
              <a:gd name="connsiteX36425" fmla="*/ 681609 w 3114960"/>
              <a:gd name="connsiteY36425" fmla="*/ 1409319 h 5143785"/>
              <a:gd name="connsiteX36426" fmla="*/ 830675 w 3114960"/>
              <a:gd name="connsiteY36426" fmla="*/ 1298829 h 5143785"/>
              <a:gd name="connsiteX36427" fmla="*/ 900113 w 3114960"/>
              <a:gd name="connsiteY36427" fmla="*/ 1299210 h 5143785"/>
              <a:gd name="connsiteX36428" fmla="*/ 923735 w 3114960"/>
              <a:gd name="connsiteY36428" fmla="*/ 1275302 h 5143785"/>
              <a:gd name="connsiteX36429" fmla="*/ 969931 w 3114960"/>
              <a:gd name="connsiteY36429" fmla="*/ 1275302 h 5143785"/>
              <a:gd name="connsiteX36430" fmla="*/ 981837 w 3114960"/>
              <a:gd name="connsiteY36430" fmla="*/ 1285303 h 5143785"/>
              <a:gd name="connsiteX36431" fmla="*/ 994220 w 3114960"/>
              <a:gd name="connsiteY36431" fmla="*/ 1272921 h 5143785"/>
              <a:gd name="connsiteX36432" fmla="*/ 985076 w 3114960"/>
              <a:gd name="connsiteY36432" fmla="*/ 1261205 h 5143785"/>
              <a:gd name="connsiteX36433" fmla="*/ 984599 w 3114960"/>
              <a:gd name="connsiteY36433" fmla="*/ 1219962 h 5143785"/>
              <a:gd name="connsiteX36434" fmla="*/ 1068229 w 3114960"/>
              <a:gd name="connsiteY36434" fmla="*/ 1146905 h 5143785"/>
              <a:gd name="connsiteX36435" fmla="*/ 1070515 w 3114960"/>
              <a:gd name="connsiteY36435" fmla="*/ 1147382 h 5143785"/>
              <a:gd name="connsiteX36436" fmla="*/ 1068419 w 3114960"/>
              <a:gd name="connsiteY36436" fmla="*/ 1130522 h 5143785"/>
              <a:gd name="connsiteX36437" fmla="*/ 1070610 w 3114960"/>
              <a:gd name="connsiteY36437" fmla="*/ 1128332 h 5143785"/>
              <a:gd name="connsiteX36438" fmla="*/ 1091375 w 3114960"/>
              <a:gd name="connsiteY36438" fmla="*/ 1128332 h 5143785"/>
              <a:gd name="connsiteX36439" fmla="*/ 1093565 w 3114960"/>
              <a:gd name="connsiteY36439" fmla="*/ 1130522 h 5143785"/>
              <a:gd name="connsiteX36440" fmla="*/ 1093565 w 3114960"/>
              <a:gd name="connsiteY36440" fmla="*/ 1140524 h 5143785"/>
              <a:gd name="connsiteX36441" fmla="*/ 1091375 w 3114960"/>
              <a:gd name="connsiteY36441" fmla="*/ 1142714 h 5143785"/>
              <a:gd name="connsiteX36442" fmla="*/ 1070610 w 3114960"/>
              <a:gd name="connsiteY36442" fmla="*/ 1142714 h 5143785"/>
              <a:gd name="connsiteX36443" fmla="*/ 1068419 w 3114960"/>
              <a:gd name="connsiteY36443" fmla="*/ 1140524 h 5143785"/>
              <a:gd name="connsiteX36444" fmla="*/ 1068419 w 3114960"/>
              <a:gd name="connsiteY36444" fmla="*/ 1130522 h 5143785"/>
              <a:gd name="connsiteX36445" fmla="*/ 685514 w 3114960"/>
              <a:gd name="connsiteY36445" fmla="*/ 1423511 h 5143785"/>
              <a:gd name="connsiteX36446" fmla="*/ 687610 w 3114960"/>
              <a:gd name="connsiteY36446" fmla="*/ 1425607 h 5143785"/>
              <a:gd name="connsiteX36447" fmla="*/ 687610 w 3114960"/>
              <a:gd name="connsiteY36447" fmla="*/ 1438275 h 5143785"/>
              <a:gd name="connsiteX36448" fmla="*/ 685514 w 3114960"/>
              <a:gd name="connsiteY36448" fmla="*/ 1440371 h 5143785"/>
              <a:gd name="connsiteX36449" fmla="*/ 672846 w 3114960"/>
              <a:gd name="connsiteY36449" fmla="*/ 1440371 h 5143785"/>
              <a:gd name="connsiteX36450" fmla="*/ 670751 w 3114960"/>
              <a:gd name="connsiteY36450" fmla="*/ 1438275 h 5143785"/>
              <a:gd name="connsiteX36451" fmla="*/ 670751 w 3114960"/>
              <a:gd name="connsiteY36451" fmla="*/ 1425607 h 5143785"/>
              <a:gd name="connsiteX36452" fmla="*/ 672846 w 3114960"/>
              <a:gd name="connsiteY36452" fmla="*/ 1423511 h 5143785"/>
              <a:gd name="connsiteX36453" fmla="*/ 685514 w 3114960"/>
              <a:gd name="connsiteY36453" fmla="*/ 1423511 h 5143785"/>
              <a:gd name="connsiteX36454" fmla="*/ 989457 w 3114960"/>
              <a:gd name="connsiteY36454" fmla="*/ 1273016 h 5143785"/>
              <a:gd name="connsiteX36455" fmla="*/ 981837 w 3114960"/>
              <a:gd name="connsiteY36455" fmla="*/ 1280636 h 5143785"/>
              <a:gd name="connsiteX36456" fmla="*/ 974217 w 3114960"/>
              <a:gd name="connsiteY36456" fmla="*/ 1273016 h 5143785"/>
              <a:gd name="connsiteX36457" fmla="*/ 981837 w 3114960"/>
              <a:gd name="connsiteY36457" fmla="*/ 1265396 h 5143785"/>
              <a:gd name="connsiteX36458" fmla="*/ 989457 w 3114960"/>
              <a:gd name="connsiteY36458" fmla="*/ 1273016 h 5143785"/>
              <a:gd name="connsiteX36459" fmla="*/ 184785 w 3114960"/>
              <a:gd name="connsiteY36459" fmla="*/ 2834450 h 5143785"/>
              <a:gd name="connsiteX36460" fmla="*/ 184785 w 3114960"/>
              <a:gd name="connsiteY36460" fmla="*/ 2834450 h 5143785"/>
              <a:gd name="connsiteX36461" fmla="*/ 170688 w 3114960"/>
              <a:gd name="connsiteY36461" fmla="*/ 2823496 h 5143785"/>
              <a:gd name="connsiteX36462" fmla="*/ 162306 w 3114960"/>
              <a:gd name="connsiteY36462" fmla="*/ 2828259 h 5143785"/>
              <a:gd name="connsiteX36463" fmla="*/ 159925 w 3114960"/>
              <a:gd name="connsiteY36463" fmla="*/ 2834830 h 5143785"/>
              <a:gd name="connsiteX36464" fmla="*/ 77915 w 3114960"/>
              <a:gd name="connsiteY36464" fmla="*/ 2834830 h 5143785"/>
              <a:gd name="connsiteX36465" fmla="*/ 53721 w 3114960"/>
              <a:gd name="connsiteY36465" fmla="*/ 2856929 h 5143785"/>
              <a:gd name="connsiteX36466" fmla="*/ 95 w 3114960"/>
              <a:gd name="connsiteY36466" fmla="*/ 2856929 h 5143785"/>
              <a:gd name="connsiteX36467" fmla="*/ 95 w 3114960"/>
              <a:gd name="connsiteY36467" fmla="*/ 2859310 h 5143785"/>
              <a:gd name="connsiteX36468" fmla="*/ 54578 w 3114960"/>
              <a:gd name="connsiteY36468" fmla="*/ 2859310 h 5143785"/>
              <a:gd name="connsiteX36469" fmla="*/ 78772 w 3114960"/>
              <a:gd name="connsiteY36469" fmla="*/ 2837212 h 5143785"/>
              <a:gd name="connsiteX36470" fmla="*/ 159639 w 3114960"/>
              <a:gd name="connsiteY36470" fmla="*/ 2837212 h 5143785"/>
              <a:gd name="connsiteX36471" fmla="*/ 159639 w 3114960"/>
              <a:gd name="connsiteY36471" fmla="*/ 2837593 h 5143785"/>
              <a:gd name="connsiteX36472" fmla="*/ 172212 w 3114960"/>
              <a:gd name="connsiteY36472" fmla="*/ 2848642 h 5143785"/>
              <a:gd name="connsiteX36473" fmla="*/ 173831 w 3114960"/>
              <a:gd name="connsiteY36473" fmla="*/ 2848547 h 5143785"/>
              <a:gd name="connsiteX36474" fmla="*/ 184785 w 3114960"/>
              <a:gd name="connsiteY36474" fmla="*/ 2834450 h 5143785"/>
              <a:gd name="connsiteX36475" fmla="*/ 173260 w 3114960"/>
              <a:gd name="connsiteY36475" fmla="*/ 2843879 h 5143785"/>
              <a:gd name="connsiteX36476" fmla="*/ 164402 w 3114960"/>
              <a:gd name="connsiteY36476" fmla="*/ 2837117 h 5143785"/>
              <a:gd name="connsiteX36477" fmla="*/ 166021 w 3114960"/>
              <a:gd name="connsiteY36477" fmla="*/ 2831306 h 5143785"/>
              <a:gd name="connsiteX36478" fmla="*/ 171260 w 3114960"/>
              <a:gd name="connsiteY36478" fmla="*/ 2828354 h 5143785"/>
              <a:gd name="connsiteX36479" fmla="*/ 172212 w 3114960"/>
              <a:gd name="connsiteY36479" fmla="*/ 2828354 h 5143785"/>
              <a:gd name="connsiteX36480" fmla="*/ 180023 w 3114960"/>
              <a:gd name="connsiteY36480" fmla="*/ 2835212 h 5143785"/>
              <a:gd name="connsiteX36481" fmla="*/ 173165 w 3114960"/>
              <a:gd name="connsiteY36481" fmla="*/ 2843975 h 5143785"/>
              <a:gd name="connsiteX36482" fmla="*/ 676466 w 3114960"/>
              <a:gd name="connsiteY36482" fmla="*/ 1821466 h 5143785"/>
              <a:gd name="connsiteX36483" fmla="*/ 666750 w 3114960"/>
              <a:gd name="connsiteY36483" fmla="*/ 1829943 h 5143785"/>
              <a:gd name="connsiteX36484" fmla="*/ 665036 w 3114960"/>
              <a:gd name="connsiteY36484" fmla="*/ 1833467 h 5143785"/>
              <a:gd name="connsiteX36485" fmla="*/ 666274 w 3114960"/>
              <a:gd name="connsiteY36485" fmla="*/ 1837182 h 5143785"/>
              <a:gd name="connsiteX36486" fmla="*/ 674751 w 3114960"/>
              <a:gd name="connsiteY36486" fmla="*/ 1846898 h 5143785"/>
              <a:gd name="connsiteX36487" fmla="*/ 678561 w 3114960"/>
              <a:gd name="connsiteY36487" fmla="*/ 1848612 h 5143785"/>
              <a:gd name="connsiteX36488" fmla="*/ 681895 w 3114960"/>
              <a:gd name="connsiteY36488" fmla="*/ 1847374 h 5143785"/>
              <a:gd name="connsiteX36489" fmla="*/ 691610 w 3114960"/>
              <a:gd name="connsiteY36489" fmla="*/ 1838897 h 5143785"/>
              <a:gd name="connsiteX36490" fmla="*/ 692944 w 3114960"/>
              <a:gd name="connsiteY36490" fmla="*/ 1836896 h 5143785"/>
              <a:gd name="connsiteX36491" fmla="*/ 779431 w 3114960"/>
              <a:gd name="connsiteY36491" fmla="*/ 1836896 h 5143785"/>
              <a:gd name="connsiteX36492" fmla="*/ 845249 w 3114960"/>
              <a:gd name="connsiteY36492" fmla="*/ 1912525 h 5143785"/>
              <a:gd name="connsiteX36493" fmla="*/ 845249 w 3114960"/>
              <a:gd name="connsiteY36493" fmla="*/ 1998155 h 5143785"/>
              <a:gd name="connsiteX36494" fmla="*/ 859536 w 3114960"/>
              <a:gd name="connsiteY36494" fmla="*/ 2018348 h 5143785"/>
              <a:gd name="connsiteX36495" fmla="*/ 859346 w 3114960"/>
              <a:gd name="connsiteY36495" fmla="*/ 2106454 h 5143785"/>
              <a:gd name="connsiteX36496" fmla="*/ 927259 w 3114960"/>
              <a:gd name="connsiteY36496" fmla="*/ 2172272 h 5143785"/>
              <a:gd name="connsiteX36497" fmla="*/ 984028 w 3114960"/>
              <a:gd name="connsiteY36497" fmla="*/ 2172272 h 5143785"/>
              <a:gd name="connsiteX36498" fmla="*/ 993172 w 3114960"/>
              <a:gd name="connsiteY36498" fmla="*/ 2179511 h 5143785"/>
              <a:gd name="connsiteX36499" fmla="*/ 1002792 w 3114960"/>
              <a:gd name="connsiteY36499" fmla="*/ 2169890 h 5143785"/>
              <a:gd name="connsiteX36500" fmla="*/ 993172 w 3114960"/>
              <a:gd name="connsiteY36500" fmla="*/ 2160270 h 5143785"/>
              <a:gd name="connsiteX36501" fmla="*/ 984028 w 3114960"/>
              <a:gd name="connsiteY36501" fmla="*/ 2167509 h 5143785"/>
              <a:gd name="connsiteX36502" fmla="*/ 929164 w 3114960"/>
              <a:gd name="connsiteY36502" fmla="*/ 2167509 h 5143785"/>
              <a:gd name="connsiteX36503" fmla="*/ 864013 w 3114960"/>
              <a:gd name="connsiteY36503" fmla="*/ 2104454 h 5143785"/>
              <a:gd name="connsiteX36504" fmla="*/ 864203 w 3114960"/>
              <a:gd name="connsiteY36504" fmla="*/ 2016824 h 5143785"/>
              <a:gd name="connsiteX36505" fmla="*/ 849916 w 3114960"/>
              <a:gd name="connsiteY36505" fmla="*/ 1996631 h 5143785"/>
              <a:gd name="connsiteX36506" fmla="*/ 849916 w 3114960"/>
              <a:gd name="connsiteY36506" fmla="*/ 1910715 h 5143785"/>
              <a:gd name="connsiteX36507" fmla="*/ 781431 w 3114960"/>
              <a:gd name="connsiteY36507" fmla="*/ 1832134 h 5143785"/>
              <a:gd name="connsiteX36508" fmla="*/ 692087 w 3114960"/>
              <a:gd name="connsiteY36508" fmla="*/ 1832134 h 5143785"/>
              <a:gd name="connsiteX36509" fmla="*/ 691896 w 3114960"/>
              <a:gd name="connsiteY36509" fmla="*/ 1831753 h 5143785"/>
              <a:gd name="connsiteX36510" fmla="*/ 683419 w 3114960"/>
              <a:gd name="connsiteY36510" fmla="*/ 1822037 h 5143785"/>
              <a:gd name="connsiteX36511" fmla="*/ 679895 w 3114960"/>
              <a:gd name="connsiteY36511" fmla="*/ 1820323 h 5143785"/>
              <a:gd name="connsiteX36512" fmla="*/ 676180 w 3114960"/>
              <a:gd name="connsiteY36512" fmla="*/ 1821561 h 5143785"/>
              <a:gd name="connsiteX36513" fmla="*/ 688562 w 3114960"/>
              <a:gd name="connsiteY36513" fmla="*/ 1835277 h 5143785"/>
              <a:gd name="connsiteX36514" fmla="*/ 678371 w 3114960"/>
              <a:gd name="connsiteY36514" fmla="*/ 1843754 h 5143785"/>
              <a:gd name="connsiteX36515" fmla="*/ 669798 w 3114960"/>
              <a:gd name="connsiteY36515" fmla="*/ 1833848 h 5143785"/>
              <a:gd name="connsiteX36516" fmla="*/ 669893 w 3114960"/>
              <a:gd name="connsiteY36516" fmla="*/ 1833658 h 5143785"/>
              <a:gd name="connsiteX36517" fmla="*/ 680085 w 3114960"/>
              <a:gd name="connsiteY36517" fmla="*/ 1825181 h 5143785"/>
              <a:gd name="connsiteX36518" fmla="*/ 688562 w 3114960"/>
              <a:gd name="connsiteY36518" fmla="*/ 1835372 h 5143785"/>
              <a:gd name="connsiteX36519" fmla="*/ 989457 w 3114960"/>
              <a:gd name="connsiteY36519" fmla="*/ 2138172 h 5143785"/>
              <a:gd name="connsiteX36520" fmla="*/ 997172 w 3114960"/>
              <a:gd name="connsiteY36520" fmla="*/ 2130457 h 5143785"/>
              <a:gd name="connsiteX36521" fmla="*/ 989457 w 3114960"/>
              <a:gd name="connsiteY36521" fmla="*/ 2122742 h 5143785"/>
              <a:gd name="connsiteX36522" fmla="*/ 981647 w 3114960"/>
              <a:gd name="connsiteY36522" fmla="*/ 2130457 h 5143785"/>
              <a:gd name="connsiteX36523" fmla="*/ 989457 w 3114960"/>
              <a:gd name="connsiteY36523" fmla="*/ 2138172 h 5143785"/>
              <a:gd name="connsiteX36524" fmla="*/ 989457 w 3114960"/>
              <a:gd name="connsiteY36524" fmla="*/ 2125028 h 5143785"/>
              <a:gd name="connsiteX36525" fmla="*/ 994791 w 3114960"/>
              <a:gd name="connsiteY36525" fmla="*/ 2130362 h 5143785"/>
              <a:gd name="connsiteX36526" fmla="*/ 989457 w 3114960"/>
              <a:gd name="connsiteY36526" fmla="*/ 2135696 h 5143785"/>
              <a:gd name="connsiteX36527" fmla="*/ 984028 w 3114960"/>
              <a:gd name="connsiteY36527" fmla="*/ 2130362 h 5143785"/>
              <a:gd name="connsiteX36528" fmla="*/ 989457 w 3114960"/>
              <a:gd name="connsiteY36528" fmla="*/ 2125028 h 5143785"/>
              <a:gd name="connsiteX36529" fmla="*/ 873347 w 3114960"/>
              <a:gd name="connsiteY36529" fmla="*/ 671894 h 5143785"/>
              <a:gd name="connsiteX36530" fmla="*/ 863251 w 3114960"/>
              <a:gd name="connsiteY36530" fmla="*/ 681990 h 5143785"/>
              <a:gd name="connsiteX36531" fmla="*/ 853154 w 3114960"/>
              <a:gd name="connsiteY36531" fmla="*/ 671894 h 5143785"/>
              <a:gd name="connsiteX36532" fmla="*/ 863251 w 3114960"/>
              <a:gd name="connsiteY36532" fmla="*/ 661797 h 5143785"/>
              <a:gd name="connsiteX36533" fmla="*/ 873347 w 3114960"/>
              <a:gd name="connsiteY36533" fmla="*/ 671894 h 5143785"/>
              <a:gd name="connsiteX36534" fmla="*/ 1067562 w 3114960"/>
              <a:gd name="connsiteY36534" fmla="*/ 699135 h 5143785"/>
              <a:gd name="connsiteX36535" fmla="*/ 1088327 w 3114960"/>
              <a:gd name="connsiteY36535" fmla="*/ 699135 h 5143785"/>
              <a:gd name="connsiteX36536" fmla="*/ 1095280 w 3114960"/>
              <a:gd name="connsiteY36536" fmla="*/ 692182 h 5143785"/>
              <a:gd name="connsiteX36537" fmla="*/ 1095280 w 3114960"/>
              <a:gd name="connsiteY36537" fmla="*/ 682181 h 5143785"/>
              <a:gd name="connsiteX36538" fmla="*/ 1088327 w 3114960"/>
              <a:gd name="connsiteY36538" fmla="*/ 675227 h 5143785"/>
              <a:gd name="connsiteX36539" fmla="*/ 1067562 w 3114960"/>
              <a:gd name="connsiteY36539" fmla="*/ 675227 h 5143785"/>
              <a:gd name="connsiteX36540" fmla="*/ 1060609 w 3114960"/>
              <a:gd name="connsiteY36540" fmla="*/ 682181 h 5143785"/>
              <a:gd name="connsiteX36541" fmla="*/ 1060609 w 3114960"/>
              <a:gd name="connsiteY36541" fmla="*/ 684848 h 5143785"/>
              <a:gd name="connsiteX36542" fmla="*/ 963263 w 3114960"/>
              <a:gd name="connsiteY36542" fmla="*/ 684848 h 5143785"/>
              <a:gd name="connsiteX36543" fmla="*/ 946214 w 3114960"/>
              <a:gd name="connsiteY36543" fmla="*/ 669608 h 5143785"/>
              <a:gd name="connsiteX36544" fmla="*/ 883634 w 3114960"/>
              <a:gd name="connsiteY36544" fmla="*/ 669608 h 5143785"/>
              <a:gd name="connsiteX36545" fmla="*/ 875443 w 3114960"/>
              <a:gd name="connsiteY36545" fmla="*/ 655415 h 5143785"/>
              <a:gd name="connsiteX36546" fmla="*/ 863346 w 3114960"/>
              <a:gd name="connsiteY36546" fmla="*/ 651415 h 5143785"/>
              <a:gd name="connsiteX36547" fmla="*/ 846773 w 3114960"/>
              <a:gd name="connsiteY36547" fmla="*/ 659797 h 5143785"/>
              <a:gd name="connsiteX36548" fmla="*/ 843058 w 3114960"/>
              <a:gd name="connsiteY36548" fmla="*/ 675132 h 5143785"/>
              <a:gd name="connsiteX36549" fmla="*/ 851249 w 3114960"/>
              <a:gd name="connsiteY36549" fmla="*/ 688562 h 5143785"/>
              <a:gd name="connsiteX36550" fmla="*/ 866585 w 3114960"/>
              <a:gd name="connsiteY36550" fmla="*/ 692277 h 5143785"/>
              <a:gd name="connsiteX36551" fmla="*/ 880015 w 3114960"/>
              <a:gd name="connsiteY36551" fmla="*/ 684086 h 5143785"/>
              <a:gd name="connsiteX36552" fmla="*/ 883729 w 3114960"/>
              <a:gd name="connsiteY36552" fmla="*/ 674275 h 5143785"/>
              <a:gd name="connsiteX36553" fmla="*/ 944499 w 3114960"/>
              <a:gd name="connsiteY36553" fmla="*/ 674275 h 5143785"/>
              <a:gd name="connsiteX36554" fmla="*/ 961549 w 3114960"/>
              <a:gd name="connsiteY36554" fmla="*/ 689515 h 5143785"/>
              <a:gd name="connsiteX36555" fmla="*/ 1060799 w 3114960"/>
              <a:gd name="connsiteY36555" fmla="*/ 689515 h 5143785"/>
              <a:gd name="connsiteX36556" fmla="*/ 1060799 w 3114960"/>
              <a:gd name="connsiteY36556" fmla="*/ 692182 h 5143785"/>
              <a:gd name="connsiteX36557" fmla="*/ 1067753 w 3114960"/>
              <a:gd name="connsiteY36557" fmla="*/ 699135 h 5143785"/>
              <a:gd name="connsiteX36558" fmla="*/ 1065371 w 3114960"/>
              <a:gd name="connsiteY36558" fmla="*/ 682085 h 5143785"/>
              <a:gd name="connsiteX36559" fmla="*/ 1067562 w 3114960"/>
              <a:gd name="connsiteY36559" fmla="*/ 679895 h 5143785"/>
              <a:gd name="connsiteX36560" fmla="*/ 1088327 w 3114960"/>
              <a:gd name="connsiteY36560" fmla="*/ 679895 h 5143785"/>
              <a:gd name="connsiteX36561" fmla="*/ 1090517 w 3114960"/>
              <a:gd name="connsiteY36561" fmla="*/ 682085 h 5143785"/>
              <a:gd name="connsiteX36562" fmla="*/ 1090517 w 3114960"/>
              <a:gd name="connsiteY36562" fmla="*/ 692087 h 5143785"/>
              <a:gd name="connsiteX36563" fmla="*/ 1088327 w 3114960"/>
              <a:gd name="connsiteY36563" fmla="*/ 694277 h 5143785"/>
              <a:gd name="connsiteX36564" fmla="*/ 1067562 w 3114960"/>
              <a:gd name="connsiteY36564" fmla="*/ 694277 h 5143785"/>
              <a:gd name="connsiteX36565" fmla="*/ 1065371 w 3114960"/>
              <a:gd name="connsiteY36565" fmla="*/ 692087 h 5143785"/>
              <a:gd name="connsiteX36566" fmla="*/ 1065371 w 3114960"/>
              <a:gd name="connsiteY36566" fmla="*/ 682085 h 5143785"/>
              <a:gd name="connsiteX36567" fmla="*/ 876776 w 3114960"/>
              <a:gd name="connsiteY36567" fmla="*/ 681800 h 5143785"/>
              <a:gd name="connsiteX36568" fmla="*/ 865823 w 3114960"/>
              <a:gd name="connsiteY36568" fmla="*/ 688467 h 5143785"/>
              <a:gd name="connsiteX36569" fmla="*/ 853345 w 3114960"/>
              <a:gd name="connsiteY36569" fmla="*/ 685419 h 5143785"/>
              <a:gd name="connsiteX36570" fmla="*/ 846677 w 3114960"/>
              <a:gd name="connsiteY36570" fmla="*/ 674465 h 5143785"/>
              <a:gd name="connsiteX36571" fmla="*/ 849725 w 3114960"/>
              <a:gd name="connsiteY36571" fmla="*/ 661988 h 5143785"/>
              <a:gd name="connsiteX36572" fmla="*/ 873157 w 3114960"/>
              <a:gd name="connsiteY36572" fmla="*/ 658368 h 5143785"/>
              <a:gd name="connsiteX36573" fmla="*/ 876776 w 3114960"/>
              <a:gd name="connsiteY36573" fmla="*/ 681800 h 5143785"/>
              <a:gd name="connsiteX36574" fmla="*/ 911447 w 3114960"/>
              <a:gd name="connsiteY36574" fmla="*/ 1963103 h 5143785"/>
              <a:gd name="connsiteX36575" fmla="*/ 921163 w 3114960"/>
              <a:gd name="connsiteY36575" fmla="*/ 1954625 h 5143785"/>
              <a:gd name="connsiteX36576" fmla="*/ 921639 w 3114960"/>
              <a:gd name="connsiteY36576" fmla="*/ 1947482 h 5143785"/>
              <a:gd name="connsiteX36577" fmla="*/ 913162 w 3114960"/>
              <a:gd name="connsiteY36577" fmla="*/ 1937766 h 5143785"/>
              <a:gd name="connsiteX36578" fmla="*/ 909638 w 3114960"/>
              <a:gd name="connsiteY36578" fmla="*/ 1936052 h 5143785"/>
              <a:gd name="connsiteX36579" fmla="*/ 905923 w 3114960"/>
              <a:gd name="connsiteY36579" fmla="*/ 1937290 h 5143785"/>
              <a:gd name="connsiteX36580" fmla="*/ 896207 w 3114960"/>
              <a:gd name="connsiteY36580" fmla="*/ 1945767 h 5143785"/>
              <a:gd name="connsiteX36581" fmla="*/ 894493 w 3114960"/>
              <a:gd name="connsiteY36581" fmla="*/ 1949291 h 5143785"/>
              <a:gd name="connsiteX36582" fmla="*/ 895731 w 3114960"/>
              <a:gd name="connsiteY36582" fmla="*/ 1953006 h 5143785"/>
              <a:gd name="connsiteX36583" fmla="*/ 904208 w 3114960"/>
              <a:gd name="connsiteY36583" fmla="*/ 1962722 h 5143785"/>
              <a:gd name="connsiteX36584" fmla="*/ 906209 w 3114960"/>
              <a:gd name="connsiteY36584" fmla="*/ 1964055 h 5143785"/>
              <a:gd name="connsiteX36585" fmla="*/ 906018 w 3114960"/>
              <a:gd name="connsiteY36585" fmla="*/ 2054924 h 5143785"/>
              <a:gd name="connsiteX36586" fmla="*/ 979075 w 3114960"/>
              <a:gd name="connsiteY36586" fmla="*/ 2125409 h 5143785"/>
              <a:gd name="connsiteX36587" fmla="*/ 977741 w 3114960"/>
              <a:gd name="connsiteY36587" fmla="*/ 2130552 h 5143785"/>
              <a:gd name="connsiteX36588" fmla="*/ 989362 w 3114960"/>
              <a:gd name="connsiteY36588" fmla="*/ 2142173 h 5143785"/>
              <a:gd name="connsiteX36589" fmla="*/ 1000982 w 3114960"/>
              <a:gd name="connsiteY36589" fmla="*/ 2130552 h 5143785"/>
              <a:gd name="connsiteX36590" fmla="*/ 989362 w 3114960"/>
              <a:gd name="connsiteY36590" fmla="*/ 2118932 h 5143785"/>
              <a:gd name="connsiteX36591" fmla="*/ 982123 w 3114960"/>
              <a:gd name="connsiteY36591" fmla="*/ 2121694 h 5143785"/>
              <a:gd name="connsiteX36592" fmla="*/ 910876 w 3114960"/>
              <a:gd name="connsiteY36592" fmla="*/ 2052923 h 5143785"/>
              <a:gd name="connsiteX36593" fmla="*/ 911066 w 3114960"/>
              <a:gd name="connsiteY36593" fmla="*/ 1963484 h 5143785"/>
              <a:gd name="connsiteX36594" fmla="*/ 911543 w 3114960"/>
              <a:gd name="connsiteY36594" fmla="*/ 1963198 h 5143785"/>
              <a:gd name="connsiteX36595" fmla="*/ 989457 w 3114960"/>
              <a:gd name="connsiteY36595" fmla="*/ 2121218 h 5143785"/>
              <a:gd name="connsiteX36596" fmla="*/ 998696 w 3114960"/>
              <a:gd name="connsiteY36596" fmla="*/ 2130457 h 5143785"/>
              <a:gd name="connsiteX36597" fmla="*/ 989457 w 3114960"/>
              <a:gd name="connsiteY36597" fmla="*/ 2139696 h 5143785"/>
              <a:gd name="connsiteX36598" fmla="*/ 980218 w 3114960"/>
              <a:gd name="connsiteY36598" fmla="*/ 2130457 h 5143785"/>
              <a:gd name="connsiteX36599" fmla="*/ 989457 w 3114960"/>
              <a:gd name="connsiteY36599" fmla="*/ 2121218 h 5143785"/>
              <a:gd name="connsiteX36600" fmla="*/ 908114 w 3114960"/>
              <a:gd name="connsiteY36600" fmla="*/ 1959578 h 5143785"/>
              <a:gd name="connsiteX36601" fmla="*/ 907923 w 3114960"/>
              <a:gd name="connsiteY36601" fmla="*/ 1959483 h 5143785"/>
              <a:gd name="connsiteX36602" fmla="*/ 899446 w 3114960"/>
              <a:gd name="connsiteY36602" fmla="*/ 1949291 h 5143785"/>
              <a:gd name="connsiteX36603" fmla="*/ 909638 w 3114960"/>
              <a:gd name="connsiteY36603" fmla="*/ 1940814 h 5143785"/>
              <a:gd name="connsiteX36604" fmla="*/ 918115 w 3114960"/>
              <a:gd name="connsiteY36604" fmla="*/ 1951006 h 5143785"/>
              <a:gd name="connsiteX36605" fmla="*/ 908209 w 3114960"/>
              <a:gd name="connsiteY36605" fmla="*/ 1959578 h 5143785"/>
              <a:gd name="connsiteX36606" fmla="*/ 13716 w 3114960"/>
              <a:gd name="connsiteY36606" fmla="*/ 2720912 h 5143785"/>
              <a:gd name="connsiteX36607" fmla="*/ 31623 w 3114960"/>
              <a:gd name="connsiteY36607" fmla="*/ 2718435 h 5143785"/>
              <a:gd name="connsiteX36608" fmla="*/ 34100 w 3114960"/>
              <a:gd name="connsiteY36608" fmla="*/ 2736342 h 5143785"/>
              <a:gd name="connsiteX36609" fmla="*/ 16193 w 3114960"/>
              <a:gd name="connsiteY36609" fmla="*/ 2738819 h 5143785"/>
              <a:gd name="connsiteX36610" fmla="*/ 13716 w 3114960"/>
              <a:gd name="connsiteY36610" fmla="*/ 2720912 h 5143785"/>
              <a:gd name="connsiteX36611" fmla="*/ 1165193 w 3114960"/>
              <a:gd name="connsiteY36611" fmla="*/ 723233 h 5143785"/>
              <a:gd name="connsiteX36612" fmla="*/ 1162526 w 3114960"/>
              <a:gd name="connsiteY36612" fmla="*/ 720566 h 5143785"/>
              <a:gd name="connsiteX36613" fmla="*/ 1162526 w 3114960"/>
              <a:gd name="connsiteY36613" fmla="*/ 707612 h 5143785"/>
              <a:gd name="connsiteX36614" fmla="*/ 1165193 w 3114960"/>
              <a:gd name="connsiteY36614" fmla="*/ 704945 h 5143785"/>
              <a:gd name="connsiteX36615" fmla="*/ 1171194 w 3114960"/>
              <a:gd name="connsiteY36615" fmla="*/ 704945 h 5143785"/>
              <a:gd name="connsiteX36616" fmla="*/ 1173861 w 3114960"/>
              <a:gd name="connsiteY36616" fmla="*/ 707612 h 5143785"/>
              <a:gd name="connsiteX36617" fmla="*/ 1173861 w 3114960"/>
              <a:gd name="connsiteY36617" fmla="*/ 720566 h 5143785"/>
              <a:gd name="connsiteX36618" fmla="*/ 1171194 w 3114960"/>
              <a:gd name="connsiteY36618" fmla="*/ 723233 h 5143785"/>
              <a:gd name="connsiteX36619" fmla="*/ 1165193 w 3114960"/>
              <a:gd name="connsiteY36619" fmla="*/ 723233 h 5143785"/>
              <a:gd name="connsiteX36620" fmla="*/ 737045 w 3114960"/>
              <a:gd name="connsiteY36620" fmla="*/ 1573435 h 5143785"/>
              <a:gd name="connsiteX36621" fmla="*/ 743902 w 3114960"/>
              <a:gd name="connsiteY36621" fmla="*/ 1566577 h 5143785"/>
              <a:gd name="connsiteX36622" fmla="*/ 743902 w 3114960"/>
              <a:gd name="connsiteY36622" fmla="*/ 1553909 h 5143785"/>
              <a:gd name="connsiteX36623" fmla="*/ 737045 w 3114960"/>
              <a:gd name="connsiteY36623" fmla="*/ 1547051 h 5143785"/>
              <a:gd name="connsiteX36624" fmla="*/ 724376 w 3114960"/>
              <a:gd name="connsiteY36624" fmla="*/ 1547051 h 5143785"/>
              <a:gd name="connsiteX36625" fmla="*/ 717518 w 3114960"/>
              <a:gd name="connsiteY36625" fmla="*/ 1553909 h 5143785"/>
              <a:gd name="connsiteX36626" fmla="*/ 717518 w 3114960"/>
              <a:gd name="connsiteY36626" fmla="*/ 1566577 h 5143785"/>
              <a:gd name="connsiteX36627" fmla="*/ 724376 w 3114960"/>
              <a:gd name="connsiteY36627" fmla="*/ 1573435 h 5143785"/>
              <a:gd name="connsiteX36628" fmla="*/ 728377 w 3114960"/>
              <a:gd name="connsiteY36628" fmla="*/ 1573435 h 5143785"/>
              <a:gd name="connsiteX36629" fmla="*/ 728377 w 3114960"/>
              <a:gd name="connsiteY36629" fmla="*/ 1703737 h 5143785"/>
              <a:gd name="connsiteX36630" fmla="*/ 764381 w 3114960"/>
              <a:gd name="connsiteY36630" fmla="*/ 1738408 h 5143785"/>
              <a:gd name="connsiteX36631" fmla="*/ 760952 w 3114960"/>
              <a:gd name="connsiteY36631" fmla="*/ 1741456 h 5143785"/>
              <a:gd name="connsiteX36632" fmla="*/ 759238 w 3114960"/>
              <a:gd name="connsiteY36632" fmla="*/ 1744980 h 5143785"/>
              <a:gd name="connsiteX36633" fmla="*/ 760476 w 3114960"/>
              <a:gd name="connsiteY36633" fmla="*/ 1748695 h 5143785"/>
              <a:gd name="connsiteX36634" fmla="*/ 768953 w 3114960"/>
              <a:gd name="connsiteY36634" fmla="*/ 1758410 h 5143785"/>
              <a:gd name="connsiteX36635" fmla="*/ 772477 w 3114960"/>
              <a:gd name="connsiteY36635" fmla="*/ 1760125 h 5143785"/>
              <a:gd name="connsiteX36636" fmla="*/ 772859 w 3114960"/>
              <a:gd name="connsiteY36636" fmla="*/ 1760125 h 5143785"/>
              <a:gd name="connsiteX36637" fmla="*/ 776192 w 3114960"/>
              <a:gd name="connsiteY36637" fmla="*/ 1758887 h 5143785"/>
              <a:gd name="connsiteX36638" fmla="*/ 785908 w 3114960"/>
              <a:gd name="connsiteY36638" fmla="*/ 1750409 h 5143785"/>
              <a:gd name="connsiteX36639" fmla="*/ 787622 w 3114960"/>
              <a:gd name="connsiteY36639" fmla="*/ 1746885 h 5143785"/>
              <a:gd name="connsiteX36640" fmla="*/ 786384 w 3114960"/>
              <a:gd name="connsiteY36640" fmla="*/ 1743170 h 5143785"/>
              <a:gd name="connsiteX36641" fmla="*/ 777907 w 3114960"/>
              <a:gd name="connsiteY36641" fmla="*/ 1733455 h 5143785"/>
              <a:gd name="connsiteX36642" fmla="*/ 774383 w 3114960"/>
              <a:gd name="connsiteY36642" fmla="*/ 1731740 h 5143785"/>
              <a:gd name="connsiteX36643" fmla="*/ 770668 w 3114960"/>
              <a:gd name="connsiteY36643" fmla="*/ 1732978 h 5143785"/>
              <a:gd name="connsiteX36644" fmla="*/ 768001 w 3114960"/>
              <a:gd name="connsiteY36644" fmla="*/ 1735265 h 5143785"/>
              <a:gd name="connsiteX36645" fmla="*/ 733235 w 3114960"/>
              <a:gd name="connsiteY36645" fmla="*/ 1701737 h 5143785"/>
              <a:gd name="connsiteX36646" fmla="*/ 733235 w 3114960"/>
              <a:gd name="connsiteY36646" fmla="*/ 1573435 h 5143785"/>
              <a:gd name="connsiteX36647" fmla="*/ 737235 w 3114960"/>
              <a:gd name="connsiteY36647" fmla="*/ 1573435 h 5143785"/>
              <a:gd name="connsiteX36648" fmla="*/ 774192 w 3114960"/>
              <a:gd name="connsiteY36648" fmla="*/ 1736598 h 5143785"/>
              <a:gd name="connsiteX36649" fmla="*/ 782669 w 3114960"/>
              <a:gd name="connsiteY36649" fmla="*/ 1746790 h 5143785"/>
              <a:gd name="connsiteX36650" fmla="*/ 772477 w 3114960"/>
              <a:gd name="connsiteY36650" fmla="*/ 1755267 h 5143785"/>
              <a:gd name="connsiteX36651" fmla="*/ 763905 w 3114960"/>
              <a:gd name="connsiteY36651" fmla="*/ 1745361 h 5143785"/>
              <a:gd name="connsiteX36652" fmla="*/ 764000 w 3114960"/>
              <a:gd name="connsiteY36652" fmla="*/ 1745171 h 5143785"/>
              <a:gd name="connsiteX36653" fmla="*/ 774192 w 3114960"/>
              <a:gd name="connsiteY36653" fmla="*/ 1736693 h 5143785"/>
              <a:gd name="connsiteX36654" fmla="*/ 724376 w 3114960"/>
              <a:gd name="connsiteY36654" fmla="*/ 1568672 h 5143785"/>
              <a:gd name="connsiteX36655" fmla="*/ 722281 w 3114960"/>
              <a:gd name="connsiteY36655" fmla="*/ 1566577 h 5143785"/>
              <a:gd name="connsiteX36656" fmla="*/ 722281 w 3114960"/>
              <a:gd name="connsiteY36656" fmla="*/ 1553909 h 5143785"/>
              <a:gd name="connsiteX36657" fmla="*/ 724376 w 3114960"/>
              <a:gd name="connsiteY36657" fmla="*/ 1551813 h 5143785"/>
              <a:gd name="connsiteX36658" fmla="*/ 737045 w 3114960"/>
              <a:gd name="connsiteY36658" fmla="*/ 1551813 h 5143785"/>
              <a:gd name="connsiteX36659" fmla="*/ 739140 w 3114960"/>
              <a:gd name="connsiteY36659" fmla="*/ 1553909 h 5143785"/>
              <a:gd name="connsiteX36660" fmla="*/ 739140 w 3114960"/>
              <a:gd name="connsiteY36660" fmla="*/ 1566577 h 5143785"/>
              <a:gd name="connsiteX36661" fmla="*/ 737045 w 3114960"/>
              <a:gd name="connsiteY36661" fmla="*/ 1568672 h 5143785"/>
              <a:gd name="connsiteX36662" fmla="*/ 724376 w 3114960"/>
              <a:gd name="connsiteY36662" fmla="*/ 1568672 h 5143785"/>
              <a:gd name="connsiteX36663" fmla="*/ 801815 w 3114960"/>
              <a:gd name="connsiteY36663" fmla="*/ 679514 h 5143785"/>
              <a:gd name="connsiteX36664" fmla="*/ 762381 w 3114960"/>
              <a:gd name="connsiteY36664" fmla="*/ 679514 h 5143785"/>
              <a:gd name="connsiteX36665" fmla="*/ 753142 w 3114960"/>
              <a:gd name="connsiteY36665" fmla="*/ 672179 h 5143785"/>
              <a:gd name="connsiteX36666" fmla="*/ 743331 w 3114960"/>
              <a:gd name="connsiteY36666" fmla="*/ 681895 h 5143785"/>
              <a:gd name="connsiteX36667" fmla="*/ 753142 w 3114960"/>
              <a:gd name="connsiteY36667" fmla="*/ 691706 h 5143785"/>
              <a:gd name="connsiteX36668" fmla="*/ 762381 w 3114960"/>
              <a:gd name="connsiteY36668" fmla="*/ 684276 h 5143785"/>
              <a:gd name="connsiteX36669" fmla="*/ 800005 w 3114960"/>
              <a:gd name="connsiteY36669" fmla="*/ 684276 h 5143785"/>
              <a:gd name="connsiteX36670" fmla="*/ 838295 w 3114960"/>
              <a:gd name="connsiteY36670" fmla="*/ 717804 h 5143785"/>
              <a:gd name="connsiteX36671" fmla="*/ 874109 w 3114960"/>
              <a:gd name="connsiteY36671" fmla="*/ 718185 h 5143785"/>
              <a:gd name="connsiteX36672" fmla="*/ 883444 w 3114960"/>
              <a:gd name="connsiteY36672" fmla="*/ 725615 h 5143785"/>
              <a:gd name="connsiteX36673" fmla="*/ 893254 w 3114960"/>
              <a:gd name="connsiteY36673" fmla="*/ 715899 h 5143785"/>
              <a:gd name="connsiteX36674" fmla="*/ 883444 w 3114960"/>
              <a:gd name="connsiteY36674" fmla="*/ 706088 h 5143785"/>
              <a:gd name="connsiteX36675" fmla="*/ 874204 w 3114960"/>
              <a:gd name="connsiteY36675" fmla="*/ 713423 h 5143785"/>
              <a:gd name="connsiteX36676" fmla="*/ 840200 w 3114960"/>
              <a:gd name="connsiteY36676" fmla="*/ 713137 h 5143785"/>
              <a:gd name="connsiteX36677" fmla="*/ 801910 w 3114960"/>
              <a:gd name="connsiteY36677" fmla="*/ 679609 h 5143785"/>
              <a:gd name="connsiteX36678" fmla="*/ 753142 w 3114960"/>
              <a:gd name="connsiteY36678" fmla="*/ 686943 h 5143785"/>
              <a:gd name="connsiteX36679" fmla="*/ 748094 w 3114960"/>
              <a:gd name="connsiteY36679" fmla="*/ 681895 h 5143785"/>
              <a:gd name="connsiteX36680" fmla="*/ 753142 w 3114960"/>
              <a:gd name="connsiteY36680" fmla="*/ 676942 h 5143785"/>
              <a:gd name="connsiteX36681" fmla="*/ 758095 w 3114960"/>
              <a:gd name="connsiteY36681" fmla="*/ 681895 h 5143785"/>
              <a:gd name="connsiteX36682" fmla="*/ 753142 w 3114960"/>
              <a:gd name="connsiteY36682" fmla="*/ 686943 h 5143785"/>
              <a:gd name="connsiteX36683" fmla="*/ 883444 w 3114960"/>
              <a:gd name="connsiteY36683" fmla="*/ 710851 h 5143785"/>
              <a:gd name="connsiteX36684" fmla="*/ 888492 w 3114960"/>
              <a:gd name="connsiteY36684" fmla="*/ 715899 h 5143785"/>
              <a:gd name="connsiteX36685" fmla="*/ 883444 w 3114960"/>
              <a:gd name="connsiteY36685" fmla="*/ 720852 h 5143785"/>
              <a:gd name="connsiteX36686" fmla="*/ 878396 w 3114960"/>
              <a:gd name="connsiteY36686" fmla="*/ 715899 h 5143785"/>
              <a:gd name="connsiteX36687" fmla="*/ 883444 w 3114960"/>
              <a:gd name="connsiteY36687" fmla="*/ 710851 h 5143785"/>
              <a:gd name="connsiteX36688" fmla="*/ 1499997 w 3114960"/>
              <a:gd name="connsiteY36688" fmla="*/ 1965389 h 5143785"/>
              <a:gd name="connsiteX36689" fmla="*/ 1499997 w 3114960"/>
              <a:gd name="connsiteY36689" fmla="*/ 1970151 h 5143785"/>
              <a:gd name="connsiteX36690" fmla="*/ 1490472 w 3114960"/>
              <a:gd name="connsiteY36690" fmla="*/ 1970151 h 5143785"/>
              <a:gd name="connsiteX36691" fmla="*/ 1490472 w 3114960"/>
              <a:gd name="connsiteY36691" fmla="*/ 1965389 h 5143785"/>
              <a:gd name="connsiteX36692" fmla="*/ 1499997 w 3114960"/>
              <a:gd name="connsiteY36692" fmla="*/ 1965389 h 5143785"/>
              <a:gd name="connsiteX36693" fmla="*/ 1107662 w 3114960"/>
              <a:gd name="connsiteY36693" fmla="*/ 1904048 h 5143785"/>
              <a:gd name="connsiteX36694" fmla="*/ 1107662 w 3114960"/>
              <a:gd name="connsiteY36694" fmla="*/ 1899285 h 5143785"/>
              <a:gd name="connsiteX36695" fmla="*/ 1126712 w 3114960"/>
              <a:gd name="connsiteY36695" fmla="*/ 1899285 h 5143785"/>
              <a:gd name="connsiteX36696" fmla="*/ 1126712 w 3114960"/>
              <a:gd name="connsiteY36696" fmla="*/ 1904048 h 5143785"/>
              <a:gd name="connsiteX36697" fmla="*/ 1107662 w 3114960"/>
              <a:gd name="connsiteY36697" fmla="*/ 1904048 h 5143785"/>
              <a:gd name="connsiteX36698" fmla="*/ 787622 w 3114960"/>
              <a:gd name="connsiteY36698" fmla="*/ 2300669 h 5143785"/>
              <a:gd name="connsiteX36699" fmla="*/ 777907 w 3114960"/>
              <a:gd name="connsiteY36699" fmla="*/ 2301145 h 5143785"/>
              <a:gd name="connsiteX36700" fmla="*/ 771430 w 3114960"/>
              <a:gd name="connsiteY36700" fmla="*/ 2308384 h 5143785"/>
              <a:gd name="connsiteX36701" fmla="*/ 771906 w 3114960"/>
              <a:gd name="connsiteY36701" fmla="*/ 2318099 h 5143785"/>
              <a:gd name="connsiteX36702" fmla="*/ 779145 w 3114960"/>
              <a:gd name="connsiteY36702" fmla="*/ 2324576 h 5143785"/>
              <a:gd name="connsiteX36703" fmla="*/ 783431 w 3114960"/>
              <a:gd name="connsiteY36703" fmla="*/ 2325338 h 5143785"/>
              <a:gd name="connsiteX36704" fmla="*/ 788003 w 3114960"/>
              <a:gd name="connsiteY36704" fmla="*/ 2324386 h 5143785"/>
              <a:gd name="connsiteX36705" fmla="*/ 848297 w 3114960"/>
              <a:gd name="connsiteY36705" fmla="*/ 2389442 h 5143785"/>
              <a:gd name="connsiteX36706" fmla="*/ 848297 w 3114960"/>
              <a:gd name="connsiteY36706" fmla="*/ 2421160 h 5143785"/>
              <a:gd name="connsiteX36707" fmla="*/ 842201 w 3114960"/>
              <a:gd name="connsiteY36707" fmla="*/ 2428399 h 5143785"/>
              <a:gd name="connsiteX36708" fmla="*/ 842201 w 3114960"/>
              <a:gd name="connsiteY36708" fmla="*/ 2476214 h 5143785"/>
              <a:gd name="connsiteX36709" fmla="*/ 849725 w 3114960"/>
              <a:gd name="connsiteY36709" fmla="*/ 2483739 h 5143785"/>
              <a:gd name="connsiteX36710" fmla="*/ 851916 w 3114960"/>
              <a:gd name="connsiteY36710" fmla="*/ 2483739 h 5143785"/>
              <a:gd name="connsiteX36711" fmla="*/ 859441 w 3114960"/>
              <a:gd name="connsiteY36711" fmla="*/ 2476214 h 5143785"/>
              <a:gd name="connsiteX36712" fmla="*/ 859441 w 3114960"/>
              <a:gd name="connsiteY36712" fmla="*/ 2428399 h 5143785"/>
              <a:gd name="connsiteX36713" fmla="*/ 853154 w 3114960"/>
              <a:gd name="connsiteY36713" fmla="*/ 2421160 h 5143785"/>
              <a:gd name="connsiteX36714" fmla="*/ 853154 w 3114960"/>
              <a:gd name="connsiteY36714" fmla="*/ 2387537 h 5143785"/>
              <a:gd name="connsiteX36715" fmla="*/ 792004 w 3114960"/>
              <a:gd name="connsiteY36715" fmla="*/ 2321719 h 5143785"/>
              <a:gd name="connsiteX36716" fmla="*/ 795338 w 3114960"/>
              <a:gd name="connsiteY36716" fmla="*/ 2316861 h 5143785"/>
              <a:gd name="connsiteX36717" fmla="*/ 787622 w 3114960"/>
              <a:gd name="connsiteY36717" fmla="*/ 2300573 h 5143785"/>
              <a:gd name="connsiteX36718" fmla="*/ 790861 w 3114960"/>
              <a:gd name="connsiteY36718" fmla="*/ 2315337 h 5143785"/>
              <a:gd name="connsiteX36719" fmla="*/ 786765 w 3114960"/>
              <a:gd name="connsiteY36719" fmla="*/ 2319814 h 5143785"/>
              <a:gd name="connsiteX36720" fmla="*/ 780669 w 3114960"/>
              <a:gd name="connsiteY36720" fmla="*/ 2320100 h 5143785"/>
              <a:gd name="connsiteX36721" fmla="*/ 776192 w 3114960"/>
              <a:gd name="connsiteY36721" fmla="*/ 2316004 h 5143785"/>
              <a:gd name="connsiteX36722" fmla="*/ 775907 w 3114960"/>
              <a:gd name="connsiteY36722" fmla="*/ 2309908 h 5143785"/>
              <a:gd name="connsiteX36723" fmla="*/ 780002 w 3114960"/>
              <a:gd name="connsiteY36723" fmla="*/ 2305431 h 5143785"/>
              <a:gd name="connsiteX36724" fmla="*/ 783431 w 3114960"/>
              <a:gd name="connsiteY36724" fmla="*/ 2304669 h 5143785"/>
              <a:gd name="connsiteX36725" fmla="*/ 786098 w 3114960"/>
              <a:gd name="connsiteY36725" fmla="*/ 2305145 h 5143785"/>
              <a:gd name="connsiteX36726" fmla="*/ 786098 w 3114960"/>
              <a:gd name="connsiteY36726" fmla="*/ 2305145 h 5143785"/>
              <a:gd name="connsiteX36727" fmla="*/ 790956 w 3114960"/>
              <a:gd name="connsiteY36727" fmla="*/ 2315337 h 5143785"/>
              <a:gd name="connsiteX36728" fmla="*/ 857060 w 3114960"/>
              <a:gd name="connsiteY36728" fmla="*/ 2476310 h 5143785"/>
              <a:gd name="connsiteX36729" fmla="*/ 851916 w 3114960"/>
              <a:gd name="connsiteY36729" fmla="*/ 2481453 h 5143785"/>
              <a:gd name="connsiteX36730" fmla="*/ 849725 w 3114960"/>
              <a:gd name="connsiteY36730" fmla="*/ 2481453 h 5143785"/>
              <a:gd name="connsiteX36731" fmla="*/ 844582 w 3114960"/>
              <a:gd name="connsiteY36731" fmla="*/ 2476310 h 5143785"/>
              <a:gd name="connsiteX36732" fmla="*/ 844582 w 3114960"/>
              <a:gd name="connsiteY36732" fmla="*/ 2473452 h 5143785"/>
              <a:gd name="connsiteX36733" fmla="*/ 857060 w 3114960"/>
              <a:gd name="connsiteY36733" fmla="*/ 2473452 h 5143785"/>
              <a:gd name="connsiteX36734" fmla="*/ 857060 w 3114960"/>
              <a:gd name="connsiteY36734" fmla="*/ 2476310 h 5143785"/>
              <a:gd name="connsiteX36735" fmla="*/ 857060 w 3114960"/>
              <a:gd name="connsiteY36735" fmla="*/ 2471071 h 5143785"/>
              <a:gd name="connsiteX36736" fmla="*/ 844582 w 3114960"/>
              <a:gd name="connsiteY36736" fmla="*/ 2471071 h 5143785"/>
              <a:gd name="connsiteX36737" fmla="*/ 844582 w 3114960"/>
              <a:gd name="connsiteY36737" fmla="*/ 2470404 h 5143785"/>
              <a:gd name="connsiteX36738" fmla="*/ 857060 w 3114960"/>
              <a:gd name="connsiteY36738" fmla="*/ 2470404 h 5143785"/>
              <a:gd name="connsiteX36739" fmla="*/ 857060 w 3114960"/>
              <a:gd name="connsiteY36739" fmla="*/ 2471071 h 5143785"/>
              <a:gd name="connsiteX36740" fmla="*/ 857060 w 3114960"/>
              <a:gd name="connsiteY36740" fmla="*/ 2468023 h 5143785"/>
              <a:gd name="connsiteX36741" fmla="*/ 844582 w 3114960"/>
              <a:gd name="connsiteY36741" fmla="*/ 2468023 h 5143785"/>
              <a:gd name="connsiteX36742" fmla="*/ 844582 w 3114960"/>
              <a:gd name="connsiteY36742" fmla="*/ 2461165 h 5143785"/>
              <a:gd name="connsiteX36743" fmla="*/ 857060 w 3114960"/>
              <a:gd name="connsiteY36743" fmla="*/ 2461165 h 5143785"/>
              <a:gd name="connsiteX36744" fmla="*/ 857060 w 3114960"/>
              <a:gd name="connsiteY36744" fmla="*/ 2468023 h 5143785"/>
              <a:gd name="connsiteX36745" fmla="*/ 857060 w 3114960"/>
              <a:gd name="connsiteY36745" fmla="*/ 2458117 h 5143785"/>
              <a:gd name="connsiteX36746" fmla="*/ 844582 w 3114960"/>
              <a:gd name="connsiteY36746" fmla="*/ 2458117 h 5143785"/>
              <a:gd name="connsiteX36747" fmla="*/ 844582 w 3114960"/>
              <a:gd name="connsiteY36747" fmla="*/ 2449068 h 5143785"/>
              <a:gd name="connsiteX36748" fmla="*/ 857060 w 3114960"/>
              <a:gd name="connsiteY36748" fmla="*/ 2449068 h 5143785"/>
              <a:gd name="connsiteX36749" fmla="*/ 857060 w 3114960"/>
              <a:gd name="connsiteY36749" fmla="*/ 2458117 h 5143785"/>
              <a:gd name="connsiteX36750" fmla="*/ 857060 w 3114960"/>
              <a:gd name="connsiteY36750" fmla="*/ 2446687 h 5143785"/>
              <a:gd name="connsiteX36751" fmla="*/ 844582 w 3114960"/>
              <a:gd name="connsiteY36751" fmla="*/ 2446687 h 5143785"/>
              <a:gd name="connsiteX36752" fmla="*/ 844582 w 3114960"/>
              <a:gd name="connsiteY36752" fmla="*/ 2446020 h 5143785"/>
              <a:gd name="connsiteX36753" fmla="*/ 857060 w 3114960"/>
              <a:gd name="connsiteY36753" fmla="*/ 2446020 h 5143785"/>
              <a:gd name="connsiteX36754" fmla="*/ 857060 w 3114960"/>
              <a:gd name="connsiteY36754" fmla="*/ 2446687 h 5143785"/>
              <a:gd name="connsiteX36755" fmla="*/ 857060 w 3114960"/>
              <a:gd name="connsiteY36755" fmla="*/ 2443639 h 5143785"/>
              <a:gd name="connsiteX36756" fmla="*/ 844582 w 3114960"/>
              <a:gd name="connsiteY36756" fmla="*/ 2443639 h 5143785"/>
              <a:gd name="connsiteX36757" fmla="*/ 844582 w 3114960"/>
              <a:gd name="connsiteY36757" fmla="*/ 2434781 h 5143785"/>
              <a:gd name="connsiteX36758" fmla="*/ 857060 w 3114960"/>
              <a:gd name="connsiteY36758" fmla="*/ 2434781 h 5143785"/>
              <a:gd name="connsiteX36759" fmla="*/ 857060 w 3114960"/>
              <a:gd name="connsiteY36759" fmla="*/ 2443639 h 5143785"/>
              <a:gd name="connsiteX36760" fmla="*/ 851916 w 3114960"/>
              <a:gd name="connsiteY36760" fmla="*/ 2423351 h 5143785"/>
              <a:gd name="connsiteX36761" fmla="*/ 857060 w 3114960"/>
              <a:gd name="connsiteY36761" fmla="*/ 2428494 h 5143785"/>
              <a:gd name="connsiteX36762" fmla="*/ 857060 w 3114960"/>
              <a:gd name="connsiteY36762" fmla="*/ 2431923 h 5143785"/>
              <a:gd name="connsiteX36763" fmla="*/ 844582 w 3114960"/>
              <a:gd name="connsiteY36763" fmla="*/ 2431923 h 5143785"/>
              <a:gd name="connsiteX36764" fmla="*/ 844582 w 3114960"/>
              <a:gd name="connsiteY36764" fmla="*/ 2428494 h 5143785"/>
              <a:gd name="connsiteX36765" fmla="*/ 849725 w 3114960"/>
              <a:gd name="connsiteY36765" fmla="*/ 2423351 h 5143785"/>
              <a:gd name="connsiteX36766" fmla="*/ 851916 w 3114960"/>
              <a:gd name="connsiteY36766" fmla="*/ 2423351 h 5143785"/>
              <a:gd name="connsiteX36767" fmla="*/ 705802 w 3114960"/>
              <a:gd name="connsiteY36767" fmla="*/ 1665256 h 5143785"/>
              <a:gd name="connsiteX36768" fmla="*/ 693420 w 3114960"/>
              <a:gd name="connsiteY36768" fmla="*/ 1652873 h 5143785"/>
              <a:gd name="connsiteX36769" fmla="*/ 681038 w 3114960"/>
              <a:gd name="connsiteY36769" fmla="*/ 1665256 h 5143785"/>
              <a:gd name="connsiteX36770" fmla="*/ 690563 w 3114960"/>
              <a:gd name="connsiteY36770" fmla="*/ 1677067 h 5143785"/>
              <a:gd name="connsiteX36771" fmla="*/ 690372 w 3114960"/>
              <a:gd name="connsiteY36771" fmla="*/ 1750981 h 5143785"/>
              <a:gd name="connsiteX36772" fmla="*/ 718852 w 3114960"/>
              <a:gd name="connsiteY36772" fmla="*/ 1781461 h 5143785"/>
              <a:gd name="connsiteX36773" fmla="*/ 715327 w 3114960"/>
              <a:gd name="connsiteY36773" fmla="*/ 1784509 h 5143785"/>
              <a:gd name="connsiteX36774" fmla="*/ 715042 w 3114960"/>
              <a:gd name="connsiteY36774" fmla="*/ 1788319 h 5143785"/>
              <a:gd name="connsiteX36775" fmla="*/ 723519 w 3114960"/>
              <a:gd name="connsiteY36775" fmla="*/ 1798034 h 5143785"/>
              <a:gd name="connsiteX36776" fmla="*/ 727329 w 3114960"/>
              <a:gd name="connsiteY36776" fmla="*/ 1798320 h 5143785"/>
              <a:gd name="connsiteX36777" fmla="*/ 737045 w 3114960"/>
              <a:gd name="connsiteY36777" fmla="*/ 1789843 h 5143785"/>
              <a:gd name="connsiteX36778" fmla="*/ 737330 w 3114960"/>
              <a:gd name="connsiteY36778" fmla="*/ 1786033 h 5143785"/>
              <a:gd name="connsiteX36779" fmla="*/ 728853 w 3114960"/>
              <a:gd name="connsiteY36779" fmla="*/ 1776317 h 5143785"/>
              <a:gd name="connsiteX36780" fmla="*/ 725043 w 3114960"/>
              <a:gd name="connsiteY36780" fmla="*/ 1776032 h 5143785"/>
              <a:gd name="connsiteX36781" fmla="*/ 722376 w 3114960"/>
              <a:gd name="connsiteY36781" fmla="*/ 1778318 h 5143785"/>
              <a:gd name="connsiteX36782" fmla="*/ 695135 w 3114960"/>
              <a:gd name="connsiteY36782" fmla="*/ 1749076 h 5143785"/>
              <a:gd name="connsiteX36783" fmla="*/ 695325 w 3114960"/>
              <a:gd name="connsiteY36783" fmla="*/ 1677257 h 5143785"/>
              <a:gd name="connsiteX36784" fmla="*/ 705898 w 3114960"/>
              <a:gd name="connsiteY36784" fmla="*/ 1665256 h 5143785"/>
              <a:gd name="connsiteX36785" fmla="*/ 693325 w 3114960"/>
              <a:gd name="connsiteY36785" fmla="*/ 1672876 h 5143785"/>
              <a:gd name="connsiteX36786" fmla="*/ 685705 w 3114960"/>
              <a:gd name="connsiteY36786" fmla="*/ 1665256 h 5143785"/>
              <a:gd name="connsiteX36787" fmla="*/ 693325 w 3114960"/>
              <a:gd name="connsiteY36787" fmla="*/ 1657636 h 5143785"/>
              <a:gd name="connsiteX36788" fmla="*/ 700945 w 3114960"/>
              <a:gd name="connsiteY36788" fmla="*/ 1665256 h 5143785"/>
              <a:gd name="connsiteX36789" fmla="*/ 693325 w 3114960"/>
              <a:gd name="connsiteY36789" fmla="*/ 1672876 h 5143785"/>
              <a:gd name="connsiteX36790" fmla="*/ 1162431 w 3114960"/>
              <a:gd name="connsiteY36790" fmla="*/ 739807 h 5143785"/>
              <a:gd name="connsiteX36791" fmla="*/ 1170813 w 3114960"/>
              <a:gd name="connsiteY36791" fmla="*/ 748189 h 5143785"/>
              <a:gd name="connsiteX36792" fmla="*/ 1162431 w 3114960"/>
              <a:gd name="connsiteY36792" fmla="*/ 756571 h 5143785"/>
              <a:gd name="connsiteX36793" fmla="*/ 1154049 w 3114960"/>
              <a:gd name="connsiteY36793" fmla="*/ 748189 h 5143785"/>
              <a:gd name="connsiteX36794" fmla="*/ 1162431 w 3114960"/>
              <a:gd name="connsiteY36794" fmla="*/ 739807 h 5143785"/>
              <a:gd name="connsiteX36795" fmla="*/ 882491 w 3114960"/>
              <a:gd name="connsiteY36795" fmla="*/ 1898332 h 5143785"/>
              <a:gd name="connsiteX36796" fmla="*/ 895160 w 3114960"/>
              <a:gd name="connsiteY36796" fmla="*/ 1885664 h 5143785"/>
              <a:gd name="connsiteX36797" fmla="*/ 907828 w 3114960"/>
              <a:gd name="connsiteY36797" fmla="*/ 1898332 h 5143785"/>
              <a:gd name="connsiteX36798" fmla="*/ 895160 w 3114960"/>
              <a:gd name="connsiteY36798" fmla="*/ 1911001 h 5143785"/>
              <a:gd name="connsiteX36799" fmla="*/ 882491 w 3114960"/>
              <a:gd name="connsiteY36799" fmla="*/ 1898332 h 5143785"/>
              <a:gd name="connsiteX36800" fmla="*/ 1634585 w 3114960"/>
              <a:gd name="connsiteY36800" fmla="*/ 1999964 h 5143785"/>
              <a:gd name="connsiteX36801" fmla="*/ 1642872 w 3114960"/>
              <a:gd name="connsiteY36801" fmla="*/ 1991678 h 5143785"/>
              <a:gd name="connsiteX36802" fmla="*/ 1651159 w 3114960"/>
              <a:gd name="connsiteY36802" fmla="*/ 1999964 h 5143785"/>
              <a:gd name="connsiteX36803" fmla="*/ 1642872 w 3114960"/>
              <a:gd name="connsiteY36803" fmla="*/ 2008251 h 5143785"/>
              <a:gd name="connsiteX36804" fmla="*/ 1634585 w 3114960"/>
              <a:gd name="connsiteY36804" fmla="*/ 1999964 h 5143785"/>
              <a:gd name="connsiteX36805" fmla="*/ 13430 w 3114960"/>
              <a:gd name="connsiteY36805" fmla="*/ 2757011 h 5143785"/>
              <a:gd name="connsiteX36806" fmla="*/ 31337 w 3114960"/>
              <a:gd name="connsiteY36806" fmla="*/ 2754535 h 5143785"/>
              <a:gd name="connsiteX36807" fmla="*/ 33814 w 3114960"/>
              <a:gd name="connsiteY36807" fmla="*/ 2772442 h 5143785"/>
              <a:gd name="connsiteX36808" fmla="*/ 15907 w 3114960"/>
              <a:gd name="connsiteY36808" fmla="*/ 2774918 h 5143785"/>
              <a:gd name="connsiteX36809" fmla="*/ 13430 w 3114960"/>
              <a:gd name="connsiteY36809" fmla="*/ 2757011 h 5143785"/>
              <a:gd name="connsiteX36810" fmla="*/ 1279874 w 3114960"/>
              <a:gd name="connsiteY36810" fmla="*/ 1972437 h 5143785"/>
              <a:gd name="connsiteX36811" fmla="*/ 1279874 w 3114960"/>
              <a:gd name="connsiteY36811" fmla="*/ 1964341 h 5143785"/>
              <a:gd name="connsiteX36812" fmla="*/ 1255109 w 3114960"/>
              <a:gd name="connsiteY36812" fmla="*/ 1964341 h 5143785"/>
              <a:gd name="connsiteX36813" fmla="*/ 1255109 w 3114960"/>
              <a:gd name="connsiteY36813" fmla="*/ 1989106 h 5143785"/>
              <a:gd name="connsiteX36814" fmla="*/ 1279874 w 3114960"/>
              <a:gd name="connsiteY36814" fmla="*/ 1989106 h 5143785"/>
              <a:gd name="connsiteX36815" fmla="*/ 1279874 w 3114960"/>
              <a:gd name="connsiteY36815" fmla="*/ 1981962 h 5143785"/>
              <a:gd name="connsiteX36816" fmla="*/ 1388936 w 3114960"/>
              <a:gd name="connsiteY36816" fmla="*/ 1981962 h 5143785"/>
              <a:gd name="connsiteX36817" fmla="*/ 1425512 w 3114960"/>
              <a:gd name="connsiteY36817" fmla="*/ 2004632 h 5143785"/>
              <a:gd name="connsiteX36818" fmla="*/ 1623632 w 3114960"/>
              <a:gd name="connsiteY36818" fmla="*/ 2004632 h 5143785"/>
              <a:gd name="connsiteX36819" fmla="*/ 1642967 w 3114960"/>
              <a:gd name="connsiteY36819" fmla="*/ 2019872 h 5143785"/>
              <a:gd name="connsiteX36820" fmla="*/ 1662779 w 3114960"/>
              <a:gd name="connsiteY36820" fmla="*/ 2001488 h 5143785"/>
              <a:gd name="connsiteX36821" fmla="*/ 1673924 w 3114960"/>
              <a:gd name="connsiteY36821" fmla="*/ 2001298 h 5143785"/>
              <a:gd name="connsiteX36822" fmla="*/ 1715167 w 3114960"/>
              <a:gd name="connsiteY36822" fmla="*/ 2042160 h 5143785"/>
              <a:gd name="connsiteX36823" fmla="*/ 1731169 w 3114960"/>
              <a:gd name="connsiteY36823" fmla="*/ 2042541 h 5143785"/>
              <a:gd name="connsiteX36824" fmla="*/ 1955006 w 3114960"/>
              <a:gd name="connsiteY36824" fmla="*/ 2256377 h 5143785"/>
              <a:gd name="connsiteX36825" fmla="*/ 1956054 w 3114960"/>
              <a:gd name="connsiteY36825" fmla="*/ 2257330 h 5143785"/>
              <a:gd name="connsiteX36826" fmla="*/ 2009299 w 3114960"/>
              <a:gd name="connsiteY36826" fmla="*/ 2257330 h 5143785"/>
              <a:gd name="connsiteX36827" fmla="*/ 2020348 w 3114960"/>
              <a:gd name="connsiteY36827" fmla="*/ 2265521 h 5143785"/>
              <a:gd name="connsiteX36828" fmla="*/ 2032159 w 3114960"/>
              <a:gd name="connsiteY36828" fmla="*/ 2253710 h 5143785"/>
              <a:gd name="connsiteX36829" fmla="*/ 2020348 w 3114960"/>
              <a:gd name="connsiteY36829" fmla="*/ 2241899 h 5143785"/>
              <a:gd name="connsiteX36830" fmla="*/ 2009299 w 3114960"/>
              <a:gd name="connsiteY36830" fmla="*/ 2250091 h 5143785"/>
              <a:gd name="connsiteX36831" fmla="*/ 1958816 w 3114960"/>
              <a:gd name="connsiteY36831" fmla="*/ 2250091 h 5143785"/>
              <a:gd name="connsiteX36832" fmla="*/ 1734026 w 3114960"/>
              <a:gd name="connsiteY36832" fmla="*/ 2035397 h 5143785"/>
              <a:gd name="connsiteX36833" fmla="*/ 1718024 w 3114960"/>
              <a:gd name="connsiteY36833" fmla="*/ 2035016 h 5143785"/>
              <a:gd name="connsiteX36834" fmla="*/ 1676686 w 3114960"/>
              <a:gd name="connsiteY36834" fmla="*/ 1994059 h 5143785"/>
              <a:gd name="connsiteX36835" fmla="*/ 1661922 w 3114960"/>
              <a:gd name="connsiteY36835" fmla="*/ 1994249 h 5143785"/>
              <a:gd name="connsiteX36836" fmla="*/ 1642872 w 3114960"/>
              <a:gd name="connsiteY36836" fmla="*/ 1979771 h 5143785"/>
              <a:gd name="connsiteX36837" fmla="*/ 1623536 w 3114960"/>
              <a:gd name="connsiteY36837" fmla="*/ 1995011 h 5143785"/>
              <a:gd name="connsiteX36838" fmla="*/ 1428083 w 3114960"/>
              <a:gd name="connsiteY36838" fmla="*/ 1995011 h 5143785"/>
              <a:gd name="connsiteX36839" fmla="*/ 1391507 w 3114960"/>
              <a:gd name="connsiteY36839" fmla="*/ 1972342 h 5143785"/>
              <a:gd name="connsiteX36840" fmla="*/ 1279779 w 3114960"/>
              <a:gd name="connsiteY36840" fmla="*/ 1972342 h 5143785"/>
              <a:gd name="connsiteX36841" fmla="*/ 1275112 w 3114960"/>
              <a:gd name="connsiteY36841" fmla="*/ 1984343 h 5143785"/>
              <a:gd name="connsiteX36842" fmla="*/ 1259872 w 3114960"/>
              <a:gd name="connsiteY36842" fmla="*/ 1984343 h 5143785"/>
              <a:gd name="connsiteX36843" fmla="*/ 1259872 w 3114960"/>
              <a:gd name="connsiteY36843" fmla="*/ 1969103 h 5143785"/>
              <a:gd name="connsiteX36844" fmla="*/ 1275112 w 3114960"/>
              <a:gd name="connsiteY36844" fmla="*/ 1969103 h 5143785"/>
              <a:gd name="connsiteX36845" fmla="*/ 1275112 w 3114960"/>
              <a:gd name="connsiteY36845" fmla="*/ 1984343 h 5143785"/>
              <a:gd name="connsiteX36846" fmla="*/ 2020348 w 3114960"/>
              <a:gd name="connsiteY36846" fmla="*/ 2246852 h 5143785"/>
              <a:gd name="connsiteX36847" fmla="*/ 2027396 w 3114960"/>
              <a:gd name="connsiteY36847" fmla="*/ 2253901 h 5143785"/>
              <a:gd name="connsiteX36848" fmla="*/ 2020348 w 3114960"/>
              <a:gd name="connsiteY36848" fmla="*/ 2260949 h 5143785"/>
              <a:gd name="connsiteX36849" fmla="*/ 2013299 w 3114960"/>
              <a:gd name="connsiteY36849" fmla="*/ 2253901 h 5143785"/>
              <a:gd name="connsiteX36850" fmla="*/ 2020348 w 3114960"/>
              <a:gd name="connsiteY36850" fmla="*/ 2246852 h 5143785"/>
              <a:gd name="connsiteX36851" fmla="*/ 1642872 w 3114960"/>
              <a:gd name="connsiteY36851" fmla="*/ 1984724 h 5143785"/>
              <a:gd name="connsiteX36852" fmla="*/ 1658112 w 3114960"/>
              <a:gd name="connsiteY36852" fmla="*/ 1999964 h 5143785"/>
              <a:gd name="connsiteX36853" fmla="*/ 1642872 w 3114960"/>
              <a:gd name="connsiteY36853" fmla="*/ 2015204 h 5143785"/>
              <a:gd name="connsiteX36854" fmla="*/ 1627632 w 3114960"/>
              <a:gd name="connsiteY36854" fmla="*/ 1999964 h 5143785"/>
              <a:gd name="connsiteX36855" fmla="*/ 1642872 w 3114960"/>
              <a:gd name="connsiteY36855" fmla="*/ 1984724 h 5143785"/>
              <a:gd name="connsiteX36856" fmla="*/ 1480947 w 3114960"/>
              <a:gd name="connsiteY36856" fmla="*/ 1965389 h 5143785"/>
              <a:gd name="connsiteX36857" fmla="*/ 1480947 w 3114960"/>
              <a:gd name="connsiteY36857" fmla="*/ 1970151 h 5143785"/>
              <a:gd name="connsiteX36858" fmla="*/ 1471422 w 3114960"/>
              <a:gd name="connsiteY36858" fmla="*/ 1970151 h 5143785"/>
              <a:gd name="connsiteX36859" fmla="*/ 1471422 w 3114960"/>
              <a:gd name="connsiteY36859" fmla="*/ 1965389 h 5143785"/>
              <a:gd name="connsiteX36860" fmla="*/ 1480947 w 3114960"/>
              <a:gd name="connsiteY36860" fmla="*/ 1965389 h 5143785"/>
              <a:gd name="connsiteX36861" fmla="*/ 1426655 w 3114960"/>
              <a:gd name="connsiteY36861" fmla="*/ 1974247 h 5143785"/>
              <a:gd name="connsiteX36862" fmla="*/ 1419035 w 3114960"/>
              <a:gd name="connsiteY36862" fmla="*/ 1966627 h 5143785"/>
              <a:gd name="connsiteX36863" fmla="*/ 1426655 w 3114960"/>
              <a:gd name="connsiteY36863" fmla="*/ 1959007 h 5143785"/>
              <a:gd name="connsiteX36864" fmla="*/ 1433989 w 3114960"/>
              <a:gd name="connsiteY36864" fmla="*/ 1965293 h 5143785"/>
              <a:gd name="connsiteX36865" fmla="*/ 1442847 w 3114960"/>
              <a:gd name="connsiteY36865" fmla="*/ 1965293 h 5143785"/>
              <a:gd name="connsiteX36866" fmla="*/ 1442847 w 3114960"/>
              <a:gd name="connsiteY36866" fmla="*/ 1970056 h 5143785"/>
              <a:gd name="connsiteX36867" fmla="*/ 1433322 w 3114960"/>
              <a:gd name="connsiteY36867" fmla="*/ 1970056 h 5143785"/>
              <a:gd name="connsiteX36868" fmla="*/ 1426655 w 3114960"/>
              <a:gd name="connsiteY36868" fmla="*/ 1974152 h 5143785"/>
              <a:gd name="connsiteX36869" fmla="*/ 1461897 w 3114960"/>
              <a:gd name="connsiteY36869" fmla="*/ 1965389 h 5143785"/>
              <a:gd name="connsiteX36870" fmla="*/ 1461897 w 3114960"/>
              <a:gd name="connsiteY36870" fmla="*/ 1970151 h 5143785"/>
              <a:gd name="connsiteX36871" fmla="*/ 1452372 w 3114960"/>
              <a:gd name="connsiteY36871" fmla="*/ 1970151 h 5143785"/>
              <a:gd name="connsiteX36872" fmla="*/ 1452372 w 3114960"/>
              <a:gd name="connsiteY36872" fmla="*/ 1965389 h 5143785"/>
              <a:gd name="connsiteX36873" fmla="*/ 1461897 w 3114960"/>
              <a:gd name="connsiteY36873" fmla="*/ 1965389 h 5143785"/>
              <a:gd name="connsiteX36874" fmla="*/ 1014889 w 3114960"/>
              <a:gd name="connsiteY36874" fmla="*/ 1904048 h 5143785"/>
              <a:gd name="connsiteX36875" fmla="*/ 995839 w 3114960"/>
              <a:gd name="connsiteY36875" fmla="*/ 1904048 h 5143785"/>
              <a:gd name="connsiteX36876" fmla="*/ 995839 w 3114960"/>
              <a:gd name="connsiteY36876" fmla="*/ 1899285 h 5143785"/>
              <a:gd name="connsiteX36877" fmla="*/ 1014889 w 3114960"/>
              <a:gd name="connsiteY36877" fmla="*/ 1899285 h 5143785"/>
              <a:gd name="connsiteX36878" fmla="*/ 1014889 w 3114960"/>
              <a:gd name="connsiteY36878" fmla="*/ 1904048 h 5143785"/>
              <a:gd name="connsiteX36879" fmla="*/ 1311212 w 3114960"/>
              <a:gd name="connsiteY36879" fmla="*/ 1385602 h 5143785"/>
              <a:gd name="connsiteX36880" fmla="*/ 1260157 w 3114960"/>
              <a:gd name="connsiteY36880" fmla="*/ 1432084 h 5143785"/>
              <a:gd name="connsiteX36881" fmla="*/ 835343 w 3114960"/>
              <a:gd name="connsiteY36881" fmla="*/ 1432274 h 5143785"/>
              <a:gd name="connsiteX36882" fmla="*/ 774097 w 3114960"/>
              <a:gd name="connsiteY36882" fmla="*/ 1483805 h 5143785"/>
              <a:gd name="connsiteX36883" fmla="*/ 775907 w 3114960"/>
              <a:gd name="connsiteY36883" fmla="*/ 1693640 h 5143785"/>
              <a:gd name="connsiteX36884" fmla="*/ 814007 w 3114960"/>
              <a:gd name="connsiteY36884" fmla="*/ 1727835 h 5143785"/>
              <a:gd name="connsiteX36885" fmla="*/ 812292 w 3114960"/>
              <a:gd name="connsiteY36885" fmla="*/ 1823180 h 5143785"/>
              <a:gd name="connsiteX36886" fmla="*/ 871347 w 3114960"/>
              <a:gd name="connsiteY36886" fmla="*/ 1888331 h 5143785"/>
              <a:gd name="connsiteX36887" fmla="*/ 869537 w 3114960"/>
              <a:gd name="connsiteY36887" fmla="*/ 1902238 h 5143785"/>
              <a:gd name="connsiteX36888" fmla="*/ 879824 w 3114960"/>
              <a:gd name="connsiteY36888" fmla="*/ 1919192 h 5143785"/>
              <a:gd name="connsiteX36889" fmla="*/ 915924 w 3114960"/>
              <a:gd name="connsiteY36889" fmla="*/ 1913668 h 5143785"/>
              <a:gd name="connsiteX36890" fmla="*/ 920306 w 3114960"/>
              <a:gd name="connsiteY36890" fmla="*/ 1904143 h 5143785"/>
              <a:gd name="connsiteX36891" fmla="*/ 938594 w 3114960"/>
              <a:gd name="connsiteY36891" fmla="*/ 1904143 h 5143785"/>
              <a:gd name="connsiteX36892" fmla="*/ 938594 w 3114960"/>
              <a:gd name="connsiteY36892" fmla="*/ 1899380 h 5143785"/>
              <a:gd name="connsiteX36893" fmla="*/ 920877 w 3114960"/>
              <a:gd name="connsiteY36893" fmla="*/ 1899380 h 5143785"/>
              <a:gd name="connsiteX36894" fmla="*/ 920782 w 3114960"/>
              <a:gd name="connsiteY36894" fmla="*/ 1897380 h 5143785"/>
              <a:gd name="connsiteX36895" fmla="*/ 1018699 w 3114960"/>
              <a:gd name="connsiteY36895" fmla="*/ 1897380 h 5143785"/>
              <a:gd name="connsiteX36896" fmla="*/ 1018985 w 3114960"/>
              <a:gd name="connsiteY36896" fmla="*/ 1902333 h 5143785"/>
              <a:gd name="connsiteX36897" fmla="*/ 1029272 w 3114960"/>
              <a:gd name="connsiteY36897" fmla="*/ 1919288 h 5143785"/>
              <a:gd name="connsiteX36898" fmla="*/ 1039844 w 3114960"/>
              <a:gd name="connsiteY36898" fmla="*/ 1923764 h 5143785"/>
              <a:gd name="connsiteX36899" fmla="*/ 1039844 w 3114960"/>
              <a:gd name="connsiteY36899" fmla="*/ 1968627 h 5143785"/>
              <a:gd name="connsiteX36900" fmla="*/ 1052227 w 3114960"/>
              <a:gd name="connsiteY36900" fmla="*/ 1983010 h 5143785"/>
              <a:gd name="connsiteX36901" fmla="*/ 1191673 w 3114960"/>
              <a:gd name="connsiteY36901" fmla="*/ 1983010 h 5143785"/>
              <a:gd name="connsiteX36902" fmla="*/ 1191673 w 3114960"/>
              <a:gd name="connsiteY36902" fmla="*/ 1989296 h 5143785"/>
              <a:gd name="connsiteX36903" fmla="*/ 1216438 w 3114960"/>
              <a:gd name="connsiteY36903" fmla="*/ 1989296 h 5143785"/>
              <a:gd name="connsiteX36904" fmla="*/ 1216438 w 3114960"/>
              <a:gd name="connsiteY36904" fmla="*/ 1964531 h 5143785"/>
              <a:gd name="connsiteX36905" fmla="*/ 1191673 w 3114960"/>
              <a:gd name="connsiteY36905" fmla="*/ 1964531 h 5143785"/>
              <a:gd name="connsiteX36906" fmla="*/ 1191673 w 3114960"/>
              <a:gd name="connsiteY36906" fmla="*/ 1973485 h 5143785"/>
              <a:gd name="connsiteX36907" fmla="*/ 1056608 w 3114960"/>
              <a:gd name="connsiteY36907" fmla="*/ 1973485 h 5143785"/>
              <a:gd name="connsiteX36908" fmla="*/ 1049369 w 3114960"/>
              <a:gd name="connsiteY36908" fmla="*/ 1965103 h 5143785"/>
              <a:gd name="connsiteX36909" fmla="*/ 1049369 w 3114960"/>
              <a:gd name="connsiteY36909" fmla="*/ 1923764 h 5143785"/>
              <a:gd name="connsiteX36910" fmla="*/ 1065467 w 3114960"/>
              <a:gd name="connsiteY36910" fmla="*/ 1913763 h 5143785"/>
              <a:gd name="connsiteX36911" fmla="*/ 1069848 w 3114960"/>
              <a:gd name="connsiteY36911" fmla="*/ 1904238 h 5143785"/>
              <a:gd name="connsiteX36912" fmla="*/ 1088708 w 3114960"/>
              <a:gd name="connsiteY36912" fmla="*/ 1904238 h 5143785"/>
              <a:gd name="connsiteX36913" fmla="*/ 1088708 w 3114960"/>
              <a:gd name="connsiteY36913" fmla="*/ 1899476 h 5143785"/>
              <a:gd name="connsiteX36914" fmla="*/ 1070515 w 3114960"/>
              <a:gd name="connsiteY36914" fmla="*/ 1899476 h 5143785"/>
              <a:gd name="connsiteX36915" fmla="*/ 1070420 w 3114960"/>
              <a:gd name="connsiteY36915" fmla="*/ 1897475 h 5143785"/>
              <a:gd name="connsiteX36916" fmla="*/ 1168337 w 3114960"/>
              <a:gd name="connsiteY36916" fmla="*/ 1897475 h 5143785"/>
              <a:gd name="connsiteX36917" fmla="*/ 1168622 w 3114960"/>
              <a:gd name="connsiteY36917" fmla="*/ 1902428 h 5143785"/>
              <a:gd name="connsiteX36918" fmla="*/ 1178909 w 3114960"/>
              <a:gd name="connsiteY36918" fmla="*/ 1919383 h 5143785"/>
              <a:gd name="connsiteX36919" fmla="*/ 1215009 w 3114960"/>
              <a:gd name="connsiteY36919" fmla="*/ 1913858 h 5143785"/>
              <a:gd name="connsiteX36920" fmla="*/ 1219772 w 3114960"/>
              <a:gd name="connsiteY36920" fmla="*/ 1901571 h 5143785"/>
              <a:gd name="connsiteX36921" fmla="*/ 1236821 w 3114960"/>
              <a:gd name="connsiteY36921" fmla="*/ 1914430 h 5143785"/>
              <a:gd name="connsiteX36922" fmla="*/ 1283780 w 3114960"/>
              <a:gd name="connsiteY36922" fmla="*/ 1914430 h 5143785"/>
              <a:gd name="connsiteX36923" fmla="*/ 1289018 w 3114960"/>
              <a:gd name="connsiteY36923" fmla="*/ 1918621 h 5143785"/>
              <a:gd name="connsiteX36924" fmla="*/ 1293686 w 3114960"/>
              <a:gd name="connsiteY36924" fmla="*/ 1915859 h 5143785"/>
              <a:gd name="connsiteX36925" fmla="*/ 1383316 w 3114960"/>
              <a:gd name="connsiteY36925" fmla="*/ 1916240 h 5143785"/>
              <a:gd name="connsiteX36926" fmla="*/ 1402366 w 3114960"/>
              <a:gd name="connsiteY36926" fmla="*/ 1927384 h 5143785"/>
              <a:gd name="connsiteX36927" fmla="*/ 1522286 w 3114960"/>
              <a:gd name="connsiteY36927" fmla="*/ 1926622 h 5143785"/>
              <a:gd name="connsiteX36928" fmla="*/ 1534192 w 3114960"/>
              <a:gd name="connsiteY36928" fmla="*/ 1934051 h 5143785"/>
              <a:gd name="connsiteX36929" fmla="*/ 1596866 w 3114960"/>
              <a:gd name="connsiteY36929" fmla="*/ 1933670 h 5143785"/>
              <a:gd name="connsiteX36930" fmla="*/ 1645825 w 3114960"/>
              <a:gd name="connsiteY36930" fmla="*/ 1875568 h 5143785"/>
              <a:gd name="connsiteX36931" fmla="*/ 1676591 w 3114960"/>
              <a:gd name="connsiteY36931" fmla="*/ 1875568 h 5143785"/>
              <a:gd name="connsiteX36932" fmla="*/ 1686020 w 3114960"/>
              <a:gd name="connsiteY36932" fmla="*/ 1883664 h 5143785"/>
              <a:gd name="connsiteX36933" fmla="*/ 1686687 w 3114960"/>
              <a:gd name="connsiteY36933" fmla="*/ 1883664 h 5143785"/>
              <a:gd name="connsiteX36934" fmla="*/ 1697165 w 3114960"/>
              <a:gd name="connsiteY36934" fmla="*/ 1873853 h 5143785"/>
              <a:gd name="connsiteX36935" fmla="*/ 1687354 w 3114960"/>
              <a:gd name="connsiteY36935" fmla="*/ 1862709 h 5143785"/>
              <a:gd name="connsiteX36936" fmla="*/ 1676686 w 3114960"/>
              <a:gd name="connsiteY36936" fmla="*/ 1870805 h 5143785"/>
              <a:gd name="connsiteX36937" fmla="*/ 1643634 w 3114960"/>
              <a:gd name="connsiteY36937" fmla="*/ 1870805 h 5143785"/>
              <a:gd name="connsiteX36938" fmla="*/ 1594676 w 3114960"/>
              <a:gd name="connsiteY36938" fmla="*/ 1928908 h 5143785"/>
              <a:gd name="connsiteX36939" fmla="*/ 1535621 w 3114960"/>
              <a:gd name="connsiteY36939" fmla="*/ 1929289 h 5143785"/>
              <a:gd name="connsiteX36940" fmla="*/ 1523714 w 3114960"/>
              <a:gd name="connsiteY36940" fmla="*/ 1921859 h 5143785"/>
              <a:gd name="connsiteX36941" fmla="*/ 1403795 w 3114960"/>
              <a:gd name="connsiteY36941" fmla="*/ 1922621 h 5143785"/>
              <a:gd name="connsiteX36942" fmla="*/ 1384840 w 3114960"/>
              <a:gd name="connsiteY36942" fmla="*/ 1911477 h 5143785"/>
              <a:gd name="connsiteX36943" fmla="*/ 1294257 w 3114960"/>
              <a:gd name="connsiteY36943" fmla="*/ 1911096 h 5143785"/>
              <a:gd name="connsiteX36944" fmla="*/ 1289304 w 3114960"/>
              <a:gd name="connsiteY36944" fmla="*/ 1907762 h 5143785"/>
              <a:gd name="connsiteX36945" fmla="*/ 1284065 w 3114960"/>
              <a:gd name="connsiteY36945" fmla="*/ 1912049 h 5143785"/>
              <a:gd name="connsiteX36946" fmla="*/ 1237964 w 3114960"/>
              <a:gd name="connsiteY36946" fmla="*/ 1912049 h 5143785"/>
              <a:gd name="connsiteX36947" fmla="*/ 1220343 w 3114960"/>
              <a:gd name="connsiteY36947" fmla="*/ 1898714 h 5143785"/>
              <a:gd name="connsiteX36948" fmla="*/ 1220343 w 3114960"/>
              <a:gd name="connsiteY36948" fmla="*/ 1898428 h 5143785"/>
              <a:gd name="connsiteX36949" fmla="*/ 1237964 w 3114960"/>
              <a:gd name="connsiteY36949" fmla="*/ 1885093 h 5143785"/>
              <a:gd name="connsiteX36950" fmla="*/ 1283970 w 3114960"/>
              <a:gd name="connsiteY36950" fmla="*/ 1885093 h 5143785"/>
              <a:gd name="connsiteX36951" fmla="*/ 1284065 w 3114960"/>
              <a:gd name="connsiteY36951" fmla="*/ 1885855 h 5143785"/>
              <a:gd name="connsiteX36952" fmla="*/ 1291876 w 3114960"/>
              <a:gd name="connsiteY36952" fmla="*/ 1889665 h 5143785"/>
              <a:gd name="connsiteX36953" fmla="*/ 1295781 w 3114960"/>
              <a:gd name="connsiteY36953" fmla="*/ 1884998 h 5143785"/>
              <a:gd name="connsiteX36954" fmla="*/ 1396841 w 3114960"/>
              <a:gd name="connsiteY36954" fmla="*/ 1884998 h 5143785"/>
              <a:gd name="connsiteX36955" fmla="*/ 1425797 w 3114960"/>
              <a:gd name="connsiteY36955" fmla="*/ 1903095 h 5143785"/>
              <a:gd name="connsiteX36956" fmla="*/ 1426083 w 3114960"/>
              <a:gd name="connsiteY36956" fmla="*/ 1903286 h 5143785"/>
              <a:gd name="connsiteX36957" fmla="*/ 1515809 w 3114960"/>
              <a:gd name="connsiteY36957" fmla="*/ 1903571 h 5143785"/>
              <a:gd name="connsiteX36958" fmla="*/ 1516285 w 3114960"/>
              <a:gd name="connsiteY36958" fmla="*/ 1903571 h 5143785"/>
              <a:gd name="connsiteX36959" fmla="*/ 1533144 w 3114960"/>
              <a:gd name="connsiteY36959" fmla="*/ 1889189 h 5143785"/>
              <a:gd name="connsiteX36960" fmla="*/ 1596962 w 3114960"/>
              <a:gd name="connsiteY36960" fmla="*/ 1888903 h 5143785"/>
              <a:gd name="connsiteX36961" fmla="*/ 1597533 w 3114960"/>
              <a:gd name="connsiteY36961" fmla="*/ 1888903 h 5143785"/>
              <a:gd name="connsiteX36962" fmla="*/ 1618107 w 3114960"/>
              <a:gd name="connsiteY36962" fmla="*/ 1865757 h 5143785"/>
              <a:gd name="connsiteX36963" fmla="*/ 1617917 w 3114960"/>
              <a:gd name="connsiteY36963" fmla="*/ 1830324 h 5143785"/>
              <a:gd name="connsiteX36964" fmla="*/ 1636490 w 3114960"/>
              <a:gd name="connsiteY36964" fmla="*/ 1810322 h 5143785"/>
              <a:gd name="connsiteX36965" fmla="*/ 1657541 w 3114960"/>
              <a:gd name="connsiteY36965" fmla="*/ 1810131 h 5143785"/>
              <a:gd name="connsiteX36966" fmla="*/ 1657636 w 3114960"/>
              <a:gd name="connsiteY36966" fmla="*/ 1810893 h 5143785"/>
              <a:gd name="connsiteX36967" fmla="*/ 1665446 w 3114960"/>
              <a:gd name="connsiteY36967" fmla="*/ 1814703 h 5143785"/>
              <a:gd name="connsiteX36968" fmla="*/ 1669256 w 3114960"/>
              <a:gd name="connsiteY36968" fmla="*/ 1806893 h 5143785"/>
              <a:gd name="connsiteX36969" fmla="*/ 1661446 w 3114960"/>
              <a:gd name="connsiteY36969" fmla="*/ 1803082 h 5143785"/>
              <a:gd name="connsiteX36970" fmla="*/ 1657541 w 3114960"/>
              <a:gd name="connsiteY36970" fmla="*/ 1807750 h 5143785"/>
              <a:gd name="connsiteX36971" fmla="*/ 1635538 w 3114960"/>
              <a:gd name="connsiteY36971" fmla="*/ 1807940 h 5143785"/>
              <a:gd name="connsiteX36972" fmla="*/ 1615631 w 3114960"/>
              <a:gd name="connsiteY36972" fmla="*/ 1829372 h 5143785"/>
              <a:gd name="connsiteX36973" fmla="*/ 1615821 w 3114960"/>
              <a:gd name="connsiteY36973" fmla="*/ 1864900 h 5143785"/>
              <a:gd name="connsiteX36974" fmla="*/ 1596581 w 3114960"/>
              <a:gd name="connsiteY36974" fmla="*/ 1886617 h 5143785"/>
              <a:gd name="connsiteX36975" fmla="*/ 1532858 w 3114960"/>
              <a:gd name="connsiteY36975" fmla="*/ 1886903 h 5143785"/>
              <a:gd name="connsiteX36976" fmla="*/ 1532382 w 3114960"/>
              <a:gd name="connsiteY36976" fmla="*/ 1886903 h 5143785"/>
              <a:gd name="connsiteX36977" fmla="*/ 1515523 w 3114960"/>
              <a:gd name="connsiteY36977" fmla="*/ 1901285 h 5143785"/>
              <a:gd name="connsiteX36978" fmla="*/ 1426845 w 3114960"/>
              <a:gd name="connsiteY36978" fmla="*/ 1901000 h 5143785"/>
              <a:gd name="connsiteX36979" fmla="*/ 1397603 w 3114960"/>
              <a:gd name="connsiteY36979" fmla="*/ 1882712 h 5143785"/>
              <a:gd name="connsiteX36980" fmla="*/ 1295876 w 3114960"/>
              <a:gd name="connsiteY36980" fmla="*/ 1882712 h 5143785"/>
              <a:gd name="connsiteX36981" fmla="*/ 1295781 w 3114960"/>
              <a:gd name="connsiteY36981" fmla="*/ 1881950 h 5143785"/>
              <a:gd name="connsiteX36982" fmla="*/ 1287971 w 3114960"/>
              <a:gd name="connsiteY36982" fmla="*/ 1878140 h 5143785"/>
              <a:gd name="connsiteX36983" fmla="*/ 1284065 w 3114960"/>
              <a:gd name="connsiteY36983" fmla="*/ 1882712 h 5143785"/>
              <a:gd name="connsiteX36984" fmla="*/ 1237298 w 3114960"/>
              <a:gd name="connsiteY36984" fmla="*/ 1882712 h 5143785"/>
              <a:gd name="connsiteX36985" fmla="*/ 1220343 w 3114960"/>
              <a:gd name="connsiteY36985" fmla="*/ 1895570 h 5143785"/>
              <a:gd name="connsiteX36986" fmla="*/ 1220343 w 3114960"/>
              <a:gd name="connsiteY36986" fmla="*/ 1894713 h 5143785"/>
              <a:gd name="connsiteX36987" fmla="*/ 1210056 w 3114960"/>
              <a:gd name="connsiteY36987" fmla="*/ 1877759 h 5143785"/>
              <a:gd name="connsiteX36988" fmla="*/ 1194816 w 3114960"/>
              <a:gd name="connsiteY36988" fmla="*/ 1872710 h 5143785"/>
              <a:gd name="connsiteX36989" fmla="*/ 1190816 w 3114960"/>
              <a:gd name="connsiteY36989" fmla="*/ 1872996 h 5143785"/>
              <a:gd name="connsiteX36990" fmla="*/ 1173861 w 3114960"/>
              <a:gd name="connsiteY36990" fmla="*/ 1883283 h 5143785"/>
              <a:gd name="connsiteX36991" fmla="*/ 1169480 w 3114960"/>
              <a:gd name="connsiteY36991" fmla="*/ 1892808 h 5143785"/>
              <a:gd name="connsiteX36992" fmla="*/ 1070324 w 3114960"/>
              <a:gd name="connsiteY36992" fmla="*/ 1892808 h 5143785"/>
              <a:gd name="connsiteX36993" fmla="*/ 1060514 w 3114960"/>
              <a:gd name="connsiteY36993" fmla="*/ 1877759 h 5143785"/>
              <a:gd name="connsiteX36994" fmla="*/ 1045274 w 3114960"/>
              <a:gd name="connsiteY36994" fmla="*/ 1872710 h 5143785"/>
              <a:gd name="connsiteX36995" fmla="*/ 1041273 w 3114960"/>
              <a:gd name="connsiteY36995" fmla="*/ 1872996 h 5143785"/>
              <a:gd name="connsiteX36996" fmla="*/ 1024319 w 3114960"/>
              <a:gd name="connsiteY36996" fmla="*/ 1883283 h 5143785"/>
              <a:gd name="connsiteX36997" fmla="*/ 1019937 w 3114960"/>
              <a:gd name="connsiteY36997" fmla="*/ 1892808 h 5143785"/>
              <a:gd name="connsiteX36998" fmla="*/ 920782 w 3114960"/>
              <a:gd name="connsiteY36998" fmla="*/ 1892808 h 5143785"/>
              <a:gd name="connsiteX36999" fmla="*/ 910971 w 3114960"/>
              <a:gd name="connsiteY36999" fmla="*/ 1877759 h 5143785"/>
              <a:gd name="connsiteX37000" fmla="*/ 895731 w 3114960"/>
              <a:gd name="connsiteY37000" fmla="*/ 1872710 h 5143785"/>
              <a:gd name="connsiteX37001" fmla="*/ 891731 w 3114960"/>
              <a:gd name="connsiteY37001" fmla="*/ 1872996 h 5143785"/>
              <a:gd name="connsiteX37002" fmla="*/ 875729 w 3114960"/>
              <a:gd name="connsiteY37002" fmla="*/ 1882235 h 5143785"/>
              <a:gd name="connsiteX37003" fmla="*/ 820007 w 3114960"/>
              <a:gd name="connsiteY37003" fmla="*/ 1820704 h 5143785"/>
              <a:gd name="connsiteX37004" fmla="*/ 821722 w 3114960"/>
              <a:gd name="connsiteY37004" fmla="*/ 1724978 h 5143785"/>
              <a:gd name="connsiteX37005" fmla="*/ 783527 w 3114960"/>
              <a:gd name="connsiteY37005" fmla="*/ 1690688 h 5143785"/>
              <a:gd name="connsiteX37006" fmla="*/ 781717 w 3114960"/>
              <a:gd name="connsiteY37006" fmla="*/ 1487329 h 5143785"/>
              <a:gd name="connsiteX37007" fmla="*/ 838391 w 3114960"/>
              <a:gd name="connsiteY37007" fmla="*/ 1439609 h 5143785"/>
              <a:gd name="connsiteX37008" fmla="*/ 1263301 w 3114960"/>
              <a:gd name="connsiteY37008" fmla="*/ 1439418 h 5143785"/>
              <a:gd name="connsiteX37009" fmla="*/ 1315307 w 3114960"/>
              <a:gd name="connsiteY37009" fmla="*/ 1392079 h 5143785"/>
              <a:gd name="connsiteX37010" fmla="*/ 1316736 w 3114960"/>
              <a:gd name="connsiteY37010" fmla="*/ 1392365 h 5143785"/>
              <a:gd name="connsiteX37011" fmla="*/ 1332833 w 3114960"/>
              <a:gd name="connsiteY37011" fmla="*/ 1392365 h 5143785"/>
              <a:gd name="connsiteX37012" fmla="*/ 1337882 w 3114960"/>
              <a:gd name="connsiteY37012" fmla="*/ 1387316 h 5143785"/>
              <a:gd name="connsiteX37013" fmla="*/ 1337882 w 3114960"/>
              <a:gd name="connsiteY37013" fmla="*/ 1371219 h 5143785"/>
              <a:gd name="connsiteX37014" fmla="*/ 1332833 w 3114960"/>
              <a:gd name="connsiteY37014" fmla="*/ 1366171 h 5143785"/>
              <a:gd name="connsiteX37015" fmla="*/ 1316736 w 3114960"/>
              <a:gd name="connsiteY37015" fmla="*/ 1366171 h 5143785"/>
              <a:gd name="connsiteX37016" fmla="*/ 1311688 w 3114960"/>
              <a:gd name="connsiteY37016" fmla="*/ 1371219 h 5143785"/>
              <a:gd name="connsiteX37017" fmla="*/ 1311688 w 3114960"/>
              <a:gd name="connsiteY37017" fmla="*/ 1385888 h 5143785"/>
              <a:gd name="connsiteX37018" fmla="*/ 1196435 w 3114960"/>
              <a:gd name="connsiteY37018" fmla="*/ 1969103 h 5143785"/>
              <a:gd name="connsiteX37019" fmla="*/ 1211675 w 3114960"/>
              <a:gd name="connsiteY37019" fmla="*/ 1969103 h 5143785"/>
              <a:gd name="connsiteX37020" fmla="*/ 1211675 w 3114960"/>
              <a:gd name="connsiteY37020" fmla="*/ 1984343 h 5143785"/>
              <a:gd name="connsiteX37021" fmla="*/ 1196435 w 3114960"/>
              <a:gd name="connsiteY37021" fmla="*/ 1984343 h 5143785"/>
              <a:gd name="connsiteX37022" fmla="*/ 1196435 w 3114960"/>
              <a:gd name="connsiteY37022" fmla="*/ 1969103 h 5143785"/>
              <a:gd name="connsiteX37023" fmla="*/ 1686211 w 3114960"/>
              <a:gd name="connsiteY37023" fmla="*/ 1867186 h 5143785"/>
              <a:gd name="connsiteX37024" fmla="*/ 1686592 w 3114960"/>
              <a:gd name="connsiteY37024" fmla="*/ 1867186 h 5143785"/>
              <a:gd name="connsiteX37025" fmla="*/ 1691926 w 3114960"/>
              <a:gd name="connsiteY37025" fmla="*/ 1873282 h 5143785"/>
              <a:gd name="connsiteX37026" fmla="*/ 1685830 w 3114960"/>
              <a:gd name="connsiteY37026" fmla="*/ 1878616 h 5143785"/>
              <a:gd name="connsiteX37027" fmla="*/ 1680496 w 3114960"/>
              <a:gd name="connsiteY37027" fmla="*/ 1872520 h 5143785"/>
              <a:gd name="connsiteX37028" fmla="*/ 1686211 w 3114960"/>
              <a:gd name="connsiteY37028" fmla="*/ 1867186 h 5143785"/>
              <a:gd name="connsiteX37029" fmla="*/ 1288732 w 3114960"/>
              <a:gd name="connsiteY37029" fmla="*/ 1909858 h 5143785"/>
              <a:gd name="connsiteX37030" fmla="*/ 1291781 w 3114960"/>
              <a:gd name="connsiteY37030" fmla="*/ 1912906 h 5143785"/>
              <a:gd name="connsiteX37031" fmla="*/ 1288732 w 3114960"/>
              <a:gd name="connsiteY37031" fmla="*/ 1915954 h 5143785"/>
              <a:gd name="connsiteX37032" fmla="*/ 1285685 w 3114960"/>
              <a:gd name="connsiteY37032" fmla="*/ 1912906 h 5143785"/>
              <a:gd name="connsiteX37033" fmla="*/ 1288732 w 3114960"/>
              <a:gd name="connsiteY37033" fmla="*/ 1909858 h 5143785"/>
              <a:gd name="connsiteX37034" fmla="*/ 1177004 w 3114960"/>
              <a:gd name="connsiteY37034" fmla="*/ 1885855 h 5143785"/>
              <a:gd name="connsiteX37035" fmla="*/ 1190816 w 3114960"/>
              <a:gd name="connsiteY37035" fmla="*/ 1877473 h 5143785"/>
              <a:gd name="connsiteX37036" fmla="*/ 1206532 w 3114960"/>
              <a:gd name="connsiteY37036" fmla="*/ 1881283 h 5143785"/>
              <a:gd name="connsiteX37037" fmla="*/ 1214914 w 3114960"/>
              <a:gd name="connsiteY37037" fmla="*/ 1895094 h 5143785"/>
              <a:gd name="connsiteX37038" fmla="*/ 1211104 w 3114960"/>
              <a:gd name="connsiteY37038" fmla="*/ 1910810 h 5143785"/>
              <a:gd name="connsiteX37039" fmla="*/ 1181576 w 3114960"/>
              <a:gd name="connsiteY37039" fmla="*/ 1915382 h 5143785"/>
              <a:gd name="connsiteX37040" fmla="*/ 1177100 w 3114960"/>
              <a:gd name="connsiteY37040" fmla="*/ 1885950 h 5143785"/>
              <a:gd name="connsiteX37041" fmla="*/ 1027557 w 3114960"/>
              <a:gd name="connsiteY37041" fmla="*/ 1885855 h 5143785"/>
              <a:gd name="connsiteX37042" fmla="*/ 1041368 w 3114960"/>
              <a:gd name="connsiteY37042" fmla="*/ 1877473 h 5143785"/>
              <a:gd name="connsiteX37043" fmla="*/ 1057085 w 3114960"/>
              <a:gd name="connsiteY37043" fmla="*/ 1881283 h 5143785"/>
              <a:gd name="connsiteX37044" fmla="*/ 1065467 w 3114960"/>
              <a:gd name="connsiteY37044" fmla="*/ 1895094 h 5143785"/>
              <a:gd name="connsiteX37045" fmla="*/ 1061657 w 3114960"/>
              <a:gd name="connsiteY37045" fmla="*/ 1910810 h 5143785"/>
              <a:gd name="connsiteX37046" fmla="*/ 1032129 w 3114960"/>
              <a:gd name="connsiteY37046" fmla="*/ 1915382 h 5143785"/>
              <a:gd name="connsiteX37047" fmla="*/ 1027652 w 3114960"/>
              <a:gd name="connsiteY37047" fmla="*/ 1885950 h 5143785"/>
              <a:gd name="connsiteX37048" fmla="*/ 878205 w 3114960"/>
              <a:gd name="connsiteY37048" fmla="*/ 1885855 h 5143785"/>
              <a:gd name="connsiteX37049" fmla="*/ 892016 w 3114960"/>
              <a:gd name="connsiteY37049" fmla="*/ 1877473 h 5143785"/>
              <a:gd name="connsiteX37050" fmla="*/ 907733 w 3114960"/>
              <a:gd name="connsiteY37050" fmla="*/ 1881283 h 5143785"/>
              <a:gd name="connsiteX37051" fmla="*/ 916115 w 3114960"/>
              <a:gd name="connsiteY37051" fmla="*/ 1895094 h 5143785"/>
              <a:gd name="connsiteX37052" fmla="*/ 912304 w 3114960"/>
              <a:gd name="connsiteY37052" fmla="*/ 1910810 h 5143785"/>
              <a:gd name="connsiteX37053" fmla="*/ 882777 w 3114960"/>
              <a:gd name="connsiteY37053" fmla="*/ 1915382 h 5143785"/>
              <a:gd name="connsiteX37054" fmla="*/ 878300 w 3114960"/>
              <a:gd name="connsiteY37054" fmla="*/ 1885950 h 5143785"/>
              <a:gd name="connsiteX37055" fmla="*/ 1316260 w 3114960"/>
              <a:gd name="connsiteY37055" fmla="*/ 1370648 h 5143785"/>
              <a:gd name="connsiteX37056" fmla="*/ 1332738 w 3114960"/>
              <a:gd name="connsiteY37056" fmla="*/ 1370933 h 5143785"/>
              <a:gd name="connsiteX37057" fmla="*/ 1332738 w 3114960"/>
              <a:gd name="connsiteY37057" fmla="*/ 1387031 h 5143785"/>
              <a:gd name="connsiteX37058" fmla="*/ 1332452 w 3114960"/>
              <a:gd name="connsiteY37058" fmla="*/ 1387316 h 5143785"/>
              <a:gd name="connsiteX37059" fmla="*/ 1315974 w 3114960"/>
              <a:gd name="connsiteY37059" fmla="*/ 1387031 h 5143785"/>
              <a:gd name="connsiteX37060" fmla="*/ 1316260 w 3114960"/>
              <a:gd name="connsiteY37060" fmla="*/ 1370552 h 5143785"/>
              <a:gd name="connsiteX37061" fmla="*/ 1145762 w 3114960"/>
              <a:gd name="connsiteY37061" fmla="*/ 1904048 h 5143785"/>
              <a:gd name="connsiteX37062" fmla="*/ 1145762 w 3114960"/>
              <a:gd name="connsiteY37062" fmla="*/ 1899285 h 5143785"/>
              <a:gd name="connsiteX37063" fmla="*/ 1164812 w 3114960"/>
              <a:gd name="connsiteY37063" fmla="*/ 1899285 h 5143785"/>
              <a:gd name="connsiteX37064" fmla="*/ 1164812 w 3114960"/>
              <a:gd name="connsiteY37064" fmla="*/ 1904048 h 5143785"/>
              <a:gd name="connsiteX37065" fmla="*/ 1145762 w 3114960"/>
              <a:gd name="connsiteY37065" fmla="*/ 1904048 h 5143785"/>
              <a:gd name="connsiteX37066" fmla="*/ 976789 w 3114960"/>
              <a:gd name="connsiteY37066" fmla="*/ 1904048 h 5143785"/>
              <a:gd name="connsiteX37067" fmla="*/ 957739 w 3114960"/>
              <a:gd name="connsiteY37067" fmla="*/ 1904048 h 5143785"/>
              <a:gd name="connsiteX37068" fmla="*/ 957739 w 3114960"/>
              <a:gd name="connsiteY37068" fmla="*/ 1899285 h 5143785"/>
              <a:gd name="connsiteX37069" fmla="*/ 976789 w 3114960"/>
              <a:gd name="connsiteY37069" fmla="*/ 1899285 h 5143785"/>
              <a:gd name="connsiteX37070" fmla="*/ 976789 w 3114960"/>
              <a:gd name="connsiteY37070" fmla="*/ 1904048 h 5143785"/>
              <a:gd name="connsiteX37071" fmla="*/ 16288 w 3114960"/>
              <a:gd name="connsiteY37071" fmla="*/ 2702719 h 5143785"/>
              <a:gd name="connsiteX37072" fmla="*/ 13811 w 3114960"/>
              <a:gd name="connsiteY37072" fmla="*/ 2684812 h 5143785"/>
              <a:gd name="connsiteX37073" fmla="*/ 31718 w 3114960"/>
              <a:gd name="connsiteY37073" fmla="*/ 2682335 h 5143785"/>
              <a:gd name="connsiteX37074" fmla="*/ 34195 w 3114960"/>
              <a:gd name="connsiteY37074" fmla="*/ 2700242 h 5143785"/>
              <a:gd name="connsiteX37075" fmla="*/ 16288 w 3114960"/>
              <a:gd name="connsiteY37075" fmla="*/ 2702719 h 5143785"/>
              <a:gd name="connsiteX37076" fmla="*/ 944975 w 3114960"/>
              <a:gd name="connsiteY37076" fmla="*/ 1945767 h 5143785"/>
              <a:gd name="connsiteX37077" fmla="*/ 943261 w 3114960"/>
              <a:gd name="connsiteY37077" fmla="*/ 1949291 h 5143785"/>
              <a:gd name="connsiteX37078" fmla="*/ 944499 w 3114960"/>
              <a:gd name="connsiteY37078" fmla="*/ 1953006 h 5143785"/>
              <a:gd name="connsiteX37079" fmla="*/ 952976 w 3114960"/>
              <a:gd name="connsiteY37079" fmla="*/ 1962722 h 5143785"/>
              <a:gd name="connsiteX37080" fmla="*/ 953738 w 3114960"/>
              <a:gd name="connsiteY37080" fmla="*/ 1963293 h 5143785"/>
              <a:gd name="connsiteX37081" fmla="*/ 953738 w 3114960"/>
              <a:gd name="connsiteY37081" fmla="*/ 2034445 h 5143785"/>
              <a:gd name="connsiteX37082" fmla="*/ 999649 w 3114960"/>
              <a:gd name="connsiteY37082" fmla="*/ 2077403 h 5143785"/>
              <a:gd name="connsiteX37083" fmla="*/ 1284161 w 3114960"/>
              <a:gd name="connsiteY37083" fmla="*/ 2077403 h 5143785"/>
              <a:gd name="connsiteX37084" fmla="*/ 1320737 w 3114960"/>
              <a:gd name="connsiteY37084" fmla="*/ 2100072 h 5143785"/>
              <a:gd name="connsiteX37085" fmla="*/ 1441418 w 3114960"/>
              <a:gd name="connsiteY37085" fmla="*/ 2100072 h 5143785"/>
              <a:gd name="connsiteX37086" fmla="*/ 1444181 w 3114960"/>
              <a:gd name="connsiteY37086" fmla="*/ 2101310 h 5143785"/>
              <a:gd name="connsiteX37087" fmla="*/ 1447800 w 3114960"/>
              <a:gd name="connsiteY37087" fmla="*/ 2097691 h 5143785"/>
              <a:gd name="connsiteX37088" fmla="*/ 1444181 w 3114960"/>
              <a:gd name="connsiteY37088" fmla="*/ 2094071 h 5143785"/>
              <a:gd name="connsiteX37089" fmla="*/ 1441418 w 3114960"/>
              <a:gd name="connsiteY37089" fmla="*/ 2095310 h 5143785"/>
              <a:gd name="connsiteX37090" fmla="*/ 1322070 w 3114960"/>
              <a:gd name="connsiteY37090" fmla="*/ 2095310 h 5143785"/>
              <a:gd name="connsiteX37091" fmla="*/ 1285494 w 3114960"/>
              <a:gd name="connsiteY37091" fmla="*/ 2072640 h 5143785"/>
              <a:gd name="connsiteX37092" fmla="*/ 1001554 w 3114960"/>
              <a:gd name="connsiteY37092" fmla="*/ 2072640 h 5143785"/>
              <a:gd name="connsiteX37093" fmla="*/ 958501 w 3114960"/>
              <a:gd name="connsiteY37093" fmla="*/ 2032445 h 5143785"/>
              <a:gd name="connsiteX37094" fmla="*/ 958501 w 3114960"/>
              <a:gd name="connsiteY37094" fmla="*/ 1964150 h 5143785"/>
              <a:gd name="connsiteX37095" fmla="*/ 960120 w 3114960"/>
              <a:gd name="connsiteY37095" fmla="*/ 1963198 h 5143785"/>
              <a:gd name="connsiteX37096" fmla="*/ 969836 w 3114960"/>
              <a:gd name="connsiteY37096" fmla="*/ 1954721 h 5143785"/>
              <a:gd name="connsiteX37097" fmla="*/ 971550 w 3114960"/>
              <a:gd name="connsiteY37097" fmla="*/ 1951196 h 5143785"/>
              <a:gd name="connsiteX37098" fmla="*/ 970312 w 3114960"/>
              <a:gd name="connsiteY37098" fmla="*/ 1947482 h 5143785"/>
              <a:gd name="connsiteX37099" fmla="*/ 961835 w 3114960"/>
              <a:gd name="connsiteY37099" fmla="*/ 1937766 h 5143785"/>
              <a:gd name="connsiteX37100" fmla="*/ 954691 w 3114960"/>
              <a:gd name="connsiteY37100" fmla="*/ 1937290 h 5143785"/>
              <a:gd name="connsiteX37101" fmla="*/ 944975 w 3114960"/>
              <a:gd name="connsiteY37101" fmla="*/ 1945767 h 5143785"/>
              <a:gd name="connsiteX37102" fmla="*/ 966788 w 3114960"/>
              <a:gd name="connsiteY37102" fmla="*/ 1951006 h 5143785"/>
              <a:gd name="connsiteX37103" fmla="*/ 956596 w 3114960"/>
              <a:gd name="connsiteY37103" fmla="*/ 1959483 h 5143785"/>
              <a:gd name="connsiteX37104" fmla="*/ 948119 w 3114960"/>
              <a:gd name="connsiteY37104" fmla="*/ 1949768 h 5143785"/>
              <a:gd name="connsiteX37105" fmla="*/ 948119 w 3114960"/>
              <a:gd name="connsiteY37105" fmla="*/ 1949291 h 5143785"/>
              <a:gd name="connsiteX37106" fmla="*/ 958310 w 3114960"/>
              <a:gd name="connsiteY37106" fmla="*/ 1940814 h 5143785"/>
              <a:gd name="connsiteX37107" fmla="*/ 966788 w 3114960"/>
              <a:gd name="connsiteY37107" fmla="*/ 1951006 h 5143785"/>
              <a:gd name="connsiteX37108" fmla="*/ 993362 w 3114960"/>
              <a:gd name="connsiteY37108" fmla="*/ 1953768 h 5143785"/>
              <a:gd name="connsiteX37109" fmla="*/ 1002506 w 3114960"/>
              <a:gd name="connsiteY37109" fmla="*/ 1962912 h 5143785"/>
              <a:gd name="connsiteX37110" fmla="*/ 1003745 w 3114960"/>
              <a:gd name="connsiteY37110" fmla="*/ 1963769 h 5143785"/>
              <a:gd name="connsiteX37111" fmla="*/ 1003173 w 3114960"/>
              <a:gd name="connsiteY37111" fmla="*/ 2014823 h 5143785"/>
              <a:gd name="connsiteX37112" fmla="*/ 1022033 w 3114960"/>
              <a:gd name="connsiteY37112" fmla="*/ 2032921 h 5143785"/>
              <a:gd name="connsiteX37113" fmla="*/ 1277779 w 3114960"/>
              <a:gd name="connsiteY37113" fmla="*/ 2032921 h 5143785"/>
              <a:gd name="connsiteX37114" fmla="*/ 1314355 w 3114960"/>
              <a:gd name="connsiteY37114" fmla="*/ 2055686 h 5143785"/>
              <a:gd name="connsiteX37115" fmla="*/ 1431417 w 3114960"/>
              <a:gd name="connsiteY37115" fmla="*/ 2055686 h 5143785"/>
              <a:gd name="connsiteX37116" fmla="*/ 1431417 w 3114960"/>
              <a:gd name="connsiteY37116" fmla="*/ 2059019 h 5143785"/>
              <a:gd name="connsiteX37117" fmla="*/ 1437418 w 3114960"/>
              <a:gd name="connsiteY37117" fmla="*/ 2065020 h 5143785"/>
              <a:gd name="connsiteX37118" fmla="*/ 1451420 w 3114960"/>
              <a:gd name="connsiteY37118" fmla="*/ 2065020 h 5143785"/>
              <a:gd name="connsiteX37119" fmla="*/ 1457420 w 3114960"/>
              <a:gd name="connsiteY37119" fmla="*/ 2059019 h 5143785"/>
              <a:gd name="connsiteX37120" fmla="*/ 1457420 w 3114960"/>
              <a:gd name="connsiteY37120" fmla="*/ 2045018 h 5143785"/>
              <a:gd name="connsiteX37121" fmla="*/ 1451420 w 3114960"/>
              <a:gd name="connsiteY37121" fmla="*/ 2039017 h 5143785"/>
              <a:gd name="connsiteX37122" fmla="*/ 1437418 w 3114960"/>
              <a:gd name="connsiteY37122" fmla="*/ 2039017 h 5143785"/>
              <a:gd name="connsiteX37123" fmla="*/ 1431417 w 3114960"/>
              <a:gd name="connsiteY37123" fmla="*/ 2045018 h 5143785"/>
              <a:gd name="connsiteX37124" fmla="*/ 1431417 w 3114960"/>
              <a:gd name="connsiteY37124" fmla="*/ 2050923 h 5143785"/>
              <a:gd name="connsiteX37125" fmla="*/ 1315784 w 3114960"/>
              <a:gd name="connsiteY37125" fmla="*/ 2050923 h 5143785"/>
              <a:gd name="connsiteX37126" fmla="*/ 1279207 w 3114960"/>
              <a:gd name="connsiteY37126" fmla="*/ 2028253 h 5143785"/>
              <a:gd name="connsiteX37127" fmla="*/ 1024033 w 3114960"/>
              <a:gd name="connsiteY37127" fmla="*/ 2028253 h 5143785"/>
              <a:gd name="connsiteX37128" fmla="*/ 1008031 w 3114960"/>
              <a:gd name="connsiteY37128" fmla="*/ 2012918 h 5143785"/>
              <a:gd name="connsiteX37129" fmla="*/ 1008602 w 3114960"/>
              <a:gd name="connsiteY37129" fmla="*/ 1963865 h 5143785"/>
              <a:gd name="connsiteX37130" fmla="*/ 1009841 w 3114960"/>
              <a:gd name="connsiteY37130" fmla="*/ 1963007 h 5143785"/>
              <a:gd name="connsiteX37131" fmla="*/ 1018985 w 3114960"/>
              <a:gd name="connsiteY37131" fmla="*/ 1953863 h 5143785"/>
              <a:gd name="connsiteX37132" fmla="*/ 1018985 w 3114960"/>
              <a:gd name="connsiteY37132" fmla="*/ 1946720 h 5143785"/>
              <a:gd name="connsiteX37133" fmla="*/ 1009841 w 3114960"/>
              <a:gd name="connsiteY37133" fmla="*/ 1937576 h 5143785"/>
              <a:gd name="connsiteX37134" fmla="*/ 1006221 w 3114960"/>
              <a:gd name="connsiteY37134" fmla="*/ 1936052 h 5143785"/>
              <a:gd name="connsiteX37135" fmla="*/ 1006221 w 3114960"/>
              <a:gd name="connsiteY37135" fmla="*/ 1936052 h 5143785"/>
              <a:gd name="connsiteX37136" fmla="*/ 1002602 w 3114960"/>
              <a:gd name="connsiteY37136" fmla="*/ 1937576 h 5143785"/>
              <a:gd name="connsiteX37137" fmla="*/ 993458 w 3114960"/>
              <a:gd name="connsiteY37137" fmla="*/ 1946720 h 5143785"/>
              <a:gd name="connsiteX37138" fmla="*/ 993458 w 3114960"/>
              <a:gd name="connsiteY37138" fmla="*/ 1953863 h 5143785"/>
              <a:gd name="connsiteX37139" fmla="*/ 1436084 w 3114960"/>
              <a:gd name="connsiteY37139" fmla="*/ 2044827 h 5143785"/>
              <a:gd name="connsiteX37140" fmla="*/ 1437323 w 3114960"/>
              <a:gd name="connsiteY37140" fmla="*/ 2043589 h 5143785"/>
              <a:gd name="connsiteX37141" fmla="*/ 1451324 w 3114960"/>
              <a:gd name="connsiteY37141" fmla="*/ 2043589 h 5143785"/>
              <a:gd name="connsiteX37142" fmla="*/ 1452563 w 3114960"/>
              <a:gd name="connsiteY37142" fmla="*/ 2044827 h 5143785"/>
              <a:gd name="connsiteX37143" fmla="*/ 1452563 w 3114960"/>
              <a:gd name="connsiteY37143" fmla="*/ 2058829 h 5143785"/>
              <a:gd name="connsiteX37144" fmla="*/ 1451324 w 3114960"/>
              <a:gd name="connsiteY37144" fmla="*/ 2060067 h 5143785"/>
              <a:gd name="connsiteX37145" fmla="*/ 1437323 w 3114960"/>
              <a:gd name="connsiteY37145" fmla="*/ 2060067 h 5143785"/>
              <a:gd name="connsiteX37146" fmla="*/ 1436084 w 3114960"/>
              <a:gd name="connsiteY37146" fmla="*/ 2058829 h 5143785"/>
              <a:gd name="connsiteX37147" fmla="*/ 1436084 w 3114960"/>
              <a:gd name="connsiteY37147" fmla="*/ 2044827 h 5143785"/>
              <a:gd name="connsiteX37148" fmla="*/ 1006316 w 3114960"/>
              <a:gd name="connsiteY37148" fmla="*/ 1940814 h 5143785"/>
              <a:gd name="connsiteX37149" fmla="*/ 1015460 w 3114960"/>
              <a:gd name="connsiteY37149" fmla="*/ 1950434 h 5143785"/>
              <a:gd name="connsiteX37150" fmla="*/ 1005840 w 3114960"/>
              <a:gd name="connsiteY37150" fmla="*/ 1959578 h 5143785"/>
              <a:gd name="connsiteX37151" fmla="*/ 996696 w 3114960"/>
              <a:gd name="connsiteY37151" fmla="*/ 1950434 h 5143785"/>
              <a:gd name="connsiteX37152" fmla="*/ 996696 w 3114960"/>
              <a:gd name="connsiteY37152" fmla="*/ 1949958 h 5143785"/>
              <a:gd name="connsiteX37153" fmla="*/ 1006316 w 3114960"/>
              <a:gd name="connsiteY37153" fmla="*/ 1940814 h 5143785"/>
              <a:gd name="connsiteX37154" fmla="*/ 1067467 w 3114960"/>
              <a:gd name="connsiteY37154" fmla="*/ 2466118 h 5143785"/>
              <a:gd name="connsiteX37155" fmla="*/ 1073753 w 3114960"/>
              <a:gd name="connsiteY37155" fmla="*/ 2472880 h 5143785"/>
              <a:gd name="connsiteX37156" fmla="*/ 1068515 w 3114960"/>
              <a:gd name="connsiteY37156" fmla="*/ 2477738 h 5143785"/>
              <a:gd name="connsiteX37157" fmla="*/ 1062228 w 3114960"/>
              <a:gd name="connsiteY37157" fmla="*/ 2470976 h 5143785"/>
              <a:gd name="connsiteX37158" fmla="*/ 1067467 w 3114960"/>
              <a:gd name="connsiteY37158" fmla="*/ 2466118 h 5143785"/>
              <a:gd name="connsiteX37159" fmla="*/ 1150334 w 3114960"/>
              <a:gd name="connsiteY37159" fmla="*/ 3745516 h 5143785"/>
              <a:gd name="connsiteX37160" fmla="*/ 1150334 w 3114960"/>
              <a:gd name="connsiteY37160" fmla="*/ 3731990 h 5143785"/>
              <a:gd name="connsiteX37161" fmla="*/ 1143191 w 3114960"/>
              <a:gd name="connsiteY37161" fmla="*/ 3724847 h 5143785"/>
              <a:gd name="connsiteX37162" fmla="*/ 1129665 w 3114960"/>
              <a:gd name="connsiteY37162" fmla="*/ 3724847 h 5143785"/>
              <a:gd name="connsiteX37163" fmla="*/ 1122521 w 3114960"/>
              <a:gd name="connsiteY37163" fmla="*/ 3731990 h 5143785"/>
              <a:gd name="connsiteX37164" fmla="*/ 1122521 w 3114960"/>
              <a:gd name="connsiteY37164" fmla="*/ 3736372 h 5143785"/>
              <a:gd name="connsiteX37165" fmla="*/ 1102519 w 3114960"/>
              <a:gd name="connsiteY37165" fmla="*/ 3736372 h 5143785"/>
              <a:gd name="connsiteX37166" fmla="*/ 1074134 w 3114960"/>
              <a:gd name="connsiteY37166" fmla="*/ 3709226 h 5143785"/>
              <a:gd name="connsiteX37167" fmla="*/ 974884 w 3114960"/>
              <a:gd name="connsiteY37167" fmla="*/ 3708654 h 5143785"/>
              <a:gd name="connsiteX37168" fmla="*/ 956310 w 3114960"/>
              <a:gd name="connsiteY37168" fmla="*/ 3690366 h 5143785"/>
              <a:gd name="connsiteX37169" fmla="*/ 956310 w 3114960"/>
              <a:gd name="connsiteY37169" fmla="*/ 3543300 h 5143785"/>
              <a:gd name="connsiteX37170" fmla="*/ 929926 w 3114960"/>
              <a:gd name="connsiteY37170" fmla="*/ 3518154 h 5143785"/>
              <a:gd name="connsiteX37171" fmla="*/ 844963 w 3114960"/>
              <a:gd name="connsiteY37171" fmla="*/ 3518154 h 5143785"/>
              <a:gd name="connsiteX37172" fmla="*/ 835724 w 3114960"/>
              <a:gd name="connsiteY37172" fmla="*/ 3510820 h 5143785"/>
              <a:gd name="connsiteX37173" fmla="*/ 826008 w 3114960"/>
              <a:gd name="connsiteY37173" fmla="*/ 3520535 h 5143785"/>
              <a:gd name="connsiteX37174" fmla="*/ 835724 w 3114960"/>
              <a:gd name="connsiteY37174" fmla="*/ 3530251 h 5143785"/>
              <a:gd name="connsiteX37175" fmla="*/ 844963 w 3114960"/>
              <a:gd name="connsiteY37175" fmla="*/ 3522917 h 5143785"/>
              <a:gd name="connsiteX37176" fmla="*/ 928021 w 3114960"/>
              <a:gd name="connsiteY37176" fmla="*/ 3522917 h 5143785"/>
              <a:gd name="connsiteX37177" fmla="*/ 951548 w 3114960"/>
              <a:gd name="connsiteY37177" fmla="*/ 3545300 h 5143785"/>
              <a:gd name="connsiteX37178" fmla="*/ 951548 w 3114960"/>
              <a:gd name="connsiteY37178" fmla="*/ 3692271 h 5143785"/>
              <a:gd name="connsiteX37179" fmla="*/ 972979 w 3114960"/>
              <a:gd name="connsiteY37179" fmla="*/ 3713321 h 5143785"/>
              <a:gd name="connsiteX37180" fmla="*/ 1072229 w 3114960"/>
              <a:gd name="connsiteY37180" fmla="*/ 3713893 h 5143785"/>
              <a:gd name="connsiteX37181" fmla="*/ 1100614 w 3114960"/>
              <a:gd name="connsiteY37181" fmla="*/ 3741039 h 5143785"/>
              <a:gd name="connsiteX37182" fmla="*/ 1122521 w 3114960"/>
              <a:gd name="connsiteY37182" fmla="*/ 3741039 h 5143785"/>
              <a:gd name="connsiteX37183" fmla="*/ 1122521 w 3114960"/>
              <a:gd name="connsiteY37183" fmla="*/ 3745421 h 5143785"/>
              <a:gd name="connsiteX37184" fmla="*/ 1129665 w 3114960"/>
              <a:gd name="connsiteY37184" fmla="*/ 3752564 h 5143785"/>
              <a:gd name="connsiteX37185" fmla="*/ 1143191 w 3114960"/>
              <a:gd name="connsiteY37185" fmla="*/ 3752564 h 5143785"/>
              <a:gd name="connsiteX37186" fmla="*/ 1150334 w 3114960"/>
              <a:gd name="connsiteY37186" fmla="*/ 3745421 h 5143785"/>
              <a:gd name="connsiteX37187" fmla="*/ 835724 w 3114960"/>
              <a:gd name="connsiteY37187" fmla="*/ 3525584 h 5143785"/>
              <a:gd name="connsiteX37188" fmla="*/ 830771 w 3114960"/>
              <a:gd name="connsiteY37188" fmla="*/ 3520630 h 5143785"/>
              <a:gd name="connsiteX37189" fmla="*/ 835724 w 3114960"/>
              <a:gd name="connsiteY37189" fmla="*/ 3515678 h 5143785"/>
              <a:gd name="connsiteX37190" fmla="*/ 840677 w 3114960"/>
              <a:gd name="connsiteY37190" fmla="*/ 3520630 h 5143785"/>
              <a:gd name="connsiteX37191" fmla="*/ 835724 w 3114960"/>
              <a:gd name="connsiteY37191" fmla="*/ 3525584 h 5143785"/>
              <a:gd name="connsiteX37192" fmla="*/ 1127284 w 3114960"/>
              <a:gd name="connsiteY37192" fmla="*/ 3745516 h 5143785"/>
              <a:gd name="connsiteX37193" fmla="*/ 1127284 w 3114960"/>
              <a:gd name="connsiteY37193" fmla="*/ 3731990 h 5143785"/>
              <a:gd name="connsiteX37194" fmla="*/ 1129665 w 3114960"/>
              <a:gd name="connsiteY37194" fmla="*/ 3729609 h 5143785"/>
              <a:gd name="connsiteX37195" fmla="*/ 1143191 w 3114960"/>
              <a:gd name="connsiteY37195" fmla="*/ 3729609 h 5143785"/>
              <a:gd name="connsiteX37196" fmla="*/ 1145572 w 3114960"/>
              <a:gd name="connsiteY37196" fmla="*/ 3731990 h 5143785"/>
              <a:gd name="connsiteX37197" fmla="*/ 1145572 w 3114960"/>
              <a:gd name="connsiteY37197" fmla="*/ 3745516 h 5143785"/>
              <a:gd name="connsiteX37198" fmla="*/ 1143191 w 3114960"/>
              <a:gd name="connsiteY37198" fmla="*/ 3747897 h 5143785"/>
              <a:gd name="connsiteX37199" fmla="*/ 1129665 w 3114960"/>
              <a:gd name="connsiteY37199" fmla="*/ 3747897 h 5143785"/>
              <a:gd name="connsiteX37200" fmla="*/ 1127284 w 3114960"/>
              <a:gd name="connsiteY37200" fmla="*/ 3745516 h 5143785"/>
              <a:gd name="connsiteX37201" fmla="*/ 1111949 w 3114960"/>
              <a:gd name="connsiteY37201" fmla="*/ 3779139 h 5143785"/>
              <a:gd name="connsiteX37202" fmla="*/ 1111949 w 3114960"/>
              <a:gd name="connsiteY37202" fmla="*/ 3779806 h 5143785"/>
              <a:gd name="connsiteX37203" fmla="*/ 1122521 w 3114960"/>
              <a:gd name="connsiteY37203" fmla="*/ 3787712 h 5143785"/>
              <a:gd name="connsiteX37204" fmla="*/ 1125569 w 3114960"/>
              <a:gd name="connsiteY37204" fmla="*/ 3787330 h 5143785"/>
              <a:gd name="connsiteX37205" fmla="*/ 1132142 w 3114960"/>
              <a:gd name="connsiteY37205" fmla="*/ 3782092 h 5143785"/>
              <a:gd name="connsiteX37206" fmla="*/ 1133094 w 3114960"/>
              <a:gd name="connsiteY37206" fmla="*/ 3773805 h 5143785"/>
              <a:gd name="connsiteX37207" fmla="*/ 1119569 w 3114960"/>
              <a:gd name="connsiteY37207" fmla="*/ 3766280 h 5143785"/>
              <a:gd name="connsiteX37208" fmla="*/ 1112044 w 3114960"/>
              <a:gd name="connsiteY37208" fmla="*/ 3774377 h 5143785"/>
              <a:gd name="connsiteX37209" fmla="*/ 1064705 w 3114960"/>
              <a:gd name="connsiteY37209" fmla="*/ 3774377 h 5143785"/>
              <a:gd name="connsiteX37210" fmla="*/ 1036320 w 3114960"/>
              <a:gd name="connsiteY37210" fmla="*/ 3747230 h 5143785"/>
              <a:gd name="connsiteX37211" fmla="*/ 923735 w 3114960"/>
              <a:gd name="connsiteY37211" fmla="*/ 3748850 h 5143785"/>
              <a:gd name="connsiteX37212" fmla="*/ 905161 w 3114960"/>
              <a:gd name="connsiteY37212" fmla="*/ 3730562 h 5143785"/>
              <a:gd name="connsiteX37213" fmla="*/ 904589 w 3114960"/>
              <a:gd name="connsiteY37213" fmla="*/ 3652266 h 5143785"/>
              <a:gd name="connsiteX37214" fmla="*/ 911924 w 3114960"/>
              <a:gd name="connsiteY37214" fmla="*/ 3643027 h 5143785"/>
              <a:gd name="connsiteX37215" fmla="*/ 902208 w 3114960"/>
              <a:gd name="connsiteY37215" fmla="*/ 3633311 h 5143785"/>
              <a:gd name="connsiteX37216" fmla="*/ 892493 w 3114960"/>
              <a:gd name="connsiteY37216" fmla="*/ 3643027 h 5143785"/>
              <a:gd name="connsiteX37217" fmla="*/ 899922 w 3114960"/>
              <a:gd name="connsiteY37217" fmla="*/ 3652266 h 5143785"/>
              <a:gd name="connsiteX37218" fmla="*/ 900494 w 3114960"/>
              <a:gd name="connsiteY37218" fmla="*/ 3732562 h 5143785"/>
              <a:gd name="connsiteX37219" fmla="*/ 921925 w 3114960"/>
              <a:gd name="connsiteY37219" fmla="*/ 3753612 h 5143785"/>
              <a:gd name="connsiteX37220" fmla="*/ 1034606 w 3114960"/>
              <a:gd name="connsiteY37220" fmla="*/ 3751993 h 5143785"/>
              <a:gd name="connsiteX37221" fmla="*/ 1062990 w 3114960"/>
              <a:gd name="connsiteY37221" fmla="*/ 3779139 h 5143785"/>
              <a:gd name="connsiteX37222" fmla="*/ 1112139 w 3114960"/>
              <a:gd name="connsiteY37222" fmla="*/ 3779139 h 5143785"/>
              <a:gd name="connsiteX37223" fmla="*/ 1120807 w 3114960"/>
              <a:gd name="connsiteY37223" fmla="*/ 3770757 h 5143785"/>
              <a:gd name="connsiteX37224" fmla="*/ 1122521 w 3114960"/>
              <a:gd name="connsiteY37224" fmla="*/ 3770471 h 5143785"/>
              <a:gd name="connsiteX37225" fmla="*/ 1128427 w 3114960"/>
              <a:gd name="connsiteY37225" fmla="*/ 3774948 h 5143785"/>
              <a:gd name="connsiteX37226" fmla="*/ 1127855 w 3114960"/>
              <a:gd name="connsiteY37226" fmla="*/ 3779615 h 5143785"/>
              <a:gd name="connsiteX37227" fmla="*/ 1124141 w 3114960"/>
              <a:gd name="connsiteY37227" fmla="*/ 3782568 h 5143785"/>
              <a:gd name="connsiteX37228" fmla="*/ 1116521 w 3114960"/>
              <a:gd name="connsiteY37228" fmla="*/ 3778282 h 5143785"/>
              <a:gd name="connsiteX37229" fmla="*/ 1120807 w 3114960"/>
              <a:gd name="connsiteY37229" fmla="*/ 3770662 h 5143785"/>
              <a:gd name="connsiteX37230" fmla="*/ 897160 w 3114960"/>
              <a:gd name="connsiteY37230" fmla="*/ 3643027 h 5143785"/>
              <a:gd name="connsiteX37231" fmla="*/ 902113 w 3114960"/>
              <a:gd name="connsiteY37231" fmla="*/ 3638074 h 5143785"/>
              <a:gd name="connsiteX37232" fmla="*/ 907066 w 3114960"/>
              <a:gd name="connsiteY37232" fmla="*/ 3643027 h 5143785"/>
              <a:gd name="connsiteX37233" fmla="*/ 902113 w 3114960"/>
              <a:gd name="connsiteY37233" fmla="*/ 3647980 h 5143785"/>
              <a:gd name="connsiteX37234" fmla="*/ 897160 w 3114960"/>
              <a:gd name="connsiteY37234" fmla="*/ 3643027 h 5143785"/>
              <a:gd name="connsiteX37235" fmla="*/ 2358962 w 3114960"/>
              <a:gd name="connsiteY37235" fmla="*/ 3507010 h 5143785"/>
              <a:gd name="connsiteX37236" fmla="*/ 2358962 w 3114960"/>
              <a:gd name="connsiteY37236" fmla="*/ 3518916 h 5143785"/>
              <a:gd name="connsiteX37237" fmla="*/ 2352580 w 3114960"/>
              <a:gd name="connsiteY37237" fmla="*/ 3525298 h 5143785"/>
              <a:gd name="connsiteX37238" fmla="*/ 2340578 w 3114960"/>
              <a:gd name="connsiteY37238" fmla="*/ 3525298 h 5143785"/>
              <a:gd name="connsiteX37239" fmla="*/ 2334197 w 3114960"/>
              <a:gd name="connsiteY37239" fmla="*/ 3518916 h 5143785"/>
              <a:gd name="connsiteX37240" fmla="*/ 2334197 w 3114960"/>
              <a:gd name="connsiteY37240" fmla="*/ 3507010 h 5143785"/>
              <a:gd name="connsiteX37241" fmla="*/ 2340578 w 3114960"/>
              <a:gd name="connsiteY37241" fmla="*/ 3500628 h 5143785"/>
              <a:gd name="connsiteX37242" fmla="*/ 2352580 w 3114960"/>
              <a:gd name="connsiteY37242" fmla="*/ 3500628 h 5143785"/>
              <a:gd name="connsiteX37243" fmla="*/ 2358962 w 3114960"/>
              <a:gd name="connsiteY37243" fmla="*/ 3507010 h 5143785"/>
              <a:gd name="connsiteX37244" fmla="*/ 2233803 w 3114960"/>
              <a:gd name="connsiteY37244" fmla="*/ 3260503 h 5143785"/>
              <a:gd name="connsiteX37245" fmla="*/ 2226755 w 3114960"/>
              <a:gd name="connsiteY37245" fmla="*/ 3253454 h 5143785"/>
              <a:gd name="connsiteX37246" fmla="*/ 2233803 w 3114960"/>
              <a:gd name="connsiteY37246" fmla="*/ 3246406 h 5143785"/>
              <a:gd name="connsiteX37247" fmla="*/ 2240852 w 3114960"/>
              <a:gd name="connsiteY37247" fmla="*/ 3253454 h 5143785"/>
              <a:gd name="connsiteX37248" fmla="*/ 2233803 w 3114960"/>
              <a:gd name="connsiteY37248" fmla="*/ 3260503 h 5143785"/>
              <a:gd name="connsiteX37249" fmla="*/ 262414 w 3114960"/>
              <a:gd name="connsiteY37249" fmla="*/ 2279047 h 5143785"/>
              <a:gd name="connsiteX37250" fmla="*/ 269653 w 3114960"/>
              <a:gd name="connsiteY37250" fmla="*/ 2271998 h 5143785"/>
              <a:gd name="connsiteX37251" fmla="*/ 272987 w 3114960"/>
              <a:gd name="connsiteY37251" fmla="*/ 2275427 h 5143785"/>
              <a:gd name="connsiteX37252" fmla="*/ 265748 w 3114960"/>
              <a:gd name="connsiteY37252" fmla="*/ 2282476 h 5143785"/>
              <a:gd name="connsiteX37253" fmla="*/ 262414 w 3114960"/>
              <a:gd name="connsiteY37253" fmla="*/ 2279047 h 5143785"/>
              <a:gd name="connsiteX37254" fmla="*/ 2744915 w 3114960"/>
              <a:gd name="connsiteY37254" fmla="*/ 4045363 h 5143785"/>
              <a:gd name="connsiteX37255" fmla="*/ 2746724 w 3114960"/>
              <a:gd name="connsiteY37255" fmla="*/ 4044982 h 5143785"/>
              <a:gd name="connsiteX37256" fmla="*/ 2752630 w 3114960"/>
              <a:gd name="connsiteY37256" fmla="*/ 4029361 h 5143785"/>
              <a:gd name="connsiteX37257" fmla="*/ 2752630 w 3114960"/>
              <a:gd name="connsiteY37257" fmla="*/ 4029361 h 5143785"/>
              <a:gd name="connsiteX37258" fmla="*/ 2737009 w 3114960"/>
              <a:gd name="connsiteY37258" fmla="*/ 4023455 h 5143785"/>
              <a:gd name="connsiteX37259" fmla="*/ 2731103 w 3114960"/>
              <a:gd name="connsiteY37259" fmla="*/ 4039076 h 5143785"/>
              <a:gd name="connsiteX37260" fmla="*/ 2737676 w 3114960"/>
              <a:gd name="connsiteY37260" fmla="*/ 4045268 h 5143785"/>
              <a:gd name="connsiteX37261" fmla="*/ 2740152 w 3114960"/>
              <a:gd name="connsiteY37261" fmla="*/ 4045744 h 5143785"/>
              <a:gd name="connsiteX37262" fmla="*/ 2739867 w 3114960"/>
              <a:gd name="connsiteY37262" fmla="*/ 4212908 h 5143785"/>
              <a:gd name="connsiteX37263" fmla="*/ 2677954 w 3114960"/>
              <a:gd name="connsiteY37263" fmla="*/ 4269962 h 5143785"/>
              <a:gd name="connsiteX37264" fmla="*/ 2675859 w 3114960"/>
              <a:gd name="connsiteY37264" fmla="*/ 4269581 h 5143785"/>
              <a:gd name="connsiteX37265" fmla="*/ 2655570 w 3114960"/>
              <a:gd name="connsiteY37265" fmla="*/ 4269581 h 5143785"/>
              <a:gd name="connsiteX37266" fmla="*/ 2649569 w 3114960"/>
              <a:gd name="connsiteY37266" fmla="*/ 4275582 h 5143785"/>
              <a:gd name="connsiteX37267" fmla="*/ 2649569 w 3114960"/>
              <a:gd name="connsiteY37267" fmla="*/ 4277011 h 5143785"/>
              <a:gd name="connsiteX37268" fmla="*/ 2600325 w 3114960"/>
              <a:gd name="connsiteY37268" fmla="*/ 4277011 h 5143785"/>
              <a:gd name="connsiteX37269" fmla="*/ 2584323 w 3114960"/>
              <a:gd name="connsiteY37269" fmla="*/ 4297013 h 5143785"/>
              <a:gd name="connsiteX37270" fmla="*/ 2520696 w 3114960"/>
              <a:gd name="connsiteY37270" fmla="*/ 4297013 h 5143785"/>
              <a:gd name="connsiteX37271" fmla="*/ 2386965 w 3114960"/>
              <a:gd name="connsiteY37271" fmla="*/ 4171188 h 5143785"/>
              <a:gd name="connsiteX37272" fmla="*/ 2386298 w 3114960"/>
              <a:gd name="connsiteY37272" fmla="*/ 4170521 h 5143785"/>
              <a:gd name="connsiteX37273" fmla="*/ 2330768 w 3114960"/>
              <a:gd name="connsiteY37273" fmla="*/ 4170807 h 5143785"/>
              <a:gd name="connsiteX37274" fmla="*/ 2322386 w 3114960"/>
              <a:gd name="connsiteY37274" fmla="*/ 4164330 h 5143785"/>
              <a:gd name="connsiteX37275" fmla="*/ 2313527 w 3114960"/>
              <a:gd name="connsiteY37275" fmla="*/ 4173188 h 5143785"/>
              <a:gd name="connsiteX37276" fmla="*/ 2322386 w 3114960"/>
              <a:gd name="connsiteY37276" fmla="*/ 4182047 h 5143785"/>
              <a:gd name="connsiteX37277" fmla="*/ 2330768 w 3114960"/>
              <a:gd name="connsiteY37277" fmla="*/ 4175570 h 5143785"/>
              <a:gd name="connsiteX37278" fmla="*/ 2384489 w 3114960"/>
              <a:gd name="connsiteY37278" fmla="*/ 4175284 h 5143785"/>
              <a:gd name="connsiteX37279" fmla="*/ 2518220 w 3114960"/>
              <a:gd name="connsiteY37279" fmla="*/ 4301109 h 5143785"/>
              <a:gd name="connsiteX37280" fmla="*/ 2518886 w 3114960"/>
              <a:gd name="connsiteY37280" fmla="*/ 4301776 h 5143785"/>
              <a:gd name="connsiteX37281" fmla="*/ 2586609 w 3114960"/>
              <a:gd name="connsiteY37281" fmla="*/ 4301776 h 5143785"/>
              <a:gd name="connsiteX37282" fmla="*/ 2602611 w 3114960"/>
              <a:gd name="connsiteY37282" fmla="*/ 4281773 h 5143785"/>
              <a:gd name="connsiteX37283" fmla="*/ 2649569 w 3114960"/>
              <a:gd name="connsiteY37283" fmla="*/ 4281773 h 5143785"/>
              <a:gd name="connsiteX37284" fmla="*/ 2649569 w 3114960"/>
              <a:gd name="connsiteY37284" fmla="*/ 4283202 h 5143785"/>
              <a:gd name="connsiteX37285" fmla="*/ 2655570 w 3114960"/>
              <a:gd name="connsiteY37285" fmla="*/ 4289203 h 5143785"/>
              <a:gd name="connsiteX37286" fmla="*/ 2675859 w 3114960"/>
              <a:gd name="connsiteY37286" fmla="*/ 4289203 h 5143785"/>
              <a:gd name="connsiteX37287" fmla="*/ 2681859 w 3114960"/>
              <a:gd name="connsiteY37287" fmla="*/ 4283202 h 5143785"/>
              <a:gd name="connsiteX37288" fmla="*/ 2681859 w 3114960"/>
              <a:gd name="connsiteY37288" fmla="*/ 4275582 h 5143785"/>
              <a:gd name="connsiteX37289" fmla="*/ 2681383 w 3114960"/>
              <a:gd name="connsiteY37289" fmla="*/ 4273296 h 5143785"/>
              <a:gd name="connsiteX37290" fmla="*/ 2744629 w 3114960"/>
              <a:gd name="connsiteY37290" fmla="*/ 4215003 h 5143785"/>
              <a:gd name="connsiteX37291" fmla="*/ 2744915 w 3114960"/>
              <a:gd name="connsiteY37291" fmla="*/ 4045458 h 5143785"/>
              <a:gd name="connsiteX37292" fmla="*/ 2677097 w 3114960"/>
              <a:gd name="connsiteY37292" fmla="*/ 4283202 h 5143785"/>
              <a:gd name="connsiteX37293" fmla="*/ 2675859 w 3114960"/>
              <a:gd name="connsiteY37293" fmla="*/ 4284440 h 5143785"/>
              <a:gd name="connsiteX37294" fmla="*/ 2655570 w 3114960"/>
              <a:gd name="connsiteY37294" fmla="*/ 4284440 h 5143785"/>
              <a:gd name="connsiteX37295" fmla="*/ 2654332 w 3114960"/>
              <a:gd name="connsiteY37295" fmla="*/ 4283202 h 5143785"/>
              <a:gd name="connsiteX37296" fmla="*/ 2654332 w 3114960"/>
              <a:gd name="connsiteY37296" fmla="*/ 4275582 h 5143785"/>
              <a:gd name="connsiteX37297" fmla="*/ 2655570 w 3114960"/>
              <a:gd name="connsiteY37297" fmla="*/ 4274344 h 5143785"/>
              <a:gd name="connsiteX37298" fmla="*/ 2675859 w 3114960"/>
              <a:gd name="connsiteY37298" fmla="*/ 4274344 h 5143785"/>
              <a:gd name="connsiteX37299" fmla="*/ 2677097 w 3114960"/>
              <a:gd name="connsiteY37299" fmla="*/ 4275582 h 5143785"/>
              <a:gd name="connsiteX37300" fmla="*/ 2677097 w 3114960"/>
              <a:gd name="connsiteY37300" fmla="*/ 4283202 h 5143785"/>
              <a:gd name="connsiteX37301" fmla="*/ 2735390 w 3114960"/>
              <a:gd name="connsiteY37301" fmla="*/ 4037076 h 5143785"/>
              <a:gd name="connsiteX37302" fmla="*/ 2738914 w 3114960"/>
              <a:gd name="connsiteY37302" fmla="*/ 4027742 h 5143785"/>
              <a:gd name="connsiteX37303" fmla="*/ 2741771 w 3114960"/>
              <a:gd name="connsiteY37303" fmla="*/ 4027075 h 5143785"/>
              <a:gd name="connsiteX37304" fmla="*/ 2748248 w 3114960"/>
              <a:gd name="connsiteY37304" fmla="*/ 4031266 h 5143785"/>
              <a:gd name="connsiteX37305" fmla="*/ 2744724 w 3114960"/>
              <a:gd name="connsiteY37305" fmla="*/ 4040600 h 5143785"/>
              <a:gd name="connsiteX37306" fmla="*/ 2735390 w 3114960"/>
              <a:gd name="connsiteY37306" fmla="*/ 4037076 h 5143785"/>
              <a:gd name="connsiteX37307" fmla="*/ 1143000 w 3114960"/>
              <a:gd name="connsiteY37307" fmla="*/ 3735991 h 5143785"/>
              <a:gd name="connsiteX37308" fmla="*/ 1143000 w 3114960"/>
              <a:gd name="connsiteY37308" fmla="*/ 3741325 h 5143785"/>
              <a:gd name="connsiteX37309" fmla="*/ 1139095 w 3114960"/>
              <a:gd name="connsiteY37309" fmla="*/ 3745230 h 5143785"/>
              <a:gd name="connsiteX37310" fmla="*/ 1133761 w 3114960"/>
              <a:gd name="connsiteY37310" fmla="*/ 3745230 h 5143785"/>
              <a:gd name="connsiteX37311" fmla="*/ 1129856 w 3114960"/>
              <a:gd name="connsiteY37311" fmla="*/ 3741325 h 5143785"/>
              <a:gd name="connsiteX37312" fmla="*/ 1129856 w 3114960"/>
              <a:gd name="connsiteY37312" fmla="*/ 3735991 h 5143785"/>
              <a:gd name="connsiteX37313" fmla="*/ 1133761 w 3114960"/>
              <a:gd name="connsiteY37313" fmla="*/ 3732086 h 5143785"/>
              <a:gd name="connsiteX37314" fmla="*/ 1139095 w 3114960"/>
              <a:gd name="connsiteY37314" fmla="*/ 3732086 h 5143785"/>
              <a:gd name="connsiteX37315" fmla="*/ 1143000 w 3114960"/>
              <a:gd name="connsiteY37315" fmla="*/ 3735991 h 5143785"/>
              <a:gd name="connsiteX37316" fmla="*/ 2334387 w 3114960"/>
              <a:gd name="connsiteY37316" fmla="*/ 3705035 h 5143785"/>
              <a:gd name="connsiteX37317" fmla="*/ 2334387 w 3114960"/>
              <a:gd name="connsiteY37317" fmla="*/ 3693128 h 5143785"/>
              <a:gd name="connsiteX37318" fmla="*/ 2340769 w 3114960"/>
              <a:gd name="connsiteY37318" fmla="*/ 3686747 h 5143785"/>
              <a:gd name="connsiteX37319" fmla="*/ 2352675 w 3114960"/>
              <a:gd name="connsiteY37319" fmla="*/ 3686747 h 5143785"/>
              <a:gd name="connsiteX37320" fmla="*/ 2359057 w 3114960"/>
              <a:gd name="connsiteY37320" fmla="*/ 3693128 h 5143785"/>
              <a:gd name="connsiteX37321" fmla="*/ 2359057 w 3114960"/>
              <a:gd name="connsiteY37321" fmla="*/ 3705035 h 5143785"/>
              <a:gd name="connsiteX37322" fmla="*/ 2352675 w 3114960"/>
              <a:gd name="connsiteY37322" fmla="*/ 3711417 h 5143785"/>
              <a:gd name="connsiteX37323" fmla="*/ 2340769 w 3114960"/>
              <a:gd name="connsiteY37323" fmla="*/ 3711417 h 5143785"/>
              <a:gd name="connsiteX37324" fmla="*/ 2334387 w 3114960"/>
              <a:gd name="connsiteY37324" fmla="*/ 3705035 h 5143785"/>
              <a:gd name="connsiteX37325" fmla="*/ 2302764 w 3114960"/>
              <a:gd name="connsiteY37325" fmla="*/ 3253454 h 5143785"/>
              <a:gd name="connsiteX37326" fmla="*/ 2295716 w 3114960"/>
              <a:gd name="connsiteY37326" fmla="*/ 3260503 h 5143785"/>
              <a:gd name="connsiteX37327" fmla="*/ 2288667 w 3114960"/>
              <a:gd name="connsiteY37327" fmla="*/ 3253454 h 5143785"/>
              <a:gd name="connsiteX37328" fmla="*/ 2295716 w 3114960"/>
              <a:gd name="connsiteY37328" fmla="*/ 3246406 h 5143785"/>
              <a:gd name="connsiteX37329" fmla="*/ 2302764 w 3114960"/>
              <a:gd name="connsiteY37329" fmla="*/ 3253454 h 5143785"/>
              <a:gd name="connsiteX37330" fmla="*/ 1896142 w 3114960"/>
              <a:gd name="connsiteY37330" fmla="*/ 4031075 h 5143785"/>
              <a:gd name="connsiteX37331" fmla="*/ 1882045 w 3114960"/>
              <a:gd name="connsiteY37331" fmla="*/ 4031075 h 5143785"/>
              <a:gd name="connsiteX37332" fmla="*/ 1877473 w 3114960"/>
              <a:gd name="connsiteY37332" fmla="*/ 4035647 h 5143785"/>
              <a:gd name="connsiteX37333" fmla="*/ 1877473 w 3114960"/>
              <a:gd name="connsiteY37333" fmla="*/ 4050221 h 5143785"/>
              <a:gd name="connsiteX37334" fmla="*/ 1882045 w 3114960"/>
              <a:gd name="connsiteY37334" fmla="*/ 4054793 h 5143785"/>
              <a:gd name="connsiteX37335" fmla="*/ 1896142 w 3114960"/>
              <a:gd name="connsiteY37335" fmla="*/ 4054793 h 5143785"/>
              <a:gd name="connsiteX37336" fmla="*/ 1900714 w 3114960"/>
              <a:gd name="connsiteY37336" fmla="*/ 4050221 h 5143785"/>
              <a:gd name="connsiteX37337" fmla="*/ 1900714 w 3114960"/>
              <a:gd name="connsiteY37337" fmla="*/ 4035647 h 5143785"/>
              <a:gd name="connsiteX37338" fmla="*/ 1896142 w 3114960"/>
              <a:gd name="connsiteY37338" fmla="*/ 4031075 h 5143785"/>
              <a:gd name="connsiteX37339" fmla="*/ 1897380 w 3114960"/>
              <a:gd name="connsiteY37339" fmla="*/ 4050221 h 5143785"/>
              <a:gd name="connsiteX37340" fmla="*/ 1896142 w 3114960"/>
              <a:gd name="connsiteY37340" fmla="*/ 4051459 h 5143785"/>
              <a:gd name="connsiteX37341" fmla="*/ 1882045 w 3114960"/>
              <a:gd name="connsiteY37341" fmla="*/ 4051459 h 5143785"/>
              <a:gd name="connsiteX37342" fmla="*/ 1880807 w 3114960"/>
              <a:gd name="connsiteY37342" fmla="*/ 4050221 h 5143785"/>
              <a:gd name="connsiteX37343" fmla="*/ 1880807 w 3114960"/>
              <a:gd name="connsiteY37343" fmla="*/ 4035647 h 5143785"/>
              <a:gd name="connsiteX37344" fmla="*/ 1882045 w 3114960"/>
              <a:gd name="connsiteY37344" fmla="*/ 4034409 h 5143785"/>
              <a:gd name="connsiteX37345" fmla="*/ 1896142 w 3114960"/>
              <a:gd name="connsiteY37345" fmla="*/ 4034409 h 5143785"/>
              <a:gd name="connsiteX37346" fmla="*/ 1897380 w 3114960"/>
              <a:gd name="connsiteY37346" fmla="*/ 4035647 h 5143785"/>
              <a:gd name="connsiteX37347" fmla="*/ 1897380 w 3114960"/>
              <a:gd name="connsiteY37347" fmla="*/ 4050221 h 5143785"/>
              <a:gd name="connsiteX37348" fmla="*/ 1000887 w 3114960"/>
              <a:gd name="connsiteY37348" fmla="*/ 1842992 h 5143785"/>
              <a:gd name="connsiteX37349" fmla="*/ 998506 w 3114960"/>
              <a:gd name="connsiteY37349" fmla="*/ 1845374 h 5143785"/>
              <a:gd name="connsiteX37350" fmla="*/ 998506 w 3114960"/>
              <a:gd name="connsiteY37350" fmla="*/ 1865376 h 5143785"/>
              <a:gd name="connsiteX37351" fmla="*/ 1000887 w 3114960"/>
              <a:gd name="connsiteY37351" fmla="*/ 1867757 h 5143785"/>
              <a:gd name="connsiteX37352" fmla="*/ 1020890 w 3114960"/>
              <a:gd name="connsiteY37352" fmla="*/ 1867757 h 5143785"/>
              <a:gd name="connsiteX37353" fmla="*/ 1023271 w 3114960"/>
              <a:gd name="connsiteY37353" fmla="*/ 1865376 h 5143785"/>
              <a:gd name="connsiteX37354" fmla="*/ 1023271 w 3114960"/>
              <a:gd name="connsiteY37354" fmla="*/ 1845374 h 5143785"/>
              <a:gd name="connsiteX37355" fmla="*/ 1020890 w 3114960"/>
              <a:gd name="connsiteY37355" fmla="*/ 1842992 h 5143785"/>
              <a:gd name="connsiteX37356" fmla="*/ 1000887 w 3114960"/>
              <a:gd name="connsiteY37356" fmla="*/ 1842992 h 5143785"/>
              <a:gd name="connsiteX37357" fmla="*/ 1018508 w 3114960"/>
              <a:gd name="connsiteY37357" fmla="*/ 1862995 h 5143785"/>
              <a:gd name="connsiteX37358" fmla="*/ 1003268 w 3114960"/>
              <a:gd name="connsiteY37358" fmla="*/ 1862995 h 5143785"/>
              <a:gd name="connsiteX37359" fmla="*/ 1003268 w 3114960"/>
              <a:gd name="connsiteY37359" fmla="*/ 1847755 h 5143785"/>
              <a:gd name="connsiteX37360" fmla="*/ 1018508 w 3114960"/>
              <a:gd name="connsiteY37360" fmla="*/ 1847755 h 5143785"/>
              <a:gd name="connsiteX37361" fmla="*/ 1018508 w 3114960"/>
              <a:gd name="connsiteY37361" fmla="*/ 1862995 h 5143785"/>
              <a:gd name="connsiteX37362" fmla="*/ 1049655 w 3114960"/>
              <a:gd name="connsiteY37362" fmla="*/ 2457545 h 5143785"/>
              <a:gd name="connsiteX37363" fmla="*/ 1054894 w 3114960"/>
              <a:gd name="connsiteY37363" fmla="*/ 2452688 h 5143785"/>
              <a:gd name="connsiteX37364" fmla="*/ 1061180 w 3114960"/>
              <a:gd name="connsiteY37364" fmla="*/ 2459450 h 5143785"/>
              <a:gd name="connsiteX37365" fmla="*/ 1055942 w 3114960"/>
              <a:gd name="connsiteY37365" fmla="*/ 2464308 h 5143785"/>
              <a:gd name="connsiteX37366" fmla="*/ 1049655 w 3114960"/>
              <a:gd name="connsiteY37366" fmla="*/ 2457545 h 5143785"/>
              <a:gd name="connsiteX37367" fmla="*/ 1080135 w 3114960"/>
              <a:gd name="connsiteY37367" fmla="*/ 2479643 h 5143785"/>
              <a:gd name="connsiteX37368" fmla="*/ 1086422 w 3114960"/>
              <a:gd name="connsiteY37368" fmla="*/ 2486406 h 5143785"/>
              <a:gd name="connsiteX37369" fmla="*/ 1081183 w 3114960"/>
              <a:gd name="connsiteY37369" fmla="*/ 2491264 h 5143785"/>
              <a:gd name="connsiteX37370" fmla="*/ 1074896 w 3114960"/>
              <a:gd name="connsiteY37370" fmla="*/ 2484501 h 5143785"/>
              <a:gd name="connsiteX37371" fmla="*/ 1080135 w 3114960"/>
              <a:gd name="connsiteY37371" fmla="*/ 2479643 h 5143785"/>
              <a:gd name="connsiteX37372" fmla="*/ 1095947 w 3114960"/>
              <a:gd name="connsiteY37372" fmla="*/ 2439829 h 5143785"/>
              <a:gd name="connsiteX37373" fmla="*/ 1095947 w 3114960"/>
              <a:gd name="connsiteY37373" fmla="*/ 2436019 h 5143785"/>
              <a:gd name="connsiteX37374" fmla="*/ 1086803 w 3114960"/>
              <a:gd name="connsiteY37374" fmla="*/ 2426875 h 5143785"/>
              <a:gd name="connsiteX37375" fmla="*/ 1082993 w 3114960"/>
              <a:gd name="connsiteY37375" fmla="*/ 2426875 h 5143785"/>
              <a:gd name="connsiteX37376" fmla="*/ 1080326 w 3114960"/>
              <a:gd name="connsiteY37376" fmla="*/ 2429542 h 5143785"/>
              <a:gd name="connsiteX37377" fmla="*/ 993743 w 3114960"/>
              <a:gd name="connsiteY37377" fmla="*/ 2341245 h 5143785"/>
              <a:gd name="connsiteX37378" fmla="*/ 1040797 w 3114960"/>
              <a:gd name="connsiteY37378" fmla="*/ 2341245 h 5143785"/>
              <a:gd name="connsiteX37379" fmla="*/ 1041273 w 3114960"/>
              <a:gd name="connsiteY37379" fmla="*/ 2343817 h 5143785"/>
              <a:gd name="connsiteX37380" fmla="*/ 1048226 w 3114960"/>
              <a:gd name="connsiteY37380" fmla="*/ 2350675 h 5143785"/>
              <a:gd name="connsiteX37381" fmla="*/ 1053084 w 3114960"/>
              <a:gd name="connsiteY37381" fmla="*/ 2351627 h 5143785"/>
              <a:gd name="connsiteX37382" fmla="*/ 1058037 w 3114960"/>
              <a:gd name="connsiteY37382" fmla="*/ 2350580 h 5143785"/>
              <a:gd name="connsiteX37383" fmla="*/ 1064895 w 3114960"/>
              <a:gd name="connsiteY37383" fmla="*/ 2343626 h 5143785"/>
              <a:gd name="connsiteX37384" fmla="*/ 1064895 w 3114960"/>
              <a:gd name="connsiteY37384" fmla="*/ 2333911 h 5143785"/>
              <a:gd name="connsiteX37385" fmla="*/ 1057942 w 3114960"/>
              <a:gd name="connsiteY37385" fmla="*/ 2327053 h 5143785"/>
              <a:gd name="connsiteX37386" fmla="*/ 1057942 w 3114960"/>
              <a:gd name="connsiteY37386" fmla="*/ 2327053 h 5143785"/>
              <a:gd name="connsiteX37387" fmla="*/ 1048226 w 3114960"/>
              <a:gd name="connsiteY37387" fmla="*/ 2327053 h 5143785"/>
              <a:gd name="connsiteX37388" fmla="*/ 1041368 w 3114960"/>
              <a:gd name="connsiteY37388" fmla="*/ 2334006 h 5143785"/>
              <a:gd name="connsiteX37389" fmla="*/ 1040892 w 3114960"/>
              <a:gd name="connsiteY37389" fmla="*/ 2336483 h 5143785"/>
              <a:gd name="connsiteX37390" fmla="*/ 988219 w 3114960"/>
              <a:gd name="connsiteY37390" fmla="*/ 2336483 h 5143785"/>
              <a:gd name="connsiteX37391" fmla="*/ 986028 w 3114960"/>
              <a:gd name="connsiteY37391" fmla="*/ 2337911 h 5143785"/>
              <a:gd name="connsiteX37392" fmla="*/ 986504 w 3114960"/>
              <a:gd name="connsiteY37392" fmla="*/ 2340483 h 5143785"/>
              <a:gd name="connsiteX37393" fmla="*/ 1077087 w 3114960"/>
              <a:gd name="connsiteY37393" fmla="*/ 2432876 h 5143785"/>
              <a:gd name="connsiteX37394" fmla="*/ 1074039 w 3114960"/>
              <a:gd name="connsiteY37394" fmla="*/ 2435924 h 5143785"/>
              <a:gd name="connsiteX37395" fmla="*/ 1074039 w 3114960"/>
              <a:gd name="connsiteY37395" fmla="*/ 2439734 h 5143785"/>
              <a:gd name="connsiteX37396" fmla="*/ 1083183 w 3114960"/>
              <a:gd name="connsiteY37396" fmla="*/ 2448878 h 5143785"/>
              <a:gd name="connsiteX37397" fmla="*/ 1086993 w 3114960"/>
              <a:gd name="connsiteY37397" fmla="*/ 2448878 h 5143785"/>
              <a:gd name="connsiteX37398" fmla="*/ 1096137 w 3114960"/>
              <a:gd name="connsiteY37398" fmla="*/ 2439734 h 5143785"/>
              <a:gd name="connsiteX37399" fmla="*/ 1045654 w 3114960"/>
              <a:gd name="connsiteY37399" fmla="*/ 2335816 h 5143785"/>
              <a:gd name="connsiteX37400" fmla="*/ 1049941 w 3114960"/>
              <a:gd name="connsiteY37400" fmla="*/ 2331530 h 5143785"/>
              <a:gd name="connsiteX37401" fmla="*/ 1052989 w 3114960"/>
              <a:gd name="connsiteY37401" fmla="*/ 2330863 h 5143785"/>
              <a:gd name="connsiteX37402" fmla="*/ 1056037 w 3114960"/>
              <a:gd name="connsiteY37402" fmla="*/ 2331434 h 5143785"/>
              <a:gd name="connsiteX37403" fmla="*/ 1060323 w 3114960"/>
              <a:gd name="connsiteY37403" fmla="*/ 2335721 h 5143785"/>
              <a:gd name="connsiteX37404" fmla="*/ 1060323 w 3114960"/>
              <a:gd name="connsiteY37404" fmla="*/ 2341817 h 5143785"/>
              <a:gd name="connsiteX37405" fmla="*/ 1056037 w 3114960"/>
              <a:gd name="connsiteY37405" fmla="*/ 2346103 h 5143785"/>
              <a:gd name="connsiteX37406" fmla="*/ 1049941 w 3114960"/>
              <a:gd name="connsiteY37406" fmla="*/ 2346103 h 5143785"/>
              <a:gd name="connsiteX37407" fmla="*/ 1045654 w 3114960"/>
              <a:gd name="connsiteY37407" fmla="*/ 2341817 h 5143785"/>
              <a:gd name="connsiteX37408" fmla="*/ 1045654 w 3114960"/>
              <a:gd name="connsiteY37408" fmla="*/ 2335721 h 5143785"/>
              <a:gd name="connsiteX37409" fmla="*/ 1180243 w 3114960"/>
              <a:gd name="connsiteY37409" fmla="*/ 2410968 h 5143785"/>
              <a:gd name="connsiteX37410" fmla="*/ 1194721 w 3114960"/>
              <a:gd name="connsiteY37410" fmla="*/ 2410968 h 5143785"/>
              <a:gd name="connsiteX37411" fmla="*/ 1197388 w 3114960"/>
              <a:gd name="connsiteY37411" fmla="*/ 2408301 h 5143785"/>
              <a:gd name="connsiteX37412" fmla="*/ 1197388 w 3114960"/>
              <a:gd name="connsiteY37412" fmla="*/ 2394395 h 5143785"/>
              <a:gd name="connsiteX37413" fmla="*/ 1194721 w 3114960"/>
              <a:gd name="connsiteY37413" fmla="*/ 2391728 h 5143785"/>
              <a:gd name="connsiteX37414" fmla="*/ 1180243 w 3114960"/>
              <a:gd name="connsiteY37414" fmla="*/ 2391728 h 5143785"/>
              <a:gd name="connsiteX37415" fmla="*/ 1177576 w 3114960"/>
              <a:gd name="connsiteY37415" fmla="*/ 2394395 h 5143785"/>
              <a:gd name="connsiteX37416" fmla="*/ 1177576 w 3114960"/>
              <a:gd name="connsiteY37416" fmla="*/ 2397157 h 5143785"/>
              <a:gd name="connsiteX37417" fmla="*/ 1160907 w 3114960"/>
              <a:gd name="connsiteY37417" fmla="*/ 2397157 h 5143785"/>
              <a:gd name="connsiteX37418" fmla="*/ 1158526 w 3114960"/>
              <a:gd name="connsiteY37418" fmla="*/ 2399538 h 5143785"/>
              <a:gd name="connsiteX37419" fmla="*/ 1158526 w 3114960"/>
              <a:gd name="connsiteY37419" fmla="*/ 2431161 h 5143785"/>
              <a:gd name="connsiteX37420" fmla="*/ 1122521 w 3114960"/>
              <a:gd name="connsiteY37420" fmla="*/ 2458879 h 5143785"/>
              <a:gd name="connsiteX37421" fmla="*/ 1122521 w 3114960"/>
              <a:gd name="connsiteY37421" fmla="*/ 2409444 h 5143785"/>
              <a:gd name="connsiteX37422" fmla="*/ 1121855 w 3114960"/>
              <a:gd name="connsiteY37422" fmla="*/ 2407730 h 5143785"/>
              <a:gd name="connsiteX37423" fmla="*/ 1090041 w 3114960"/>
              <a:gd name="connsiteY37423" fmla="*/ 2376297 h 5143785"/>
              <a:gd name="connsiteX37424" fmla="*/ 1092137 w 3114960"/>
              <a:gd name="connsiteY37424" fmla="*/ 2373059 h 5143785"/>
              <a:gd name="connsiteX37425" fmla="*/ 1085183 w 3114960"/>
              <a:gd name="connsiteY37425" fmla="*/ 2356485 h 5143785"/>
              <a:gd name="connsiteX37426" fmla="*/ 1085183 w 3114960"/>
              <a:gd name="connsiteY37426" fmla="*/ 2356485 h 5143785"/>
              <a:gd name="connsiteX37427" fmla="*/ 1075468 w 3114960"/>
              <a:gd name="connsiteY37427" fmla="*/ 2356485 h 5143785"/>
              <a:gd name="connsiteX37428" fmla="*/ 1068610 w 3114960"/>
              <a:gd name="connsiteY37428" fmla="*/ 2363438 h 5143785"/>
              <a:gd name="connsiteX37429" fmla="*/ 1068610 w 3114960"/>
              <a:gd name="connsiteY37429" fmla="*/ 2373154 h 5143785"/>
              <a:gd name="connsiteX37430" fmla="*/ 1075563 w 3114960"/>
              <a:gd name="connsiteY37430" fmla="*/ 2380012 h 5143785"/>
              <a:gd name="connsiteX37431" fmla="*/ 1080421 w 3114960"/>
              <a:gd name="connsiteY37431" fmla="*/ 2380964 h 5143785"/>
              <a:gd name="connsiteX37432" fmla="*/ 1085374 w 3114960"/>
              <a:gd name="connsiteY37432" fmla="*/ 2379917 h 5143785"/>
              <a:gd name="connsiteX37433" fmla="*/ 1086422 w 3114960"/>
              <a:gd name="connsiteY37433" fmla="*/ 2379250 h 5143785"/>
              <a:gd name="connsiteX37434" fmla="*/ 1117949 w 3114960"/>
              <a:gd name="connsiteY37434" fmla="*/ 2410301 h 5143785"/>
              <a:gd name="connsiteX37435" fmla="*/ 1117949 w 3114960"/>
              <a:gd name="connsiteY37435" fmla="*/ 2463546 h 5143785"/>
              <a:gd name="connsiteX37436" fmla="*/ 1119283 w 3114960"/>
              <a:gd name="connsiteY37436" fmla="*/ 2465642 h 5143785"/>
              <a:gd name="connsiteX37437" fmla="*/ 1120331 w 3114960"/>
              <a:gd name="connsiteY37437" fmla="*/ 2465927 h 5143785"/>
              <a:gd name="connsiteX37438" fmla="*/ 1121759 w 3114960"/>
              <a:gd name="connsiteY37438" fmla="*/ 2465451 h 5143785"/>
              <a:gd name="connsiteX37439" fmla="*/ 1162526 w 3114960"/>
              <a:gd name="connsiteY37439" fmla="*/ 2434114 h 5143785"/>
              <a:gd name="connsiteX37440" fmla="*/ 1163479 w 3114960"/>
              <a:gd name="connsiteY37440" fmla="*/ 2432209 h 5143785"/>
              <a:gd name="connsiteX37441" fmla="*/ 1163479 w 3114960"/>
              <a:gd name="connsiteY37441" fmla="*/ 2401824 h 5143785"/>
              <a:gd name="connsiteX37442" fmla="*/ 1177766 w 3114960"/>
              <a:gd name="connsiteY37442" fmla="*/ 2401824 h 5143785"/>
              <a:gd name="connsiteX37443" fmla="*/ 1177766 w 3114960"/>
              <a:gd name="connsiteY37443" fmla="*/ 2408111 h 5143785"/>
              <a:gd name="connsiteX37444" fmla="*/ 1180433 w 3114960"/>
              <a:gd name="connsiteY37444" fmla="*/ 2410778 h 5143785"/>
              <a:gd name="connsiteX37445" fmla="*/ 1087660 w 3114960"/>
              <a:gd name="connsiteY37445" fmla="*/ 2371344 h 5143785"/>
              <a:gd name="connsiteX37446" fmla="*/ 1083374 w 3114960"/>
              <a:gd name="connsiteY37446" fmla="*/ 2375630 h 5143785"/>
              <a:gd name="connsiteX37447" fmla="*/ 1077278 w 3114960"/>
              <a:gd name="connsiteY37447" fmla="*/ 2375630 h 5143785"/>
              <a:gd name="connsiteX37448" fmla="*/ 1072991 w 3114960"/>
              <a:gd name="connsiteY37448" fmla="*/ 2371344 h 5143785"/>
              <a:gd name="connsiteX37449" fmla="*/ 1072991 w 3114960"/>
              <a:gd name="connsiteY37449" fmla="*/ 2365248 h 5143785"/>
              <a:gd name="connsiteX37450" fmla="*/ 1077278 w 3114960"/>
              <a:gd name="connsiteY37450" fmla="*/ 2360962 h 5143785"/>
              <a:gd name="connsiteX37451" fmla="*/ 1080326 w 3114960"/>
              <a:gd name="connsiteY37451" fmla="*/ 2360295 h 5143785"/>
              <a:gd name="connsiteX37452" fmla="*/ 1083374 w 3114960"/>
              <a:gd name="connsiteY37452" fmla="*/ 2360867 h 5143785"/>
              <a:gd name="connsiteX37453" fmla="*/ 1087755 w 3114960"/>
              <a:gd name="connsiteY37453" fmla="*/ 2371249 h 5143785"/>
              <a:gd name="connsiteX37454" fmla="*/ 1214057 w 3114960"/>
              <a:gd name="connsiteY37454" fmla="*/ 2246471 h 5143785"/>
              <a:gd name="connsiteX37455" fmla="*/ 1225677 w 3114960"/>
              <a:gd name="connsiteY37455" fmla="*/ 2234851 h 5143785"/>
              <a:gd name="connsiteX37456" fmla="*/ 1214057 w 3114960"/>
              <a:gd name="connsiteY37456" fmla="*/ 2223230 h 5143785"/>
              <a:gd name="connsiteX37457" fmla="*/ 1202436 w 3114960"/>
              <a:gd name="connsiteY37457" fmla="*/ 2234851 h 5143785"/>
              <a:gd name="connsiteX37458" fmla="*/ 1214057 w 3114960"/>
              <a:gd name="connsiteY37458" fmla="*/ 2246471 h 5143785"/>
              <a:gd name="connsiteX37459" fmla="*/ 1214057 w 3114960"/>
              <a:gd name="connsiteY37459" fmla="*/ 2225516 h 5143785"/>
              <a:gd name="connsiteX37460" fmla="*/ 1223296 w 3114960"/>
              <a:gd name="connsiteY37460" fmla="*/ 2234756 h 5143785"/>
              <a:gd name="connsiteX37461" fmla="*/ 1214057 w 3114960"/>
              <a:gd name="connsiteY37461" fmla="*/ 2243995 h 5143785"/>
              <a:gd name="connsiteX37462" fmla="*/ 1204817 w 3114960"/>
              <a:gd name="connsiteY37462" fmla="*/ 2234756 h 5143785"/>
              <a:gd name="connsiteX37463" fmla="*/ 1214057 w 3114960"/>
              <a:gd name="connsiteY37463" fmla="*/ 2225516 h 5143785"/>
              <a:gd name="connsiteX37464" fmla="*/ 2114550 w 3114960"/>
              <a:gd name="connsiteY37464" fmla="*/ 3982498 h 5143785"/>
              <a:gd name="connsiteX37465" fmla="*/ 2114550 w 3114960"/>
              <a:gd name="connsiteY37465" fmla="*/ 3972973 h 5143785"/>
              <a:gd name="connsiteX37466" fmla="*/ 2118836 w 3114960"/>
              <a:gd name="connsiteY37466" fmla="*/ 3968687 h 5143785"/>
              <a:gd name="connsiteX37467" fmla="*/ 2129123 w 3114960"/>
              <a:gd name="connsiteY37467" fmla="*/ 3968687 h 5143785"/>
              <a:gd name="connsiteX37468" fmla="*/ 2132648 w 3114960"/>
              <a:gd name="connsiteY37468" fmla="*/ 3972211 h 5143785"/>
              <a:gd name="connsiteX37469" fmla="*/ 2132648 w 3114960"/>
              <a:gd name="connsiteY37469" fmla="*/ 3982498 h 5143785"/>
              <a:gd name="connsiteX37470" fmla="*/ 2128361 w 3114960"/>
              <a:gd name="connsiteY37470" fmla="*/ 3986784 h 5143785"/>
              <a:gd name="connsiteX37471" fmla="*/ 2118836 w 3114960"/>
              <a:gd name="connsiteY37471" fmla="*/ 3986784 h 5143785"/>
              <a:gd name="connsiteX37472" fmla="*/ 2114550 w 3114960"/>
              <a:gd name="connsiteY37472" fmla="*/ 3982498 h 5143785"/>
              <a:gd name="connsiteX37473" fmla="*/ 79343 w 3114960"/>
              <a:gd name="connsiteY37473" fmla="*/ 4761929 h 5143785"/>
              <a:gd name="connsiteX37474" fmla="*/ 85916 w 3114960"/>
              <a:gd name="connsiteY37474" fmla="*/ 4763738 h 5143785"/>
              <a:gd name="connsiteX37475" fmla="*/ 88868 w 3114960"/>
              <a:gd name="connsiteY37475" fmla="*/ 4763357 h 5143785"/>
              <a:gd name="connsiteX37476" fmla="*/ 96679 w 3114960"/>
              <a:gd name="connsiteY37476" fmla="*/ 4757738 h 5143785"/>
              <a:gd name="connsiteX37477" fmla="*/ 98203 w 3114960"/>
              <a:gd name="connsiteY37477" fmla="*/ 4748213 h 5143785"/>
              <a:gd name="connsiteX37478" fmla="*/ 83058 w 3114960"/>
              <a:gd name="connsiteY37478" fmla="*/ 4738973 h 5143785"/>
              <a:gd name="connsiteX37479" fmla="*/ 75248 w 3114960"/>
              <a:gd name="connsiteY37479" fmla="*/ 4744593 h 5143785"/>
              <a:gd name="connsiteX37480" fmla="*/ 73628 w 3114960"/>
              <a:gd name="connsiteY37480" fmla="*/ 4750975 h 5143785"/>
              <a:gd name="connsiteX37481" fmla="*/ 95 w 3114960"/>
              <a:gd name="connsiteY37481" fmla="*/ 4750975 h 5143785"/>
              <a:gd name="connsiteX37482" fmla="*/ 95 w 3114960"/>
              <a:gd name="connsiteY37482" fmla="*/ 4755737 h 5143785"/>
              <a:gd name="connsiteX37483" fmla="*/ 74486 w 3114960"/>
              <a:gd name="connsiteY37483" fmla="*/ 4755737 h 5143785"/>
              <a:gd name="connsiteX37484" fmla="*/ 79439 w 3114960"/>
              <a:gd name="connsiteY37484" fmla="*/ 4761929 h 5143785"/>
              <a:gd name="connsiteX37485" fmla="*/ 79248 w 3114960"/>
              <a:gd name="connsiteY37485" fmla="*/ 4747165 h 5143785"/>
              <a:gd name="connsiteX37486" fmla="*/ 84106 w 3114960"/>
              <a:gd name="connsiteY37486" fmla="*/ 4743641 h 5143785"/>
              <a:gd name="connsiteX37487" fmla="*/ 85916 w 3114960"/>
              <a:gd name="connsiteY37487" fmla="*/ 4743450 h 5143785"/>
              <a:gd name="connsiteX37488" fmla="*/ 93536 w 3114960"/>
              <a:gd name="connsiteY37488" fmla="*/ 4749451 h 5143785"/>
              <a:gd name="connsiteX37489" fmla="*/ 92583 w 3114960"/>
              <a:gd name="connsiteY37489" fmla="*/ 4755356 h 5143785"/>
              <a:gd name="connsiteX37490" fmla="*/ 87725 w 3114960"/>
              <a:gd name="connsiteY37490" fmla="*/ 4758881 h 5143785"/>
              <a:gd name="connsiteX37491" fmla="*/ 81820 w 3114960"/>
              <a:gd name="connsiteY37491" fmla="*/ 4757928 h 5143785"/>
              <a:gd name="connsiteX37492" fmla="*/ 78296 w 3114960"/>
              <a:gd name="connsiteY37492" fmla="*/ 4753070 h 5143785"/>
              <a:gd name="connsiteX37493" fmla="*/ 79248 w 3114960"/>
              <a:gd name="connsiteY37493" fmla="*/ 4747165 h 5143785"/>
              <a:gd name="connsiteX37494" fmla="*/ 96869 w 3114960"/>
              <a:gd name="connsiteY37494" fmla="*/ 4672584 h 5143785"/>
              <a:gd name="connsiteX37495" fmla="*/ 89154 w 3114960"/>
              <a:gd name="connsiteY37495" fmla="*/ 4669441 h 5143785"/>
              <a:gd name="connsiteX37496" fmla="*/ 81534 w 3114960"/>
              <a:gd name="connsiteY37496" fmla="*/ 4672679 h 5143785"/>
              <a:gd name="connsiteX37497" fmla="*/ 78962 w 3114960"/>
              <a:gd name="connsiteY37497" fmla="*/ 4677632 h 5143785"/>
              <a:gd name="connsiteX37498" fmla="*/ 286 w 3114960"/>
              <a:gd name="connsiteY37498" fmla="*/ 4677632 h 5143785"/>
              <a:gd name="connsiteX37499" fmla="*/ 95 w 3114960"/>
              <a:gd name="connsiteY37499" fmla="*/ 4677442 h 5143785"/>
              <a:gd name="connsiteX37500" fmla="*/ 95 w 3114960"/>
              <a:gd name="connsiteY37500" fmla="*/ 4682395 h 5143785"/>
              <a:gd name="connsiteX37501" fmla="*/ 78962 w 3114960"/>
              <a:gd name="connsiteY37501" fmla="*/ 4682395 h 5143785"/>
              <a:gd name="connsiteX37502" fmla="*/ 81820 w 3114960"/>
              <a:gd name="connsiteY37502" fmla="*/ 4688015 h 5143785"/>
              <a:gd name="connsiteX37503" fmla="*/ 89345 w 3114960"/>
              <a:gd name="connsiteY37503" fmla="*/ 4691063 h 5143785"/>
              <a:gd name="connsiteX37504" fmla="*/ 89440 w 3114960"/>
              <a:gd name="connsiteY37504" fmla="*/ 4691063 h 5143785"/>
              <a:gd name="connsiteX37505" fmla="*/ 100108 w 3114960"/>
              <a:gd name="connsiteY37505" fmla="*/ 4680109 h 5143785"/>
              <a:gd name="connsiteX37506" fmla="*/ 96869 w 3114960"/>
              <a:gd name="connsiteY37506" fmla="*/ 4672489 h 5143785"/>
              <a:gd name="connsiteX37507" fmla="*/ 89345 w 3114960"/>
              <a:gd name="connsiteY37507" fmla="*/ 4686395 h 5143785"/>
              <a:gd name="connsiteX37508" fmla="*/ 85058 w 3114960"/>
              <a:gd name="connsiteY37508" fmla="*/ 4684681 h 5143785"/>
              <a:gd name="connsiteX37509" fmla="*/ 83248 w 3114960"/>
              <a:gd name="connsiteY37509" fmla="*/ 4680395 h 5143785"/>
              <a:gd name="connsiteX37510" fmla="*/ 83248 w 3114960"/>
              <a:gd name="connsiteY37510" fmla="*/ 4680395 h 5143785"/>
              <a:gd name="connsiteX37511" fmla="*/ 89249 w 3114960"/>
              <a:gd name="connsiteY37511" fmla="*/ 4674299 h 5143785"/>
              <a:gd name="connsiteX37512" fmla="*/ 89249 w 3114960"/>
              <a:gd name="connsiteY37512" fmla="*/ 4674299 h 5143785"/>
              <a:gd name="connsiteX37513" fmla="*/ 95345 w 3114960"/>
              <a:gd name="connsiteY37513" fmla="*/ 4680299 h 5143785"/>
              <a:gd name="connsiteX37514" fmla="*/ 89345 w 3114960"/>
              <a:gd name="connsiteY37514" fmla="*/ 4686395 h 5143785"/>
              <a:gd name="connsiteX37515" fmla="*/ 110776 w 3114960"/>
              <a:gd name="connsiteY37515" fmla="*/ 3929825 h 5143785"/>
              <a:gd name="connsiteX37516" fmla="*/ 103156 w 3114960"/>
              <a:gd name="connsiteY37516" fmla="*/ 3929444 h 5143785"/>
              <a:gd name="connsiteX37517" fmla="*/ 97155 w 3114960"/>
              <a:gd name="connsiteY37517" fmla="*/ 3942112 h 5143785"/>
              <a:gd name="connsiteX37518" fmla="*/ 97631 w 3114960"/>
              <a:gd name="connsiteY37518" fmla="*/ 3942874 h 5143785"/>
              <a:gd name="connsiteX37519" fmla="*/ 72009 w 3114960"/>
              <a:gd name="connsiteY37519" fmla="*/ 3965638 h 5143785"/>
              <a:gd name="connsiteX37520" fmla="*/ 72295 w 3114960"/>
              <a:gd name="connsiteY37520" fmla="*/ 4013645 h 5143785"/>
              <a:gd name="connsiteX37521" fmla="*/ 47530 w 3114960"/>
              <a:gd name="connsiteY37521" fmla="*/ 4035076 h 5143785"/>
              <a:gd name="connsiteX37522" fmla="*/ 46482 w 3114960"/>
              <a:gd name="connsiteY37522" fmla="*/ 4034314 h 5143785"/>
              <a:gd name="connsiteX37523" fmla="*/ 38862 w 3114960"/>
              <a:gd name="connsiteY37523" fmla="*/ 4033933 h 5143785"/>
              <a:gd name="connsiteX37524" fmla="*/ 32861 w 3114960"/>
              <a:gd name="connsiteY37524" fmla="*/ 4046601 h 5143785"/>
              <a:gd name="connsiteX37525" fmla="*/ 42196 w 3114960"/>
              <a:gd name="connsiteY37525" fmla="*/ 4053173 h 5143785"/>
              <a:gd name="connsiteX37526" fmla="*/ 45530 w 3114960"/>
              <a:gd name="connsiteY37526" fmla="*/ 4052602 h 5143785"/>
              <a:gd name="connsiteX37527" fmla="*/ 51530 w 3114960"/>
              <a:gd name="connsiteY37527" fmla="*/ 4039934 h 5143785"/>
              <a:gd name="connsiteX37528" fmla="*/ 50673 w 3114960"/>
              <a:gd name="connsiteY37528" fmla="*/ 4038505 h 5143785"/>
              <a:gd name="connsiteX37529" fmla="*/ 76962 w 3114960"/>
              <a:gd name="connsiteY37529" fmla="*/ 4015740 h 5143785"/>
              <a:gd name="connsiteX37530" fmla="*/ 76676 w 3114960"/>
              <a:gd name="connsiteY37530" fmla="*/ 3967734 h 5143785"/>
              <a:gd name="connsiteX37531" fmla="*/ 100584 w 3114960"/>
              <a:gd name="connsiteY37531" fmla="*/ 3946493 h 5143785"/>
              <a:gd name="connsiteX37532" fmla="*/ 102203 w 3114960"/>
              <a:gd name="connsiteY37532" fmla="*/ 3947636 h 5143785"/>
              <a:gd name="connsiteX37533" fmla="*/ 106394 w 3114960"/>
              <a:gd name="connsiteY37533" fmla="*/ 3948589 h 5143785"/>
              <a:gd name="connsiteX37534" fmla="*/ 109728 w 3114960"/>
              <a:gd name="connsiteY37534" fmla="*/ 3948017 h 5143785"/>
              <a:gd name="connsiteX37535" fmla="*/ 115348 w 3114960"/>
              <a:gd name="connsiteY37535" fmla="*/ 3942874 h 5143785"/>
              <a:gd name="connsiteX37536" fmla="*/ 115729 w 3114960"/>
              <a:gd name="connsiteY37536" fmla="*/ 3935349 h 5143785"/>
              <a:gd name="connsiteX37537" fmla="*/ 110681 w 3114960"/>
              <a:gd name="connsiteY37537" fmla="*/ 3929729 h 5143785"/>
              <a:gd name="connsiteX37538" fmla="*/ 44101 w 3114960"/>
              <a:gd name="connsiteY37538" fmla="*/ 4048220 h 5143785"/>
              <a:gd name="connsiteX37539" fmla="*/ 40196 w 3114960"/>
              <a:gd name="connsiteY37539" fmla="*/ 4048030 h 5143785"/>
              <a:gd name="connsiteX37540" fmla="*/ 37529 w 3114960"/>
              <a:gd name="connsiteY37540" fmla="*/ 4045077 h 5143785"/>
              <a:gd name="connsiteX37541" fmla="*/ 40672 w 3114960"/>
              <a:gd name="connsiteY37541" fmla="*/ 4038505 h 5143785"/>
              <a:gd name="connsiteX37542" fmla="*/ 42386 w 3114960"/>
              <a:gd name="connsiteY37542" fmla="*/ 4038219 h 5143785"/>
              <a:gd name="connsiteX37543" fmla="*/ 47244 w 3114960"/>
              <a:gd name="connsiteY37543" fmla="*/ 4041648 h 5143785"/>
              <a:gd name="connsiteX37544" fmla="*/ 44101 w 3114960"/>
              <a:gd name="connsiteY37544" fmla="*/ 4048220 h 5143785"/>
              <a:gd name="connsiteX37545" fmla="*/ 108299 w 3114960"/>
              <a:gd name="connsiteY37545" fmla="*/ 3943636 h 5143785"/>
              <a:gd name="connsiteX37546" fmla="*/ 104394 w 3114960"/>
              <a:gd name="connsiteY37546" fmla="*/ 3943445 h 5143785"/>
              <a:gd name="connsiteX37547" fmla="*/ 101727 w 3114960"/>
              <a:gd name="connsiteY37547" fmla="*/ 3940493 h 5143785"/>
              <a:gd name="connsiteX37548" fmla="*/ 104870 w 3114960"/>
              <a:gd name="connsiteY37548" fmla="*/ 3933920 h 5143785"/>
              <a:gd name="connsiteX37549" fmla="*/ 106585 w 3114960"/>
              <a:gd name="connsiteY37549" fmla="*/ 3933635 h 5143785"/>
              <a:gd name="connsiteX37550" fmla="*/ 108776 w 3114960"/>
              <a:gd name="connsiteY37550" fmla="*/ 3934111 h 5143785"/>
              <a:gd name="connsiteX37551" fmla="*/ 111442 w 3114960"/>
              <a:gd name="connsiteY37551" fmla="*/ 3937063 h 5143785"/>
              <a:gd name="connsiteX37552" fmla="*/ 108299 w 3114960"/>
              <a:gd name="connsiteY37552" fmla="*/ 3943636 h 5143785"/>
              <a:gd name="connsiteX37553" fmla="*/ 1896142 w 3114960"/>
              <a:gd name="connsiteY37553" fmla="*/ 3995261 h 5143785"/>
              <a:gd name="connsiteX37554" fmla="*/ 1882045 w 3114960"/>
              <a:gd name="connsiteY37554" fmla="*/ 3995261 h 5143785"/>
              <a:gd name="connsiteX37555" fmla="*/ 1877473 w 3114960"/>
              <a:gd name="connsiteY37555" fmla="*/ 3999834 h 5143785"/>
              <a:gd name="connsiteX37556" fmla="*/ 1877473 w 3114960"/>
              <a:gd name="connsiteY37556" fmla="*/ 4014407 h 5143785"/>
              <a:gd name="connsiteX37557" fmla="*/ 1882045 w 3114960"/>
              <a:gd name="connsiteY37557" fmla="*/ 4018979 h 5143785"/>
              <a:gd name="connsiteX37558" fmla="*/ 1896142 w 3114960"/>
              <a:gd name="connsiteY37558" fmla="*/ 4018979 h 5143785"/>
              <a:gd name="connsiteX37559" fmla="*/ 1900714 w 3114960"/>
              <a:gd name="connsiteY37559" fmla="*/ 4014407 h 5143785"/>
              <a:gd name="connsiteX37560" fmla="*/ 1900714 w 3114960"/>
              <a:gd name="connsiteY37560" fmla="*/ 3999834 h 5143785"/>
              <a:gd name="connsiteX37561" fmla="*/ 1896142 w 3114960"/>
              <a:gd name="connsiteY37561" fmla="*/ 3995261 h 5143785"/>
              <a:gd name="connsiteX37562" fmla="*/ 1897380 w 3114960"/>
              <a:gd name="connsiteY37562" fmla="*/ 4014407 h 5143785"/>
              <a:gd name="connsiteX37563" fmla="*/ 1896142 w 3114960"/>
              <a:gd name="connsiteY37563" fmla="*/ 4015645 h 5143785"/>
              <a:gd name="connsiteX37564" fmla="*/ 1882045 w 3114960"/>
              <a:gd name="connsiteY37564" fmla="*/ 4015645 h 5143785"/>
              <a:gd name="connsiteX37565" fmla="*/ 1880807 w 3114960"/>
              <a:gd name="connsiteY37565" fmla="*/ 4014407 h 5143785"/>
              <a:gd name="connsiteX37566" fmla="*/ 1880807 w 3114960"/>
              <a:gd name="connsiteY37566" fmla="*/ 3999834 h 5143785"/>
              <a:gd name="connsiteX37567" fmla="*/ 1882045 w 3114960"/>
              <a:gd name="connsiteY37567" fmla="*/ 3998595 h 5143785"/>
              <a:gd name="connsiteX37568" fmla="*/ 1896142 w 3114960"/>
              <a:gd name="connsiteY37568" fmla="*/ 3998595 h 5143785"/>
              <a:gd name="connsiteX37569" fmla="*/ 1897380 w 3114960"/>
              <a:gd name="connsiteY37569" fmla="*/ 3999834 h 5143785"/>
              <a:gd name="connsiteX37570" fmla="*/ 1897380 w 3114960"/>
              <a:gd name="connsiteY37570" fmla="*/ 4014407 h 5143785"/>
              <a:gd name="connsiteX37571" fmla="*/ 392144 w 3114960"/>
              <a:gd name="connsiteY37571" fmla="*/ 2250472 h 5143785"/>
              <a:gd name="connsiteX37572" fmla="*/ 399002 w 3114960"/>
              <a:gd name="connsiteY37572" fmla="*/ 2243423 h 5143785"/>
              <a:gd name="connsiteX37573" fmla="*/ 402431 w 3114960"/>
              <a:gd name="connsiteY37573" fmla="*/ 2246757 h 5143785"/>
              <a:gd name="connsiteX37574" fmla="*/ 395573 w 3114960"/>
              <a:gd name="connsiteY37574" fmla="*/ 2253806 h 5143785"/>
              <a:gd name="connsiteX37575" fmla="*/ 392144 w 3114960"/>
              <a:gd name="connsiteY37575" fmla="*/ 2250472 h 5143785"/>
              <a:gd name="connsiteX37576" fmla="*/ 2138744 w 3114960"/>
              <a:gd name="connsiteY37576" fmla="*/ 4154805 h 5143785"/>
              <a:gd name="connsiteX37577" fmla="*/ 2138744 w 3114960"/>
              <a:gd name="connsiteY37577" fmla="*/ 4149757 h 5143785"/>
              <a:gd name="connsiteX37578" fmla="*/ 2153412 w 3114960"/>
              <a:gd name="connsiteY37578" fmla="*/ 4149757 h 5143785"/>
              <a:gd name="connsiteX37579" fmla="*/ 2161223 w 3114960"/>
              <a:gd name="connsiteY37579" fmla="*/ 4141946 h 5143785"/>
              <a:gd name="connsiteX37580" fmla="*/ 2161223 w 3114960"/>
              <a:gd name="connsiteY37580" fmla="*/ 4132421 h 5143785"/>
              <a:gd name="connsiteX37581" fmla="*/ 2153412 w 3114960"/>
              <a:gd name="connsiteY37581" fmla="*/ 4124611 h 5143785"/>
              <a:gd name="connsiteX37582" fmla="*/ 2138744 w 3114960"/>
              <a:gd name="connsiteY37582" fmla="*/ 4124611 h 5143785"/>
              <a:gd name="connsiteX37583" fmla="*/ 2138744 w 3114960"/>
              <a:gd name="connsiteY37583" fmla="*/ 4117277 h 5143785"/>
              <a:gd name="connsiteX37584" fmla="*/ 2197513 w 3114960"/>
              <a:gd name="connsiteY37584" fmla="*/ 4043744 h 5143785"/>
              <a:gd name="connsiteX37585" fmla="*/ 2197513 w 3114960"/>
              <a:gd name="connsiteY37585" fmla="*/ 4027361 h 5143785"/>
              <a:gd name="connsiteX37586" fmla="*/ 2201132 w 3114960"/>
              <a:gd name="connsiteY37586" fmla="*/ 4027361 h 5143785"/>
              <a:gd name="connsiteX37587" fmla="*/ 2205419 w 3114960"/>
              <a:gd name="connsiteY37587" fmla="*/ 4023074 h 5143785"/>
              <a:gd name="connsiteX37588" fmla="*/ 2205419 w 3114960"/>
              <a:gd name="connsiteY37588" fmla="*/ 4010311 h 5143785"/>
              <a:gd name="connsiteX37589" fmla="*/ 2201894 w 3114960"/>
              <a:gd name="connsiteY37589" fmla="*/ 4006787 h 5143785"/>
              <a:gd name="connsiteX37590" fmla="*/ 2189131 w 3114960"/>
              <a:gd name="connsiteY37590" fmla="*/ 4006787 h 5143785"/>
              <a:gd name="connsiteX37591" fmla="*/ 2184845 w 3114960"/>
              <a:gd name="connsiteY37591" fmla="*/ 4011073 h 5143785"/>
              <a:gd name="connsiteX37592" fmla="*/ 2184845 w 3114960"/>
              <a:gd name="connsiteY37592" fmla="*/ 4023170 h 5143785"/>
              <a:gd name="connsiteX37593" fmla="*/ 2189131 w 3114960"/>
              <a:gd name="connsiteY37593" fmla="*/ 4027456 h 5143785"/>
              <a:gd name="connsiteX37594" fmla="*/ 2192750 w 3114960"/>
              <a:gd name="connsiteY37594" fmla="*/ 4027456 h 5143785"/>
              <a:gd name="connsiteX37595" fmla="*/ 2192750 w 3114960"/>
              <a:gd name="connsiteY37595" fmla="*/ 4042124 h 5143785"/>
              <a:gd name="connsiteX37596" fmla="*/ 2133981 w 3114960"/>
              <a:gd name="connsiteY37596" fmla="*/ 4115657 h 5143785"/>
              <a:gd name="connsiteX37597" fmla="*/ 2133981 w 3114960"/>
              <a:gd name="connsiteY37597" fmla="*/ 4124706 h 5143785"/>
              <a:gd name="connsiteX37598" fmla="*/ 2118360 w 3114960"/>
              <a:gd name="connsiteY37598" fmla="*/ 4124706 h 5143785"/>
              <a:gd name="connsiteX37599" fmla="*/ 2110550 w 3114960"/>
              <a:gd name="connsiteY37599" fmla="*/ 4132517 h 5143785"/>
              <a:gd name="connsiteX37600" fmla="*/ 2110550 w 3114960"/>
              <a:gd name="connsiteY37600" fmla="*/ 4142042 h 5143785"/>
              <a:gd name="connsiteX37601" fmla="*/ 2118360 w 3114960"/>
              <a:gd name="connsiteY37601" fmla="*/ 4149852 h 5143785"/>
              <a:gd name="connsiteX37602" fmla="*/ 2133981 w 3114960"/>
              <a:gd name="connsiteY37602" fmla="*/ 4149852 h 5143785"/>
              <a:gd name="connsiteX37603" fmla="*/ 2133981 w 3114960"/>
              <a:gd name="connsiteY37603" fmla="*/ 4156710 h 5143785"/>
              <a:gd name="connsiteX37604" fmla="*/ 2187035 w 3114960"/>
              <a:gd name="connsiteY37604" fmla="*/ 4218813 h 5143785"/>
              <a:gd name="connsiteX37605" fmla="*/ 2187035 w 3114960"/>
              <a:gd name="connsiteY37605" fmla="*/ 4244340 h 5143785"/>
              <a:gd name="connsiteX37606" fmla="*/ 2178844 w 3114960"/>
              <a:gd name="connsiteY37606" fmla="*/ 4257294 h 5143785"/>
              <a:gd name="connsiteX37607" fmla="*/ 2183606 w 3114960"/>
              <a:gd name="connsiteY37607" fmla="*/ 4264343 h 5143785"/>
              <a:gd name="connsiteX37608" fmla="*/ 2189798 w 3114960"/>
              <a:gd name="connsiteY37608" fmla="*/ 4266248 h 5143785"/>
              <a:gd name="connsiteX37609" fmla="*/ 2192084 w 3114960"/>
              <a:gd name="connsiteY37609" fmla="*/ 4266057 h 5143785"/>
              <a:gd name="connsiteX37610" fmla="*/ 2199132 w 3114960"/>
              <a:gd name="connsiteY37610" fmla="*/ 4261295 h 5143785"/>
              <a:gd name="connsiteX37611" fmla="*/ 2200751 w 3114960"/>
              <a:gd name="connsiteY37611" fmla="*/ 4252913 h 5143785"/>
              <a:gd name="connsiteX37612" fmla="*/ 2195989 w 3114960"/>
              <a:gd name="connsiteY37612" fmla="*/ 4245864 h 5143785"/>
              <a:gd name="connsiteX37613" fmla="*/ 2191893 w 3114960"/>
              <a:gd name="connsiteY37613" fmla="*/ 4244245 h 5143785"/>
              <a:gd name="connsiteX37614" fmla="*/ 2191893 w 3114960"/>
              <a:gd name="connsiteY37614" fmla="*/ 4217194 h 5143785"/>
              <a:gd name="connsiteX37615" fmla="*/ 2138839 w 3114960"/>
              <a:gd name="connsiteY37615" fmla="*/ 4155091 h 5143785"/>
              <a:gd name="connsiteX37616" fmla="*/ 2145411 w 3114960"/>
              <a:gd name="connsiteY37616" fmla="*/ 4129373 h 5143785"/>
              <a:gd name="connsiteX37617" fmla="*/ 2153412 w 3114960"/>
              <a:gd name="connsiteY37617" fmla="*/ 4129373 h 5143785"/>
              <a:gd name="connsiteX37618" fmla="*/ 2156365 w 3114960"/>
              <a:gd name="connsiteY37618" fmla="*/ 4132326 h 5143785"/>
              <a:gd name="connsiteX37619" fmla="*/ 2156365 w 3114960"/>
              <a:gd name="connsiteY37619" fmla="*/ 4141851 h 5143785"/>
              <a:gd name="connsiteX37620" fmla="*/ 2153412 w 3114960"/>
              <a:gd name="connsiteY37620" fmla="*/ 4144804 h 5143785"/>
              <a:gd name="connsiteX37621" fmla="*/ 2145411 w 3114960"/>
              <a:gd name="connsiteY37621" fmla="*/ 4144804 h 5143785"/>
              <a:gd name="connsiteX37622" fmla="*/ 2145411 w 3114960"/>
              <a:gd name="connsiteY37622" fmla="*/ 4129278 h 5143785"/>
              <a:gd name="connsiteX37623" fmla="*/ 2124456 w 3114960"/>
              <a:gd name="connsiteY37623" fmla="*/ 4144899 h 5143785"/>
              <a:gd name="connsiteX37624" fmla="*/ 2118360 w 3114960"/>
              <a:gd name="connsiteY37624" fmla="*/ 4144899 h 5143785"/>
              <a:gd name="connsiteX37625" fmla="*/ 2115407 w 3114960"/>
              <a:gd name="connsiteY37625" fmla="*/ 4141946 h 5143785"/>
              <a:gd name="connsiteX37626" fmla="*/ 2115407 w 3114960"/>
              <a:gd name="connsiteY37626" fmla="*/ 4132421 h 5143785"/>
              <a:gd name="connsiteX37627" fmla="*/ 2118360 w 3114960"/>
              <a:gd name="connsiteY37627" fmla="*/ 4129469 h 5143785"/>
              <a:gd name="connsiteX37628" fmla="*/ 2124456 w 3114960"/>
              <a:gd name="connsiteY37628" fmla="*/ 4129469 h 5143785"/>
              <a:gd name="connsiteX37629" fmla="*/ 2124456 w 3114960"/>
              <a:gd name="connsiteY37629" fmla="*/ 4144994 h 5143785"/>
              <a:gd name="connsiteX37630" fmla="*/ 2193227 w 3114960"/>
              <a:gd name="connsiteY37630" fmla="*/ 4249674 h 5143785"/>
              <a:gd name="connsiteX37631" fmla="*/ 2195894 w 3114960"/>
              <a:gd name="connsiteY37631" fmla="*/ 4253675 h 5143785"/>
              <a:gd name="connsiteX37632" fmla="*/ 2194941 w 3114960"/>
              <a:gd name="connsiteY37632" fmla="*/ 4258437 h 5143785"/>
              <a:gd name="connsiteX37633" fmla="*/ 2190941 w 3114960"/>
              <a:gd name="connsiteY37633" fmla="*/ 4261104 h 5143785"/>
              <a:gd name="connsiteX37634" fmla="*/ 2186178 w 3114960"/>
              <a:gd name="connsiteY37634" fmla="*/ 4260152 h 5143785"/>
              <a:gd name="connsiteX37635" fmla="*/ 2183511 w 3114960"/>
              <a:gd name="connsiteY37635" fmla="*/ 4256151 h 5143785"/>
              <a:gd name="connsiteX37636" fmla="*/ 2188464 w 3114960"/>
              <a:gd name="connsiteY37636" fmla="*/ 4248722 h 5143785"/>
              <a:gd name="connsiteX37637" fmla="*/ 2193227 w 3114960"/>
              <a:gd name="connsiteY37637" fmla="*/ 4249674 h 5143785"/>
              <a:gd name="connsiteX37638" fmla="*/ 2234089 w 3114960"/>
              <a:gd name="connsiteY37638" fmla="*/ 3909441 h 5143785"/>
              <a:gd name="connsiteX37639" fmla="*/ 2173796 w 3114960"/>
              <a:gd name="connsiteY37639" fmla="*/ 3850767 h 5143785"/>
              <a:gd name="connsiteX37640" fmla="*/ 2070354 w 3114960"/>
              <a:gd name="connsiteY37640" fmla="*/ 3850767 h 5143785"/>
              <a:gd name="connsiteX37641" fmla="*/ 2043494 w 3114960"/>
              <a:gd name="connsiteY37641" fmla="*/ 3881152 h 5143785"/>
              <a:gd name="connsiteX37642" fmla="*/ 2038922 w 3114960"/>
              <a:gd name="connsiteY37642" fmla="*/ 3880295 h 5143785"/>
              <a:gd name="connsiteX37643" fmla="*/ 2025110 w 3114960"/>
              <a:gd name="connsiteY37643" fmla="*/ 3894106 h 5143785"/>
              <a:gd name="connsiteX37644" fmla="*/ 2038922 w 3114960"/>
              <a:gd name="connsiteY37644" fmla="*/ 3907917 h 5143785"/>
              <a:gd name="connsiteX37645" fmla="*/ 2052733 w 3114960"/>
              <a:gd name="connsiteY37645" fmla="*/ 3894106 h 5143785"/>
              <a:gd name="connsiteX37646" fmla="*/ 2047780 w 3114960"/>
              <a:gd name="connsiteY37646" fmla="*/ 3883628 h 5143785"/>
              <a:gd name="connsiteX37647" fmla="*/ 2072640 w 3114960"/>
              <a:gd name="connsiteY37647" fmla="*/ 3855625 h 5143785"/>
              <a:gd name="connsiteX37648" fmla="*/ 2171795 w 3114960"/>
              <a:gd name="connsiteY37648" fmla="*/ 3855625 h 5143785"/>
              <a:gd name="connsiteX37649" fmla="*/ 2229231 w 3114960"/>
              <a:gd name="connsiteY37649" fmla="*/ 3911442 h 5143785"/>
              <a:gd name="connsiteX37650" fmla="*/ 2230469 w 3114960"/>
              <a:gd name="connsiteY37650" fmla="*/ 4046696 h 5143785"/>
              <a:gd name="connsiteX37651" fmla="*/ 2190560 w 3114960"/>
              <a:gd name="connsiteY37651" fmla="*/ 4103180 h 5143785"/>
              <a:gd name="connsiteX37652" fmla="*/ 2189512 w 3114960"/>
              <a:gd name="connsiteY37652" fmla="*/ 4102418 h 5143785"/>
              <a:gd name="connsiteX37653" fmla="*/ 2180177 w 3114960"/>
              <a:gd name="connsiteY37653" fmla="*/ 4102418 h 5143785"/>
              <a:gd name="connsiteX37654" fmla="*/ 2173510 w 3114960"/>
              <a:gd name="connsiteY37654" fmla="*/ 4118420 h 5143785"/>
              <a:gd name="connsiteX37655" fmla="*/ 2180082 w 3114960"/>
              <a:gd name="connsiteY37655" fmla="*/ 4125087 h 5143785"/>
              <a:gd name="connsiteX37656" fmla="*/ 2184845 w 3114960"/>
              <a:gd name="connsiteY37656" fmla="*/ 4126040 h 5143785"/>
              <a:gd name="connsiteX37657" fmla="*/ 2189512 w 3114960"/>
              <a:gd name="connsiteY37657" fmla="*/ 4125087 h 5143785"/>
              <a:gd name="connsiteX37658" fmla="*/ 2196179 w 3114960"/>
              <a:gd name="connsiteY37658" fmla="*/ 4118515 h 5143785"/>
              <a:gd name="connsiteX37659" fmla="*/ 2196179 w 3114960"/>
              <a:gd name="connsiteY37659" fmla="*/ 4109180 h 5143785"/>
              <a:gd name="connsiteX37660" fmla="*/ 2194370 w 3114960"/>
              <a:gd name="connsiteY37660" fmla="*/ 4106418 h 5143785"/>
              <a:gd name="connsiteX37661" fmla="*/ 2235518 w 3114960"/>
              <a:gd name="connsiteY37661" fmla="*/ 4048506 h 5143785"/>
              <a:gd name="connsiteX37662" fmla="*/ 2234279 w 3114960"/>
              <a:gd name="connsiteY37662" fmla="*/ 3909441 h 5143785"/>
              <a:gd name="connsiteX37663" fmla="*/ 2187512 w 3114960"/>
              <a:gd name="connsiteY37663" fmla="*/ 4120610 h 5143785"/>
              <a:gd name="connsiteX37664" fmla="*/ 2177891 w 3114960"/>
              <a:gd name="connsiteY37664" fmla="*/ 4116610 h 5143785"/>
              <a:gd name="connsiteX37665" fmla="*/ 2181892 w 3114960"/>
              <a:gd name="connsiteY37665" fmla="*/ 4106990 h 5143785"/>
              <a:gd name="connsiteX37666" fmla="*/ 2184654 w 3114960"/>
              <a:gd name="connsiteY37666" fmla="*/ 4106418 h 5143785"/>
              <a:gd name="connsiteX37667" fmla="*/ 2187512 w 3114960"/>
              <a:gd name="connsiteY37667" fmla="*/ 4106990 h 5143785"/>
              <a:gd name="connsiteX37668" fmla="*/ 2191512 w 3114960"/>
              <a:gd name="connsiteY37668" fmla="*/ 4110990 h 5143785"/>
              <a:gd name="connsiteX37669" fmla="*/ 2187512 w 3114960"/>
              <a:gd name="connsiteY37669" fmla="*/ 4120610 h 5143785"/>
              <a:gd name="connsiteX37670" fmla="*/ 2260759 w 3114960"/>
              <a:gd name="connsiteY37670" fmla="*/ 3607975 h 5143785"/>
              <a:gd name="connsiteX37671" fmla="*/ 2260759 w 3114960"/>
              <a:gd name="connsiteY37671" fmla="*/ 3609023 h 5143785"/>
              <a:gd name="connsiteX37672" fmla="*/ 2270284 w 3114960"/>
              <a:gd name="connsiteY37672" fmla="*/ 3618548 h 5143785"/>
              <a:gd name="connsiteX37673" fmla="*/ 2298859 w 3114960"/>
              <a:gd name="connsiteY37673" fmla="*/ 3618548 h 5143785"/>
              <a:gd name="connsiteX37674" fmla="*/ 2308384 w 3114960"/>
              <a:gd name="connsiteY37674" fmla="*/ 3609023 h 5143785"/>
              <a:gd name="connsiteX37675" fmla="*/ 2308384 w 3114960"/>
              <a:gd name="connsiteY37675" fmla="*/ 3609023 h 5143785"/>
              <a:gd name="connsiteX37676" fmla="*/ 2338197 w 3114960"/>
              <a:gd name="connsiteY37676" fmla="*/ 3636359 h 5143785"/>
              <a:gd name="connsiteX37677" fmla="*/ 2338197 w 3114960"/>
              <a:gd name="connsiteY37677" fmla="*/ 3671602 h 5143785"/>
              <a:gd name="connsiteX37678" fmla="*/ 2332387 w 3114960"/>
              <a:gd name="connsiteY37678" fmla="*/ 3671602 h 5143785"/>
              <a:gd name="connsiteX37679" fmla="*/ 2319338 w 3114960"/>
              <a:gd name="connsiteY37679" fmla="*/ 3684651 h 5143785"/>
              <a:gd name="connsiteX37680" fmla="*/ 2319338 w 3114960"/>
              <a:gd name="connsiteY37680" fmla="*/ 3713226 h 5143785"/>
              <a:gd name="connsiteX37681" fmla="*/ 2332387 w 3114960"/>
              <a:gd name="connsiteY37681" fmla="*/ 3726275 h 5143785"/>
              <a:gd name="connsiteX37682" fmla="*/ 2344293 w 3114960"/>
              <a:gd name="connsiteY37682" fmla="*/ 3726275 h 5143785"/>
              <a:gd name="connsiteX37683" fmla="*/ 2344293 w 3114960"/>
              <a:gd name="connsiteY37683" fmla="*/ 3755708 h 5143785"/>
              <a:gd name="connsiteX37684" fmla="*/ 2361438 w 3114960"/>
              <a:gd name="connsiteY37684" fmla="*/ 3775424 h 5143785"/>
              <a:gd name="connsiteX37685" fmla="*/ 2411159 w 3114960"/>
              <a:gd name="connsiteY37685" fmla="*/ 3775805 h 5143785"/>
              <a:gd name="connsiteX37686" fmla="*/ 2420207 w 3114960"/>
              <a:gd name="connsiteY37686" fmla="*/ 3785711 h 5143785"/>
              <a:gd name="connsiteX37687" fmla="*/ 2418398 w 3114960"/>
              <a:gd name="connsiteY37687" fmla="*/ 3791331 h 5143785"/>
              <a:gd name="connsiteX37688" fmla="*/ 2428970 w 3114960"/>
              <a:gd name="connsiteY37688" fmla="*/ 3801904 h 5143785"/>
              <a:gd name="connsiteX37689" fmla="*/ 2439543 w 3114960"/>
              <a:gd name="connsiteY37689" fmla="*/ 3791331 h 5143785"/>
              <a:gd name="connsiteX37690" fmla="*/ 2428970 w 3114960"/>
              <a:gd name="connsiteY37690" fmla="*/ 3780759 h 5143785"/>
              <a:gd name="connsiteX37691" fmla="*/ 2423636 w 3114960"/>
              <a:gd name="connsiteY37691" fmla="*/ 3782378 h 5143785"/>
              <a:gd name="connsiteX37692" fmla="*/ 2413254 w 3114960"/>
              <a:gd name="connsiteY37692" fmla="*/ 3771043 h 5143785"/>
              <a:gd name="connsiteX37693" fmla="*/ 2363629 w 3114960"/>
              <a:gd name="connsiteY37693" fmla="*/ 3770662 h 5143785"/>
              <a:gd name="connsiteX37694" fmla="*/ 2349056 w 3114960"/>
              <a:gd name="connsiteY37694" fmla="*/ 3753993 h 5143785"/>
              <a:gd name="connsiteX37695" fmla="*/ 2349056 w 3114960"/>
              <a:gd name="connsiteY37695" fmla="*/ 3726371 h 5143785"/>
              <a:gd name="connsiteX37696" fmla="*/ 2360962 w 3114960"/>
              <a:gd name="connsiteY37696" fmla="*/ 3726371 h 5143785"/>
              <a:gd name="connsiteX37697" fmla="*/ 2374011 w 3114960"/>
              <a:gd name="connsiteY37697" fmla="*/ 3713321 h 5143785"/>
              <a:gd name="connsiteX37698" fmla="*/ 2374011 w 3114960"/>
              <a:gd name="connsiteY37698" fmla="*/ 3684746 h 5143785"/>
              <a:gd name="connsiteX37699" fmla="*/ 2360962 w 3114960"/>
              <a:gd name="connsiteY37699" fmla="*/ 3671697 h 5143785"/>
              <a:gd name="connsiteX37700" fmla="*/ 2356676 w 3114960"/>
              <a:gd name="connsiteY37700" fmla="*/ 3671697 h 5143785"/>
              <a:gd name="connsiteX37701" fmla="*/ 2356676 w 3114960"/>
              <a:gd name="connsiteY37701" fmla="*/ 3634740 h 5143785"/>
              <a:gd name="connsiteX37702" fmla="*/ 2384489 w 3114960"/>
              <a:gd name="connsiteY37702" fmla="*/ 3609213 h 5143785"/>
              <a:gd name="connsiteX37703" fmla="*/ 2396109 w 3114960"/>
              <a:gd name="connsiteY37703" fmla="*/ 3619976 h 5143785"/>
              <a:gd name="connsiteX37704" fmla="*/ 2424684 w 3114960"/>
              <a:gd name="connsiteY37704" fmla="*/ 3619976 h 5143785"/>
              <a:gd name="connsiteX37705" fmla="*/ 2436305 w 3114960"/>
              <a:gd name="connsiteY37705" fmla="*/ 3609309 h 5143785"/>
              <a:gd name="connsiteX37706" fmla="*/ 2463927 w 3114960"/>
              <a:gd name="connsiteY37706" fmla="*/ 3634740 h 5143785"/>
              <a:gd name="connsiteX37707" fmla="*/ 2463927 w 3114960"/>
              <a:gd name="connsiteY37707" fmla="*/ 3672269 h 5143785"/>
              <a:gd name="connsiteX37708" fmla="*/ 2452116 w 3114960"/>
              <a:gd name="connsiteY37708" fmla="*/ 3672269 h 5143785"/>
              <a:gd name="connsiteX37709" fmla="*/ 2439067 w 3114960"/>
              <a:gd name="connsiteY37709" fmla="*/ 3687509 h 5143785"/>
              <a:gd name="connsiteX37710" fmla="*/ 2439067 w 3114960"/>
              <a:gd name="connsiteY37710" fmla="*/ 3716084 h 5143785"/>
              <a:gd name="connsiteX37711" fmla="*/ 2452116 w 3114960"/>
              <a:gd name="connsiteY37711" fmla="*/ 3726942 h 5143785"/>
              <a:gd name="connsiteX37712" fmla="*/ 2480691 w 3114960"/>
              <a:gd name="connsiteY37712" fmla="*/ 3726942 h 5143785"/>
              <a:gd name="connsiteX37713" fmla="*/ 2493740 w 3114960"/>
              <a:gd name="connsiteY37713" fmla="*/ 3713893 h 5143785"/>
              <a:gd name="connsiteX37714" fmla="*/ 2493740 w 3114960"/>
              <a:gd name="connsiteY37714" fmla="*/ 3685318 h 5143785"/>
              <a:gd name="connsiteX37715" fmla="*/ 2480691 w 3114960"/>
              <a:gd name="connsiteY37715" fmla="*/ 3672269 h 5143785"/>
              <a:gd name="connsiteX37716" fmla="*/ 2468785 w 3114960"/>
              <a:gd name="connsiteY37716" fmla="*/ 3672269 h 5143785"/>
              <a:gd name="connsiteX37717" fmla="*/ 2468785 w 3114960"/>
              <a:gd name="connsiteY37717" fmla="*/ 3632645 h 5143785"/>
              <a:gd name="connsiteX37718" fmla="*/ 2437543 w 3114960"/>
              <a:gd name="connsiteY37718" fmla="*/ 3603974 h 5143785"/>
              <a:gd name="connsiteX37719" fmla="*/ 2468690 w 3114960"/>
              <a:gd name="connsiteY37719" fmla="*/ 3575304 h 5143785"/>
              <a:gd name="connsiteX37720" fmla="*/ 2468690 w 3114960"/>
              <a:gd name="connsiteY37720" fmla="*/ 3536823 h 5143785"/>
              <a:gd name="connsiteX37721" fmla="*/ 2480691 w 3114960"/>
              <a:gd name="connsiteY37721" fmla="*/ 3536823 h 5143785"/>
              <a:gd name="connsiteX37722" fmla="*/ 2490216 w 3114960"/>
              <a:gd name="connsiteY37722" fmla="*/ 3527298 h 5143785"/>
              <a:gd name="connsiteX37723" fmla="*/ 2490216 w 3114960"/>
              <a:gd name="connsiteY37723" fmla="*/ 3498723 h 5143785"/>
              <a:gd name="connsiteX37724" fmla="*/ 2480691 w 3114960"/>
              <a:gd name="connsiteY37724" fmla="*/ 3489198 h 5143785"/>
              <a:gd name="connsiteX37725" fmla="*/ 2452116 w 3114960"/>
              <a:gd name="connsiteY37725" fmla="*/ 3489198 h 5143785"/>
              <a:gd name="connsiteX37726" fmla="*/ 2442591 w 3114960"/>
              <a:gd name="connsiteY37726" fmla="*/ 3498723 h 5143785"/>
              <a:gd name="connsiteX37727" fmla="*/ 2442591 w 3114960"/>
              <a:gd name="connsiteY37727" fmla="*/ 3527298 h 5143785"/>
              <a:gd name="connsiteX37728" fmla="*/ 2452116 w 3114960"/>
              <a:gd name="connsiteY37728" fmla="*/ 3536823 h 5143785"/>
              <a:gd name="connsiteX37729" fmla="*/ 2464022 w 3114960"/>
              <a:gd name="connsiteY37729" fmla="*/ 3536823 h 5143785"/>
              <a:gd name="connsiteX37730" fmla="*/ 2464022 w 3114960"/>
              <a:gd name="connsiteY37730" fmla="*/ 3573209 h 5143785"/>
              <a:gd name="connsiteX37731" fmla="*/ 2436114 w 3114960"/>
              <a:gd name="connsiteY37731" fmla="*/ 3598831 h 5143785"/>
              <a:gd name="connsiteX37732" fmla="*/ 2424589 w 3114960"/>
              <a:gd name="connsiteY37732" fmla="*/ 3588734 h 5143785"/>
              <a:gd name="connsiteX37733" fmla="*/ 2396014 w 3114960"/>
              <a:gd name="connsiteY37733" fmla="*/ 3588734 h 5143785"/>
              <a:gd name="connsiteX37734" fmla="*/ 2384489 w 3114960"/>
              <a:gd name="connsiteY37734" fmla="*/ 3598926 h 5143785"/>
              <a:gd name="connsiteX37735" fmla="*/ 2356676 w 3114960"/>
              <a:gd name="connsiteY37735" fmla="*/ 3573209 h 5143785"/>
              <a:gd name="connsiteX37736" fmla="*/ 2356676 w 3114960"/>
              <a:gd name="connsiteY37736" fmla="*/ 3540443 h 5143785"/>
              <a:gd name="connsiteX37737" fmla="*/ 2360867 w 3114960"/>
              <a:gd name="connsiteY37737" fmla="*/ 3540443 h 5143785"/>
              <a:gd name="connsiteX37738" fmla="*/ 2373916 w 3114960"/>
              <a:gd name="connsiteY37738" fmla="*/ 3527393 h 5143785"/>
              <a:gd name="connsiteX37739" fmla="*/ 2373916 w 3114960"/>
              <a:gd name="connsiteY37739" fmla="*/ 3498818 h 5143785"/>
              <a:gd name="connsiteX37740" fmla="*/ 2360867 w 3114960"/>
              <a:gd name="connsiteY37740" fmla="*/ 3485769 h 5143785"/>
              <a:gd name="connsiteX37741" fmla="*/ 2332292 w 3114960"/>
              <a:gd name="connsiteY37741" fmla="*/ 3485769 h 5143785"/>
              <a:gd name="connsiteX37742" fmla="*/ 2325053 w 3114960"/>
              <a:gd name="connsiteY37742" fmla="*/ 3487960 h 5143785"/>
              <a:gd name="connsiteX37743" fmla="*/ 2298097 w 3114960"/>
              <a:gd name="connsiteY37743" fmla="*/ 3458432 h 5143785"/>
              <a:gd name="connsiteX37744" fmla="*/ 2298097 w 3114960"/>
              <a:gd name="connsiteY37744" fmla="*/ 3267837 h 5143785"/>
              <a:gd name="connsiteX37745" fmla="*/ 2307241 w 3114960"/>
              <a:gd name="connsiteY37745" fmla="*/ 3262217 h 5143785"/>
              <a:gd name="connsiteX37746" fmla="*/ 2307241 w 3114960"/>
              <a:gd name="connsiteY37746" fmla="*/ 3245453 h 5143785"/>
              <a:gd name="connsiteX37747" fmla="*/ 2380583 w 3114960"/>
              <a:gd name="connsiteY37747" fmla="*/ 3186398 h 5143785"/>
              <a:gd name="connsiteX37748" fmla="*/ 2381060 w 3114960"/>
              <a:gd name="connsiteY37748" fmla="*/ 3186017 h 5143785"/>
              <a:gd name="connsiteX37749" fmla="*/ 2381060 w 3114960"/>
              <a:gd name="connsiteY37749" fmla="*/ 3128105 h 5143785"/>
              <a:gd name="connsiteX37750" fmla="*/ 2381822 w 3114960"/>
              <a:gd name="connsiteY37750" fmla="*/ 3128105 h 5143785"/>
              <a:gd name="connsiteX37751" fmla="*/ 2389918 w 3114960"/>
              <a:gd name="connsiteY37751" fmla="*/ 3119342 h 5143785"/>
              <a:gd name="connsiteX37752" fmla="*/ 2541080 w 3114960"/>
              <a:gd name="connsiteY37752" fmla="*/ 3120104 h 5143785"/>
              <a:gd name="connsiteX37753" fmla="*/ 2542127 w 3114960"/>
              <a:gd name="connsiteY37753" fmla="*/ 3120104 h 5143785"/>
              <a:gd name="connsiteX37754" fmla="*/ 2568512 w 3114960"/>
              <a:gd name="connsiteY37754" fmla="*/ 3092005 h 5143785"/>
              <a:gd name="connsiteX37755" fmla="*/ 2697956 w 3114960"/>
              <a:gd name="connsiteY37755" fmla="*/ 3092768 h 5143785"/>
              <a:gd name="connsiteX37756" fmla="*/ 2698813 w 3114960"/>
              <a:gd name="connsiteY37756" fmla="*/ 3094006 h 5143785"/>
              <a:gd name="connsiteX37757" fmla="*/ 2704434 w 3114960"/>
              <a:gd name="connsiteY37757" fmla="*/ 3099626 h 5143785"/>
              <a:gd name="connsiteX37758" fmla="*/ 2708338 w 3114960"/>
              <a:gd name="connsiteY37758" fmla="*/ 3101245 h 5143785"/>
              <a:gd name="connsiteX37759" fmla="*/ 2708338 w 3114960"/>
              <a:gd name="connsiteY37759" fmla="*/ 3101245 h 5143785"/>
              <a:gd name="connsiteX37760" fmla="*/ 2712244 w 3114960"/>
              <a:gd name="connsiteY37760" fmla="*/ 3099626 h 5143785"/>
              <a:gd name="connsiteX37761" fmla="*/ 2717959 w 3114960"/>
              <a:gd name="connsiteY37761" fmla="*/ 3094006 h 5143785"/>
              <a:gd name="connsiteX37762" fmla="*/ 2717959 w 3114960"/>
              <a:gd name="connsiteY37762" fmla="*/ 3086195 h 5143785"/>
              <a:gd name="connsiteX37763" fmla="*/ 2712244 w 3114960"/>
              <a:gd name="connsiteY37763" fmla="*/ 3080576 h 5143785"/>
              <a:gd name="connsiteX37764" fmla="*/ 2704434 w 3114960"/>
              <a:gd name="connsiteY37764" fmla="*/ 3080576 h 5143785"/>
              <a:gd name="connsiteX37765" fmla="*/ 2698813 w 3114960"/>
              <a:gd name="connsiteY37765" fmla="*/ 3086195 h 5143785"/>
              <a:gd name="connsiteX37766" fmla="*/ 2697671 w 3114960"/>
              <a:gd name="connsiteY37766" fmla="*/ 3088005 h 5143785"/>
              <a:gd name="connsiteX37767" fmla="*/ 2567559 w 3114960"/>
              <a:gd name="connsiteY37767" fmla="*/ 3087243 h 5143785"/>
              <a:gd name="connsiteX37768" fmla="*/ 2566511 w 3114960"/>
              <a:gd name="connsiteY37768" fmla="*/ 3087243 h 5143785"/>
              <a:gd name="connsiteX37769" fmla="*/ 2540127 w 3114960"/>
              <a:gd name="connsiteY37769" fmla="*/ 3115342 h 5143785"/>
              <a:gd name="connsiteX37770" fmla="*/ 2389537 w 3114960"/>
              <a:gd name="connsiteY37770" fmla="*/ 3114580 h 5143785"/>
              <a:gd name="connsiteX37771" fmla="*/ 2377250 w 3114960"/>
              <a:gd name="connsiteY37771" fmla="*/ 3107341 h 5143785"/>
              <a:gd name="connsiteX37772" fmla="*/ 2369249 w 3114960"/>
              <a:gd name="connsiteY37772" fmla="*/ 3120009 h 5143785"/>
              <a:gd name="connsiteX37773" fmla="*/ 2373916 w 3114960"/>
              <a:gd name="connsiteY37773" fmla="*/ 3126677 h 5143785"/>
              <a:gd name="connsiteX37774" fmla="*/ 2378869 w 3114960"/>
              <a:gd name="connsiteY37774" fmla="*/ 3128201 h 5143785"/>
              <a:gd name="connsiteX37775" fmla="*/ 2378869 w 3114960"/>
              <a:gd name="connsiteY37775" fmla="*/ 3184874 h 5143785"/>
              <a:gd name="connsiteX37776" fmla="*/ 2305907 w 3114960"/>
              <a:gd name="connsiteY37776" fmla="*/ 3243644 h 5143785"/>
              <a:gd name="connsiteX37777" fmla="*/ 2304288 w 3114960"/>
              <a:gd name="connsiteY37777" fmla="*/ 3242215 h 5143785"/>
              <a:gd name="connsiteX37778" fmla="*/ 2295811 w 3114960"/>
              <a:gd name="connsiteY37778" fmla="*/ 3239453 h 5143785"/>
              <a:gd name="connsiteX37779" fmla="*/ 2284190 w 3114960"/>
              <a:gd name="connsiteY37779" fmla="*/ 3245263 h 5143785"/>
              <a:gd name="connsiteX37780" fmla="*/ 2287238 w 3114960"/>
              <a:gd name="connsiteY37780" fmla="*/ 3265265 h 5143785"/>
              <a:gd name="connsiteX37781" fmla="*/ 2293334 w 3114960"/>
              <a:gd name="connsiteY37781" fmla="*/ 3267742 h 5143785"/>
              <a:gd name="connsiteX37782" fmla="*/ 2293334 w 3114960"/>
              <a:gd name="connsiteY37782" fmla="*/ 3460242 h 5143785"/>
              <a:gd name="connsiteX37783" fmla="*/ 2321719 w 3114960"/>
              <a:gd name="connsiteY37783" fmla="*/ 3491294 h 5143785"/>
              <a:gd name="connsiteX37784" fmla="*/ 2319242 w 3114960"/>
              <a:gd name="connsiteY37784" fmla="*/ 3498818 h 5143785"/>
              <a:gd name="connsiteX37785" fmla="*/ 2319242 w 3114960"/>
              <a:gd name="connsiteY37785" fmla="*/ 3527393 h 5143785"/>
              <a:gd name="connsiteX37786" fmla="*/ 2332292 w 3114960"/>
              <a:gd name="connsiteY37786" fmla="*/ 3540443 h 5143785"/>
              <a:gd name="connsiteX37787" fmla="*/ 2336959 w 3114960"/>
              <a:gd name="connsiteY37787" fmla="*/ 3540443 h 5143785"/>
              <a:gd name="connsiteX37788" fmla="*/ 2336959 w 3114960"/>
              <a:gd name="connsiteY37788" fmla="*/ 3573494 h 5143785"/>
              <a:gd name="connsiteX37789" fmla="*/ 2306193 w 3114960"/>
              <a:gd name="connsiteY37789" fmla="*/ 3595973 h 5143785"/>
              <a:gd name="connsiteX37790" fmla="*/ 2298764 w 3114960"/>
              <a:gd name="connsiteY37790" fmla="*/ 3592163 h 5143785"/>
              <a:gd name="connsiteX37791" fmla="*/ 2270189 w 3114960"/>
              <a:gd name="connsiteY37791" fmla="*/ 3592163 h 5143785"/>
              <a:gd name="connsiteX37792" fmla="*/ 2267045 w 3114960"/>
              <a:gd name="connsiteY37792" fmla="*/ 3592830 h 5143785"/>
              <a:gd name="connsiteX37793" fmla="*/ 2229803 w 3114960"/>
              <a:gd name="connsiteY37793" fmla="*/ 3563112 h 5143785"/>
              <a:gd name="connsiteX37794" fmla="*/ 2229803 w 3114960"/>
              <a:gd name="connsiteY37794" fmla="*/ 3539014 h 5143785"/>
              <a:gd name="connsiteX37795" fmla="*/ 2242566 w 3114960"/>
              <a:gd name="connsiteY37795" fmla="*/ 3539014 h 5143785"/>
              <a:gd name="connsiteX37796" fmla="*/ 2252091 w 3114960"/>
              <a:gd name="connsiteY37796" fmla="*/ 3529489 h 5143785"/>
              <a:gd name="connsiteX37797" fmla="*/ 2252091 w 3114960"/>
              <a:gd name="connsiteY37797" fmla="*/ 3500914 h 5143785"/>
              <a:gd name="connsiteX37798" fmla="*/ 2242566 w 3114960"/>
              <a:gd name="connsiteY37798" fmla="*/ 3491389 h 5143785"/>
              <a:gd name="connsiteX37799" fmla="*/ 2235994 w 3114960"/>
              <a:gd name="connsiteY37799" fmla="*/ 3491389 h 5143785"/>
              <a:gd name="connsiteX37800" fmla="*/ 2235994 w 3114960"/>
              <a:gd name="connsiteY37800" fmla="*/ 3267742 h 5143785"/>
              <a:gd name="connsiteX37801" fmla="*/ 2245138 w 3114960"/>
              <a:gd name="connsiteY37801" fmla="*/ 3262122 h 5143785"/>
              <a:gd name="connsiteX37802" fmla="*/ 2242090 w 3114960"/>
              <a:gd name="connsiteY37802" fmla="*/ 3242120 h 5143785"/>
              <a:gd name="connsiteX37803" fmla="*/ 2233613 w 3114960"/>
              <a:gd name="connsiteY37803" fmla="*/ 3239357 h 5143785"/>
              <a:gd name="connsiteX37804" fmla="*/ 2222087 w 3114960"/>
              <a:gd name="connsiteY37804" fmla="*/ 3245168 h 5143785"/>
              <a:gd name="connsiteX37805" fmla="*/ 2225135 w 3114960"/>
              <a:gd name="connsiteY37805" fmla="*/ 3265170 h 5143785"/>
              <a:gd name="connsiteX37806" fmla="*/ 2231231 w 3114960"/>
              <a:gd name="connsiteY37806" fmla="*/ 3267647 h 5143785"/>
              <a:gd name="connsiteX37807" fmla="*/ 2231231 w 3114960"/>
              <a:gd name="connsiteY37807" fmla="*/ 3491294 h 5143785"/>
              <a:gd name="connsiteX37808" fmla="*/ 2213991 w 3114960"/>
              <a:gd name="connsiteY37808" fmla="*/ 3491294 h 5143785"/>
              <a:gd name="connsiteX37809" fmla="*/ 2204466 w 3114960"/>
              <a:gd name="connsiteY37809" fmla="*/ 3500819 h 5143785"/>
              <a:gd name="connsiteX37810" fmla="*/ 2204466 w 3114960"/>
              <a:gd name="connsiteY37810" fmla="*/ 3529394 h 5143785"/>
              <a:gd name="connsiteX37811" fmla="*/ 2213991 w 3114960"/>
              <a:gd name="connsiteY37811" fmla="*/ 3538919 h 5143785"/>
              <a:gd name="connsiteX37812" fmla="*/ 2225040 w 3114960"/>
              <a:gd name="connsiteY37812" fmla="*/ 3538919 h 5143785"/>
              <a:gd name="connsiteX37813" fmla="*/ 2225040 w 3114960"/>
              <a:gd name="connsiteY37813" fmla="*/ 3565303 h 5143785"/>
              <a:gd name="connsiteX37814" fmla="*/ 2262950 w 3114960"/>
              <a:gd name="connsiteY37814" fmla="*/ 3595592 h 5143785"/>
              <a:gd name="connsiteX37815" fmla="*/ 2260664 w 3114960"/>
              <a:gd name="connsiteY37815" fmla="*/ 3601593 h 5143785"/>
              <a:gd name="connsiteX37816" fmla="*/ 2260664 w 3114960"/>
              <a:gd name="connsiteY37816" fmla="*/ 3601593 h 5143785"/>
              <a:gd name="connsiteX37817" fmla="*/ 2225993 w 3114960"/>
              <a:gd name="connsiteY37817" fmla="*/ 3633597 h 5143785"/>
              <a:gd name="connsiteX37818" fmla="*/ 2225993 w 3114960"/>
              <a:gd name="connsiteY37818" fmla="*/ 3671888 h 5143785"/>
              <a:gd name="connsiteX37819" fmla="*/ 2213991 w 3114960"/>
              <a:gd name="connsiteY37819" fmla="*/ 3671888 h 5143785"/>
              <a:gd name="connsiteX37820" fmla="*/ 2200942 w 3114960"/>
              <a:gd name="connsiteY37820" fmla="*/ 3684937 h 5143785"/>
              <a:gd name="connsiteX37821" fmla="*/ 2200942 w 3114960"/>
              <a:gd name="connsiteY37821" fmla="*/ 3713512 h 5143785"/>
              <a:gd name="connsiteX37822" fmla="*/ 2213991 w 3114960"/>
              <a:gd name="connsiteY37822" fmla="*/ 3726561 h 5143785"/>
              <a:gd name="connsiteX37823" fmla="*/ 2225897 w 3114960"/>
              <a:gd name="connsiteY37823" fmla="*/ 3726561 h 5143785"/>
              <a:gd name="connsiteX37824" fmla="*/ 2225897 w 3114960"/>
              <a:gd name="connsiteY37824" fmla="*/ 3765613 h 5143785"/>
              <a:gd name="connsiteX37825" fmla="*/ 2207895 w 3114960"/>
              <a:gd name="connsiteY37825" fmla="*/ 3786092 h 5143785"/>
              <a:gd name="connsiteX37826" fmla="*/ 2015109 w 3114960"/>
              <a:gd name="connsiteY37826" fmla="*/ 3786092 h 5143785"/>
              <a:gd name="connsiteX37827" fmla="*/ 1963484 w 3114960"/>
              <a:gd name="connsiteY37827" fmla="*/ 3844385 h 5143785"/>
              <a:gd name="connsiteX37828" fmla="*/ 1963484 w 3114960"/>
              <a:gd name="connsiteY37828" fmla="*/ 3947160 h 5143785"/>
              <a:gd name="connsiteX37829" fmla="*/ 1953292 w 3114960"/>
              <a:gd name="connsiteY37829" fmla="*/ 3960114 h 5143785"/>
              <a:gd name="connsiteX37830" fmla="*/ 1966627 w 3114960"/>
              <a:gd name="connsiteY37830" fmla="*/ 3973449 h 5143785"/>
              <a:gd name="connsiteX37831" fmla="*/ 1979962 w 3114960"/>
              <a:gd name="connsiteY37831" fmla="*/ 3960114 h 5143785"/>
              <a:gd name="connsiteX37832" fmla="*/ 1968246 w 3114960"/>
              <a:gd name="connsiteY37832" fmla="*/ 3946874 h 5143785"/>
              <a:gd name="connsiteX37833" fmla="*/ 1968246 w 3114960"/>
              <a:gd name="connsiteY37833" fmla="*/ 3846195 h 5143785"/>
              <a:gd name="connsiteX37834" fmla="*/ 2017205 w 3114960"/>
              <a:gd name="connsiteY37834" fmla="*/ 3790855 h 5143785"/>
              <a:gd name="connsiteX37835" fmla="*/ 2209991 w 3114960"/>
              <a:gd name="connsiteY37835" fmla="*/ 3790855 h 5143785"/>
              <a:gd name="connsiteX37836" fmla="*/ 2230660 w 3114960"/>
              <a:gd name="connsiteY37836" fmla="*/ 3767423 h 5143785"/>
              <a:gd name="connsiteX37837" fmla="*/ 2230660 w 3114960"/>
              <a:gd name="connsiteY37837" fmla="*/ 3726561 h 5143785"/>
              <a:gd name="connsiteX37838" fmla="*/ 2242566 w 3114960"/>
              <a:gd name="connsiteY37838" fmla="*/ 3726561 h 5143785"/>
              <a:gd name="connsiteX37839" fmla="*/ 2255615 w 3114960"/>
              <a:gd name="connsiteY37839" fmla="*/ 3713512 h 5143785"/>
              <a:gd name="connsiteX37840" fmla="*/ 2255615 w 3114960"/>
              <a:gd name="connsiteY37840" fmla="*/ 3684937 h 5143785"/>
              <a:gd name="connsiteX37841" fmla="*/ 2242566 w 3114960"/>
              <a:gd name="connsiteY37841" fmla="*/ 3671888 h 5143785"/>
              <a:gd name="connsiteX37842" fmla="*/ 2230660 w 3114960"/>
              <a:gd name="connsiteY37842" fmla="*/ 3671888 h 5143785"/>
              <a:gd name="connsiteX37843" fmla="*/ 2230660 w 3114960"/>
              <a:gd name="connsiteY37843" fmla="*/ 3635693 h 5143785"/>
              <a:gd name="connsiteX37844" fmla="*/ 2260664 w 3114960"/>
              <a:gd name="connsiteY37844" fmla="*/ 3608165 h 5143785"/>
              <a:gd name="connsiteX37845" fmla="*/ 2428970 w 3114960"/>
              <a:gd name="connsiteY37845" fmla="*/ 3785521 h 5143785"/>
              <a:gd name="connsiteX37846" fmla="*/ 2434781 w 3114960"/>
              <a:gd name="connsiteY37846" fmla="*/ 3791331 h 5143785"/>
              <a:gd name="connsiteX37847" fmla="*/ 2428970 w 3114960"/>
              <a:gd name="connsiteY37847" fmla="*/ 3797142 h 5143785"/>
              <a:gd name="connsiteX37848" fmla="*/ 2423160 w 3114960"/>
              <a:gd name="connsiteY37848" fmla="*/ 3791331 h 5143785"/>
              <a:gd name="connsiteX37849" fmla="*/ 2428970 w 3114960"/>
              <a:gd name="connsiteY37849" fmla="*/ 3785521 h 5143785"/>
              <a:gd name="connsiteX37850" fmla="*/ 2480882 w 3114960"/>
              <a:gd name="connsiteY37850" fmla="*/ 3679412 h 5143785"/>
              <a:gd name="connsiteX37851" fmla="*/ 2486787 w 3114960"/>
              <a:gd name="connsiteY37851" fmla="*/ 3685318 h 5143785"/>
              <a:gd name="connsiteX37852" fmla="*/ 2486787 w 3114960"/>
              <a:gd name="connsiteY37852" fmla="*/ 3713893 h 5143785"/>
              <a:gd name="connsiteX37853" fmla="*/ 2480882 w 3114960"/>
              <a:gd name="connsiteY37853" fmla="*/ 3719798 h 5143785"/>
              <a:gd name="connsiteX37854" fmla="*/ 2452307 w 3114960"/>
              <a:gd name="connsiteY37854" fmla="*/ 3719798 h 5143785"/>
              <a:gd name="connsiteX37855" fmla="*/ 2446401 w 3114960"/>
              <a:gd name="connsiteY37855" fmla="*/ 3716084 h 5143785"/>
              <a:gd name="connsiteX37856" fmla="*/ 2446401 w 3114960"/>
              <a:gd name="connsiteY37856" fmla="*/ 3687509 h 5143785"/>
              <a:gd name="connsiteX37857" fmla="*/ 2452307 w 3114960"/>
              <a:gd name="connsiteY37857" fmla="*/ 3679412 h 5143785"/>
              <a:gd name="connsiteX37858" fmla="*/ 2480882 w 3114960"/>
              <a:gd name="connsiteY37858" fmla="*/ 3679412 h 5143785"/>
              <a:gd name="connsiteX37859" fmla="*/ 2389061 w 3114960"/>
              <a:gd name="connsiteY37859" fmla="*/ 3600545 h 5143785"/>
              <a:gd name="connsiteX37860" fmla="*/ 2396204 w 3114960"/>
              <a:gd name="connsiteY37860" fmla="*/ 3593402 h 5143785"/>
              <a:gd name="connsiteX37861" fmla="*/ 2424779 w 3114960"/>
              <a:gd name="connsiteY37861" fmla="*/ 3593402 h 5143785"/>
              <a:gd name="connsiteX37862" fmla="*/ 2431923 w 3114960"/>
              <a:gd name="connsiteY37862" fmla="*/ 3600545 h 5143785"/>
              <a:gd name="connsiteX37863" fmla="*/ 2431923 w 3114960"/>
              <a:gd name="connsiteY37863" fmla="*/ 3608165 h 5143785"/>
              <a:gd name="connsiteX37864" fmla="*/ 2424779 w 3114960"/>
              <a:gd name="connsiteY37864" fmla="*/ 3615309 h 5143785"/>
              <a:gd name="connsiteX37865" fmla="*/ 2396204 w 3114960"/>
              <a:gd name="connsiteY37865" fmla="*/ 3615309 h 5143785"/>
              <a:gd name="connsiteX37866" fmla="*/ 2389061 w 3114960"/>
              <a:gd name="connsiteY37866" fmla="*/ 3608165 h 5143785"/>
              <a:gd name="connsiteX37867" fmla="*/ 2389061 w 3114960"/>
              <a:gd name="connsiteY37867" fmla="*/ 3600545 h 5143785"/>
              <a:gd name="connsiteX37868" fmla="*/ 2702243 w 3114960"/>
              <a:gd name="connsiteY37868" fmla="*/ 3089243 h 5143785"/>
              <a:gd name="connsiteX37869" fmla="*/ 2707862 w 3114960"/>
              <a:gd name="connsiteY37869" fmla="*/ 3083624 h 5143785"/>
              <a:gd name="connsiteX37870" fmla="*/ 2708434 w 3114960"/>
              <a:gd name="connsiteY37870" fmla="*/ 3083433 h 5143785"/>
              <a:gd name="connsiteX37871" fmla="*/ 2709005 w 3114960"/>
              <a:gd name="connsiteY37871" fmla="*/ 3083624 h 5143785"/>
              <a:gd name="connsiteX37872" fmla="*/ 2714720 w 3114960"/>
              <a:gd name="connsiteY37872" fmla="*/ 3089243 h 5143785"/>
              <a:gd name="connsiteX37873" fmla="*/ 2714720 w 3114960"/>
              <a:gd name="connsiteY37873" fmla="*/ 3090291 h 5143785"/>
              <a:gd name="connsiteX37874" fmla="*/ 2709005 w 3114960"/>
              <a:gd name="connsiteY37874" fmla="*/ 3095911 h 5143785"/>
              <a:gd name="connsiteX37875" fmla="*/ 2707958 w 3114960"/>
              <a:gd name="connsiteY37875" fmla="*/ 3095911 h 5143785"/>
              <a:gd name="connsiteX37876" fmla="*/ 2702338 w 3114960"/>
              <a:gd name="connsiteY37876" fmla="*/ 3090291 h 5143785"/>
              <a:gd name="connsiteX37877" fmla="*/ 2702338 w 3114960"/>
              <a:gd name="connsiteY37877" fmla="*/ 3089243 h 5143785"/>
              <a:gd name="connsiteX37878" fmla="*/ 2376488 w 3114960"/>
              <a:gd name="connsiteY37878" fmla="*/ 3122295 h 5143785"/>
              <a:gd name="connsiteX37879" fmla="*/ 2373916 w 3114960"/>
              <a:gd name="connsiteY37879" fmla="*/ 3118676 h 5143785"/>
              <a:gd name="connsiteX37880" fmla="*/ 2378393 w 3114960"/>
              <a:gd name="connsiteY37880" fmla="*/ 3111627 h 5143785"/>
              <a:gd name="connsiteX37881" fmla="*/ 2379631 w 3114960"/>
              <a:gd name="connsiteY37881" fmla="*/ 3111532 h 5143785"/>
              <a:gd name="connsiteX37882" fmla="*/ 2385346 w 3114960"/>
              <a:gd name="connsiteY37882" fmla="*/ 3116104 h 5143785"/>
              <a:gd name="connsiteX37883" fmla="*/ 2380869 w 3114960"/>
              <a:gd name="connsiteY37883" fmla="*/ 3123057 h 5143785"/>
              <a:gd name="connsiteX37884" fmla="*/ 2376488 w 3114960"/>
              <a:gd name="connsiteY37884" fmla="*/ 3122295 h 5143785"/>
              <a:gd name="connsiteX37885" fmla="*/ 2295716 w 3114960"/>
              <a:gd name="connsiteY37885" fmla="*/ 3265170 h 5143785"/>
              <a:gd name="connsiteX37886" fmla="*/ 2288858 w 3114960"/>
              <a:gd name="connsiteY37886" fmla="*/ 3262884 h 5143785"/>
              <a:gd name="connsiteX37887" fmla="*/ 2286381 w 3114960"/>
              <a:gd name="connsiteY37887" fmla="*/ 3246501 h 5143785"/>
              <a:gd name="connsiteX37888" fmla="*/ 2302764 w 3114960"/>
              <a:gd name="connsiteY37888" fmla="*/ 3244025 h 5143785"/>
              <a:gd name="connsiteX37889" fmla="*/ 2307431 w 3114960"/>
              <a:gd name="connsiteY37889" fmla="*/ 3251645 h 5143785"/>
              <a:gd name="connsiteX37890" fmla="*/ 2305336 w 3114960"/>
              <a:gd name="connsiteY37890" fmla="*/ 3260312 h 5143785"/>
              <a:gd name="connsiteX37891" fmla="*/ 2297716 w 3114960"/>
              <a:gd name="connsiteY37891" fmla="*/ 3264980 h 5143785"/>
              <a:gd name="connsiteX37892" fmla="*/ 2295906 w 3114960"/>
              <a:gd name="connsiteY37892" fmla="*/ 3265075 h 5143785"/>
              <a:gd name="connsiteX37893" fmla="*/ 2360962 w 3114960"/>
              <a:gd name="connsiteY37893" fmla="*/ 3678841 h 5143785"/>
              <a:gd name="connsiteX37894" fmla="*/ 2366867 w 3114960"/>
              <a:gd name="connsiteY37894" fmla="*/ 3684746 h 5143785"/>
              <a:gd name="connsiteX37895" fmla="*/ 2366867 w 3114960"/>
              <a:gd name="connsiteY37895" fmla="*/ 3713321 h 5143785"/>
              <a:gd name="connsiteX37896" fmla="*/ 2360962 w 3114960"/>
              <a:gd name="connsiteY37896" fmla="*/ 3719227 h 5143785"/>
              <a:gd name="connsiteX37897" fmla="*/ 2332387 w 3114960"/>
              <a:gd name="connsiteY37897" fmla="*/ 3719227 h 5143785"/>
              <a:gd name="connsiteX37898" fmla="*/ 2326481 w 3114960"/>
              <a:gd name="connsiteY37898" fmla="*/ 3713321 h 5143785"/>
              <a:gd name="connsiteX37899" fmla="*/ 2326481 w 3114960"/>
              <a:gd name="connsiteY37899" fmla="*/ 3684746 h 5143785"/>
              <a:gd name="connsiteX37900" fmla="*/ 2332387 w 3114960"/>
              <a:gd name="connsiteY37900" fmla="*/ 3678841 h 5143785"/>
              <a:gd name="connsiteX37901" fmla="*/ 2360962 w 3114960"/>
              <a:gd name="connsiteY37901" fmla="*/ 3678841 h 5143785"/>
              <a:gd name="connsiteX37902" fmla="*/ 2332387 w 3114960"/>
              <a:gd name="connsiteY37902" fmla="*/ 3533204 h 5143785"/>
              <a:gd name="connsiteX37903" fmla="*/ 2326481 w 3114960"/>
              <a:gd name="connsiteY37903" fmla="*/ 3527298 h 5143785"/>
              <a:gd name="connsiteX37904" fmla="*/ 2326481 w 3114960"/>
              <a:gd name="connsiteY37904" fmla="*/ 3498723 h 5143785"/>
              <a:gd name="connsiteX37905" fmla="*/ 2332387 w 3114960"/>
              <a:gd name="connsiteY37905" fmla="*/ 3492818 h 5143785"/>
              <a:gd name="connsiteX37906" fmla="*/ 2360962 w 3114960"/>
              <a:gd name="connsiteY37906" fmla="*/ 3492818 h 5143785"/>
              <a:gd name="connsiteX37907" fmla="*/ 2366867 w 3114960"/>
              <a:gd name="connsiteY37907" fmla="*/ 3498723 h 5143785"/>
              <a:gd name="connsiteX37908" fmla="*/ 2366867 w 3114960"/>
              <a:gd name="connsiteY37908" fmla="*/ 3527298 h 5143785"/>
              <a:gd name="connsiteX37909" fmla="*/ 2360962 w 3114960"/>
              <a:gd name="connsiteY37909" fmla="*/ 3533204 h 5143785"/>
              <a:gd name="connsiteX37910" fmla="*/ 2332387 w 3114960"/>
              <a:gd name="connsiteY37910" fmla="*/ 3533204 h 5143785"/>
              <a:gd name="connsiteX37911" fmla="*/ 2341721 w 3114960"/>
              <a:gd name="connsiteY37911" fmla="*/ 3575495 h 5143785"/>
              <a:gd name="connsiteX37912" fmla="*/ 2341721 w 3114960"/>
              <a:gd name="connsiteY37912" fmla="*/ 3540347 h 5143785"/>
              <a:gd name="connsiteX37913" fmla="*/ 2351913 w 3114960"/>
              <a:gd name="connsiteY37913" fmla="*/ 3540347 h 5143785"/>
              <a:gd name="connsiteX37914" fmla="*/ 2351913 w 3114960"/>
              <a:gd name="connsiteY37914" fmla="*/ 3575209 h 5143785"/>
              <a:gd name="connsiteX37915" fmla="*/ 2383155 w 3114960"/>
              <a:gd name="connsiteY37915" fmla="*/ 3603879 h 5143785"/>
              <a:gd name="connsiteX37916" fmla="*/ 2352008 w 3114960"/>
              <a:gd name="connsiteY37916" fmla="*/ 3632549 h 5143785"/>
              <a:gd name="connsiteX37917" fmla="*/ 2352008 w 3114960"/>
              <a:gd name="connsiteY37917" fmla="*/ 3671602 h 5143785"/>
              <a:gd name="connsiteX37918" fmla="*/ 2343055 w 3114960"/>
              <a:gd name="connsiteY37918" fmla="*/ 3671602 h 5143785"/>
              <a:gd name="connsiteX37919" fmla="*/ 2343055 w 3114960"/>
              <a:gd name="connsiteY37919" fmla="*/ 3634264 h 5143785"/>
              <a:gd name="connsiteX37920" fmla="*/ 2308384 w 3114960"/>
              <a:gd name="connsiteY37920" fmla="*/ 3602450 h 5143785"/>
              <a:gd name="connsiteX37921" fmla="*/ 2308384 w 3114960"/>
              <a:gd name="connsiteY37921" fmla="*/ 3601403 h 5143785"/>
              <a:gd name="connsiteX37922" fmla="*/ 2308193 w 3114960"/>
              <a:gd name="connsiteY37922" fmla="*/ 3600260 h 5143785"/>
              <a:gd name="connsiteX37923" fmla="*/ 2341721 w 3114960"/>
              <a:gd name="connsiteY37923" fmla="*/ 3575399 h 5143785"/>
              <a:gd name="connsiteX37924" fmla="*/ 2226850 w 3114960"/>
              <a:gd name="connsiteY37924" fmla="*/ 3262884 h 5143785"/>
              <a:gd name="connsiteX37925" fmla="*/ 2224373 w 3114960"/>
              <a:gd name="connsiteY37925" fmla="*/ 3246501 h 5143785"/>
              <a:gd name="connsiteX37926" fmla="*/ 2240756 w 3114960"/>
              <a:gd name="connsiteY37926" fmla="*/ 3244025 h 5143785"/>
              <a:gd name="connsiteX37927" fmla="*/ 2245424 w 3114960"/>
              <a:gd name="connsiteY37927" fmla="*/ 3251645 h 5143785"/>
              <a:gd name="connsiteX37928" fmla="*/ 2243328 w 3114960"/>
              <a:gd name="connsiteY37928" fmla="*/ 3260312 h 5143785"/>
              <a:gd name="connsiteX37929" fmla="*/ 2235708 w 3114960"/>
              <a:gd name="connsiteY37929" fmla="*/ 3264980 h 5143785"/>
              <a:gd name="connsiteX37930" fmla="*/ 2233898 w 3114960"/>
              <a:gd name="connsiteY37930" fmla="*/ 3265075 h 5143785"/>
              <a:gd name="connsiteX37931" fmla="*/ 2227040 w 3114960"/>
              <a:gd name="connsiteY37931" fmla="*/ 3262789 h 5143785"/>
              <a:gd name="connsiteX37932" fmla="*/ 1975295 w 3114960"/>
              <a:gd name="connsiteY37932" fmla="*/ 3960019 h 5143785"/>
              <a:gd name="connsiteX37933" fmla="*/ 1966817 w 3114960"/>
              <a:gd name="connsiteY37933" fmla="*/ 3968496 h 5143785"/>
              <a:gd name="connsiteX37934" fmla="*/ 1958340 w 3114960"/>
              <a:gd name="connsiteY37934" fmla="*/ 3960019 h 5143785"/>
              <a:gd name="connsiteX37935" fmla="*/ 1966817 w 3114960"/>
              <a:gd name="connsiteY37935" fmla="*/ 3951542 h 5143785"/>
              <a:gd name="connsiteX37936" fmla="*/ 1975295 w 3114960"/>
              <a:gd name="connsiteY37936" fmla="*/ 3960019 h 5143785"/>
              <a:gd name="connsiteX37937" fmla="*/ 2242757 w 3114960"/>
              <a:gd name="connsiteY37937" fmla="*/ 3678841 h 5143785"/>
              <a:gd name="connsiteX37938" fmla="*/ 2248662 w 3114960"/>
              <a:gd name="connsiteY37938" fmla="*/ 3684746 h 5143785"/>
              <a:gd name="connsiteX37939" fmla="*/ 2248662 w 3114960"/>
              <a:gd name="connsiteY37939" fmla="*/ 3713321 h 5143785"/>
              <a:gd name="connsiteX37940" fmla="*/ 2242757 w 3114960"/>
              <a:gd name="connsiteY37940" fmla="*/ 3719227 h 5143785"/>
              <a:gd name="connsiteX37941" fmla="*/ 2214182 w 3114960"/>
              <a:gd name="connsiteY37941" fmla="*/ 3719227 h 5143785"/>
              <a:gd name="connsiteX37942" fmla="*/ 2208276 w 3114960"/>
              <a:gd name="connsiteY37942" fmla="*/ 3713321 h 5143785"/>
              <a:gd name="connsiteX37943" fmla="*/ 2208276 w 3114960"/>
              <a:gd name="connsiteY37943" fmla="*/ 3684746 h 5143785"/>
              <a:gd name="connsiteX37944" fmla="*/ 2214182 w 3114960"/>
              <a:gd name="connsiteY37944" fmla="*/ 3678841 h 5143785"/>
              <a:gd name="connsiteX37945" fmla="*/ 2242757 w 3114960"/>
              <a:gd name="connsiteY37945" fmla="*/ 3678841 h 5143785"/>
              <a:gd name="connsiteX37946" fmla="*/ 508826 w 3114960"/>
              <a:gd name="connsiteY37946" fmla="*/ 4394835 h 5143785"/>
              <a:gd name="connsiteX37947" fmla="*/ 504254 w 3114960"/>
              <a:gd name="connsiteY37947" fmla="*/ 4389311 h 5143785"/>
              <a:gd name="connsiteX37948" fmla="*/ 510826 w 3114960"/>
              <a:gd name="connsiteY37948" fmla="*/ 4383881 h 5143785"/>
              <a:gd name="connsiteX37949" fmla="*/ 515398 w 3114960"/>
              <a:gd name="connsiteY37949" fmla="*/ 4389406 h 5143785"/>
              <a:gd name="connsiteX37950" fmla="*/ 508826 w 3114960"/>
              <a:gd name="connsiteY37950" fmla="*/ 4394835 h 5143785"/>
              <a:gd name="connsiteX37951" fmla="*/ 273272 w 3114960"/>
              <a:gd name="connsiteY37951" fmla="*/ 2351913 h 5143785"/>
              <a:gd name="connsiteX37952" fmla="*/ 286703 w 3114960"/>
              <a:gd name="connsiteY37952" fmla="*/ 2338483 h 5143785"/>
              <a:gd name="connsiteX37953" fmla="*/ 284321 w 3114960"/>
              <a:gd name="connsiteY37953" fmla="*/ 2330863 h 5143785"/>
              <a:gd name="connsiteX37954" fmla="*/ 299561 w 3114960"/>
              <a:gd name="connsiteY37954" fmla="*/ 2317147 h 5143785"/>
              <a:gd name="connsiteX37955" fmla="*/ 299561 w 3114960"/>
              <a:gd name="connsiteY37955" fmla="*/ 2299240 h 5143785"/>
              <a:gd name="connsiteX37956" fmla="*/ 479870 w 3114960"/>
              <a:gd name="connsiteY37956" fmla="*/ 2121122 h 5143785"/>
              <a:gd name="connsiteX37957" fmla="*/ 479870 w 3114960"/>
              <a:gd name="connsiteY37957" fmla="*/ 2033588 h 5143785"/>
              <a:gd name="connsiteX37958" fmla="*/ 483870 w 3114960"/>
              <a:gd name="connsiteY37958" fmla="*/ 2033588 h 5143785"/>
              <a:gd name="connsiteX37959" fmla="*/ 490728 w 3114960"/>
              <a:gd name="connsiteY37959" fmla="*/ 2026730 h 5143785"/>
              <a:gd name="connsiteX37960" fmla="*/ 490728 w 3114960"/>
              <a:gd name="connsiteY37960" fmla="*/ 2014061 h 5143785"/>
              <a:gd name="connsiteX37961" fmla="*/ 483870 w 3114960"/>
              <a:gd name="connsiteY37961" fmla="*/ 2007203 h 5143785"/>
              <a:gd name="connsiteX37962" fmla="*/ 471202 w 3114960"/>
              <a:gd name="connsiteY37962" fmla="*/ 2007203 h 5143785"/>
              <a:gd name="connsiteX37963" fmla="*/ 464344 w 3114960"/>
              <a:gd name="connsiteY37963" fmla="*/ 2014061 h 5143785"/>
              <a:gd name="connsiteX37964" fmla="*/ 464344 w 3114960"/>
              <a:gd name="connsiteY37964" fmla="*/ 2026730 h 5143785"/>
              <a:gd name="connsiteX37965" fmla="*/ 471202 w 3114960"/>
              <a:gd name="connsiteY37965" fmla="*/ 2033588 h 5143785"/>
              <a:gd name="connsiteX37966" fmla="*/ 475107 w 3114960"/>
              <a:gd name="connsiteY37966" fmla="*/ 2033588 h 5143785"/>
              <a:gd name="connsiteX37967" fmla="*/ 475107 w 3114960"/>
              <a:gd name="connsiteY37967" fmla="*/ 2119217 h 5143785"/>
              <a:gd name="connsiteX37968" fmla="*/ 295656 w 3114960"/>
              <a:gd name="connsiteY37968" fmla="*/ 2296668 h 5143785"/>
              <a:gd name="connsiteX37969" fmla="*/ 294989 w 3114960"/>
              <a:gd name="connsiteY37969" fmla="*/ 2297335 h 5143785"/>
              <a:gd name="connsiteX37970" fmla="*/ 294989 w 3114960"/>
              <a:gd name="connsiteY37970" fmla="*/ 2315051 h 5143785"/>
              <a:gd name="connsiteX37971" fmla="*/ 280988 w 3114960"/>
              <a:gd name="connsiteY37971" fmla="*/ 2327529 h 5143785"/>
              <a:gd name="connsiteX37972" fmla="*/ 273272 w 3114960"/>
              <a:gd name="connsiteY37972" fmla="*/ 2325053 h 5143785"/>
              <a:gd name="connsiteX37973" fmla="*/ 259842 w 3114960"/>
              <a:gd name="connsiteY37973" fmla="*/ 2338483 h 5143785"/>
              <a:gd name="connsiteX37974" fmla="*/ 273272 w 3114960"/>
              <a:gd name="connsiteY37974" fmla="*/ 2351913 h 5143785"/>
              <a:gd name="connsiteX37975" fmla="*/ 471202 w 3114960"/>
              <a:gd name="connsiteY37975" fmla="*/ 2028825 h 5143785"/>
              <a:gd name="connsiteX37976" fmla="*/ 469106 w 3114960"/>
              <a:gd name="connsiteY37976" fmla="*/ 2026730 h 5143785"/>
              <a:gd name="connsiteX37977" fmla="*/ 469106 w 3114960"/>
              <a:gd name="connsiteY37977" fmla="*/ 2014061 h 5143785"/>
              <a:gd name="connsiteX37978" fmla="*/ 471202 w 3114960"/>
              <a:gd name="connsiteY37978" fmla="*/ 2011966 h 5143785"/>
              <a:gd name="connsiteX37979" fmla="*/ 483870 w 3114960"/>
              <a:gd name="connsiteY37979" fmla="*/ 2011966 h 5143785"/>
              <a:gd name="connsiteX37980" fmla="*/ 485965 w 3114960"/>
              <a:gd name="connsiteY37980" fmla="*/ 2014061 h 5143785"/>
              <a:gd name="connsiteX37981" fmla="*/ 485965 w 3114960"/>
              <a:gd name="connsiteY37981" fmla="*/ 2026730 h 5143785"/>
              <a:gd name="connsiteX37982" fmla="*/ 483870 w 3114960"/>
              <a:gd name="connsiteY37982" fmla="*/ 2028825 h 5143785"/>
              <a:gd name="connsiteX37983" fmla="*/ 471202 w 3114960"/>
              <a:gd name="connsiteY37983" fmla="*/ 2028825 h 5143785"/>
              <a:gd name="connsiteX37984" fmla="*/ 273272 w 3114960"/>
              <a:gd name="connsiteY37984" fmla="*/ 2329720 h 5143785"/>
              <a:gd name="connsiteX37985" fmla="*/ 281940 w 3114960"/>
              <a:gd name="connsiteY37985" fmla="*/ 2338388 h 5143785"/>
              <a:gd name="connsiteX37986" fmla="*/ 273272 w 3114960"/>
              <a:gd name="connsiteY37986" fmla="*/ 2347055 h 5143785"/>
              <a:gd name="connsiteX37987" fmla="*/ 264605 w 3114960"/>
              <a:gd name="connsiteY37987" fmla="*/ 2338388 h 5143785"/>
              <a:gd name="connsiteX37988" fmla="*/ 273272 w 3114960"/>
              <a:gd name="connsiteY37988" fmla="*/ 2329720 h 5143785"/>
              <a:gd name="connsiteX37989" fmla="*/ 984218 w 3114960"/>
              <a:gd name="connsiteY37989" fmla="*/ 2306955 h 5143785"/>
              <a:gd name="connsiteX37990" fmla="*/ 984028 w 3114960"/>
              <a:gd name="connsiteY37990" fmla="*/ 2306574 h 5143785"/>
              <a:gd name="connsiteX37991" fmla="*/ 975551 w 3114960"/>
              <a:gd name="connsiteY37991" fmla="*/ 2296859 h 5143785"/>
              <a:gd name="connsiteX37992" fmla="*/ 975551 w 3114960"/>
              <a:gd name="connsiteY37992" fmla="*/ 2296859 h 5143785"/>
              <a:gd name="connsiteX37993" fmla="*/ 968407 w 3114960"/>
              <a:gd name="connsiteY37993" fmla="*/ 2296382 h 5143785"/>
              <a:gd name="connsiteX37994" fmla="*/ 958691 w 3114960"/>
              <a:gd name="connsiteY37994" fmla="*/ 2304860 h 5143785"/>
              <a:gd name="connsiteX37995" fmla="*/ 958215 w 3114960"/>
              <a:gd name="connsiteY37995" fmla="*/ 2312003 h 5143785"/>
              <a:gd name="connsiteX37996" fmla="*/ 966692 w 3114960"/>
              <a:gd name="connsiteY37996" fmla="*/ 2321719 h 5143785"/>
              <a:gd name="connsiteX37997" fmla="*/ 970502 w 3114960"/>
              <a:gd name="connsiteY37997" fmla="*/ 2323433 h 5143785"/>
              <a:gd name="connsiteX37998" fmla="*/ 973836 w 3114960"/>
              <a:gd name="connsiteY37998" fmla="*/ 2322195 h 5143785"/>
              <a:gd name="connsiteX37999" fmla="*/ 983552 w 3114960"/>
              <a:gd name="connsiteY37999" fmla="*/ 2313718 h 5143785"/>
              <a:gd name="connsiteX38000" fmla="*/ 984885 w 3114960"/>
              <a:gd name="connsiteY38000" fmla="*/ 2311622 h 5143785"/>
              <a:gd name="connsiteX38001" fmla="*/ 1061466 w 3114960"/>
              <a:gd name="connsiteY38001" fmla="*/ 2311813 h 5143785"/>
              <a:gd name="connsiteX38002" fmla="*/ 1125855 w 3114960"/>
              <a:gd name="connsiteY38002" fmla="*/ 2370582 h 5143785"/>
              <a:gd name="connsiteX38003" fmla="*/ 1245108 w 3114960"/>
              <a:gd name="connsiteY38003" fmla="*/ 2370582 h 5143785"/>
              <a:gd name="connsiteX38004" fmla="*/ 1319689 w 3114960"/>
              <a:gd name="connsiteY38004" fmla="*/ 2312194 h 5143785"/>
              <a:gd name="connsiteX38005" fmla="*/ 1322070 w 3114960"/>
              <a:gd name="connsiteY38005" fmla="*/ 2313337 h 5143785"/>
              <a:gd name="connsiteX38006" fmla="*/ 1326356 w 3114960"/>
              <a:gd name="connsiteY38006" fmla="*/ 2314099 h 5143785"/>
              <a:gd name="connsiteX38007" fmla="*/ 1331786 w 3114960"/>
              <a:gd name="connsiteY38007" fmla="*/ 2312861 h 5143785"/>
              <a:gd name="connsiteX38008" fmla="*/ 1338263 w 3114960"/>
              <a:gd name="connsiteY38008" fmla="*/ 2305622 h 5143785"/>
              <a:gd name="connsiteX38009" fmla="*/ 1330547 w 3114960"/>
              <a:gd name="connsiteY38009" fmla="*/ 2289334 h 5143785"/>
              <a:gd name="connsiteX38010" fmla="*/ 1320832 w 3114960"/>
              <a:gd name="connsiteY38010" fmla="*/ 2289810 h 5143785"/>
              <a:gd name="connsiteX38011" fmla="*/ 1314260 w 3114960"/>
              <a:gd name="connsiteY38011" fmla="*/ 2297049 h 5143785"/>
              <a:gd name="connsiteX38012" fmla="*/ 1316069 w 3114960"/>
              <a:gd name="connsiteY38012" fmla="*/ 2308955 h 5143785"/>
              <a:gd name="connsiteX38013" fmla="*/ 1243394 w 3114960"/>
              <a:gd name="connsiteY38013" fmla="*/ 2365724 h 5143785"/>
              <a:gd name="connsiteX38014" fmla="*/ 1127665 w 3114960"/>
              <a:gd name="connsiteY38014" fmla="*/ 2365724 h 5143785"/>
              <a:gd name="connsiteX38015" fmla="*/ 1063276 w 3114960"/>
              <a:gd name="connsiteY38015" fmla="*/ 2307050 h 5143785"/>
              <a:gd name="connsiteX38016" fmla="*/ 984218 w 3114960"/>
              <a:gd name="connsiteY38016" fmla="*/ 2306860 h 5143785"/>
              <a:gd name="connsiteX38017" fmla="*/ 970217 w 3114960"/>
              <a:gd name="connsiteY38017" fmla="*/ 2318671 h 5143785"/>
              <a:gd name="connsiteX38018" fmla="*/ 961739 w 3114960"/>
              <a:gd name="connsiteY38018" fmla="*/ 2308479 h 5143785"/>
              <a:gd name="connsiteX38019" fmla="*/ 971455 w 3114960"/>
              <a:gd name="connsiteY38019" fmla="*/ 2300002 h 5143785"/>
              <a:gd name="connsiteX38020" fmla="*/ 971645 w 3114960"/>
              <a:gd name="connsiteY38020" fmla="*/ 2300002 h 5143785"/>
              <a:gd name="connsiteX38021" fmla="*/ 971931 w 3114960"/>
              <a:gd name="connsiteY38021" fmla="*/ 2300097 h 5143785"/>
              <a:gd name="connsiteX38022" fmla="*/ 980408 w 3114960"/>
              <a:gd name="connsiteY38022" fmla="*/ 2310289 h 5143785"/>
              <a:gd name="connsiteX38023" fmla="*/ 970217 w 3114960"/>
              <a:gd name="connsiteY38023" fmla="*/ 2318766 h 5143785"/>
              <a:gd name="connsiteX38024" fmla="*/ 1318736 w 3114960"/>
              <a:gd name="connsiteY38024" fmla="*/ 2298764 h 5143785"/>
              <a:gd name="connsiteX38025" fmla="*/ 1326261 w 3114960"/>
              <a:gd name="connsiteY38025" fmla="*/ 2293430 h 5143785"/>
              <a:gd name="connsiteX38026" fmla="*/ 1328928 w 3114960"/>
              <a:gd name="connsiteY38026" fmla="*/ 2293906 h 5143785"/>
              <a:gd name="connsiteX38027" fmla="*/ 1333786 w 3114960"/>
              <a:gd name="connsiteY38027" fmla="*/ 2304098 h 5143785"/>
              <a:gd name="connsiteX38028" fmla="*/ 1333786 w 3114960"/>
              <a:gd name="connsiteY38028" fmla="*/ 2304098 h 5143785"/>
              <a:gd name="connsiteX38029" fmla="*/ 1329690 w 3114960"/>
              <a:gd name="connsiteY38029" fmla="*/ 2308574 h 5143785"/>
              <a:gd name="connsiteX38030" fmla="*/ 1323594 w 3114960"/>
              <a:gd name="connsiteY38030" fmla="*/ 2308860 h 5143785"/>
              <a:gd name="connsiteX38031" fmla="*/ 1318736 w 3114960"/>
              <a:gd name="connsiteY38031" fmla="*/ 2298668 h 5143785"/>
              <a:gd name="connsiteX38032" fmla="*/ 155829 w 3114960"/>
              <a:gd name="connsiteY38032" fmla="*/ 4496943 h 5143785"/>
              <a:gd name="connsiteX38033" fmla="*/ 143637 w 3114960"/>
              <a:gd name="connsiteY38033" fmla="*/ 4496372 h 5143785"/>
              <a:gd name="connsiteX38034" fmla="*/ 141065 w 3114960"/>
              <a:gd name="connsiteY38034" fmla="*/ 4501420 h 5143785"/>
              <a:gd name="connsiteX38035" fmla="*/ 57245 w 3114960"/>
              <a:gd name="connsiteY38035" fmla="*/ 4500468 h 5143785"/>
              <a:gd name="connsiteX38036" fmla="*/ 19622 w 3114960"/>
              <a:gd name="connsiteY38036" fmla="*/ 4534853 h 5143785"/>
              <a:gd name="connsiteX38037" fmla="*/ 95 w 3114960"/>
              <a:gd name="connsiteY38037" fmla="*/ 4534853 h 5143785"/>
              <a:gd name="connsiteX38038" fmla="*/ 95 w 3114960"/>
              <a:gd name="connsiteY38038" fmla="*/ 4539615 h 5143785"/>
              <a:gd name="connsiteX38039" fmla="*/ 21431 w 3114960"/>
              <a:gd name="connsiteY38039" fmla="*/ 4539615 h 5143785"/>
              <a:gd name="connsiteX38040" fmla="*/ 59055 w 3114960"/>
              <a:gd name="connsiteY38040" fmla="*/ 4505230 h 5143785"/>
              <a:gd name="connsiteX38041" fmla="*/ 141637 w 3114960"/>
              <a:gd name="connsiteY38041" fmla="*/ 4506087 h 5143785"/>
              <a:gd name="connsiteX38042" fmla="*/ 143066 w 3114960"/>
              <a:gd name="connsiteY38042" fmla="*/ 4508469 h 5143785"/>
              <a:gd name="connsiteX38043" fmla="*/ 149066 w 3114960"/>
              <a:gd name="connsiteY38043" fmla="*/ 4511326 h 5143785"/>
              <a:gd name="connsiteX38044" fmla="*/ 149543 w 3114960"/>
              <a:gd name="connsiteY38044" fmla="*/ 4511326 h 5143785"/>
              <a:gd name="connsiteX38045" fmla="*/ 155353 w 3114960"/>
              <a:gd name="connsiteY38045" fmla="*/ 4509135 h 5143785"/>
              <a:gd name="connsiteX38046" fmla="*/ 158210 w 3114960"/>
              <a:gd name="connsiteY38046" fmla="*/ 4503135 h 5143785"/>
              <a:gd name="connsiteX38047" fmla="*/ 156020 w 3114960"/>
              <a:gd name="connsiteY38047" fmla="*/ 4496848 h 5143785"/>
              <a:gd name="connsiteX38048" fmla="*/ 156020 w 3114960"/>
              <a:gd name="connsiteY38048" fmla="*/ 4496848 h 5143785"/>
              <a:gd name="connsiteX38049" fmla="*/ 152019 w 3114960"/>
              <a:gd name="connsiteY38049" fmla="*/ 4505706 h 5143785"/>
              <a:gd name="connsiteX38050" fmla="*/ 149257 w 3114960"/>
              <a:gd name="connsiteY38050" fmla="*/ 4506754 h 5143785"/>
              <a:gd name="connsiteX38051" fmla="*/ 146590 w 3114960"/>
              <a:gd name="connsiteY38051" fmla="*/ 4505516 h 5143785"/>
              <a:gd name="connsiteX38052" fmla="*/ 145733 w 3114960"/>
              <a:gd name="connsiteY38052" fmla="*/ 4503515 h 5143785"/>
              <a:gd name="connsiteX38053" fmla="*/ 145733 w 3114960"/>
              <a:gd name="connsiteY38053" fmla="*/ 4502182 h 5143785"/>
              <a:gd name="connsiteX38054" fmla="*/ 146876 w 3114960"/>
              <a:gd name="connsiteY38054" fmla="*/ 4499991 h 5143785"/>
              <a:gd name="connsiteX38055" fmla="*/ 149543 w 3114960"/>
              <a:gd name="connsiteY38055" fmla="*/ 4498944 h 5143785"/>
              <a:gd name="connsiteX38056" fmla="*/ 152400 w 3114960"/>
              <a:gd name="connsiteY38056" fmla="*/ 4500182 h 5143785"/>
              <a:gd name="connsiteX38057" fmla="*/ 153448 w 3114960"/>
              <a:gd name="connsiteY38057" fmla="*/ 4502944 h 5143785"/>
              <a:gd name="connsiteX38058" fmla="*/ 152210 w 3114960"/>
              <a:gd name="connsiteY38058" fmla="*/ 4505611 h 5143785"/>
              <a:gd name="connsiteX38059" fmla="*/ 1036987 w 3114960"/>
              <a:gd name="connsiteY38059" fmla="*/ 2444020 h 5143785"/>
              <a:gd name="connsiteX38060" fmla="*/ 1042226 w 3114960"/>
              <a:gd name="connsiteY38060" fmla="*/ 2439162 h 5143785"/>
              <a:gd name="connsiteX38061" fmla="*/ 1048512 w 3114960"/>
              <a:gd name="connsiteY38061" fmla="*/ 2445925 h 5143785"/>
              <a:gd name="connsiteX38062" fmla="*/ 1043273 w 3114960"/>
              <a:gd name="connsiteY38062" fmla="*/ 2450783 h 5143785"/>
              <a:gd name="connsiteX38063" fmla="*/ 1036987 w 3114960"/>
              <a:gd name="connsiteY38063" fmla="*/ 2444020 h 5143785"/>
              <a:gd name="connsiteX38064" fmla="*/ 546354 w 3114960"/>
              <a:gd name="connsiteY38064" fmla="*/ 3549205 h 5143785"/>
              <a:gd name="connsiteX38065" fmla="*/ 557975 w 3114960"/>
              <a:gd name="connsiteY38065" fmla="*/ 3560826 h 5143785"/>
              <a:gd name="connsiteX38066" fmla="*/ 569024 w 3114960"/>
              <a:gd name="connsiteY38066" fmla="*/ 3551777 h 5143785"/>
              <a:gd name="connsiteX38067" fmla="*/ 669512 w 3114960"/>
              <a:gd name="connsiteY38067" fmla="*/ 3551777 h 5143785"/>
              <a:gd name="connsiteX38068" fmla="*/ 714661 w 3114960"/>
              <a:gd name="connsiteY38068" fmla="*/ 3513868 h 5143785"/>
              <a:gd name="connsiteX38069" fmla="*/ 733901 w 3114960"/>
              <a:gd name="connsiteY38069" fmla="*/ 3510344 h 5143785"/>
              <a:gd name="connsiteX38070" fmla="*/ 736473 w 3114960"/>
              <a:gd name="connsiteY38070" fmla="*/ 3499676 h 5143785"/>
              <a:gd name="connsiteX38071" fmla="*/ 730758 w 3114960"/>
              <a:gd name="connsiteY38071" fmla="*/ 3490341 h 5143785"/>
              <a:gd name="connsiteX38072" fmla="*/ 710756 w 3114960"/>
              <a:gd name="connsiteY38072" fmla="*/ 3493389 h 5143785"/>
              <a:gd name="connsiteX38073" fmla="*/ 708279 w 3114960"/>
              <a:gd name="connsiteY38073" fmla="*/ 3500057 h 5143785"/>
              <a:gd name="connsiteX38074" fmla="*/ 699516 w 3114960"/>
              <a:gd name="connsiteY38074" fmla="*/ 3500057 h 5143785"/>
              <a:gd name="connsiteX38075" fmla="*/ 699516 w 3114960"/>
              <a:gd name="connsiteY38075" fmla="*/ 3504819 h 5143785"/>
              <a:gd name="connsiteX38076" fmla="*/ 708374 w 3114960"/>
              <a:gd name="connsiteY38076" fmla="*/ 3504819 h 5143785"/>
              <a:gd name="connsiteX38077" fmla="*/ 711041 w 3114960"/>
              <a:gd name="connsiteY38077" fmla="*/ 3510629 h 5143785"/>
              <a:gd name="connsiteX38078" fmla="*/ 667702 w 3114960"/>
              <a:gd name="connsiteY38078" fmla="*/ 3546920 h 5143785"/>
              <a:gd name="connsiteX38079" fmla="*/ 569024 w 3114960"/>
              <a:gd name="connsiteY38079" fmla="*/ 3546920 h 5143785"/>
              <a:gd name="connsiteX38080" fmla="*/ 557879 w 3114960"/>
              <a:gd name="connsiteY38080" fmla="*/ 3537585 h 5143785"/>
              <a:gd name="connsiteX38081" fmla="*/ 546259 w 3114960"/>
              <a:gd name="connsiteY38081" fmla="*/ 3549205 h 5143785"/>
              <a:gd name="connsiteX38082" fmla="*/ 712946 w 3114960"/>
              <a:gd name="connsiteY38082" fmla="*/ 3494913 h 5143785"/>
              <a:gd name="connsiteX38083" fmla="*/ 720566 w 3114960"/>
              <a:gd name="connsiteY38083" fmla="*/ 3490246 h 5143785"/>
              <a:gd name="connsiteX38084" fmla="*/ 729234 w 3114960"/>
              <a:gd name="connsiteY38084" fmla="*/ 3492342 h 5143785"/>
              <a:gd name="connsiteX38085" fmla="*/ 733901 w 3114960"/>
              <a:gd name="connsiteY38085" fmla="*/ 3499961 h 5143785"/>
              <a:gd name="connsiteX38086" fmla="*/ 733997 w 3114960"/>
              <a:gd name="connsiteY38086" fmla="*/ 3501771 h 5143785"/>
              <a:gd name="connsiteX38087" fmla="*/ 731711 w 3114960"/>
              <a:gd name="connsiteY38087" fmla="*/ 3508629 h 5143785"/>
              <a:gd name="connsiteX38088" fmla="*/ 715327 w 3114960"/>
              <a:gd name="connsiteY38088" fmla="*/ 3511105 h 5143785"/>
              <a:gd name="connsiteX38089" fmla="*/ 712851 w 3114960"/>
              <a:gd name="connsiteY38089" fmla="*/ 3494723 h 5143785"/>
              <a:gd name="connsiteX38090" fmla="*/ 564737 w 3114960"/>
              <a:gd name="connsiteY38090" fmla="*/ 3549205 h 5143785"/>
              <a:gd name="connsiteX38091" fmla="*/ 557879 w 3114960"/>
              <a:gd name="connsiteY38091" fmla="*/ 3556063 h 5143785"/>
              <a:gd name="connsiteX38092" fmla="*/ 551021 w 3114960"/>
              <a:gd name="connsiteY38092" fmla="*/ 3549205 h 5143785"/>
              <a:gd name="connsiteX38093" fmla="*/ 557879 w 3114960"/>
              <a:gd name="connsiteY38093" fmla="*/ 3542348 h 5143785"/>
              <a:gd name="connsiteX38094" fmla="*/ 564737 w 3114960"/>
              <a:gd name="connsiteY38094" fmla="*/ 3549205 h 5143785"/>
              <a:gd name="connsiteX38095" fmla="*/ 291560 w 3114960"/>
              <a:gd name="connsiteY38095" fmla="*/ 2250662 h 5143785"/>
              <a:gd name="connsiteX38096" fmla="*/ 298799 w 3114960"/>
              <a:gd name="connsiteY38096" fmla="*/ 2243614 h 5143785"/>
              <a:gd name="connsiteX38097" fmla="*/ 302133 w 3114960"/>
              <a:gd name="connsiteY38097" fmla="*/ 2247043 h 5143785"/>
              <a:gd name="connsiteX38098" fmla="*/ 294894 w 3114960"/>
              <a:gd name="connsiteY38098" fmla="*/ 2254091 h 5143785"/>
              <a:gd name="connsiteX38099" fmla="*/ 291560 w 3114960"/>
              <a:gd name="connsiteY38099" fmla="*/ 2250662 h 5143785"/>
              <a:gd name="connsiteX38100" fmla="*/ 3052382 w 3114960"/>
              <a:gd name="connsiteY38100" fmla="*/ 4084606 h 5143785"/>
              <a:gd name="connsiteX38101" fmla="*/ 3074861 w 3114960"/>
              <a:gd name="connsiteY38101" fmla="*/ 4084606 h 5143785"/>
              <a:gd name="connsiteX38102" fmla="*/ 3074861 w 3114960"/>
              <a:gd name="connsiteY38102" fmla="*/ 4085273 h 5143785"/>
              <a:gd name="connsiteX38103" fmla="*/ 3085434 w 3114960"/>
              <a:gd name="connsiteY38103" fmla="*/ 4093178 h 5143785"/>
              <a:gd name="connsiteX38104" fmla="*/ 3088481 w 3114960"/>
              <a:gd name="connsiteY38104" fmla="*/ 4092797 h 5143785"/>
              <a:gd name="connsiteX38105" fmla="*/ 3096006 w 3114960"/>
              <a:gd name="connsiteY38105" fmla="*/ 4084606 h 5143785"/>
              <a:gd name="connsiteX38106" fmla="*/ 3114866 w 3114960"/>
              <a:gd name="connsiteY38106" fmla="*/ 4084606 h 5143785"/>
              <a:gd name="connsiteX38107" fmla="*/ 3114866 w 3114960"/>
              <a:gd name="connsiteY38107" fmla="*/ 4079748 h 5143785"/>
              <a:gd name="connsiteX38108" fmla="*/ 3096101 w 3114960"/>
              <a:gd name="connsiteY38108" fmla="*/ 4079748 h 5143785"/>
              <a:gd name="connsiteX38109" fmla="*/ 3096101 w 3114960"/>
              <a:gd name="connsiteY38109" fmla="*/ 4079272 h 5143785"/>
              <a:gd name="connsiteX38110" fmla="*/ 3096101 w 3114960"/>
              <a:gd name="connsiteY38110" fmla="*/ 4079272 h 5143785"/>
              <a:gd name="connsiteX38111" fmla="*/ 3082576 w 3114960"/>
              <a:gd name="connsiteY38111" fmla="*/ 4071747 h 5143785"/>
              <a:gd name="connsiteX38112" fmla="*/ 3075051 w 3114960"/>
              <a:gd name="connsiteY38112" fmla="*/ 4079843 h 5143785"/>
              <a:gd name="connsiteX38113" fmla="*/ 3054572 w 3114960"/>
              <a:gd name="connsiteY38113" fmla="*/ 4079843 h 5143785"/>
              <a:gd name="connsiteX38114" fmla="*/ 2963418 w 3114960"/>
              <a:gd name="connsiteY38114" fmla="*/ 3983355 h 5143785"/>
              <a:gd name="connsiteX38115" fmla="*/ 2963418 w 3114960"/>
              <a:gd name="connsiteY38115" fmla="*/ 3972878 h 5143785"/>
              <a:gd name="connsiteX38116" fmla="*/ 2964085 w 3114960"/>
              <a:gd name="connsiteY38116" fmla="*/ 3972878 h 5143785"/>
              <a:gd name="connsiteX38117" fmla="*/ 2971610 w 3114960"/>
              <a:gd name="connsiteY38117" fmla="*/ 3959352 h 5143785"/>
              <a:gd name="connsiteX38118" fmla="*/ 2958084 w 3114960"/>
              <a:gd name="connsiteY38118" fmla="*/ 3951827 h 5143785"/>
              <a:gd name="connsiteX38119" fmla="*/ 2951512 w 3114960"/>
              <a:gd name="connsiteY38119" fmla="*/ 3957066 h 5143785"/>
              <a:gd name="connsiteX38120" fmla="*/ 2950559 w 3114960"/>
              <a:gd name="connsiteY38120" fmla="*/ 3965353 h 5143785"/>
              <a:gd name="connsiteX38121" fmla="*/ 2958751 w 3114960"/>
              <a:gd name="connsiteY38121" fmla="*/ 3972878 h 5143785"/>
              <a:gd name="connsiteX38122" fmla="*/ 2958751 w 3114960"/>
              <a:gd name="connsiteY38122" fmla="*/ 3985260 h 5143785"/>
              <a:gd name="connsiteX38123" fmla="*/ 3052572 w 3114960"/>
              <a:gd name="connsiteY38123" fmla="*/ 4084606 h 5143785"/>
              <a:gd name="connsiteX38124" fmla="*/ 3080004 w 3114960"/>
              <a:gd name="connsiteY38124" fmla="*/ 4079177 h 5143785"/>
              <a:gd name="connsiteX38125" fmla="*/ 3083719 w 3114960"/>
              <a:gd name="connsiteY38125" fmla="*/ 4076224 h 5143785"/>
              <a:gd name="connsiteX38126" fmla="*/ 3085434 w 3114960"/>
              <a:gd name="connsiteY38126" fmla="*/ 4075938 h 5143785"/>
              <a:gd name="connsiteX38127" fmla="*/ 3091434 w 3114960"/>
              <a:gd name="connsiteY38127" fmla="*/ 4080415 h 5143785"/>
              <a:gd name="connsiteX38128" fmla="*/ 3087148 w 3114960"/>
              <a:gd name="connsiteY38128" fmla="*/ 4088035 h 5143785"/>
              <a:gd name="connsiteX38129" fmla="*/ 3079528 w 3114960"/>
              <a:gd name="connsiteY38129" fmla="*/ 4083749 h 5143785"/>
              <a:gd name="connsiteX38130" fmla="*/ 3080099 w 3114960"/>
              <a:gd name="connsiteY38130" fmla="*/ 4079081 h 5143785"/>
              <a:gd name="connsiteX38131" fmla="*/ 2954846 w 3114960"/>
              <a:gd name="connsiteY38131" fmla="*/ 3963924 h 5143785"/>
              <a:gd name="connsiteX38132" fmla="*/ 2955417 w 3114960"/>
              <a:gd name="connsiteY38132" fmla="*/ 3959257 h 5143785"/>
              <a:gd name="connsiteX38133" fmla="*/ 2959132 w 3114960"/>
              <a:gd name="connsiteY38133" fmla="*/ 3956304 h 5143785"/>
              <a:gd name="connsiteX38134" fmla="*/ 2960846 w 3114960"/>
              <a:gd name="connsiteY38134" fmla="*/ 3956018 h 5143785"/>
              <a:gd name="connsiteX38135" fmla="*/ 2966752 w 3114960"/>
              <a:gd name="connsiteY38135" fmla="*/ 3960495 h 5143785"/>
              <a:gd name="connsiteX38136" fmla="*/ 2962466 w 3114960"/>
              <a:gd name="connsiteY38136" fmla="*/ 3968115 h 5143785"/>
              <a:gd name="connsiteX38137" fmla="*/ 2954846 w 3114960"/>
              <a:gd name="connsiteY38137" fmla="*/ 3963829 h 5143785"/>
              <a:gd name="connsiteX38138" fmla="*/ 1517618 w 3114960"/>
              <a:gd name="connsiteY38138" fmla="*/ 2254377 h 5143785"/>
              <a:gd name="connsiteX38139" fmla="*/ 1514475 w 3114960"/>
              <a:gd name="connsiteY38139" fmla="*/ 2257520 h 5143785"/>
              <a:gd name="connsiteX38140" fmla="*/ 1514475 w 3114960"/>
              <a:gd name="connsiteY38140" fmla="*/ 2281904 h 5143785"/>
              <a:gd name="connsiteX38141" fmla="*/ 1517618 w 3114960"/>
              <a:gd name="connsiteY38141" fmla="*/ 2285048 h 5143785"/>
              <a:gd name="connsiteX38142" fmla="*/ 1542002 w 3114960"/>
              <a:gd name="connsiteY38142" fmla="*/ 2285048 h 5143785"/>
              <a:gd name="connsiteX38143" fmla="*/ 1545146 w 3114960"/>
              <a:gd name="connsiteY38143" fmla="*/ 2281904 h 5143785"/>
              <a:gd name="connsiteX38144" fmla="*/ 1545146 w 3114960"/>
              <a:gd name="connsiteY38144" fmla="*/ 2257520 h 5143785"/>
              <a:gd name="connsiteX38145" fmla="*/ 1542002 w 3114960"/>
              <a:gd name="connsiteY38145" fmla="*/ 2254377 h 5143785"/>
              <a:gd name="connsiteX38146" fmla="*/ 1532192 w 3114960"/>
              <a:gd name="connsiteY38146" fmla="*/ 2254377 h 5143785"/>
              <a:gd name="connsiteX38147" fmla="*/ 1532192 w 3114960"/>
              <a:gd name="connsiteY38147" fmla="*/ 2172081 h 5143785"/>
              <a:gd name="connsiteX38148" fmla="*/ 1537621 w 3114960"/>
              <a:gd name="connsiteY38148" fmla="*/ 2164747 h 5143785"/>
              <a:gd name="connsiteX38149" fmla="*/ 1529810 w 3114960"/>
              <a:gd name="connsiteY38149" fmla="*/ 2156936 h 5143785"/>
              <a:gd name="connsiteX38150" fmla="*/ 1522000 w 3114960"/>
              <a:gd name="connsiteY38150" fmla="*/ 2164747 h 5143785"/>
              <a:gd name="connsiteX38151" fmla="*/ 1527429 w 3114960"/>
              <a:gd name="connsiteY38151" fmla="*/ 2172081 h 5143785"/>
              <a:gd name="connsiteX38152" fmla="*/ 1527429 w 3114960"/>
              <a:gd name="connsiteY38152" fmla="*/ 2254377 h 5143785"/>
              <a:gd name="connsiteX38153" fmla="*/ 1517618 w 3114960"/>
              <a:gd name="connsiteY38153" fmla="*/ 2254377 h 5143785"/>
              <a:gd name="connsiteX38154" fmla="*/ 1542098 w 3114960"/>
              <a:gd name="connsiteY38154" fmla="*/ 2256758 h 5143785"/>
              <a:gd name="connsiteX38155" fmla="*/ 1542860 w 3114960"/>
              <a:gd name="connsiteY38155" fmla="*/ 2257520 h 5143785"/>
              <a:gd name="connsiteX38156" fmla="*/ 1542860 w 3114960"/>
              <a:gd name="connsiteY38156" fmla="*/ 2281904 h 5143785"/>
              <a:gd name="connsiteX38157" fmla="*/ 1542098 w 3114960"/>
              <a:gd name="connsiteY38157" fmla="*/ 2282666 h 5143785"/>
              <a:gd name="connsiteX38158" fmla="*/ 1517714 w 3114960"/>
              <a:gd name="connsiteY38158" fmla="*/ 2282666 h 5143785"/>
              <a:gd name="connsiteX38159" fmla="*/ 1516952 w 3114960"/>
              <a:gd name="connsiteY38159" fmla="*/ 2281904 h 5143785"/>
              <a:gd name="connsiteX38160" fmla="*/ 1516952 w 3114960"/>
              <a:gd name="connsiteY38160" fmla="*/ 2257520 h 5143785"/>
              <a:gd name="connsiteX38161" fmla="*/ 1517714 w 3114960"/>
              <a:gd name="connsiteY38161" fmla="*/ 2256758 h 5143785"/>
              <a:gd name="connsiteX38162" fmla="*/ 1542098 w 3114960"/>
              <a:gd name="connsiteY38162" fmla="*/ 2256758 h 5143785"/>
              <a:gd name="connsiteX38163" fmla="*/ 1278350 w 3114960"/>
              <a:gd name="connsiteY38163" fmla="*/ 3622453 h 5143785"/>
              <a:gd name="connsiteX38164" fmla="*/ 1389507 w 3114960"/>
              <a:gd name="connsiteY38164" fmla="*/ 3622262 h 5143785"/>
              <a:gd name="connsiteX38165" fmla="*/ 1389507 w 3114960"/>
              <a:gd name="connsiteY38165" fmla="*/ 3625310 h 5143785"/>
              <a:gd name="connsiteX38166" fmla="*/ 1395032 w 3114960"/>
              <a:gd name="connsiteY38166" fmla="*/ 3630835 h 5143785"/>
              <a:gd name="connsiteX38167" fmla="*/ 1408462 w 3114960"/>
              <a:gd name="connsiteY38167" fmla="*/ 3630835 h 5143785"/>
              <a:gd name="connsiteX38168" fmla="*/ 1413986 w 3114960"/>
              <a:gd name="connsiteY38168" fmla="*/ 3625310 h 5143785"/>
              <a:gd name="connsiteX38169" fmla="*/ 1413986 w 3114960"/>
              <a:gd name="connsiteY38169" fmla="*/ 3611880 h 5143785"/>
              <a:gd name="connsiteX38170" fmla="*/ 1413796 w 3114960"/>
              <a:gd name="connsiteY38170" fmla="*/ 3610928 h 5143785"/>
              <a:gd name="connsiteX38171" fmla="*/ 1428178 w 3114960"/>
              <a:gd name="connsiteY38171" fmla="*/ 3599593 h 5143785"/>
              <a:gd name="connsiteX38172" fmla="*/ 1428178 w 3114960"/>
              <a:gd name="connsiteY38172" fmla="*/ 3588925 h 5143785"/>
              <a:gd name="connsiteX38173" fmla="*/ 1423416 w 3114960"/>
              <a:gd name="connsiteY38173" fmla="*/ 3588925 h 5143785"/>
              <a:gd name="connsiteX38174" fmla="*/ 1423416 w 3114960"/>
              <a:gd name="connsiteY38174" fmla="*/ 3597307 h 5143785"/>
              <a:gd name="connsiteX38175" fmla="*/ 1411034 w 3114960"/>
              <a:gd name="connsiteY38175" fmla="*/ 3607022 h 5143785"/>
              <a:gd name="connsiteX38176" fmla="*/ 1408462 w 3114960"/>
              <a:gd name="connsiteY38176" fmla="*/ 3606355 h 5143785"/>
              <a:gd name="connsiteX38177" fmla="*/ 1395032 w 3114960"/>
              <a:gd name="connsiteY38177" fmla="*/ 3606355 h 5143785"/>
              <a:gd name="connsiteX38178" fmla="*/ 1389507 w 3114960"/>
              <a:gd name="connsiteY38178" fmla="*/ 3611880 h 5143785"/>
              <a:gd name="connsiteX38179" fmla="*/ 1389507 w 3114960"/>
              <a:gd name="connsiteY38179" fmla="*/ 3617500 h 5143785"/>
              <a:gd name="connsiteX38180" fmla="*/ 1276731 w 3114960"/>
              <a:gd name="connsiteY38180" fmla="*/ 3617690 h 5143785"/>
              <a:gd name="connsiteX38181" fmla="*/ 1205389 w 3114960"/>
              <a:gd name="connsiteY38181" fmla="*/ 3673317 h 5143785"/>
              <a:gd name="connsiteX38182" fmla="*/ 1141571 w 3114960"/>
              <a:gd name="connsiteY38182" fmla="*/ 3673317 h 5143785"/>
              <a:gd name="connsiteX38183" fmla="*/ 1128046 w 3114960"/>
              <a:gd name="connsiteY38183" fmla="*/ 3665887 h 5143785"/>
              <a:gd name="connsiteX38184" fmla="*/ 1120616 w 3114960"/>
              <a:gd name="connsiteY38184" fmla="*/ 3673793 h 5143785"/>
              <a:gd name="connsiteX38185" fmla="*/ 1019651 w 3114960"/>
              <a:gd name="connsiteY38185" fmla="*/ 3673793 h 5143785"/>
              <a:gd name="connsiteX38186" fmla="*/ 1001077 w 3114960"/>
              <a:gd name="connsiteY38186" fmla="*/ 3655505 h 5143785"/>
              <a:gd name="connsiteX38187" fmla="*/ 1001077 w 3114960"/>
              <a:gd name="connsiteY38187" fmla="*/ 3523774 h 5143785"/>
              <a:gd name="connsiteX38188" fmla="*/ 967359 w 3114960"/>
              <a:gd name="connsiteY38188" fmla="*/ 3490151 h 5143785"/>
              <a:gd name="connsiteX38189" fmla="*/ 969454 w 3114960"/>
              <a:gd name="connsiteY38189" fmla="*/ 3486531 h 5143785"/>
              <a:gd name="connsiteX38190" fmla="*/ 961073 w 3114960"/>
              <a:gd name="connsiteY38190" fmla="*/ 3467767 h 5143785"/>
              <a:gd name="connsiteX38191" fmla="*/ 949928 w 3114960"/>
              <a:gd name="connsiteY38191" fmla="*/ 3468053 h 5143785"/>
              <a:gd name="connsiteX38192" fmla="*/ 942213 w 3114960"/>
              <a:gd name="connsiteY38192" fmla="*/ 3476149 h 5143785"/>
              <a:gd name="connsiteX38193" fmla="*/ 941737 w 3114960"/>
              <a:gd name="connsiteY38193" fmla="*/ 3478054 h 5143785"/>
              <a:gd name="connsiteX38194" fmla="*/ 818198 w 3114960"/>
              <a:gd name="connsiteY38194" fmla="*/ 3478054 h 5143785"/>
              <a:gd name="connsiteX38195" fmla="*/ 800005 w 3114960"/>
              <a:gd name="connsiteY38195" fmla="*/ 3498818 h 5143785"/>
              <a:gd name="connsiteX38196" fmla="*/ 799719 w 3114960"/>
              <a:gd name="connsiteY38196" fmla="*/ 3499199 h 5143785"/>
              <a:gd name="connsiteX38197" fmla="*/ 799719 w 3114960"/>
              <a:gd name="connsiteY38197" fmla="*/ 3614642 h 5143785"/>
              <a:gd name="connsiteX38198" fmla="*/ 789527 w 3114960"/>
              <a:gd name="connsiteY38198" fmla="*/ 3622262 h 5143785"/>
              <a:gd name="connsiteX38199" fmla="*/ 796481 w 3114960"/>
              <a:gd name="connsiteY38199" fmla="*/ 3637979 h 5143785"/>
              <a:gd name="connsiteX38200" fmla="*/ 798290 w 3114960"/>
              <a:gd name="connsiteY38200" fmla="*/ 3638264 h 5143785"/>
              <a:gd name="connsiteX38201" fmla="*/ 798290 w 3114960"/>
              <a:gd name="connsiteY38201" fmla="*/ 3664077 h 5143785"/>
              <a:gd name="connsiteX38202" fmla="*/ 787146 w 3114960"/>
              <a:gd name="connsiteY38202" fmla="*/ 3675984 h 5143785"/>
              <a:gd name="connsiteX38203" fmla="*/ 698183 w 3114960"/>
              <a:gd name="connsiteY38203" fmla="*/ 3675412 h 5143785"/>
              <a:gd name="connsiteX38204" fmla="*/ 698183 w 3114960"/>
              <a:gd name="connsiteY38204" fmla="*/ 3666459 h 5143785"/>
              <a:gd name="connsiteX38205" fmla="*/ 689420 w 3114960"/>
              <a:gd name="connsiteY38205" fmla="*/ 3657791 h 5143785"/>
              <a:gd name="connsiteX38206" fmla="*/ 541401 w 3114960"/>
              <a:gd name="connsiteY38206" fmla="*/ 3657791 h 5143785"/>
              <a:gd name="connsiteX38207" fmla="*/ 532733 w 3114960"/>
              <a:gd name="connsiteY38207" fmla="*/ 3666459 h 5143785"/>
              <a:gd name="connsiteX38208" fmla="*/ 532733 w 3114960"/>
              <a:gd name="connsiteY38208" fmla="*/ 3675984 h 5143785"/>
              <a:gd name="connsiteX38209" fmla="*/ 450437 w 3114960"/>
              <a:gd name="connsiteY38209" fmla="*/ 3675984 h 5143785"/>
              <a:gd name="connsiteX38210" fmla="*/ 432245 w 3114960"/>
              <a:gd name="connsiteY38210" fmla="*/ 3663410 h 5143785"/>
              <a:gd name="connsiteX38211" fmla="*/ 316992 w 3114960"/>
              <a:gd name="connsiteY38211" fmla="*/ 3663410 h 5143785"/>
              <a:gd name="connsiteX38212" fmla="*/ 316992 w 3114960"/>
              <a:gd name="connsiteY38212" fmla="*/ 3645980 h 5143785"/>
              <a:gd name="connsiteX38213" fmla="*/ 432245 w 3114960"/>
              <a:gd name="connsiteY38213" fmla="*/ 3645980 h 5143785"/>
              <a:gd name="connsiteX38214" fmla="*/ 450437 w 3114960"/>
              <a:gd name="connsiteY38214" fmla="*/ 3633407 h 5143785"/>
              <a:gd name="connsiteX38215" fmla="*/ 534829 w 3114960"/>
              <a:gd name="connsiteY38215" fmla="*/ 3633407 h 5143785"/>
              <a:gd name="connsiteX38216" fmla="*/ 534829 w 3114960"/>
              <a:gd name="connsiteY38216" fmla="*/ 3640074 h 5143785"/>
              <a:gd name="connsiteX38217" fmla="*/ 543592 w 3114960"/>
              <a:gd name="connsiteY38217" fmla="*/ 3648837 h 5143785"/>
              <a:gd name="connsiteX38218" fmla="*/ 687324 w 3114960"/>
              <a:gd name="connsiteY38218" fmla="*/ 3648837 h 5143785"/>
              <a:gd name="connsiteX38219" fmla="*/ 696087 w 3114960"/>
              <a:gd name="connsiteY38219" fmla="*/ 3640074 h 5143785"/>
              <a:gd name="connsiteX38220" fmla="*/ 696087 w 3114960"/>
              <a:gd name="connsiteY38220" fmla="*/ 3632930 h 5143785"/>
              <a:gd name="connsiteX38221" fmla="*/ 742950 w 3114960"/>
              <a:gd name="connsiteY38221" fmla="*/ 3632930 h 5143785"/>
              <a:gd name="connsiteX38222" fmla="*/ 762381 w 3114960"/>
              <a:gd name="connsiteY38222" fmla="*/ 3617119 h 5143785"/>
              <a:gd name="connsiteX38223" fmla="*/ 762381 w 3114960"/>
              <a:gd name="connsiteY38223" fmla="*/ 3598640 h 5143785"/>
              <a:gd name="connsiteX38224" fmla="*/ 765905 w 3114960"/>
              <a:gd name="connsiteY38224" fmla="*/ 3597593 h 5143785"/>
              <a:gd name="connsiteX38225" fmla="*/ 773621 w 3114960"/>
              <a:gd name="connsiteY38225" fmla="*/ 3589496 h 5143785"/>
              <a:gd name="connsiteX38226" fmla="*/ 765239 w 3114960"/>
              <a:gd name="connsiteY38226" fmla="*/ 3570732 h 5143785"/>
              <a:gd name="connsiteX38227" fmla="*/ 762381 w 3114960"/>
              <a:gd name="connsiteY38227" fmla="*/ 3569970 h 5143785"/>
              <a:gd name="connsiteX38228" fmla="*/ 762762 w 3114960"/>
              <a:gd name="connsiteY38228" fmla="*/ 3463290 h 5143785"/>
              <a:gd name="connsiteX38229" fmla="*/ 777335 w 3114960"/>
              <a:gd name="connsiteY38229" fmla="*/ 3449574 h 5143785"/>
              <a:gd name="connsiteX38230" fmla="*/ 987647 w 3114960"/>
              <a:gd name="connsiteY38230" fmla="*/ 3449574 h 5143785"/>
              <a:gd name="connsiteX38231" fmla="*/ 1028033 w 3114960"/>
              <a:gd name="connsiteY38231" fmla="*/ 3490436 h 5143785"/>
              <a:gd name="connsiteX38232" fmla="*/ 1028033 w 3114960"/>
              <a:gd name="connsiteY38232" fmla="*/ 3507677 h 5143785"/>
              <a:gd name="connsiteX38233" fmla="*/ 1030415 w 3114960"/>
              <a:gd name="connsiteY38233" fmla="*/ 3510058 h 5143785"/>
              <a:gd name="connsiteX38234" fmla="*/ 1038416 w 3114960"/>
              <a:gd name="connsiteY38234" fmla="*/ 3510058 h 5143785"/>
              <a:gd name="connsiteX38235" fmla="*/ 1040797 w 3114960"/>
              <a:gd name="connsiteY38235" fmla="*/ 3507677 h 5143785"/>
              <a:gd name="connsiteX38236" fmla="*/ 1040797 w 3114960"/>
              <a:gd name="connsiteY38236" fmla="*/ 3500914 h 5143785"/>
              <a:gd name="connsiteX38237" fmla="*/ 1085374 w 3114960"/>
              <a:gd name="connsiteY38237" fmla="*/ 3500914 h 5143785"/>
              <a:gd name="connsiteX38238" fmla="*/ 1096137 w 3114960"/>
              <a:gd name="connsiteY38238" fmla="*/ 3490151 h 5143785"/>
              <a:gd name="connsiteX38239" fmla="*/ 1085374 w 3114960"/>
              <a:gd name="connsiteY38239" fmla="*/ 3479387 h 5143785"/>
              <a:gd name="connsiteX38240" fmla="*/ 1047369 w 3114960"/>
              <a:gd name="connsiteY38240" fmla="*/ 3479387 h 5143785"/>
              <a:gd name="connsiteX38241" fmla="*/ 1041368 w 3114960"/>
              <a:gd name="connsiteY38241" fmla="*/ 3473387 h 5143785"/>
              <a:gd name="connsiteX38242" fmla="*/ 1047369 w 3114960"/>
              <a:gd name="connsiteY38242" fmla="*/ 3467386 h 5143785"/>
              <a:gd name="connsiteX38243" fmla="*/ 1085374 w 3114960"/>
              <a:gd name="connsiteY38243" fmla="*/ 3467386 h 5143785"/>
              <a:gd name="connsiteX38244" fmla="*/ 1096137 w 3114960"/>
              <a:gd name="connsiteY38244" fmla="*/ 3456623 h 5143785"/>
              <a:gd name="connsiteX38245" fmla="*/ 1085374 w 3114960"/>
              <a:gd name="connsiteY38245" fmla="*/ 3445859 h 5143785"/>
              <a:gd name="connsiteX38246" fmla="*/ 1047369 w 3114960"/>
              <a:gd name="connsiteY38246" fmla="*/ 3445859 h 5143785"/>
              <a:gd name="connsiteX38247" fmla="*/ 1041368 w 3114960"/>
              <a:gd name="connsiteY38247" fmla="*/ 3439859 h 5143785"/>
              <a:gd name="connsiteX38248" fmla="*/ 1047369 w 3114960"/>
              <a:gd name="connsiteY38248" fmla="*/ 3433858 h 5143785"/>
              <a:gd name="connsiteX38249" fmla="*/ 1089851 w 3114960"/>
              <a:gd name="connsiteY38249" fmla="*/ 3433858 h 5143785"/>
              <a:gd name="connsiteX38250" fmla="*/ 1089851 w 3114960"/>
              <a:gd name="connsiteY38250" fmla="*/ 3440621 h 5143785"/>
              <a:gd name="connsiteX38251" fmla="*/ 1092232 w 3114960"/>
              <a:gd name="connsiteY38251" fmla="*/ 3443002 h 5143785"/>
              <a:gd name="connsiteX38252" fmla="*/ 1100233 w 3114960"/>
              <a:gd name="connsiteY38252" fmla="*/ 3443002 h 5143785"/>
              <a:gd name="connsiteX38253" fmla="*/ 1102614 w 3114960"/>
              <a:gd name="connsiteY38253" fmla="*/ 3440621 h 5143785"/>
              <a:gd name="connsiteX38254" fmla="*/ 1102614 w 3114960"/>
              <a:gd name="connsiteY38254" fmla="*/ 3433858 h 5143785"/>
              <a:gd name="connsiteX38255" fmla="*/ 1110234 w 3114960"/>
              <a:gd name="connsiteY38255" fmla="*/ 3433858 h 5143785"/>
              <a:gd name="connsiteX38256" fmla="*/ 1110234 w 3114960"/>
              <a:gd name="connsiteY38256" fmla="*/ 3440621 h 5143785"/>
              <a:gd name="connsiteX38257" fmla="*/ 1112615 w 3114960"/>
              <a:gd name="connsiteY38257" fmla="*/ 3443002 h 5143785"/>
              <a:gd name="connsiteX38258" fmla="*/ 1120616 w 3114960"/>
              <a:gd name="connsiteY38258" fmla="*/ 3443002 h 5143785"/>
              <a:gd name="connsiteX38259" fmla="*/ 1122998 w 3114960"/>
              <a:gd name="connsiteY38259" fmla="*/ 3440621 h 5143785"/>
              <a:gd name="connsiteX38260" fmla="*/ 1122998 w 3114960"/>
              <a:gd name="connsiteY38260" fmla="*/ 3433953 h 5143785"/>
              <a:gd name="connsiteX38261" fmla="*/ 1167575 w 3114960"/>
              <a:gd name="connsiteY38261" fmla="*/ 3433953 h 5143785"/>
              <a:gd name="connsiteX38262" fmla="*/ 1173575 w 3114960"/>
              <a:gd name="connsiteY38262" fmla="*/ 3439954 h 5143785"/>
              <a:gd name="connsiteX38263" fmla="*/ 1167575 w 3114960"/>
              <a:gd name="connsiteY38263" fmla="*/ 3445955 h 5143785"/>
              <a:gd name="connsiteX38264" fmla="*/ 1129570 w 3114960"/>
              <a:gd name="connsiteY38264" fmla="*/ 3445955 h 5143785"/>
              <a:gd name="connsiteX38265" fmla="*/ 1118807 w 3114960"/>
              <a:gd name="connsiteY38265" fmla="*/ 3456718 h 5143785"/>
              <a:gd name="connsiteX38266" fmla="*/ 1129570 w 3114960"/>
              <a:gd name="connsiteY38266" fmla="*/ 3467481 h 5143785"/>
              <a:gd name="connsiteX38267" fmla="*/ 1167575 w 3114960"/>
              <a:gd name="connsiteY38267" fmla="*/ 3467481 h 5143785"/>
              <a:gd name="connsiteX38268" fmla="*/ 1173575 w 3114960"/>
              <a:gd name="connsiteY38268" fmla="*/ 3473482 h 5143785"/>
              <a:gd name="connsiteX38269" fmla="*/ 1167575 w 3114960"/>
              <a:gd name="connsiteY38269" fmla="*/ 3479483 h 5143785"/>
              <a:gd name="connsiteX38270" fmla="*/ 1129475 w 3114960"/>
              <a:gd name="connsiteY38270" fmla="*/ 3479483 h 5143785"/>
              <a:gd name="connsiteX38271" fmla="*/ 1118711 w 3114960"/>
              <a:gd name="connsiteY38271" fmla="*/ 3490246 h 5143785"/>
              <a:gd name="connsiteX38272" fmla="*/ 1129475 w 3114960"/>
              <a:gd name="connsiteY38272" fmla="*/ 3501009 h 5143785"/>
              <a:gd name="connsiteX38273" fmla="*/ 1171956 w 3114960"/>
              <a:gd name="connsiteY38273" fmla="*/ 3501009 h 5143785"/>
              <a:gd name="connsiteX38274" fmla="*/ 1171956 w 3114960"/>
              <a:gd name="connsiteY38274" fmla="*/ 3506534 h 5143785"/>
              <a:gd name="connsiteX38275" fmla="*/ 1120426 w 3114960"/>
              <a:gd name="connsiteY38275" fmla="*/ 3541967 h 5143785"/>
              <a:gd name="connsiteX38276" fmla="*/ 1051751 w 3114960"/>
              <a:gd name="connsiteY38276" fmla="*/ 3541967 h 5143785"/>
              <a:gd name="connsiteX38277" fmla="*/ 1039940 w 3114960"/>
              <a:gd name="connsiteY38277" fmla="*/ 3550920 h 5143785"/>
              <a:gd name="connsiteX38278" fmla="*/ 1039940 w 3114960"/>
              <a:gd name="connsiteY38278" fmla="*/ 3612928 h 5143785"/>
              <a:gd name="connsiteX38279" fmla="*/ 1039273 w 3114960"/>
              <a:gd name="connsiteY38279" fmla="*/ 3612928 h 5143785"/>
              <a:gd name="connsiteX38280" fmla="*/ 1031748 w 3114960"/>
              <a:gd name="connsiteY38280" fmla="*/ 3626453 h 5143785"/>
              <a:gd name="connsiteX38281" fmla="*/ 1042321 w 3114960"/>
              <a:gd name="connsiteY38281" fmla="*/ 3634359 h 5143785"/>
              <a:gd name="connsiteX38282" fmla="*/ 1045369 w 3114960"/>
              <a:gd name="connsiteY38282" fmla="*/ 3633978 h 5143785"/>
              <a:gd name="connsiteX38283" fmla="*/ 1052894 w 3114960"/>
              <a:gd name="connsiteY38283" fmla="*/ 3620453 h 5143785"/>
              <a:gd name="connsiteX38284" fmla="*/ 1044797 w 3114960"/>
              <a:gd name="connsiteY38284" fmla="*/ 3612928 h 5143785"/>
              <a:gd name="connsiteX38285" fmla="*/ 1044797 w 3114960"/>
              <a:gd name="connsiteY38285" fmla="*/ 3553206 h 5143785"/>
              <a:gd name="connsiteX38286" fmla="*/ 1053370 w 3114960"/>
              <a:gd name="connsiteY38286" fmla="*/ 3546634 h 5143785"/>
              <a:gd name="connsiteX38287" fmla="*/ 1121950 w 3114960"/>
              <a:gd name="connsiteY38287" fmla="*/ 3546634 h 5143785"/>
              <a:gd name="connsiteX38288" fmla="*/ 1175195 w 3114960"/>
              <a:gd name="connsiteY38288" fmla="*/ 3510058 h 5143785"/>
              <a:gd name="connsiteX38289" fmla="*/ 1182434 w 3114960"/>
              <a:gd name="connsiteY38289" fmla="*/ 3510058 h 5143785"/>
              <a:gd name="connsiteX38290" fmla="*/ 1184815 w 3114960"/>
              <a:gd name="connsiteY38290" fmla="*/ 3507677 h 5143785"/>
              <a:gd name="connsiteX38291" fmla="*/ 1184815 w 3114960"/>
              <a:gd name="connsiteY38291" fmla="*/ 3500914 h 5143785"/>
              <a:gd name="connsiteX38292" fmla="*/ 1212818 w 3114960"/>
              <a:gd name="connsiteY38292" fmla="*/ 3500914 h 5143785"/>
              <a:gd name="connsiteX38293" fmla="*/ 1233964 w 3114960"/>
              <a:gd name="connsiteY38293" fmla="*/ 3480435 h 5143785"/>
              <a:gd name="connsiteX38294" fmla="*/ 1234440 w 3114960"/>
              <a:gd name="connsiteY38294" fmla="*/ 3267647 h 5143785"/>
              <a:gd name="connsiteX38295" fmla="*/ 1241870 w 3114960"/>
              <a:gd name="connsiteY38295" fmla="*/ 3258407 h 5143785"/>
              <a:gd name="connsiteX38296" fmla="*/ 1232059 w 3114960"/>
              <a:gd name="connsiteY38296" fmla="*/ 3248597 h 5143785"/>
              <a:gd name="connsiteX38297" fmla="*/ 1222248 w 3114960"/>
              <a:gd name="connsiteY38297" fmla="*/ 3258407 h 5143785"/>
              <a:gd name="connsiteX38298" fmla="*/ 1229582 w 3114960"/>
              <a:gd name="connsiteY38298" fmla="*/ 3267647 h 5143785"/>
              <a:gd name="connsiteX38299" fmla="*/ 1229106 w 3114960"/>
              <a:gd name="connsiteY38299" fmla="*/ 3478340 h 5143785"/>
              <a:gd name="connsiteX38300" fmla="*/ 1210723 w 3114960"/>
              <a:gd name="connsiteY38300" fmla="*/ 3496056 h 5143785"/>
              <a:gd name="connsiteX38301" fmla="*/ 1184624 w 3114960"/>
              <a:gd name="connsiteY38301" fmla="*/ 3496056 h 5143785"/>
              <a:gd name="connsiteX38302" fmla="*/ 1184624 w 3114960"/>
              <a:gd name="connsiteY38302" fmla="*/ 3489293 h 5143785"/>
              <a:gd name="connsiteX38303" fmla="*/ 1182243 w 3114960"/>
              <a:gd name="connsiteY38303" fmla="*/ 3486912 h 5143785"/>
              <a:gd name="connsiteX38304" fmla="*/ 1174242 w 3114960"/>
              <a:gd name="connsiteY38304" fmla="*/ 3486912 h 5143785"/>
              <a:gd name="connsiteX38305" fmla="*/ 1171861 w 3114960"/>
              <a:gd name="connsiteY38305" fmla="*/ 3489293 h 5143785"/>
              <a:gd name="connsiteX38306" fmla="*/ 1171861 w 3114960"/>
              <a:gd name="connsiteY38306" fmla="*/ 3496056 h 5143785"/>
              <a:gd name="connsiteX38307" fmla="*/ 1129379 w 3114960"/>
              <a:gd name="connsiteY38307" fmla="*/ 3496056 h 5143785"/>
              <a:gd name="connsiteX38308" fmla="*/ 1123379 w 3114960"/>
              <a:gd name="connsiteY38308" fmla="*/ 3490055 h 5143785"/>
              <a:gd name="connsiteX38309" fmla="*/ 1129379 w 3114960"/>
              <a:gd name="connsiteY38309" fmla="*/ 3484055 h 5143785"/>
              <a:gd name="connsiteX38310" fmla="*/ 1167479 w 3114960"/>
              <a:gd name="connsiteY38310" fmla="*/ 3484055 h 5143785"/>
              <a:gd name="connsiteX38311" fmla="*/ 1178243 w 3114960"/>
              <a:gd name="connsiteY38311" fmla="*/ 3473292 h 5143785"/>
              <a:gd name="connsiteX38312" fmla="*/ 1167479 w 3114960"/>
              <a:gd name="connsiteY38312" fmla="*/ 3462528 h 5143785"/>
              <a:gd name="connsiteX38313" fmla="*/ 1129475 w 3114960"/>
              <a:gd name="connsiteY38313" fmla="*/ 3462528 h 5143785"/>
              <a:gd name="connsiteX38314" fmla="*/ 1123474 w 3114960"/>
              <a:gd name="connsiteY38314" fmla="*/ 3456527 h 5143785"/>
              <a:gd name="connsiteX38315" fmla="*/ 1129475 w 3114960"/>
              <a:gd name="connsiteY38315" fmla="*/ 3450527 h 5143785"/>
              <a:gd name="connsiteX38316" fmla="*/ 1167479 w 3114960"/>
              <a:gd name="connsiteY38316" fmla="*/ 3450527 h 5143785"/>
              <a:gd name="connsiteX38317" fmla="*/ 1178243 w 3114960"/>
              <a:gd name="connsiteY38317" fmla="*/ 3439763 h 5143785"/>
              <a:gd name="connsiteX38318" fmla="*/ 1167479 w 3114960"/>
              <a:gd name="connsiteY38318" fmla="*/ 3429000 h 5143785"/>
              <a:gd name="connsiteX38319" fmla="*/ 1122902 w 3114960"/>
              <a:gd name="connsiteY38319" fmla="*/ 3429000 h 5143785"/>
              <a:gd name="connsiteX38320" fmla="*/ 1122902 w 3114960"/>
              <a:gd name="connsiteY38320" fmla="*/ 3422237 h 5143785"/>
              <a:gd name="connsiteX38321" fmla="*/ 1120521 w 3114960"/>
              <a:gd name="connsiteY38321" fmla="*/ 3419856 h 5143785"/>
              <a:gd name="connsiteX38322" fmla="*/ 1118902 w 3114960"/>
              <a:gd name="connsiteY38322" fmla="*/ 3419856 h 5143785"/>
              <a:gd name="connsiteX38323" fmla="*/ 1118902 w 3114960"/>
              <a:gd name="connsiteY38323" fmla="*/ 3401854 h 5143785"/>
              <a:gd name="connsiteX38324" fmla="*/ 1183767 w 3114960"/>
              <a:gd name="connsiteY38324" fmla="*/ 3402044 h 5143785"/>
              <a:gd name="connsiteX38325" fmla="*/ 1183767 w 3114960"/>
              <a:gd name="connsiteY38325" fmla="*/ 3402044 h 5143785"/>
              <a:gd name="connsiteX38326" fmla="*/ 1185291 w 3114960"/>
              <a:gd name="connsiteY38326" fmla="*/ 3401473 h 5143785"/>
              <a:gd name="connsiteX38327" fmla="*/ 1199960 w 3114960"/>
              <a:gd name="connsiteY38327" fmla="*/ 3388900 h 5143785"/>
              <a:gd name="connsiteX38328" fmla="*/ 1200817 w 3114960"/>
              <a:gd name="connsiteY38328" fmla="*/ 3387090 h 5143785"/>
              <a:gd name="connsiteX38329" fmla="*/ 1201103 w 3114960"/>
              <a:gd name="connsiteY38329" fmla="*/ 3268313 h 5143785"/>
              <a:gd name="connsiteX38330" fmla="*/ 1208532 w 3114960"/>
              <a:gd name="connsiteY38330" fmla="*/ 3259074 h 5143785"/>
              <a:gd name="connsiteX38331" fmla="*/ 1198721 w 3114960"/>
              <a:gd name="connsiteY38331" fmla="*/ 3249263 h 5143785"/>
              <a:gd name="connsiteX38332" fmla="*/ 1188911 w 3114960"/>
              <a:gd name="connsiteY38332" fmla="*/ 3259074 h 5143785"/>
              <a:gd name="connsiteX38333" fmla="*/ 1196245 w 3114960"/>
              <a:gd name="connsiteY38333" fmla="*/ 3268313 h 5143785"/>
              <a:gd name="connsiteX38334" fmla="*/ 1195959 w 3114960"/>
              <a:gd name="connsiteY38334" fmla="*/ 3386042 h 5143785"/>
              <a:gd name="connsiteX38335" fmla="*/ 1182815 w 3114960"/>
              <a:gd name="connsiteY38335" fmla="*/ 3397377 h 5143785"/>
              <a:gd name="connsiteX38336" fmla="*/ 1116521 w 3114960"/>
              <a:gd name="connsiteY38336" fmla="*/ 3397187 h 5143785"/>
              <a:gd name="connsiteX38337" fmla="*/ 1116521 w 3114960"/>
              <a:gd name="connsiteY38337" fmla="*/ 3397187 h 5143785"/>
              <a:gd name="connsiteX38338" fmla="*/ 1114806 w 3114960"/>
              <a:gd name="connsiteY38338" fmla="*/ 3397853 h 5143785"/>
              <a:gd name="connsiteX38339" fmla="*/ 1114139 w 3114960"/>
              <a:gd name="connsiteY38339" fmla="*/ 3399568 h 5143785"/>
              <a:gd name="connsiteX38340" fmla="*/ 1114139 w 3114960"/>
              <a:gd name="connsiteY38340" fmla="*/ 3419951 h 5143785"/>
              <a:gd name="connsiteX38341" fmla="*/ 1112520 w 3114960"/>
              <a:gd name="connsiteY38341" fmla="*/ 3419951 h 5143785"/>
              <a:gd name="connsiteX38342" fmla="*/ 1110139 w 3114960"/>
              <a:gd name="connsiteY38342" fmla="*/ 3422333 h 5143785"/>
              <a:gd name="connsiteX38343" fmla="*/ 1110139 w 3114960"/>
              <a:gd name="connsiteY38343" fmla="*/ 3429095 h 5143785"/>
              <a:gd name="connsiteX38344" fmla="*/ 1102519 w 3114960"/>
              <a:gd name="connsiteY38344" fmla="*/ 3429095 h 5143785"/>
              <a:gd name="connsiteX38345" fmla="*/ 1102519 w 3114960"/>
              <a:gd name="connsiteY38345" fmla="*/ 3422333 h 5143785"/>
              <a:gd name="connsiteX38346" fmla="*/ 1100138 w 3114960"/>
              <a:gd name="connsiteY38346" fmla="*/ 3419951 h 5143785"/>
              <a:gd name="connsiteX38347" fmla="*/ 1098518 w 3114960"/>
              <a:gd name="connsiteY38347" fmla="*/ 3419951 h 5143785"/>
              <a:gd name="connsiteX38348" fmla="*/ 1098518 w 3114960"/>
              <a:gd name="connsiteY38348" fmla="*/ 3400139 h 5143785"/>
              <a:gd name="connsiteX38349" fmla="*/ 1097852 w 3114960"/>
              <a:gd name="connsiteY38349" fmla="*/ 3398425 h 5143785"/>
              <a:gd name="connsiteX38350" fmla="*/ 1096137 w 3114960"/>
              <a:gd name="connsiteY38350" fmla="*/ 3397758 h 5143785"/>
              <a:gd name="connsiteX38351" fmla="*/ 1096137 w 3114960"/>
              <a:gd name="connsiteY38351" fmla="*/ 3397758 h 5143785"/>
              <a:gd name="connsiteX38352" fmla="*/ 986409 w 3114960"/>
              <a:gd name="connsiteY38352" fmla="*/ 3398139 h 5143785"/>
              <a:gd name="connsiteX38353" fmla="*/ 985076 w 3114960"/>
              <a:gd name="connsiteY38353" fmla="*/ 3398520 h 5143785"/>
              <a:gd name="connsiteX38354" fmla="*/ 963359 w 3114960"/>
              <a:gd name="connsiteY38354" fmla="*/ 3413379 h 5143785"/>
              <a:gd name="connsiteX38355" fmla="*/ 848392 w 3114960"/>
              <a:gd name="connsiteY38355" fmla="*/ 3413760 h 5143785"/>
              <a:gd name="connsiteX38356" fmla="*/ 843058 w 3114960"/>
              <a:gd name="connsiteY38356" fmla="*/ 3405378 h 5143785"/>
              <a:gd name="connsiteX38357" fmla="*/ 823055 w 3114960"/>
              <a:gd name="connsiteY38357" fmla="*/ 3408426 h 5143785"/>
              <a:gd name="connsiteX38358" fmla="*/ 820579 w 3114960"/>
              <a:gd name="connsiteY38358" fmla="*/ 3415189 h 5143785"/>
              <a:gd name="connsiteX38359" fmla="*/ 751427 w 3114960"/>
              <a:gd name="connsiteY38359" fmla="*/ 3415379 h 5143785"/>
              <a:gd name="connsiteX38360" fmla="*/ 695230 w 3114960"/>
              <a:gd name="connsiteY38360" fmla="*/ 3464338 h 5143785"/>
              <a:gd name="connsiteX38361" fmla="*/ 524065 w 3114960"/>
              <a:gd name="connsiteY38361" fmla="*/ 3464338 h 5143785"/>
              <a:gd name="connsiteX38362" fmla="*/ 515303 w 3114960"/>
              <a:gd name="connsiteY38362" fmla="*/ 3457670 h 5143785"/>
              <a:gd name="connsiteX38363" fmla="*/ 506063 w 3114960"/>
              <a:gd name="connsiteY38363" fmla="*/ 3466910 h 5143785"/>
              <a:gd name="connsiteX38364" fmla="*/ 515303 w 3114960"/>
              <a:gd name="connsiteY38364" fmla="*/ 3476149 h 5143785"/>
              <a:gd name="connsiteX38365" fmla="*/ 524065 w 3114960"/>
              <a:gd name="connsiteY38365" fmla="*/ 3469291 h 5143785"/>
              <a:gd name="connsiteX38366" fmla="*/ 696944 w 3114960"/>
              <a:gd name="connsiteY38366" fmla="*/ 3469291 h 5143785"/>
              <a:gd name="connsiteX38367" fmla="*/ 753142 w 3114960"/>
              <a:gd name="connsiteY38367" fmla="*/ 3420237 h 5143785"/>
              <a:gd name="connsiteX38368" fmla="*/ 820579 w 3114960"/>
              <a:gd name="connsiteY38368" fmla="*/ 3420047 h 5143785"/>
              <a:gd name="connsiteX38369" fmla="*/ 826103 w 3114960"/>
              <a:gd name="connsiteY38369" fmla="*/ 3428524 h 5143785"/>
              <a:gd name="connsiteX38370" fmla="*/ 846106 w 3114960"/>
              <a:gd name="connsiteY38370" fmla="*/ 3425476 h 5143785"/>
              <a:gd name="connsiteX38371" fmla="*/ 848773 w 3114960"/>
              <a:gd name="connsiteY38371" fmla="*/ 3418523 h 5143785"/>
              <a:gd name="connsiteX38372" fmla="*/ 964121 w 3114960"/>
              <a:gd name="connsiteY38372" fmla="*/ 3418142 h 5143785"/>
              <a:gd name="connsiteX38373" fmla="*/ 965454 w 3114960"/>
              <a:gd name="connsiteY38373" fmla="*/ 3417761 h 5143785"/>
              <a:gd name="connsiteX38374" fmla="*/ 987171 w 3114960"/>
              <a:gd name="connsiteY38374" fmla="*/ 3402902 h 5143785"/>
              <a:gd name="connsiteX38375" fmla="*/ 1093756 w 3114960"/>
              <a:gd name="connsiteY38375" fmla="*/ 3402521 h 5143785"/>
              <a:gd name="connsiteX38376" fmla="*/ 1093756 w 3114960"/>
              <a:gd name="connsiteY38376" fmla="*/ 3419856 h 5143785"/>
              <a:gd name="connsiteX38377" fmla="*/ 1092137 w 3114960"/>
              <a:gd name="connsiteY38377" fmla="*/ 3419856 h 5143785"/>
              <a:gd name="connsiteX38378" fmla="*/ 1089755 w 3114960"/>
              <a:gd name="connsiteY38378" fmla="*/ 3422237 h 5143785"/>
              <a:gd name="connsiteX38379" fmla="*/ 1089755 w 3114960"/>
              <a:gd name="connsiteY38379" fmla="*/ 3429000 h 5143785"/>
              <a:gd name="connsiteX38380" fmla="*/ 1047274 w 3114960"/>
              <a:gd name="connsiteY38380" fmla="*/ 3429000 h 5143785"/>
              <a:gd name="connsiteX38381" fmla="*/ 1036511 w 3114960"/>
              <a:gd name="connsiteY38381" fmla="*/ 3439763 h 5143785"/>
              <a:gd name="connsiteX38382" fmla="*/ 1047274 w 3114960"/>
              <a:gd name="connsiteY38382" fmla="*/ 3450527 h 5143785"/>
              <a:gd name="connsiteX38383" fmla="*/ 1085279 w 3114960"/>
              <a:gd name="connsiteY38383" fmla="*/ 3450527 h 5143785"/>
              <a:gd name="connsiteX38384" fmla="*/ 1091279 w 3114960"/>
              <a:gd name="connsiteY38384" fmla="*/ 3456527 h 5143785"/>
              <a:gd name="connsiteX38385" fmla="*/ 1085279 w 3114960"/>
              <a:gd name="connsiteY38385" fmla="*/ 3462528 h 5143785"/>
              <a:gd name="connsiteX38386" fmla="*/ 1047274 w 3114960"/>
              <a:gd name="connsiteY38386" fmla="*/ 3462528 h 5143785"/>
              <a:gd name="connsiteX38387" fmla="*/ 1036511 w 3114960"/>
              <a:gd name="connsiteY38387" fmla="*/ 3473292 h 5143785"/>
              <a:gd name="connsiteX38388" fmla="*/ 1047274 w 3114960"/>
              <a:gd name="connsiteY38388" fmla="*/ 3484055 h 5143785"/>
              <a:gd name="connsiteX38389" fmla="*/ 1085279 w 3114960"/>
              <a:gd name="connsiteY38389" fmla="*/ 3484055 h 5143785"/>
              <a:gd name="connsiteX38390" fmla="*/ 1091279 w 3114960"/>
              <a:gd name="connsiteY38390" fmla="*/ 3490055 h 5143785"/>
              <a:gd name="connsiteX38391" fmla="*/ 1085279 w 3114960"/>
              <a:gd name="connsiteY38391" fmla="*/ 3496056 h 5143785"/>
              <a:gd name="connsiteX38392" fmla="*/ 1040702 w 3114960"/>
              <a:gd name="connsiteY38392" fmla="*/ 3496056 h 5143785"/>
              <a:gd name="connsiteX38393" fmla="*/ 1040702 w 3114960"/>
              <a:gd name="connsiteY38393" fmla="*/ 3489388 h 5143785"/>
              <a:gd name="connsiteX38394" fmla="*/ 1038320 w 3114960"/>
              <a:gd name="connsiteY38394" fmla="*/ 3487007 h 5143785"/>
              <a:gd name="connsiteX38395" fmla="*/ 1031367 w 3114960"/>
              <a:gd name="connsiteY38395" fmla="*/ 3487007 h 5143785"/>
              <a:gd name="connsiteX38396" fmla="*/ 990314 w 3114960"/>
              <a:gd name="connsiteY38396" fmla="*/ 3445478 h 5143785"/>
              <a:gd name="connsiteX38397" fmla="*/ 988600 w 3114960"/>
              <a:gd name="connsiteY38397" fmla="*/ 3444812 h 5143785"/>
              <a:gd name="connsiteX38398" fmla="*/ 776383 w 3114960"/>
              <a:gd name="connsiteY38398" fmla="*/ 3444812 h 5143785"/>
              <a:gd name="connsiteX38399" fmla="*/ 774764 w 3114960"/>
              <a:gd name="connsiteY38399" fmla="*/ 3445478 h 5143785"/>
              <a:gd name="connsiteX38400" fmla="*/ 758762 w 3114960"/>
              <a:gd name="connsiteY38400" fmla="*/ 3460528 h 5143785"/>
              <a:gd name="connsiteX38401" fmla="*/ 758000 w 3114960"/>
              <a:gd name="connsiteY38401" fmla="*/ 3462242 h 5143785"/>
              <a:gd name="connsiteX38402" fmla="*/ 757619 w 3114960"/>
              <a:gd name="connsiteY38402" fmla="*/ 3569970 h 5143785"/>
              <a:gd name="connsiteX38403" fmla="*/ 754094 w 3114960"/>
              <a:gd name="connsiteY38403" fmla="*/ 3571018 h 5143785"/>
              <a:gd name="connsiteX38404" fmla="*/ 746379 w 3114960"/>
              <a:gd name="connsiteY38404" fmla="*/ 3579114 h 5143785"/>
              <a:gd name="connsiteX38405" fmla="*/ 754761 w 3114960"/>
              <a:gd name="connsiteY38405" fmla="*/ 3597878 h 5143785"/>
              <a:gd name="connsiteX38406" fmla="*/ 757619 w 3114960"/>
              <a:gd name="connsiteY38406" fmla="*/ 3598450 h 5143785"/>
              <a:gd name="connsiteX38407" fmla="*/ 757619 w 3114960"/>
              <a:gd name="connsiteY38407" fmla="*/ 3614833 h 5143785"/>
              <a:gd name="connsiteX38408" fmla="*/ 741236 w 3114960"/>
              <a:gd name="connsiteY38408" fmla="*/ 3628073 h 5143785"/>
              <a:gd name="connsiteX38409" fmla="*/ 696087 w 3114960"/>
              <a:gd name="connsiteY38409" fmla="*/ 3628073 h 5143785"/>
              <a:gd name="connsiteX38410" fmla="*/ 696087 w 3114960"/>
              <a:gd name="connsiteY38410" fmla="*/ 3620929 h 5143785"/>
              <a:gd name="connsiteX38411" fmla="*/ 687324 w 3114960"/>
              <a:gd name="connsiteY38411" fmla="*/ 3612261 h 5143785"/>
              <a:gd name="connsiteX38412" fmla="*/ 543592 w 3114960"/>
              <a:gd name="connsiteY38412" fmla="*/ 3612261 h 5143785"/>
              <a:gd name="connsiteX38413" fmla="*/ 534829 w 3114960"/>
              <a:gd name="connsiteY38413" fmla="*/ 3620929 h 5143785"/>
              <a:gd name="connsiteX38414" fmla="*/ 534829 w 3114960"/>
              <a:gd name="connsiteY38414" fmla="*/ 3628644 h 5143785"/>
              <a:gd name="connsiteX38415" fmla="*/ 448913 w 3114960"/>
              <a:gd name="connsiteY38415" fmla="*/ 3628644 h 5143785"/>
              <a:gd name="connsiteX38416" fmla="*/ 430721 w 3114960"/>
              <a:gd name="connsiteY38416" fmla="*/ 3641217 h 5143785"/>
              <a:gd name="connsiteX38417" fmla="*/ 316897 w 3114960"/>
              <a:gd name="connsiteY38417" fmla="*/ 3641217 h 5143785"/>
              <a:gd name="connsiteX38418" fmla="*/ 316897 w 3114960"/>
              <a:gd name="connsiteY38418" fmla="*/ 3636931 h 5143785"/>
              <a:gd name="connsiteX38419" fmla="*/ 308801 w 3114960"/>
              <a:gd name="connsiteY38419" fmla="*/ 3629120 h 5143785"/>
              <a:gd name="connsiteX38420" fmla="*/ 301276 w 3114960"/>
              <a:gd name="connsiteY38420" fmla="*/ 3629120 h 5143785"/>
              <a:gd name="connsiteX38421" fmla="*/ 293180 w 3114960"/>
              <a:gd name="connsiteY38421" fmla="*/ 3636931 h 5143785"/>
              <a:gd name="connsiteX38422" fmla="*/ 293180 w 3114960"/>
              <a:gd name="connsiteY38422" fmla="*/ 3667982 h 5143785"/>
              <a:gd name="connsiteX38423" fmla="*/ 301276 w 3114960"/>
              <a:gd name="connsiteY38423" fmla="*/ 3675793 h 5143785"/>
              <a:gd name="connsiteX38424" fmla="*/ 308801 w 3114960"/>
              <a:gd name="connsiteY38424" fmla="*/ 3675793 h 5143785"/>
              <a:gd name="connsiteX38425" fmla="*/ 316897 w 3114960"/>
              <a:gd name="connsiteY38425" fmla="*/ 3668268 h 5143785"/>
              <a:gd name="connsiteX38426" fmla="*/ 430721 w 3114960"/>
              <a:gd name="connsiteY38426" fmla="*/ 3668268 h 5143785"/>
              <a:gd name="connsiteX38427" fmla="*/ 448913 w 3114960"/>
              <a:gd name="connsiteY38427" fmla="*/ 3680841 h 5143785"/>
              <a:gd name="connsiteX38428" fmla="*/ 532638 w 3114960"/>
              <a:gd name="connsiteY38428" fmla="*/ 3680841 h 5143785"/>
              <a:gd name="connsiteX38429" fmla="*/ 532638 w 3114960"/>
              <a:gd name="connsiteY38429" fmla="*/ 3689128 h 5143785"/>
              <a:gd name="connsiteX38430" fmla="*/ 541306 w 3114960"/>
              <a:gd name="connsiteY38430" fmla="*/ 3697891 h 5143785"/>
              <a:gd name="connsiteX38431" fmla="*/ 689324 w 3114960"/>
              <a:gd name="connsiteY38431" fmla="*/ 3697891 h 5143785"/>
              <a:gd name="connsiteX38432" fmla="*/ 698087 w 3114960"/>
              <a:gd name="connsiteY38432" fmla="*/ 3689128 h 5143785"/>
              <a:gd name="connsiteX38433" fmla="*/ 698087 w 3114960"/>
              <a:gd name="connsiteY38433" fmla="*/ 3680270 h 5143785"/>
              <a:gd name="connsiteX38434" fmla="*/ 789146 w 3114960"/>
              <a:gd name="connsiteY38434" fmla="*/ 3680841 h 5143785"/>
              <a:gd name="connsiteX38435" fmla="*/ 803148 w 3114960"/>
              <a:gd name="connsiteY38435" fmla="*/ 3666077 h 5143785"/>
              <a:gd name="connsiteX38436" fmla="*/ 803148 w 3114960"/>
              <a:gd name="connsiteY38436" fmla="*/ 3638455 h 5143785"/>
              <a:gd name="connsiteX38437" fmla="*/ 812102 w 3114960"/>
              <a:gd name="connsiteY38437" fmla="*/ 3631121 h 5143785"/>
              <a:gd name="connsiteX38438" fmla="*/ 805148 w 3114960"/>
              <a:gd name="connsiteY38438" fmla="*/ 3615404 h 5143785"/>
              <a:gd name="connsiteX38439" fmla="*/ 802005 w 3114960"/>
              <a:gd name="connsiteY38439" fmla="*/ 3614833 h 5143785"/>
              <a:gd name="connsiteX38440" fmla="*/ 802005 w 3114960"/>
              <a:gd name="connsiteY38440" fmla="*/ 3500152 h 5143785"/>
              <a:gd name="connsiteX38441" fmla="*/ 819150 w 3114960"/>
              <a:gd name="connsiteY38441" fmla="*/ 3480626 h 5143785"/>
              <a:gd name="connsiteX38442" fmla="*/ 941261 w 3114960"/>
              <a:gd name="connsiteY38442" fmla="*/ 3480626 h 5143785"/>
              <a:gd name="connsiteX38443" fmla="*/ 950500 w 3114960"/>
              <a:gd name="connsiteY38443" fmla="*/ 3495104 h 5143785"/>
              <a:gd name="connsiteX38444" fmla="*/ 955739 w 3114960"/>
              <a:gd name="connsiteY38444" fmla="*/ 3496056 h 5143785"/>
              <a:gd name="connsiteX38445" fmla="*/ 963740 w 3114960"/>
              <a:gd name="connsiteY38445" fmla="*/ 3493580 h 5143785"/>
              <a:gd name="connsiteX38446" fmla="*/ 996125 w 3114960"/>
              <a:gd name="connsiteY38446" fmla="*/ 3525965 h 5143785"/>
              <a:gd name="connsiteX38447" fmla="*/ 996125 w 3114960"/>
              <a:gd name="connsiteY38447" fmla="*/ 3657695 h 5143785"/>
              <a:gd name="connsiteX38448" fmla="*/ 1017556 w 3114960"/>
              <a:gd name="connsiteY38448" fmla="*/ 3678746 h 5143785"/>
              <a:gd name="connsiteX38449" fmla="*/ 1120331 w 3114960"/>
              <a:gd name="connsiteY38449" fmla="*/ 3678746 h 5143785"/>
              <a:gd name="connsiteX38450" fmla="*/ 1120331 w 3114960"/>
              <a:gd name="connsiteY38450" fmla="*/ 3679508 h 5143785"/>
              <a:gd name="connsiteX38451" fmla="*/ 1130903 w 3114960"/>
              <a:gd name="connsiteY38451" fmla="*/ 3687413 h 5143785"/>
              <a:gd name="connsiteX38452" fmla="*/ 1133951 w 3114960"/>
              <a:gd name="connsiteY38452" fmla="*/ 3687032 h 5143785"/>
              <a:gd name="connsiteX38453" fmla="*/ 1141667 w 3114960"/>
              <a:gd name="connsiteY38453" fmla="*/ 3678269 h 5143785"/>
              <a:gd name="connsiteX38454" fmla="*/ 1206913 w 3114960"/>
              <a:gd name="connsiteY38454" fmla="*/ 3678269 h 5143785"/>
              <a:gd name="connsiteX38455" fmla="*/ 1278255 w 3114960"/>
              <a:gd name="connsiteY38455" fmla="*/ 3622548 h 5143785"/>
              <a:gd name="connsiteX38456" fmla="*/ 1394270 w 3114960"/>
              <a:gd name="connsiteY38456" fmla="*/ 3611880 h 5143785"/>
              <a:gd name="connsiteX38457" fmla="*/ 1395032 w 3114960"/>
              <a:gd name="connsiteY38457" fmla="*/ 3611118 h 5143785"/>
              <a:gd name="connsiteX38458" fmla="*/ 1408462 w 3114960"/>
              <a:gd name="connsiteY38458" fmla="*/ 3611118 h 5143785"/>
              <a:gd name="connsiteX38459" fmla="*/ 1409224 w 3114960"/>
              <a:gd name="connsiteY38459" fmla="*/ 3611880 h 5143785"/>
              <a:gd name="connsiteX38460" fmla="*/ 1409224 w 3114960"/>
              <a:gd name="connsiteY38460" fmla="*/ 3625310 h 5143785"/>
              <a:gd name="connsiteX38461" fmla="*/ 1408462 w 3114960"/>
              <a:gd name="connsiteY38461" fmla="*/ 3626072 h 5143785"/>
              <a:gd name="connsiteX38462" fmla="*/ 1395032 w 3114960"/>
              <a:gd name="connsiteY38462" fmla="*/ 3626072 h 5143785"/>
              <a:gd name="connsiteX38463" fmla="*/ 1394270 w 3114960"/>
              <a:gd name="connsiteY38463" fmla="*/ 3625310 h 5143785"/>
              <a:gd name="connsiteX38464" fmla="*/ 1394270 w 3114960"/>
              <a:gd name="connsiteY38464" fmla="*/ 3611880 h 5143785"/>
              <a:gd name="connsiteX38465" fmla="*/ 1045274 w 3114960"/>
              <a:gd name="connsiteY38465" fmla="*/ 3617786 h 5143785"/>
              <a:gd name="connsiteX38466" fmla="*/ 1048226 w 3114960"/>
              <a:gd name="connsiteY38466" fmla="*/ 3621500 h 5143785"/>
              <a:gd name="connsiteX38467" fmla="*/ 1043940 w 3114960"/>
              <a:gd name="connsiteY38467" fmla="*/ 3629120 h 5143785"/>
              <a:gd name="connsiteX38468" fmla="*/ 1036320 w 3114960"/>
              <a:gd name="connsiteY38468" fmla="*/ 3624834 h 5143785"/>
              <a:gd name="connsiteX38469" fmla="*/ 1040606 w 3114960"/>
              <a:gd name="connsiteY38469" fmla="*/ 3617214 h 5143785"/>
              <a:gd name="connsiteX38470" fmla="*/ 1042321 w 3114960"/>
              <a:gd name="connsiteY38470" fmla="*/ 3616928 h 5143785"/>
              <a:gd name="connsiteX38471" fmla="*/ 1045274 w 3114960"/>
              <a:gd name="connsiteY38471" fmla="*/ 3617690 h 5143785"/>
              <a:gd name="connsiteX38472" fmla="*/ 1226915 w 3114960"/>
              <a:gd name="connsiteY38472" fmla="*/ 3258217 h 5143785"/>
              <a:gd name="connsiteX38473" fmla="*/ 1231964 w 3114960"/>
              <a:gd name="connsiteY38473" fmla="*/ 3253169 h 5143785"/>
              <a:gd name="connsiteX38474" fmla="*/ 1237012 w 3114960"/>
              <a:gd name="connsiteY38474" fmla="*/ 3258217 h 5143785"/>
              <a:gd name="connsiteX38475" fmla="*/ 1231964 w 3114960"/>
              <a:gd name="connsiteY38475" fmla="*/ 3263265 h 5143785"/>
              <a:gd name="connsiteX38476" fmla="*/ 1226915 w 3114960"/>
              <a:gd name="connsiteY38476" fmla="*/ 3258217 h 5143785"/>
              <a:gd name="connsiteX38477" fmla="*/ 1176623 w 3114960"/>
              <a:gd name="connsiteY38477" fmla="*/ 3491675 h 5143785"/>
              <a:gd name="connsiteX38478" fmla="*/ 1179862 w 3114960"/>
              <a:gd name="connsiteY38478" fmla="*/ 3491675 h 5143785"/>
              <a:gd name="connsiteX38479" fmla="*/ 1179862 w 3114960"/>
              <a:gd name="connsiteY38479" fmla="*/ 3505105 h 5143785"/>
              <a:gd name="connsiteX38480" fmla="*/ 1176623 w 3114960"/>
              <a:gd name="connsiteY38480" fmla="*/ 3505105 h 5143785"/>
              <a:gd name="connsiteX38481" fmla="*/ 1176623 w 3114960"/>
              <a:gd name="connsiteY38481" fmla="*/ 3491675 h 5143785"/>
              <a:gd name="connsiteX38482" fmla="*/ 1193673 w 3114960"/>
              <a:gd name="connsiteY38482" fmla="*/ 3259169 h 5143785"/>
              <a:gd name="connsiteX38483" fmla="*/ 1198721 w 3114960"/>
              <a:gd name="connsiteY38483" fmla="*/ 3254121 h 5143785"/>
              <a:gd name="connsiteX38484" fmla="*/ 1203770 w 3114960"/>
              <a:gd name="connsiteY38484" fmla="*/ 3259169 h 5143785"/>
              <a:gd name="connsiteX38485" fmla="*/ 1198721 w 3114960"/>
              <a:gd name="connsiteY38485" fmla="*/ 3264218 h 5143785"/>
              <a:gd name="connsiteX38486" fmla="*/ 1193673 w 3114960"/>
              <a:gd name="connsiteY38486" fmla="*/ 3259169 h 5143785"/>
              <a:gd name="connsiteX38487" fmla="*/ 1114901 w 3114960"/>
              <a:gd name="connsiteY38487" fmla="*/ 3424714 h 5143785"/>
              <a:gd name="connsiteX38488" fmla="*/ 1118140 w 3114960"/>
              <a:gd name="connsiteY38488" fmla="*/ 3424714 h 5143785"/>
              <a:gd name="connsiteX38489" fmla="*/ 1118140 w 3114960"/>
              <a:gd name="connsiteY38489" fmla="*/ 3438144 h 5143785"/>
              <a:gd name="connsiteX38490" fmla="*/ 1114901 w 3114960"/>
              <a:gd name="connsiteY38490" fmla="*/ 3438144 h 5143785"/>
              <a:gd name="connsiteX38491" fmla="*/ 1114901 w 3114960"/>
              <a:gd name="connsiteY38491" fmla="*/ 3424714 h 5143785"/>
              <a:gd name="connsiteX38492" fmla="*/ 844010 w 3114960"/>
              <a:gd name="connsiteY38492" fmla="*/ 3423952 h 5143785"/>
              <a:gd name="connsiteX38493" fmla="*/ 827627 w 3114960"/>
              <a:gd name="connsiteY38493" fmla="*/ 3426428 h 5143785"/>
              <a:gd name="connsiteX38494" fmla="*/ 825151 w 3114960"/>
              <a:gd name="connsiteY38494" fmla="*/ 3410045 h 5143785"/>
              <a:gd name="connsiteX38495" fmla="*/ 832771 w 3114960"/>
              <a:gd name="connsiteY38495" fmla="*/ 3405378 h 5143785"/>
              <a:gd name="connsiteX38496" fmla="*/ 841439 w 3114960"/>
              <a:gd name="connsiteY38496" fmla="*/ 3407474 h 5143785"/>
              <a:gd name="connsiteX38497" fmla="*/ 846106 w 3114960"/>
              <a:gd name="connsiteY38497" fmla="*/ 3415094 h 5143785"/>
              <a:gd name="connsiteX38498" fmla="*/ 846201 w 3114960"/>
              <a:gd name="connsiteY38498" fmla="*/ 3416903 h 5143785"/>
              <a:gd name="connsiteX38499" fmla="*/ 843915 w 3114960"/>
              <a:gd name="connsiteY38499" fmla="*/ 3423761 h 5143785"/>
              <a:gd name="connsiteX38500" fmla="*/ 1094518 w 3114960"/>
              <a:gd name="connsiteY38500" fmla="*/ 3424714 h 5143785"/>
              <a:gd name="connsiteX38501" fmla="*/ 1097756 w 3114960"/>
              <a:gd name="connsiteY38501" fmla="*/ 3424714 h 5143785"/>
              <a:gd name="connsiteX38502" fmla="*/ 1097756 w 3114960"/>
              <a:gd name="connsiteY38502" fmla="*/ 3438144 h 5143785"/>
              <a:gd name="connsiteX38503" fmla="*/ 1094518 w 3114960"/>
              <a:gd name="connsiteY38503" fmla="*/ 3438144 h 5143785"/>
              <a:gd name="connsiteX38504" fmla="*/ 1094518 w 3114960"/>
              <a:gd name="connsiteY38504" fmla="*/ 3424714 h 5143785"/>
              <a:gd name="connsiteX38505" fmla="*/ 1032796 w 3114960"/>
              <a:gd name="connsiteY38505" fmla="*/ 3491675 h 5143785"/>
              <a:gd name="connsiteX38506" fmla="*/ 1036034 w 3114960"/>
              <a:gd name="connsiteY38506" fmla="*/ 3491675 h 5143785"/>
              <a:gd name="connsiteX38507" fmla="*/ 1036034 w 3114960"/>
              <a:gd name="connsiteY38507" fmla="*/ 3505105 h 5143785"/>
              <a:gd name="connsiteX38508" fmla="*/ 1032796 w 3114960"/>
              <a:gd name="connsiteY38508" fmla="*/ 3505105 h 5143785"/>
              <a:gd name="connsiteX38509" fmla="*/ 1032796 w 3114960"/>
              <a:gd name="connsiteY38509" fmla="*/ 3491675 h 5143785"/>
              <a:gd name="connsiteX38510" fmla="*/ 756476 w 3114960"/>
              <a:gd name="connsiteY38510" fmla="*/ 3593306 h 5143785"/>
              <a:gd name="connsiteX38511" fmla="*/ 750856 w 3114960"/>
              <a:gd name="connsiteY38511" fmla="*/ 3580638 h 5143785"/>
              <a:gd name="connsiteX38512" fmla="*/ 755999 w 3114960"/>
              <a:gd name="connsiteY38512" fmla="*/ 3575209 h 5143785"/>
              <a:gd name="connsiteX38513" fmla="*/ 760000 w 3114960"/>
              <a:gd name="connsiteY38513" fmla="*/ 3574352 h 5143785"/>
              <a:gd name="connsiteX38514" fmla="*/ 763524 w 3114960"/>
              <a:gd name="connsiteY38514" fmla="*/ 3575018 h 5143785"/>
              <a:gd name="connsiteX38515" fmla="*/ 769144 w 3114960"/>
              <a:gd name="connsiteY38515" fmla="*/ 3587687 h 5143785"/>
              <a:gd name="connsiteX38516" fmla="*/ 764000 w 3114960"/>
              <a:gd name="connsiteY38516" fmla="*/ 3593116 h 5143785"/>
              <a:gd name="connsiteX38517" fmla="*/ 756476 w 3114960"/>
              <a:gd name="connsiteY38517" fmla="*/ 3593306 h 5143785"/>
              <a:gd name="connsiteX38518" fmla="*/ 539687 w 3114960"/>
              <a:gd name="connsiteY38518" fmla="*/ 3620738 h 5143785"/>
              <a:gd name="connsiteX38519" fmla="*/ 543687 w 3114960"/>
              <a:gd name="connsiteY38519" fmla="*/ 3616833 h 5143785"/>
              <a:gd name="connsiteX38520" fmla="*/ 687419 w 3114960"/>
              <a:gd name="connsiteY38520" fmla="*/ 3616833 h 5143785"/>
              <a:gd name="connsiteX38521" fmla="*/ 691420 w 3114960"/>
              <a:gd name="connsiteY38521" fmla="*/ 3620738 h 5143785"/>
              <a:gd name="connsiteX38522" fmla="*/ 691420 w 3114960"/>
              <a:gd name="connsiteY38522" fmla="*/ 3639884 h 5143785"/>
              <a:gd name="connsiteX38523" fmla="*/ 687419 w 3114960"/>
              <a:gd name="connsiteY38523" fmla="*/ 3643884 h 5143785"/>
              <a:gd name="connsiteX38524" fmla="*/ 543687 w 3114960"/>
              <a:gd name="connsiteY38524" fmla="*/ 3643884 h 5143785"/>
              <a:gd name="connsiteX38525" fmla="*/ 539687 w 3114960"/>
              <a:gd name="connsiteY38525" fmla="*/ 3639884 h 5143785"/>
              <a:gd name="connsiteX38526" fmla="*/ 539687 w 3114960"/>
              <a:gd name="connsiteY38526" fmla="*/ 3620738 h 5143785"/>
              <a:gd name="connsiteX38527" fmla="*/ 313373 w 3114960"/>
              <a:gd name="connsiteY38527" fmla="*/ 3667887 h 5143785"/>
              <a:gd name="connsiteX38528" fmla="*/ 308991 w 3114960"/>
              <a:gd name="connsiteY38528" fmla="*/ 3672078 h 5143785"/>
              <a:gd name="connsiteX38529" fmla="*/ 301466 w 3114960"/>
              <a:gd name="connsiteY38529" fmla="*/ 3672078 h 5143785"/>
              <a:gd name="connsiteX38530" fmla="*/ 297085 w 3114960"/>
              <a:gd name="connsiteY38530" fmla="*/ 3667887 h 5143785"/>
              <a:gd name="connsiteX38531" fmla="*/ 297085 w 3114960"/>
              <a:gd name="connsiteY38531" fmla="*/ 3661315 h 5143785"/>
              <a:gd name="connsiteX38532" fmla="*/ 313277 w 3114960"/>
              <a:gd name="connsiteY38532" fmla="*/ 3661315 h 5143785"/>
              <a:gd name="connsiteX38533" fmla="*/ 313277 w 3114960"/>
              <a:gd name="connsiteY38533" fmla="*/ 3667887 h 5143785"/>
              <a:gd name="connsiteX38534" fmla="*/ 313373 w 3114960"/>
              <a:gd name="connsiteY38534" fmla="*/ 3641598 h 5143785"/>
              <a:gd name="connsiteX38535" fmla="*/ 297180 w 3114960"/>
              <a:gd name="connsiteY38535" fmla="*/ 3641598 h 5143785"/>
              <a:gd name="connsiteX38536" fmla="*/ 297180 w 3114960"/>
              <a:gd name="connsiteY38536" fmla="*/ 3636740 h 5143785"/>
              <a:gd name="connsiteX38537" fmla="*/ 301562 w 3114960"/>
              <a:gd name="connsiteY38537" fmla="*/ 3632549 h 5143785"/>
              <a:gd name="connsiteX38538" fmla="*/ 309086 w 3114960"/>
              <a:gd name="connsiteY38538" fmla="*/ 3632549 h 5143785"/>
              <a:gd name="connsiteX38539" fmla="*/ 313468 w 3114960"/>
              <a:gd name="connsiteY38539" fmla="*/ 3636740 h 5143785"/>
              <a:gd name="connsiteX38540" fmla="*/ 313468 w 3114960"/>
              <a:gd name="connsiteY38540" fmla="*/ 3641598 h 5143785"/>
              <a:gd name="connsiteX38541" fmla="*/ 693515 w 3114960"/>
              <a:gd name="connsiteY38541" fmla="*/ 3688937 h 5143785"/>
              <a:gd name="connsiteX38542" fmla="*/ 689515 w 3114960"/>
              <a:gd name="connsiteY38542" fmla="*/ 3692938 h 5143785"/>
              <a:gd name="connsiteX38543" fmla="*/ 541496 w 3114960"/>
              <a:gd name="connsiteY38543" fmla="*/ 3692938 h 5143785"/>
              <a:gd name="connsiteX38544" fmla="*/ 537591 w 3114960"/>
              <a:gd name="connsiteY38544" fmla="*/ 3688937 h 5143785"/>
              <a:gd name="connsiteX38545" fmla="*/ 537591 w 3114960"/>
              <a:gd name="connsiteY38545" fmla="*/ 3666459 h 5143785"/>
              <a:gd name="connsiteX38546" fmla="*/ 541496 w 3114960"/>
              <a:gd name="connsiteY38546" fmla="*/ 3662553 h 5143785"/>
              <a:gd name="connsiteX38547" fmla="*/ 689515 w 3114960"/>
              <a:gd name="connsiteY38547" fmla="*/ 3662553 h 5143785"/>
              <a:gd name="connsiteX38548" fmla="*/ 693515 w 3114960"/>
              <a:gd name="connsiteY38548" fmla="*/ 3666459 h 5143785"/>
              <a:gd name="connsiteX38549" fmla="*/ 693515 w 3114960"/>
              <a:gd name="connsiteY38549" fmla="*/ 3688937 h 5143785"/>
              <a:gd name="connsiteX38550" fmla="*/ 964978 w 3114960"/>
              <a:gd name="connsiteY38550" fmla="*/ 3484912 h 5143785"/>
              <a:gd name="connsiteX38551" fmla="*/ 952310 w 3114960"/>
              <a:gd name="connsiteY38551" fmla="*/ 3490532 h 5143785"/>
              <a:gd name="connsiteX38552" fmla="*/ 946690 w 3114960"/>
              <a:gd name="connsiteY38552" fmla="*/ 3477863 h 5143785"/>
              <a:gd name="connsiteX38553" fmla="*/ 951833 w 3114960"/>
              <a:gd name="connsiteY38553" fmla="*/ 3472434 h 5143785"/>
              <a:gd name="connsiteX38554" fmla="*/ 955834 w 3114960"/>
              <a:gd name="connsiteY38554" fmla="*/ 3471577 h 5143785"/>
              <a:gd name="connsiteX38555" fmla="*/ 959358 w 3114960"/>
              <a:gd name="connsiteY38555" fmla="*/ 3472244 h 5143785"/>
              <a:gd name="connsiteX38556" fmla="*/ 964978 w 3114960"/>
              <a:gd name="connsiteY38556" fmla="*/ 3484912 h 5143785"/>
              <a:gd name="connsiteX38557" fmla="*/ 1132808 w 3114960"/>
              <a:gd name="connsiteY38557" fmla="*/ 3682365 h 5143785"/>
              <a:gd name="connsiteX38558" fmla="*/ 1125188 w 3114960"/>
              <a:gd name="connsiteY38558" fmla="*/ 3678079 h 5143785"/>
              <a:gd name="connsiteX38559" fmla="*/ 1129475 w 3114960"/>
              <a:gd name="connsiteY38559" fmla="*/ 3670459 h 5143785"/>
              <a:gd name="connsiteX38560" fmla="*/ 1131189 w 3114960"/>
              <a:gd name="connsiteY38560" fmla="*/ 3670173 h 5143785"/>
              <a:gd name="connsiteX38561" fmla="*/ 1137095 w 3114960"/>
              <a:gd name="connsiteY38561" fmla="*/ 3674650 h 5143785"/>
              <a:gd name="connsiteX38562" fmla="*/ 1132808 w 3114960"/>
              <a:gd name="connsiteY38562" fmla="*/ 3682270 h 5143785"/>
              <a:gd name="connsiteX38563" fmla="*/ 715327 w 3114960"/>
              <a:gd name="connsiteY38563" fmla="*/ 3501867 h 5143785"/>
              <a:gd name="connsiteX38564" fmla="*/ 722376 w 3114960"/>
              <a:gd name="connsiteY38564" fmla="*/ 3494818 h 5143785"/>
              <a:gd name="connsiteX38565" fmla="*/ 729425 w 3114960"/>
              <a:gd name="connsiteY38565" fmla="*/ 3501867 h 5143785"/>
              <a:gd name="connsiteX38566" fmla="*/ 722376 w 3114960"/>
              <a:gd name="connsiteY38566" fmla="*/ 3508915 h 5143785"/>
              <a:gd name="connsiteX38567" fmla="*/ 715327 w 3114960"/>
              <a:gd name="connsiteY38567" fmla="*/ 3501867 h 5143785"/>
              <a:gd name="connsiteX38568" fmla="*/ 2541746 w 3114960"/>
              <a:gd name="connsiteY38568" fmla="*/ 3508058 h 5143785"/>
              <a:gd name="connsiteX38569" fmla="*/ 2541746 w 3114960"/>
              <a:gd name="connsiteY38569" fmla="*/ 3519964 h 5143785"/>
              <a:gd name="connsiteX38570" fmla="*/ 2535365 w 3114960"/>
              <a:gd name="connsiteY38570" fmla="*/ 3526346 h 5143785"/>
              <a:gd name="connsiteX38571" fmla="*/ 2523459 w 3114960"/>
              <a:gd name="connsiteY38571" fmla="*/ 3526346 h 5143785"/>
              <a:gd name="connsiteX38572" fmla="*/ 2517077 w 3114960"/>
              <a:gd name="connsiteY38572" fmla="*/ 3519964 h 5143785"/>
              <a:gd name="connsiteX38573" fmla="*/ 2517077 w 3114960"/>
              <a:gd name="connsiteY38573" fmla="*/ 3508058 h 5143785"/>
              <a:gd name="connsiteX38574" fmla="*/ 2523459 w 3114960"/>
              <a:gd name="connsiteY38574" fmla="*/ 3501676 h 5143785"/>
              <a:gd name="connsiteX38575" fmla="*/ 2535365 w 3114960"/>
              <a:gd name="connsiteY38575" fmla="*/ 3501676 h 5143785"/>
              <a:gd name="connsiteX38576" fmla="*/ 2541746 w 3114960"/>
              <a:gd name="connsiteY38576" fmla="*/ 3508058 h 5143785"/>
              <a:gd name="connsiteX38577" fmla="*/ 613982 w 3114960"/>
              <a:gd name="connsiteY38577" fmla="*/ 3504914 h 5143785"/>
              <a:gd name="connsiteX38578" fmla="*/ 596837 w 3114960"/>
              <a:gd name="connsiteY38578" fmla="*/ 3504914 h 5143785"/>
              <a:gd name="connsiteX38579" fmla="*/ 596837 w 3114960"/>
              <a:gd name="connsiteY38579" fmla="*/ 3500152 h 5143785"/>
              <a:gd name="connsiteX38580" fmla="*/ 613982 w 3114960"/>
              <a:gd name="connsiteY38580" fmla="*/ 3500152 h 5143785"/>
              <a:gd name="connsiteX38581" fmla="*/ 613982 w 3114960"/>
              <a:gd name="connsiteY38581" fmla="*/ 3504914 h 5143785"/>
              <a:gd name="connsiteX38582" fmla="*/ 648176 w 3114960"/>
              <a:gd name="connsiteY38582" fmla="*/ 3504914 h 5143785"/>
              <a:gd name="connsiteX38583" fmla="*/ 631031 w 3114960"/>
              <a:gd name="connsiteY38583" fmla="*/ 3504914 h 5143785"/>
              <a:gd name="connsiteX38584" fmla="*/ 631031 w 3114960"/>
              <a:gd name="connsiteY38584" fmla="*/ 3500152 h 5143785"/>
              <a:gd name="connsiteX38585" fmla="*/ 648176 w 3114960"/>
              <a:gd name="connsiteY38585" fmla="*/ 3500152 h 5143785"/>
              <a:gd name="connsiteX38586" fmla="*/ 648176 w 3114960"/>
              <a:gd name="connsiteY38586" fmla="*/ 3504914 h 5143785"/>
              <a:gd name="connsiteX38587" fmla="*/ 579787 w 3114960"/>
              <a:gd name="connsiteY38587" fmla="*/ 3504914 h 5143785"/>
              <a:gd name="connsiteX38588" fmla="*/ 562642 w 3114960"/>
              <a:gd name="connsiteY38588" fmla="*/ 3504914 h 5143785"/>
              <a:gd name="connsiteX38589" fmla="*/ 562642 w 3114960"/>
              <a:gd name="connsiteY38589" fmla="*/ 3500152 h 5143785"/>
              <a:gd name="connsiteX38590" fmla="*/ 579787 w 3114960"/>
              <a:gd name="connsiteY38590" fmla="*/ 3500152 h 5143785"/>
              <a:gd name="connsiteX38591" fmla="*/ 579787 w 3114960"/>
              <a:gd name="connsiteY38591" fmla="*/ 3504914 h 5143785"/>
              <a:gd name="connsiteX38592" fmla="*/ 3094101 w 3114960"/>
              <a:gd name="connsiteY38592" fmla="*/ 4622673 h 5143785"/>
              <a:gd name="connsiteX38593" fmla="*/ 3114770 w 3114960"/>
              <a:gd name="connsiteY38593" fmla="*/ 4641723 h 5143785"/>
              <a:gd name="connsiteX38594" fmla="*/ 3114770 w 3114960"/>
              <a:gd name="connsiteY38594" fmla="*/ 4635246 h 5143785"/>
              <a:gd name="connsiteX38595" fmla="*/ 3098863 w 3114960"/>
              <a:gd name="connsiteY38595" fmla="*/ 4620578 h 5143785"/>
              <a:gd name="connsiteX38596" fmla="*/ 3099340 w 3114960"/>
              <a:gd name="connsiteY38596" fmla="*/ 4427982 h 5143785"/>
              <a:gd name="connsiteX38597" fmla="*/ 3108293 w 3114960"/>
              <a:gd name="connsiteY38597" fmla="*/ 4414457 h 5143785"/>
              <a:gd name="connsiteX38598" fmla="*/ 3103436 w 3114960"/>
              <a:gd name="connsiteY38598" fmla="*/ 4407027 h 5143785"/>
              <a:gd name="connsiteX38599" fmla="*/ 3094673 w 3114960"/>
              <a:gd name="connsiteY38599" fmla="*/ 4405218 h 5143785"/>
              <a:gd name="connsiteX38600" fmla="*/ 3085338 w 3114960"/>
              <a:gd name="connsiteY38600" fmla="*/ 4418838 h 5143785"/>
              <a:gd name="connsiteX38601" fmla="*/ 3094577 w 3114960"/>
              <a:gd name="connsiteY38601" fmla="*/ 4427982 h 5143785"/>
              <a:gd name="connsiteX38602" fmla="*/ 3094101 w 3114960"/>
              <a:gd name="connsiteY38602" fmla="*/ 4621721 h 5143785"/>
              <a:gd name="connsiteX38603" fmla="*/ 3094101 w 3114960"/>
              <a:gd name="connsiteY38603" fmla="*/ 4622769 h 5143785"/>
              <a:gd name="connsiteX38604" fmla="*/ 3090005 w 3114960"/>
              <a:gd name="connsiteY38604" fmla="*/ 4417981 h 5143785"/>
              <a:gd name="connsiteX38605" fmla="*/ 3095530 w 3114960"/>
              <a:gd name="connsiteY38605" fmla="*/ 4409885 h 5143785"/>
              <a:gd name="connsiteX38606" fmla="*/ 3096863 w 3114960"/>
              <a:gd name="connsiteY38606" fmla="*/ 4409789 h 5143785"/>
              <a:gd name="connsiteX38607" fmla="*/ 3100769 w 3114960"/>
              <a:gd name="connsiteY38607" fmla="*/ 4411028 h 5143785"/>
              <a:gd name="connsiteX38608" fmla="*/ 3103626 w 3114960"/>
              <a:gd name="connsiteY38608" fmla="*/ 4415409 h 5143785"/>
              <a:gd name="connsiteX38609" fmla="*/ 3098102 w 3114960"/>
              <a:gd name="connsiteY38609" fmla="*/ 4423505 h 5143785"/>
              <a:gd name="connsiteX38610" fmla="*/ 3090005 w 3114960"/>
              <a:gd name="connsiteY38610" fmla="*/ 4417981 h 5143785"/>
              <a:gd name="connsiteX38611" fmla="*/ 2942082 w 3114960"/>
              <a:gd name="connsiteY38611" fmla="*/ 319183 h 5143785"/>
              <a:gd name="connsiteX38612" fmla="*/ 2930176 w 3114960"/>
              <a:gd name="connsiteY38612" fmla="*/ 319183 h 5143785"/>
              <a:gd name="connsiteX38613" fmla="*/ 2925890 w 3114960"/>
              <a:gd name="connsiteY38613" fmla="*/ 323469 h 5143785"/>
              <a:gd name="connsiteX38614" fmla="*/ 2925890 w 3114960"/>
              <a:gd name="connsiteY38614" fmla="*/ 335375 h 5143785"/>
              <a:gd name="connsiteX38615" fmla="*/ 2930176 w 3114960"/>
              <a:gd name="connsiteY38615" fmla="*/ 339662 h 5143785"/>
              <a:gd name="connsiteX38616" fmla="*/ 2942082 w 3114960"/>
              <a:gd name="connsiteY38616" fmla="*/ 339662 h 5143785"/>
              <a:gd name="connsiteX38617" fmla="*/ 2946368 w 3114960"/>
              <a:gd name="connsiteY38617" fmla="*/ 335375 h 5143785"/>
              <a:gd name="connsiteX38618" fmla="*/ 2946368 w 3114960"/>
              <a:gd name="connsiteY38618" fmla="*/ 331756 h 5143785"/>
              <a:gd name="connsiteX38619" fmla="*/ 3099721 w 3114960"/>
              <a:gd name="connsiteY38619" fmla="*/ 332137 h 5143785"/>
              <a:gd name="connsiteX38620" fmla="*/ 3114770 w 3114960"/>
              <a:gd name="connsiteY38620" fmla="*/ 347282 h 5143785"/>
              <a:gd name="connsiteX38621" fmla="*/ 3114770 w 3114960"/>
              <a:gd name="connsiteY38621" fmla="*/ 340519 h 5143785"/>
              <a:gd name="connsiteX38622" fmla="*/ 3101721 w 3114960"/>
              <a:gd name="connsiteY38622" fmla="*/ 327374 h 5143785"/>
              <a:gd name="connsiteX38623" fmla="*/ 2946368 w 3114960"/>
              <a:gd name="connsiteY38623" fmla="*/ 326993 h 5143785"/>
              <a:gd name="connsiteX38624" fmla="*/ 2946368 w 3114960"/>
              <a:gd name="connsiteY38624" fmla="*/ 323374 h 5143785"/>
              <a:gd name="connsiteX38625" fmla="*/ 2942082 w 3114960"/>
              <a:gd name="connsiteY38625" fmla="*/ 319088 h 5143785"/>
              <a:gd name="connsiteX38626" fmla="*/ 2941606 w 3114960"/>
              <a:gd name="connsiteY38626" fmla="*/ 334994 h 5143785"/>
              <a:gd name="connsiteX38627" fmla="*/ 2930652 w 3114960"/>
              <a:gd name="connsiteY38627" fmla="*/ 334994 h 5143785"/>
              <a:gd name="connsiteX38628" fmla="*/ 2930652 w 3114960"/>
              <a:gd name="connsiteY38628" fmla="*/ 324040 h 5143785"/>
              <a:gd name="connsiteX38629" fmla="*/ 2941606 w 3114960"/>
              <a:gd name="connsiteY38629" fmla="*/ 324040 h 5143785"/>
              <a:gd name="connsiteX38630" fmla="*/ 2941606 w 3114960"/>
              <a:gd name="connsiteY38630" fmla="*/ 334994 h 5143785"/>
              <a:gd name="connsiteX38631" fmla="*/ 3114770 w 3114960"/>
              <a:gd name="connsiteY38631" fmla="*/ 4343305 h 5143785"/>
              <a:gd name="connsiteX38632" fmla="*/ 3114770 w 3114960"/>
              <a:gd name="connsiteY38632" fmla="*/ 4336637 h 5143785"/>
              <a:gd name="connsiteX38633" fmla="*/ 3034094 w 3114960"/>
              <a:gd name="connsiteY38633" fmla="*/ 4256532 h 5143785"/>
              <a:gd name="connsiteX38634" fmla="*/ 3034094 w 3114960"/>
              <a:gd name="connsiteY38634" fmla="*/ 4247769 h 5143785"/>
              <a:gd name="connsiteX38635" fmla="*/ 3041428 w 3114960"/>
              <a:gd name="connsiteY38635" fmla="*/ 4234339 h 5143785"/>
              <a:gd name="connsiteX38636" fmla="*/ 3036189 w 3114960"/>
              <a:gd name="connsiteY38636" fmla="*/ 4227767 h 5143785"/>
              <a:gd name="connsiteX38637" fmla="*/ 3027902 w 3114960"/>
              <a:gd name="connsiteY38637" fmla="*/ 4226814 h 5143785"/>
              <a:gd name="connsiteX38638" fmla="*/ 3021330 w 3114960"/>
              <a:gd name="connsiteY38638" fmla="*/ 4232053 h 5143785"/>
              <a:gd name="connsiteX38639" fmla="*/ 3020378 w 3114960"/>
              <a:gd name="connsiteY38639" fmla="*/ 4240435 h 5143785"/>
              <a:gd name="connsiteX38640" fmla="*/ 3029331 w 3114960"/>
              <a:gd name="connsiteY38640" fmla="*/ 4248150 h 5143785"/>
              <a:gd name="connsiteX38641" fmla="*/ 3029331 w 3114960"/>
              <a:gd name="connsiteY38641" fmla="*/ 4258628 h 5143785"/>
              <a:gd name="connsiteX38642" fmla="*/ 3114675 w 3114960"/>
              <a:gd name="connsiteY38642" fmla="*/ 4343495 h 5143785"/>
              <a:gd name="connsiteX38643" fmla="*/ 3024950 w 3114960"/>
              <a:gd name="connsiteY38643" fmla="*/ 4239006 h 5143785"/>
              <a:gd name="connsiteX38644" fmla="*/ 3025521 w 3114960"/>
              <a:gd name="connsiteY38644" fmla="*/ 4234339 h 5143785"/>
              <a:gd name="connsiteX38645" fmla="*/ 3029236 w 3114960"/>
              <a:gd name="connsiteY38645" fmla="*/ 4231386 h 5143785"/>
              <a:gd name="connsiteX38646" fmla="*/ 3030950 w 3114960"/>
              <a:gd name="connsiteY38646" fmla="*/ 4231101 h 5143785"/>
              <a:gd name="connsiteX38647" fmla="*/ 3033903 w 3114960"/>
              <a:gd name="connsiteY38647" fmla="*/ 4231862 h 5143785"/>
              <a:gd name="connsiteX38648" fmla="*/ 3036856 w 3114960"/>
              <a:gd name="connsiteY38648" fmla="*/ 4235577 h 5143785"/>
              <a:gd name="connsiteX38649" fmla="*/ 3032570 w 3114960"/>
              <a:gd name="connsiteY38649" fmla="*/ 4243197 h 5143785"/>
              <a:gd name="connsiteX38650" fmla="*/ 3024950 w 3114960"/>
              <a:gd name="connsiteY38650" fmla="*/ 4238911 h 5143785"/>
              <a:gd name="connsiteX38651" fmla="*/ 1518666 w 3114960"/>
              <a:gd name="connsiteY38651" fmla="*/ 2277142 h 5143785"/>
              <a:gd name="connsiteX38652" fmla="*/ 1518666 w 3114960"/>
              <a:gd name="connsiteY38652" fmla="*/ 2262473 h 5143785"/>
              <a:gd name="connsiteX38653" fmla="*/ 1522476 w 3114960"/>
              <a:gd name="connsiteY38653" fmla="*/ 2258663 h 5143785"/>
              <a:gd name="connsiteX38654" fmla="*/ 1537145 w 3114960"/>
              <a:gd name="connsiteY38654" fmla="*/ 2258663 h 5143785"/>
              <a:gd name="connsiteX38655" fmla="*/ 1540955 w 3114960"/>
              <a:gd name="connsiteY38655" fmla="*/ 2262473 h 5143785"/>
              <a:gd name="connsiteX38656" fmla="*/ 1540955 w 3114960"/>
              <a:gd name="connsiteY38656" fmla="*/ 2277142 h 5143785"/>
              <a:gd name="connsiteX38657" fmla="*/ 1537145 w 3114960"/>
              <a:gd name="connsiteY38657" fmla="*/ 2280952 h 5143785"/>
              <a:gd name="connsiteX38658" fmla="*/ 1522476 w 3114960"/>
              <a:gd name="connsiteY38658" fmla="*/ 2280952 h 5143785"/>
              <a:gd name="connsiteX38659" fmla="*/ 1518666 w 3114960"/>
              <a:gd name="connsiteY38659" fmla="*/ 2277142 h 5143785"/>
              <a:gd name="connsiteX38660" fmla="*/ 276987 w 3114960"/>
              <a:gd name="connsiteY38660" fmla="*/ 2264855 h 5143785"/>
              <a:gd name="connsiteX38661" fmla="*/ 284226 w 3114960"/>
              <a:gd name="connsiteY38661" fmla="*/ 2257806 h 5143785"/>
              <a:gd name="connsiteX38662" fmla="*/ 287560 w 3114960"/>
              <a:gd name="connsiteY38662" fmla="*/ 2261235 h 5143785"/>
              <a:gd name="connsiteX38663" fmla="*/ 280321 w 3114960"/>
              <a:gd name="connsiteY38663" fmla="*/ 2268284 h 5143785"/>
              <a:gd name="connsiteX38664" fmla="*/ 276987 w 3114960"/>
              <a:gd name="connsiteY38664" fmla="*/ 2264855 h 5143785"/>
              <a:gd name="connsiteX38665" fmla="*/ 1378458 w 3114960"/>
              <a:gd name="connsiteY38665" fmla="*/ 3506819 h 5143785"/>
              <a:gd name="connsiteX38666" fmla="*/ 1373696 w 3114960"/>
              <a:gd name="connsiteY38666" fmla="*/ 3506819 h 5143785"/>
              <a:gd name="connsiteX38667" fmla="*/ 1373696 w 3114960"/>
              <a:gd name="connsiteY38667" fmla="*/ 3496628 h 5143785"/>
              <a:gd name="connsiteX38668" fmla="*/ 1378458 w 3114960"/>
              <a:gd name="connsiteY38668" fmla="*/ 3496628 h 5143785"/>
              <a:gd name="connsiteX38669" fmla="*/ 1378458 w 3114960"/>
              <a:gd name="connsiteY38669" fmla="*/ 3506819 h 5143785"/>
              <a:gd name="connsiteX38670" fmla="*/ 2820353 w 3114960"/>
              <a:gd name="connsiteY38670" fmla="*/ 4033266 h 5143785"/>
              <a:gd name="connsiteX38671" fmla="*/ 2814066 w 3114960"/>
              <a:gd name="connsiteY38671" fmla="*/ 4039553 h 5143785"/>
              <a:gd name="connsiteX38672" fmla="*/ 2814066 w 3114960"/>
              <a:gd name="connsiteY38672" fmla="*/ 4049459 h 5143785"/>
              <a:gd name="connsiteX38673" fmla="*/ 2820353 w 3114960"/>
              <a:gd name="connsiteY38673" fmla="*/ 4055745 h 5143785"/>
              <a:gd name="connsiteX38674" fmla="*/ 2830259 w 3114960"/>
              <a:gd name="connsiteY38674" fmla="*/ 4055745 h 5143785"/>
              <a:gd name="connsiteX38675" fmla="*/ 2836545 w 3114960"/>
              <a:gd name="connsiteY38675" fmla="*/ 4049459 h 5143785"/>
              <a:gd name="connsiteX38676" fmla="*/ 2836545 w 3114960"/>
              <a:gd name="connsiteY38676" fmla="*/ 4039553 h 5143785"/>
              <a:gd name="connsiteX38677" fmla="*/ 2830259 w 3114960"/>
              <a:gd name="connsiteY38677" fmla="*/ 4033266 h 5143785"/>
              <a:gd name="connsiteX38678" fmla="*/ 2827687 w 3114960"/>
              <a:gd name="connsiteY38678" fmla="*/ 4033266 h 5143785"/>
              <a:gd name="connsiteX38679" fmla="*/ 2827687 w 3114960"/>
              <a:gd name="connsiteY38679" fmla="*/ 3954018 h 5143785"/>
              <a:gd name="connsiteX38680" fmla="*/ 2790444 w 3114960"/>
              <a:gd name="connsiteY38680" fmla="*/ 3918585 h 5143785"/>
              <a:gd name="connsiteX38681" fmla="*/ 2790444 w 3114960"/>
              <a:gd name="connsiteY38681" fmla="*/ 3898392 h 5143785"/>
              <a:gd name="connsiteX38682" fmla="*/ 2699195 w 3114960"/>
              <a:gd name="connsiteY38682" fmla="*/ 3813810 h 5143785"/>
              <a:gd name="connsiteX38683" fmla="*/ 2700623 w 3114960"/>
              <a:gd name="connsiteY38683" fmla="*/ 3809810 h 5143785"/>
              <a:gd name="connsiteX38684" fmla="*/ 2700623 w 3114960"/>
              <a:gd name="connsiteY38684" fmla="*/ 3801713 h 5143785"/>
              <a:gd name="connsiteX38685" fmla="*/ 2693765 w 3114960"/>
              <a:gd name="connsiteY38685" fmla="*/ 3794855 h 5143785"/>
              <a:gd name="connsiteX38686" fmla="*/ 2674715 w 3114960"/>
              <a:gd name="connsiteY38686" fmla="*/ 3794855 h 5143785"/>
              <a:gd name="connsiteX38687" fmla="*/ 2667857 w 3114960"/>
              <a:gd name="connsiteY38687" fmla="*/ 3801713 h 5143785"/>
              <a:gd name="connsiteX38688" fmla="*/ 2667857 w 3114960"/>
              <a:gd name="connsiteY38688" fmla="*/ 3809810 h 5143785"/>
              <a:gd name="connsiteX38689" fmla="*/ 2674715 w 3114960"/>
              <a:gd name="connsiteY38689" fmla="*/ 3816668 h 5143785"/>
              <a:gd name="connsiteX38690" fmla="*/ 2693765 w 3114960"/>
              <a:gd name="connsiteY38690" fmla="*/ 3816668 h 5143785"/>
              <a:gd name="connsiteX38691" fmla="*/ 2694909 w 3114960"/>
              <a:gd name="connsiteY38691" fmla="*/ 3816382 h 5143785"/>
              <a:gd name="connsiteX38692" fmla="*/ 2785491 w 3114960"/>
              <a:gd name="connsiteY38692" fmla="*/ 3900488 h 5143785"/>
              <a:gd name="connsiteX38693" fmla="*/ 2785491 w 3114960"/>
              <a:gd name="connsiteY38693" fmla="*/ 3920680 h 5143785"/>
              <a:gd name="connsiteX38694" fmla="*/ 2822734 w 3114960"/>
              <a:gd name="connsiteY38694" fmla="*/ 3956113 h 5143785"/>
              <a:gd name="connsiteX38695" fmla="*/ 2822734 w 3114960"/>
              <a:gd name="connsiteY38695" fmla="*/ 4033361 h 5143785"/>
              <a:gd name="connsiteX38696" fmla="*/ 2820162 w 3114960"/>
              <a:gd name="connsiteY38696" fmla="*/ 4033361 h 5143785"/>
              <a:gd name="connsiteX38697" fmla="*/ 2679192 w 3114960"/>
              <a:gd name="connsiteY38697" fmla="*/ 3811810 h 5143785"/>
              <a:gd name="connsiteX38698" fmla="*/ 2674811 w 3114960"/>
              <a:gd name="connsiteY38698" fmla="*/ 3811810 h 5143785"/>
              <a:gd name="connsiteX38699" fmla="*/ 2672715 w 3114960"/>
              <a:gd name="connsiteY38699" fmla="*/ 3809714 h 5143785"/>
              <a:gd name="connsiteX38700" fmla="*/ 2672715 w 3114960"/>
              <a:gd name="connsiteY38700" fmla="*/ 3801618 h 5143785"/>
              <a:gd name="connsiteX38701" fmla="*/ 2674811 w 3114960"/>
              <a:gd name="connsiteY38701" fmla="*/ 3799523 h 5143785"/>
              <a:gd name="connsiteX38702" fmla="*/ 2679192 w 3114960"/>
              <a:gd name="connsiteY38702" fmla="*/ 3799523 h 5143785"/>
              <a:gd name="connsiteX38703" fmla="*/ 2679192 w 3114960"/>
              <a:gd name="connsiteY38703" fmla="*/ 3811715 h 5143785"/>
              <a:gd name="connsiteX38704" fmla="*/ 2695861 w 3114960"/>
              <a:gd name="connsiteY38704" fmla="*/ 3809714 h 5143785"/>
              <a:gd name="connsiteX38705" fmla="*/ 2693765 w 3114960"/>
              <a:gd name="connsiteY38705" fmla="*/ 3811810 h 5143785"/>
              <a:gd name="connsiteX38706" fmla="*/ 2689670 w 3114960"/>
              <a:gd name="connsiteY38706" fmla="*/ 3811810 h 5143785"/>
              <a:gd name="connsiteX38707" fmla="*/ 2689670 w 3114960"/>
              <a:gd name="connsiteY38707" fmla="*/ 3799618 h 5143785"/>
              <a:gd name="connsiteX38708" fmla="*/ 2693765 w 3114960"/>
              <a:gd name="connsiteY38708" fmla="*/ 3799618 h 5143785"/>
              <a:gd name="connsiteX38709" fmla="*/ 2695861 w 3114960"/>
              <a:gd name="connsiteY38709" fmla="*/ 3801713 h 5143785"/>
              <a:gd name="connsiteX38710" fmla="*/ 2695861 w 3114960"/>
              <a:gd name="connsiteY38710" fmla="*/ 3809810 h 5143785"/>
              <a:gd name="connsiteX38711" fmla="*/ 2830259 w 3114960"/>
              <a:gd name="connsiteY38711" fmla="*/ 4038029 h 5143785"/>
              <a:gd name="connsiteX38712" fmla="*/ 2831783 w 3114960"/>
              <a:gd name="connsiteY38712" fmla="*/ 4039553 h 5143785"/>
              <a:gd name="connsiteX38713" fmla="*/ 2831783 w 3114960"/>
              <a:gd name="connsiteY38713" fmla="*/ 4049459 h 5143785"/>
              <a:gd name="connsiteX38714" fmla="*/ 2830259 w 3114960"/>
              <a:gd name="connsiteY38714" fmla="*/ 4050983 h 5143785"/>
              <a:gd name="connsiteX38715" fmla="*/ 2820353 w 3114960"/>
              <a:gd name="connsiteY38715" fmla="*/ 4050983 h 5143785"/>
              <a:gd name="connsiteX38716" fmla="*/ 2818829 w 3114960"/>
              <a:gd name="connsiteY38716" fmla="*/ 4049459 h 5143785"/>
              <a:gd name="connsiteX38717" fmla="*/ 2818829 w 3114960"/>
              <a:gd name="connsiteY38717" fmla="*/ 4039553 h 5143785"/>
              <a:gd name="connsiteX38718" fmla="*/ 2820353 w 3114960"/>
              <a:gd name="connsiteY38718" fmla="*/ 4038029 h 5143785"/>
              <a:gd name="connsiteX38719" fmla="*/ 2830259 w 3114960"/>
              <a:gd name="connsiteY38719" fmla="*/ 4038029 h 5143785"/>
              <a:gd name="connsiteX38720" fmla="*/ 979075 w 3114960"/>
              <a:gd name="connsiteY38720" fmla="*/ 2371630 h 5143785"/>
              <a:gd name="connsiteX38721" fmla="*/ 985361 w 3114960"/>
              <a:gd name="connsiteY38721" fmla="*/ 2378393 h 5143785"/>
              <a:gd name="connsiteX38722" fmla="*/ 980123 w 3114960"/>
              <a:gd name="connsiteY38722" fmla="*/ 2383250 h 5143785"/>
              <a:gd name="connsiteX38723" fmla="*/ 973836 w 3114960"/>
              <a:gd name="connsiteY38723" fmla="*/ 2376488 h 5143785"/>
              <a:gd name="connsiteX38724" fmla="*/ 979075 w 3114960"/>
              <a:gd name="connsiteY38724" fmla="*/ 2371630 h 5143785"/>
              <a:gd name="connsiteX38725" fmla="*/ 986504 w 3114960"/>
              <a:gd name="connsiteY38725" fmla="*/ 2390013 h 5143785"/>
              <a:gd name="connsiteX38726" fmla="*/ 991743 w 3114960"/>
              <a:gd name="connsiteY38726" fmla="*/ 2385155 h 5143785"/>
              <a:gd name="connsiteX38727" fmla="*/ 998029 w 3114960"/>
              <a:gd name="connsiteY38727" fmla="*/ 2391918 h 5143785"/>
              <a:gd name="connsiteX38728" fmla="*/ 992791 w 3114960"/>
              <a:gd name="connsiteY38728" fmla="*/ 2396776 h 5143785"/>
              <a:gd name="connsiteX38729" fmla="*/ 986504 w 3114960"/>
              <a:gd name="connsiteY38729" fmla="*/ 2390013 h 5143785"/>
              <a:gd name="connsiteX38730" fmla="*/ 1024414 w 3114960"/>
              <a:gd name="connsiteY38730" fmla="*/ 2430494 h 5143785"/>
              <a:gd name="connsiteX38731" fmla="*/ 1029652 w 3114960"/>
              <a:gd name="connsiteY38731" fmla="*/ 2425637 h 5143785"/>
              <a:gd name="connsiteX38732" fmla="*/ 1035939 w 3114960"/>
              <a:gd name="connsiteY38732" fmla="*/ 2432399 h 5143785"/>
              <a:gd name="connsiteX38733" fmla="*/ 1030700 w 3114960"/>
              <a:gd name="connsiteY38733" fmla="*/ 2437257 h 5143785"/>
              <a:gd name="connsiteX38734" fmla="*/ 1024414 w 3114960"/>
              <a:gd name="connsiteY38734" fmla="*/ 2430494 h 5143785"/>
              <a:gd name="connsiteX38735" fmla="*/ 2778919 w 3114960"/>
              <a:gd name="connsiteY38735" fmla="*/ 4084511 h 5143785"/>
              <a:gd name="connsiteX38736" fmla="*/ 2772728 w 3114960"/>
              <a:gd name="connsiteY38736" fmla="*/ 4091083 h 5143785"/>
              <a:gd name="connsiteX38737" fmla="*/ 2773013 w 3114960"/>
              <a:gd name="connsiteY38737" fmla="*/ 4100132 h 5143785"/>
              <a:gd name="connsiteX38738" fmla="*/ 2779586 w 3114960"/>
              <a:gd name="connsiteY38738" fmla="*/ 4106323 h 5143785"/>
              <a:gd name="connsiteX38739" fmla="*/ 2783777 w 3114960"/>
              <a:gd name="connsiteY38739" fmla="*/ 4107085 h 5143785"/>
              <a:gd name="connsiteX38740" fmla="*/ 2788634 w 3114960"/>
              <a:gd name="connsiteY38740" fmla="*/ 4106037 h 5143785"/>
              <a:gd name="connsiteX38741" fmla="*/ 2794540 w 3114960"/>
              <a:gd name="connsiteY38741" fmla="*/ 4090416 h 5143785"/>
              <a:gd name="connsiteX38742" fmla="*/ 2786539 w 3114960"/>
              <a:gd name="connsiteY38742" fmla="*/ 4083939 h 5143785"/>
              <a:gd name="connsiteX38743" fmla="*/ 2786539 w 3114960"/>
              <a:gd name="connsiteY38743" fmla="*/ 3958495 h 5143785"/>
              <a:gd name="connsiteX38744" fmla="*/ 2605754 w 3114960"/>
              <a:gd name="connsiteY38744" fmla="*/ 3791426 h 5143785"/>
              <a:gd name="connsiteX38745" fmla="*/ 2546318 w 3114960"/>
              <a:gd name="connsiteY38745" fmla="*/ 3790569 h 5143785"/>
              <a:gd name="connsiteX38746" fmla="*/ 2535936 w 3114960"/>
              <a:gd name="connsiteY38746" fmla="*/ 3779139 h 5143785"/>
              <a:gd name="connsiteX38747" fmla="*/ 2486978 w 3114960"/>
              <a:gd name="connsiteY38747" fmla="*/ 3779139 h 5143785"/>
              <a:gd name="connsiteX38748" fmla="*/ 2476881 w 3114960"/>
              <a:gd name="connsiteY38748" fmla="*/ 3770948 h 5143785"/>
              <a:gd name="connsiteX38749" fmla="*/ 2466309 w 3114960"/>
              <a:gd name="connsiteY38749" fmla="*/ 3781520 h 5143785"/>
              <a:gd name="connsiteX38750" fmla="*/ 2476881 w 3114960"/>
              <a:gd name="connsiteY38750" fmla="*/ 3792093 h 5143785"/>
              <a:gd name="connsiteX38751" fmla="*/ 2486978 w 3114960"/>
              <a:gd name="connsiteY38751" fmla="*/ 3783902 h 5143785"/>
              <a:gd name="connsiteX38752" fmla="*/ 2533841 w 3114960"/>
              <a:gd name="connsiteY38752" fmla="*/ 3783902 h 5143785"/>
              <a:gd name="connsiteX38753" fmla="*/ 2544128 w 3114960"/>
              <a:gd name="connsiteY38753" fmla="*/ 3795332 h 5143785"/>
              <a:gd name="connsiteX38754" fmla="*/ 2603849 w 3114960"/>
              <a:gd name="connsiteY38754" fmla="*/ 3796189 h 5143785"/>
              <a:gd name="connsiteX38755" fmla="*/ 2781776 w 3114960"/>
              <a:gd name="connsiteY38755" fmla="*/ 3960590 h 5143785"/>
              <a:gd name="connsiteX38756" fmla="*/ 2781776 w 3114960"/>
              <a:gd name="connsiteY38756" fmla="*/ 4083749 h 5143785"/>
              <a:gd name="connsiteX38757" fmla="*/ 2778824 w 3114960"/>
              <a:gd name="connsiteY38757" fmla="*/ 4084415 h 5143785"/>
              <a:gd name="connsiteX38758" fmla="*/ 2477072 w 3114960"/>
              <a:gd name="connsiteY38758" fmla="*/ 3787330 h 5143785"/>
              <a:gd name="connsiteX38759" fmla="*/ 2471261 w 3114960"/>
              <a:gd name="connsiteY38759" fmla="*/ 3781520 h 5143785"/>
              <a:gd name="connsiteX38760" fmla="*/ 2477072 w 3114960"/>
              <a:gd name="connsiteY38760" fmla="*/ 3775710 h 5143785"/>
              <a:gd name="connsiteX38761" fmla="*/ 2482882 w 3114960"/>
              <a:gd name="connsiteY38761" fmla="*/ 3781520 h 5143785"/>
              <a:gd name="connsiteX38762" fmla="*/ 2477072 w 3114960"/>
              <a:gd name="connsiteY38762" fmla="*/ 3787330 h 5143785"/>
              <a:gd name="connsiteX38763" fmla="*/ 2783872 w 3114960"/>
              <a:gd name="connsiteY38763" fmla="*/ 4088225 h 5143785"/>
              <a:gd name="connsiteX38764" fmla="*/ 2790349 w 3114960"/>
              <a:gd name="connsiteY38764" fmla="*/ 4092417 h 5143785"/>
              <a:gd name="connsiteX38765" fmla="*/ 2786825 w 3114960"/>
              <a:gd name="connsiteY38765" fmla="*/ 4101751 h 5143785"/>
              <a:gd name="connsiteX38766" fmla="*/ 2777490 w 3114960"/>
              <a:gd name="connsiteY38766" fmla="*/ 4098227 h 5143785"/>
              <a:gd name="connsiteX38767" fmla="*/ 2781014 w 3114960"/>
              <a:gd name="connsiteY38767" fmla="*/ 4088892 h 5143785"/>
              <a:gd name="connsiteX38768" fmla="*/ 2783872 w 3114960"/>
              <a:gd name="connsiteY38768" fmla="*/ 4088225 h 5143785"/>
              <a:gd name="connsiteX38769" fmla="*/ 1011746 w 3114960"/>
              <a:gd name="connsiteY38769" fmla="*/ 2416969 h 5143785"/>
              <a:gd name="connsiteX38770" fmla="*/ 1016984 w 3114960"/>
              <a:gd name="connsiteY38770" fmla="*/ 2412111 h 5143785"/>
              <a:gd name="connsiteX38771" fmla="*/ 1023271 w 3114960"/>
              <a:gd name="connsiteY38771" fmla="*/ 2418874 h 5143785"/>
              <a:gd name="connsiteX38772" fmla="*/ 1018032 w 3114960"/>
              <a:gd name="connsiteY38772" fmla="*/ 2423732 h 5143785"/>
              <a:gd name="connsiteX38773" fmla="*/ 1011746 w 3114960"/>
              <a:gd name="connsiteY38773" fmla="*/ 2416969 h 5143785"/>
              <a:gd name="connsiteX38774" fmla="*/ 2837307 w 3114960"/>
              <a:gd name="connsiteY38774" fmla="*/ 3911918 h 5143785"/>
              <a:gd name="connsiteX38775" fmla="*/ 2843308 w 3114960"/>
              <a:gd name="connsiteY38775" fmla="*/ 3917918 h 5143785"/>
              <a:gd name="connsiteX38776" fmla="*/ 2863596 w 3114960"/>
              <a:gd name="connsiteY38776" fmla="*/ 3917918 h 5143785"/>
              <a:gd name="connsiteX38777" fmla="*/ 2869597 w 3114960"/>
              <a:gd name="connsiteY38777" fmla="*/ 3911918 h 5143785"/>
              <a:gd name="connsiteX38778" fmla="*/ 2869597 w 3114960"/>
              <a:gd name="connsiteY38778" fmla="*/ 3910489 h 5143785"/>
              <a:gd name="connsiteX38779" fmla="*/ 2923699 w 3114960"/>
              <a:gd name="connsiteY38779" fmla="*/ 3910489 h 5143785"/>
              <a:gd name="connsiteX38780" fmla="*/ 2944940 w 3114960"/>
              <a:gd name="connsiteY38780" fmla="*/ 3930205 h 5143785"/>
              <a:gd name="connsiteX38781" fmla="*/ 2989993 w 3114960"/>
              <a:gd name="connsiteY38781" fmla="*/ 3930205 h 5143785"/>
              <a:gd name="connsiteX38782" fmla="*/ 2989993 w 3114960"/>
              <a:gd name="connsiteY38782" fmla="*/ 3925443 h 5143785"/>
              <a:gd name="connsiteX38783" fmla="*/ 2946845 w 3114960"/>
              <a:gd name="connsiteY38783" fmla="*/ 3925443 h 5143785"/>
              <a:gd name="connsiteX38784" fmla="*/ 2925604 w 3114960"/>
              <a:gd name="connsiteY38784" fmla="*/ 3905726 h 5143785"/>
              <a:gd name="connsiteX38785" fmla="*/ 2869692 w 3114960"/>
              <a:gd name="connsiteY38785" fmla="*/ 3905726 h 5143785"/>
              <a:gd name="connsiteX38786" fmla="*/ 2869692 w 3114960"/>
              <a:gd name="connsiteY38786" fmla="*/ 3904298 h 5143785"/>
              <a:gd name="connsiteX38787" fmla="*/ 2863692 w 3114960"/>
              <a:gd name="connsiteY38787" fmla="*/ 3898297 h 5143785"/>
              <a:gd name="connsiteX38788" fmla="*/ 2843403 w 3114960"/>
              <a:gd name="connsiteY38788" fmla="*/ 3898297 h 5143785"/>
              <a:gd name="connsiteX38789" fmla="*/ 2840831 w 3114960"/>
              <a:gd name="connsiteY38789" fmla="*/ 3898868 h 5143785"/>
              <a:gd name="connsiteX38790" fmla="*/ 2771299 w 3114960"/>
              <a:gd name="connsiteY38790" fmla="*/ 3833336 h 5143785"/>
              <a:gd name="connsiteX38791" fmla="*/ 2771299 w 3114960"/>
              <a:gd name="connsiteY38791" fmla="*/ 3820382 h 5143785"/>
              <a:gd name="connsiteX38792" fmla="*/ 2661952 w 3114960"/>
              <a:gd name="connsiteY38792" fmla="*/ 3718846 h 5143785"/>
              <a:gd name="connsiteX38793" fmla="*/ 2663952 w 3114960"/>
              <a:gd name="connsiteY38793" fmla="*/ 3713321 h 5143785"/>
              <a:gd name="connsiteX38794" fmla="*/ 2663952 w 3114960"/>
              <a:gd name="connsiteY38794" fmla="*/ 3684746 h 5143785"/>
              <a:gd name="connsiteX38795" fmla="*/ 2654427 w 3114960"/>
              <a:gd name="connsiteY38795" fmla="*/ 3675221 h 5143785"/>
              <a:gd name="connsiteX38796" fmla="*/ 2643950 w 3114960"/>
              <a:gd name="connsiteY38796" fmla="*/ 3675221 h 5143785"/>
              <a:gd name="connsiteX38797" fmla="*/ 2643950 w 3114960"/>
              <a:gd name="connsiteY38797" fmla="*/ 3635693 h 5143785"/>
              <a:gd name="connsiteX38798" fmla="*/ 2611565 w 3114960"/>
              <a:gd name="connsiteY38798" fmla="*/ 3605975 h 5143785"/>
              <a:gd name="connsiteX38799" fmla="*/ 2643854 w 3114960"/>
              <a:gd name="connsiteY38799" fmla="*/ 3576257 h 5143785"/>
              <a:gd name="connsiteX38800" fmla="*/ 2643854 w 3114960"/>
              <a:gd name="connsiteY38800" fmla="*/ 3542634 h 5143785"/>
              <a:gd name="connsiteX38801" fmla="*/ 2655856 w 3114960"/>
              <a:gd name="connsiteY38801" fmla="*/ 3542634 h 5143785"/>
              <a:gd name="connsiteX38802" fmla="*/ 2668905 w 3114960"/>
              <a:gd name="connsiteY38802" fmla="*/ 3529584 h 5143785"/>
              <a:gd name="connsiteX38803" fmla="*/ 2668905 w 3114960"/>
              <a:gd name="connsiteY38803" fmla="*/ 3515392 h 5143785"/>
              <a:gd name="connsiteX38804" fmla="*/ 2729389 w 3114960"/>
              <a:gd name="connsiteY38804" fmla="*/ 3515392 h 5143785"/>
              <a:gd name="connsiteX38805" fmla="*/ 2731770 w 3114960"/>
              <a:gd name="connsiteY38805" fmla="*/ 3513011 h 5143785"/>
              <a:gd name="connsiteX38806" fmla="*/ 2731770 w 3114960"/>
              <a:gd name="connsiteY38806" fmla="*/ 3482435 h 5143785"/>
              <a:gd name="connsiteX38807" fmla="*/ 2731008 w 3114960"/>
              <a:gd name="connsiteY38807" fmla="*/ 3480721 h 5143785"/>
              <a:gd name="connsiteX38808" fmla="*/ 2697671 w 3114960"/>
              <a:gd name="connsiteY38808" fmla="*/ 3450146 h 5143785"/>
              <a:gd name="connsiteX38809" fmla="*/ 2696051 w 3114960"/>
              <a:gd name="connsiteY38809" fmla="*/ 3449479 h 5143785"/>
              <a:gd name="connsiteX38810" fmla="*/ 2612136 w 3114960"/>
              <a:gd name="connsiteY38810" fmla="*/ 3449479 h 5143785"/>
              <a:gd name="connsiteX38811" fmla="*/ 2612136 w 3114960"/>
              <a:gd name="connsiteY38811" fmla="*/ 3447860 h 5143785"/>
              <a:gd name="connsiteX38812" fmla="*/ 2605278 w 3114960"/>
              <a:gd name="connsiteY38812" fmla="*/ 3441097 h 5143785"/>
              <a:gd name="connsiteX38813" fmla="*/ 2597182 w 3114960"/>
              <a:gd name="connsiteY38813" fmla="*/ 3441097 h 5143785"/>
              <a:gd name="connsiteX38814" fmla="*/ 2590324 w 3114960"/>
              <a:gd name="connsiteY38814" fmla="*/ 3447860 h 5143785"/>
              <a:gd name="connsiteX38815" fmla="*/ 2590324 w 3114960"/>
              <a:gd name="connsiteY38815" fmla="*/ 3455956 h 5143785"/>
              <a:gd name="connsiteX38816" fmla="*/ 2597182 w 3114960"/>
              <a:gd name="connsiteY38816" fmla="*/ 3462719 h 5143785"/>
              <a:gd name="connsiteX38817" fmla="*/ 2605278 w 3114960"/>
              <a:gd name="connsiteY38817" fmla="*/ 3462719 h 5143785"/>
              <a:gd name="connsiteX38818" fmla="*/ 2612136 w 3114960"/>
              <a:gd name="connsiteY38818" fmla="*/ 3455956 h 5143785"/>
              <a:gd name="connsiteX38819" fmla="*/ 2612136 w 3114960"/>
              <a:gd name="connsiteY38819" fmla="*/ 3454337 h 5143785"/>
              <a:gd name="connsiteX38820" fmla="*/ 2695194 w 3114960"/>
              <a:gd name="connsiteY38820" fmla="*/ 3454337 h 5143785"/>
              <a:gd name="connsiteX38821" fmla="*/ 2727103 w 3114960"/>
              <a:gd name="connsiteY38821" fmla="*/ 3483578 h 5143785"/>
              <a:gd name="connsiteX38822" fmla="*/ 2727103 w 3114960"/>
              <a:gd name="connsiteY38822" fmla="*/ 3510725 h 5143785"/>
              <a:gd name="connsiteX38823" fmla="*/ 2669000 w 3114960"/>
              <a:gd name="connsiteY38823" fmla="*/ 3510725 h 5143785"/>
              <a:gd name="connsiteX38824" fmla="*/ 2669000 w 3114960"/>
              <a:gd name="connsiteY38824" fmla="*/ 3501104 h 5143785"/>
              <a:gd name="connsiteX38825" fmla="*/ 2655951 w 3114960"/>
              <a:gd name="connsiteY38825" fmla="*/ 3488055 h 5143785"/>
              <a:gd name="connsiteX38826" fmla="*/ 2627376 w 3114960"/>
              <a:gd name="connsiteY38826" fmla="*/ 3488055 h 5143785"/>
              <a:gd name="connsiteX38827" fmla="*/ 2614327 w 3114960"/>
              <a:gd name="connsiteY38827" fmla="*/ 3501104 h 5143785"/>
              <a:gd name="connsiteX38828" fmla="*/ 2614327 w 3114960"/>
              <a:gd name="connsiteY38828" fmla="*/ 3529679 h 5143785"/>
              <a:gd name="connsiteX38829" fmla="*/ 2627376 w 3114960"/>
              <a:gd name="connsiteY38829" fmla="*/ 3542729 h 5143785"/>
              <a:gd name="connsiteX38830" fmla="*/ 2639282 w 3114960"/>
              <a:gd name="connsiteY38830" fmla="*/ 3542729 h 5143785"/>
              <a:gd name="connsiteX38831" fmla="*/ 2639282 w 3114960"/>
              <a:gd name="connsiteY38831" fmla="*/ 3574256 h 5143785"/>
              <a:gd name="connsiteX38832" fmla="*/ 2609374 w 3114960"/>
              <a:gd name="connsiteY38832" fmla="*/ 3601688 h 5143785"/>
              <a:gd name="connsiteX38833" fmla="*/ 2609374 w 3114960"/>
              <a:gd name="connsiteY38833" fmla="*/ 3601688 h 5143785"/>
              <a:gd name="connsiteX38834" fmla="*/ 2599849 w 3114960"/>
              <a:gd name="connsiteY38834" fmla="*/ 3592068 h 5143785"/>
              <a:gd name="connsiteX38835" fmla="*/ 2571274 w 3114960"/>
              <a:gd name="connsiteY38835" fmla="*/ 3592068 h 5143785"/>
              <a:gd name="connsiteX38836" fmla="*/ 2561749 w 3114960"/>
              <a:gd name="connsiteY38836" fmla="*/ 3601593 h 5143785"/>
              <a:gd name="connsiteX38837" fmla="*/ 2561749 w 3114960"/>
              <a:gd name="connsiteY38837" fmla="*/ 3604451 h 5143785"/>
              <a:gd name="connsiteX38838" fmla="*/ 2531840 w 3114960"/>
              <a:gd name="connsiteY38838" fmla="*/ 3576923 h 5143785"/>
              <a:gd name="connsiteX38839" fmla="*/ 2531840 w 3114960"/>
              <a:gd name="connsiteY38839" fmla="*/ 3541395 h 5143785"/>
              <a:gd name="connsiteX38840" fmla="*/ 2543842 w 3114960"/>
              <a:gd name="connsiteY38840" fmla="*/ 3541395 h 5143785"/>
              <a:gd name="connsiteX38841" fmla="*/ 2556891 w 3114960"/>
              <a:gd name="connsiteY38841" fmla="*/ 3528346 h 5143785"/>
              <a:gd name="connsiteX38842" fmla="*/ 2556891 w 3114960"/>
              <a:gd name="connsiteY38842" fmla="*/ 3499771 h 5143785"/>
              <a:gd name="connsiteX38843" fmla="*/ 2543842 w 3114960"/>
              <a:gd name="connsiteY38843" fmla="*/ 3486722 h 5143785"/>
              <a:gd name="connsiteX38844" fmla="*/ 2515267 w 3114960"/>
              <a:gd name="connsiteY38844" fmla="*/ 3486722 h 5143785"/>
              <a:gd name="connsiteX38845" fmla="*/ 2502218 w 3114960"/>
              <a:gd name="connsiteY38845" fmla="*/ 3499771 h 5143785"/>
              <a:gd name="connsiteX38846" fmla="*/ 2502218 w 3114960"/>
              <a:gd name="connsiteY38846" fmla="*/ 3528346 h 5143785"/>
              <a:gd name="connsiteX38847" fmla="*/ 2515267 w 3114960"/>
              <a:gd name="connsiteY38847" fmla="*/ 3541395 h 5143785"/>
              <a:gd name="connsiteX38848" fmla="*/ 2526983 w 3114960"/>
              <a:gd name="connsiteY38848" fmla="*/ 3541395 h 5143785"/>
              <a:gd name="connsiteX38849" fmla="*/ 2526983 w 3114960"/>
              <a:gd name="connsiteY38849" fmla="*/ 3579019 h 5143785"/>
              <a:gd name="connsiteX38850" fmla="*/ 2558987 w 3114960"/>
              <a:gd name="connsiteY38850" fmla="*/ 3608451 h 5143785"/>
              <a:gd name="connsiteX38851" fmla="*/ 2527078 w 3114960"/>
              <a:gd name="connsiteY38851" fmla="*/ 3637884 h 5143785"/>
              <a:gd name="connsiteX38852" fmla="*/ 2527078 w 3114960"/>
              <a:gd name="connsiteY38852" fmla="*/ 3674078 h 5143785"/>
              <a:gd name="connsiteX38853" fmla="*/ 2515267 w 3114960"/>
              <a:gd name="connsiteY38853" fmla="*/ 3674078 h 5143785"/>
              <a:gd name="connsiteX38854" fmla="*/ 2502218 w 3114960"/>
              <a:gd name="connsiteY38854" fmla="*/ 3687128 h 5143785"/>
              <a:gd name="connsiteX38855" fmla="*/ 2502218 w 3114960"/>
              <a:gd name="connsiteY38855" fmla="*/ 3715703 h 5143785"/>
              <a:gd name="connsiteX38856" fmla="*/ 2515267 w 3114960"/>
              <a:gd name="connsiteY38856" fmla="*/ 3728752 h 5143785"/>
              <a:gd name="connsiteX38857" fmla="*/ 2527173 w 3114960"/>
              <a:gd name="connsiteY38857" fmla="*/ 3728752 h 5143785"/>
              <a:gd name="connsiteX38858" fmla="*/ 2527173 w 3114960"/>
              <a:gd name="connsiteY38858" fmla="*/ 3749897 h 5143785"/>
              <a:gd name="connsiteX38859" fmla="*/ 2540508 w 3114960"/>
              <a:gd name="connsiteY38859" fmla="*/ 3761423 h 5143785"/>
              <a:gd name="connsiteX38860" fmla="*/ 2621375 w 3114960"/>
              <a:gd name="connsiteY38860" fmla="*/ 3761423 h 5143785"/>
              <a:gd name="connsiteX38861" fmla="*/ 2621375 w 3114960"/>
              <a:gd name="connsiteY38861" fmla="*/ 3763042 h 5143785"/>
              <a:gd name="connsiteX38862" fmla="*/ 2628234 w 3114960"/>
              <a:gd name="connsiteY38862" fmla="*/ 3769805 h 5143785"/>
              <a:gd name="connsiteX38863" fmla="*/ 2647284 w 3114960"/>
              <a:gd name="connsiteY38863" fmla="*/ 3769805 h 5143785"/>
              <a:gd name="connsiteX38864" fmla="*/ 2654142 w 3114960"/>
              <a:gd name="connsiteY38864" fmla="*/ 3763042 h 5143785"/>
              <a:gd name="connsiteX38865" fmla="*/ 2654142 w 3114960"/>
              <a:gd name="connsiteY38865" fmla="*/ 3754946 h 5143785"/>
              <a:gd name="connsiteX38866" fmla="*/ 2647284 w 3114960"/>
              <a:gd name="connsiteY38866" fmla="*/ 3748088 h 5143785"/>
              <a:gd name="connsiteX38867" fmla="*/ 2628234 w 3114960"/>
              <a:gd name="connsiteY38867" fmla="*/ 3748088 h 5143785"/>
              <a:gd name="connsiteX38868" fmla="*/ 2621375 w 3114960"/>
              <a:gd name="connsiteY38868" fmla="*/ 3754946 h 5143785"/>
              <a:gd name="connsiteX38869" fmla="*/ 2621375 w 3114960"/>
              <a:gd name="connsiteY38869" fmla="*/ 3756565 h 5143785"/>
              <a:gd name="connsiteX38870" fmla="*/ 2542318 w 3114960"/>
              <a:gd name="connsiteY38870" fmla="*/ 3756565 h 5143785"/>
              <a:gd name="connsiteX38871" fmla="*/ 2532031 w 3114960"/>
              <a:gd name="connsiteY38871" fmla="*/ 3747611 h 5143785"/>
              <a:gd name="connsiteX38872" fmla="*/ 2532031 w 3114960"/>
              <a:gd name="connsiteY38872" fmla="*/ 3728561 h 5143785"/>
              <a:gd name="connsiteX38873" fmla="*/ 2543937 w 3114960"/>
              <a:gd name="connsiteY38873" fmla="*/ 3728561 h 5143785"/>
              <a:gd name="connsiteX38874" fmla="*/ 2556986 w 3114960"/>
              <a:gd name="connsiteY38874" fmla="*/ 3715512 h 5143785"/>
              <a:gd name="connsiteX38875" fmla="*/ 2556986 w 3114960"/>
              <a:gd name="connsiteY38875" fmla="*/ 3686937 h 5143785"/>
              <a:gd name="connsiteX38876" fmla="*/ 2543937 w 3114960"/>
              <a:gd name="connsiteY38876" fmla="*/ 3673888 h 5143785"/>
              <a:gd name="connsiteX38877" fmla="*/ 2531840 w 3114960"/>
              <a:gd name="connsiteY38877" fmla="*/ 3673888 h 5143785"/>
              <a:gd name="connsiteX38878" fmla="*/ 2531840 w 3114960"/>
              <a:gd name="connsiteY38878" fmla="*/ 3639788 h 5143785"/>
              <a:gd name="connsiteX38879" fmla="*/ 2562416 w 3114960"/>
              <a:gd name="connsiteY38879" fmla="*/ 3611690 h 5143785"/>
              <a:gd name="connsiteX38880" fmla="*/ 2571369 w 3114960"/>
              <a:gd name="connsiteY38880" fmla="*/ 3618452 h 5143785"/>
              <a:gd name="connsiteX38881" fmla="*/ 2599944 w 3114960"/>
              <a:gd name="connsiteY38881" fmla="*/ 3618452 h 5143785"/>
              <a:gd name="connsiteX38882" fmla="*/ 2609279 w 3114960"/>
              <a:gd name="connsiteY38882" fmla="*/ 3609975 h 5143785"/>
              <a:gd name="connsiteX38883" fmla="*/ 2639282 w 3114960"/>
              <a:gd name="connsiteY38883" fmla="*/ 3637598 h 5143785"/>
              <a:gd name="connsiteX38884" fmla="*/ 2639282 w 3114960"/>
              <a:gd name="connsiteY38884" fmla="*/ 3675031 h 5143785"/>
              <a:gd name="connsiteX38885" fmla="*/ 2626043 w 3114960"/>
              <a:gd name="connsiteY38885" fmla="*/ 3675031 h 5143785"/>
              <a:gd name="connsiteX38886" fmla="*/ 2616518 w 3114960"/>
              <a:gd name="connsiteY38886" fmla="*/ 3684556 h 5143785"/>
              <a:gd name="connsiteX38887" fmla="*/ 2616518 w 3114960"/>
              <a:gd name="connsiteY38887" fmla="*/ 3713131 h 5143785"/>
              <a:gd name="connsiteX38888" fmla="*/ 2626043 w 3114960"/>
              <a:gd name="connsiteY38888" fmla="*/ 3722656 h 5143785"/>
              <a:gd name="connsiteX38889" fmla="*/ 2654618 w 3114960"/>
              <a:gd name="connsiteY38889" fmla="*/ 3722656 h 5143785"/>
              <a:gd name="connsiteX38890" fmla="*/ 2658523 w 3114960"/>
              <a:gd name="connsiteY38890" fmla="*/ 3721799 h 5143785"/>
              <a:gd name="connsiteX38891" fmla="*/ 2766822 w 3114960"/>
              <a:gd name="connsiteY38891" fmla="*/ 3822287 h 5143785"/>
              <a:gd name="connsiteX38892" fmla="*/ 2766822 w 3114960"/>
              <a:gd name="connsiteY38892" fmla="*/ 3835146 h 5143785"/>
              <a:gd name="connsiteX38893" fmla="*/ 2837974 w 3114960"/>
              <a:gd name="connsiteY38893" fmla="*/ 3902202 h 5143785"/>
              <a:gd name="connsiteX38894" fmla="*/ 2837593 w 3114960"/>
              <a:gd name="connsiteY38894" fmla="*/ 3904012 h 5143785"/>
              <a:gd name="connsiteX38895" fmla="*/ 2837593 w 3114960"/>
              <a:gd name="connsiteY38895" fmla="*/ 3911632 h 5143785"/>
              <a:gd name="connsiteX38896" fmla="*/ 2842070 w 3114960"/>
              <a:gd name="connsiteY38896" fmla="*/ 3904298 h 5143785"/>
              <a:gd name="connsiteX38897" fmla="*/ 2843308 w 3114960"/>
              <a:gd name="connsiteY38897" fmla="*/ 3903059 h 5143785"/>
              <a:gd name="connsiteX38898" fmla="*/ 2863596 w 3114960"/>
              <a:gd name="connsiteY38898" fmla="*/ 3903059 h 5143785"/>
              <a:gd name="connsiteX38899" fmla="*/ 2864834 w 3114960"/>
              <a:gd name="connsiteY38899" fmla="*/ 3904298 h 5143785"/>
              <a:gd name="connsiteX38900" fmla="*/ 2864834 w 3114960"/>
              <a:gd name="connsiteY38900" fmla="*/ 3911918 h 5143785"/>
              <a:gd name="connsiteX38901" fmla="*/ 2863596 w 3114960"/>
              <a:gd name="connsiteY38901" fmla="*/ 3913156 h 5143785"/>
              <a:gd name="connsiteX38902" fmla="*/ 2843308 w 3114960"/>
              <a:gd name="connsiteY38902" fmla="*/ 3913156 h 5143785"/>
              <a:gd name="connsiteX38903" fmla="*/ 2842070 w 3114960"/>
              <a:gd name="connsiteY38903" fmla="*/ 3911918 h 5143785"/>
              <a:gd name="connsiteX38904" fmla="*/ 2842070 w 3114960"/>
              <a:gd name="connsiteY38904" fmla="*/ 3904298 h 5143785"/>
              <a:gd name="connsiteX38905" fmla="*/ 2607374 w 3114960"/>
              <a:gd name="connsiteY38905" fmla="*/ 3455861 h 5143785"/>
              <a:gd name="connsiteX38906" fmla="*/ 2605278 w 3114960"/>
              <a:gd name="connsiteY38906" fmla="*/ 3457861 h 5143785"/>
              <a:gd name="connsiteX38907" fmla="*/ 2597182 w 3114960"/>
              <a:gd name="connsiteY38907" fmla="*/ 3457861 h 5143785"/>
              <a:gd name="connsiteX38908" fmla="*/ 2595086 w 3114960"/>
              <a:gd name="connsiteY38908" fmla="*/ 3455861 h 5143785"/>
              <a:gd name="connsiteX38909" fmla="*/ 2595086 w 3114960"/>
              <a:gd name="connsiteY38909" fmla="*/ 3447764 h 5143785"/>
              <a:gd name="connsiteX38910" fmla="*/ 2597182 w 3114960"/>
              <a:gd name="connsiteY38910" fmla="*/ 3445764 h 5143785"/>
              <a:gd name="connsiteX38911" fmla="*/ 2605278 w 3114960"/>
              <a:gd name="connsiteY38911" fmla="*/ 3445764 h 5143785"/>
              <a:gd name="connsiteX38912" fmla="*/ 2607374 w 3114960"/>
              <a:gd name="connsiteY38912" fmla="*/ 3447764 h 5143785"/>
              <a:gd name="connsiteX38913" fmla="*/ 2607374 w 3114960"/>
              <a:gd name="connsiteY38913" fmla="*/ 3455861 h 5143785"/>
              <a:gd name="connsiteX38914" fmla="*/ 2627281 w 3114960"/>
              <a:gd name="connsiteY38914" fmla="*/ 3535490 h 5143785"/>
              <a:gd name="connsiteX38915" fmla="*/ 2621375 w 3114960"/>
              <a:gd name="connsiteY38915" fmla="*/ 3529584 h 5143785"/>
              <a:gd name="connsiteX38916" fmla="*/ 2621375 w 3114960"/>
              <a:gd name="connsiteY38916" fmla="*/ 3501009 h 5143785"/>
              <a:gd name="connsiteX38917" fmla="*/ 2627281 w 3114960"/>
              <a:gd name="connsiteY38917" fmla="*/ 3495104 h 5143785"/>
              <a:gd name="connsiteX38918" fmla="*/ 2655856 w 3114960"/>
              <a:gd name="connsiteY38918" fmla="*/ 3495104 h 5143785"/>
              <a:gd name="connsiteX38919" fmla="*/ 2661761 w 3114960"/>
              <a:gd name="connsiteY38919" fmla="*/ 3501009 h 5143785"/>
              <a:gd name="connsiteX38920" fmla="*/ 2661761 w 3114960"/>
              <a:gd name="connsiteY38920" fmla="*/ 3529584 h 5143785"/>
              <a:gd name="connsiteX38921" fmla="*/ 2655856 w 3114960"/>
              <a:gd name="connsiteY38921" fmla="*/ 3535490 h 5143785"/>
              <a:gd name="connsiteX38922" fmla="*/ 2627281 w 3114960"/>
              <a:gd name="connsiteY38922" fmla="*/ 3535490 h 5143785"/>
              <a:gd name="connsiteX38923" fmla="*/ 2515172 w 3114960"/>
              <a:gd name="connsiteY38923" fmla="*/ 3534251 h 5143785"/>
              <a:gd name="connsiteX38924" fmla="*/ 2509266 w 3114960"/>
              <a:gd name="connsiteY38924" fmla="*/ 3528346 h 5143785"/>
              <a:gd name="connsiteX38925" fmla="*/ 2509266 w 3114960"/>
              <a:gd name="connsiteY38925" fmla="*/ 3499771 h 5143785"/>
              <a:gd name="connsiteX38926" fmla="*/ 2515172 w 3114960"/>
              <a:gd name="connsiteY38926" fmla="*/ 3493865 h 5143785"/>
              <a:gd name="connsiteX38927" fmla="*/ 2543747 w 3114960"/>
              <a:gd name="connsiteY38927" fmla="*/ 3493865 h 5143785"/>
              <a:gd name="connsiteX38928" fmla="*/ 2549652 w 3114960"/>
              <a:gd name="connsiteY38928" fmla="*/ 3499771 h 5143785"/>
              <a:gd name="connsiteX38929" fmla="*/ 2549652 w 3114960"/>
              <a:gd name="connsiteY38929" fmla="*/ 3528346 h 5143785"/>
              <a:gd name="connsiteX38930" fmla="*/ 2543747 w 3114960"/>
              <a:gd name="connsiteY38930" fmla="*/ 3534251 h 5143785"/>
              <a:gd name="connsiteX38931" fmla="*/ 2515172 w 3114960"/>
              <a:gd name="connsiteY38931" fmla="*/ 3534251 h 5143785"/>
              <a:gd name="connsiteX38932" fmla="*/ 2643092 w 3114960"/>
              <a:gd name="connsiteY38932" fmla="*/ 3753041 h 5143785"/>
              <a:gd name="connsiteX38933" fmla="*/ 2647188 w 3114960"/>
              <a:gd name="connsiteY38933" fmla="*/ 3753041 h 5143785"/>
              <a:gd name="connsiteX38934" fmla="*/ 2649284 w 3114960"/>
              <a:gd name="connsiteY38934" fmla="*/ 3755136 h 5143785"/>
              <a:gd name="connsiteX38935" fmla="*/ 2649284 w 3114960"/>
              <a:gd name="connsiteY38935" fmla="*/ 3763232 h 5143785"/>
              <a:gd name="connsiteX38936" fmla="*/ 2647188 w 3114960"/>
              <a:gd name="connsiteY38936" fmla="*/ 3765233 h 5143785"/>
              <a:gd name="connsiteX38937" fmla="*/ 2643092 w 3114960"/>
              <a:gd name="connsiteY38937" fmla="*/ 3765233 h 5143785"/>
              <a:gd name="connsiteX38938" fmla="*/ 2643092 w 3114960"/>
              <a:gd name="connsiteY38938" fmla="*/ 3753041 h 5143785"/>
              <a:gd name="connsiteX38939" fmla="*/ 2626043 w 3114960"/>
              <a:gd name="connsiteY38939" fmla="*/ 3755041 h 5143785"/>
              <a:gd name="connsiteX38940" fmla="*/ 2628138 w 3114960"/>
              <a:gd name="connsiteY38940" fmla="*/ 3752945 h 5143785"/>
              <a:gd name="connsiteX38941" fmla="*/ 2632520 w 3114960"/>
              <a:gd name="connsiteY38941" fmla="*/ 3752945 h 5143785"/>
              <a:gd name="connsiteX38942" fmla="*/ 2632520 w 3114960"/>
              <a:gd name="connsiteY38942" fmla="*/ 3765137 h 5143785"/>
              <a:gd name="connsiteX38943" fmla="*/ 2628138 w 3114960"/>
              <a:gd name="connsiteY38943" fmla="*/ 3765137 h 5143785"/>
              <a:gd name="connsiteX38944" fmla="*/ 2626043 w 3114960"/>
              <a:gd name="connsiteY38944" fmla="*/ 3763137 h 5143785"/>
              <a:gd name="connsiteX38945" fmla="*/ 2626043 w 3114960"/>
              <a:gd name="connsiteY38945" fmla="*/ 3755041 h 5143785"/>
              <a:gd name="connsiteX38946" fmla="*/ 2543747 w 3114960"/>
              <a:gd name="connsiteY38946" fmla="*/ 3681127 h 5143785"/>
              <a:gd name="connsiteX38947" fmla="*/ 2549652 w 3114960"/>
              <a:gd name="connsiteY38947" fmla="*/ 3687032 h 5143785"/>
              <a:gd name="connsiteX38948" fmla="*/ 2549652 w 3114960"/>
              <a:gd name="connsiteY38948" fmla="*/ 3715607 h 5143785"/>
              <a:gd name="connsiteX38949" fmla="*/ 2543747 w 3114960"/>
              <a:gd name="connsiteY38949" fmla="*/ 3721513 h 5143785"/>
              <a:gd name="connsiteX38950" fmla="*/ 2515172 w 3114960"/>
              <a:gd name="connsiteY38950" fmla="*/ 3721513 h 5143785"/>
              <a:gd name="connsiteX38951" fmla="*/ 2509266 w 3114960"/>
              <a:gd name="connsiteY38951" fmla="*/ 3715607 h 5143785"/>
              <a:gd name="connsiteX38952" fmla="*/ 2509266 w 3114960"/>
              <a:gd name="connsiteY38952" fmla="*/ 3687032 h 5143785"/>
              <a:gd name="connsiteX38953" fmla="*/ 2515172 w 3114960"/>
              <a:gd name="connsiteY38953" fmla="*/ 3681127 h 5143785"/>
              <a:gd name="connsiteX38954" fmla="*/ 2543747 w 3114960"/>
              <a:gd name="connsiteY38954" fmla="*/ 3681127 h 5143785"/>
              <a:gd name="connsiteX38955" fmla="*/ 2561654 w 3114960"/>
              <a:gd name="connsiteY38955" fmla="*/ 3609118 h 5143785"/>
              <a:gd name="connsiteX38956" fmla="*/ 2560987 w 3114960"/>
              <a:gd name="connsiteY38956" fmla="*/ 3608451 h 5143785"/>
              <a:gd name="connsiteX38957" fmla="*/ 2561654 w 3114960"/>
              <a:gd name="connsiteY38957" fmla="*/ 3607784 h 5143785"/>
              <a:gd name="connsiteX38958" fmla="*/ 2561654 w 3114960"/>
              <a:gd name="connsiteY38958" fmla="*/ 3609213 h 5143785"/>
              <a:gd name="connsiteX38959" fmla="*/ 2609279 w 3114960"/>
              <a:gd name="connsiteY38959" fmla="*/ 3606927 h 5143785"/>
              <a:gd name="connsiteX38960" fmla="*/ 2609279 w 3114960"/>
              <a:gd name="connsiteY38960" fmla="*/ 3605117 h 5143785"/>
              <a:gd name="connsiteX38961" fmla="*/ 2610136 w 3114960"/>
              <a:gd name="connsiteY38961" fmla="*/ 3606070 h 5143785"/>
              <a:gd name="connsiteX38962" fmla="*/ 2609279 w 3114960"/>
              <a:gd name="connsiteY38962" fmla="*/ 3607022 h 5143785"/>
              <a:gd name="connsiteX38963" fmla="*/ 966407 w 3114960"/>
              <a:gd name="connsiteY38963" fmla="*/ 2358104 h 5143785"/>
              <a:gd name="connsiteX38964" fmla="*/ 972693 w 3114960"/>
              <a:gd name="connsiteY38964" fmla="*/ 2364867 h 5143785"/>
              <a:gd name="connsiteX38965" fmla="*/ 967454 w 3114960"/>
              <a:gd name="connsiteY38965" fmla="*/ 2369725 h 5143785"/>
              <a:gd name="connsiteX38966" fmla="*/ 961168 w 3114960"/>
              <a:gd name="connsiteY38966" fmla="*/ 2362962 h 5143785"/>
              <a:gd name="connsiteX38967" fmla="*/ 966407 w 3114960"/>
              <a:gd name="connsiteY38967" fmla="*/ 2358104 h 5143785"/>
              <a:gd name="connsiteX38968" fmla="*/ 2517172 w 3114960"/>
              <a:gd name="connsiteY38968" fmla="*/ 3707321 h 5143785"/>
              <a:gd name="connsiteX38969" fmla="*/ 2517172 w 3114960"/>
              <a:gd name="connsiteY38969" fmla="*/ 3695414 h 5143785"/>
              <a:gd name="connsiteX38970" fmla="*/ 2523554 w 3114960"/>
              <a:gd name="connsiteY38970" fmla="*/ 3689033 h 5143785"/>
              <a:gd name="connsiteX38971" fmla="*/ 2535460 w 3114960"/>
              <a:gd name="connsiteY38971" fmla="*/ 3689033 h 5143785"/>
              <a:gd name="connsiteX38972" fmla="*/ 2541842 w 3114960"/>
              <a:gd name="connsiteY38972" fmla="*/ 3695414 h 5143785"/>
              <a:gd name="connsiteX38973" fmla="*/ 2541842 w 3114960"/>
              <a:gd name="connsiteY38973" fmla="*/ 3707321 h 5143785"/>
              <a:gd name="connsiteX38974" fmla="*/ 2535460 w 3114960"/>
              <a:gd name="connsiteY38974" fmla="*/ 3713702 h 5143785"/>
              <a:gd name="connsiteX38975" fmla="*/ 2523554 w 3114960"/>
              <a:gd name="connsiteY38975" fmla="*/ 3713702 h 5143785"/>
              <a:gd name="connsiteX38976" fmla="*/ 2517172 w 3114960"/>
              <a:gd name="connsiteY38976" fmla="*/ 3707321 h 5143785"/>
              <a:gd name="connsiteX38977" fmla="*/ 670274 w 3114960"/>
              <a:gd name="connsiteY38977" fmla="*/ 3671983 h 5143785"/>
              <a:gd name="connsiteX38978" fmla="*/ 670274 w 3114960"/>
              <a:gd name="connsiteY38978" fmla="*/ 3683318 h 5143785"/>
              <a:gd name="connsiteX38979" fmla="*/ 663988 w 3114960"/>
              <a:gd name="connsiteY38979" fmla="*/ 3689604 h 5143785"/>
              <a:gd name="connsiteX38980" fmla="*/ 567119 w 3114960"/>
              <a:gd name="connsiteY38980" fmla="*/ 3689604 h 5143785"/>
              <a:gd name="connsiteX38981" fmla="*/ 560737 w 3114960"/>
              <a:gd name="connsiteY38981" fmla="*/ 3683318 h 5143785"/>
              <a:gd name="connsiteX38982" fmla="*/ 560737 w 3114960"/>
              <a:gd name="connsiteY38982" fmla="*/ 3671983 h 5143785"/>
              <a:gd name="connsiteX38983" fmla="*/ 567119 w 3114960"/>
              <a:gd name="connsiteY38983" fmla="*/ 3665696 h 5143785"/>
              <a:gd name="connsiteX38984" fmla="*/ 663988 w 3114960"/>
              <a:gd name="connsiteY38984" fmla="*/ 3665696 h 5143785"/>
              <a:gd name="connsiteX38985" fmla="*/ 670274 w 3114960"/>
              <a:gd name="connsiteY38985" fmla="*/ 3671983 h 5143785"/>
              <a:gd name="connsiteX38986" fmla="*/ 841629 w 3114960"/>
              <a:gd name="connsiteY38986" fmla="*/ 3417094 h 5143785"/>
              <a:gd name="connsiteX38987" fmla="*/ 834581 w 3114960"/>
              <a:gd name="connsiteY38987" fmla="*/ 3424142 h 5143785"/>
              <a:gd name="connsiteX38988" fmla="*/ 827532 w 3114960"/>
              <a:gd name="connsiteY38988" fmla="*/ 3417094 h 5143785"/>
              <a:gd name="connsiteX38989" fmla="*/ 834581 w 3114960"/>
              <a:gd name="connsiteY38989" fmla="*/ 3410045 h 5143785"/>
              <a:gd name="connsiteX38990" fmla="*/ 841629 w 3114960"/>
              <a:gd name="connsiteY38990" fmla="*/ 3417094 h 5143785"/>
              <a:gd name="connsiteX38991" fmla="*/ 953738 w 3114960"/>
              <a:gd name="connsiteY38991" fmla="*/ 2344579 h 5143785"/>
              <a:gd name="connsiteX38992" fmla="*/ 960025 w 3114960"/>
              <a:gd name="connsiteY38992" fmla="*/ 2351342 h 5143785"/>
              <a:gd name="connsiteX38993" fmla="*/ 954786 w 3114960"/>
              <a:gd name="connsiteY38993" fmla="*/ 2356199 h 5143785"/>
              <a:gd name="connsiteX38994" fmla="*/ 948500 w 3114960"/>
              <a:gd name="connsiteY38994" fmla="*/ 2349437 h 5143785"/>
              <a:gd name="connsiteX38995" fmla="*/ 953738 w 3114960"/>
              <a:gd name="connsiteY38995" fmla="*/ 2344579 h 5143785"/>
              <a:gd name="connsiteX38996" fmla="*/ 946595 w 3114960"/>
              <a:gd name="connsiteY38996" fmla="*/ 2399824 h 5143785"/>
              <a:gd name="connsiteX38997" fmla="*/ 945071 w 3114960"/>
              <a:gd name="connsiteY38997" fmla="*/ 2402015 h 5143785"/>
              <a:gd name="connsiteX38998" fmla="*/ 945071 w 3114960"/>
              <a:gd name="connsiteY38998" fmla="*/ 2486025 h 5143785"/>
              <a:gd name="connsiteX38999" fmla="*/ 936403 w 3114960"/>
              <a:gd name="connsiteY38999" fmla="*/ 2496598 h 5143785"/>
              <a:gd name="connsiteX39000" fmla="*/ 947452 w 3114960"/>
              <a:gd name="connsiteY39000" fmla="*/ 2507647 h 5143785"/>
              <a:gd name="connsiteX39001" fmla="*/ 958501 w 3114960"/>
              <a:gd name="connsiteY39001" fmla="*/ 2496598 h 5143785"/>
              <a:gd name="connsiteX39002" fmla="*/ 949833 w 3114960"/>
              <a:gd name="connsiteY39002" fmla="*/ 2486025 h 5143785"/>
              <a:gd name="connsiteX39003" fmla="*/ 949833 w 3114960"/>
              <a:gd name="connsiteY39003" fmla="*/ 2408111 h 5143785"/>
              <a:gd name="connsiteX39004" fmla="*/ 1083469 w 3114960"/>
              <a:gd name="connsiteY39004" fmla="*/ 2551176 h 5143785"/>
              <a:gd name="connsiteX39005" fmla="*/ 1081373 w 3114960"/>
              <a:gd name="connsiteY39005" fmla="*/ 2555748 h 5143785"/>
              <a:gd name="connsiteX39006" fmla="*/ 1082897 w 3114960"/>
              <a:gd name="connsiteY39006" fmla="*/ 2565083 h 5143785"/>
              <a:gd name="connsiteX39007" fmla="*/ 1090613 w 3114960"/>
              <a:gd name="connsiteY39007" fmla="*/ 2570607 h 5143785"/>
              <a:gd name="connsiteX39008" fmla="*/ 1093470 w 3114960"/>
              <a:gd name="connsiteY39008" fmla="*/ 2570893 h 5143785"/>
              <a:gd name="connsiteX39009" fmla="*/ 1099947 w 3114960"/>
              <a:gd name="connsiteY39009" fmla="*/ 2568988 h 5143785"/>
              <a:gd name="connsiteX39010" fmla="*/ 1103852 w 3114960"/>
              <a:gd name="connsiteY39010" fmla="*/ 2551938 h 5143785"/>
              <a:gd name="connsiteX39011" fmla="*/ 1103852 w 3114960"/>
              <a:gd name="connsiteY39011" fmla="*/ 2551938 h 5143785"/>
              <a:gd name="connsiteX39012" fmla="*/ 1086993 w 3114960"/>
              <a:gd name="connsiteY39012" fmla="*/ 2547938 h 5143785"/>
              <a:gd name="connsiteX39013" fmla="*/ 949166 w 3114960"/>
              <a:gd name="connsiteY39013" fmla="*/ 2400491 h 5143785"/>
              <a:gd name="connsiteX39014" fmla="*/ 946595 w 3114960"/>
              <a:gd name="connsiteY39014" fmla="*/ 2399919 h 5143785"/>
              <a:gd name="connsiteX39015" fmla="*/ 1086041 w 3114960"/>
              <a:gd name="connsiteY39015" fmla="*/ 2556796 h 5143785"/>
              <a:gd name="connsiteX39016" fmla="*/ 1089374 w 3114960"/>
              <a:gd name="connsiteY39016" fmla="*/ 2552034 h 5143785"/>
              <a:gd name="connsiteX39017" fmla="*/ 1093375 w 3114960"/>
              <a:gd name="connsiteY39017" fmla="*/ 2550890 h 5143785"/>
              <a:gd name="connsiteX39018" fmla="*/ 1099852 w 3114960"/>
              <a:gd name="connsiteY39018" fmla="*/ 2554415 h 5143785"/>
              <a:gd name="connsiteX39019" fmla="*/ 1097471 w 3114960"/>
              <a:gd name="connsiteY39019" fmla="*/ 2564892 h 5143785"/>
              <a:gd name="connsiteX39020" fmla="*/ 1091756 w 3114960"/>
              <a:gd name="connsiteY39020" fmla="*/ 2565845 h 5143785"/>
              <a:gd name="connsiteX39021" fmla="*/ 1086993 w 3114960"/>
              <a:gd name="connsiteY39021" fmla="*/ 2562511 h 5143785"/>
              <a:gd name="connsiteX39022" fmla="*/ 1086041 w 3114960"/>
              <a:gd name="connsiteY39022" fmla="*/ 2556796 h 5143785"/>
              <a:gd name="connsiteX39023" fmla="*/ 999077 w 3114960"/>
              <a:gd name="connsiteY39023" fmla="*/ 2403443 h 5143785"/>
              <a:gd name="connsiteX39024" fmla="*/ 1004316 w 3114960"/>
              <a:gd name="connsiteY39024" fmla="*/ 2398586 h 5143785"/>
              <a:gd name="connsiteX39025" fmla="*/ 1010602 w 3114960"/>
              <a:gd name="connsiteY39025" fmla="*/ 2405348 h 5143785"/>
              <a:gd name="connsiteX39026" fmla="*/ 1005364 w 3114960"/>
              <a:gd name="connsiteY39026" fmla="*/ 2410206 h 5143785"/>
              <a:gd name="connsiteX39027" fmla="*/ 999077 w 3114960"/>
              <a:gd name="connsiteY39027" fmla="*/ 2403443 h 5143785"/>
              <a:gd name="connsiteX39028" fmla="*/ 1081754 w 3114960"/>
              <a:gd name="connsiteY39028" fmla="*/ 2301431 h 5143785"/>
              <a:gd name="connsiteX39029" fmla="*/ 1093375 w 3114960"/>
              <a:gd name="connsiteY39029" fmla="*/ 2313051 h 5143785"/>
              <a:gd name="connsiteX39030" fmla="*/ 1097852 w 3114960"/>
              <a:gd name="connsiteY39030" fmla="*/ 2312099 h 5143785"/>
              <a:gd name="connsiteX39031" fmla="*/ 1124903 w 3114960"/>
              <a:gd name="connsiteY39031" fmla="*/ 2337149 h 5143785"/>
              <a:gd name="connsiteX39032" fmla="*/ 1125284 w 3114960"/>
              <a:gd name="connsiteY39032" fmla="*/ 2337435 h 5143785"/>
              <a:gd name="connsiteX39033" fmla="*/ 1243679 w 3114960"/>
              <a:gd name="connsiteY39033" fmla="*/ 2337435 h 5143785"/>
              <a:gd name="connsiteX39034" fmla="*/ 1275683 w 3114960"/>
              <a:gd name="connsiteY39034" fmla="*/ 2310860 h 5143785"/>
              <a:gd name="connsiteX39035" fmla="*/ 1282065 w 3114960"/>
              <a:gd name="connsiteY39035" fmla="*/ 2312956 h 5143785"/>
              <a:gd name="connsiteX39036" fmla="*/ 1293686 w 3114960"/>
              <a:gd name="connsiteY39036" fmla="*/ 2301335 h 5143785"/>
              <a:gd name="connsiteX39037" fmla="*/ 1282065 w 3114960"/>
              <a:gd name="connsiteY39037" fmla="*/ 2289715 h 5143785"/>
              <a:gd name="connsiteX39038" fmla="*/ 1270445 w 3114960"/>
              <a:gd name="connsiteY39038" fmla="*/ 2301335 h 5143785"/>
              <a:gd name="connsiteX39039" fmla="*/ 1273778 w 3114960"/>
              <a:gd name="connsiteY39039" fmla="*/ 2309432 h 5143785"/>
              <a:gd name="connsiteX39040" fmla="*/ 1242917 w 3114960"/>
              <a:gd name="connsiteY39040" fmla="*/ 2335054 h 5143785"/>
              <a:gd name="connsiteX39041" fmla="*/ 1126331 w 3114960"/>
              <a:gd name="connsiteY39041" fmla="*/ 2335054 h 5143785"/>
              <a:gd name="connsiteX39042" fmla="*/ 1100042 w 3114960"/>
              <a:gd name="connsiteY39042" fmla="*/ 2310765 h 5143785"/>
              <a:gd name="connsiteX39043" fmla="*/ 1105186 w 3114960"/>
              <a:gd name="connsiteY39043" fmla="*/ 2301335 h 5143785"/>
              <a:gd name="connsiteX39044" fmla="*/ 1093565 w 3114960"/>
              <a:gd name="connsiteY39044" fmla="*/ 2289715 h 5143785"/>
              <a:gd name="connsiteX39045" fmla="*/ 1081945 w 3114960"/>
              <a:gd name="connsiteY39045" fmla="*/ 2301335 h 5143785"/>
              <a:gd name="connsiteX39046" fmla="*/ 1272731 w 3114960"/>
              <a:gd name="connsiteY39046" fmla="*/ 2301431 h 5143785"/>
              <a:gd name="connsiteX39047" fmla="*/ 1281970 w 3114960"/>
              <a:gd name="connsiteY39047" fmla="*/ 2292191 h 5143785"/>
              <a:gd name="connsiteX39048" fmla="*/ 1291209 w 3114960"/>
              <a:gd name="connsiteY39048" fmla="*/ 2301431 h 5143785"/>
              <a:gd name="connsiteX39049" fmla="*/ 1281970 w 3114960"/>
              <a:gd name="connsiteY39049" fmla="*/ 2310670 h 5143785"/>
              <a:gd name="connsiteX39050" fmla="*/ 1272731 w 3114960"/>
              <a:gd name="connsiteY39050" fmla="*/ 2301431 h 5143785"/>
              <a:gd name="connsiteX39051" fmla="*/ 1102709 w 3114960"/>
              <a:gd name="connsiteY39051" fmla="*/ 2301431 h 5143785"/>
              <a:gd name="connsiteX39052" fmla="*/ 1093470 w 3114960"/>
              <a:gd name="connsiteY39052" fmla="*/ 2310670 h 5143785"/>
              <a:gd name="connsiteX39053" fmla="*/ 1084231 w 3114960"/>
              <a:gd name="connsiteY39053" fmla="*/ 2301431 h 5143785"/>
              <a:gd name="connsiteX39054" fmla="*/ 1093470 w 3114960"/>
              <a:gd name="connsiteY39054" fmla="*/ 2292191 h 5143785"/>
              <a:gd name="connsiteX39055" fmla="*/ 1102709 w 3114960"/>
              <a:gd name="connsiteY39055" fmla="*/ 2301431 h 5143785"/>
              <a:gd name="connsiteX39056" fmla="*/ 1312069 w 3114960"/>
              <a:gd name="connsiteY39056" fmla="*/ 3469577 h 5143785"/>
              <a:gd name="connsiteX39057" fmla="*/ 1312069 w 3114960"/>
              <a:gd name="connsiteY39057" fmla="*/ 3450812 h 5143785"/>
              <a:gd name="connsiteX39058" fmla="*/ 1315879 w 3114960"/>
              <a:gd name="connsiteY39058" fmla="*/ 3447002 h 5143785"/>
              <a:gd name="connsiteX39059" fmla="*/ 1334643 w 3114960"/>
              <a:gd name="connsiteY39059" fmla="*/ 3447002 h 5143785"/>
              <a:gd name="connsiteX39060" fmla="*/ 1338453 w 3114960"/>
              <a:gd name="connsiteY39060" fmla="*/ 3450812 h 5143785"/>
              <a:gd name="connsiteX39061" fmla="*/ 1338453 w 3114960"/>
              <a:gd name="connsiteY39061" fmla="*/ 3469577 h 5143785"/>
              <a:gd name="connsiteX39062" fmla="*/ 1334643 w 3114960"/>
              <a:gd name="connsiteY39062" fmla="*/ 3473387 h 5143785"/>
              <a:gd name="connsiteX39063" fmla="*/ 1315879 w 3114960"/>
              <a:gd name="connsiteY39063" fmla="*/ 3473387 h 5143785"/>
              <a:gd name="connsiteX39064" fmla="*/ 1312069 w 3114960"/>
              <a:gd name="connsiteY39064" fmla="*/ 3469577 h 5143785"/>
              <a:gd name="connsiteX39065" fmla="*/ 117824 w 3114960"/>
              <a:gd name="connsiteY39065" fmla="*/ 4471988 h 5143785"/>
              <a:gd name="connsiteX39066" fmla="*/ 119253 w 3114960"/>
              <a:gd name="connsiteY39066" fmla="*/ 4474369 h 5143785"/>
              <a:gd name="connsiteX39067" fmla="*/ 125635 w 3114960"/>
              <a:gd name="connsiteY39067" fmla="*/ 4477227 h 5143785"/>
              <a:gd name="connsiteX39068" fmla="*/ 131445 w 3114960"/>
              <a:gd name="connsiteY39068" fmla="*/ 4475036 h 5143785"/>
              <a:gd name="connsiteX39069" fmla="*/ 134303 w 3114960"/>
              <a:gd name="connsiteY39069" fmla="*/ 4469035 h 5143785"/>
              <a:gd name="connsiteX39070" fmla="*/ 132112 w 3114960"/>
              <a:gd name="connsiteY39070" fmla="*/ 4462748 h 5143785"/>
              <a:gd name="connsiteX39071" fmla="*/ 126111 w 3114960"/>
              <a:gd name="connsiteY39071" fmla="*/ 4459891 h 5143785"/>
              <a:gd name="connsiteX39072" fmla="*/ 119825 w 3114960"/>
              <a:gd name="connsiteY39072" fmla="*/ 4462082 h 5143785"/>
              <a:gd name="connsiteX39073" fmla="*/ 117253 w 3114960"/>
              <a:gd name="connsiteY39073" fmla="*/ 4467130 h 5143785"/>
              <a:gd name="connsiteX39074" fmla="*/ 23908 w 3114960"/>
              <a:gd name="connsiteY39074" fmla="*/ 4466178 h 5143785"/>
              <a:gd name="connsiteX39075" fmla="*/ 95 w 3114960"/>
              <a:gd name="connsiteY39075" fmla="*/ 4487990 h 5143785"/>
              <a:gd name="connsiteX39076" fmla="*/ 95 w 3114960"/>
              <a:gd name="connsiteY39076" fmla="*/ 4494467 h 5143785"/>
              <a:gd name="connsiteX39077" fmla="*/ 25718 w 3114960"/>
              <a:gd name="connsiteY39077" fmla="*/ 4471035 h 5143785"/>
              <a:gd name="connsiteX39078" fmla="*/ 117729 w 3114960"/>
              <a:gd name="connsiteY39078" fmla="*/ 4471893 h 5143785"/>
              <a:gd name="connsiteX39079" fmla="*/ 121920 w 3114960"/>
              <a:gd name="connsiteY39079" fmla="*/ 4467892 h 5143785"/>
              <a:gd name="connsiteX39080" fmla="*/ 123063 w 3114960"/>
              <a:gd name="connsiteY39080" fmla="*/ 4465701 h 5143785"/>
              <a:gd name="connsiteX39081" fmla="*/ 125635 w 3114960"/>
              <a:gd name="connsiteY39081" fmla="*/ 4464654 h 5143785"/>
              <a:gd name="connsiteX39082" fmla="*/ 125825 w 3114960"/>
              <a:gd name="connsiteY39082" fmla="*/ 4464654 h 5143785"/>
              <a:gd name="connsiteX39083" fmla="*/ 128492 w 3114960"/>
              <a:gd name="connsiteY39083" fmla="*/ 4465892 h 5143785"/>
              <a:gd name="connsiteX39084" fmla="*/ 128492 w 3114960"/>
              <a:gd name="connsiteY39084" fmla="*/ 4465892 h 5143785"/>
              <a:gd name="connsiteX39085" fmla="*/ 129540 w 3114960"/>
              <a:gd name="connsiteY39085" fmla="*/ 4468654 h 5143785"/>
              <a:gd name="connsiteX39086" fmla="*/ 128302 w 3114960"/>
              <a:gd name="connsiteY39086" fmla="*/ 4471321 h 5143785"/>
              <a:gd name="connsiteX39087" fmla="*/ 122777 w 3114960"/>
              <a:gd name="connsiteY39087" fmla="*/ 4471035 h 5143785"/>
              <a:gd name="connsiteX39088" fmla="*/ 121920 w 3114960"/>
              <a:gd name="connsiteY39088" fmla="*/ 4469035 h 5143785"/>
              <a:gd name="connsiteX39089" fmla="*/ 121920 w 3114960"/>
              <a:gd name="connsiteY39089" fmla="*/ 4467797 h 5143785"/>
              <a:gd name="connsiteX39090" fmla="*/ 13716 w 3114960"/>
              <a:gd name="connsiteY39090" fmla="*/ 4639437 h 5143785"/>
              <a:gd name="connsiteX39091" fmla="*/ 95 w 3114960"/>
              <a:gd name="connsiteY39091" fmla="*/ 4623340 h 5143785"/>
              <a:gd name="connsiteX39092" fmla="*/ 95 w 3114960"/>
              <a:gd name="connsiteY39092" fmla="*/ 4615911 h 5143785"/>
              <a:gd name="connsiteX39093" fmla="*/ 16574 w 3114960"/>
              <a:gd name="connsiteY39093" fmla="*/ 4635532 h 5143785"/>
              <a:gd name="connsiteX39094" fmla="*/ 80296 w 3114960"/>
              <a:gd name="connsiteY39094" fmla="*/ 4635532 h 5143785"/>
              <a:gd name="connsiteX39095" fmla="*/ 86868 w 3114960"/>
              <a:gd name="connsiteY39095" fmla="*/ 4630865 h 5143785"/>
              <a:gd name="connsiteX39096" fmla="*/ 93917 w 3114960"/>
              <a:gd name="connsiteY39096" fmla="*/ 4637913 h 5143785"/>
              <a:gd name="connsiteX39097" fmla="*/ 86868 w 3114960"/>
              <a:gd name="connsiteY39097" fmla="*/ 4644962 h 5143785"/>
              <a:gd name="connsiteX39098" fmla="*/ 80296 w 3114960"/>
              <a:gd name="connsiteY39098" fmla="*/ 4640295 h 5143785"/>
              <a:gd name="connsiteX39099" fmla="*/ 15526 w 3114960"/>
              <a:gd name="connsiteY39099" fmla="*/ 4640295 h 5143785"/>
              <a:gd name="connsiteX39100" fmla="*/ 13716 w 3114960"/>
              <a:gd name="connsiteY39100" fmla="*/ 4639437 h 5143785"/>
              <a:gd name="connsiteX39101" fmla="*/ 364712 w 3114960"/>
              <a:gd name="connsiteY39101" fmla="*/ 2550986 h 5143785"/>
              <a:gd name="connsiteX39102" fmla="*/ 380333 w 3114960"/>
              <a:gd name="connsiteY39102" fmla="*/ 2550986 h 5143785"/>
              <a:gd name="connsiteX39103" fmla="*/ 386239 w 3114960"/>
              <a:gd name="connsiteY39103" fmla="*/ 2545080 h 5143785"/>
              <a:gd name="connsiteX39104" fmla="*/ 386239 w 3114960"/>
              <a:gd name="connsiteY39104" fmla="*/ 2529459 h 5143785"/>
              <a:gd name="connsiteX39105" fmla="*/ 380333 w 3114960"/>
              <a:gd name="connsiteY39105" fmla="*/ 2523554 h 5143785"/>
              <a:gd name="connsiteX39106" fmla="*/ 364712 w 3114960"/>
              <a:gd name="connsiteY39106" fmla="*/ 2523554 h 5143785"/>
              <a:gd name="connsiteX39107" fmla="*/ 358807 w 3114960"/>
              <a:gd name="connsiteY39107" fmla="*/ 2529459 h 5143785"/>
              <a:gd name="connsiteX39108" fmla="*/ 358807 w 3114960"/>
              <a:gd name="connsiteY39108" fmla="*/ 2535174 h 5143785"/>
              <a:gd name="connsiteX39109" fmla="*/ 339852 w 3114960"/>
              <a:gd name="connsiteY39109" fmla="*/ 2535174 h 5143785"/>
              <a:gd name="connsiteX39110" fmla="*/ 324707 w 3114960"/>
              <a:gd name="connsiteY39110" fmla="*/ 2521363 h 5143785"/>
              <a:gd name="connsiteX39111" fmla="*/ 234791 w 3114960"/>
              <a:gd name="connsiteY39111" fmla="*/ 2521172 h 5143785"/>
              <a:gd name="connsiteX39112" fmla="*/ 221266 w 3114960"/>
              <a:gd name="connsiteY39112" fmla="*/ 2505551 h 5143785"/>
              <a:gd name="connsiteX39113" fmla="*/ 223076 w 3114960"/>
              <a:gd name="connsiteY39113" fmla="*/ 2501551 h 5143785"/>
              <a:gd name="connsiteX39114" fmla="*/ 221456 w 3114960"/>
              <a:gd name="connsiteY39114" fmla="*/ 2494312 h 5143785"/>
              <a:gd name="connsiteX39115" fmla="*/ 213455 w 3114960"/>
              <a:gd name="connsiteY39115" fmla="*/ 2490216 h 5143785"/>
              <a:gd name="connsiteX39116" fmla="*/ 207931 w 3114960"/>
              <a:gd name="connsiteY39116" fmla="*/ 2491835 h 5143785"/>
              <a:gd name="connsiteX39117" fmla="*/ 203835 w 3114960"/>
              <a:gd name="connsiteY39117" fmla="*/ 2498122 h 5143785"/>
              <a:gd name="connsiteX39118" fmla="*/ 203835 w 3114960"/>
              <a:gd name="connsiteY39118" fmla="*/ 2498408 h 5143785"/>
              <a:gd name="connsiteX39119" fmla="*/ 141351 w 3114960"/>
              <a:gd name="connsiteY39119" fmla="*/ 2498408 h 5143785"/>
              <a:gd name="connsiteX39120" fmla="*/ 124587 w 3114960"/>
              <a:gd name="connsiteY39120" fmla="*/ 2478310 h 5143785"/>
              <a:gd name="connsiteX39121" fmla="*/ 124587 w 3114960"/>
              <a:gd name="connsiteY39121" fmla="*/ 2426589 h 5143785"/>
              <a:gd name="connsiteX39122" fmla="*/ 127826 w 3114960"/>
              <a:gd name="connsiteY39122" fmla="*/ 2425256 h 5143785"/>
              <a:gd name="connsiteX39123" fmla="*/ 131921 w 3114960"/>
              <a:gd name="connsiteY39123" fmla="*/ 2418969 h 5143785"/>
              <a:gd name="connsiteX39124" fmla="*/ 130302 w 3114960"/>
              <a:gd name="connsiteY39124" fmla="*/ 2411730 h 5143785"/>
              <a:gd name="connsiteX39125" fmla="*/ 122301 w 3114960"/>
              <a:gd name="connsiteY39125" fmla="*/ 2407634 h 5143785"/>
              <a:gd name="connsiteX39126" fmla="*/ 116777 w 3114960"/>
              <a:gd name="connsiteY39126" fmla="*/ 2409254 h 5143785"/>
              <a:gd name="connsiteX39127" fmla="*/ 112681 w 3114960"/>
              <a:gd name="connsiteY39127" fmla="*/ 2415540 h 5143785"/>
              <a:gd name="connsiteX39128" fmla="*/ 112681 w 3114960"/>
              <a:gd name="connsiteY39128" fmla="*/ 2419255 h 5143785"/>
              <a:gd name="connsiteX39129" fmla="*/ 109919 w 3114960"/>
              <a:gd name="connsiteY39129" fmla="*/ 2420969 h 5143785"/>
              <a:gd name="connsiteX39130" fmla="*/ 32957 w 3114960"/>
              <a:gd name="connsiteY39130" fmla="*/ 2420969 h 5143785"/>
              <a:gd name="connsiteX39131" fmla="*/ 32957 w 3114960"/>
              <a:gd name="connsiteY39131" fmla="*/ 2412587 h 5143785"/>
              <a:gd name="connsiteX39132" fmla="*/ 25813 w 3114960"/>
              <a:gd name="connsiteY39132" fmla="*/ 2405444 h 5143785"/>
              <a:gd name="connsiteX39133" fmla="*/ 95 w 3114960"/>
              <a:gd name="connsiteY39133" fmla="*/ 2405444 h 5143785"/>
              <a:gd name="connsiteX39134" fmla="*/ 95 w 3114960"/>
              <a:gd name="connsiteY39134" fmla="*/ 2410206 h 5143785"/>
              <a:gd name="connsiteX39135" fmla="*/ 25813 w 3114960"/>
              <a:gd name="connsiteY39135" fmla="*/ 2410206 h 5143785"/>
              <a:gd name="connsiteX39136" fmla="*/ 28194 w 3114960"/>
              <a:gd name="connsiteY39136" fmla="*/ 2412587 h 5143785"/>
              <a:gd name="connsiteX39137" fmla="*/ 28194 w 3114960"/>
              <a:gd name="connsiteY39137" fmla="*/ 2434114 h 5143785"/>
              <a:gd name="connsiteX39138" fmla="*/ 25813 w 3114960"/>
              <a:gd name="connsiteY39138" fmla="*/ 2436495 h 5143785"/>
              <a:gd name="connsiteX39139" fmla="*/ 95 w 3114960"/>
              <a:gd name="connsiteY39139" fmla="*/ 2436495 h 5143785"/>
              <a:gd name="connsiteX39140" fmla="*/ 95 w 3114960"/>
              <a:gd name="connsiteY39140" fmla="*/ 2441258 h 5143785"/>
              <a:gd name="connsiteX39141" fmla="*/ 25813 w 3114960"/>
              <a:gd name="connsiteY39141" fmla="*/ 2441258 h 5143785"/>
              <a:gd name="connsiteX39142" fmla="*/ 32957 w 3114960"/>
              <a:gd name="connsiteY39142" fmla="*/ 2434114 h 5143785"/>
              <a:gd name="connsiteX39143" fmla="*/ 32957 w 3114960"/>
              <a:gd name="connsiteY39143" fmla="*/ 2425732 h 5143785"/>
              <a:gd name="connsiteX39144" fmla="*/ 111252 w 3114960"/>
              <a:gd name="connsiteY39144" fmla="*/ 2425732 h 5143785"/>
              <a:gd name="connsiteX39145" fmla="*/ 114872 w 3114960"/>
              <a:gd name="connsiteY39145" fmla="*/ 2423446 h 5143785"/>
              <a:gd name="connsiteX39146" fmla="*/ 119825 w 3114960"/>
              <a:gd name="connsiteY39146" fmla="*/ 2426494 h 5143785"/>
              <a:gd name="connsiteX39147" fmla="*/ 119825 w 3114960"/>
              <a:gd name="connsiteY39147" fmla="*/ 2479929 h 5143785"/>
              <a:gd name="connsiteX39148" fmla="*/ 139065 w 3114960"/>
              <a:gd name="connsiteY39148" fmla="*/ 2503075 h 5143785"/>
              <a:gd name="connsiteX39149" fmla="*/ 204407 w 3114960"/>
              <a:gd name="connsiteY39149" fmla="*/ 2503075 h 5143785"/>
              <a:gd name="connsiteX39150" fmla="*/ 205454 w 3114960"/>
              <a:gd name="connsiteY39150" fmla="*/ 2505266 h 5143785"/>
              <a:gd name="connsiteX39151" fmla="*/ 217551 w 3114960"/>
              <a:gd name="connsiteY39151" fmla="*/ 2508313 h 5143785"/>
              <a:gd name="connsiteX39152" fmla="*/ 232696 w 3114960"/>
              <a:gd name="connsiteY39152" fmla="*/ 2525744 h 5143785"/>
              <a:gd name="connsiteX39153" fmla="*/ 322898 w 3114960"/>
              <a:gd name="connsiteY39153" fmla="*/ 2525935 h 5143785"/>
              <a:gd name="connsiteX39154" fmla="*/ 338042 w 3114960"/>
              <a:gd name="connsiteY39154" fmla="*/ 2539746 h 5143785"/>
              <a:gd name="connsiteX39155" fmla="*/ 358902 w 3114960"/>
              <a:gd name="connsiteY39155" fmla="*/ 2539746 h 5143785"/>
              <a:gd name="connsiteX39156" fmla="*/ 358902 w 3114960"/>
              <a:gd name="connsiteY39156" fmla="*/ 2544794 h 5143785"/>
              <a:gd name="connsiteX39157" fmla="*/ 364808 w 3114960"/>
              <a:gd name="connsiteY39157" fmla="*/ 2550700 h 5143785"/>
              <a:gd name="connsiteX39158" fmla="*/ 363569 w 3114960"/>
              <a:gd name="connsiteY39158" fmla="*/ 2529459 h 5143785"/>
              <a:gd name="connsiteX39159" fmla="*/ 364712 w 3114960"/>
              <a:gd name="connsiteY39159" fmla="*/ 2528316 h 5143785"/>
              <a:gd name="connsiteX39160" fmla="*/ 380333 w 3114960"/>
              <a:gd name="connsiteY39160" fmla="*/ 2528316 h 5143785"/>
              <a:gd name="connsiteX39161" fmla="*/ 381476 w 3114960"/>
              <a:gd name="connsiteY39161" fmla="*/ 2529459 h 5143785"/>
              <a:gd name="connsiteX39162" fmla="*/ 381476 w 3114960"/>
              <a:gd name="connsiteY39162" fmla="*/ 2545080 h 5143785"/>
              <a:gd name="connsiteX39163" fmla="*/ 380333 w 3114960"/>
              <a:gd name="connsiteY39163" fmla="*/ 2546223 h 5143785"/>
              <a:gd name="connsiteX39164" fmla="*/ 364712 w 3114960"/>
              <a:gd name="connsiteY39164" fmla="*/ 2546223 h 5143785"/>
              <a:gd name="connsiteX39165" fmla="*/ 363569 w 3114960"/>
              <a:gd name="connsiteY39165" fmla="*/ 2545080 h 5143785"/>
              <a:gd name="connsiteX39166" fmla="*/ 363569 w 3114960"/>
              <a:gd name="connsiteY39166" fmla="*/ 2529459 h 5143785"/>
              <a:gd name="connsiteX39167" fmla="*/ 142685 w 3114960"/>
              <a:gd name="connsiteY39167" fmla="*/ 4545045 h 5143785"/>
              <a:gd name="connsiteX39168" fmla="*/ 149066 w 3114960"/>
              <a:gd name="connsiteY39168" fmla="*/ 4547902 h 5143785"/>
              <a:gd name="connsiteX39169" fmla="*/ 154877 w 3114960"/>
              <a:gd name="connsiteY39169" fmla="*/ 4545711 h 5143785"/>
              <a:gd name="connsiteX39170" fmla="*/ 157734 w 3114960"/>
              <a:gd name="connsiteY39170" fmla="*/ 4539711 h 5143785"/>
              <a:gd name="connsiteX39171" fmla="*/ 155543 w 3114960"/>
              <a:gd name="connsiteY39171" fmla="*/ 4533424 h 5143785"/>
              <a:gd name="connsiteX39172" fmla="*/ 149543 w 3114960"/>
              <a:gd name="connsiteY39172" fmla="*/ 4530567 h 5143785"/>
              <a:gd name="connsiteX39173" fmla="*/ 143256 w 3114960"/>
              <a:gd name="connsiteY39173" fmla="*/ 4532757 h 5143785"/>
              <a:gd name="connsiteX39174" fmla="*/ 140684 w 3114960"/>
              <a:gd name="connsiteY39174" fmla="*/ 4537805 h 5143785"/>
              <a:gd name="connsiteX39175" fmla="*/ 75914 w 3114960"/>
              <a:gd name="connsiteY39175" fmla="*/ 4536948 h 5143785"/>
              <a:gd name="connsiteX39176" fmla="*/ 38291 w 3114960"/>
              <a:gd name="connsiteY39176" fmla="*/ 4571334 h 5143785"/>
              <a:gd name="connsiteX39177" fmla="*/ 95 w 3114960"/>
              <a:gd name="connsiteY39177" fmla="*/ 4571334 h 5143785"/>
              <a:gd name="connsiteX39178" fmla="*/ 95 w 3114960"/>
              <a:gd name="connsiteY39178" fmla="*/ 4576096 h 5143785"/>
              <a:gd name="connsiteX39179" fmla="*/ 40196 w 3114960"/>
              <a:gd name="connsiteY39179" fmla="*/ 4576096 h 5143785"/>
              <a:gd name="connsiteX39180" fmla="*/ 77819 w 3114960"/>
              <a:gd name="connsiteY39180" fmla="*/ 4541711 h 5143785"/>
              <a:gd name="connsiteX39181" fmla="*/ 141351 w 3114960"/>
              <a:gd name="connsiteY39181" fmla="*/ 4542568 h 5143785"/>
              <a:gd name="connsiteX39182" fmla="*/ 142780 w 3114960"/>
              <a:gd name="connsiteY39182" fmla="*/ 4544949 h 5143785"/>
              <a:gd name="connsiteX39183" fmla="*/ 145352 w 3114960"/>
              <a:gd name="connsiteY39183" fmla="*/ 4538472 h 5143785"/>
              <a:gd name="connsiteX39184" fmla="*/ 146495 w 3114960"/>
              <a:gd name="connsiteY39184" fmla="*/ 4536281 h 5143785"/>
              <a:gd name="connsiteX39185" fmla="*/ 149066 w 3114960"/>
              <a:gd name="connsiteY39185" fmla="*/ 4535234 h 5143785"/>
              <a:gd name="connsiteX39186" fmla="*/ 149257 w 3114960"/>
              <a:gd name="connsiteY39186" fmla="*/ 4535234 h 5143785"/>
              <a:gd name="connsiteX39187" fmla="*/ 151924 w 3114960"/>
              <a:gd name="connsiteY39187" fmla="*/ 4536472 h 5143785"/>
              <a:gd name="connsiteX39188" fmla="*/ 151924 w 3114960"/>
              <a:gd name="connsiteY39188" fmla="*/ 4536472 h 5143785"/>
              <a:gd name="connsiteX39189" fmla="*/ 152972 w 3114960"/>
              <a:gd name="connsiteY39189" fmla="*/ 4539234 h 5143785"/>
              <a:gd name="connsiteX39190" fmla="*/ 151733 w 3114960"/>
              <a:gd name="connsiteY39190" fmla="*/ 4541901 h 5143785"/>
              <a:gd name="connsiteX39191" fmla="*/ 146209 w 3114960"/>
              <a:gd name="connsiteY39191" fmla="*/ 4541615 h 5143785"/>
              <a:gd name="connsiteX39192" fmla="*/ 145352 w 3114960"/>
              <a:gd name="connsiteY39192" fmla="*/ 4539615 h 5143785"/>
              <a:gd name="connsiteX39193" fmla="*/ 145352 w 3114960"/>
              <a:gd name="connsiteY39193" fmla="*/ 4538282 h 5143785"/>
              <a:gd name="connsiteX39194" fmla="*/ 37243 w 3114960"/>
              <a:gd name="connsiteY39194" fmla="*/ 3986784 h 5143785"/>
              <a:gd name="connsiteX39195" fmla="*/ 95 w 3114960"/>
              <a:gd name="connsiteY39195" fmla="*/ 4019550 h 5143785"/>
              <a:gd name="connsiteX39196" fmla="*/ 95 w 3114960"/>
              <a:gd name="connsiteY39196" fmla="*/ 4025932 h 5143785"/>
              <a:gd name="connsiteX39197" fmla="*/ 42005 w 3114960"/>
              <a:gd name="connsiteY39197" fmla="*/ 3988975 h 5143785"/>
              <a:gd name="connsiteX39198" fmla="*/ 42005 w 3114960"/>
              <a:gd name="connsiteY39198" fmla="*/ 3962591 h 5143785"/>
              <a:gd name="connsiteX39199" fmla="*/ 58293 w 3114960"/>
              <a:gd name="connsiteY39199" fmla="*/ 3947541 h 5143785"/>
              <a:gd name="connsiteX39200" fmla="*/ 59246 w 3114960"/>
              <a:gd name="connsiteY39200" fmla="*/ 3948208 h 5143785"/>
              <a:gd name="connsiteX39201" fmla="*/ 63437 w 3114960"/>
              <a:gd name="connsiteY39201" fmla="*/ 3949160 h 5143785"/>
              <a:gd name="connsiteX39202" fmla="*/ 66770 w 3114960"/>
              <a:gd name="connsiteY39202" fmla="*/ 3948589 h 5143785"/>
              <a:gd name="connsiteX39203" fmla="*/ 72771 w 3114960"/>
              <a:gd name="connsiteY39203" fmla="*/ 3935921 h 5143785"/>
              <a:gd name="connsiteX39204" fmla="*/ 67723 w 3114960"/>
              <a:gd name="connsiteY39204" fmla="*/ 3930301 h 5143785"/>
              <a:gd name="connsiteX39205" fmla="*/ 60103 w 3114960"/>
              <a:gd name="connsiteY39205" fmla="*/ 3929920 h 5143785"/>
              <a:gd name="connsiteX39206" fmla="*/ 54102 w 3114960"/>
              <a:gd name="connsiteY39206" fmla="*/ 3942588 h 5143785"/>
              <a:gd name="connsiteX39207" fmla="*/ 54959 w 3114960"/>
              <a:gd name="connsiteY39207" fmla="*/ 3944017 h 5143785"/>
              <a:gd name="connsiteX39208" fmla="*/ 37243 w 3114960"/>
              <a:gd name="connsiteY39208" fmla="*/ 3960400 h 5143785"/>
              <a:gd name="connsiteX39209" fmla="*/ 37243 w 3114960"/>
              <a:gd name="connsiteY39209" fmla="*/ 3986689 h 5143785"/>
              <a:gd name="connsiteX39210" fmla="*/ 61817 w 3114960"/>
              <a:gd name="connsiteY39210" fmla="*/ 3934492 h 5143785"/>
              <a:gd name="connsiteX39211" fmla="*/ 63532 w 3114960"/>
              <a:gd name="connsiteY39211" fmla="*/ 3934206 h 5143785"/>
              <a:gd name="connsiteX39212" fmla="*/ 65723 w 3114960"/>
              <a:gd name="connsiteY39212" fmla="*/ 3934682 h 5143785"/>
              <a:gd name="connsiteX39213" fmla="*/ 68390 w 3114960"/>
              <a:gd name="connsiteY39213" fmla="*/ 3937635 h 5143785"/>
              <a:gd name="connsiteX39214" fmla="*/ 65246 w 3114960"/>
              <a:gd name="connsiteY39214" fmla="*/ 3944207 h 5143785"/>
              <a:gd name="connsiteX39215" fmla="*/ 58674 w 3114960"/>
              <a:gd name="connsiteY39215" fmla="*/ 3941064 h 5143785"/>
              <a:gd name="connsiteX39216" fmla="*/ 61817 w 3114960"/>
              <a:gd name="connsiteY39216" fmla="*/ 3934492 h 5143785"/>
              <a:gd name="connsiteX39217" fmla="*/ 1261396 w 3114960"/>
              <a:gd name="connsiteY39217" fmla="*/ 3469577 h 5143785"/>
              <a:gd name="connsiteX39218" fmla="*/ 1261396 w 3114960"/>
              <a:gd name="connsiteY39218" fmla="*/ 3450812 h 5143785"/>
              <a:gd name="connsiteX39219" fmla="*/ 1265206 w 3114960"/>
              <a:gd name="connsiteY39219" fmla="*/ 3447002 h 5143785"/>
              <a:gd name="connsiteX39220" fmla="*/ 1283970 w 3114960"/>
              <a:gd name="connsiteY39220" fmla="*/ 3447002 h 5143785"/>
              <a:gd name="connsiteX39221" fmla="*/ 1287780 w 3114960"/>
              <a:gd name="connsiteY39221" fmla="*/ 3450812 h 5143785"/>
              <a:gd name="connsiteX39222" fmla="*/ 1287780 w 3114960"/>
              <a:gd name="connsiteY39222" fmla="*/ 3469577 h 5143785"/>
              <a:gd name="connsiteX39223" fmla="*/ 1283970 w 3114960"/>
              <a:gd name="connsiteY39223" fmla="*/ 3473387 h 5143785"/>
              <a:gd name="connsiteX39224" fmla="*/ 1265206 w 3114960"/>
              <a:gd name="connsiteY39224" fmla="*/ 3473387 h 5143785"/>
              <a:gd name="connsiteX39225" fmla="*/ 1261396 w 3114960"/>
              <a:gd name="connsiteY39225" fmla="*/ 3469577 h 5143785"/>
              <a:gd name="connsiteX39226" fmla="*/ 1362837 w 3114960"/>
              <a:gd name="connsiteY39226" fmla="*/ 3469577 h 5143785"/>
              <a:gd name="connsiteX39227" fmla="*/ 1362837 w 3114960"/>
              <a:gd name="connsiteY39227" fmla="*/ 3450812 h 5143785"/>
              <a:gd name="connsiteX39228" fmla="*/ 1366647 w 3114960"/>
              <a:gd name="connsiteY39228" fmla="*/ 3447002 h 5143785"/>
              <a:gd name="connsiteX39229" fmla="*/ 1385411 w 3114960"/>
              <a:gd name="connsiteY39229" fmla="*/ 3447002 h 5143785"/>
              <a:gd name="connsiteX39230" fmla="*/ 1389221 w 3114960"/>
              <a:gd name="connsiteY39230" fmla="*/ 3450812 h 5143785"/>
              <a:gd name="connsiteX39231" fmla="*/ 1389221 w 3114960"/>
              <a:gd name="connsiteY39231" fmla="*/ 3469577 h 5143785"/>
              <a:gd name="connsiteX39232" fmla="*/ 1385411 w 3114960"/>
              <a:gd name="connsiteY39232" fmla="*/ 3473387 h 5143785"/>
              <a:gd name="connsiteX39233" fmla="*/ 1366647 w 3114960"/>
              <a:gd name="connsiteY39233" fmla="*/ 3473387 h 5143785"/>
              <a:gd name="connsiteX39234" fmla="*/ 1362837 w 3114960"/>
              <a:gd name="connsiteY39234" fmla="*/ 3469577 h 5143785"/>
              <a:gd name="connsiteX39235" fmla="*/ 1231202 w 3114960"/>
              <a:gd name="connsiteY39235" fmla="*/ 2122646 h 5143785"/>
              <a:gd name="connsiteX39236" fmla="*/ 1223486 w 3114960"/>
              <a:gd name="connsiteY39236" fmla="*/ 2130362 h 5143785"/>
              <a:gd name="connsiteX39237" fmla="*/ 1231202 w 3114960"/>
              <a:gd name="connsiteY39237" fmla="*/ 2138077 h 5143785"/>
              <a:gd name="connsiteX39238" fmla="*/ 1239012 w 3114960"/>
              <a:gd name="connsiteY39238" fmla="*/ 2130362 h 5143785"/>
              <a:gd name="connsiteX39239" fmla="*/ 1231202 w 3114960"/>
              <a:gd name="connsiteY39239" fmla="*/ 2122646 h 5143785"/>
              <a:gd name="connsiteX39240" fmla="*/ 1231202 w 3114960"/>
              <a:gd name="connsiteY39240" fmla="*/ 2135791 h 5143785"/>
              <a:gd name="connsiteX39241" fmla="*/ 1225868 w 3114960"/>
              <a:gd name="connsiteY39241" fmla="*/ 2130457 h 5143785"/>
              <a:gd name="connsiteX39242" fmla="*/ 1231202 w 3114960"/>
              <a:gd name="connsiteY39242" fmla="*/ 2125123 h 5143785"/>
              <a:gd name="connsiteX39243" fmla="*/ 1236631 w 3114960"/>
              <a:gd name="connsiteY39243" fmla="*/ 2130457 h 5143785"/>
              <a:gd name="connsiteX39244" fmla="*/ 1231202 w 3114960"/>
              <a:gd name="connsiteY39244" fmla="*/ 2135791 h 5143785"/>
              <a:gd name="connsiteX39245" fmla="*/ 1840611 w 3114960"/>
              <a:gd name="connsiteY39245" fmla="*/ 3393853 h 5143785"/>
              <a:gd name="connsiteX39246" fmla="*/ 1837087 w 3114960"/>
              <a:gd name="connsiteY39246" fmla="*/ 3394424 h 5143785"/>
              <a:gd name="connsiteX39247" fmla="*/ 1816703 w 3114960"/>
              <a:gd name="connsiteY39247" fmla="*/ 3366897 h 5143785"/>
              <a:gd name="connsiteX39248" fmla="*/ 1816703 w 3114960"/>
              <a:gd name="connsiteY39248" fmla="*/ 3366230 h 5143785"/>
              <a:gd name="connsiteX39249" fmla="*/ 1810036 w 3114960"/>
              <a:gd name="connsiteY39249" fmla="*/ 3359563 h 5143785"/>
              <a:gd name="connsiteX39250" fmla="*/ 1783937 w 3114960"/>
              <a:gd name="connsiteY39250" fmla="*/ 3359563 h 5143785"/>
              <a:gd name="connsiteX39251" fmla="*/ 1777270 w 3114960"/>
              <a:gd name="connsiteY39251" fmla="*/ 3366230 h 5143785"/>
              <a:gd name="connsiteX39252" fmla="*/ 1777270 w 3114960"/>
              <a:gd name="connsiteY39252" fmla="*/ 3371374 h 5143785"/>
              <a:gd name="connsiteX39253" fmla="*/ 1776794 w 3114960"/>
              <a:gd name="connsiteY39253" fmla="*/ 3374708 h 5143785"/>
              <a:gd name="connsiteX39254" fmla="*/ 1776413 w 3114960"/>
              <a:gd name="connsiteY39254" fmla="*/ 3371374 h 5143785"/>
              <a:gd name="connsiteX39255" fmla="*/ 1771269 w 3114960"/>
              <a:gd name="connsiteY39255" fmla="*/ 3357848 h 5143785"/>
              <a:gd name="connsiteX39256" fmla="*/ 1771269 w 3114960"/>
              <a:gd name="connsiteY39256" fmla="*/ 3357848 h 5143785"/>
              <a:gd name="connsiteX39257" fmla="*/ 1766126 w 3114960"/>
              <a:gd name="connsiteY39257" fmla="*/ 3371374 h 5143785"/>
              <a:gd name="connsiteX39258" fmla="*/ 1765745 w 3114960"/>
              <a:gd name="connsiteY39258" fmla="*/ 3374708 h 5143785"/>
              <a:gd name="connsiteX39259" fmla="*/ 1765364 w 3114960"/>
              <a:gd name="connsiteY39259" fmla="*/ 3371374 h 5143785"/>
              <a:gd name="connsiteX39260" fmla="*/ 1760220 w 3114960"/>
              <a:gd name="connsiteY39260" fmla="*/ 3357753 h 5143785"/>
              <a:gd name="connsiteX39261" fmla="*/ 1760220 w 3114960"/>
              <a:gd name="connsiteY39261" fmla="*/ 3357753 h 5143785"/>
              <a:gd name="connsiteX39262" fmla="*/ 1755077 w 3114960"/>
              <a:gd name="connsiteY39262" fmla="*/ 3371279 h 5143785"/>
              <a:gd name="connsiteX39263" fmla="*/ 1754600 w 3114960"/>
              <a:gd name="connsiteY39263" fmla="*/ 3374708 h 5143785"/>
              <a:gd name="connsiteX39264" fmla="*/ 1754219 w 3114960"/>
              <a:gd name="connsiteY39264" fmla="*/ 3371279 h 5143785"/>
              <a:gd name="connsiteX39265" fmla="*/ 1749076 w 3114960"/>
              <a:gd name="connsiteY39265" fmla="*/ 3357753 h 5143785"/>
              <a:gd name="connsiteX39266" fmla="*/ 1749076 w 3114960"/>
              <a:gd name="connsiteY39266" fmla="*/ 3357753 h 5143785"/>
              <a:gd name="connsiteX39267" fmla="*/ 1743932 w 3114960"/>
              <a:gd name="connsiteY39267" fmla="*/ 3371279 h 5143785"/>
              <a:gd name="connsiteX39268" fmla="*/ 1743456 w 3114960"/>
              <a:gd name="connsiteY39268" fmla="*/ 3374708 h 5143785"/>
              <a:gd name="connsiteX39269" fmla="*/ 1742980 w 3114960"/>
              <a:gd name="connsiteY39269" fmla="*/ 3371279 h 5143785"/>
              <a:gd name="connsiteX39270" fmla="*/ 1737836 w 3114960"/>
              <a:gd name="connsiteY39270" fmla="*/ 3357753 h 5143785"/>
              <a:gd name="connsiteX39271" fmla="*/ 1737836 w 3114960"/>
              <a:gd name="connsiteY39271" fmla="*/ 3357753 h 5143785"/>
              <a:gd name="connsiteX39272" fmla="*/ 1732693 w 3114960"/>
              <a:gd name="connsiteY39272" fmla="*/ 3371279 h 5143785"/>
              <a:gd name="connsiteX39273" fmla="*/ 1732217 w 3114960"/>
              <a:gd name="connsiteY39273" fmla="*/ 3374612 h 5143785"/>
              <a:gd name="connsiteX39274" fmla="*/ 1731836 w 3114960"/>
              <a:gd name="connsiteY39274" fmla="*/ 3371279 h 5143785"/>
              <a:gd name="connsiteX39275" fmla="*/ 1726692 w 3114960"/>
              <a:gd name="connsiteY39275" fmla="*/ 3357753 h 5143785"/>
              <a:gd name="connsiteX39276" fmla="*/ 1726692 w 3114960"/>
              <a:gd name="connsiteY39276" fmla="*/ 3357753 h 5143785"/>
              <a:gd name="connsiteX39277" fmla="*/ 1721549 w 3114960"/>
              <a:gd name="connsiteY39277" fmla="*/ 3371279 h 5143785"/>
              <a:gd name="connsiteX39278" fmla="*/ 1721168 w 3114960"/>
              <a:gd name="connsiteY39278" fmla="*/ 3374612 h 5143785"/>
              <a:gd name="connsiteX39279" fmla="*/ 1720787 w 3114960"/>
              <a:gd name="connsiteY39279" fmla="*/ 3371279 h 5143785"/>
              <a:gd name="connsiteX39280" fmla="*/ 1715643 w 3114960"/>
              <a:gd name="connsiteY39280" fmla="*/ 3357753 h 5143785"/>
              <a:gd name="connsiteX39281" fmla="*/ 1715643 w 3114960"/>
              <a:gd name="connsiteY39281" fmla="*/ 3357753 h 5143785"/>
              <a:gd name="connsiteX39282" fmla="*/ 1710500 w 3114960"/>
              <a:gd name="connsiteY39282" fmla="*/ 3371279 h 5143785"/>
              <a:gd name="connsiteX39283" fmla="*/ 1710119 w 3114960"/>
              <a:gd name="connsiteY39283" fmla="*/ 3374612 h 5143785"/>
              <a:gd name="connsiteX39284" fmla="*/ 1709738 w 3114960"/>
              <a:gd name="connsiteY39284" fmla="*/ 3371279 h 5143785"/>
              <a:gd name="connsiteX39285" fmla="*/ 1704594 w 3114960"/>
              <a:gd name="connsiteY39285" fmla="*/ 3357753 h 5143785"/>
              <a:gd name="connsiteX39286" fmla="*/ 1704594 w 3114960"/>
              <a:gd name="connsiteY39286" fmla="*/ 3357753 h 5143785"/>
              <a:gd name="connsiteX39287" fmla="*/ 1699451 w 3114960"/>
              <a:gd name="connsiteY39287" fmla="*/ 3371279 h 5143785"/>
              <a:gd name="connsiteX39288" fmla="*/ 1699070 w 3114960"/>
              <a:gd name="connsiteY39288" fmla="*/ 3374612 h 5143785"/>
              <a:gd name="connsiteX39289" fmla="*/ 1698689 w 3114960"/>
              <a:gd name="connsiteY39289" fmla="*/ 3371279 h 5143785"/>
              <a:gd name="connsiteX39290" fmla="*/ 1693545 w 3114960"/>
              <a:gd name="connsiteY39290" fmla="*/ 3357753 h 5143785"/>
              <a:gd name="connsiteX39291" fmla="*/ 1693545 w 3114960"/>
              <a:gd name="connsiteY39291" fmla="*/ 3357753 h 5143785"/>
              <a:gd name="connsiteX39292" fmla="*/ 1688402 w 3114960"/>
              <a:gd name="connsiteY39292" fmla="*/ 3371279 h 5143785"/>
              <a:gd name="connsiteX39293" fmla="*/ 1688021 w 3114960"/>
              <a:gd name="connsiteY39293" fmla="*/ 3374612 h 5143785"/>
              <a:gd name="connsiteX39294" fmla="*/ 1687640 w 3114960"/>
              <a:gd name="connsiteY39294" fmla="*/ 3371279 h 5143785"/>
              <a:gd name="connsiteX39295" fmla="*/ 1682496 w 3114960"/>
              <a:gd name="connsiteY39295" fmla="*/ 3357753 h 5143785"/>
              <a:gd name="connsiteX39296" fmla="*/ 1682496 w 3114960"/>
              <a:gd name="connsiteY39296" fmla="*/ 3357753 h 5143785"/>
              <a:gd name="connsiteX39297" fmla="*/ 1677353 w 3114960"/>
              <a:gd name="connsiteY39297" fmla="*/ 3371279 h 5143785"/>
              <a:gd name="connsiteX39298" fmla="*/ 1676972 w 3114960"/>
              <a:gd name="connsiteY39298" fmla="*/ 3374612 h 5143785"/>
              <a:gd name="connsiteX39299" fmla="*/ 1676591 w 3114960"/>
              <a:gd name="connsiteY39299" fmla="*/ 3371279 h 5143785"/>
              <a:gd name="connsiteX39300" fmla="*/ 1671447 w 3114960"/>
              <a:gd name="connsiteY39300" fmla="*/ 3357658 h 5143785"/>
              <a:gd name="connsiteX39301" fmla="*/ 1671447 w 3114960"/>
              <a:gd name="connsiteY39301" fmla="*/ 3357658 h 5143785"/>
              <a:gd name="connsiteX39302" fmla="*/ 1666303 w 3114960"/>
              <a:gd name="connsiteY39302" fmla="*/ 3371184 h 5143785"/>
              <a:gd name="connsiteX39303" fmla="*/ 1665923 w 3114960"/>
              <a:gd name="connsiteY39303" fmla="*/ 3374517 h 5143785"/>
              <a:gd name="connsiteX39304" fmla="*/ 1665542 w 3114960"/>
              <a:gd name="connsiteY39304" fmla="*/ 3371184 h 5143785"/>
              <a:gd name="connsiteX39305" fmla="*/ 1660398 w 3114960"/>
              <a:gd name="connsiteY39305" fmla="*/ 3357658 h 5143785"/>
              <a:gd name="connsiteX39306" fmla="*/ 1660398 w 3114960"/>
              <a:gd name="connsiteY39306" fmla="*/ 3357658 h 5143785"/>
              <a:gd name="connsiteX39307" fmla="*/ 1655255 w 3114960"/>
              <a:gd name="connsiteY39307" fmla="*/ 3371184 h 5143785"/>
              <a:gd name="connsiteX39308" fmla="*/ 1654778 w 3114960"/>
              <a:gd name="connsiteY39308" fmla="*/ 3374612 h 5143785"/>
              <a:gd name="connsiteX39309" fmla="*/ 1654397 w 3114960"/>
              <a:gd name="connsiteY39309" fmla="*/ 3371184 h 5143785"/>
              <a:gd name="connsiteX39310" fmla="*/ 1649254 w 3114960"/>
              <a:gd name="connsiteY39310" fmla="*/ 3357658 h 5143785"/>
              <a:gd name="connsiteX39311" fmla="*/ 1649254 w 3114960"/>
              <a:gd name="connsiteY39311" fmla="*/ 3357658 h 5143785"/>
              <a:gd name="connsiteX39312" fmla="*/ 1644110 w 3114960"/>
              <a:gd name="connsiteY39312" fmla="*/ 3371184 h 5143785"/>
              <a:gd name="connsiteX39313" fmla="*/ 1643634 w 3114960"/>
              <a:gd name="connsiteY39313" fmla="*/ 3374612 h 5143785"/>
              <a:gd name="connsiteX39314" fmla="*/ 1643253 w 3114960"/>
              <a:gd name="connsiteY39314" fmla="*/ 3371184 h 5143785"/>
              <a:gd name="connsiteX39315" fmla="*/ 1638110 w 3114960"/>
              <a:gd name="connsiteY39315" fmla="*/ 3357658 h 5143785"/>
              <a:gd name="connsiteX39316" fmla="*/ 1638110 w 3114960"/>
              <a:gd name="connsiteY39316" fmla="*/ 3357658 h 5143785"/>
              <a:gd name="connsiteX39317" fmla="*/ 1632966 w 3114960"/>
              <a:gd name="connsiteY39317" fmla="*/ 3371184 h 5143785"/>
              <a:gd name="connsiteX39318" fmla="*/ 1632585 w 3114960"/>
              <a:gd name="connsiteY39318" fmla="*/ 3374517 h 5143785"/>
              <a:gd name="connsiteX39319" fmla="*/ 1632204 w 3114960"/>
              <a:gd name="connsiteY39319" fmla="*/ 3371184 h 5143785"/>
              <a:gd name="connsiteX39320" fmla="*/ 1632204 w 3114960"/>
              <a:gd name="connsiteY39320" fmla="*/ 3370231 h 5143785"/>
              <a:gd name="connsiteX39321" fmla="*/ 1632109 w 3114960"/>
              <a:gd name="connsiteY39321" fmla="*/ 3366230 h 5143785"/>
              <a:gd name="connsiteX39322" fmla="*/ 1625441 w 3114960"/>
              <a:gd name="connsiteY39322" fmla="*/ 3359563 h 5143785"/>
              <a:gd name="connsiteX39323" fmla="*/ 1599343 w 3114960"/>
              <a:gd name="connsiteY39323" fmla="*/ 3359563 h 5143785"/>
              <a:gd name="connsiteX39324" fmla="*/ 1592675 w 3114960"/>
              <a:gd name="connsiteY39324" fmla="*/ 3366230 h 5143785"/>
              <a:gd name="connsiteX39325" fmla="*/ 1592675 w 3114960"/>
              <a:gd name="connsiteY39325" fmla="*/ 3368040 h 5143785"/>
              <a:gd name="connsiteX39326" fmla="*/ 1526572 w 3114960"/>
              <a:gd name="connsiteY39326" fmla="*/ 3368040 h 5143785"/>
              <a:gd name="connsiteX39327" fmla="*/ 1505807 w 3114960"/>
              <a:gd name="connsiteY39327" fmla="*/ 3343275 h 5143785"/>
              <a:gd name="connsiteX39328" fmla="*/ 1505522 w 3114960"/>
              <a:gd name="connsiteY39328" fmla="*/ 3214116 h 5143785"/>
              <a:gd name="connsiteX39329" fmla="*/ 1556004 w 3114960"/>
              <a:gd name="connsiteY39329" fmla="*/ 3166872 h 5143785"/>
              <a:gd name="connsiteX39330" fmla="*/ 1588580 w 3114960"/>
              <a:gd name="connsiteY39330" fmla="*/ 3166872 h 5143785"/>
              <a:gd name="connsiteX39331" fmla="*/ 1600391 w 3114960"/>
              <a:gd name="connsiteY39331" fmla="*/ 3176778 h 5143785"/>
              <a:gd name="connsiteX39332" fmla="*/ 1612202 w 3114960"/>
              <a:gd name="connsiteY39332" fmla="*/ 3167063 h 5143785"/>
              <a:gd name="connsiteX39333" fmla="*/ 1687354 w 3114960"/>
              <a:gd name="connsiteY39333" fmla="*/ 3167063 h 5143785"/>
              <a:gd name="connsiteX39334" fmla="*/ 1724597 w 3114960"/>
              <a:gd name="connsiteY39334" fmla="*/ 3206496 h 5143785"/>
              <a:gd name="connsiteX39335" fmla="*/ 1888903 w 3114960"/>
              <a:gd name="connsiteY39335" fmla="*/ 3206115 h 5143785"/>
              <a:gd name="connsiteX39336" fmla="*/ 1889855 w 3114960"/>
              <a:gd name="connsiteY39336" fmla="*/ 3206115 h 5143785"/>
              <a:gd name="connsiteX39337" fmla="*/ 1945767 w 3114960"/>
              <a:gd name="connsiteY39337" fmla="*/ 3154585 h 5143785"/>
              <a:gd name="connsiteX39338" fmla="*/ 1971961 w 3114960"/>
              <a:gd name="connsiteY39338" fmla="*/ 3154585 h 5143785"/>
              <a:gd name="connsiteX39339" fmla="*/ 1981200 w 3114960"/>
              <a:gd name="connsiteY39339" fmla="*/ 3161919 h 5143785"/>
              <a:gd name="connsiteX39340" fmla="*/ 1990916 w 3114960"/>
              <a:gd name="connsiteY39340" fmla="*/ 3152109 h 5143785"/>
              <a:gd name="connsiteX39341" fmla="*/ 1981200 w 3114960"/>
              <a:gd name="connsiteY39341" fmla="*/ 3142298 h 5143785"/>
              <a:gd name="connsiteX39342" fmla="*/ 1971866 w 3114960"/>
              <a:gd name="connsiteY39342" fmla="*/ 3149727 h 5143785"/>
              <a:gd name="connsiteX39343" fmla="*/ 1943862 w 3114960"/>
              <a:gd name="connsiteY39343" fmla="*/ 3149727 h 5143785"/>
              <a:gd name="connsiteX39344" fmla="*/ 1887950 w 3114960"/>
              <a:gd name="connsiteY39344" fmla="*/ 3201257 h 5143785"/>
              <a:gd name="connsiteX39345" fmla="*/ 1726692 w 3114960"/>
              <a:gd name="connsiteY39345" fmla="*/ 3201638 h 5143785"/>
              <a:gd name="connsiteX39346" fmla="*/ 1689449 w 3114960"/>
              <a:gd name="connsiteY39346" fmla="*/ 3162110 h 5143785"/>
              <a:gd name="connsiteX39347" fmla="*/ 1612297 w 3114960"/>
              <a:gd name="connsiteY39347" fmla="*/ 3162110 h 5143785"/>
              <a:gd name="connsiteX39348" fmla="*/ 1600391 w 3114960"/>
              <a:gd name="connsiteY39348" fmla="*/ 3152109 h 5143785"/>
              <a:gd name="connsiteX39349" fmla="*/ 1588580 w 3114960"/>
              <a:gd name="connsiteY39349" fmla="*/ 3162014 h 5143785"/>
              <a:gd name="connsiteX39350" fmla="*/ 1554099 w 3114960"/>
              <a:gd name="connsiteY39350" fmla="*/ 3162014 h 5143785"/>
              <a:gd name="connsiteX39351" fmla="*/ 1500664 w 3114960"/>
              <a:gd name="connsiteY39351" fmla="*/ 3211925 h 5143785"/>
              <a:gd name="connsiteX39352" fmla="*/ 1500950 w 3114960"/>
              <a:gd name="connsiteY39352" fmla="*/ 3343942 h 5143785"/>
              <a:gd name="connsiteX39353" fmla="*/ 1500950 w 3114960"/>
              <a:gd name="connsiteY39353" fmla="*/ 3344799 h 5143785"/>
              <a:gd name="connsiteX39354" fmla="*/ 1524286 w 3114960"/>
              <a:gd name="connsiteY39354" fmla="*/ 3372612 h 5143785"/>
              <a:gd name="connsiteX39355" fmla="*/ 1592675 w 3114960"/>
              <a:gd name="connsiteY39355" fmla="*/ 3372612 h 5143785"/>
              <a:gd name="connsiteX39356" fmla="*/ 1592675 w 3114960"/>
              <a:gd name="connsiteY39356" fmla="*/ 3374422 h 5143785"/>
              <a:gd name="connsiteX39357" fmla="*/ 1599343 w 3114960"/>
              <a:gd name="connsiteY39357" fmla="*/ 3381089 h 5143785"/>
              <a:gd name="connsiteX39358" fmla="*/ 1625441 w 3114960"/>
              <a:gd name="connsiteY39358" fmla="*/ 3381089 h 5143785"/>
              <a:gd name="connsiteX39359" fmla="*/ 1628775 w 3114960"/>
              <a:gd name="connsiteY39359" fmla="*/ 3380042 h 5143785"/>
              <a:gd name="connsiteX39360" fmla="*/ 1632585 w 3114960"/>
              <a:gd name="connsiteY39360" fmla="*/ 3385090 h 5143785"/>
              <a:gd name="connsiteX39361" fmla="*/ 1632585 w 3114960"/>
              <a:gd name="connsiteY39361" fmla="*/ 3385090 h 5143785"/>
              <a:gd name="connsiteX39362" fmla="*/ 1637728 w 3114960"/>
              <a:gd name="connsiteY39362" fmla="*/ 3371564 h 5143785"/>
              <a:gd name="connsiteX39363" fmla="*/ 1638110 w 3114960"/>
              <a:gd name="connsiteY39363" fmla="*/ 3368230 h 5143785"/>
              <a:gd name="connsiteX39364" fmla="*/ 1638491 w 3114960"/>
              <a:gd name="connsiteY39364" fmla="*/ 3371564 h 5143785"/>
              <a:gd name="connsiteX39365" fmla="*/ 1643634 w 3114960"/>
              <a:gd name="connsiteY39365" fmla="*/ 3385090 h 5143785"/>
              <a:gd name="connsiteX39366" fmla="*/ 1643634 w 3114960"/>
              <a:gd name="connsiteY39366" fmla="*/ 3385090 h 5143785"/>
              <a:gd name="connsiteX39367" fmla="*/ 1648778 w 3114960"/>
              <a:gd name="connsiteY39367" fmla="*/ 3371564 h 5143785"/>
              <a:gd name="connsiteX39368" fmla="*/ 1649254 w 3114960"/>
              <a:gd name="connsiteY39368" fmla="*/ 3368135 h 5143785"/>
              <a:gd name="connsiteX39369" fmla="*/ 1649635 w 3114960"/>
              <a:gd name="connsiteY39369" fmla="*/ 3371564 h 5143785"/>
              <a:gd name="connsiteX39370" fmla="*/ 1654778 w 3114960"/>
              <a:gd name="connsiteY39370" fmla="*/ 3385090 h 5143785"/>
              <a:gd name="connsiteX39371" fmla="*/ 1654778 w 3114960"/>
              <a:gd name="connsiteY39371" fmla="*/ 3385090 h 5143785"/>
              <a:gd name="connsiteX39372" fmla="*/ 1659922 w 3114960"/>
              <a:gd name="connsiteY39372" fmla="*/ 3371564 h 5143785"/>
              <a:gd name="connsiteX39373" fmla="*/ 1660303 w 3114960"/>
              <a:gd name="connsiteY39373" fmla="*/ 3368230 h 5143785"/>
              <a:gd name="connsiteX39374" fmla="*/ 1660684 w 3114960"/>
              <a:gd name="connsiteY39374" fmla="*/ 3371564 h 5143785"/>
              <a:gd name="connsiteX39375" fmla="*/ 1665827 w 3114960"/>
              <a:gd name="connsiteY39375" fmla="*/ 3385090 h 5143785"/>
              <a:gd name="connsiteX39376" fmla="*/ 1670971 w 3114960"/>
              <a:gd name="connsiteY39376" fmla="*/ 3371564 h 5143785"/>
              <a:gd name="connsiteX39377" fmla="*/ 1671352 w 3114960"/>
              <a:gd name="connsiteY39377" fmla="*/ 3368230 h 5143785"/>
              <a:gd name="connsiteX39378" fmla="*/ 1671733 w 3114960"/>
              <a:gd name="connsiteY39378" fmla="*/ 3371564 h 5143785"/>
              <a:gd name="connsiteX39379" fmla="*/ 1676876 w 3114960"/>
              <a:gd name="connsiteY39379" fmla="*/ 3385090 h 5143785"/>
              <a:gd name="connsiteX39380" fmla="*/ 1682020 w 3114960"/>
              <a:gd name="connsiteY39380" fmla="*/ 3371564 h 5143785"/>
              <a:gd name="connsiteX39381" fmla="*/ 1682401 w 3114960"/>
              <a:gd name="connsiteY39381" fmla="*/ 3368230 h 5143785"/>
              <a:gd name="connsiteX39382" fmla="*/ 1682782 w 3114960"/>
              <a:gd name="connsiteY39382" fmla="*/ 3371564 h 5143785"/>
              <a:gd name="connsiteX39383" fmla="*/ 1687925 w 3114960"/>
              <a:gd name="connsiteY39383" fmla="*/ 3385090 h 5143785"/>
              <a:gd name="connsiteX39384" fmla="*/ 1693069 w 3114960"/>
              <a:gd name="connsiteY39384" fmla="*/ 3371564 h 5143785"/>
              <a:gd name="connsiteX39385" fmla="*/ 1693450 w 3114960"/>
              <a:gd name="connsiteY39385" fmla="*/ 3368230 h 5143785"/>
              <a:gd name="connsiteX39386" fmla="*/ 1693831 w 3114960"/>
              <a:gd name="connsiteY39386" fmla="*/ 3371564 h 5143785"/>
              <a:gd name="connsiteX39387" fmla="*/ 1698974 w 3114960"/>
              <a:gd name="connsiteY39387" fmla="*/ 3385185 h 5143785"/>
              <a:gd name="connsiteX39388" fmla="*/ 1704118 w 3114960"/>
              <a:gd name="connsiteY39388" fmla="*/ 3371660 h 5143785"/>
              <a:gd name="connsiteX39389" fmla="*/ 1704499 w 3114960"/>
              <a:gd name="connsiteY39389" fmla="*/ 3368326 h 5143785"/>
              <a:gd name="connsiteX39390" fmla="*/ 1704880 w 3114960"/>
              <a:gd name="connsiteY39390" fmla="*/ 3371660 h 5143785"/>
              <a:gd name="connsiteX39391" fmla="*/ 1710023 w 3114960"/>
              <a:gd name="connsiteY39391" fmla="*/ 3385185 h 5143785"/>
              <a:gd name="connsiteX39392" fmla="*/ 1715167 w 3114960"/>
              <a:gd name="connsiteY39392" fmla="*/ 3371660 h 5143785"/>
              <a:gd name="connsiteX39393" fmla="*/ 1715548 w 3114960"/>
              <a:gd name="connsiteY39393" fmla="*/ 3368326 h 5143785"/>
              <a:gd name="connsiteX39394" fmla="*/ 1715929 w 3114960"/>
              <a:gd name="connsiteY39394" fmla="*/ 3371660 h 5143785"/>
              <a:gd name="connsiteX39395" fmla="*/ 1721072 w 3114960"/>
              <a:gd name="connsiteY39395" fmla="*/ 3385185 h 5143785"/>
              <a:gd name="connsiteX39396" fmla="*/ 1726216 w 3114960"/>
              <a:gd name="connsiteY39396" fmla="*/ 3371660 h 5143785"/>
              <a:gd name="connsiteX39397" fmla="*/ 1726597 w 3114960"/>
              <a:gd name="connsiteY39397" fmla="*/ 3368326 h 5143785"/>
              <a:gd name="connsiteX39398" fmla="*/ 1726978 w 3114960"/>
              <a:gd name="connsiteY39398" fmla="*/ 3371660 h 5143785"/>
              <a:gd name="connsiteX39399" fmla="*/ 1732121 w 3114960"/>
              <a:gd name="connsiteY39399" fmla="*/ 3385185 h 5143785"/>
              <a:gd name="connsiteX39400" fmla="*/ 1737265 w 3114960"/>
              <a:gd name="connsiteY39400" fmla="*/ 3371660 h 5143785"/>
              <a:gd name="connsiteX39401" fmla="*/ 1737741 w 3114960"/>
              <a:gd name="connsiteY39401" fmla="*/ 3368230 h 5143785"/>
              <a:gd name="connsiteX39402" fmla="*/ 1738122 w 3114960"/>
              <a:gd name="connsiteY39402" fmla="*/ 3371660 h 5143785"/>
              <a:gd name="connsiteX39403" fmla="*/ 1743266 w 3114960"/>
              <a:gd name="connsiteY39403" fmla="*/ 3385185 h 5143785"/>
              <a:gd name="connsiteX39404" fmla="*/ 1748409 w 3114960"/>
              <a:gd name="connsiteY39404" fmla="*/ 3371660 h 5143785"/>
              <a:gd name="connsiteX39405" fmla="*/ 1748885 w 3114960"/>
              <a:gd name="connsiteY39405" fmla="*/ 3368230 h 5143785"/>
              <a:gd name="connsiteX39406" fmla="*/ 1749266 w 3114960"/>
              <a:gd name="connsiteY39406" fmla="*/ 3371660 h 5143785"/>
              <a:gd name="connsiteX39407" fmla="*/ 1754410 w 3114960"/>
              <a:gd name="connsiteY39407" fmla="*/ 3385280 h 5143785"/>
              <a:gd name="connsiteX39408" fmla="*/ 1759553 w 3114960"/>
              <a:gd name="connsiteY39408" fmla="*/ 3371755 h 5143785"/>
              <a:gd name="connsiteX39409" fmla="*/ 1759934 w 3114960"/>
              <a:gd name="connsiteY39409" fmla="*/ 3368326 h 5143785"/>
              <a:gd name="connsiteX39410" fmla="*/ 1760315 w 3114960"/>
              <a:gd name="connsiteY39410" fmla="*/ 3371755 h 5143785"/>
              <a:gd name="connsiteX39411" fmla="*/ 1765459 w 3114960"/>
              <a:gd name="connsiteY39411" fmla="*/ 3385280 h 5143785"/>
              <a:gd name="connsiteX39412" fmla="*/ 1770602 w 3114960"/>
              <a:gd name="connsiteY39412" fmla="*/ 3371755 h 5143785"/>
              <a:gd name="connsiteX39413" fmla="*/ 1770983 w 3114960"/>
              <a:gd name="connsiteY39413" fmla="*/ 3368421 h 5143785"/>
              <a:gd name="connsiteX39414" fmla="*/ 1771364 w 3114960"/>
              <a:gd name="connsiteY39414" fmla="*/ 3371755 h 5143785"/>
              <a:gd name="connsiteX39415" fmla="*/ 1776508 w 3114960"/>
              <a:gd name="connsiteY39415" fmla="*/ 3385280 h 5143785"/>
              <a:gd name="connsiteX39416" fmla="*/ 1780413 w 3114960"/>
              <a:gd name="connsiteY39416" fmla="*/ 3379946 h 5143785"/>
              <a:gd name="connsiteX39417" fmla="*/ 1783747 w 3114960"/>
              <a:gd name="connsiteY39417" fmla="*/ 3380994 h 5143785"/>
              <a:gd name="connsiteX39418" fmla="*/ 1809845 w 3114960"/>
              <a:gd name="connsiteY39418" fmla="*/ 3380994 h 5143785"/>
              <a:gd name="connsiteX39419" fmla="*/ 1816513 w 3114960"/>
              <a:gd name="connsiteY39419" fmla="*/ 3374612 h 5143785"/>
              <a:gd name="connsiteX39420" fmla="*/ 1832515 w 3114960"/>
              <a:gd name="connsiteY39420" fmla="*/ 3396234 h 5143785"/>
              <a:gd name="connsiteX39421" fmla="*/ 1826990 w 3114960"/>
              <a:gd name="connsiteY39421" fmla="*/ 3405092 h 5143785"/>
              <a:gd name="connsiteX39422" fmla="*/ 1825752 w 3114960"/>
              <a:gd name="connsiteY39422" fmla="*/ 3405092 h 5143785"/>
              <a:gd name="connsiteX39423" fmla="*/ 1825752 w 3114960"/>
              <a:gd name="connsiteY39423" fmla="*/ 3409855 h 5143785"/>
              <a:gd name="connsiteX39424" fmla="*/ 1826990 w 3114960"/>
              <a:gd name="connsiteY39424" fmla="*/ 3409855 h 5143785"/>
              <a:gd name="connsiteX39425" fmla="*/ 1834325 w 3114960"/>
              <a:gd name="connsiteY39425" fmla="*/ 3419380 h 5143785"/>
              <a:gd name="connsiteX39426" fmla="*/ 1814608 w 3114960"/>
              <a:gd name="connsiteY39426" fmla="*/ 3444717 h 5143785"/>
              <a:gd name="connsiteX39427" fmla="*/ 1809750 w 3114960"/>
              <a:gd name="connsiteY39427" fmla="*/ 3442621 h 5143785"/>
              <a:gd name="connsiteX39428" fmla="*/ 1783652 w 3114960"/>
              <a:gd name="connsiteY39428" fmla="*/ 3442621 h 5143785"/>
              <a:gd name="connsiteX39429" fmla="*/ 1776984 w 3114960"/>
              <a:gd name="connsiteY39429" fmla="*/ 3449288 h 5143785"/>
              <a:gd name="connsiteX39430" fmla="*/ 1776984 w 3114960"/>
              <a:gd name="connsiteY39430" fmla="*/ 3454432 h 5143785"/>
              <a:gd name="connsiteX39431" fmla="*/ 1776508 w 3114960"/>
              <a:gd name="connsiteY39431" fmla="*/ 3457766 h 5143785"/>
              <a:gd name="connsiteX39432" fmla="*/ 1776127 w 3114960"/>
              <a:gd name="connsiteY39432" fmla="*/ 3454432 h 5143785"/>
              <a:gd name="connsiteX39433" fmla="*/ 1770983 w 3114960"/>
              <a:gd name="connsiteY39433" fmla="*/ 3440906 h 5143785"/>
              <a:gd name="connsiteX39434" fmla="*/ 1770983 w 3114960"/>
              <a:gd name="connsiteY39434" fmla="*/ 3440906 h 5143785"/>
              <a:gd name="connsiteX39435" fmla="*/ 1765840 w 3114960"/>
              <a:gd name="connsiteY39435" fmla="*/ 3454432 h 5143785"/>
              <a:gd name="connsiteX39436" fmla="*/ 1765459 w 3114960"/>
              <a:gd name="connsiteY39436" fmla="*/ 3457766 h 5143785"/>
              <a:gd name="connsiteX39437" fmla="*/ 1765078 w 3114960"/>
              <a:gd name="connsiteY39437" fmla="*/ 3454432 h 5143785"/>
              <a:gd name="connsiteX39438" fmla="*/ 1759934 w 3114960"/>
              <a:gd name="connsiteY39438" fmla="*/ 3440811 h 5143785"/>
              <a:gd name="connsiteX39439" fmla="*/ 1759934 w 3114960"/>
              <a:gd name="connsiteY39439" fmla="*/ 3440811 h 5143785"/>
              <a:gd name="connsiteX39440" fmla="*/ 1754791 w 3114960"/>
              <a:gd name="connsiteY39440" fmla="*/ 3454337 h 5143785"/>
              <a:gd name="connsiteX39441" fmla="*/ 1754315 w 3114960"/>
              <a:gd name="connsiteY39441" fmla="*/ 3457766 h 5143785"/>
              <a:gd name="connsiteX39442" fmla="*/ 1753934 w 3114960"/>
              <a:gd name="connsiteY39442" fmla="*/ 3454337 h 5143785"/>
              <a:gd name="connsiteX39443" fmla="*/ 1748790 w 3114960"/>
              <a:gd name="connsiteY39443" fmla="*/ 3440811 h 5143785"/>
              <a:gd name="connsiteX39444" fmla="*/ 1743647 w 3114960"/>
              <a:gd name="connsiteY39444" fmla="*/ 3454337 h 5143785"/>
              <a:gd name="connsiteX39445" fmla="*/ 1743170 w 3114960"/>
              <a:gd name="connsiteY39445" fmla="*/ 3457766 h 5143785"/>
              <a:gd name="connsiteX39446" fmla="*/ 1742694 w 3114960"/>
              <a:gd name="connsiteY39446" fmla="*/ 3454337 h 5143785"/>
              <a:gd name="connsiteX39447" fmla="*/ 1737551 w 3114960"/>
              <a:gd name="connsiteY39447" fmla="*/ 3440811 h 5143785"/>
              <a:gd name="connsiteX39448" fmla="*/ 1737551 w 3114960"/>
              <a:gd name="connsiteY39448" fmla="*/ 3440811 h 5143785"/>
              <a:gd name="connsiteX39449" fmla="*/ 1732407 w 3114960"/>
              <a:gd name="connsiteY39449" fmla="*/ 3454337 h 5143785"/>
              <a:gd name="connsiteX39450" fmla="*/ 1731931 w 3114960"/>
              <a:gd name="connsiteY39450" fmla="*/ 3457670 h 5143785"/>
              <a:gd name="connsiteX39451" fmla="*/ 1731550 w 3114960"/>
              <a:gd name="connsiteY39451" fmla="*/ 3454337 h 5143785"/>
              <a:gd name="connsiteX39452" fmla="*/ 1726406 w 3114960"/>
              <a:gd name="connsiteY39452" fmla="*/ 3440811 h 5143785"/>
              <a:gd name="connsiteX39453" fmla="*/ 1726406 w 3114960"/>
              <a:gd name="connsiteY39453" fmla="*/ 3440811 h 5143785"/>
              <a:gd name="connsiteX39454" fmla="*/ 1721263 w 3114960"/>
              <a:gd name="connsiteY39454" fmla="*/ 3454337 h 5143785"/>
              <a:gd name="connsiteX39455" fmla="*/ 1720882 w 3114960"/>
              <a:gd name="connsiteY39455" fmla="*/ 3457670 h 5143785"/>
              <a:gd name="connsiteX39456" fmla="*/ 1720501 w 3114960"/>
              <a:gd name="connsiteY39456" fmla="*/ 3454337 h 5143785"/>
              <a:gd name="connsiteX39457" fmla="*/ 1715357 w 3114960"/>
              <a:gd name="connsiteY39457" fmla="*/ 3440811 h 5143785"/>
              <a:gd name="connsiteX39458" fmla="*/ 1715357 w 3114960"/>
              <a:gd name="connsiteY39458" fmla="*/ 3440811 h 5143785"/>
              <a:gd name="connsiteX39459" fmla="*/ 1710214 w 3114960"/>
              <a:gd name="connsiteY39459" fmla="*/ 3454337 h 5143785"/>
              <a:gd name="connsiteX39460" fmla="*/ 1709833 w 3114960"/>
              <a:gd name="connsiteY39460" fmla="*/ 3457670 h 5143785"/>
              <a:gd name="connsiteX39461" fmla="*/ 1709452 w 3114960"/>
              <a:gd name="connsiteY39461" fmla="*/ 3454337 h 5143785"/>
              <a:gd name="connsiteX39462" fmla="*/ 1704308 w 3114960"/>
              <a:gd name="connsiteY39462" fmla="*/ 3440811 h 5143785"/>
              <a:gd name="connsiteX39463" fmla="*/ 1704308 w 3114960"/>
              <a:gd name="connsiteY39463" fmla="*/ 3440811 h 5143785"/>
              <a:gd name="connsiteX39464" fmla="*/ 1699165 w 3114960"/>
              <a:gd name="connsiteY39464" fmla="*/ 3454337 h 5143785"/>
              <a:gd name="connsiteX39465" fmla="*/ 1698784 w 3114960"/>
              <a:gd name="connsiteY39465" fmla="*/ 3457670 h 5143785"/>
              <a:gd name="connsiteX39466" fmla="*/ 1698403 w 3114960"/>
              <a:gd name="connsiteY39466" fmla="*/ 3454337 h 5143785"/>
              <a:gd name="connsiteX39467" fmla="*/ 1693259 w 3114960"/>
              <a:gd name="connsiteY39467" fmla="*/ 3440811 h 5143785"/>
              <a:gd name="connsiteX39468" fmla="*/ 1693259 w 3114960"/>
              <a:gd name="connsiteY39468" fmla="*/ 3440811 h 5143785"/>
              <a:gd name="connsiteX39469" fmla="*/ 1688116 w 3114960"/>
              <a:gd name="connsiteY39469" fmla="*/ 3454337 h 5143785"/>
              <a:gd name="connsiteX39470" fmla="*/ 1687735 w 3114960"/>
              <a:gd name="connsiteY39470" fmla="*/ 3457670 h 5143785"/>
              <a:gd name="connsiteX39471" fmla="*/ 1687354 w 3114960"/>
              <a:gd name="connsiteY39471" fmla="*/ 3454337 h 5143785"/>
              <a:gd name="connsiteX39472" fmla="*/ 1682210 w 3114960"/>
              <a:gd name="connsiteY39472" fmla="*/ 3440811 h 5143785"/>
              <a:gd name="connsiteX39473" fmla="*/ 1677067 w 3114960"/>
              <a:gd name="connsiteY39473" fmla="*/ 3454337 h 5143785"/>
              <a:gd name="connsiteX39474" fmla="*/ 1676686 w 3114960"/>
              <a:gd name="connsiteY39474" fmla="*/ 3457670 h 5143785"/>
              <a:gd name="connsiteX39475" fmla="*/ 1676305 w 3114960"/>
              <a:gd name="connsiteY39475" fmla="*/ 3454337 h 5143785"/>
              <a:gd name="connsiteX39476" fmla="*/ 1671161 w 3114960"/>
              <a:gd name="connsiteY39476" fmla="*/ 3440716 h 5143785"/>
              <a:gd name="connsiteX39477" fmla="*/ 1671161 w 3114960"/>
              <a:gd name="connsiteY39477" fmla="*/ 3440716 h 5143785"/>
              <a:gd name="connsiteX39478" fmla="*/ 1666018 w 3114960"/>
              <a:gd name="connsiteY39478" fmla="*/ 3454242 h 5143785"/>
              <a:gd name="connsiteX39479" fmla="*/ 1665637 w 3114960"/>
              <a:gd name="connsiteY39479" fmla="*/ 3457575 h 5143785"/>
              <a:gd name="connsiteX39480" fmla="*/ 1665256 w 3114960"/>
              <a:gd name="connsiteY39480" fmla="*/ 3454242 h 5143785"/>
              <a:gd name="connsiteX39481" fmla="*/ 1660112 w 3114960"/>
              <a:gd name="connsiteY39481" fmla="*/ 3440716 h 5143785"/>
              <a:gd name="connsiteX39482" fmla="*/ 1660112 w 3114960"/>
              <a:gd name="connsiteY39482" fmla="*/ 3440716 h 5143785"/>
              <a:gd name="connsiteX39483" fmla="*/ 1654969 w 3114960"/>
              <a:gd name="connsiteY39483" fmla="*/ 3454242 h 5143785"/>
              <a:gd name="connsiteX39484" fmla="*/ 1654493 w 3114960"/>
              <a:gd name="connsiteY39484" fmla="*/ 3457670 h 5143785"/>
              <a:gd name="connsiteX39485" fmla="*/ 1654112 w 3114960"/>
              <a:gd name="connsiteY39485" fmla="*/ 3454242 h 5143785"/>
              <a:gd name="connsiteX39486" fmla="*/ 1648968 w 3114960"/>
              <a:gd name="connsiteY39486" fmla="*/ 3440716 h 5143785"/>
              <a:gd name="connsiteX39487" fmla="*/ 1648968 w 3114960"/>
              <a:gd name="connsiteY39487" fmla="*/ 3440716 h 5143785"/>
              <a:gd name="connsiteX39488" fmla="*/ 1643825 w 3114960"/>
              <a:gd name="connsiteY39488" fmla="*/ 3454242 h 5143785"/>
              <a:gd name="connsiteX39489" fmla="*/ 1643348 w 3114960"/>
              <a:gd name="connsiteY39489" fmla="*/ 3457670 h 5143785"/>
              <a:gd name="connsiteX39490" fmla="*/ 1642967 w 3114960"/>
              <a:gd name="connsiteY39490" fmla="*/ 3454242 h 5143785"/>
              <a:gd name="connsiteX39491" fmla="*/ 1637824 w 3114960"/>
              <a:gd name="connsiteY39491" fmla="*/ 3440716 h 5143785"/>
              <a:gd name="connsiteX39492" fmla="*/ 1637824 w 3114960"/>
              <a:gd name="connsiteY39492" fmla="*/ 3440716 h 5143785"/>
              <a:gd name="connsiteX39493" fmla="*/ 1632680 w 3114960"/>
              <a:gd name="connsiteY39493" fmla="*/ 3454242 h 5143785"/>
              <a:gd name="connsiteX39494" fmla="*/ 1632299 w 3114960"/>
              <a:gd name="connsiteY39494" fmla="*/ 3457575 h 5143785"/>
              <a:gd name="connsiteX39495" fmla="*/ 1631918 w 3114960"/>
              <a:gd name="connsiteY39495" fmla="*/ 3454242 h 5143785"/>
              <a:gd name="connsiteX39496" fmla="*/ 1631918 w 3114960"/>
              <a:gd name="connsiteY39496" fmla="*/ 3453289 h 5143785"/>
              <a:gd name="connsiteX39497" fmla="*/ 1631823 w 3114960"/>
              <a:gd name="connsiteY39497" fmla="*/ 3449288 h 5143785"/>
              <a:gd name="connsiteX39498" fmla="*/ 1625156 w 3114960"/>
              <a:gd name="connsiteY39498" fmla="*/ 3442621 h 5143785"/>
              <a:gd name="connsiteX39499" fmla="*/ 1599057 w 3114960"/>
              <a:gd name="connsiteY39499" fmla="*/ 3442621 h 5143785"/>
              <a:gd name="connsiteX39500" fmla="*/ 1592390 w 3114960"/>
              <a:gd name="connsiteY39500" fmla="*/ 3449288 h 5143785"/>
              <a:gd name="connsiteX39501" fmla="*/ 1592390 w 3114960"/>
              <a:gd name="connsiteY39501" fmla="*/ 3452241 h 5143785"/>
              <a:gd name="connsiteX39502" fmla="*/ 1530668 w 3114960"/>
              <a:gd name="connsiteY39502" fmla="*/ 3452241 h 5143785"/>
              <a:gd name="connsiteX39503" fmla="*/ 1499711 w 3114960"/>
              <a:gd name="connsiteY39503" fmla="*/ 3491579 h 5143785"/>
              <a:gd name="connsiteX39504" fmla="*/ 1499711 w 3114960"/>
              <a:gd name="connsiteY39504" fmla="*/ 3595021 h 5143785"/>
              <a:gd name="connsiteX39505" fmla="*/ 1487234 w 3114960"/>
              <a:gd name="connsiteY39505" fmla="*/ 3611594 h 5143785"/>
              <a:gd name="connsiteX39506" fmla="*/ 1487234 w 3114960"/>
              <a:gd name="connsiteY39506" fmla="*/ 3662267 h 5143785"/>
              <a:gd name="connsiteX39507" fmla="*/ 1475994 w 3114960"/>
              <a:gd name="connsiteY39507" fmla="*/ 3675698 h 5143785"/>
              <a:gd name="connsiteX39508" fmla="*/ 1477994 w 3114960"/>
              <a:gd name="connsiteY39508" fmla="*/ 3682842 h 5143785"/>
              <a:gd name="connsiteX39509" fmla="*/ 1393698 w 3114960"/>
              <a:gd name="connsiteY39509" fmla="*/ 3755708 h 5143785"/>
              <a:gd name="connsiteX39510" fmla="*/ 1327690 w 3114960"/>
              <a:gd name="connsiteY39510" fmla="*/ 3755898 h 5143785"/>
              <a:gd name="connsiteX39511" fmla="*/ 1327690 w 3114960"/>
              <a:gd name="connsiteY39511" fmla="*/ 3753231 h 5143785"/>
              <a:gd name="connsiteX39512" fmla="*/ 1323785 w 3114960"/>
              <a:gd name="connsiteY39512" fmla="*/ 3749326 h 5143785"/>
              <a:gd name="connsiteX39513" fmla="*/ 1313878 w 3114960"/>
              <a:gd name="connsiteY39513" fmla="*/ 3749326 h 5143785"/>
              <a:gd name="connsiteX39514" fmla="*/ 1309973 w 3114960"/>
              <a:gd name="connsiteY39514" fmla="*/ 3753231 h 5143785"/>
              <a:gd name="connsiteX39515" fmla="*/ 1309973 w 3114960"/>
              <a:gd name="connsiteY39515" fmla="*/ 3763137 h 5143785"/>
              <a:gd name="connsiteX39516" fmla="*/ 1313878 w 3114960"/>
              <a:gd name="connsiteY39516" fmla="*/ 3767042 h 5143785"/>
              <a:gd name="connsiteX39517" fmla="*/ 1323785 w 3114960"/>
              <a:gd name="connsiteY39517" fmla="*/ 3767042 h 5143785"/>
              <a:gd name="connsiteX39518" fmla="*/ 1327690 w 3114960"/>
              <a:gd name="connsiteY39518" fmla="*/ 3763137 h 5143785"/>
              <a:gd name="connsiteX39519" fmla="*/ 1327690 w 3114960"/>
              <a:gd name="connsiteY39519" fmla="*/ 3760661 h 5143785"/>
              <a:gd name="connsiteX39520" fmla="*/ 1395413 w 3114960"/>
              <a:gd name="connsiteY39520" fmla="*/ 3760470 h 5143785"/>
              <a:gd name="connsiteX39521" fmla="*/ 1481138 w 3114960"/>
              <a:gd name="connsiteY39521" fmla="*/ 3686366 h 5143785"/>
              <a:gd name="connsiteX39522" fmla="*/ 1481138 w 3114960"/>
              <a:gd name="connsiteY39522" fmla="*/ 3686366 h 5143785"/>
              <a:gd name="connsiteX39523" fmla="*/ 1489615 w 3114960"/>
              <a:gd name="connsiteY39523" fmla="*/ 3689413 h 5143785"/>
              <a:gd name="connsiteX39524" fmla="*/ 1503236 w 3114960"/>
              <a:gd name="connsiteY39524" fmla="*/ 3675793 h 5143785"/>
              <a:gd name="connsiteX39525" fmla="*/ 1491996 w 3114960"/>
              <a:gd name="connsiteY39525" fmla="*/ 3662363 h 5143785"/>
              <a:gd name="connsiteX39526" fmla="*/ 1491996 w 3114960"/>
              <a:gd name="connsiteY39526" fmla="*/ 3613309 h 5143785"/>
              <a:gd name="connsiteX39527" fmla="*/ 1504474 w 3114960"/>
              <a:gd name="connsiteY39527" fmla="*/ 3596735 h 5143785"/>
              <a:gd name="connsiteX39528" fmla="*/ 1504474 w 3114960"/>
              <a:gd name="connsiteY39528" fmla="*/ 3493294 h 5143785"/>
              <a:gd name="connsiteX39529" fmla="*/ 1532953 w 3114960"/>
              <a:gd name="connsiteY39529" fmla="*/ 3457004 h 5143785"/>
              <a:gd name="connsiteX39530" fmla="*/ 1592294 w 3114960"/>
              <a:gd name="connsiteY39530" fmla="*/ 3457004 h 5143785"/>
              <a:gd name="connsiteX39531" fmla="*/ 1592294 w 3114960"/>
              <a:gd name="connsiteY39531" fmla="*/ 3457575 h 5143785"/>
              <a:gd name="connsiteX39532" fmla="*/ 1598962 w 3114960"/>
              <a:gd name="connsiteY39532" fmla="*/ 3464243 h 5143785"/>
              <a:gd name="connsiteX39533" fmla="*/ 1625060 w 3114960"/>
              <a:gd name="connsiteY39533" fmla="*/ 3464243 h 5143785"/>
              <a:gd name="connsiteX39534" fmla="*/ 1628394 w 3114960"/>
              <a:gd name="connsiteY39534" fmla="*/ 3463195 h 5143785"/>
              <a:gd name="connsiteX39535" fmla="*/ 1632204 w 3114960"/>
              <a:gd name="connsiteY39535" fmla="*/ 3468243 h 5143785"/>
              <a:gd name="connsiteX39536" fmla="*/ 1632204 w 3114960"/>
              <a:gd name="connsiteY39536" fmla="*/ 3468243 h 5143785"/>
              <a:gd name="connsiteX39537" fmla="*/ 1637348 w 3114960"/>
              <a:gd name="connsiteY39537" fmla="*/ 3454718 h 5143785"/>
              <a:gd name="connsiteX39538" fmla="*/ 1637728 w 3114960"/>
              <a:gd name="connsiteY39538" fmla="*/ 3451384 h 5143785"/>
              <a:gd name="connsiteX39539" fmla="*/ 1638110 w 3114960"/>
              <a:gd name="connsiteY39539" fmla="*/ 3454718 h 5143785"/>
              <a:gd name="connsiteX39540" fmla="*/ 1643253 w 3114960"/>
              <a:gd name="connsiteY39540" fmla="*/ 3468243 h 5143785"/>
              <a:gd name="connsiteX39541" fmla="*/ 1643253 w 3114960"/>
              <a:gd name="connsiteY39541" fmla="*/ 3468243 h 5143785"/>
              <a:gd name="connsiteX39542" fmla="*/ 1648397 w 3114960"/>
              <a:gd name="connsiteY39542" fmla="*/ 3454718 h 5143785"/>
              <a:gd name="connsiteX39543" fmla="*/ 1648873 w 3114960"/>
              <a:gd name="connsiteY39543" fmla="*/ 3451288 h 5143785"/>
              <a:gd name="connsiteX39544" fmla="*/ 1649254 w 3114960"/>
              <a:gd name="connsiteY39544" fmla="*/ 3454718 h 5143785"/>
              <a:gd name="connsiteX39545" fmla="*/ 1654397 w 3114960"/>
              <a:gd name="connsiteY39545" fmla="*/ 3468243 h 5143785"/>
              <a:gd name="connsiteX39546" fmla="*/ 1654397 w 3114960"/>
              <a:gd name="connsiteY39546" fmla="*/ 3468243 h 5143785"/>
              <a:gd name="connsiteX39547" fmla="*/ 1659541 w 3114960"/>
              <a:gd name="connsiteY39547" fmla="*/ 3454718 h 5143785"/>
              <a:gd name="connsiteX39548" fmla="*/ 1659922 w 3114960"/>
              <a:gd name="connsiteY39548" fmla="*/ 3451384 h 5143785"/>
              <a:gd name="connsiteX39549" fmla="*/ 1660303 w 3114960"/>
              <a:gd name="connsiteY39549" fmla="*/ 3454718 h 5143785"/>
              <a:gd name="connsiteX39550" fmla="*/ 1665446 w 3114960"/>
              <a:gd name="connsiteY39550" fmla="*/ 3468243 h 5143785"/>
              <a:gd name="connsiteX39551" fmla="*/ 1665446 w 3114960"/>
              <a:gd name="connsiteY39551" fmla="*/ 3468243 h 5143785"/>
              <a:gd name="connsiteX39552" fmla="*/ 1670590 w 3114960"/>
              <a:gd name="connsiteY39552" fmla="*/ 3454718 h 5143785"/>
              <a:gd name="connsiteX39553" fmla="*/ 1670971 w 3114960"/>
              <a:gd name="connsiteY39553" fmla="*/ 3451384 h 5143785"/>
              <a:gd name="connsiteX39554" fmla="*/ 1671352 w 3114960"/>
              <a:gd name="connsiteY39554" fmla="*/ 3454718 h 5143785"/>
              <a:gd name="connsiteX39555" fmla="*/ 1676495 w 3114960"/>
              <a:gd name="connsiteY39555" fmla="*/ 3468243 h 5143785"/>
              <a:gd name="connsiteX39556" fmla="*/ 1676495 w 3114960"/>
              <a:gd name="connsiteY39556" fmla="*/ 3468243 h 5143785"/>
              <a:gd name="connsiteX39557" fmla="*/ 1681639 w 3114960"/>
              <a:gd name="connsiteY39557" fmla="*/ 3454718 h 5143785"/>
              <a:gd name="connsiteX39558" fmla="*/ 1682020 w 3114960"/>
              <a:gd name="connsiteY39558" fmla="*/ 3451384 h 5143785"/>
              <a:gd name="connsiteX39559" fmla="*/ 1682401 w 3114960"/>
              <a:gd name="connsiteY39559" fmla="*/ 3454718 h 5143785"/>
              <a:gd name="connsiteX39560" fmla="*/ 1687544 w 3114960"/>
              <a:gd name="connsiteY39560" fmla="*/ 3468243 h 5143785"/>
              <a:gd name="connsiteX39561" fmla="*/ 1687544 w 3114960"/>
              <a:gd name="connsiteY39561" fmla="*/ 3468243 h 5143785"/>
              <a:gd name="connsiteX39562" fmla="*/ 1692688 w 3114960"/>
              <a:gd name="connsiteY39562" fmla="*/ 3454718 h 5143785"/>
              <a:gd name="connsiteX39563" fmla="*/ 1693069 w 3114960"/>
              <a:gd name="connsiteY39563" fmla="*/ 3451384 h 5143785"/>
              <a:gd name="connsiteX39564" fmla="*/ 1693450 w 3114960"/>
              <a:gd name="connsiteY39564" fmla="*/ 3454622 h 5143785"/>
              <a:gd name="connsiteX39565" fmla="*/ 1698593 w 3114960"/>
              <a:gd name="connsiteY39565" fmla="*/ 3468243 h 5143785"/>
              <a:gd name="connsiteX39566" fmla="*/ 1703737 w 3114960"/>
              <a:gd name="connsiteY39566" fmla="*/ 3454718 h 5143785"/>
              <a:gd name="connsiteX39567" fmla="*/ 1704118 w 3114960"/>
              <a:gd name="connsiteY39567" fmla="*/ 3451384 h 5143785"/>
              <a:gd name="connsiteX39568" fmla="*/ 1704499 w 3114960"/>
              <a:gd name="connsiteY39568" fmla="*/ 3454718 h 5143785"/>
              <a:gd name="connsiteX39569" fmla="*/ 1709642 w 3114960"/>
              <a:gd name="connsiteY39569" fmla="*/ 3468243 h 5143785"/>
              <a:gd name="connsiteX39570" fmla="*/ 1714786 w 3114960"/>
              <a:gd name="connsiteY39570" fmla="*/ 3454718 h 5143785"/>
              <a:gd name="connsiteX39571" fmla="*/ 1715167 w 3114960"/>
              <a:gd name="connsiteY39571" fmla="*/ 3451384 h 5143785"/>
              <a:gd name="connsiteX39572" fmla="*/ 1715548 w 3114960"/>
              <a:gd name="connsiteY39572" fmla="*/ 3454718 h 5143785"/>
              <a:gd name="connsiteX39573" fmla="*/ 1720691 w 3114960"/>
              <a:gd name="connsiteY39573" fmla="*/ 3468243 h 5143785"/>
              <a:gd name="connsiteX39574" fmla="*/ 1725835 w 3114960"/>
              <a:gd name="connsiteY39574" fmla="*/ 3454718 h 5143785"/>
              <a:gd name="connsiteX39575" fmla="*/ 1726216 w 3114960"/>
              <a:gd name="connsiteY39575" fmla="*/ 3451384 h 5143785"/>
              <a:gd name="connsiteX39576" fmla="*/ 1726597 w 3114960"/>
              <a:gd name="connsiteY39576" fmla="*/ 3454718 h 5143785"/>
              <a:gd name="connsiteX39577" fmla="*/ 1731740 w 3114960"/>
              <a:gd name="connsiteY39577" fmla="*/ 3468243 h 5143785"/>
              <a:gd name="connsiteX39578" fmla="*/ 1736884 w 3114960"/>
              <a:gd name="connsiteY39578" fmla="*/ 3454718 h 5143785"/>
              <a:gd name="connsiteX39579" fmla="*/ 1737360 w 3114960"/>
              <a:gd name="connsiteY39579" fmla="*/ 3451288 h 5143785"/>
              <a:gd name="connsiteX39580" fmla="*/ 1737741 w 3114960"/>
              <a:gd name="connsiteY39580" fmla="*/ 3454718 h 5143785"/>
              <a:gd name="connsiteX39581" fmla="*/ 1742885 w 3114960"/>
              <a:gd name="connsiteY39581" fmla="*/ 3468243 h 5143785"/>
              <a:gd name="connsiteX39582" fmla="*/ 1748028 w 3114960"/>
              <a:gd name="connsiteY39582" fmla="*/ 3454718 h 5143785"/>
              <a:gd name="connsiteX39583" fmla="*/ 1748504 w 3114960"/>
              <a:gd name="connsiteY39583" fmla="*/ 3451288 h 5143785"/>
              <a:gd name="connsiteX39584" fmla="*/ 1748885 w 3114960"/>
              <a:gd name="connsiteY39584" fmla="*/ 3454718 h 5143785"/>
              <a:gd name="connsiteX39585" fmla="*/ 1754029 w 3114960"/>
              <a:gd name="connsiteY39585" fmla="*/ 3468338 h 5143785"/>
              <a:gd name="connsiteX39586" fmla="*/ 1759172 w 3114960"/>
              <a:gd name="connsiteY39586" fmla="*/ 3454813 h 5143785"/>
              <a:gd name="connsiteX39587" fmla="*/ 1759553 w 3114960"/>
              <a:gd name="connsiteY39587" fmla="*/ 3451384 h 5143785"/>
              <a:gd name="connsiteX39588" fmla="*/ 1759934 w 3114960"/>
              <a:gd name="connsiteY39588" fmla="*/ 3454813 h 5143785"/>
              <a:gd name="connsiteX39589" fmla="*/ 1765078 w 3114960"/>
              <a:gd name="connsiteY39589" fmla="*/ 3468338 h 5143785"/>
              <a:gd name="connsiteX39590" fmla="*/ 1770221 w 3114960"/>
              <a:gd name="connsiteY39590" fmla="*/ 3454813 h 5143785"/>
              <a:gd name="connsiteX39591" fmla="*/ 1770602 w 3114960"/>
              <a:gd name="connsiteY39591" fmla="*/ 3451479 h 5143785"/>
              <a:gd name="connsiteX39592" fmla="*/ 1770983 w 3114960"/>
              <a:gd name="connsiteY39592" fmla="*/ 3454813 h 5143785"/>
              <a:gd name="connsiteX39593" fmla="*/ 1776127 w 3114960"/>
              <a:gd name="connsiteY39593" fmla="*/ 3468338 h 5143785"/>
              <a:gd name="connsiteX39594" fmla="*/ 1780032 w 3114960"/>
              <a:gd name="connsiteY39594" fmla="*/ 3463004 h 5143785"/>
              <a:gd name="connsiteX39595" fmla="*/ 1783366 w 3114960"/>
              <a:gd name="connsiteY39595" fmla="*/ 3464052 h 5143785"/>
              <a:gd name="connsiteX39596" fmla="*/ 1809464 w 3114960"/>
              <a:gd name="connsiteY39596" fmla="*/ 3464052 h 5143785"/>
              <a:gd name="connsiteX39597" fmla="*/ 1816132 w 3114960"/>
              <a:gd name="connsiteY39597" fmla="*/ 3457385 h 5143785"/>
              <a:gd name="connsiteX39598" fmla="*/ 1816132 w 3114960"/>
              <a:gd name="connsiteY39598" fmla="*/ 3449860 h 5143785"/>
              <a:gd name="connsiteX39599" fmla="*/ 1838897 w 3114960"/>
              <a:gd name="connsiteY39599" fmla="*/ 3420523 h 5143785"/>
              <a:gd name="connsiteX39600" fmla="*/ 1840040 w 3114960"/>
              <a:gd name="connsiteY39600" fmla="*/ 3420618 h 5143785"/>
              <a:gd name="connsiteX39601" fmla="*/ 1853660 w 3114960"/>
              <a:gd name="connsiteY39601" fmla="*/ 3406997 h 5143785"/>
              <a:gd name="connsiteX39602" fmla="*/ 1840040 w 3114960"/>
              <a:gd name="connsiteY39602" fmla="*/ 3393377 h 5143785"/>
              <a:gd name="connsiteX39603" fmla="*/ 1980343 w 3114960"/>
              <a:gd name="connsiteY39603" fmla="*/ 3147060 h 5143785"/>
              <a:gd name="connsiteX39604" fmla="*/ 1985296 w 3114960"/>
              <a:gd name="connsiteY39604" fmla="*/ 3152109 h 5143785"/>
              <a:gd name="connsiteX39605" fmla="*/ 1980343 w 3114960"/>
              <a:gd name="connsiteY39605" fmla="*/ 3157157 h 5143785"/>
              <a:gd name="connsiteX39606" fmla="*/ 1975295 w 3114960"/>
              <a:gd name="connsiteY39606" fmla="*/ 3152109 h 5143785"/>
              <a:gd name="connsiteX39607" fmla="*/ 1980343 w 3114960"/>
              <a:gd name="connsiteY39607" fmla="*/ 3147060 h 5143785"/>
              <a:gd name="connsiteX39608" fmla="*/ 1599533 w 3114960"/>
              <a:gd name="connsiteY39608" fmla="*/ 3156871 h 5143785"/>
              <a:gd name="connsiteX39609" fmla="*/ 1607058 w 3114960"/>
              <a:gd name="connsiteY39609" fmla="*/ 3164396 h 5143785"/>
              <a:gd name="connsiteX39610" fmla="*/ 1599533 w 3114960"/>
              <a:gd name="connsiteY39610" fmla="*/ 3171920 h 5143785"/>
              <a:gd name="connsiteX39611" fmla="*/ 1592009 w 3114960"/>
              <a:gd name="connsiteY39611" fmla="*/ 3164396 h 5143785"/>
              <a:gd name="connsiteX39612" fmla="*/ 1599533 w 3114960"/>
              <a:gd name="connsiteY39612" fmla="*/ 3156871 h 5143785"/>
              <a:gd name="connsiteX39613" fmla="*/ 1626584 w 3114960"/>
              <a:gd name="connsiteY39613" fmla="*/ 3374517 h 5143785"/>
              <a:gd name="connsiteX39614" fmla="*/ 1624679 w 3114960"/>
              <a:gd name="connsiteY39614" fmla="*/ 3376422 h 5143785"/>
              <a:gd name="connsiteX39615" fmla="*/ 1598581 w 3114960"/>
              <a:gd name="connsiteY39615" fmla="*/ 3376422 h 5143785"/>
              <a:gd name="connsiteX39616" fmla="*/ 1596676 w 3114960"/>
              <a:gd name="connsiteY39616" fmla="*/ 3374517 h 5143785"/>
              <a:gd name="connsiteX39617" fmla="*/ 1596676 w 3114960"/>
              <a:gd name="connsiteY39617" fmla="*/ 3366135 h 5143785"/>
              <a:gd name="connsiteX39618" fmla="*/ 1598581 w 3114960"/>
              <a:gd name="connsiteY39618" fmla="*/ 3364230 h 5143785"/>
              <a:gd name="connsiteX39619" fmla="*/ 1624679 w 3114960"/>
              <a:gd name="connsiteY39619" fmla="*/ 3364230 h 5143785"/>
              <a:gd name="connsiteX39620" fmla="*/ 1626584 w 3114960"/>
              <a:gd name="connsiteY39620" fmla="*/ 3366135 h 5143785"/>
              <a:gd name="connsiteX39621" fmla="*/ 1626584 w 3114960"/>
              <a:gd name="connsiteY39621" fmla="*/ 3374517 h 5143785"/>
              <a:gd name="connsiteX39622" fmla="*/ 1811941 w 3114960"/>
              <a:gd name="connsiteY39622" fmla="*/ 3374517 h 5143785"/>
              <a:gd name="connsiteX39623" fmla="*/ 1810036 w 3114960"/>
              <a:gd name="connsiteY39623" fmla="*/ 3376422 h 5143785"/>
              <a:gd name="connsiteX39624" fmla="*/ 1783937 w 3114960"/>
              <a:gd name="connsiteY39624" fmla="*/ 3376422 h 5143785"/>
              <a:gd name="connsiteX39625" fmla="*/ 1782032 w 3114960"/>
              <a:gd name="connsiteY39625" fmla="*/ 3374517 h 5143785"/>
              <a:gd name="connsiteX39626" fmla="*/ 1782032 w 3114960"/>
              <a:gd name="connsiteY39626" fmla="*/ 3366135 h 5143785"/>
              <a:gd name="connsiteX39627" fmla="*/ 1783937 w 3114960"/>
              <a:gd name="connsiteY39627" fmla="*/ 3364230 h 5143785"/>
              <a:gd name="connsiteX39628" fmla="*/ 1810036 w 3114960"/>
              <a:gd name="connsiteY39628" fmla="*/ 3364230 h 5143785"/>
              <a:gd name="connsiteX39629" fmla="*/ 1811941 w 3114960"/>
              <a:gd name="connsiteY39629" fmla="*/ 3366135 h 5143785"/>
              <a:gd name="connsiteX39630" fmla="*/ 1811941 w 3114960"/>
              <a:gd name="connsiteY39630" fmla="*/ 3374517 h 5143785"/>
              <a:gd name="connsiteX39631" fmla="*/ 1497997 w 3114960"/>
              <a:gd name="connsiteY39631" fmla="*/ 3676079 h 5143785"/>
              <a:gd name="connsiteX39632" fmla="*/ 1489139 w 3114960"/>
              <a:gd name="connsiteY39632" fmla="*/ 3684937 h 5143785"/>
              <a:gd name="connsiteX39633" fmla="*/ 1480280 w 3114960"/>
              <a:gd name="connsiteY39633" fmla="*/ 3676079 h 5143785"/>
              <a:gd name="connsiteX39634" fmla="*/ 1489139 w 3114960"/>
              <a:gd name="connsiteY39634" fmla="*/ 3667220 h 5143785"/>
              <a:gd name="connsiteX39635" fmla="*/ 1497997 w 3114960"/>
              <a:gd name="connsiteY39635" fmla="*/ 3676079 h 5143785"/>
              <a:gd name="connsiteX39636" fmla="*/ 1626584 w 3114960"/>
              <a:gd name="connsiteY39636" fmla="*/ 3457956 h 5143785"/>
              <a:gd name="connsiteX39637" fmla="*/ 1624679 w 3114960"/>
              <a:gd name="connsiteY39637" fmla="*/ 3459861 h 5143785"/>
              <a:gd name="connsiteX39638" fmla="*/ 1598581 w 3114960"/>
              <a:gd name="connsiteY39638" fmla="*/ 3459861 h 5143785"/>
              <a:gd name="connsiteX39639" fmla="*/ 1596676 w 3114960"/>
              <a:gd name="connsiteY39639" fmla="*/ 3457956 h 5143785"/>
              <a:gd name="connsiteX39640" fmla="*/ 1596676 w 3114960"/>
              <a:gd name="connsiteY39640" fmla="*/ 3449574 h 5143785"/>
              <a:gd name="connsiteX39641" fmla="*/ 1598581 w 3114960"/>
              <a:gd name="connsiteY39641" fmla="*/ 3447669 h 5143785"/>
              <a:gd name="connsiteX39642" fmla="*/ 1624679 w 3114960"/>
              <a:gd name="connsiteY39642" fmla="*/ 3447669 h 5143785"/>
              <a:gd name="connsiteX39643" fmla="*/ 1626584 w 3114960"/>
              <a:gd name="connsiteY39643" fmla="*/ 3449574 h 5143785"/>
              <a:gd name="connsiteX39644" fmla="*/ 1626584 w 3114960"/>
              <a:gd name="connsiteY39644" fmla="*/ 3457956 h 5143785"/>
              <a:gd name="connsiteX39645" fmla="*/ 1811941 w 3114960"/>
              <a:gd name="connsiteY39645" fmla="*/ 3457956 h 5143785"/>
              <a:gd name="connsiteX39646" fmla="*/ 1810036 w 3114960"/>
              <a:gd name="connsiteY39646" fmla="*/ 3459861 h 5143785"/>
              <a:gd name="connsiteX39647" fmla="*/ 1783937 w 3114960"/>
              <a:gd name="connsiteY39647" fmla="*/ 3459861 h 5143785"/>
              <a:gd name="connsiteX39648" fmla="*/ 1782032 w 3114960"/>
              <a:gd name="connsiteY39648" fmla="*/ 3457956 h 5143785"/>
              <a:gd name="connsiteX39649" fmla="*/ 1782032 w 3114960"/>
              <a:gd name="connsiteY39649" fmla="*/ 3449574 h 5143785"/>
              <a:gd name="connsiteX39650" fmla="*/ 1783937 w 3114960"/>
              <a:gd name="connsiteY39650" fmla="*/ 3447669 h 5143785"/>
              <a:gd name="connsiteX39651" fmla="*/ 1810036 w 3114960"/>
              <a:gd name="connsiteY39651" fmla="*/ 3447669 h 5143785"/>
              <a:gd name="connsiteX39652" fmla="*/ 1811941 w 3114960"/>
              <a:gd name="connsiteY39652" fmla="*/ 3449574 h 5143785"/>
              <a:gd name="connsiteX39653" fmla="*/ 1811941 w 3114960"/>
              <a:gd name="connsiteY39653" fmla="*/ 3457956 h 5143785"/>
              <a:gd name="connsiteX39654" fmla="*/ 1840611 w 3114960"/>
              <a:gd name="connsiteY39654" fmla="*/ 3416427 h 5143785"/>
              <a:gd name="connsiteX39655" fmla="*/ 1831753 w 3114960"/>
              <a:gd name="connsiteY39655" fmla="*/ 3407569 h 5143785"/>
              <a:gd name="connsiteX39656" fmla="*/ 1840611 w 3114960"/>
              <a:gd name="connsiteY39656" fmla="*/ 3398711 h 5143785"/>
              <a:gd name="connsiteX39657" fmla="*/ 1849469 w 3114960"/>
              <a:gd name="connsiteY39657" fmla="*/ 3407569 h 5143785"/>
              <a:gd name="connsiteX39658" fmla="*/ 1840611 w 3114960"/>
              <a:gd name="connsiteY39658" fmla="*/ 3416427 h 5143785"/>
              <a:gd name="connsiteX39659" fmla="*/ 17812 w 3114960"/>
              <a:gd name="connsiteY39659" fmla="*/ 3939254 h 5143785"/>
              <a:gd name="connsiteX39660" fmla="*/ 15240 w 3114960"/>
              <a:gd name="connsiteY39660" fmla="*/ 3939635 h 5143785"/>
              <a:gd name="connsiteX39661" fmla="*/ 95 w 3114960"/>
              <a:gd name="connsiteY39661" fmla="*/ 3953161 h 5143785"/>
              <a:gd name="connsiteX39662" fmla="*/ 95 w 3114960"/>
              <a:gd name="connsiteY39662" fmla="*/ 3959543 h 5143785"/>
              <a:gd name="connsiteX39663" fmla="*/ 14478 w 3114960"/>
              <a:gd name="connsiteY39663" fmla="*/ 3946684 h 5143785"/>
              <a:gd name="connsiteX39664" fmla="*/ 14478 w 3114960"/>
              <a:gd name="connsiteY39664" fmla="*/ 3963448 h 5143785"/>
              <a:gd name="connsiteX39665" fmla="*/ 13526 w 3114960"/>
              <a:gd name="connsiteY39665" fmla="*/ 3963638 h 5143785"/>
              <a:gd name="connsiteX39666" fmla="*/ 7525 w 3114960"/>
              <a:gd name="connsiteY39666" fmla="*/ 3976307 h 5143785"/>
              <a:gd name="connsiteX39667" fmla="*/ 12668 w 3114960"/>
              <a:gd name="connsiteY39667" fmla="*/ 3981926 h 5143785"/>
              <a:gd name="connsiteX39668" fmla="*/ 16859 w 3114960"/>
              <a:gd name="connsiteY39668" fmla="*/ 3982879 h 5143785"/>
              <a:gd name="connsiteX39669" fmla="*/ 20193 w 3114960"/>
              <a:gd name="connsiteY39669" fmla="*/ 3982307 h 5143785"/>
              <a:gd name="connsiteX39670" fmla="*/ 25813 w 3114960"/>
              <a:gd name="connsiteY39670" fmla="*/ 3977164 h 5143785"/>
              <a:gd name="connsiteX39671" fmla="*/ 26194 w 3114960"/>
              <a:gd name="connsiteY39671" fmla="*/ 3969639 h 5143785"/>
              <a:gd name="connsiteX39672" fmla="*/ 21146 w 3114960"/>
              <a:gd name="connsiteY39672" fmla="*/ 3964019 h 5143785"/>
              <a:gd name="connsiteX39673" fmla="*/ 19336 w 3114960"/>
              <a:gd name="connsiteY39673" fmla="*/ 3963543 h 5143785"/>
              <a:gd name="connsiteX39674" fmla="*/ 19336 w 3114960"/>
              <a:gd name="connsiteY39674" fmla="*/ 3941445 h 5143785"/>
              <a:gd name="connsiteX39675" fmla="*/ 17907 w 3114960"/>
              <a:gd name="connsiteY39675" fmla="*/ 3939254 h 5143785"/>
              <a:gd name="connsiteX39676" fmla="*/ 21717 w 3114960"/>
              <a:gd name="connsiteY39676" fmla="*/ 3971163 h 5143785"/>
              <a:gd name="connsiteX39677" fmla="*/ 18574 w 3114960"/>
              <a:gd name="connsiteY39677" fmla="*/ 3977735 h 5143785"/>
              <a:gd name="connsiteX39678" fmla="*/ 14669 w 3114960"/>
              <a:gd name="connsiteY39678" fmla="*/ 3977545 h 5143785"/>
              <a:gd name="connsiteX39679" fmla="*/ 12002 w 3114960"/>
              <a:gd name="connsiteY39679" fmla="*/ 3974592 h 5143785"/>
              <a:gd name="connsiteX39680" fmla="*/ 15145 w 3114960"/>
              <a:gd name="connsiteY39680" fmla="*/ 3968020 h 5143785"/>
              <a:gd name="connsiteX39681" fmla="*/ 16859 w 3114960"/>
              <a:gd name="connsiteY39681" fmla="*/ 3967734 h 5143785"/>
              <a:gd name="connsiteX39682" fmla="*/ 19050 w 3114960"/>
              <a:gd name="connsiteY39682" fmla="*/ 3968210 h 5143785"/>
              <a:gd name="connsiteX39683" fmla="*/ 21717 w 3114960"/>
              <a:gd name="connsiteY39683" fmla="*/ 3971163 h 5143785"/>
              <a:gd name="connsiteX39684" fmla="*/ 1501045 w 3114960"/>
              <a:gd name="connsiteY39684" fmla="*/ 3725513 h 5143785"/>
              <a:gd name="connsiteX39685" fmla="*/ 1504093 w 3114960"/>
              <a:gd name="connsiteY39685" fmla="*/ 3725132 h 5143785"/>
              <a:gd name="connsiteX39686" fmla="*/ 1511618 w 3114960"/>
              <a:gd name="connsiteY39686" fmla="*/ 3711607 h 5143785"/>
              <a:gd name="connsiteX39687" fmla="*/ 1506379 w 3114960"/>
              <a:gd name="connsiteY39687" fmla="*/ 3705035 h 5143785"/>
              <a:gd name="connsiteX39688" fmla="*/ 1498092 w 3114960"/>
              <a:gd name="connsiteY39688" fmla="*/ 3704082 h 5143785"/>
              <a:gd name="connsiteX39689" fmla="*/ 1490567 w 3114960"/>
              <a:gd name="connsiteY39689" fmla="*/ 3717608 h 5143785"/>
              <a:gd name="connsiteX39690" fmla="*/ 1491520 w 3114960"/>
              <a:gd name="connsiteY39690" fmla="*/ 3719608 h 5143785"/>
              <a:gd name="connsiteX39691" fmla="*/ 1387126 w 3114960"/>
              <a:gd name="connsiteY39691" fmla="*/ 3816858 h 5143785"/>
              <a:gd name="connsiteX39692" fmla="*/ 1386364 w 3114960"/>
              <a:gd name="connsiteY39692" fmla="*/ 3817525 h 5143785"/>
              <a:gd name="connsiteX39693" fmla="*/ 1387031 w 3114960"/>
              <a:gd name="connsiteY39693" fmla="*/ 3945731 h 5143785"/>
              <a:gd name="connsiteX39694" fmla="*/ 1383602 w 3114960"/>
              <a:gd name="connsiteY39694" fmla="*/ 3947446 h 5143785"/>
              <a:gd name="connsiteX39695" fmla="*/ 1381982 w 3114960"/>
              <a:gd name="connsiteY39695" fmla="*/ 3960686 h 5143785"/>
              <a:gd name="connsiteX39696" fmla="*/ 1382744 w 3114960"/>
              <a:gd name="connsiteY39696" fmla="*/ 3961352 h 5143785"/>
              <a:gd name="connsiteX39697" fmla="*/ 1345216 w 3114960"/>
              <a:gd name="connsiteY39697" fmla="*/ 4003834 h 5143785"/>
              <a:gd name="connsiteX39698" fmla="*/ 1227106 w 3114960"/>
              <a:gd name="connsiteY39698" fmla="*/ 4003834 h 5143785"/>
              <a:gd name="connsiteX39699" fmla="*/ 1227106 w 3114960"/>
              <a:gd name="connsiteY39699" fmla="*/ 4001262 h 5143785"/>
              <a:gd name="connsiteX39700" fmla="*/ 1223201 w 3114960"/>
              <a:gd name="connsiteY39700" fmla="*/ 3997357 h 5143785"/>
              <a:gd name="connsiteX39701" fmla="*/ 1213295 w 3114960"/>
              <a:gd name="connsiteY39701" fmla="*/ 3997357 h 5143785"/>
              <a:gd name="connsiteX39702" fmla="*/ 1209389 w 3114960"/>
              <a:gd name="connsiteY39702" fmla="*/ 4001262 h 5143785"/>
              <a:gd name="connsiteX39703" fmla="*/ 1209389 w 3114960"/>
              <a:gd name="connsiteY39703" fmla="*/ 4011168 h 5143785"/>
              <a:gd name="connsiteX39704" fmla="*/ 1213295 w 3114960"/>
              <a:gd name="connsiteY39704" fmla="*/ 4015073 h 5143785"/>
              <a:gd name="connsiteX39705" fmla="*/ 1223201 w 3114960"/>
              <a:gd name="connsiteY39705" fmla="*/ 4015073 h 5143785"/>
              <a:gd name="connsiteX39706" fmla="*/ 1227106 w 3114960"/>
              <a:gd name="connsiteY39706" fmla="*/ 4011168 h 5143785"/>
              <a:gd name="connsiteX39707" fmla="*/ 1227106 w 3114960"/>
              <a:gd name="connsiteY39707" fmla="*/ 4008596 h 5143785"/>
              <a:gd name="connsiteX39708" fmla="*/ 1347311 w 3114960"/>
              <a:gd name="connsiteY39708" fmla="*/ 4008596 h 5143785"/>
              <a:gd name="connsiteX39709" fmla="*/ 1386840 w 3114960"/>
              <a:gd name="connsiteY39709" fmla="*/ 3963829 h 5143785"/>
              <a:gd name="connsiteX39710" fmla="*/ 1395222 w 3114960"/>
              <a:gd name="connsiteY39710" fmla="*/ 3962305 h 5143785"/>
              <a:gd name="connsiteX39711" fmla="*/ 1396841 w 3114960"/>
              <a:gd name="connsiteY39711" fmla="*/ 3949065 h 5143785"/>
              <a:gd name="connsiteX39712" fmla="*/ 1391698 w 3114960"/>
              <a:gd name="connsiteY39712" fmla="*/ 3945922 h 5143785"/>
              <a:gd name="connsiteX39713" fmla="*/ 1391031 w 3114960"/>
              <a:gd name="connsiteY39713" fmla="*/ 3819716 h 5143785"/>
              <a:gd name="connsiteX39714" fmla="*/ 1494377 w 3114960"/>
              <a:gd name="connsiteY39714" fmla="*/ 3723418 h 5143785"/>
              <a:gd name="connsiteX39715" fmla="*/ 1500950 w 3114960"/>
              <a:gd name="connsiteY39715" fmla="*/ 3725609 h 5143785"/>
              <a:gd name="connsiteX39716" fmla="*/ 1499330 w 3114960"/>
              <a:gd name="connsiteY39716" fmla="*/ 3708654 h 5143785"/>
              <a:gd name="connsiteX39717" fmla="*/ 1501045 w 3114960"/>
              <a:gd name="connsiteY39717" fmla="*/ 3708368 h 5143785"/>
              <a:gd name="connsiteX39718" fmla="*/ 1503998 w 3114960"/>
              <a:gd name="connsiteY39718" fmla="*/ 3709130 h 5143785"/>
              <a:gd name="connsiteX39719" fmla="*/ 1506950 w 3114960"/>
              <a:gd name="connsiteY39719" fmla="*/ 3712845 h 5143785"/>
              <a:gd name="connsiteX39720" fmla="*/ 1502664 w 3114960"/>
              <a:gd name="connsiteY39720" fmla="*/ 3720465 h 5143785"/>
              <a:gd name="connsiteX39721" fmla="*/ 1495044 w 3114960"/>
              <a:gd name="connsiteY39721" fmla="*/ 3716179 h 5143785"/>
              <a:gd name="connsiteX39722" fmla="*/ 1499330 w 3114960"/>
              <a:gd name="connsiteY39722" fmla="*/ 3708559 h 5143785"/>
              <a:gd name="connsiteX39723" fmla="*/ 45053 w 3114960"/>
              <a:gd name="connsiteY39723" fmla="*/ 4391025 h 5143785"/>
              <a:gd name="connsiteX39724" fmla="*/ 37624 w 3114960"/>
              <a:gd name="connsiteY39724" fmla="*/ 4391406 h 5143785"/>
              <a:gd name="connsiteX39725" fmla="*/ 36862 w 3114960"/>
              <a:gd name="connsiteY39725" fmla="*/ 4391978 h 5143785"/>
              <a:gd name="connsiteX39726" fmla="*/ 14954 w 3114960"/>
              <a:gd name="connsiteY39726" fmla="*/ 4372737 h 5143785"/>
              <a:gd name="connsiteX39727" fmla="*/ 95 w 3114960"/>
              <a:gd name="connsiteY39727" fmla="*/ 4372737 h 5143785"/>
              <a:gd name="connsiteX39728" fmla="*/ 95 w 3114960"/>
              <a:gd name="connsiteY39728" fmla="*/ 4377500 h 5143785"/>
              <a:gd name="connsiteX39729" fmla="*/ 13049 w 3114960"/>
              <a:gd name="connsiteY39729" fmla="*/ 4377500 h 5143785"/>
              <a:gd name="connsiteX39730" fmla="*/ 33433 w 3114960"/>
              <a:gd name="connsiteY39730" fmla="*/ 4395502 h 5143785"/>
              <a:gd name="connsiteX39731" fmla="*/ 32576 w 3114960"/>
              <a:gd name="connsiteY39731" fmla="*/ 4397026 h 5143785"/>
              <a:gd name="connsiteX39732" fmla="*/ 32957 w 3114960"/>
              <a:gd name="connsiteY39732" fmla="*/ 4404455 h 5143785"/>
              <a:gd name="connsiteX39733" fmla="*/ 38576 w 3114960"/>
              <a:gd name="connsiteY39733" fmla="*/ 4409409 h 5143785"/>
              <a:gd name="connsiteX39734" fmla="*/ 41815 w 3114960"/>
              <a:gd name="connsiteY39734" fmla="*/ 4409980 h 5143785"/>
              <a:gd name="connsiteX39735" fmla="*/ 46006 w 3114960"/>
              <a:gd name="connsiteY39735" fmla="*/ 4409028 h 5143785"/>
              <a:gd name="connsiteX39736" fmla="*/ 50959 w 3114960"/>
              <a:gd name="connsiteY39736" fmla="*/ 4403408 h 5143785"/>
              <a:gd name="connsiteX39737" fmla="*/ 50578 w 3114960"/>
              <a:gd name="connsiteY39737" fmla="*/ 4395978 h 5143785"/>
              <a:gd name="connsiteX39738" fmla="*/ 44958 w 3114960"/>
              <a:gd name="connsiteY39738" fmla="*/ 4391025 h 5143785"/>
              <a:gd name="connsiteX39739" fmla="*/ 46577 w 3114960"/>
              <a:gd name="connsiteY39739" fmla="*/ 4401884 h 5143785"/>
              <a:gd name="connsiteX39740" fmla="*/ 44006 w 3114960"/>
              <a:gd name="connsiteY39740" fmla="*/ 4404741 h 5143785"/>
              <a:gd name="connsiteX39741" fmla="*/ 40196 w 3114960"/>
              <a:gd name="connsiteY39741" fmla="*/ 4404932 h 5143785"/>
              <a:gd name="connsiteX39742" fmla="*/ 37338 w 3114960"/>
              <a:gd name="connsiteY39742" fmla="*/ 4402360 h 5143785"/>
              <a:gd name="connsiteX39743" fmla="*/ 37148 w 3114960"/>
              <a:gd name="connsiteY39743" fmla="*/ 4398550 h 5143785"/>
              <a:gd name="connsiteX39744" fmla="*/ 37148 w 3114960"/>
              <a:gd name="connsiteY39744" fmla="*/ 4398550 h 5143785"/>
              <a:gd name="connsiteX39745" fmla="*/ 39719 w 3114960"/>
              <a:gd name="connsiteY39745" fmla="*/ 4395693 h 5143785"/>
              <a:gd name="connsiteX39746" fmla="*/ 41910 w 3114960"/>
              <a:gd name="connsiteY39746" fmla="*/ 4395216 h 5143785"/>
              <a:gd name="connsiteX39747" fmla="*/ 43529 w 3114960"/>
              <a:gd name="connsiteY39747" fmla="*/ 4395502 h 5143785"/>
              <a:gd name="connsiteX39748" fmla="*/ 46387 w 3114960"/>
              <a:gd name="connsiteY39748" fmla="*/ 4398074 h 5143785"/>
              <a:gd name="connsiteX39749" fmla="*/ 46577 w 3114960"/>
              <a:gd name="connsiteY39749" fmla="*/ 4401884 h 5143785"/>
              <a:gd name="connsiteX39750" fmla="*/ 1357884 w 3114960"/>
              <a:gd name="connsiteY39750" fmla="*/ 3192780 h 5143785"/>
              <a:gd name="connsiteX39751" fmla="*/ 1357884 w 3114960"/>
              <a:gd name="connsiteY39751" fmla="*/ 3201543 h 5143785"/>
              <a:gd name="connsiteX39752" fmla="*/ 1354741 w 3114960"/>
              <a:gd name="connsiteY39752" fmla="*/ 3204686 h 5143785"/>
              <a:gd name="connsiteX39753" fmla="*/ 1345978 w 3114960"/>
              <a:gd name="connsiteY39753" fmla="*/ 3204686 h 5143785"/>
              <a:gd name="connsiteX39754" fmla="*/ 1342835 w 3114960"/>
              <a:gd name="connsiteY39754" fmla="*/ 3201543 h 5143785"/>
              <a:gd name="connsiteX39755" fmla="*/ 1342835 w 3114960"/>
              <a:gd name="connsiteY39755" fmla="*/ 3192780 h 5143785"/>
              <a:gd name="connsiteX39756" fmla="*/ 1345978 w 3114960"/>
              <a:gd name="connsiteY39756" fmla="*/ 3189637 h 5143785"/>
              <a:gd name="connsiteX39757" fmla="*/ 1354741 w 3114960"/>
              <a:gd name="connsiteY39757" fmla="*/ 3189637 h 5143785"/>
              <a:gd name="connsiteX39758" fmla="*/ 1357884 w 3114960"/>
              <a:gd name="connsiteY39758" fmla="*/ 3192780 h 5143785"/>
              <a:gd name="connsiteX39759" fmla="*/ 1282065 w 3114960"/>
              <a:gd name="connsiteY39759" fmla="*/ 2309241 h 5143785"/>
              <a:gd name="connsiteX39760" fmla="*/ 1283970 w 3114960"/>
              <a:gd name="connsiteY39760" fmla="*/ 2309051 h 5143785"/>
              <a:gd name="connsiteX39761" fmla="*/ 1289590 w 3114960"/>
              <a:gd name="connsiteY39761" fmla="*/ 2299621 h 5143785"/>
              <a:gd name="connsiteX39762" fmla="*/ 1280160 w 3114960"/>
              <a:gd name="connsiteY39762" fmla="*/ 2294001 h 5143785"/>
              <a:gd name="connsiteX39763" fmla="*/ 1275398 w 3114960"/>
              <a:gd name="connsiteY39763" fmla="*/ 2297525 h 5143785"/>
              <a:gd name="connsiteX39764" fmla="*/ 1274540 w 3114960"/>
              <a:gd name="connsiteY39764" fmla="*/ 2303431 h 5143785"/>
              <a:gd name="connsiteX39765" fmla="*/ 1282065 w 3114960"/>
              <a:gd name="connsiteY39765" fmla="*/ 2309336 h 5143785"/>
              <a:gd name="connsiteX39766" fmla="*/ 1277398 w 3114960"/>
              <a:gd name="connsiteY39766" fmla="*/ 2298668 h 5143785"/>
              <a:gd name="connsiteX39767" fmla="*/ 1280732 w 3114960"/>
              <a:gd name="connsiteY39767" fmla="*/ 2296192 h 5143785"/>
              <a:gd name="connsiteX39768" fmla="*/ 1284827 w 3114960"/>
              <a:gd name="connsiteY39768" fmla="*/ 2296763 h 5143785"/>
              <a:gd name="connsiteX39769" fmla="*/ 1287304 w 3114960"/>
              <a:gd name="connsiteY39769" fmla="*/ 2300097 h 5143785"/>
              <a:gd name="connsiteX39770" fmla="*/ 1283399 w 3114960"/>
              <a:gd name="connsiteY39770" fmla="*/ 2306669 h 5143785"/>
              <a:gd name="connsiteX39771" fmla="*/ 1279303 w 3114960"/>
              <a:gd name="connsiteY39771" fmla="*/ 2306098 h 5143785"/>
              <a:gd name="connsiteX39772" fmla="*/ 1276826 w 3114960"/>
              <a:gd name="connsiteY39772" fmla="*/ 2302764 h 5143785"/>
              <a:gd name="connsiteX39773" fmla="*/ 1277398 w 3114960"/>
              <a:gd name="connsiteY39773" fmla="*/ 2298668 h 5143785"/>
              <a:gd name="connsiteX39774" fmla="*/ 403574 w 3114960"/>
              <a:gd name="connsiteY39774" fmla="*/ 4392454 h 5143785"/>
              <a:gd name="connsiteX39775" fmla="*/ 399002 w 3114960"/>
              <a:gd name="connsiteY39775" fmla="*/ 4386929 h 5143785"/>
              <a:gd name="connsiteX39776" fmla="*/ 395669 w 3114960"/>
              <a:gd name="connsiteY39776" fmla="*/ 4389692 h 5143785"/>
              <a:gd name="connsiteX39777" fmla="*/ 388811 w 3114960"/>
              <a:gd name="connsiteY39777" fmla="*/ 4387406 h 5143785"/>
              <a:gd name="connsiteX39778" fmla="*/ 381476 w 3114960"/>
              <a:gd name="connsiteY39778" fmla="*/ 4390930 h 5143785"/>
              <a:gd name="connsiteX39779" fmla="*/ 378809 w 3114960"/>
              <a:gd name="connsiteY39779" fmla="*/ 4398074 h 5143785"/>
              <a:gd name="connsiteX39780" fmla="*/ 281083 w 3114960"/>
              <a:gd name="connsiteY39780" fmla="*/ 4397788 h 5143785"/>
              <a:gd name="connsiteX39781" fmla="*/ 260699 w 3114960"/>
              <a:gd name="connsiteY39781" fmla="*/ 4379881 h 5143785"/>
              <a:gd name="connsiteX39782" fmla="*/ 261557 w 3114960"/>
              <a:gd name="connsiteY39782" fmla="*/ 4378357 h 5143785"/>
              <a:gd name="connsiteX39783" fmla="*/ 255556 w 3114960"/>
              <a:gd name="connsiteY39783" fmla="*/ 4365879 h 5143785"/>
              <a:gd name="connsiteX39784" fmla="*/ 248126 w 3114960"/>
              <a:gd name="connsiteY39784" fmla="*/ 4366260 h 5143785"/>
              <a:gd name="connsiteX39785" fmla="*/ 243173 w 3114960"/>
              <a:gd name="connsiteY39785" fmla="*/ 4371880 h 5143785"/>
              <a:gd name="connsiteX39786" fmla="*/ 249174 w 3114960"/>
              <a:gd name="connsiteY39786" fmla="*/ 4384358 h 5143785"/>
              <a:gd name="connsiteX39787" fmla="*/ 252413 w 3114960"/>
              <a:gd name="connsiteY39787" fmla="*/ 4384929 h 5143785"/>
              <a:gd name="connsiteX39788" fmla="*/ 256699 w 3114960"/>
              <a:gd name="connsiteY39788" fmla="*/ 4383977 h 5143785"/>
              <a:gd name="connsiteX39789" fmla="*/ 257461 w 3114960"/>
              <a:gd name="connsiteY39789" fmla="*/ 4383405 h 5143785"/>
              <a:gd name="connsiteX39790" fmla="*/ 279368 w 3114960"/>
              <a:gd name="connsiteY39790" fmla="*/ 4402646 h 5143785"/>
              <a:gd name="connsiteX39791" fmla="*/ 379952 w 3114960"/>
              <a:gd name="connsiteY39791" fmla="*/ 4402931 h 5143785"/>
              <a:gd name="connsiteX39792" fmla="*/ 382334 w 3114960"/>
              <a:gd name="connsiteY39792" fmla="*/ 4406075 h 5143785"/>
              <a:gd name="connsiteX39793" fmla="*/ 389477 w 3114960"/>
              <a:gd name="connsiteY39793" fmla="*/ 4408837 h 5143785"/>
              <a:gd name="connsiteX39794" fmla="*/ 390049 w 3114960"/>
              <a:gd name="connsiteY39794" fmla="*/ 4408837 h 5143785"/>
              <a:gd name="connsiteX39795" fmla="*/ 397383 w 3114960"/>
              <a:gd name="connsiteY39795" fmla="*/ 4405313 h 5143785"/>
              <a:gd name="connsiteX39796" fmla="*/ 400145 w 3114960"/>
              <a:gd name="connsiteY39796" fmla="*/ 4397597 h 5143785"/>
              <a:gd name="connsiteX39797" fmla="*/ 399479 w 3114960"/>
              <a:gd name="connsiteY39797" fmla="*/ 4394740 h 5143785"/>
              <a:gd name="connsiteX39798" fmla="*/ 400050 w 3114960"/>
              <a:gd name="connsiteY39798" fmla="*/ 4395502 h 5143785"/>
              <a:gd name="connsiteX39799" fmla="*/ 403765 w 3114960"/>
              <a:gd name="connsiteY39799" fmla="*/ 4392454 h 5143785"/>
              <a:gd name="connsiteX39800" fmla="*/ 256985 w 3114960"/>
              <a:gd name="connsiteY39800" fmla="*/ 4376738 h 5143785"/>
              <a:gd name="connsiteX39801" fmla="*/ 256985 w 3114960"/>
              <a:gd name="connsiteY39801" fmla="*/ 4376738 h 5143785"/>
              <a:gd name="connsiteX39802" fmla="*/ 254413 w 3114960"/>
              <a:gd name="connsiteY39802" fmla="*/ 4379595 h 5143785"/>
              <a:gd name="connsiteX39803" fmla="*/ 250603 w 3114960"/>
              <a:gd name="connsiteY39803" fmla="*/ 4379786 h 5143785"/>
              <a:gd name="connsiteX39804" fmla="*/ 247555 w 3114960"/>
              <a:gd name="connsiteY39804" fmla="*/ 4373404 h 5143785"/>
              <a:gd name="connsiteX39805" fmla="*/ 250127 w 3114960"/>
              <a:gd name="connsiteY39805" fmla="*/ 4370546 h 5143785"/>
              <a:gd name="connsiteX39806" fmla="*/ 252317 w 3114960"/>
              <a:gd name="connsiteY39806" fmla="*/ 4370070 h 5143785"/>
              <a:gd name="connsiteX39807" fmla="*/ 253937 w 3114960"/>
              <a:gd name="connsiteY39807" fmla="*/ 4370356 h 5143785"/>
              <a:gd name="connsiteX39808" fmla="*/ 256985 w 3114960"/>
              <a:gd name="connsiteY39808" fmla="*/ 4376738 h 5143785"/>
              <a:gd name="connsiteX39809" fmla="*/ 393668 w 3114960"/>
              <a:gd name="connsiteY39809" fmla="*/ 4402074 h 5143785"/>
              <a:gd name="connsiteX39810" fmla="*/ 389573 w 3114960"/>
              <a:gd name="connsiteY39810" fmla="*/ 4403979 h 5143785"/>
              <a:gd name="connsiteX39811" fmla="*/ 385286 w 3114960"/>
              <a:gd name="connsiteY39811" fmla="*/ 4402455 h 5143785"/>
              <a:gd name="connsiteX39812" fmla="*/ 385286 w 3114960"/>
              <a:gd name="connsiteY39812" fmla="*/ 4402455 h 5143785"/>
              <a:gd name="connsiteX39813" fmla="*/ 383381 w 3114960"/>
              <a:gd name="connsiteY39813" fmla="*/ 4398360 h 5143785"/>
              <a:gd name="connsiteX39814" fmla="*/ 384905 w 3114960"/>
              <a:gd name="connsiteY39814" fmla="*/ 4394073 h 5143785"/>
              <a:gd name="connsiteX39815" fmla="*/ 389001 w 3114960"/>
              <a:gd name="connsiteY39815" fmla="*/ 4392168 h 5143785"/>
              <a:gd name="connsiteX39816" fmla="*/ 389287 w 3114960"/>
              <a:gd name="connsiteY39816" fmla="*/ 4392168 h 5143785"/>
              <a:gd name="connsiteX39817" fmla="*/ 393287 w 3114960"/>
              <a:gd name="connsiteY39817" fmla="*/ 4393692 h 5143785"/>
              <a:gd name="connsiteX39818" fmla="*/ 395192 w 3114960"/>
              <a:gd name="connsiteY39818" fmla="*/ 4397788 h 5143785"/>
              <a:gd name="connsiteX39819" fmla="*/ 393668 w 3114960"/>
              <a:gd name="connsiteY39819" fmla="*/ 4402074 h 5143785"/>
              <a:gd name="connsiteX39820" fmla="*/ 1378458 w 3114960"/>
              <a:gd name="connsiteY39820" fmla="*/ 3557683 h 5143785"/>
              <a:gd name="connsiteX39821" fmla="*/ 1373696 w 3114960"/>
              <a:gd name="connsiteY39821" fmla="*/ 3557683 h 5143785"/>
              <a:gd name="connsiteX39822" fmla="*/ 1373696 w 3114960"/>
              <a:gd name="connsiteY39822" fmla="*/ 3565779 h 5143785"/>
              <a:gd name="connsiteX39823" fmla="*/ 1371695 w 3114960"/>
              <a:gd name="connsiteY39823" fmla="*/ 3566922 h 5143785"/>
              <a:gd name="connsiteX39824" fmla="*/ 1368933 w 3114960"/>
              <a:gd name="connsiteY39824" fmla="*/ 3566065 h 5143785"/>
              <a:gd name="connsiteX39825" fmla="*/ 1355503 w 3114960"/>
              <a:gd name="connsiteY39825" fmla="*/ 3566065 h 5143785"/>
              <a:gd name="connsiteX39826" fmla="*/ 1349978 w 3114960"/>
              <a:gd name="connsiteY39826" fmla="*/ 3571589 h 5143785"/>
              <a:gd name="connsiteX39827" fmla="*/ 1349978 w 3114960"/>
              <a:gd name="connsiteY39827" fmla="*/ 3576447 h 5143785"/>
              <a:gd name="connsiteX39828" fmla="*/ 1230344 w 3114960"/>
              <a:gd name="connsiteY39828" fmla="*/ 3576638 h 5143785"/>
              <a:gd name="connsiteX39829" fmla="*/ 1145572 w 3114960"/>
              <a:gd name="connsiteY39829" fmla="*/ 3644742 h 5143785"/>
              <a:gd name="connsiteX39830" fmla="*/ 1092613 w 3114960"/>
              <a:gd name="connsiteY39830" fmla="*/ 3644455 h 5143785"/>
              <a:gd name="connsiteX39831" fmla="*/ 1092613 w 3114960"/>
              <a:gd name="connsiteY39831" fmla="*/ 3643789 h 5143785"/>
              <a:gd name="connsiteX39832" fmla="*/ 1079087 w 3114960"/>
              <a:gd name="connsiteY39832" fmla="*/ 3636264 h 5143785"/>
              <a:gd name="connsiteX39833" fmla="*/ 1071563 w 3114960"/>
              <a:gd name="connsiteY39833" fmla="*/ 3649790 h 5143785"/>
              <a:gd name="connsiteX39834" fmla="*/ 1082135 w 3114960"/>
              <a:gd name="connsiteY39834" fmla="*/ 3657695 h 5143785"/>
              <a:gd name="connsiteX39835" fmla="*/ 1085183 w 3114960"/>
              <a:gd name="connsiteY39835" fmla="*/ 3657314 h 5143785"/>
              <a:gd name="connsiteX39836" fmla="*/ 1092708 w 3114960"/>
              <a:gd name="connsiteY39836" fmla="*/ 3649218 h 5143785"/>
              <a:gd name="connsiteX39837" fmla="*/ 1147382 w 3114960"/>
              <a:gd name="connsiteY39837" fmla="*/ 3649504 h 5143785"/>
              <a:gd name="connsiteX39838" fmla="*/ 1232249 w 3114960"/>
              <a:gd name="connsiteY39838" fmla="*/ 3581400 h 5143785"/>
              <a:gd name="connsiteX39839" fmla="*/ 1350264 w 3114960"/>
              <a:gd name="connsiteY39839" fmla="*/ 3581210 h 5143785"/>
              <a:gd name="connsiteX39840" fmla="*/ 1350264 w 3114960"/>
              <a:gd name="connsiteY39840" fmla="*/ 3585020 h 5143785"/>
              <a:gd name="connsiteX39841" fmla="*/ 1355789 w 3114960"/>
              <a:gd name="connsiteY39841" fmla="*/ 3590544 h 5143785"/>
              <a:gd name="connsiteX39842" fmla="*/ 1369219 w 3114960"/>
              <a:gd name="connsiteY39842" fmla="*/ 3590544 h 5143785"/>
              <a:gd name="connsiteX39843" fmla="*/ 1374743 w 3114960"/>
              <a:gd name="connsiteY39843" fmla="*/ 3585020 h 5143785"/>
              <a:gd name="connsiteX39844" fmla="*/ 1374743 w 3114960"/>
              <a:gd name="connsiteY39844" fmla="*/ 3571589 h 5143785"/>
              <a:gd name="connsiteX39845" fmla="*/ 1374648 w 3114960"/>
              <a:gd name="connsiteY39845" fmla="*/ 3570923 h 5143785"/>
              <a:gd name="connsiteX39846" fmla="*/ 1378744 w 3114960"/>
              <a:gd name="connsiteY39846" fmla="*/ 3568637 h 5143785"/>
              <a:gd name="connsiteX39847" fmla="*/ 1378744 w 3114960"/>
              <a:gd name="connsiteY39847" fmla="*/ 3557683 h 5143785"/>
              <a:gd name="connsiteX39848" fmla="*/ 1083659 w 3114960"/>
              <a:gd name="connsiteY39848" fmla="*/ 3652742 h 5143785"/>
              <a:gd name="connsiteX39849" fmla="*/ 1076039 w 3114960"/>
              <a:gd name="connsiteY39849" fmla="*/ 3648456 h 5143785"/>
              <a:gd name="connsiteX39850" fmla="*/ 1080326 w 3114960"/>
              <a:gd name="connsiteY39850" fmla="*/ 3640836 h 5143785"/>
              <a:gd name="connsiteX39851" fmla="*/ 1082040 w 3114960"/>
              <a:gd name="connsiteY39851" fmla="*/ 3640550 h 5143785"/>
              <a:gd name="connsiteX39852" fmla="*/ 1087946 w 3114960"/>
              <a:gd name="connsiteY39852" fmla="*/ 3645027 h 5143785"/>
              <a:gd name="connsiteX39853" fmla="*/ 1083659 w 3114960"/>
              <a:gd name="connsiteY39853" fmla="*/ 3652647 h 5143785"/>
              <a:gd name="connsiteX39854" fmla="*/ 1369695 w 3114960"/>
              <a:gd name="connsiteY39854" fmla="*/ 3585020 h 5143785"/>
              <a:gd name="connsiteX39855" fmla="*/ 1368933 w 3114960"/>
              <a:gd name="connsiteY39855" fmla="*/ 3585782 h 5143785"/>
              <a:gd name="connsiteX39856" fmla="*/ 1355503 w 3114960"/>
              <a:gd name="connsiteY39856" fmla="*/ 3585782 h 5143785"/>
              <a:gd name="connsiteX39857" fmla="*/ 1354741 w 3114960"/>
              <a:gd name="connsiteY39857" fmla="*/ 3585020 h 5143785"/>
              <a:gd name="connsiteX39858" fmla="*/ 1354741 w 3114960"/>
              <a:gd name="connsiteY39858" fmla="*/ 3571589 h 5143785"/>
              <a:gd name="connsiteX39859" fmla="*/ 1355503 w 3114960"/>
              <a:gd name="connsiteY39859" fmla="*/ 3570827 h 5143785"/>
              <a:gd name="connsiteX39860" fmla="*/ 1368933 w 3114960"/>
              <a:gd name="connsiteY39860" fmla="*/ 3570827 h 5143785"/>
              <a:gd name="connsiteX39861" fmla="*/ 1369695 w 3114960"/>
              <a:gd name="connsiteY39861" fmla="*/ 3571589 h 5143785"/>
              <a:gd name="connsiteX39862" fmla="*/ 1369695 w 3114960"/>
              <a:gd name="connsiteY39862" fmla="*/ 3585020 h 5143785"/>
              <a:gd name="connsiteX39863" fmla="*/ 296894 w 3114960"/>
              <a:gd name="connsiteY39863" fmla="*/ 4374356 h 5143785"/>
              <a:gd name="connsiteX39864" fmla="*/ 346805 w 3114960"/>
              <a:gd name="connsiteY39864" fmla="*/ 4374356 h 5143785"/>
              <a:gd name="connsiteX39865" fmla="*/ 346805 w 3114960"/>
              <a:gd name="connsiteY39865" fmla="*/ 4378357 h 5143785"/>
              <a:gd name="connsiteX39866" fmla="*/ 351282 w 3114960"/>
              <a:gd name="connsiteY39866" fmla="*/ 4382834 h 5143785"/>
              <a:gd name="connsiteX39867" fmla="*/ 363950 w 3114960"/>
              <a:gd name="connsiteY39867" fmla="*/ 4382834 h 5143785"/>
              <a:gd name="connsiteX39868" fmla="*/ 368427 w 3114960"/>
              <a:gd name="connsiteY39868" fmla="*/ 4378357 h 5143785"/>
              <a:gd name="connsiteX39869" fmla="*/ 368427 w 3114960"/>
              <a:gd name="connsiteY39869" fmla="*/ 4365689 h 5143785"/>
              <a:gd name="connsiteX39870" fmla="*/ 363950 w 3114960"/>
              <a:gd name="connsiteY39870" fmla="*/ 4361212 h 5143785"/>
              <a:gd name="connsiteX39871" fmla="*/ 351282 w 3114960"/>
              <a:gd name="connsiteY39871" fmla="*/ 4361212 h 5143785"/>
              <a:gd name="connsiteX39872" fmla="*/ 346805 w 3114960"/>
              <a:gd name="connsiteY39872" fmla="*/ 4365689 h 5143785"/>
              <a:gd name="connsiteX39873" fmla="*/ 346805 w 3114960"/>
              <a:gd name="connsiteY39873" fmla="*/ 4369689 h 5143785"/>
              <a:gd name="connsiteX39874" fmla="*/ 301657 w 3114960"/>
              <a:gd name="connsiteY39874" fmla="*/ 4369689 h 5143785"/>
              <a:gd name="connsiteX39875" fmla="*/ 301847 w 3114960"/>
              <a:gd name="connsiteY39875" fmla="*/ 4335113 h 5143785"/>
              <a:gd name="connsiteX39876" fmla="*/ 347567 w 3114960"/>
              <a:gd name="connsiteY39876" fmla="*/ 4296061 h 5143785"/>
              <a:gd name="connsiteX39877" fmla="*/ 352139 w 3114960"/>
              <a:gd name="connsiteY39877" fmla="*/ 4298919 h 5143785"/>
              <a:gd name="connsiteX39878" fmla="*/ 356330 w 3114960"/>
              <a:gd name="connsiteY39878" fmla="*/ 4299585 h 5143785"/>
              <a:gd name="connsiteX39879" fmla="*/ 368237 w 3114960"/>
              <a:gd name="connsiteY39879" fmla="*/ 4291108 h 5143785"/>
              <a:gd name="connsiteX39880" fmla="*/ 360521 w 3114960"/>
              <a:gd name="connsiteY39880" fmla="*/ 4275011 h 5143785"/>
              <a:gd name="connsiteX39881" fmla="*/ 344424 w 3114960"/>
              <a:gd name="connsiteY39881" fmla="*/ 4282821 h 5143785"/>
              <a:gd name="connsiteX39882" fmla="*/ 344805 w 3114960"/>
              <a:gd name="connsiteY39882" fmla="*/ 4292156 h 5143785"/>
              <a:gd name="connsiteX39883" fmla="*/ 297085 w 3114960"/>
              <a:gd name="connsiteY39883" fmla="*/ 4332923 h 5143785"/>
              <a:gd name="connsiteX39884" fmla="*/ 296894 w 3114960"/>
              <a:gd name="connsiteY39884" fmla="*/ 4374547 h 5143785"/>
              <a:gd name="connsiteX39885" fmla="*/ 348901 w 3114960"/>
              <a:gd name="connsiteY39885" fmla="*/ 4284250 h 5143785"/>
              <a:gd name="connsiteX39886" fmla="*/ 356330 w 3114960"/>
              <a:gd name="connsiteY39886" fmla="*/ 4279011 h 5143785"/>
              <a:gd name="connsiteX39887" fmla="*/ 358902 w 3114960"/>
              <a:gd name="connsiteY39887" fmla="*/ 4279487 h 5143785"/>
              <a:gd name="connsiteX39888" fmla="*/ 363760 w 3114960"/>
              <a:gd name="connsiteY39888" fmla="*/ 4289489 h 5143785"/>
              <a:gd name="connsiteX39889" fmla="*/ 353759 w 3114960"/>
              <a:gd name="connsiteY39889" fmla="*/ 4294346 h 5143785"/>
              <a:gd name="connsiteX39890" fmla="*/ 348901 w 3114960"/>
              <a:gd name="connsiteY39890" fmla="*/ 4284345 h 5143785"/>
              <a:gd name="connsiteX39891" fmla="*/ 45625 w 3114960"/>
              <a:gd name="connsiteY39891" fmla="*/ 4707827 h 5143785"/>
              <a:gd name="connsiteX39892" fmla="*/ 95 w 3114960"/>
              <a:gd name="connsiteY39892" fmla="*/ 4707827 h 5143785"/>
              <a:gd name="connsiteX39893" fmla="*/ 95 w 3114960"/>
              <a:gd name="connsiteY39893" fmla="*/ 4703064 h 5143785"/>
              <a:gd name="connsiteX39894" fmla="*/ 45625 w 3114960"/>
              <a:gd name="connsiteY39894" fmla="*/ 4703064 h 5143785"/>
              <a:gd name="connsiteX39895" fmla="*/ 54388 w 3114960"/>
              <a:gd name="connsiteY39895" fmla="*/ 4696682 h 5143785"/>
              <a:gd name="connsiteX39896" fmla="*/ 62770 w 3114960"/>
              <a:gd name="connsiteY39896" fmla="*/ 4705922 h 5143785"/>
              <a:gd name="connsiteX39897" fmla="*/ 53531 w 3114960"/>
              <a:gd name="connsiteY39897" fmla="*/ 4714304 h 5143785"/>
              <a:gd name="connsiteX39898" fmla="*/ 45625 w 3114960"/>
              <a:gd name="connsiteY39898" fmla="*/ 4707922 h 5143785"/>
              <a:gd name="connsiteX39899" fmla="*/ 1378458 w 3114960"/>
              <a:gd name="connsiteY39899" fmla="*/ 3527203 h 5143785"/>
              <a:gd name="connsiteX39900" fmla="*/ 1373696 w 3114960"/>
              <a:gd name="connsiteY39900" fmla="*/ 3527203 h 5143785"/>
              <a:gd name="connsiteX39901" fmla="*/ 1373696 w 3114960"/>
              <a:gd name="connsiteY39901" fmla="*/ 3517011 h 5143785"/>
              <a:gd name="connsiteX39902" fmla="*/ 1378458 w 3114960"/>
              <a:gd name="connsiteY39902" fmla="*/ 3517011 h 5143785"/>
              <a:gd name="connsiteX39903" fmla="*/ 1378458 w 3114960"/>
              <a:gd name="connsiteY39903" fmla="*/ 3527203 h 5143785"/>
              <a:gd name="connsiteX39904" fmla="*/ 1378458 w 3114960"/>
              <a:gd name="connsiteY39904" fmla="*/ 3547491 h 5143785"/>
              <a:gd name="connsiteX39905" fmla="*/ 1373696 w 3114960"/>
              <a:gd name="connsiteY39905" fmla="*/ 3547491 h 5143785"/>
              <a:gd name="connsiteX39906" fmla="*/ 1373696 w 3114960"/>
              <a:gd name="connsiteY39906" fmla="*/ 3537299 h 5143785"/>
              <a:gd name="connsiteX39907" fmla="*/ 1378458 w 3114960"/>
              <a:gd name="connsiteY39907" fmla="*/ 3537299 h 5143785"/>
              <a:gd name="connsiteX39908" fmla="*/ 1378458 w 3114960"/>
              <a:gd name="connsiteY39908" fmla="*/ 3547491 h 5143785"/>
              <a:gd name="connsiteX39909" fmla="*/ 1074896 w 3114960"/>
              <a:gd name="connsiteY39909" fmla="*/ 3616547 h 5143785"/>
              <a:gd name="connsiteX39910" fmla="*/ 1099947 w 3114960"/>
              <a:gd name="connsiteY39910" fmla="*/ 3616547 h 5143785"/>
              <a:gd name="connsiteX39911" fmla="*/ 1105948 w 3114960"/>
              <a:gd name="connsiteY39911" fmla="*/ 3613785 h 5143785"/>
              <a:gd name="connsiteX39912" fmla="*/ 1112234 w 3114960"/>
              <a:gd name="connsiteY39912" fmla="*/ 3606355 h 5143785"/>
              <a:gd name="connsiteX39913" fmla="*/ 1114044 w 3114960"/>
              <a:gd name="connsiteY39913" fmla="*/ 3601307 h 5143785"/>
              <a:gd name="connsiteX39914" fmla="*/ 1114044 w 3114960"/>
              <a:gd name="connsiteY39914" fmla="*/ 3577495 h 5143785"/>
              <a:gd name="connsiteX39915" fmla="*/ 1106138 w 3114960"/>
              <a:gd name="connsiteY39915" fmla="*/ 3569589 h 5143785"/>
              <a:gd name="connsiteX39916" fmla="*/ 1092899 w 3114960"/>
              <a:gd name="connsiteY39916" fmla="*/ 3569589 h 5143785"/>
              <a:gd name="connsiteX39917" fmla="*/ 1092899 w 3114960"/>
              <a:gd name="connsiteY39917" fmla="*/ 3569589 h 5143785"/>
              <a:gd name="connsiteX39918" fmla="*/ 1074896 w 3114960"/>
              <a:gd name="connsiteY39918" fmla="*/ 3569589 h 5143785"/>
              <a:gd name="connsiteX39919" fmla="*/ 1066991 w 3114960"/>
              <a:gd name="connsiteY39919" fmla="*/ 3577495 h 5143785"/>
              <a:gd name="connsiteX39920" fmla="*/ 1066991 w 3114960"/>
              <a:gd name="connsiteY39920" fmla="*/ 3597402 h 5143785"/>
              <a:gd name="connsiteX39921" fmla="*/ 1066800 w 3114960"/>
              <a:gd name="connsiteY39921" fmla="*/ 3597688 h 5143785"/>
              <a:gd name="connsiteX39922" fmla="*/ 1066991 w 3114960"/>
              <a:gd name="connsiteY39922" fmla="*/ 3597878 h 5143785"/>
              <a:gd name="connsiteX39923" fmla="*/ 1066991 w 3114960"/>
              <a:gd name="connsiteY39923" fmla="*/ 3608832 h 5143785"/>
              <a:gd name="connsiteX39924" fmla="*/ 1074896 w 3114960"/>
              <a:gd name="connsiteY39924" fmla="*/ 3616738 h 5143785"/>
              <a:gd name="connsiteX39925" fmla="*/ 1109282 w 3114960"/>
              <a:gd name="connsiteY39925" fmla="*/ 3601212 h 5143785"/>
              <a:gd name="connsiteX39926" fmla="*/ 1108520 w 3114960"/>
              <a:gd name="connsiteY39926" fmla="*/ 3603212 h 5143785"/>
              <a:gd name="connsiteX39927" fmla="*/ 1102233 w 3114960"/>
              <a:gd name="connsiteY39927" fmla="*/ 3610642 h 5143785"/>
              <a:gd name="connsiteX39928" fmla="*/ 1099852 w 3114960"/>
              <a:gd name="connsiteY39928" fmla="*/ 3611785 h 5143785"/>
              <a:gd name="connsiteX39929" fmla="*/ 1087374 w 3114960"/>
              <a:gd name="connsiteY39929" fmla="*/ 3611785 h 5143785"/>
              <a:gd name="connsiteX39930" fmla="*/ 1109186 w 3114960"/>
              <a:gd name="connsiteY39930" fmla="*/ 3588353 h 5143785"/>
              <a:gd name="connsiteX39931" fmla="*/ 1109186 w 3114960"/>
              <a:gd name="connsiteY39931" fmla="*/ 3601212 h 5143785"/>
              <a:gd name="connsiteX39932" fmla="*/ 1071753 w 3114960"/>
              <a:gd name="connsiteY39932" fmla="*/ 3577400 h 5143785"/>
              <a:gd name="connsiteX39933" fmla="*/ 1074896 w 3114960"/>
              <a:gd name="connsiteY39933" fmla="*/ 3574256 h 5143785"/>
              <a:gd name="connsiteX39934" fmla="*/ 1088422 w 3114960"/>
              <a:gd name="connsiteY39934" fmla="*/ 3574256 h 5143785"/>
              <a:gd name="connsiteX39935" fmla="*/ 1071753 w 3114960"/>
              <a:gd name="connsiteY39935" fmla="*/ 3592163 h 5143785"/>
              <a:gd name="connsiteX39936" fmla="*/ 1071753 w 3114960"/>
              <a:gd name="connsiteY39936" fmla="*/ 3577400 h 5143785"/>
              <a:gd name="connsiteX39937" fmla="*/ 1071753 w 3114960"/>
              <a:gd name="connsiteY39937" fmla="*/ 3602165 h 5143785"/>
              <a:gd name="connsiteX39938" fmla="*/ 1071944 w 3114960"/>
              <a:gd name="connsiteY39938" fmla="*/ 3602355 h 5143785"/>
              <a:gd name="connsiteX39939" fmla="*/ 1098137 w 3114960"/>
              <a:gd name="connsiteY39939" fmla="*/ 3574256 h 5143785"/>
              <a:gd name="connsiteX39940" fmla="*/ 1098137 w 3114960"/>
              <a:gd name="connsiteY39940" fmla="*/ 3574256 h 5143785"/>
              <a:gd name="connsiteX39941" fmla="*/ 1106138 w 3114960"/>
              <a:gd name="connsiteY39941" fmla="*/ 3574256 h 5143785"/>
              <a:gd name="connsiteX39942" fmla="*/ 1109282 w 3114960"/>
              <a:gd name="connsiteY39942" fmla="*/ 3577400 h 5143785"/>
              <a:gd name="connsiteX39943" fmla="*/ 1109282 w 3114960"/>
              <a:gd name="connsiteY39943" fmla="*/ 3579400 h 5143785"/>
              <a:gd name="connsiteX39944" fmla="*/ 1108520 w 3114960"/>
              <a:gd name="connsiteY39944" fmla="*/ 3578638 h 5143785"/>
              <a:gd name="connsiteX39945" fmla="*/ 1078135 w 3114960"/>
              <a:gd name="connsiteY39945" fmla="*/ 3611213 h 5143785"/>
              <a:gd name="connsiteX39946" fmla="*/ 1078706 w 3114960"/>
              <a:gd name="connsiteY39946" fmla="*/ 3611785 h 5143785"/>
              <a:gd name="connsiteX39947" fmla="*/ 1074896 w 3114960"/>
              <a:gd name="connsiteY39947" fmla="*/ 3611785 h 5143785"/>
              <a:gd name="connsiteX39948" fmla="*/ 1071753 w 3114960"/>
              <a:gd name="connsiteY39948" fmla="*/ 3608642 h 5143785"/>
              <a:gd name="connsiteX39949" fmla="*/ 1071753 w 3114960"/>
              <a:gd name="connsiteY39949" fmla="*/ 3602165 h 5143785"/>
              <a:gd name="connsiteX39950" fmla="*/ 1413510 w 3114960"/>
              <a:gd name="connsiteY39950" fmla="*/ 3469577 h 5143785"/>
              <a:gd name="connsiteX39951" fmla="*/ 1413510 w 3114960"/>
              <a:gd name="connsiteY39951" fmla="*/ 3450812 h 5143785"/>
              <a:gd name="connsiteX39952" fmla="*/ 1417320 w 3114960"/>
              <a:gd name="connsiteY39952" fmla="*/ 3447002 h 5143785"/>
              <a:gd name="connsiteX39953" fmla="*/ 1436084 w 3114960"/>
              <a:gd name="connsiteY39953" fmla="*/ 3447002 h 5143785"/>
              <a:gd name="connsiteX39954" fmla="*/ 1439894 w 3114960"/>
              <a:gd name="connsiteY39954" fmla="*/ 3450812 h 5143785"/>
              <a:gd name="connsiteX39955" fmla="*/ 1439894 w 3114960"/>
              <a:gd name="connsiteY39955" fmla="*/ 3469577 h 5143785"/>
              <a:gd name="connsiteX39956" fmla="*/ 1436084 w 3114960"/>
              <a:gd name="connsiteY39956" fmla="*/ 3473387 h 5143785"/>
              <a:gd name="connsiteX39957" fmla="*/ 1417320 w 3114960"/>
              <a:gd name="connsiteY39957" fmla="*/ 3473387 h 5143785"/>
              <a:gd name="connsiteX39958" fmla="*/ 1413510 w 3114960"/>
              <a:gd name="connsiteY39958" fmla="*/ 3469577 h 5143785"/>
              <a:gd name="connsiteX39959" fmla="*/ 1085660 w 3114960"/>
              <a:gd name="connsiteY39959" fmla="*/ 2301431 h 5143785"/>
              <a:gd name="connsiteX39960" fmla="*/ 1093375 w 3114960"/>
              <a:gd name="connsiteY39960" fmla="*/ 2309146 h 5143785"/>
              <a:gd name="connsiteX39961" fmla="*/ 1101090 w 3114960"/>
              <a:gd name="connsiteY39961" fmla="*/ 2301431 h 5143785"/>
              <a:gd name="connsiteX39962" fmla="*/ 1093375 w 3114960"/>
              <a:gd name="connsiteY39962" fmla="*/ 2293715 h 5143785"/>
              <a:gd name="connsiteX39963" fmla="*/ 1085660 w 3114960"/>
              <a:gd name="connsiteY39963" fmla="*/ 2301431 h 5143785"/>
              <a:gd name="connsiteX39964" fmla="*/ 1098804 w 3114960"/>
              <a:gd name="connsiteY39964" fmla="*/ 2301431 h 5143785"/>
              <a:gd name="connsiteX39965" fmla="*/ 1093470 w 3114960"/>
              <a:gd name="connsiteY39965" fmla="*/ 2306765 h 5143785"/>
              <a:gd name="connsiteX39966" fmla="*/ 1088136 w 3114960"/>
              <a:gd name="connsiteY39966" fmla="*/ 2301431 h 5143785"/>
              <a:gd name="connsiteX39967" fmla="*/ 1093470 w 3114960"/>
              <a:gd name="connsiteY39967" fmla="*/ 2296097 h 5143785"/>
              <a:gd name="connsiteX39968" fmla="*/ 1098804 w 3114960"/>
              <a:gd name="connsiteY39968" fmla="*/ 2301431 h 5143785"/>
              <a:gd name="connsiteX39969" fmla="*/ 57245 w 3114960"/>
              <a:gd name="connsiteY39969" fmla="*/ 4589812 h 5143785"/>
              <a:gd name="connsiteX39970" fmla="*/ 58198 w 3114960"/>
              <a:gd name="connsiteY39970" fmla="*/ 4591336 h 5143785"/>
              <a:gd name="connsiteX39971" fmla="*/ 63913 w 3114960"/>
              <a:gd name="connsiteY39971" fmla="*/ 4597051 h 5143785"/>
              <a:gd name="connsiteX39972" fmla="*/ 67818 w 3114960"/>
              <a:gd name="connsiteY39972" fmla="*/ 4598670 h 5143785"/>
              <a:gd name="connsiteX39973" fmla="*/ 71723 w 3114960"/>
              <a:gd name="connsiteY39973" fmla="*/ 4597051 h 5143785"/>
              <a:gd name="connsiteX39974" fmla="*/ 77438 w 3114960"/>
              <a:gd name="connsiteY39974" fmla="*/ 4591336 h 5143785"/>
              <a:gd name="connsiteX39975" fmla="*/ 77438 w 3114960"/>
              <a:gd name="connsiteY39975" fmla="*/ 4583526 h 5143785"/>
              <a:gd name="connsiteX39976" fmla="*/ 71723 w 3114960"/>
              <a:gd name="connsiteY39976" fmla="*/ 4577906 h 5143785"/>
              <a:gd name="connsiteX39977" fmla="*/ 63913 w 3114960"/>
              <a:gd name="connsiteY39977" fmla="*/ 4577906 h 5143785"/>
              <a:gd name="connsiteX39978" fmla="*/ 58198 w 3114960"/>
              <a:gd name="connsiteY39978" fmla="*/ 4583621 h 5143785"/>
              <a:gd name="connsiteX39979" fmla="*/ 57245 w 3114960"/>
              <a:gd name="connsiteY39979" fmla="*/ 4585145 h 5143785"/>
              <a:gd name="connsiteX39980" fmla="*/ 8858 w 3114960"/>
              <a:gd name="connsiteY39980" fmla="*/ 4585145 h 5143785"/>
              <a:gd name="connsiteX39981" fmla="*/ 95 w 3114960"/>
              <a:gd name="connsiteY39981" fmla="*/ 4593908 h 5143785"/>
              <a:gd name="connsiteX39982" fmla="*/ 95 w 3114960"/>
              <a:gd name="connsiteY39982" fmla="*/ 4600670 h 5143785"/>
              <a:gd name="connsiteX39983" fmla="*/ 10763 w 3114960"/>
              <a:gd name="connsiteY39983" fmla="*/ 4589907 h 5143785"/>
              <a:gd name="connsiteX39984" fmla="*/ 57150 w 3114960"/>
              <a:gd name="connsiteY39984" fmla="*/ 4589907 h 5143785"/>
              <a:gd name="connsiteX39985" fmla="*/ 61532 w 3114960"/>
              <a:gd name="connsiteY39985" fmla="*/ 4586859 h 5143785"/>
              <a:gd name="connsiteX39986" fmla="*/ 67247 w 3114960"/>
              <a:gd name="connsiteY39986" fmla="*/ 4581239 h 5143785"/>
              <a:gd name="connsiteX39987" fmla="*/ 67723 w 3114960"/>
              <a:gd name="connsiteY39987" fmla="*/ 4581049 h 5143785"/>
              <a:gd name="connsiteX39988" fmla="*/ 68294 w 3114960"/>
              <a:gd name="connsiteY39988" fmla="*/ 4581239 h 5143785"/>
              <a:gd name="connsiteX39989" fmla="*/ 73914 w 3114960"/>
              <a:gd name="connsiteY39989" fmla="*/ 4586859 h 5143785"/>
              <a:gd name="connsiteX39990" fmla="*/ 73914 w 3114960"/>
              <a:gd name="connsiteY39990" fmla="*/ 4587907 h 5143785"/>
              <a:gd name="connsiteX39991" fmla="*/ 68199 w 3114960"/>
              <a:gd name="connsiteY39991" fmla="*/ 4593622 h 5143785"/>
              <a:gd name="connsiteX39992" fmla="*/ 67151 w 3114960"/>
              <a:gd name="connsiteY39992" fmla="*/ 4593622 h 5143785"/>
              <a:gd name="connsiteX39993" fmla="*/ 61436 w 3114960"/>
              <a:gd name="connsiteY39993" fmla="*/ 4587907 h 5143785"/>
              <a:gd name="connsiteX39994" fmla="*/ 61436 w 3114960"/>
              <a:gd name="connsiteY39994" fmla="*/ 4586859 h 5143785"/>
              <a:gd name="connsiteX39995" fmla="*/ 116300 w 3114960"/>
              <a:gd name="connsiteY39995" fmla="*/ 2531364 h 5143785"/>
              <a:gd name="connsiteX39996" fmla="*/ 127730 w 3114960"/>
              <a:gd name="connsiteY39996" fmla="*/ 2519934 h 5143785"/>
              <a:gd name="connsiteX39997" fmla="*/ 116300 w 3114960"/>
              <a:gd name="connsiteY39997" fmla="*/ 2508504 h 5143785"/>
              <a:gd name="connsiteX39998" fmla="*/ 110966 w 3114960"/>
              <a:gd name="connsiteY39998" fmla="*/ 2510028 h 5143785"/>
              <a:gd name="connsiteX39999" fmla="*/ 70104 w 3114960"/>
              <a:gd name="connsiteY39999" fmla="*/ 2460784 h 5143785"/>
              <a:gd name="connsiteX40000" fmla="*/ 46768 w 3114960"/>
              <a:gd name="connsiteY40000" fmla="*/ 2460498 h 5143785"/>
              <a:gd name="connsiteX40001" fmla="*/ 46768 w 3114960"/>
              <a:gd name="connsiteY40001" fmla="*/ 2452307 h 5143785"/>
              <a:gd name="connsiteX40002" fmla="*/ 39624 w 3114960"/>
              <a:gd name="connsiteY40002" fmla="*/ 2445163 h 5143785"/>
              <a:gd name="connsiteX40003" fmla="*/ 95 w 3114960"/>
              <a:gd name="connsiteY40003" fmla="*/ 2445163 h 5143785"/>
              <a:gd name="connsiteX40004" fmla="*/ 95 w 3114960"/>
              <a:gd name="connsiteY40004" fmla="*/ 2449925 h 5143785"/>
              <a:gd name="connsiteX40005" fmla="*/ 39624 w 3114960"/>
              <a:gd name="connsiteY40005" fmla="*/ 2449925 h 5143785"/>
              <a:gd name="connsiteX40006" fmla="*/ 42005 w 3114960"/>
              <a:gd name="connsiteY40006" fmla="*/ 2452307 h 5143785"/>
              <a:gd name="connsiteX40007" fmla="*/ 42005 w 3114960"/>
              <a:gd name="connsiteY40007" fmla="*/ 2473833 h 5143785"/>
              <a:gd name="connsiteX40008" fmla="*/ 39624 w 3114960"/>
              <a:gd name="connsiteY40008" fmla="*/ 2476214 h 5143785"/>
              <a:gd name="connsiteX40009" fmla="*/ 95 w 3114960"/>
              <a:gd name="connsiteY40009" fmla="*/ 2476214 h 5143785"/>
              <a:gd name="connsiteX40010" fmla="*/ 95 w 3114960"/>
              <a:gd name="connsiteY40010" fmla="*/ 2480977 h 5143785"/>
              <a:gd name="connsiteX40011" fmla="*/ 39624 w 3114960"/>
              <a:gd name="connsiteY40011" fmla="*/ 2480977 h 5143785"/>
              <a:gd name="connsiteX40012" fmla="*/ 46768 w 3114960"/>
              <a:gd name="connsiteY40012" fmla="*/ 2473833 h 5143785"/>
              <a:gd name="connsiteX40013" fmla="*/ 46768 w 3114960"/>
              <a:gd name="connsiteY40013" fmla="*/ 2465261 h 5143785"/>
              <a:gd name="connsiteX40014" fmla="*/ 67818 w 3114960"/>
              <a:gd name="connsiteY40014" fmla="*/ 2465546 h 5143785"/>
              <a:gd name="connsiteX40015" fmla="*/ 107347 w 3114960"/>
              <a:gd name="connsiteY40015" fmla="*/ 2513171 h 5143785"/>
              <a:gd name="connsiteX40016" fmla="*/ 104870 w 3114960"/>
              <a:gd name="connsiteY40016" fmla="*/ 2519934 h 5143785"/>
              <a:gd name="connsiteX40017" fmla="*/ 116300 w 3114960"/>
              <a:gd name="connsiteY40017" fmla="*/ 2531364 h 5143785"/>
              <a:gd name="connsiteX40018" fmla="*/ 116300 w 3114960"/>
              <a:gd name="connsiteY40018" fmla="*/ 2513362 h 5143785"/>
              <a:gd name="connsiteX40019" fmla="*/ 122968 w 3114960"/>
              <a:gd name="connsiteY40019" fmla="*/ 2520029 h 5143785"/>
              <a:gd name="connsiteX40020" fmla="*/ 116300 w 3114960"/>
              <a:gd name="connsiteY40020" fmla="*/ 2526697 h 5143785"/>
              <a:gd name="connsiteX40021" fmla="*/ 109633 w 3114960"/>
              <a:gd name="connsiteY40021" fmla="*/ 2520029 h 5143785"/>
              <a:gd name="connsiteX40022" fmla="*/ 116300 w 3114960"/>
              <a:gd name="connsiteY40022" fmla="*/ 2513362 h 5143785"/>
              <a:gd name="connsiteX40023" fmla="*/ 32576 w 3114960"/>
              <a:gd name="connsiteY40023" fmla="*/ 4438555 h 5143785"/>
              <a:gd name="connsiteX40024" fmla="*/ 38576 w 3114960"/>
              <a:gd name="connsiteY40024" fmla="*/ 4451033 h 5143785"/>
              <a:gd name="connsiteX40025" fmla="*/ 41815 w 3114960"/>
              <a:gd name="connsiteY40025" fmla="*/ 4451604 h 5143785"/>
              <a:gd name="connsiteX40026" fmla="*/ 51054 w 3114960"/>
              <a:gd name="connsiteY40026" fmla="*/ 4445032 h 5143785"/>
              <a:gd name="connsiteX40027" fmla="*/ 50673 w 3114960"/>
              <a:gd name="connsiteY40027" fmla="*/ 4437507 h 5143785"/>
              <a:gd name="connsiteX40028" fmla="*/ 45053 w 3114960"/>
              <a:gd name="connsiteY40028" fmla="*/ 4432554 h 5143785"/>
              <a:gd name="connsiteX40029" fmla="*/ 36767 w 3114960"/>
              <a:gd name="connsiteY40029" fmla="*/ 4433602 h 5143785"/>
              <a:gd name="connsiteX40030" fmla="*/ 14859 w 3114960"/>
              <a:gd name="connsiteY40030" fmla="*/ 4414362 h 5143785"/>
              <a:gd name="connsiteX40031" fmla="*/ 95 w 3114960"/>
              <a:gd name="connsiteY40031" fmla="*/ 4414362 h 5143785"/>
              <a:gd name="connsiteX40032" fmla="*/ 95 w 3114960"/>
              <a:gd name="connsiteY40032" fmla="*/ 4419124 h 5143785"/>
              <a:gd name="connsiteX40033" fmla="*/ 13049 w 3114960"/>
              <a:gd name="connsiteY40033" fmla="*/ 4419124 h 5143785"/>
              <a:gd name="connsiteX40034" fmla="*/ 33433 w 3114960"/>
              <a:gd name="connsiteY40034" fmla="*/ 4437126 h 5143785"/>
              <a:gd name="connsiteX40035" fmla="*/ 32480 w 3114960"/>
              <a:gd name="connsiteY40035" fmla="*/ 4438650 h 5143785"/>
              <a:gd name="connsiteX40036" fmla="*/ 32480 w 3114960"/>
              <a:gd name="connsiteY40036" fmla="*/ 4438650 h 5143785"/>
              <a:gd name="connsiteX40037" fmla="*/ 37052 w 3114960"/>
              <a:gd name="connsiteY40037" fmla="*/ 4440079 h 5143785"/>
              <a:gd name="connsiteX40038" fmla="*/ 43434 w 3114960"/>
              <a:gd name="connsiteY40038" fmla="*/ 4437031 h 5143785"/>
              <a:gd name="connsiteX40039" fmla="*/ 46292 w 3114960"/>
              <a:gd name="connsiteY40039" fmla="*/ 4439603 h 5143785"/>
              <a:gd name="connsiteX40040" fmla="*/ 46482 w 3114960"/>
              <a:gd name="connsiteY40040" fmla="*/ 4443413 h 5143785"/>
              <a:gd name="connsiteX40041" fmla="*/ 40100 w 3114960"/>
              <a:gd name="connsiteY40041" fmla="*/ 4446461 h 5143785"/>
              <a:gd name="connsiteX40042" fmla="*/ 37052 w 3114960"/>
              <a:gd name="connsiteY40042" fmla="*/ 4440079 h 5143785"/>
              <a:gd name="connsiteX40043" fmla="*/ 1411986 w 3114960"/>
              <a:gd name="connsiteY40043" fmla="*/ 3442240 h 5143785"/>
              <a:gd name="connsiteX40044" fmla="*/ 1408843 w 3114960"/>
              <a:gd name="connsiteY40044" fmla="*/ 3445383 h 5143785"/>
              <a:gd name="connsiteX40045" fmla="*/ 1408843 w 3114960"/>
              <a:gd name="connsiteY40045" fmla="*/ 3475006 h 5143785"/>
              <a:gd name="connsiteX40046" fmla="*/ 1411986 w 3114960"/>
              <a:gd name="connsiteY40046" fmla="*/ 3478149 h 5143785"/>
              <a:gd name="connsiteX40047" fmla="*/ 1423416 w 3114960"/>
              <a:gd name="connsiteY40047" fmla="*/ 3478149 h 5143785"/>
              <a:gd name="connsiteX40048" fmla="*/ 1423416 w 3114960"/>
              <a:gd name="connsiteY40048" fmla="*/ 3486531 h 5143785"/>
              <a:gd name="connsiteX40049" fmla="*/ 1428178 w 3114960"/>
              <a:gd name="connsiteY40049" fmla="*/ 3486531 h 5143785"/>
              <a:gd name="connsiteX40050" fmla="*/ 1428178 w 3114960"/>
              <a:gd name="connsiteY40050" fmla="*/ 3478149 h 5143785"/>
              <a:gd name="connsiteX40051" fmla="*/ 1441609 w 3114960"/>
              <a:gd name="connsiteY40051" fmla="*/ 3478149 h 5143785"/>
              <a:gd name="connsiteX40052" fmla="*/ 1444752 w 3114960"/>
              <a:gd name="connsiteY40052" fmla="*/ 3475006 h 5143785"/>
              <a:gd name="connsiteX40053" fmla="*/ 1444752 w 3114960"/>
              <a:gd name="connsiteY40053" fmla="*/ 3445383 h 5143785"/>
              <a:gd name="connsiteX40054" fmla="*/ 1441609 w 3114960"/>
              <a:gd name="connsiteY40054" fmla="*/ 3442240 h 5143785"/>
              <a:gd name="connsiteX40055" fmla="*/ 1429226 w 3114960"/>
              <a:gd name="connsiteY40055" fmla="*/ 3442240 h 5143785"/>
              <a:gd name="connsiteX40056" fmla="*/ 1429226 w 3114960"/>
              <a:gd name="connsiteY40056" fmla="*/ 3344799 h 5143785"/>
              <a:gd name="connsiteX40057" fmla="*/ 1436084 w 3114960"/>
              <a:gd name="connsiteY40057" fmla="*/ 3336036 h 5143785"/>
              <a:gd name="connsiteX40058" fmla="*/ 1431512 w 3114960"/>
              <a:gd name="connsiteY40058" fmla="*/ 3328226 h 5143785"/>
              <a:gd name="connsiteX40059" fmla="*/ 1431512 w 3114960"/>
              <a:gd name="connsiteY40059" fmla="*/ 3265551 h 5143785"/>
              <a:gd name="connsiteX40060" fmla="*/ 1415510 w 3114960"/>
              <a:gd name="connsiteY40060" fmla="*/ 3250025 h 5143785"/>
              <a:gd name="connsiteX40061" fmla="*/ 1396270 w 3114960"/>
              <a:gd name="connsiteY40061" fmla="*/ 3250025 h 5143785"/>
              <a:gd name="connsiteX40062" fmla="*/ 1354074 w 3114960"/>
              <a:gd name="connsiteY40062" fmla="*/ 3213830 h 5143785"/>
              <a:gd name="connsiteX40063" fmla="*/ 1359122 w 3114960"/>
              <a:gd name="connsiteY40063" fmla="*/ 3213830 h 5143785"/>
              <a:gd name="connsiteX40064" fmla="*/ 1367123 w 3114960"/>
              <a:gd name="connsiteY40064" fmla="*/ 3205829 h 5143785"/>
              <a:gd name="connsiteX40065" fmla="*/ 1367123 w 3114960"/>
              <a:gd name="connsiteY40065" fmla="*/ 3188399 h 5143785"/>
              <a:gd name="connsiteX40066" fmla="*/ 1359122 w 3114960"/>
              <a:gd name="connsiteY40066" fmla="*/ 3180398 h 5143785"/>
              <a:gd name="connsiteX40067" fmla="*/ 1341692 w 3114960"/>
              <a:gd name="connsiteY40067" fmla="*/ 3180398 h 5143785"/>
              <a:gd name="connsiteX40068" fmla="*/ 1333691 w 3114960"/>
              <a:gd name="connsiteY40068" fmla="*/ 3188399 h 5143785"/>
              <a:gd name="connsiteX40069" fmla="*/ 1333691 w 3114960"/>
              <a:gd name="connsiteY40069" fmla="*/ 3205829 h 5143785"/>
              <a:gd name="connsiteX40070" fmla="*/ 1341692 w 3114960"/>
              <a:gd name="connsiteY40070" fmla="*/ 3213830 h 5143785"/>
              <a:gd name="connsiteX40071" fmla="*/ 1346835 w 3114960"/>
              <a:gd name="connsiteY40071" fmla="*/ 3213830 h 5143785"/>
              <a:gd name="connsiteX40072" fmla="*/ 1306640 w 3114960"/>
              <a:gd name="connsiteY40072" fmla="*/ 3250025 h 5143785"/>
              <a:gd name="connsiteX40073" fmla="*/ 1306640 w 3114960"/>
              <a:gd name="connsiteY40073" fmla="*/ 3250025 h 5143785"/>
              <a:gd name="connsiteX40074" fmla="*/ 1287018 w 3114960"/>
              <a:gd name="connsiteY40074" fmla="*/ 3250025 h 5143785"/>
              <a:gd name="connsiteX40075" fmla="*/ 1272254 w 3114960"/>
              <a:gd name="connsiteY40075" fmla="*/ 3266313 h 5143785"/>
              <a:gd name="connsiteX40076" fmla="*/ 1272254 w 3114960"/>
              <a:gd name="connsiteY40076" fmla="*/ 3302508 h 5143785"/>
              <a:gd name="connsiteX40077" fmla="*/ 1263015 w 3114960"/>
              <a:gd name="connsiteY40077" fmla="*/ 3313652 h 5143785"/>
              <a:gd name="connsiteX40078" fmla="*/ 1272254 w 3114960"/>
              <a:gd name="connsiteY40078" fmla="*/ 3324797 h 5143785"/>
              <a:gd name="connsiteX40079" fmla="*/ 1272254 w 3114960"/>
              <a:gd name="connsiteY40079" fmla="*/ 3442240 h 5143785"/>
              <a:gd name="connsiteX40080" fmla="*/ 1259872 w 3114960"/>
              <a:gd name="connsiteY40080" fmla="*/ 3442240 h 5143785"/>
              <a:gd name="connsiteX40081" fmla="*/ 1256728 w 3114960"/>
              <a:gd name="connsiteY40081" fmla="*/ 3445383 h 5143785"/>
              <a:gd name="connsiteX40082" fmla="*/ 1256728 w 3114960"/>
              <a:gd name="connsiteY40082" fmla="*/ 3475006 h 5143785"/>
              <a:gd name="connsiteX40083" fmla="*/ 1259872 w 3114960"/>
              <a:gd name="connsiteY40083" fmla="*/ 3478149 h 5143785"/>
              <a:gd name="connsiteX40084" fmla="*/ 1289495 w 3114960"/>
              <a:gd name="connsiteY40084" fmla="*/ 3478149 h 5143785"/>
              <a:gd name="connsiteX40085" fmla="*/ 1292638 w 3114960"/>
              <a:gd name="connsiteY40085" fmla="*/ 3475006 h 5143785"/>
              <a:gd name="connsiteX40086" fmla="*/ 1292638 w 3114960"/>
              <a:gd name="connsiteY40086" fmla="*/ 3445383 h 5143785"/>
              <a:gd name="connsiteX40087" fmla="*/ 1289495 w 3114960"/>
              <a:gd name="connsiteY40087" fmla="*/ 3442240 h 5143785"/>
              <a:gd name="connsiteX40088" fmla="*/ 1277112 w 3114960"/>
              <a:gd name="connsiteY40088" fmla="*/ 3442240 h 5143785"/>
              <a:gd name="connsiteX40089" fmla="*/ 1277112 w 3114960"/>
              <a:gd name="connsiteY40089" fmla="*/ 3324797 h 5143785"/>
              <a:gd name="connsiteX40090" fmla="*/ 1286351 w 3114960"/>
              <a:gd name="connsiteY40090" fmla="*/ 3313652 h 5143785"/>
              <a:gd name="connsiteX40091" fmla="*/ 1277112 w 3114960"/>
              <a:gd name="connsiteY40091" fmla="*/ 3302508 h 5143785"/>
              <a:gd name="connsiteX40092" fmla="*/ 1277112 w 3114960"/>
              <a:gd name="connsiteY40092" fmla="*/ 3268218 h 5143785"/>
              <a:gd name="connsiteX40093" fmla="*/ 1289209 w 3114960"/>
              <a:gd name="connsiteY40093" fmla="*/ 3254883 h 5143785"/>
              <a:gd name="connsiteX40094" fmla="*/ 1325213 w 3114960"/>
              <a:gd name="connsiteY40094" fmla="*/ 3254883 h 5143785"/>
              <a:gd name="connsiteX40095" fmla="*/ 1322356 w 3114960"/>
              <a:gd name="connsiteY40095" fmla="*/ 3258026 h 5143785"/>
              <a:gd name="connsiteX40096" fmla="*/ 1322356 w 3114960"/>
              <a:gd name="connsiteY40096" fmla="*/ 3327463 h 5143785"/>
              <a:gd name="connsiteX40097" fmla="*/ 1316260 w 3114960"/>
              <a:gd name="connsiteY40097" fmla="*/ 3336036 h 5143785"/>
              <a:gd name="connsiteX40098" fmla="*/ 1323118 w 3114960"/>
              <a:gd name="connsiteY40098" fmla="*/ 3344799 h 5143785"/>
              <a:gd name="connsiteX40099" fmla="*/ 1323118 w 3114960"/>
              <a:gd name="connsiteY40099" fmla="*/ 3442240 h 5143785"/>
              <a:gd name="connsiteX40100" fmla="*/ 1310735 w 3114960"/>
              <a:gd name="connsiteY40100" fmla="*/ 3442240 h 5143785"/>
              <a:gd name="connsiteX40101" fmla="*/ 1307592 w 3114960"/>
              <a:gd name="connsiteY40101" fmla="*/ 3445383 h 5143785"/>
              <a:gd name="connsiteX40102" fmla="*/ 1307592 w 3114960"/>
              <a:gd name="connsiteY40102" fmla="*/ 3475006 h 5143785"/>
              <a:gd name="connsiteX40103" fmla="*/ 1310735 w 3114960"/>
              <a:gd name="connsiteY40103" fmla="*/ 3478149 h 5143785"/>
              <a:gd name="connsiteX40104" fmla="*/ 1323118 w 3114960"/>
              <a:gd name="connsiteY40104" fmla="*/ 3478149 h 5143785"/>
              <a:gd name="connsiteX40105" fmla="*/ 1323118 w 3114960"/>
              <a:gd name="connsiteY40105" fmla="*/ 3533109 h 5143785"/>
              <a:gd name="connsiteX40106" fmla="*/ 1191387 w 3114960"/>
              <a:gd name="connsiteY40106" fmla="*/ 3533109 h 5143785"/>
              <a:gd name="connsiteX40107" fmla="*/ 1136237 w 3114960"/>
              <a:gd name="connsiteY40107" fmla="*/ 3572637 h 5143785"/>
              <a:gd name="connsiteX40108" fmla="*/ 1136237 w 3114960"/>
              <a:gd name="connsiteY40108" fmla="*/ 3590735 h 5143785"/>
              <a:gd name="connsiteX40109" fmla="*/ 1135571 w 3114960"/>
              <a:gd name="connsiteY40109" fmla="*/ 3590735 h 5143785"/>
              <a:gd name="connsiteX40110" fmla="*/ 1128998 w 3114960"/>
              <a:gd name="connsiteY40110" fmla="*/ 3595973 h 5143785"/>
              <a:gd name="connsiteX40111" fmla="*/ 1128046 w 3114960"/>
              <a:gd name="connsiteY40111" fmla="*/ 3604260 h 5143785"/>
              <a:gd name="connsiteX40112" fmla="*/ 1133285 w 3114960"/>
              <a:gd name="connsiteY40112" fmla="*/ 3610832 h 5143785"/>
              <a:gd name="connsiteX40113" fmla="*/ 1138619 w 3114960"/>
              <a:gd name="connsiteY40113" fmla="*/ 3612166 h 5143785"/>
              <a:gd name="connsiteX40114" fmla="*/ 1141667 w 3114960"/>
              <a:gd name="connsiteY40114" fmla="*/ 3611785 h 5143785"/>
              <a:gd name="connsiteX40115" fmla="*/ 1149191 w 3114960"/>
              <a:gd name="connsiteY40115" fmla="*/ 3598259 h 5143785"/>
              <a:gd name="connsiteX40116" fmla="*/ 1141000 w 3114960"/>
              <a:gd name="connsiteY40116" fmla="*/ 3590735 h 5143785"/>
              <a:gd name="connsiteX40117" fmla="*/ 1141000 w 3114960"/>
              <a:gd name="connsiteY40117" fmla="*/ 3575018 h 5143785"/>
              <a:gd name="connsiteX40118" fmla="*/ 1192911 w 3114960"/>
              <a:gd name="connsiteY40118" fmla="*/ 3537871 h 5143785"/>
              <a:gd name="connsiteX40119" fmla="*/ 1327880 w 3114960"/>
              <a:gd name="connsiteY40119" fmla="*/ 3537871 h 5143785"/>
              <a:gd name="connsiteX40120" fmla="*/ 1327880 w 3114960"/>
              <a:gd name="connsiteY40120" fmla="*/ 3478149 h 5143785"/>
              <a:gd name="connsiteX40121" fmla="*/ 1340263 w 3114960"/>
              <a:gd name="connsiteY40121" fmla="*/ 3478149 h 5143785"/>
              <a:gd name="connsiteX40122" fmla="*/ 1343406 w 3114960"/>
              <a:gd name="connsiteY40122" fmla="*/ 3475006 h 5143785"/>
              <a:gd name="connsiteX40123" fmla="*/ 1343406 w 3114960"/>
              <a:gd name="connsiteY40123" fmla="*/ 3445383 h 5143785"/>
              <a:gd name="connsiteX40124" fmla="*/ 1340263 w 3114960"/>
              <a:gd name="connsiteY40124" fmla="*/ 3442240 h 5143785"/>
              <a:gd name="connsiteX40125" fmla="*/ 1327880 w 3114960"/>
              <a:gd name="connsiteY40125" fmla="*/ 3442240 h 5143785"/>
              <a:gd name="connsiteX40126" fmla="*/ 1327880 w 3114960"/>
              <a:gd name="connsiteY40126" fmla="*/ 3344799 h 5143785"/>
              <a:gd name="connsiteX40127" fmla="*/ 1334738 w 3114960"/>
              <a:gd name="connsiteY40127" fmla="*/ 3336036 h 5143785"/>
              <a:gd name="connsiteX40128" fmla="*/ 1327214 w 3114960"/>
              <a:gd name="connsiteY40128" fmla="*/ 3327178 h 5143785"/>
              <a:gd name="connsiteX40129" fmla="*/ 1327214 w 3114960"/>
              <a:gd name="connsiteY40129" fmla="*/ 3259836 h 5143785"/>
              <a:gd name="connsiteX40130" fmla="*/ 1331690 w 3114960"/>
              <a:gd name="connsiteY40130" fmla="*/ 3254883 h 5143785"/>
              <a:gd name="connsiteX40131" fmla="*/ 1368933 w 3114960"/>
              <a:gd name="connsiteY40131" fmla="*/ 3254883 h 5143785"/>
              <a:gd name="connsiteX40132" fmla="*/ 1373886 w 3114960"/>
              <a:gd name="connsiteY40132" fmla="*/ 3259646 h 5143785"/>
              <a:gd name="connsiteX40133" fmla="*/ 1373886 w 3114960"/>
              <a:gd name="connsiteY40133" fmla="*/ 3302508 h 5143785"/>
              <a:gd name="connsiteX40134" fmla="*/ 1364647 w 3114960"/>
              <a:gd name="connsiteY40134" fmla="*/ 3313652 h 5143785"/>
              <a:gd name="connsiteX40135" fmla="*/ 1373886 w 3114960"/>
              <a:gd name="connsiteY40135" fmla="*/ 3324797 h 5143785"/>
              <a:gd name="connsiteX40136" fmla="*/ 1373886 w 3114960"/>
              <a:gd name="connsiteY40136" fmla="*/ 3442240 h 5143785"/>
              <a:gd name="connsiteX40137" fmla="*/ 1361503 w 3114960"/>
              <a:gd name="connsiteY40137" fmla="*/ 3442240 h 5143785"/>
              <a:gd name="connsiteX40138" fmla="*/ 1358360 w 3114960"/>
              <a:gd name="connsiteY40138" fmla="*/ 3445383 h 5143785"/>
              <a:gd name="connsiteX40139" fmla="*/ 1358360 w 3114960"/>
              <a:gd name="connsiteY40139" fmla="*/ 3475006 h 5143785"/>
              <a:gd name="connsiteX40140" fmla="*/ 1361503 w 3114960"/>
              <a:gd name="connsiteY40140" fmla="*/ 3478149 h 5143785"/>
              <a:gd name="connsiteX40141" fmla="*/ 1373886 w 3114960"/>
              <a:gd name="connsiteY40141" fmla="*/ 3478149 h 5143785"/>
              <a:gd name="connsiteX40142" fmla="*/ 1373886 w 3114960"/>
              <a:gd name="connsiteY40142" fmla="*/ 3486531 h 5143785"/>
              <a:gd name="connsiteX40143" fmla="*/ 1378649 w 3114960"/>
              <a:gd name="connsiteY40143" fmla="*/ 3486531 h 5143785"/>
              <a:gd name="connsiteX40144" fmla="*/ 1378649 w 3114960"/>
              <a:gd name="connsiteY40144" fmla="*/ 3478149 h 5143785"/>
              <a:gd name="connsiteX40145" fmla="*/ 1391031 w 3114960"/>
              <a:gd name="connsiteY40145" fmla="*/ 3478149 h 5143785"/>
              <a:gd name="connsiteX40146" fmla="*/ 1394174 w 3114960"/>
              <a:gd name="connsiteY40146" fmla="*/ 3475006 h 5143785"/>
              <a:gd name="connsiteX40147" fmla="*/ 1394174 w 3114960"/>
              <a:gd name="connsiteY40147" fmla="*/ 3445383 h 5143785"/>
              <a:gd name="connsiteX40148" fmla="*/ 1391031 w 3114960"/>
              <a:gd name="connsiteY40148" fmla="*/ 3442240 h 5143785"/>
              <a:gd name="connsiteX40149" fmla="*/ 1378649 w 3114960"/>
              <a:gd name="connsiteY40149" fmla="*/ 3442240 h 5143785"/>
              <a:gd name="connsiteX40150" fmla="*/ 1378649 w 3114960"/>
              <a:gd name="connsiteY40150" fmla="*/ 3324797 h 5143785"/>
              <a:gd name="connsiteX40151" fmla="*/ 1387888 w 3114960"/>
              <a:gd name="connsiteY40151" fmla="*/ 3313652 h 5143785"/>
              <a:gd name="connsiteX40152" fmla="*/ 1378649 w 3114960"/>
              <a:gd name="connsiteY40152" fmla="*/ 3302508 h 5143785"/>
              <a:gd name="connsiteX40153" fmla="*/ 1378649 w 3114960"/>
              <a:gd name="connsiteY40153" fmla="*/ 3257550 h 5143785"/>
              <a:gd name="connsiteX40154" fmla="*/ 1375791 w 3114960"/>
              <a:gd name="connsiteY40154" fmla="*/ 3254788 h 5143785"/>
              <a:gd name="connsiteX40155" fmla="*/ 1413701 w 3114960"/>
              <a:gd name="connsiteY40155" fmla="*/ 3254788 h 5143785"/>
              <a:gd name="connsiteX40156" fmla="*/ 1426845 w 3114960"/>
              <a:gd name="connsiteY40156" fmla="*/ 3267551 h 5143785"/>
              <a:gd name="connsiteX40157" fmla="*/ 1426845 w 3114960"/>
              <a:gd name="connsiteY40157" fmla="*/ 3326797 h 5143785"/>
              <a:gd name="connsiteX40158" fmla="*/ 1417701 w 3114960"/>
              <a:gd name="connsiteY40158" fmla="*/ 3336036 h 5143785"/>
              <a:gd name="connsiteX40159" fmla="*/ 1424559 w 3114960"/>
              <a:gd name="connsiteY40159" fmla="*/ 3344799 h 5143785"/>
              <a:gd name="connsiteX40160" fmla="*/ 1424559 w 3114960"/>
              <a:gd name="connsiteY40160" fmla="*/ 3442240 h 5143785"/>
              <a:gd name="connsiteX40161" fmla="*/ 1412177 w 3114960"/>
              <a:gd name="connsiteY40161" fmla="*/ 3442240 h 5143785"/>
              <a:gd name="connsiteX40162" fmla="*/ 1289399 w 3114960"/>
              <a:gd name="connsiteY40162" fmla="*/ 3444621 h 5143785"/>
              <a:gd name="connsiteX40163" fmla="*/ 1290161 w 3114960"/>
              <a:gd name="connsiteY40163" fmla="*/ 3445383 h 5143785"/>
              <a:gd name="connsiteX40164" fmla="*/ 1290161 w 3114960"/>
              <a:gd name="connsiteY40164" fmla="*/ 3475006 h 5143785"/>
              <a:gd name="connsiteX40165" fmla="*/ 1289399 w 3114960"/>
              <a:gd name="connsiteY40165" fmla="*/ 3475768 h 5143785"/>
              <a:gd name="connsiteX40166" fmla="*/ 1259777 w 3114960"/>
              <a:gd name="connsiteY40166" fmla="*/ 3475768 h 5143785"/>
              <a:gd name="connsiteX40167" fmla="*/ 1259015 w 3114960"/>
              <a:gd name="connsiteY40167" fmla="*/ 3475006 h 5143785"/>
              <a:gd name="connsiteX40168" fmla="*/ 1259015 w 3114960"/>
              <a:gd name="connsiteY40168" fmla="*/ 3445383 h 5143785"/>
              <a:gd name="connsiteX40169" fmla="*/ 1259777 w 3114960"/>
              <a:gd name="connsiteY40169" fmla="*/ 3444621 h 5143785"/>
              <a:gd name="connsiteX40170" fmla="*/ 1289399 w 3114960"/>
              <a:gd name="connsiteY40170" fmla="*/ 3444621 h 5143785"/>
              <a:gd name="connsiteX40171" fmla="*/ 1281494 w 3114960"/>
              <a:gd name="connsiteY40171" fmla="*/ 3313652 h 5143785"/>
              <a:gd name="connsiteX40172" fmla="*/ 1274636 w 3114960"/>
              <a:gd name="connsiteY40172" fmla="*/ 3320510 h 5143785"/>
              <a:gd name="connsiteX40173" fmla="*/ 1267778 w 3114960"/>
              <a:gd name="connsiteY40173" fmla="*/ 3313652 h 5143785"/>
              <a:gd name="connsiteX40174" fmla="*/ 1274636 w 3114960"/>
              <a:gd name="connsiteY40174" fmla="*/ 3306794 h 5143785"/>
              <a:gd name="connsiteX40175" fmla="*/ 1281494 w 3114960"/>
              <a:gd name="connsiteY40175" fmla="*/ 3313652 h 5143785"/>
              <a:gd name="connsiteX40176" fmla="*/ 1141476 w 3114960"/>
              <a:gd name="connsiteY40176" fmla="*/ 3595783 h 5143785"/>
              <a:gd name="connsiteX40177" fmla="*/ 1144429 w 3114960"/>
              <a:gd name="connsiteY40177" fmla="*/ 3599498 h 5143785"/>
              <a:gd name="connsiteX40178" fmla="*/ 1143857 w 3114960"/>
              <a:gd name="connsiteY40178" fmla="*/ 3604165 h 5143785"/>
              <a:gd name="connsiteX40179" fmla="*/ 1140143 w 3114960"/>
              <a:gd name="connsiteY40179" fmla="*/ 3607118 h 5143785"/>
              <a:gd name="connsiteX40180" fmla="*/ 1132523 w 3114960"/>
              <a:gd name="connsiteY40180" fmla="*/ 3602831 h 5143785"/>
              <a:gd name="connsiteX40181" fmla="*/ 1133094 w 3114960"/>
              <a:gd name="connsiteY40181" fmla="*/ 3598164 h 5143785"/>
              <a:gd name="connsiteX40182" fmla="*/ 1136809 w 3114960"/>
              <a:gd name="connsiteY40182" fmla="*/ 3595211 h 5143785"/>
              <a:gd name="connsiteX40183" fmla="*/ 1138523 w 3114960"/>
              <a:gd name="connsiteY40183" fmla="*/ 3594926 h 5143785"/>
              <a:gd name="connsiteX40184" fmla="*/ 1141476 w 3114960"/>
              <a:gd name="connsiteY40184" fmla="*/ 3595688 h 5143785"/>
              <a:gd name="connsiteX40185" fmla="*/ 1340168 w 3114960"/>
              <a:gd name="connsiteY40185" fmla="*/ 3444621 h 5143785"/>
              <a:gd name="connsiteX40186" fmla="*/ 1340930 w 3114960"/>
              <a:gd name="connsiteY40186" fmla="*/ 3445383 h 5143785"/>
              <a:gd name="connsiteX40187" fmla="*/ 1340930 w 3114960"/>
              <a:gd name="connsiteY40187" fmla="*/ 3475006 h 5143785"/>
              <a:gd name="connsiteX40188" fmla="*/ 1340168 w 3114960"/>
              <a:gd name="connsiteY40188" fmla="*/ 3475768 h 5143785"/>
              <a:gd name="connsiteX40189" fmla="*/ 1310545 w 3114960"/>
              <a:gd name="connsiteY40189" fmla="*/ 3475768 h 5143785"/>
              <a:gd name="connsiteX40190" fmla="*/ 1309783 w 3114960"/>
              <a:gd name="connsiteY40190" fmla="*/ 3475006 h 5143785"/>
              <a:gd name="connsiteX40191" fmla="*/ 1309783 w 3114960"/>
              <a:gd name="connsiteY40191" fmla="*/ 3445383 h 5143785"/>
              <a:gd name="connsiteX40192" fmla="*/ 1310545 w 3114960"/>
              <a:gd name="connsiteY40192" fmla="*/ 3444621 h 5143785"/>
              <a:gd name="connsiteX40193" fmla="*/ 1340168 w 3114960"/>
              <a:gd name="connsiteY40193" fmla="*/ 3444621 h 5143785"/>
              <a:gd name="connsiteX40194" fmla="*/ 1346740 w 3114960"/>
              <a:gd name="connsiteY40194" fmla="*/ 3250025 h 5143785"/>
              <a:gd name="connsiteX40195" fmla="*/ 1313593 w 3114960"/>
              <a:gd name="connsiteY40195" fmla="*/ 3250025 h 5143785"/>
              <a:gd name="connsiteX40196" fmla="*/ 1346740 w 3114960"/>
              <a:gd name="connsiteY40196" fmla="*/ 3220212 h 5143785"/>
              <a:gd name="connsiteX40197" fmla="*/ 1346740 w 3114960"/>
              <a:gd name="connsiteY40197" fmla="*/ 3250025 h 5143785"/>
              <a:gd name="connsiteX40198" fmla="*/ 1341692 w 3114960"/>
              <a:gd name="connsiteY40198" fmla="*/ 3209449 h 5143785"/>
              <a:gd name="connsiteX40199" fmla="*/ 1338072 w 3114960"/>
              <a:gd name="connsiteY40199" fmla="*/ 3205829 h 5143785"/>
              <a:gd name="connsiteX40200" fmla="*/ 1338072 w 3114960"/>
              <a:gd name="connsiteY40200" fmla="*/ 3188399 h 5143785"/>
              <a:gd name="connsiteX40201" fmla="*/ 1341692 w 3114960"/>
              <a:gd name="connsiteY40201" fmla="*/ 3184779 h 5143785"/>
              <a:gd name="connsiteX40202" fmla="*/ 1359122 w 3114960"/>
              <a:gd name="connsiteY40202" fmla="*/ 3184779 h 5143785"/>
              <a:gd name="connsiteX40203" fmla="*/ 1362742 w 3114960"/>
              <a:gd name="connsiteY40203" fmla="*/ 3188399 h 5143785"/>
              <a:gd name="connsiteX40204" fmla="*/ 1362742 w 3114960"/>
              <a:gd name="connsiteY40204" fmla="*/ 3205829 h 5143785"/>
              <a:gd name="connsiteX40205" fmla="*/ 1359122 w 3114960"/>
              <a:gd name="connsiteY40205" fmla="*/ 3209449 h 5143785"/>
              <a:gd name="connsiteX40206" fmla="*/ 1341692 w 3114960"/>
              <a:gd name="connsiteY40206" fmla="*/ 3209449 h 5143785"/>
              <a:gd name="connsiteX40207" fmla="*/ 1390841 w 3114960"/>
              <a:gd name="connsiteY40207" fmla="*/ 3444621 h 5143785"/>
              <a:gd name="connsiteX40208" fmla="*/ 1391603 w 3114960"/>
              <a:gd name="connsiteY40208" fmla="*/ 3445383 h 5143785"/>
              <a:gd name="connsiteX40209" fmla="*/ 1391603 w 3114960"/>
              <a:gd name="connsiteY40209" fmla="*/ 3475006 h 5143785"/>
              <a:gd name="connsiteX40210" fmla="*/ 1390841 w 3114960"/>
              <a:gd name="connsiteY40210" fmla="*/ 3475768 h 5143785"/>
              <a:gd name="connsiteX40211" fmla="*/ 1361218 w 3114960"/>
              <a:gd name="connsiteY40211" fmla="*/ 3475768 h 5143785"/>
              <a:gd name="connsiteX40212" fmla="*/ 1360456 w 3114960"/>
              <a:gd name="connsiteY40212" fmla="*/ 3475006 h 5143785"/>
              <a:gd name="connsiteX40213" fmla="*/ 1360456 w 3114960"/>
              <a:gd name="connsiteY40213" fmla="*/ 3445383 h 5143785"/>
              <a:gd name="connsiteX40214" fmla="*/ 1361218 w 3114960"/>
              <a:gd name="connsiteY40214" fmla="*/ 3444621 h 5143785"/>
              <a:gd name="connsiteX40215" fmla="*/ 1390841 w 3114960"/>
              <a:gd name="connsiteY40215" fmla="*/ 3444621 h 5143785"/>
              <a:gd name="connsiteX40216" fmla="*/ 1376077 w 3114960"/>
              <a:gd name="connsiteY40216" fmla="*/ 3306794 h 5143785"/>
              <a:gd name="connsiteX40217" fmla="*/ 1382935 w 3114960"/>
              <a:gd name="connsiteY40217" fmla="*/ 3313652 h 5143785"/>
              <a:gd name="connsiteX40218" fmla="*/ 1376077 w 3114960"/>
              <a:gd name="connsiteY40218" fmla="*/ 3320510 h 5143785"/>
              <a:gd name="connsiteX40219" fmla="*/ 1369219 w 3114960"/>
              <a:gd name="connsiteY40219" fmla="*/ 3313652 h 5143785"/>
              <a:gd name="connsiteX40220" fmla="*/ 1376077 w 3114960"/>
              <a:gd name="connsiteY40220" fmla="*/ 3306794 h 5143785"/>
              <a:gd name="connsiteX40221" fmla="*/ 1370648 w 3114960"/>
              <a:gd name="connsiteY40221" fmla="*/ 3250025 h 5143785"/>
              <a:gd name="connsiteX40222" fmla="*/ 1353884 w 3114960"/>
              <a:gd name="connsiteY40222" fmla="*/ 3250025 h 5143785"/>
              <a:gd name="connsiteX40223" fmla="*/ 1353884 w 3114960"/>
              <a:gd name="connsiteY40223" fmla="*/ 3220022 h 5143785"/>
              <a:gd name="connsiteX40224" fmla="*/ 1388840 w 3114960"/>
              <a:gd name="connsiteY40224" fmla="*/ 3250025 h 5143785"/>
              <a:gd name="connsiteX40225" fmla="*/ 1370648 w 3114960"/>
              <a:gd name="connsiteY40225" fmla="*/ 3250025 h 5143785"/>
              <a:gd name="connsiteX40226" fmla="*/ 1441609 w 3114960"/>
              <a:gd name="connsiteY40226" fmla="*/ 3444621 h 5143785"/>
              <a:gd name="connsiteX40227" fmla="*/ 1442371 w 3114960"/>
              <a:gd name="connsiteY40227" fmla="*/ 3445383 h 5143785"/>
              <a:gd name="connsiteX40228" fmla="*/ 1442371 w 3114960"/>
              <a:gd name="connsiteY40228" fmla="*/ 3475006 h 5143785"/>
              <a:gd name="connsiteX40229" fmla="*/ 1441609 w 3114960"/>
              <a:gd name="connsiteY40229" fmla="*/ 3475768 h 5143785"/>
              <a:gd name="connsiteX40230" fmla="*/ 1411986 w 3114960"/>
              <a:gd name="connsiteY40230" fmla="*/ 3475768 h 5143785"/>
              <a:gd name="connsiteX40231" fmla="*/ 1411224 w 3114960"/>
              <a:gd name="connsiteY40231" fmla="*/ 3475006 h 5143785"/>
              <a:gd name="connsiteX40232" fmla="*/ 1411224 w 3114960"/>
              <a:gd name="connsiteY40232" fmla="*/ 3445383 h 5143785"/>
              <a:gd name="connsiteX40233" fmla="*/ 1411986 w 3114960"/>
              <a:gd name="connsiteY40233" fmla="*/ 3444621 h 5143785"/>
              <a:gd name="connsiteX40234" fmla="*/ 1441609 w 3114960"/>
              <a:gd name="connsiteY40234" fmla="*/ 3444621 h 5143785"/>
              <a:gd name="connsiteX40235" fmla="*/ 102489 w 3114960"/>
              <a:gd name="connsiteY40235" fmla="*/ 4032313 h 5143785"/>
              <a:gd name="connsiteX40236" fmla="*/ 47339 w 3114960"/>
              <a:gd name="connsiteY40236" fmla="*/ 4080796 h 5143785"/>
              <a:gd name="connsiteX40237" fmla="*/ 38005 w 3114960"/>
              <a:gd name="connsiteY40237" fmla="*/ 4079081 h 5143785"/>
              <a:gd name="connsiteX40238" fmla="*/ 32004 w 3114960"/>
              <a:gd name="connsiteY40238" fmla="*/ 4091750 h 5143785"/>
              <a:gd name="connsiteX40239" fmla="*/ 41339 w 3114960"/>
              <a:gd name="connsiteY40239" fmla="*/ 4098322 h 5143785"/>
              <a:gd name="connsiteX40240" fmla="*/ 44672 w 3114960"/>
              <a:gd name="connsiteY40240" fmla="*/ 4097750 h 5143785"/>
              <a:gd name="connsiteX40241" fmla="*/ 44672 w 3114960"/>
              <a:gd name="connsiteY40241" fmla="*/ 4097750 h 5143785"/>
              <a:gd name="connsiteX40242" fmla="*/ 50673 w 3114960"/>
              <a:gd name="connsiteY40242" fmla="*/ 4085082 h 5143785"/>
              <a:gd name="connsiteX40243" fmla="*/ 50292 w 3114960"/>
              <a:gd name="connsiteY40243" fmla="*/ 4084511 h 5143785"/>
              <a:gd name="connsiteX40244" fmla="*/ 106394 w 3114960"/>
              <a:gd name="connsiteY40244" fmla="*/ 4035076 h 5143785"/>
              <a:gd name="connsiteX40245" fmla="*/ 107252 w 3114960"/>
              <a:gd name="connsiteY40245" fmla="*/ 4034314 h 5143785"/>
              <a:gd name="connsiteX40246" fmla="*/ 106394 w 3114960"/>
              <a:gd name="connsiteY40246" fmla="*/ 3994785 h 5143785"/>
              <a:gd name="connsiteX40247" fmla="*/ 148304 w 3114960"/>
              <a:gd name="connsiteY40247" fmla="*/ 3958209 h 5143785"/>
              <a:gd name="connsiteX40248" fmla="*/ 153829 w 3114960"/>
              <a:gd name="connsiteY40248" fmla="*/ 3959924 h 5143785"/>
              <a:gd name="connsiteX40249" fmla="*/ 157163 w 3114960"/>
              <a:gd name="connsiteY40249" fmla="*/ 3959352 h 5143785"/>
              <a:gd name="connsiteX40250" fmla="*/ 162782 w 3114960"/>
              <a:gd name="connsiteY40250" fmla="*/ 3954304 h 5143785"/>
              <a:gd name="connsiteX40251" fmla="*/ 163163 w 3114960"/>
              <a:gd name="connsiteY40251" fmla="*/ 3946684 h 5143785"/>
              <a:gd name="connsiteX40252" fmla="*/ 150495 w 3114960"/>
              <a:gd name="connsiteY40252" fmla="*/ 3940683 h 5143785"/>
              <a:gd name="connsiteX40253" fmla="*/ 144494 w 3114960"/>
              <a:gd name="connsiteY40253" fmla="*/ 3953351 h 5143785"/>
              <a:gd name="connsiteX40254" fmla="*/ 145161 w 3114960"/>
              <a:gd name="connsiteY40254" fmla="*/ 3954590 h 5143785"/>
              <a:gd name="connsiteX40255" fmla="*/ 101537 w 3114960"/>
              <a:gd name="connsiteY40255" fmla="*/ 3992594 h 5143785"/>
              <a:gd name="connsiteX40256" fmla="*/ 102394 w 3114960"/>
              <a:gd name="connsiteY40256" fmla="*/ 4032123 h 5143785"/>
              <a:gd name="connsiteX40257" fmla="*/ 43053 w 3114960"/>
              <a:gd name="connsiteY40257" fmla="*/ 4093274 h 5143785"/>
              <a:gd name="connsiteX40258" fmla="*/ 36481 w 3114960"/>
              <a:gd name="connsiteY40258" fmla="*/ 4090130 h 5143785"/>
              <a:gd name="connsiteX40259" fmla="*/ 39624 w 3114960"/>
              <a:gd name="connsiteY40259" fmla="*/ 4083558 h 5143785"/>
              <a:gd name="connsiteX40260" fmla="*/ 41339 w 3114960"/>
              <a:gd name="connsiteY40260" fmla="*/ 4083272 h 5143785"/>
              <a:gd name="connsiteX40261" fmla="*/ 46196 w 3114960"/>
              <a:gd name="connsiteY40261" fmla="*/ 4086701 h 5143785"/>
              <a:gd name="connsiteX40262" fmla="*/ 43053 w 3114960"/>
              <a:gd name="connsiteY40262" fmla="*/ 4093274 h 5143785"/>
              <a:gd name="connsiteX40263" fmla="*/ 152210 w 3114960"/>
              <a:gd name="connsiteY40263" fmla="*/ 3945255 h 5143785"/>
              <a:gd name="connsiteX40264" fmla="*/ 153924 w 3114960"/>
              <a:gd name="connsiteY40264" fmla="*/ 3944969 h 5143785"/>
              <a:gd name="connsiteX40265" fmla="*/ 158782 w 3114960"/>
              <a:gd name="connsiteY40265" fmla="*/ 3948398 h 5143785"/>
              <a:gd name="connsiteX40266" fmla="*/ 158591 w 3114960"/>
              <a:gd name="connsiteY40266" fmla="*/ 3952304 h 5143785"/>
              <a:gd name="connsiteX40267" fmla="*/ 155639 w 3114960"/>
              <a:gd name="connsiteY40267" fmla="*/ 3954971 h 5143785"/>
              <a:gd name="connsiteX40268" fmla="*/ 151733 w 3114960"/>
              <a:gd name="connsiteY40268" fmla="*/ 3954780 h 5143785"/>
              <a:gd name="connsiteX40269" fmla="*/ 149066 w 3114960"/>
              <a:gd name="connsiteY40269" fmla="*/ 3951827 h 5143785"/>
              <a:gd name="connsiteX40270" fmla="*/ 152210 w 3114960"/>
              <a:gd name="connsiteY40270" fmla="*/ 3945255 h 5143785"/>
              <a:gd name="connsiteX40271" fmla="*/ 199549 w 3114960"/>
              <a:gd name="connsiteY40271" fmla="*/ 3948684 h 5143785"/>
              <a:gd name="connsiteX40272" fmla="*/ 203740 w 3114960"/>
              <a:gd name="connsiteY40272" fmla="*/ 3949637 h 5143785"/>
              <a:gd name="connsiteX40273" fmla="*/ 207074 w 3114960"/>
              <a:gd name="connsiteY40273" fmla="*/ 3949065 h 5143785"/>
              <a:gd name="connsiteX40274" fmla="*/ 213170 w 3114960"/>
              <a:gd name="connsiteY40274" fmla="*/ 3942112 h 5143785"/>
              <a:gd name="connsiteX40275" fmla="*/ 273368 w 3114960"/>
              <a:gd name="connsiteY40275" fmla="*/ 3942112 h 5143785"/>
              <a:gd name="connsiteX40276" fmla="*/ 275558 w 3114960"/>
              <a:gd name="connsiteY40276" fmla="*/ 3940683 h 5143785"/>
              <a:gd name="connsiteX40277" fmla="*/ 275177 w 3114960"/>
              <a:gd name="connsiteY40277" fmla="*/ 3938111 h 5143785"/>
              <a:gd name="connsiteX40278" fmla="*/ 242411 w 3114960"/>
              <a:gd name="connsiteY40278" fmla="*/ 3901440 h 5143785"/>
              <a:gd name="connsiteX40279" fmla="*/ 240602 w 3114960"/>
              <a:gd name="connsiteY40279" fmla="*/ 3900678 h 5143785"/>
              <a:gd name="connsiteX40280" fmla="*/ 197072 w 3114960"/>
              <a:gd name="connsiteY40280" fmla="*/ 3900678 h 5143785"/>
              <a:gd name="connsiteX40281" fmla="*/ 196977 w 3114960"/>
              <a:gd name="connsiteY40281" fmla="*/ 3899726 h 5143785"/>
              <a:gd name="connsiteX40282" fmla="*/ 191929 w 3114960"/>
              <a:gd name="connsiteY40282" fmla="*/ 3894106 h 5143785"/>
              <a:gd name="connsiteX40283" fmla="*/ 184309 w 3114960"/>
              <a:gd name="connsiteY40283" fmla="*/ 3893725 h 5143785"/>
              <a:gd name="connsiteX40284" fmla="*/ 178308 w 3114960"/>
              <a:gd name="connsiteY40284" fmla="*/ 3906393 h 5143785"/>
              <a:gd name="connsiteX40285" fmla="*/ 183452 w 3114960"/>
              <a:gd name="connsiteY40285" fmla="*/ 3912013 h 5143785"/>
              <a:gd name="connsiteX40286" fmla="*/ 187643 w 3114960"/>
              <a:gd name="connsiteY40286" fmla="*/ 3912965 h 5143785"/>
              <a:gd name="connsiteX40287" fmla="*/ 190976 w 3114960"/>
              <a:gd name="connsiteY40287" fmla="*/ 3912394 h 5143785"/>
              <a:gd name="connsiteX40288" fmla="*/ 197072 w 3114960"/>
              <a:gd name="connsiteY40288" fmla="*/ 3905441 h 5143785"/>
              <a:gd name="connsiteX40289" fmla="*/ 239554 w 3114960"/>
              <a:gd name="connsiteY40289" fmla="*/ 3905441 h 5143785"/>
              <a:gd name="connsiteX40290" fmla="*/ 268034 w 3114960"/>
              <a:gd name="connsiteY40290" fmla="*/ 3937349 h 5143785"/>
              <a:gd name="connsiteX40291" fmla="*/ 213170 w 3114960"/>
              <a:gd name="connsiteY40291" fmla="*/ 3937349 h 5143785"/>
              <a:gd name="connsiteX40292" fmla="*/ 213074 w 3114960"/>
              <a:gd name="connsiteY40292" fmla="*/ 3936397 h 5143785"/>
              <a:gd name="connsiteX40293" fmla="*/ 207931 w 3114960"/>
              <a:gd name="connsiteY40293" fmla="*/ 3930777 h 5143785"/>
              <a:gd name="connsiteX40294" fmla="*/ 200311 w 3114960"/>
              <a:gd name="connsiteY40294" fmla="*/ 3930396 h 5143785"/>
              <a:gd name="connsiteX40295" fmla="*/ 194310 w 3114960"/>
              <a:gd name="connsiteY40295" fmla="*/ 3943064 h 5143785"/>
              <a:gd name="connsiteX40296" fmla="*/ 199358 w 3114960"/>
              <a:gd name="connsiteY40296" fmla="*/ 3948684 h 5143785"/>
              <a:gd name="connsiteX40297" fmla="*/ 192310 w 3114960"/>
              <a:gd name="connsiteY40297" fmla="*/ 3905250 h 5143785"/>
              <a:gd name="connsiteX40298" fmla="*/ 189357 w 3114960"/>
              <a:gd name="connsiteY40298" fmla="*/ 3907917 h 5143785"/>
              <a:gd name="connsiteX40299" fmla="*/ 185452 w 3114960"/>
              <a:gd name="connsiteY40299" fmla="*/ 3907727 h 5143785"/>
              <a:gd name="connsiteX40300" fmla="*/ 182785 w 3114960"/>
              <a:gd name="connsiteY40300" fmla="*/ 3904774 h 5143785"/>
              <a:gd name="connsiteX40301" fmla="*/ 182975 w 3114960"/>
              <a:gd name="connsiteY40301" fmla="*/ 3900869 h 5143785"/>
              <a:gd name="connsiteX40302" fmla="*/ 185928 w 3114960"/>
              <a:gd name="connsiteY40302" fmla="*/ 3898202 h 5143785"/>
              <a:gd name="connsiteX40303" fmla="*/ 187643 w 3114960"/>
              <a:gd name="connsiteY40303" fmla="*/ 3897916 h 5143785"/>
              <a:gd name="connsiteX40304" fmla="*/ 189833 w 3114960"/>
              <a:gd name="connsiteY40304" fmla="*/ 3898392 h 5143785"/>
              <a:gd name="connsiteX40305" fmla="*/ 192500 w 3114960"/>
              <a:gd name="connsiteY40305" fmla="*/ 3901345 h 5143785"/>
              <a:gd name="connsiteX40306" fmla="*/ 192310 w 3114960"/>
              <a:gd name="connsiteY40306" fmla="*/ 3905250 h 5143785"/>
              <a:gd name="connsiteX40307" fmla="*/ 199073 w 3114960"/>
              <a:gd name="connsiteY40307" fmla="*/ 3937540 h 5143785"/>
              <a:gd name="connsiteX40308" fmla="*/ 202025 w 3114960"/>
              <a:gd name="connsiteY40308" fmla="*/ 3934873 h 5143785"/>
              <a:gd name="connsiteX40309" fmla="*/ 203740 w 3114960"/>
              <a:gd name="connsiteY40309" fmla="*/ 3934587 h 5143785"/>
              <a:gd name="connsiteX40310" fmla="*/ 205931 w 3114960"/>
              <a:gd name="connsiteY40310" fmla="*/ 3935063 h 5143785"/>
              <a:gd name="connsiteX40311" fmla="*/ 208598 w 3114960"/>
              <a:gd name="connsiteY40311" fmla="*/ 3938016 h 5143785"/>
              <a:gd name="connsiteX40312" fmla="*/ 208407 w 3114960"/>
              <a:gd name="connsiteY40312" fmla="*/ 3941921 h 5143785"/>
              <a:gd name="connsiteX40313" fmla="*/ 205454 w 3114960"/>
              <a:gd name="connsiteY40313" fmla="*/ 3944588 h 5143785"/>
              <a:gd name="connsiteX40314" fmla="*/ 201549 w 3114960"/>
              <a:gd name="connsiteY40314" fmla="*/ 3944398 h 5143785"/>
              <a:gd name="connsiteX40315" fmla="*/ 198882 w 3114960"/>
              <a:gd name="connsiteY40315" fmla="*/ 3941445 h 5143785"/>
              <a:gd name="connsiteX40316" fmla="*/ 199073 w 3114960"/>
              <a:gd name="connsiteY40316" fmla="*/ 3937540 h 5143785"/>
              <a:gd name="connsiteX40317" fmla="*/ 137351 w 3114960"/>
              <a:gd name="connsiteY40317" fmla="*/ 3898583 h 5143785"/>
              <a:gd name="connsiteX40318" fmla="*/ 130492 w 3114960"/>
              <a:gd name="connsiteY40318" fmla="*/ 3905345 h 5143785"/>
              <a:gd name="connsiteX40319" fmla="*/ 130492 w 3114960"/>
              <a:gd name="connsiteY40319" fmla="*/ 3918013 h 5143785"/>
              <a:gd name="connsiteX40320" fmla="*/ 137351 w 3114960"/>
              <a:gd name="connsiteY40320" fmla="*/ 3924872 h 5143785"/>
              <a:gd name="connsiteX40321" fmla="*/ 150019 w 3114960"/>
              <a:gd name="connsiteY40321" fmla="*/ 3924872 h 5143785"/>
              <a:gd name="connsiteX40322" fmla="*/ 156877 w 3114960"/>
              <a:gd name="connsiteY40322" fmla="*/ 3918013 h 5143785"/>
              <a:gd name="connsiteX40323" fmla="*/ 156877 w 3114960"/>
              <a:gd name="connsiteY40323" fmla="*/ 3905345 h 5143785"/>
              <a:gd name="connsiteX40324" fmla="*/ 150019 w 3114960"/>
              <a:gd name="connsiteY40324" fmla="*/ 3898583 h 5143785"/>
              <a:gd name="connsiteX40325" fmla="*/ 137351 w 3114960"/>
              <a:gd name="connsiteY40325" fmla="*/ 3898583 h 5143785"/>
              <a:gd name="connsiteX40326" fmla="*/ 152114 w 3114960"/>
              <a:gd name="connsiteY40326" fmla="*/ 3905441 h 5143785"/>
              <a:gd name="connsiteX40327" fmla="*/ 152114 w 3114960"/>
              <a:gd name="connsiteY40327" fmla="*/ 3918109 h 5143785"/>
              <a:gd name="connsiteX40328" fmla="*/ 150019 w 3114960"/>
              <a:gd name="connsiteY40328" fmla="*/ 3920204 h 5143785"/>
              <a:gd name="connsiteX40329" fmla="*/ 137351 w 3114960"/>
              <a:gd name="connsiteY40329" fmla="*/ 3920204 h 5143785"/>
              <a:gd name="connsiteX40330" fmla="*/ 135255 w 3114960"/>
              <a:gd name="connsiteY40330" fmla="*/ 3918109 h 5143785"/>
              <a:gd name="connsiteX40331" fmla="*/ 135255 w 3114960"/>
              <a:gd name="connsiteY40331" fmla="*/ 3905441 h 5143785"/>
              <a:gd name="connsiteX40332" fmla="*/ 137351 w 3114960"/>
              <a:gd name="connsiteY40332" fmla="*/ 3903440 h 5143785"/>
              <a:gd name="connsiteX40333" fmla="*/ 150019 w 3114960"/>
              <a:gd name="connsiteY40333" fmla="*/ 3903440 h 5143785"/>
              <a:gd name="connsiteX40334" fmla="*/ 152114 w 3114960"/>
              <a:gd name="connsiteY40334" fmla="*/ 3905441 h 5143785"/>
              <a:gd name="connsiteX40335" fmla="*/ 1850422 w 3114960"/>
              <a:gd name="connsiteY40335" fmla="*/ 4044792 h 5143785"/>
              <a:gd name="connsiteX40336" fmla="*/ 1870329 w 3114960"/>
              <a:gd name="connsiteY40336" fmla="*/ 4044792 h 5143785"/>
              <a:gd name="connsiteX40337" fmla="*/ 1870329 w 3114960"/>
              <a:gd name="connsiteY40337" fmla="*/ 4040029 h 5143785"/>
              <a:gd name="connsiteX40338" fmla="*/ 1852422 w 3114960"/>
              <a:gd name="connsiteY40338" fmla="*/ 4040029 h 5143785"/>
              <a:gd name="connsiteX40339" fmla="*/ 1810322 w 3114960"/>
              <a:gd name="connsiteY40339" fmla="*/ 3997071 h 5143785"/>
              <a:gd name="connsiteX40340" fmla="*/ 1809941 w 3114960"/>
              <a:gd name="connsiteY40340" fmla="*/ 3816763 h 5143785"/>
              <a:gd name="connsiteX40341" fmla="*/ 1813846 w 3114960"/>
              <a:gd name="connsiteY40341" fmla="*/ 3816763 h 5143785"/>
              <a:gd name="connsiteX40342" fmla="*/ 1819370 w 3114960"/>
              <a:gd name="connsiteY40342" fmla="*/ 3811238 h 5143785"/>
              <a:gd name="connsiteX40343" fmla="*/ 1819370 w 3114960"/>
              <a:gd name="connsiteY40343" fmla="*/ 3798761 h 5143785"/>
              <a:gd name="connsiteX40344" fmla="*/ 1819180 w 3114960"/>
              <a:gd name="connsiteY40344" fmla="*/ 3797618 h 5143785"/>
              <a:gd name="connsiteX40345" fmla="*/ 1864138 w 3114960"/>
              <a:gd name="connsiteY40345" fmla="*/ 3753517 h 5143785"/>
              <a:gd name="connsiteX40346" fmla="*/ 1895856 w 3114960"/>
              <a:gd name="connsiteY40346" fmla="*/ 3753517 h 5143785"/>
              <a:gd name="connsiteX40347" fmla="*/ 1956149 w 3114960"/>
              <a:gd name="connsiteY40347" fmla="*/ 3689699 h 5143785"/>
              <a:gd name="connsiteX40348" fmla="*/ 1956149 w 3114960"/>
              <a:gd name="connsiteY40348" fmla="*/ 3612356 h 5143785"/>
              <a:gd name="connsiteX40349" fmla="*/ 1989677 w 3114960"/>
              <a:gd name="connsiteY40349" fmla="*/ 3574066 h 5143785"/>
              <a:gd name="connsiteX40350" fmla="*/ 1997297 w 3114960"/>
              <a:gd name="connsiteY40350" fmla="*/ 3576352 h 5143785"/>
              <a:gd name="connsiteX40351" fmla="*/ 2011013 w 3114960"/>
              <a:gd name="connsiteY40351" fmla="*/ 3562636 h 5143785"/>
              <a:gd name="connsiteX40352" fmla="*/ 1997297 w 3114960"/>
              <a:gd name="connsiteY40352" fmla="*/ 3548920 h 5143785"/>
              <a:gd name="connsiteX40353" fmla="*/ 1983581 w 3114960"/>
              <a:gd name="connsiteY40353" fmla="*/ 3562636 h 5143785"/>
              <a:gd name="connsiteX40354" fmla="*/ 1986248 w 3114960"/>
              <a:gd name="connsiteY40354" fmla="*/ 3570637 h 5143785"/>
              <a:gd name="connsiteX40355" fmla="*/ 1951387 w 3114960"/>
              <a:gd name="connsiteY40355" fmla="*/ 3610451 h 5143785"/>
              <a:gd name="connsiteX40356" fmla="*/ 1951387 w 3114960"/>
              <a:gd name="connsiteY40356" fmla="*/ 3687699 h 5143785"/>
              <a:gd name="connsiteX40357" fmla="*/ 1893761 w 3114960"/>
              <a:gd name="connsiteY40357" fmla="*/ 3748564 h 5143785"/>
              <a:gd name="connsiteX40358" fmla="*/ 1862138 w 3114960"/>
              <a:gd name="connsiteY40358" fmla="*/ 3748564 h 5143785"/>
              <a:gd name="connsiteX40359" fmla="*/ 1816132 w 3114960"/>
              <a:gd name="connsiteY40359" fmla="*/ 3793617 h 5143785"/>
              <a:gd name="connsiteX40360" fmla="*/ 1813655 w 3114960"/>
              <a:gd name="connsiteY40360" fmla="*/ 3792950 h 5143785"/>
              <a:gd name="connsiteX40361" fmla="*/ 1801178 w 3114960"/>
              <a:gd name="connsiteY40361" fmla="*/ 3792950 h 5143785"/>
              <a:gd name="connsiteX40362" fmla="*/ 1795653 w 3114960"/>
              <a:gd name="connsiteY40362" fmla="*/ 3798475 h 5143785"/>
              <a:gd name="connsiteX40363" fmla="*/ 1795653 w 3114960"/>
              <a:gd name="connsiteY40363" fmla="*/ 3810953 h 5143785"/>
              <a:gd name="connsiteX40364" fmla="*/ 1801178 w 3114960"/>
              <a:gd name="connsiteY40364" fmla="*/ 3816477 h 5143785"/>
              <a:gd name="connsiteX40365" fmla="*/ 1805083 w 3114960"/>
              <a:gd name="connsiteY40365" fmla="*/ 3816477 h 5143785"/>
              <a:gd name="connsiteX40366" fmla="*/ 1805464 w 3114960"/>
              <a:gd name="connsiteY40366" fmla="*/ 3997738 h 5143785"/>
              <a:gd name="connsiteX40367" fmla="*/ 1805464 w 3114960"/>
              <a:gd name="connsiteY40367" fmla="*/ 3998690 h 5143785"/>
              <a:gd name="connsiteX40368" fmla="*/ 1850327 w 3114960"/>
              <a:gd name="connsiteY40368" fmla="*/ 4044505 h 5143785"/>
              <a:gd name="connsiteX40369" fmla="*/ 1997297 w 3114960"/>
              <a:gd name="connsiteY40369" fmla="*/ 3553778 h 5143785"/>
              <a:gd name="connsiteX40370" fmla="*/ 2006251 w 3114960"/>
              <a:gd name="connsiteY40370" fmla="*/ 3562731 h 5143785"/>
              <a:gd name="connsiteX40371" fmla="*/ 1997297 w 3114960"/>
              <a:gd name="connsiteY40371" fmla="*/ 3571685 h 5143785"/>
              <a:gd name="connsiteX40372" fmla="*/ 1988344 w 3114960"/>
              <a:gd name="connsiteY40372" fmla="*/ 3562731 h 5143785"/>
              <a:gd name="connsiteX40373" fmla="*/ 1997297 w 3114960"/>
              <a:gd name="connsiteY40373" fmla="*/ 3553778 h 5143785"/>
              <a:gd name="connsiteX40374" fmla="*/ 1801273 w 3114960"/>
              <a:gd name="connsiteY40374" fmla="*/ 3812000 h 5143785"/>
              <a:gd name="connsiteX40375" fmla="*/ 1800511 w 3114960"/>
              <a:gd name="connsiteY40375" fmla="*/ 3811238 h 5143785"/>
              <a:gd name="connsiteX40376" fmla="*/ 1800511 w 3114960"/>
              <a:gd name="connsiteY40376" fmla="*/ 3798761 h 5143785"/>
              <a:gd name="connsiteX40377" fmla="*/ 1801273 w 3114960"/>
              <a:gd name="connsiteY40377" fmla="*/ 3797999 h 5143785"/>
              <a:gd name="connsiteX40378" fmla="*/ 1813751 w 3114960"/>
              <a:gd name="connsiteY40378" fmla="*/ 3797999 h 5143785"/>
              <a:gd name="connsiteX40379" fmla="*/ 1814513 w 3114960"/>
              <a:gd name="connsiteY40379" fmla="*/ 3798761 h 5143785"/>
              <a:gd name="connsiteX40380" fmla="*/ 1814513 w 3114960"/>
              <a:gd name="connsiteY40380" fmla="*/ 3811238 h 5143785"/>
              <a:gd name="connsiteX40381" fmla="*/ 1813751 w 3114960"/>
              <a:gd name="connsiteY40381" fmla="*/ 3812000 h 5143785"/>
              <a:gd name="connsiteX40382" fmla="*/ 1801273 w 3114960"/>
              <a:gd name="connsiteY40382" fmla="*/ 3812000 h 5143785"/>
              <a:gd name="connsiteX40383" fmla="*/ 1214057 w 3114960"/>
              <a:gd name="connsiteY40383" fmla="*/ 2207228 h 5143785"/>
              <a:gd name="connsiteX40384" fmla="*/ 1221867 w 3114960"/>
              <a:gd name="connsiteY40384" fmla="*/ 2199513 h 5143785"/>
              <a:gd name="connsiteX40385" fmla="*/ 1214057 w 3114960"/>
              <a:gd name="connsiteY40385" fmla="*/ 2191798 h 5143785"/>
              <a:gd name="connsiteX40386" fmla="*/ 1206341 w 3114960"/>
              <a:gd name="connsiteY40386" fmla="*/ 2199513 h 5143785"/>
              <a:gd name="connsiteX40387" fmla="*/ 1214057 w 3114960"/>
              <a:gd name="connsiteY40387" fmla="*/ 2207228 h 5143785"/>
              <a:gd name="connsiteX40388" fmla="*/ 1214057 w 3114960"/>
              <a:gd name="connsiteY40388" fmla="*/ 2194179 h 5143785"/>
              <a:gd name="connsiteX40389" fmla="*/ 1219486 w 3114960"/>
              <a:gd name="connsiteY40389" fmla="*/ 2199513 h 5143785"/>
              <a:gd name="connsiteX40390" fmla="*/ 1214057 w 3114960"/>
              <a:gd name="connsiteY40390" fmla="*/ 2204847 h 5143785"/>
              <a:gd name="connsiteX40391" fmla="*/ 1208723 w 3114960"/>
              <a:gd name="connsiteY40391" fmla="*/ 2199513 h 5143785"/>
              <a:gd name="connsiteX40392" fmla="*/ 1214057 w 3114960"/>
              <a:gd name="connsiteY40392" fmla="*/ 2194179 h 5143785"/>
              <a:gd name="connsiteX40393" fmla="*/ 419100 w 3114960"/>
              <a:gd name="connsiteY40393" fmla="*/ 3019806 h 5143785"/>
              <a:gd name="connsiteX40394" fmla="*/ 419100 w 3114960"/>
              <a:gd name="connsiteY40394" fmla="*/ 3013043 h 5143785"/>
              <a:gd name="connsiteX40395" fmla="*/ 421577 w 3114960"/>
              <a:gd name="connsiteY40395" fmla="*/ 3010567 h 5143785"/>
              <a:gd name="connsiteX40396" fmla="*/ 428339 w 3114960"/>
              <a:gd name="connsiteY40396" fmla="*/ 3010567 h 5143785"/>
              <a:gd name="connsiteX40397" fmla="*/ 430816 w 3114960"/>
              <a:gd name="connsiteY40397" fmla="*/ 3013043 h 5143785"/>
              <a:gd name="connsiteX40398" fmla="*/ 430816 w 3114960"/>
              <a:gd name="connsiteY40398" fmla="*/ 3019806 h 5143785"/>
              <a:gd name="connsiteX40399" fmla="*/ 428339 w 3114960"/>
              <a:gd name="connsiteY40399" fmla="*/ 3022283 h 5143785"/>
              <a:gd name="connsiteX40400" fmla="*/ 421577 w 3114960"/>
              <a:gd name="connsiteY40400" fmla="*/ 3022283 h 5143785"/>
              <a:gd name="connsiteX40401" fmla="*/ 419100 w 3114960"/>
              <a:gd name="connsiteY40401" fmla="*/ 3019806 h 5143785"/>
              <a:gd name="connsiteX40402" fmla="*/ 95 w 3114960"/>
              <a:gd name="connsiteY40402" fmla="*/ 4203097 h 5143785"/>
              <a:gd name="connsiteX40403" fmla="*/ 95 w 3114960"/>
              <a:gd name="connsiteY40403" fmla="*/ 4207860 h 5143785"/>
              <a:gd name="connsiteX40404" fmla="*/ 105537 w 3114960"/>
              <a:gd name="connsiteY40404" fmla="*/ 4207860 h 5143785"/>
              <a:gd name="connsiteX40405" fmla="*/ 250127 w 3114960"/>
              <a:gd name="connsiteY40405" fmla="*/ 4083368 h 5143785"/>
              <a:gd name="connsiteX40406" fmla="*/ 258318 w 3114960"/>
              <a:gd name="connsiteY40406" fmla="*/ 4086511 h 5143785"/>
              <a:gd name="connsiteX40407" fmla="*/ 262509 w 3114960"/>
              <a:gd name="connsiteY40407" fmla="*/ 4085844 h 5143785"/>
              <a:gd name="connsiteX40408" fmla="*/ 269748 w 3114960"/>
              <a:gd name="connsiteY40408" fmla="*/ 4079367 h 5143785"/>
              <a:gd name="connsiteX40409" fmla="*/ 270320 w 3114960"/>
              <a:gd name="connsiteY40409" fmla="*/ 4069747 h 5143785"/>
              <a:gd name="connsiteX40410" fmla="*/ 254222 w 3114960"/>
              <a:gd name="connsiteY40410" fmla="*/ 4061936 h 5143785"/>
              <a:gd name="connsiteX40411" fmla="*/ 246507 w 3114960"/>
              <a:gd name="connsiteY40411" fmla="*/ 4078034 h 5143785"/>
              <a:gd name="connsiteX40412" fmla="*/ 247364 w 3114960"/>
              <a:gd name="connsiteY40412" fmla="*/ 4079558 h 5143785"/>
              <a:gd name="connsiteX40413" fmla="*/ 103918 w 3114960"/>
              <a:gd name="connsiteY40413" fmla="*/ 4202906 h 5143785"/>
              <a:gd name="connsiteX40414" fmla="*/ 95 w 3114960"/>
              <a:gd name="connsiteY40414" fmla="*/ 4202906 h 5143785"/>
              <a:gd name="connsiteX40415" fmla="*/ 255746 w 3114960"/>
              <a:gd name="connsiteY40415" fmla="*/ 4066509 h 5143785"/>
              <a:gd name="connsiteX40416" fmla="*/ 258318 w 3114960"/>
              <a:gd name="connsiteY40416" fmla="*/ 4066032 h 5143785"/>
              <a:gd name="connsiteX40417" fmla="*/ 261747 w 3114960"/>
              <a:gd name="connsiteY40417" fmla="*/ 4066794 h 5143785"/>
              <a:gd name="connsiteX40418" fmla="*/ 265748 w 3114960"/>
              <a:gd name="connsiteY40418" fmla="*/ 4071271 h 5143785"/>
              <a:gd name="connsiteX40419" fmla="*/ 265367 w 3114960"/>
              <a:gd name="connsiteY40419" fmla="*/ 4077272 h 5143785"/>
              <a:gd name="connsiteX40420" fmla="*/ 260890 w 3114960"/>
              <a:gd name="connsiteY40420" fmla="*/ 4081272 h 5143785"/>
              <a:gd name="connsiteX40421" fmla="*/ 250889 w 3114960"/>
              <a:gd name="connsiteY40421" fmla="*/ 4076414 h 5143785"/>
              <a:gd name="connsiteX40422" fmla="*/ 255746 w 3114960"/>
              <a:gd name="connsiteY40422" fmla="*/ 4066413 h 5143785"/>
              <a:gd name="connsiteX40423" fmla="*/ 344614 w 3114960"/>
              <a:gd name="connsiteY40423" fmla="*/ 2327720 h 5143785"/>
              <a:gd name="connsiteX40424" fmla="*/ 348710 w 3114960"/>
              <a:gd name="connsiteY40424" fmla="*/ 2327720 h 5143785"/>
              <a:gd name="connsiteX40425" fmla="*/ 348710 w 3114960"/>
              <a:gd name="connsiteY40425" fmla="*/ 2323243 h 5143785"/>
              <a:gd name="connsiteX40426" fmla="*/ 353473 w 3114960"/>
              <a:gd name="connsiteY40426" fmla="*/ 2323243 h 5143785"/>
              <a:gd name="connsiteX40427" fmla="*/ 353473 w 3114960"/>
              <a:gd name="connsiteY40427" fmla="*/ 2327720 h 5143785"/>
              <a:gd name="connsiteX40428" fmla="*/ 357569 w 3114960"/>
              <a:gd name="connsiteY40428" fmla="*/ 2327720 h 5143785"/>
              <a:gd name="connsiteX40429" fmla="*/ 360236 w 3114960"/>
              <a:gd name="connsiteY40429" fmla="*/ 2330387 h 5143785"/>
              <a:gd name="connsiteX40430" fmla="*/ 360236 w 3114960"/>
              <a:gd name="connsiteY40430" fmla="*/ 2343341 h 5143785"/>
              <a:gd name="connsiteX40431" fmla="*/ 357569 w 3114960"/>
              <a:gd name="connsiteY40431" fmla="*/ 2346008 h 5143785"/>
              <a:gd name="connsiteX40432" fmla="*/ 344614 w 3114960"/>
              <a:gd name="connsiteY40432" fmla="*/ 2346008 h 5143785"/>
              <a:gd name="connsiteX40433" fmla="*/ 341948 w 3114960"/>
              <a:gd name="connsiteY40433" fmla="*/ 2343341 h 5143785"/>
              <a:gd name="connsiteX40434" fmla="*/ 341948 w 3114960"/>
              <a:gd name="connsiteY40434" fmla="*/ 2330387 h 5143785"/>
              <a:gd name="connsiteX40435" fmla="*/ 344614 w 3114960"/>
              <a:gd name="connsiteY40435" fmla="*/ 2327720 h 5143785"/>
              <a:gd name="connsiteX40436" fmla="*/ 1202436 w 3114960"/>
              <a:gd name="connsiteY40436" fmla="*/ 2165795 h 5143785"/>
              <a:gd name="connsiteX40437" fmla="*/ 1214057 w 3114960"/>
              <a:gd name="connsiteY40437" fmla="*/ 2177415 h 5143785"/>
              <a:gd name="connsiteX40438" fmla="*/ 1225677 w 3114960"/>
              <a:gd name="connsiteY40438" fmla="*/ 2165795 h 5143785"/>
              <a:gd name="connsiteX40439" fmla="*/ 1214057 w 3114960"/>
              <a:gd name="connsiteY40439" fmla="*/ 2154174 h 5143785"/>
              <a:gd name="connsiteX40440" fmla="*/ 1202436 w 3114960"/>
              <a:gd name="connsiteY40440" fmla="*/ 2165795 h 5143785"/>
              <a:gd name="connsiteX40441" fmla="*/ 1223296 w 3114960"/>
              <a:gd name="connsiteY40441" fmla="*/ 2165795 h 5143785"/>
              <a:gd name="connsiteX40442" fmla="*/ 1214057 w 3114960"/>
              <a:gd name="connsiteY40442" fmla="*/ 2175034 h 5143785"/>
              <a:gd name="connsiteX40443" fmla="*/ 1204817 w 3114960"/>
              <a:gd name="connsiteY40443" fmla="*/ 2165795 h 5143785"/>
              <a:gd name="connsiteX40444" fmla="*/ 1214057 w 3114960"/>
              <a:gd name="connsiteY40444" fmla="*/ 2156555 h 5143785"/>
              <a:gd name="connsiteX40445" fmla="*/ 1223296 w 3114960"/>
              <a:gd name="connsiteY40445" fmla="*/ 2165795 h 5143785"/>
              <a:gd name="connsiteX40446" fmla="*/ 1882045 w 3114960"/>
              <a:gd name="connsiteY40446" fmla="*/ 4090607 h 5143785"/>
              <a:gd name="connsiteX40447" fmla="*/ 1896142 w 3114960"/>
              <a:gd name="connsiteY40447" fmla="*/ 4090607 h 5143785"/>
              <a:gd name="connsiteX40448" fmla="*/ 1900714 w 3114960"/>
              <a:gd name="connsiteY40448" fmla="*/ 4086035 h 5143785"/>
              <a:gd name="connsiteX40449" fmla="*/ 1900714 w 3114960"/>
              <a:gd name="connsiteY40449" fmla="*/ 4071461 h 5143785"/>
              <a:gd name="connsiteX40450" fmla="*/ 1896142 w 3114960"/>
              <a:gd name="connsiteY40450" fmla="*/ 4066889 h 5143785"/>
              <a:gd name="connsiteX40451" fmla="*/ 1882045 w 3114960"/>
              <a:gd name="connsiteY40451" fmla="*/ 4066889 h 5143785"/>
              <a:gd name="connsiteX40452" fmla="*/ 1877473 w 3114960"/>
              <a:gd name="connsiteY40452" fmla="*/ 4071461 h 5143785"/>
              <a:gd name="connsiteX40453" fmla="*/ 1877473 w 3114960"/>
              <a:gd name="connsiteY40453" fmla="*/ 4086035 h 5143785"/>
              <a:gd name="connsiteX40454" fmla="*/ 1882045 w 3114960"/>
              <a:gd name="connsiteY40454" fmla="*/ 4090607 h 5143785"/>
              <a:gd name="connsiteX40455" fmla="*/ 1880711 w 3114960"/>
              <a:gd name="connsiteY40455" fmla="*/ 4071461 h 5143785"/>
              <a:gd name="connsiteX40456" fmla="*/ 1881950 w 3114960"/>
              <a:gd name="connsiteY40456" fmla="*/ 4070223 h 5143785"/>
              <a:gd name="connsiteX40457" fmla="*/ 1896047 w 3114960"/>
              <a:gd name="connsiteY40457" fmla="*/ 4070223 h 5143785"/>
              <a:gd name="connsiteX40458" fmla="*/ 1897285 w 3114960"/>
              <a:gd name="connsiteY40458" fmla="*/ 4071461 h 5143785"/>
              <a:gd name="connsiteX40459" fmla="*/ 1897285 w 3114960"/>
              <a:gd name="connsiteY40459" fmla="*/ 4086035 h 5143785"/>
              <a:gd name="connsiteX40460" fmla="*/ 1896047 w 3114960"/>
              <a:gd name="connsiteY40460" fmla="*/ 4087273 h 5143785"/>
              <a:gd name="connsiteX40461" fmla="*/ 1881950 w 3114960"/>
              <a:gd name="connsiteY40461" fmla="*/ 4087273 h 5143785"/>
              <a:gd name="connsiteX40462" fmla="*/ 1880711 w 3114960"/>
              <a:gd name="connsiteY40462" fmla="*/ 4086035 h 5143785"/>
              <a:gd name="connsiteX40463" fmla="*/ 1880711 w 3114960"/>
              <a:gd name="connsiteY40463" fmla="*/ 4071461 h 5143785"/>
              <a:gd name="connsiteX40464" fmla="*/ 364617 w 3114960"/>
              <a:gd name="connsiteY40464" fmla="*/ 2278666 h 5143785"/>
              <a:gd name="connsiteX40465" fmla="*/ 371475 w 3114960"/>
              <a:gd name="connsiteY40465" fmla="*/ 2271617 h 5143785"/>
              <a:gd name="connsiteX40466" fmla="*/ 374904 w 3114960"/>
              <a:gd name="connsiteY40466" fmla="*/ 2274951 h 5143785"/>
              <a:gd name="connsiteX40467" fmla="*/ 368046 w 3114960"/>
              <a:gd name="connsiteY40467" fmla="*/ 2282000 h 5143785"/>
              <a:gd name="connsiteX40468" fmla="*/ 364617 w 3114960"/>
              <a:gd name="connsiteY40468" fmla="*/ 2278666 h 5143785"/>
              <a:gd name="connsiteX40469" fmla="*/ 1214057 w 3114960"/>
              <a:gd name="connsiteY40469" fmla="*/ 2242566 h 5143785"/>
              <a:gd name="connsiteX40470" fmla="*/ 1221867 w 3114960"/>
              <a:gd name="connsiteY40470" fmla="*/ 2234851 h 5143785"/>
              <a:gd name="connsiteX40471" fmla="*/ 1214057 w 3114960"/>
              <a:gd name="connsiteY40471" fmla="*/ 2227136 h 5143785"/>
              <a:gd name="connsiteX40472" fmla="*/ 1206341 w 3114960"/>
              <a:gd name="connsiteY40472" fmla="*/ 2234851 h 5143785"/>
              <a:gd name="connsiteX40473" fmla="*/ 1214057 w 3114960"/>
              <a:gd name="connsiteY40473" fmla="*/ 2242566 h 5143785"/>
              <a:gd name="connsiteX40474" fmla="*/ 1214057 w 3114960"/>
              <a:gd name="connsiteY40474" fmla="*/ 2229422 h 5143785"/>
              <a:gd name="connsiteX40475" fmla="*/ 1219486 w 3114960"/>
              <a:gd name="connsiteY40475" fmla="*/ 2234756 h 5143785"/>
              <a:gd name="connsiteX40476" fmla="*/ 1214057 w 3114960"/>
              <a:gd name="connsiteY40476" fmla="*/ 2240090 h 5143785"/>
              <a:gd name="connsiteX40477" fmla="*/ 1208723 w 3114960"/>
              <a:gd name="connsiteY40477" fmla="*/ 2234756 h 5143785"/>
              <a:gd name="connsiteX40478" fmla="*/ 1214057 w 3114960"/>
              <a:gd name="connsiteY40478" fmla="*/ 2229422 h 5143785"/>
              <a:gd name="connsiteX40479" fmla="*/ 378428 w 3114960"/>
              <a:gd name="connsiteY40479" fmla="*/ 2264569 h 5143785"/>
              <a:gd name="connsiteX40480" fmla="*/ 385286 w 3114960"/>
              <a:gd name="connsiteY40480" fmla="*/ 2257520 h 5143785"/>
              <a:gd name="connsiteX40481" fmla="*/ 388715 w 3114960"/>
              <a:gd name="connsiteY40481" fmla="*/ 2260854 h 5143785"/>
              <a:gd name="connsiteX40482" fmla="*/ 381857 w 3114960"/>
              <a:gd name="connsiteY40482" fmla="*/ 2267903 h 5143785"/>
              <a:gd name="connsiteX40483" fmla="*/ 378428 w 3114960"/>
              <a:gd name="connsiteY40483" fmla="*/ 2264569 h 5143785"/>
              <a:gd name="connsiteX40484" fmla="*/ 1874901 w 3114960"/>
              <a:gd name="connsiteY40484" fmla="*/ 4098608 h 5143785"/>
              <a:gd name="connsiteX40485" fmla="*/ 1903286 w 3114960"/>
              <a:gd name="connsiteY40485" fmla="*/ 4098608 h 5143785"/>
              <a:gd name="connsiteX40486" fmla="*/ 1907857 w 3114960"/>
              <a:gd name="connsiteY40486" fmla="*/ 4094036 h 5143785"/>
              <a:gd name="connsiteX40487" fmla="*/ 1907857 w 3114960"/>
              <a:gd name="connsiteY40487" fmla="*/ 4089749 h 5143785"/>
              <a:gd name="connsiteX40488" fmla="*/ 1938052 w 3114960"/>
              <a:gd name="connsiteY40488" fmla="*/ 4116991 h 5143785"/>
              <a:gd name="connsiteX40489" fmla="*/ 2058448 w 3114960"/>
              <a:gd name="connsiteY40489" fmla="*/ 4116991 h 5143785"/>
              <a:gd name="connsiteX40490" fmla="*/ 2131028 w 3114960"/>
              <a:gd name="connsiteY40490" fmla="*/ 4027265 h 5143785"/>
              <a:gd name="connsiteX40491" fmla="*/ 2135886 w 3114960"/>
              <a:gd name="connsiteY40491" fmla="*/ 4027265 h 5143785"/>
              <a:gd name="connsiteX40492" fmla="*/ 2140172 w 3114960"/>
              <a:gd name="connsiteY40492" fmla="*/ 4022979 h 5143785"/>
              <a:gd name="connsiteX40493" fmla="*/ 2140172 w 3114960"/>
              <a:gd name="connsiteY40493" fmla="*/ 4010216 h 5143785"/>
              <a:gd name="connsiteX40494" fmla="*/ 2136648 w 3114960"/>
              <a:gd name="connsiteY40494" fmla="*/ 4006692 h 5143785"/>
              <a:gd name="connsiteX40495" fmla="*/ 2123885 w 3114960"/>
              <a:gd name="connsiteY40495" fmla="*/ 4006692 h 5143785"/>
              <a:gd name="connsiteX40496" fmla="*/ 2119598 w 3114960"/>
              <a:gd name="connsiteY40496" fmla="*/ 4010978 h 5143785"/>
              <a:gd name="connsiteX40497" fmla="*/ 2119598 w 3114960"/>
              <a:gd name="connsiteY40497" fmla="*/ 4023074 h 5143785"/>
              <a:gd name="connsiteX40498" fmla="*/ 2123885 w 3114960"/>
              <a:gd name="connsiteY40498" fmla="*/ 4027361 h 5143785"/>
              <a:gd name="connsiteX40499" fmla="*/ 2124837 w 3114960"/>
              <a:gd name="connsiteY40499" fmla="*/ 4027361 h 5143785"/>
              <a:gd name="connsiteX40500" fmla="*/ 2056162 w 3114960"/>
              <a:gd name="connsiteY40500" fmla="*/ 4112228 h 5143785"/>
              <a:gd name="connsiteX40501" fmla="*/ 1939957 w 3114960"/>
              <a:gd name="connsiteY40501" fmla="*/ 4112228 h 5143785"/>
              <a:gd name="connsiteX40502" fmla="*/ 1908334 w 3114960"/>
              <a:gd name="connsiteY40502" fmla="*/ 4083653 h 5143785"/>
              <a:gd name="connsiteX40503" fmla="*/ 1907857 w 3114960"/>
              <a:gd name="connsiteY40503" fmla="*/ 4084130 h 5143785"/>
              <a:gd name="connsiteX40504" fmla="*/ 1907857 w 3114960"/>
              <a:gd name="connsiteY40504" fmla="*/ 4052697 h 5143785"/>
              <a:gd name="connsiteX40505" fmla="*/ 1938052 w 3114960"/>
              <a:gd name="connsiteY40505" fmla="*/ 4079938 h 5143785"/>
              <a:gd name="connsiteX40506" fmla="*/ 2041493 w 3114960"/>
              <a:gd name="connsiteY40506" fmla="*/ 4079938 h 5143785"/>
              <a:gd name="connsiteX40507" fmla="*/ 2110454 w 3114960"/>
              <a:gd name="connsiteY40507" fmla="*/ 3994785 h 5143785"/>
              <a:gd name="connsiteX40508" fmla="*/ 2111597 w 3114960"/>
              <a:gd name="connsiteY40508" fmla="*/ 3995071 h 5143785"/>
              <a:gd name="connsiteX40509" fmla="*/ 2135505 w 3114960"/>
              <a:gd name="connsiteY40509" fmla="*/ 3995071 h 5143785"/>
              <a:gd name="connsiteX40510" fmla="*/ 2140839 w 3114960"/>
              <a:gd name="connsiteY40510" fmla="*/ 3989737 h 5143785"/>
              <a:gd name="connsiteX40511" fmla="*/ 2140839 w 3114960"/>
              <a:gd name="connsiteY40511" fmla="*/ 3965353 h 5143785"/>
              <a:gd name="connsiteX40512" fmla="*/ 2135981 w 3114960"/>
              <a:gd name="connsiteY40512" fmla="*/ 3960495 h 5143785"/>
              <a:gd name="connsiteX40513" fmla="*/ 2111597 w 3114960"/>
              <a:gd name="connsiteY40513" fmla="*/ 3960495 h 5143785"/>
              <a:gd name="connsiteX40514" fmla="*/ 2106263 w 3114960"/>
              <a:gd name="connsiteY40514" fmla="*/ 3965829 h 5143785"/>
              <a:gd name="connsiteX40515" fmla="*/ 2106263 w 3114960"/>
              <a:gd name="connsiteY40515" fmla="*/ 3989737 h 5143785"/>
              <a:gd name="connsiteX40516" fmla="*/ 2106644 w 3114960"/>
              <a:gd name="connsiteY40516" fmla="*/ 3991737 h 5143785"/>
              <a:gd name="connsiteX40517" fmla="*/ 2039112 w 3114960"/>
              <a:gd name="connsiteY40517" fmla="*/ 4075176 h 5143785"/>
              <a:gd name="connsiteX40518" fmla="*/ 1939862 w 3114960"/>
              <a:gd name="connsiteY40518" fmla="*/ 4075176 h 5143785"/>
              <a:gd name="connsiteX40519" fmla="*/ 1908239 w 3114960"/>
              <a:gd name="connsiteY40519" fmla="*/ 4046601 h 5143785"/>
              <a:gd name="connsiteX40520" fmla="*/ 1907762 w 3114960"/>
              <a:gd name="connsiteY40520" fmla="*/ 4047077 h 5143785"/>
              <a:gd name="connsiteX40521" fmla="*/ 1907762 w 3114960"/>
              <a:gd name="connsiteY40521" fmla="*/ 4011454 h 5143785"/>
              <a:gd name="connsiteX40522" fmla="*/ 1937957 w 3114960"/>
              <a:gd name="connsiteY40522" fmla="*/ 4038695 h 5143785"/>
              <a:gd name="connsiteX40523" fmla="*/ 2030540 w 3114960"/>
              <a:gd name="connsiteY40523" fmla="*/ 4039743 h 5143785"/>
              <a:gd name="connsiteX40524" fmla="*/ 2097310 w 3114960"/>
              <a:gd name="connsiteY40524" fmla="*/ 3957161 h 5143785"/>
              <a:gd name="connsiteX40525" fmla="*/ 2102168 w 3114960"/>
              <a:gd name="connsiteY40525" fmla="*/ 3958114 h 5143785"/>
              <a:gd name="connsiteX40526" fmla="*/ 2114645 w 3114960"/>
              <a:gd name="connsiteY40526" fmla="*/ 3945636 h 5143785"/>
              <a:gd name="connsiteX40527" fmla="*/ 2114074 w 3114960"/>
              <a:gd name="connsiteY40527" fmla="*/ 3942588 h 5143785"/>
              <a:gd name="connsiteX40528" fmla="*/ 2155698 w 3114960"/>
              <a:gd name="connsiteY40528" fmla="*/ 3942588 h 5143785"/>
              <a:gd name="connsiteX40529" fmla="*/ 2192750 w 3114960"/>
              <a:gd name="connsiteY40529" fmla="*/ 3981069 h 5143785"/>
              <a:gd name="connsiteX40530" fmla="*/ 2192941 w 3114960"/>
              <a:gd name="connsiteY40530" fmla="*/ 3980879 h 5143785"/>
              <a:gd name="connsiteX40531" fmla="*/ 2192465 w 3114960"/>
              <a:gd name="connsiteY40531" fmla="*/ 3986308 h 5143785"/>
              <a:gd name="connsiteX40532" fmla="*/ 2204466 w 3114960"/>
              <a:gd name="connsiteY40532" fmla="*/ 3993928 h 5143785"/>
              <a:gd name="connsiteX40533" fmla="*/ 2212086 w 3114960"/>
              <a:gd name="connsiteY40533" fmla="*/ 3981926 h 5143785"/>
              <a:gd name="connsiteX40534" fmla="*/ 2200085 w 3114960"/>
              <a:gd name="connsiteY40534" fmla="*/ 3974306 h 5143785"/>
              <a:gd name="connsiteX40535" fmla="*/ 2195513 w 3114960"/>
              <a:gd name="connsiteY40535" fmla="*/ 3976878 h 5143785"/>
              <a:gd name="connsiteX40536" fmla="*/ 2157794 w 3114960"/>
              <a:gd name="connsiteY40536" fmla="*/ 3937730 h 5143785"/>
              <a:gd name="connsiteX40537" fmla="*/ 2111693 w 3114960"/>
              <a:gd name="connsiteY40537" fmla="*/ 3937730 h 5143785"/>
              <a:gd name="connsiteX40538" fmla="*/ 2102263 w 3114960"/>
              <a:gd name="connsiteY40538" fmla="*/ 3933159 h 5143785"/>
              <a:gd name="connsiteX40539" fmla="*/ 2089785 w 3114960"/>
              <a:gd name="connsiteY40539" fmla="*/ 3945636 h 5143785"/>
              <a:gd name="connsiteX40540" fmla="*/ 2093405 w 3114960"/>
              <a:gd name="connsiteY40540" fmla="*/ 3954399 h 5143785"/>
              <a:gd name="connsiteX40541" fmla="*/ 2028349 w 3114960"/>
              <a:gd name="connsiteY40541" fmla="*/ 4034790 h 5143785"/>
              <a:gd name="connsiteX40542" fmla="*/ 1939957 w 3114960"/>
              <a:gd name="connsiteY40542" fmla="*/ 4033742 h 5143785"/>
              <a:gd name="connsiteX40543" fmla="*/ 1908334 w 3114960"/>
              <a:gd name="connsiteY40543" fmla="*/ 4005167 h 5143785"/>
              <a:gd name="connsiteX40544" fmla="*/ 1907857 w 3114960"/>
              <a:gd name="connsiteY40544" fmla="*/ 4005644 h 5143785"/>
              <a:gd name="connsiteX40545" fmla="*/ 1907857 w 3114960"/>
              <a:gd name="connsiteY40545" fmla="*/ 3992499 h 5143785"/>
              <a:gd name="connsiteX40546" fmla="*/ 1903762 w 3114960"/>
              <a:gd name="connsiteY40546" fmla="*/ 3988403 h 5143785"/>
              <a:gd name="connsiteX40547" fmla="*/ 1874901 w 3114960"/>
              <a:gd name="connsiteY40547" fmla="*/ 3988403 h 5143785"/>
              <a:gd name="connsiteX40548" fmla="*/ 1870329 w 3114960"/>
              <a:gd name="connsiteY40548" fmla="*/ 3992975 h 5143785"/>
              <a:gd name="connsiteX40549" fmla="*/ 1870329 w 3114960"/>
              <a:gd name="connsiteY40549" fmla="*/ 4004977 h 5143785"/>
              <a:gd name="connsiteX40550" fmla="*/ 1854327 w 3114960"/>
              <a:gd name="connsiteY40550" fmla="*/ 3988689 h 5143785"/>
              <a:gd name="connsiteX40551" fmla="*/ 1853851 w 3114960"/>
              <a:gd name="connsiteY40551" fmla="*/ 3836384 h 5143785"/>
              <a:gd name="connsiteX40552" fmla="*/ 1861185 w 3114960"/>
              <a:gd name="connsiteY40552" fmla="*/ 3833146 h 5143785"/>
              <a:gd name="connsiteX40553" fmla="*/ 1865567 w 3114960"/>
              <a:gd name="connsiteY40553" fmla="*/ 3823621 h 5143785"/>
              <a:gd name="connsiteX40554" fmla="*/ 1852517 w 3114960"/>
              <a:gd name="connsiteY40554" fmla="*/ 3809334 h 5143785"/>
              <a:gd name="connsiteX40555" fmla="*/ 1838230 w 3114960"/>
              <a:gd name="connsiteY40555" fmla="*/ 3822383 h 5143785"/>
              <a:gd name="connsiteX40556" fmla="*/ 1841849 w 3114960"/>
              <a:gd name="connsiteY40556" fmla="*/ 3832193 h 5143785"/>
              <a:gd name="connsiteX40557" fmla="*/ 1849088 w 3114960"/>
              <a:gd name="connsiteY40557" fmla="*/ 3836099 h 5143785"/>
              <a:gd name="connsiteX40558" fmla="*/ 1849565 w 3114960"/>
              <a:gd name="connsiteY40558" fmla="*/ 3990594 h 5143785"/>
              <a:gd name="connsiteX40559" fmla="*/ 1869567 w 3114960"/>
              <a:gd name="connsiteY40559" fmla="*/ 4011073 h 5143785"/>
              <a:gd name="connsiteX40560" fmla="*/ 1870234 w 3114960"/>
              <a:gd name="connsiteY40560" fmla="*/ 4010406 h 5143785"/>
              <a:gd name="connsiteX40561" fmla="*/ 1870234 w 3114960"/>
              <a:gd name="connsiteY40561" fmla="*/ 4094036 h 5143785"/>
              <a:gd name="connsiteX40562" fmla="*/ 1874806 w 3114960"/>
              <a:gd name="connsiteY40562" fmla="*/ 4098608 h 5143785"/>
              <a:gd name="connsiteX40563" fmla="*/ 2111121 w 3114960"/>
              <a:gd name="connsiteY40563" fmla="*/ 3965734 h 5143785"/>
              <a:gd name="connsiteX40564" fmla="*/ 2111597 w 3114960"/>
              <a:gd name="connsiteY40564" fmla="*/ 3965258 h 5143785"/>
              <a:gd name="connsiteX40565" fmla="*/ 2135981 w 3114960"/>
              <a:gd name="connsiteY40565" fmla="*/ 3965258 h 5143785"/>
              <a:gd name="connsiteX40566" fmla="*/ 2135981 w 3114960"/>
              <a:gd name="connsiteY40566" fmla="*/ 3989642 h 5143785"/>
              <a:gd name="connsiteX40567" fmla="*/ 2135505 w 3114960"/>
              <a:gd name="connsiteY40567" fmla="*/ 3990118 h 5143785"/>
              <a:gd name="connsiteX40568" fmla="*/ 2111788 w 3114960"/>
              <a:gd name="connsiteY40568" fmla="*/ 3990118 h 5143785"/>
              <a:gd name="connsiteX40569" fmla="*/ 2111121 w 3114960"/>
              <a:gd name="connsiteY40569" fmla="*/ 3989546 h 5143785"/>
              <a:gd name="connsiteX40570" fmla="*/ 2111121 w 3114960"/>
              <a:gd name="connsiteY40570" fmla="*/ 3965734 h 5143785"/>
              <a:gd name="connsiteX40571" fmla="*/ 2102168 w 3114960"/>
              <a:gd name="connsiteY40571" fmla="*/ 3938016 h 5143785"/>
              <a:gd name="connsiteX40572" fmla="*/ 2109788 w 3114960"/>
              <a:gd name="connsiteY40572" fmla="*/ 3945636 h 5143785"/>
              <a:gd name="connsiteX40573" fmla="*/ 2102168 w 3114960"/>
              <a:gd name="connsiteY40573" fmla="*/ 3953256 h 5143785"/>
              <a:gd name="connsiteX40574" fmla="*/ 2094548 w 3114960"/>
              <a:gd name="connsiteY40574" fmla="*/ 3945636 h 5143785"/>
              <a:gd name="connsiteX40575" fmla="*/ 2102168 w 3114960"/>
              <a:gd name="connsiteY40575" fmla="*/ 3938016 h 5143785"/>
              <a:gd name="connsiteX40576" fmla="*/ 1873568 w 3114960"/>
              <a:gd name="connsiteY40576" fmla="*/ 3993071 h 5143785"/>
              <a:gd name="connsiteX40577" fmla="*/ 1874806 w 3114960"/>
              <a:gd name="connsiteY40577" fmla="*/ 3991832 h 5143785"/>
              <a:gd name="connsiteX40578" fmla="*/ 1903667 w 3114960"/>
              <a:gd name="connsiteY40578" fmla="*/ 3991832 h 5143785"/>
              <a:gd name="connsiteX40579" fmla="*/ 1904428 w 3114960"/>
              <a:gd name="connsiteY40579" fmla="*/ 3992594 h 5143785"/>
              <a:gd name="connsiteX40580" fmla="*/ 1904428 w 3114960"/>
              <a:gd name="connsiteY40580" fmla="*/ 4023265 h 5143785"/>
              <a:gd name="connsiteX40581" fmla="*/ 1873472 w 3114960"/>
              <a:gd name="connsiteY40581" fmla="*/ 4023265 h 5143785"/>
              <a:gd name="connsiteX40582" fmla="*/ 1873472 w 3114960"/>
              <a:gd name="connsiteY40582" fmla="*/ 3993071 h 5143785"/>
              <a:gd name="connsiteX40583" fmla="*/ 1873568 w 3114960"/>
              <a:gd name="connsiteY40583" fmla="*/ 4026408 h 5143785"/>
              <a:gd name="connsiteX40584" fmla="*/ 1904524 w 3114960"/>
              <a:gd name="connsiteY40584" fmla="*/ 4026408 h 5143785"/>
              <a:gd name="connsiteX40585" fmla="*/ 1904524 w 3114960"/>
              <a:gd name="connsiteY40585" fmla="*/ 4059365 h 5143785"/>
              <a:gd name="connsiteX40586" fmla="*/ 1873568 w 3114960"/>
              <a:gd name="connsiteY40586" fmla="*/ 4059365 h 5143785"/>
              <a:gd name="connsiteX40587" fmla="*/ 1873568 w 3114960"/>
              <a:gd name="connsiteY40587" fmla="*/ 4026408 h 5143785"/>
              <a:gd name="connsiteX40588" fmla="*/ 1873568 w 3114960"/>
              <a:gd name="connsiteY40588" fmla="*/ 4062698 h 5143785"/>
              <a:gd name="connsiteX40589" fmla="*/ 1904524 w 3114960"/>
              <a:gd name="connsiteY40589" fmla="*/ 4062698 h 5143785"/>
              <a:gd name="connsiteX40590" fmla="*/ 1904524 w 3114960"/>
              <a:gd name="connsiteY40590" fmla="*/ 4094036 h 5143785"/>
              <a:gd name="connsiteX40591" fmla="*/ 1903286 w 3114960"/>
              <a:gd name="connsiteY40591" fmla="*/ 4095274 h 5143785"/>
              <a:gd name="connsiteX40592" fmla="*/ 1874901 w 3114960"/>
              <a:gd name="connsiteY40592" fmla="*/ 4095274 h 5143785"/>
              <a:gd name="connsiteX40593" fmla="*/ 1873663 w 3114960"/>
              <a:gd name="connsiteY40593" fmla="*/ 4094036 h 5143785"/>
              <a:gd name="connsiteX40594" fmla="*/ 1873663 w 3114960"/>
              <a:gd name="connsiteY40594" fmla="*/ 4062698 h 5143785"/>
              <a:gd name="connsiteX40595" fmla="*/ 1845374 w 3114960"/>
              <a:gd name="connsiteY40595" fmla="*/ 3829050 h 5143785"/>
              <a:gd name="connsiteX40596" fmla="*/ 1843088 w 3114960"/>
              <a:gd name="connsiteY40596" fmla="*/ 3822668 h 5143785"/>
              <a:gd name="connsiteX40597" fmla="*/ 1851946 w 3114960"/>
              <a:gd name="connsiteY40597" fmla="*/ 3814191 h 5143785"/>
              <a:gd name="connsiteX40598" fmla="*/ 1852327 w 3114960"/>
              <a:gd name="connsiteY40598" fmla="*/ 3814191 h 5143785"/>
              <a:gd name="connsiteX40599" fmla="*/ 1860804 w 3114960"/>
              <a:gd name="connsiteY40599" fmla="*/ 3823430 h 5143785"/>
              <a:gd name="connsiteX40600" fmla="*/ 1857947 w 3114960"/>
              <a:gd name="connsiteY40600" fmla="*/ 3829622 h 5143785"/>
              <a:gd name="connsiteX40601" fmla="*/ 1851565 w 3114960"/>
              <a:gd name="connsiteY40601" fmla="*/ 3831908 h 5143785"/>
              <a:gd name="connsiteX40602" fmla="*/ 1845374 w 3114960"/>
              <a:gd name="connsiteY40602" fmla="*/ 3829050 h 5143785"/>
              <a:gd name="connsiteX40603" fmla="*/ 1214057 w 3114960"/>
              <a:gd name="connsiteY40603" fmla="*/ 2211134 h 5143785"/>
              <a:gd name="connsiteX40604" fmla="*/ 1225677 w 3114960"/>
              <a:gd name="connsiteY40604" fmla="*/ 2199513 h 5143785"/>
              <a:gd name="connsiteX40605" fmla="*/ 1214057 w 3114960"/>
              <a:gd name="connsiteY40605" fmla="*/ 2187893 h 5143785"/>
              <a:gd name="connsiteX40606" fmla="*/ 1202436 w 3114960"/>
              <a:gd name="connsiteY40606" fmla="*/ 2199513 h 5143785"/>
              <a:gd name="connsiteX40607" fmla="*/ 1214057 w 3114960"/>
              <a:gd name="connsiteY40607" fmla="*/ 2211134 h 5143785"/>
              <a:gd name="connsiteX40608" fmla="*/ 1214057 w 3114960"/>
              <a:gd name="connsiteY40608" fmla="*/ 2190274 h 5143785"/>
              <a:gd name="connsiteX40609" fmla="*/ 1223296 w 3114960"/>
              <a:gd name="connsiteY40609" fmla="*/ 2199513 h 5143785"/>
              <a:gd name="connsiteX40610" fmla="*/ 1214057 w 3114960"/>
              <a:gd name="connsiteY40610" fmla="*/ 2208752 h 5143785"/>
              <a:gd name="connsiteX40611" fmla="*/ 1204817 w 3114960"/>
              <a:gd name="connsiteY40611" fmla="*/ 2199513 h 5143785"/>
              <a:gd name="connsiteX40612" fmla="*/ 1214057 w 3114960"/>
              <a:gd name="connsiteY40612" fmla="*/ 2190274 h 5143785"/>
              <a:gd name="connsiteX40613" fmla="*/ 95 w 3114960"/>
              <a:gd name="connsiteY40613" fmla="*/ 4236815 h 5143785"/>
              <a:gd name="connsiteX40614" fmla="*/ 95 w 3114960"/>
              <a:gd name="connsiteY40614" fmla="*/ 4241578 h 5143785"/>
              <a:gd name="connsiteX40615" fmla="*/ 133350 w 3114960"/>
              <a:gd name="connsiteY40615" fmla="*/ 4241387 h 5143785"/>
              <a:gd name="connsiteX40616" fmla="*/ 277940 w 3114960"/>
              <a:gd name="connsiteY40616" fmla="*/ 4117086 h 5143785"/>
              <a:gd name="connsiteX40617" fmla="*/ 286131 w 3114960"/>
              <a:gd name="connsiteY40617" fmla="*/ 4120229 h 5143785"/>
              <a:gd name="connsiteX40618" fmla="*/ 290322 w 3114960"/>
              <a:gd name="connsiteY40618" fmla="*/ 4119563 h 5143785"/>
              <a:gd name="connsiteX40619" fmla="*/ 298037 w 3114960"/>
              <a:gd name="connsiteY40619" fmla="*/ 4103465 h 5143785"/>
              <a:gd name="connsiteX40620" fmla="*/ 281940 w 3114960"/>
              <a:gd name="connsiteY40620" fmla="*/ 4095750 h 5143785"/>
              <a:gd name="connsiteX40621" fmla="*/ 274225 w 3114960"/>
              <a:gd name="connsiteY40621" fmla="*/ 4111847 h 5143785"/>
              <a:gd name="connsiteX40622" fmla="*/ 275082 w 3114960"/>
              <a:gd name="connsiteY40622" fmla="*/ 4113371 h 5143785"/>
              <a:gd name="connsiteX40623" fmla="*/ 131636 w 3114960"/>
              <a:gd name="connsiteY40623" fmla="*/ 4236720 h 5143785"/>
              <a:gd name="connsiteX40624" fmla="*/ 95 w 3114960"/>
              <a:gd name="connsiteY40624" fmla="*/ 4236911 h 5143785"/>
              <a:gd name="connsiteX40625" fmla="*/ 283559 w 3114960"/>
              <a:gd name="connsiteY40625" fmla="*/ 4100132 h 5143785"/>
              <a:gd name="connsiteX40626" fmla="*/ 286131 w 3114960"/>
              <a:gd name="connsiteY40626" fmla="*/ 4099655 h 5143785"/>
              <a:gd name="connsiteX40627" fmla="*/ 293561 w 3114960"/>
              <a:gd name="connsiteY40627" fmla="*/ 4104894 h 5143785"/>
              <a:gd name="connsiteX40628" fmla="*/ 293180 w 3114960"/>
              <a:gd name="connsiteY40628" fmla="*/ 4110895 h 5143785"/>
              <a:gd name="connsiteX40629" fmla="*/ 288703 w 3114960"/>
              <a:gd name="connsiteY40629" fmla="*/ 4114895 h 5143785"/>
              <a:gd name="connsiteX40630" fmla="*/ 278702 w 3114960"/>
              <a:gd name="connsiteY40630" fmla="*/ 4110038 h 5143785"/>
              <a:gd name="connsiteX40631" fmla="*/ 283559 w 3114960"/>
              <a:gd name="connsiteY40631" fmla="*/ 4100036 h 5143785"/>
              <a:gd name="connsiteX40632" fmla="*/ 366713 w 3114960"/>
              <a:gd name="connsiteY40632" fmla="*/ 2540508 h 5143785"/>
              <a:gd name="connsiteX40633" fmla="*/ 366713 w 3114960"/>
              <a:gd name="connsiteY40633" fmla="*/ 2534031 h 5143785"/>
              <a:gd name="connsiteX40634" fmla="*/ 369284 w 3114960"/>
              <a:gd name="connsiteY40634" fmla="*/ 2531459 h 5143785"/>
              <a:gd name="connsiteX40635" fmla="*/ 375761 w 3114960"/>
              <a:gd name="connsiteY40635" fmla="*/ 2531459 h 5143785"/>
              <a:gd name="connsiteX40636" fmla="*/ 378333 w 3114960"/>
              <a:gd name="connsiteY40636" fmla="*/ 2534031 h 5143785"/>
              <a:gd name="connsiteX40637" fmla="*/ 378333 w 3114960"/>
              <a:gd name="connsiteY40637" fmla="*/ 2540508 h 5143785"/>
              <a:gd name="connsiteX40638" fmla="*/ 375761 w 3114960"/>
              <a:gd name="connsiteY40638" fmla="*/ 2543080 h 5143785"/>
              <a:gd name="connsiteX40639" fmla="*/ 369284 w 3114960"/>
              <a:gd name="connsiteY40639" fmla="*/ 2543080 h 5143785"/>
              <a:gd name="connsiteX40640" fmla="*/ 366713 w 3114960"/>
              <a:gd name="connsiteY40640" fmla="*/ 2540508 h 5143785"/>
              <a:gd name="connsiteX40641" fmla="*/ 1594295 w 3114960"/>
              <a:gd name="connsiteY40641" fmla="*/ 3164396 h 5143785"/>
              <a:gd name="connsiteX40642" fmla="*/ 1599533 w 3114960"/>
              <a:gd name="connsiteY40642" fmla="*/ 3159157 h 5143785"/>
              <a:gd name="connsiteX40643" fmla="*/ 1604772 w 3114960"/>
              <a:gd name="connsiteY40643" fmla="*/ 3164396 h 5143785"/>
              <a:gd name="connsiteX40644" fmla="*/ 1599533 w 3114960"/>
              <a:gd name="connsiteY40644" fmla="*/ 3169634 h 5143785"/>
              <a:gd name="connsiteX40645" fmla="*/ 1594295 w 3114960"/>
              <a:gd name="connsiteY40645" fmla="*/ 3164396 h 5143785"/>
              <a:gd name="connsiteX40646" fmla="*/ 1808226 w 3114960"/>
              <a:gd name="connsiteY40646" fmla="*/ 3509391 h 5143785"/>
              <a:gd name="connsiteX40647" fmla="*/ 1820704 w 3114960"/>
              <a:gd name="connsiteY40647" fmla="*/ 3509391 h 5143785"/>
              <a:gd name="connsiteX40648" fmla="*/ 1826228 w 3114960"/>
              <a:gd name="connsiteY40648" fmla="*/ 3503867 h 5143785"/>
              <a:gd name="connsiteX40649" fmla="*/ 1826228 w 3114960"/>
              <a:gd name="connsiteY40649" fmla="*/ 3491389 h 5143785"/>
              <a:gd name="connsiteX40650" fmla="*/ 1820704 w 3114960"/>
              <a:gd name="connsiteY40650" fmla="*/ 3485864 h 5143785"/>
              <a:gd name="connsiteX40651" fmla="*/ 1808226 w 3114960"/>
              <a:gd name="connsiteY40651" fmla="*/ 3485864 h 5143785"/>
              <a:gd name="connsiteX40652" fmla="*/ 1802702 w 3114960"/>
              <a:gd name="connsiteY40652" fmla="*/ 3491389 h 5143785"/>
              <a:gd name="connsiteX40653" fmla="*/ 1802702 w 3114960"/>
              <a:gd name="connsiteY40653" fmla="*/ 3493675 h 5143785"/>
              <a:gd name="connsiteX40654" fmla="*/ 1682496 w 3114960"/>
              <a:gd name="connsiteY40654" fmla="*/ 3493675 h 5143785"/>
              <a:gd name="connsiteX40655" fmla="*/ 1671447 w 3114960"/>
              <a:gd name="connsiteY40655" fmla="*/ 3504724 h 5143785"/>
              <a:gd name="connsiteX40656" fmla="*/ 1562005 w 3114960"/>
              <a:gd name="connsiteY40656" fmla="*/ 3504724 h 5143785"/>
              <a:gd name="connsiteX40657" fmla="*/ 1548575 w 3114960"/>
              <a:gd name="connsiteY40657" fmla="*/ 3493484 h 5143785"/>
              <a:gd name="connsiteX40658" fmla="*/ 1534954 w 3114960"/>
              <a:gd name="connsiteY40658" fmla="*/ 3507105 h 5143785"/>
              <a:gd name="connsiteX40659" fmla="*/ 1548575 w 3114960"/>
              <a:gd name="connsiteY40659" fmla="*/ 3520726 h 5143785"/>
              <a:gd name="connsiteX40660" fmla="*/ 1562005 w 3114960"/>
              <a:gd name="connsiteY40660" fmla="*/ 3509486 h 5143785"/>
              <a:gd name="connsiteX40661" fmla="*/ 1673352 w 3114960"/>
              <a:gd name="connsiteY40661" fmla="*/ 3509486 h 5143785"/>
              <a:gd name="connsiteX40662" fmla="*/ 1684401 w 3114960"/>
              <a:gd name="connsiteY40662" fmla="*/ 3498437 h 5143785"/>
              <a:gd name="connsiteX40663" fmla="*/ 1802606 w 3114960"/>
              <a:gd name="connsiteY40663" fmla="*/ 3498437 h 5143785"/>
              <a:gd name="connsiteX40664" fmla="*/ 1802606 w 3114960"/>
              <a:gd name="connsiteY40664" fmla="*/ 3503867 h 5143785"/>
              <a:gd name="connsiteX40665" fmla="*/ 1808131 w 3114960"/>
              <a:gd name="connsiteY40665" fmla="*/ 3509391 h 5143785"/>
              <a:gd name="connsiteX40666" fmla="*/ 1807464 w 3114960"/>
              <a:gd name="connsiteY40666" fmla="*/ 3491389 h 5143785"/>
              <a:gd name="connsiteX40667" fmla="*/ 1808226 w 3114960"/>
              <a:gd name="connsiteY40667" fmla="*/ 3490627 h 5143785"/>
              <a:gd name="connsiteX40668" fmla="*/ 1820704 w 3114960"/>
              <a:gd name="connsiteY40668" fmla="*/ 3490627 h 5143785"/>
              <a:gd name="connsiteX40669" fmla="*/ 1821466 w 3114960"/>
              <a:gd name="connsiteY40669" fmla="*/ 3491389 h 5143785"/>
              <a:gd name="connsiteX40670" fmla="*/ 1821466 w 3114960"/>
              <a:gd name="connsiteY40670" fmla="*/ 3503867 h 5143785"/>
              <a:gd name="connsiteX40671" fmla="*/ 1820704 w 3114960"/>
              <a:gd name="connsiteY40671" fmla="*/ 3504629 h 5143785"/>
              <a:gd name="connsiteX40672" fmla="*/ 1808226 w 3114960"/>
              <a:gd name="connsiteY40672" fmla="*/ 3504629 h 5143785"/>
              <a:gd name="connsiteX40673" fmla="*/ 1807464 w 3114960"/>
              <a:gd name="connsiteY40673" fmla="*/ 3503867 h 5143785"/>
              <a:gd name="connsiteX40674" fmla="*/ 1807464 w 3114960"/>
              <a:gd name="connsiteY40674" fmla="*/ 3491389 h 5143785"/>
              <a:gd name="connsiteX40675" fmla="*/ 1548575 w 3114960"/>
              <a:gd name="connsiteY40675" fmla="*/ 3515963 h 5143785"/>
              <a:gd name="connsiteX40676" fmla="*/ 1539716 w 3114960"/>
              <a:gd name="connsiteY40676" fmla="*/ 3507105 h 5143785"/>
              <a:gd name="connsiteX40677" fmla="*/ 1548575 w 3114960"/>
              <a:gd name="connsiteY40677" fmla="*/ 3498247 h 5143785"/>
              <a:gd name="connsiteX40678" fmla="*/ 1557433 w 3114960"/>
              <a:gd name="connsiteY40678" fmla="*/ 3507105 h 5143785"/>
              <a:gd name="connsiteX40679" fmla="*/ 1548575 w 3114960"/>
              <a:gd name="connsiteY40679" fmla="*/ 3515963 h 5143785"/>
              <a:gd name="connsiteX40680" fmla="*/ 361188 w 3114960"/>
              <a:gd name="connsiteY40680" fmla="*/ 2289048 h 5143785"/>
              <a:gd name="connsiteX40681" fmla="*/ 354330 w 3114960"/>
              <a:gd name="connsiteY40681" fmla="*/ 2296097 h 5143785"/>
              <a:gd name="connsiteX40682" fmla="*/ 350901 w 3114960"/>
              <a:gd name="connsiteY40682" fmla="*/ 2292763 h 5143785"/>
              <a:gd name="connsiteX40683" fmla="*/ 357759 w 3114960"/>
              <a:gd name="connsiteY40683" fmla="*/ 2285714 h 5143785"/>
              <a:gd name="connsiteX40684" fmla="*/ 361188 w 3114960"/>
              <a:gd name="connsiteY40684" fmla="*/ 2289048 h 5143785"/>
              <a:gd name="connsiteX40685" fmla="*/ 19241 w 3114960"/>
              <a:gd name="connsiteY40685" fmla="*/ 4118610 h 5143785"/>
              <a:gd name="connsiteX40686" fmla="*/ 19241 w 3114960"/>
              <a:gd name="connsiteY40686" fmla="*/ 4075081 h 5143785"/>
              <a:gd name="connsiteX40687" fmla="*/ 20193 w 3114960"/>
              <a:gd name="connsiteY40687" fmla="*/ 4074890 h 5143785"/>
              <a:gd name="connsiteX40688" fmla="*/ 20193 w 3114960"/>
              <a:gd name="connsiteY40688" fmla="*/ 4074890 h 5143785"/>
              <a:gd name="connsiteX40689" fmla="*/ 25813 w 3114960"/>
              <a:gd name="connsiteY40689" fmla="*/ 4069747 h 5143785"/>
              <a:gd name="connsiteX40690" fmla="*/ 26194 w 3114960"/>
              <a:gd name="connsiteY40690" fmla="*/ 4062127 h 5143785"/>
              <a:gd name="connsiteX40691" fmla="*/ 13526 w 3114960"/>
              <a:gd name="connsiteY40691" fmla="*/ 4056126 h 5143785"/>
              <a:gd name="connsiteX40692" fmla="*/ 7525 w 3114960"/>
              <a:gd name="connsiteY40692" fmla="*/ 4068794 h 5143785"/>
              <a:gd name="connsiteX40693" fmla="*/ 14478 w 3114960"/>
              <a:gd name="connsiteY40693" fmla="*/ 4074986 h 5143785"/>
              <a:gd name="connsiteX40694" fmla="*/ 14478 w 3114960"/>
              <a:gd name="connsiteY40694" fmla="*/ 4117372 h 5143785"/>
              <a:gd name="connsiteX40695" fmla="*/ 95 w 3114960"/>
              <a:gd name="connsiteY40695" fmla="*/ 4130230 h 5143785"/>
              <a:gd name="connsiteX40696" fmla="*/ 95 w 3114960"/>
              <a:gd name="connsiteY40696" fmla="*/ 4136612 h 5143785"/>
              <a:gd name="connsiteX40697" fmla="*/ 18383 w 3114960"/>
              <a:gd name="connsiteY40697" fmla="*/ 4120229 h 5143785"/>
              <a:gd name="connsiteX40698" fmla="*/ 19145 w 3114960"/>
              <a:gd name="connsiteY40698" fmla="*/ 4118420 h 5143785"/>
              <a:gd name="connsiteX40699" fmla="*/ 12002 w 3114960"/>
              <a:gd name="connsiteY40699" fmla="*/ 4067366 h 5143785"/>
              <a:gd name="connsiteX40700" fmla="*/ 15145 w 3114960"/>
              <a:gd name="connsiteY40700" fmla="*/ 4060793 h 5143785"/>
              <a:gd name="connsiteX40701" fmla="*/ 16859 w 3114960"/>
              <a:gd name="connsiteY40701" fmla="*/ 4060508 h 5143785"/>
              <a:gd name="connsiteX40702" fmla="*/ 21717 w 3114960"/>
              <a:gd name="connsiteY40702" fmla="*/ 4063937 h 5143785"/>
              <a:gd name="connsiteX40703" fmla="*/ 18574 w 3114960"/>
              <a:gd name="connsiteY40703" fmla="*/ 4070509 h 5143785"/>
              <a:gd name="connsiteX40704" fmla="*/ 12002 w 3114960"/>
              <a:gd name="connsiteY40704" fmla="*/ 4067366 h 5143785"/>
              <a:gd name="connsiteX40705" fmla="*/ 1231202 w 3114960"/>
              <a:gd name="connsiteY40705" fmla="*/ 2118836 h 5143785"/>
              <a:gd name="connsiteX40706" fmla="*/ 1219581 w 3114960"/>
              <a:gd name="connsiteY40706" fmla="*/ 2130457 h 5143785"/>
              <a:gd name="connsiteX40707" fmla="*/ 1231202 w 3114960"/>
              <a:gd name="connsiteY40707" fmla="*/ 2142077 h 5143785"/>
              <a:gd name="connsiteX40708" fmla="*/ 1236821 w 3114960"/>
              <a:gd name="connsiteY40708" fmla="*/ 2140363 h 5143785"/>
              <a:gd name="connsiteX40709" fmla="*/ 1261586 w 3114960"/>
              <a:gd name="connsiteY40709" fmla="*/ 2161223 h 5143785"/>
              <a:gd name="connsiteX40710" fmla="*/ 1261586 w 3114960"/>
              <a:gd name="connsiteY40710" fmla="*/ 2203895 h 5143785"/>
              <a:gd name="connsiteX40711" fmla="*/ 1258824 w 3114960"/>
              <a:gd name="connsiteY40711" fmla="*/ 2203895 h 5143785"/>
              <a:gd name="connsiteX40712" fmla="*/ 1250156 w 3114960"/>
              <a:gd name="connsiteY40712" fmla="*/ 2212562 h 5143785"/>
              <a:gd name="connsiteX40713" fmla="*/ 1250156 w 3114960"/>
              <a:gd name="connsiteY40713" fmla="*/ 2239518 h 5143785"/>
              <a:gd name="connsiteX40714" fmla="*/ 1258824 w 3114960"/>
              <a:gd name="connsiteY40714" fmla="*/ 2248186 h 5143785"/>
              <a:gd name="connsiteX40715" fmla="*/ 1260348 w 3114960"/>
              <a:gd name="connsiteY40715" fmla="*/ 2248186 h 5143785"/>
              <a:gd name="connsiteX40716" fmla="*/ 1260348 w 3114960"/>
              <a:gd name="connsiteY40716" fmla="*/ 2264283 h 5143785"/>
              <a:gd name="connsiteX40717" fmla="*/ 1254824 w 3114960"/>
              <a:gd name="connsiteY40717" fmla="*/ 2269998 h 5143785"/>
              <a:gd name="connsiteX40718" fmla="*/ 1245299 w 3114960"/>
              <a:gd name="connsiteY40718" fmla="*/ 2269998 h 5143785"/>
              <a:gd name="connsiteX40719" fmla="*/ 1245299 w 3114960"/>
              <a:gd name="connsiteY40719" fmla="*/ 2269617 h 5143785"/>
              <a:gd name="connsiteX40720" fmla="*/ 1238917 w 3114960"/>
              <a:gd name="connsiteY40720" fmla="*/ 2263331 h 5143785"/>
              <a:gd name="connsiteX40721" fmla="*/ 1211961 w 3114960"/>
              <a:gd name="connsiteY40721" fmla="*/ 2263331 h 5143785"/>
              <a:gd name="connsiteX40722" fmla="*/ 1205579 w 3114960"/>
              <a:gd name="connsiteY40722" fmla="*/ 2269617 h 5143785"/>
              <a:gd name="connsiteX40723" fmla="*/ 1205579 w 3114960"/>
              <a:gd name="connsiteY40723" fmla="*/ 2277428 h 5143785"/>
              <a:gd name="connsiteX40724" fmla="*/ 1211961 w 3114960"/>
              <a:gd name="connsiteY40724" fmla="*/ 2283809 h 5143785"/>
              <a:gd name="connsiteX40725" fmla="*/ 1238917 w 3114960"/>
              <a:gd name="connsiteY40725" fmla="*/ 2283809 h 5143785"/>
              <a:gd name="connsiteX40726" fmla="*/ 1245299 w 3114960"/>
              <a:gd name="connsiteY40726" fmla="*/ 2277428 h 5143785"/>
              <a:gd name="connsiteX40727" fmla="*/ 1245299 w 3114960"/>
              <a:gd name="connsiteY40727" fmla="*/ 2274761 h 5143785"/>
              <a:gd name="connsiteX40728" fmla="*/ 1256824 w 3114960"/>
              <a:gd name="connsiteY40728" fmla="*/ 2274761 h 5143785"/>
              <a:gd name="connsiteX40729" fmla="*/ 1265111 w 3114960"/>
              <a:gd name="connsiteY40729" fmla="*/ 2266283 h 5143785"/>
              <a:gd name="connsiteX40730" fmla="*/ 1265111 w 3114960"/>
              <a:gd name="connsiteY40730" fmla="*/ 2248186 h 5143785"/>
              <a:gd name="connsiteX40731" fmla="*/ 1266635 w 3114960"/>
              <a:gd name="connsiteY40731" fmla="*/ 2248186 h 5143785"/>
              <a:gd name="connsiteX40732" fmla="*/ 1275302 w 3114960"/>
              <a:gd name="connsiteY40732" fmla="*/ 2239518 h 5143785"/>
              <a:gd name="connsiteX40733" fmla="*/ 1275302 w 3114960"/>
              <a:gd name="connsiteY40733" fmla="*/ 2212562 h 5143785"/>
              <a:gd name="connsiteX40734" fmla="*/ 1266635 w 3114960"/>
              <a:gd name="connsiteY40734" fmla="*/ 2203895 h 5143785"/>
              <a:gd name="connsiteX40735" fmla="*/ 1266349 w 3114960"/>
              <a:gd name="connsiteY40735" fmla="*/ 2203895 h 5143785"/>
              <a:gd name="connsiteX40736" fmla="*/ 1266349 w 3114960"/>
              <a:gd name="connsiteY40736" fmla="*/ 2159032 h 5143785"/>
              <a:gd name="connsiteX40737" fmla="*/ 1240346 w 3114960"/>
              <a:gd name="connsiteY40737" fmla="*/ 2137124 h 5143785"/>
              <a:gd name="connsiteX40738" fmla="*/ 1242727 w 3114960"/>
              <a:gd name="connsiteY40738" fmla="*/ 2130362 h 5143785"/>
              <a:gd name="connsiteX40739" fmla="*/ 1231106 w 3114960"/>
              <a:gd name="connsiteY40739" fmla="*/ 2118741 h 5143785"/>
              <a:gd name="connsiteX40740" fmla="*/ 1266730 w 3114960"/>
              <a:gd name="connsiteY40740" fmla="*/ 2208752 h 5143785"/>
              <a:gd name="connsiteX40741" fmla="*/ 1270635 w 3114960"/>
              <a:gd name="connsiteY40741" fmla="*/ 2212658 h 5143785"/>
              <a:gd name="connsiteX40742" fmla="*/ 1270635 w 3114960"/>
              <a:gd name="connsiteY40742" fmla="*/ 2239613 h 5143785"/>
              <a:gd name="connsiteX40743" fmla="*/ 1266730 w 3114960"/>
              <a:gd name="connsiteY40743" fmla="*/ 2243519 h 5143785"/>
              <a:gd name="connsiteX40744" fmla="*/ 1258919 w 3114960"/>
              <a:gd name="connsiteY40744" fmla="*/ 2243519 h 5143785"/>
              <a:gd name="connsiteX40745" fmla="*/ 1255014 w 3114960"/>
              <a:gd name="connsiteY40745" fmla="*/ 2239613 h 5143785"/>
              <a:gd name="connsiteX40746" fmla="*/ 1255014 w 3114960"/>
              <a:gd name="connsiteY40746" fmla="*/ 2212658 h 5143785"/>
              <a:gd name="connsiteX40747" fmla="*/ 1258919 w 3114960"/>
              <a:gd name="connsiteY40747" fmla="*/ 2208752 h 5143785"/>
              <a:gd name="connsiteX40748" fmla="*/ 1266730 w 3114960"/>
              <a:gd name="connsiteY40748" fmla="*/ 2208752 h 5143785"/>
              <a:gd name="connsiteX40749" fmla="*/ 1231202 w 3114960"/>
              <a:gd name="connsiteY40749" fmla="*/ 2139696 h 5143785"/>
              <a:gd name="connsiteX40750" fmla="*/ 1221962 w 3114960"/>
              <a:gd name="connsiteY40750" fmla="*/ 2130457 h 5143785"/>
              <a:gd name="connsiteX40751" fmla="*/ 1231202 w 3114960"/>
              <a:gd name="connsiteY40751" fmla="*/ 2121218 h 5143785"/>
              <a:gd name="connsiteX40752" fmla="*/ 1240441 w 3114960"/>
              <a:gd name="connsiteY40752" fmla="*/ 2130457 h 5143785"/>
              <a:gd name="connsiteX40753" fmla="*/ 1231202 w 3114960"/>
              <a:gd name="connsiteY40753" fmla="*/ 2139696 h 5143785"/>
              <a:gd name="connsiteX40754" fmla="*/ 1868138 w 3114960"/>
              <a:gd name="connsiteY40754" fmla="*/ 3487960 h 5143785"/>
              <a:gd name="connsiteX40755" fmla="*/ 1880807 w 3114960"/>
              <a:gd name="connsiteY40755" fmla="*/ 3475292 h 5143785"/>
              <a:gd name="connsiteX40756" fmla="*/ 1893475 w 3114960"/>
              <a:gd name="connsiteY40756" fmla="*/ 3487960 h 5143785"/>
              <a:gd name="connsiteX40757" fmla="*/ 1880807 w 3114960"/>
              <a:gd name="connsiteY40757" fmla="*/ 3500628 h 5143785"/>
              <a:gd name="connsiteX40758" fmla="*/ 1868138 w 3114960"/>
              <a:gd name="connsiteY40758" fmla="*/ 3487960 h 5143785"/>
              <a:gd name="connsiteX40759" fmla="*/ 1733741 w 3114960"/>
              <a:gd name="connsiteY40759" fmla="*/ 3556349 h 5143785"/>
              <a:gd name="connsiteX40760" fmla="*/ 1715357 w 3114960"/>
              <a:gd name="connsiteY40760" fmla="*/ 3537776 h 5143785"/>
              <a:gd name="connsiteX40761" fmla="*/ 1552385 w 3114960"/>
              <a:gd name="connsiteY40761" fmla="*/ 3537776 h 5143785"/>
              <a:gd name="connsiteX40762" fmla="*/ 1532192 w 3114960"/>
              <a:gd name="connsiteY40762" fmla="*/ 3557016 h 5143785"/>
              <a:gd name="connsiteX40763" fmla="*/ 1532192 w 3114960"/>
              <a:gd name="connsiteY40763" fmla="*/ 3685032 h 5143785"/>
              <a:gd name="connsiteX40764" fmla="*/ 1528286 w 3114960"/>
              <a:gd name="connsiteY40764" fmla="*/ 3685032 h 5143785"/>
              <a:gd name="connsiteX40765" fmla="*/ 1522762 w 3114960"/>
              <a:gd name="connsiteY40765" fmla="*/ 3690557 h 5143785"/>
              <a:gd name="connsiteX40766" fmla="*/ 1522762 w 3114960"/>
              <a:gd name="connsiteY40766" fmla="*/ 3703034 h 5143785"/>
              <a:gd name="connsiteX40767" fmla="*/ 1528286 w 3114960"/>
              <a:gd name="connsiteY40767" fmla="*/ 3708559 h 5143785"/>
              <a:gd name="connsiteX40768" fmla="*/ 1540764 w 3114960"/>
              <a:gd name="connsiteY40768" fmla="*/ 3708559 h 5143785"/>
              <a:gd name="connsiteX40769" fmla="*/ 1546289 w 3114960"/>
              <a:gd name="connsiteY40769" fmla="*/ 3703034 h 5143785"/>
              <a:gd name="connsiteX40770" fmla="*/ 1546289 w 3114960"/>
              <a:gd name="connsiteY40770" fmla="*/ 3690557 h 5143785"/>
              <a:gd name="connsiteX40771" fmla="*/ 1540764 w 3114960"/>
              <a:gd name="connsiteY40771" fmla="*/ 3685032 h 5143785"/>
              <a:gd name="connsiteX40772" fmla="*/ 1536859 w 3114960"/>
              <a:gd name="connsiteY40772" fmla="*/ 3685032 h 5143785"/>
              <a:gd name="connsiteX40773" fmla="*/ 1536859 w 3114960"/>
              <a:gd name="connsiteY40773" fmla="*/ 3559112 h 5143785"/>
              <a:gd name="connsiteX40774" fmla="*/ 1554194 w 3114960"/>
              <a:gd name="connsiteY40774" fmla="*/ 3542634 h 5143785"/>
              <a:gd name="connsiteX40775" fmla="*/ 1713262 w 3114960"/>
              <a:gd name="connsiteY40775" fmla="*/ 3542634 h 5143785"/>
              <a:gd name="connsiteX40776" fmla="*/ 1731645 w 3114960"/>
              <a:gd name="connsiteY40776" fmla="*/ 3561207 h 5143785"/>
              <a:gd name="connsiteX40777" fmla="*/ 1817370 w 3114960"/>
              <a:gd name="connsiteY40777" fmla="*/ 3561207 h 5143785"/>
              <a:gd name="connsiteX40778" fmla="*/ 1867567 w 3114960"/>
              <a:gd name="connsiteY40778" fmla="*/ 3510058 h 5143785"/>
              <a:gd name="connsiteX40779" fmla="*/ 1884712 w 3114960"/>
              <a:gd name="connsiteY40779" fmla="*/ 3513487 h 5143785"/>
              <a:gd name="connsiteX40780" fmla="*/ 1901666 w 3114960"/>
              <a:gd name="connsiteY40780" fmla="*/ 3503200 h 5143785"/>
              <a:gd name="connsiteX40781" fmla="*/ 1906429 w 3114960"/>
              <a:gd name="connsiteY40781" fmla="*/ 3483959 h 5143785"/>
              <a:gd name="connsiteX40782" fmla="*/ 1896142 w 3114960"/>
              <a:gd name="connsiteY40782" fmla="*/ 3467005 h 5143785"/>
              <a:gd name="connsiteX40783" fmla="*/ 1880902 w 3114960"/>
              <a:gd name="connsiteY40783" fmla="*/ 3461957 h 5143785"/>
              <a:gd name="connsiteX40784" fmla="*/ 1876901 w 3114960"/>
              <a:gd name="connsiteY40784" fmla="*/ 3462242 h 5143785"/>
              <a:gd name="connsiteX40785" fmla="*/ 1859947 w 3114960"/>
              <a:gd name="connsiteY40785" fmla="*/ 3472529 h 5143785"/>
              <a:gd name="connsiteX40786" fmla="*/ 1855184 w 3114960"/>
              <a:gd name="connsiteY40786" fmla="*/ 3491770 h 5143785"/>
              <a:gd name="connsiteX40787" fmla="*/ 1863662 w 3114960"/>
              <a:gd name="connsiteY40787" fmla="*/ 3507105 h 5143785"/>
              <a:gd name="connsiteX40788" fmla="*/ 1815370 w 3114960"/>
              <a:gd name="connsiteY40788" fmla="*/ 3556254 h 5143785"/>
              <a:gd name="connsiteX40789" fmla="*/ 1733645 w 3114960"/>
              <a:gd name="connsiteY40789" fmla="*/ 3556254 h 5143785"/>
              <a:gd name="connsiteX40790" fmla="*/ 1540859 w 3114960"/>
              <a:gd name="connsiteY40790" fmla="*/ 3689795 h 5143785"/>
              <a:gd name="connsiteX40791" fmla="*/ 1541621 w 3114960"/>
              <a:gd name="connsiteY40791" fmla="*/ 3690557 h 5143785"/>
              <a:gd name="connsiteX40792" fmla="*/ 1541621 w 3114960"/>
              <a:gd name="connsiteY40792" fmla="*/ 3703034 h 5143785"/>
              <a:gd name="connsiteX40793" fmla="*/ 1540859 w 3114960"/>
              <a:gd name="connsiteY40793" fmla="*/ 3703796 h 5143785"/>
              <a:gd name="connsiteX40794" fmla="*/ 1528382 w 3114960"/>
              <a:gd name="connsiteY40794" fmla="*/ 3703796 h 5143785"/>
              <a:gd name="connsiteX40795" fmla="*/ 1527620 w 3114960"/>
              <a:gd name="connsiteY40795" fmla="*/ 3703034 h 5143785"/>
              <a:gd name="connsiteX40796" fmla="*/ 1527620 w 3114960"/>
              <a:gd name="connsiteY40796" fmla="*/ 3690557 h 5143785"/>
              <a:gd name="connsiteX40797" fmla="*/ 1528382 w 3114960"/>
              <a:gd name="connsiteY40797" fmla="*/ 3689795 h 5143785"/>
              <a:gd name="connsiteX40798" fmla="*/ 1540859 w 3114960"/>
              <a:gd name="connsiteY40798" fmla="*/ 3689795 h 5143785"/>
              <a:gd name="connsiteX40799" fmla="*/ 1859947 w 3114960"/>
              <a:gd name="connsiteY40799" fmla="*/ 3491103 h 5143785"/>
              <a:gd name="connsiteX40800" fmla="*/ 1863757 w 3114960"/>
              <a:gd name="connsiteY40800" fmla="*/ 3475387 h 5143785"/>
              <a:gd name="connsiteX40801" fmla="*/ 1877568 w 3114960"/>
              <a:gd name="connsiteY40801" fmla="*/ 3467005 h 5143785"/>
              <a:gd name="connsiteX40802" fmla="*/ 1893284 w 3114960"/>
              <a:gd name="connsiteY40802" fmla="*/ 3470815 h 5143785"/>
              <a:gd name="connsiteX40803" fmla="*/ 1901666 w 3114960"/>
              <a:gd name="connsiteY40803" fmla="*/ 3484626 h 5143785"/>
              <a:gd name="connsiteX40804" fmla="*/ 1897856 w 3114960"/>
              <a:gd name="connsiteY40804" fmla="*/ 3500247 h 5143785"/>
              <a:gd name="connsiteX40805" fmla="*/ 1897856 w 3114960"/>
              <a:gd name="connsiteY40805" fmla="*/ 3500247 h 5143785"/>
              <a:gd name="connsiteX40806" fmla="*/ 1884045 w 3114960"/>
              <a:gd name="connsiteY40806" fmla="*/ 3508629 h 5143785"/>
              <a:gd name="connsiteX40807" fmla="*/ 1880807 w 3114960"/>
              <a:gd name="connsiteY40807" fmla="*/ 3508915 h 5143785"/>
              <a:gd name="connsiteX40808" fmla="*/ 1868424 w 3114960"/>
              <a:gd name="connsiteY40808" fmla="*/ 3504819 h 5143785"/>
              <a:gd name="connsiteX40809" fmla="*/ 1860042 w 3114960"/>
              <a:gd name="connsiteY40809" fmla="*/ 3491008 h 5143785"/>
              <a:gd name="connsiteX40810" fmla="*/ 196977 w 3114960"/>
              <a:gd name="connsiteY40810" fmla="*/ 4314539 h 5143785"/>
              <a:gd name="connsiteX40811" fmla="*/ 341567 w 3114960"/>
              <a:gd name="connsiteY40811" fmla="*/ 4190238 h 5143785"/>
              <a:gd name="connsiteX40812" fmla="*/ 349758 w 3114960"/>
              <a:gd name="connsiteY40812" fmla="*/ 4193381 h 5143785"/>
              <a:gd name="connsiteX40813" fmla="*/ 353949 w 3114960"/>
              <a:gd name="connsiteY40813" fmla="*/ 4192715 h 5143785"/>
              <a:gd name="connsiteX40814" fmla="*/ 361188 w 3114960"/>
              <a:gd name="connsiteY40814" fmla="*/ 4186238 h 5143785"/>
              <a:gd name="connsiteX40815" fmla="*/ 361760 w 3114960"/>
              <a:gd name="connsiteY40815" fmla="*/ 4176617 h 5143785"/>
              <a:gd name="connsiteX40816" fmla="*/ 345662 w 3114960"/>
              <a:gd name="connsiteY40816" fmla="*/ 4168807 h 5143785"/>
              <a:gd name="connsiteX40817" fmla="*/ 337947 w 3114960"/>
              <a:gd name="connsiteY40817" fmla="*/ 4184904 h 5143785"/>
              <a:gd name="connsiteX40818" fmla="*/ 338804 w 3114960"/>
              <a:gd name="connsiteY40818" fmla="*/ 4186428 h 5143785"/>
              <a:gd name="connsiteX40819" fmla="*/ 195358 w 3114960"/>
              <a:gd name="connsiteY40819" fmla="*/ 4309777 h 5143785"/>
              <a:gd name="connsiteX40820" fmla="*/ 286 w 3114960"/>
              <a:gd name="connsiteY40820" fmla="*/ 4309968 h 5143785"/>
              <a:gd name="connsiteX40821" fmla="*/ 286 w 3114960"/>
              <a:gd name="connsiteY40821" fmla="*/ 4314730 h 5143785"/>
              <a:gd name="connsiteX40822" fmla="*/ 196310 w 3114960"/>
              <a:gd name="connsiteY40822" fmla="*/ 4314539 h 5143785"/>
              <a:gd name="connsiteX40823" fmla="*/ 197168 w 3114960"/>
              <a:gd name="connsiteY40823" fmla="*/ 4314539 h 5143785"/>
              <a:gd name="connsiteX40824" fmla="*/ 347091 w 3114960"/>
              <a:gd name="connsiteY40824" fmla="*/ 4173284 h 5143785"/>
              <a:gd name="connsiteX40825" fmla="*/ 349663 w 3114960"/>
              <a:gd name="connsiteY40825" fmla="*/ 4172807 h 5143785"/>
              <a:gd name="connsiteX40826" fmla="*/ 353092 w 3114960"/>
              <a:gd name="connsiteY40826" fmla="*/ 4173569 h 5143785"/>
              <a:gd name="connsiteX40827" fmla="*/ 357092 w 3114960"/>
              <a:gd name="connsiteY40827" fmla="*/ 4178046 h 5143785"/>
              <a:gd name="connsiteX40828" fmla="*/ 356711 w 3114960"/>
              <a:gd name="connsiteY40828" fmla="*/ 4184047 h 5143785"/>
              <a:gd name="connsiteX40829" fmla="*/ 352235 w 3114960"/>
              <a:gd name="connsiteY40829" fmla="*/ 4188047 h 5143785"/>
              <a:gd name="connsiteX40830" fmla="*/ 342233 w 3114960"/>
              <a:gd name="connsiteY40830" fmla="*/ 4183190 h 5143785"/>
              <a:gd name="connsiteX40831" fmla="*/ 347091 w 3114960"/>
              <a:gd name="connsiteY40831" fmla="*/ 4173188 h 5143785"/>
              <a:gd name="connsiteX40832" fmla="*/ 348615 w 3114960"/>
              <a:gd name="connsiteY40832" fmla="*/ 2313432 h 5143785"/>
              <a:gd name="connsiteX40833" fmla="*/ 348615 w 3114960"/>
              <a:gd name="connsiteY40833" fmla="*/ 2303621 h 5143785"/>
              <a:gd name="connsiteX40834" fmla="*/ 353378 w 3114960"/>
              <a:gd name="connsiteY40834" fmla="*/ 2303621 h 5143785"/>
              <a:gd name="connsiteX40835" fmla="*/ 353378 w 3114960"/>
              <a:gd name="connsiteY40835" fmla="*/ 2313432 h 5143785"/>
              <a:gd name="connsiteX40836" fmla="*/ 348615 w 3114960"/>
              <a:gd name="connsiteY40836" fmla="*/ 2313432 h 5143785"/>
              <a:gd name="connsiteX40837" fmla="*/ 164973 w 3114960"/>
              <a:gd name="connsiteY40837" fmla="*/ 4278630 h 5143785"/>
              <a:gd name="connsiteX40838" fmla="*/ 309658 w 3114960"/>
              <a:gd name="connsiteY40838" fmla="*/ 4154234 h 5143785"/>
              <a:gd name="connsiteX40839" fmla="*/ 312230 w 3114960"/>
              <a:gd name="connsiteY40839" fmla="*/ 4156234 h 5143785"/>
              <a:gd name="connsiteX40840" fmla="*/ 317754 w 3114960"/>
              <a:gd name="connsiteY40840" fmla="*/ 4157472 h 5143785"/>
              <a:gd name="connsiteX40841" fmla="*/ 321945 w 3114960"/>
              <a:gd name="connsiteY40841" fmla="*/ 4156710 h 5143785"/>
              <a:gd name="connsiteX40842" fmla="*/ 329660 w 3114960"/>
              <a:gd name="connsiteY40842" fmla="*/ 4140613 h 5143785"/>
              <a:gd name="connsiteX40843" fmla="*/ 313563 w 3114960"/>
              <a:gd name="connsiteY40843" fmla="*/ 4132802 h 5143785"/>
              <a:gd name="connsiteX40844" fmla="*/ 306324 w 3114960"/>
              <a:gd name="connsiteY40844" fmla="*/ 4139279 h 5143785"/>
              <a:gd name="connsiteX40845" fmla="*/ 305753 w 3114960"/>
              <a:gd name="connsiteY40845" fmla="*/ 4148900 h 5143785"/>
              <a:gd name="connsiteX40846" fmla="*/ 306610 w 3114960"/>
              <a:gd name="connsiteY40846" fmla="*/ 4150424 h 5143785"/>
              <a:gd name="connsiteX40847" fmla="*/ 163163 w 3114960"/>
              <a:gd name="connsiteY40847" fmla="*/ 4273772 h 5143785"/>
              <a:gd name="connsiteX40848" fmla="*/ 95 w 3114960"/>
              <a:gd name="connsiteY40848" fmla="*/ 4273963 h 5143785"/>
              <a:gd name="connsiteX40849" fmla="*/ 95 w 3114960"/>
              <a:gd name="connsiteY40849" fmla="*/ 4278726 h 5143785"/>
              <a:gd name="connsiteX40850" fmla="*/ 164973 w 3114960"/>
              <a:gd name="connsiteY40850" fmla="*/ 4278535 h 5143785"/>
              <a:gd name="connsiteX40851" fmla="*/ 310610 w 3114960"/>
              <a:gd name="connsiteY40851" fmla="*/ 4141470 h 5143785"/>
              <a:gd name="connsiteX40852" fmla="*/ 315087 w 3114960"/>
              <a:gd name="connsiteY40852" fmla="*/ 4137470 h 5143785"/>
              <a:gd name="connsiteX40853" fmla="*/ 317659 w 3114960"/>
              <a:gd name="connsiteY40853" fmla="*/ 4136993 h 5143785"/>
              <a:gd name="connsiteX40854" fmla="*/ 325088 w 3114960"/>
              <a:gd name="connsiteY40854" fmla="*/ 4142232 h 5143785"/>
              <a:gd name="connsiteX40855" fmla="*/ 320231 w 3114960"/>
              <a:gd name="connsiteY40855" fmla="*/ 4152234 h 5143785"/>
              <a:gd name="connsiteX40856" fmla="*/ 310229 w 3114960"/>
              <a:gd name="connsiteY40856" fmla="*/ 4147376 h 5143785"/>
              <a:gd name="connsiteX40857" fmla="*/ 310610 w 3114960"/>
              <a:gd name="connsiteY40857" fmla="*/ 4141375 h 5143785"/>
              <a:gd name="connsiteX40858" fmla="*/ 1889379 w 3114960"/>
              <a:gd name="connsiteY40858" fmla="*/ 3332321 h 5143785"/>
              <a:gd name="connsiteX40859" fmla="*/ 1890808 w 3114960"/>
              <a:gd name="connsiteY40859" fmla="*/ 3324320 h 5143785"/>
              <a:gd name="connsiteX40860" fmla="*/ 1886141 w 3114960"/>
              <a:gd name="connsiteY40860" fmla="*/ 3317653 h 5143785"/>
              <a:gd name="connsiteX40861" fmla="*/ 1878140 w 3114960"/>
              <a:gd name="connsiteY40861" fmla="*/ 3316224 h 5143785"/>
              <a:gd name="connsiteX40862" fmla="*/ 1871472 w 3114960"/>
              <a:gd name="connsiteY40862" fmla="*/ 3320892 h 5143785"/>
              <a:gd name="connsiteX40863" fmla="*/ 1870043 w 3114960"/>
              <a:gd name="connsiteY40863" fmla="*/ 3328892 h 5143785"/>
              <a:gd name="connsiteX40864" fmla="*/ 1874711 w 3114960"/>
              <a:gd name="connsiteY40864" fmla="*/ 3335560 h 5143785"/>
              <a:gd name="connsiteX40865" fmla="*/ 1878044 w 3114960"/>
              <a:gd name="connsiteY40865" fmla="*/ 3336893 h 5143785"/>
              <a:gd name="connsiteX40866" fmla="*/ 1878044 w 3114960"/>
              <a:gd name="connsiteY40866" fmla="*/ 3428524 h 5143785"/>
              <a:gd name="connsiteX40867" fmla="*/ 1891665 w 3114960"/>
              <a:gd name="connsiteY40867" fmla="*/ 3442621 h 5143785"/>
              <a:gd name="connsiteX40868" fmla="*/ 1918430 w 3114960"/>
              <a:gd name="connsiteY40868" fmla="*/ 3442621 h 5143785"/>
              <a:gd name="connsiteX40869" fmla="*/ 1930432 w 3114960"/>
              <a:gd name="connsiteY40869" fmla="*/ 3428905 h 5143785"/>
              <a:gd name="connsiteX40870" fmla="*/ 1930432 w 3114960"/>
              <a:gd name="connsiteY40870" fmla="*/ 3372422 h 5143785"/>
              <a:gd name="connsiteX40871" fmla="*/ 1932051 w 3114960"/>
              <a:gd name="connsiteY40871" fmla="*/ 3372422 h 5143785"/>
              <a:gd name="connsiteX40872" fmla="*/ 1938909 w 3114960"/>
              <a:gd name="connsiteY40872" fmla="*/ 3365563 h 5143785"/>
              <a:gd name="connsiteX40873" fmla="*/ 1938909 w 3114960"/>
              <a:gd name="connsiteY40873" fmla="*/ 3357467 h 5143785"/>
              <a:gd name="connsiteX40874" fmla="*/ 1932051 w 3114960"/>
              <a:gd name="connsiteY40874" fmla="*/ 3350705 h 5143785"/>
              <a:gd name="connsiteX40875" fmla="*/ 1923955 w 3114960"/>
              <a:gd name="connsiteY40875" fmla="*/ 3350705 h 5143785"/>
              <a:gd name="connsiteX40876" fmla="*/ 1917097 w 3114960"/>
              <a:gd name="connsiteY40876" fmla="*/ 3357467 h 5143785"/>
              <a:gd name="connsiteX40877" fmla="*/ 1917097 w 3114960"/>
              <a:gd name="connsiteY40877" fmla="*/ 3365563 h 5143785"/>
              <a:gd name="connsiteX40878" fmla="*/ 1923955 w 3114960"/>
              <a:gd name="connsiteY40878" fmla="*/ 3372422 h 5143785"/>
              <a:gd name="connsiteX40879" fmla="*/ 1925574 w 3114960"/>
              <a:gd name="connsiteY40879" fmla="*/ 3372422 h 5143785"/>
              <a:gd name="connsiteX40880" fmla="*/ 1925574 w 3114960"/>
              <a:gd name="connsiteY40880" fmla="*/ 3427095 h 5143785"/>
              <a:gd name="connsiteX40881" fmla="*/ 1916144 w 3114960"/>
              <a:gd name="connsiteY40881" fmla="*/ 3437763 h 5143785"/>
              <a:gd name="connsiteX40882" fmla="*/ 1893570 w 3114960"/>
              <a:gd name="connsiteY40882" fmla="*/ 3437763 h 5143785"/>
              <a:gd name="connsiteX40883" fmla="*/ 1882712 w 3114960"/>
              <a:gd name="connsiteY40883" fmla="*/ 3426524 h 5143785"/>
              <a:gd name="connsiteX40884" fmla="*/ 1882712 w 3114960"/>
              <a:gd name="connsiteY40884" fmla="*/ 3336798 h 5143785"/>
              <a:gd name="connsiteX40885" fmla="*/ 1889284 w 3114960"/>
              <a:gd name="connsiteY40885" fmla="*/ 3332131 h 5143785"/>
              <a:gd name="connsiteX40886" fmla="*/ 1923955 w 3114960"/>
              <a:gd name="connsiteY40886" fmla="*/ 3367754 h 5143785"/>
              <a:gd name="connsiteX40887" fmla="*/ 1921859 w 3114960"/>
              <a:gd name="connsiteY40887" fmla="*/ 3365659 h 5143785"/>
              <a:gd name="connsiteX40888" fmla="*/ 1921859 w 3114960"/>
              <a:gd name="connsiteY40888" fmla="*/ 3357563 h 5143785"/>
              <a:gd name="connsiteX40889" fmla="*/ 1923955 w 3114960"/>
              <a:gd name="connsiteY40889" fmla="*/ 3355562 h 5143785"/>
              <a:gd name="connsiteX40890" fmla="*/ 1932051 w 3114960"/>
              <a:gd name="connsiteY40890" fmla="*/ 3355562 h 5143785"/>
              <a:gd name="connsiteX40891" fmla="*/ 1934147 w 3114960"/>
              <a:gd name="connsiteY40891" fmla="*/ 3357563 h 5143785"/>
              <a:gd name="connsiteX40892" fmla="*/ 1934147 w 3114960"/>
              <a:gd name="connsiteY40892" fmla="*/ 3365659 h 5143785"/>
              <a:gd name="connsiteX40893" fmla="*/ 1932051 w 3114960"/>
              <a:gd name="connsiteY40893" fmla="*/ 3367754 h 5143785"/>
              <a:gd name="connsiteX40894" fmla="*/ 1923955 w 3114960"/>
              <a:gd name="connsiteY40894" fmla="*/ 3367754 h 5143785"/>
              <a:gd name="connsiteX40895" fmla="*/ 1881664 w 3114960"/>
              <a:gd name="connsiteY40895" fmla="*/ 3332321 h 5143785"/>
              <a:gd name="connsiteX40896" fmla="*/ 1877282 w 3114960"/>
              <a:gd name="connsiteY40896" fmla="*/ 3331559 h 5143785"/>
              <a:gd name="connsiteX40897" fmla="*/ 1874711 w 3114960"/>
              <a:gd name="connsiteY40897" fmla="*/ 3327845 h 5143785"/>
              <a:gd name="connsiteX40898" fmla="*/ 1875473 w 3114960"/>
              <a:gd name="connsiteY40898" fmla="*/ 3323463 h 5143785"/>
              <a:gd name="connsiteX40899" fmla="*/ 1879187 w 3114960"/>
              <a:gd name="connsiteY40899" fmla="*/ 3320892 h 5143785"/>
              <a:gd name="connsiteX40900" fmla="*/ 1880521 w 3114960"/>
              <a:gd name="connsiteY40900" fmla="*/ 3320701 h 5143785"/>
              <a:gd name="connsiteX40901" fmla="*/ 1883664 w 3114960"/>
              <a:gd name="connsiteY40901" fmla="*/ 3321653 h 5143785"/>
              <a:gd name="connsiteX40902" fmla="*/ 1886236 w 3114960"/>
              <a:gd name="connsiteY40902" fmla="*/ 3325368 h 5143785"/>
              <a:gd name="connsiteX40903" fmla="*/ 1885474 w 3114960"/>
              <a:gd name="connsiteY40903" fmla="*/ 3329750 h 5143785"/>
              <a:gd name="connsiteX40904" fmla="*/ 1881759 w 3114960"/>
              <a:gd name="connsiteY40904" fmla="*/ 3332321 h 5143785"/>
              <a:gd name="connsiteX40905" fmla="*/ 1206246 w 3114960"/>
              <a:gd name="connsiteY40905" fmla="*/ 2165795 h 5143785"/>
              <a:gd name="connsiteX40906" fmla="*/ 1213961 w 3114960"/>
              <a:gd name="connsiteY40906" fmla="*/ 2173510 h 5143785"/>
              <a:gd name="connsiteX40907" fmla="*/ 1221772 w 3114960"/>
              <a:gd name="connsiteY40907" fmla="*/ 2165795 h 5143785"/>
              <a:gd name="connsiteX40908" fmla="*/ 1213961 w 3114960"/>
              <a:gd name="connsiteY40908" fmla="*/ 2158079 h 5143785"/>
              <a:gd name="connsiteX40909" fmla="*/ 1206246 w 3114960"/>
              <a:gd name="connsiteY40909" fmla="*/ 2165795 h 5143785"/>
              <a:gd name="connsiteX40910" fmla="*/ 1219391 w 3114960"/>
              <a:gd name="connsiteY40910" fmla="*/ 2165795 h 5143785"/>
              <a:gd name="connsiteX40911" fmla="*/ 1213961 w 3114960"/>
              <a:gd name="connsiteY40911" fmla="*/ 2171129 h 5143785"/>
              <a:gd name="connsiteX40912" fmla="*/ 1208627 w 3114960"/>
              <a:gd name="connsiteY40912" fmla="*/ 2165795 h 5143785"/>
              <a:gd name="connsiteX40913" fmla="*/ 1213961 w 3114960"/>
              <a:gd name="connsiteY40913" fmla="*/ 2160461 h 5143785"/>
              <a:gd name="connsiteX40914" fmla="*/ 1219391 w 3114960"/>
              <a:gd name="connsiteY40914" fmla="*/ 2165795 h 5143785"/>
              <a:gd name="connsiteX40915" fmla="*/ 1646301 w 3114960"/>
              <a:gd name="connsiteY40915" fmla="*/ 3748183 h 5143785"/>
              <a:gd name="connsiteX40916" fmla="*/ 1646301 w 3114960"/>
              <a:gd name="connsiteY40916" fmla="*/ 3663220 h 5143785"/>
              <a:gd name="connsiteX40917" fmla="*/ 1667732 w 3114960"/>
              <a:gd name="connsiteY40917" fmla="*/ 3639312 h 5143785"/>
              <a:gd name="connsiteX40918" fmla="*/ 1714310 w 3114960"/>
              <a:gd name="connsiteY40918" fmla="*/ 3639312 h 5143785"/>
              <a:gd name="connsiteX40919" fmla="*/ 1727168 w 3114960"/>
              <a:gd name="connsiteY40919" fmla="*/ 3650552 h 5143785"/>
              <a:gd name="connsiteX40920" fmla="*/ 1727740 w 3114960"/>
              <a:gd name="connsiteY40920" fmla="*/ 3650552 h 5143785"/>
              <a:gd name="connsiteX40921" fmla="*/ 1740980 w 3114960"/>
              <a:gd name="connsiteY40921" fmla="*/ 3639312 h 5143785"/>
              <a:gd name="connsiteX40922" fmla="*/ 1871758 w 3114960"/>
              <a:gd name="connsiteY40922" fmla="*/ 3639312 h 5143785"/>
              <a:gd name="connsiteX40923" fmla="*/ 2007203 w 3114960"/>
              <a:gd name="connsiteY40923" fmla="*/ 3490913 h 5143785"/>
              <a:gd name="connsiteX40924" fmla="*/ 2006346 w 3114960"/>
              <a:gd name="connsiteY40924" fmla="*/ 3335084 h 5143785"/>
              <a:gd name="connsiteX40925" fmla="*/ 1992059 w 3114960"/>
              <a:gd name="connsiteY40925" fmla="*/ 3318986 h 5143785"/>
              <a:gd name="connsiteX40926" fmla="*/ 1992059 w 3114960"/>
              <a:gd name="connsiteY40926" fmla="*/ 3292030 h 5143785"/>
              <a:gd name="connsiteX40927" fmla="*/ 2002155 w 3114960"/>
              <a:gd name="connsiteY40927" fmla="*/ 3292030 h 5143785"/>
              <a:gd name="connsiteX40928" fmla="*/ 2008251 w 3114960"/>
              <a:gd name="connsiteY40928" fmla="*/ 3285935 h 5143785"/>
              <a:gd name="connsiteX40929" fmla="*/ 2008251 w 3114960"/>
              <a:gd name="connsiteY40929" fmla="*/ 3280315 h 5143785"/>
              <a:gd name="connsiteX40930" fmla="*/ 2002155 w 3114960"/>
              <a:gd name="connsiteY40930" fmla="*/ 3274219 h 5143785"/>
              <a:gd name="connsiteX40931" fmla="*/ 1980533 w 3114960"/>
              <a:gd name="connsiteY40931" fmla="*/ 3274219 h 5143785"/>
              <a:gd name="connsiteX40932" fmla="*/ 1974437 w 3114960"/>
              <a:gd name="connsiteY40932" fmla="*/ 3280315 h 5143785"/>
              <a:gd name="connsiteX40933" fmla="*/ 1974437 w 3114960"/>
              <a:gd name="connsiteY40933" fmla="*/ 3285935 h 5143785"/>
              <a:gd name="connsiteX40934" fmla="*/ 1980533 w 3114960"/>
              <a:gd name="connsiteY40934" fmla="*/ 3292030 h 5143785"/>
              <a:gd name="connsiteX40935" fmla="*/ 1987296 w 3114960"/>
              <a:gd name="connsiteY40935" fmla="*/ 3292030 h 5143785"/>
              <a:gd name="connsiteX40936" fmla="*/ 1987296 w 3114960"/>
              <a:gd name="connsiteY40936" fmla="*/ 3320796 h 5143785"/>
              <a:gd name="connsiteX40937" fmla="*/ 2001679 w 3114960"/>
              <a:gd name="connsiteY40937" fmla="*/ 3336893 h 5143785"/>
              <a:gd name="connsiteX40938" fmla="*/ 2002536 w 3114960"/>
              <a:gd name="connsiteY40938" fmla="*/ 3489008 h 5143785"/>
              <a:gd name="connsiteX40939" fmla="*/ 1869757 w 3114960"/>
              <a:gd name="connsiteY40939" fmla="*/ 3634550 h 5143785"/>
              <a:gd name="connsiteX40940" fmla="*/ 1741075 w 3114960"/>
              <a:gd name="connsiteY40940" fmla="*/ 3634550 h 5143785"/>
              <a:gd name="connsiteX40941" fmla="*/ 1737932 w 3114960"/>
              <a:gd name="connsiteY40941" fmla="*/ 3627692 h 5143785"/>
              <a:gd name="connsiteX40942" fmla="*/ 1728502 w 3114960"/>
              <a:gd name="connsiteY40942" fmla="*/ 3623310 h 5143785"/>
              <a:gd name="connsiteX40943" fmla="*/ 1718691 w 3114960"/>
              <a:gd name="connsiteY40943" fmla="*/ 3626930 h 5143785"/>
              <a:gd name="connsiteX40944" fmla="*/ 1714691 w 3114960"/>
              <a:gd name="connsiteY40944" fmla="*/ 3634645 h 5143785"/>
              <a:gd name="connsiteX40945" fmla="*/ 1665732 w 3114960"/>
              <a:gd name="connsiteY40945" fmla="*/ 3634645 h 5143785"/>
              <a:gd name="connsiteX40946" fmla="*/ 1641824 w 3114960"/>
              <a:gd name="connsiteY40946" fmla="*/ 3661505 h 5143785"/>
              <a:gd name="connsiteX40947" fmla="*/ 1641824 w 3114960"/>
              <a:gd name="connsiteY40947" fmla="*/ 3746183 h 5143785"/>
              <a:gd name="connsiteX40948" fmla="*/ 1588103 w 3114960"/>
              <a:gd name="connsiteY40948" fmla="*/ 3793236 h 5143785"/>
              <a:gd name="connsiteX40949" fmla="*/ 1584389 w 3114960"/>
              <a:gd name="connsiteY40949" fmla="*/ 3791807 h 5143785"/>
              <a:gd name="connsiteX40950" fmla="*/ 1564100 w 3114960"/>
              <a:gd name="connsiteY40950" fmla="*/ 3791807 h 5143785"/>
              <a:gd name="connsiteX40951" fmla="*/ 1558100 w 3114960"/>
              <a:gd name="connsiteY40951" fmla="*/ 3797808 h 5143785"/>
              <a:gd name="connsiteX40952" fmla="*/ 1558100 w 3114960"/>
              <a:gd name="connsiteY40952" fmla="*/ 3805428 h 5143785"/>
              <a:gd name="connsiteX40953" fmla="*/ 1558766 w 3114960"/>
              <a:gd name="connsiteY40953" fmla="*/ 3808000 h 5143785"/>
              <a:gd name="connsiteX40954" fmla="*/ 1497806 w 3114960"/>
              <a:gd name="connsiteY40954" fmla="*/ 3863817 h 5143785"/>
              <a:gd name="connsiteX40955" fmla="*/ 1497521 w 3114960"/>
              <a:gd name="connsiteY40955" fmla="*/ 3943541 h 5143785"/>
              <a:gd name="connsiteX40956" fmla="*/ 1495044 w 3114960"/>
              <a:gd name="connsiteY40956" fmla="*/ 3944112 h 5143785"/>
              <a:gd name="connsiteX40957" fmla="*/ 1488853 w 3114960"/>
              <a:gd name="connsiteY40957" fmla="*/ 3950684 h 5143785"/>
              <a:gd name="connsiteX40958" fmla="*/ 1489139 w 3114960"/>
              <a:gd name="connsiteY40958" fmla="*/ 3959733 h 5143785"/>
              <a:gd name="connsiteX40959" fmla="*/ 1495806 w 3114960"/>
              <a:gd name="connsiteY40959" fmla="*/ 3965924 h 5143785"/>
              <a:gd name="connsiteX40960" fmla="*/ 1499997 w 3114960"/>
              <a:gd name="connsiteY40960" fmla="*/ 3966686 h 5143785"/>
              <a:gd name="connsiteX40961" fmla="*/ 1504855 w 3114960"/>
              <a:gd name="connsiteY40961" fmla="*/ 3965638 h 5143785"/>
              <a:gd name="connsiteX40962" fmla="*/ 1511046 w 3114960"/>
              <a:gd name="connsiteY40962" fmla="*/ 3959067 h 5143785"/>
              <a:gd name="connsiteX40963" fmla="*/ 1510760 w 3114960"/>
              <a:gd name="connsiteY40963" fmla="*/ 3950018 h 5143785"/>
              <a:gd name="connsiteX40964" fmla="*/ 1504188 w 3114960"/>
              <a:gd name="connsiteY40964" fmla="*/ 3943826 h 5143785"/>
              <a:gd name="connsiteX40965" fmla="*/ 1502378 w 3114960"/>
              <a:gd name="connsiteY40965" fmla="*/ 3943541 h 5143785"/>
              <a:gd name="connsiteX40966" fmla="*/ 1502664 w 3114960"/>
              <a:gd name="connsiteY40966" fmla="*/ 3865912 h 5143785"/>
              <a:gd name="connsiteX40967" fmla="*/ 1562576 w 3114960"/>
              <a:gd name="connsiteY40967" fmla="*/ 3811048 h 5143785"/>
              <a:gd name="connsiteX40968" fmla="*/ 1564291 w 3114960"/>
              <a:gd name="connsiteY40968" fmla="*/ 3811429 h 5143785"/>
              <a:gd name="connsiteX40969" fmla="*/ 1584579 w 3114960"/>
              <a:gd name="connsiteY40969" fmla="*/ 3811429 h 5143785"/>
              <a:gd name="connsiteX40970" fmla="*/ 1590580 w 3114960"/>
              <a:gd name="connsiteY40970" fmla="*/ 3805428 h 5143785"/>
              <a:gd name="connsiteX40971" fmla="*/ 1590580 w 3114960"/>
              <a:gd name="connsiteY40971" fmla="*/ 3797808 h 5143785"/>
              <a:gd name="connsiteX40972" fmla="*/ 1590485 w 3114960"/>
              <a:gd name="connsiteY40972" fmla="*/ 3797142 h 5143785"/>
              <a:gd name="connsiteX40973" fmla="*/ 1590770 w 3114960"/>
              <a:gd name="connsiteY40973" fmla="*/ 3797427 h 5143785"/>
              <a:gd name="connsiteX40974" fmla="*/ 1646682 w 3114960"/>
              <a:gd name="connsiteY40974" fmla="*/ 3748278 h 5143785"/>
              <a:gd name="connsiteX40975" fmla="*/ 1980533 w 3114960"/>
              <a:gd name="connsiteY40975" fmla="*/ 3287268 h 5143785"/>
              <a:gd name="connsiteX40976" fmla="*/ 1979200 w 3114960"/>
              <a:gd name="connsiteY40976" fmla="*/ 3285935 h 5143785"/>
              <a:gd name="connsiteX40977" fmla="*/ 1979200 w 3114960"/>
              <a:gd name="connsiteY40977" fmla="*/ 3280315 h 5143785"/>
              <a:gd name="connsiteX40978" fmla="*/ 1980533 w 3114960"/>
              <a:gd name="connsiteY40978" fmla="*/ 3278981 h 5143785"/>
              <a:gd name="connsiteX40979" fmla="*/ 2002155 w 3114960"/>
              <a:gd name="connsiteY40979" fmla="*/ 3278981 h 5143785"/>
              <a:gd name="connsiteX40980" fmla="*/ 2003489 w 3114960"/>
              <a:gd name="connsiteY40980" fmla="*/ 3280315 h 5143785"/>
              <a:gd name="connsiteX40981" fmla="*/ 2003489 w 3114960"/>
              <a:gd name="connsiteY40981" fmla="*/ 3285935 h 5143785"/>
              <a:gd name="connsiteX40982" fmla="*/ 2002155 w 3114960"/>
              <a:gd name="connsiteY40982" fmla="*/ 3287268 h 5143785"/>
              <a:gd name="connsiteX40983" fmla="*/ 1980533 w 3114960"/>
              <a:gd name="connsiteY40983" fmla="*/ 3287268 h 5143785"/>
              <a:gd name="connsiteX40984" fmla="*/ 1721834 w 3114960"/>
              <a:gd name="connsiteY40984" fmla="*/ 3630359 h 5143785"/>
              <a:gd name="connsiteX40985" fmla="*/ 1727835 w 3114960"/>
              <a:gd name="connsiteY40985" fmla="*/ 3627977 h 5143785"/>
              <a:gd name="connsiteX40986" fmla="*/ 1728216 w 3114960"/>
              <a:gd name="connsiteY40986" fmla="*/ 3627977 h 5143785"/>
              <a:gd name="connsiteX40987" fmla="*/ 1734407 w 3114960"/>
              <a:gd name="connsiteY40987" fmla="*/ 3630835 h 5143785"/>
              <a:gd name="connsiteX40988" fmla="*/ 1736693 w 3114960"/>
              <a:gd name="connsiteY40988" fmla="*/ 3637217 h 5143785"/>
              <a:gd name="connsiteX40989" fmla="*/ 1727454 w 3114960"/>
              <a:gd name="connsiteY40989" fmla="*/ 3645694 h 5143785"/>
              <a:gd name="connsiteX40990" fmla="*/ 1718977 w 3114960"/>
              <a:gd name="connsiteY40990" fmla="*/ 3636455 h 5143785"/>
              <a:gd name="connsiteX40991" fmla="*/ 1721834 w 3114960"/>
              <a:gd name="connsiteY40991" fmla="*/ 3630263 h 5143785"/>
              <a:gd name="connsiteX40992" fmla="*/ 1502283 w 3114960"/>
              <a:gd name="connsiteY40992" fmla="*/ 3948303 h 5143785"/>
              <a:gd name="connsiteX40993" fmla="*/ 1506188 w 3114960"/>
              <a:gd name="connsiteY40993" fmla="*/ 3952018 h 5143785"/>
              <a:gd name="connsiteX40994" fmla="*/ 1506379 w 3114960"/>
              <a:gd name="connsiteY40994" fmla="*/ 3957447 h 5143785"/>
              <a:gd name="connsiteX40995" fmla="*/ 1502664 w 3114960"/>
              <a:gd name="connsiteY40995" fmla="*/ 3961448 h 5143785"/>
              <a:gd name="connsiteX40996" fmla="*/ 1497235 w 3114960"/>
              <a:gd name="connsiteY40996" fmla="*/ 3961638 h 5143785"/>
              <a:gd name="connsiteX40997" fmla="*/ 1493234 w 3114960"/>
              <a:gd name="connsiteY40997" fmla="*/ 3957923 h 5143785"/>
              <a:gd name="connsiteX40998" fmla="*/ 1493044 w 3114960"/>
              <a:gd name="connsiteY40998" fmla="*/ 3952494 h 5143785"/>
              <a:gd name="connsiteX40999" fmla="*/ 1496759 w 3114960"/>
              <a:gd name="connsiteY40999" fmla="*/ 3948589 h 5143785"/>
              <a:gd name="connsiteX41000" fmla="*/ 1502188 w 3114960"/>
              <a:gd name="connsiteY41000" fmla="*/ 3948398 h 5143785"/>
              <a:gd name="connsiteX41001" fmla="*/ 1585532 w 3114960"/>
              <a:gd name="connsiteY41001" fmla="*/ 3805333 h 5143785"/>
              <a:gd name="connsiteX41002" fmla="*/ 1584293 w 3114960"/>
              <a:gd name="connsiteY41002" fmla="*/ 3806571 h 5143785"/>
              <a:gd name="connsiteX41003" fmla="*/ 1564005 w 3114960"/>
              <a:gd name="connsiteY41003" fmla="*/ 3806571 h 5143785"/>
              <a:gd name="connsiteX41004" fmla="*/ 1562767 w 3114960"/>
              <a:gd name="connsiteY41004" fmla="*/ 3805333 h 5143785"/>
              <a:gd name="connsiteX41005" fmla="*/ 1562767 w 3114960"/>
              <a:gd name="connsiteY41005" fmla="*/ 3797713 h 5143785"/>
              <a:gd name="connsiteX41006" fmla="*/ 1564005 w 3114960"/>
              <a:gd name="connsiteY41006" fmla="*/ 3796475 h 5143785"/>
              <a:gd name="connsiteX41007" fmla="*/ 1584293 w 3114960"/>
              <a:gd name="connsiteY41007" fmla="*/ 3796475 h 5143785"/>
              <a:gd name="connsiteX41008" fmla="*/ 1585532 w 3114960"/>
              <a:gd name="connsiteY41008" fmla="*/ 3797713 h 5143785"/>
              <a:gd name="connsiteX41009" fmla="*/ 1585532 w 3114960"/>
              <a:gd name="connsiteY41009" fmla="*/ 3805333 h 5143785"/>
              <a:gd name="connsiteX41010" fmla="*/ 1044512 w 3114960"/>
              <a:gd name="connsiteY41010" fmla="*/ 3194018 h 5143785"/>
              <a:gd name="connsiteX41011" fmla="*/ 979265 w 3114960"/>
              <a:gd name="connsiteY41011" fmla="*/ 3193733 h 5143785"/>
              <a:gd name="connsiteX41012" fmla="*/ 973550 w 3114960"/>
              <a:gd name="connsiteY41012" fmla="*/ 3183350 h 5143785"/>
              <a:gd name="connsiteX41013" fmla="*/ 953548 w 3114960"/>
              <a:gd name="connsiteY41013" fmla="*/ 3186398 h 5143785"/>
              <a:gd name="connsiteX41014" fmla="*/ 951071 w 3114960"/>
              <a:gd name="connsiteY41014" fmla="*/ 3192494 h 5143785"/>
              <a:gd name="connsiteX41015" fmla="*/ 528447 w 3114960"/>
              <a:gd name="connsiteY41015" fmla="*/ 3192494 h 5143785"/>
              <a:gd name="connsiteX41016" fmla="*/ 480536 w 3114960"/>
              <a:gd name="connsiteY41016" fmla="*/ 3138773 h 5143785"/>
              <a:gd name="connsiteX41017" fmla="*/ 480536 w 3114960"/>
              <a:gd name="connsiteY41017" fmla="*/ 3030379 h 5143785"/>
              <a:gd name="connsiteX41018" fmla="*/ 485394 w 3114960"/>
              <a:gd name="connsiteY41018" fmla="*/ 3030379 h 5143785"/>
              <a:gd name="connsiteX41019" fmla="*/ 492252 w 3114960"/>
              <a:gd name="connsiteY41019" fmla="*/ 3023521 h 5143785"/>
              <a:gd name="connsiteX41020" fmla="*/ 492252 w 3114960"/>
              <a:gd name="connsiteY41020" fmla="*/ 3009138 h 5143785"/>
              <a:gd name="connsiteX41021" fmla="*/ 485394 w 3114960"/>
              <a:gd name="connsiteY41021" fmla="*/ 3002280 h 5143785"/>
              <a:gd name="connsiteX41022" fmla="*/ 480536 w 3114960"/>
              <a:gd name="connsiteY41022" fmla="*/ 3002280 h 5143785"/>
              <a:gd name="connsiteX41023" fmla="*/ 480536 w 3114960"/>
              <a:gd name="connsiteY41023" fmla="*/ 2963228 h 5143785"/>
              <a:gd name="connsiteX41024" fmla="*/ 385096 w 3114960"/>
              <a:gd name="connsiteY41024" fmla="*/ 2869121 h 5143785"/>
              <a:gd name="connsiteX41025" fmla="*/ 383762 w 3114960"/>
              <a:gd name="connsiteY41025" fmla="*/ 2859881 h 5143785"/>
              <a:gd name="connsiteX41026" fmla="*/ 370808 w 3114960"/>
              <a:gd name="connsiteY41026" fmla="*/ 2858738 h 5143785"/>
              <a:gd name="connsiteX41027" fmla="*/ 369665 w 3114960"/>
              <a:gd name="connsiteY41027" fmla="*/ 2871692 h 5143785"/>
              <a:gd name="connsiteX41028" fmla="*/ 382334 w 3114960"/>
              <a:gd name="connsiteY41028" fmla="*/ 2873026 h 5143785"/>
              <a:gd name="connsiteX41029" fmla="*/ 475869 w 3114960"/>
              <a:gd name="connsiteY41029" fmla="*/ 2965228 h 5143785"/>
              <a:gd name="connsiteX41030" fmla="*/ 475869 w 3114960"/>
              <a:gd name="connsiteY41030" fmla="*/ 3002280 h 5143785"/>
              <a:gd name="connsiteX41031" fmla="*/ 471011 w 3114960"/>
              <a:gd name="connsiteY41031" fmla="*/ 3002280 h 5143785"/>
              <a:gd name="connsiteX41032" fmla="*/ 464153 w 3114960"/>
              <a:gd name="connsiteY41032" fmla="*/ 3009138 h 5143785"/>
              <a:gd name="connsiteX41033" fmla="*/ 464153 w 3114960"/>
              <a:gd name="connsiteY41033" fmla="*/ 3023521 h 5143785"/>
              <a:gd name="connsiteX41034" fmla="*/ 471011 w 3114960"/>
              <a:gd name="connsiteY41034" fmla="*/ 3030379 h 5143785"/>
              <a:gd name="connsiteX41035" fmla="*/ 475869 w 3114960"/>
              <a:gd name="connsiteY41035" fmla="*/ 3030379 h 5143785"/>
              <a:gd name="connsiteX41036" fmla="*/ 475869 w 3114960"/>
              <a:gd name="connsiteY41036" fmla="*/ 3140678 h 5143785"/>
              <a:gd name="connsiteX41037" fmla="*/ 526447 w 3114960"/>
              <a:gd name="connsiteY41037" fmla="*/ 3197352 h 5143785"/>
              <a:gd name="connsiteX41038" fmla="*/ 951167 w 3114960"/>
              <a:gd name="connsiteY41038" fmla="*/ 3197352 h 5143785"/>
              <a:gd name="connsiteX41039" fmla="*/ 956786 w 3114960"/>
              <a:gd name="connsiteY41039" fmla="*/ 3206496 h 5143785"/>
              <a:gd name="connsiteX41040" fmla="*/ 976789 w 3114960"/>
              <a:gd name="connsiteY41040" fmla="*/ 3203448 h 5143785"/>
              <a:gd name="connsiteX41041" fmla="*/ 979361 w 3114960"/>
              <a:gd name="connsiteY41041" fmla="*/ 3196209 h 5143785"/>
              <a:gd name="connsiteX41042" fmla="*/ 1045083 w 3114960"/>
              <a:gd name="connsiteY41042" fmla="*/ 3196495 h 5143785"/>
              <a:gd name="connsiteX41043" fmla="*/ 1045464 w 3114960"/>
              <a:gd name="connsiteY41043" fmla="*/ 3196495 h 5143785"/>
              <a:gd name="connsiteX41044" fmla="*/ 1151763 w 3114960"/>
              <a:gd name="connsiteY41044" fmla="*/ 3112008 h 5143785"/>
              <a:gd name="connsiteX41045" fmla="*/ 1151763 w 3114960"/>
              <a:gd name="connsiteY41045" fmla="*/ 3111818 h 5143785"/>
              <a:gd name="connsiteX41046" fmla="*/ 1155383 w 3114960"/>
              <a:gd name="connsiteY41046" fmla="*/ 3111818 h 5143785"/>
              <a:gd name="connsiteX41047" fmla="*/ 1156240 w 3114960"/>
              <a:gd name="connsiteY41047" fmla="*/ 3107150 h 5143785"/>
              <a:gd name="connsiteX41048" fmla="*/ 1151573 w 3114960"/>
              <a:gd name="connsiteY41048" fmla="*/ 3106293 h 5143785"/>
              <a:gd name="connsiteX41049" fmla="*/ 1150430 w 3114960"/>
              <a:gd name="connsiteY41049" fmla="*/ 3110389 h 5143785"/>
              <a:gd name="connsiteX41050" fmla="*/ 1150239 w 3114960"/>
              <a:gd name="connsiteY41050" fmla="*/ 3110198 h 5143785"/>
              <a:gd name="connsiteX41051" fmla="*/ 1044607 w 3114960"/>
              <a:gd name="connsiteY41051" fmla="*/ 3194209 h 5143785"/>
              <a:gd name="connsiteX41052" fmla="*/ 470916 w 3114960"/>
              <a:gd name="connsiteY41052" fmla="*/ 3025712 h 5143785"/>
              <a:gd name="connsiteX41053" fmla="*/ 468821 w 3114960"/>
              <a:gd name="connsiteY41053" fmla="*/ 3023616 h 5143785"/>
              <a:gd name="connsiteX41054" fmla="*/ 468821 w 3114960"/>
              <a:gd name="connsiteY41054" fmla="*/ 3009234 h 5143785"/>
              <a:gd name="connsiteX41055" fmla="*/ 470916 w 3114960"/>
              <a:gd name="connsiteY41055" fmla="*/ 3007138 h 5143785"/>
              <a:gd name="connsiteX41056" fmla="*/ 485299 w 3114960"/>
              <a:gd name="connsiteY41056" fmla="*/ 3007138 h 5143785"/>
              <a:gd name="connsiteX41057" fmla="*/ 487394 w 3114960"/>
              <a:gd name="connsiteY41057" fmla="*/ 3009234 h 5143785"/>
              <a:gd name="connsiteX41058" fmla="*/ 487394 w 3114960"/>
              <a:gd name="connsiteY41058" fmla="*/ 3023616 h 5143785"/>
              <a:gd name="connsiteX41059" fmla="*/ 485299 w 3114960"/>
              <a:gd name="connsiteY41059" fmla="*/ 3025712 h 5143785"/>
              <a:gd name="connsiteX41060" fmla="*/ 470916 w 3114960"/>
              <a:gd name="connsiteY41060" fmla="*/ 3025712 h 5143785"/>
              <a:gd name="connsiteX41061" fmla="*/ 974503 w 3114960"/>
              <a:gd name="connsiteY41061" fmla="*/ 3201924 h 5143785"/>
              <a:gd name="connsiteX41062" fmla="*/ 966883 w 3114960"/>
              <a:gd name="connsiteY41062" fmla="*/ 3206592 h 5143785"/>
              <a:gd name="connsiteX41063" fmla="*/ 958215 w 3114960"/>
              <a:gd name="connsiteY41063" fmla="*/ 3204496 h 5143785"/>
              <a:gd name="connsiteX41064" fmla="*/ 953548 w 3114960"/>
              <a:gd name="connsiteY41064" fmla="*/ 3196876 h 5143785"/>
              <a:gd name="connsiteX41065" fmla="*/ 953452 w 3114960"/>
              <a:gd name="connsiteY41065" fmla="*/ 3195066 h 5143785"/>
              <a:gd name="connsiteX41066" fmla="*/ 955739 w 3114960"/>
              <a:gd name="connsiteY41066" fmla="*/ 3188208 h 5143785"/>
              <a:gd name="connsiteX41067" fmla="*/ 972122 w 3114960"/>
              <a:gd name="connsiteY41067" fmla="*/ 3185732 h 5143785"/>
              <a:gd name="connsiteX41068" fmla="*/ 974598 w 3114960"/>
              <a:gd name="connsiteY41068" fmla="*/ 3202115 h 5143785"/>
              <a:gd name="connsiteX41069" fmla="*/ 972122 w 3114960"/>
              <a:gd name="connsiteY41069" fmla="*/ 3194971 h 5143785"/>
              <a:gd name="connsiteX41070" fmla="*/ 965073 w 3114960"/>
              <a:gd name="connsiteY41070" fmla="*/ 3202019 h 5143785"/>
              <a:gd name="connsiteX41071" fmla="*/ 958025 w 3114960"/>
              <a:gd name="connsiteY41071" fmla="*/ 3194971 h 5143785"/>
              <a:gd name="connsiteX41072" fmla="*/ 965073 w 3114960"/>
              <a:gd name="connsiteY41072" fmla="*/ 3187922 h 5143785"/>
              <a:gd name="connsiteX41073" fmla="*/ 972122 w 3114960"/>
              <a:gd name="connsiteY41073" fmla="*/ 3194971 h 5143785"/>
              <a:gd name="connsiteX41074" fmla="*/ 268415 w 3114960"/>
              <a:gd name="connsiteY41074" fmla="*/ 3191066 h 5143785"/>
              <a:gd name="connsiteX41075" fmla="*/ 268415 w 3114960"/>
              <a:gd name="connsiteY41075" fmla="*/ 3172301 h 5143785"/>
              <a:gd name="connsiteX41076" fmla="*/ 272225 w 3114960"/>
              <a:gd name="connsiteY41076" fmla="*/ 3168492 h 5143785"/>
              <a:gd name="connsiteX41077" fmla="*/ 290989 w 3114960"/>
              <a:gd name="connsiteY41077" fmla="*/ 3168492 h 5143785"/>
              <a:gd name="connsiteX41078" fmla="*/ 294799 w 3114960"/>
              <a:gd name="connsiteY41078" fmla="*/ 3172301 h 5143785"/>
              <a:gd name="connsiteX41079" fmla="*/ 294799 w 3114960"/>
              <a:gd name="connsiteY41079" fmla="*/ 3191066 h 5143785"/>
              <a:gd name="connsiteX41080" fmla="*/ 290989 w 3114960"/>
              <a:gd name="connsiteY41080" fmla="*/ 3194876 h 5143785"/>
              <a:gd name="connsiteX41081" fmla="*/ 272225 w 3114960"/>
              <a:gd name="connsiteY41081" fmla="*/ 3194876 h 5143785"/>
              <a:gd name="connsiteX41082" fmla="*/ 268415 w 3114960"/>
              <a:gd name="connsiteY41082" fmla="*/ 3191066 h 5143785"/>
              <a:gd name="connsiteX41083" fmla="*/ 997553 w 3114960"/>
              <a:gd name="connsiteY41083" fmla="*/ 3226022 h 5143785"/>
              <a:gd name="connsiteX41084" fmla="*/ 990505 w 3114960"/>
              <a:gd name="connsiteY41084" fmla="*/ 3233071 h 5143785"/>
              <a:gd name="connsiteX41085" fmla="*/ 983456 w 3114960"/>
              <a:gd name="connsiteY41085" fmla="*/ 3226022 h 5143785"/>
              <a:gd name="connsiteX41086" fmla="*/ 990505 w 3114960"/>
              <a:gd name="connsiteY41086" fmla="*/ 3218974 h 5143785"/>
              <a:gd name="connsiteX41087" fmla="*/ 997553 w 3114960"/>
              <a:gd name="connsiteY41087" fmla="*/ 3226022 h 5143785"/>
              <a:gd name="connsiteX41088" fmla="*/ 895350 w 3114960"/>
              <a:gd name="connsiteY41088" fmla="*/ 3228404 h 5143785"/>
              <a:gd name="connsiteX41089" fmla="*/ 895350 w 3114960"/>
              <a:gd name="connsiteY41089" fmla="*/ 3223641 h 5143785"/>
              <a:gd name="connsiteX41090" fmla="*/ 913352 w 3114960"/>
              <a:gd name="connsiteY41090" fmla="*/ 3223641 h 5143785"/>
              <a:gd name="connsiteX41091" fmla="*/ 913352 w 3114960"/>
              <a:gd name="connsiteY41091" fmla="*/ 3228404 h 5143785"/>
              <a:gd name="connsiteX41092" fmla="*/ 895350 w 3114960"/>
              <a:gd name="connsiteY41092" fmla="*/ 3228404 h 5143785"/>
              <a:gd name="connsiteX41093" fmla="*/ 999077 w 3114960"/>
              <a:gd name="connsiteY41093" fmla="*/ 3214402 h 5143785"/>
              <a:gd name="connsiteX41094" fmla="*/ 979075 w 3114960"/>
              <a:gd name="connsiteY41094" fmla="*/ 3217450 h 5143785"/>
              <a:gd name="connsiteX41095" fmla="*/ 976598 w 3114960"/>
              <a:gd name="connsiteY41095" fmla="*/ 3223546 h 5143785"/>
              <a:gd name="connsiteX41096" fmla="*/ 967359 w 3114960"/>
              <a:gd name="connsiteY41096" fmla="*/ 3223546 h 5143785"/>
              <a:gd name="connsiteX41097" fmla="*/ 967359 w 3114960"/>
              <a:gd name="connsiteY41097" fmla="*/ 3228309 h 5143785"/>
              <a:gd name="connsiteX41098" fmla="*/ 976503 w 3114960"/>
              <a:gd name="connsiteY41098" fmla="*/ 3228309 h 5143785"/>
              <a:gd name="connsiteX41099" fmla="*/ 982123 w 3114960"/>
              <a:gd name="connsiteY41099" fmla="*/ 3237452 h 5143785"/>
              <a:gd name="connsiteX41100" fmla="*/ 1002125 w 3114960"/>
              <a:gd name="connsiteY41100" fmla="*/ 3234404 h 5143785"/>
              <a:gd name="connsiteX41101" fmla="*/ 1004888 w 3114960"/>
              <a:gd name="connsiteY41101" fmla="*/ 3225927 h 5143785"/>
              <a:gd name="connsiteX41102" fmla="*/ 1004888 w 3114960"/>
              <a:gd name="connsiteY41102" fmla="*/ 3227070 h 5143785"/>
              <a:gd name="connsiteX41103" fmla="*/ 1053656 w 3114960"/>
              <a:gd name="connsiteY41103" fmla="*/ 3226880 h 5143785"/>
              <a:gd name="connsiteX41104" fmla="*/ 1054037 w 3114960"/>
              <a:gd name="connsiteY41104" fmla="*/ 3226880 h 5143785"/>
              <a:gd name="connsiteX41105" fmla="*/ 1154335 w 3114960"/>
              <a:gd name="connsiteY41105" fmla="*/ 3150584 h 5143785"/>
              <a:gd name="connsiteX41106" fmla="*/ 1155573 w 3114960"/>
              <a:gd name="connsiteY41106" fmla="*/ 3150870 h 5143785"/>
              <a:gd name="connsiteX41107" fmla="*/ 1159002 w 3114960"/>
              <a:gd name="connsiteY41107" fmla="*/ 3147632 h 5143785"/>
              <a:gd name="connsiteX41108" fmla="*/ 1155764 w 3114960"/>
              <a:gd name="connsiteY41108" fmla="*/ 3144203 h 5143785"/>
              <a:gd name="connsiteX41109" fmla="*/ 1152335 w 3114960"/>
              <a:gd name="connsiteY41109" fmla="*/ 3147441 h 5143785"/>
              <a:gd name="connsiteX41110" fmla="*/ 1152716 w 3114960"/>
              <a:gd name="connsiteY41110" fmla="*/ 3148965 h 5143785"/>
              <a:gd name="connsiteX41111" fmla="*/ 1053275 w 3114960"/>
              <a:gd name="connsiteY41111" fmla="*/ 3224594 h 5143785"/>
              <a:gd name="connsiteX41112" fmla="*/ 1004888 w 3114960"/>
              <a:gd name="connsiteY41112" fmla="*/ 3224784 h 5143785"/>
              <a:gd name="connsiteX41113" fmla="*/ 1004888 w 3114960"/>
              <a:gd name="connsiteY41113" fmla="*/ 3225927 h 5143785"/>
              <a:gd name="connsiteX41114" fmla="*/ 999077 w 3114960"/>
              <a:gd name="connsiteY41114" fmla="*/ 3214402 h 5143785"/>
              <a:gd name="connsiteX41115" fmla="*/ 1000030 w 3114960"/>
              <a:gd name="connsiteY41115" fmla="*/ 3232880 h 5143785"/>
              <a:gd name="connsiteX41116" fmla="*/ 992410 w 3114960"/>
              <a:gd name="connsiteY41116" fmla="*/ 3237548 h 5143785"/>
              <a:gd name="connsiteX41117" fmla="*/ 983742 w 3114960"/>
              <a:gd name="connsiteY41117" fmla="*/ 3235452 h 5143785"/>
              <a:gd name="connsiteX41118" fmla="*/ 979075 w 3114960"/>
              <a:gd name="connsiteY41118" fmla="*/ 3227832 h 5143785"/>
              <a:gd name="connsiteX41119" fmla="*/ 978979 w 3114960"/>
              <a:gd name="connsiteY41119" fmla="*/ 3226022 h 5143785"/>
              <a:gd name="connsiteX41120" fmla="*/ 981266 w 3114960"/>
              <a:gd name="connsiteY41120" fmla="*/ 3219164 h 5143785"/>
              <a:gd name="connsiteX41121" fmla="*/ 997649 w 3114960"/>
              <a:gd name="connsiteY41121" fmla="*/ 3216688 h 5143785"/>
              <a:gd name="connsiteX41122" fmla="*/ 1000125 w 3114960"/>
              <a:gd name="connsiteY41122" fmla="*/ 3233071 h 5143785"/>
              <a:gd name="connsiteX41123" fmla="*/ 1815751 w 3114960"/>
              <a:gd name="connsiteY41123" fmla="*/ 3410141 h 5143785"/>
              <a:gd name="connsiteX41124" fmla="*/ 1805559 w 3114960"/>
              <a:gd name="connsiteY41124" fmla="*/ 3410141 h 5143785"/>
              <a:gd name="connsiteX41125" fmla="*/ 1805559 w 3114960"/>
              <a:gd name="connsiteY41125" fmla="*/ 3405378 h 5143785"/>
              <a:gd name="connsiteX41126" fmla="*/ 1815751 w 3114960"/>
              <a:gd name="connsiteY41126" fmla="*/ 3405378 h 5143785"/>
              <a:gd name="connsiteX41127" fmla="*/ 1815751 w 3114960"/>
              <a:gd name="connsiteY41127" fmla="*/ 3410141 h 5143785"/>
              <a:gd name="connsiteX41128" fmla="*/ 931354 w 3114960"/>
              <a:gd name="connsiteY41128" fmla="*/ 3228404 h 5143785"/>
              <a:gd name="connsiteX41129" fmla="*/ 931354 w 3114960"/>
              <a:gd name="connsiteY41129" fmla="*/ 3223641 h 5143785"/>
              <a:gd name="connsiteX41130" fmla="*/ 949357 w 3114960"/>
              <a:gd name="connsiteY41130" fmla="*/ 3223641 h 5143785"/>
              <a:gd name="connsiteX41131" fmla="*/ 949357 w 3114960"/>
              <a:gd name="connsiteY41131" fmla="*/ 3228404 h 5143785"/>
              <a:gd name="connsiteX41132" fmla="*/ 931354 w 3114960"/>
              <a:gd name="connsiteY41132" fmla="*/ 3228404 h 5143785"/>
              <a:gd name="connsiteX41133" fmla="*/ 1251299 w 3114960"/>
              <a:gd name="connsiteY41133" fmla="*/ 3056668 h 5143785"/>
              <a:gd name="connsiteX41134" fmla="*/ 1238631 w 3114960"/>
              <a:gd name="connsiteY41134" fmla="*/ 3069336 h 5143785"/>
              <a:gd name="connsiteX41135" fmla="*/ 1225963 w 3114960"/>
              <a:gd name="connsiteY41135" fmla="*/ 3056668 h 5143785"/>
              <a:gd name="connsiteX41136" fmla="*/ 1238631 w 3114960"/>
              <a:gd name="connsiteY41136" fmla="*/ 3044000 h 5143785"/>
              <a:gd name="connsiteX41137" fmla="*/ 1251299 w 3114960"/>
              <a:gd name="connsiteY41137" fmla="*/ 3056668 h 5143785"/>
              <a:gd name="connsiteX41138" fmla="*/ 997649 w 3114960"/>
              <a:gd name="connsiteY41138" fmla="*/ 3039904 h 5143785"/>
              <a:gd name="connsiteX41139" fmla="*/ 990600 w 3114960"/>
              <a:gd name="connsiteY41139" fmla="*/ 3046952 h 5143785"/>
              <a:gd name="connsiteX41140" fmla="*/ 983552 w 3114960"/>
              <a:gd name="connsiteY41140" fmla="*/ 3039904 h 5143785"/>
              <a:gd name="connsiteX41141" fmla="*/ 990600 w 3114960"/>
              <a:gd name="connsiteY41141" fmla="*/ 3032855 h 5143785"/>
              <a:gd name="connsiteX41142" fmla="*/ 997649 w 3114960"/>
              <a:gd name="connsiteY41142" fmla="*/ 3039904 h 5143785"/>
              <a:gd name="connsiteX41143" fmla="*/ 1581341 w 3114960"/>
              <a:gd name="connsiteY41143" fmla="*/ 3243548 h 5143785"/>
              <a:gd name="connsiteX41144" fmla="*/ 1590008 w 3114960"/>
              <a:gd name="connsiteY41144" fmla="*/ 3247073 h 5143785"/>
              <a:gd name="connsiteX41145" fmla="*/ 1602296 w 3114960"/>
              <a:gd name="connsiteY41145" fmla="*/ 3234785 h 5143785"/>
              <a:gd name="connsiteX41146" fmla="*/ 1590008 w 3114960"/>
              <a:gd name="connsiteY41146" fmla="*/ 3222498 h 5143785"/>
              <a:gd name="connsiteX41147" fmla="*/ 1577721 w 3114960"/>
              <a:gd name="connsiteY41147" fmla="*/ 3234785 h 5143785"/>
              <a:gd name="connsiteX41148" fmla="*/ 1578674 w 3114960"/>
              <a:gd name="connsiteY41148" fmla="*/ 3239548 h 5143785"/>
              <a:gd name="connsiteX41149" fmla="*/ 1572387 w 3114960"/>
              <a:gd name="connsiteY41149" fmla="*/ 3245072 h 5143785"/>
              <a:gd name="connsiteX41150" fmla="*/ 1572387 w 3114960"/>
              <a:gd name="connsiteY41150" fmla="*/ 3280124 h 5143785"/>
              <a:gd name="connsiteX41151" fmla="*/ 1562481 w 3114960"/>
              <a:gd name="connsiteY41151" fmla="*/ 3291935 h 5143785"/>
              <a:gd name="connsiteX41152" fmla="*/ 1574768 w 3114960"/>
              <a:gd name="connsiteY41152" fmla="*/ 3304223 h 5143785"/>
              <a:gd name="connsiteX41153" fmla="*/ 1587056 w 3114960"/>
              <a:gd name="connsiteY41153" fmla="*/ 3291935 h 5143785"/>
              <a:gd name="connsiteX41154" fmla="*/ 1577150 w 3114960"/>
              <a:gd name="connsiteY41154" fmla="*/ 3280124 h 5143785"/>
              <a:gd name="connsiteX41155" fmla="*/ 1577150 w 3114960"/>
              <a:gd name="connsiteY41155" fmla="*/ 3247263 h 5143785"/>
              <a:gd name="connsiteX41156" fmla="*/ 1581341 w 3114960"/>
              <a:gd name="connsiteY41156" fmla="*/ 3243548 h 5143785"/>
              <a:gd name="connsiteX41157" fmla="*/ 1590008 w 3114960"/>
              <a:gd name="connsiteY41157" fmla="*/ 3227261 h 5143785"/>
              <a:gd name="connsiteX41158" fmla="*/ 1597533 w 3114960"/>
              <a:gd name="connsiteY41158" fmla="*/ 3234785 h 5143785"/>
              <a:gd name="connsiteX41159" fmla="*/ 1590008 w 3114960"/>
              <a:gd name="connsiteY41159" fmla="*/ 3242310 h 5143785"/>
              <a:gd name="connsiteX41160" fmla="*/ 1582484 w 3114960"/>
              <a:gd name="connsiteY41160" fmla="*/ 3234785 h 5143785"/>
              <a:gd name="connsiteX41161" fmla="*/ 1590008 w 3114960"/>
              <a:gd name="connsiteY41161" fmla="*/ 3227261 h 5143785"/>
              <a:gd name="connsiteX41162" fmla="*/ 1582293 w 3114960"/>
              <a:gd name="connsiteY41162" fmla="*/ 3292030 h 5143785"/>
              <a:gd name="connsiteX41163" fmla="*/ 1574768 w 3114960"/>
              <a:gd name="connsiteY41163" fmla="*/ 3299555 h 5143785"/>
              <a:gd name="connsiteX41164" fmla="*/ 1567244 w 3114960"/>
              <a:gd name="connsiteY41164" fmla="*/ 3292030 h 5143785"/>
              <a:gd name="connsiteX41165" fmla="*/ 1574768 w 3114960"/>
              <a:gd name="connsiteY41165" fmla="*/ 3284506 h 5143785"/>
              <a:gd name="connsiteX41166" fmla="*/ 1582293 w 3114960"/>
              <a:gd name="connsiteY41166" fmla="*/ 3292030 h 5143785"/>
              <a:gd name="connsiteX41167" fmla="*/ 266891 w 3114960"/>
              <a:gd name="connsiteY41167" fmla="*/ 3199638 h 5143785"/>
              <a:gd name="connsiteX41168" fmla="*/ 296513 w 3114960"/>
              <a:gd name="connsiteY41168" fmla="*/ 3199638 h 5143785"/>
              <a:gd name="connsiteX41169" fmla="*/ 299657 w 3114960"/>
              <a:gd name="connsiteY41169" fmla="*/ 3196495 h 5143785"/>
              <a:gd name="connsiteX41170" fmla="*/ 299657 w 3114960"/>
              <a:gd name="connsiteY41170" fmla="*/ 3166872 h 5143785"/>
              <a:gd name="connsiteX41171" fmla="*/ 296513 w 3114960"/>
              <a:gd name="connsiteY41171" fmla="*/ 3163729 h 5143785"/>
              <a:gd name="connsiteX41172" fmla="*/ 266891 w 3114960"/>
              <a:gd name="connsiteY41172" fmla="*/ 3163729 h 5143785"/>
              <a:gd name="connsiteX41173" fmla="*/ 265652 w 3114960"/>
              <a:gd name="connsiteY41173" fmla="*/ 3164300 h 5143785"/>
              <a:gd name="connsiteX41174" fmla="*/ 203359 w 3114960"/>
              <a:gd name="connsiteY41174" fmla="*/ 3103245 h 5143785"/>
              <a:gd name="connsiteX41175" fmla="*/ 61627 w 3114960"/>
              <a:gd name="connsiteY41175" fmla="*/ 3103245 h 5143785"/>
              <a:gd name="connsiteX41176" fmla="*/ 10478 w 3114960"/>
              <a:gd name="connsiteY41176" fmla="*/ 3049524 h 5143785"/>
              <a:gd name="connsiteX41177" fmla="*/ 9811 w 3114960"/>
              <a:gd name="connsiteY41177" fmla="*/ 3048762 h 5143785"/>
              <a:gd name="connsiteX41178" fmla="*/ 95 w 3114960"/>
              <a:gd name="connsiteY41178" fmla="*/ 3048762 h 5143785"/>
              <a:gd name="connsiteX41179" fmla="*/ 95 w 3114960"/>
              <a:gd name="connsiteY41179" fmla="*/ 3053429 h 5143785"/>
              <a:gd name="connsiteX41180" fmla="*/ 7811 w 3114960"/>
              <a:gd name="connsiteY41180" fmla="*/ 3053429 h 5143785"/>
              <a:gd name="connsiteX41181" fmla="*/ 58960 w 3114960"/>
              <a:gd name="connsiteY41181" fmla="*/ 3107246 h 5143785"/>
              <a:gd name="connsiteX41182" fmla="*/ 59627 w 3114960"/>
              <a:gd name="connsiteY41182" fmla="*/ 3108008 h 5143785"/>
              <a:gd name="connsiteX41183" fmla="*/ 201358 w 3114960"/>
              <a:gd name="connsiteY41183" fmla="*/ 3108008 h 5143785"/>
              <a:gd name="connsiteX41184" fmla="*/ 263271 w 3114960"/>
              <a:gd name="connsiteY41184" fmla="*/ 3168587 h 5143785"/>
              <a:gd name="connsiteX41185" fmla="*/ 263747 w 3114960"/>
              <a:gd name="connsiteY41185" fmla="*/ 3168110 h 5143785"/>
              <a:gd name="connsiteX41186" fmla="*/ 263747 w 3114960"/>
              <a:gd name="connsiteY41186" fmla="*/ 3196495 h 5143785"/>
              <a:gd name="connsiteX41187" fmla="*/ 266891 w 3114960"/>
              <a:gd name="connsiteY41187" fmla="*/ 3199638 h 5143785"/>
              <a:gd name="connsiteX41188" fmla="*/ 266129 w 3114960"/>
              <a:gd name="connsiteY41188" fmla="*/ 3166872 h 5143785"/>
              <a:gd name="connsiteX41189" fmla="*/ 266891 w 3114960"/>
              <a:gd name="connsiteY41189" fmla="*/ 3166110 h 5143785"/>
              <a:gd name="connsiteX41190" fmla="*/ 296513 w 3114960"/>
              <a:gd name="connsiteY41190" fmla="*/ 3166110 h 5143785"/>
              <a:gd name="connsiteX41191" fmla="*/ 297275 w 3114960"/>
              <a:gd name="connsiteY41191" fmla="*/ 3166872 h 5143785"/>
              <a:gd name="connsiteX41192" fmla="*/ 297275 w 3114960"/>
              <a:gd name="connsiteY41192" fmla="*/ 3196495 h 5143785"/>
              <a:gd name="connsiteX41193" fmla="*/ 296513 w 3114960"/>
              <a:gd name="connsiteY41193" fmla="*/ 3197257 h 5143785"/>
              <a:gd name="connsiteX41194" fmla="*/ 266891 w 3114960"/>
              <a:gd name="connsiteY41194" fmla="*/ 3197257 h 5143785"/>
              <a:gd name="connsiteX41195" fmla="*/ 266129 w 3114960"/>
              <a:gd name="connsiteY41195" fmla="*/ 3196495 h 5143785"/>
              <a:gd name="connsiteX41196" fmla="*/ 266129 w 3114960"/>
              <a:gd name="connsiteY41196" fmla="*/ 3166872 h 5143785"/>
              <a:gd name="connsiteX41197" fmla="*/ 483965 w 3114960"/>
              <a:gd name="connsiteY41197" fmla="*/ 3013043 h 5143785"/>
              <a:gd name="connsiteX41198" fmla="*/ 483965 w 3114960"/>
              <a:gd name="connsiteY41198" fmla="*/ 3019806 h 5143785"/>
              <a:gd name="connsiteX41199" fmla="*/ 481489 w 3114960"/>
              <a:gd name="connsiteY41199" fmla="*/ 3022283 h 5143785"/>
              <a:gd name="connsiteX41200" fmla="*/ 474726 w 3114960"/>
              <a:gd name="connsiteY41200" fmla="*/ 3022283 h 5143785"/>
              <a:gd name="connsiteX41201" fmla="*/ 472250 w 3114960"/>
              <a:gd name="connsiteY41201" fmla="*/ 3019806 h 5143785"/>
              <a:gd name="connsiteX41202" fmla="*/ 472250 w 3114960"/>
              <a:gd name="connsiteY41202" fmla="*/ 3013043 h 5143785"/>
              <a:gd name="connsiteX41203" fmla="*/ 474726 w 3114960"/>
              <a:gd name="connsiteY41203" fmla="*/ 3010567 h 5143785"/>
              <a:gd name="connsiteX41204" fmla="*/ 481489 w 3114960"/>
              <a:gd name="connsiteY41204" fmla="*/ 3010567 h 5143785"/>
              <a:gd name="connsiteX41205" fmla="*/ 483965 w 3114960"/>
              <a:gd name="connsiteY41205" fmla="*/ 3013043 h 5143785"/>
              <a:gd name="connsiteX41206" fmla="*/ 362712 w 3114960"/>
              <a:gd name="connsiteY41206" fmla="*/ 3340894 h 5143785"/>
              <a:gd name="connsiteX41207" fmla="*/ 362712 w 3114960"/>
              <a:gd name="connsiteY41207" fmla="*/ 3359658 h 5143785"/>
              <a:gd name="connsiteX41208" fmla="*/ 358902 w 3114960"/>
              <a:gd name="connsiteY41208" fmla="*/ 3363468 h 5143785"/>
              <a:gd name="connsiteX41209" fmla="*/ 340138 w 3114960"/>
              <a:gd name="connsiteY41209" fmla="*/ 3363468 h 5143785"/>
              <a:gd name="connsiteX41210" fmla="*/ 336328 w 3114960"/>
              <a:gd name="connsiteY41210" fmla="*/ 3359658 h 5143785"/>
              <a:gd name="connsiteX41211" fmla="*/ 336328 w 3114960"/>
              <a:gd name="connsiteY41211" fmla="*/ 3340894 h 5143785"/>
              <a:gd name="connsiteX41212" fmla="*/ 340138 w 3114960"/>
              <a:gd name="connsiteY41212" fmla="*/ 3337084 h 5143785"/>
              <a:gd name="connsiteX41213" fmla="*/ 358902 w 3114960"/>
              <a:gd name="connsiteY41213" fmla="*/ 3337084 h 5143785"/>
              <a:gd name="connsiteX41214" fmla="*/ 362712 w 3114960"/>
              <a:gd name="connsiteY41214" fmla="*/ 3340894 h 5143785"/>
              <a:gd name="connsiteX41215" fmla="*/ 1271969 w 3114960"/>
              <a:gd name="connsiteY41215" fmla="*/ 3056954 h 5143785"/>
              <a:gd name="connsiteX41216" fmla="*/ 1406366 w 3114960"/>
              <a:gd name="connsiteY41216" fmla="*/ 2951798 h 5143785"/>
              <a:gd name="connsiteX41217" fmla="*/ 1499330 w 3114960"/>
              <a:gd name="connsiteY41217" fmla="*/ 2951988 h 5143785"/>
              <a:gd name="connsiteX41218" fmla="*/ 1508570 w 3114960"/>
              <a:gd name="connsiteY41218" fmla="*/ 2959418 h 5143785"/>
              <a:gd name="connsiteX41219" fmla="*/ 1518380 w 3114960"/>
              <a:gd name="connsiteY41219" fmla="*/ 2949607 h 5143785"/>
              <a:gd name="connsiteX41220" fmla="*/ 1508570 w 3114960"/>
              <a:gd name="connsiteY41220" fmla="*/ 2939796 h 5143785"/>
              <a:gd name="connsiteX41221" fmla="*/ 1499330 w 3114960"/>
              <a:gd name="connsiteY41221" fmla="*/ 2947226 h 5143785"/>
              <a:gd name="connsiteX41222" fmla="*/ 1404747 w 3114960"/>
              <a:gd name="connsiteY41222" fmla="*/ 2947035 h 5143785"/>
              <a:gd name="connsiteX41223" fmla="*/ 1270254 w 3114960"/>
              <a:gd name="connsiteY41223" fmla="*/ 3052191 h 5143785"/>
              <a:gd name="connsiteX41224" fmla="*/ 1263872 w 3114960"/>
              <a:gd name="connsiteY41224" fmla="*/ 3052191 h 5143785"/>
              <a:gd name="connsiteX41225" fmla="*/ 1253776 w 3114960"/>
              <a:gd name="connsiteY41225" fmla="*/ 3035808 h 5143785"/>
              <a:gd name="connsiteX41226" fmla="*/ 1238536 w 3114960"/>
              <a:gd name="connsiteY41226" fmla="*/ 3030760 h 5143785"/>
              <a:gd name="connsiteX41227" fmla="*/ 1217676 w 3114960"/>
              <a:gd name="connsiteY41227" fmla="*/ 3041333 h 5143785"/>
              <a:gd name="connsiteX41228" fmla="*/ 1223201 w 3114960"/>
              <a:gd name="connsiteY41228" fmla="*/ 3077432 h 5143785"/>
              <a:gd name="connsiteX41229" fmla="*/ 1259300 w 3114960"/>
              <a:gd name="connsiteY41229" fmla="*/ 3071908 h 5143785"/>
              <a:gd name="connsiteX41230" fmla="*/ 1259300 w 3114960"/>
              <a:gd name="connsiteY41230" fmla="*/ 3071908 h 5143785"/>
              <a:gd name="connsiteX41231" fmla="*/ 1263015 w 3114960"/>
              <a:gd name="connsiteY41231" fmla="*/ 3064288 h 5143785"/>
              <a:gd name="connsiteX41232" fmla="*/ 1271588 w 3114960"/>
              <a:gd name="connsiteY41232" fmla="*/ 3064288 h 5143785"/>
              <a:gd name="connsiteX41233" fmla="*/ 1305687 w 3114960"/>
              <a:gd name="connsiteY41233" fmla="*/ 3099149 h 5143785"/>
              <a:gd name="connsiteX41234" fmla="*/ 1305973 w 3114960"/>
              <a:gd name="connsiteY41234" fmla="*/ 3180684 h 5143785"/>
              <a:gd name="connsiteX41235" fmla="*/ 1292638 w 3114960"/>
              <a:gd name="connsiteY41235" fmla="*/ 3195352 h 5143785"/>
              <a:gd name="connsiteX41236" fmla="*/ 1239869 w 3114960"/>
              <a:gd name="connsiteY41236" fmla="*/ 3195352 h 5143785"/>
              <a:gd name="connsiteX41237" fmla="*/ 1231106 w 3114960"/>
              <a:gd name="connsiteY41237" fmla="*/ 3188875 h 5143785"/>
              <a:gd name="connsiteX41238" fmla="*/ 1222534 w 3114960"/>
              <a:gd name="connsiteY41238" fmla="*/ 3198114 h 5143785"/>
              <a:gd name="connsiteX41239" fmla="*/ 1231773 w 3114960"/>
              <a:gd name="connsiteY41239" fmla="*/ 3206687 h 5143785"/>
              <a:gd name="connsiteX41240" fmla="*/ 1239965 w 3114960"/>
              <a:gd name="connsiteY41240" fmla="*/ 3200210 h 5143785"/>
              <a:gd name="connsiteX41241" fmla="*/ 1294828 w 3114960"/>
              <a:gd name="connsiteY41241" fmla="*/ 3200210 h 5143785"/>
              <a:gd name="connsiteX41242" fmla="*/ 1310831 w 3114960"/>
              <a:gd name="connsiteY41242" fmla="*/ 3182493 h 5143785"/>
              <a:gd name="connsiteX41243" fmla="*/ 1310545 w 3114960"/>
              <a:gd name="connsiteY41243" fmla="*/ 3097149 h 5143785"/>
              <a:gd name="connsiteX41244" fmla="*/ 1273778 w 3114960"/>
              <a:gd name="connsiteY41244" fmla="*/ 3059430 h 5143785"/>
              <a:gd name="connsiteX41245" fmla="*/ 1264253 w 3114960"/>
              <a:gd name="connsiteY41245" fmla="*/ 3059430 h 5143785"/>
              <a:gd name="connsiteX41246" fmla="*/ 1264444 w 3114960"/>
              <a:gd name="connsiteY41246" fmla="*/ 3056859 h 5143785"/>
              <a:gd name="connsiteX41247" fmla="*/ 1272064 w 3114960"/>
              <a:gd name="connsiteY41247" fmla="*/ 3056859 h 5143785"/>
              <a:gd name="connsiteX41248" fmla="*/ 1508665 w 3114960"/>
              <a:gd name="connsiteY41248" fmla="*/ 2944559 h 5143785"/>
              <a:gd name="connsiteX41249" fmla="*/ 1513713 w 3114960"/>
              <a:gd name="connsiteY41249" fmla="*/ 2949607 h 5143785"/>
              <a:gd name="connsiteX41250" fmla="*/ 1508665 w 3114960"/>
              <a:gd name="connsiteY41250" fmla="*/ 2954655 h 5143785"/>
              <a:gd name="connsiteX41251" fmla="*/ 1503617 w 3114960"/>
              <a:gd name="connsiteY41251" fmla="*/ 2949607 h 5143785"/>
              <a:gd name="connsiteX41252" fmla="*/ 1508665 w 3114960"/>
              <a:gd name="connsiteY41252" fmla="*/ 2944559 h 5143785"/>
              <a:gd name="connsiteX41253" fmla="*/ 1255586 w 3114960"/>
              <a:gd name="connsiteY41253" fmla="*/ 3069146 h 5143785"/>
              <a:gd name="connsiteX41254" fmla="*/ 1226058 w 3114960"/>
              <a:gd name="connsiteY41254" fmla="*/ 3073622 h 5143785"/>
              <a:gd name="connsiteX41255" fmla="*/ 1217676 w 3114960"/>
              <a:gd name="connsiteY41255" fmla="*/ 3059811 h 5143785"/>
              <a:gd name="connsiteX41256" fmla="*/ 1221486 w 3114960"/>
              <a:gd name="connsiteY41256" fmla="*/ 3044095 h 5143785"/>
              <a:gd name="connsiteX41257" fmla="*/ 1235297 w 3114960"/>
              <a:gd name="connsiteY41257" fmla="*/ 3035713 h 5143785"/>
              <a:gd name="connsiteX41258" fmla="*/ 1250918 w 3114960"/>
              <a:gd name="connsiteY41258" fmla="*/ 3039523 h 5143785"/>
              <a:gd name="connsiteX41259" fmla="*/ 1255490 w 3114960"/>
              <a:gd name="connsiteY41259" fmla="*/ 3069050 h 5143785"/>
              <a:gd name="connsiteX41260" fmla="*/ 2693099 w 3114960"/>
              <a:gd name="connsiteY41260" fmla="*/ 2731484 h 5143785"/>
              <a:gd name="connsiteX41261" fmla="*/ 2693099 w 3114960"/>
              <a:gd name="connsiteY41261" fmla="*/ 2722721 h 5143785"/>
              <a:gd name="connsiteX41262" fmla="*/ 2696242 w 3114960"/>
              <a:gd name="connsiteY41262" fmla="*/ 2719578 h 5143785"/>
              <a:gd name="connsiteX41263" fmla="*/ 2705005 w 3114960"/>
              <a:gd name="connsiteY41263" fmla="*/ 2719578 h 5143785"/>
              <a:gd name="connsiteX41264" fmla="*/ 2708148 w 3114960"/>
              <a:gd name="connsiteY41264" fmla="*/ 2722721 h 5143785"/>
              <a:gd name="connsiteX41265" fmla="*/ 2708148 w 3114960"/>
              <a:gd name="connsiteY41265" fmla="*/ 2731484 h 5143785"/>
              <a:gd name="connsiteX41266" fmla="*/ 2705005 w 3114960"/>
              <a:gd name="connsiteY41266" fmla="*/ 2734628 h 5143785"/>
              <a:gd name="connsiteX41267" fmla="*/ 2696242 w 3114960"/>
              <a:gd name="connsiteY41267" fmla="*/ 2734628 h 5143785"/>
              <a:gd name="connsiteX41268" fmla="*/ 2693099 w 3114960"/>
              <a:gd name="connsiteY41268" fmla="*/ 2731484 h 5143785"/>
              <a:gd name="connsiteX41269" fmla="*/ 1734217 w 3114960"/>
              <a:gd name="connsiteY41269" fmla="*/ 3410141 h 5143785"/>
              <a:gd name="connsiteX41270" fmla="*/ 1724025 w 3114960"/>
              <a:gd name="connsiteY41270" fmla="*/ 3410141 h 5143785"/>
              <a:gd name="connsiteX41271" fmla="*/ 1724025 w 3114960"/>
              <a:gd name="connsiteY41271" fmla="*/ 3405378 h 5143785"/>
              <a:gd name="connsiteX41272" fmla="*/ 1734217 w 3114960"/>
              <a:gd name="connsiteY41272" fmla="*/ 3405378 h 5143785"/>
              <a:gd name="connsiteX41273" fmla="*/ 1734217 w 3114960"/>
              <a:gd name="connsiteY41273" fmla="*/ 3410141 h 5143785"/>
              <a:gd name="connsiteX41274" fmla="*/ 859441 w 3114960"/>
              <a:gd name="connsiteY41274" fmla="*/ 3228404 h 5143785"/>
              <a:gd name="connsiteX41275" fmla="*/ 859441 w 3114960"/>
              <a:gd name="connsiteY41275" fmla="*/ 3223641 h 5143785"/>
              <a:gd name="connsiteX41276" fmla="*/ 877443 w 3114960"/>
              <a:gd name="connsiteY41276" fmla="*/ 3223641 h 5143785"/>
              <a:gd name="connsiteX41277" fmla="*/ 877443 w 3114960"/>
              <a:gd name="connsiteY41277" fmla="*/ 3228404 h 5143785"/>
              <a:gd name="connsiteX41278" fmla="*/ 859441 w 3114960"/>
              <a:gd name="connsiteY41278" fmla="*/ 3228404 h 5143785"/>
              <a:gd name="connsiteX41279" fmla="*/ 320326 w 3114960"/>
              <a:gd name="connsiteY41279" fmla="*/ 3197352 h 5143785"/>
              <a:gd name="connsiteX41280" fmla="*/ 313944 w 3114960"/>
              <a:gd name="connsiteY41280" fmla="*/ 3203734 h 5143785"/>
              <a:gd name="connsiteX41281" fmla="*/ 313944 w 3114960"/>
              <a:gd name="connsiteY41281" fmla="*/ 3230690 h 5143785"/>
              <a:gd name="connsiteX41282" fmla="*/ 320326 w 3114960"/>
              <a:gd name="connsiteY41282" fmla="*/ 3237071 h 5143785"/>
              <a:gd name="connsiteX41283" fmla="*/ 321945 w 3114960"/>
              <a:gd name="connsiteY41283" fmla="*/ 3237071 h 5143785"/>
              <a:gd name="connsiteX41284" fmla="*/ 322231 w 3114960"/>
              <a:gd name="connsiteY41284" fmla="*/ 3273171 h 5143785"/>
              <a:gd name="connsiteX41285" fmla="*/ 331565 w 3114960"/>
              <a:gd name="connsiteY41285" fmla="*/ 3283934 h 5143785"/>
              <a:gd name="connsiteX41286" fmla="*/ 352615 w 3114960"/>
              <a:gd name="connsiteY41286" fmla="*/ 3283934 h 5143785"/>
              <a:gd name="connsiteX41287" fmla="*/ 353663 w 3114960"/>
              <a:gd name="connsiteY41287" fmla="*/ 3286887 h 5143785"/>
              <a:gd name="connsiteX41288" fmla="*/ 360998 w 3114960"/>
              <a:gd name="connsiteY41288" fmla="*/ 3292126 h 5143785"/>
              <a:gd name="connsiteX41289" fmla="*/ 363664 w 3114960"/>
              <a:gd name="connsiteY41289" fmla="*/ 3292412 h 5143785"/>
              <a:gd name="connsiteX41290" fmla="*/ 369856 w 3114960"/>
              <a:gd name="connsiteY41290" fmla="*/ 3290602 h 5143785"/>
              <a:gd name="connsiteX41291" fmla="*/ 375095 w 3114960"/>
              <a:gd name="connsiteY41291" fmla="*/ 3283268 h 5143785"/>
              <a:gd name="connsiteX41292" fmla="*/ 373666 w 3114960"/>
              <a:gd name="connsiteY41292" fmla="*/ 3274409 h 5143785"/>
              <a:gd name="connsiteX41293" fmla="*/ 366332 w 3114960"/>
              <a:gd name="connsiteY41293" fmla="*/ 3269171 h 5143785"/>
              <a:gd name="connsiteX41294" fmla="*/ 357473 w 3114960"/>
              <a:gd name="connsiteY41294" fmla="*/ 3270599 h 5143785"/>
              <a:gd name="connsiteX41295" fmla="*/ 352235 w 3114960"/>
              <a:gd name="connsiteY41295" fmla="*/ 3277934 h 5143785"/>
              <a:gd name="connsiteX41296" fmla="*/ 352235 w 3114960"/>
              <a:gd name="connsiteY41296" fmla="*/ 3279172 h 5143785"/>
              <a:gd name="connsiteX41297" fmla="*/ 333756 w 3114960"/>
              <a:gd name="connsiteY41297" fmla="*/ 3279172 h 5143785"/>
              <a:gd name="connsiteX41298" fmla="*/ 326993 w 3114960"/>
              <a:gd name="connsiteY41298" fmla="*/ 3271266 h 5143785"/>
              <a:gd name="connsiteX41299" fmla="*/ 326708 w 3114960"/>
              <a:gd name="connsiteY41299" fmla="*/ 3236976 h 5143785"/>
              <a:gd name="connsiteX41300" fmla="*/ 328136 w 3114960"/>
              <a:gd name="connsiteY41300" fmla="*/ 3236976 h 5143785"/>
              <a:gd name="connsiteX41301" fmla="*/ 334518 w 3114960"/>
              <a:gd name="connsiteY41301" fmla="*/ 3230594 h 5143785"/>
              <a:gd name="connsiteX41302" fmla="*/ 334518 w 3114960"/>
              <a:gd name="connsiteY41302" fmla="*/ 3203638 h 5143785"/>
              <a:gd name="connsiteX41303" fmla="*/ 328136 w 3114960"/>
              <a:gd name="connsiteY41303" fmla="*/ 3197257 h 5143785"/>
              <a:gd name="connsiteX41304" fmla="*/ 326136 w 3114960"/>
              <a:gd name="connsiteY41304" fmla="*/ 3197257 h 5143785"/>
              <a:gd name="connsiteX41305" fmla="*/ 326136 w 3114960"/>
              <a:gd name="connsiteY41305" fmla="*/ 2984659 h 5143785"/>
              <a:gd name="connsiteX41306" fmla="*/ 287274 w 3114960"/>
              <a:gd name="connsiteY41306" fmla="*/ 2947130 h 5143785"/>
              <a:gd name="connsiteX41307" fmla="*/ 289560 w 3114960"/>
              <a:gd name="connsiteY41307" fmla="*/ 2942559 h 5143785"/>
              <a:gd name="connsiteX41308" fmla="*/ 288131 w 3114960"/>
              <a:gd name="connsiteY41308" fmla="*/ 2933700 h 5143785"/>
              <a:gd name="connsiteX41309" fmla="*/ 271939 w 3114960"/>
              <a:gd name="connsiteY41309" fmla="*/ 2929890 h 5143785"/>
              <a:gd name="connsiteX41310" fmla="*/ 268129 w 3114960"/>
              <a:gd name="connsiteY41310" fmla="*/ 2946083 h 5143785"/>
              <a:gd name="connsiteX41311" fmla="*/ 275463 w 3114960"/>
              <a:gd name="connsiteY41311" fmla="*/ 2951321 h 5143785"/>
              <a:gd name="connsiteX41312" fmla="*/ 278130 w 3114960"/>
              <a:gd name="connsiteY41312" fmla="*/ 2951607 h 5143785"/>
              <a:gd name="connsiteX41313" fmla="*/ 283559 w 3114960"/>
              <a:gd name="connsiteY41313" fmla="*/ 2950178 h 5143785"/>
              <a:gd name="connsiteX41314" fmla="*/ 321374 w 3114960"/>
              <a:gd name="connsiteY41314" fmla="*/ 2986659 h 5143785"/>
              <a:gd name="connsiteX41315" fmla="*/ 321374 w 3114960"/>
              <a:gd name="connsiteY41315" fmla="*/ 3197162 h 5143785"/>
              <a:gd name="connsiteX41316" fmla="*/ 320326 w 3114960"/>
              <a:gd name="connsiteY41316" fmla="*/ 3197162 h 5143785"/>
              <a:gd name="connsiteX41317" fmla="*/ 356902 w 3114960"/>
              <a:gd name="connsiteY41317" fmla="*/ 3278981 h 5143785"/>
              <a:gd name="connsiteX41318" fmla="*/ 360045 w 3114960"/>
              <a:gd name="connsiteY41318" fmla="*/ 3274600 h 5143785"/>
              <a:gd name="connsiteX41319" fmla="*/ 363760 w 3114960"/>
              <a:gd name="connsiteY41319" fmla="*/ 3273552 h 5143785"/>
              <a:gd name="connsiteX41320" fmla="*/ 365379 w 3114960"/>
              <a:gd name="connsiteY41320" fmla="*/ 3273743 h 5143785"/>
              <a:gd name="connsiteX41321" fmla="*/ 369761 w 3114960"/>
              <a:gd name="connsiteY41321" fmla="*/ 3276886 h 5143785"/>
              <a:gd name="connsiteX41322" fmla="*/ 370618 w 3114960"/>
              <a:gd name="connsiteY41322" fmla="*/ 3282125 h 5143785"/>
              <a:gd name="connsiteX41323" fmla="*/ 367475 w 3114960"/>
              <a:gd name="connsiteY41323" fmla="*/ 3286506 h 5143785"/>
              <a:gd name="connsiteX41324" fmla="*/ 362236 w 3114960"/>
              <a:gd name="connsiteY41324" fmla="*/ 3287363 h 5143785"/>
              <a:gd name="connsiteX41325" fmla="*/ 357854 w 3114960"/>
              <a:gd name="connsiteY41325" fmla="*/ 3284220 h 5143785"/>
              <a:gd name="connsiteX41326" fmla="*/ 356997 w 3114960"/>
              <a:gd name="connsiteY41326" fmla="*/ 3278981 h 5143785"/>
              <a:gd name="connsiteX41327" fmla="*/ 284988 w 3114960"/>
              <a:gd name="connsiteY41327" fmla="*/ 2941606 h 5143785"/>
              <a:gd name="connsiteX41328" fmla="*/ 281845 w 3114960"/>
              <a:gd name="connsiteY41328" fmla="*/ 2945987 h 5143785"/>
              <a:gd name="connsiteX41329" fmla="*/ 276606 w 3114960"/>
              <a:gd name="connsiteY41329" fmla="*/ 2946845 h 5143785"/>
              <a:gd name="connsiteX41330" fmla="*/ 272225 w 3114960"/>
              <a:gd name="connsiteY41330" fmla="*/ 2943701 h 5143785"/>
              <a:gd name="connsiteX41331" fmla="*/ 274511 w 3114960"/>
              <a:gd name="connsiteY41331" fmla="*/ 2934081 h 5143785"/>
              <a:gd name="connsiteX41332" fmla="*/ 278225 w 3114960"/>
              <a:gd name="connsiteY41332" fmla="*/ 2933034 h 5143785"/>
              <a:gd name="connsiteX41333" fmla="*/ 284226 w 3114960"/>
              <a:gd name="connsiteY41333" fmla="*/ 2936367 h 5143785"/>
              <a:gd name="connsiteX41334" fmla="*/ 285083 w 3114960"/>
              <a:gd name="connsiteY41334" fmla="*/ 2941606 h 5143785"/>
              <a:gd name="connsiteX41335" fmla="*/ 1754600 w 3114960"/>
              <a:gd name="connsiteY41335" fmla="*/ 3410141 h 5143785"/>
              <a:gd name="connsiteX41336" fmla="*/ 1744409 w 3114960"/>
              <a:gd name="connsiteY41336" fmla="*/ 3410141 h 5143785"/>
              <a:gd name="connsiteX41337" fmla="*/ 1744409 w 3114960"/>
              <a:gd name="connsiteY41337" fmla="*/ 3405378 h 5143785"/>
              <a:gd name="connsiteX41338" fmla="*/ 1754600 w 3114960"/>
              <a:gd name="connsiteY41338" fmla="*/ 3405378 h 5143785"/>
              <a:gd name="connsiteX41339" fmla="*/ 1754600 w 3114960"/>
              <a:gd name="connsiteY41339" fmla="*/ 3410141 h 5143785"/>
              <a:gd name="connsiteX41340" fmla="*/ 1702975 w 3114960"/>
              <a:gd name="connsiteY41340" fmla="*/ 3413474 h 5143785"/>
              <a:gd name="connsiteX41341" fmla="*/ 1707071 w 3114960"/>
              <a:gd name="connsiteY41341" fmla="*/ 3415855 h 5143785"/>
              <a:gd name="connsiteX41342" fmla="*/ 1703927 w 3114960"/>
              <a:gd name="connsiteY41342" fmla="*/ 3421094 h 5143785"/>
              <a:gd name="connsiteX41343" fmla="*/ 1697831 w 3114960"/>
              <a:gd name="connsiteY41343" fmla="*/ 3421094 h 5143785"/>
              <a:gd name="connsiteX41344" fmla="*/ 1697831 w 3114960"/>
              <a:gd name="connsiteY41344" fmla="*/ 3416332 h 5143785"/>
              <a:gd name="connsiteX41345" fmla="*/ 1701260 w 3114960"/>
              <a:gd name="connsiteY41345" fmla="*/ 3416332 h 5143785"/>
              <a:gd name="connsiteX41346" fmla="*/ 1702975 w 3114960"/>
              <a:gd name="connsiteY41346" fmla="*/ 3413379 h 5143785"/>
              <a:gd name="connsiteX41347" fmla="*/ 1708785 w 3114960"/>
              <a:gd name="connsiteY41347" fmla="*/ 3413093 h 5143785"/>
              <a:gd name="connsiteX41348" fmla="*/ 1704689 w 3114960"/>
              <a:gd name="connsiteY41348" fmla="*/ 3410712 h 5143785"/>
              <a:gd name="connsiteX41349" fmla="*/ 1707832 w 3114960"/>
              <a:gd name="connsiteY41349" fmla="*/ 3405473 h 5143785"/>
              <a:gd name="connsiteX41350" fmla="*/ 1713928 w 3114960"/>
              <a:gd name="connsiteY41350" fmla="*/ 3405473 h 5143785"/>
              <a:gd name="connsiteX41351" fmla="*/ 1713928 w 3114960"/>
              <a:gd name="connsiteY41351" fmla="*/ 3410236 h 5143785"/>
              <a:gd name="connsiteX41352" fmla="*/ 1710500 w 3114960"/>
              <a:gd name="connsiteY41352" fmla="*/ 3410236 h 5143785"/>
              <a:gd name="connsiteX41353" fmla="*/ 1708785 w 3114960"/>
              <a:gd name="connsiteY41353" fmla="*/ 3413188 h 5143785"/>
              <a:gd name="connsiteX41354" fmla="*/ 379190 w 3114960"/>
              <a:gd name="connsiteY41354" fmla="*/ 3013043 h 5143785"/>
              <a:gd name="connsiteX41355" fmla="*/ 379190 w 3114960"/>
              <a:gd name="connsiteY41355" fmla="*/ 3019806 h 5143785"/>
              <a:gd name="connsiteX41356" fmla="*/ 376714 w 3114960"/>
              <a:gd name="connsiteY41356" fmla="*/ 3022283 h 5143785"/>
              <a:gd name="connsiteX41357" fmla="*/ 369951 w 3114960"/>
              <a:gd name="connsiteY41357" fmla="*/ 3022283 h 5143785"/>
              <a:gd name="connsiteX41358" fmla="*/ 367475 w 3114960"/>
              <a:gd name="connsiteY41358" fmla="*/ 3019806 h 5143785"/>
              <a:gd name="connsiteX41359" fmla="*/ 367475 w 3114960"/>
              <a:gd name="connsiteY41359" fmla="*/ 3013043 h 5143785"/>
              <a:gd name="connsiteX41360" fmla="*/ 369951 w 3114960"/>
              <a:gd name="connsiteY41360" fmla="*/ 3010567 h 5143785"/>
              <a:gd name="connsiteX41361" fmla="*/ 376714 w 3114960"/>
              <a:gd name="connsiteY41361" fmla="*/ 3010567 h 5143785"/>
              <a:gd name="connsiteX41362" fmla="*/ 379190 w 3114960"/>
              <a:gd name="connsiteY41362" fmla="*/ 3013043 h 5143785"/>
              <a:gd name="connsiteX41363" fmla="*/ 787527 w 3114960"/>
              <a:gd name="connsiteY41363" fmla="*/ 3228404 h 5143785"/>
              <a:gd name="connsiteX41364" fmla="*/ 787527 w 3114960"/>
              <a:gd name="connsiteY41364" fmla="*/ 3223641 h 5143785"/>
              <a:gd name="connsiteX41365" fmla="*/ 805529 w 3114960"/>
              <a:gd name="connsiteY41365" fmla="*/ 3223641 h 5143785"/>
              <a:gd name="connsiteX41366" fmla="*/ 805529 w 3114960"/>
              <a:gd name="connsiteY41366" fmla="*/ 3228404 h 5143785"/>
              <a:gd name="connsiteX41367" fmla="*/ 787527 w 3114960"/>
              <a:gd name="connsiteY41367" fmla="*/ 3228404 h 5143785"/>
              <a:gd name="connsiteX41368" fmla="*/ 823436 w 3114960"/>
              <a:gd name="connsiteY41368" fmla="*/ 3228404 h 5143785"/>
              <a:gd name="connsiteX41369" fmla="*/ 823436 w 3114960"/>
              <a:gd name="connsiteY41369" fmla="*/ 3223641 h 5143785"/>
              <a:gd name="connsiteX41370" fmla="*/ 841439 w 3114960"/>
              <a:gd name="connsiteY41370" fmla="*/ 3223641 h 5143785"/>
              <a:gd name="connsiteX41371" fmla="*/ 841439 w 3114960"/>
              <a:gd name="connsiteY41371" fmla="*/ 3228404 h 5143785"/>
              <a:gd name="connsiteX41372" fmla="*/ 823436 w 3114960"/>
              <a:gd name="connsiteY41372" fmla="*/ 3228404 h 5143785"/>
              <a:gd name="connsiteX41373" fmla="*/ 1774984 w 3114960"/>
              <a:gd name="connsiteY41373" fmla="*/ 3410141 h 5143785"/>
              <a:gd name="connsiteX41374" fmla="*/ 1764792 w 3114960"/>
              <a:gd name="connsiteY41374" fmla="*/ 3410141 h 5143785"/>
              <a:gd name="connsiteX41375" fmla="*/ 1764792 w 3114960"/>
              <a:gd name="connsiteY41375" fmla="*/ 3405378 h 5143785"/>
              <a:gd name="connsiteX41376" fmla="*/ 1774984 w 3114960"/>
              <a:gd name="connsiteY41376" fmla="*/ 3405378 h 5143785"/>
              <a:gd name="connsiteX41377" fmla="*/ 1774984 w 3114960"/>
              <a:gd name="connsiteY41377" fmla="*/ 3410141 h 5143785"/>
              <a:gd name="connsiteX41378" fmla="*/ 751523 w 3114960"/>
              <a:gd name="connsiteY41378" fmla="*/ 3228404 h 5143785"/>
              <a:gd name="connsiteX41379" fmla="*/ 751523 w 3114960"/>
              <a:gd name="connsiteY41379" fmla="*/ 3223641 h 5143785"/>
              <a:gd name="connsiteX41380" fmla="*/ 769525 w 3114960"/>
              <a:gd name="connsiteY41380" fmla="*/ 3223641 h 5143785"/>
              <a:gd name="connsiteX41381" fmla="*/ 769525 w 3114960"/>
              <a:gd name="connsiteY41381" fmla="*/ 3228404 h 5143785"/>
              <a:gd name="connsiteX41382" fmla="*/ 751523 w 3114960"/>
              <a:gd name="connsiteY41382" fmla="*/ 3228404 h 5143785"/>
              <a:gd name="connsiteX41383" fmla="*/ 1795367 w 3114960"/>
              <a:gd name="connsiteY41383" fmla="*/ 3405378 h 5143785"/>
              <a:gd name="connsiteX41384" fmla="*/ 1795367 w 3114960"/>
              <a:gd name="connsiteY41384" fmla="*/ 3410141 h 5143785"/>
              <a:gd name="connsiteX41385" fmla="*/ 1785176 w 3114960"/>
              <a:gd name="connsiteY41385" fmla="*/ 3410141 h 5143785"/>
              <a:gd name="connsiteX41386" fmla="*/ 1785176 w 3114960"/>
              <a:gd name="connsiteY41386" fmla="*/ 3405378 h 5143785"/>
              <a:gd name="connsiteX41387" fmla="*/ 1795367 w 3114960"/>
              <a:gd name="connsiteY41387" fmla="*/ 3405378 h 5143785"/>
              <a:gd name="connsiteX41388" fmla="*/ 715613 w 3114960"/>
              <a:gd name="connsiteY41388" fmla="*/ 3228404 h 5143785"/>
              <a:gd name="connsiteX41389" fmla="*/ 715613 w 3114960"/>
              <a:gd name="connsiteY41389" fmla="*/ 3223641 h 5143785"/>
              <a:gd name="connsiteX41390" fmla="*/ 733616 w 3114960"/>
              <a:gd name="connsiteY41390" fmla="*/ 3223641 h 5143785"/>
              <a:gd name="connsiteX41391" fmla="*/ 733616 w 3114960"/>
              <a:gd name="connsiteY41391" fmla="*/ 3228404 h 5143785"/>
              <a:gd name="connsiteX41392" fmla="*/ 715613 w 3114960"/>
              <a:gd name="connsiteY41392" fmla="*/ 3228404 h 5143785"/>
              <a:gd name="connsiteX41393" fmla="*/ 1442657 w 3114960"/>
              <a:gd name="connsiteY41393" fmla="*/ 3021425 h 5143785"/>
              <a:gd name="connsiteX41394" fmla="*/ 1508379 w 3114960"/>
              <a:gd name="connsiteY41394" fmla="*/ 3021044 h 5143785"/>
              <a:gd name="connsiteX41395" fmla="*/ 1518285 w 3114960"/>
              <a:gd name="connsiteY41395" fmla="*/ 3030093 h 5143785"/>
              <a:gd name="connsiteX41396" fmla="*/ 1660779 w 3114960"/>
              <a:gd name="connsiteY41396" fmla="*/ 3030093 h 5143785"/>
              <a:gd name="connsiteX41397" fmla="*/ 1668875 w 3114960"/>
              <a:gd name="connsiteY41397" fmla="*/ 3035618 h 5143785"/>
              <a:gd name="connsiteX41398" fmla="*/ 1677638 w 3114960"/>
              <a:gd name="connsiteY41398" fmla="*/ 3026855 h 5143785"/>
              <a:gd name="connsiteX41399" fmla="*/ 1668875 w 3114960"/>
              <a:gd name="connsiteY41399" fmla="*/ 3018092 h 5143785"/>
              <a:gd name="connsiteX41400" fmla="*/ 1660398 w 3114960"/>
              <a:gd name="connsiteY41400" fmla="*/ 3025426 h 5143785"/>
              <a:gd name="connsiteX41401" fmla="*/ 1520095 w 3114960"/>
              <a:gd name="connsiteY41401" fmla="*/ 3025426 h 5143785"/>
              <a:gd name="connsiteX41402" fmla="*/ 1510094 w 3114960"/>
              <a:gd name="connsiteY41402" fmla="*/ 3016282 h 5143785"/>
              <a:gd name="connsiteX41403" fmla="*/ 1441609 w 3114960"/>
              <a:gd name="connsiteY41403" fmla="*/ 3016663 h 5143785"/>
              <a:gd name="connsiteX41404" fmla="*/ 1440752 w 3114960"/>
              <a:gd name="connsiteY41404" fmla="*/ 3016663 h 5143785"/>
              <a:gd name="connsiteX41405" fmla="*/ 1398270 w 3114960"/>
              <a:gd name="connsiteY41405" fmla="*/ 3052191 h 5143785"/>
              <a:gd name="connsiteX41406" fmla="*/ 1398270 w 3114960"/>
              <a:gd name="connsiteY41406" fmla="*/ 3190399 h 5143785"/>
              <a:gd name="connsiteX41407" fmla="*/ 1389031 w 3114960"/>
              <a:gd name="connsiteY41407" fmla="*/ 3201543 h 5143785"/>
              <a:gd name="connsiteX41408" fmla="*/ 1400651 w 3114960"/>
              <a:gd name="connsiteY41408" fmla="*/ 3213163 h 5143785"/>
              <a:gd name="connsiteX41409" fmla="*/ 1412272 w 3114960"/>
              <a:gd name="connsiteY41409" fmla="*/ 3201543 h 5143785"/>
              <a:gd name="connsiteX41410" fmla="*/ 1403032 w 3114960"/>
              <a:gd name="connsiteY41410" fmla="*/ 3190399 h 5143785"/>
              <a:gd name="connsiteX41411" fmla="*/ 1403032 w 3114960"/>
              <a:gd name="connsiteY41411" fmla="*/ 3054382 h 5143785"/>
              <a:gd name="connsiteX41412" fmla="*/ 1442466 w 3114960"/>
              <a:gd name="connsiteY41412" fmla="*/ 3021330 h 5143785"/>
              <a:gd name="connsiteX41413" fmla="*/ 1668971 w 3114960"/>
              <a:gd name="connsiteY41413" fmla="*/ 3022854 h 5143785"/>
              <a:gd name="connsiteX41414" fmla="*/ 1672971 w 3114960"/>
              <a:gd name="connsiteY41414" fmla="*/ 3026855 h 5143785"/>
              <a:gd name="connsiteX41415" fmla="*/ 1668971 w 3114960"/>
              <a:gd name="connsiteY41415" fmla="*/ 3030855 h 5143785"/>
              <a:gd name="connsiteX41416" fmla="*/ 1664970 w 3114960"/>
              <a:gd name="connsiteY41416" fmla="*/ 3026855 h 5143785"/>
              <a:gd name="connsiteX41417" fmla="*/ 1668971 w 3114960"/>
              <a:gd name="connsiteY41417" fmla="*/ 3022854 h 5143785"/>
              <a:gd name="connsiteX41418" fmla="*/ 1407700 w 3114960"/>
              <a:gd name="connsiteY41418" fmla="*/ 3201543 h 5143785"/>
              <a:gd name="connsiteX41419" fmla="*/ 1400842 w 3114960"/>
              <a:gd name="connsiteY41419" fmla="*/ 3208401 h 5143785"/>
              <a:gd name="connsiteX41420" fmla="*/ 1393984 w 3114960"/>
              <a:gd name="connsiteY41420" fmla="*/ 3201543 h 5143785"/>
              <a:gd name="connsiteX41421" fmla="*/ 1400842 w 3114960"/>
              <a:gd name="connsiteY41421" fmla="*/ 3194685 h 5143785"/>
              <a:gd name="connsiteX41422" fmla="*/ 1407700 w 3114960"/>
              <a:gd name="connsiteY41422" fmla="*/ 3201543 h 5143785"/>
              <a:gd name="connsiteX41423" fmla="*/ 2071688 w 3114960"/>
              <a:gd name="connsiteY41423" fmla="*/ 3114009 h 5143785"/>
              <a:gd name="connsiteX41424" fmla="*/ 2078736 w 3114960"/>
              <a:gd name="connsiteY41424" fmla="*/ 3106960 h 5143785"/>
              <a:gd name="connsiteX41425" fmla="*/ 2085785 w 3114960"/>
              <a:gd name="connsiteY41425" fmla="*/ 3114009 h 5143785"/>
              <a:gd name="connsiteX41426" fmla="*/ 2078736 w 3114960"/>
              <a:gd name="connsiteY41426" fmla="*/ 3121057 h 5143785"/>
              <a:gd name="connsiteX41427" fmla="*/ 2071688 w 3114960"/>
              <a:gd name="connsiteY41427" fmla="*/ 3114009 h 5143785"/>
              <a:gd name="connsiteX41428" fmla="*/ 517017 w 3114960"/>
              <a:gd name="connsiteY41428" fmla="*/ 1108520 h 5143785"/>
              <a:gd name="connsiteX41429" fmla="*/ 529685 w 3114960"/>
              <a:gd name="connsiteY41429" fmla="*/ 1108520 h 5143785"/>
              <a:gd name="connsiteX41430" fmla="*/ 536543 w 3114960"/>
              <a:gd name="connsiteY41430" fmla="*/ 1101662 h 5143785"/>
              <a:gd name="connsiteX41431" fmla="*/ 536543 w 3114960"/>
              <a:gd name="connsiteY41431" fmla="*/ 1088993 h 5143785"/>
              <a:gd name="connsiteX41432" fmla="*/ 529685 w 3114960"/>
              <a:gd name="connsiteY41432" fmla="*/ 1082135 h 5143785"/>
              <a:gd name="connsiteX41433" fmla="*/ 517017 w 3114960"/>
              <a:gd name="connsiteY41433" fmla="*/ 1082135 h 5143785"/>
              <a:gd name="connsiteX41434" fmla="*/ 510159 w 3114960"/>
              <a:gd name="connsiteY41434" fmla="*/ 1088993 h 5143785"/>
              <a:gd name="connsiteX41435" fmla="*/ 510159 w 3114960"/>
              <a:gd name="connsiteY41435" fmla="*/ 1093661 h 5143785"/>
              <a:gd name="connsiteX41436" fmla="*/ 489014 w 3114960"/>
              <a:gd name="connsiteY41436" fmla="*/ 1093661 h 5143785"/>
              <a:gd name="connsiteX41437" fmla="*/ 445484 w 3114960"/>
              <a:gd name="connsiteY41437" fmla="*/ 1134523 h 5143785"/>
              <a:gd name="connsiteX41438" fmla="*/ 256794 w 3114960"/>
              <a:gd name="connsiteY41438" fmla="*/ 1134523 h 5143785"/>
              <a:gd name="connsiteX41439" fmla="*/ 246221 w 3114960"/>
              <a:gd name="connsiteY41439" fmla="*/ 1124426 h 5143785"/>
              <a:gd name="connsiteX41440" fmla="*/ 231934 w 3114960"/>
              <a:gd name="connsiteY41440" fmla="*/ 1135190 h 5143785"/>
              <a:gd name="connsiteX41441" fmla="*/ 242697 w 3114960"/>
              <a:gd name="connsiteY41441" fmla="*/ 1149572 h 5143785"/>
              <a:gd name="connsiteX41442" fmla="*/ 244507 w 3114960"/>
              <a:gd name="connsiteY41442" fmla="*/ 1149668 h 5143785"/>
              <a:gd name="connsiteX41443" fmla="*/ 256794 w 3114960"/>
              <a:gd name="connsiteY41443" fmla="*/ 1139381 h 5143785"/>
              <a:gd name="connsiteX41444" fmla="*/ 447389 w 3114960"/>
              <a:gd name="connsiteY41444" fmla="*/ 1139381 h 5143785"/>
              <a:gd name="connsiteX41445" fmla="*/ 490919 w 3114960"/>
              <a:gd name="connsiteY41445" fmla="*/ 1098614 h 5143785"/>
              <a:gd name="connsiteX41446" fmla="*/ 510159 w 3114960"/>
              <a:gd name="connsiteY41446" fmla="*/ 1098614 h 5143785"/>
              <a:gd name="connsiteX41447" fmla="*/ 510159 w 3114960"/>
              <a:gd name="connsiteY41447" fmla="*/ 1101852 h 5143785"/>
              <a:gd name="connsiteX41448" fmla="*/ 517017 w 3114960"/>
              <a:gd name="connsiteY41448" fmla="*/ 1108710 h 5143785"/>
              <a:gd name="connsiteX41449" fmla="*/ 514922 w 3114960"/>
              <a:gd name="connsiteY41449" fmla="*/ 1089089 h 5143785"/>
              <a:gd name="connsiteX41450" fmla="*/ 517017 w 3114960"/>
              <a:gd name="connsiteY41450" fmla="*/ 1086993 h 5143785"/>
              <a:gd name="connsiteX41451" fmla="*/ 529685 w 3114960"/>
              <a:gd name="connsiteY41451" fmla="*/ 1086993 h 5143785"/>
              <a:gd name="connsiteX41452" fmla="*/ 531781 w 3114960"/>
              <a:gd name="connsiteY41452" fmla="*/ 1089089 h 5143785"/>
              <a:gd name="connsiteX41453" fmla="*/ 531781 w 3114960"/>
              <a:gd name="connsiteY41453" fmla="*/ 1101757 h 5143785"/>
              <a:gd name="connsiteX41454" fmla="*/ 529685 w 3114960"/>
              <a:gd name="connsiteY41454" fmla="*/ 1103852 h 5143785"/>
              <a:gd name="connsiteX41455" fmla="*/ 517017 w 3114960"/>
              <a:gd name="connsiteY41455" fmla="*/ 1103852 h 5143785"/>
              <a:gd name="connsiteX41456" fmla="*/ 514922 w 3114960"/>
              <a:gd name="connsiteY41456" fmla="*/ 1101757 h 5143785"/>
              <a:gd name="connsiteX41457" fmla="*/ 514922 w 3114960"/>
              <a:gd name="connsiteY41457" fmla="*/ 1089089 h 5143785"/>
              <a:gd name="connsiteX41458" fmla="*/ 243364 w 3114960"/>
              <a:gd name="connsiteY41458" fmla="*/ 1144810 h 5143785"/>
              <a:gd name="connsiteX41459" fmla="*/ 236696 w 3114960"/>
              <a:gd name="connsiteY41459" fmla="*/ 1135856 h 5143785"/>
              <a:gd name="connsiteX41460" fmla="*/ 245650 w 3114960"/>
              <a:gd name="connsiteY41460" fmla="*/ 1129189 h 5143785"/>
              <a:gd name="connsiteX41461" fmla="*/ 250889 w 3114960"/>
              <a:gd name="connsiteY41461" fmla="*/ 1132237 h 5143785"/>
              <a:gd name="connsiteX41462" fmla="*/ 252413 w 3114960"/>
              <a:gd name="connsiteY41462" fmla="*/ 1138142 h 5143785"/>
              <a:gd name="connsiteX41463" fmla="*/ 243459 w 3114960"/>
              <a:gd name="connsiteY41463" fmla="*/ 1144810 h 5143785"/>
              <a:gd name="connsiteX41464" fmla="*/ 2083594 w 3114960"/>
              <a:gd name="connsiteY41464" fmla="*/ 4155567 h 5143785"/>
              <a:gd name="connsiteX41465" fmla="*/ 2085689 w 3114960"/>
              <a:gd name="connsiteY41465" fmla="*/ 4155567 h 5143785"/>
              <a:gd name="connsiteX41466" fmla="*/ 2091595 w 3114960"/>
              <a:gd name="connsiteY41466" fmla="*/ 4152519 h 5143785"/>
              <a:gd name="connsiteX41467" fmla="*/ 2155412 w 3114960"/>
              <a:gd name="connsiteY41467" fmla="*/ 4226814 h 5143785"/>
              <a:gd name="connsiteX41468" fmla="*/ 2155793 w 3114960"/>
              <a:gd name="connsiteY41468" fmla="*/ 4244531 h 5143785"/>
              <a:gd name="connsiteX41469" fmla="*/ 2149031 w 3114960"/>
              <a:gd name="connsiteY41469" fmla="*/ 4257104 h 5143785"/>
              <a:gd name="connsiteX41470" fmla="*/ 2153793 w 3114960"/>
              <a:gd name="connsiteY41470" fmla="*/ 4264152 h 5143785"/>
              <a:gd name="connsiteX41471" fmla="*/ 2159984 w 3114960"/>
              <a:gd name="connsiteY41471" fmla="*/ 4266057 h 5143785"/>
              <a:gd name="connsiteX41472" fmla="*/ 2162270 w 3114960"/>
              <a:gd name="connsiteY41472" fmla="*/ 4265867 h 5143785"/>
              <a:gd name="connsiteX41473" fmla="*/ 2169319 w 3114960"/>
              <a:gd name="connsiteY41473" fmla="*/ 4261104 h 5143785"/>
              <a:gd name="connsiteX41474" fmla="*/ 2170938 w 3114960"/>
              <a:gd name="connsiteY41474" fmla="*/ 4252722 h 5143785"/>
              <a:gd name="connsiteX41475" fmla="*/ 2166176 w 3114960"/>
              <a:gd name="connsiteY41475" fmla="*/ 4245674 h 5143785"/>
              <a:gd name="connsiteX41476" fmla="*/ 2160651 w 3114960"/>
              <a:gd name="connsiteY41476" fmla="*/ 4243864 h 5143785"/>
              <a:gd name="connsiteX41477" fmla="*/ 2160270 w 3114960"/>
              <a:gd name="connsiteY41477" fmla="*/ 4225100 h 5143785"/>
              <a:gd name="connsiteX41478" fmla="*/ 2093309 w 3114960"/>
              <a:gd name="connsiteY41478" fmla="*/ 4147185 h 5143785"/>
              <a:gd name="connsiteX41479" fmla="*/ 2093309 w 3114960"/>
              <a:gd name="connsiteY41479" fmla="*/ 4126421 h 5143785"/>
              <a:gd name="connsiteX41480" fmla="*/ 2092928 w 3114960"/>
              <a:gd name="connsiteY41480" fmla="*/ 4124516 h 5143785"/>
              <a:gd name="connsiteX41481" fmla="*/ 2093595 w 3114960"/>
              <a:gd name="connsiteY41481" fmla="*/ 4125087 h 5143785"/>
              <a:gd name="connsiteX41482" fmla="*/ 2161032 w 3114960"/>
              <a:gd name="connsiteY41482" fmla="*/ 4038314 h 5143785"/>
              <a:gd name="connsiteX41483" fmla="*/ 2161508 w 3114960"/>
              <a:gd name="connsiteY41483" fmla="*/ 4027837 h 5143785"/>
              <a:gd name="connsiteX41484" fmla="*/ 2167033 w 3114960"/>
              <a:gd name="connsiteY41484" fmla="*/ 4026027 h 5143785"/>
              <a:gd name="connsiteX41485" fmla="*/ 2171795 w 3114960"/>
              <a:gd name="connsiteY41485" fmla="*/ 4018979 h 5143785"/>
              <a:gd name="connsiteX41486" fmla="*/ 2170176 w 3114960"/>
              <a:gd name="connsiteY41486" fmla="*/ 4010597 h 5143785"/>
              <a:gd name="connsiteX41487" fmla="*/ 2163128 w 3114960"/>
              <a:gd name="connsiteY41487" fmla="*/ 4005834 h 5143785"/>
              <a:gd name="connsiteX41488" fmla="*/ 2154746 w 3114960"/>
              <a:gd name="connsiteY41488" fmla="*/ 4007453 h 5143785"/>
              <a:gd name="connsiteX41489" fmla="*/ 2149983 w 3114960"/>
              <a:gd name="connsiteY41489" fmla="*/ 4014502 h 5143785"/>
              <a:gd name="connsiteX41490" fmla="*/ 2151602 w 3114960"/>
              <a:gd name="connsiteY41490" fmla="*/ 4022884 h 5143785"/>
              <a:gd name="connsiteX41491" fmla="*/ 2156651 w 3114960"/>
              <a:gd name="connsiteY41491" fmla="*/ 4027075 h 5143785"/>
              <a:gd name="connsiteX41492" fmla="*/ 2156270 w 3114960"/>
              <a:gd name="connsiteY41492" fmla="*/ 4036600 h 5143785"/>
              <a:gd name="connsiteX41493" fmla="*/ 2090833 w 3114960"/>
              <a:gd name="connsiteY41493" fmla="*/ 4120896 h 5143785"/>
              <a:gd name="connsiteX41494" fmla="*/ 2085785 w 3114960"/>
              <a:gd name="connsiteY41494" fmla="*/ 4118896 h 5143785"/>
              <a:gd name="connsiteX41495" fmla="*/ 2083689 w 3114960"/>
              <a:gd name="connsiteY41495" fmla="*/ 4118896 h 5143785"/>
              <a:gd name="connsiteX41496" fmla="*/ 2076069 w 3114960"/>
              <a:gd name="connsiteY41496" fmla="*/ 4126516 h 5143785"/>
              <a:gd name="connsiteX41497" fmla="*/ 2076069 w 3114960"/>
              <a:gd name="connsiteY41497" fmla="*/ 4148138 h 5143785"/>
              <a:gd name="connsiteX41498" fmla="*/ 2083689 w 3114960"/>
              <a:gd name="connsiteY41498" fmla="*/ 4155758 h 5143785"/>
              <a:gd name="connsiteX41499" fmla="*/ 2158746 w 3114960"/>
              <a:gd name="connsiteY41499" fmla="*/ 4248722 h 5143785"/>
              <a:gd name="connsiteX41500" fmla="*/ 2163509 w 3114960"/>
              <a:gd name="connsiteY41500" fmla="*/ 4249674 h 5143785"/>
              <a:gd name="connsiteX41501" fmla="*/ 2166176 w 3114960"/>
              <a:gd name="connsiteY41501" fmla="*/ 4253675 h 5143785"/>
              <a:gd name="connsiteX41502" fmla="*/ 2165223 w 3114960"/>
              <a:gd name="connsiteY41502" fmla="*/ 4258437 h 5143785"/>
              <a:gd name="connsiteX41503" fmla="*/ 2161223 w 3114960"/>
              <a:gd name="connsiteY41503" fmla="*/ 4261104 h 5143785"/>
              <a:gd name="connsiteX41504" fmla="*/ 2153793 w 3114960"/>
              <a:gd name="connsiteY41504" fmla="*/ 4256246 h 5143785"/>
              <a:gd name="connsiteX41505" fmla="*/ 2158651 w 3114960"/>
              <a:gd name="connsiteY41505" fmla="*/ 4248817 h 5143785"/>
              <a:gd name="connsiteX41506" fmla="*/ 2154650 w 3114960"/>
              <a:gd name="connsiteY41506" fmla="*/ 4015264 h 5143785"/>
              <a:gd name="connsiteX41507" fmla="*/ 2162080 w 3114960"/>
              <a:gd name="connsiteY41507" fmla="*/ 4010406 h 5143785"/>
              <a:gd name="connsiteX41508" fmla="*/ 2166080 w 3114960"/>
              <a:gd name="connsiteY41508" fmla="*/ 4013073 h 5143785"/>
              <a:gd name="connsiteX41509" fmla="*/ 2167033 w 3114960"/>
              <a:gd name="connsiteY41509" fmla="*/ 4017836 h 5143785"/>
              <a:gd name="connsiteX41510" fmla="*/ 2164366 w 3114960"/>
              <a:gd name="connsiteY41510" fmla="*/ 4021836 h 5143785"/>
              <a:gd name="connsiteX41511" fmla="*/ 2159603 w 3114960"/>
              <a:gd name="connsiteY41511" fmla="*/ 4022788 h 5143785"/>
              <a:gd name="connsiteX41512" fmla="*/ 2154650 w 3114960"/>
              <a:gd name="connsiteY41512" fmla="*/ 4015359 h 5143785"/>
              <a:gd name="connsiteX41513" fmla="*/ 2080832 w 3114960"/>
              <a:gd name="connsiteY41513" fmla="*/ 4126325 h 5143785"/>
              <a:gd name="connsiteX41514" fmla="*/ 2083594 w 3114960"/>
              <a:gd name="connsiteY41514" fmla="*/ 4123563 h 5143785"/>
              <a:gd name="connsiteX41515" fmla="*/ 2085689 w 3114960"/>
              <a:gd name="connsiteY41515" fmla="*/ 4123563 h 5143785"/>
              <a:gd name="connsiteX41516" fmla="*/ 2088452 w 3114960"/>
              <a:gd name="connsiteY41516" fmla="*/ 4126325 h 5143785"/>
              <a:gd name="connsiteX41517" fmla="*/ 2088452 w 3114960"/>
              <a:gd name="connsiteY41517" fmla="*/ 4147947 h 5143785"/>
              <a:gd name="connsiteX41518" fmla="*/ 2085689 w 3114960"/>
              <a:gd name="connsiteY41518" fmla="*/ 4150709 h 5143785"/>
              <a:gd name="connsiteX41519" fmla="*/ 2083594 w 3114960"/>
              <a:gd name="connsiteY41519" fmla="*/ 4150709 h 5143785"/>
              <a:gd name="connsiteX41520" fmla="*/ 2080832 w 3114960"/>
              <a:gd name="connsiteY41520" fmla="*/ 4147947 h 5143785"/>
              <a:gd name="connsiteX41521" fmla="*/ 2080832 w 3114960"/>
              <a:gd name="connsiteY41521" fmla="*/ 4126325 h 5143785"/>
              <a:gd name="connsiteX41522" fmla="*/ 1004983 w 3114960"/>
              <a:gd name="connsiteY41522" fmla="*/ 2937891 h 5143785"/>
              <a:gd name="connsiteX41523" fmla="*/ 997934 w 3114960"/>
              <a:gd name="connsiteY41523" fmla="*/ 2944940 h 5143785"/>
              <a:gd name="connsiteX41524" fmla="*/ 990886 w 3114960"/>
              <a:gd name="connsiteY41524" fmla="*/ 2937891 h 5143785"/>
              <a:gd name="connsiteX41525" fmla="*/ 997934 w 3114960"/>
              <a:gd name="connsiteY41525" fmla="*/ 2930843 h 5143785"/>
              <a:gd name="connsiteX41526" fmla="*/ 1004983 w 3114960"/>
              <a:gd name="connsiteY41526" fmla="*/ 2937891 h 5143785"/>
              <a:gd name="connsiteX41527" fmla="*/ 1899285 w 3114960"/>
              <a:gd name="connsiteY41527" fmla="*/ 3122771 h 5143785"/>
              <a:gd name="connsiteX41528" fmla="*/ 2023777 w 3114960"/>
              <a:gd name="connsiteY41528" fmla="*/ 3123438 h 5143785"/>
              <a:gd name="connsiteX41529" fmla="*/ 2024634 w 3114960"/>
              <a:gd name="connsiteY41529" fmla="*/ 3123438 h 5143785"/>
              <a:gd name="connsiteX41530" fmla="*/ 2034159 w 3114960"/>
              <a:gd name="connsiteY41530" fmla="*/ 3115437 h 5143785"/>
              <a:gd name="connsiteX41531" fmla="*/ 2064449 w 3114960"/>
              <a:gd name="connsiteY41531" fmla="*/ 3115437 h 5143785"/>
              <a:gd name="connsiteX41532" fmla="*/ 2070164 w 3114960"/>
              <a:gd name="connsiteY41532" fmla="*/ 3125534 h 5143785"/>
              <a:gd name="connsiteX41533" fmla="*/ 2080832 w 3114960"/>
              <a:gd name="connsiteY41533" fmla="*/ 3128105 h 5143785"/>
              <a:gd name="connsiteX41534" fmla="*/ 2090166 w 3114960"/>
              <a:gd name="connsiteY41534" fmla="*/ 3122390 h 5143785"/>
              <a:gd name="connsiteX41535" fmla="*/ 2087118 w 3114960"/>
              <a:gd name="connsiteY41535" fmla="*/ 3102388 h 5143785"/>
              <a:gd name="connsiteX41536" fmla="*/ 2078641 w 3114960"/>
              <a:gd name="connsiteY41536" fmla="*/ 3099626 h 5143785"/>
              <a:gd name="connsiteX41537" fmla="*/ 2067020 w 3114960"/>
              <a:gd name="connsiteY41537" fmla="*/ 3105436 h 5143785"/>
              <a:gd name="connsiteX41538" fmla="*/ 2064639 w 3114960"/>
              <a:gd name="connsiteY41538" fmla="*/ 3110484 h 5143785"/>
              <a:gd name="connsiteX41539" fmla="*/ 2032254 w 3114960"/>
              <a:gd name="connsiteY41539" fmla="*/ 3110484 h 5143785"/>
              <a:gd name="connsiteX41540" fmla="*/ 2022729 w 3114960"/>
              <a:gd name="connsiteY41540" fmla="*/ 3118485 h 5143785"/>
              <a:gd name="connsiteX41541" fmla="*/ 1898047 w 3114960"/>
              <a:gd name="connsiteY41541" fmla="*/ 3117818 h 5143785"/>
              <a:gd name="connsiteX41542" fmla="*/ 1896999 w 3114960"/>
              <a:gd name="connsiteY41542" fmla="*/ 3117818 h 5143785"/>
              <a:gd name="connsiteX41543" fmla="*/ 1880235 w 3114960"/>
              <a:gd name="connsiteY41543" fmla="*/ 3135725 h 5143785"/>
              <a:gd name="connsiteX41544" fmla="*/ 1880235 w 3114960"/>
              <a:gd name="connsiteY41544" fmla="*/ 3160967 h 5143785"/>
              <a:gd name="connsiteX41545" fmla="*/ 1871758 w 3114960"/>
              <a:gd name="connsiteY41545" fmla="*/ 3160967 h 5143785"/>
              <a:gd name="connsiteX41546" fmla="*/ 1868043 w 3114960"/>
              <a:gd name="connsiteY41546" fmla="*/ 3164681 h 5143785"/>
              <a:gd name="connsiteX41547" fmla="*/ 1868043 w 3114960"/>
              <a:gd name="connsiteY41547" fmla="*/ 3170301 h 5143785"/>
              <a:gd name="connsiteX41548" fmla="*/ 1871758 w 3114960"/>
              <a:gd name="connsiteY41548" fmla="*/ 3174016 h 5143785"/>
              <a:gd name="connsiteX41549" fmla="*/ 1893380 w 3114960"/>
              <a:gd name="connsiteY41549" fmla="*/ 3174016 h 5143785"/>
              <a:gd name="connsiteX41550" fmla="*/ 1897094 w 3114960"/>
              <a:gd name="connsiteY41550" fmla="*/ 3170301 h 5143785"/>
              <a:gd name="connsiteX41551" fmla="*/ 1897094 w 3114960"/>
              <a:gd name="connsiteY41551" fmla="*/ 3164681 h 5143785"/>
              <a:gd name="connsiteX41552" fmla="*/ 1893380 w 3114960"/>
              <a:gd name="connsiteY41552" fmla="*/ 3160967 h 5143785"/>
              <a:gd name="connsiteX41553" fmla="*/ 1884998 w 3114960"/>
              <a:gd name="connsiteY41553" fmla="*/ 3160967 h 5143785"/>
              <a:gd name="connsiteX41554" fmla="*/ 1884998 w 3114960"/>
              <a:gd name="connsiteY41554" fmla="*/ 3137535 h 5143785"/>
              <a:gd name="connsiteX41555" fmla="*/ 1898999 w 3114960"/>
              <a:gd name="connsiteY41555" fmla="*/ 3122486 h 5143785"/>
              <a:gd name="connsiteX41556" fmla="*/ 2069306 w 3114960"/>
              <a:gd name="connsiteY41556" fmla="*/ 3107150 h 5143785"/>
              <a:gd name="connsiteX41557" fmla="*/ 2085689 w 3114960"/>
              <a:gd name="connsiteY41557" fmla="*/ 3104674 h 5143785"/>
              <a:gd name="connsiteX41558" fmla="*/ 2090357 w 3114960"/>
              <a:gd name="connsiteY41558" fmla="*/ 3112294 h 5143785"/>
              <a:gd name="connsiteX41559" fmla="*/ 2088261 w 3114960"/>
              <a:gd name="connsiteY41559" fmla="*/ 3120962 h 5143785"/>
              <a:gd name="connsiteX41560" fmla="*/ 2080641 w 3114960"/>
              <a:gd name="connsiteY41560" fmla="*/ 3125629 h 5143785"/>
              <a:gd name="connsiteX41561" fmla="*/ 2078831 w 3114960"/>
              <a:gd name="connsiteY41561" fmla="*/ 3125724 h 5143785"/>
              <a:gd name="connsiteX41562" fmla="*/ 2071973 w 3114960"/>
              <a:gd name="connsiteY41562" fmla="*/ 3123438 h 5143785"/>
              <a:gd name="connsiteX41563" fmla="*/ 2069497 w 3114960"/>
              <a:gd name="connsiteY41563" fmla="*/ 3107055 h 5143785"/>
              <a:gd name="connsiteX41564" fmla="*/ 2142744 w 3114960"/>
              <a:gd name="connsiteY41564" fmla="*/ 4317587 h 5143785"/>
              <a:gd name="connsiteX41565" fmla="*/ 2149602 w 3114960"/>
              <a:gd name="connsiteY41565" fmla="*/ 4307301 h 5143785"/>
              <a:gd name="connsiteX41566" fmla="*/ 2159889 w 3114960"/>
              <a:gd name="connsiteY41566" fmla="*/ 4314159 h 5143785"/>
              <a:gd name="connsiteX41567" fmla="*/ 2153031 w 3114960"/>
              <a:gd name="connsiteY41567" fmla="*/ 4324445 h 5143785"/>
              <a:gd name="connsiteX41568" fmla="*/ 2142744 w 3114960"/>
              <a:gd name="connsiteY41568" fmla="*/ 4317587 h 5143785"/>
              <a:gd name="connsiteX41569" fmla="*/ 2158079 w 3114960"/>
              <a:gd name="connsiteY41569" fmla="*/ 4288251 h 5143785"/>
              <a:gd name="connsiteX41570" fmla="*/ 2164937 w 3114960"/>
              <a:gd name="connsiteY41570" fmla="*/ 4277963 h 5143785"/>
              <a:gd name="connsiteX41571" fmla="*/ 2175224 w 3114960"/>
              <a:gd name="connsiteY41571" fmla="*/ 4284821 h 5143785"/>
              <a:gd name="connsiteX41572" fmla="*/ 2168366 w 3114960"/>
              <a:gd name="connsiteY41572" fmla="*/ 4295109 h 5143785"/>
              <a:gd name="connsiteX41573" fmla="*/ 2158079 w 3114960"/>
              <a:gd name="connsiteY41573" fmla="*/ 4288251 h 5143785"/>
              <a:gd name="connsiteX41574" fmla="*/ 2081308 w 3114960"/>
              <a:gd name="connsiteY41574" fmla="*/ 2935510 h 5143785"/>
              <a:gd name="connsiteX41575" fmla="*/ 2090166 w 3114960"/>
              <a:gd name="connsiteY41575" fmla="*/ 2924747 h 5143785"/>
              <a:gd name="connsiteX41576" fmla="*/ 2081308 w 3114960"/>
              <a:gd name="connsiteY41576" fmla="*/ 2913984 h 5143785"/>
              <a:gd name="connsiteX41577" fmla="*/ 2081308 w 3114960"/>
              <a:gd name="connsiteY41577" fmla="*/ 2889409 h 5143785"/>
              <a:gd name="connsiteX41578" fmla="*/ 2104263 w 3114960"/>
              <a:gd name="connsiteY41578" fmla="*/ 2889409 h 5143785"/>
              <a:gd name="connsiteX41579" fmla="*/ 2127028 w 3114960"/>
              <a:gd name="connsiteY41579" fmla="*/ 2869502 h 5143785"/>
              <a:gd name="connsiteX41580" fmla="*/ 2127028 w 3114960"/>
              <a:gd name="connsiteY41580" fmla="*/ 2817114 h 5143785"/>
              <a:gd name="connsiteX41581" fmla="*/ 2108645 w 3114960"/>
              <a:gd name="connsiteY41581" fmla="*/ 2795016 h 5143785"/>
              <a:gd name="connsiteX41582" fmla="*/ 1989868 w 3114960"/>
              <a:gd name="connsiteY41582" fmla="*/ 2795016 h 5143785"/>
              <a:gd name="connsiteX41583" fmla="*/ 1982819 w 3114960"/>
              <a:gd name="connsiteY41583" fmla="*/ 2788253 h 5143785"/>
              <a:gd name="connsiteX41584" fmla="*/ 1969294 w 3114960"/>
              <a:gd name="connsiteY41584" fmla="*/ 2788253 h 5143785"/>
              <a:gd name="connsiteX41585" fmla="*/ 1962245 w 3114960"/>
              <a:gd name="connsiteY41585" fmla="*/ 2795397 h 5143785"/>
              <a:gd name="connsiteX41586" fmla="*/ 1962245 w 3114960"/>
              <a:gd name="connsiteY41586" fmla="*/ 2799684 h 5143785"/>
              <a:gd name="connsiteX41587" fmla="*/ 1865948 w 3114960"/>
              <a:gd name="connsiteY41587" fmla="*/ 2799398 h 5143785"/>
              <a:gd name="connsiteX41588" fmla="*/ 1849850 w 3114960"/>
              <a:gd name="connsiteY41588" fmla="*/ 2785110 h 5143785"/>
              <a:gd name="connsiteX41589" fmla="*/ 1796129 w 3114960"/>
              <a:gd name="connsiteY41589" fmla="*/ 2785110 h 5143785"/>
              <a:gd name="connsiteX41590" fmla="*/ 1771460 w 3114960"/>
              <a:gd name="connsiteY41590" fmla="*/ 2804827 h 5143785"/>
              <a:gd name="connsiteX41591" fmla="*/ 1771460 w 3114960"/>
              <a:gd name="connsiteY41591" fmla="*/ 2895981 h 5143785"/>
              <a:gd name="connsiteX41592" fmla="*/ 1757553 w 3114960"/>
              <a:gd name="connsiteY41592" fmla="*/ 2911507 h 5143785"/>
              <a:gd name="connsiteX41593" fmla="*/ 1757553 w 3114960"/>
              <a:gd name="connsiteY41593" fmla="*/ 3007614 h 5143785"/>
              <a:gd name="connsiteX41594" fmla="*/ 1753076 w 3114960"/>
              <a:gd name="connsiteY41594" fmla="*/ 3007614 h 5143785"/>
              <a:gd name="connsiteX41595" fmla="*/ 1746504 w 3114960"/>
              <a:gd name="connsiteY41595" fmla="*/ 3011996 h 5143785"/>
              <a:gd name="connsiteX41596" fmla="*/ 1715643 w 3114960"/>
              <a:gd name="connsiteY41596" fmla="*/ 3011996 h 5143785"/>
              <a:gd name="connsiteX41597" fmla="*/ 1699546 w 3114960"/>
              <a:gd name="connsiteY41597" fmla="*/ 2997708 h 5143785"/>
              <a:gd name="connsiteX41598" fmla="*/ 1573721 w 3114960"/>
              <a:gd name="connsiteY41598" fmla="*/ 2997422 h 5143785"/>
              <a:gd name="connsiteX41599" fmla="*/ 1564100 w 3114960"/>
              <a:gd name="connsiteY41599" fmla="*/ 2988469 h 5143785"/>
              <a:gd name="connsiteX41600" fmla="*/ 1554290 w 3114960"/>
              <a:gd name="connsiteY41600" fmla="*/ 2998280 h 5143785"/>
              <a:gd name="connsiteX41601" fmla="*/ 1564100 w 3114960"/>
              <a:gd name="connsiteY41601" fmla="*/ 3008090 h 5143785"/>
              <a:gd name="connsiteX41602" fmla="*/ 1573054 w 3114960"/>
              <a:gd name="connsiteY41602" fmla="*/ 3002280 h 5143785"/>
              <a:gd name="connsiteX41603" fmla="*/ 1697736 w 3114960"/>
              <a:gd name="connsiteY41603" fmla="*/ 3002566 h 5143785"/>
              <a:gd name="connsiteX41604" fmla="*/ 1713833 w 3114960"/>
              <a:gd name="connsiteY41604" fmla="*/ 3016853 h 5143785"/>
              <a:gd name="connsiteX41605" fmla="*/ 1746028 w 3114960"/>
              <a:gd name="connsiteY41605" fmla="*/ 3016853 h 5143785"/>
              <a:gd name="connsiteX41606" fmla="*/ 1746028 w 3114960"/>
              <a:gd name="connsiteY41606" fmla="*/ 3025997 h 5143785"/>
              <a:gd name="connsiteX41607" fmla="*/ 1713833 w 3114960"/>
              <a:gd name="connsiteY41607" fmla="*/ 3025997 h 5143785"/>
              <a:gd name="connsiteX41608" fmla="*/ 1690402 w 3114960"/>
              <a:gd name="connsiteY41608" fmla="*/ 3047714 h 5143785"/>
              <a:gd name="connsiteX41609" fmla="*/ 1594676 w 3114960"/>
              <a:gd name="connsiteY41609" fmla="*/ 3048000 h 5143785"/>
              <a:gd name="connsiteX41610" fmla="*/ 1585436 w 3114960"/>
              <a:gd name="connsiteY41610" fmla="*/ 3040666 h 5143785"/>
              <a:gd name="connsiteX41611" fmla="*/ 1575626 w 3114960"/>
              <a:gd name="connsiteY41611" fmla="*/ 3050477 h 5143785"/>
              <a:gd name="connsiteX41612" fmla="*/ 1585436 w 3114960"/>
              <a:gd name="connsiteY41612" fmla="*/ 3060287 h 5143785"/>
              <a:gd name="connsiteX41613" fmla="*/ 1594676 w 3114960"/>
              <a:gd name="connsiteY41613" fmla="*/ 3052858 h 5143785"/>
              <a:gd name="connsiteX41614" fmla="*/ 1691354 w 3114960"/>
              <a:gd name="connsiteY41614" fmla="*/ 3052572 h 5143785"/>
              <a:gd name="connsiteX41615" fmla="*/ 1692307 w 3114960"/>
              <a:gd name="connsiteY41615" fmla="*/ 3052572 h 5143785"/>
              <a:gd name="connsiteX41616" fmla="*/ 1715738 w 3114960"/>
              <a:gd name="connsiteY41616" fmla="*/ 3030855 h 5143785"/>
              <a:gd name="connsiteX41617" fmla="*/ 1746599 w 3114960"/>
              <a:gd name="connsiteY41617" fmla="*/ 3030855 h 5143785"/>
              <a:gd name="connsiteX41618" fmla="*/ 1753267 w 3114960"/>
              <a:gd name="connsiteY41618" fmla="*/ 3035522 h 5143785"/>
              <a:gd name="connsiteX41619" fmla="*/ 1766792 w 3114960"/>
              <a:gd name="connsiteY41619" fmla="*/ 3035522 h 5143785"/>
              <a:gd name="connsiteX41620" fmla="*/ 1773841 w 3114960"/>
              <a:gd name="connsiteY41620" fmla="*/ 3028379 h 5143785"/>
              <a:gd name="connsiteX41621" fmla="*/ 1773841 w 3114960"/>
              <a:gd name="connsiteY41621" fmla="*/ 3014853 h 5143785"/>
              <a:gd name="connsiteX41622" fmla="*/ 1766602 w 3114960"/>
              <a:gd name="connsiteY41622" fmla="*/ 3007805 h 5143785"/>
              <a:gd name="connsiteX41623" fmla="*/ 1762220 w 3114960"/>
              <a:gd name="connsiteY41623" fmla="*/ 3007805 h 5143785"/>
              <a:gd name="connsiteX41624" fmla="*/ 1762220 w 3114960"/>
              <a:gd name="connsiteY41624" fmla="*/ 2913602 h 5143785"/>
              <a:gd name="connsiteX41625" fmla="*/ 1776127 w 3114960"/>
              <a:gd name="connsiteY41625" fmla="*/ 2898077 h 5143785"/>
              <a:gd name="connsiteX41626" fmla="*/ 1776127 w 3114960"/>
              <a:gd name="connsiteY41626" fmla="*/ 2807399 h 5143785"/>
              <a:gd name="connsiteX41627" fmla="*/ 1797749 w 3114960"/>
              <a:gd name="connsiteY41627" fmla="*/ 2790063 h 5143785"/>
              <a:gd name="connsiteX41628" fmla="*/ 1847945 w 3114960"/>
              <a:gd name="connsiteY41628" fmla="*/ 2790063 h 5143785"/>
              <a:gd name="connsiteX41629" fmla="*/ 1864043 w 3114960"/>
              <a:gd name="connsiteY41629" fmla="*/ 2804446 h 5143785"/>
              <a:gd name="connsiteX41630" fmla="*/ 1962245 w 3114960"/>
              <a:gd name="connsiteY41630" fmla="*/ 2804732 h 5143785"/>
              <a:gd name="connsiteX41631" fmla="*/ 1962245 w 3114960"/>
              <a:gd name="connsiteY41631" fmla="*/ 2809209 h 5143785"/>
              <a:gd name="connsiteX41632" fmla="*/ 1969389 w 3114960"/>
              <a:gd name="connsiteY41632" fmla="*/ 2816257 h 5143785"/>
              <a:gd name="connsiteX41633" fmla="*/ 1982915 w 3114960"/>
              <a:gd name="connsiteY41633" fmla="*/ 2816257 h 5143785"/>
              <a:gd name="connsiteX41634" fmla="*/ 1989963 w 3114960"/>
              <a:gd name="connsiteY41634" fmla="*/ 2809018 h 5143785"/>
              <a:gd name="connsiteX41635" fmla="*/ 1989963 w 3114960"/>
              <a:gd name="connsiteY41635" fmla="*/ 2806922 h 5143785"/>
              <a:gd name="connsiteX41636" fmla="*/ 2103120 w 3114960"/>
              <a:gd name="connsiteY41636" fmla="*/ 2807018 h 5143785"/>
              <a:gd name="connsiteX41637" fmla="*/ 2115217 w 3114960"/>
              <a:gd name="connsiteY41637" fmla="*/ 2821496 h 5143785"/>
              <a:gd name="connsiteX41638" fmla="*/ 2115217 w 3114960"/>
              <a:gd name="connsiteY41638" fmla="*/ 2864358 h 5143785"/>
              <a:gd name="connsiteX41639" fmla="*/ 2099882 w 3114960"/>
              <a:gd name="connsiteY41639" fmla="*/ 2877788 h 5143785"/>
              <a:gd name="connsiteX41640" fmla="*/ 2081498 w 3114960"/>
              <a:gd name="connsiteY41640" fmla="*/ 2877788 h 5143785"/>
              <a:gd name="connsiteX41641" fmla="*/ 2081498 w 3114960"/>
              <a:gd name="connsiteY41641" fmla="*/ 2864072 h 5143785"/>
              <a:gd name="connsiteX41642" fmla="*/ 2062639 w 3114960"/>
              <a:gd name="connsiteY41642" fmla="*/ 2845594 h 5143785"/>
              <a:gd name="connsiteX41643" fmla="*/ 1935766 w 3114960"/>
              <a:gd name="connsiteY41643" fmla="*/ 2845594 h 5143785"/>
              <a:gd name="connsiteX41644" fmla="*/ 1912525 w 3114960"/>
              <a:gd name="connsiteY41644" fmla="*/ 2823877 h 5143785"/>
              <a:gd name="connsiteX41645" fmla="*/ 1826800 w 3114960"/>
              <a:gd name="connsiteY41645" fmla="*/ 2823877 h 5143785"/>
              <a:gd name="connsiteX41646" fmla="*/ 1817561 w 3114960"/>
              <a:gd name="connsiteY41646" fmla="*/ 2816733 h 5143785"/>
              <a:gd name="connsiteX41647" fmla="*/ 1807750 w 3114960"/>
              <a:gd name="connsiteY41647" fmla="*/ 2826544 h 5143785"/>
              <a:gd name="connsiteX41648" fmla="*/ 1817561 w 3114960"/>
              <a:gd name="connsiteY41648" fmla="*/ 2836355 h 5143785"/>
              <a:gd name="connsiteX41649" fmla="*/ 1826895 w 3114960"/>
              <a:gd name="connsiteY41649" fmla="*/ 2828639 h 5143785"/>
              <a:gd name="connsiteX41650" fmla="*/ 1910620 w 3114960"/>
              <a:gd name="connsiteY41650" fmla="*/ 2828639 h 5143785"/>
              <a:gd name="connsiteX41651" fmla="*/ 1933861 w 3114960"/>
              <a:gd name="connsiteY41651" fmla="*/ 2850452 h 5143785"/>
              <a:gd name="connsiteX41652" fmla="*/ 2060639 w 3114960"/>
              <a:gd name="connsiteY41652" fmla="*/ 2850452 h 5143785"/>
              <a:gd name="connsiteX41653" fmla="*/ 2076641 w 3114960"/>
              <a:gd name="connsiteY41653" fmla="*/ 2866168 h 5143785"/>
              <a:gd name="connsiteX41654" fmla="*/ 2076641 w 3114960"/>
              <a:gd name="connsiteY41654" fmla="*/ 2877788 h 5143785"/>
              <a:gd name="connsiteX41655" fmla="*/ 1916906 w 3114960"/>
              <a:gd name="connsiteY41655" fmla="*/ 2877788 h 5143785"/>
              <a:gd name="connsiteX41656" fmla="*/ 1912430 w 3114960"/>
              <a:gd name="connsiteY41656" fmla="*/ 2874169 h 5143785"/>
              <a:gd name="connsiteX41657" fmla="*/ 1898904 w 3114960"/>
              <a:gd name="connsiteY41657" fmla="*/ 2874169 h 5143785"/>
              <a:gd name="connsiteX41658" fmla="*/ 1894142 w 3114960"/>
              <a:gd name="connsiteY41658" fmla="*/ 2878931 h 5143785"/>
              <a:gd name="connsiteX41659" fmla="*/ 1894142 w 3114960"/>
              <a:gd name="connsiteY41659" fmla="*/ 2892457 h 5143785"/>
              <a:gd name="connsiteX41660" fmla="*/ 1898904 w 3114960"/>
              <a:gd name="connsiteY41660" fmla="*/ 2897219 h 5143785"/>
              <a:gd name="connsiteX41661" fmla="*/ 1912430 w 3114960"/>
              <a:gd name="connsiteY41661" fmla="*/ 2897219 h 5143785"/>
              <a:gd name="connsiteX41662" fmla="*/ 1917192 w 3114960"/>
              <a:gd name="connsiteY41662" fmla="*/ 2892457 h 5143785"/>
              <a:gd name="connsiteX41663" fmla="*/ 1917192 w 3114960"/>
              <a:gd name="connsiteY41663" fmla="*/ 2889599 h 5143785"/>
              <a:gd name="connsiteX41664" fmla="*/ 2076641 w 3114960"/>
              <a:gd name="connsiteY41664" fmla="*/ 2889599 h 5143785"/>
              <a:gd name="connsiteX41665" fmla="*/ 2076641 w 3114960"/>
              <a:gd name="connsiteY41665" fmla="*/ 2914269 h 5143785"/>
              <a:gd name="connsiteX41666" fmla="*/ 2067782 w 3114960"/>
              <a:gd name="connsiteY41666" fmla="*/ 2925032 h 5143785"/>
              <a:gd name="connsiteX41667" fmla="*/ 2076641 w 3114960"/>
              <a:gd name="connsiteY41667" fmla="*/ 2935796 h 5143785"/>
              <a:gd name="connsiteX41668" fmla="*/ 2076450 w 3114960"/>
              <a:gd name="connsiteY41668" fmla="*/ 3100007 h 5143785"/>
              <a:gd name="connsiteX41669" fmla="*/ 2081213 w 3114960"/>
              <a:gd name="connsiteY41669" fmla="*/ 3100007 h 5143785"/>
              <a:gd name="connsiteX41670" fmla="*/ 2081403 w 3114960"/>
              <a:gd name="connsiteY41670" fmla="*/ 2935796 h 5143785"/>
              <a:gd name="connsiteX41671" fmla="*/ 1564005 w 3114960"/>
              <a:gd name="connsiteY41671" fmla="*/ 3003137 h 5143785"/>
              <a:gd name="connsiteX41672" fmla="*/ 1558957 w 3114960"/>
              <a:gd name="connsiteY41672" fmla="*/ 2998089 h 5143785"/>
              <a:gd name="connsiteX41673" fmla="*/ 1564005 w 3114960"/>
              <a:gd name="connsiteY41673" fmla="*/ 2993041 h 5143785"/>
              <a:gd name="connsiteX41674" fmla="*/ 1569053 w 3114960"/>
              <a:gd name="connsiteY41674" fmla="*/ 2998089 h 5143785"/>
              <a:gd name="connsiteX41675" fmla="*/ 1564005 w 3114960"/>
              <a:gd name="connsiteY41675" fmla="*/ 3003137 h 5143785"/>
              <a:gd name="connsiteX41676" fmla="*/ 1585246 w 3114960"/>
              <a:gd name="connsiteY41676" fmla="*/ 3055334 h 5143785"/>
              <a:gd name="connsiteX41677" fmla="*/ 1580198 w 3114960"/>
              <a:gd name="connsiteY41677" fmla="*/ 3050286 h 5143785"/>
              <a:gd name="connsiteX41678" fmla="*/ 1585246 w 3114960"/>
              <a:gd name="connsiteY41678" fmla="*/ 3045238 h 5143785"/>
              <a:gd name="connsiteX41679" fmla="*/ 1590294 w 3114960"/>
              <a:gd name="connsiteY41679" fmla="*/ 3050286 h 5143785"/>
              <a:gd name="connsiteX41680" fmla="*/ 1585246 w 3114960"/>
              <a:gd name="connsiteY41680" fmla="*/ 3055334 h 5143785"/>
              <a:gd name="connsiteX41681" fmla="*/ 1766507 w 3114960"/>
              <a:gd name="connsiteY41681" fmla="*/ 3012281 h 5143785"/>
              <a:gd name="connsiteX41682" fmla="*/ 1768888 w 3114960"/>
              <a:gd name="connsiteY41682" fmla="*/ 3014663 h 5143785"/>
              <a:gd name="connsiteX41683" fmla="*/ 1768888 w 3114960"/>
              <a:gd name="connsiteY41683" fmla="*/ 3028188 h 5143785"/>
              <a:gd name="connsiteX41684" fmla="*/ 1766602 w 3114960"/>
              <a:gd name="connsiteY41684" fmla="*/ 3030569 h 5143785"/>
              <a:gd name="connsiteX41685" fmla="*/ 1753076 w 3114960"/>
              <a:gd name="connsiteY41685" fmla="*/ 3030569 h 5143785"/>
              <a:gd name="connsiteX41686" fmla="*/ 1750695 w 3114960"/>
              <a:gd name="connsiteY41686" fmla="*/ 3028284 h 5143785"/>
              <a:gd name="connsiteX41687" fmla="*/ 1750695 w 3114960"/>
              <a:gd name="connsiteY41687" fmla="*/ 3014758 h 5143785"/>
              <a:gd name="connsiteX41688" fmla="*/ 1752981 w 3114960"/>
              <a:gd name="connsiteY41688" fmla="*/ 3012377 h 5143785"/>
              <a:gd name="connsiteX41689" fmla="*/ 1766507 w 3114960"/>
              <a:gd name="connsiteY41689" fmla="*/ 3012377 h 5143785"/>
              <a:gd name="connsiteX41690" fmla="*/ 1982819 w 3114960"/>
              <a:gd name="connsiteY41690" fmla="*/ 2811113 h 5143785"/>
              <a:gd name="connsiteX41691" fmla="*/ 1969294 w 3114960"/>
              <a:gd name="connsiteY41691" fmla="*/ 2811113 h 5143785"/>
              <a:gd name="connsiteX41692" fmla="*/ 1966913 w 3114960"/>
              <a:gd name="connsiteY41692" fmla="*/ 2808827 h 5143785"/>
              <a:gd name="connsiteX41693" fmla="*/ 1966913 w 3114960"/>
              <a:gd name="connsiteY41693" fmla="*/ 2795302 h 5143785"/>
              <a:gd name="connsiteX41694" fmla="*/ 1969199 w 3114960"/>
              <a:gd name="connsiteY41694" fmla="*/ 2792921 h 5143785"/>
              <a:gd name="connsiteX41695" fmla="*/ 1982724 w 3114960"/>
              <a:gd name="connsiteY41695" fmla="*/ 2792921 h 5143785"/>
              <a:gd name="connsiteX41696" fmla="*/ 1985105 w 3114960"/>
              <a:gd name="connsiteY41696" fmla="*/ 2795207 h 5143785"/>
              <a:gd name="connsiteX41697" fmla="*/ 1985105 w 3114960"/>
              <a:gd name="connsiteY41697" fmla="*/ 2808732 h 5143785"/>
              <a:gd name="connsiteX41698" fmla="*/ 1982819 w 3114960"/>
              <a:gd name="connsiteY41698" fmla="*/ 2811113 h 5143785"/>
              <a:gd name="connsiteX41699" fmla="*/ 1817561 w 3114960"/>
              <a:gd name="connsiteY41699" fmla="*/ 2831306 h 5143785"/>
              <a:gd name="connsiteX41700" fmla="*/ 1812512 w 3114960"/>
              <a:gd name="connsiteY41700" fmla="*/ 2826258 h 5143785"/>
              <a:gd name="connsiteX41701" fmla="*/ 1817561 w 3114960"/>
              <a:gd name="connsiteY41701" fmla="*/ 2821210 h 5143785"/>
              <a:gd name="connsiteX41702" fmla="*/ 1822609 w 3114960"/>
              <a:gd name="connsiteY41702" fmla="*/ 2826258 h 5143785"/>
              <a:gd name="connsiteX41703" fmla="*/ 1817561 w 3114960"/>
              <a:gd name="connsiteY41703" fmla="*/ 2831306 h 5143785"/>
              <a:gd name="connsiteX41704" fmla="*/ 2072545 w 3114960"/>
              <a:gd name="connsiteY41704" fmla="*/ 2924747 h 5143785"/>
              <a:gd name="connsiteX41705" fmla="*/ 2079022 w 3114960"/>
              <a:gd name="connsiteY41705" fmla="*/ 2918270 h 5143785"/>
              <a:gd name="connsiteX41706" fmla="*/ 2085499 w 3114960"/>
              <a:gd name="connsiteY41706" fmla="*/ 2924747 h 5143785"/>
              <a:gd name="connsiteX41707" fmla="*/ 2079022 w 3114960"/>
              <a:gd name="connsiteY41707" fmla="*/ 2931224 h 5143785"/>
              <a:gd name="connsiteX41708" fmla="*/ 2072545 w 3114960"/>
              <a:gd name="connsiteY41708" fmla="*/ 2924747 h 5143785"/>
              <a:gd name="connsiteX41709" fmla="*/ 2189036 w 3114960"/>
              <a:gd name="connsiteY41709" fmla="*/ 3919061 h 5143785"/>
              <a:gd name="connsiteX41710" fmla="*/ 2193703 w 3114960"/>
              <a:gd name="connsiteY41710" fmla="*/ 3925729 h 5143785"/>
              <a:gd name="connsiteX41711" fmla="*/ 2199323 w 3114960"/>
              <a:gd name="connsiteY41711" fmla="*/ 3927348 h 5143785"/>
              <a:gd name="connsiteX41712" fmla="*/ 2201609 w 3114960"/>
              <a:gd name="connsiteY41712" fmla="*/ 3927062 h 5143785"/>
              <a:gd name="connsiteX41713" fmla="*/ 2208276 w 3114960"/>
              <a:gd name="connsiteY41713" fmla="*/ 3922395 h 5143785"/>
              <a:gd name="connsiteX41714" fmla="*/ 2209705 w 3114960"/>
              <a:gd name="connsiteY41714" fmla="*/ 3914394 h 5143785"/>
              <a:gd name="connsiteX41715" fmla="*/ 2205038 w 3114960"/>
              <a:gd name="connsiteY41715" fmla="*/ 3907727 h 5143785"/>
              <a:gd name="connsiteX41716" fmla="*/ 2197037 w 3114960"/>
              <a:gd name="connsiteY41716" fmla="*/ 3906298 h 5143785"/>
              <a:gd name="connsiteX41717" fmla="*/ 2195132 w 3114960"/>
              <a:gd name="connsiteY41717" fmla="*/ 3907155 h 5143785"/>
              <a:gd name="connsiteX41718" fmla="*/ 2164461 w 3114960"/>
              <a:gd name="connsiteY41718" fmla="*/ 3876009 h 5143785"/>
              <a:gd name="connsiteX41719" fmla="*/ 2135505 w 3114960"/>
              <a:gd name="connsiteY41719" fmla="*/ 3876009 h 5143785"/>
              <a:gd name="connsiteX41720" fmla="*/ 2123504 w 3114960"/>
              <a:gd name="connsiteY41720" fmla="*/ 3865912 h 5143785"/>
              <a:gd name="connsiteX41721" fmla="*/ 2111026 w 3114960"/>
              <a:gd name="connsiteY41721" fmla="*/ 3878390 h 5143785"/>
              <a:gd name="connsiteX41722" fmla="*/ 2123504 w 3114960"/>
              <a:gd name="connsiteY41722" fmla="*/ 3890867 h 5143785"/>
              <a:gd name="connsiteX41723" fmla="*/ 2135505 w 3114960"/>
              <a:gd name="connsiteY41723" fmla="*/ 3880771 h 5143785"/>
              <a:gd name="connsiteX41724" fmla="*/ 2162461 w 3114960"/>
              <a:gd name="connsiteY41724" fmla="*/ 3880771 h 5143785"/>
              <a:gd name="connsiteX41725" fmla="*/ 2191226 w 3114960"/>
              <a:gd name="connsiteY41725" fmla="*/ 3910013 h 5143785"/>
              <a:gd name="connsiteX41726" fmla="*/ 2190369 w 3114960"/>
              <a:gd name="connsiteY41726" fmla="*/ 3910870 h 5143785"/>
              <a:gd name="connsiteX41727" fmla="*/ 2188940 w 3114960"/>
              <a:gd name="connsiteY41727" fmla="*/ 3918871 h 5143785"/>
              <a:gd name="connsiteX41728" fmla="*/ 2194560 w 3114960"/>
              <a:gd name="connsiteY41728" fmla="*/ 3913727 h 5143785"/>
              <a:gd name="connsiteX41729" fmla="*/ 2198084 w 3114960"/>
              <a:gd name="connsiteY41729" fmla="*/ 3911251 h 5143785"/>
              <a:gd name="connsiteX41730" fmla="*/ 2198084 w 3114960"/>
              <a:gd name="connsiteY41730" fmla="*/ 3911251 h 5143785"/>
              <a:gd name="connsiteX41731" fmla="*/ 2199323 w 3114960"/>
              <a:gd name="connsiteY41731" fmla="*/ 3911155 h 5143785"/>
              <a:gd name="connsiteX41732" fmla="*/ 2202371 w 3114960"/>
              <a:gd name="connsiteY41732" fmla="*/ 3912013 h 5143785"/>
              <a:gd name="connsiteX41733" fmla="*/ 2204847 w 3114960"/>
              <a:gd name="connsiteY41733" fmla="*/ 3915537 h 5143785"/>
              <a:gd name="connsiteX41734" fmla="*/ 2204085 w 3114960"/>
              <a:gd name="connsiteY41734" fmla="*/ 3919823 h 5143785"/>
              <a:gd name="connsiteX41735" fmla="*/ 2200561 w 3114960"/>
              <a:gd name="connsiteY41735" fmla="*/ 3922300 h 5143785"/>
              <a:gd name="connsiteX41736" fmla="*/ 2196275 w 3114960"/>
              <a:gd name="connsiteY41736" fmla="*/ 3921538 h 5143785"/>
              <a:gd name="connsiteX41737" fmla="*/ 2193798 w 3114960"/>
              <a:gd name="connsiteY41737" fmla="*/ 3918013 h 5143785"/>
              <a:gd name="connsiteX41738" fmla="*/ 2194560 w 3114960"/>
              <a:gd name="connsiteY41738" fmla="*/ 3913727 h 5143785"/>
              <a:gd name="connsiteX41739" fmla="*/ 2123504 w 3114960"/>
              <a:gd name="connsiteY41739" fmla="*/ 3886200 h 5143785"/>
              <a:gd name="connsiteX41740" fmla="*/ 2115884 w 3114960"/>
              <a:gd name="connsiteY41740" fmla="*/ 3878580 h 5143785"/>
              <a:gd name="connsiteX41741" fmla="*/ 2123504 w 3114960"/>
              <a:gd name="connsiteY41741" fmla="*/ 3870960 h 5143785"/>
              <a:gd name="connsiteX41742" fmla="*/ 2131124 w 3114960"/>
              <a:gd name="connsiteY41742" fmla="*/ 3878580 h 5143785"/>
              <a:gd name="connsiteX41743" fmla="*/ 2123504 w 3114960"/>
              <a:gd name="connsiteY41743" fmla="*/ 3886200 h 5143785"/>
              <a:gd name="connsiteX41744" fmla="*/ 505111 w 3114960"/>
              <a:gd name="connsiteY41744" fmla="*/ 1629347 h 5143785"/>
              <a:gd name="connsiteX41745" fmla="*/ 517779 w 3114960"/>
              <a:gd name="connsiteY41745" fmla="*/ 1616678 h 5143785"/>
              <a:gd name="connsiteX41746" fmla="*/ 530447 w 3114960"/>
              <a:gd name="connsiteY41746" fmla="*/ 1629347 h 5143785"/>
              <a:gd name="connsiteX41747" fmla="*/ 517779 w 3114960"/>
              <a:gd name="connsiteY41747" fmla="*/ 1642015 h 5143785"/>
              <a:gd name="connsiteX41748" fmla="*/ 505111 w 3114960"/>
              <a:gd name="connsiteY41748" fmla="*/ 1629347 h 5143785"/>
              <a:gd name="connsiteX41749" fmla="*/ 2075593 w 3114960"/>
              <a:gd name="connsiteY41749" fmla="*/ 3911155 h 5143785"/>
              <a:gd name="connsiteX41750" fmla="*/ 2075593 w 3114960"/>
              <a:gd name="connsiteY41750" fmla="*/ 3901630 h 5143785"/>
              <a:gd name="connsiteX41751" fmla="*/ 2079879 w 3114960"/>
              <a:gd name="connsiteY41751" fmla="*/ 3897344 h 5143785"/>
              <a:gd name="connsiteX41752" fmla="*/ 2090166 w 3114960"/>
              <a:gd name="connsiteY41752" fmla="*/ 3897344 h 5143785"/>
              <a:gd name="connsiteX41753" fmla="*/ 2093690 w 3114960"/>
              <a:gd name="connsiteY41753" fmla="*/ 3900869 h 5143785"/>
              <a:gd name="connsiteX41754" fmla="*/ 2093690 w 3114960"/>
              <a:gd name="connsiteY41754" fmla="*/ 3911155 h 5143785"/>
              <a:gd name="connsiteX41755" fmla="*/ 2089404 w 3114960"/>
              <a:gd name="connsiteY41755" fmla="*/ 3915442 h 5143785"/>
              <a:gd name="connsiteX41756" fmla="*/ 2079879 w 3114960"/>
              <a:gd name="connsiteY41756" fmla="*/ 3915442 h 5143785"/>
              <a:gd name="connsiteX41757" fmla="*/ 2075593 w 3114960"/>
              <a:gd name="connsiteY41757" fmla="*/ 3911155 h 5143785"/>
              <a:gd name="connsiteX41758" fmla="*/ 2139696 w 3114960"/>
              <a:gd name="connsiteY41758" fmla="*/ 3756279 h 5143785"/>
              <a:gd name="connsiteX41759" fmla="*/ 2160270 w 3114960"/>
              <a:gd name="connsiteY41759" fmla="*/ 3728371 h 5143785"/>
              <a:gd name="connsiteX41760" fmla="*/ 2173034 w 3114960"/>
              <a:gd name="connsiteY41760" fmla="*/ 3728371 h 5143785"/>
              <a:gd name="connsiteX41761" fmla="*/ 2186083 w 3114960"/>
              <a:gd name="connsiteY41761" fmla="*/ 3715322 h 5143785"/>
              <a:gd name="connsiteX41762" fmla="*/ 2186083 w 3114960"/>
              <a:gd name="connsiteY41762" fmla="*/ 3686747 h 5143785"/>
              <a:gd name="connsiteX41763" fmla="*/ 2173034 w 3114960"/>
              <a:gd name="connsiteY41763" fmla="*/ 3673697 h 5143785"/>
              <a:gd name="connsiteX41764" fmla="*/ 2161127 w 3114960"/>
              <a:gd name="connsiteY41764" fmla="*/ 3673697 h 5143785"/>
              <a:gd name="connsiteX41765" fmla="*/ 2161127 w 3114960"/>
              <a:gd name="connsiteY41765" fmla="*/ 3635407 h 5143785"/>
              <a:gd name="connsiteX41766" fmla="*/ 2128742 w 3114960"/>
              <a:gd name="connsiteY41766" fmla="*/ 3605689 h 5143785"/>
              <a:gd name="connsiteX41767" fmla="*/ 2161032 w 3114960"/>
              <a:gd name="connsiteY41767" fmla="*/ 3575971 h 5143785"/>
              <a:gd name="connsiteX41768" fmla="*/ 2161032 w 3114960"/>
              <a:gd name="connsiteY41768" fmla="*/ 3537490 h 5143785"/>
              <a:gd name="connsiteX41769" fmla="*/ 2173034 w 3114960"/>
              <a:gd name="connsiteY41769" fmla="*/ 3537490 h 5143785"/>
              <a:gd name="connsiteX41770" fmla="*/ 2182559 w 3114960"/>
              <a:gd name="connsiteY41770" fmla="*/ 3527965 h 5143785"/>
              <a:gd name="connsiteX41771" fmla="*/ 2182559 w 3114960"/>
              <a:gd name="connsiteY41771" fmla="*/ 3499390 h 5143785"/>
              <a:gd name="connsiteX41772" fmla="*/ 2174177 w 3114960"/>
              <a:gd name="connsiteY41772" fmla="*/ 3490151 h 5143785"/>
              <a:gd name="connsiteX41773" fmla="*/ 2174177 w 3114960"/>
              <a:gd name="connsiteY41773" fmla="*/ 3267647 h 5143785"/>
              <a:gd name="connsiteX41774" fmla="*/ 2183321 w 3114960"/>
              <a:gd name="connsiteY41774" fmla="*/ 3262027 h 5143785"/>
              <a:gd name="connsiteX41775" fmla="*/ 2180273 w 3114960"/>
              <a:gd name="connsiteY41775" fmla="*/ 3242024 h 5143785"/>
              <a:gd name="connsiteX41776" fmla="*/ 2171795 w 3114960"/>
              <a:gd name="connsiteY41776" fmla="*/ 3239262 h 5143785"/>
              <a:gd name="connsiteX41777" fmla="*/ 2160270 w 3114960"/>
              <a:gd name="connsiteY41777" fmla="*/ 3245072 h 5143785"/>
              <a:gd name="connsiteX41778" fmla="*/ 2163318 w 3114960"/>
              <a:gd name="connsiteY41778" fmla="*/ 3265075 h 5143785"/>
              <a:gd name="connsiteX41779" fmla="*/ 2169414 w 3114960"/>
              <a:gd name="connsiteY41779" fmla="*/ 3267551 h 5143785"/>
              <a:gd name="connsiteX41780" fmla="*/ 2169414 w 3114960"/>
              <a:gd name="connsiteY41780" fmla="*/ 3489865 h 5143785"/>
              <a:gd name="connsiteX41781" fmla="*/ 2144554 w 3114960"/>
              <a:gd name="connsiteY41781" fmla="*/ 3489865 h 5143785"/>
              <a:gd name="connsiteX41782" fmla="*/ 2140744 w 3114960"/>
              <a:gd name="connsiteY41782" fmla="*/ 3490722 h 5143785"/>
              <a:gd name="connsiteX41783" fmla="*/ 2112264 w 3114960"/>
              <a:gd name="connsiteY41783" fmla="*/ 3458242 h 5143785"/>
              <a:gd name="connsiteX41784" fmla="*/ 2112264 w 3114960"/>
              <a:gd name="connsiteY41784" fmla="*/ 3267551 h 5143785"/>
              <a:gd name="connsiteX41785" fmla="*/ 2121408 w 3114960"/>
              <a:gd name="connsiteY41785" fmla="*/ 3261932 h 5143785"/>
              <a:gd name="connsiteX41786" fmla="*/ 2118360 w 3114960"/>
              <a:gd name="connsiteY41786" fmla="*/ 3241929 h 5143785"/>
              <a:gd name="connsiteX41787" fmla="*/ 2109883 w 3114960"/>
              <a:gd name="connsiteY41787" fmla="*/ 3239167 h 5143785"/>
              <a:gd name="connsiteX41788" fmla="*/ 2098358 w 3114960"/>
              <a:gd name="connsiteY41788" fmla="*/ 3244977 h 5143785"/>
              <a:gd name="connsiteX41789" fmla="*/ 2101406 w 3114960"/>
              <a:gd name="connsiteY41789" fmla="*/ 3264980 h 5143785"/>
              <a:gd name="connsiteX41790" fmla="*/ 2107502 w 3114960"/>
              <a:gd name="connsiteY41790" fmla="*/ 3267456 h 5143785"/>
              <a:gd name="connsiteX41791" fmla="*/ 2107502 w 3114960"/>
              <a:gd name="connsiteY41791" fmla="*/ 3459956 h 5143785"/>
              <a:gd name="connsiteX41792" fmla="*/ 2137124 w 3114960"/>
              <a:gd name="connsiteY41792" fmla="*/ 3493770 h 5143785"/>
              <a:gd name="connsiteX41793" fmla="*/ 2135124 w 3114960"/>
              <a:gd name="connsiteY41793" fmla="*/ 3499390 h 5143785"/>
              <a:gd name="connsiteX41794" fmla="*/ 2135124 w 3114960"/>
              <a:gd name="connsiteY41794" fmla="*/ 3527965 h 5143785"/>
              <a:gd name="connsiteX41795" fmla="*/ 2144649 w 3114960"/>
              <a:gd name="connsiteY41795" fmla="*/ 3537490 h 5143785"/>
              <a:gd name="connsiteX41796" fmla="*/ 2156555 w 3114960"/>
              <a:gd name="connsiteY41796" fmla="*/ 3537490 h 5143785"/>
              <a:gd name="connsiteX41797" fmla="*/ 2156555 w 3114960"/>
              <a:gd name="connsiteY41797" fmla="*/ 3573875 h 5143785"/>
              <a:gd name="connsiteX41798" fmla="*/ 2126647 w 3114960"/>
              <a:gd name="connsiteY41798" fmla="*/ 3601307 h 5143785"/>
              <a:gd name="connsiteX41799" fmla="*/ 2126647 w 3114960"/>
              <a:gd name="connsiteY41799" fmla="*/ 3601307 h 5143785"/>
              <a:gd name="connsiteX41800" fmla="*/ 2117122 w 3114960"/>
              <a:gd name="connsiteY41800" fmla="*/ 3591687 h 5143785"/>
              <a:gd name="connsiteX41801" fmla="*/ 2088547 w 3114960"/>
              <a:gd name="connsiteY41801" fmla="*/ 3591687 h 5143785"/>
              <a:gd name="connsiteX41802" fmla="*/ 2079022 w 3114960"/>
              <a:gd name="connsiteY41802" fmla="*/ 3601212 h 5143785"/>
              <a:gd name="connsiteX41803" fmla="*/ 2079022 w 3114960"/>
              <a:gd name="connsiteY41803" fmla="*/ 3604070 h 5143785"/>
              <a:gd name="connsiteX41804" fmla="*/ 2049113 w 3114960"/>
              <a:gd name="connsiteY41804" fmla="*/ 3576542 h 5143785"/>
              <a:gd name="connsiteX41805" fmla="*/ 2049113 w 3114960"/>
              <a:gd name="connsiteY41805" fmla="*/ 3541014 h 5143785"/>
              <a:gd name="connsiteX41806" fmla="*/ 2061115 w 3114960"/>
              <a:gd name="connsiteY41806" fmla="*/ 3541014 h 5143785"/>
              <a:gd name="connsiteX41807" fmla="*/ 2074164 w 3114960"/>
              <a:gd name="connsiteY41807" fmla="*/ 3527965 h 5143785"/>
              <a:gd name="connsiteX41808" fmla="*/ 2074164 w 3114960"/>
              <a:gd name="connsiteY41808" fmla="*/ 3499390 h 5143785"/>
              <a:gd name="connsiteX41809" fmla="*/ 2061115 w 3114960"/>
              <a:gd name="connsiteY41809" fmla="*/ 3486341 h 5143785"/>
              <a:gd name="connsiteX41810" fmla="*/ 2046827 w 3114960"/>
              <a:gd name="connsiteY41810" fmla="*/ 3486341 h 5143785"/>
              <a:gd name="connsiteX41811" fmla="*/ 2046351 w 3114960"/>
              <a:gd name="connsiteY41811" fmla="*/ 3306890 h 5143785"/>
              <a:gd name="connsiteX41812" fmla="*/ 2046351 w 3114960"/>
              <a:gd name="connsiteY41812" fmla="*/ 3306032 h 5143785"/>
              <a:gd name="connsiteX41813" fmla="*/ 2032064 w 3114960"/>
              <a:gd name="connsiteY41813" fmla="*/ 3289935 h 5143785"/>
              <a:gd name="connsiteX41814" fmla="*/ 2032064 w 3114960"/>
              <a:gd name="connsiteY41814" fmla="*/ 3264503 h 5143785"/>
              <a:gd name="connsiteX41815" fmla="*/ 2040446 w 3114960"/>
              <a:gd name="connsiteY41815" fmla="*/ 3264503 h 5143785"/>
              <a:gd name="connsiteX41816" fmla="*/ 2046542 w 3114960"/>
              <a:gd name="connsiteY41816" fmla="*/ 3258407 h 5143785"/>
              <a:gd name="connsiteX41817" fmla="*/ 2046542 w 3114960"/>
              <a:gd name="connsiteY41817" fmla="*/ 3252788 h 5143785"/>
              <a:gd name="connsiteX41818" fmla="*/ 2040446 w 3114960"/>
              <a:gd name="connsiteY41818" fmla="*/ 3246692 h 5143785"/>
              <a:gd name="connsiteX41819" fmla="*/ 2018824 w 3114960"/>
              <a:gd name="connsiteY41819" fmla="*/ 3246692 h 5143785"/>
              <a:gd name="connsiteX41820" fmla="*/ 2012728 w 3114960"/>
              <a:gd name="connsiteY41820" fmla="*/ 3252788 h 5143785"/>
              <a:gd name="connsiteX41821" fmla="*/ 2012728 w 3114960"/>
              <a:gd name="connsiteY41821" fmla="*/ 3258407 h 5143785"/>
              <a:gd name="connsiteX41822" fmla="*/ 2018824 w 3114960"/>
              <a:gd name="connsiteY41822" fmla="*/ 3264503 h 5143785"/>
              <a:gd name="connsiteX41823" fmla="*/ 2027301 w 3114960"/>
              <a:gd name="connsiteY41823" fmla="*/ 3264503 h 5143785"/>
              <a:gd name="connsiteX41824" fmla="*/ 2027301 w 3114960"/>
              <a:gd name="connsiteY41824" fmla="*/ 3291745 h 5143785"/>
              <a:gd name="connsiteX41825" fmla="*/ 2041684 w 3114960"/>
              <a:gd name="connsiteY41825" fmla="*/ 3307842 h 5143785"/>
              <a:gd name="connsiteX41826" fmla="*/ 2042160 w 3114960"/>
              <a:gd name="connsiteY41826" fmla="*/ 3486341 h 5143785"/>
              <a:gd name="connsiteX41827" fmla="*/ 2032635 w 3114960"/>
              <a:gd name="connsiteY41827" fmla="*/ 3486341 h 5143785"/>
              <a:gd name="connsiteX41828" fmla="*/ 2019586 w 3114960"/>
              <a:gd name="connsiteY41828" fmla="*/ 3499390 h 5143785"/>
              <a:gd name="connsiteX41829" fmla="*/ 2019586 w 3114960"/>
              <a:gd name="connsiteY41829" fmla="*/ 3527965 h 5143785"/>
              <a:gd name="connsiteX41830" fmla="*/ 2032635 w 3114960"/>
              <a:gd name="connsiteY41830" fmla="*/ 3541014 h 5143785"/>
              <a:gd name="connsiteX41831" fmla="*/ 2044351 w 3114960"/>
              <a:gd name="connsiteY41831" fmla="*/ 3541014 h 5143785"/>
              <a:gd name="connsiteX41832" fmla="*/ 2044351 w 3114960"/>
              <a:gd name="connsiteY41832" fmla="*/ 3578638 h 5143785"/>
              <a:gd name="connsiteX41833" fmla="*/ 2076355 w 3114960"/>
              <a:gd name="connsiteY41833" fmla="*/ 3608070 h 5143785"/>
              <a:gd name="connsiteX41834" fmla="*/ 2044446 w 3114960"/>
              <a:gd name="connsiteY41834" fmla="*/ 3637502 h 5143785"/>
              <a:gd name="connsiteX41835" fmla="*/ 2044446 w 3114960"/>
              <a:gd name="connsiteY41835" fmla="*/ 3673697 h 5143785"/>
              <a:gd name="connsiteX41836" fmla="*/ 2032540 w 3114960"/>
              <a:gd name="connsiteY41836" fmla="*/ 3673697 h 5143785"/>
              <a:gd name="connsiteX41837" fmla="*/ 2019491 w 3114960"/>
              <a:gd name="connsiteY41837" fmla="*/ 3686747 h 5143785"/>
              <a:gd name="connsiteX41838" fmla="*/ 2019491 w 3114960"/>
              <a:gd name="connsiteY41838" fmla="*/ 3715322 h 5143785"/>
              <a:gd name="connsiteX41839" fmla="*/ 2032540 w 3114960"/>
              <a:gd name="connsiteY41839" fmla="*/ 3728371 h 5143785"/>
              <a:gd name="connsiteX41840" fmla="*/ 2061115 w 3114960"/>
              <a:gd name="connsiteY41840" fmla="*/ 3728371 h 5143785"/>
              <a:gd name="connsiteX41841" fmla="*/ 2074164 w 3114960"/>
              <a:gd name="connsiteY41841" fmla="*/ 3715322 h 5143785"/>
              <a:gd name="connsiteX41842" fmla="*/ 2074164 w 3114960"/>
              <a:gd name="connsiteY41842" fmla="*/ 3686747 h 5143785"/>
              <a:gd name="connsiteX41843" fmla="*/ 2061115 w 3114960"/>
              <a:gd name="connsiteY41843" fmla="*/ 3673697 h 5143785"/>
              <a:gd name="connsiteX41844" fmla="*/ 2049018 w 3114960"/>
              <a:gd name="connsiteY41844" fmla="*/ 3673697 h 5143785"/>
              <a:gd name="connsiteX41845" fmla="*/ 2049018 w 3114960"/>
              <a:gd name="connsiteY41845" fmla="*/ 3639598 h 5143785"/>
              <a:gd name="connsiteX41846" fmla="*/ 2079593 w 3114960"/>
              <a:gd name="connsiteY41846" fmla="*/ 3611499 h 5143785"/>
              <a:gd name="connsiteX41847" fmla="*/ 2088547 w 3114960"/>
              <a:gd name="connsiteY41847" fmla="*/ 3618262 h 5143785"/>
              <a:gd name="connsiteX41848" fmla="*/ 2117122 w 3114960"/>
              <a:gd name="connsiteY41848" fmla="*/ 3618262 h 5143785"/>
              <a:gd name="connsiteX41849" fmla="*/ 2126456 w 3114960"/>
              <a:gd name="connsiteY41849" fmla="*/ 3609785 h 5143785"/>
              <a:gd name="connsiteX41850" fmla="*/ 2156460 w 3114960"/>
              <a:gd name="connsiteY41850" fmla="*/ 3637407 h 5143785"/>
              <a:gd name="connsiteX41851" fmla="*/ 2156460 w 3114960"/>
              <a:gd name="connsiteY41851" fmla="*/ 3673602 h 5143785"/>
              <a:gd name="connsiteX41852" fmla="*/ 2144649 w 3114960"/>
              <a:gd name="connsiteY41852" fmla="*/ 3673602 h 5143785"/>
              <a:gd name="connsiteX41853" fmla="*/ 2131600 w 3114960"/>
              <a:gd name="connsiteY41853" fmla="*/ 3686651 h 5143785"/>
              <a:gd name="connsiteX41854" fmla="*/ 2131600 w 3114960"/>
              <a:gd name="connsiteY41854" fmla="*/ 3715226 h 5143785"/>
              <a:gd name="connsiteX41855" fmla="*/ 2144649 w 3114960"/>
              <a:gd name="connsiteY41855" fmla="*/ 3728276 h 5143785"/>
              <a:gd name="connsiteX41856" fmla="*/ 2154555 w 3114960"/>
              <a:gd name="connsiteY41856" fmla="*/ 3728276 h 5143785"/>
              <a:gd name="connsiteX41857" fmla="*/ 2137505 w 3114960"/>
              <a:gd name="connsiteY41857" fmla="*/ 3751421 h 5143785"/>
              <a:gd name="connsiteX41858" fmla="*/ 1991678 w 3114960"/>
              <a:gd name="connsiteY41858" fmla="*/ 3751421 h 5143785"/>
              <a:gd name="connsiteX41859" fmla="*/ 1927003 w 3114960"/>
              <a:gd name="connsiteY41859" fmla="*/ 3820954 h 5143785"/>
              <a:gd name="connsiteX41860" fmla="*/ 1927003 w 3114960"/>
              <a:gd name="connsiteY41860" fmla="*/ 3927253 h 5143785"/>
              <a:gd name="connsiteX41861" fmla="*/ 1915573 w 3114960"/>
              <a:gd name="connsiteY41861" fmla="*/ 3940874 h 5143785"/>
              <a:gd name="connsiteX41862" fmla="*/ 1929384 w 3114960"/>
              <a:gd name="connsiteY41862" fmla="*/ 3954685 h 5143785"/>
              <a:gd name="connsiteX41863" fmla="*/ 1943195 w 3114960"/>
              <a:gd name="connsiteY41863" fmla="*/ 3940874 h 5143785"/>
              <a:gd name="connsiteX41864" fmla="*/ 1931765 w 3114960"/>
              <a:gd name="connsiteY41864" fmla="*/ 3927253 h 5143785"/>
              <a:gd name="connsiteX41865" fmla="*/ 1931765 w 3114960"/>
              <a:gd name="connsiteY41865" fmla="*/ 3822859 h 5143785"/>
              <a:gd name="connsiteX41866" fmla="*/ 1993582 w 3114960"/>
              <a:gd name="connsiteY41866" fmla="*/ 3756184 h 5143785"/>
              <a:gd name="connsiteX41867" fmla="*/ 2139791 w 3114960"/>
              <a:gd name="connsiteY41867" fmla="*/ 3756184 h 5143785"/>
              <a:gd name="connsiteX41868" fmla="*/ 2164842 w 3114960"/>
              <a:gd name="connsiteY41868" fmla="*/ 3262884 h 5143785"/>
              <a:gd name="connsiteX41869" fmla="*/ 2162366 w 3114960"/>
              <a:gd name="connsiteY41869" fmla="*/ 3246501 h 5143785"/>
              <a:gd name="connsiteX41870" fmla="*/ 2178749 w 3114960"/>
              <a:gd name="connsiteY41870" fmla="*/ 3244025 h 5143785"/>
              <a:gd name="connsiteX41871" fmla="*/ 2183416 w 3114960"/>
              <a:gd name="connsiteY41871" fmla="*/ 3251645 h 5143785"/>
              <a:gd name="connsiteX41872" fmla="*/ 2181320 w 3114960"/>
              <a:gd name="connsiteY41872" fmla="*/ 3260312 h 5143785"/>
              <a:gd name="connsiteX41873" fmla="*/ 2173700 w 3114960"/>
              <a:gd name="connsiteY41873" fmla="*/ 3264980 h 5143785"/>
              <a:gd name="connsiteX41874" fmla="*/ 2171891 w 3114960"/>
              <a:gd name="connsiteY41874" fmla="*/ 3265075 h 5143785"/>
              <a:gd name="connsiteX41875" fmla="*/ 2165033 w 3114960"/>
              <a:gd name="connsiteY41875" fmla="*/ 3262789 h 5143785"/>
              <a:gd name="connsiteX41876" fmla="*/ 2109692 w 3114960"/>
              <a:gd name="connsiteY41876" fmla="*/ 3265170 h 5143785"/>
              <a:gd name="connsiteX41877" fmla="*/ 2102834 w 3114960"/>
              <a:gd name="connsiteY41877" fmla="*/ 3262884 h 5143785"/>
              <a:gd name="connsiteX41878" fmla="*/ 2100358 w 3114960"/>
              <a:gd name="connsiteY41878" fmla="*/ 3246501 h 5143785"/>
              <a:gd name="connsiteX41879" fmla="*/ 2116741 w 3114960"/>
              <a:gd name="connsiteY41879" fmla="*/ 3244025 h 5143785"/>
              <a:gd name="connsiteX41880" fmla="*/ 2121408 w 3114960"/>
              <a:gd name="connsiteY41880" fmla="*/ 3251645 h 5143785"/>
              <a:gd name="connsiteX41881" fmla="*/ 2119313 w 3114960"/>
              <a:gd name="connsiteY41881" fmla="*/ 3260312 h 5143785"/>
              <a:gd name="connsiteX41882" fmla="*/ 2111693 w 3114960"/>
              <a:gd name="connsiteY41882" fmla="*/ 3264980 h 5143785"/>
              <a:gd name="connsiteX41883" fmla="*/ 2109883 w 3114960"/>
              <a:gd name="connsiteY41883" fmla="*/ 3265075 h 5143785"/>
              <a:gd name="connsiteX41884" fmla="*/ 2018728 w 3114960"/>
              <a:gd name="connsiteY41884" fmla="*/ 3259741 h 5143785"/>
              <a:gd name="connsiteX41885" fmla="*/ 2017395 w 3114960"/>
              <a:gd name="connsiteY41885" fmla="*/ 3258407 h 5143785"/>
              <a:gd name="connsiteX41886" fmla="*/ 2017395 w 3114960"/>
              <a:gd name="connsiteY41886" fmla="*/ 3252788 h 5143785"/>
              <a:gd name="connsiteX41887" fmla="*/ 2018728 w 3114960"/>
              <a:gd name="connsiteY41887" fmla="*/ 3251454 h 5143785"/>
              <a:gd name="connsiteX41888" fmla="*/ 2040350 w 3114960"/>
              <a:gd name="connsiteY41888" fmla="*/ 3251454 h 5143785"/>
              <a:gd name="connsiteX41889" fmla="*/ 2041684 w 3114960"/>
              <a:gd name="connsiteY41889" fmla="*/ 3252788 h 5143785"/>
              <a:gd name="connsiteX41890" fmla="*/ 2041684 w 3114960"/>
              <a:gd name="connsiteY41890" fmla="*/ 3258407 h 5143785"/>
              <a:gd name="connsiteX41891" fmla="*/ 2040350 w 3114960"/>
              <a:gd name="connsiteY41891" fmla="*/ 3259741 h 5143785"/>
              <a:gd name="connsiteX41892" fmla="*/ 2018728 w 3114960"/>
              <a:gd name="connsiteY41892" fmla="*/ 3259741 h 5143785"/>
              <a:gd name="connsiteX41893" fmla="*/ 2032349 w 3114960"/>
              <a:gd name="connsiteY41893" fmla="*/ 3533870 h 5143785"/>
              <a:gd name="connsiteX41894" fmla="*/ 2026444 w 3114960"/>
              <a:gd name="connsiteY41894" fmla="*/ 3527965 h 5143785"/>
              <a:gd name="connsiteX41895" fmla="*/ 2026444 w 3114960"/>
              <a:gd name="connsiteY41895" fmla="*/ 3499390 h 5143785"/>
              <a:gd name="connsiteX41896" fmla="*/ 2032349 w 3114960"/>
              <a:gd name="connsiteY41896" fmla="*/ 3493484 h 5143785"/>
              <a:gd name="connsiteX41897" fmla="*/ 2060924 w 3114960"/>
              <a:gd name="connsiteY41897" fmla="*/ 3493484 h 5143785"/>
              <a:gd name="connsiteX41898" fmla="*/ 2066830 w 3114960"/>
              <a:gd name="connsiteY41898" fmla="*/ 3499390 h 5143785"/>
              <a:gd name="connsiteX41899" fmla="*/ 2066830 w 3114960"/>
              <a:gd name="connsiteY41899" fmla="*/ 3527965 h 5143785"/>
              <a:gd name="connsiteX41900" fmla="*/ 2060924 w 3114960"/>
              <a:gd name="connsiteY41900" fmla="*/ 3533870 h 5143785"/>
              <a:gd name="connsiteX41901" fmla="*/ 2032349 w 3114960"/>
              <a:gd name="connsiteY41901" fmla="*/ 3533870 h 5143785"/>
              <a:gd name="connsiteX41902" fmla="*/ 2061020 w 3114960"/>
              <a:gd name="connsiteY41902" fmla="*/ 3680841 h 5143785"/>
              <a:gd name="connsiteX41903" fmla="*/ 2066925 w 3114960"/>
              <a:gd name="connsiteY41903" fmla="*/ 3686747 h 5143785"/>
              <a:gd name="connsiteX41904" fmla="*/ 2066925 w 3114960"/>
              <a:gd name="connsiteY41904" fmla="*/ 3715322 h 5143785"/>
              <a:gd name="connsiteX41905" fmla="*/ 2061020 w 3114960"/>
              <a:gd name="connsiteY41905" fmla="*/ 3721227 h 5143785"/>
              <a:gd name="connsiteX41906" fmla="*/ 2032445 w 3114960"/>
              <a:gd name="connsiteY41906" fmla="*/ 3721227 h 5143785"/>
              <a:gd name="connsiteX41907" fmla="*/ 2026539 w 3114960"/>
              <a:gd name="connsiteY41907" fmla="*/ 3715322 h 5143785"/>
              <a:gd name="connsiteX41908" fmla="*/ 2026539 w 3114960"/>
              <a:gd name="connsiteY41908" fmla="*/ 3686747 h 5143785"/>
              <a:gd name="connsiteX41909" fmla="*/ 2032445 w 3114960"/>
              <a:gd name="connsiteY41909" fmla="*/ 3680841 h 5143785"/>
              <a:gd name="connsiteX41910" fmla="*/ 2061020 w 3114960"/>
              <a:gd name="connsiteY41910" fmla="*/ 3680841 h 5143785"/>
              <a:gd name="connsiteX41911" fmla="*/ 2078927 w 3114960"/>
              <a:gd name="connsiteY41911" fmla="*/ 3608832 h 5143785"/>
              <a:gd name="connsiteX41912" fmla="*/ 2078260 w 3114960"/>
              <a:gd name="connsiteY41912" fmla="*/ 3608165 h 5143785"/>
              <a:gd name="connsiteX41913" fmla="*/ 2078927 w 3114960"/>
              <a:gd name="connsiteY41913" fmla="*/ 3607499 h 5143785"/>
              <a:gd name="connsiteX41914" fmla="*/ 2078927 w 3114960"/>
              <a:gd name="connsiteY41914" fmla="*/ 3608927 h 5143785"/>
              <a:gd name="connsiteX41915" fmla="*/ 2126456 w 3114960"/>
              <a:gd name="connsiteY41915" fmla="*/ 3606546 h 5143785"/>
              <a:gd name="connsiteX41916" fmla="*/ 2126456 w 3114960"/>
              <a:gd name="connsiteY41916" fmla="*/ 3604736 h 5143785"/>
              <a:gd name="connsiteX41917" fmla="*/ 2127314 w 3114960"/>
              <a:gd name="connsiteY41917" fmla="*/ 3605689 h 5143785"/>
              <a:gd name="connsiteX41918" fmla="*/ 2126456 w 3114960"/>
              <a:gd name="connsiteY41918" fmla="*/ 3606642 h 5143785"/>
              <a:gd name="connsiteX41919" fmla="*/ 2144459 w 3114960"/>
              <a:gd name="connsiteY41919" fmla="*/ 3721322 h 5143785"/>
              <a:gd name="connsiteX41920" fmla="*/ 2138553 w 3114960"/>
              <a:gd name="connsiteY41920" fmla="*/ 3715417 h 5143785"/>
              <a:gd name="connsiteX41921" fmla="*/ 2138553 w 3114960"/>
              <a:gd name="connsiteY41921" fmla="*/ 3686842 h 5143785"/>
              <a:gd name="connsiteX41922" fmla="*/ 2144459 w 3114960"/>
              <a:gd name="connsiteY41922" fmla="*/ 3680936 h 5143785"/>
              <a:gd name="connsiteX41923" fmla="*/ 2173034 w 3114960"/>
              <a:gd name="connsiteY41923" fmla="*/ 3680936 h 5143785"/>
              <a:gd name="connsiteX41924" fmla="*/ 2178939 w 3114960"/>
              <a:gd name="connsiteY41924" fmla="*/ 3686842 h 5143785"/>
              <a:gd name="connsiteX41925" fmla="*/ 2178939 w 3114960"/>
              <a:gd name="connsiteY41925" fmla="*/ 3715417 h 5143785"/>
              <a:gd name="connsiteX41926" fmla="*/ 2173034 w 3114960"/>
              <a:gd name="connsiteY41926" fmla="*/ 3721322 h 5143785"/>
              <a:gd name="connsiteX41927" fmla="*/ 2144459 w 3114960"/>
              <a:gd name="connsiteY41927" fmla="*/ 3721322 h 5143785"/>
              <a:gd name="connsiteX41928" fmla="*/ 546926 w 3114960"/>
              <a:gd name="connsiteY41928" fmla="*/ 3143155 h 5143785"/>
              <a:gd name="connsiteX41929" fmla="*/ 534162 w 3114960"/>
              <a:gd name="connsiteY41929" fmla="*/ 3129725 h 5143785"/>
              <a:gd name="connsiteX41930" fmla="*/ 537591 w 3114960"/>
              <a:gd name="connsiteY41930" fmla="*/ 3126486 h 5143785"/>
              <a:gd name="connsiteX41931" fmla="*/ 550355 w 3114960"/>
              <a:gd name="connsiteY41931" fmla="*/ 3139917 h 5143785"/>
              <a:gd name="connsiteX41932" fmla="*/ 546926 w 3114960"/>
              <a:gd name="connsiteY41932" fmla="*/ 3143155 h 5143785"/>
              <a:gd name="connsiteX41933" fmla="*/ 120110 w 3114960"/>
              <a:gd name="connsiteY41933" fmla="*/ 2994279 h 5143785"/>
              <a:gd name="connsiteX41934" fmla="*/ 120491 w 3114960"/>
              <a:gd name="connsiteY41934" fmla="*/ 2994565 h 5143785"/>
              <a:gd name="connsiteX41935" fmla="*/ 194215 w 3114960"/>
              <a:gd name="connsiteY41935" fmla="*/ 2994565 h 5143785"/>
              <a:gd name="connsiteX41936" fmla="*/ 206502 w 3114960"/>
              <a:gd name="connsiteY41936" fmla="*/ 3004661 h 5143785"/>
              <a:gd name="connsiteX41937" fmla="*/ 208121 w 3114960"/>
              <a:gd name="connsiteY41937" fmla="*/ 3004566 h 5143785"/>
              <a:gd name="connsiteX41938" fmla="*/ 219075 w 3114960"/>
              <a:gd name="connsiteY41938" fmla="*/ 2990374 h 5143785"/>
              <a:gd name="connsiteX41939" fmla="*/ 214313 w 3114960"/>
              <a:gd name="connsiteY41939" fmla="*/ 2981992 h 5143785"/>
              <a:gd name="connsiteX41940" fmla="*/ 204978 w 3114960"/>
              <a:gd name="connsiteY41940" fmla="*/ 2979420 h 5143785"/>
              <a:gd name="connsiteX41941" fmla="*/ 196596 w 3114960"/>
              <a:gd name="connsiteY41941" fmla="*/ 2984183 h 5143785"/>
              <a:gd name="connsiteX41942" fmla="*/ 194120 w 3114960"/>
              <a:gd name="connsiteY41942" fmla="*/ 2991993 h 5143785"/>
              <a:gd name="connsiteX41943" fmla="*/ 121444 w 3114960"/>
              <a:gd name="connsiteY41943" fmla="*/ 2991993 h 5143785"/>
              <a:gd name="connsiteX41944" fmla="*/ 54959 w 3114960"/>
              <a:gd name="connsiteY41944" fmla="*/ 2934557 h 5143785"/>
              <a:gd name="connsiteX41945" fmla="*/ 54578 w 3114960"/>
              <a:gd name="connsiteY41945" fmla="*/ 2934272 h 5143785"/>
              <a:gd name="connsiteX41946" fmla="*/ 95 w 3114960"/>
              <a:gd name="connsiteY41946" fmla="*/ 2934272 h 5143785"/>
              <a:gd name="connsiteX41947" fmla="*/ 95 w 3114960"/>
              <a:gd name="connsiteY41947" fmla="*/ 2936653 h 5143785"/>
              <a:gd name="connsiteX41948" fmla="*/ 53721 w 3114960"/>
              <a:gd name="connsiteY41948" fmla="*/ 2936653 h 5143785"/>
              <a:gd name="connsiteX41949" fmla="*/ 120206 w 3114960"/>
              <a:gd name="connsiteY41949" fmla="*/ 2994088 h 5143785"/>
              <a:gd name="connsiteX41950" fmla="*/ 200216 w 3114960"/>
              <a:gd name="connsiteY41950" fmla="*/ 2987230 h 5143785"/>
              <a:gd name="connsiteX41951" fmla="*/ 205454 w 3114960"/>
              <a:gd name="connsiteY41951" fmla="*/ 2984278 h 5143785"/>
              <a:gd name="connsiteX41952" fmla="*/ 206502 w 3114960"/>
              <a:gd name="connsiteY41952" fmla="*/ 2984278 h 5143785"/>
              <a:gd name="connsiteX41953" fmla="*/ 211265 w 3114960"/>
              <a:gd name="connsiteY41953" fmla="*/ 2985897 h 5143785"/>
              <a:gd name="connsiteX41954" fmla="*/ 214217 w 3114960"/>
              <a:gd name="connsiteY41954" fmla="*/ 2991136 h 5143785"/>
              <a:gd name="connsiteX41955" fmla="*/ 214217 w 3114960"/>
              <a:gd name="connsiteY41955" fmla="*/ 2991136 h 5143785"/>
              <a:gd name="connsiteX41956" fmla="*/ 207455 w 3114960"/>
              <a:gd name="connsiteY41956" fmla="*/ 2999994 h 5143785"/>
              <a:gd name="connsiteX41957" fmla="*/ 198596 w 3114960"/>
              <a:gd name="connsiteY41957" fmla="*/ 2993136 h 5143785"/>
              <a:gd name="connsiteX41958" fmla="*/ 200216 w 3114960"/>
              <a:gd name="connsiteY41958" fmla="*/ 2987326 h 5143785"/>
              <a:gd name="connsiteX41959" fmla="*/ 1117283 w 3114960"/>
              <a:gd name="connsiteY41959" fmla="*/ 2956465 h 5143785"/>
              <a:gd name="connsiteX41960" fmla="*/ 1117283 w 3114960"/>
              <a:gd name="connsiteY41960" fmla="*/ 2935510 h 5143785"/>
              <a:gd name="connsiteX41961" fmla="*/ 1012222 w 3114960"/>
              <a:gd name="connsiteY41961" fmla="*/ 2935510 h 5143785"/>
              <a:gd name="connsiteX41962" fmla="*/ 1012222 w 3114960"/>
              <a:gd name="connsiteY41962" fmla="*/ 2937891 h 5143785"/>
              <a:gd name="connsiteX41963" fmla="*/ 1006412 w 3114960"/>
              <a:gd name="connsiteY41963" fmla="*/ 2926366 h 5143785"/>
              <a:gd name="connsiteX41964" fmla="*/ 986409 w 3114960"/>
              <a:gd name="connsiteY41964" fmla="*/ 2929414 h 5143785"/>
              <a:gd name="connsiteX41965" fmla="*/ 983837 w 3114960"/>
              <a:gd name="connsiteY41965" fmla="*/ 2940082 h 5143785"/>
              <a:gd name="connsiteX41966" fmla="*/ 989552 w 3114960"/>
              <a:gd name="connsiteY41966" fmla="*/ 2949417 h 5143785"/>
              <a:gd name="connsiteX41967" fmla="*/ 1009555 w 3114960"/>
              <a:gd name="connsiteY41967" fmla="*/ 2946368 h 5143785"/>
              <a:gd name="connsiteX41968" fmla="*/ 1012317 w 3114960"/>
              <a:gd name="connsiteY41968" fmla="*/ 2937891 h 5143785"/>
              <a:gd name="connsiteX41969" fmla="*/ 1012317 w 3114960"/>
              <a:gd name="connsiteY41969" fmla="*/ 2940272 h 5143785"/>
              <a:gd name="connsiteX41970" fmla="*/ 1112615 w 3114960"/>
              <a:gd name="connsiteY41970" fmla="*/ 2940272 h 5143785"/>
              <a:gd name="connsiteX41971" fmla="*/ 1112615 w 3114960"/>
              <a:gd name="connsiteY41971" fmla="*/ 2953988 h 5143785"/>
              <a:gd name="connsiteX41972" fmla="*/ 1029367 w 3114960"/>
              <a:gd name="connsiteY41972" fmla="*/ 3010757 h 5143785"/>
              <a:gd name="connsiteX41973" fmla="*/ 1021652 w 3114960"/>
              <a:gd name="connsiteY41973" fmla="*/ 3006662 h 5143785"/>
              <a:gd name="connsiteX41974" fmla="*/ 1011936 w 3114960"/>
              <a:gd name="connsiteY41974" fmla="*/ 3016472 h 5143785"/>
              <a:gd name="connsiteX41975" fmla="*/ 1021652 w 3114960"/>
              <a:gd name="connsiteY41975" fmla="*/ 3026188 h 5143785"/>
              <a:gd name="connsiteX41976" fmla="*/ 1031462 w 3114960"/>
              <a:gd name="connsiteY41976" fmla="*/ 3016472 h 5143785"/>
              <a:gd name="connsiteX41977" fmla="*/ 1031272 w 3114960"/>
              <a:gd name="connsiteY41977" fmla="*/ 3015329 h 5143785"/>
              <a:gd name="connsiteX41978" fmla="*/ 1116425 w 3114960"/>
              <a:gd name="connsiteY41978" fmla="*/ 2957227 h 5143785"/>
              <a:gd name="connsiteX41979" fmla="*/ 1117473 w 3114960"/>
              <a:gd name="connsiteY41979" fmla="*/ 2956465 h 5143785"/>
              <a:gd name="connsiteX41980" fmla="*/ 1007364 w 3114960"/>
              <a:gd name="connsiteY41980" fmla="*/ 2944844 h 5143785"/>
              <a:gd name="connsiteX41981" fmla="*/ 999744 w 3114960"/>
              <a:gd name="connsiteY41981" fmla="*/ 2949512 h 5143785"/>
              <a:gd name="connsiteX41982" fmla="*/ 991076 w 3114960"/>
              <a:gd name="connsiteY41982" fmla="*/ 2947416 h 5143785"/>
              <a:gd name="connsiteX41983" fmla="*/ 986409 w 3114960"/>
              <a:gd name="connsiteY41983" fmla="*/ 2939796 h 5143785"/>
              <a:gd name="connsiteX41984" fmla="*/ 986314 w 3114960"/>
              <a:gd name="connsiteY41984" fmla="*/ 2937986 h 5143785"/>
              <a:gd name="connsiteX41985" fmla="*/ 988600 w 3114960"/>
              <a:gd name="connsiteY41985" fmla="*/ 2931128 h 5143785"/>
              <a:gd name="connsiteX41986" fmla="*/ 1004983 w 3114960"/>
              <a:gd name="connsiteY41986" fmla="*/ 2928652 h 5143785"/>
              <a:gd name="connsiteX41987" fmla="*/ 1007459 w 3114960"/>
              <a:gd name="connsiteY41987" fmla="*/ 2945035 h 5143785"/>
              <a:gd name="connsiteX41988" fmla="*/ 1021556 w 3114960"/>
              <a:gd name="connsiteY41988" fmla="*/ 3021425 h 5143785"/>
              <a:gd name="connsiteX41989" fmla="*/ 1016603 w 3114960"/>
              <a:gd name="connsiteY41989" fmla="*/ 3016472 h 5143785"/>
              <a:gd name="connsiteX41990" fmla="*/ 1021556 w 3114960"/>
              <a:gd name="connsiteY41990" fmla="*/ 3011424 h 5143785"/>
              <a:gd name="connsiteX41991" fmla="*/ 1026604 w 3114960"/>
              <a:gd name="connsiteY41991" fmla="*/ 3016472 h 5143785"/>
              <a:gd name="connsiteX41992" fmla="*/ 1021556 w 3114960"/>
              <a:gd name="connsiteY41992" fmla="*/ 3021425 h 5143785"/>
              <a:gd name="connsiteX41993" fmla="*/ 1723644 w 3114960"/>
              <a:gd name="connsiteY41993" fmla="*/ 3083814 h 5143785"/>
              <a:gd name="connsiteX41994" fmla="*/ 1736312 w 3114960"/>
              <a:gd name="connsiteY41994" fmla="*/ 3071146 h 5143785"/>
              <a:gd name="connsiteX41995" fmla="*/ 1748981 w 3114960"/>
              <a:gd name="connsiteY41995" fmla="*/ 3083814 h 5143785"/>
              <a:gd name="connsiteX41996" fmla="*/ 1736312 w 3114960"/>
              <a:gd name="connsiteY41996" fmla="*/ 3096482 h 5143785"/>
              <a:gd name="connsiteX41997" fmla="*/ 1723644 w 3114960"/>
              <a:gd name="connsiteY41997" fmla="*/ 3083814 h 5143785"/>
              <a:gd name="connsiteX41998" fmla="*/ 1836992 w 3114960"/>
              <a:gd name="connsiteY41998" fmla="*/ 3314129 h 5143785"/>
              <a:gd name="connsiteX41999" fmla="*/ 1824514 w 3114960"/>
              <a:gd name="connsiteY41999" fmla="*/ 3314129 h 5143785"/>
              <a:gd name="connsiteX42000" fmla="*/ 1818989 w 3114960"/>
              <a:gd name="connsiteY42000" fmla="*/ 3319653 h 5143785"/>
              <a:gd name="connsiteX42001" fmla="*/ 1818989 w 3114960"/>
              <a:gd name="connsiteY42001" fmla="*/ 3323559 h 5143785"/>
              <a:gd name="connsiteX42002" fmla="*/ 1730788 w 3114960"/>
              <a:gd name="connsiteY42002" fmla="*/ 3324130 h 5143785"/>
              <a:gd name="connsiteX42003" fmla="*/ 1711547 w 3114960"/>
              <a:gd name="connsiteY42003" fmla="*/ 3304604 h 5143785"/>
              <a:gd name="connsiteX42004" fmla="*/ 1617631 w 3114960"/>
              <a:gd name="connsiteY42004" fmla="*/ 3304604 h 5143785"/>
              <a:gd name="connsiteX42005" fmla="*/ 1608106 w 3114960"/>
              <a:gd name="connsiteY42005" fmla="*/ 3294793 h 5143785"/>
              <a:gd name="connsiteX42006" fmla="*/ 1607725 w 3114960"/>
              <a:gd name="connsiteY42006" fmla="*/ 3263646 h 5143785"/>
              <a:gd name="connsiteX42007" fmla="*/ 1656683 w 3114960"/>
              <a:gd name="connsiteY42007" fmla="*/ 3215450 h 5143785"/>
              <a:gd name="connsiteX42008" fmla="*/ 1658493 w 3114960"/>
              <a:gd name="connsiteY42008" fmla="*/ 3215830 h 5143785"/>
              <a:gd name="connsiteX42009" fmla="*/ 1670971 w 3114960"/>
              <a:gd name="connsiteY42009" fmla="*/ 3215830 h 5143785"/>
              <a:gd name="connsiteX42010" fmla="*/ 1676495 w 3114960"/>
              <a:gd name="connsiteY42010" fmla="*/ 3210306 h 5143785"/>
              <a:gd name="connsiteX42011" fmla="*/ 1676495 w 3114960"/>
              <a:gd name="connsiteY42011" fmla="*/ 3197828 h 5143785"/>
              <a:gd name="connsiteX42012" fmla="*/ 1670971 w 3114960"/>
              <a:gd name="connsiteY42012" fmla="*/ 3192304 h 5143785"/>
              <a:gd name="connsiteX42013" fmla="*/ 1658493 w 3114960"/>
              <a:gd name="connsiteY42013" fmla="*/ 3192304 h 5143785"/>
              <a:gd name="connsiteX42014" fmla="*/ 1652969 w 3114960"/>
              <a:gd name="connsiteY42014" fmla="*/ 3197828 h 5143785"/>
              <a:gd name="connsiteX42015" fmla="*/ 1652969 w 3114960"/>
              <a:gd name="connsiteY42015" fmla="*/ 3210306 h 5143785"/>
              <a:gd name="connsiteX42016" fmla="*/ 1653350 w 3114960"/>
              <a:gd name="connsiteY42016" fmla="*/ 3212116 h 5143785"/>
              <a:gd name="connsiteX42017" fmla="*/ 1602962 w 3114960"/>
              <a:gd name="connsiteY42017" fmla="*/ 3261741 h 5143785"/>
              <a:gd name="connsiteX42018" fmla="*/ 1603343 w 3114960"/>
              <a:gd name="connsiteY42018" fmla="*/ 3294888 h 5143785"/>
              <a:gd name="connsiteX42019" fmla="*/ 1593532 w 3114960"/>
              <a:gd name="connsiteY42019" fmla="*/ 3306604 h 5143785"/>
              <a:gd name="connsiteX42020" fmla="*/ 1605820 w 3114960"/>
              <a:gd name="connsiteY42020" fmla="*/ 3318796 h 5143785"/>
              <a:gd name="connsiteX42021" fmla="*/ 1617536 w 3114960"/>
              <a:gd name="connsiteY42021" fmla="*/ 3309366 h 5143785"/>
              <a:gd name="connsiteX42022" fmla="*/ 1709642 w 3114960"/>
              <a:gd name="connsiteY42022" fmla="*/ 3309366 h 5143785"/>
              <a:gd name="connsiteX42023" fmla="*/ 1728978 w 3114960"/>
              <a:gd name="connsiteY42023" fmla="*/ 3328892 h 5143785"/>
              <a:gd name="connsiteX42024" fmla="*/ 1819180 w 3114960"/>
              <a:gd name="connsiteY42024" fmla="*/ 3328226 h 5143785"/>
              <a:gd name="connsiteX42025" fmla="*/ 1819180 w 3114960"/>
              <a:gd name="connsiteY42025" fmla="*/ 3332036 h 5143785"/>
              <a:gd name="connsiteX42026" fmla="*/ 1824704 w 3114960"/>
              <a:gd name="connsiteY42026" fmla="*/ 3337560 h 5143785"/>
              <a:gd name="connsiteX42027" fmla="*/ 1837182 w 3114960"/>
              <a:gd name="connsiteY42027" fmla="*/ 3337560 h 5143785"/>
              <a:gd name="connsiteX42028" fmla="*/ 1842707 w 3114960"/>
              <a:gd name="connsiteY42028" fmla="*/ 3332036 h 5143785"/>
              <a:gd name="connsiteX42029" fmla="*/ 1842707 w 3114960"/>
              <a:gd name="connsiteY42029" fmla="*/ 3319558 h 5143785"/>
              <a:gd name="connsiteX42030" fmla="*/ 1837182 w 3114960"/>
              <a:gd name="connsiteY42030" fmla="*/ 3314034 h 5143785"/>
              <a:gd name="connsiteX42031" fmla="*/ 1657636 w 3114960"/>
              <a:gd name="connsiteY42031" fmla="*/ 3197828 h 5143785"/>
              <a:gd name="connsiteX42032" fmla="*/ 1658398 w 3114960"/>
              <a:gd name="connsiteY42032" fmla="*/ 3197067 h 5143785"/>
              <a:gd name="connsiteX42033" fmla="*/ 1670876 w 3114960"/>
              <a:gd name="connsiteY42033" fmla="*/ 3197067 h 5143785"/>
              <a:gd name="connsiteX42034" fmla="*/ 1671638 w 3114960"/>
              <a:gd name="connsiteY42034" fmla="*/ 3197828 h 5143785"/>
              <a:gd name="connsiteX42035" fmla="*/ 1671638 w 3114960"/>
              <a:gd name="connsiteY42035" fmla="*/ 3210306 h 5143785"/>
              <a:gd name="connsiteX42036" fmla="*/ 1670876 w 3114960"/>
              <a:gd name="connsiteY42036" fmla="*/ 3211068 h 5143785"/>
              <a:gd name="connsiteX42037" fmla="*/ 1658398 w 3114960"/>
              <a:gd name="connsiteY42037" fmla="*/ 3211068 h 5143785"/>
              <a:gd name="connsiteX42038" fmla="*/ 1657636 w 3114960"/>
              <a:gd name="connsiteY42038" fmla="*/ 3210306 h 5143785"/>
              <a:gd name="connsiteX42039" fmla="*/ 1657636 w 3114960"/>
              <a:gd name="connsiteY42039" fmla="*/ 3197828 h 5143785"/>
              <a:gd name="connsiteX42040" fmla="*/ 1605725 w 3114960"/>
              <a:gd name="connsiteY42040" fmla="*/ 3314129 h 5143785"/>
              <a:gd name="connsiteX42041" fmla="*/ 1598200 w 3114960"/>
              <a:gd name="connsiteY42041" fmla="*/ 3306699 h 5143785"/>
              <a:gd name="connsiteX42042" fmla="*/ 1605725 w 3114960"/>
              <a:gd name="connsiteY42042" fmla="*/ 3299174 h 5143785"/>
              <a:gd name="connsiteX42043" fmla="*/ 1613249 w 3114960"/>
              <a:gd name="connsiteY42043" fmla="*/ 3306699 h 5143785"/>
              <a:gd name="connsiteX42044" fmla="*/ 1605725 w 3114960"/>
              <a:gd name="connsiteY42044" fmla="*/ 3314129 h 5143785"/>
              <a:gd name="connsiteX42045" fmla="*/ 1837849 w 3114960"/>
              <a:gd name="connsiteY42045" fmla="*/ 3332226 h 5143785"/>
              <a:gd name="connsiteX42046" fmla="*/ 1837087 w 3114960"/>
              <a:gd name="connsiteY42046" fmla="*/ 3332988 h 5143785"/>
              <a:gd name="connsiteX42047" fmla="*/ 1824609 w 3114960"/>
              <a:gd name="connsiteY42047" fmla="*/ 3332988 h 5143785"/>
              <a:gd name="connsiteX42048" fmla="*/ 1823847 w 3114960"/>
              <a:gd name="connsiteY42048" fmla="*/ 3332226 h 5143785"/>
              <a:gd name="connsiteX42049" fmla="*/ 1823847 w 3114960"/>
              <a:gd name="connsiteY42049" fmla="*/ 3328321 h 5143785"/>
              <a:gd name="connsiteX42050" fmla="*/ 1823847 w 3114960"/>
              <a:gd name="connsiteY42050" fmla="*/ 3328321 h 5143785"/>
              <a:gd name="connsiteX42051" fmla="*/ 1823847 w 3114960"/>
              <a:gd name="connsiteY42051" fmla="*/ 3326702 h 5143785"/>
              <a:gd name="connsiteX42052" fmla="*/ 1823847 w 3114960"/>
              <a:gd name="connsiteY42052" fmla="*/ 3319748 h 5143785"/>
              <a:gd name="connsiteX42053" fmla="*/ 1824609 w 3114960"/>
              <a:gd name="connsiteY42053" fmla="*/ 3318986 h 5143785"/>
              <a:gd name="connsiteX42054" fmla="*/ 1837087 w 3114960"/>
              <a:gd name="connsiteY42054" fmla="*/ 3318986 h 5143785"/>
              <a:gd name="connsiteX42055" fmla="*/ 1837849 w 3114960"/>
              <a:gd name="connsiteY42055" fmla="*/ 3319748 h 5143785"/>
              <a:gd name="connsiteX42056" fmla="*/ 1837849 w 3114960"/>
              <a:gd name="connsiteY42056" fmla="*/ 3332226 h 5143785"/>
              <a:gd name="connsiteX42057" fmla="*/ 1817180 w 3114960"/>
              <a:gd name="connsiteY42057" fmla="*/ 3168587 h 5143785"/>
              <a:gd name="connsiteX42058" fmla="*/ 1826990 w 3114960"/>
              <a:gd name="connsiteY42058" fmla="*/ 3178397 h 5143785"/>
              <a:gd name="connsiteX42059" fmla="*/ 1836706 w 3114960"/>
              <a:gd name="connsiteY42059" fmla="*/ 3168587 h 5143785"/>
              <a:gd name="connsiteX42060" fmla="*/ 1829276 w 3114960"/>
              <a:gd name="connsiteY42060" fmla="*/ 3159252 h 5143785"/>
              <a:gd name="connsiteX42061" fmla="*/ 1828991 w 3114960"/>
              <a:gd name="connsiteY42061" fmla="*/ 3080766 h 5143785"/>
              <a:gd name="connsiteX42062" fmla="*/ 1814703 w 3114960"/>
              <a:gd name="connsiteY42062" fmla="*/ 3064669 h 5143785"/>
              <a:gd name="connsiteX42063" fmla="*/ 1814703 w 3114960"/>
              <a:gd name="connsiteY42063" fmla="*/ 3034379 h 5143785"/>
              <a:gd name="connsiteX42064" fmla="*/ 1818513 w 3114960"/>
              <a:gd name="connsiteY42064" fmla="*/ 3028188 h 5143785"/>
              <a:gd name="connsiteX42065" fmla="*/ 1818513 w 3114960"/>
              <a:gd name="connsiteY42065" fmla="*/ 3014663 h 5143785"/>
              <a:gd name="connsiteX42066" fmla="*/ 1811274 w 3114960"/>
              <a:gd name="connsiteY42066" fmla="*/ 3007614 h 5143785"/>
              <a:gd name="connsiteX42067" fmla="*/ 1806988 w 3114960"/>
              <a:gd name="connsiteY42067" fmla="*/ 3007614 h 5143785"/>
              <a:gd name="connsiteX42068" fmla="*/ 1807274 w 3114960"/>
              <a:gd name="connsiteY42068" fmla="*/ 2912840 h 5143785"/>
              <a:gd name="connsiteX42069" fmla="*/ 1821561 w 3114960"/>
              <a:gd name="connsiteY42069" fmla="*/ 2896743 h 5143785"/>
              <a:gd name="connsiteX42070" fmla="*/ 1821561 w 3114960"/>
              <a:gd name="connsiteY42070" fmla="*/ 2868740 h 5143785"/>
              <a:gd name="connsiteX42071" fmla="*/ 1828991 w 3114960"/>
              <a:gd name="connsiteY42071" fmla="*/ 2859500 h 5143785"/>
              <a:gd name="connsiteX42072" fmla="*/ 1819180 w 3114960"/>
              <a:gd name="connsiteY42072" fmla="*/ 2849690 h 5143785"/>
              <a:gd name="connsiteX42073" fmla="*/ 1809369 w 3114960"/>
              <a:gd name="connsiteY42073" fmla="*/ 2859500 h 5143785"/>
              <a:gd name="connsiteX42074" fmla="*/ 1816799 w 3114960"/>
              <a:gd name="connsiteY42074" fmla="*/ 2868740 h 5143785"/>
              <a:gd name="connsiteX42075" fmla="*/ 1816799 w 3114960"/>
              <a:gd name="connsiteY42075" fmla="*/ 2894934 h 5143785"/>
              <a:gd name="connsiteX42076" fmla="*/ 1802416 w 3114960"/>
              <a:gd name="connsiteY42076" fmla="*/ 2911030 h 5143785"/>
              <a:gd name="connsiteX42077" fmla="*/ 1802130 w 3114960"/>
              <a:gd name="connsiteY42077" fmla="*/ 3007614 h 5143785"/>
              <a:gd name="connsiteX42078" fmla="*/ 1797653 w 3114960"/>
              <a:gd name="connsiteY42078" fmla="*/ 3007614 h 5143785"/>
              <a:gd name="connsiteX42079" fmla="*/ 1790605 w 3114960"/>
              <a:gd name="connsiteY42079" fmla="*/ 3014758 h 5143785"/>
              <a:gd name="connsiteX42080" fmla="*/ 1790605 w 3114960"/>
              <a:gd name="connsiteY42080" fmla="*/ 3028284 h 5143785"/>
              <a:gd name="connsiteX42081" fmla="*/ 1795939 w 3114960"/>
              <a:gd name="connsiteY42081" fmla="*/ 3035046 h 5143785"/>
              <a:gd name="connsiteX42082" fmla="*/ 1795939 w 3114960"/>
              <a:gd name="connsiteY42082" fmla="*/ 3064764 h 5143785"/>
              <a:gd name="connsiteX42083" fmla="*/ 1781651 w 3114960"/>
              <a:gd name="connsiteY42083" fmla="*/ 3080861 h 5143785"/>
              <a:gd name="connsiteX42084" fmla="*/ 1781366 w 3114960"/>
              <a:gd name="connsiteY42084" fmla="*/ 3159062 h 5143785"/>
              <a:gd name="connsiteX42085" fmla="*/ 1772888 w 3114960"/>
              <a:gd name="connsiteY42085" fmla="*/ 3166301 h 5143785"/>
              <a:gd name="connsiteX42086" fmla="*/ 1741170 w 3114960"/>
              <a:gd name="connsiteY42086" fmla="*/ 3165920 h 5143785"/>
              <a:gd name="connsiteX42087" fmla="*/ 1701260 w 3114960"/>
              <a:gd name="connsiteY42087" fmla="*/ 3123248 h 5143785"/>
              <a:gd name="connsiteX42088" fmla="*/ 1700213 w 3114960"/>
              <a:gd name="connsiteY42088" fmla="*/ 3123248 h 5143785"/>
              <a:gd name="connsiteX42089" fmla="*/ 1568768 w 3114960"/>
              <a:gd name="connsiteY42089" fmla="*/ 3123724 h 5143785"/>
              <a:gd name="connsiteX42090" fmla="*/ 1568768 w 3114960"/>
              <a:gd name="connsiteY42090" fmla="*/ 3122962 h 5143785"/>
              <a:gd name="connsiteX42091" fmla="*/ 1562767 w 3114960"/>
              <a:gd name="connsiteY42091" fmla="*/ 3116961 h 5143785"/>
              <a:gd name="connsiteX42092" fmla="*/ 1542478 w 3114960"/>
              <a:gd name="connsiteY42092" fmla="*/ 3116961 h 5143785"/>
              <a:gd name="connsiteX42093" fmla="*/ 1536478 w 3114960"/>
              <a:gd name="connsiteY42093" fmla="*/ 3122962 h 5143785"/>
              <a:gd name="connsiteX42094" fmla="*/ 1536478 w 3114960"/>
              <a:gd name="connsiteY42094" fmla="*/ 3130582 h 5143785"/>
              <a:gd name="connsiteX42095" fmla="*/ 1542478 w 3114960"/>
              <a:gd name="connsiteY42095" fmla="*/ 3136583 h 5143785"/>
              <a:gd name="connsiteX42096" fmla="*/ 1562767 w 3114960"/>
              <a:gd name="connsiteY42096" fmla="*/ 3136583 h 5143785"/>
              <a:gd name="connsiteX42097" fmla="*/ 1568768 w 3114960"/>
              <a:gd name="connsiteY42097" fmla="*/ 3130582 h 5143785"/>
              <a:gd name="connsiteX42098" fmla="*/ 1568768 w 3114960"/>
              <a:gd name="connsiteY42098" fmla="*/ 3128296 h 5143785"/>
              <a:gd name="connsiteX42099" fmla="*/ 1699260 w 3114960"/>
              <a:gd name="connsiteY42099" fmla="*/ 3128010 h 5143785"/>
              <a:gd name="connsiteX42100" fmla="*/ 1739075 w 3114960"/>
              <a:gd name="connsiteY42100" fmla="*/ 3170587 h 5143785"/>
              <a:gd name="connsiteX42101" fmla="*/ 1772888 w 3114960"/>
              <a:gd name="connsiteY42101" fmla="*/ 3170968 h 5143785"/>
              <a:gd name="connsiteX42102" fmla="*/ 1782223 w 3114960"/>
              <a:gd name="connsiteY42102" fmla="*/ 3178397 h 5143785"/>
              <a:gd name="connsiteX42103" fmla="*/ 1792034 w 3114960"/>
              <a:gd name="connsiteY42103" fmla="*/ 3168587 h 5143785"/>
              <a:gd name="connsiteX42104" fmla="*/ 1786223 w 3114960"/>
              <a:gd name="connsiteY42104" fmla="*/ 3159633 h 5143785"/>
              <a:gd name="connsiteX42105" fmla="*/ 1786509 w 3114960"/>
              <a:gd name="connsiteY42105" fmla="*/ 3082576 h 5143785"/>
              <a:gd name="connsiteX42106" fmla="*/ 1800797 w 3114960"/>
              <a:gd name="connsiteY42106" fmla="*/ 3066479 h 5143785"/>
              <a:gd name="connsiteX42107" fmla="*/ 1800797 w 3114960"/>
              <a:gd name="connsiteY42107" fmla="*/ 3035332 h 5143785"/>
              <a:gd name="connsiteX42108" fmla="*/ 1809941 w 3114960"/>
              <a:gd name="connsiteY42108" fmla="*/ 3035332 h 5143785"/>
              <a:gd name="connsiteX42109" fmla="*/ 1809941 w 3114960"/>
              <a:gd name="connsiteY42109" fmla="*/ 3066574 h 5143785"/>
              <a:gd name="connsiteX42110" fmla="*/ 1824228 w 3114960"/>
              <a:gd name="connsiteY42110" fmla="*/ 3082671 h 5143785"/>
              <a:gd name="connsiteX42111" fmla="*/ 1824514 w 3114960"/>
              <a:gd name="connsiteY42111" fmla="*/ 3159347 h 5143785"/>
              <a:gd name="connsiteX42112" fmla="*/ 1817180 w 3114960"/>
              <a:gd name="connsiteY42112" fmla="*/ 3168587 h 5143785"/>
              <a:gd name="connsiteX42113" fmla="*/ 1814227 w 3114960"/>
              <a:gd name="connsiteY42113" fmla="*/ 2859405 h 5143785"/>
              <a:gd name="connsiteX42114" fmla="*/ 1819275 w 3114960"/>
              <a:gd name="connsiteY42114" fmla="*/ 2854357 h 5143785"/>
              <a:gd name="connsiteX42115" fmla="*/ 1824323 w 3114960"/>
              <a:gd name="connsiteY42115" fmla="*/ 2859405 h 5143785"/>
              <a:gd name="connsiteX42116" fmla="*/ 1819275 w 3114960"/>
              <a:gd name="connsiteY42116" fmla="*/ 2864453 h 5143785"/>
              <a:gd name="connsiteX42117" fmla="*/ 1814227 w 3114960"/>
              <a:gd name="connsiteY42117" fmla="*/ 2859405 h 5143785"/>
              <a:gd name="connsiteX42118" fmla="*/ 1546098 w 3114960"/>
              <a:gd name="connsiteY42118" fmla="*/ 3131820 h 5143785"/>
              <a:gd name="connsiteX42119" fmla="*/ 1542478 w 3114960"/>
              <a:gd name="connsiteY42119" fmla="*/ 3131820 h 5143785"/>
              <a:gd name="connsiteX42120" fmla="*/ 1541240 w 3114960"/>
              <a:gd name="connsiteY42120" fmla="*/ 3130582 h 5143785"/>
              <a:gd name="connsiteX42121" fmla="*/ 1541240 w 3114960"/>
              <a:gd name="connsiteY42121" fmla="*/ 3122962 h 5143785"/>
              <a:gd name="connsiteX42122" fmla="*/ 1542478 w 3114960"/>
              <a:gd name="connsiteY42122" fmla="*/ 3121724 h 5143785"/>
              <a:gd name="connsiteX42123" fmla="*/ 1546098 w 3114960"/>
              <a:gd name="connsiteY42123" fmla="*/ 3121724 h 5143785"/>
              <a:gd name="connsiteX42124" fmla="*/ 1546098 w 3114960"/>
              <a:gd name="connsiteY42124" fmla="*/ 3131915 h 5143785"/>
              <a:gd name="connsiteX42125" fmla="*/ 1555909 w 3114960"/>
              <a:gd name="connsiteY42125" fmla="*/ 3130296 h 5143785"/>
              <a:gd name="connsiteX42126" fmla="*/ 1550956 w 3114960"/>
              <a:gd name="connsiteY42126" fmla="*/ 3130296 h 5143785"/>
              <a:gd name="connsiteX42127" fmla="*/ 1550956 w 3114960"/>
              <a:gd name="connsiteY42127" fmla="*/ 3121628 h 5143785"/>
              <a:gd name="connsiteX42128" fmla="*/ 1555909 w 3114960"/>
              <a:gd name="connsiteY42128" fmla="*/ 3121628 h 5143785"/>
              <a:gd name="connsiteX42129" fmla="*/ 1555909 w 3114960"/>
              <a:gd name="connsiteY42129" fmla="*/ 3130296 h 5143785"/>
              <a:gd name="connsiteX42130" fmla="*/ 1564100 w 3114960"/>
              <a:gd name="connsiteY42130" fmla="*/ 3130487 h 5143785"/>
              <a:gd name="connsiteX42131" fmla="*/ 1562862 w 3114960"/>
              <a:gd name="connsiteY42131" fmla="*/ 3131725 h 5143785"/>
              <a:gd name="connsiteX42132" fmla="*/ 1560671 w 3114960"/>
              <a:gd name="connsiteY42132" fmla="*/ 3131725 h 5143785"/>
              <a:gd name="connsiteX42133" fmla="*/ 1560671 w 3114960"/>
              <a:gd name="connsiteY42133" fmla="*/ 3121533 h 5143785"/>
              <a:gd name="connsiteX42134" fmla="*/ 1562862 w 3114960"/>
              <a:gd name="connsiteY42134" fmla="*/ 3121533 h 5143785"/>
              <a:gd name="connsiteX42135" fmla="*/ 1564100 w 3114960"/>
              <a:gd name="connsiteY42135" fmla="*/ 3122771 h 5143785"/>
              <a:gd name="connsiteX42136" fmla="*/ 1564100 w 3114960"/>
              <a:gd name="connsiteY42136" fmla="*/ 3130392 h 5143785"/>
              <a:gd name="connsiteX42137" fmla="*/ 1787176 w 3114960"/>
              <a:gd name="connsiteY42137" fmla="*/ 3168587 h 5143785"/>
              <a:gd name="connsiteX42138" fmla="*/ 1782128 w 3114960"/>
              <a:gd name="connsiteY42138" fmla="*/ 3173635 h 5143785"/>
              <a:gd name="connsiteX42139" fmla="*/ 1777079 w 3114960"/>
              <a:gd name="connsiteY42139" fmla="*/ 3168587 h 5143785"/>
              <a:gd name="connsiteX42140" fmla="*/ 1782128 w 3114960"/>
              <a:gd name="connsiteY42140" fmla="*/ 3163538 h 5143785"/>
              <a:gd name="connsiteX42141" fmla="*/ 1787176 w 3114960"/>
              <a:gd name="connsiteY42141" fmla="*/ 3168587 h 5143785"/>
              <a:gd name="connsiteX42142" fmla="*/ 1811369 w 3114960"/>
              <a:gd name="connsiteY42142" fmla="*/ 3030569 h 5143785"/>
              <a:gd name="connsiteX42143" fmla="*/ 1797844 w 3114960"/>
              <a:gd name="connsiteY42143" fmla="*/ 3030569 h 5143785"/>
              <a:gd name="connsiteX42144" fmla="*/ 1795463 w 3114960"/>
              <a:gd name="connsiteY42144" fmla="*/ 3028284 h 5143785"/>
              <a:gd name="connsiteX42145" fmla="*/ 1795463 w 3114960"/>
              <a:gd name="connsiteY42145" fmla="*/ 3014758 h 5143785"/>
              <a:gd name="connsiteX42146" fmla="*/ 1797749 w 3114960"/>
              <a:gd name="connsiteY42146" fmla="*/ 3012377 h 5143785"/>
              <a:gd name="connsiteX42147" fmla="*/ 1811274 w 3114960"/>
              <a:gd name="connsiteY42147" fmla="*/ 3012377 h 5143785"/>
              <a:gd name="connsiteX42148" fmla="*/ 1813655 w 3114960"/>
              <a:gd name="connsiteY42148" fmla="*/ 3014663 h 5143785"/>
              <a:gd name="connsiteX42149" fmla="*/ 1813655 w 3114960"/>
              <a:gd name="connsiteY42149" fmla="*/ 3028188 h 5143785"/>
              <a:gd name="connsiteX42150" fmla="*/ 1811369 w 3114960"/>
              <a:gd name="connsiteY42150" fmla="*/ 3030569 h 5143785"/>
              <a:gd name="connsiteX42151" fmla="*/ 1826895 w 3114960"/>
              <a:gd name="connsiteY42151" fmla="*/ 3163538 h 5143785"/>
              <a:gd name="connsiteX42152" fmla="*/ 1831848 w 3114960"/>
              <a:gd name="connsiteY42152" fmla="*/ 3168587 h 5143785"/>
              <a:gd name="connsiteX42153" fmla="*/ 1826895 w 3114960"/>
              <a:gd name="connsiteY42153" fmla="*/ 3173635 h 5143785"/>
              <a:gd name="connsiteX42154" fmla="*/ 1821847 w 3114960"/>
              <a:gd name="connsiteY42154" fmla="*/ 3168587 h 5143785"/>
              <a:gd name="connsiteX42155" fmla="*/ 1826895 w 3114960"/>
              <a:gd name="connsiteY42155" fmla="*/ 3163538 h 5143785"/>
              <a:gd name="connsiteX42156" fmla="*/ 1006983 w 3114960"/>
              <a:gd name="connsiteY42156" fmla="*/ 2979230 h 5143785"/>
              <a:gd name="connsiteX42157" fmla="*/ 1002411 w 3114960"/>
              <a:gd name="connsiteY42157" fmla="*/ 2973324 h 5143785"/>
              <a:gd name="connsiteX42158" fmla="*/ 994982 w 3114960"/>
              <a:gd name="connsiteY42158" fmla="*/ 2972467 h 5143785"/>
              <a:gd name="connsiteX42159" fmla="*/ 989076 w 3114960"/>
              <a:gd name="connsiteY42159" fmla="*/ 2977039 h 5143785"/>
              <a:gd name="connsiteX42160" fmla="*/ 988124 w 3114960"/>
              <a:gd name="connsiteY42160" fmla="*/ 2984468 h 5143785"/>
              <a:gd name="connsiteX42161" fmla="*/ 988790 w 3114960"/>
              <a:gd name="connsiteY42161" fmla="*/ 2985802 h 5143785"/>
              <a:gd name="connsiteX42162" fmla="*/ 964311 w 3114960"/>
              <a:gd name="connsiteY42162" fmla="*/ 3002185 h 5143785"/>
              <a:gd name="connsiteX42163" fmla="*/ 824960 w 3114960"/>
              <a:gd name="connsiteY42163" fmla="*/ 3002185 h 5143785"/>
              <a:gd name="connsiteX42164" fmla="*/ 813245 w 3114960"/>
              <a:gd name="connsiteY42164" fmla="*/ 2996089 h 5143785"/>
              <a:gd name="connsiteX42165" fmla="*/ 806482 w 3114960"/>
              <a:gd name="connsiteY42165" fmla="*/ 3008090 h 5143785"/>
              <a:gd name="connsiteX42166" fmla="*/ 815912 w 3114960"/>
              <a:gd name="connsiteY42166" fmla="*/ 3015234 h 5143785"/>
              <a:gd name="connsiteX42167" fmla="*/ 818483 w 3114960"/>
              <a:gd name="connsiteY42167" fmla="*/ 3014853 h 5143785"/>
              <a:gd name="connsiteX42168" fmla="*/ 824389 w 3114960"/>
              <a:gd name="connsiteY42168" fmla="*/ 3010281 h 5143785"/>
              <a:gd name="connsiteX42169" fmla="*/ 825532 w 3114960"/>
              <a:gd name="connsiteY42169" fmla="*/ 3006947 h 5143785"/>
              <a:gd name="connsiteX42170" fmla="*/ 965835 w 3114960"/>
              <a:gd name="connsiteY42170" fmla="*/ 3006947 h 5143785"/>
              <a:gd name="connsiteX42171" fmla="*/ 966407 w 3114960"/>
              <a:gd name="connsiteY42171" fmla="*/ 3006567 h 5143785"/>
              <a:gd name="connsiteX42172" fmla="*/ 991838 w 3114960"/>
              <a:gd name="connsiteY42172" fmla="*/ 2989517 h 5143785"/>
              <a:gd name="connsiteX42173" fmla="*/ 992791 w 3114960"/>
              <a:gd name="connsiteY42173" fmla="*/ 2990374 h 5143785"/>
              <a:gd name="connsiteX42174" fmla="*/ 997553 w 3114960"/>
              <a:gd name="connsiteY42174" fmla="*/ 2991612 h 5143785"/>
              <a:gd name="connsiteX42175" fmla="*/ 1000220 w 3114960"/>
              <a:gd name="connsiteY42175" fmla="*/ 2991231 h 5143785"/>
              <a:gd name="connsiteX42176" fmla="*/ 1006126 w 3114960"/>
              <a:gd name="connsiteY42176" fmla="*/ 2986659 h 5143785"/>
              <a:gd name="connsiteX42177" fmla="*/ 1007078 w 3114960"/>
              <a:gd name="connsiteY42177" fmla="*/ 2979230 h 5143785"/>
              <a:gd name="connsiteX42178" fmla="*/ 820198 w 3114960"/>
              <a:gd name="connsiteY42178" fmla="*/ 3007995 h 5143785"/>
              <a:gd name="connsiteX42179" fmla="*/ 817150 w 3114960"/>
              <a:gd name="connsiteY42179" fmla="*/ 3010376 h 5143785"/>
              <a:gd name="connsiteX42180" fmla="*/ 810959 w 3114960"/>
              <a:gd name="connsiteY42180" fmla="*/ 3006852 h 5143785"/>
              <a:gd name="connsiteX42181" fmla="*/ 814483 w 3114960"/>
              <a:gd name="connsiteY42181" fmla="*/ 3000661 h 5143785"/>
              <a:gd name="connsiteX42182" fmla="*/ 815816 w 3114960"/>
              <a:gd name="connsiteY42182" fmla="*/ 3000470 h 5143785"/>
              <a:gd name="connsiteX42183" fmla="*/ 820674 w 3114960"/>
              <a:gd name="connsiteY42183" fmla="*/ 3004185 h 5143785"/>
              <a:gd name="connsiteX42184" fmla="*/ 820198 w 3114960"/>
              <a:gd name="connsiteY42184" fmla="*/ 3007995 h 5143785"/>
              <a:gd name="connsiteX42185" fmla="*/ 1001935 w 3114960"/>
              <a:gd name="connsiteY42185" fmla="*/ 2984278 h 5143785"/>
              <a:gd name="connsiteX42186" fmla="*/ 998887 w 3114960"/>
              <a:gd name="connsiteY42186" fmla="*/ 2986659 h 5143785"/>
              <a:gd name="connsiteX42187" fmla="*/ 995077 w 3114960"/>
              <a:gd name="connsiteY42187" fmla="*/ 2986183 h 5143785"/>
              <a:gd name="connsiteX42188" fmla="*/ 992696 w 3114960"/>
              <a:gd name="connsiteY42188" fmla="*/ 2983135 h 5143785"/>
              <a:gd name="connsiteX42189" fmla="*/ 993172 w 3114960"/>
              <a:gd name="connsiteY42189" fmla="*/ 2979325 h 5143785"/>
              <a:gd name="connsiteX42190" fmla="*/ 996220 w 3114960"/>
              <a:gd name="connsiteY42190" fmla="*/ 2976944 h 5143785"/>
              <a:gd name="connsiteX42191" fmla="*/ 997553 w 3114960"/>
              <a:gd name="connsiteY42191" fmla="*/ 2976753 h 5143785"/>
              <a:gd name="connsiteX42192" fmla="*/ 1000030 w 3114960"/>
              <a:gd name="connsiteY42192" fmla="*/ 2977420 h 5143785"/>
              <a:gd name="connsiteX42193" fmla="*/ 1002411 w 3114960"/>
              <a:gd name="connsiteY42193" fmla="*/ 2980468 h 5143785"/>
              <a:gd name="connsiteX42194" fmla="*/ 1001935 w 3114960"/>
              <a:gd name="connsiteY42194" fmla="*/ 2984278 h 5143785"/>
              <a:gd name="connsiteX42195" fmla="*/ 95 w 3114960"/>
              <a:gd name="connsiteY42195" fmla="*/ 2268379 h 5143785"/>
              <a:gd name="connsiteX42196" fmla="*/ 95 w 3114960"/>
              <a:gd name="connsiteY42196" fmla="*/ 2222849 h 5143785"/>
              <a:gd name="connsiteX42197" fmla="*/ 22860 w 3114960"/>
              <a:gd name="connsiteY42197" fmla="*/ 2245614 h 5143785"/>
              <a:gd name="connsiteX42198" fmla="*/ 95 w 3114960"/>
              <a:gd name="connsiteY42198" fmla="*/ 2268379 h 5143785"/>
              <a:gd name="connsiteX42199" fmla="*/ 1619441 w 3114960"/>
              <a:gd name="connsiteY42199" fmla="*/ 3216402 h 5143785"/>
              <a:gd name="connsiteX42200" fmla="*/ 1631728 w 3114960"/>
              <a:gd name="connsiteY42200" fmla="*/ 3204115 h 5143785"/>
              <a:gd name="connsiteX42201" fmla="*/ 1619441 w 3114960"/>
              <a:gd name="connsiteY42201" fmla="*/ 3191828 h 5143785"/>
              <a:gd name="connsiteX42202" fmla="*/ 1607630 w 3114960"/>
              <a:gd name="connsiteY42202" fmla="*/ 3201734 h 5143785"/>
              <a:gd name="connsiteX42203" fmla="*/ 1576197 w 3114960"/>
              <a:gd name="connsiteY42203" fmla="*/ 3201734 h 5143785"/>
              <a:gd name="connsiteX42204" fmla="*/ 1537716 w 3114960"/>
              <a:gd name="connsiteY42204" fmla="*/ 3237643 h 5143785"/>
              <a:gd name="connsiteX42205" fmla="*/ 1537716 w 3114960"/>
              <a:gd name="connsiteY42205" fmla="*/ 3322320 h 5143785"/>
              <a:gd name="connsiteX42206" fmla="*/ 1551527 w 3114960"/>
              <a:gd name="connsiteY42206" fmla="*/ 3338036 h 5143785"/>
              <a:gd name="connsiteX42207" fmla="*/ 1565339 w 3114960"/>
              <a:gd name="connsiteY42207" fmla="*/ 3338036 h 5143785"/>
              <a:gd name="connsiteX42208" fmla="*/ 1565339 w 3114960"/>
              <a:gd name="connsiteY42208" fmla="*/ 3341084 h 5143785"/>
              <a:gd name="connsiteX42209" fmla="*/ 1570863 w 3114960"/>
              <a:gd name="connsiteY42209" fmla="*/ 3346609 h 5143785"/>
              <a:gd name="connsiteX42210" fmla="*/ 1583341 w 3114960"/>
              <a:gd name="connsiteY42210" fmla="*/ 3346609 h 5143785"/>
              <a:gd name="connsiteX42211" fmla="*/ 1588865 w 3114960"/>
              <a:gd name="connsiteY42211" fmla="*/ 3341084 h 5143785"/>
              <a:gd name="connsiteX42212" fmla="*/ 1588865 w 3114960"/>
              <a:gd name="connsiteY42212" fmla="*/ 3328607 h 5143785"/>
              <a:gd name="connsiteX42213" fmla="*/ 1583341 w 3114960"/>
              <a:gd name="connsiteY42213" fmla="*/ 3323082 h 5143785"/>
              <a:gd name="connsiteX42214" fmla="*/ 1570863 w 3114960"/>
              <a:gd name="connsiteY42214" fmla="*/ 3323082 h 5143785"/>
              <a:gd name="connsiteX42215" fmla="*/ 1565339 w 3114960"/>
              <a:gd name="connsiteY42215" fmla="*/ 3328607 h 5143785"/>
              <a:gd name="connsiteX42216" fmla="*/ 1565339 w 3114960"/>
              <a:gd name="connsiteY42216" fmla="*/ 3333274 h 5143785"/>
              <a:gd name="connsiteX42217" fmla="*/ 1553718 w 3114960"/>
              <a:gd name="connsiteY42217" fmla="*/ 3333274 h 5143785"/>
              <a:gd name="connsiteX42218" fmla="*/ 1542478 w 3114960"/>
              <a:gd name="connsiteY42218" fmla="*/ 3320510 h 5143785"/>
              <a:gd name="connsiteX42219" fmla="*/ 1542478 w 3114960"/>
              <a:gd name="connsiteY42219" fmla="*/ 3239643 h 5143785"/>
              <a:gd name="connsiteX42220" fmla="*/ 1578007 w 3114960"/>
              <a:gd name="connsiteY42220" fmla="*/ 3206496 h 5143785"/>
              <a:gd name="connsiteX42221" fmla="*/ 1607630 w 3114960"/>
              <a:gd name="connsiteY42221" fmla="*/ 3206496 h 5143785"/>
              <a:gd name="connsiteX42222" fmla="*/ 1619441 w 3114960"/>
              <a:gd name="connsiteY42222" fmla="*/ 3216402 h 5143785"/>
              <a:gd name="connsiteX42223" fmla="*/ 1619441 w 3114960"/>
              <a:gd name="connsiteY42223" fmla="*/ 3196495 h 5143785"/>
              <a:gd name="connsiteX42224" fmla="*/ 1626965 w 3114960"/>
              <a:gd name="connsiteY42224" fmla="*/ 3204020 h 5143785"/>
              <a:gd name="connsiteX42225" fmla="*/ 1619441 w 3114960"/>
              <a:gd name="connsiteY42225" fmla="*/ 3211544 h 5143785"/>
              <a:gd name="connsiteX42226" fmla="*/ 1611916 w 3114960"/>
              <a:gd name="connsiteY42226" fmla="*/ 3204020 h 5143785"/>
              <a:gd name="connsiteX42227" fmla="*/ 1619441 w 3114960"/>
              <a:gd name="connsiteY42227" fmla="*/ 3196495 h 5143785"/>
              <a:gd name="connsiteX42228" fmla="*/ 1570006 w 3114960"/>
              <a:gd name="connsiteY42228" fmla="*/ 3328607 h 5143785"/>
              <a:gd name="connsiteX42229" fmla="*/ 1570768 w 3114960"/>
              <a:gd name="connsiteY42229" fmla="*/ 3327845 h 5143785"/>
              <a:gd name="connsiteX42230" fmla="*/ 1583246 w 3114960"/>
              <a:gd name="connsiteY42230" fmla="*/ 3327845 h 5143785"/>
              <a:gd name="connsiteX42231" fmla="*/ 1584007 w 3114960"/>
              <a:gd name="connsiteY42231" fmla="*/ 3328607 h 5143785"/>
              <a:gd name="connsiteX42232" fmla="*/ 1584007 w 3114960"/>
              <a:gd name="connsiteY42232" fmla="*/ 3341084 h 5143785"/>
              <a:gd name="connsiteX42233" fmla="*/ 1583246 w 3114960"/>
              <a:gd name="connsiteY42233" fmla="*/ 3341846 h 5143785"/>
              <a:gd name="connsiteX42234" fmla="*/ 1570768 w 3114960"/>
              <a:gd name="connsiteY42234" fmla="*/ 3341846 h 5143785"/>
              <a:gd name="connsiteX42235" fmla="*/ 1570006 w 3114960"/>
              <a:gd name="connsiteY42235" fmla="*/ 3341084 h 5143785"/>
              <a:gd name="connsiteX42236" fmla="*/ 1570006 w 3114960"/>
              <a:gd name="connsiteY42236" fmla="*/ 3328607 h 5143785"/>
              <a:gd name="connsiteX42237" fmla="*/ 185357 w 3114960"/>
              <a:gd name="connsiteY42237" fmla="*/ 2181701 h 5143785"/>
              <a:gd name="connsiteX42238" fmla="*/ 252032 w 3114960"/>
              <a:gd name="connsiteY42238" fmla="*/ 2117979 h 5143785"/>
              <a:gd name="connsiteX42239" fmla="*/ 259366 w 3114960"/>
              <a:gd name="connsiteY42239" fmla="*/ 2120360 h 5143785"/>
              <a:gd name="connsiteX42240" fmla="*/ 272129 w 3114960"/>
              <a:gd name="connsiteY42240" fmla="*/ 2107406 h 5143785"/>
              <a:gd name="connsiteX42241" fmla="*/ 259366 w 3114960"/>
              <a:gd name="connsiteY42241" fmla="*/ 2094452 h 5143785"/>
              <a:gd name="connsiteX42242" fmla="*/ 246602 w 3114960"/>
              <a:gd name="connsiteY42242" fmla="*/ 2107406 h 5143785"/>
              <a:gd name="connsiteX42243" fmla="*/ 248698 w 3114960"/>
              <a:gd name="connsiteY42243" fmla="*/ 2114550 h 5143785"/>
              <a:gd name="connsiteX42244" fmla="*/ 183356 w 3114960"/>
              <a:gd name="connsiteY42244" fmla="*/ 2176939 h 5143785"/>
              <a:gd name="connsiteX42245" fmla="*/ 95 w 3114960"/>
              <a:gd name="connsiteY42245" fmla="*/ 2176939 h 5143785"/>
              <a:gd name="connsiteX42246" fmla="*/ 95 w 3114960"/>
              <a:gd name="connsiteY42246" fmla="*/ 2181797 h 5143785"/>
              <a:gd name="connsiteX42247" fmla="*/ 185357 w 3114960"/>
              <a:gd name="connsiteY42247" fmla="*/ 2181797 h 5143785"/>
              <a:gd name="connsiteX42248" fmla="*/ 259366 w 3114960"/>
              <a:gd name="connsiteY42248" fmla="*/ 2099215 h 5143785"/>
              <a:gd name="connsiteX42249" fmla="*/ 267367 w 3114960"/>
              <a:gd name="connsiteY42249" fmla="*/ 2107406 h 5143785"/>
              <a:gd name="connsiteX42250" fmla="*/ 259366 w 3114960"/>
              <a:gd name="connsiteY42250" fmla="*/ 2115598 h 5143785"/>
              <a:gd name="connsiteX42251" fmla="*/ 251365 w 3114960"/>
              <a:gd name="connsiteY42251" fmla="*/ 2107406 h 5143785"/>
              <a:gd name="connsiteX42252" fmla="*/ 259366 w 3114960"/>
              <a:gd name="connsiteY42252" fmla="*/ 2099215 h 5143785"/>
              <a:gd name="connsiteX42253" fmla="*/ 1526857 w 3114960"/>
              <a:gd name="connsiteY42253" fmla="*/ 3096006 h 5143785"/>
              <a:gd name="connsiteX42254" fmla="*/ 1713548 w 3114960"/>
              <a:gd name="connsiteY42254" fmla="*/ 3096006 h 5143785"/>
              <a:gd name="connsiteX42255" fmla="*/ 1720977 w 3114960"/>
              <a:gd name="connsiteY42255" fmla="*/ 3104674 h 5143785"/>
              <a:gd name="connsiteX42256" fmla="*/ 1757077 w 3114960"/>
              <a:gd name="connsiteY42256" fmla="*/ 3099149 h 5143785"/>
              <a:gd name="connsiteX42257" fmla="*/ 1761839 w 3114960"/>
              <a:gd name="connsiteY42257" fmla="*/ 3079909 h 5143785"/>
              <a:gd name="connsiteX42258" fmla="*/ 1751552 w 3114960"/>
              <a:gd name="connsiteY42258" fmla="*/ 3062954 h 5143785"/>
              <a:gd name="connsiteX42259" fmla="*/ 1736312 w 3114960"/>
              <a:gd name="connsiteY42259" fmla="*/ 3057906 h 5143785"/>
              <a:gd name="connsiteX42260" fmla="*/ 1715453 w 3114960"/>
              <a:gd name="connsiteY42260" fmla="*/ 3068479 h 5143785"/>
              <a:gd name="connsiteX42261" fmla="*/ 1712690 w 3114960"/>
              <a:gd name="connsiteY42261" fmla="*/ 3073242 h 5143785"/>
              <a:gd name="connsiteX42262" fmla="*/ 1569244 w 3114960"/>
              <a:gd name="connsiteY42262" fmla="*/ 3073242 h 5143785"/>
              <a:gd name="connsiteX42263" fmla="*/ 1544765 w 3114960"/>
              <a:gd name="connsiteY42263" fmla="*/ 3052858 h 5143785"/>
              <a:gd name="connsiteX42264" fmla="*/ 1476661 w 3114960"/>
              <a:gd name="connsiteY42264" fmla="*/ 3052858 h 5143785"/>
              <a:gd name="connsiteX42265" fmla="*/ 1446276 w 3114960"/>
              <a:gd name="connsiteY42265" fmla="*/ 3078956 h 5143785"/>
              <a:gd name="connsiteX42266" fmla="*/ 1446276 w 3114960"/>
              <a:gd name="connsiteY42266" fmla="*/ 3150299 h 5143785"/>
              <a:gd name="connsiteX42267" fmla="*/ 1436656 w 3114960"/>
              <a:gd name="connsiteY42267" fmla="*/ 3159919 h 5143785"/>
              <a:gd name="connsiteX42268" fmla="*/ 1436656 w 3114960"/>
              <a:gd name="connsiteY42268" fmla="*/ 3164396 h 5143785"/>
              <a:gd name="connsiteX42269" fmla="*/ 1446371 w 3114960"/>
              <a:gd name="connsiteY42269" fmla="*/ 3174111 h 5143785"/>
              <a:gd name="connsiteX42270" fmla="*/ 1450848 w 3114960"/>
              <a:gd name="connsiteY42270" fmla="*/ 3174111 h 5143785"/>
              <a:gd name="connsiteX42271" fmla="*/ 1460564 w 3114960"/>
              <a:gd name="connsiteY42271" fmla="*/ 3164396 h 5143785"/>
              <a:gd name="connsiteX42272" fmla="*/ 1460564 w 3114960"/>
              <a:gd name="connsiteY42272" fmla="*/ 3159919 h 5143785"/>
              <a:gd name="connsiteX42273" fmla="*/ 1450943 w 3114960"/>
              <a:gd name="connsiteY42273" fmla="*/ 3150299 h 5143785"/>
              <a:gd name="connsiteX42274" fmla="*/ 1450943 w 3114960"/>
              <a:gd name="connsiteY42274" fmla="*/ 3081147 h 5143785"/>
              <a:gd name="connsiteX42275" fmla="*/ 1478280 w 3114960"/>
              <a:gd name="connsiteY42275" fmla="*/ 3057620 h 5143785"/>
              <a:gd name="connsiteX42276" fmla="*/ 1542860 w 3114960"/>
              <a:gd name="connsiteY42276" fmla="*/ 3057620 h 5143785"/>
              <a:gd name="connsiteX42277" fmla="*/ 1567339 w 3114960"/>
              <a:gd name="connsiteY42277" fmla="*/ 3078004 h 5143785"/>
              <a:gd name="connsiteX42278" fmla="*/ 1710976 w 3114960"/>
              <a:gd name="connsiteY42278" fmla="*/ 3078004 h 5143785"/>
              <a:gd name="connsiteX42279" fmla="*/ 1711452 w 3114960"/>
              <a:gd name="connsiteY42279" fmla="*/ 3091148 h 5143785"/>
              <a:gd name="connsiteX42280" fmla="*/ 1524953 w 3114960"/>
              <a:gd name="connsiteY42280" fmla="*/ 3091148 h 5143785"/>
              <a:gd name="connsiteX42281" fmla="*/ 1495520 w 3114960"/>
              <a:gd name="connsiteY42281" fmla="*/ 3116009 h 5143785"/>
              <a:gd name="connsiteX42282" fmla="*/ 1495520 w 3114960"/>
              <a:gd name="connsiteY42282" fmla="*/ 3153728 h 5143785"/>
              <a:gd name="connsiteX42283" fmla="*/ 1493996 w 3114960"/>
              <a:gd name="connsiteY42283" fmla="*/ 3154775 h 5143785"/>
              <a:gd name="connsiteX42284" fmla="*/ 1484281 w 3114960"/>
              <a:gd name="connsiteY42284" fmla="*/ 3164491 h 5143785"/>
              <a:gd name="connsiteX42285" fmla="*/ 1484281 w 3114960"/>
              <a:gd name="connsiteY42285" fmla="*/ 3172397 h 5143785"/>
              <a:gd name="connsiteX42286" fmla="*/ 1493996 w 3114960"/>
              <a:gd name="connsiteY42286" fmla="*/ 3182112 h 5143785"/>
              <a:gd name="connsiteX42287" fmla="*/ 1497902 w 3114960"/>
              <a:gd name="connsiteY42287" fmla="*/ 3183731 h 5143785"/>
              <a:gd name="connsiteX42288" fmla="*/ 1497902 w 3114960"/>
              <a:gd name="connsiteY42288" fmla="*/ 3183731 h 5143785"/>
              <a:gd name="connsiteX42289" fmla="*/ 1501807 w 3114960"/>
              <a:gd name="connsiteY42289" fmla="*/ 3182112 h 5143785"/>
              <a:gd name="connsiteX42290" fmla="*/ 1511522 w 3114960"/>
              <a:gd name="connsiteY42290" fmla="*/ 3172397 h 5143785"/>
              <a:gd name="connsiteX42291" fmla="*/ 1511522 w 3114960"/>
              <a:gd name="connsiteY42291" fmla="*/ 3172397 h 5143785"/>
              <a:gd name="connsiteX42292" fmla="*/ 1511522 w 3114960"/>
              <a:gd name="connsiteY42292" fmla="*/ 3164491 h 5143785"/>
              <a:gd name="connsiteX42293" fmla="*/ 1501807 w 3114960"/>
              <a:gd name="connsiteY42293" fmla="*/ 3154775 h 5143785"/>
              <a:gd name="connsiteX42294" fmla="*/ 1500283 w 3114960"/>
              <a:gd name="connsiteY42294" fmla="*/ 3153728 h 5143785"/>
              <a:gd name="connsiteX42295" fmla="*/ 1500283 w 3114960"/>
              <a:gd name="connsiteY42295" fmla="*/ 3118199 h 5143785"/>
              <a:gd name="connsiteX42296" fmla="*/ 1526667 w 3114960"/>
              <a:gd name="connsiteY42296" fmla="*/ 3095911 h 5143785"/>
              <a:gd name="connsiteX42297" fmla="*/ 1719358 w 3114960"/>
              <a:gd name="connsiteY42297" fmla="*/ 3071336 h 5143785"/>
              <a:gd name="connsiteX42298" fmla="*/ 1733169 w 3114960"/>
              <a:gd name="connsiteY42298" fmla="*/ 3062954 h 5143785"/>
              <a:gd name="connsiteX42299" fmla="*/ 1748885 w 3114960"/>
              <a:gd name="connsiteY42299" fmla="*/ 3066764 h 5143785"/>
              <a:gd name="connsiteX42300" fmla="*/ 1757267 w 3114960"/>
              <a:gd name="connsiteY42300" fmla="*/ 3080576 h 5143785"/>
              <a:gd name="connsiteX42301" fmla="*/ 1753457 w 3114960"/>
              <a:gd name="connsiteY42301" fmla="*/ 3096197 h 5143785"/>
              <a:gd name="connsiteX42302" fmla="*/ 1753457 w 3114960"/>
              <a:gd name="connsiteY42302" fmla="*/ 3096197 h 5143785"/>
              <a:gd name="connsiteX42303" fmla="*/ 1739646 w 3114960"/>
              <a:gd name="connsiteY42303" fmla="*/ 3104579 h 5143785"/>
              <a:gd name="connsiteX42304" fmla="*/ 1736407 w 3114960"/>
              <a:gd name="connsiteY42304" fmla="*/ 3104864 h 5143785"/>
              <a:gd name="connsiteX42305" fmla="*/ 1724025 w 3114960"/>
              <a:gd name="connsiteY42305" fmla="*/ 3100769 h 5143785"/>
              <a:gd name="connsiteX42306" fmla="*/ 1719453 w 3114960"/>
              <a:gd name="connsiteY42306" fmla="*/ 3071241 h 5143785"/>
              <a:gd name="connsiteX42307" fmla="*/ 1508379 w 3114960"/>
              <a:gd name="connsiteY42307" fmla="*/ 3168015 h 5143785"/>
              <a:gd name="connsiteX42308" fmla="*/ 1508379 w 3114960"/>
              <a:gd name="connsiteY42308" fmla="*/ 3169158 h 5143785"/>
              <a:gd name="connsiteX42309" fmla="*/ 1498664 w 3114960"/>
              <a:gd name="connsiteY42309" fmla="*/ 3178874 h 5143785"/>
              <a:gd name="connsiteX42310" fmla="*/ 1498092 w 3114960"/>
              <a:gd name="connsiteY42310" fmla="*/ 3179064 h 5143785"/>
              <a:gd name="connsiteX42311" fmla="*/ 1497521 w 3114960"/>
              <a:gd name="connsiteY42311" fmla="*/ 3178874 h 5143785"/>
              <a:gd name="connsiteX42312" fmla="*/ 1487805 w 3114960"/>
              <a:gd name="connsiteY42312" fmla="*/ 3169158 h 5143785"/>
              <a:gd name="connsiteX42313" fmla="*/ 1487805 w 3114960"/>
              <a:gd name="connsiteY42313" fmla="*/ 3168015 h 5143785"/>
              <a:gd name="connsiteX42314" fmla="*/ 1497521 w 3114960"/>
              <a:gd name="connsiteY42314" fmla="*/ 3158300 h 5143785"/>
              <a:gd name="connsiteX42315" fmla="*/ 1498092 w 3114960"/>
              <a:gd name="connsiteY42315" fmla="*/ 3158109 h 5143785"/>
              <a:gd name="connsiteX42316" fmla="*/ 1498664 w 3114960"/>
              <a:gd name="connsiteY42316" fmla="*/ 3158300 h 5143785"/>
              <a:gd name="connsiteX42317" fmla="*/ 1508379 w 3114960"/>
              <a:gd name="connsiteY42317" fmla="*/ 3168015 h 5143785"/>
              <a:gd name="connsiteX42318" fmla="*/ 1872329 w 3114960"/>
              <a:gd name="connsiteY42318" fmla="*/ 3096006 h 5143785"/>
              <a:gd name="connsiteX42319" fmla="*/ 2009489 w 3114960"/>
              <a:gd name="connsiteY42319" fmla="*/ 3096006 h 5143785"/>
              <a:gd name="connsiteX42320" fmla="*/ 2037588 w 3114960"/>
              <a:gd name="connsiteY42320" fmla="*/ 3072098 h 5143785"/>
              <a:gd name="connsiteX42321" fmla="*/ 2037588 w 3114960"/>
              <a:gd name="connsiteY42321" fmla="*/ 2962751 h 5143785"/>
              <a:gd name="connsiteX42322" fmla="*/ 2042065 w 3114960"/>
              <a:gd name="connsiteY42322" fmla="*/ 2962751 h 5143785"/>
              <a:gd name="connsiteX42323" fmla="*/ 2049113 w 3114960"/>
              <a:gd name="connsiteY42323" fmla="*/ 2955608 h 5143785"/>
              <a:gd name="connsiteX42324" fmla="*/ 2049113 w 3114960"/>
              <a:gd name="connsiteY42324" fmla="*/ 2942082 h 5143785"/>
              <a:gd name="connsiteX42325" fmla="*/ 2041874 w 3114960"/>
              <a:gd name="connsiteY42325" fmla="*/ 2935034 h 5143785"/>
              <a:gd name="connsiteX42326" fmla="*/ 2028349 w 3114960"/>
              <a:gd name="connsiteY42326" fmla="*/ 2935034 h 5143785"/>
              <a:gd name="connsiteX42327" fmla="*/ 2022348 w 3114960"/>
              <a:gd name="connsiteY42327" fmla="*/ 2938653 h 5143785"/>
              <a:gd name="connsiteX42328" fmla="*/ 1992059 w 3114960"/>
              <a:gd name="connsiteY42328" fmla="*/ 2938653 h 5143785"/>
              <a:gd name="connsiteX42329" fmla="*/ 1975961 w 3114960"/>
              <a:gd name="connsiteY42329" fmla="*/ 2924366 h 5143785"/>
              <a:gd name="connsiteX42330" fmla="*/ 1897761 w 3114960"/>
              <a:gd name="connsiteY42330" fmla="*/ 2924080 h 5143785"/>
              <a:gd name="connsiteX42331" fmla="*/ 1888141 w 3114960"/>
              <a:gd name="connsiteY42331" fmla="*/ 2915126 h 5143785"/>
              <a:gd name="connsiteX42332" fmla="*/ 1878330 w 3114960"/>
              <a:gd name="connsiteY42332" fmla="*/ 2924937 h 5143785"/>
              <a:gd name="connsiteX42333" fmla="*/ 1888141 w 3114960"/>
              <a:gd name="connsiteY42333" fmla="*/ 2934748 h 5143785"/>
              <a:gd name="connsiteX42334" fmla="*/ 1897094 w 3114960"/>
              <a:gd name="connsiteY42334" fmla="*/ 2928938 h 5143785"/>
              <a:gd name="connsiteX42335" fmla="*/ 1974152 w 3114960"/>
              <a:gd name="connsiteY42335" fmla="*/ 2929223 h 5143785"/>
              <a:gd name="connsiteX42336" fmla="*/ 1990249 w 3114960"/>
              <a:gd name="connsiteY42336" fmla="*/ 2943511 h 5143785"/>
              <a:gd name="connsiteX42337" fmla="*/ 2021205 w 3114960"/>
              <a:gd name="connsiteY42337" fmla="*/ 2943511 h 5143785"/>
              <a:gd name="connsiteX42338" fmla="*/ 2021205 w 3114960"/>
              <a:gd name="connsiteY42338" fmla="*/ 2952750 h 5143785"/>
              <a:gd name="connsiteX42339" fmla="*/ 1990153 w 3114960"/>
              <a:gd name="connsiteY42339" fmla="*/ 2952750 h 5143785"/>
              <a:gd name="connsiteX42340" fmla="*/ 1974056 w 3114960"/>
              <a:gd name="connsiteY42340" fmla="*/ 2967038 h 5143785"/>
              <a:gd name="connsiteX42341" fmla="*/ 1897380 w 3114960"/>
              <a:gd name="connsiteY42341" fmla="*/ 2967323 h 5143785"/>
              <a:gd name="connsiteX42342" fmla="*/ 1888141 w 3114960"/>
              <a:gd name="connsiteY42342" fmla="*/ 2959989 h 5143785"/>
              <a:gd name="connsiteX42343" fmla="*/ 1878330 w 3114960"/>
              <a:gd name="connsiteY42343" fmla="*/ 2969800 h 5143785"/>
              <a:gd name="connsiteX42344" fmla="*/ 1888141 w 3114960"/>
              <a:gd name="connsiteY42344" fmla="*/ 2979515 h 5143785"/>
              <a:gd name="connsiteX42345" fmla="*/ 1897380 w 3114960"/>
              <a:gd name="connsiteY42345" fmla="*/ 2972086 h 5143785"/>
              <a:gd name="connsiteX42346" fmla="*/ 1975009 w 3114960"/>
              <a:gd name="connsiteY42346" fmla="*/ 2971800 h 5143785"/>
              <a:gd name="connsiteX42347" fmla="*/ 1975866 w 3114960"/>
              <a:gd name="connsiteY42347" fmla="*/ 2971800 h 5143785"/>
              <a:gd name="connsiteX42348" fmla="*/ 1991963 w 3114960"/>
              <a:gd name="connsiteY42348" fmla="*/ 2957513 h 5143785"/>
              <a:gd name="connsiteX42349" fmla="*/ 2021491 w 3114960"/>
              <a:gd name="connsiteY42349" fmla="*/ 2957513 h 5143785"/>
              <a:gd name="connsiteX42350" fmla="*/ 2028349 w 3114960"/>
              <a:gd name="connsiteY42350" fmla="*/ 2963037 h 5143785"/>
              <a:gd name="connsiteX42351" fmla="*/ 2032730 w 3114960"/>
              <a:gd name="connsiteY42351" fmla="*/ 2963037 h 5143785"/>
              <a:gd name="connsiteX42352" fmla="*/ 2032730 w 3114960"/>
              <a:gd name="connsiteY42352" fmla="*/ 3070193 h 5143785"/>
              <a:gd name="connsiteX42353" fmla="*/ 2007680 w 3114960"/>
              <a:gd name="connsiteY42353" fmla="*/ 3091529 h 5143785"/>
              <a:gd name="connsiteX42354" fmla="*/ 1874044 w 3114960"/>
              <a:gd name="connsiteY42354" fmla="*/ 3091529 h 5143785"/>
              <a:gd name="connsiteX42355" fmla="*/ 1853470 w 3114960"/>
              <a:gd name="connsiteY42355" fmla="*/ 3074099 h 5143785"/>
              <a:gd name="connsiteX42356" fmla="*/ 1853470 w 3114960"/>
              <a:gd name="connsiteY42356" fmla="*/ 3035618 h 5143785"/>
              <a:gd name="connsiteX42357" fmla="*/ 1857947 w 3114960"/>
              <a:gd name="connsiteY42357" fmla="*/ 3035618 h 5143785"/>
              <a:gd name="connsiteX42358" fmla="*/ 1864043 w 3114960"/>
              <a:gd name="connsiteY42358" fmla="*/ 3031808 h 5143785"/>
              <a:gd name="connsiteX42359" fmla="*/ 1893475 w 3114960"/>
              <a:gd name="connsiteY42359" fmla="*/ 3031808 h 5143785"/>
              <a:gd name="connsiteX42360" fmla="*/ 1909572 w 3114960"/>
              <a:gd name="connsiteY42360" fmla="*/ 3046095 h 5143785"/>
              <a:gd name="connsiteX42361" fmla="*/ 1988058 w 3114960"/>
              <a:gd name="connsiteY42361" fmla="*/ 3046381 h 5143785"/>
              <a:gd name="connsiteX42362" fmla="*/ 1997393 w 3114960"/>
              <a:gd name="connsiteY42362" fmla="*/ 3053810 h 5143785"/>
              <a:gd name="connsiteX42363" fmla="*/ 2007108 w 3114960"/>
              <a:gd name="connsiteY42363" fmla="*/ 3044000 h 5143785"/>
              <a:gd name="connsiteX42364" fmla="*/ 1997393 w 3114960"/>
              <a:gd name="connsiteY42364" fmla="*/ 3034189 h 5143785"/>
              <a:gd name="connsiteX42365" fmla="*/ 1988153 w 3114960"/>
              <a:gd name="connsiteY42365" fmla="*/ 3041523 h 5143785"/>
              <a:gd name="connsiteX42366" fmla="*/ 1911477 w 3114960"/>
              <a:gd name="connsiteY42366" fmla="*/ 3041237 h 5143785"/>
              <a:gd name="connsiteX42367" fmla="*/ 1895380 w 3114960"/>
              <a:gd name="connsiteY42367" fmla="*/ 3026950 h 5143785"/>
              <a:gd name="connsiteX42368" fmla="*/ 1865090 w 3114960"/>
              <a:gd name="connsiteY42368" fmla="*/ 3026950 h 5143785"/>
              <a:gd name="connsiteX42369" fmla="*/ 1865090 w 3114960"/>
              <a:gd name="connsiteY42369" fmla="*/ 3017806 h 5143785"/>
              <a:gd name="connsiteX42370" fmla="*/ 1895475 w 3114960"/>
              <a:gd name="connsiteY42370" fmla="*/ 3017806 h 5143785"/>
              <a:gd name="connsiteX42371" fmla="*/ 1911572 w 3114960"/>
              <a:gd name="connsiteY42371" fmla="*/ 3003518 h 5143785"/>
              <a:gd name="connsiteX42372" fmla="*/ 1988630 w 3114960"/>
              <a:gd name="connsiteY42372" fmla="*/ 3003233 h 5143785"/>
              <a:gd name="connsiteX42373" fmla="*/ 1997583 w 3114960"/>
              <a:gd name="connsiteY42373" fmla="*/ 3009043 h 5143785"/>
              <a:gd name="connsiteX42374" fmla="*/ 2007299 w 3114960"/>
              <a:gd name="connsiteY42374" fmla="*/ 2999232 h 5143785"/>
              <a:gd name="connsiteX42375" fmla="*/ 1997583 w 3114960"/>
              <a:gd name="connsiteY42375" fmla="*/ 2989421 h 5143785"/>
              <a:gd name="connsiteX42376" fmla="*/ 1987963 w 3114960"/>
              <a:gd name="connsiteY42376" fmla="*/ 2998375 h 5143785"/>
              <a:gd name="connsiteX42377" fmla="*/ 1910620 w 3114960"/>
              <a:gd name="connsiteY42377" fmla="*/ 2998661 h 5143785"/>
              <a:gd name="connsiteX42378" fmla="*/ 1909763 w 3114960"/>
              <a:gd name="connsiteY42378" fmla="*/ 2998661 h 5143785"/>
              <a:gd name="connsiteX42379" fmla="*/ 1893665 w 3114960"/>
              <a:gd name="connsiteY42379" fmla="*/ 3012948 h 5143785"/>
              <a:gd name="connsiteX42380" fmla="*/ 1864709 w 3114960"/>
              <a:gd name="connsiteY42380" fmla="*/ 3012948 h 5143785"/>
              <a:gd name="connsiteX42381" fmla="*/ 1857947 w 3114960"/>
              <a:gd name="connsiteY42381" fmla="*/ 3007614 h 5143785"/>
              <a:gd name="connsiteX42382" fmla="*/ 1853660 w 3114960"/>
              <a:gd name="connsiteY42382" fmla="*/ 3007614 h 5143785"/>
              <a:gd name="connsiteX42383" fmla="*/ 1853946 w 3114960"/>
              <a:gd name="connsiteY42383" fmla="*/ 2912840 h 5143785"/>
              <a:gd name="connsiteX42384" fmla="*/ 1868234 w 3114960"/>
              <a:gd name="connsiteY42384" fmla="*/ 2896743 h 5143785"/>
              <a:gd name="connsiteX42385" fmla="*/ 1868234 w 3114960"/>
              <a:gd name="connsiteY42385" fmla="*/ 2868740 h 5143785"/>
              <a:gd name="connsiteX42386" fmla="*/ 1875663 w 3114960"/>
              <a:gd name="connsiteY42386" fmla="*/ 2859500 h 5143785"/>
              <a:gd name="connsiteX42387" fmla="*/ 1865948 w 3114960"/>
              <a:gd name="connsiteY42387" fmla="*/ 2849690 h 5143785"/>
              <a:gd name="connsiteX42388" fmla="*/ 1856137 w 3114960"/>
              <a:gd name="connsiteY42388" fmla="*/ 2859500 h 5143785"/>
              <a:gd name="connsiteX42389" fmla="*/ 1863566 w 3114960"/>
              <a:gd name="connsiteY42389" fmla="*/ 2868740 h 5143785"/>
              <a:gd name="connsiteX42390" fmla="*/ 1863566 w 3114960"/>
              <a:gd name="connsiteY42390" fmla="*/ 2894934 h 5143785"/>
              <a:gd name="connsiteX42391" fmla="*/ 1849184 w 3114960"/>
              <a:gd name="connsiteY42391" fmla="*/ 2911030 h 5143785"/>
              <a:gd name="connsiteX42392" fmla="*/ 1848898 w 3114960"/>
              <a:gd name="connsiteY42392" fmla="*/ 3007614 h 5143785"/>
              <a:gd name="connsiteX42393" fmla="*/ 1844421 w 3114960"/>
              <a:gd name="connsiteY42393" fmla="*/ 3007614 h 5143785"/>
              <a:gd name="connsiteX42394" fmla="*/ 1837373 w 3114960"/>
              <a:gd name="connsiteY42394" fmla="*/ 3014758 h 5143785"/>
              <a:gd name="connsiteX42395" fmla="*/ 1837373 w 3114960"/>
              <a:gd name="connsiteY42395" fmla="*/ 3028284 h 5143785"/>
              <a:gd name="connsiteX42396" fmla="*/ 1844612 w 3114960"/>
              <a:gd name="connsiteY42396" fmla="*/ 3035332 h 5143785"/>
              <a:gd name="connsiteX42397" fmla="*/ 1848993 w 3114960"/>
              <a:gd name="connsiteY42397" fmla="*/ 3035332 h 5143785"/>
              <a:gd name="connsiteX42398" fmla="*/ 1848993 w 3114960"/>
              <a:gd name="connsiteY42398" fmla="*/ 3076004 h 5143785"/>
              <a:gd name="connsiteX42399" fmla="*/ 1872520 w 3114960"/>
              <a:gd name="connsiteY42399" fmla="*/ 3096006 h 5143785"/>
              <a:gd name="connsiteX42400" fmla="*/ 1888236 w 3114960"/>
              <a:gd name="connsiteY42400" fmla="*/ 2929700 h 5143785"/>
              <a:gd name="connsiteX42401" fmla="*/ 1883188 w 3114960"/>
              <a:gd name="connsiteY42401" fmla="*/ 2924651 h 5143785"/>
              <a:gd name="connsiteX42402" fmla="*/ 1888236 w 3114960"/>
              <a:gd name="connsiteY42402" fmla="*/ 2919603 h 5143785"/>
              <a:gd name="connsiteX42403" fmla="*/ 1893284 w 3114960"/>
              <a:gd name="connsiteY42403" fmla="*/ 2924651 h 5143785"/>
              <a:gd name="connsiteX42404" fmla="*/ 1888236 w 3114960"/>
              <a:gd name="connsiteY42404" fmla="*/ 2929700 h 5143785"/>
              <a:gd name="connsiteX42405" fmla="*/ 1888236 w 3114960"/>
              <a:gd name="connsiteY42405" fmla="*/ 2974467 h 5143785"/>
              <a:gd name="connsiteX42406" fmla="*/ 1883188 w 3114960"/>
              <a:gd name="connsiteY42406" fmla="*/ 2969514 h 5143785"/>
              <a:gd name="connsiteX42407" fmla="*/ 1888236 w 3114960"/>
              <a:gd name="connsiteY42407" fmla="*/ 2964466 h 5143785"/>
              <a:gd name="connsiteX42408" fmla="*/ 1893284 w 3114960"/>
              <a:gd name="connsiteY42408" fmla="*/ 2969514 h 5143785"/>
              <a:gd name="connsiteX42409" fmla="*/ 1888236 w 3114960"/>
              <a:gd name="connsiteY42409" fmla="*/ 2974467 h 5143785"/>
              <a:gd name="connsiteX42410" fmla="*/ 2028444 w 3114960"/>
              <a:gd name="connsiteY42410" fmla="*/ 2957989 h 5143785"/>
              <a:gd name="connsiteX42411" fmla="*/ 2026063 w 3114960"/>
              <a:gd name="connsiteY42411" fmla="*/ 2955608 h 5143785"/>
              <a:gd name="connsiteX42412" fmla="*/ 2026063 w 3114960"/>
              <a:gd name="connsiteY42412" fmla="*/ 2942082 h 5143785"/>
              <a:gd name="connsiteX42413" fmla="*/ 2028349 w 3114960"/>
              <a:gd name="connsiteY42413" fmla="*/ 2939701 h 5143785"/>
              <a:gd name="connsiteX42414" fmla="*/ 2041874 w 3114960"/>
              <a:gd name="connsiteY42414" fmla="*/ 2939701 h 5143785"/>
              <a:gd name="connsiteX42415" fmla="*/ 2044256 w 3114960"/>
              <a:gd name="connsiteY42415" fmla="*/ 2941987 h 5143785"/>
              <a:gd name="connsiteX42416" fmla="*/ 2044256 w 3114960"/>
              <a:gd name="connsiteY42416" fmla="*/ 2955512 h 5143785"/>
              <a:gd name="connsiteX42417" fmla="*/ 2041970 w 3114960"/>
              <a:gd name="connsiteY42417" fmla="*/ 2957894 h 5143785"/>
              <a:gd name="connsiteX42418" fmla="*/ 2028444 w 3114960"/>
              <a:gd name="connsiteY42418" fmla="*/ 2957894 h 5143785"/>
              <a:gd name="connsiteX42419" fmla="*/ 1997488 w 3114960"/>
              <a:gd name="connsiteY42419" fmla="*/ 3038856 h 5143785"/>
              <a:gd name="connsiteX42420" fmla="*/ 2002441 w 3114960"/>
              <a:gd name="connsiteY42420" fmla="*/ 3043904 h 5143785"/>
              <a:gd name="connsiteX42421" fmla="*/ 1997488 w 3114960"/>
              <a:gd name="connsiteY42421" fmla="*/ 3048953 h 5143785"/>
              <a:gd name="connsiteX42422" fmla="*/ 1992440 w 3114960"/>
              <a:gd name="connsiteY42422" fmla="*/ 3043904 h 5143785"/>
              <a:gd name="connsiteX42423" fmla="*/ 1997488 w 3114960"/>
              <a:gd name="connsiteY42423" fmla="*/ 3038856 h 5143785"/>
              <a:gd name="connsiteX42424" fmla="*/ 1997488 w 3114960"/>
              <a:gd name="connsiteY42424" fmla="*/ 2994088 h 5143785"/>
              <a:gd name="connsiteX42425" fmla="*/ 2002441 w 3114960"/>
              <a:gd name="connsiteY42425" fmla="*/ 2999137 h 5143785"/>
              <a:gd name="connsiteX42426" fmla="*/ 1997488 w 3114960"/>
              <a:gd name="connsiteY42426" fmla="*/ 3004185 h 5143785"/>
              <a:gd name="connsiteX42427" fmla="*/ 1992440 w 3114960"/>
              <a:gd name="connsiteY42427" fmla="*/ 2999137 h 5143785"/>
              <a:gd name="connsiteX42428" fmla="*/ 1997488 w 3114960"/>
              <a:gd name="connsiteY42428" fmla="*/ 2994088 h 5143785"/>
              <a:gd name="connsiteX42429" fmla="*/ 1860804 w 3114960"/>
              <a:gd name="connsiteY42429" fmla="*/ 2859405 h 5143785"/>
              <a:gd name="connsiteX42430" fmla="*/ 1865852 w 3114960"/>
              <a:gd name="connsiteY42430" fmla="*/ 2854357 h 5143785"/>
              <a:gd name="connsiteX42431" fmla="*/ 1870805 w 3114960"/>
              <a:gd name="connsiteY42431" fmla="*/ 2859405 h 5143785"/>
              <a:gd name="connsiteX42432" fmla="*/ 1865852 w 3114960"/>
              <a:gd name="connsiteY42432" fmla="*/ 2864453 h 5143785"/>
              <a:gd name="connsiteX42433" fmla="*/ 1860804 w 3114960"/>
              <a:gd name="connsiteY42433" fmla="*/ 2859405 h 5143785"/>
              <a:gd name="connsiteX42434" fmla="*/ 1844421 w 3114960"/>
              <a:gd name="connsiteY42434" fmla="*/ 3030569 h 5143785"/>
              <a:gd name="connsiteX42435" fmla="*/ 1842040 w 3114960"/>
              <a:gd name="connsiteY42435" fmla="*/ 3028188 h 5143785"/>
              <a:gd name="connsiteX42436" fmla="*/ 1842040 w 3114960"/>
              <a:gd name="connsiteY42436" fmla="*/ 3014663 h 5143785"/>
              <a:gd name="connsiteX42437" fmla="*/ 1844326 w 3114960"/>
              <a:gd name="connsiteY42437" fmla="*/ 3012281 h 5143785"/>
              <a:gd name="connsiteX42438" fmla="*/ 1857851 w 3114960"/>
              <a:gd name="connsiteY42438" fmla="*/ 3012281 h 5143785"/>
              <a:gd name="connsiteX42439" fmla="*/ 1860232 w 3114960"/>
              <a:gd name="connsiteY42439" fmla="*/ 3014567 h 5143785"/>
              <a:gd name="connsiteX42440" fmla="*/ 1860232 w 3114960"/>
              <a:gd name="connsiteY42440" fmla="*/ 3028093 h 5143785"/>
              <a:gd name="connsiteX42441" fmla="*/ 1857947 w 3114960"/>
              <a:gd name="connsiteY42441" fmla="*/ 3030474 h 5143785"/>
              <a:gd name="connsiteX42442" fmla="*/ 1844421 w 3114960"/>
              <a:gd name="connsiteY42442" fmla="*/ 3030474 h 5143785"/>
              <a:gd name="connsiteX42443" fmla="*/ 18860 w 3114960"/>
              <a:gd name="connsiteY42443" fmla="*/ 2372201 h 5143785"/>
              <a:gd name="connsiteX42444" fmla="*/ 18860 w 3114960"/>
              <a:gd name="connsiteY42444" fmla="*/ 2380488 h 5143785"/>
              <a:gd name="connsiteX42445" fmla="*/ 103061 w 3114960"/>
              <a:gd name="connsiteY42445" fmla="*/ 2380488 h 5143785"/>
              <a:gd name="connsiteX42446" fmla="*/ 127826 w 3114960"/>
              <a:gd name="connsiteY42446" fmla="*/ 2362105 h 5143785"/>
              <a:gd name="connsiteX42447" fmla="*/ 390144 w 3114960"/>
              <a:gd name="connsiteY42447" fmla="*/ 2362105 h 5143785"/>
              <a:gd name="connsiteX42448" fmla="*/ 394526 w 3114960"/>
              <a:gd name="connsiteY42448" fmla="*/ 2356961 h 5143785"/>
              <a:gd name="connsiteX42449" fmla="*/ 394526 w 3114960"/>
              <a:gd name="connsiteY42449" fmla="*/ 2340959 h 5143785"/>
              <a:gd name="connsiteX42450" fmla="*/ 390430 w 3114960"/>
              <a:gd name="connsiteY42450" fmla="*/ 2340959 h 5143785"/>
              <a:gd name="connsiteX42451" fmla="*/ 387763 w 3114960"/>
              <a:gd name="connsiteY42451" fmla="*/ 2338292 h 5143785"/>
              <a:gd name="connsiteX42452" fmla="*/ 387763 w 3114960"/>
              <a:gd name="connsiteY42452" fmla="*/ 2325338 h 5143785"/>
              <a:gd name="connsiteX42453" fmla="*/ 390430 w 3114960"/>
              <a:gd name="connsiteY42453" fmla="*/ 2322671 h 5143785"/>
              <a:gd name="connsiteX42454" fmla="*/ 403384 w 3114960"/>
              <a:gd name="connsiteY42454" fmla="*/ 2322671 h 5143785"/>
              <a:gd name="connsiteX42455" fmla="*/ 406051 w 3114960"/>
              <a:gd name="connsiteY42455" fmla="*/ 2325338 h 5143785"/>
              <a:gd name="connsiteX42456" fmla="*/ 406051 w 3114960"/>
              <a:gd name="connsiteY42456" fmla="*/ 2338292 h 5143785"/>
              <a:gd name="connsiteX42457" fmla="*/ 403384 w 3114960"/>
              <a:gd name="connsiteY42457" fmla="*/ 2340959 h 5143785"/>
              <a:gd name="connsiteX42458" fmla="*/ 399288 w 3114960"/>
              <a:gd name="connsiteY42458" fmla="*/ 2340959 h 5143785"/>
              <a:gd name="connsiteX42459" fmla="*/ 399288 w 3114960"/>
              <a:gd name="connsiteY42459" fmla="*/ 2358771 h 5143785"/>
              <a:gd name="connsiteX42460" fmla="*/ 392335 w 3114960"/>
              <a:gd name="connsiteY42460" fmla="*/ 2366867 h 5143785"/>
              <a:gd name="connsiteX42461" fmla="*/ 129350 w 3114960"/>
              <a:gd name="connsiteY42461" fmla="*/ 2366867 h 5143785"/>
              <a:gd name="connsiteX42462" fmla="*/ 104585 w 3114960"/>
              <a:gd name="connsiteY42462" fmla="*/ 2385251 h 5143785"/>
              <a:gd name="connsiteX42463" fmla="*/ 18860 w 3114960"/>
              <a:gd name="connsiteY42463" fmla="*/ 2385251 h 5143785"/>
              <a:gd name="connsiteX42464" fmla="*/ 18860 w 3114960"/>
              <a:gd name="connsiteY42464" fmla="*/ 2393728 h 5143785"/>
              <a:gd name="connsiteX42465" fmla="*/ 11716 w 3114960"/>
              <a:gd name="connsiteY42465" fmla="*/ 2400872 h 5143785"/>
              <a:gd name="connsiteX42466" fmla="*/ 95 w 3114960"/>
              <a:gd name="connsiteY42466" fmla="*/ 2400872 h 5143785"/>
              <a:gd name="connsiteX42467" fmla="*/ 95 w 3114960"/>
              <a:gd name="connsiteY42467" fmla="*/ 2396109 h 5143785"/>
              <a:gd name="connsiteX42468" fmla="*/ 11621 w 3114960"/>
              <a:gd name="connsiteY42468" fmla="*/ 2396109 h 5143785"/>
              <a:gd name="connsiteX42469" fmla="*/ 14002 w 3114960"/>
              <a:gd name="connsiteY42469" fmla="*/ 2393728 h 5143785"/>
              <a:gd name="connsiteX42470" fmla="*/ 14002 w 3114960"/>
              <a:gd name="connsiteY42470" fmla="*/ 2372201 h 5143785"/>
              <a:gd name="connsiteX42471" fmla="*/ 11621 w 3114960"/>
              <a:gd name="connsiteY42471" fmla="*/ 2369820 h 5143785"/>
              <a:gd name="connsiteX42472" fmla="*/ 95 w 3114960"/>
              <a:gd name="connsiteY42472" fmla="*/ 2369820 h 5143785"/>
              <a:gd name="connsiteX42473" fmla="*/ 95 w 3114960"/>
              <a:gd name="connsiteY42473" fmla="*/ 2365058 h 5143785"/>
              <a:gd name="connsiteX42474" fmla="*/ 11621 w 3114960"/>
              <a:gd name="connsiteY42474" fmla="*/ 2365058 h 5143785"/>
              <a:gd name="connsiteX42475" fmla="*/ 18764 w 3114960"/>
              <a:gd name="connsiteY42475" fmla="*/ 2372201 h 5143785"/>
              <a:gd name="connsiteX42476" fmla="*/ 1780985 w 3114960"/>
              <a:gd name="connsiteY42476" fmla="*/ 3270218 h 5143785"/>
              <a:gd name="connsiteX42477" fmla="*/ 1792891 w 3114960"/>
              <a:gd name="connsiteY42477" fmla="*/ 3260217 h 5143785"/>
              <a:gd name="connsiteX42478" fmla="*/ 1959578 w 3114960"/>
              <a:gd name="connsiteY42478" fmla="*/ 3259646 h 5143785"/>
              <a:gd name="connsiteX42479" fmla="*/ 1960531 w 3114960"/>
              <a:gd name="connsiteY42479" fmla="*/ 3259646 h 5143785"/>
              <a:gd name="connsiteX42480" fmla="*/ 2016538 w 3114960"/>
              <a:gd name="connsiteY42480" fmla="*/ 3208115 h 5143785"/>
              <a:gd name="connsiteX42481" fmla="*/ 2042636 w 3114960"/>
              <a:gd name="connsiteY42481" fmla="*/ 3208115 h 5143785"/>
              <a:gd name="connsiteX42482" fmla="*/ 2051876 w 3114960"/>
              <a:gd name="connsiteY42482" fmla="*/ 3215450 h 5143785"/>
              <a:gd name="connsiteX42483" fmla="*/ 2061686 w 3114960"/>
              <a:gd name="connsiteY42483" fmla="*/ 3205639 h 5143785"/>
              <a:gd name="connsiteX42484" fmla="*/ 2051876 w 3114960"/>
              <a:gd name="connsiteY42484" fmla="*/ 3195828 h 5143785"/>
              <a:gd name="connsiteX42485" fmla="*/ 2042636 w 3114960"/>
              <a:gd name="connsiteY42485" fmla="*/ 3203258 h 5143785"/>
              <a:gd name="connsiteX42486" fmla="*/ 2014633 w 3114960"/>
              <a:gd name="connsiteY42486" fmla="*/ 3203258 h 5143785"/>
              <a:gd name="connsiteX42487" fmla="*/ 1958626 w 3114960"/>
              <a:gd name="connsiteY42487" fmla="*/ 3254788 h 5143785"/>
              <a:gd name="connsiteX42488" fmla="*/ 1792796 w 3114960"/>
              <a:gd name="connsiteY42488" fmla="*/ 3255359 h 5143785"/>
              <a:gd name="connsiteX42489" fmla="*/ 1780889 w 3114960"/>
              <a:gd name="connsiteY42489" fmla="*/ 3245358 h 5143785"/>
              <a:gd name="connsiteX42490" fmla="*/ 1768507 w 3114960"/>
              <a:gd name="connsiteY42490" fmla="*/ 3257741 h 5143785"/>
              <a:gd name="connsiteX42491" fmla="*/ 1780889 w 3114960"/>
              <a:gd name="connsiteY42491" fmla="*/ 3270123 h 5143785"/>
              <a:gd name="connsiteX42492" fmla="*/ 2051971 w 3114960"/>
              <a:gd name="connsiteY42492" fmla="*/ 3200781 h 5143785"/>
              <a:gd name="connsiteX42493" fmla="*/ 2057019 w 3114960"/>
              <a:gd name="connsiteY42493" fmla="*/ 3205829 h 5143785"/>
              <a:gd name="connsiteX42494" fmla="*/ 2051971 w 3114960"/>
              <a:gd name="connsiteY42494" fmla="*/ 3210878 h 5143785"/>
              <a:gd name="connsiteX42495" fmla="*/ 2046923 w 3114960"/>
              <a:gd name="connsiteY42495" fmla="*/ 3205829 h 5143785"/>
              <a:gd name="connsiteX42496" fmla="*/ 2051971 w 3114960"/>
              <a:gd name="connsiteY42496" fmla="*/ 3200781 h 5143785"/>
              <a:gd name="connsiteX42497" fmla="*/ 1780985 w 3114960"/>
              <a:gd name="connsiteY42497" fmla="*/ 3250216 h 5143785"/>
              <a:gd name="connsiteX42498" fmla="*/ 1788605 w 3114960"/>
              <a:gd name="connsiteY42498" fmla="*/ 3257836 h 5143785"/>
              <a:gd name="connsiteX42499" fmla="*/ 1780985 w 3114960"/>
              <a:gd name="connsiteY42499" fmla="*/ 3265456 h 5143785"/>
              <a:gd name="connsiteX42500" fmla="*/ 1773365 w 3114960"/>
              <a:gd name="connsiteY42500" fmla="*/ 3257836 h 5143785"/>
              <a:gd name="connsiteX42501" fmla="*/ 1780985 w 3114960"/>
              <a:gd name="connsiteY42501" fmla="*/ 3250216 h 5143785"/>
              <a:gd name="connsiteX42502" fmla="*/ 2171033 w 3114960"/>
              <a:gd name="connsiteY42502" fmla="*/ 3695034 h 5143785"/>
              <a:gd name="connsiteX42503" fmla="*/ 2171033 w 3114960"/>
              <a:gd name="connsiteY42503" fmla="*/ 3706940 h 5143785"/>
              <a:gd name="connsiteX42504" fmla="*/ 2164652 w 3114960"/>
              <a:gd name="connsiteY42504" fmla="*/ 3713321 h 5143785"/>
              <a:gd name="connsiteX42505" fmla="*/ 2152745 w 3114960"/>
              <a:gd name="connsiteY42505" fmla="*/ 3713321 h 5143785"/>
              <a:gd name="connsiteX42506" fmla="*/ 2146364 w 3114960"/>
              <a:gd name="connsiteY42506" fmla="*/ 3706940 h 5143785"/>
              <a:gd name="connsiteX42507" fmla="*/ 2146364 w 3114960"/>
              <a:gd name="connsiteY42507" fmla="*/ 3694938 h 5143785"/>
              <a:gd name="connsiteX42508" fmla="*/ 2152745 w 3114960"/>
              <a:gd name="connsiteY42508" fmla="*/ 3688556 h 5143785"/>
              <a:gd name="connsiteX42509" fmla="*/ 2164652 w 3114960"/>
              <a:gd name="connsiteY42509" fmla="*/ 3688556 h 5143785"/>
              <a:gd name="connsiteX42510" fmla="*/ 2171033 w 3114960"/>
              <a:gd name="connsiteY42510" fmla="*/ 3694938 h 5143785"/>
              <a:gd name="connsiteX42511" fmla="*/ 26670 w 3114960"/>
              <a:gd name="connsiteY42511" fmla="*/ 2257235 h 5143785"/>
              <a:gd name="connsiteX42512" fmla="*/ 123825 w 3114960"/>
              <a:gd name="connsiteY42512" fmla="*/ 2257235 h 5143785"/>
              <a:gd name="connsiteX42513" fmla="*/ 137541 w 3114960"/>
              <a:gd name="connsiteY42513" fmla="*/ 2270760 h 5143785"/>
              <a:gd name="connsiteX42514" fmla="*/ 225266 w 3114960"/>
              <a:gd name="connsiteY42514" fmla="*/ 2270760 h 5143785"/>
              <a:gd name="connsiteX42515" fmla="*/ 385096 w 3114960"/>
              <a:gd name="connsiteY42515" fmla="*/ 2121122 h 5143785"/>
              <a:gd name="connsiteX42516" fmla="*/ 385096 w 3114960"/>
              <a:gd name="connsiteY42516" fmla="*/ 2033492 h 5143785"/>
              <a:gd name="connsiteX42517" fmla="*/ 389096 w 3114960"/>
              <a:gd name="connsiteY42517" fmla="*/ 2033492 h 5143785"/>
              <a:gd name="connsiteX42518" fmla="*/ 395954 w 3114960"/>
              <a:gd name="connsiteY42518" fmla="*/ 2026634 h 5143785"/>
              <a:gd name="connsiteX42519" fmla="*/ 395954 w 3114960"/>
              <a:gd name="connsiteY42519" fmla="*/ 2013966 h 5143785"/>
              <a:gd name="connsiteX42520" fmla="*/ 389096 w 3114960"/>
              <a:gd name="connsiteY42520" fmla="*/ 2007108 h 5143785"/>
              <a:gd name="connsiteX42521" fmla="*/ 376428 w 3114960"/>
              <a:gd name="connsiteY42521" fmla="*/ 2007108 h 5143785"/>
              <a:gd name="connsiteX42522" fmla="*/ 369570 w 3114960"/>
              <a:gd name="connsiteY42522" fmla="*/ 2013966 h 5143785"/>
              <a:gd name="connsiteX42523" fmla="*/ 369570 w 3114960"/>
              <a:gd name="connsiteY42523" fmla="*/ 2026634 h 5143785"/>
              <a:gd name="connsiteX42524" fmla="*/ 376428 w 3114960"/>
              <a:gd name="connsiteY42524" fmla="*/ 2033492 h 5143785"/>
              <a:gd name="connsiteX42525" fmla="*/ 380429 w 3114960"/>
              <a:gd name="connsiteY42525" fmla="*/ 2033492 h 5143785"/>
              <a:gd name="connsiteX42526" fmla="*/ 380429 w 3114960"/>
              <a:gd name="connsiteY42526" fmla="*/ 2119027 h 5143785"/>
              <a:gd name="connsiteX42527" fmla="*/ 223552 w 3114960"/>
              <a:gd name="connsiteY42527" fmla="*/ 2265902 h 5143785"/>
              <a:gd name="connsiteX42528" fmla="*/ 139637 w 3114960"/>
              <a:gd name="connsiteY42528" fmla="*/ 2265902 h 5143785"/>
              <a:gd name="connsiteX42529" fmla="*/ 126016 w 3114960"/>
              <a:gd name="connsiteY42529" fmla="*/ 2252377 h 5143785"/>
              <a:gd name="connsiteX42530" fmla="*/ 28289 w 3114960"/>
              <a:gd name="connsiteY42530" fmla="*/ 2252377 h 5143785"/>
              <a:gd name="connsiteX42531" fmla="*/ 29147 w 3114960"/>
              <a:gd name="connsiteY42531" fmla="*/ 2245519 h 5143785"/>
              <a:gd name="connsiteX42532" fmla="*/ 28575 w 3114960"/>
              <a:gd name="connsiteY42532" fmla="*/ 2239994 h 5143785"/>
              <a:gd name="connsiteX42533" fmla="*/ 29242 w 3114960"/>
              <a:gd name="connsiteY42533" fmla="*/ 2241042 h 5143785"/>
              <a:gd name="connsiteX42534" fmla="*/ 49911 w 3114960"/>
              <a:gd name="connsiteY42534" fmla="*/ 2227040 h 5143785"/>
              <a:gd name="connsiteX42535" fmla="*/ 203740 w 3114960"/>
              <a:gd name="connsiteY42535" fmla="*/ 2227040 h 5143785"/>
              <a:gd name="connsiteX42536" fmla="*/ 285560 w 3114960"/>
              <a:gd name="connsiteY42536" fmla="*/ 2151317 h 5143785"/>
              <a:gd name="connsiteX42537" fmla="*/ 289465 w 3114960"/>
              <a:gd name="connsiteY42537" fmla="*/ 2152650 h 5143785"/>
              <a:gd name="connsiteX42538" fmla="*/ 305086 w 3114960"/>
              <a:gd name="connsiteY42538" fmla="*/ 2152650 h 5143785"/>
              <a:gd name="connsiteX42539" fmla="*/ 311944 w 3114960"/>
              <a:gd name="connsiteY42539" fmla="*/ 2145792 h 5143785"/>
              <a:gd name="connsiteX42540" fmla="*/ 311944 w 3114960"/>
              <a:gd name="connsiteY42540" fmla="*/ 2129600 h 5143785"/>
              <a:gd name="connsiteX42541" fmla="*/ 305086 w 3114960"/>
              <a:gd name="connsiteY42541" fmla="*/ 2122742 h 5143785"/>
              <a:gd name="connsiteX42542" fmla="*/ 289465 w 3114960"/>
              <a:gd name="connsiteY42542" fmla="*/ 2122742 h 5143785"/>
              <a:gd name="connsiteX42543" fmla="*/ 282607 w 3114960"/>
              <a:gd name="connsiteY42543" fmla="*/ 2129600 h 5143785"/>
              <a:gd name="connsiteX42544" fmla="*/ 282607 w 3114960"/>
              <a:gd name="connsiteY42544" fmla="*/ 2145792 h 5143785"/>
              <a:gd name="connsiteX42545" fmla="*/ 282893 w 3114960"/>
              <a:gd name="connsiteY42545" fmla="*/ 2147221 h 5143785"/>
              <a:gd name="connsiteX42546" fmla="*/ 201835 w 3114960"/>
              <a:gd name="connsiteY42546" fmla="*/ 2222183 h 5143785"/>
              <a:gd name="connsiteX42547" fmla="*/ 48482 w 3114960"/>
              <a:gd name="connsiteY42547" fmla="*/ 2222183 h 5143785"/>
              <a:gd name="connsiteX42548" fmla="*/ 27623 w 3114960"/>
              <a:gd name="connsiteY42548" fmla="*/ 2236375 h 5143785"/>
              <a:gd name="connsiteX42549" fmla="*/ 191 w 3114960"/>
              <a:gd name="connsiteY42549" fmla="*/ 2216372 h 5143785"/>
              <a:gd name="connsiteX42550" fmla="*/ 191 w 3114960"/>
              <a:gd name="connsiteY42550" fmla="*/ 2218754 h 5143785"/>
              <a:gd name="connsiteX42551" fmla="*/ 26861 w 3114960"/>
              <a:gd name="connsiteY42551" fmla="*/ 2245424 h 5143785"/>
              <a:gd name="connsiteX42552" fmla="*/ 191 w 3114960"/>
              <a:gd name="connsiteY42552" fmla="*/ 2272094 h 5143785"/>
              <a:gd name="connsiteX42553" fmla="*/ 191 w 3114960"/>
              <a:gd name="connsiteY42553" fmla="*/ 2274475 h 5143785"/>
              <a:gd name="connsiteX42554" fmla="*/ 26765 w 3114960"/>
              <a:gd name="connsiteY42554" fmla="*/ 2257044 h 5143785"/>
              <a:gd name="connsiteX42555" fmla="*/ 376333 w 3114960"/>
              <a:gd name="connsiteY42555" fmla="*/ 2028825 h 5143785"/>
              <a:gd name="connsiteX42556" fmla="*/ 374237 w 3114960"/>
              <a:gd name="connsiteY42556" fmla="*/ 2026730 h 5143785"/>
              <a:gd name="connsiteX42557" fmla="*/ 374237 w 3114960"/>
              <a:gd name="connsiteY42557" fmla="*/ 2014061 h 5143785"/>
              <a:gd name="connsiteX42558" fmla="*/ 376333 w 3114960"/>
              <a:gd name="connsiteY42558" fmla="*/ 2011966 h 5143785"/>
              <a:gd name="connsiteX42559" fmla="*/ 389001 w 3114960"/>
              <a:gd name="connsiteY42559" fmla="*/ 2011966 h 5143785"/>
              <a:gd name="connsiteX42560" fmla="*/ 391097 w 3114960"/>
              <a:gd name="connsiteY42560" fmla="*/ 2014061 h 5143785"/>
              <a:gd name="connsiteX42561" fmla="*/ 391097 w 3114960"/>
              <a:gd name="connsiteY42561" fmla="*/ 2026730 h 5143785"/>
              <a:gd name="connsiteX42562" fmla="*/ 389001 w 3114960"/>
              <a:gd name="connsiteY42562" fmla="*/ 2028825 h 5143785"/>
              <a:gd name="connsiteX42563" fmla="*/ 376333 w 3114960"/>
              <a:gd name="connsiteY42563" fmla="*/ 2028825 h 5143785"/>
              <a:gd name="connsiteX42564" fmla="*/ 287369 w 3114960"/>
              <a:gd name="connsiteY42564" fmla="*/ 2129790 h 5143785"/>
              <a:gd name="connsiteX42565" fmla="*/ 289465 w 3114960"/>
              <a:gd name="connsiteY42565" fmla="*/ 2127695 h 5143785"/>
              <a:gd name="connsiteX42566" fmla="*/ 305086 w 3114960"/>
              <a:gd name="connsiteY42566" fmla="*/ 2127695 h 5143785"/>
              <a:gd name="connsiteX42567" fmla="*/ 307181 w 3114960"/>
              <a:gd name="connsiteY42567" fmla="*/ 2129790 h 5143785"/>
              <a:gd name="connsiteX42568" fmla="*/ 307181 w 3114960"/>
              <a:gd name="connsiteY42568" fmla="*/ 2145983 h 5143785"/>
              <a:gd name="connsiteX42569" fmla="*/ 305086 w 3114960"/>
              <a:gd name="connsiteY42569" fmla="*/ 2148078 h 5143785"/>
              <a:gd name="connsiteX42570" fmla="*/ 289465 w 3114960"/>
              <a:gd name="connsiteY42570" fmla="*/ 2148078 h 5143785"/>
              <a:gd name="connsiteX42571" fmla="*/ 287369 w 3114960"/>
              <a:gd name="connsiteY42571" fmla="*/ 2145983 h 5143785"/>
              <a:gd name="connsiteX42572" fmla="*/ 287369 w 3114960"/>
              <a:gd name="connsiteY42572" fmla="*/ 2129790 h 5143785"/>
              <a:gd name="connsiteX42573" fmla="*/ 78296 w 3114960"/>
              <a:gd name="connsiteY42573" fmla="*/ 2152269 h 5143785"/>
              <a:gd name="connsiteX42574" fmla="*/ 150019 w 3114960"/>
              <a:gd name="connsiteY42574" fmla="*/ 2152079 h 5143785"/>
              <a:gd name="connsiteX42575" fmla="*/ 250031 w 3114960"/>
              <a:gd name="connsiteY42575" fmla="*/ 2055495 h 5143785"/>
              <a:gd name="connsiteX42576" fmla="*/ 286703 w 3114960"/>
              <a:gd name="connsiteY42576" fmla="*/ 2055495 h 5143785"/>
              <a:gd name="connsiteX42577" fmla="*/ 297752 w 3114960"/>
              <a:gd name="connsiteY42577" fmla="*/ 2064639 h 5143785"/>
              <a:gd name="connsiteX42578" fmla="*/ 309277 w 3114960"/>
              <a:gd name="connsiteY42578" fmla="*/ 2053114 h 5143785"/>
              <a:gd name="connsiteX42579" fmla="*/ 297752 w 3114960"/>
              <a:gd name="connsiteY42579" fmla="*/ 2041589 h 5143785"/>
              <a:gd name="connsiteX42580" fmla="*/ 286703 w 3114960"/>
              <a:gd name="connsiteY42580" fmla="*/ 2050732 h 5143785"/>
              <a:gd name="connsiteX42581" fmla="*/ 248126 w 3114960"/>
              <a:gd name="connsiteY42581" fmla="*/ 2050732 h 5143785"/>
              <a:gd name="connsiteX42582" fmla="*/ 148114 w 3114960"/>
              <a:gd name="connsiteY42582" fmla="*/ 2147316 h 5143785"/>
              <a:gd name="connsiteX42583" fmla="*/ 80677 w 3114960"/>
              <a:gd name="connsiteY42583" fmla="*/ 2147507 h 5143785"/>
              <a:gd name="connsiteX42584" fmla="*/ 68199 w 3114960"/>
              <a:gd name="connsiteY42584" fmla="*/ 2131981 h 5143785"/>
              <a:gd name="connsiteX42585" fmla="*/ 95 w 3114960"/>
              <a:gd name="connsiteY42585" fmla="*/ 2131695 h 5143785"/>
              <a:gd name="connsiteX42586" fmla="*/ 95 w 3114960"/>
              <a:gd name="connsiteY42586" fmla="*/ 2136458 h 5143785"/>
              <a:gd name="connsiteX42587" fmla="*/ 65913 w 3114960"/>
              <a:gd name="connsiteY42587" fmla="*/ 2136743 h 5143785"/>
              <a:gd name="connsiteX42588" fmla="*/ 78391 w 3114960"/>
              <a:gd name="connsiteY42588" fmla="*/ 2152364 h 5143785"/>
              <a:gd name="connsiteX42589" fmla="*/ 297656 w 3114960"/>
              <a:gd name="connsiteY42589" fmla="*/ 2046351 h 5143785"/>
              <a:gd name="connsiteX42590" fmla="*/ 304419 w 3114960"/>
              <a:gd name="connsiteY42590" fmla="*/ 2053114 h 5143785"/>
              <a:gd name="connsiteX42591" fmla="*/ 297656 w 3114960"/>
              <a:gd name="connsiteY42591" fmla="*/ 2059877 h 5143785"/>
              <a:gd name="connsiteX42592" fmla="*/ 290894 w 3114960"/>
              <a:gd name="connsiteY42592" fmla="*/ 2053114 h 5143785"/>
              <a:gd name="connsiteX42593" fmla="*/ 297656 w 3114960"/>
              <a:gd name="connsiteY42593" fmla="*/ 2046351 h 5143785"/>
              <a:gd name="connsiteX42594" fmla="*/ 1926050 w 3114960"/>
              <a:gd name="connsiteY42594" fmla="*/ 3232213 h 5143785"/>
              <a:gd name="connsiteX42595" fmla="*/ 1982057 w 3114960"/>
              <a:gd name="connsiteY42595" fmla="*/ 3180684 h 5143785"/>
              <a:gd name="connsiteX42596" fmla="*/ 2008251 w 3114960"/>
              <a:gd name="connsiteY42596" fmla="*/ 3180684 h 5143785"/>
              <a:gd name="connsiteX42597" fmla="*/ 2017490 w 3114960"/>
              <a:gd name="connsiteY42597" fmla="*/ 3188018 h 5143785"/>
              <a:gd name="connsiteX42598" fmla="*/ 2027301 w 3114960"/>
              <a:gd name="connsiteY42598" fmla="*/ 3178207 h 5143785"/>
              <a:gd name="connsiteX42599" fmla="*/ 2017490 w 3114960"/>
              <a:gd name="connsiteY42599" fmla="*/ 3168396 h 5143785"/>
              <a:gd name="connsiteX42600" fmla="*/ 2008251 w 3114960"/>
              <a:gd name="connsiteY42600" fmla="*/ 3175826 h 5143785"/>
              <a:gd name="connsiteX42601" fmla="*/ 1980248 w 3114960"/>
              <a:gd name="connsiteY42601" fmla="*/ 3175826 h 5143785"/>
              <a:gd name="connsiteX42602" fmla="*/ 1924336 w 3114960"/>
              <a:gd name="connsiteY42602" fmla="*/ 3227356 h 5143785"/>
              <a:gd name="connsiteX42603" fmla="*/ 1707452 w 3114960"/>
              <a:gd name="connsiteY42603" fmla="*/ 3226784 h 5143785"/>
              <a:gd name="connsiteX42604" fmla="*/ 1706499 w 3114960"/>
              <a:gd name="connsiteY42604" fmla="*/ 3226784 h 5143785"/>
              <a:gd name="connsiteX42605" fmla="*/ 1674876 w 3114960"/>
              <a:gd name="connsiteY42605" fmla="*/ 3257836 h 5143785"/>
              <a:gd name="connsiteX42606" fmla="*/ 1667923 w 3114960"/>
              <a:gd name="connsiteY42606" fmla="*/ 3255455 h 5143785"/>
              <a:gd name="connsiteX42607" fmla="*/ 1655540 w 3114960"/>
              <a:gd name="connsiteY42607" fmla="*/ 3267837 h 5143785"/>
              <a:gd name="connsiteX42608" fmla="*/ 1667923 w 3114960"/>
              <a:gd name="connsiteY42608" fmla="*/ 3280220 h 5143785"/>
              <a:gd name="connsiteX42609" fmla="*/ 1680305 w 3114960"/>
              <a:gd name="connsiteY42609" fmla="*/ 3267837 h 5143785"/>
              <a:gd name="connsiteX42610" fmla="*/ 1678115 w 3114960"/>
              <a:gd name="connsiteY42610" fmla="*/ 3261265 h 5143785"/>
              <a:gd name="connsiteX42611" fmla="*/ 1708404 w 3114960"/>
              <a:gd name="connsiteY42611" fmla="*/ 3231547 h 5143785"/>
              <a:gd name="connsiteX42612" fmla="*/ 1925193 w 3114960"/>
              <a:gd name="connsiteY42612" fmla="*/ 3232118 h 5143785"/>
              <a:gd name="connsiteX42613" fmla="*/ 1926146 w 3114960"/>
              <a:gd name="connsiteY42613" fmla="*/ 3232118 h 5143785"/>
              <a:gd name="connsiteX42614" fmla="*/ 2017490 w 3114960"/>
              <a:gd name="connsiteY42614" fmla="*/ 3173254 h 5143785"/>
              <a:gd name="connsiteX42615" fmla="*/ 2022539 w 3114960"/>
              <a:gd name="connsiteY42615" fmla="*/ 3178302 h 5143785"/>
              <a:gd name="connsiteX42616" fmla="*/ 2017490 w 3114960"/>
              <a:gd name="connsiteY42616" fmla="*/ 3183350 h 5143785"/>
              <a:gd name="connsiteX42617" fmla="*/ 2012537 w 3114960"/>
              <a:gd name="connsiteY42617" fmla="*/ 3178302 h 5143785"/>
              <a:gd name="connsiteX42618" fmla="*/ 2017490 w 3114960"/>
              <a:gd name="connsiteY42618" fmla="*/ 3173254 h 5143785"/>
              <a:gd name="connsiteX42619" fmla="*/ 1667828 w 3114960"/>
              <a:gd name="connsiteY42619" fmla="*/ 3275457 h 5143785"/>
              <a:gd name="connsiteX42620" fmla="*/ 1660207 w 3114960"/>
              <a:gd name="connsiteY42620" fmla="*/ 3267837 h 5143785"/>
              <a:gd name="connsiteX42621" fmla="*/ 1667828 w 3114960"/>
              <a:gd name="connsiteY42621" fmla="*/ 3260217 h 5143785"/>
              <a:gd name="connsiteX42622" fmla="*/ 1675448 w 3114960"/>
              <a:gd name="connsiteY42622" fmla="*/ 3267837 h 5143785"/>
              <a:gd name="connsiteX42623" fmla="*/ 1667828 w 3114960"/>
              <a:gd name="connsiteY42623" fmla="*/ 3275457 h 5143785"/>
              <a:gd name="connsiteX42624" fmla="*/ 1015270 w 3114960"/>
              <a:gd name="connsiteY42624" fmla="*/ 2269808 h 5143785"/>
              <a:gd name="connsiteX42625" fmla="*/ 1015270 w 3114960"/>
              <a:gd name="connsiteY42625" fmla="*/ 2271332 h 5143785"/>
              <a:gd name="connsiteX42626" fmla="*/ 997934 w 3114960"/>
              <a:gd name="connsiteY42626" fmla="*/ 2270760 h 5143785"/>
              <a:gd name="connsiteX42627" fmla="*/ 985838 w 3114960"/>
              <a:gd name="connsiteY42627" fmla="*/ 2279047 h 5143785"/>
              <a:gd name="connsiteX42628" fmla="*/ 837914 w 3114960"/>
              <a:gd name="connsiteY42628" fmla="*/ 2278380 h 5143785"/>
              <a:gd name="connsiteX42629" fmla="*/ 701612 w 3114960"/>
              <a:gd name="connsiteY42629" fmla="*/ 2145506 h 5143785"/>
              <a:gd name="connsiteX42630" fmla="*/ 681228 w 3114960"/>
              <a:gd name="connsiteY42630" fmla="*/ 2145887 h 5143785"/>
              <a:gd name="connsiteX42631" fmla="*/ 669608 w 3114960"/>
              <a:gd name="connsiteY42631" fmla="*/ 2131695 h 5143785"/>
              <a:gd name="connsiteX42632" fmla="*/ 669608 w 3114960"/>
              <a:gd name="connsiteY42632" fmla="*/ 2033492 h 5143785"/>
              <a:gd name="connsiteX42633" fmla="*/ 673608 w 3114960"/>
              <a:gd name="connsiteY42633" fmla="*/ 2033492 h 5143785"/>
              <a:gd name="connsiteX42634" fmla="*/ 680466 w 3114960"/>
              <a:gd name="connsiteY42634" fmla="*/ 2026634 h 5143785"/>
              <a:gd name="connsiteX42635" fmla="*/ 680466 w 3114960"/>
              <a:gd name="connsiteY42635" fmla="*/ 2013966 h 5143785"/>
              <a:gd name="connsiteX42636" fmla="*/ 673608 w 3114960"/>
              <a:gd name="connsiteY42636" fmla="*/ 2007108 h 5143785"/>
              <a:gd name="connsiteX42637" fmla="*/ 660940 w 3114960"/>
              <a:gd name="connsiteY42637" fmla="*/ 2007108 h 5143785"/>
              <a:gd name="connsiteX42638" fmla="*/ 654082 w 3114960"/>
              <a:gd name="connsiteY42638" fmla="*/ 2013966 h 5143785"/>
              <a:gd name="connsiteX42639" fmla="*/ 654082 w 3114960"/>
              <a:gd name="connsiteY42639" fmla="*/ 2026634 h 5143785"/>
              <a:gd name="connsiteX42640" fmla="*/ 660940 w 3114960"/>
              <a:gd name="connsiteY42640" fmla="*/ 2033492 h 5143785"/>
              <a:gd name="connsiteX42641" fmla="*/ 664940 w 3114960"/>
              <a:gd name="connsiteY42641" fmla="*/ 2033492 h 5143785"/>
              <a:gd name="connsiteX42642" fmla="*/ 664940 w 3114960"/>
              <a:gd name="connsiteY42642" fmla="*/ 2133410 h 5143785"/>
              <a:gd name="connsiteX42643" fmla="*/ 679133 w 3114960"/>
              <a:gd name="connsiteY42643" fmla="*/ 2150650 h 5143785"/>
              <a:gd name="connsiteX42644" fmla="*/ 699802 w 3114960"/>
              <a:gd name="connsiteY42644" fmla="*/ 2150269 h 5143785"/>
              <a:gd name="connsiteX42645" fmla="*/ 836104 w 3114960"/>
              <a:gd name="connsiteY42645" fmla="*/ 2283143 h 5143785"/>
              <a:gd name="connsiteX42646" fmla="*/ 987457 w 3114960"/>
              <a:gd name="connsiteY42646" fmla="*/ 2283809 h 5143785"/>
              <a:gd name="connsiteX42647" fmla="*/ 999458 w 3114960"/>
              <a:gd name="connsiteY42647" fmla="*/ 2275523 h 5143785"/>
              <a:gd name="connsiteX42648" fmla="*/ 1015460 w 3114960"/>
              <a:gd name="connsiteY42648" fmla="*/ 2275999 h 5143785"/>
              <a:gd name="connsiteX42649" fmla="*/ 1015460 w 3114960"/>
              <a:gd name="connsiteY42649" fmla="*/ 2277523 h 5143785"/>
              <a:gd name="connsiteX42650" fmla="*/ 1021842 w 3114960"/>
              <a:gd name="connsiteY42650" fmla="*/ 2283905 h 5143785"/>
              <a:gd name="connsiteX42651" fmla="*/ 1048798 w 3114960"/>
              <a:gd name="connsiteY42651" fmla="*/ 2283905 h 5143785"/>
              <a:gd name="connsiteX42652" fmla="*/ 1055180 w 3114960"/>
              <a:gd name="connsiteY42652" fmla="*/ 2277523 h 5143785"/>
              <a:gd name="connsiteX42653" fmla="*/ 1055180 w 3114960"/>
              <a:gd name="connsiteY42653" fmla="*/ 2274856 h 5143785"/>
              <a:gd name="connsiteX42654" fmla="*/ 1066705 w 3114960"/>
              <a:gd name="connsiteY42654" fmla="*/ 2274856 h 5143785"/>
              <a:gd name="connsiteX42655" fmla="*/ 1074992 w 3114960"/>
              <a:gd name="connsiteY42655" fmla="*/ 2266379 h 5143785"/>
              <a:gd name="connsiteX42656" fmla="*/ 1074992 w 3114960"/>
              <a:gd name="connsiteY42656" fmla="*/ 2248281 h 5143785"/>
              <a:gd name="connsiteX42657" fmla="*/ 1076516 w 3114960"/>
              <a:gd name="connsiteY42657" fmla="*/ 2248281 h 5143785"/>
              <a:gd name="connsiteX42658" fmla="*/ 1085183 w 3114960"/>
              <a:gd name="connsiteY42658" fmla="*/ 2239613 h 5143785"/>
              <a:gd name="connsiteX42659" fmla="*/ 1085183 w 3114960"/>
              <a:gd name="connsiteY42659" fmla="*/ 2212658 h 5143785"/>
              <a:gd name="connsiteX42660" fmla="*/ 1076516 w 3114960"/>
              <a:gd name="connsiteY42660" fmla="*/ 2203990 h 5143785"/>
              <a:gd name="connsiteX42661" fmla="*/ 1076230 w 3114960"/>
              <a:gd name="connsiteY42661" fmla="*/ 2203990 h 5143785"/>
              <a:gd name="connsiteX42662" fmla="*/ 1076230 w 3114960"/>
              <a:gd name="connsiteY42662" fmla="*/ 2159127 h 5143785"/>
              <a:gd name="connsiteX42663" fmla="*/ 1050227 w 3114960"/>
              <a:gd name="connsiteY42663" fmla="*/ 2137220 h 5143785"/>
              <a:gd name="connsiteX42664" fmla="*/ 1052608 w 3114960"/>
              <a:gd name="connsiteY42664" fmla="*/ 2130457 h 5143785"/>
              <a:gd name="connsiteX42665" fmla="*/ 1040987 w 3114960"/>
              <a:gd name="connsiteY42665" fmla="*/ 2118836 h 5143785"/>
              <a:gd name="connsiteX42666" fmla="*/ 1029367 w 3114960"/>
              <a:gd name="connsiteY42666" fmla="*/ 2130457 h 5143785"/>
              <a:gd name="connsiteX42667" fmla="*/ 1040987 w 3114960"/>
              <a:gd name="connsiteY42667" fmla="*/ 2142077 h 5143785"/>
              <a:gd name="connsiteX42668" fmla="*/ 1046607 w 3114960"/>
              <a:gd name="connsiteY42668" fmla="*/ 2140363 h 5143785"/>
              <a:gd name="connsiteX42669" fmla="*/ 1071372 w 3114960"/>
              <a:gd name="connsiteY42669" fmla="*/ 2161223 h 5143785"/>
              <a:gd name="connsiteX42670" fmla="*/ 1071372 w 3114960"/>
              <a:gd name="connsiteY42670" fmla="*/ 2203895 h 5143785"/>
              <a:gd name="connsiteX42671" fmla="*/ 1068610 w 3114960"/>
              <a:gd name="connsiteY42671" fmla="*/ 2203895 h 5143785"/>
              <a:gd name="connsiteX42672" fmla="*/ 1059942 w 3114960"/>
              <a:gd name="connsiteY42672" fmla="*/ 2212562 h 5143785"/>
              <a:gd name="connsiteX42673" fmla="*/ 1059942 w 3114960"/>
              <a:gd name="connsiteY42673" fmla="*/ 2239518 h 5143785"/>
              <a:gd name="connsiteX42674" fmla="*/ 1068610 w 3114960"/>
              <a:gd name="connsiteY42674" fmla="*/ 2248186 h 5143785"/>
              <a:gd name="connsiteX42675" fmla="*/ 1070134 w 3114960"/>
              <a:gd name="connsiteY42675" fmla="*/ 2248186 h 5143785"/>
              <a:gd name="connsiteX42676" fmla="*/ 1070134 w 3114960"/>
              <a:gd name="connsiteY42676" fmla="*/ 2264283 h 5143785"/>
              <a:gd name="connsiteX42677" fmla="*/ 1064609 w 3114960"/>
              <a:gd name="connsiteY42677" fmla="*/ 2269998 h 5143785"/>
              <a:gd name="connsiteX42678" fmla="*/ 1055084 w 3114960"/>
              <a:gd name="connsiteY42678" fmla="*/ 2269998 h 5143785"/>
              <a:gd name="connsiteX42679" fmla="*/ 1055084 w 3114960"/>
              <a:gd name="connsiteY42679" fmla="*/ 2269617 h 5143785"/>
              <a:gd name="connsiteX42680" fmla="*/ 1048703 w 3114960"/>
              <a:gd name="connsiteY42680" fmla="*/ 2263331 h 5143785"/>
              <a:gd name="connsiteX42681" fmla="*/ 1021747 w 3114960"/>
              <a:gd name="connsiteY42681" fmla="*/ 2263331 h 5143785"/>
              <a:gd name="connsiteX42682" fmla="*/ 1015365 w 3114960"/>
              <a:gd name="connsiteY42682" fmla="*/ 2269617 h 5143785"/>
              <a:gd name="connsiteX42683" fmla="*/ 660845 w 3114960"/>
              <a:gd name="connsiteY42683" fmla="*/ 2028825 h 5143785"/>
              <a:gd name="connsiteX42684" fmla="*/ 658749 w 3114960"/>
              <a:gd name="connsiteY42684" fmla="*/ 2026730 h 5143785"/>
              <a:gd name="connsiteX42685" fmla="*/ 658749 w 3114960"/>
              <a:gd name="connsiteY42685" fmla="*/ 2014061 h 5143785"/>
              <a:gd name="connsiteX42686" fmla="*/ 660845 w 3114960"/>
              <a:gd name="connsiteY42686" fmla="*/ 2011966 h 5143785"/>
              <a:gd name="connsiteX42687" fmla="*/ 673513 w 3114960"/>
              <a:gd name="connsiteY42687" fmla="*/ 2011966 h 5143785"/>
              <a:gd name="connsiteX42688" fmla="*/ 675608 w 3114960"/>
              <a:gd name="connsiteY42688" fmla="*/ 2014061 h 5143785"/>
              <a:gd name="connsiteX42689" fmla="*/ 675608 w 3114960"/>
              <a:gd name="connsiteY42689" fmla="*/ 2026730 h 5143785"/>
              <a:gd name="connsiteX42690" fmla="*/ 673513 w 3114960"/>
              <a:gd name="connsiteY42690" fmla="*/ 2028825 h 5143785"/>
              <a:gd name="connsiteX42691" fmla="*/ 660845 w 3114960"/>
              <a:gd name="connsiteY42691" fmla="*/ 2028825 h 5143785"/>
              <a:gd name="connsiteX42692" fmla="*/ 1040702 w 3114960"/>
              <a:gd name="connsiteY42692" fmla="*/ 2139696 h 5143785"/>
              <a:gd name="connsiteX42693" fmla="*/ 1031462 w 3114960"/>
              <a:gd name="connsiteY42693" fmla="*/ 2130457 h 5143785"/>
              <a:gd name="connsiteX42694" fmla="*/ 1040702 w 3114960"/>
              <a:gd name="connsiteY42694" fmla="*/ 2121218 h 5143785"/>
              <a:gd name="connsiteX42695" fmla="*/ 1049941 w 3114960"/>
              <a:gd name="connsiteY42695" fmla="*/ 2130457 h 5143785"/>
              <a:gd name="connsiteX42696" fmla="*/ 1040702 w 3114960"/>
              <a:gd name="connsiteY42696" fmla="*/ 2139696 h 5143785"/>
              <a:gd name="connsiteX42697" fmla="*/ 1068419 w 3114960"/>
              <a:gd name="connsiteY42697" fmla="*/ 2243614 h 5143785"/>
              <a:gd name="connsiteX42698" fmla="*/ 1064514 w 3114960"/>
              <a:gd name="connsiteY42698" fmla="*/ 2239709 h 5143785"/>
              <a:gd name="connsiteX42699" fmla="*/ 1064514 w 3114960"/>
              <a:gd name="connsiteY42699" fmla="*/ 2212753 h 5143785"/>
              <a:gd name="connsiteX42700" fmla="*/ 1068419 w 3114960"/>
              <a:gd name="connsiteY42700" fmla="*/ 2208848 h 5143785"/>
              <a:gd name="connsiteX42701" fmla="*/ 1076230 w 3114960"/>
              <a:gd name="connsiteY42701" fmla="*/ 2208848 h 5143785"/>
              <a:gd name="connsiteX42702" fmla="*/ 1080135 w 3114960"/>
              <a:gd name="connsiteY42702" fmla="*/ 2212753 h 5143785"/>
              <a:gd name="connsiteX42703" fmla="*/ 1080135 w 3114960"/>
              <a:gd name="connsiteY42703" fmla="*/ 2239709 h 5143785"/>
              <a:gd name="connsiteX42704" fmla="*/ 1076230 w 3114960"/>
              <a:gd name="connsiteY42704" fmla="*/ 2243614 h 5143785"/>
              <a:gd name="connsiteX42705" fmla="*/ 1068419 w 3114960"/>
              <a:gd name="connsiteY42705" fmla="*/ 2243614 h 5143785"/>
              <a:gd name="connsiteX42706" fmla="*/ 878681 w 3114960"/>
              <a:gd name="connsiteY42706" fmla="*/ 3042285 h 5143785"/>
              <a:gd name="connsiteX42707" fmla="*/ 878681 w 3114960"/>
              <a:gd name="connsiteY42707" fmla="*/ 3037523 h 5143785"/>
              <a:gd name="connsiteX42708" fmla="*/ 900875 w 3114960"/>
              <a:gd name="connsiteY42708" fmla="*/ 3037523 h 5143785"/>
              <a:gd name="connsiteX42709" fmla="*/ 900875 w 3114960"/>
              <a:gd name="connsiteY42709" fmla="*/ 3042285 h 5143785"/>
              <a:gd name="connsiteX42710" fmla="*/ 878681 w 3114960"/>
              <a:gd name="connsiteY42710" fmla="*/ 3042285 h 5143785"/>
              <a:gd name="connsiteX42711" fmla="*/ 1040702 w 3114960"/>
              <a:gd name="connsiteY42711" fmla="*/ 2122646 h 5143785"/>
              <a:gd name="connsiteX42712" fmla="*/ 1032986 w 3114960"/>
              <a:gd name="connsiteY42712" fmla="*/ 2130362 h 5143785"/>
              <a:gd name="connsiteX42713" fmla="*/ 1040702 w 3114960"/>
              <a:gd name="connsiteY42713" fmla="*/ 2138077 h 5143785"/>
              <a:gd name="connsiteX42714" fmla="*/ 1048512 w 3114960"/>
              <a:gd name="connsiteY42714" fmla="*/ 2130362 h 5143785"/>
              <a:gd name="connsiteX42715" fmla="*/ 1040702 w 3114960"/>
              <a:gd name="connsiteY42715" fmla="*/ 2122646 h 5143785"/>
              <a:gd name="connsiteX42716" fmla="*/ 1040702 w 3114960"/>
              <a:gd name="connsiteY42716" fmla="*/ 2135791 h 5143785"/>
              <a:gd name="connsiteX42717" fmla="*/ 1035368 w 3114960"/>
              <a:gd name="connsiteY42717" fmla="*/ 2130457 h 5143785"/>
              <a:gd name="connsiteX42718" fmla="*/ 1040702 w 3114960"/>
              <a:gd name="connsiteY42718" fmla="*/ 2125123 h 5143785"/>
              <a:gd name="connsiteX42719" fmla="*/ 1046131 w 3114960"/>
              <a:gd name="connsiteY42719" fmla="*/ 2130457 h 5143785"/>
              <a:gd name="connsiteX42720" fmla="*/ 1040702 w 3114960"/>
              <a:gd name="connsiteY42720" fmla="*/ 2135791 h 5143785"/>
              <a:gd name="connsiteX42721" fmla="*/ 423386 w 3114960"/>
              <a:gd name="connsiteY42721" fmla="*/ 3144012 h 5143785"/>
              <a:gd name="connsiteX42722" fmla="*/ 423386 w 3114960"/>
              <a:gd name="connsiteY42722" fmla="*/ 3126296 h 5143785"/>
              <a:gd name="connsiteX42723" fmla="*/ 428149 w 3114960"/>
              <a:gd name="connsiteY42723" fmla="*/ 3126296 h 5143785"/>
              <a:gd name="connsiteX42724" fmla="*/ 428149 w 3114960"/>
              <a:gd name="connsiteY42724" fmla="*/ 3144012 h 5143785"/>
              <a:gd name="connsiteX42725" fmla="*/ 423386 w 3114960"/>
              <a:gd name="connsiteY42725" fmla="*/ 3144012 h 5143785"/>
              <a:gd name="connsiteX42726" fmla="*/ 423386 w 3114960"/>
              <a:gd name="connsiteY42726" fmla="*/ 3167920 h 5143785"/>
              <a:gd name="connsiteX42727" fmla="*/ 423386 w 3114960"/>
              <a:gd name="connsiteY42727" fmla="*/ 3161729 h 5143785"/>
              <a:gd name="connsiteX42728" fmla="*/ 428149 w 3114960"/>
              <a:gd name="connsiteY42728" fmla="*/ 3161729 h 5143785"/>
              <a:gd name="connsiteX42729" fmla="*/ 428149 w 3114960"/>
              <a:gd name="connsiteY42729" fmla="*/ 3166205 h 5143785"/>
              <a:gd name="connsiteX42730" fmla="*/ 435293 w 3114960"/>
              <a:gd name="connsiteY42730" fmla="*/ 3175254 h 5143785"/>
              <a:gd name="connsiteX42731" fmla="*/ 431578 w 3114960"/>
              <a:gd name="connsiteY42731" fmla="*/ 3178207 h 5143785"/>
              <a:gd name="connsiteX42732" fmla="*/ 423386 w 3114960"/>
              <a:gd name="connsiteY42732" fmla="*/ 3167825 h 5143785"/>
              <a:gd name="connsiteX42733" fmla="*/ 1107567 w 3114960"/>
              <a:gd name="connsiteY42733" fmla="*/ 3261170 h 5143785"/>
              <a:gd name="connsiteX42734" fmla="*/ 1100614 w 3114960"/>
              <a:gd name="connsiteY42734" fmla="*/ 3264027 h 5143785"/>
              <a:gd name="connsiteX42735" fmla="*/ 1098137 w 3114960"/>
              <a:gd name="connsiteY42735" fmla="*/ 3268790 h 5143785"/>
              <a:gd name="connsiteX42736" fmla="*/ 1034987 w 3114960"/>
              <a:gd name="connsiteY42736" fmla="*/ 3268790 h 5143785"/>
              <a:gd name="connsiteX42737" fmla="*/ 991457 w 3114960"/>
              <a:gd name="connsiteY42737" fmla="*/ 3303461 h 5143785"/>
              <a:gd name="connsiteX42738" fmla="*/ 984790 w 3114960"/>
              <a:gd name="connsiteY42738" fmla="*/ 3300698 h 5143785"/>
              <a:gd name="connsiteX42739" fmla="*/ 984790 w 3114960"/>
              <a:gd name="connsiteY42739" fmla="*/ 3300698 h 5143785"/>
              <a:gd name="connsiteX42740" fmla="*/ 974979 w 3114960"/>
              <a:gd name="connsiteY42740" fmla="*/ 3310414 h 5143785"/>
              <a:gd name="connsiteX42741" fmla="*/ 984695 w 3114960"/>
              <a:gd name="connsiteY42741" fmla="*/ 3320225 h 5143785"/>
              <a:gd name="connsiteX42742" fmla="*/ 984695 w 3114960"/>
              <a:gd name="connsiteY42742" fmla="*/ 3320225 h 5143785"/>
              <a:gd name="connsiteX42743" fmla="*/ 994505 w 3114960"/>
              <a:gd name="connsiteY42743" fmla="*/ 3310509 h 5143785"/>
              <a:gd name="connsiteX42744" fmla="*/ 993934 w 3114960"/>
              <a:gd name="connsiteY42744" fmla="*/ 3307652 h 5143785"/>
              <a:gd name="connsiteX42745" fmla="*/ 1036606 w 3114960"/>
              <a:gd name="connsiteY42745" fmla="*/ 3273647 h 5143785"/>
              <a:gd name="connsiteX42746" fmla="*/ 1098233 w 3114960"/>
              <a:gd name="connsiteY42746" fmla="*/ 3273647 h 5143785"/>
              <a:gd name="connsiteX42747" fmla="*/ 1100519 w 3114960"/>
              <a:gd name="connsiteY42747" fmla="*/ 3277934 h 5143785"/>
              <a:gd name="connsiteX42748" fmla="*/ 1107377 w 3114960"/>
              <a:gd name="connsiteY42748" fmla="*/ 3280791 h 5143785"/>
              <a:gd name="connsiteX42749" fmla="*/ 1107377 w 3114960"/>
              <a:gd name="connsiteY42749" fmla="*/ 3280791 h 5143785"/>
              <a:gd name="connsiteX42750" fmla="*/ 1114235 w 3114960"/>
              <a:gd name="connsiteY42750" fmla="*/ 3277934 h 5143785"/>
              <a:gd name="connsiteX42751" fmla="*/ 1117092 w 3114960"/>
              <a:gd name="connsiteY42751" fmla="*/ 3271076 h 5143785"/>
              <a:gd name="connsiteX42752" fmla="*/ 1114235 w 3114960"/>
              <a:gd name="connsiteY42752" fmla="*/ 3264122 h 5143785"/>
              <a:gd name="connsiteX42753" fmla="*/ 1107377 w 3114960"/>
              <a:gd name="connsiteY42753" fmla="*/ 3261265 h 5143785"/>
              <a:gd name="connsiteX42754" fmla="*/ 984790 w 3114960"/>
              <a:gd name="connsiteY42754" fmla="*/ 3315462 h 5143785"/>
              <a:gd name="connsiteX42755" fmla="*/ 984790 w 3114960"/>
              <a:gd name="connsiteY42755" fmla="*/ 3315462 h 5143785"/>
              <a:gd name="connsiteX42756" fmla="*/ 979837 w 3114960"/>
              <a:gd name="connsiteY42756" fmla="*/ 3310414 h 5143785"/>
              <a:gd name="connsiteX42757" fmla="*/ 984885 w 3114960"/>
              <a:gd name="connsiteY42757" fmla="*/ 3305461 h 5143785"/>
              <a:gd name="connsiteX42758" fmla="*/ 984885 w 3114960"/>
              <a:gd name="connsiteY42758" fmla="*/ 3305461 h 5143785"/>
              <a:gd name="connsiteX42759" fmla="*/ 989838 w 3114960"/>
              <a:gd name="connsiteY42759" fmla="*/ 3310509 h 5143785"/>
              <a:gd name="connsiteX42760" fmla="*/ 984790 w 3114960"/>
              <a:gd name="connsiteY42760" fmla="*/ 3315462 h 5143785"/>
              <a:gd name="connsiteX42761" fmla="*/ 1111091 w 3114960"/>
              <a:gd name="connsiteY42761" fmla="*/ 3274505 h 5143785"/>
              <a:gd name="connsiteX42762" fmla="*/ 1107567 w 3114960"/>
              <a:gd name="connsiteY42762" fmla="*/ 3275934 h 5143785"/>
              <a:gd name="connsiteX42763" fmla="*/ 1107567 w 3114960"/>
              <a:gd name="connsiteY42763" fmla="*/ 3275934 h 5143785"/>
              <a:gd name="connsiteX42764" fmla="*/ 1104043 w 3114960"/>
              <a:gd name="connsiteY42764" fmla="*/ 3274409 h 5143785"/>
              <a:gd name="connsiteX42765" fmla="*/ 1102614 w 3114960"/>
              <a:gd name="connsiteY42765" fmla="*/ 3270885 h 5143785"/>
              <a:gd name="connsiteX42766" fmla="*/ 1104138 w 3114960"/>
              <a:gd name="connsiteY42766" fmla="*/ 3267361 h 5143785"/>
              <a:gd name="connsiteX42767" fmla="*/ 1107662 w 3114960"/>
              <a:gd name="connsiteY42767" fmla="*/ 3265932 h 5143785"/>
              <a:gd name="connsiteX42768" fmla="*/ 1111187 w 3114960"/>
              <a:gd name="connsiteY42768" fmla="*/ 3267456 h 5143785"/>
              <a:gd name="connsiteX42769" fmla="*/ 1112615 w 3114960"/>
              <a:gd name="connsiteY42769" fmla="*/ 3270980 h 5143785"/>
              <a:gd name="connsiteX42770" fmla="*/ 1111091 w 3114960"/>
              <a:gd name="connsiteY42770" fmla="*/ 3274505 h 5143785"/>
              <a:gd name="connsiteX42771" fmla="*/ 1334357 w 3114960"/>
              <a:gd name="connsiteY42771" fmla="*/ 2138172 h 5143785"/>
              <a:gd name="connsiteX42772" fmla="*/ 1342073 w 3114960"/>
              <a:gd name="connsiteY42772" fmla="*/ 2130457 h 5143785"/>
              <a:gd name="connsiteX42773" fmla="*/ 1334357 w 3114960"/>
              <a:gd name="connsiteY42773" fmla="*/ 2122742 h 5143785"/>
              <a:gd name="connsiteX42774" fmla="*/ 1326642 w 3114960"/>
              <a:gd name="connsiteY42774" fmla="*/ 2130457 h 5143785"/>
              <a:gd name="connsiteX42775" fmla="*/ 1334357 w 3114960"/>
              <a:gd name="connsiteY42775" fmla="*/ 2138172 h 5143785"/>
              <a:gd name="connsiteX42776" fmla="*/ 1334357 w 3114960"/>
              <a:gd name="connsiteY42776" fmla="*/ 2125028 h 5143785"/>
              <a:gd name="connsiteX42777" fmla="*/ 1339691 w 3114960"/>
              <a:gd name="connsiteY42777" fmla="*/ 2130362 h 5143785"/>
              <a:gd name="connsiteX42778" fmla="*/ 1334357 w 3114960"/>
              <a:gd name="connsiteY42778" fmla="*/ 2135696 h 5143785"/>
              <a:gd name="connsiteX42779" fmla="*/ 1329023 w 3114960"/>
              <a:gd name="connsiteY42779" fmla="*/ 2130362 h 5143785"/>
              <a:gd name="connsiteX42780" fmla="*/ 1334357 w 3114960"/>
              <a:gd name="connsiteY42780" fmla="*/ 2125028 h 5143785"/>
              <a:gd name="connsiteX42781" fmla="*/ 997649 w 3114960"/>
              <a:gd name="connsiteY42781" fmla="*/ 3164015 h 5143785"/>
              <a:gd name="connsiteX42782" fmla="*/ 990600 w 3114960"/>
              <a:gd name="connsiteY42782" fmla="*/ 3171063 h 5143785"/>
              <a:gd name="connsiteX42783" fmla="*/ 983552 w 3114960"/>
              <a:gd name="connsiteY42783" fmla="*/ 3164015 h 5143785"/>
              <a:gd name="connsiteX42784" fmla="*/ 990600 w 3114960"/>
              <a:gd name="connsiteY42784" fmla="*/ 3156966 h 5143785"/>
              <a:gd name="connsiteX42785" fmla="*/ 997649 w 3114960"/>
              <a:gd name="connsiteY42785" fmla="*/ 3164015 h 5143785"/>
              <a:gd name="connsiteX42786" fmla="*/ 224314 w 3114960"/>
              <a:gd name="connsiteY42786" fmla="*/ 2617565 h 5143785"/>
              <a:gd name="connsiteX42787" fmla="*/ 224314 w 3114960"/>
              <a:gd name="connsiteY42787" fmla="*/ 2624042 h 5143785"/>
              <a:gd name="connsiteX42788" fmla="*/ 221742 w 3114960"/>
              <a:gd name="connsiteY42788" fmla="*/ 2626614 h 5143785"/>
              <a:gd name="connsiteX42789" fmla="*/ 215265 w 3114960"/>
              <a:gd name="connsiteY42789" fmla="*/ 2626614 h 5143785"/>
              <a:gd name="connsiteX42790" fmla="*/ 212693 w 3114960"/>
              <a:gd name="connsiteY42790" fmla="*/ 2624042 h 5143785"/>
              <a:gd name="connsiteX42791" fmla="*/ 212693 w 3114960"/>
              <a:gd name="connsiteY42791" fmla="*/ 2617565 h 5143785"/>
              <a:gd name="connsiteX42792" fmla="*/ 215265 w 3114960"/>
              <a:gd name="connsiteY42792" fmla="*/ 2614994 h 5143785"/>
              <a:gd name="connsiteX42793" fmla="*/ 221742 w 3114960"/>
              <a:gd name="connsiteY42793" fmla="*/ 2614994 h 5143785"/>
              <a:gd name="connsiteX42794" fmla="*/ 224314 w 3114960"/>
              <a:gd name="connsiteY42794" fmla="*/ 2617565 h 5143785"/>
              <a:gd name="connsiteX42795" fmla="*/ 1028891 w 3114960"/>
              <a:gd name="connsiteY42795" fmla="*/ 2240947 h 5143785"/>
              <a:gd name="connsiteX42796" fmla="*/ 1036701 w 3114960"/>
              <a:gd name="connsiteY42796" fmla="*/ 2233232 h 5143785"/>
              <a:gd name="connsiteX42797" fmla="*/ 1028891 w 3114960"/>
              <a:gd name="connsiteY42797" fmla="*/ 2225516 h 5143785"/>
              <a:gd name="connsiteX42798" fmla="*/ 1021175 w 3114960"/>
              <a:gd name="connsiteY42798" fmla="*/ 2233232 h 5143785"/>
              <a:gd name="connsiteX42799" fmla="*/ 1028891 w 3114960"/>
              <a:gd name="connsiteY42799" fmla="*/ 2240947 h 5143785"/>
              <a:gd name="connsiteX42800" fmla="*/ 1028891 w 3114960"/>
              <a:gd name="connsiteY42800" fmla="*/ 2227802 h 5143785"/>
              <a:gd name="connsiteX42801" fmla="*/ 1034320 w 3114960"/>
              <a:gd name="connsiteY42801" fmla="*/ 2233136 h 5143785"/>
              <a:gd name="connsiteX42802" fmla="*/ 1028891 w 3114960"/>
              <a:gd name="connsiteY42802" fmla="*/ 2238470 h 5143785"/>
              <a:gd name="connsiteX42803" fmla="*/ 1023557 w 3114960"/>
              <a:gd name="connsiteY42803" fmla="*/ 2233136 h 5143785"/>
              <a:gd name="connsiteX42804" fmla="*/ 1028891 w 3114960"/>
              <a:gd name="connsiteY42804" fmla="*/ 2227802 h 5143785"/>
              <a:gd name="connsiteX42805" fmla="*/ 1188911 w 3114960"/>
              <a:gd name="connsiteY42805" fmla="*/ 3109246 h 5143785"/>
              <a:gd name="connsiteX42806" fmla="*/ 1190339 w 3114960"/>
              <a:gd name="connsiteY42806" fmla="*/ 3109246 h 5143785"/>
              <a:gd name="connsiteX42807" fmla="*/ 1197197 w 3114960"/>
              <a:gd name="connsiteY42807" fmla="*/ 3106865 h 5143785"/>
              <a:gd name="connsiteX42808" fmla="*/ 1201198 w 3114960"/>
              <a:gd name="connsiteY42808" fmla="*/ 3100292 h 5143785"/>
              <a:gd name="connsiteX42809" fmla="*/ 1265873 w 3114960"/>
              <a:gd name="connsiteY42809" fmla="*/ 3100292 h 5143785"/>
              <a:gd name="connsiteX42810" fmla="*/ 1283589 w 3114960"/>
              <a:gd name="connsiteY42810" fmla="*/ 3121533 h 5143785"/>
              <a:gd name="connsiteX42811" fmla="*/ 1284065 w 3114960"/>
              <a:gd name="connsiteY42811" fmla="*/ 3148013 h 5143785"/>
              <a:gd name="connsiteX42812" fmla="*/ 1270826 w 3114960"/>
              <a:gd name="connsiteY42812" fmla="*/ 3162681 h 5143785"/>
              <a:gd name="connsiteX42813" fmla="*/ 1228249 w 3114960"/>
              <a:gd name="connsiteY42813" fmla="*/ 3162681 h 5143785"/>
              <a:gd name="connsiteX42814" fmla="*/ 1228249 w 3114960"/>
              <a:gd name="connsiteY42814" fmla="*/ 3162300 h 5143785"/>
              <a:gd name="connsiteX42815" fmla="*/ 1217962 w 3114960"/>
              <a:gd name="connsiteY42815" fmla="*/ 3154871 h 5143785"/>
              <a:gd name="connsiteX42816" fmla="*/ 1210532 w 3114960"/>
              <a:gd name="connsiteY42816" fmla="*/ 3165158 h 5143785"/>
              <a:gd name="connsiteX42817" fmla="*/ 1220819 w 3114960"/>
              <a:gd name="connsiteY42817" fmla="*/ 3172587 h 5143785"/>
              <a:gd name="connsiteX42818" fmla="*/ 1227296 w 3114960"/>
              <a:gd name="connsiteY42818" fmla="*/ 3167539 h 5143785"/>
              <a:gd name="connsiteX42819" fmla="*/ 1272826 w 3114960"/>
              <a:gd name="connsiteY42819" fmla="*/ 3167539 h 5143785"/>
              <a:gd name="connsiteX42820" fmla="*/ 1288828 w 3114960"/>
              <a:gd name="connsiteY42820" fmla="*/ 3149822 h 5143785"/>
              <a:gd name="connsiteX42821" fmla="*/ 1288256 w 3114960"/>
              <a:gd name="connsiteY42821" fmla="*/ 3119723 h 5143785"/>
              <a:gd name="connsiteX42822" fmla="*/ 1267968 w 3114960"/>
              <a:gd name="connsiteY42822" fmla="*/ 3095530 h 5143785"/>
              <a:gd name="connsiteX42823" fmla="*/ 1201103 w 3114960"/>
              <a:gd name="connsiteY42823" fmla="*/ 3095530 h 5143785"/>
              <a:gd name="connsiteX42824" fmla="*/ 1199102 w 3114960"/>
              <a:gd name="connsiteY42824" fmla="*/ 3090958 h 5143785"/>
              <a:gd name="connsiteX42825" fmla="*/ 1191578 w 3114960"/>
              <a:gd name="connsiteY42825" fmla="*/ 3086672 h 5143785"/>
              <a:gd name="connsiteX42826" fmla="*/ 1183196 w 3114960"/>
              <a:gd name="connsiteY42826" fmla="*/ 3088958 h 5143785"/>
              <a:gd name="connsiteX42827" fmla="*/ 1178909 w 3114960"/>
              <a:gd name="connsiteY42827" fmla="*/ 3096482 h 5143785"/>
              <a:gd name="connsiteX42828" fmla="*/ 1181195 w 3114960"/>
              <a:gd name="connsiteY42828" fmla="*/ 3104864 h 5143785"/>
              <a:gd name="connsiteX42829" fmla="*/ 1188720 w 3114960"/>
              <a:gd name="connsiteY42829" fmla="*/ 3109151 h 5143785"/>
              <a:gd name="connsiteX42830" fmla="*/ 1186339 w 3114960"/>
              <a:gd name="connsiteY42830" fmla="*/ 3092768 h 5143785"/>
              <a:gd name="connsiteX42831" fmla="*/ 1186339 w 3114960"/>
              <a:gd name="connsiteY42831" fmla="*/ 3092768 h 5143785"/>
              <a:gd name="connsiteX42832" fmla="*/ 1190339 w 3114960"/>
              <a:gd name="connsiteY42832" fmla="*/ 3091434 h 5143785"/>
              <a:gd name="connsiteX42833" fmla="*/ 1191197 w 3114960"/>
              <a:gd name="connsiteY42833" fmla="*/ 3091434 h 5143785"/>
              <a:gd name="connsiteX42834" fmla="*/ 1195578 w 3114960"/>
              <a:gd name="connsiteY42834" fmla="*/ 3093911 h 5143785"/>
              <a:gd name="connsiteX42835" fmla="*/ 1196912 w 3114960"/>
              <a:gd name="connsiteY42835" fmla="*/ 3098768 h 5143785"/>
              <a:gd name="connsiteX42836" fmla="*/ 1194435 w 3114960"/>
              <a:gd name="connsiteY42836" fmla="*/ 3103150 h 5143785"/>
              <a:gd name="connsiteX42837" fmla="*/ 1189577 w 3114960"/>
              <a:gd name="connsiteY42837" fmla="*/ 3104484 h 5143785"/>
              <a:gd name="connsiteX42838" fmla="*/ 1185196 w 3114960"/>
              <a:gd name="connsiteY42838" fmla="*/ 3102007 h 5143785"/>
              <a:gd name="connsiteX42839" fmla="*/ 1183862 w 3114960"/>
              <a:gd name="connsiteY42839" fmla="*/ 3097149 h 5143785"/>
              <a:gd name="connsiteX42840" fmla="*/ 1186339 w 3114960"/>
              <a:gd name="connsiteY42840" fmla="*/ 3092768 h 5143785"/>
              <a:gd name="connsiteX42841" fmla="*/ 922973 w 3114960"/>
              <a:gd name="connsiteY42841" fmla="*/ 3042285 h 5143785"/>
              <a:gd name="connsiteX42842" fmla="*/ 922973 w 3114960"/>
              <a:gd name="connsiteY42842" fmla="*/ 3037523 h 5143785"/>
              <a:gd name="connsiteX42843" fmla="*/ 945166 w 3114960"/>
              <a:gd name="connsiteY42843" fmla="*/ 3037523 h 5143785"/>
              <a:gd name="connsiteX42844" fmla="*/ 945166 w 3114960"/>
              <a:gd name="connsiteY42844" fmla="*/ 3042285 h 5143785"/>
              <a:gd name="connsiteX42845" fmla="*/ 922973 w 3114960"/>
              <a:gd name="connsiteY42845" fmla="*/ 3042285 h 5143785"/>
              <a:gd name="connsiteX42846" fmla="*/ 1260348 w 3114960"/>
              <a:gd name="connsiteY42846" fmla="*/ 3012472 h 5143785"/>
              <a:gd name="connsiteX42847" fmla="*/ 1378363 w 3114960"/>
              <a:gd name="connsiteY42847" fmla="*/ 2919794 h 5143785"/>
              <a:gd name="connsiteX42848" fmla="*/ 1389412 w 3114960"/>
              <a:gd name="connsiteY42848" fmla="*/ 2920270 h 5143785"/>
              <a:gd name="connsiteX42849" fmla="*/ 1391031 w 3114960"/>
              <a:gd name="connsiteY42849" fmla="*/ 2923032 h 5143785"/>
              <a:gd name="connsiteX42850" fmla="*/ 1400651 w 3114960"/>
              <a:gd name="connsiteY42850" fmla="*/ 2932557 h 5143785"/>
              <a:gd name="connsiteX42851" fmla="*/ 1410748 w 3114960"/>
              <a:gd name="connsiteY42851" fmla="*/ 2932557 h 5143785"/>
              <a:gd name="connsiteX42852" fmla="*/ 1420273 w 3114960"/>
              <a:gd name="connsiteY42852" fmla="*/ 2922937 h 5143785"/>
              <a:gd name="connsiteX42853" fmla="*/ 1421892 w 3114960"/>
              <a:gd name="connsiteY42853" fmla="*/ 2920365 h 5143785"/>
              <a:gd name="connsiteX42854" fmla="*/ 1517999 w 3114960"/>
              <a:gd name="connsiteY42854" fmla="*/ 2920651 h 5143785"/>
              <a:gd name="connsiteX42855" fmla="*/ 1534097 w 3114960"/>
              <a:gd name="connsiteY42855" fmla="*/ 2934938 h 5143785"/>
              <a:gd name="connsiteX42856" fmla="*/ 1590675 w 3114960"/>
              <a:gd name="connsiteY42856" fmla="*/ 2934938 h 5143785"/>
              <a:gd name="connsiteX42857" fmla="*/ 1599914 w 3114960"/>
              <a:gd name="connsiteY42857" fmla="*/ 2942368 h 5143785"/>
              <a:gd name="connsiteX42858" fmla="*/ 1609725 w 3114960"/>
              <a:gd name="connsiteY42858" fmla="*/ 2932557 h 5143785"/>
              <a:gd name="connsiteX42859" fmla="*/ 1599914 w 3114960"/>
              <a:gd name="connsiteY42859" fmla="*/ 2922746 h 5143785"/>
              <a:gd name="connsiteX42860" fmla="*/ 1590675 w 3114960"/>
              <a:gd name="connsiteY42860" fmla="*/ 2930176 h 5143785"/>
              <a:gd name="connsiteX42861" fmla="*/ 1535906 w 3114960"/>
              <a:gd name="connsiteY42861" fmla="*/ 2930176 h 5143785"/>
              <a:gd name="connsiteX42862" fmla="*/ 1519809 w 3114960"/>
              <a:gd name="connsiteY42862" fmla="*/ 2915793 h 5143785"/>
              <a:gd name="connsiteX42863" fmla="*/ 1421892 w 3114960"/>
              <a:gd name="connsiteY42863" fmla="*/ 2915507 h 5143785"/>
              <a:gd name="connsiteX42864" fmla="*/ 1420273 w 3114960"/>
              <a:gd name="connsiteY42864" fmla="*/ 2912840 h 5143785"/>
              <a:gd name="connsiteX42865" fmla="*/ 1410653 w 3114960"/>
              <a:gd name="connsiteY42865" fmla="*/ 2903315 h 5143785"/>
              <a:gd name="connsiteX42866" fmla="*/ 1400556 w 3114960"/>
              <a:gd name="connsiteY42866" fmla="*/ 2903315 h 5143785"/>
              <a:gd name="connsiteX42867" fmla="*/ 1391031 w 3114960"/>
              <a:gd name="connsiteY42867" fmla="*/ 2912936 h 5143785"/>
              <a:gd name="connsiteX42868" fmla="*/ 1389412 w 3114960"/>
              <a:gd name="connsiteY42868" fmla="*/ 2915412 h 5143785"/>
              <a:gd name="connsiteX42869" fmla="*/ 1376744 w 3114960"/>
              <a:gd name="connsiteY42869" fmla="*/ 2914936 h 5143785"/>
              <a:gd name="connsiteX42870" fmla="*/ 1258729 w 3114960"/>
              <a:gd name="connsiteY42870" fmla="*/ 3007614 h 5143785"/>
              <a:gd name="connsiteX42871" fmla="*/ 1231202 w 3114960"/>
              <a:gd name="connsiteY42871" fmla="*/ 3007424 h 5143785"/>
              <a:gd name="connsiteX42872" fmla="*/ 1039082 w 3114960"/>
              <a:gd name="connsiteY42872" fmla="*/ 3161538 h 5143785"/>
              <a:gd name="connsiteX42873" fmla="*/ 1004697 w 3114960"/>
              <a:gd name="connsiteY42873" fmla="*/ 3161538 h 5143785"/>
              <a:gd name="connsiteX42874" fmla="*/ 999077 w 3114960"/>
              <a:gd name="connsiteY42874" fmla="*/ 3152394 h 5143785"/>
              <a:gd name="connsiteX42875" fmla="*/ 979075 w 3114960"/>
              <a:gd name="connsiteY42875" fmla="*/ 3155442 h 5143785"/>
              <a:gd name="connsiteX42876" fmla="*/ 976598 w 3114960"/>
              <a:gd name="connsiteY42876" fmla="*/ 3161538 h 5143785"/>
              <a:gd name="connsiteX42877" fmla="*/ 967359 w 3114960"/>
              <a:gd name="connsiteY42877" fmla="*/ 3161538 h 5143785"/>
              <a:gd name="connsiteX42878" fmla="*/ 967359 w 3114960"/>
              <a:gd name="connsiteY42878" fmla="*/ 3166301 h 5143785"/>
              <a:gd name="connsiteX42879" fmla="*/ 976598 w 3114960"/>
              <a:gd name="connsiteY42879" fmla="*/ 3166301 h 5143785"/>
              <a:gd name="connsiteX42880" fmla="*/ 982218 w 3114960"/>
              <a:gd name="connsiteY42880" fmla="*/ 3175540 h 5143785"/>
              <a:gd name="connsiteX42881" fmla="*/ 1002221 w 3114960"/>
              <a:gd name="connsiteY42881" fmla="*/ 3172492 h 5143785"/>
              <a:gd name="connsiteX42882" fmla="*/ 1004602 w 3114960"/>
              <a:gd name="connsiteY42882" fmla="*/ 3166396 h 5143785"/>
              <a:gd name="connsiteX42883" fmla="*/ 1040797 w 3114960"/>
              <a:gd name="connsiteY42883" fmla="*/ 3166396 h 5143785"/>
              <a:gd name="connsiteX42884" fmla="*/ 1232821 w 3114960"/>
              <a:gd name="connsiteY42884" fmla="*/ 3012281 h 5143785"/>
              <a:gd name="connsiteX42885" fmla="*/ 1260348 w 3114960"/>
              <a:gd name="connsiteY42885" fmla="*/ 3012472 h 5143785"/>
              <a:gd name="connsiteX42886" fmla="*/ 1599914 w 3114960"/>
              <a:gd name="connsiteY42886" fmla="*/ 2927604 h 5143785"/>
              <a:gd name="connsiteX42887" fmla="*/ 1604963 w 3114960"/>
              <a:gd name="connsiteY42887" fmla="*/ 2932652 h 5143785"/>
              <a:gd name="connsiteX42888" fmla="*/ 1599914 w 3114960"/>
              <a:gd name="connsiteY42888" fmla="*/ 2937701 h 5143785"/>
              <a:gd name="connsiteX42889" fmla="*/ 1594866 w 3114960"/>
              <a:gd name="connsiteY42889" fmla="*/ 2932652 h 5143785"/>
              <a:gd name="connsiteX42890" fmla="*/ 1599914 w 3114960"/>
              <a:gd name="connsiteY42890" fmla="*/ 2927604 h 5143785"/>
              <a:gd name="connsiteX42891" fmla="*/ 1394365 w 3114960"/>
              <a:gd name="connsiteY42891" fmla="*/ 2916269 h 5143785"/>
              <a:gd name="connsiteX42892" fmla="*/ 1403890 w 3114960"/>
              <a:gd name="connsiteY42892" fmla="*/ 2906649 h 5143785"/>
              <a:gd name="connsiteX42893" fmla="*/ 1407224 w 3114960"/>
              <a:gd name="connsiteY42893" fmla="*/ 2906649 h 5143785"/>
              <a:gd name="connsiteX42894" fmla="*/ 1416844 w 3114960"/>
              <a:gd name="connsiteY42894" fmla="*/ 2916174 h 5143785"/>
              <a:gd name="connsiteX42895" fmla="*/ 1416844 w 3114960"/>
              <a:gd name="connsiteY42895" fmla="*/ 2919508 h 5143785"/>
              <a:gd name="connsiteX42896" fmla="*/ 1407319 w 3114960"/>
              <a:gd name="connsiteY42896" fmla="*/ 2929128 h 5143785"/>
              <a:gd name="connsiteX42897" fmla="*/ 1403985 w 3114960"/>
              <a:gd name="connsiteY42897" fmla="*/ 2929128 h 5143785"/>
              <a:gd name="connsiteX42898" fmla="*/ 1394365 w 3114960"/>
              <a:gd name="connsiteY42898" fmla="*/ 2919603 h 5143785"/>
              <a:gd name="connsiteX42899" fmla="*/ 1394365 w 3114960"/>
              <a:gd name="connsiteY42899" fmla="*/ 2916269 h 5143785"/>
              <a:gd name="connsiteX42900" fmla="*/ 1000030 w 3114960"/>
              <a:gd name="connsiteY42900" fmla="*/ 3170873 h 5143785"/>
              <a:gd name="connsiteX42901" fmla="*/ 992410 w 3114960"/>
              <a:gd name="connsiteY42901" fmla="*/ 3175540 h 5143785"/>
              <a:gd name="connsiteX42902" fmla="*/ 983742 w 3114960"/>
              <a:gd name="connsiteY42902" fmla="*/ 3173444 h 5143785"/>
              <a:gd name="connsiteX42903" fmla="*/ 979075 w 3114960"/>
              <a:gd name="connsiteY42903" fmla="*/ 3165824 h 5143785"/>
              <a:gd name="connsiteX42904" fmla="*/ 978979 w 3114960"/>
              <a:gd name="connsiteY42904" fmla="*/ 3164015 h 5143785"/>
              <a:gd name="connsiteX42905" fmla="*/ 981266 w 3114960"/>
              <a:gd name="connsiteY42905" fmla="*/ 3157157 h 5143785"/>
              <a:gd name="connsiteX42906" fmla="*/ 997649 w 3114960"/>
              <a:gd name="connsiteY42906" fmla="*/ 3154680 h 5143785"/>
              <a:gd name="connsiteX42907" fmla="*/ 1000125 w 3114960"/>
              <a:gd name="connsiteY42907" fmla="*/ 3171063 h 5143785"/>
              <a:gd name="connsiteX42908" fmla="*/ 1028891 w 3114960"/>
              <a:gd name="connsiteY42908" fmla="*/ 2244852 h 5143785"/>
              <a:gd name="connsiteX42909" fmla="*/ 1040511 w 3114960"/>
              <a:gd name="connsiteY42909" fmla="*/ 2233232 h 5143785"/>
              <a:gd name="connsiteX42910" fmla="*/ 1028891 w 3114960"/>
              <a:gd name="connsiteY42910" fmla="*/ 2221611 h 5143785"/>
              <a:gd name="connsiteX42911" fmla="*/ 1017270 w 3114960"/>
              <a:gd name="connsiteY42911" fmla="*/ 2233232 h 5143785"/>
              <a:gd name="connsiteX42912" fmla="*/ 1028891 w 3114960"/>
              <a:gd name="connsiteY42912" fmla="*/ 2244852 h 5143785"/>
              <a:gd name="connsiteX42913" fmla="*/ 1028891 w 3114960"/>
              <a:gd name="connsiteY42913" fmla="*/ 2223897 h 5143785"/>
              <a:gd name="connsiteX42914" fmla="*/ 1038130 w 3114960"/>
              <a:gd name="connsiteY42914" fmla="*/ 2233136 h 5143785"/>
              <a:gd name="connsiteX42915" fmla="*/ 1028891 w 3114960"/>
              <a:gd name="connsiteY42915" fmla="*/ 2242376 h 5143785"/>
              <a:gd name="connsiteX42916" fmla="*/ 1019651 w 3114960"/>
              <a:gd name="connsiteY42916" fmla="*/ 2233136 h 5143785"/>
              <a:gd name="connsiteX42917" fmla="*/ 1028891 w 3114960"/>
              <a:gd name="connsiteY42917" fmla="*/ 2223897 h 5143785"/>
              <a:gd name="connsiteX42918" fmla="*/ 1460278 w 3114960"/>
              <a:gd name="connsiteY42918" fmla="*/ 2318195 h 5143785"/>
              <a:gd name="connsiteX42919" fmla="*/ 1460278 w 3114960"/>
              <a:gd name="connsiteY42919" fmla="*/ 2308479 h 5143785"/>
              <a:gd name="connsiteX42920" fmla="*/ 1462945 w 3114960"/>
              <a:gd name="connsiteY42920" fmla="*/ 2305812 h 5143785"/>
              <a:gd name="connsiteX42921" fmla="*/ 1472660 w 3114960"/>
              <a:gd name="connsiteY42921" fmla="*/ 2305812 h 5143785"/>
              <a:gd name="connsiteX42922" fmla="*/ 1475327 w 3114960"/>
              <a:gd name="connsiteY42922" fmla="*/ 2308479 h 5143785"/>
              <a:gd name="connsiteX42923" fmla="*/ 1475327 w 3114960"/>
              <a:gd name="connsiteY42923" fmla="*/ 2318195 h 5143785"/>
              <a:gd name="connsiteX42924" fmla="*/ 1472660 w 3114960"/>
              <a:gd name="connsiteY42924" fmla="*/ 2320862 h 5143785"/>
              <a:gd name="connsiteX42925" fmla="*/ 1462945 w 3114960"/>
              <a:gd name="connsiteY42925" fmla="*/ 2320862 h 5143785"/>
              <a:gd name="connsiteX42926" fmla="*/ 1460278 w 3114960"/>
              <a:gd name="connsiteY42926" fmla="*/ 2318195 h 5143785"/>
              <a:gd name="connsiteX42927" fmla="*/ 677418 w 3114960"/>
              <a:gd name="connsiteY42927" fmla="*/ 3374041 h 5143785"/>
              <a:gd name="connsiteX42928" fmla="*/ 556736 w 3114960"/>
              <a:gd name="connsiteY42928" fmla="*/ 3374041 h 5143785"/>
              <a:gd name="connsiteX42929" fmla="*/ 556736 w 3114960"/>
              <a:gd name="connsiteY42929" fmla="*/ 3374612 h 5143785"/>
              <a:gd name="connsiteX42930" fmla="*/ 551117 w 3114960"/>
              <a:gd name="connsiteY42930" fmla="*/ 3365468 h 5143785"/>
              <a:gd name="connsiteX42931" fmla="*/ 531114 w 3114960"/>
              <a:gd name="connsiteY42931" fmla="*/ 3368517 h 5143785"/>
              <a:gd name="connsiteX42932" fmla="*/ 528352 w 3114960"/>
              <a:gd name="connsiteY42932" fmla="*/ 3376994 h 5143785"/>
              <a:gd name="connsiteX42933" fmla="*/ 534162 w 3114960"/>
              <a:gd name="connsiteY42933" fmla="*/ 3388519 h 5143785"/>
              <a:gd name="connsiteX42934" fmla="*/ 554165 w 3114960"/>
              <a:gd name="connsiteY42934" fmla="*/ 3385471 h 5143785"/>
              <a:gd name="connsiteX42935" fmla="*/ 556736 w 3114960"/>
              <a:gd name="connsiteY42935" fmla="*/ 3378803 h 5143785"/>
              <a:gd name="connsiteX42936" fmla="*/ 679037 w 3114960"/>
              <a:gd name="connsiteY42936" fmla="*/ 3378803 h 5143785"/>
              <a:gd name="connsiteX42937" fmla="*/ 722567 w 3114960"/>
              <a:gd name="connsiteY42937" fmla="*/ 3343561 h 5143785"/>
              <a:gd name="connsiteX42938" fmla="*/ 770858 w 3114960"/>
              <a:gd name="connsiteY42938" fmla="*/ 3343561 h 5143785"/>
              <a:gd name="connsiteX42939" fmla="*/ 785146 w 3114960"/>
              <a:gd name="connsiteY42939" fmla="*/ 3354705 h 5143785"/>
              <a:gd name="connsiteX42940" fmla="*/ 848297 w 3114960"/>
              <a:gd name="connsiteY42940" fmla="*/ 3354705 h 5143785"/>
              <a:gd name="connsiteX42941" fmla="*/ 850773 w 3114960"/>
              <a:gd name="connsiteY42941" fmla="*/ 3359468 h 5143785"/>
              <a:gd name="connsiteX42942" fmla="*/ 857631 w 3114960"/>
              <a:gd name="connsiteY42942" fmla="*/ 3362325 h 5143785"/>
              <a:gd name="connsiteX42943" fmla="*/ 857631 w 3114960"/>
              <a:gd name="connsiteY42943" fmla="*/ 3362325 h 5143785"/>
              <a:gd name="connsiteX42944" fmla="*/ 867347 w 3114960"/>
              <a:gd name="connsiteY42944" fmla="*/ 3352514 h 5143785"/>
              <a:gd name="connsiteX42945" fmla="*/ 857631 w 3114960"/>
              <a:gd name="connsiteY42945" fmla="*/ 3342799 h 5143785"/>
              <a:gd name="connsiteX42946" fmla="*/ 857631 w 3114960"/>
              <a:gd name="connsiteY42946" fmla="*/ 3342799 h 5143785"/>
              <a:gd name="connsiteX42947" fmla="*/ 850773 w 3114960"/>
              <a:gd name="connsiteY42947" fmla="*/ 3345656 h 5143785"/>
              <a:gd name="connsiteX42948" fmla="*/ 848392 w 3114960"/>
              <a:gd name="connsiteY42948" fmla="*/ 3349943 h 5143785"/>
              <a:gd name="connsiteX42949" fmla="*/ 786765 w 3114960"/>
              <a:gd name="connsiteY42949" fmla="*/ 3349943 h 5143785"/>
              <a:gd name="connsiteX42950" fmla="*/ 772477 w 3114960"/>
              <a:gd name="connsiteY42950" fmla="*/ 3338798 h 5143785"/>
              <a:gd name="connsiteX42951" fmla="*/ 720852 w 3114960"/>
              <a:gd name="connsiteY42951" fmla="*/ 3338798 h 5143785"/>
              <a:gd name="connsiteX42952" fmla="*/ 677323 w 3114960"/>
              <a:gd name="connsiteY42952" fmla="*/ 3374041 h 5143785"/>
              <a:gd name="connsiteX42953" fmla="*/ 552164 w 3114960"/>
              <a:gd name="connsiteY42953" fmla="*/ 3383947 h 5143785"/>
              <a:gd name="connsiteX42954" fmla="*/ 535781 w 3114960"/>
              <a:gd name="connsiteY42954" fmla="*/ 3386423 h 5143785"/>
              <a:gd name="connsiteX42955" fmla="*/ 533305 w 3114960"/>
              <a:gd name="connsiteY42955" fmla="*/ 3370040 h 5143785"/>
              <a:gd name="connsiteX42956" fmla="*/ 540925 w 3114960"/>
              <a:gd name="connsiteY42956" fmla="*/ 3365373 h 5143785"/>
              <a:gd name="connsiteX42957" fmla="*/ 549593 w 3114960"/>
              <a:gd name="connsiteY42957" fmla="*/ 3367469 h 5143785"/>
              <a:gd name="connsiteX42958" fmla="*/ 554260 w 3114960"/>
              <a:gd name="connsiteY42958" fmla="*/ 3375088 h 5143785"/>
              <a:gd name="connsiteX42959" fmla="*/ 554355 w 3114960"/>
              <a:gd name="connsiteY42959" fmla="*/ 3376898 h 5143785"/>
              <a:gd name="connsiteX42960" fmla="*/ 552069 w 3114960"/>
              <a:gd name="connsiteY42960" fmla="*/ 3383756 h 5143785"/>
              <a:gd name="connsiteX42961" fmla="*/ 854202 w 3114960"/>
              <a:gd name="connsiteY42961" fmla="*/ 3348990 h 5143785"/>
              <a:gd name="connsiteX42962" fmla="*/ 857726 w 3114960"/>
              <a:gd name="connsiteY42962" fmla="*/ 3347561 h 5143785"/>
              <a:gd name="connsiteX42963" fmla="*/ 857726 w 3114960"/>
              <a:gd name="connsiteY42963" fmla="*/ 3347561 h 5143785"/>
              <a:gd name="connsiteX42964" fmla="*/ 862679 w 3114960"/>
              <a:gd name="connsiteY42964" fmla="*/ 3352514 h 5143785"/>
              <a:gd name="connsiteX42965" fmla="*/ 857726 w 3114960"/>
              <a:gd name="connsiteY42965" fmla="*/ 3357563 h 5143785"/>
              <a:gd name="connsiteX42966" fmla="*/ 857726 w 3114960"/>
              <a:gd name="connsiteY42966" fmla="*/ 3357563 h 5143785"/>
              <a:gd name="connsiteX42967" fmla="*/ 854202 w 3114960"/>
              <a:gd name="connsiteY42967" fmla="*/ 3356134 h 5143785"/>
              <a:gd name="connsiteX42968" fmla="*/ 852773 w 3114960"/>
              <a:gd name="connsiteY42968" fmla="*/ 3352610 h 5143785"/>
              <a:gd name="connsiteX42969" fmla="*/ 854202 w 3114960"/>
              <a:gd name="connsiteY42969" fmla="*/ 3349085 h 5143785"/>
              <a:gd name="connsiteX42970" fmla="*/ 1339406 w 3114960"/>
              <a:gd name="connsiteY42970" fmla="*/ 2222373 h 5143785"/>
              <a:gd name="connsiteX42971" fmla="*/ 1327785 w 3114960"/>
              <a:gd name="connsiteY42971" fmla="*/ 2233994 h 5143785"/>
              <a:gd name="connsiteX42972" fmla="*/ 1339406 w 3114960"/>
              <a:gd name="connsiteY42972" fmla="*/ 2245614 h 5143785"/>
              <a:gd name="connsiteX42973" fmla="*/ 1351026 w 3114960"/>
              <a:gd name="connsiteY42973" fmla="*/ 2233994 h 5143785"/>
              <a:gd name="connsiteX42974" fmla="*/ 1339406 w 3114960"/>
              <a:gd name="connsiteY42974" fmla="*/ 2222373 h 5143785"/>
              <a:gd name="connsiteX42975" fmla="*/ 1339406 w 3114960"/>
              <a:gd name="connsiteY42975" fmla="*/ 2243233 h 5143785"/>
              <a:gd name="connsiteX42976" fmla="*/ 1330166 w 3114960"/>
              <a:gd name="connsiteY42976" fmla="*/ 2233994 h 5143785"/>
              <a:gd name="connsiteX42977" fmla="*/ 1339406 w 3114960"/>
              <a:gd name="connsiteY42977" fmla="*/ 2224754 h 5143785"/>
              <a:gd name="connsiteX42978" fmla="*/ 1348645 w 3114960"/>
              <a:gd name="connsiteY42978" fmla="*/ 2233994 h 5143785"/>
              <a:gd name="connsiteX42979" fmla="*/ 1339406 w 3114960"/>
              <a:gd name="connsiteY42979" fmla="*/ 2243233 h 5143785"/>
              <a:gd name="connsiteX42980" fmla="*/ 1339406 w 3114960"/>
              <a:gd name="connsiteY42980" fmla="*/ 2157222 h 5143785"/>
              <a:gd name="connsiteX42981" fmla="*/ 1331595 w 3114960"/>
              <a:gd name="connsiteY42981" fmla="*/ 2165033 h 5143785"/>
              <a:gd name="connsiteX42982" fmla="*/ 1339406 w 3114960"/>
              <a:gd name="connsiteY42982" fmla="*/ 2172748 h 5143785"/>
              <a:gd name="connsiteX42983" fmla="*/ 1347121 w 3114960"/>
              <a:gd name="connsiteY42983" fmla="*/ 2165033 h 5143785"/>
              <a:gd name="connsiteX42984" fmla="*/ 1339406 w 3114960"/>
              <a:gd name="connsiteY42984" fmla="*/ 2157222 h 5143785"/>
              <a:gd name="connsiteX42985" fmla="*/ 1339406 w 3114960"/>
              <a:gd name="connsiteY42985" fmla="*/ 2170367 h 5143785"/>
              <a:gd name="connsiteX42986" fmla="*/ 1333976 w 3114960"/>
              <a:gd name="connsiteY42986" fmla="*/ 2165033 h 5143785"/>
              <a:gd name="connsiteX42987" fmla="*/ 1339406 w 3114960"/>
              <a:gd name="connsiteY42987" fmla="*/ 2159603 h 5143785"/>
              <a:gd name="connsiteX42988" fmla="*/ 1344740 w 3114960"/>
              <a:gd name="connsiteY42988" fmla="*/ 2165033 h 5143785"/>
              <a:gd name="connsiteX42989" fmla="*/ 1339406 w 3114960"/>
              <a:gd name="connsiteY42989" fmla="*/ 2170367 h 5143785"/>
              <a:gd name="connsiteX42990" fmla="*/ 834390 w 3114960"/>
              <a:gd name="connsiteY42990" fmla="*/ 3042285 h 5143785"/>
              <a:gd name="connsiteX42991" fmla="*/ 834390 w 3114960"/>
              <a:gd name="connsiteY42991" fmla="*/ 3037523 h 5143785"/>
              <a:gd name="connsiteX42992" fmla="*/ 856583 w 3114960"/>
              <a:gd name="connsiteY42992" fmla="*/ 3037523 h 5143785"/>
              <a:gd name="connsiteX42993" fmla="*/ 856583 w 3114960"/>
              <a:gd name="connsiteY42993" fmla="*/ 3042285 h 5143785"/>
              <a:gd name="connsiteX42994" fmla="*/ 834390 w 3114960"/>
              <a:gd name="connsiteY42994" fmla="*/ 3042285 h 5143785"/>
              <a:gd name="connsiteX42995" fmla="*/ 1028891 w 3114960"/>
              <a:gd name="connsiteY42995" fmla="*/ 2175891 h 5143785"/>
              <a:gd name="connsiteX42996" fmla="*/ 1040511 w 3114960"/>
              <a:gd name="connsiteY42996" fmla="*/ 2164271 h 5143785"/>
              <a:gd name="connsiteX42997" fmla="*/ 1028891 w 3114960"/>
              <a:gd name="connsiteY42997" fmla="*/ 2152650 h 5143785"/>
              <a:gd name="connsiteX42998" fmla="*/ 1017270 w 3114960"/>
              <a:gd name="connsiteY42998" fmla="*/ 2164271 h 5143785"/>
              <a:gd name="connsiteX42999" fmla="*/ 1028891 w 3114960"/>
              <a:gd name="connsiteY42999" fmla="*/ 2175891 h 5143785"/>
              <a:gd name="connsiteX43000" fmla="*/ 1028891 w 3114960"/>
              <a:gd name="connsiteY43000" fmla="*/ 2154936 h 5143785"/>
              <a:gd name="connsiteX43001" fmla="*/ 1038130 w 3114960"/>
              <a:gd name="connsiteY43001" fmla="*/ 2164175 h 5143785"/>
              <a:gd name="connsiteX43002" fmla="*/ 1028891 w 3114960"/>
              <a:gd name="connsiteY43002" fmla="*/ 2173415 h 5143785"/>
              <a:gd name="connsiteX43003" fmla="*/ 1019651 w 3114960"/>
              <a:gd name="connsiteY43003" fmla="*/ 2164175 h 5143785"/>
              <a:gd name="connsiteX43004" fmla="*/ 1028891 w 3114960"/>
              <a:gd name="connsiteY43004" fmla="*/ 2154936 h 5143785"/>
              <a:gd name="connsiteX43005" fmla="*/ 1339406 w 3114960"/>
              <a:gd name="connsiteY43005" fmla="*/ 2153412 h 5143785"/>
              <a:gd name="connsiteX43006" fmla="*/ 1327785 w 3114960"/>
              <a:gd name="connsiteY43006" fmla="*/ 2165033 h 5143785"/>
              <a:gd name="connsiteX43007" fmla="*/ 1339406 w 3114960"/>
              <a:gd name="connsiteY43007" fmla="*/ 2176653 h 5143785"/>
              <a:gd name="connsiteX43008" fmla="*/ 1351026 w 3114960"/>
              <a:gd name="connsiteY43008" fmla="*/ 2165033 h 5143785"/>
              <a:gd name="connsiteX43009" fmla="*/ 1339406 w 3114960"/>
              <a:gd name="connsiteY43009" fmla="*/ 2153412 h 5143785"/>
              <a:gd name="connsiteX43010" fmla="*/ 1339406 w 3114960"/>
              <a:gd name="connsiteY43010" fmla="*/ 2174272 h 5143785"/>
              <a:gd name="connsiteX43011" fmla="*/ 1330166 w 3114960"/>
              <a:gd name="connsiteY43011" fmla="*/ 2165033 h 5143785"/>
              <a:gd name="connsiteX43012" fmla="*/ 1339406 w 3114960"/>
              <a:gd name="connsiteY43012" fmla="*/ 2155793 h 5143785"/>
              <a:gd name="connsiteX43013" fmla="*/ 1348645 w 3114960"/>
              <a:gd name="connsiteY43013" fmla="*/ 2165033 h 5143785"/>
              <a:gd name="connsiteX43014" fmla="*/ 1339406 w 3114960"/>
              <a:gd name="connsiteY43014" fmla="*/ 2174272 h 5143785"/>
              <a:gd name="connsiteX43015" fmla="*/ 356711 w 3114960"/>
              <a:gd name="connsiteY43015" fmla="*/ 2896553 h 5143785"/>
              <a:gd name="connsiteX43016" fmla="*/ 354044 w 3114960"/>
              <a:gd name="connsiteY43016" fmla="*/ 2877788 h 5143785"/>
              <a:gd name="connsiteX43017" fmla="*/ 347948 w 3114960"/>
              <a:gd name="connsiteY43017" fmla="*/ 2875121 h 5143785"/>
              <a:gd name="connsiteX43018" fmla="*/ 347948 w 3114960"/>
              <a:gd name="connsiteY43018" fmla="*/ 2773775 h 5143785"/>
              <a:gd name="connsiteX43019" fmla="*/ 318040 w 3114960"/>
              <a:gd name="connsiteY43019" fmla="*/ 2743200 h 5143785"/>
              <a:gd name="connsiteX43020" fmla="*/ 318040 w 3114960"/>
              <a:gd name="connsiteY43020" fmla="*/ 2634425 h 5143785"/>
              <a:gd name="connsiteX43021" fmla="*/ 323374 w 3114960"/>
              <a:gd name="connsiteY43021" fmla="*/ 2634425 h 5143785"/>
              <a:gd name="connsiteX43022" fmla="*/ 329279 w 3114960"/>
              <a:gd name="connsiteY43022" fmla="*/ 2628519 h 5143785"/>
              <a:gd name="connsiteX43023" fmla="*/ 329279 w 3114960"/>
              <a:gd name="connsiteY43023" fmla="*/ 2612898 h 5143785"/>
              <a:gd name="connsiteX43024" fmla="*/ 323374 w 3114960"/>
              <a:gd name="connsiteY43024" fmla="*/ 2606993 h 5143785"/>
              <a:gd name="connsiteX43025" fmla="*/ 317945 w 3114960"/>
              <a:gd name="connsiteY43025" fmla="*/ 2606993 h 5143785"/>
              <a:gd name="connsiteX43026" fmla="*/ 317945 w 3114960"/>
              <a:gd name="connsiteY43026" fmla="*/ 2559653 h 5143785"/>
              <a:gd name="connsiteX43027" fmla="*/ 305657 w 3114960"/>
              <a:gd name="connsiteY43027" fmla="*/ 2547080 h 5143785"/>
              <a:gd name="connsiteX43028" fmla="*/ 97536 w 3114960"/>
              <a:gd name="connsiteY43028" fmla="*/ 2547080 h 5143785"/>
              <a:gd name="connsiteX43029" fmla="*/ 58674 w 3114960"/>
              <a:gd name="connsiteY43029" fmla="*/ 2500217 h 5143785"/>
              <a:gd name="connsiteX43030" fmla="*/ 33052 w 3114960"/>
              <a:gd name="connsiteY43030" fmla="*/ 2499932 h 5143785"/>
              <a:gd name="connsiteX43031" fmla="*/ 33052 w 3114960"/>
              <a:gd name="connsiteY43031" fmla="*/ 2502313 h 5143785"/>
              <a:gd name="connsiteX43032" fmla="*/ 33052 w 3114960"/>
              <a:gd name="connsiteY43032" fmla="*/ 2499932 h 5143785"/>
              <a:gd name="connsiteX43033" fmla="*/ 95 w 3114960"/>
              <a:gd name="connsiteY43033" fmla="*/ 2499932 h 5143785"/>
              <a:gd name="connsiteX43034" fmla="*/ 95 w 3114960"/>
              <a:gd name="connsiteY43034" fmla="*/ 2504694 h 5143785"/>
              <a:gd name="connsiteX43035" fmla="*/ 32957 w 3114960"/>
              <a:gd name="connsiteY43035" fmla="*/ 2504694 h 5143785"/>
              <a:gd name="connsiteX43036" fmla="*/ 56388 w 3114960"/>
              <a:gd name="connsiteY43036" fmla="*/ 2504980 h 5143785"/>
              <a:gd name="connsiteX43037" fmla="*/ 95345 w 3114960"/>
              <a:gd name="connsiteY43037" fmla="*/ 2551843 h 5143785"/>
              <a:gd name="connsiteX43038" fmla="*/ 303848 w 3114960"/>
              <a:gd name="connsiteY43038" fmla="*/ 2551843 h 5143785"/>
              <a:gd name="connsiteX43039" fmla="*/ 313373 w 3114960"/>
              <a:gd name="connsiteY43039" fmla="*/ 2561559 h 5143785"/>
              <a:gd name="connsiteX43040" fmla="*/ 313373 w 3114960"/>
              <a:gd name="connsiteY43040" fmla="*/ 2606897 h 5143785"/>
              <a:gd name="connsiteX43041" fmla="*/ 307943 w 3114960"/>
              <a:gd name="connsiteY43041" fmla="*/ 2606897 h 5143785"/>
              <a:gd name="connsiteX43042" fmla="*/ 302038 w 3114960"/>
              <a:gd name="connsiteY43042" fmla="*/ 2612803 h 5143785"/>
              <a:gd name="connsiteX43043" fmla="*/ 302038 w 3114960"/>
              <a:gd name="connsiteY43043" fmla="*/ 2628424 h 5143785"/>
              <a:gd name="connsiteX43044" fmla="*/ 307943 w 3114960"/>
              <a:gd name="connsiteY43044" fmla="*/ 2634329 h 5143785"/>
              <a:gd name="connsiteX43045" fmla="*/ 313373 w 3114960"/>
              <a:gd name="connsiteY43045" fmla="*/ 2634329 h 5143785"/>
              <a:gd name="connsiteX43046" fmla="*/ 313373 w 3114960"/>
              <a:gd name="connsiteY43046" fmla="*/ 2745010 h 5143785"/>
              <a:gd name="connsiteX43047" fmla="*/ 343376 w 3114960"/>
              <a:gd name="connsiteY43047" fmla="*/ 2775585 h 5143785"/>
              <a:gd name="connsiteX43048" fmla="*/ 343376 w 3114960"/>
              <a:gd name="connsiteY43048" fmla="*/ 2875026 h 5143785"/>
              <a:gd name="connsiteX43049" fmla="*/ 334994 w 3114960"/>
              <a:gd name="connsiteY43049" fmla="*/ 2879979 h 5143785"/>
              <a:gd name="connsiteX43050" fmla="*/ 332232 w 3114960"/>
              <a:gd name="connsiteY43050" fmla="*/ 2890076 h 5143785"/>
              <a:gd name="connsiteX43051" fmla="*/ 337376 w 3114960"/>
              <a:gd name="connsiteY43051" fmla="*/ 2899220 h 5143785"/>
              <a:gd name="connsiteX43052" fmla="*/ 345758 w 3114960"/>
              <a:gd name="connsiteY43052" fmla="*/ 2902077 h 5143785"/>
              <a:gd name="connsiteX43053" fmla="*/ 347472 w 3114960"/>
              <a:gd name="connsiteY43053" fmla="*/ 2901982 h 5143785"/>
              <a:gd name="connsiteX43054" fmla="*/ 354711 w 3114960"/>
              <a:gd name="connsiteY43054" fmla="*/ 2898458 h 5143785"/>
              <a:gd name="connsiteX43055" fmla="*/ 353473 w 3114960"/>
              <a:gd name="connsiteY43055" fmla="*/ 2899696 h 5143785"/>
              <a:gd name="connsiteX43056" fmla="*/ 423291 w 3114960"/>
              <a:gd name="connsiteY43056" fmla="*/ 2967895 h 5143785"/>
              <a:gd name="connsiteX43057" fmla="*/ 423291 w 3114960"/>
              <a:gd name="connsiteY43057" fmla="*/ 3002185 h 5143785"/>
              <a:gd name="connsiteX43058" fmla="*/ 417862 w 3114960"/>
              <a:gd name="connsiteY43058" fmla="*/ 3002185 h 5143785"/>
              <a:gd name="connsiteX43059" fmla="*/ 411004 w 3114960"/>
              <a:gd name="connsiteY43059" fmla="*/ 3009043 h 5143785"/>
              <a:gd name="connsiteX43060" fmla="*/ 411004 w 3114960"/>
              <a:gd name="connsiteY43060" fmla="*/ 3023426 h 5143785"/>
              <a:gd name="connsiteX43061" fmla="*/ 417862 w 3114960"/>
              <a:gd name="connsiteY43061" fmla="*/ 3030284 h 5143785"/>
              <a:gd name="connsiteX43062" fmla="*/ 423291 w 3114960"/>
              <a:gd name="connsiteY43062" fmla="*/ 3030284 h 5143785"/>
              <a:gd name="connsiteX43063" fmla="*/ 423291 w 3114960"/>
              <a:gd name="connsiteY43063" fmla="*/ 3037427 h 5143785"/>
              <a:gd name="connsiteX43064" fmla="*/ 428054 w 3114960"/>
              <a:gd name="connsiteY43064" fmla="*/ 3037427 h 5143785"/>
              <a:gd name="connsiteX43065" fmla="*/ 428054 w 3114960"/>
              <a:gd name="connsiteY43065" fmla="*/ 3030284 h 5143785"/>
              <a:gd name="connsiteX43066" fmla="*/ 432245 w 3114960"/>
              <a:gd name="connsiteY43066" fmla="*/ 3030284 h 5143785"/>
              <a:gd name="connsiteX43067" fmla="*/ 439103 w 3114960"/>
              <a:gd name="connsiteY43067" fmla="*/ 3023426 h 5143785"/>
              <a:gd name="connsiteX43068" fmla="*/ 439103 w 3114960"/>
              <a:gd name="connsiteY43068" fmla="*/ 3009043 h 5143785"/>
              <a:gd name="connsiteX43069" fmla="*/ 432245 w 3114960"/>
              <a:gd name="connsiteY43069" fmla="*/ 3002185 h 5143785"/>
              <a:gd name="connsiteX43070" fmla="*/ 428054 w 3114960"/>
              <a:gd name="connsiteY43070" fmla="*/ 3002185 h 5143785"/>
              <a:gd name="connsiteX43071" fmla="*/ 428054 w 3114960"/>
              <a:gd name="connsiteY43071" fmla="*/ 2965895 h 5143785"/>
              <a:gd name="connsiteX43072" fmla="*/ 356902 w 3114960"/>
              <a:gd name="connsiteY43072" fmla="*/ 2896362 h 5143785"/>
              <a:gd name="connsiteX43073" fmla="*/ 307848 w 3114960"/>
              <a:gd name="connsiteY43073" fmla="*/ 2629757 h 5143785"/>
              <a:gd name="connsiteX43074" fmla="*/ 306705 w 3114960"/>
              <a:gd name="connsiteY43074" fmla="*/ 2628614 h 5143785"/>
              <a:gd name="connsiteX43075" fmla="*/ 306705 w 3114960"/>
              <a:gd name="connsiteY43075" fmla="*/ 2612993 h 5143785"/>
              <a:gd name="connsiteX43076" fmla="*/ 307848 w 3114960"/>
              <a:gd name="connsiteY43076" fmla="*/ 2611850 h 5143785"/>
              <a:gd name="connsiteX43077" fmla="*/ 323469 w 3114960"/>
              <a:gd name="connsiteY43077" fmla="*/ 2611850 h 5143785"/>
              <a:gd name="connsiteX43078" fmla="*/ 324612 w 3114960"/>
              <a:gd name="connsiteY43078" fmla="*/ 2612993 h 5143785"/>
              <a:gd name="connsiteX43079" fmla="*/ 324612 w 3114960"/>
              <a:gd name="connsiteY43079" fmla="*/ 2628614 h 5143785"/>
              <a:gd name="connsiteX43080" fmla="*/ 323469 w 3114960"/>
              <a:gd name="connsiteY43080" fmla="*/ 2629757 h 5143785"/>
              <a:gd name="connsiteX43081" fmla="*/ 307848 w 3114960"/>
              <a:gd name="connsiteY43081" fmla="*/ 2629757 h 5143785"/>
              <a:gd name="connsiteX43082" fmla="*/ 352711 w 3114960"/>
              <a:gd name="connsiteY43082" fmla="*/ 2894171 h 5143785"/>
              <a:gd name="connsiteX43083" fmla="*/ 352711 w 3114960"/>
              <a:gd name="connsiteY43083" fmla="*/ 2894171 h 5143785"/>
              <a:gd name="connsiteX43084" fmla="*/ 346805 w 3114960"/>
              <a:gd name="connsiteY43084" fmla="*/ 2897505 h 5143785"/>
              <a:gd name="connsiteX43085" fmla="*/ 340233 w 3114960"/>
              <a:gd name="connsiteY43085" fmla="*/ 2895695 h 5143785"/>
              <a:gd name="connsiteX43086" fmla="*/ 336899 w 3114960"/>
              <a:gd name="connsiteY43086" fmla="*/ 2889790 h 5143785"/>
              <a:gd name="connsiteX43087" fmla="*/ 338709 w 3114960"/>
              <a:gd name="connsiteY43087" fmla="*/ 2883218 h 5143785"/>
              <a:gd name="connsiteX43088" fmla="*/ 344614 w 3114960"/>
              <a:gd name="connsiteY43088" fmla="*/ 2879884 h 5143785"/>
              <a:gd name="connsiteX43089" fmla="*/ 345758 w 3114960"/>
              <a:gd name="connsiteY43089" fmla="*/ 2879884 h 5143785"/>
              <a:gd name="connsiteX43090" fmla="*/ 351282 w 3114960"/>
              <a:gd name="connsiteY43090" fmla="*/ 2881789 h 5143785"/>
              <a:gd name="connsiteX43091" fmla="*/ 352806 w 3114960"/>
              <a:gd name="connsiteY43091" fmla="*/ 2894362 h 5143785"/>
              <a:gd name="connsiteX43092" fmla="*/ 432149 w 3114960"/>
              <a:gd name="connsiteY43092" fmla="*/ 3007138 h 5143785"/>
              <a:gd name="connsiteX43093" fmla="*/ 434245 w 3114960"/>
              <a:gd name="connsiteY43093" fmla="*/ 3009234 h 5143785"/>
              <a:gd name="connsiteX43094" fmla="*/ 434245 w 3114960"/>
              <a:gd name="connsiteY43094" fmla="*/ 3023616 h 5143785"/>
              <a:gd name="connsiteX43095" fmla="*/ 432149 w 3114960"/>
              <a:gd name="connsiteY43095" fmla="*/ 3025712 h 5143785"/>
              <a:gd name="connsiteX43096" fmla="*/ 417767 w 3114960"/>
              <a:gd name="connsiteY43096" fmla="*/ 3025712 h 5143785"/>
              <a:gd name="connsiteX43097" fmla="*/ 415671 w 3114960"/>
              <a:gd name="connsiteY43097" fmla="*/ 3023616 h 5143785"/>
              <a:gd name="connsiteX43098" fmla="*/ 415671 w 3114960"/>
              <a:gd name="connsiteY43098" fmla="*/ 3009234 h 5143785"/>
              <a:gd name="connsiteX43099" fmla="*/ 417767 w 3114960"/>
              <a:gd name="connsiteY43099" fmla="*/ 3007138 h 5143785"/>
              <a:gd name="connsiteX43100" fmla="*/ 432149 w 3114960"/>
              <a:gd name="connsiteY43100" fmla="*/ 3007138 h 5143785"/>
              <a:gd name="connsiteX43101" fmla="*/ 1061561 w 3114960"/>
              <a:gd name="connsiteY43101" fmla="*/ 3289649 h 5143785"/>
              <a:gd name="connsiteX43102" fmla="*/ 1009460 w 3114960"/>
              <a:gd name="connsiteY43102" fmla="*/ 3334131 h 5143785"/>
              <a:gd name="connsiteX43103" fmla="*/ 1003935 w 3114960"/>
              <a:gd name="connsiteY43103" fmla="*/ 3332131 h 5143785"/>
              <a:gd name="connsiteX43104" fmla="*/ 1003935 w 3114960"/>
              <a:gd name="connsiteY43104" fmla="*/ 3332131 h 5143785"/>
              <a:gd name="connsiteX43105" fmla="*/ 994220 w 3114960"/>
              <a:gd name="connsiteY43105" fmla="*/ 3341846 h 5143785"/>
              <a:gd name="connsiteX43106" fmla="*/ 997077 w 3114960"/>
              <a:gd name="connsiteY43106" fmla="*/ 3348800 h 5143785"/>
              <a:gd name="connsiteX43107" fmla="*/ 1003935 w 3114960"/>
              <a:gd name="connsiteY43107" fmla="*/ 3351657 h 5143785"/>
              <a:gd name="connsiteX43108" fmla="*/ 1003935 w 3114960"/>
              <a:gd name="connsiteY43108" fmla="*/ 3351657 h 5143785"/>
              <a:gd name="connsiteX43109" fmla="*/ 1013746 w 3114960"/>
              <a:gd name="connsiteY43109" fmla="*/ 3341942 h 5143785"/>
              <a:gd name="connsiteX43110" fmla="*/ 1012698 w 3114960"/>
              <a:gd name="connsiteY43110" fmla="*/ 3337751 h 5143785"/>
              <a:gd name="connsiteX43111" fmla="*/ 1063466 w 3114960"/>
              <a:gd name="connsiteY43111" fmla="*/ 3294412 h 5143785"/>
              <a:gd name="connsiteX43112" fmla="*/ 1138238 w 3114960"/>
              <a:gd name="connsiteY43112" fmla="*/ 3293840 h 5143785"/>
              <a:gd name="connsiteX43113" fmla="*/ 1138238 w 3114960"/>
              <a:gd name="connsiteY43113" fmla="*/ 3246215 h 5143785"/>
              <a:gd name="connsiteX43114" fmla="*/ 1145667 w 3114960"/>
              <a:gd name="connsiteY43114" fmla="*/ 3236976 h 5143785"/>
              <a:gd name="connsiteX43115" fmla="*/ 1142810 w 3114960"/>
              <a:gd name="connsiteY43115" fmla="*/ 3230023 h 5143785"/>
              <a:gd name="connsiteX43116" fmla="*/ 1135952 w 3114960"/>
              <a:gd name="connsiteY43116" fmla="*/ 3227165 h 5143785"/>
              <a:gd name="connsiteX43117" fmla="*/ 1126141 w 3114960"/>
              <a:gd name="connsiteY43117" fmla="*/ 3236881 h 5143785"/>
              <a:gd name="connsiteX43118" fmla="*/ 1128998 w 3114960"/>
              <a:gd name="connsiteY43118" fmla="*/ 3243834 h 5143785"/>
              <a:gd name="connsiteX43119" fmla="*/ 1133475 w 3114960"/>
              <a:gd name="connsiteY43119" fmla="*/ 3246215 h 5143785"/>
              <a:gd name="connsiteX43120" fmla="*/ 1133475 w 3114960"/>
              <a:gd name="connsiteY43120" fmla="*/ 3289173 h 5143785"/>
              <a:gd name="connsiteX43121" fmla="*/ 1061752 w 3114960"/>
              <a:gd name="connsiteY43121" fmla="*/ 3289745 h 5143785"/>
              <a:gd name="connsiteX43122" fmla="*/ 1003840 w 3114960"/>
              <a:gd name="connsiteY43122" fmla="*/ 3346990 h 5143785"/>
              <a:gd name="connsiteX43123" fmla="*/ 1003840 w 3114960"/>
              <a:gd name="connsiteY43123" fmla="*/ 3346990 h 5143785"/>
              <a:gd name="connsiteX43124" fmla="*/ 1000316 w 3114960"/>
              <a:gd name="connsiteY43124" fmla="*/ 3345561 h 5143785"/>
              <a:gd name="connsiteX43125" fmla="*/ 998887 w 3114960"/>
              <a:gd name="connsiteY43125" fmla="*/ 3342037 h 5143785"/>
              <a:gd name="connsiteX43126" fmla="*/ 1000411 w 3114960"/>
              <a:gd name="connsiteY43126" fmla="*/ 3338513 h 5143785"/>
              <a:gd name="connsiteX43127" fmla="*/ 1003935 w 3114960"/>
              <a:gd name="connsiteY43127" fmla="*/ 3337084 h 5143785"/>
              <a:gd name="connsiteX43128" fmla="*/ 1003935 w 3114960"/>
              <a:gd name="connsiteY43128" fmla="*/ 3337084 h 5143785"/>
              <a:gd name="connsiteX43129" fmla="*/ 1007459 w 3114960"/>
              <a:gd name="connsiteY43129" fmla="*/ 3338513 h 5143785"/>
              <a:gd name="connsiteX43130" fmla="*/ 1008888 w 3114960"/>
              <a:gd name="connsiteY43130" fmla="*/ 3342037 h 5143785"/>
              <a:gd name="connsiteX43131" fmla="*/ 1003840 w 3114960"/>
              <a:gd name="connsiteY43131" fmla="*/ 3346990 h 5143785"/>
              <a:gd name="connsiteX43132" fmla="*/ 1132142 w 3114960"/>
              <a:gd name="connsiteY43132" fmla="*/ 3240405 h 5143785"/>
              <a:gd name="connsiteX43133" fmla="*/ 1130713 w 3114960"/>
              <a:gd name="connsiteY43133" fmla="*/ 3236881 h 5143785"/>
              <a:gd name="connsiteX43134" fmla="*/ 1135761 w 3114960"/>
              <a:gd name="connsiteY43134" fmla="*/ 3231928 h 5143785"/>
              <a:gd name="connsiteX43135" fmla="*/ 1135761 w 3114960"/>
              <a:gd name="connsiteY43135" fmla="*/ 3231928 h 5143785"/>
              <a:gd name="connsiteX43136" fmla="*/ 1139285 w 3114960"/>
              <a:gd name="connsiteY43136" fmla="*/ 3233357 h 5143785"/>
              <a:gd name="connsiteX43137" fmla="*/ 1140714 w 3114960"/>
              <a:gd name="connsiteY43137" fmla="*/ 3236881 h 5143785"/>
              <a:gd name="connsiteX43138" fmla="*/ 1135666 w 3114960"/>
              <a:gd name="connsiteY43138" fmla="*/ 3241834 h 5143785"/>
              <a:gd name="connsiteX43139" fmla="*/ 1135666 w 3114960"/>
              <a:gd name="connsiteY43139" fmla="*/ 3241834 h 5143785"/>
              <a:gd name="connsiteX43140" fmla="*/ 1132142 w 3114960"/>
              <a:gd name="connsiteY43140" fmla="*/ 3240405 h 5143785"/>
              <a:gd name="connsiteX43141" fmla="*/ 1339406 w 3114960"/>
              <a:gd name="connsiteY43141" fmla="*/ 2190941 h 5143785"/>
              <a:gd name="connsiteX43142" fmla="*/ 1331595 w 3114960"/>
              <a:gd name="connsiteY43142" fmla="*/ 2198751 h 5143785"/>
              <a:gd name="connsiteX43143" fmla="*/ 1339406 w 3114960"/>
              <a:gd name="connsiteY43143" fmla="*/ 2206466 h 5143785"/>
              <a:gd name="connsiteX43144" fmla="*/ 1347121 w 3114960"/>
              <a:gd name="connsiteY43144" fmla="*/ 2198751 h 5143785"/>
              <a:gd name="connsiteX43145" fmla="*/ 1339406 w 3114960"/>
              <a:gd name="connsiteY43145" fmla="*/ 2190941 h 5143785"/>
              <a:gd name="connsiteX43146" fmla="*/ 1339406 w 3114960"/>
              <a:gd name="connsiteY43146" fmla="*/ 2204085 h 5143785"/>
              <a:gd name="connsiteX43147" fmla="*/ 1333976 w 3114960"/>
              <a:gd name="connsiteY43147" fmla="*/ 2198751 h 5143785"/>
              <a:gd name="connsiteX43148" fmla="*/ 1339406 w 3114960"/>
              <a:gd name="connsiteY43148" fmla="*/ 2193322 h 5143785"/>
              <a:gd name="connsiteX43149" fmla="*/ 1344740 w 3114960"/>
              <a:gd name="connsiteY43149" fmla="*/ 2198751 h 5143785"/>
              <a:gd name="connsiteX43150" fmla="*/ 1339406 w 3114960"/>
              <a:gd name="connsiteY43150" fmla="*/ 2204085 h 5143785"/>
              <a:gd name="connsiteX43151" fmla="*/ 427958 w 3114960"/>
              <a:gd name="connsiteY43151" fmla="*/ 3055334 h 5143785"/>
              <a:gd name="connsiteX43152" fmla="*/ 427958 w 3114960"/>
              <a:gd name="connsiteY43152" fmla="*/ 3073051 h 5143785"/>
              <a:gd name="connsiteX43153" fmla="*/ 423196 w 3114960"/>
              <a:gd name="connsiteY43153" fmla="*/ 3073051 h 5143785"/>
              <a:gd name="connsiteX43154" fmla="*/ 423196 w 3114960"/>
              <a:gd name="connsiteY43154" fmla="*/ 3055334 h 5143785"/>
              <a:gd name="connsiteX43155" fmla="*/ 427958 w 3114960"/>
              <a:gd name="connsiteY43155" fmla="*/ 3055334 h 5143785"/>
              <a:gd name="connsiteX43156" fmla="*/ 1298639 w 3114960"/>
              <a:gd name="connsiteY43156" fmla="*/ 2203990 h 5143785"/>
              <a:gd name="connsiteX43157" fmla="*/ 1297115 w 3114960"/>
              <a:gd name="connsiteY43157" fmla="*/ 2203990 h 5143785"/>
              <a:gd name="connsiteX43158" fmla="*/ 1288352 w 3114960"/>
              <a:gd name="connsiteY43158" fmla="*/ 2212658 h 5143785"/>
              <a:gd name="connsiteX43159" fmla="*/ 1288352 w 3114960"/>
              <a:gd name="connsiteY43159" fmla="*/ 2239613 h 5143785"/>
              <a:gd name="connsiteX43160" fmla="*/ 1297115 w 3114960"/>
              <a:gd name="connsiteY43160" fmla="*/ 2248281 h 5143785"/>
              <a:gd name="connsiteX43161" fmla="*/ 1298639 w 3114960"/>
              <a:gd name="connsiteY43161" fmla="*/ 2248281 h 5143785"/>
              <a:gd name="connsiteX43162" fmla="*/ 1298639 w 3114960"/>
              <a:gd name="connsiteY43162" fmla="*/ 2267522 h 5143785"/>
              <a:gd name="connsiteX43163" fmla="*/ 1306925 w 3114960"/>
              <a:gd name="connsiteY43163" fmla="*/ 2275999 h 5143785"/>
              <a:gd name="connsiteX43164" fmla="*/ 1319594 w 3114960"/>
              <a:gd name="connsiteY43164" fmla="*/ 2275999 h 5143785"/>
              <a:gd name="connsiteX43165" fmla="*/ 1319594 w 3114960"/>
              <a:gd name="connsiteY43165" fmla="*/ 2277523 h 5143785"/>
              <a:gd name="connsiteX43166" fmla="*/ 1325975 w 3114960"/>
              <a:gd name="connsiteY43166" fmla="*/ 2283905 h 5143785"/>
              <a:gd name="connsiteX43167" fmla="*/ 1352931 w 3114960"/>
              <a:gd name="connsiteY43167" fmla="*/ 2283905 h 5143785"/>
              <a:gd name="connsiteX43168" fmla="*/ 1359313 w 3114960"/>
              <a:gd name="connsiteY43168" fmla="*/ 2277523 h 5143785"/>
              <a:gd name="connsiteX43169" fmla="*/ 1359313 w 3114960"/>
              <a:gd name="connsiteY43169" fmla="*/ 2269712 h 5143785"/>
              <a:gd name="connsiteX43170" fmla="*/ 1352931 w 3114960"/>
              <a:gd name="connsiteY43170" fmla="*/ 2263426 h 5143785"/>
              <a:gd name="connsiteX43171" fmla="*/ 1325975 w 3114960"/>
              <a:gd name="connsiteY43171" fmla="*/ 2263426 h 5143785"/>
              <a:gd name="connsiteX43172" fmla="*/ 1319594 w 3114960"/>
              <a:gd name="connsiteY43172" fmla="*/ 2269712 h 5143785"/>
              <a:gd name="connsiteX43173" fmla="*/ 1319594 w 3114960"/>
              <a:gd name="connsiteY43173" fmla="*/ 2271236 h 5143785"/>
              <a:gd name="connsiteX43174" fmla="*/ 1308926 w 3114960"/>
              <a:gd name="connsiteY43174" fmla="*/ 2271236 h 5143785"/>
              <a:gd name="connsiteX43175" fmla="*/ 1303401 w 3114960"/>
              <a:gd name="connsiteY43175" fmla="*/ 2265521 h 5143785"/>
              <a:gd name="connsiteX43176" fmla="*/ 1303401 w 3114960"/>
              <a:gd name="connsiteY43176" fmla="*/ 2248281 h 5143785"/>
              <a:gd name="connsiteX43177" fmla="*/ 1304925 w 3114960"/>
              <a:gd name="connsiteY43177" fmla="*/ 2248281 h 5143785"/>
              <a:gd name="connsiteX43178" fmla="*/ 1313688 w 3114960"/>
              <a:gd name="connsiteY43178" fmla="*/ 2239613 h 5143785"/>
              <a:gd name="connsiteX43179" fmla="*/ 1313688 w 3114960"/>
              <a:gd name="connsiteY43179" fmla="*/ 2212658 h 5143785"/>
              <a:gd name="connsiteX43180" fmla="*/ 1304925 w 3114960"/>
              <a:gd name="connsiteY43180" fmla="*/ 2203990 h 5143785"/>
              <a:gd name="connsiteX43181" fmla="*/ 1303401 w 3114960"/>
              <a:gd name="connsiteY43181" fmla="*/ 2203990 h 5143785"/>
              <a:gd name="connsiteX43182" fmla="*/ 1303401 w 3114960"/>
              <a:gd name="connsiteY43182" fmla="*/ 2161318 h 5143785"/>
              <a:gd name="connsiteX43183" fmla="*/ 1328452 w 3114960"/>
              <a:gd name="connsiteY43183" fmla="*/ 2140268 h 5143785"/>
              <a:gd name="connsiteX43184" fmla="*/ 1334453 w 3114960"/>
              <a:gd name="connsiteY43184" fmla="*/ 2142173 h 5143785"/>
              <a:gd name="connsiteX43185" fmla="*/ 1346073 w 3114960"/>
              <a:gd name="connsiteY43185" fmla="*/ 2130552 h 5143785"/>
              <a:gd name="connsiteX43186" fmla="*/ 1334453 w 3114960"/>
              <a:gd name="connsiteY43186" fmla="*/ 2118932 h 5143785"/>
              <a:gd name="connsiteX43187" fmla="*/ 1322832 w 3114960"/>
              <a:gd name="connsiteY43187" fmla="*/ 2130552 h 5143785"/>
              <a:gd name="connsiteX43188" fmla="*/ 1325023 w 3114960"/>
              <a:gd name="connsiteY43188" fmla="*/ 2137029 h 5143785"/>
              <a:gd name="connsiteX43189" fmla="*/ 1298734 w 3114960"/>
              <a:gd name="connsiteY43189" fmla="*/ 2159222 h 5143785"/>
              <a:gd name="connsiteX43190" fmla="*/ 1298734 w 3114960"/>
              <a:gd name="connsiteY43190" fmla="*/ 2204085 h 5143785"/>
              <a:gd name="connsiteX43191" fmla="*/ 1334357 w 3114960"/>
              <a:gd name="connsiteY43191" fmla="*/ 2121218 h 5143785"/>
              <a:gd name="connsiteX43192" fmla="*/ 1343597 w 3114960"/>
              <a:gd name="connsiteY43192" fmla="*/ 2130457 h 5143785"/>
              <a:gd name="connsiteX43193" fmla="*/ 1334357 w 3114960"/>
              <a:gd name="connsiteY43193" fmla="*/ 2139696 h 5143785"/>
              <a:gd name="connsiteX43194" fmla="*/ 1325118 w 3114960"/>
              <a:gd name="connsiteY43194" fmla="*/ 2130457 h 5143785"/>
              <a:gd name="connsiteX43195" fmla="*/ 1334357 w 3114960"/>
              <a:gd name="connsiteY43195" fmla="*/ 2121218 h 5143785"/>
              <a:gd name="connsiteX43196" fmla="*/ 1304925 w 3114960"/>
              <a:gd name="connsiteY43196" fmla="*/ 2208752 h 5143785"/>
              <a:gd name="connsiteX43197" fmla="*/ 1308926 w 3114960"/>
              <a:gd name="connsiteY43197" fmla="*/ 2212658 h 5143785"/>
              <a:gd name="connsiteX43198" fmla="*/ 1308926 w 3114960"/>
              <a:gd name="connsiteY43198" fmla="*/ 2239613 h 5143785"/>
              <a:gd name="connsiteX43199" fmla="*/ 1304925 w 3114960"/>
              <a:gd name="connsiteY43199" fmla="*/ 2243519 h 5143785"/>
              <a:gd name="connsiteX43200" fmla="*/ 1297115 w 3114960"/>
              <a:gd name="connsiteY43200" fmla="*/ 2243519 h 5143785"/>
              <a:gd name="connsiteX43201" fmla="*/ 1293114 w 3114960"/>
              <a:gd name="connsiteY43201" fmla="*/ 2239613 h 5143785"/>
              <a:gd name="connsiteX43202" fmla="*/ 1293114 w 3114960"/>
              <a:gd name="connsiteY43202" fmla="*/ 2212658 h 5143785"/>
              <a:gd name="connsiteX43203" fmla="*/ 1297115 w 3114960"/>
              <a:gd name="connsiteY43203" fmla="*/ 2208752 h 5143785"/>
              <a:gd name="connsiteX43204" fmla="*/ 1304925 w 3114960"/>
              <a:gd name="connsiteY43204" fmla="*/ 2208752 h 5143785"/>
              <a:gd name="connsiteX43205" fmla="*/ 1339406 w 3114960"/>
              <a:gd name="connsiteY43205" fmla="*/ 2187035 h 5143785"/>
              <a:gd name="connsiteX43206" fmla="*/ 1327785 w 3114960"/>
              <a:gd name="connsiteY43206" fmla="*/ 2198656 h 5143785"/>
              <a:gd name="connsiteX43207" fmla="*/ 1339406 w 3114960"/>
              <a:gd name="connsiteY43207" fmla="*/ 2210276 h 5143785"/>
              <a:gd name="connsiteX43208" fmla="*/ 1351026 w 3114960"/>
              <a:gd name="connsiteY43208" fmla="*/ 2198656 h 5143785"/>
              <a:gd name="connsiteX43209" fmla="*/ 1339406 w 3114960"/>
              <a:gd name="connsiteY43209" fmla="*/ 2187035 h 5143785"/>
              <a:gd name="connsiteX43210" fmla="*/ 1339406 w 3114960"/>
              <a:gd name="connsiteY43210" fmla="*/ 2207990 h 5143785"/>
              <a:gd name="connsiteX43211" fmla="*/ 1330166 w 3114960"/>
              <a:gd name="connsiteY43211" fmla="*/ 2198751 h 5143785"/>
              <a:gd name="connsiteX43212" fmla="*/ 1339406 w 3114960"/>
              <a:gd name="connsiteY43212" fmla="*/ 2189512 h 5143785"/>
              <a:gd name="connsiteX43213" fmla="*/ 1348645 w 3114960"/>
              <a:gd name="connsiteY43213" fmla="*/ 2198751 h 5143785"/>
              <a:gd name="connsiteX43214" fmla="*/ 1339406 w 3114960"/>
              <a:gd name="connsiteY43214" fmla="*/ 2207990 h 5143785"/>
              <a:gd name="connsiteX43215" fmla="*/ 423291 w 3114960"/>
              <a:gd name="connsiteY43215" fmla="*/ 3108579 h 5143785"/>
              <a:gd name="connsiteX43216" fmla="*/ 423291 w 3114960"/>
              <a:gd name="connsiteY43216" fmla="*/ 3090863 h 5143785"/>
              <a:gd name="connsiteX43217" fmla="*/ 428054 w 3114960"/>
              <a:gd name="connsiteY43217" fmla="*/ 3090863 h 5143785"/>
              <a:gd name="connsiteX43218" fmla="*/ 428054 w 3114960"/>
              <a:gd name="connsiteY43218" fmla="*/ 3108579 h 5143785"/>
              <a:gd name="connsiteX43219" fmla="*/ 423291 w 3114960"/>
              <a:gd name="connsiteY43219" fmla="*/ 3108579 h 5143785"/>
              <a:gd name="connsiteX43220" fmla="*/ 1339406 w 3114960"/>
              <a:gd name="connsiteY43220" fmla="*/ 2226278 h 5143785"/>
              <a:gd name="connsiteX43221" fmla="*/ 1331595 w 3114960"/>
              <a:gd name="connsiteY43221" fmla="*/ 2234089 h 5143785"/>
              <a:gd name="connsiteX43222" fmla="*/ 1339406 w 3114960"/>
              <a:gd name="connsiteY43222" fmla="*/ 2241804 h 5143785"/>
              <a:gd name="connsiteX43223" fmla="*/ 1347121 w 3114960"/>
              <a:gd name="connsiteY43223" fmla="*/ 2234089 h 5143785"/>
              <a:gd name="connsiteX43224" fmla="*/ 1339406 w 3114960"/>
              <a:gd name="connsiteY43224" fmla="*/ 2226278 h 5143785"/>
              <a:gd name="connsiteX43225" fmla="*/ 1339406 w 3114960"/>
              <a:gd name="connsiteY43225" fmla="*/ 2239328 h 5143785"/>
              <a:gd name="connsiteX43226" fmla="*/ 1333976 w 3114960"/>
              <a:gd name="connsiteY43226" fmla="*/ 2233994 h 5143785"/>
              <a:gd name="connsiteX43227" fmla="*/ 1339406 w 3114960"/>
              <a:gd name="connsiteY43227" fmla="*/ 2228564 h 5143785"/>
              <a:gd name="connsiteX43228" fmla="*/ 1344740 w 3114960"/>
              <a:gd name="connsiteY43228" fmla="*/ 2233994 h 5143785"/>
              <a:gd name="connsiteX43229" fmla="*/ 1339406 w 3114960"/>
              <a:gd name="connsiteY43229" fmla="*/ 2239328 h 5143785"/>
              <a:gd name="connsiteX43230" fmla="*/ 1607534 w 3114960"/>
              <a:gd name="connsiteY43230" fmla="*/ 3421190 h 5143785"/>
              <a:gd name="connsiteX43231" fmla="*/ 1597533 w 3114960"/>
              <a:gd name="connsiteY43231" fmla="*/ 3421190 h 5143785"/>
              <a:gd name="connsiteX43232" fmla="*/ 1597533 w 3114960"/>
              <a:gd name="connsiteY43232" fmla="*/ 3416427 h 5143785"/>
              <a:gd name="connsiteX43233" fmla="*/ 1607534 w 3114960"/>
              <a:gd name="connsiteY43233" fmla="*/ 3416427 h 5143785"/>
              <a:gd name="connsiteX43234" fmla="*/ 1607534 w 3114960"/>
              <a:gd name="connsiteY43234" fmla="*/ 3421190 h 5143785"/>
              <a:gd name="connsiteX43235" fmla="*/ 14097 w 3114960"/>
              <a:gd name="connsiteY43235" fmla="*/ 2050732 h 5143785"/>
              <a:gd name="connsiteX43236" fmla="*/ 34481 w 3114960"/>
              <a:gd name="connsiteY43236" fmla="*/ 2050732 h 5143785"/>
              <a:gd name="connsiteX43237" fmla="*/ 39624 w 3114960"/>
              <a:gd name="connsiteY43237" fmla="*/ 2045589 h 5143785"/>
              <a:gd name="connsiteX43238" fmla="*/ 39624 w 3114960"/>
              <a:gd name="connsiteY43238" fmla="*/ 2039112 h 5143785"/>
              <a:gd name="connsiteX43239" fmla="*/ 34481 w 3114960"/>
              <a:gd name="connsiteY43239" fmla="*/ 2033969 h 5143785"/>
              <a:gd name="connsiteX43240" fmla="*/ 14097 w 3114960"/>
              <a:gd name="connsiteY43240" fmla="*/ 2033969 h 5143785"/>
              <a:gd name="connsiteX43241" fmla="*/ 8954 w 3114960"/>
              <a:gd name="connsiteY43241" fmla="*/ 2039112 h 5143785"/>
              <a:gd name="connsiteX43242" fmla="*/ 8954 w 3114960"/>
              <a:gd name="connsiteY43242" fmla="*/ 2040541 h 5143785"/>
              <a:gd name="connsiteX43243" fmla="*/ 5143 w 3114960"/>
              <a:gd name="connsiteY43243" fmla="*/ 2034254 h 5143785"/>
              <a:gd name="connsiteX43244" fmla="*/ 95 w 3114960"/>
              <a:gd name="connsiteY43244" fmla="*/ 2042541 h 5143785"/>
              <a:gd name="connsiteX43245" fmla="*/ 95 w 3114960"/>
              <a:gd name="connsiteY43245" fmla="*/ 2047113 h 5143785"/>
              <a:gd name="connsiteX43246" fmla="*/ 5143 w 3114960"/>
              <a:gd name="connsiteY43246" fmla="*/ 2038826 h 5143785"/>
              <a:gd name="connsiteX43247" fmla="*/ 8954 w 3114960"/>
              <a:gd name="connsiteY43247" fmla="*/ 2045113 h 5143785"/>
              <a:gd name="connsiteX43248" fmla="*/ 8954 w 3114960"/>
              <a:gd name="connsiteY43248" fmla="*/ 2045589 h 5143785"/>
              <a:gd name="connsiteX43249" fmla="*/ 14097 w 3114960"/>
              <a:gd name="connsiteY43249" fmla="*/ 2050732 h 5143785"/>
              <a:gd name="connsiteX43250" fmla="*/ 33814 w 3114960"/>
              <a:gd name="connsiteY43250" fmla="*/ 2036350 h 5143785"/>
              <a:gd name="connsiteX43251" fmla="*/ 34481 w 3114960"/>
              <a:gd name="connsiteY43251" fmla="*/ 2036350 h 5143785"/>
              <a:gd name="connsiteX43252" fmla="*/ 37148 w 3114960"/>
              <a:gd name="connsiteY43252" fmla="*/ 2039017 h 5143785"/>
              <a:gd name="connsiteX43253" fmla="*/ 37148 w 3114960"/>
              <a:gd name="connsiteY43253" fmla="*/ 2045494 h 5143785"/>
              <a:gd name="connsiteX43254" fmla="*/ 34481 w 3114960"/>
              <a:gd name="connsiteY43254" fmla="*/ 2048161 h 5143785"/>
              <a:gd name="connsiteX43255" fmla="*/ 33814 w 3114960"/>
              <a:gd name="connsiteY43255" fmla="*/ 2048161 h 5143785"/>
              <a:gd name="connsiteX43256" fmla="*/ 33814 w 3114960"/>
              <a:gd name="connsiteY43256" fmla="*/ 2036350 h 5143785"/>
              <a:gd name="connsiteX43257" fmla="*/ 20955 w 3114960"/>
              <a:gd name="connsiteY43257" fmla="*/ 2036350 h 5143785"/>
              <a:gd name="connsiteX43258" fmla="*/ 30671 w 3114960"/>
              <a:gd name="connsiteY43258" fmla="*/ 2036350 h 5143785"/>
              <a:gd name="connsiteX43259" fmla="*/ 30671 w 3114960"/>
              <a:gd name="connsiteY43259" fmla="*/ 2048161 h 5143785"/>
              <a:gd name="connsiteX43260" fmla="*/ 20955 w 3114960"/>
              <a:gd name="connsiteY43260" fmla="*/ 2048161 h 5143785"/>
              <a:gd name="connsiteX43261" fmla="*/ 20955 w 3114960"/>
              <a:gd name="connsiteY43261" fmla="*/ 2036350 h 5143785"/>
              <a:gd name="connsiteX43262" fmla="*/ 16669 w 3114960"/>
              <a:gd name="connsiteY43262" fmla="*/ 2036350 h 5143785"/>
              <a:gd name="connsiteX43263" fmla="*/ 19431 w 3114960"/>
              <a:gd name="connsiteY43263" fmla="*/ 2036350 h 5143785"/>
              <a:gd name="connsiteX43264" fmla="*/ 19431 w 3114960"/>
              <a:gd name="connsiteY43264" fmla="*/ 2048161 h 5143785"/>
              <a:gd name="connsiteX43265" fmla="*/ 16669 w 3114960"/>
              <a:gd name="connsiteY43265" fmla="*/ 2048161 h 5143785"/>
              <a:gd name="connsiteX43266" fmla="*/ 16669 w 3114960"/>
              <a:gd name="connsiteY43266" fmla="*/ 2036350 h 5143785"/>
              <a:gd name="connsiteX43267" fmla="*/ 11525 w 3114960"/>
              <a:gd name="connsiteY43267" fmla="*/ 2039017 h 5143785"/>
              <a:gd name="connsiteX43268" fmla="*/ 14192 w 3114960"/>
              <a:gd name="connsiteY43268" fmla="*/ 2036350 h 5143785"/>
              <a:gd name="connsiteX43269" fmla="*/ 14288 w 3114960"/>
              <a:gd name="connsiteY43269" fmla="*/ 2036350 h 5143785"/>
              <a:gd name="connsiteX43270" fmla="*/ 14288 w 3114960"/>
              <a:gd name="connsiteY43270" fmla="*/ 2048161 h 5143785"/>
              <a:gd name="connsiteX43271" fmla="*/ 14192 w 3114960"/>
              <a:gd name="connsiteY43271" fmla="*/ 2048161 h 5143785"/>
              <a:gd name="connsiteX43272" fmla="*/ 11525 w 3114960"/>
              <a:gd name="connsiteY43272" fmla="*/ 2045494 h 5143785"/>
              <a:gd name="connsiteX43273" fmla="*/ 11525 w 3114960"/>
              <a:gd name="connsiteY43273" fmla="*/ 2039017 h 5143785"/>
              <a:gd name="connsiteX43274" fmla="*/ 1704118 w 3114960"/>
              <a:gd name="connsiteY43274" fmla="*/ 3411569 h 5143785"/>
              <a:gd name="connsiteX43275" fmla="*/ 1708214 w 3114960"/>
              <a:gd name="connsiteY43275" fmla="*/ 3413951 h 5143785"/>
              <a:gd name="connsiteX43276" fmla="*/ 1707642 w 3114960"/>
              <a:gd name="connsiteY43276" fmla="*/ 3414903 h 5143785"/>
              <a:gd name="connsiteX43277" fmla="*/ 1703546 w 3114960"/>
              <a:gd name="connsiteY43277" fmla="*/ 3412522 h 5143785"/>
              <a:gd name="connsiteX43278" fmla="*/ 1704118 w 3114960"/>
              <a:gd name="connsiteY43278" fmla="*/ 3411569 h 5143785"/>
              <a:gd name="connsiteX43279" fmla="*/ 1298543 w 3114960"/>
              <a:gd name="connsiteY43279" fmla="*/ 3729419 h 5143785"/>
              <a:gd name="connsiteX43280" fmla="*/ 1308449 w 3114960"/>
              <a:gd name="connsiteY43280" fmla="*/ 3729419 h 5143785"/>
              <a:gd name="connsiteX43281" fmla="*/ 1312355 w 3114960"/>
              <a:gd name="connsiteY43281" fmla="*/ 3725513 h 5143785"/>
              <a:gd name="connsiteX43282" fmla="*/ 1312355 w 3114960"/>
              <a:gd name="connsiteY43282" fmla="*/ 3722942 h 5143785"/>
              <a:gd name="connsiteX43283" fmla="*/ 1371600 w 3114960"/>
              <a:gd name="connsiteY43283" fmla="*/ 3722561 h 5143785"/>
              <a:gd name="connsiteX43284" fmla="*/ 1395413 w 3114960"/>
              <a:gd name="connsiteY43284" fmla="*/ 3702368 h 5143785"/>
              <a:gd name="connsiteX43285" fmla="*/ 1401794 w 3114960"/>
              <a:gd name="connsiteY43285" fmla="*/ 3704463 h 5143785"/>
              <a:gd name="connsiteX43286" fmla="*/ 1404842 w 3114960"/>
              <a:gd name="connsiteY43286" fmla="*/ 3704082 h 5143785"/>
              <a:gd name="connsiteX43287" fmla="*/ 1412367 w 3114960"/>
              <a:gd name="connsiteY43287" fmla="*/ 3690557 h 5143785"/>
              <a:gd name="connsiteX43288" fmla="*/ 1398842 w 3114960"/>
              <a:gd name="connsiteY43288" fmla="*/ 3683032 h 5143785"/>
              <a:gd name="connsiteX43289" fmla="*/ 1391317 w 3114960"/>
              <a:gd name="connsiteY43289" fmla="*/ 3696557 h 5143785"/>
              <a:gd name="connsiteX43290" fmla="*/ 1392365 w 3114960"/>
              <a:gd name="connsiteY43290" fmla="*/ 3698843 h 5143785"/>
              <a:gd name="connsiteX43291" fmla="*/ 1369886 w 3114960"/>
              <a:gd name="connsiteY43291" fmla="*/ 3717893 h 5143785"/>
              <a:gd name="connsiteX43292" fmla="*/ 1312355 w 3114960"/>
              <a:gd name="connsiteY43292" fmla="*/ 3718179 h 5143785"/>
              <a:gd name="connsiteX43293" fmla="*/ 1312355 w 3114960"/>
              <a:gd name="connsiteY43293" fmla="*/ 3715607 h 5143785"/>
              <a:gd name="connsiteX43294" fmla="*/ 1308449 w 3114960"/>
              <a:gd name="connsiteY43294" fmla="*/ 3711702 h 5143785"/>
              <a:gd name="connsiteX43295" fmla="*/ 1298543 w 3114960"/>
              <a:gd name="connsiteY43295" fmla="*/ 3711702 h 5143785"/>
              <a:gd name="connsiteX43296" fmla="*/ 1294638 w 3114960"/>
              <a:gd name="connsiteY43296" fmla="*/ 3715607 h 5143785"/>
              <a:gd name="connsiteX43297" fmla="*/ 1294638 w 3114960"/>
              <a:gd name="connsiteY43297" fmla="*/ 3725513 h 5143785"/>
              <a:gd name="connsiteX43298" fmla="*/ 1298543 w 3114960"/>
              <a:gd name="connsiteY43298" fmla="*/ 3729419 h 5143785"/>
              <a:gd name="connsiteX43299" fmla="*/ 1400080 w 3114960"/>
              <a:gd name="connsiteY43299" fmla="*/ 3687509 h 5143785"/>
              <a:gd name="connsiteX43300" fmla="*/ 1407700 w 3114960"/>
              <a:gd name="connsiteY43300" fmla="*/ 3691795 h 5143785"/>
              <a:gd name="connsiteX43301" fmla="*/ 1403414 w 3114960"/>
              <a:gd name="connsiteY43301" fmla="*/ 3699415 h 5143785"/>
              <a:gd name="connsiteX43302" fmla="*/ 1395794 w 3114960"/>
              <a:gd name="connsiteY43302" fmla="*/ 3695129 h 5143785"/>
              <a:gd name="connsiteX43303" fmla="*/ 1400080 w 3114960"/>
              <a:gd name="connsiteY43303" fmla="*/ 3687509 h 5143785"/>
              <a:gd name="connsiteX43304" fmla="*/ 1258348 w 3114960"/>
              <a:gd name="connsiteY43304" fmla="*/ 3704463 h 5143785"/>
              <a:gd name="connsiteX43305" fmla="*/ 1190054 w 3114960"/>
              <a:gd name="connsiteY43305" fmla="*/ 3704177 h 5143785"/>
              <a:gd name="connsiteX43306" fmla="*/ 1177004 w 3114960"/>
              <a:gd name="connsiteY43306" fmla="*/ 3697605 h 5143785"/>
              <a:gd name="connsiteX43307" fmla="*/ 1169480 w 3114960"/>
              <a:gd name="connsiteY43307" fmla="*/ 3711130 h 5143785"/>
              <a:gd name="connsiteX43308" fmla="*/ 1180052 w 3114960"/>
              <a:gd name="connsiteY43308" fmla="*/ 3719036 h 5143785"/>
              <a:gd name="connsiteX43309" fmla="*/ 1183100 w 3114960"/>
              <a:gd name="connsiteY43309" fmla="*/ 3718655 h 5143785"/>
              <a:gd name="connsiteX43310" fmla="*/ 1190911 w 3114960"/>
              <a:gd name="connsiteY43310" fmla="*/ 3709035 h 5143785"/>
              <a:gd name="connsiteX43311" fmla="*/ 1259205 w 3114960"/>
              <a:gd name="connsiteY43311" fmla="*/ 3709321 h 5143785"/>
              <a:gd name="connsiteX43312" fmla="*/ 1260062 w 3114960"/>
              <a:gd name="connsiteY43312" fmla="*/ 3709321 h 5143785"/>
              <a:gd name="connsiteX43313" fmla="*/ 1320260 w 3114960"/>
              <a:gd name="connsiteY43313" fmla="*/ 3661696 h 5143785"/>
              <a:gd name="connsiteX43314" fmla="*/ 1437703 w 3114960"/>
              <a:gd name="connsiteY43314" fmla="*/ 3661505 h 5143785"/>
              <a:gd name="connsiteX43315" fmla="*/ 1437703 w 3114960"/>
              <a:gd name="connsiteY43315" fmla="*/ 3665887 h 5143785"/>
              <a:gd name="connsiteX43316" fmla="*/ 1443228 w 3114960"/>
              <a:gd name="connsiteY43316" fmla="*/ 3671411 h 5143785"/>
              <a:gd name="connsiteX43317" fmla="*/ 1456658 w 3114960"/>
              <a:gd name="connsiteY43317" fmla="*/ 3671411 h 5143785"/>
              <a:gd name="connsiteX43318" fmla="*/ 1462183 w 3114960"/>
              <a:gd name="connsiteY43318" fmla="*/ 3665887 h 5143785"/>
              <a:gd name="connsiteX43319" fmla="*/ 1462183 w 3114960"/>
              <a:gd name="connsiteY43319" fmla="*/ 3652457 h 5143785"/>
              <a:gd name="connsiteX43320" fmla="*/ 1456658 w 3114960"/>
              <a:gd name="connsiteY43320" fmla="*/ 3646932 h 5143785"/>
              <a:gd name="connsiteX43321" fmla="*/ 1452277 w 3114960"/>
              <a:gd name="connsiteY43321" fmla="*/ 3646932 h 5143785"/>
              <a:gd name="connsiteX43322" fmla="*/ 1452944 w 3114960"/>
              <a:gd name="connsiteY43322" fmla="*/ 3567779 h 5143785"/>
              <a:gd name="connsiteX43323" fmla="*/ 1469136 w 3114960"/>
              <a:gd name="connsiteY43323" fmla="*/ 3548253 h 5143785"/>
              <a:gd name="connsiteX43324" fmla="*/ 1469612 w 3114960"/>
              <a:gd name="connsiteY43324" fmla="*/ 3465290 h 5143785"/>
              <a:gd name="connsiteX43325" fmla="*/ 1502950 w 3114960"/>
              <a:gd name="connsiteY43325" fmla="*/ 3426143 h 5143785"/>
              <a:gd name="connsiteX43326" fmla="*/ 1559338 w 3114960"/>
              <a:gd name="connsiteY43326" fmla="*/ 3425476 h 5143785"/>
              <a:gd name="connsiteX43327" fmla="*/ 1571149 w 3114960"/>
              <a:gd name="connsiteY43327" fmla="*/ 3432524 h 5143785"/>
              <a:gd name="connsiteX43328" fmla="*/ 1584579 w 3114960"/>
              <a:gd name="connsiteY43328" fmla="*/ 3421285 h 5143785"/>
              <a:gd name="connsiteX43329" fmla="*/ 1587627 w 3114960"/>
              <a:gd name="connsiteY43329" fmla="*/ 3421285 h 5143785"/>
              <a:gd name="connsiteX43330" fmla="*/ 1587627 w 3114960"/>
              <a:gd name="connsiteY43330" fmla="*/ 3416522 h 5143785"/>
              <a:gd name="connsiteX43331" fmla="*/ 1584579 w 3114960"/>
              <a:gd name="connsiteY43331" fmla="*/ 3416522 h 5143785"/>
              <a:gd name="connsiteX43332" fmla="*/ 1571149 w 3114960"/>
              <a:gd name="connsiteY43332" fmla="*/ 3405283 h 5143785"/>
              <a:gd name="connsiteX43333" fmla="*/ 1559052 w 3114960"/>
              <a:gd name="connsiteY43333" fmla="*/ 3412808 h 5143785"/>
              <a:gd name="connsiteX43334" fmla="*/ 1502283 w 3114960"/>
              <a:gd name="connsiteY43334" fmla="*/ 3412808 h 5143785"/>
              <a:gd name="connsiteX43335" fmla="*/ 1467612 w 3114960"/>
              <a:gd name="connsiteY43335" fmla="*/ 3372041 h 5143785"/>
              <a:gd name="connsiteX43336" fmla="*/ 1466945 w 3114960"/>
              <a:gd name="connsiteY43336" fmla="*/ 3263170 h 5143785"/>
              <a:gd name="connsiteX43337" fmla="*/ 1447610 w 3114960"/>
              <a:gd name="connsiteY43337" fmla="*/ 3241548 h 5143785"/>
              <a:gd name="connsiteX43338" fmla="*/ 1447419 w 3114960"/>
              <a:gd name="connsiteY43338" fmla="*/ 3212878 h 5143785"/>
              <a:gd name="connsiteX43339" fmla="*/ 1456658 w 3114960"/>
              <a:gd name="connsiteY43339" fmla="*/ 3201734 h 5143785"/>
              <a:gd name="connsiteX43340" fmla="*/ 1445038 w 3114960"/>
              <a:gd name="connsiteY43340" fmla="*/ 3190113 h 5143785"/>
              <a:gd name="connsiteX43341" fmla="*/ 1433417 w 3114960"/>
              <a:gd name="connsiteY43341" fmla="*/ 3201734 h 5143785"/>
              <a:gd name="connsiteX43342" fmla="*/ 1442657 w 3114960"/>
              <a:gd name="connsiteY43342" fmla="*/ 3212878 h 5143785"/>
              <a:gd name="connsiteX43343" fmla="*/ 1442847 w 3114960"/>
              <a:gd name="connsiteY43343" fmla="*/ 3243358 h 5143785"/>
              <a:gd name="connsiteX43344" fmla="*/ 1462183 w 3114960"/>
              <a:gd name="connsiteY43344" fmla="*/ 3264980 h 5143785"/>
              <a:gd name="connsiteX43345" fmla="*/ 1462850 w 3114960"/>
              <a:gd name="connsiteY43345" fmla="*/ 3373850 h 5143785"/>
              <a:gd name="connsiteX43346" fmla="*/ 1500092 w 3114960"/>
              <a:gd name="connsiteY43346" fmla="*/ 3417570 h 5143785"/>
              <a:gd name="connsiteX43347" fmla="*/ 1557623 w 3114960"/>
              <a:gd name="connsiteY43347" fmla="*/ 3417570 h 5143785"/>
              <a:gd name="connsiteX43348" fmla="*/ 1557528 w 3114960"/>
              <a:gd name="connsiteY43348" fmla="*/ 3418904 h 5143785"/>
              <a:gd name="connsiteX43349" fmla="*/ 1557719 w 3114960"/>
              <a:gd name="connsiteY43349" fmla="*/ 3420809 h 5143785"/>
              <a:gd name="connsiteX43350" fmla="*/ 1500759 w 3114960"/>
              <a:gd name="connsiteY43350" fmla="*/ 3421475 h 5143785"/>
              <a:gd name="connsiteX43351" fmla="*/ 1464850 w 3114960"/>
              <a:gd name="connsiteY43351" fmla="*/ 3463671 h 5143785"/>
              <a:gd name="connsiteX43352" fmla="*/ 1464374 w 3114960"/>
              <a:gd name="connsiteY43352" fmla="*/ 3546634 h 5143785"/>
              <a:gd name="connsiteX43353" fmla="*/ 1448181 w 3114960"/>
              <a:gd name="connsiteY43353" fmla="*/ 3566065 h 5143785"/>
              <a:gd name="connsiteX43354" fmla="*/ 1447514 w 3114960"/>
              <a:gd name="connsiteY43354" fmla="*/ 3647027 h 5143785"/>
              <a:gd name="connsiteX43355" fmla="*/ 1443323 w 3114960"/>
              <a:gd name="connsiteY43355" fmla="*/ 3647027 h 5143785"/>
              <a:gd name="connsiteX43356" fmla="*/ 1437799 w 3114960"/>
              <a:gd name="connsiteY43356" fmla="*/ 3652552 h 5143785"/>
              <a:gd name="connsiteX43357" fmla="*/ 1437799 w 3114960"/>
              <a:gd name="connsiteY43357" fmla="*/ 3656838 h 5143785"/>
              <a:gd name="connsiteX43358" fmla="*/ 1318736 w 3114960"/>
              <a:gd name="connsiteY43358" fmla="*/ 3657029 h 5143785"/>
              <a:gd name="connsiteX43359" fmla="*/ 1258634 w 3114960"/>
              <a:gd name="connsiteY43359" fmla="*/ 3704654 h 5143785"/>
              <a:gd name="connsiteX43360" fmla="*/ 1181672 w 3114960"/>
              <a:gd name="connsiteY43360" fmla="*/ 3713988 h 5143785"/>
              <a:gd name="connsiteX43361" fmla="*/ 1174052 w 3114960"/>
              <a:gd name="connsiteY43361" fmla="*/ 3709702 h 5143785"/>
              <a:gd name="connsiteX43362" fmla="*/ 1178338 w 3114960"/>
              <a:gd name="connsiteY43362" fmla="*/ 3702082 h 5143785"/>
              <a:gd name="connsiteX43363" fmla="*/ 1180052 w 3114960"/>
              <a:gd name="connsiteY43363" fmla="*/ 3701796 h 5143785"/>
              <a:gd name="connsiteX43364" fmla="*/ 1185958 w 3114960"/>
              <a:gd name="connsiteY43364" fmla="*/ 3706273 h 5143785"/>
              <a:gd name="connsiteX43365" fmla="*/ 1181672 w 3114960"/>
              <a:gd name="connsiteY43365" fmla="*/ 3713893 h 5143785"/>
              <a:gd name="connsiteX43366" fmla="*/ 1570958 w 3114960"/>
              <a:gd name="connsiteY43366" fmla="*/ 3409950 h 5143785"/>
              <a:gd name="connsiteX43367" fmla="*/ 1579817 w 3114960"/>
              <a:gd name="connsiteY43367" fmla="*/ 3418809 h 5143785"/>
              <a:gd name="connsiteX43368" fmla="*/ 1570958 w 3114960"/>
              <a:gd name="connsiteY43368" fmla="*/ 3427667 h 5143785"/>
              <a:gd name="connsiteX43369" fmla="*/ 1562100 w 3114960"/>
              <a:gd name="connsiteY43369" fmla="*/ 3418809 h 5143785"/>
              <a:gd name="connsiteX43370" fmla="*/ 1570958 w 3114960"/>
              <a:gd name="connsiteY43370" fmla="*/ 3409950 h 5143785"/>
              <a:gd name="connsiteX43371" fmla="*/ 1438085 w 3114960"/>
              <a:gd name="connsiteY43371" fmla="*/ 3201543 h 5143785"/>
              <a:gd name="connsiteX43372" fmla="*/ 1444943 w 3114960"/>
              <a:gd name="connsiteY43372" fmla="*/ 3194685 h 5143785"/>
              <a:gd name="connsiteX43373" fmla="*/ 1451801 w 3114960"/>
              <a:gd name="connsiteY43373" fmla="*/ 3201543 h 5143785"/>
              <a:gd name="connsiteX43374" fmla="*/ 1444943 w 3114960"/>
              <a:gd name="connsiteY43374" fmla="*/ 3208401 h 5143785"/>
              <a:gd name="connsiteX43375" fmla="*/ 1438085 w 3114960"/>
              <a:gd name="connsiteY43375" fmla="*/ 3201543 h 5143785"/>
              <a:gd name="connsiteX43376" fmla="*/ 1442276 w 3114960"/>
              <a:gd name="connsiteY43376" fmla="*/ 3652361 h 5143785"/>
              <a:gd name="connsiteX43377" fmla="*/ 1443038 w 3114960"/>
              <a:gd name="connsiteY43377" fmla="*/ 3651599 h 5143785"/>
              <a:gd name="connsiteX43378" fmla="*/ 1456468 w 3114960"/>
              <a:gd name="connsiteY43378" fmla="*/ 3651599 h 5143785"/>
              <a:gd name="connsiteX43379" fmla="*/ 1457230 w 3114960"/>
              <a:gd name="connsiteY43379" fmla="*/ 3652361 h 5143785"/>
              <a:gd name="connsiteX43380" fmla="*/ 1457230 w 3114960"/>
              <a:gd name="connsiteY43380" fmla="*/ 3665792 h 5143785"/>
              <a:gd name="connsiteX43381" fmla="*/ 1456468 w 3114960"/>
              <a:gd name="connsiteY43381" fmla="*/ 3666554 h 5143785"/>
              <a:gd name="connsiteX43382" fmla="*/ 1443038 w 3114960"/>
              <a:gd name="connsiteY43382" fmla="*/ 3666554 h 5143785"/>
              <a:gd name="connsiteX43383" fmla="*/ 1442276 w 3114960"/>
              <a:gd name="connsiteY43383" fmla="*/ 3665792 h 5143785"/>
              <a:gd name="connsiteX43384" fmla="*/ 1442276 w 3114960"/>
              <a:gd name="connsiteY43384" fmla="*/ 3652361 h 5143785"/>
              <a:gd name="connsiteX43385" fmla="*/ 1627537 w 3114960"/>
              <a:gd name="connsiteY43385" fmla="*/ 3421190 h 5143785"/>
              <a:gd name="connsiteX43386" fmla="*/ 1617536 w 3114960"/>
              <a:gd name="connsiteY43386" fmla="*/ 3421190 h 5143785"/>
              <a:gd name="connsiteX43387" fmla="*/ 1617536 w 3114960"/>
              <a:gd name="connsiteY43387" fmla="*/ 3416427 h 5143785"/>
              <a:gd name="connsiteX43388" fmla="*/ 1627537 w 3114960"/>
              <a:gd name="connsiteY43388" fmla="*/ 3416427 h 5143785"/>
              <a:gd name="connsiteX43389" fmla="*/ 1627537 w 3114960"/>
              <a:gd name="connsiteY43389" fmla="*/ 3421190 h 5143785"/>
              <a:gd name="connsiteX43390" fmla="*/ 517017 w 3114960"/>
              <a:gd name="connsiteY43390" fmla="*/ 863727 h 5143785"/>
              <a:gd name="connsiteX43391" fmla="*/ 529685 w 3114960"/>
              <a:gd name="connsiteY43391" fmla="*/ 863727 h 5143785"/>
              <a:gd name="connsiteX43392" fmla="*/ 534162 w 3114960"/>
              <a:gd name="connsiteY43392" fmla="*/ 859250 h 5143785"/>
              <a:gd name="connsiteX43393" fmla="*/ 534162 w 3114960"/>
              <a:gd name="connsiteY43393" fmla="*/ 846582 h 5143785"/>
              <a:gd name="connsiteX43394" fmla="*/ 529685 w 3114960"/>
              <a:gd name="connsiteY43394" fmla="*/ 842105 h 5143785"/>
              <a:gd name="connsiteX43395" fmla="*/ 517017 w 3114960"/>
              <a:gd name="connsiteY43395" fmla="*/ 842105 h 5143785"/>
              <a:gd name="connsiteX43396" fmla="*/ 512540 w 3114960"/>
              <a:gd name="connsiteY43396" fmla="*/ 846582 h 5143785"/>
              <a:gd name="connsiteX43397" fmla="*/ 512540 w 3114960"/>
              <a:gd name="connsiteY43397" fmla="*/ 852392 h 5143785"/>
              <a:gd name="connsiteX43398" fmla="*/ 512540 w 3114960"/>
              <a:gd name="connsiteY43398" fmla="*/ 850487 h 5143785"/>
              <a:gd name="connsiteX43399" fmla="*/ 489109 w 3114960"/>
              <a:gd name="connsiteY43399" fmla="*/ 850487 h 5143785"/>
              <a:gd name="connsiteX43400" fmla="*/ 416338 w 3114960"/>
              <a:gd name="connsiteY43400" fmla="*/ 916877 h 5143785"/>
              <a:gd name="connsiteX43401" fmla="*/ 332232 w 3114960"/>
              <a:gd name="connsiteY43401" fmla="*/ 916305 h 5143785"/>
              <a:gd name="connsiteX43402" fmla="*/ 309277 w 3114960"/>
              <a:gd name="connsiteY43402" fmla="*/ 897922 h 5143785"/>
              <a:gd name="connsiteX43403" fmla="*/ 228314 w 3114960"/>
              <a:gd name="connsiteY43403" fmla="*/ 898208 h 5143785"/>
              <a:gd name="connsiteX43404" fmla="*/ 208121 w 3114960"/>
              <a:gd name="connsiteY43404" fmla="*/ 914019 h 5143785"/>
              <a:gd name="connsiteX43405" fmla="*/ 201740 w 3114960"/>
              <a:gd name="connsiteY43405" fmla="*/ 910876 h 5143785"/>
              <a:gd name="connsiteX43406" fmla="*/ 192310 w 3114960"/>
              <a:gd name="connsiteY43406" fmla="*/ 913257 h 5143785"/>
              <a:gd name="connsiteX43407" fmla="*/ 188786 w 3114960"/>
              <a:gd name="connsiteY43407" fmla="*/ 917448 h 5143785"/>
              <a:gd name="connsiteX43408" fmla="*/ 181547 w 3114960"/>
              <a:gd name="connsiteY43408" fmla="*/ 909733 h 5143785"/>
              <a:gd name="connsiteX43409" fmla="*/ 64770 w 3114960"/>
              <a:gd name="connsiteY43409" fmla="*/ 909733 h 5143785"/>
              <a:gd name="connsiteX43410" fmla="*/ 56293 w 3114960"/>
              <a:gd name="connsiteY43410" fmla="*/ 901922 h 5143785"/>
              <a:gd name="connsiteX43411" fmla="*/ 44672 w 3114960"/>
              <a:gd name="connsiteY43411" fmla="*/ 910685 h 5143785"/>
              <a:gd name="connsiteX43412" fmla="*/ 53435 w 3114960"/>
              <a:gd name="connsiteY43412" fmla="*/ 922306 h 5143785"/>
              <a:gd name="connsiteX43413" fmla="*/ 64770 w 3114960"/>
              <a:gd name="connsiteY43413" fmla="*/ 914495 h 5143785"/>
              <a:gd name="connsiteX43414" fmla="*/ 179642 w 3114960"/>
              <a:gd name="connsiteY43414" fmla="*/ 914495 h 5143785"/>
              <a:gd name="connsiteX43415" fmla="*/ 187452 w 3114960"/>
              <a:gd name="connsiteY43415" fmla="*/ 922877 h 5143785"/>
              <a:gd name="connsiteX43416" fmla="*/ 198215 w 3114960"/>
              <a:gd name="connsiteY43416" fmla="*/ 935927 h 5143785"/>
              <a:gd name="connsiteX43417" fmla="*/ 200025 w 3114960"/>
              <a:gd name="connsiteY43417" fmla="*/ 936022 h 5143785"/>
              <a:gd name="connsiteX43418" fmla="*/ 207550 w 3114960"/>
              <a:gd name="connsiteY43418" fmla="*/ 933450 h 5143785"/>
              <a:gd name="connsiteX43419" fmla="*/ 212503 w 3114960"/>
              <a:gd name="connsiteY43419" fmla="*/ 925068 h 5143785"/>
              <a:gd name="connsiteX43420" fmla="*/ 211074 w 3114960"/>
              <a:gd name="connsiteY43420" fmla="*/ 917639 h 5143785"/>
              <a:gd name="connsiteX43421" fmla="*/ 229933 w 3114960"/>
              <a:gd name="connsiteY43421" fmla="*/ 902875 h 5143785"/>
              <a:gd name="connsiteX43422" fmla="*/ 307562 w 3114960"/>
              <a:gd name="connsiteY43422" fmla="*/ 902589 h 5143785"/>
              <a:gd name="connsiteX43423" fmla="*/ 330518 w 3114960"/>
              <a:gd name="connsiteY43423" fmla="*/ 920972 h 5143785"/>
              <a:gd name="connsiteX43424" fmla="*/ 418148 w 3114960"/>
              <a:gd name="connsiteY43424" fmla="*/ 921544 h 5143785"/>
              <a:gd name="connsiteX43425" fmla="*/ 490919 w 3114960"/>
              <a:gd name="connsiteY43425" fmla="*/ 855154 h 5143785"/>
              <a:gd name="connsiteX43426" fmla="*/ 512540 w 3114960"/>
              <a:gd name="connsiteY43426" fmla="*/ 855154 h 5143785"/>
              <a:gd name="connsiteX43427" fmla="*/ 512540 w 3114960"/>
              <a:gd name="connsiteY43427" fmla="*/ 859060 h 5143785"/>
              <a:gd name="connsiteX43428" fmla="*/ 517017 w 3114960"/>
              <a:gd name="connsiteY43428" fmla="*/ 863537 h 5143785"/>
              <a:gd name="connsiteX43429" fmla="*/ 204692 w 3114960"/>
              <a:gd name="connsiteY43429" fmla="*/ 929831 h 5143785"/>
              <a:gd name="connsiteX43430" fmla="*/ 198882 w 3114960"/>
              <a:gd name="connsiteY43430" fmla="*/ 931354 h 5143785"/>
              <a:gd name="connsiteX43431" fmla="*/ 192215 w 3114960"/>
              <a:gd name="connsiteY43431" fmla="*/ 922401 h 5143785"/>
              <a:gd name="connsiteX43432" fmla="*/ 195263 w 3114960"/>
              <a:gd name="connsiteY43432" fmla="*/ 917162 h 5143785"/>
              <a:gd name="connsiteX43433" fmla="*/ 200025 w 3114960"/>
              <a:gd name="connsiteY43433" fmla="*/ 915543 h 5143785"/>
              <a:gd name="connsiteX43434" fmla="*/ 201168 w 3114960"/>
              <a:gd name="connsiteY43434" fmla="*/ 915543 h 5143785"/>
              <a:gd name="connsiteX43435" fmla="*/ 206407 w 3114960"/>
              <a:gd name="connsiteY43435" fmla="*/ 918591 h 5143785"/>
              <a:gd name="connsiteX43436" fmla="*/ 207931 w 3114960"/>
              <a:gd name="connsiteY43436" fmla="*/ 924497 h 5143785"/>
              <a:gd name="connsiteX43437" fmla="*/ 204883 w 3114960"/>
              <a:gd name="connsiteY43437" fmla="*/ 929735 h 5143785"/>
              <a:gd name="connsiteX43438" fmla="*/ 266891 w 3114960"/>
              <a:gd name="connsiteY43438" fmla="*/ 3098197 h 5143785"/>
              <a:gd name="connsiteX43439" fmla="*/ 296513 w 3114960"/>
              <a:gd name="connsiteY43439" fmla="*/ 3098197 h 5143785"/>
              <a:gd name="connsiteX43440" fmla="*/ 299657 w 3114960"/>
              <a:gd name="connsiteY43440" fmla="*/ 3095054 h 5143785"/>
              <a:gd name="connsiteX43441" fmla="*/ 299657 w 3114960"/>
              <a:gd name="connsiteY43441" fmla="*/ 3065431 h 5143785"/>
              <a:gd name="connsiteX43442" fmla="*/ 296513 w 3114960"/>
              <a:gd name="connsiteY43442" fmla="*/ 3062288 h 5143785"/>
              <a:gd name="connsiteX43443" fmla="*/ 266891 w 3114960"/>
              <a:gd name="connsiteY43443" fmla="*/ 3062288 h 5143785"/>
              <a:gd name="connsiteX43444" fmla="*/ 263747 w 3114960"/>
              <a:gd name="connsiteY43444" fmla="*/ 3065431 h 5143785"/>
              <a:gd name="connsiteX43445" fmla="*/ 263747 w 3114960"/>
              <a:gd name="connsiteY43445" fmla="*/ 3068288 h 5143785"/>
              <a:gd name="connsiteX43446" fmla="*/ 80963 w 3114960"/>
              <a:gd name="connsiteY43446" fmla="*/ 3068288 h 5143785"/>
              <a:gd name="connsiteX43447" fmla="*/ 27813 w 3114960"/>
              <a:gd name="connsiteY43447" fmla="*/ 3013424 h 5143785"/>
              <a:gd name="connsiteX43448" fmla="*/ 27432 w 3114960"/>
              <a:gd name="connsiteY43448" fmla="*/ 3013043 h 5143785"/>
              <a:gd name="connsiteX43449" fmla="*/ 95 w 3114960"/>
              <a:gd name="connsiteY43449" fmla="*/ 3013043 h 5143785"/>
              <a:gd name="connsiteX43450" fmla="*/ 95 w 3114960"/>
              <a:gd name="connsiteY43450" fmla="*/ 3015425 h 5143785"/>
              <a:gd name="connsiteX43451" fmla="*/ 26480 w 3114960"/>
              <a:gd name="connsiteY43451" fmla="*/ 3015425 h 5143785"/>
              <a:gd name="connsiteX43452" fmla="*/ 79629 w 3114960"/>
              <a:gd name="connsiteY43452" fmla="*/ 3070288 h 5143785"/>
              <a:gd name="connsiteX43453" fmla="*/ 80010 w 3114960"/>
              <a:gd name="connsiteY43453" fmla="*/ 3070670 h 5143785"/>
              <a:gd name="connsiteX43454" fmla="*/ 219361 w 3114960"/>
              <a:gd name="connsiteY43454" fmla="*/ 3070670 h 5143785"/>
              <a:gd name="connsiteX43455" fmla="*/ 263747 w 3114960"/>
              <a:gd name="connsiteY43455" fmla="*/ 3116675 h 5143785"/>
              <a:gd name="connsiteX43456" fmla="*/ 263747 w 3114960"/>
              <a:gd name="connsiteY43456" fmla="*/ 3145822 h 5143785"/>
              <a:gd name="connsiteX43457" fmla="*/ 266891 w 3114960"/>
              <a:gd name="connsiteY43457" fmla="*/ 3148965 h 5143785"/>
              <a:gd name="connsiteX43458" fmla="*/ 296513 w 3114960"/>
              <a:gd name="connsiteY43458" fmla="*/ 3148965 h 5143785"/>
              <a:gd name="connsiteX43459" fmla="*/ 299657 w 3114960"/>
              <a:gd name="connsiteY43459" fmla="*/ 3145822 h 5143785"/>
              <a:gd name="connsiteX43460" fmla="*/ 299657 w 3114960"/>
              <a:gd name="connsiteY43460" fmla="*/ 3116199 h 5143785"/>
              <a:gd name="connsiteX43461" fmla="*/ 296513 w 3114960"/>
              <a:gd name="connsiteY43461" fmla="*/ 3113056 h 5143785"/>
              <a:gd name="connsiteX43462" fmla="*/ 266891 w 3114960"/>
              <a:gd name="connsiteY43462" fmla="*/ 3113056 h 5143785"/>
              <a:gd name="connsiteX43463" fmla="*/ 264605 w 3114960"/>
              <a:gd name="connsiteY43463" fmla="*/ 3114199 h 5143785"/>
              <a:gd name="connsiteX43464" fmla="*/ 222695 w 3114960"/>
              <a:gd name="connsiteY43464" fmla="*/ 3070765 h 5143785"/>
              <a:gd name="connsiteX43465" fmla="*/ 263747 w 3114960"/>
              <a:gd name="connsiteY43465" fmla="*/ 3070765 h 5143785"/>
              <a:gd name="connsiteX43466" fmla="*/ 263747 w 3114960"/>
              <a:gd name="connsiteY43466" fmla="*/ 3095149 h 5143785"/>
              <a:gd name="connsiteX43467" fmla="*/ 266891 w 3114960"/>
              <a:gd name="connsiteY43467" fmla="*/ 3098292 h 5143785"/>
              <a:gd name="connsiteX43468" fmla="*/ 266129 w 3114960"/>
              <a:gd name="connsiteY43468" fmla="*/ 3065431 h 5143785"/>
              <a:gd name="connsiteX43469" fmla="*/ 266891 w 3114960"/>
              <a:gd name="connsiteY43469" fmla="*/ 3064669 h 5143785"/>
              <a:gd name="connsiteX43470" fmla="*/ 296513 w 3114960"/>
              <a:gd name="connsiteY43470" fmla="*/ 3064669 h 5143785"/>
              <a:gd name="connsiteX43471" fmla="*/ 297275 w 3114960"/>
              <a:gd name="connsiteY43471" fmla="*/ 3065431 h 5143785"/>
              <a:gd name="connsiteX43472" fmla="*/ 297275 w 3114960"/>
              <a:gd name="connsiteY43472" fmla="*/ 3095054 h 5143785"/>
              <a:gd name="connsiteX43473" fmla="*/ 296513 w 3114960"/>
              <a:gd name="connsiteY43473" fmla="*/ 3095816 h 5143785"/>
              <a:gd name="connsiteX43474" fmla="*/ 266891 w 3114960"/>
              <a:gd name="connsiteY43474" fmla="*/ 3095816 h 5143785"/>
              <a:gd name="connsiteX43475" fmla="*/ 266129 w 3114960"/>
              <a:gd name="connsiteY43475" fmla="*/ 3095054 h 5143785"/>
              <a:gd name="connsiteX43476" fmla="*/ 266129 w 3114960"/>
              <a:gd name="connsiteY43476" fmla="*/ 3065431 h 5143785"/>
              <a:gd name="connsiteX43477" fmla="*/ 266129 w 3114960"/>
              <a:gd name="connsiteY43477" fmla="*/ 3116104 h 5143785"/>
              <a:gd name="connsiteX43478" fmla="*/ 266891 w 3114960"/>
              <a:gd name="connsiteY43478" fmla="*/ 3115342 h 5143785"/>
              <a:gd name="connsiteX43479" fmla="*/ 296513 w 3114960"/>
              <a:gd name="connsiteY43479" fmla="*/ 3115342 h 5143785"/>
              <a:gd name="connsiteX43480" fmla="*/ 297275 w 3114960"/>
              <a:gd name="connsiteY43480" fmla="*/ 3116104 h 5143785"/>
              <a:gd name="connsiteX43481" fmla="*/ 297275 w 3114960"/>
              <a:gd name="connsiteY43481" fmla="*/ 3145727 h 5143785"/>
              <a:gd name="connsiteX43482" fmla="*/ 296513 w 3114960"/>
              <a:gd name="connsiteY43482" fmla="*/ 3146488 h 5143785"/>
              <a:gd name="connsiteX43483" fmla="*/ 266891 w 3114960"/>
              <a:gd name="connsiteY43483" fmla="*/ 3146488 h 5143785"/>
              <a:gd name="connsiteX43484" fmla="*/ 266129 w 3114960"/>
              <a:gd name="connsiteY43484" fmla="*/ 3145727 h 5143785"/>
              <a:gd name="connsiteX43485" fmla="*/ 266129 w 3114960"/>
              <a:gd name="connsiteY43485" fmla="*/ 3116104 h 5143785"/>
              <a:gd name="connsiteX43486" fmla="*/ 95 w 3114960"/>
              <a:gd name="connsiteY43486" fmla="*/ 948119 h 5143785"/>
              <a:gd name="connsiteX43487" fmla="*/ 146304 w 3114960"/>
              <a:gd name="connsiteY43487" fmla="*/ 948119 h 5143785"/>
              <a:gd name="connsiteX43488" fmla="*/ 169545 w 3114960"/>
              <a:gd name="connsiteY43488" fmla="*/ 974217 h 5143785"/>
              <a:gd name="connsiteX43489" fmla="*/ 184404 w 3114960"/>
              <a:gd name="connsiteY43489" fmla="*/ 974217 h 5143785"/>
              <a:gd name="connsiteX43490" fmla="*/ 186595 w 3114960"/>
              <a:gd name="connsiteY43490" fmla="*/ 979456 h 5143785"/>
              <a:gd name="connsiteX43491" fmla="*/ 194977 w 3114960"/>
              <a:gd name="connsiteY43491" fmla="*/ 984409 h 5143785"/>
              <a:gd name="connsiteX43492" fmla="*/ 196787 w 3114960"/>
              <a:gd name="connsiteY43492" fmla="*/ 984504 h 5143785"/>
              <a:gd name="connsiteX43493" fmla="*/ 204311 w 3114960"/>
              <a:gd name="connsiteY43493" fmla="*/ 981932 h 5143785"/>
              <a:gd name="connsiteX43494" fmla="*/ 209264 w 3114960"/>
              <a:gd name="connsiteY43494" fmla="*/ 973550 h 5143785"/>
              <a:gd name="connsiteX43495" fmla="*/ 207455 w 3114960"/>
              <a:gd name="connsiteY43495" fmla="*/ 965359 h 5143785"/>
              <a:gd name="connsiteX43496" fmla="*/ 232124 w 3114960"/>
              <a:gd name="connsiteY43496" fmla="*/ 944690 h 5143785"/>
              <a:gd name="connsiteX43497" fmla="*/ 311182 w 3114960"/>
              <a:gd name="connsiteY43497" fmla="*/ 944690 h 5143785"/>
              <a:gd name="connsiteX43498" fmla="*/ 333470 w 3114960"/>
              <a:gd name="connsiteY43498" fmla="*/ 962597 h 5143785"/>
              <a:gd name="connsiteX43499" fmla="*/ 429387 w 3114960"/>
              <a:gd name="connsiteY43499" fmla="*/ 962597 h 5143785"/>
              <a:gd name="connsiteX43500" fmla="*/ 490919 w 3114960"/>
              <a:gd name="connsiteY43500" fmla="*/ 903161 h 5143785"/>
              <a:gd name="connsiteX43501" fmla="*/ 510159 w 3114960"/>
              <a:gd name="connsiteY43501" fmla="*/ 903161 h 5143785"/>
              <a:gd name="connsiteX43502" fmla="*/ 510159 w 3114960"/>
              <a:gd name="connsiteY43502" fmla="*/ 907066 h 5143785"/>
              <a:gd name="connsiteX43503" fmla="*/ 517017 w 3114960"/>
              <a:gd name="connsiteY43503" fmla="*/ 913924 h 5143785"/>
              <a:gd name="connsiteX43504" fmla="*/ 529685 w 3114960"/>
              <a:gd name="connsiteY43504" fmla="*/ 913924 h 5143785"/>
              <a:gd name="connsiteX43505" fmla="*/ 536543 w 3114960"/>
              <a:gd name="connsiteY43505" fmla="*/ 907066 h 5143785"/>
              <a:gd name="connsiteX43506" fmla="*/ 536543 w 3114960"/>
              <a:gd name="connsiteY43506" fmla="*/ 894398 h 5143785"/>
              <a:gd name="connsiteX43507" fmla="*/ 529685 w 3114960"/>
              <a:gd name="connsiteY43507" fmla="*/ 887540 h 5143785"/>
              <a:gd name="connsiteX43508" fmla="*/ 517017 w 3114960"/>
              <a:gd name="connsiteY43508" fmla="*/ 887540 h 5143785"/>
              <a:gd name="connsiteX43509" fmla="*/ 510159 w 3114960"/>
              <a:gd name="connsiteY43509" fmla="*/ 894398 h 5143785"/>
              <a:gd name="connsiteX43510" fmla="*/ 510159 w 3114960"/>
              <a:gd name="connsiteY43510" fmla="*/ 898398 h 5143785"/>
              <a:gd name="connsiteX43511" fmla="*/ 489014 w 3114960"/>
              <a:gd name="connsiteY43511" fmla="*/ 898398 h 5143785"/>
              <a:gd name="connsiteX43512" fmla="*/ 427482 w 3114960"/>
              <a:gd name="connsiteY43512" fmla="*/ 957834 h 5143785"/>
              <a:gd name="connsiteX43513" fmla="*/ 335185 w 3114960"/>
              <a:gd name="connsiteY43513" fmla="*/ 957834 h 5143785"/>
              <a:gd name="connsiteX43514" fmla="*/ 312896 w 3114960"/>
              <a:gd name="connsiteY43514" fmla="*/ 940022 h 5143785"/>
              <a:gd name="connsiteX43515" fmla="*/ 230410 w 3114960"/>
              <a:gd name="connsiteY43515" fmla="*/ 940022 h 5143785"/>
              <a:gd name="connsiteX43516" fmla="*/ 204311 w 3114960"/>
              <a:gd name="connsiteY43516" fmla="*/ 961835 h 5143785"/>
              <a:gd name="connsiteX43517" fmla="*/ 198596 w 3114960"/>
              <a:gd name="connsiteY43517" fmla="*/ 959263 h 5143785"/>
              <a:gd name="connsiteX43518" fmla="*/ 189167 w 3114960"/>
              <a:gd name="connsiteY43518" fmla="*/ 961644 h 5143785"/>
              <a:gd name="connsiteX43519" fmla="*/ 184404 w 3114960"/>
              <a:gd name="connsiteY43519" fmla="*/ 969359 h 5143785"/>
              <a:gd name="connsiteX43520" fmla="*/ 171641 w 3114960"/>
              <a:gd name="connsiteY43520" fmla="*/ 969359 h 5143785"/>
              <a:gd name="connsiteX43521" fmla="*/ 148400 w 3114960"/>
              <a:gd name="connsiteY43521" fmla="*/ 943261 h 5143785"/>
              <a:gd name="connsiteX43522" fmla="*/ 95 w 3114960"/>
              <a:gd name="connsiteY43522" fmla="*/ 943261 h 5143785"/>
              <a:gd name="connsiteX43523" fmla="*/ 95 w 3114960"/>
              <a:gd name="connsiteY43523" fmla="*/ 948023 h 5143785"/>
              <a:gd name="connsiteX43524" fmla="*/ 514922 w 3114960"/>
              <a:gd name="connsiteY43524" fmla="*/ 894398 h 5143785"/>
              <a:gd name="connsiteX43525" fmla="*/ 517017 w 3114960"/>
              <a:gd name="connsiteY43525" fmla="*/ 892302 h 5143785"/>
              <a:gd name="connsiteX43526" fmla="*/ 529685 w 3114960"/>
              <a:gd name="connsiteY43526" fmla="*/ 892302 h 5143785"/>
              <a:gd name="connsiteX43527" fmla="*/ 531781 w 3114960"/>
              <a:gd name="connsiteY43527" fmla="*/ 894398 h 5143785"/>
              <a:gd name="connsiteX43528" fmla="*/ 531781 w 3114960"/>
              <a:gd name="connsiteY43528" fmla="*/ 907066 h 5143785"/>
              <a:gd name="connsiteX43529" fmla="*/ 529685 w 3114960"/>
              <a:gd name="connsiteY43529" fmla="*/ 909161 h 5143785"/>
              <a:gd name="connsiteX43530" fmla="*/ 517017 w 3114960"/>
              <a:gd name="connsiteY43530" fmla="*/ 909161 h 5143785"/>
              <a:gd name="connsiteX43531" fmla="*/ 514922 w 3114960"/>
              <a:gd name="connsiteY43531" fmla="*/ 907066 h 5143785"/>
              <a:gd name="connsiteX43532" fmla="*/ 514922 w 3114960"/>
              <a:gd name="connsiteY43532" fmla="*/ 894398 h 5143785"/>
              <a:gd name="connsiteX43533" fmla="*/ 192119 w 3114960"/>
              <a:gd name="connsiteY43533" fmla="*/ 965454 h 5143785"/>
              <a:gd name="connsiteX43534" fmla="*/ 196882 w 3114960"/>
              <a:gd name="connsiteY43534" fmla="*/ 963835 h 5143785"/>
              <a:gd name="connsiteX43535" fmla="*/ 198025 w 3114960"/>
              <a:gd name="connsiteY43535" fmla="*/ 963835 h 5143785"/>
              <a:gd name="connsiteX43536" fmla="*/ 203264 w 3114960"/>
              <a:gd name="connsiteY43536" fmla="*/ 966883 h 5143785"/>
              <a:gd name="connsiteX43537" fmla="*/ 204788 w 3114960"/>
              <a:gd name="connsiteY43537" fmla="*/ 972693 h 5143785"/>
              <a:gd name="connsiteX43538" fmla="*/ 201740 w 3114960"/>
              <a:gd name="connsiteY43538" fmla="*/ 977932 h 5143785"/>
              <a:gd name="connsiteX43539" fmla="*/ 195929 w 3114960"/>
              <a:gd name="connsiteY43539" fmla="*/ 979456 h 5143785"/>
              <a:gd name="connsiteX43540" fmla="*/ 190691 w 3114960"/>
              <a:gd name="connsiteY43540" fmla="*/ 976408 h 5143785"/>
              <a:gd name="connsiteX43541" fmla="*/ 189167 w 3114960"/>
              <a:gd name="connsiteY43541" fmla="*/ 970598 h 5143785"/>
              <a:gd name="connsiteX43542" fmla="*/ 192215 w 3114960"/>
              <a:gd name="connsiteY43542" fmla="*/ 965359 h 5143785"/>
              <a:gd name="connsiteX43543" fmla="*/ 175641 w 3114960"/>
              <a:gd name="connsiteY43543" fmla="*/ 3267742 h 5143785"/>
              <a:gd name="connsiteX43544" fmla="*/ 175165 w 3114960"/>
              <a:gd name="connsiteY43544" fmla="*/ 3430905 h 5143785"/>
              <a:gd name="connsiteX43545" fmla="*/ 192310 w 3114960"/>
              <a:gd name="connsiteY43545" fmla="*/ 3449384 h 5143785"/>
              <a:gd name="connsiteX43546" fmla="*/ 331280 w 3114960"/>
              <a:gd name="connsiteY43546" fmla="*/ 3449384 h 5143785"/>
              <a:gd name="connsiteX43547" fmla="*/ 331280 w 3114960"/>
              <a:gd name="connsiteY43547" fmla="*/ 3454146 h 5143785"/>
              <a:gd name="connsiteX43548" fmla="*/ 190214 w 3114960"/>
              <a:gd name="connsiteY43548" fmla="*/ 3454146 h 5143785"/>
              <a:gd name="connsiteX43549" fmla="*/ 170402 w 3114960"/>
              <a:gd name="connsiteY43549" fmla="*/ 3432715 h 5143785"/>
              <a:gd name="connsiteX43550" fmla="*/ 170402 w 3114960"/>
              <a:gd name="connsiteY43550" fmla="*/ 3431762 h 5143785"/>
              <a:gd name="connsiteX43551" fmla="*/ 170879 w 3114960"/>
              <a:gd name="connsiteY43551" fmla="*/ 3268599 h 5143785"/>
              <a:gd name="connsiteX43552" fmla="*/ 147733 w 3114960"/>
              <a:gd name="connsiteY43552" fmla="*/ 3243834 h 5143785"/>
              <a:gd name="connsiteX43553" fmla="*/ 95 w 3114960"/>
              <a:gd name="connsiteY43553" fmla="*/ 3243834 h 5143785"/>
              <a:gd name="connsiteX43554" fmla="*/ 95 w 3114960"/>
              <a:gd name="connsiteY43554" fmla="*/ 3239072 h 5143785"/>
              <a:gd name="connsiteX43555" fmla="*/ 149828 w 3114960"/>
              <a:gd name="connsiteY43555" fmla="*/ 3239072 h 5143785"/>
              <a:gd name="connsiteX43556" fmla="*/ 175641 w 3114960"/>
              <a:gd name="connsiteY43556" fmla="*/ 3266694 h 5143785"/>
              <a:gd name="connsiteX43557" fmla="*/ 175641 w 3114960"/>
              <a:gd name="connsiteY43557" fmla="*/ 3267647 h 5143785"/>
              <a:gd name="connsiteX43558" fmla="*/ 1687830 w 3114960"/>
              <a:gd name="connsiteY43558" fmla="*/ 3421190 h 5143785"/>
              <a:gd name="connsiteX43559" fmla="*/ 1677829 w 3114960"/>
              <a:gd name="connsiteY43559" fmla="*/ 3421190 h 5143785"/>
              <a:gd name="connsiteX43560" fmla="*/ 1677829 w 3114960"/>
              <a:gd name="connsiteY43560" fmla="*/ 3416427 h 5143785"/>
              <a:gd name="connsiteX43561" fmla="*/ 1687830 w 3114960"/>
              <a:gd name="connsiteY43561" fmla="*/ 3416427 h 5143785"/>
              <a:gd name="connsiteX43562" fmla="*/ 1687830 w 3114960"/>
              <a:gd name="connsiteY43562" fmla="*/ 3421190 h 5143785"/>
              <a:gd name="connsiteX43563" fmla="*/ 364236 w 3114960"/>
              <a:gd name="connsiteY43563" fmla="*/ 3332321 h 5143785"/>
              <a:gd name="connsiteX43564" fmla="*/ 334613 w 3114960"/>
              <a:gd name="connsiteY43564" fmla="*/ 3332321 h 5143785"/>
              <a:gd name="connsiteX43565" fmla="*/ 331470 w 3114960"/>
              <a:gd name="connsiteY43565" fmla="*/ 3335465 h 5143785"/>
              <a:gd name="connsiteX43566" fmla="*/ 331470 w 3114960"/>
              <a:gd name="connsiteY43566" fmla="*/ 3347847 h 5143785"/>
              <a:gd name="connsiteX43567" fmla="*/ 284036 w 3114960"/>
              <a:gd name="connsiteY43567" fmla="*/ 3347180 h 5143785"/>
              <a:gd name="connsiteX43568" fmla="*/ 265938 w 3114960"/>
              <a:gd name="connsiteY43568" fmla="*/ 3326130 h 5143785"/>
              <a:gd name="connsiteX43569" fmla="*/ 265652 w 3114960"/>
              <a:gd name="connsiteY43569" fmla="*/ 3230023 h 5143785"/>
              <a:gd name="connsiteX43570" fmla="*/ 172403 w 3114960"/>
              <a:gd name="connsiteY43570" fmla="*/ 3134963 h 5143785"/>
              <a:gd name="connsiteX43571" fmla="*/ 95 w 3114960"/>
              <a:gd name="connsiteY43571" fmla="*/ 3134963 h 5143785"/>
              <a:gd name="connsiteX43572" fmla="*/ 95 w 3114960"/>
              <a:gd name="connsiteY43572" fmla="*/ 3139726 h 5143785"/>
              <a:gd name="connsiteX43573" fmla="*/ 170498 w 3114960"/>
              <a:gd name="connsiteY43573" fmla="*/ 3139726 h 5143785"/>
              <a:gd name="connsiteX43574" fmla="*/ 260985 w 3114960"/>
              <a:gd name="connsiteY43574" fmla="*/ 3231928 h 5143785"/>
              <a:gd name="connsiteX43575" fmla="*/ 261271 w 3114960"/>
              <a:gd name="connsiteY43575" fmla="*/ 3327940 h 5143785"/>
              <a:gd name="connsiteX43576" fmla="*/ 281845 w 3114960"/>
              <a:gd name="connsiteY43576" fmla="*/ 3351943 h 5143785"/>
              <a:gd name="connsiteX43577" fmla="*/ 331565 w 3114960"/>
              <a:gd name="connsiteY43577" fmla="*/ 3352705 h 5143785"/>
              <a:gd name="connsiteX43578" fmla="*/ 331565 w 3114960"/>
              <a:gd name="connsiteY43578" fmla="*/ 3365087 h 5143785"/>
              <a:gd name="connsiteX43579" fmla="*/ 334709 w 3114960"/>
              <a:gd name="connsiteY43579" fmla="*/ 3368230 h 5143785"/>
              <a:gd name="connsiteX43580" fmla="*/ 364331 w 3114960"/>
              <a:gd name="connsiteY43580" fmla="*/ 3368230 h 5143785"/>
              <a:gd name="connsiteX43581" fmla="*/ 367475 w 3114960"/>
              <a:gd name="connsiteY43581" fmla="*/ 3365087 h 5143785"/>
              <a:gd name="connsiteX43582" fmla="*/ 367475 w 3114960"/>
              <a:gd name="connsiteY43582" fmla="*/ 3352705 h 5143785"/>
              <a:gd name="connsiteX43583" fmla="*/ 464915 w 3114960"/>
              <a:gd name="connsiteY43583" fmla="*/ 3352705 h 5143785"/>
              <a:gd name="connsiteX43584" fmla="*/ 473678 w 3114960"/>
              <a:gd name="connsiteY43584" fmla="*/ 3359563 h 5143785"/>
              <a:gd name="connsiteX43585" fmla="*/ 482918 w 3114960"/>
              <a:gd name="connsiteY43585" fmla="*/ 3350324 h 5143785"/>
              <a:gd name="connsiteX43586" fmla="*/ 473678 w 3114960"/>
              <a:gd name="connsiteY43586" fmla="*/ 3341084 h 5143785"/>
              <a:gd name="connsiteX43587" fmla="*/ 464915 w 3114960"/>
              <a:gd name="connsiteY43587" fmla="*/ 3347942 h 5143785"/>
              <a:gd name="connsiteX43588" fmla="*/ 367475 w 3114960"/>
              <a:gd name="connsiteY43588" fmla="*/ 3347942 h 5143785"/>
              <a:gd name="connsiteX43589" fmla="*/ 367475 w 3114960"/>
              <a:gd name="connsiteY43589" fmla="*/ 3335560 h 5143785"/>
              <a:gd name="connsiteX43590" fmla="*/ 364331 w 3114960"/>
              <a:gd name="connsiteY43590" fmla="*/ 3332417 h 5143785"/>
              <a:gd name="connsiteX43591" fmla="*/ 364998 w 3114960"/>
              <a:gd name="connsiteY43591" fmla="*/ 3365087 h 5143785"/>
              <a:gd name="connsiteX43592" fmla="*/ 364236 w 3114960"/>
              <a:gd name="connsiteY43592" fmla="*/ 3365849 h 5143785"/>
              <a:gd name="connsiteX43593" fmla="*/ 334613 w 3114960"/>
              <a:gd name="connsiteY43593" fmla="*/ 3365849 h 5143785"/>
              <a:gd name="connsiteX43594" fmla="*/ 333851 w 3114960"/>
              <a:gd name="connsiteY43594" fmla="*/ 3365087 h 5143785"/>
              <a:gd name="connsiteX43595" fmla="*/ 333851 w 3114960"/>
              <a:gd name="connsiteY43595" fmla="*/ 3335465 h 5143785"/>
              <a:gd name="connsiteX43596" fmla="*/ 334613 w 3114960"/>
              <a:gd name="connsiteY43596" fmla="*/ 3334703 h 5143785"/>
              <a:gd name="connsiteX43597" fmla="*/ 364236 w 3114960"/>
              <a:gd name="connsiteY43597" fmla="*/ 3334703 h 5143785"/>
              <a:gd name="connsiteX43598" fmla="*/ 364998 w 3114960"/>
              <a:gd name="connsiteY43598" fmla="*/ 3335465 h 5143785"/>
              <a:gd name="connsiteX43599" fmla="*/ 364998 w 3114960"/>
              <a:gd name="connsiteY43599" fmla="*/ 3365087 h 5143785"/>
              <a:gd name="connsiteX43600" fmla="*/ 1647635 w 3114960"/>
              <a:gd name="connsiteY43600" fmla="*/ 3421190 h 5143785"/>
              <a:gd name="connsiteX43601" fmla="*/ 1637633 w 3114960"/>
              <a:gd name="connsiteY43601" fmla="*/ 3421190 h 5143785"/>
              <a:gd name="connsiteX43602" fmla="*/ 1637633 w 3114960"/>
              <a:gd name="connsiteY43602" fmla="*/ 3416427 h 5143785"/>
              <a:gd name="connsiteX43603" fmla="*/ 1647635 w 3114960"/>
              <a:gd name="connsiteY43603" fmla="*/ 3416427 h 5143785"/>
              <a:gd name="connsiteX43604" fmla="*/ 1647635 w 3114960"/>
              <a:gd name="connsiteY43604" fmla="*/ 3421190 h 5143785"/>
              <a:gd name="connsiteX43605" fmla="*/ 125730 w 3114960"/>
              <a:gd name="connsiteY43605" fmla="*/ 3377565 h 5143785"/>
              <a:gd name="connsiteX43606" fmla="*/ 119729 w 3114960"/>
              <a:gd name="connsiteY43606" fmla="*/ 3385947 h 5143785"/>
              <a:gd name="connsiteX43607" fmla="*/ 121444 w 3114960"/>
              <a:gd name="connsiteY43607" fmla="*/ 3396139 h 5143785"/>
              <a:gd name="connsiteX43608" fmla="*/ 132874 w 3114960"/>
              <a:gd name="connsiteY43608" fmla="*/ 3402521 h 5143785"/>
              <a:gd name="connsiteX43609" fmla="*/ 139922 w 3114960"/>
              <a:gd name="connsiteY43609" fmla="*/ 3400520 h 5143785"/>
              <a:gd name="connsiteX43610" fmla="*/ 144304 w 3114960"/>
              <a:gd name="connsiteY43610" fmla="*/ 3381947 h 5143785"/>
              <a:gd name="connsiteX43611" fmla="*/ 135255 w 3114960"/>
              <a:gd name="connsiteY43611" fmla="*/ 3375851 h 5143785"/>
              <a:gd name="connsiteX43612" fmla="*/ 135255 w 3114960"/>
              <a:gd name="connsiteY43612" fmla="*/ 3313367 h 5143785"/>
              <a:gd name="connsiteX43613" fmla="*/ 103918 w 3114960"/>
              <a:gd name="connsiteY43613" fmla="*/ 3282029 h 5143785"/>
              <a:gd name="connsiteX43614" fmla="*/ 10763 w 3114960"/>
              <a:gd name="connsiteY43614" fmla="*/ 3282029 h 5143785"/>
              <a:gd name="connsiteX43615" fmla="*/ 9430 w 3114960"/>
              <a:gd name="connsiteY43615" fmla="*/ 3278600 h 5143785"/>
              <a:gd name="connsiteX43616" fmla="*/ 0 w 3114960"/>
              <a:gd name="connsiteY43616" fmla="*/ 3273552 h 5143785"/>
              <a:gd name="connsiteX43617" fmla="*/ 0 w 3114960"/>
              <a:gd name="connsiteY43617" fmla="*/ 3295364 h 5143785"/>
              <a:gd name="connsiteX43618" fmla="*/ 5810 w 3114960"/>
              <a:gd name="connsiteY43618" fmla="*/ 3293936 h 5143785"/>
              <a:gd name="connsiteX43619" fmla="*/ 10763 w 3114960"/>
              <a:gd name="connsiteY43619" fmla="*/ 3286887 h 5143785"/>
              <a:gd name="connsiteX43620" fmla="*/ 101727 w 3114960"/>
              <a:gd name="connsiteY43620" fmla="*/ 3286887 h 5143785"/>
              <a:gd name="connsiteX43621" fmla="*/ 130302 w 3114960"/>
              <a:gd name="connsiteY43621" fmla="*/ 3315462 h 5143785"/>
              <a:gd name="connsiteX43622" fmla="*/ 130302 w 3114960"/>
              <a:gd name="connsiteY43622" fmla="*/ 3375946 h 5143785"/>
              <a:gd name="connsiteX43623" fmla="*/ 125540 w 3114960"/>
              <a:gd name="connsiteY43623" fmla="*/ 3377755 h 5143785"/>
              <a:gd name="connsiteX43624" fmla="*/ 132779 w 3114960"/>
              <a:gd name="connsiteY43624" fmla="*/ 3380327 h 5143785"/>
              <a:gd name="connsiteX43625" fmla="*/ 140208 w 3114960"/>
              <a:gd name="connsiteY43625" fmla="*/ 3384423 h 5143785"/>
              <a:gd name="connsiteX43626" fmla="*/ 137446 w 3114960"/>
              <a:gd name="connsiteY43626" fmla="*/ 3396425 h 5143785"/>
              <a:gd name="connsiteX43627" fmla="*/ 125444 w 3114960"/>
              <a:gd name="connsiteY43627" fmla="*/ 3393662 h 5143785"/>
              <a:gd name="connsiteX43628" fmla="*/ 124397 w 3114960"/>
              <a:gd name="connsiteY43628" fmla="*/ 3387090 h 5143785"/>
              <a:gd name="connsiteX43629" fmla="*/ 128302 w 3114960"/>
              <a:gd name="connsiteY43629" fmla="*/ 3381661 h 5143785"/>
              <a:gd name="connsiteX43630" fmla="*/ 132874 w 3114960"/>
              <a:gd name="connsiteY43630" fmla="*/ 3380327 h 5143785"/>
              <a:gd name="connsiteX43631" fmla="*/ 1667732 w 3114960"/>
              <a:gd name="connsiteY43631" fmla="*/ 3421190 h 5143785"/>
              <a:gd name="connsiteX43632" fmla="*/ 1657731 w 3114960"/>
              <a:gd name="connsiteY43632" fmla="*/ 3421190 h 5143785"/>
              <a:gd name="connsiteX43633" fmla="*/ 1657731 w 3114960"/>
              <a:gd name="connsiteY43633" fmla="*/ 3416427 h 5143785"/>
              <a:gd name="connsiteX43634" fmla="*/ 1667732 w 3114960"/>
              <a:gd name="connsiteY43634" fmla="*/ 3416427 h 5143785"/>
              <a:gd name="connsiteX43635" fmla="*/ 1667732 w 3114960"/>
              <a:gd name="connsiteY43635" fmla="*/ 3421190 h 5143785"/>
              <a:gd name="connsiteX43636" fmla="*/ 1028891 w 3114960"/>
              <a:gd name="connsiteY43636" fmla="*/ 2171986 h 5143785"/>
              <a:gd name="connsiteX43637" fmla="*/ 1036701 w 3114960"/>
              <a:gd name="connsiteY43637" fmla="*/ 2164271 h 5143785"/>
              <a:gd name="connsiteX43638" fmla="*/ 1028891 w 3114960"/>
              <a:gd name="connsiteY43638" fmla="*/ 2156555 h 5143785"/>
              <a:gd name="connsiteX43639" fmla="*/ 1021175 w 3114960"/>
              <a:gd name="connsiteY43639" fmla="*/ 2164271 h 5143785"/>
              <a:gd name="connsiteX43640" fmla="*/ 1028891 w 3114960"/>
              <a:gd name="connsiteY43640" fmla="*/ 2171986 h 5143785"/>
              <a:gd name="connsiteX43641" fmla="*/ 1028891 w 3114960"/>
              <a:gd name="connsiteY43641" fmla="*/ 2158841 h 5143785"/>
              <a:gd name="connsiteX43642" fmla="*/ 1034320 w 3114960"/>
              <a:gd name="connsiteY43642" fmla="*/ 2164175 h 5143785"/>
              <a:gd name="connsiteX43643" fmla="*/ 1028891 w 3114960"/>
              <a:gd name="connsiteY43643" fmla="*/ 2169509 h 5143785"/>
              <a:gd name="connsiteX43644" fmla="*/ 1023557 w 3114960"/>
              <a:gd name="connsiteY43644" fmla="*/ 2164175 h 5143785"/>
              <a:gd name="connsiteX43645" fmla="*/ 1028891 w 3114960"/>
              <a:gd name="connsiteY43645" fmla="*/ 2158841 h 5143785"/>
              <a:gd name="connsiteX43646" fmla="*/ 1028891 w 3114960"/>
              <a:gd name="connsiteY43646" fmla="*/ 2209514 h 5143785"/>
              <a:gd name="connsiteX43647" fmla="*/ 1040511 w 3114960"/>
              <a:gd name="connsiteY43647" fmla="*/ 2197894 h 5143785"/>
              <a:gd name="connsiteX43648" fmla="*/ 1028891 w 3114960"/>
              <a:gd name="connsiteY43648" fmla="*/ 2186273 h 5143785"/>
              <a:gd name="connsiteX43649" fmla="*/ 1017270 w 3114960"/>
              <a:gd name="connsiteY43649" fmla="*/ 2197894 h 5143785"/>
              <a:gd name="connsiteX43650" fmla="*/ 1028891 w 3114960"/>
              <a:gd name="connsiteY43650" fmla="*/ 2209514 h 5143785"/>
              <a:gd name="connsiteX43651" fmla="*/ 1028891 w 3114960"/>
              <a:gd name="connsiteY43651" fmla="*/ 2188655 h 5143785"/>
              <a:gd name="connsiteX43652" fmla="*/ 1038130 w 3114960"/>
              <a:gd name="connsiteY43652" fmla="*/ 2197894 h 5143785"/>
              <a:gd name="connsiteX43653" fmla="*/ 1028891 w 3114960"/>
              <a:gd name="connsiteY43653" fmla="*/ 2207133 h 5143785"/>
              <a:gd name="connsiteX43654" fmla="*/ 1019651 w 3114960"/>
              <a:gd name="connsiteY43654" fmla="*/ 2197894 h 5143785"/>
              <a:gd name="connsiteX43655" fmla="*/ 1028891 w 3114960"/>
              <a:gd name="connsiteY43655" fmla="*/ 2188655 h 5143785"/>
              <a:gd name="connsiteX43656" fmla="*/ 1428178 w 3114960"/>
              <a:gd name="connsiteY43656" fmla="*/ 3515773 h 5143785"/>
              <a:gd name="connsiteX43657" fmla="*/ 1423416 w 3114960"/>
              <a:gd name="connsiteY43657" fmla="*/ 3515773 h 5143785"/>
              <a:gd name="connsiteX43658" fmla="*/ 1423416 w 3114960"/>
              <a:gd name="connsiteY43658" fmla="*/ 3501104 h 5143785"/>
              <a:gd name="connsiteX43659" fmla="*/ 1428178 w 3114960"/>
              <a:gd name="connsiteY43659" fmla="*/ 3501104 h 5143785"/>
              <a:gd name="connsiteX43660" fmla="*/ 1428178 w 3114960"/>
              <a:gd name="connsiteY43660" fmla="*/ 3515773 h 5143785"/>
              <a:gd name="connsiteX43661" fmla="*/ 1028891 w 3114960"/>
              <a:gd name="connsiteY43661" fmla="*/ 2205704 h 5143785"/>
              <a:gd name="connsiteX43662" fmla="*/ 1036701 w 3114960"/>
              <a:gd name="connsiteY43662" fmla="*/ 2197989 h 5143785"/>
              <a:gd name="connsiteX43663" fmla="*/ 1028891 w 3114960"/>
              <a:gd name="connsiteY43663" fmla="*/ 2190274 h 5143785"/>
              <a:gd name="connsiteX43664" fmla="*/ 1021175 w 3114960"/>
              <a:gd name="connsiteY43664" fmla="*/ 2197989 h 5143785"/>
              <a:gd name="connsiteX43665" fmla="*/ 1028891 w 3114960"/>
              <a:gd name="connsiteY43665" fmla="*/ 2205704 h 5143785"/>
              <a:gd name="connsiteX43666" fmla="*/ 1028891 w 3114960"/>
              <a:gd name="connsiteY43666" fmla="*/ 2192560 h 5143785"/>
              <a:gd name="connsiteX43667" fmla="*/ 1034320 w 3114960"/>
              <a:gd name="connsiteY43667" fmla="*/ 2197894 h 5143785"/>
              <a:gd name="connsiteX43668" fmla="*/ 1028891 w 3114960"/>
              <a:gd name="connsiteY43668" fmla="*/ 2203228 h 5143785"/>
              <a:gd name="connsiteX43669" fmla="*/ 1023557 w 3114960"/>
              <a:gd name="connsiteY43669" fmla="*/ 2197894 h 5143785"/>
              <a:gd name="connsiteX43670" fmla="*/ 1028891 w 3114960"/>
              <a:gd name="connsiteY43670" fmla="*/ 2192560 h 5143785"/>
              <a:gd name="connsiteX43671" fmla="*/ 1423416 w 3114960"/>
              <a:gd name="connsiteY43671" fmla="*/ 3530346 h 5143785"/>
              <a:gd name="connsiteX43672" fmla="*/ 1428178 w 3114960"/>
              <a:gd name="connsiteY43672" fmla="*/ 3530346 h 5143785"/>
              <a:gd name="connsiteX43673" fmla="*/ 1428178 w 3114960"/>
              <a:gd name="connsiteY43673" fmla="*/ 3545015 h 5143785"/>
              <a:gd name="connsiteX43674" fmla="*/ 1423416 w 3114960"/>
              <a:gd name="connsiteY43674" fmla="*/ 3545015 h 5143785"/>
              <a:gd name="connsiteX43675" fmla="*/ 1423416 w 3114960"/>
              <a:gd name="connsiteY43675" fmla="*/ 3530346 h 5143785"/>
              <a:gd name="connsiteX43676" fmla="*/ 1275588 w 3114960"/>
              <a:gd name="connsiteY43676" fmla="*/ 3228404 h 5143785"/>
              <a:gd name="connsiteX43677" fmla="*/ 1277588 w 3114960"/>
              <a:gd name="connsiteY43677" fmla="*/ 3232880 h 5143785"/>
              <a:gd name="connsiteX43678" fmla="*/ 1285113 w 3114960"/>
              <a:gd name="connsiteY43678" fmla="*/ 3237167 h 5143785"/>
              <a:gd name="connsiteX43679" fmla="*/ 1286542 w 3114960"/>
              <a:gd name="connsiteY43679" fmla="*/ 3237167 h 5143785"/>
              <a:gd name="connsiteX43680" fmla="*/ 1293400 w 3114960"/>
              <a:gd name="connsiteY43680" fmla="*/ 3234785 h 5143785"/>
              <a:gd name="connsiteX43681" fmla="*/ 1297686 w 3114960"/>
              <a:gd name="connsiteY43681" fmla="*/ 3227261 h 5143785"/>
              <a:gd name="connsiteX43682" fmla="*/ 1295400 w 3114960"/>
              <a:gd name="connsiteY43682" fmla="*/ 3218879 h 5143785"/>
              <a:gd name="connsiteX43683" fmla="*/ 1279493 w 3114960"/>
              <a:gd name="connsiteY43683" fmla="*/ 3216878 h 5143785"/>
              <a:gd name="connsiteX43684" fmla="*/ 1275493 w 3114960"/>
              <a:gd name="connsiteY43684" fmla="*/ 3223546 h 5143785"/>
              <a:gd name="connsiteX43685" fmla="*/ 1201769 w 3114960"/>
              <a:gd name="connsiteY43685" fmla="*/ 3223546 h 5143785"/>
              <a:gd name="connsiteX43686" fmla="*/ 1185958 w 3114960"/>
              <a:gd name="connsiteY43686" fmla="*/ 3207639 h 5143785"/>
              <a:gd name="connsiteX43687" fmla="*/ 1185958 w 3114960"/>
              <a:gd name="connsiteY43687" fmla="*/ 3145917 h 5143785"/>
              <a:gd name="connsiteX43688" fmla="*/ 1199293 w 3114960"/>
              <a:gd name="connsiteY43688" fmla="*/ 3131249 h 5143785"/>
              <a:gd name="connsiteX43689" fmla="*/ 1241012 w 3114960"/>
              <a:gd name="connsiteY43689" fmla="*/ 3131249 h 5143785"/>
              <a:gd name="connsiteX43690" fmla="*/ 1250728 w 3114960"/>
              <a:gd name="connsiteY43690" fmla="*/ 3136963 h 5143785"/>
              <a:gd name="connsiteX43691" fmla="*/ 1258157 w 3114960"/>
              <a:gd name="connsiteY43691" fmla="*/ 3126677 h 5143785"/>
              <a:gd name="connsiteX43692" fmla="*/ 1247870 w 3114960"/>
              <a:gd name="connsiteY43692" fmla="*/ 3119247 h 5143785"/>
              <a:gd name="connsiteX43693" fmla="*/ 1240631 w 3114960"/>
              <a:gd name="connsiteY43693" fmla="*/ 3126296 h 5143785"/>
              <a:gd name="connsiteX43694" fmla="*/ 1197293 w 3114960"/>
              <a:gd name="connsiteY43694" fmla="*/ 3126296 h 5143785"/>
              <a:gd name="connsiteX43695" fmla="*/ 1181386 w 3114960"/>
              <a:gd name="connsiteY43695" fmla="*/ 3143917 h 5143785"/>
              <a:gd name="connsiteX43696" fmla="*/ 1181386 w 3114960"/>
              <a:gd name="connsiteY43696" fmla="*/ 3209449 h 5143785"/>
              <a:gd name="connsiteX43697" fmla="*/ 1200055 w 3114960"/>
              <a:gd name="connsiteY43697" fmla="*/ 3228118 h 5143785"/>
              <a:gd name="connsiteX43698" fmla="*/ 1275683 w 3114960"/>
              <a:gd name="connsiteY43698" fmla="*/ 3228118 h 5143785"/>
              <a:gd name="connsiteX43699" fmla="*/ 1282541 w 3114960"/>
              <a:gd name="connsiteY43699" fmla="*/ 3220784 h 5143785"/>
              <a:gd name="connsiteX43700" fmla="*/ 1286542 w 3114960"/>
              <a:gd name="connsiteY43700" fmla="*/ 3219450 h 5143785"/>
              <a:gd name="connsiteX43701" fmla="*/ 1291781 w 3114960"/>
              <a:gd name="connsiteY43701" fmla="*/ 3222022 h 5143785"/>
              <a:gd name="connsiteX43702" fmla="*/ 1293114 w 3114960"/>
              <a:gd name="connsiteY43702" fmla="*/ 3226880 h 5143785"/>
              <a:gd name="connsiteX43703" fmla="*/ 1290638 w 3114960"/>
              <a:gd name="connsiteY43703" fmla="*/ 3231261 h 5143785"/>
              <a:gd name="connsiteX43704" fmla="*/ 1285780 w 3114960"/>
              <a:gd name="connsiteY43704" fmla="*/ 3232595 h 5143785"/>
              <a:gd name="connsiteX43705" fmla="*/ 1281398 w 3114960"/>
              <a:gd name="connsiteY43705" fmla="*/ 3230118 h 5143785"/>
              <a:gd name="connsiteX43706" fmla="*/ 1282541 w 3114960"/>
              <a:gd name="connsiteY43706" fmla="*/ 3220879 h 5143785"/>
              <a:gd name="connsiteX43707" fmla="*/ 232315 w 3114960"/>
              <a:gd name="connsiteY43707" fmla="*/ 2628614 h 5143785"/>
              <a:gd name="connsiteX43708" fmla="*/ 232315 w 3114960"/>
              <a:gd name="connsiteY43708" fmla="*/ 2612993 h 5143785"/>
              <a:gd name="connsiteX43709" fmla="*/ 226409 w 3114960"/>
              <a:gd name="connsiteY43709" fmla="*/ 2607088 h 5143785"/>
              <a:gd name="connsiteX43710" fmla="*/ 210788 w 3114960"/>
              <a:gd name="connsiteY43710" fmla="*/ 2607088 h 5143785"/>
              <a:gd name="connsiteX43711" fmla="*/ 208693 w 3114960"/>
              <a:gd name="connsiteY43711" fmla="*/ 2607469 h 5143785"/>
              <a:gd name="connsiteX43712" fmla="*/ 200406 w 3114960"/>
              <a:gd name="connsiteY43712" fmla="*/ 2598706 h 5143785"/>
              <a:gd name="connsiteX43713" fmla="*/ 95 w 3114960"/>
              <a:gd name="connsiteY43713" fmla="*/ 2598706 h 5143785"/>
              <a:gd name="connsiteX43714" fmla="*/ 95 w 3114960"/>
              <a:gd name="connsiteY43714" fmla="*/ 2603468 h 5143785"/>
              <a:gd name="connsiteX43715" fmla="*/ 198311 w 3114960"/>
              <a:gd name="connsiteY43715" fmla="*/ 2603468 h 5143785"/>
              <a:gd name="connsiteX43716" fmla="*/ 205264 w 3114960"/>
              <a:gd name="connsiteY43716" fmla="*/ 2610803 h 5143785"/>
              <a:gd name="connsiteX43717" fmla="*/ 204788 w 3114960"/>
              <a:gd name="connsiteY43717" fmla="*/ 2612993 h 5143785"/>
              <a:gd name="connsiteX43718" fmla="*/ 204788 w 3114960"/>
              <a:gd name="connsiteY43718" fmla="*/ 2628614 h 5143785"/>
              <a:gd name="connsiteX43719" fmla="*/ 210693 w 3114960"/>
              <a:gd name="connsiteY43719" fmla="*/ 2634520 h 5143785"/>
              <a:gd name="connsiteX43720" fmla="*/ 216122 w 3114960"/>
              <a:gd name="connsiteY43720" fmla="*/ 2634520 h 5143785"/>
              <a:gd name="connsiteX43721" fmla="*/ 216122 w 3114960"/>
              <a:gd name="connsiteY43721" fmla="*/ 2751963 h 5143785"/>
              <a:gd name="connsiteX43722" fmla="*/ 246126 w 3114960"/>
              <a:gd name="connsiteY43722" fmla="*/ 2782729 h 5143785"/>
              <a:gd name="connsiteX43723" fmla="*/ 245459 w 3114960"/>
              <a:gd name="connsiteY43723" fmla="*/ 2976848 h 5143785"/>
              <a:gd name="connsiteX43724" fmla="*/ 234887 w 3114960"/>
              <a:gd name="connsiteY43724" fmla="*/ 2990945 h 5143785"/>
              <a:gd name="connsiteX43725" fmla="*/ 247460 w 3114960"/>
              <a:gd name="connsiteY43725" fmla="*/ 3001994 h 5143785"/>
              <a:gd name="connsiteX43726" fmla="*/ 249079 w 3114960"/>
              <a:gd name="connsiteY43726" fmla="*/ 3001899 h 5143785"/>
              <a:gd name="connsiteX43727" fmla="*/ 257461 w 3114960"/>
              <a:gd name="connsiteY43727" fmla="*/ 2997137 h 5143785"/>
              <a:gd name="connsiteX43728" fmla="*/ 260033 w 3114960"/>
              <a:gd name="connsiteY43728" fmla="*/ 2987802 h 5143785"/>
              <a:gd name="connsiteX43729" fmla="*/ 255270 w 3114960"/>
              <a:gd name="connsiteY43729" fmla="*/ 2979420 h 5143785"/>
              <a:gd name="connsiteX43730" fmla="*/ 250317 w 3114960"/>
              <a:gd name="connsiteY43730" fmla="*/ 2977229 h 5143785"/>
              <a:gd name="connsiteX43731" fmla="*/ 250984 w 3114960"/>
              <a:gd name="connsiteY43731" fmla="*/ 2781014 h 5143785"/>
              <a:gd name="connsiteX43732" fmla="*/ 220980 w 3114960"/>
              <a:gd name="connsiteY43732" fmla="*/ 2750249 h 5143785"/>
              <a:gd name="connsiteX43733" fmla="*/ 220980 w 3114960"/>
              <a:gd name="connsiteY43733" fmla="*/ 2634710 h 5143785"/>
              <a:gd name="connsiteX43734" fmla="*/ 226314 w 3114960"/>
              <a:gd name="connsiteY43734" fmla="*/ 2634710 h 5143785"/>
              <a:gd name="connsiteX43735" fmla="*/ 232220 w 3114960"/>
              <a:gd name="connsiteY43735" fmla="*/ 2628805 h 5143785"/>
              <a:gd name="connsiteX43736" fmla="*/ 247460 w 3114960"/>
              <a:gd name="connsiteY43736" fmla="*/ 2981420 h 5143785"/>
              <a:gd name="connsiteX43737" fmla="*/ 252222 w 3114960"/>
              <a:gd name="connsiteY43737" fmla="*/ 2983040 h 5143785"/>
              <a:gd name="connsiteX43738" fmla="*/ 255175 w 3114960"/>
              <a:gd name="connsiteY43738" fmla="*/ 2988278 h 5143785"/>
              <a:gd name="connsiteX43739" fmla="*/ 255175 w 3114960"/>
              <a:gd name="connsiteY43739" fmla="*/ 2988278 h 5143785"/>
              <a:gd name="connsiteX43740" fmla="*/ 253556 w 3114960"/>
              <a:gd name="connsiteY43740" fmla="*/ 2994088 h 5143785"/>
              <a:gd name="connsiteX43741" fmla="*/ 248317 w 3114960"/>
              <a:gd name="connsiteY43741" fmla="*/ 2997042 h 5143785"/>
              <a:gd name="connsiteX43742" fmla="*/ 239458 w 3114960"/>
              <a:gd name="connsiteY43742" fmla="*/ 2990184 h 5143785"/>
              <a:gd name="connsiteX43743" fmla="*/ 246317 w 3114960"/>
              <a:gd name="connsiteY43743" fmla="*/ 2981420 h 5143785"/>
              <a:gd name="connsiteX43744" fmla="*/ 247364 w 3114960"/>
              <a:gd name="connsiteY43744" fmla="*/ 2981420 h 5143785"/>
              <a:gd name="connsiteX43745" fmla="*/ 210788 w 3114960"/>
              <a:gd name="connsiteY43745" fmla="*/ 2629757 h 5143785"/>
              <a:gd name="connsiteX43746" fmla="*/ 209645 w 3114960"/>
              <a:gd name="connsiteY43746" fmla="*/ 2628614 h 5143785"/>
              <a:gd name="connsiteX43747" fmla="*/ 209645 w 3114960"/>
              <a:gd name="connsiteY43747" fmla="*/ 2612993 h 5143785"/>
              <a:gd name="connsiteX43748" fmla="*/ 210788 w 3114960"/>
              <a:gd name="connsiteY43748" fmla="*/ 2611850 h 5143785"/>
              <a:gd name="connsiteX43749" fmla="*/ 226409 w 3114960"/>
              <a:gd name="connsiteY43749" fmla="*/ 2611850 h 5143785"/>
              <a:gd name="connsiteX43750" fmla="*/ 227552 w 3114960"/>
              <a:gd name="connsiteY43750" fmla="*/ 2612993 h 5143785"/>
              <a:gd name="connsiteX43751" fmla="*/ 227552 w 3114960"/>
              <a:gd name="connsiteY43751" fmla="*/ 2628614 h 5143785"/>
              <a:gd name="connsiteX43752" fmla="*/ 226409 w 3114960"/>
              <a:gd name="connsiteY43752" fmla="*/ 2629757 h 5143785"/>
              <a:gd name="connsiteX43753" fmla="*/ 210788 w 3114960"/>
              <a:gd name="connsiteY43753" fmla="*/ 2629757 h 5143785"/>
              <a:gd name="connsiteX43754" fmla="*/ 999077 w 3114960"/>
              <a:gd name="connsiteY43754" fmla="*/ 3028379 h 5143785"/>
              <a:gd name="connsiteX43755" fmla="*/ 979075 w 3114960"/>
              <a:gd name="connsiteY43755" fmla="*/ 3031427 h 5143785"/>
              <a:gd name="connsiteX43756" fmla="*/ 976598 w 3114960"/>
              <a:gd name="connsiteY43756" fmla="*/ 3037523 h 5143785"/>
              <a:gd name="connsiteX43757" fmla="*/ 967359 w 3114960"/>
              <a:gd name="connsiteY43757" fmla="*/ 3037523 h 5143785"/>
              <a:gd name="connsiteX43758" fmla="*/ 967359 w 3114960"/>
              <a:gd name="connsiteY43758" fmla="*/ 3042285 h 5143785"/>
              <a:gd name="connsiteX43759" fmla="*/ 976598 w 3114960"/>
              <a:gd name="connsiteY43759" fmla="*/ 3042285 h 5143785"/>
              <a:gd name="connsiteX43760" fmla="*/ 982218 w 3114960"/>
              <a:gd name="connsiteY43760" fmla="*/ 3051429 h 5143785"/>
              <a:gd name="connsiteX43761" fmla="*/ 1002221 w 3114960"/>
              <a:gd name="connsiteY43761" fmla="*/ 3048381 h 5143785"/>
              <a:gd name="connsiteX43762" fmla="*/ 1004983 w 3114960"/>
              <a:gd name="connsiteY43762" fmla="*/ 3039904 h 5143785"/>
              <a:gd name="connsiteX43763" fmla="*/ 999173 w 3114960"/>
              <a:gd name="connsiteY43763" fmla="*/ 3028379 h 5143785"/>
              <a:gd name="connsiteX43764" fmla="*/ 1000030 w 3114960"/>
              <a:gd name="connsiteY43764" fmla="*/ 3046857 h 5143785"/>
              <a:gd name="connsiteX43765" fmla="*/ 992410 w 3114960"/>
              <a:gd name="connsiteY43765" fmla="*/ 3051524 h 5143785"/>
              <a:gd name="connsiteX43766" fmla="*/ 983742 w 3114960"/>
              <a:gd name="connsiteY43766" fmla="*/ 3049429 h 5143785"/>
              <a:gd name="connsiteX43767" fmla="*/ 979075 w 3114960"/>
              <a:gd name="connsiteY43767" fmla="*/ 3041809 h 5143785"/>
              <a:gd name="connsiteX43768" fmla="*/ 978979 w 3114960"/>
              <a:gd name="connsiteY43768" fmla="*/ 3039999 h 5143785"/>
              <a:gd name="connsiteX43769" fmla="*/ 981266 w 3114960"/>
              <a:gd name="connsiteY43769" fmla="*/ 3033141 h 5143785"/>
              <a:gd name="connsiteX43770" fmla="*/ 997649 w 3114960"/>
              <a:gd name="connsiteY43770" fmla="*/ 3030665 h 5143785"/>
              <a:gd name="connsiteX43771" fmla="*/ 1000125 w 3114960"/>
              <a:gd name="connsiteY43771" fmla="*/ 3047048 h 5143785"/>
              <a:gd name="connsiteX43772" fmla="*/ 806387 w 3114960"/>
              <a:gd name="connsiteY43772" fmla="*/ 1936432 h 5143785"/>
              <a:gd name="connsiteX43773" fmla="*/ 806387 w 3114960"/>
              <a:gd name="connsiteY43773" fmla="*/ 2015109 h 5143785"/>
              <a:gd name="connsiteX43774" fmla="*/ 817245 w 3114960"/>
              <a:gd name="connsiteY43774" fmla="*/ 2030540 h 5143785"/>
              <a:gd name="connsiteX43775" fmla="*/ 817436 w 3114960"/>
              <a:gd name="connsiteY43775" fmla="*/ 2030730 h 5143785"/>
              <a:gd name="connsiteX43776" fmla="*/ 818198 w 3114960"/>
              <a:gd name="connsiteY43776" fmla="*/ 2032445 h 5143785"/>
              <a:gd name="connsiteX43777" fmla="*/ 818007 w 3114960"/>
              <a:gd name="connsiteY43777" fmla="*/ 2123123 h 5143785"/>
              <a:gd name="connsiteX43778" fmla="*/ 899636 w 3114960"/>
              <a:gd name="connsiteY43778" fmla="*/ 2203895 h 5143785"/>
              <a:gd name="connsiteX43779" fmla="*/ 984123 w 3114960"/>
              <a:gd name="connsiteY43779" fmla="*/ 2203895 h 5143785"/>
              <a:gd name="connsiteX43780" fmla="*/ 993267 w 3114960"/>
              <a:gd name="connsiteY43780" fmla="*/ 2196656 h 5143785"/>
              <a:gd name="connsiteX43781" fmla="*/ 1002887 w 3114960"/>
              <a:gd name="connsiteY43781" fmla="*/ 2206276 h 5143785"/>
              <a:gd name="connsiteX43782" fmla="*/ 993267 w 3114960"/>
              <a:gd name="connsiteY43782" fmla="*/ 2215896 h 5143785"/>
              <a:gd name="connsiteX43783" fmla="*/ 984123 w 3114960"/>
              <a:gd name="connsiteY43783" fmla="*/ 2208657 h 5143785"/>
              <a:gd name="connsiteX43784" fmla="*/ 898684 w 3114960"/>
              <a:gd name="connsiteY43784" fmla="*/ 2208657 h 5143785"/>
              <a:gd name="connsiteX43785" fmla="*/ 896969 w 3114960"/>
              <a:gd name="connsiteY43785" fmla="*/ 2207990 h 5143785"/>
              <a:gd name="connsiteX43786" fmla="*/ 813911 w 3114960"/>
              <a:gd name="connsiteY43786" fmla="*/ 2125885 h 5143785"/>
              <a:gd name="connsiteX43787" fmla="*/ 813245 w 3114960"/>
              <a:gd name="connsiteY43787" fmla="*/ 2124170 h 5143785"/>
              <a:gd name="connsiteX43788" fmla="*/ 813435 w 3114960"/>
              <a:gd name="connsiteY43788" fmla="*/ 2033492 h 5143785"/>
              <a:gd name="connsiteX43789" fmla="*/ 802005 w 3114960"/>
              <a:gd name="connsiteY43789" fmla="*/ 2017300 h 5143785"/>
              <a:gd name="connsiteX43790" fmla="*/ 801529 w 3114960"/>
              <a:gd name="connsiteY43790" fmla="*/ 2015966 h 5143785"/>
              <a:gd name="connsiteX43791" fmla="*/ 801529 w 3114960"/>
              <a:gd name="connsiteY43791" fmla="*/ 1937385 h 5143785"/>
              <a:gd name="connsiteX43792" fmla="*/ 754190 w 3114960"/>
              <a:gd name="connsiteY43792" fmla="*/ 1879664 h 5143785"/>
              <a:gd name="connsiteX43793" fmla="*/ 643700 w 3114960"/>
              <a:gd name="connsiteY43793" fmla="*/ 1879664 h 5143785"/>
              <a:gd name="connsiteX43794" fmla="*/ 643604 w 3114960"/>
              <a:gd name="connsiteY43794" fmla="*/ 1879949 h 5143785"/>
              <a:gd name="connsiteX43795" fmla="*/ 633889 w 3114960"/>
              <a:gd name="connsiteY43795" fmla="*/ 1888427 h 5143785"/>
              <a:gd name="connsiteX43796" fmla="*/ 630079 w 3114960"/>
              <a:gd name="connsiteY43796" fmla="*/ 1888141 h 5143785"/>
              <a:gd name="connsiteX43797" fmla="*/ 621602 w 3114960"/>
              <a:gd name="connsiteY43797" fmla="*/ 1878425 h 5143785"/>
              <a:gd name="connsiteX43798" fmla="*/ 621887 w 3114960"/>
              <a:gd name="connsiteY43798" fmla="*/ 1874615 h 5143785"/>
              <a:gd name="connsiteX43799" fmla="*/ 631603 w 3114960"/>
              <a:gd name="connsiteY43799" fmla="*/ 1866138 h 5143785"/>
              <a:gd name="connsiteX43800" fmla="*/ 635413 w 3114960"/>
              <a:gd name="connsiteY43800" fmla="*/ 1866424 h 5143785"/>
              <a:gd name="connsiteX43801" fmla="*/ 643128 w 3114960"/>
              <a:gd name="connsiteY43801" fmla="*/ 1875282 h 5143785"/>
              <a:gd name="connsiteX43802" fmla="*/ 643128 w 3114960"/>
              <a:gd name="connsiteY43802" fmla="*/ 1874901 h 5143785"/>
              <a:gd name="connsiteX43803" fmla="*/ 755333 w 3114960"/>
              <a:gd name="connsiteY43803" fmla="*/ 1874901 h 5143785"/>
              <a:gd name="connsiteX43804" fmla="*/ 757142 w 3114960"/>
              <a:gd name="connsiteY43804" fmla="*/ 1875758 h 5143785"/>
              <a:gd name="connsiteX43805" fmla="*/ 805720 w 3114960"/>
              <a:gd name="connsiteY43805" fmla="*/ 1935004 h 5143785"/>
              <a:gd name="connsiteX43806" fmla="*/ 806291 w 3114960"/>
              <a:gd name="connsiteY43806" fmla="*/ 1936528 h 5143785"/>
              <a:gd name="connsiteX43807" fmla="*/ 822770 w 3114960"/>
              <a:gd name="connsiteY43807" fmla="*/ 1189387 h 5143785"/>
              <a:gd name="connsiteX43808" fmla="*/ 821436 w 3114960"/>
              <a:gd name="connsiteY43808" fmla="*/ 1189768 h 5143785"/>
              <a:gd name="connsiteX43809" fmla="*/ 683514 w 3114960"/>
              <a:gd name="connsiteY43809" fmla="*/ 1283303 h 5143785"/>
              <a:gd name="connsiteX43810" fmla="*/ 625316 w 3114960"/>
              <a:gd name="connsiteY43810" fmla="*/ 1283303 h 5143785"/>
              <a:gd name="connsiteX43811" fmla="*/ 615125 w 3114960"/>
              <a:gd name="connsiteY43811" fmla="*/ 1274731 h 5143785"/>
              <a:gd name="connsiteX43812" fmla="*/ 604552 w 3114960"/>
              <a:gd name="connsiteY43812" fmla="*/ 1285303 h 5143785"/>
              <a:gd name="connsiteX43813" fmla="*/ 615125 w 3114960"/>
              <a:gd name="connsiteY43813" fmla="*/ 1295876 h 5143785"/>
              <a:gd name="connsiteX43814" fmla="*/ 625031 w 3114960"/>
              <a:gd name="connsiteY43814" fmla="*/ 1288256 h 5143785"/>
              <a:gd name="connsiteX43815" fmla="*/ 684181 w 3114960"/>
              <a:gd name="connsiteY43815" fmla="*/ 1288256 h 5143785"/>
              <a:gd name="connsiteX43816" fmla="*/ 685514 w 3114960"/>
              <a:gd name="connsiteY43816" fmla="*/ 1287685 h 5143785"/>
              <a:gd name="connsiteX43817" fmla="*/ 823436 w 3114960"/>
              <a:gd name="connsiteY43817" fmla="*/ 1194149 h 5143785"/>
              <a:gd name="connsiteX43818" fmla="*/ 882301 w 3114960"/>
              <a:gd name="connsiteY43818" fmla="*/ 1194149 h 5143785"/>
              <a:gd name="connsiteX43819" fmla="*/ 883825 w 3114960"/>
              <a:gd name="connsiteY43819" fmla="*/ 1193578 h 5143785"/>
              <a:gd name="connsiteX43820" fmla="*/ 938308 w 3114960"/>
              <a:gd name="connsiteY43820" fmla="*/ 1146810 h 5143785"/>
              <a:gd name="connsiteX43821" fmla="*/ 941165 w 3114960"/>
              <a:gd name="connsiteY43821" fmla="*/ 1147477 h 5143785"/>
              <a:gd name="connsiteX43822" fmla="*/ 961930 w 3114960"/>
              <a:gd name="connsiteY43822" fmla="*/ 1147477 h 5143785"/>
              <a:gd name="connsiteX43823" fmla="*/ 968883 w 3114960"/>
              <a:gd name="connsiteY43823" fmla="*/ 1140524 h 5143785"/>
              <a:gd name="connsiteX43824" fmla="*/ 968883 w 3114960"/>
              <a:gd name="connsiteY43824" fmla="*/ 1130522 h 5143785"/>
              <a:gd name="connsiteX43825" fmla="*/ 961930 w 3114960"/>
              <a:gd name="connsiteY43825" fmla="*/ 1123569 h 5143785"/>
              <a:gd name="connsiteX43826" fmla="*/ 941165 w 3114960"/>
              <a:gd name="connsiteY43826" fmla="*/ 1123569 h 5143785"/>
              <a:gd name="connsiteX43827" fmla="*/ 934212 w 3114960"/>
              <a:gd name="connsiteY43827" fmla="*/ 1130522 h 5143785"/>
              <a:gd name="connsiteX43828" fmla="*/ 934212 w 3114960"/>
              <a:gd name="connsiteY43828" fmla="*/ 1140524 h 5143785"/>
              <a:gd name="connsiteX43829" fmla="*/ 934879 w 3114960"/>
              <a:gd name="connsiteY43829" fmla="*/ 1143381 h 5143785"/>
              <a:gd name="connsiteX43830" fmla="*/ 881348 w 3114960"/>
              <a:gd name="connsiteY43830" fmla="*/ 1189292 h 5143785"/>
              <a:gd name="connsiteX43831" fmla="*/ 822674 w 3114960"/>
              <a:gd name="connsiteY43831" fmla="*/ 1189292 h 5143785"/>
              <a:gd name="connsiteX43832" fmla="*/ 615029 w 3114960"/>
              <a:gd name="connsiteY43832" fmla="*/ 1291114 h 5143785"/>
              <a:gd name="connsiteX43833" fmla="*/ 609219 w 3114960"/>
              <a:gd name="connsiteY43833" fmla="*/ 1285303 h 5143785"/>
              <a:gd name="connsiteX43834" fmla="*/ 615029 w 3114960"/>
              <a:gd name="connsiteY43834" fmla="*/ 1279493 h 5143785"/>
              <a:gd name="connsiteX43835" fmla="*/ 620840 w 3114960"/>
              <a:gd name="connsiteY43835" fmla="*/ 1285303 h 5143785"/>
              <a:gd name="connsiteX43836" fmla="*/ 615029 w 3114960"/>
              <a:gd name="connsiteY43836" fmla="*/ 1291114 h 5143785"/>
              <a:gd name="connsiteX43837" fmla="*/ 939070 w 3114960"/>
              <a:gd name="connsiteY43837" fmla="*/ 1130522 h 5143785"/>
              <a:gd name="connsiteX43838" fmla="*/ 941261 w 3114960"/>
              <a:gd name="connsiteY43838" fmla="*/ 1128332 h 5143785"/>
              <a:gd name="connsiteX43839" fmla="*/ 962025 w 3114960"/>
              <a:gd name="connsiteY43839" fmla="*/ 1128332 h 5143785"/>
              <a:gd name="connsiteX43840" fmla="*/ 964216 w 3114960"/>
              <a:gd name="connsiteY43840" fmla="*/ 1130522 h 5143785"/>
              <a:gd name="connsiteX43841" fmla="*/ 964216 w 3114960"/>
              <a:gd name="connsiteY43841" fmla="*/ 1140524 h 5143785"/>
              <a:gd name="connsiteX43842" fmla="*/ 962025 w 3114960"/>
              <a:gd name="connsiteY43842" fmla="*/ 1142714 h 5143785"/>
              <a:gd name="connsiteX43843" fmla="*/ 941261 w 3114960"/>
              <a:gd name="connsiteY43843" fmla="*/ 1142714 h 5143785"/>
              <a:gd name="connsiteX43844" fmla="*/ 939070 w 3114960"/>
              <a:gd name="connsiteY43844" fmla="*/ 1140524 h 5143785"/>
              <a:gd name="connsiteX43845" fmla="*/ 939070 w 3114960"/>
              <a:gd name="connsiteY43845" fmla="*/ 1130522 h 5143785"/>
              <a:gd name="connsiteX43846" fmla="*/ 268415 w 3114960"/>
              <a:gd name="connsiteY43846" fmla="*/ 3089624 h 5143785"/>
              <a:gd name="connsiteX43847" fmla="*/ 268415 w 3114960"/>
              <a:gd name="connsiteY43847" fmla="*/ 3070860 h 5143785"/>
              <a:gd name="connsiteX43848" fmla="*/ 272225 w 3114960"/>
              <a:gd name="connsiteY43848" fmla="*/ 3067050 h 5143785"/>
              <a:gd name="connsiteX43849" fmla="*/ 290989 w 3114960"/>
              <a:gd name="connsiteY43849" fmla="*/ 3067050 h 5143785"/>
              <a:gd name="connsiteX43850" fmla="*/ 294799 w 3114960"/>
              <a:gd name="connsiteY43850" fmla="*/ 3070860 h 5143785"/>
              <a:gd name="connsiteX43851" fmla="*/ 294799 w 3114960"/>
              <a:gd name="connsiteY43851" fmla="*/ 3089624 h 5143785"/>
              <a:gd name="connsiteX43852" fmla="*/ 290989 w 3114960"/>
              <a:gd name="connsiteY43852" fmla="*/ 3093434 h 5143785"/>
              <a:gd name="connsiteX43853" fmla="*/ 272225 w 3114960"/>
              <a:gd name="connsiteY43853" fmla="*/ 3093434 h 5143785"/>
              <a:gd name="connsiteX43854" fmla="*/ 268415 w 3114960"/>
              <a:gd name="connsiteY43854" fmla="*/ 3089624 h 5143785"/>
              <a:gd name="connsiteX43855" fmla="*/ 268415 w 3114960"/>
              <a:gd name="connsiteY43855" fmla="*/ 3140297 h 5143785"/>
              <a:gd name="connsiteX43856" fmla="*/ 268415 w 3114960"/>
              <a:gd name="connsiteY43856" fmla="*/ 3121533 h 5143785"/>
              <a:gd name="connsiteX43857" fmla="*/ 272225 w 3114960"/>
              <a:gd name="connsiteY43857" fmla="*/ 3117723 h 5143785"/>
              <a:gd name="connsiteX43858" fmla="*/ 290989 w 3114960"/>
              <a:gd name="connsiteY43858" fmla="*/ 3117723 h 5143785"/>
              <a:gd name="connsiteX43859" fmla="*/ 294799 w 3114960"/>
              <a:gd name="connsiteY43859" fmla="*/ 3121533 h 5143785"/>
              <a:gd name="connsiteX43860" fmla="*/ 294799 w 3114960"/>
              <a:gd name="connsiteY43860" fmla="*/ 3140297 h 5143785"/>
              <a:gd name="connsiteX43861" fmla="*/ 290989 w 3114960"/>
              <a:gd name="connsiteY43861" fmla="*/ 3144107 h 5143785"/>
              <a:gd name="connsiteX43862" fmla="*/ 272225 w 3114960"/>
              <a:gd name="connsiteY43862" fmla="*/ 3144107 h 5143785"/>
              <a:gd name="connsiteX43863" fmla="*/ 268415 w 3114960"/>
              <a:gd name="connsiteY43863" fmla="*/ 3140297 h 5143785"/>
              <a:gd name="connsiteX43864" fmla="*/ 1428178 w 3114960"/>
              <a:gd name="connsiteY43864" fmla="*/ 3574352 h 5143785"/>
              <a:gd name="connsiteX43865" fmla="*/ 1423416 w 3114960"/>
              <a:gd name="connsiteY43865" fmla="*/ 3574352 h 5143785"/>
              <a:gd name="connsiteX43866" fmla="*/ 1423416 w 3114960"/>
              <a:gd name="connsiteY43866" fmla="*/ 3559683 h 5143785"/>
              <a:gd name="connsiteX43867" fmla="*/ 1428178 w 3114960"/>
              <a:gd name="connsiteY43867" fmla="*/ 3559683 h 5143785"/>
              <a:gd name="connsiteX43868" fmla="*/ 1428178 w 3114960"/>
              <a:gd name="connsiteY43868" fmla="*/ 3574352 h 5143785"/>
              <a:gd name="connsiteX43869" fmla="*/ 917924 w 3114960"/>
              <a:gd name="connsiteY43869" fmla="*/ 1217486 h 5143785"/>
              <a:gd name="connsiteX43870" fmla="*/ 917734 w 3114960"/>
              <a:gd name="connsiteY43870" fmla="*/ 1240346 h 5143785"/>
              <a:gd name="connsiteX43871" fmla="*/ 882968 w 3114960"/>
              <a:gd name="connsiteY43871" fmla="*/ 1240346 h 5143785"/>
              <a:gd name="connsiteX43872" fmla="*/ 882110 w 3114960"/>
              <a:gd name="connsiteY43872" fmla="*/ 1239107 h 5143785"/>
              <a:gd name="connsiteX43873" fmla="*/ 870680 w 3114960"/>
              <a:gd name="connsiteY43873" fmla="*/ 1227677 h 5143785"/>
              <a:gd name="connsiteX43874" fmla="*/ 863537 w 3114960"/>
              <a:gd name="connsiteY43874" fmla="*/ 1227677 h 5143785"/>
              <a:gd name="connsiteX43875" fmla="*/ 852107 w 3114960"/>
              <a:gd name="connsiteY43875" fmla="*/ 1239107 h 5143785"/>
              <a:gd name="connsiteX43876" fmla="*/ 851345 w 3114960"/>
              <a:gd name="connsiteY43876" fmla="*/ 1240346 h 5143785"/>
              <a:gd name="connsiteX43877" fmla="*/ 829913 w 3114960"/>
              <a:gd name="connsiteY43877" fmla="*/ 1240346 h 5143785"/>
              <a:gd name="connsiteX43878" fmla="*/ 828580 w 3114960"/>
              <a:gd name="connsiteY43878" fmla="*/ 1240727 h 5143785"/>
              <a:gd name="connsiteX43879" fmla="*/ 687991 w 3114960"/>
              <a:gd name="connsiteY43879" fmla="*/ 1335119 h 5143785"/>
              <a:gd name="connsiteX43880" fmla="*/ 679895 w 3114960"/>
              <a:gd name="connsiteY43880" fmla="*/ 1331976 h 5143785"/>
              <a:gd name="connsiteX43881" fmla="*/ 667512 w 3114960"/>
              <a:gd name="connsiteY43881" fmla="*/ 1344359 h 5143785"/>
              <a:gd name="connsiteX43882" fmla="*/ 679895 w 3114960"/>
              <a:gd name="connsiteY43882" fmla="*/ 1356741 h 5143785"/>
              <a:gd name="connsiteX43883" fmla="*/ 692277 w 3114960"/>
              <a:gd name="connsiteY43883" fmla="*/ 1344359 h 5143785"/>
              <a:gd name="connsiteX43884" fmla="*/ 690848 w 3114960"/>
              <a:gd name="connsiteY43884" fmla="*/ 1338834 h 5143785"/>
              <a:gd name="connsiteX43885" fmla="*/ 830580 w 3114960"/>
              <a:gd name="connsiteY43885" fmla="*/ 1245013 h 5143785"/>
              <a:gd name="connsiteX43886" fmla="*/ 851249 w 3114960"/>
              <a:gd name="connsiteY43886" fmla="*/ 1245013 h 5143785"/>
              <a:gd name="connsiteX43887" fmla="*/ 852011 w 3114960"/>
              <a:gd name="connsiteY43887" fmla="*/ 1246251 h 5143785"/>
              <a:gd name="connsiteX43888" fmla="*/ 863441 w 3114960"/>
              <a:gd name="connsiteY43888" fmla="*/ 1257681 h 5143785"/>
              <a:gd name="connsiteX43889" fmla="*/ 867061 w 3114960"/>
              <a:gd name="connsiteY43889" fmla="*/ 1259205 h 5143785"/>
              <a:gd name="connsiteX43890" fmla="*/ 870680 w 3114960"/>
              <a:gd name="connsiteY43890" fmla="*/ 1257681 h 5143785"/>
              <a:gd name="connsiteX43891" fmla="*/ 882110 w 3114960"/>
              <a:gd name="connsiteY43891" fmla="*/ 1246251 h 5143785"/>
              <a:gd name="connsiteX43892" fmla="*/ 882968 w 3114960"/>
              <a:gd name="connsiteY43892" fmla="*/ 1245013 h 5143785"/>
              <a:gd name="connsiteX43893" fmla="*/ 920020 w 3114960"/>
              <a:gd name="connsiteY43893" fmla="*/ 1245013 h 5143785"/>
              <a:gd name="connsiteX43894" fmla="*/ 922401 w 3114960"/>
              <a:gd name="connsiteY43894" fmla="*/ 1242632 h 5143785"/>
              <a:gd name="connsiteX43895" fmla="*/ 922687 w 3114960"/>
              <a:gd name="connsiteY43895" fmla="*/ 1218438 h 5143785"/>
              <a:gd name="connsiteX43896" fmla="*/ 1006412 w 3114960"/>
              <a:gd name="connsiteY43896" fmla="*/ 1145286 h 5143785"/>
              <a:gd name="connsiteX43897" fmla="*/ 1013555 w 3114960"/>
              <a:gd name="connsiteY43897" fmla="*/ 1147858 h 5143785"/>
              <a:gd name="connsiteX43898" fmla="*/ 1014032 w 3114960"/>
              <a:gd name="connsiteY43898" fmla="*/ 1147858 h 5143785"/>
              <a:gd name="connsiteX43899" fmla="*/ 1025938 w 3114960"/>
              <a:gd name="connsiteY43899" fmla="*/ 1134999 h 5143785"/>
              <a:gd name="connsiteX43900" fmla="*/ 1025938 w 3114960"/>
              <a:gd name="connsiteY43900" fmla="*/ 1134999 h 5143785"/>
              <a:gd name="connsiteX43901" fmla="*/ 1013079 w 3114960"/>
              <a:gd name="connsiteY43901" fmla="*/ 1123093 h 5143785"/>
              <a:gd name="connsiteX43902" fmla="*/ 1001173 w 3114960"/>
              <a:gd name="connsiteY43902" fmla="*/ 1135952 h 5143785"/>
              <a:gd name="connsiteX43903" fmla="*/ 1003173 w 3114960"/>
              <a:gd name="connsiteY43903" fmla="*/ 1141857 h 5143785"/>
              <a:gd name="connsiteX43904" fmla="*/ 918686 w 3114960"/>
              <a:gd name="connsiteY43904" fmla="*/ 1215581 h 5143785"/>
              <a:gd name="connsiteX43905" fmla="*/ 917829 w 3114960"/>
              <a:gd name="connsiteY43905" fmla="*/ 1217390 h 5143785"/>
              <a:gd name="connsiteX43906" fmla="*/ 679895 w 3114960"/>
              <a:gd name="connsiteY43906" fmla="*/ 1352074 h 5143785"/>
              <a:gd name="connsiteX43907" fmla="*/ 672275 w 3114960"/>
              <a:gd name="connsiteY43907" fmla="*/ 1344454 h 5143785"/>
              <a:gd name="connsiteX43908" fmla="*/ 679895 w 3114960"/>
              <a:gd name="connsiteY43908" fmla="*/ 1336834 h 5143785"/>
              <a:gd name="connsiteX43909" fmla="*/ 687515 w 3114960"/>
              <a:gd name="connsiteY43909" fmla="*/ 1344454 h 5143785"/>
              <a:gd name="connsiteX43910" fmla="*/ 679895 w 3114960"/>
              <a:gd name="connsiteY43910" fmla="*/ 1352074 h 5143785"/>
              <a:gd name="connsiteX43911" fmla="*/ 866966 w 3114960"/>
              <a:gd name="connsiteY43911" fmla="*/ 1254347 h 5143785"/>
              <a:gd name="connsiteX43912" fmla="*/ 855536 w 3114960"/>
              <a:gd name="connsiteY43912" fmla="*/ 1242917 h 5143785"/>
              <a:gd name="connsiteX43913" fmla="*/ 855536 w 3114960"/>
              <a:gd name="connsiteY43913" fmla="*/ 1242441 h 5143785"/>
              <a:gd name="connsiteX43914" fmla="*/ 867442 w 3114960"/>
              <a:gd name="connsiteY43914" fmla="*/ 1231011 h 5143785"/>
              <a:gd name="connsiteX43915" fmla="*/ 878872 w 3114960"/>
              <a:gd name="connsiteY43915" fmla="*/ 1242917 h 5143785"/>
              <a:gd name="connsiteX43916" fmla="*/ 866966 w 3114960"/>
              <a:gd name="connsiteY43916" fmla="*/ 1254347 h 5143785"/>
              <a:gd name="connsiteX43917" fmla="*/ 1013365 w 3114960"/>
              <a:gd name="connsiteY43917" fmla="*/ 1127855 h 5143785"/>
              <a:gd name="connsiteX43918" fmla="*/ 1013651 w 3114960"/>
              <a:gd name="connsiteY43918" fmla="*/ 1127855 h 5143785"/>
              <a:gd name="connsiteX43919" fmla="*/ 1021271 w 3114960"/>
              <a:gd name="connsiteY43919" fmla="*/ 1135190 h 5143785"/>
              <a:gd name="connsiteX43920" fmla="*/ 1013936 w 3114960"/>
              <a:gd name="connsiteY43920" fmla="*/ 1143095 h 5143785"/>
              <a:gd name="connsiteX43921" fmla="*/ 1006031 w 3114960"/>
              <a:gd name="connsiteY43921" fmla="*/ 1135761 h 5143785"/>
              <a:gd name="connsiteX43922" fmla="*/ 1013365 w 3114960"/>
              <a:gd name="connsiteY43922" fmla="*/ 1127855 h 5143785"/>
              <a:gd name="connsiteX43923" fmla="*/ 82010 w 3114960"/>
              <a:gd name="connsiteY43923" fmla="*/ 2757011 h 5143785"/>
              <a:gd name="connsiteX43924" fmla="*/ 99917 w 3114960"/>
              <a:gd name="connsiteY43924" fmla="*/ 2754535 h 5143785"/>
              <a:gd name="connsiteX43925" fmla="*/ 102394 w 3114960"/>
              <a:gd name="connsiteY43925" fmla="*/ 2772442 h 5143785"/>
              <a:gd name="connsiteX43926" fmla="*/ 84487 w 3114960"/>
              <a:gd name="connsiteY43926" fmla="*/ 2774918 h 5143785"/>
              <a:gd name="connsiteX43927" fmla="*/ 82010 w 3114960"/>
              <a:gd name="connsiteY43927" fmla="*/ 2757011 h 5143785"/>
              <a:gd name="connsiteX43928" fmla="*/ 2502503 w 3114960"/>
              <a:gd name="connsiteY43928" fmla="*/ 642652 h 5143785"/>
              <a:gd name="connsiteX43929" fmla="*/ 2500027 w 3114960"/>
              <a:gd name="connsiteY43929" fmla="*/ 660559 h 5143785"/>
              <a:gd name="connsiteX43930" fmla="*/ 2482120 w 3114960"/>
              <a:gd name="connsiteY43930" fmla="*/ 658082 h 5143785"/>
              <a:gd name="connsiteX43931" fmla="*/ 2484596 w 3114960"/>
              <a:gd name="connsiteY43931" fmla="*/ 640175 h 5143785"/>
              <a:gd name="connsiteX43932" fmla="*/ 2502503 w 3114960"/>
              <a:gd name="connsiteY43932" fmla="*/ 642652 h 5143785"/>
              <a:gd name="connsiteX43933" fmla="*/ 2502313 w 3114960"/>
              <a:gd name="connsiteY43933" fmla="*/ 606552 h 5143785"/>
              <a:gd name="connsiteX43934" fmla="*/ 2499836 w 3114960"/>
              <a:gd name="connsiteY43934" fmla="*/ 624459 h 5143785"/>
              <a:gd name="connsiteX43935" fmla="*/ 2481929 w 3114960"/>
              <a:gd name="connsiteY43935" fmla="*/ 621983 h 5143785"/>
              <a:gd name="connsiteX43936" fmla="*/ 2484406 w 3114960"/>
              <a:gd name="connsiteY43936" fmla="*/ 604076 h 5143785"/>
              <a:gd name="connsiteX43937" fmla="*/ 2502313 w 3114960"/>
              <a:gd name="connsiteY43937" fmla="*/ 606552 h 5143785"/>
              <a:gd name="connsiteX43938" fmla="*/ 2502789 w 3114960"/>
              <a:gd name="connsiteY43938" fmla="*/ 678752 h 5143785"/>
              <a:gd name="connsiteX43939" fmla="*/ 2500313 w 3114960"/>
              <a:gd name="connsiteY43939" fmla="*/ 696659 h 5143785"/>
              <a:gd name="connsiteX43940" fmla="*/ 2482405 w 3114960"/>
              <a:gd name="connsiteY43940" fmla="*/ 694182 h 5143785"/>
              <a:gd name="connsiteX43941" fmla="*/ 2484882 w 3114960"/>
              <a:gd name="connsiteY43941" fmla="*/ 676275 h 5143785"/>
              <a:gd name="connsiteX43942" fmla="*/ 2502789 w 3114960"/>
              <a:gd name="connsiteY43942" fmla="*/ 678752 h 5143785"/>
              <a:gd name="connsiteX43943" fmla="*/ 2446973 w 3114960"/>
              <a:gd name="connsiteY43943" fmla="*/ 4080510 h 5143785"/>
              <a:gd name="connsiteX43944" fmla="*/ 2604040 w 3114960"/>
              <a:gd name="connsiteY43944" fmla="*/ 4080129 h 5143785"/>
              <a:gd name="connsiteX43945" fmla="*/ 2605945 w 3114960"/>
              <a:gd name="connsiteY43945" fmla="*/ 4084320 h 5143785"/>
              <a:gd name="connsiteX43946" fmla="*/ 2605945 w 3114960"/>
              <a:gd name="connsiteY43946" fmla="*/ 4084320 h 5143785"/>
              <a:gd name="connsiteX43947" fmla="*/ 2614708 w 3114960"/>
              <a:gd name="connsiteY43947" fmla="*/ 4088702 h 5143785"/>
              <a:gd name="connsiteX43948" fmla="*/ 2621280 w 3114960"/>
              <a:gd name="connsiteY43948" fmla="*/ 4086511 h 5143785"/>
              <a:gd name="connsiteX43949" fmla="*/ 2623376 w 3114960"/>
              <a:gd name="connsiteY43949" fmla="*/ 4071176 h 5143785"/>
              <a:gd name="connsiteX43950" fmla="*/ 2616137 w 3114960"/>
              <a:gd name="connsiteY43950" fmla="*/ 4066889 h 5143785"/>
              <a:gd name="connsiteX43951" fmla="*/ 2608040 w 3114960"/>
              <a:gd name="connsiteY43951" fmla="*/ 4068985 h 5143785"/>
              <a:gd name="connsiteX43952" fmla="*/ 2604135 w 3114960"/>
              <a:gd name="connsiteY43952" fmla="*/ 4075367 h 5143785"/>
              <a:gd name="connsiteX43953" fmla="*/ 2445734 w 3114960"/>
              <a:gd name="connsiteY43953" fmla="*/ 4075748 h 5143785"/>
              <a:gd name="connsiteX43954" fmla="*/ 2444496 w 3114960"/>
              <a:gd name="connsiteY43954" fmla="*/ 4075748 h 5143785"/>
              <a:gd name="connsiteX43955" fmla="*/ 2426780 w 3114960"/>
              <a:gd name="connsiteY43955" fmla="*/ 4102132 h 5143785"/>
              <a:gd name="connsiteX43956" fmla="*/ 2298954 w 3114960"/>
              <a:gd name="connsiteY43956" fmla="*/ 4101942 h 5143785"/>
              <a:gd name="connsiteX43957" fmla="*/ 2298954 w 3114960"/>
              <a:gd name="connsiteY43957" fmla="*/ 4106704 h 5143785"/>
              <a:gd name="connsiteX43958" fmla="*/ 2429351 w 3114960"/>
              <a:gd name="connsiteY43958" fmla="*/ 4106894 h 5143785"/>
              <a:gd name="connsiteX43959" fmla="*/ 2447068 w 3114960"/>
              <a:gd name="connsiteY43959" fmla="*/ 4080510 h 5143785"/>
              <a:gd name="connsiteX43960" fmla="*/ 2610898 w 3114960"/>
              <a:gd name="connsiteY43960" fmla="*/ 4072795 h 5143785"/>
              <a:gd name="connsiteX43961" fmla="*/ 2615470 w 3114960"/>
              <a:gd name="connsiteY43961" fmla="*/ 4071557 h 5143785"/>
              <a:gd name="connsiteX43962" fmla="*/ 2619566 w 3114960"/>
              <a:gd name="connsiteY43962" fmla="*/ 4073938 h 5143785"/>
              <a:gd name="connsiteX43963" fmla="*/ 2618327 w 3114960"/>
              <a:gd name="connsiteY43963" fmla="*/ 4082605 h 5143785"/>
              <a:gd name="connsiteX43964" fmla="*/ 2609660 w 3114960"/>
              <a:gd name="connsiteY43964" fmla="*/ 4081367 h 5143785"/>
              <a:gd name="connsiteX43965" fmla="*/ 2610898 w 3114960"/>
              <a:gd name="connsiteY43965" fmla="*/ 4072700 h 5143785"/>
              <a:gd name="connsiteX43966" fmla="*/ 2555938 w 3114960"/>
              <a:gd name="connsiteY43966" fmla="*/ 562737 h 5143785"/>
              <a:gd name="connsiteX43967" fmla="*/ 2570988 w 3114960"/>
              <a:gd name="connsiteY43967" fmla="*/ 552736 h 5143785"/>
              <a:gd name="connsiteX43968" fmla="*/ 2580989 w 3114960"/>
              <a:gd name="connsiteY43968" fmla="*/ 567785 h 5143785"/>
              <a:gd name="connsiteX43969" fmla="*/ 2565940 w 3114960"/>
              <a:gd name="connsiteY43969" fmla="*/ 577787 h 5143785"/>
              <a:gd name="connsiteX43970" fmla="*/ 2555938 w 3114960"/>
              <a:gd name="connsiteY43970" fmla="*/ 562737 h 5143785"/>
              <a:gd name="connsiteX43971" fmla="*/ 2503265 w 3114960"/>
              <a:gd name="connsiteY43971" fmla="*/ 750951 h 5143785"/>
              <a:gd name="connsiteX43972" fmla="*/ 2500789 w 3114960"/>
              <a:gd name="connsiteY43972" fmla="*/ 768858 h 5143785"/>
              <a:gd name="connsiteX43973" fmla="*/ 2482882 w 3114960"/>
              <a:gd name="connsiteY43973" fmla="*/ 766382 h 5143785"/>
              <a:gd name="connsiteX43974" fmla="*/ 2485359 w 3114960"/>
              <a:gd name="connsiteY43974" fmla="*/ 748475 h 5143785"/>
              <a:gd name="connsiteX43975" fmla="*/ 2503265 w 3114960"/>
              <a:gd name="connsiteY43975" fmla="*/ 750951 h 5143785"/>
              <a:gd name="connsiteX43976" fmla="*/ 2158175 w 3114960"/>
              <a:gd name="connsiteY43976" fmla="*/ 975741 h 5143785"/>
              <a:gd name="connsiteX43977" fmla="*/ 2149602 w 3114960"/>
              <a:gd name="connsiteY43977" fmla="*/ 984314 h 5143785"/>
              <a:gd name="connsiteX43978" fmla="*/ 2141030 w 3114960"/>
              <a:gd name="connsiteY43978" fmla="*/ 975741 h 5143785"/>
              <a:gd name="connsiteX43979" fmla="*/ 2149602 w 3114960"/>
              <a:gd name="connsiteY43979" fmla="*/ 967169 h 5143785"/>
              <a:gd name="connsiteX43980" fmla="*/ 2158175 w 3114960"/>
              <a:gd name="connsiteY43980" fmla="*/ 975741 h 5143785"/>
              <a:gd name="connsiteX43981" fmla="*/ 84963 w 3114960"/>
              <a:gd name="connsiteY43981" fmla="*/ 2702719 h 5143785"/>
              <a:gd name="connsiteX43982" fmla="*/ 82487 w 3114960"/>
              <a:gd name="connsiteY43982" fmla="*/ 2684812 h 5143785"/>
              <a:gd name="connsiteX43983" fmla="*/ 100394 w 3114960"/>
              <a:gd name="connsiteY43983" fmla="*/ 2682335 h 5143785"/>
              <a:gd name="connsiteX43984" fmla="*/ 102870 w 3114960"/>
              <a:gd name="connsiteY43984" fmla="*/ 2700242 h 5143785"/>
              <a:gd name="connsiteX43985" fmla="*/ 84963 w 3114960"/>
              <a:gd name="connsiteY43985" fmla="*/ 2702719 h 5143785"/>
              <a:gd name="connsiteX43986" fmla="*/ 2502980 w 3114960"/>
              <a:gd name="connsiteY43986" fmla="*/ 714851 h 5143785"/>
              <a:gd name="connsiteX43987" fmla="*/ 2500503 w 3114960"/>
              <a:gd name="connsiteY43987" fmla="*/ 732758 h 5143785"/>
              <a:gd name="connsiteX43988" fmla="*/ 2482596 w 3114960"/>
              <a:gd name="connsiteY43988" fmla="*/ 730282 h 5143785"/>
              <a:gd name="connsiteX43989" fmla="*/ 2485073 w 3114960"/>
              <a:gd name="connsiteY43989" fmla="*/ 712375 h 5143785"/>
              <a:gd name="connsiteX43990" fmla="*/ 2502980 w 3114960"/>
              <a:gd name="connsiteY43990" fmla="*/ 714851 h 5143785"/>
              <a:gd name="connsiteX43991" fmla="*/ 3100673 w 3114960"/>
              <a:gd name="connsiteY43991" fmla="*/ 4384548 h 5143785"/>
              <a:gd name="connsiteX43992" fmla="*/ 3102007 w 3114960"/>
              <a:gd name="connsiteY43992" fmla="*/ 4384644 h 5143785"/>
              <a:gd name="connsiteX43993" fmla="*/ 3110579 w 3114960"/>
              <a:gd name="connsiteY43993" fmla="*/ 4377976 h 5143785"/>
              <a:gd name="connsiteX43994" fmla="*/ 3114675 w 3114960"/>
              <a:gd name="connsiteY43994" fmla="*/ 4377976 h 5143785"/>
              <a:gd name="connsiteX43995" fmla="*/ 3114675 w 3114960"/>
              <a:gd name="connsiteY43995" fmla="*/ 4373213 h 5143785"/>
              <a:gd name="connsiteX43996" fmla="*/ 3110675 w 3114960"/>
              <a:gd name="connsiteY43996" fmla="*/ 4373213 h 5143785"/>
              <a:gd name="connsiteX43997" fmla="*/ 3103245 w 3114960"/>
              <a:gd name="connsiteY43997" fmla="*/ 4366641 h 5143785"/>
              <a:gd name="connsiteX43998" fmla="*/ 3096482 w 3114960"/>
              <a:gd name="connsiteY43998" fmla="*/ 4368356 h 5143785"/>
              <a:gd name="connsiteX43999" fmla="*/ 3092863 w 3114960"/>
              <a:gd name="connsiteY43999" fmla="*/ 4374261 h 5143785"/>
              <a:gd name="connsiteX44000" fmla="*/ 3100483 w 3114960"/>
              <a:gd name="connsiteY44000" fmla="*/ 4384548 h 5143785"/>
              <a:gd name="connsiteX44001" fmla="*/ 3102007 w 3114960"/>
              <a:gd name="connsiteY44001" fmla="*/ 4371213 h 5143785"/>
              <a:gd name="connsiteX44002" fmla="*/ 3102674 w 3114960"/>
              <a:gd name="connsiteY44002" fmla="*/ 4371213 h 5143785"/>
              <a:gd name="connsiteX44003" fmla="*/ 3106293 w 3114960"/>
              <a:gd name="connsiteY44003" fmla="*/ 4376071 h 5143785"/>
              <a:gd name="connsiteX44004" fmla="*/ 3101435 w 3114960"/>
              <a:gd name="connsiteY44004" fmla="*/ 4379690 h 5143785"/>
              <a:gd name="connsiteX44005" fmla="*/ 3097816 w 3114960"/>
              <a:gd name="connsiteY44005" fmla="*/ 4374833 h 5143785"/>
              <a:gd name="connsiteX44006" fmla="*/ 3102102 w 3114960"/>
              <a:gd name="connsiteY44006" fmla="*/ 4371118 h 5143785"/>
              <a:gd name="connsiteX44007" fmla="*/ 2158175 w 3114960"/>
              <a:gd name="connsiteY44007" fmla="*/ 887349 h 5143785"/>
              <a:gd name="connsiteX44008" fmla="*/ 2149602 w 3114960"/>
              <a:gd name="connsiteY44008" fmla="*/ 895922 h 5143785"/>
              <a:gd name="connsiteX44009" fmla="*/ 2141030 w 3114960"/>
              <a:gd name="connsiteY44009" fmla="*/ 887349 h 5143785"/>
              <a:gd name="connsiteX44010" fmla="*/ 2149602 w 3114960"/>
              <a:gd name="connsiteY44010" fmla="*/ 878777 h 5143785"/>
              <a:gd name="connsiteX44011" fmla="*/ 2158175 w 3114960"/>
              <a:gd name="connsiteY44011" fmla="*/ 887349 h 5143785"/>
              <a:gd name="connsiteX44012" fmla="*/ 2452688 w 3114960"/>
              <a:gd name="connsiteY44012" fmla="*/ 634175 h 5143785"/>
              <a:gd name="connsiteX44013" fmla="*/ 2443067 w 3114960"/>
              <a:gd name="connsiteY44013" fmla="*/ 643128 h 5143785"/>
              <a:gd name="connsiteX44014" fmla="*/ 2391918 w 3114960"/>
              <a:gd name="connsiteY44014" fmla="*/ 643128 h 5143785"/>
              <a:gd name="connsiteX44015" fmla="*/ 2268379 w 3114960"/>
              <a:gd name="connsiteY44015" fmla="*/ 745141 h 5143785"/>
              <a:gd name="connsiteX44016" fmla="*/ 2266474 w 3114960"/>
              <a:gd name="connsiteY44016" fmla="*/ 743141 h 5143785"/>
              <a:gd name="connsiteX44017" fmla="*/ 2258568 w 3114960"/>
              <a:gd name="connsiteY44017" fmla="*/ 740664 h 5143785"/>
              <a:gd name="connsiteX44018" fmla="*/ 2256092 w 3114960"/>
              <a:gd name="connsiteY44018" fmla="*/ 740854 h 5143785"/>
              <a:gd name="connsiteX44019" fmla="*/ 2247138 w 3114960"/>
              <a:gd name="connsiteY44019" fmla="*/ 746570 h 5143785"/>
              <a:gd name="connsiteX44020" fmla="*/ 2244852 w 3114960"/>
              <a:gd name="connsiteY44020" fmla="*/ 756952 h 5143785"/>
              <a:gd name="connsiteX44021" fmla="*/ 2260949 w 3114960"/>
              <a:gd name="connsiteY44021" fmla="*/ 768191 h 5143785"/>
              <a:gd name="connsiteX44022" fmla="*/ 2272189 w 3114960"/>
              <a:gd name="connsiteY44022" fmla="*/ 752094 h 5143785"/>
              <a:gd name="connsiteX44023" fmla="*/ 2271903 w 3114960"/>
              <a:gd name="connsiteY44023" fmla="*/ 751427 h 5143785"/>
              <a:gd name="connsiteX44024" fmla="*/ 2394490 w 3114960"/>
              <a:gd name="connsiteY44024" fmla="*/ 650272 h 5143785"/>
              <a:gd name="connsiteX44025" fmla="*/ 2443067 w 3114960"/>
              <a:gd name="connsiteY44025" fmla="*/ 650272 h 5143785"/>
              <a:gd name="connsiteX44026" fmla="*/ 2457736 w 3114960"/>
              <a:gd name="connsiteY44026" fmla="*/ 659225 h 5143785"/>
              <a:gd name="connsiteX44027" fmla="*/ 2467737 w 3114960"/>
              <a:gd name="connsiteY44027" fmla="*/ 644176 h 5143785"/>
              <a:gd name="connsiteX44028" fmla="*/ 2452688 w 3114960"/>
              <a:gd name="connsiteY44028" fmla="*/ 634175 h 5143785"/>
              <a:gd name="connsiteX44029" fmla="*/ 2259711 w 3114960"/>
              <a:gd name="connsiteY44029" fmla="*/ 761048 h 5143785"/>
              <a:gd name="connsiteX44030" fmla="*/ 2258568 w 3114960"/>
              <a:gd name="connsiteY44030" fmla="*/ 761143 h 5143785"/>
              <a:gd name="connsiteX44031" fmla="*/ 2251901 w 3114960"/>
              <a:gd name="connsiteY44031" fmla="*/ 755618 h 5143785"/>
              <a:gd name="connsiteX44032" fmla="*/ 2253044 w 3114960"/>
              <a:gd name="connsiteY44032" fmla="*/ 750570 h 5143785"/>
              <a:gd name="connsiteX44033" fmla="*/ 2257425 w 3114960"/>
              <a:gd name="connsiteY44033" fmla="*/ 747808 h 5143785"/>
              <a:gd name="connsiteX44034" fmla="*/ 2265236 w 3114960"/>
              <a:gd name="connsiteY44034" fmla="*/ 753237 h 5143785"/>
              <a:gd name="connsiteX44035" fmla="*/ 2259806 w 3114960"/>
              <a:gd name="connsiteY44035" fmla="*/ 761048 h 5143785"/>
              <a:gd name="connsiteX44036" fmla="*/ 2189417 w 3114960"/>
              <a:gd name="connsiteY44036" fmla="*/ 886873 h 5143785"/>
              <a:gd name="connsiteX44037" fmla="*/ 2169128 w 3114960"/>
              <a:gd name="connsiteY44037" fmla="*/ 886587 h 5143785"/>
              <a:gd name="connsiteX44038" fmla="*/ 2165318 w 3114960"/>
              <a:gd name="connsiteY44038" fmla="*/ 875824 h 5143785"/>
              <a:gd name="connsiteX44039" fmla="*/ 2149507 w 3114960"/>
              <a:gd name="connsiteY44039" fmla="*/ 867823 h 5143785"/>
              <a:gd name="connsiteX44040" fmla="*/ 2137982 w 3114960"/>
              <a:gd name="connsiteY44040" fmla="*/ 871633 h 5143785"/>
              <a:gd name="connsiteX44041" fmla="*/ 2130266 w 3114960"/>
              <a:gd name="connsiteY44041" fmla="*/ 884396 h 5143785"/>
              <a:gd name="connsiteX44042" fmla="*/ 2133791 w 3114960"/>
              <a:gd name="connsiteY44042" fmla="*/ 898874 h 5143785"/>
              <a:gd name="connsiteX44043" fmla="*/ 2161127 w 3114960"/>
              <a:gd name="connsiteY44043" fmla="*/ 903065 h 5143785"/>
              <a:gd name="connsiteX44044" fmla="*/ 2167985 w 3114960"/>
              <a:gd name="connsiteY44044" fmla="*/ 893731 h 5143785"/>
              <a:gd name="connsiteX44045" fmla="*/ 2187131 w 3114960"/>
              <a:gd name="connsiteY44045" fmla="*/ 894017 h 5143785"/>
              <a:gd name="connsiteX44046" fmla="*/ 2205609 w 3114960"/>
              <a:gd name="connsiteY44046" fmla="*/ 906494 h 5143785"/>
              <a:gd name="connsiteX44047" fmla="*/ 2371916 w 3114960"/>
              <a:gd name="connsiteY44047" fmla="*/ 906494 h 5143785"/>
              <a:gd name="connsiteX44048" fmla="*/ 2393918 w 3114960"/>
              <a:gd name="connsiteY44048" fmla="*/ 885158 h 5143785"/>
              <a:gd name="connsiteX44049" fmla="*/ 2457641 w 3114960"/>
              <a:gd name="connsiteY44049" fmla="*/ 885158 h 5143785"/>
              <a:gd name="connsiteX44050" fmla="*/ 2479643 w 3114960"/>
              <a:gd name="connsiteY44050" fmla="*/ 862394 h 5143785"/>
              <a:gd name="connsiteX44051" fmla="*/ 2479643 w 3114960"/>
              <a:gd name="connsiteY44051" fmla="*/ 800100 h 5143785"/>
              <a:gd name="connsiteX44052" fmla="*/ 2468118 w 3114960"/>
              <a:gd name="connsiteY44052" fmla="*/ 791337 h 5143785"/>
              <a:gd name="connsiteX44053" fmla="*/ 2468690 w 3114960"/>
              <a:gd name="connsiteY44053" fmla="*/ 784479 h 5143785"/>
              <a:gd name="connsiteX44054" fmla="*/ 2453640 w 3114960"/>
              <a:gd name="connsiteY44054" fmla="*/ 774478 h 5143785"/>
              <a:gd name="connsiteX44055" fmla="*/ 2443639 w 3114960"/>
              <a:gd name="connsiteY44055" fmla="*/ 789527 h 5143785"/>
              <a:gd name="connsiteX44056" fmla="*/ 2458688 w 3114960"/>
              <a:gd name="connsiteY44056" fmla="*/ 799529 h 5143785"/>
              <a:gd name="connsiteX44057" fmla="*/ 2463832 w 3114960"/>
              <a:gd name="connsiteY44057" fmla="*/ 797147 h 5143785"/>
              <a:gd name="connsiteX44058" fmla="*/ 2472500 w 3114960"/>
              <a:gd name="connsiteY44058" fmla="*/ 803720 h 5143785"/>
              <a:gd name="connsiteX44059" fmla="*/ 2472500 w 3114960"/>
              <a:gd name="connsiteY44059" fmla="*/ 859536 h 5143785"/>
              <a:gd name="connsiteX44060" fmla="*/ 2454593 w 3114960"/>
              <a:gd name="connsiteY44060" fmla="*/ 878110 h 5143785"/>
              <a:gd name="connsiteX44061" fmla="*/ 2390966 w 3114960"/>
              <a:gd name="connsiteY44061" fmla="*/ 878110 h 5143785"/>
              <a:gd name="connsiteX44062" fmla="*/ 2368963 w 3114960"/>
              <a:gd name="connsiteY44062" fmla="*/ 899446 h 5143785"/>
              <a:gd name="connsiteX44063" fmla="*/ 2207800 w 3114960"/>
              <a:gd name="connsiteY44063" fmla="*/ 899446 h 5143785"/>
              <a:gd name="connsiteX44064" fmla="*/ 2189321 w 3114960"/>
              <a:gd name="connsiteY44064" fmla="*/ 886968 h 5143785"/>
              <a:gd name="connsiteX44065" fmla="*/ 2156841 w 3114960"/>
              <a:gd name="connsiteY44065" fmla="*/ 897350 h 5143785"/>
              <a:gd name="connsiteX44066" fmla="*/ 2149507 w 3114960"/>
              <a:gd name="connsiteY44066" fmla="*/ 899732 h 5143785"/>
              <a:gd name="connsiteX44067" fmla="*/ 2139506 w 3114960"/>
              <a:gd name="connsiteY44067" fmla="*/ 894683 h 5143785"/>
              <a:gd name="connsiteX44068" fmla="*/ 2137220 w 3114960"/>
              <a:gd name="connsiteY44068" fmla="*/ 885444 h 5143785"/>
              <a:gd name="connsiteX44069" fmla="*/ 2142173 w 3114960"/>
              <a:gd name="connsiteY44069" fmla="*/ 877348 h 5143785"/>
              <a:gd name="connsiteX44070" fmla="*/ 2159508 w 3114960"/>
              <a:gd name="connsiteY44070" fmla="*/ 880015 h 5143785"/>
              <a:gd name="connsiteX44071" fmla="*/ 2161794 w 3114960"/>
              <a:gd name="connsiteY44071" fmla="*/ 889254 h 5143785"/>
              <a:gd name="connsiteX44072" fmla="*/ 2156841 w 3114960"/>
              <a:gd name="connsiteY44072" fmla="*/ 897350 h 5143785"/>
              <a:gd name="connsiteX44073" fmla="*/ 2611946 w 3114960"/>
              <a:gd name="connsiteY44073" fmla="*/ 4103180 h 5143785"/>
              <a:gd name="connsiteX44074" fmla="*/ 2607945 w 3114960"/>
              <a:gd name="connsiteY44074" fmla="*/ 4109561 h 5143785"/>
              <a:gd name="connsiteX44075" fmla="*/ 2488883 w 3114960"/>
              <a:gd name="connsiteY44075" fmla="*/ 4109561 h 5143785"/>
              <a:gd name="connsiteX44076" fmla="*/ 2471166 w 3114960"/>
              <a:gd name="connsiteY44076" fmla="*/ 4135946 h 5143785"/>
              <a:gd name="connsiteX44077" fmla="*/ 2368868 w 3114960"/>
              <a:gd name="connsiteY44077" fmla="*/ 4135946 h 5143785"/>
              <a:gd name="connsiteX44078" fmla="*/ 2358104 w 3114960"/>
              <a:gd name="connsiteY44078" fmla="*/ 4127183 h 5143785"/>
              <a:gd name="connsiteX44079" fmla="*/ 2346865 w 3114960"/>
              <a:gd name="connsiteY44079" fmla="*/ 4138422 h 5143785"/>
              <a:gd name="connsiteX44080" fmla="*/ 2358104 w 3114960"/>
              <a:gd name="connsiteY44080" fmla="*/ 4149662 h 5143785"/>
              <a:gd name="connsiteX44081" fmla="*/ 2368868 w 3114960"/>
              <a:gd name="connsiteY44081" fmla="*/ 4140803 h 5143785"/>
              <a:gd name="connsiteX44082" fmla="*/ 2473738 w 3114960"/>
              <a:gd name="connsiteY44082" fmla="*/ 4140803 h 5143785"/>
              <a:gd name="connsiteX44083" fmla="*/ 2491454 w 3114960"/>
              <a:gd name="connsiteY44083" fmla="*/ 4114324 h 5143785"/>
              <a:gd name="connsiteX44084" fmla="*/ 2607945 w 3114960"/>
              <a:gd name="connsiteY44084" fmla="*/ 4114324 h 5143785"/>
              <a:gd name="connsiteX44085" fmla="*/ 2609850 w 3114960"/>
              <a:gd name="connsiteY44085" fmla="*/ 4118515 h 5143785"/>
              <a:gd name="connsiteX44086" fmla="*/ 2609850 w 3114960"/>
              <a:gd name="connsiteY44086" fmla="*/ 4118515 h 5143785"/>
              <a:gd name="connsiteX44087" fmla="*/ 2618613 w 3114960"/>
              <a:gd name="connsiteY44087" fmla="*/ 4122896 h 5143785"/>
              <a:gd name="connsiteX44088" fmla="*/ 2625185 w 3114960"/>
              <a:gd name="connsiteY44088" fmla="*/ 4120705 h 5143785"/>
              <a:gd name="connsiteX44089" fmla="*/ 2627281 w 3114960"/>
              <a:gd name="connsiteY44089" fmla="*/ 4105370 h 5143785"/>
              <a:gd name="connsiteX44090" fmla="*/ 2620042 w 3114960"/>
              <a:gd name="connsiteY44090" fmla="*/ 4101084 h 5143785"/>
              <a:gd name="connsiteX44091" fmla="*/ 2611946 w 3114960"/>
              <a:gd name="connsiteY44091" fmla="*/ 4103180 h 5143785"/>
              <a:gd name="connsiteX44092" fmla="*/ 2358104 w 3114960"/>
              <a:gd name="connsiteY44092" fmla="*/ 4144804 h 5143785"/>
              <a:gd name="connsiteX44093" fmla="*/ 2351627 w 3114960"/>
              <a:gd name="connsiteY44093" fmla="*/ 4138327 h 5143785"/>
              <a:gd name="connsiteX44094" fmla="*/ 2358104 w 3114960"/>
              <a:gd name="connsiteY44094" fmla="*/ 4131850 h 5143785"/>
              <a:gd name="connsiteX44095" fmla="*/ 2364581 w 3114960"/>
              <a:gd name="connsiteY44095" fmla="*/ 4138327 h 5143785"/>
              <a:gd name="connsiteX44096" fmla="*/ 2358104 w 3114960"/>
              <a:gd name="connsiteY44096" fmla="*/ 4144804 h 5143785"/>
              <a:gd name="connsiteX44097" fmla="*/ 2622233 w 3114960"/>
              <a:gd name="connsiteY44097" fmla="*/ 4116800 h 5143785"/>
              <a:gd name="connsiteX44098" fmla="*/ 2613565 w 3114960"/>
              <a:gd name="connsiteY44098" fmla="*/ 4115562 h 5143785"/>
              <a:gd name="connsiteX44099" fmla="*/ 2614803 w 3114960"/>
              <a:gd name="connsiteY44099" fmla="*/ 4106894 h 5143785"/>
              <a:gd name="connsiteX44100" fmla="*/ 2619375 w 3114960"/>
              <a:gd name="connsiteY44100" fmla="*/ 4105656 h 5143785"/>
              <a:gd name="connsiteX44101" fmla="*/ 2623471 w 3114960"/>
              <a:gd name="connsiteY44101" fmla="*/ 4108037 h 5143785"/>
              <a:gd name="connsiteX44102" fmla="*/ 2622233 w 3114960"/>
              <a:gd name="connsiteY44102" fmla="*/ 4116705 h 5143785"/>
              <a:gd name="connsiteX44103" fmla="*/ 3107436 w 3114960"/>
              <a:gd name="connsiteY44103" fmla="*/ 4275487 h 5143785"/>
              <a:gd name="connsiteX44104" fmla="*/ 3114770 w 3114960"/>
              <a:gd name="connsiteY44104" fmla="*/ 4275487 h 5143785"/>
              <a:gd name="connsiteX44105" fmla="*/ 3114770 w 3114960"/>
              <a:gd name="connsiteY44105" fmla="*/ 4270724 h 5143785"/>
              <a:gd name="connsiteX44106" fmla="*/ 3109436 w 3114960"/>
              <a:gd name="connsiteY44106" fmla="*/ 4270724 h 5143785"/>
              <a:gd name="connsiteX44107" fmla="*/ 3034094 w 3114960"/>
              <a:gd name="connsiteY44107" fmla="*/ 4191572 h 5143785"/>
              <a:gd name="connsiteX44108" fmla="*/ 3034094 w 3114960"/>
              <a:gd name="connsiteY44108" fmla="*/ 4180618 h 5143785"/>
              <a:gd name="connsiteX44109" fmla="*/ 3041618 w 3114960"/>
              <a:gd name="connsiteY44109" fmla="*/ 4167092 h 5143785"/>
              <a:gd name="connsiteX44110" fmla="*/ 3028093 w 3114960"/>
              <a:gd name="connsiteY44110" fmla="*/ 4159568 h 5143785"/>
              <a:gd name="connsiteX44111" fmla="*/ 3020568 w 3114960"/>
              <a:gd name="connsiteY44111" fmla="*/ 4173093 h 5143785"/>
              <a:gd name="connsiteX44112" fmla="*/ 3029426 w 3114960"/>
              <a:gd name="connsiteY44112" fmla="*/ 4180713 h 5143785"/>
              <a:gd name="connsiteX44113" fmla="*/ 3029426 w 3114960"/>
              <a:gd name="connsiteY44113" fmla="*/ 4193381 h 5143785"/>
              <a:gd name="connsiteX44114" fmla="*/ 3107436 w 3114960"/>
              <a:gd name="connsiteY44114" fmla="*/ 4275392 h 5143785"/>
              <a:gd name="connsiteX44115" fmla="*/ 3025140 w 3114960"/>
              <a:gd name="connsiteY44115" fmla="*/ 4171760 h 5143785"/>
              <a:gd name="connsiteX44116" fmla="*/ 3025712 w 3114960"/>
              <a:gd name="connsiteY44116" fmla="*/ 4167092 h 5143785"/>
              <a:gd name="connsiteX44117" fmla="*/ 3029426 w 3114960"/>
              <a:gd name="connsiteY44117" fmla="*/ 4164140 h 5143785"/>
              <a:gd name="connsiteX44118" fmla="*/ 3031141 w 3114960"/>
              <a:gd name="connsiteY44118" fmla="*/ 4163854 h 5143785"/>
              <a:gd name="connsiteX44119" fmla="*/ 3037046 w 3114960"/>
              <a:gd name="connsiteY44119" fmla="*/ 4168330 h 5143785"/>
              <a:gd name="connsiteX44120" fmla="*/ 3032760 w 3114960"/>
              <a:gd name="connsiteY44120" fmla="*/ 4175951 h 5143785"/>
              <a:gd name="connsiteX44121" fmla="*/ 3025140 w 3114960"/>
              <a:gd name="connsiteY44121" fmla="*/ 4171664 h 5143785"/>
              <a:gd name="connsiteX44122" fmla="*/ 697135 w 3114960"/>
              <a:gd name="connsiteY44122" fmla="*/ 2100834 h 5143785"/>
              <a:gd name="connsiteX44123" fmla="*/ 706850 w 3114960"/>
              <a:gd name="connsiteY44123" fmla="*/ 2092357 h 5143785"/>
              <a:gd name="connsiteX44124" fmla="*/ 710660 w 3114960"/>
              <a:gd name="connsiteY44124" fmla="*/ 2092643 h 5143785"/>
              <a:gd name="connsiteX44125" fmla="*/ 719138 w 3114960"/>
              <a:gd name="connsiteY44125" fmla="*/ 2102358 h 5143785"/>
              <a:gd name="connsiteX44126" fmla="*/ 718852 w 3114960"/>
              <a:gd name="connsiteY44126" fmla="*/ 2106168 h 5143785"/>
              <a:gd name="connsiteX44127" fmla="*/ 709136 w 3114960"/>
              <a:gd name="connsiteY44127" fmla="*/ 2114645 h 5143785"/>
              <a:gd name="connsiteX44128" fmla="*/ 705326 w 3114960"/>
              <a:gd name="connsiteY44128" fmla="*/ 2114360 h 5143785"/>
              <a:gd name="connsiteX44129" fmla="*/ 696849 w 3114960"/>
              <a:gd name="connsiteY44129" fmla="*/ 2104644 h 5143785"/>
              <a:gd name="connsiteX44130" fmla="*/ 697135 w 3114960"/>
              <a:gd name="connsiteY44130" fmla="*/ 2100834 h 5143785"/>
              <a:gd name="connsiteX44131" fmla="*/ 3028379 w 3114960"/>
              <a:gd name="connsiteY44131" fmla="*/ 4092321 h 5143785"/>
              <a:gd name="connsiteX44132" fmla="*/ 3020854 w 3114960"/>
              <a:gd name="connsiteY44132" fmla="*/ 4105847 h 5143785"/>
              <a:gd name="connsiteX44133" fmla="*/ 3026093 w 3114960"/>
              <a:gd name="connsiteY44133" fmla="*/ 4112419 h 5143785"/>
              <a:gd name="connsiteX44134" fmla="*/ 3029712 w 3114960"/>
              <a:gd name="connsiteY44134" fmla="*/ 4113562 h 5143785"/>
              <a:gd name="connsiteX44135" fmla="*/ 3029712 w 3114960"/>
              <a:gd name="connsiteY44135" fmla="*/ 4126135 h 5143785"/>
              <a:gd name="connsiteX44136" fmla="*/ 3114770 w 3114960"/>
              <a:gd name="connsiteY44136" fmla="*/ 4216242 h 5143785"/>
              <a:gd name="connsiteX44137" fmla="*/ 3114770 w 3114960"/>
              <a:gd name="connsiteY44137" fmla="*/ 4209288 h 5143785"/>
              <a:gd name="connsiteX44138" fmla="*/ 3034379 w 3114960"/>
              <a:gd name="connsiteY44138" fmla="*/ 4124230 h 5143785"/>
              <a:gd name="connsiteX44139" fmla="*/ 3034379 w 3114960"/>
              <a:gd name="connsiteY44139" fmla="*/ 4113276 h 5143785"/>
              <a:gd name="connsiteX44140" fmla="*/ 3041904 w 3114960"/>
              <a:gd name="connsiteY44140" fmla="*/ 4099751 h 5143785"/>
              <a:gd name="connsiteX44141" fmla="*/ 3041904 w 3114960"/>
              <a:gd name="connsiteY44141" fmla="*/ 4099751 h 5143785"/>
              <a:gd name="connsiteX44142" fmla="*/ 3028379 w 3114960"/>
              <a:gd name="connsiteY44142" fmla="*/ 4092226 h 5143785"/>
              <a:gd name="connsiteX44143" fmla="*/ 3033046 w 3114960"/>
              <a:gd name="connsiteY44143" fmla="*/ 4108799 h 5143785"/>
              <a:gd name="connsiteX44144" fmla="*/ 3028379 w 3114960"/>
              <a:gd name="connsiteY44144" fmla="*/ 4108228 h 5143785"/>
              <a:gd name="connsiteX44145" fmla="*/ 3025426 w 3114960"/>
              <a:gd name="connsiteY44145" fmla="*/ 4104513 h 5143785"/>
              <a:gd name="connsiteX44146" fmla="*/ 3029712 w 3114960"/>
              <a:gd name="connsiteY44146" fmla="*/ 4096893 h 5143785"/>
              <a:gd name="connsiteX44147" fmla="*/ 3031427 w 3114960"/>
              <a:gd name="connsiteY44147" fmla="*/ 4096607 h 5143785"/>
              <a:gd name="connsiteX44148" fmla="*/ 3037427 w 3114960"/>
              <a:gd name="connsiteY44148" fmla="*/ 4101084 h 5143785"/>
              <a:gd name="connsiteX44149" fmla="*/ 3033141 w 3114960"/>
              <a:gd name="connsiteY44149" fmla="*/ 4108704 h 5143785"/>
              <a:gd name="connsiteX44150" fmla="*/ 117062 w 3114960"/>
              <a:gd name="connsiteY44150" fmla="*/ 2704243 h 5143785"/>
              <a:gd name="connsiteX44151" fmla="*/ 132112 w 3114960"/>
              <a:gd name="connsiteY44151" fmla="*/ 2694242 h 5143785"/>
              <a:gd name="connsiteX44152" fmla="*/ 142113 w 3114960"/>
              <a:gd name="connsiteY44152" fmla="*/ 2709291 h 5143785"/>
              <a:gd name="connsiteX44153" fmla="*/ 127064 w 3114960"/>
              <a:gd name="connsiteY44153" fmla="*/ 2719292 h 5143785"/>
              <a:gd name="connsiteX44154" fmla="*/ 117062 w 3114960"/>
              <a:gd name="connsiteY44154" fmla="*/ 2704243 h 5143785"/>
              <a:gd name="connsiteX44155" fmla="*/ 2558415 w 3114960"/>
              <a:gd name="connsiteY44155" fmla="*/ 4205669 h 5143785"/>
              <a:gd name="connsiteX44156" fmla="*/ 2568321 w 3114960"/>
              <a:gd name="connsiteY44156" fmla="*/ 4205669 h 5143785"/>
              <a:gd name="connsiteX44157" fmla="*/ 2572226 w 3114960"/>
              <a:gd name="connsiteY44157" fmla="*/ 4201763 h 5143785"/>
              <a:gd name="connsiteX44158" fmla="*/ 2572226 w 3114960"/>
              <a:gd name="connsiteY44158" fmla="*/ 4191857 h 5143785"/>
              <a:gd name="connsiteX44159" fmla="*/ 2568321 w 3114960"/>
              <a:gd name="connsiteY44159" fmla="*/ 4187952 h 5143785"/>
              <a:gd name="connsiteX44160" fmla="*/ 2558415 w 3114960"/>
              <a:gd name="connsiteY44160" fmla="*/ 4187952 h 5143785"/>
              <a:gd name="connsiteX44161" fmla="*/ 2554510 w 3114960"/>
              <a:gd name="connsiteY44161" fmla="*/ 4191857 h 5143785"/>
              <a:gd name="connsiteX44162" fmla="*/ 2554510 w 3114960"/>
              <a:gd name="connsiteY44162" fmla="*/ 4194429 h 5143785"/>
              <a:gd name="connsiteX44163" fmla="*/ 2519744 w 3114960"/>
              <a:gd name="connsiteY44163" fmla="*/ 4194429 h 5143785"/>
              <a:gd name="connsiteX44164" fmla="*/ 2497074 w 3114960"/>
              <a:gd name="connsiteY44164" fmla="*/ 4172807 h 5143785"/>
              <a:gd name="connsiteX44165" fmla="*/ 2499170 w 3114960"/>
              <a:gd name="connsiteY44165" fmla="*/ 4168045 h 5143785"/>
              <a:gd name="connsiteX44166" fmla="*/ 2497074 w 3114960"/>
              <a:gd name="connsiteY44166" fmla="*/ 4159949 h 5143785"/>
              <a:gd name="connsiteX44167" fmla="*/ 2489835 w 3114960"/>
              <a:gd name="connsiteY44167" fmla="*/ 4155662 h 5143785"/>
              <a:gd name="connsiteX44168" fmla="*/ 2481739 w 3114960"/>
              <a:gd name="connsiteY44168" fmla="*/ 4157758 h 5143785"/>
              <a:gd name="connsiteX44169" fmla="*/ 2477548 w 3114960"/>
              <a:gd name="connsiteY44169" fmla="*/ 4164997 h 5143785"/>
              <a:gd name="connsiteX44170" fmla="*/ 2479643 w 3114960"/>
              <a:gd name="connsiteY44170" fmla="*/ 4173093 h 5143785"/>
              <a:gd name="connsiteX44171" fmla="*/ 2479643 w 3114960"/>
              <a:gd name="connsiteY44171" fmla="*/ 4173093 h 5143785"/>
              <a:gd name="connsiteX44172" fmla="*/ 2488406 w 3114960"/>
              <a:gd name="connsiteY44172" fmla="*/ 4177475 h 5143785"/>
              <a:gd name="connsiteX44173" fmla="*/ 2493550 w 3114960"/>
              <a:gd name="connsiteY44173" fmla="*/ 4176046 h 5143785"/>
              <a:gd name="connsiteX44174" fmla="*/ 2517172 w 3114960"/>
              <a:gd name="connsiteY44174" fmla="*/ 4198525 h 5143785"/>
              <a:gd name="connsiteX44175" fmla="*/ 2518791 w 3114960"/>
              <a:gd name="connsiteY44175" fmla="*/ 4199192 h 5143785"/>
              <a:gd name="connsiteX44176" fmla="*/ 2554510 w 3114960"/>
              <a:gd name="connsiteY44176" fmla="*/ 4199192 h 5143785"/>
              <a:gd name="connsiteX44177" fmla="*/ 2554510 w 3114960"/>
              <a:gd name="connsiteY44177" fmla="*/ 4201763 h 5143785"/>
              <a:gd name="connsiteX44178" fmla="*/ 2558415 w 3114960"/>
              <a:gd name="connsiteY44178" fmla="*/ 4205669 h 5143785"/>
              <a:gd name="connsiteX44179" fmla="*/ 2492026 w 3114960"/>
              <a:gd name="connsiteY44179" fmla="*/ 4171474 h 5143785"/>
              <a:gd name="connsiteX44180" fmla="*/ 2483358 w 3114960"/>
              <a:gd name="connsiteY44180" fmla="*/ 4170236 h 5143785"/>
              <a:gd name="connsiteX44181" fmla="*/ 2482120 w 3114960"/>
              <a:gd name="connsiteY44181" fmla="*/ 4165663 h 5143785"/>
              <a:gd name="connsiteX44182" fmla="*/ 2484501 w 3114960"/>
              <a:gd name="connsiteY44182" fmla="*/ 4161568 h 5143785"/>
              <a:gd name="connsiteX44183" fmla="*/ 2489073 w 3114960"/>
              <a:gd name="connsiteY44183" fmla="*/ 4160425 h 5143785"/>
              <a:gd name="connsiteX44184" fmla="*/ 2493169 w 3114960"/>
              <a:gd name="connsiteY44184" fmla="*/ 4162806 h 5143785"/>
              <a:gd name="connsiteX44185" fmla="*/ 2494407 w 3114960"/>
              <a:gd name="connsiteY44185" fmla="*/ 4167378 h 5143785"/>
              <a:gd name="connsiteX44186" fmla="*/ 2492026 w 3114960"/>
              <a:gd name="connsiteY44186" fmla="*/ 4171474 h 5143785"/>
              <a:gd name="connsiteX44187" fmla="*/ 3045143 w 3114960"/>
              <a:gd name="connsiteY44187" fmla="*/ 3975545 h 5143785"/>
              <a:gd name="connsiteX44188" fmla="*/ 3007138 w 3114960"/>
              <a:gd name="connsiteY44188" fmla="*/ 3975545 h 5143785"/>
              <a:gd name="connsiteX44189" fmla="*/ 2996375 w 3114960"/>
              <a:gd name="connsiteY44189" fmla="*/ 3986308 h 5143785"/>
              <a:gd name="connsiteX44190" fmla="*/ 3007138 w 3114960"/>
              <a:gd name="connsiteY44190" fmla="*/ 3997071 h 5143785"/>
              <a:gd name="connsiteX44191" fmla="*/ 3051715 w 3114960"/>
              <a:gd name="connsiteY44191" fmla="*/ 3997071 h 5143785"/>
              <a:gd name="connsiteX44192" fmla="*/ 3051715 w 3114960"/>
              <a:gd name="connsiteY44192" fmla="*/ 4003834 h 5143785"/>
              <a:gd name="connsiteX44193" fmla="*/ 3054096 w 3114960"/>
              <a:gd name="connsiteY44193" fmla="*/ 4006215 h 5143785"/>
              <a:gd name="connsiteX44194" fmla="*/ 3062097 w 3114960"/>
              <a:gd name="connsiteY44194" fmla="*/ 4006215 h 5143785"/>
              <a:gd name="connsiteX44195" fmla="*/ 3064478 w 3114960"/>
              <a:gd name="connsiteY44195" fmla="*/ 4003834 h 5143785"/>
              <a:gd name="connsiteX44196" fmla="*/ 3064478 w 3114960"/>
              <a:gd name="connsiteY44196" fmla="*/ 3997071 h 5143785"/>
              <a:gd name="connsiteX44197" fmla="*/ 3072098 w 3114960"/>
              <a:gd name="connsiteY44197" fmla="*/ 3997071 h 5143785"/>
              <a:gd name="connsiteX44198" fmla="*/ 3072098 w 3114960"/>
              <a:gd name="connsiteY44198" fmla="*/ 4003834 h 5143785"/>
              <a:gd name="connsiteX44199" fmla="*/ 3074480 w 3114960"/>
              <a:gd name="connsiteY44199" fmla="*/ 4006215 h 5143785"/>
              <a:gd name="connsiteX44200" fmla="*/ 3082480 w 3114960"/>
              <a:gd name="connsiteY44200" fmla="*/ 4006215 h 5143785"/>
              <a:gd name="connsiteX44201" fmla="*/ 3084862 w 3114960"/>
              <a:gd name="connsiteY44201" fmla="*/ 4003834 h 5143785"/>
              <a:gd name="connsiteX44202" fmla="*/ 3084862 w 3114960"/>
              <a:gd name="connsiteY44202" fmla="*/ 3997071 h 5143785"/>
              <a:gd name="connsiteX44203" fmla="*/ 3114866 w 3114960"/>
              <a:gd name="connsiteY44203" fmla="*/ 3997071 h 5143785"/>
              <a:gd name="connsiteX44204" fmla="*/ 3114866 w 3114960"/>
              <a:gd name="connsiteY44204" fmla="*/ 3992309 h 5143785"/>
              <a:gd name="connsiteX44205" fmla="*/ 3084862 w 3114960"/>
              <a:gd name="connsiteY44205" fmla="*/ 3992309 h 5143785"/>
              <a:gd name="connsiteX44206" fmla="*/ 3084862 w 3114960"/>
              <a:gd name="connsiteY44206" fmla="*/ 3985546 h 5143785"/>
              <a:gd name="connsiteX44207" fmla="*/ 3082480 w 3114960"/>
              <a:gd name="connsiteY44207" fmla="*/ 3983165 h 5143785"/>
              <a:gd name="connsiteX44208" fmla="*/ 3074480 w 3114960"/>
              <a:gd name="connsiteY44208" fmla="*/ 3983165 h 5143785"/>
              <a:gd name="connsiteX44209" fmla="*/ 3072098 w 3114960"/>
              <a:gd name="connsiteY44209" fmla="*/ 3985546 h 5143785"/>
              <a:gd name="connsiteX44210" fmla="*/ 3072098 w 3114960"/>
              <a:gd name="connsiteY44210" fmla="*/ 3992309 h 5143785"/>
              <a:gd name="connsiteX44211" fmla="*/ 3064478 w 3114960"/>
              <a:gd name="connsiteY44211" fmla="*/ 3992309 h 5143785"/>
              <a:gd name="connsiteX44212" fmla="*/ 3064478 w 3114960"/>
              <a:gd name="connsiteY44212" fmla="*/ 3985546 h 5143785"/>
              <a:gd name="connsiteX44213" fmla="*/ 3062097 w 3114960"/>
              <a:gd name="connsiteY44213" fmla="*/ 3983165 h 5143785"/>
              <a:gd name="connsiteX44214" fmla="*/ 3054096 w 3114960"/>
              <a:gd name="connsiteY44214" fmla="*/ 3983165 h 5143785"/>
              <a:gd name="connsiteX44215" fmla="*/ 3051715 w 3114960"/>
              <a:gd name="connsiteY44215" fmla="*/ 3985546 h 5143785"/>
              <a:gd name="connsiteX44216" fmla="*/ 3051715 w 3114960"/>
              <a:gd name="connsiteY44216" fmla="*/ 3992213 h 5143785"/>
              <a:gd name="connsiteX44217" fmla="*/ 3007138 w 3114960"/>
              <a:gd name="connsiteY44217" fmla="*/ 3992213 h 5143785"/>
              <a:gd name="connsiteX44218" fmla="*/ 3001137 w 3114960"/>
              <a:gd name="connsiteY44218" fmla="*/ 3986213 h 5143785"/>
              <a:gd name="connsiteX44219" fmla="*/ 3007138 w 3114960"/>
              <a:gd name="connsiteY44219" fmla="*/ 3980212 h 5143785"/>
              <a:gd name="connsiteX44220" fmla="*/ 3045143 w 3114960"/>
              <a:gd name="connsiteY44220" fmla="*/ 3980212 h 5143785"/>
              <a:gd name="connsiteX44221" fmla="*/ 3055906 w 3114960"/>
              <a:gd name="connsiteY44221" fmla="*/ 3969449 h 5143785"/>
              <a:gd name="connsiteX44222" fmla="*/ 3045143 w 3114960"/>
              <a:gd name="connsiteY44222" fmla="*/ 3958685 h 5143785"/>
              <a:gd name="connsiteX44223" fmla="*/ 3007138 w 3114960"/>
              <a:gd name="connsiteY44223" fmla="*/ 3958685 h 5143785"/>
              <a:gd name="connsiteX44224" fmla="*/ 3001137 w 3114960"/>
              <a:gd name="connsiteY44224" fmla="*/ 3952685 h 5143785"/>
              <a:gd name="connsiteX44225" fmla="*/ 3007138 w 3114960"/>
              <a:gd name="connsiteY44225" fmla="*/ 3946684 h 5143785"/>
              <a:gd name="connsiteX44226" fmla="*/ 3045143 w 3114960"/>
              <a:gd name="connsiteY44226" fmla="*/ 3946684 h 5143785"/>
              <a:gd name="connsiteX44227" fmla="*/ 3055906 w 3114960"/>
              <a:gd name="connsiteY44227" fmla="*/ 3935921 h 5143785"/>
              <a:gd name="connsiteX44228" fmla="*/ 3045143 w 3114960"/>
              <a:gd name="connsiteY44228" fmla="*/ 3925157 h 5143785"/>
              <a:gd name="connsiteX44229" fmla="*/ 3002661 w 3114960"/>
              <a:gd name="connsiteY44229" fmla="*/ 3925157 h 5143785"/>
              <a:gd name="connsiteX44230" fmla="*/ 3002661 w 3114960"/>
              <a:gd name="connsiteY44230" fmla="*/ 3918395 h 5143785"/>
              <a:gd name="connsiteX44231" fmla="*/ 3000280 w 3114960"/>
              <a:gd name="connsiteY44231" fmla="*/ 3916013 h 5143785"/>
              <a:gd name="connsiteX44232" fmla="*/ 2992279 w 3114960"/>
              <a:gd name="connsiteY44232" fmla="*/ 3916013 h 5143785"/>
              <a:gd name="connsiteX44233" fmla="*/ 2989898 w 3114960"/>
              <a:gd name="connsiteY44233" fmla="*/ 3918395 h 5143785"/>
              <a:gd name="connsiteX44234" fmla="*/ 2989898 w 3114960"/>
              <a:gd name="connsiteY44234" fmla="*/ 3936587 h 5143785"/>
              <a:gd name="connsiteX44235" fmla="*/ 2992279 w 3114960"/>
              <a:gd name="connsiteY44235" fmla="*/ 3938969 h 5143785"/>
              <a:gd name="connsiteX44236" fmla="*/ 3000280 w 3114960"/>
              <a:gd name="connsiteY44236" fmla="*/ 3938969 h 5143785"/>
              <a:gd name="connsiteX44237" fmla="*/ 3002661 w 3114960"/>
              <a:gd name="connsiteY44237" fmla="*/ 3936587 h 5143785"/>
              <a:gd name="connsiteX44238" fmla="*/ 3002661 w 3114960"/>
              <a:gd name="connsiteY44238" fmla="*/ 3929825 h 5143785"/>
              <a:gd name="connsiteX44239" fmla="*/ 3045143 w 3114960"/>
              <a:gd name="connsiteY44239" fmla="*/ 3929825 h 5143785"/>
              <a:gd name="connsiteX44240" fmla="*/ 3051143 w 3114960"/>
              <a:gd name="connsiteY44240" fmla="*/ 3935825 h 5143785"/>
              <a:gd name="connsiteX44241" fmla="*/ 3045143 w 3114960"/>
              <a:gd name="connsiteY44241" fmla="*/ 3941826 h 5143785"/>
              <a:gd name="connsiteX44242" fmla="*/ 3007138 w 3114960"/>
              <a:gd name="connsiteY44242" fmla="*/ 3941826 h 5143785"/>
              <a:gd name="connsiteX44243" fmla="*/ 2996375 w 3114960"/>
              <a:gd name="connsiteY44243" fmla="*/ 3952589 h 5143785"/>
              <a:gd name="connsiteX44244" fmla="*/ 3007138 w 3114960"/>
              <a:gd name="connsiteY44244" fmla="*/ 3963353 h 5143785"/>
              <a:gd name="connsiteX44245" fmla="*/ 3045143 w 3114960"/>
              <a:gd name="connsiteY44245" fmla="*/ 3963353 h 5143785"/>
              <a:gd name="connsiteX44246" fmla="*/ 3051143 w 3114960"/>
              <a:gd name="connsiteY44246" fmla="*/ 3969353 h 5143785"/>
              <a:gd name="connsiteX44247" fmla="*/ 3045143 w 3114960"/>
              <a:gd name="connsiteY44247" fmla="*/ 3975354 h 5143785"/>
              <a:gd name="connsiteX44248" fmla="*/ 3076861 w 3114960"/>
              <a:gd name="connsiteY44248" fmla="*/ 3987927 h 5143785"/>
              <a:gd name="connsiteX44249" fmla="*/ 3080099 w 3114960"/>
              <a:gd name="connsiteY44249" fmla="*/ 3987927 h 5143785"/>
              <a:gd name="connsiteX44250" fmla="*/ 3080099 w 3114960"/>
              <a:gd name="connsiteY44250" fmla="*/ 4001357 h 5143785"/>
              <a:gd name="connsiteX44251" fmla="*/ 3076861 w 3114960"/>
              <a:gd name="connsiteY44251" fmla="*/ 4001357 h 5143785"/>
              <a:gd name="connsiteX44252" fmla="*/ 3076861 w 3114960"/>
              <a:gd name="connsiteY44252" fmla="*/ 3987927 h 5143785"/>
              <a:gd name="connsiteX44253" fmla="*/ 3056477 w 3114960"/>
              <a:gd name="connsiteY44253" fmla="*/ 3987927 h 5143785"/>
              <a:gd name="connsiteX44254" fmla="*/ 3059716 w 3114960"/>
              <a:gd name="connsiteY44254" fmla="*/ 3987927 h 5143785"/>
              <a:gd name="connsiteX44255" fmla="*/ 3059716 w 3114960"/>
              <a:gd name="connsiteY44255" fmla="*/ 4001357 h 5143785"/>
              <a:gd name="connsiteX44256" fmla="*/ 3056477 w 3114960"/>
              <a:gd name="connsiteY44256" fmla="*/ 4001357 h 5143785"/>
              <a:gd name="connsiteX44257" fmla="*/ 3056477 w 3114960"/>
              <a:gd name="connsiteY44257" fmla="*/ 3987927 h 5143785"/>
              <a:gd name="connsiteX44258" fmla="*/ 2997899 w 3114960"/>
              <a:gd name="connsiteY44258" fmla="*/ 3934492 h 5143785"/>
              <a:gd name="connsiteX44259" fmla="*/ 2994660 w 3114960"/>
              <a:gd name="connsiteY44259" fmla="*/ 3934492 h 5143785"/>
              <a:gd name="connsiteX44260" fmla="*/ 2994660 w 3114960"/>
              <a:gd name="connsiteY44260" fmla="*/ 3921062 h 5143785"/>
              <a:gd name="connsiteX44261" fmla="*/ 2997899 w 3114960"/>
              <a:gd name="connsiteY44261" fmla="*/ 3921062 h 5143785"/>
              <a:gd name="connsiteX44262" fmla="*/ 2997899 w 3114960"/>
              <a:gd name="connsiteY44262" fmla="*/ 3934492 h 5143785"/>
              <a:gd name="connsiteX44263" fmla="*/ 2647569 w 3114960"/>
              <a:gd name="connsiteY44263" fmla="*/ 4027646 h 5143785"/>
              <a:gd name="connsiteX44264" fmla="*/ 2651474 w 3114960"/>
              <a:gd name="connsiteY44264" fmla="*/ 4031552 h 5143785"/>
              <a:gd name="connsiteX44265" fmla="*/ 2661380 w 3114960"/>
              <a:gd name="connsiteY44265" fmla="*/ 4031552 h 5143785"/>
              <a:gd name="connsiteX44266" fmla="*/ 2665286 w 3114960"/>
              <a:gd name="connsiteY44266" fmla="*/ 4027646 h 5143785"/>
              <a:gd name="connsiteX44267" fmla="*/ 2665286 w 3114960"/>
              <a:gd name="connsiteY44267" fmla="*/ 4017740 h 5143785"/>
              <a:gd name="connsiteX44268" fmla="*/ 2661380 w 3114960"/>
              <a:gd name="connsiteY44268" fmla="*/ 4013835 h 5143785"/>
              <a:gd name="connsiteX44269" fmla="*/ 2651474 w 3114960"/>
              <a:gd name="connsiteY44269" fmla="*/ 4013835 h 5143785"/>
              <a:gd name="connsiteX44270" fmla="*/ 2650427 w 3114960"/>
              <a:gd name="connsiteY44270" fmla="*/ 4014026 h 5143785"/>
              <a:gd name="connsiteX44271" fmla="*/ 2615660 w 3114960"/>
              <a:gd name="connsiteY44271" fmla="*/ 3981545 h 5143785"/>
              <a:gd name="connsiteX44272" fmla="*/ 2599468 w 3114960"/>
              <a:gd name="connsiteY44272" fmla="*/ 3981545 h 5143785"/>
              <a:gd name="connsiteX44273" fmla="*/ 2525554 w 3114960"/>
              <a:gd name="connsiteY44273" fmla="*/ 3909727 h 5143785"/>
              <a:gd name="connsiteX44274" fmla="*/ 2527078 w 3114960"/>
              <a:gd name="connsiteY44274" fmla="*/ 3904584 h 5143785"/>
              <a:gd name="connsiteX44275" fmla="*/ 2516505 w 3114960"/>
              <a:gd name="connsiteY44275" fmla="*/ 3894011 h 5143785"/>
              <a:gd name="connsiteX44276" fmla="*/ 2505932 w 3114960"/>
              <a:gd name="connsiteY44276" fmla="*/ 3904584 h 5143785"/>
              <a:gd name="connsiteX44277" fmla="*/ 2516505 w 3114960"/>
              <a:gd name="connsiteY44277" fmla="*/ 3915156 h 5143785"/>
              <a:gd name="connsiteX44278" fmla="*/ 2522315 w 3114960"/>
              <a:gd name="connsiteY44278" fmla="*/ 3913156 h 5143785"/>
              <a:gd name="connsiteX44279" fmla="*/ 2596896 w 3114960"/>
              <a:gd name="connsiteY44279" fmla="*/ 3985641 h 5143785"/>
              <a:gd name="connsiteX44280" fmla="*/ 2597563 w 3114960"/>
              <a:gd name="connsiteY44280" fmla="*/ 3986308 h 5143785"/>
              <a:gd name="connsiteX44281" fmla="*/ 2613851 w 3114960"/>
              <a:gd name="connsiteY44281" fmla="*/ 3986308 h 5143785"/>
              <a:gd name="connsiteX44282" fmla="*/ 2647664 w 3114960"/>
              <a:gd name="connsiteY44282" fmla="*/ 4017836 h 5143785"/>
              <a:gd name="connsiteX44283" fmla="*/ 2647664 w 3114960"/>
              <a:gd name="connsiteY44283" fmla="*/ 4027551 h 5143785"/>
              <a:gd name="connsiteX44284" fmla="*/ 2516410 w 3114960"/>
              <a:gd name="connsiteY44284" fmla="*/ 3910394 h 5143785"/>
              <a:gd name="connsiteX44285" fmla="*/ 2510600 w 3114960"/>
              <a:gd name="connsiteY44285" fmla="*/ 3904584 h 5143785"/>
              <a:gd name="connsiteX44286" fmla="*/ 2516410 w 3114960"/>
              <a:gd name="connsiteY44286" fmla="*/ 3898773 h 5143785"/>
              <a:gd name="connsiteX44287" fmla="*/ 2522220 w 3114960"/>
              <a:gd name="connsiteY44287" fmla="*/ 3904584 h 5143785"/>
              <a:gd name="connsiteX44288" fmla="*/ 2516410 w 3114960"/>
              <a:gd name="connsiteY44288" fmla="*/ 3910394 h 5143785"/>
              <a:gd name="connsiteX44289" fmla="*/ 79724 w 3114960"/>
              <a:gd name="connsiteY44289" fmla="*/ 2798255 h 5143785"/>
              <a:gd name="connsiteX44290" fmla="*/ 94774 w 3114960"/>
              <a:gd name="connsiteY44290" fmla="*/ 2788253 h 5143785"/>
              <a:gd name="connsiteX44291" fmla="*/ 104775 w 3114960"/>
              <a:gd name="connsiteY44291" fmla="*/ 2803303 h 5143785"/>
              <a:gd name="connsiteX44292" fmla="*/ 89726 w 3114960"/>
              <a:gd name="connsiteY44292" fmla="*/ 2813304 h 5143785"/>
              <a:gd name="connsiteX44293" fmla="*/ 79724 w 3114960"/>
              <a:gd name="connsiteY44293" fmla="*/ 2798255 h 5143785"/>
              <a:gd name="connsiteX44294" fmla="*/ 704374 w 3114960"/>
              <a:gd name="connsiteY44294" fmla="*/ 2086832 h 5143785"/>
              <a:gd name="connsiteX44295" fmla="*/ 711518 w 3114960"/>
              <a:gd name="connsiteY44295" fmla="*/ 2086832 h 5143785"/>
              <a:gd name="connsiteX44296" fmla="*/ 711518 w 3114960"/>
              <a:gd name="connsiteY44296" fmla="*/ 2091595 h 5143785"/>
              <a:gd name="connsiteX44297" fmla="*/ 704374 w 3114960"/>
              <a:gd name="connsiteY44297" fmla="*/ 2091595 h 5143785"/>
              <a:gd name="connsiteX44298" fmla="*/ 704374 w 3114960"/>
              <a:gd name="connsiteY44298" fmla="*/ 2086832 h 5143785"/>
              <a:gd name="connsiteX44299" fmla="*/ 2553938 w 3114960"/>
              <a:gd name="connsiteY44299" fmla="*/ 953167 h 5143785"/>
              <a:gd name="connsiteX44300" fmla="*/ 2446592 w 3114960"/>
              <a:gd name="connsiteY44300" fmla="*/ 954881 h 5143785"/>
              <a:gd name="connsiteX44301" fmla="*/ 2444115 w 3114960"/>
              <a:gd name="connsiteY44301" fmla="*/ 955929 h 5143785"/>
              <a:gd name="connsiteX44302" fmla="*/ 2415731 w 3114960"/>
              <a:gd name="connsiteY44302" fmla="*/ 984504 h 5143785"/>
              <a:gd name="connsiteX44303" fmla="*/ 2189607 w 3114960"/>
              <a:gd name="connsiteY44303" fmla="*/ 984504 h 5143785"/>
              <a:gd name="connsiteX44304" fmla="*/ 2169224 w 3114960"/>
              <a:gd name="connsiteY44304" fmla="*/ 973455 h 5143785"/>
              <a:gd name="connsiteX44305" fmla="*/ 2168938 w 3114960"/>
              <a:gd name="connsiteY44305" fmla="*/ 974027 h 5143785"/>
              <a:gd name="connsiteX44306" fmla="*/ 2165318 w 3114960"/>
              <a:gd name="connsiteY44306" fmla="*/ 964121 h 5143785"/>
              <a:gd name="connsiteX44307" fmla="*/ 2152555 w 3114960"/>
              <a:gd name="connsiteY44307" fmla="*/ 956405 h 5143785"/>
              <a:gd name="connsiteX44308" fmla="*/ 2149507 w 3114960"/>
              <a:gd name="connsiteY44308" fmla="*/ 956215 h 5143785"/>
              <a:gd name="connsiteX44309" fmla="*/ 2137982 w 3114960"/>
              <a:gd name="connsiteY44309" fmla="*/ 960025 h 5143785"/>
              <a:gd name="connsiteX44310" fmla="*/ 2133791 w 3114960"/>
              <a:gd name="connsiteY44310" fmla="*/ 987362 h 5143785"/>
              <a:gd name="connsiteX44311" fmla="*/ 2161032 w 3114960"/>
              <a:gd name="connsiteY44311" fmla="*/ 991552 h 5143785"/>
              <a:gd name="connsiteX44312" fmla="*/ 2168176 w 3114960"/>
              <a:gd name="connsiteY44312" fmla="*/ 981170 h 5143785"/>
              <a:gd name="connsiteX44313" fmla="*/ 2187035 w 3114960"/>
              <a:gd name="connsiteY44313" fmla="*/ 991362 h 5143785"/>
              <a:gd name="connsiteX44314" fmla="*/ 2188750 w 3114960"/>
              <a:gd name="connsiteY44314" fmla="*/ 991743 h 5143785"/>
              <a:gd name="connsiteX44315" fmla="*/ 2417255 w 3114960"/>
              <a:gd name="connsiteY44315" fmla="*/ 991743 h 5143785"/>
              <a:gd name="connsiteX44316" fmla="*/ 2419826 w 3114960"/>
              <a:gd name="connsiteY44316" fmla="*/ 990695 h 5143785"/>
              <a:gd name="connsiteX44317" fmla="*/ 2448211 w 3114960"/>
              <a:gd name="connsiteY44317" fmla="*/ 962120 h 5143785"/>
              <a:gd name="connsiteX44318" fmla="*/ 2555653 w 3114960"/>
              <a:gd name="connsiteY44318" fmla="*/ 960406 h 5143785"/>
              <a:gd name="connsiteX44319" fmla="*/ 2558225 w 3114960"/>
              <a:gd name="connsiteY44319" fmla="*/ 959263 h 5143785"/>
              <a:gd name="connsiteX44320" fmla="*/ 2579561 w 3114960"/>
              <a:gd name="connsiteY44320" fmla="*/ 935641 h 5143785"/>
              <a:gd name="connsiteX44321" fmla="*/ 2580513 w 3114960"/>
              <a:gd name="connsiteY44321" fmla="*/ 933260 h 5143785"/>
              <a:gd name="connsiteX44322" fmla="*/ 2580513 w 3114960"/>
              <a:gd name="connsiteY44322" fmla="*/ 873157 h 5143785"/>
              <a:gd name="connsiteX44323" fmla="*/ 2581085 w 3114960"/>
              <a:gd name="connsiteY44323" fmla="*/ 873157 h 5143785"/>
              <a:gd name="connsiteX44324" fmla="*/ 2599849 w 3114960"/>
              <a:gd name="connsiteY44324" fmla="*/ 854393 h 5143785"/>
              <a:gd name="connsiteX44325" fmla="*/ 2595182 w 3114960"/>
              <a:gd name="connsiteY44325" fmla="*/ 842201 h 5143785"/>
              <a:gd name="connsiteX44326" fmla="*/ 2669858 w 3114960"/>
              <a:gd name="connsiteY44326" fmla="*/ 760095 h 5143785"/>
              <a:gd name="connsiteX44327" fmla="*/ 2670810 w 3114960"/>
              <a:gd name="connsiteY44327" fmla="*/ 757714 h 5143785"/>
              <a:gd name="connsiteX44328" fmla="*/ 2670810 w 3114960"/>
              <a:gd name="connsiteY44328" fmla="*/ 643223 h 5143785"/>
              <a:gd name="connsiteX44329" fmla="*/ 2675477 w 3114960"/>
              <a:gd name="connsiteY44329" fmla="*/ 643223 h 5143785"/>
              <a:gd name="connsiteX44330" fmla="*/ 2686907 w 3114960"/>
              <a:gd name="connsiteY44330" fmla="*/ 631698 h 5143785"/>
              <a:gd name="connsiteX44331" fmla="*/ 2686907 w 3114960"/>
              <a:gd name="connsiteY44331" fmla="*/ 580358 h 5143785"/>
              <a:gd name="connsiteX44332" fmla="*/ 2675477 w 3114960"/>
              <a:gd name="connsiteY44332" fmla="*/ 568833 h 5143785"/>
              <a:gd name="connsiteX44333" fmla="*/ 2672048 w 3114960"/>
              <a:gd name="connsiteY44333" fmla="*/ 568833 h 5143785"/>
              <a:gd name="connsiteX44334" fmla="*/ 2672048 w 3114960"/>
              <a:gd name="connsiteY44334" fmla="*/ 490157 h 5143785"/>
              <a:gd name="connsiteX44335" fmla="*/ 2681288 w 3114960"/>
              <a:gd name="connsiteY44335" fmla="*/ 478060 h 5143785"/>
              <a:gd name="connsiteX44336" fmla="*/ 2671191 w 3114960"/>
              <a:gd name="connsiteY44336" fmla="*/ 465773 h 5143785"/>
              <a:gd name="connsiteX44337" fmla="*/ 2651570 w 3114960"/>
              <a:gd name="connsiteY44337" fmla="*/ 442246 h 5143785"/>
              <a:gd name="connsiteX44338" fmla="*/ 2648807 w 3114960"/>
              <a:gd name="connsiteY44338" fmla="*/ 441008 h 5143785"/>
              <a:gd name="connsiteX44339" fmla="*/ 2621090 w 3114960"/>
              <a:gd name="connsiteY44339" fmla="*/ 441008 h 5143785"/>
              <a:gd name="connsiteX44340" fmla="*/ 2621090 w 3114960"/>
              <a:gd name="connsiteY44340" fmla="*/ 379095 h 5143785"/>
              <a:gd name="connsiteX44341" fmla="*/ 2646236 w 3114960"/>
              <a:gd name="connsiteY44341" fmla="*/ 379095 h 5143785"/>
              <a:gd name="connsiteX44342" fmla="*/ 2646236 w 3114960"/>
              <a:gd name="connsiteY44342" fmla="*/ 421577 h 5143785"/>
              <a:gd name="connsiteX44343" fmla="*/ 2649855 w 3114960"/>
              <a:gd name="connsiteY44343" fmla="*/ 425196 h 5143785"/>
              <a:gd name="connsiteX44344" fmla="*/ 2683193 w 3114960"/>
              <a:gd name="connsiteY44344" fmla="*/ 425196 h 5143785"/>
              <a:gd name="connsiteX44345" fmla="*/ 2686812 w 3114960"/>
              <a:gd name="connsiteY44345" fmla="*/ 421577 h 5143785"/>
              <a:gd name="connsiteX44346" fmla="*/ 2686812 w 3114960"/>
              <a:gd name="connsiteY44346" fmla="*/ 380238 h 5143785"/>
              <a:gd name="connsiteX44347" fmla="*/ 2712815 w 3114960"/>
              <a:gd name="connsiteY44347" fmla="*/ 380238 h 5143785"/>
              <a:gd name="connsiteX44348" fmla="*/ 2712815 w 3114960"/>
              <a:gd name="connsiteY44348" fmla="*/ 421577 h 5143785"/>
              <a:gd name="connsiteX44349" fmla="*/ 2716435 w 3114960"/>
              <a:gd name="connsiteY44349" fmla="*/ 425196 h 5143785"/>
              <a:gd name="connsiteX44350" fmla="*/ 2748725 w 3114960"/>
              <a:gd name="connsiteY44350" fmla="*/ 425196 h 5143785"/>
              <a:gd name="connsiteX44351" fmla="*/ 2752344 w 3114960"/>
              <a:gd name="connsiteY44351" fmla="*/ 421577 h 5143785"/>
              <a:gd name="connsiteX44352" fmla="*/ 2752344 w 3114960"/>
              <a:gd name="connsiteY44352" fmla="*/ 380238 h 5143785"/>
              <a:gd name="connsiteX44353" fmla="*/ 2779395 w 3114960"/>
              <a:gd name="connsiteY44353" fmla="*/ 380238 h 5143785"/>
              <a:gd name="connsiteX44354" fmla="*/ 2779395 w 3114960"/>
              <a:gd name="connsiteY44354" fmla="*/ 421577 h 5143785"/>
              <a:gd name="connsiteX44355" fmla="*/ 2783015 w 3114960"/>
              <a:gd name="connsiteY44355" fmla="*/ 425196 h 5143785"/>
              <a:gd name="connsiteX44356" fmla="*/ 2815685 w 3114960"/>
              <a:gd name="connsiteY44356" fmla="*/ 425196 h 5143785"/>
              <a:gd name="connsiteX44357" fmla="*/ 2819305 w 3114960"/>
              <a:gd name="connsiteY44357" fmla="*/ 421577 h 5143785"/>
              <a:gd name="connsiteX44358" fmla="*/ 2819305 w 3114960"/>
              <a:gd name="connsiteY44358" fmla="*/ 379095 h 5143785"/>
              <a:gd name="connsiteX44359" fmla="*/ 2845689 w 3114960"/>
              <a:gd name="connsiteY44359" fmla="*/ 379095 h 5143785"/>
              <a:gd name="connsiteX44360" fmla="*/ 2845689 w 3114960"/>
              <a:gd name="connsiteY44360" fmla="*/ 421577 h 5143785"/>
              <a:gd name="connsiteX44361" fmla="*/ 2849309 w 3114960"/>
              <a:gd name="connsiteY44361" fmla="*/ 425196 h 5143785"/>
              <a:gd name="connsiteX44362" fmla="*/ 3011424 w 3114960"/>
              <a:gd name="connsiteY44362" fmla="*/ 425196 h 5143785"/>
              <a:gd name="connsiteX44363" fmla="*/ 3011805 w 3114960"/>
              <a:gd name="connsiteY44363" fmla="*/ 426530 h 5143785"/>
              <a:gd name="connsiteX44364" fmla="*/ 3020473 w 3114960"/>
              <a:gd name="connsiteY44364" fmla="*/ 435769 h 5143785"/>
              <a:gd name="connsiteX44365" fmla="*/ 3027236 w 3114960"/>
              <a:gd name="connsiteY44365" fmla="*/ 437198 h 5143785"/>
              <a:gd name="connsiteX44366" fmla="*/ 3042285 w 3114960"/>
              <a:gd name="connsiteY44366" fmla="*/ 427482 h 5143785"/>
              <a:gd name="connsiteX44367" fmla="*/ 3042666 w 3114960"/>
              <a:gd name="connsiteY44367" fmla="*/ 414814 h 5143785"/>
              <a:gd name="connsiteX44368" fmla="*/ 3033998 w 3114960"/>
              <a:gd name="connsiteY44368" fmla="*/ 405575 h 5143785"/>
              <a:gd name="connsiteX44369" fmla="*/ 3021330 w 3114960"/>
              <a:gd name="connsiteY44369" fmla="*/ 405194 h 5143785"/>
              <a:gd name="connsiteX44370" fmla="*/ 3012091 w 3114960"/>
              <a:gd name="connsiteY44370" fmla="*/ 413861 h 5143785"/>
              <a:gd name="connsiteX44371" fmla="*/ 3010853 w 3114960"/>
              <a:gd name="connsiteY44371" fmla="*/ 418052 h 5143785"/>
              <a:gd name="connsiteX44372" fmla="*/ 2852738 w 3114960"/>
              <a:gd name="connsiteY44372" fmla="*/ 418052 h 5143785"/>
              <a:gd name="connsiteX44373" fmla="*/ 2852738 w 3114960"/>
              <a:gd name="connsiteY44373" fmla="*/ 375571 h 5143785"/>
              <a:gd name="connsiteX44374" fmla="*/ 2849118 w 3114960"/>
              <a:gd name="connsiteY44374" fmla="*/ 371951 h 5143785"/>
              <a:gd name="connsiteX44375" fmla="*/ 2815590 w 3114960"/>
              <a:gd name="connsiteY44375" fmla="*/ 371951 h 5143785"/>
              <a:gd name="connsiteX44376" fmla="*/ 2811971 w 3114960"/>
              <a:gd name="connsiteY44376" fmla="*/ 375571 h 5143785"/>
              <a:gd name="connsiteX44377" fmla="*/ 2811971 w 3114960"/>
              <a:gd name="connsiteY44377" fmla="*/ 418052 h 5143785"/>
              <a:gd name="connsiteX44378" fmla="*/ 2786444 w 3114960"/>
              <a:gd name="connsiteY44378" fmla="*/ 418052 h 5143785"/>
              <a:gd name="connsiteX44379" fmla="*/ 2786444 w 3114960"/>
              <a:gd name="connsiteY44379" fmla="*/ 376714 h 5143785"/>
              <a:gd name="connsiteX44380" fmla="*/ 2782824 w 3114960"/>
              <a:gd name="connsiteY44380" fmla="*/ 373094 h 5143785"/>
              <a:gd name="connsiteX44381" fmla="*/ 2748629 w 3114960"/>
              <a:gd name="connsiteY44381" fmla="*/ 373094 h 5143785"/>
              <a:gd name="connsiteX44382" fmla="*/ 2745010 w 3114960"/>
              <a:gd name="connsiteY44382" fmla="*/ 376714 h 5143785"/>
              <a:gd name="connsiteX44383" fmla="*/ 2745010 w 3114960"/>
              <a:gd name="connsiteY44383" fmla="*/ 418052 h 5143785"/>
              <a:gd name="connsiteX44384" fmla="*/ 2719864 w 3114960"/>
              <a:gd name="connsiteY44384" fmla="*/ 418052 h 5143785"/>
              <a:gd name="connsiteX44385" fmla="*/ 2719864 w 3114960"/>
              <a:gd name="connsiteY44385" fmla="*/ 376714 h 5143785"/>
              <a:gd name="connsiteX44386" fmla="*/ 2716244 w 3114960"/>
              <a:gd name="connsiteY44386" fmla="*/ 373094 h 5143785"/>
              <a:gd name="connsiteX44387" fmla="*/ 2683097 w 3114960"/>
              <a:gd name="connsiteY44387" fmla="*/ 373094 h 5143785"/>
              <a:gd name="connsiteX44388" fmla="*/ 2679478 w 3114960"/>
              <a:gd name="connsiteY44388" fmla="*/ 376714 h 5143785"/>
              <a:gd name="connsiteX44389" fmla="*/ 2679478 w 3114960"/>
              <a:gd name="connsiteY44389" fmla="*/ 418052 h 5143785"/>
              <a:gd name="connsiteX44390" fmla="*/ 2653284 w 3114960"/>
              <a:gd name="connsiteY44390" fmla="*/ 418052 h 5143785"/>
              <a:gd name="connsiteX44391" fmla="*/ 2653284 w 3114960"/>
              <a:gd name="connsiteY44391" fmla="*/ 375571 h 5143785"/>
              <a:gd name="connsiteX44392" fmla="*/ 2649665 w 3114960"/>
              <a:gd name="connsiteY44392" fmla="*/ 371951 h 5143785"/>
              <a:gd name="connsiteX44393" fmla="*/ 2617375 w 3114960"/>
              <a:gd name="connsiteY44393" fmla="*/ 371951 h 5143785"/>
              <a:gd name="connsiteX44394" fmla="*/ 2613755 w 3114960"/>
              <a:gd name="connsiteY44394" fmla="*/ 375571 h 5143785"/>
              <a:gd name="connsiteX44395" fmla="*/ 2613755 w 3114960"/>
              <a:gd name="connsiteY44395" fmla="*/ 444627 h 5143785"/>
              <a:gd name="connsiteX44396" fmla="*/ 2617375 w 3114960"/>
              <a:gd name="connsiteY44396" fmla="*/ 448247 h 5143785"/>
              <a:gd name="connsiteX44397" fmla="*/ 2646998 w 3114960"/>
              <a:gd name="connsiteY44397" fmla="*/ 448247 h 5143785"/>
              <a:gd name="connsiteX44398" fmla="*/ 2662523 w 3114960"/>
              <a:gd name="connsiteY44398" fmla="*/ 466915 h 5143785"/>
              <a:gd name="connsiteX44399" fmla="*/ 2655475 w 3114960"/>
              <a:gd name="connsiteY44399" fmla="*/ 478155 h 5143785"/>
              <a:gd name="connsiteX44400" fmla="*/ 2664714 w 3114960"/>
              <a:gd name="connsiteY44400" fmla="*/ 490252 h 5143785"/>
              <a:gd name="connsiteX44401" fmla="*/ 2664714 w 3114960"/>
              <a:gd name="connsiteY44401" fmla="*/ 568928 h 5143785"/>
              <a:gd name="connsiteX44402" fmla="*/ 2661285 w 3114960"/>
              <a:gd name="connsiteY44402" fmla="*/ 568928 h 5143785"/>
              <a:gd name="connsiteX44403" fmla="*/ 2649855 w 3114960"/>
              <a:gd name="connsiteY44403" fmla="*/ 580454 h 5143785"/>
              <a:gd name="connsiteX44404" fmla="*/ 2649855 w 3114960"/>
              <a:gd name="connsiteY44404" fmla="*/ 631793 h 5143785"/>
              <a:gd name="connsiteX44405" fmla="*/ 2661285 w 3114960"/>
              <a:gd name="connsiteY44405" fmla="*/ 643319 h 5143785"/>
              <a:gd name="connsiteX44406" fmla="*/ 2663476 w 3114960"/>
              <a:gd name="connsiteY44406" fmla="*/ 643319 h 5143785"/>
              <a:gd name="connsiteX44407" fmla="*/ 2663476 w 3114960"/>
              <a:gd name="connsiteY44407" fmla="*/ 756380 h 5143785"/>
              <a:gd name="connsiteX44408" fmla="*/ 2589371 w 3114960"/>
              <a:gd name="connsiteY44408" fmla="*/ 837914 h 5143785"/>
              <a:gd name="connsiteX44409" fmla="*/ 2580894 w 3114960"/>
              <a:gd name="connsiteY44409" fmla="*/ 835819 h 5143785"/>
              <a:gd name="connsiteX44410" fmla="*/ 2562130 w 3114960"/>
              <a:gd name="connsiteY44410" fmla="*/ 854583 h 5143785"/>
              <a:gd name="connsiteX44411" fmla="*/ 2573179 w 3114960"/>
              <a:gd name="connsiteY44411" fmla="*/ 871633 h 5143785"/>
              <a:gd name="connsiteX44412" fmla="*/ 2573179 w 3114960"/>
              <a:gd name="connsiteY44412" fmla="*/ 932021 h 5143785"/>
              <a:gd name="connsiteX44413" fmla="*/ 2553748 w 3114960"/>
              <a:gd name="connsiteY44413" fmla="*/ 953452 h 5143785"/>
              <a:gd name="connsiteX44414" fmla="*/ 2156841 w 3114960"/>
              <a:gd name="connsiteY44414" fmla="*/ 985742 h 5143785"/>
              <a:gd name="connsiteX44415" fmla="*/ 2149507 w 3114960"/>
              <a:gd name="connsiteY44415" fmla="*/ 988124 h 5143785"/>
              <a:gd name="connsiteX44416" fmla="*/ 2139506 w 3114960"/>
              <a:gd name="connsiteY44416" fmla="*/ 983075 h 5143785"/>
              <a:gd name="connsiteX44417" fmla="*/ 2142173 w 3114960"/>
              <a:gd name="connsiteY44417" fmla="*/ 965740 h 5143785"/>
              <a:gd name="connsiteX44418" fmla="*/ 2151412 w 3114960"/>
              <a:gd name="connsiteY44418" fmla="*/ 963454 h 5143785"/>
              <a:gd name="connsiteX44419" fmla="*/ 2159508 w 3114960"/>
              <a:gd name="connsiteY44419" fmla="*/ 968407 h 5143785"/>
              <a:gd name="connsiteX44420" fmla="*/ 2161794 w 3114960"/>
              <a:gd name="connsiteY44420" fmla="*/ 977646 h 5143785"/>
              <a:gd name="connsiteX44421" fmla="*/ 2156841 w 3114960"/>
              <a:gd name="connsiteY44421" fmla="*/ 985742 h 5143785"/>
              <a:gd name="connsiteX44422" fmla="*/ 3018187 w 3114960"/>
              <a:gd name="connsiteY44422" fmla="*/ 416719 h 5143785"/>
              <a:gd name="connsiteX44423" fmla="*/ 3023426 w 3114960"/>
              <a:gd name="connsiteY44423" fmla="*/ 411861 h 5143785"/>
              <a:gd name="connsiteX44424" fmla="*/ 3026759 w 3114960"/>
              <a:gd name="connsiteY44424" fmla="*/ 411289 h 5143785"/>
              <a:gd name="connsiteX44425" fmla="*/ 3030665 w 3114960"/>
              <a:gd name="connsiteY44425" fmla="*/ 412147 h 5143785"/>
              <a:gd name="connsiteX44426" fmla="*/ 3030665 w 3114960"/>
              <a:gd name="connsiteY44426" fmla="*/ 412147 h 5143785"/>
              <a:gd name="connsiteX44427" fmla="*/ 3035522 w 3114960"/>
              <a:gd name="connsiteY44427" fmla="*/ 417386 h 5143785"/>
              <a:gd name="connsiteX44428" fmla="*/ 3035237 w 3114960"/>
              <a:gd name="connsiteY44428" fmla="*/ 424529 h 5143785"/>
              <a:gd name="connsiteX44429" fmla="*/ 3029998 w 3114960"/>
              <a:gd name="connsiteY44429" fmla="*/ 429387 h 5143785"/>
              <a:gd name="connsiteX44430" fmla="*/ 3022854 w 3114960"/>
              <a:gd name="connsiteY44430" fmla="*/ 429197 h 5143785"/>
              <a:gd name="connsiteX44431" fmla="*/ 3017996 w 3114960"/>
              <a:gd name="connsiteY44431" fmla="*/ 423958 h 5143785"/>
              <a:gd name="connsiteX44432" fmla="*/ 3018282 w 3114960"/>
              <a:gd name="connsiteY44432" fmla="*/ 416814 h 5143785"/>
              <a:gd name="connsiteX44433" fmla="*/ 2660428 w 3114960"/>
              <a:gd name="connsiteY44433" fmla="*/ 478060 h 5143785"/>
              <a:gd name="connsiteX44434" fmla="*/ 2668429 w 3114960"/>
              <a:gd name="connsiteY44434" fmla="*/ 470059 h 5143785"/>
              <a:gd name="connsiteX44435" fmla="*/ 2676430 w 3114960"/>
              <a:gd name="connsiteY44435" fmla="*/ 478060 h 5143785"/>
              <a:gd name="connsiteX44436" fmla="*/ 2668429 w 3114960"/>
              <a:gd name="connsiteY44436" fmla="*/ 486061 h 5143785"/>
              <a:gd name="connsiteX44437" fmla="*/ 2660428 w 3114960"/>
              <a:gd name="connsiteY44437" fmla="*/ 478060 h 5143785"/>
              <a:gd name="connsiteX44438" fmla="*/ 2657094 w 3114960"/>
              <a:gd name="connsiteY44438" fmla="*/ 580263 h 5143785"/>
              <a:gd name="connsiteX44439" fmla="*/ 2661380 w 3114960"/>
              <a:gd name="connsiteY44439" fmla="*/ 575882 h 5143785"/>
              <a:gd name="connsiteX44440" fmla="*/ 2675382 w 3114960"/>
              <a:gd name="connsiteY44440" fmla="*/ 575882 h 5143785"/>
              <a:gd name="connsiteX44441" fmla="*/ 2679668 w 3114960"/>
              <a:gd name="connsiteY44441" fmla="*/ 580263 h 5143785"/>
              <a:gd name="connsiteX44442" fmla="*/ 2679668 w 3114960"/>
              <a:gd name="connsiteY44442" fmla="*/ 589217 h 5143785"/>
              <a:gd name="connsiteX44443" fmla="*/ 2656999 w 3114960"/>
              <a:gd name="connsiteY44443" fmla="*/ 589217 h 5143785"/>
              <a:gd name="connsiteX44444" fmla="*/ 2656999 w 3114960"/>
              <a:gd name="connsiteY44444" fmla="*/ 580263 h 5143785"/>
              <a:gd name="connsiteX44445" fmla="*/ 2661476 w 3114960"/>
              <a:gd name="connsiteY44445" fmla="*/ 635889 h 5143785"/>
              <a:gd name="connsiteX44446" fmla="*/ 2657189 w 3114960"/>
              <a:gd name="connsiteY44446" fmla="*/ 631508 h 5143785"/>
              <a:gd name="connsiteX44447" fmla="*/ 2657189 w 3114960"/>
              <a:gd name="connsiteY44447" fmla="*/ 619792 h 5143785"/>
              <a:gd name="connsiteX44448" fmla="*/ 2679859 w 3114960"/>
              <a:gd name="connsiteY44448" fmla="*/ 619792 h 5143785"/>
              <a:gd name="connsiteX44449" fmla="*/ 2679859 w 3114960"/>
              <a:gd name="connsiteY44449" fmla="*/ 631508 h 5143785"/>
              <a:gd name="connsiteX44450" fmla="*/ 2675573 w 3114960"/>
              <a:gd name="connsiteY44450" fmla="*/ 635889 h 5143785"/>
              <a:gd name="connsiteX44451" fmla="*/ 2661571 w 3114960"/>
              <a:gd name="connsiteY44451" fmla="*/ 635889 h 5143785"/>
              <a:gd name="connsiteX44452" fmla="*/ 2568893 w 3114960"/>
              <a:gd name="connsiteY44452" fmla="*/ 854297 h 5143785"/>
              <a:gd name="connsiteX44453" fmla="*/ 2581085 w 3114960"/>
              <a:gd name="connsiteY44453" fmla="*/ 842105 h 5143785"/>
              <a:gd name="connsiteX44454" fmla="*/ 2593277 w 3114960"/>
              <a:gd name="connsiteY44454" fmla="*/ 854297 h 5143785"/>
              <a:gd name="connsiteX44455" fmla="*/ 2581085 w 3114960"/>
              <a:gd name="connsiteY44455" fmla="*/ 866489 h 5143785"/>
              <a:gd name="connsiteX44456" fmla="*/ 2568893 w 3114960"/>
              <a:gd name="connsiteY44456" fmla="*/ 854297 h 5143785"/>
              <a:gd name="connsiteX44457" fmla="*/ 2604897 w 3114960"/>
              <a:gd name="connsiteY44457" fmla="*/ 4222337 h 5143785"/>
              <a:gd name="connsiteX44458" fmla="*/ 2606421 w 3114960"/>
              <a:gd name="connsiteY44458" fmla="*/ 4222433 h 5143785"/>
              <a:gd name="connsiteX44459" fmla="*/ 2612993 w 3114960"/>
              <a:gd name="connsiteY44459" fmla="*/ 4220242 h 5143785"/>
              <a:gd name="connsiteX44460" fmla="*/ 2616899 w 3114960"/>
              <a:gd name="connsiteY44460" fmla="*/ 4213860 h 5143785"/>
              <a:gd name="connsiteX44461" fmla="*/ 2643473 w 3114960"/>
              <a:gd name="connsiteY44461" fmla="*/ 4213860 h 5143785"/>
              <a:gd name="connsiteX44462" fmla="*/ 2662142 w 3114960"/>
              <a:gd name="connsiteY44462" fmla="*/ 4197001 h 5143785"/>
              <a:gd name="connsiteX44463" fmla="*/ 2662142 w 3114960"/>
              <a:gd name="connsiteY44463" fmla="*/ 4061365 h 5143785"/>
              <a:gd name="connsiteX44464" fmla="*/ 2664714 w 3114960"/>
              <a:gd name="connsiteY44464" fmla="*/ 4061365 h 5143785"/>
              <a:gd name="connsiteX44465" fmla="*/ 2668619 w 3114960"/>
              <a:gd name="connsiteY44465" fmla="*/ 4057460 h 5143785"/>
              <a:gd name="connsiteX44466" fmla="*/ 2668619 w 3114960"/>
              <a:gd name="connsiteY44466" fmla="*/ 4047554 h 5143785"/>
              <a:gd name="connsiteX44467" fmla="*/ 2664714 w 3114960"/>
              <a:gd name="connsiteY44467" fmla="*/ 4043648 h 5143785"/>
              <a:gd name="connsiteX44468" fmla="*/ 2654808 w 3114960"/>
              <a:gd name="connsiteY44468" fmla="*/ 4043648 h 5143785"/>
              <a:gd name="connsiteX44469" fmla="*/ 2650903 w 3114960"/>
              <a:gd name="connsiteY44469" fmla="*/ 4047554 h 5143785"/>
              <a:gd name="connsiteX44470" fmla="*/ 2650903 w 3114960"/>
              <a:gd name="connsiteY44470" fmla="*/ 4057460 h 5143785"/>
              <a:gd name="connsiteX44471" fmla="*/ 2654808 w 3114960"/>
              <a:gd name="connsiteY44471" fmla="*/ 4061365 h 5143785"/>
              <a:gd name="connsiteX44472" fmla="*/ 2657380 w 3114960"/>
              <a:gd name="connsiteY44472" fmla="*/ 4061365 h 5143785"/>
              <a:gd name="connsiteX44473" fmla="*/ 2657380 w 3114960"/>
              <a:gd name="connsiteY44473" fmla="*/ 4194810 h 5143785"/>
              <a:gd name="connsiteX44474" fmla="*/ 2641568 w 3114960"/>
              <a:gd name="connsiteY44474" fmla="*/ 4209003 h 5143785"/>
              <a:gd name="connsiteX44475" fmla="*/ 2616899 w 3114960"/>
              <a:gd name="connsiteY44475" fmla="*/ 4209003 h 5143785"/>
              <a:gd name="connsiteX44476" fmla="*/ 2614994 w 3114960"/>
              <a:gd name="connsiteY44476" fmla="*/ 4204812 h 5143785"/>
              <a:gd name="connsiteX44477" fmla="*/ 2607755 w 3114960"/>
              <a:gd name="connsiteY44477" fmla="*/ 4200525 h 5143785"/>
              <a:gd name="connsiteX44478" fmla="*/ 2599659 w 3114960"/>
              <a:gd name="connsiteY44478" fmla="*/ 4202621 h 5143785"/>
              <a:gd name="connsiteX44479" fmla="*/ 2597563 w 3114960"/>
              <a:gd name="connsiteY44479" fmla="*/ 4217956 h 5143785"/>
              <a:gd name="connsiteX44480" fmla="*/ 2604802 w 3114960"/>
              <a:gd name="connsiteY44480" fmla="*/ 4222242 h 5143785"/>
              <a:gd name="connsiteX44481" fmla="*/ 2602706 w 3114960"/>
              <a:gd name="connsiteY44481" fmla="*/ 4206526 h 5143785"/>
              <a:gd name="connsiteX44482" fmla="*/ 2606421 w 3114960"/>
              <a:gd name="connsiteY44482" fmla="*/ 4205288 h 5143785"/>
              <a:gd name="connsiteX44483" fmla="*/ 2607278 w 3114960"/>
              <a:gd name="connsiteY44483" fmla="*/ 4205288 h 5143785"/>
              <a:gd name="connsiteX44484" fmla="*/ 2611374 w 3114960"/>
              <a:gd name="connsiteY44484" fmla="*/ 4207669 h 5143785"/>
              <a:gd name="connsiteX44485" fmla="*/ 2610136 w 3114960"/>
              <a:gd name="connsiteY44485" fmla="*/ 4216337 h 5143785"/>
              <a:gd name="connsiteX44486" fmla="*/ 2610136 w 3114960"/>
              <a:gd name="connsiteY44486" fmla="*/ 4216337 h 5143785"/>
              <a:gd name="connsiteX44487" fmla="*/ 2605564 w 3114960"/>
              <a:gd name="connsiteY44487" fmla="*/ 4217575 h 5143785"/>
              <a:gd name="connsiteX44488" fmla="*/ 2601468 w 3114960"/>
              <a:gd name="connsiteY44488" fmla="*/ 4215194 h 5143785"/>
              <a:gd name="connsiteX44489" fmla="*/ 2602706 w 3114960"/>
              <a:gd name="connsiteY44489" fmla="*/ 4206526 h 5143785"/>
              <a:gd name="connsiteX44490" fmla="*/ 116872 w 3114960"/>
              <a:gd name="connsiteY44490" fmla="*/ 2739771 h 5143785"/>
              <a:gd name="connsiteX44491" fmla="*/ 131921 w 3114960"/>
              <a:gd name="connsiteY44491" fmla="*/ 2729770 h 5143785"/>
              <a:gd name="connsiteX44492" fmla="*/ 141923 w 3114960"/>
              <a:gd name="connsiteY44492" fmla="*/ 2744819 h 5143785"/>
              <a:gd name="connsiteX44493" fmla="*/ 126873 w 3114960"/>
              <a:gd name="connsiteY44493" fmla="*/ 2754821 h 5143785"/>
              <a:gd name="connsiteX44494" fmla="*/ 116872 w 3114960"/>
              <a:gd name="connsiteY44494" fmla="*/ 2739771 h 5143785"/>
              <a:gd name="connsiteX44495" fmla="*/ 2612803 w 3114960"/>
              <a:gd name="connsiteY44495" fmla="*/ 4170902 h 5143785"/>
              <a:gd name="connsiteX44496" fmla="*/ 2634901 w 3114960"/>
              <a:gd name="connsiteY44496" fmla="*/ 4139755 h 5143785"/>
              <a:gd name="connsiteX44497" fmla="*/ 2635092 w 3114960"/>
              <a:gd name="connsiteY44497" fmla="*/ 4137279 h 5143785"/>
              <a:gd name="connsiteX44498" fmla="*/ 2632996 w 3114960"/>
              <a:gd name="connsiteY44498" fmla="*/ 4136041 h 5143785"/>
              <a:gd name="connsiteX44499" fmla="*/ 2525078 w 3114960"/>
              <a:gd name="connsiteY44499" fmla="*/ 4136041 h 5143785"/>
              <a:gd name="connsiteX44500" fmla="*/ 2523173 w 3114960"/>
              <a:gd name="connsiteY44500" fmla="*/ 4132136 h 5143785"/>
              <a:gd name="connsiteX44501" fmla="*/ 2515934 w 3114960"/>
              <a:gd name="connsiteY44501" fmla="*/ 4127849 h 5143785"/>
              <a:gd name="connsiteX44502" fmla="*/ 2507837 w 3114960"/>
              <a:gd name="connsiteY44502" fmla="*/ 4129945 h 5143785"/>
              <a:gd name="connsiteX44503" fmla="*/ 2505742 w 3114960"/>
              <a:gd name="connsiteY44503" fmla="*/ 4145280 h 5143785"/>
              <a:gd name="connsiteX44504" fmla="*/ 2505742 w 3114960"/>
              <a:gd name="connsiteY44504" fmla="*/ 4145280 h 5143785"/>
              <a:gd name="connsiteX44505" fmla="*/ 2514505 w 3114960"/>
              <a:gd name="connsiteY44505" fmla="*/ 4149662 h 5143785"/>
              <a:gd name="connsiteX44506" fmla="*/ 2521077 w 3114960"/>
              <a:gd name="connsiteY44506" fmla="*/ 4147471 h 5143785"/>
              <a:gd name="connsiteX44507" fmla="*/ 2525078 w 3114960"/>
              <a:gd name="connsiteY44507" fmla="*/ 4140803 h 5143785"/>
              <a:gd name="connsiteX44508" fmla="*/ 2628329 w 3114960"/>
              <a:gd name="connsiteY44508" fmla="*/ 4140803 h 5143785"/>
              <a:gd name="connsiteX44509" fmla="*/ 2609660 w 3114960"/>
              <a:gd name="connsiteY44509" fmla="*/ 4167188 h 5143785"/>
              <a:gd name="connsiteX44510" fmla="*/ 2554891 w 3114960"/>
              <a:gd name="connsiteY44510" fmla="*/ 4167188 h 5143785"/>
              <a:gd name="connsiteX44511" fmla="*/ 2552986 w 3114960"/>
              <a:gd name="connsiteY44511" fmla="*/ 4162997 h 5143785"/>
              <a:gd name="connsiteX44512" fmla="*/ 2537651 w 3114960"/>
              <a:gd name="connsiteY44512" fmla="*/ 4160901 h 5143785"/>
              <a:gd name="connsiteX44513" fmla="*/ 2533460 w 3114960"/>
              <a:gd name="connsiteY44513" fmla="*/ 4168140 h 5143785"/>
              <a:gd name="connsiteX44514" fmla="*/ 2535555 w 3114960"/>
              <a:gd name="connsiteY44514" fmla="*/ 4176236 h 5143785"/>
              <a:gd name="connsiteX44515" fmla="*/ 2542794 w 3114960"/>
              <a:gd name="connsiteY44515" fmla="*/ 4180427 h 5143785"/>
              <a:gd name="connsiteX44516" fmla="*/ 2544318 w 3114960"/>
              <a:gd name="connsiteY44516" fmla="*/ 4180523 h 5143785"/>
              <a:gd name="connsiteX44517" fmla="*/ 2550890 w 3114960"/>
              <a:gd name="connsiteY44517" fmla="*/ 4178332 h 5143785"/>
              <a:gd name="connsiteX44518" fmla="*/ 2554796 w 3114960"/>
              <a:gd name="connsiteY44518" fmla="*/ 4171950 h 5143785"/>
              <a:gd name="connsiteX44519" fmla="*/ 2610898 w 3114960"/>
              <a:gd name="connsiteY44519" fmla="*/ 4171950 h 5143785"/>
              <a:gd name="connsiteX44520" fmla="*/ 2612803 w 3114960"/>
              <a:gd name="connsiteY44520" fmla="*/ 4170902 h 5143785"/>
              <a:gd name="connsiteX44521" fmla="*/ 2518220 w 3114960"/>
              <a:gd name="connsiteY44521" fmla="*/ 4143661 h 5143785"/>
              <a:gd name="connsiteX44522" fmla="*/ 2509552 w 3114960"/>
              <a:gd name="connsiteY44522" fmla="*/ 4142518 h 5143785"/>
              <a:gd name="connsiteX44523" fmla="*/ 2510790 w 3114960"/>
              <a:gd name="connsiteY44523" fmla="*/ 4133850 h 5143785"/>
              <a:gd name="connsiteX44524" fmla="*/ 2515362 w 3114960"/>
              <a:gd name="connsiteY44524" fmla="*/ 4132707 h 5143785"/>
              <a:gd name="connsiteX44525" fmla="*/ 2519458 w 3114960"/>
              <a:gd name="connsiteY44525" fmla="*/ 4135088 h 5143785"/>
              <a:gd name="connsiteX44526" fmla="*/ 2520696 w 3114960"/>
              <a:gd name="connsiteY44526" fmla="*/ 4139660 h 5143785"/>
              <a:gd name="connsiteX44527" fmla="*/ 2518315 w 3114960"/>
              <a:gd name="connsiteY44527" fmla="*/ 4143756 h 5143785"/>
              <a:gd name="connsiteX44528" fmla="*/ 2548033 w 3114960"/>
              <a:gd name="connsiteY44528" fmla="*/ 4174427 h 5143785"/>
              <a:gd name="connsiteX44529" fmla="*/ 2543461 w 3114960"/>
              <a:gd name="connsiteY44529" fmla="*/ 4175570 h 5143785"/>
              <a:gd name="connsiteX44530" fmla="*/ 2539365 w 3114960"/>
              <a:gd name="connsiteY44530" fmla="*/ 4173188 h 5143785"/>
              <a:gd name="connsiteX44531" fmla="*/ 2539365 w 3114960"/>
              <a:gd name="connsiteY44531" fmla="*/ 4173188 h 5143785"/>
              <a:gd name="connsiteX44532" fmla="*/ 2538127 w 3114960"/>
              <a:gd name="connsiteY44532" fmla="*/ 4168617 h 5143785"/>
              <a:gd name="connsiteX44533" fmla="*/ 2540508 w 3114960"/>
              <a:gd name="connsiteY44533" fmla="*/ 4164521 h 5143785"/>
              <a:gd name="connsiteX44534" fmla="*/ 2544223 w 3114960"/>
              <a:gd name="connsiteY44534" fmla="*/ 4163282 h 5143785"/>
              <a:gd name="connsiteX44535" fmla="*/ 2549176 w 3114960"/>
              <a:gd name="connsiteY44535" fmla="*/ 4165759 h 5143785"/>
              <a:gd name="connsiteX44536" fmla="*/ 2547938 w 3114960"/>
              <a:gd name="connsiteY44536" fmla="*/ 4174427 h 5143785"/>
              <a:gd name="connsiteX44537" fmla="*/ 1948720 w 3114960"/>
              <a:gd name="connsiteY44537" fmla="*/ 3994595 h 5143785"/>
              <a:gd name="connsiteX44538" fmla="*/ 1906524 w 3114960"/>
              <a:gd name="connsiteY44538" fmla="*/ 3956590 h 5143785"/>
              <a:gd name="connsiteX44539" fmla="*/ 1907572 w 3114960"/>
              <a:gd name="connsiteY44539" fmla="*/ 3951542 h 5143785"/>
              <a:gd name="connsiteX44540" fmla="*/ 1894523 w 3114960"/>
              <a:gd name="connsiteY44540" fmla="*/ 3938207 h 5143785"/>
              <a:gd name="connsiteX44541" fmla="*/ 1894523 w 3114960"/>
              <a:gd name="connsiteY44541" fmla="*/ 3808190 h 5143785"/>
              <a:gd name="connsiteX44542" fmla="*/ 1991487 w 3114960"/>
              <a:gd name="connsiteY44542" fmla="*/ 3704939 h 5143785"/>
              <a:gd name="connsiteX44543" fmla="*/ 1992154 w 3114960"/>
              <a:gd name="connsiteY44543" fmla="*/ 3704273 h 5143785"/>
              <a:gd name="connsiteX44544" fmla="*/ 1992630 w 3114960"/>
              <a:gd name="connsiteY44544" fmla="*/ 3633121 h 5143785"/>
              <a:gd name="connsiteX44545" fmla="*/ 2009775 w 3114960"/>
              <a:gd name="connsiteY44545" fmla="*/ 3613785 h 5143785"/>
              <a:gd name="connsiteX44546" fmla="*/ 2017395 w 3114960"/>
              <a:gd name="connsiteY44546" fmla="*/ 3616071 h 5143785"/>
              <a:gd name="connsiteX44547" fmla="*/ 2031111 w 3114960"/>
              <a:gd name="connsiteY44547" fmla="*/ 3602355 h 5143785"/>
              <a:gd name="connsiteX44548" fmla="*/ 2017395 w 3114960"/>
              <a:gd name="connsiteY44548" fmla="*/ 3588639 h 5143785"/>
              <a:gd name="connsiteX44549" fmla="*/ 2003679 w 3114960"/>
              <a:gd name="connsiteY44549" fmla="*/ 3602355 h 5143785"/>
              <a:gd name="connsiteX44550" fmla="*/ 2006346 w 3114960"/>
              <a:gd name="connsiteY44550" fmla="*/ 3610356 h 5143785"/>
              <a:gd name="connsiteX44551" fmla="*/ 1987868 w 3114960"/>
              <a:gd name="connsiteY44551" fmla="*/ 3631121 h 5143785"/>
              <a:gd name="connsiteX44552" fmla="*/ 1987391 w 3114960"/>
              <a:gd name="connsiteY44552" fmla="*/ 3702272 h 5143785"/>
              <a:gd name="connsiteX44553" fmla="*/ 1889760 w 3114960"/>
              <a:gd name="connsiteY44553" fmla="*/ 3806190 h 5143785"/>
              <a:gd name="connsiteX44554" fmla="*/ 1889760 w 3114960"/>
              <a:gd name="connsiteY44554" fmla="*/ 3938873 h 5143785"/>
              <a:gd name="connsiteX44555" fmla="*/ 1880807 w 3114960"/>
              <a:gd name="connsiteY44555" fmla="*/ 3951446 h 5143785"/>
              <a:gd name="connsiteX44556" fmla="*/ 1894142 w 3114960"/>
              <a:gd name="connsiteY44556" fmla="*/ 3964781 h 5143785"/>
              <a:gd name="connsiteX44557" fmla="*/ 1903762 w 3114960"/>
              <a:gd name="connsiteY44557" fmla="*/ 3960590 h 5143785"/>
              <a:gd name="connsiteX44558" fmla="*/ 1946720 w 3114960"/>
              <a:gd name="connsiteY44558" fmla="*/ 3999357 h 5143785"/>
              <a:gd name="connsiteX44559" fmla="*/ 2012442 w 3114960"/>
              <a:gd name="connsiteY44559" fmla="*/ 3999071 h 5143785"/>
              <a:gd name="connsiteX44560" fmla="*/ 2073593 w 3114960"/>
              <a:gd name="connsiteY44560" fmla="*/ 3923538 h 5143785"/>
              <a:gd name="connsiteX44561" fmla="*/ 2096453 w 3114960"/>
              <a:gd name="connsiteY44561" fmla="*/ 3923538 h 5143785"/>
              <a:gd name="connsiteX44562" fmla="*/ 2101787 w 3114960"/>
              <a:gd name="connsiteY44562" fmla="*/ 3918204 h 5143785"/>
              <a:gd name="connsiteX44563" fmla="*/ 2101787 w 3114960"/>
              <a:gd name="connsiteY44563" fmla="*/ 3908298 h 5143785"/>
              <a:gd name="connsiteX44564" fmla="*/ 2154460 w 3114960"/>
              <a:gd name="connsiteY44564" fmla="*/ 3907822 h 5143785"/>
              <a:gd name="connsiteX44565" fmla="*/ 2190941 w 3114960"/>
              <a:gd name="connsiteY44565" fmla="*/ 3945636 h 5143785"/>
              <a:gd name="connsiteX44566" fmla="*/ 2189893 w 3114960"/>
              <a:gd name="connsiteY44566" fmla="*/ 3952589 h 5143785"/>
              <a:gd name="connsiteX44567" fmla="*/ 2194560 w 3114960"/>
              <a:gd name="connsiteY44567" fmla="*/ 3959257 h 5143785"/>
              <a:gd name="connsiteX44568" fmla="*/ 2200180 w 3114960"/>
              <a:gd name="connsiteY44568" fmla="*/ 3960876 h 5143785"/>
              <a:gd name="connsiteX44569" fmla="*/ 2202466 w 3114960"/>
              <a:gd name="connsiteY44569" fmla="*/ 3960590 h 5143785"/>
              <a:gd name="connsiteX44570" fmla="*/ 2209133 w 3114960"/>
              <a:gd name="connsiteY44570" fmla="*/ 3955923 h 5143785"/>
              <a:gd name="connsiteX44571" fmla="*/ 2210562 w 3114960"/>
              <a:gd name="connsiteY44571" fmla="*/ 3947922 h 5143785"/>
              <a:gd name="connsiteX44572" fmla="*/ 2197989 w 3114960"/>
              <a:gd name="connsiteY44572" fmla="*/ 3939921 h 5143785"/>
              <a:gd name="connsiteX44573" fmla="*/ 2194084 w 3114960"/>
              <a:gd name="connsiteY44573" fmla="*/ 3941731 h 5143785"/>
              <a:gd name="connsiteX44574" fmla="*/ 2156555 w 3114960"/>
              <a:gd name="connsiteY44574" fmla="*/ 3902774 h 5143785"/>
              <a:gd name="connsiteX44575" fmla="*/ 2101882 w 3114960"/>
              <a:gd name="connsiteY44575" fmla="*/ 3903250 h 5143785"/>
              <a:gd name="connsiteX44576" fmla="*/ 2101882 w 3114960"/>
              <a:gd name="connsiteY44576" fmla="*/ 3893630 h 5143785"/>
              <a:gd name="connsiteX44577" fmla="*/ 2097024 w 3114960"/>
              <a:gd name="connsiteY44577" fmla="*/ 3888772 h 5143785"/>
              <a:gd name="connsiteX44578" fmla="*/ 2072640 w 3114960"/>
              <a:gd name="connsiteY44578" fmla="*/ 3888772 h 5143785"/>
              <a:gd name="connsiteX44579" fmla="*/ 2067306 w 3114960"/>
              <a:gd name="connsiteY44579" fmla="*/ 3894106 h 5143785"/>
              <a:gd name="connsiteX44580" fmla="*/ 2067306 w 3114960"/>
              <a:gd name="connsiteY44580" fmla="*/ 3918013 h 5143785"/>
              <a:gd name="connsiteX44581" fmla="*/ 2068830 w 3114960"/>
              <a:gd name="connsiteY44581" fmla="*/ 3921728 h 5143785"/>
              <a:gd name="connsiteX44582" fmla="*/ 2010347 w 3114960"/>
              <a:gd name="connsiteY44582" fmla="*/ 3994023 h 5143785"/>
              <a:gd name="connsiteX44583" fmla="*/ 1948815 w 3114960"/>
              <a:gd name="connsiteY44583" fmla="*/ 3994309 h 5143785"/>
              <a:gd name="connsiteX44584" fmla="*/ 2017395 w 3114960"/>
              <a:gd name="connsiteY44584" fmla="*/ 3593402 h 5143785"/>
              <a:gd name="connsiteX44585" fmla="*/ 2026349 w 3114960"/>
              <a:gd name="connsiteY44585" fmla="*/ 3602355 h 5143785"/>
              <a:gd name="connsiteX44586" fmla="*/ 2017395 w 3114960"/>
              <a:gd name="connsiteY44586" fmla="*/ 3611309 h 5143785"/>
              <a:gd name="connsiteX44587" fmla="*/ 2008442 w 3114960"/>
              <a:gd name="connsiteY44587" fmla="*/ 3602355 h 5143785"/>
              <a:gd name="connsiteX44588" fmla="*/ 2017395 w 3114960"/>
              <a:gd name="connsiteY44588" fmla="*/ 3593402 h 5143785"/>
              <a:gd name="connsiteX44589" fmla="*/ 1894237 w 3114960"/>
              <a:gd name="connsiteY44589" fmla="*/ 3960019 h 5143785"/>
              <a:gd name="connsiteX44590" fmla="*/ 1885760 w 3114960"/>
              <a:gd name="connsiteY44590" fmla="*/ 3951542 h 5143785"/>
              <a:gd name="connsiteX44591" fmla="*/ 1894237 w 3114960"/>
              <a:gd name="connsiteY44591" fmla="*/ 3943064 h 5143785"/>
              <a:gd name="connsiteX44592" fmla="*/ 1902714 w 3114960"/>
              <a:gd name="connsiteY44592" fmla="*/ 3951542 h 5143785"/>
              <a:gd name="connsiteX44593" fmla="*/ 1894237 w 3114960"/>
              <a:gd name="connsiteY44593" fmla="*/ 3960019 h 5143785"/>
              <a:gd name="connsiteX44594" fmla="*/ 2199132 w 3114960"/>
              <a:gd name="connsiteY44594" fmla="*/ 3944969 h 5143785"/>
              <a:gd name="connsiteX44595" fmla="*/ 2205895 w 3114960"/>
              <a:gd name="connsiteY44595" fmla="*/ 3949255 h 5143785"/>
              <a:gd name="connsiteX44596" fmla="*/ 2205133 w 3114960"/>
              <a:gd name="connsiteY44596" fmla="*/ 3953542 h 5143785"/>
              <a:gd name="connsiteX44597" fmla="*/ 2201609 w 3114960"/>
              <a:gd name="connsiteY44597" fmla="*/ 3956018 h 5143785"/>
              <a:gd name="connsiteX44598" fmla="*/ 2197322 w 3114960"/>
              <a:gd name="connsiteY44598" fmla="*/ 3955256 h 5143785"/>
              <a:gd name="connsiteX44599" fmla="*/ 2194846 w 3114960"/>
              <a:gd name="connsiteY44599" fmla="*/ 3951732 h 5143785"/>
              <a:gd name="connsiteX44600" fmla="*/ 2199132 w 3114960"/>
              <a:gd name="connsiteY44600" fmla="*/ 3944969 h 5143785"/>
              <a:gd name="connsiteX44601" fmla="*/ 2072164 w 3114960"/>
              <a:gd name="connsiteY44601" fmla="*/ 3894487 h 5143785"/>
              <a:gd name="connsiteX44602" fmla="*/ 2072640 w 3114960"/>
              <a:gd name="connsiteY44602" fmla="*/ 3894011 h 5143785"/>
              <a:gd name="connsiteX44603" fmla="*/ 2097024 w 3114960"/>
              <a:gd name="connsiteY44603" fmla="*/ 3894011 h 5143785"/>
              <a:gd name="connsiteX44604" fmla="*/ 2097024 w 3114960"/>
              <a:gd name="connsiteY44604" fmla="*/ 3918395 h 5143785"/>
              <a:gd name="connsiteX44605" fmla="*/ 2096548 w 3114960"/>
              <a:gd name="connsiteY44605" fmla="*/ 3918871 h 5143785"/>
              <a:gd name="connsiteX44606" fmla="*/ 2072640 w 3114960"/>
              <a:gd name="connsiteY44606" fmla="*/ 3918871 h 5143785"/>
              <a:gd name="connsiteX44607" fmla="*/ 2072164 w 3114960"/>
              <a:gd name="connsiteY44607" fmla="*/ 3918395 h 5143785"/>
              <a:gd name="connsiteX44608" fmla="*/ 2072164 w 3114960"/>
              <a:gd name="connsiteY44608" fmla="*/ 3894487 h 5143785"/>
              <a:gd name="connsiteX44609" fmla="*/ 707993 w 3114960"/>
              <a:gd name="connsiteY44609" fmla="*/ 1964817 h 5143785"/>
              <a:gd name="connsiteX44610" fmla="*/ 694563 w 3114960"/>
              <a:gd name="connsiteY44610" fmla="*/ 1978247 h 5143785"/>
              <a:gd name="connsiteX44611" fmla="*/ 704469 w 3114960"/>
              <a:gd name="connsiteY44611" fmla="*/ 1991201 h 5143785"/>
              <a:gd name="connsiteX44612" fmla="*/ 704469 w 3114960"/>
              <a:gd name="connsiteY44612" fmla="*/ 1994154 h 5143785"/>
              <a:gd name="connsiteX44613" fmla="*/ 711613 w 3114960"/>
              <a:gd name="connsiteY44613" fmla="*/ 1994154 h 5143785"/>
              <a:gd name="connsiteX44614" fmla="*/ 711613 w 3114960"/>
              <a:gd name="connsiteY44614" fmla="*/ 1991201 h 5143785"/>
              <a:gd name="connsiteX44615" fmla="*/ 721519 w 3114960"/>
              <a:gd name="connsiteY44615" fmla="*/ 1978247 h 5143785"/>
              <a:gd name="connsiteX44616" fmla="*/ 708089 w 3114960"/>
              <a:gd name="connsiteY44616" fmla="*/ 1964817 h 5143785"/>
              <a:gd name="connsiteX44617" fmla="*/ 707993 w 3114960"/>
              <a:gd name="connsiteY44617" fmla="*/ 1987010 h 5143785"/>
              <a:gd name="connsiteX44618" fmla="*/ 699326 w 3114960"/>
              <a:gd name="connsiteY44618" fmla="*/ 1978343 h 5143785"/>
              <a:gd name="connsiteX44619" fmla="*/ 707993 w 3114960"/>
              <a:gd name="connsiteY44619" fmla="*/ 1969675 h 5143785"/>
              <a:gd name="connsiteX44620" fmla="*/ 716661 w 3114960"/>
              <a:gd name="connsiteY44620" fmla="*/ 1978343 h 5143785"/>
              <a:gd name="connsiteX44621" fmla="*/ 707993 w 3114960"/>
              <a:gd name="connsiteY44621" fmla="*/ 1987010 h 5143785"/>
              <a:gd name="connsiteX44622" fmla="*/ 2872454 w 3114960"/>
              <a:gd name="connsiteY44622" fmla="*/ 3886581 h 5143785"/>
              <a:gd name="connsiteX44623" fmla="*/ 2959799 w 3114960"/>
              <a:gd name="connsiteY44623" fmla="*/ 3886581 h 5143785"/>
              <a:gd name="connsiteX44624" fmla="*/ 2983230 w 3114960"/>
              <a:gd name="connsiteY44624" fmla="*/ 3868007 h 5143785"/>
              <a:gd name="connsiteX44625" fmla="*/ 3038951 w 3114960"/>
              <a:gd name="connsiteY44625" fmla="*/ 3868007 h 5143785"/>
              <a:gd name="connsiteX44626" fmla="*/ 3038951 w 3114960"/>
              <a:gd name="connsiteY44626" fmla="*/ 3868674 h 5143785"/>
              <a:gd name="connsiteX44627" fmla="*/ 3049524 w 3114960"/>
              <a:gd name="connsiteY44627" fmla="*/ 3876580 h 5143785"/>
              <a:gd name="connsiteX44628" fmla="*/ 3052572 w 3114960"/>
              <a:gd name="connsiteY44628" fmla="*/ 3876199 h 5143785"/>
              <a:gd name="connsiteX44629" fmla="*/ 3059144 w 3114960"/>
              <a:gd name="connsiteY44629" fmla="*/ 3870960 h 5143785"/>
              <a:gd name="connsiteX44630" fmla="*/ 3060097 w 3114960"/>
              <a:gd name="connsiteY44630" fmla="*/ 3862673 h 5143785"/>
              <a:gd name="connsiteX44631" fmla="*/ 3046571 w 3114960"/>
              <a:gd name="connsiteY44631" fmla="*/ 3855149 h 5143785"/>
              <a:gd name="connsiteX44632" fmla="*/ 3039047 w 3114960"/>
              <a:gd name="connsiteY44632" fmla="*/ 3863245 h 5143785"/>
              <a:gd name="connsiteX44633" fmla="*/ 2981611 w 3114960"/>
              <a:gd name="connsiteY44633" fmla="*/ 3863245 h 5143785"/>
              <a:gd name="connsiteX44634" fmla="*/ 2958179 w 3114960"/>
              <a:gd name="connsiteY44634" fmla="*/ 3881819 h 5143785"/>
              <a:gd name="connsiteX44635" fmla="*/ 2874359 w 3114960"/>
              <a:gd name="connsiteY44635" fmla="*/ 3881819 h 5143785"/>
              <a:gd name="connsiteX44636" fmla="*/ 2835307 w 3114960"/>
              <a:gd name="connsiteY44636" fmla="*/ 3844957 h 5143785"/>
              <a:gd name="connsiteX44637" fmla="*/ 2835688 w 3114960"/>
              <a:gd name="connsiteY44637" fmla="*/ 3819049 h 5143785"/>
              <a:gd name="connsiteX44638" fmla="*/ 2839784 w 3114960"/>
              <a:gd name="connsiteY44638" fmla="*/ 3817811 h 5143785"/>
              <a:gd name="connsiteX44639" fmla="*/ 2845022 w 3114960"/>
              <a:gd name="connsiteY44639" fmla="*/ 3811238 h 5143785"/>
              <a:gd name="connsiteX44640" fmla="*/ 2844070 w 3114960"/>
              <a:gd name="connsiteY44640" fmla="*/ 3802952 h 5143785"/>
              <a:gd name="connsiteX44641" fmla="*/ 2837498 w 3114960"/>
              <a:gd name="connsiteY44641" fmla="*/ 3797713 h 5143785"/>
              <a:gd name="connsiteX44642" fmla="*/ 2823972 w 3114960"/>
              <a:gd name="connsiteY44642" fmla="*/ 3805238 h 5143785"/>
              <a:gd name="connsiteX44643" fmla="*/ 2830925 w 3114960"/>
              <a:gd name="connsiteY44643" fmla="*/ 3818477 h 5143785"/>
              <a:gd name="connsiteX44644" fmla="*/ 2830544 w 3114960"/>
              <a:gd name="connsiteY44644" fmla="*/ 3847052 h 5143785"/>
              <a:gd name="connsiteX44645" fmla="*/ 2872550 w 3114960"/>
              <a:gd name="connsiteY44645" fmla="*/ 3886676 h 5143785"/>
              <a:gd name="connsiteX44646" fmla="*/ 3047810 w 3114960"/>
              <a:gd name="connsiteY44646" fmla="*/ 3859721 h 5143785"/>
              <a:gd name="connsiteX44647" fmla="*/ 3049524 w 3114960"/>
              <a:gd name="connsiteY44647" fmla="*/ 3859435 h 5143785"/>
              <a:gd name="connsiteX44648" fmla="*/ 3055430 w 3114960"/>
              <a:gd name="connsiteY44648" fmla="*/ 3863912 h 5143785"/>
              <a:gd name="connsiteX44649" fmla="*/ 3054858 w 3114960"/>
              <a:gd name="connsiteY44649" fmla="*/ 3868579 h 5143785"/>
              <a:gd name="connsiteX44650" fmla="*/ 3051143 w 3114960"/>
              <a:gd name="connsiteY44650" fmla="*/ 3871532 h 5143785"/>
              <a:gd name="connsiteX44651" fmla="*/ 3043523 w 3114960"/>
              <a:gd name="connsiteY44651" fmla="*/ 3867245 h 5143785"/>
              <a:gd name="connsiteX44652" fmla="*/ 3047810 w 3114960"/>
              <a:gd name="connsiteY44652" fmla="*/ 3859625 h 5143785"/>
              <a:gd name="connsiteX44653" fmla="*/ 2828449 w 3114960"/>
              <a:gd name="connsiteY44653" fmla="*/ 3806476 h 5143785"/>
              <a:gd name="connsiteX44654" fmla="*/ 2836069 w 3114960"/>
              <a:gd name="connsiteY44654" fmla="*/ 3802190 h 5143785"/>
              <a:gd name="connsiteX44655" fmla="*/ 2840355 w 3114960"/>
              <a:gd name="connsiteY44655" fmla="*/ 3809810 h 5143785"/>
              <a:gd name="connsiteX44656" fmla="*/ 2832735 w 3114960"/>
              <a:gd name="connsiteY44656" fmla="*/ 3814096 h 5143785"/>
              <a:gd name="connsiteX44657" fmla="*/ 2828449 w 3114960"/>
              <a:gd name="connsiteY44657" fmla="*/ 3806476 h 5143785"/>
              <a:gd name="connsiteX44658" fmla="*/ 2523839 w 3114960"/>
              <a:gd name="connsiteY44658" fmla="*/ 562070 h 5143785"/>
              <a:gd name="connsiteX44659" fmla="*/ 2521363 w 3114960"/>
              <a:gd name="connsiteY44659" fmla="*/ 544163 h 5143785"/>
              <a:gd name="connsiteX44660" fmla="*/ 2539270 w 3114960"/>
              <a:gd name="connsiteY44660" fmla="*/ 541687 h 5143785"/>
              <a:gd name="connsiteX44661" fmla="*/ 2541746 w 3114960"/>
              <a:gd name="connsiteY44661" fmla="*/ 559594 h 5143785"/>
              <a:gd name="connsiteX44662" fmla="*/ 2523839 w 3114960"/>
              <a:gd name="connsiteY44662" fmla="*/ 562070 h 5143785"/>
              <a:gd name="connsiteX44663" fmla="*/ 1159955 w 3114960"/>
              <a:gd name="connsiteY44663" fmla="*/ 1467136 h 5143785"/>
              <a:gd name="connsiteX44664" fmla="*/ 1139857 w 3114960"/>
              <a:gd name="connsiteY44664" fmla="*/ 1467136 h 5143785"/>
              <a:gd name="connsiteX44665" fmla="*/ 1136047 w 3114960"/>
              <a:gd name="connsiteY44665" fmla="*/ 1470946 h 5143785"/>
              <a:gd name="connsiteX44666" fmla="*/ 1136047 w 3114960"/>
              <a:gd name="connsiteY44666" fmla="*/ 1475518 h 5143785"/>
              <a:gd name="connsiteX44667" fmla="*/ 1134618 w 3114960"/>
              <a:gd name="connsiteY44667" fmla="*/ 1473041 h 5143785"/>
              <a:gd name="connsiteX44668" fmla="*/ 1126617 w 3114960"/>
              <a:gd name="connsiteY44668" fmla="*/ 1466374 h 5143785"/>
              <a:gd name="connsiteX44669" fmla="*/ 1118616 w 3114960"/>
              <a:gd name="connsiteY44669" fmla="*/ 1473041 h 5143785"/>
              <a:gd name="connsiteX44670" fmla="*/ 1114806 w 3114960"/>
              <a:gd name="connsiteY44670" fmla="*/ 1477232 h 5143785"/>
              <a:gd name="connsiteX44671" fmla="*/ 1110996 w 3114960"/>
              <a:gd name="connsiteY44671" fmla="*/ 1473041 h 5143785"/>
              <a:gd name="connsiteX44672" fmla="*/ 1102995 w 3114960"/>
              <a:gd name="connsiteY44672" fmla="*/ 1466374 h 5143785"/>
              <a:gd name="connsiteX44673" fmla="*/ 1094994 w 3114960"/>
              <a:gd name="connsiteY44673" fmla="*/ 1473041 h 5143785"/>
              <a:gd name="connsiteX44674" fmla="*/ 1091184 w 3114960"/>
              <a:gd name="connsiteY44674" fmla="*/ 1477232 h 5143785"/>
              <a:gd name="connsiteX44675" fmla="*/ 1087374 w 3114960"/>
              <a:gd name="connsiteY44675" fmla="*/ 1473041 h 5143785"/>
              <a:gd name="connsiteX44676" fmla="*/ 1079373 w 3114960"/>
              <a:gd name="connsiteY44676" fmla="*/ 1466374 h 5143785"/>
              <a:gd name="connsiteX44677" fmla="*/ 1071372 w 3114960"/>
              <a:gd name="connsiteY44677" fmla="*/ 1473041 h 5143785"/>
              <a:gd name="connsiteX44678" fmla="*/ 1067562 w 3114960"/>
              <a:gd name="connsiteY44678" fmla="*/ 1477232 h 5143785"/>
              <a:gd name="connsiteX44679" fmla="*/ 1063752 w 3114960"/>
              <a:gd name="connsiteY44679" fmla="*/ 1473041 h 5143785"/>
              <a:gd name="connsiteX44680" fmla="*/ 1055751 w 3114960"/>
              <a:gd name="connsiteY44680" fmla="*/ 1466374 h 5143785"/>
              <a:gd name="connsiteX44681" fmla="*/ 1047750 w 3114960"/>
              <a:gd name="connsiteY44681" fmla="*/ 1473041 h 5143785"/>
              <a:gd name="connsiteX44682" fmla="*/ 1043940 w 3114960"/>
              <a:gd name="connsiteY44682" fmla="*/ 1477232 h 5143785"/>
              <a:gd name="connsiteX44683" fmla="*/ 1040130 w 3114960"/>
              <a:gd name="connsiteY44683" fmla="*/ 1473041 h 5143785"/>
              <a:gd name="connsiteX44684" fmla="*/ 1032129 w 3114960"/>
              <a:gd name="connsiteY44684" fmla="*/ 1466374 h 5143785"/>
              <a:gd name="connsiteX44685" fmla="*/ 1024128 w 3114960"/>
              <a:gd name="connsiteY44685" fmla="*/ 1473041 h 5143785"/>
              <a:gd name="connsiteX44686" fmla="*/ 1020318 w 3114960"/>
              <a:gd name="connsiteY44686" fmla="*/ 1477232 h 5143785"/>
              <a:gd name="connsiteX44687" fmla="*/ 1016508 w 3114960"/>
              <a:gd name="connsiteY44687" fmla="*/ 1473041 h 5143785"/>
              <a:gd name="connsiteX44688" fmla="*/ 1008507 w 3114960"/>
              <a:gd name="connsiteY44688" fmla="*/ 1466374 h 5143785"/>
              <a:gd name="connsiteX44689" fmla="*/ 1000506 w 3114960"/>
              <a:gd name="connsiteY44689" fmla="*/ 1473041 h 5143785"/>
              <a:gd name="connsiteX44690" fmla="*/ 996696 w 3114960"/>
              <a:gd name="connsiteY44690" fmla="*/ 1477232 h 5143785"/>
              <a:gd name="connsiteX44691" fmla="*/ 992886 w 3114960"/>
              <a:gd name="connsiteY44691" fmla="*/ 1473041 h 5143785"/>
              <a:gd name="connsiteX44692" fmla="*/ 984885 w 3114960"/>
              <a:gd name="connsiteY44692" fmla="*/ 1466374 h 5143785"/>
              <a:gd name="connsiteX44693" fmla="*/ 976884 w 3114960"/>
              <a:gd name="connsiteY44693" fmla="*/ 1473041 h 5143785"/>
              <a:gd name="connsiteX44694" fmla="*/ 973074 w 3114960"/>
              <a:gd name="connsiteY44694" fmla="*/ 1477232 h 5143785"/>
              <a:gd name="connsiteX44695" fmla="*/ 969264 w 3114960"/>
              <a:gd name="connsiteY44695" fmla="*/ 1473041 h 5143785"/>
              <a:gd name="connsiteX44696" fmla="*/ 961263 w 3114960"/>
              <a:gd name="connsiteY44696" fmla="*/ 1466374 h 5143785"/>
              <a:gd name="connsiteX44697" fmla="*/ 953262 w 3114960"/>
              <a:gd name="connsiteY44697" fmla="*/ 1473041 h 5143785"/>
              <a:gd name="connsiteX44698" fmla="*/ 949452 w 3114960"/>
              <a:gd name="connsiteY44698" fmla="*/ 1477232 h 5143785"/>
              <a:gd name="connsiteX44699" fmla="*/ 945642 w 3114960"/>
              <a:gd name="connsiteY44699" fmla="*/ 1473041 h 5143785"/>
              <a:gd name="connsiteX44700" fmla="*/ 937641 w 3114960"/>
              <a:gd name="connsiteY44700" fmla="*/ 1466374 h 5143785"/>
              <a:gd name="connsiteX44701" fmla="*/ 929640 w 3114960"/>
              <a:gd name="connsiteY44701" fmla="*/ 1473041 h 5143785"/>
              <a:gd name="connsiteX44702" fmla="*/ 925830 w 3114960"/>
              <a:gd name="connsiteY44702" fmla="*/ 1477232 h 5143785"/>
              <a:gd name="connsiteX44703" fmla="*/ 922020 w 3114960"/>
              <a:gd name="connsiteY44703" fmla="*/ 1473041 h 5143785"/>
              <a:gd name="connsiteX44704" fmla="*/ 914019 w 3114960"/>
              <a:gd name="connsiteY44704" fmla="*/ 1466374 h 5143785"/>
              <a:gd name="connsiteX44705" fmla="*/ 906018 w 3114960"/>
              <a:gd name="connsiteY44705" fmla="*/ 1473041 h 5143785"/>
              <a:gd name="connsiteX44706" fmla="*/ 902208 w 3114960"/>
              <a:gd name="connsiteY44706" fmla="*/ 1477232 h 5143785"/>
              <a:gd name="connsiteX44707" fmla="*/ 898398 w 3114960"/>
              <a:gd name="connsiteY44707" fmla="*/ 1473041 h 5143785"/>
              <a:gd name="connsiteX44708" fmla="*/ 892874 w 3114960"/>
              <a:gd name="connsiteY44708" fmla="*/ 1466850 h 5143785"/>
              <a:gd name="connsiteX44709" fmla="*/ 891731 w 3114960"/>
              <a:gd name="connsiteY44709" fmla="*/ 1465136 h 5143785"/>
              <a:gd name="connsiteX44710" fmla="*/ 880301 w 3114960"/>
              <a:gd name="connsiteY44710" fmla="*/ 1453706 h 5143785"/>
              <a:gd name="connsiteX44711" fmla="*/ 876681 w 3114960"/>
              <a:gd name="connsiteY44711" fmla="*/ 1452182 h 5143785"/>
              <a:gd name="connsiteX44712" fmla="*/ 876681 w 3114960"/>
              <a:gd name="connsiteY44712" fmla="*/ 1452182 h 5143785"/>
              <a:gd name="connsiteX44713" fmla="*/ 873062 w 3114960"/>
              <a:gd name="connsiteY44713" fmla="*/ 1453706 h 5143785"/>
              <a:gd name="connsiteX44714" fmla="*/ 861632 w 3114960"/>
              <a:gd name="connsiteY44714" fmla="*/ 1465136 h 5143785"/>
              <a:gd name="connsiteX44715" fmla="*/ 860108 w 3114960"/>
              <a:gd name="connsiteY44715" fmla="*/ 1468755 h 5143785"/>
              <a:gd name="connsiteX44716" fmla="*/ 861632 w 3114960"/>
              <a:gd name="connsiteY44716" fmla="*/ 1472375 h 5143785"/>
              <a:gd name="connsiteX44717" fmla="*/ 873062 w 3114960"/>
              <a:gd name="connsiteY44717" fmla="*/ 1483805 h 5143785"/>
              <a:gd name="connsiteX44718" fmla="*/ 876681 w 3114960"/>
              <a:gd name="connsiteY44718" fmla="*/ 1485328 h 5143785"/>
              <a:gd name="connsiteX44719" fmla="*/ 876681 w 3114960"/>
              <a:gd name="connsiteY44719" fmla="*/ 1485328 h 5143785"/>
              <a:gd name="connsiteX44720" fmla="*/ 880301 w 3114960"/>
              <a:gd name="connsiteY44720" fmla="*/ 1483805 h 5143785"/>
              <a:gd name="connsiteX44721" fmla="*/ 891731 w 3114960"/>
              <a:gd name="connsiteY44721" fmla="*/ 1472375 h 5143785"/>
              <a:gd name="connsiteX44722" fmla="*/ 892016 w 3114960"/>
              <a:gd name="connsiteY44722" fmla="*/ 1471994 h 5143785"/>
              <a:gd name="connsiteX44723" fmla="*/ 894207 w 3114960"/>
              <a:gd name="connsiteY44723" fmla="*/ 1475327 h 5143785"/>
              <a:gd name="connsiteX44724" fmla="*/ 902208 w 3114960"/>
              <a:gd name="connsiteY44724" fmla="*/ 1481995 h 5143785"/>
              <a:gd name="connsiteX44725" fmla="*/ 910209 w 3114960"/>
              <a:gd name="connsiteY44725" fmla="*/ 1475327 h 5143785"/>
              <a:gd name="connsiteX44726" fmla="*/ 914019 w 3114960"/>
              <a:gd name="connsiteY44726" fmla="*/ 1471136 h 5143785"/>
              <a:gd name="connsiteX44727" fmla="*/ 917829 w 3114960"/>
              <a:gd name="connsiteY44727" fmla="*/ 1475327 h 5143785"/>
              <a:gd name="connsiteX44728" fmla="*/ 925830 w 3114960"/>
              <a:gd name="connsiteY44728" fmla="*/ 1481995 h 5143785"/>
              <a:gd name="connsiteX44729" fmla="*/ 933831 w 3114960"/>
              <a:gd name="connsiteY44729" fmla="*/ 1475327 h 5143785"/>
              <a:gd name="connsiteX44730" fmla="*/ 937641 w 3114960"/>
              <a:gd name="connsiteY44730" fmla="*/ 1471136 h 5143785"/>
              <a:gd name="connsiteX44731" fmla="*/ 941451 w 3114960"/>
              <a:gd name="connsiteY44731" fmla="*/ 1475327 h 5143785"/>
              <a:gd name="connsiteX44732" fmla="*/ 949452 w 3114960"/>
              <a:gd name="connsiteY44732" fmla="*/ 1481995 h 5143785"/>
              <a:gd name="connsiteX44733" fmla="*/ 957453 w 3114960"/>
              <a:gd name="connsiteY44733" fmla="*/ 1475327 h 5143785"/>
              <a:gd name="connsiteX44734" fmla="*/ 961263 w 3114960"/>
              <a:gd name="connsiteY44734" fmla="*/ 1471136 h 5143785"/>
              <a:gd name="connsiteX44735" fmla="*/ 965073 w 3114960"/>
              <a:gd name="connsiteY44735" fmla="*/ 1475327 h 5143785"/>
              <a:gd name="connsiteX44736" fmla="*/ 973074 w 3114960"/>
              <a:gd name="connsiteY44736" fmla="*/ 1481995 h 5143785"/>
              <a:gd name="connsiteX44737" fmla="*/ 981075 w 3114960"/>
              <a:gd name="connsiteY44737" fmla="*/ 1475327 h 5143785"/>
              <a:gd name="connsiteX44738" fmla="*/ 984885 w 3114960"/>
              <a:gd name="connsiteY44738" fmla="*/ 1471136 h 5143785"/>
              <a:gd name="connsiteX44739" fmla="*/ 988695 w 3114960"/>
              <a:gd name="connsiteY44739" fmla="*/ 1475327 h 5143785"/>
              <a:gd name="connsiteX44740" fmla="*/ 996696 w 3114960"/>
              <a:gd name="connsiteY44740" fmla="*/ 1481995 h 5143785"/>
              <a:gd name="connsiteX44741" fmla="*/ 1004697 w 3114960"/>
              <a:gd name="connsiteY44741" fmla="*/ 1475327 h 5143785"/>
              <a:gd name="connsiteX44742" fmla="*/ 1008507 w 3114960"/>
              <a:gd name="connsiteY44742" fmla="*/ 1471136 h 5143785"/>
              <a:gd name="connsiteX44743" fmla="*/ 1012317 w 3114960"/>
              <a:gd name="connsiteY44743" fmla="*/ 1475327 h 5143785"/>
              <a:gd name="connsiteX44744" fmla="*/ 1020318 w 3114960"/>
              <a:gd name="connsiteY44744" fmla="*/ 1481995 h 5143785"/>
              <a:gd name="connsiteX44745" fmla="*/ 1028319 w 3114960"/>
              <a:gd name="connsiteY44745" fmla="*/ 1475327 h 5143785"/>
              <a:gd name="connsiteX44746" fmla="*/ 1032129 w 3114960"/>
              <a:gd name="connsiteY44746" fmla="*/ 1471136 h 5143785"/>
              <a:gd name="connsiteX44747" fmla="*/ 1035939 w 3114960"/>
              <a:gd name="connsiteY44747" fmla="*/ 1475327 h 5143785"/>
              <a:gd name="connsiteX44748" fmla="*/ 1043940 w 3114960"/>
              <a:gd name="connsiteY44748" fmla="*/ 1481995 h 5143785"/>
              <a:gd name="connsiteX44749" fmla="*/ 1051941 w 3114960"/>
              <a:gd name="connsiteY44749" fmla="*/ 1475327 h 5143785"/>
              <a:gd name="connsiteX44750" fmla="*/ 1055751 w 3114960"/>
              <a:gd name="connsiteY44750" fmla="*/ 1471136 h 5143785"/>
              <a:gd name="connsiteX44751" fmla="*/ 1059561 w 3114960"/>
              <a:gd name="connsiteY44751" fmla="*/ 1475327 h 5143785"/>
              <a:gd name="connsiteX44752" fmla="*/ 1067562 w 3114960"/>
              <a:gd name="connsiteY44752" fmla="*/ 1481995 h 5143785"/>
              <a:gd name="connsiteX44753" fmla="*/ 1075563 w 3114960"/>
              <a:gd name="connsiteY44753" fmla="*/ 1475327 h 5143785"/>
              <a:gd name="connsiteX44754" fmla="*/ 1079373 w 3114960"/>
              <a:gd name="connsiteY44754" fmla="*/ 1471136 h 5143785"/>
              <a:gd name="connsiteX44755" fmla="*/ 1083183 w 3114960"/>
              <a:gd name="connsiteY44755" fmla="*/ 1475327 h 5143785"/>
              <a:gd name="connsiteX44756" fmla="*/ 1091184 w 3114960"/>
              <a:gd name="connsiteY44756" fmla="*/ 1481995 h 5143785"/>
              <a:gd name="connsiteX44757" fmla="*/ 1099185 w 3114960"/>
              <a:gd name="connsiteY44757" fmla="*/ 1475327 h 5143785"/>
              <a:gd name="connsiteX44758" fmla="*/ 1102995 w 3114960"/>
              <a:gd name="connsiteY44758" fmla="*/ 1471136 h 5143785"/>
              <a:gd name="connsiteX44759" fmla="*/ 1106805 w 3114960"/>
              <a:gd name="connsiteY44759" fmla="*/ 1475327 h 5143785"/>
              <a:gd name="connsiteX44760" fmla="*/ 1114806 w 3114960"/>
              <a:gd name="connsiteY44760" fmla="*/ 1481995 h 5143785"/>
              <a:gd name="connsiteX44761" fmla="*/ 1122807 w 3114960"/>
              <a:gd name="connsiteY44761" fmla="*/ 1475327 h 5143785"/>
              <a:gd name="connsiteX44762" fmla="*/ 1126617 w 3114960"/>
              <a:gd name="connsiteY44762" fmla="*/ 1471136 h 5143785"/>
              <a:gd name="connsiteX44763" fmla="*/ 1130427 w 3114960"/>
              <a:gd name="connsiteY44763" fmla="*/ 1475327 h 5143785"/>
              <a:gd name="connsiteX44764" fmla="*/ 1136523 w 3114960"/>
              <a:gd name="connsiteY44764" fmla="*/ 1481614 h 5143785"/>
              <a:gd name="connsiteX44765" fmla="*/ 1139857 w 3114960"/>
              <a:gd name="connsiteY44765" fmla="*/ 1483709 h 5143785"/>
              <a:gd name="connsiteX44766" fmla="*/ 1159955 w 3114960"/>
              <a:gd name="connsiteY44766" fmla="*/ 1483709 h 5143785"/>
              <a:gd name="connsiteX44767" fmla="*/ 1163765 w 3114960"/>
              <a:gd name="connsiteY44767" fmla="*/ 1479899 h 5143785"/>
              <a:gd name="connsiteX44768" fmla="*/ 1163765 w 3114960"/>
              <a:gd name="connsiteY44768" fmla="*/ 1478947 h 5143785"/>
              <a:gd name="connsiteX44769" fmla="*/ 1295114 w 3114960"/>
              <a:gd name="connsiteY44769" fmla="*/ 1478756 h 5143785"/>
              <a:gd name="connsiteX44770" fmla="*/ 1393222 w 3114960"/>
              <a:gd name="connsiteY44770" fmla="*/ 1390460 h 5143785"/>
              <a:gd name="connsiteX44771" fmla="*/ 1454372 w 3114960"/>
              <a:gd name="connsiteY44771" fmla="*/ 1390745 h 5143785"/>
              <a:gd name="connsiteX44772" fmla="*/ 1510475 w 3114960"/>
              <a:gd name="connsiteY44772" fmla="*/ 1332071 h 5143785"/>
              <a:gd name="connsiteX44773" fmla="*/ 1520476 w 3114960"/>
              <a:gd name="connsiteY44773" fmla="*/ 1332071 h 5143785"/>
              <a:gd name="connsiteX44774" fmla="*/ 1520476 w 3114960"/>
              <a:gd name="connsiteY44774" fmla="*/ 1335691 h 5143785"/>
              <a:gd name="connsiteX44775" fmla="*/ 1529239 w 3114960"/>
              <a:gd name="connsiteY44775" fmla="*/ 1344359 h 5143785"/>
              <a:gd name="connsiteX44776" fmla="*/ 1580578 w 3114960"/>
              <a:gd name="connsiteY44776" fmla="*/ 1344359 h 5143785"/>
              <a:gd name="connsiteX44777" fmla="*/ 1589342 w 3114960"/>
              <a:gd name="connsiteY44777" fmla="*/ 1335691 h 5143785"/>
              <a:gd name="connsiteX44778" fmla="*/ 1589342 w 3114960"/>
              <a:gd name="connsiteY44778" fmla="*/ 1321308 h 5143785"/>
              <a:gd name="connsiteX44779" fmla="*/ 1580578 w 3114960"/>
              <a:gd name="connsiteY44779" fmla="*/ 1312640 h 5143785"/>
              <a:gd name="connsiteX44780" fmla="*/ 1529239 w 3114960"/>
              <a:gd name="connsiteY44780" fmla="*/ 1312640 h 5143785"/>
              <a:gd name="connsiteX44781" fmla="*/ 1520476 w 3114960"/>
              <a:gd name="connsiteY44781" fmla="*/ 1321308 h 5143785"/>
              <a:gd name="connsiteX44782" fmla="*/ 1520476 w 3114960"/>
              <a:gd name="connsiteY44782" fmla="*/ 1324928 h 5143785"/>
              <a:gd name="connsiteX44783" fmla="*/ 1507427 w 3114960"/>
              <a:gd name="connsiteY44783" fmla="*/ 1324928 h 5143785"/>
              <a:gd name="connsiteX44784" fmla="*/ 1451420 w 3114960"/>
              <a:gd name="connsiteY44784" fmla="*/ 1383602 h 5143785"/>
              <a:gd name="connsiteX44785" fmla="*/ 1390650 w 3114960"/>
              <a:gd name="connsiteY44785" fmla="*/ 1383316 h 5143785"/>
              <a:gd name="connsiteX44786" fmla="*/ 1292543 w 3114960"/>
              <a:gd name="connsiteY44786" fmla="*/ 1471613 h 5143785"/>
              <a:gd name="connsiteX44787" fmla="*/ 1163860 w 3114960"/>
              <a:gd name="connsiteY44787" fmla="*/ 1471803 h 5143785"/>
              <a:gd name="connsiteX44788" fmla="*/ 1163860 w 3114960"/>
              <a:gd name="connsiteY44788" fmla="*/ 1470851 h 5143785"/>
              <a:gd name="connsiteX44789" fmla="*/ 1160050 w 3114960"/>
              <a:gd name="connsiteY44789" fmla="*/ 1467041 h 5143785"/>
              <a:gd name="connsiteX44790" fmla="*/ 875919 w 3114960"/>
              <a:gd name="connsiteY44790" fmla="*/ 1480471 h 5143785"/>
              <a:gd name="connsiteX44791" fmla="*/ 864394 w 3114960"/>
              <a:gd name="connsiteY44791" fmla="*/ 1468850 h 5143785"/>
              <a:gd name="connsiteX44792" fmla="*/ 864394 w 3114960"/>
              <a:gd name="connsiteY44792" fmla="*/ 1468660 h 5143785"/>
              <a:gd name="connsiteX44793" fmla="*/ 876300 w 3114960"/>
              <a:gd name="connsiteY44793" fmla="*/ 1457230 h 5143785"/>
              <a:gd name="connsiteX44794" fmla="*/ 887730 w 3114960"/>
              <a:gd name="connsiteY44794" fmla="*/ 1469136 h 5143785"/>
              <a:gd name="connsiteX44795" fmla="*/ 875824 w 3114960"/>
              <a:gd name="connsiteY44795" fmla="*/ 1480566 h 5143785"/>
              <a:gd name="connsiteX44796" fmla="*/ 1140714 w 3114960"/>
              <a:gd name="connsiteY44796" fmla="*/ 1479042 h 5143785"/>
              <a:gd name="connsiteX44797" fmla="*/ 1140714 w 3114960"/>
              <a:gd name="connsiteY44797" fmla="*/ 1471898 h 5143785"/>
              <a:gd name="connsiteX44798" fmla="*/ 1148620 w 3114960"/>
              <a:gd name="connsiteY44798" fmla="*/ 1471898 h 5143785"/>
              <a:gd name="connsiteX44799" fmla="*/ 1150334 w 3114960"/>
              <a:gd name="connsiteY44799" fmla="*/ 1473232 h 5143785"/>
              <a:gd name="connsiteX44800" fmla="*/ 1146810 w 3114960"/>
              <a:gd name="connsiteY44800" fmla="*/ 1475613 h 5143785"/>
              <a:gd name="connsiteX44801" fmla="*/ 1146334 w 3114960"/>
              <a:gd name="connsiteY44801" fmla="*/ 1476566 h 5143785"/>
              <a:gd name="connsiteX44802" fmla="*/ 1146810 w 3114960"/>
              <a:gd name="connsiteY44802" fmla="*/ 1477518 h 5143785"/>
              <a:gd name="connsiteX44803" fmla="*/ 1148715 w 3114960"/>
              <a:gd name="connsiteY44803" fmla="*/ 1478947 h 5143785"/>
              <a:gd name="connsiteX44804" fmla="*/ 1140809 w 3114960"/>
              <a:gd name="connsiteY44804" fmla="*/ 1478947 h 5143785"/>
              <a:gd name="connsiteX44805" fmla="*/ 1159002 w 3114960"/>
              <a:gd name="connsiteY44805" fmla="*/ 1479042 h 5143785"/>
              <a:gd name="connsiteX44806" fmla="*/ 1152525 w 3114960"/>
              <a:gd name="connsiteY44806" fmla="*/ 1479042 h 5143785"/>
              <a:gd name="connsiteX44807" fmla="*/ 1149572 w 3114960"/>
              <a:gd name="connsiteY44807" fmla="*/ 1476756 h 5143785"/>
              <a:gd name="connsiteX44808" fmla="*/ 1153097 w 3114960"/>
              <a:gd name="connsiteY44808" fmla="*/ 1474375 h 5143785"/>
              <a:gd name="connsiteX44809" fmla="*/ 1153573 w 3114960"/>
              <a:gd name="connsiteY44809" fmla="*/ 1473422 h 5143785"/>
              <a:gd name="connsiteX44810" fmla="*/ 1153097 w 3114960"/>
              <a:gd name="connsiteY44810" fmla="*/ 1472470 h 5143785"/>
              <a:gd name="connsiteX44811" fmla="*/ 1152525 w 3114960"/>
              <a:gd name="connsiteY44811" fmla="*/ 1471994 h 5143785"/>
              <a:gd name="connsiteX44812" fmla="*/ 1159002 w 3114960"/>
              <a:gd name="connsiteY44812" fmla="*/ 1471994 h 5143785"/>
              <a:gd name="connsiteX44813" fmla="*/ 1159002 w 3114960"/>
              <a:gd name="connsiteY44813" fmla="*/ 1479137 h 5143785"/>
              <a:gd name="connsiteX44814" fmla="*/ 1525143 w 3114960"/>
              <a:gd name="connsiteY44814" fmla="*/ 1321403 h 5143785"/>
              <a:gd name="connsiteX44815" fmla="*/ 1529144 w 3114960"/>
              <a:gd name="connsiteY44815" fmla="*/ 1317498 h 5143785"/>
              <a:gd name="connsiteX44816" fmla="*/ 1580483 w 3114960"/>
              <a:gd name="connsiteY44816" fmla="*/ 1317498 h 5143785"/>
              <a:gd name="connsiteX44817" fmla="*/ 1584484 w 3114960"/>
              <a:gd name="connsiteY44817" fmla="*/ 1321403 h 5143785"/>
              <a:gd name="connsiteX44818" fmla="*/ 1584484 w 3114960"/>
              <a:gd name="connsiteY44818" fmla="*/ 1335786 h 5143785"/>
              <a:gd name="connsiteX44819" fmla="*/ 1580483 w 3114960"/>
              <a:gd name="connsiteY44819" fmla="*/ 1339691 h 5143785"/>
              <a:gd name="connsiteX44820" fmla="*/ 1529144 w 3114960"/>
              <a:gd name="connsiteY44820" fmla="*/ 1339691 h 5143785"/>
              <a:gd name="connsiteX44821" fmla="*/ 1525143 w 3114960"/>
              <a:gd name="connsiteY44821" fmla="*/ 1335786 h 5143785"/>
              <a:gd name="connsiteX44822" fmla="*/ 1525143 w 3114960"/>
              <a:gd name="connsiteY44822" fmla="*/ 1321403 h 5143785"/>
              <a:gd name="connsiteX44823" fmla="*/ 1582960 w 3114960"/>
              <a:gd name="connsiteY44823" fmla="*/ 1239393 h 5143785"/>
              <a:gd name="connsiteX44824" fmla="*/ 1529144 w 3114960"/>
              <a:gd name="connsiteY44824" fmla="*/ 1239393 h 5143785"/>
              <a:gd name="connsiteX44825" fmla="*/ 1522762 w 3114960"/>
              <a:gd name="connsiteY44825" fmla="*/ 1245680 h 5143785"/>
              <a:gd name="connsiteX44826" fmla="*/ 1522762 w 3114960"/>
              <a:gd name="connsiteY44826" fmla="*/ 1250537 h 5143785"/>
              <a:gd name="connsiteX44827" fmla="*/ 1473422 w 3114960"/>
              <a:gd name="connsiteY44827" fmla="*/ 1250061 h 5143785"/>
              <a:gd name="connsiteX44828" fmla="*/ 1395603 w 3114960"/>
              <a:gd name="connsiteY44828" fmla="*/ 1329595 h 5143785"/>
              <a:gd name="connsiteX44829" fmla="*/ 1393222 w 3114960"/>
              <a:gd name="connsiteY44829" fmla="*/ 1328166 h 5143785"/>
              <a:gd name="connsiteX44830" fmla="*/ 1383982 w 3114960"/>
              <a:gd name="connsiteY44830" fmla="*/ 1328642 h 5143785"/>
              <a:gd name="connsiteX44831" fmla="*/ 1377791 w 3114960"/>
              <a:gd name="connsiteY44831" fmla="*/ 1335596 h 5143785"/>
              <a:gd name="connsiteX44832" fmla="*/ 1378268 w 3114960"/>
              <a:gd name="connsiteY44832" fmla="*/ 1344835 h 5143785"/>
              <a:gd name="connsiteX44833" fmla="*/ 1385221 w 3114960"/>
              <a:gd name="connsiteY44833" fmla="*/ 1351026 h 5143785"/>
              <a:gd name="connsiteX44834" fmla="*/ 1389221 w 3114960"/>
              <a:gd name="connsiteY44834" fmla="*/ 1351693 h 5143785"/>
              <a:gd name="connsiteX44835" fmla="*/ 1394460 w 3114960"/>
              <a:gd name="connsiteY44835" fmla="*/ 1350455 h 5143785"/>
              <a:gd name="connsiteX44836" fmla="*/ 1400651 w 3114960"/>
              <a:gd name="connsiteY44836" fmla="*/ 1343501 h 5143785"/>
              <a:gd name="connsiteX44837" fmla="*/ 1400270 w 3114960"/>
              <a:gd name="connsiteY44837" fmla="*/ 1334834 h 5143785"/>
              <a:gd name="connsiteX44838" fmla="*/ 1476375 w 3114960"/>
              <a:gd name="connsiteY44838" fmla="*/ 1257014 h 5143785"/>
              <a:gd name="connsiteX44839" fmla="*/ 1522762 w 3114960"/>
              <a:gd name="connsiteY44839" fmla="*/ 1257491 h 5143785"/>
              <a:gd name="connsiteX44840" fmla="*/ 1522762 w 3114960"/>
              <a:gd name="connsiteY44840" fmla="*/ 1262063 h 5143785"/>
              <a:gd name="connsiteX44841" fmla="*/ 1529144 w 3114960"/>
              <a:gd name="connsiteY44841" fmla="*/ 1268444 h 5143785"/>
              <a:gd name="connsiteX44842" fmla="*/ 1582960 w 3114960"/>
              <a:gd name="connsiteY44842" fmla="*/ 1268444 h 5143785"/>
              <a:gd name="connsiteX44843" fmla="*/ 1589246 w 3114960"/>
              <a:gd name="connsiteY44843" fmla="*/ 1262063 h 5143785"/>
              <a:gd name="connsiteX44844" fmla="*/ 1589246 w 3114960"/>
              <a:gd name="connsiteY44844" fmla="*/ 1256157 h 5143785"/>
              <a:gd name="connsiteX44845" fmla="*/ 1606677 w 3114960"/>
              <a:gd name="connsiteY44845" fmla="*/ 1256157 h 5143785"/>
              <a:gd name="connsiteX44846" fmla="*/ 1634490 w 3114960"/>
              <a:gd name="connsiteY44846" fmla="*/ 1285685 h 5143785"/>
              <a:gd name="connsiteX44847" fmla="*/ 1634490 w 3114960"/>
              <a:gd name="connsiteY44847" fmla="*/ 1298639 h 5143785"/>
              <a:gd name="connsiteX44848" fmla="*/ 1604677 w 3114960"/>
              <a:gd name="connsiteY44848" fmla="*/ 1326071 h 5143785"/>
              <a:gd name="connsiteX44849" fmla="*/ 1589151 w 3114960"/>
              <a:gd name="connsiteY44849" fmla="*/ 1326071 h 5143785"/>
              <a:gd name="connsiteX44850" fmla="*/ 1589151 w 3114960"/>
              <a:gd name="connsiteY44850" fmla="*/ 1330833 h 5143785"/>
              <a:gd name="connsiteX44851" fmla="*/ 1606582 w 3114960"/>
              <a:gd name="connsiteY44851" fmla="*/ 1330833 h 5143785"/>
              <a:gd name="connsiteX44852" fmla="*/ 1639253 w 3114960"/>
              <a:gd name="connsiteY44852" fmla="*/ 1300734 h 5143785"/>
              <a:gd name="connsiteX44853" fmla="*/ 1639253 w 3114960"/>
              <a:gd name="connsiteY44853" fmla="*/ 1283780 h 5143785"/>
              <a:gd name="connsiteX44854" fmla="*/ 1608773 w 3114960"/>
              <a:gd name="connsiteY44854" fmla="*/ 1251395 h 5143785"/>
              <a:gd name="connsiteX44855" fmla="*/ 1589246 w 3114960"/>
              <a:gd name="connsiteY44855" fmla="*/ 1251395 h 5143785"/>
              <a:gd name="connsiteX44856" fmla="*/ 1589246 w 3114960"/>
              <a:gd name="connsiteY44856" fmla="*/ 1245489 h 5143785"/>
              <a:gd name="connsiteX44857" fmla="*/ 1582960 w 3114960"/>
              <a:gd name="connsiteY44857" fmla="*/ 1239203 h 5143785"/>
              <a:gd name="connsiteX44858" fmla="*/ 1392460 w 3114960"/>
              <a:gd name="connsiteY44858" fmla="*/ 1346359 h 5143785"/>
              <a:gd name="connsiteX44859" fmla="*/ 1382649 w 3114960"/>
              <a:gd name="connsiteY44859" fmla="*/ 1342930 h 5143785"/>
              <a:gd name="connsiteX44860" fmla="*/ 1382363 w 3114960"/>
              <a:gd name="connsiteY44860" fmla="*/ 1337310 h 5143785"/>
              <a:gd name="connsiteX44861" fmla="*/ 1386173 w 3114960"/>
              <a:gd name="connsiteY44861" fmla="*/ 1333119 h 5143785"/>
              <a:gd name="connsiteX44862" fmla="*/ 1389412 w 3114960"/>
              <a:gd name="connsiteY44862" fmla="*/ 1332357 h 5143785"/>
              <a:gd name="connsiteX44863" fmla="*/ 1391888 w 3114960"/>
              <a:gd name="connsiteY44863" fmla="*/ 1332738 h 5143785"/>
              <a:gd name="connsiteX44864" fmla="*/ 1396079 w 3114960"/>
              <a:gd name="connsiteY44864" fmla="*/ 1336548 h 5143785"/>
              <a:gd name="connsiteX44865" fmla="*/ 1392650 w 3114960"/>
              <a:gd name="connsiteY44865" fmla="*/ 1346359 h 5143785"/>
              <a:gd name="connsiteX44866" fmla="*/ 2027301 w 3114960"/>
              <a:gd name="connsiteY44866" fmla="*/ 696277 h 5143785"/>
              <a:gd name="connsiteX44867" fmla="*/ 2028349 w 3114960"/>
              <a:gd name="connsiteY44867" fmla="*/ 681704 h 5143785"/>
              <a:gd name="connsiteX44868" fmla="*/ 2026634 w 3114960"/>
              <a:gd name="connsiteY44868" fmla="*/ 678371 h 5143785"/>
              <a:gd name="connsiteX44869" fmla="*/ 2288096 w 3114960"/>
              <a:gd name="connsiteY44869" fmla="*/ 460915 h 5143785"/>
              <a:gd name="connsiteX44870" fmla="*/ 2355628 w 3114960"/>
              <a:gd name="connsiteY44870" fmla="*/ 458819 h 5143785"/>
              <a:gd name="connsiteX44871" fmla="*/ 2377154 w 3114960"/>
              <a:gd name="connsiteY44871" fmla="*/ 483203 h 5143785"/>
              <a:gd name="connsiteX44872" fmla="*/ 2461355 w 3114960"/>
              <a:gd name="connsiteY44872" fmla="*/ 482822 h 5143785"/>
              <a:gd name="connsiteX44873" fmla="*/ 2461355 w 3114960"/>
              <a:gd name="connsiteY44873" fmla="*/ 499015 h 5143785"/>
              <a:gd name="connsiteX44874" fmla="*/ 2467261 w 3114960"/>
              <a:gd name="connsiteY44874" fmla="*/ 504920 h 5143785"/>
              <a:gd name="connsiteX44875" fmla="*/ 2485168 w 3114960"/>
              <a:gd name="connsiteY44875" fmla="*/ 504920 h 5143785"/>
              <a:gd name="connsiteX44876" fmla="*/ 2485168 w 3114960"/>
              <a:gd name="connsiteY44876" fmla="*/ 583978 h 5143785"/>
              <a:gd name="connsiteX44877" fmla="*/ 2436209 w 3114960"/>
              <a:gd name="connsiteY44877" fmla="*/ 615125 h 5143785"/>
              <a:gd name="connsiteX44878" fmla="*/ 2364677 w 3114960"/>
              <a:gd name="connsiteY44878" fmla="*/ 615125 h 5143785"/>
              <a:gd name="connsiteX44879" fmla="*/ 2206943 w 3114960"/>
              <a:gd name="connsiteY44879" fmla="*/ 746189 h 5143785"/>
              <a:gd name="connsiteX44880" fmla="*/ 2180273 w 3114960"/>
              <a:gd name="connsiteY44880" fmla="*/ 746189 h 5143785"/>
              <a:gd name="connsiteX44881" fmla="*/ 2175701 w 3114960"/>
              <a:gd name="connsiteY44881" fmla="*/ 771430 h 5143785"/>
              <a:gd name="connsiteX44882" fmla="*/ 2130171 w 3114960"/>
              <a:gd name="connsiteY44882" fmla="*/ 807815 h 5143785"/>
              <a:gd name="connsiteX44883" fmla="*/ 2130171 w 3114960"/>
              <a:gd name="connsiteY44883" fmla="*/ 839152 h 5143785"/>
              <a:gd name="connsiteX44884" fmla="*/ 2147030 w 3114960"/>
              <a:gd name="connsiteY44884" fmla="*/ 859727 h 5143785"/>
              <a:gd name="connsiteX44885" fmla="*/ 2199132 w 3114960"/>
              <a:gd name="connsiteY44885" fmla="*/ 859727 h 5143785"/>
              <a:gd name="connsiteX44886" fmla="*/ 2203228 w 3114960"/>
              <a:gd name="connsiteY44886" fmla="*/ 868871 h 5143785"/>
              <a:gd name="connsiteX44887" fmla="*/ 2228088 w 3114960"/>
              <a:gd name="connsiteY44887" fmla="*/ 870680 h 5143785"/>
              <a:gd name="connsiteX44888" fmla="*/ 2228088 w 3114960"/>
              <a:gd name="connsiteY44888" fmla="*/ 870680 h 5143785"/>
              <a:gd name="connsiteX44889" fmla="*/ 2234089 w 3114960"/>
              <a:gd name="connsiteY44889" fmla="*/ 858584 h 5143785"/>
              <a:gd name="connsiteX44890" fmla="*/ 2229803 w 3114960"/>
              <a:gd name="connsiteY44890" fmla="*/ 845725 h 5143785"/>
              <a:gd name="connsiteX44891" fmla="*/ 2216468 w 3114960"/>
              <a:gd name="connsiteY44891" fmla="*/ 839629 h 5143785"/>
              <a:gd name="connsiteX44892" fmla="*/ 2204942 w 3114960"/>
              <a:gd name="connsiteY44892" fmla="*/ 843915 h 5143785"/>
              <a:gd name="connsiteX44893" fmla="*/ 2199513 w 3114960"/>
              <a:gd name="connsiteY44893" fmla="*/ 852583 h 5143785"/>
              <a:gd name="connsiteX44894" fmla="*/ 2150364 w 3114960"/>
              <a:gd name="connsiteY44894" fmla="*/ 852583 h 5143785"/>
              <a:gd name="connsiteX44895" fmla="*/ 2137315 w 3114960"/>
              <a:gd name="connsiteY44895" fmla="*/ 836581 h 5143785"/>
              <a:gd name="connsiteX44896" fmla="*/ 2137315 w 3114960"/>
              <a:gd name="connsiteY44896" fmla="*/ 811244 h 5143785"/>
              <a:gd name="connsiteX44897" fmla="*/ 2180177 w 3114960"/>
              <a:gd name="connsiteY44897" fmla="*/ 776954 h 5143785"/>
              <a:gd name="connsiteX44898" fmla="*/ 2207038 w 3114960"/>
              <a:gd name="connsiteY44898" fmla="*/ 777145 h 5143785"/>
              <a:gd name="connsiteX44899" fmla="*/ 2211419 w 3114960"/>
              <a:gd name="connsiteY44899" fmla="*/ 751618 h 5143785"/>
              <a:gd name="connsiteX44900" fmla="*/ 2367058 w 3114960"/>
              <a:gd name="connsiteY44900" fmla="*/ 622173 h 5143785"/>
              <a:gd name="connsiteX44901" fmla="*/ 2438114 w 3114960"/>
              <a:gd name="connsiteY44901" fmla="*/ 622173 h 5143785"/>
              <a:gd name="connsiteX44902" fmla="*/ 2492121 w 3114960"/>
              <a:gd name="connsiteY44902" fmla="*/ 587788 h 5143785"/>
              <a:gd name="connsiteX44903" fmla="*/ 2492121 w 3114960"/>
              <a:gd name="connsiteY44903" fmla="*/ 504825 h 5143785"/>
              <a:gd name="connsiteX44904" fmla="*/ 2509266 w 3114960"/>
              <a:gd name="connsiteY44904" fmla="*/ 504825 h 5143785"/>
              <a:gd name="connsiteX44905" fmla="*/ 2515934 w 3114960"/>
              <a:gd name="connsiteY44905" fmla="*/ 498158 h 5143785"/>
              <a:gd name="connsiteX44906" fmla="*/ 2515934 w 3114960"/>
              <a:gd name="connsiteY44906" fmla="*/ 484442 h 5143785"/>
              <a:gd name="connsiteX44907" fmla="*/ 2520315 w 3114960"/>
              <a:gd name="connsiteY44907" fmla="*/ 484251 h 5143785"/>
              <a:gd name="connsiteX44908" fmla="*/ 2520315 w 3114960"/>
              <a:gd name="connsiteY44908" fmla="*/ 512350 h 5143785"/>
              <a:gd name="connsiteX44909" fmla="*/ 2523935 w 3114960"/>
              <a:gd name="connsiteY44909" fmla="*/ 515969 h 5143785"/>
              <a:gd name="connsiteX44910" fmla="*/ 2538984 w 3114960"/>
              <a:gd name="connsiteY44910" fmla="*/ 515969 h 5143785"/>
              <a:gd name="connsiteX44911" fmla="*/ 2542604 w 3114960"/>
              <a:gd name="connsiteY44911" fmla="*/ 512350 h 5143785"/>
              <a:gd name="connsiteX44912" fmla="*/ 2542604 w 3114960"/>
              <a:gd name="connsiteY44912" fmla="*/ 461201 h 5143785"/>
              <a:gd name="connsiteX44913" fmla="*/ 2550700 w 3114960"/>
              <a:gd name="connsiteY44913" fmla="*/ 461201 h 5143785"/>
              <a:gd name="connsiteX44914" fmla="*/ 2550700 w 3114960"/>
              <a:gd name="connsiteY44914" fmla="*/ 512350 h 5143785"/>
              <a:gd name="connsiteX44915" fmla="*/ 2554319 w 3114960"/>
              <a:gd name="connsiteY44915" fmla="*/ 515969 h 5143785"/>
              <a:gd name="connsiteX44916" fmla="*/ 2569845 w 3114960"/>
              <a:gd name="connsiteY44916" fmla="*/ 515969 h 5143785"/>
              <a:gd name="connsiteX44917" fmla="*/ 2573465 w 3114960"/>
              <a:gd name="connsiteY44917" fmla="*/ 512350 h 5143785"/>
              <a:gd name="connsiteX44918" fmla="*/ 2573465 w 3114960"/>
              <a:gd name="connsiteY44918" fmla="*/ 461201 h 5143785"/>
              <a:gd name="connsiteX44919" fmla="*/ 2580704 w 3114960"/>
              <a:gd name="connsiteY44919" fmla="*/ 461201 h 5143785"/>
              <a:gd name="connsiteX44920" fmla="*/ 2580704 w 3114960"/>
              <a:gd name="connsiteY44920" fmla="*/ 512350 h 5143785"/>
              <a:gd name="connsiteX44921" fmla="*/ 2584323 w 3114960"/>
              <a:gd name="connsiteY44921" fmla="*/ 515969 h 5143785"/>
              <a:gd name="connsiteX44922" fmla="*/ 2600706 w 3114960"/>
              <a:gd name="connsiteY44922" fmla="*/ 515969 h 5143785"/>
              <a:gd name="connsiteX44923" fmla="*/ 2604326 w 3114960"/>
              <a:gd name="connsiteY44923" fmla="*/ 512350 h 5143785"/>
              <a:gd name="connsiteX44924" fmla="*/ 2604326 w 3114960"/>
              <a:gd name="connsiteY44924" fmla="*/ 496443 h 5143785"/>
              <a:gd name="connsiteX44925" fmla="*/ 2617851 w 3114960"/>
              <a:gd name="connsiteY44925" fmla="*/ 496443 h 5143785"/>
              <a:gd name="connsiteX44926" fmla="*/ 2617851 w 3114960"/>
              <a:gd name="connsiteY44926" fmla="*/ 568643 h 5143785"/>
              <a:gd name="connsiteX44927" fmla="*/ 2614327 w 3114960"/>
              <a:gd name="connsiteY44927" fmla="*/ 568643 h 5143785"/>
              <a:gd name="connsiteX44928" fmla="*/ 2602802 w 3114960"/>
              <a:gd name="connsiteY44928" fmla="*/ 580168 h 5143785"/>
              <a:gd name="connsiteX44929" fmla="*/ 2602802 w 3114960"/>
              <a:gd name="connsiteY44929" fmla="*/ 631508 h 5143785"/>
              <a:gd name="connsiteX44930" fmla="*/ 2614327 w 3114960"/>
              <a:gd name="connsiteY44930" fmla="*/ 643033 h 5143785"/>
              <a:gd name="connsiteX44931" fmla="*/ 2617756 w 3114960"/>
              <a:gd name="connsiteY44931" fmla="*/ 643033 h 5143785"/>
              <a:gd name="connsiteX44932" fmla="*/ 2617756 w 3114960"/>
              <a:gd name="connsiteY44932" fmla="*/ 745808 h 5143785"/>
              <a:gd name="connsiteX44933" fmla="*/ 2587371 w 3114960"/>
              <a:gd name="connsiteY44933" fmla="*/ 777335 h 5143785"/>
              <a:gd name="connsiteX44934" fmla="*/ 2568226 w 3114960"/>
              <a:gd name="connsiteY44934" fmla="*/ 777335 h 5143785"/>
              <a:gd name="connsiteX44935" fmla="*/ 2548033 w 3114960"/>
              <a:gd name="connsiteY44935" fmla="*/ 760381 h 5143785"/>
              <a:gd name="connsiteX44936" fmla="*/ 2527459 w 3114960"/>
              <a:gd name="connsiteY44936" fmla="*/ 780955 h 5143785"/>
              <a:gd name="connsiteX44937" fmla="*/ 2532888 w 3114960"/>
              <a:gd name="connsiteY44937" fmla="*/ 794766 h 5143785"/>
              <a:gd name="connsiteX44938" fmla="*/ 2517362 w 3114960"/>
              <a:gd name="connsiteY44938" fmla="*/ 812959 h 5143785"/>
              <a:gd name="connsiteX44939" fmla="*/ 2516505 w 3114960"/>
              <a:gd name="connsiteY44939" fmla="*/ 815245 h 5143785"/>
              <a:gd name="connsiteX44940" fmla="*/ 2515362 w 3114960"/>
              <a:gd name="connsiteY44940" fmla="*/ 895445 h 5143785"/>
              <a:gd name="connsiteX44941" fmla="*/ 2499646 w 3114960"/>
              <a:gd name="connsiteY44941" fmla="*/ 916019 h 5143785"/>
              <a:gd name="connsiteX44942" fmla="*/ 2414397 w 3114960"/>
              <a:gd name="connsiteY44942" fmla="*/ 918115 h 5143785"/>
              <a:gd name="connsiteX44943" fmla="*/ 2412016 w 3114960"/>
              <a:gd name="connsiteY44943" fmla="*/ 919163 h 5143785"/>
              <a:gd name="connsiteX44944" fmla="*/ 2386965 w 3114960"/>
              <a:gd name="connsiteY44944" fmla="*/ 943832 h 5143785"/>
              <a:gd name="connsiteX44945" fmla="*/ 2205800 w 3114960"/>
              <a:gd name="connsiteY44945" fmla="*/ 943832 h 5143785"/>
              <a:gd name="connsiteX44946" fmla="*/ 2183892 w 3114960"/>
              <a:gd name="connsiteY44946" fmla="*/ 928402 h 5143785"/>
              <a:gd name="connsiteX44947" fmla="*/ 2181892 w 3114960"/>
              <a:gd name="connsiteY44947" fmla="*/ 927735 h 5143785"/>
              <a:gd name="connsiteX44948" fmla="*/ 2169795 w 3114960"/>
              <a:gd name="connsiteY44948" fmla="*/ 927545 h 5143785"/>
              <a:gd name="connsiteX44949" fmla="*/ 2166271 w 3114960"/>
              <a:gd name="connsiteY44949" fmla="*/ 919353 h 5143785"/>
              <a:gd name="connsiteX44950" fmla="*/ 2149697 w 3114960"/>
              <a:gd name="connsiteY44950" fmla="*/ 910971 h 5143785"/>
              <a:gd name="connsiteX44951" fmla="*/ 2137601 w 3114960"/>
              <a:gd name="connsiteY44951" fmla="*/ 914972 h 5143785"/>
              <a:gd name="connsiteX44952" fmla="*/ 2129409 w 3114960"/>
              <a:gd name="connsiteY44952" fmla="*/ 928402 h 5143785"/>
              <a:gd name="connsiteX44953" fmla="*/ 2133124 w 3114960"/>
              <a:gd name="connsiteY44953" fmla="*/ 943642 h 5143785"/>
              <a:gd name="connsiteX44954" fmla="*/ 2161889 w 3114960"/>
              <a:gd name="connsiteY44954" fmla="*/ 948023 h 5143785"/>
              <a:gd name="connsiteX44955" fmla="*/ 2169986 w 3114960"/>
              <a:gd name="connsiteY44955" fmla="*/ 934593 h 5143785"/>
              <a:gd name="connsiteX44956" fmla="*/ 2180749 w 3114960"/>
              <a:gd name="connsiteY44956" fmla="*/ 934593 h 5143785"/>
              <a:gd name="connsiteX44957" fmla="*/ 2202752 w 3114960"/>
              <a:gd name="connsiteY44957" fmla="*/ 950119 h 5143785"/>
              <a:gd name="connsiteX44958" fmla="*/ 2204847 w 3114960"/>
              <a:gd name="connsiteY44958" fmla="*/ 950786 h 5143785"/>
              <a:gd name="connsiteX44959" fmla="*/ 2388680 w 3114960"/>
              <a:gd name="connsiteY44959" fmla="*/ 950786 h 5143785"/>
              <a:gd name="connsiteX44960" fmla="*/ 2391156 w 3114960"/>
              <a:gd name="connsiteY44960" fmla="*/ 949738 h 5143785"/>
              <a:gd name="connsiteX44961" fmla="*/ 2416207 w 3114960"/>
              <a:gd name="connsiteY44961" fmla="*/ 925068 h 5143785"/>
              <a:gd name="connsiteX44962" fmla="*/ 2501742 w 3114960"/>
              <a:gd name="connsiteY44962" fmla="*/ 922973 h 5143785"/>
              <a:gd name="connsiteX44963" fmla="*/ 2504504 w 3114960"/>
              <a:gd name="connsiteY44963" fmla="*/ 921544 h 5143785"/>
              <a:gd name="connsiteX44964" fmla="*/ 2521934 w 3114960"/>
              <a:gd name="connsiteY44964" fmla="*/ 898684 h 5143785"/>
              <a:gd name="connsiteX44965" fmla="*/ 2522696 w 3114960"/>
              <a:gd name="connsiteY44965" fmla="*/ 896588 h 5143785"/>
              <a:gd name="connsiteX44966" fmla="*/ 2523839 w 3114960"/>
              <a:gd name="connsiteY44966" fmla="*/ 816483 h 5143785"/>
              <a:gd name="connsiteX44967" fmla="*/ 2538698 w 3114960"/>
              <a:gd name="connsiteY44967" fmla="*/ 798957 h 5143785"/>
              <a:gd name="connsiteX44968" fmla="*/ 2548223 w 3114960"/>
              <a:gd name="connsiteY44968" fmla="*/ 801434 h 5143785"/>
              <a:gd name="connsiteX44969" fmla="*/ 2568417 w 3114960"/>
              <a:gd name="connsiteY44969" fmla="*/ 784479 h 5143785"/>
              <a:gd name="connsiteX44970" fmla="*/ 2589086 w 3114960"/>
              <a:gd name="connsiteY44970" fmla="*/ 784479 h 5143785"/>
              <a:gd name="connsiteX44971" fmla="*/ 2591657 w 3114960"/>
              <a:gd name="connsiteY44971" fmla="*/ 783336 h 5143785"/>
              <a:gd name="connsiteX44972" fmla="*/ 2624042 w 3114960"/>
              <a:gd name="connsiteY44972" fmla="*/ 749618 h 5143785"/>
              <a:gd name="connsiteX44973" fmla="*/ 2624995 w 3114960"/>
              <a:gd name="connsiteY44973" fmla="*/ 747141 h 5143785"/>
              <a:gd name="connsiteX44974" fmla="*/ 2624995 w 3114960"/>
              <a:gd name="connsiteY44974" fmla="*/ 642938 h 5143785"/>
              <a:gd name="connsiteX44975" fmla="*/ 2628424 w 3114960"/>
              <a:gd name="connsiteY44975" fmla="*/ 642938 h 5143785"/>
              <a:gd name="connsiteX44976" fmla="*/ 2639949 w 3114960"/>
              <a:gd name="connsiteY44976" fmla="*/ 631412 h 5143785"/>
              <a:gd name="connsiteX44977" fmla="*/ 2639949 w 3114960"/>
              <a:gd name="connsiteY44977" fmla="*/ 580073 h 5143785"/>
              <a:gd name="connsiteX44978" fmla="*/ 2628424 w 3114960"/>
              <a:gd name="connsiteY44978" fmla="*/ 568547 h 5143785"/>
              <a:gd name="connsiteX44979" fmla="*/ 2624995 w 3114960"/>
              <a:gd name="connsiteY44979" fmla="*/ 568547 h 5143785"/>
              <a:gd name="connsiteX44980" fmla="*/ 2624995 w 3114960"/>
              <a:gd name="connsiteY44980" fmla="*/ 492728 h 5143785"/>
              <a:gd name="connsiteX44981" fmla="*/ 2621375 w 3114960"/>
              <a:gd name="connsiteY44981" fmla="*/ 489204 h 5143785"/>
              <a:gd name="connsiteX44982" fmla="*/ 2600706 w 3114960"/>
              <a:gd name="connsiteY44982" fmla="*/ 489204 h 5143785"/>
              <a:gd name="connsiteX44983" fmla="*/ 2597087 w 3114960"/>
              <a:gd name="connsiteY44983" fmla="*/ 492824 h 5143785"/>
              <a:gd name="connsiteX44984" fmla="*/ 2597087 w 3114960"/>
              <a:gd name="connsiteY44984" fmla="*/ 508730 h 5143785"/>
              <a:gd name="connsiteX44985" fmla="*/ 2587847 w 3114960"/>
              <a:gd name="connsiteY44985" fmla="*/ 508730 h 5143785"/>
              <a:gd name="connsiteX44986" fmla="*/ 2587847 w 3114960"/>
              <a:gd name="connsiteY44986" fmla="*/ 457581 h 5143785"/>
              <a:gd name="connsiteX44987" fmla="*/ 2584228 w 3114960"/>
              <a:gd name="connsiteY44987" fmla="*/ 453962 h 5143785"/>
              <a:gd name="connsiteX44988" fmla="*/ 2569845 w 3114960"/>
              <a:gd name="connsiteY44988" fmla="*/ 453962 h 5143785"/>
              <a:gd name="connsiteX44989" fmla="*/ 2566226 w 3114960"/>
              <a:gd name="connsiteY44989" fmla="*/ 457581 h 5143785"/>
              <a:gd name="connsiteX44990" fmla="*/ 2566226 w 3114960"/>
              <a:gd name="connsiteY44990" fmla="*/ 508730 h 5143785"/>
              <a:gd name="connsiteX44991" fmla="*/ 2557844 w 3114960"/>
              <a:gd name="connsiteY44991" fmla="*/ 508730 h 5143785"/>
              <a:gd name="connsiteX44992" fmla="*/ 2557844 w 3114960"/>
              <a:gd name="connsiteY44992" fmla="*/ 457581 h 5143785"/>
              <a:gd name="connsiteX44993" fmla="*/ 2554224 w 3114960"/>
              <a:gd name="connsiteY44993" fmla="*/ 453962 h 5143785"/>
              <a:gd name="connsiteX44994" fmla="*/ 2538984 w 3114960"/>
              <a:gd name="connsiteY44994" fmla="*/ 453962 h 5143785"/>
              <a:gd name="connsiteX44995" fmla="*/ 2535365 w 3114960"/>
              <a:gd name="connsiteY44995" fmla="*/ 457581 h 5143785"/>
              <a:gd name="connsiteX44996" fmla="*/ 2535365 w 3114960"/>
              <a:gd name="connsiteY44996" fmla="*/ 508730 h 5143785"/>
              <a:gd name="connsiteX44997" fmla="*/ 2527459 w 3114960"/>
              <a:gd name="connsiteY44997" fmla="*/ 508730 h 5143785"/>
              <a:gd name="connsiteX44998" fmla="*/ 2527459 w 3114960"/>
              <a:gd name="connsiteY44998" fmla="*/ 480536 h 5143785"/>
              <a:gd name="connsiteX44999" fmla="*/ 2526316 w 3114960"/>
              <a:gd name="connsiteY44999" fmla="*/ 477964 h 5143785"/>
              <a:gd name="connsiteX45000" fmla="*/ 2523744 w 3114960"/>
              <a:gd name="connsiteY45000" fmla="*/ 477012 h 5143785"/>
              <a:gd name="connsiteX45001" fmla="*/ 2515934 w 3114960"/>
              <a:gd name="connsiteY45001" fmla="*/ 477298 h 5143785"/>
              <a:gd name="connsiteX45002" fmla="*/ 2515934 w 3114960"/>
              <a:gd name="connsiteY45002" fmla="*/ 456629 h 5143785"/>
              <a:gd name="connsiteX45003" fmla="*/ 2509266 w 3114960"/>
              <a:gd name="connsiteY45003" fmla="*/ 449961 h 5143785"/>
              <a:gd name="connsiteX45004" fmla="*/ 2467832 w 3114960"/>
              <a:gd name="connsiteY45004" fmla="*/ 449961 h 5143785"/>
              <a:gd name="connsiteX45005" fmla="*/ 2461165 w 3114960"/>
              <a:gd name="connsiteY45005" fmla="*/ 456629 h 5143785"/>
              <a:gd name="connsiteX45006" fmla="*/ 2461165 w 3114960"/>
              <a:gd name="connsiteY45006" fmla="*/ 475488 h 5143785"/>
              <a:gd name="connsiteX45007" fmla="*/ 2380202 w 3114960"/>
              <a:gd name="connsiteY45007" fmla="*/ 475869 h 5143785"/>
              <a:gd name="connsiteX45008" fmla="*/ 2358676 w 3114960"/>
              <a:gd name="connsiteY45008" fmla="*/ 451485 h 5143785"/>
              <a:gd name="connsiteX45009" fmla="*/ 2287810 w 3114960"/>
              <a:gd name="connsiteY45009" fmla="*/ 451485 h 5143785"/>
              <a:gd name="connsiteX45010" fmla="*/ 2022157 w 3114960"/>
              <a:gd name="connsiteY45010" fmla="*/ 672560 h 5143785"/>
              <a:gd name="connsiteX45011" fmla="*/ 1989773 w 3114960"/>
              <a:gd name="connsiteY45011" fmla="*/ 678847 h 5143785"/>
              <a:gd name="connsiteX45012" fmla="*/ 1988725 w 3114960"/>
              <a:gd name="connsiteY45012" fmla="*/ 693420 h 5143785"/>
              <a:gd name="connsiteX45013" fmla="*/ 2027111 w 3114960"/>
              <a:gd name="connsiteY45013" fmla="*/ 696182 h 5143785"/>
              <a:gd name="connsiteX45014" fmla="*/ 2209705 w 3114960"/>
              <a:gd name="connsiteY45014" fmla="*/ 849344 h 5143785"/>
              <a:gd name="connsiteX45015" fmla="*/ 2217325 w 3114960"/>
              <a:gd name="connsiteY45015" fmla="*/ 846773 h 5143785"/>
              <a:gd name="connsiteX45016" fmla="*/ 2224564 w 3114960"/>
              <a:gd name="connsiteY45016" fmla="*/ 850392 h 5143785"/>
              <a:gd name="connsiteX45017" fmla="*/ 2227136 w 3114960"/>
              <a:gd name="connsiteY45017" fmla="*/ 858012 h 5143785"/>
              <a:gd name="connsiteX45018" fmla="*/ 2223516 w 3114960"/>
              <a:gd name="connsiteY45018" fmla="*/ 865251 h 5143785"/>
              <a:gd name="connsiteX45019" fmla="*/ 2208657 w 3114960"/>
              <a:gd name="connsiteY45019" fmla="*/ 864203 h 5143785"/>
              <a:gd name="connsiteX45020" fmla="*/ 2206085 w 3114960"/>
              <a:gd name="connsiteY45020" fmla="*/ 856583 h 5143785"/>
              <a:gd name="connsiteX45021" fmla="*/ 2209705 w 3114960"/>
              <a:gd name="connsiteY45021" fmla="*/ 849344 h 5143785"/>
              <a:gd name="connsiteX45022" fmla="*/ 2157508 w 3114960"/>
              <a:gd name="connsiteY45022" fmla="*/ 942404 h 5143785"/>
              <a:gd name="connsiteX45023" fmla="*/ 2138744 w 3114960"/>
              <a:gd name="connsiteY45023" fmla="*/ 939546 h 5143785"/>
              <a:gd name="connsiteX45024" fmla="*/ 2136267 w 3114960"/>
              <a:gd name="connsiteY45024" fmla="*/ 929545 h 5143785"/>
              <a:gd name="connsiteX45025" fmla="*/ 2141601 w 3114960"/>
              <a:gd name="connsiteY45025" fmla="*/ 920782 h 5143785"/>
              <a:gd name="connsiteX45026" fmla="*/ 2160365 w 3114960"/>
              <a:gd name="connsiteY45026" fmla="*/ 923639 h 5143785"/>
              <a:gd name="connsiteX45027" fmla="*/ 2157508 w 3114960"/>
              <a:gd name="connsiteY45027" fmla="*/ 942404 h 5143785"/>
              <a:gd name="connsiteX45028" fmla="*/ 2547938 w 3114960"/>
              <a:gd name="connsiteY45028" fmla="*/ 794385 h 5143785"/>
              <a:gd name="connsiteX45029" fmla="*/ 2534507 w 3114960"/>
              <a:gd name="connsiteY45029" fmla="*/ 780955 h 5143785"/>
              <a:gd name="connsiteX45030" fmla="*/ 2547938 w 3114960"/>
              <a:gd name="connsiteY45030" fmla="*/ 767525 h 5143785"/>
              <a:gd name="connsiteX45031" fmla="*/ 2561368 w 3114960"/>
              <a:gd name="connsiteY45031" fmla="*/ 780955 h 5143785"/>
              <a:gd name="connsiteX45032" fmla="*/ 2547938 w 3114960"/>
              <a:gd name="connsiteY45032" fmla="*/ 794385 h 5143785"/>
              <a:gd name="connsiteX45033" fmla="*/ 2632615 w 3114960"/>
              <a:gd name="connsiteY45033" fmla="*/ 631603 h 5143785"/>
              <a:gd name="connsiteX45034" fmla="*/ 2628234 w 3114960"/>
              <a:gd name="connsiteY45034" fmla="*/ 635984 h 5143785"/>
              <a:gd name="connsiteX45035" fmla="*/ 2614232 w 3114960"/>
              <a:gd name="connsiteY45035" fmla="*/ 635984 h 5143785"/>
              <a:gd name="connsiteX45036" fmla="*/ 2609850 w 3114960"/>
              <a:gd name="connsiteY45036" fmla="*/ 631603 h 5143785"/>
              <a:gd name="connsiteX45037" fmla="*/ 2609850 w 3114960"/>
              <a:gd name="connsiteY45037" fmla="*/ 619887 h 5143785"/>
              <a:gd name="connsiteX45038" fmla="*/ 2632520 w 3114960"/>
              <a:gd name="connsiteY45038" fmla="*/ 619887 h 5143785"/>
              <a:gd name="connsiteX45039" fmla="*/ 2632520 w 3114960"/>
              <a:gd name="connsiteY45039" fmla="*/ 631603 h 5143785"/>
              <a:gd name="connsiteX45040" fmla="*/ 2628234 w 3114960"/>
              <a:gd name="connsiteY45040" fmla="*/ 575977 h 5143785"/>
              <a:gd name="connsiteX45041" fmla="*/ 2632615 w 3114960"/>
              <a:gd name="connsiteY45041" fmla="*/ 580358 h 5143785"/>
              <a:gd name="connsiteX45042" fmla="*/ 2632615 w 3114960"/>
              <a:gd name="connsiteY45042" fmla="*/ 589312 h 5143785"/>
              <a:gd name="connsiteX45043" fmla="*/ 2609945 w 3114960"/>
              <a:gd name="connsiteY45043" fmla="*/ 589312 h 5143785"/>
              <a:gd name="connsiteX45044" fmla="*/ 2609945 w 3114960"/>
              <a:gd name="connsiteY45044" fmla="*/ 580358 h 5143785"/>
              <a:gd name="connsiteX45045" fmla="*/ 2614327 w 3114960"/>
              <a:gd name="connsiteY45045" fmla="*/ 575977 h 5143785"/>
              <a:gd name="connsiteX45046" fmla="*/ 2628329 w 3114960"/>
              <a:gd name="connsiteY45046" fmla="*/ 575977 h 5143785"/>
              <a:gd name="connsiteX45047" fmla="*/ 2466118 w 3114960"/>
              <a:gd name="connsiteY45047" fmla="*/ 482822 h 5143785"/>
              <a:gd name="connsiteX45048" fmla="*/ 2466118 w 3114960"/>
              <a:gd name="connsiteY45048" fmla="*/ 482822 h 5143785"/>
              <a:gd name="connsiteX45049" fmla="*/ 2466118 w 3114960"/>
              <a:gd name="connsiteY45049" fmla="*/ 475679 h 5143785"/>
              <a:gd name="connsiteX45050" fmla="*/ 2466118 w 3114960"/>
              <a:gd name="connsiteY45050" fmla="*/ 475679 h 5143785"/>
              <a:gd name="connsiteX45051" fmla="*/ 2466118 w 3114960"/>
              <a:gd name="connsiteY45051" fmla="*/ 456819 h 5143785"/>
              <a:gd name="connsiteX45052" fmla="*/ 2468023 w 3114960"/>
              <a:gd name="connsiteY45052" fmla="*/ 454914 h 5143785"/>
              <a:gd name="connsiteX45053" fmla="*/ 2509457 w 3114960"/>
              <a:gd name="connsiteY45053" fmla="*/ 454914 h 5143785"/>
              <a:gd name="connsiteX45054" fmla="*/ 2511362 w 3114960"/>
              <a:gd name="connsiteY45054" fmla="*/ 456819 h 5143785"/>
              <a:gd name="connsiteX45055" fmla="*/ 2511362 w 3114960"/>
              <a:gd name="connsiteY45055" fmla="*/ 498253 h 5143785"/>
              <a:gd name="connsiteX45056" fmla="*/ 2509457 w 3114960"/>
              <a:gd name="connsiteY45056" fmla="*/ 500158 h 5143785"/>
              <a:gd name="connsiteX45057" fmla="*/ 2467261 w 3114960"/>
              <a:gd name="connsiteY45057" fmla="*/ 500158 h 5143785"/>
              <a:gd name="connsiteX45058" fmla="*/ 2466118 w 3114960"/>
              <a:gd name="connsiteY45058" fmla="*/ 499015 h 5143785"/>
              <a:gd name="connsiteX45059" fmla="*/ 2466118 w 3114960"/>
              <a:gd name="connsiteY45059" fmla="*/ 482822 h 5143785"/>
              <a:gd name="connsiteX45060" fmla="*/ 2520887 w 3114960"/>
              <a:gd name="connsiteY45060" fmla="*/ 616458 h 5143785"/>
              <a:gd name="connsiteX45061" fmla="*/ 2538794 w 3114960"/>
              <a:gd name="connsiteY45061" fmla="*/ 613982 h 5143785"/>
              <a:gd name="connsiteX45062" fmla="*/ 2541270 w 3114960"/>
              <a:gd name="connsiteY45062" fmla="*/ 631889 h 5143785"/>
              <a:gd name="connsiteX45063" fmla="*/ 2523363 w 3114960"/>
              <a:gd name="connsiteY45063" fmla="*/ 634365 h 5143785"/>
              <a:gd name="connsiteX45064" fmla="*/ 2520887 w 3114960"/>
              <a:gd name="connsiteY45064" fmla="*/ 616458 h 5143785"/>
              <a:gd name="connsiteX45065" fmla="*/ 1692307 w 3114960"/>
              <a:gd name="connsiteY45065" fmla="*/ 1294924 h 5143785"/>
              <a:gd name="connsiteX45066" fmla="*/ 1702118 w 3114960"/>
              <a:gd name="connsiteY45066" fmla="*/ 1291590 h 5143785"/>
              <a:gd name="connsiteX45067" fmla="*/ 1705451 w 3114960"/>
              <a:gd name="connsiteY45067" fmla="*/ 1301401 h 5143785"/>
              <a:gd name="connsiteX45068" fmla="*/ 1695641 w 3114960"/>
              <a:gd name="connsiteY45068" fmla="*/ 1304735 h 5143785"/>
              <a:gd name="connsiteX45069" fmla="*/ 1692307 w 3114960"/>
              <a:gd name="connsiteY45069" fmla="*/ 1294924 h 5143785"/>
              <a:gd name="connsiteX45070" fmla="*/ 2521172 w 3114960"/>
              <a:gd name="connsiteY45070" fmla="*/ 580358 h 5143785"/>
              <a:gd name="connsiteX45071" fmla="*/ 2539079 w 3114960"/>
              <a:gd name="connsiteY45071" fmla="*/ 577882 h 5143785"/>
              <a:gd name="connsiteX45072" fmla="*/ 2541556 w 3114960"/>
              <a:gd name="connsiteY45072" fmla="*/ 595789 h 5143785"/>
              <a:gd name="connsiteX45073" fmla="*/ 2523649 w 3114960"/>
              <a:gd name="connsiteY45073" fmla="*/ 598265 h 5143785"/>
              <a:gd name="connsiteX45074" fmla="*/ 2521172 w 3114960"/>
              <a:gd name="connsiteY45074" fmla="*/ 580358 h 5143785"/>
              <a:gd name="connsiteX45075" fmla="*/ 1566958 w 3114960"/>
              <a:gd name="connsiteY45075" fmla="*/ 1358265 h 5143785"/>
              <a:gd name="connsiteX45076" fmla="*/ 1473327 w 3114960"/>
              <a:gd name="connsiteY45076" fmla="*/ 1460945 h 5143785"/>
              <a:gd name="connsiteX45077" fmla="*/ 1473327 w 3114960"/>
              <a:gd name="connsiteY45077" fmla="*/ 1586579 h 5143785"/>
              <a:gd name="connsiteX45078" fmla="*/ 1471422 w 3114960"/>
              <a:gd name="connsiteY45078" fmla="*/ 1586579 h 5143785"/>
              <a:gd name="connsiteX45079" fmla="*/ 1465136 w 3114960"/>
              <a:gd name="connsiteY45079" fmla="*/ 1592866 h 5143785"/>
              <a:gd name="connsiteX45080" fmla="*/ 1465136 w 3114960"/>
              <a:gd name="connsiteY45080" fmla="*/ 1606106 h 5143785"/>
              <a:gd name="connsiteX45081" fmla="*/ 1471422 w 3114960"/>
              <a:gd name="connsiteY45081" fmla="*/ 1612392 h 5143785"/>
              <a:gd name="connsiteX45082" fmla="*/ 1484662 w 3114960"/>
              <a:gd name="connsiteY45082" fmla="*/ 1612392 h 5143785"/>
              <a:gd name="connsiteX45083" fmla="*/ 1490948 w 3114960"/>
              <a:gd name="connsiteY45083" fmla="*/ 1606106 h 5143785"/>
              <a:gd name="connsiteX45084" fmla="*/ 1490948 w 3114960"/>
              <a:gd name="connsiteY45084" fmla="*/ 1592866 h 5143785"/>
              <a:gd name="connsiteX45085" fmla="*/ 1484662 w 3114960"/>
              <a:gd name="connsiteY45085" fmla="*/ 1586579 h 5143785"/>
              <a:gd name="connsiteX45086" fmla="*/ 1482757 w 3114960"/>
              <a:gd name="connsiteY45086" fmla="*/ 1586579 h 5143785"/>
              <a:gd name="connsiteX45087" fmla="*/ 1482757 w 3114960"/>
              <a:gd name="connsiteY45087" fmla="*/ 1464659 h 5143785"/>
              <a:gd name="connsiteX45088" fmla="*/ 1571053 w 3114960"/>
              <a:gd name="connsiteY45088" fmla="*/ 1367885 h 5143785"/>
              <a:gd name="connsiteX45089" fmla="*/ 1631823 w 3114960"/>
              <a:gd name="connsiteY45089" fmla="*/ 1368171 h 5143785"/>
              <a:gd name="connsiteX45090" fmla="*/ 1692021 w 3114960"/>
              <a:gd name="connsiteY45090" fmla="*/ 1311402 h 5143785"/>
              <a:gd name="connsiteX45091" fmla="*/ 1692402 w 3114960"/>
              <a:gd name="connsiteY45091" fmla="*/ 1311593 h 5143785"/>
              <a:gd name="connsiteX45092" fmla="*/ 1698784 w 3114960"/>
              <a:gd name="connsiteY45092" fmla="*/ 1313117 h 5143785"/>
              <a:gd name="connsiteX45093" fmla="*/ 1711833 w 3114960"/>
              <a:gd name="connsiteY45093" fmla="*/ 1305020 h 5143785"/>
              <a:gd name="connsiteX45094" fmla="*/ 1705261 w 3114960"/>
              <a:gd name="connsiteY45094" fmla="*/ 1285494 h 5143785"/>
              <a:gd name="connsiteX45095" fmla="*/ 1694117 w 3114960"/>
              <a:gd name="connsiteY45095" fmla="*/ 1284732 h 5143785"/>
              <a:gd name="connsiteX45096" fmla="*/ 1685735 w 3114960"/>
              <a:gd name="connsiteY45096" fmla="*/ 1292066 h 5143785"/>
              <a:gd name="connsiteX45097" fmla="*/ 1685544 w 3114960"/>
              <a:gd name="connsiteY45097" fmla="*/ 1304353 h 5143785"/>
              <a:gd name="connsiteX45098" fmla="*/ 1628013 w 3114960"/>
              <a:gd name="connsiteY45098" fmla="*/ 1358646 h 5143785"/>
              <a:gd name="connsiteX45099" fmla="*/ 1566863 w 3114960"/>
              <a:gd name="connsiteY45099" fmla="*/ 1358360 h 5143785"/>
              <a:gd name="connsiteX45100" fmla="*/ 1484662 w 3114960"/>
              <a:gd name="connsiteY45100" fmla="*/ 1591247 h 5143785"/>
              <a:gd name="connsiteX45101" fmla="*/ 1486186 w 3114960"/>
              <a:gd name="connsiteY45101" fmla="*/ 1592771 h 5143785"/>
              <a:gd name="connsiteX45102" fmla="*/ 1486186 w 3114960"/>
              <a:gd name="connsiteY45102" fmla="*/ 1606010 h 5143785"/>
              <a:gd name="connsiteX45103" fmla="*/ 1484662 w 3114960"/>
              <a:gd name="connsiteY45103" fmla="*/ 1607534 h 5143785"/>
              <a:gd name="connsiteX45104" fmla="*/ 1471422 w 3114960"/>
              <a:gd name="connsiteY45104" fmla="*/ 1607534 h 5143785"/>
              <a:gd name="connsiteX45105" fmla="*/ 1469898 w 3114960"/>
              <a:gd name="connsiteY45105" fmla="*/ 1606010 h 5143785"/>
              <a:gd name="connsiteX45106" fmla="*/ 1469898 w 3114960"/>
              <a:gd name="connsiteY45106" fmla="*/ 1592771 h 5143785"/>
              <a:gd name="connsiteX45107" fmla="*/ 1471422 w 3114960"/>
              <a:gd name="connsiteY45107" fmla="*/ 1591247 h 5143785"/>
              <a:gd name="connsiteX45108" fmla="*/ 1484662 w 3114960"/>
              <a:gd name="connsiteY45108" fmla="*/ 1591247 h 5143785"/>
              <a:gd name="connsiteX45109" fmla="*/ 1690116 w 3114960"/>
              <a:gd name="connsiteY45109" fmla="*/ 1294162 h 5143785"/>
              <a:gd name="connsiteX45110" fmla="*/ 1695736 w 3114960"/>
              <a:gd name="connsiteY45110" fmla="*/ 1289209 h 5143785"/>
              <a:gd name="connsiteX45111" fmla="*/ 1698879 w 3114960"/>
              <a:gd name="connsiteY45111" fmla="*/ 1288732 h 5143785"/>
              <a:gd name="connsiteX45112" fmla="*/ 1703165 w 3114960"/>
              <a:gd name="connsiteY45112" fmla="*/ 1289780 h 5143785"/>
              <a:gd name="connsiteX45113" fmla="*/ 1707547 w 3114960"/>
              <a:gd name="connsiteY45113" fmla="*/ 1302925 h 5143785"/>
              <a:gd name="connsiteX45114" fmla="*/ 1694402 w 3114960"/>
              <a:gd name="connsiteY45114" fmla="*/ 1307306 h 5143785"/>
              <a:gd name="connsiteX45115" fmla="*/ 1690021 w 3114960"/>
              <a:gd name="connsiteY45115" fmla="*/ 1294162 h 5143785"/>
              <a:gd name="connsiteX45116" fmla="*/ 2555748 w 3114960"/>
              <a:gd name="connsiteY45116" fmla="*/ 597789 h 5143785"/>
              <a:gd name="connsiteX45117" fmla="*/ 2570798 w 3114960"/>
              <a:gd name="connsiteY45117" fmla="*/ 587788 h 5143785"/>
              <a:gd name="connsiteX45118" fmla="*/ 2580799 w 3114960"/>
              <a:gd name="connsiteY45118" fmla="*/ 602837 h 5143785"/>
              <a:gd name="connsiteX45119" fmla="*/ 2565749 w 3114960"/>
              <a:gd name="connsiteY45119" fmla="*/ 612839 h 5143785"/>
              <a:gd name="connsiteX45120" fmla="*/ 2555748 w 3114960"/>
              <a:gd name="connsiteY45120" fmla="*/ 597789 h 5143785"/>
              <a:gd name="connsiteX45121" fmla="*/ 924497 w 3114960"/>
              <a:gd name="connsiteY45121" fmla="*/ 1842992 h 5143785"/>
              <a:gd name="connsiteX45122" fmla="*/ 922115 w 3114960"/>
              <a:gd name="connsiteY45122" fmla="*/ 1845374 h 5143785"/>
              <a:gd name="connsiteX45123" fmla="*/ 922115 w 3114960"/>
              <a:gd name="connsiteY45123" fmla="*/ 1865376 h 5143785"/>
              <a:gd name="connsiteX45124" fmla="*/ 924497 w 3114960"/>
              <a:gd name="connsiteY45124" fmla="*/ 1867757 h 5143785"/>
              <a:gd name="connsiteX45125" fmla="*/ 944499 w 3114960"/>
              <a:gd name="connsiteY45125" fmla="*/ 1867757 h 5143785"/>
              <a:gd name="connsiteX45126" fmla="*/ 946880 w 3114960"/>
              <a:gd name="connsiteY45126" fmla="*/ 1865376 h 5143785"/>
              <a:gd name="connsiteX45127" fmla="*/ 946880 w 3114960"/>
              <a:gd name="connsiteY45127" fmla="*/ 1845374 h 5143785"/>
              <a:gd name="connsiteX45128" fmla="*/ 944499 w 3114960"/>
              <a:gd name="connsiteY45128" fmla="*/ 1842992 h 5143785"/>
              <a:gd name="connsiteX45129" fmla="*/ 924497 w 3114960"/>
              <a:gd name="connsiteY45129" fmla="*/ 1842992 h 5143785"/>
              <a:gd name="connsiteX45130" fmla="*/ 942118 w 3114960"/>
              <a:gd name="connsiteY45130" fmla="*/ 1862995 h 5143785"/>
              <a:gd name="connsiteX45131" fmla="*/ 926878 w 3114960"/>
              <a:gd name="connsiteY45131" fmla="*/ 1862995 h 5143785"/>
              <a:gd name="connsiteX45132" fmla="*/ 926878 w 3114960"/>
              <a:gd name="connsiteY45132" fmla="*/ 1847755 h 5143785"/>
              <a:gd name="connsiteX45133" fmla="*/ 942118 w 3114960"/>
              <a:gd name="connsiteY45133" fmla="*/ 1847755 h 5143785"/>
              <a:gd name="connsiteX45134" fmla="*/ 942118 w 3114960"/>
              <a:gd name="connsiteY45134" fmla="*/ 1862995 h 5143785"/>
              <a:gd name="connsiteX45135" fmla="*/ 2520696 w 3114960"/>
              <a:gd name="connsiteY45135" fmla="*/ 652463 h 5143785"/>
              <a:gd name="connsiteX45136" fmla="*/ 2538603 w 3114960"/>
              <a:gd name="connsiteY45136" fmla="*/ 649986 h 5143785"/>
              <a:gd name="connsiteX45137" fmla="*/ 2541080 w 3114960"/>
              <a:gd name="connsiteY45137" fmla="*/ 667893 h 5143785"/>
              <a:gd name="connsiteX45138" fmla="*/ 2523173 w 3114960"/>
              <a:gd name="connsiteY45138" fmla="*/ 670370 h 5143785"/>
              <a:gd name="connsiteX45139" fmla="*/ 2520696 w 3114960"/>
              <a:gd name="connsiteY45139" fmla="*/ 652463 h 5143785"/>
              <a:gd name="connsiteX45140" fmla="*/ 962692 w 3114960"/>
              <a:gd name="connsiteY45140" fmla="*/ 1842992 h 5143785"/>
              <a:gd name="connsiteX45141" fmla="*/ 960311 w 3114960"/>
              <a:gd name="connsiteY45141" fmla="*/ 1845374 h 5143785"/>
              <a:gd name="connsiteX45142" fmla="*/ 960311 w 3114960"/>
              <a:gd name="connsiteY45142" fmla="*/ 1865376 h 5143785"/>
              <a:gd name="connsiteX45143" fmla="*/ 962692 w 3114960"/>
              <a:gd name="connsiteY45143" fmla="*/ 1867757 h 5143785"/>
              <a:gd name="connsiteX45144" fmla="*/ 982694 w 3114960"/>
              <a:gd name="connsiteY45144" fmla="*/ 1867757 h 5143785"/>
              <a:gd name="connsiteX45145" fmla="*/ 985076 w 3114960"/>
              <a:gd name="connsiteY45145" fmla="*/ 1865376 h 5143785"/>
              <a:gd name="connsiteX45146" fmla="*/ 985076 w 3114960"/>
              <a:gd name="connsiteY45146" fmla="*/ 1845374 h 5143785"/>
              <a:gd name="connsiteX45147" fmla="*/ 982694 w 3114960"/>
              <a:gd name="connsiteY45147" fmla="*/ 1842992 h 5143785"/>
              <a:gd name="connsiteX45148" fmla="*/ 962692 w 3114960"/>
              <a:gd name="connsiteY45148" fmla="*/ 1842992 h 5143785"/>
              <a:gd name="connsiteX45149" fmla="*/ 980313 w 3114960"/>
              <a:gd name="connsiteY45149" fmla="*/ 1862995 h 5143785"/>
              <a:gd name="connsiteX45150" fmla="*/ 965073 w 3114960"/>
              <a:gd name="connsiteY45150" fmla="*/ 1862995 h 5143785"/>
              <a:gd name="connsiteX45151" fmla="*/ 965073 w 3114960"/>
              <a:gd name="connsiteY45151" fmla="*/ 1847755 h 5143785"/>
              <a:gd name="connsiteX45152" fmla="*/ 980313 w 3114960"/>
              <a:gd name="connsiteY45152" fmla="*/ 1847755 h 5143785"/>
              <a:gd name="connsiteX45153" fmla="*/ 980313 w 3114960"/>
              <a:gd name="connsiteY45153" fmla="*/ 1862995 h 5143785"/>
              <a:gd name="connsiteX45154" fmla="*/ 2518124 w 3114960"/>
              <a:gd name="connsiteY45154" fmla="*/ 729901 h 5143785"/>
              <a:gd name="connsiteX45155" fmla="*/ 2533174 w 3114960"/>
              <a:gd name="connsiteY45155" fmla="*/ 719900 h 5143785"/>
              <a:gd name="connsiteX45156" fmla="*/ 2543175 w 3114960"/>
              <a:gd name="connsiteY45156" fmla="*/ 734949 h 5143785"/>
              <a:gd name="connsiteX45157" fmla="*/ 2528126 w 3114960"/>
              <a:gd name="connsiteY45157" fmla="*/ 744950 h 5143785"/>
              <a:gd name="connsiteX45158" fmla="*/ 2518124 w 3114960"/>
              <a:gd name="connsiteY45158" fmla="*/ 729901 h 5143785"/>
              <a:gd name="connsiteX45159" fmla="*/ 2520505 w 3114960"/>
              <a:gd name="connsiteY45159" fmla="*/ 688562 h 5143785"/>
              <a:gd name="connsiteX45160" fmla="*/ 2538413 w 3114960"/>
              <a:gd name="connsiteY45160" fmla="*/ 686086 h 5143785"/>
              <a:gd name="connsiteX45161" fmla="*/ 2540889 w 3114960"/>
              <a:gd name="connsiteY45161" fmla="*/ 703993 h 5143785"/>
              <a:gd name="connsiteX45162" fmla="*/ 2522982 w 3114960"/>
              <a:gd name="connsiteY45162" fmla="*/ 706469 h 5143785"/>
              <a:gd name="connsiteX45163" fmla="*/ 2520505 w 3114960"/>
              <a:gd name="connsiteY45163" fmla="*/ 688562 h 5143785"/>
              <a:gd name="connsiteX45164" fmla="*/ 653034 w 3114960"/>
              <a:gd name="connsiteY45164" fmla="*/ 2277809 h 5143785"/>
              <a:gd name="connsiteX45165" fmla="*/ 654272 w 3114960"/>
              <a:gd name="connsiteY45165" fmla="*/ 2281523 h 5143785"/>
              <a:gd name="connsiteX45166" fmla="*/ 662750 w 3114960"/>
              <a:gd name="connsiteY45166" fmla="*/ 2291239 h 5143785"/>
              <a:gd name="connsiteX45167" fmla="*/ 663607 w 3114960"/>
              <a:gd name="connsiteY45167" fmla="*/ 2291906 h 5143785"/>
              <a:gd name="connsiteX45168" fmla="*/ 663893 w 3114960"/>
              <a:gd name="connsiteY45168" fmla="*/ 2325434 h 5143785"/>
              <a:gd name="connsiteX45169" fmla="*/ 723233 w 3114960"/>
              <a:gd name="connsiteY45169" fmla="*/ 2389442 h 5143785"/>
              <a:gd name="connsiteX45170" fmla="*/ 723233 w 3114960"/>
              <a:gd name="connsiteY45170" fmla="*/ 2422493 h 5143785"/>
              <a:gd name="connsiteX45171" fmla="*/ 720662 w 3114960"/>
              <a:gd name="connsiteY45171" fmla="*/ 2422493 h 5143785"/>
              <a:gd name="connsiteX45172" fmla="*/ 717804 w 3114960"/>
              <a:gd name="connsiteY45172" fmla="*/ 2425351 h 5143785"/>
              <a:gd name="connsiteX45173" fmla="*/ 717804 w 3114960"/>
              <a:gd name="connsiteY45173" fmla="*/ 2479358 h 5143785"/>
              <a:gd name="connsiteX45174" fmla="*/ 720662 w 3114960"/>
              <a:gd name="connsiteY45174" fmla="*/ 2482215 h 5143785"/>
              <a:gd name="connsiteX45175" fmla="*/ 730758 w 3114960"/>
              <a:gd name="connsiteY45175" fmla="*/ 2482215 h 5143785"/>
              <a:gd name="connsiteX45176" fmla="*/ 733616 w 3114960"/>
              <a:gd name="connsiteY45176" fmla="*/ 2479358 h 5143785"/>
              <a:gd name="connsiteX45177" fmla="*/ 733616 w 3114960"/>
              <a:gd name="connsiteY45177" fmla="*/ 2425351 h 5143785"/>
              <a:gd name="connsiteX45178" fmla="*/ 730758 w 3114960"/>
              <a:gd name="connsiteY45178" fmla="*/ 2422493 h 5143785"/>
              <a:gd name="connsiteX45179" fmla="*/ 728091 w 3114960"/>
              <a:gd name="connsiteY45179" fmla="*/ 2422493 h 5143785"/>
              <a:gd name="connsiteX45180" fmla="*/ 728091 w 3114960"/>
              <a:gd name="connsiteY45180" fmla="*/ 2387537 h 5143785"/>
              <a:gd name="connsiteX45181" fmla="*/ 668560 w 3114960"/>
              <a:gd name="connsiteY45181" fmla="*/ 2323529 h 5143785"/>
              <a:gd name="connsiteX45182" fmla="*/ 668274 w 3114960"/>
              <a:gd name="connsiteY45182" fmla="*/ 2292572 h 5143785"/>
              <a:gd name="connsiteX45183" fmla="*/ 669798 w 3114960"/>
              <a:gd name="connsiteY45183" fmla="*/ 2291715 h 5143785"/>
              <a:gd name="connsiteX45184" fmla="*/ 679514 w 3114960"/>
              <a:gd name="connsiteY45184" fmla="*/ 2283238 h 5143785"/>
              <a:gd name="connsiteX45185" fmla="*/ 679799 w 3114960"/>
              <a:gd name="connsiteY45185" fmla="*/ 2282762 h 5143785"/>
              <a:gd name="connsiteX45186" fmla="*/ 681133 w 3114960"/>
              <a:gd name="connsiteY45186" fmla="*/ 2282762 h 5143785"/>
              <a:gd name="connsiteX45187" fmla="*/ 681133 w 3114960"/>
              <a:gd name="connsiteY45187" fmla="*/ 2279904 h 5143785"/>
              <a:gd name="connsiteX45188" fmla="*/ 681133 w 3114960"/>
              <a:gd name="connsiteY45188" fmla="*/ 2279237 h 5143785"/>
              <a:gd name="connsiteX45189" fmla="*/ 681133 w 3114960"/>
              <a:gd name="connsiteY45189" fmla="*/ 2275618 h 5143785"/>
              <a:gd name="connsiteX45190" fmla="*/ 679609 w 3114960"/>
              <a:gd name="connsiteY45190" fmla="*/ 2275618 h 5143785"/>
              <a:gd name="connsiteX45191" fmla="*/ 671513 w 3114960"/>
              <a:gd name="connsiteY45191" fmla="*/ 2266283 h 5143785"/>
              <a:gd name="connsiteX45192" fmla="*/ 664369 w 3114960"/>
              <a:gd name="connsiteY45192" fmla="*/ 2265807 h 5143785"/>
              <a:gd name="connsiteX45193" fmla="*/ 654653 w 3114960"/>
              <a:gd name="connsiteY45193" fmla="*/ 2274284 h 5143785"/>
              <a:gd name="connsiteX45194" fmla="*/ 652939 w 3114960"/>
              <a:gd name="connsiteY45194" fmla="*/ 2277809 h 5143785"/>
              <a:gd name="connsiteX45195" fmla="*/ 732663 w 3114960"/>
              <a:gd name="connsiteY45195" fmla="*/ 2468594 h 5143785"/>
              <a:gd name="connsiteX45196" fmla="*/ 719138 w 3114960"/>
              <a:gd name="connsiteY45196" fmla="*/ 2468594 h 5143785"/>
              <a:gd name="connsiteX45197" fmla="*/ 719138 w 3114960"/>
              <a:gd name="connsiteY45197" fmla="*/ 2465642 h 5143785"/>
              <a:gd name="connsiteX45198" fmla="*/ 732663 w 3114960"/>
              <a:gd name="connsiteY45198" fmla="*/ 2465642 h 5143785"/>
              <a:gd name="connsiteX45199" fmla="*/ 732663 w 3114960"/>
              <a:gd name="connsiteY45199" fmla="*/ 2468594 h 5143785"/>
              <a:gd name="connsiteX45200" fmla="*/ 732663 w 3114960"/>
              <a:gd name="connsiteY45200" fmla="*/ 2453830 h 5143785"/>
              <a:gd name="connsiteX45201" fmla="*/ 719138 w 3114960"/>
              <a:gd name="connsiteY45201" fmla="*/ 2453830 h 5143785"/>
              <a:gd name="connsiteX45202" fmla="*/ 719138 w 3114960"/>
              <a:gd name="connsiteY45202" fmla="*/ 2450878 h 5143785"/>
              <a:gd name="connsiteX45203" fmla="*/ 732663 w 3114960"/>
              <a:gd name="connsiteY45203" fmla="*/ 2450878 h 5143785"/>
              <a:gd name="connsiteX45204" fmla="*/ 732663 w 3114960"/>
              <a:gd name="connsiteY45204" fmla="*/ 2453830 h 5143785"/>
              <a:gd name="connsiteX45205" fmla="*/ 732663 w 3114960"/>
              <a:gd name="connsiteY45205" fmla="*/ 2437638 h 5143785"/>
              <a:gd name="connsiteX45206" fmla="*/ 732663 w 3114960"/>
              <a:gd name="connsiteY45206" fmla="*/ 2440591 h 5143785"/>
              <a:gd name="connsiteX45207" fmla="*/ 719138 w 3114960"/>
              <a:gd name="connsiteY45207" fmla="*/ 2440591 h 5143785"/>
              <a:gd name="connsiteX45208" fmla="*/ 719138 w 3114960"/>
              <a:gd name="connsiteY45208" fmla="*/ 2437638 h 5143785"/>
              <a:gd name="connsiteX45209" fmla="*/ 732663 w 3114960"/>
              <a:gd name="connsiteY45209" fmla="*/ 2437638 h 5143785"/>
              <a:gd name="connsiteX45210" fmla="*/ 667607 w 3114960"/>
              <a:gd name="connsiteY45210" fmla="*/ 2269427 h 5143785"/>
              <a:gd name="connsiteX45211" fmla="*/ 667798 w 3114960"/>
              <a:gd name="connsiteY45211" fmla="*/ 2269427 h 5143785"/>
              <a:gd name="connsiteX45212" fmla="*/ 668084 w 3114960"/>
              <a:gd name="connsiteY45212" fmla="*/ 2269522 h 5143785"/>
              <a:gd name="connsiteX45213" fmla="*/ 676561 w 3114960"/>
              <a:gd name="connsiteY45213" fmla="*/ 2279714 h 5143785"/>
              <a:gd name="connsiteX45214" fmla="*/ 666369 w 3114960"/>
              <a:gd name="connsiteY45214" fmla="*/ 2288191 h 5143785"/>
              <a:gd name="connsiteX45215" fmla="*/ 657892 w 3114960"/>
              <a:gd name="connsiteY45215" fmla="*/ 2277999 h 5143785"/>
              <a:gd name="connsiteX45216" fmla="*/ 667607 w 3114960"/>
              <a:gd name="connsiteY45216" fmla="*/ 2269522 h 5143785"/>
              <a:gd name="connsiteX45217" fmla="*/ 67913 w 3114960"/>
              <a:gd name="connsiteY45217" fmla="*/ 2699004 h 5143785"/>
              <a:gd name="connsiteX45218" fmla="*/ 65437 w 3114960"/>
              <a:gd name="connsiteY45218" fmla="*/ 2716911 h 5143785"/>
              <a:gd name="connsiteX45219" fmla="*/ 47530 w 3114960"/>
              <a:gd name="connsiteY45219" fmla="*/ 2714435 h 5143785"/>
              <a:gd name="connsiteX45220" fmla="*/ 50006 w 3114960"/>
              <a:gd name="connsiteY45220" fmla="*/ 2696528 h 5143785"/>
              <a:gd name="connsiteX45221" fmla="*/ 67913 w 3114960"/>
              <a:gd name="connsiteY45221" fmla="*/ 2699004 h 5143785"/>
              <a:gd name="connsiteX45222" fmla="*/ 2404967 w 3114960"/>
              <a:gd name="connsiteY45222" fmla="*/ 522542 h 5143785"/>
              <a:gd name="connsiteX45223" fmla="*/ 2402491 w 3114960"/>
              <a:gd name="connsiteY45223" fmla="*/ 504635 h 5143785"/>
              <a:gd name="connsiteX45224" fmla="*/ 2420398 w 3114960"/>
              <a:gd name="connsiteY45224" fmla="*/ 502158 h 5143785"/>
              <a:gd name="connsiteX45225" fmla="*/ 2422874 w 3114960"/>
              <a:gd name="connsiteY45225" fmla="*/ 520065 h 5143785"/>
              <a:gd name="connsiteX45226" fmla="*/ 2404967 w 3114960"/>
              <a:gd name="connsiteY45226" fmla="*/ 522542 h 5143785"/>
              <a:gd name="connsiteX45227" fmla="*/ 665988 w 3114960"/>
              <a:gd name="connsiteY45227" fmla="*/ 2186750 h 5143785"/>
              <a:gd name="connsiteX45228" fmla="*/ 658654 w 3114960"/>
              <a:gd name="connsiteY45228" fmla="*/ 2179701 h 5143785"/>
              <a:gd name="connsiteX45229" fmla="*/ 663607 w 3114960"/>
              <a:gd name="connsiteY45229" fmla="*/ 2174558 h 5143785"/>
              <a:gd name="connsiteX45230" fmla="*/ 670941 w 3114960"/>
              <a:gd name="connsiteY45230" fmla="*/ 2181606 h 5143785"/>
              <a:gd name="connsiteX45231" fmla="*/ 665988 w 3114960"/>
              <a:gd name="connsiteY45231" fmla="*/ 2186750 h 5143785"/>
              <a:gd name="connsiteX45232" fmla="*/ 2158746 w 3114960"/>
              <a:gd name="connsiteY45232" fmla="*/ 931545 h 5143785"/>
              <a:gd name="connsiteX45233" fmla="*/ 2149602 w 3114960"/>
              <a:gd name="connsiteY45233" fmla="*/ 940689 h 5143785"/>
              <a:gd name="connsiteX45234" fmla="*/ 2140458 w 3114960"/>
              <a:gd name="connsiteY45234" fmla="*/ 931545 h 5143785"/>
              <a:gd name="connsiteX45235" fmla="*/ 2149602 w 3114960"/>
              <a:gd name="connsiteY45235" fmla="*/ 922401 h 5143785"/>
              <a:gd name="connsiteX45236" fmla="*/ 2158746 w 3114960"/>
              <a:gd name="connsiteY45236" fmla="*/ 931545 h 5143785"/>
              <a:gd name="connsiteX45237" fmla="*/ 2453164 w 3114960"/>
              <a:gd name="connsiteY45237" fmla="*/ 704279 h 5143785"/>
              <a:gd name="connsiteX45238" fmla="*/ 2443258 w 3114960"/>
              <a:gd name="connsiteY45238" fmla="*/ 714185 h 5143785"/>
              <a:gd name="connsiteX45239" fmla="*/ 2413540 w 3114960"/>
              <a:gd name="connsiteY45239" fmla="*/ 714185 h 5143785"/>
              <a:gd name="connsiteX45240" fmla="*/ 2289620 w 3114960"/>
              <a:gd name="connsiteY45240" fmla="*/ 816483 h 5143785"/>
              <a:gd name="connsiteX45241" fmla="*/ 2282762 w 3114960"/>
              <a:gd name="connsiteY45241" fmla="*/ 814483 h 5143785"/>
              <a:gd name="connsiteX45242" fmla="*/ 2280285 w 3114960"/>
              <a:gd name="connsiteY45242" fmla="*/ 814673 h 5143785"/>
              <a:gd name="connsiteX45243" fmla="*/ 2269046 w 3114960"/>
              <a:gd name="connsiteY45243" fmla="*/ 830771 h 5143785"/>
              <a:gd name="connsiteX45244" fmla="*/ 2274761 w 3114960"/>
              <a:gd name="connsiteY45244" fmla="*/ 839724 h 5143785"/>
              <a:gd name="connsiteX45245" fmla="*/ 2285143 w 3114960"/>
              <a:gd name="connsiteY45245" fmla="*/ 842010 h 5143785"/>
              <a:gd name="connsiteX45246" fmla="*/ 2294096 w 3114960"/>
              <a:gd name="connsiteY45246" fmla="*/ 836295 h 5143785"/>
              <a:gd name="connsiteX45247" fmla="*/ 2296382 w 3114960"/>
              <a:gd name="connsiteY45247" fmla="*/ 825913 h 5143785"/>
              <a:gd name="connsiteX45248" fmla="*/ 2294668 w 3114960"/>
              <a:gd name="connsiteY45248" fmla="*/ 821531 h 5143785"/>
              <a:gd name="connsiteX45249" fmla="*/ 2416112 w 3114960"/>
              <a:gd name="connsiteY45249" fmla="*/ 721328 h 5143785"/>
              <a:gd name="connsiteX45250" fmla="*/ 2443829 w 3114960"/>
              <a:gd name="connsiteY45250" fmla="*/ 721328 h 5143785"/>
              <a:gd name="connsiteX45251" fmla="*/ 2458212 w 3114960"/>
              <a:gd name="connsiteY45251" fmla="*/ 729234 h 5143785"/>
              <a:gd name="connsiteX45252" fmla="*/ 2468213 w 3114960"/>
              <a:gd name="connsiteY45252" fmla="*/ 714185 h 5143785"/>
              <a:gd name="connsiteX45253" fmla="*/ 2453164 w 3114960"/>
              <a:gd name="connsiteY45253" fmla="*/ 704183 h 5143785"/>
              <a:gd name="connsiteX45254" fmla="*/ 2288191 w 3114960"/>
              <a:gd name="connsiteY45254" fmla="*/ 832199 h 5143785"/>
              <a:gd name="connsiteX45255" fmla="*/ 2283905 w 3114960"/>
              <a:gd name="connsiteY45255" fmla="*/ 834962 h 5143785"/>
              <a:gd name="connsiteX45256" fmla="*/ 2282762 w 3114960"/>
              <a:gd name="connsiteY45256" fmla="*/ 835057 h 5143785"/>
              <a:gd name="connsiteX45257" fmla="*/ 2278952 w 3114960"/>
              <a:gd name="connsiteY45257" fmla="*/ 833819 h 5143785"/>
              <a:gd name="connsiteX45258" fmla="*/ 2276189 w 3114960"/>
              <a:gd name="connsiteY45258" fmla="*/ 829437 h 5143785"/>
              <a:gd name="connsiteX45259" fmla="*/ 2281619 w 3114960"/>
              <a:gd name="connsiteY45259" fmla="*/ 821627 h 5143785"/>
              <a:gd name="connsiteX45260" fmla="*/ 2286667 w 3114960"/>
              <a:gd name="connsiteY45260" fmla="*/ 822770 h 5143785"/>
              <a:gd name="connsiteX45261" fmla="*/ 2289429 w 3114960"/>
              <a:gd name="connsiteY45261" fmla="*/ 827151 h 5143785"/>
              <a:gd name="connsiteX45262" fmla="*/ 2288286 w 3114960"/>
              <a:gd name="connsiteY45262" fmla="*/ 832199 h 5143785"/>
              <a:gd name="connsiteX45263" fmla="*/ 2443734 w 3114960"/>
              <a:gd name="connsiteY45263" fmla="*/ 755523 h 5143785"/>
              <a:gd name="connsiteX45264" fmla="*/ 2458403 w 3114960"/>
              <a:gd name="connsiteY45264" fmla="*/ 764286 h 5143785"/>
              <a:gd name="connsiteX45265" fmla="*/ 2468404 w 3114960"/>
              <a:gd name="connsiteY45265" fmla="*/ 749237 h 5143785"/>
              <a:gd name="connsiteX45266" fmla="*/ 2453354 w 3114960"/>
              <a:gd name="connsiteY45266" fmla="*/ 739235 h 5143785"/>
              <a:gd name="connsiteX45267" fmla="*/ 2443639 w 3114960"/>
              <a:gd name="connsiteY45267" fmla="*/ 748284 h 5143785"/>
              <a:gd name="connsiteX45268" fmla="*/ 2429828 w 3114960"/>
              <a:gd name="connsiteY45268" fmla="*/ 748475 h 5143785"/>
              <a:gd name="connsiteX45269" fmla="*/ 2305812 w 3114960"/>
              <a:gd name="connsiteY45269" fmla="*/ 850868 h 5143785"/>
              <a:gd name="connsiteX45270" fmla="*/ 2305526 w 3114960"/>
              <a:gd name="connsiteY45270" fmla="*/ 850583 h 5143785"/>
              <a:gd name="connsiteX45271" fmla="*/ 2297621 w 3114960"/>
              <a:gd name="connsiteY45271" fmla="*/ 848106 h 5143785"/>
              <a:gd name="connsiteX45272" fmla="*/ 2295144 w 3114960"/>
              <a:gd name="connsiteY45272" fmla="*/ 848297 h 5143785"/>
              <a:gd name="connsiteX45273" fmla="*/ 2283905 w 3114960"/>
              <a:gd name="connsiteY45273" fmla="*/ 864394 h 5143785"/>
              <a:gd name="connsiteX45274" fmla="*/ 2300002 w 3114960"/>
              <a:gd name="connsiteY45274" fmla="*/ 875633 h 5143785"/>
              <a:gd name="connsiteX45275" fmla="*/ 2308955 w 3114960"/>
              <a:gd name="connsiteY45275" fmla="*/ 869918 h 5143785"/>
              <a:gd name="connsiteX45276" fmla="*/ 2311241 w 3114960"/>
              <a:gd name="connsiteY45276" fmla="*/ 859536 h 5143785"/>
              <a:gd name="connsiteX45277" fmla="*/ 2310098 w 3114960"/>
              <a:gd name="connsiteY45277" fmla="*/ 856583 h 5143785"/>
              <a:gd name="connsiteX45278" fmla="*/ 2432399 w 3114960"/>
              <a:gd name="connsiteY45278" fmla="*/ 755618 h 5143785"/>
              <a:gd name="connsiteX45279" fmla="*/ 2443639 w 3114960"/>
              <a:gd name="connsiteY45279" fmla="*/ 755618 h 5143785"/>
              <a:gd name="connsiteX45280" fmla="*/ 2303145 w 3114960"/>
              <a:gd name="connsiteY45280" fmla="*/ 865823 h 5143785"/>
              <a:gd name="connsiteX45281" fmla="*/ 2298764 w 3114960"/>
              <a:gd name="connsiteY45281" fmla="*/ 868585 h 5143785"/>
              <a:gd name="connsiteX45282" fmla="*/ 2297621 w 3114960"/>
              <a:gd name="connsiteY45282" fmla="*/ 868680 h 5143785"/>
              <a:gd name="connsiteX45283" fmla="*/ 2290953 w 3114960"/>
              <a:gd name="connsiteY45283" fmla="*/ 863156 h 5143785"/>
              <a:gd name="connsiteX45284" fmla="*/ 2296382 w 3114960"/>
              <a:gd name="connsiteY45284" fmla="*/ 855345 h 5143785"/>
              <a:gd name="connsiteX45285" fmla="*/ 2301431 w 3114960"/>
              <a:gd name="connsiteY45285" fmla="*/ 856488 h 5143785"/>
              <a:gd name="connsiteX45286" fmla="*/ 2304193 w 3114960"/>
              <a:gd name="connsiteY45286" fmla="*/ 860870 h 5143785"/>
              <a:gd name="connsiteX45287" fmla="*/ 2303050 w 3114960"/>
              <a:gd name="connsiteY45287" fmla="*/ 865918 h 5143785"/>
              <a:gd name="connsiteX45288" fmla="*/ 2088166 w 3114960"/>
              <a:gd name="connsiteY45288" fmla="*/ 793528 h 5143785"/>
              <a:gd name="connsiteX45289" fmla="*/ 2088166 w 3114960"/>
              <a:gd name="connsiteY45289" fmla="*/ 968502 h 5143785"/>
              <a:gd name="connsiteX45290" fmla="*/ 2084737 w 3114960"/>
              <a:gd name="connsiteY45290" fmla="*/ 968502 h 5143785"/>
              <a:gd name="connsiteX45291" fmla="*/ 2073212 w 3114960"/>
              <a:gd name="connsiteY45291" fmla="*/ 979932 h 5143785"/>
              <a:gd name="connsiteX45292" fmla="*/ 2073212 w 3114960"/>
              <a:gd name="connsiteY45292" fmla="*/ 1031272 h 5143785"/>
              <a:gd name="connsiteX45293" fmla="*/ 2084737 w 3114960"/>
              <a:gd name="connsiteY45293" fmla="*/ 1042797 h 5143785"/>
              <a:gd name="connsiteX45294" fmla="*/ 2098739 w 3114960"/>
              <a:gd name="connsiteY45294" fmla="*/ 1042797 h 5143785"/>
              <a:gd name="connsiteX45295" fmla="*/ 2110264 w 3114960"/>
              <a:gd name="connsiteY45295" fmla="*/ 1031272 h 5143785"/>
              <a:gd name="connsiteX45296" fmla="*/ 2110264 w 3114960"/>
              <a:gd name="connsiteY45296" fmla="*/ 979932 h 5143785"/>
              <a:gd name="connsiteX45297" fmla="*/ 2098739 w 3114960"/>
              <a:gd name="connsiteY45297" fmla="*/ 968502 h 5143785"/>
              <a:gd name="connsiteX45298" fmla="*/ 2095310 w 3114960"/>
              <a:gd name="connsiteY45298" fmla="*/ 968502 h 5143785"/>
              <a:gd name="connsiteX45299" fmla="*/ 2095310 w 3114960"/>
              <a:gd name="connsiteY45299" fmla="*/ 796862 h 5143785"/>
              <a:gd name="connsiteX45300" fmla="*/ 2362200 w 3114960"/>
              <a:gd name="connsiteY45300" fmla="*/ 570833 h 5143785"/>
              <a:gd name="connsiteX45301" fmla="*/ 2414969 w 3114960"/>
              <a:gd name="connsiteY45301" fmla="*/ 570833 h 5143785"/>
              <a:gd name="connsiteX45302" fmla="*/ 2433161 w 3114960"/>
              <a:gd name="connsiteY45302" fmla="*/ 585788 h 5143785"/>
              <a:gd name="connsiteX45303" fmla="*/ 2451735 w 3114960"/>
              <a:gd name="connsiteY45303" fmla="*/ 567214 h 5143785"/>
              <a:gd name="connsiteX45304" fmla="*/ 2433161 w 3114960"/>
              <a:gd name="connsiteY45304" fmla="*/ 548640 h 5143785"/>
              <a:gd name="connsiteX45305" fmla="*/ 2414969 w 3114960"/>
              <a:gd name="connsiteY45305" fmla="*/ 563594 h 5143785"/>
              <a:gd name="connsiteX45306" fmla="*/ 2359533 w 3114960"/>
              <a:gd name="connsiteY45306" fmla="*/ 563594 h 5143785"/>
              <a:gd name="connsiteX45307" fmla="*/ 2088071 w 3114960"/>
              <a:gd name="connsiteY45307" fmla="*/ 793528 h 5143785"/>
              <a:gd name="connsiteX45308" fmla="*/ 2103025 w 3114960"/>
              <a:gd name="connsiteY45308" fmla="*/ 1031272 h 5143785"/>
              <a:gd name="connsiteX45309" fmla="*/ 2098643 w 3114960"/>
              <a:gd name="connsiteY45309" fmla="*/ 1035653 h 5143785"/>
              <a:gd name="connsiteX45310" fmla="*/ 2084642 w 3114960"/>
              <a:gd name="connsiteY45310" fmla="*/ 1035653 h 5143785"/>
              <a:gd name="connsiteX45311" fmla="*/ 2080260 w 3114960"/>
              <a:gd name="connsiteY45311" fmla="*/ 1031272 h 5143785"/>
              <a:gd name="connsiteX45312" fmla="*/ 2080260 w 3114960"/>
              <a:gd name="connsiteY45312" fmla="*/ 1019556 h 5143785"/>
              <a:gd name="connsiteX45313" fmla="*/ 2102930 w 3114960"/>
              <a:gd name="connsiteY45313" fmla="*/ 1019556 h 5143785"/>
              <a:gd name="connsiteX45314" fmla="*/ 2102930 w 3114960"/>
              <a:gd name="connsiteY45314" fmla="*/ 1031272 h 5143785"/>
              <a:gd name="connsiteX45315" fmla="*/ 2098739 w 3114960"/>
              <a:gd name="connsiteY45315" fmla="*/ 975646 h 5143785"/>
              <a:gd name="connsiteX45316" fmla="*/ 2103120 w 3114960"/>
              <a:gd name="connsiteY45316" fmla="*/ 979932 h 5143785"/>
              <a:gd name="connsiteX45317" fmla="*/ 2103120 w 3114960"/>
              <a:gd name="connsiteY45317" fmla="*/ 988886 h 5143785"/>
              <a:gd name="connsiteX45318" fmla="*/ 2080451 w 3114960"/>
              <a:gd name="connsiteY45318" fmla="*/ 988886 h 5143785"/>
              <a:gd name="connsiteX45319" fmla="*/ 2080451 w 3114960"/>
              <a:gd name="connsiteY45319" fmla="*/ 979932 h 5143785"/>
              <a:gd name="connsiteX45320" fmla="*/ 2084832 w 3114960"/>
              <a:gd name="connsiteY45320" fmla="*/ 975646 h 5143785"/>
              <a:gd name="connsiteX45321" fmla="*/ 2098834 w 3114960"/>
              <a:gd name="connsiteY45321" fmla="*/ 975646 h 5143785"/>
              <a:gd name="connsiteX45322" fmla="*/ 2433161 w 3114960"/>
              <a:gd name="connsiteY45322" fmla="*/ 555784 h 5143785"/>
              <a:gd name="connsiteX45323" fmla="*/ 2444592 w 3114960"/>
              <a:gd name="connsiteY45323" fmla="*/ 567214 h 5143785"/>
              <a:gd name="connsiteX45324" fmla="*/ 2433161 w 3114960"/>
              <a:gd name="connsiteY45324" fmla="*/ 578644 h 5143785"/>
              <a:gd name="connsiteX45325" fmla="*/ 2421731 w 3114960"/>
              <a:gd name="connsiteY45325" fmla="*/ 567214 h 5143785"/>
              <a:gd name="connsiteX45326" fmla="*/ 2433161 w 3114960"/>
              <a:gd name="connsiteY45326" fmla="*/ 555784 h 5143785"/>
              <a:gd name="connsiteX45327" fmla="*/ 2447068 w 3114960"/>
              <a:gd name="connsiteY45327" fmla="*/ 538163 h 5143785"/>
              <a:gd name="connsiteX45328" fmla="*/ 2437067 w 3114960"/>
              <a:gd name="connsiteY45328" fmla="*/ 523113 h 5143785"/>
              <a:gd name="connsiteX45329" fmla="*/ 2452116 w 3114960"/>
              <a:gd name="connsiteY45329" fmla="*/ 513112 h 5143785"/>
              <a:gd name="connsiteX45330" fmla="*/ 2462117 w 3114960"/>
              <a:gd name="connsiteY45330" fmla="*/ 528161 h 5143785"/>
              <a:gd name="connsiteX45331" fmla="*/ 2447068 w 3114960"/>
              <a:gd name="connsiteY45331" fmla="*/ 538163 h 5143785"/>
              <a:gd name="connsiteX45332" fmla="*/ 82296 w 3114960"/>
              <a:gd name="connsiteY45332" fmla="*/ 2720912 h 5143785"/>
              <a:gd name="connsiteX45333" fmla="*/ 100203 w 3114960"/>
              <a:gd name="connsiteY45333" fmla="*/ 2718435 h 5143785"/>
              <a:gd name="connsiteX45334" fmla="*/ 102680 w 3114960"/>
              <a:gd name="connsiteY45334" fmla="*/ 2736342 h 5143785"/>
              <a:gd name="connsiteX45335" fmla="*/ 84773 w 3114960"/>
              <a:gd name="connsiteY45335" fmla="*/ 2738819 h 5143785"/>
              <a:gd name="connsiteX45336" fmla="*/ 82296 w 3114960"/>
              <a:gd name="connsiteY45336" fmla="*/ 2720912 h 5143785"/>
              <a:gd name="connsiteX45337" fmla="*/ 1808036 w 3114960"/>
              <a:gd name="connsiteY45337" fmla="*/ 1216914 h 5143785"/>
              <a:gd name="connsiteX45338" fmla="*/ 1772031 w 3114960"/>
              <a:gd name="connsiteY45338" fmla="*/ 1186148 h 5143785"/>
              <a:gd name="connsiteX45339" fmla="*/ 1737074 w 3114960"/>
              <a:gd name="connsiteY45339" fmla="*/ 1186148 h 5143785"/>
              <a:gd name="connsiteX45340" fmla="*/ 1735931 w 3114960"/>
              <a:gd name="connsiteY45340" fmla="*/ 1182243 h 5143785"/>
              <a:gd name="connsiteX45341" fmla="*/ 1727645 w 3114960"/>
              <a:gd name="connsiteY45341" fmla="*/ 1174814 h 5143785"/>
              <a:gd name="connsiteX45342" fmla="*/ 1716500 w 3114960"/>
              <a:gd name="connsiteY45342" fmla="*/ 1175385 h 5143785"/>
              <a:gd name="connsiteX45343" fmla="*/ 1709642 w 3114960"/>
              <a:gd name="connsiteY45343" fmla="*/ 1194816 h 5143785"/>
              <a:gd name="connsiteX45344" fmla="*/ 1722787 w 3114960"/>
              <a:gd name="connsiteY45344" fmla="*/ 1203103 h 5143785"/>
              <a:gd name="connsiteX45345" fmla="*/ 1729073 w 3114960"/>
              <a:gd name="connsiteY45345" fmla="*/ 1201674 h 5143785"/>
              <a:gd name="connsiteX45346" fmla="*/ 1736503 w 3114960"/>
              <a:gd name="connsiteY45346" fmla="*/ 1193387 h 5143785"/>
              <a:gd name="connsiteX45347" fmla="*/ 1737074 w 3114960"/>
              <a:gd name="connsiteY45347" fmla="*/ 1190911 h 5143785"/>
              <a:gd name="connsiteX45348" fmla="*/ 1770221 w 3114960"/>
              <a:gd name="connsiteY45348" fmla="*/ 1190911 h 5143785"/>
              <a:gd name="connsiteX45349" fmla="*/ 1806226 w 3114960"/>
              <a:gd name="connsiteY45349" fmla="*/ 1221677 h 5143785"/>
              <a:gd name="connsiteX45350" fmla="*/ 1977009 w 3114960"/>
              <a:gd name="connsiteY45350" fmla="*/ 1221105 h 5143785"/>
              <a:gd name="connsiteX45351" fmla="*/ 1977866 w 3114960"/>
              <a:gd name="connsiteY45351" fmla="*/ 1221105 h 5143785"/>
              <a:gd name="connsiteX45352" fmla="*/ 2053590 w 3114960"/>
              <a:gd name="connsiteY45352" fmla="*/ 1156811 h 5143785"/>
              <a:gd name="connsiteX45353" fmla="*/ 2052352 w 3114960"/>
              <a:gd name="connsiteY45353" fmla="*/ 1098995 h 5143785"/>
              <a:gd name="connsiteX45354" fmla="*/ 2063687 w 3114960"/>
              <a:gd name="connsiteY45354" fmla="*/ 1093089 h 5143785"/>
              <a:gd name="connsiteX45355" fmla="*/ 2062353 w 3114960"/>
              <a:gd name="connsiteY45355" fmla="*/ 1066895 h 5143785"/>
              <a:gd name="connsiteX45356" fmla="*/ 2053495 w 3114960"/>
              <a:gd name="connsiteY45356" fmla="*/ 1062514 h 5143785"/>
              <a:gd name="connsiteX45357" fmla="*/ 2054066 w 3114960"/>
              <a:gd name="connsiteY45357" fmla="*/ 773906 h 5143785"/>
              <a:gd name="connsiteX45358" fmla="*/ 2347151 w 3114960"/>
              <a:gd name="connsiteY45358" fmla="*/ 529495 h 5143785"/>
              <a:gd name="connsiteX45359" fmla="*/ 2358390 w 3114960"/>
              <a:gd name="connsiteY45359" fmla="*/ 533400 h 5143785"/>
              <a:gd name="connsiteX45360" fmla="*/ 2376964 w 3114960"/>
              <a:gd name="connsiteY45360" fmla="*/ 514826 h 5143785"/>
              <a:gd name="connsiteX45361" fmla="*/ 2358390 w 3114960"/>
              <a:gd name="connsiteY45361" fmla="*/ 496253 h 5143785"/>
              <a:gd name="connsiteX45362" fmla="*/ 2339816 w 3114960"/>
              <a:gd name="connsiteY45362" fmla="*/ 514826 h 5143785"/>
              <a:gd name="connsiteX45363" fmla="*/ 2342388 w 3114960"/>
              <a:gd name="connsiteY45363" fmla="*/ 524065 h 5143785"/>
              <a:gd name="connsiteX45364" fmla="*/ 2046827 w 3114960"/>
              <a:gd name="connsiteY45364" fmla="*/ 770477 h 5143785"/>
              <a:gd name="connsiteX45365" fmla="*/ 2046256 w 3114960"/>
              <a:gd name="connsiteY45365" fmla="*/ 1062514 h 5143785"/>
              <a:gd name="connsiteX45366" fmla="*/ 2036064 w 3114960"/>
              <a:gd name="connsiteY45366" fmla="*/ 1068229 h 5143785"/>
              <a:gd name="connsiteX45367" fmla="*/ 2037398 w 3114960"/>
              <a:gd name="connsiteY45367" fmla="*/ 1094423 h 5143785"/>
              <a:gd name="connsiteX45368" fmla="*/ 2047494 w 3114960"/>
              <a:gd name="connsiteY45368" fmla="*/ 1098995 h 5143785"/>
              <a:gd name="connsiteX45369" fmla="*/ 2048732 w 3114960"/>
              <a:gd name="connsiteY45369" fmla="*/ 1154621 h 5143785"/>
              <a:gd name="connsiteX45370" fmla="*/ 1976057 w 3114960"/>
              <a:gd name="connsiteY45370" fmla="*/ 1216343 h 5143785"/>
              <a:gd name="connsiteX45371" fmla="*/ 1807940 w 3114960"/>
              <a:gd name="connsiteY45371" fmla="*/ 1216914 h 5143785"/>
              <a:gd name="connsiteX45372" fmla="*/ 1732026 w 3114960"/>
              <a:gd name="connsiteY45372" fmla="*/ 1191768 h 5143785"/>
              <a:gd name="connsiteX45373" fmla="*/ 1727073 w 3114960"/>
              <a:gd name="connsiteY45373" fmla="*/ 1197388 h 5143785"/>
              <a:gd name="connsiteX45374" fmla="*/ 1714024 w 3114960"/>
              <a:gd name="connsiteY45374" fmla="*/ 1192816 h 5143785"/>
              <a:gd name="connsiteX45375" fmla="*/ 1713643 w 3114960"/>
              <a:gd name="connsiteY45375" fmla="*/ 1185291 h 5143785"/>
              <a:gd name="connsiteX45376" fmla="*/ 1718596 w 3114960"/>
              <a:gd name="connsiteY45376" fmla="*/ 1179767 h 5143785"/>
              <a:gd name="connsiteX45377" fmla="*/ 1722787 w 3114960"/>
              <a:gd name="connsiteY45377" fmla="*/ 1178814 h 5143785"/>
              <a:gd name="connsiteX45378" fmla="*/ 1726025 w 3114960"/>
              <a:gd name="connsiteY45378" fmla="*/ 1179386 h 5143785"/>
              <a:gd name="connsiteX45379" fmla="*/ 1731550 w 3114960"/>
              <a:gd name="connsiteY45379" fmla="*/ 1184339 h 5143785"/>
              <a:gd name="connsiteX45380" fmla="*/ 1731931 w 3114960"/>
              <a:gd name="connsiteY45380" fmla="*/ 1191863 h 5143785"/>
              <a:gd name="connsiteX45381" fmla="*/ 2358390 w 3114960"/>
              <a:gd name="connsiteY45381" fmla="*/ 503396 h 5143785"/>
              <a:gd name="connsiteX45382" fmla="*/ 2369820 w 3114960"/>
              <a:gd name="connsiteY45382" fmla="*/ 514826 h 5143785"/>
              <a:gd name="connsiteX45383" fmla="*/ 2358390 w 3114960"/>
              <a:gd name="connsiteY45383" fmla="*/ 526256 h 5143785"/>
              <a:gd name="connsiteX45384" fmla="*/ 2352104 w 3114960"/>
              <a:gd name="connsiteY45384" fmla="*/ 524065 h 5143785"/>
              <a:gd name="connsiteX45385" fmla="*/ 2348103 w 3114960"/>
              <a:gd name="connsiteY45385" fmla="*/ 519303 h 5143785"/>
              <a:gd name="connsiteX45386" fmla="*/ 2348008 w 3114960"/>
              <a:gd name="connsiteY45386" fmla="*/ 519303 h 5143785"/>
              <a:gd name="connsiteX45387" fmla="*/ 2346960 w 3114960"/>
              <a:gd name="connsiteY45387" fmla="*/ 514826 h 5143785"/>
              <a:gd name="connsiteX45388" fmla="*/ 2358390 w 3114960"/>
              <a:gd name="connsiteY45388" fmla="*/ 503396 h 5143785"/>
              <a:gd name="connsiteX45389" fmla="*/ 2042255 w 3114960"/>
              <a:gd name="connsiteY45389" fmla="*/ 1089184 h 5143785"/>
              <a:gd name="connsiteX45390" fmla="*/ 2041398 w 3114960"/>
              <a:gd name="connsiteY45390" fmla="*/ 1073087 h 5143785"/>
              <a:gd name="connsiteX45391" fmla="*/ 2049304 w 3114960"/>
              <a:gd name="connsiteY45391" fmla="*/ 1069372 h 5143785"/>
              <a:gd name="connsiteX45392" fmla="*/ 2057495 w 3114960"/>
              <a:gd name="connsiteY45392" fmla="*/ 1072325 h 5143785"/>
              <a:gd name="connsiteX45393" fmla="*/ 2058353 w 3114960"/>
              <a:gd name="connsiteY45393" fmla="*/ 1088422 h 5143785"/>
              <a:gd name="connsiteX45394" fmla="*/ 2049875 w 3114960"/>
              <a:gd name="connsiteY45394" fmla="*/ 1092232 h 5143785"/>
              <a:gd name="connsiteX45395" fmla="*/ 2042255 w 3114960"/>
              <a:gd name="connsiteY45395" fmla="*/ 1089279 h 5143785"/>
              <a:gd name="connsiteX45396" fmla="*/ 2480310 w 3114960"/>
              <a:gd name="connsiteY45396" fmla="*/ 492633 h 5143785"/>
              <a:gd name="connsiteX45397" fmla="*/ 2497169 w 3114960"/>
              <a:gd name="connsiteY45397" fmla="*/ 492633 h 5143785"/>
              <a:gd name="connsiteX45398" fmla="*/ 2503837 w 3114960"/>
              <a:gd name="connsiteY45398" fmla="*/ 485965 h 5143785"/>
              <a:gd name="connsiteX45399" fmla="*/ 2503837 w 3114960"/>
              <a:gd name="connsiteY45399" fmla="*/ 469106 h 5143785"/>
              <a:gd name="connsiteX45400" fmla="*/ 2497169 w 3114960"/>
              <a:gd name="connsiteY45400" fmla="*/ 462439 h 5143785"/>
              <a:gd name="connsiteX45401" fmla="*/ 2480310 w 3114960"/>
              <a:gd name="connsiteY45401" fmla="*/ 462439 h 5143785"/>
              <a:gd name="connsiteX45402" fmla="*/ 2473643 w 3114960"/>
              <a:gd name="connsiteY45402" fmla="*/ 469106 h 5143785"/>
              <a:gd name="connsiteX45403" fmla="*/ 2473643 w 3114960"/>
              <a:gd name="connsiteY45403" fmla="*/ 485965 h 5143785"/>
              <a:gd name="connsiteX45404" fmla="*/ 2480310 w 3114960"/>
              <a:gd name="connsiteY45404" fmla="*/ 492633 h 5143785"/>
              <a:gd name="connsiteX45405" fmla="*/ 2478405 w 3114960"/>
              <a:gd name="connsiteY45405" fmla="*/ 469106 h 5143785"/>
              <a:gd name="connsiteX45406" fmla="*/ 2480310 w 3114960"/>
              <a:gd name="connsiteY45406" fmla="*/ 467201 h 5143785"/>
              <a:gd name="connsiteX45407" fmla="*/ 2497169 w 3114960"/>
              <a:gd name="connsiteY45407" fmla="*/ 467201 h 5143785"/>
              <a:gd name="connsiteX45408" fmla="*/ 2499074 w 3114960"/>
              <a:gd name="connsiteY45408" fmla="*/ 469106 h 5143785"/>
              <a:gd name="connsiteX45409" fmla="*/ 2499074 w 3114960"/>
              <a:gd name="connsiteY45409" fmla="*/ 485965 h 5143785"/>
              <a:gd name="connsiteX45410" fmla="*/ 2497169 w 3114960"/>
              <a:gd name="connsiteY45410" fmla="*/ 487871 h 5143785"/>
              <a:gd name="connsiteX45411" fmla="*/ 2480310 w 3114960"/>
              <a:gd name="connsiteY45411" fmla="*/ 487871 h 5143785"/>
              <a:gd name="connsiteX45412" fmla="*/ 2478405 w 3114960"/>
              <a:gd name="connsiteY45412" fmla="*/ 485965 h 5143785"/>
              <a:gd name="connsiteX45413" fmla="*/ 2478405 w 3114960"/>
              <a:gd name="connsiteY45413" fmla="*/ 469106 h 5143785"/>
              <a:gd name="connsiteX45414" fmla="*/ 680657 w 3114960"/>
              <a:gd name="connsiteY45414" fmla="*/ 2200847 h 5143785"/>
              <a:gd name="connsiteX45415" fmla="*/ 673322 w 3114960"/>
              <a:gd name="connsiteY45415" fmla="*/ 2193798 h 5143785"/>
              <a:gd name="connsiteX45416" fmla="*/ 678275 w 3114960"/>
              <a:gd name="connsiteY45416" fmla="*/ 2188655 h 5143785"/>
              <a:gd name="connsiteX45417" fmla="*/ 685610 w 3114960"/>
              <a:gd name="connsiteY45417" fmla="*/ 2195703 h 5143785"/>
              <a:gd name="connsiteX45418" fmla="*/ 680657 w 3114960"/>
              <a:gd name="connsiteY45418" fmla="*/ 2200847 h 5143785"/>
              <a:gd name="connsiteX45419" fmla="*/ 729520 w 3114960"/>
              <a:gd name="connsiteY45419" fmla="*/ 2237804 h 5143785"/>
              <a:gd name="connsiteX45420" fmla="*/ 724567 w 3114960"/>
              <a:gd name="connsiteY45420" fmla="*/ 2242947 h 5143785"/>
              <a:gd name="connsiteX45421" fmla="*/ 717233 w 3114960"/>
              <a:gd name="connsiteY45421" fmla="*/ 2235899 h 5143785"/>
              <a:gd name="connsiteX45422" fmla="*/ 722186 w 3114960"/>
              <a:gd name="connsiteY45422" fmla="*/ 2230755 h 5143785"/>
              <a:gd name="connsiteX45423" fmla="*/ 729520 w 3114960"/>
              <a:gd name="connsiteY45423" fmla="*/ 2237804 h 5143785"/>
              <a:gd name="connsiteX45424" fmla="*/ 715994 w 3114960"/>
              <a:gd name="connsiteY45424" fmla="*/ 2275427 h 5143785"/>
              <a:gd name="connsiteX45425" fmla="*/ 727615 w 3114960"/>
              <a:gd name="connsiteY45425" fmla="*/ 2275427 h 5143785"/>
              <a:gd name="connsiteX45426" fmla="*/ 727615 w 3114960"/>
              <a:gd name="connsiteY45426" fmla="*/ 2282476 h 5143785"/>
              <a:gd name="connsiteX45427" fmla="*/ 715994 w 3114960"/>
              <a:gd name="connsiteY45427" fmla="*/ 2282476 h 5143785"/>
              <a:gd name="connsiteX45428" fmla="*/ 715994 w 3114960"/>
              <a:gd name="connsiteY45428" fmla="*/ 2275427 h 5143785"/>
              <a:gd name="connsiteX45429" fmla="*/ 2452878 w 3114960"/>
              <a:gd name="connsiteY45429" fmla="*/ 669227 h 5143785"/>
              <a:gd name="connsiteX45430" fmla="*/ 2443258 w 3114960"/>
              <a:gd name="connsiteY45430" fmla="*/ 678180 h 5143785"/>
              <a:gd name="connsiteX45431" fmla="*/ 2404015 w 3114960"/>
              <a:gd name="connsiteY45431" fmla="*/ 678180 h 5143785"/>
              <a:gd name="connsiteX45432" fmla="*/ 2279523 w 3114960"/>
              <a:gd name="connsiteY45432" fmla="*/ 780955 h 5143785"/>
              <a:gd name="connsiteX45433" fmla="*/ 2278666 w 3114960"/>
              <a:gd name="connsiteY45433" fmla="*/ 780098 h 5143785"/>
              <a:gd name="connsiteX45434" fmla="*/ 2270760 w 3114960"/>
              <a:gd name="connsiteY45434" fmla="*/ 777621 h 5143785"/>
              <a:gd name="connsiteX45435" fmla="*/ 2268284 w 3114960"/>
              <a:gd name="connsiteY45435" fmla="*/ 777812 h 5143785"/>
              <a:gd name="connsiteX45436" fmla="*/ 2257044 w 3114960"/>
              <a:gd name="connsiteY45436" fmla="*/ 793909 h 5143785"/>
              <a:gd name="connsiteX45437" fmla="*/ 2273141 w 3114960"/>
              <a:gd name="connsiteY45437" fmla="*/ 805148 h 5143785"/>
              <a:gd name="connsiteX45438" fmla="*/ 2282095 w 3114960"/>
              <a:gd name="connsiteY45438" fmla="*/ 799433 h 5143785"/>
              <a:gd name="connsiteX45439" fmla="*/ 2284381 w 3114960"/>
              <a:gd name="connsiteY45439" fmla="*/ 789051 h 5143785"/>
              <a:gd name="connsiteX45440" fmla="*/ 2283524 w 3114960"/>
              <a:gd name="connsiteY45440" fmla="*/ 786860 h 5143785"/>
              <a:gd name="connsiteX45441" fmla="*/ 2406491 w 3114960"/>
              <a:gd name="connsiteY45441" fmla="*/ 685324 h 5143785"/>
              <a:gd name="connsiteX45442" fmla="*/ 2443258 w 3114960"/>
              <a:gd name="connsiteY45442" fmla="*/ 685324 h 5143785"/>
              <a:gd name="connsiteX45443" fmla="*/ 2457926 w 3114960"/>
              <a:gd name="connsiteY45443" fmla="*/ 694277 h 5143785"/>
              <a:gd name="connsiteX45444" fmla="*/ 2467928 w 3114960"/>
              <a:gd name="connsiteY45444" fmla="*/ 679228 h 5143785"/>
              <a:gd name="connsiteX45445" fmla="*/ 2452878 w 3114960"/>
              <a:gd name="connsiteY45445" fmla="*/ 669227 h 5143785"/>
              <a:gd name="connsiteX45446" fmla="*/ 2276285 w 3114960"/>
              <a:gd name="connsiteY45446" fmla="*/ 795242 h 5143785"/>
              <a:gd name="connsiteX45447" fmla="*/ 2271903 w 3114960"/>
              <a:gd name="connsiteY45447" fmla="*/ 798004 h 5143785"/>
              <a:gd name="connsiteX45448" fmla="*/ 2270760 w 3114960"/>
              <a:gd name="connsiteY45448" fmla="*/ 798100 h 5143785"/>
              <a:gd name="connsiteX45449" fmla="*/ 2264093 w 3114960"/>
              <a:gd name="connsiteY45449" fmla="*/ 792575 h 5143785"/>
              <a:gd name="connsiteX45450" fmla="*/ 2269522 w 3114960"/>
              <a:gd name="connsiteY45450" fmla="*/ 784765 h 5143785"/>
              <a:gd name="connsiteX45451" fmla="*/ 2274570 w 3114960"/>
              <a:gd name="connsiteY45451" fmla="*/ 785908 h 5143785"/>
              <a:gd name="connsiteX45452" fmla="*/ 2277332 w 3114960"/>
              <a:gd name="connsiteY45452" fmla="*/ 790289 h 5143785"/>
              <a:gd name="connsiteX45453" fmla="*/ 2276189 w 3114960"/>
              <a:gd name="connsiteY45453" fmla="*/ 795338 h 5143785"/>
              <a:gd name="connsiteX45454" fmla="*/ 2211229 w 3114960"/>
              <a:gd name="connsiteY45454" fmla="*/ 3216402 h 5143785"/>
              <a:gd name="connsiteX45455" fmla="*/ 2202752 w 3114960"/>
              <a:gd name="connsiteY45455" fmla="*/ 3213640 h 5143785"/>
              <a:gd name="connsiteX45456" fmla="*/ 2191131 w 3114960"/>
              <a:gd name="connsiteY45456" fmla="*/ 3219450 h 5143785"/>
              <a:gd name="connsiteX45457" fmla="*/ 2194179 w 3114960"/>
              <a:gd name="connsiteY45457" fmla="*/ 3239453 h 5143785"/>
              <a:gd name="connsiteX45458" fmla="*/ 2200275 w 3114960"/>
              <a:gd name="connsiteY45458" fmla="*/ 3241929 h 5143785"/>
              <a:gd name="connsiteX45459" fmla="*/ 2200275 w 3114960"/>
              <a:gd name="connsiteY45459" fmla="*/ 3251168 h 5143785"/>
              <a:gd name="connsiteX45460" fmla="*/ 2205038 w 3114960"/>
              <a:gd name="connsiteY45460" fmla="*/ 3251168 h 5143785"/>
              <a:gd name="connsiteX45461" fmla="*/ 2205038 w 3114960"/>
              <a:gd name="connsiteY45461" fmla="*/ 3241929 h 5143785"/>
              <a:gd name="connsiteX45462" fmla="*/ 2214182 w 3114960"/>
              <a:gd name="connsiteY45462" fmla="*/ 3236309 h 5143785"/>
              <a:gd name="connsiteX45463" fmla="*/ 2211134 w 3114960"/>
              <a:gd name="connsiteY45463" fmla="*/ 3216307 h 5143785"/>
              <a:gd name="connsiteX45464" fmla="*/ 2204561 w 3114960"/>
              <a:gd name="connsiteY45464" fmla="*/ 3239548 h 5143785"/>
              <a:gd name="connsiteX45465" fmla="*/ 2202752 w 3114960"/>
              <a:gd name="connsiteY45465" fmla="*/ 3239643 h 5143785"/>
              <a:gd name="connsiteX45466" fmla="*/ 2195894 w 3114960"/>
              <a:gd name="connsiteY45466" fmla="*/ 3237357 h 5143785"/>
              <a:gd name="connsiteX45467" fmla="*/ 2193417 w 3114960"/>
              <a:gd name="connsiteY45467" fmla="*/ 3220974 h 5143785"/>
              <a:gd name="connsiteX45468" fmla="*/ 2209800 w 3114960"/>
              <a:gd name="connsiteY45468" fmla="*/ 3218498 h 5143785"/>
              <a:gd name="connsiteX45469" fmla="*/ 2214467 w 3114960"/>
              <a:gd name="connsiteY45469" fmla="*/ 3226118 h 5143785"/>
              <a:gd name="connsiteX45470" fmla="*/ 2212372 w 3114960"/>
              <a:gd name="connsiteY45470" fmla="*/ 3234785 h 5143785"/>
              <a:gd name="connsiteX45471" fmla="*/ 2204752 w 3114960"/>
              <a:gd name="connsiteY45471" fmla="*/ 3239453 h 5143785"/>
              <a:gd name="connsiteX45472" fmla="*/ 2703195 w 3114960"/>
              <a:gd name="connsiteY45472" fmla="*/ 4201478 h 5143785"/>
              <a:gd name="connsiteX45473" fmla="*/ 2703195 w 3114960"/>
              <a:gd name="connsiteY45473" fmla="*/ 4109085 h 5143785"/>
              <a:gd name="connsiteX45474" fmla="*/ 2705481 w 3114960"/>
              <a:gd name="connsiteY45474" fmla="*/ 4109085 h 5143785"/>
              <a:gd name="connsiteX45475" fmla="*/ 2709386 w 3114960"/>
              <a:gd name="connsiteY45475" fmla="*/ 4105180 h 5143785"/>
              <a:gd name="connsiteX45476" fmla="*/ 2709386 w 3114960"/>
              <a:gd name="connsiteY45476" fmla="*/ 4095274 h 5143785"/>
              <a:gd name="connsiteX45477" fmla="*/ 2705481 w 3114960"/>
              <a:gd name="connsiteY45477" fmla="*/ 4091369 h 5143785"/>
              <a:gd name="connsiteX45478" fmla="*/ 2695575 w 3114960"/>
              <a:gd name="connsiteY45478" fmla="*/ 4091369 h 5143785"/>
              <a:gd name="connsiteX45479" fmla="*/ 2691670 w 3114960"/>
              <a:gd name="connsiteY45479" fmla="*/ 4095274 h 5143785"/>
              <a:gd name="connsiteX45480" fmla="*/ 2691670 w 3114960"/>
              <a:gd name="connsiteY45480" fmla="*/ 4105180 h 5143785"/>
              <a:gd name="connsiteX45481" fmla="*/ 2695575 w 3114960"/>
              <a:gd name="connsiteY45481" fmla="*/ 4109085 h 5143785"/>
              <a:gd name="connsiteX45482" fmla="*/ 2698433 w 3114960"/>
              <a:gd name="connsiteY45482" fmla="*/ 4109085 h 5143785"/>
              <a:gd name="connsiteX45483" fmla="*/ 2698433 w 3114960"/>
              <a:gd name="connsiteY45483" fmla="*/ 4199382 h 5143785"/>
              <a:gd name="connsiteX45484" fmla="*/ 2650808 w 3114960"/>
              <a:gd name="connsiteY45484" fmla="*/ 4242530 h 5143785"/>
              <a:gd name="connsiteX45485" fmla="*/ 2645759 w 3114960"/>
              <a:gd name="connsiteY45485" fmla="*/ 4240245 h 5143785"/>
              <a:gd name="connsiteX45486" fmla="*/ 2637663 w 3114960"/>
              <a:gd name="connsiteY45486" fmla="*/ 4242340 h 5143785"/>
              <a:gd name="connsiteX45487" fmla="*/ 2634425 w 3114960"/>
              <a:gd name="connsiteY45487" fmla="*/ 4246721 h 5143785"/>
              <a:gd name="connsiteX45488" fmla="*/ 2589943 w 3114960"/>
              <a:gd name="connsiteY45488" fmla="*/ 4246721 h 5143785"/>
              <a:gd name="connsiteX45489" fmla="*/ 2581751 w 3114960"/>
              <a:gd name="connsiteY45489" fmla="*/ 4257485 h 5143785"/>
              <a:gd name="connsiteX45490" fmla="*/ 2537555 w 3114960"/>
              <a:gd name="connsiteY45490" fmla="*/ 4257485 h 5143785"/>
              <a:gd name="connsiteX45491" fmla="*/ 2537555 w 3114960"/>
              <a:gd name="connsiteY45491" fmla="*/ 4254913 h 5143785"/>
              <a:gd name="connsiteX45492" fmla="*/ 2533650 w 3114960"/>
              <a:gd name="connsiteY45492" fmla="*/ 4251008 h 5143785"/>
              <a:gd name="connsiteX45493" fmla="*/ 2523744 w 3114960"/>
              <a:gd name="connsiteY45493" fmla="*/ 4251008 h 5143785"/>
              <a:gd name="connsiteX45494" fmla="*/ 2519839 w 3114960"/>
              <a:gd name="connsiteY45494" fmla="*/ 4254913 h 5143785"/>
              <a:gd name="connsiteX45495" fmla="*/ 2519839 w 3114960"/>
              <a:gd name="connsiteY45495" fmla="*/ 4264819 h 5143785"/>
              <a:gd name="connsiteX45496" fmla="*/ 2523744 w 3114960"/>
              <a:gd name="connsiteY45496" fmla="*/ 4268724 h 5143785"/>
              <a:gd name="connsiteX45497" fmla="*/ 2533650 w 3114960"/>
              <a:gd name="connsiteY45497" fmla="*/ 4268724 h 5143785"/>
              <a:gd name="connsiteX45498" fmla="*/ 2537555 w 3114960"/>
              <a:gd name="connsiteY45498" fmla="*/ 4264819 h 5143785"/>
              <a:gd name="connsiteX45499" fmla="*/ 2537555 w 3114960"/>
              <a:gd name="connsiteY45499" fmla="*/ 4262247 h 5143785"/>
              <a:gd name="connsiteX45500" fmla="*/ 2584133 w 3114960"/>
              <a:gd name="connsiteY45500" fmla="*/ 4262247 h 5143785"/>
              <a:gd name="connsiteX45501" fmla="*/ 2592324 w 3114960"/>
              <a:gd name="connsiteY45501" fmla="*/ 4251484 h 5143785"/>
              <a:gd name="connsiteX45502" fmla="*/ 2633663 w 3114960"/>
              <a:gd name="connsiteY45502" fmla="*/ 4251484 h 5143785"/>
              <a:gd name="connsiteX45503" fmla="*/ 2635663 w 3114960"/>
              <a:gd name="connsiteY45503" fmla="*/ 4257675 h 5143785"/>
              <a:gd name="connsiteX45504" fmla="*/ 2642902 w 3114960"/>
              <a:gd name="connsiteY45504" fmla="*/ 4261962 h 5143785"/>
              <a:gd name="connsiteX45505" fmla="*/ 2644426 w 3114960"/>
              <a:gd name="connsiteY45505" fmla="*/ 4262057 h 5143785"/>
              <a:gd name="connsiteX45506" fmla="*/ 2650998 w 3114960"/>
              <a:gd name="connsiteY45506" fmla="*/ 4259866 h 5143785"/>
              <a:gd name="connsiteX45507" fmla="*/ 2655189 w 3114960"/>
              <a:gd name="connsiteY45507" fmla="*/ 4252627 h 5143785"/>
              <a:gd name="connsiteX45508" fmla="*/ 2653951 w 3114960"/>
              <a:gd name="connsiteY45508" fmla="*/ 4246245 h 5143785"/>
              <a:gd name="connsiteX45509" fmla="*/ 2702528 w 3114960"/>
              <a:gd name="connsiteY45509" fmla="*/ 4202240 h 5143785"/>
              <a:gd name="connsiteX45510" fmla="*/ 2703290 w 3114960"/>
              <a:gd name="connsiteY45510" fmla="*/ 4201478 h 5143785"/>
              <a:gd name="connsiteX45511" fmla="*/ 2648045 w 3114960"/>
              <a:gd name="connsiteY45511" fmla="*/ 4256056 h 5143785"/>
              <a:gd name="connsiteX45512" fmla="*/ 2648045 w 3114960"/>
              <a:gd name="connsiteY45512" fmla="*/ 4256056 h 5143785"/>
              <a:gd name="connsiteX45513" fmla="*/ 2643473 w 3114960"/>
              <a:gd name="connsiteY45513" fmla="*/ 4257294 h 5143785"/>
              <a:gd name="connsiteX45514" fmla="*/ 2639378 w 3114960"/>
              <a:gd name="connsiteY45514" fmla="*/ 4254913 h 5143785"/>
              <a:gd name="connsiteX45515" fmla="*/ 2640616 w 3114960"/>
              <a:gd name="connsiteY45515" fmla="*/ 4246245 h 5143785"/>
              <a:gd name="connsiteX45516" fmla="*/ 2644330 w 3114960"/>
              <a:gd name="connsiteY45516" fmla="*/ 4245007 h 5143785"/>
              <a:gd name="connsiteX45517" fmla="*/ 2645188 w 3114960"/>
              <a:gd name="connsiteY45517" fmla="*/ 4245007 h 5143785"/>
              <a:gd name="connsiteX45518" fmla="*/ 2649284 w 3114960"/>
              <a:gd name="connsiteY45518" fmla="*/ 4247388 h 5143785"/>
              <a:gd name="connsiteX45519" fmla="*/ 2650522 w 3114960"/>
              <a:gd name="connsiteY45519" fmla="*/ 4251960 h 5143785"/>
              <a:gd name="connsiteX45520" fmla="*/ 2648141 w 3114960"/>
              <a:gd name="connsiteY45520" fmla="*/ 4256056 h 5143785"/>
              <a:gd name="connsiteX45521" fmla="*/ 538829 w 3114960"/>
              <a:gd name="connsiteY45521" fmla="*/ 1470565 h 5143785"/>
              <a:gd name="connsiteX45522" fmla="*/ 526447 w 3114960"/>
              <a:gd name="connsiteY45522" fmla="*/ 1482947 h 5143785"/>
              <a:gd name="connsiteX45523" fmla="*/ 538829 w 3114960"/>
              <a:gd name="connsiteY45523" fmla="*/ 1495330 h 5143785"/>
              <a:gd name="connsiteX45524" fmla="*/ 545878 w 3114960"/>
              <a:gd name="connsiteY45524" fmla="*/ 1492853 h 5143785"/>
              <a:gd name="connsiteX45525" fmla="*/ 556355 w 3114960"/>
              <a:gd name="connsiteY45525" fmla="*/ 1504474 h 5143785"/>
              <a:gd name="connsiteX45526" fmla="*/ 555689 w 3114960"/>
              <a:gd name="connsiteY45526" fmla="*/ 1692497 h 5143785"/>
              <a:gd name="connsiteX45527" fmla="*/ 555689 w 3114960"/>
              <a:gd name="connsiteY45527" fmla="*/ 1693450 h 5143785"/>
              <a:gd name="connsiteX45528" fmla="*/ 606266 w 3114960"/>
              <a:gd name="connsiteY45528" fmla="*/ 1749647 h 5143785"/>
              <a:gd name="connsiteX45529" fmla="*/ 603314 w 3114960"/>
              <a:gd name="connsiteY45529" fmla="*/ 1756886 h 5143785"/>
              <a:gd name="connsiteX45530" fmla="*/ 613315 w 3114960"/>
              <a:gd name="connsiteY45530" fmla="*/ 1767364 h 5143785"/>
              <a:gd name="connsiteX45531" fmla="*/ 613315 w 3114960"/>
              <a:gd name="connsiteY45531" fmla="*/ 1777841 h 5143785"/>
              <a:gd name="connsiteX45532" fmla="*/ 515303 w 3114960"/>
              <a:gd name="connsiteY45532" fmla="*/ 1881569 h 5143785"/>
              <a:gd name="connsiteX45533" fmla="*/ 515303 w 3114960"/>
              <a:gd name="connsiteY45533" fmla="*/ 1917192 h 5143785"/>
              <a:gd name="connsiteX45534" fmla="*/ 505587 w 3114960"/>
              <a:gd name="connsiteY45534" fmla="*/ 1917192 h 5143785"/>
              <a:gd name="connsiteX45535" fmla="*/ 498729 w 3114960"/>
              <a:gd name="connsiteY45535" fmla="*/ 1924050 h 5143785"/>
              <a:gd name="connsiteX45536" fmla="*/ 498729 w 3114960"/>
              <a:gd name="connsiteY45536" fmla="*/ 1933956 h 5143785"/>
              <a:gd name="connsiteX45537" fmla="*/ 505587 w 3114960"/>
              <a:gd name="connsiteY45537" fmla="*/ 1940814 h 5143785"/>
              <a:gd name="connsiteX45538" fmla="*/ 529685 w 3114960"/>
              <a:gd name="connsiteY45538" fmla="*/ 1940814 h 5143785"/>
              <a:gd name="connsiteX45539" fmla="*/ 536543 w 3114960"/>
              <a:gd name="connsiteY45539" fmla="*/ 1933956 h 5143785"/>
              <a:gd name="connsiteX45540" fmla="*/ 536543 w 3114960"/>
              <a:gd name="connsiteY45540" fmla="*/ 1924050 h 5143785"/>
              <a:gd name="connsiteX45541" fmla="*/ 529685 w 3114960"/>
              <a:gd name="connsiteY45541" fmla="*/ 1917192 h 5143785"/>
              <a:gd name="connsiteX45542" fmla="*/ 519970 w 3114960"/>
              <a:gd name="connsiteY45542" fmla="*/ 1917192 h 5143785"/>
              <a:gd name="connsiteX45543" fmla="*/ 519970 w 3114960"/>
              <a:gd name="connsiteY45543" fmla="*/ 1883474 h 5143785"/>
              <a:gd name="connsiteX45544" fmla="*/ 617982 w 3114960"/>
              <a:gd name="connsiteY45544" fmla="*/ 1779746 h 5143785"/>
              <a:gd name="connsiteX45545" fmla="*/ 617982 w 3114960"/>
              <a:gd name="connsiteY45545" fmla="*/ 1766602 h 5143785"/>
              <a:gd name="connsiteX45546" fmla="*/ 624364 w 3114960"/>
              <a:gd name="connsiteY45546" fmla="*/ 1756886 h 5143785"/>
              <a:gd name="connsiteX45547" fmla="*/ 613791 w 3114960"/>
              <a:gd name="connsiteY45547" fmla="*/ 1746314 h 5143785"/>
              <a:gd name="connsiteX45548" fmla="*/ 610172 w 3114960"/>
              <a:gd name="connsiteY45548" fmla="*/ 1747076 h 5143785"/>
              <a:gd name="connsiteX45549" fmla="*/ 560356 w 3114960"/>
              <a:gd name="connsiteY45549" fmla="*/ 1691735 h 5143785"/>
              <a:gd name="connsiteX45550" fmla="*/ 561023 w 3114960"/>
              <a:gd name="connsiteY45550" fmla="*/ 1503712 h 5143785"/>
              <a:gd name="connsiteX45551" fmla="*/ 561023 w 3114960"/>
              <a:gd name="connsiteY45551" fmla="*/ 1502759 h 5143785"/>
              <a:gd name="connsiteX45552" fmla="*/ 549021 w 3114960"/>
              <a:gd name="connsiteY45552" fmla="*/ 1489520 h 5143785"/>
              <a:gd name="connsiteX45553" fmla="*/ 551117 w 3114960"/>
              <a:gd name="connsiteY45553" fmla="*/ 1483138 h 5143785"/>
              <a:gd name="connsiteX45554" fmla="*/ 538734 w 3114960"/>
              <a:gd name="connsiteY45554" fmla="*/ 1470755 h 5143785"/>
              <a:gd name="connsiteX45555" fmla="*/ 538829 w 3114960"/>
              <a:gd name="connsiteY45555" fmla="*/ 1490663 h 5143785"/>
              <a:gd name="connsiteX45556" fmla="*/ 531209 w 3114960"/>
              <a:gd name="connsiteY45556" fmla="*/ 1483043 h 5143785"/>
              <a:gd name="connsiteX45557" fmla="*/ 538829 w 3114960"/>
              <a:gd name="connsiteY45557" fmla="*/ 1475423 h 5143785"/>
              <a:gd name="connsiteX45558" fmla="*/ 546449 w 3114960"/>
              <a:gd name="connsiteY45558" fmla="*/ 1483043 h 5143785"/>
              <a:gd name="connsiteX45559" fmla="*/ 538829 w 3114960"/>
              <a:gd name="connsiteY45559" fmla="*/ 1490663 h 5143785"/>
              <a:gd name="connsiteX45560" fmla="*/ 529781 w 3114960"/>
              <a:gd name="connsiteY45560" fmla="*/ 1921859 h 5143785"/>
              <a:gd name="connsiteX45561" fmla="*/ 531876 w 3114960"/>
              <a:gd name="connsiteY45561" fmla="*/ 1923955 h 5143785"/>
              <a:gd name="connsiteX45562" fmla="*/ 531876 w 3114960"/>
              <a:gd name="connsiteY45562" fmla="*/ 1933861 h 5143785"/>
              <a:gd name="connsiteX45563" fmla="*/ 529781 w 3114960"/>
              <a:gd name="connsiteY45563" fmla="*/ 1935956 h 5143785"/>
              <a:gd name="connsiteX45564" fmla="*/ 505682 w 3114960"/>
              <a:gd name="connsiteY45564" fmla="*/ 1935956 h 5143785"/>
              <a:gd name="connsiteX45565" fmla="*/ 503587 w 3114960"/>
              <a:gd name="connsiteY45565" fmla="*/ 1933861 h 5143785"/>
              <a:gd name="connsiteX45566" fmla="*/ 503587 w 3114960"/>
              <a:gd name="connsiteY45566" fmla="*/ 1923955 h 5143785"/>
              <a:gd name="connsiteX45567" fmla="*/ 505682 w 3114960"/>
              <a:gd name="connsiteY45567" fmla="*/ 1921859 h 5143785"/>
              <a:gd name="connsiteX45568" fmla="*/ 529781 w 3114960"/>
              <a:gd name="connsiteY45568" fmla="*/ 1921859 h 5143785"/>
              <a:gd name="connsiteX45569" fmla="*/ 613982 w 3114960"/>
              <a:gd name="connsiteY45569" fmla="*/ 1750981 h 5143785"/>
              <a:gd name="connsiteX45570" fmla="*/ 619792 w 3114960"/>
              <a:gd name="connsiteY45570" fmla="*/ 1756791 h 5143785"/>
              <a:gd name="connsiteX45571" fmla="*/ 613982 w 3114960"/>
              <a:gd name="connsiteY45571" fmla="*/ 1762601 h 5143785"/>
              <a:gd name="connsiteX45572" fmla="*/ 608171 w 3114960"/>
              <a:gd name="connsiteY45572" fmla="*/ 1756791 h 5143785"/>
              <a:gd name="connsiteX45573" fmla="*/ 613982 w 3114960"/>
              <a:gd name="connsiteY45573" fmla="*/ 1750981 h 5143785"/>
              <a:gd name="connsiteX45574" fmla="*/ 2176748 w 3114960"/>
              <a:gd name="connsiteY45574" fmla="*/ 3154013 h 5143785"/>
              <a:gd name="connsiteX45575" fmla="*/ 2147411 w 3114960"/>
              <a:gd name="connsiteY45575" fmla="*/ 3154013 h 5143785"/>
              <a:gd name="connsiteX45576" fmla="*/ 2145030 w 3114960"/>
              <a:gd name="connsiteY45576" fmla="*/ 3156395 h 5143785"/>
              <a:gd name="connsiteX45577" fmla="*/ 2145030 w 3114960"/>
              <a:gd name="connsiteY45577" fmla="*/ 3185732 h 5143785"/>
              <a:gd name="connsiteX45578" fmla="*/ 2147411 w 3114960"/>
              <a:gd name="connsiteY45578" fmla="*/ 3188113 h 5143785"/>
              <a:gd name="connsiteX45579" fmla="*/ 2176748 w 3114960"/>
              <a:gd name="connsiteY45579" fmla="*/ 3188113 h 5143785"/>
              <a:gd name="connsiteX45580" fmla="*/ 2179130 w 3114960"/>
              <a:gd name="connsiteY45580" fmla="*/ 3185732 h 5143785"/>
              <a:gd name="connsiteX45581" fmla="*/ 2179130 w 3114960"/>
              <a:gd name="connsiteY45581" fmla="*/ 3156395 h 5143785"/>
              <a:gd name="connsiteX45582" fmla="*/ 2176748 w 3114960"/>
              <a:gd name="connsiteY45582" fmla="*/ 3154013 h 5143785"/>
              <a:gd name="connsiteX45583" fmla="*/ 2174367 w 3114960"/>
              <a:gd name="connsiteY45583" fmla="*/ 3183350 h 5143785"/>
              <a:gd name="connsiteX45584" fmla="*/ 2149793 w 3114960"/>
              <a:gd name="connsiteY45584" fmla="*/ 3183350 h 5143785"/>
              <a:gd name="connsiteX45585" fmla="*/ 2149793 w 3114960"/>
              <a:gd name="connsiteY45585" fmla="*/ 3158776 h 5143785"/>
              <a:gd name="connsiteX45586" fmla="*/ 2174367 w 3114960"/>
              <a:gd name="connsiteY45586" fmla="*/ 3158776 h 5143785"/>
              <a:gd name="connsiteX45587" fmla="*/ 2174367 w 3114960"/>
              <a:gd name="connsiteY45587" fmla="*/ 3183350 h 5143785"/>
              <a:gd name="connsiteX45588" fmla="*/ 2200370 w 3114960"/>
              <a:gd name="connsiteY45588" fmla="*/ 3371755 h 5143785"/>
              <a:gd name="connsiteX45589" fmla="*/ 2205133 w 3114960"/>
              <a:gd name="connsiteY45589" fmla="*/ 3371755 h 5143785"/>
              <a:gd name="connsiteX45590" fmla="*/ 2205133 w 3114960"/>
              <a:gd name="connsiteY45590" fmla="*/ 3388995 h 5143785"/>
              <a:gd name="connsiteX45591" fmla="*/ 2200370 w 3114960"/>
              <a:gd name="connsiteY45591" fmla="*/ 3388995 h 5143785"/>
              <a:gd name="connsiteX45592" fmla="*/ 2200370 w 3114960"/>
              <a:gd name="connsiteY45592" fmla="*/ 3371755 h 5143785"/>
              <a:gd name="connsiteX45593" fmla="*/ 2268855 w 3114960"/>
              <a:gd name="connsiteY45593" fmla="*/ 3861149 h 5143785"/>
              <a:gd name="connsiteX45594" fmla="*/ 2288000 w 3114960"/>
              <a:gd name="connsiteY45594" fmla="*/ 3866007 h 5143785"/>
              <a:gd name="connsiteX45595" fmla="*/ 2304955 w 3114960"/>
              <a:gd name="connsiteY45595" fmla="*/ 3855815 h 5143785"/>
              <a:gd name="connsiteX45596" fmla="*/ 2310003 w 3114960"/>
              <a:gd name="connsiteY45596" fmla="*/ 3841813 h 5143785"/>
              <a:gd name="connsiteX45597" fmla="*/ 2310003 w 3114960"/>
              <a:gd name="connsiteY45597" fmla="*/ 3842957 h 5143785"/>
              <a:gd name="connsiteX45598" fmla="*/ 2342388 w 3114960"/>
              <a:gd name="connsiteY45598" fmla="*/ 3843147 h 5143785"/>
              <a:gd name="connsiteX45599" fmla="*/ 2361152 w 3114960"/>
              <a:gd name="connsiteY45599" fmla="*/ 3866960 h 5143785"/>
              <a:gd name="connsiteX45600" fmla="*/ 2545652 w 3114960"/>
              <a:gd name="connsiteY45600" fmla="*/ 3867722 h 5143785"/>
              <a:gd name="connsiteX45601" fmla="*/ 2652046 w 3114960"/>
              <a:gd name="connsiteY45601" fmla="*/ 3966210 h 5143785"/>
              <a:gd name="connsiteX45602" fmla="*/ 2665095 w 3114960"/>
              <a:gd name="connsiteY45602" fmla="*/ 3965734 h 5143785"/>
              <a:gd name="connsiteX45603" fmla="*/ 2698337 w 3114960"/>
              <a:gd name="connsiteY45603" fmla="*/ 3998405 h 5143785"/>
              <a:gd name="connsiteX45604" fmla="*/ 2698337 w 3114960"/>
              <a:gd name="connsiteY45604" fmla="*/ 4049173 h 5143785"/>
              <a:gd name="connsiteX45605" fmla="*/ 2695861 w 3114960"/>
              <a:gd name="connsiteY45605" fmla="*/ 4049744 h 5143785"/>
              <a:gd name="connsiteX45606" fmla="*/ 2689955 w 3114960"/>
              <a:gd name="connsiteY45606" fmla="*/ 4065365 h 5143785"/>
              <a:gd name="connsiteX45607" fmla="*/ 2696528 w 3114960"/>
              <a:gd name="connsiteY45607" fmla="*/ 4071557 h 5143785"/>
              <a:gd name="connsiteX45608" fmla="*/ 2700719 w 3114960"/>
              <a:gd name="connsiteY45608" fmla="*/ 4072319 h 5143785"/>
              <a:gd name="connsiteX45609" fmla="*/ 2705576 w 3114960"/>
              <a:gd name="connsiteY45609" fmla="*/ 4071271 h 5143785"/>
              <a:gd name="connsiteX45610" fmla="*/ 2711768 w 3114960"/>
              <a:gd name="connsiteY45610" fmla="*/ 4064699 h 5143785"/>
              <a:gd name="connsiteX45611" fmla="*/ 2711482 w 3114960"/>
              <a:gd name="connsiteY45611" fmla="*/ 4055650 h 5143785"/>
              <a:gd name="connsiteX45612" fmla="*/ 2704910 w 3114960"/>
              <a:gd name="connsiteY45612" fmla="*/ 4049459 h 5143785"/>
              <a:gd name="connsiteX45613" fmla="*/ 2703100 w 3114960"/>
              <a:gd name="connsiteY45613" fmla="*/ 4049173 h 5143785"/>
              <a:gd name="connsiteX45614" fmla="*/ 2703100 w 3114960"/>
              <a:gd name="connsiteY45614" fmla="*/ 3996404 h 5143785"/>
              <a:gd name="connsiteX45615" fmla="*/ 2666905 w 3114960"/>
              <a:gd name="connsiteY45615" fmla="*/ 3960876 h 5143785"/>
              <a:gd name="connsiteX45616" fmla="*/ 2653760 w 3114960"/>
              <a:gd name="connsiteY45616" fmla="*/ 3961352 h 5143785"/>
              <a:gd name="connsiteX45617" fmla="*/ 2548128 w 3114960"/>
              <a:gd name="connsiteY45617" fmla="*/ 3863530 h 5143785"/>
              <a:gd name="connsiteX45618" fmla="*/ 2547461 w 3114960"/>
              <a:gd name="connsiteY45618" fmla="*/ 3862864 h 5143785"/>
              <a:gd name="connsiteX45619" fmla="*/ 2363438 w 3114960"/>
              <a:gd name="connsiteY45619" fmla="*/ 3862102 h 5143785"/>
              <a:gd name="connsiteX45620" fmla="*/ 2344674 w 3114960"/>
              <a:gd name="connsiteY45620" fmla="*/ 3838289 h 5143785"/>
              <a:gd name="connsiteX45621" fmla="*/ 2310003 w 3114960"/>
              <a:gd name="connsiteY45621" fmla="*/ 3838099 h 5143785"/>
              <a:gd name="connsiteX45622" fmla="*/ 2310003 w 3114960"/>
              <a:gd name="connsiteY45622" fmla="*/ 3841433 h 5143785"/>
              <a:gd name="connsiteX45623" fmla="*/ 2309717 w 3114960"/>
              <a:gd name="connsiteY45623" fmla="*/ 3836480 h 5143785"/>
              <a:gd name="connsiteX45624" fmla="*/ 2299526 w 3114960"/>
              <a:gd name="connsiteY45624" fmla="*/ 3819525 h 5143785"/>
              <a:gd name="connsiteX45625" fmla="*/ 2284286 w 3114960"/>
              <a:gd name="connsiteY45625" fmla="*/ 3814382 h 5143785"/>
              <a:gd name="connsiteX45626" fmla="*/ 2263331 w 3114960"/>
              <a:gd name="connsiteY45626" fmla="*/ 3824764 h 5143785"/>
              <a:gd name="connsiteX45627" fmla="*/ 2258473 w 3114960"/>
              <a:gd name="connsiteY45627" fmla="*/ 3843909 h 5143785"/>
              <a:gd name="connsiteX45628" fmla="*/ 2268665 w 3114960"/>
              <a:gd name="connsiteY45628" fmla="*/ 3860863 h 5143785"/>
              <a:gd name="connsiteX45629" fmla="*/ 2707291 w 3114960"/>
              <a:gd name="connsiteY45629" fmla="*/ 4057650 h 5143785"/>
              <a:gd name="connsiteX45630" fmla="*/ 2707481 w 3114960"/>
              <a:gd name="connsiteY45630" fmla="*/ 4063079 h 5143785"/>
              <a:gd name="connsiteX45631" fmla="*/ 2703767 w 3114960"/>
              <a:gd name="connsiteY45631" fmla="*/ 4067080 h 5143785"/>
              <a:gd name="connsiteX45632" fmla="*/ 2698337 w 3114960"/>
              <a:gd name="connsiteY45632" fmla="*/ 4067270 h 5143785"/>
              <a:gd name="connsiteX45633" fmla="*/ 2694432 w 3114960"/>
              <a:gd name="connsiteY45633" fmla="*/ 4063555 h 5143785"/>
              <a:gd name="connsiteX45634" fmla="*/ 2697956 w 3114960"/>
              <a:gd name="connsiteY45634" fmla="*/ 4054221 h 5143785"/>
              <a:gd name="connsiteX45635" fmla="*/ 2700814 w 3114960"/>
              <a:gd name="connsiteY45635" fmla="*/ 4053554 h 5143785"/>
              <a:gd name="connsiteX45636" fmla="*/ 2707291 w 3114960"/>
              <a:gd name="connsiteY45636" fmla="*/ 4057745 h 5143785"/>
              <a:gd name="connsiteX45637" fmla="*/ 2267331 w 3114960"/>
              <a:gd name="connsiteY45637" fmla="*/ 3827812 h 5143785"/>
              <a:gd name="connsiteX45638" fmla="*/ 2281142 w 3114960"/>
              <a:gd name="connsiteY45638" fmla="*/ 3819525 h 5143785"/>
              <a:gd name="connsiteX45639" fmla="*/ 2296763 w 3114960"/>
              <a:gd name="connsiteY45639" fmla="*/ 3823430 h 5143785"/>
              <a:gd name="connsiteX45640" fmla="*/ 2305050 w 3114960"/>
              <a:gd name="connsiteY45640" fmla="*/ 3837242 h 5143785"/>
              <a:gd name="connsiteX45641" fmla="*/ 2301145 w 3114960"/>
              <a:gd name="connsiteY45641" fmla="*/ 3852863 h 5143785"/>
              <a:gd name="connsiteX45642" fmla="*/ 2301145 w 3114960"/>
              <a:gd name="connsiteY45642" fmla="*/ 3852863 h 5143785"/>
              <a:gd name="connsiteX45643" fmla="*/ 2287334 w 3114960"/>
              <a:gd name="connsiteY45643" fmla="*/ 3861149 h 5143785"/>
              <a:gd name="connsiteX45644" fmla="*/ 2284095 w 3114960"/>
              <a:gd name="connsiteY45644" fmla="*/ 3861340 h 5143785"/>
              <a:gd name="connsiteX45645" fmla="*/ 2271713 w 3114960"/>
              <a:gd name="connsiteY45645" fmla="*/ 3857149 h 5143785"/>
              <a:gd name="connsiteX45646" fmla="*/ 2263426 w 3114960"/>
              <a:gd name="connsiteY45646" fmla="*/ 3843338 h 5143785"/>
              <a:gd name="connsiteX45647" fmla="*/ 2267331 w 3114960"/>
              <a:gd name="connsiteY45647" fmla="*/ 3827717 h 5143785"/>
              <a:gd name="connsiteX45648" fmla="*/ 2129981 w 3114960"/>
              <a:gd name="connsiteY45648" fmla="*/ 3154013 h 5143785"/>
              <a:gd name="connsiteX45649" fmla="*/ 2100644 w 3114960"/>
              <a:gd name="connsiteY45649" fmla="*/ 3154013 h 5143785"/>
              <a:gd name="connsiteX45650" fmla="*/ 2098262 w 3114960"/>
              <a:gd name="connsiteY45650" fmla="*/ 3156395 h 5143785"/>
              <a:gd name="connsiteX45651" fmla="*/ 2098262 w 3114960"/>
              <a:gd name="connsiteY45651" fmla="*/ 3185732 h 5143785"/>
              <a:gd name="connsiteX45652" fmla="*/ 2100644 w 3114960"/>
              <a:gd name="connsiteY45652" fmla="*/ 3188113 h 5143785"/>
              <a:gd name="connsiteX45653" fmla="*/ 2129981 w 3114960"/>
              <a:gd name="connsiteY45653" fmla="*/ 3188113 h 5143785"/>
              <a:gd name="connsiteX45654" fmla="*/ 2132362 w 3114960"/>
              <a:gd name="connsiteY45654" fmla="*/ 3185732 h 5143785"/>
              <a:gd name="connsiteX45655" fmla="*/ 2132362 w 3114960"/>
              <a:gd name="connsiteY45655" fmla="*/ 3156395 h 5143785"/>
              <a:gd name="connsiteX45656" fmla="*/ 2129981 w 3114960"/>
              <a:gd name="connsiteY45656" fmla="*/ 3154013 h 5143785"/>
              <a:gd name="connsiteX45657" fmla="*/ 2127599 w 3114960"/>
              <a:gd name="connsiteY45657" fmla="*/ 3183350 h 5143785"/>
              <a:gd name="connsiteX45658" fmla="*/ 2103025 w 3114960"/>
              <a:gd name="connsiteY45658" fmla="*/ 3183350 h 5143785"/>
              <a:gd name="connsiteX45659" fmla="*/ 2103025 w 3114960"/>
              <a:gd name="connsiteY45659" fmla="*/ 3158776 h 5143785"/>
              <a:gd name="connsiteX45660" fmla="*/ 2127599 w 3114960"/>
              <a:gd name="connsiteY45660" fmla="*/ 3158776 h 5143785"/>
              <a:gd name="connsiteX45661" fmla="*/ 2127599 w 3114960"/>
              <a:gd name="connsiteY45661" fmla="*/ 3183350 h 5143785"/>
              <a:gd name="connsiteX45662" fmla="*/ 240316 w 3114960"/>
              <a:gd name="connsiteY45662" fmla="*/ 2395919 h 5143785"/>
              <a:gd name="connsiteX45663" fmla="*/ 240316 w 3114960"/>
              <a:gd name="connsiteY45663" fmla="*/ 2473071 h 5143785"/>
              <a:gd name="connsiteX45664" fmla="*/ 245555 w 3114960"/>
              <a:gd name="connsiteY45664" fmla="*/ 2476500 h 5143785"/>
              <a:gd name="connsiteX45665" fmla="*/ 247174 w 3114960"/>
              <a:gd name="connsiteY45665" fmla="*/ 2483739 h 5143785"/>
              <a:gd name="connsiteX45666" fmla="*/ 243078 w 3114960"/>
              <a:gd name="connsiteY45666" fmla="*/ 2490026 h 5143785"/>
              <a:gd name="connsiteX45667" fmla="*/ 229553 w 3114960"/>
              <a:gd name="connsiteY45667" fmla="*/ 2487644 h 5143785"/>
              <a:gd name="connsiteX45668" fmla="*/ 227933 w 3114960"/>
              <a:gd name="connsiteY45668" fmla="*/ 2480405 h 5143785"/>
              <a:gd name="connsiteX45669" fmla="*/ 232029 w 3114960"/>
              <a:gd name="connsiteY45669" fmla="*/ 2474119 h 5143785"/>
              <a:gd name="connsiteX45670" fmla="*/ 235363 w 3114960"/>
              <a:gd name="connsiteY45670" fmla="*/ 2472785 h 5143785"/>
              <a:gd name="connsiteX45671" fmla="*/ 235363 w 3114960"/>
              <a:gd name="connsiteY45671" fmla="*/ 2398300 h 5143785"/>
              <a:gd name="connsiteX45672" fmla="*/ 150971 w 3114960"/>
              <a:gd name="connsiteY45672" fmla="*/ 2398300 h 5143785"/>
              <a:gd name="connsiteX45673" fmla="*/ 147352 w 3114960"/>
              <a:gd name="connsiteY45673" fmla="*/ 2403348 h 5143785"/>
              <a:gd name="connsiteX45674" fmla="*/ 133826 w 3114960"/>
              <a:gd name="connsiteY45674" fmla="*/ 2400967 h 5143785"/>
              <a:gd name="connsiteX45675" fmla="*/ 132207 w 3114960"/>
              <a:gd name="connsiteY45675" fmla="*/ 2393728 h 5143785"/>
              <a:gd name="connsiteX45676" fmla="*/ 136303 w 3114960"/>
              <a:gd name="connsiteY45676" fmla="*/ 2387441 h 5143785"/>
              <a:gd name="connsiteX45677" fmla="*/ 141827 w 3114960"/>
              <a:gd name="connsiteY45677" fmla="*/ 2385822 h 5143785"/>
              <a:gd name="connsiteX45678" fmla="*/ 149828 w 3114960"/>
              <a:gd name="connsiteY45678" fmla="*/ 2389918 h 5143785"/>
              <a:gd name="connsiteX45679" fmla="*/ 151448 w 3114960"/>
              <a:gd name="connsiteY45679" fmla="*/ 2393728 h 5143785"/>
              <a:gd name="connsiteX45680" fmla="*/ 237935 w 3114960"/>
              <a:gd name="connsiteY45680" fmla="*/ 2393728 h 5143785"/>
              <a:gd name="connsiteX45681" fmla="*/ 239649 w 3114960"/>
              <a:gd name="connsiteY45681" fmla="*/ 2394395 h 5143785"/>
              <a:gd name="connsiteX45682" fmla="*/ 240316 w 3114960"/>
              <a:gd name="connsiteY45682" fmla="*/ 2396109 h 5143785"/>
              <a:gd name="connsiteX45683" fmla="*/ 2191893 w 3114960"/>
              <a:gd name="connsiteY45683" fmla="*/ 3453955 h 5143785"/>
              <a:gd name="connsiteX45684" fmla="*/ 2191893 w 3114960"/>
              <a:gd name="connsiteY45684" fmla="*/ 3462052 h 5143785"/>
              <a:gd name="connsiteX45685" fmla="*/ 2198751 w 3114960"/>
              <a:gd name="connsiteY45685" fmla="*/ 3468910 h 5143785"/>
              <a:gd name="connsiteX45686" fmla="*/ 2206847 w 3114960"/>
              <a:gd name="connsiteY45686" fmla="*/ 3468910 h 5143785"/>
              <a:gd name="connsiteX45687" fmla="*/ 2213705 w 3114960"/>
              <a:gd name="connsiteY45687" fmla="*/ 3462052 h 5143785"/>
              <a:gd name="connsiteX45688" fmla="*/ 2213705 w 3114960"/>
              <a:gd name="connsiteY45688" fmla="*/ 3453955 h 5143785"/>
              <a:gd name="connsiteX45689" fmla="*/ 2206847 w 3114960"/>
              <a:gd name="connsiteY45689" fmla="*/ 3447098 h 5143785"/>
              <a:gd name="connsiteX45690" fmla="*/ 2205228 w 3114960"/>
              <a:gd name="connsiteY45690" fmla="*/ 3447098 h 5143785"/>
              <a:gd name="connsiteX45691" fmla="*/ 2205228 w 3114960"/>
              <a:gd name="connsiteY45691" fmla="*/ 3440525 h 5143785"/>
              <a:gd name="connsiteX45692" fmla="*/ 2200466 w 3114960"/>
              <a:gd name="connsiteY45692" fmla="*/ 3440525 h 5143785"/>
              <a:gd name="connsiteX45693" fmla="*/ 2200466 w 3114960"/>
              <a:gd name="connsiteY45693" fmla="*/ 3447098 h 5143785"/>
              <a:gd name="connsiteX45694" fmla="*/ 2198751 w 3114960"/>
              <a:gd name="connsiteY45694" fmla="*/ 3447098 h 5143785"/>
              <a:gd name="connsiteX45695" fmla="*/ 2191893 w 3114960"/>
              <a:gd name="connsiteY45695" fmla="*/ 3453955 h 5143785"/>
              <a:gd name="connsiteX45696" fmla="*/ 2206752 w 3114960"/>
              <a:gd name="connsiteY45696" fmla="*/ 3451955 h 5143785"/>
              <a:gd name="connsiteX45697" fmla="*/ 2208848 w 3114960"/>
              <a:gd name="connsiteY45697" fmla="*/ 3454051 h 5143785"/>
              <a:gd name="connsiteX45698" fmla="*/ 2208848 w 3114960"/>
              <a:gd name="connsiteY45698" fmla="*/ 3462147 h 5143785"/>
              <a:gd name="connsiteX45699" fmla="*/ 2206752 w 3114960"/>
              <a:gd name="connsiteY45699" fmla="*/ 3464243 h 5143785"/>
              <a:gd name="connsiteX45700" fmla="*/ 2198656 w 3114960"/>
              <a:gd name="connsiteY45700" fmla="*/ 3464243 h 5143785"/>
              <a:gd name="connsiteX45701" fmla="*/ 2196560 w 3114960"/>
              <a:gd name="connsiteY45701" fmla="*/ 3462147 h 5143785"/>
              <a:gd name="connsiteX45702" fmla="*/ 2196560 w 3114960"/>
              <a:gd name="connsiteY45702" fmla="*/ 3454051 h 5143785"/>
              <a:gd name="connsiteX45703" fmla="*/ 2198656 w 3114960"/>
              <a:gd name="connsiteY45703" fmla="*/ 3451955 h 5143785"/>
              <a:gd name="connsiteX45704" fmla="*/ 2206752 w 3114960"/>
              <a:gd name="connsiteY45704" fmla="*/ 3451955 h 5143785"/>
              <a:gd name="connsiteX45705" fmla="*/ 2205133 w 3114960"/>
              <a:gd name="connsiteY45705" fmla="*/ 3320129 h 5143785"/>
              <a:gd name="connsiteX45706" fmla="*/ 2200370 w 3114960"/>
              <a:gd name="connsiteY45706" fmla="*/ 3320129 h 5143785"/>
              <a:gd name="connsiteX45707" fmla="*/ 2200370 w 3114960"/>
              <a:gd name="connsiteY45707" fmla="*/ 3302889 h 5143785"/>
              <a:gd name="connsiteX45708" fmla="*/ 2205133 w 3114960"/>
              <a:gd name="connsiteY45708" fmla="*/ 3302889 h 5143785"/>
              <a:gd name="connsiteX45709" fmla="*/ 2205133 w 3114960"/>
              <a:gd name="connsiteY45709" fmla="*/ 3320129 h 5143785"/>
              <a:gd name="connsiteX45710" fmla="*/ 2205133 w 3114960"/>
              <a:gd name="connsiteY45710" fmla="*/ 3406235 h 5143785"/>
              <a:gd name="connsiteX45711" fmla="*/ 2205133 w 3114960"/>
              <a:gd name="connsiteY45711" fmla="*/ 3423476 h 5143785"/>
              <a:gd name="connsiteX45712" fmla="*/ 2200370 w 3114960"/>
              <a:gd name="connsiteY45712" fmla="*/ 3423476 h 5143785"/>
              <a:gd name="connsiteX45713" fmla="*/ 2200370 w 3114960"/>
              <a:gd name="connsiteY45713" fmla="*/ 3406235 h 5143785"/>
              <a:gd name="connsiteX45714" fmla="*/ 2205133 w 3114960"/>
              <a:gd name="connsiteY45714" fmla="*/ 3406235 h 5143785"/>
              <a:gd name="connsiteX45715" fmla="*/ 2200370 w 3114960"/>
              <a:gd name="connsiteY45715" fmla="*/ 3337370 h 5143785"/>
              <a:gd name="connsiteX45716" fmla="*/ 2205133 w 3114960"/>
              <a:gd name="connsiteY45716" fmla="*/ 3337370 h 5143785"/>
              <a:gd name="connsiteX45717" fmla="*/ 2205133 w 3114960"/>
              <a:gd name="connsiteY45717" fmla="*/ 3354610 h 5143785"/>
              <a:gd name="connsiteX45718" fmla="*/ 2200370 w 3114960"/>
              <a:gd name="connsiteY45718" fmla="*/ 3354610 h 5143785"/>
              <a:gd name="connsiteX45719" fmla="*/ 2200370 w 3114960"/>
              <a:gd name="connsiteY45719" fmla="*/ 3337370 h 5143785"/>
              <a:gd name="connsiteX45720" fmla="*/ 2205133 w 3114960"/>
              <a:gd name="connsiteY45720" fmla="*/ 3268504 h 5143785"/>
              <a:gd name="connsiteX45721" fmla="*/ 2205133 w 3114960"/>
              <a:gd name="connsiteY45721" fmla="*/ 3285744 h 5143785"/>
              <a:gd name="connsiteX45722" fmla="*/ 2200370 w 3114960"/>
              <a:gd name="connsiteY45722" fmla="*/ 3285744 h 5143785"/>
              <a:gd name="connsiteX45723" fmla="*/ 2200370 w 3114960"/>
              <a:gd name="connsiteY45723" fmla="*/ 3268504 h 5143785"/>
              <a:gd name="connsiteX45724" fmla="*/ 2205133 w 3114960"/>
              <a:gd name="connsiteY45724" fmla="*/ 3268504 h 5143785"/>
              <a:gd name="connsiteX45725" fmla="*/ 2440591 w 3114960"/>
              <a:gd name="connsiteY45725" fmla="*/ 4178903 h 5143785"/>
              <a:gd name="connsiteX45726" fmla="*/ 2445734 w 3114960"/>
              <a:gd name="connsiteY45726" fmla="*/ 4177475 h 5143785"/>
              <a:gd name="connsiteX45727" fmla="*/ 2498503 w 3114960"/>
              <a:gd name="connsiteY45727" fmla="*/ 4227767 h 5143785"/>
              <a:gd name="connsiteX45728" fmla="*/ 2563082 w 3114960"/>
              <a:gd name="connsiteY45728" fmla="*/ 4227767 h 5143785"/>
              <a:gd name="connsiteX45729" fmla="*/ 2563082 w 3114960"/>
              <a:gd name="connsiteY45729" fmla="*/ 4230338 h 5143785"/>
              <a:gd name="connsiteX45730" fmla="*/ 2566988 w 3114960"/>
              <a:gd name="connsiteY45730" fmla="*/ 4234244 h 5143785"/>
              <a:gd name="connsiteX45731" fmla="*/ 2576894 w 3114960"/>
              <a:gd name="connsiteY45731" fmla="*/ 4234244 h 5143785"/>
              <a:gd name="connsiteX45732" fmla="*/ 2580799 w 3114960"/>
              <a:gd name="connsiteY45732" fmla="*/ 4230338 h 5143785"/>
              <a:gd name="connsiteX45733" fmla="*/ 2580799 w 3114960"/>
              <a:gd name="connsiteY45733" fmla="*/ 4220432 h 5143785"/>
              <a:gd name="connsiteX45734" fmla="*/ 2576894 w 3114960"/>
              <a:gd name="connsiteY45734" fmla="*/ 4216527 h 5143785"/>
              <a:gd name="connsiteX45735" fmla="*/ 2566988 w 3114960"/>
              <a:gd name="connsiteY45735" fmla="*/ 4216527 h 5143785"/>
              <a:gd name="connsiteX45736" fmla="*/ 2563082 w 3114960"/>
              <a:gd name="connsiteY45736" fmla="*/ 4220432 h 5143785"/>
              <a:gd name="connsiteX45737" fmla="*/ 2563082 w 3114960"/>
              <a:gd name="connsiteY45737" fmla="*/ 4223004 h 5143785"/>
              <a:gd name="connsiteX45738" fmla="*/ 2500408 w 3114960"/>
              <a:gd name="connsiteY45738" fmla="*/ 4223004 h 5143785"/>
              <a:gd name="connsiteX45739" fmla="*/ 2449354 w 3114960"/>
              <a:gd name="connsiteY45739" fmla="*/ 4174331 h 5143785"/>
              <a:gd name="connsiteX45740" fmla="*/ 2451449 w 3114960"/>
              <a:gd name="connsiteY45740" fmla="*/ 4169474 h 5143785"/>
              <a:gd name="connsiteX45741" fmla="*/ 2449354 w 3114960"/>
              <a:gd name="connsiteY45741" fmla="*/ 4161377 h 5143785"/>
              <a:gd name="connsiteX45742" fmla="*/ 2442115 w 3114960"/>
              <a:gd name="connsiteY45742" fmla="*/ 4157091 h 5143785"/>
              <a:gd name="connsiteX45743" fmla="*/ 2434019 w 3114960"/>
              <a:gd name="connsiteY45743" fmla="*/ 4159187 h 5143785"/>
              <a:gd name="connsiteX45744" fmla="*/ 2431923 w 3114960"/>
              <a:gd name="connsiteY45744" fmla="*/ 4174522 h 5143785"/>
              <a:gd name="connsiteX45745" fmla="*/ 2431923 w 3114960"/>
              <a:gd name="connsiteY45745" fmla="*/ 4174522 h 5143785"/>
              <a:gd name="connsiteX45746" fmla="*/ 2440686 w 3114960"/>
              <a:gd name="connsiteY45746" fmla="*/ 4178903 h 5143785"/>
              <a:gd name="connsiteX45747" fmla="*/ 2436781 w 3114960"/>
              <a:gd name="connsiteY45747" fmla="*/ 4163092 h 5143785"/>
              <a:gd name="connsiteX45748" fmla="*/ 2441353 w 3114960"/>
              <a:gd name="connsiteY45748" fmla="*/ 4161949 h 5143785"/>
              <a:gd name="connsiteX45749" fmla="*/ 2445449 w 3114960"/>
              <a:gd name="connsiteY45749" fmla="*/ 4164330 h 5143785"/>
              <a:gd name="connsiteX45750" fmla="*/ 2446687 w 3114960"/>
              <a:gd name="connsiteY45750" fmla="*/ 4168902 h 5143785"/>
              <a:gd name="connsiteX45751" fmla="*/ 2444305 w 3114960"/>
              <a:gd name="connsiteY45751" fmla="*/ 4172998 h 5143785"/>
              <a:gd name="connsiteX45752" fmla="*/ 2435638 w 3114960"/>
              <a:gd name="connsiteY45752" fmla="*/ 4171760 h 5143785"/>
              <a:gd name="connsiteX45753" fmla="*/ 2436876 w 3114960"/>
              <a:gd name="connsiteY45753" fmla="*/ 4163092 h 5143785"/>
              <a:gd name="connsiteX45754" fmla="*/ 2209800 w 3114960"/>
              <a:gd name="connsiteY45754" fmla="*/ 3228023 h 5143785"/>
              <a:gd name="connsiteX45755" fmla="*/ 2202752 w 3114960"/>
              <a:gd name="connsiteY45755" fmla="*/ 3235071 h 5143785"/>
              <a:gd name="connsiteX45756" fmla="*/ 2195703 w 3114960"/>
              <a:gd name="connsiteY45756" fmla="*/ 3228023 h 5143785"/>
              <a:gd name="connsiteX45757" fmla="*/ 2202752 w 3114960"/>
              <a:gd name="connsiteY45757" fmla="*/ 3220974 h 5143785"/>
              <a:gd name="connsiteX45758" fmla="*/ 2209800 w 3114960"/>
              <a:gd name="connsiteY45758" fmla="*/ 3228023 h 5143785"/>
              <a:gd name="connsiteX45759" fmla="*/ 2059019 w 3114960"/>
              <a:gd name="connsiteY45759" fmla="*/ 3507677 h 5143785"/>
              <a:gd name="connsiteX45760" fmla="*/ 2059019 w 3114960"/>
              <a:gd name="connsiteY45760" fmla="*/ 3519583 h 5143785"/>
              <a:gd name="connsiteX45761" fmla="*/ 2052638 w 3114960"/>
              <a:gd name="connsiteY45761" fmla="*/ 3525965 h 5143785"/>
              <a:gd name="connsiteX45762" fmla="*/ 2040731 w 3114960"/>
              <a:gd name="connsiteY45762" fmla="*/ 3525965 h 5143785"/>
              <a:gd name="connsiteX45763" fmla="*/ 2034350 w 3114960"/>
              <a:gd name="connsiteY45763" fmla="*/ 3519583 h 5143785"/>
              <a:gd name="connsiteX45764" fmla="*/ 2034350 w 3114960"/>
              <a:gd name="connsiteY45764" fmla="*/ 3507677 h 5143785"/>
              <a:gd name="connsiteX45765" fmla="*/ 2040731 w 3114960"/>
              <a:gd name="connsiteY45765" fmla="*/ 3501295 h 5143785"/>
              <a:gd name="connsiteX45766" fmla="*/ 2052638 w 3114960"/>
              <a:gd name="connsiteY45766" fmla="*/ 3501295 h 5143785"/>
              <a:gd name="connsiteX45767" fmla="*/ 2059019 w 3114960"/>
              <a:gd name="connsiteY45767" fmla="*/ 3507677 h 5143785"/>
              <a:gd name="connsiteX45768" fmla="*/ 451485 w 3114960"/>
              <a:gd name="connsiteY45768" fmla="*/ 1351312 h 5143785"/>
              <a:gd name="connsiteX45769" fmla="*/ 500444 w 3114960"/>
              <a:gd name="connsiteY45769" fmla="*/ 1351026 h 5143785"/>
              <a:gd name="connsiteX45770" fmla="*/ 502063 w 3114960"/>
              <a:gd name="connsiteY45770" fmla="*/ 1350455 h 5143785"/>
              <a:gd name="connsiteX45771" fmla="*/ 549307 w 3114960"/>
              <a:gd name="connsiteY45771" fmla="*/ 1307497 h 5143785"/>
              <a:gd name="connsiteX45772" fmla="*/ 565976 w 3114960"/>
              <a:gd name="connsiteY45772" fmla="*/ 1307497 h 5143785"/>
              <a:gd name="connsiteX45773" fmla="*/ 567690 w 3114960"/>
              <a:gd name="connsiteY45773" fmla="*/ 1306925 h 5143785"/>
              <a:gd name="connsiteX45774" fmla="*/ 579596 w 3114960"/>
              <a:gd name="connsiteY45774" fmla="*/ 1294828 h 5143785"/>
              <a:gd name="connsiteX45775" fmla="*/ 584073 w 3114960"/>
              <a:gd name="connsiteY45775" fmla="*/ 1295876 h 5143785"/>
              <a:gd name="connsiteX45776" fmla="*/ 594646 w 3114960"/>
              <a:gd name="connsiteY45776" fmla="*/ 1285303 h 5143785"/>
              <a:gd name="connsiteX45777" fmla="*/ 584073 w 3114960"/>
              <a:gd name="connsiteY45777" fmla="*/ 1274731 h 5143785"/>
              <a:gd name="connsiteX45778" fmla="*/ 573500 w 3114960"/>
              <a:gd name="connsiteY45778" fmla="*/ 1285303 h 5143785"/>
              <a:gd name="connsiteX45779" fmla="*/ 575882 w 3114960"/>
              <a:gd name="connsiteY45779" fmla="*/ 1291685 h 5143785"/>
              <a:gd name="connsiteX45780" fmla="*/ 564928 w 3114960"/>
              <a:gd name="connsiteY45780" fmla="*/ 1302734 h 5143785"/>
              <a:gd name="connsiteX45781" fmla="*/ 548259 w 3114960"/>
              <a:gd name="connsiteY45781" fmla="*/ 1302734 h 5143785"/>
              <a:gd name="connsiteX45782" fmla="*/ 546640 w 3114960"/>
              <a:gd name="connsiteY45782" fmla="*/ 1303306 h 5143785"/>
              <a:gd name="connsiteX45783" fmla="*/ 499396 w 3114960"/>
              <a:gd name="connsiteY45783" fmla="*/ 1346264 h 5143785"/>
              <a:gd name="connsiteX45784" fmla="*/ 450533 w 3114960"/>
              <a:gd name="connsiteY45784" fmla="*/ 1346549 h 5143785"/>
              <a:gd name="connsiteX45785" fmla="*/ 449104 w 3114960"/>
              <a:gd name="connsiteY45785" fmla="*/ 1347026 h 5143785"/>
              <a:gd name="connsiteX45786" fmla="*/ 421767 w 3114960"/>
              <a:gd name="connsiteY45786" fmla="*/ 1368266 h 5143785"/>
              <a:gd name="connsiteX45787" fmla="*/ 420814 w 3114960"/>
              <a:gd name="connsiteY45787" fmla="*/ 1370171 h 5143785"/>
              <a:gd name="connsiteX45788" fmla="*/ 420814 w 3114960"/>
              <a:gd name="connsiteY45788" fmla="*/ 1398651 h 5143785"/>
              <a:gd name="connsiteX45789" fmla="*/ 416909 w 3114960"/>
              <a:gd name="connsiteY45789" fmla="*/ 1398651 h 5143785"/>
              <a:gd name="connsiteX45790" fmla="*/ 410051 w 3114960"/>
              <a:gd name="connsiteY45790" fmla="*/ 1405509 h 5143785"/>
              <a:gd name="connsiteX45791" fmla="*/ 410051 w 3114960"/>
              <a:gd name="connsiteY45791" fmla="*/ 1418177 h 5143785"/>
              <a:gd name="connsiteX45792" fmla="*/ 416909 w 3114960"/>
              <a:gd name="connsiteY45792" fmla="*/ 1425035 h 5143785"/>
              <a:gd name="connsiteX45793" fmla="*/ 420814 w 3114960"/>
              <a:gd name="connsiteY45793" fmla="*/ 1425035 h 5143785"/>
              <a:gd name="connsiteX45794" fmla="*/ 420814 w 3114960"/>
              <a:gd name="connsiteY45794" fmla="*/ 1451896 h 5143785"/>
              <a:gd name="connsiteX45795" fmla="*/ 472345 w 3114960"/>
              <a:gd name="connsiteY45795" fmla="*/ 1507903 h 5143785"/>
              <a:gd name="connsiteX45796" fmla="*/ 472631 w 3114960"/>
              <a:gd name="connsiteY45796" fmla="*/ 1594961 h 5143785"/>
              <a:gd name="connsiteX45797" fmla="*/ 495872 w 3114960"/>
              <a:gd name="connsiteY45797" fmla="*/ 1615726 h 5143785"/>
              <a:gd name="connsiteX45798" fmla="*/ 502349 w 3114960"/>
              <a:gd name="connsiteY45798" fmla="*/ 1650302 h 5143785"/>
              <a:gd name="connsiteX45799" fmla="*/ 538448 w 3114960"/>
              <a:gd name="connsiteY45799" fmla="*/ 1644777 h 5143785"/>
              <a:gd name="connsiteX45800" fmla="*/ 538448 w 3114960"/>
              <a:gd name="connsiteY45800" fmla="*/ 1644777 h 5143785"/>
              <a:gd name="connsiteX45801" fmla="*/ 532924 w 3114960"/>
              <a:gd name="connsiteY45801" fmla="*/ 1608677 h 5143785"/>
              <a:gd name="connsiteX45802" fmla="*/ 520160 w 3114960"/>
              <a:gd name="connsiteY45802" fmla="*/ 1603820 h 5143785"/>
              <a:gd name="connsiteX45803" fmla="*/ 519875 w 3114960"/>
              <a:gd name="connsiteY45803" fmla="*/ 1506855 h 5143785"/>
              <a:gd name="connsiteX45804" fmla="*/ 468344 w 3114960"/>
              <a:gd name="connsiteY45804" fmla="*/ 1450943 h 5143785"/>
              <a:gd name="connsiteX45805" fmla="*/ 468344 w 3114960"/>
              <a:gd name="connsiteY45805" fmla="*/ 1425131 h 5143785"/>
              <a:gd name="connsiteX45806" fmla="*/ 472250 w 3114960"/>
              <a:gd name="connsiteY45806" fmla="*/ 1425131 h 5143785"/>
              <a:gd name="connsiteX45807" fmla="*/ 479108 w 3114960"/>
              <a:gd name="connsiteY45807" fmla="*/ 1418273 h 5143785"/>
              <a:gd name="connsiteX45808" fmla="*/ 479108 w 3114960"/>
              <a:gd name="connsiteY45808" fmla="*/ 1416082 h 5143785"/>
              <a:gd name="connsiteX45809" fmla="*/ 542449 w 3114960"/>
              <a:gd name="connsiteY45809" fmla="*/ 1416082 h 5143785"/>
              <a:gd name="connsiteX45810" fmla="*/ 605504 w 3114960"/>
              <a:gd name="connsiteY45810" fmla="*/ 1358456 h 5143785"/>
              <a:gd name="connsiteX45811" fmla="*/ 631698 w 3114960"/>
              <a:gd name="connsiteY45811" fmla="*/ 1358456 h 5143785"/>
              <a:gd name="connsiteX45812" fmla="*/ 634270 w 3114960"/>
              <a:gd name="connsiteY45812" fmla="*/ 1363123 h 5143785"/>
              <a:gd name="connsiteX45813" fmla="*/ 640937 w 3114960"/>
              <a:gd name="connsiteY45813" fmla="*/ 1365790 h 5143785"/>
              <a:gd name="connsiteX45814" fmla="*/ 648081 w 3114960"/>
              <a:gd name="connsiteY45814" fmla="*/ 1362742 h 5143785"/>
              <a:gd name="connsiteX45815" fmla="*/ 647700 w 3114960"/>
              <a:gd name="connsiteY45815" fmla="*/ 1348931 h 5143785"/>
              <a:gd name="connsiteX45816" fmla="*/ 633889 w 3114960"/>
              <a:gd name="connsiteY45816" fmla="*/ 1349312 h 5143785"/>
              <a:gd name="connsiteX45817" fmla="*/ 631698 w 3114960"/>
              <a:gd name="connsiteY45817" fmla="*/ 1353598 h 5143785"/>
              <a:gd name="connsiteX45818" fmla="*/ 603695 w 3114960"/>
              <a:gd name="connsiteY45818" fmla="*/ 1353598 h 5143785"/>
              <a:gd name="connsiteX45819" fmla="*/ 540639 w 3114960"/>
              <a:gd name="connsiteY45819" fmla="*/ 1411224 h 5143785"/>
              <a:gd name="connsiteX45820" fmla="*/ 479108 w 3114960"/>
              <a:gd name="connsiteY45820" fmla="*/ 1411224 h 5143785"/>
              <a:gd name="connsiteX45821" fmla="*/ 479108 w 3114960"/>
              <a:gd name="connsiteY45821" fmla="*/ 1405509 h 5143785"/>
              <a:gd name="connsiteX45822" fmla="*/ 472250 w 3114960"/>
              <a:gd name="connsiteY45822" fmla="*/ 1398651 h 5143785"/>
              <a:gd name="connsiteX45823" fmla="*/ 468249 w 3114960"/>
              <a:gd name="connsiteY45823" fmla="*/ 1398651 h 5143785"/>
              <a:gd name="connsiteX45824" fmla="*/ 468249 w 3114960"/>
              <a:gd name="connsiteY45824" fmla="*/ 1386935 h 5143785"/>
              <a:gd name="connsiteX45825" fmla="*/ 485965 w 3114960"/>
              <a:gd name="connsiteY45825" fmla="*/ 1374743 h 5143785"/>
              <a:gd name="connsiteX45826" fmla="*/ 531686 w 3114960"/>
              <a:gd name="connsiteY45826" fmla="*/ 1374553 h 5143785"/>
              <a:gd name="connsiteX45827" fmla="*/ 533305 w 3114960"/>
              <a:gd name="connsiteY45827" fmla="*/ 1373886 h 5143785"/>
              <a:gd name="connsiteX45828" fmla="*/ 588550 w 3114960"/>
              <a:gd name="connsiteY45828" fmla="*/ 1323023 h 5143785"/>
              <a:gd name="connsiteX45829" fmla="*/ 614744 w 3114960"/>
              <a:gd name="connsiteY45829" fmla="*/ 1323023 h 5143785"/>
              <a:gd name="connsiteX45830" fmla="*/ 623983 w 3114960"/>
              <a:gd name="connsiteY45830" fmla="*/ 1330357 h 5143785"/>
              <a:gd name="connsiteX45831" fmla="*/ 633698 w 3114960"/>
              <a:gd name="connsiteY45831" fmla="*/ 1320546 h 5143785"/>
              <a:gd name="connsiteX45832" fmla="*/ 623983 w 3114960"/>
              <a:gd name="connsiteY45832" fmla="*/ 1310735 h 5143785"/>
              <a:gd name="connsiteX45833" fmla="*/ 614648 w 3114960"/>
              <a:gd name="connsiteY45833" fmla="*/ 1318165 h 5143785"/>
              <a:gd name="connsiteX45834" fmla="*/ 587597 w 3114960"/>
              <a:gd name="connsiteY45834" fmla="*/ 1318165 h 5143785"/>
              <a:gd name="connsiteX45835" fmla="*/ 585978 w 3114960"/>
              <a:gd name="connsiteY45835" fmla="*/ 1318832 h 5143785"/>
              <a:gd name="connsiteX45836" fmla="*/ 530733 w 3114960"/>
              <a:gd name="connsiteY45836" fmla="*/ 1369695 h 5143785"/>
              <a:gd name="connsiteX45837" fmla="*/ 485204 w 3114960"/>
              <a:gd name="connsiteY45837" fmla="*/ 1369886 h 5143785"/>
              <a:gd name="connsiteX45838" fmla="*/ 483870 w 3114960"/>
              <a:gd name="connsiteY45838" fmla="*/ 1370267 h 5143785"/>
              <a:gd name="connsiteX45839" fmla="*/ 464534 w 3114960"/>
              <a:gd name="connsiteY45839" fmla="*/ 1383602 h 5143785"/>
              <a:gd name="connsiteX45840" fmla="*/ 463487 w 3114960"/>
              <a:gd name="connsiteY45840" fmla="*/ 1385602 h 5143785"/>
              <a:gd name="connsiteX45841" fmla="*/ 463487 w 3114960"/>
              <a:gd name="connsiteY45841" fmla="*/ 1398556 h 5143785"/>
              <a:gd name="connsiteX45842" fmla="*/ 459486 w 3114960"/>
              <a:gd name="connsiteY45842" fmla="*/ 1398556 h 5143785"/>
              <a:gd name="connsiteX45843" fmla="*/ 452628 w 3114960"/>
              <a:gd name="connsiteY45843" fmla="*/ 1405414 h 5143785"/>
              <a:gd name="connsiteX45844" fmla="*/ 452628 w 3114960"/>
              <a:gd name="connsiteY45844" fmla="*/ 1418082 h 5143785"/>
              <a:gd name="connsiteX45845" fmla="*/ 459486 w 3114960"/>
              <a:gd name="connsiteY45845" fmla="*/ 1424940 h 5143785"/>
              <a:gd name="connsiteX45846" fmla="*/ 463487 w 3114960"/>
              <a:gd name="connsiteY45846" fmla="*/ 1424940 h 5143785"/>
              <a:gd name="connsiteX45847" fmla="*/ 463487 w 3114960"/>
              <a:gd name="connsiteY45847" fmla="*/ 1452658 h 5143785"/>
              <a:gd name="connsiteX45848" fmla="*/ 515017 w 3114960"/>
              <a:gd name="connsiteY45848" fmla="*/ 1508665 h 5143785"/>
              <a:gd name="connsiteX45849" fmla="*/ 515303 w 3114960"/>
              <a:gd name="connsiteY45849" fmla="*/ 1603820 h 5143785"/>
              <a:gd name="connsiteX45850" fmla="*/ 498824 w 3114960"/>
              <a:gd name="connsiteY45850" fmla="*/ 1611916 h 5143785"/>
              <a:gd name="connsiteX45851" fmla="*/ 477298 w 3114960"/>
              <a:gd name="connsiteY45851" fmla="*/ 1592771 h 5143785"/>
              <a:gd name="connsiteX45852" fmla="*/ 477012 w 3114960"/>
              <a:gd name="connsiteY45852" fmla="*/ 1505998 h 5143785"/>
              <a:gd name="connsiteX45853" fmla="*/ 425482 w 3114960"/>
              <a:gd name="connsiteY45853" fmla="*/ 1450086 h 5143785"/>
              <a:gd name="connsiteX45854" fmla="*/ 425482 w 3114960"/>
              <a:gd name="connsiteY45854" fmla="*/ 1425035 h 5143785"/>
              <a:gd name="connsiteX45855" fmla="*/ 429482 w 3114960"/>
              <a:gd name="connsiteY45855" fmla="*/ 1425035 h 5143785"/>
              <a:gd name="connsiteX45856" fmla="*/ 436340 w 3114960"/>
              <a:gd name="connsiteY45856" fmla="*/ 1418177 h 5143785"/>
              <a:gd name="connsiteX45857" fmla="*/ 436340 w 3114960"/>
              <a:gd name="connsiteY45857" fmla="*/ 1405509 h 5143785"/>
              <a:gd name="connsiteX45858" fmla="*/ 429482 w 3114960"/>
              <a:gd name="connsiteY45858" fmla="*/ 1398651 h 5143785"/>
              <a:gd name="connsiteX45859" fmla="*/ 425482 w 3114960"/>
              <a:gd name="connsiteY45859" fmla="*/ 1398651 h 5143785"/>
              <a:gd name="connsiteX45860" fmla="*/ 425482 w 3114960"/>
              <a:gd name="connsiteY45860" fmla="*/ 1371314 h 5143785"/>
              <a:gd name="connsiteX45861" fmla="*/ 451295 w 3114960"/>
              <a:gd name="connsiteY45861" fmla="*/ 1351217 h 5143785"/>
              <a:gd name="connsiteX45862" fmla="*/ 584073 w 3114960"/>
              <a:gd name="connsiteY45862" fmla="*/ 1279493 h 5143785"/>
              <a:gd name="connsiteX45863" fmla="*/ 589883 w 3114960"/>
              <a:gd name="connsiteY45863" fmla="*/ 1285303 h 5143785"/>
              <a:gd name="connsiteX45864" fmla="*/ 584073 w 3114960"/>
              <a:gd name="connsiteY45864" fmla="*/ 1291114 h 5143785"/>
              <a:gd name="connsiteX45865" fmla="*/ 578263 w 3114960"/>
              <a:gd name="connsiteY45865" fmla="*/ 1285303 h 5143785"/>
              <a:gd name="connsiteX45866" fmla="*/ 584073 w 3114960"/>
              <a:gd name="connsiteY45866" fmla="*/ 1279493 h 5143785"/>
              <a:gd name="connsiteX45867" fmla="*/ 637318 w 3114960"/>
              <a:gd name="connsiteY45867" fmla="*/ 1352550 h 5143785"/>
              <a:gd name="connsiteX45868" fmla="*/ 640937 w 3114960"/>
              <a:gd name="connsiteY45868" fmla="*/ 1351026 h 5143785"/>
              <a:gd name="connsiteX45869" fmla="*/ 644366 w 3114960"/>
              <a:gd name="connsiteY45869" fmla="*/ 1352360 h 5143785"/>
              <a:gd name="connsiteX45870" fmla="*/ 644557 w 3114960"/>
              <a:gd name="connsiteY45870" fmla="*/ 1359408 h 5143785"/>
              <a:gd name="connsiteX45871" fmla="*/ 637508 w 3114960"/>
              <a:gd name="connsiteY45871" fmla="*/ 1359599 h 5143785"/>
              <a:gd name="connsiteX45872" fmla="*/ 637318 w 3114960"/>
              <a:gd name="connsiteY45872" fmla="*/ 1352550 h 5143785"/>
              <a:gd name="connsiteX45873" fmla="*/ 624173 w 3114960"/>
              <a:gd name="connsiteY45873" fmla="*/ 1315688 h 5143785"/>
              <a:gd name="connsiteX45874" fmla="*/ 629126 w 3114960"/>
              <a:gd name="connsiteY45874" fmla="*/ 1320737 h 5143785"/>
              <a:gd name="connsiteX45875" fmla="*/ 624173 w 3114960"/>
              <a:gd name="connsiteY45875" fmla="*/ 1325785 h 5143785"/>
              <a:gd name="connsiteX45876" fmla="*/ 619125 w 3114960"/>
              <a:gd name="connsiteY45876" fmla="*/ 1320737 h 5143785"/>
              <a:gd name="connsiteX45877" fmla="*/ 624173 w 3114960"/>
              <a:gd name="connsiteY45877" fmla="*/ 1315688 h 5143785"/>
              <a:gd name="connsiteX45878" fmla="*/ 459677 w 3114960"/>
              <a:gd name="connsiteY45878" fmla="*/ 1420273 h 5143785"/>
              <a:gd name="connsiteX45879" fmla="*/ 457581 w 3114960"/>
              <a:gd name="connsiteY45879" fmla="*/ 1418177 h 5143785"/>
              <a:gd name="connsiteX45880" fmla="*/ 457581 w 3114960"/>
              <a:gd name="connsiteY45880" fmla="*/ 1405509 h 5143785"/>
              <a:gd name="connsiteX45881" fmla="*/ 459677 w 3114960"/>
              <a:gd name="connsiteY45881" fmla="*/ 1403414 h 5143785"/>
              <a:gd name="connsiteX45882" fmla="*/ 472345 w 3114960"/>
              <a:gd name="connsiteY45882" fmla="*/ 1403414 h 5143785"/>
              <a:gd name="connsiteX45883" fmla="*/ 474440 w 3114960"/>
              <a:gd name="connsiteY45883" fmla="*/ 1405509 h 5143785"/>
              <a:gd name="connsiteX45884" fmla="*/ 474440 w 3114960"/>
              <a:gd name="connsiteY45884" fmla="*/ 1418177 h 5143785"/>
              <a:gd name="connsiteX45885" fmla="*/ 472345 w 3114960"/>
              <a:gd name="connsiteY45885" fmla="*/ 1420273 h 5143785"/>
              <a:gd name="connsiteX45886" fmla="*/ 459677 w 3114960"/>
              <a:gd name="connsiteY45886" fmla="*/ 1420273 h 5143785"/>
              <a:gd name="connsiteX45887" fmla="*/ 500729 w 3114960"/>
              <a:gd name="connsiteY45887" fmla="*/ 1616869 h 5143785"/>
              <a:gd name="connsiteX45888" fmla="*/ 514540 w 3114960"/>
              <a:gd name="connsiteY45888" fmla="*/ 1608487 h 5143785"/>
              <a:gd name="connsiteX45889" fmla="*/ 530257 w 3114960"/>
              <a:gd name="connsiteY45889" fmla="*/ 1612297 h 5143785"/>
              <a:gd name="connsiteX45890" fmla="*/ 534829 w 3114960"/>
              <a:gd name="connsiteY45890" fmla="*/ 1641824 h 5143785"/>
              <a:gd name="connsiteX45891" fmla="*/ 505301 w 3114960"/>
              <a:gd name="connsiteY45891" fmla="*/ 1646301 h 5143785"/>
              <a:gd name="connsiteX45892" fmla="*/ 496919 w 3114960"/>
              <a:gd name="connsiteY45892" fmla="*/ 1632490 h 5143785"/>
              <a:gd name="connsiteX45893" fmla="*/ 500729 w 3114960"/>
              <a:gd name="connsiteY45893" fmla="*/ 1616774 h 5143785"/>
              <a:gd name="connsiteX45894" fmla="*/ 429673 w 3114960"/>
              <a:gd name="connsiteY45894" fmla="*/ 1403509 h 5143785"/>
              <a:gd name="connsiteX45895" fmla="*/ 431768 w 3114960"/>
              <a:gd name="connsiteY45895" fmla="*/ 1405604 h 5143785"/>
              <a:gd name="connsiteX45896" fmla="*/ 431768 w 3114960"/>
              <a:gd name="connsiteY45896" fmla="*/ 1418273 h 5143785"/>
              <a:gd name="connsiteX45897" fmla="*/ 429673 w 3114960"/>
              <a:gd name="connsiteY45897" fmla="*/ 1420368 h 5143785"/>
              <a:gd name="connsiteX45898" fmla="*/ 417005 w 3114960"/>
              <a:gd name="connsiteY45898" fmla="*/ 1420368 h 5143785"/>
              <a:gd name="connsiteX45899" fmla="*/ 414909 w 3114960"/>
              <a:gd name="connsiteY45899" fmla="*/ 1418273 h 5143785"/>
              <a:gd name="connsiteX45900" fmla="*/ 414909 w 3114960"/>
              <a:gd name="connsiteY45900" fmla="*/ 1405604 h 5143785"/>
              <a:gd name="connsiteX45901" fmla="*/ 417005 w 3114960"/>
              <a:gd name="connsiteY45901" fmla="*/ 1403509 h 5143785"/>
              <a:gd name="connsiteX45902" fmla="*/ 429673 w 3114960"/>
              <a:gd name="connsiteY45902" fmla="*/ 1403509 h 5143785"/>
              <a:gd name="connsiteX45903" fmla="*/ 2582228 w 3114960"/>
              <a:gd name="connsiteY45903" fmla="*/ 3827526 h 5143785"/>
              <a:gd name="connsiteX45904" fmla="*/ 2575370 w 3114960"/>
              <a:gd name="connsiteY45904" fmla="*/ 3820763 h 5143785"/>
              <a:gd name="connsiteX45905" fmla="*/ 2556320 w 3114960"/>
              <a:gd name="connsiteY45905" fmla="*/ 3820763 h 5143785"/>
              <a:gd name="connsiteX45906" fmla="*/ 2549462 w 3114960"/>
              <a:gd name="connsiteY45906" fmla="*/ 3827526 h 5143785"/>
              <a:gd name="connsiteX45907" fmla="*/ 2549462 w 3114960"/>
              <a:gd name="connsiteY45907" fmla="*/ 3829145 h 5143785"/>
              <a:gd name="connsiteX45908" fmla="*/ 2396681 w 3114960"/>
              <a:gd name="connsiteY45908" fmla="*/ 3828384 h 5143785"/>
              <a:gd name="connsiteX45909" fmla="*/ 2380107 w 3114960"/>
              <a:gd name="connsiteY45909" fmla="*/ 3807428 h 5143785"/>
              <a:gd name="connsiteX45910" fmla="*/ 2324957 w 3114960"/>
              <a:gd name="connsiteY45910" fmla="*/ 3807047 h 5143785"/>
              <a:gd name="connsiteX45911" fmla="*/ 2300859 w 3114960"/>
              <a:gd name="connsiteY45911" fmla="*/ 3779615 h 5143785"/>
              <a:gd name="connsiteX45912" fmla="*/ 2301621 w 3114960"/>
              <a:gd name="connsiteY45912" fmla="*/ 3778568 h 5143785"/>
              <a:gd name="connsiteX45913" fmla="*/ 2303431 w 3114960"/>
              <a:gd name="connsiteY45913" fmla="*/ 3765995 h 5143785"/>
              <a:gd name="connsiteX45914" fmla="*/ 2295811 w 3114960"/>
              <a:gd name="connsiteY45914" fmla="*/ 3755803 h 5143785"/>
              <a:gd name="connsiteX45915" fmla="*/ 2283238 w 3114960"/>
              <a:gd name="connsiteY45915" fmla="*/ 3753993 h 5143785"/>
              <a:gd name="connsiteX45916" fmla="*/ 2273046 w 3114960"/>
              <a:gd name="connsiteY45916" fmla="*/ 3761613 h 5143785"/>
              <a:gd name="connsiteX45917" fmla="*/ 2271236 w 3114960"/>
              <a:gd name="connsiteY45917" fmla="*/ 3774186 h 5143785"/>
              <a:gd name="connsiteX45918" fmla="*/ 2278856 w 3114960"/>
              <a:gd name="connsiteY45918" fmla="*/ 3784378 h 5143785"/>
              <a:gd name="connsiteX45919" fmla="*/ 2287334 w 3114960"/>
              <a:gd name="connsiteY45919" fmla="*/ 3786759 h 5143785"/>
              <a:gd name="connsiteX45920" fmla="*/ 2291429 w 3114960"/>
              <a:gd name="connsiteY45920" fmla="*/ 3786283 h 5143785"/>
              <a:gd name="connsiteX45921" fmla="*/ 2297621 w 3114960"/>
              <a:gd name="connsiteY45921" fmla="*/ 3783235 h 5143785"/>
              <a:gd name="connsiteX45922" fmla="*/ 2322862 w 3114960"/>
              <a:gd name="connsiteY45922" fmla="*/ 3811905 h 5143785"/>
              <a:gd name="connsiteX45923" fmla="*/ 2377916 w 3114960"/>
              <a:gd name="connsiteY45923" fmla="*/ 3812286 h 5143785"/>
              <a:gd name="connsiteX45924" fmla="*/ 2394490 w 3114960"/>
              <a:gd name="connsiteY45924" fmla="*/ 3833241 h 5143785"/>
              <a:gd name="connsiteX45925" fmla="*/ 2549652 w 3114960"/>
              <a:gd name="connsiteY45925" fmla="*/ 3834003 h 5143785"/>
              <a:gd name="connsiteX45926" fmla="*/ 2549652 w 3114960"/>
              <a:gd name="connsiteY45926" fmla="*/ 3835622 h 5143785"/>
              <a:gd name="connsiteX45927" fmla="*/ 2556510 w 3114960"/>
              <a:gd name="connsiteY45927" fmla="*/ 3842480 h 5143785"/>
              <a:gd name="connsiteX45928" fmla="*/ 2575560 w 3114960"/>
              <a:gd name="connsiteY45928" fmla="*/ 3842480 h 5143785"/>
              <a:gd name="connsiteX45929" fmla="*/ 2578989 w 3114960"/>
              <a:gd name="connsiteY45929" fmla="*/ 3841433 h 5143785"/>
              <a:gd name="connsiteX45930" fmla="*/ 2658332 w 3114960"/>
              <a:gd name="connsiteY45930" fmla="*/ 3915061 h 5143785"/>
              <a:gd name="connsiteX45931" fmla="*/ 2659094 w 3114960"/>
              <a:gd name="connsiteY45931" fmla="*/ 3915728 h 5143785"/>
              <a:gd name="connsiteX45932" fmla="*/ 2675954 w 3114960"/>
              <a:gd name="connsiteY45932" fmla="*/ 3915156 h 5143785"/>
              <a:gd name="connsiteX45933" fmla="*/ 2739200 w 3114960"/>
              <a:gd name="connsiteY45933" fmla="*/ 3974211 h 5143785"/>
              <a:gd name="connsiteX45934" fmla="*/ 2739200 w 3114960"/>
              <a:gd name="connsiteY45934" fmla="*/ 3990023 h 5143785"/>
              <a:gd name="connsiteX45935" fmla="*/ 2736628 w 3114960"/>
              <a:gd name="connsiteY45935" fmla="*/ 3990023 h 5143785"/>
              <a:gd name="connsiteX45936" fmla="*/ 2732723 w 3114960"/>
              <a:gd name="connsiteY45936" fmla="*/ 3993928 h 5143785"/>
              <a:gd name="connsiteX45937" fmla="*/ 2732723 w 3114960"/>
              <a:gd name="connsiteY45937" fmla="*/ 4006120 h 5143785"/>
              <a:gd name="connsiteX45938" fmla="*/ 2736628 w 3114960"/>
              <a:gd name="connsiteY45938" fmla="*/ 4010025 h 5143785"/>
              <a:gd name="connsiteX45939" fmla="*/ 2747296 w 3114960"/>
              <a:gd name="connsiteY45939" fmla="*/ 4010025 h 5143785"/>
              <a:gd name="connsiteX45940" fmla="*/ 2751201 w 3114960"/>
              <a:gd name="connsiteY45940" fmla="*/ 4006120 h 5143785"/>
              <a:gd name="connsiteX45941" fmla="*/ 2751201 w 3114960"/>
              <a:gd name="connsiteY45941" fmla="*/ 3993928 h 5143785"/>
              <a:gd name="connsiteX45942" fmla="*/ 2747296 w 3114960"/>
              <a:gd name="connsiteY45942" fmla="*/ 3990023 h 5143785"/>
              <a:gd name="connsiteX45943" fmla="*/ 2743962 w 3114960"/>
              <a:gd name="connsiteY45943" fmla="*/ 3990023 h 5143785"/>
              <a:gd name="connsiteX45944" fmla="*/ 2743962 w 3114960"/>
              <a:gd name="connsiteY45944" fmla="*/ 3972211 h 5143785"/>
              <a:gd name="connsiteX45945" fmla="*/ 2677763 w 3114960"/>
              <a:gd name="connsiteY45945" fmla="*/ 3910394 h 5143785"/>
              <a:gd name="connsiteX45946" fmla="*/ 2660904 w 3114960"/>
              <a:gd name="connsiteY45946" fmla="*/ 3910965 h 5143785"/>
              <a:gd name="connsiteX45947" fmla="*/ 2582037 w 3114960"/>
              <a:gd name="connsiteY45947" fmla="*/ 3837718 h 5143785"/>
              <a:gd name="connsiteX45948" fmla="*/ 2582418 w 3114960"/>
              <a:gd name="connsiteY45948" fmla="*/ 3835622 h 5143785"/>
              <a:gd name="connsiteX45949" fmla="*/ 2582418 w 3114960"/>
              <a:gd name="connsiteY45949" fmla="*/ 3827526 h 5143785"/>
              <a:gd name="connsiteX45950" fmla="*/ 2297525 w 3114960"/>
              <a:gd name="connsiteY45950" fmla="*/ 3776282 h 5143785"/>
              <a:gd name="connsiteX45951" fmla="*/ 2290286 w 3114960"/>
              <a:gd name="connsiteY45951" fmla="*/ 3781711 h 5143785"/>
              <a:gd name="connsiteX45952" fmla="*/ 2281333 w 3114960"/>
              <a:gd name="connsiteY45952" fmla="*/ 3780377 h 5143785"/>
              <a:gd name="connsiteX45953" fmla="*/ 2275904 w 3114960"/>
              <a:gd name="connsiteY45953" fmla="*/ 3773138 h 5143785"/>
              <a:gd name="connsiteX45954" fmla="*/ 2277237 w 3114960"/>
              <a:gd name="connsiteY45954" fmla="*/ 3764185 h 5143785"/>
              <a:gd name="connsiteX45955" fmla="*/ 2284476 w 3114960"/>
              <a:gd name="connsiteY45955" fmla="*/ 3758755 h 5143785"/>
              <a:gd name="connsiteX45956" fmla="*/ 2287429 w 3114960"/>
              <a:gd name="connsiteY45956" fmla="*/ 3758375 h 5143785"/>
              <a:gd name="connsiteX45957" fmla="*/ 2293525 w 3114960"/>
              <a:gd name="connsiteY45957" fmla="*/ 3760089 h 5143785"/>
              <a:gd name="connsiteX45958" fmla="*/ 2298954 w 3114960"/>
              <a:gd name="connsiteY45958" fmla="*/ 3767328 h 5143785"/>
              <a:gd name="connsiteX45959" fmla="*/ 2297621 w 3114960"/>
              <a:gd name="connsiteY45959" fmla="*/ 3776282 h 5143785"/>
              <a:gd name="connsiteX45960" fmla="*/ 2560701 w 3114960"/>
              <a:gd name="connsiteY45960" fmla="*/ 3837718 h 5143785"/>
              <a:gd name="connsiteX45961" fmla="*/ 2556320 w 3114960"/>
              <a:gd name="connsiteY45961" fmla="*/ 3837718 h 5143785"/>
              <a:gd name="connsiteX45962" fmla="*/ 2554224 w 3114960"/>
              <a:gd name="connsiteY45962" fmla="*/ 3835622 h 5143785"/>
              <a:gd name="connsiteX45963" fmla="*/ 2554224 w 3114960"/>
              <a:gd name="connsiteY45963" fmla="*/ 3827526 h 5143785"/>
              <a:gd name="connsiteX45964" fmla="*/ 2556320 w 3114960"/>
              <a:gd name="connsiteY45964" fmla="*/ 3825526 h 5143785"/>
              <a:gd name="connsiteX45965" fmla="*/ 2560701 w 3114960"/>
              <a:gd name="connsiteY45965" fmla="*/ 3825526 h 5143785"/>
              <a:gd name="connsiteX45966" fmla="*/ 2560701 w 3114960"/>
              <a:gd name="connsiteY45966" fmla="*/ 3837718 h 5143785"/>
              <a:gd name="connsiteX45967" fmla="*/ 2577465 w 3114960"/>
              <a:gd name="connsiteY45967" fmla="*/ 3835622 h 5143785"/>
              <a:gd name="connsiteX45968" fmla="*/ 2575370 w 3114960"/>
              <a:gd name="connsiteY45968" fmla="*/ 3837718 h 5143785"/>
              <a:gd name="connsiteX45969" fmla="*/ 2571274 w 3114960"/>
              <a:gd name="connsiteY45969" fmla="*/ 3837718 h 5143785"/>
              <a:gd name="connsiteX45970" fmla="*/ 2571274 w 3114960"/>
              <a:gd name="connsiteY45970" fmla="*/ 3825526 h 5143785"/>
              <a:gd name="connsiteX45971" fmla="*/ 2575370 w 3114960"/>
              <a:gd name="connsiteY45971" fmla="*/ 3825526 h 5143785"/>
              <a:gd name="connsiteX45972" fmla="*/ 2577465 w 3114960"/>
              <a:gd name="connsiteY45972" fmla="*/ 3827526 h 5143785"/>
              <a:gd name="connsiteX45973" fmla="*/ 2577465 w 3114960"/>
              <a:gd name="connsiteY45973" fmla="*/ 3835622 h 5143785"/>
              <a:gd name="connsiteX45974" fmla="*/ 2116741 w 3114960"/>
              <a:gd name="connsiteY45974" fmla="*/ 3253454 h 5143785"/>
              <a:gd name="connsiteX45975" fmla="*/ 2109692 w 3114960"/>
              <a:gd name="connsiteY45975" fmla="*/ 3260503 h 5143785"/>
              <a:gd name="connsiteX45976" fmla="*/ 2102644 w 3114960"/>
              <a:gd name="connsiteY45976" fmla="*/ 3253454 h 5143785"/>
              <a:gd name="connsiteX45977" fmla="*/ 2109692 w 3114960"/>
              <a:gd name="connsiteY45977" fmla="*/ 3246406 h 5143785"/>
              <a:gd name="connsiteX45978" fmla="*/ 2116741 w 3114960"/>
              <a:gd name="connsiteY45978" fmla="*/ 3253454 h 5143785"/>
              <a:gd name="connsiteX45979" fmla="*/ 2293715 w 3114960"/>
              <a:gd name="connsiteY45979" fmla="*/ 3770186 h 5143785"/>
              <a:gd name="connsiteX45980" fmla="*/ 2287334 w 3114960"/>
              <a:gd name="connsiteY45980" fmla="*/ 3776472 h 5143785"/>
              <a:gd name="connsiteX45981" fmla="*/ 2281047 w 3114960"/>
              <a:gd name="connsiteY45981" fmla="*/ 3770090 h 5143785"/>
              <a:gd name="connsiteX45982" fmla="*/ 2287429 w 3114960"/>
              <a:gd name="connsiteY45982" fmla="*/ 3763804 h 5143785"/>
              <a:gd name="connsiteX45983" fmla="*/ 2293715 w 3114960"/>
              <a:gd name="connsiteY45983" fmla="*/ 3770186 h 5143785"/>
              <a:gd name="connsiteX45984" fmla="*/ 340995 w 3114960"/>
              <a:gd name="connsiteY45984" fmla="*/ 2417445 h 5143785"/>
              <a:gd name="connsiteX45985" fmla="*/ 349472 w 3114960"/>
              <a:gd name="connsiteY45985" fmla="*/ 2425922 h 5143785"/>
              <a:gd name="connsiteX45986" fmla="*/ 349472 w 3114960"/>
              <a:gd name="connsiteY45986" fmla="*/ 2474119 h 5143785"/>
              <a:gd name="connsiteX45987" fmla="*/ 340995 w 3114960"/>
              <a:gd name="connsiteY45987" fmla="*/ 2482596 h 5143785"/>
              <a:gd name="connsiteX45988" fmla="*/ 302419 w 3114960"/>
              <a:gd name="connsiteY45988" fmla="*/ 2482596 h 5143785"/>
              <a:gd name="connsiteX45989" fmla="*/ 295942 w 3114960"/>
              <a:gd name="connsiteY45989" fmla="*/ 2479548 h 5143785"/>
              <a:gd name="connsiteX45990" fmla="*/ 286322 w 3114960"/>
              <a:gd name="connsiteY45990" fmla="*/ 2468118 h 5143785"/>
              <a:gd name="connsiteX45991" fmla="*/ 284321 w 3114960"/>
              <a:gd name="connsiteY45991" fmla="*/ 2462689 h 5143785"/>
              <a:gd name="connsiteX45992" fmla="*/ 284321 w 3114960"/>
              <a:gd name="connsiteY45992" fmla="*/ 2425922 h 5143785"/>
              <a:gd name="connsiteX45993" fmla="*/ 292799 w 3114960"/>
              <a:gd name="connsiteY45993" fmla="*/ 2417445 h 5143785"/>
              <a:gd name="connsiteX45994" fmla="*/ 340995 w 3114960"/>
              <a:gd name="connsiteY45994" fmla="*/ 2417445 h 5143785"/>
              <a:gd name="connsiteX45995" fmla="*/ 378238 w 3114960"/>
              <a:gd name="connsiteY45995" fmla="*/ 2395919 h 5143785"/>
              <a:gd name="connsiteX45996" fmla="*/ 378238 w 3114960"/>
              <a:gd name="connsiteY45996" fmla="*/ 2473071 h 5143785"/>
              <a:gd name="connsiteX45997" fmla="*/ 383477 w 3114960"/>
              <a:gd name="connsiteY45997" fmla="*/ 2476500 h 5143785"/>
              <a:gd name="connsiteX45998" fmla="*/ 385096 w 3114960"/>
              <a:gd name="connsiteY45998" fmla="*/ 2483739 h 5143785"/>
              <a:gd name="connsiteX45999" fmla="*/ 381000 w 3114960"/>
              <a:gd name="connsiteY45999" fmla="*/ 2490026 h 5143785"/>
              <a:gd name="connsiteX46000" fmla="*/ 367475 w 3114960"/>
              <a:gd name="connsiteY46000" fmla="*/ 2487644 h 5143785"/>
              <a:gd name="connsiteX46001" fmla="*/ 365855 w 3114960"/>
              <a:gd name="connsiteY46001" fmla="*/ 2480405 h 5143785"/>
              <a:gd name="connsiteX46002" fmla="*/ 369951 w 3114960"/>
              <a:gd name="connsiteY46002" fmla="*/ 2474119 h 5143785"/>
              <a:gd name="connsiteX46003" fmla="*/ 373285 w 3114960"/>
              <a:gd name="connsiteY46003" fmla="*/ 2472785 h 5143785"/>
              <a:gd name="connsiteX46004" fmla="*/ 373285 w 3114960"/>
              <a:gd name="connsiteY46004" fmla="*/ 2398300 h 5143785"/>
              <a:gd name="connsiteX46005" fmla="*/ 288893 w 3114960"/>
              <a:gd name="connsiteY46005" fmla="*/ 2398300 h 5143785"/>
              <a:gd name="connsiteX46006" fmla="*/ 285274 w 3114960"/>
              <a:gd name="connsiteY46006" fmla="*/ 2403348 h 5143785"/>
              <a:gd name="connsiteX46007" fmla="*/ 271748 w 3114960"/>
              <a:gd name="connsiteY46007" fmla="*/ 2400967 h 5143785"/>
              <a:gd name="connsiteX46008" fmla="*/ 270129 w 3114960"/>
              <a:gd name="connsiteY46008" fmla="*/ 2393728 h 5143785"/>
              <a:gd name="connsiteX46009" fmla="*/ 274225 w 3114960"/>
              <a:gd name="connsiteY46009" fmla="*/ 2387441 h 5143785"/>
              <a:gd name="connsiteX46010" fmla="*/ 279749 w 3114960"/>
              <a:gd name="connsiteY46010" fmla="*/ 2385822 h 5143785"/>
              <a:gd name="connsiteX46011" fmla="*/ 287750 w 3114960"/>
              <a:gd name="connsiteY46011" fmla="*/ 2389918 h 5143785"/>
              <a:gd name="connsiteX46012" fmla="*/ 289370 w 3114960"/>
              <a:gd name="connsiteY46012" fmla="*/ 2393728 h 5143785"/>
              <a:gd name="connsiteX46013" fmla="*/ 375857 w 3114960"/>
              <a:gd name="connsiteY46013" fmla="*/ 2393728 h 5143785"/>
              <a:gd name="connsiteX46014" fmla="*/ 377571 w 3114960"/>
              <a:gd name="connsiteY46014" fmla="*/ 2394395 h 5143785"/>
              <a:gd name="connsiteX46015" fmla="*/ 378238 w 3114960"/>
              <a:gd name="connsiteY46015" fmla="*/ 2396109 h 5143785"/>
              <a:gd name="connsiteX46016" fmla="*/ 2171700 w 3114960"/>
              <a:gd name="connsiteY46016" fmla="*/ 3260503 h 5143785"/>
              <a:gd name="connsiteX46017" fmla="*/ 2164652 w 3114960"/>
              <a:gd name="connsiteY46017" fmla="*/ 3253454 h 5143785"/>
              <a:gd name="connsiteX46018" fmla="*/ 2171700 w 3114960"/>
              <a:gd name="connsiteY46018" fmla="*/ 3246406 h 5143785"/>
              <a:gd name="connsiteX46019" fmla="*/ 2178749 w 3114960"/>
              <a:gd name="connsiteY46019" fmla="*/ 3253454 h 5143785"/>
              <a:gd name="connsiteX46020" fmla="*/ 2171700 w 3114960"/>
              <a:gd name="connsiteY46020" fmla="*/ 3260503 h 5143785"/>
              <a:gd name="connsiteX46021" fmla="*/ 262509 w 3114960"/>
              <a:gd name="connsiteY46021" fmla="*/ 2426684 h 5143785"/>
              <a:gd name="connsiteX46022" fmla="*/ 262509 w 3114960"/>
              <a:gd name="connsiteY46022" fmla="*/ 2478405 h 5143785"/>
              <a:gd name="connsiteX46023" fmla="*/ 279178 w 3114960"/>
              <a:gd name="connsiteY46023" fmla="*/ 2498503 h 5143785"/>
              <a:gd name="connsiteX46024" fmla="*/ 341662 w 3114960"/>
              <a:gd name="connsiteY46024" fmla="*/ 2498503 h 5143785"/>
              <a:gd name="connsiteX46025" fmla="*/ 341662 w 3114960"/>
              <a:gd name="connsiteY46025" fmla="*/ 2498217 h 5143785"/>
              <a:gd name="connsiteX46026" fmla="*/ 345853 w 3114960"/>
              <a:gd name="connsiteY46026" fmla="*/ 2491930 h 5143785"/>
              <a:gd name="connsiteX46027" fmla="*/ 351377 w 3114960"/>
              <a:gd name="connsiteY46027" fmla="*/ 2490311 h 5143785"/>
              <a:gd name="connsiteX46028" fmla="*/ 359378 w 3114960"/>
              <a:gd name="connsiteY46028" fmla="*/ 2494407 h 5143785"/>
              <a:gd name="connsiteX46029" fmla="*/ 360998 w 3114960"/>
              <a:gd name="connsiteY46029" fmla="*/ 2501646 h 5143785"/>
              <a:gd name="connsiteX46030" fmla="*/ 356902 w 3114960"/>
              <a:gd name="connsiteY46030" fmla="*/ 2507933 h 5143785"/>
              <a:gd name="connsiteX46031" fmla="*/ 343376 w 3114960"/>
              <a:gd name="connsiteY46031" fmla="*/ 2505551 h 5143785"/>
              <a:gd name="connsiteX46032" fmla="*/ 342329 w 3114960"/>
              <a:gd name="connsiteY46032" fmla="*/ 2503265 h 5143785"/>
              <a:gd name="connsiteX46033" fmla="*/ 276987 w 3114960"/>
              <a:gd name="connsiteY46033" fmla="*/ 2503265 h 5143785"/>
              <a:gd name="connsiteX46034" fmla="*/ 257651 w 3114960"/>
              <a:gd name="connsiteY46034" fmla="*/ 2480120 h 5143785"/>
              <a:gd name="connsiteX46035" fmla="*/ 257651 w 3114960"/>
              <a:gd name="connsiteY46035" fmla="*/ 2426684 h 5143785"/>
              <a:gd name="connsiteX46036" fmla="*/ 252127 w 3114960"/>
              <a:gd name="connsiteY46036" fmla="*/ 2422970 h 5143785"/>
              <a:gd name="connsiteX46037" fmla="*/ 250508 w 3114960"/>
              <a:gd name="connsiteY46037" fmla="*/ 2415731 h 5143785"/>
              <a:gd name="connsiteX46038" fmla="*/ 254603 w 3114960"/>
              <a:gd name="connsiteY46038" fmla="*/ 2409444 h 5143785"/>
              <a:gd name="connsiteX46039" fmla="*/ 260128 w 3114960"/>
              <a:gd name="connsiteY46039" fmla="*/ 2407825 h 5143785"/>
              <a:gd name="connsiteX46040" fmla="*/ 268129 w 3114960"/>
              <a:gd name="connsiteY46040" fmla="*/ 2411921 h 5143785"/>
              <a:gd name="connsiteX46041" fmla="*/ 269748 w 3114960"/>
              <a:gd name="connsiteY46041" fmla="*/ 2419160 h 5143785"/>
              <a:gd name="connsiteX46042" fmla="*/ 265652 w 3114960"/>
              <a:gd name="connsiteY46042" fmla="*/ 2425446 h 5143785"/>
              <a:gd name="connsiteX46043" fmla="*/ 262509 w 3114960"/>
              <a:gd name="connsiteY46043" fmla="*/ 2426780 h 5143785"/>
              <a:gd name="connsiteX46044" fmla="*/ 2271617 w 3114960"/>
              <a:gd name="connsiteY46044" fmla="*/ 3840385 h 5143785"/>
              <a:gd name="connsiteX46045" fmla="*/ 2284381 w 3114960"/>
              <a:gd name="connsiteY46045" fmla="*/ 3827812 h 5143785"/>
              <a:gd name="connsiteX46046" fmla="*/ 2296954 w 3114960"/>
              <a:gd name="connsiteY46046" fmla="*/ 3840575 h 5143785"/>
              <a:gd name="connsiteX46047" fmla="*/ 2284190 w 3114960"/>
              <a:gd name="connsiteY46047" fmla="*/ 3853148 h 5143785"/>
              <a:gd name="connsiteX46048" fmla="*/ 2271617 w 3114960"/>
              <a:gd name="connsiteY46048" fmla="*/ 3840385 h 5143785"/>
              <a:gd name="connsiteX46049" fmla="*/ 203073 w 3114960"/>
              <a:gd name="connsiteY46049" fmla="*/ 2417445 h 5143785"/>
              <a:gd name="connsiteX46050" fmla="*/ 211550 w 3114960"/>
              <a:gd name="connsiteY46050" fmla="*/ 2425922 h 5143785"/>
              <a:gd name="connsiteX46051" fmla="*/ 211550 w 3114960"/>
              <a:gd name="connsiteY46051" fmla="*/ 2474119 h 5143785"/>
              <a:gd name="connsiteX46052" fmla="*/ 203073 w 3114960"/>
              <a:gd name="connsiteY46052" fmla="*/ 2482596 h 5143785"/>
              <a:gd name="connsiteX46053" fmla="*/ 164497 w 3114960"/>
              <a:gd name="connsiteY46053" fmla="*/ 2482596 h 5143785"/>
              <a:gd name="connsiteX46054" fmla="*/ 158020 w 3114960"/>
              <a:gd name="connsiteY46054" fmla="*/ 2479548 h 5143785"/>
              <a:gd name="connsiteX46055" fmla="*/ 148400 w 3114960"/>
              <a:gd name="connsiteY46055" fmla="*/ 2468118 h 5143785"/>
              <a:gd name="connsiteX46056" fmla="*/ 146399 w 3114960"/>
              <a:gd name="connsiteY46056" fmla="*/ 2462689 h 5143785"/>
              <a:gd name="connsiteX46057" fmla="*/ 146399 w 3114960"/>
              <a:gd name="connsiteY46057" fmla="*/ 2425922 h 5143785"/>
              <a:gd name="connsiteX46058" fmla="*/ 154877 w 3114960"/>
              <a:gd name="connsiteY46058" fmla="*/ 2417445 h 5143785"/>
              <a:gd name="connsiteX46059" fmla="*/ 203073 w 3114960"/>
              <a:gd name="connsiteY46059" fmla="*/ 2417445 h 5143785"/>
              <a:gd name="connsiteX46060" fmla="*/ 2272475 w 3114960"/>
              <a:gd name="connsiteY46060" fmla="*/ 3185732 h 5143785"/>
              <a:gd name="connsiteX46061" fmla="*/ 2272475 w 3114960"/>
              <a:gd name="connsiteY46061" fmla="*/ 3156395 h 5143785"/>
              <a:gd name="connsiteX46062" fmla="*/ 2270093 w 3114960"/>
              <a:gd name="connsiteY46062" fmla="*/ 3154013 h 5143785"/>
              <a:gd name="connsiteX46063" fmla="*/ 2240756 w 3114960"/>
              <a:gd name="connsiteY46063" fmla="*/ 3154013 h 5143785"/>
              <a:gd name="connsiteX46064" fmla="*/ 2238375 w 3114960"/>
              <a:gd name="connsiteY46064" fmla="*/ 3156395 h 5143785"/>
              <a:gd name="connsiteX46065" fmla="*/ 2238375 w 3114960"/>
              <a:gd name="connsiteY46065" fmla="*/ 3185732 h 5143785"/>
              <a:gd name="connsiteX46066" fmla="*/ 2240756 w 3114960"/>
              <a:gd name="connsiteY46066" fmla="*/ 3188113 h 5143785"/>
              <a:gd name="connsiteX46067" fmla="*/ 2270093 w 3114960"/>
              <a:gd name="connsiteY46067" fmla="*/ 3188113 h 5143785"/>
              <a:gd name="connsiteX46068" fmla="*/ 2272475 w 3114960"/>
              <a:gd name="connsiteY46068" fmla="*/ 3185732 h 5143785"/>
              <a:gd name="connsiteX46069" fmla="*/ 2267712 w 3114960"/>
              <a:gd name="connsiteY46069" fmla="*/ 3183350 h 5143785"/>
              <a:gd name="connsiteX46070" fmla="*/ 2243138 w 3114960"/>
              <a:gd name="connsiteY46070" fmla="*/ 3183350 h 5143785"/>
              <a:gd name="connsiteX46071" fmla="*/ 2243138 w 3114960"/>
              <a:gd name="connsiteY46071" fmla="*/ 3158776 h 5143785"/>
              <a:gd name="connsiteX46072" fmla="*/ 2267712 w 3114960"/>
              <a:gd name="connsiteY46072" fmla="*/ 3158776 h 5143785"/>
              <a:gd name="connsiteX46073" fmla="*/ 2267712 w 3114960"/>
              <a:gd name="connsiteY46073" fmla="*/ 3183350 h 5143785"/>
              <a:gd name="connsiteX46074" fmla="*/ 704374 w 3114960"/>
              <a:gd name="connsiteY46074" fmla="*/ 2069973 h 5143785"/>
              <a:gd name="connsiteX46075" fmla="*/ 711518 w 3114960"/>
              <a:gd name="connsiteY46075" fmla="*/ 2069973 h 5143785"/>
              <a:gd name="connsiteX46076" fmla="*/ 711518 w 3114960"/>
              <a:gd name="connsiteY46076" fmla="*/ 2078450 h 5143785"/>
              <a:gd name="connsiteX46077" fmla="*/ 704374 w 3114960"/>
              <a:gd name="connsiteY46077" fmla="*/ 2078450 h 5143785"/>
              <a:gd name="connsiteX46078" fmla="*/ 704374 w 3114960"/>
              <a:gd name="connsiteY46078" fmla="*/ 2069973 h 5143785"/>
              <a:gd name="connsiteX46079" fmla="*/ 2223421 w 3114960"/>
              <a:gd name="connsiteY46079" fmla="*/ 3154013 h 5143785"/>
              <a:gd name="connsiteX46080" fmla="*/ 2194084 w 3114960"/>
              <a:gd name="connsiteY46080" fmla="*/ 3154013 h 5143785"/>
              <a:gd name="connsiteX46081" fmla="*/ 2191703 w 3114960"/>
              <a:gd name="connsiteY46081" fmla="*/ 3156395 h 5143785"/>
              <a:gd name="connsiteX46082" fmla="*/ 2191703 w 3114960"/>
              <a:gd name="connsiteY46082" fmla="*/ 3185732 h 5143785"/>
              <a:gd name="connsiteX46083" fmla="*/ 2194084 w 3114960"/>
              <a:gd name="connsiteY46083" fmla="*/ 3188113 h 5143785"/>
              <a:gd name="connsiteX46084" fmla="*/ 2223421 w 3114960"/>
              <a:gd name="connsiteY46084" fmla="*/ 3188113 h 5143785"/>
              <a:gd name="connsiteX46085" fmla="*/ 2225802 w 3114960"/>
              <a:gd name="connsiteY46085" fmla="*/ 3185732 h 5143785"/>
              <a:gd name="connsiteX46086" fmla="*/ 2225802 w 3114960"/>
              <a:gd name="connsiteY46086" fmla="*/ 3156395 h 5143785"/>
              <a:gd name="connsiteX46087" fmla="*/ 2223421 w 3114960"/>
              <a:gd name="connsiteY46087" fmla="*/ 3154013 h 5143785"/>
              <a:gd name="connsiteX46088" fmla="*/ 2221040 w 3114960"/>
              <a:gd name="connsiteY46088" fmla="*/ 3183350 h 5143785"/>
              <a:gd name="connsiteX46089" fmla="*/ 2196465 w 3114960"/>
              <a:gd name="connsiteY46089" fmla="*/ 3183350 h 5143785"/>
              <a:gd name="connsiteX46090" fmla="*/ 2196465 w 3114960"/>
              <a:gd name="connsiteY46090" fmla="*/ 3158776 h 5143785"/>
              <a:gd name="connsiteX46091" fmla="*/ 2221040 w 3114960"/>
              <a:gd name="connsiteY46091" fmla="*/ 3158776 h 5143785"/>
              <a:gd name="connsiteX46092" fmla="*/ 2221040 w 3114960"/>
              <a:gd name="connsiteY46092" fmla="*/ 3183350 h 5143785"/>
              <a:gd name="connsiteX46093" fmla="*/ 2300288 w 3114960"/>
              <a:gd name="connsiteY46093" fmla="*/ 3171063 h 5143785"/>
              <a:gd name="connsiteX46094" fmla="*/ 2265617 w 3114960"/>
              <a:gd name="connsiteY46094" fmla="*/ 3136487 h 5143785"/>
              <a:gd name="connsiteX46095" fmla="*/ 2106454 w 3114960"/>
              <a:gd name="connsiteY46095" fmla="*/ 3136487 h 5143785"/>
              <a:gd name="connsiteX46096" fmla="*/ 2071783 w 3114960"/>
              <a:gd name="connsiteY46096" fmla="*/ 3171063 h 5143785"/>
              <a:gd name="connsiteX46097" fmla="*/ 2106454 w 3114960"/>
              <a:gd name="connsiteY46097" fmla="*/ 3205734 h 5143785"/>
              <a:gd name="connsiteX46098" fmla="*/ 2265617 w 3114960"/>
              <a:gd name="connsiteY46098" fmla="*/ 3205734 h 5143785"/>
              <a:gd name="connsiteX46099" fmla="*/ 2300288 w 3114960"/>
              <a:gd name="connsiteY46099" fmla="*/ 3171063 h 5143785"/>
              <a:gd name="connsiteX46100" fmla="*/ 2076641 w 3114960"/>
              <a:gd name="connsiteY46100" fmla="*/ 3171063 h 5143785"/>
              <a:gd name="connsiteX46101" fmla="*/ 2106549 w 3114960"/>
              <a:gd name="connsiteY46101" fmla="*/ 3141250 h 5143785"/>
              <a:gd name="connsiteX46102" fmla="*/ 2265712 w 3114960"/>
              <a:gd name="connsiteY46102" fmla="*/ 3141250 h 5143785"/>
              <a:gd name="connsiteX46103" fmla="*/ 2295620 w 3114960"/>
              <a:gd name="connsiteY46103" fmla="*/ 3171063 h 5143785"/>
              <a:gd name="connsiteX46104" fmla="*/ 2265712 w 3114960"/>
              <a:gd name="connsiteY46104" fmla="*/ 3200972 h 5143785"/>
              <a:gd name="connsiteX46105" fmla="*/ 2106549 w 3114960"/>
              <a:gd name="connsiteY46105" fmla="*/ 3200972 h 5143785"/>
              <a:gd name="connsiteX46106" fmla="*/ 2076641 w 3114960"/>
              <a:gd name="connsiteY46106" fmla="*/ 3171063 h 5143785"/>
              <a:gd name="connsiteX46107" fmla="*/ 2253329 w 3114960"/>
              <a:gd name="connsiteY46107" fmla="*/ 3453955 h 5143785"/>
              <a:gd name="connsiteX46108" fmla="*/ 2253329 w 3114960"/>
              <a:gd name="connsiteY46108" fmla="*/ 3462052 h 5143785"/>
              <a:gd name="connsiteX46109" fmla="*/ 2260187 w 3114960"/>
              <a:gd name="connsiteY46109" fmla="*/ 3468910 h 5143785"/>
              <a:gd name="connsiteX46110" fmla="*/ 2268284 w 3114960"/>
              <a:gd name="connsiteY46110" fmla="*/ 3468910 h 5143785"/>
              <a:gd name="connsiteX46111" fmla="*/ 2275142 w 3114960"/>
              <a:gd name="connsiteY46111" fmla="*/ 3462052 h 5143785"/>
              <a:gd name="connsiteX46112" fmla="*/ 2275142 w 3114960"/>
              <a:gd name="connsiteY46112" fmla="*/ 3453955 h 5143785"/>
              <a:gd name="connsiteX46113" fmla="*/ 2268284 w 3114960"/>
              <a:gd name="connsiteY46113" fmla="*/ 3447098 h 5143785"/>
              <a:gd name="connsiteX46114" fmla="*/ 2267236 w 3114960"/>
              <a:gd name="connsiteY46114" fmla="*/ 3447098 h 5143785"/>
              <a:gd name="connsiteX46115" fmla="*/ 2267236 w 3114960"/>
              <a:gd name="connsiteY46115" fmla="*/ 3440525 h 5143785"/>
              <a:gd name="connsiteX46116" fmla="*/ 2262473 w 3114960"/>
              <a:gd name="connsiteY46116" fmla="*/ 3440525 h 5143785"/>
              <a:gd name="connsiteX46117" fmla="*/ 2262473 w 3114960"/>
              <a:gd name="connsiteY46117" fmla="*/ 3447098 h 5143785"/>
              <a:gd name="connsiteX46118" fmla="*/ 2260187 w 3114960"/>
              <a:gd name="connsiteY46118" fmla="*/ 3447098 h 5143785"/>
              <a:gd name="connsiteX46119" fmla="*/ 2253329 w 3114960"/>
              <a:gd name="connsiteY46119" fmla="*/ 3453955 h 5143785"/>
              <a:gd name="connsiteX46120" fmla="*/ 2268284 w 3114960"/>
              <a:gd name="connsiteY46120" fmla="*/ 3451955 h 5143785"/>
              <a:gd name="connsiteX46121" fmla="*/ 2270379 w 3114960"/>
              <a:gd name="connsiteY46121" fmla="*/ 3454051 h 5143785"/>
              <a:gd name="connsiteX46122" fmla="*/ 2270379 w 3114960"/>
              <a:gd name="connsiteY46122" fmla="*/ 3462147 h 5143785"/>
              <a:gd name="connsiteX46123" fmla="*/ 2268284 w 3114960"/>
              <a:gd name="connsiteY46123" fmla="*/ 3464243 h 5143785"/>
              <a:gd name="connsiteX46124" fmla="*/ 2260187 w 3114960"/>
              <a:gd name="connsiteY46124" fmla="*/ 3464243 h 5143785"/>
              <a:gd name="connsiteX46125" fmla="*/ 2258092 w 3114960"/>
              <a:gd name="connsiteY46125" fmla="*/ 3462147 h 5143785"/>
              <a:gd name="connsiteX46126" fmla="*/ 2258092 w 3114960"/>
              <a:gd name="connsiteY46126" fmla="*/ 3454051 h 5143785"/>
              <a:gd name="connsiteX46127" fmla="*/ 2260187 w 3114960"/>
              <a:gd name="connsiteY46127" fmla="*/ 3451955 h 5143785"/>
              <a:gd name="connsiteX46128" fmla="*/ 2268284 w 3114960"/>
              <a:gd name="connsiteY46128" fmla="*/ 3451955 h 5143785"/>
              <a:gd name="connsiteX46129" fmla="*/ 759238 w 3114960"/>
              <a:gd name="connsiteY46129" fmla="*/ 1957673 h 5143785"/>
              <a:gd name="connsiteX46130" fmla="*/ 732663 w 3114960"/>
              <a:gd name="connsiteY46130" fmla="*/ 1921383 h 5143785"/>
              <a:gd name="connsiteX46131" fmla="*/ 730758 w 3114960"/>
              <a:gd name="connsiteY46131" fmla="*/ 1920431 h 5143785"/>
              <a:gd name="connsiteX46132" fmla="*/ 605028 w 3114960"/>
              <a:gd name="connsiteY46132" fmla="*/ 1920431 h 5143785"/>
              <a:gd name="connsiteX46133" fmla="*/ 603885 w 3114960"/>
              <a:gd name="connsiteY46133" fmla="*/ 1918621 h 5143785"/>
              <a:gd name="connsiteX46134" fmla="*/ 594741 w 3114960"/>
              <a:gd name="connsiteY46134" fmla="*/ 1909477 h 5143785"/>
              <a:gd name="connsiteX46135" fmla="*/ 587597 w 3114960"/>
              <a:gd name="connsiteY46135" fmla="*/ 1909477 h 5143785"/>
              <a:gd name="connsiteX46136" fmla="*/ 578453 w 3114960"/>
              <a:gd name="connsiteY46136" fmla="*/ 1918621 h 5143785"/>
              <a:gd name="connsiteX46137" fmla="*/ 578453 w 3114960"/>
              <a:gd name="connsiteY46137" fmla="*/ 1925765 h 5143785"/>
              <a:gd name="connsiteX46138" fmla="*/ 587597 w 3114960"/>
              <a:gd name="connsiteY46138" fmla="*/ 1934909 h 5143785"/>
              <a:gd name="connsiteX46139" fmla="*/ 591217 w 3114960"/>
              <a:gd name="connsiteY46139" fmla="*/ 1936432 h 5143785"/>
              <a:gd name="connsiteX46140" fmla="*/ 594836 w 3114960"/>
              <a:gd name="connsiteY46140" fmla="*/ 1934909 h 5143785"/>
              <a:gd name="connsiteX46141" fmla="*/ 603980 w 3114960"/>
              <a:gd name="connsiteY46141" fmla="*/ 1925765 h 5143785"/>
              <a:gd name="connsiteX46142" fmla="*/ 604361 w 3114960"/>
              <a:gd name="connsiteY46142" fmla="*/ 1925193 h 5143785"/>
              <a:gd name="connsiteX46143" fmla="*/ 729710 w 3114960"/>
              <a:gd name="connsiteY46143" fmla="*/ 1925193 h 5143785"/>
              <a:gd name="connsiteX46144" fmla="*/ 755142 w 3114960"/>
              <a:gd name="connsiteY46144" fmla="*/ 1959864 h 5143785"/>
              <a:gd name="connsiteX46145" fmla="*/ 755142 w 3114960"/>
              <a:gd name="connsiteY46145" fmla="*/ 2037778 h 5143785"/>
              <a:gd name="connsiteX46146" fmla="*/ 755523 w 3114960"/>
              <a:gd name="connsiteY46146" fmla="*/ 2039112 h 5143785"/>
              <a:gd name="connsiteX46147" fmla="*/ 766953 w 3114960"/>
              <a:gd name="connsiteY46147" fmla="*/ 2055305 h 5143785"/>
              <a:gd name="connsiteX46148" fmla="*/ 766763 w 3114960"/>
              <a:gd name="connsiteY46148" fmla="*/ 2151507 h 5143785"/>
              <a:gd name="connsiteX46149" fmla="*/ 767525 w 3114960"/>
              <a:gd name="connsiteY46149" fmla="*/ 2153222 h 5143785"/>
              <a:gd name="connsiteX46150" fmla="*/ 863156 w 3114960"/>
              <a:gd name="connsiteY46150" fmla="*/ 2245900 h 5143785"/>
              <a:gd name="connsiteX46151" fmla="*/ 864775 w 3114960"/>
              <a:gd name="connsiteY46151" fmla="*/ 2246567 h 5143785"/>
              <a:gd name="connsiteX46152" fmla="*/ 984409 w 3114960"/>
              <a:gd name="connsiteY46152" fmla="*/ 2246567 h 5143785"/>
              <a:gd name="connsiteX46153" fmla="*/ 993553 w 3114960"/>
              <a:gd name="connsiteY46153" fmla="*/ 2253806 h 5143785"/>
              <a:gd name="connsiteX46154" fmla="*/ 1003173 w 3114960"/>
              <a:gd name="connsiteY46154" fmla="*/ 2244185 h 5143785"/>
              <a:gd name="connsiteX46155" fmla="*/ 993553 w 3114960"/>
              <a:gd name="connsiteY46155" fmla="*/ 2234565 h 5143785"/>
              <a:gd name="connsiteX46156" fmla="*/ 984409 w 3114960"/>
              <a:gd name="connsiteY46156" fmla="*/ 2241804 h 5143785"/>
              <a:gd name="connsiteX46157" fmla="*/ 865823 w 3114960"/>
              <a:gd name="connsiteY46157" fmla="*/ 2241804 h 5143785"/>
              <a:gd name="connsiteX46158" fmla="*/ 771620 w 3114960"/>
              <a:gd name="connsiteY46158" fmla="*/ 2150459 h 5143785"/>
              <a:gd name="connsiteX46159" fmla="*/ 771811 w 3114960"/>
              <a:gd name="connsiteY46159" fmla="*/ 2054162 h 5143785"/>
              <a:gd name="connsiteX46160" fmla="*/ 771049 w 3114960"/>
              <a:gd name="connsiteY46160" fmla="*/ 2052447 h 5143785"/>
              <a:gd name="connsiteX46161" fmla="*/ 770858 w 3114960"/>
              <a:gd name="connsiteY46161" fmla="*/ 2052257 h 5143785"/>
              <a:gd name="connsiteX46162" fmla="*/ 760000 w 3114960"/>
              <a:gd name="connsiteY46162" fmla="*/ 2036826 h 5143785"/>
              <a:gd name="connsiteX46163" fmla="*/ 760000 w 3114960"/>
              <a:gd name="connsiteY46163" fmla="*/ 1958912 h 5143785"/>
              <a:gd name="connsiteX46164" fmla="*/ 759524 w 3114960"/>
              <a:gd name="connsiteY46164" fmla="*/ 1957483 h 5143785"/>
              <a:gd name="connsiteX46165" fmla="*/ 590931 w 3114960"/>
              <a:gd name="connsiteY46165" fmla="*/ 1931575 h 5143785"/>
              <a:gd name="connsiteX46166" fmla="*/ 581787 w 3114960"/>
              <a:gd name="connsiteY46166" fmla="*/ 1921955 h 5143785"/>
              <a:gd name="connsiteX46167" fmla="*/ 590931 w 3114960"/>
              <a:gd name="connsiteY46167" fmla="*/ 1912811 h 5143785"/>
              <a:gd name="connsiteX46168" fmla="*/ 591122 w 3114960"/>
              <a:gd name="connsiteY46168" fmla="*/ 1912715 h 5143785"/>
              <a:gd name="connsiteX46169" fmla="*/ 591312 w 3114960"/>
              <a:gd name="connsiteY46169" fmla="*/ 1912715 h 5143785"/>
              <a:gd name="connsiteX46170" fmla="*/ 600456 w 3114960"/>
              <a:gd name="connsiteY46170" fmla="*/ 1922336 h 5143785"/>
              <a:gd name="connsiteX46171" fmla="*/ 590836 w 3114960"/>
              <a:gd name="connsiteY46171" fmla="*/ 1931480 h 5143785"/>
              <a:gd name="connsiteX46172" fmla="*/ 704374 w 3114960"/>
              <a:gd name="connsiteY46172" fmla="*/ 2019395 h 5143785"/>
              <a:gd name="connsiteX46173" fmla="*/ 711518 w 3114960"/>
              <a:gd name="connsiteY46173" fmla="*/ 2019395 h 5143785"/>
              <a:gd name="connsiteX46174" fmla="*/ 711518 w 3114960"/>
              <a:gd name="connsiteY46174" fmla="*/ 2027873 h 5143785"/>
              <a:gd name="connsiteX46175" fmla="*/ 704374 w 3114960"/>
              <a:gd name="connsiteY46175" fmla="*/ 2027873 h 5143785"/>
              <a:gd name="connsiteX46176" fmla="*/ 704374 w 3114960"/>
              <a:gd name="connsiteY46176" fmla="*/ 2019395 h 5143785"/>
              <a:gd name="connsiteX46177" fmla="*/ 424339 w 3114960"/>
              <a:gd name="connsiteY46177" fmla="*/ 2274094 h 5143785"/>
              <a:gd name="connsiteX46178" fmla="*/ 416624 w 3114960"/>
              <a:gd name="connsiteY46178" fmla="*/ 2271617 h 5143785"/>
              <a:gd name="connsiteX46179" fmla="*/ 403193 w 3114960"/>
              <a:gd name="connsiteY46179" fmla="*/ 2285048 h 5143785"/>
              <a:gd name="connsiteX46180" fmla="*/ 416624 w 3114960"/>
              <a:gd name="connsiteY46180" fmla="*/ 2298478 h 5143785"/>
              <a:gd name="connsiteX46181" fmla="*/ 430054 w 3114960"/>
              <a:gd name="connsiteY46181" fmla="*/ 2285048 h 5143785"/>
              <a:gd name="connsiteX46182" fmla="*/ 427673 w 3114960"/>
              <a:gd name="connsiteY46182" fmla="*/ 2277428 h 5143785"/>
              <a:gd name="connsiteX46183" fmla="*/ 574643 w 3114960"/>
              <a:gd name="connsiteY46183" fmla="*/ 2121027 h 5143785"/>
              <a:gd name="connsiteX46184" fmla="*/ 574643 w 3114960"/>
              <a:gd name="connsiteY46184" fmla="*/ 2033492 h 5143785"/>
              <a:gd name="connsiteX46185" fmla="*/ 578644 w 3114960"/>
              <a:gd name="connsiteY46185" fmla="*/ 2033492 h 5143785"/>
              <a:gd name="connsiteX46186" fmla="*/ 585502 w 3114960"/>
              <a:gd name="connsiteY46186" fmla="*/ 2026634 h 5143785"/>
              <a:gd name="connsiteX46187" fmla="*/ 585502 w 3114960"/>
              <a:gd name="connsiteY46187" fmla="*/ 2013966 h 5143785"/>
              <a:gd name="connsiteX46188" fmla="*/ 578644 w 3114960"/>
              <a:gd name="connsiteY46188" fmla="*/ 2007108 h 5143785"/>
              <a:gd name="connsiteX46189" fmla="*/ 565976 w 3114960"/>
              <a:gd name="connsiteY46189" fmla="*/ 2007108 h 5143785"/>
              <a:gd name="connsiteX46190" fmla="*/ 559118 w 3114960"/>
              <a:gd name="connsiteY46190" fmla="*/ 2013966 h 5143785"/>
              <a:gd name="connsiteX46191" fmla="*/ 559118 w 3114960"/>
              <a:gd name="connsiteY46191" fmla="*/ 2026634 h 5143785"/>
              <a:gd name="connsiteX46192" fmla="*/ 565976 w 3114960"/>
              <a:gd name="connsiteY46192" fmla="*/ 2033492 h 5143785"/>
              <a:gd name="connsiteX46193" fmla="*/ 569976 w 3114960"/>
              <a:gd name="connsiteY46193" fmla="*/ 2033492 h 5143785"/>
              <a:gd name="connsiteX46194" fmla="*/ 569976 w 3114960"/>
              <a:gd name="connsiteY46194" fmla="*/ 2119122 h 5143785"/>
              <a:gd name="connsiteX46195" fmla="*/ 424339 w 3114960"/>
              <a:gd name="connsiteY46195" fmla="*/ 2273999 h 5143785"/>
              <a:gd name="connsiteX46196" fmla="*/ 416624 w 3114960"/>
              <a:gd name="connsiteY46196" fmla="*/ 2293811 h 5143785"/>
              <a:gd name="connsiteX46197" fmla="*/ 407956 w 3114960"/>
              <a:gd name="connsiteY46197" fmla="*/ 2285143 h 5143785"/>
              <a:gd name="connsiteX46198" fmla="*/ 416624 w 3114960"/>
              <a:gd name="connsiteY46198" fmla="*/ 2276475 h 5143785"/>
              <a:gd name="connsiteX46199" fmla="*/ 425291 w 3114960"/>
              <a:gd name="connsiteY46199" fmla="*/ 2285143 h 5143785"/>
              <a:gd name="connsiteX46200" fmla="*/ 416624 w 3114960"/>
              <a:gd name="connsiteY46200" fmla="*/ 2293811 h 5143785"/>
              <a:gd name="connsiteX46201" fmla="*/ 565976 w 3114960"/>
              <a:gd name="connsiteY46201" fmla="*/ 2028825 h 5143785"/>
              <a:gd name="connsiteX46202" fmla="*/ 563880 w 3114960"/>
              <a:gd name="connsiteY46202" fmla="*/ 2026730 h 5143785"/>
              <a:gd name="connsiteX46203" fmla="*/ 563880 w 3114960"/>
              <a:gd name="connsiteY46203" fmla="*/ 2014061 h 5143785"/>
              <a:gd name="connsiteX46204" fmla="*/ 565976 w 3114960"/>
              <a:gd name="connsiteY46204" fmla="*/ 2011966 h 5143785"/>
              <a:gd name="connsiteX46205" fmla="*/ 578644 w 3114960"/>
              <a:gd name="connsiteY46205" fmla="*/ 2011966 h 5143785"/>
              <a:gd name="connsiteX46206" fmla="*/ 580739 w 3114960"/>
              <a:gd name="connsiteY46206" fmla="*/ 2014061 h 5143785"/>
              <a:gd name="connsiteX46207" fmla="*/ 580739 w 3114960"/>
              <a:gd name="connsiteY46207" fmla="*/ 2026730 h 5143785"/>
              <a:gd name="connsiteX46208" fmla="*/ 578644 w 3114960"/>
              <a:gd name="connsiteY46208" fmla="*/ 2028825 h 5143785"/>
              <a:gd name="connsiteX46209" fmla="*/ 565976 w 3114960"/>
              <a:gd name="connsiteY46209" fmla="*/ 2028825 h 5143785"/>
              <a:gd name="connsiteX46210" fmla="*/ 2604992 w 3114960"/>
              <a:gd name="connsiteY46210" fmla="*/ 4054888 h 5143785"/>
              <a:gd name="connsiteX46211" fmla="*/ 2614898 w 3114960"/>
              <a:gd name="connsiteY46211" fmla="*/ 4054888 h 5143785"/>
              <a:gd name="connsiteX46212" fmla="*/ 2621185 w 3114960"/>
              <a:gd name="connsiteY46212" fmla="*/ 4048601 h 5143785"/>
              <a:gd name="connsiteX46213" fmla="*/ 2621185 w 3114960"/>
              <a:gd name="connsiteY46213" fmla="*/ 4038695 h 5143785"/>
              <a:gd name="connsiteX46214" fmla="*/ 2614898 w 3114960"/>
              <a:gd name="connsiteY46214" fmla="*/ 4032409 h 5143785"/>
              <a:gd name="connsiteX46215" fmla="*/ 2604992 w 3114960"/>
              <a:gd name="connsiteY46215" fmla="*/ 4032409 h 5143785"/>
              <a:gd name="connsiteX46216" fmla="*/ 2603278 w 3114960"/>
              <a:gd name="connsiteY46216" fmla="*/ 4032790 h 5143785"/>
              <a:gd name="connsiteX46217" fmla="*/ 2562511 w 3114960"/>
              <a:gd name="connsiteY46217" fmla="*/ 3995928 h 5143785"/>
              <a:gd name="connsiteX46218" fmla="*/ 2509457 w 3114960"/>
              <a:gd name="connsiteY46218" fmla="*/ 3996500 h 5143785"/>
              <a:gd name="connsiteX46219" fmla="*/ 2509457 w 3114960"/>
              <a:gd name="connsiteY46219" fmla="*/ 3989927 h 5143785"/>
              <a:gd name="connsiteX46220" fmla="*/ 2548604 w 3114960"/>
              <a:gd name="connsiteY46220" fmla="*/ 3989070 h 5143785"/>
              <a:gd name="connsiteX46221" fmla="*/ 2550795 w 3114960"/>
              <a:gd name="connsiteY46221" fmla="*/ 3987546 h 5143785"/>
              <a:gd name="connsiteX46222" fmla="*/ 2550224 w 3114960"/>
              <a:gd name="connsiteY46222" fmla="*/ 3984974 h 5143785"/>
              <a:gd name="connsiteX46223" fmla="*/ 2487549 w 3114960"/>
              <a:gd name="connsiteY46223" fmla="*/ 3925253 h 5143785"/>
              <a:gd name="connsiteX46224" fmla="*/ 2485930 w 3114960"/>
              <a:gd name="connsiteY46224" fmla="*/ 3924586 h 5143785"/>
              <a:gd name="connsiteX46225" fmla="*/ 2412968 w 3114960"/>
              <a:gd name="connsiteY46225" fmla="*/ 3923824 h 5143785"/>
              <a:gd name="connsiteX46226" fmla="*/ 2402872 w 3114960"/>
              <a:gd name="connsiteY46226" fmla="*/ 3915632 h 5143785"/>
              <a:gd name="connsiteX46227" fmla="*/ 2392299 w 3114960"/>
              <a:gd name="connsiteY46227" fmla="*/ 3926205 h 5143785"/>
              <a:gd name="connsiteX46228" fmla="*/ 2402872 w 3114960"/>
              <a:gd name="connsiteY46228" fmla="*/ 3936778 h 5143785"/>
              <a:gd name="connsiteX46229" fmla="*/ 2412968 w 3114960"/>
              <a:gd name="connsiteY46229" fmla="*/ 3928586 h 5143785"/>
              <a:gd name="connsiteX46230" fmla="*/ 2484882 w 3114960"/>
              <a:gd name="connsiteY46230" fmla="*/ 3929348 h 5143785"/>
              <a:gd name="connsiteX46231" fmla="*/ 2542699 w 3114960"/>
              <a:gd name="connsiteY46231" fmla="*/ 3984498 h 5143785"/>
              <a:gd name="connsiteX46232" fmla="*/ 2509457 w 3114960"/>
              <a:gd name="connsiteY46232" fmla="*/ 3985260 h 5143785"/>
              <a:gd name="connsiteX46233" fmla="*/ 2509457 w 3114960"/>
              <a:gd name="connsiteY46233" fmla="*/ 3983831 h 5143785"/>
              <a:gd name="connsiteX46234" fmla="*/ 2504313 w 3114960"/>
              <a:gd name="connsiteY46234" fmla="*/ 3978688 h 5143785"/>
              <a:gd name="connsiteX46235" fmla="*/ 2497836 w 3114960"/>
              <a:gd name="connsiteY46235" fmla="*/ 3978688 h 5143785"/>
              <a:gd name="connsiteX46236" fmla="*/ 2492788 w 3114960"/>
              <a:gd name="connsiteY46236" fmla="*/ 3983165 h 5143785"/>
              <a:gd name="connsiteX46237" fmla="*/ 2398776 w 3114960"/>
              <a:gd name="connsiteY46237" fmla="*/ 3983165 h 5143785"/>
              <a:gd name="connsiteX46238" fmla="*/ 2370773 w 3114960"/>
              <a:gd name="connsiteY46238" fmla="*/ 3961448 h 5143785"/>
              <a:gd name="connsiteX46239" fmla="*/ 2372678 w 3114960"/>
              <a:gd name="connsiteY46239" fmla="*/ 3954685 h 5143785"/>
              <a:gd name="connsiteX46240" fmla="*/ 2359247 w 3114960"/>
              <a:gd name="connsiteY46240" fmla="*/ 3941255 h 5143785"/>
              <a:gd name="connsiteX46241" fmla="*/ 2345817 w 3114960"/>
              <a:gd name="connsiteY46241" fmla="*/ 3954685 h 5143785"/>
              <a:gd name="connsiteX46242" fmla="*/ 2359247 w 3114960"/>
              <a:gd name="connsiteY46242" fmla="*/ 3968115 h 5143785"/>
              <a:gd name="connsiteX46243" fmla="*/ 2367725 w 3114960"/>
              <a:gd name="connsiteY46243" fmla="*/ 3965067 h 5143785"/>
              <a:gd name="connsiteX46244" fmla="*/ 2397157 w 3114960"/>
              <a:gd name="connsiteY46244" fmla="*/ 3987927 h 5143785"/>
              <a:gd name="connsiteX46245" fmla="*/ 2492693 w 3114960"/>
              <a:gd name="connsiteY46245" fmla="*/ 3987927 h 5143785"/>
              <a:gd name="connsiteX46246" fmla="*/ 2492693 w 3114960"/>
              <a:gd name="connsiteY46246" fmla="*/ 3996309 h 5143785"/>
              <a:gd name="connsiteX46247" fmla="*/ 2396585 w 3114960"/>
              <a:gd name="connsiteY46247" fmla="*/ 3996309 h 5143785"/>
              <a:gd name="connsiteX46248" fmla="*/ 2376964 w 3114960"/>
              <a:gd name="connsiteY46248" fmla="*/ 4013263 h 5143785"/>
              <a:gd name="connsiteX46249" fmla="*/ 2370392 w 3114960"/>
              <a:gd name="connsiteY46249" fmla="*/ 4011454 h 5143785"/>
              <a:gd name="connsiteX46250" fmla="*/ 2356961 w 3114960"/>
              <a:gd name="connsiteY46250" fmla="*/ 4024884 h 5143785"/>
              <a:gd name="connsiteX46251" fmla="*/ 2370392 w 3114960"/>
              <a:gd name="connsiteY46251" fmla="*/ 4038314 h 5143785"/>
              <a:gd name="connsiteX46252" fmla="*/ 2383822 w 3114960"/>
              <a:gd name="connsiteY46252" fmla="*/ 4024884 h 5143785"/>
              <a:gd name="connsiteX46253" fmla="*/ 2383060 w 3114960"/>
              <a:gd name="connsiteY46253" fmla="*/ 4020598 h 5143785"/>
              <a:gd name="connsiteX46254" fmla="*/ 2400110 w 3114960"/>
              <a:gd name="connsiteY46254" fmla="*/ 4005834 h 5143785"/>
              <a:gd name="connsiteX46255" fmla="*/ 2492978 w 3114960"/>
              <a:gd name="connsiteY46255" fmla="*/ 4005834 h 5143785"/>
              <a:gd name="connsiteX46256" fmla="*/ 2497836 w 3114960"/>
              <a:gd name="connsiteY46256" fmla="*/ 4009454 h 5143785"/>
              <a:gd name="connsiteX46257" fmla="*/ 2504313 w 3114960"/>
              <a:gd name="connsiteY46257" fmla="*/ 4009454 h 5143785"/>
              <a:gd name="connsiteX46258" fmla="*/ 2509457 w 3114960"/>
              <a:gd name="connsiteY46258" fmla="*/ 4004310 h 5143785"/>
              <a:gd name="connsiteX46259" fmla="*/ 2509457 w 3114960"/>
              <a:gd name="connsiteY46259" fmla="*/ 4001357 h 5143785"/>
              <a:gd name="connsiteX46260" fmla="*/ 2560701 w 3114960"/>
              <a:gd name="connsiteY46260" fmla="*/ 4000786 h 5143785"/>
              <a:gd name="connsiteX46261" fmla="*/ 2599563 w 3114960"/>
              <a:gd name="connsiteY46261" fmla="*/ 4035838 h 5143785"/>
              <a:gd name="connsiteX46262" fmla="*/ 2598801 w 3114960"/>
              <a:gd name="connsiteY46262" fmla="*/ 4038695 h 5143785"/>
              <a:gd name="connsiteX46263" fmla="*/ 2598801 w 3114960"/>
              <a:gd name="connsiteY46263" fmla="*/ 4041267 h 5143785"/>
              <a:gd name="connsiteX46264" fmla="*/ 2409254 w 3114960"/>
              <a:gd name="connsiteY46264" fmla="*/ 4041267 h 5143785"/>
              <a:gd name="connsiteX46265" fmla="*/ 2393442 w 3114960"/>
              <a:gd name="connsiteY46265" fmla="*/ 4062603 h 5143785"/>
              <a:gd name="connsiteX46266" fmla="*/ 2324767 w 3114960"/>
              <a:gd name="connsiteY46266" fmla="*/ 4062603 h 5143785"/>
              <a:gd name="connsiteX46267" fmla="*/ 2314004 w 3114960"/>
              <a:gd name="connsiteY46267" fmla="*/ 4053840 h 5143785"/>
              <a:gd name="connsiteX46268" fmla="*/ 2302764 w 3114960"/>
              <a:gd name="connsiteY46268" fmla="*/ 4065080 h 5143785"/>
              <a:gd name="connsiteX46269" fmla="*/ 2314004 w 3114960"/>
              <a:gd name="connsiteY46269" fmla="*/ 4076319 h 5143785"/>
              <a:gd name="connsiteX46270" fmla="*/ 2324767 w 3114960"/>
              <a:gd name="connsiteY46270" fmla="*/ 4067461 h 5143785"/>
              <a:gd name="connsiteX46271" fmla="*/ 2395919 w 3114960"/>
              <a:gd name="connsiteY46271" fmla="*/ 4067461 h 5143785"/>
              <a:gd name="connsiteX46272" fmla="*/ 2411730 w 3114960"/>
              <a:gd name="connsiteY46272" fmla="*/ 4046030 h 5143785"/>
              <a:gd name="connsiteX46273" fmla="*/ 2598801 w 3114960"/>
              <a:gd name="connsiteY46273" fmla="*/ 4046030 h 5143785"/>
              <a:gd name="connsiteX46274" fmla="*/ 2598801 w 3114960"/>
              <a:gd name="connsiteY46274" fmla="*/ 4048601 h 5143785"/>
              <a:gd name="connsiteX46275" fmla="*/ 2605088 w 3114960"/>
              <a:gd name="connsiteY46275" fmla="*/ 4054888 h 5143785"/>
              <a:gd name="connsiteX46276" fmla="*/ 2603563 w 3114960"/>
              <a:gd name="connsiteY46276" fmla="*/ 4038695 h 5143785"/>
              <a:gd name="connsiteX46277" fmla="*/ 2605088 w 3114960"/>
              <a:gd name="connsiteY46277" fmla="*/ 4037171 h 5143785"/>
              <a:gd name="connsiteX46278" fmla="*/ 2614994 w 3114960"/>
              <a:gd name="connsiteY46278" fmla="*/ 4037171 h 5143785"/>
              <a:gd name="connsiteX46279" fmla="*/ 2616518 w 3114960"/>
              <a:gd name="connsiteY46279" fmla="*/ 4038695 h 5143785"/>
              <a:gd name="connsiteX46280" fmla="*/ 2616518 w 3114960"/>
              <a:gd name="connsiteY46280" fmla="*/ 4048601 h 5143785"/>
              <a:gd name="connsiteX46281" fmla="*/ 2614994 w 3114960"/>
              <a:gd name="connsiteY46281" fmla="*/ 4050125 h 5143785"/>
              <a:gd name="connsiteX46282" fmla="*/ 2605088 w 3114960"/>
              <a:gd name="connsiteY46282" fmla="*/ 4050125 h 5143785"/>
              <a:gd name="connsiteX46283" fmla="*/ 2603563 w 3114960"/>
              <a:gd name="connsiteY46283" fmla="*/ 4048601 h 5143785"/>
              <a:gd name="connsiteX46284" fmla="*/ 2603563 w 3114960"/>
              <a:gd name="connsiteY46284" fmla="*/ 4038695 h 5143785"/>
              <a:gd name="connsiteX46285" fmla="*/ 2402872 w 3114960"/>
              <a:gd name="connsiteY46285" fmla="*/ 3932015 h 5143785"/>
              <a:gd name="connsiteX46286" fmla="*/ 2397062 w 3114960"/>
              <a:gd name="connsiteY46286" fmla="*/ 3926205 h 5143785"/>
              <a:gd name="connsiteX46287" fmla="*/ 2402872 w 3114960"/>
              <a:gd name="connsiteY46287" fmla="*/ 3920395 h 5143785"/>
              <a:gd name="connsiteX46288" fmla="*/ 2408682 w 3114960"/>
              <a:gd name="connsiteY46288" fmla="*/ 3926205 h 5143785"/>
              <a:gd name="connsiteX46289" fmla="*/ 2402872 w 3114960"/>
              <a:gd name="connsiteY46289" fmla="*/ 3932015 h 5143785"/>
              <a:gd name="connsiteX46290" fmla="*/ 2359247 w 3114960"/>
              <a:gd name="connsiteY46290" fmla="*/ 3963353 h 5143785"/>
              <a:gd name="connsiteX46291" fmla="*/ 2350580 w 3114960"/>
              <a:gd name="connsiteY46291" fmla="*/ 3954685 h 5143785"/>
              <a:gd name="connsiteX46292" fmla="*/ 2359247 w 3114960"/>
              <a:gd name="connsiteY46292" fmla="*/ 3946017 h 5143785"/>
              <a:gd name="connsiteX46293" fmla="*/ 2367915 w 3114960"/>
              <a:gd name="connsiteY46293" fmla="*/ 3954685 h 5143785"/>
              <a:gd name="connsiteX46294" fmla="*/ 2359247 w 3114960"/>
              <a:gd name="connsiteY46294" fmla="*/ 3963353 h 5143785"/>
              <a:gd name="connsiteX46295" fmla="*/ 2370296 w 3114960"/>
              <a:gd name="connsiteY46295" fmla="*/ 4033647 h 5143785"/>
              <a:gd name="connsiteX46296" fmla="*/ 2361629 w 3114960"/>
              <a:gd name="connsiteY46296" fmla="*/ 4024979 h 5143785"/>
              <a:gd name="connsiteX46297" fmla="*/ 2370296 w 3114960"/>
              <a:gd name="connsiteY46297" fmla="*/ 4016312 h 5143785"/>
              <a:gd name="connsiteX46298" fmla="*/ 2378964 w 3114960"/>
              <a:gd name="connsiteY46298" fmla="*/ 4024979 h 5143785"/>
              <a:gd name="connsiteX46299" fmla="*/ 2370296 w 3114960"/>
              <a:gd name="connsiteY46299" fmla="*/ 4033647 h 5143785"/>
              <a:gd name="connsiteX46300" fmla="*/ 2506980 w 3114960"/>
              <a:gd name="connsiteY46300" fmla="*/ 4004215 h 5143785"/>
              <a:gd name="connsiteX46301" fmla="*/ 2504313 w 3114960"/>
              <a:gd name="connsiteY46301" fmla="*/ 4006882 h 5143785"/>
              <a:gd name="connsiteX46302" fmla="*/ 2497836 w 3114960"/>
              <a:gd name="connsiteY46302" fmla="*/ 4006882 h 5143785"/>
              <a:gd name="connsiteX46303" fmla="*/ 2495169 w 3114960"/>
              <a:gd name="connsiteY46303" fmla="*/ 4004215 h 5143785"/>
              <a:gd name="connsiteX46304" fmla="*/ 2495169 w 3114960"/>
              <a:gd name="connsiteY46304" fmla="*/ 4004215 h 5143785"/>
              <a:gd name="connsiteX46305" fmla="*/ 2506980 w 3114960"/>
              <a:gd name="connsiteY46305" fmla="*/ 4004120 h 5143785"/>
              <a:gd name="connsiteX46306" fmla="*/ 2506980 w 3114960"/>
              <a:gd name="connsiteY46306" fmla="*/ 4004120 h 5143785"/>
              <a:gd name="connsiteX46307" fmla="*/ 2506980 w 3114960"/>
              <a:gd name="connsiteY46307" fmla="*/ 4001643 h 5143785"/>
              <a:gd name="connsiteX46308" fmla="*/ 2495169 w 3114960"/>
              <a:gd name="connsiteY46308" fmla="*/ 4001643 h 5143785"/>
              <a:gd name="connsiteX46309" fmla="*/ 2495169 w 3114960"/>
              <a:gd name="connsiteY46309" fmla="*/ 3998881 h 5143785"/>
              <a:gd name="connsiteX46310" fmla="*/ 2506980 w 3114960"/>
              <a:gd name="connsiteY46310" fmla="*/ 3998881 h 5143785"/>
              <a:gd name="connsiteX46311" fmla="*/ 2506980 w 3114960"/>
              <a:gd name="connsiteY46311" fmla="*/ 4001643 h 5143785"/>
              <a:gd name="connsiteX46312" fmla="*/ 2506980 w 3114960"/>
              <a:gd name="connsiteY46312" fmla="*/ 3997357 h 5143785"/>
              <a:gd name="connsiteX46313" fmla="*/ 2495169 w 3114960"/>
              <a:gd name="connsiteY46313" fmla="*/ 3997357 h 5143785"/>
              <a:gd name="connsiteX46314" fmla="*/ 2495169 w 3114960"/>
              <a:gd name="connsiteY46314" fmla="*/ 3987642 h 5143785"/>
              <a:gd name="connsiteX46315" fmla="*/ 2506980 w 3114960"/>
              <a:gd name="connsiteY46315" fmla="*/ 3987642 h 5143785"/>
              <a:gd name="connsiteX46316" fmla="*/ 2506980 w 3114960"/>
              <a:gd name="connsiteY46316" fmla="*/ 3997357 h 5143785"/>
              <a:gd name="connsiteX46317" fmla="*/ 2506980 w 3114960"/>
              <a:gd name="connsiteY46317" fmla="*/ 3984498 h 5143785"/>
              <a:gd name="connsiteX46318" fmla="*/ 2495169 w 3114960"/>
              <a:gd name="connsiteY46318" fmla="*/ 3984498 h 5143785"/>
              <a:gd name="connsiteX46319" fmla="*/ 2495169 w 3114960"/>
              <a:gd name="connsiteY46319" fmla="*/ 3983831 h 5143785"/>
              <a:gd name="connsiteX46320" fmla="*/ 2497836 w 3114960"/>
              <a:gd name="connsiteY46320" fmla="*/ 3981164 h 5143785"/>
              <a:gd name="connsiteX46321" fmla="*/ 2504313 w 3114960"/>
              <a:gd name="connsiteY46321" fmla="*/ 3981164 h 5143785"/>
              <a:gd name="connsiteX46322" fmla="*/ 2506980 w 3114960"/>
              <a:gd name="connsiteY46322" fmla="*/ 3983831 h 5143785"/>
              <a:gd name="connsiteX46323" fmla="*/ 2506980 w 3114960"/>
              <a:gd name="connsiteY46323" fmla="*/ 3984498 h 5143785"/>
              <a:gd name="connsiteX46324" fmla="*/ 2314004 w 3114960"/>
              <a:gd name="connsiteY46324" fmla="*/ 4071652 h 5143785"/>
              <a:gd name="connsiteX46325" fmla="*/ 2307527 w 3114960"/>
              <a:gd name="connsiteY46325" fmla="*/ 4065175 h 5143785"/>
              <a:gd name="connsiteX46326" fmla="*/ 2314004 w 3114960"/>
              <a:gd name="connsiteY46326" fmla="*/ 4058698 h 5143785"/>
              <a:gd name="connsiteX46327" fmla="*/ 2320481 w 3114960"/>
              <a:gd name="connsiteY46327" fmla="*/ 4065175 h 5143785"/>
              <a:gd name="connsiteX46328" fmla="*/ 2314004 w 3114960"/>
              <a:gd name="connsiteY46328" fmla="*/ 4071652 h 5143785"/>
              <a:gd name="connsiteX46329" fmla="*/ 116681 w 3114960"/>
              <a:gd name="connsiteY46329" fmla="*/ 2775395 h 5143785"/>
              <a:gd name="connsiteX46330" fmla="*/ 131731 w 3114960"/>
              <a:gd name="connsiteY46330" fmla="*/ 2765393 h 5143785"/>
              <a:gd name="connsiteX46331" fmla="*/ 141732 w 3114960"/>
              <a:gd name="connsiteY46331" fmla="*/ 2780443 h 5143785"/>
              <a:gd name="connsiteX46332" fmla="*/ 126683 w 3114960"/>
              <a:gd name="connsiteY46332" fmla="*/ 2790444 h 5143785"/>
              <a:gd name="connsiteX46333" fmla="*/ 116681 w 3114960"/>
              <a:gd name="connsiteY46333" fmla="*/ 2775395 h 5143785"/>
              <a:gd name="connsiteX46334" fmla="*/ 2385917 w 3114960"/>
              <a:gd name="connsiteY46334" fmla="*/ 3214021 h 5143785"/>
              <a:gd name="connsiteX46335" fmla="*/ 2379250 w 3114960"/>
              <a:gd name="connsiteY46335" fmla="*/ 3218688 h 5143785"/>
              <a:gd name="connsiteX46336" fmla="*/ 2377821 w 3114960"/>
              <a:gd name="connsiteY46336" fmla="*/ 3226689 h 5143785"/>
              <a:gd name="connsiteX46337" fmla="*/ 2388203 w 3114960"/>
              <a:gd name="connsiteY46337" fmla="*/ 3234976 h 5143785"/>
              <a:gd name="connsiteX46338" fmla="*/ 2390489 w 3114960"/>
              <a:gd name="connsiteY46338" fmla="*/ 3234690 h 5143785"/>
              <a:gd name="connsiteX46339" fmla="*/ 2397157 w 3114960"/>
              <a:gd name="connsiteY46339" fmla="*/ 3230023 h 5143785"/>
              <a:gd name="connsiteX46340" fmla="*/ 2398586 w 3114960"/>
              <a:gd name="connsiteY46340" fmla="*/ 3222022 h 5143785"/>
              <a:gd name="connsiteX46341" fmla="*/ 2396204 w 3114960"/>
              <a:gd name="connsiteY46341" fmla="*/ 3217545 h 5143785"/>
              <a:gd name="connsiteX46342" fmla="*/ 2430971 w 3114960"/>
              <a:gd name="connsiteY46342" fmla="*/ 3187922 h 5143785"/>
              <a:gd name="connsiteX46343" fmla="*/ 2491550 w 3114960"/>
              <a:gd name="connsiteY46343" fmla="*/ 3187542 h 5143785"/>
              <a:gd name="connsiteX46344" fmla="*/ 2507171 w 3114960"/>
              <a:gd name="connsiteY46344" fmla="*/ 3199067 h 5143785"/>
              <a:gd name="connsiteX46345" fmla="*/ 2578703 w 3114960"/>
              <a:gd name="connsiteY46345" fmla="*/ 3198876 h 5143785"/>
              <a:gd name="connsiteX46346" fmla="*/ 2654999 w 3114960"/>
              <a:gd name="connsiteY46346" fmla="*/ 3128010 h 5143785"/>
              <a:gd name="connsiteX46347" fmla="*/ 2674239 w 3114960"/>
              <a:gd name="connsiteY46347" fmla="*/ 3128010 h 5143785"/>
              <a:gd name="connsiteX46348" fmla="*/ 2674239 w 3114960"/>
              <a:gd name="connsiteY46348" fmla="*/ 3131915 h 5143785"/>
              <a:gd name="connsiteX46349" fmla="*/ 2681097 w 3114960"/>
              <a:gd name="connsiteY46349" fmla="*/ 3138678 h 5143785"/>
              <a:gd name="connsiteX46350" fmla="*/ 2693765 w 3114960"/>
              <a:gd name="connsiteY46350" fmla="*/ 3138678 h 5143785"/>
              <a:gd name="connsiteX46351" fmla="*/ 2700623 w 3114960"/>
              <a:gd name="connsiteY46351" fmla="*/ 3131915 h 5143785"/>
              <a:gd name="connsiteX46352" fmla="*/ 2700623 w 3114960"/>
              <a:gd name="connsiteY46352" fmla="*/ 3119247 h 5143785"/>
              <a:gd name="connsiteX46353" fmla="*/ 2693765 w 3114960"/>
              <a:gd name="connsiteY46353" fmla="*/ 3112484 h 5143785"/>
              <a:gd name="connsiteX46354" fmla="*/ 2681097 w 3114960"/>
              <a:gd name="connsiteY46354" fmla="*/ 3112484 h 5143785"/>
              <a:gd name="connsiteX46355" fmla="*/ 2674239 w 3114960"/>
              <a:gd name="connsiteY46355" fmla="*/ 3119247 h 5143785"/>
              <a:gd name="connsiteX46356" fmla="*/ 2674239 w 3114960"/>
              <a:gd name="connsiteY46356" fmla="*/ 3123248 h 5143785"/>
              <a:gd name="connsiteX46357" fmla="*/ 2653189 w 3114960"/>
              <a:gd name="connsiteY46357" fmla="*/ 3123248 h 5143785"/>
              <a:gd name="connsiteX46358" fmla="*/ 2576894 w 3114960"/>
              <a:gd name="connsiteY46358" fmla="*/ 3194209 h 5143785"/>
              <a:gd name="connsiteX46359" fmla="*/ 2508790 w 3114960"/>
              <a:gd name="connsiteY46359" fmla="*/ 3194399 h 5143785"/>
              <a:gd name="connsiteX46360" fmla="*/ 2493074 w 3114960"/>
              <a:gd name="connsiteY46360" fmla="*/ 3182779 h 5143785"/>
              <a:gd name="connsiteX46361" fmla="*/ 2429256 w 3114960"/>
              <a:gd name="connsiteY46361" fmla="*/ 3183160 h 5143785"/>
              <a:gd name="connsiteX46362" fmla="*/ 2428589 w 3114960"/>
              <a:gd name="connsiteY46362" fmla="*/ 3183731 h 5143785"/>
              <a:gd name="connsiteX46363" fmla="*/ 2392585 w 3114960"/>
              <a:gd name="connsiteY46363" fmla="*/ 3214497 h 5143785"/>
              <a:gd name="connsiteX46364" fmla="*/ 2393156 w 3114960"/>
              <a:gd name="connsiteY46364" fmla="*/ 3214973 h 5143785"/>
              <a:gd name="connsiteX46365" fmla="*/ 2386013 w 3114960"/>
              <a:gd name="connsiteY46365" fmla="*/ 3213926 h 5143785"/>
              <a:gd name="connsiteX46366" fmla="*/ 2679002 w 3114960"/>
              <a:gd name="connsiteY46366" fmla="*/ 3119342 h 5143785"/>
              <a:gd name="connsiteX46367" fmla="*/ 2681097 w 3114960"/>
              <a:gd name="connsiteY46367" fmla="*/ 3117342 h 5143785"/>
              <a:gd name="connsiteX46368" fmla="*/ 2693765 w 3114960"/>
              <a:gd name="connsiteY46368" fmla="*/ 3117342 h 5143785"/>
              <a:gd name="connsiteX46369" fmla="*/ 2695861 w 3114960"/>
              <a:gd name="connsiteY46369" fmla="*/ 3119342 h 5143785"/>
              <a:gd name="connsiteX46370" fmla="*/ 2695861 w 3114960"/>
              <a:gd name="connsiteY46370" fmla="*/ 3132011 h 5143785"/>
              <a:gd name="connsiteX46371" fmla="*/ 2693765 w 3114960"/>
              <a:gd name="connsiteY46371" fmla="*/ 3134011 h 5143785"/>
              <a:gd name="connsiteX46372" fmla="*/ 2681097 w 3114960"/>
              <a:gd name="connsiteY46372" fmla="*/ 3134011 h 5143785"/>
              <a:gd name="connsiteX46373" fmla="*/ 2679002 w 3114960"/>
              <a:gd name="connsiteY46373" fmla="*/ 3132011 h 5143785"/>
              <a:gd name="connsiteX46374" fmla="*/ 2679002 w 3114960"/>
              <a:gd name="connsiteY46374" fmla="*/ 3119342 h 5143785"/>
              <a:gd name="connsiteX46375" fmla="*/ 2394014 w 3114960"/>
              <a:gd name="connsiteY46375" fmla="*/ 3223165 h 5143785"/>
              <a:gd name="connsiteX46376" fmla="*/ 2393252 w 3114960"/>
              <a:gd name="connsiteY46376" fmla="*/ 3227546 h 5143785"/>
              <a:gd name="connsiteX46377" fmla="*/ 2389537 w 3114960"/>
              <a:gd name="connsiteY46377" fmla="*/ 3230118 h 5143785"/>
              <a:gd name="connsiteX46378" fmla="*/ 2382584 w 3114960"/>
              <a:gd name="connsiteY46378" fmla="*/ 3225642 h 5143785"/>
              <a:gd name="connsiteX46379" fmla="*/ 2383346 w 3114960"/>
              <a:gd name="connsiteY46379" fmla="*/ 3221260 h 5143785"/>
              <a:gd name="connsiteX46380" fmla="*/ 2387060 w 3114960"/>
              <a:gd name="connsiteY46380" fmla="*/ 3218688 h 5143785"/>
              <a:gd name="connsiteX46381" fmla="*/ 2388394 w 3114960"/>
              <a:gd name="connsiteY46381" fmla="*/ 3218498 h 5143785"/>
              <a:gd name="connsiteX46382" fmla="*/ 2391537 w 3114960"/>
              <a:gd name="connsiteY46382" fmla="*/ 3219450 h 5143785"/>
              <a:gd name="connsiteX46383" fmla="*/ 2394109 w 3114960"/>
              <a:gd name="connsiteY46383" fmla="*/ 3223165 h 5143785"/>
              <a:gd name="connsiteX46384" fmla="*/ 2351246 w 3114960"/>
              <a:gd name="connsiteY46384" fmla="*/ 3237452 h 5143785"/>
              <a:gd name="connsiteX46385" fmla="*/ 2343150 w 3114960"/>
              <a:gd name="connsiteY46385" fmla="*/ 3237452 h 5143785"/>
              <a:gd name="connsiteX46386" fmla="*/ 2336292 w 3114960"/>
              <a:gd name="connsiteY46386" fmla="*/ 3244215 h 5143785"/>
              <a:gd name="connsiteX46387" fmla="*/ 2336292 w 3114960"/>
              <a:gd name="connsiteY46387" fmla="*/ 3252311 h 5143785"/>
              <a:gd name="connsiteX46388" fmla="*/ 2343150 w 3114960"/>
              <a:gd name="connsiteY46388" fmla="*/ 3259169 h 5143785"/>
              <a:gd name="connsiteX46389" fmla="*/ 2351246 w 3114960"/>
              <a:gd name="connsiteY46389" fmla="*/ 3259169 h 5143785"/>
              <a:gd name="connsiteX46390" fmla="*/ 2358104 w 3114960"/>
              <a:gd name="connsiteY46390" fmla="*/ 3252311 h 5143785"/>
              <a:gd name="connsiteX46391" fmla="*/ 2358104 w 3114960"/>
              <a:gd name="connsiteY46391" fmla="*/ 3249740 h 5143785"/>
              <a:gd name="connsiteX46392" fmla="*/ 2377345 w 3114960"/>
              <a:gd name="connsiteY46392" fmla="*/ 3249740 h 5143785"/>
              <a:gd name="connsiteX46393" fmla="*/ 2453640 w 3114960"/>
              <a:gd name="connsiteY46393" fmla="*/ 3320701 h 5143785"/>
              <a:gd name="connsiteX46394" fmla="*/ 2509457 w 3114960"/>
              <a:gd name="connsiteY46394" fmla="*/ 3320701 h 5143785"/>
              <a:gd name="connsiteX46395" fmla="*/ 2514124 w 3114960"/>
              <a:gd name="connsiteY46395" fmla="*/ 3327368 h 5143785"/>
              <a:gd name="connsiteX46396" fmla="*/ 2519839 w 3114960"/>
              <a:gd name="connsiteY46396" fmla="*/ 3328988 h 5143785"/>
              <a:gd name="connsiteX46397" fmla="*/ 2522220 w 3114960"/>
              <a:gd name="connsiteY46397" fmla="*/ 3328702 h 5143785"/>
              <a:gd name="connsiteX46398" fmla="*/ 2528888 w 3114960"/>
              <a:gd name="connsiteY46398" fmla="*/ 3324035 h 5143785"/>
              <a:gd name="connsiteX46399" fmla="*/ 2530317 w 3114960"/>
              <a:gd name="connsiteY46399" fmla="*/ 3316034 h 5143785"/>
              <a:gd name="connsiteX46400" fmla="*/ 2525649 w 3114960"/>
              <a:gd name="connsiteY46400" fmla="*/ 3309366 h 5143785"/>
              <a:gd name="connsiteX46401" fmla="*/ 2517648 w 3114960"/>
              <a:gd name="connsiteY46401" fmla="*/ 3307937 h 5143785"/>
              <a:gd name="connsiteX46402" fmla="*/ 2510980 w 3114960"/>
              <a:gd name="connsiteY46402" fmla="*/ 3312605 h 5143785"/>
              <a:gd name="connsiteX46403" fmla="*/ 2509742 w 3114960"/>
              <a:gd name="connsiteY46403" fmla="*/ 3315938 h 5143785"/>
              <a:gd name="connsiteX46404" fmla="*/ 2455736 w 3114960"/>
              <a:gd name="connsiteY46404" fmla="*/ 3315938 h 5143785"/>
              <a:gd name="connsiteX46405" fmla="*/ 2379440 w 3114960"/>
              <a:gd name="connsiteY46405" fmla="*/ 3244977 h 5143785"/>
              <a:gd name="connsiteX46406" fmla="*/ 2358390 w 3114960"/>
              <a:gd name="connsiteY46406" fmla="*/ 3244977 h 5143785"/>
              <a:gd name="connsiteX46407" fmla="*/ 2358390 w 3114960"/>
              <a:gd name="connsiteY46407" fmla="*/ 3244120 h 5143785"/>
              <a:gd name="connsiteX46408" fmla="*/ 2351532 w 3114960"/>
              <a:gd name="connsiteY46408" fmla="*/ 3237357 h 5143785"/>
              <a:gd name="connsiteX46409" fmla="*/ 2353342 w 3114960"/>
              <a:gd name="connsiteY46409" fmla="*/ 3252311 h 5143785"/>
              <a:gd name="connsiteX46410" fmla="*/ 2351246 w 3114960"/>
              <a:gd name="connsiteY46410" fmla="*/ 3254407 h 5143785"/>
              <a:gd name="connsiteX46411" fmla="*/ 2343150 w 3114960"/>
              <a:gd name="connsiteY46411" fmla="*/ 3254407 h 5143785"/>
              <a:gd name="connsiteX46412" fmla="*/ 2341055 w 3114960"/>
              <a:gd name="connsiteY46412" fmla="*/ 3252311 h 5143785"/>
              <a:gd name="connsiteX46413" fmla="*/ 2341055 w 3114960"/>
              <a:gd name="connsiteY46413" fmla="*/ 3244215 h 5143785"/>
              <a:gd name="connsiteX46414" fmla="*/ 2343150 w 3114960"/>
              <a:gd name="connsiteY46414" fmla="*/ 3242215 h 5143785"/>
              <a:gd name="connsiteX46415" fmla="*/ 2351246 w 3114960"/>
              <a:gd name="connsiteY46415" fmla="*/ 3242215 h 5143785"/>
              <a:gd name="connsiteX46416" fmla="*/ 2353342 w 3114960"/>
              <a:gd name="connsiteY46416" fmla="*/ 3244215 h 5143785"/>
              <a:gd name="connsiteX46417" fmla="*/ 2353342 w 3114960"/>
              <a:gd name="connsiteY46417" fmla="*/ 3252311 h 5143785"/>
              <a:gd name="connsiteX46418" fmla="*/ 2514791 w 3114960"/>
              <a:gd name="connsiteY46418" fmla="*/ 3315272 h 5143785"/>
              <a:gd name="connsiteX46419" fmla="*/ 2518505 w 3114960"/>
              <a:gd name="connsiteY46419" fmla="*/ 3312700 h 5143785"/>
              <a:gd name="connsiteX46420" fmla="*/ 2519839 w 3114960"/>
              <a:gd name="connsiteY46420" fmla="*/ 3312509 h 5143785"/>
              <a:gd name="connsiteX46421" fmla="*/ 2522982 w 3114960"/>
              <a:gd name="connsiteY46421" fmla="*/ 3313462 h 5143785"/>
              <a:gd name="connsiteX46422" fmla="*/ 2525554 w 3114960"/>
              <a:gd name="connsiteY46422" fmla="*/ 3317177 h 5143785"/>
              <a:gd name="connsiteX46423" fmla="*/ 2524792 w 3114960"/>
              <a:gd name="connsiteY46423" fmla="*/ 3321558 h 5143785"/>
              <a:gd name="connsiteX46424" fmla="*/ 2521077 w 3114960"/>
              <a:gd name="connsiteY46424" fmla="*/ 3324130 h 5143785"/>
              <a:gd name="connsiteX46425" fmla="*/ 2516696 w 3114960"/>
              <a:gd name="connsiteY46425" fmla="*/ 3323368 h 5143785"/>
              <a:gd name="connsiteX46426" fmla="*/ 2514124 w 3114960"/>
              <a:gd name="connsiteY46426" fmla="*/ 3319653 h 5143785"/>
              <a:gd name="connsiteX46427" fmla="*/ 2514886 w 3114960"/>
              <a:gd name="connsiteY46427" fmla="*/ 3315272 h 5143785"/>
              <a:gd name="connsiteX46428" fmla="*/ 2792540 w 3114960"/>
              <a:gd name="connsiteY46428" fmla="*/ 3793808 h 5143785"/>
              <a:gd name="connsiteX46429" fmla="*/ 2793492 w 3114960"/>
              <a:gd name="connsiteY46429" fmla="*/ 3791998 h 5143785"/>
              <a:gd name="connsiteX46430" fmla="*/ 2690717 w 3114960"/>
              <a:gd name="connsiteY46430" fmla="*/ 3696176 h 5143785"/>
              <a:gd name="connsiteX46431" fmla="*/ 2689955 w 3114960"/>
              <a:gd name="connsiteY46431" fmla="*/ 3561874 h 5143785"/>
              <a:gd name="connsiteX46432" fmla="*/ 2686526 w 3114960"/>
              <a:gd name="connsiteY46432" fmla="*/ 3560159 h 5143785"/>
              <a:gd name="connsiteX46433" fmla="*/ 2684907 w 3114960"/>
              <a:gd name="connsiteY46433" fmla="*/ 3546920 h 5143785"/>
              <a:gd name="connsiteX46434" fmla="*/ 2698147 w 3114960"/>
              <a:gd name="connsiteY46434" fmla="*/ 3545300 h 5143785"/>
              <a:gd name="connsiteX46435" fmla="*/ 2699766 w 3114960"/>
              <a:gd name="connsiteY46435" fmla="*/ 3558540 h 5143785"/>
              <a:gd name="connsiteX46436" fmla="*/ 2694718 w 3114960"/>
              <a:gd name="connsiteY46436" fmla="*/ 3561684 h 5143785"/>
              <a:gd name="connsiteX46437" fmla="*/ 2695480 w 3114960"/>
              <a:gd name="connsiteY46437" fmla="*/ 3693986 h 5143785"/>
              <a:gd name="connsiteX46438" fmla="*/ 2796826 w 3114960"/>
              <a:gd name="connsiteY46438" fmla="*/ 3788474 h 5143785"/>
              <a:gd name="connsiteX46439" fmla="*/ 2803208 w 3114960"/>
              <a:gd name="connsiteY46439" fmla="*/ 3787807 h 5143785"/>
              <a:gd name="connsiteX46440" fmla="*/ 2809113 w 3114960"/>
              <a:gd name="connsiteY46440" fmla="*/ 3798380 h 5143785"/>
              <a:gd name="connsiteX46441" fmla="*/ 2798540 w 3114960"/>
              <a:gd name="connsiteY46441" fmla="*/ 3804285 h 5143785"/>
              <a:gd name="connsiteX46442" fmla="*/ 2792635 w 3114960"/>
              <a:gd name="connsiteY46442" fmla="*/ 3793712 h 5143785"/>
              <a:gd name="connsiteX46443" fmla="*/ 704374 w 3114960"/>
              <a:gd name="connsiteY46443" fmla="*/ 2053114 h 5143785"/>
              <a:gd name="connsiteX46444" fmla="*/ 711518 w 3114960"/>
              <a:gd name="connsiteY46444" fmla="*/ 2053114 h 5143785"/>
              <a:gd name="connsiteX46445" fmla="*/ 711518 w 3114960"/>
              <a:gd name="connsiteY46445" fmla="*/ 2061591 h 5143785"/>
              <a:gd name="connsiteX46446" fmla="*/ 704374 w 3114960"/>
              <a:gd name="connsiteY46446" fmla="*/ 2061591 h 5143785"/>
              <a:gd name="connsiteX46447" fmla="*/ 704374 w 3114960"/>
              <a:gd name="connsiteY46447" fmla="*/ 2053114 h 5143785"/>
              <a:gd name="connsiteX46448" fmla="*/ 2445639 w 3114960"/>
              <a:gd name="connsiteY46448" fmla="*/ 3905250 h 5143785"/>
              <a:gd name="connsiteX46449" fmla="*/ 2464689 w 3114960"/>
              <a:gd name="connsiteY46449" fmla="*/ 3905250 h 5143785"/>
              <a:gd name="connsiteX46450" fmla="*/ 2471547 w 3114960"/>
              <a:gd name="connsiteY46450" fmla="*/ 3898487 h 5143785"/>
              <a:gd name="connsiteX46451" fmla="*/ 2471547 w 3114960"/>
              <a:gd name="connsiteY46451" fmla="*/ 3890391 h 5143785"/>
              <a:gd name="connsiteX46452" fmla="*/ 2464689 w 3114960"/>
              <a:gd name="connsiteY46452" fmla="*/ 3883533 h 5143785"/>
              <a:gd name="connsiteX46453" fmla="*/ 2445639 w 3114960"/>
              <a:gd name="connsiteY46453" fmla="*/ 3883533 h 5143785"/>
              <a:gd name="connsiteX46454" fmla="*/ 2438781 w 3114960"/>
              <a:gd name="connsiteY46454" fmla="*/ 3890391 h 5143785"/>
              <a:gd name="connsiteX46455" fmla="*/ 2438781 w 3114960"/>
              <a:gd name="connsiteY46455" fmla="*/ 3892010 h 5143785"/>
              <a:gd name="connsiteX46456" fmla="*/ 2342007 w 3114960"/>
              <a:gd name="connsiteY46456" fmla="*/ 3892010 h 5143785"/>
              <a:gd name="connsiteX46457" fmla="*/ 2311622 w 3114960"/>
              <a:gd name="connsiteY46457" fmla="*/ 3918871 h 5143785"/>
              <a:gd name="connsiteX46458" fmla="*/ 2311622 w 3114960"/>
              <a:gd name="connsiteY46458" fmla="*/ 4015073 h 5143785"/>
              <a:gd name="connsiteX46459" fmla="*/ 2302764 w 3114960"/>
              <a:gd name="connsiteY46459" fmla="*/ 4025837 h 5143785"/>
              <a:gd name="connsiteX46460" fmla="*/ 2314004 w 3114960"/>
              <a:gd name="connsiteY46460" fmla="*/ 4037076 h 5143785"/>
              <a:gd name="connsiteX46461" fmla="*/ 2325243 w 3114960"/>
              <a:gd name="connsiteY46461" fmla="*/ 4025837 h 5143785"/>
              <a:gd name="connsiteX46462" fmla="*/ 2316385 w 3114960"/>
              <a:gd name="connsiteY46462" fmla="*/ 4015073 h 5143785"/>
              <a:gd name="connsiteX46463" fmla="*/ 2316385 w 3114960"/>
              <a:gd name="connsiteY46463" fmla="*/ 3920967 h 5143785"/>
              <a:gd name="connsiteX46464" fmla="*/ 2343817 w 3114960"/>
              <a:gd name="connsiteY46464" fmla="*/ 3896678 h 5143785"/>
              <a:gd name="connsiteX46465" fmla="*/ 2438781 w 3114960"/>
              <a:gd name="connsiteY46465" fmla="*/ 3896678 h 5143785"/>
              <a:gd name="connsiteX46466" fmla="*/ 2438781 w 3114960"/>
              <a:gd name="connsiteY46466" fmla="*/ 3898297 h 5143785"/>
              <a:gd name="connsiteX46467" fmla="*/ 2445639 w 3114960"/>
              <a:gd name="connsiteY46467" fmla="*/ 3905060 h 5143785"/>
              <a:gd name="connsiteX46468" fmla="*/ 2460593 w 3114960"/>
              <a:gd name="connsiteY46468" fmla="*/ 3888296 h 5143785"/>
              <a:gd name="connsiteX46469" fmla="*/ 2464689 w 3114960"/>
              <a:gd name="connsiteY46469" fmla="*/ 3888296 h 5143785"/>
              <a:gd name="connsiteX46470" fmla="*/ 2466785 w 3114960"/>
              <a:gd name="connsiteY46470" fmla="*/ 3890391 h 5143785"/>
              <a:gd name="connsiteX46471" fmla="*/ 2466785 w 3114960"/>
              <a:gd name="connsiteY46471" fmla="*/ 3898487 h 5143785"/>
              <a:gd name="connsiteX46472" fmla="*/ 2464689 w 3114960"/>
              <a:gd name="connsiteY46472" fmla="*/ 3900488 h 5143785"/>
              <a:gd name="connsiteX46473" fmla="*/ 2460593 w 3114960"/>
              <a:gd name="connsiteY46473" fmla="*/ 3900488 h 5143785"/>
              <a:gd name="connsiteX46474" fmla="*/ 2460593 w 3114960"/>
              <a:gd name="connsiteY46474" fmla="*/ 3888296 h 5143785"/>
              <a:gd name="connsiteX46475" fmla="*/ 2443544 w 3114960"/>
              <a:gd name="connsiteY46475" fmla="*/ 3890296 h 5143785"/>
              <a:gd name="connsiteX46476" fmla="*/ 2445639 w 3114960"/>
              <a:gd name="connsiteY46476" fmla="*/ 3888200 h 5143785"/>
              <a:gd name="connsiteX46477" fmla="*/ 2450021 w 3114960"/>
              <a:gd name="connsiteY46477" fmla="*/ 3888200 h 5143785"/>
              <a:gd name="connsiteX46478" fmla="*/ 2450021 w 3114960"/>
              <a:gd name="connsiteY46478" fmla="*/ 3900392 h 5143785"/>
              <a:gd name="connsiteX46479" fmla="*/ 2445639 w 3114960"/>
              <a:gd name="connsiteY46479" fmla="*/ 3900392 h 5143785"/>
              <a:gd name="connsiteX46480" fmla="*/ 2443544 w 3114960"/>
              <a:gd name="connsiteY46480" fmla="*/ 3898392 h 5143785"/>
              <a:gd name="connsiteX46481" fmla="*/ 2443544 w 3114960"/>
              <a:gd name="connsiteY46481" fmla="*/ 3890296 h 5143785"/>
              <a:gd name="connsiteX46482" fmla="*/ 2320481 w 3114960"/>
              <a:gd name="connsiteY46482" fmla="*/ 4025837 h 5143785"/>
              <a:gd name="connsiteX46483" fmla="*/ 2314004 w 3114960"/>
              <a:gd name="connsiteY46483" fmla="*/ 4032313 h 5143785"/>
              <a:gd name="connsiteX46484" fmla="*/ 2307527 w 3114960"/>
              <a:gd name="connsiteY46484" fmla="*/ 4025837 h 5143785"/>
              <a:gd name="connsiteX46485" fmla="*/ 2314004 w 3114960"/>
              <a:gd name="connsiteY46485" fmla="*/ 4019360 h 5143785"/>
              <a:gd name="connsiteX46486" fmla="*/ 2320481 w 3114960"/>
              <a:gd name="connsiteY46486" fmla="*/ 4025837 h 5143785"/>
              <a:gd name="connsiteX46487" fmla="*/ 704374 w 3114960"/>
              <a:gd name="connsiteY46487" fmla="*/ 2036255 h 5143785"/>
              <a:gd name="connsiteX46488" fmla="*/ 711518 w 3114960"/>
              <a:gd name="connsiteY46488" fmla="*/ 2036255 h 5143785"/>
              <a:gd name="connsiteX46489" fmla="*/ 711518 w 3114960"/>
              <a:gd name="connsiteY46489" fmla="*/ 2044732 h 5143785"/>
              <a:gd name="connsiteX46490" fmla="*/ 704374 w 3114960"/>
              <a:gd name="connsiteY46490" fmla="*/ 2044732 h 5143785"/>
              <a:gd name="connsiteX46491" fmla="*/ 704374 w 3114960"/>
              <a:gd name="connsiteY46491" fmla="*/ 2036255 h 5143785"/>
              <a:gd name="connsiteX46492" fmla="*/ 711518 w 3114960"/>
              <a:gd name="connsiteY46492" fmla="*/ 2011013 h 5143785"/>
              <a:gd name="connsiteX46493" fmla="*/ 704374 w 3114960"/>
              <a:gd name="connsiteY46493" fmla="*/ 2011013 h 5143785"/>
              <a:gd name="connsiteX46494" fmla="*/ 704374 w 3114960"/>
              <a:gd name="connsiteY46494" fmla="*/ 2002536 h 5143785"/>
              <a:gd name="connsiteX46495" fmla="*/ 711518 w 3114960"/>
              <a:gd name="connsiteY46495" fmla="*/ 2002536 h 5143785"/>
              <a:gd name="connsiteX46496" fmla="*/ 711518 w 3114960"/>
              <a:gd name="connsiteY46496" fmla="*/ 2011013 h 5143785"/>
              <a:gd name="connsiteX46497" fmla="*/ 2822162 w 3114960"/>
              <a:gd name="connsiteY46497" fmla="*/ 3770567 h 5143785"/>
              <a:gd name="connsiteX46498" fmla="*/ 2828163 w 3114960"/>
              <a:gd name="connsiteY46498" fmla="*/ 3776567 h 5143785"/>
              <a:gd name="connsiteX46499" fmla="*/ 2848451 w 3114960"/>
              <a:gd name="connsiteY46499" fmla="*/ 3776567 h 5143785"/>
              <a:gd name="connsiteX46500" fmla="*/ 2849785 w 3114960"/>
              <a:gd name="connsiteY46500" fmla="*/ 3776282 h 5143785"/>
              <a:gd name="connsiteX46501" fmla="*/ 2875979 w 3114960"/>
              <a:gd name="connsiteY46501" fmla="*/ 3799237 h 5143785"/>
              <a:gd name="connsiteX46502" fmla="*/ 2943320 w 3114960"/>
              <a:gd name="connsiteY46502" fmla="*/ 3798475 h 5143785"/>
              <a:gd name="connsiteX46503" fmla="*/ 2960942 w 3114960"/>
              <a:gd name="connsiteY46503" fmla="*/ 3814001 h 5143785"/>
              <a:gd name="connsiteX46504" fmla="*/ 3008948 w 3114960"/>
              <a:gd name="connsiteY46504" fmla="*/ 3814001 h 5143785"/>
              <a:gd name="connsiteX46505" fmla="*/ 3008948 w 3114960"/>
              <a:gd name="connsiteY46505" fmla="*/ 3836670 h 5143785"/>
              <a:gd name="connsiteX46506" fmla="*/ 2959703 w 3114960"/>
              <a:gd name="connsiteY46506" fmla="*/ 3836670 h 5143785"/>
              <a:gd name="connsiteX46507" fmla="*/ 2941987 w 3114960"/>
              <a:gd name="connsiteY46507" fmla="*/ 3821144 h 5143785"/>
              <a:gd name="connsiteX46508" fmla="*/ 2884456 w 3114960"/>
              <a:gd name="connsiteY46508" fmla="*/ 3821144 h 5143785"/>
              <a:gd name="connsiteX46509" fmla="*/ 2884456 w 3114960"/>
              <a:gd name="connsiteY46509" fmla="*/ 3818192 h 5143785"/>
              <a:gd name="connsiteX46510" fmla="*/ 2878169 w 3114960"/>
              <a:gd name="connsiteY46510" fmla="*/ 3811905 h 5143785"/>
              <a:gd name="connsiteX46511" fmla="*/ 2868263 w 3114960"/>
              <a:gd name="connsiteY46511" fmla="*/ 3811905 h 5143785"/>
              <a:gd name="connsiteX46512" fmla="*/ 2861977 w 3114960"/>
              <a:gd name="connsiteY46512" fmla="*/ 3818192 h 5143785"/>
              <a:gd name="connsiteX46513" fmla="*/ 2861977 w 3114960"/>
              <a:gd name="connsiteY46513" fmla="*/ 3828098 h 5143785"/>
              <a:gd name="connsiteX46514" fmla="*/ 2868263 w 3114960"/>
              <a:gd name="connsiteY46514" fmla="*/ 3834384 h 5143785"/>
              <a:gd name="connsiteX46515" fmla="*/ 2878169 w 3114960"/>
              <a:gd name="connsiteY46515" fmla="*/ 3834384 h 5143785"/>
              <a:gd name="connsiteX46516" fmla="*/ 2884456 w 3114960"/>
              <a:gd name="connsiteY46516" fmla="*/ 3828098 h 5143785"/>
              <a:gd name="connsiteX46517" fmla="*/ 2884456 w 3114960"/>
              <a:gd name="connsiteY46517" fmla="*/ 3825812 h 5143785"/>
              <a:gd name="connsiteX46518" fmla="*/ 2940177 w 3114960"/>
              <a:gd name="connsiteY46518" fmla="*/ 3825812 h 5143785"/>
              <a:gd name="connsiteX46519" fmla="*/ 2954941 w 3114960"/>
              <a:gd name="connsiteY46519" fmla="*/ 3838766 h 5143785"/>
              <a:gd name="connsiteX46520" fmla="*/ 2931128 w 3114960"/>
              <a:gd name="connsiteY46520" fmla="*/ 3856387 h 5143785"/>
              <a:gd name="connsiteX46521" fmla="*/ 2910364 w 3114960"/>
              <a:gd name="connsiteY46521" fmla="*/ 3856387 h 5143785"/>
              <a:gd name="connsiteX46522" fmla="*/ 2902839 w 3114960"/>
              <a:gd name="connsiteY46522" fmla="*/ 3848195 h 5143785"/>
              <a:gd name="connsiteX46523" fmla="*/ 2889313 w 3114960"/>
              <a:gd name="connsiteY46523" fmla="*/ 3855720 h 5143785"/>
              <a:gd name="connsiteX46524" fmla="*/ 2890266 w 3114960"/>
              <a:gd name="connsiteY46524" fmla="*/ 3864007 h 5143785"/>
              <a:gd name="connsiteX46525" fmla="*/ 2896838 w 3114960"/>
              <a:gd name="connsiteY46525" fmla="*/ 3869246 h 5143785"/>
              <a:gd name="connsiteX46526" fmla="*/ 2899886 w 3114960"/>
              <a:gd name="connsiteY46526" fmla="*/ 3869627 h 5143785"/>
              <a:gd name="connsiteX46527" fmla="*/ 2905220 w 3114960"/>
              <a:gd name="connsiteY46527" fmla="*/ 3868293 h 5143785"/>
              <a:gd name="connsiteX46528" fmla="*/ 2910459 w 3114960"/>
              <a:gd name="connsiteY46528" fmla="*/ 3861721 h 5143785"/>
              <a:gd name="connsiteX46529" fmla="*/ 2910459 w 3114960"/>
              <a:gd name="connsiteY46529" fmla="*/ 3861054 h 5143785"/>
              <a:gd name="connsiteX46530" fmla="*/ 2932748 w 3114960"/>
              <a:gd name="connsiteY46530" fmla="*/ 3861054 h 5143785"/>
              <a:gd name="connsiteX46531" fmla="*/ 2959513 w 3114960"/>
              <a:gd name="connsiteY46531" fmla="*/ 3841242 h 5143785"/>
              <a:gd name="connsiteX46532" fmla="*/ 3009329 w 3114960"/>
              <a:gd name="connsiteY46532" fmla="*/ 3841242 h 5143785"/>
              <a:gd name="connsiteX46533" fmla="*/ 3018377 w 3114960"/>
              <a:gd name="connsiteY46533" fmla="*/ 3848481 h 5143785"/>
              <a:gd name="connsiteX46534" fmla="*/ 3048476 w 3114960"/>
              <a:gd name="connsiteY46534" fmla="*/ 3848481 h 5143785"/>
              <a:gd name="connsiteX46535" fmla="*/ 3057430 w 3114960"/>
              <a:gd name="connsiteY46535" fmla="*/ 3841528 h 5143785"/>
              <a:gd name="connsiteX46536" fmla="*/ 3108960 w 3114960"/>
              <a:gd name="connsiteY46536" fmla="*/ 3841528 h 5143785"/>
              <a:gd name="connsiteX46537" fmla="*/ 3114580 w 3114960"/>
              <a:gd name="connsiteY46537" fmla="*/ 3845624 h 5143785"/>
              <a:gd name="connsiteX46538" fmla="*/ 3114580 w 3114960"/>
              <a:gd name="connsiteY46538" fmla="*/ 3839718 h 5143785"/>
              <a:gd name="connsiteX46539" fmla="*/ 3113627 w 3114960"/>
              <a:gd name="connsiteY46539" fmla="*/ 3838956 h 5143785"/>
              <a:gd name="connsiteX46540" fmla="*/ 3114580 w 3114960"/>
              <a:gd name="connsiteY46540" fmla="*/ 3838099 h 5143785"/>
              <a:gd name="connsiteX46541" fmla="*/ 3114580 w 3114960"/>
              <a:gd name="connsiteY46541" fmla="*/ 3831717 h 5143785"/>
              <a:gd name="connsiteX46542" fmla="*/ 3108865 w 3114960"/>
              <a:gd name="connsiteY46542" fmla="*/ 3836670 h 5143785"/>
              <a:gd name="connsiteX46543" fmla="*/ 3057906 w 3114960"/>
              <a:gd name="connsiteY46543" fmla="*/ 3836670 h 5143785"/>
              <a:gd name="connsiteX46544" fmla="*/ 3057906 w 3114960"/>
              <a:gd name="connsiteY46544" fmla="*/ 3814001 h 5143785"/>
              <a:gd name="connsiteX46545" fmla="*/ 3107627 w 3114960"/>
              <a:gd name="connsiteY46545" fmla="*/ 3814001 h 5143785"/>
              <a:gd name="connsiteX46546" fmla="*/ 3114580 w 3114960"/>
              <a:gd name="connsiteY46546" fmla="*/ 3807905 h 5143785"/>
              <a:gd name="connsiteX46547" fmla="*/ 3114580 w 3114960"/>
              <a:gd name="connsiteY46547" fmla="*/ 3801523 h 5143785"/>
              <a:gd name="connsiteX46548" fmla="*/ 3105912 w 3114960"/>
              <a:gd name="connsiteY46548" fmla="*/ 3809143 h 5143785"/>
              <a:gd name="connsiteX46549" fmla="*/ 3058001 w 3114960"/>
              <a:gd name="connsiteY46549" fmla="*/ 3809143 h 5143785"/>
              <a:gd name="connsiteX46550" fmla="*/ 3058001 w 3114960"/>
              <a:gd name="connsiteY46550" fmla="*/ 3808762 h 5143785"/>
              <a:gd name="connsiteX46551" fmla="*/ 3048476 w 3114960"/>
              <a:gd name="connsiteY46551" fmla="*/ 3799237 h 5143785"/>
              <a:gd name="connsiteX46552" fmla="*/ 3047905 w 3114960"/>
              <a:gd name="connsiteY46552" fmla="*/ 3799237 h 5143785"/>
              <a:gd name="connsiteX46553" fmla="*/ 3047905 w 3114960"/>
              <a:gd name="connsiteY46553" fmla="*/ 3743039 h 5143785"/>
              <a:gd name="connsiteX46554" fmla="*/ 3086100 w 3114960"/>
              <a:gd name="connsiteY46554" fmla="*/ 3709130 h 5143785"/>
              <a:gd name="connsiteX46555" fmla="*/ 3114675 w 3114960"/>
              <a:gd name="connsiteY46555" fmla="*/ 3709130 h 5143785"/>
              <a:gd name="connsiteX46556" fmla="*/ 3114675 w 3114960"/>
              <a:gd name="connsiteY46556" fmla="*/ 3704273 h 5143785"/>
              <a:gd name="connsiteX46557" fmla="*/ 3084290 w 3114960"/>
              <a:gd name="connsiteY46557" fmla="*/ 3704273 h 5143785"/>
              <a:gd name="connsiteX46558" fmla="*/ 3043142 w 3114960"/>
              <a:gd name="connsiteY46558" fmla="*/ 3740849 h 5143785"/>
              <a:gd name="connsiteX46559" fmla="*/ 3043142 w 3114960"/>
              <a:gd name="connsiteY46559" fmla="*/ 3799142 h 5143785"/>
              <a:gd name="connsiteX46560" fmla="*/ 3025521 w 3114960"/>
              <a:gd name="connsiteY46560" fmla="*/ 3799142 h 5143785"/>
              <a:gd name="connsiteX46561" fmla="*/ 3025521 w 3114960"/>
              <a:gd name="connsiteY46561" fmla="*/ 3740563 h 5143785"/>
              <a:gd name="connsiteX46562" fmla="*/ 2984373 w 3114960"/>
              <a:gd name="connsiteY46562" fmla="*/ 3704082 h 5143785"/>
              <a:gd name="connsiteX46563" fmla="*/ 2983516 w 3114960"/>
              <a:gd name="connsiteY46563" fmla="*/ 3704082 h 5143785"/>
              <a:gd name="connsiteX46564" fmla="*/ 2944559 w 3114960"/>
              <a:gd name="connsiteY46564" fmla="*/ 3704082 h 5143785"/>
              <a:gd name="connsiteX46565" fmla="*/ 2940653 w 3114960"/>
              <a:gd name="connsiteY46565" fmla="*/ 3697796 h 5143785"/>
              <a:gd name="connsiteX46566" fmla="*/ 2932557 w 3114960"/>
              <a:gd name="connsiteY46566" fmla="*/ 3695700 h 5143785"/>
              <a:gd name="connsiteX46567" fmla="*/ 2926461 w 3114960"/>
              <a:gd name="connsiteY46567" fmla="*/ 3698938 h 5143785"/>
              <a:gd name="connsiteX46568" fmla="*/ 2857310 w 3114960"/>
              <a:gd name="connsiteY46568" fmla="*/ 3634835 h 5143785"/>
              <a:gd name="connsiteX46569" fmla="*/ 2857310 w 3114960"/>
              <a:gd name="connsiteY46569" fmla="*/ 3560540 h 5143785"/>
              <a:gd name="connsiteX46570" fmla="*/ 2859881 w 3114960"/>
              <a:gd name="connsiteY46570" fmla="*/ 3560540 h 5143785"/>
              <a:gd name="connsiteX46571" fmla="*/ 2863787 w 3114960"/>
              <a:gd name="connsiteY46571" fmla="*/ 3556635 h 5143785"/>
              <a:gd name="connsiteX46572" fmla="*/ 2863787 w 3114960"/>
              <a:gd name="connsiteY46572" fmla="*/ 3546729 h 5143785"/>
              <a:gd name="connsiteX46573" fmla="*/ 2859881 w 3114960"/>
              <a:gd name="connsiteY46573" fmla="*/ 3542824 h 5143785"/>
              <a:gd name="connsiteX46574" fmla="*/ 2849975 w 3114960"/>
              <a:gd name="connsiteY46574" fmla="*/ 3542824 h 5143785"/>
              <a:gd name="connsiteX46575" fmla="*/ 2846070 w 3114960"/>
              <a:gd name="connsiteY46575" fmla="*/ 3546729 h 5143785"/>
              <a:gd name="connsiteX46576" fmla="*/ 2846070 w 3114960"/>
              <a:gd name="connsiteY46576" fmla="*/ 3556635 h 5143785"/>
              <a:gd name="connsiteX46577" fmla="*/ 2849975 w 3114960"/>
              <a:gd name="connsiteY46577" fmla="*/ 3560540 h 5143785"/>
              <a:gd name="connsiteX46578" fmla="*/ 2852547 w 3114960"/>
              <a:gd name="connsiteY46578" fmla="*/ 3560540 h 5143785"/>
              <a:gd name="connsiteX46579" fmla="*/ 2852547 w 3114960"/>
              <a:gd name="connsiteY46579" fmla="*/ 3636836 h 5143785"/>
              <a:gd name="connsiteX46580" fmla="*/ 2923794 w 3114960"/>
              <a:gd name="connsiteY46580" fmla="*/ 3702939 h 5143785"/>
              <a:gd name="connsiteX46581" fmla="*/ 2923127 w 3114960"/>
              <a:gd name="connsiteY46581" fmla="*/ 3707987 h 5143785"/>
              <a:gd name="connsiteX46582" fmla="*/ 2927318 w 3114960"/>
              <a:gd name="connsiteY46582" fmla="*/ 3715226 h 5143785"/>
              <a:gd name="connsiteX46583" fmla="*/ 2933891 w 3114960"/>
              <a:gd name="connsiteY46583" fmla="*/ 3717417 h 5143785"/>
              <a:gd name="connsiteX46584" fmla="*/ 2942654 w 3114960"/>
              <a:gd name="connsiteY46584" fmla="*/ 3713036 h 5143785"/>
              <a:gd name="connsiteX46585" fmla="*/ 2944559 w 3114960"/>
              <a:gd name="connsiteY46585" fmla="*/ 3708749 h 5143785"/>
              <a:gd name="connsiteX46586" fmla="*/ 2982468 w 3114960"/>
              <a:gd name="connsiteY46586" fmla="*/ 3708749 h 5143785"/>
              <a:gd name="connsiteX46587" fmla="*/ 3020663 w 3114960"/>
              <a:gd name="connsiteY46587" fmla="*/ 3742659 h 5143785"/>
              <a:gd name="connsiteX46588" fmla="*/ 3020663 w 3114960"/>
              <a:gd name="connsiteY46588" fmla="*/ 3799046 h 5143785"/>
              <a:gd name="connsiteX46589" fmla="*/ 3018282 w 3114960"/>
              <a:gd name="connsiteY46589" fmla="*/ 3799046 h 5143785"/>
              <a:gd name="connsiteX46590" fmla="*/ 3008757 w 3114960"/>
              <a:gd name="connsiteY46590" fmla="*/ 3808571 h 5143785"/>
              <a:gd name="connsiteX46591" fmla="*/ 3008757 w 3114960"/>
              <a:gd name="connsiteY46591" fmla="*/ 3808762 h 5143785"/>
              <a:gd name="connsiteX46592" fmla="*/ 2962561 w 3114960"/>
              <a:gd name="connsiteY46592" fmla="*/ 3808762 h 5143785"/>
              <a:gd name="connsiteX46593" fmla="*/ 2944844 w 3114960"/>
              <a:gd name="connsiteY46593" fmla="*/ 3793236 h 5143785"/>
              <a:gd name="connsiteX46594" fmla="*/ 2877503 w 3114960"/>
              <a:gd name="connsiteY46594" fmla="*/ 3793998 h 5143785"/>
              <a:gd name="connsiteX46595" fmla="*/ 2853404 w 3114960"/>
              <a:gd name="connsiteY46595" fmla="*/ 3772948 h 5143785"/>
              <a:gd name="connsiteX46596" fmla="*/ 2854262 w 3114960"/>
              <a:gd name="connsiteY46596" fmla="*/ 3770090 h 5143785"/>
              <a:gd name="connsiteX46597" fmla="*/ 2854262 w 3114960"/>
              <a:gd name="connsiteY46597" fmla="*/ 3762470 h 5143785"/>
              <a:gd name="connsiteX46598" fmla="*/ 2848261 w 3114960"/>
              <a:gd name="connsiteY46598" fmla="*/ 3756470 h 5143785"/>
              <a:gd name="connsiteX46599" fmla="*/ 2827973 w 3114960"/>
              <a:gd name="connsiteY46599" fmla="*/ 3756470 h 5143785"/>
              <a:gd name="connsiteX46600" fmla="*/ 2826449 w 3114960"/>
              <a:gd name="connsiteY46600" fmla="*/ 3756755 h 5143785"/>
              <a:gd name="connsiteX46601" fmla="*/ 2734532 w 3114960"/>
              <a:gd name="connsiteY46601" fmla="*/ 3671030 h 5143785"/>
              <a:gd name="connsiteX46602" fmla="*/ 2734342 w 3114960"/>
              <a:gd name="connsiteY46602" fmla="*/ 3562922 h 5143785"/>
              <a:gd name="connsiteX46603" fmla="*/ 2737580 w 3114960"/>
              <a:gd name="connsiteY46603" fmla="*/ 3562922 h 5143785"/>
              <a:gd name="connsiteX46604" fmla="*/ 2743867 w 3114960"/>
              <a:gd name="connsiteY46604" fmla="*/ 3556635 h 5143785"/>
              <a:gd name="connsiteX46605" fmla="*/ 2743867 w 3114960"/>
              <a:gd name="connsiteY46605" fmla="*/ 3546729 h 5143785"/>
              <a:gd name="connsiteX46606" fmla="*/ 2737580 w 3114960"/>
              <a:gd name="connsiteY46606" fmla="*/ 3540443 h 5143785"/>
              <a:gd name="connsiteX46607" fmla="*/ 2727674 w 3114960"/>
              <a:gd name="connsiteY46607" fmla="*/ 3540443 h 5143785"/>
              <a:gd name="connsiteX46608" fmla="*/ 2721388 w 3114960"/>
              <a:gd name="connsiteY46608" fmla="*/ 3546729 h 5143785"/>
              <a:gd name="connsiteX46609" fmla="*/ 2721388 w 3114960"/>
              <a:gd name="connsiteY46609" fmla="*/ 3556635 h 5143785"/>
              <a:gd name="connsiteX46610" fmla="*/ 2727674 w 3114960"/>
              <a:gd name="connsiteY46610" fmla="*/ 3562922 h 5143785"/>
              <a:gd name="connsiteX46611" fmla="*/ 2729675 w 3114960"/>
              <a:gd name="connsiteY46611" fmla="*/ 3562922 h 5143785"/>
              <a:gd name="connsiteX46612" fmla="*/ 2729865 w 3114960"/>
              <a:gd name="connsiteY46612" fmla="*/ 3673030 h 5143785"/>
              <a:gd name="connsiteX46613" fmla="*/ 2822734 w 3114960"/>
              <a:gd name="connsiteY46613" fmla="*/ 3759708 h 5143785"/>
              <a:gd name="connsiteX46614" fmla="*/ 2821972 w 3114960"/>
              <a:gd name="connsiteY46614" fmla="*/ 3762470 h 5143785"/>
              <a:gd name="connsiteX46615" fmla="*/ 2821972 w 3114960"/>
              <a:gd name="connsiteY46615" fmla="*/ 3770090 h 5143785"/>
              <a:gd name="connsiteX46616" fmla="*/ 2879884 w 3114960"/>
              <a:gd name="connsiteY46616" fmla="*/ 3828193 h 5143785"/>
              <a:gd name="connsiteX46617" fmla="*/ 2878360 w 3114960"/>
              <a:gd name="connsiteY46617" fmla="*/ 3829717 h 5143785"/>
              <a:gd name="connsiteX46618" fmla="*/ 2868454 w 3114960"/>
              <a:gd name="connsiteY46618" fmla="*/ 3829717 h 5143785"/>
              <a:gd name="connsiteX46619" fmla="*/ 2866930 w 3114960"/>
              <a:gd name="connsiteY46619" fmla="*/ 3828193 h 5143785"/>
              <a:gd name="connsiteX46620" fmla="*/ 2866930 w 3114960"/>
              <a:gd name="connsiteY46620" fmla="*/ 3818287 h 5143785"/>
              <a:gd name="connsiteX46621" fmla="*/ 2868454 w 3114960"/>
              <a:gd name="connsiteY46621" fmla="*/ 3816763 h 5143785"/>
              <a:gd name="connsiteX46622" fmla="*/ 2878360 w 3114960"/>
              <a:gd name="connsiteY46622" fmla="*/ 3816763 h 5143785"/>
              <a:gd name="connsiteX46623" fmla="*/ 2879884 w 3114960"/>
              <a:gd name="connsiteY46623" fmla="*/ 3818287 h 5143785"/>
              <a:gd name="connsiteX46624" fmla="*/ 2879884 w 3114960"/>
              <a:gd name="connsiteY46624" fmla="*/ 3828193 h 5143785"/>
              <a:gd name="connsiteX46625" fmla="*/ 2905982 w 3114960"/>
              <a:gd name="connsiteY46625" fmla="*/ 3860673 h 5143785"/>
              <a:gd name="connsiteX46626" fmla="*/ 2903030 w 3114960"/>
              <a:gd name="connsiteY46626" fmla="*/ 3864388 h 5143785"/>
              <a:gd name="connsiteX46627" fmla="*/ 2898362 w 3114960"/>
              <a:gd name="connsiteY46627" fmla="*/ 3864959 h 5143785"/>
              <a:gd name="connsiteX46628" fmla="*/ 2894648 w 3114960"/>
              <a:gd name="connsiteY46628" fmla="*/ 3862007 h 5143785"/>
              <a:gd name="connsiteX46629" fmla="*/ 2894076 w 3114960"/>
              <a:gd name="connsiteY46629" fmla="*/ 3857339 h 5143785"/>
              <a:gd name="connsiteX46630" fmla="*/ 2894076 w 3114960"/>
              <a:gd name="connsiteY46630" fmla="*/ 3857339 h 5143785"/>
              <a:gd name="connsiteX46631" fmla="*/ 2899982 w 3114960"/>
              <a:gd name="connsiteY46631" fmla="*/ 3852863 h 5143785"/>
              <a:gd name="connsiteX46632" fmla="*/ 2901696 w 3114960"/>
              <a:gd name="connsiteY46632" fmla="*/ 3853148 h 5143785"/>
              <a:gd name="connsiteX46633" fmla="*/ 2905982 w 3114960"/>
              <a:gd name="connsiteY46633" fmla="*/ 3860768 h 5143785"/>
              <a:gd name="connsiteX46634" fmla="*/ 2939129 w 3114960"/>
              <a:gd name="connsiteY46634" fmla="*/ 3710654 h 5143785"/>
              <a:gd name="connsiteX46635" fmla="*/ 2930462 w 3114960"/>
              <a:gd name="connsiteY46635" fmla="*/ 3711893 h 5143785"/>
              <a:gd name="connsiteX46636" fmla="*/ 2928080 w 3114960"/>
              <a:gd name="connsiteY46636" fmla="*/ 3707797 h 5143785"/>
              <a:gd name="connsiteX46637" fmla="*/ 2929319 w 3114960"/>
              <a:gd name="connsiteY46637" fmla="*/ 3703225 h 5143785"/>
              <a:gd name="connsiteX46638" fmla="*/ 2933414 w 3114960"/>
              <a:gd name="connsiteY46638" fmla="*/ 3700844 h 5143785"/>
              <a:gd name="connsiteX46639" fmla="*/ 2934272 w 3114960"/>
              <a:gd name="connsiteY46639" fmla="*/ 3700844 h 5143785"/>
              <a:gd name="connsiteX46640" fmla="*/ 2937986 w 3114960"/>
              <a:gd name="connsiteY46640" fmla="*/ 3702082 h 5143785"/>
              <a:gd name="connsiteX46641" fmla="*/ 2939225 w 3114960"/>
              <a:gd name="connsiteY46641" fmla="*/ 3710750 h 5143785"/>
              <a:gd name="connsiteX46642" fmla="*/ 2826925 w 3114960"/>
              <a:gd name="connsiteY46642" fmla="*/ 3762947 h 5143785"/>
              <a:gd name="connsiteX46643" fmla="*/ 2828163 w 3114960"/>
              <a:gd name="connsiteY46643" fmla="*/ 3761709 h 5143785"/>
              <a:gd name="connsiteX46644" fmla="*/ 2848451 w 3114960"/>
              <a:gd name="connsiteY46644" fmla="*/ 3761709 h 5143785"/>
              <a:gd name="connsiteX46645" fmla="*/ 2849690 w 3114960"/>
              <a:gd name="connsiteY46645" fmla="*/ 3762947 h 5143785"/>
              <a:gd name="connsiteX46646" fmla="*/ 2849690 w 3114960"/>
              <a:gd name="connsiteY46646" fmla="*/ 3770567 h 5143785"/>
              <a:gd name="connsiteX46647" fmla="*/ 2848451 w 3114960"/>
              <a:gd name="connsiteY46647" fmla="*/ 3771805 h 5143785"/>
              <a:gd name="connsiteX46648" fmla="*/ 2828163 w 3114960"/>
              <a:gd name="connsiteY46648" fmla="*/ 3771805 h 5143785"/>
              <a:gd name="connsiteX46649" fmla="*/ 2826925 w 3114960"/>
              <a:gd name="connsiteY46649" fmla="*/ 3770567 h 5143785"/>
              <a:gd name="connsiteX46650" fmla="*/ 2826925 w 3114960"/>
              <a:gd name="connsiteY46650" fmla="*/ 3762947 h 5143785"/>
              <a:gd name="connsiteX46651" fmla="*/ 2729865 w 3114960"/>
              <a:gd name="connsiteY46651" fmla="*/ 3558445 h 5143785"/>
              <a:gd name="connsiteX46652" fmla="*/ 2729865 w 3114960"/>
              <a:gd name="connsiteY46652" fmla="*/ 3558445 h 5143785"/>
              <a:gd name="connsiteX46653" fmla="*/ 2727960 w 3114960"/>
              <a:gd name="connsiteY46653" fmla="*/ 3558540 h 5143785"/>
              <a:gd name="connsiteX46654" fmla="*/ 2726436 w 3114960"/>
              <a:gd name="connsiteY46654" fmla="*/ 3557016 h 5143785"/>
              <a:gd name="connsiteX46655" fmla="*/ 2726436 w 3114960"/>
              <a:gd name="connsiteY46655" fmla="*/ 3547110 h 5143785"/>
              <a:gd name="connsiteX46656" fmla="*/ 2727960 w 3114960"/>
              <a:gd name="connsiteY46656" fmla="*/ 3545586 h 5143785"/>
              <a:gd name="connsiteX46657" fmla="*/ 2737866 w 3114960"/>
              <a:gd name="connsiteY46657" fmla="*/ 3545586 h 5143785"/>
              <a:gd name="connsiteX46658" fmla="*/ 2739390 w 3114960"/>
              <a:gd name="connsiteY46658" fmla="*/ 3547110 h 5143785"/>
              <a:gd name="connsiteX46659" fmla="*/ 2739390 w 3114960"/>
              <a:gd name="connsiteY46659" fmla="*/ 3557016 h 5143785"/>
              <a:gd name="connsiteX46660" fmla="*/ 2737866 w 3114960"/>
              <a:gd name="connsiteY46660" fmla="*/ 3558540 h 5143785"/>
              <a:gd name="connsiteX46661" fmla="*/ 2734628 w 3114960"/>
              <a:gd name="connsiteY46661" fmla="*/ 3558540 h 5143785"/>
              <a:gd name="connsiteX46662" fmla="*/ 2729865 w 3114960"/>
              <a:gd name="connsiteY46662" fmla="*/ 3558445 h 5143785"/>
              <a:gd name="connsiteX46663" fmla="*/ 2538317 w 3114960"/>
              <a:gd name="connsiteY46663" fmla="*/ 3461004 h 5143785"/>
              <a:gd name="connsiteX46664" fmla="*/ 2546413 w 3114960"/>
              <a:gd name="connsiteY46664" fmla="*/ 3461004 h 5143785"/>
              <a:gd name="connsiteX46665" fmla="*/ 2553272 w 3114960"/>
              <a:gd name="connsiteY46665" fmla="*/ 3454242 h 5143785"/>
              <a:gd name="connsiteX46666" fmla="*/ 2553272 w 3114960"/>
              <a:gd name="connsiteY46666" fmla="*/ 3446145 h 5143785"/>
              <a:gd name="connsiteX46667" fmla="*/ 2546413 w 3114960"/>
              <a:gd name="connsiteY46667" fmla="*/ 3439382 h 5143785"/>
              <a:gd name="connsiteX46668" fmla="*/ 2538317 w 3114960"/>
              <a:gd name="connsiteY46668" fmla="*/ 3439382 h 5143785"/>
              <a:gd name="connsiteX46669" fmla="*/ 2531459 w 3114960"/>
              <a:gd name="connsiteY46669" fmla="*/ 3446145 h 5143785"/>
              <a:gd name="connsiteX46670" fmla="*/ 2531459 w 3114960"/>
              <a:gd name="connsiteY46670" fmla="*/ 3447764 h 5143785"/>
              <a:gd name="connsiteX46671" fmla="*/ 2480024 w 3114960"/>
              <a:gd name="connsiteY46671" fmla="*/ 3447764 h 5143785"/>
              <a:gd name="connsiteX46672" fmla="*/ 2462879 w 3114960"/>
              <a:gd name="connsiteY46672" fmla="*/ 3461290 h 5143785"/>
              <a:gd name="connsiteX46673" fmla="*/ 2356580 w 3114960"/>
              <a:gd name="connsiteY46673" fmla="*/ 3461290 h 5143785"/>
              <a:gd name="connsiteX46674" fmla="*/ 2333625 w 3114960"/>
              <a:gd name="connsiteY46674" fmla="*/ 3439287 h 5143785"/>
              <a:gd name="connsiteX46675" fmla="*/ 2335340 w 3114960"/>
              <a:gd name="connsiteY46675" fmla="*/ 3437477 h 5143785"/>
              <a:gd name="connsiteX46676" fmla="*/ 2336768 w 3114960"/>
              <a:gd name="connsiteY46676" fmla="*/ 3429476 h 5143785"/>
              <a:gd name="connsiteX46677" fmla="*/ 2332101 w 3114960"/>
              <a:gd name="connsiteY46677" fmla="*/ 3422809 h 5143785"/>
              <a:gd name="connsiteX46678" fmla="*/ 2324100 w 3114960"/>
              <a:gd name="connsiteY46678" fmla="*/ 3421380 h 5143785"/>
              <a:gd name="connsiteX46679" fmla="*/ 2317433 w 3114960"/>
              <a:gd name="connsiteY46679" fmla="*/ 3426047 h 5143785"/>
              <a:gd name="connsiteX46680" fmla="*/ 2316004 w 3114960"/>
              <a:gd name="connsiteY46680" fmla="*/ 3434048 h 5143785"/>
              <a:gd name="connsiteX46681" fmla="*/ 2320671 w 3114960"/>
              <a:gd name="connsiteY46681" fmla="*/ 3440716 h 5143785"/>
              <a:gd name="connsiteX46682" fmla="*/ 2326386 w 3114960"/>
              <a:gd name="connsiteY46682" fmla="*/ 3442335 h 5143785"/>
              <a:gd name="connsiteX46683" fmla="*/ 2328672 w 3114960"/>
              <a:gd name="connsiteY46683" fmla="*/ 3442049 h 5143785"/>
              <a:gd name="connsiteX46684" fmla="*/ 2329339 w 3114960"/>
              <a:gd name="connsiteY46684" fmla="*/ 3441763 h 5143785"/>
              <a:gd name="connsiteX46685" fmla="*/ 2354675 w 3114960"/>
              <a:gd name="connsiteY46685" fmla="*/ 3466052 h 5143785"/>
              <a:gd name="connsiteX46686" fmla="*/ 2464594 w 3114960"/>
              <a:gd name="connsiteY46686" fmla="*/ 3466052 h 5143785"/>
              <a:gd name="connsiteX46687" fmla="*/ 2481739 w 3114960"/>
              <a:gd name="connsiteY46687" fmla="*/ 3452527 h 5143785"/>
              <a:gd name="connsiteX46688" fmla="*/ 2531459 w 3114960"/>
              <a:gd name="connsiteY46688" fmla="*/ 3452527 h 5143785"/>
              <a:gd name="connsiteX46689" fmla="*/ 2531459 w 3114960"/>
              <a:gd name="connsiteY46689" fmla="*/ 3454146 h 5143785"/>
              <a:gd name="connsiteX46690" fmla="*/ 2538317 w 3114960"/>
              <a:gd name="connsiteY46690" fmla="*/ 3460909 h 5143785"/>
              <a:gd name="connsiteX46691" fmla="*/ 2536317 w 3114960"/>
              <a:gd name="connsiteY46691" fmla="*/ 3446145 h 5143785"/>
              <a:gd name="connsiteX46692" fmla="*/ 2538413 w 3114960"/>
              <a:gd name="connsiteY46692" fmla="*/ 3444145 h 5143785"/>
              <a:gd name="connsiteX46693" fmla="*/ 2546509 w 3114960"/>
              <a:gd name="connsiteY46693" fmla="*/ 3444145 h 5143785"/>
              <a:gd name="connsiteX46694" fmla="*/ 2548604 w 3114960"/>
              <a:gd name="connsiteY46694" fmla="*/ 3446145 h 5143785"/>
              <a:gd name="connsiteX46695" fmla="*/ 2548604 w 3114960"/>
              <a:gd name="connsiteY46695" fmla="*/ 3454242 h 5143785"/>
              <a:gd name="connsiteX46696" fmla="*/ 2546509 w 3114960"/>
              <a:gd name="connsiteY46696" fmla="*/ 3456242 h 5143785"/>
              <a:gd name="connsiteX46697" fmla="*/ 2538413 w 3114960"/>
              <a:gd name="connsiteY46697" fmla="*/ 3456242 h 5143785"/>
              <a:gd name="connsiteX46698" fmla="*/ 2536317 w 3114960"/>
              <a:gd name="connsiteY46698" fmla="*/ 3454242 h 5143785"/>
              <a:gd name="connsiteX46699" fmla="*/ 2536317 w 3114960"/>
              <a:gd name="connsiteY46699" fmla="*/ 3446145 h 5143785"/>
              <a:gd name="connsiteX46700" fmla="*/ 2331434 w 3114960"/>
              <a:gd name="connsiteY46700" fmla="*/ 3434905 h 5143785"/>
              <a:gd name="connsiteX46701" fmla="*/ 2327720 w 3114960"/>
              <a:gd name="connsiteY46701" fmla="*/ 3437477 h 5143785"/>
              <a:gd name="connsiteX46702" fmla="*/ 2323338 w 3114960"/>
              <a:gd name="connsiteY46702" fmla="*/ 3436715 h 5143785"/>
              <a:gd name="connsiteX46703" fmla="*/ 2320766 w 3114960"/>
              <a:gd name="connsiteY46703" fmla="*/ 3433096 h 5143785"/>
              <a:gd name="connsiteX46704" fmla="*/ 2321528 w 3114960"/>
              <a:gd name="connsiteY46704" fmla="*/ 3428714 h 5143785"/>
              <a:gd name="connsiteX46705" fmla="*/ 2325243 w 3114960"/>
              <a:gd name="connsiteY46705" fmla="*/ 3426143 h 5143785"/>
              <a:gd name="connsiteX46706" fmla="*/ 2326481 w 3114960"/>
              <a:gd name="connsiteY46706" fmla="*/ 3426047 h 5143785"/>
              <a:gd name="connsiteX46707" fmla="*/ 2329625 w 3114960"/>
              <a:gd name="connsiteY46707" fmla="*/ 3427000 h 5143785"/>
              <a:gd name="connsiteX46708" fmla="*/ 2332196 w 3114960"/>
              <a:gd name="connsiteY46708" fmla="*/ 3430619 h 5143785"/>
              <a:gd name="connsiteX46709" fmla="*/ 2331434 w 3114960"/>
              <a:gd name="connsiteY46709" fmla="*/ 3435001 h 5143785"/>
              <a:gd name="connsiteX46710" fmla="*/ 2267141 w 3114960"/>
              <a:gd name="connsiteY46710" fmla="*/ 3320129 h 5143785"/>
              <a:gd name="connsiteX46711" fmla="*/ 2262378 w 3114960"/>
              <a:gd name="connsiteY46711" fmla="*/ 3320129 h 5143785"/>
              <a:gd name="connsiteX46712" fmla="*/ 2262378 w 3114960"/>
              <a:gd name="connsiteY46712" fmla="*/ 3302889 h 5143785"/>
              <a:gd name="connsiteX46713" fmla="*/ 2267141 w 3114960"/>
              <a:gd name="connsiteY46713" fmla="*/ 3302889 h 5143785"/>
              <a:gd name="connsiteX46714" fmla="*/ 2267141 w 3114960"/>
              <a:gd name="connsiteY46714" fmla="*/ 3320129 h 5143785"/>
              <a:gd name="connsiteX46715" fmla="*/ 2262378 w 3114960"/>
              <a:gd name="connsiteY46715" fmla="*/ 3337370 h 5143785"/>
              <a:gd name="connsiteX46716" fmla="*/ 2267141 w 3114960"/>
              <a:gd name="connsiteY46716" fmla="*/ 3337370 h 5143785"/>
              <a:gd name="connsiteX46717" fmla="*/ 2267141 w 3114960"/>
              <a:gd name="connsiteY46717" fmla="*/ 3354610 h 5143785"/>
              <a:gd name="connsiteX46718" fmla="*/ 2262378 w 3114960"/>
              <a:gd name="connsiteY46718" fmla="*/ 3354610 h 5143785"/>
              <a:gd name="connsiteX46719" fmla="*/ 2262378 w 3114960"/>
              <a:gd name="connsiteY46719" fmla="*/ 3337370 h 5143785"/>
              <a:gd name="connsiteX46720" fmla="*/ 2262378 w 3114960"/>
              <a:gd name="connsiteY46720" fmla="*/ 3371755 h 5143785"/>
              <a:gd name="connsiteX46721" fmla="*/ 2267141 w 3114960"/>
              <a:gd name="connsiteY46721" fmla="*/ 3371755 h 5143785"/>
              <a:gd name="connsiteX46722" fmla="*/ 2267141 w 3114960"/>
              <a:gd name="connsiteY46722" fmla="*/ 3388995 h 5143785"/>
              <a:gd name="connsiteX46723" fmla="*/ 2262378 w 3114960"/>
              <a:gd name="connsiteY46723" fmla="*/ 3388995 h 5143785"/>
              <a:gd name="connsiteX46724" fmla="*/ 2262378 w 3114960"/>
              <a:gd name="connsiteY46724" fmla="*/ 3371755 h 5143785"/>
              <a:gd name="connsiteX46725" fmla="*/ 2267141 w 3114960"/>
              <a:gd name="connsiteY46725" fmla="*/ 3406235 h 5143785"/>
              <a:gd name="connsiteX46726" fmla="*/ 2267141 w 3114960"/>
              <a:gd name="connsiteY46726" fmla="*/ 3423476 h 5143785"/>
              <a:gd name="connsiteX46727" fmla="*/ 2262378 w 3114960"/>
              <a:gd name="connsiteY46727" fmla="*/ 3423476 h 5143785"/>
              <a:gd name="connsiteX46728" fmla="*/ 2262378 w 3114960"/>
              <a:gd name="connsiteY46728" fmla="*/ 3406235 h 5143785"/>
              <a:gd name="connsiteX46729" fmla="*/ 2267141 w 3114960"/>
              <a:gd name="connsiteY46729" fmla="*/ 3406235 h 5143785"/>
              <a:gd name="connsiteX46730" fmla="*/ 19050 w 3114960"/>
              <a:gd name="connsiteY46730" fmla="*/ 2434400 h 5143785"/>
              <a:gd name="connsiteX46731" fmla="*/ 25051 w 3114960"/>
              <a:gd name="connsiteY46731" fmla="*/ 2428399 h 5143785"/>
              <a:gd name="connsiteX46732" fmla="*/ 25051 w 3114960"/>
              <a:gd name="connsiteY46732" fmla="*/ 2418302 h 5143785"/>
              <a:gd name="connsiteX46733" fmla="*/ 19050 w 3114960"/>
              <a:gd name="connsiteY46733" fmla="*/ 2412302 h 5143785"/>
              <a:gd name="connsiteX46734" fmla="*/ 8668 w 3114960"/>
              <a:gd name="connsiteY46734" fmla="*/ 2412302 h 5143785"/>
              <a:gd name="connsiteX46735" fmla="*/ 2667 w 3114960"/>
              <a:gd name="connsiteY46735" fmla="*/ 2418302 h 5143785"/>
              <a:gd name="connsiteX46736" fmla="*/ 2667 w 3114960"/>
              <a:gd name="connsiteY46736" fmla="*/ 2428399 h 5143785"/>
              <a:gd name="connsiteX46737" fmla="*/ 8668 w 3114960"/>
              <a:gd name="connsiteY46737" fmla="*/ 2434400 h 5143785"/>
              <a:gd name="connsiteX46738" fmla="*/ 19050 w 3114960"/>
              <a:gd name="connsiteY46738" fmla="*/ 2434400 h 5143785"/>
              <a:gd name="connsiteX46739" fmla="*/ 7430 w 3114960"/>
              <a:gd name="connsiteY46739" fmla="*/ 2428399 h 5143785"/>
              <a:gd name="connsiteX46740" fmla="*/ 7430 w 3114960"/>
              <a:gd name="connsiteY46740" fmla="*/ 2418302 h 5143785"/>
              <a:gd name="connsiteX46741" fmla="*/ 8668 w 3114960"/>
              <a:gd name="connsiteY46741" fmla="*/ 2417064 h 5143785"/>
              <a:gd name="connsiteX46742" fmla="*/ 19050 w 3114960"/>
              <a:gd name="connsiteY46742" fmla="*/ 2417064 h 5143785"/>
              <a:gd name="connsiteX46743" fmla="*/ 20288 w 3114960"/>
              <a:gd name="connsiteY46743" fmla="*/ 2418302 h 5143785"/>
              <a:gd name="connsiteX46744" fmla="*/ 20288 w 3114960"/>
              <a:gd name="connsiteY46744" fmla="*/ 2428399 h 5143785"/>
              <a:gd name="connsiteX46745" fmla="*/ 19050 w 3114960"/>
              <a:gd name="connsiteY46745" fmla="*/ 2429637 h 5143785"/>
              <a:gd name="connsiteX46746" fmla="*/ 8668 w 3114960"/>
              <a:gd name="connsiteY46746" fmla="*/ 2429637 h 5143785"/>
              <a:gd name="connsiteX46747" fmla="*/ 7430 w 3114960"/>
              <a:gd name="connsiteY46747" fmla="*/ 2428399 h 5143785"/>
              <a:gd name="connsiteX46748" fmla="*/ 32861 w 3114960"/>
              <a:gd name="connsiteY46748" fmla="*/ 2473928 h 5143785"/>
              <a:gd name="connsiteX46749" fmla="*/ 38862 w 3114960"/>
              <a:gd name="connsiteY46749" fmla="*/ 2467928 h 5143785"/>
              <a:gd name="connsiteX46750" fmla="*/ 38862 w 3114960"/>
              <a:gd name="connsiteY46750" fmla="*/ 2457831 h 5143785"/>
              <a:gd name="connsiteX46751" fmla="*/ 32861 w 3114960"/>
              <a:gd name="connsiteY46751" fmla="*/ 2451830 h 5143785"/>
              <a:gd name="connsiteX46752" fmla="*/ 22479 w 3114960"/>
              <a:gd name="connsiteY46752" fmla="*/ 2451830 h 5143785"/>
              <a:gd name="connsiteX46753" fmla="*/ 16478 w 3114960"/>
              <a:gd name="connsiteY46753" fmla="*/ 2457831 h 5143785"/>
              <a:gd name="connsiteX46754" fmla="*/ 16478 w 3114960"/>
              <a:gd name="connsiteY46754" fmla="*/ 2467928 h 5143785"/>
              <a:gd name="connsiteX46755" fmla="*/ 22479 w 3114960"/>
              <a:gd name="connsiteY46755" fmla="*/ 2473928 h 5143785"/>
              <a:gd name="connsiteX46756" fmla="*/ 32861 w 3114960"/>
              <a:gd name="connsiteY46756" fmla="*/ 2473928 h 5143785"/>
              <a:gd name="connsiteX46757" fmla="*/ 21146 w 3114960"/>
              <a:gd name="connsiteY46757" fmla="*/ 2467928 h 5143785"/>
              <a:gd name="connsiteX46758" fmla="*/ 21146 w 3114960"/>
              <a:gd name="connsiteY46758" fmla="*/ 2457831 h 5143785"/>
              <a:gd name="connsiteX46759" fmla="*/ 22384 w 3114960"/>
              <a:gd name="connsiteY46759" fmla="*/ 2456593 h 5143785"/>
              <a:gd name="connsiteX46760" fmla="*/ 32766 w 3114960"/>
              <a:gd name="connsiteY46760" fmla="*/ 2456593 h 5143785"/>
              <a:gd name="connsiteX46761" fmla="*/ 34004 w 3114960"/>
              <a:gd name="connsiteY46761" fmla="*/ 2457831 h 5143785"/>
              <a:gd name="connsiteX46762" fmla="*/ 34004 w 3114960"/>
              <a:gd name="connsiteY46762" fmla="*/ 2467928 h 5143785"/>
              <a:gd name="connsiteX46763" fmla="*/ 32766 w 3114960"/>
              <a:gd name="connsiteY46763" fmla="*/ 2469166 h 5143785"/>
              <a:gd name="connsiteX46764" fmla="*/ 22384 w 3114960"/>
              <a:gd name="connsiteY46764" fmla="*/ 2469166 h 5143785"/>
              <a:gd name="connsiteX46765" fmla="*/ 21146 w 3114960"/>
              <a:gd name="connsiteY46765" fmla="*/ 2467928 h 5143785"/>
              <a:gd name="connsiteX46766" fmla="*/ 2267141 w 3114960"/>
              <a:gd name="connsiteY46766" fmla="*/ 3268504 h 5143785"/>
              <a:gd name="connsiteX46767" fmla="*/ 2267141 w 3114960"/>
              <a:gd name="connsiteY46767" fmla="*/ 3285744 h 5143785"/>
              <a:gd name="connsiteX46768" fmla="*/ 2262378 w 3114960"/>
              <a:gd name="connsiteY46768" fmla="*/ 3285744 h 5143785"/>
              <a:gd name="connsiteX46769" fmla="*/ 2262378 w 3114960"/>
              <a:gd name="connsiteY46769" fmla="*/ 3268504 h 5143785"/>
              <a:gd name="connsiteX46770" fmla="*/ 2267141 w 3114960"/>
              <a:gd name="connsiteY46770" fmla="*/ 3268504 h 5143785"/>
              <a:gd name="connsiteX46771" fmla="*/ 2537651 w 3114960"/>
              <a:gd name="connsiteY46771" fmla="*/ 3058382 h 5143785"/>
              <a:gd name="connsiteX46772" fmla="*/ 2515457 w 3114960"/>
              <a:gd name="connsiteY46772" fmla="*/ 3080195 h 5143785"/>
              <a:gd name="connsiteX46773" fmla="*/ 2516029 w 3114960"/>
              <a:gd name="connsiteY46773" fmla="*/ 3081433 h 5143785"/>
              <a:gd name="connsiteX46774" fmla="*/ 2509742 w 3114960"/>
              <a:gd name="connsiteY46774" fmla="*/ 3091244 h 5143785"/>
              <a:gd name="connsiteX46775" fmla="*/ 2499932 w 3114960"/>
              <a:gd name="connsiteY46775" fmla="*/ 3084957 h 5143785"/>
              <a:gd name="connsiteX46776" fmla="*/ 2506218 w 3114960"/>
              <a:gd name="connsiteY46776" fmla="*/ 3075146 h 5143785"/>
              <a:gd name="connsiteX46777" fmla="*/ 2512505 w 3114960"/>
              <a:gd name="connsiteY46777" fmla="*/ 3076289 h 5143785"/>
              <a:gd name="connsiteX46778" fmla="*/ 2535746 w 3114960"/>
              <a:gd name="connsiteY46778" fmla="*/ 3053525 h 5143785"/>
              <a:gd name="connsiteX46779" fmla="*/ 2536698 w 3114960"/>
              <a:gd name="connsiteY46779" fmla="*/ 3053525 h 5143785"/>
              <a:gd name="connsiteX46780" fmla="*/ 2692242 w 3114960"/>
              <a:gd name="connsiteY46780" fmla="*/ 3053810 h 5143785"/>
              <a:gd name="connsiteX46781" fmla="*/ 2731580 w 3114960"/>
              <a:gd name="connsiteY46781" fmla="*/ 3006757 h 5143785"/>
              <a:gd name="connsiteX46782" fmla="*/ 2731580 w 3114960"/>
              <a:gd name="connsiteY46782" fmla="*/ 2954941 h 5143785"/>
              <a:gd name="connsiteX46783" fmla="*/ 2691955 w 3114960"/>
              <a:gd name="connsiteY46783" fmla="*/ 2902172 h 5143785"/>
              <a:gd name="connsiteX46784" fmla="*/ 2532793 w 3114960"/>
              <a:gd name="connsiteY46784" fmla="*/ 2901696 h 5143785"/>
              <a:gd name="connsiteX46785" fmla="*/ 2519077 w 3114960"/>
              <a:gd name="connsiteY46785" fmla="*/ 2887980 h 5143785"/>
              <a:gd name="connsiteX46786" fmla="*/ 2517172 w 3114960"/>
              <a:gd name="connsiteY46786" fmla="*/ 2888552 h 5143785"/>
              <a:gd name="connsiteX46787" fmla="*/ 2495550 w 3114960"/>
              <a:gd name="connsiteY46787" fmla="*/ 2888552 h 5143785"/>
              <a:gd name="connsiteX46788" fmla="*/ 2491835 w 3114960"/>
              <a:gd name="connsiteY46788" fmla="*/ 2884837 h 5143785"/>
              <a:gd name="connsiteX46789" fmla="*/ 2491835 w 3114960"/>
              <a:gd name="connsiteY46789" fmla="*/ 2879217 h 5143785"/>
              <a:gd name="connsiteX46790" fmla="*/ 2495550 w 3114960"/>
              <a:gd name="connsiteY46790" fmla="*/ 2875502 h 5143785"/>
              <a:gd name="connsiteX46791" fmla="*/ 2517172 w 3114960"/>
              <a:gd name="connsiteY46791" fmla="*/ 2875502 h 5143785"/>
              <a:gd name="connsiteX46792" fmla="*/ 2520887 w 3114960"/>
              <a:gd name="connsiteY46792" fmla="*/ 2879217 h 5143785"/>
              <a:gd name="connsiteX46793" fmla="*/ 2520887 w 3114960"/>
              <a:gd name="connsiteY46793" fmla="*/ 2884265 h 5143785"/>
              <a:gd name="connsiteX46794" fmla="*/ 2521458 w 3114960"/>
              <a:gd name="connsiteY46794" fmla="*/ 2883694 h 5143785"/>
              <a:gd name="connsiteX46795" fmla="*/ 2534698 w 3114960"/>
              <a:gd name="connsiteY46795" fmla="*/ 2896934 h 5143785"/>
              <a:gd name="connsiteX46796" fmla="*/ 2694242 w 3114960"/>
              <a:gd name="connsiteY46796" fmla="*/ 2897410 h 5143785"/>
              <a:gd name="connsiteX46797" fmla="*/ 2736247 w 3114960"/>
              <a:gd name="connsiteY46797" fmla="*/ 2953417 h 5143785"/>
              <a:gd name="connsiteX46798" fmla="*/ 2736247 w 3114960"/>
              <a:gd name="connsiteY46798" fmla="*/ 3008567 h 5143785"/>
              <a:gd name="connsiteX46799" fmla="*/ 2694432 w 3114960"/>
              <a:gd name="connsiteY46799" fmla="*/ 3058668 h 5143785"/>
              <a:gd name="connsiteX46800" fmla="*/ 2693289 w 3114960"/>
              <a:gd name="connsiteY46800" fmla="*/ 3058668 h 5143785"/>
              <a:gd name="connsiteX46801" fmla="*/ 2537651 w 3114960"/>
              <a:gd name="connsiteY46801" fmla="*/ 3058382 h 5143785"/>
              <a:gd name="connsiteX46802" fmla="*/ 2302764 w 3114960"/>
              <a:gd name="connsiteY46802" fmla="*/ 3086576 h 5143785"/>
              <a:gd name="connsiteX46803" fmla="*/ 2295716 w 3114960"/>
              <a:gd name="connsiteY46803" fmla="*/ 3093625 h 5143785"/>
              <a:gd name="connsiteX46804" fmla="*/ 2288667 w 3114960"/>
              <a:gd name="connsiteY46804" fmla="*/ 3086576 h 5143785"/>
              <a:gd name="connsiteX46805" fmla="*/ 2295716 w 3114960"/>
              <a:gd name="connsiteY46805" fmla="*/ 3079528 h 5143785"/>
              <a:gd name="connsiteX46806" fmla="*/ 2302764 w 3114960"/>
              <a:gd name="connsiteY46806" fmla="*/ 3086576 h 5143785"/>
              <a:gd name="connsiteX46807" fmla="*/ 2433733 w 3114960"/>
              <a:gd name="connsiteY46807" fmla="*/ 3152585 h 5143785"/>
              <a:gd name="connsiteX46808" fmla="*/ 2421065 w 3114960"/>
              <a:gd name="connsiteY46808" fmla="*/ 3144584 h 5143785"/>
              <a:gd name="connsiteX46809" fmla="*/ 2414397 w 3114960"/>
              <a:gd name="connsiteY46809" fmla="*/ 3149251 h 5143785"/>
              <a:gd name="connsiteX46810" fmla="*/ 2412968 w 3114960"/>
              <a:gd name="connsiteY46810" fmla="*/ 3157252 h 5143785"/>
              <a:gd name="connsiteX46811" fmla="*/ 2423351 w 3114960"/>
              <a:gd name="connsiteY46811" fmla="*/ 3165538 h 5143785"/>
              <a:gd name="connsiteX46812" fmla="*/ 2425637 w 3114960"/>
              <a:gd name="connsiteY46812" fmla="*/ 3165253 h 5143785"/>
              <a:gd name="connsiteX46813" fmla="*/ 2433542 w 3114960"/>
              <a:gd name="connsiteY46813" fmla="*/ 3157252 h 5143785"/>
              <a:gd name="connsiteX46814" fmla="*/ 2563463 w 3114960"/>
              <a:gd name="connsiteY46814" fmla="*/ 3157252 h 5143785"/>
              <a:gd name="connsiteX46815" fmla="*/ 2583942 w 3114960"/>
              <a:gd name="connsiteY46815" fmla="*/ 3136583 h 5143785"/>
              <a:gd name="connsiteX46816" fmla="*/ 2589181 w 3114960"/>
              <a:gd name="connsiteY46816" fmla="*/ 3137249 h 5143785"/>
              <a:gd name="connsiteX46817" fmla="*/ 2595467 w 3114960"/>
              <a:gd name="connsiteY46817" fmla="*/ 3127438 h 5143785"/>
              <a:gd name="connsiteX46818" fmla="*/ 2585657 w 3114960"/>
              <a:gd name="connsiteY46818" fmla="*/ 3121152 h 5143785"/>
              <a:gd name="connsiteX46819" fmla="*/ 2579370 w 3114960"/>
              <a:gd name="connsiteY46819" fmla="*/ 3130963 h 5143785"/>
              <a:gd name="connsiteX46820" fmla="*/ 2580418 w 3114960"/>
              <a:gd name="connsiteY46820" fmla="*/ 3133344 h 5143785"/>
              <a:gd name="connsiteX46821" fmla="*/ 2561463 w 3114960"/>
              <a:gd name="connsiteY46821" fmla="*/ 3152489 h 5143785"/>
              <a:gd name="connsiteX46822" fmla="*/ 2433638 w 3114960"/>
              <a:gd name="connsiteY46822" fmla="*/ 3152489 h 5143785"/>
              <a:gd name="connsiteX46823" fmla="*/ 2424684 w 3114960"/>
              <a:gd name="connsiteY46823" fmla="*/ 3160681 h 5143785"/>
              <a:gd name="connsiteX46824" fmla="*/ 2417731 w 3114960"/>
              <a:gd name="connsiteY46824" fmla="*/ 3156204 h 5143785"/>
              <a:gd name="connsiteX46825" fmla="*/ 2418493 w 3114960"/>
              <a:gd name="connsiteY46825" fmla="*/ 3151823 h 5143785"/>
              <a:gd name="connsiteX46826" fmla="*/ 2422208 w 3114960"/>
              <a:gd name="connsiteY46826" fmla="*/ 3149251 h 5143785"/>
              <a:gd name="connsiteX46827" fmla="*/ 2423446 w 3114960"/>
              <a:gd name="connsiteY46827" fmla="*/ 3149155 h 5143785"/>
              <a:gd name="connsiteX46828" fmla="*/ 2429161 w 3114960"/>
              <a:gd name="connsiteY46828" fmla="*/ 3153728 h 5143785"/>
              <a:gd name="connsiteX46829" fmla="*/ 2424684 w 3114960"/>
              <a:gd name="connsiteY46829" fmla="*/ 3160776 h 5143785"/>
              <a:gd name="connsiteX46830" fmla="*/ 2271808 w 3114960"/>
              <a:gd name="connsiteY46830" fmla="*/ 3228023 h 5143785"/>
              <a:gd name="connsiteX46831" fmla="*/ 2264759 w 3114960"/>
              <a:gd name="connsiteY46831" fmla="*/ 3235071 h 5143785"/>
              <a:gd name="connsiteX46832" fmla="*/ 2257711 w 3114960"/>
              <a:gd name="connsiteY46832" fmla="*/ 3228023 h 5143785"/>
              <a:gd name="connsiteX46833" fmla="*/ 2264759 w 3114960"/>
              <a:gd name="connsiteY46833" fmla="*/ 3220974 h 5143785"/>
              <a:gd name="connsiteX46834" fmla="*/ 2271808 w 3114960"/>
              <a:gd name="connsiteY46834" fmla="*/ 3228023 h 5143785"/>
              <a:gd name="connsiteX46835" fmla="*/ 2336292 w 3114960"/>
              <a:gd name="connsiteY46835" fmla="*/ 3174683 h 5143785"/>
              <a:gd name="connsiteX46836" fmla="*/ 2336292 w 3114960"/>
              <a:gd name="connsiteY46836" fmla="*/ 3120580 h 5143785"/>
              <a:gd name="connsiteX46837" fmla="*/ 2307717 w 3114960"/>
              <a:gd name="connsiteY46837" fmla="*/ 3094482 h 5143785"/>
              <a:gd name="connsiteX46838" fmla="*/ 2304288 w 3114960"/>
              <a:gd name="connsiteY46838" fmla="*/ 3075146 h 5143785"/>
              <a:gd name="connsiteX46839" fmla="*/ 2298192 w 3114960"/>
              <a:gd name="connsiteY46839" fmla="*/ 3072765 h 5143785"/>
              <a:gd name="connsiteX46840" fmla="*/ 2298002 w 3114960"/>
              <a:gd name="connsiteY46840" fmla="*/ 3056001 h 5143785"/>
              <a:gd name="connsiteX46841" fmla="*/ 2293239 w 3114960"/>
              <a:gd name="connsiteY46841" fmla="*/ 3056001 h 5143785"/>
              <a:gd name="connsiteX46842" fmla="*/ 2293430 w 3114960"/>
              <a:gd name="connsiteY46842" fmla="*/ 3072765 h 5143785"/>
              <a:gd name="connsiteX46843" fmla="*/ 2284286 w 3114960"/>
              <a:gd name="connsiteY46843" fmla="*/ 3078385 h 5143785"/>
              <a:gd name="connsiteX46844" fmla="*/ 2287334 w 3114960"/>
              <a:gd name="connsiteY46844" fmla="*/ 3098387 h 5143785"/>
              <a:gd name="connsiteX46845" fmla="*/ 2298002 w 3114960"/>
              <a:gd name="connsiteY46845" fmla="*/ 3100959 h 5143785"/>
              <a:gd name="connsiteX46846" fmla="*/ 2306193 w 3114960"/>
              <a:gd name="connsiteY46846" fmla="*/ 3096387 h 5143785"/>
              <a:gd name="connsiteX46847" fmla="*/ 2334006 w 3114960"/>
              <a:gd name="connsiteY46847" fmla="*/ 3121819 h 5143785"/>
              <a:gd name="connsiteX46848" fmla="*/ 2334006 w 3114960"/>
              <a:gd name="connsiteY46848" fmla="*/ 3173730 h 5143785"/>
              <a:gd name="connsiteX46849" fmla="*/ 2275999 w 3114960"/>
              <a:gd name="connsiteY46849" fmla="*/ 3219260 h 5143785"/>
              <a:gd name="connsiteX46850" fmla="*/ 2273332 w 3114960"/>
              <a:gd name="connsiteY46850" fmla="*/ 3216688 h 5143785"/>
              <a:gd name="connsiteX46851" fmla="*/ 2264855 w 3114960"/>
              <a:gd name="connsiteY46851" fmla="*/ 3213926 h 5143785"/>
              <a:gd name="connsiteX46852" fmla="*/ 2253234 w 3114960"/>
              <a:gd name="connsiteY46852" fmla="*/ 3219736 h 5143785"/>
              <a:gd name="connsiteX46853" fmla="*/ 2256282 w 3114960"/>
              <a:gd name="connsiteY46853" fmla="*/ 3239738 h 5143785"/>
              <a:gd name="connsiteX46854" fmla="*/ 2262378 w 3114960"/>
              <a:gd name="connsiteY46854" fmla="*/ 3242215 h 5143785"/>
              <a:gd name="connsiteX46855" fmla="*/ 2262378 w 3114960"/>
              <a:gd name="connsiteY46855" fmla="*/ 3251454 h 5143785"/>
              <a:gd name="connsiteX46856" fmla="*/ 2267141 w 3114960"/>
              <a:gd name="connsiteY46856" fmla="*/ 3251454 h 5143785"/>
              <a:gd name="connsiteX46857" fmla="*/ 2267141 w 3114960"/>
              <a:gd name="connsiteY46857" fmla="*/ 3242215 h 5143785"/>
              <a:gd name="connsiteX46858" fmla="*/ 2276285 w 3114960"/>
              <a:gd name="connsiteY46858" fmla="*/ 3236595 h 5143785"/>
              <a:gd name="connsiteX46859" fmla="*/ 2277237 w 3114960"/>
              <a:gd name="connsiteY46859" fmla="*/ 3221069 h 5143785"/>
              <a:gd name="connsiteX46860" fmla="*/ 2335816 w 3114960"/>
              <a:gd name="connsiteY46860" fmla="*/ 3175159 h 5143785"/>
              <a:gd name="connsiteX46861" fmla="*/ 2336292 w 3114960"/>
              <a:gd name="connsiteY46861" fmla="*/ 3174778 h 5143785"/>
              <a:gd name="connsiteX46862" fmla="*/ 2305241 w 3114960"/>
              <a:gd name="connsiteY46862" fmla="*/ 3093530 h 5143785"/>
              <a:gd name="connsiteX46863" fmla="*/ 2297621 w 3114960"/>
              <a:gd name="connsiteY46863" fmla="*/ 3098197 h 5143785"/>
              <a:gd name="connsiteX46864" fmla="*/ 2295811 w 3114960"/>
              <a:gd name="connsiteY46864" fmla="*/ 3098292 h 5143785"/>
              <a:gd name="connsiteX46865" fmla="*/ 2288953 w 3114960"/>
              <a:gd name="connsiteY46865" fmla="*/ 3096006 h 5143785"/>
              <a:gd name="connsiteX46866" fmla="*/ 2286476 w 3114960"/>
              <a:gd name="connsiteY46866" fmla="*/ 3079623 h 5143785"/>
              <a:gd name="connsiteX46867" fmla="*/ 2302859 w 3114960"/>
              <a:gd name="connsiteY46867" fmla="*/ 3077147 h 5143785"/>
              <a:gd name="connsiteX46868" fmla="*/ 2307527 w 3114960"/>
              <a:gd name="connsiteY46868" fmla="*/ 3084767 h 5143785"/>
              <a:gd name="connsiteX46869" fmla="*/ 2305431 w 3114960"/>
              <a:gd name="connsiteY46869" fmla="*/ 3093434 h 5143785"/>
              <a:gd name="connsiteX46870" fmla="*/ 2274189 w 3114960"/>
              <a:gd name="connsiteY46870" fmla="*/ 3234880 h 5143785"/>
              <a:gd name="connsiteX46871" fmla="*/ 2266569 w 3114960"/>
              <a:gd name="connsiteY46871" fmla="*/ 3239548 h 5143785"/>
              <a:gd name="connsiteX46872" fmla="*/ 2264759 w 3114960"/>
              <a:gd name="connsiteY46872" fmla="*/ 3239643 h 5143785"/>
              <a:gd name="connsiteX46873" fmla="*/ 2257901 w 3114960"/>
              <a:gd name="connsiteY46873" fmla="*/ 3237357 h 5143785"/>
              <a:gd name="connsiteX46874" fmla="*/ 2255425 w 3114960"/>
              <a:gd name="connsiteY46874" fmla="*/ 3220974 h 5143785"/>
              <a:gd name="connsiteX46875" fmla="*/ 2271808 w 3114960"/>
              <a:gd name="connsiteY46875" fmla="*/ 3218498 h 5143785"/>
              <a:gd name="connsiteX46876" fmla="*/ 2276475 w 3114960"/>
              <a:gd name="connsiteY46876" fmla="*/ 3226118 h 5143785"/>
              <a:gd name="connsiteX46877" fmla="*/ 2274380 w 3114960"/>
              <a:gd name="connsiteY46877" fmla="*/ 3234785 h 5143785"/>
              <a:gd name="connsiteX46878" fmla="*/ 594455 w 3114960"/>
              <a:gd name="connsiteY46878" fmla="*/ 1669828 h 5143785"/>
              <a:gd name="connsiteX46879" fmla="*/ 594455 w 3114960"/>
              <a:gd name="connsiteY46879" fmla="*/ 1670780 h 5143785"/>
              <a:gd name="connsiteX46880" fmla="*/ 630174 w 3114960"/>
              <a:gd name="connsiteY46880" fmla="*/ 1710404 h 5143785"/>
              <a:gd name="connsiteX46881" fmla="*/ 627412 w 3114960"/>
              <a:gd name="connsiteY46881" fmla="*/ 1717834 h 5143785"/>
              <a:gd name="connsiteX46882" fmla="*/ 639794 w 3114960"/>
              <a:gd name="connsiteY46882" fmla="*/ 1730216 h 5143785"/>
              <a:gd name="connsiteX46883" fmla="*/ 652177 w 3114960"/>
              <a:gd name="connsiteY46883" fmla="*/ 1717834 h 5143785"/>
              <a:gd name="connsiteX46884" fmla="*/ 639794 w 3114960"/>
              <a:gd name="connsiteY46884" fmla="*/ 1705451 h 5143785"/>
              <a:gd name="connsiteX46885" fmla="*/ 633698 w 3114960"/>
              <a:gd name="connsiteY46885" fmla="*/ 1707261 h 5143785"/>
              <a:gd name="connsiteX46886" fmla="*/ 599218 w 3114960"/>
              <a:gd name="connsiteY46886" fmla="*/ 1668875 h 5143785"/>
              <a:gd name="connsiteX46887" fmla="*/ 599694 w 3114960"/>
              <a:gd name="connsiteY46887" fmla="*/ 1463802 h 5143785"/>
              <a:gd name="connsiteX46888" fmla="*/ 607409 w 3114960"/>
              <a:gd name="connsiteY46888" fmla="*/ 1452467 h 5143785"/>
              <a:gd name="connsiteX46889" fmla="*/ 614458 w 3114960"/>
              <a:gd name="connsiteY46889" fmla="*/ 1454944 h 5143785"/>
              <a:gd name="connsiteX46890" fmla="*/ 626840 w 3114960"/>
              <a:gd name="connsiteY46890" fmla="*/ 1442561 h 5143785"/>
              <a:gd name="connsiteX46891" fmla="*/ 614458 w 3114960"/>
              <a:gd name="connsiteY46891" fmla="*/ 1430179 h 5143785"/>
              <a:gd name="connsiteX46892" fmla="*/ 602075 w 3114960"/>
              <a:gd name="connsiteY46892" fmla="*/ 1442561 h 5143785"/>
              <a:gd name="connsiteX46893" fmla="*/ 604076 w 3114960"/>
              <a:gd name="connsiteY46893" fmla="*/ 1448943 h 5143785"/>
              <a:gd name="connsiteX46894" fmla="*/ 594932 w 3114960"/>
              <a:gd name="connsiteY46894" fmla="*/ 1462278 h 5143785"/>
              <a:gd name="connsiteX46895" fmla="*/ 594455 w 3114960"/>
              <a:gd name="connsiteY46895" fmla="*/ 1669732 h 5143785"/>
              <a:gd name="connsiteX46896" fmla="*/ 639890 w 3114960"/>
              <a:gd name="connsiteY46896" fmla="*/ 1710214 h 5143785"/>
              <a:gd name="connsiteX46897" fmla="*/ 647510 w 3114960"/>
              <a:gd name="connsiteY46897" fmla="*/ 1717834 h 5143785"/>
              <a:gd name="connsiteX46898" fmla="*/ 639890 w 3114960"/>
              <a:gd name="connsiteY46898" fmla="*/ 1725454 h 5143785"/>
              <a:gd name="connsiteX46899" fmla="*/ 632270 w 3114960"/>
              <a:gd name="connsiteY46899" fmla="*/ 1717834 h 5143785"/>
              <a:gd name="connsiteX46900" fmla="*/ 639890 w 3114960"/>
              <a:gd name="connsiteY46900" fmla="*/ 1710214 h 5143785"/>
              <a:gd name="connsiteX46901" fmla="*/ 614553 w 3114960"/>
              <a:gd name="connsiteY46901" fmla="*/ 1434941 h 5143785"/>
              <a:gd name="connsiteX46902" fmla="*/ 622173 w 3114960"/>
              <a:gd name="connsiteY46902" fmla="*/ 1442561 h 5143785"/>
              <a:gd name="connsiteX46903" fmla="*/ 614553 w 3114960"/>
              <a:gd name="connsiteY46903" fmla="*/ 1450181 h 5143785"/>
              <a:gd name="connsiteX46904" fmla="*/ 606933 w 3114960"/>
              <a:gd name="connsiteY46904" fmla="*/ 1442561 h 5143785"/>
              <a:gd name="connsiteX46905" fmla="*/ 614553 w 3114960"/>
              <a:gd name="connsiteY46905" fmla="*/ 1434941 h 51437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  <a:cxn ang="0">
                <a:pos x="connsiteX24957" y="connsiteY24957"/>
              </a:cxn>
              <a:cxn ang="0">
                <a:pos x="connsiteX24958" y="connsiteY24958"/>
              </a:cxn>
              <a:cxn ang="0">
                <a:pos x="connsiteX24959" y="connsiteY24959"/>
              </a:cxn>
              <a:cxn ang="0">
                <a:pos x="connsiteX24960" y="connsiteY24960"/>
              </a:cxn>
              <a:cxn ang="0">
                <a:pos x="connsiteX24961" y="connsiteY24961"/>
              </a:cxn>
              <a:cxn ang="0">
                <a:pos x="connsiteX24962" y="connsiteY24962"/>
              </a:cxn>
              <a:cxn ang="0">
                <a:pos x="connsiteX24963" y="connsiteY24963"/>
              </a:cxn>
              <a:cxn ang="0">
                <a:pos x="connsiteX24964" y="connsiteY24964"/>
              </a:cxn>
              <a:cxn ang="0">
                <a:pos x="connsiteX24965" y="connsiteY24965"/>
              </a:cxn>
              <a:cxn ang="0">
                <a:pos x="connsiteX24966" y="connsiteY24966"/>
              </a:cxn>
              <a:cxn ang="0">
                <a:pos x="connsiteX24967" y="connsiteY24967"/>
              </a:cxn>
              <a:cxn ang="0">
                <a:pos x="connsiteX24968" y="connsiteY24968"/>
              </a:cxn>
              <a:cxn ang="0">
                <a:pos x="connsiteX24969" y="connsiteY24969"/>
              </a:cxn>
              <a:cxn ang="0">
                <a:pos x="connsiteX24970" y="connsiteY24970"/>
              </a:cxn>
              <a:cxn ang="0">
                <a:pos x="connsiteX24971" y="connsiteY24971"/>
              </a:cxn>
              <a:cxn ang="0">
                <a:pos x="connsiteX24972" y="connsiteY24972"/>
              </a:cxn>
              <a:cxn ang="0">
                <a:pos x="connsiteX24973" y="connsiteY24973"/>
              </a:cxn>
              <a:cxn ang="0">
                <a:pos x="connsiteX24974" y="connsiteY24974"/>
              </a:cxn>
              <a:cxn ang="0">
                <a:pos x="connsiteX24975" y="connsiteY24975"/>
              </a:cxn>
              <a:cxn ang="0">
                <a:pos x="connsiteX24976" y="connsiteY24976"/>
              </a:cxn>
              <a:cxn ang="0">
                <a:pos x="connsiteX24977" y="connsiteY24977"/>
              </a:cxn>
              <a:cxn ang="0">
                <a:pos x="connsiteX24978" y="connsiteY24978"/>
              </a:cxn>
              <a:cxn ang="0">
                <a:pos x="connsiteX24979" y="connsiteY24979"/>
              </a:cxn>
              <a:cxn ang="0">
                <a:pos x="connsiteX24980" y="connsiteY24980"/>
              </a:cxn>
              <a:cxn ang="0">
                <a:pos x="connsiteX24981" y="connsiteY24981"/>
              </a:cxn>
              <a:cxn ang="0">
                <a:pos x="connsiteX24982" y="connsiteY24982"/>
              </a:cxn>
              <a:cxn ang="0">
                <a:pos x="connsiteX24983" y="connsiteY24983"/>
              </a:cxn>
              <a:cxn ang="0">
                <a:pos x="connsiteX24984" y="connsiteY24984"/>
              </a:cxn>
              <a:cxn ang="0">
                <a:pos x="connsiteX24985" y="connsiteY24985"/>
              </a:cxn>
              <a:cxn ang="0">
                <a:pos x="connsiteX24986" y="connsiteY24986"/>
              </a:cxn>
              <a:cxn ang="0">
                <a:pos x="connsiteX24987" y="connsiteY24987"/>
              </a:cxn>
              <a:cxn ang="0">
                <a:pos x="connsiteX24988" y="connsiteY24988"/>
              </a:cxn>
              <a:cxn ang="0">
                <a:pos x="connsiteX24989" y="connsiteY24989"/>
              </a:cxn>
              <a:cxn ang="0">
                <a:pos x="connsiteX24990" y="connsiteY24990"/>
              </a:cxn>
              <a:cxn ang="0">
                <a:pos x="connsiteX24991" y="connsiteY24991"/>
              </a:cxn>
              <a:cxn ang="0">
                <a:pos x="connsiteX24992" y="connsiteY24992"/>
              </a:cxn>
              <a:cxn ang="0">
                <a:pos x="connsiteX24993" y="connsiteY24993"/>
              </a:cxn>
              <a:cxn ang="0">
                <a:pos x="connsiteX24994" y="connsiteY24994"/>
              </a:cxn>
              <a:cxn ang="0">
                <a:pos x="connsiteX24995" y="connsiteY24995"/>
              </a:cxn>
              <a:cxn ang="0">
                <a:pos x="connsiteX24996" y="connsiteY24996"/>
              </a:cxn>
              <a:cxn ang="0">
                <a:pos x="connsiteX24997" y="connsiteY24997"/>
              </a:cxn>
              <a:cxn ang="0">
                <a:pos x="connsiteX24998" y="connsiteY24998"/>
              </a:cxn>
              <a:cxn ang="0">
                <a:pos x="connsiteX24999" y="connsiteY24999"/>
              </a:cxn>
              <a:cxn ang="0">
                <a:pos x="connsiteX25000" y="connsiteY25000"/>
              </a:cxn>
              <a:cxn ang="0">
                <a:pos x="connsiteX25001" y="connsiteY25001"/>
              </a:cxn>
              <a:cxn ang="0">
                <a:pos x="connsiteX25002" y="connsiteY25002"/>
              </a:cxn>
              <a:cxn ang="0">
                <a:pos x="connsiteX25003" y="connsiteY25003"/>
              </a:cxn>
              <a:cxn ang="0">
                <a:pos x="connsiteX25004" y="connsiteY25004"/>
              </a:cxn>
              <a:cxn ang="0">
                <a:pos x="connsiteX25005" y="connsiteY25005"/>
              </a:cxn>
              <a:cxn ang="0">
                <a:pos x="connsiteX25006" y="connsiteY25006"/>
              </a:cxn>
              <a:cxn ang="0">
                <a:pos x="connsiteX25007" y="connsiteY25007"/>
              </a:cxn>
              <a:cxn ang="0">
                <a:pos x="connsiteX25008" y="connsiteY25008"/>
              </a:cxn>
              <a:cxn ang="0">
                <a:pos x="connsiteX25009" y="connsiteY25009"/>
              </a:cxn>
              <a:cxn ang="0">
                <a:pos x="connsiteX25010" y="connsiteY25010"/>
              </a:cxn>
              <a:cxn ang="0">
                <a:pos x="connsiteX25011" y="connsiteY25011"/>
              </a:cxn>
              <a:cxn ang="0">
                <a:pos x="connsiteX25012" y="connsiteY25012"/>
              </a:cxn>
              <a:cxn ang="0">
                <a:pos x="connsiteX25013" y="connsiteY25013"/>
              </a:cxn>
              <a:cxn ang="0">
                <a:pos x="connsiteX25014" y="connsiteY25014"/>
              </a:cxn>
              <a:cxn ang="0">
                <a:pos x="connsiteX25015" y="connsiteY25015"/>
              </a:cxn>
              <a:cxn ang="0">
                <a:pos x="connsiteX25016" y="connsiteY25016"/>
              </a:cxn>
              <a:cxn ang="0">
                <a:pos x="connsiteX25017" y="connsiteY25017"/>
              </a:cxn>
              <a:cxn ang="0">
                <a:pos x="connsiteX25018" y="connsiteY25018"/>
              </a:cxn>
              <a:cxn ang="0">
                <a:pos x="connsiteX25019" y="connsiteY25019"/>
              </a:cxn>
              <a:cxn ang="0">
                <a:pos x="connsiteX25020" y="connsiteY25020"/>
              </a:cxn>
              <a:cxn ang="0">
                <a:pos x="connsiteX25021" y="connsiteY25021"/>
              </a:cxn>
              <a:cxn ang="0">
                <a:pos x="connsiteX25022" y="connsiteY25022"/>
              </a:cxn>
              <a:cxn ang="0">
                <a:pos x="connsiteX25023" y="connsiteY25023"/>
              </a:cxn>
              <a:cxn ang="0">
                <a:pos x="connsiteX25024" y="connsiteY25024"/>
              </a:cxn>
              <a:cxn ang="0">
                <a:pos x="connsiteX25025" y="connsiteY25025"/>
              </a:cxn>
              <a:cxn ang="0">
                <a:pos x="connsiteX25026" y="connsiteY25026"/>
              </a:cxn>
              <a:cxn ang="0">
                <a:pos x="connsiteX25027" y="connsiteY25027"/>
              </a:cxn>
              <a:cxn ang="0">
                <a:pos x="connsiteX25028" y="connsiteY25028"/>
              </a:cxn>
              <a:cxn ang="0">
                <a:pos x="connsiteX25029" y="connsiteY25029"/>
              </a:cxn>
              <a:cxn ang="0">
                <a:pos x="connsiteX25030" y="connsiteY25030"/>
              </a:cxn>
              <a:cxn ang="0">
                <a:pos x="connsiteX25031" y="connsiteY25031"/>
              </a:cxn>
              <a:cxn ang="0">
                <a:pos x="connsiteX25032" y="connsiteY25032"/>
              </a:cxn>
              <a:cxn ang="0">
                <a:pos x="connsiteX25033" y="connsiteY25033"/>
              </a:cxn>
              <a:cxn ang="0">
                <a:pos x="connsiteX25034" y="connsiteY25034"/>
              </a:cxn>
              <a:cxn ang="0">
                <a:pos x="connsiteX25035" y="connsiteY25035"/>
              </a:cxn>
              <a:cxn ang="0">
                <a:pos x="connsiteX25036" y="connsiteY25036"/>
              </a:cxn>
              <a:cxn ang="0">
                <a:pos x="connsiteX25037" y="connsiteY25037"/>
              </a:cxn>
              <a:cxn ang="0">
                <a:pos x="connsiteX25038" y="connsiteY25038"/>
              </a:cxn>
              <a:cxn ang="0">
                <a:pos x="connsiteX25039" y="connsiteY25039"/>
              </a:cxn>
              <a:cxn ang="0">
                <a:pos x="connsiteX25040" y="connsiteY25040"/>
              </a:cxn>
              <a:cxn ang="0">
                <a:pos x="connsiteX25041" y="connsiteY25041"/>
              </a:cxn>
              <a:cxn ang="0">
                <a:pos x="connsiteX25042" y="connsiteY25042"/>
              </a:cxn>
              <a:cxn ang="0">
                <a:pos x="connsiteX25043" y="connsiteY25043"/>
              </a:cxn>
              <a:cxn ang="0">
                <a:pos x="connsiteX25044" y="connsiteY25044"/>
              </a:cxn>
              <a:cxn ang="0">
                <a:pos x="connsiteX25045" y="connsiteY25045"/>
              </a:cxn>
              <a:cxn ang="0">
                <a:pos x="connsiteX25046" y="connsiteY25046"/>
              </a:cxn>
              <a:cxn ang="0">
                <a:pos x="connsiteX25047" y="connsiteY25047"/>
              </a:cxn>
              <a:cxn ang="0">
                <a:pos x="connsiteX25048" y="connsiteY25048"/>
              </a:cxn>
              <a:cxn ang="0">
                <a:pos x="connsiteX25049" y="connsiteY25049"/>
              </a:cxn>
              <a:cxn ang="0">
                <a:pos x="connsiteX25050" y="connsiteY25050"/>
              </a:cxn>
              <a:cxn ang="0">
                <a:pos x="connsiteX25051" y="connsiteY25051"/>
              </a:cxn>
              <a:cxn ang="0">
                <a:pos x="connsiteX25052" y="connsiteY25052"/>
              </a:cxn>
              <a:cxn ang="0">
                <a:pos x="connsiteX25053" y="connsiteY25053"/>
              </a:cxn>
              <a:cxn ang="0">
                <a:pos x="connsiteX25054" y="connsiteY25054"/>
              </a:cxn>
              <a:cxn ang="0">
                <a:pos x="connsiteX25055" y="connsiteY25055"/>
              </a:cxn>
              <a:cxn ang="0">
                <a:pos x="connsiteX25056" y="connsiteY25056"/>
              </a:cxn>
              <a:cxn ang="0">
                <a:pos x="connsiteX25057" y="connsiteY25057"/>
              </a:cxn>
              <a:cxn ang="0">
                <a:pos x="connsiteX25058" y="connsiteY25058"/>
              </a:cxn>
              <a:cxn ang="0">
                <a:pos x="connsiteX25059" y="connsiteY25059"/>
              </a:cxn>
              <a:cxn ang="0">
                <a:pos x="connsiteX25060" y="connsiteY25060"/>
              </a:cxn>
              <a:cxn ang="0">
                <a:pos x="connsiteX25061" y="connsiteY25061"/>
              </a:cxn>
              <a:cxn ang="0">
                <a:pos x="connsiteX25062" y="connsiteY25062"/>
              </a:cxn>
              <a:cxn ang="0">
                <a:pos x="connsiteX25063" y="connsiteY25063"/>
              </a:cxn>
              <a:cxn ang="0">
                <a:pos x="connsiteX25064" y="connsiteY25064"/>
              </a:cxn>
              <a:cxn ang="0">
                <a:pos x="connsiteX25065" y="connsiteY25065"/>
              </a:cxn>
              <a:cxn ang="0">
                <a:pos x="connsiteX25066" y="connsiteY25066"/>
              </a:cxn>
              <a:cxn ang="0">
                <a:pos x="connsiteX25067" y="connsiteY25067"/>
              </a:cxn>
              <a:cxn ang="0">
                <a:pos x="connsiteX25068" y="connsiteY25068"/>
              </a:cxn>
              <a:cxn ang="0">
                <a:pos x="connsiteX25069" y="connsiteY25069"/>
              </a:cxn>
              <a:cxn ang="0">
                <a:pos x="connsiteX25070" y="connsiteY25070"/>
              </a:cxn>
              <a:cxn ang="0">
                <a:pos x="connsiteX25071" y="connsiteY25071"/>
              </a:cxn>
              <a:cxn ang="0">
                <a:pos x="connsiteX25072" y="connsiteY25072"/>
              </a:cxn>
              <a:cxn ang="0">
                <a:pos x="connsiteX25073" y="connsiteY25073"/>
              </a:cxn>
              <a:cxn ang="0">
                <a:pos x="connsiteX25074" y="connsiteY25074"/>
              </a:cxn>
              <a:cxn ang="0">
                <a:pos x="connsiteX25075" y="connsiteY25075"/>
              </a:cxn>
              <a:cxn ang="0">
                <a:pos x="connsiteX25076" y="connsiteY25076"/>
              </a:cxn>
              <a:cxn ang="0">
                <a:pos x="connsiteX25077" y="connsiteY25077"/>
              </a:cxn>
              <a:cxn ang="0">
                <a:pos x="connsiteX25078" y="connsiteY25078"/>
              </a:cxn>
              <a:cxn ang="0">
                <a:pos x="connsiteX25079" y="connsiteY25079"/>
              </a:cxn>
              <a:cxn ang="0">
                <a:pos x="connsiteX25080" y="connsiteY25080"/>
              </a:cxn>
              <a:cxn ang="0">
                <a:pos x="connsiteX25081" y="connsiteY25081"/>
              </a:cxn>
              <a:cxn ang="0">
                <a:pos x="connsiteX25082" y="connsiteY25082"/>
              </a:cxn>
              <a:cxn ang="0">
                <a:pos x="connsiteX25083" y="connsiteY25083"/>
              </a:cxn>
              <a:cxn ang="0">
                <a:pos x="connsiteX25084" y="connsiteY25084"/>
              </a:cxn>
              <a:cxn ang="0">
                <a:pos x="connsiteX25085" y="connsiteY25085"/>
              </a:cxn>
              <a:cxn ang="0">
                <a:pos x="connsiteX25086" y="connsiteY25086"/>
              </a:cxn>
              <a:cxn ang="0">
                <a:pos x="connsiteX25087" y="connsiteY25087"/>
              </a:cxn>
              <a:cxn ang="0">
                <a:pos x="connsiteX25088" y="connsiteY25088"/>
              </a:cxn>
              <a:cxn ang="0">
                <a:pos x="connsiteX25089" y="connsiteY25089"/>
              </a:cxn>
              <a:cxn ang="0">
                <a:pos x="connsiteX25090" y="connsiteY25090"/>
              </a:cxn>
              <a:cxn ang="0">
                <a:pos x="connsiteX25091" y="connsiteY25091"/>
              </a:cxn>
              <a:cxn ang="0">
                <a:pos x="connsiteX25092" y="connsiteY25092"/>
              </a:cxn>
              <a:cxn ang="0">
                <a:pos x="connsiteX25093" y="connsiteY25093"/>
              </a:cxn>
              <a:cxn ang="0">
                <a:pos x="connsiteX25094" y="connsiteY25094"/>
              </a:cxn>
              <a:cxn ang="0">
                <a:pos x="connsiteX25095" y="connsiteY25095"/>
              </a:cxn>
              <a:cxn ang="0">
                <a:pos x="connsiteX25096" y="connsiteY25096"/>
              </a:cxn>
              <a:cxn ang="0">
                <a:pos x="connsiteX25097" y="connsiteY25097"/>
              </a:cxn>
              <a:cxn ang="0">
                <a:pos x="connsiteX25098" y="connsiteY25098"/>
              </a:cxn>
              <a:cxn ang="0">
                <a:pos x="connsiteX25099" y="connsiteY25099"/>
              </a:cxn>
              <a:cxn ang="0">
                <a:pos x="connsiteX25100" y="connsiteY25100"/>
              </a:cxn>
              <a:cxn ang="0">
                <a:pos x="connsiteX25101" y="connsiteY25101"/>
              </a:cxn>
              <a:cxn ang="0">
                <a:pos x="connsiteX25102" y="connsiteY25102"/>
              </a:cxn>
              <a:cxn ang="0">
                <a:pos x="connsiteX25103" y="connsiteY25103"/>
              </a:cxn>
              <a:cxn ang="0">
                <a:pos x="connsiteX25104" y="connsiteY25104"/>
              </a:cxn>
              <a:cxn ang="0">
                <a:pos x="connsiteX25105" y="connsiteY25105"/>
              </a:cxn>
              <a:cxn ang="0">
                <a:pos x="connsiteX25106" y="connsiteY25106"/>
              </a:cxn>
              <a:cxn ang="0">
                <a:pos x="connsiteX25107" y="connsiteY25107"/>
              </a:cxn>
              <a:cxn ang="0">
                <a:pos x="connsiteX25108" y="connsiteY25108"/>
              </a:cxn>
              <a:cxn ang="0">
                <a:pos x="connsiteX25109" y="connsiteY25109"/>
              </a:cxn>
              <a:cxn ang="0">
                <a:pos x="connsiteX25110" y="connsiteY25110"/>
              </a:cxn>
              <a:cxn ang="0">
                <a:pos x="connsiteX25111" y="connsiteY25111"/>
              </a:cxn>
              <a:cxn ang="0">
                <a:pos x="connsiteX25112" y="connsiteY25112"/>
              </a:cxn>
              <a:cxn ang="0">
                <a:pos x="connsiteX25113" y="connsiteY25113"/>
              </a:cxn>
              <a:cxn ang="0">
                <a:pos x="connsiteX25114" y="connsiteY25114"/>
              </a:cxn>
              <a:cxn ang="0">
                <a:pos x="connsiteX25115" y="connsiteY25115"/>
              </a:cxn>
              <a:cxn ang="0">
                <a:pos x="connsiteX25116" y="connsiteY25116"/>
              </a:cxn>
              <a:cxn ang="0">
                <a:pos x="connsiteX25117" y="connsiteY25117"/>
              </a:cxn>
              <a:cxn ang="0">
                <a:pos x="connsiteX25118" y="connsiteY25118"/>
              </a:cxn>
              <a:cxn ang="0">
                <a:pos x="connsiteX25119" y="connsiteY25119"/>
              </a:cxn>
              <a:cxn ang="0">
                <a:pos x="connsiteX25120" y="connsiteY25120"/>
              </a:cxn>
              <a:cxn ang="0">
                <a:pos x="connsiteX25121" y="connsiteY25121"/>
              </a:cxn>
              <a:cxn ang="0">
                <a:pos x="connsiteX25122" y="connsiteY25122"/>
              </a:cxn>
              <a:cxn ang="0">
                <a:pos x="connsiteX25123" y="connsiteY25123"/>
              </a:cxn>
              <a:cxn ang="0">
                <a:pos x="connsiteX25124" y="connsiteY25124"/>
              </a:cxn>
              <a:cxn ang="0">
                <a:pos x="connsiteX25125" y="connsiteY25125"/>
              </a:cxn>
              <a:cxn ang="0">
                <a:pos x="connsiteX25126" y="connsiteY25126"/>
              </a:cxn>
              <a:cxn ang="0">
                <a:pos x="connsiteX25127" y="connsiteY25127"/>
              </a:cxn>
              <a:cxn ang="0">
                <a:pos x="connsiteX25128" y="connsiteY25128"/>
              </a:cxn>
              <a:cxn ang="0">
                <a:pos x="connsiteX25129" y="connsiteY25129"/>
              </a:cxn>
              <a:cxn ang="0">
                <a:pos x="connsiteX25130" y="connsiteY25130"/>
              </a:cxn>
              <a:cxn ang="0">
                <a:pos x="connsiteX25131" y="connsiteY25131"/>
              </a:cxn>
              <a:cxn ang="0">
                <a:pos x="connsiteX25132" y="connsiteY25132"/>
              </a:cxn>
              <a:cxn ang="0">
                <a:pos x="connsiteX25133" y="connsiteY25133"/>
              </a:cxn>
              <a:cxn ang="0">
                <a:pos x="connsiteX25134" y="connsiteY25134"/>
              </a:cxn>
              <a:cxn ang="0">
                <a:pos x="connsiteX25135" y="connsiteY25135"/>
              </a:cxn>
              <a:cxn ang="0">
                <a:pos x="connsiteX25136" y="connsiteY25136"/>
              </a:cxn>
              <a:cxn ang="0">
                <a:pos x="connsiteX25137" y="connsiteY25137"/>
              </a:cxn>
              <a:cxn ang="0">
                <a:pos x="connsiteX25138" y="connsiteY25138"/>
              </a:cxn>
              <a:cxn ang="0">
                <a:pos x="connsiteX25139" y="connsiteY25139"/>
              </a:cxn>
              <a:cxn ang="0">
                <a:pos x="connsiteX25140" y="connsiteY25140"/>
              </a:cxn>
              <a:cxn ang="0">
                <a:pos x="connsiteX25141" y="connsiteY25141"/>
              </a:cxn>
              <a:cxn ang="0">
                <a:pos x="connsiteX25142" y="connsiteY25142"/>
              </a:cxn>
              <a:cxn ang="0">
                <a:pos x="connsiteX25143" y="connsiteY25143"/>
              </a:cxn>
              <a:cxn ang="0">
                <a:pos x="connsiteX25144" y="connsiteY25144"/>
              </a:cxn>
              <a:cxn ang="0">
                <a:pos x="connsiteX25145" y="connsiteY25145"/>
              </a:cxn>
              <a:cxn ang="0">
                <a:pos x="connsiteX25146" y="connsiteY25146"/>
              </a:cxn>
              <a:cxn ang="0">
                <a:pos x="connsiteX25147" y="connsiteY25147"/>
              </a:cxn>
              <a:cxn ang="0">
                <a:pos x="connsiteX25148" y="connsiteY25148"/>
              </a:cxn>
              <a:cxn ang="0">
                <a:pos x="connsiteX25149" y="connsiteY25149"/>
              </a:cxn>
              <a:cxn ang="0">
                <a:pos x="connsiteX25150" y="connsiteY25150"/>
              </a:cxn>
              <a:cxn ang="0">
                <a:pos x="connsiteX25151" y="connsiteY25151"/>
              </a:cxn>
              <a:cxn ang="0">
                <a:pos x="connsiteX25152" y="connsiteY25152"/>
              </a:cxn>
              <a:cxn ang="0">
                <a:pos x="connsiteX25153" y="connsiteY25153"/>
              </a:cxn>
              <a:cxn ang="0">
                <a:pos x="connsiteX25154" y="connsiteY25154"/>
              </a:cxn>
              <a:cxn ang="0">
                <a:pos x="connsiteX25155" y="connsiteY25155"/>
              </a:cxn>
              <a:cxn ang="0">
                <a:pos x="connsiteX25156" y="connsiteY25156"/>
              </a:cxn>
              <a:cxn ang="0">
                <a:pos x="connsiteX25157" y="connsiteY25157"/>
              </a:cxn>
              <a:cxn ang="0">
                <a:pos x="connsiteX25158" y="connsiteY25158"/>
              </a:cxn>
              <a:cxn ang="0">
                <a:pos x="connsiteX25159" y="connsiteY25159"/>
              </a:cxn>
              <a:cxn ang="0">
                <a:pos x="connsiteX25160" y="connsiteY25160"/>
              </a:cxn>
              <a:cxn ang="0">
                <a:pos x="connsiteX25161" y="connsiteY25161"/>
              </a:cxn>
              <a:cxn ang="0">
                <a:pos x="connsiteX25162" y="connsiteY25162"/>
              </a:cxn>
              <a:cxn ang="0">
                <a:pos x="connsiteX25163" y="connsiteY25163"/>
              </a:cxn>
              <a:cxn ang="0">
                <a:pos x="connsiteX25164" y="connsiteY25164"/>
              </a:cxn>
              <a:cxn ang="0">
                <a:pos x="connsiteX25165" y="connsiteY25165"/>
              </a:cxn>
              <a:cxn ang="0">
                <a:pos x="connsiteX25166" y="connsiteY25166"/>
              </a:cxn>
              <a:cxn ang="0">
                <a:pos x="connsiteX25167" y="connsiteY25167"/>
              </a:cxn>
              <a:cxn ang="0">
                <a:pos x="connsiteX25168" y="connsiteY25168"/>
              </a:cxn>
              <a:cxn ang="0">
                <a:pos x="connsiteX25169" y="connsiteY25169"/>
              </a:cxn>
              <a:cxn ang="0">
                <a:pos x="connsiteX25170" y="connsiteY25170"/>
              </a:cxn>
              <a:cxn ang="0">
                <a:pos x="connsiteX25171" y="connsiteY25171"/>
              </a:cxn>
              <a:cxn ang="0">
                <a:pos x="connsiteX25172" y="connsiteY25172"/>
              </a:cxn>
              <a:cxn ang="0">
                <a:pos x="connsiteX25173" y="connsiteY25173"/>
              </a:cxn>
              <a:cxn ang="0">
                <a:pos x="connsiteX25174" y="connsiteY25174"/>
              </a:cxn>
              <a:cxn ang="0">
                <a:pos x="connsiteX25175" y="connsiteY25175"/>
              </a:cxn>
              <a:cxn ang="0">
                <a:pos x="connsiteX25176" y="connsiteY25176"/>
              </a:cxn>
              <a:cxn ang="0">
                <a:pos x="connsiteX25177" y="connsiteY25177"/>
              </a:cxn>
              <a:cxn ang="0">
                <a:pos x="connsiteX25178" y="connsiteY25178"/>
              </a:cxn>
              <a:cxn ang="0">
                <a:pos x="connsiteX25179" y="connsiteY25179"/>
              </a:cxn>
              <a:cxn ang="0">
                <a:pos x="connsiteX25180" y="connsiteY25180"/>
              </a:cxn>
              <a:cxn ang="0">
                <a:pos x="connsiteX25181" y="connsiteY25181"/>
              </a:cxn>
              <a:cxn ang="0">
                <a:pos x="connsiteX25182" y="connsiteY25182"/>
              </a:cxn>
              <a:cxn ang="0">
                <a:pos x="connsiteX25183" y="connsiteY25183"/>
              </a:cxn>
              <a:cxn ang="0">
                <a:pos x="connsiteX25184" y="connsiteY25184"/>
              </a:cxn>
              <a:cxn ang="0">
                <a:pos x="connsiteX25185" y="connsiteY25185"/>
              </a:cxn>
              <a:cxn ang="0">
                <a:pos x="connsiteX25186" y="connsiteY25186"/>
              </a:cxn>
              <a:cxn ang="0">
                <a:pos x="connsiteX25187" y="connsiteY25187"/>
              </a:cxn>
              <a:cxn ang="0">
                <a:pos x="connsiteX25188" y="connsiteY25188"/>
              </a:cxn>
              <a:cxn ang="0">
                <a:pos x="connsiteX25189" y="connsiteY25189"/>
              </a:cxn>
              <a:cxn ang="0">
                <a:pos x="connsiteX25190" y="connsiteY25190"/>
              </a:cxn>
              <a:cxn ang="0">
                <a:pos x="connsiteX25191" y="connsiteY25191"/>
              </a:cxn>
              <a:cxn ang="0">
                <a:pos x="connsiteX25192" y="connsiteY25192"/>
              </a:cxn>
              <a:cxn ang="0">
                <a:pos x="connsiteX25193" y="connsiteY25193"/>
              </a:cxn>
              <a:cxn ang="0">
                <a:pos x="connsiteX25194" y="connsiteY25194"/>
              </a:cxn>
              <a:cxn ang="0">
                <a:pos x="connsiteX25195" y="connsiteY25195"/>
              </a:cxn>
              <a:cxn ang="0">
                <a:pos x="connsiteX25196" y="connsiteY25196"/>
              </a:cxn>
              <a:cxn ang="0">
                <a:pos x="connsiteX25197" y="connsiteY25197"/>
              </a:cxn>
              <a:cxn ang="0">
                <a:pos x="connsiteX25198" y="connsiteY25198"/>
              </a:cxn>
              <a:cxn ang="0">
                <a:pos x="connsiteX25199" y="connsiteY25199"/>
              </a:cxn>
              <a:cxn ang="0">
                <a:pos x="connsiteX25200" y="connsiteY25200"/>
              </a:cxn>
              <a:cxn ang="0">
                <a:pos x="connsiteX25201" y="connsiteY25201"/>
              </a:cxn>
              <a:cxn ang="0">
                <a:pos x="connsiteX25202" y="connsiteY25202"/>
              </a:cxn>
              <a:cxn ang="0">
                <a:pos x="connsiteX25203" y="connsiteY25203"/>
              </a:cxn>
              <a:cxn ang="0">
                <a:pos x="connsiteX25204" y="connsiteY25204"/>
              </a:cxn>
              <a:cxn ang="0">
                <a:pos x="connsiteX25205" y="connsiteY25205"/>
              </a:cxn>
              <a:cxn ang="0">
                <a:pos x="connsiteX25206" y="connsiteY25206"/>
              </a:cxn>
              <a:cxn ang="0">
                <a:pos x="connsiteX25207" y="connsiteY25207"/>
              </a:cxn>
              <a:cxn ang="0">
                <a:pos x="connsiteX25208" y="connsiteY25208"/>
              </a:cxn>
              <a:cxn ang="0">
                <a:pos x="connsiteX25209" y="connsiteY25209"/>
              </a:cxn>
              <a:cxn ang="0">
                <a:pos x="connsiteX25210" y="connsiteY25210"/>
              </a:cxn>
              <a:cxn ang="0">
                <a:pos x="connsiteX25211" y="connsiteY25211"/>
              </a:cxn>
              <a:cxn ang="0">
                <a:pos x="connsiteX25212" y="connsiteY25212"/>
              </a:cxn>
              <a:cxn ang="0">
                <a:pos x="connsiteX25213" y="connsiteY25213"/>
              </a:cxn>
              <a:cxn ang="0">
                <a:pos x="connsiteX25214" y="connsiteY25214"/>
              </a:cxn>
              <a:cxn ang="0">
                <a:pos x="connsiteX25215" y="connsiteY25215"/>
              </a:cxn>
              <a:cxn ang="0">
                <a:pos x="connsiteX25216" y="connsiteY25216"/>
              </a:cxn>
              <a:cxn ang="0">
                <a:pos x="connsiteX25217" y="connsiteY25217"/>
              </a:cxn>
              <a:cxn ang="0">
                <a:pos x="connsiteX25218" y="connsiteY25218"/>
              </a:cxn>
              <a:cxn ang="0">
                <a:pos x="connsiteX25219" y="connsiteY25219"/>
              </a:cxn>
              <a:cxn ang="0">
                <a:pos x="connsiteX25220" y="connsiteY25220"/>
              </a:cxn>
              <a:cxn ang="0">
                <a:pos x="connsiteX25221" y="connsiteY25221"/>
              </a:cxn>
              <a:cxn ang="0">
                <a:pos x="connsiteX25222" y="connsiteY25222"/>
              </a:cxn>
              <a:cxn ang="0">
                <a:pos x="connsiteX25223" y="connsiteY25223"/>
              </a:cxn>
              <a:cxn ang="0">
                <a:pos x="connsiteX25224" y="connsiteY25224"/>
              </a:cxn>
              <a:cxn ang="0">
                <a:pos x="connsiteX25225" y="connsiteY25225"/>
              </a:cxn>
              <a:cxn ang="0">
                <a:pos x="connsiteX25226" y="connsiteY25226"/>
              </a:cxn>
              <a:cxn ang="0">
                <a:pos x="connsiteX25227" y="connsiteY25227"/>
              </a:cxn>
              <a:cxn ang="0">
                <a:pos x="connsiteX25228" y="connsiteY25228"/>
              </a:cxn>
              <a:cxn ang="0">
                <a:pos x="connsiteX25229" y="connsiteY25229"/>
              </a:cxn>
              <a:cxn ang="0">
                <a:pos x="connsiteX25230" y="connsiteY25230"/>
              </a:cxn>
              <a:cxn ang="0">
                <a:pos x="connsiteX25231" y="connsiteY25231"/>
              </a:cxn>
              <a:cxn ang="0">
                <a:pos x="connsiteX25232" y="connsiteY25232"/>
              </a:cxn>
              <a:cxn ang="0">
                <a:pos x="connsiteX25233" y="connsiteY25233"/>
              </a:cxn>
              <a:cxn ang="0">
                <a:pos x="connsiteX25234" y="connsiteY25234"/>
              </a:cxn>
              <a:cxn ang="0">
                <a:pos x="connsiteX25235" y="connsiteY25235"/>
              </a:cxn>
              <a:cxn ang="0">
                <a:pos x="connsiteX25236" y="connsiteY25236"/>
              </a:cxn>
              <a:cxn ang="0">
                <a:pos x="connsiteX25237" y="connsiteY25237"/>
              </a:cxn>
              <a:cxn ang="0">
                <a:pos x="connsiteX25238" y="connsiteY25238"/>
              </a:cxn>
              <a:cxn ang="0">
                <a:pos x="connsiteX25239" y="connsiteY25239"/>
              </a:cxn>
              <a:cxn ang="0">
                <a:pos x="connsiteX25240" y="connsiteY25240"/>
              </a:cxn>
              <a:cxn ang="0">
                <a:pos x="connsiteX25241" y="connsiteY25241"/>
              </a:cxn>
              <a:cxn ang="0">
                <a:pos x="connsiteX25242" y="connsiteY25242"/>
              </a:cxn>
              <a:cxn ang="0">
                <a:pos x="connsiteX25243" y="connsiteY25243"/>
              </a:cxn>
              <a:cxn ang="0">
                <a:pos x="connsiteX25244" y="connsiteY25244"/>
              </a:cxn>
              <a:cxn ang="0">
                <a:pos x="connsiteX25245" y="connsiteY25245"/>
              </a:cxn>
              <a:cxn ang="0">
                <a:pos x="connsiteX25246" y="connsiteY25246"/>
              </a:cxn>
              <a:cxn ang="0">
                <a:pos x="connsiteX25247" y="connsiteY25247"/>
              </a:cxn>
              <a:cxn ang="0">
                <a:pos x="connsiteX25248" y="connsiteY25248"/>
              </a:cxn>
              <a:cxn ang="0">
                <a:pos x="connsiteX25249" y="connsiteY25249"/>
              </a:cxn>
              <a:cxn ang="0">
                <a:pos x="connsiteX25250" y="connsiteY25250"/>
              </a:cxn>
              <a:cxn ang="0">
                <a:pos x="connsiteX25251" y="connsiteY25251"/>
              </a:cxn>
              <a:cxn ang="0">
                <a:pos x="connsiteX25252" y="connsiteY25252"/>
              </a:cxn>
              <a:cxn ang="0">
                <a:pos x="connsiteX25253" y="connsiteY25253"/>
              </a:cxn>
              <a:cxn ang="0">
                <a:pos x="connsiteX25254" y="connsiteY25254"/>
              </a:cxn>
              <a:cxn ang="0">
                <a:pos x="connsiteX25255" y="connsiteY25255"/>
              </a:cxn>
              <a:cxn ang="0">
                <a:pos x="connsiteX25256" y="connsiteY25256"/>
              </a:cxn>
              <a:cxn ang="0">
                <a:pos x="connsiteX25257" y="connsiteY25257"/>
              </a:cxn>
              <a:cxn ang="0">
                <a:pos x="connsiteX25258" y="connsiteY25258"/>
              </a:cxn>
              <a:cxn ang="0">
                <a:pos x="connsiteX25259" y="connsiteY25259"/>
              </a:cxn>
              <a:cxn ang="0">
                <a:pos x="connsiteX25260" y="connsiteY25260"/>
              </a:cxn>
              <a:cxn ang="0">
                <a:pos x="connsiteX25261" y="connsiteY25261"/>
              </a:cxn>
              <a:cxn ang="0">
                <a:pos x="connsiteX25262" y="connsiteY25262"/>
              </a:cxn>
              <a:cxn ang="0">
                <a:pos x="connsiteX25263" y="connsiteY25263"/>
              </a:cxn>
              <a:cxn ang="0">
                <a:pos x="connsiteX25264" y="connsiteY25264"/>
              </a:cxn>
              <a:cxn ang="0">
                <a:pos x="connsiteX25265" y="connsiteY25265"/>
              </a:cxn>
              <a:cxn ang="0">
                <a:pos x="connsiteX25266" y="connsiteY25266"/>
              </a:cxn>
              <a:cxn ang="0">
                <a:pos x="connsiteX25267" y="connsiteY25267"/>
              </a:cxn>
              <a:cxn ang="0">
                <a:pos x="connsiteX25268" y="connsiteY25268"/>
              </a:cxn>
              <a:cxn ang="0">
                <a:pos x="connsiteX25269" y="connsiteY25269"/>
              </a:cxn>
              <a:cxn ang="0">
                <a:pos x="connsiteX25270" y="connsiteY25270"/>
              </a:cxn>
              <a:cxn ang="0">
                <a:pos x="connsiteX25271" y="connsiteY25271"/>
              </a:cxn>
              <a:cxn ang="0">
                <a:pos x="connsiteX25272" y="connsiteY25272"/>
              </a:cxn>
              <a:cxn ang="0">
                <a:pos x="connsiteX25273" y="connsiteY25273"/>
              </a:cxn>
              <a:cxn ang="0">
                <a:pos x="connsiteX25274" y="connsiteY25274"/>
              </a:cxn>
              <a:cxn ang="0">
                <a:pos x="connsiteX25275" y="connsiteY25275"/>
              </a:cxn>
              <a:cxn ang="0">
                <a:pos x="connsiteX25276" y="connsiteY25276"/>
              </a:cxn>
              <a:cxn ang="0">
                <a:pos x="connsiteX25277" y="connsiteY25277"/>
              </a:cxn>
              <a:cxn ang="0">
                <a:pos x="connsiteX25278" y="connsiteY25278"/>
              </a:cxn>
              <a:cxn ang="0">
                <a:pos x="connsiteX25279" y="connsiteY25279"/>
              </a:cxn>
              <a:cxn ang="0">
                <a:pos x="connsiteX25280" y="connsiteY25280"/>
              </a:cxn>
              <a:cxn ang="0">
                <a:pos x="connsiteX25281" y="connsiteY25281"/>
              </a:cxn>
              <a:cxn ang="0">
                <a:pos x="connsiteX25282" y="connsiteY25282"/>
              </a:cxn>
              <a:cxn ang="0">
                <a:pos x="connsiteX25283" y="connsiteY25283"/>
              </a:cxn>
              <a:cxn ang="0">
                <a:pos x="connsiteX25284" y="connsiteY25284"/>
              </a:cxn>
              <a:cxn ang="0">
                <a:pos x="connsiteX25285" y="connsiteY25285"/>
              </a:cxn>
              <a:cxn ang="0">
                <a:pos x="connsiteX25286" y="connsiteY25286"/>
              </a:cxn>
              <a:cxn ang="0">
                <a:pos x="connsiteX25287" y="connsiteY25287"/>
              </a:cxn>
              <a:cxn ang="0">
                <a:pos x="connsiteX25288" y="connsiteY25288"/>
              </a:cxn>
              <a:cxn ang="0">
                <a:pos x="connsiteX25289" y="connsiteY25289"/>
              </a:cxn>
              <a:cxn ang="0">
                <a:pos x="connsiteX25290" y="connsiteY25290"/>
              </a:cxn>
              <a:cxn ang="0">
                <a:pos x="connsiteX25291" y="connsiteY25291"/>
              </a:cxn>
              <a:cxn ang="0">
                <a:pos x="connsiteX25292" y="connsiteY25292"/>
              </a:cxn>
              <a:cxn ang="0">
                <a:pos x="connsiteX25293" y="connsiteY25293"/>
              </a:cxn>
              <a:cxn ang="0">
                <a:pos x="connsiteX25294" y="connsiteY25294"/>
              </a:cxn>
              <a:cxn ang="0">
                <a:pos x="connsiteX25295" y="connsiteY25295"/>
              </a:cxn>
              <a:cxn ang="0">
                <a:pos x="connsiteX25296" y="connsiteY25296"/>
              </a:cxn>
              <a:cxn ang="0">
                <a:pos x="connsiteX25297" y="connsiteY25297"/>
              </a:cxn>
              <a:cxn ang="0">
                <a:pos x="connsiteX25298" y="connsiteY25298"/>
              </a:cxn>
              <a:cxn ang="0">
                <a:pos x="connsiteX25299" y="connsiteY25299"/>
              </a:cxn>
              <a:cxn ang="0">
                <a:pos x="connsiteX25300" y="connsiteY25300"/>
              </a:cxn>
              <a:cxn ang="0">
                <a:pos x="connsiteX25301" y="connsiteY25301"/>
              </a:cxn>
              <a:cxn ang="0">
                <a:pos x="connsiteX25302" y="connsiteY25302"/>
              </a:cxn>
              <a:cxn ang="0">
                <a:pos x="connsiteX25303" y="connsiteY25303"/>
              </a:cxn>
              <a:cxn ang="0">
                <a:pos x="connsiteX25304" y="connsiteY25304"/>
              </a:cxn>
              <a:cxn ang="0">
                <a:pos x="connsiteX25305" y="connsiteY25305"/>
              </a:cxn>
              <a:cxn ang="0">
                <a:pos x="connsiteX25306" y="connsiteY25306"/>
              </a:cxn>
              <a:cxn ang="0">
                <a:pos x="connsiteX25307" y="connsiteY25307"/>
              </a:cxn>
              <a:cxn ang="0">
                <a:pos x="connsiteX25308" y="connsiteY25308"/>
              </a:cxn>
              <a:cxn ang="0">
                <a:pos x="connsiteX25309" y="connsiteY25309"/>
              </a:cxn>
              <a:cxn ang="0">
                <a:pos x="connsiteX25310" y="connsiteY25310"/>
              </a:cxn>
              <a:cxn ang="0">
                <a:pos x="connsiteX25311" y="connsiteY25311"/>
              </a:cxn>
              <a:cxn ang="0">
                <a:pos x="connsiteX25312" y="connsiteY25312"/>
              </a:cxn>
              <a:cxn ang="0">
                <a:pos x="connsiteX25313" y="connsiteY25313"/>
              </a:cxn>
              <a:cxn ang="0">
                <a:pos x="connsiteX25314" y="connsiteY25314"/>
              </a:cxn>
              <a:cxn ang="0">
                <a:pos x="connsiteX25315" y="connsiteY25315"/>
              </a:cxn>
              <a:cxn ang="0">
                <a:pos x="connsiteX25316" y="connsiteY25316"/>
              </a:cxn>
              <a:cxn ang="0">
                <a:pos x="connsiteX25317" y="connsiteY25317"/>
              </a:cxn>
              <a:cxn ang="0">
                <a:pos x="connsiteX25318" y="connsiteY25318"/>
              </a:cxn>
              <a:cxn ang="0">
                <a:pos x="connsiteX25319" y="connsiteY25319"/>
              </a:cxn>
              <a:cxn ang="0">
                <a:pos x="connsiteX25320" y="connsiteY25320"/>
              </a:cxn>
              <a:cxn ang="0">
                <a:pos x="connsiteX25321" y="connsiteY25321"/>
              </a:cxn>
              <a:cxn ang="0">
                <a:pos x="connsiteX25322" y="connsiteY25322"/>
              </a:cxn>
              <a:cxn ang="0">
                <a:pos x="connsiteX25323" y="connsiteY25323"/>
              </a:cxn>
              <a:cxn ang="0">
                <a:pos x="connsiteX25324" y="connsiteY25324"/>
              </a:cxn>
              <a:cxn ang="0">
                <a:pos x="connsiteX25325" y="connsiteY25325"/>
              </a:cxn>
              <a:cxn ang="0">
                <a:pos x="connsiteX25326" y="connsiteY25326"/>
              </a:cxn>
              <a:cxn ang="0">
                <a:pos x="connsiteX25327" y="connsiteY25327"/>
              </a:cxn>
              <a:cxn ang="0">
                <a:pos x="connsiteX25328" y="connsiteY25328"/>
              </a:cxn>
              <a:cxn ang="0">
                <a:pos x="connsiteX25329" y="connsiteY25329"/>
              </a:cxn>
              <a:cxn ang="0">
                <a:pos x="connsiteX25330" y="connsiteY25330"/>
              </a:cxn>
              <a:cxn ang="0">
                <a:pos x="connsiteX25331" y="connsiteY25331"/>
              </a:cxn>
              <a:cxn ang="0">
                <a:pos x="connsiteX25332" y="connsiteY25332"/>
              </a:cxn>
              <a:cxn ang="0">
                <a:pos x="connsiteX25333" y="connsiteY25333"/>
              </a:cxn>
              <a:cxn ang="0">
                <a:pos x="connsiteX25334" y="connsiteY25334"/>
              </a:cxn>
              <a:cxn ang="0">
                <a:pos x="connsiteX25335" y="connsiteY25335"/>
              </a:cxn>
              <a:cxn ang="0">
                <a:pos x="connsiteX25336" y="connsiteY25336"/>
              </a:cxn>
              <a:cxn ang="0">
                <a:pos x="connsiteX25337" y="connsiteY25337"/>
              </a:cxn>
              <a:cxn ang="0">
                <a:pos x="connsiteX25338" y="connsiteY25338"/>
              </a:cxn>
              <a:cxn ang="0">
                <a:pos x="connsiteX25339" y="connsiteY25339"/>
              </a:cxn>
              <a:cxn ang="0">
                <a:pos x="connsiteX25340" y="connsiteY25340"/>
              </a:cxn>
              <a:cxn ang="0">
                <a:pos x="connsiteX25341" y="connsiteY25341"/>
              </a:cxn>
              <a:cxn ang="0">
                <a:pos x="connsiteX25342" y="connsiteY25342"/>
              </a:cxn>
              <a:cxn ang="0">
                <a:pos x="connsiteX25343" y="connsiteY25343"/>
              </a:cxn>
              <a:cxn ang="0">
                <a:pos x="connsiteX25344" y="connsiteY25344"/>
              </a:cxn>
              <a:cxn ang="0">
                <a:pos x="connsiteX25345" y="connsiteY25345"/>
              </a:cxn>
              <a:cxn ang="0">
                <a:pos x="connsiteX25346" y="connsiteY25346"/>
              </a:cxn>
              <a:cxn ang="0">
                <a:pos x="connsiteX25347" y="connsiteY25347"/>
              </a:cxn>
              <a:cxn ang="0">
                <a:pos x="connsiteX25348" y="connsiteY25348"/>
              </a:cxn>
              <a:cxn ang="0">
                <a:pos x="connsiteX25349" y="connsiteY25349"/>
              </a:cxn>
              <a:cxn ang="0">
                <a:pos x="connsiteX25350" y="connsiteY25350"/>
              </a:cxn>
              <a:cxn ang="0">
                <a:pos x="connsiteX25351" y="connsiteY25351"/>
              </a:cxn>
              <a:cxn ang="0">
                <a:pos x="connsiteX25352" y="connsiteY25352"/>
              </a:cxn>
              <a:cxn ang="0">
                <a:pos x="connsiteX25353" y="connsiteY25353"/>
              </a:cxn>
              <a:cxn ang="0">
                <a:pos x="connsiteX25354" y="connsiteY25354"/>
              </a:cxn>
              <a:cxn ang="0">
                <a:pos x="connsiteX25355" y="connsiteY25355"/>
              </a:cxn>
              <a:cxn ang="0">
                <a:pos x="connsiteX25356" y="connsiteY25356"/>
              </a:cxn>
              <a:cxn ang="0">
                <a:pos x="connsiteX25357" y="connsiteY25357"/>
              </a:cxn>
              <a:cxn ang="0">
                <a:pos x="connsiteX25358" y="connsiteY25358"/>
              </a:cxn>
              <a:cxn ang="0">
                <a:pos x="connsiteX25359" y="connsiteY25359"/>
              </a:cxn>
              <a:cxn ang="0">
                <a:pos x="connsiteX25360" y="connsiteY25360"/>
              </a:cxn>
              <a:cxn ang="0">
                <a:pos x="connsiteX25361" y="connsiteY25361"/>
              </a:cxn>
              <a:cxn ang="0">
                <a:pos x="connsiteX25362" y="connsiteY25362"/>
              </a:cxn>
              <a:cxn ang="0">
                <a:pos x="connsiteX25363" y="connsiteY25363"/>
              </a:cxn>
              <a:cxn ang="0">
                <a:pos x="connsiteX25364" y="connsiteY25364"/>
              </a:cxn>
              <a:cxn ang="0">
                <a:pos x="connsiteX25365" y="connsiteY25365"/>
              </a:cxn>
              <a:cxn ang="0">
                <a:pos x="connsiteX25366" y="connsiteY25366"/>
              </a:cxn>
              <a:cxn ang="0">
                <a:pos x="connsiteX25367" y="connsiteY25367"/>
              </a:cxn>
              <a:cxn ang="0">
                <a:pos x="connsiteX25368" y="connsiteY25368"/>
              </a:cxn>
              <a:cxn ang="0">
                <a:pos x="connsiteX25369" y="connsiteY25369"/>
              </a:cxn>
              <a:cxn ang="0">
                <a:pos x="connsiteX25370" y="connsiteY25370"/>
              </a:cxn>
              <a:cxn ang="0">
                <a:pos x="connsiteX25371" y="connsiteY25371"/>
              </a:cxn>
              <a:cxn ang="0">
                <a:pos x="connsiteX25372" y="connsiteY25372"/>
              </a:cxn>
              <a:cxn ang="0">
                <a:pos x="connsiteX25373" y="connsiteY25373"/>
              </a:cxn>
              <a:cxn ang="0">
                <a:pos x="connsiteX25374" y="connsiteY25374"/>
              </a:cxn>
              <a:cxn ang="0">
                <a:pos x="connsiteX25375" y="connsiteY25375"/>
              </a:cxn>
              <a:cxn ang="0">
                <a:pos x="connsiteX25376" y="connsiteY25376"/>
              </a:cxn>
              <a:cxn ang="0">
                <a:pos x="connsiteX25377" y="connsiteY25377"/>
              </a:cxn>
              <a:cxn ang="0">
                <a:pos x="connsiteX25378" y="connsiteY25378"/>
              </a:cxn>
              <a:cxn ang="0">
                <a:pos x="connsiteX25379" y="connsiteY25379"/>
              </a:cxn>
              <a:cxn ang="0">
                <a:pos x="connsiteX25380" y="connsiteY25380"/>
              </a:cxn>
              <a:cxn ang="0">
                <a:pos x="connsiteX25381" y="connsiteY25381"/>
              </a:cxn>
              <a:cxn ang="0">
                <a:pos x="connsiteX25382" y="connsiteY25382"/>
              </a:cxn>
              <a:cxn ang="0">
                <a:pos x="connsiteX25383" y="connsiteY25383"/>
              </a:cxn>
              <a:cxn ang="0">
                <a:pos x="connsiteX25384" y="connsiteY25384"/>
              </a:cxn>
              <a:cxn ang="0">
                <a:pos x="connsiteX25385" y="connsiteY25385"/>
              </a:cxn>
              <a:cxn ang="0">
                <a:pos x="connsiteX25386" y="connsiteY25386"/>
              </a:cxn>
              <a:cxn ang="0">
                <a:pos x="connsiteX25387" y="connsiteY25387"/>
              </a:cxn>
              <a:cxn ang="0">
                <a:pos x="connsiteX25388" y="connsiteY25388"/>
              </a:cxn>
              <a:cxn ang="0">
                <a:pos x="connsiteX25389" y="connsiteY25389"/>
              </a:cxn>
              <a:cxn ang="0">
                <a:pos x="connsiteX25390" y="connsiteY25390"/>
              </a:cxn>
              <a:cxn ang="0">
                <a:pos x="connsiteX25391" y="connsiteY25391"/>
              </a:cxn>
              <a:cxn ang="0">
                <a:pos x="connsiteX25392" y="connsiteY25392"/>
              </a:cxn>
              <a:cxn ang="0">
                <a:pos x="connsiteX25393" y="connsiteY25393"/>
              </a:cxn>
              <a:cxn ang="0">
                <a:pos x="connsiteX25394" y="connsiteY25394"/>
              </a:cxn>
              <a:cxn ang="0">
                <a:pos x="connsiteX25395" y="connsiteY25395"/>
              </a:cxn>
              <a:cxn ang="0">
                <a:pos x="connsiteX25396" y="connsiteY25396"/>
              </a:cxn>
              <a:cxn ang="0">
                <a:pos x="connsiteX25397" y="connsiteY25397"/>
              </a:cxn>
              <a:cxn ang="0">
                <a:pos x="connsiteX25398" y="connsiteY25398"/>
              </a:cxn>
              <a:cxn ang="0">
                <a:pos x="connsiteX25399" y="connsiteY25399"/>
              </a:cxn>
              <a:cxn ang="0">
                <a:pos x="connsiteX25400" y="connsiteY25400"/>
              </a:cxn>
              <a:cxn ang="0">
                <a:pos x="connsiteX25401" y="connsiteY25401"/>
              </a:cxn>
              <a:cxn ang="0">
                <a:pos x="connsiteX25402" y="connsiteY25402"/>
              </a:cxn>
              <a:cxn ang="0">
                <a:pos x="connsiteX25403" y="connsiteY25403"/>
              </a:cxn>
              <a:cxn ang="0">
                <a:pos x="connsiteX25404" y="connsiteY25404"/>
              </a:cxn>
              <a:cxn ang="0">
                <a:pos x="connsiteX25405" y="connsiteY25405"/>
              </a:cxn>
              <a:cxn ang="0">
                <a:pos x="connsiteX25406" y="connsiteY25406"/>
              </a:cxn>
              <a:cxn ang="0">
                <a:pos x="connsiteX25407" y="connsiteY25407"/>
              </a:cxn>
              <a:cxn ang="0">
                <a:pos x="connsiteX25408" y="connsiteY25408"/>
              </a:cxn>
              <a:cxn ang="0">
                <a:pos x="connsiteX25409" y="connsiteY25409"/>
              </a:cxn>
              <a:cxn ang="0">
                <a:pos x="connsiteX25410" y="connsiteY25410"/>
              </a:cxn>
              <a:cxn ang="0">
                <a:pos x="connsiteX25411" y="connsiteY25411"/>
              </a:cxn>
              <a:cxn ang="0">
                <a:pos x="connsiteX25412" y="connsiteY25412"/>
              </a:cxn>
              <a:cxn ang="0">
                <a:pos x="connsiteX25413" y="connsiteY25413"/>
              </a:cxn>
              <a:cxn ang="0">
                <a:pos x="connsiteX25414" y="connsiteY25414"/>
              </a:cxn>
              <a:cxn ang="0">
                <a:pos x="connsiteX25415" y="connsiteY25415"/>
              </a:cxn>
              <a:cxn ang="0">
                <a:pos x="connsiteX25416" y="connsiteY25416"/>
              </a:cxn>
              <a:cxn ang="0">
                <a:pos x="connsiteX25417" y="connsiteY25417"/>
              </a:cxn>
              <a:cxn ang="0">
                <a:pos x="connsiteX25418" y="connsiteY25418"/>
              </a:cxn>
              <a:cxn ang="0">
                <a:pos x="connsiteX25419" y="connsiteY25419"/>
              </a:cxn>
              <a:cxn ang="0">
                <a:pos x="connsiteX25420" y="connsiteY25420"/>
              </a:cxn>
              <a:cxn ang="0">
                <a:pos x="connsiteX25421" y="connsiteY25421"/>
              </a:cxn>
              <a:cxn ang="0">
                <a:pos x="connsiteX25422" y="connsiteY25422"/>
              </a:cxn>
              <a:cxn ang="0">
                <a:pos x="connsiteX25423" y="connsiteY25423"/>
              </a:cxn>
              <a:cxn ang="0">
                <a:pos x="connsiteX25424" y="connsiteY25424"/>
              </a:cxn>
              <a:cxn ang="0">
                <a:pos x="connsiteX25425" y="connsiteY25425"/>
              </a:cxn>
              <a:cxn ang="0">
                <a:pos x="connsiteX25426" y="connsiteY25426"/>
              </a:cxn>
              <a:cxn ang="0">
                <a:pos x="connsiteX25427" y="connsiteY25427"/>
              </a:cxn>
              <a:cxn ang="0">
                <a:pos x="connsiteX25428" y="connsiteY25428"/>
              </a:cxn>
              <a:cxn ang="0">
                <a:pos x="connsiteX25429" y="connsiteY25429"/>
              </a:cxn>
              <a:cxn ang="0">
                <a:pos x="connsiteX25430" y="connsiteY25430"/>
              </a:cxn>
              <a:cxn ang="0">
                <a:pos x="connsiteX25431" y="connsiteY25431"/>
              </a:cxn>
              <a:cxn ang="0">
                <a:pos x="connsiteX25432" y="connsiteY25432"/>
              </a:cxn>
              <a:cxn ang="0">
                <a:pos x="connsiteX25433" y="connsiteY25433"/>
              </a:cxn>
              <a:cxn ang="0">
                <a:pos x="connsiteX25434" y="connsiteY25434"/>
              </a:cxn>
              <a:cxn ang="0">
                <a:pos x="connsiteX25435" y="connsiteY25435"/>
              </a:cxn>
              <a:cxn ang="0">
                <a:pos x="connsiteX25436" y="connsiteY25436"/>
              </a:cxn>
              <a:cxn ang="0">
                <a:pos x="connsiteX25437" y="connsiteY25437"/>
              </a:cxn>
              <a:cxn ang="0">
                <a:pos x="connsiteX25438" y="connsiteY25438"/>
              </a:cxn>
              <a:cxn ang="0">
                <a:pos x="connsiteX25439" y="connsiteY25439"/>
              </a:cxn>
              <a:cxn ang="0">
                <a:pos x="connsiteX25440" y="connsiteY25440"/>
              </a:cxn>
              <a:cxn ang="0">
                <a:pos x="connsiteX25441" y="connsiteY25441"/>
              </a:cxn>
              <a:cxn ang="0">
                <a:pos x="connsiteX25442" y="connsiteY25442"/>
              </a:cxn>
              <a:cxn ang="0">
                <a:pos x="connsiteX25443" y="connsiteY25443"/>
              </a:cxn>
              <a:cxn ang="0">
                <a:pos x="connsiteX25444" y="connsiteY25444"/>
              </a:cxn>
              <a:cxn ang="0">
                <a:pos x="connsiteX25445" y="connsiteY25445"/>
              </a:cxn>
              <a:cxn ang="0">
                <a:pos x="connsiteX25446" y="connsiteY25446"/>
              </a:cxn>
              <a:cxn ang="0">
                <a:pos x="connsiteX25447" y="connsiteY25447"/>
              </a:cxn>
              <a:cxn ang="0">
                <a:pos x="connsiteX25448" y="connsiteY25448"/>
              </a:cxn>
              <a:cxn ang="0">
                <a:pos x="connsiteX25449" y="connsiteY25449"/>
              </a:cxn>
              <a:cxn ang="0">
                <a:pos x="connsiteX25450" y="connsiteY25450"/>
              </a:cxn>
              <a:cxn ang="0">
                <a:pos x="connsiteX25451" y="connsiteY25451"/>
              </a:cxn>
              <a:cxn ang="0">
                <a:pos x="connsiteX25452" y="connsiteY25452"/>
              </a:cxn>
              <a:cxn ang="0">
                <a:pos x="connsiteX25453" y="connsiteY25453"/>
              </a:cxn>
              <a:cxn ang="0">
                <a:pos x="connsiteX25454" y="connsiteY25454"/>
              </a:cxn>
              <a:cxn ang="0">
                <a:pos x="connsiteX25455" y="connsiteY25455"/>
              </a:cxn>
              <a:cxn ang="0">
                <a:pos x="connsiteX25456" y="connsiteY25456"/>
              </a:cxn>
              <a:cxn ang="0">
                <a:pos x="connsiteX25457" y="connsiteY25457"/>
              </a:cxn>
              <a:cxn ang="0">
                <a:pos x="connsiteX25458" y="connsiteY25458"/>
              </a:cxn>
              <a:cxn ang="0">
                <a:pos x="connsiteX25459" y="connsiteY25459"/>
              </a:cxn>
              <a:cxn ang="0">
                <a:pos x="connsiteX25460" y="connsiteY25460"/>
              </a:cxn>
              <a:cxn ang="0">
                <a:pos x="connsiteX25461" y="connsiteY25461"/>
              </a:cxn>
              <a:cxn ang="0">
                <a:pos x="connsiteX25462" y="connsiteY25462"/>
              </a:cxn>
              <a:cxn ang="0">
                <a:pos x="connsiteX25463" y="connsiteY25463"/>
              </a:cxn>
              <a:cxn ang="0">
                <a:pos x="connsiteX25464" y="connsiteY25464"/>
              </a:cxn>
              <a:cxn ang="0">
                <a:pos x="connsiteX25465" y="connsiteY25465"/>
              </a:cxn>
              <a:cxn ang="0">
                <a:pos x="connsiteX25466" y="connsiteY25466"/>
              </a:cxn>
              <a:cxn ang="0">
                <a:pos x="connsiteX25467" y="connsiteY25467"/>
              </a:cxn>
              <a:cxn ang="0">
                <a:pos x="connsiteX25468" y="connsiteY25468"/>
              </a:cxn>
              <a:cxn ang="0">
                <a:pos x="connsiteX25469" y="connsiteY25469"/>
              </a:cxn>
              <a:cxn ang="0">
                <a:pos x="connsiteX25470" y="connsiteY25470"/>
              </a:cxn>
              <a:cxn ang="0">
                <a:pos x="connsiteX25471" y="connsiteY25471"/>
              </a:cxn>
              <a:cxn ang="0">
                <a:pos x="connsiteX25472" y="connsiteY25472"/>
              </a:cxn>
              <a:cxn ang="0">
                <a:pos x="connsiteX25473" y="connsiteY25473"/>
              </a:cxn>
              <a:cxn ang="0">
                <a:pos x="connsiteX25474" y="connsiteY25474"/>
              </a:cxn>
              <a:cxn ang="0">
                <a:pos x="connsiteX25475" y="connsiteY25475"/>
              </a:cxn>
              <a:cxn ang="0">
                <a:pos x="connsiteX25476" y="connsiteY25476"/>
              </a:cxn>
              <a:cxn ang="0">
                <a:pos x="connsiteX25477" y="connsiteY25477"/>
              </a:cxn>
              <a:cxn ang="0">
                <a:pos x="connsiteX25478" y="connsiteY25478"/>
              </a:cxn>
              <a:cxn ang="0">
                <a:pos x="connsiteX25479" y="connsiteY25479"/>
              </a:cxn>
              <a:cxn ang="0">
                <a:pos x="connsiteX25480" y="connsiteY25480"/>
              </a:cxn>
              <a:cxn ang="0">
                <a:pos x="connsiteX25481" y="connsiteY25481"/>
              </a:cxn>
              <a:cxn ang="0">
                <a:pos x="connsiteX25482" y="connsiteY25482"/>
              </a:cxn>
              <a:cxn ang="0">
                <a:pos x="connsiteX25483" y="connsiteY25483"/>
              </a:cxn>
              <a:cxn ang="0">
                <a:pos x="connsiteX25484" y="connsiteY25484"/>
              </a:cxn>
              <a:cxn ang="0">
                <a:pos x="connsiteX25485" y="connsiteY25485"/>
              </a:cxn>
              <a:cxn ang="0">
                <a:pos x="connsiteX25486" y="connsiteY25486"/>
              </a:cxn>
              <a:cxn ang="0">
                <a:pos x="connsiteX25487" y="connsiteY25487"/>
              </a:cxn>
              <a:cxn ang="0">
                <a:pos x="connsiteX25488" y="connsiteY25488"/>
              </a:cxn>
              <a:cxn ang="0">
                <a:pos x="connsiteX25489" y="connsiteY25489"/>
              </a:cxn>
              <a:cxn ang="0">
                <a:pos x="connsiteX25490" y="connsiteY25490"/>
              </a:cxn>
              <a:cxn ang="0">
                <a:pos x="connsiteX25491" y="connsiteY25491"/>
              </a:cxn>
              <a:cxn ang="0">
                <a:pos x="connsiteX25492" y="connsiteY25492"/>
              </a:cxn>
              <a:cxn ang="0">
                <a:pos x="connsiteX25493" y="connsiteY25493"/>
              </a:cxn>
              <a:cxn ang="0">
                <a:pos x="connsiteX25494" y="connsiteY25494"/>
              </a:cxn>
              <a:cxn ang="0">
                <a:pos x="connsiteX25495" y="connsiteY25495"/>
              </a:cxn>
              <a:cxn ang="0">
                <a:pos x="connsiteX25496" y="connsiteY25496"/>
              </a:cxn>
              <a:cxn ang="0">
                <a:pos x="connsiteX25497" y="connsiteY25497"/>
              </a:cxn>
              <a:cxn ang="0">
                <a:pos x="connsiteX25498" y="connsiteY25498"/>
              </a:cxn>
              <a:cxn ang="0">
                <a:pos x="connsiteX25499" y="connsiteY25499"/>
              </a:cxn>
              <a:cxn ang="0">
                <a:pos x="connsiteX25500" y="connsiteY25500"/>
              </a:cxn>
              <a:cxn ang="0">
                <a:pos x="connsiteX25501" y="connsiteY25501"/>
              </a:cxn>
              <a:cxn ang="0">
                <a:pos x="connsiteX25502" y="connsiteY25502"/>
              </a:cxn>
              <a:cxn ang="0">
                <a:pos x="connsiteX25503" y="connsiteY25503"/>
              </a:cxn>
              <a:cxn ang="0">
                <a:pos x="connsiteX25504" y="connsiteY25504"/>
              </a:cxn>
              <a:cxn ang="0">
                <a:pos x="connsiteX25505" y="connsiteY25505"/>
              </a:cxn>
              <a:cxn ang="0">
                <a:pos x="connsiteX25506" y="connsiteY25506"/>
              </a:cxn>
              <a:cxn ang="0">
                <a:pos x="connsiteX25507" y="connsiteY25507"/>
              </a:cxn>
              <a:cxn ang="0">
                <a:pos x="connsiteX25508" y="connsiteY25508"/>
              </a:cxn>
              <a:cxn ang="0">
                <a:pos x="connsiteX25509" y="connsiteY25509"/>
              </a:cxn>
              <a:cxn ang="0">
                <a:pos x="connsiteX25510" y="connsiteY25510"/>
              </a:cxn>
              <a:cxn ang="0">
                <a:pos x="connsiteX25511" y="connsiteY25511"/>
              </a:cxn>
              <a:cxn ang="0">
                <a:pos x="connsiteX25512" y="connsiteY25512"/>
              </a:cxn>
              <a:cxn ang="0">
                <a:pos x="connsiteX25513" y="connsiteY25513"/>
              </a:cxn>
              <a:cxn ang="0">
                <a:pos x="connsiteX25514" y="connsiteY25514"/>
              </a:cxn>
              <a:cxn ang="0">
                <a:pos x="connsiteX25515" y="connsiteY25515"/>
              </a:cxn>
              <a:cxn ang="0">
                <a:pos x="connsiteX25516" y="connsiteY25516"/>
              </a:cxn>
              <a:cxn ang="0">
                <a:pos x="connsiteX25517" y="connsiteY25517"/>
              </a:cxn>
              <a:cxn ang="0">
                <a:pos x="connsiteX25518" y="connsiteY25518"/>
              </a:cxn>
              <a:cxn ang="0">
                <a:pos x="connsiteX25519" y="connsiteY25519"/>
              </a:cxn>
              <a:cxn ang="0">
                <a:pos x="connsiteX25520" y="connsiteY25520"/>
              </a:cxn>
              <a:cxn ang="0">
                <a:pos x="connsiteX25521" y="connsiteY25521"/>
              </a:cxn>
              <a:cxn ang="0">
                <a:pos x="connsiteX25522" y="connsiteY25522"/>
              </a:cxn>
              <a:cxn ang="0">
                <a:pos x="connsiteX25523" y="connsiteY25523"/>
              </a:cxn>
              <a:cxn ang="0">
                <a:pos x="connsiteX25524" y="connsiteY25524"/>
              </a:cxn>
              <a:cxn ang="0">
                <a:pos x="connsiteX25525" y="connsiteY25525"/>
              </a:cxn>
              <a:cxn ang="0">
                <a:pos x="connsiteX25526" y="connsiteY25526"/>
              </a:cxn>
              <a:cxn ang="0">
                <a:pos x="connsiteX25527" y="connsiteY25527"/>
              </a:cxn>
              <a:cxn ang="0">
                <a:pos x="connsiteX25528" y="connsiteY25528"/>
              </a:cxn>
              <a:cxn ang="0">
                <a:pos x="connsiteX25529" y="connsiteY25529"/>
              </a:cxn>
              <a:cxn ang="0">
                <a:pos x="connsiteX25530" y="connsiteY25530"/>
              </a:cxn>
              <a:cxn ang="0">
                <a:pos x="connsiteX25531" y="connsiteY25531"/>
              </a:cxn>
              <a:cxn ang="0">
                <a:pos x="connsiteX25532" y="connsiteY25532"/>
              </a:cxn>
              <a:cxn ang="0">
                <a:pos x="connsiteX25533" y="connsiteY25533"/>
              </a:cxn>
              <a:cxn ang="0">
                <a:pos x="connsiteX25534" y="connsiteY25534"/>
              </a:cxn>
              <a:cxn ang="0">
                <a:pos x="connsiteX25535" y="connsiteY25535"/>
              </a:cxn>
              <a:cxn ang="0">
                <a:pos x="connsiteX25536" y="connsiteY25536"/>
              </a:cxn>
              <a:cxn ang="0">
                <a:pos x="connsiteX25537" y="connsiteY25537"/>
              </a:cxn>
              <a:cxn ang="0">
                <a:pos x="connsiteX25538" y="connsiteY25538"/>
              </a:cxn>
              <a:cxn ang="0">
                <a:pos x="connsiteX25539" y="connsiteY25539"/>
              </a:cxn>
              <a:cxn ang="0">
                <a:pos x="connsiteX25540" y="connsiteY25540"/>
              </a:cxn>
              <a:cxn ang="0">
                <a:pos x="connsiteX25541" y="connsiteY25541"/>
              </a:cxn>
              <a:cxn ang="0">
                <a:pos x="connsiteX25542" y="connsiteY25542"/>
              </a:cxn>
              <a:cxn ang="0">
                <a:pos x="connsiteX25543" y="connsiteY25543"/>
              </a:cxn>
              <a:cxn ang="0">
                <a:pos x="connsiteX25544" y="connsiteY25544"/>
              </a:cxn>
              <a:cxn ang="0">
                <a:pos x="connsiteX25545" y="connsiteY25545"/>
              </a:cxn>
              <a:cxn ang="0">
                <a:pos x="connsiteX25546" y="connsiteY25546"/>
              </a:cxn>
              <a:cxn ang="0">
                <a:pos x="connsiteX25547" y="connsiteY25547"/>
              </a:cxn>
              <a:cxn ang="0">
                <a:pos x="connsiteX25548" y="connsiteY25548"/>
              </a:cxn>
              <a:cxn ang="0">
                <a:pos x="connsiteX25549" y="connsiteY25549"/>
              </a:cxn>
              <a:cxn ang="0">
                <a:pos x="connsiteX25550" y="connsiteY25550"/>
              </a:cxn>
              <a:cxn ang="0">
                <a:pos x="connsiteX25551" y="connsiteY25551"/>
              </a:cxn>
              <a:cxn ang="0">
                <a:pos x="connsiteX25552" y="connsiteY25552"/>
              </a:cxn>
              <a:cxn ang="0">
                <a:pos x="connsiteX25553" y="connsiteY25553"/>
              </a:cxn>
              <a:cxn ang="0">
                <a:pos x="connsiteX25554" y="connsiteY25554"/>
              </a:cxn>
              <a:cxn ang="0">
                <a:pos x="connsiteX25555" y="connsiteY25555"/>
              </a:cxn>
              <a:cxn ang="0">
                <a:pos x="connsiteX25556" y="connsiteY25556"/>
              </a:cxn>
              <a:cxn ang="0">
                <a:pos x="connsiteX25557" y="connsiteY25557"/>
              </a:cxn>
              <a:cxn ang="0">
                <a:pos x="connsiteX25558" y="connsiteY25558"/>
              </a:cxn>
              <a:cxn ang="0">
                <a:pos x="connsiteX25559" y="connsiteY25559"/>
              </a:cxn>
              <a:cxn ang="0">
                <a:pos x="connsiteX25560" y="connsiteY25560"/>
              </a:cxn>
              <a:cxn ang="0">
                <a:pos x="connsiteX25561" y="connsiteY25561"/>
              </a:cxn>
              <a:cxn ang="0">
                <a:pos x="connsiteX25562" y="connsiteY25562"/>
              </a:cxn>
              <a:cxn ang="0">
                <a:pos x="connsiteX25563" y="connsiteY25563"/>
              </a:cxn>
              <a:cxn ang="0">
                <a:pos x="connsiteX25564" y="connsiteY25564"/>
              </a:cxn>
              <a:cxn ang="0">
                <a:pos x="connsiteX25565" y="connsiteY25565"/>
              </a:cxn>
              <a:cxn ang="0">
                <a:pos x="connsiteX25566" y="connsiteY25566"/>
              </a:cxn>
              <a:cxn ang="0">
                <a:pos x="connsiteX25567" y="connsiteY25567"/>
              </a:cxn>
              <a:cxn ang="0">
                <a:pos x="connsiteX25568" y="connsiteY25568"/>
              </a:cxn>
              <a:cxn ang="0">
                <a:pos x="connsiteX25569" y="connsiteY25569"/>
              </a:cxn>
              <a:cxn ang="0">
                <a:pos x="connsiteX25570" y="connsiteY25570"/>
              </a:cxn>
              <a:cxn ang="0">
                <a:pos x="connsiteX25571" y="connsiteY25571"/>
              </a:cxn>
              <a:cxn ang="0">
                <a:pos x="connsiteX25572" y="connsiteY25572"/>
              </a:cxn>
              <a:cxn ang="0">
                <a:pos x="connsiteX25573" y="connsiteY25573"/>
              </a:cxn>
              <a:cxn ang="0">
                <a:pos x="connsiteX25574" y="connsiteY25574"/>
              </a:cxn>
              <a:cxn ang="0">
                <a:pos x="connsiteX25575" y="connsiteY25575"/>
              </a:cxn>
              <a:cxn ang="0">
                <a:pos x="connsiteX25576" y="connsiteY25576"/>
              </a:cxn>
              <a:cxn ang="0">
                <a:pos x="connsiteX25577" y="connsiteY25577"/>
              </a:cxn>
              <a:cxn ang="0">
                <a:pos x="connsiteX25578" y="connsiteY25578"/>
              </a:cxn>
              <a:cxn ang="0">
                <a:pos x="connsiteX25579" y="connsiteY25579"/>
              </a:cxn>
              <a:cxn ang="0">
                <a:pos x="connsiteX25580" y="connsiteY25580"/>
              </a:cxn>
              <a:cxn ang="0">
                <a:pos x="connsiteX25581" y="connsiteY25581"/>
              </a:cxn>
              <a:cxn ang="0">
                <a:pos x="connsiteX25582" y="connsiteY25582"/>
              </a:cxn>
              <a:cxn ang="0">
                <a:pos x="connsiteX25583" y="connsiteY25583"/>
              </a:cxn>
              <a:cxn ang="0">
                <a:pos x="connsiteX25584" y="connsiteY25584"/>
              </a:cxn>
              <a:cxn ang="0">
                <a:pos x="connsiteX25585" y="connsiteY25585"/>
              </a:cxn>
              <a:cxn ang="0">
                <a:pos x="connsiteX25586" y="connsiteY25586"/>
              </a:cxn>
              <a:cxn ang="0">
                <a:pos x="connsiteX25587" y="connsiteY25587"/>
              </a:cxn>
              <a:cxn ang="0">
                <a:pos x="connsiteX25588" y="connsiteY25588"/>
              </a:cxn>
              <a:cxn ang="0">
                <a:pos x="connsiteX25589" y="connsiteY25589"/>
              </a:cxn>
              <a:cxn ang="0">
                <a:pos x="connsiteX25590" y="connsiteY25590"/>
              </a:cxn>
              <a:cxn ang="0">
                <a:pos x="connsiteX25591" y="connsiteY25591"/>
              </a:cxn>
              <a:cxn ang="0">
                <a:pos x="connsiteX25592" y="connsiteY25592"/>
              </a:cxn>
              <a:cxn ang="0">
                <a:pos x="connsiteX25593" y="connsiteY25593"/>
              </a:cxn>
              <a:cxn ang="0">
                <a:pos x="connsiteX25594" y="connsiteY25594"/>
              </a:cxn>
              <a:cxn ang="0">
                <a:pos x="connsiteX25595" y="connsiteY25595"/>
              </a:cxn>
              <a:cxn ang="0">
                <a:pos x="connsiteX25596" y="connsiteY25596"/>
              </a:cxn>
              <a:cxn ang="0">
                <a:pos x="connsiteX25597" y="connsiteY25597"/>
              </a:cxn>
              <a:cxn ang="0">
                <a:pos x="connsiteX25598" y="connsiteY25598"/>
              </a:cxn>
              <a:cxn ang="0">
                <a:pos x="connsiteX25599" y="connsiteY25599"/>
              </a:cxn>
              <a:cxn ang="0">
                <a:pos x="connsiteX25600" y="connsiteY25600"/>
              </a:cxn>
              <a:cxn ang="0">
                <a:pos x="connsiteX25601" y="connsiteY25601"/>
              </a:cxn>
              <a:cxn ang="0">
                <a:pos x="connsiteX25602" y="connsiteY25602"/>
              </a:cxn>
              <a:cxn ang="0">
                <a:pos x="connsiteX25603" y="connsiteY25603"/>
              </a:cxn>
              <a:cxn ang="0">
                <a:pos x="connsiteX25604" y="connsiteY25604"/>
              </a:cxn>
              <a:cxn ang="0">
                <a:pos x="connsiteX25605" y="connsiteY25605"/>
              </a:cxn>
              <a:cxn ang="0">
                <a:pos x="connsiteX25606" y="connsiteY25606"/>
              </a:cxn>
              <a:cxn ang="0">
                <a:pos x="connsiteX25607" y="connsiteY25607"/>
              </a:cxn>
              <a:cxn ang="0">
                <a:pos x="connsiteX25608" y="connsiteY25608"/>
              </a:cxn>
              <a:cxn ang="0">
                <a:pos x="connsiteX25609" y="connsiteY25609"/>
              </a:cxn>
              <a:cxn ang="0">
                <a:pos x="connsiteX25610" y="connsiteY25610"/>
              </a:cxn>
              <a:cxn ang="0">
                <a:pos x="connsiteX25611" y="connsiteY25611"/>
              </a:cxn>
              <a:cxn ang="0">
                <a:pos x="connsiteX25612" y="connsiteY25612"/>
              </a:cxn>
              <a:cxn ang="0">
                <a:pos x="connsiteX25613" y="connsiteY25613"/>
              </a:cxn>
              <a:cxn ang="0">
                <a:pos x="connsiteX25614" y="connsiteY25614"/>
              </a:cxn>
              <a:cxn ang="0">
                <a:pos x="connsiteX25615" y="connsiteY25615"/>
              </a:cxn>
              <a:cxn ang="0">
                <a:pos x="connsiteX25616" y="connsiteY25616"/>
              </a:cxn>
              <a:cxn ang="0">
                <a:pos x="connsiteX25617" y="connsiteY25617"/>
              </a:cxn>
              <a:cxn ang="0">
                <a:pos x="connsiteX25618" y="connsiteY25618"/>
              </a:cxn>
              <a:cxn ang="0">
                <a:pos x="connsiteX25619" y="connsiteY25619"/>
              </a:cxn>
              <a:cxn ang="0">
                <a:pos x="connsiteX25620" y="connsiteY25620"/>
              </a:cxn>
              <a:cxn ang="0">
                <a:pos x="connsiteX25621" y="connsiteY25621"/>
              </a:cxn>
              <a:cxn ang="0">
                <a:pos x="connsiteX25622" y="connsiteY25622"/>
              </a:cxn>
              <a:cxn ang="0">
                <a:pos x="connsiteX25623" y="connsiteY25623"/>
              </a:cxn>
              <a:cxn ang="0">
                <a:pos x="connsiteX25624" y="connsiteY25624"/>
              </a:cxn>
              <a:cxn ang="0">
                <a:pos x="connsiteX25625" y="connsiteY25625"/>
              </a:cxn>
              <a:cxn ang="0">
                <a:pos x="connsiteX25626" y="connsiteY25626"/>
              </a:cxn>
              <a:cxn ang="0">
                <a:pos x="connsiteX25627" y="connsiteY25627"/>
              </a:cxn>
              <a:cxn ang="0">
                <a:pos x="connsiteX25628" y="connsiteY25628"/>
              </a:cxn>
              <a:cxn ang="0">
                <a:pos x="connsiteX25629" y="connsiteY25629"/>
              </a:cxn>
              <a:cxn ang="0">
                <a:pos x="connsiteX25630" y="connsiteY25630"/>
              </a:cxn>
              <a:cxn ang="0">
                <a:pos x="connsiteX25631" y="connsiteY25631"/>
              </a:cxn>
              <a:cxn ang="0">
                <a:pos x="connsiteX25632" y="connsiteY25632"/>
              </a:cxn>
              <a:cxn ang="0">
                <a:pos x="connsiteX25633" y="connsiteY25633"/>
              </a:cxn>
              <a:cxn ang="0">
                <a:pos x="connsiteX25634" y="connsiteY25634"/>
              </a:cxn>
              <a:cxn ang="0">
                <a:pos x="connsiteX25635" y="connsiteY25635"/>
              </a:cxn>
              <a:cxn ang="0">
                <a:pos x="connsiteX25636" y="connsiteY25636"/>
              </a:cxn>
              <a:cxn ang="0">
                <a:pos x="connsiteX25637" y="connsiteY25637"/>
              </a:cxn>
              <a:cxn ang="0">
                <a:pos x="connsiteX25638" y="connsiteY25638"/>
              </a:cxn>
              <a:cxn ang="0">
                <a:pos x="connsiteX25639" y="connsiteY25639"/>
              </a:cxn>
              <a:cxn ang="0">
                <a:pos x="connsiteX25640" y="connsiteY25640"/>
              </a:cxn>
              <a:cxn ang="0">
                <a:pos x="connsiteX25641" y="connsiteY25641"/>
              </a:cxn>
              <a:cxn ang="0">
                <a:pos x="connsiteX25642" y="connsiteY25642"/>
              </a:cxn>
              <a:cxn ang="0">
                <a:pos x="connsiteX25643" y="connsiteY25643"/>
              </a:cxn>
              <a:cxn ang="0">
                <a:pos x="connsiteX25644" y="connsiteY25644"/>
              </a:cxn>
              <a:cxn ang="0">
                <a:pos x="connsiteX25645" y="connsiteY25645"/>
              </a:cxn>
              <a:cxn ang="0">
                <a:pos x="connsiteX25646" y="connsiteY25646"/>
              </a:cxn>
              <a:cxn ang="0">
                <a:pos x="connsiteX25647" y="connsiteY25647"/>
              </a:cxn>
              <a:cxn ang="0">
                <a:pos x="connsiteX25648" y="connsiteY25648"/>
              </a:cxn>
              <a:cxn ang="0">
                <a:pos x="connsiteX25649" y="connsiteY25649"/>
              </a:cxn>
              <a:cxn ang="0">
                <a:pos x="connsiteX25650" y="connsiteY25650"/>
              </a:cxn>
              <a:cxn ang="0">
                <a:pos x="connsiteX25651" y="connsiteY25651"/>
              </a:cxn>
              <a:cxn ang="0">
                <a:pos x="connsiteX25652" y="connsiteY25652"/>
              </a:cxn>
              <a:cxn ang="0">
                <a:pos x="connsiteX25653" y="connsiteY25653"/>
              </a:cxn>
              <a:cxn ang="0">
                <a:pos x="connsiteX25654" y="connsiteY25654"/>
              </a:cxn>
              <a:cxn ang="0">
                <a:pos x="connsiteX25655" y="connsiteY25655"/>
              </a:cxn>
              <a:cxn ang="0">
                <a:pos x="connsiteX25656" y="connsiteY25656"/>
              </a:cxn>
              <a:cxn ang="0">
                <a:pos x="connsiteX25657" y="connsiteY25657"/>
              </a:cxn>
              <a:cxn ang="0">
                <a:pos x="connsiteX25658" y="connsiteY25658"/>
              </a:cxn>
              <a:cxn ang="0">
                <a:pos x="connsiteX25659" y="connsiteY25659"/>
              </a:cxn>
              <a:cxn ang="0">
                <a:pos x="connsiteX25660" y="connsiteY25660"/>
              </a:cxn>
              <a:cxn ang="0">
                <a:pos x="connsiteX25661" y="connsiteY25661"/>
              </a:cxn>
              <a:cxn ang="0">
                <a:pos x="connsiteX25662" y="connsiteY25662"/>
              </a:cxn>
              <a:cxn ang="0">
                <a:pos x="connsiteX25663" y="connsiteY25663"/>
              </a:cxn>
              <a:cxn ang="0">
                <a:pos x="connsiteX25664" y="connsiteY25664"/>
              </a:cxn>
              <a:cxn ang="0">
                <a:pos x="connsiteX25665" y="connsiteY25665"/>
              </a:cxn>
              <a:cxn ang="0">
                <a:pos x="connsiteX25666" y="connsiteY25666"/>
              </a:cxn>
              <a:cxn ang="0">
                <a:pos x="connsiteX25667" y="connsiteY25667"/>
              </a:cxn>
              <a:cxn ang="0">
                <a:pos x="connsiteX25668" y="connsiteY25668"/>
              </a:cxn>
              <a:cxn ang="0">
                <a:pos x="connsiteX25669" y="connsiteY25669"/>
              </a:cxn>
              <a:cxn ang="0">
                <a:pos x="connsiteX25670" y="connsiteY25670"/>
              </a:cxn>
              <a:cxn ang="0">
                <a:pos x="connsiteX25671" y="connsiteY25671"/>
              </a:cxn>
              <a:cxn ang="0">
                <a:pos x="connsiteX25672" y="connsiteY25672"/>
              </a:cxn>
              <a:cxn ang="0">
                <a:pos x="connsiteX25673" y="connsiteY25673"/>
              </a:cxn>
              <a:cxn ang="0">
                <a:pos x="connsiteX25674" y="connsiteY25674"/>
              </a:cxn>
              <a:cxn ang="0">
                <a:pos x="connsiteX25675" y="connsiteY25675"/>
              </a:cxn>
              <a:cxn ang="0">
                <a:pos x="connsiteX25676" y="connsiteY25676"/>
              </a:cxn>
              <a:cxn ang="0">
                <a:pos x="connsiteX25677" y="connsiteY25677"/>
              </a:cxn>
              <a:cxn ang="0">
                <a:pos x="connsiteX25678" y="connsiteY25678"/>
              </a:cxn>
              <a:cxn ang="0">
                <a:pos x="connsiteX25679" y="connsiteY25679"/>
              </a:cxn>
              <a:cxn ang="0">
                <a:pos x="connsiteX25680" y="connsiteY25680"/>
              </a:cxn>
              <a:cxn ang="0">
                <a:pos x="connsiteX25681" y="connsiteY25681"/>
              </a:cxn>
              <a:cxn ang="0">
                <a:pos x="connsiteX25682" y="connsiteY25682"/>
              </a:cxn>
              <a:cxn ang="0">
                <a:pos x="connsiteX25683" y="connsiteY25683"/>
              </a:cxn>
              <a:cxn ang="0">
                <a:pos x="connsiteX25684" y="connsiteY25684"/>
              </a:cxn>
              <a:cxn ang="0">
                <a:pos x="connsiteX25685" y="connsiteY25685"/>
              </a:cxn>
              <a:cxn ang="0">
                <a:pos x="connsiteX25686" y="connsiteY25686"/>
              </a:cxn>
              <a:cxn ang="0">
                <a:pos x="connsiteX25687" y="connsiteY25687"/>
              </a:cxn>
              <a:cxn ang="0">
                <a:pos x="connsiteX25688" y="connsiteY25688"/>
              </a:cxn>
              <a:cxn ang="0">
                <a:pos x="connsiteX25689" y="connsiteY25689"/>
              </a:cxn>
              <a:cxn ang="0">
                <a:pos x="connsiteX25690" y="connsiteY25690"/>
              </a:cxn>
              <a:cxn ang="0">
                <a:pos x="connsiteX25691" y="connsiteY25691"/>
              </a:cxn>
              <a:cxn ang="0">
                <a:pos x="connsiteX25692" y="connsiteY25692"/>
              </a:cxn>
              <a:cxn ang="0">
                <a:pos x="connsiteX25693" y="connsiteY25693"/>
              </a:cxn>
              <a:cxn ang="0">
                <a:pos x="connsiteX25694" y="connsiteY25694"/>
              </a:cxn>
              <a:cxn ang="0">
                <a:pos x="connsiteX25695" y="connsiteY25695"/>
              </a:cxn>
              <a:cxn ang="0">
                <a:pos x="connsiteX25696" y="connsiteY25696"/>
              </a:cxn>
              <a:cxn ang="0">
                <a:pos x="connsiteX25697" y="connsiteY25697"/>
              </a:cxn>
              <a:cxn ang="0">
                <a:pos x="connsiteX25698" y="connsiteY25698"/>
              </a:cxn>
              <a:cxn ang="0">
                <a:pos x="connsiteX25699" y="connsiteY25699"/>
              </a:cxn>
              <a:cxn ang="0">
                <a:pos x="connsiteX25700" y="connsiteY25700"/>
              </a:cxn>
              <a:cxn ang="0">
                <a:pos x="connsiteX25701" y="connsiteY25701"/>
              </a:cxn>
              <a:cxn ang="0">
                <a:pos x="connsiteX25702" y="connsiteY25702"/>
              </a:cxn>
              <a:cxn ang="0">
                <a:pos x="connsiteX25703" y="connsiteY25703"/>
              </a:cxn>
              <a:cxn ang="0">
                <a:pos x="connsiteX25704" y="connsiteY25704"/>
              </a:cxn>
              <a:cxn ang="0">
                <a:pos x="connsiteX25705" y="connsiteY25705"/>
              </a:cxn>
              <a:cxn ang="0">
                <a:pos x="connsiteX25706" y="connsiteY25706"/>
              </a:cxn>
              <a:cxn ang="0">
                <a:pos x="connsiteX25707" y="connsiteY25707"/>
              </a:cxn>
              <a:cxn ang="0">
                <a:pos x="connsiteX25708" y="connsiteY25708"/>
              </a:cxn>
              <a:cxn ang="0">
                <a:pos x="connsiteX25709" y="connsiteY25709"/>
              </a:cxn>
              <a:cxn ang="0">
                <a:pos x="connsiteX25710" y="connsiteY25710"/>
              </a:cxn>
              <a:cxn ang="0">
                <a:pos x="connsiteX25711" y="connsiteY25711"/>
              </a:cxn>
              <a:cxn ang="0">
                <a:pos x="connsiteX25712" y="connsiteY25712"/>
              </a:cxn>
              <a:cxn ang="0">
                <a:pos x="connsiteX25713" y="connsiteY25713"/>
              </a:cxn>
              <a:cxn ang="0">
                <a:pos x="connsiteX25714" y="connsiteY25714"/>
              </a:cxn>
              <a:cxn ang="0">
                <a:pos x="connsiteX25715" y="connsiteY25715"/>
              </a:cxn>
              <a:cxn ang="0">
                <a:pos x="connsiteX25716" y="connsiteY25716"/>
              </a:cxn>
              <a:cxn ang="0">
                <a:pos x="connsiteX25717" y="connsiteY25717"/>
              </a:cxn>
              <a:cxn ang="0">
                <a:pos x="connsiteX25718" y="connsiteY25718"/>
              </a:cxn>
              <a:cxn ang="0">
                <a:pos x="connsiteX25719" y="connsiteY25719"/>
              </a:cxn>
              <a:cxn ang="0">
                <a:pos x="connsiteX25720" y="connsiteY25720"/>
              </a:cxn>
              <a:cxn ang="0">
                <a:pos x="connsiteX25721" y="connsiteY25721"/>
              </a:cxn>
              <a:cxn ang="0">
                <a:pos x="connsiteX25722" y="connsiteY25722"/>
              </a:cxn>
              <a:cxn ang="0">
                <a:pos x="connsiteX25723" y="connsiteY25723"/>
              </a:cxn>
              <a:cxn ang="0">
                <a:pos x="connsiteX25724" y="connsiteY25724"/>
              </a:cxn>
              <a:cxn ang="0">
                <a:pos x="connsiteX25725" y="connsiteY25725"/>
              </a:cxn>
              <a:cxn ang="0">
                <a:pos x="connsiteX25726" y="connsiteY25726"/>
              </a:cxn>
              <a:cxn ang="0">
                <a:pos x="connsiteX25727" y="connsiteY25727"/>
              </a:cxn>
              <a:cxn ang="0">
                <a:pos x="connsiteX25728" y="connsiteY25728"/>
              </a:cxn>
              <a:cxn ang="0">
                <a:pos x="connsiteX25729" y="connsiteY25729"/>
              </a:cxn>
              <a:cxn ang="0">
                <a:pos x="connsiteX25730" y="connsiteY25730"/>
              </a:cxn>
              <a:cxn ang="0">
                <a:pos x="connsiteX25731" y="connsiteY25731"/>
              </a:cxn>
              <a:cxn ang="0">
                <a:pos x="connsiteX25732" y="connsiteY25732"/>
              </a:cxn>
              <a:cxn ang="0">
                <a:pos x="connsiteX25733" y="connsiteY25733"/>
              </a:cxn>
              <a:cxn ang="0">
                <a:pos x="connsiteX25734" y="connsiteY25734"/>
              </a:cxn>
              <a:cxn ang="0">
                <a:pos x="connsiteX25735" y="connsiteY25735"/>
              </a:cxn>
              <a:cxn ang="0">
                <a:pos x="connsiteX25736" y="connsiteY25736"/>
              </a:cxn>
              <a:cxn ang="0">
                <a:pos x="connsiteX25737" y="connsiteY25737"/>
              </a:cxn>
              <a:cxn ang="0">
                <a:pos x="connsiteX25738" y="connsiteY25738"/>
              </a:cxn>
              <a:cxn ang="0">
                <a:pos x="connsiteX25739" y="connsiteY25739"/>
              </a:cxn>
              <a:cxn ang="0">
                <a:pos x="connsiteX25740" y="connsiteY25740"/>
              </a:cxn>
              <a:cxn ang="0">
                <a:pos x="connsiteX25741" y="connsiteY25741"/>
              </a:cxn>
              <a:cxn ang="0">
                <a:pos x="connsiteX25742" y="connsiteY25742"/>
              </a:cxn>
              <a:cxn ang="0">
                <a:pos x="connsiteX25743" y="connsiteY25743"/>
              </a:cxn>
              <a:cxn ang="0">
                <a:pos x="connsiteX25744" y="connsiteY25744"/>
              </a:cxn>
              <a:cxn ang="0">
                <a:pos x="connsiteX25745" y="connsiteY25745"/>
              </a:cxn>
              <a:cxn ang="0">
                <a:pos x="connsiteX25746" y="connsiteY25746"/>
              </a:cxn>
              <a:cxn ang="0">
                <a:pos x="connsiteX25747" y="connsiteY25747"/>
              </a:cxn>
              <a:cxn ang="0">
                <a:pos x="connsiteX25748" y="connsiteY25748"/>
              </a:cxn>
              <a:cxn ang="0">
                <a:pos x="connsiteX25749" y="connsiteY25749"/>
              </a:cxn>
              <a:cxn ang="0">
                <a:pos x="connsiteX25750" y="connsiteY25750"/>
              </a:cxn>
              <a:cxn ang="0">
                <a:pos x="connsiteX25751" y="connsiteY25751"/>
              </a:cxn>
              <a:cxn ang="0">
                <a:pos x="connsiteX25752" y="connsiteY25752"/>
              </a:cxn>
              <a:cxn ang="0">
                <a:pos x="connsiteX25753" y="connsiteY25753"/>
              </a:cxn>
              <a:cxn ang="0">
                <a:pos x="connsiteX25754" y="connsiteY25754"/>
              </a:cxn>
              <a:cxn ang="0">
                <a:pos x="connsiteX25755" y="connsiteY25755"/>
              </a:cxn>
              <a:cxn ang="0">
                <a:pos x="connsiteX25756" y="connsiteY25756"/>
              </a:cxn>
              <a:cxn ang="0">
                <a:pos x="connsiteX25757" y="connsiteY25757"/>
              </a:cxn>
              <a:cxn ang="0">
                <a:pos x="connsiteX25758" y="connsiteY25758"/>
              </a:cxn>
              <a:cxn ang="0">
                <a:pos x="connsiteX25759" y="connsiteY25759"/>
              </a:cxn>
              <a:cxn ang="0">
                <a:pos x="connsiteX25760" y="connsiteY25760"/>
              </a:cxn>
              <a:cxn ang="0">
                <a:pos x="connsiteX25761" y="connsiteY25761"/>
              </a:cxn>
              <a:cxn ang="0">
                <a:pos x="connsiteX25762" y="connsiteY25762"/>
              </a:cxn>
              <a:cxn ang="0">
                <a:pos x="connsiteX25763" y="connsiteY25763"/>
              </a:cxn>
              <a:cxn ang="0">
                <a:pos x="connsiteX25764" y="connsiteY25764"/>
              </a:cxn>
              <a:cxn ang="0">
                <a:pos x="connsiteX25765" y="connsiteY25765"/>
              </a:cxn>
              <a:cxn ang="0">
                <a:pos x="connsiteX25766" y="connsiteY25766"/>
              </a:cxn>
              <a:cxn ang="0">
                <a:pos x="connsiteX25767" y="connsiteY25767"/>
              </a:cxn>
              <a:cxn ang="0">
                <a:pos x="connsiteX25768" y="connsiteY25768"/>
              </a:cxn>
              <a:cxn ang="0">
                <a:pos x="connsiteX25769" y="connsiteY25769"/>
              </a:cxn>
              <a:cxn ang="0">
                <a:pos x="connsiteX25770" y="connsiteY25770"/>
              </a:cxn>
              <a:cxn ang="0">
                <a:pos x="connsiteX25771" y="connsiteY25771"/>
              </a:cxn>
              <a:cxn ang="0">
                <a:pos x="connsiteX25772" y="connsiteY25772"/>
              </a:cxn>
              <a:cxn ang="0">
                <a:pos x="connsiteX25773" y="connsiteY25773"/>
              </a:cxn>
              <a:cxn ang="0">
                <a:pos x="connsiteX25774" y="connsiteY25774"/>
              </a:cxn>
              <a:cxn ang="0">
                <a:pos x="connsiteX25775" y="connsiteY25775"/>
              </a:cxn>
              <a:cxn ang="0">
                <a:pos x="connsiteX25776" y="connsiteY25776"/>
              </a:cxn>
              <a:cxn ang="0">
                <a:pos x="connsiteX25777" y="connsiteY25777"/>
              </a:cxn>
              <a:cxn ang="0">
                <a:pos x="connsiteX25778" y="connsiteY25778"/>
              </a:cxn>
              <a:cxn ang="0">
                <a:pos x="connsiteX25779" y="connsiteY25779"/>
              </a:cxn>
              <a:cxn ang="0">
                <a:pos x="connsiteX25780" y="connsiteY25780"/>
              </a:cxn>
              <a:cxn ang="0">
                <a:pos x="connsiteX25781" y="connsiteY25781"/>
              </a:cxn>
              <a:cxn ang="0">
                <a:pos x="connsiteX25782" y="connsiteY25782"/>
              </a:cxn>
              <a:cxn ang="0">
                <a:pos x="connsiteX25783" y="connsiteY25783"/>
              </a:cxn>
              <a:cxn ang="0">
                <a:pos x="connsiteX25784" y="connsiteY25784"/>
              </a:cxn>
              <a:cxn ang="0">
                <a:pos x="connsiteX25785" y="connsiteY25785"/>
              </a:cxn>
              <a:cxn ang="0">
                <a:pos x="connsiteX25786" y="connsiteY25786"/>
              </a:cxn>
              <a:cxn ang="0">
                <a:pos x="connsiteX25787" y="connsiteY25787"/>
              </a:cxn>
              <a:cxn ang="0">
                <a:pos x="connsiteX25788" y="connsiteY25788"/>
              </a:cxn>
              <a:cxn ang="0">
                <a:pos x="connsiteX25789" y="connsiteY25789"/>
              </a:cxn>
              <a:cxn ang="0">
                <a:pos x="connsiteX25790" y="connsiteY25790"/>
              </a:cxn>
              <a:cxn ang="0">
                <a:pos x="connsiteX25791" y="connsiteY25791"/>
              </a:cxn>
              <a:cxn ang="0">
                <a:pos x="connsiteX25792" y="connsiteY25792"/>
              </a:cxn>
              <a:cxn ang="0">
                <a:pos x="connsiteX25793" y="connsiteY25793"/>
              </a:cxn>
              <a:cxn ang="0">
                <a:pos x="connsiteX25794" y="connsiteY25794"/>
              </a:cxn>
              <a:cxn ang="0">
                <a:pos x="connsiteX25795" y="connsiteY25795"/>
              </a:cxn>
              <a:cxn ang="0">
                <a:pos x="connsiteX25796" y="connsiteY25796"/>
              </a:cxn>
              <a:cxn ang="0">
                <a:pos x="connsiteX25797" y="connsiteY25797"/>
              </a:cxn>
              <a:cxn ang="0">
                <a:pos x="connsiteX25798" y="connsiteY25798"/>
              </a:cxn>
              <a:cxn ang="0">
                <a:pos x="connsiteX25799" y="connsiteY25799"/>
              </a:cxn>
              <a:cxn ang="0">
                <a:pos x="connsiteX25800" y="connsiteY25800"/>
              </a:cxn>
              <a:cxn ang="0">
                <a:pos x="connsiteX25801" y="connsiteY25801"/>
              </a:cxn>
              <a:cxn ang="0">
                <a:pos x="connsiteX25802" y="connsiteY25802"/>
              </a:cxn>
              <a:cxn ang="0">
                <a:pos x="connsiteX25803" y="connsiteY25803"/>
              </a:cxn>
              <a:cxn ang="0">
                <a:pos x="connsiteX25804" y="connsiteY25804"/>
              </a:cxn>
              <a:cxn ang="0">
                <a:pos x="connsiteX25805" y="connsiteY25805"/>
              </a:cxn>
              <a:cxn ang="0">
                <a:pos x="connsiteX25806" y="connsiteY25806"/>
              </a:cxn>
              <a:cxn ang="0">
                <a:pos x="connsiteX25807" y="connsiteY25807"/>
              </a:cxn>
              <a:cxn ang="0">
                <a:pos x="connsiteX25808" y="connsiteY25808"/>
              </a:cxn>
              <a:cxn ang="0">
                <a:pos x="connsiteX25809" y="connsiteY25809"/>
              </a:cxn>
              <a:cxn ang="0">
                <a:pos x="connsiteX25810" y="connsiteY25810"/>
              </a:cxn>
              <a:cxn ang="0">
                <a:pos x="connsiteX25811" y="connsiteY25811"/>
              </a:cxn>
              <a:cxn ang="0">
                <a:pos x="connsiteX25812" y="connsiteY25812"/>
              </a:cxn>
              <a:cxn ang="0">
                <a:pos x="connsiteX25813" y="connsiteY25813"/>
              </a:cxn>
              <a:cxn ang="0">
                <a:pos x="connsiteX25814" y="connsiteY25814"/>
              </a:cxn>
              <a:cxn ang="0">
                <a:pos x="connsiteX25815" y="connsiteY25815"/>
              </a:cxn>
              <a:cxn ang="0">
                <a:pos x="connsiteX25816" y="connsiteY25816"/>
              </a:cxn>
              <a:cxn ang="0">
                <a:pos x="connsiteX25817" y="connsiteY25817"/>
              </a:cxn>
              <a:cxn ang="0">
                <a:pos x="connsiteX25818" y="connsiteY25818"/>
              </a:cxn>
              <a:cxn ang="0">
                <a:pos x="connsiteX25819" y="connsiteY25819"/>
              </a:cxn>
              <a:cxn ang="0">
                <a:pos x="connsiteX25820" y="connsiteY25820"/>
              </a:cxn>
              <a:cxn ang="0">
                <a:pos x="connsiteX25821" y="connsiteY25821"/>
              </a:cxn>
              <a:cxn ang="0">
                <a:pos x="connsiteX25822" y="connsiteY25822"/>
              </a:cxn>
              <a:cxn ang="0">
                <a:pos x="connsiteX25823" y="connsiteY25823"/>
              </a:cxn>
              <a:cxn ang="0">
                <a:pos x="connsiteX25824" y="connsiteY25824"/>
              </a:cxn>
              <a:cxn ang="0">
                <a:pos x="connsiteX25825" y="connsiteY25825"/>
              </a:cxn>
              <a:cxn ang="0">
                <a:pos x="connsiteX25826" y="connsiteY25826"/>
              </a:cxn>
              <a:cxn ang="0">
                <a:pos x="connsiteX25827" y="connsiteY25827"/>
              </a:cxn>
              <a:cxn ang="0">
                <a:pos x="connsiteX25828" y="connsiteY25828"/>
              </a:cxn>
              <a:cxn ang="0">
                <a:pos x="connsiteX25829" y="connsiteY25829"/>
              </a:cxn>
              <a:cxn ang="0">
                <a:pos x="connsiteX25830" y="connsiteY25830"/>
              </a:cxn>
              <a:cxn ang="0">
                <a:pos x="connsiteX25831" y="connsiteY25831"/>
              </a:cxn>
              <a:cxn ang="0">
                <a:pos x="connsiteX25832" y="connsiteY25832"/>
              </a:cxn>
              <a:cxn ang="0">
                <a:pos x="connsiteX25833" y="connsiteY25833"/>
              </a:cxn>
              <a:cxn ang="0">
                <a:pos x="connsiteX25834" y="connsiteY25834"/>
              </a:cxn>
              <a:cxn ang="0">
                <a:pos x="connsiteX25835" y="connsiteY25835"/>
              </a:cxn>
              <a:cxn ang="0">
                <a:pos x="connsiteX25836" y="connsiteY25836"/>
              </a:cxn>
              <a:cxn ang="0">
                <a:pos x="connsiteX25837" y="connsiteY25837"/>
              </a:cxn>
              <a:cxn ang="0">
                <a:pos x="connsiteX25838" y="connsiteY25838"/>
              </a:cxn>
              <a:cxn ang="0">
                <a:pos x="connsiteX25839" y="connsiteY25839"/>
              </a:cxn>
              <a:cxn ang="0">
                <a:pos x="connsiteX25840" y="connsiteY25840"/>
              </a:cxn>
              <a:cxn ang="0">
                <a:pos x="connsiteX25841" y="connsiteY25841"/>
              </a:cxn>
              <a:cxn ang="0">
                <a:pos x="connsiteX25842" y="connsiteY25842"/>
              </a:cxn>
              <a:cxn ang="0">
                <a:pos x="connsiteX25843" y="connsiteY25843"/>
              </a:cxn>
              <a:cxn ang="0">
                <a:pos x="connsiteX25844" y="connsiteY25844"/>
              </a:cxn>
              <a:cxn ang="0">
                <a:pos x="connsiteX25845" y="connsiteY25845"/>
              </a:cxn>
              <a:cxn ang="0">
                <a:pos x="connsiteX25846" y="connsiteY25846"/>
              </a:cxn>
              <a:cxn ang="0">
                <a:pos x="connsiteX25847" y="connsiteY25847"/>
              </a:cxn>
              <a:cxn ang="0">
                <a:pos x="connsiteX25848" y="connsiteY25848"/>
              </a:cxn>
              <a:cxn ang="0">
                <a:pos x="connsiteX25849" y="connsiteY25849"/>
              </a:cxn>
              <a:cxn ang="0">
                <a:pos x="connsiteX25850" y="connsiteY25850"/>
              </a:cxn>
              <a:cxn ang="0">
                <a:pos x="connsiteX25851" y="connsiteY25851"/>
              </a:cxn>
              <a:cxn ang="0">
                <a:pos x="connsiteX25852" y="connsiteY25852"/>
              </a:cxn>
              <a:cxn ang="0">
                <a:pos x="connsiteX25853" y="connsiteY25853"/>
              </a:cxn>
              <a:cxn ang="0">
                <a:pos x="connsiteX25854" y="connsiteY25854"/>
              </a:cxn>
              <a:cxn ang="0">
                <a:pos x="connsiteX25855" y="connsiteY25855"/>
              </a:cxn>
              <a:cxn ang="0">
                <a:pos x="connsiteX25856" y="connsiteY25856"/>
              </a:cxn>
              <a:cxn ang="0">
                <a:pos x="connsiteX25857" y="connsiteY25857"/>
              </a:cxn>
              <a:cxn ang="0">
                <a:pos x="connsiteX25858" y="connsiteY25858"/>
              </a:cxn>
              <a:cxn ang="0">
                <a:pos x="connsiteX25859" y="connsiteY25859"/>
              </a:cxn>
              <a:cxn ang="0">
                <a:pos x="connsiteX25860" y="connsiteY25860"/>
              </a:cxn>
              <a:cxn ang="0">
                <a:pos x="connsiteX25861" y="connsiteY25861"/>
              </a:cxn>
              <a:cxn ang="0">
                <a:pos x="connsiteX25862" y="connsiteY25862"/>
              </a:cxn>
              <a:cxn ang="0">
                <a:pos x="connsiteX25863" y="connsiteY25863"/>
              </a:cxn>
              <a:cxn ang="0">
                <a:pos x="connsiteX25864" y="connsiteY25864"/>
              </a:cxn>
              <a:cxn ang="0">
                <a:pos x="connsiteX25865" y="connsiteY25865"/>
              </a:cxn>
              <a:cxn ang="0">
                <a:pos x="connsiteX25866" y="connsiteY25866"/>
              </a:cxn>
              <a:cxn ang="0">
                <a:pos x="connsiteX25867" y="connsiteY25867"/>
              </a:cxn>
              <a:cxn ang="0">
                <a:pos x="connsiteX25868" y="connsiteY25868"/>
              </a:cxn>
              <a:cxn ang="0">
                <a:pos x="connsiteX25869" y="connsiteY25869"/>
              </a:cxn>
              <a:cxn ang="0">
                <a:pos x="connsiteX25870" y="connsiteY25870"/>
              </a:cxn>
              <a:cxn ang="0">
                <a:pos x="connsiteX25871" y="connsiteY25871"/>
              </a:cxn>
              <a:cxn ang="0">
                <a:pos x="connsiteX25872" y="connsiteY25872"/>
              </a:cxn>
              <a:cxn ang="0">
                <a:pos x="connsiteX25873" y="connsiteY25873"/>
              </a:cxn>
              <a:cxn ang="0">
                <a:pos x="connsiteX25874" y="connsiteY25874"/>
              </a:cxn>
              <a:cxn ang="0">
                <a:pos x="connsiteX25875" y="connsiteY25875"/>
              </a:cxn>
              <a:cxn ang="0">
                <a:pos x="connsiteX25876" y="connsiteY25876"/>
              </a:cxn>
              <a:cxn ang="0">
                <a:pos x="connsiteX25877" y="connsiteY25877"/>
              </a:cxn>
              <a:cxn ang="0">
                <a:pos x="connsiteX25878" y="connsiteY25878"/>
              </a:cxn>
              <a:cxn ang="0">
                <a:pos x="connsiteX25879" y="connsiteY25879"/>
              </a:cxn>
              <a:cxn ang="0">
                <a:pos x="connsiteX25880" y="connsiteY25880"/>
              </a:cxn>
              <a:cxn ang="0">
                <a:pos x="connsiteX25881" y="connsiteY25881"/>
              </a:cxn>
              <a:cxn ang="0">
                <a:pos x="connsiteX25882" y="connsiteY25882"/>
              </a:cxn>
              <a:cxn ang="0">
                <a:pos x="connsiteX25883" y="connsiteY25883"/>
              </a:cxn>
              <a:cxn ang="0">
                <a:pos x="connsiteX25884" y="connsiteY25884"/>
              </a:cxn>
              <a:cxn ang="0">
                <a:pos x="connsiteX25885" y="connsiteY25885"/>
              </a:cxn>
              <a:cxn ang="0">
                <a:pos x="connsiteX25886" y="connsiteY25886"/>
              </a:cxn>
              <a:cxn ang="0">
                <a:pos x="connsiteX25887" y="connsiteY25887"/>
              </a:cxn>
              <a:cxn ang="0">
                <a:pos x="connsiteX25888" y="connsiteY25888"/>
              </a:cxn>
              <a:cxn ang="0">
                <a:pos x="connsiteX25889" y="connsiteY25889"/>
              </a:cxn>
              <a:cxn ang="0">
                <a:pos x="connsiteX25890" y="connsiteY25890"/>
              </a:cxn>
              <a:cxn ang="0">
                <a:pos x="connsiteX25891" y="connsiteY25891"/>
              </a:cxn>
              <a:cxn ang="0">
                <a:pos x="connsiteX25892" y="connsiteY25892"/>
              </a:cxn>
              <a:cxn ang="0">
                <a:pos x="connsiteX25893" y="connsiteY25893"/>
              </a:cxn>
              <a:cxn ang="0">
                <a:pos x="connsiteX25894" y="connsiteY25894"/>
              </a:cxn>
              <a:cxn ang="0">
                <a:pos x="connsiteX25895" y="connsiteY25895"/>
              </a:cxn>
              <a:cxn ang="0">
                <a:pos x="connsiteX25896" y="connsiteY25896"/>
              </a:cxn>
              <a:cxn ang="0">
                <a:pos x="connsiteX25897" y="connsiteY25897"/>
              </a:cxn>
              <a:cxn ang="0">
                <a:pos x="connsiteX25898" y="connsiteY25898"/>
              </a:cxn>
              <a:cxn ang="0">
                <a:pos x="connsiteX25899" y="connsiteY25899"/>
              </a:cxn>
              <a:cxn ang="0">
                <a:pos x="connsiteX25900" y="connsiteY25900"/>
              </a:cxn>
              <a:cxn ang="0">
                <a:pos x="connsiteX25901" y="connsiteY25901"/>
              </a:cxn>
              <a:cxn ang="0">
                <a:pos x="connsiteX25902" y="connsiteY25902"/>
              </a:cxn>
              <a:cxn ang="0">
                <a:pos x="connsiteX25903" y="connsiteY25903"/>
              </a:cxn>
              <a:cxn ang="0">
                <a:pos x="connsiteX25904" y="connsiteY25904"/>
              </a:cxn>
              <a:cxn ang="0">
                <a:pos x="connsiteX25905" y="connsiteY25905"/>
              </a:cxn>
              <a:cxn ang="0">
                <a:pos x="connsiteX25906" y="connsiteY25906"/>
              </a:cxn>
              <a:cxn ang="0">
                <a:pos x="connsiteX25907" y="connsiteY25907"/>
              </a:cxn>
              <a:cxn ang="0">
                <a:pos x="connsiteX25908" y="connsiteY25908"/>
              </a:cxn>
              <a:cxn ang="0">
                <a:pos x="connsiteX25909" y="connsiteY25909"/>
              </a:cxn>
              <a:cxn ang="0">
                <a:pos x="connsiteX25910" y="connsiteY25910"/>
              </a:cxn>
              <a:cxn ang="0">
                <a:pos x="connsiteX25911" y="connsiteY25911"/>
              </a:cxn>
              <a:cxn ang="0">
                <a:pos x="connsiteX25912" y="connsiteY25912"/>
              </a:cxn>
              <a:cxn ang="0">
                <a:pos x="connsiteX25913" y="connsiteY25913"/>
              </a:cxn>
              <a:cxn ang="0">
                <a:pos x="connsiteX25914" y="connsiteY25914"/>
              </a:cxn>
              <a:cxn ang="0">
                <a:pos x="connsiteX25915" y="connsiteY25915"/>
              </a:cxn>
              <a:cxn ang="0">
                <a:pos x="connsiteX25916" y="connsiteY25916"/>
              </a:cxn>
              <a:cxn ang="0">
                <a:pos x="connsiteX25917" y="connsiteY25917"/>
              </a:cxn>
              <a:cxn ang="0">
                <a:pos x="connsiteX25918" y="connsiteY25918"/>
              </a:cxn>
              <a:cxn ang="0">
                <a:pos x="connsiteX25919" y="connsiteY25919"/>
              </a:cxn>
              <a:cxn ang="0">
                <a:pos x="connsiteX25920" y="connsiteY25920"/>
              </a:cxn>
              <a:cxn ang="0">
                <a:pos x="connsiteX25921" y="connsiteY25921"/>
              </a:cxn>
              <a:cxn ang="0">
                <a:pos x="connsiteX25922" y="connsiteY25922"/>
              </a:cxn>
              <a:cxn ang="0">
                <a:pos x="connsiteX25923" y="connsiteY25923"/>
              </a:cxn>
              <a:cxn ang="0">
                <a:pos x="connsiteX25924" y="connsiteY25924"/>
              </a:cxn>
              <a:cxn ang="0">
                <a:pos x="connsiteX25925" y="connsiteY25925"/>
              </a:cxn>
              <a:cxn ang="0">
                <a:pos x="connsiteX25926" y="connsiteY25926"/>
              </a:cxn>
              <a:cxn ang="0">
                <a:pos x="connsiteX25927" y="connsiteY25927"/>
              </a:cxn>
              <a:cxn ang="0">
                <a:pos x="connsiteX25928" y="connsiteY25928"/>
              </a:cxn>
              <a:cxn ang="0">
                <a:pos x="connsiteX25929" y="connsiteY25929"/>
              </a:cxn>
              <a:cxn ang="0">
                <a:pos x="connsiteX25930" y="connsiteY25930"/>
              </a:cxn>
              <a:cxn ang="0">
                <a:pos x="connsiteX25931" y="connsiteY25931"/>
              </a:cxn>
              <a:cxn ang="0">
                <a:pos x="connsiteX25932" y="connsiteY25932"/>
              </a:cxn>
              <a:cxn ang="0">
                <a:pos x="connsiteX25933" y="connsiteY25933"/>
              </a:cxn>
              <a:cxn ang="0">
                <a:pos x="connsiteX25934" y="connsiteY25934"/>
              </a:cxn>
              <a:cxn ang="0">
                <a:pos x="connsiteX25935" y="connsiteY25935"/>
              </a:cxn>
              <a:cxn ang="0">
                <a:pos x="connsiteX25936" y="connsiteY25936"/>
              </a:cxn>
              <a:cxn ang="0">
                <a:pos x="connsiteX25937" y="connsiteY25937"/>
              </a:cxn>
              <a:cxn ang="0">
                <a:pos x="connsiteX25938" y="connsiteY25938"/>
              </a:cxn>
              <a:cxn ang="0">
                <a:pos x="connsiteX25939" y="connsiteY25939"/>
              </a:cxn>
              <a:cxn ang="0">
                <a:pos x="connsiteX25940" y="connsiteY25940"/>
              </a:cxn>
              <a:cxn ang="0">
                <a:pos x="connsiteX25941" y="connsiteY25941"/>
              </a:cxn>
              <a:cxn ang="0">
                <a:pos x="connsiteX25942" y="connsiteY25942"/>
              </a:cxn>
              <a:cxn ang="0">
                <a:pos x="connsiteX25943" y="connsiteY25943"/>
              </a:cxn>
              <a:cxn ang="0">
                <a:pos x="connsiteX25944" y="connsiteY25944"/>
              </a:cxn>
              <a:cxn ang="0">
                <a:pos x="connsiteX25945" y="connsiteY25945"/>
              </a:cxn>
              <a:cxn ang="0">
                <a:pos x="connsiteX25946" y="connsiteY25946"/>
              </a:cxn>
              <a:cxn ang="0">
                <a:pos x="connsiteX25947" y="connsiteY25947"/>
              </a:cxn>
              <a:cxn ang="0">
                <a:pos x="connsiteX25948" y="connsiteY25948"/>
              </a:cxn>
              <a:cxn ang="0">
                <a:pos x="connsiteX25949" y="connsiteY25949"/>
              </a:cxn>
              <a:cxn ang="0">
                <a:pos x="connsiteX25950" y="connsiteY25950"/>
              </a:cxn>
              <a:cxn ang="0">
                <a:pos x="connsiteX25951" y="connsiteY25951"/>
              </a:cxn>
              <a:cxn ang="0">
                <a:pos x="connsiteX25952" y="connsiteY25952"/>
              </a:cxn>
              <a:cxn ang="0">
                <a:pos x="connsiteX25953" y="connsiteY25953"/>
              </a:cxn>
              <a:cxn ang="0">
                <a:pos x="connsiteX25954" y="connsiteY25954"/>
              </a:cxn>
              <a:cxn ang="0">
                <a:pos x="connsiteX25955" y="connsiteY25955"/>
              </a:cxn>
              <a:cxn ang="0">
                <a:pos x="connsiteX25956" y="connsiteY25956"/>
              </a:cxn>
              <a:cxn ang="0">
                <a:pos x="connsiteX25957" y="connsiteY25957"/>
              </a:cxn>
              <a:cxn ang="0">
                <a:pos x="connsiteX25958" y="connsiteY25958"/>
              </a:cxn>
              <a:cxn ang="0">
                <a:pos x="connsiteX25959" y="connsiteY25959"/>
              </a:cxn>
              <a:cxn ang="0">
                <a:pos x="connsiteX25960" y="connsiteY25960"/>
              </a:cxn>
              <a:cxn ang="0">
                <a:pos x="connsiteX25961" y="connsiteY25961"/>
              </a:cxn>
              <a:cxn ang="0">
                <a:pos x="connsiteX25962" y="connsiteY25962"/>
              </a:cxn>
              <a:cxn ang="0">
                <a:pos x="connsiteX25963" y="connsiteY25963"/>
              </a:cxn>
              <a:cxn ang="0">
                <a:pos x="connsiteX25964" y="connsiteY25964"/>
              </a:cxn>
              <a:cxn ang="0">
                <a:pos x="connsiteX25965" y="connsiteY25965"/>
              </a:cxn>
              <a:cxn ang="0">
                <a:pos x="connsiteX25966" y="connsiteY25966"/>
              </a:cxn>
              <a:cxn ang="0">
                <a:pos x="connsiteX25967" y="connsiteY25967"/>
              </a:cxn>
              <a:cxn ang="0">
                <a:pos x="connsiteX25968" y="connsiteY25968"/>
              </a:cxn>
              <a:cxn ang="0">
                <a:pos x="connsiteX25969" y="connsiteY25969"/>
              </a:cxn>
              <a:cxn ang="0">
                <a:pos x="connsiteX25970" y="connsiteY25970"/>
              </a:cxn>
              <a:cxn ang="0">
                <a:pos x="connsiteX25971" y="connsiteY25971"/>
              </a:cxn>
              <a:cxn ang="0">
                <a:pos x="connsiteX25972" y="connsiteY25972"/>
              </a:cxn>
              <a:cxn ang="0">
                <a:pos x="connsiteX25973" y="connsiteY25973"/>
              </a:cxn>
              <a:cxn ang="0">
                <a:pos x="connsiteX25974" y="connsiteY25974"/>
              </a:cxn>
              <a:cxn ang="0">
                <a:pos x="connsiteX25975" y="connsiteY25975"/>
              </a:cxn>
              <a:cxn ang="0">
                <a:pos x="connsiteX25976" y="connsiteY25976"/>
              </a:cxn>
              <a:cxn ang="0">
                <a:pos x="connsiteX25977" y="connsiteY25977"/>
              </a:cxn>
              <a:cxn ang="0">
                <a:pos x="connsiteX25978" y="connsiteY25978"/>
              </a:cxn>
              <a:cxn ang="0">
                <a:pos x="connsiteX25979" y="connsiteY25979"/>
              </a:cxn>
              <a:cxn ang="0">
                <a:pos x="connsiteX25980" y="connsiteY25980"/>
              </a:cxn>
              <a:cxn ang="0">
                <a:pos x="connsiteX25981" y="connsiteY25981"/>
              </a:cxn>
              <a:cxn ang="0">
                <a:pos x="connsiteX25982" y="connsiteY25982"/>
              </a:cxn>
              <a:cxn ang="0">
                <a:pos x="connsiteX25983" y="connsiteY25983"/>
              </a:cxn>
              <a:cxn ang="0">
                <a:pos x="connsiteX25984" y="connsiteY25984"/>
              </a:cxn>
              <a:cxn ang="0">
                <a:pos x="connsiteX25985" y="connsiteY25985"/>
              </a:cxn>
              <a:cxn ang="0">
                <a:pos x="connsiteX25986" y="connsiteY25986"/>
              </a:cxn>
              <a:cxn ang="0">
                <a:pos x="connsiteX25987" y="connsiteY25987"/>
              </a:cxn>
              <a:cxn ang="0">
                <a:pos x="connsiteX25988" y="connsiteY25988"/>
              </a:cxn>
              <a:cxn ang="0">
                <a:pos x="connsiteX25989" y="connsiteY25989"/>
              </a:cxn>
              <a:cxn ang="0">
                <a:pos x="connsiteX25990" y="connsiteY25990"/>
              </a:cxn>
              <a:cxn ang="0">
                <a:pos x="connsiteX25991" y="connsiteY25991"/>
              </a:cxn>
              <a:cxn ang="0">
                <a:pos x="connsiteX25992" y="connsiteY25992"/>
              </a:cxn>
              <a:cxn ang="0">
                <a:pos x="connsiteX25993" y="connsiteY25993"/>
              </a:cxn>
              <a:cxn ang="0">
                <a:pos x="connsiteX25994" y="connsiteY25994"/>
              </a:cxn>
              <a:cxn ang="0">
                <a:pos x="connsiteX25995" y="connsiteY25995"/>
              </a:cxn>
              <a:cxn ang="0">
                <a:pos x="connsiteX25996" y="connsiteY25996"/>
              </a:cxn>
              <a:cxn ang="0">
                <a:pos x="connsiteX25997" y="connsiteY25997"/>
              </a:cxn>
              <a:cxn ang="0">
                <a:pos x="connsiteX25998" y="connsiteY25998"/>
              </a:cxn>
              <a:cxn ang="0">
                <a:pos x="connsiteX25999" y="connsiteY25999"/>
              </a:cxn>
              <a:cxn ang="0">
                <a:pos x="connsiteX26000" y="connsiteY26000"/>
              </a:cxn>
              <a:cxn ang="0">
                <a:pos x="connsiteX26001" y="connsiteY26001"/>
              </a:cxn>
              <a:cxn ang="0">
                <a:pos x="connsiteX26002" y="connsiteY26002"/>
              </a:cxn>
              <a:cxn ang="0">
                <a:pos x="connsiteX26003" y="connsiteY26003"/>
              </a:cxn>
              <a:cxn ang="0">
                <a:pos x="connsiteX26004" y="connsiteY26004"/>
              </a:cxn>
              <a:cxn ang="0">
                <a:pos x="connsiteX26005" y="connsiteY26005"/>
              </a:cxn>
              <a:cxn ang="0">
                <a:pos x="connsiteX26006" y="connsiteY26006"/>
              </a:cxn>
              <a:cxn ang="0">
                <a:pos x="connsiteX26007" y="connsiteY26007"/>
              </a:cxn>
              <a:cxn ang="0">
                <a:pos x="connsiteX26008" y="connsiteY26008"/>
              </a:cxn>
              <a:cxn ang="0">
                <a:pos x="connsiteX26009" y="connsiteY26009"/>
              </a:cxn>
              <a:cxn ang="0">
                <a:pos x="connsiteX26010" y="connsiteY26010"/>
              </a:cxn>
              <a:cxn ang="0">
                <a:pos x="connsiteX26011" y="connsiteY26011"/>
              </a:cxn>
              <a:cxn ang="0">
                <a:pos x="connsiteX26012" y="connsiteY26012"/>
              </a:cxn>
              <a:cxn ang="0">
                <a:pos x="connsiteX26013" y="connsiteY26013"/>
              </a:cxn>
              <a:cxn ang="0">
                <a:pos x="connsiteX26014" y="connsiteY26014"/>
              </a:cxn>
              <a:cxn ang="0">
                <a:pos x="connsiteX26015" y="connsiteY26015"/>
              </a:cxn>
              <a:cxn ang="0">
                <a:pos x="connsiteX26016" y="connsiteY26016"/>
              </a:cxn>
              <a:cxn ang="0">
                <a:pos x="connsiteX26017" y="connsiteY26017"/>
              </a:cxn>
              <a:cxn ang="0">
                <a:pos x="connsiteX26018" y="connsiteY26018"/>
              </a:cxn>
              <a:cxn ang="0">
                <a:pos x="connsiteX26019" y="connsiteY26019"/>
              </a:cxn>
              <a:cxn ang="0">
                <a:pos x="connsiteX26020" y="connsiteY26020"/>
              </a:cxn>
              <a:cxn ang="0">
                <a:pos x="connsiteX26021" y="connsiteY26021"/>
              </a:cxn>
              <a:cxn ang="0">
                <a:pos x="connsiteX26022" y="connsiteY26022"/>
              </a:cxn>
              <a:cxn ang="0">
                <a:pos x="connsiteX26023" y="connsiteY26023"/>
              </a:cxn>
              <a:cxn ang="0">
                <a:pos x="connsiteX26024" y="connsiteY26024"/>
              </a:cxn>
              <a:cxn ang="0">
                <a:pos x="connsiteX26025" y="connsiteY26025"/>
              </a:cxn>
              <a:cxn ang="0">
                <a:pos x="connsiteX26026" y="connsiteY26026"/>
              </a:cxn>
              <a:cxn ang="0">
                <a:pos x="connsiteX26027" y="connsiteY26027"/>
              </a:cxn>
              <a:cxn ang="0">
                <a:pos x="connsiteX26028" y="connsiteY26028"/>
              </a:cxn>
              <a:cxn ang="0">
                <a:pos x="connsiteX26029" y="connsiteY26029"/>
              </a:cxn>
              <a:cxn ang="0">
                <a:pos x="connsiteX26030" y="connsiteY26030"/>
              </a:cxn>
              <a:cxn ang="0">
                <a:pos x="connsiteX26031" y="connsiteY26031"/>
              </a:cxn>
              <a:cxn ang="0">
                <a:pos x="connsiteX26032" y="connsiteY26032"/>
              </a:cxn>
              <a:cxn ang="0">
                <a:pos x="connsiteX26033" y="connsiteY26033"/>
              </a:cxn>
              <a:cxn ang="0">
                <a:pos x="connsiteX26034" y="connsiteY26034"/>
              </a:cxn>
              <a:cxn ang="0">
                <a:pos x="connsiteX26035" y="connsiteY26035"/>
              </a:cxn>
              <a:cxn ang="0">
                <a:pos x="connsiteX26036" y="connsiteY26036"/>
              </a:cxn>
              <a:cxn ang="0">
                <a:pos x="connsiteX26037" y="connsiteY26037"/>
              </a:cxn>
              <a:cxn ang="0">
                <a:pos x="connsiteX26038" y="connsiteY26038"/>
              </a:cxn>
              <a:cxn ang="0">
                <a:pos x="connsiteX26039" y="connsiteY26039"/>
              </a:cxn>
              <a:cxn ang="0">
                <a:pos x="connsiteX26040" y="connsiteY26040"/>
              </a:cxn>
              <a:cxn ang="0">
                <a:pos x="connsiteX26041" y="connsiteY26041"/>
              </a:cxn>
              <a:cxn ang="0">
                <a:pos x="connsiteX26042" y="connsiteY26042"/>
              </a:cxn>
              <a:cxn ang="0">
                <a:pos x="connsiteX26043" y="connsiteY26043"/>
              </a:cxn>
              <a:cxn ang="0">
                <a:pos x="connsiteX26044" y="connsiteY26044"/>
              </a:cxn>
              <a:cxn ang="0">
                <a:pos x="connsiteX26045" y="connsiteY26045"/>
              </a:cxn>
              <a:cxn ang="0">
                <a:pos x="connsiteX26046" y="connsiteY26046"/>
              </a:cxn>
              <a:cxn ang="0">
                <a:pos x="connsiteX26047" y="connsiteY26047"/>
              </a:cxn>
              <a:cxn ang="0">
                <a:pos x="connsiteX26048" y="connsiteY26048"/>
              </a:cxn>
              <a:cxn ang="0">
                <a:pos x="connsiteX26049" y="connsiteY26049"/>
              </a:cxn>
              <a:cxn ang="0">
                <a:pos x="connsiteX26050" y="connsiteY26050"/>
              </a:cxn>
              <a:cxn ang="0">
                <a:pos x="connsiteX26051" y="connsiteY26051"/>
              </a:cxn>
              <a:cxn ang="0">
                <a:pos x="connsiteX26052" y="connsiteY26052"/>
              </a:cxn>
              <a:cxn ang="0">
                <a:pos x="connsiteX26053" y="connsiteY26053"/>
              </a:cxn>
              <a:cxn ang="0">
                <a:pos x="connsiteX26054" y="connsiteY26054"/>
              </a:cxn>
              <a:cxn ang="0">
                <a:pos x="connsiteX26055" y="connsiteY26055"/>
              </a:cxn>
              <a:cxn ang="0">
                <a:pos x="connsiteX26056" y="connsiteY26056"/>
              </a:cxn>
              <a:cxn ang="0">
                <a:pos x="connsiteX26057" y="connsiteY26057"/>
              </a:cxn>
              <a:cxn ang="0">
                <a:pos x="connsiteX26058" y="connsiteY26058"/>
              </a:cxn>
              <a:cxn ang="0">
                <a:pos x="connsiteX26059" y="connsiteY26059"/>
              </a:cxn>
              <a:cxn ang="0">
                <a:pos x="connsiteX26060" y="connsiteY26060"/>
              </a:cxn>
              <a:cxn ang="0">
                <a:pos x="connsiteX26061" y="connsiteY26061"/>
              </a:cxn>
              <a:cxn ang="0">
                <a:pos x="connsiteX26062" y="connsiteY26062"/>
              </a:cxn>
              <a:cxn ang="0">
                <a:pos x="connsiteX26063" y="connsiteY26063"/>
              </a:cxn>
              <a:cxn ang="0">
                <a:pos x="connsiteX26064" y="connsiteY26064"/>
              </a:cxn>
              <a:cxn ang="0">
                <a:pos x="connsiteX26065" y="connsiteY26065"/>
              </a:cxn>
              <a:cxn ang="0">
                <a:pos x="connsiteX26066" y="connsiteY26066"/>
              </a:cxn>
              <a:cxn ang="0">
                <a:pos x="connsiteX26067" y="connsiteY26067"/>
              </a:cxn>
              <a:cxn ang="0">
                <a:pos x="connsiteX26068" y="connsiteY26068"/>
              </a:cxn>
              <a:cxn ang="0">
                <a:pos x="connsiteX26069" y="connsiteY26069"/>
              </a:cxn>
              <a:cxn ang="0">
                <a:pos x="connsiteX26070" y="connsiteY26070"/>
              </a:cxn>
              <a:cxn ang="0">
                <a:pos x="connsiteX26071" y="connsiteY26071"/>
              </a:cxn>
              <a:cxn ang="0">
                <a:pos x="connsiteX26072" y="connsiteY26072"/>
              </a:cxn>
              <a:cxn ang="0">
                <a:pos x="connsiteX26073" y="connsiteY26073"/>
              </a:cxn>
              <a:cxn ang="0">
                <a:pos x="connsiteX26074" y="connsiteY26074"/>
              </a:cxn>
              <a:cxn ang="0">
                <a:pos x="connsiteX26075" y="connsiteY26075"/>
              </a:cxn>
              <a:cxn ang="0">
                <a:pos x="connsiteX26076" y="connsiteY26076"/>
              </a:cxn>
              <a:cxn ang="0">
                <a:pos x="connsiteX26077" y="connsiteY26077"/>
              </a:cxn>
              <a:cxn ang="0">
                <a:pos x="connsiteX26078" y="connsiteY26078"/>
              </a:cxn>
              <a:cxn ang="0">
                <a:pos x="connsiteX26079" y="connsiteY26079"/>
              </a:cxn>
              <a:cxn ang="0">
                <a:pos x="connsiteX26080" y="connsiteY26080"/>
              </a:cxn>
              <a:cxn ang="0">
                <a:pos x="connsiteX26081" y="connsiteY26081"/>
              </a:cxn>
              <a:cxn ang="0">
                <a:pos x="connsiteX26082" y="connsiteY26082"/>
              </a:cxn>
              <a:cxn ang="0">
                <a:pos x="connsiteX26083" y="connsiteY26083"/>
              </a:cxn>
              <a:cxn ang="0">
                <a:pos x="connsiteX26084" y="connsiteY26084"/>
              </a:cxn>
              <a:cxn ang="0">
                <a:pos x="connsiteX26085" y="connsiteY26085"/>
              </a:cxn>
              <a:cxn ang="0">
                <a:pos x="connsiteX26086" y="connsiteY26086"/>
              </a:cxn>
              <a:cxn ang="0">
                <a:pos x="connsiteX26087" y="connsiteY26087"/>
              </a:cxn>
              <a:cxn ang="0">
                <a:pos x="connsiteX26088" y="connsiteY26088"/>
              </a:cxn>
              <a:cxn ang="0">
                <a:pos x="connsiteX26089" y="connsiteY26089"/>
              </a:cxn>
              <a:cxn ang="0">
                <a:pos x="connsiteX26090" y="connsiteY26090"/>
              </a:cxn>
              <a:cxn ang="0">
                <a:pos x="connsiteX26091" y="connsiteY26091"/>
              </a:cxn>
              <a:cxn ang="0">
                <a:pos x="connsiteX26092" y="connsiteY26092"/>
              </a:cxn>
              <a:cxn ang="0">
                <a:pos x="connsiteX26093" y="connsiteY26093"/>
              </a:cxn>
              <a:cxn ang="0">
                <a:pos x="connsiteX26094" y="connsiteY26094"/>
              </a:cxn>
              <a:cxn ang="0">
                <a:pos x="connsiteX26095" y="connsiteY26095"/>
              </a:cxn>
              <a:cxn ang="0">
                <a:pos x="connsiteX26096" y="connsiteY26096"/>
              </a:cxn>
              <a:cxn ang="0">
                <a:pos x="connsiteX26097" y="connsiteY26097"/>
              </a:cxn>
              <a:cxn ang="0">
                <a:pos x="connsiteX26098" y="connsiteY26098"/>
              </a:cxn>
              <a:cxn ang="0">
                <a:pos x="connsiteX26099" y="connsiteY26099"/>
              </a:cxn>
              <a:cxn ang="0">
                <a:pos x="connsiteX26100" y="connsiteY26100"/>
              </a:cxn>
              <a:cxn ang="0">
                <a:pos x="connsiteX26101" y="connsiteY26101"/>
              </a:cxn>
              <a:cxn ang="0">
                <a:pos x="connsiteX26102" y="connsiteY26102"/>
              </a:cxn>
              <a:cxn ang="0">
                <a:pos x="connsiteX26103" y="connsiteY26103"/>
              </a:cxn>
              <a:cxn ang="0">
                <a:pos x="connsiteX26104" y="connsiteY26104"/>
              </a:cxn>
              <a:cxn ang="0">
                <a:pos x="connsiteX26105" y="connsiteY26105"/>
              </a:cxn>
              <a:cxn ang="0">
                <a:pos x="connsiteX26106" y="connsiteY26106"/>
              </a:cxn>
              <a:cxn ang="0">
                <a:pos x="connsiteX26107" y="connsiteY26107"/>
              </a:cxn>
              <a:cxn ang="0">
                <a:pos x="connsiteX26108" y="connsiteY26108"/>
              </a:cxn>
              <a:cxn ang="0">
                <a:pos x="connsiteX26109" y="connsiteY26109"/>
              </a:cxn>
              <a:cxn ang="0">
                <a:pos x="connsiteX26110" y="connsiteY26110"/>
              </a:cxn>
              <a:cxn ang="0">
                <a:pos x="connsiteX26111" y="connsiteY26111"/>
              </a:cxn>
              <a:cxn ang="0">
                <a:pos x="connsiteX26112" y="connsiteY26112"/>
              </a:cxn>
              <a:cxn ang="0">
                <a:pos x="connsiteX26113" y="connsiteY26113"/>
              </a:cxn>
              <a:cxn ang="0">
                <a:pos x="connsiteX26114" y="connsiteY26114"/>
              </a:cxn>
              <a:cxn ang="0">
                <a:pos x="connsiteX26115" y="connsiteY26115"/>
              </a:cxn>
              <a:cxn ang="0">
                <a:pos x="connsiteX26116" y="connsiteY26116"/>
              </a:cxn>
              <a:cxn ang="0">
                <a:pos x="connsiteX26117" y="connsiteY26117"/>
              </a:cxn>
              <a:cxn ang="0">
                <a:pos x="connsiteX26118" y="connsiteY26118"/>
              </a:cxn>
              <a:cxn ang="0">
                <a:pos x="connsiteX26119" y="connsiteY26119"/>
              </a:cxn>
              <a:cxn ang="0">
                <a:pos x="connsiteX26120" y="connsiteY26120"/>
              </a:cxn>
              <a:cxn ang="0">
                <a:pos x="connsiteX26121" y="connsiteY26121"/>
              </a:cxn>
              <a:cxn ang="0">
                <a:pos x="connsiteX26122" y="connsiteY26122"/>
              </a:cxn>
              <a:cxn ang="0">
                <a:pos x="connsiteX26123" y="connsiteY26123"/>
              </a:cxn>
              <a:cxn ang="0">
                <a:pos x="connsiteX26124" y="connsiteY26124"/>
              </a:cxn>
              <a:cxn ang="0">
                <a:pos x="connsiteX26125" y="connsiteY26125"/>
              </a:cxn>
              <a:cxn ang="0">
                <a:pos x="connsiteX26126" y="connsiteY26126"/>
              </a:cxn>
              <a:cxn ang="0">
                <a:pos x="connsiteX26127" y="connsiteY26127"/>
              </a:cxn>
              <a:cxn ang="0">
                <a:pos x="connsiteX26128" y="connsiteY26128"/>
              </a:cxn>
              <a:cxn ang="0">
                <a:pos x="connsiteX26129" y="connsiteY26129"/>
              </a:cxn>
              <a:cxn ang="0">
                <a:pos x="connsiteX26130" y="connsiteY26130"/>
              </a:cxn>
              <a:cxn ang="0">
                <a:pos x="connsiteX26131" y="connsiteY26131"/>
              </a:cxn>
              <a:cxn ang="0">
                <a:pos x="connsiteX26132" y="connsiteY26132"/>
              </a:cxn>
              <a:cxn ang="0">
                <a:pos x="connsiteX26133" y="connsiteY26133"/>
              </a:cxn>
              <a:cxn ang="0">
                <a:pos x="connsiteX26134" y="connsiteY26134"/>
              </a:cxn>
              <a:cxn ang="0">
                <a:pos x="connsiteX26135" y="connsiteY26135"/>
              </a:cxn>
              <a:cxn ang="0">
                <a:pos x="connsiteX26136" y="connsiteY26136"/>
              </a:cxn>
              <a:cxn ang="0">
                <a:pos x="connsiteX26137" y="connsiteY26137"/>
              </a:cxn>
              <a:cxn ang="0">
                <a:pos x="connsiteX26138" y="connsiteY26138"/>
              </a:cxn>
              <a:cxn ang="0">
                <a:pos x="connsiteX26139" y="connsiteY26139"/>
              </a:cxn>
              <a:cxn ang="0">
                <a:pos x="connsiteX26140" y="connsiteY26140"/>
              </a:cxn>
              <a:cxn ang="0">
                <a:pos x="connsiteX26141" y="connsiteY26141"/>
              </a:cxn>
              <a:cxn ang="0">
                <a:pos x="connsiteX26142" y="connsiteY26142"/>
              </a:cxn>
              <a:cxn ang="0">
                <a:pos x="connsiteX26143" y="connsiteY26143"/>
              </a:cxn>
              <a:cxn ang="0">
                <a:pos x="connsiteX26144" y="connsiteY26144"/>
              </a:cxn>
              <a:cxn ang="0">
                <a:pos x="connsiteX26145" y="connsiteY26145"/>
              </a:cxn>
              <a:cxn ang="0">
                <a:pos x="connsiteX26146" y="connsiteY26146"/>
              </a:cxn>
              <a:cxn ang="0">
                <a:pos x="connsiteX26147" y="connsiteY26147"/>
              </a:cxn>
              <a:cxn ang="0">
                <a:pos x="connsiteX26148" y="connsiteY26148"/>
              </a:cxn>
              <a:cxn ang="0">
                <a:pos x="connsiteX26149" y="connsiteY26149"/>
              </a:cxn>
              <a:cxn ang="0">
                <a:pos x="connsiteX26150" y="connsiteY26150"/>
              </a:cxn>
              <a:cxn ang="0">
                <a:pos x="connsiteX26151" y="connsiteY26151"/>
              </a:cxn>
              <a:cxn ang="0">
                <a:pos x="connsiteX26152" y="connsiteY26152"/>
              </a:cxn>
              <a:cxn ang="0">
                <a:pos x="connsiteX26153" y="connsiteY26153"/>
              </a:cxn>
              <a:cxn ang="0">
                <a:pos x="connsiteX26154" y="connsiteY26154"/>
              </a:cxn>
              <a:cxn ang="0">
                <a:pos x="connsiteX26155" y="connsiteY26155"/>
              </a:cxn>
              <a:cxn ang="0">
                <a:pos x="connsiteX26156" y="connsiteY26156"/>
              </a:cxn>
              <a:cxn ang="0">
                <a:pos x="connsiteX26157" y="connsiteY26157"/>
              </a:cxn>
              <a:cxn ang="0">
                <a:pos x="connsiteX26158" y="connsiteY26158"/>
              </a:cxn>
              <a:cxn ang="0">
                <a:pos x="connsiteX26159" y="connsiteY26159"/>
              </a:cxn>
              <a:cxn ang="0">
                <a:pos x="connsiteX26160" y="connsiteY26160"/>
              </a:cxn>
              <a:cxn ang="0">
                <a:pos x="connsiteX26161" y="connsiteY26161"/>
              </a:cxn>
              <a:cxn ang="0">
                <a:pos x="connsiteX26162" y="connsiteY26162"/>
              </a:cxn>
              <a:cxn ang="0">
                <a:pos x="connsiteX26163" y="connsiteY26163"/>
              </a:cxn>
              <a:cxn ang="0">
                <a:pos x="connsiteX26164" y="connsiteY26164"/>
              </a:cxn>
              <a:cxn ang="0">
                <a:pos x="connsiteX26165" y="connsiteY26165"/>
              </a:cxn>
              <a:cxn ang="0">
                <a:pos x="connsiteX26166" y="connsiteY26166"/>
              </a:cxn>
              <a:cxn ang="0">
                <a:pos x="connsiteX26167" y="connsiteY26167"/>
              </a:cxn>
              <a:cxn ang="0">
                <a:pos x="connsiteX26168" y="connsiteY26168"/>
              </a:cxn>
              <a:cxn ang="0">
                <a:pos x="connsiteX26169" y="connsiteY26169"/>
              </a:cxn>
              <a:cxn ang="0">
                <a:pos x="connsiteX26170" y="connsiteY26170"/>
              </a:cxn>
              <a:cxn ang="0">
                <a:pos x="connsiteX26171" y="connsiteY26171"/>
              </a:cxn>
              <a:cxn ang="0">
                <a:pos x="connsiteX26172" y="connsiteY26172"/>
              </a:cxn>
              <a:cxn ang="0">
                <a:pos x="connsiteX26173" y="connsiteY26173"/>
              </a:cxn>
              <a:cxn ang="0">
                <a:pos x="connsiteX26174" y="connsiteY26174"/>
              </a:cxn>
              <a:cxn ang="0">
                <a:pos x="connsiteX26175" y="connsiteY26175"/>
              </a:cxn>
              <a:cxn ang="0">
                <a:pos x="connsiteX26176" y="connsiteY26176"/>
              </a:cxn>
              <a:cxn ang="0">
                <a:pos x="connsiteX26177" y="connsiteY26177"/>
              </a:cxn>
              <a:cxn ang="0">
                <a:pos x="connsiteX26178" y="connsiteY26178"/>
              </a:cxn>
              <a:cxn ang="0">
                <a:pos x="connsiteX26179" y="connsiteY26179"/>
              </a:cxn>
              <a:cxn ang="0">
                <a:pos x="connsiteX26180" y="connsiteY26180"/>
              </a:cxn>
              <a:cxn ang="0">
                <a:pos x="connsiteX26181" y="connsiteY26181"/>
              </a:cxn>
              <a:cxn ang="0">
                <a:pos x="connsiteX26182" y="connsiteY26182"/>
              </a:cxn>
              <a:cxn ang="0">
                <a:pos x="connsiteX26183" y="connsiteY26183"/>
              </a:cxn>
              <a:cxn ang="0">
                <a:pos x="connsiteX26184" y="connsiteY26184"/>
              </a:cxn>
              <a:cxn ang="0">
                <a:pos x="connsiteX26185" y="connsiteY26185"/>
              </a:cxn>
              <a:cxn ang="0">
                <a:pos x="connsiteX26186" y="connsiteY26186"/>
              </a:cxn>
              <a:cxn ang="0">
                <a:pos x="connsiteX26187" y="connsiteY26187"/>
              </a:cxn>
              <a:cxn ang="0">
                <a:pos x="connsiteX26188" y="connsiteY26188"/>
              </a:cxn>
              <a:cxn ang="0">
                <a:pos x="connsiteX26189" y="connsiteY26189"/>
              </a:cxn>
              <a:cxn ang="0">
                <a:pos x="connsiteX26190" y="connsiteY26190"/>
              </a:cxn>
              <a:cxn ang="0">
                <a:pos x="connsiteX26191" y="connsiteY26191"/>
              </a:cxn>
              <a:cxn ang="0">
                <a:pos x="connsiteX26192" y="connsiteY26192"/>
              </a:cxn>
              <a:cxn ang="0">
                <a:pos x="connsiteX26193" y="connsiteY26193"/>
              </a:cxn>
              <a:cxn ang="0">
                <a:pos x="connsiteX26194" y="connsiteY26194"/>
              </a:cxn>
              <a:cxn ang="0">
                <a:pos x="connsiteX26195" y="connsiteY26195"/>
              </a:cxn>
              <a:cxn ang="0">
                <a:pos x="connsiteX26196" y="connsiteY26196"/>
              </a:cxn>
              <a:cxn ang="0">
                <a:pos x="connsiteX26197" y="connsiteY26197"/>
              </a:cxn>
              <a:cxn ang="0">
                <a:pos x="connsiteX26198" y="connsiteY26198"/>
              </a:cxn>
              <a:cxn ang="0">
                <a:pos x="connsiteX26199" y="connsiteY26199"/>
              </a:cxn>
              <a:cxn ang="0">
                <a:pos x="connsiteX26200" y="connsiteY26200"/>
              </a:cxn>
              <a:cxn ang="0">
                <a:pos x="connsiteX26201" y="connsiteY26201"/>
              </a:cxn>
              <a:cxn ang="0">
                <a:pos x="connsiteX26202" y="connsiteY26202"/>
              </a:cxn>
              <a:cxn ang="0">
                <a:pos x="connsiteX26203" y="connsiteY26203"/>
              </a:cxn>
              <a:cxn ang="0">
                <a:pos x="connsiteX26204" y="connsiteY26204"/>
              </a:cxn>
              <a:cxn ang="0">
                <a:pos x="connsiteX26205" y="connsiteY26205"/>
              </a:cxn>
              <a:cxn ang="0">
                <a:pos x="connsiteX26206" y="connsiteY26206"/>
              </a:cxn>
              <a:cxn ang="0">
                <a:pos x="connsiteX26207" y="connsiteY26207"/>
              </a:cxn>
              <a:cxn ang="0">
                <a:pos x="connsiteX26208" y="connsiteY26208"/>
              </a:cxn>
              <a:cxn ang="0">
                <a:pos x="connsiteX26209" y="connsiteY26209"/>
              </a:cxn>
              <a:cxn ang="0">
                <a:pos x="connsiteX26210" y="connsiteY26210"/>
              </a:cxn>
              <a:cxn ang="0">
                <a:pos x="connsiteX26211" y="connsiteY26211"/>
              </a:cxn>
              <a:cxn ang="0">
                <a:pos x="connsiteX26212" y="connsiteY26212"/>
              </a:cxn>
              <a:cxn ang="0">
                <a:pos x="connsiteX26213" y="connsiteY26213"/>
              </a:cxn>
              <a:cxn ang="0">
                <a:pos x="connsiteX26214" y="connsiteY26214"/>
              </a:cxn>
              <a:cxn ang="0">
                <a:pos x="connsiteX26215" y="connsiteY26215"/>
              </a:cxn>
              <a:cxn ang="0">
                <a:pos x="connsiteX26216" y="connsiteY26216"/>
              </a:cxn>
              <a:cxn ang="0">
                <a:pos x="connsiteX26217" y="connsiteY26217"/>
              </a:cxn>
              <a:cxn ang="0">
                <a:pos x="connsiteX26218" y="connsiteY26218"/>
              </a:cxn>
              <a:cxn ang="0">
                <a:pos x="connsiteX26219" y="connsiteY26219"/>
              </a:cxn>
              <a:cxn ang="0">
                <a:pos x="connsiteX26220" y="connsiteY26220"/>
              </a:cxn>
              <a:cxn ang="0">
                <a:pos x="connsiteX26221" y="connsiteY26221"/>
              </a:cxn>
              <a:cxn ang="0">
                <a:pos x="connsiteX26222" y="connsiteY26222"/>
              </a:cxn>
              <a:cxn ang="0">
                <a:pos x="connsiteX26223" y="connsiteY26223"/>
              </a:cxn>
              <a:cxn ang="0">
                <a:pos x="connsiteX26224" y="connsiteY26224"/>
              </a:cxn>
              <a:cxn ang="0">
                <a:pos x="connsiteX26225" y="connsiteY26225"/>
              </a:cxn>
              <a:cxn ang="0">
                <a:pos x="connsiteX26226" y="connsiteY26226"/>
              </a:cxn>
              <a:cxn ang="0">
                <a:pos x="connsiteX26227" y="connsiteY26227"/>
              </a:cxn>
              <a:cxn ang="0">
                <a:pos x="connsiteX26228" y="connsiteY26228"/>
              </a:cxn>
              <a:cxn ang="0">
                <a:pos x="connsiteX26229" y="connsiteY26229"/>
              </a:cxn>
              <a:cxn ang="0">
                <a:pos x="connsiteX26230" y="connsiteY26230"/>
              </a:cxn>
              <a:cxn ang="0">
                <a:pos x="connsiteX26231" y="connsiteY26231"/>
              </a:cxn>
              <a:cxn ang="0">
                <a:pos x="connsiteX26232" y="connsiteY26232"/>
              </a:cxn>
              <a:cxn ang="0">
                <a:pos x="connsiteX26233" y="connsiteY26233"/>
              </a:cxn>
              <a:cxn ang="0">
                <a:pos x="connsiteX26234" y="connsiteY26234"/>
              </a:cxn>
              <a:cxn ang="0">
                <a:pos x="connsiteX26235" y="connsiteY26235"/>
              </a:cxn>
              <a:cxn ang="0">
                <a:pos x="connsiteX26236" y="connsiteY26236"/>
              </a:cxn>
              <a:cxn ang="0">
                <a:pos x="connsiteX26237" y="connsiteY26237"/>
              </a:cxn>
              <a:cxn ang="0">
                <a:pos x="connsiteX26238" y="connsiteY26238"/>
              </a:cxn>
              <a:cxn ang="0">
                <a:pos x="connsiteX26239" y="connsiteY26239"/>
              </a:cxn>
              <a:cxn ang="0">
                <a:pos x="connsiteX26240" y="connsiteY26240"/>
              </a:cxn>
              <a:cxn ang="0">
                <a:pos x="connsiteX26241" y="connsiteY26241"/>
              </a:cxn>
              <a:cxn ang="0">
                <a:pos x="connsiteX26242" y="connsiteY26242"/>
              </a:cxn>
              <a:cxn ang="0">
                <a:pos x="connsiteX26243" y="connsiteY26243"/>
              </a:cxn>
              <a:cxn ang="0">
                <a:pos x="connsiteX26244" y="connsiteY26244"/>
              </a:cxn>
              <a:cxn ang="0">
                <a:pos x="connsiteX26245" y="connsiteY26245"/>
              </a:cxn>
              <a:cxn ang="0">
                <a:pos x="connsiteX26246" y="connsiteY26246"/>
              </a:cxn>
              <a:cxn ang="0">
                <a:pos x="connsiteX26247" y="connsiteY26247"/>
              </a:cxn>
              <a:cxn ang="0">
                <a:pos x="connsiteX26248" y="connsiteY26248"/>
              </a:cxn>
              <a:cxn ang="0">
                <a:pos x="connsiteX26249" y="connsiteY26249"/>
              </a:cxn>
              <a:cxn ang="0">
                <a:pos x="connsiteX26250" y="connsiteY26250"/>
              </a:cxn>
              <a:cxn ang="0">
                <a:pos x="connsiteX26251" y="connsiteY26251"/>
              </a:cxn>
              <a:cxn ang="0">
                <a:pos x="connsiteX26252" y="connsiteY26252"/>
              </a:cxn>
              <a:cxn ang="0">
                <a:pos x="connsiteX26253" y="connsiteY26253"/>
              </a:cxn>
              <a:cxn ang="0">
                <a:pos x="connsiteX26254" y="connsiteY26254"/>
              </a:cxn>
              <a:cxn ang="0">
                <a:pos x="connsiteX26255" y="connsiteY26255"/>
              </a:cxn>
              <a:cxn ang="0">
                <a:pos x="connsiteX26256" y="connsiteY26256"/>
              </a:cxn>
              <a:cxn ang="0">
                <a:pos x="connsiteX26257" y="connsiteY26257"/>
              </a:cxn>
              <a:cxn ang="0">
                <a:pos x="connsiteX26258" y="connsiteY26258"/>
              </a:cxn>
              <a:cxn ang="0">
                <a:pos x="connsiteX26259" y="connsiteY26259"/>
              </a:cxn>
              <a:cxn ang="0">
                <a:pos x="connsiteX26260" y="connsiteY26260"/>
              </a:cxn>
              <a:cxn ang="0">
                <a:pos x="connsiteX26261" y="connsiteY26261"/>
              </a:cxn>
              <a:cxn ang="0">
                <a:pos x="connsiteX26262" y="connsiteY26262"/>
              </a:cxn>
              <a:cxn ang="0">
                <a:pos x="connsiteX26263" y="connsiteY26263"/>
              </a:cxn>
              <a:cxn ang="0">
                <a:pos x="connsiteX26264" y="connsiteY26264"/>
              </a:cxn>
              <a:cxn ang="0">
                <a:pos x="connsiteX26265" y="connsiteY26265"/>
              </a:cxn>
              <a:cxn ang="0">
                <a:pos x="connsiteX26266" y="connsiteY26266"/>
              </a:cxn>
              <a:cxn ang="0">
                <a:pos x="connsiteX26267" y="connsiteY26267"/>
              </a:cxn>
              <a:cxn ang="0">
                <a:pos x="connsiteX26268" y="connsiteY26268"/>
              </a:cxn>
              <a:cxn ang="0">
                <a:pos x="connsiteX26269" y="connsiteY26269"/>
              </a:cxn>
              <a:cxn ang="0">
                <a:pos x="connsiteX26270" y="connsiteY26270"/>
              </a:cxn>
              <a:cxn ang="0">
                <a:pos x="connsiteX26271" y="connsiteY26271"/>
              </a:cxn>
              <a:cxn ang="0">
                <a:pos x="connsiteX26272" y="connsiteY26272"/>
              </a:cxn>
              <a:cxn ang="0">
                <a:pos x="connsiteX26273" y="connsiteY26273"/>
              </a:cxn>
              <a:cxn ang="0">
                <a:pos x="connsiteX26274" y="connsiteY26274"/>
              </a:cxn>
              <a:cxn ang="0">
                <a:pos x="connsiteX26275" y="connsiteY26275"/>
              </a:cxn>
              <a:cxn ang="0">
                <a:pos x="connsiteX26276" y="connsiteY26276"/>
              </a:cxn>
              <a:cxn ang="0">
                <a:pos x="connsiteX26277" y="connsiteY26277"/>
              </a:cxn>
              <a:cxn ang="0">
                <a:pos x="connsiteX26278" y="connsiteY26278"/>
              </a:cxn>
              <a:cxn ang="0">
                <a:pos x="connsiteX26279" y="connsiteY26279"/>
              </a:cxn>
              <a:cxn ang="0">
                <a:pos x="connsiteX26280" y="connsiteY26280"/>
              </a:cxn>
              <a:cxn ang="0">
                <a:pos x="connsiteX26281" y="connsiteY26281"/>
              </a:cxn>
              <a:cxn ang="0">
                <a:pos x="connsiteX26282" y="connsiteY26282"/>
              </a:cxn>
              <a:cxn ang="0">
                <a:pos x="connsiteX26283" y="connsiteY26283"/>
              </a:cxn>
              <a:cxn ang="0">
                <a:pos x="connsiteX26284" y="connsiteY26284"/>
              </a:cxn>
              <a:cxn ang="0">
                <a:pos x="connsiteX26285" y="connsiteY26285"/>
              </a:cxn>
              <a:cxn ang="0">
                <a:pos x="connsiteX26286" y="connsiteY26286"/>
              </a:cxn>
              <a:cxn ang="0">
                <a:pos x="connsiteX26287" y="connsiteY26287"/>
              </a:cxn>
              <a:cxn ang="0">
                <a:pos x="connsiteX26288" y="connsiteY26288"/>
              </a:cxn>
              <a:cxn ang="0">
                <a:pos x="connsiteX26289" y="connsiteY26289"/>
              </a:cxn>
              <a:cxn ang="0">
                <a:pos x="connsiteX26290" y="connsiteY26290"/>
              </a:cxn>
              <a:cxn ang="0">
                <a:pos x="connsiteX26291" y="connsiteY26291"/>
              </a:cxn>
              <a:cxn ang="0">
                <a:pos x="connsiteX26292" y="connsiteY26292"/>
              </a:cxn>
              <a:cxn ang="0">
                <a:pos x="connsiteX26293" y="connsiteY26293"/>
              </a:cxn>
              <a:cxn ang="0">
                <a:pos x="connsiteX26294" y="connsiteY26294"/>
              </a:cxn>
              <a:cxn ang="0">
                <a:pos x="connsiteX26295" y="connsiteY26295"/>
              </a:cxn>
              <a:cxn ang="0">
                <a:pos x="connsiteX26296" y="connsiteY26296"/>
              </a:cxn>
              <a:cxn ang="0">
                <a:pos x="connsiteX26297" y="connsiteY26297"/>
              </a:cxn>
              <a:cxn ang="0">
                <a:pos x="connsiteX26298" y="connsiteY26298"/>
              </a:cxn>
              <a:cxn ang="0">
                <a:pos x="connsiteX26299" y="connsiteY26299"/>
              </a:cxn>
              <a:cxn ang="0">
                <a:pos x="connsiteX26300" y="connsiteY26300"/>
              </a:cxn>
              <a:cxn ang="0">
                <a:pos x="connsiteX26301" y="connsiteY26301"/>
              </a:cxn>
              <a:cxn ang="0">
                <a:pos x="connsiteX26302" y="connsiteY26302"/>
              </a:cxn>
              <a:cxn ang="0">
                <a:pos x="connsiteX26303" y="connsiteY26303"/>
              </a:cxn>
              <a:cxn ang="0">
                <a:pos x="connsiteX26304" y="connsiteY26304"/>
              </a:cxn>
              <a:cxn ang="0">
                <a:pos x="connsiteX26305" y="connsiteY26305"/>
              </a:cxn>
              <a:cxn ang="0">
                <a:pos x="connsiteX26306" y="connsiteY26306"/>
              </a:cxn>
              <a:cxn ang="0">
                <a:pos x="connsiteX26307" y="connsiteY26307"/>
              </a:cxn>
              <a:cxn ang="0">
                <a:pos x="connsiteX26308" y="connsiteY26308"/>
              </a:cxn>
              <a:cxn ang="0">
                <a:pos x="connsiteX26309" y="connsiteY26309"/>
              </a:cxn>
              <a:cxn ang="0">
                <a:pos x="connsiteX26310" y="connsiteY26310"/>
              </a:cxn>
              <a:cxn ang="0">
                <a:pos x="connsiteX26311" y="connsiteY26311"/>
              </a:cxn>
              <a:cxn ang="0">
                <a:pos x="connsiteX26312" y="connsiteY26312"/>
              </a:cxn>
              <a:cxn ang="0">
                <a:pos x="connsiteX26313" y="connsiteY26313"/>
              </a:cxn>
              <a:cxn ang="0">
                <a:pos x="connsiteX26314" y="connsiteY26314"/>
              </a:cxn>
              <a:cxn ang="0">
                <a:pos x="connsiteX26315" y="connsiteY26315"/>
              </a:cxn>
              <a:cxn ang="0">
                <a:pos x="connsiteX26316" y="connsiteY26316"/>
              </a:cxn>
              <a:cxn ang="0">
                <a:pos x="connsiteX26317" y="connsiteY26317"/>
              </a:cxn>
              <a:cxn ang="0">
                <a:pos x="connsiteX26318" y="connsiteY26318"/>
              </a:cxn>
              <a:cxn ang="0">
                <a:pos x="connsiteX26319" y="connsiteY26319"/>
              </a:cxn>
              <a:cxn ang="0">
                <a:pos x="connsiteX26320" y="connsiteY26320"/>
              </a:cxn>
              <a:cxn ang="0">
                <a:pos x="connsiteX26321" y="connsiteY26321"/>
              </a:cxn>
              <a:cxn ang="0">
                <a:pos x="connsiteX26322" y="connsiteY26322"/>
              </a:cxn>
              <a:cxn ang="0">
                <a:pos x="connsiteX26323" y="connsiteY26323"/>
              </a:cxn>
              <a:cxn ang="0">
                <a:pos x="connsiteX26324" y="connsiteY26324"/>
              </a:cxn>
              <a:cxn ang="0">
                <a:pos x="connsiteX26325" y="connsiteY26325"/>
              </a:cxn>
              <a:cxn ang="0">
                <a:pos x="connsiteX26326" y="connsiteY26326"/>
              </a:cxn>
              <a:cxn ang="0">
                <a:pos x="connsiteX26327" y="connsiteY26327"/>
              </a:cxn>
              <a:cxn ang="0">
                <a:pos x="connsiteX26328" y="connsiteY26328"/>
              </a:cxn>
              <a:cxn ang="0">
                <a:pos x="connsiteX26329" y="connsiteY26329"/>
              </a:cxn>
              <a:cxn ang="0">
                <a:pos x="connsiteX26330" y="connsiteY26330"/>
              </a:cxn>
              <a:cxn ang="0">
                <a:pos x="connsiteX26331" y="connsiteY26331"/>
              </a:cxn>
              <a:cxn ang="0">
                <a:pos x="connsiteX26332" y="connsiteY26332"/>
              </a:cxn>
              <a:cxn ang="0">
                <a:pos x="connsiteX26333" y="connsiteY26333"/>
              </a:cxn>
              <a:cxn ang="0">
                <a:pos x="connsiteX26334" y="connsiteY26334"/>
              </a:cxn>
              <a:cxn ang="0">
                <a:pos x="connsiteX26335" y="connsiteY26335"/>
              </a:cxn>
              <a:cxn ang="0">
                <a:pos x="connsiteX26336" y="connsiteY26336"/>
              </a:cxn>
              <a:cxn ang="0">
                <a:pos x="connsiteX26337" y="connsiteY26337"/>
              </a:cxn>
              <a:cxn ang="0">
                <a:pos x="connsiteX26338" y="connsiteY26338"/>
              </a:cxn>
              <a:cxn ang="0">
                <a:pos x="connsiteX26339" y="connsiteY26339"/>
              </a:cxn>
              <a:cxn ang="0">
                <a:pos x="connsiteX26340" y="connsiteY26340"/>
              </a:cxn>
              <a:cxn ang="0">
                <a:pos x="connsiteX26341" y="connsiteY26341"/>
              </a:cxn>
              <a:cxn ang="0">
                <a:pos x="connsiteX26342" y="connsiteY26342"/>
              </a:cxn>
              <a:cxn ang="0">
                <a:pos x="connsiteX26343" y="connsiteY26343"/>
              </a:cxn>
              <a:cxn ang="0">
                <a:pos x="connsiteX26344" y="connsiteY26344"/>
              </a:cxn>
              <a:cxn ang="0">
                <a:pos x="connsiteX26345" y="connsiteY26345"/>
              </a:cxn>
              <a:cxn ang="0">
                <a:pos x="connsiteX26346" y="connsiteY26346"/>
              </a:cxn>
              <a:cxn ang="0">
                <a:pos x="connsiteX26347" y="connsiteY26347"/>
              </a:cxn>
              <a:cxn ang="0">
                <a:pos x="connsiteX26348" y="connsiteY26348"/>
              </a:cxn>
              <a:cxn ang="0">
                <a:pos x="connsiteX26349" y="connsiteY26349"/>
              </a:cxn>
              <a:cxn ang="0">
                <a:pos x="connsiteX26350" y="connsiteY26350"/>
              </a:cxn>
              <a:cxn ang="0">
                <a:pos x="connsiteX26351" y="connsiteY26351"/>
              </a:cxn>
              <a:cxn ang="0">
                <a:pos x="connsiteX26352" y="connsiteY26352"/>
              </a:cxn>
              <a:cxn ang="0">
                <a:pos x="connsiteX26353" y="connsiteY26353"/>
              </a:cxn>
              <a:cxn ang="0">
                <a:pos x="connsiteX26354" y="connsiteY26354"/>
              </a:cxn>
              <a:cxn ang="0">
                <a:pos x="connsiteX26355" y="connsiteY26355"/>
              </a:cxn>
              <a:cxn ang="0">
                <a:pos x="connsiteX26356" y="connsiteY26356"/>
              </a:cxn>
              <a:cxn ang="0">
                <a:pos x="connsiteX26357" y="connsiteY26357"/>
              </a:cxn>
              <a:cxn ang="0">
                <a:pos x="connsiteX26358" y="connsiteY26358"/>
              </a:cxn>
              <a:cxn ang="0">
                <a:pos x="connsiteX26359" y="connsiteY26359"/>
              </a:cxn>
              <a:cxn ang="0">
                <a:pos x="connsiteX26360" y="connsiteY26360"/>
              </a:cxn>
              <a:cxn ang="0">
                <a:pos x="connsiteX26361" y="connsiteY26361"/>
              </a:cxn>
              <a:cxn ang="0">
                <a:pos x="connsiteX26362" y="connsiteY26362"/>
              </a:cxn>
              <a:cxn ang="0">
                <a:pos x="connsiteX26363" y="connsiteY26363"/>
              </a:cxn>
              <a:cxn ang="0">
                <a:pos x="connsiteX26364" y="connsiteY26364"/>
              </a:cxn>
              <a:cxn ang="0">
                <a:pos x="connsiteX26365" y="connsiteY26365"/>
              </a:cxn>
              <a:cxn ang="0">
                <a:pos x="connsiteX26366" y="connsiteY26366"/>
              </a:cxn>
              <a:cxn ang="0">
                <a:pos x="connsiteX26367" y="connsiteY26367"/>
              </a:cxn>
              <a:cxn ang="0">
                <a:pos x="connsiteX26368" y="connsiteY26368"/>
              </a:cxn>
              <a:cxn ang="0">
                <a:pos x="connsiteX26369" y="connsiteY26369"/>
              </a:cxn>
              <a:cxn ang="0">
                <a:pos x="connsiteX26370" y="connsiteY26370"/>
              </a:cxn>
              <a:cxn ang="0">
                <a:pos x="connsiteX26371" y="connsiteY26371"/>
              </a:cxn>
              <a:cxn ang="0">
                <a:pos x="connsiteX26372" y="connsiteY26372"/>
              </a:cxn>
              <a:cxn ang="0">
                <a:pos x="connsiteX26373" y="connsiteY26373"/>
              </a:cxn>
              <a:cxn ang="0">
                <a:pos x="connsiteX26374" y="connsiteY26374"/>
              </a:cxn>
              <a:cxn ang="0">
                <a:pos x="connsiteX26375" y="connsiteY26375"/>
              </a:cxn>
              <a:cxn ang="0">
                <a:pos x="connsiteX26376" y="connsiteY26376"/>
              </a:cxn>
              <a:cxn ang="0">
                <a:pos x="connsiteX26377" y="connsiteY26377"/>
              </a:cxn>
              <a:cxn ang="0">
                <a:pos x="connsiteX26378" y="connsiteY26378"/>
              </a:cxn>
              <a:cxn ang="0">
                <a:pos x="connsiteX26379" y="connsiteY26379"/>
              </a:cxn>
              <a:cxn ang="0">
                <a:pos x="connsiteX26380" y="connsiteY26380"/>
              </a:cxn>
              <a:cxn ang="0">
                <a:pos x="connsiteX26381" y="connsiteY26381"/>
              </a:cxn>
              <a:cxn ang="0">
                <a:pos x="connsiteX26382" y="connsiteY26382"/>
              </a:cxn>
              <a:cxn ang="0">
                <a:pos x="connsiteX26383" y="connsiteY26383"/>
              </a:cxn>
              <a:cxn ang="0">
                <a:pos x="connsiteX26384" y="connsiteY26384"/>
              </a:cxn>
              <a:cxn ang="0">
                <a:pos x="connsiteX26385" y="connsiteY26385"/>
              </a:cxn>
              <a:cxn ang="0">
                <a:pos x="connsiteX26386" y="connsiteY26386"/>
              </a:cxn>
              <a:cxn ang="0">
                <a:pos x="connsiteX26387" y="connsiteY26387"/>
              </a:cxn>
              <a:cxn ang="0">
                <a:pos x="connsiteX26388" y="connsiteY26388"/>
              </a:cxn>
              <a:cxn ang="0">
                <a:pos x="connsiteX26389" y="connsiteY26389"/>
              </a:cxn>
              <a:cxn ang="0">
                <a:pos x="connsiteX26390" y="connsiteY26390"/>
              </a:cxn>
              <a:cxn ang="0">
                <a:pos x="connsiteX26391" y="connsiteY26391"/>
              </a:cxn>
              <a:cxn ang="0">
                <a:pos x="connsiteX26392" y="connsiteY26392"/>
              </a:cxn>
              <a:cxn ang="0">
                <a:pos x="connsiteX26393" y="connsiteY26393"/>
              </a:cxn>
              <a:cxn ang="0">
                <a:pos x="connsiteX26394" y="connsiteY26394"/>
              </a:cxn>
              <a:cxn ang="0">
                <a:pos x="connsiteX26395" y="connsiteY26395"/>
              </a:cxn>
              <a:cxn ang="0">
                <a:pos x="connsiteX26396" y="connsiteY26396"/>
              </a:cxn>
              <a:cxn ang="0">
                <a:pos x="connsiteX26397" y="connsiteY26397"/>
              </a:cxn>
              <a:cxn ang="0">
                <a:pos x="connsiteX26398" y="connsiteY26398"/>
              </a:cxn>
              <a:cxn ang="0">
                <a:pos x="connsiteX26399" y="connsiteY26399"/>
              </a:cxn>
              <a:cxn ang="0">
                <a:pos x="connsiteX26400" y="connsiteY26400"/>
              </a:cxn>
              <a:cxn ang="0">
                <a:pos x="connsiteX26401" y="connsiteY26401"/>
              </a:cxn>
              <a:cxn ang="0">
                <a:pos x="connsiteX26402" y="connsiteY26402"/>
              </a:cxn>
              <a:cxn ang="0">
                <a:pos x="connsiteX26403" y="connsiteY26403"/>
              </a:cxn>
              <a:cxn ang="0">
                <a:pos x="connsiteX26404" y="connsiteY26404"/>
              </a:cxn>
              <a:cxn ang="0">
                <a:pos x="connsiteX26405" y="connsiteY26405"/>
              </a:cxn>
              <a:cxn ang="0">
                <a:pos x="connsiteX26406" y="connsiteY26406"/>
              </a:cxn>
              <a:cxn ang="0">
                <a:pos x="connsiteX26407" y="connsiteY26407"/>
              </a:cxn>
              <a:cxn ang="0">
                <a:pos x="connsiteX26408" y="connsiteY26408"/>
              </a:cxn>
              <a:cxn ang="0">
                <a:pos x="connsiteX26409" y="connsiteY26409"/>
              </a:cxn>
              <a:cxn ang="0">
                <a:pos x="connsiteX26410" y="connsiteY26410"/>
              </a:cxn>
              <a:cxn ang="0">
                <a:pos x="connsiteX26411" y="connsiteY26411"/>
              </a:cxn>
              <a:cxn ang="0">
                <a:pos x="connsiteX26412" y="connsiteY26412"/>
              </a:cxn>
              <a:cxn ang="0">
                <a:pos x="connsiteX26413" y="connsiteY26413"/>
              </a:cxn>
              <a:cxn ang="0">
                <a:pos x="connsiteX26414" y="connsiteY26414"/>
              </a:cxn>
              <a:cxn ang="0">
                <a:pos x="connsiteX26415" y="connsiteY26415"/>
              </a:cxn>
              <a:cxn ang="0">
                <a:pos x="connsiteX26416" y="connsiteY26416"/>
              </a:cxn>
              <a:cxn ang="0">
                <a:pos x="connsiteX26417" y="connsiteY26417"/>
              </a:cxn>
              <a:cxn ang="0">
                <a:pos x="connsiteX26418" y="connsiteY26418"/>
              </a:cxn>
              <a:cxn ang="0">
                <a:pos x="connsiteX26419" y="connsiteY26419"/>
              </a:cxn>
              <a:cxn ang="0">
                <a:pos x="connsiteX26420" y="connsiteY26420"/>
              </a:cxn>
              <a:cxn ang="0">
                <a:pos x="connsiteX26421" y="connsiteY26421"/>
              </a:cxn>
              <a:cxn ang="0">
                <a:pos x="connsiteX26422" y="connsiteY26422"/>
              </a:cxn>
              <a:cxn ang="0">
                <a:pos x="connsiteX26423" y="connsiteY26423"/>
              </a:cxn>
              <a:cxn ang="0">
                <a:pos x="connsiteX26424" y="connsiteY26424"/>
              </a:cxn>
              <a:cxn ang="0">
                <a:pos x="connsiteX26425" y="connsiteY26425"/>
              </a:cxn>
              <a:cxn ang="0">
                <a:pos x="connsiteX26426" y="connsiteY26426"/>
              </a:cxn>
              <a:cxn ang="0">
                <a:pos x="connsiteX26427" y="connsiteY26427"/>
              </a:cxn>
              <a:cxn ang="0">
                <a:pos x="connsiteX26428" y="connsiteY26428"/>
              </a:cxn>
              <a:cxn ang="0">
                <a:pos x="connsiteX26429" y="connsiteY26429"/>
              </a:cxn>
              <a:cxn ang="0">
                <a:pos x="connsiteX26430" y="connsiteY26430"/>
              </a:cxn>
              <a:cxn ang="0">
                <a:pos x="connsiteX26431" y="connsiteY26431"/>
              </a:cxn>
              <a:cxn ang="0">
                <a:pos x="connsiteX26432" y="connsiteY26432"/>
              </a:cxn>
              <a:cxn ang="0">
                <a:pos x="connsiteX26433" y="connsiteY26433"/>
              </a:cxn>
              <a:cxn ang="0">
                <a:pos x="connsiteX26434" y="connsiteY26434"/>
              </a:cxn>
              <a:cxn ang="0">
                <a:pos x="connsiteX26435" y="connsiteY26435"/>
              </a:cxn>
              <a:cxn ang="0">
                <a:pos x="connsiteX26436" y="connsiteY26436"/>
              </a:cxn>
              <a:cxn ang="0">
                <a:pos x="connsiteX26437" y="connsiteY26437"/>
              </a:cxn>
              <a:cxn ang="0">
                <a:pos x="connsiteX26438" y="connsiteY26438"/>
              </a:cxn>
              <a:cxn ang="0">
                <a:pos x="connsiteX26439" y="connsiteY26439"/>
              </a:cxn>
              <a:cxn ang="0">
                <a:pos x="connsiteX26440" y="connsiteY26440"/>
              </a:cxn>
              <a:cxn ang="0">
                <a:pos x="connsiteX26441" y="connsiteY26441"/>
              </a:cxn>
              <a:cxn ang="0">
                <a:pos x="connsiteX26442" y="connsiteY26442"/>
              </a:cxn>
              <a:cxn ang="0">
                <a:pos x="connsiteX26443" y="connsiteY26443"/>
              </a:cxn>
              <a:cxn ang="0">
                <a:pos x="connsiteX26444" y="connsiteY26444"/>
              </a:cxn>
              <a:cxn ang="0">
                <a:pos x="connsiteX26445" y="connsiteY26445"/>
              </a:cxn>
              <a:cxn ang="0">
                <a:pos x="connsiteX26446" y="connsiteY26446"/>
              </a:cxn>
              <a:cxn ang="0">
                <a:pos x="connsiteX26447" y="connsiteY26447"/>
              </a:cxn>
              <a:cxn ang="0">
                <a:pos x="connsiteX26448" y="connsiteY26448"/>
              </a:cxn>
              <a:cxn ang="0">
                <a:pos x="connsiteX26449" y="connsiteY26449"/>
              </a:cxn>
              <a:cxn ang="0">
                <a:pos x="connsiteX26450" y="connsiteY26450"/>
              </a:cxn>
              <a:cxn ang="0">
                <a:pos x="connsiteX26451" y="connsiteY26451"/>
              </a:cxn>
              <a:cxn ang="0">
                <a:pos x="connsiteX26452" y="connsiteY26452"/>
              </a:cxn>
              <a:cxn ang="0">
                <a:pos x="connsiteX26453" y="connsiteY26453"/>
              </a:cxn>
              <a:cxn ang="0">
                <a:pos x="connsiteX26454" y="connsiteY26454"/>
              </a:cxn>
              <a:cxn ang="0">
                <a:pos x="connsiteX26455" y="connsiteY26455"/>
              </a:cxn>
              <a:cxn ang="0">
                <a:pos x="connsiteX26456" y="connsiteY26456"/>
              </a:cxn>
              <a:cxn ang="0">
                <a:pos x="connsiteX26457" y="connsiteY26457"/>
              </a:cxn>
              <a:cxn ang="0">
                <a:pos x="connsiteX26458" y="connsiteY26458"/>
              </a:cxn>
              <a:cxn ang="0">
                <a:pos x="connsiteX26459" y="connsiteY26459"/>
              </a:cxn>
              <a:cxn ang="0">
                <a:pos x="connsiteX26460" y="connsiteY26460"/>
              </a:cxn>
              <a:cxn ang="0">
                <a:pos x="connsiteX26461" y="connsiteY26461"/>
              </a:cxn>
              <a:cxn ang="0">
                <a:pos x="connsiteX26462" y="connsiteY26462"/>
              </a:cxn>
              <a:cxn ang="0">
                <a:pos x="connsiteX26463" y="connsiteY26463"/>
              </a:cxn>
              <a:cxn ang="0">
                <a:pos x="connsiteX26464" y="connsiteY26464"/>
              </a:cxn>
              <a:cxn ang="0">
                <a:pos x="connsiteX26465" y="connsiteY26465"/>
              </a:cxn>
              <a:cxn ang="0">
                <a:pos x="connsiteX26466" y="connsiteY26466"/>
              </a:cxn>
              <a:cxn ang="0">
                <a:pos x="connsiteX26467" y="connsiteY26467"/>
              </a:cxn>
              <a:cxn ang="0">
                <a:pos x="connsiteX26468" y="connsiteY26468"/>
              </a:cxn>
              <a:cxn ang="0">
                <a:pos x="connsiteX26469" y="connsiteY26469"/>
              </a:cxn>
              <a:cxn ang="0">
                <a:pos x="connsiteX26470" y="connsiteY26470"/>
              </a:cxn>
              <a:cxn ang="0">
                <a:pos x="connsiteX26471" y="connsiteY26471"/>
              </a:cxn>
              <a:cxn ang="0">
                <a:pos x="connsiteX26472" y="connsiteY26472"/>
              </a:cxn>
              <a:cxn ang="0">
                <a:pos x="connsiteX26473" y="connsiteY26473"/>
              </a:cxn>
              <a:cxn ang="0">
                <a:pos x="connsiteX26474" y="connsiteY26474"/>
              </a:cxn>
              <a:cxn ang="0">
                <a:pos x="connsiteX26475" y="connsiteY26475"/>
              </a:cxn>
              <a:cxn ang="0">
                <a:pos x="connsiteX26476" y="connsiteY26476"/>
              </a:cxn>
              <a:cxn ang="0">
                <a:pos x="connsiteX26477" y="connsiteY26477"/>
              </a:cxn>
              <a:cxn ang="0">
                <a:pos x="connsiteX26478" y="connsiteY26478"/>
              </a:cxn>
              <a:cxn ang="0">
                <a:pos x="connsiteX26479" y="connsiteY26479"/>
              </a:cxn>
              <a:cxn ang="0">
                <a:pos x="connsiteX26480" y="connsiteY26480"/>
              </a:cxn>
              <a:cxn ang="0">
                <a:pos x="connsiteX26481" y="connsiteY26481"/>
              </a:cxn>
              <a:cxn ang="0">
                <a:pos x="connsiteX26482" y="connsiteY26482"/>
              </a:cxn>
              <a:cxn ang="0">
                <a:pos x="connsiteX26483" y="connsiteY26483"/>
              </a:cxn>
              <a:cxn ang="0">
                <a:pos x="connsiteX26484" y="connsiteY26484"/>
              </a:cxn>
              <a:cxn ang="0">
                <a:pos x="connsiteX26485" y="connsiteY26485"/>
              </a:cxn>
              <a:cxn ang="0">
                <a:pos x="connsiteX26486" y="connsiteY26486"/>
              </a:cxn>
              <a:cxn ang="0">
                <a:pos x="connsiteX26487" y="connsiteY26487"/>
              </a:cxn>
              <a:cxn ang="0">
                <a:pos x="connsiteX26488" y="connsiteY26488"/>
              </a:cxn>
              <a:cxn ang="0">
                <a:pos x="connsiteX26489" y="connsiteY26489"/>
              </a:cxn>
              <a:cxn ang="0">
                <a:pos x="connsiteX26490" y="connsiteY26490"/>
              </a:cxn>
              <a:cxn ang="0">
                <a:pos x="connsiteX26491" y="connsiteY26491"/>
              </a:cxn>
              <a:cxn ang="0">
                <a:pos x="connsiteX26492" y="connsiteY26492"/>
              </a:cxn>
              <a:cxn ang="0">
                <a:pos x="connsiteX26493" y="connsiteY26493"/>
              </a:cxn>
              <a:cxn ang="0">
                <a:pos x="connsiteX26494" y="connsiteY26494"/>
              </a:cxn>
              <a:cxn ang="0">
                <a:pos x="connsiteX26495" y="connsiteY26495"/>
              </a:cxn>
              <a:cxn ang="0">
                <a:pos x="connsiteX26496" y="connsiteY26496"/>
              </a:cxn>
              <a:cxn ang="0">
                <a:pos x="connsiteX26497" y="connsiteY26497"/>
              </a:cxn>
              <a:cxn ang="0">
                <a:pos x="connsiteX26498" y="connsiteY26498"/>
              </a:cxn>
              <a:cxn ang="0">
                <a:pos x="connsiteX26499" y="connsiteY26499"/>
              </a:cxn>
              <a:cxn ang="0">
                <a:pos x="connsiteX26500" y="connsiteY26500"/>
              </a:cxn>
              <a:cxn ang="0">
                <a:pos x="connsiteX26501" y="connsiteY26501"/>
              </a:cxn>
              <a:cxn ang="0">
                <a:pos x="connsiteX26502" y="connsiteY26502"/>
              </a:cxn>
              <a:cxn ang="0">
                <a:pos x="connsiteX26503" y="connsiteY26503"/>
              </a:cxn>
              <a:cxn ang="0">
                <a:pos x="connsiteX26504" y="connsiteY26504"/>
              </a:cxn>
              <a:cxn ang="0">
                <a:pos x="connsiteX26505" y="connsiteY26505"/>
              </a:cxn>
              <a:cxn ang="0">
                <a:pos x="connsiteX26506" y="connsiteY26506"/>
              </a:cxn>
              <a:cxn ang="0">
                <a:pos x="connsiteX26507" y="connsiteY26507"/>
              </a:cxn>
              <a:cxn ang="0">
                <a:pos x="connsiteX26508" y="connsiteY26508"/>
              </a:cxn>
              <a:cxn ang="0">
                <a:pos x="connsiteX26509" y="connsiteY26509"/>
              </a:cxn>
              <a:cxn ang="0">
                <a:pos x="connsiteX26510" y="connsiteY26510"/>
              </a:cxn>
              <a:cxn ang="0">
                <a:pos x="connsiteX26511" y="connsiteY26511"/>
              </a:cxn>
              <a:cxn ang="0">
                <a:pos x="connsiteX26512" y="connsiteY26512"/>
              </a:cxn>
              <a:cxn ang="0">
                <a:pos x="connsiteX26513" y="connsiteY26513"/>
              </a:cxn>
              <a:cxn ang="0">
                <a:pos x="connsiteX26514" y="connsiteY26514"/>
              </a:cxn>
              <a:cxn ang="0">
                <a:pos x="connsiteX26515" y="connsiteY26515"/>
              </a:cxn>
              <a:cxn ang="0">
                <a:pos x="connsiteX26516" y="connsiteY26516"/>
              </a:cxn>
              <a:cxn ang="0">
                <a:pos x="connsiteX26517" y="connsiteY26517"/>
              </a:cxn>
              <a:cxn ang="0">
                <a:pos x="connsiteX26518" y="connsiteY26518"/>
              </a:cxn>
              <a:cxn ang="0">
                <a:pos x="connsiteX26519" y="connsiteY26519"/>
              </a:cxn>
              <a:cxn ang="0">
                <a:pos x="connsiteX26520" y="connsiteY26520"/>
              </a:cxn>
              <a:cxn ang="0">
                <a:pos x="connsiteX26521" y="connsiteY26521"/>
              </a:cxn>
              <a:cxn ang="0">
                <a:pos x="connsiteX26522" y="connsiteY26522"/>
              </a:cxn>
              <a:cxn ang="0">
                <a:pos x="connsiteX26523" y="connsiteY26523"/>
              </a:cxn>
              <a:cxn ang="0">
                <a:pos x="connsiteX26524" y="connsiteY26524"/>
              </a:cxn>
              <a:cxn ang="0">
                <a:pos x="connsiteX26525" y="connsiteY26525"/>
              </a:cxn>
              <a:cxn ang="0">
                <a:pos x="connsiteX26526" y="connsiteY26526"/>
              </a:cxn>
              <a:cxn ang="0">
                <a:pos x="connsiteX26527" y="connsiteY26527"/>
              </a:cxn>
              <a:cxn ang="0">
                <a:pos x="connsiteX26528" y="connsiteY26528"/>
              </a:cxn>
              <a:cxn ang="0">
                <a:pos x="connsiteX26529" y="connsiteY26529"/>
              </a:cxn>
              <a:cxn ang="0">
                <a:pos x="connsiteX26530" y="connsiteY26530"/>
              </a:cxn>
              <a:cxn ang="0">
                <a:pos x="connsiteX26531" y="connsiteY26531"/>
              </a:cxn>
              <a:cxn ang="0">
                <a:pos x="connsiteX26532" y="connsiteY26532"/>
              </a:cxn>
              <a:cxn ang="0">
                <a:pos x="connsiteX26533" y="connsiteY26533"/>
              </a:cxn>
              <a:cxn ang="0">
                <a:pos x="connsiteX26534" y="connsiteY26534"/>
              </a:cxn>
              <a:cxn ang="0">
                <a:pos x="connsiteX26535" y="connsiteY26535"/>
              </a:cxn>
              <a:cxn ang="0">
                <a:pos x="connsiteX26536" y="connsiteY26536"/>
              </a:cxn>
              <a:cxn ang="0">
                <a:pos x="connsiteX26537" y="connsiteY26537"/>
              </a:cxn>
              <a:cxn ang="0">
                <a:pos x="connsiteX26538" y="connsiteY26538"/>
              </a:cxn>
              <a:cxn ang="0">
                <a:pos x="connsiteX26539" y="connsiteY26539"/>
              </a:cxn>
              <a:cxn ang="0">
                <a:pos x="connsiteX26540" y="connsiteY26540"/>
              </a:cxn>
              <a:cxn ang="0">
                <a:pos x="connsiteX26541" y="connsiteY26541"/>
              </a:cxn>
              <a:cxn ang="0">
                <a:pos x="connsiteX26542" y="connsiteY26542"/>
              </a:cxn>
              <a:cxn ang="0">
                <a:pos x="connsiteX26543" y="connsiteY26543"/>
              </a:cxn>
              <a:cxn ang="0">
                <a:pos x="connsiteX26544" y="connsiteY26544"/>
              </a:cxn>
              <a:cxn ang="0">
                <a:pos x="connsiteX26545" y="connsiteY26545"/>
              </a:cxn>
              <a:cxn ang="0">
                <a:pos x="connsiteX26546" y="connsiteY26546"/>
              </a:cxn>
              <a:cxn ang="0">
                <a:pos x="connsiteX26547" y="connsiteY26547"/>
              </a:cxn>
              <a:cxn ang="0">
                <a:pos x="connsiteX26548" y="connsiteY26548"/>
              </a:cxn>
              <a:cxn ang="0">
                <a:pos x="connsiteX26549" y="connsiteY26549"/>
              </a:cxn>
              <a:cxn ang="0">
                <a:pos x="connsiteX26550" y="connsiteY26550"/>
              </a:cxn>
              <a:cxn ang="0">
                <a:pos x="connsiteX26551" y="connsiteY26551"/>
              </a:cxn>
              <a:cxn ang="0">
                <a:pos x="connsiteX26552" y="connsiteY26552"/>
              </a:cxn>
              <a:cxn ang="0">
                <a:pos x="connsiteX26553" y="connsiteY26553"/>
              </a:cxn>
              <a:cxn ang="0">
                <a:pos x="connsiteX26554" y="connsiteY26554"/>
              </a:cxn>
              <a:cxn ang="0">
                <a:pos x="connsiteX26555" y="connsiteY26555"/>
              </a:cxn>
              <a:cxn ang="0">
                <a:pos x="connsiteX26556" y="connsiteY26556"/>
              </a:cxn>
              <a:cxn ang="0">
                <a:pos x="connsiteX26557" y="connsiteY26557"/>
              </a:cxn>
              <a:cxn ang="0">
                <a:pos x="connsiteX26558" y="connsiteY26558"/>
              </a:cxn>
              <a:cxn ang="0">
                <a:pos x="connsiteX26559" y="connsiteY26559"/>
              </a:cxn>
              <a:cxn ang="0">
                <a:pos x="connsiteX26560" y="connsiteY26560"/>
              </a:cxn>
              <a:cxn ang="0">
                <a:pos x="connsiteX26561" y="connsiteY26561"/>
              </a:cxn>
              <a:cxn ang="0">
                <a:pos x="connsiteX26562" y="connsiteY26562"/>
              </a:cxn>
              <a:cxn ang="0">
                <a:pos x="connsiteX26563" y="connsiteY26563"/>
              </a:cxn>
              <a:cxn ang="0">
                <a:pos x="connsiteX26564" y="connsiteY26564"/>
              </a:cxn>
              <a:cxn ang="0">
                <a:pos x="connsiteX26565" y="connsiteY26565"/>
              </a:cxn>
              <a:cxn ang="0">
                <a:pos x="connsiteX26566" y="connsiteY26566"/>
              </a:cxn>
              <a:cxn ang="0">
                <a:pos x="connsiteX26567" y="connsiteY26567"/>
              </a:cxn>
              <a:cxn ang="0">
                <a:pos x="connsiteX26568" y="connsiteY26568"/>
              </a:cxn>
              <a:cxn ang="0">
                <a:pos x="connsiteX26569" y="connsiteY26569"/>
              </a:cxn>
              <a:cxn ang="0">
                <a:pos x="connsiteX26570" y="connsiteY26570"/>
              </a:cxn>
              <a:cxn ang="0">
                <a:pos x="connsiteX26571" y="connsiteY26571"/>
              </a:cxn>
              <a:cxn ang="0">
                <a:pos x="connsiteX26572" y="connsiteY26572"/>
              </a:cxn>
              <a:cxn ang="0">
                <a:pos x="connsiteX26573" y="connsiteY26573"/>
              </a:cxn>
              <a:cxn ang="0">
                <a:pos x="connsiteX26574" y="connsiteY26574"/>
              </a:cxn>
              <a:cxn ang="0">
                <a:pos x="connsiteX26575" y="connsiteY26575"/>
              </a:cxn>
              <a:cxn ang="0">
                <a:pos x="connsiteX26576" y="connsiteY26576"/>
              </a:cxn>
              <a:cxn ang="0">
                <a:pos x="connsiteX26577" y="connsiteY26577"/>
              </a:cxn>
              <a:cxn ang="0">
                <a:pos x="connsiteX26578" y="connsiteY26578"/>
              </a:cxn>
              <a:cxn ang="0">
                <a:pos x="connsiteX26579" y="connsiteY26579"/>
              </a:cxn>
              <a:cxn ang="0">
                <a:pos x="connsiteX26580" y="connsiteY26580"/>
              </a:cxn>
              <a:cxn ang="0">
                <a:pos x="connsiteX26581" y="connsiteY26581"/>
              </a:cxn>
              <a:cxn ang="0">
                <a:pos x="connsiteX26582" y="connsiteY26582"/>
              </a:cxn>
              <a:cxn ang="0">
                <a:pos x="connsiteX26583" y="connsiteY26583"/>
              </a:cxn>
              <a:cxn ang="0">
                <a:pos x="connsiteX26584" y="connsiteY26584"/>
              </a:cxn>
              <a:cxn ang="0">
                <a:pos x="connsiteX26585" y="connsiteY26585"/>
              </a:cxn>
              <a:cxn ang="0">
                <a:pos x="connsiteX26586" y="connsiteY26586"/>
              </a:cxn>
              <a:cxn ang="0">
                <a:pos x="connsiteX26587" y="connsiteY26587"/>
              </a:cxn>
              <a:cxn ang="0">
                <a:pos x="connsiteX26588" y="connsiteY26588"/>
              </a:cxn>
              <a:cxn ang="0">
                <a:pos x="connsiteX26589" y="connsiteY26589"/>
              </a:cxn>
              <a:cxn ang="0">
                <a:pos x="connsiteX26590" y="connsiteY26590"/>
              </a:cxn>
              <a:cxn ang="0">
                <a:pos x="connsiteX26591" y="connsiteY26591"/>
              </a:cxn>
              <a:cxn ang="0">
                <a:pos x="connsiteX26592" y="connsiteY26592"/>
              </a:cxn>
              <a:cxn ang="0">
                <a:pos x="connsiteX26593" y="connsiteY26593"/>
              </a:cxn>
              <a:cxn ang="0">
                <a:pos x="connsiteX26594" y="connsiteY26594"/>
              </a:cxn>
              <a:cxn ang="0">
                <a:pos x="connsiteX26595" y="connsiteY26595"/>
              </a:cxn>
              <a:cxn ang="0">
                <a:pos x="connsiteX26596" y="connsiteY26596"/>
              </a:cxn>
              <a:cxn ang="0">
                <a:pos x="connsiteX26597" y="connsiteY26597"/>
              </a:cxn>
              <a:cxn ang="0">
                <a:pos x="connsiteX26598" y="connsiteY26598"/>
              </a:cxn>
              <a:cxn ang="0">
                <a:pos x="connsiteX26599" y="connsiteY26599"/>
              </a:cxn>
              <a:cxn ang="0">
                <a:pos x="connsiteX26600" y="connsiteY26600"/>
              </a:cxn>
              <a:cxn ang="0">
                <a:pos x="connsiteX26601" y="connsiteY26601"/>
              </a:cxn>
              <a:cxn ang="0">
                <a:pos x="connsiteX26602" y="connsiteY26602"/>
              </a:cxn>
              <a:cxn ang="0">
                <a:pos x="connsiteX26603" y="connsiteY26603"/>
              </a:cxn>
              <a:cxn ang="0">
                <a:pos x="connsiteX26604" y="connsiteY26604"/>
              </a:cxn>
              <a:cxn ang="0">
                <a:pos x="connsiteX26605" y="connsiteY26605"/>
              </a:cxn>
              <a:cxn ang="0">
                <a:pos x="connsiteX26606" y="connsiteY26606"/>
              </a:cxn>
              <a:cxn ang="0">
                <a:pos x="connsiteX26607" y="connsiteY26607"/>
              </a:cxn>
              <a:cxn ang="0">
                <a:pos x="connsiteX26608" y="connsiteY26608"/>
              </a:cxn>
              <a:cxn ang="0">
                <a:pos x="connsiteX26609" y="connsiteY26609"/>
              </a:cxn>
              <a:cxn ang="0">
                <a:pos x="connsiteX26610" y="connsiteY26610"/>
              </a:cxn>
              <a:cxn ang="0">
                <a:pos x="connsiteX26611" y="connsiteY26611"/>
              </a:cxn>
              <a:cxn ang="0">
                <a:pos x="connsiteX26612" y="connsiteY26612"/>
              </a:cxn>
              <a:cxn ang="0">
                <a:pos x="connsiteX26613" y="connsiteY26613"/>
              </a:cxn>
              <a:cxn ang="0">
                <a:pos x="connsiteX26614" y="connsiteY26614"/>
              </a:cxn>
              <a:cxn ang="0">
                <a:pos x="connsiteX26615" y="connsiteY26615"/>
              </a:cxn>
              <a:cxn ang="0">
                <a:pos x="connsiteX26616" y="connsiteY26616"/>
              </a:cxn>
              <a:cxn ang="0">
                <a:pos x="connsiteX26617" y="connsiteY26617"/>
              </a:cxn>
              <a:cxn ang="0">
                <a:pos x="connsiteX26618" y="connsiteY26618"/>
              </a:cxn>
              <a:cxn ang="0">
                <a:pos x="connsiteX26619" y="connsiteY26619"/>
              </a:cxn>
              <a:cxn ang="0">
                <a:pos x="connsiteX26620" y="connsiteY26620"/>
              </a:cxn>
              <a:cxn ang="0">
                <a:pos x="connsiteX26621" y="connsiteY26621"/>
              </a:cxn>
              <a:cxn ang="0">
                <a:pos x="connsiteX26622" y="connsiteY26622"/>
              </a:cxn>
              <a:cxn ang="0">
                <a:pos x="connsiteX26623" y="connsiteY26623"/>
              </a:cxn>
              <a:cxn ang="0">
                <a:pos x="connsiteX26624" y="connsiteY26624"/>
              </a:cxn>
              <a:cxn ang="0">
                <a:pos x="connsiteX26625" y="connsiteY26625"/>
              </a:cxn>
              <a:cxn ang="0">
                <a:pos x="connsiteX26626" y="connsiteY26626"/>
              </a:cxn>
              <a:cxn ang="0">
                <a:pos x="connsiteX26627" y="connsiteY26627"/>
              </a:cxn>
              <a:cxn ang="0">
                <a:pos x="connsiteX26628" y="connsiteY26628"/>
              </a:cxn>
              <a:cxn ang="0">
                <a:pos x="connsiteX26629" y="connsiteY26629"/>
              </a:cxn>
              <a:cxn ang="0">
                <a:pos x="connsiteX26630" y="connsiteY26630"/>
              </a:cxn>
              <a:cxn ang="0">
                <a:pos x="connsiteX26631" y="connsiteY26631"/>
              </a:cxn>
              <a:cxn ang="0">
                <a:pos x="connsiteX26632" y="connsiteY26632"/>
              </a:cxn>
              <a:cxn ang="0">
                <a:pos x="connsiteX26633" y="connsiteY26633"/>
              </a:cxn>
              <a:cxn ang="0">
                <a:pos x="connsiteX26634" y="connsiteY26634"/>
              </a:cxn>
              <a:cxn ang="0">
                <a:pos x="connsiteX26635" y="connsiteY26635"/>
              </a:cxn>
              <a:cxn ang="0">
                <a:pos x="connsiteX26636" y="connsiteY26636"/>
              </a:cxn>
              <a:cxn ang="0">
                <a:pos x="connsiteX26637" y="connsiteY26637"/>
              </a:cxn>
              <a:cxn ang="0">
                <a:pos x="connsiteX26638" y="connsiteY26638"/>
              </a:cxn>
              <a:cxn ang="0">
                <a:pos x="connsiteX26639" y="connsiteY26639"/>
              </a:cxn>
              <a:cxn ang="0">
                <a:pos x="connsiteX26640" y="connsiteY26640"/>
              </a:cxn>
              <a:cxn ang="0">
                <a:pos x="connsiteX26641" y="connsiteY26641"/>
              </a:cxn>
              <a:cxn ang="0">
                <a:pos x="connsiteX26642" y="connsiteY26642"/>
              </a:cxn>
              <a:cxn ang="0">
                <a:pos x="connsiteX26643" y="connsiteY26643"/>
              </a:cxn>
              <a:cxn ang="0">
                <a:pos x="connsiteX26644" y="connsiteY26644"/>
              </a:cxn>
              <a:cxn ang="0">
                <a:pos x="connsiteX26645" y="connsiteY26645"/>
              </a:cxn>
              <a:cxn ang="0">
                <a:pos x="connsiteX26646" y="connsiteY26646"/>
              </a:cxn>
              <a:cxn ang="0">
                <a:pos x="connsiteX26647" y="connsiteY26647"/>
              </a:cxn>
              <a:cxn ang="0">
                <a:pos x="connsiteX26648" y="connsiteY26648"/>
              </a:cxn>
              <a:cxn ang="0">
                <a:pos x="connsiteX26649" y="connsiteY26649"/>
              </a:cxn>
              <a:cxn ang="0">
                <a:pos x="connsiteX26650" y="connsiteY26650"/>
              </a:cxn>
              <a:cxn ang="0">
                <a:pos x="connsiteX26651" y="connsiteY26651"/>
              </a:cxn>
              <a:cxn ang="0">
                <a:pos x="connsiteX26652" y="connsiteY26652"/>
              </a:cxn>
              <a:cxn ang="0">
                <a:pos x="connsiteX26653" y="connsiteY26653"/>
              </a:cxn>
              <a:cxn ang="0">
                <a:pos x="connsiteX26654" y="connsiteY26654"/>
              </a:cxn>
              <a:cxn ang="0">
                <a:pos x="connsiteX26655" y="connsiteY26655"/>
              </a:cxn>
              <a:cxn ang="0">
                <a:pos x="connsiteX26656" y="connsiteY26656"/>
              </a:cxn>
              <a:cxn ang="0">
                <a:pos x="connsiteX26657" y="connsiteY26657"/>
              </a:cxn>
              <a:cxn ang="0">
                <a:pos x="connsiteX26658" y="connsiteY26658"/>
              </a:cxn>
              <a:cxn ang="0">
                <a:pos x="connsiteX26659" y="connsiteY26659"/>
              </a:cxn>
              <a:cxn ang="0">
                <a:pos x="connsiteX26660" y="connsiteY26660"/>
              </a:cxn>
              <a:cxn ang="0">
                <a:pos x="connsiteX26661" y="connsiteY26661"/>
              </a:cxn>
              <a:cxn ang="0">
                <a:pos x="connsiteX26662" y="connsiteY26662"/>
              </a:cxn>
              <a:cxn ang="0">
                <a:pos x="connsiteX26663" y="connsiteY26663"/>
              </a:cxn>
              <a:cxn ang="0">
                <a:pos x="connsiteX26664" y="connsiteY26664"/>
              </a:cxn>
              <a:cxn ang="0">
                <a:pos x="connsiteX26665" y="connsiteY26665"/>
              </a:cxn>
              <a:cxn ang="0">
                <a:pos x="connsiteX26666" y="connsiteY26666"/>
              </a:cxn>
              <a:cxn ang="0">
                <a:pos x="connsiteX26667" y="connsiteY26667"/>
              </a:cxn>
              <a:cxn ang="0">
                <a:pos x="connsiteX26668" y="connsiteY26668"/>
              </a:cxn>
              <a:cxn ang="0">
                <a:pos x="connsiteX26669" y="connsiteY26669"/>
              </a:cxn>
              <a:cxn ang="0">
                <a:pos x="connsiteX26670" y="connsiteY26670"/>
              </a:cxn>
              <a:cxn ang="0">
                <a:pos x="connsiteX26671" y="connsiteY26671"/>
              </a:cxn>
              <a:cxn ang="0">
                <a:pos x="connsiteX26672" y="connsiteY26672"/>
              </a:cxn>
              <a:cxn ang="0">
                <a:pos x="connsiteX26673" y="connsiteY26673"/>
              </a:cxn>
              <a:cxn ang="0">
                <a:pos x="connsiteX26674" y="connsiteY26674"/>
              </a:cxn>
              <a:cxn ang="0">
                <a:pos x="connsiteX26675" y="connsiteY26675"/>
              </a:cxn>
              <a:cxn ang="0">
                <a:pos x="connsiteX26676" y="connsiteY26676"/>
              </a:cxn>
              <a:cxn ang="0">
                <a:pos x="connsiteX26677" y="connsiteY26677"/>
              </a:cxn>
              <a:cxn ang="0">
                <a:pos x="connsiteX26678" y="connsiteY26678"/>
              </a:cxn>
              <a:cxn ang="0">
                <a:pos x="connsiteX26679" y="connsiteY26679"/>
              </a:cxn>
              <a:cxn ang="0">
                <a:pos x="connsiteX26680" y="connsiteY26680"/>
              </a:cxn>
              <a:cxn ang="0">
                <a:pos x="connsiteX26681" y="connsiteY26681"/>
              </a:cxn>
              <a:cxn ang="0">
                <a:pos x="connsiteX26682" y="connsiteY26682"/>
              </a:cxn>
              <a:cxn ang="0">
                <a:pos x="connsiteX26683" y="connsiteY26683"/>
              </a:cxn>
              <a:cxn ang="0">
                <a:pos x="connsiteX26684" y="connsiteY26684"/>
              </a:cxn>
              <a:cxn ang="0">
                <a:pos x="connsiteX26685" y="connsiteY26685"/>
              </a:cxn>
              <a:cxn ang="0">
                <a:pos x="connsiteX26686" y="connsiteY26686"/>
              </a:cxn>
              <a:cxn ang="0">
                <a:pos x="connsiteX26687" y="connsiteY26687"/>
              </a:cxn>
              <a:cxn ang="0">
                <a:pos x="connsiteX26688" y="connsiteY26688"/>
              </a:cxn>
              <a:cxn ang="0">
                <a:pos x="connsiteX26689" y="connsiteY26689"/>
              </a:cxn>
              <a:cxn ang="0">
                <a:pos x="connsiteX26690" y="connsiteY26690"/>
              </a:cxn>
              <a:cxn ang="0">
                <a:pos x="connsiteX26691" y="connsiteY26691"/>
              </a:cxn>
              <a:cxn ang="0">
                <a:pos x="connsiteX26692" y="connsiteY26692"/>
              </a:cxn>
              <a:cxn ang="0">
                <a:pos x="connsiteX26693" y="connsiteY26693"/>
              </a:cxn>
              <a:cxn ang="0">
                <a:pos x="connsiteX26694" y="connsiteY26694"/>
              </a:cxn>
              <a:cxn ang="0">
                <a:pos x="connsiteX26695" y="connsiteY26695"/>
              </a:cxn>
              <a:cxn ang="0">
                <a:pos x="connsiteX26696" y="connsiteY26696"/>
              </a:cxn>
              <a:cxn ang="0">
                <a:pos x="connsiteX26697" y="connsiteY26697"/>
              </a:cxn>
              <a:cxn ang="0">
                <a:pos x="connsiteX26698" y="connsiteY26698"/>
              </a:cxn>
              <a:cxn ang="0">
                <a:pos x="connsiteX26699" y="connsiteY26699"/>
              </a:cxn>
              <a:cxn ang="0">
                <a:pos x="connsiteX26700" y="connsiteY26700"/>
              </a:cxn>
              <a:cxn ang="0">
                <a:pos x="connsiteX26701" y="connsiteY26701"/>
              </a:cxn>
              <a:cxn ang="0">
                <a:pos x="connsiteX26702" y="connsiteY26702"/>
              </a:cxn>
              <a:cxn ang="0">
                <a:pos x="connsiteX26703" y="connsiteY26703"/>
              </a:cxn>
              <a:cxn ang="0">
                <a:pos x="connsiteX26704" y="connsiteY26704"/>
              </a:cxn>
              <a:cxn ang="0">
                <a:pos x="connsiteX26705" y="connsiteY26705"/>
              </a:cxn>
              <a:cxn ang="0">
                <a:pos x="connsiteX26706" y="connsiteY26706"/>
              </a:cxn>
              <a:cxn ang="0">
                <a:pos x="connsiteX26707" y="connsiteY26707"/>
              </a:cxn>
              <a:cxn ang="0">
                <a:pos x="connsiteX26708" y="connsiteY26708"/>
              </a:cxn>
              <a:cxn ang="0">
                <a:pos x="connsiteX26709" y="connsiteY26709"/>
              </a:cxn>
              <a:cxn ang="0">
                <a:pos x="connsiteX26710" y="connsiteY26710"/>
              </a:cxn>
              <a:cxn ang="0">
                <a:pos x="connsiteX26711" y="connsiteY26711"/>
              </a:cxn>
              <a:cxn ang="0">
                <a:pos x="connsiteX26712" y="connsiteY26712"/>
              </a:cxn>
              <a:cxn ang="0">
                <a:pos x="connsiteX26713" y="connsiteY26713"/>
              </a:cxn>
              <a:cxn ang="0">
                <a:pos x="connsiteX26714" y="connsiteY26714"/>
              </a:cxn>
              <a:cxn ang="0">
                <a:pos x="connsiteX26715" y="connsiteY26715"/>
              </a:cxn>
              <a:cxn ang="0">
                <a:pos x="connsiteX26716" y="connsiteY26716"/>
              </a:cxn>
              <a:cxn ang="0">
                <a:pos x="connsiteX26717" y="connsiteY26717"/>
              </a:cxn>
              <a:cxn ang="0">
                <a:pos x="connsiteX26718" y="connsiteY26718"/>
              </a:cxn>
              <a:cxn ang="0">
                <a:pos x="connsiteX26719" y="connsiteY26719"/>
              </a:cxn>
              <a:cxn ang="0">
                <a:pos x="connsiteX26720" y="connsiteY26720"/>
              </a:cxn>
              <a:cxn ang="0">
                <a:pos x="connsiteX26721" y="connsiteY26721"/>
              </a:cxn>
              <a:cxn ang="0">
                <a:pos x="connsiteX26722" y="connsiteY26722"/>
              </a:cxn>
              <a:cxn ang="0">
                <a:pos x="connsiteX26723" y="connsiteY26723"/>
              </a:cxn>
              <a:cxn ang="0">
                <a:pos x="connsiteX26724" y="connsiteY26724"/>
              </a:cxn>
              <a:cxn ang="0">
                <a:pos x="connsiteX26725" y="connsiteY26725"/>
              </a:cxn>
              <a:cxn ang="0">
                <a:pos x="connsiteX26726" y="connsiteY26726"/>
              </a:cxn>
              <a:cxn ang="0">
                <a:pos x="connsiteX26727" y="connsiteY26727"/>
              </a:cxn>
              <a:cxn ang="0">
                <a:pos x="connsiteX26728" y="connsiteY26728"/>
              </a:cxn>
              <a:cxn ang="0">
                <a:pos x="connsiteX26729" y="connsiteY26729"/>
              </a:cxn>
              <a:cxn ang="0">
                <a:pos x="connsiteX26730" y="connsiteY26730"/>
              </a:cxn>
              <a:cxn ang="0">
                <a:pos x="connsiteX26731" y="connsiteY26731"/>
              </a:cxn>
              <a:cxn ang="0">
                <a:pos x="connsiteX26732" y="connsiteY26732"/>
              </a:cxn>
              <a:cxn ang="0">
                <a:pos x="connsiteX26733" y="connsiteY26733"/>
              </a:cxn>
              <a:cxn ang="0">
                <a:pos x="connsiteX26734" y="connsiteY26734"/>
              </a:cxn>
              <a:cxn ang="0">
                <a:pos x="connsiteX26735" y="connsiteY26735"/>
              </a:cxn>
              <a:cxn ang="0">
                <a:pos x="connsiteX26736" y="connsiteY26736"/>
              </a:cxn>
              <a:cxn ang="0">
                <a:pos x="connsiteX26737" y="connsiteY26737"/>
              </a:cxn>
              <a:cxn ang="0">
                <a:pos x="connsiteX26738" y="connsiteY26738"/>
              </a:cxn>
              <a:cxn ang="0">
                <a:pos x="connsiteX26739" y="connsiteY26739"/>
              </a:cxn>
              <a:cxn ang="0">
                <a:pos x="connsiteX26740" y="connsiteY26740"/>
              </a:cxn>
              <a:cxn ang="0">
                <a:pos x="connsiteX26741" y="connsiteY26741"/>
              </a:cxn>
              <a:cxn ang="0">
                <a:pos x="connsiteX26742" y="connsiteY26742"/>
              </a:cxn>
              <a:cxn ang="0">
                <a:pos x="connsiteX26743" y="connsiteY26743"/>
              </a:cxn>
              <a:cxn ang="0">
                <a:pos x="connsiteX26744" y="connsiteY26744"/>
              </a:cxn>
              <a:cxn ang="0">
                <a:pos x="connsiteX26745" y="connsiteY26745"/>
              </a:cxn>
              <a:cxn ang="0">
                <a:pos x="connsiteX26746" y="connsiteY26746"/>
              </a:cxn>
              <a:cxn ang="0">
                <a:pos x="connsiteX26747" y="connsiteY26747"/>
              </a:cxn>
              <a:cxn ang="0">
                <a:pos x="connsiteX26748" y="connsiteY26748"/>
              </a:cxn>
              <a:cxn ang="0">
                <a:pos x="connsiteX26749" y="connsiteY26749"/>
              </a:cxn>
              <a:cxn ang="0">
                <a:pos x="connsiteX26750" y="connsiteY26750"/>
              </a:cxn>
              <a:cxn ang="0">
                <a:pos x="connsiteX26751" y="connsiteY26751"/>
              </a:cxn>
              <a:cxn ang="0">
                <a:pos x="connsiteX26752" y="connsiteY26752"/>
              </a:cxn>
              <a:cxn ang="0">
                <a:pos x="connsiteX26753" y="connsiteY26753"/>
              </a:cxn>
              <a:cxn ang="0">
                <a:pos x="connsiteX26754" y="connsiteY26754"/>
              </a:cxn>
              <a:cxn ang="0">
                <a:pos x="connsiteX26755" y="connsiteY26755"/>
              </a:cxn>
              <a:cxn ang="0">
                <a:pos x="connsiteX26756" y="connsiteY26756"/>
              </a:cxn>
              <a:cxn ang="0">
                <a:pos x="connsiteX26757" y="connsiteY26757"/>
              </a:cxn>
              <a:cxn ang="0">
                <a:pos x="connsiteX26758" y="connsiteY26758"/>
              </a:cxn>
              <a:cxn ang="0">
                <a:pos x="connsiteX26759" y="connsiteY26759"/>
              </a:cxn>
              <a:cxn ang="0">
                <a:pos x="connsiteX26760" y="connsiteY26760"/>
              </a:cxn>
              <a:cxn ang="0">
                <a:pos x="connsiteX26761" y="connsiteY26761"/>
              </a:cxn>
              <a:cxn ang="0">
                <a:pos x="connsiteX26762" y="connsiteY26762"/>
              </a:cxn>
              <a:cxn ang="0">
                <a:pos x="connsiteX26763" y="connsiteY26763"/>
              </a:cxn>
              <a:cxn ang="0">
                <a:pos x="connsiteX26764" y="connsiteY26764"/>
              </a:cxn>
              <a:cxn ang="0">
                <a:pos x="connsiteX26765" y="connsiteY26765"/>
              </a:cxn>
              <a:cxn ang="0">
                <a:pos x="connsiteX26766" y="connsiteY26766"/>
              </a:cxn>
              <a:cxn ang="0">
                <a:pos x="connsiteX26767" y="connsiteY26767"/>
              </a:cxn>
              <a:cxn ang="0">
                <a:pos x="connsiteX26768" y="connsiteY26768"/>
              </a:cxn>
              <a:cxn ang="0">
                <a:pos x="connsiteX26769" y="connsiteY26769"/>
              </a:cxn>
              <a:cxn ang="0">
                <a:pos x="connsiteX26770" y="connsiteY26770"/>
              </a:cxn>
              <a:cxn ang="0">
                <a:pos x="connsiteX26771" y="connsiteY26771"/>
              </a:cxn>
              <a:cxn ang="0">
                <a:pos x="connsiteX26772" y="connsiteY26772"/>
              </a:cxn>
              <a:cxn ang="0">
                <a:pos x="connsiteX26773" y="connsiteY26773"/>
              </a:cxn>
              <a:cxn ang="0">
                <a:pos x="connsiteX26774" y="connsiteY26774"/>
              </a:cxn>
              <a:cxn ang="0">
                <a:pos x="connsiteX26775" y="connsiteY26775"/>
              </a:cxn>
              <a:cxn ang="0">
                <a:pos x="connsiteX26776" y="connsiteY26776"/>
              </a:cxn>
              <a:cxn ang="0">
                <a:pos x="connsiteX26777" y="connsiteY26777"/>
              </a:cxn>
              <a:cxn ang="0">
                <a:pos x="connsiteX26778" y="connsiteY26778"/>
              </a:cxn>
              <a:cxn ang="0">
                <a:pos x="connsiteX26779" y="connsiteY26779"/>
              </a:cxn>
              <a:cxn ang="0">
                <a:pos x="connsiteX26780" y="connsiteY26780"/>
              </a:cxn>
              <a:cxn ang="0">
                <a:pos x="connsiteX26781" y="connsiteY26781"/>
              </a:cxn>
              <a:cxn ang="0">
                <a:pos x="connsiteX26782" y="connsiteY26782"/>
              </a:cxn>
              <a:cxn ang="0">
                <a:pos x="connsiteX26783" y="connsiteY26783"/>
              </a:cxn>
              <a:cxn ang="0">
                <a:pos x="connsiteX26784" y="connsiteY26784"/>
              </a:cxn>
              <a:cxn ang="0">
                <a:pos x="connsiteX26785" y="connsiteY26785"/>
              </a:cxn>
              <a:cxn ang="0">
                <a:pos x="connsiteX26786" y="connsiteY26786"/>
              </a:cxn>
              <a:cxn ang="0">
                <a:pos x="connsiteX26787" y="connsiteY26787"/>
              </a:cxn>
              <a:cxn ang="0">
                <a:pos x="connsiteX26788" y="connsiteY26788"/>
              </a:cxn>
              <a:cxn ang="0">
                <a:pos x="connsiteX26789" y="connsiteY26789"/>
              </a:cxn>
              <a:cxn ang="0">
                <a:pos x="connsiteX26790" y="connsiteY26790"/>
              </a:cxn>
              <a:cxn ang="0">
                <a:pos x="connsiteX26791" y="connsiteY26791"/>
              </a:cxn>
              <a:cxn ang="0">
                <a:pos x="connsiteX26792" y="connsiteY26792"/>
              </a:cxn>
              <a:cxn ang="0">
                <a:pos x="connsiteX26793" y="connsiteY26793"/>
              </a:cxn>
              <a:cxn ang="0">
                <a:pos x="connsiteX26794" y="connsiteY26794"/>
              </a:cxn>
              <a:cxn ang="0">
                <a:pos x="connsiteX26795" y="connsiteY26795"/>
              </a:cxn>
              <a:cxn ang="0">
                <a:pos x="connsiteX26796" y="connsiteY26796"/>
              </a:cxn>
              <a:cxn ang="0">
                <a:pos x="connsiteX26797" y="connsiteY26797"/>
              </a:cxn>
              <a:cxn ang="0">
                <a:pos x="connsiteX26798" y="connsiteY26798"/>
              </a:cxn>
              <a:cxn ang="0">
                <a:pos x="connsiteX26799" y="connsiteY26799"/>
              </a:cxn>
              <a:cxn ang="0">
                <a:pos x="connsiteX26800" y="connsiteY26800"/>
              </a:cxn>
              <a:cxn ang="0">
                <a:pos x="connsiteX26801" y="connsiteY26801"/>
              </a:cxn>
              <a:cxn ang="0">
                <a:pos x="connsiteX26802" y="connsiteY26802"/>
              </a:cxn>
              <a:cxn ang="0">
                <a:pos x="connsiteX26803" y="connsiteY26803"/>
              </a:cxn>
              <a:cxn ang="0">
                <a:pos x="connsiteX26804" y="connsiteY26804"/>
              </a:cxn>
              <a:cxn ang="0">
                <a:pos x="connsiteX26805" y="connsiteY26805"/>
              </a:cxn>
              <a:cxn ang="0">
                <a:pos x="connsiteX26806" y="connsiteY26806"/>
              </a:cxn>
              <a:cxn ang="0">
                <a:pos x="connsiteX26807" y="connsiteY26807"/>
              </a:cxn>
              <a:cxn ang="0">
                <a:pos x="connsiteX26808" y="connsiteY26808"/>
              </a:cxn>
              <a:cxn ang="0">
                <a:pos x="connsiteX26809" y="connsiteY26809"/>
              </a:cxn>
              <a:cxn ang="0">
                <a:pos x="connsiteX26810" y="connsiteY26810"/>
              </a:cxn>
              <a:cxn ang="0">
                <a:pos x="connsiteX26811" y="connsiteY26811"/>
              </a:cxn>
              <a:cxn ang="0">
                <a:pos x="connsiteX26812" y="connsiteY26812"/>
              </a:cxn>
              <a:cxn ang="0">
                <a:pos x="connsiteX26813" y="connsiteY26813"/>
              </a:cxn>
              <a:cxn ang="0">
                <a:pos x="connsiteX26814" y="connsiteY26814"/>
              </a:cxn>
              <a:cxn ang="0">
                <a:pos x="connsiteX26815" y="connsiteY26815"/>
              </a:cxn>
              <a:cxn ang="0">
                <a:pos x="connsiteX26816" y="connsiteY26816"/>
              </a:cxn>
              <a:cxn ang="0">
                <a:pos x="connsiteX26817" y="connsiteY26817"/>
              </a:cxn>
              <a:cxn ang="0">
                <a:pos x="connsiteX26818" y="connsiteY26818"/>
              </a:cxn>
              <a:cxn ang="0">
                <a:pos x="connsiteX26819" y="connsiteY26819"/>
              </a:cxn>
              <a:cxn ang="0">
                <a:pos x="connsiteX26820" y="connsiteY26820"/>
              </a:cxn>
              <a:cxn ang="0">
                <a:pos x="connsiteX26821" y="connsiteY26821"/>
              </a:cxn>
              <a:cxn ang="0">
                <a:pos x="connsiteX26822" y="connsiteY26822"/>
              </a:cxn>
              <a:cxn ang="0">
                <a:pos x="connsiteX26823" y="connsiteY26823"/>
              </a:cxn>
              <a:cxn ang="0">
                <a:pos x="connsiteX26824" y="connsiteY26824"/>
              </a:cxn>
              <a:cxn ang="0">
                <a:pos x="connsiteX26825" y="connsiteY26825"/>
              </a:cxn>
              <a:cxn ang="0">
                <a:pos x="connsiteX26826" y="connsiteY26826"/>
              </a:cxn>
              <a:cxn ang="0">
                <a:pos x="connsiteX26827" y="connsiteY26827"/>
              </a:cxn>
              <a:cxn ang="0">
                <a:pos x="connsiteX26828" y="connsiteY26828"/>
              </a:cxn>
              <a:cxn ang="0">
                <a:pos x="connsiteX26829" y="connsiteY26829"/>
              </a:cxn>
              <a:cxn ang="0">
                <a:pos x="connsiteX26830" y="connsiteY26830"/>
              </a:cxn>
              <a:cxn ang="0">
                <a:pos x="connsiteX26831" y="connsiteY26831"/>
              </a:cxn>
              <a:cxn ang="0">
                <a:pos x="connsiteX26832" y="connsiteY26832"/>
              </a:cxn>
              <a:cxn ang="0">
                <a:pos x="connsiteX26833" y="connsiteY26833"/>
              </a:cxn>
              <a:cxn ang="0">
                <a:pos x="connsiteX26834" y="connsiteY26834"/>
              </a:cxn>
              <a:cxn ang="0">
                <a:pos x="connsiteX26835" y="connsiteY26835"/>
              </a:cxn>
              <a:cxn ang="0">
                <a:pos x="connsiteX26836" y="connsiteY26836"/>
              </a:cxn>
              <a:cxn ang="0">
                <a:pos x="connsiteX26837" y="connsiteY26837"/>
              </a:cxn>
              <a:cxn ang="0">
                <a:pos x="connsiteX26838" y="connsiteY26838"/>
              </a:cxn>
              <a:cxn ang="0">
                <a:pos x="connsiteX26839" y="connsiteY26839"/>
              </a:cxn>
              <a:cxn ang="0">
                <a:pos x="connsiteX26840" y="connsiteY26840"/>
              </a:cxn>
              <a:cxn ang="0">
                <a:pos x="connsiteX26841" y="connsiteY26841"/>
              </a:cxn>
              <a:cxn ang="0">
                <a:pos x="connsiteX26842" y="connsiteY26842"/>
              </a:cxn>
              <a:cxn ang="0">
                <a:pos x="connsiteX26843" y="connsiteY26843"/>
              </a:cxn>
              <a:cxn ang="0">
                <a:pos x="connsiteX26844" y="connsiteY26844"/>
              </a:cxn>
              <a:cxn ang="0">
                <a:pos x="connsiteX26845" y="connsiteY26845"/>
              </a:cxn>
              <a:cxn ang="0">
                <a:pos x="connsiteX26846" y="connsiteY26846"/>
              </a:cxn>
              <a:cxn ang="0">
                <a:pos x="connsiteX26847" y="connsiteY26847"/>
              </a:cxn>
              <a:cxn ang="0">
                <a:pos x="connsiteX26848" y="connsiteY26848"/>
              </a:cxn>
              <a:cxn ang="0">
                <a:pos x="connsiteX26849" y="connsiteY26849"/>
              </a:cxn>
              <a:cxn ang="0">
                <a:pos x="connsiteX26850" y="connsiteY26850"/>
              </a:cxn>
              <a:cxn ang="0">
                <a:pos x="connsiteX26851" y="connsiteY26851"/>
              </a:cxn>
              <a:cxn ang="0">
                <a:pos x="connsiteX26852" y="connsiteY26852"/>
              </a:cxn>
              <a:cxn ang="0">
                <a:pos x="connsiteX26853" y="connsiteY26853"/>
              </a:cxn>
              <a:cxn ang="0">
                <a:pos x="connsiteX26854" y="connsiteY26854"/>
              </a:cxn>
              <a:cxn ang="0">
                <a:pos x="connsiteX26855" y="connsiteY26855"/>
              </a:cxn>
              <a:cxn ang="0">
                <a:pos x="connsiteX26856" y="connsiteY26856"/>
              </a:cxn>
              <a:cxn ang="0">
                <a:pos x="connsiteX26857" y="connsiteY26857"/>
              </a:cxn>
              <a:cxn ang="0">
                <a:pos x="connsiteX26858" y="connsiteY26858"/>
              </a:cxn>
              <a:cxn ang="0">
                <a:pos x="connsiteX26859" y="connsiteY26859"/>
              </a:cxn>
              <a:cxn ang="0">
                <a:pos x="connsiteX26860" y="connsiteY26860"/>
              </a:cxn>
              <a:cxn ang="0">
                <a:pos x="connsiteX26861" y="connsiteY26861"/>
              </a:cxn>
              <a:cxn ang="0">
                <a:pos x="connsiteX26862" y="connsiteY26862"/>
              </a:cxn>
              <a:cxn ang="0">
                <a:pos x="connsiteX26863" y="connsiteY26863"/>
              </a:cxn>
              <a:cxn ang="0">
                <a:pos x="connsiteX26864" y="connsiteY26864"/>
              </a:cxn>
              <a:cxn ang="0">
                <a:pos x="connsiteX26865" y="connsiteY26865"/>
              </a:cxn>
              <a:cxn ang="0">
                <a:pos x="connsiteX26866" y="connsiteY26866"/>
              </a:cxn>
              <a:cxn ang="0">
                <a:pos x="connsiteX26867" y="connsiteY26867"/>
              </a:cxn>
              <a:cxn ang="0">
                <a:pos x="connsiteX26868" y="connsiteY26868"/>
              </a:cxn>
              <a:cxn ang="0">
                <a:pos x="connsiteX26869" y="connsiteY26869"/>
              </a:cxn>
              <a:cxn ang="0">
                <a:pos x="connsiteX26870" y="connsiteY26870"/>
              </a:cxn>
              <a:cxn ang="0">
                <a:pos x="connsiteX26871" y="connsiteY26871"/>
              </a:cxn>
              <a:cxn ang="0">
                <a:pos x="connsiteX26872" y="connsiteY26872"/>
              </a:cxn>
              <a:cxn ang="0">
                <a:pos x="connsiteX26873" y="connsiteY26873"/>
              </a:cxn>
              <a:cxn ang="0">
                <a:pos x="connsiteX26874" y="connsiteY26874"/>
              </a:cxn>
              <a:cxn ang="0">
                <a:pos x="connsiteX26875" y="connsiteY26875"/>
              </a:cxn>
              <a:cxn ang="0">
                <a:pos x="connsiteX26876" y="connsiteY26876"/>
              </a:cxn>
              <a:cxn ang="0">
                <a:pos x="connsiteX26877" y="connsiteY26877"/>
              </a:cxn>
              <a:cxn ang="0">
                <a:pos x="connsiteX26878" y="connsiteY26878"/>
              </a:cxn>
              <a:cxn ang="0">
                <a:pos x="connsiteX26879" y="connsiteY26879"/>
              </a:cxn>
              <a:cxn ang="0">
                <a:pos x="connsiteX26880" y="connsiteY26880"/>
              </a:cxn>
              <a:cxn ang="0">
                <a:pos x="connsiteX26881" y="connsiteY26881"/>
              </a:cxn>
              <a:cxn ang="0">
                <a:pos x="connsiteX26882" y="connsiteY26882"/>
              </a:cxn>
              <a:cxn ang="0">
                <a:pos x="connsiteX26883" y="connsiteY26883"/>
              </a:cxn>
              <a:cxn ang="0">
                <a:pos x="connsiteX26884" y="connsiteY26884"/>
              </a:cxn>
              <a:cxn ang="0">
                <a:pos x="connsiteX26885" y="connsiteY26885"/>
              </a:cxn>
              <a:cxn ang="0">
                <a:pos x="connsiteX26886" y="connsiteY26886"/>
              </a:cxn>
              <a:cxn ang="0">
                <a:pos x="connsiteX26887" y="connsiteY26887"/>
              </a:cxn>
              <a:cxn ang="0">
                <a:pos x="connsiteX26888" y="connsiteY26888"/>
              </a:cxn>
              <a:cxn ang="0">
                <a:pos x="connsiteX26889" y="connsiteY26889"/>
              </a:cxn>
              <a:cxn ang="0">
                <a:pos x="connsiteX26890" y="connsiteY26890"/>
              </a:cxn>
              <a:cxn ang="0">
                <a:pos x="connsiteX26891" y="connsiteY26891"/>
              </a:cxn>
              <a:cxn ang="0">
                <a:pos x="connsiteX26892" y="connsiteY26892"/>
              </a:cxn>
              <a:cxn ang="0">
                <a:pos x="connsiteX26893" y="connsiteY26893"/>
              </a:cxn>
              <a:cxn ang="0">
                <a:pos x="connsiteX26894" y="connsiteY26894"/>
              </a:cxn>
              <a:cxn ang="0">
                <a:pos x="connsiteX26895" y="connsiteY26895"/>
              </a:cxn>
              <a:cxn ang="0">
                <a:pos x="connsiteX26896" y="connsiteY26896"/>
              </a:cxn>
              <a:cxn ang="0">
                <a:pos x="connsiteX26897" y="connsiteY26897"/>
              </a:cxn>
              <a:cxn ang="0">
                <a:pos x="connsiteX26898" y="connsiteY26898"/>
              </a:cxn>
              <a:cxn ang="0">
                <a:pos x="connsiteX26899" y="connsiteY26899"/>
              </a:cxn>
              <a:cxn ang="0">
                <a:pos x="connsiteX26900" y="connsiteY26900"/>
              </a:cxn>
              <a:cxn ang="0">
                <a:pos x="connsiteX26901" y="connsiteY26901"/>
              </a:cxn>
              <a:cxn ang="0">
                <a:pos x="connsiteX26902" y="connsiteY26902"/>
              </a:cxn>
              <a:cxn ang="0">
                <a:pos x="connsiteX26903" y="connsiteY26903"/>
              </a:cxn>
              <a:cxn ang="0">
                <a:pos x="connsiteX26904" y="connsiteY26904"/>
              </a:cxn>
              <a:cxn ang="0">
                <a:pos x="connsiteX26905" y="connsiteY26905"/>
              </a:cxn>
              <a:cxn ang="0">
                <a:pos x="connsiteX26906" y="connsiteY26906"/>
              </a:cxn>
              <a:cxn ang="0">
                <a:pos x="connsiteX26907" y="connsiteY26907"/>
              </a:cxn>
              <a:cxn ang="0">
                <a:pos x="connsiteX26908" y="connsiteY26908"/>
              </a:cxn>
              <a:cxn ang="0">
                <a:pos x="connsiteX26909" y="connsiteY26909"/>
              </a:cxn>
              <a:cxn ang="0">
                <a:pos x="connsiteX26910" y="connsiteY26910"/>
              </a:cxn>
              <a:cxn ang="0">
                <a:pos x="connsiteX26911" y="connsiteY26911"/>
              </a:cxn>
              <a:cxn ang="0">
                <a:pos x="connsiteX26912" y="connsiteY26912"/>
              </a:cxn>
              <a:cxn ang="0">
                <a:pos x="connsiteX26913" y="connsiteY26913"/>
              </a:cxn>
              <a:cxn ang="0">
                <a:pos x="connsiteX26914" y="connsiteY26914"/>
              </a:cxn>
              <a:cxn ang="0">
                <a:pos x="connsiteX26915" y="connsiteY26915"/>
              </a:cxn>
              <a:cxn ang="0">
                <a:pos x="connsiteX26916" y="connsiteY26916"/>
              </a:cxn>
              <a:cxn ang="0">
                <a:pos x="connsiteX26917" y="connsiteY26917"/>
              </a:cxn>
              <a:cxn ang="0">
                <a:pos x="connsiteX26918" y="connsiteY26918"/>
              </a:cxn>
              <a:cxn ang="0">
                <a:pos x="connsiteX26919" y="connsiteY26919"/>
              </a:cxn>
              <a:cxn ang="0">
                <a:pos x="connsiteX26920" y="connsiteY26920"/>
              </a:cxn>
              <a:cxn ang="0">
                <a:pos x="connsiteX26921" y="connsiteY26921"/>
              </a:cxn>
              <a:cxn ang="0">
                <a:pos x="connsiteX26922" y="connsiteY26922"/>
              </a:cxn>
              <a:cxn ang="0">
                <a:pos x="connsiteX26923" y="connsiteY26923"/>
              </a:cxn>
              <a:cxn ang="0">
                <a:pos x="connsiteX26924" y="connsiteY26924"/>
              </a:cxn>
              <a:cxn ang="0">
                <a:pos x="connsiteX26925" y="connsiteY26925"/>
              </a:cxn>
              <a:cxn ang="0">
                <a:pos x="connsiteX26926" y="connsiteY26926"/>
              </a:cxn>
              <a:cxn ang="0">
                <a:pos x="connsiteX26927" y="connsiteY26927"/>
              </a:cxn>
              <a:cxn ang="0">
                <a:pos x="connsiteX26928" y="connsiteY26928"/>
              </a:cxn>
              <a:cxn ang="0">
                <a:pos x="connsiteX26929" y="connsiteY26929"/>
              </a:cxn>
              <a:cxn ang="0">
                <a:pos x="connsiteX26930" y="connsiteY26930"/>
              </a:cxn>
              <a:cxn ang="0">
                <a:pos x="connsiteX26931" y="connsiteY26931"/>
              </a:cxn>
              <a:cxn ang="0">
                <a:pos x="connsiteX26932" y="connsiteY26932"/>
              </a:cxn>
              <a:cxn ang="0">
                <a:pos x="connsiteX26933" y="connsiteY26933"/>
              </a:cxn>
              <a:cxn ang="0">
                <a:pos x="connsiteX26934" y="connsiteY26934"/>
              </a:cxn>
              <a:cxn ang="0">
                <a:pos x="connsiteX26935" y="connsiteY26935"/>
              </a:cxn>
              <a:cxn ang="0">
                <a:pos x="connsiteX26936" y="connsiteY26936"/>
              </a:cxn>
              <a:cxn ang="0">
                <a:pos x="connsiteX26937" y="connsiteY26937"/>
              </a:cxn>
              <a:cxn ang="0">
                <a:pos x="connsiteX26938" y="connsiteY26938"/>
              </a:cxn>
              <a:cxn ang="0">
                <a:pos x="connsiteX26939" y="connsiteY26939"/>
              </a:cxn>
              <a:cxn ang="0">
                <a:pos x="connsiteX26940" y="connsiteY26940"/>
              </a:cxn>
              <a:cxn ang="0">
                <a:pos x="connsiteX26941" y="connsiteY26941"/>
              </a:cxn>
              <a:cxn ang="0">
                <a:pos x="connsiteX26942" y="connsiteY26942"/>
              </a:cxn>
              <a:cxn ang="0">
                <a:pos x="connsiteX26943" y="connsiteY26943"/>
              </a:cxn>
              <a:cxn ang="0">
                <a:pos x="connsiteX26944" y="connsiteY26944"/>
              </a:cxn>
              <a:cxn ang="0">
                <a:pos x="connsiteX26945" y="connsiteY26945"/>
              </a:cxn>
              <a:cxn ang="0">
                <a:pos x="connsiteX26946" y="connsiteY26946"/>
              </a:cxn>
              <a:cxn ang="0">
                <a:pos x="connsiteX26947" y="connsiteY26947"/>
              </a:cxn>
              <a:cxn ang="0">
                <a:pos x="connsiteX26948" y="connsiteY26948"/>
              </a:cxn>
              <a:cxn ang="0">
                <a:pos x="connsiteX26949" y="connsiteY26949"/>
              </a:cxn>
              <a:cxn ang="0">
                <a:pos x="connsiteX26950" y="connsiteY26950"/>
              </a:cxn>
              <a:cxn ang="0">
                <a:pos x="connsiteX26951" y="connsiteY26951"/>
              </a:cxn>
              <a:cxn ang="0">
                <a:pos x="connsiteX26952" y="connsiteY26952"/>
              </a:cxn>
              <a:cxn ang="0">
                <a:pos x="connsiteX26953" y="connsiteY26953"/>
              </a:cxn>
              <a:cxn ang="0">
                <a:pos x="connsiteX26954" y="connsiteY26954"/>
              </a:cxn>
              <a:cxn ang="0">
                <a:pos x="connsiteX26955" y="connsiteY26955"/>
              </a:cxn>
              <a:cxn ang="0">
                <a:pos x="connsiteX26956" y="connsiteY26956"/>
              </a:cxn>
              <a:cxn ang="0">
                <a:pos x="connsiteX26957" y="connsiteY26957"/>
              </a:cxn>
              <a:cxn ang="0">
                <a:pos x="connsiteX26958" y="connsiteY26958"/>
              </a:cxn>
              <a:cxn ang="0">
                <a:pos x="connsiteX26959" y="connsiteY26959"/>
              </a:cxn>
              <a:cxn ang="0">
                <a:pos x="connsiteX26960" y="connsiteY26960"/>
              </a:cxn>
              <a:cxn ang="0">
                <a:pos x="connsiteX26961" y="connsiteY26961"/>
              </a:cxn>
              <a:cxn ang="0">
                <a:pos x="connsiteX26962" y="connsiteY26962"/>
              </a:cxn>
              <a:cxn ang="0">
                <a:pos x="connsiteX26963" y="connsiteY26963"/>
              </a:cxn>
              <a:cxn ang="0">
                <a:pos x="connsiteX26964" y="connsiteY26964"/>
              </a:cxn>
              <a:cxn ang="0">
                <a:pos x="connsiteX26965" y="connsiteY26965"/>
              </a:cxn>
              <a:cxn ang="0">
                <a:pos x="connsiteX26966" y="connsiteY26966"/>
              </a:cxn>
              <a:cxn ang="0">
                <a:pos x="connsiteX26967" y="connsiteY26967"/>
              </a:cxn>
              <a:cxn ang="0">
                <a:pos x="connsiteX26968" y="connsiteY26968"/>
              </a:cxn>
              <a:cxn ang="0">
                <a:pos x="connsiteX26969" y="connsiteY26969"/>
              </a:cxn>
              <a:cxn ang="0">
                <a:pos x="connsiteX26970" y="connsiteY26970"/>
              </a:cxn>
              <a:cxn ang="0">
                <a:pos x="connsiteX26971" y="connsiteY26971"/>
              </a:cxn>
              <a:cxn ang="0">
                <a:pos x="connsiteX26972" y="connsiteY26972"/>
              </a:cxn>
              <a:cxn ang="0">
                <a:pos x="connsiteX26973" y="connsiteY26973"/>
              </a:cxn>
              <a:cxn ang="0">
                <a:pos x="connsiteX26974" y="connsiteY26974"/>
              </a:cxn>
              <a:cxn ang="0">
                <a:pos x="connsiteX26975" y="connsiteY26975"/>
              </a:cxn>
              <a:cxn ang="0">
                <a:pos x="connsiteX26976" y="connsiteY26976"/>
              </a:cxn>
              <a:cxn ang="0">
                <a:pos x="connsiteX26977" y="connsiteY26977"/>
              </a:cxn>
              <a:cxn ang="0">
                <a:pos x="connsiteX26978" y="connsiteY26978"/>
              </a:cxn>
              <a:cxn ang="0">
                <a:pos x="connsiteX26979" y="connsiteY26979"/>
              </a:cxn>
              <a:cxn ang="0">
                <a:pos x="connsiteX26980" y="connsiteY26980"/>
              </a:cxn>
              <a:cxn ang="0">
                <a:pos x="connsiteX26981" y="connsiteY26981"/>
              </a:cxn>
              <a:cxn ang="0">
                <a:pos x="connsiteX26982" y="connsiteY26982"/>
              </a:cxn>
              <a:cxn ang="0">
                <a:pos x="connsiteX26983" y="connsiteY26983"/>
              </a:cxn>
              <a:cxn ang="0">
                <a:pos x="connsiteX26984" y="connsiteY26984"/>
              </a:cxn>
              <a:cxn ang="0">
                <a:pos x="connsiteX26985" y="connsiteY26985"/>
              </a:cxn>
              <a:cxn ang="0">
                <a:pos x="connsiteX26986" y="connsiteY26986"/>
              </a:cxn>
              <a:cxn ang="0">
                <a:pos x="connsiteX26987" y="connsiteY26987"/>
              </a:cxn>
              <a:cxn ang="0">
                <a:pos x="connsiteX26988" y="connsiteY26988"/>
              </a:cxn>
              <a:cxn ang="0">
                <a:pos x="connsiteX26989" y="connsiteY26989"/>
              </a:cxn>
              <a:cxn ang="0">
                <a:pos x="connsiteX26990" y="connsiteY26990"/>
              </a:cxn>
              <a:cxn ang="0">
                <a:pos x="connsiteX26991" y="connsiteY26991"/>
              </a:cxn>
              <a:cxn ang="0">
                <a:pos x="connsiteX26992" y="connsiteY26992"/>
              </a:cxn>
              <a:cxn ang="0">
                <a:pos x="connsiteX26993" y="connsiteY26993"/>
              </a:cxn>
              <a:cxn ang="0">
                <a:pos x="connsiteX26994" y="connsiteY26994"/>
              </a:cxn>
              <a:cxn ang="0">
                <a:pos x="connsiteX26995" y="connsiteY26995"/>
              </a:cxn>
              <a:cxn ang="0">
                <a:pos x="connsiteX26996" y="connsiteY26996"/>
              </a:cxn>
              <a:cxn ang="0">
                <a:pos x="connsiteX26997" y="connsiteY26997"/>
              </a:cxn>
              <a:cxn ang="0">
                <a:pos x="connsiteX26998" y="connsiteY26998"/>
              </a:cxn>
              <a:cxn ang="0">
                <a:pos x="connsiteX26999" y="connsiteY26999"/>
              </a:cxn>
              <a:cxn ang="0">
                <a:pos x="connsiteX27000" y="connsiteY27000"/>
              </a:cxn>
              <a:cxn ang="0">
                <a:pos x="connsiteX27001" y="connsiteY27001"/>
              </a:cxn>
              <a:cxn ang="0">
                <a:pos x="connsiteX27002" y="connsiteY27002"/>
              </a:cxn>
              <a:cxn ang="0">
                <a:pos x="connsiteX27003" y="connsiteY27003"/>
              </a:cxn>
              <a:cxn ang="0">
                <a:pos x="connsiteX27004" y="connsiteY27004"/>
              </a:cxn>
              <a:cxn ang="0">
                <a:pos x="connsiteX27005" y="connsiteY27005"/>
              </a:cxn>
              <a:cxn ang="0">
                <a:pos x="connsiteX27006" y="connsiteY27006"/>
              </a:cxn>
              <a:cxn ang="0">
                <a:pos x="connsiteX27007" y="connsiteY27007"/>
              </a:cxn>
              <a:cxn ang="0">
                <a:pos x="connsiteX27008" y="connsiteY27008"/>
              </a:cxn>
              <a:cxn ang="0">
                <a:pos x="connsiteX27009" y="connsiteY27009"/>
              </a:cxn>
              <a:cxn ang="0">
                <a:pos x="connsiteX27010" y="connsiteY27010"/>
              </a:cxn>
              <a:cxn ang="0">
                <a:pos x="connsiteX27011" y="connsiteY27011"/>
              </a:cxn>
              <a:cxn ang="0">
                <a:pos x="connsiteX27012" y="connsiteY27012"/>
              </a:cxn>
              <a:cxn ang="0">
                <a:pos x="connsiteX27013" y="connsiteY27013"/>
              </a:cxn>
              <a:cxn ang="0">
                <a:pos x="connsiteX27014" y="connsiteY27014"/>
              </a:cxn>
              <a:cxn ang="0">
                <a:pos x="connsiteX27015" y="connsiteY27015"/>
              </a:cxn>
              <a:cxn ang="0">
                <a:pos x="connsiteX27016" y="connsiteY27016"/>
              </a:cxn>
              <a:cxn ang="0">
                <a:pos x="connsiteX27017" y="connsiteY27017"/>
              </a:cxn>
              <a:cxn ang="0">
                <a:pos x="connsiteX27018" y="connsiteY27018"/>
              </a:cxn>
              <a:cxn ang="0">
                <a:pos x="connsiteX27019" y="connsiteY27019"/>
              </a:cxn>
              <a:cxn ang="0">
                <a:pos x="connsiteX27020" y="connsiteY27020"/>
              </a:cxn>
              <a:cxn ang="0">
                <a:pos x="connsiteX27021" y="connsiteY27021"/>
              </a:cxn>
              <a:cxn ang="0">
                <a:pos x="connsiteX27022" y="connsiteY27022"/>
              </a:cxn>
              <a:cxn ang="0">
                <a:pos x="connsiteX27023" y="connsiteY27023"/>
              </a:cxn>
              <a:cxn ang="0">
                <a:pos x="connsiteX27024" y="connsiteY27024"/>
              </a:cxn>
              <a:cxn ang="0">
                <a:pos x="connsiteX27025" y="connsiteY27025"/>
              </a:cxn>
              <a:cxn ang="0">
                <a:pos x="connsiteX27026" y="connsiteY27026"/>
              </a:cxn>
              <a:cxn ang="0">
                <a:pos x="connsiteX27027" y="connsiteY27027"/>
              </a:cxn>
              <a:cxn ang="0">
                <a:pos x="connsiteX27028" y="connsiteY27028"/>
              </a:cxn>
              <a:cxn ang="0">
                <a:pos x="connsiteX27029" y="connsiteY27029"/>
              </a:cxn>
              <a:cxn ang="0">
                <a:pos x="connsiteX27030" y="connsiteY27030"/>
              </a:cxn>
              <a:cxn ang="0">
                <a:pos x="connsiteX27031" y="connsiteY27031"/>
              </a:cxn>
              <a:cxn ang="0">
                <a:pos x="connsiteX27032" y="connsiteY27032"/>
              </a:cxn>
              <a:cxn ang="0">
                <a:pos x="connsiteX27033" y="connsiteY27033"/>
              </a:cxn>
              <a:cxn ang="0">
                <a:pos x="connsiteX27034" y="connsiteY27034"/>
              </a:cxn>
              <a:cxn ang="0">
                <a:pos x="connsiteX27035" y="connsiteY27035"/>
              </a:cxn>
              <a:cxn ang="0">
                <a:pos x="connsiteX27036" y="connsiteY27036"/>
              </a:cxn>
              <a:cxn ang="0">
                <a:pos x="connsiteX27037" y="connsiteY27037"/>
              </a:cxn>
              <a:cxn ang="0">
                <a:pos x="connsiteX27038" y="connsiteY27038"/>
              </a:cxn>
              <a:cxn ang="0">
                <a:pos x="connsiteX27039" y="connsiteY27039"/>
              </a:cxn>
              <a:cxn ang="0">
                <a:pos x="connsiteX27040" y="connsiteY27040"/>
              </a:cxn>
              <a:cxn ang="0">
                <a:pos x="connsiteX27041" y="connsiteY27041"/>
              </a:cxn>
              <a:cxn ang="0">
                <a:pos x="connsiteX27042" y="connsiteY27042"/>
              </a:cxn>
              <a:cxn ang="0">
                <a:pos x="connsiteX27043" y="connsiteY27043"/>
              </a:cxn>
              <a:cxn ang="0">
                <a:pos x="connsiteX27044" y="connsiteY27044"/>
              </a:cxn>
              <a:cxn ang="0">
                <a:pos x="connsiteX27045" y="connsiteY27045"/>
              </a:cxn>
              <a:cxn ang="0">
                <a:pos x="connsiteX27046" y="connsiteY27046"/>
              </a:cxn>
              <a:cxn ang="0">
                <a:pos x="connsiteX27047" y="connsiteY27047"/>
              </a:cxn>
              <a:cxn ang="0">
                <a:pos x="connsiteX27048" y="connsiteY27048"/>
              </a:cxn>
              <a:cxn ang="0">
                <a:pos x="connsiteX27049" y="connsiteY27049"/>
              </a:cxn>
              <a:cxn ang="0">
                <a:pos x="connsiteX27050" y="connsiteY27050"/>
              </a:cxn>
              <a:cxn ang="0">
                <a:pos x="connsiteX27051" y="connsiteY27051"/>
              </a:cxn>
              <a:cxn ang="0">
                <a:pos x="connsiteX27052" y="connsiteY27052"/>
              </a:cxn>
              <a:cxn ang="0">
                <a:pos x="connsiteX27053" y="connsiteY27053"/>
              </a:cxn>
              <a:cxn ang="0">
                <a:pos x="connsiteX27054" y="connsiteY27054"/>
              </a:cxn>
              <a:cxn ang="0">
                <a:pos x="connsiteX27055" y="connsiteY27055"/>
              </a:cxn>
              <a:cxn ang="0">
                <a:pos x="connsiteX27056" y="connsiteY27056"/>
              </a:cxn>
              <a:cxn ang="0">
                <a:pos x="connsiteX27057" y="connsiteY27057"/>
              </a:cxn>
              <a:cxn ang="0">
                <a:pos x="connsiteX27058" y="connsiteY27058"/>
              </a:cxn>
              <a:cxn ang="0">
                <a:pos x="connsiteX27059" y="connsiteY27059"/>
              </a:cxn>
              <a:cxn ang="0">
                <a:pos x="connsiteX27060" y="connsiteY27060"/>
              </a:cxn>
              <a:cxn ang="0">
                <a:pos x="connsiteX27061" y="connsiteY27061"/>
              </a:cxn>
              <a:cxn ang="0">
                <a:pos x="connsiteX27062" y="connsiteY27062"/>
              </a:cxn>
              <a:cxn ang="0">
                <a:pos x="connsiteX27063" y="connsiteY27063"/>
              </a:cxn>
              <a:cxn ang="0">
                <a:pos x="connsiteX27064" y="connsiteY27064"/>
              </a:cxn>
              <a:cxn ang="0">
                <a:pos x="connsiteX27065" y="connsiteY27065"/>
              </a:cxn>
              <a:cxn ang="0">
                <a:pos x="connsiteX27066" y="connsiteY27066"/>
              </a:cxn>
              <a:cxn ang="0">
                <a:pos x="connsiteX27067" y="connsiteY27067"/>
              </a:cxn>
              <a:cxn ang="0">
                <a:pos x="connsiteX27068" y="connsiteY27068"/>
              </a:cxn>
              <a:cxn ang="0">
                <a:pos x="connsiteX27069" y="connsiteY27069"/>
              </a:cxn>
              <a:cxn ang="0">
                <a:pos x="connsiteX27070" y="connsiteY27070"/>
              </a:cxn>
              <a:cxn ang="0">
                <a:pos x="connsiteX27071" y="connsiteY27071"/>
              </a:cxn>
              <a:cxn ang="0">
                <a:pos x="connsiteX27072" y="connsiteY27072"/>
              </a:cxn>
              <a:cxn ang="0">
                <a:pos x="connsiteX27073" y="connsiteY27073"/>
              </a:cxn>
              <a:cxn ang="0">
                <a:pos x="connsiteX27074" y="connsiteY27074"/>
              </a:cxn>
              <a:cxn ang="0">
                <a:pos x="connsiteX27075" y="connsiteY27075"/>
              </a:cxn>
              <a:cxn ang="0">
                <a:pos x="connsiteX27076" y="connsiteY27076"/>
              </a:cxn>
              <a:cxn ang="0">
                <a:pos x="connsiteX27077" y="connsiteY27077"/>
              </a:cxn>
              <a:cxn ang="0">
                <a:pos x="connsiteX27078" y="connsiteY27078"/>
              </a:cxn>
              <a:cxn ang="0">
                <a:pos x="connsiteX27079" y="connsiteY27079"/>
              </a:cxn>
              <a:cxn ang="0">
                <a:pos x="connsiteX27080" y="connsiteY27080"/>
              </a:cxn>
              <a:cxn ang="0">
                <a:pos x="connsiteX27081" y="connsiteY27081"/>
              </a:cxn>
              <a:cxn ang="0">
                <a:pos x="connsiteX27082" y="connsiteY27082"/>
              </a:cxn>
              <a:cxn ang="0">
                <a:pos x="connsiteX27083" y="connsiteY27083"/>
              </a:cxn>
              <a:cxn ang="0">
                <a:pos x="connsiteX27084" y="connsiteY27084"/>
              </a:cxn>
              <a:cxn ang="0">
                <a:pos x="connsiteX27085" y="connsiteY27085"/>
              </a:cxn>
              <a:cxn ang="0">
                <a:pos x="connsiteX27086" y="connsiteY27086"/>
              </a:cxn>
              <a:cxn ang="0">
                <a:pos x="connsiteX27087" y="connsiteY27087"/>
              </a:cxn>
              <a:cxn ang="0">
                <a:pos x="connsiteX27088" y="connsiteY27088"/>
              </a:cxn>
              <a:cxn ang="0">
                <a:pos x="connsiteX27089" y="connsiteY27089"/>
              </a:cxn>
              <a:cxn ang="0">
                <a:pos x="connsiteX27090" y="connsiteY27090"/>
              </a:cxn>
              <a:cxn ang="0">
                <a:pos x="connsiteX27091" y="connsiteY27091"/>
              </a:cxn>
              <a:cxn ang="0">
                <a:pos x="connsiteX27092" y="connsiteY27092"/>
              </a:cxn>
              <a:cxn ang="0">
                <a:pos x="connsiteX27093" y="connsiteY27093"/>
              </a:cxn>
              <a:cxn ang="0">
                <a:pos x="connsiteX27094" y="connsiteY27094"/>
              </a:cxn>
              <a:cxn ang="0">
                <a:pos x="connsiteX27095" y="connsiteY27095"/>
              </a:cxn>
              <a:cxn ang="0">
                <a:pos x="connsiteX27096" y="connsiteY27096"/>
              </a:cxn>
              <a:cxn ang="0">
                <a:pos x="connsiteX27097" y="connsiteY27097"/>
              </a:cxn>
              <a:cxn ang="0">
                <a:pos x="connsiteX27098" y="connsiteY27098"/>
              </a:cxn>
              <a:cxn ang="0">
                <a:pos x="connsiteX27099" y="connsiteY27099"/>
              </a:cxn>
              <a:cxn ang="0">
                <a:pos x="connsiteX27100" y="connsiteY27100"/>
              </a:cxn>
              <a:cxn ang="0">
                <a:pos x="connsiteX27101" y="connsiteY27101"/>
              </a:cxn>
              <a:cxn ang="0">
                <a:pos x="connsiteX27102" y="connsiteY27102"/>
              </a:cxn>
              <a:cxn ang="0">
                <a:pos x="connsiteX27103" y="connsiteY27103"/>
              </a:cxn>
              <a:cxn ang="0">
                <a:pos x="connsiteX27104" y="connsiteY27104"/>
              </a:cxn>
              <a:cxn ang="0">
                <a:pos x="connsiteX27105" y="connsiteY27105"/>
              </a:cxn>
              <a:cxn ang="0">
                <a:pos x="connsiteX27106" y="connsiteY27106"/>
              </a:cxn>
              <a:cxn ang="0">
                <a:pos x="connsiteX27107" y="connsiteY27107"/>
              </a:cxn>
              <a:cxn ang="0">
                <a:pos x="connsiteX27108" y="connsiteY27108"/>
              </a:cxn>
              <a:cxn ang="0">
                <a:pos x="connsiteX27109" y="connsiteY27109"/>
              </a:cxn>
              <a:cxn ang="0">
                <a:pos x="connsiteX27110" y="connsiteY27110"/>
              </a:cxn>
              <a:cxn ang="0">
                <a:pos x="connsiteX27111" y="connsiteY27111"/>
              </a:cxn>
              <a:cxn ang="0">
                <a:pos x="connsiteX27112" y="connsiteY27112"/>
              </a:cxn>
              <a:cxn ang="0">
                <a:pos x="connsiteX27113" y="connsiteY27113"/>
              </a:cxn>
              <a:cxn ang="0">
                <a:pos x="connsiteX27114" y="connsiteY27114"/>
              </a:cxn>
              <a:cxn ang="0">
                <a:pos x="connsiteX27115" y="connsiteY27115"/>
              </a:cxn>
              <a:cxn ang="0">
                <a:pos x="connsiteX27116" y="connsiteY27116"/>
              </a:cxn>
              <a:cxn ang="0">
                <a:pos x="connsiteX27117" y="connsiteY27117"/>
              </a:cxn>
              <a:cxn ang="0">
                <a:pos x="connsiteX27118" y="connsiteY27118"/>
              </a:cxn>
              <a:cxn ang="0">
                <a:pos x="connsiteX27119" y="connsiteY27119"/>
              </a:cxn>
              <a:cxn ang="0">
                <a:pos x="connsiteX27120" y="connsiteY27120"/>
              </a:cxn>
              <a:cxn ang="0">
                <a:pos x="connsiteX27121" y="connsiteY27121"/>
              </a:cxn>
              <a:cxn ang="0">
                <a:pos x="connsiteX27122" y="connsiteY27122"/>
              </a:cxn>
              <a:cxn ang="0">
                <a:pos x="connsiteX27123" y="connsiteY27123"/>
              </a:cxn>
              <a:cxn ang="0">
                <a:pos x="connsiteX27124" y="connsiteY27124"/>
              </a:cxn>
              <a:cxn ang="0">
                <a:pos x="connsiteX27125" y="connsiteY27125"/>
              </a:cxn>
              <a:cxn ang="0">
                <a:pos x="connsiteX27126" y="connsiteY27126"/>
              </a:cxn>
              <a:cxn ang="0">
                <a:pos x="connsiteX27127" y="connsiteY27127"/>
              </a:cxn>
              <a:cxn ang="0">
                <a:pos x="connsiteX27128" y="connsiteY27128"/>
              </a:cxn>
              <a:cxn ang="0">
                <a:pos x="connsiteX27129" y="connsiteY27129"/>
              </a:cxn>
              <a:cxn ang="0">
                <a:pos x="connsiteX27130" y="connsiteY27130"/>
              </a:cxn>
              <a:cxn ang="0">
                <a:pos x="connsiteX27131" y="connsiteY27131"/>
              </a:cxn>
              <a:cxn ang="0">
                <a:pos x="connsiteX27132" y="connsiteY27132"/>
              </a:cxn>
              <a:cxn ang="0">
                <a:pos x="connsiteX27133" y="connsiteY27133"/>
              </a:cxn>
              <a:cxn ang="0">
                <a:pos x="connsiteX27134" y="connsiteY27134"/>
              </a:cxn>
              <a:cxn ang="0">
                <a:pos x="connsiteX27135" y="connsiteY27135"/>
              </a:cxn>
              <a:cxn ang="0">
                <a:pos x="connsiteX27136" y="connsiteY27136"/>
              </a:cxn>
              <a:cxn ang="0">
                <a:pos x="connsiteX27137" y="connsiteY27137"/>
              </a:cxn>
              <a:cxn ang="0">
                <a:pos x="connsiteX27138" y="connsiteY27138"/>
              </a:cxn>
              <a:cxn ang="0">
                <a:pos x="connsiteX27139" y="connsiteY27139"/>
              </a:cxn>
              <a:cxn ang="0">
                <a:pos x="connsiteX27140" y="connsiteY27140"/>
              </a:cxn>
              <a:cxn ang="0">
                <a:pos x="connsiteX27141" y="connsiteY27141"/>
              </a:cxn>
              <a:cxn ang="0">
                <a:pos x="connsiteX27142" y="connsiteY27142"/>
              </a:cxn>
              <a:cxn ang="0">
                <a:pos x="connsiteX27143" y="connsiteY27143"/>
              </a:cxn>
              <a:cxn ang="0">
                <a:pos x="connsiteX27144" y="connsiteY27144"/>
              </a:cxn>
              <a:cxn ang="0">
                <a:pos x="connsiteX27145" y="connsiteY27145"/>
              </a:cxn>
              <a:cxn ang="0">
                <a:pos x="connsiteX27146" y="connsiteY27146"/>
              </a:cxn>
              <a:cxn ang="0">
                <a:pos x="connsiteX27147" y="connsiteY27147"/>
              </a:cxn>
              <a:cxn ang="0">
                <a:pos x="connsiteX27148" y="connsiteY27148"/>
              </a:cxn>
              <a:cxn ang="0">
                <a:pos x="connsiteX27149" y="connsiteY27149"/>
              </a:cxn>
              <a:cxn ang="0">
                <a:pos x="connsiteX27150" y="connsiteY27150"/>
              </a:cxn>
              <a:cxn ang="0">
                <a:pos x="connsiteX27151" y="connsiteY27151"/>
              </a:cxn>
              <a:cxn ang="0">
                <a:pos x="connsiteX27152" y="connsiteY27152"/>
              </a:cxn>
              <a:cxn ang="0">
                <a:pos x="connsiteX27153" y="connsiteY27153"/>
              </a:cxn>
              <a:cxn ang="0">
                <a:pos x="connsiteX27154" y="connsiteY27154"/>
              </a:cxn>
              <a:cxn ang="0">
                <a:pos x="connsiteX27155" y="connsiteY27155"/>
              </a:cxn>
              <a:cxn ang="0">
                <a:pos x="connsiteX27156" y="connsiteY27156"/>
              </a:cxn>
              <a:cxn ang="0">
                <a:pos x="connsiteX27157" y="connsiteY27157"/>
              </a:cxn>
              <a:cxn ang="0">
                <a:pos x="connsiteX27158" y="connsiteY27158"/>
              </a:cxn>
              <a:cxn ang="0">
                <a:pos x="connsiteX27159" y="connsiteY27159"/>
              </a:cxn>
              <a:cxn ang="0">
                <a:pos x="connsiteX27160" y="connsiteY27160"/>
              </a:cxn>
              <a:cxn ang="0">
                <a:pos x="connsiteX27161" y="connsiteY27161"/>
              </a:cxn>
              <a:cxn ang="0">
                <a:pos x="connsiteX27162" y="connsiteY27162"/>
              </a:cxn>
              <a:cxn ang="0">
                <a:pos x="connsiteX27163" y="connsiteY27163"/>
              </a:cxn>
              <a:cxn ang="0">
                <a:pos x="connsiteX27164" y="connsiteY27164"/>
              </a:cxn>
              <a:cxn ang="0">
                <a:pos x="connsiteX27165" y="connsiteY27165"/>
              </a:cxn>
              <a:cxn ang="0">
                <a:pos x="connsiteX27166" y="connsiteY27166"/>
              </a:cxn>
              <a:cxn ang="0">
                <a:pos x="connsiteX27167" y="connsiteY27167"/>
              </a:cxn>
              <a:cxn ang="0">
                <a:pos x="connsiteX27168" y="connsiteY27168"/>
              </a:cxn>
              <a:cxn ang="0">
                <a:pos x="connsiteX27169" y="connsiteY27169"/>
              </a:cxn>
              <a:cxn ang="0">
                <a:pos x="connsiteX27170" y="connsiteY27170"/>
              </a:cxn>
              <a:cxn ang="0">
                <a:pos x="connsiteX27171" y="connsiteY27171"/>
              </a:cxn>
              <a:cxn ang="0">
                <a:pos x="connsiteX27172" y="connsiteY27172"/>
              </a:cxn>
              <a:cxn ang="0">
                <a:pos x="connsiteX27173" y="connsiteY27173"/>
              </a:cxn>
              <a:cxn ang="0">
                <a:pos x="connsiteX27174" y="connsiteY27174"/>
              </a:cxn>
              <a:cxn ang="0">
                <a:pos x="connsiteX27175" y="connsiteY27175"/>
              </a:cxn>
              <a:cxn ang="0">
                <a:pos x="connsiteX27176" y="connsiteY27176"/>
              </a:cxn>
              <a:cxn ang="0">
                <a:pos x="connsiteX27177" y="connsiteY27177"/>
              </a:cxn>
              <a:cxn ang="0">
                <a:pos x="connsiteX27178" y="connsiteY27178"/>
              </a:cxn>
              <a:cxn ang="0">
                <a:pos x="connsiteX27179" y="connsiteY27179"/>
              </a:cxn>
              <a:cxn ang="0">
                <a:pos x="connsiteX27180" y="connsiteY27180"/>
              </a:cxn>
              <a:cxn ang="0">
                <a:pos x="connsiteX27181" y="connsiteY27181"/>
              </a:cxn>
              <a:cxn ang="0">
                <a:pos x="connsiteX27182" y="connsiteY27182"/>
              </a:cxn>
              <a:cxn ang="0">
                <a:pos x="connsiteX27183" y="connsiteY27183"/>
              </a:cxn>
              <a:cxn ang="0">
                <a:pos x="connsiteX27184" y="connsiteY27184"/>
              </a:cxn>
              <a:cxn ang="0">
                <a:pos x="connsiteX27185" y="connsiteY27185"/>
              </a:cxn>
              <a:cxn ang="0">
                <a:pos x="connsiteX27186" y="connsiteY27186"/>
              </a:cxn>
              <a:cxn ang="0">
                <a:pos x="connsiteX27187" y="connsiteY27187"/>
              </a:cxn>
              <a:cxn ang="0">
                <a:pos x="connsiteX27188" y="connsiteY27188"/>
              </a:cxn>
              <a:cxn ang="0">
                <a:pos x="connsiteX27189" y="connsiteY27189"/>
              </a:cxn>
              <a:cxn ang="0">
                <a:pos x="connsiteX27190" y="connsiteY27190"/>
              </a:cxn>
              <a:cxn ang="0">
                <a:pos x="connsiteX27191" y="connsiteY27191"/>
              </a:cxn>
              <a:cxn ang="0">
                <a:pos x="connsiteX27192" y="connsiteY27192"/>
              </a:cxn>
              <a:cxn ang="0">
                <a:pos x="connsiteX27193" y="connsiteY27193"/>
              </a:cxn>
              <a:cxn ang="0">
                <a:pos x="connsiteX27194" y="connsiteY27194"/>
              </a:cxn>
              <a:cxn ang="0">
                <a:pos x="connsiteX27195" y="connsiteY27195"/>
              </a:cxn>
              <a:cxn ang="0">
                <a:pos x="connsiteX27196" y="connsiteY27196"/>
              </a:cxn>
              <a:cxn ang="0">
                <a:pos x="connsiteX27197" y="connsiteY27197"/>
              </a:cxn>
              <a:cxn ang="0">
                <a:pos x="connsiteX27198" y="connsiteY27198"/>
              </a:cxn>
              <a:cxn ang="0">
                <a:pos x="connsiteX27199" y="connsiteY27199"/>
              </a:cxn>
              <a:cxn ang="0">
                <a:pos x="connsiteX27200" y="connsiteY27200"/>
              </a:cxn>
              <a:cxn ang="0">
                <a:pos x="connsiteX27201" y="connsiteY27201"/>
              </a:cxn>
              <a:cxn ang="0">
                <a:pos x="connsiteX27202" y="connsiteY27202"/>
              </a:cxn>
              <a:cxn ang="0">
                <a:pos x="connsiteX27203" y="connsiteY27203"/>
              </a:cxn>
              <a:cxn ang="0">
                <a:pos x="connsiteX27204" y="connsiteY27204"/>
              </a:cxn>
              <a:cxn ang="0">
                <a:pos x="connsiteX27205" y="connsiteY27205"/>
              </a:cxn>
              <a:cxn ang="0">
                <a:pos x="connsiteX27206" y="connsiteY27206"/>
              </a:cxn>
              <a:cxn ang="0">
                <a:pos x="connsiteX27207" y="connsiteY27207"/>
              </a:cxn>
              <a:cxn ang="0">
                <a:pos x="connsiteX27208" y="connsiteY27208"/>
              </a:cxn>
              <a:cxn ang="0">
                <a:pos x="connsiteX27209" y="connsiteY27209"/>
              </a:cxn>
              <a:cxn ang="0">
                <a:pos x="connsiteX27210" y="connsiteY27210"/>
              </a:cxn>
              <a:cxn ang="0">
                <a:pos x="connsiteX27211" y="connsiteY27211"/>
              </a:cxn>
              <a:cxn ang="0">
                <a:pos x="connsiteX27212" y="connsiteY27212"/>
              </a:cxn>
              <a:cxn ang="0">
                <a:pos x="connsiteX27213" y="connsiteY27213"/>
              </a:cxn>
              <a:cxn ang="0">
                <a:pos x="connsiteX27214" y="connsiteY27214"/>
              </a:cxn>
              <a:cxn ang="0">
                <a:pos x="connsiteX27215" y="connsiteY27215"/>
              </a:cxn>
              <a:cxn ang="0">
                <a:pos x="connsiteX27216" y="connsiteY27216"/>
              </a:cxn>
              <a:cxn ang="0">
                <a:pos x="connsiteX27217" y="connsiteY27217"/>
              </a:cxn>
              <a:cxn ang="0">
                <a:pos x="connsiteX27218" y="connsiteY27218"/>
              </a:cxn>
              <a:cxn ang="0">
                <a:pos x="connsiteX27219" y="connsiteY27219"/>
              </a:cxn>
              <a:cxn ang="0">
                <a:pos x="connsiteX27220" y="connsiteY27220"/>
              </a:cxn>
              <a:cxn ang="0">
                <a:pos x="connsiteX27221" y="connsiteY27221"/>
              </a:cxn>
              <a:cxn ang="0">
                <a:pos x="connsiteX27222" y="connsiteY27222"/>
              </a:cxn>
              <a:cxn ang="0">
                <a:pos x="connsiteX27223" y="connsiteY27223"/>
              </a:cxn>
              <a:cxn ang="0">
                <a:pos x="connsiteX27224" y="connsiteY27224"/>
              </a:cxn>
              <a:cxn ang="0">
                <a:pos x="connsiteX27225" y="connsiteY27225"/>
              </a:cxn>
              <a:cxn ang="0">
                <a:pos x="connsiteX27226" y="connsiteY27226"/>
              </a:cxn>
              <a:cxn ang="0">
                <a:pos x="connsiteX27227" y="connsiteY27227"/>
              </a:cxn>
              <a:cxn ang="0">
                <a:pos x="connsiteX27228" y="connsiteY27228"/>
              </a:cxn>
              <a:cxn ang="0">
                <a:pos x="connsiteX27229" y="connsiteY27229"/>
              </a:cxn>
              <a:cxn ang="0">
                <a:pos x="connsiteX27230" y="connsiteY27230"/>
              </a:cxn>
              <a:cxn ang="0">
                <a:pos x="connsiteX27231" y="connsiteY27231"/>
              </a:cxn>
              <a:cxn ang="0">
                <a:pos x="connsiteX27232" y="connsiteY27232"/>
              </a:cxn>
              <a:cxn ang="0">
                <a:pos x="connsiteX27233" y="connsiteY27233"/>
              </a:cxn>
              <a:cxn ang="0">
                <a:pos x="connsiteX27234" y="connsiteY27234"/>
              </a:cxn>
              <a:cxn ang="0">
                <a:pos x="connsiteX27235" y="connsiteY27235"/>
              </a:cxn>
              <a:cxn ang="0">
                <a:pos x="connsiteX27236" y="connsiteY27236"/>
              </a:cxn>
              <a:cxn ang="0">
                <a:pos x="connsiteX27237" y="connsiteY27237"/>
              </a:cxn>
              <a:cxn ang="0">
                <a:pos x="connsiteX27238" y="connsiteY27238"/>
              </a:cxn>
              <a:cxn ang="0">
                <a:pos x="connsiteX27239" y="connsiteY27239"/>
              </a:cxn>
              <a:cxn ang="0">
                <a:pos x="connsiteX27240" y="connsiteY27240"/>
              </a:cxn>
              <a:cxn ang="0">
                <a:pos x="connsiteX27241" y="connsiteY27241"/>
              </a:cxn>
              <a:cxn ang="0">
                <a:pos x="connsiteX27242" y="connsiteY27242"/>
              </a:cxn>
              <a:cxn ang="0">
                <a:pos x="connsiteX27243" y="connsiteY27243"/>
              </a:cxn>
              <a:cxn ang="0">
                <a:pos x="connsiteX27244" y="connsiteY27244"/>
              </a:cxn>
              <a:cxn ang="0">
                <a:pos x="connsiteX27245" y="connsiteY27245"/>
              </a:cxn>
              <a:cxn ang="0">
                <a:pos x="connsiteX27246" y="connsiteY27246"/>
              </a:cxn>
              <a:cxn ang="0">
                <a:pos x="connsiteX27247" y="connsiteY27247"/>
              </a:cxn>
              <a:cxn ang="0">
                <a:pos x="connsiteX27248" y="connsiteY27248"/>
              </a:cxn>
              <a:cxn ang="0">
                <a:pos x="connsiteX27249" y="connsiteY27249"/>
              </a:cxn>
              <a:cxn ang="0">
                <a:pos x="connsiteX27250" y="connsiteY27250"/>
              </a:cxn>
              <a:cxn ang="0">
                <a:pos x="connsiteX27251" y="connsiteY27251"/>
              </a:cxn>
              <a:cxn ang="0">
                <a:pos x="connsiteX27252" y="connsiteY27252"/>
              </a:cxn>
              <a:cxn ang="0">
                <a:pos x="connsiteX27253" y="connsiteY27253"/>
              </a:cxn>
              <a:cxn ang="0">
                <a:pos x="connsiteX27254" y="connsiteY27254"/>
              </a:cxn>
              <a:cxn ang="0">
                <a:pos x="connsiteX27255" y="connsiteY27255"/>
              </a:cxn>
              <a:cxn ang="0">
                <a:pos x="connsiteX27256" y="connsiteY27256"/>
              </a:cxn>
              <a:cxn ang="0">
                <a:pos x="connsiteX27257" y="connsiteY27257"/>
              </a:cxn>
              <a:cxn ang="0">
                <a:pos x="connsiteX27258" y="connsiteY27258"/>
              </a:cxn>
              <a:cxn ang="0">
                <a:pos x="connsiteX27259" y="connsiteY27259"/>
              </a:cxn>
              <a:cxn ang="0">
                <a:pos x="connsiteX27260" y="connsiteY27260"/>
              </a:cxn>
              <a:cxn ang="0">
                <a:pos x="connsiteX27261" y="connsiteY27261"/>
              </a:cxn>
              <a:cxn ang="0">
                <a:pos x="connsiteX27262" y="connsiteY27262"/>
              </a:cxn>
              <a:cxn ang="0">
                <a:pos x="connsiteX27263" y="connsiteY27263"/>
              </a:cxn>
              <a:cxn ang="0">
                <a:pos x="connsiteX27264" y="connsiteY27264"/>
              </a:cxn>
              <a:cxn ang="0">
                <a:pos x="connsiteX27265" y="connsiteY27265"/>
              </a:cxn>
              <a:cxn ang="0">
                <a:pos x="connsiteX27266" y="connsiteY27266"/>
              </a:cxn>
              <a:cxn ang="0">
                <a:pos x="connsiteX27267" y="connsiteY27267"/>
              </a:cxn>
              <a:cxn ang="0">
                <a:pos x="connsiteX27268" y="connsiteY27268"/>
              </a:cxn>
              <a:cxn ang="0">
                <a:pos x="connsiteX27269" y="connsiteY27269"/>
              </a:cxn>
              <a:cxn ang="0">
                <a:pos x="connsiteX27270" y="connsiteY27270"/>
              </a:cxn>
              <a:cxn ang="0">
                <a:pos x="connsiteX27271" y="connsiteY27271"/>
              </a:cxn>
              <a:cxn ang="0">
                <a:pos x="connsiteX27272" y="connsiteY27272"/>
              </a:cxn>
              <a:cxn ang="0">
                <a:pos x="connsiteX27273" y="connsiteY27273"/>
              </a:cxn>
              <a:cxn ang="0">
                <a:pos x="connsiteX27274" y="connsiteY27274"/>
              </a:cxn>
              <a:cxn ang="0">
                <a:pos x="connsiteX27275" y="connsiteY27275"/>
              </a:cxn>
              <a:cxn ang="0">
                <a:pos x="connsiteX27276" y="connsiteY27276"/>
              </a:cxn>
              <a:cxn ang="0">
                <a:pos x="connsiteX27277" y="connsiteY27277"/>
              </a:cxn>
              <a:cxn ang="0">
                <a:pos x="connsiteX27278" y="connsiteY27278"/>
              </a:cxn>
              <a:cxn ang="0">
                <a:pos x="connsiteX27279" y="connsiteY27279"/>
              </a:cxn>
              <a:cxn ang="0">
                <a:pos x="connsiteX27280" y="connsiteY27280"/>
              </a:cxn>
              <a:cxn ang="0">
                <a:pos x="connsiteX27281" y="connsiteY27281"/>
              </a:cxn>
              <a:cxn ang="0">
                <a:pos x="connsiteX27282" y="connsiteY27282"/>
              </a:cxn>
              <a:cxn ang="0">
                <a:pos x="connsiteX27283" y="connsiteY27283"/>
              </a:cxn>
              <a:cxn ang="0">
                <a:pos x="connsiteX27284" y="connsiteY27284"/>
              </a:cxn>
              <a:cxn ang="0">
                <a:pos x="connsiteX27285" y="connsiteY27285"/>
              </a:cxn>
              <a:cxn ang="0">
                <a:pos x="connsiteX27286" y="connsiteY27286"/>
              </a:cxn>
              <a:cxn ang="0">
                <a:pos x="connsiteX27287" y="connsiteY27287"/>
              </a:cxn>
              <a:cxn ang="0">
                <a:pos x="connsiteX27288" y="connsiteY27288"/>
              </a:cxn>
              <a:cxn ang="0">
                <a:pos x="connsiteX27289" y="connsiteY27289"/>
              </a:cxn>
              <a:cxn ang="0">
                <a:pos x="connsiteX27290" y="connsiteY27290"/>
              </a:cxn>
              <a:cxn ang="0">
                <a:pos x="connsiteX27291" y="connsiteY27291"/>
              </a:cxn>
              <a:cxn ang="0">
                <a:pos x="connsiteX27292" y="connsiteY27292"/>
              </a:cxn>
              <a:cxn ang="0">
                <a:pos x="connsiteX27293" y="connsiteY27293"/>
              </a:cxn>
              <a:cxn ang="0">
                <a:pos x="connsiteX27294" y="connsiteY27294"/>
              </a:cxn>
              <a:cxn ang="0">
                <a:pos x="connsiteX27295" y="connsiteY27295"/>
              </a:cxn>
              <a:cxn ang="0">
                <a:pos x="connsiteX27296" y="connsiteY27296"/>
              </a:cxn>
              <a:cxn ang="0">
                <a:pos x="connsiteX27297" y="connsiteY27297"/>
              </a:cxn>
              <a:cxn ang="0">
                <a:pos x="connsiteX27298" y="connsiteY27298"/>
              </a:cxn>
              <a:cxn ang="0">
                <a:pos x="connsiteX27299" y="connsiteY27299"/>
              </a:cxn>
              <a:cxn ang="0">
                <a:pos x="connsiteX27300" y="connsiteY27300"/>
              </a:cxn>
              <a:cxn ang="0">
                <a:pos x="connsiteX27301" y="connsiteY27301"/>
              </a:cxn>
              <a:cxn ang="0">
                <a:pos x="connsiteX27302" y="connsiteY27302"/>
              </a:cxn>
              <a:cxn ang="0">
                <a:pos x="connsiteX27303" y="connsiteY27303"/>
              </a:cxn>
              <a:cxn ang="0">
                <a:pos x="connsiteX27304" y="connsiteY27304"/>
              </a:cxn>
              <a:cxn ang="0">
                <a:pos x="connsiteX27305" y="connsiteY27305"/>
              </a:cxn>
              <a:cxn ang="0">
                <a:pos x="connsiteX27306" y="connsiteY27306"/>
              </a:cxn>
              <a:cxn ang="0">
                <a:pos x="connsiteX27307" y="connsiteY27307"/>
              </a:cxn>
              <a:cxn ang="0">
                <a:pos x="connsiteX27308" y="connsiteY27308"/>
              </a:cxn>
              <a:cxn ang="0">
                <a:pos x="connsiteX27309" y="connsiteY27309"/>
              </a:cxn>
              <a:cxn ang="0">
                <a:pos x="connsiteX27310" y="connsiteY27310"/>
              </a:cxn>
              <a:cxn ang="0">
                <a:pos x="connsiteX27311" y="connsiteY27311"/>
              </a:cxn>
              <a:cxn ang="0">
                <a:pos x="connsiteX27312" y="connsiteY27312"/>
              </a:cxn>
              <a:cxn ang="0">
                <a:pos x="connsiteX27313" y="connsiteY27313"/>
              </a:cxn>
              <a:cxn ang="0">
                <a:pos x="connsiteX27314" y="connsiteY27314"/>
              </a:cxn>
              <a:cxn ang="0">
                <a:pos x="connsiteX27315" y="connsiteY27315"/>
              </a:cxn>
              <a:cxn ang="0">
                <a:pos x="connsiteX27316" y="connsiteY27316"/>
              </a:cxn>
              <a:cxn ang="0">
                <a:pos x="connsiteX27317" y="connsiteY27317"/>
              </a:cxn>
              <a:cxn ang="0">
                <a:pos x="connsiteX27318" y="connsiteY27318"/>
              </a:cxn>
              <a:cxn ang="0">
                <a:pos x="connsiteX27319" y="connsiteY27319"/>
              </a:cxn>
              <a:cxn ang="0">
                <a:pos x="connsiteX27320" y="connsiteY27320"/>
              </a:cxn>
              <a:cxn ang="0">
                <a:pos x="connsiteX27321" y="connsiteY27321"/>
              </a:cxn>
              <a:cxn ang="0">
                <a:pos x="connsiteX27322" y="connsiteY27322"/>
              </a:cxn>
              <a:cxn ang="0">
                <a:pos x="connsiteX27323" y="connsiteY27323"/>
              </a:cxn>
              <a:cxn ang="0">
                <a:pos x="connsiteX27324" y="connsiteY27324"/>
              </a:cxn>
              <a:cxn ang="0">
                <a:pos x="connsiteX27325" y="connsiteY27325"/>
              </a:cxn>
              <a:cxn ang="0">
                <a:pos x="connsiteX27326" y="connsiteY27326"/>
              </a:cxn>
              <a:cxn ang="0">
                <a:pos x="connsiteX27327" y="connsiteY27327"/>
              </a:cxn>
              <a:cxn ang="0">
                <a:pos x="connsiteX27328" y="connsiteY27328"/>
              </a:cxn>
              <a:cxn ang="0">
                <a:pos x="connsiteX27329" y="connsiteY27329"/>
              </a:cxn>
              <a:cxn ang="0">
                <a:pos x="connsiteX27330" y="connsiteY27330"/>
              </a:cxn>
              <a:cxn ang="0">
                <a:pos x="connsiteX27331" y="connsiteY27331"/>
              </a:cxn>
              <a:cxn ang="0">
                <a:pos x="connsiteX27332" y="connsiteY27332"/>
              </a:cxn>
              <a:cxn ang="0">
                <a:pos x="connsiteX27333" y="connsiteY27333"/>
              </a:cxn>
              <a:cxn ang="0">
                <a:pos x="connsiteX27334" y="connsiteY27334"/>
              </a:cxn>
              <a:cxn ang="0">
                <a:pos x="connsiteX27335" y="connsiteY27335"/>
              </a:cxn>
              <a:cxn ang="0">
                <a:pos x="connsiteX27336" y="connsiteY27336"/>
              </a:cxn>
              <a:cxn ang="0">
                <a:pos x="connsiteX27337" y="connsiteY27337"/>
              </a:cxn>
              <a:cxn ang="0">
                <a:pos x="connsiteX27338" y="connsiteY27338"/>
              </a:cxn>
              <a:cxn ang="0">
                <a:pos x="connsiteX27339" y="connsiteY27339"/>
              </a:cxn>
              <a:cxn ang="0">
                <a:pos x="connsiteX27340" y="connsiteY27340"/>
              </a:cxn>
              <a:cxn ang="0">
                <a:pos x="connsiteX27341" y="connsiteY27341"/>
              </a:cxn>
              <a:cxn ang="0">
                <a:pos x="connsiteX27342" y="connsiteY27342"/>
              </a:cxn>
              <a:cxn ang="0">
                <a:pos x="connsiteX27343" y="connsiteY27343"/>
              </a:cxn>
              <a:cxn ang="0">
                <a:pos x="connsiteX27344" y="connsiteY27344"/>
              </a:cxn>
              <a:cxn ang="0">
                <a:pos x="connsiteX27345" y="connsiteY27345"/>
              </a:cxn>
              <a:cxn ang="0">
                <a:pos x="connsiteX27346" y="connsiteY27346"/>
              </a:cxn>
              <a:cxn ang="0">
                <a:pos x="connsiteX27347" y="connsiteY27347"/>
              </a:cxn>
              <a:cxn ang="0">
                <a:pos x="connsiteX27348" y="connsiteY27348"/>
              </a:cxn>
              <a:cxn ang="0">
                <a:pos x="connsiteX27349" y="connsiteY27349"/>
              </a:cxn>
              <a:cxn ang="0">
                <a:pos x="connsiteX27350" y="connsiteY27350"/>
              </a:cxn>
              <a:cxn ang="0">
                <a:pos x="connsiteX27351" y="connsiteY27351"/>
              </a:cxn>
              <a:cxn ang="0">
                <a:pos x="connsiteX27352" y="connsiteY27352"/>
              </a:cxn>
              <a:cxn ang="0">
                <a:pos x="connsiteX27353" y="connsiteY27353"/>
              </a:cxn>
              <a:cxn ang="0">
                <a:pos x="connsiteX27354" y="connsiteY27354"/>
              </a:cxn>
              <a:cxn ang="0">
                <a:pos x="connsiteX27355" y="connsiteY27355"/>
              </a:cxn>
              <a:cxn ang="0">
                <a:pos x="connsiteX27356" y="connsiteY27356"/>
              </a:cxn>
              <a:cxn ang="0">
                <a:pos x="connsiteX27357" y="connsiteY27357"/>
              </a:cxn>
              <a:cxn ang="0">
                <a:pos x="connsiteX27358" y="connsiteY27358"/>
              </a:cxn>
              <a:cxn ang="0">
                <a:pos x="connsiteX27359" y="connsiteY27359"/>
              </a:cxn>
              <a:cxn ang="0">
                <a:pos x="connsiteX27360" y="connsiteY27360"/>
              </a:cxn>
              <a:cxn ang="0">
                <a:pos x="connsiteX27361" y="connsiteY27361"/>
              </a:cxn>
              <a:cxn ang="0">
                <a:pos x="connsiteX27362" y="connsiteY27362"/>
              </a:cxn>
              <a:cxn ang="0">
                <a:pos x="connsiteX27363" y="connsiteY27363"/>
              </a:cxn>
              <a:cxn ang="0">
                <a:pos x="connsiteX27364" y="connsiteY27364"/>
              </a:cxn>
              <a:cxn ang="0">
                <a:pos x="connsiteX27365" y="connsiteY27365"/>
              </a:cxn>
              <a:cxn ang="0">
                <a:pos x="connsiteX27366" y="connsiteY27366"/>
              </a:cxn>
              <a:cxn ang="0">
                <a:pos x="connsiteX27367" y="connsiteY27367"/>
              </a:cxn>
              <a:cxn ang="0">
                <a:pos x="connsiteX27368" y="connsiteY27368"/>
              </a:cxn>
              <a:cxn ang="0">
                <a:pos x="connsiteX27369" y="connsiteY27369"/>
              </a:cxn>
              <a:cxn ang="0">
                <a:pos x="connsiteX27370" y="connsiteY27370"/>
              </a:cxn>
              <a:cxn ang="0">
                <a:pos x="connsiteX27371" y="connsiteY27371"/>
              </a:cxn>
              <a:cxn ang="0">
                <a:pos x="connsiteX27372" y="connsiteY27372"/>
              </a:cxn>
              <a:cxn ang="0">
                <a:pos x="connsiteX27373" y="connsiteY27373"/>
              </a:cxn>
              <a:cxn ang="0">
                <a:pos x="connsiteX27374" y="connsiteY27374"/>
              </a:cxn>
              <a:cxn ang="0">
                <a:pos x="connsiteX27375" y="connsiteY27375"/>
              </a:cxn>
              <a:cxn ang="0">
                <a:pos x="connsiteX27376" y="connsiteY27376"/>
              </a:cxn>
              <a:cxn ang="0">
                <a:pos x="connsiteX27377" y="connsiteY27377"/>
              </a:cxn>
              <a:cxn ang="0">
                <a:pos x="connsiteX27378" y="connsiteY27378"/>
              </a:cxn>
              <a:cxn ang="0">
                <a:pos x="connsiteX27379" y="connsiteY27379"/>
              </a:cxn>
              <a:cxn ang="0">
                <a:pos x="connsiteX27380" y="connsiteY27380"/>
              </a:cxn>
              <a:cxn ang="0">
                <a:pos x="connsiteX27381" y="connsiteY27381"/>
              </a:cxn>
              <a:cxn ang="0">
                <a:pos x="connsiteX27382" y="connsiteY27382"/>
              </a:cxn>
              <a:cxn ang="0">
                <a:pos x="connsiteX27383" y="connsiteY27383"/>
              </a:cxn>
              <a:cxn ang="0">
                <a:pos x="connsiteX27384" y="connsiteY27384"/>
              </a:cxn>
              <a:cxn ang="0">
                <a:pos x="connsiteX27385" y="connsiteY27385"/>
              </a:cxn>
              <a:cxn ang="0">
                <a:pos x="connsiteX27386" y="connsiteY27386"/>
              </a:cxn>
              <a:cxn ang="0">
                <a:pos x="connsiteX27387" y="connsiteY27387"/>
              </a:cxn>
              <a:cxn ang="0">
                <a:pos x="connsiteX27388" y="connsiteY27388"/>
              </a:cxn>
              <a:cxn ang="0">
                <a:pos x="connsiteX27389" y="connsiteY27389"/>
              </a:cxn>
              <a:cxn ang="0">
                <a:pos x="connsiteX27390" y="connsiteY27390"/>
              </a:cxn>
              <a:cxn ang="0">
                <a:pos x="connsiteX27391" y="connsiteY27391"/>
              </a:cxn>
              <a:cxn ang="0">
                <a:pos x="connsiteX27392" y="connsiteY27392"/>
              </a:cxn>
              <a:cxn ang="0">
                <a:pos x="connsiteX27393" y="connsiteY27393"/>
              </a:cxn>
              <a:cxn ang="0">
                <a:pos x="connsiteX27394" y="connsiteY27394"/>
              </a:cxn>
              <a:cxn ang="0">
                <a:pos x="connsiteX27395" y="connsiteY27395"/>
              </a:cxn>
              <a:cxn ang="0">
                <a:pos x="connsiteX27396" y="connsiteY27396"/>
              </a:cxn>
              <a:cxn ang="0">
                <a:pos x="connsiteX27397" y="connsiteY27397"/>
              </a:cxn>
              <a:cxn ang="0">
                <a:pos x="connsiteX27398" y="connsiteY27398"/>
              </a:cxn>
              <a:cxn ang="0">
                <a:pos x="connsiteX27399" y="connsiteY27399"/>
              </a:cxn>
              <a:cxn ang="0">
                <a:pos x="connsiteX27400" y="connsiteY27400"/>
              </a:cxn>
              <a:cxn ang="0">
                <a:pos x="connsiteX27401" y="connsiteY27401"/>
              </a:cxn>
              <a:cxn ang="0">
                <a:pos x="connsiteX27402" y="connsiteY27402"/>
              </a:cxn>
              <a:cxn ang="0">
                <a:pos x="connsiteX27403" y="connsiteY27403"/>
              </a:cxn>
              <a:cxn ang="0">
                <a:pos x="connsiteX27404" y="connsiteY27404"/>
              </a:cxn>
              <a:cxn ang="0">
                <a:pos x="connsiteX27405" y="connsiteY27405"/>
              </a:cxn>
              <a:cxn ang="0">
                <a:pos x="connsiteX27406" y="connsiteY27406"/>
              </a:cxn>
              <a:cxn ang="0">
                <a:pos x="connsiteX27407" y="connsiteY27407"/>
              </a:cxn>
              <a:cxn ang="0">
                <a:pos x="connsiteX27408" y="connsiteY27408"/>
              </a:cxn>
              <a:cxn ang="0">
                <a:pos x="connsiteX27409" y="connsiteY27409"/>
              </a:cxn>
              <a:cxn ang="0">
                <a:pos x="connsiteX27410" y="connsiteY27410"/>
              </a:cxn>
              <a:cxn ang="0">
                <a:pos x="connsiteX27411" y="connsiteY27411"/>
              </a:cxn>
              <a:cxn ang="0">
                <a:pos x="connsiteX27412" y="connsiteY27412"/>
              </a:cxn>
              <a:cxn ang="0">
                <a:pos x="connsiteX27413" y="connsiteY27413"/>
              </a:cxn>
              <a:cxn ang="0">
                <a:pos x="connsiteX27414" y="connsiteY27414"/>
              </a:cxn>
              <a:cxn ang="0">
                <a:pos x="connsiteX27415" y="connsiteY27415"/>
              </a:cxn>
              <a:cxn ang="0">
                <a:pos x="connsiteX27416" y="connsiteY27416"/>
              </a:cxn>
              <a:cxn ang="0">
                <a:pos x="connsiteX27417" y="connsiteY27417"/>
              </a:cxn>
              <a:cxn ang="0">
                <a:pos x="connsiteX27418" y="connsiteY27418"/>
              </a:cxn>
              <a:cxn ang="0">
                <a:pos x="connsiteX27419" y="connsiteY27419"/>
              </a:cxn>
              <a:cxn ang="0">
                <a:pos x="connsiteX27420" y="connsiteY27420"/>
              </a:cxn>
              <a:cxn ang="0">
                <a:pos x="connsiteX27421" y="connsiteY27421"/>
              </a:cxn>
              <a:cxn ang="0">
                <a:pos x="connsiteX27422" y="connsiteY27422"/>
              </a:cxn>
              <a:cxn ang="0">
                <a:pos x="connsiteX27423" y="connsiteY27423"/>
              </a:cxn>
              <a:cxn ang="0">
                <a:pos x="connsiteX27424" y="connsiteY27424"/>
              </a:cxn>
              <a:cxn ang="0">
                <a:pos x="connsiteX27425" y="connsiteY27425"/>
              </a:cxn>
              <a:cxn ang="0">
                <a:pos x="connsiteX27426" y="connsiteY27426"/>
              </a:cxn>
              <a:cxn ang="0">
                <a:pos x="connsiteX27427" y="connsiteY27427"/>
              </a:cxn>
              <a:cxn ang="0">
                <a:pos x="connsiteX27428" y="connsiteY27428"/>
              </a:cxn>
              <a:cxn ang="0">
                <a:pos x="connsiteX27429" y="connsiteY27429"/>
              </a:cxn>
              <a:cxn ang="0">
                <a:pos x="connsiteX27430" y="connsiteY27430"/>
              </a:cxn>
              <a:cxn ang="0">
                <a:pos x="connsiteX27431" y="connsiteY27431"/>
              </a:cxn>
              <a:cxn ang="0">
                <a:pos x="connsiteX27432" y="connsiteY27432"/>
              </a:cxn>
              <a:cxn ang="0">
                <a:pos x="connsiteX27433" y="connsiteY27433"/>
              </a:cxn>
              <a:cxn ang="0">
                <a:pos x="connsiteX27434" y="connsiteY27434"/>
              </a:cxn>
              <a:cxn ang="0">
                <a:pos x="connsiteX27435" y="connsiteY27435"/>
              </a:cxn>
              <a:cxn ang="0">
                <a:pos x="connsiteX27436" y="connsiteY27436"/>
              </a:cxn>
              <a:cxn ang="0">
                <a:pos x="connsiteX27437" y="connsiteY27437"/>
              </a:cxn>
              <a:cxn ang="0">
                <a:pos x="connsiteX27438" y="connsiteY27438"/>
              </a:cxn>
              <a:cxn ang="0">
                <a:pos x="connsiteX27439" y="connsiteY27439"/>
              </a:cxn>
              <a:cxn ang="0">
                <a:pos x="connsiteX27440" y="connsiteY27440"/>
              </a:cxn>
              <a:cxn ang="0">
                <a:pos x="connsiteX27441" y="connsiteY27441"/>
              </a:cxn>
              <a:cxn ang="0">
                <a:pos x="connsiteX27442" y="connsiteY27442"/>
              </a:cxn>
              <a:cxn ang="0">
                <a:pos x="connsiteX27443" y="connsiteY27443"/>
              </a:cxn>
              <a:cxn ang="0">
                <a:pos x="connsiteX27444" y="connsiteY27444"/>
              </a:cxn>
              <a:cxn ang="0">
                <a:pos x="connsiteX27445" y="connsiteY27445"/>
              </a:cxn>
              <a:cxn ang="0">
                <a:pos x="connsiteX27446" y="connsiteY27446"/>
              </a:cxn>
              <a:cxn ang="0">
                <a:pos x="connsiteX27447" y="connsiteY27447"/>
              </a:cxn>
              <a:cxn ang="0">
                <a:pos x="connsiteX27448" y="connsiteY27448"/>
              </a:cxn>
              <a:cxn ang="0">
                <a:pos x="connsiteX27449" y="connsiteY27449"/>
              </a:cxn>
              <a:cxn ang="0">
                <a:pos x="connsiteX27450" y="connsiteY27450"/>
              </a:cxn>
              <a:cxn ang="0">
                <a:pos x="connsiteX27451" y="connsiteY27451"/>
              </a:cxn>
              <a:cxn ang="0">
                <a:pos x="connsiteX27452" y="connsiteY27452"/>
              </a:cxn>
              <a:cxn ang="0">
                <a:pos x="connsiteX27453" y="connsiteY27453"/>
              </a:cxn>
              <a:cxn ang="0">
                <a:pos x="connsiteX27454" y="connsiteY27454"/>
              </a:cxn>
              <a:cxn ang="0">
                <a:pos x="connsiteX27455" y="connsiteY27455"/>
              </a:cxn>
              <a:cxn ang="0">
                <a:pos x="connsiteX27456" y="connsiteY27456"/>
              </a:cxn>
              <a:cxn ang="0">
                <a:pos x="connsiteX27457" y="connsiteY27457"/>
              </a:cxn>
              <a:cxn ang="0">
                <a:pos x="connsiteX27458" y="connsiteY27458"/>
              </a:cxn>
              <a:cxn ang="0">
                <a:pos x="connsiteX27459" y="connsiteY27459"/>
              </a:cxn>
              <a:cxn ang="0">
                <a:pos x="connsiteX27460" y="connsiteY27460"/>
              </a:cxn>
              <a:cxn ang="0">
                <a:pos x="connsiteX27461" y="connsiteY27461"/>
              </a:cxn>
              <a:cxn ang="0">
                <a:pos x="connsiteX27462" y="connsiteY27462"/>
              </a:cxn>
              <a:cxn ang="0">
                <a:pos x="connsiteX27463" y="connsiteY27463"/>
              </a:cxn>
              <a:cxn ang="0">
                <a:pos x="connsiteX27464" y="connsiteY27464"/>
              </a:cxn>
              <a:cxn ang="0">
                <a:pos x="connsiteX27465" y="connsiteY27465"/>
              </a:cxn>
              <a:cxn ang="0">
                <a:pos x="connsiteX27466" y="connsiteY27466"/>
              </a:cxn>
              <a:cxn ang="0">
                <a:pos x="connsiteX27467" y="connsiteY27467"/>
              </a:cxn>
              <a:cxn ang="0">
                <a:pos x="connsiteX27468" y="connsiteY27468"/>
              </a:cxn>
              <a:cxn ang="0">
                <a:pos x="connsiteX27469" y="connsiteY27469"/>
              </a:cxn>
              <a:cxn ang="0">
                <a:pos x="connsiteX27470" y="connsiteY27470"/>
              </a:cxn>
              <a:cxn ang="0">
                <a:pos x="connsiteX27471" y="connsiteY27471"/>
              </a:cxn>
              <a:cxn ang="0">
                <a:pos x="connsiteX27472" y="connsiteY27472"/>
              </a:cxn>
              <a:cxn ang="0">
                <a:pos x="connsiteX27473" y="connsiteY27473"/>
              </a:cxn>
              <a:cxn ang="0">
                <a:pos x="connsiteX27474" y="connsiteY27474"/>
              </a:cxn>
              <a:cxn ang="0">
                <a:pos x="connsiteX27475" y="connsiteY27475"/>
              </a:cxn>
              <a:cxn ang="0">
                <a:pos x="connsiteX27476" y="connsiteY27476"/>
              </a:cxn>
              <a:cxn ang="0">
                <a:pos x="connsiteX27477" y="connsiteY27477"/>
              </a:cxn>
              <a:cxn ang="0">
                <a:pos x="connsiteX27478" y="connsiteY27478"/>
              </a:cxn>
              <a:cxn ang="0">
                <a:pos x="connsiteX27479" y="connsiteY27479"/>
              </a:cxn>
              <a:cxn ang="0">
                <a:pos x="connsiteX27480" y="connsiteY27480"/>
              </a:cxn>
              <a:cxn ang="0">
                <a:pos x="connsiteX27481" y="connsiteY27481"/>
              </a:cxn>
              <a:cxn ang="0">
                <a:pos x="connsiteX27482" y="connsiteY27482"/>
              </a:cxn>
              <a:cxn ang="0">
                <a:pos x="connsiteX27483" y="connsiteY27483"/>
              </a:cxn>
              <a:cxn ang="0">
                <a:pos x="connsiteX27484" y="connsiteY27484"/>
              </a:cxn>
              <a:cxn ang="0">
                <a:pos x="connsiteX27485" y="connsiteY27485"/>
              </a:cxn>
              <a:cxn ang="0">
                <a:pos x="connsiteX27486" y="connsiteY27486"/>
              </a:cxn>
              <a:cxn ang="0">
                <a:pos x="connsiteX27487" y="connsiteY27487"/>
              </a:cxn>
              <a:cxn ang="0">
                <a:pos x="connsiteX27488" y="connsiteY27488"/>
              </a:cxn>
              <a:cxn ang="0">
                <a:pos x="connsiteX27489" y="connsiteY27489"/>
              </a:cxn>
              <a:cxn ang="0">
                <a:pos x="connsiteX27490" y="connsiteY27490"/>
              </a:cxn>
              <a:cxn ang="0">
                <a:pos x="connsiteX27491" y="connsiteY27491"/>
              </a:cxn>
              <a:cxn ang="0">
                <a:pos x="connsiteX27492" y="connsiteY27492"/>
              </a:cxn>
              <a:cxn ang="0">
                <a:pos x="connsiteX27493" y="connsiteY27493"/>
              </a:cxn>
              <a:cxn ang="0">
                <a:pos x="connsiteX27494" y="connsiteY27494"/>
              </a:cxn>
              <a:cxn ang="0">
                <a:pos x="connsiteX27495" y="connsiteY27495"/>
              </a:cxn>
              <a:cxn ang="0">
                <a:pos x="connsiteX27496" y="connsiteY27496"/>
              </a:cxn>
              <a:cxn ang="0">
                <a:pos x="connsiteX27497" y="connsiteY27497"/>
              </a:cxn>
              <a:cxn ang="0">
                <a:pos x="connsiteX27498" y="connsiteY27498"/>
              </a:cxn>
              <a:cxn ang="0">
                <a:pos x="connsiteX27499" y="connsiteY27499"/>
              </a:cxn>
              <a:cxn ang="0">
                <a:pos x="connsiteX27500" y="connsiteY27500"/>
              </a:cxn>
              <a:cxn ang="0">
                <a:pos x="connsiteX27501" y="connsiteY27501"/>
              </a:cxn>
              <a:cxn ang="0">
                <a:pos x="connsiteX27502" y="connsiteY27502"/>
              </a:cxn>
              <a:cxn ang="0">
                <a:pos x="connsiteX27503" y="connsiteY27503"/>
              </a:cxn>
              <a:cxn ang="0">
                <a:pos x="connsiteX27504" y="connsiteY27504"/>
              </a:cxn>
              <a:cxn ang="0">
                <a:pos x="connsiteX27505" y="connsiteY27505"/>
              </a:cxn>
              <a:cxn ang="0">
                <a:pos x="connsiteX27506" y="connsiteY27506"/>
              </a:cxn>
              <a:cxn ang="0">
                <a:pos x="connsiteX27507" y="connsiteY27507"/>
              </a:cxn>
              <a:cxn ang="0">
                <a:pos x="connsiteX27508" y="connsiteY27508"/>
              </a:cxn>
              <a:cxn ang="0">
                <a:pos x="connsiteX27509" y="connsiteY27509"/>
              </a:cxn>
              <a:cxn ang="0">
                <a:pos x="connsiteX27510" y="connsiteY27510"/>
              </a:cxn>
              <a:cxn ang="0">
                <a:pos x="connsiteX27511" y="connsiteY27511"/>
              </a:cxn>
              <a:cxn ang="0">
                <a:pos x="connsiteX27512" y="connsiteY27512"/>
              </a:cxn>
              <a:cxn ang="0">
                <a:pos x="connsiteX27513" y="connsiteY27513"/>
              </a:cxn>
              <a:cxn ang="0">
                <a:pos x="connsiteX27514" y="connsiteY27514"/>
              </a:cxn>
              <a:cxn ang="0">
                <a:pos x="connsiteX27515" y="connsiteY27515"/>
              </a:cxn>
              <a:cxn ang="0">
                <a:pos x="connsiteX27516" y="connsiteY27516"/>
              </a:cxn>
              <a:cxn ang="0">
                <a:pos x="connsiteX27517" y="connsiteY27517"/>
              </a:cxn>
              <a:cxn ang="0">
                <a:pos x="connsiteX27518" y="connsiteY27518"/>
              </a:cxn>
              <a:cxn ang="0">
                <a:pos x="connsiteX27519" y="connsiteY27519"/>
              </a:cxn>
              <a:cxn ang="0">
                <a:pos x="connsiteX27520" y="connsiteY27520"/>
              </a:cxn>
              <a:cxn ang="0">
                <a:pos x="connsiteX27521" y="connsiteY27521"/>
              </a:cxn>
              <a:cxn ang="0">
                <a:pos x="connsiteX27522" y="connsiteY27522"/>
              </a:cxn>
              <a:cxn ang="0">
                <a:pos x="connsiteX27523" y="connsiteY27523"/>
              </a:cxn>
              <a:cxn ang="0">
                <a:pos x="connsiteX27524" y="connsiteY27524"/>
              </a:cxn>
              <a:cxn ang="0">
                <a:pos x="connsiteX27525" y="connsiteY27525"/>
              </a:cxn>
              <a:cxn ang="0">
                <a:pos x="connsiteX27526" y="connsiteY27526"/>
              </a:cxn>
              <a:cxn ang="0">
                <a:pos x="connsiteX27527" y="connsiteY27527"/>
              </a:cxn>
              <a:cxn ang="0">
                <a:pos x="connsiteX27528" y="connsiteY27528"/>
              </a:cxn>
              <a:cxn ang="0">
                <a:pos x="connsiteX27529" y="connsiteY27529"/>
              </a:cxn>
              <a:cxn ang="0">
                <a:pos x="connsiteX27530" y="connsiteY27530"/>
              </a:cxn>
              <a:cxn ang="0">
                <a:pos x="connsiteX27531" y="connsiteY27531"/>
              </a:cxn>
              <a:cxn ang="0">
                <a:pos x="connsiteX27532" y="connsiteY27532"/>
              </a:cxn>
              <a:cxn ang="0">
                <a:pos x="connsiteX27533" y="connsiteY27533"/>
              </a:cxn>
              <a:cxn ang="0">
                <a:pos x="connsiteX27534" y="connsiteY27534"/>
              </a:cxn>
              <a:cxn ang="0">
                <a:pos x="connsiteX27535" y="connsiteY27535"/>
              </a:cxn>
              <a:cxn ang="0">
                <a:pos x="connsiteX27536" y="connsiteY27536"/>
              </a:cxn>
              <a:cxn ang="0">
                <a:pos x="connsiteX27537" y="connsiteY27537"/>
              </a:cxn>
              <a:cxn ang="0">
                <a:pos x="connsiteX27538" y="connsiteY27538"/>
              </a:cxn>
              <a:cxn ang="0">
                <a:pos x="connsiteX27539" y="connsiteY27539"/>
              </a:cxn>
              <a:cxn ang="0">
                <a:pos x="connsiteX27540" y="connsiteY27540"/>
              </a:cxn>
              <a:cxn ang="0">
                <a:pos x="connsiteX27541" y="connsiteY27541"/>
              </a:cxn>
              <a:cxn ang="0">
                <a:pos x="connsiteX27542" y="connsiteY27542"/>
              </a:cxn>
              <a:cxn ang="0">
                <a:pos x="connsiteX27543" y="connsiteY27543"/>
              </a:cxn>
              <a:cxn ang="0">
                <a:pos x="connsiteX27544" y="connsiteY27544"/>
              </a:cxn>
              <a:cxn ang="0">
                <a:pos x="connsiteX27545" y="connsiteY27545"/>
              </a:cxn>
              <a:cxn ang="0">
                <a:pos x="connsiteX27546" y="connsiteY27546"/>
              </a:cxn>
              <a:cxn ang="0">
                <a:pos x="connsiteX27547" y="connsiteY27547"/>
              </a:cxn>
              <a:cxn ang="0">
                <a:pos x="connsiteX27548" y="connsiteY27548"/>
              </a:cxn>
              <a:cxn ang="0">
                <a:pos x="connsiteX27549" y="connsiteY27549"/>
              </a:cxn>
              <a:cxn ang="0">
                <a:pos x="connsiteX27550" y="connsiteY27550"/>
              </a:cxn>
              <a:cxn ang="0">
                <a:pos x="connsiteX27551" y="connsiteY27551"/>
              </a:cxn>
              <a:cxn ang="0">
                <a:pos x="connsiteX27552" y="connsiteY27552"/>
              </a:cxn>
              <a:cxn ang="0">
                <a:pos x="connsiteX27553" y="connsiteY27553"/>
              </a:cxn>
              <a:cxn ang="0">
                <a:pos x="connsiteX27554" y="connsiteY27554"/>
              </a:cxn>
              <a:cxn ang="0">
                <a:pos x="connsiteX27555" y="connsiteY27555"/>
              </a:cxn>
              <a:cxn ang="0">
                <a:pos x="connsiteX27556" y="connsiteY27556"/>
              </a:cxn>
              <a:cxn ang="0">
                <a:pos x="connsiteX27557" y="connsiteY27557"/>
              </a:cxn>
              <a:cxn ang="0">
                <a:pos x="connsiteX27558" y="connsiteY27558"/>
              </a:cxn>
              <a:cxn ang="0">
                <a:pos x="connsiteX27559" y="connsiteY27559"/>
              </a:cxn>
              <a:cxn ang="0">
                <a:pos x="connsiteX27560" y="connsiteY27560"/>
              </a:cxn>
              <a:cxn ang="0">
                <a:pos x="connsiteX27561" y="connsiteY27561"/>
              </a:cxn>
              <a:cxn ang="0">
                <a:pos x="connsiteX27562" y="connsiteY27562"/>
              </a:cxn>
              <a:cxn ang="0">
                <a:pos x="connsiteX27563" y="connsiteY27563"/>
              </a:cxn>
              <a:cxn ang="0">
                <a:pos x="connsiteX27564" y="connsiteY27564"/>
              </a:cxn>
              <a:cxn ang="0">
                <a:pos x="connsiteX27565" y="connsiteY27565"/>
              </a:cxn>
              <a:cxn ang="0">
                <a:pos x="connsiteX27566" y="connsiteY27566"/>
              </a:cxn>
              <a:cxn ang="0">
                <a:pos x="connsiteX27567" y="connsiteY27567"/>
              </a:cxn>
              <a:cxn ang="0">
                <a:pos x="connsiteX27568" y="connsiteY27568"/>
              </a:cxn>
              <a:cxn ang="0">
                <a:pos x="connsiteX27569" y="connsiteY27569"/>
              </a:cxn>
              <a:cxn ang="0">
                <a:pos x="connsiteX27570" y="connsiteY27570"/>
              </a:cxn>
              <a:cxn ang="0">
                <a:pos x="connsiteX27571" y="connsiteY27571"/>
              </a:cxn>
              <a:cxn ang="0">
                <a:pos x="connsiteX27572" y="connsiteY27572"/>
              </a:cxn>
              <a:cxn ang="0">
                <a:pos x="connsiteX27573" y="connsiteY27573"/>
              </a:cxn>
              <a:cxn ang="0">
                <a:pos x="connsiteX27574" y="connsiteY27574"/>
              </a:cxn>
              <a:cxn ang="0">
                <a:pos x="connsiteX27575" y="connsiteY27575"/>
              </a:cxn>
              <a:cxn ang="0">
                <a:pos x="connsiteX27576" y="connsiteY27576"/>
              </a:cxn>
              <a:cxn ang="0">
                <a:pos x="connsiteX27577" y="connsiteY27577"/>
              </a:cxn>
              <a:cxn ang="0">
                <a:pos x="connsiteX27578" y="connsiteY27578"/>
              </a:cxn>
              <a:cxn ang="0">
                <a:pos x="connsiteX27579" y="connsiteY27579"/>
              </a:cxn>
              <a:cxn ang="0">
                <a:pos x="connsiteX27580" y="connsiteY27580"/>
              </a:cxn>
              <a:cxn ang="0">
                <a:pos x="connsiteX27581" y="connsiteY27581"/>
              </a:cxn>
              <a:cxn ang="0">
                <a:pos x="connsiteX27582" y="connsiteY27582"/>
              </a:cxn>
              <a:cxn ang="0">
                <a:pos x="connsiteX27583" y="connsiteY27583"/>
              </a:cxn>
              <a:cxn ang="0">
                <a:pos x="connsiteX27584" y="connsiteY27584"/>
              </a:cxn>
              <a:cxn ang="0">
                <a:pos x="connsiteX27585" y="connsiteY27585"/>
              </a:cxn>
              <a:cxn ang="0">
                <a:pos x="connsiteX27586" y="connsiteY27586"/>
              </a:cxn>
              <a:cxn ang="0">
                <a:pos x="connsiteX27587" y="connsiteY27587"/>
              </a:cxn>
              <a:cxn ang="0">
                <a:pos x="connsiteX27588" y="connsiteY27588"/>
              </a:cxn>
              <a:cxn ang="0">
                <a:pos x="connsiteX27589" y="connsiteY27589"/>
              </a:cxn>
              <a:cxn ang="0">
                <a:pos x="connsiteX27590" y="connsiteY27590"/>
              </a:cxn>
              <a:cxn ang="0">
                <a:pos x="connsiteX27591" y="connsiteY27591"/>
              </a:cxn>
              <a:cxn ang="0">
                <a:pos x="connsiteX27592" y="connsiteY27592"/>
              </a:cxn>
              <a:cxn ang="0">
                <a:pos x="connsiteX27593" y="connsiteY27593"/>
              </a:cxn>
              <a:cxn ang="0">
                <a:pos x="connsiteX27594" y="connsiteY27594"/>
              </a:cxn>
              <a:cxn ang="0">
                <a:pos x="connsiteX27595" y="connsiteY27595"/>
              </a:cxn>
              <a:cxn ang="0">
                <a:pos x="connsiteX27596" y="connsiteY27596"/>
              </a:cxn>
              <a:cxn ang="0">
                <a:pos x="connsiteX27597" y="connsiteY27597"/>
              </a:cxn>
              <a:cxn ang="0">
                <a:pos x="connsiteX27598" y="connsiteY27598"/>
              </a:cxn>
              <a:cxn ang="0">
                <a:pos x="connsiteX27599" y="connsiteY27599"/>
              </a:cxn>
              <a:cxn ang="0">
                <a:pos x="connsiteX27600" y="connsiteY27600"/>
              </a:cxn>
              <a:cxn ang="0">
                <a:pos x="connsiteX27601" y="connsiteY27601"/>
              </a:cxn>
              <a:cxn ang="0">
                <a:pos x="connsiteX27602" y="connsiteY27602"/>
              </a:cxn>
              <a:cxn ang="0">
                <a:pos x="connsiteX27603" y="connsiteY27603"/>
              </a:cxn>
              <a:cxn ang="0">
                <a:pos x="connsiteX27604" y="connsiteY27604"/>
              </a:cxn>
              <a:cxn ang="0">
                <a:pos x="connsiteX27605" y="connsiteY27605"/>
              </a:cxn>
              <a:cxn ang="0">
                <a:pos x="connsiteX27606" y="connsiteY27606"/>
              </a:cxn>
              <a:cxn ang="0">
                <a:pos x="connsiteX27607" y="connsiteY27607"/>
              </a:cxn>
              <a:cxn ang="0">
                <a:pos x="connsiteX27608" y="connsiteY27608"/>
              </a:cxn>
              <a:cxn ang="0">
                <a:pos x="connsiteX27609" y="connsiteY27609"/>
              </a:cxn>
              <a:cxn ang="0">
                <a:pos x="connsiteX27610" y="connsiteY27610"/>
              </a:cxn>
              <a:cxn ang="0">
                <a:pos x="connsiteX27611" y="connsiteY27611"/>
              </a:cxn>
              <a:cxn ang="0">
                <a:pos x="connsiteX27612" y="connsiteY27612"/>
              </a:cxn>
              <a:cxn ang="0">
                <a:pos x="connsiteX27613" y="connsiteY27613"/>
              </a:cxn>
              <a:cxn ang="0">
                <a:pos x="connsiteX27614" y="connsiteY27614"/>
              </a:cxn>
              <a:cxn ang="0">
                <a:pos x="connsiteX27615" y="connsiteY27615"/>
              </a:cxn>
              <a:cxn ang="0">
                <a:pos x="connsiteX27616" y="connsiteY27616"/>
              </a:cxn>
              <a:cxn ang="0">
                <a:pos x="connsiteX27617" y="connsiteY27617"/>
              </a:cxn>
              <a:cxn ang="0">
                <a:pos x="connsiteX27618" y="connsiteY27618"/>
              </a:cxn>
              <a:cxn ang="0">
                <a:pos x="connsiteX27619" y="connsiteY27619"/>
              </a:cxn>
              <a:cxn ang="0">
                <a:pos x="connsiteX27620" y="connsiteY27620"/>
              </a:cxn>
              <a:cxn ang="0">
                <a:pos x="connsiteX27621" y="connsiteY27621"/>
              </a:cxn>
              <a:cxn ang="0">
                <a:pos x="connsiteX27622" y="connsiteY27622"/>
              </a:cxn>
              <a:cxn ang="0">
                <a:pos x="connsiteX27623" y="connsiteY27623"/>
              </a:cxn>
              <a:cxn ang="0">
                <a:pos x="connsiteX27624" y="connsiteY27624"/>
              </a:cxn>
              <a:cxn ang="0">
                <a:pos x="connsiteX27625" y="connsiteY27625"/>
              </a:cxn>
              <a:cxn ang="0">
                <a:pos x="connsiteX27626" y="connsiteY27626"/>
              </a:cxn>
              <a:cxn ang="0">
                <a:pos x="connsiteX27627" y="connsiteY27627"/>
              </a:cxn>
              <a:cxn ang="0">
                <a:pos x="connsiteX27628" y="connsiteY27628"/>
              </a:cxn>
              <a:cxn ang="0">
                <a:pos x="connsiteX27629" y="connsiteY27629"/>
              </a:cxn>
              <a:cxn ang="0">
                <a:pos x="connsiteX27630" y="connsiteY27630"/>
              </a:cxn>
              <a:cxn ang="0">
                <a:pos x="connsiteX27631" y="connsiteY27631"/>
              </a:cxn>
              <a:cxn ang="0">
                <a:pos x="connsiteX27632" y="connsiteY27632"/>
              </a:cxn>
              <a:cxn ang="0">
                <a:pos x="connsiteX27633" y="connsiteY27633"/>
              </a:cxn>
              <a:cxn ang="0">
                <a:pos x="connsiteX27634" y="connsiteY27634"/>
              </a:cxn>
              <a:cxn ang="0">
                <a:pos x="connsiteX27635" y="connsiteY27635"/>
              </a:cxn>
              <a:cxn ang="0">
                <a:pos x="connsiteX27636" y="connsiteY27636"/>
              </a:cxn>
              <a:cxn ang="0">
                <a:pos x="connsiteX27637" y="connsiteY27637"/>
              </a:cxn>
              <a:cxn ang="0">
                <a:pos x="connsiteX27638" y="connsiteY27638"/>
              </a:cxn>
              <a:cxn ang="0">
                <a:pos x="connsiteX27639" y="connsiteY27639"/>
              </a:cxn>
              <a:cxn ang="0">
                <a:pos x="connsiteX27640" y="connsiteY27640"/>
              </a:cxn>
              <a:cxn ang="0">
                <a:pos x="connsiteX27641" y="connsiteY27641"/>
              </a:cxn>
              <a:cxn ang="0">
                <a:pos x="connsiteX27642" y="connsiteY27642"/>
              </a:cxn>
              <a:cxn ang="0">
                <a:pos x="connsiteX27643" y="connsiteY27643"/>
              </a:cxn>
              <a:cxn ang="0">
                <a:pos x="connsiteX27644" y="connsiteY27644"/>
              </a:cxn>
              <a:cxn ang="0">
                <a:pos x="connsiteX27645" y="connsiteY27645"/>
              </a:cxn>
              <a:cxn ang="0">
                <a:pos x="connsiteX27646" y="connsiteY27646"/>
              </a:cxn>
              <a:cxn ang="0">
                <a:pos x="connsiteX27647" y="connsiteY27647"/>
              </a:cxn>
              <a:cxn ang="0">
                <a:pos x="connsiteX27648" y="connsiteY27648"/>
              </a:cxn>
              <a:cxn ang="0">
                <a:pos x="connsiteX27649" y="connsiteY27649"/>
              </a:cxn>
              <a:cxn ang="0">
                <a:pos x="connsiteX27650" y="connsiteY27650"/>
              </a:cxn>
              <a:cxn ang="0">
                <a:pos x="connsiteX27651" y="connsiteY27651"/>
              </a:cxn>
              <a:cxn ang="0">
                <a:pos x="connsiteX27652" y="connsiteY27652"/>
              </a:cxn>
              <a:cxn ang="0">
                <a:pos x="connsiteX27653" y="connsiteY27653"/>
              </a:cxn>
              <a:cxn ang="0">
                <a:pos x="connsiteX27654" y="connsiteY27654"/>
              </a:cxn>
              <a:cxn ang="0">
                <a:pos x="connsiteX27655" y="connsiteY27655"/>
              </a:cxn>
              <a:cxn ang="0">
                <a:pos x="connsiteX27656" y="connsiteY27656"/>
              </a:cxn>
              <a:cxn ang="0">
                <a:pos x="connsiteX27657" y="connsiteY27657"/>
              </a:cxn>
              <a:cxn ang="0">
                <a:pos x="connsiteX27658" y="connsiteY27658"/>
              </a:cxn>
              <a:cxn ang="0">
                <a:pos x="connsiteX27659" y="connsiteY27659"/>
              </a:cxn>
              <a:cxn ang="0">
                <a:pos x="connsiteX27660" y="connsiteY27660"/>
              </a:cxn>
              <a:cxn ang="0">
                <a:pos x="connsiteX27661" y="connsiteY27661"/>
              </a:cxn>
              <a:cxn ang="0">
                <a:pos x="connsiteX27662" y="connsiteY27662"/>
              </a:cxn>
              <a:cxn ang="0">
                <a:pos x="connsiteX27663" y="connsiteY27663"/>
              </a:cxn>
              <a:cxn ang="0">
                <a:pos x="connsiteX27664" y="connsiteY27664"/>
              </a:cxn>
              <a:cxn ang="0">
                <a:pos x="connsiteX27665" y="connsiteY27665"/>
              </a:cxn>
              <a:cxn ang="0">
                <a:pos x="connsiteX27666" y="connsiteY27666"/>
              </a:cxn>
              <a:cxn ang="0">
                <a:pos x="connsiteX27667" y="connsiteY27667"/>
              </a:cxn>
              <a:cxn ang="0">
                <a:pos x="connsiteX27668" y="connsiteY27668"/>
              </a:cxn>
              <a:cxn ang="0">
                <a:pos x="connsiteX27669" y="connsiteY27669"/>
              </a:cxn>
              <a:cxn ang="0">
                <a:pos x="connsiteX27670" y="connsiteY27670"/>
              </a:cxn>
              <a:cxn ang="0">
                <a:pos x="connsiteX27671" y="connsiteY27671"/>
              </a:cxn>
              <a:cxn ang="0">
                <a:pos x="connsiteX27672" y="connsiteY27672"/>
              </a:cxn>
              <a:cxn ang="0">
                <a:pos x="connsiteX27673" y="connsiteY27673"/>
              </a:cxn>
              <a:cxn ang="0">
                <a:pos x="connsiteX27674" y="connsiteY27674"/>
              </a:cxn>
              <a:cxn ang="0">
                <a:pos x="connsiteX27675" y="connsiteY27675"/>
              </a:cxn>
              <a:cxn ang="0">
                <a:pos x="connsiteX27676" y="connsiteY27676"/>
              </a:cxn>
              <a:cxn ang="0">
                <a:pos x="connsiteX27677" y="connsiteY27677"/>
              </a:cxn>
              <a:cxn ang="0">
                <a:pos x="connsiteX27678" y="connsiteY27678"/>
              </a:cxn>
              <a:cxn ang="0">
                <a:pos x="connsiteX27679" y="connsiteY27679"/>
              </a:cxn>
              <a:cxn ang="0">
                <a:pos x="connsiteX27680" y="connsiteY27680"/>
              </a:cxn>
              <a:cxn ang="0">
                <a:pos x="connsiteX27681" y="connsiteY27681"/>
              </a:cxn>
              <a:cxn ang="0">
                <a:pos x="connsiteX27682" y="connsiteY27682"/>
              </a:cxn>
              <a:cxn ang="0">
                <a:pos x="connsiteX27683" y="connsiteY27683"/>
              </a:cxn>
              <a:cxn ang="0">
                <a:pos x="connsiteX27684" y="connsiteY27684"/>
              </a:cxn>
              <a:cxn ang="0">
                <a:pos x="connsiteX27685" y="connsiteY27685"/>
              </a:cxn>
              <a:cxn ang="0">
                <a:pos x="connsiteX27686" y="connsiteY27686"/>
              </a:cxn>
              <a:cxn ang="0">
                <a:pos x="connsiteX27687" y="connsiteY27687"/>
              </a:cxn>
              <a:cxn ang="0">
                <a:pos x="connsiteX27688" y="connsiteY27688"/>
              </a:cxn>
              <a:cxn ang="0">
                <a:pos x="connsiteX27689" y="connsiteY27689"/>
              </a:cxn>
              <a:cxn ang="0">
                <a:pos x="connsiteX27690" y="connsiteY27690"/>
              </a:cxn>
              <a:cxn ang="0">
                <a:pos x="connsiteX27691" y="connsiteY27691"/>
              </a:cxn>
              <a:cxn ang="0">
                <a:pos x="connsiteX27692" y="connsiteY27692"/>
              </a:cxn>
              <a:cxn ang="0">
                <a:pos x="connsiteX27693" y="connsiteY27693"/>
              </a:cxn>
              <a:cxn ang="0">
                <a:pos x="connsiteX27694" y="connsiteY27694"/>
              </a:cxn>
              <a:cxn ang="0">
                <a:pos x="connsiteX27695" y="connsiteY27695"/>
              </a:cxn>
              <a:cxn ang="0">
                <a:pos x="connsiteX27696" y="connsiteY27696"/>
              </a:cxn>
              <a:cxn ang="0">
                <a:pos x="connsiteX27697" y="connsiteY27697"/>
              </a:cxn>
              <a:cxn ang="0">
                <a:pos x="connsiteX27698" y="connsiteY27698"/>
              </a:cxn>
              <a:cxn ang="0">
                <a:pos x="connsiteX27699" y="connsiteY27699"/>
              </a:cxn>
              <a:cxn ang="0">
                <a:pos x="connsiteX27700" y="connsiteY27700"/>
              </a:cxn>
              <a:cxn ang="0">
                <a:pos x="connsiteX27701" y="connsiteY27701"/>
              </a:cxn>
              <a:cxn ang="0">
                <a:pos x="connsiteX27702" y="connsiteY27702"/>
              </a:cxn>
              <a:cxn ang="0">
                <a:pos x="connsiteX27703" y="connsiteY27703"/>
              </a:cxn>
              <a:cxn ang="0">
                <a:pos x="connsiteX27704" y="connsiteY27704"/>
              </a:cxn>
              <a:cxn ang="0">
                <a:pos x="connsiteX27705" y="connsiteY27705"/>
              </a:cxn>
              <a:cxn ang="0">
                <a:pos x="connsiteX27706" y="connsiteY27706"/>
              </a:cxn>
              <a:cxn ang="0">
                <a:pos x="connsiteX27707" y="connsiteY27707"/>
              </a:cxn>
              <a:cxn ang="0">
                <a:pos x="connsiteX27708" y="connsiteY27708"/>
              </a:cxn>
              <a:cxn ang="0">
                <a:pos x="connsiteX27709" y="connsiteY27709"/>
              </a:cxn>
              <a:cxn ang="0">
                <a:pos x="connsiteX27710" y="connsiteY27710"/>
              </a:cxn>
              <a:cxn ang="0">
                <a:pos x="connsiteX27711" y="connsiteY27711"/>
              </a:cxn>
              <a:cxn ang="0">
                <a:pos x="connsiteX27712" y="connsiteY27712"/>
              </a:cxn>
              <a:cxn ang="0">
                <a:pos x="connsiteX27713" y="connsiteY27713"/>
              </a:cxn>
              <a:cxn ang="0">
                <a:pos x="connsiteX27714" y="connsiteY27714"/>
              </a:cxn>
              <a:cxn ang="0">
                <a:pos x="connsiteX27715" y="connsiteY27715"/>
              </a:cxn>
              <a:cxn ang="0">
                <a:pos x="connsiteX27716" y="connsiteY27716"/>
              </a:cxn>
              <a:cxn ang="0">
                <a:pos x="connsiteX27717" y="connsiteY27717"/>
              </a:cxn>
              <a:cxn ang="0">
                <a:pos x="connsiteX27718" y="connsiteY27718"/>
              </a:cxn>
              <a:cxn ang="0">
                <a:pos x="connsiteX27719" y="connsiteY27719"/>
              </a:cxn>
              <a:cxn ang="0">
                <a:pos x="connsiteX27720" y="connsiteY27720"/>
              </a:cxn>
              <a:cxn ang="0">
                <a:pos x="connsiteX27721" y="connsiteY27721"/>
              </a:cxn>
              <a:cxn ang="0">
                <a:pos x="connsiteX27722" y="connsiteY27722"/>
              </a:cxn>
              <a:cxn ang="0">
                <a:pos x="connsiteX27723" y="connsiteY27723"/>
              </a:cxn>
              <a:cxn ang="0">
                <a:pos x="connsiteX27724" y="connsiteY27724"/>
              </a:cxn>
              <a:cxn ang="0">
                <a:pos x="connsiteX27725" y="connsiteY27725"/>
              </a:cxn>
              <a:cxn ang="0">
                <a:pos x="connsiteX27726" y="connsiteY27726"/>
              </a:cxn>
              <a:cxn ang="0">
                <a:pos x="connsiteX27727" y="connsiteY27727"/>
              </a:cxn>
              <a:cxn ang="0">
                <a:pos x="connsiteX27728" y="connsiteY27728"/>
              </a:cxn>
              <a:cxn ang="0">
                <a:pos x="connsiteX27729" y="connsiteY27729"/>
              </a:cxn>
              <a:cxn ang="0">
                <a:pos x="connsiteX27730" y="connsiteY27730"/>
              </a:cxn>
              <a:cxn ang="0">
                <a:pos x="connsiteX27731" y="connsiteY27731"/>
              </a:cxn>
              <a:cxn ang="0">
                <a:pos x="connsiteX27732" y="connsiteY27732"/>
              </a:cxn>
              <a:cxn ang="0">
                <a:pos x="connsiteX27733" y="connsiteY27733"/>
              </a:cxn>
              <a:cxn ang="0">
                <a:pos x="connsiteX27734" y="connsiteY27734"/>
              </a:cxn>
              <a:cxn ang="0">
                <a:pos x="connsiteX27735" y="connsiteY27735"/>
              </a:cxn>
              <a:cxn ang="0">
                <a:pos x="connsiteX27736" y="connsiteY27736"/>
              </a:cxn>
              <a:cxn ang="0">
                <a:pos x="connsiteX27737" y="connsiteY27737"/>
              </a:cxn>
              <a:cxn ang="0">
                <a:pos x="connsiteX27738" y="connsiteY27738"/>
              </a:cxn>
              <a:cxn ang="0">
                <a:pos x="connsiteX27739" y="connsiteY27739"/>
              </a:cxn>
              <a:cxn ang="0">
                <a:pos x="connsiteX27740" y="connsiteY27740"/>
              </a:cxn>
              <a:cxn ang="0">
                <a:pos x="connsiteX27741" y="connsiteY27741"/>
              </a:cxn>
              <a:cxn ang="0">
                <a:pos x="connsiteX27742" y="connsiteY27742"/>
              </a:cxn>
              <a:cxn ang="0">
                <a:pos x="connsiteX27743" y="connsiteY27743"/>
              </a:cxn>
              <a:cxn ang="0">
                <a:pos x="connsiteX27744" y="connsiteY27744"/>
              </a:cxn>
              <a:cxn ang="0">
                <a:pos x="connsiteX27745" y="connsiteY27745"/>
              </a:cxn>
              <a:cxn ang="0">
                <a:pos x="connsiteX27746" y="connsiteY27746"/>
              </a:cxn>
              <a:cxn ang="0">
                <a:pos x="connsiteX27747" y="connsiteY27747"/>
              </a:cxn>
              <a:cxn ang="0">
                <a:pos x="connsiteX27748" y="connsiteY27748"/>
              </a:cxn>
              <a:cxn ang="0">
                <a:pos x="connsiteX27749" y="connsiteY27749"/>
              </a:cxn>
              <a:cxn ang="0">
                <a:pos x="connsiteX27750" y="connsiteY27750"/>
              </a:cxn>
              <a:cxn ang="0">
                <a:pos x="connsiteX27751" y="connsiteY27751"/>
              </a:cxn>
              <a:cxn ang="0">
                <a:pos x="connsiteX27752" y="connsiteY27752"/>
              </a:cxn>
              <a:cxn ang="0">
                <a:pos x="connsiteX27753" y="connsiteY27753"/>
              </a:cxn>
              <a:cxn ang="0">
                <a:pos x="connsiteX27754" y="connsiteY27754"/>
              </a:cxn>
              <a:cxn ang="0">
                <a:pos x="connsiteX27755" y="connsiteY27755"/>
              </a:cxn>
              <a:cxn ang="0">
                <a:pos x="connsiteX27756" y="connsiteY27756"/>
              </a:cxn>
              <a:cxn ang="0">
                <a:pos x="connsiteX27757" y="connsiteY27757"/>
              </a:cxn>
              <a:cxn ang="0">
                <a:pos x="connsiteX27758" y="connsiteY27758"/>
              </a:cxn>
              <a:cxn ang="0">
                <a:pos x="connsiteX27759" y="connsiteY27759"/>
              </a:cxn>
              <a:cxn ang="0">
                <a:pos x="connsiteX27760" y="connsiteY27760"/>
              </a:cxn>
              <a:cxn ang="0">
                <a:pos x="connsiteX27761" y="connsiteY27761"/>
              </a:cxn>
              <a:cxn ang="0">
                <a:pos x="connsiteX27762" y="connsiteY27762"/>
              </a:cxn>
              <a:cxn ang="0">
                <a:pos x="connsiteX27763" y="connsiteY27763"/>
              </a:cxn>
              <a:cxn ang="0">
                <a:pos x="connsiteX27764" y="connsiteY27764"/>
              </a:cxn>
              <a:cxn ang="0">
                <a:pos x="connsiteX27765" y="connsiteY27765"/>
              </a:cxn>
              <a:cxn ang="0">
                <a:pos x="connsiteX27766" y="connsiteY27766"/>
              </a:cxn>
              <a:cxn ang="0">
                <a:pos x="connsiteX27767" y="connsiteY27767"/>
              </a:cxn>
              <a:cxn ang="0">
                <a:pos x="connsiteX27768" y="connsiteY27768"/>
              </a:cxn>
              <a:cxn ang="0">
                <a:pos x="connsiteX27769" y="connsiteY27769"/>
              </a:cxn>
              <a:cxn ang="0">
                <a:pos x="connsiteX27770" y="connsiteY27770"/>
              </a:cxn>
              <a:cxn ang="0">
                <a:pos x="connsiteX27771" y="connsiteY27771"/>
              </a:cxn>
              <a:cxn ang="0">
                <a:pos x="connsiteX27772" y="connsiteY27772"/>
              </a:cxn>
              <a:cxn ang="0">
                <a:pos x="connsiteX27773" y="connsiteY27773"/>
              </a:cxn>
              <a:cxn ang="0">
                <a:pos x="connsiteX27774" y="connsiteY27774"/>
              </a:cxn>
              <a:cxn ang="0">
                <a:pos x="connsiteX27775" y="connsiteY27775"/>
              </a:cxn>
              <a:cxn ang="0">
                <a:pos x="connsiteX27776" y="connsiteY27776"/>
              </a:cxn>
              <a:cxn ang="0">
                <a:pos x="connsiteX27777" y="connsiteY27777"/>
              </a:cxn>
              <a:cxn ang="0">
                <a:pos x="connsiteX27778" y="connsiteY27778"/>
              </a:cxn>
              <a:cxn ang="0">
                <a:pos x="connsiteX27779" y="connsiteY27779"/>
              </a:cxn>
              <a:cxn ang="0">
                <a:pos x="connsiteX27780" y="connsiteY27780"/>
              </a:cxn>
              <a:cxn ang="0">
                <a:pos x="connsiteX27781" y="connsiteY27781"/>
              </a:cxn>
              <a:cxn ang="0">
                <a:pos x="connsiteX27782" y="connsiteY27782"/>
              </a:cxn>
              <a:cxn ang="0">
                <a:pos x="connsiteX27783" y="connsiteY27783"/>
              </a:cxn>
              <a:cxn ang="0">
                <a:pos x="connsiteX27784" y="connsiteY27784"/>
              </a:cxn>
              <a:cxn ang="0">
                <a:pos x="connsiteX27785" y="connsiteY27785"/>
              </a:cxn>
              <a:cxn ang="0">
                <a:pos x="connsiteX27786" y="connsiteY27786"/>
              </a:cxn>
              <a:cxn ang="0">
                <a:pos x="connsiteX27787" y="connsiteY27787"/>
              </a:cxn>
              <a:cxn ang="0">
                <a:pos x="connsiteX27788" y="connsiteY27788"/>
              </a:cxn>
              <a:cxn ang="0">
                <a:pos x="connsiteX27789" y="connsiteY27789"/>
              </a:cxn>
              <a:cxn ang="0">
                <a:pos x="connsiteX27790" y="connsiteY27790"/>
              </a:cxn>
              <a:cxn ang="0">
                <a:pos x="connsiteX27791" y="connsiteY27791"/>
              </a:cxn>
              <a:cxn ang="0">
                <a:pos x="connsiteX27792" y="connsiteY27792"/>
              </a:cxn>
              <a:cxn ang="0">
                <a:pos x="connsiteX27793" y="connsiteY27793"/>
              </a:cxn>
              <a:cxn ang="0">
                <a:pos x="connsiteX27794" y="connsiteY27794"/>
              </a:cxn>
              <a:cxn ang="0">
                <a:pos x="connsiteX27795" y="connsiteY27795"/>
              </a:cxn>
              <a:cxn ang="0">
                <a:pos x="connsiteX27796" y="connsiteY27796"/>
              </a:cxn>
              <a:cxn ang="0">
                <a:pos x="connsiteX27797" y="connsiteY27797"/>
              </a:cxn>
              <a:cxn ang="0">
                <a:pos x="connsiteX27798" y="connsiteY27798"/>
              </a:cxn>
              <a:cxn ang="0">
                <a:pos x="connsiteX27799" y="connsiteY27799"/>
              </a:cxn>
              <a:cxn ang="0">
                <a:pos x="connsiteX27800" y="connsiteY27800"/>
              </a:cxn>
              <a:cxn ang="0">
                <a:pos x="connsiteX27801" y="connsiteY27801"/>
              </a:cxn>
              <a:cxn ang="0">
                <a:pos x="connsiteX27802" y="connsiteY27802"/>
              </a:cxn>
              <a:cxn ang="0">
                <a:pos x="connsiteX27803" y="connsiteY27803"/>
              </a:cxn>
              <a:cxn ang="0">
                <a:pos x="connsiteX27804" y="connsiteY27804"/>
              </a:cxn>
              <a:cxn ang="0">
                <a:pos x="connsiteX27805" y="connsiteY27805"/>
              </a:cxn>
              <a:cxn ang="0">
                <a:pos x="connsiteX27806" y="connsiteY27806"/>
              </a:cxn>
              <a:cxn ang="0">
                <a:pos x="connsiteX27807" y="connsiteY27807"/>
              </a:cxn>
              <a:cxn ang="0">
                <a:pos x="connsiteX27808" y="connsiteY27808"/>
              </a:cxn>
              <a:cxn ang="0">
                <a:pos x="connsiteX27809" y="connsiteY27809"/>
              </a:cxn>
              <a:cxn ang="0">
                <a:pos x="connsiteX27810" y="connsiteY27810"/>
              </a:cxn>
              <a:cxn ang="0">
                <a:pos x="connsiteX27811" y="connsiteY27811"/>
              </a:cxn>
              <a:cxn ang="0">
                <a:pos x="connsiteX27812" y="connsiteY27812"/>
              </a:cxn>
              <a:cxn ang="0">
                <a:pos x="connsiteX27813" y="connsiteY27813"/>
              </a:cxn>
              <a:cxn ang="0">
                <a:pos x="connsiteX27814" y="connsiteY27814"/>
              </a:cxn>
              <a:cxn ang="0">
                <a:pos x="connsiteX27815" y="connsiteY27815"/>
              </a:cxn>
              <a:cxn ang="0">
                <a:pos x="connsiteX27816" y="connsiteY27816"/>
              </a:cxn>
              <a:cxn ang="0">
                <a:pos x="connsiteX27817" y="connsiteY27817"/>
              </a:cxn>
              <a:cxn ang="0">
                <a:pos x="connsiteX27818" y="connsiteY27818"/>
              </a:cxn>
              <a:cxn ang="0">
                <a:pos x="connsiteX27819" y="connsiteY27819"/>
              </a:cxn>
              <a:cxn ang="0">
                <a:pos x="connsiteX27820" y="connsiteY27820"/>
              </a:cxn>
              <a:cxn ang="0">
                <a:pos x="connsiteX27821" y="connsiteY27821"/>
              </a:cxn>
              <a:cxn ang="0">
                <a:pos x="connsiteX27822" y="connsiteY27822"/>
              </a:cxn>
              <a:cxn ang="0">
                <a:pos x="connsiteX27823" y="connsiteY27823"/>
              </a:cxn>
              <a:cxn ang="0">
                <a:pos x="connsiteX27824" y="connsiteY27824"/>
              </a:cxn>
              <a:cxn ang="0">
                <a:pos x="connsiteX27825" y="connsiteY27825"/>
              </a:cxn>
              <a:cxn ang="0">
                <a:pos x="connsiteX27826" y="connsiteY27826"/>
              </a:cxn>
              <a:cxn ang="0">
                <a:pos x="connsiteX27827" y="connsiteY27827"/>
              </a:cxn>
              <a:cxn ang="0">
                <a:pos x="connsiteX27828" y="connsiteY27828"/>
              </a:cxn>
              <a:cxn ang="0">
                <a:pos x="connsiteX27829" y="connsiteY27829"/>
              </a:cxn>
              <a:cxn ang="0">
                <a:pos x="connsiteX27830" y="connsiteY27830"/>
              </a:cxn>
              <a:cxn ang="0">
                <a:pos x="connsiteX27831" y="connsiteY27831"/>
              </a:cxn>
              <a:cxn ang="0">
                <a:pos x="connsiteX27832" y="connsiteY27832"/>
              </a:cxn>
              <a:cxn ang="0">
                <a:pos x="connsiteX27833" y="connsiteY27833"/>
              </a:cxn>
              <a:cxn ang="0">
                <a:pos x="connsiteX27834" y="connsiteY27834"/>
              </a:cxn>
              <a:cxn ang="0">
                <a:pos x="connsiteX27835" y="connsiteY27835"/>
              </a:cxn>
              <a:cxn ang="0">
                <a:pos x="connsiteX27836" y="connsiteY27836"/>
              </a:cxn>
              <a:cxn ang="0">
                <a:pos x="connsiteX27837" y="connsiteY27837"/>
              </a:cxn>
              <a:cxn ang="0">
                <a:pos x="connsiteX27838" y="connsiteY27838"/>
              </a:cxn>
              <a:cxn ang="0">
                <a:pos x="connsiteX27839" y="connsiteY27839"/>
              </a:cxn>
              <a:cxn ang="0">
                <a:pos x="connsiteX27840" y="connsiteY27840"/>
              </a:cxn>
              <a:cxn ang="0">
                <a:pos x="connsiteX27841" y="connsiteY27841"/>
              </a:cxn>
              <a:cxn ang="0">
                <a:pos x="connsiteX27842" y="connsiteY27842"/>
              </a:cxn>
              <a:cxn ang="0">
                <a:pos x="connsiteX27843" y="connsiteY27843"/>
              </a:cxn>
              <a:cxn ang="0">
                <a:pos x="connsiteX27844" y="connsiteY27844"/>
              </a:cxn>
              <a:cxn ang="0">
                <a:pos x="connsiteX27845" y="connsiteY27845"/>
              </a:cxn>
              <a:cxn ang="0">
                <a:pos x="connsiteX27846" y="connsiteY27846"/>
              </a:cxn>
              <a:cxn ang="0">
                <a:pos x="connsiteX27847" y="connsiteY27847"/>
              </a:cxn>
              <a:cxn ang="0">
                <a:pos x="connsiteX27848" y="connsiteY27848"/>
              </a:cxn>
              <a:cxn ang="0">
                <a:pos x="connsiteX27849" y="connsiteY27849"/>
              </a:cxn>
              <a:cxn ang="0">
                <a:pos x="connsiteX27850" y="connsiteY27850"/>
              </a:cxn>
              <a:cxn ang="0">
                <a:pos x="connsiteX27851" y="connsiteY27851"/>
              </a:cxn>
              <a:cxn ang="0">
                <a:pos x="connsiteX27852" y="connsiteY27852"/>
              </a:cxn>
              <a:cxn ang="0">
                <a:pos x="connsiteX27853" y="connsiteY27853"/>
              </a:cxn>
              <a:cxn ang="0">
                <a:pos x="connsiteX27854" y="connsiteY27854"/>
              </a:cxn>
              <a:cxn ang="0">
                <a:pos x="connsiteX27855" y="connsiteY27855"/>
              </a:cxn>
              <a:cxn ang="0">
                <a:pos x="connsiteX27856" y="connsiteY27856"/>
              </a:cxn>
              <a:cxn ang="0">
                <a:pos x="connsiteX27857" y="connsiteY27857"/>
              </a:cxn>
              <a:cxn ang="0">
                <a:pos x="connsiteX27858" y="connsiteY27858"/>
              </a:cxn>
              <a:cxn ang="0">
                <a:pos x="connsiteX27859" y="connsiteY27859"/>
              </a:cxn>
              <a:cxn ang="0">
                <a:pos x="connsiteX27860" y="connsiteY27860"/>
              </a:cxn>
              <a:cxn ang="0">
                <a:pos x="connsiteX27861" y="connsiteY27861"/>
              </a:cxn>
              <a:cxn ang="0">
                <a:pos x="connsiteX27862" y="connsiteY27862"/>
              </a:cxn>
              <a:cxn ang="0">
                <a:pos x="connsiteX27863" y="connsiteY27863"/>
              </a:cxn>
              <a:cxn ang="0">
                <a:pos x="connsiteX27864" y="connsiteY27864"/>
              </a:cxn>
              <a:cxn ang="0">
                <a:pos x="connsiteX27865" y="connsiteY27865"/>
              </a:cxn>
              <a:cxn ang="0">
                <a:pos x="connsiteX27866" y="connsiteY27866"/>
              </a:cxn>
              <a:cxn ang="0">
                <a:pos x="connsiteX27867" y="connsiteY27867"/>
              </a:cxn>
              <a:cxn ang="0">
                <a:pos x="connsiteX27868" y="connsiteY27868"/>
              </a:cxn>
              <a:cxn ang="0">
                <a:pos x="connsiteX27869" y="connsiteY27869"/>
              </a:cxn>
              <a:cxn ang="0">
                <a:pos x="connsiteX27870" y="connsiteY27870"/>
              </a:cxn>
              <a:cxn ang="0">
                <a:pos x="connsiteX27871" y="connsiteY27871"/>
              </a:cxn>
              <a:cxn ang="0">
                <a:pos x="connsiteX27872" y="connsiteY27872"/>
              </a:cxn>
              <a:cxn ang="0">
                <a:pos x="connsiteX27873" y="connsiteY27873"/>
              </a:cxn>
              <a:cxn ang="0">
                <a:pos x="connsiteX27874" y="connsiteY27874"/>
              </a:cxn>
              <a:cxn ang="0">
                <a:pos x="connsiteX27875" y="connsiteY27875"/>
              </a:cxn>
              <a:cxn ang="0">
                <a:pos x="connsiteX27876" y="connsiteY27876"/>
              </a:cxn>
              <a:cxn ang="0">
                <a:pos x="connsiteX27877" y="connsiteY27877"/>
              </a:cxn>
              <a:cxn ang="0">
                <a:pos x="connsiteX27878" y="connsiteY27878"/>
              </a:cxn>
              <a:cxn ang="0">
                <a:pos x="connsiteX27879" y="connsiteY27879"/>
              </a:cxn>
              <a:cxn ang="0">
                <a:pos x="connsiteX27880" y="connsiteY27880"/>
              </a:cxn>
              <a:cxn ang="0">
                <a:pos x="connsiteX27881" y="connsiteY27881"/>
              </a:cxn>
              <a:cxn ang="0">
                <a:pos x="connsiteX27882" y="connsiteY27882"/>
              </a:cxn>
              <a:cxn ang="0">
                <a:pos x="connsiteX27883" y="connsiteY27883"/>
              </a:cxn>
              <a:cxn ang="0">
                <a:pos x="connsiteX27884" y="connsiteY27884"/>
              </a:cxn>
              <a:cxn ang="0">
                <a:pos x="connsiteX27885" y="connsiteY27885"/>
              </a:cxn>
              <a:cxn ang="0">
                <a:pos x="connsiteX27886" y="connsiteY27886"/>
              </a:cxn>
              <a:cxn ang="0">
                <a:pos x="connsiteX27887" y="connsiteY27887"/>
              </a:cxn>
              <a:cxn ang="0">
                <a:pos x="connsiteX27888" y="connsiteY27888"/>
              </a:cxn>
              <a:cxn ang="0">
                <a:pos x="connsiteX27889" y="connsiteY27889"/>
              </a:cxn>
              <a:cxn ang="0">
                <a:pos x="connsiteX27890" y="connsiteY27890"/>
              </a:cxn>
              <a:cxn ang="0">
                <a:pos x="connsiteX27891" y="connsiteY27891"/>
              </a:cxn>
              <a:cxn ang="0">
                <a:pos x="connsiteX27892" y="connsiteY27892"/>
              </a:cxn>
              <a:cxn ang="0">
                <a:pos x="connsiteX27893" y="connsiteY27893"/>
              </a:cxn>
              <a:cxn ang="0">
                <a:pos x="connsiteX27894" y="connsiteY27894"/>
              </a:cxn>
              <a:cxn ang="0">
                <a:pos x="connsiteX27895" y="connsiteY27895"/>
              </a:cxn>
              <a:cxn ang="0">
                <a:pos x="connsiteX27896" y="connsiteY27896"/>
              </a:cxn>
              <a:cxn ang="0">
                <a:pos x="connsiteX27897" y="connsiteY27897"/>
              </a:cxn>
              <a:cxn ang="0">
                <a:pos x="connsiteX27898" y="connsiteY27898"/>
              </a:cxn>
              <a:cxn ang="0">
                <a:pos x="connsiteX27899" y="connsiteY27899"/>
              </a:cxn>
              <a:cxn ang="0">
                <a:pos x="connsiteX27900" y="connsiteY27900"/>
              </a:cxn>
              <a:cxn ang="0">
                <a:pos x="connsiteX27901" y="connsiteY27901"/>
              </a:cxn>
              <a:cxn ang="0">
                <a:pos x="connsiteX27902" y="connsiteY27902"/>
              </a:cxn>
              <a:cxn ang="0">
                <a:pos x="connsiteX27903" y="connsiteY27903"/>
              </a:cxn>
              <a:cxn ang="0">
                <a:pos x="connsiteX27904" y="connsiteY27904"/>
              </a:cxn>
              <a:cxn ang="0">
                <a:pos x="connsiteX27905" y="connsiteY27905"/>
              </a:cxn>
              <a:cxn ang="0">
                <a:pos x="connsiteX27906" y="connsiteY27906"/>
              </a:cxn>
              <a:cxn ang="0">
                <a:pos x="connsiteX27907" y="connsiteY27907"/>
              </a:cxn>
              <a:cxn ang="0">
                <a:pos x="connsiteX27908" y="connsiteY27908"/>
              </a:cxn>
              <a:cxn ang="0">
                <a:pos x="connsiteX27909" y="connsiteY27909"/>
              </a:cxn>
              <a:cxn ang="0">
                <a:pos x="connsiteX27910" y="connsiteY27910"/>
              </a:cxn>
              <a:cxn ang="0">
                <a:pos x="connsiteX27911" y="connsiteY27911"/>
              </a:cxn>
              <a:cxn ang="0">
                <a:pos x="connsiteX27912" y="connsiteY27912"/>
              </a:cxn>
              <a:cxn ang="0">
                <a:pos x="connsiteX27913" y="connsiteY27913"/>
              </a:cxn>
              <a:cxn ang="0">
                <a:pos x="connsiteX27914" y="connsiteY27914"/>
              </a:cxn>
              <a:cxn ang="0">
                <a:pos x="connsiteX27915" y="connsiteY27915"/>
              </a:cxn>
              <a:cxn ang="0">
                <a:pos x="connsiteX27916" y="connsiteY27916"/>
              </a:cxn>
              <a:cxn ang="0">
                <a:pos x="connsiteX27917" y="connsiteY27917"/>
              </a:cxn>
              <a:cxn ang="0">
                <a:pos x="connsiteX27918" y="connsiteY27918"/>
              </a:cxn>
              <a:cxn ang="0">
                <a:pos x="connsiteX27919" y="connsiteY27919"/>
              </a:cxn>
              <a:cxn ang="0">
                <a:pos x="connsiteX27920" y="connsiteY27920"/>
              </a:cxn>
              <a:cxn ang="0">
                <a:pos x="connsiteX27921" y="connsiteY27921"/>
              </a:cxn>
              <a:cxn ang="0">
                <a:pos x="connsiteX27922" y="connsiteY27922"/>
              </a:cxn>
              <a:cxn ang="0">
                <a:pos x="connsiteX27923" y="connsiteY27923"/>
              </a:cxn>
              <a:cxn ang="0">
                <a:pos x="connsiteX27924" y="connsiteY27924"/>
              </a:cxn>
              <a:cxn ang="0">
                <a:pos x="connsiteX27925" y="connsiteY27925"/>
              </a:cxn>
              <a:cxn ang="0">
                <a:pos x="connsiteX27926" y="connsiteY27926"/>
              </a:cxn>
              <a:cxn ang="0">
                <a:pos x="connsiteX27927" y="connsiteY27927"/>
              </a:cxn>
              <a:cxn ang="0">
                <a:pos x="connsiteX27928" y="connsiteY27928"/>
              </a:cxn>
              <a:cxn ang="0">
                <a:pos x="connsiteX27929" y="connsiteY27929"/>
              </a:cxn>
              <a:cxn ang="0">
                <a:pos x="connsiteX27930" y="connsiteY27930"/>
              </a:cxn>
              <a:cxn ang="0">
                <a:pos x="connsiteX27931" y="connsiteY27931"/>
              </a:cxn>
              <a:cxn ang="0">
                <a:pos x="connsiteX27932" y="connsiteY27932"/>
              </a:cxn>
              <a:cxn ang="0">
                <a:pos x="connsiteX27933" y="connsiteY27933"/>
              </a:cxn>
              <a:cxn ang="0">
                <a:pos x="connsiteX27934" y="connsiteY27934"/>
              </a:cxn>
              <a:cxn ang="0">
                <a:pos x="connsiteX27935" y="connsiteY27935"/>
              </a:cxn>
              <a:cxn ang="0">
                <a:pos x="connsiteX27936" y="connsiteY27936"/>
              </a:cxn>
              <a:cxn ang="0">
                <a:pos x="connsiteX27937" y="connsiteY27937"/>
              </a:cxn>
              <a:cxn ang="0">
                <a:pos x="connsiteX27938" y="connsiteY27938"/>
              </a:cxn>
              <a:cxn ang="0">
                <a:pos x="connsiteX27939" y="connsiteY27939"/>
              </a:cxn>
              <a:cxn ang="0">
                <a:pos x="connsiteX27940" y="connsiteY27940"/>
              </a:cxn>
              <a:cxn ang="0">
                <a:pos x="connsiteX27941" y="connsiteY27941"/>
              </a:cxn>
              <a:cxn ang="0">
                <a:pos x="connsiteX27942" y="connsiteY27942"/>
              </a:cxn>
              <a:cxn ang="0">
                <a:pos x="connsiteX27943" y="connsiteY27943"/>
              </a:cxn>
              <a:cxn ang="0">
                <a:pos x="connsiteX27944" y="connsiteY27944"/>
              </a:cxn>
              <a:cxn ang="0">
                <a:pos x="connsiteX27945" y="connsiteY27945"/>
              </a:cxn>
              <a:cxn ang="0">
                <a:pos x="connsiteX27946" y="connsiteY27946"/>
              </a:cxn>
              <a:cxn ang="0">
                <a:pos x="connsiteX27947" y="connsiteY27947"/>
              </a:cxn>
              <a:cxn ang="0">
                <a:pos x="connsiteX27948" y="connsiteY27948"/>
              </a:cxn>
              <a:cxn ang="0">
                <a:pos x="connsiteX27949" y="connsiteY27949"/>
              </a:cxn>
              <a:cxn ang="0">
                <a:pos x="connsiteX27950" y="connsiteY27950"/>
              </a:cxn>
              <a:cxn ang="0">
                <a:pos x="connsiteX27951" y="connsiteY27951"/>
              </a:cxn>
              <a:cxn ang="0">
                <a:pos x="connsiteX27952" y="connsiteY27952"/>
              </a:cxn>
              <a:cxn ang="0">
                <a:pos x="connsiteX27953" y="connsiteY27953"/>
              </a:cxn>
              <a:cxn ang="0">
                <a:pos x="connsiteX27954" y="connsiteY27954"/>
              </a:cxn>
              <a:cxn ang="0">
                <a:pos x="connsiteX27955" y="connsiteY27955"/>
              </a:cxn>
              <a:cxn ang="0">
                <a:pos x="connsiteX27956" y="connsiteY27956"/>
              </a:cxn>
              <a:cxn ang="0">
                <a:pos x="connsiteX27957" y="connsiteY27957"/>
              </a:cxn>
              <a:cxn ang="0">
                <a:pos x="connsiteX27958" y="connsiteY27958"/>
              </a:cxn>
              <a:cxn ang="0">
                <a:pos x="connsiteX27959" y="connsiteY27959"/>
              </a:cxn>
              <a:cxn ang="0">
                <a:pos x="connsiteX27960" y="connsiteY27960"/>
              </a:cxn>
              <a:cxn ang="0">
                <a:pos x="connsiteX27961" y="connsiteY27961"/>
              </a:cxn>
              <a:cxn ang="0">
                <a:pos x="connsiteX27962" y="connsiteY27962"/>
              </a:cxn>
              <a:cxn ang="0">
                <a:pos x="connsiteX27963" y="connsiteY27963"/>
              </a:cxn>
              <a:cxn ang="0">
                <a:pos x="connsiteX27964" y="connsiteY27964"/>
              </a:cxn>
              <a:cxn ang="0">
                <a:pos x="connsiteX27965" y="connsiteY27965"/>
              </a:cxn>
              <a:cxn ang="0">
                <a:pos x="connsiteX27966" y="connsiteY27966"/>
              </a:cxn>
              <a:cxn ang="0">
                <a:pos x="connsiteX27967" y="connsiteY27967"/>
              </a:cxn>
              <a:cxn ang="0">
                <a:pos x="connsiteX27968" y="connsiteY27968"/>
              </a:cxn>
              <a:cxn ang="0">
                <a:pos x="connsiteX27969" y="connsiteY27969"/>
              </a:cxn>
              <a:cxn ang="0">
                <a:pos x="connsiteX27970" y="connsiteY27970"/>
              </a:cxn>
              <a:cxn ang="0">
                <a:pos x="connsiteX27971" y="connsiteY27971"/>
              </a:cxn>
              <a:cxn ang="0">
                <a:pos x="connsiteX27972" y="connsiteY27972"/>
              </a:cxn>
              <a:cxn ang="0">
                <a:pos x="connsiteX27973" y="connsiteY27973"/>
              </a:cxn>
              <a:cxn ang="0">
                <a:pos x="connsiteX27974" y="connsiteY27974"/>
              </a:cxn>
              <a:cxn ang="0">
                <a:pos x="connsiteX27975" y="connsiteY27975"/>
              </a:cxn>
              <a:cxn ang="0">
                <a:pos x="connsiteX27976" y="connsiteY27976"/>
              </a:cxn>
              <a:cxn ang="0">
                <a:pos x="connsiteX27977" y="connsiteY27977"/>
              </a:cxn>
              <a:cxn ang="0">
                <a:pos x="connsiteX27978" y="connsiteY27978"/>
              </a:cxn>
              <a:cxn ang="0">
                <a:pos x="connsiteX27979" y="connsiteY27979"/>
              </a:cxn>
              <a:cxn ang="0">
                <a:pos x="connsiteX27980" y="connsiteY27980"/>
              </a:cxn>
              <a:cxn ang="0">
                <a:pos x="connsiteX27981" y="connsiteY27981"/>
              </a:cxn>
              <a:cxn ang="0">
                <a:pos x="connsiteX27982" y="connsiteY27982"/>
              </a:cxn>
              <a:cxn ang="0">
                <a:pos x="connsiteX27983" y="connsiteY27983"/>
              </a:cxn>
              <a:cxn ang="0">
                <a:pos x="connsiteX27984" y="connsiteY27984"/>
              </a:cxn>
              <a:cxn ang="0">
                <a:pos x="connsiteX27985" y="connsiteY27985"/>
              </a:cxn>
              <a:cxn ang="0">
                <a:pos x="connsiteX27986" y="connsiteY27986"/>
              </a:cxn>
              <a:cxn ang="0">
                <a:pos x="connsiteX27987" y="connsiteY27987"/>
              </a:cxn>
              <a:cxn ang="0">
                <a:pos x="connsiteX27988" y="connsiteY27988"/>
              </a:cxn>
              <a:cxn ang="0">
                <a:pos x="connsiteX27989" y="connsiteY27989"/>
              </a:cxn>
              <a:cxn ang="0">
                <a:pos x="connsiteX27990" y="connsiteY27990"/>
              </a:cxn>
              <a:cxn ang="0">
                <a:pos x="connsiteX27991" y="connsiteY27991"/>
              </a:cxn>
              <a:cxn ang="0">
                <a:pos x="connsiteX27992" y="connsiteY27992"/>
              </a:cxn>
              <a:cxn ang="0">
                <a:pos x="connsiteX27993" y="connsiteY27993"/>
              </a:cxn>
              <a:cxn ang="0">
                <a:pos x="connsiteX27994" y="connsiteY27994"/>
              </a:cxn>
              <a:cxn ang="0">
                <a:pos x="connsiteX27995" y="connsiteY27995"/>
              </a:cxn>
              <a:cxn ang="0">
                <a:pos x="connsiteX27996" y="connsiteY27996"/>
              </a:cxn>
              <a:cxn ang="0">
                <a:pos x="connsiteX27997" y="connsiteY27997"/>
              </a:cxn>
              <a:cxn ang="0">
                <a:pos x="connsiteX27998" y="connsiteY27998"/>
              </a:cxn>
              <a:cxn ang="0">
                <a:pos x="connsiteX27999" y="connsiteY27999"/>
              </a:cxn>
              <a:cxn ang="0">
                <a:pos x="connsiteX28000" y="connsiteY28000"/>
              </a:cxn>
              <a:cxn ang="0">
                <a:pos x="connsiteX28001" y="connsiteY28001"/>
              </a:cxn>
              <a:cxn ang="0">
                <a:pos x="connsiteX28002" y="connsiteY28002"/>
              </a:cxn>
              <a:cxn ang="0">
                <a:pos x="connsiteX28003" y="connsiteY28003"/>
              </a:cxn>
              <a:cxn ang="0">
                <a:pos x="connsiteX28004" y="connsiteY28004"/>
              </a:cxn>
              <a:cxn ang="0">
                <a:pos x="connsiteX28005" y="connsiteY28005"/>
              </a:cxn>
              <a:cxn ang="0">
                <a:pos x="connsiteX28006" y="connsiteY28006"/>
              </a:cxn>
              <a:cxn ang="0">
                <a:pos x="connsiteX28007" y="connsiteY28007"/>
              </a:cxn>
              <a:cxn ang="0">
                <a:pos x="connsiteX28008" y="connsiteY28008"/>
              </a:cxn>
              <a:cxn ang="0">
                <a:pos x="connsiteX28009" y="connsiteY28009"/>
              </a:cxn>
              <a:cxn ang="0">
                <a:pos x="connsiteX28010" y="connsiteY28010"/>
              </a:cxn>
              <a:cxn ang="0">
                <a:pos x="connsiteX28011" y="connsiteY28011"/>
              </a:cxn>
              <a:cxn ang="0">
                <a:pos x="connsiteX28012" y="connsiteY28012"/>
              </a:cxn>
              <a:cxn ang="0">
                <a:pos x="connsiteX28013" y="connsiteY28013"/>
              </a:cxn>
              <a:cxn ang="0">
                <a:pos x="connsiteX28014" y="connsiteY28014"/>
              </a:cxn>
              <a:cxn ang="0">
                <a:pos x="connsiteX28015" y="connsiteY28015"/>
              </a:cxn>
              <a:cxn ang="0">
                <a:pos x="connsiteX28016" y="connsiteY28016"/>
              </a:cxn>
              <a:cxn ang="0">
                <a:pos x="connsiteX28017" y="connsiteY28017"/>
              </a:cxn>
              <a:cxn ang="0">
                <a:pos x="connsiteX28018" y="connsiteY28018"/>
              </a:cxn>
              <a:cxn ang="0">
                <a:pos x="connsiteX28019" y="connsiteY28019"/>
              </a:cxn>
              <a:cxn ang="0">
                <a:pos x="connsiteX28020" y="connsiteY28020"/>
              </a:cxn>
              <a:cxn ang="0">
                <a:pos x="connsiteX28021" y="connsiteY28021"/>
              </a:cxn>
              <a:cxn ang="0">
                <a:pos x="connsiteX28022" y="connsiteY28022"/>
              </a:cxn>
              <a:cxn ang="0">
                <a:pos x="connsiteX28023" y="connsiteY28023"/>
              </a:cxn>
              <a:cxn ang="0">
                <a:pos x="connsiteX28024" y="connsiteY28024"/>
              </a:cxn>
              <a:cxn ang="0">
                <a:pos x="connsiteX28025" y="connsiteY28025"/>
              </a:cxn>
              <a:cxn ang="0">
                <a:pos x="connsiteX28026" y="connsiteY28026"/>
              </a:cxn>
              <a:cxn ang="0">
                <a:pos x="connsiteX28027" y="connsiteY28027"/>
              </a:cxn>
              <a:cxn ang="0">
                <a:pos x="connsiteX28028" y="connsiteY28028"/>
              </a:cxn>
              <a:cxn ang="0">
                <a:pos x="connsiteX28029" y="connsiteY28029"/>
              </a:cxn>
              <a:cxn ang="0">
                <a:pos x="connsiteX28030" y="connsiteY28030"/>
              </a:cxn>
              <a:cxn ang="0">
                <a:pos x="connsiteX28031" y="connsiteY28031"/>
              </a:cxn>
              <a:cxn ang="0">
                <a:pos x="connsiteX28032" y="connsiteY28032"/>
              </a:cxn>
              <a:cxn ang="0">
                <a:pos x="connsiteX28033" y="connsiteY28033"/>
              </a:cxn>
              <a:cxn ang="0">
                <a:pos x="connsiteX28034" y="connsiteY28034"/>
              </a:cxn>
              <a:cxn ang="0">
                <a:pos x="connsiteX28035" y="connsiteY28035"/>
              </a:cxn>
              <a:cxn ang="0">
                <a:pos x="connsiteX28036" y="connsiteY28036"/>
              </a:cxn>
              <a:cxn ang="0">
                <a:pos x="connsiteX28037" y="connsiteY28037"/>
              </a:cxn>
              <a:cxn ang="0">
                <a:pos x="connsiteX28038" y="connsiteY28038"/>
              </a:cxn>
              <a:cxn ang="0">
                <a:pos x="connsiteX28039" y="connsiteY28039"/>
              </a:cxn>
              <a:cxn ang="0">
                <a:pos x="connsiteX28040" y="connsiteY28040"/>
              </a:cxn>
              <a:cxn ang="0">
                <a:pos x="connsiteX28041" y="connsiteY28041"/>
              </a:cxn>
              <a:cxn ang="0">
                <a:pos x="connsiteX28042" y="connsiteY28042"/>
              </a:cxn>
              <a:cxn ang="0">
                <a:pos x="connsiteX28043" y="connsiteY28043"/>
              </a:cxn>
              <a:cxn ang="0">
                <a:pos x="connsiteX28044" y="connsiteY28044"/>
              </a:cxn>
              <a:cxn ang="0">
                <a:pos x="connsiteX28045" y="connsiteY28045"/>
              </a:cxn>
              <a:cxn ang="0">
                <a:pos x="connsiteX28046" y="connsiteY28046"/>
              </a:cxn>
              <a:cxn ang="0">
                <a:pos x="connsiteX28047" y="connsiteY28047"/>
              </a:cxn>
              <a:cxn ang="0">
                <a:pos x="connsiteX28048" y="connsiteY28048"/>
              </a:cxn>
              <a:cxn ang="0">
                <a:pos x="connsiteX28049" y="connsiteY28049"/>
              </a:cxn>
              <a:cxn ang="0">
                <a:pos x="connsiteX28050" y="connsiteY28050"/>
              </a:cxn>
              <a:cxn ang="0">
                <a:pos x="connsiteX28051" y="connsiteY28051"/>
              </a:cxn>
              <a:cxn ang="0">
                <a:pos x="connsiteX28052" y="connsiteY28052"/>
              </a:cxn>
              <a:cxn ang="0">
                <a:pos x="connsiteX28053" y="connsiteY28053"/>
              </a:cxn>
              <a:cxn ang="0">
                <a:pos x="connsiteX28054" y="connsiteY28054"/>
              </a:cxn>
              <a:cxn ang="0">
                <a:pos x="connsiteX28055" y="connsiteY28055"/>
              </a:cxn>
              <a:cxn ang="0">
                <a:pos x="connsiteX28056" y="connsiteY28056"/>
              </a:cxn>
              <a:cxn ang="0">
                <a:pos x="connsiteX28057" y="connsiteY28057"/>
              </a:cxn>
              <a:cxn ang="0">
                <a:pos x="connsiteX28058" y="connsiteY28058"/>
              </a:cxn>
              <a:cxn ang="0">
                <a:pos x="connsiteX28059" y="connsiteY28059"/>
              </a:cxn>
              <a:cxn ang="0">
                <a:pos x="connsiteX28060" y="connsiteY28060"/>
              </a:cxn>
              <a:cxn ang="0">
                <a:pos x="connsiteX28061" y="connsiteY28061"/>
              </a:cxn>
              <a:cxn ang="0">
                <a:pos x="connsiteX28062" y="connsiteY28062"/>
              </a:cxn>
              <a:cxn ang="0">
                <a:pos x="connsiteX28063" y="connsiteY28063"/>
              </a:cxn>
              <a:cxn ang="0">
                <a:pos x="connsiteX28064" y="connsiteY28064"/>
              </a:cxn>
              <a:cxn ang="0">
                <a:pos x="connsiteX28065" y="connsiteY28065"/>
              </a:cxn>
              <a:cxn ang="0">
                <a:pos x="connsiteX28066" y="connsiteY28066"/>
              </a:cxn>
              <a:cxn ang="0">
                <a:pos x="connsiteX28067" y="connsiteY28067"/>
              </a:cxn>
              <a:cxn ang="0">
                <a:pos x="connsiteX28068" y="connsiteY28068"/>
              </a:cxn>
              <a:cxn ang="0">
                <a:pos x="connsiteX28069" y="connsiteY28069"/>
              </a:cxn>
              <a:cxn ang="0">
                <a:pos x="connsiteX28070" y="connsiteY28070"/>
              </a:cxn>
              <a:cxn ang="0">
                <a:pos x="connsiteX28071" y="connsiteY28071"/>
              </a:cxn>
              <a:cxn ang="0">
                <a:pos x="connsiteX28072" y="connsiteY28072"/>
              </a:cxn>
              <a:cxn ang="0">
                <a:pos x="connsiteX28073" y="connsiteY28073"/>
              </a:cxn>
              <a:cxn ang="0">
                <a:pos x="connsiteX28074" y="connsiteY28074"/>
              </a:cxn>
              <a:cxn ang="0">
                <a:pos x="connsiteX28075" y="connsiteY28075"/>
              </a:cxn>
              <a:cxn ang="0">
                <a:pos x="connsiteX28076" y="connsiteY28076"/>
              </a:cxn>
              <a:cxn ang="0">
                <a:pos x="connsiteX28077" y="connsiteY28077"/>
              </a:cxn>
              <a:cxn ang="0">
                <a:pos x="connsiteX28078" y="connsiteY28078"/>
              </a:cxn>
              <a:cxn ang="0">
                <a:pos x="connsiteX28079" y="connsiteY28079"/>
              </a:cxn>
              <a:cxn ang="0">
                <a:pos x="connsiteX28080" y="connsiteY28080"/>
              </a:cxn>
              <a:cxn ang="0">
                <a:pos x="connsiteX28081" y="connsiteY28081"/>
              </a:cxn>
              <a:cxn ang="0">
                <a:pos x="connsiteX28082" y="connsiteY28082"/>
              </a:cxn>
              <a:cxn ang="0">
                <a:pos x="connsiteX28083" y="connsiteY28083"/>
              </a:cxn>
              <a:cxn ang="0">
                <a:pos x="connsiteX28084" y="connsiteY28084"/>
              </a:cxn>
              <a:cxn ang="0">
                <a:pos x="connsiteX28085" y="connsiteY28085"/>
              </a:cxn>
              <a:cxn ang="0">
                <a:pos x="connsiteX28086" y="connsiteY28086"/>
              </a:cxn>
              <a:cxn ang="0">
                <a:pos x="connsiteX28087" y="connsiteY28087"/>
              </a:cxn>
              <a:cxn ang="0">
                <a:pos x="connsiteX28088" y="connsiteY28088"/>
              </a:cxn>
              <a:cxn ang="0">
                <a:pos x="connsiteX28089" y="connsiteY28089"/>
              </a:cxn>
              <a:cxn ang="0">
                <a:pos x="connsiteX28090" y="connsiteY28090"/>
              </a:cxn>
              <a:cxn ang="0">
                <a:pos x="connsiteX28091" y="connsiteY28091"/>
              </a:cxn>
              <a:cxn ang="0">
                <a:pos x="connsiteX28092" y="connsiteY28092"/>
              </a:cxn>
              <a:cxn ang="0">
                <a:pos x="connsiteX28093" y="connsiteY28093"/>
              </a:cxn>
              <a:cxn ang="0">
                <a:pos x="connsiteX28094" y="connsiteY28094"/>
              </a:cxn>
              <a:cxn ang="0">
                <a:pos x="connsiteX28095" y="connsiteY28095"/>
              </a:cxn>
              <a:cxn ang="0">
                <a:pos x="connsiteX28096" y="connsiteY28096"/>
              </a:cxn>
              <a:cxn ang="0">
                <a:pos x="connsiteX28097" y="connsiteY28097"/>
              </a:cxn>
              <a:cxn ang="0">
                <a:pos x="connsiteX28098" y="connsiteY28098"/>
              </a:cxn>
              <a:cxn ang="0">
                <a:pos x="connsiteX28099" y="connsiteY28099"/>
              </a:cxn>
              <a:cxn ang="0">
                <a:pos x="connsiteX28100" y="connsiteY28100"/>
              </a:cxn>
              <a:cxn ang="0">
                <a:pos x="connsiteX28101" y="connsiteY28101"/>
              </a:cxn>
              <a:cxn ang="0">
                <a:pos x="connsiteX28102" y="connsiteY28102"/>
              </a:cxn>
              <a:cxn ang="0">
                <a:pos x="connsiteX28103" y="connsiteY28103"/>
              </a:cxn>
              <a:cxn ang="0">
                <a:pos x="connsiteX28104" y="connsiteY28104"/>
              </a:cxn>
              <a:cxn ang="0">
                <a:pos x="connsiteX28105" y="connsiteY28105"/>
              </a:cxn>
              <a:cxn ang="0">
                <a:pos x="connsiteX28106" y="connsiteY28106"/>
              </a:cxn>
              <a:cxn ang="0">
                <a:pos x="connsiteX28107" y="connsiteY28107"/>
              </a:cxn>
              <a:cxn ang="0">
                <a:pos x="connsiteX28108" y="connsiteY28108"/>
              </a:cxn>
              <a:cxn ang="0">
                <a:pos x="connsiteX28109" y="connsiteY28109"/>
              </a:cxn>
              <a:cxn ang="0">
                <a:pos x="connsiteX28110" y="connsiteY28110"/>
              </a:cxn>
              <a:cxn ang="0">
                <a:pos x="connsiteX28111" y="connsiteY28111"/>
              </a:cxn>
              <a:cxn ang="0">
                <a:pos x="connsiteX28112" y="connsiteY28112"/>
              </a:cxn>
              <a:cxn ang="0">
                <a:pos x="connsiteX28113" y="connsiteY28113"/>
              </a:cxn>
              <a:cxn ang="0">
                <a:pos x="connsiteX28114" y="connsiteY28114"/>
              </a:cxn>
              <a:cxn ang="0">
                <a:pos x="connsiteX28115" y="connsiteY28115"/>
              </a:cxn>
              <a:cxn ang="0">
                <a:pos x="connsiteX28116" y="connsiteY28116"/>
              </a:cxn>
              <a:cxn ang="0">
                <a:pos x="connsiteX28117" y="connsiteY28117"/>
              </a:cxn>
              <a:cxn ang="0">
                <a:pos x="connsiteX28118" y="connsiteY28118"/>
              </a:cxn>
              <a:cxn ang="0">
                <a:pos x="connsiteX28119" y="connsiteY28119"/>
              </a:cxn>
              <a:cxn ang="0">
                <a:pos x="connsiteX28120" y="connsiteY28120"/>
              </a:cxn>
              <a:cxn ang="0">
                <a:pos x="connsiteX28121" y="connsiteY28121"/>
              </a:cxn>
              <a:cxn ang="0">
                <a:pos x="connsiteX28122" y="connsiteY28122"/>
              </a:cxn>
              <a:cxn ang="0">
                <a:pos x="connsiteX28123" y="connsiteY28123"/>
              </a:cxn>
              <a:cxn ang="0">
                <a:pos x="connsiteX28124" y="connsiteY28124"/>
              </a:cxn>
              <a:cxn ang="0">
                <a:pos x="connsiteX28125" y="connsiteY28125"/>
              </a:cxn>
              <a:cxn ang="0">
                <a:pos x="connsiteX28126" y="connsiteY28126"/>
              </a:cxn>
              <a:cxn ang="0">
                <a:pos x="connsiteX28127" y="connsiteY28127"/>
              </a:cxn>
              <a:cxn ang="0">
                <a:pos x="connsiteX28128" y="connsiteY28128"/>
              </a:cxn>
              <a:cxn ang="0">
                <a:pos x="connsiteX28129" y="connsiteY28129"/>
              </a:cxn>
              <a:cxn ang="0">
                <a:pos x="connsiteX28130" y="connsiteY28130"/>
              </a:cxn>
              <a:cxn ang="0">
                <a:pos x="connsiteX28131" y="connsiteY28131"/>
              </a:cxn>
              <a:cxn ang="0">
                <a:pos x="connsiteX28132" y="connsiteY28132"/>
              </a:cxn>
              <a:cxn ang="0">
                <a:pos x="connsiteX28133" y="connsiteY28133"/>
              </a:cxn>
              <a:cxn ang="0">
                <a:pos x="connsiteX28134" y="connsiteY28134"/>
              </a:cxn>
              <a:cxn ang="0">
                <a:pos x="connsiteX28135" y="connsiteY28135"/>
              </a:cxn>
              <a:cxn ang="0">
                <a:pos x="connsiteX28136" y="connsiteY28136"/>
              </a:cxn>
              <a:cxn ang="0">
                <a:pos x="connsiteX28137" y="connsiteY28137"/>
              </a:cxn>
              <a:cxn ang="0">
                <a:pos x="connsiteX28138" y="connsiteY28138"/>
              </a:cxn>
              <a:cxn ang="0">
                <a:pos x="connsiteX28139" y="connsiteY28139"/>
              </a:cxn>
              <a:cxn ang="0">
                <a:pos x="connsiteX28140" y="connsiteY28140"/>
              </a:cxn>
              <a:cxn ang="0">
                <a:pos x="connsiteX28141" y="connsiteY28141"/>
              </a:cxn>
              <a:cxn ang="0">
                <a:pos x="connsiteX28142" y="connsiteY28142"/>
              </a:cxn>
              <a:cxn ang="0">
                <a:pos x="connsiteX28143" y="connsiteY28143"/>
              </a:cxn>
              <a:cxn ang="0">
                <a:pos x="connsiteX28144" y="connsiteY28144"/>
              </a:cxn>
              <a:cxn ang="0">
                <a:pos x="connsiteX28145" y="connsiteY28145"/>
              </a:cxn>
              <a:cxn ang="0">
                <a:pos x="connsiteX28146" y="connsiteY28146"/>
              </a:cxn>
              <a:cxn ang="0">
                <a:pos x="connsiteX28147" y="connsiteY28147"/>
              </a:cxn>
              <a:cxn ang="0">
                <a:pos x="connsiteX28148" y="connsiteY28148"/>
              </a:cxn>
              <a:cxn ang="0">
                <a:pos x="connsiteX28149" y="connsiteY28149"/>
              </a:cxn>
              <a:cxn ang="0">
                <a:pos x="connsiteX28150" y="connsiteY28150"/>
              </a:cxn>
              <a:cxn ang="0">
                <a:pos x="connsiteX28151" y="connsiteY28151"/>
              </a:cxn>
              <a:cxn ang="0">
                <a:pos x="connsiteX28152" y="connsiteY28152"/>
              </a:cxn>
              <a:cxn ang="0">
                <a:pos x="connsiteX28153" y="connsiteY28153"/>
              </a:cxn>
              <a:cxn ang="0">
                <a:pos x="connsiteX28154" y="connsiteY28154"/>
              </a:cxn>
              <a:cxn ang="0">
                <a:pos x="connsiteX28155" y="connsiteY28155"/>
              </a:cxn>
              <a:cxn ang="0">
                <a:pos x="connsiteX28156" y="connsiteY28156"/>
              </a:cxn>
              <a:cxn ang="0">
                <a:pos x="connsiteX28157" y="connsiteY28157"/>
              </a:cxn>
              <a:cxn ang="0">
                <a:pos x="connsiteX28158" y="connsiteY28158"/>
              </a:cxn>
              <a:cxn ang="0">
                <a:pos x="connsiteX28159" y="connsiteY28159"/>
              </a:cxn>
              <a:cxn ang="0">
                <a:pos x="connsiteX28160" y="connsiteY28160"/>
              </a:cxn>
              <a:cxn ang="0">
                <a:pos x="connsiteX28161" y="connsiteY28161"/>
              </a:cxn>
              <a:cxn ang="0">
                <a:pos x="connsiteX28162" y="connsiteY28162"/>
              </a:cxn>
              <a:cxn ang="0">
                <a:pos x="connsiteX28163" y="connsiteY28163"/>
              </a:cxn>
              <a:cxn ang="0">
                <a:pos x="connsiteX28164" y="connsiteY28164"/>
              </a:cxn>
              <a:cxn ang="0">
                <a:pos x="connsiteX28165" y="connsiteY28165"/>
              </a:cxn>
              <a:cxn ang="0">
                <a:pos x="connsiteX28166" y="connsiteY28166"/>
              </a:cxn>
              <a:cxn ang="0">
                <a:pos x="connsiteX28167" y="connsiteY28167"/>
              </a:cxn>
              <a:cxn ang="0">
                <a:pos x="connsiteX28168" y="connsiteY28168"/>
              </a:cxn>
              <a:cxn ang="0">
                <a:pos x="connsiteX28169" y="connsiteY28169"/>
              </a:cxn>
              <a:cxn ang="0">
                <a:pos x="connsiteX28170" y="connsiteY28170"/>
              </a:cxn>
              <a:cxn ang="0">
                <a:pos x="connsiteX28171" y="connsiteY28171"/>
              </a:cxn>
              <a:cxn ang="0">
                <a:pos x="connsiteX28172" y="connsiteY28172"/>
              </a:cxn>
              <a:cxn ang="0">
                <a:pos x="connsiteX28173" y="connsiteY28173"/>
              </a:cxn>
              <a:cxn ang="0">
                <a:pos x="connsiteX28174" y="connsiteY28174"/>
              </a:cxn>
              <a:cxn ang="0">
                <a:pos x="connsiteX28175" y="connsiteY28175"/>
              </a:cxn>
              <a:cxn ang="0">
                <a:pos x="connsiteX28176" y="connsiteY28176"/>
              </a:cxn>
              <a:cxn ang="0">
                <a:pos x="connsiteX28177" y="connsiteY28177"/>
              </a:cxn>
              <a:cxn ang="0">
                <a:pos x="connsiteX28178" y="connsiteY28178"/>
              </a:cxn>
              <a:cxn ang="0">
                <a:pos x="connsiteX28179" y="connsiteY28179"/>
              </a:cxn>
              <a:cxn ang="0">
                <a:pos x="connsiteX28180" y="connsiteY28180"/>
              </a:cxn>
              <a:cxn ang="0">
                <a:pos x="connsiteX28181" y="connsiteY28181"/>
              </a:cxn>
              <a:cxn ang="0">
                <a:pos x="connsiteX28182" y="connsiteY28182"/>
              </a:cxn>
              <a:cxn ang="0">
                <a:pos x="connsiteX28183" y="connsiteY28183"/>
              </a:cxn>
              <a:cxn ang="0">
                <a:pos x="connsiteX28184" y="connsiteY28184"/>
              </a:cxn>
              <a:cxn ang="0">
                <a:pos x="connsiteX28185" y="connsiteY28185"/>
              </a:cxn>
              <a:cxn ang="0">
                <a:pos x="connsiteX28186" y="connsiteY28186"/>
              </a:cxn>
              <a:cxn ang="0">
                <a:pos x="connsiteX28187" y="connsiteY28187"/>
              </a:cxn>
              <a:cxn ang="0">
                <a:pos x="connsiteX28188" y="connsiteY28188"/>
              </a:cxn>
              <a:cxn ang="0">
                <a:pos x="connsiteX28189" y="connsiteY28189"/>
              </a:cxn>
              <a:cxn ang="0">
                <a:pos x="connsiteX28190" y="connsiteY28190"/>
              </a:cxn>
              <a:cxn ang="0">
                <a:pos x="connsiteX28191" y="connsiteY28191"/>
              </a:cxn>
              <a:cxn ang="0">
                <a:pos x="connsiteX28192" y="connsiteY28192"/>
              </a:cxn>
              <a:cxn ang="0">
                <a:pos x="connsiteX28193" y="connsiteY28193"/>
              </a:cxn>
              <a:cxn ang="0">
                <a:pos x="connsiteX28194" y="connsiteY28194"/>
              </a:cxn>
              <a:cxn ang="0">
                <a:pos x="connsiteX28195" y="connsiteY28195"/>
              </a:cxn>
              <a:cxn ang="0">
                <a:pos x="connsiteX28196" y="connsiteY28196"/>
              </a:cxn>
              <a:cxn ang="0">
                <a:pos x="connsiteX28197" y="connsiteY28197"/>
              </a:cxn>
              <a:cxn ang="0">
                <a:pos x="connsiteX28198" y="connsiteY28198"/>
              </a:cxn>
              <a:cxn ang="0">
                <a:pos x="connsiteX28199" y="connsiteY28199"/>
              </a:cxn>
              <a:cxn ang="0">
                <a:pos x="connsiteX28200" y="connsiteY28200"/>
              </a:cxn>
              <a:cxn ang="0">
                <a:pos x="connsiteX28201" y="connsiteY28201"/>
              </a:cxn>
              <a:cxn ang="0">
                <a:pos x="connsiteX28202" y="connsiteY28202"/>
              </a:cxn>
              <a:cxn ang="0">
                <a:pos x="connsiteX28203" y="connsiteY28203"/>
              </a:cxn>
              <a:cxn ang="0">
                <a:pos x="connsiteX28204" y="connsiteY28204"/>
              </a:cxn>
              <a:cxn ang="0">
                <a:pos x="connsiteX28205" y="connsiteY28205"/>
              </a:cxn>
              <a:cxn ang="0">
                <a:pos x="connsiteX28206" y="connsiteY28206"/>
              </a:cxn>
              <a:cxn ang="0">
                <a:pos x="connsiteX28207" y="connsiteY28207"/>
              </a:cxn>
              <a:cxn ang="0">
                <a:pos x="connsiteX28208" y="connsiteY28208"/>
              </a:cxn>
              <a:cxn ang="0">
                <a:pos x="connsiteX28209" y="connsiteY28209"/>
              </a:cxn>
              <a:cxn ang="0">
                <a:pos x="connsiteX28210" y="connsiteY28210"/>
              </a:cxn>
              <a:cxn ang="0">
                <a:pos x="connsiteX28211" y="connsiteY28211"/>
              </a:cxn>
              <a:cxn ang="0">
                <a:pos x="connsiteX28212" y="connsiteY28212"/>
              </a:cxn>
              <a:cxn ang="0">
                <a:pos x="connsiteX28213" y="connsiteY28213"/>
              </a:cxn>
              <a:cxn ang="0">
                <a:pos x="connsiteX28214" y="connsiteY28214"/>
              </a:cxn>
              <a:cxn ang="0">
                <a:pos x="connsiteX28215" y="connsiteY28215"/>
              </a:cxn>
              <a:cxn ang="0">
                <a:pos x="connsiteX28216" y="connsiteY28216"/>
              </a:cxn>
              <a:cxn ang="0">
                <a:pos x="connsiteX28217" y="connsiteY28217"/>
              </a:cxn>
              <a:cxn ang="0">
                <a:pos x="connsiteX28218" y="connsiteY28218"/>
              </a:cxn>
              <a:cxn ang="0">
                <a:pos x="connsiteX28219" y="connsiteY28219"/>
              </a:cxn>
              <a:cxn ang="0">
                <a:pos x="connsiteX28220" y="connsiteY28220"/>
              </a:cxn>
              <a:cxn ang="0">
                <a:pos x="connsiteX28221" y="connsiteY28221"/>
              </a:cxn>
              <a:cxn ang="0">
                <a:pos x="connsiteX28222" y="connsiteY28222"/>
              </a:cxn>
              <a:cxn ang="0">
                <a:pos x="connsiteX28223" y="connsiteY28223"/>
              </a:cxn>
              <a:cxn ang="0">
                <a:pos x="connsiteX28224" y="connsiteY28224"/>
              </a:cxn>
              <a:cxn ang="0">
                <a:pos x="connsiteX28225" y="connsiteY28225"/>
              </a:cxn>
              <a:cxn ang="0">
                <a:pos x="connsiteX28226" y="connsiteY28226"/>
              </a:cxn>
              <a:cxn ang="0">
                <a:pos x="connsiteX28227" y="connsiteY28227"/>
              </a:cxn>
              <a:cxn ang="0">
                <a:pos x="connsiteX28228" y="connsiteY28228"/>
              </a:cxn>
              <a:cxn ang="0">
                <a:pos x="connsiteX28229" y="connsiteY28229"/>
              </a:cxn>
              <a:cxn ang="0">
                <a:pos x="connsiteX28230" y="connsiteY28230"/>
              </a:cxn>
              <a:cxn ang="0">
                <a:pos x="connsiteX28231" y="connsiteY28231"/>
              </a:cxn>
              <a:cxn ang="0">
                <a:pos x="connsiteX28232" y="connsiteY28232"/>
              </a:cxn>
              <a:cxn ang="0">
                <a:pos x="connsiteX28233" y="connsiteY28233"/>
              </a:cxn>
              <a:cxn ang="0">
                <a:pos x="connsiteX28234" y="connsiteY28234"/>
              </a:cxn>
              <a:cxn ang="0">
                <a:pos x="connsiteX28235" y="connsiteY28235"/>
              </a:cxn>
              <a:cxn ang="0">
                <a:pos x="connsiteX28236" y="connsiteY28236"/>
              </a:cxn>
              <a:cxn ang="0">
                <a:pos x="connsiteX28237" y="connsiteY28237"/>
              </a:cxn>
              <a:cxn ang="0">
                <a:pos x="connsiteX28238" y="connsiteY28238"/>
              </a:cxn>
              <a:cxn ang="0">
                <a:pos x="connsiteX28239" y="connsiteY28239"/>
              </a:cxn>
              <a:cxn ang="0">
                <a:pos x="connsiteX28240" y="connsiteY28240"/>
              </a:cxn>
              <a:cxn ang="0">
                <a:pos x="connsiteX28241" y="connsiteY28241"/>
              </a:cxn>
              <a:cxn ang="0">
                <a:pos x="connsiteX28242" y="connsiteY28242"/>
              </a:cxn>
              <a:cxn ang="0">
                <a:pos x="connsiteX28243" y="connsiteY28243"/>
              </a:cxn>
              <a:cxn ang="0">
                <a:pos x="connsiteX28244" y="connsiteY28244"/>
              </a:cxn>
              <a:cxn ang="0">
                <a:pos x="connsiteX28245" y="connsiteY28245"/>
              </a:cxn>
              <a:cxn ang="0">
                <a:pos x="connsiteX28246" y="connsiteY28246"/>
              </a:cxn>
              <a:cxn ang="0">
                <a:pos x="connsiteX28247" y="connsiteY28247"/>
              </a:cxn>
              <a:cxn ang="0">
                <a:pos x="connsiteX28248" y="connsiteY28248"/>
              </a:cxn>
              <a:cxn ang="0">
                <a:pos x="connsiteX28249" y="connsiteY28249"/>
              </a:cxn>
              <a:cxn ang="0">
                <a:pos x="connsiteX28250" y="connsiteY28250"/>
              </a:cxn>
              <a:cxn ang="0">
                <a:pos x="connsiteX28251" y="connsiteY28251"/>
              </a:cxn>
              <a:cxn ang="0">
                <a:pos x="connsiteX28252" y="connsiteY28252"/>
              </a:cxn>
              <a:cxn ang="0">
                <a:pos x="connsiteX28253" y="connsiteY28253"/>
              </a:cxn>
              <a:cxn ang="0">
                <a:pos x="connsiteX28254" y="connsiteY28254"/>
              </a:cxn>
              <a:cxn ang="0">
                <a:pos x="connsiteX28255" y="connsiteY28255"/>
              </a:cxn>
              <a:cxn ang="0">
                <a:pos x="connsiteX28256" y="connsiteY28256"/>
              </a:cxn>
              <a:cxn ang="0">
                <a:pos x="connsiteX28257" y="connsiteY28257"/>
              </a:cxn>
              <a:cxn ang="0">
                <a:pos x="connsiteX28258" y="connsiteY28258"/>
              </a:cxn>
              <a:cxn ang="0">
                <a:pos x="connsiteX28259" y="connsiteY28259"/>
              </a:cxn>
              <a:cxn ang="0">
                <a:pos x="connsiteX28260" y="connsiteY28260"/>
              </a:cxn>
              <a:cxn ang="0">
                <a:pos x="connsiteX28261" y="connsiteY28261"/>
              </a:cxn>
              <a:cxn ang="0">
                <a:pos x="connsiteX28262" y="connsiteY28262"/>
              </a:cxn>
              <a:cxn ang="0">
                <a:pos x="connsiteX28263" y="connsiteY28263"/>
              </a:cxn>
              <a:cxn ang="0">
                <a:pos x="connsiteX28264" y="connsiteY28264"/>
              </a:cxn>
              <a:cxn ang="0">
                <a:pos x="connsiteX28265" y="connsiteY28265"/>
              </a:cxn>
              <a:cxn ang="0">
                <a:pos x="connsiteX28266" y="connsiteY28266"/>
              </a:cxn>
              <a:cxn ang="0">
                <a:pos x="connsiteX28267" y="connsiteY28267"/>
              </a:cxn>
              <a:cxn ang="0">
                <a:pos x="connsiteX28268" y="connsiteY28268"/>
              </a:cxn>
              <a:cxn ang="0">
                <a:pos x="connsiteX28269" y="connsiteY28269"/>
              </a:cxn>
              <a:cxn ang="0">
                <a:pos x="connsiteX28270" y="connsiteY28270"/>
              </a:cxn>
              <a:cxn ang="0">
                <a:pos x="connsiteX28271" y="connsiteY28271"/>
              </a:cxn>
              <a:cxn ang="0">
                <a:pos x="connsiteX28272" y="connsiteY28272"/>
              </a:cxn>
              <a:cxn ang="0">
                <a:pos x="connsiteX28273" y="connsiteY28273"/>
              </a:cxn>
              <a:cxn ang="0">
                <a:pos x="connsiteX28274" y="connsiteY28274"/>
              </a:cxn>
              <a:cxn ang="0">
                <a:pos x="connsiteX28275" y="connsiteY28275"/>
              </a:cxn>
              <a:cxn ang="0">
                <a:pos x="connsiteX28276" y="connsiteY28276"/>
              </a:cxn>
              <a:cxn ang="0">
                <a:pos x="connsiteX28277" y="connsiteY28277"/>
              </a:cxn>
              <a:cxn ang="0">
                <a:pos x="connsiteX28278" y="connsiteY28278"/>
              </a:cxn>
              <a:cxn ang="0">
                <a:pos x="connsiteX28279" y="connsiteY28279"/>
              </a:cxn>
              <a:cxn ang="0">
                <a:pos x="connsiteX28280" y="connsiteY28280"/>
              </a:cxn>
              <a:cxn ang="0">
                <a:pos x="connsiteX28281" y="connsiteY28281"/>
              </a:cxn>
              <a:cxn ang="0">
                <a:pos x="connsiteX28282" y="connsiteY28282"/>
              </a:cxn>
              <a:cxn ang="0">
                <a:pos x="connsiteX28283" y="connsiteY28283"/>
              </a:cxn>
              <a:cxn ang="0">
                <a:pos x="connsiteX28284" y="connsiteY28284"/>
              </a:cxn>
              <a:cxn ang="0">
                <a:pos x="connsiteX28285" y="connsiteY28285"/>
              </a:cxn>
              <a:cxn ang="0">
                <a:pos x="connsiteX28286" y="connsiteY28286"/>
              </a:cxn>
              <a:cxn ang="0">
                <a:pos x="connsiteX28287" y="connsiteY28287"/>
              </a:cxn>
              <a:cxn ang="0">
                <a:pos x="connsiteX28288" y="connsiteY28288"/>
              </a:cxn>
              <a:cxn ang="0">
                <a:pos x="connsiteX28289" y="connsiteY28289"/>
              </a:cxn>
              <a:cxn ang="0">
                <a:pos x="connsiteX28290" y="connsiteY28290"/>
              </a:cxn>
              <a:cxn ang="0">
                <a:pos x="connsiteX28291" y="connsiteY28291"/>
              </a:cxn>
              <a:cxn ang="0">
                <a:pos x="connsiteX28292" y="connsiteY28292"/>
              </a:cxn>
              <a:cxn ang="0">
                <a:pos x="connsiteX28293" y="connsiteY28293"/>
              </a:cxn>
              <a:cxn ang="0">
                <a:pos x="connsiteX28294" y="connsiteY28294"/>
              </a:cxn>
              <a:cxn ang="0">
                <a:pos x="connsiteX28295" y="connsiteY28295"/>
              </a:cxn>
              <a:cxn ang="0">
                <a:pos x="connsiteX28296" y="connsiteY28296"/>
              </a:cxn>
              <a:cxn ang="0">
                <a:pos x="connsiteX28297" y="connsiteY28297"/>
              </a:cxn>
              <a:cxn ang="0">
                <a:pos x="connsiteX28298" y="connsiteY28298"/>
              </a:cxn>
              <a:cxn ang="0">
                <a:pos x="connsiteX28299" y="connsiteY28299"/>
              </a:cxn>
              <a:cxn ang="0">
                <a:pos x="connsiteX28300" y="connsiteY28300"/>
              </a:cxn>
              <a:cxn ang="0">
                <a:pos x="connsiteX28301" y="connsiteY28301"/>
              </a:cxn>
              <a:cxn ang="0">
                <a:pos x="connsiteX28302" y="connsiteY28302"/>
              </a:cxn>
              <a:cxn ang="0">
                <a:pos x="connsiteX28303" y="connsiteY28303"/>
              </a:cxn>
              <a:cxn ang="0">
                <a:pos x="connsiteX28304" y="connsiteY28304"/>
              </a:cxn>
              <a:cxn ang="0">
                <a:pos x="connsiteX28305" y="connsiteY28305"/>
              </a:cxn>
              <a:cxn ang="0">
                <a:pos x="connsiteX28306" y="connsiteY28306"/>
              </a:cxn>
              <a:cxn ang="0">
                <a:pos x="connsiteX28307" y="connsiteY28307"/>
              </a:cxn>
              <a:cxn ang="0">
                <a:pos x="connsiteX28308" y="connsiteY28308"/>
              </a:cxn>
              <a:cxn ang="0">
                <a:pos x="connsiteX28309" y="connsiteY28309"/>
              </a:cxn>
              <a:cxn ang="0">
                <a:pos x="connsiteX28310" y="connsiteY28310"/>
              </a:cxn>
              <a:cxn ang="0">
                <a:pos x="connsiteX28311" y="connsiteY28311"/>
              </a:cxn>
              <a:cxn ang="0">
                <a:pos x="connsiteX28312" y="connsiteY28312"/>
              </a:cxn>
              <a:cxn ang="0">
                <a:pos x="connsiteX28313" y="connsiteY28313"/>
              </a:cxn>
              <a:cxn ang="0">
                <a:pos x="connsiteX28314" y="connsiteY28314"/>
              </a:cxn>
              <a:cxn ang="0">
                <a:pos x="connsiteX28315" y="connsiteY28315"/>
              </a:cxn>
              <a:cxn ang="0">
                <a:pos x="connsiteX28316" y="connsiteY28316"/>
              </a:cxn>
              <a:cxn ang="0">
                <a:pos x="connsiteX28317" y="connsiteY28317"/>
              </a:cxn>
              <a:cxn ang="0">
                <a:pos x="connsiteX28318" y="connsiteY28318"/>
              </a:cxn>
              <a:cxn ang="0">
                <a:pos x="connsiteX28319" y="connsiteY28319"/>
              </a:cxn>
              <a:cxn ang="0">
                <a:pos x="connsiteX28320" y="connsiteY28320"/>
              </a:cxn>
              <a:cxn ang="0">
                <a:pos x="connsiteX28321" y="connsiteY28321"/>
              </a:cxn>
              <a:cxn ang="0">
                <a:pos x="connsiteX28322" y="connsiteY28322"/>
              </a:cxn>
              <a:cxn ang="0">
                <a:pos x="connsiteX28323" y="connsiteY28323"/>
              </a:cxn>
              <a:cxn ang="0">
                <a:pos x="connsiteX28324" y="connsiteY28324"/>
              </a:cxn>
              <a:cxn ang="0">
                <a:pos x="connsiteX28325" y="connsiteY28325"/>
              </a:cxn>
              <a:cxn ang="0">
                <a:pos x="connsiteX28326" y="connsiteY28326"/>
              </a:cxn>
              <a:cxn ang="0">
                <a:pos x="connsiteX28327" y="connsiteY28327"/>
              </a:cxn>
              <a:cxn ang="0">
                <a:pos x="connsiteX28328" y="connsiteY28328"/>
              </a:cxn>
              <a:cxn ang="0">
                <a:pos x="connsiteX28329" y="connsiteY28329"/>
              </a:cxn>
              <a:cxn ang="0">
                <a:pos x="connsiteX28330" y="connsiteY28330"/>
              </a:cxn>
              <a:cxn ang="0">
                <a:pos x="connsiteX28331" y="connsiteY28331"/>
              </a:cxn>
              <a:cxn ang="0">
                <a:pos x="connsiteX28332" y="connsiteY28332"/>
              </a:cxn>
              <a:cxn ang="0">
                <a:pos x="connsiteX28333" y="connsiteY28333"/>
              </a:cxn>
              <a:cxn ang="0">
                <a:pos x="connsiteX28334" y="connsiteY28334"/>
              </a:cxn>
              <a:cxn ang="0">
                <a:pos x="connsiteX28335" y="connsiteY28335"/>
              </a:cxn>
              <a:cxn ang="0">
                <a:pos x="connsiteX28336" y="connsiteY28336"/>
              </a:cxn>
              <a:cxn ang="0">
                <a:pos x="connsiteX28337" y="connsiteY28337"/>
              </a:cxn>
              <a:cxn ang="0">
                <a:pos x="connsiteX28338" y="connsiteY28338"/>
              </a:cxn>
              <a:cxn ang="0">
                <a:pos x="connsiteX28339" y="connsiteY28339"/>
              </a:cxn>
              <a:cxn ang="0">
                <a:pos x="connsiteX28340" y="connsiteY28340"/>
              </a:cxn>
              <a:cxn ang="0">
                <a:pos x="connsiteX28341" y="connsiteY28341"/>
              </a:cxn>
              <a:cxn ang="0">
                <a:pos x="connsiteX28342" y="connsiteY28342"/>
              </a:cxn>
              <a:cxn ang="0">
                <a:pos x="connsiteX28343" y="connsiteY28343"/>
              </a:cxn>
              <a:cxn ang="0">
                <a:pos x="connsiteX28344" y="connsiteY28344"/>
              </a:cxn>
              <a:cxn ang="0">
                <a:pos x="connsiteX28345" y="connsiteY28345"/>
              </a:cxn>
              <a:cxn ang="0">
                <a:pos x="connsiteX28346" y="connsiteY28346"/>
              </a:cxn>
              <a:cxn ang="0">
                <a:pos x="connsiteX28347" y="connsiteY28347"/>
              </a:cxn>
              <a:cxn ang="0">
                <a:pos x="connsiteX28348" y="connsiteY28348"/>
              </a:cxn>
              <a:cxn ang="0">
                <a:pos x="connsiteX28349" y="connsiteY28349"/>
              </a:cxn>
              <a:cxn ang="0">
                <a:pos x="connsiteX28350" y="connsiteY28350"/>
              </a:cxn>
              <a:cxn ang="0">
                <a:pos x="connsiteX28351" y="connsiteY28351"/>
              </a:cxn>
              <a:cxn ang="0">
                <a:pos x="connsiteX28352" y="connsiteY28352"/>
              </a:cxn>
              <a:cxn ang="0">
                <a:pos x="connsiteX28353" y="connsiteY28353"/>
              </a:cxn>
              <a:cxn ang="0">
                <a:pos x="connsiteX28354" y="connsiteY28354"/>
              </a:cxn>
              <a:cxn ang="0">
                <a:pos x="connsiteX28355" y="connsiteY28355"/>
              </a:cxn>
              <a:cxn ang="0">
                <a:pos x="connsiteX28356" y="connsiteY28356"/>
              </a:cxn>
              <a:cxn ang="0">
                <a:pos x="connsiteX28357" y="connsiteY28357"/>
              </a:cxn>
              <a:cxn ang="0">
                <a:pos x="connsiteX28358" y="connsiteY28358"/>
              </a:cxn>
              <a:cxn ang="0">
                <a:pos x="connsiteX28359" y="connsiteY28359"/>
              </a:cxn>
              <a:cxn ang="0">
                <a:pos x="connsiteX28360" y="connsiteY28360"/>
              </a:cxn>
              <a:cxn ang="0">
                <a:pos x="connsiteX28361" y="connsiteY28361"/>
              </a:cxn>
              <a:cxn ang="0">
                <a:pos x="connsiteX28362" y="connsiteY28362"/>
              </a:cxn>
              <a:cxn ang="0">
                <a:pos x="connsiteX28363" y="connsiteY28363"/>
              </a:cxn>
              <a:cxn ang="0">
                <a:pos x="connsiteX28364" y="connsiteY28364"/>
              </a:cxn>
              <a:cxn ang="0">
                <a:pos x="connsiteX28365" y="connsiteY28365"/>
              </a:cxn>
              <a:cxn ang="0">
                <a:pos x="connsiteX28366" y="connsiteY28366"/>
              </a:cxn>
              <a:cxn ang="0">
                <a:pos x="connsiteX28367" y="connsiteY28367"/>
              </a:cxn>
              <a:cxn ang="0">
                <a:pos x="connsiteX28368" y="connsiteY28368"/>
              </a:cxn>
              <a:cxn ang="0">
                <a:pos x="connsiteX28369" y="connsiteY28369"/>
              </a:cxn>
              <a:cxn ang="0">
                <a:pos x="connsiteX28370" y="connsiteY28370"/>
              </a:cxn>
              <a:cxn ang="0">
                <a:pos x="connsiteX28371" y="connsiteY28371"/>
              </a:cxn>
              <a:cxn ang="0">
                <a:pos x="connsiteX28372" y="connsiteY28372"/>
              </a:cxn>
              <a:cxn ang="0">
                <a:pos x="connsiteX28373" y="connsiteY28373"/>
              </a:cxn>
              <a:cxn ang="0">
                <a:pos x="connsiteX28374" y="connsiteY28374"/>
              </a:cxn>
              <a:cxn ang="0">
                <a:pos x="connsiteX28375" y="connsiteY28375"/>
              </a:cxn>
              <a:cxn ang="0">
                <a:pos x="connsiteX28376" y="connsiteY28376"/>
              </a:cxn>
              <a:cxn ang="0">
                <a:pos x="connsiteX28377" y="connsiteY28377"/>
              </a:cxn>
              <a:cxn ang="0">
                <a:pos x="connsiteX28378" y="connsiteY28378"/>
              </a:cxn>
              <a:cxn ang="0">
                <a:pos x="connsiteX28379" y="connsiteY28379"/>
              </a:cxn>
              <a:cxn ang="0">
                <a:pos x="connsiteX28380" y="connsiteY28380"/>
              </a:cxn>
              <a:cxn ang="0">
                <a:pos x="connsiteX28381" y="connsiteY28381"/>
              </a:cxn>
              <a:cxn ang="0">
                <a:pos x="connsiteX28382" y="connsiteY28382"/>
              </a:cxn>
              <a:cxn ang="0">
                <a:pos x="connsiteX28383" y="connsiteY28383"/>
              </a:cxn>
              <a:cxn ang="0">
                <a:pos x="connsiteX28384" y="connsiteY28384"/>
              </a:cxn>
              <a:cxn ang="0">
                <a:pos x="connsiteX28385" y="connsiteY28385"/>
              </a:cxn>
              <a:cxn ang="0">
                <a:pos x="connsiteX28386" y="connsiteY28386"/>
              </a:cxn>
              <a:cxn ang="0">
                <a:pos x="connsiteX28387" y="connsiteY28387"/>
              </a:cxn>
              <a:cxn ang="0">
                <a:pos x="connsiteX28388" y="connsiteY28388"/>
              </a:cxn>
              <a:cxn ang="0">
                <a:pos x="connsiteX28389" y="connsiteY28389"/>
              </a:cxn>
              <a:cxn ang="0">
                <a:pos x="connsiteX28390" y="connsiteY28390"/>
              </a:cxn>
              <a:cxn ang="0">
                <a:pos x="connsiteX28391" y="connsiteY28391"/>
              </a:cxn>
              <a:cxn ang="0">
                <a:pos x="connsiteX28392" y="connsiteY28392"/>
              </a:cxn>
              <a:cxn ang="0">
                <a:pos x="connsiteX28393" y="connsiteY28393"/>
              </a:cxn>
              <a:cxn ang="0">
                <a:pos x="connsiteX28394" y="connsiteY28394"/>
              </a:cxn>
              <a:cxn ang="0">
                <a:pos x="connsiteX28395" y="connsiteY28395"/>
              </a:cxn>
              <a:cxn ang="0">
                <a:pos x="connsiteX28396" y="connsiteY28396"/>
              </a:cxn>
              <a:cxn ang="0">
                <a:pos x="connsiteX28397" y="connsiteY28397"/>
              </a:cxn>
              <a:cxn ang="0">
                <a:pos x="connsiteX28398" y="connsiteY28398"/>
              </a:cxn>
              <a:cxn ang="0">
                <a:pos x="connsiteX28399" y="connsiteY28399"/>
              </a:cxn>
              <a:cxn ang="0">
                <a:pos x="connsiteX28400" y="connsiteY28400"/>
              </a:cxn>
              <a:cxn ang="0">
                <a:pos x="connsiteX28401" y="connsiteY28401"/>
              </a:cxn>
              <a:cxn ang="0">
                <a:pos x="connsiteX28402" y="connsiteY28402"/>
              </a:cxn>
              <a:cxn ang="0">
                <a:pos x="connsiteX28403" y="connsiteY28403"/>
              </a:cxn>
              <a:cxn ang="0">
                <a:pos x="connsiteX28404" y="connsiteY28404"/>
              </a:cxn>
              <a:cxn ang="0">
                <a:pos x="connsiteX28405" y="connsiteY28405"/>
              </a:cxn>
              <a:cxn ang="0">
                <a:pos x="connsiteX28406" y="connsiteY28406"/>
              </a:cxn>
              <a:cxn ang="0">
                <a:pos x="connsiteX28407" y="connsiteY28407"/>
              </a:cxn>
              <a:cxn ang="0">
                <a:pos x="connsiteX28408" y="connsiteY28408"/>
              </a:cxn>
              <a:cxn ang="0">
                <a:pos x="connsiteX28409" y="connsiteY28409"/>
              </a:cxn>
              <a:cxn ang="0">
                <a:pos x="connsiteX28410" y="connsiteY28410"/>
              </a:cxn>
              <a:cxn ang="0">
                <a:pos x="connsiteX28411" y="connsiteY28411"/>
              </a:cxn>
              <a:cxn ang="0">
                <a:pos x="connsiteX28412" y="connsiteY28412"/>
              </a:cxn>
              <a:cxn ang="0">
                <a:pos x="connsiteX28413" y="connsiteY28413"/>
              </a:cxn>
              <a:cxn ang="0">
                <a:pos x="connsiteX28414" y="connsiteY28414"/>
              </a:cxn>
              <a:cxn ang="0">
                <a:pos x="connsiteX28415" y="connsiteY28415"/>
              </a:cxn>
              <a:cxn ang="0">
                <a:pos x="connsiteX28416" y="connsiteY28416"/>
              </a:cxn>
              <a:cxn ang="0">
                <a:pos x="connsiteX28417" y="connsiteY28417"/>
              </a:cxn>
              <a:cxn ang="0">
                <a:pos x="connsiteX28418" y="connsiteY28418"/>
              </a:cxn>
              <a:cxn ang="0">
                <a:pos x="connsiteX28419" y="connsiteY28419"/>
              </a:cxn>
              <a:cxn ang="0">
                <a:pos x="connsiteX28420" y="connsiteY28420"/>
              </a:cxn>
              <a:cxn ang="0">
                <a:pos x="connsiteX28421" y="connsiteY28421"/>
              </a:cxn>
              <a:cxn ang="0">
                <a:pos x="connsiteX28422" y="connsiteY28422"/>
              </a:cxn>
              <a:cxn ang="0">
                <a:pos x="connsiteX28423" y="connsiteY28423"/>
              </a:cxn>
              <a:cxn ang="0">
                <a:pos x="connsiteX28424" y="connsiteY28424"/>
              </a:cxn>
              <a:cxn ang="0">
                <a:pos x="connsiteX28425" y="connsiteY28425"/>
              </a:cxn>
              <a:cxn ang="0">
                <a:pos x="connsiteX28426" y="connsiteY28426"/>
              </a:cxn>
              <a:cxn ang="0">
                <a:pos x="connsiteX28427" y="connsiteY28427"/>
              </a:cxn>
              <a:cxn ang="0">
                <a:pos x="connsiteX28428" y="connsiteY28428"/>
              </a:cxn>
              <a:cxn ang="0">
                <a:pos x="connsiteX28429" y="connsiteY28429"/>
              </a:cxn>
              <a:cxn ang="0">
                <a:pos x="connsiteX28430" y="connsiteY28430"/>
              </a:cxn>
              <a:cxn ang="0">
                <a:pos x="connsiteX28431" y="connsiteY28431"/>
              </a:cxn>
              <a:cxn ang="0">
                <a:pos x="connsiteX28432" y="connsiteY28432"/>
              </a:cxn>
              <a:cxn ang="0">
                <a:pos x="connsiteX28433" y="connsiteY28433"/>
              </a:cxn>
              <a:cxn ang="0">
                <a:pos x="connsiteX28434" y="connsiteY28434"/>
              </a:cxn>
              <a:cxn ang="0">
                <a:pos x="connsiteX28435" y="connsiteY28435"/>
              </a:cxn>
              <a:cxn ang="0">
                <a:pos x="connsiteX28436" y="connsiteY28436"/>
              </a:cxn>
              <a:cxn ang="0">
                <a:pos x="connsiteX28437" y="connsiteY28437"/>
              </a:cxn>
              <a:cxn ang="0">
                <a:pos x="connsiteX28438" y="connsiteY28438"/>
              </a:cxn>
              <a:cxn ang="0">
                <a:pos x="connsiteX28439" y="connsiteY28439"/>
              </a:cxn>
              <a:cxn ang="0">
                <a:pos x="connsiteX28440" y="connsiteY28440"/>
              </a:cxn>
              <a:cxn ang="0">
                <a:pos x="connsiteX28441" y="connsiteY28441"/>
              </a:cxn>
              <a:cxn ang="0">
                <a:pos x="connsiteX28442" y="connsiteY28442"/>
              </a:cxn>
              <a:cxn ang="0">
                <a:pos x="connsiteX28443" y="connsiteY28443"/>
              </a:cxn>
              <a:cxn ang="0">
                <a:pos x="connsiteX28444" y="connsiteY28444"/>
              </a:cxn>
              <a:cxn ang="0">
                <a:pos x="connsiteX28445" y="connsiteY28445"/>
              </a:cxn>
              <a:cxn ang="0">
                <a:pos x="connsiteX28446" y="connsiteY28446"/>
              </a:cxn>
              <a:cxn ang="0">
                <a:pos x="connsiteX28447" y="connsiteY28447"/>
              </a:cxn>
              <a:cxn ang="0">
                <a:pos x="connsiteX28448" y="connsiteY28448"/>
              </a:cxn>
              <a:cxn ang="0">
                <a:pos x="connsiteX28449" y="connsiteY28449"/>
              </a:cxn>
              <a:cxn ang="0">
                <a:pos x="connsiteX28450" y="connsiteY28450"/>
              </a:cxn>
              <a:cxn ang="0">
                <a:pos x="connsiteX28451" y="connsiteY28451"/>
              </a:cxn>
              <a:cxn ang="0">
                <a:pos x="connsiteX28452" y="connsiteY28452"/>
              </a:cxn>
              <a:cxn ang="0">
                <a:pos x="connsiteX28453" y="connsiteY28453"/>
              </a:cxn>
              <a:cxn ang="0">
                <a:pos x="connsiteX28454" y="connsiteY28454"/>
              </a:cxn>
              <a:cxn ang="0">
                <a:pos x="connsiteX28455" y="connsiteY28455"/>
              </a:cxn>
              <a:cxn ang="0">
                <a:pos x="connsiteX28456" y="connsiteY28456"/>
              </a:cxn>
              <a:cxn ang="0">
                <a:pos x="connsiteX28457" y="connsiteY28457"/>
              </a:cxn>
              <a:cxn ang="0">
                <a:pos x="connsiteX28458" y="connsiteY28458"/>
              </a:cxn>
              <a:cxn ang="0">
                <a:pos x="connsiteX28459" y="connsiteY28459"/>
              </a:cxn>
              <a:cxn ang="0">
                <a:pos x="connsiteX28460" y="connsiteY28460"/>
              </a:cxn>
              <a:cxn ang="0">
                <a:pos x="connsiteX28461" y="connsiteY28461"/>
              </a:cxn>
              <a:cxn ang="0">
                <a:pos x="connsiteX28462" y="connsiteY28462"/>
              </a:cxn>
              <a:cxn ang="0">
                <a:pos x="connsiteX28463" y="connsiteY28463"/>
              </a:cxn>
              <a:cxn ang="0">
                <a:pos x="connsiteX28464" y="connsiteY28464"/>
              </a:cxn>
              <a:cxn ang="0">
                <a:pos x="connsiteX28465" y="connsiteY28465"/>
              </a:cxn>
              <a:cxn ang="0">
                <a:pos x="connsiteX28466" y="connsiteY28466"/>
              </a:cxn>
              <a:cxn ang="0">
                <a:pos x="connsiteX28467" y="connsiteY28467"/>
              </a:cxn>
              <a:cxn ang="0">
                <a:pos x="connsiteX28468" y="connsiteY28468"/>
              </a:cxn>
              <a:cxn ang="0">
                <a:pos x="connsiteX28469" y="connsiteY28469"/>
              </a:cxn>
              <a:cxn ang="0">
                <a:pos x="connsiteX28470" y="connsiteY28470"/>
              </a:cxn>
              <a:cxn ang="0">
                <a:pos x="connsiteX28471" y="connsiteY28471"/>
              </a:cxn>
              <a:cxn ang="0">
                <a:pos x="connsiteX28472" y="connsiteY28472"/>
              </a:cxn>
              <a:cxn ang="0">
                <a:pos x="connsiteX28473" y="connsiteY28473"/>
              </a:cxn>
              <a:cxn ang="0">
                <a:pos x="connsiteX28474" y="connsiteY28474"/>
              </a:cxn>
              <a:cxn ang="0">
                <a:pos x="connsiteX28475" y="connsiteY28475"/>
              </a:cxn>
              <a:cxn ang="0">
                <a:pos x="connsiteX28476" y="connsiteY28476"/>
              </a:cxn>
              <a:cxn ang="0">
                <a:pos x="connsiteX28477" y="connsiteY28477"/>
              </a:cxn>
              <a:cxn ang="0">
                <a:pos x="connsiteX28478" y="connsiteY28478"/>
              </a:cxn>
              <a:cxn ang="0">
                <a:pos x="connsiteX28479" y="connsiteY28479"/>
              </a:cxn>
              <a:cxn ang="0">
                <a:pos x="connsiteX28480" y="connsiteY28480"/>
              </a:cxn>
              <a:cxn ang="0">
                <a:pos x="connsiteX28481" y="connsiteY28481"/>
              </a:cxn>
              <a:cxn ang="0">
                <a:pos x="connsiteX28482" y="connsiteY28482"/>
              </a:cxn>
              <a:cxn ang="0">
                <a:pos x="connsiteX28483" y="connsiteY28483"/>
              </a:cxn>
              <a:cxn ang="0">
                <a:pos x="connsiteX28484" y="connsiteY28484"/>
              </a:cxn>
              <a:cxn ang="0">
                <a:pos x="connsiteX28485" y="connsiteY28485"/>
              </a:cxn>
              <a:cxn ang="0">
                <a:pos x="connsiteX28486" y="connsiteY28486"/>
              </a:cxn>
              <a:cxn ang="0">
                <a:pos x="connsiteX28487" y="connsiteY28487"/>
              </a:cxn>
              <a:cxn ang="0">
                <a:pos x="connsiteX28488" y="connsiteY28488"/>
              </a:cxn>
              <a:cxn ang="0">
                <a:pos x="connsiteX28489" y="connsiteY28489"/>
              </a:cxn>
              <a:cxn ang="0">
                <a:pos x="connsiteX28490" y="connsiteY28490"/>
              </a:cxn>
              <a:cxn ang="0">
                <a:pos x="connsiteX28491" y="connsiteY28491"/>
              </a:cxn>
              <a:cxn ang="0">
                <a:pos x="connsiteX28492" y="connsiteY28492"/>
              </a:cxn>
              <a:cxn ang="0">
                <a:pos x="connsiteX28493" y="connsiteY28493"/>
              </a:cxn>
              <a:cxn ang="0">
                <a:pos x="connsiteX28494" y="connsiteY28494"/>
              </a:cxn>
              <a:cxn ang="0">
                <a:pos x="connsiteX28495" y="connsiteY28495"/>
              </a:cxn>
              <a:cxn ang="0">
                <a:pos x="connsiteX28496" y="connsiteY28496"/>
              </a:cxn>
              <a:cxn ang="0">
                <a:pos x="connsiteX28497" y="connsiteY28497"/>
              </a:cxn>
              <a:cxn ang="0">
                <a:pos x="connsiteX28498" y="connsiteY28498"/>
              </a:cxn>
              <a:cxn ang="0">
                <a:pos x="connsiteX28499" y="connsiteY28499"/>
              </a:cxn>
              <a:cxn ang="0">
                <a:pos x="connsiteX28500" y="connsiteY28500"/>
              </a:cxn>
              <a:cxn ang="0">
                <a:pos x="connsiteX28501" y="connsiteY28501"/>
              </a:cxn>
              <a:cxn ang="0">
                <a:pos x="connsiteX28502" y="connsiteY28502"/>
              </a:cxn>
              <a:cxn ang="0">
                <a:pos x="connsiteX28503" y="connsiteY28503"/>
              </a:cxn>
              <a:cxn ang="0">
                <a:pos x="connsiteX28504" y="connsiteY28504"/>
              </a:cxn>
              <a:cxn ang="0">
                <a:pos x="connsiteX28505" y="connsiteY28505"/>
              </a:cxn>
              <a:cxn ang="0">
                <a:pos x="connsiteX28506" y="connsiteY28506"/>
              </a:cxn>
              <a:cxn ang="0">
                <a:pos x="connsiteX28507" y="connsiteY28507"/>
              </a:cxn>
              <a:cxn ang="0">
                <a:pos x="connsiteX28508" y="connsiteY28508"/>
              </a:cxn>
              <a:cxn ang="0">
                <a:pos x="connsiteX28509" y="connsiteY28509"/>
              </a:cxn>
              <a:cxn ang="0">
                <a:pos x="connsiteX28510" y="connsiteY28510"/>
              </a:cxn>
              <a:cxn ang="0">
                <a:pos x="connsiteX28511" y="connsiteY28511"/>
              </a:cxn>
              <a:cxn ang="0">
                <a:pos x="connsiteX28512" y="connsiteY28512"/>
              </a:cxn>
              <a:cxn ang="0">
                <a:pos x="connsiteX28513" y="connsiteY28513"/>
              </a:cxn>
              <a:cxn ang="0">
                <a:pos x="connsiteX28514" y="connsiteY28514"/>
              </a:cxn>
              <a:cxn ang="0">
                <a:pos x="connsiteX28515" y="connsiteY28515"/>
              </a:cxn>
              <a:cxn ang="0">
                <a:pos x="connsiteX28516" y="connsiteY28516"/>
              </a:cxn>
              <a:cxn ang="0">
                <a:pos x="connsiteX28517" y="connsiteY28517"/>
              </a:cxn>
              <a:cxn ang="0">
                <a:pos x="connsiteX28518" y="connsiteY28518"/>
              </a:cxn>
              <a:cxn ang="0">
                <a:pos x="connsiteX28519" y="connsiteY28519"/>
              </a:cxn>
              <a:cxn ang="0">
                <a:pos x="connsiteX28520" y="connsiteY28520"/>
              </a:cxn>
              <a:cxn ang="0">
                <a:pos x="connsiteX28521" y="connsiteY28521"/>
              </a:cxn>
              <a:cxn ang="0">
                <a:pos x="connsiteX28522" y="connsiteY28522"/>
              </a:cxn>
              <a:cxn ang="0">
                <a:pos x="connsiteX28523" y="connsiteY28523"/>
              </a:cxn>
              <a:cxn ang="0">
                <a:pos x="connsiteX28524" y="connsiteY28524"/>
              </a:cxn>
              <a:cxn ang="0">
                <a:pos x="connsiteX28525" y="connsiteY28525"/>
              </a:cxn>
              <a:cxn ang="0">
                <a:pos x="connsiteX28526" y="connsiteY28526"/>
              </a:cxn>
              <a:cxn ang="0">
                <a:pos x="connsiteX28527" y="connsiteY28527"/>
              </a:cxn>
              <a:cxn ang="0">
                <a:pos x="connsiteX28528" y="connsiteY28528"/>
              </a:cxn>
              <a:cxn ang="0">
                <a:pos x="connsiteX28529" y="connsiteY28529"/>
              </a:cxn>
              <a:cxn ang="0">
                <a:pos x="connsiteX28530" y="connsiteY28530"/>
              </a:cxn>
              <a:cxn ang="0">
                <a:pos x="connsiteX28531" y="connsiteY28531"/>
              </a:cxn>
              <a:cxn ang="0">
                <a:pos x="connsiteX28532" y="connsiteY28532"/>
              </a:cxn>
              <a:cxn ang="0">
                <a:pos x="connsiteX28533" y="connsiteY28533"/>
              </a:cxn>
              <a:cxn ang="0">
                <a:pos x="connsiteX28534" y="connsiteY28534"/>
              </a:cxn>
              <a:cxn ang="0">
                <a:pos x="connsiteX28535" y="connsiteY28535"/>
              </a:cxn>
              <a:cxn ang="0">
                <a:pos x="connsiteX28536" y="connsiteY28536"/>
              </a:cxn>
              <a:cxn ang="0">
                <a:pos x="connsiteX28537" y="connsiteY28537"/>
              </a:cxn>
              <a:cxn ang="0">
                <a:pos x="connsiteX28538" y="connsiteY28538"/>
              </a:cxn>
              <a:cxn ang="0">
                <a:pos x="connsiteX28539" y="connsiteY28539"/>
              </a:cxn>
              <a:cxn ang="0">
                <a:pos x="connsiteX28540" y="connsiteY28540"/>
              </a:cxn>
              <a:cxn ang="0">
                <a:pos x="connsiteX28541" y="connsiteY28541"/>
              </a:cxn>
              <a:cxn ang="0">
                <a:pos x="connsiteX28542" y="connsiteY28542"/>
              </a:cxn>
              <a:cxn ang="0">
                <a:pos x="connsiteX28543" y="connsiteY28543"/>
              </a:cxn>
              <a:cxn ang="0">
                <a:pos x="connsiteX28544" y="connsiteY28544"/>
              </a:cxn>
              <a:cxn ang="0">
                <a:pos x="connsiteX28545" y="connsiteY28545"/>
              </a:cxn>
              <a:cxn ang="0">
                <a:pos x="connsiteX28546" y="connsiteY28546"/>
              </a:cxn>
              <a:cxn ang="0">
                <a:pos x="connsiteX28547" y="connsiteY28547"/>
              </a:cxn>
              <a:cxn ang="0">
                <a:pos x="connsiteX28548" y="connsiteY28548"/>
              </a:cxn>
              <a:cxn ang="0">
                <a:pos x="connsiteX28549" y="connsiteY28549"/>
              </a:cxn>
              <a:cxn ang="0">
                <a:pos x="connsiteX28550" y="connsiteY28550"/>
              </a:cxn>
              <a:cxn ang="0">
                <a:pos x="connsiteX28551" y="connsiteY28551"/>
              </a:cxn>
              <a:cxn ang="0">
                <a:pos x="connsiteX28552" y="connsiteY28552"/>
              </a:cxn>
              <a:cxn ang="0">
                <a:pos x="connsiteX28553" y="connsiteY28553"/>
              </a:cxn>
              <a:cxn ang="0">
                <a:pos x="connsiteX28554" y="connsiteY28554"/>
              </a:cxn>
              <a:cxn ang="0">
                <a:pos x="connsiteX28555" y="connsiteY28555"/>
              </a:cxn>
              <a:cxn ang="0">
                <a:pos x="connsiteX28556" y="connsiteY28556"/>
              </a:cxn>
              <a:cxn ang="0">
                <a:pos x="connsiteX28557" y="connsiteY28557"/>
              </a:cxn>
              <a:cxn ang="0">
                <a:pos x="connsiteX28558" y="connsiteY28558"/>
              </a:cxn>
              <a:cxn ang="0">
                <a:pos x="connsiteX28559" y="connsiteY28559"/>
              </a:cxn>
              <a:cxn ang="0">
                <a:pos x="connsiteX28560" y="connsiteY28560"/>
              </a:cxn>
              <a:cxn ang="0">
                <a:pos x="connsiteX28561" y="connsiteY28561"/>
              </a:cxn>
              <a:cxn ang="0">
                <a:pos x="connsiteX28562" y="connsiteY28562"/>
              </a:cxn>
              <a:cxn ang="0">
                <a:pos x="connsiteX28563" y="connsiteY28563"/>
              </a:cxn>
              <a:cxn ang="0">
                <a:pos x="connsiteX28564" y="connsiteY28564"/>
              </a:cxn>
              <a:cxn ang="0">
                <a:pos x="connsiteX28565" y="connsiteY28565"/>
              </a:cxn>
              <a:cxn ang="0">
                <a:pos x="connsiteX28566" y="connsiteY28566"/>
              </a:cxn>
              <a:cxn ang="0">
                <a:pos x="connsiteX28567" y="connsiteY28567"/>
              </a:cxn>
              <a:cxn ang="0">
                <a:pos x="connsiteX28568" y="connsiteY28568"/>
              </a:cxn>
              <a:cxn ang="0">
                <a:pos x="connsiteX28569" y="connsiteY28569"/>
              </a:cxn>
              <a:cxn ang="0">
                <a:pos x="connsiteX28570" y="connsiteY28570"/>
              </a:cxn>
              <a:cxn ang="0">
                <a:pos x="connsiteX28571" y="connsiteY28571"/>
              </a:cxn>
              <a:cxn ang="0">
                <a:pos x="connsiteX28572" y="connsiteY28572"/>
              </a:cxn>
              <a:cxn ang="0">
                <a:pos x="connsiteX28573" y="connsiteY28573"/>
              </a:cxn>
              <a:cxn ang="0">
                <a:pos x="connsiteX28574" y="connsiteY28574"/>
              </a:cxn>
              <a:cxn ang="0">
                <a:pos x="connsiteX28575" y="connsiteY28575"/>
              </a:cxn>
              <a:cxn ang="0">
                <a:pos x="connsiteX28576" y="connsiteY28576"/>
              </a:cxn>
              <a:cxn ang="0">
                <a:pos x="connsiteX28577" y="connsiteY28577"/>
              </a:cxn>
              <a:cxn ang="0">
                <a:pos x="connsiteX28578" y="connsiteY28578"/>
              </a:cxn>
              <a:cxn ang="0">
                <a:pos x="connsiteX28579" y="connsiteY28579"/>
              </a:cxn>
              <a:cxn ang="0">
                <a:pos x="connsiteX28580" y="connsiteY28580"/>
              </a:cxn>
              <a:cxn ang="0">
                <a:pos x="connsiteX28581" y="connsiteY28581"/>
              </a:cxn>
              <a:cxn ang="0">
                <a:pos x="connsiteX28582" y="connsiteY28582"/>
              </a:cxn>
              <a:cxn ang="0">
                <a:pos x="connsiteX28583" y="connsiteY28583"/>
              </a:cxn>
              <a:cxn ang="0">
                <a:pos x="connsiteX28584" y="connsiteY28584"/>
              </a:cxn>
              <a:cxn ang="0">
                <a:pos x="connsiteX28585" y="connsiteY28585"/>
              </a:cxn>
              <a:cxn ang="0">
                <a:pos x="connsiteX28586" y="connsiteY28586"/>
              </a:cxn>
              <a:cxn ang="0">
                <a:pos x="connsiteX28587" y="connsiteY28587"/>
              </a:cxn>
              <a:cxn ang="0">
                <a:pos x="connsiteX28588" y="connsiteY28588"/>
              </a:cxn>
              <a:cxn ang="0">
                <a:pos x="connsiteX28589" y="connsiteY28589"/>
              </a:cxn>
              <a:cxn ang="0">
                <a:pos x="connsiteX28590" y="connsiteY28590"/>
              </a:cxn>
              <a:cxn ang="0">
                <a:pos x="connsiteX28591" y="connsiteY28591"/>
              </a:cxn>
              <a:cxn ang="0">
                <a:pos x="connsiteX28592" y="connsiteY28592"/>
              </a:cxn>
              <a:cxn ang="0">
                <a:pos x="connsiteX28593" y="connsiteY28593"/>
              </a:cxn>
              <a:cxn ang="0">
                <a:pos x="connsiteX28594" y="connsiteY28594"/>
              </a:cxn>
              <a:cxn ang="0">
                <a:pos x="connsiteX28595" y="connsiteY28595"/>
              </a:cxn>
              <a:cxn ang="0">
                <a:pos x="connsiteX28596" y="connsiteY28596"/>
              </a:cxn>
              <a:cxn ang="0">
                <a:pos x="connsiteX28597" y="connsiteY28597"/>
              </a:cxn>
              <a:cxn ang="0">
                <a:pos x="connsiteX28598" y="connsiteY28598"/>
              </a:cxn>
              <a:cxn ang="0">
                <a:pos x="connsiteX28599" y="connsiteY28599"/>
              </a:cxn>
              <a:cxn ang="0">
                <a:pos x="connsiteX28600" y="connsiteY28600"/>
              </a:cxn>
              <a:cxn ang="0">
                <a:pos x="connsiteX28601" y="connsiteY28601"/>
              </a:cxn>
              <a:cxn ang="0">
                <a:pos x="connsiteX28602" y="connsiteY28602"/>
              </a:cxn>
              <a:cxn ang="0">
                <a:pos x="connsiteX28603" y="connsiteY28603"/>
              </a:cxn>
              <a:cxn ang="0">
                <a:pos x="connsiteX28604" y="connsiteY28604"/>
              </a:cxn>
              <a:cxn ang="0">
                <a:pos x="connsiteX28605" y="connsiteY28605"/>
              </a:cxn>
              <a:cxn ang="0">
                <a:pos x="connsiteX28606" y="connsiteY28606"/>
              </a:cxn>
              <a:cxn ang="0">
                <a:pos x="connsiteX28607" y="connsiteY28607"/>
              </a:cxn>
              <a:cxn ang="0">
                <a:pos x="connsiteX28608" y="connsiteY28608"/>
              </a:cxn>
              <a:cxn ang="0">
                <a:pos x="connsiteX28609" y="connsiteY28609"/>
              </a:cxn>
              <a:cxn ang="0">
                <a:pos x="connsiteX28610" y="connsiteY28610"/>
              </a:cxn>
              <a:cxn ang="0">
                <a:pos x="connsiteX28611" y="connsiteY28611"/>
              </a:cxn>
              <a:cxn ang="0">
                <a:pos x="connsiteX28612" y="connsiteY28612"/>
              </a:cxn>
              <a:cxn ang="0">
                <a:pos x="connsiteX28613" y="connsiteY28613"/>
              </a:cxn>
              <a:cxn ang="0">
                <a:pos x="connsiteX28614" y="connsiteY28614"/>
              </a:cxn>
              <a:cxn ang="0">
                <a:pos x="connsiteX28615" y="connsiteY28615"/>
              </a:cxn>
              <a:cxn ang="0">
                <a:pos x="connsiteX28616" y="connsiteY28616"/>
              </a:cxn>
              <a:cxn ang="0">
                <a:pos x="connsiteX28617" y="connsiteY28617"/>
              </a:cxn>
              <a:cxn ang="0">
                <a:pos x="connsiteX28618" y="connsiteY28618"/>
              </a:cxn>
              <a:cxn ang="0">
                <a:pos x="connsiteX28619" y="connsiteY28619"/>
              </a:cxn>
              <a:cxn ang="0">
                <a:pos x="connsiteX28620" y="connsiteY28620"/>
              </a:cxn>
              <a:cxn ang="0">
                <a:pos x="connsiteX28621" y="connsiteY28621"/>
              </a:cxn>
              <a:cxn ang="0">
                <a:pos x="connsiteX28622" y="connsiteY28622"/>
              </a:cxn>
              <a:cxn ang="0">
                <a:pos x="connsiteX28623" y="connsiteY28623"/>
              </a:cxn>
              <a:cxn ang="0">
                <a:pos x="connsiteX28624" y="connsiteY28624"/>
              </a:cxn>
              <a:cxn ang="0">
                <a:pos x="connsiteX28625" y="connsiteY28625"/>
              </a:cxn>
              <a:cxn ang="0">
                <a:pos x="connsiteX28626" y="connsiteY28626"/>
              </a:cxn>
              <a:cxn ang="0">
                <a:pos x="connsiteX28627" y="connsiteY28627"/>
              </a:cxn>
              <a:cxn ang="0">
                <a:pos x="connsiteX28628" y="connsiteY28628"/>
              </a:cxn>
              <a:cxn ang="0">
                <a:pos x="connsiteX28629" y="connsiteY28629"/>
              </a:cxn>
              <a:cxn ang="0">
                <a:pos x="connsiteX28630" y="connsiteY28630"/>
              </a:cxn>
              <a:cxn ang="0">
                <a:pos x="connsiteX28631" y="connsiteY28631"/>
              </a:cxn>
              <a:cxn ang="0">
                <a:pos x="connsiteX28632" y="connsiteY28632"/>
              </a:cxn>
              <a:cxn ang="0">
                <a:pos x="connsiteX28633" y="connsiteY28633"/>
              </a:cxn>
              <a:cxn ang="0">
                <a:pos x="connsiteX28634" y="connsiteY28634"/>
              </a:cxn>
              <a:cxn ang="0">
                <a:pos x="connsiteX28635" y="connsiteY28635"/>
              </a:cxn>
              <a:cxn ang="0">
                <a:pos x="connsiteX28636" y="connsiteY28636"/>
              </a:cxn>
              <a:cxn ang="0">
                <a:pos x="connsiteX28637" y="connsiteY28637"/>
              </a:cxn>
              <a:cxn ang="0">
                <a:pos x="connsiteX28638" y="connsiteY28638"/>
              </a:cxn>
              <a:cxn ang="0">
                <a:pos x="connsiteX28639" y="connsiteY28639"/>
              </a:cxn>
              <a:cxn ang="0">
                <a:pos x="connsiteX28640" y="connsiteY28640"/>
              </a:cxn>
              <a:cxn ang="0">
                <a:pos x="connsiteX28641" y="connsiteY28641"/>
              </a:cxn>
              <a:cxn ang="0">
                <a:pos x="connsiteX28642" y="connsiteY28642"/>
              </a:cxn>
              <a:cxn ang="0">
                <a:pos x="connsiteX28643" y="connsiteY28643"/>
              </a:cxn>
              <a:cxn ang="0">
                <a:pos x="connsiteX28644" y="connsiteY28644"/>
              </a:cxn>
              <a:cxn ang="0">
                <a:pos x="connsiteX28645" y="connsiteY28645"/>
              </a:cxn>
              <a:cxn ang="0">
                <a:pos x="connsiteX28646" y="connsiteY28646"/>
              </a:cxn>
              <a:cxn ang="0">
                <a:pos x="connsiteX28647" y="connsiteY28647"/>
              </a:cxn>
              <a:cxn ang="0">
                <a:pos x="connsiteX28648" y="connsiteY28648"/>
              </a:cxn>
              <a:cxn ang="0">
                <a:pos x="connsiteX28649" y="connsiteY28649"/>
              </a:cxn>
              <a:cxn ang="0">
                <a:pos x="connsiteX28650" y="connsiteY28650"/>
              </a:cxn>
              <a:cxn ang="0">
                <a:pos x="connsiteX28651" y="connsiteY28651"/>
              </a:cxn>
              <a:cxn ang="0">
                <a:pos x="connsiteX28652" y="connsiteY28652"/>
              </a:cxn>
              <a:cxn ang="0">
                <a:pos x="connsiteX28653" y="connsiteY28653"/>
              </a:cxn>
              <a:cxn ang="0">
                <a:pos x="connsiteX28654" y="connsiteY28654"/>
              </a:cxn>
              <a:cxn ang="0">
                <a:pos x="connsiteX28655" y="connsiteY28655"/>
              </a:cxn>
              <a:cxn ang="0">
                <a:pos x="connsiteX28656" y="connsiteY28656"/>
              </a:cxn>
              <a:cxn ang="0">
                <a:pos x="connsiteX28657" y="connsiteY28657"/>
              </a:cxn>
              <a:cxn ang="0">
                <a:pos x="connsiteX28658" y="connsiteY28658"/>
              </a:cxn>
              <a:cxn ang="0">
                <a:pos x="connsiteX28659" y="connsiteY28659"/>
              </a:cxn>
              <a:cxn ang="0">
                <a:pos x="connsiteX28660" y="connsiteY28660"/>
              </a:cxn>
              <a:cxn ang="0">
                <a:pos x="connsiteX28661" y="connsiteY28661"/>
              </a:cxn>
              <a:cxn ang="0">
                <a:pos x="connsiteX28662" y="connsiteY28662"/>
              </a:cxn>
              <a:cxn ang="0">
                <a:pos x="connsiteX28663" y="connsiteY28663"/>
              </a:cxn>
              <a:cxn ang="0">
                <a:pos x="connsiteX28664" y="connsiteY28664"/>
              </a:cxn>
              <a:cxn ang="0">
                <a:pos x="connsiteX28665" y="connsiteY28665"/>
              </a:cxn>
              <a:cxn ang="0">
                <a:pos x="connsiteX28666" y="connsiteY28666"/>
              </a:cxn>
              <a:cxn ang="0">
                <a:pos x="connsiteX28667" y="connsiteY28667"/>
              </a:cxn>
              <a:cxn ang="0">
                <a:pos x="connsiteX28668" y="connsiteY28668"/>
              </a:cxn>
              <a:cxn ang="0">
                <a:pos x="connsiteX28669" y="connsiteY28669"/>
              </a:cxn>
              <a:cxn ang="0">
                <a:pos x="connsiteX28670" y="connsiteY28670"/>
              </a:cxn>
              <a:cxn ang="0">
                <a:pos x="connsiteX28671" y="connsiteY28671"/>
              </a:cxn>
              <a:cxn ang="0">
                <a:pos x="connsiteX28672" y="connsiteY28672"/>
              </a:cxn>
              <a:cxn ang="0">
                <a:pos x="connsiteX28673" y="connsiteY28673"/>
              </a:cxn>
              <a:cxn ang="0">
                <a:pos x="connsiteX28674" y="connsiteY28674"/>
              </a:cxn>
              <a:cxn ang="0">
                <a:pos x="connsiteX28675" y="connsiteY28675"/>
              </a:cxn>
              <a:cxn ang="0">
                <a:pos x="connsiteX28676" y="connsiteY28676"/>
              </a:cxn>
              <a:cxn ang="0">
                <a:pos x="connsiteX28677" y="connsiteY28677"/>
              </a:cxn>
              <a:cxn ang="0">
                <a:pos x="connsiteX28678" y="connsiteY28678"/>
              </a:cxn>
              <a:cxn ang="0">
                <a:pos x="connsiteX28679" y="connsiteY28679"/>
              </a:cxn>
              <a:cxn ang="0">
                <a:pos x="connsiteX28680" y="connsiteY28680"/>
              </a:cxn>
              <a:cxn ang="0">
                <a:pos x="connsiteX28681" y="connsiteY28681"/>
              </a:cxn>
              <a:cxn ang="0">
                <a:pos x="connsiteX28682" y="connsiteY28682"/>
              </a:cxn>
              <a:cxn ang="0">
                <a:pos x="connsiteX28683" y="connsiteY28683"/>
              </a:cxn>
              <a:cxn ang="0">
                <a:pos x="connsiteX28684" y="connsiteY28684"/>
              </a:cxn>
              <a:cxn ang="0">
                <a:pos x="connsiteX28685" y="connsiteY28685"/>
              </a:cxn>
              <a:cxn ang="0">
                <a:pos x="connsiteX28686" y="connsiteY28686"/>
              </a:cxn>
              <a:cxn ang="0">
                <a:pos x="connsiteX28687" y="connsiteY28687"/>
              </a:cxn>
              <a:cxn ang="0">
                <a:pos x="connsiteX28688" y="connsiteY28688"/>
              </a:cxn>
              <a:cxn ang="0">
                <a:pos x="connsiteX28689" y="connsiteY28689"/>
              </a:cxn>
              <a:cxn ang="0">
                <a:pos x="connsiteX28690" y="connsiteY28690"/>
              </a:cxn>
              <a:cxn ang="0">
                <a:pos x="connsiteX28691" y="connsiteY28691"/>
              </a:cxn>
              <a:cxn ang="0">
                <a:pos x="connsiteX28692" y="connsiteY28692"/>
              </a:cxn>
              <a:cxn ang="0">
                <a:pos x="connsiteX28693" y="connsiteY28693"/>
              </a:cxn>
              <a:cxn ang="0">
                <a:pos x="connsiteX28694" y="connsiteY28694"/>
              </a:cxn>
              <a:cxn ang="0">
                <a:pos x="connsiteX28695" y="connsiteY28695"/>
              </a:cxn>
              <a:cxn ang="0">
                <a:pos x="connsiteX28696" y="connsiteY28696"/>
              </a:cxn>
              <a:cxn ang="0">
                <a:pos x="connsiteX28697" y="connsiteY28697"/>
              </a:cxn>
              <a:cxn ang="0">
                <a:pos x="connsiteX28698" y="connsiteY28698"/>
              </a:cxn>
              <a:cxn ang="0">
                <a:pos x="connsiteX28699" y="connsiteY28699"/>
              </a:cxn>
              <a:cxn ang="0">
                <a:pos x="connsiteX28700" y="connsiteY28700"/>
              </a:cxn>
              <a:cxn ang="0">
                <a:pos x="connsiteX28701" y="connsiteY28701"/>
              </a:cxn>
              <a:cxn ang="0">
                <a:pos x="connsiteX28702" y="connsiteY28702"/>
              </a:cxn>
              <a:cxn ang="0">
                <a:pos x="connsiteX28703" y="connsiteY28703"/>
              </a:cxn>
              <a:cxn ang="0">
                <a:pos x="connsiteX28704" y="connsiteY28704"/>
              </a:cxn>
              <a:cxn ang="0">
                <a:pos x="connsiteX28705" y="connsiteY28705"/>
              </a:cxn>
              <a:cxn ang="0">
                <a:pos x="connsiteX28706" y="connsiteY28706"/>
              </a:cxn>
              <a:cxn ang="0">
                <a:pos x="connsiteX28707" y="connsiteY28707"/>
              </a:cxn>
              <a:cxn ang="0">
                <a:pos x="connsiteX28708" y="connsiteY28708"/>
              </a:cxn>
              <a:cxn ang="0">
                <a:pos x="connsiteX28709" y="connsiteY28709"/>
              </a:cxn>
              <a:cxn ang="0">
                <a:pos x="connsiteX28710" y="connsiteY28710"/>
              </a:cxn>
              <a:cxn ang="0">
                <a:pos x="connsiteX28711" y="connsiteY28711"/>
              </a:cxn>
              <a:cxn ang="0">
                <a:pos x="connsiteX28712" y="connsiteY28712"/>
              </a:cxn>
              <a:cxn ang="0">
                <a:pos x="connsiteX28713" y="connsiteY28713"/>
              </a:cxn>
              <a:cxn ang="0">
                <a:pos x="connsiteX28714" y="connsiteY28714"/>
              </a:cxn>
              <a:cxn ang="0">
                <a:pos x="connsiteX28715" y="connsiteY28715"/>
              </a:cxn>
              <a:cxn ang="0">
                <a:pos x="connsiteX28716" y="connsiteY28716"/>
              </a:cxn>
              <a:cxn ang="0">
                <a:pos x="connsiteX28717" y="connsiteY28717"/>
              </a:cxn>
              <a:cxn ang="0">
                <a:pos x="connsiteX28718" y="connsiteY28718"/>
              </a:cxn>
              <a:cxn ang="0">
                <a:pos x="connsiteX28719" y="connsiteY28719"/>
              </a:cxn>
              <a:cxn ang="0">
                <a:pos x="connsiteX28720" y="connsiteY28720"/>
              </a:cxn>
              <a:cxn ang="0">
                <a:pos x="connsiteX28721" y="connsiteY28721"/>
              </a:cxn>
              <a:cxn ang="0">
                <a:pos x="connsiteX28722" y="connsiteY28722"/>
              </a:cxn>
              <a:cxn ang="0">
                <a:pos x="connsiteX28723" y="connsiteY28723"/>
              </a:cxn>
              <a:cxn ang="0">
                <a:pos x="connsiteX28724" y="connsiteY28724"/>
              </a:cxn>
              <a:cxn ang="0">
                <a:pos x="connsiteX28725" y="connsiteY28725"/>
              </a:cxn>
              <a:cxn ang="0">
                <a:pos x="connsiteX28726" y="connsiteY28726"/>
              </a:cxn>
              <a:cxn ang="0">
                <a:pos x="connsiteX28727" y="connsiteY28727"/>
              </a:cxn>
              <a:cxn ang="0">
                <a:pos x="connsiteX28728" y="connsiteY28728"/>
              </a:cxn>
              <a:cxn ang="0">
                <a:pos x="connsiteX28729" y="connsiteY28729"/>
              </a:cxn>
              <a:cxn ang="0">
                <a:pos x="connsiteX28730" y="connsiteY28730"/>
              </a:cxn>
              <a:cxn ang="0">
                <a:pos x="connsiteX28731" y="connsiteY28731"/>
              </a:cxn>
              <a:cxn ang="0">
                <a:pos x="connsiteX28732" y="connsiteY28732"/>
              </a:cxn>
              <a:cxn ang="0">
                <a:pos x="connsiteX28733" y="connsiteY28733"/>
              </a:cxn>
              <a:cxn ang="0">
                <a:pos x="connsiteX28734" y="connsiteY28734"/>
              </a:cxn>
              <a:cxn ang="0">
                <a:pos x="connsiteX28735" y="connsiteY28735"/>
              </a:cxn>
              <a:cxn ang="0">
                <a:pos x="connsiteX28736" y="connsiteY28736"/>
              </a:cxn>
              <a:cxn ang="0">
                <a:pos x="connsiteX28737" y="connsiteY28737"/>
              </a:cxn>
              <a:cxn ang="0">
                <a:pos x="connsiteX28738" y="connsiteY28738"/>
              </a:cxn>
              <a:cxn ang="0">
                <a:pos x="connsiteX28739" y="connsiteY28739"/>
              </a:cxn>
              <a:cxn ang="0">
                <a:pos x="connsiteX28740" y="connsiteY28740"/>
              </a:cxn>
              <a:cxn ang="0">
                <a:pos x="connsiteX28741" y="connsiteY28741"/>
              </a:cxn>
              <a:cxn ang="0">
                <a:pos x="connsiteX28742" y="connsiteY28742"/>
              </a:cxn>
              <a:cxn ang="0">
                <a:pos x="connsiteX28743" y="connsiteY28743"/>
              </a:cxn>
              <a:cxn ang="0">
                <a:pos x="connsiteX28744" y="connsiteY28744"/>
              </a:cxn>
              <a:cxn ang="0">
                <a:pos x="connsiteX28745" y="connsiteY28745"/>
              </a:cxn>
              <a:cxn ang="0">
                <a:pos x="connsiteX28746" y="connsiteY28746"/>
              </a:cxn>
              <a:cxn ang="0">
                <a:pos x="connsiteX28747" y="connsiteY28747"/>
              </a:cxn>
              <a:cxn ang="0">
                <a:pos x="connsiteX28748" y="connsiteY28748"/>
              </a:cxn>
              <a:cxn ang="0">
                <a:pos x="connsiteX28749" y="connsiteY28749"/>
              </a:cxn>
              <a:cxn ang="0">
                <a:pos x="connsiteX28750" y="connsiteY28750"/>
              </a:cxn>
              <a:cxn ang="0">
                <a:pos x="connsiteX28751" y="connsiteY28751"/>
              </a:cxn>
              <a:cxn ang="0">
                <a:pos x="connsiteX28752" y="connsiteY28752"/>
              </a:cxn>
              <a:cxn ang="0">
                <a:pos x="connsiteX28753" y="connsiteY28753"/>
              </a:cxn>
              <a:cxn ang="0">
                <a:pos x="connsiteX28754" y="connsiteY28754"/>
              </a:cxn>
              <a:cxn ang="0">
                <a:pos x="connsiteX28755" y="connsiteY28755"/>
              </a:cxn>
              <a:cxn ang="0">
                <a:pos x="connsiteX28756" y="connsiteY28756"/>
              </a:cxn>
              <a:cxn ang="0">
                <a:pos x="connsiteX28757" y="connsiteY28757"/>
              </a:cxn>
              <a:cxn ang="0">
                <a:pos x="connsiteX28758" y="connsiteY28758"/>
              </a:cxn>
              <a:cxn ang="0">
                <a:pos x="connsiteX28759" y="connsiteY28759"/>
              </a:cxn>
              <a:cxn ang="0">
                <a:pos x="connsiteX28760" y="connsiteY28760"/>
              </a:cxn>
              <a:cxn ang="0">
                <a:pos x="connsiteX28761" y="connsiteY28761"/>
              </a:cxn>
              <a:cxn ang="0">
                <a:pos x="connsiteX28762" y="connsiteY28762"/>
              </a:cxn>
              <a:cxn ang="0">
                <a:pos x="connsiteX28763" y="connsiteY28763"/>
              </a:cxn>
              <a:cxn ang="0">
                <a:pos x="connsiteX28764" y="connsiteY28764"/>
              </a:cxn>
              <a:cxn ang="0">
                <a:pos x="connsiteX28765" y="connsiteY28765"/>
              </a:cxn>
              <a:cxn ang="0">
                <a:pos x="connsiteX28766" y="connsiteY28766"/>
              </a:cxn>
              <a:cxn ang="0">
                <a:pos x="connsiteX28767" y="connsiteY28767"/>
              </a:cxn>
              <a:cxn ang="0">
                <a:pos x="connsiteX28768" y="connsiteY28768"/>
              </a:cxn>
              <a:cxn ang="0">
                <a:pos x="connsiteX28769" y="connsiteY28769"/>
              </a:cxn>
              <a:cxn ang="0">
                <a:pos x="connsiteX28770" y="connsiteY28770"/>
              </a:cxn>
              <a:cxn ang="0">
                <a:pos x="connsiteX28771" y="connsiteY28771"/>
              </a:cxn>
              <a:cxn ang="0">
                <a:pos x="connsiteX28772" y="connsiteY28772"/>
              </a:cxn>
              <a:cxn ang="0">
                <a:pos x="connsiteX28773" y="connsiteY28773"/>
              </a:cxn>
              <a:cxn ang="0">
                <a:pos x="connsiteX28774" y="connsiteY28774"/>
              </a:cxn>
              <a:cxn ang="0">
                <a:pos x="connsiteX28775" y="connsiteY28775"/>
              </a:cxn>
              <a:cxn ang="0">
                <a:pos x="connsiteX28776" y="connsiteY28776"/>
              </a:cxn>
              <a:cxn ang="0">
                <a:pos x="connsiteX28777" y="connsiteY28777"/>
              </a:cxn>
              <a:cxn ang="0">
                <a:pos x="connsiteX28778" y="connsiteY28778"/>
              </a:cxn>
              <a:cxn ang="0">
                <a:pos x="connsiteX28779" y="connsiteY28779"/>
              </a:cxn>
              <a:cxn ang="0">
                <a:pos x="connsiteX28780" y="connsiteY28780"/>
              </a:cxn>
              <a:cxn ang="0">
                <a:pos x="connsiteX28781" y="connsiteY28781"/>
              </a:cxn>
              <a:cxn ang="0">
                <a:pos x="connsiteX28782" y="connsiteY28782"/>
              </a:cxn>
              <a:cxn ang="0">
                <a:pos x="connsiteX28783" y="connsiteY28783"/>
              </a:cxn>
              <a:cxn ang="0">
                <a:pos x="connsiteX28784" y="connsiteY28784"/>
              </a:cxn>
              <a:cxn ang="0">
                <a:pos x="connsiteX28785" y="connsiteY28785"/>
              </a:cxn>
              <a:cxn ang="0">
                <a:pos x="connsiteX28786" y="connsiteY28786"/>
              </a:cxn>
              <a:cxn ang="0">
                <a:pos x="connsiteX28787" y="connsiteY28787"/>
              </a:cxn>
              <a:cxn ang="0">
                <a:pos x="connsiteX28788" y="connsiteY28788"/>
              </a:cxn>
              <a:cxn ang="0">
                <a:pos x="connsiteX28789" y="connsiteY28789"/>
              </a:cxn>
              <a:cxn ang="0">
                <a:pos x="connsiteX28790" y="connsiteY28790"/>
              </a:cxn>
              <a:cxn ang="0">
                <a:pos x="connsiteX28791" y="connsiteY28791"/>
              </a:cxn>
              <a:cxn ang="0">
                <a:pos x="connsiteX28792" y="connsiteY28792"/>
              </a:cxn>
              <a:cxn ang="0">
                <a:pos x="connsiteX28793" y="connsiteY28793"/>
              </a:cxn>
              <a:cxn ang="0">
                <a:pos x="connsiteX28794" y="connsiteY28794"/>
              </a:cxn>
              <a:cxn ang="0">
                <a:pos x="connsiteX28795" y="connsiteY28795"/>
              </a:cxn>
              <a:cxn ang="0">
                <a:pos x="connsiteX28796" y="connsiteY28796"/>
              </a:cxn>
              <a:cxn ang="0">
                <a:pos x="connsiteX28797" y="connsiteY28797"/>
              </a:cxn>
              <a:cxn ang="0">
                <a:pos x="connsiteX28798" y="connsiteY28798"/>
              </a:cxn>
              <a:cxn ang="0">
                <a:pos x="connsiteX28799" y="connsiteY28799"/>
              </a:cxn>
              <a:cxn ang="0">
                <a:pos x="connsiteX28800" y="connsiteY28800"/>
              </a:cxn>
              <a:cxn ang="0">
                <a:pos x="connsiteX28801" y="connsiteY28801"/>
              </a:cxn>
              <a:cxn ang="0">
                <a:pos x="connsiteX28802" y="connsiteY28802"/>
              </a:cxn>
              <a:cxn ang="0">
                <a:pos x="connsiteX28803" y="connsiteY28803"/>
              </a:cxn>
              <a:cxn ang="0">
                <a:pos x="connsiteX28804" y="connsiteY28804"/>
              </a:cxn>
              <a:cxn ang="0">
                <a:pos x="connsiteX28805" y="connsiteY28805"/>
              </a:cxn>
              <a:cxn ang="0">
                <a:pos x="connsiteX28806" y="connsiteY28806"/>
              </a:cxn>
              <a:cxn ang="0">
                <a:pos x="connsiteX28807" y="connsiteY28807"/>
              </a:cxn>
              <a:cxn ang="0">
                <a:pos x="connsiteX28808" y="connsiteY28808"/>
              </a:cxn>
              <a:cxn ang="0">
                <a:pos x="connsiteX28809" y="connsiteY28809"/>
              </a:cxn>
              <a:cxn ang="0">
                <a:pos x="connsiteX28810" y="connsiteY28810"/>
              </a:cxn>
              <a:cxn ang="0">
                <a:pos x="connsiteX28811" y="connsiteY28811"/>
              </a:cxn>
              <a:cxn ang="0">
                <a:pos x="connsiteX28812" y="connsiteY28812"/>
              </a:cxn>
              <a:cxn ang="0">
                <a:pos x="connsiteX28813" y="connsiteY28813"/>
              </a:cxn>
              <a:cxn ang="0">
                <a:pos x="connsiteX28814" y="connsiteY28814"/>
              </a:cxn>
              <a:cxn ang="0">
                <a:pos x="connsiteX28815" y="connsiteY28815"/>
              </a:cxn>
              <a:cxn ang="0">
                <a:pos x="connsiteX28816" y="connsiteY28816"/>
              </a:cxn>
              <a:cxn ang="0">
                <a:pos x="connsiteX28817" y="connsiteY28817"/>
              </a:cxn>
              <a:cxn ang="0">
                <a:pos x="connsiteX28818" y="connsiteY28818"/>
              </a:cxn>
              <a:cxn ang="0">
                <a:pos x="connsiteX28819" y="connsiteY28819"/>
              </a:cxn>
              <a:cxn ang="0">
                <a:pos x="connsiteX28820" y="connsiteY28820"/>
              </a:cxn>
              <a:cxn ang="0">
                <a:pos x="connsiteX28821" y="connsiteY28821"/>
              </a:cxn>
              <a:cxn ang="0">
                <a:pos x="connsiteX28822" y="connsiteY28822"/>
              </a:cxn>
              <a:cxn ang="0">
                <a:pos x="connsiteX28823" y="connsiteY28823"/>
              </a:cxn>
              <a:cxn ang="0">
                <a:pos x="connsiteX28824" y="connsiteY28824"/>
              </a:cxn>
              <a:cxn ang="0">
                <a:pos x="connsiteX28825" y="connsiteY28825"/>
              </a:cxn>
              <a:cxn ang="0">
                <a:pos x="connsiteX28826" y="connsiteY28826"/>
              </a:cxn>
              <a:cxn ang="0">
                <a:pos x="connsiteX28827" y="connsiteY28827"/>
              </a:cxn>
              <a:cxn ang="0">
                <a:pos x="connsiteX28828" y="connsiteY28828"/>
              </a:cxn>
              <a:cxn ang="0">
                <a:pos x="connsiteX28829" y="connsiteY28829"/>
              </a:cxn>
              <a:cxn ang="0">
                <a:pos x="connsiteX28830" y="connsiteY28830"/>
              </a:cxn>
              <a:cxn ang="0">
                <a:pos x="connsiteX28831" y="connsiteY28831"/>
              </a:cxn>
              <a:cxn ang="0">
                <a:pos x="connsiteX28832" y="connsiteY28832"/>
              </a:cxn>
              <a:cxn ang="0">
                <a:pos x="connsiteX28833" y="connsiteY28833"/>
              </a:cxn>
              <a:cxn ang="0">
                <a:pos x="connsiteX28834" y="connsiteY28834"/>
              </a:cxn>
              <a:cxn ang="0">
                <a:pos x="connsiteX28835" y="connsiteY28835"/>
              </a:cxn>
              <a:cxn ang="0">
                <a:pos x="connsiteX28836" y="connsiteY28836"/>
              </a:cxn>
              <a:cxn ang="0">
                <a:pos x="connsiteX28837" y="connsiteY28837"/>
              </a:cxn>
              <a:cxn ang="0">
                <a:pos x="connsiteX28838" y="connsiteY28838"/>
              </a:cxn>
              <a:cxn ang="0">
                <a:pos x="connsiteX28839" y="connsiteY28839"/>
              </a:cxn>
              <a:cxn ang="0">
                <a:pos x="connsiteX28840" y="connsiteY28840"/>
              </a:cxn>
              <a:cxn ang="0">
                <a:pos x="connsiteX28841" y="connsiteY28841"/>
              </a:cxn>
              <a:cxn ang="0">
                <a:pos x="connsiteX28842" y="connsiteY28842"/>
              </a:cxn>
              <a:cxn ang="0">
                <a:pos x="connsiteX28843" y="connsiteY28843"/>
              </a:cxn>
              <a:cxn ang="0">
                <a:pos x="connsiteX28844" y="connsiteY28844"/>
              </a:cxn>
              <a:cxn ang="0">
                <a:pos x="connsiteX28845" y="connsiteY28845"/>
              </a:cxn>
              <a:cxn ang="0">
                <a:pos x="connsiteX28846" y="connsiteY28846"/>
              </a:cxn>
              <a:cxn ang="0">
                <a:pos x="connsiteX28847" y="connsiteY28847"/>
              </a:cxn>
              <a:cxn ang="0">
                <a:pos x="connsiteX28848" y="connsiteY28848"/>
              </a:cxn>
              <a:cxn ang="0">
                <a:pos x="connsiteX28849" y="connsiteY28849"/>
              </a:cxn>
              <a:cxn ang="0">
                <a:pos x="connsiteX28850" y="connsiteY28850"/>
              </a:cxn>
              <a:cxn ang="0">
                <a:pos x="connsiteX28851" y="connsiteY28851"/>
              </a:cxn>
              <a:cxn ang="0">
                <a:pos x="connsiteX28852" y="connsiteY28852"/>
              </a:cxn>
              <a:cxn ang="0">
                <a:pos x="connsiteX28853" y="connsiteY28853"/>
              </a:cxn>
              <a:cxn ang="0">
                <a:pos x="connsiteX28854" y="connsiteY28854"/>
              </a:cxn>
              <a:cxn ang="0">
                <a:pos x="connsiteX28855" y="connsiteY28855"/>
              </a:cxn>
              <a:cxn ang="0">
                <a:pos x="connsiteX28856" y="connsiteY28856"/>
              </a:cxn>
              <a:cxn ang="0">
                <a:pos x="connsiteX28857" y="connsiteY28857"/>
              </a:cxn>
              <a:cxn ang="0">
                <a:pos x="connsiteX28858" y="connsiteY28858"/>
              </a:cxn>
              <a:cxn ang="0">
                <a:pos x="connsiteX28859" y="connsiteY28859"/>
              </a:cxn>
              <a:cxn ang="0">
                <a:pos x="connsiteX28860" y="connsiteY28860"/>
              </a:cxn>
              <a:cxn ang="0">
                <a:pos x="connsiteX28861" y="connsiteY28861"/>
              </a:cxn>
              <a:cxn ang="0">
                <a:pos x="connsiteX28862" y="connsiteY28862"/>
              </a:cxn>
              <a:cxn ang="0">
                <a:pos x="connsiteX28863" y="connsiteY28863"/>
              </a:cxn>
              <a:cxn ang="0">
                <a:pos x="connsiteX28864" y="connsiteY28864"/>
              </a:cxn>
              <a:cxn ang="0">
                <a:pos x="connsiteX28865" y="connsiteY28865"/>
              </a:cxn>
              <a:cxn ang="0">
                <a:pos x="connsiteX28866" y="connsiteY28866"/>
              </a:cxn>
              <a:cxn ang="0">
                <a:pos x="connsiteX28867" y="connsiteY28867"/>
              </a:cxn>
              <a:cxn ang="0">
                <a:pos x="connsiteX28868" y="connsiteY28868"/>
              </a:cxn>
              <a:cxn ang="0">
                <a:pos x="connsiteX28869" y="connsiteY28869"/>
              </a:cxn>
              <a:cxn ang="0">
                <a:pos x="connsiteX28870" y="connsiteY28870"/>
              </a:cxn>
              <a:cxn ang="0">
                <a:pos x="connsiteX28871" y="connsiteY28871"/>
              </a:cxn>
              <a:cxn ang="0">
                <a:pos x="connsiteX28872" y="connsiteY28872"/>
              </a:cxn>
              <a:cxn ang="0">
                <a:pos x="connsiteX28873" y="connsiteY28873"/>
              </a:cxn>
              <a:cxn ang="0">
                <a:pos x="connsiteX28874" y="connsiteY28874"/>
              </a:cxn>
              <a:cxn ang="0">
                <a:pos x="connsiteX28875" y="connsiteY28875"/>
              </a:cxn>
              <a:cxn ang="0">
                <a:pos x="connsiteX28876" y="connsiteY28876"/>
              </a:cxn>
              <a:cxn ang="0">
                <a:pos x="connsiteX28877" y="connsiteY28877"/>
              </a:cxn>
              <a:cxn ang="0">
                <a:pos x="connsiteX28878" y="connsiteY28878"/>
              </a:cxn>
              <a:cxn ang="0">
                <a:pos x="connsiteX28879" y="connsiteY28879"/>
              </a:cxn>
              <a:cxn ang="0">
                <a:pos x="connsiteX28880" y="connsiteY28880"/>
              </a:cxn>
              <a:cxn ang="0">
                <a:pos x="connsiteX28881" y="connsiteY28881"/>
              </a:cxn>
              <a:cxn ang="0">
                <a:pos x="connsiteX28882" y="connsiteY28882"/>
              </a:cxn>
              <a:cxn ang="0">
                <a:pos x="connsiteX28883" y="connsiteY28883"/>
              </a:cxn>
              <a:cxn ang="0">
                <a:pos x="connsiteX28884" y="connsiteY28884"/>
              </a:cxn>
              <a:cxn ang="0">
                <a:pos x="connsiteX28885" y="connsiteY28885"/>
              </a:cxn>
              <a:cxn ang="0">
                <a:pos x="connsiteX28886" y="connsiteY28886"/>
              </a:cxn>
              <a:cxn ang="0">
                <a:pos x="connsiteX28887" y="connsiteY28887"/>
              </a:cxn>
              <a:cxn ang="0">
                <a:pos x="connsiteX28888" y="connsiteY28888"/>
              </a:cxn>
              <a:cxn ang="0">
                <a:pos x="connsiteX28889" y="connsiteY28889"/>
              </a:cxn>
              <a:cxn ang="0">
                <a:pos x="connsiteX28890" y="connsiteY28890"/>
              </a:cxn>
              <a:cxn ang="0">
                <a:pos x="connsiteX28891" y="connsiteY28891"/>
              </a:cxn>
              <a:cxn ang="0">
                <a:pos x="connsiteX28892" y="connsiteY28892"/>
              </a:cxn>
              <a:cxn ang="0">
                <a:pos x="connsiteX28893" y="connsiteY28893"/>
              </a:cxn>
              <a:cxn ang="0">
                <a:pos x="connsiteX28894" y="connsiteY28894"/>
              </a:cxn>
              <a:cxn ang="0">
                <a:pos x="connsiteX28895" y="connsiteY28895"/>
              </a:cxn>
              <a:cxn ang="0">
                <a:pos x="connsiteX28896" y="connsiteY28896"/>
              </a:cxn>
              <a:cxn ang="0">
                <a:pos x="connsiteX28897" y="connsiteY28897"/>
              </a:cxn>
              <a:cxn ang="0">
                <a:pos x="connsiteX28898" y="connsiteY28898"/>
              </a:cxn>
              <a:cxn ang="0">
                <a:pos x="connsiteX28899" y="connsiteY28899"/>
              </a:cxn>
              <a:cxn ang="0">
                <a:pos x="connsiteX28900" y="connsiteY28900"/>
              </a:cxn>
              <a:cxn ang="0">
                <a:pos x="connsiteX28901" y="connsiteY28901"/>
              </a:cxn>
              <a:cxn ang="0">
                <a:pos x="connsiteX28902" y="connsiteY28902"/>
              </a:cxn>
              <a:cxn ang="0">
                <a:pos x="connsiteX28903" y="connsiteY28903"/>
              </a:cxn>
              <a:cxn ang="0">
                <a:pos x="connsiteX28904" y="connsiteY28904"/>
              </a:cxn>
              <a:cxn ang="0">
                <a:pos x="connsiteX28905" y="connsiteY28905"/>
              </a:cxn>
              <a:cxn ang="0">
                <a:pos x="connsiteX28906" y="connsiteY28906"/>
              </a:cxn>
              <a:cxn ang="0">
                <a:pos x="connsiteX28907" y="connsiteY28907"/>
              </a:cxn>
              <a:cxn ang="0">
                <a:pos x="connsiteX28908" y="connsiteY28908"/>
              </a:cxn>
              <a:cxn ang="0">
                <a:pos x="connsiteX28909" y="connsiteY28909"/>
              </a:cxn>
              <a:cxn ang="0">
                <a:pos x="connsiteX28910" y="connsiteY28910"/>
              </a:cxn>
              <a:cxn ang="0">
                <a:pos x="connsiteX28911" y="connsiteY28911"/>
              </a:cxn>
              <a:cxn ang="0">
                <a:pos x="connsiteX28912" y="connsiteY28912"/>
              </a:cxn>
              <a:cxn ang="0">
                <a:pos x="connsiteX28913" y="connsiteY28913"/>
              </a:cxn>
              <a:cxn ang="0">
                <a:pos x="connsiteX28914" y="connsiteY28914"/>
              </a:cxn>
              <a:cxn ang="0">
                <a:pos x="connsiteX28915" y="connsiteY28915"/>
              </a:cxn>
              <a:cxn ang="0">
                <a:pos x="connsiteX28916" y="connsiteY28916"/>
              </a:cxn>
              <a:cxn ang="0">
                <a:pos x="connsiteX28917" y="connsiteY28917"/>
              </a:cxn>
              <a:cxn ang="0">
                <a:pos x="connsiteX28918" y="connsiteY28918"/>
              </a:cxn>
              <a:cxn ang="0">
                <a:pos x="connsiteX28919" y="connsiteY28919"/>
              </a:cxn>
              <a:cxn ang="0">
                <a:pos x="connsiteX28920" y="connsiteY28920"/>
              </a:cxn>
              <a:cxn ang="0">
                <a:pos x="connsiteX28921" y="connsiteY28921"/>
              </a:cxn>
              <a:cxn ang="0">
                <a:pos x="connsiteX28922" y="connsiteY28922"/>
              </a:cxn>
              <a:cxn ang="0">
                <a:pos x="connsiteX28923" y="connsiteY28923"/>
              </a:cxn>
              <a:cxn ang="0">
                <a:pos x="connsiteX28924" y="connsiteY28924"/>
              </a:cxn>
              <a:cxn ang="0">
                <a:pos x="connsiteX28925" y="connsiteY28925"/>
              </a:cxn>
              <a:cxn ang="0">
                <a:pos x="connsiteX28926" y="connsiteY28926"/>
              </a:cxn>
              <a:cxn ang="0">
                <a:pos x="connsiteX28927" y="connsiteY28927"/>
              </a:cxn>
              <a:cxn ang="0">
                <a:pos x="connsiteX28928" y="connsiteY28928"/>
              </a:cxn>
              <a:cxn ang="0">
                <a:pos x="connsiteX28929" y="connsiteY28929"/>
              </a:cxn>
              <a:cxn ang="0">
                <a:pos x="connsiteX28930" y="connsiteY28930"/>
              </a:cxn>
              <a:cxn ang="0">
                <a:pos x="connsiteX28931" y="connsiteY28931"/>
              </a:cxn>
              <a:cxn ang="0">
                <a:pos x="connsiteX28932" y="connsiteY28932"/>
              </a:cxn>
              <a:cxn ang="0">
                <a:pos x="connsiteX28933" y="connsiteY28933"/>
              </a:cxn>
              <a:cxn ang="0">
                <a:pos x="connsiteX28934" y="connsiteY28934"/>
              </a:cxn>
              <a:cxn ang="0">
                <a:pos x="connsiteX28935" y="connsiteY28935"/>
              </a:cxn>
              <a:cxn ang="0">
                <a:pos x="connsiteX28936" y="connsiteY28936"/>
              </a:cxn>
              <a:cxn ang="0">
                <a:pos x="connsiteX28937" y="connsiteY28937"/>
              </a:cxn>
              <a:cxn ang="0">
                <a:pos x="connsiteX28938" y="connsiteY28938"/>
              </a:cxn>
              <a:cxn ang="0">
                <a:pos x="connsiteX28939" y="connsiteY28939"/>
              </a:cxn>
              <a:cxn ang="0">
                <a:pos x="connsiteX28940" y="connsiteY28940"/>
              </a:cxn>
              <a:cxn ang="0">
                <a:pos x="connsiteX28941" y="connsiteY28941"/>
              </a:cxn>
              <a:cxn ang="0">
                <a:pos x="connsiteX28942" y="connsiteY28942"/>
              </a:cxn>
              <a:cxn ang="0">
                <a:pos x="connsiteX28943" y="connsiteY28943"/>
              </a:cxn>
              <a:cxn ang="0">
                <a:pos x="connsiteX28944" y="connsiteY28944"/>
              </a:cxn>
              <a:cxn ang="0">
                <a:pos x="connsiteX28945" y="connsiteY28945"/>
              </a:cxn>
              <a:cxn ang="0">
                <a:pos x="connsiteX28946" y="connsiteY28946"/>
              </a:cxn>
              <a:cxn ang="0">
                <a:pos x="connsiteX28947" y="connsiteY28947"/>
              </a:cxn>
              <a:cxn ang="0">
                <a:pos x="connsiteX28948" y="connsiteY28948"/>
              </a:cxn>
              <a:cxn ang="0">
                <a:pos x="connsiteX28949" y="connsiteY28949"/>
              </a:cxn>
              <a:cxn ang="0">
                <a:pos x="connsiteX28950" y="connsiteY28950"/>
              </a:cxn>
              <a:cxn ang="0">
                <a:pos x="connsiteX28951" y="connsiteY28951"/>
              </a:cxn>
              <a:cxn ang="0">
                <a:pos x="connsiteX28952" y="connsiteY28952"/>
              </a:cxn>
              <a:cxn ang="0">
                <a:pos x="connsiteX28953" y="connsiteY28953"/>
              </a:cxn>
              <a:cxn ang="0">
                <a:pos x="connsiteX28954" y="connsiteY28954"/>
              </a:cxn>
              <a:cxn ang="0">
                <a:pos x="connsiteX28955" y="connsiteY28955"/>
              </a:cxn>
              <a:cxn ang="0">
                <a:pos x="connsiteX28956" y="connsiteY28956"/>
              </a:cxn>
              <a:cxn ang="0">
                <a:pos x="connsiteX28957" y="connsiteY28957"/>
              </a:cxn>
              <a:cxn ang="0">
                <a:pos x="connsiteX28958" y="connsiteY28958"/>
              </a:cxn>
              <a:cxn ang="0">
                <a:pos x="connsiteX28959" y="connsiteY28959"/>
              </a:cxn>
              <a:cxn ang="0">
                <a:pos x="connsiteX28960" y="connsiteY28960"/>
              </a:cxn>
              <a:cxn ang="0">
                <a:pos x="connsiteX28961" y="connsiteY28961"/>
              </a:cxn>
              <a:cxn ang="0">
                <a:pos x="connsiteX28962" y="connsiteY28962"/>
              </a:cxn>
              <a:cxn ang="0">
                <a:pos x="connsiteX28963" y="connsiteY28963"/>
              </a:cxn>
              <a:cxn ang="0">
                <a:pos x="connsiteX28964" y="connsiteY28964"/>
              </a:cxn>
              <a:cxn ang="0">
                <a:pos x="connsiteX28965" y="connsiteY28965"/>
              </a:cxn>
              <a:cxn ang="0">
                <a:pos x="connsiteX28966" y="connsiteY28966"/>
              </a:cxn>
              <a:cxn ang="0">
                <a:pos x="connsiteX28967" y="connsiteY28967"/>
              </a:cxn>
              <a:cxn ang="0">
                <a:pos x="connsiteX28968" y="connsiteY28968"/>
              </a:cxn>
              <a:cxn ang="0">
                <a:pos x="connsiteX28969" y="connsiteY28969"/>
              </a:cxn>
              <a:cxn ang="0">
                <a:pos x="connsiteX28970" y="connsiteY28970"/>
              </a:cxn>
              <a:cxn ang="0">
                <a:pos x="connsiteX28971" y="connsiteY28971"/>
              </a:cxn>
              <a:cxn ang="0">
                <a:pos x="connsiteX28972" y="connsiteY28972"/>
              </a:cxn>
              <a:cxn ang="0">
                <a:pos x="connsiteX28973" y="connsiteY28973"/>
              </a:cxn>
              <a:cxn ang="0">
                <a:pos x="connsiteX28974" y="connsiteY28974"/>
              </a:cxn>
              <a:cxn ang="0">
                <a:pos x="connsiteX28975" y="connsiteY28975"/>
              </a:cxn>
              <a:cxn ang="0">
                <a:pos x="connsiteX28976" y="connsiteY28976"/>
              </a:cxn>
              <a:cxn ang="0">
                <a:pos x="connsiteX28977" y="connsiteY28977"/>
              </a:cxn>
              <a:cxn ang="0">
                <a:pos x="connsiteX28978" y="connsiteY28978"/>
              </a:cxn>
              <a:cxn ang="0">
                <a:pos x="connsiteX28979" y="connsiteY28979"/>
              </a:cxn>
              <a:cxn ang="0">
                <a:pos x="connsiteX28980" y="connsiteY28980"/>
              </a:cxn>
              <a:cxn ang="0">
                <a:pos x="connsiteX28981" y="connsiteY28981"/>
              </a:cxn>
              <a:cxn ang="0">
                <a:pos x="connsiteX28982" y="connsiteY28982"/>
              </a:cxn>
              <a:cxn ang="0">
                <a:pos x="connsiteX28983" y="connsiteY28983"/>
              </a:cxn>
              <a:cxn ang="0">
                <a:pos x="connsiteX28984" y="connsiteY28984"/>
              </a:cxn>
              <a:cxn ang="0">
                <a:pos x="connsiteX28985" y="connsiteY28985"/>
              </a:cxn>
              <a:cxn ang="0">
                <a:pos x="connsiteX28986" y="connsiteY28986"/>
              </a:cxn>
              <a:cxn ang="0">
                <a:pos x="connsiteX28987" y="connsiteY28987"/>
              </a:cxn>
              <a:cxn ang="0">
                <a:pos x="connsiteX28988" y="connsiteY28988"/>
              </a:cxn>
              <a:cxn ang="0">
                <a:pos x="connsiteX28989" y="connsiteY28989"/>
              </a:cxn>
              <a:cxn ang="0">
                <a:pos x="connsiteX28990" y="connsiteY28990"/>
              </a:cxn>
              <a:cxn ang="0">
                <a:pos x="connsiteX28991" y="connsiteY28991"/>
              </a:cxn>
              <a:cxn ang="0">
                <a:pos x="connsiteX28992" y="connsiteY28992"/>
              </a:cxn>
              <a:cxn ang="0">
                <a:pos x="connsiteX28993" y="connsiteY28993"/>
              </a:cxn>
              <a:cxn ang="0">
                <a:pos x="connsiteX28994" y="connsiteY28994"/>
              </a:cxn>
              <a:cxn ang="0">
                <a:pos x="connsiteX28995" y="connsiteY28995"/>
              </a:cxn>
              <a:cxn ang="0">
                <a:pos x="connsiteX28996" y="connsiteY28996"/>
              </a:cxn>
              <a:cxn ang="0">
                <a:pos x="connsiteX28997" y="connsiteY28997"/>
              </a:cxn>
              <a:cxn ang="0">
                <a:pos x="connsiteX28998" y="connsiteY28998"/>
              </a:cxn>
              <a:cxn ang="0">
                <a:pos x="connsiteX28999" y="connsiteY28999"/>
              </a:cxn>
              <a:cxn ang="0">
                <a:pos x="connsiteX29000" y="connsiteY29000"/>
              </a:cxn>
              <a:cxn ang="0">
                <a:pos x="connsiteX29001" y="connsiteY29001"/>
              </a:cxn>
              <a:cxn ang="0">
                <a:pos x="connsiteX29002" y="connsiteY29002"/>
              </a:cxn>
              <a:cxn ang="0">
                <a:pos x="connsiteX29003" y="connsiteY29003"/>
              </a:cxn>
              <a:cxn ang="0">
                <a:pos x="connsiteX29004" y="connsiteY29004"/>
              </a:cxn>
              <a:cxn ang="0">
                <a:pos x="connsiteX29005" y="connsiteY29005"/>
              </a:cxn>
              <a:cxn ang="0">
                <a:pos x="connsiteX29006" y="connsiteY29006"/>
              </a:cxn>
              <a:cxn ang="0">
                <a:pos x="connsiteX29007" y="connsiteY29007"/>
              </a:cxn>
              <a:cxn ang="0">
                <a:pos x="connsiteX29008" y="connsiteY29008"/>
              </a:cxn>
              <a:cxn ang="0">
                <a:pos x="connsiteX29009" y="connsiteY29009"/>
              </a:cxn>
              <a:cxn ang="0">
                <a:pos x="connsiteX29010" y="connsiteY29010"/>
              </a:cxn>
              <a:cxn ang="0">
                <a:pos x="connsiteX29011" y="connsiteY29011"/>
              </a:cxn>
              <a:cxn ang="0">
                <a:pos x="connsiteX29012" y="connsiteY29012"/>
              </a:cxn>
              <a:cxn ang="0">
                <a:pos x="connsiteX29013" y="connsiteY29013"/>
              </a:cxn>
              <a:cxn ang="0">
                <a:pos x="connsiteX29014" y="connsiteY29014"/>
              </a:cxn>
              <a:cxn ang="0">
                <a:pos x="connsiteX29015" y="connsiteY29015"/>
              </a:cxn>
              <a:cxn ang="0">
                <a:pos x="connsiteX29016" y="connsiteY29016"/>
              </a:cxn>
              <a:cxn ang="0">
                <a:pos x="connsiteX29017" y="connsiteY29017"/>
              </a:cxn>
              <a:cxn ang="0">
                <a:pos x="connsiteX29018" y="connsiteY29018"/>
              </a:cxn>
              <a:cxn ang="0">
                <a:pos x="connsiteX29019" y="connsiteY29019"/>
              </a:cxn>
              <a:cxn ang="0">
                <a:pos x="connsiteX29020" y="connsiteY29020"/>
              </a:cxn>
              <a:cxn ang="0">
                <a:pos x="connsiteX29021" y="connsiteY29021"/>
              </a:cxn>
              <a:cxn ang="0">
                <a:pos x="connsiteX29022" y="connsiteY29022"/>
              </a:cxn>
              <a:cxn ang="0">
                <a:pos x="connsiteX29023" y="connsiteY29023"/>
              </a:cxn>
              <a:cxn ang="0">
                <a:pos x="connsiteX29024" y="connsiteY29024"/>
              </a:cxn>
              <a:cxn ang="0">
                <a:pos x="connsiteX29025" y="connsiteY29025"/>
              </a:cxn>
              <a:cxn ang="0">
                <a:pos x="connsiteX29026" y="connsiteY29026"/>
              </a:cxn>
              <a:cxn ang="0">
                <a:pos x="connsiteX29027" y="connsiteY29027"/>
              </a:cxn>
              <a:cxn ang="0">
                <a:pos x="connsiteX29028" y="connsiteY29028"/>
              </a:cxn>
              <a:cxn ang="0">
                <a:pos x="connsiteX29029" y="connsiteY29029"/>
              </a:cxn>
              <a:cxn ang="0">
                <a:pos x="connsiteX29030" y="connsiteY29030"/>
              </a:cxn>
              <a:cxn ang="0">
                <a:pos x="connsiteX29031" y="connsiteY29031"/>
              </a:cxn>
              <a:cxn ang="0">
                <a:pos x="connsiteX29032" y="connsiteY29032"/>
              </a:cxn>
              <a:cxn ang="0">
                <a:pos x="connsiteX29033" y="connsiteY29033"/>
              </a:cxn>
              <a:cxn ang="0">
                <a:pos x="connsiteX29034" y="connsiteY29034"/>
              </a:cxn>
              <a:cxn ang="0">
                <a:pos x="connsiteX29035" y="connsiteY29035"/>
              </a:cxn>
              <a:cxn ang="0">
                <a:pos x="connsiteX29036" y="connsiteY29036"/>
              </a:cxn>
              <a:cxn ang="0">
                <a:pos x="connsiteX29037" y="connsiteY29037"/>
              </a:cxn>
              <a:cxn ang="0">
                <a:pos x="connsiteX29038" y="connsiteY29038"/>
              </a:cxn>
              <a:cxn ang="0">
                <a:pos x="connsiteX29039" y="connsiteY29039"/>
              </a:cxn>
              <a:cxn ang="0">
                <a:pos x="connsiteX29040" y="connsiteY29040"/>
              </a:cxn>
              <a:cxn ang="0">
                <a:pos x="connsiteX29041" y="connsiteY29041"/>
              </a:cxn>
              <a:cxn ang="0">
                <a:pos x="connsiteX29042" y="connsiteY29042"/>
              </a:cxn>
              <a:cxn ang="0">
                <a:pos x="connsiteX29043" y="connsiteY29043"/>
              </a:cxn>
              <a:cxn ang="0">
                <a:pos x="connsiteX29044" y="connsiteY29044"/>
              </a:cxn>
              <a:cxn ang="0">
                <a:pos x="connsiteX29045" y="connsiteY29045"/>
              </a:cxn>
              <a:cxn ang="0">
                <a:pos x="connsiteX29046" y="connsiteY29046"/>
              </a:cxn>
              <a:cxn ang="0">
                <a:pos x="connsiteX29047" y="connsiteY29047"/>
              </a:cxn>
              <a:cxn ang="0">
                <a:pos x="connsiteX29048" y="connsiteY29048"/>
              </a:cxn>
              <a:cxn ang="0">
                <a:pos x="connsiteX29049" y="connsiteY29049"/>
              </a:cxn>
              <a:cxn ang="0">
                <a:pos x="connsiteX29050" y="connsiteY29050"/>
              </a:cxn>
              <a:cxn ang="0">
                <a:pos x="connsiteX29051" y="connsiteY29051"/>
              </a:cxn>
              <a:cxn ang="0">
                <a:pos x="connsiteX29052" y="connsiteY29052"/>
              </a:cxn>
              <a:cxn ang="0">
                <a:pos x="connsiteX29053" y="connsiteY29053"/>
              </a:cxn>
              <a:cxn ang="0">
                <a:pos x="connsiteX29054" y="connsiteY29054"/>
              </a:cxn>
              <a:cxn ang="0">
                <a:pos x="connsiteX29055" y="connsiteY29055"/>
              </a:cxn>
              <a:cxn ang="0">
                <a:pos x="connsiteX29056" y="connsiteY29056"/>
              </a:cxn>
              <a:cxn ang="0">
                <a:pos x="connsiteX29057" y="connsiteY29057"/>
              </a:cxn>
              <a:cxn ang="0">
                <a:pos x="connsiteX29058" y="connsiteY29058"/>
              </a:cxn>
              <a:cxn ang="0">
                <a:pos x="connsiteX29059" y="connsiteY29059"/>
              </a:cxn>
              <a:cxn ang="0">
                <a:pos x="connsiteX29060" y="connsiteY29060"/>
              </a:cxn>
              <a:cxn ang="0">
                <a:pos x="connsiteX29061" y="connsiteY29061"/>
              </a:cxn>
              <a:cxn ang="0">
                <a:pos x="connsiteX29062" y="connsiteY29062"/>
              </a:cxn>
              <a:cxn ang="0">
                <a:pos x="connsiteX29063" y="connsiteY29063"/>
              </a:cxn>
              <a:cxn ang="0">
                <a:pos x="connsiteX29064" y="connsiteY29064"/>
              </a:cxn>
              <a:cxn ang="0">
                <a:pos x="connsiteX29065" y="connsiteY29065"/>
              </a:cxn>
              <a:cxn ang="0">
                <a:pos x="connsiteX29066" y="connsiteY29066"/>
              </a:cxn>
              <a:cxn ang="0">
                <a:pos x="connsiteX29067" y="connsiteY29067"/>
              </a:cxn>
              <a:cxn ang="0">
                <a:pos x="connsiteX29068" y="connsiteY29068"/>
              </a:cxn>
              <a:cxn ang="0">
                <a:pos x="connsiteX29069" y="connsiteY29069"/>
              </a:cxn>
              <a:cxn ang="0">
                <a:pos x="connsiteX29070" y="connsiteY29070"/>
              </a:cxn>
              <a:cxn ang="0">
                <a:pos x="connsiteX29071" y="connsiteY29071"/>
              </a:cxn>
              <a:cxn ang="0">
                <a:pos x="connsiteX29072" y="connsiteY29072"/>
              </a:cxn>
              <a:cxn ang="0">
                <a:pos x="connsiteX29073" y="connsiteY29073"/>
              </a:cxn>
              <a:cxn ang="0">
                <a:pos x="connsiteX29074" y="connsiteY29074"/>
              </a:cxn>
              <a:cxn ang="0">
                <a:pos x="connsiteX29075" y="connsiteY29075"/>
              </a:cxn>
              <a:cxn ang="0">
                <a:pos x="connsiteX29076" y="connsiteY29076"/>
              </a:cxn>
              <a:cxn ang="0">
                <a:pos x="connsiteX29077" y="connsiteY29077"/>
              </a:cxn>
              <a:cxn ang="0">
                <a:pos x="connsiteX29078" y="connsiteY29078"/>
              </a:cxn>
              <a:cxn ang="0">
                <a:pos x="connsiteX29079" y="connsiteY29079"/>
              </a:cxn>
              <a:cxn ang="0">
                <a:pos x="connsiteX29080" y="connsiteY29080"/>
              </a:cxn>
              <a:cxn ang="0">
                <a:pos x="connsiteX29081" y="connsiteY29081"/>
              </a:cxn>
              <a:cxn ang="0">
                <a:pos x="connsiteX29082" y="connsiteY29082"/>
              </a:cxn>
              <a:cxn ang="0">
                <a:pos x="connsiteX29083" y="connsiteY29083"/>
              </a:cxn>
              <a:cxn ang="0">
                <a:pos x="connsiteX29084" y="connsiteY29084"/>
              </a:cxn>
              <a:cxn ang="0">
                <a:pos x="connsiteX29085" y="connsiteY29085"/>
              </a:cxn>
              <a:cxn ang="0">
                <a:pos x="connsiteX29086" y="connsiteY29086"/>
              </a:cxn>
              <a:cxn ang="0">
                <a:pos x="connsiteX29087" y="connsiteY29087"/>
              </a:cxn>
              <a:cxn ang="0">
                <a:pos x="connsiteX29088" y="connsiteY29088"/>
              </a:cxn>
              <a:cxn ang="0">
                <a:pos x="connsiteX29089" y="connsiteY29089"/>
              </a:cxn>
              <a:cxn ang="0">
                <a:pos x="connsiteX29090" y="connsiteY29090"/>
              </a:cxn>
              <a:cxn ang="0">
                <a:pos x="connsiteX29091" y="connsiteY29091"/>
              </a:cxn>
              <a:cxn ang="0">
                <a:pos x="connsiteX29092" y="connsiteY29092"/>
              </a:cxn>
              <a:cxn ang="0">
                <a:pos x="connsiteX29093" y="connsiteY29093"/>
              </a:cxn>
              <a:cxn ang="0">
                <a:pos x="connsiteX29094" y="connsiteY29094"/>
              </a:cxn>
              <a:cxn ang="0">
                <a:pos x="connsiteX29095" y="connsiteY29095"/>
              </a:cxn>
              <a:cxn ang="0">
                <a:pos x="connsiteX29096" y="connsiteY29096"/>
              </a:cxn>
              <a:cxn ang="0">
                <a:pos x="connsiteX29097" y="connsiteY29097"/>
              </a:cxn>
              <a:cxn ang="0">
                <a:pos x="connsiteX29098" y="connsiteY29098"/>
              </a:cxn>
              <a:cxn ang="0">
                <a:pos x="connsiteX29099" y="connsiteY29099"/>
              </a:cxn>
              <a:cxn ang="0">
                <a:pos x="connsiteX29100" y="connsiteY29100"/>
              </a:cxn>
              <a:cxn ang="0">
                <a:pos x="connsiteX29101" y="connsiteY29101"/>
              </a:cxn>
              <a:cxn ang="0">
                <a:pos x="connsiteX29102" y="connsiteY29102"/>
              </a:cxn>
              <a:cxn ang="0">
                <a:pos x="connsiteX29103" y="connsiteY29103"/>
              </a:cxn>
              <a:cxn ang="0">
                <a:pos x="connsiteX29104" y="connsiteY29104"/>
              </a:cxn>
              <a:cxn ang="0">
                <a:pos x="connsiteX29105" y="connsiteY29105"/>
              </a:cxn>
              <a:cxn ang="0">
                <a:pos x="connsiteX29106" y="connsiteY29106"/>
              </a:cxn>
              <a:cxn ang="0">
                <a:pos x="connsiteX29107" y="connsiteY29107"/>
              </a:cxn>
              <a:cxn ang="0">
                <a:pos x="connsiteX29108" y="connsiteY29108"/>
              </a:cxn>
              <a:cxn ang="0">
                <a:pos x="connsiteX29109" y="connsiteY29109"/>
              </a:cxn>
              <a:cxn ang="0">
                <a:pos x="connsiteX29110" y="connsiteY29110"/>
              </a:cxn>
              <a:cxn ang="0">
                <a:pos x="connsiteX29111" y="connsiteY29111"/>
              </a:cxn>
              <a:cxn ang="0">
                <a:pos x="connsiteX29112" y="connsiteY29112"/>
              </a:cxn>
              <a:cxn ang="0">
                <a:pos x="connsiteX29113" y="connsiteY29113"/>
              </a:cxn>
              <a:cxn ang="0">
                <a:pos x="connsiteX29114" y="connsiteY29114"/>
              </a:cxn>
              <a:cxn ang="0">
                <a:pos x="connsiteX29115" y="connsiteY29115"/>
              </a:cxn>
              <a:cxn ang="0">
                <a:pos x="connsiteX29116" y="connsiteY29116"/>
              </a:cxn>
              <a:cxn ang="0">
                <a:pos x="connsiteX29117" y="connsiteY29117"/>
              </a:cxn>
              <a:cxn ang="0">
                <a:pos x="connsiteX29118" y="connsiteY29118"/>
              </a:cxn>
              <a:cxn ang="0">
                <a:pos x="connsiteX29119" y="connsiteY29119"/>
              </a:cxn>
              <a:cxn ang="0">
                <a:pos x="connsiteX29120" y="connsiteY29120"/>
              </a:cxn>
              <a:cxn ang="0">
                <a:pos x="connsiteX29121" y="connsiteY29121"/>
              </a:cxn>
              <a:cxn ang="0">
                <a:pos x="connsiteX29122" y="connsiteY29122"/>
              </a:cxn>
              <a:cxn ang="0">
                <a:pos x="connsiteX29123" y="connsiteY29123"/>
              </a:cxn>
              <a:cxn ang="0">
                <a:pos x="connsiteX29124" y="connsiteY29124"/>
              </a:cxn>
              <a:cxn ang="0">
                <a:pos x="connsiteX29125" y="connsiteY29125"/>
              </a:cxn>
              <a:cxn ang="0">
                <a:pos x="connsiteX29126" y="connsiteY29126"/>
              </a:cxn>
              <a:cxn ang="0">
                <a:pos x="connsiteX29127" y="connsiteY29127"/>
              </a:cxn>
              <a:cxn ang="0">
                <a:pos x="connsiteX29128" y="connsiteY29128"/>
              </a:cxn>
              <a:cxn ang="0">
                <a:pos x="connsiteX29129" y="connsiteY29129"/>
              </a:cxn>
              <a:cxn ang="0">
                <a:pos x="connsiteX29130" y="connsiteY29130"/>
              </a:cxn>
              <a:cxn ang="0">
                <a:pos x="connsiteX29131" y="connsiteY29131"/>
              </a:cxn>
              <a:cxn ang="0">
                <a:pos x="connsiteX29132" y="connsiteY29132"/>
              </a:cxn>
              <a:cxn ang="0">
                <a:pos x="connsiteX29133" y="connsiteY29133"/>
              </a:cxn>
              <a:cxn ang="0">
                <a:pos x="connsiteX29134" y="connsiteY29134"/>
              </a:cxn>
              <a:cxn ang="0">
                <a:pos x="connsiteX29135" y="connsiteY29135"/>
              </a:cxn>
              <a:cxn ang="0">
                <a:pos x="connsiteX29136" y="connsiteY29136"/>
              </a:cxn>
              <a:cxn ang="0">
                <a:pos x="connsiteX29137" y="connsiteY29137"/>
              </a:cxn>
              <a:cxn ang="0">
                <a:pos x="connsiteX29138" y="connsiteY29138"/>
              </a:cxn>
              <a:cxn ang="0">
                <a:pos x="connsiteX29139" y="connsiteY29139"/>
              </a:cxn>
              <a:cxn ang="0">
                <a:pos x="connsiteX29140" y="connsiteY29140"/>
              </a:cxn>
              <a:cxn ang="0">
                <a:pos x="connsiteX29141" y="connsiteY29141"/>
              </a:cxn>
              <a:cxn ang="0">
                <a:pos x="connsiteX29142" y="connsiteY29142"/>
              </a:cxn>
              <a:cxn ang="0">
                <a:pos x="connsiteX29143" y="connsiteY29143"/>
              </a:cxn>
              <a:cxn ang="0">
                <a:pos x="connsiteX29144" y="connsiteY29144"/>
              </a:cxn>
              <a:cxn ang="0">
                <a:pos x="connsiteX29145" y="connsiteY29145"/>
              </a:cxn>
              <a:cxn ang="0">
                <a:pos x="connsiteX29146" y="connsiteY29146"/>
              </a:cxn>
              <a:cxn ang="0">
                <a:pos x="connsiteX29147" y="connsiteY29147"/>
              </a:cxn>
              <a:cxn ang="0">
                <a:pos x="connsiteX29148" y="connsiteY29148"/>
              </a:cxn>
              <a:cxn ang="0">
                <a:pos x="connsiteX29149" y="connsiteY29149"/>
              </a:cxn>
              <a:cxn ang="0">
                <a:pos x="connsiteX29150" y="connsiteY29150"/>
              </a:cxn>
              <a:cxn ang="0">
                <a:pos x="connsiteX29151" y="connsiteY29151"/>
              </a:cxn>
              <a:cxn ang="0">
                <a:pos x="connsiteX29152" y="connsiteY29152"/>
              </a:cxn>
              <a:cxn ang="0">
                <a:pos x="connsiteX29153" y="connsiteY29153"/>
              </a:cxn>
              <a:cxn ang="0">
                <a:pos x="connsiteX29154" y="connsiteY29154"/>
              </a:cxn>
              <a:cxn ang="0">
                <a:pos x="connsiteX29155" y="connsiteY29155"/>
              </a:cxn>
              <a:cxn ang="0">
                <a:pos x="connsiteX29156" y="connsiteY29156"/>
              </a:cxn>
              <a:cxn ang="0">
                <a:pos x="connsiteX29157" y="connsiteY29157"/>
              </a:cxn>
              <a:cxn ang="0">
                <a:pos x="connsiteX29158" y="connsiteY29158"/>
              </a:cxn>
              <a:cxn ang="0">
                <a:pos x="connsiteX29159" y="connsiteY29159"/>
              </a:cxn>
              <a:cxn ang="0">
                <a:pos x="connsiteX29160" y="connsiteY29160"/>
              </a:cxn>
              <a:cxn ang="0">
                <a:pos x="connsiteX29161" y="connsiteY29161"/>
              </a:cxn>
              <a:cxn ang="0">
                <a:pos x="connsiteX29162" y="connsiteY29162"/>
              </a:cxn>
              <a:cxn ang="0">
                <a:pos x="connsiteX29163" y="connsiteY29163"/>
              </a:cxn>
              <a:cxn ang="0">
                <a:pos x="connsiteX29164" y="connsiteY29164"/>
              </a:cxn>
              <a:cxn ang="0">
                <a:pos x="connsiteX29165" y="connsiteY29165"/>
              </a:cxn>
              <a:cxn ang="0">
                <a:pos x="connsiteX29166" y="connsiteY29166"/>
              </a:cxn>
              <a:cxn ang="0">
                <a:pos x="connsiteX29167" y="connsiteY29167"/>
              </a:cxn>
              <a:cxn ang="0">
                <a:pos x="connsiteX29168" y="connsiteY29168"/>
              </a:cxn>
              <a:cxn ang="0">
                <a:pos x="connsiteX29169" y="connsiteY29169"/>
              </a:cxn>
              <a:cxn ang="0">
                <a:pos x="connsiteX29170" y="connsiteY29170"/>
              </a:cxn>
              <a:cxn ang="0">
                <a:pos x="connsiteX29171" y="connsiteY29171"/>
              </a:cxn>
              <a:cxn ang="0">
                <a:pos x="connsiteX29172" y="connsiteY29172"/>
              </a:cxn>
              <a:cxn ang="0">
                <a:pos x="connsiteX29173" y="connsiteY29173"/>
              </a:cxn>
              <a:cxn ang="0">
                <a:pos x="connsiteX29174" y="connsiteY29174"/>
              </a:cxn>
              <a:cxn ang="0">
                <a:pos x="connsiteX29175" y="connsiteY29175"/>
              </a:cxn>
              <a:cxn ang="0">
                <a:pos x="connsiteX29176" y="connsiteY29176"/>
              </a:cxn>
              <a:cxn ang="0">
                <a:pos x="connsiteX29177" y="connsiteY29177"/>
              </a:cxn>
              <a:cxn ang="0">
                <a:pos x="connsiteX29178" y="connsiteY29178"/>
              </a:cxn>
              <a:cxn ang="0">
                <a:pos x="connsiteX29179" y="connsiteY29179"/>
              </a:cxn>
              <a:cxn ang="0">
                <a:pos x="connsiteX29180" y="connsiteY29180"/>
              </a:cxn>
              <a:cxn ang="0">
                <a:pos x="connsiteX29181" y="connsiteY29181"/>
              </a:cxn>
              <a:cxn ang="0">
                <a:pos x="connsiteX29182" y="connsiteY29182"/>
              </a:cxn>
              <a:cxn ang="0">
                <a:pos x="connsiteX29183" y="connsiteY29183"/>
              </a:cxn>
              <a:cxn ang="0">
                <a:pos x="connsiteX29184" y="connsiteY29184"/>
              </a:cxn>
              <a:cxn ang="0">
                <a:pos x="connsiteX29185" y="connsiteY29185"/>
              </a:cxn>
              <a:cxn ang="0">
                <a:pos x="connsiteX29186" y="connsiteY29186"/>
              </a:cxn>
              <a:cxn ang="0">
                <a:pos x="connsiteX29187" y="connsiteY29187"/>
              </a:cxn>
              <a:cxn ang="0">
                <a:pos x="connsiteX29188" y="connsiteY29188"/>
              </a:cxn>
              <a:cxn ang="0">
                <a:pos x="connsiteX29189" y="connsiteY29189"/>
              </a:cxn>
              <a:cxn ang="0">
                <a:pos x="connsiteX29190" y="connsiteY29190"/>
              </a:cxn>
              <a:cxn ang="0">
                <a:pos x="connsiteX29191" y="connsiteY29191"/>
              </a:cxn>
              <a:cxn ang="0">
                <a:pos x="connsiteX29192" y="connsiteY29192"/>
              </a:cxn>
              <a:cxn ang="0">
                <a:pos x="connsiteX29193" y="connsiteY29193"/>
              </a:cxn>
              <a:cxn ang="0">
                <a:pos x="connsiteX29194" y="connsiteY29194"/>
              </a:cxn>
              <a:cxn ang="0">
                <a:pos x="connsiteX29195" y="connsiteY29195"/>
              </a:cxn>
              <a:cxn ang="0">
                <a:pos x="connsiteX29196" y="connsiteY29196"/>
              </a:cxn>
              <a:cxn ang="0">
                <a:pos x="connsiteX29197" y="connsiteY29197"/>
              </a:cxn>
              <a:cxn ang="0">
                <a:pos x="connsiteX29198" y="connsiteY29198"/>
              </a:cxn>
              <a:cxn ang="0">
                <a:pos x="connsiteX29199" y="connsiteY29199"/>
              </a:cxn>
              <a:cxn ang="0">
                <a:pos x="connsiteX29200" y="connsiteY29200"/>
              </a:cxn>
              <a:cxn ang="0">
                <a:pos x="connsiteX29201" y="connsiteY29201"/>
              </a:cxn>
              <a:cxn ang="0">
                <a:pos x="connsiteX29202" y="connsiteY29202"/>
              </a:cxn>
              <a:cxn ang="0">
                <a:pos x="connsiteX29203" y="connsiteY29203"/>
              </a:cxn>
              <a:cxn ang="0">
                <a:pos x="connsiteX29204" y="connsiteY29204"/>
              </a:cxn>
              <a:cxn ang="0">
                <a:pos x="connsiteX29205" y="connsiteY29205"/>
              </a:cxn>
              <a:cxn ang="0">
                <a:pos x="connsiteX29206" y="connsiteY29206"/>
              </a:cxn>
              <a:cxn ang="0">
                <a:pos x="connsiteX29207" y="connsiteY29207"/>
              </a:cxn>
              <a:cxn ang="0">
                <a:pos x="connsiteX29208" y="connsiteY29208"/>
              </a:cxn>
              <a:cxn ang="0">
                <a:pos x="connsiteX29209" y="connsiteY29209"/>
              </a:cxn>
              <a:cxn ang="0">
                <a:pos x="connsiteX29210" y="connsiteY29210"/>
              </a:cxn>
              <a:cxn ang="0">
                <a:pos x="connsiteX29211" y="connsiteY29211"/>
              </a:cxn>
              <a:cxn ang="0">
                <a:pos x="connsiteX29212" y="connsiteY29212"/>
              </a:cxn>
              <a:cxn ang="0">
                <a:pos x="connsiteX29213" y="connsiteY29213"/>
              </a:cxn>
              <a:cxn ang="0">
                <a:pos x="connsiteX29214" y="connsiteY29214"/>
              </a:cxn>
              <a:cxn ang="0">
                <a:pos x="connsiteX29215" y="connsiteY29215"/>
              </a:cxn>
              <a:cxn ang="0">
                <a:pos x="connsiteX29216" y="connsiteY29216"/>
              </a:cxn>
              <a:cxn ang="0">
                <a:pos x="connsiteX29217" y="connsiteY29217"/>
              </a:cxn>
              <a:cxn ang="0">
                <a:pos x="connsiteX29218" y="connsiteY29218"/>
              </a:cxn>
              <a:cxn ang="0">
                <a:pos x="connsiteX29219" y="connsiteY29219"/>
              </a:cxn>
              <a:cxn ang="0">
                <a:pos x="connsiteX29220" y="connsiteY29220"/>
              </a:cxn>
              <a:cxn ang="0">
                <a:pos x="connsiteX29221" y="connsiteY29221"/>
              </a:cxn>
              <a:cxn ang="0">
                <a:pos x="connsiteX29222" y="connsiteY29222"/>
              </a:cxn>
              <a:cxn ang="0">
                <a:pos x="connsiteX29223" y="connsiteY29223"/>
              </a:cxn>
              <a:cxn ang="0">
                <a:pos x="connsiteX29224" y="connsiteY29224"/>
              </a:cxn>
              <a:cxn ang="0">
                <a:pos x="connsiteX29225" y="connsiteY29225"/>
              </a:cxn>
              <a:cxn ang="0">
                <a:pos x="connsiteX29226" y="connsiteY29226"/>
              </a:cxn>
              <a:cxn ang="0">
                <a:pos x="connsiteX29227" y="connsiteY29227"/>
              </a:cxn>
              <a:cxn ang="0">
                <a:pos x="connsiteX29228" y="connsiteY29228"/>
              </a:cxn>
              <a:cxn ang="0">
                <a:pos x="connsiteX29229" y="connsiteY29229"/>
              </a:cxn>
              <a:cxn ang="0">
                <a:pos x="connsiteX29230" y="connsiteY29230"/>
              </a:cxn>
              <a:cxn ang="0">
                <a:pos x="connsiteX29231" y="connsiteY29231"/>
              </a:cxn>
              <a:cxn ang="0">
                <a:pos x="connsiteX29232" y="connsiteY29232"/>
              </a:cxn>
              <a:cxn ang="0">
                <a:pos x="connsiteX29233" y="connsiteY29233"/>
              </a:cxn>
              <a:cxn ang="0">
                <a:pos x="connsiteX29234" y="connsiteY29234"/>
              </a:cxn>
              <a:cxn ang="0">
                <a:pos x="connsiteX29235" y="connsiteY29235"/>
              </a:cxn>
              <a:cxn ang="0">
                <a:pos x="connsiteX29236" y="connsiteY29236"/>
              </a:cxn>
              <a:cxn ang="0">
                <a:pos x="connsiteX29237" y="connsiteY29237"/>
              </a:cxn>
              <a:cxn ang="0">
                <a:pos x="connsiteX29238" y="connsiteY29238"/>
              </a:cxn>
              <a:cxn ang="0">
                <a:pos x="connsiteX29239" y="connsiteY29239"/>
              </a:cxn>
              <a:cxn ang="0">
                <a:pos x="connsiteX29240" y="connsiteY29240"/>
              </a:cxn>
              <a:cxn ang="0">
                <a:pos x="connsiteX29241" y="connsiteY29241"/>
              </a:cxn>
              <a:cxn ang="0">
                <a:pos x="connsiteX29242" y="connsiteY29242"/>
              </a:cxn>
              <a:cxn ang="0">
                <a:pos x="connsiteX29243" y="connsiteY29243"/>
              </a:cxn>
              <a:cxn ang="0">
                <a:pos x="connsiteX29244" y="connsiteY29244"/>
              </a:cxn>
              <a:cxn ang="0">
                <a:pos x="connsiteX29245" y="connsiteY29245"/>
              </a:cxn>
              <a:cxn ang="0">
                <a:pos x="connsiteX29246" y="connsiteY29246"/>
              </a:cxn>
              <a:cxn ang="0">
                <a:pos x="connsiteX29247" y="connsiteY29247"/>
              </a:cxn>
              <a:cxn ang="0">
                <a:pos x="connsiteX29248" y="connsiteY29248"/>
              </a:cxn>
              <a:cxn ang="0">
                <a:pos x="connsiteX29249" y="connsiteY29249"/>
              </a:cxn>
              <a:cxn ang="0">
                <a:pos x="connsiteX29250" y="connsiteY29250"/>
              </a:cxn>
              <a:cxn ang="0">
                <a:pos x="connsiteX29251" y="connsiteY29251"/>
              </a:cxn>
              <a:cxn ang="0">
                <a:pos x="connsiteX29252" y="connsiteY29252"/>
              </a:cxn>
              <a:cxn ang="0">
                <a:pos x="connsiteX29253" y="connsiteY29253"/>
              </a:cxn>
              <a:cxn ang="0">
                <a:pos x="connsiteX29254" y="connsiteY29254"/>
              </a:cxn>
              <a:cxn ang="0">
                <a:pos x="connsiteX29255" y="connsiteY29255"/>
              </a:cxn>
              <a:cxn ang="0">
                <a:pos x="connsiteX29256" y="connsiteY29256"/>
              </a:cxn>
              <a:cxn ang="0">
                <a:pos x="connsiteX29257" y="connsiteY29257"/>
              </a:cxn>
              <a:cxn ang="0">
                <a:pos x="connsiteX29258" y="connsiteY29258"/>
              </a:cxn>
              <a:cxn ang="0">
                <a:pos x="connsiteX29259" y="connsiteY29259"/>
              </a:cxn>
              <a:cxn ang="0">
                <a:pos x="connsiteX29260" y="connsiteY29260"/>
              </a:cxn>
              <a:cxn ang="0">
                <a:pos x="connsiteX29261" y="connsiteY29261"/>
              </a:cxn>
              <a:cxn ang="0">
                <a:pos x="connsiteX29262" y="connsiteY29262"/>
              </a:cxn>
              <a:cxn ang="0">
                <a:pos x="connsiteX29263" y="connsiteY29263"/>
              </a:cxn>
              <a:cxn ang="0">
                <a:pos x="connsiteX29264" y="connsiteY29264"/>
              </a:cxn>
              <a:cxn ang="0">
                <a:pos x="connsiteX29265" y="connsiteY29265"/>
              </a:cxn>
              <a:cxn ang="0">
                <a:pos x="connsiteX29266" y="connsiteY29266"/>
              </a:cxn>
              <a:cxn ang="0">
                <a:pos x="connsiteX29267" y="connsiteY29267"/>
              </a:cxn>
              <a:cxn ang="0">
                <a:pos x="connsiteX29268" y="connsiteY29268"/>
              </a:cxn>
              <a:cxn ang="0">
                <a:pos x="connsiteX29269" y="connsiteY29269"/>
              </a:cxn>
              <a:cxn ang="0">
                <a:pos x="connsiteX29270" y="connsiteY29270"/>
              </a:cxn>
              <a:cxn ang="0">
                <a:pos x="connsiteX29271" y="connsiteY29271"/>
              </a:cxn>
              <a:cxn ang="0">
                <a:pos x="connsiteX29272" y="connsiteY29272"/>
              </a:cxn>
              <a:cxn ang="0">
                <a:pos x="connsiteX29273" y="connsiteY29273"/>
              </a:cxn>
              <a:cxn ang="0">
                <a:pos x="connsiteX29274" y="connsiteY29274"/>
              </a:cxn>
              <a:cxn ang="0">
                <a:pos x="connsiteX29275" y="connsiteY29275"/>
              </a:cxn>
              <a:cxn ang="0">
                <a:pos x="connsiteX29276" y="connsiteY29276"/>
              </a:cxn>
              <a:cxn ang="0">
                <a:pos x="connsiteX29277" y="connsiteY29277"/>
              </a:cxn>
              <a:cxn ang="0">
                <a:pos x="connsiteX29278" y="connsiteY29278"/>
              </a:cxn>
              <a:cxn ang="0">
                <a:pos x="connsiteX29279" y="connsiteY29279"/>
              </a:cxn>
              <a:cxn ang="0">
                <a:pos x="connsiteX29280" y="connsiteY29280"/>
              </a:cxn>
              <a:cxn ang="0">
                <a:pos x="connsiteX29281" y="connsiteY29281"/>
              </a:cxn>
              <a:cxn ang="0">
                <a:pos x="connsiteX29282" y="connsiteY29282"/>
              </a:cxn>
              <a:cxn ang="0">
                <a:pos x="connsiteX29283" y="connsiteY29283"/>
              </a:cxn>
              <a:cxn ang="0">
                <a:pos x="connsiteX29284" y="connsiteY29284"/>
              </a:cxn>
              <a:cxn ang="0">
                <a:pos x="connsiteX29285" y="connsiteY29285"/>
              </a:cxn>
              <a:cxn ang="0">
                <a:pos x="connsiteX29286" y="connsiteY29286"/>
              </a:cxn>
              <a:cxn ang="0">
                <a:pos x="connsiteX29287" y="connsiteY29287"/>
              </a:cxn>
              <a:cxn ang="0">
                <a:pos x="connsiteX29288" y="connsiteY29288"/>
              </a:cxn>
              <a:cxn ang="0">
                <a:pos x="connsiteX29289" y="connsiteY29289"/>
              </a:cxn>
              <a:cxn ang="0">
                <a:pos x="connsiteX29290" y="connsiteY29290"/>
              </a:cxn>
              <a:cxn ang="0">
                <a:pos x="connsiteX29291" y="connsiteY29291"/>
              </a:cxn>
              <a:cxn ang="0">
                <a:pos x="connsiteX29292" y="connsiteY29292"/>
              </a:cxn>
              <a:cxn ang="0">
                <a:pos x="connsiteX29293" y="connsiteY29293"/>
              </a:cxn>
              <a:cxn ang="0">
                <a:pos x="connsiteX29294" y="connsiteY29294"/>
              </a:cxn>
              <a:cxn ang="0">
                <a:pos x="connsiteX29295" y="connsiteY29295"/>
              </a:cxn>
              <a:cxn ang="0">
                <a:pos x="connsiteX29296" y="connsiteY29296"/>
              </a:cxn>
              <a:cxn ang="0">
                <a:pos x="connsiteX29297" y="connsiteY29297"/>
              </a:cxn>
              <a:cxn ang="0">
                <a:pos x="connsiteX29298" y="connsiteY29298"/>
              </a:cxn>
              <a:cxn ang="0">
                <a:pos x="connsiteX29299" y="connsiteY29299"/>
              </a:cxn>
              <a:cxn ang="0">
                <a:pos x="connsiteX29300" y="connsiteY29300"/>
              </a:cxn>
              <a:cxn ang="0">
                <a:pos x="connsiteX29301" y="connsiteY29301"/>
              </a:cxn>
              <a:cxn ang="0">
                <a:pos x="connsiteX29302" y="connsiteY29302"/>
              </a:cxn>
              <a:cxn ang="0">
                <a:pos x="connsiteX29303" y="connsiteY29303"/>
              </a:cxn>
              <a:cxn ang="0">
                <a:pos x="connsiteX29304" y="connsiteY29304"/>
              </a:cxn>
              <a:cxn ang="0">
                <a:pos x="connsiteX29305" y="connsiteY29305"/>
              </a:cxn>
              <a:cxn ang="0">
                <a:pos x="connsiteX29306" y="connsiteY29306"/>
              </a:cxn>
              <a:cxn ang="0">
                <a:pos x="connsiteX29307" y="connsiteY29307"/>
              </a:cxn>
              <a:cxn ang="0">
                <a:pos x="connsiteX29308" y="connsiteY29308"/>
              </a:cxn>
              <a:cxn ang="0">
                <a:pos x="connsiteX29309" y="connsiteY29309"/>
              </a:cxn>
              <a:cxn ang="0">
                <a:pos x="connsiteX29310" y="connsiteY29310"/>
              </a:cxn>
              <a:cxn ang="0">
                <a:pos x="connsiteX29311" y="connsiteY29311"/>
              </a:cxn>
              <a:cxn ang="0">
                <a:pos x="connsiteX29312" y="connsiteY29312"/>
              </a:cxn>
              <a:cxn ang="0">
                <a:pos x="connsiteX29313" y="connsiteY29313"/>
              </a:cxn>
              <a:cxn ang="0">
                <a:pos x="connsiteX29314" y="connsiteY29314"/>
              </a:cxn>
              <a:cxn ang="0">
                <a:pos x="connsiteX29315" y="connsiteY29315"/>
              </a:cxn>
              <a:cxn ang="0">
                <a:pos x="connsiteX29316" y="connsiteY29316"/>
              </a:cxn>
              <a:cxn ang="0">
                <a:pos x="connsiteX29317" y="connsiteY29317"/>
              </a:cxn>
              <a:cxn ang="0">
                <a:pos x="connsiteX29318" y="connsiteY29318"/>
              </a:cxn>
              <a:cxn ang="0">
                <a:pos x="connsiteX29319" y="connsiteY29319"/>
              </a:cxn>
              <a:cxn ang="0">
                <a:pos x="connsiteX29320" y="connsiteY29320"/>
              </a:cxn>
              <a:cxn ang="0">
                <a:pos x="connsiteX29321" y="connsiteY29321"/>
              </a:cxn>
              <a:cxn ang="0">
                <a:pos x="connsiteX29322" y="connsiteY29322"/>
              </a:cxn>
              <a:cxn ang="0">
                <a:pos x="connsiteX29323" y="connsiteY29323"/>
              </a:cxn>
              <a:cxn ang="0">
                <a:pos x="connsiteX29324" y="connsiteY29324"/>
              </a:cxn>
              <a:cxn ang="0">
                <a:pos x="connsiteX29325" y="connsiteY29325"/>
              </a:cxn>
              <a:cxn ang="0">
                <a:pos x="connsiteX29326" y="connsiteY29326"/>
              </a:cxn>
              <a:cxn ang="0">
                <a:pos x="connsiteX29327" y="connsiteY29327"/>
              </a:cxn>
              <a:cxn ang="0">
                <a:pos x="connsiteX29328" y="connsiteY29328"/>
              </a:cxn>
              <a:cxn ang="0">
                <a:pos x="connsiteX29329" y="connsiteY29329"/>
              </a:cxn>
              <a:cxn ang="0">
                <a:pos x="connsiteX29330" y="connsiteY29330"/>
              </a:cxn>
              <a:cxn ang="0">
                <a:pos x="connsiteX29331" y="connsiteY29331"/>
              </a:cxn>
              <a:cxn ang="0">
                <a:pos x="connsiteX29332" y="connsiteY29332"/>
              </a:cxn>
              <a:cxn ang="0">
                <a:pos x="connsiteX29333" y="connsiteY29333"/>
              </a:cxn>
              <a:cxn ang="0">
                <a:pos x="connsiteX29334" y="connsiteY29334"/>
              </a:cxn>
              <a:cxn ang="0">
                <a:pos x="connsiteX29335" y="connsiteY29335"/>
              </a:cxn>
              <a:cxn ang="0">
                <a:pos x="connsiteX29336" y="connsiteY29336"/>
              </a:cxn>
              <a:cxn ang="0">
                <a:pos x="connsiteX29337" y="connsiteY29337"/>
              </a:cxn>
              <a:cxn ang="0">
                <a:pos x="connsiteX29338" y="connsiteY29338"/>
              </a:cxn>
              <a:cxn ang="0">
                <a:pos x="connsiteX29339" y="connsiteY29339"/>
              </a:cxn>
              <a:cxn ang="0">
                <a:pos x="connsiteX29340" y="connsiteY29340"/>
              </a:cxn>
              <a:cxn ang="0">
                <a:pos x="connsiteX29341" y="connsiteY29341"/>
              </a:cxn>
              <a:cxn ang="0">
                <a:pos x="connsiteX29342" y="connsiteY29342"/>
              </a:cxn>
              <a:cxn ang="0">
                <a:pos x="connsiteX29343" y="connsiteY29343"/>
              </a:cxn>
              <a:cxn ang="0">
                <a:pos x="connsiteX29344" y="connsiteY29344"/>
              </a:cxn>
              <a:cxn ang="0">
                <a:pos x="connsiteX29345" y="connsiteY29345"/>
              </a:cxn>
              <a:cxn ang="0">
                <a:pos x="connsiteX29346" y="connsiteY29346"/>
              </a:cxn>
              <a:cxn ang="0">
                <a:pos x="connsiteX29347" y="connsiteY29347"/>
              </a:cxn>
              <a:cxn ang="0">
                <a:pos x="connsiteX29348" y="connsiteY29348"/>
              </a:cxn>
              <a:cxn ang="0">
                <a:pos x="connsiteX29349" y="connsiteY29349"/>
              </a:cxn>
              <a:cxn ang="0">
                <a:pos x="connsiteX29350" y="connsiteY29350"/>
              </a:cxn>
              <a:cxn ang="0">
                <a:pos x="connsiteX29351" y="connsiteY29351"/>
              </a:cxn>
              <a:cxn ang="0">
                <a:pos x="connsiteX29352" y="connsiteY29352"/>
              </a:cxn>
              <a:cxn ang="0">
                <a:pos x="connsiteX29353" y="connsiteY29353"/>
              </a:cxn>
              <a:cxn ang="0">
                <a:pos x="connsiteX29354" y="connsiteY29354"/>
              </a:cxn>
              <a:cxn ang="0">
                <a:pos x="connsiteX29355" y="connsiteY29355"/>
              </a:cxn>
              <a:cxn ang="0">
                <a:pos x="connsiteX29356" y="connsiteY29356"/>
              </a:cxn>
              <a:cxn ang="0">
                <a:pos x="connsiteX29357" y="connsiteY29357"/>
              </a:cxn>
              <a:cxn ang="0">
                <a:pos x="connsiteX29358" y="connsiteY29358"/>
              </a:cxn>
              <a:cxn ang="0">
                <a:pos x="connsiteX29359" y="connsiteY29359"/>
              </a:cxn>
              <a:cxn ang="0">
                <a:pos x="connsiteX29360" y="connsiteY29360"/>
              </a:cxn>
              <a:cxn ang="0">
                <a:pos x="connsiteX29361" y="connsiteY29361"/>
              </a:cxn>
              <a:cxn ang="0">
                <a:pos x="connsiteX29362" y="connsiteY29362"/>
              </a:cxn>
              <a:cxn ang="0">
                <a:pos x="connsiteX29363" y="connsiteY29363"/>
              </a:cxn>
              <a:cxn ang="0">
                <a:pos x="connsiteX29364" y="connsiteY29364"/>
              </a:cxn>
              <a:cxn ang="0">
                <a:pos x="connsiteX29365" y="connsiteY29365"/>
              </a:cxn>
              <a:cxn ang="0">
                <a:pos x="connsiteX29366" y="connsiteY29366"/>
              </a:cxn>
              <a:cxn ang="0">
                <a:pos x="connsiteX29367" y="connsiteY29367"/>
              </a:cxn>
              <a:cxn ang="0">
                <a:pos x="connsiteX29368" y="connsiteY29368"/>
              </a:cxn>
              <a:cxn ang="0">
                <a:pos x="connsiteX29369" y="connsiteY29369"/>
              </a:cxn>
              <a:cxn ang="0">
                <a:pos x="connsiteX29370" y="connsiteY29370"/>
              </a:cxn>
              <a:cxn ang="0">
                <a:pos x="connsiteX29371" y="connsiteY29371"/>
              </a:cxn>
              <a:cxn ang="0">
                <a:pos x="connsiteX29372" y="connsiteY29372"/>
              </a:cxn>
              <a:cxn ang="0">
                <a:pos x="connsiteX29373" y="connsiteY29373"/>
              </a:cxn>
              <a:cxn ang="0">
                <a:pos x="connsiteX29374" y="connsiteY29374"/>
              </a:cxn>
              <a:cxn ang="0">
                <a:pos x="connsiteX29375" y="connsiteY29375"/>
              </a:cxn>
              <a:cxn ang="0">
                <a:pos x="connsiteX29376" y="connsiteY29376"/>
              </a:cxn>
              <a:cxn ang="0">
                <a:pos x="connsiteX29377" y="connsiteY29377"/>
              </a:cxn>
              <a:cxn ang="0">
                <a:pos x="connsiteX29378" y="connsiteY29378"/>
              </a:cxn>
              <a:cxn ang="0">
                <a:pos x="connsiteX29379" y="connsiteY29379"/>
              </a:cxn>
              <a:cxn ang="0">
                <a:pos x="connsiteX29380" y="connsiteY29380"/>
              </a:cxn>
              <a:cxn ang="0">
                <a:pos x="connsiteX29381" y="connsiteY29381"/>
              </a:cxn>
              <a:cxn ang="0">
                <a:pos x="connsiteX29382" y="connsiteY29382"/>
              </a:cxn>
              <a:cxn ang="0">
                <a:pos x="connsiteX29383" y="connsiteY29383"/>
              </a:cxn>
              <a:cxn ang="0">
                <a:pos x="connsiteX29384" y="connsiteY29384"/>
              </a:cxn>
              <a:cxn ang="0">
                <a:pos x="connsiteX29385" y="connsiteY29385"/>
              </a:cxn>
              <a:cxn ang="0">
                <a:pos x="connsiteX29386" y="connsiteY29386"/>
              </a:cxn>
              <a:cxn ang="0">
                <a:pos x="connsiteX29387" y="connsiteY29387"/>
              </a:cxn>
              <a:cxn ang="0">
                <a:pos x="connsiteX29388" y="connsiteY29388"/>
              </a:cxn>
              <a:cxn ang="0">
                <a:pos x="connsiteX29389" y="connsiteY29389"/>
              </a:cxn>
              <a:cxn ang="0">
                <a:pos x="connsiteX29390" y="connsiteY29390"/>
              </a:cxn>
              <a:cxn ang="0">
                <a:pos x="connsiteX29391" y="connsiteY29391"/>
              </a:cxn>
              <a:cxn ang="0">
                <a:pos x="connsiteX29392" y="connsiteY29392"/>
              </a:cxn>
              <a:cxn ang="0">
                <a:pos x="connsiteX29393" y="connsiteY29393"/>
              </a:cxn>
              <a:cxn ang="0">
                <a:pos x="connsiteX29394" y="connsiteY29394"/>
              </a:cxn>
              <a:cxn ang="0">
                <a:pos x="connsiteX29395" y="connsiteY29395"/>
              </a:cxn>
              <a:cxn ang="0">
                <a:pos x="connsiteX29396" y="connsiteY29396"/>
              </a:cxn>
              <a:cxn ang="0">
                <a:pos x="connsiteX29397" y="connsiteY29397"/>
              </a:cxn>
              <a:cxn ang="0">
                <a:pos x="connsiteX29398" y="connsiteY29398"/>
              </a:cxn>
              <a:cxn ang="0">
                <a:pos x="connsiteX29399" y="connsiteY29399"/>
              </a:cxn>
              <a:cxn ang="0">
                <a:pos x="connsiteX29400" y="connsiteY29400"/>
              </a:cxn>
              <a:cxn ang="0">
                <a:pos x="connsiteX29401" y="connsiteY29401"/>
              </a:cxn>
              <a:cxn ang="0">
                <a:pos x="connsiteX29402" y="connsiteY29402"/>
              </a:cxn>
              <a:cxn ang="0">
                <a:pos x="connsiteX29403" y="connsiteY29403"/>
              </a:cxn>
              <a:cxn ang="0">
                <a:pos x="connsiteX29404" y="connsiteY29404"/>
              </a:cxn>
              <a:cxn ang="0">
                <a:pos x="connsiteX29405" y="connsiteY29405"/>
              </a:cxn>
              <a:cxn ang="0">
                <a:pos x="connsiteX29406" y="connsiteY29406"/>
              </a:cxn>
              <a:cxn ang="0">
                <a:pos x="connsiteX29407" y="connsiteY29407"/>
              </a:cxn>
              <a:cxn ang="0">
                <a:pos x="connsiteX29408" y="connsiteY29408"/>
              </a:cxn>
              <a:cxn ang="0">
                <a:pos x="connsiteX29409" y="connsiteY29409"/>
              </a:cxn>
              <a:cxn ang="0">
                <a:pos x="connsiteX29410" y="connsiteY29410"/>
              </a:cxn>
              <a:cxn ang="0">
                <a:pos x="connsiteX29411" y="connsiteY29411"/>
              </a:cxn>
              <a:cxn ang="0">
                <a:pos x="connsiteX29412" y="connsiteY29412"/>
              </a:cxn>
              <a:cxn ang="0">
                <a:pos x="connsiteX29413" y="connsiteY29413"/>
              </a:cxn>
              <a:cxn ang="0">
                <a:pos x="connsiteX29414" y="connsiteY29414"/>
              </a:cxn>
              <a:cxn ang="0">
                <a:pos x="connsiteX29415" y="connsiteY29415"/>
              </a:cxn>
              <a:cxn ang="0">
                <a:pos x="connsiteX29416" y="connsiteY29416"/>
              </a:cxn>
              <a:cxn ang="0">
                <a:pos x="connsiteX29417" y="connsiteY29417"/>
              </a:cxn>
              <a:cxn ang="0">
                <a:pos x="connsiteX29418" y="connsiteY29418"/>
              </a:cxn>
              <a:cxn ang="0">
                <a:pos x="connsiteX29419" y="connsiteY29419"/>
              </a:cxn>
              <a:cxn ang="0">
                <a:pos x="connsiteX29420" y="connsiteY29420"/>
              </a:cxn>
              <a:cxn ang="0">
                <a:pos x="connsiteX29421" y="connsiteY29421"/>
              </a:cxn>
              <a:cxn ang="0">
                <a:pos x="connsiteX29422" y="connsiteY29422"/>
              </a:cxn>
              <a:cxn ang="0">
                <a:pos x="connsiteX29423" y="connsiteY29423"/>
              </a:cxn>
              <a:cxn ang="0">
                <a:pos x="connsiteX29424" y="connsiteY29424"/>
              </a:cxn>
              <a:cxn ang="0">
                <a:pos x="connsiteX29425" y="connsiteY29425"/>
              </a:cxn>
              <a:cxn ang="0">
                <a:pos x="connsiteX29426" y="connsiteY29426"/>
              </a:cxn>
              <a:cxn ang="0">
                <a:pos x="connsiteX29427" y="connsiteY29427"/>
              </a:cxn>
              <a:cxn ang="0">
                <a:pos x="connsiteX29428" y="connsiteY29428"/>
              </a:cxn>
              <a:cxn ang="0">
                <a:pos x="connsiteX29429" y="connsiteY29429"/>
              </a:cxn>
              <a:cxn ang="0">
                <a:pos x="connsiteX29430" y="connsiteY29430"/>
              </a:cxn>
              <a:cxn ang="0">
                <a:pos x="connsiteX29431" y="connsiteY29431"/>
              </a:cxn>
              <a:cxn ang="0">
                <a:pos x="connsiteX29432" y="connsiteY29432"/>
              </a:cxn>
              <a:cxn ang="0">
                <a:pos x="connsiteX29433" y="connsiteY29433"/>
              </a:cxn>
              <a:cxn ang="0">
                <a:pos x="connsiteX29434" y="connsiteY29434"/>
              </a:cxn>
              <a:cxn ang="0">
                <a:pos x="connsiteX29435" y="connsiteY29435"/>
              </a:cxn>
              <a:cxn ang="0">
                <a:pos x="connsiteX29436" y="connsiteY29436"/>
              </a:cxn>
              <a:cxn ang="0">
                <a:pos x="connsiteX29437" y="connsiteY29437"/>
              </a:cxn>
              <a:cxn ang="0">
                <a:pos x="connsiteX29438" y="connsiteY29438"/>
              </a:cxn>
              <a:cxn ang="0">
                <a:pos x="connsiteX29439" y="connsiteY29439"/>
              </a:cxn>
              <a:cxn ang="0">
                <a:pos x="connsiteX29440" y="connsiteY29440"/>
              </a:cxn>
              <a:cxn ang="0">
                <a:pos x="connsiteX29441" y="connsiteY29441"/>
              </a:cxn>
              <a:cxn ang="0">
                <a:pos x="connsiteX29442" y="connsiteY29442"/>
              </a:cxn>
              <a:cxn ang="0">
                <a:pos x="connsiteX29443" y="connsiteY29443"/>
              </a:cxn>
              <a:cxn ang="0">
                <a:pos x="connsiteX29444" y="connsiteY29444"/>
              </a:cxn>
              <a:cxn ang="0">
                <a:pos x="connsiteX29445" y="connsiteY29445"/>
              </a:cxn>
              <a:cxn ang="0">
                <a:pos x="connsiteX29446" y="connsiteY29446"/>
              </a:cxn>
              <a:cxn ang="0">
                <a:pos x="connsiteX29447" y="connsiteY29447"/>
              </a:cxn>
              <a:cxn ang="0">
                <a:pos x="connsiteX29448" y="connsiteY29448"/>
              </a:cxn>
              <a:cxn ang="0">
                <a:pos x="connsiteX29449" y="connsiteY29449"/>
              </a:cxn>
              <a:cxn ang="0">
                <a:pos x="connsiteX29450" y="connsiteY29450"/>
              </a:cxn>
              <a:cxn ang="0">
                <a:pos x="connsiteX29451" y="connsiteY29451"/>
              </a:cxn>
              <a:cxn ang="0">
                <a:pos x="connsiteX29452" y="connsiteY29452"/>
              </a:cxn>
              <a:cxn ang="0">
                <a:pos x="connsiteX29453" y="connsiteY29453"/>
              </a:cxn>
              <a:cxn ang="0">
                <a:pos x="connsiteX29454" y="connsiteY29454"/>
              </a:cxn>
              <a:cxn ang="0">
                <a:pos x="connsiteX29455" y="connsiteY29455"/>
              </a:cxn>
              <a:cxn ang="0">
                <a:pos x="connsiteX29456" y="connsiteY29456"/>
              </a:cxn>
              <a:cxn ang="0">
                <a:pos x="connsiteX29457" y="connsiteY29457"/>
              </a:cxn>
              <a:cxn ang="0">
                <a:pos x="connsiteX29458" y="connsiteY29458"/>
              </a:cxn>
              <a:cxn ang="0">
                <a:pos x="connsiteX29459" y="connsiteY29459"/>
              </a:cxn>
              <a:cxn ang="0">
                <a:pos x="connsiteX29460" y="connsiteY29460"/>
              </a:cxn>
              <a:cxn ang="0">
                <a:pos x="connsiteX29461" y="connsiteY29461"/>
              </a:cxn>
              <a:cxn ang="0">
                <a:pos x="connsiteX29462" y="connsiteY29462"/>
              </a:cxn>
              <a:cxn ang="0">
                <a:pos x="connsiteX29463" y="connsiteY29463"/>
              </a:cxn>
              <a:cxn ang="0">
                <a:pos x="connsiteX29464" y="connsiteY29464"/>
              </a:cxn>
              <a:cxn ang="0">
                <a:pos x="connsiteX29465" y="connsiteY29465"/>
              </a:cxn>
              <a:cxn ang="0">
                <a:pos x="connsiteX29466" y="connsiteY29466"/>
              </a:cxn>
              <a:cxn ang="0">
                <a:pos x="connsiteX29467" y="connsiteY29467"/>
              </a:cxn>
              <a:cxn ang="0">
                <a:pos x="connsiteX29468" y="connsiteY29468"/>
              </a:cxn>
              <a:cxn ang="0">
                <a:pos x="connsiteX29469" y="connsiteY29469"/>
              </a:cxn>
              <a:cxn ang="0">
                <a:pos x="connsiteX29470" y="connsiteY29470"/>
              </a:cxn>
              <a:cxn ang="0">
                <a:pos x="connsiteX29471" y="connsiteY29471"/>
              </a:cxn>
              <a:cxn ang="0">
                <a:pos x="connsiteX29472" y="connsiteY29472"/>
              </a:cxn>
              <a:cxn ang="0">
                <a:pos x="connsiteX29473" y="connsiteY29473"/>
              </a:cxn>
              <a:cxn ang="0">
                <a:pos x="connsiteX29474" y="connsiteY29474"/>
              </a:cxn>
              <a:cxn ang="0">
                <a:pos x="connsiteX29475" y="connsiteY29475"/>
              </a:cxn>
              <a:cxn ang="0">
                <a:pos x="connsiteX29476" y="connsiteY29476"/>
              </a:cxn>
              <a:cxn ang="0">
                <a:pos x="connsiteX29477" y="connsiteY29477"/>
              </a:cxn>
              <a:cxn ang="0">
                <a:pos x="connsiteX29478" y="connsiteY29478"/>
              </a:cxn>
              <a:cxn ang="0">
                <a:pos x="connsiteX29479" y="connsiteY29479"/>
              </a:cxn>
              <a:cxn ang="0">
                <a:pos x="connsiteX29480" y="connsiteY29480"/>
              </a:cxn>
              <a:cxn ang="0">
                <a:pos x="connsiteX29481" y="connsiteY29481"/>
              </a:cxn>
              <a:cxn ang="0">
                <a:pos x="connsiteX29482" y="connsiteY29482"/>
              </a:cxn>
              <a:cxn ang="0">
                <a:pos x="connsiteX29483" y="connsiteY29483"/>
              </a:cxn>
              <a:cxn ang="0">
                <a:pos x="connsiteX29484" y="connsiteY29484"/>
              </a:cxn>
              <a:cxn ang="0">
                <a:pos x="connsiteX29485" y="connsiteY29485"/>
              </a:cxn>
              <a:cxn ang="0">
                <a:pos x="connsiteX29486" y="connsiteY29486"/>
              </a:cxn>
              <a:cxn ang="0">
                <a:pos x="connsiteX29487" y="connsiteY29487"/>
              </a:cxn>
              <a:cxn ang="0">
                <a:pos x="connsiteX29488" y="connsiteY29488"/>
              </a:cxn>
              <a:cxn ang="0">
                <a:pos x="connsiteX29489" y="connsiteY29489"/>
              </a:cxn>
              <a:cxn ang="0">
                <a:pos x="connsiteX29490" y="connsiteY29490"/>
              </a:cxn>
              <a:cxn ang="0">
                <a:pos x="connsiteX29491" y="connsiteY29491"/>
              </a:cxn>
              <a:cxn ang="0">
                <a:pos x="connsiteX29492" y="connsiteY29492"/>
              </a:cxn>
              <a:cxn ang="0">
                <a:pos x="connsiteX29493" y="connsiteY29493"/>
              </a:cxn>
              <a:cxn ang="0">
                <a:pos x="connsiteX29494" y="connsiteY29494"/>
              </a:cxn>
              <a:cxn ang="0">
                <a:pos x="connsiteX29495" y="connsiteY29495"/>
              </a:cxn>
              <a:cxn ang="0">
                <a:pos x="connsiteX29496" y="connsiteY29496"/>
              </a:cxn>
              <a:cxn ang="0">
                <a:pos x="connsiteX29497" y="connsiteY29497"/>
              </a:cxn>
              <a:cxn ang="0">
                <a:pos x="connsiteX29498" y="connsiteY29498"/>
              </a:cxn>
              <a:cxn ang="0">
                <a:pos x="connsiteX29499" y="connsiteY29499"/>
              </a:cxn>
              <a:cxn ang="0">
                <a:pos x="connsiteX29500" y="connsiteY29500"/>
              </a:cxn>
              <a:cxn ang="0">
                <a:pos x="connsiteX29501" y="connsiteY29501"/>
              </a:cxn>
              <a:cxn ang="0">
                <a:pos x="connsiteX29502" y="connsiteY29502"/>
              </a:cxn>
              <a:cxn ang="0">
                <a:pos x="connsiteX29503" y="connsiteY29503"/>
              </a:cxn>
              <a:cxn ang="0">
                <a:pos x="connsiteX29504" y="connsiteY29504"/>
              </a:cxn>
              <a:cxn ang="0">
                <a:pos x="connsiteX29505" y="connsiteY29505"/>
              </a:cxn>
              <a:cxn ang="0">
                <a:pos x="connsiteX29506" y="connsiteY29506"/>
              </a:cxn>
              <a:cxn ang="0">
                <a:pos x="connsiteX29507" y="connsiteY29507"/>
              </a:cxn>
              <a:cxn ang="0">
                <a:pos x="connsiteX29508" y="connsiteY29508"/>
              </a:cxn>
              <a:cxn ang="0">
                <a:pos x="connsiteX29509" y="connsiteY29509"/>
              </a:cxn>
              <a:cxn ang="0">
                <a:pos x="connsiteX29510" y="connsiteY29510"/>
              </a:cxn>
              <a:cxn ang="0">
                <a:pos x="connsiteX29511" y="connsiteY29511"/>
              </a:cxn>
              <a:cxn ang="0">
                <a:pos x="connsiteX29512" y="connsiteY29512"/>
              </a:cxn>
              <a:cxn ang="0">
                <a:pos x="connsiteX29513" y="connsiteY29513"/>
              </a:cxn>
              <a:cxn ang="0">
                <a:pos x="connsiteX29514" y="connsiteY29514"/>
              </a:cxn>
              <a:cxn ang="0">
                <a:pos x="connsiteX29515" y="connsiteY29515"/>
              </a:cxn>
              <a:cxn ang="0">
                <a:pos x="connsiteX29516" y="connsiteY29516"/>
              </a:cxn>
              <a:cxn ang="0">
                <a:pos x="connsiteX29517" y="connsiteY29517"/>
              </a:cxn>
              <a:cxn ang="0">
                <a:pos x="connsiteX29518" y="connsiteY29518"/>
              </a:cxn>
              <a:cxn ang="0">
                <a:pos x="connsiteX29519" y="connsiteY29519"/>
              </a:cxn>
              <a:cxn ang="0">
                <a:pos x="connsiteX29520" y="connsiteY29520"/>
              </a:cxn>
              <a:cxn ang="0">
                <a:pos x="connsiteX29521" y="connsiteY29521"/>
              </a:cxn>
              <a:cxn ang="0">
                <a:pos x="connsiteX29522" y="connsiteY29522"/>
              </a:cxn>
              <a:cxn ang="0">
                <a:pos x="connsiteX29523" y="connsiteY29523"/>
              </a:cxn>
              <a:cxn ang="0">
                <a:pos x="connsiteX29524" y="connsiteY29524"/>
              </a:cxn>
              <a:cxn ang="0">
                <a:pos x="connsiteX29525" y="connsiteY29525"/>
              </a:cxn>
              <a:cxn ang="0">
                <a:pos x="connsiteX29526" y="connsiteY29526"/>
              </a:cxn>
              <a:cxn ang="0">
                <a:pos x="connsiteX29527" y="connsiteY29527"/>
              </a:cxn>
              <a:cxn ang="0">
                <a:pos x="connsiteX29528" y="connsiteY29528"/>
              </a:cxn>
              <a:cxn ang="0">
                <a:pos x="connsiteX29529" y="connsiteY29529"/>
              </a:cxn>
              <a:cxn ang="0">
                <a:pos x="connsiteX29530" y="connsiteY29530"/>
              </a:cxn>
              <a:cxn ang="0">
                <a:pos x="connsiteX29531" y="connsiteY29531"/>
              </a:cxn>
              <a:cxn ang="0">
                <a:pos x="connsiteX29532" y="connsiteY29532"/>
              </a:cxn>
              <a:cxn ang="0">
                <a:pos x="connsiteX29533" y="connsiteY29533"/>
              </a:cxn>
              <a:cxn ang="0">
                <a:pos x="connsiteX29534" y="connsiteY29534"/>
              </a:cxn>
              <a:cxn ang="0">
                <a:pos x="connsiteX29535" y="connsiteY29535"/>
              </a:cxn>
              <a:cxn ang="0">
                <a:pos x="connsiteX29536" y="connsiteY29536"/>
              </a:cxn>
              <a:cxn ang="0">
                <a:pos x="connsiteX29537" y="connsiteY29537"/>
              </a:cxn>
              <a:cxn ang="0">
                <a:pos x="connsiteX29538" y="connsiteY29538"/>
              </a:cxn>
              <a:cxn ang="0">
                <a:pos x="connsiteX29539" y="connsiteY29539"/>
              </a:cxn>
              <a:cxn ang="0">
                <a:pos x="connsiteX29540" y="connsiteY29540"/>
              </a:cxn>
              <a:cxn ang="0">
                <a:pos x="connsiteX29541" y="connsiteY29541"/>
              </a:cxn>
              <a:cxn ang="0">
                <a:pos x="connsiteX29542" y="connsiteY29542"/>
              </a:cxn>
              <a:cxn ang="0">
                <a:pos x="connsiteX29543" y="connsiteY29543"/>
              </a:cxn>
              <a:cxn ang="0">
                <a:pos x="connsiteX29544" y="connsiteY29544"/>
              </a:cxn>
              <a:cxn ang="0">
                <a:pos x="connsiteX29545" y="connsiteY29545"/>
              </a:cxn>
              <a:cxn ang="0">
                <a:pos x="connsiteX29546" y="connsiteY29546"/>
              </a:cxn>
              <a:cxn ang="0">
                <a:pos x="connsiteX29547" y="connsiteY29547"/>
              </a:cxn>
              <a:cxn ang="0">
                <a:pos x="connsiteX29548" y="connsiteY29548"/>
              </a:cxn>
              <a:cxn ang="0">
                <a:pos x="connsiteX29549" y="connsiteY29549"/>
              </a:cxn>
              <a:cxn ang="0">
                <a:pos x="connsiteX29550" y="connsiteY29550"/>
              </a:cxn>
              <a:cxn ang="0">
                <a:pos x="connsiteX29551" y="connsiteY29551"/>
              </a:cxn>
              <a:cxn ang="0">
                <a:pos x="connsiteX29552" y="connsiteY29552"/>
              </a:cxn>
              <a:cxn ang="0">
                <a:pos x="connsiteX29553" y="connsiteY29553"/>
              </a:cxn>
              <a:cxn ang="0">
                <a:pos x="connsiteX29554" y="connsiteY29554"/>
              </a:cxn>
              <a:cxn ang="0">
                <a:pos x="connsiteX29555" y="connsiteY29555"/>
              </a:cxn>
              <a:cxn ang="0">
                <a:pos x="connsiteX29556" y="connsiteY29556"/>
              </a:cxn>
              <a:cxn ang="0">
                <a:pos x="connsiteX29557" y="connsiteY29557"/>
              </a:cxn>
              <a:cxn ang="0">
                <a:pos x="connsiteX29558" y="connsiteY29558"/>
              </a:cxn>
              <a:cxn ang="0">
                <a:pos x="connsiteX29559" y="connsiteY29559"/>
              </a:cxn>
              <a:cxn ang="0">
                <a:pos x="connsiteX29560" y="connsiteY29560"/>
              </a:cxn>
              <a:cxn ang="0">
                <a:pos x="connsiteX29561" y="connsiteY29561"/>
              </a:cxn>
              <a:cxn ang="0">
                <a:pos x="connsiteX29562" y="connsiteY29562"/>
              </a:cxn>
              <a:cxn ang="0">
                <a:pos x="connsiteX29563" y="connsiteY29563"/>
              </a:cxn>
              <a:cxn ang="0">
                <a:pos x="connsiteX29564" y="connsiteY29564"/>
              </a:cxn>
              <a:cxn ang="0">
                <a:pos x="connsiteX29565" y="connsiteY29565"/>
              </a:cxn>
              <a:cxn ang="0">
                <a:pos x="connsiteX29566" y="connsiteY29566"/>
              </a:cxn>
              <a:cxn ang="0">
                <a:pos x="connsiteX29567" y="connsiteY29567"/>
              </a:cxn>
              <a:cxn ang="0">
                <a:pos x="connsiteX29568" y="connsiteY29568"/>
              </a:cxn>
              <a:cxn ang="0">
                <a:pos x="connsiteX29569" y="connsiteY29569"/>
              </a:cxn>
              <a:cxn ang="0">
                <a:pos x="connsiteX29570" y="connsiteY29570"/>
              </a:cxn>
              <a:cxn ang="0">
                <a:pos x="connsiteX29571" y="connsiteY29571"/>
              </a:cxn>
              <a:cxn ang="0">
                <a:pos x="connsiteX29572" y="connsiteY29572"/>
              </a:cxn>
              <a:cxn ang="0">
                <a:pos x="connsiteX29573" y="connsiteY29573"/>
              </a:cxn>
              <a:cxn ang="0">
                <a:pos x="connsiteX29574" y="connsiteY29574"/>
              </a:cxn>
              <a:cxn ang="0">
                <a:pos x="connsiteX29575" y="connsiteY29575"/>
              </a:cxn>
              <a:cxn ang="0">
                <a:pos x="connsiteX29576" y="connsiteY29576"/>
              </a:cxn>
              <a:cxn ang="0">
                <a:pos x="connsiteX29577" y="connsiteY29577"/>
              </a:cxn>
              <a:cxn ang="0">
                <a:pos x="connsiteX29578" y="connsiteY29578"/>
              </a:cxn>
              <a:cxn ang="0">
                <a:pos x="connsiteX29579" y="connsiteY29579"/>
              </a:cxn>
              <a:cxn ang="0">
                <a:pos x="connsiteX29580" y="connsiteY29580"/>
              </a:cxn>
              <a:cxn ang="0">
                <a:pos x="connsiteX29581" y="connsiteY29581"/>
              </a:cxn>
              <a:cxn ang="0">
                <a:pos x="connsiteX29582" y="connsiteY29582"/>
              </a:cxn>
              <a:cxn ang="0">
                <a:pos x="connsiteX29583" y="connsiteY29583"/>
              </a:cxn>
              <a:cxn ang="0">
                <a:pos x="connsiteX29584" y="connsiteY29584"/>
              </a:cxn>
              <a:cxn ang="0">
                <a:pos x="connsiteX29585" y="connsiteY29585"/>
              </a:cxn>
              <a:cxn ang="0">
                <a:pos x="connsiteX29586" y="connsiteY29586"/>
              </a:cxn>
              <a:cxn ang="0">
                <a:pos x="connsiteX29587" y="connsiteY29587"/>
              </a:cxn>
              <a:cxn ang="0">
                <a:pos x="connsiteX29588" y="connsiteY29588"/>
              </a:cxn>
              <a:cxn ang="0">
                <a:pos x="connsiteX29589" y="connsiteY29589"/>
              </a:cxn>
              <a:cxn ang="0">
                <a:pos x="connsiteX29590" y="connsiteY29590"/>
              </a:cxn>
              <a:cxn ang="0">
                <a:pos x="connsiteX29591" y="connsiteY29591"/>
              </a:cxn>
              <a:cxn ang="0">
                <a:pos x="connsiteX29592" y="connsiteY29592"/>
              </a:cxn>
              <a:cxn ang="0">
                <a:pos x="connsiteX29593" y="connsiteY29593"/>
              </a:cxn>
              <a:cxn ang="0">
                <a:pos x="connsiteX29594" y="connsiteY29594"/>
              </a:cxn>
              <a:cxn ang="0">
                <a:pos x="connsiteX29595" y="connsiteY29595"/>
              </a:cxn>
              <a:cxn ang="0">
                <a:pos x="connsiteX29596" y="connsiteY29596"/>
              </a:cxn>
              <a:cxn ang="0">
                <a:pos x="connsiteX29597" y="connsiteY29597"/>
              </a:cxn>
              <a:cxn ang="0">
                <a:pos x="connsiteX29598" y="connsiteY29598"/>
              </a:cxn>
              <a:cxn ang="0">
                <a:pos x="connsiteX29599" y="connsiteY29599"/>
              </a:cxn>
              <a:cxn ang="0">
                <a:pos x="connsiteX29600" y="connsiteY29600"/>
              </a:cxn>
              <a:cxn ang="0">
                <a:pos x="connsiteX29601" y="connsiteY29601"/>
              </a:cxn>
              <a:cxn ang="0">
                <a:pos x="connsiteX29602" y="connsiteY29602"/>
              </a:cxn>
              <a:cxn ang="0">
                <a:pos x="connsiteX29603" y="connsiteY29603"/>
              </a:cxn>
              <a:cxn ang="0">
                <a:pos x="connsiteX29604" y="connsiteY29604"/>
              </a:cxn>
              <a:cxn ang="0">
                <a:pos x="connsiteX29605" y="connsiteY29605"/>
              </a:cxn>
              <a:cxn ang="0">
                <a:pos x="connsiteX29606" y="connsiteY29606"/>
              </a:cxn>
              <a:cxn ang="0">
                <a:pos x="connsiteX29607" y="connsiteY29607"/>
              </a:cxn>
              <a:cxn ang="0">
                <a:pos x="connsiteX29608" y="connsiteY29608"/>
              </a:cxn>
              <a:cxn ang="0">
                <a:pos x="connsiteX29609" y="connsiteY29609"/>
              </a:cxn>
              <a:cxn ang="0">
                <a:pos x="connsiteX29610" y="connsiteY29610"/>
              </a:cxn>
              <a:cxn ang="0">
                <a:pos x="connsiteX29611" y="connsiteY29611"/>
              </a:cxn>
              <a:cxn ang="0">
                <a:pos x="connsiteX29612" y="connsiteY29612"/>
              </a:cxn>
              <a:cxn ang="0">
                <a:pos x="connsiteX29613" y="connsiteY29613"/>
              </a:cxn>
              <a:cxn ang="0">
                <a:pos x="connsiteX29614" y="connsiteY29614"/>
              </a:cxn>
              <a:cxn ang="0">
                <a:pos x="connsiteX29615" y="connsiteY29615"/>
              </a:cxn>
              <a:cxn ang="0">
                <a:pos x="connsiteX29616" y="connsiteY29616"/>
              </a:cxn>
              <a:cxn ang="0">
                <a:pos x="connsiteX29617" y="connsiteY29617"/>
              </a:cxn>
              <a:cxn ang="0">
                <a:pos x="connsiteX29618" y="connsiteY29618"/>
              </a:cxn>
              <a:cxn ang="0">
                <a:pos x="connsiteX29619" y="connsiteY29619"/>
              </a:cxn>
              <a:cxn ang="0">
                <a:pos x="connsiteX29620" y="connsiteY29620"/>
              </a:cxn>
              <a:cxn ang="0">
                <a:pos x="connsiteX29621" y="connsiteY29621"/>
              </a:cxn>
              <a:cxn ang="0">
                <a:pos x="connsiteX29622" y="connsiteY29622"/>
              </a:cxn>
              <a:cxn ang="0">
                <a:pos x="connsiteX29623" y="connsiteY29623"/>
              </a:cxn>
              <a:cxn ang="0">
                <a:pos x="connsiteX29624" y="connsiteY29624"/>
              </a:cxn>
              <a:cxn ang="0">
                <a:pos x="connsiteX29625" y="connsiteY29625"/>
              </a:cxn>
              <a:cxn ang="0">
                <a:pos x="connsiteX29626" y="connsiteY29626"/>
              </a:cxn>
              <a:cxn ang="0">
                <a:pos x="connsiteX29627" y="connsiteY29627"/>
              </a:cxn>
              <a:cxn ang="0">
                <a:pos x="connsiteX29628" y="connsiteY29628"/>
              </a:cxn>
              <a:cxn ang="0">
                <a:pos x="connsiteX29629" y="connsiteY29629"/>
              </a:cxn>
              <a:cxn ang="0">
                <a:pos x="connsiteX29630" y="connsiteY29630"/>
              </a:cxn>
              <a:cxn ang="0">
                <a:pos x="connsiteX29631" y="connsiteY29631"/>
              </a:cxn>
              <a:cxn ang="0">
                <a:pos x="connsiteX29632" y="connsiteY29632"/>
              </a:cxn>
              <a:cxn ang="0">
                <a:pos x="connsiteX29633" y="connsiteY29633"/>
              </a:cxn>
              <a:cxn ang="0">
                <a:pos x="connsiteX29634" y="connsiteY29634"/>
              </a:cxn>
              <a:cxn ang="0">
                <a:pos x="connsiteX29635" y="connsiteY29635"/>
              </a:cxn>
              <a:cxn ang="0">
                <a:pos x="connsiteX29636" y="connsiteY29636"/>
              </a:cxn>
              <a:cxn ang="0">
                <a:pos x="connsiteX29637" y="connsiteY29637"/>
              </a:cxn>
              <a:cxn ang="0">
                <a:pos x="connsiteX29638" y="connsiteY29638"/>
              </a:cxn>
              <a:cxn ang="0">
                <a:pos x="connsiteX29639" y="connsiteY29639"/>
              </a:cxn>
              <a:cxn ang="0">
                <a:pos x="connsiteX29640" y="connsiteY29640"/>
              </a:cxn>
              <a:cxn ang="0">
                <a:pos x="connsiteX29641" y="connsiteY29641"/>
              </a:cxn>
              <a:cxn ang="0">
                <a:pos x="connsiteX29642" y="connsiteY29642"/>
              </a:cxn>
              <a:cxn ang="0">
                <a:pos x="connsiteX29643" y="connsiteY29643"/>
              </a:cxn>
              <a:cxn ang="0">
                <a:pos x="connsiteX29644" y="connsiteY29644"/>
              </a:cxn>
              <a:cxn ang="0">
                <a:pos x="connsiteX29645" y="connsiteY29645"/>
              </a:cxn>
              <a:cxn ang="0">
                <a:pos x="connsiteX29646" y="connsiteY29646"/>
              </a:cxn>
              <a:cxn ang="0">
                <a:pos x="connsiteX29647" y="connsiteY29647"/>
              </a:cxn>
              <a:cxn ang="0">
                <a:pos x="connsiteX29648" y="connsiteY29648"/>
              </a:cxn>
              <a:cxn ang="0">
                <a:pos x="connsiteX29649" y="connsiteY29649"/>
              </a:cxn>
              <a:cxn ang="0">
                <a:pos x="connsiteX29650" y="connsiteY29650"/>
              </a:cxn>
              <a:cxn ang="0">
                <a:pos x="connsiteX29651" y="connsiteY29651"/>
              </a:cxn>
              <a:cxn ang="0">
                <a:pos x="connsiteX29652" y="connsiteY29652"/>
              </a:cxn>
              <a:cxn ang="0">
                <a:pos x="connsiteX29653" y="connsiteY29653"/>
              </a:cxn>
              <a:cxn ang="0">
                <a:pos x="connsiteX29654" y="connsiteY29654"/>
              </a:cxn>
              <a:cxn ang="0">
                <a:pos x="connsiteX29655" y="connsiteY29655"/>
              </a:cxn>
              <a:cxn ang="0">
                <a:pos x="connsiteX29656" y="connsiteY29656"/>
              </a:cxn>
              <a:cxn ang="0">
                <a:pos x="connsiteX29657" y="connsiteY29657"/>
              </a:cxn>
              <a:cxn ang="0">
                <a:pos x="connsiteX29658" y="connsiteY29658"/>
              </a:cxn>
              <a:cxn ang="0">
                <a:pos x="connsiteX29659" y="connsiteY29659"/>
              </a:cxn>
              <a:cxn ang="0">
                <a:pos x="connsiteX29660" y="connsiteY29660"/>
              </a:cxn>
              <a:cxn ang="0">
                <a:pos x="connsiteX29661" y="connsiteY29661"/>
              </a:cxn>
              <a:cxn ang="0">
                <a:pos x="connsiteX29662" y="connsiteY29662"/>
              </a:cxn>
              <a:cxn ang="0">
                <a:pos x="connsiteX29663" y="connsiteY29663"/>
              </a:cxn>
              <a:cxn ang="0">
                <a:pos x="connsiteX29664" y="connsiteY29664"/>
              </a:cxn>
              <a:cxn ang="0">
                <a:pos x="connsiteX29665" y="connsiteY29665"/>
              </a:cxn>
              <a:cxn ang="0">
                <a:pos x="connsiteX29666" y="connsiteY29666"/>
              </a:cxn>
              <a:cxn ang="0">
                <a:pos x="connsiteX29667" y="connsiteY29667"/>
              </a:cxn>
              <a:cxn ang="0">
                <a:pos x="connsiteX29668" y="connsiteY29668"/>
              </a:cxn>
              <a:cxn ang="0">
                <a:pos x="connsiteX29669" y="connsiteY29669"/>
              </a:cxn>
              <a:cxn ang="0">
                <a:pos x="connsiteX29670" y="connsiteY29670"/>
              </a:cxn>
              <a:cxn ang="0">
                <a:pos x="connsiteX29671" y="connsiteY29671"/>
              </a:cxn>
              <a:cxn ang="0">
                <a:pos x="connsiteX29672" y="connsiteY29672"/>
              </a:cxn>
              <a:cxn ang="0">
                <a:pos x="connsiteX29673" y="connsiteY29673"/>
              </a:cxn>
              <a:cxn ang="0">
                <a:pos x="connsiteX29674" y="connsiteY29674"/>
              </a:cxn>
              <a:cxn ang="0">
                <a:pos x="connsiteX29675" y="connsiteY29675"/>
              </a:cxn>
              <a:cxn ang="0">
                <a:pos x="connsiteX29676" y="connsiteY29676"/>
              </a:cxn>
              <a:cxn ang="0">
                <a:pos x="connsiteX29677" y="connsiteY29677"/>
              </a:cxn>
              <a:cxn ang="0">
                <a:pos x="connsiteX29678" y="connsiteY29678"/>
              </a:cxn>
              <a:cxn ang="0">
                <a:pos x="connsiteX29679" y="connsiteY29679"/>
              </a:cxn>
              <a:cxn ang="0">
                <a:pos x="connsiteX29680" y="connsiteY29680"/>
              </a:cxn>
              <a:cxn ang="0">
                <a:pos x="connsiteX29681" y="connsiteY29681"/>
              </a:cxn>
              <a:cxn ang="0">
                <a:pos x="connsiteX29682" y="connsiteY29682"/>
              </a:cxn>
              <a:cxn ang="0">
                <a:pos x="connsiteX29683" y="connsiteY29683"/>
              </a:cxn>
              <a:cxn ang="0">
                <a:pos x="connsiteX29684" y="connsiteY29684"/>
              </a:cxn>
              <a:cxn ang="0">
                <a:pos x="connsiteX29685" y="connsiteY29685"/>
              </a:cxn>
              <a:cxn ang="0">
                <a:pos x="connsiteX29686" y="connsiteY29686"/>
              </a:cxn>
              <a:cxn ang="0">
                <a:pos x="connsiteX29687" y="connsiteY29687"/>
              </a:cxn>
              <a:cxn ang="0">
                <a:pos x="connsiteX29688" y="connsiteY29688"/>
              </a:cxn>
              <a:cxn ang="0">
                <a:pos x="connsiteX29689" y="connsiteY29689"/>
              </a:cxn>
              <a:cxn ang="0">
                <a:pos x="connsiteX29690" y="connsiteY29690"/>
              </a:cxn>
              <a:cxn ang="0">
                <a:pos x="connsiteX29691" y="connsiteY29691"/>
              </a:cxn>
              <a:cxn ang="0">
                <a:pos x="connsiteX29692" y="connsiteY29692"/>
              </a:cxn>
              <a:cxn ang="0">
                <a:pos x="connsiteX29693" y="connsiteY29693"/>
              </a:cxn>
              <a:cxn ang="0">
                <a:pos x="connsiteX29694" y="connsiteY29694"/>
              </a:cxn>
              <a:cxn ang="0">
                <a:pos x="connsiteX29695" y="connsiteY29695"/>
              </a:cxn>
              <a:cxn ang="0">
                <a:pos x="connsiteX29696" y="connsiteY29696"/>
              </a:cxn>
              <a:cxn ang="0">
                <a:pos x="connsiteX29697" y="connsiteY29697"/>
              </a:cxn>
              <a:cxn ang="0">
                <a:pos x="connsiteX29698" y="connsiteY29698"/>
              </a:cxn>
              <a:cxn ang="0">
                <a:pos x="connsiteX29699" y="connsiteY29699"/>
              </a:cxn>
              <a:cxn ang="0">
                <a:pos x="connsiteX29700" y="connsiteY29700"/>
              </a:cxn>
              <a:cxn ang="0">
                <a:pos x="connsiteX29701" y="connsiteY29701"/>
              </a:cxn>
              <a:cxn ang="0">
                <a:pos x="connsiteX29702" y="connsiteY29702"/>
              </a:cxn>
              <a:cxn ang="0">
                <a:pos x="connsiteX29703" y="connsiteY29703"/>
              </a:cxn>
              <a:cxn ang="0">
                <a:pos x="connsiteX29704" y="connsiteY29704"/>
              </a:cxn>
              <a:cxn ang="0">
                <a:pos x="connsiteX29705" y="connsiteY29705"/>
              </a:cxn>
              <a:cxn ang="0">
                <a:pos x="connsiteX29706" y="connsiteY29706"/>
              </a:cxn>
              <a:cxn ang="0">
                <a:pos x="connsiteX29707" y="connsiteY29707"/>
              </a:cxn>
              <a:cxn ang="0">
                <a:pos x="connsiteX29708" y="connsiteY29708"/>
              </a:cxn>
              <a:cxn ang="0">
                <a:pos x="connsiteX29709" y="connsiteY29709"/>
              </a:cxn>
              <a:cxn ang="0">
                <a:pos x="connsiteX29710" y="connsiteY29710"/>
              </a:cxn>
              <a:cxn ang="0">
                <a:pos x="connsiteX29711" y="connsiteY29711"/>
              </a:cxn>
              <a:cxn ang="0">
                <a:pos x="connsiteX29712" y="connsiteY29712"/>
              </a:cxn>
              <a:cxn ang="0">
                <a:pos x="connsiteX29713" y="connsiteY29713"/>
              </a:cxn>
              <a:cxn ang="0">
                <a:pos x="connsiteX29714" y="connsiteY29714"/>
              </a:cxn>
              <a:cxn ang="0">
                <a:pos x="connsiteX29715" y="connsiteY29715"/>
              </a:cxn>
              <a:cxn ang="0">
                <a:pos x="connsiteX29716" y="connsiteY29716"/>
              </a:cxn>
              <a:cxn ang="0">
                <a:pos x="connsiteX29717" y="connsiteY29717"/>
              </a:cxn>
              <a:cxn ang="0">
                <a:pos x="connsiteX29718" y="connsiteY29718"/>
              </a:cxn>
              <a:cxn ang="0">
                <a:pos x="connsiteX29719" y="connsiteY29719"/>
              </a:cxn>
              <a:cxn ang="0">
                <a:pos x="connsiteX29720" y="connsiteY29720"/>
              </a:cxn>
              <a:cxn ang="0">
                <a:pos x="connsiteX29721" y="connsiteY29721"/>
              </a:cxn>
              <a:cxn ang="0">
                <a:pos x="connsiteX29722" y="connsiteY29722"/>
              </a:cxn>
              <a:cxn ang="0">
                <a:pos x="connsiteX29723" y="connsiteY29723"/>
              </a:cxn>
              <a:cxn ang="0">
                <a:pos x="connsiteX29724" y="connsiteY29724"/>
              </a:cxn>
              <a:cxn ang="0">
                <a:pos x="connsiteX29725" y="connsiteY29725"/>
              </a:cxn>
              <a:cxn ang="0">
                <a:pos x="connsiteX29726" y="connsiteY29726"/>
              </a:cxn>
              <a:cxn ang="0">
                <a:pos x="connsiteX29727" y="connsiteY29727"/>
              </a:cxn>
              <a:cxn ang="0">
                <a:pos x="connsiteX29728" y="connsiteY29728"/>
              </a:cxn>
              <a:cxn ang="0">
                <a:pos x="connsiteX29729" y="connsiteY29729"/>
              </a:cxn>
              <a:cxn ang="0">
                <a:pos x="connsiteX29730" y="connsiteY29730"/>
              </a:cxn>
              <a:cxn ang="0">
                <a:pos x="connsiteX29731" y="connsiteY29731"/>
              </a:cxn>
              <a:cxn ang="0">
                <a:pos x="connsiteX29732" y="connsiteY29732"/>
              </a:cxn>
              <a:cxn ang="0">
                <a:pos x="connsiteX29733" y="connsiteY29733"/>
              </a:cxn>
              <a:cxn ang="0">
                <a:pos x="connsiteX29734" y="connsiteY29734"/>
              </a:cxn>
              <a:cxn ang="0">
                <a:pos x="connsiteX29735" y="connsiteY29735"/>
              </a:cxn>
              <a:cxn ang="0">
                <a:pos x="connsiteX29736" y="connsiteY29736"/>
              </a:cxn>
              <a:cxn ang="0">
                <a:pos x="connsiteX29737" y="connsiteY29737"/>
              </a:cxn>
              <a:cxn ang="0">
                <a:pos x="connsiteX29738" y="connsiteY29738"/>
              </a:cxn>
              <a:cxn ang="0">
                <a:pos x="connsiteX29739" y="connsiteY29739"/>
              </a:cxn>
              <a:cxn ang="0">
                <a:pos x="connsiteX29740" y="connsiteY29740"/>
              </a:cxn>
              <a:cxn ang="0">
                <a:pos x="connsiteX29741" y="connsiteY29741"/>
              </a:cxn>
              <a:cxn ang="0">
                <a:pos x="connsiteX29742" y="connsiteY29742"/>
              </a:cxn>
              <a:cxn ang="0">
                <a:pos x="connsiteX29743" y="connsiteY29743"/>
              </a:cxn>
              <a:cxn ang="0">
                <a:pos x="connsiteX29744" y="connsiteY29744"/>
              </a:cxn>
              <a:cxn ang="0">
                <a:pos x="connsiteX29745" y="connsiteY29745"/>
              </a:cxn>
              <a:cxn ang="0">
                <a:pos x="connsiteX29746" y="connsiteY29746"/>
              </a:cxn>
              <a:cxn ang="0">
                <a:pos x="connsiteX29747" y="connsiteY29747"/>
              </a:cxn>
              <a:cxn ang="0">
                <a:pos x="connsiteX29748" y="connsiteY29748"/>
              </a:cxn>
              <a:cxn ang="0">
                <a:pos x="connsiteX29749" y="connsiteY29749"/>
              </a:cxn>
              <a:cxn ang="0">
                <a:pos x="connsiteX29750" y="connsiteY29750"/>
              </a:cxn>
              <a:cxn ang="0">
                <a:pos x="connsiteX29751" y="connsiteY29751"/>
              </a:cxn>
              <a:cxn ang="0">
                <a:pos x="connsiteX29752" y="connsiteY29752"/>
              </a:cxn>
              <a:cxn ang="0">
                <a:pos x="connsiteX29753" y="connsiteY29753"/>
              </a:cxn>
              <a:cxn ang="0">
                <a:pos x="connsiteX29754" y="connsiteY29754"/>
              </a:cxn>
              <a:cxn ang="0">
                <a:pos x="connsiteX29755" y="connsiteY29755"/>
              </a:cxn>
              <a:cxn ang="0">
                <a:pos x="connsiteX29756" y="connsiteY29756"/>
              </a:cxn>
              <a:cxn ang="0">
                <a:pos x="connsiteX29757" y="connsiteY29757"/>
              </a:cxn>
              <a:cxn ang="0">
                <a:pos x="connsiteX29758" y="connsiteY29758"/>
              </a:cxn>
              <a:cxn ang="0">
                <a:pos x="connsiteX29759" y="connsiteY29759"/>
              </a:cxn>
              <a:cxn ang="0">
                <a:pos x="connsiteX29760" y="connsiteY29760"/>
              </a:cxn>
              <a:cxn ang="0">
                <a:pos x="connsiteX29761" y="connsiteY29761"/>
              </a:cxn>
              <a:cxn ang="0">
                <a:pos x="connsiteX29762" y="connsiteY29762"/>
              </a:cxn>
              <a:cxn ang="0">
                <a:pos x="connsiteX29763" y="connsiteY29763"/>
              </a:cxn>
              <a:cxn ang="0">
                <a:pos x="connsiteX29764" y="connsiteY29764"/>
              </a:cxn>
              <a:cxn ang="0">
                <a:pos x="connsiteX29765" y="connsiteY29765"/>
              </a:cxn>
              <a:cxn ang="0">
                <a:pos x="connsiteX29766" y="connsiteY29766"/>
              </a:cxn>
              <a:cxn ang="0">
                <a:pos x="connsiteX29767" y="connsiteY29767"/>
              </a:cxn>
              <a:cxn ang="0">
                <a:pos x="connsiteX29768" y="connsiteY29768"/>
              </a:cxn>
              <a:cxn ang="0">
                <a:pos x="connsiteX29769" y="connsiteY29769"/>
              </a:cxn>
              <a:cxn ang="0">
                <a:pos x="connsiteX29770" y="connsiteY29770"/>
              </a:cxn>
              <a:cxn ang="0">
                <a:pos x="connsiteX29771" y="connsiteY29771"/>
              </a:cxn>
              <a:cxn ang="0">
                <a:pos x="connsiteX29772" y="connsiteY29772"/>
              </a:cxn>
              <a:cxn ang="0">
                <a:pos x="connsiteX29773" y="connsiteY29773"/>
              </a:cxn>
              <a:cxn ang="0">
                <a:pos x="connsiteX29774" y="connsiteY29774"/>
              </a:cxn>
              <a:cxn ang="0">
                <a:pos x="connsiteX29775" y="connsiteY29775"/>
              </a:cxn>
              <a:cxn ang="0">
                <a:pos x="connsiteX29776" y="connsiteY29776"/>
              </a:cxn>
              <a:cxn ang="0">
                <a:pos x="connsiteX29777" y="connsiteY29777"/>
              </a:cxn>
              <a:cxn ang="0">
                <a:pos x="connsiteX29778" y="connsiteY29778"/>
              </a:cxn>
              <a:cxn ang="0">
                <a:pos x="connsiteX29779" y="connsiteY29779"/>
              </a:cxn>
              <a:cxn ang="0">
                <a:pos x="connsiteX29780" y="connsiteY29780"/>
              </a:cxn>
              <a:cxn ang="0">
                <a:pos x="connsiteX29781" y="connsiteY29781"/>
              </a:cxn>
              <a:cxn ang="0">
                <a:pos x="connsiteX29782" y="connsiteY29782"/>
              </a:cxn>
              <a:cxn ang="0">
                <a:pos x="connsiteX29783" y="connsiteY29783"/>
              </a:cxn>
              <a:cxn ang="0">
                <a:pos x="connsiteX29784" y="connsiteY29784"/>
              </a:cxn>
              <a:cxn ang="0">
                <a:pos x="connsiteX29785" y="connsiteY29785"/>
              </a:cxn>
              <a:cxn ang="0">
                <a:pos x="connsiteX29786" y="connsiteY29786"/>
              </a:cxn>
              <a:cxn ang="0">
                <a:pos x="connsiteX29787" y="connsiteY29787"/>
              </a:cxn>
              <a:cxn ang="0">
                <a:pos x="connsiteX29788" y="connsiteY29788"/>
              </a:cxn>
              <a:cxn ang="0">
                <a:pos x="connsiteX29789" y="connsiteY29789"/>
              </a:cxn>
              <a:cxn ang="0">
                <a:pos x="connsiteX29790" y="connsiteY29790"/>
              </a:cxn>
              <a:cxn ang="0">
                <a:pos x="connsiteX29791" y="connsiteY29791"/>
              </a:cxn>
              <a:cxn ang="0">
                <a:pos x="connsiteX29792" y="connsiteY29792"/>
              </a:cxn>
              <a:cxn ang="0">
                <a:pos x="connsiteX29793" y="connsiteY29793"/>
              </a:cxn>
              <a:cxn ang="0">
                <a:pos x="connsiteX29794" y="connsiteY29794"/>
              </a:cxn>
              <a:cxn ang="0">
                <a:pos x="connsiteX29795" y="connsiteY29795"/>
              </a:cxn>
              <a:cxn ang="0">
                <a:pos x="connsiteX29796" y="connsiteY29796"/>
              </a:cxn>
              <a:cxn ang="0">
                <a:pos x="connsiteX29797" y="connsiteY29797"/>
              </a:cxn>
              <a:cxn ang="0">
                <a:pos x="connsiteX29798" y="connsiteY29798"/>
              </a:cxn>
              <a:cxn ang="0">
                <a:pos x="connsiteX29799" y="connsiteY29799"/>
              </a:cxn>
              <a:cxn ang="0">
                <a:pos x="connsiteX29800" y="connsiteY29800"/>
              </a:cxn>
              <a:cxn ang="0">
                <a:pos x="connsiteX29801" y="connsiteY29801"/>
              </a:cxn>
              <a:cxn ang="0">
                <a:pos x="connsiteX29802" y="connsiteY29802"/>
              </a:cxn>
              <a:cxn ang="0">
                <a:pos x="connsiteX29803" y="connsiteY29803"/>
              </a:cxn>
              <a:cxn ang="0">
                <a:pos x="connsiteX29804" y="connsiteY29804"/>
              </a:cxn>
              <a:cxn ang="0">
                <a:pos x="connsiteX29805" y="connsiteY29805"/>
              </a:cxn>
              <a:cxn ang="0">
                <a:pos x="connsiteX29806" y="connsiteY29806"/>
              </a:cxn>
              <a:cxn ang="0">
                <a:pos x="connsiteX29807" y="connsiteY29807"/>
              </a:cxn>
              <a:cxn ang="0">
                <a:pos x="connsiteX29808" y="connsiteY29808"/>
              </a:cxn>
              <a:cxn ang="0">
                <a:pos x="connsiteX29809" y="connsiteY29809"/>
              </a:cxn>
              <a:cxn ang="0">
                <a:pos x="connsiteX29810" y="connsiteY29810"/>
              </a:cxn>
              <a:cxn ang="0">
                <a:pos x="connsiteX29811" y="connsiteY29811"/>
              </a:cxn>
              <a:cxn ang="0">
                <a:pos x="connsiteX29812" y="connsiteY29812"/>
              </a:cxn>
              <a:cxn ang="0">
                <a:pos x="connsiteX29813" y="connsiteY29813"/>
              </a:cxn>
              <a:cxn ang="0">
                <a:pos x="connsiteX29814" y="connsiteY29814"/>
              </a:cxn>
              <a:cxn ang="0">
                <a:pos x="connsiteX29815" y="connsiteY29815"/>
              </a:cxn>
              <a:cxn ang="0">
                <a:pos x="connsiteX29816" y="connsiteY29816"/>
              </a:cxn>
              <a:cxn ang="0">
                <a:pos x="connsiteX29817" y="connsiteY29817"/>
              </a:cxn>
              <a:cxn ang="0">
                <a:pos x="connsiteX29818" y="connsiteY29818"/>
              </a:cxn>
              <a:cxn ang="0">
                <a:pos x="connsiteX29819" y="connsiteY29819"/>
              </a:cxn>
              <a:cxn ang="0">
                <a:pos x="connsiteX29820" y="connsiteY29820"/>
              </a:cxn>
              <a:cxn ang="0">
                <a:pos x="connsiteX29821" y="connsiteY29821"/>
              </a:cxn>
              <a:cxn ang="0">
                <a:pos x="connsiteX29822" y="connsiteY29822"/>
              </a:cxn>
              <a:cxn ang="0">
                <a:pos x="connsiteX29823" y="connsiteY29823"/>
              </a:cxn>
              <a:cxn ang="0">
                <a:pos x="connsiteX29824" y="connsiteY29824"/>
              </a:cxn>
              <a:cxn ang="0">
                <a:pos x="connsiteX29825" y="connsiteY29825"/>
              </a:cxn>
              <a:cxn ang="0">
                <a:pos x="connsiteX29826" y="connsiteY29826"/>
              </a:cxn>
              <a:cxn ang="0">
                <a:pos x="connsiteX29827" y="connsiteY29827"/>
              </a:cxn>
              <a:cxn ang="0">
                <a:pos x="connsiteX29828" y="connsiteY29828"/>
              </a:cxn>
              <a:cxn ang="0">
                <a:pos x="connsiteX29829" y="connsiteY29829"/>
              </a:cxn>
              <a:cxn ang="0">
                <a:pos x="connsiteX29830" y="connsiteY29830"/>
              </a:cxn>
              <a:cxn ang="0">
                <a:pos x="connsiteX29831" y="connsiteY29831"/>
              </a:cxn>
              <a:cxn ang="0">
                <a:pos x="connsiteX29832" y="connsiteY29832"/>
              </a:cxn>
              <a:cxn ang="0">
                <a:pos x="connsiteX29833" y="connsiteY29833"/>
              </a:cxn>
              <a:cxn ang="0">
                <a:pos x="connsiteX29834" y="connsiteY29834"/>
              </a:cxn>
              <a:cxn ang="0">
                <a:pos x="connsiteX29835" y="connsiteY29835"/>
              </a:cxn>
              <a:cxn ang="0">
                <a:pos x="connsiteX29836" y="connsiteY29836"/>
              </a:cxn>
              <a:cxn ang="0">
                <a:pos x="connsiteX29837" y="connsiteY29837"/>
              </a:cxn>
              <a:cxn ang="0">
                <a:pos x="connsiteX29838" y="connsiteY29838"/>
              </a:cxn>
              <a:cxn ang="0">
                <a:pos x="connsiteX29839" y="connsiteY29839"/>
              </a:cxn>
              <a:cxn ang="0">
                <a:pos x="connsiteX29840" y="connsiteY29840"/>
              </a:cxn>
              <a:cxn ang="0">
                <a:pos x="connsiteX29841" y="connsiteY29841"/>
              </a:cxn>
              <a:cxn ang="0">
                <a:pos x="connsiteX29842" y="connsiteY29842"/>
              </a:cxn>
              <a:cxn ang="0">
                <a:pos x="connsiteX29843" y="connsiteY29843"/>
              </a:cxn>
              <a:cxn ang="0">
                <a:pos x="connsiteX29844" y="connsiteY29844"/>
              </a:cxn>
              <a:cxn ang="0">
                <a:pos x="connsiteX29845" y="connsiteY29845"/>
              </a:cxn>
              <a:cxn ang="0">
                <a:pos x="connsiteX29846" y="connsiteY29846"/>
              </a:cxn>
              <a:cxn ang="0">
                <a:pos x="connsiteX29847" y="connsiteY29847"/>
              </a:cxn>
              <a:cxn ang="0">
                <a:pos x="connsiteX29848" y="connsiteY29848"/>
              </a:cxn>
              <a:cxn ang="0">
                <a:pos x="connsiteX29849" y="connsiteY29849"/>
              </a:cxn>
              <a:cxn ang="0">
                <a:pos x="connsiteX29850" y="connsiteY29850"/>
              </a:cxn>
              <a:cxn ang="0">
                <a:pos x="connsiteX29851" y="connsiteY29851"/>
              </a:cxn>
              <a:cxn ang="0">
                <a:pos x="connsiteX29852" y="connsiteY29852"/>
              </a:cxn>
              <a:cxn ang="0">
                <a:pos x="connsiteX29853" y="connsiteY29853"/>
              </a:cxn>
              <a:cxn ang="0">
                <a:pos x="connsiteX29854" y="connsiteY29854"/>
              </a:cxn>
              <a:cxn ang="0">
                <a:pos x="connsiteX29855" y="connsiteY29855"/>
              </a:cxn>
              <a:cxn ang="0">
                <a:pos x="connsiteX29856" y="connsiteY29856"/>
              </a:cxn>
              <a:cxn ang="0">
                <a:pos x="connsiteX29857" y="connsiteY29857"/>
              </a:cxn>
              <a:cxn ang="0">
                <a:pos x="connsiteX29858" y="connsiteY29858"/>
              </a:cxn>
              <a:cxn ang="0">
                <a:pos x="connsiteX29859" y="connsiteY29859"/>
              </a:cxn>
              <a:cxn ang="0">
                <a:pos x="connsiteX29860" y="connsiteY29860"/>
              </a:cxn>
              <a:cxn ang="0">
                <a:pos x="connsiteX29861" y="connsiteY29861"/>
              </a:cxn>
              <a:cxn ang="0">
                <a:pos x="connsiteX29862" y="connsiteY29862"/>
              </a:cxn>
              <a:cxn ang="0">
                <a:pos x="connsiteX29863" y="connsiteY29863"/>
              </a:cxn>
              <a:cxn ang="0">
                <a:pos x="connsiteX29864" y="connsiteY29864"/>
              </a:cxn>
              <a:cxn ang="0">
                <a:pos x="connsiteX29865" y="connsiteY29865"/>
              </a:cxn>
              <a:cxn ang="0">
                <a:pos x="connsiteX29866" y="connsiteY29866"/>
              </a:cxn>
              <a:cxn ang="0">
                <a:pos x="connsiteX29867" y="connsiteY29867"/>
              </a:cxn>
              <a:cxn ang="0">
                <a:pos x="connsiteX29868" y="connsiteY29868"/>
              </a:cxn>
              <a:cxn ang="0">
                <a:pos x="connsiteX29869" y="connsiteY29869"/>
              </a:cxn>
              <a:cxn ang="0">
                <a:pos x="connsiteX29870" y="connsiteY29870"/>
              </a:cxn>
              <a:cxn ang="0">
                <a:pos x="connsiteX29871" y="connsiteY29871"/>
              </a:cxn>
              <a:cxn ang="0">
                <a:pos x="connsiteX29872" y="connsiteY29872"/>
              </a:cxn>
              <a:cxn ang="0">
                <a:pos x="connsiteX29873" y="connsiteY29873"/>
              </a:cxn>
              <a:cxn ang="0">
                <a:pos x="connsiteX29874" y="connsiteY29874"/>
              </a:cxn>
              <a:cxn ang="0">
                <a:pos x="connsiteX29875" y="connsiteY29875"/>
              </a:cxn>
              <a:cxn ang="0">
                <a:pos x="connsiteX29876" y="connsiteY29876"/>
              </a:cxn>
              <a:cxn ang="0">
                <a:pos x="connsiteX29877" y="connsiteY29877"/>
              </a:cxn>
              <a:cxn ang="0">
                <a:pos x="connsiteX29878" y="connsiteY29878"/>
              </a:cxn>
              <a:cxn ang="0">
                <a:pos x="connsiteX29879" y="connsiteY29879"/>
              </a:cxn>
              <a:cxn ang="0">
                <a:pos x="connsiteX29880" y="connsiteY29880"/>
              </a:cxn>
              <a:cxn ang="0">
                <a:pos x="connsiteX29881" y="connsiteY29881"/>
              </a:cxn>
              <a:cxn ang="0">
                <a:pos x="connsiteX29882" y="connsiteY29882"/>
              </a:cxn>
              <a:cxn ang="0">
                <a:pos x="connsiteX29883" y="connsiteY29883"/>
              </a:cxn>
              <a:cxn ang="0">
                <a:pos x="connsiteX29884" y="connsiteY29884"/>
              </a:cxn>
              <a:cxn ang="0">
                <a:pos x="connsiteX29885" y="connsiteY29885"/>
              </a:cxn>
              <a:cxn ang="0">
                <a:pos x="connsiteX29886" y="connsiteY29886"/>
              </a:cxn>
              <a:cxn ang="0">
                <a:pos x="connsiteX29887" y="connsiteY29887"/>
              </a:cxn>
              <a:cxn ang="0">
                <a:pos x="connsiteX29888" y="connsiteY29888"/>
              </a:cxn>
              <a:cxn ang="0">
                <a:pos x="connsiteX29889" y="connsiteY29889"/>
              </a:cxn>
              <a:cxn ang="0">
                <a:pos x="connsiteX29890" y="connsiteY29890"/>
              </a:cxn>
              <a:cxn ang="0">
                <a:pos x="connsiteX29891" y="connsiteY29891"/>
              </a:cxn>
              <a:cxn ang="0">
                <a:pos x="connsiteX29892" y="connsiteY29892"/>
              </a:cxn>
              <a:cxn ang="0">
                <a:pos x="connsiteX29893" y="connsiteY29893"/>
              </a:cxn>
              <a:cxn ang="0">
                <a:pos x="connsiteX29894" y="connsiteY29894"/>
              </a:cxn>
              <a:cxn ang="0">
                <a:pos x="connsiteX29895" y="connsiteY29895"/>
              </a:cxn>
              <a:cxn ang="0">
                <a:pos x="connsiteX29896" y="connsiteY29896"/>
              </a:cxn>
              <a:cxn ang="0">
                <a:pos x="connsiteX29897" y="connsiteY29897"/>
              </a:cxn>
              <a:cxn ang="0">
                <a:pos x="connsiteX29898" y="connsiteY29898"/>
              </a:cxn>
              <a:cxn ang="0">
                <a:pos x="connsiteX29899" y="connsiteY29899"/>
              </a:cxn>
              <a:cxn ang="0">
                <a:pos x="connsiteX29900" y="connsiteY29900"/>
              </a:cxn>
              <a:cxn ang="0">
                <a:pos x="connsiteX29901" y="connsiteY29901"/>
              </a:cxn>
              <a:cxn ang="0">
                <a:pos x="connsiteX29902" y="connsiteY29902"/>
              </a:cxn>
              <a:cxn ang="0">
                <a:pos x="connsiteX29903" y="connsiteY29903"/>
              </a:cxn>
              <a:cxn ang="0">
                <a:pos x="connsiteX29904" y="connsiteY29904"/>
              </a:cxn>
              <a:cxn ang="0">
                <a:pos x="connsiteX29905" y="connsiteY29905"/>
              </a:cxn>
              <a:cxn ang="0">
                <a:pos x="connsiteX29906" y="connsiteY29906"/>
              </a:cxn>
              <a:cxn ang="0">
                <a:pos x="connsiteX29907" y="connsiteY29907"/>
              </a:cxn>
              <a:cxn ang="0">
                <a:pos x="connsiteX29908" y="connsiteY29908"/>
              </a:cxn>
              <a:cxn ang="0">
                <a:pos x="connsiteX29909" y="connsiteY29909"/>
              </a:cxn>
              <a:cxn ang="0">
                <a:pos x="connsiteX29910" y="connsiteY29910"/>
              </a:cxn>
              <a:cxn ang="0">
                <a:pos x="connsiteX29911" y="connsiteY29911"/>
              </a:cxn>
              <a:cxn ang="0">
                <a:pos x="connsiteX29912" y="connsiteY29912"/>
              </a:cxn>
              <a:cxn ang="0">
                <a:pos x="connsiteX29913" y="connsiteY29913"/>
              </a:cxn>
              <a:cxn ang="0">
                <a:pos x="connsiteX29914" y="connsiteY29914"/>
              </a:cxn>
              <a:cxn ang="0">
                <a:pos x="connsiteX29915" y="connsiteY29915"/>
              </a:cxn>
              <a:cxn ang="0">
                <a:pos x="connsiteX29916" y="connsiteY29916"/>
              </a:cxn>
              <a:cxn ang="0">
                <a:pos x="connsiteX29917" y="connsiteY29917"/>
              </a:cxn>
              <a:cxn ang="0">
                <a:pos x="connsiteX29918" y="connsiteY29918"/>
              </a:cxn>
              <a:cxn ang="0">
                <a:pos x="connsiteX29919" y="connsiteY29919"/>
              </a:cxn>
              <a:cxn ang="0">
                <a:pos x="connsiteX29920" y="connsiteY29920"/>
              </a:cxn>
              <a:cxn ang="0">
                <a:pos x="connsiteX29921" y="connsiteY29921"/>
              </a:cxn>
              <a:cxn ang="0">
                <a:pos x="connsiteX29922" y="connsiteY29922"/>
              </a:cxn>
              <a:cxn ang="0">
                <a:pos x="connsiteX29923" y="connsiteY29923"/>
              </a:cxn>
              <a:cxn ang="0">
                <a:pos x="connsiteX29924" y="connsiteY29924"/>
              </a:cxn>
              <a:cxn ang="0">
                <a:pos x="connsiteX29925" y="connsiteY29925"/>
              </a:cxn>
              <a:cxn ang="0">
                <a:pos x="connsiteX29926" y="connsiteY29926"/>
              </a:cxn>
              <a:cxn ang="0">
                <a:pos x="connsiteX29927" y="connsiteY29927"/>
              </a:cxn>
              <a:cxn ang="0">
                <a:pos x="connsiteX29928" y="connsiteY29928"/>
              </a:cxn>
              <a:cxn ang="0">
                <a:pos x="connsiteX29929" y="connsiteY29929"/>
              </a:cxn>
              <a:cxn ang="0">
                <a:pos x="connsiteX29930" y="connsiteY29930"/>
              </a:cxn>
              <a:cxn ang="0">
                <a:pos x="connsiteX29931" y="connsiteY29931"/>
              </a:cxn>
              <a:cxn ang="0">
                <a:pos x="connsiteX29932" y="connsiteY29932"/>
              </a:cxn>
              <a:cxn ang="0">
                <a:pos x="connsiteX29933" y="connsiteY29933"/>
              </a:cxn>
              <a:cxn ang="0">
                <a:pos x="connsiteX29934" y="connsiteY29934"/>
              </a:cxn>
              <a:cxn ang="0">
                <a:pos x="connsiteX29935" y="connsiteY29935"/>
              </a:cxn>
              <a:cxn ang="0">
                <a:pos x="connsiteX29936" y="connsiteY29936"/>
              </a:cxn>
              <a:cxn ang="0">
                <a:pos x="connsiteX29937" y="connsiteY29937"/>
              </a:cxn>
              <a:cxn ang="0">
                <a:pos x="connsiteX29938" y="connsiteY29938"/>
              </a:cxn>
              <a:cxn ang="0">
                <a:pos x="connsiteX29939" y="connsiteY29939"/>
              </a:cxn>
              <a:cxn ang="0">
                <a:pos x="connsiteX29940" y="connsiteY29940"/>
              </a:cxn>
              <a:cxn ang="0">
                <a:pos x="connsiteX29941" y="connsiteY29941"/>
              </a:cxn>
              <a:cxn ang="0">
                <a:pos x="connsiteX29942" y="connsiteY29942"/>
              </a:cxn>
              <a:cxn ang="0">
                <a:pos x="connsiteX29943" y="connsiteY29943"/>
              </a:cxn>
              <a:cxn ang="0">
                <a:pos x="connsiteX29944" y="connsiteY29944"/>
              </a:cxn>
              <a:cxn ang="0">
                <a:pos x="connsiteX29945" y="connsiteY29945"/>
              </a:cxn>
              <a:cxn ang="0">
                <a:pos x="connsiteX29946" y="connsiteY29946"/>
              </a:cxn>
              <a:cxn ang="0">
                <a:pos x="connsiteX29947" y="connsiteY29947"/>
              </a:cxn>
              <a:cxn ang="0">
                <a:pos x="connsiteX29948" y="connsiteY29948"/>
              </a:cxn>
              <a:cxn ang="0">
                <a:pos x="connsiteX29949" y="connsiteY29949"/>
              </a:cxn>
              <a:cxn ang="0">
                <a:pos x="connsiteX29950" y="connsiteY29950"/>
              </a:cxn>
              <a:cxn ang="0">
                <a:pos x="connsiteX29951" y="connsiteY29951"/>
              </a:cxn>
              <a:cxn ang="0">
                <a:pos x="connsiteX29952" y="connsiteY29952"/>
              </a:cxn>
              <a:cxn ang="0">
                <a:pos x="connsiteX29953" y="connsiteY29953"/>
              </a:cxn>
              <a:cxn ang="0">
                <a:pos x="connsiteX29954" y="connsiteY29954"/>
              </a:cxn>
              <a:cxn ang="0">
                <a:pos x="connsiteX29955" y="connsiteY29955"/>
              </a:cxn>
              <a:cxn ang="0">
                <a:pos x="connsiteX29956" y="connsiteY29956"/>
              </a:cxn>
              <a:cxn ang="0">
                <a:pos x="connsiteX29957" y="connsiteY29957"/>
              </a:cxn>
              <a:cxn ang="0">
                <a:pos x="connsiteX29958" y="connsiteY29958"/>
              </a:cxn>
              <a:cxn ang="0">
                <a:pos x="connsiteX29959" y="connsiteY29959"/>
              </a:cxn>
              <a:cxn ang="0">
                <a:pos x="connsiteX29960" y="connsiteY29960"/>
              </a:cxn>
              <a:cxn ang="0">
                <a:pos x="connsiteX29961" y="connsiteY29961"/>
              </a:cxn>
              <a:cxn ang="0">
                <a:pos x="connsiteX29962" y="connsiteY29962"/>
              </a:cxn>
              <a:cxn ang="0">
                <a:pos x="connsiteX29963" y="connsiteY29963"/>
              </a:cxn>
              <a:cxn ang="0">
                <a:pos x="connsiteX29964" y="connsiteY29964"/>
              </a:cxn>
              <a:cxn ang="0">
                <a:pos x="connsiteX29965" y="connsiteY29965"/>
              </a:cxn>
              <a:cxn ang="0">
                <a:pos x="connsiteX29966" y="connsiteY29966"/>
              </a:cxn>
              <a:cxn ang="0">
                <a:pos x="connsiteX29967" y="connsiteY29967"/>
              </a:cxn>
              <a:cxn ang="0">
                <a:pos x="connsiteX29968" y="connsiteY29968"/>
              </a:cxn>
              <a:cxn ang="0">
                <a:pos x="connsiteX29969" y="connsiteY29969"/>
              </a:cxn>
              <a:cxn ang="0">
                <a:pos x="connsiteX29970" y="connsiteY29970"/>
              </a:cxn>
              <a:cxn ang="0">
                <a:pos x="connsiteX29971" y="connsiteY29971"/>
              </a:cxn>
              <a:cxn ang="0">
                <a:pos x="connsiteX29972" y="connsiteY29972"/>
              </a:cxn>
              <a:cxn ang="0">
                <a:pos x="connsiteX29973" y="connsiteY29973"/>
              </a:cxn>
              <a:cxn ang="0">
                <a:pos x="connsiteX29974" y="connsiteY29974"/>
              </a:cxn>
              <a:cxn ang="0">
                <a:pos x="connsiteX29975" y="connsiteY29975"/>
              </a:cxn>
              <a:cxn ang="0">
                <a:pos x="connsiteX29976" y="connsiteY29976"/>
              </a:cxn>
              <a:cxn ang="0">
                <a:pos x="connsiteX29977" y="connsiteY29977"/>
              </a:cxn>
              <a:cxn ang="0">
                <a:pos x="connsiteX29978" y="connsiteY29978"/>
              </a:cxn>
              <a:cxn ang="0">
                <a:pos x="connsiteX29979" y="connsiteY29979"/>
              </a:cxn>
              <a:cxn ang="0">
                <a:pos x="connsiteX29980" y="connsiteY29980"/>
              </a:cxn>
              <a:cxn ang="0">
                <a:pos x="connsiteX29981" y="connsiteY29981"/>
              </a:cxn>
              <a:cxn ang="0">
                <a:pos x="connsiteX29982" y="connsiteY29982"/>
              </a:cxn>
              <a:cxn ang="0">
                <a:pos x="connsiteX29983" y="connsiteY29983"/>
              </a:cxn>
              <a:cxn ang="0">
                <a:pos x="connsiteX29984" y="connsiteY29984"/>
              </a:cxn>
              <a:cxn ang="0">
                <a:pos x="connsiteX29985" y="connsiteY29985"/>
              </a:cxn>
              <a:cxn ang="0">
                <a:pos x="connsiteX29986" y="connsiteY29986"/>
              </a:cxn>
              <a:cxn ang="0">
                <a:pos x="connsiteX29987" y="connsiteY29987"/>
              </a:cxn>
              <a:cxn ang="0">
                <a:pos x="connsiteX29988" y="connsiteY29988"/>
              </a:cxn>
              <a:cxn ang="0">
                <a:pos x="connsiteX29989" y="connsiteY29989"/>
              </a:cxn>
              <a:cxn ang="0">
                <a:pos x="connsiteX29990" y="connsiteY29990"/>
              </a:cxn>
              <a:cxn ang="0">
                <a:pos x="connsiteX29991" y="connsiteY29991"/>
              </a:cxn>
              <a:cxn ang="0">
                <a:pos x="connsiteX29992" y="connsiteY29992"/>
              </a:cxn>
              <a:cxn ang="0">
                <a:pos x="connsiteX29993" y="connsiteY29993"/>
              </a:cxn>
              <a:cxn ang="0">
                <a:pos x="connsiteX29994" y="connsiteY29994"/>
              </a:cxn>
              <a:cxn ang="0">
                <a:pos x="connsiteX29995" y="connsiteY29995"/>
              </a:cxn>
              <a:cxn ang="0">
                <a:pos x="connsiteX29996" y="connsiteY29996"/>
              </a:cxn>
              <a:cxn ang="0">
                <a:pos x="connsiteX29997" y="connsiteY29997"/>
              </a:cxn>
              <a:cxn ang="0">
                <a:pos x="connsiteX29998" y="connsiteY29998"/>
              </a:cxn>
              <a:cxn ang="0">
                <a:pos x="connsiteX29999" y="connsiteY29999"/>
              </a:cxn>
              <a:cxn ang="0">
                <a:pos x="connsiteX30000" y="connsiteY30000"/>
              </a:cxn>
              <a:cxn ang="0">
                <a:pos x="connsiteX30001" y="connsiteY30001"/>
              </a:cxn>
              <a:cxn ang="0">
                <a:pos x="connsiteX30002" y="connsiteY30002"/>
              </a:cxn>
              <a:cxn ang="0">
                <a:pos x="connsiteX30003" y="connsiteY30003"/>
              </a:cxn>
              <a:cxn ang="0">
                <a:pos x="connsiteX30004" y="connsiteY30004"/>
              </a:cxn>
              <a:cxn ang="0">
                <a:pos x="connsiteX30005" y="connsiteY30005"/>
              </a:cxn>
              <a:cxn ang="0">
                <a:pos x="connsiteX30006" y="connsiteY30006"/>
              </a:cxn>
              <a:cxn ang="0">
                <a:pos x="connsiteX30007" y="connsiteY30007"/>
              </a:cxn>
              <a:cxn ang="0">
                <a:pos x="connsiteX30008" y="connsiteY30008"/>
              </a:cxn>
              <a:cxn ang="0">
                <a:pos x="connsiteX30009" y="connsiteY30009"/>
              </a:cxn>
              <a:cxn ang="0">
                <a:pos x="connsiteX30010" y="connsiteY30010"/>
              </a:cxn>
              <a:cxn ang="0">
                <a:pos x="connsiteX30011" y="connsiteY30011"/>
              </a:cxn>
              <a:cxn ang="0">
                <a:pos x="connsiteX30012" y="connsiteY30012"/>
              </a:cxn>
              <a:cxn ang="0">
                <a:pos x="connsiteX30013" y="connsiteY30013"/>
              </a:cxn>
              <a:cxn ang="0">
                <a:pos x="connsiteX30014" y="connsiteY30014"/>
              </a:cxn>
              <a:cxn ang="0">
                <a:pos x="connsiteX30015" y="connsiteY30015"/>
              </a:cxn>
              <a:cxn ang="0">
                <a:pos x="connsiteX30016" y="connsiteY30016"/>
              </a:cxn>
              <a:cxn ang="0">
                <a:pos x="connsiteX30017" y="connsiteY30017"/>
              </a:cxn>
              <a:cxn ang="0">
                <a:pos x="connsiteX30018" y="connsiteY30018"/>
              </a:cxn>
              <a:cxn ang="0">
                <a:pos x="connsiteX30019" y="connsiteY30019"/>
              </a:cxn>
              <a:cxn ang="0">
                <a:pos x="connsiteX30020" y="connsiteY30020"/>
              </a:cxn>
              <a:cxn ang="0">
                <a:pos x="connsiteX30021" y="connsiteY30021"/>
              </a:cxn>
              <a:cxn ang="0">
                <a:pos x="connsiteX30022" y="connsiteY30022"/>
              </a:cxn>
              <a:cxn ang="0">
                <a:pos x="connsiteX30023" y="connsiteY30023"/>
              </a:cxn>
              <a:cxn ang="0">
                <a:pos x="connsiteX30024" y="connsiteY30024"/>
              </a:cxn>
              <a:cxn ang="0">
                <a:pos x="connsiteX30025" y="connsiteY30025"/>
              </a:cxn>
              <a:cxn ang="0">
                <a:pos x="connsiteX30026" y="connsiteY30026"/>
              </a:cxn>
              <a:cxn ang="0">
                <a:pos x="connsiteX30027" y="connsiteY30027"/>
              </a:cxn>
              <a:cxn ang="0">
                <a:pos x="connsiteX30028" y="connsiteY30028"/>
              </a:cxn>
              <a:cxn ang="0">
                <a:pos x="connsiteX30029" y="connsiteY30029"/>
              </a:cxn>
              <a:cxn ang="0">
                <a:pos x="connsiteX30030" y="connsiteY30030"/>
              </a:cxn>
              <a:cxn ang="0">
                <a:pos x="connsiteX30031" y="connsiteY30031"/>
              </a:cxn>
              <a:cxn ang="0">
                <a:pos x="connsiteX30032" y="connsiteY30032"/>
              </a:cxn>
              <a:cxn ang="0">
                <a:pos x="connsiteX30033" y="connsiteY30033"/>
              </a:cxn>
              <a:cxn ang="0">
                <a:pos x="connsiteX30034" y="connsiteY30034"/>
              </a:cxn>
              <a:cxn ang="0">
                <a:pos x="connsiteX30035" y="connsiteY30035"/>
              </a:cxn>
              <a:cxn ang="0">
                <a:pos x="connsiteX30036" y="connsiteY30036"/>
              </a:cxn>
              <a:cxn ang="0">
                <a:pos x="connsiteX30037" y="connsiteY30037"/>
              </a:cxn>
              <a:cxn ang="0">
                <a:pos x="connsiteX30038" y="connsiteY30038"/>
              </a:cxn>
              <a:cxn ang="0">
                <a:pos x="connsiteX30039" y="connsiteY30039"/>
              </a:cxn>
              <a:cxn ang="0">
                <a:pos x="connsiteX30040" y="connsiteY30040"/>
              </a:cxn>
              <a:cxn ang="0">
                <a:pos x="connsiteX30041" y="connsiteY30041"/>
              </a:cxn>
              <a:cxn ang="0">
                <a:pos x="connsiteX30042" y="connsiteY30042"/>
              </a:cxn>
              <a:cxn ang="0">
                <a:pos x="connsiteX30043" y="connsiteY30043"/>
              </a:cxn>
              <a:cxn ang="0">
                <a:pos x="connsiteX30044" y="connsiteY30044"/>
              </a:cxn>
              <a:cxn ang="0">
                <a:pos x="connsiteX30045" y="connsiteY30045"/>
              </a:cxn>
              <a:cxn ang="0">
                <a:pos x="connsiteX30046" y="connsiteY30046"/>
              </a:cxn>
              <a:cxn ang="0">
                <a:pos x="connsiteX30047" y="connsiteY30047"/>
              </a:cxn>
              <a:cxn ang="0">
                <a:pos x="connsiteX30048" y="connsiteY30048"/>
              </a:cxn>
              <a:cxn ang="0">
                <a:pos x="connsiteX30049" y="connsiteY30049"/>
              </a:cxn>
              <a:cxn ang="0">
                <a:pos x="connsiteX30050" y="connsiteY30050"/>
              </a:cxn>
              <a:cxn ang="0">
                <a:pos x="connsiteX30051" y="connsiteY30051"/>
              </a:cxn>
              <a:cxn ang="0">
                <a:pos x="connsiteX30052" y="connsiteY30052"/>
              </a:cxn>
              <a:cxn ang="0">
                <a:pos x="connsiteX30053" y="connsiteY30053"/>
              </a:cxn>
              <a:cxn ang="0">
                <a:pos x="connsiteX30054" y="connsiteY30054"/>
              </a:cxn>
              <a:cxn ang="0">
                <a:pos x="connsiteX30055" y="connsiteY30055"/>
              </a:cxn>
              <a:cxn ang="0">
                <a:pos x="connsiteX30056" y="connsiteY30056"/>
              </a:cxn>
              <a:cxn ang="0">
                <a:pos x="connsiteX30057" y="connsiteY30057"/>
              </a:cxn>
              <a:cxn ang="0">
                <a:pos x="connsiteX30058" y="connsiteY30058"/>
              </a:cxn>
              <a:cxn ang="0">
                <a:pos x="connsiteX30059" y="connsiteY30059"/>
              </a:cxn>
              <a:cxn ang="0">
                <a:pos x="connsiteX30060" y="connsiteY30060"/>
              </a:cxn>
              <a:cxn ang="0">
                <a:pos x="connsiteX30061" y="connsiteY30061"/>
              </a:cxn>
              <a:cxn ang="0">
                <a:pos x="connsiteX30062" y="connsiteY30062"/>
              </a:cxn>
              <a:cxn ang="0">
                <a:pos x="connsiteX30063" y="connsiteY30063"/>
              </a:cxn>
              <a:cxn ang="0">
                <a:pos x="connsiteX30064" y="connsiteY30064"/>
              </a:cxn>
              <a:cxn ang="0">
                <a:pos x="connsiteX30065" y="connsiteY30065"/>
              </a:cxn>
              <a:cxn ang="0">
                <a:pos x="connsiteX30066" y="connsiteY30066"/>
              </a:cxn>
              <a:cxn ang="0">
                <a:pos x="connsiteX30067" y="connsiteY30067"/>
              </a:cxn>
              <a:cxn ang="0">
                <a:pos x="connsiteX30068" y="connsiteY30068"/>
              </a:cxn>
              <a:cxn ang="0">
                <a:pos x="connsiteX30069" y="connsiteY30069"/>
              </a:cxn>
              <a:cxn ang="0">
                <a:pos x="connsiteX30070" y="connsiteY30070"/>
              </a:cxn>
              <a:cxn ang="0">
                <a:pos x="connsiteX30071" y="connsiteY30071"/>
              </a:cxn>
              <a:cxn ang="0">
                <a:pos x="connsiteX30072" y="connsiteY30072"/>
              </a:cxn>
              <a:cxn ang="0">
                <a:pos x="connsiteX30073" y="connsiteY30073"/>
              </a:cxn>
              <a:cxn ang="0">
                <a:pos x="connsiteX30074" y="connsiteY30074"/>
              </a:cxn>
              <a:cxn ang="0">
                <a:pos x="connsiteX30075" y="connsiteY30075"/>
              </a:cxn>
              <a:cxn ang="0">
                <a:pos x="connsiteX30076" y="connsiteY30076"/>
              </a:cxn>
              <a:cxn ang="0">
                <a:pos x="connsiteX30077" y="connsiteY30077"/>
              </a:cxn>
              <a:cxn ang="0">
                <a:pos x="connsiteX30078" y="connsiteY30078"/>
              </a:cxn>
              <a:cxn ang="0">
                <a:pos x="connsiteX30079" y="connsiteY30079"/>
              </a:cxn>
              <a:cxn ang="0">
                <a:pos x="connsiteX30080" y="connsiteY30080"/>
              </a:cxn>
              <a:cxn ang="0">
                <a:pos x="connsiteX30081" y="connsiteY30081"/>
              </a:cxn>
              <a:cxn ang="0">
                <a:pos x="connsiteX30082" y="connsiteY30082"/>
              </a:cxn>
              <a:cxn ang="0">
                <a:pos x="connsiteX30083" y="connsiteY30083"/>
              </a:cxn>
              <a:cxn ang="0">
                <a:pos x="connsiteX30084" y="connsiteY30084"/>
              </a:cxn>
              <a:cxn ang="0">
                <a:pos x="connsiteX30085" y="connsiteY30085"/>
              </a:cxn>
              <a:cxn ang="0">
                <a:pos x="connsiteX30086" y="connsiteY30086"/>
              </a:cxn>
              <a:cxn ang="0">
                <a:pos x="connsiteX30087" y="connsiteY30087"/>
              </a:cxn>
              <a:cxn ang="0">
                <a:pos x="connsiteX30088" y="connsiteY30088"/>
              </a:cxn>
              <a:cxn ang="0">
                <a:pos x="connsiteX30089" y="connsiteY30089"/>
              </a:cxn>
              <a:cxn ang="0">
                <a:pos x="connsiteX30090" y="connsiteY30090"/>
              </a:cxn>
              <a:cxn ang="0">
                <a:pos x="connsiteX30091" y="connsiteY30091"/>
              </a:cxn>
              <a:cxn ang="0">
                <a:pos x="connsiteX30092" y="connsiteY30092"/>
              </a:cxn>
              <a:cxn ang="0">
                <a:pos x="connsiteX30093" y="connsiteY30093"/>
              </a:cxn>
              <a:cxn ang="0">
                <a:pos x="connsiteX30094" y="connsiteY30094"/>
              </a:cxn>
              <a:cxn ang="0">
                <a:pos x="connsiteX30095" y="connsiteY30095"/>
              </a:cxn>
              <a:cxn ang="0">
                <a:pos x="connsiteX30096" y="connsiteY30096"/>
              </a:cxn>
              <a:cxn ang="0">
                <a:pos x="connsiteX30097" y="connsiteY30097"/>
              </a:cxn>
              <a:cxn ang="0">
                <a:pos x="connsiteX30098" y="connsiteY30098"/>
              </a:cxn>
              <a:cxn ang="0">
                <a:pos x="connsiteX30099" y="connsiteY30099"/>
              </a:cxn>
              <a:cxn ang="0">
                <a:pos x="connsiteX30100" y="connsiteY30100"/>
              </a:cxn>
              <a:cxn ang="0">
                <a:pos x="connsiteX30101" y="connsiteY30101"/>
              </a:cxn>
              <a:cxn ang="0">
                <a:pos x="connsiteX30102" y="connsiteY30102"/>
              </a:cxn>
              <a:cxn ang="0">
                <a:pos x="connsiteX30103" y="connsiteY30103"/>
              </a:cxn>
              <a:cxn ang="0">
                <a:pos x="connsiteX30104" y="connsiteY30104"/>
              </a:cxn>
              <a:cxn ang="0">
                <a:pos x="connsiteX30105" y="connsiteY30105"/>
              </a:cxn>
              <a:cxn ang="0">
                <a:pos x="connsiteX30106" y="connsiteY30106"/>
              </a:cxn>
              <a:cxn ang="0">
                <a:pos x="connsiteX30107" y="connsiteY30107"/>
              </a:cxn>
              <a:cxn ang="0">
                <a:pos x="connsiteX30108" y="connsiteY30108"/>
              </a:cxn>
              <a:cxn ang="0">
                <a:pos x="connsiteX30109" y="connsiteY30109"/>
              </a:cxn>
              <a:cxn ang="0">
                <a:pos x="connsiteX30110" y="connsiteY30110"/>
              </a:cxn>
              <a:cxn ang="0">
                <a:pos x="connsiteX30111" y="connsiteY30111"/>
              </a:cxn>
              <a:cxn ang="0">
                <a:pos x="connsiteX30112" y="connsiteY30112"/>
              </a:cxn>
              <a:cxn ang="0">
                <a:pos x="connsiteX30113" y="connsiteY30113"/>
              </a:cxn>
              <a:cxn ang="0">
                <a:pos x="connsiteX30114" y="connsiteY30114"/>
              </a:cxn>
              <a:cxn ang="0">
                <a:pos x="connsiteX30115" y="connsiteY30115"/>
              </a:cxn>
              <a:cxn ang="0">
                <a:pos x="connsiteX30116" y="connsiteY30116"/>
              </a:cxn>
              <a:cxn ang="0">
                <a:pos x="connsiteX30117" y="connsiteY30117"/>
              </a:cxn>
              <a:cxn ang="0">
                <a:pos x="connsiteX30118" y="connsiteY30118"/>
              </a:cxn>
              <a:cxn ang="0">
                <a:pos x="connsiteX30119" y="connsiteY30119"/>
              </a:cxn>
              <a:cxn ang="0">
                <a:pos x="connsiteX30120" y="connsiteY30120"/>
              </a:cxn>
              <a:cxn ang="0">
                <a:pos x="connsiteX30121" y="connsiteY30121"/>
              </a:cxn>
              <a:cxn ang="0">
                <a:pos x="connsiteX30122" y="connsiteY30122"/>
              </a:cxn>
              <a:cxn ang="0">
                <a:pos x="connsiteX30123" y="connsiteY30123"/>
              </a:cxn>
              <a:cxn ang="0">
                <a:pos x="connsiteX30124" y="connsiteY30124"/>
              </a:cxn>
              <a:cxn ang="0">
                <a:pos x="connsiteX30125" y="connsiteY30125"/>
              </a:cxn>
              <a:cxn ang="0">
                <a:pos x="connsiteX30126" y="connsiteY30126"/>
              </a:cxn>
              <a:cxn ang="0">
                <a:pos x="connsiteX30127" y="connsiteY30127"/>
              </a:cxn>
              <a:cxn ang="0">
                <a:pos x="connsiteX30128" y="connsiteY30128"/>
              </a:cxn>
              <a:cxn ang="0">
                <a:pos x="connsiteX30129" y="connsiteY30129"/>
              </a:cxn>
              <a:cxn ang="0">
                <a:pos x="connsiteX30130" y="connsiteY30130"/>
              </a:cxn>
              <a:cxn ang="0">
                <a:pos x="connsiteX30131" y="connsiteY30131"/>
              </a:cxn>
              <a:cxn ang="0">
                <a:pos x="connsiteX30132" y="connsiteY30132"/>
              </a:cxn>
              <a:cxn ang="0">
                <a:pos x="connsiteX30133" y="connsiteY30133"/>
              </a:cxn>
              <a:cxn ang="0">
                <a:pos x="connsiteX30134" y="connsiteY30134"/>
              </a:cxn>
              <a:cxn ang="0">
                <a:pos x="connsiteX30135" y="connsiteY30135"/>
              </a:cxn>
              <a:cxn ang="0">
                <a:pos x="connsiteX30136" y="connsiteY30136"/>
              </a:cxn>
              <a:cxn ang="0">
                <a:pos x="connsiteX30137" y="connsiteY30137"/>
              </a:cxn>
              <a:cxn ang="0">
                <a:pos x="connsiteX30138" y="connsiteY30138"/>
              </a:cxn>
              <a:cxn ang="0">
                <a:pos x="connsiteX30139" y="connsiteY30139"/>
              </a:cxn>
              <a:cxn ang="0">
                <a:pos x="connsiteX30140" y="connsiteY30140"/>
              </a:cxn>
              <a:cxn ang="0">
                <a:pos x="connsiteX30141" y="connsiteY30141"/>
              </a:cxn>
              <a:cxn ang="0">
                <a:pos x="connsiteX30142" y="connsiteY30142"/>
              </a:cxn>
              <a:cxn ang="0">
                <a:pos x="connsiteX30143" y="connsiteY30143"/>
              </a:cxn>
              <a:cxn ang="0">
                <a:pos x="connsiteX30144" y="connsiteY30144"/>
              </a:cxn>
              <a:cxn ang="0">
                <a:pos x="connsiteX30145" y="connsiteY30145"/>
              </a:cxn>
              <a:cxn ang="0">
                <a:pos x="connsiteX30146" y="connsiteY30146"/>
              </a:cxn>
              <a:cxn ang="0">
                <a:pos x="connsiteX30147" y="connsiteY30147"/>
              </a:cxn>
              <a:cxn ang="0">
                <a:pos x="connsiteX30148" y="connsiteY30148"/>
              </a:cxn>
              <a:cxn ang="0">
                <a:pos x="connsiteX30149" y="connsiteY30149"/>
              </a:cxn>
              <a:cxn ang="0">
                <a:pos x="connsiteX30150" y="connsiteY30150"/>
              </a:cxn>
              <a:cxn ang="0">
                <a:pos x="connsiteX30151" y="connsiteY30151"/>
              </a:cxn>
              <a:cxn ang="0">
                <a:pos x="connsiteX30152" y="connsiteY30152"/>
              </a:cxn>
              <a:cxn ang="0">
                <a:pos x="connsiteX30153" y="connsiteY30153"/>
              </a:cxn>
              <a:cxn ang="0">
                <a:pos x="connsiteX30154" y="connsiteY30154"/>
              </a:cxn>
              <a:cxn ang="0">
                <a:pos x="connsiteX30155" y="connsiteY30155"/>
              </a:cxn>
              <a:cxn ang="0">
                <a:pos x="connsiteX30156" y="connsiteY30156"/>
              </a:cxn>
              <a:cxn ang="0">
                <a:pos x="connsiteX30157" y="connsiteY30157"/>
              </a:cxn>
              <a:cxn ang="0">
                <a:pos x="connsiteX30158" y="connsiteY30158"/>
              </a:cxn>
              <a:cxn ang="0">
                <a:pos x="connsiteX30159" y="connsiteY30159"/>
              </a:cxn>
              <a:cxn ang="0">
                <a:pos x="connsiteX30160" y="connsiteY30160"/>
              </a:cxn>
              <a:cxn ang="0">
                <a:pos x="connsiteX30161" y="connsiteY30161"/>
              </a:cxn>
              <a:cxn ang="0">
                <a:pos x="connsiteX30162" y="connsiteY30162"/>
              </a:cxn>
              <a:cxn ang="0">
                <a:pos x="connsiteX30163" y="connsiteY30163"/>
              </a:cxn>
              <a:cxn ang="0">
                <a:pos x="connsiteX30164" y="connsiteY30164"/>
              </a:cxn>
              <a:cxn ang="0">
                <a:pos x="connsiteX30165" y="connsiteY30165"/>
              </a:cxn>
              <a:cxn ang="0">
                <a:pos x="connsiteX30166" y="connsiteY30166"/>
              </a:cxn>
              <a:cxn ang="0">
                <a:pos x="connsiteX30167" y="connsiteY30167"/>
              </a:cxn>
              <a:cxn ang="0">
                <a:pos x="connsiteX30168" y="connsiteY30168"/>
              </a:cxn>
              <a:cxn ang="0">
                <a:pos x="connsiteX30169" y="connsiteY30169"/>
              </a:cxn>
              <a:cxn ang="0">
                <a:pos x="connsiteX30170" y="connsiteY30170"/>
              </a:cxn>
              <a:cxn ang="0">
                <a:pos x="connsiteX30171" y="connsiteY30171"/>
              </a:cxn>
              <a:cxn ang="0">
                <a:pos x="connsiteX30172" y="connsiteY30172"/>
              </a:cxn>
              <a:cxn ang="0">
                <a:pos x="connsiteX30173" y="connsiteY30173"/>
              </a:cxn>
              <a:cxn ang="0">
                <a:pos x="connsiteX30174" y="connsiteY30174"/>
              </a:cxn>
              <a:cxn ang="0">
                <a:pos x="connsiteX30175" y="connsiteY30175"/>
              </a:cxn>
              <a:cxn ang="0">
                <a:pos x="connsiteX30176" y="connsiteY30176"/>
              </a:cxn>
              <a:cxn ang="0">
                <a:pos x="connsiteX30177" y="connsiteY30177"/>
              </a:cxn>
              <a:cxn ang="0">
                <a:pos x="connsiteX30178" y="connsiteY30178"/>
              </a:cxn>
              <a:cxn ang="0">
                <a:pos x="connsiteX30179" y="connsiteY30179"/>
              </a:cxn>
              <a:cxn ang="0">
                <a:pos x="connsiteX30180" y="connsiteY30180"/>
              </a:cxn>
              <a:cxn ang="0">
                <a:pos x="connsiteX30181" y="connsiteY30181"/>
              </a:cxn>
              <a:cxn ang="0">
                <a:pos x="connsiteX30182" y="connsiteY30182"/>
              </a:cxn>
              <a:cxn ang="0">
                <a:pos x="connsiteX30183" y="connsiteY30183"/>
              </a:cxn>
              <a:cxn ang="0">
                <a:pos x="connsiteX30184" y="connsiteY30184"/>
              </a:cxn>
              <a:cxn ang="0">
                <a:pos x="connsiteX30185" y="connsiteY30185"/>
              </a:cxn>
              <a:cxn ang="0">
                <a:pos x="connsiteX30186" y="connsiteY30186"/>
              </a:cxn>
              <a:cxn ang="0">
                <a:pos x="connsiteX30187" y="connsiteY30187"/>
              </a:cxn>
              <a:cxn ang="0">
                <a:pos x="connsiteX30188" y="connsiteY30188"/>
              </a:cxn>
              <a:cxn ang="0">
                <a:pos x="connsiteX30189" y="connsiteY30189"/>
              </a:cxn>
              <a:cxn ang="0">
                <a:pos x="connsiteX30190" y="connsiteY30190"/>
              </a:cxn>
              <a:cxn ang="0">
                <a:pos x="connsiteX30191" y="connsiteY30191"/>
              </a:cxn>
              <a:cxn ang="0">
                <a:pos x="connsiteX30192" y="connsiteY30192"/>
              </a:cxn>
              <a:cxn ang="0">
                <a:pos x="connsiteX30193" y="connsiteY30193"/>
              </a:cxn>
              <a:cxn ang="0">
                <a:pos x="connsiteX30194" y="connsiteY30194"/>
              </a:cxn>
              <a:cxn ang="0">
                <a:pos x="connsiteX30195" y="connsiteY30195"/>
              </a:cxn>
              <a:cxn ang="0">
                <a:pos x="connsiteX30196" y="connsiteY30196"/>
              </a:cxn>
              <a:cxn ang="0">
                <a:pos x="connsiteX30197" y="connsiteY30197"/>
              </a:cxn>
              <a:cxn ang="0">
                <a:pos x="connsiteX30198" y="connsiteY30198"/>
              </a:cxn>
              <a:cxn ang="0">
                <a:pos x="connsiteX30199" y="connsiteY30199"/>
              </a:cxn>
              <a:cxn ang="0">
                <a:pos x="connsiteX30200" y="connsiteY30200"/>
              </a:cxn>
              <a:cxn ang="0">
                <a:pos x="connsiteX30201" y="connsiteY30201"/>
              </a:cxn>
              <a:cxn ang="0">
                <a:pos x="connsiteX30202" y="connsiteY30202"/>
              </a:cxn>
              <a:cxn ang="0">
                <a:pos x="connsiteX30203" y="connsiteY30203"/>
              </a:cxn>
              <a:cxn ang="0">
                <a:pos x="connsiteX30204" y="connsiteY30204"/>
              </a:cxn>
              <a:cxn ang="0">
                <a:pos x="connsiteX30205" y="connsiteY30205"/>
              </a:cxn>
              <a:cxn ang="0">
                <a:pos x="connsiteX30206" y="connsiteY30206"/>
              </a:cxn>
              <a:cxn ang="0">
                <a:pos x="connsiteX30207" y="connsiteY30207"/>
              </a:cxn>
              <a:cxn ang="0">
                <a:pos x="connsiteX30208" y="connsiteY30208"/>
              </a:cxn>
              <a:cxn ang="0">
                <a:pos x="connsiteX30209" y="connsiteY30209"/>
              </a:cxn>
              <a:cxn ang="0">
                <a:pos x="connsiteX30210" y="connsiteY30210"/>
              </a:cxn>
              <a:cxn ang="0">
                <a:pos x="connsiteX30211" y="connsiteY30211"/>
              </a:cxn>
              <a:cxn ang="0">
                <a:pos x="connsiteX30212" y="connsiteY30212"/>
              </a:cxn>
              <a:cxn ang="0">
                <a:pos x="connsiteX30213" y="connsiteY30213"/>
              </a:cxn>
              <a:cxn ang="0">
                <a:pos x="connsiteX30214" y="connsiteY30214"/>
              </a:cxn>
              <a:cxn ang="0">
                <a:pos x="connsiteX30215" y="connsiteY30215"/>
              </a:cxn>
              <a:cxn ang="0">
                <a:pos x="connsiteX30216" y="connsiteY30216"/>
              </a:cxn>
              <a:cxn ang="0">
                <a:pos x="connsiteX30217" y="connsiteY30217"/>
              </a:cxn>
              <a:cxn ang="0">
                <a:pos x="connsiteX30218" y="connsiteY30218"/>
              </a:cxn>
              <a:cxn ang="0">
                <a:pos x="connsiteX30219" y="connsiteY30219"/>
              </a:cxn>
              <a:cxn ang="0">
                <a:pos x="connsiteX30220" y="connsiteY30220"/>
              </a:cxn>
              <a:cxn ang="0">
                <a:pos x="connsiteX30221" y="connsiteY30221"/>
              </a:cxn>
              <a:cxn ang="0">
                <a:pos x="connsiteX30222" y="connsiteY30222"/>
              </a:cxn>
              <a:cxn ang="0">
                <a:pos x="connsiteX30223" y="connsiteY30223"/>
              </a:cxn>
              <a:cxn ang="0">
                <a:pos x="connsiteX30224" y="connsiteY30224"/>
              </a:cxn>
              <a:cxn ang="0">
                <a:pos x="connsiteX30225" y="connsiteY30225"/>
              </a:cxn>
              <a:cxn ang="0">
                <a:pos x="connsiteX30226" y="connsiteY30226"/>
              </a:cxn>
              <a:cxn ang="0">
                <a:pos x="connsiteX30227" y="connsiteY30227"/>
              </a:cxn>
              <a:cxn ang="0">
                <a:pos x="connsiteX30228" y="connsiteY30228"/>
              </a:cxn>
              <a:cxn ang="0">
                <a:pos x="connsiteX30229" y="connsiteY30229"/>
              </a:cxn>
              <a:cxn ang="0">
                <a:pos x="connsiteX30230" y="connsiteY30230"/>
              </a:cxn>
              <a:cxn ang="0">
                <a:pos x="connsiteX30231" y="connsiteY30231"/>
              </a:cxn>
              <a:cxn ang="0">
                <a:pos x="connsiteX30232" y="connsiteY30232"/>
              </a:cxn>
              <a:cxn ang="0">
                <a:pos x="connsiteX30233" y="connsiteY30233"/>
              </a:cxn>
              <a:cxn ang="0">
                <a:pos x="connsiteX30234" y="connsiteY30234"/>
              </a:cxn>
              <a:cxn ang="0">
                <a:pos x="connsiteX30235" y="connsiteY30235"/>
              </a:cxn>
              <a:cxn ang="0">
                <a:pos x="connsiteX30236" y="connsiteY30236"/>
              </a:cxn>
              <a:cxn ang="0">
                <a:pos x="connsiteX30237" y="connsiteY30237"/>
              </a:cxn>
              <a:cxn ang="0">
                <a:pos x="connsiteX30238" y="connsiteY30238"/>
              </a:cxn>
              <a:cxn ang="0">
                <a:pos x="connsiteX30239" y="connsiteY30239"/>
              </a:cxn>
              <a:cxn ang="0">
                <a:pos x="connsiteX30240" y="connsiteY30240"/>
              </a:cxn>
              <a:cxn ang="0">
                <a:pos x="connsiteX30241" y="connsiteY30241"/>
              </a:cxn>
              <a:cxn ang="0">
                <a:pos x="connsiteX30242" y="connsiteY30242"/>
              </a:cxn>
              <a:cxn ang="0">
                <a:pos x="connsiteX30243" y="connsiteY30243"/>
              </a:cxn>
              <a:cxn ang="0">
                <a:pos x="connsiteX30244" y="connsiteY30244"/>
              </a:cxn>
              <a:cxn ang="0">
                <a:pos x="connsiteX30245" y="connsiteY30245"/>
              </a:cxn>
              <a:cxn ang="0">
                <a:pos x="connsiteX30246" y="connsiteY30246"/>
              </a:cxn>
              <a:cxn ang="0">
                <a:pos x="connsiteX30247" y="connsiteY30247"/>
              </a:cxn>
              <a:cxn ang="0">
                <a:pos x="connsiteX30248" y="connsiteY30248"/>
              </a:cxn>
              <a:cxn ang="0">
                <a:pos x="connsiteX30249" y="connsiteY30249"/>
              </a:cxn>
              <a:cxn ang="0">
                <a:pos x="connsiteX30250" y="connsiteY30250"/>
              </a:cxn>
              <a:cxn ang="0">
                <a:pos x="connsiteX30251" y="connsiteY30251"/>
              </a:cxn>
              <a:cxn ang="0">
                <a:pos x="connsiteX30252" y="connsiteY30252"/>
              </a:cxn>
              <a:cxn ang="0">
                <a:pos x="connsiteX30253" y="connsiteY30253"/>
              </a:cxn>
              <a:cxn ang="0">
                <a:pos x="connsiteX30254" y="connsiteY30254"/>
              </a:cxn>
              <a:cxn ang="0">
                <a:pos x="connsiteX30255" y="connsiteY30255"/>
              </a:cxn>
              <a:cxn ang="0">
                <a:pos x="connsiteX30256" y="connsiteY30256"/>
              </a:cxn>
              <a:cxn ang="0">
                <a:pos x="connsiteX30257" y="connsiteY30257"/>
              </a:cxn>
              <a:cxn ang="0">
                <a:pos x="connsiteX30258" y="connsiteY30258"/>
              </a:cxn>
              <a:cxn ang="0">
                <a:pos x="connsiteX30259" y="connsiteY30259"/>
              </a:cxn>
              <a:cxn ang="0">
                <a:pos x="connsiteX30260" y="connsiteY30260"/>
              </a:cxn>
              <a:cxn ang="0">
                <a:pos x="connsiteX30261" y="connsiteY30261"/>
              </a:cxn>
              <a:cxn ang="0">
                <a:pos x="connsiteX30262" y="connsiteY30262"/>
              </a:cxn>
              <a:cxn ang="0">
                <a:pos x="connsiteX30263" y="connsiteY30263"/>
              </a:cxn>
              <a:cxn ang="0">
                <a:pos x="connsiteX30264" y="connsiteY30264"/>
              </a:cxn>
              <a:cxn ang="0">
                <a:pos x="connsiteX30265" y="connsiteY30265"/>
              </a:cxn>
              <a:cxn ang="0">
                <a:pos x="connsiteX30266" y="connsiteY30266"/>
              </a:cxn>
              <a:cxn ang="0">
                <a:pos x="connsiteX30267" y="connsiteY30267"/>
              </a:cxn>
              <a:cxn ang="0">
                <a:pos x="connsiteX30268" y="connsiteY30268"/>
              </a:cxn>
              <a:cxn ang="0">
                <a:pos x="connsiteX30269" y="connsiteY30269"/>
              </a:cxn>
              <a:cxn ang="0">
                <a:pos x="connsiteX30270" y="connsiteY30270"/>
              </a:cxn>
              <a:cxn ang="0">
                <a:pos x="connsiteX30271" y="connsiteY30271"/>
              </a:cxn>
              <a:cxn ang="0">
                <a:pos x="connsiteX30272" y="connsiteY30272"/>
              </a:cxn>
              <a:cxn ang="0">
                <a:pos x="connsiteX30273" y="connsiteY30273"/>
              </a:cxn>
              <a:cxn ang="0">
                <a:pos x="connsiteX30274" y="connsiteY30274"/>
              </a:cxn>
              <a:cxn ang="0">
                <a:pos x="connsiteX30275" y="connsiteY30275"/>
              </a:cxn>
              <a:cxn ang="0">
                <a:pos x="connsiteX30276" y="connsiteY30276"/>
              </a:cxn>
              <a:cxn ang="0">
                <a:pos x="connsiteX30277" y="connsiteY30277"/>
              </a:cxn>
              <a:cxn ang="0">
                <a:pos x="connsiteX30278" y="connsiteY30278"/>
              </a:cxn>
              <a:cxn ang="0">
                <a:pos x="connsiteX30279" y="connsiteY30279"/>
              </a:cxn>
              <a:cxn ang="0">
                <a:pos x="connsiteX30280" y="connsiteY30280"/>
              </a:cxn>
              <a:cxn ang="0">
                <a:pos x="connsiteX30281" y="connsiteY30281"/>
              </a:cxn>
              <a:cxn ang="0">
                <a:pos x="connsiteX30282" y="connsiteY30282"/>
              </a:cxn>
              <a:cxn ang="0">
                <a:pos x="connsiteX30283" y="connsiteY30283"/>
              </a:cxn>
              <a:cxn ang="0">
                <a:pos x="connsiteX30284" y="connsiteY30284"/>
              </a:cxn>
              <a:cxn ang="0">
                <a:pos x="connsiteX30285" y="connsiteY30285"/>
              </a:cxn>
              <a:cxn ang="0">
                <a:pos x="connsiteX30286" y="connsiteY30286"/>
              </a:cxn>
              <a:cxn ang="0">
                <a:pos x="connsiteX30287" y="connsiteY30287"/>
              </a:cxn>
              <a:cxn ang="0">
                <a:pos x="connsiteX30288" y="connsiteY30288"/>
              </a:cxn>
              <a:cxn ang="0">
                <a:pos x="connsiteX30289" y="connsiteY30289"/>
              </a:cxn>
              <a:cxn ang="0">
                <a:pos x="connsiteX30290" y="connsiteY30290"/>
              </a:cxn>
              <a:cxn ang="0">
                <a:pos x="connsiteX30291" y="connsiteY30291"/>
              </a:cxn>
              <a:cxn ang="0">
                <a:pos x="connsiteX30292" y="connsiteY30292"/>
              </a:cxn>
              <a:cxn ang="0">
                <a:pos x="connsiteX30293" y="connsiteY30293"/>
              </a:cxn>
              <a:cxn ang="0">
                <a:pos x="connsiteX30294" y="connsiteY30294"/>
              </a:cxn>
              <a:cxn ang="0">
                <a:pos x="connsiteX30295" y="connsiteY30295"/>
              </a:cxn>
              <a:cxn ang="0">
                <a:pos x="connsiteX30296" y="connsiteY30296"/>
              </a:cxn>
              <a:cxn ang="0">
                <a:pos x="connsiteX30297" y="connsiteY30297"/>
              </a:cxn>
              <a:cxn ang="0">
                <a:pos x="connsiteX30298" y="connsiteY30298"/>
              </a:cxn>
              <a:cxn ang="0">
                <a:pos x="connsiteX30299" y="connsiteY30299"/>
              </a:cxn>
              <a:cxn ang="0">
                <a:pos x="connsiteX30300" y="connsiteY30300"/>
              </a:cxn>
              <a:cxn ang="0">
                <a:pos x="connsiteX30301" y="connsiteY30301"/>
              </a:cxn>
              <a:cxn ang="0">
                <a:pos x="connsiteX30302" y="connsiteY30302"/>
              </a:cxn>
              <a:cxn ang="0">
                <a:pos x="connsiteX30303" y="connsiteY30303"/>
              </a:cxn>
              <a:cxn ang="0">
                <a:pos x="connsiteX30304" y="connsiteY30304"/>
              </a:cxn>
              <a:cxn ang="0">
                <a:pos x="connsiteX30305" y="connsiteY30305"/>
              </a:cxn>
              <a:cxn ang="0">
                <a:pos x="connsiteX30306" y="connsiteY30306"/>
              </a:cxn>
              <a:cxn ang="0">
                <a:pos x="connsiteX30307" y="connsiteY30307"/>
              </a:cxn>
              <a:cxn ang="0">
                <a:pos x="connsiteX30308" y="connsiteY30308"/>
              </a:cxn>
              <a:cxn ang="0">
                <a:pos x="connsiteX30309" y="connsiteY30309"/>
              </a:cxn>
              <a:cxn ang="0">
                <a:pos x="connsiteX30310" y="connsiteY30310"/>
              </a:cxn>
              <a:cxn ang="0">
                <a:pos x="connsiteX30311" y="connsiteY30311"/>
              </a:cxn>
              <a:cxn ang="0">
                <a:pos x="connsiteX30312" y="connsiteY30312"/>
              </a:cxn>
              <a:cxn ang="0">
                <a:pos x="connsiteX30313" y="connsiteY30313"/>
              </a:cxn>
              <a:cxn ang="0">
                <a:pos x="connsiteX30314" y="connsiteY30314"/>
              </a:cxn>
              <a:cxn ang="0">
                <a:pos x="connsiteX30315" y="connsiteY30315"/>
              </a:cxn>
              <a:cxn ang="0">
                <a:pos x="connsiteX30316" y="connsiteY30316"/>
              </a:cxn>
              <a:cxn ang="0">
                <a:pos x="connsiteX30317" y="connsiteY30317"/>
              </a:cxn>
              <a:cxn ang="0">
                <a:pos x="connsiteX30318" y="connsiteY30318"/>
              </a:cxn>
              <a:cxn ang="0">
                <a:pos x="connsiteX30319" y="connsiteY30319"/>
              </a:cxn>
              <a:cxn ang="0">
                <a:pos x="connsiteX30320" y="connsiteY30320"/>
              </a:cxn>
              <a:cxn ang="0">
                <a:pos x="connsiteX30321" y="connsiteY30321"/>
              </a:cxn>
              <a:cxn ang="0">
                <a:pos x="connsiteX30322" y="connsiteY30322"/>
              </a:cxn>
              <a:cxn ang="0">
                <a:pos x="connsiteX30323" y="connsiteY30323"/>
              </a:cxn>
              <a:cxn ang="0">
                <a:pos x="connsiteX30324" y="connsiteY30324"/>
              </a:cxn>
              <a:cxn ang="0">
                <a:pos x="connsiteX30325" y="connsiteY30325"/>
              </a:cxn>
              <a:cxn ang="0">
                <a:pos x="connsiteX30326" y="connsiteY30326"/>
              </a:cxn>
              <a:cxn ang="0">
                <a:pos x="connsiteX30327" y="connsiteY30327"/>
              </a:cxn>
              <a:cxn ang="0">
                <a:pos x="connsiteX30328" y="connsiteY30328"/>
              </a:cxn>
              <a:cxn ang="0">
                <a:pos x="connsiteX30329" y="connsiteY30329"/>
              </a:cxn>
              <a:cxn ang="0">
                <a:pos x="connsiteX30330" y="connsiteY30330"/>
              </a:cxn>
              <a:cxn ang="0">
                <a:pos x="connsiteX30331" y="connsiteY30331"/>
              </a:cxn>
              <a:cxn ang="0">
                <a:pos x="connsiteX30332" y="connsiteY30332"/>
              </a:cxn>
              <a:cxn ang="0">
                <a:pos x="connsiteX30333" y="connsiteY30333"/>
              </a:cxn>
              <a:cxn ang="0">
                <a:pos x="connsiteX30334" y="connsiteY30334"/>
              </a:cxn>
              <a:cxn ang="0">
                <a:pos x="connsiteX30335" y="connsiteY30335"/>
              </a:cxn>
              <a:cxn ang="0">
                <a:pos x="connsiteX30336" y="connsiteY30336"/>
              </a:cxn>
              <a:cxn ang="0">
                <a:pos x="connsiteX30337" y="connsiteY30337"/>
              </a:cxn>
              <a:cxn ang="0">
                <a:pos x="connsiteX30338" y="connsiteY30338"/>
              </a:cxn>
              <a:cxn ang="0">
                <a:pos x="connsiteX30339" y="connsiteY30339"/>
              </a:cxn>
              <a:cxn ang="0">
                <a:pos x="connsiteX30340" y="connsiteY30340"/>
              </a:cxn>
              <a:cxn ang="0">
                <a:pos x="connsiteX30341" y="connsiteY30341"/>
              </a:cxn>
              <a:cxn ang="0">
                <a:pos x="connsiteX30342" y="connsiteY30342"/>
              </a:cxn>
              <a:cxn ang="0">
                <a:pos x="connsiteX30343" y="connsiteY30343"/>
              </a:cxn>
              <a:cxn ang="0">
                <a:pos x="connsiteX30344" y="connsiteY30344"/>
              </a:cxn>
              <a:cxn ang="0">
                <a:pos x="connsiteX30345" y="connsiteY30345"/>
              </a:cxn>
              <a:cxn ang="0">
                <a:pos x="connsiteX30346" y="connsiteY30346"/>
              </a:cxn>
              <a:cxn ang="0">
                <a:pos x="connsiteX30347" y="connsiteY30347"/>
              </a:cxn>
              <a:cxn ang="0">
                <a:pos x="connsiteX30348" y="connsiteY30348"/>
              </a:cxn>
              <a:cxn ang="0">
                <a:pos x="connsiteX30349" y="connsiteY30349"/>
              </a:cxn>
              <a:cxn ang="0">
                <a:pos x="connsiteX30350" y="connsiteY30350"/>
              </a:cxn>
              <a:cxn ang="0">
                <a:pos x="connsiteX30351" y="connsiteY30351"/>
              </a:cxn>
              <a:cxn ang="0">
                <a:pos x="connsiteX30352" y="connsiteY30352"/>
              </a:cxn>
              <a:cxn ang="0">
                <a:pos x="connsiteX30353" y="connsiteY30353"/>
              </a:cxn>
              <a:cxn ang="0">
                <a:pos x="connsiteX30354" y="connsiteY30354"/>
              </a:cxn>
              <a:cxn ang="0">
                <a:pos x="connsiteX30355" y="connsiteY30355"/>
              </a:cxn>
              <a:cxn ang="0">
                <a:pos x="connsiteX30356" y="connsiteY30356"/>
              </a:cxn>
              <a:cxn ang="0">
                <a:pos x="connsiteX30357" y="connsiteY30357"/>
              </a:cxn>
              <a:cxn ang="0">
                <a:pos x="connsiteX30358" y="connsiteY30358"/>
              </a:cxn>
              <a:cxn ang="0">
                <a:pos x="connsiteX30359" y="connsiteY30359"/>
              </a:cxn>
              <a:cxn ang="0">
                <a:pos x="connsiteX30360" y="connsiteY30360"/>
              </a:cxn>
              <a:cxn ang="0">
                <a:pos x="connsiteX30361" y="connsiteY30361"/>
              </a:cxn>
              <a:cxn ang="0">
                <a:pos x="connsiteX30362" y="connsiteY30362"/>
              </a:cxn>
              <a:cxn ang="0">
                <a:pos x="connsiteX30363" y="connsiteY30363"/>
              </a:cxn>
              <a:cxn ang="0">
                <a:pos x="connsiteX30364" y="connsiteY30364"/>
              </a:cxn>
              <a:cxn ang="0">
                <a:pos x="connsiteX30365" y="connsiteY30365"/>
              </a:cxn>
              <a:cxn ang="0">
                <a:pos x="connsiteX30366" y="connsiteY30366"/>
              </a:cxn>
              <a:cxn ang="0">
                <a:pos x="connsiteX30367" y="connsiteY30367"/>
              </a:cxn>
              <a:cxn ang="0">
                <a:pos x="connsiteX30368" y="connsiteY30368"/>
              </a:cxn>
              <a:cxn ang="0">
                <a:pos x="connsiteX30369" y="connsiteY30369"/>
              </a:cxn>
              <a:cxn ang="0">
                <a:pos x="connsiteX30370" y="connsiteY30370"/>
              </a:cxn>
              <a:cxn ang="0">
                <a:pos x="connsiteX30371" y="connsiteY30371"/>
              </a:cxn>
              <a:cxn ang="0">
                <a:pos x="connsiteX30372" y="connsiteY30372"/>
              </a:cxn>
              <a:cxn ang="0">
                <a:pos x="connsiteX30373" y="connsiteY30373"/>
              </a:cxn>
              <a:cxn ang="0">
                <a:pos x="connsiteX30374" y="connsiteY30374"/>
              </a:cxn>
              <a:cxn ang="0">
                <a:pos x="connsiteX30375" y="connsiteY30375"/>
              </a:cxn>
              <a:cxn ang="0">
                <a:pos x="connsiteX30376" y="connsiteY30376"/>
              </a:cxn>
              <a:cxn ang="0">
                <a:pos x="connsiteX30377" y="connsiteY30377"/>
              </a:cxn>
              <a:cxn ang="0">
                <a:pos x="connsiteX30378" y="connsiteY30378"/>
              </a:cxn>
              <a:cxn ang="0">
                <a:pos x="connsiteX30379" y="connsiteY30379"/>
              </a:cxn>
              <a:cxn ang="0">
                <a:pos x="connsiteX30380" y="connsiteY30380"/>
              </a:cxn>
              <a:cxn ang="0">
                <a:pos x="connsiteX30381" y="connsiteY30381"/>
              </a:cxn>
              <a:cxn ang="0">
                <a:pos x="connsiteX30382" y="connsiteY30382"/>
              </a:cxn>
              <a:cxn ang="0">
                <a:pos x="connsiteX30383" y="connsiteY30383"/>
              </a:cxn>
              <a:cxn ang="0">
                <a:pos x="connsiteX30384" y="connsiteY30384"/>
              </a:cxn>
              <a:cxn ang="0">
                <a:pos x="connsiteX30385" y="connsiteY30385"/>
              </a:cxn>
              <a:cxn ang="0">
                <a:pos x="connsiteX30386" y="connsiteY30386"/>
              </a:cxn>
              <a:cxn ang="0">
                <a:pos x="connsiteX30387" y="connsiteY30387"/>
              </a:cxn>
              <a:cxn ang="0">
                <a:pos x="connsiteX30388" y="connsiteY30388"/>
              </a:cxn>
              <a:cxn ang="0">
                <a:pos x="connsiteX30389" y="connsiteY30389"/>
              </a:cxn>
              <a:cxn ang="0">
                <a:pos x="connsiteX30390" y="connsiteY30390"/>
              </a:cxn>
              <a:cxn ang="0">
                <a:pos x="connsiteX30391" y="connsiteY30391"/>
              </a:cxn>
              <a:cxn ang="0">
                <a:pos x="connsiteX30392" y="connsiteY30392"/>
              </a:cxn>
              <a:cxn ang="0">
                <a:pos x="connsiteX30393" y="connsiteY30393"/>
              </a:cxn>
              <a:cxn ang="0">
                <a:pos x="connsiteX30394" y="connsiteY30394"/>
              </a:cxn>
              <a:cxn ang="0">
                <a:pos x="connsiteX30395" y="connsiteY30395"/>
              </a:cxn>
              <a:cxn ang="0">
                <a:pos x="connsiteX30396" y="connsiteY30396"/>
              </a:cxn>
              <a:cxn ang="0">
                <a:pos x="connsiteX30397" y="connsiteY30397"/>
              </a:cxn>
              <a:cxn ang="0">
                <a:pos x="connsiteX30398" y="connsiteY30398"/>
              </a:cxn>
              <a:cxn ang="0">
                <a:pos x="connsiteX30399" y="connsiteY30399"/>
              </a:cxn>
              <a:cxn ang="0">
                <a:pos x="connsiteX30400" y="connsiteY30400"/>
              </a:cxn>
              <a:cxn ang="0">
                <a:pos x="connsiteX30401" y="connsiteY30401"/>
              </a:cxn>
              <a:cxn ang="0">
                <a:pos x="connsiteX30402" y="connsiteY30402"/>
              </a:cxn>
              <a:cxn ang="0">
                <a:pos x="connsiteX30403" y="connsiteY30403"/>
              </a:cxn>
              <a:cxn ang="0">
                <a:pos x="connsiteX30404" y="connsiteY30404"/>
              </a:cxn>
              <a:cxn ang="0">
                <a:pos x="connsiteX30405" y="connsiteY30405"/>
              </a:cxn>
              <a:cxn ang="0">
                <a:pos x="connsiteX30406" y="connsiteY30406"/>
              </a:cxn>
              <a:cxn ang="0">
                <a:pos x="connsiteX30407" y="connsiteY30407"/>
              </a:cxn>
              <a:cxn ang="0">
                <a:pos x="connsiteX30408" y="connsiteY30408"/>
              </a:cxn>
              <a:cxn ang="0">
                <a:pos x="connsiteX30409" y="connsiteY30409"/>
              </a:cxn>
              <a:cxn ang="0">
                <a:pos x="connsiteX30410" y="connsiteY30410"/>
              </a:cxn>
              <a:cxn ang="0">
                <a:pos x="connsiteX30411" y="connsiteY30411"/>
              </a:cxn>
              <a:cxn ang="0">
                <a:pos x="connsiteX30412" y="connsiteY30412"/>
              </a:cxn>
              <a:cxn ang="0">
                <a:pos x="connsiteX30413" y="connsiteY30413"/>
              </a:cxn>
              <a:cxn ang="0">
                <a:pos x="connsiteX30414" y="connsiteY30414"/>
              </a:cxn>
              <a:cxn ang="0">
                <a:pos x="connsiteX30415" y="connsiteY30415"/>
              </a:cxn>
              <a:cxn ang="0">
                <a:pos x="connsiteX30416" y="connsiteY30416"/>
              </a:cxn>
              <a:cxn ang="0">
                <a:pos x="connsiteX30417" y="connsiteY30417"/>
              </a:cxn>
              <a:cxn ang="0">
                <a:pos x="connsiteX30418" y="connsiteY30418"/>
              </a:cxn>
              <a:cxn ang="0">
                <a:pos x="connsiteX30419" y="connsiteY30419"/>
              </a:cxn>
              <a:cxn ang="0">
                <a:pos x="connsiteX30420" y="connsiteY30420"/>
              </a:cxn>
              <a:cxn ang="0">
                <a:pos x="connsiteX30421" y="connsiteY30421"/>
              </a:cxn>
              <a:cxn ang="0">
                <a:pos x="connsiteX30422" y="connsiteY30422"/>
              </a:cxn>
              <a:cxn ang="0">
                <a:pos x="connsiteX30423" y="connsiteY30423"/>
              </a:cxn>
              <a:cxn ang="0">
                <a:pos x="connsiteX30424" y="connsiteY30424"/>
              </a:cxn>
              <a:cxn ang="0">
                <a:pos x="connsiteX30425" y="connsiteY30425"/>
              </a:cxn>
              <a:cxn ang="0">
                <a:pos x="connsiteX30426" y="connsiteY30426"/>
              </a:cxn>
              <a:cxn ang="0">
                <a:pos x="connsiteX30427" y="connsiteY30427"/>
              </a:cxn>
              <a:cxn ang="0">
                <a:pos x="connsiteX30428" y="connsiteY30428"/>
              </a:cxn>
              <a:cxn ang="0">
                <a:pos x="connsiteX30429" y="connsiteY30429"/>
              </a:cxn>
              <a:cxn ang="0">
                <a:pos x="connsiteX30430" y="connsiteY30430"/>
              </a:cxn>
              <a:cxn ang="0">
                <a:pos x="connsiteX30431" y="connsiteY30431"/>
              </a:cxn>
              <a:cxn ang="0">
                <a:pos x="connsiteX30432" y="connsiteY30432"/>
              </a:cxn>
              <a:cxn ang="0">
                <a:pos x="connsiteX30433" y="connsiteY30433"/>
              </a:cxn>
              <a:cxn ang="0">
                <a:pos x="connsiteX30434" y="connsiteY30434"/>
              </a:cxn>
              <a:cxn ang="0">
                <a:pos x="connsiteX30435" y="connsiteY30435"/>
              </a:cxn>
              <a:cxn ang="0">
                <a:pos x="connsiteX30436" y="connsiteY30436"/>
              </a:cxn>
              <a:cxn ang="0">
                <a:pos x="connsiteX30437" y="connsiteY30437"/>
              </a:cxn>
              <a:cxn ang="0">
                <a:pos x="connsiteX30438" y="connsiteY30438"/>
              </a:cxn>
              <a:cxn ang="0">
                <a:pos x="connsiteX30439" y="connsiteY30439"/>
              </a:cxn>
              <a:cxn ang="0">
                <a:pos x="connsiteX30440" y="connsiteY30440"/>
              </a:cxn>
              <a:cxn ang="0">
                <a:pos x="connsiteX30441" y="connsiteY30441"/>
              </a:cxn>
              <a:cxn ang="0">
                <a:pos x="connsiteX30442" y="connsiteY30442"/>
              </a:cxn>
              <a:cxn ang="0">
                <a:pos x="connsiteX30443" y="connsiteY30443"/>
              </a:cxn>
              <a:cxn ang="0">
                <a:pos x="connsiteX30444" y="connsiteY30444"/>
              </a:cxn>
              <a:cxn ang="0">
                <a:pos x="connsiteX30445" y="connsiteY30445"/>
              </a:cxn>
              <a:cxn ang="0">
                <a:pos x="connsiteX30446" y="connsiteY30446"/>
              </a:cxn>
              <a:cxn ang="0">
                <a:pos x="connsiteX30447" y="connsiteY30447"/>
              </a:cxn>
              <a:cxn ang="0">
                <a:pos x="connsiteX30448" y="connsiteY30448"/>
              </a:cxn>
              <a:cxn ang="0">
                <a:pos x="connsiteX30449" y="connsiteY30449"/>
              </a:cxn>
              <a:cxn ang="0">
                <a:pos x="connsiteX30450" y="connsiteY30450"/>
              </a:cxn>
              <a:cxn ang="0">
                <a:pos x="connsiteX30451" y="connsiteY30451"/>
              </a:cxn>
              <a:cxn ang="0">
                <a:pos x="connsiteX30452" y="connsiteY30452"/>
              </a:cxn>
              <a:cxn ang="0">
                <a:pos x="connsiteX30453" y="connsiteY30453"/>
              </a:cxn>
              <a:cxn ang="0">
                <a:pos x="connsiteX30454" y="connsiteY30454"/>
              </a:cxn>
              <a:cxn ang="0">
                <a:pos x="connsiteX30455" y="connsiteY30455"/>
              </a:cxn>
              <a:cxn ang="0">
                <a:pos x="connsiteX30456" y="connsiteY30456"/>
              </a:cxn>
              <a:cxn ang="0">
                <a:pos x="connsiteX30457" y="connsiteY30457"/>
              </a:cxn>
              <a:cxn ang="0">
                <a:pos x="connsiteX30458" y="connsiteY30458"/>
              </a:cxn>
              <a:cxn ang="0">
                <a:pos x="connsiteX30459" y="connsiteY30459"/>
              </a:cxn>
              <a:cxn ang="0">
                <a:pos x="connsiteX30460" y="connsiteY30460"/>
              </a:cxn>
              <a:cxn ang="0">
                <a:pos x="connsiteX30461" y="connsiteY30461"/>
              </a:cxn>
              <a:cxn ang="0">
                <a:pos x="connsiteX30462" y="connsiteY30462"/>
              </a:cxn>
              <a:cxn ang="0">
                <a:pos x="connsiteX30463" y="connsiteY30463"/>
              </a:cxn>
              <a:cxn ang="0">
                <a:pos x="connsiteX30464" y="connsiteY30464"/>
              </a:cxn>
              <a:cxn ang="0">
                <a:pos x="connsiteX30465" y="connsiteY30465"/>
              </a:cxn>
              <a:cxn ang="0">
                <a:pos x="connsiteX30466" y="connsiteY30466"/>
              </a:cxn>
              <a:cxn ang="0">
                <a:pos x="connsiteX30467" y="connsiteY30467"/>
              </a:cxn>
              <a:cxn ang="0">
                <a:pos x="connsiteX30468" y="connsiteY30468"/>
              </a:cxn>
              <a:cxn ang="0">
                <a:pos x="connsiteX30469" y="connsiteY30469"/>
              </a:cxn>
              <a:cxn ang="0">
                <a:pos x="connsiteX30470" y="connsiteY30470"/>
              </a:cxn>
              <a:cxn ang="0">
                <a:pos x="connsiteX30471" y="connsiteY30471"/>
              </a:cxn>
              <a:cxn ang="0">
                <a:pos x="connsiteX30472" y="connsiteY30472"/>
              </a:cxn>
              <a:cxn ang="0">
                <a:pos x="connsiteX30473" y="connsiteY30473"/>
              </a:cxn>
              <a:cxn ang="0">
                <a:pos x="connsiteX30474" y="connsiteY30474"/>
              </a:cxn>
              <a:cxn ang="0">
                <a:pos x="connsiteX30475" y="connsiteY30475"/>
              </a:cxn>
              <a:cxn ang="0">
                <a:pos x="connsiteX30476" y="connsiteY30476"/>
              </a:cxn>
              <a:cxn ang="0">
                <a:pos x="connsiteX30477" y="connsiteY30477"/>
              </a:cxn>
              <a:cxn ang="0">
                <a:pos x="connsiteX30478" y="connsiteY30478"/>
              </a:cxn>
              <a:cxn ang="0">
                <a:pos x="connsiteX30479" y="connsiteY30479"/>
              </a:cxn>
              <a:cxn ang="0">
                <a:pos x="connsiteX30480" y="connsiteY30480"/>
              </a:cxn>
              <a:cxn ang="0">
                <a:pos x="connsiteX30481" y="connsiteY30481"/>
              </a:cxn>
              <a:cxn ang="0">
                <a:pos x="connsiteX30482" y="connsiteY30482"/>
              </a:cxn>
              <a:cxn ang="0">
                <a:pos x="connsiteX30483" y="connsiteY30483"/>
              </a:cxn>
              <a:cxn ang="0">
                <a:pos x="connsiteX30484" y="connsiteY30484"/>
              </a:cxn>
              <a:cxn ang="0">
                <a:pos x="connsiteX30485" y="connsiteY30485"/>
              </a:cxn>
              <a:cxn ang="0">
                <a:pos x="connsiteX30486" y="connsiteY30486"/>
              </a:cxn>
              <a:cxn ang="0">
                <a:pos x="connsiteX30487" y="connsiteY30487"/>
              </a:cxn>
              <a:cxn ang="0">
                <a:pos x="connsiteX30488" y="connsiteY30488"/>
              </a:cxn>
              <a:cxn ang="0">
                <a:pos x="connsiteX30489" y="connsiteY30489"/>
              </a:cxn>
              <a:cxn ang="0">
                <a:pos x="connsiteX30490" y="connsiteY30490"/>
              </a:cxn>
              <a:cxn ang="0">
                <a:pos x="connsiteX30491" y="connsiteY30491"/>
              </a:cxn>
              <a:cxn ang="0">
                <a:pos x="connsiteX30492" y="connsiteY30492"/>
              </a:cxn>
              <a:cxn ang="0">
                <a:pos x="connsiteX30493" y="connsiteY30493"/>
              </a:cxn>
              <a:cxn ang="0">
                <a:pos x="connsiteX30494" y="connsiteY30494"/>
              </a:cxn>
              <a:cxn ang="0">
                <a:pos x="connsiteX30495" y="connsiteY30495"/>
              </a:cxn>
              <a:cxn ang="0">
                <a:pos x="connsiteX30496" y="connsiteY30496"/>
              </a:cxn>
              <a:cxn ang="0">
                <a:pos x="connsiteX30497" y="connsiteY30497"/>
              </a:cxn>
              <a:cxn ang="0">
                <a:pos x="connsiteX30498" y="connsiteY30498"/>
              </a:cxn>
              <a:cxn ang="0">
                <a:pos x="connsiteX30499" y="connsiteY30499"/>
              </a:cxn>
              <a:cxn ang="0">
                <a:pos x="connsiteX30500" y="connsiteY30500"/>
              </a:cxn>
              <a:cxn ang="0">
                <a:pos x="connsiteX30501" y="connsiteY30501"/>
              </a:cxn>
              <a:cxn ang="0">
                <a:pos x="connsiteX30502" y="connsiteY30502"/>
              </a:cxn>
              <a:cxn ang="0">
                <a:pos x="connsiteX30503" y="connsiteY30503"/>
              </a:cxn>
              <a:cxn ang="0">
                <a:pos x="connsiteX30504" y="connsiteY30504"/>
              </a:cxn>
              <a:cxn ang="0">
                <a:pos x="connsiteX30505" y="connsiteY30505"/>
              </a:cxn>
              <a:cxn ang="0">
                <a:pos x="connsiteX30506" y="connsiteY30506"/>
              </a:cxn>
              <a:cxn ang="0">
                <a:pos x="connsiteX30507" y="connsiteY30507"/>
              </a:cxn>
              <a:cxn ang="0">
                <a:pos x="connsiteX30508" y="connsiteY30508"/>
              </a:cxn>
              <a:cxn ang="0">
                <a:pos x="connsiteX30509" y="connsiteY30509"/>
              </a:cxn>
              <a:cxn ang="0">
                <a:pos x="connsiteX30510" y="connsiteY30510"/>
              </a:cxn>
              <a:cxn ang="0">
                <a:pos x="connsiteX30511" y="connsiteY30511"/>
              </a:cxn>
              <a:cxn ang="0">
                <a:pos x="connsiteX30512" y="connsiteY30512"/>
              </a:cxn>
              <a:cxn ang="0">
                <a:pos x="connsiteX30513" y="connsiteY30513"/>
              </a:cxn>
              <a:cxn ang="0">
                <a:pos x="connsiteX30514" y="connsiteY30514"/>
              </a:cxn>
              <a:cxn ang="0">
                <a:pos x="connsiteX30515" y="connsiteY30515"/>
              </a:cxn>
              <a:cxn ang="0">
                <a:pos x="connsiteX30516" y="connsiteY30516"/>
              </a:cxn>
              <a:cxn ang="0">
                <a:pos x="connsiteX30517" y="connsiteY30517"/>
              </a:cxn>
              <a:cxn ang="0">
                <a:pos x="connsiteX30518" y="connsiteY30518"/>
              </a:cxn>
              <a:cxn ang="0">
                <a:pos x="connsiteX30519" y="connsiteY30519"/>
              </a:cxn>
              <a:cxn ang="0">
                <a:pos x="connsiteX30520" y="connsiteY30520"/>
              </a:cxn>
              <a:cxn ang="0">
                <a:pos x="connsiteX30521" y="connsiteY30521"/>
              </a:cxn>
              <a:cxn ang="0">
                <a:pos x="connsiteX30522" y="connsiteY30522"/>
              </a:cxn>
              <a:cxn ang="0">
                <a:pos x="connsiteX30523" y="connsiteY30523"/>
              </a:cxn>
              <a:cxn ang="0">
                <a:pos x="connsiteX30524" y="connsiteY30524"/>
              </a:cxn>
              <a:cxn ang="0">
                <a:pos x="connsiteX30525" y="connsiteY30525"/>
              </a:cxn>
              <a:cxn ang="0">
                <a:pos x="connsiteX30526" y="connsiteY30526"/>
              </a:cxn>
              <a:cxn ang="0">
                <a:pos x="connsiteX30527" y="connsiteY30527"/>
              </a:cxn>
              <a:cxn ang="0">
                <a:pos x="connsiteX30528" y="connsiteY30528"/>
              </a:cxn>
              <a:cxn ang="0">
                <a:pos x="connsiteX30529" y="connsiteY30529"/>
              </a:cxn>
              <a:cxn ang="0">
                <a:pos x="connsiteX30530" y="connsiteY30530"/>
              </a:cxn>
              <a:cxn ang="0">
                <a:pos x="connsiteX30531" y="connsiteY30531"/>
              </a:cxn>
              <a:cxn ang="0">
                <a:pos x="connsiteX30532" y="connsiteY30532"/>
              </a:cxn>
              <a:cxn ang="0">
                <a:pos x="connsiteX30533" y="connsiteY30533"/>
              </a:cxn>
              <a:cxn ang="0">
                <a:pos x="connsiteX30534" y="connsiteY30534"/>
              </a:cxn>
              <a:cxn ang="0">
                <a:pos x="connsiteX30535" y="connsiteY30535"/>
              </a:cxn>
              <a:cxn ang="0">
                <a:pos x="connsiteX30536" y="connsiteY30536"/>
              </a:cxn>
              <a:cxn ang="0">
                <a:pos x="connsiteX30537" y="connsiteY30537"/>
              </a:cxn>
              <a:cxn ang="0">
                <a:pos x="connsiteX30538" y="connsiteY30538"/>
              </a:cxn>
              <a:cxn ang="0">
                <a:pos x="connsiteX30539" y="connsiteY30539"/>
              </a:cxn>
              <a:cxn ang="0">
                <a:pos x="connsiteX30540" y="connsiteY30540"/>
              </a:cxn>
              <a:cxn ang="0">
                <a:pos x="connsiteX30541" y="connsiteY30541"/>
              </a:cxn>
              <a:cxn ang="0">
                <a:pos x="connsiteX30542" y="connsiteY30542"/>
              </a:cxn>
              <a:cxn ang="0">
                <a:pos x="connsiteX30543" y="connsiteY30543"/>
              </a:cxn>
              <a:cxn ang="0">
                <a:pos x="connsiteX30544" y="connsiteY30544"/>
              </a:cxn>
              <a:cxn ang="0">
                <a:pos x="connsiteX30545" y="connsiteY30545"/>
              </a:cxn>
              <a:cxn ang="0">
                <a:pos x="connsiteX30546" y="connsiteY30546"/>
              </a:cxn>
              <a:cxn ang="0">
                <a:pos x="connsiteX30547" y="connsiteY30547"/>
              </a:cxn>
              <a:cxn ang="0">
                <a:pos x="connsiteX30548" y="connsiteY30548"/>
              </a:cxn>
              <a:cxn ang="0">
                <a:pos x="connsiteX30549" y="connsiteY30549"/>
              </a:cxn>
              <a:cxn ang="0">
                <a:pos x="connsiteX30550" y="connsiteY30550"/>
              </a:cxn>
              <a:cxn ang="0">
                <a:pos x="connsiteX30551" y="connsiteY30551"/>
              </a:cxn>
              <a:cxn ang="0">
                <a:pos x="connsiteX30552" y="connsiteY30552"/>
              </a:cxn>
              <a:cxn ang="0">
                <a:pos x="connsiteX30553" y="connsiteY30553"/>
              </a:cxn>
              <a:cxn ang="0">
                <a:pos x="connsiteX30554" y="connsiteY30554"/>
              </a:cxn>
              <a:cxn ang="0">
                <a:pos x="connsiteX30555" y="connsiteY30555"/>
              </a:cxn>
              <a:cxn ang="0">
                <a:pos x="connsiteX30556" y="connsiteY30556"/>
              </a:cxn>
              <a:cxn ang="0">
                <a:pos x="connsiteX30557" y="connsiteY30557"/>
              </a:cxn>
              <a:cxn ang="0">
                <a:pos x="connsiteX30558" y="connsiteY30558"/>
              </a:cxn>
              <a:cxn ang="0">
                <a:pos x="connsiteX30559" y="connsiteY30559"/>
              </a:cxn>
              <a:cxn ang="0">
                <a:pos x="connsiteX30560" y="connsiteY30560"/>
              </a:cxn>
              <a:cxn ang="0">
                <a:pos x="connsiteX30561" y="connsiteY30561"/>
              </a:cxn>
              <a:cxn ang="0">
                <a:pos x="connsiteX30562" y="connsiteY30562"/>
              </a:cxn>
              <a:cxn ang="0">
                <a:pos x="connsiteX30563" y="connsiteY30563"/>
              </a:cxn>
              <a:cxn ang="0">
                <a:pos x="connsiteX30564" y="connsiteY30564"/>
              </a:cxn>
              <a:cxn ang="0">
                <a:pos x="connsiteX30565" y="connsiteY30565"/>
              </a:cxn>
              <a:cxn ang="0">
                <a:pos x="connsiteX30566" y="connsiteY30566"/>
              </a:cxn>
              <a:cxn ang="0">
                <a:pos x="connsiteX30567" y="connsiteY30567"/>
              </a:cxn>
              <a:cxn ang="0">
                <a:pos x="connsiteX30568" y="connsiteY30568"/>
              </a:cxn>
              <a:cxn ang="0">
                <a:pos x="connsiteX30569" y="connsiteY30569"/>
              </a:cxn>
              <a:cxn ang="0">
                <a:pos x="connsiteX30570" y="connsiteY30570"/>
              </a:cxn>
              <a:cxn ang="0">
                <a:pos x="connsiteX30571" y="connsiteY30571"/>
              </a:cxn>
              <a:cxn ang="0">
                <a:pos x="connsiteX30572" y="connsiteY30572"/>
              </a:cxn>
              <a:cxn ang="0">
                <a:pos x="connsiteX30573" y="connsiteY30573"/>
              </a:cxn>
              <a:cxn ang="0">
                <a:pos x="connsiteX30574" y="connsiteY30574"/>
              </a:cxn>
              <a:cxn ang="0">
                <a:pos x="connsiteX30575" y="connsiteY30575"/>
              </a:cxn>
              <a:cxn ang="0">
                <a:pos x="connsiteX30576" y="connsiteY30576"/>
              </a:cxn>
              <a:cxn ang="0">
                <a:pos x="connsiteX30577" y="connsiteY30577"/>
              </a:cxn>
              <a:cxn ang="0">
                <a:pos x="connsiteX30578" y="connsiteY30578"/>
              </a:cxn>
              <a:cxn ang="0">
                <a:pos x="connsiteX30579" y="connsiteY30579"/>
              </a:cxn>
              <a:cxn ang="0">
                <a:pos x="connsiteX30580" y="connsiteY30580"/>
              </a:cxn>
              <a:cxn ang="0">
                <a:pos x="connsiteX30581" y="connsiteY30581"/>
              </a:cxn>
              <a:cxn ang="0">
                <a:pos x="connsiteX30582" y="connsiteY30582"/>
              </a:cxn>
              <a:cxn ang="0">
                <a:pos x="connsiteX30583" y="connsiteY30583"/>
              </a:cxn>
              <a:cxn ang="0">
                <a:pos x="connsiteX30584" y="connsiteY30584"/>
              </a:cxn>
              <a:cxn ang="0">
                <a:pos x="connsiteX30585" y="connsiteY30585"/>
              </a:cxn>
              <a:cxn ang="0">
                <a:pos x="connsiteX30586" y="connsiteY30586"/>
              </a:cxn>
              <a:cxn ang="0">
                <a:pos x="connsiteX30587" y="connsiteY30587"/>
              </a:cxn>
              <a:cxn ang="0">
                <a:pos x="connsiteX30588" y="connsiteY30588"/>
              </a:cxn>
              <a:cxn ang="0">
                <a:pos x="connsiteX30589" y="connsiteY30589"/>
              </a:cxn>
              <a:cxn ang="0">
                <a:pos x="connsiteX30590" y="connsiteY30590"/>
              </a:cxn>
              <a:cxn ang="0">
                <a:pos x="connsiteX30591" y="connsiteY30591"/>
              </a:cxn>
              <a:cxn ang="0">
                <a:pos x="connsiteX30592" y="connsiteY30592"/>
              </a:cxn>
              <a:cxn ang="0">
                <a:pos x="connsiteX30593" y="connsiteY30593"/>
              </a:cxn>
              <a:cxn ang="0">
                <a:pos x="connsiteX30594" y="connsiteY30594"/>
              </a:cxn>
              <a:cxn ang="0">
                <a:pos x="connsiteX30595" y="connsiteY30595"/>
              </a:cxn>
              <a:cxn ang="0">
                <a:pos x="connsiteX30596" y="connsiteY30596"/>
              </a:cxn>
              <a:cxn ang="0">
                <a:pos x="connsiteX30597" y="connsiteY30597"/>
              </a:cxn>
              <a:cxn ang="0">
                <a:pos x="connsiteX30598" y="connsiteY30598"/>
              </a:cxn>
              <a:cxn ang="0">
                <a:pos x="connsiteX30599" y="connsiteY30599"/>
              </a:cxn>
              <a:cxn ang="0">
                <a:pos x="connsiteX30600" y="connsiteY30600"/>
              </a:cxn>
              <a:cxn ang="0">
                <a:pos x="connsiteX30601" y="connsiteY30601"/>
              </a:cxn>
              <a:cxn ang="0">
                <a:pos x="connsiteX30602" y="connsiteY30602"/>
              </a:cxn>
              <a:cxn ang="0">
                <a:pos x="connsiteX30603" y="connsiteY30603"/>
              </a:cxn>
              <a:cxn ang="0">
                <a:pos x="connsiteX30604" y="connsiteY30604"/>
              </a:cxn>
              <a:cxn ang="0">
                <a:pos x="connsiteX30605" y="connsiteY30605"/>
              </a:cxn>
              <a:cxn ang="0">
                <a:pos x="connsiteX30606" y="connsiteY30606"/>
              </a:cxn>
              <a:cxn ang="0">
                <a:pos x="connsiteX30607" y="connsiteY30607"/>
              </a:cxn>
              <a:cxn ang="0">
                <a:pos x="connsiteX30608" y="connsiteY30608"/>
              </a:cxn>
              <a:cxn ang="0">
                <a:pos x="connsiteX30609" y="connsiteY30609"/>
              </a:cxn>
              <a:cxn ang="0">
                <a:pos x="connsiteX30610" y="connsiteY30610"/>
              </a:cxn>
              <a:cxn ang="0">
                <a:pos x="connsiteX30611" y="connsiteY30611"/>
              </a:cxn>
              <a:cxn ang="0">
                <a:pos x="connsiteX30612" y="connsiteY30612"/>
              </a:cxn>
              <a:cxn ang="0">
                <a:pos x="connsiteX30613" y="connsiteY30613"/>
              </a:cxn>
              <a:cxn ang="0">
                <a:pos x="connsiteX30614" y="connsiteY30614"/>
              </a:cxn>
              <a:cxn ang="0">
                <a:pos x="connsiteX30615" y="connsiteY30615"/>
              </a:cxn>
              <a:cxn ang="0">
                <a:pos x="connsiteX30616" y="connsiteY30616"/>
              </a:cxn>
              <a:cxn ang="0">
                <a:pos x="connsiteX30617" y="connsiteY30617"/>
              </a:cxn>
              <a:cxn ang="0">
                <a:pos x="connsiteX30618" y="connsiteY30618"/>
              </a:cxn>
              <a:cxn ang="0">
                <a:pos x="connsiteX30619" y="connsiteY30619"/>
              </a:cxn>
              <a:cxn ang="0">
                <a:pos x="connsiteX30620" y="connsiteY30620"/>
              </a:cxn>
              <a:cxn ang="0">
                <a:pos x="connsiteX30621" y="connsiteY30621"/>
              </a:cxn>
              <a:cxn ang="0">
                <a:pos x="connsiteX30622" y="connsiteY30622"/>
              </a:cxn>
              <a:cxn ang="0">
                <a:pos x="connsiteX30623" y="connsiteY30623"/>
              </a:cxn>
              <a:cxn ang="0">
                <a:pos x="connsiteX30624" y="connsiteY30624"/>
              </a:cxn>
              <a:cxn ang="0">
                <a:pos x="connsiteX30625" y="connsiteY30625"/>
              </a:cxn>
              <a:cxn ang="0">
                <a:pos x="connsiteX30626" y="connsiteY30626"/>
              </a:cxn>
              <a:cxn ang="0">
                <a:pos x="connsiteX30627" y="connsiteY30627"/>
              </a:cxn>
              <a:cxn ang="0">
                <a:pos x="connsiteX30628" y="connsiteY30628"/>
              </a:cxn>
              <a:cxn ang="0">
                <a:pos x="connsiteX30629" y="connsiteY30629"/>
              </a:cxn>
              <a:cxn ang="0">
                <a:pos x="connsiteX30630" y="connsiteY30630"/>
              </a:cxn>
              <a:cxn ang="0">
                <a:pos x="connsiteX30631" y="connsiteY30631"/>
              </a:cxn>
              <a:cxn ang="0">
                <a:pos x="connsiteX30632" y="connsiteY30632"/>
              </a:cxn>
              <a:cxn ang="0">
                <a:pos x="connsiteX30633" y="connsiteY30633"/>
              </a:cxn>
              <a:cxn ang="0">
                <a:pos x="connsiteX30634" y="connsiteY30634"/>
              </a:cxn>
              <a:cxn ang="0">
                <a:pos x="connsiteX30635" y="connsiteY30635"/>
              </a:cxn>
              <a:cxn ang="0">
                <a:pos x="connsiteX30636" y="connsiteY30636"/>
              </a:cxn>
              <a:cxn ang="0">
                <a:pos x="connsiteX30637" y="connsiteY30637"/>
              </a:cxn>
              <a:cxn ang="0">
                <a:pos x="connsiteX30638" y="connsiteY30638"/>
              </a:cxn>
              <a:cxn ang="0">
                <a:pos x="connsiteX30639" y="connsiteY30639"/>
              </a:cxn>
              <a:cxn ang="0">
                <a:pos x="connsiteX30640" y="connsiteY30640"/>
              </a:cxn>
              <a:cxn ang="0">
                <a:pos x="connsiteX30641" y="connsiteY30641"/>
              </a:cxn>
              <a:cxn ang="0">
                <a:pos x="connsiteX30642" y="connsiteY30642"/>
              </a:cxn>
              <a:cxn ang="0">
                <a:pos x="connsiteX30643" y="connsiteY30643"/>
              </a:cxn>
              <a:cxn ang="0">
                <a:pos x="connsiteX30644" y="connsiteY30644"/>
              </a:cxn>
              <a:cxn ang="0">
                <a:pos x="connsiteX30645" y="connsiteY30645"/>
              </a:cxn>
              <a:cxn ang="0">
                <a:pos x="connsiteX30646" y="connsiteY30646"/>
              </a:cxn>
              <a:cxn ang="0">
                <a:pos x="connsiteX30647" y="connsiteY30647"/>
              </a:cxn>
              <a:cxn ang="0">
                <a:pos x="connsiteX30648" y="connsiteY30648"/>
              </a:cxn>
              <a:cxn ang="0">
                <a:pos x="connsiteX30649" y="connsiteY30649"/>
              </a:cxn>
              <a:cxn ang="0">
                <a:pos x="connsiteX30650" y="connsiteY30650"/>
              </a:cxn>
              <a:cxn ang="0">
                <a:pos x="connsiteX30651" y="connsiteY30651"/>
              </a:cxn>
              <a:cxn ang="0">
                <a:pos x="connsiteX30652" y="connsiteY30652"/>
              </a:cxn>
              <a:cxn ang="0">
                <a:pos x="connsiteX30653" y="connsiteY30653"/>
              </a:cxn>
              <a:cxn ang="0">
                <a:pos x="connsiteX30654" y="connsiteY30654"/>
              </a:cxn>
              <a:cxn ang="0">
                <a:pos x="connsiteX30655" y="connsiteY30655"/>
              </a:cxn>
              <a:cxn ang="0">
                <a:pos x="connsiteX30656" y="connsiteY30656"/>
              </a:cxn>
              <a:cxn ang="0">
                <a:pos x="connsiteX30657" y="connsiteY30657"/>
              </a:cxn>
              <a:cxn ang="0">
                <a:pos x="connsiteX30658" y="connsiteY30658"/>
              </a:cxn>
              <a:cxn ang="0">
                <a:pos x="connsiteX30659" y="connsiteY30659"/>
              </a:cxn>
              <a:cxn ang="0">
                <a:pos x="connsiteX30660" y="connsiteY30660"/>
              </a:cxn>
              <a:cxn ang="0">
                <a:pos x="connsiteX30661" y="connsiteY30661"/>
              </a:cxn>
              <a:cxn ang="0">
                <a:pos x="connsiteX30662" y="connsiteY30662"/>
              </a:cxn>
              <a:cxn ang="0">
                <a:pos x="connsiteX30663" y="connsiteY30663"/>
              </a:cxn>
              <a:cxn ang="0">
                <a:pos x="connsiteX30664" y="connsiteY30664"/>
              </a:cxn>
              <a:cxn ang="0">
                <a:pos x="connsiteX30665" y="connsiteY30665"/>
              </a:cxn>
              <a:cxn ang="0">
                <a:pos x="connsiteX30666" y="connsiteY30666"/>
              </a:cxn>
              <a:cxn ang="0">
                <a:pos x="connsiteX30667" y="connsiteY30667"/>
              </a:cxn>
              <a:cxn ang="0">
                <a:pos x="connsiteX30668" y="connsiteY30668"/>
              </a:cxn>
              <a:cxn ang="0">
                <a:pos x="connsiteX30669" y="connsiteY30669"/>
              </a:cxn>
              <a:cxn ang="0">
                <a:pos x="connsiteX30670" y="connsiteY30670"/>
              </a:cxn>
              <a:cxn ang="0">
                <a:pos x="connsiteX30671" y="connsiteY30671"/>
              </a:cxn>
              <a:cxn ang="0">
                <a:pos x="connsiteX30672" y="connsiteY30672"/>
              </a:cxn>
              <a:cxn ang="0">
                <a:pos x="connsiteX30673" y="connsiteY30673"/>
              </a:cxn>
              <a:cxn ang="0">
                <a:pos x="connsiteX30674" y="connsiteY30674"/>
              </a:cxn>
              <a:cxn ang="0">
                <a:pos x="connsiteX30675" y="connsiteY30675"/>
              </a:cxn>
              <a:cxn ang="0">
                <a:pos x="connsiteX30676" y="connsiteY30676"/>
              </a:cxn>
              <a:cxn ang="0">
                <a:pos x="connsiteX30677" y="connsiteY30677"/>
              </a:cxn>
              <a:cxn ang="0">
                <a:pos x="connsiteX30678" y="connsiteY30678"/>
              </a:cxn>
              <a:cxn ang="0">
                <a:pos x="connsiteX30679" y="connsiteY30679"/>
              </a:cxn>
              <a:cxn ang="0">
                <a:pos x="connsiteX30680" y="connsiteY30680"/>
              </a:cxn>
              <a:cxn ang="0">
                <a:pos x="connsiteX30681" y="connsiteY30681"/>
              </a:cxn>
              <a:cxn ang="0">
                <a:pos x="connsiteX30682" y="connsiteY30682"/>
              </a:cxn>
              <a:cxn ang="0">
                <a:pos x="connsiteX30683" y="connsiteY30683"/>
              </a:cxn>
              <a:cxn ang="0">
                <a:pos x="connsiteX30684" y="connsiteY30684"/>
              </a:cxn>
              <a:cxn ang="0">
                <a:pos x="connsiteX30685" y="connsiteY30685"/>
              </a:cxn>
              <a:cxn ang="0">
                <a:pos x="connsiteX30686" y="connsiteY30686"/>
              </a:cxn>
              <a:cxn ang="0">
                <a:pos x="connsiteX30687" y="connsiteY30687"/>
              </a:cxn>
              <a:cxn ang="0">
                <a:pos x="connsiteX30688" y="connsiteY30688"/>
              </a:cxn>
              <a:cxn ang="0">
                <a:pos x="connsiteX30689" y="connsiteY30689"/>
              </a:cxn>
              <a:cxn ang="0">
                <a:pos x="connsiteX30690" y="connsiteY30690"/>
              </a:cxn>
              <a:cxn ang="0">
                <a:pos x="connsiteX30691" y="connsiteY30691"/>
              </a:cxn>
              <a:cxn ang="0">
                <a:pos x="connsiteX30692" y="connsiteY30692"/>
              </a:cxn>
              <a:cxn ang="0">
                <a:pos x="connsiteX30693" y="connsiteY30693"/>
              </a:cxn>
              <a:cxn ang="0">
                <a:pos x="connsiteX30694" y="connsiteY30694"/>
              </a:cxn>
              <a:cxn ang="0">
                <a:pos x="connsiteX30695" y="connsiteY30695"/>
              </a:cxn>
              <a:cxn ang="0">
                <a:pos x="connsiteX30696" y="connsiteY30696"/>
              </a:cxn>
              <a:cxn ang="0">
                <a:pos x="connsiteX30697" y="connsiteY30697"/>
              </a:cxn>
              <a:cxn ang="0">
                <a:pos x="connsiteX30698" y="connsiteY30698"/>
              </a:cxn>
              <a:cxn ang="0">
                <a:pos x="connsiteX30699" y="connsiteY30699"/>
              </a:cxn>
              <a:cxn ang="0">
                <a:pos x="connsiteX30700" y="connsiteY30700"/>
              </a:cxn>
              <a:cxn ang="0">
                <a:pos x="connsiteX30701" y="connsiteY30701"/>
              </a:cxn>
              <a:cxn ang="0">
                <a:pos x="connsiteX30702" y="connsiteY30702"/>
              </a:cxn>
              <a:cxn ang="0">
                <a:pos x="connsiteX30703" y="connsiteY30703"/>
              </a:cxn>
              <a:cxn ang="0">
                <a:pos x="connsiteX30704" y="connsiteY30704"/>
              </a:cxn>
              <a:cxn ang="0">
                <a:pos x="connsiteX30705" y="connsiteY30705"/>
              </a:cxn>
              <a:cxn ang="0">
                <a:pos x="connsiteX30706" y="connsiteY30706"/>
              </a:cxn>
              <a:cxn ang="0">
                <a:pos x="connsiteX30707" y="connsiteY30707"/>
              </a:cxn>
              <a:cxn ang="0">
                <a:pos x="connsiteX30708" y="connsiteY30708"/>
              </a:cxn>
              <a:cxn ang="0">
                <a:pos x="connsiteX30709" y="connsiteY30709"/>
              </a:cxn>
              <a:cxn ang="0">
                <a:pos x="connsiteX30710" y="connsiteY30710"/>
              </a:cxn>
              <a:cxn ang="0">
                <a:pos x="connsiteX30711" y="connsiteY30711"/>
              </a:cxn>
              <a:cxn ang="0">
                <a:pos x="connsiteX30712" y="connsiteY30712"/>
              </a:cxn>
              <a:cxn ang="0">
                <a:pos x="connsiteX30713" y="connsiteY30713"/>
              </a:cxn>
              <a:cxn ang="0">
                <a:pos x="connsiteX30714" y="connsiteY30714"/>
              </a:cxn>
              <a:cxn ang="0">
                <a:pos x="connsiteX30715" y="connsiteY30715"/>
              </a:cxn>
              <a:cxn ang="0">
                <a:pos x="connsiteX30716" y="connsiteY30716"/>
              </a:cxn>
              <a:cxn ang="0">
                <a:pos x="connsiteX30717" y="connsiteY30717"/>
              </a:cxn>
              <a:cxn ang="0">
                <a:pos x="connsiteX30718" y="connsiteY30718"/>
              </a:cxn>
              <a:cxn ang="0">
                <a:pos x="connsiteX30719" y="connsiteY30719"/>
              </a:cxn>
              <a:cxn ang="0">
                <a:pos x="connsiteX30720" y="connsiteY30720"/>
              </a:cxn>
              <a:cxn ang="0">
                <a:pos x="connsiteX30721" y="connsiteY30721"/>
              </a:cxn>
              <a:cxn ang="0">
                <a:pos x="connsiteX30722" y="connsiteY30722"/>
              </a:cxn>
              <a:cxn ang="0">
                <a:pos x="connsiteX30723" y="connsiteY30723"/>
              </a:cxn>
              <a:cxn ang="0">
                <a:pos x="connsiteX30724" y="connsiteY30724"/>
              </a:cxn>
              <a:cxn ang="0">
                <a:pos x="connsiteX30725" y="connsiteY30725"/>
              </a:cxn>
              <a:cxn ang="0">
                <a:pos x="connsiteX30726" y="connsiteY30726"/>
              </a:cxn>
              <a:cxn ang="0">
                <a:pos x="connsiteX30727" y="connsiteY30727"/>
              </a:cxn>
              <a:cxn ang="0">
                <a:pos x="connsiteX30728" y="connsiteY30728"/>
              </a:cxn>
              <a:cxn ang="0">
                <a:pos x="connsiteX30729" y="connsiteY30729"/>
              </a:cxn>
              <a:cxn ang="0">
                <a:pos x="connsiteX30730" y="connsiteY30730"/>
              </a:cxn>
              <a:cxn ang="0">
                <a:pos x="connsiteX30731" y="connsiteY30731"/>
              </a:cxn>
              <a:cxn ang="0">
                <a:pos x="connsiteX30732" y="connsiteY30732"/>
              </a:cxn>
              <a:cxn ang="0">
                <a:pos x="connsiteX30733" y="connsiteY30733"/>
              </a:cxn>
              <a:cxn ang="0">
                <a:pos x="connsiteX30734" y="connsiteY30734"/>
              </a:cxn>
              <a:cxn ang="0">
                <a:pos x="connsiteX30735" y="connsiteY30735"/>
              </a:cxn>
              <a:cxn ang="0">
                <a:pos x="connsiteX30736" y="connsiteY30736"/>
              </a:cxn>
              <a:cxn ang="0">
                <a:pos x="connsiteX30737" y="connsiteY30737"/>
              </a:cxn>
              <a:cxn ang="0">
                <a:pos x="connsiteX30738" y="connsiteY30738"/>
              </a:cxn>
              <a:cxn ang="0">
                <a:pos x="connsiteX30739" y="connsiteY30739"/>
              </a:cxn>
              <a:cxn ang="0">
                <a:pos x="connsiteX30740" y="connsiteY30740"/>
              </a:cxn>
              <a:cxn ang="0">
                <a:pos x="connsiteX30741" y="connsiteY30741"/>
              </a:cxn>
              <a:cxn ang="0">
                <a:pos x="connsiteX30742" y="connsiteY30742"/>
              </a:cxn>
              <a:cxn ang="0">
                <a:pos x="connsiteX30743" y="connsiteY30743"/>
              </a:cxn>
              <a:cxn ang="0">
                <a:pos x="connsiteX30744" y="connsiteY30744"/>
              </a:cxn>
              <a:cxn ang="0">
                <a:pos x="connsiteX30745" y="connsiteY30745"/>
              </a:cxn>
              <a:cxn ang="0">
                <a:pos x="connsiteX30746" y="connsiteY30746"/>
              </a:cxn>
              <a:cxn ang="0">
                <a:pos x="connsiteX30747" y="connsiteY30747"/>
              </a:cxn>
              <a:cxn ang="0">
                <a:pos x="connsiteX30748" y="connsiteY30748"/>
              </a:cxn>
              <a:cxn ang="0">
                <a:pos x="connsiteX30749" y="connsiteY30749"/>
              </a:cxn>
              <a:cxn ang="0">
                <a:pos x="connsiteX30750" y="connsiteY30750"/>
              </a:cxn>
              <a:cxn ang="0">
                <a:pos x="connsiteX30751" y="connsiteY30751"/>
              </a:cxn>
              <a:cxn ang="0">
                <a:pos x="connsiteX30752" y="connsiteY30752"/>
              </a:cxn>
              <a:cxn ang="0">
                <a:pos x="connsiteX30753" y="connsiteY30753"/>
              </a:cxn>
              <a:cxn ang="0">
                <a:pos x="connsiteX30754" y="connsiteY30754"/>
              </a:cxn>
              <a:cxn ang="0">
                <a:pos x="connsiteX30755" y="connsiteY30755"/>
              </a:cxn>
              <a:cxn ang="0">
                <a:pos x="connsiteX30756" y="connsiteY30756"/>
              </a:cxn>
              <a:cxn ang="0">
                <a:pos x="connsiteX30757" y="connsiteY30757"/>
              </a:cxn>
              <a:cxn ang="0">
                <a:pos x="connsiteX30758" y="connsiteY30758"/>
              </a:cxn>
              <a:cxn ang="0">
                <a:pos x="connsiteX30759" y="connsiteY30759"/>
              </a:cxn>
              <a:cxn ang="0">
                <a:pos x="connsiteX30760" y="connsiteY30760"/>
              </a:cxn>
              <a:cxn ang="0">
                <a:pos x="connsiteX30761" y="connsiteY30761"/>
              </a:cxn>
              <a:cxn ang="0">
                <a:pos x="connsiteX30762" y="connsiteY30762"/>
              </a:cxn>
              <a:cxn ang="0">
                <a:pos x="connsiteX30763" y="connsiteY30763"/>
              </a:cxn>
              <a:cxn ang="0">
                <a:pos x="connsiteX30764" y="connsiteY30764"/>
              </a:cxn>
              <a:cxn ang="0">
                <a:pos x="connsiteX30765" y="connsiteY30765"/>
              </a:cxn>
              <a:cxn ang="0">
                <a:pos x="connsiteX30766" y="connsiteY30766"/>
              </a:cxn>
              <a:cxn ang="0">
                <a:pos x="connsiteX30767" y="connsiteY30767"/>
              </a:cxn>
              <a:cxn ang="0">
                <a:pos x="connsiteX30768" y="connsiteY30768"/>
              </a:cxn>
              <a:cxn ang="0">
                <a:pos x="connsiteX30769" y="connsiteY30769"/>
              </a:cxn>
              <a:cxn ang="0">
                <a:pos x="connsiteX30770" y="connsiteY30770"/>
              </a:cxn>
              <a:cxn ang="0">
                <a:pos x="connsiteX30771" y="connsiteY30771"/>
              </a:cxn>
              <a:cxn ang="0">
                <a:pos x="connsiteX30772" y="connsiteY30772"/>
              </a:cxn>
              <a:cxn ang="0">
                <a:pos x="connsiteX30773" y="connsiteY30773"/>
              </a:cxn>
              <a:cxn ang="0">
                <a:pos x="connsiteX30774" y="connsiteY30774"/>
              </a:cxn>
              <a:cxn ang="0">
                <a:pos x="connsiteX30775" y="connsiteY30775"/>
              </a:cxn>
              <a:cxn ang="0">
                <a:pos x="connsiteX30776" y="connsiteY30776"/>
              </a:cxn>
              <a:cxn ang="0">
                <a:pos x="connsiteX30777" y="connsiteY30777"/>
              </a:cxn>
              <a:cxn ang="0">
                <a:pos x="connsiteX30778" y="connsiteY30778"/>
              </a:cxn>
              <a:cxn ang="0">
                <a:pos x="connsiteX30779" y="connsiteY30779"/>
              </a:cxn>
              <a:cxn ang="0">
                <a:pos x="connsiteX30780" y="connsiteY30780"/>
              </a:cxn>
              <a:cxn ang="0">
                <a:pos x="connsiteX30781" y="connsiteY30781"/>
              </a:cxn>
              <a:cxn ang="0">
                <a:pos x="connsiteX30782" y="connsiteY30782"/>
              </a:cxn>
              <a:cxn ang="0">
                <a:pos x="connsiteX30783" y="connsiteY30783"/>
              </a:cxn>
              <a:cxn ang="0">
                <a:pos x="connsiteX30784" y="connsiteY30784"/>
              </a:cxn>
              <a:cxn ang="0">
                <a:pos x="connsiteX30785" y="connsiteY30785"/>
              </a:cxn>
              <a:cxn ang="0">
                <a:pos x="connsiteX30786" y="connsiteY30786"/>
              </a:cxn>
              <a:cxn ang="0">
                <a:pos x="connsiteX30787" y="connsiteY30787"/>
              </a:cxn>
              <a:cxn ang="0">
                <a:pos x="connsiteX30788" y="connsiteY30788"/>
              </a:cxn>
              <a:cxn ang="0">
                <a:pos x="connsiteX30789" y="connsiteY30789"/>
              </a:cxn>
              <a:cxn ang="0">
                <a:pos x="connsiteX30790" y="connsiteY30790"/>
              </a:cxn>
              <a:cxn ang="0">
                <a:pos x="connsiteX30791" y="connsiteY30791"/>
              </a:cxn>
              <a:cxn ang="0">
                <a:pos x="connsiteX30792" y="connsiteY30792"/>
              </a:cxn>
              <a:cxn ang="0">
                <a:pos x="connsiteX30793" y="connsiteY30793"/>
              </a:cxn>
              <a:cxn ang="0">
                <a:pos x="connsiteX30794" y="connsiteY30794"/>
              </a:cxn>
              <a:cxn ang="0">
                <a:pos x="connsiteX30795" y="connsiteY30795"/>
              </a:cxn>
              <a:cxn ang="0">
                <a:pos x="connsiteX30796" y="connsiteY30796"/>
              </a:cxn>
              <a:cxn ang="0">
                <a:pos x="connsiteX30797" y="connsiteY30797"/>
              </a:cxn>
              <a:cxn ang="0">
                <a:pos x="connsiteX30798" y="connsiteY30798"/>
              </a:cxn>
              <a:cxn ang="0">
                <a:pos x="connsiteX30799" y="connsiteY30799"/>
              </a:cxn>
              <a:cxn ang="0">
                <a:pos x="connsiteX30800" y="connsiteY30800"/>
              </a:cxn>
              <a:cxn ang="0">
                <a:pos x="connsiteX30801" y="connsiteY30801"/>
              </a:cxn>
              <a:cxn ang="0">
                <a:pos x="connsiteX30802" y="connsiteY30802"/>
              </a:cxn>
              <a:cxn ang="0">
                <a:pos x="connsiteX30803" y="connsiteY30803"/>
              </a:cxn>
              <a:cxn ang="0">
                <a:pos x="connsiteX30804" y="connsiteY30804"/>
              </a:cxn>
              <a:cxn ang="0">
                <a:pos x="connsiteX30805" y="connsiteY30805"/>
              </a:cxn>
              <a:cxn ang="0">
                <a:pos x="connsiteX30806" y="connsiteY30806"/>
              </a:cxn>
              <a:cxn ang="0">
                <a:pos x="connsiteX30807" y="connsiteY30807"/>
              </a:cxn>
              <a:cxn ang="0">
                <a:pos x="connsiteX30808" y="connsiteY30808"/>
              </a:cxn>
              <a:cxn ang="0">
                <a:pos x="connsiteX30809" y="connsiteY30809"/>
              </a:cxn>
              <a:cxn ang="0">
                <a:pos x="connsiteX30810" y="connsiteY30810"/>
              </a:cxn>
              <a:cxn ang="0">
                <a:pos x="connsiteX30811" y="connsiteY30811"/>
              </a:cxn>
              <a:cxn ang="0">
                <a:pos x="connsiteX30812" y="connsiteY30812"/>
              </a:cxn>
              <a:cxn ang="0">
                <a:pos x="connsiteX30813" y="connsiteY30813"/>
              </a:cxn>
              <a:cxn ang="0">
                <a:pos x="connsiteX30814" y="connsiteY30814"/>
              </a:cxn>
              <a:cxn ang="0">
                <a:pos x="connsiteX30815" y="connsiteY30815"/>
              </a:cxn>
              <a:cxn ang="0">
                <a:pos x="connsiteX30816" y="connsiteY30816"/>
              </a:cxn>
              <a:cxn ang="0">
                <a:pos x="connsiteX30817" y="connsiteY30817"/>
              </a:cxn>
              <a:cxn ang="0">
                <a:pos x="connsiteX30818" y="connsiteY30818"/>
              </a:cxn>
              <a:cxn ang="0">
                <a:pos x="connsiteX30819" y="connsiteY30819"/>
              </a:cxn>
              <a:cxn ang="0">
                <a:pos x="connsiteX30820" y="connsiteY30820"/>
              </a:cxn>
              <a:cxn ang="0">
                <a:pos x="connsiteX30821" y="connsiteY30821"/>
              </a:cxn>
              <a:cxn ang="0">
                <a:pos x="connsiteX30822" y="connsiteY30822"/>
              </a:cxn>
              <a:cxn ang="0">
                <a:pos x="connsiteX30823" y="connsiteY30823"/>
              </a:cxn>
              <a:cxn ang="0">
                <a:pos x="connsiteX30824" y="connsiteY30824"/>
              </a:cxn>
              <a:cxn ang="0">
                <a:pos x="connsiteX30825" y="connsiteY30825"/>
              </a:cxn>
              <a:cxn ang="0">
                <a:pos x="connsiteX30826" y="connsiteY30826"/>
              </a:cxn>
              <a:cxn ang="0">
                <a:pos x="connsiteX30827" y="connsiteY30827"/>
              </a:cxn>
              <a:cxn ang="0">
                <a:pos x="connsiteX30828" y="connsiteY30828"/>
              </a:cxn>
              <a:cxn ang="0">
                <a:pos x="connsiteX30829" y="connsiteY30829"/>
              </a:cxn>
              <a:cxn ang="0">
                <a:pos x="connsiteX30830" y="connsiteY30830"/>
              </a:cxn>
              <a:cxn ang="0">
                <a:pos x="connsiteX30831" y="connsiteY30831"/>
              </a:cxn>
              <a:cxn ang="0">
                <a:pos x="connsiteX30832" y="connsiteY30832"/>
              </a:cxn>
              <a:cxn ang="0">
                <a:pos x="connsiteX30833" y="connsiteY30833"/>
              </a:cxn>
              <a:cxn ang="0">
                <a:pos x="connsiteX30834" y="connsiteY30834"/>
              </a:cxn>
              <a:cxn ang="0">
                <a:pos x="connsiteX30835" y="connsiteY30835"/>
              </a:cxn>
              <a:cxn ang="0">
                <a:pos x="connsiteX30836" y="connsiteY30836"/>
              </a:cxn>
              <a:cxn ang="0">
                <a:pos x="connsiteX30837" y="connsiteY30837"/>
              </a:cxn>
              <a:cxn ang="0">
                <a:pos x="connsiteX30838" y="connsiteY30838"/>
              </a:cxn>
              <a:cxn ang="0">
                <a:pos x="connsiteX30839" y="connsiteY30839"/>
              </a:cxn>
              <a:cxn ang="0">
                <a:pos x="connsiteX30840" y="connsiteY30840"/>
              </a:cxn>
              <a:cxn ang="0">
                <a:pos x="connsiteX30841" y="connsiteY30841"/>
              </a:cxn>
              <a:cxn ang="0">
                <a:pos x="connsiteX30842" y="connsiteY30842"/>
              </a:cxn>
              <a:cxn ang="0">
                <a:pos x="connsiteX30843" y="connsiteY30843"/>
              </a:cxn>
              <a:cxn ang="0">
                <a:pos x="connsiteX30844" y="connsiteY30844"/>
              </a:cxn>
              <a:cxn ang="0">
                <a:pos x="connsiteX30845" y="connsiteY30845"/>
              </a:cxn>
              <a:cxn ang="0">
                <a:pos x="connsiteX30846" y="connsiteY30846"/>
              </a:cxn>
              <a:cxn ang="0">
                <a:pos x="connsiteX30847" y="connsiteY30847"/>
              </a:cxn>
              <a:cxn ang="0">
                <a:pos x="connsiteX30848" y="connsiteY30848"/>
              </a:cxn>
              <a:cxn ang="0">
                <a:pos x="connsiteX30849" y="connsiteY30849"/>
              </a:cxn>
              <a:cxn ang="0">
                <a:pos x="connsiteX30850" y="connsiteY30850"/>
              </a:cxn>
              <a:cxn ang="0">
                <a:pos x="connsiteX30851" y="connsiteY30851"/>
              </a:cxn>
              <a:cxn ang="0">
                <a:pos x="connsiteX30852" y="connsiteY30852"/>
              </a:cxn>
              <a:cxn ang="0">
                <a:pos x="connsiteX30853" y="connsiteY30853"/>
              </a:cxn>
              <a:cxn ang="0">
                <a:pos x="connsiteX30854" y="connsiteY30854"/>
              </a:cxn>
              <a:cxn ang="0">
                <a:pos x="connsiteX30855" y="connsiteY30855"/>
              </a:cxn>
              <a:cxn ang="0">
                <a:pos x="connsiteX30856" y="connsiteY30856"/>
              </a:cxn>
              <a:cxn ang="0">
                <a:pos x="connsiteX30857" y="connsiteY30857"/>
              </a:cxn>
              <a:cxn ang="0">
                <a:pos x="connsiteX30858" y="connsiteY30858"/>
              </a:cxn>
              <a:cxn ang="0">
                <a:pos x="connsiteX30859" y="connsiteY30859"/>
              </a:cxn>
              <a:cxn ang="0">
                <a:pos x="connsiteX30860" y="connsiteY30860"/>
              </a:cxn>
              <a:cxn ang="0">
                <a:pos x="connsiteX30861" y="connsiteY30861"/>
              </a:cxn>
              <a:cxn ang="0">
                <a:pos x="connsiteX30862" y="connsiteY30862"/>
              </a:cxn>
              <a:cxn ang="0">
                <a:pos x="connsiteX30863" y="connsiteY30863"/>
              </a:cxn>
              <a:cxn ang="0">
                <a:pos x="connsiteX30864" y="connsiteY30864"/>
              </a:cxn>
              <a:cxn ang="0">
                <a:pos x="connsiteX30865" y="connsiteY30865"/>
              </a:cxn>
              <a:cxn ang="0">
                <a:pos x="connsiteX30866" y="connsiteY30866"/>
              </a:cxn>
              <a:cxn ang="0">
                <a:pos x="connsiteX30867" y="connsiteY30867"/>
              </a:cxn>
              <a:cxn ang="0">
                <a:pos x="connsiteX30868" y="connsiteY30868"/>
              </a:cxn>
              <a:cxn ang="0">
                <a:pos x="connsiteX30869" y="connsiteY30869"/>
              </a:cxn>
              <a:cxn ang="0">
                <a:pos x="connsiteX30870" y="connsiteY30870"/>
              </a:cxn>
              <a:cxn ang="0">
                <a:pos x="connsiteX30871" y="connsiteY30871"/>
              </a:cxn>
              <a:cxn ang="0">
                <a:pos x="connsiteX30872" y="connsiteY30872"/>
              </a:cxn>
              <a:cxn ang="0">
                <a:pos x="connsiteX30873" y="connsiteY30873"/>
              </a:cxn>
              <a:cxn ang="0">
                <a:pos x="connsiteX30874" y="connsiteY30874"/>
              </a:cxn>
              <a:cxn ang="0">
                <a:pos x="connsiteX30875" y="connsiteY30875"/>
              </a:cxn>
              <a:cxn ang="0">
                <a:pos x="connsiteX30876" y="connsiteY30876"/>
              </a:cxn>
              <a:cxn ang="0">
                <a:pos x="connsiteX30877" y="connsiteY30877"/>
              </a:cxn>
              <a:cxn ang="0">
                <a:pos x="connsiteX30878" y="connsiteY30878"/>
              </a:cxn>
              <a:cxn ang="0">
                <a:pos x="connsiteX30879" y="connsiteY30879"/>
              </a:cxn>
              <a:cxn ang="0">
                <a:pos x="connsiteX30880" y="connsiteY30880"/>
              </a:cxn>
              <a:cxn ang="0">
                <a:pos x="connsiteX30881" y="connsiteY30881"/>
              </a:cxn>
              <a:cxn ang="0">
                <a:pos x="connsiteX30882" y="connsiteY30882"/>
              </a:cxn>
              <a:cxn ang="0">
                <a:pos x="connsiteX30883" y="connsiteY30883"/>
              </a:cxn>
              <a:cxn ang="0">
                <a:pos x="connsiteX30884" y="connsiteY30884"/>
              </a:cxn>
              <a:cxn ang="0">
                <a:pos x="connsiteX30885" y="connsiteY30885"/>
              </a:cxn>
              <a:cxn ang="0">
                <a:pos x="connsiteX30886" y="connsiteY30886"/>
              </a:cxn>
              <a:cxn ang="0">
                <a:pos x="connsiteX30887" y="connsiteY30887"/>
              </a:cxn>
              <a:cxn ang="0">
                <a:pos x="connsiteX30888" y="connsiteY30888"/>
              </a:cxn>
              <a:cxn ang="0">
                <a:pos x="connsiteX30889" y="connsiteY30889"/>
              </a:cxn>
              <a:cxn ang="0">
                <a:pos x="connsiteX30890" y="connsiteY30890"/>
              </a:cxn>
              <a:cxn ang="0">
                <a:pos x="connsiteX30891" y="connsiteY30891"/>
              </a:cxn>
              <a:cxn ang="0">
                <a:pos x="connsiteX30892" y="connsiteY30892"/>
              </a:cxn>
              <a:cxn ang="0">
                <a:pos x="connsiteX30893" y="connsiteY30893"/>
              </a:cxn>
              <a:cxn ang="0">
                <a:pos x="connsiteX30894" y="connsiteY30894"/>
              </a:cxn>
              <a:cxn ang="0">
                <a:pos x="connsiteX30895" y="connsiteY30895"/>
              </a:cxn>
              <a:cxn ang="0">
                <a:pos x="connsiteX30896" y="connsiteY30896"/>
              </a:cxn>
              <a:cxn ang="0">
                <a:pos x="connsiteX30897" y="connsiteY30897"/>
              </a:cxn>
              <a:cxn ang="0">
                <a:pos x="connsiteX30898" y="connsiteY30898"/>
              </a:cxn>
              <a:cxn ang="0">
                <a:pos x="connsiteX30899" y="connsiteY30899"/>
              </a:cxn>
              <a:cxn ang="0">
                <a:pos x="connsiteX30900" y="connsiteY30900"/>
              </a:cxn>
              <a:cxn ang="0">
                <a:pos x="connsiteX30901" y="connsiteY30901"/>
              </a:cxn>
              <a:cxn ang="0">
                <a:pos x="connsiteX30902" y="connsiteY30902"/>
              </a:cxn>
              <a:cxn ang="0">
                <a:pos x="connsiteX30903" y="connsiteY30903"/>
              </a:cxn>
              <a:cxn ang="0">
                <a:pos x="connsiteX30904" y="connsiteY30904"/>
              </a:cxn>
              <a:cxn ang="0">
                <a:pos x="connsiteX30905" y="connsiteY30905"/>
              </a:cxn>
              <a:cxn ang="0">
                <a:pos x="connsiteX30906" y="connsiteY30906"/>
              </a:cxn>
              <a:cxn ang="0">
                <a:pos x="connsiteX30907" y="connsiteY30907"/>
              </a:cxn>
              <a:cxn ang="0">
                <a:pos x="connsiteX30908" y="connsiteY30908"/>
              </a:cxn>
              <a:cxn ang="0">
                <a:pos x="connsiteX30909" y="connsiteY30909"/>
              </a:cxn>
              <a:cxn ang="0">
                <a:pos x="connsiteX30910" y="connsiteY30910"/>
              </a:cxn>
              <a:cxn ang="0">
                <a:pos x="connsiteX30911" y="connsiteY30911"/>
              </a:cxn>
              <a:cxn ang="0">
                <a:pos x="connsiteX30912" y="connsiteY30912"/>
              </a:cxn>
              <a:cxn ang="0">
                <a:pos x="connsiteX30913" y="connsiteY30913"/>
              </a:cxn>
              <a:cxn ang="0">
                <a:pos x="connsiteX30914" y="connsiteY30914"/>
              </a:cxn>
              <a:cxn ang="0">
                <a:pos x="connsiteX30915" y="connsiteY30915"/>
              </a:cxn>
              <a:cxn ang="0">
                <a:pos x="connsiteX30916" y="connsiteY30916"/>
              </a:cxn>
              <a:cxn ang="0">
                <a:pos x="connsiteX30917" y="connsiteY30917"/>
              </a:cxn>
              <a:cxn ang="0">
                <a:pos x="connsiteX30918" y="connsiteY30918"/>
              </a:cxn>
              <a:cxn ang="0">
                <a:pos x="connsiteX30919" y="connsiteY30919"/>
              </a:cxn>
              <a:cxn ang="0">
                <a:pos x="connsiteX30920" y="connsiteY30920"/>
              </a:cxn>
              <a:cxn ang="0">
                <a:pos x="connsiteX30921" y="connsiteY30921"/>
              </a:cxn>
              <a:cxn ang="0">
                <a:pos x="connsiteX30922" y="connsiteY30922"/>
              </a:cxn>
              <a:cxn ang="0">
                <a:pos x="connsiteX30923" y="connsiteY30923"/>
              </a:cxn>
              <a:cxn ang="0">
                <a:pos x="connsiteX30924" y="connsiteY30924"/>
              </a:cxn>
              <a:cxn ang="0">
                <a:pos x="connsiteX30925" y="connsiteY30925"/>
              </a:cxn>
              <a:cxn ang="0">
                <a:pos x="connsiteX30926" y="connsiteY30926"/>
              </a:cxn>
              <a:cxn ang="0">
                <a:pos x="connsiteX30927" y="connsiteY30927"/>
              </a:cxn>
              <a:cxn ang="0">
                <a:pos x="connsiteX30928" y="connsiteY30928"/>
              </a:cxn>
              <a:cxn ang="0">
                <a:pos x="connsiteX30929" y="connsiteY30929"/>
              </a:cxn>
              <a:cxn ang="0">
                <a:pos x="connsiteX30930" y="connsiteY30930"/>
              </a:cxn>
              <a:cxn ang="0">
                <a:pos x="connsiteX30931" y="connsiteY30931"/>
              </a:cxn>
              <a:cxn ang="0">
                <a:pos x="connsiteX30932" y="connsiteY30932"/>
              </a:cxn>
              <a:cxn ang="0">
                <a:pos x="connsiteX30933" y="connsiteY30933"/>
              </a:cxn>
              <a:cxn ang="0">
                <a:pos x="connsiteX30934" y="connsiteY30934"/>
              </a:cxn>
              <a:cxn ang="0">
                <a:pos x="connsiteX30935" y="connsiteY30935"/>
              </a:cxn>
              <a:cxn ang="0">
                <a:pos x="connsiteX30936" y="connsiteY30936"/>
              </a:cxn>
              <a:cxn ang="0">
                <a:pos x="connsiteX30937" y="connsiteY30937"/>
              </a:cxn>
              <a:cxn ang="0">
                <a:pos x="connsiteX30938" y="connsiteY30938"/>
              </a:cxn>
              <a:cxn ang="0">
                <a:pos x="connsiteX30939" y="connsiteY30939"/>
              </a:cxn>
              <a:cxn ang="0">
                <a:pos x="connsiteX30940" y="connsiteY30940"/>
              </a:cxn>
              <a:cxn ang="0">
                <a:pos x="connsiteX30941" y="connsiteY30941"/>
              </a:cxn>
              <a:cxn ang="0">
                <a:pos x="connsiteX30942" y="connsiteY30942"/>
              </a:cxn>
              <a:cxn ang="0">
                <a:pos x="connsiteX30943" y="connsiteY30943"/>
              </a:cxn>
              <a:cxn ang="0">
                <a:pos x="connsiteX30944" y="connsiteY30944"/>
              </a:cxn>
              <a:cxn ang="0">
                <a:pos x="connsiteX30945" y="connsiteY30945"/>
              </a:cxn>
              <a:cxn ang="0">
                <a:pos x="connsiteX30946" y="connsiteY30946"/>
              </a:cxn>
              <a:cxn ang="0">
                <a:pos x="connsiteX30947" y="connsiteY30947"/>
              </a:cxn>
              <a:cxn ang="0">
                <a:pos x="connsiteX30948" y="connsiteY30948"/>
              </a:cxn>
              <a:cxn ang="0">
                <a:pos x="connsiteX30949" y="connsiteY30949"/>
              </a:cxn>
              <a:cxn ang="0">
                <a:pos x="connsiteX30950" y="connsiteY30950"/>
              </a:cxn>
              <a:cxn ang="0">
                <a:pos x="connsiteX30951" y="connsiteY30951"/>
              </a:cxn>
              <a:cxn ang="0">
                <a:pos x="connsiteX30952" y="connsiteY30952"/>
              </a:cxn>
              <a:cxn ang="0">
                <a:pos x="connsiteX30953" y="connsiteY30953"/>
              </a:cxn>
              <a:cxn ang="0">
                <a:pos x="connsiteX30954" y="connsiteY30954"/>
              </a:cxn>
              <a:cxn ang="0">
                <a:pos x="connsiteX30955" y="connsiteY30955"/>
              </a:cxn>
              <a:cxn ang="0">
                <a:pos x="connsiteX30956" y="connsiteY30956"/>
              </a:cxn>
              <a:cxn ang="0">
                <a:pos x="connsiteX30957" y="connsiteY30957"/>
              </a:cxn>
              <a:cxn ang="0">
                <a:pos x="connsiteX30958" y="connsiteY30958"/>
              </a:cxn>
              <a:cxn ang="0">
                <a:pos x="connsiteX30959" y="connsiteY30959"/>
              </a:cxn>
              <a:cxn ang="0">
                <a:pos x="connsiteX30960" y="connsiteY30960"/>
              </a:cxn>
              <a:cxn ang="0">
                <a:pos x="connsiteX30961" y="connsiteY30961"/>
              </a:cxn>
              <a:cxn ang="0">
                <a:pos x="connsiteX30962" y="connsiteY30962"/>
              </a:cxn>
              <a:cxn ang="0">
                <a:pos x="connsiteX30963" y="connsiteY30963"/>
              </a:cxn>
              <a:cxn ang="0">
                <a:pos x="connsiteX30964" y="connsiteY30964"/>
              </a:cxn>
              <a:cxn ang="0">
                <a:pos x="connsiteX30965" y="connsiteY30965"/>
              </a:cxn>
              <a:cxn ang="0">
                <a:pos x="connsiteX30966" y="connsiteY30966"/>
              </a:cxn>
              <a:cxn ang="0">
                <a:pos x="connsiteX30967" y="connsiteY30967"/>
              </a:cxn>
              <a:cxn ang="0">
                <a:pos x="connsiteX30968" y="connsiteY30968"/>
              </a:cxn>
              <a:cxn ang="0">
                <a:pos x="connsiteX30969" y="connsiteY30969"/>
              </a:cxn>
              <a:cxn ang="0">
                <a:pos x="connsiteX30970" y="connsiteY30970"/>
              </a:cxn>
              <a:cxn ang="0">
                <a:pos x="connsiteX30971" y="connsiteY30971"/>
              </a:cxn>
              <a:cxn ang="0">
                <a:pos x="connsiteX30972" y="connsiteY30972"/>
              </a:cxn>
              <a:cxn ang="0">
                <a:pos x="connsiteX30973" y="connsiteY30973"/>
              </a:cxn>
              <a:cxn ang="0">
                <a:pos x="connsiteX30974" y="connsiteY30974"/>
              </a:cxn>
              <a:cxn ang="0">
                <a:pos x="connsiteX30975" y="connsiteY30975"/>
              </a:cxn>
              <a:cxn ang="0">
                <a:pos x="connsiteX30976" y="connsiteY30976"/>
              </a:cxn>
              <a:cxn ang="0">
                <a:pos x="connsiteX30977" y="connsiteY30977"/>
              </a:cxn>
              <a:cxn ang="0">
                <a:pos x="connsiteX30978" y="connsiteY30978"/>
              </a:cxn>
              <a:cxn ang="0">
                <a:pos x="connsiteX30979" y="connsiteY30979"/>
              </a:cxn>
              <a:cxn ang="0">
                <a:pos x="connsiteX30980" y="connsiteY30980"/>
              </a:cxn>
              <a:cxn ang="0">
                <a:pos x="connsiteX30981" y="connsiteY30981"/>
              </a:cxn>
              <a:cxn ang="0">
                <a:pos x="connsiteX30982" y="connsiteY30982"/>
              </a:cxn>
              <a:cxn ang="0">
                <a:pos x="connsiteX30983" y="connsiteY30983"/>
              </a:cxn>
              <a:cxn ang="0">
                <a:pos x="connsiteX30984" y="connsiteY30984"/>
              </a:cxn>
              <a:cxn ang="0">
                <a:pos x="connsiteX30985" y="connsiteY30985"/>
              </a:cxn>
              <a:cxn ang="0">
                <a:pos x="connsiteX30986" y="connsiteY30986"/>
              </a:cxn>
              <a:cxn ang="0">
                <a:pos x="connsiteX30987" y="connsiteY30987"/>
              </a:cxn>
              <a:cxn ang="0">
                <a:pos x="connsiteX30988" y="connsiteY30988"/>
              </a:cxn>
              <a:cxn ang="0">
                <a:pos x="connsiteX30989" y="connsiteY30989"/>
              </a:cxn>
              <a:cxn ang="0">
                <a:pos x="connsiteX30990" y="connsiteY30990"/>
              </a:cxn>
              <a:cxn ang="0">
                <a:pos x="connsiteX30991" y="connsiteY30991"/>
              </a:cxn>
              <a:cxn ang="0">
                <a:pos x="connsiteX30992" y="connsiteY30992"/>
              </a:cxn>
              <a:cxn ang="0">
                <a:pos x="connsiteX30993" y="connsiteY30993"/>
              </a:cxn>
              <a:cxn ang="0">
                <a:pos x="connsiteX30994" y="connsiteY30994"/>
              </a:cxn>
              <a:cxn ang="0">
                <a:pos x="connsiteX30995" y="connsiteY30995"/>
              </a:cxn>
              <a:cxn ang="0">
                <a:pos x="connsiteX30996" y="connsiteY30996"/>
              </a:cxn>
              <a:cxn ang="0">
                <a:pos x="connsiteX30997" y="connsiteY30997"/>
              </a:cxn>
              <a:cxn ang="0">
                <a:pos x="connsiteX30998" y="connsiteY30998"/>
              </a:cxn>
              <a:cxn ang="0">
                <a:pos x="connsiteX30999" y="connsiteY30999"/>
              </a:cxn>
              <a:cxn ang="0">
                <a:pos x="connsiteX31000" y="connsiteY31000"/>
              </a:cxn>
              <a:cxn ang="0">
                <a:pos x="connsiteX31001" y="connsiteY31001"/>
              </a:cxn>
              <a:cxn ang="0">
                <a:pos x="connsiteX31002" y="connsiteY31002"/>
              </a:cxn>
              <a:cxn ang="0">
                <a:pos x="connsiteX31003" y="connsiteY31003"/>
              </a:cxn>
              <a:cxn ang="0">
                <a:pos x="connsiteX31004" y="connsiteY31004"/>
              </a:cxn>
              <a:cxn ang="0">
                <a:pos x="connsiteX31005" y="connsiteY31005"/>
              </a:cxn>
              <a:cxn ang="0">
                <a:pos x="connsiteX31006" y="connsiteY31006"/>
              </a:cxn>
              <a:cxn ang="0">
                <a:pos x="connsiteX31007" y="connsiteY31007"/>
              </a:cxn>
              <a:cxn ang="0">
                <a:pos x="connsiteX31008" y="connsiteY31008"/>
              </a:cxn>
              <a:cxn ang="0">
                <a:pos x="connsiteX31009" y="connsiteY31009"/>
              </a:cxn>
              <a:cxn ang="0">
                <a:pos x="connsiteX31010" y="connsiteY31010"/>
              </a:cxn>
              <a:cxn ang="0">
                <a:pos x="connsiteX31011" y="connsiteY31011"/>
              </a:cxn>
              <a:cxn ang="0">
                <a:pos x="connsiteX31012" y="connsiteY31012"/>
              </a:cxn>
              <a:cxn ang="0">
                <a:pos x="connsiteX31013" y="connsiteY31013"/>
              </a:cxn>
              <a:cxn ang="0">
                <a:pos x="connsiteX31014" y="connsiteY31014"/>
              </a:cxn>
              <a:cxn ang="0">
                <a:pos x="connsiteX31015" y="connsiteY31015"/>
              </a:cxn>
              <a:cxn ang="0">
                <a:pos x="connsiteX31016" y="connsiteY31016"/>
              </a:cxn>
              <a:cxn ang="0">
                <a:pos x="connsiteX31017" y="connsiteY31017"/>
              </a:cxn>
              <a:cxn ang="0">
                <a:pos x="connsiteX31018" y="connsiteY31018"/>
              </a:cxn>
              <a:cxn ang="0">
                <a:pos x="connsiteX31019" y="connsiteY31019"/>
              </a:cxn>
              <a:cxn ang="0">
                <a:pos x="connsiteX31020" y="connsiteY31020"/>
              </a:cxn>
              <a:cxn ang="0">
                <a:pos x="connsiteX31021" y="connsiteY31021"/>
              </a:cxn>
              <a:cxn ang="0">
                <a:pos x="connsiteX31022" y="connsiteY31022"/>
              </a:cxn>
              <a:cxn ang="0">
                <a:pos x="connsiteX31023" y="connsiteY31023"/>
              </a:cxn>
              <a:cxn ang="0">
                <a:pos x="connsiteX31024" y="connsiteY31024"/>
              </a:cxn>
              <a:cxn ang="0">
                <a:pos x="connsiteX31025" y="connsiteY31025"/>
              </a:cxn>
              <a:cxn ang="0">
                <a:pos x="connsiteX31026" y="connsiteY31026"/>
              </a:cxn>
              <a:cxn ang="0">
                <a:pos x="connsiteX31027" y="connsiteY31027"/>
              </a:cxn>
              <a:cxn ang="0">
                <a:pos x="connsiteX31028" y="connsiteY31028"/>
              </a:cxn>
              <a:cxn ang="0">
                <a:pos x="connsiteX31029" y="connsiteY31029"/>
              </a:cxn>
              <a:cxn ang="0">
                <a:pos x="connsiteX31030" y="connsiteY31030"/>
              </a:cxn>
              <a:cxn ang="0">
                <a:pos x="connsiteX31031" y="connsiteY31031"/>
              </a:cxn>
              <a:cxn ang="0">
                <a:pos x="connsiteX31032" y="connsiteY31032"/>
              </a:cxn>
              <a:cxn ang="0">
                <a:pos x="connsiteX31033" y="connsiteY31033"/>
              </a:cxn>
              <a:cxn ang="0">
                <a:pos x="connsiteX31034" y="connsiteY31034"/>
              </a:cxn>
              <a:cxn ang="0">
                <a:pos x="connsiteX31035" y="connsiteY31035"/>
              </a:cxn>
              <a:cxn ang="0">
                <a:pos x="connsiteX31036" y="connsiteY31036"/>
              </a:cxn>
              <a:cxn ang="0">
                <a:pos x="connsiteX31037" y="connsiteY31037"/>
              </a:cxn>
              <a:cxn ang="0">
                <a:pos x="connsiteX31038" y="connsiteY31038"/>
              </a:cxn>
              <a:cxn ang="0">
                <a:pos x="connsiteX31039" y="connsiteY31039"/>
              </a:cxn>
              <a:cxn ang="0">
                <a:pos x="connsiteX31040" y="connsiteY31040"/>
              </a:cxn>
              <a:cxn ang="0">
                <a:pos x="connsiteX31041" y="connsiteY31041"/>
              </a:cxn>
              <a:cxn ang="0">
                <a:pos x="connsiteX31042" y="connsiteY31042"/>
              </a:cxn>
              <a:cxn ang="0">
                <a:pos x="connsiteX31043" y="connsiteY31043"/>
              </a:cxn>
              <a:cxn ang="0">
                <a:pos x="connsiteX31044" y="connsiteY31044"/>
              </a:cxn>
              <a:cxn ang="0">
                <a:pos x="connsiteX31045" y="connsiteY31045"/>
              </a:cxn>
              <a:cxn ang="0">
                <a:pos x="connsiteX31046" y="connsiteY31046"/>
              </a:cxn>
              <a:cxn ang="0">
                <a:pos x="connsiteX31047" y="connsiteY31047"/>
              </a:cxn>
              <a:cxn ang="0">
                <a:pos x="connsiteX31048" y="connsiteY31048"/>
              </a:cxn>
              <a:cxn ang="0">
                <a:pos x="connsiteX31049" y="connsiteY31049"/>
              </a:cxn>
              <a:cxn ang="0">
                <a:pos x="connsiteX31050" y="connsiteY31050"/>
              </a:cxn>
              <a:cxn ang="0">
                <a:pos x="connsiteX31051" y="connsiteY31051"/>
              </a:cxn>
              <a:cxn ang="0">
                <a:pos x="connsiteX31052" y="connsiteY31052"/>
              </a:cxn>
              <a:cxn ang="0">
                <a:pos x="connsiteX31053" y="connsiteY31053"/>
              </a:cxn>
              <a:cxn ang="0">
                <a:pos x="connsiteX31054" y="connsiteY31054"/>
              </a:cxn>
              <a:cxn ang="0">
                <a:pos x="connsiteX31055" y="connsiteY31055"/>
              </a:cxn>
              <a:cxn ang="0">
                <a:pos x="connsiteX31056" y="connsiteY31056"/>
              </a:cxn>
              <a:cxn ang="0">
                <a:pos x="connsiteX31057" y="connsiteY31057"/>
              </a:cxn>
              <a:cxn ang="0">
                <a:pos x="connsiteX31058" y="connsiteY31058"/>
              </a:cxn>
              <a:cxn ang="0">
                <a:pos x="connsiteX31059" y="connsiteY31059"/>
              </a:cxn>
              <a:cxn ang="0">
                <a:pos x="connsiteX31060" y="connsiteY31060"/>
              </a:cxn>
              <a:cxn ang="0">
                <a:pos x="connsiteX31061" y="connsiteY31061"/>
              </a:cxn>
              <a:cxn ang="0">
                <a:pos x="connsiteX31062" y="connsiteY31062"/>
              </a:cxn>
              <a:cxn ang="0">
                <a:pos x="connsiteX31063" y="connsiteY31063"/>
              </a:cxn>
              <a:cxn ang="0">
                <a:pos x="connsiteX31064" y="connsiteY31064"/>
              </a:cxn>
              <a:cxn ang="0">
                <a:pos x="connsiteX31065" y="connsiteY31065"/>
              </a:cxn>
              <a:cxn ang="0">
                <a:pos x="connsiteX31066" y="connsiteY31066"/>
              </a:cxn>
              <a:cxn ang="0">
                <a:pos x="connsiteX31067" y="connsiteY31067"/>
              </a:cxn>
              <a:cxn ang="0">
                <a:pos x="connsiteX31068" y="connsiteY31068"/>
              </a:cxn>
              <a:cxn ang="0">
                <a:pos x="connsiteX31069" y="connsiteY31069"/>
              </a:cxn>
              <a:cxn ang="0">
                <a:pos x="connsiteX31070" y="connsiteY31070"/>
              </a:cxn>
              <a:cxn ang="0">
                <a:pos x="connsiteX31071" y="connsiteY31071"/>
              </a:cxn>
              <a:cxn ang="0">
                <a:pos x="connsiteX31072" y="connsiteY31072"/>
              </a:cxn>
              <a:cxn ang="0">
                <a:pos x="connsiteX31073" y="connsiteY31073"/>
              </a:cxn>
              <a:cxn ang="0">
                <a:pos x="connsiteX31074" y="connsiteY31074"/>
              </a:cxn>
              <a:cxn ang="0">
                <a:pos x="connsiteX31075" y="connsiteY31075"/>
              </a:cxn>
              <a:cxn ang="0">
                <a:pos x="connsiteX31076" y="connsiteY31076"/>
              </a:cxn>
              <a:cxn ang="0">
                <a:pos x="connsiteX31077" y="connsiteY31077"/>
              </a:cxn>
              <a:cxn ang="0">
                <a:pos x="connsiteX31078" y="connsiteY31078"/>
              </a:cxn>
              <a:cxn ang="0">
                <a:pos x="connsiteX31079" y="connsiteY31079"/>
              </a:cxn>
              <a:cxn ang="0">
                <a:pos x="connsiteX31080" y="connsiteY31080"/>
              </a:cxn>
              <a:cxn ang="0">
                <a:pos x="connsiteX31081" y="connsiteY31081"/>
              </a:cxn>
              <a:cxn ang="0">
                <a:pos x="connsiteX31082" y="connsiteY31082"/>
              </a:cxn>
              <a:cxn ang="0">
                <a:pos x="connsiteX31083" y="connsiteY31083"/>
              </a:cxn>
              <a:cxn ang="0">
                <a:pos x="connsiteX31084" y="connsiteY31084"/>
              </a:cxn>
              <a:cxn ang="0">
                <a:pos x="connsiteX31085" y="connsiteY31085"/>
              </a:cxn>
              <a:cxn ang="0">
                <a:pos x="connsiteX31086" y="connsiteY31086"/>
              </a:cxn>
              <a:cxn ang="0">
                <a:pos x="connsiteX31087" y="connsiteY31087"/>
              </a:cxn>
              <a:cxn ang="0">
                <a:pos x="connsiteX31088" y="connsiteY31088"/>
              </a:cxn>
              <a:cxn ang="0">
                <a:pos x="connsiteX31089" y="connsiteY31089"/>
              </a:cxn>
              <a:cxn ang="0">
                <a:pos x="connsiteX31090" y="connsiteY31090"/>
              </a:cxn>
              <a:cxn ang="0">
                <a:pos x="connsiteX31091" y="connsiteY31091"/>
              </a:cxn>
              <a:cxn ang="0">
                <a:pos x="connsiteX31092" y="connsiteY31092"/>
              </a:cxn>
              <a:cxn ang="0">
                <a:pos x="connsiteX31093" y="connsiteY31093"/>
              </a:cxn>
              <a:cxn ang="0">
                <a:pos x="connsiteX31094" y="connsiteY31094"/>
              </a:cxn>
              <a:cxn ang="0">
                <a:pos x="connsiteX31095" y="connsiteY31095"/>
              </a:cxn>
              <a:cxn ang="0">
                <a:pos x="connsiteX31096" y="connsiteY31096"/>
              </a:cxn>
              <a:cxn ang="0">
                <a:pos x="connsiteX31097" y="connsiteY31097"/>
              </a:cxn>
              <a:cxn ang="0">
                <a:pos x="connsiteX31098" y="connsiteY31098"/>
              </a:cxn>
              <a:cxn ang="0">
                <a:pos x="connsiteX31099" y="connsiteY31099"/>
              </a:cxn>
              <a:cxn ang="0">
                <a:pos x="connsiteX31100" y="connsiteY31100"/>
              </a:cxn>
              <a:cxn ang="0">
                <a:pos x="connsiteX31101" y="connsiteY31101"/>
              </a:cxn>
              <a:cxn ang="0">
                <a:pos x="connsiteX31102" y="connsiteY31102"/>
              </a:cxn>
              <a:cxn ang="0">
                <a:pos x="connsiteX31103" y="connsiteY31103"/>
              </a:cxn>
              <a:cxn ang="0">
                <a:pos x="connsiteX31104" y="connsiteY31104"/>
              </a:cxn>
              <a:cxn ang="0">
                <a:pos x="connsiteX31105" y="connsiteY31105"/>
              </a:cxn>
              <a:cxn ang="0">
                <a:pos x="connsiteX31106" y="connsiteY31106"/>
              </a:cxn>
              <a:cxn ang="0">
                <a:pos x="connsiteX31107" y="connsiteY31107"/>
              </a:cxn>
              <a:cxn ang="0">
                <a:pos x="connsiteX31108" y="connsiteY31108"/>
              </a:cxn>
              <a:cxn ang="0">
                <a:pos x="connsiteX31109" y="connsiteY31109"/>
              </a:cxn>
              <a:cxn ang="0">
                <a:pos x="connsiteX31110" y="connsiteY31110"/>
              </a:cxn>
              <a:cxn ang="0">
                <a:pos x="connsiteX31111" y="connsiteY31111"/>
              </a:cxn>
              <a:cxn ang="0">
                <a:pos x="connsiteX31112" y="connsiteY31112"/>
              </a:cxn>
              <a:cxn ang="0">
                <a:pos x="connsiteX31113" y="connsiteY31113"/>
              </a:cxn>
              <a:cxn ang="0">
                <a:pos x="connsiteX31114" y="connsiteY31114"/>
              </a:cxn>
              <a:cxn ang="0">
                <a:pos x="connsiteX31115" y="connsiteY31115"/>
              </a:cxn>
              <a:cxn ang="0">
                <a:pos x="connsiteX31116" y="connsiteY31116"/>
              </a:cxn>
              <a:cxn ang="0">
                <a:pos x="connsiteX31117" y="connsiteY31117"/>
              </a:cxn>
              <a:cxn ang="0">
                <a:pos x="connsiteX31118" y="connsiteY31118"/>
              </a:cxn>
              <a:cxn ang="0">
                <a:pos x="connsiteX31119" y="connsiteY31119"/>
              </a:cxn>
              <a:cxn ang="0">
                <a:pos x="connsiteX31120" y="connsiteY31120"/>
              </a:cxn>
              <a:cxn ang="0">
                <a:pos x="connsiteX31121" y="connsiteY31121"/>
              </a:cxn>
              <a:cxn ang="0">
                <a:pos x="connsiteX31122" y="connsiteY31122"/>
              </a:cxn>
              <a:cxn ang="0">
                <a:pos x="connsiteX31123" y="connsiteY31123"/>
              </a:cxn>
              <a:cxn ang="0">
                <a:pos x="connsiteX31124" y="connsiteY31124"/>
              </a:cxn>
              <a:cxn ang="0">
                <a:pos x="connsiteX31125" y="connsiteY31125"/>
              </a:cxn>
              <a:cxn ang="0">
                <a:pos x="connsiteX31126" y="connsiteY31126"/>
              </a:cxn>
              <a:cxn ang="0">
                <a:pos x="connsiteX31127" y="connsiteY31127"/>
              </a:cxn>
              <a:cxn ang="0">
                <a:pos x="connsiteX31128" y="connsiteY31128"/>
              </a:cxn>
              <a:cxn ang="0">
                <a:pos x="connsiteX31129" y="connsiteY31129"/>
              </a:cxn>
              <a:cxn ang="0">
                <a:pos x="connsiteX31130" y="connsiteY31130"/>
              </a:cxn>
              <a:cxn ang="0">
                <a:pos x="connsiteX31131" y="connsiteY31131"/>
              </a:cxn>
              <a:cxn ang="0">
                <a:pos x="connsiteX31132" y="connsiteY31132"/>
              </a:cxn>
              <a:cxn ang="0">
                <a:pos x="connsiteX31133" y="connsiteY31133"/>
              </a:cxn>
              <a:cxn ang="0">
                <a:pos x="connsiteX31134" y="connsiteY31134"/>
              </a:cxn>
              <a:cxn ang="0">
                <a:pos x="connsiteX31135" y="connsiteY31135"/>
              </a:cxn>
              <a:cxn ang="0">
                <a:pos x="connsiteX31136" y="connsiteY31136"/>
              </a:cxn>
              <a:cxn ang="0">
                <a:pos x="connsiteX31137" y="connsiteY31137"/>
              </a:cxn>
              <a:cxn ang="0">
                <a:pos x="connsiteX31138" y="connsiteY31138"/>
              </a:cxn>
              <a:cxn ang="0">
                <a:pos x="connsiteX31139" y="connsiteY31139"/>
              </a:cxn>
              <a:cxn ang="0">
                <a:pos x="connsiteX31140" y="connsiteY31140"/>
              </a:cxn>
              <a:cxn ang="0">
                <a:pos x="connsiteX31141" y="connsiteY31141"/>
              </a:cxn>
              <a:cxn ang="0">
                <a:pos x="connsiteX31142" y="connsiteY31142"/>
              </a:cxn>
              <a:cxn ang="0">
                <a:pos x="connsiteX31143" y="connsiteY31143"/>
              </a:cxn>
              <a:cxn ang="0">
                <a:pos x="connsiteX31144" y="connsiteY31144"/>
              </a:cxn>
              <a:cxn ang="0">
                <a:pos x="connsiteX31145" y="connsiteY31145"/>
              </a:cxn>
              <a:cxn ang="0">
                <a:pos x="connsiteX31146" y="connsiteY31146"/>
              </a:cxn>
              <a:cxn ang="0">
                <a:pos x="connsiteX31147" y="connsiteY31147"/>
              </a:cxn>
              <a:cxn ang="0">
                <a:pos x="connsiteX31148" y="connsiteY31148"/>
              </a:cxn>
              <a:cxn ang="0">
                <a:pos x="connsiteX31149" y="connsiteY31149"/>
              </a:cxn>
              <a:cxn ang="0">
                <a:pos x="connsiteX31150" y="connsiteY31150"/>
              </a:cxn>
              <a:cxn ang="0">
                <a:pos x="connsiteX31151" y="connsiteY31151"/>
              </a:cxn>
              <a:cxn ang="0">
                <a:pos x="connsiteX31152" y="connsiteY31152"/>
              </a:cxn>
              <a:cxn ang="0">
                <a:pos x="connsiteX31153" y="connsiteY31153"/>
              </a:cxn>
              <a:cxn ang="0">
                <a:pos x="connsiteX31154" y="connsiteY31154"/>
              </a:cxn>
              <a:cxn ang="0">
                <a:pos x="connsiteX31155" y="connsiteY31155"/>
              </a:cxn>
              <a:cxn ang="0">
                <a:pos x="connsiteX31156" y="connsiteY31156"/>
              </a:cxn>
              <a:cxn ang="0">
                <a:pos x="connsiteX31157" y="connsiteY31157"/>
              </a:cxn>
              <a:cxn ang="0">
                <a:pos x="connsiteX31158" y="connsiteY31158"/>
              </a:cxn>
              <a:cxn ang="0">
                <a:pos x="connsiteX31159" y="connsiteY31159"/>
              </a:cxn>
              <a:cxn ang="0">
                <a:pos x="connsiteX31160" y="connsiteY31160"/>
              </a:cxn>
              <a:cxn ang="0">
                <a:pos x="connsiteX31161" y="connsiteY31161"/>
              </a:cxn>
              <a:cxn ang="0">
                <a:pos x="connsiteX31162" y="connsiteY31162"/>
              </a:cxn>
              <a:cxn ang="0">
                <a:pos x="connsiteX31163" y="connsiteY31163"/>
              </a:cxn>
              <a:cxn ang="0">
                <a:pos x="connsiteX31164" y="connsiteY31164"/>
              </a:cxn>
              <a:cxn ang="0">
                <a:pos x="connsiteX31165" y="connsiteY31165"/>
              </a:cxn>
              <a:cxn ang="0">
                <a:pos x="connsiteX31166" y="connsiteY31166"/>
              </a:cxn>
              <a:cxn ang="0">
                <a:pos x="connsiteX31167" y="connsiteY31167"/>
              </a:cxn>
              <a:cxn ang="0">
                <a:pos x="connsiteX31168" y="connsiteY31168"/>
              </a:cxn>
              <a:cxn ang="0">
                <a:pos x="connsiteX31169" y="connsiteY31169"/>
              </a:cxn>
              <a:cxn ang="0">
                <a:pos x="connsiteX31170" y="connsiteY31170"/>
              </a:cxn>
              <a:cxn ang="0">
                <a:pos x="connsiteX31171" y="connsiteY31171"/>
              </a:cxn>
              <a:cxn ang="0">
                <a:pos x="connsiteX31172" y="connsiteY31172"/>
              </a:cxn>
              <a:cxn ang="0">
                <a:pos x="connsiteX31173" y="connsiteY31173"/>
              </a:cxn>
              <a:cxn ang="0">
                <a:pos x="connsiteX31174" y="connsiteY31174"/>
              </a:cxn>
              <a:cxn ang="0">
                <a:pos x="connsiteX31175" y="connsiteY31175"/>
              </a:cxn>
              <a:cxn ang="0">
                <a:pos x="connsiteX31176" y="connsiteY31176"/>
              </a:cxn>
              <a:cxn ang="0">
                <a:pos x="connsiteX31177" y="connsiteY31177"/>
              </a:cxn>
              <a:cxn ang="0">
                <a:pos x="connsiteX31178" y="connsiteY31178"/>
              </a:cxn>
              <a:cxn ang="0">
                <a:pos x="connsiteX31179" y="connsiteY31179"/>
              </a:cxn>
              <a:cxn ang="0">
                <a:pos x="connsiteX31180" y="connsiteY31180"/>
              </a:cxn>
              <a:cxn ang="0">
                <a:pos x="connsiteX31181" y="connsiteY31181"/>
              </a:cxn>
              <a:cxn ang="0">
                <a:pos x="connsiteX31182" y="connsiteY31182"/>
              </a:cxn>
              <a:cxn ang="0">
                <a:pos x="connsiteX31183" y="connsiteY31183"/>
              </a:cxn>
              <a:cxn ang="0">
                <a:pos x="connsiteX31184" y="connsiteY31184"/>
              </a:cxn>
              <a:cxn ang="0">
                <a:pos x="connsiteX31185" y="connsiteY31185"/>
              </a:cxn>
              <a:cxn ang="0">
                <a:pos x="connsiteX31186" y="connsiteY31186"/>
              </a:cxn>
              <a:cxn ang="0">
                <a:pos x="connsiteX31187" y="connsiteY31187"/>
              </a:cxn>
              <a:cxn ang="0">
                <a:pos x="connsiteX31188" y="connsiteY31188"/>
              </a:cxn>
              <a:cxn ang="0">
                <a:pos x="connsiteX31189" y="connsiteY31189"/>
              </a:cxn>
              <a:cxn ang="0">
                <a:pos x="connsiteX31190" y="connsiteY31190"/>
              </a:cxn>
              <a:cxn ang="0">
                <a:pos x="connsiteX31191" y="connsiteY31191"/>
              </a:cxn>
              <a:cxn ang="0">
                <a:pos x="connsiteX31192" y="connsiteY31192"/>
              </a:cxn>
              <a:cxn ang="0">
                <a:pos x="connsiteX31193" y="connsiteY31193"/>
              </a:cxn>
              <a:cxn ang="0">
                <a:pos x="connsiteX31194" y="connsiteY31194"/>
              </a:cxn>
              <a:cxn ang="0">
                <a:pos x="connsiteX31195" y="connsiteY31195"/>
              </a:cxn>
              <a:cxn ang="0">
                <a:pos x="connsiteX31196" y="connsiteY31196"/>
              </a:cxn>
              <a:cxn ang="0">
                <a:pos x="connsiteX31197" y="connsiteY31197"/>
              </a:cxn>
              <a:cxn ang="0">
                <a:pos x="connsiteX31198" y="connsiteY31198"/>
              </a:cxn>
              <a:cxn ang="0">
                <a:pos x="connsiteX31199" y="connsiteY31199"/>
              </a:cxn>
              <a:cxn ang="0">
                <a:pos x="connsiteX31200" y="connsiteY31200"/>
              </a:cxn>
              <a:cxn ang="0">
                <a:pos x="connsiteX31201" y="connsiteY31201"/>
              </a:cxn>
              <a:cxn ang="0">
                <a:pos x="connsiteX31202" y="connsiteY31202"/>
              </a:cxn>
              <a:cxn ang="0">
                <a:pos x="connsiteX31203" y="connsiteY31203"/>
              </a:cxn>
              <a:cxn ang="0">
                <a:pos x="connsiteX31204" y="connsiteY31204"/>
              </a:cxn>
              <a:cxn ang="0">
                <a:pos x="connsiteX31205" y="connsiteY31205"/>
              </a:cxn>
              <a:cxn ang="0">
                <a:pos x="connsiteX31206" y="connsiteY31206"/>
              </a:cxn>
              <a:cxn ang="0">
                <a:pos x="connsiteX31207" y="connsiteY31207"/>
              </a:cxn>
              <a:cxn ang="0">
                <a:pos x="connsiteX31208" y="connsiteY31208"/>
              </a:cxn>
              <a:cxn ang="0">
                <a:pos x="connsiteX31209" y="connsiteY31209"/>
              </a:cxn>
              <a:cxn ang="0">
                <a:pos x="connsiteX31210" y="connsiteY31210"/>
              </a:cxn>
              <a:cxn ang="0">
                <a:pos x="connsiteX31211" y="connsiteY31211"/>
              </a:cxn>
              <a:cxn ang="0">
                <a:pos x="connsiteX31212" y="connsiteY31212"/>
              </a:cxn>
              <a:cxn ang="0">
                <a:pos x="connsiteX31213" y="connsiteY31213"/>
              </a:cxn>
              <a:cxn ang="0">
                <a:pos x="connsiteX31214" y="connsiteY31214"/>
              </a:cxn>
              <a:cxn ang="0">
                <a:pos x="connsiteX31215" y="connsiteY31215"/>
              </a:cxn>
              <a:cxn ang="0">
                <a:pos x="connsiteX31216" y="connsiteY31216"/>
              </a:cxn>
              <a:cxn ang="0">
                <a:pos x="connsiteX31217" y="connsiteY31217"/>
              </a:cxn>
              <a:cxn ang="0">
                <a:pos x="connsiteX31218" y="connsiteY31218"/>
              </a:cxn>
              <a:cxn ang="0">
                <a:pos x="connsiteX31219" y="connsiteY31219"/>
              </a:cxn>
              <a:cxn ang="0">
                <a:pos x="connsiteX31220" y="connsiteY31220"/>
              </a:cxn>
              <a:cxn ang="0">
                <a:pos x="connsiteX31221" y="connsiteY31221"/>
              </a:cxn>
              <a:cxn ang="0">
                <a:pos x="connsiteX31222" y="connsiteY31222"/>
              </a:cxn>
              <a:cxn ang="0">
                <a:pos x="connsiteX31223" y="connsiteY31223"/>
              </a:cxn>
              <a:cxn ang="0">
                <a:pos x="connsiteX31224" y="connsiteY31224"/>
              </a:cxn>
              <a:cxn ang="0">
                <a:pos x="connsiteX31225" y="connsiteY31225"/>
              </a:cxn>
              <a:cxn ang="0">
                <a:pos x="connsiteX31226" y="connsiteY31226"/>
              </a:cxn>
              <a:cxn ang="0">
                <a:pos x="connsiteX31227" y="connsiteY31227"/>
              </a:cxn>
              <a:cxn ang="0">
                <a:pos x="connsiteX31228" y="connsiteY31228"/>
              </a:cxn>
              <a:cxn ang="0">
                <a:pos x="connsiteX31229" y="connsiteY31229"/>
              </a:cxn>
              <a:cxn ang="0">
                <a:pos x="connsiteX31230" y="connsiteY31230"/>
              </a:cxn>
              <a:cxn ang="0">
                <a:pos x="connsiteX31231" y="connsiteY31231"/>
              </a:cxn>
              <a:cxn ang="0">
                <a:pos x="connsiteX31232" y="connsiteY31232"/>
              </a:cxn>
              <a:cxn ang="0">
                <a:pos x="connsiteX31233" y="connsiteY31233"/>
              </a:cxn>
              <a:cxn ang="0">
                <a:pos x="connsiteX31234" y="connsiteY31234"/>
              </a:cxn>
              <a:cxn ang="0">
                <a:pos x="connsiteX31235" y="connsiteY31235"/>
              </a:cxn>
              <a:cxn ang="0">
                <a:pos x="connsiteX31236" y="connsiteY31236"/>
              </a:cxn>
              <a:cxn ang="0">
                <a:pos x="connsiteX31237" y="connsiteY31237"/>
              </a:cxn>
              <a:cxn ang="0">
                <a:pos x="connsiteX31238" y="connsiteY31238"/>
              </a:cxn>
              <a:cxn ang="0">
                <a:pos x="connsiteX31239" y="connsiteY31239"/>
              </a:cxn>
              <a:cxn ang="0">
                <a:pos x="connsiteX31240" y="connsiteY31240"/>
              </a:cxn>
              <a:cxn ang="0">
                <a:pos x="connsiteX31241" y="connsiteY31241"/>
              </a:cxn>
              <a:cxn ang="0">
                <a:pos x="connsiteX31242" y="connsiteY31242"/>
              </a:cxn>
              <a:cxn ang="0">
                <a:pos x="connsiteX31243" y="connsiteY31243"/>
              </a:cxn>
              <a:cxn ang="0">
                <a:pos x="connsiteX31244" y="connsiteY31244"/>
              </a:cxn>
              <a:cxn ang="0">
                <a:pos x="connsiteX31245" y="connsiteY31245"/>
              </a:cxn>
              <a:cxn ang="0">
                <a:pos x="connsiteX31246" y="connsiteY31246"/>
              </a:cxn>
              <a:cxn ang="0">
                <a:pos x="connsiteX31247" y="connsiteY31247"/>
              </a:cxn>
              <a:cxn ang="0">
                <a:pos x="connsiteX31248" y="connsiteY31248"/>
              </a:cxn>
              <a:cxn ang="0">
                <a:pos x="connsiteX31249" y="connsiteY31249"/>
              </a:cxn>
              <a:cxn ang="0">
                <a:pos x="connsiteX31250" y="connsiteY31250"/>
              </a:cxn>
              <a:cxn ang="0">
                <a:pos x="connsiteX31251" y="connsiteY31251"/>
              </a:cxn>
              <a:cxn ang="0">
                <a:pos x="connsiteX31252" y="connsiteY31252"/>
              </a:cxn>
              <a:cxn ang="0">
                <a:pos x="connsiteX31253" y="connsiteY31253"/>
              </a:cxn>
              <a:cxn ang="0">
                <a:pos x="connsiteX31254" y="connsiteY31254"/>
              </a:cxn>
              <a:cxn ang="0">
                <a:pos x="connsiteX31255" y="connsiteY31255"/>
              </a:cxn>
              <a:cxn ang="0">
                <a:pos x="connsiteX31256" y="connsiteY31256"/>
              </a:cxn>
              <a:cxn ang="0">
                <a:pos x="connsiteX31257" y="connsiteY31257"/>
              </a:cxn>
              <a:cxn ang="0">
                <a:pos x="connsiteX31258" y="connsiteY31258"/>
              </a:cxn>
              <a:cxn ang="0">
                <a:pos x="connsiteX31259" y="connsiteY31259"/>
              </a:cxn>
              <a:cxn ang="0">
                <a:pos x="connsiteX31260" y="connsiteY31260"/>
              </a:cxn>
              <a:cxn ang="0">
                <a:pos x="connsiteX31261" y="connsiteY31261"/>
              </a:cxn>
              <a:cxn ang="0">
                <a:pos x="connsiteX31262" y="connsiteY31262"/>
              </a:cxn>
              <a:cxn ang="0">
                <a:pos x="connsiteX31263" y="connsiteY31263"/>
              </a:cxn>
              <a:cxn ang="0">
                <a:pos x="connsiteX31264" y="connsiteY31264"/>
              </a:cxn>
              <a:cxn ang="0">
                <a:pos x="connsiteX31265" y="connsiteY31265"/>
              </a:cxn>
              <a:cxn ang="0">
                <a:pos x="connsiteX31266" y="connsiteY31266"/>
              </a:cxn>
              <a:cxn ang="0">
                <a:pos x="connsiteX31267" y="connsiteY31267"/>
              </a:cxn>
              <a:cxn ang="0">
                <a:pos x="connsiteX31268" y="connsiteY31268"/>
              </a:cxn>
              <a:cxn ang="0">
                <a:pos x="connsiteX31269" y="connsiteY31269"/>
              </a:cxn>
              <a:cxn ang="0">
                <a:pos x="connsiteX31270" y="connsiteY31270"/>
              </a:cxn>
              <a:cxn ang="0">
                <a:pos x="connsiteX31271" y="connsiteY31271"/>
              </a:cxn>
              <a:cxn ang="0">
                <a:pos x="connsiteX31272" y="connsiteY31272"/>
              </a:cxn>
              <a:cxn ang="0">
                <a:pos x="connsiteX31273" y="connsiteY31273"/>
              </a:cxn>
              <a:cxn ang="0">
                <a:pos x="connsiteX31274" y="connsiteY31274"/>
              </a:cxn>
              <a:cxn ang="0">
                <a:pos x="connsiteX31275" y="connsiteY31275"/>
              </a:cxn>
              <a:cxn ang="0">
                <a:pos x="connsiteX31276" y="connsiteY31276"/>
              </a:cxn>
              <a:cxn ang="0">
                <a:pos x="connsiteX31277" y="connsiteY31277"/>
              </a:cxn>
              <a:cxn ang="0">
                <a:pos x="connsiteX31278" y="connsiteY31278"/>
              </a:cxn>
              <a:cxn ang="0">
                <a:pos x="connsiteX31279" y="connsiteY31279"/>
              </a:cxn>
              <a:cxn ang="0">
                <a:pos x="connsiteX31280" y="connsiteY31280"/>
              </a:cxn>
              <a:cxn ang="0">
                <a:pos x="connsiteX31281" y="connsiteY31281"/>
              </a:cxn>
              <a:cxn ang="0">
                <a:pos x="connsiteX31282" y="connsiteY31282"/>
              </a:cxn>
              <a:cxn ang="0">
                <a:pos x="connsiteX31283" y="connsiteY31283"/>
              </a:cxn>
              <a:cxn ang="0">
                <a:pos x="connsiteX31284" y="connsiteY31284"/>
              </a:cxn>
              <a:cxn ang="0">
                <a:pos x="connsiteX31285" y="connsiteY31285"/>
              </a:cxn>
              <a:cxn ang="0">
                <a:pos x="connsiteX31286" y="connsiteY31286"/>
              </a:cxn>
              <a:cxn ang="0">
                <a:pos x="connsiteX31287" y="connsiteY31287"/>
              </a:cxn>
              <a:cxn ang="0">
                <a:pos x="connsiteX31288" y="connsiteY31288"/>
              </a:cxn>
              <a:cxn ang="0">
                <a:pos x="connsiteX31289" y="connsiteY31289"/>
              </a:cxn>
              <a:cxn ang="0">
                <a:pos x="connsiteX31290" y="connsiteY31290"/>
              </a:cxn>
              <a:cxn ang="0">
                <a:pos x="connsiteX31291" y="connsiteY31291"/>
              </a:cxn>
              <a:cxn ang="0">
                <a:pos x="connsiteX31292" y="connsiteY31292"/>
              </a:cxn>
              <a:cxn ang="0">
                <a:pos x="connsiteX31293" y="connsiteY31293"/>
              </a:cxn>
              <a:cxn ang="0">
                <a:pos x="connsiteX31294" y="connsiteY31294"/>
              </a:cxn>
              <a:cxn ang="0">
                <a:pos x="connsiteX31295" y="connsiteY31295"/>
              </a:cxn>
              <a:cxn ang="0">
                <a:pos x="connsiteX31296" y="connsiteY31296"/>
              </a:cxn>
              <a:cxn ang="0">
                <a:pos x="connsiteX31297" y="connsiteY31297"/>
              </a:cxn>
              <a:cxn ang="0">
                <a:pos x="connsiteX31298" y="connsiteY31298"/>
              </a:cxn>
              <a:cxn ang="0">
                <a:pos x="connsiteX31299" y="connsiteY31299"/>
              </a:cxn>
              <a:cxn ang="0">
                <a:pos x="connsiteX31300" y="connsiteY31300"/>
              </a:cxn>
              <a:cxn ang="0">
                <a:pos x="connsiteX31301" y="connsiteY31301"/>
              </a:cxn>
              <a:cxn ang="0">
                <a:pos x="connsiteX31302" y="connsiteY31302"/>
              </a:cxn>
              <a:cxn ang="0">
                <a:pos x="connsiteX31303" y="connsiteY31303"/>
              </a:cxn>
              <a:cxn ang="0">
                <a:pos x="connsiteX31304" y="connsiteY31304"/>
              </a:cxn>
              <a:cxn ang="0">
                <a:pos x="connsiteX31305" y="connsiteY31305"/>
              </a:cxn>
              <a:cxn ang="0">
                <a:pos x="connsiteX31306" y="connsiteY31306"/>
              </a:cxn>
              <a:cxn ang="0">
                <a:pos x="connsiteX31307" y="connsiteY31307"/>
              </a:cxn>
              <a:cxn ang="0">
                <a:pos x="connsiteX31308" y="connsiteY31308"/>
              </a:cxn>
              <a:cxn ang="0">
                <a:pos x="connsiteX31309" y="connsiteY31309"/>
              </a:cxn>
              <a:cxn ang="0">
                <a:pos x="connsiteX31310" y="connsiteY31310"/>
              </a:cxn>
              <a:cxn ang="0">
                <a:pos x="connsiteX31311" y="connsiteY31311"/>
              </a:cxn>
              <a:cxn ang="0">
                <a:pos x="connsiteX31312" y="connsiteY31312"/>
              </a:cxn>
              <a:cxn ang="0">
                <a:pos x="connsiteX31313" y="connsiteY31313"/>
              </a:cxn>
              <a:cxn ang="0">
                <a:pos x="connsiteX31314" y="connsiteY31314"/>
              </a:cxn>
              <a:cxn ang="0">
                <a:pos x="connsiteX31315" y="connsiteY31315"/>
              </a:cxn>
              <a:cxn ang="0">
                <a:pos x="connsiteX31316" y="connsiteY31316"/>
              </a:cxn>
              <a:cxn ang="0">
                <a:pos x="connsiteX31317" y="connsiteY31317"/>
              </a:cxn>
              <a:cxn ang="0">
                <a:pos x="connsiteX31318" y="connsiteY31318"/>
              </a:cxn>
              <a:cxn ang="0">
                <a:pos x="connsiteX31319" y="connsiteY31319"/>
              </a:cxn>
              <a:cxn ang="0">
                <a:pos x="connsiteX31320" y="connsiteY31320"/>
              </a:cxn>
              <a:cxn ang="0">
                <a:pos x="connsiteX31321" y="connsiteY31321"/>
              </a:cxn>
              <a:cxn ang="0">
                <a:pos x="connsiteX31322" y="connsiteY31322"/>
              </a:cxn>
              <a:cxn ang="0">
                <a:pos x="connsiteX31323" y="connsiteY31323"/>
              </a:cxn>
              <a:cxn ang="0">
                <a:pos x="connsiteX31324" y="connsiteY31324"/>
              </a:cxn>
              <a:cxn ang="0">
                <a:pos x="connsiteX31325" y="connsiteY31325"/>
              </a:cxn>
              <a:cxn ang="0">
                <a:pos x="connsiteX31326" y="connsiteY31326"/>
              </a:cxn>
              <a:cxn ang="0">
                <a:pos x="connsiteX31327" y="connsiteY31327"/>
              </a:cxn>
              <a:cxn ang="0">
                <a:pos x="connsiteX31328" y="connsiteY31328"/>
              </a:cxn>
              <a:cxn ang="0">
                <a:pos x="connsiteX31329" y="connsiteY31329"/>
              </a:cxn>
              <a:cxn ang="0">
                <a:pos x="connsiteX31330" y="connsiteY31330"/>
              </a:cxn>
              <a:cxn ang="0">
                <a:pos x="connsiteX31331" y="connsiteY31331"/>
              </a:cxn>
              <a:cxn ang="0">
                <a:pos x="connsiteX31332" y="connsiteY31332"/>
              </a:cxn>
              <a:cxn ang="0">
                <a:pos x="connsiteX31333" y="connsiteY31333"/>
              </a:cxn>
              <a:cxn ang="0">
                <a:pos x="connsiteX31334" y="connsiteY31334"/>
              </a:cxn>
              <a:cxn ang="0">
                <a:pos x="connsiteX31335" y="connsiteY31335"/>
              </a:cxn>
              <a:cxn ang="0">
                <a:pos x="connsiteX31336" y="connsiteY31336"/>
              </a:cxn>
              <a:cxn ang="0">
                <a:pos x="connsiteX31337" y="connsiteY31337"/>
              </a:cxn>
              <a:cxn ang="0">
                <a:pos x="connsiteX31338" y="connsiteY31338"/>
              </a:cxn>
              <a:cxn ang="0">
                <a:pos x="connsiteX31339" y="connsiteY31339"/>
              </a:cxn>
              <a:cxn ang="0">
                <a:pos x="connsiteX31340" y="connsiteY31340"/>
              </a:cxn>
              <a:cxn ang="0">
                <a:pos x="connsiteX31341" y="connsiteY31341"/>
              </a:cxn>
              <a:cxn ang="0">
                <a:pos x="connsiteX31342" y="connsiteY31342"/>
              </a:cxn>
              <a:cxn ang="0">
                <a:pos x="connsiteX31343" y="connsiteY31343"/>
              </a:cxn>
              <a:cxn ang="0">
                <a:pos x="connsiteX31344" y="connsiteY31344"/>
              </a:cxn>
              <a:cxn ang="0">
                <a:pos x="connsiteX31345" y="connsiteY31345"/>
              </a:cxn>
              <a:cxn ang="0">
                <a:pos x="connsiteX31346" y="connsiteY31346"/>
              </a:cxn>
              <a:cxn ang="0">
                <a:pos x="connsiteX31347" y="connsiteY31347"/>
              </a:cxn>
              <a:cxn ang="0">
                <a:pos x="connsiteX31348" y="connsiteY31348"/>
              </a:cxn>
              <a:cxn ang="0">
                <a:pos x="connsiteX31349" y="connsiteY31349"/>
              </a:cxn>
              <a:cxn ang="0">
                <a:pos x="connsiteX31350" y="connsiteY31350"/>
              </a:cxn>
              <a:cxn ang="0">
                <a:pos x="connsiteX31351" y="connsiteY31351"/>
              </a:cxn>
              <a:cxn ang="0">
                <a:pos x="connsiteX31352" y="connsiteY31352"/>
              </a:cxn>
              <a:cxn ang="0">
                <a:pos x="connsiteX31353" y="connsiteY31353"/>
              </a:cxn>
              <a:cxn ang="0">
                <a:pos x="connsiteX31354" y="connsiteY31354"/>
              </a:cxn>
              <a:cxn ang="0">
                <a:pos x="connsiteX31355" y="connsiteY31355"/>
              </a:cxn>
              <a:cxn ang="0">
                <a:pos x="connsiteX31356" y="connsiteY31356"/>
              </a:cxn>
              <a:cxn ang="0">
                <a:pos x="connsiteX31357" y="connsiteY31357"/>
              </a:cxn>
              <a:cxn ang="0">
                <a:pos x="connsiteX31358" y="connsiteY31358"/>
              </a:cxn>
              <a:cxn ang="0">
                <a:pos x="connsiteX31359" y="connsiteY31359"/>
              </a:cxn>
              <a:cxn ang="0">
                <a:pos x="connsiteX31360" y="connsiteY31360"/>
              </a:cxn>
              <a:cxn ang="0">
                <a:pos x="connsiteX31361" y="connsiteY31361"/>
              </a:cxn>
              <a:cxn ang="0">
                <a:pos x="connsiteX31362" y="connsiteY31362"/>
              </a:cxn>
              <a:cxn ang="0">
                <a:pos x="connsiteX31363" y="connsiteY31363"/>
              </a:cxn>
              <a:cxn ang="0">
                <a:pos x="connsiteX31364" y="connsiteY31364"/>
              </a:cxn>
              <a:cxn ang="0">
                <a:pos x="connsiteX31365" y="connsiteY31365"/>
              </a:cxn>
              <a:cxn ang="0">
                <a:pos x="connsiteX31366" y="connsiteY31366"/>
              </a:cxn>
              <a:cxn ang="0">
                <a:pos x="connsiteX31367" y="connsiteY31367"/>
              </a:cxn>
              <a:cxn ang="0">
                <a:pos x="connsiteX31368" y="connsiteY31368"/>
              </a:cxn>
              <a:cxn ang="0">
                <a:pos x="connsiteX31369" y="connsiteY31369"/>
              </a:cxn>
              <a:cxn ang="0">
                <a:pos x="connsiteX31370" y="connsiteY31370"/>
              </a:cxn>
              <a:cxn ang="0">
                <a:pos x="connsiteX31371" y="connsiteY31371"/>
              </a:cxn>
              <a:cxn ang="0">
                <a:pos x="connsiteX31372" y="connsiteY31372"/>
              </a:cxn>
              <a:cxn ang="0">
                <a:pos x="connsiteX31373" y="connsiteY31373"/>
              </a:cxn>
              <a:cxn ang="0">
                <a:pos x="connsiteX31374" y="connsiteY31374"/>
              </a:cxn>
              <a:cxn ang="0">
                <a:pos x="connsiteX31375" y="connsiteY31375"/>
              </a:cxn>
              <a:cxn ang="0">
                <a:pos x="connsiteX31376" y="connsiteY31376"/>
              </a:cxn>
              <a:cxn ang="0">
                <a:pos x="connsiteX31377" y="connsiteY31377"/>
              </a:cxn>
              <a:cxn ang="0">
                <a:pos x="connsiteX31378" y="connsiteY31378"/>
              </a:cxn>
              <a:cxn ang="0">
                <a:pos x="connsiteX31379" y="connsiteY31379"/>
              </a:cxn>
              <a:cxn ang="0">
                <a:pos x="connsiteX31380" y="connsiteY31380"/>
              </a:cxn>
              <a:cxn ang="0">
                <a:pos x="connsiteX31381" y="connsiteY31381"/>
              </a:cxn>
              <a:cxn ang="0">
                <a:pos x="connsiteX31382" y="connsiteY31382"/>
              </a:cxn>
              <a:cxn ang="0">
                <a:pos x="connsiteX31383" y="connsiteY31383"/>
              </a:cxn>
              <a:cxn ang="0">
                <a:pos x="connsiteX31384" y="connsiteY31384"/>
              </a:cxn>
              <a:cxn ang="0">
                <a:pos x="connsiteX31385" y="connsiteY31385"/>
              </a:cxn>
              <a:cxn ang="0">
                <a:pos x="connsiteX31386" y="connsiteY31386"/>
              </a:cxn>
              <a:cxn ang="0">
                <a:pos x="connsiteX31387" y="connsiteY31387"/>
              </a:cxn>
              <a:cxn ang="0">
                <a:pos x="connsiteX31388" y="connsiteY31388"/>
              </a:cxn>
              <a:cxn ang="0">
                <a:pos x="connsiteX31389" y="connsiteY31389"/>
              </a:cxn>
              <a:cxn ang="0">
                <a:pos x="connsiteX31390" y="connsiteY31390"/>
              </a:cxn>
              <a:cxn ang="0">
                <a:pos x="connsiteX31391" y="connsiteY31391"/>
              </a:cxn>
              <a:cxn ang="0">
                <a:pos x="connsiteX31392" y="connsiteY31392"/>
              </a:cxn>
              <a:cxn ang="0">
                <a:pos x="connsiteX31393" y="connsiteY31393"/>
              </a:cxn>
              <a:cxn ang="0">
                <a:pos x="connsiteX31394" y="connsiteY31394"/>
              </a:cxn>
              <a:cxn ang="0">
                <a:pos x="connsiteX31395" y="connsiteY31395"/>
              </a:cxn>
              <a:cxn ang="0">
                <a:pos x="connsiteX31396" y="connsiteY31396"/>
              </a:cxn>
              <a:cxn ang="0">
                <a:pos x="connsiteX31397" y="connsiteY31397"/>
              </a:cxn>
              <a:cxn ang="0">
                <a:pos x="connsiteX31398" y="connsiteY31398"/>
              </a:cxn>
              <a:cxn ang="0">
                <a:pos x="connsiteX31399" y="connsiteY31399"/>
              </a:cxn>
              <a:cxn ang="0">
                <a:pos x="connsiteX31400" y="connsiteY31400"/>
              </a:cxn>
              <a:cxn ang="0">
                <a:pos x="connsiteX31401" y="connsiteY31401"/>
              </a:cxn>
              <a:cxn ang="0">
                <a:pos x="connsiteX31402" y="connsiteY31402"/>
              </a:cxn>
              <a:cxn ang="0">
                <a:pos x="connsiteX31403" y="connsiteY31403"/>
              </a:cxn>
              <a:cxn ang="0">
                <a:pos x="connsiteX31404" y="connsiteY31404"/>
              </a:cxn>
              <a:cxn ang="0">
                <a:pos x="connsiteX31405" y="connsiteY31405"/>
              </a:cxn>
              <a:cxn ang="0">
                <a:pos x="connsiteX31406" y="connsiteY31406"/>
              </a:cxn>
              <a:cxn ang="0">
                <a:pos x="connsiteX31407" y="connsiteY31407"/>
              </a:cxn>
              <a:cxn ang="0">
                <a:pos x="connsiteX31408" y="connsiteY31408"/>
              </a:cxn>
              <a:cxn ang="0">
                <a:pos x="connsiteX31409" y="connsiteY31409"/>
              </a:cxn>
              <a:cxn ang="0">
                <a:pos x="connsiteX31410" y="connsiteY31410"/>
              </a:cxn>
              <a:cxn ang="0">
                <a:pos x="connsiteX31411" y="connsiteY31411"/>
              </a:cxn>
              <a:cxn ang="0">
                <a:pos x="connsiteX31412" y="connsiteY31412"/>
              </a:cxn>
              <a:cxn ang="0">
                <a:pos x="connsiteX31413" y="connsiteY31413"/>
              </a:cxn>
              <a:cxn ang="0">
                <a:pos x="connsiteX31414" y="connsiteY31414"/>
              </a:cxn>
              <a:cxn ang="0">
                <a:pos x="connsiteX31415" y="connsiteY31415"/>
              </a:cxn>
              <a:cxn ang="0">
                <a:pos x="connsiteX31416" y="connsiteY31416"/>
              </a:cxn>
              <a:cxn ang="0">
                <a:pos x="connsiteX31417" y="connsiteY31417"/>
              </a:cxn>
              <a:cxn ang="0">
                <a:pos x="connsiteX31418" y="connsiteY31418"/>
              </a:cxn>
              <a:cxn ang="0">
                <a:pos x="connsiteX31419" y="connsiteY31419"/>
              </a:cxn>
              <a:cxn ang="0">
                <a:pos x="connsiteX31420" y="connsiteY31420"/>
              </a:cxn>
              <a:cxn ang="0">
                <a:pos x="connsiteX31421" y="connsiteY31421"/>
              </a:cxn>
              <a:cxn ang="0">
                <a:pos x="connsiteX31422" y="connsiteY31422"/>
              </a:cxn>
              <a:cxn ang="0">
                <a:pos x="connsiteX31423" y="connsiteY31423"/>
              </a:cxn>
              <a:cxn ang="0">
                <a:pos x="connsiteX31424" y="connsiteY31424"/>
              </a:cxn>
              <a:cxn ang="0">
                <a:pos x="connsiteX31425" y="connsiteY31425"/>
              </a:cxn>
              <a:cxn ang="0">
                <a:pos x="connsiteX31426" y="connsiteY31426"/>
              </a:cxn>
              <a:cxn ang="0">
                <a:pos x="connsiteX31427" y="connsiteY31427"/>
              </a:cxn>
              <a:cxn ang="0">
                <a:pos x="connsiteX31428" y="connsiteY31428"/>
              </a:cxn>
              <a:cxn ang="0">
                <a:pos x="connsiteX31429" y="connsiteY31429"/>
              </a:cxn>
              <a:cxn ang="0">
                <a:pos x="connsiteX31430" y="connsiteY31430"/>
              </a:cxn>
              <a:cxn ang="0">
                <a:pos x="connsiteX31431" y="connsiteY31431"/>
              </a:cxn>
              <a:cxn ang="0">
                <a:pos x="connsiteX31432" y="connsiteY31432"/>
              </a:cxn>
              <a:cxn ang="0">
                <a:pos x="connsiteX31433" y="connsiteY31433"/>
              </a:cxn>
              <a:cxn ang="0">
                <a:pos x="connsiteX31434" y="connsiteY31434"/>
              </a:cxn>
              <a:cxn ang="0">
                <a:pos x="connsiteX31435" y="connsiteY31435"/>
              </a:cxn>
              <a:cxn ang="0">
                <a:pos x="connsiteX31436" y="connsiteY31436"/>
              </a:cxn>
              <a:cxn ang="0">
                <a:pos x="connsiteX31437" y="connsiteY31437"/>
              </a:cxn>
              <a:cxn ang="0">
                <a:pos x="connsiteX31438" y="connsiteY31438"/>
              </a:cxn>
              <a:cxn ang="0">
                <a:pos x="connsiteX31439" y="connsiteY31439"/>
              </a:cxn>
              <a:cxn ang="0">
                <a:pos x="connsiteX31440" y="connsiteY31440"/>
              </a:cxn>
              <a:cxn ang="0">
                <a:pos x="connsiteX31441" y="connsiteY31441"/>
              </a:cxn>
              <a:cxn ang="0">
                <a:pos x="connsiteX31442" y="connsiteY31442"/>
              </a:cxn>
              <a:cxn ang="0">
                <a:pos x="connsiteX31443" y="connsiteY31443"/>
              </a:cxn>
              <a:cxn ang="0">
                <a:pos x="connsiteX31444" y="connsiteY31444"/>
              </a:cxn>
              <a:cxn ang="0">
                <a:pos x="connsiteX31445" y="connsiteY31445"/>
              </a:cxn>
              <a:cxn ang="0">
                <a:pos x="connsiteX31446" y="connsiteY31446"/>
              </a:cxn>
              <a:cxn ang="0">
                <a:pos x="connsiteX31447" y="connsiteY31447"/>
              </a:cxn>
              <a:cxn ang="0">
                <a:pos x="connsiteX31448" y="connsiteY31448"/>
              </a:cxn>
              <a:cxn ang="0">
                <a:pos x="connsiteX31449" y="connsiteY31449"/>
              </a:cxn>
              <a:cxn ang="0">
                <a:pos x="connsiteX31450" y="connsiteY31450"/>
              </a:cxn>
              <a:cxn ang="0">
                <a:pos x="connsiteX31451" y="connsiteY31451"/>
              </a:cxn>
              <a:cxn ang="0">
                <a:pos x="connsiteX31452" y="connsiteY31452"/>
              </a:cxn>
              <a:cxn ang="0">
                <a:pos x="connsiteX31453" y="connsiteY31453"/>
              </a:cxn>
              <a:cxn ang="0">
                <a:pos x="connsiteX31454" y="connsiteY31454"/>
              </a:cxn>
              <a:cxn ang="0">
                <a:pos x="connsiteX31455" y="connsiteY31455"/>
              </a:cxn>
              <a:cxn ang="0">
                <a:pos x="connsiteX31456" y="connsiteY31456"/>
              </a:cxn>
              <a:cxn ang="0">
                <a:pos x="connsiteX31457" y="connsiteY31457"/>
              </a:cxn>
              <a:cxn ang="0">
                <a:pos x="connsiteX31458" y="connsiteY31458"/>
              </a:cxn>
              <a:cxn ang="0">
                <a:pos x="connsiteX31459" y="connsiteY31459"/>
              </a:cxn>
              <a:cxn ang="0">
                <a:pos x="connsiteX31460" y="connsiteY31460"/>
              </a:cxn>
              <a:cxn ang="0">
                <a:pos x="connsiteX31461" y="connsiteY31461"/>
              </a:cxn>
              <a:cxn ang="0">
                <a:pos x="connsiteX31462" y="connsiteY31462"/>
              </a:cxn>
              <a:cxn ang="0">
                <a:pos x="connsiteX31463" y="connsiteY31463"/>
              </a:cxn>
              <a:cxn ang="0">
                <a:pos x="connsiteX31464" y="connsiteY31464"/>
              </a:cxn>
              <a:cxn ang="0">
                <a:pos x="connsiteX31465" y="connsiteY31465"/>
              </a:cxn>
              <a:cxn ang="0">
                <a:pos x="connsiteX31466" y="connsiteY31466"/>
              </a:cxn>
              <a:cxn ang="0">
                <a:pos x="connsiteX31467" y="connsiteY31467"/>
              </a:cxn>
              <a:cxn ang="0">
                <a:pos x="connsiteX31468" y="connsiteY31468"/>
              </a:cxn>
              <a:cxn ang="0">
                <a:pos x="connsiteX31469" y="connsiteY31469"/>
              </a:cxn>
              <a:cxn ang="0">
                <a:pos x="connsiteX31470" y="connsiteY31470"/>
              </a:cxn>
              <a:cxn ang="0">
                <a:pos x="connsiteX31471" y="connsiteY31471"/>
              </a:cxn>
              <a:cxn ang="0">
                <a:pos x="connsiteX31472" y="connsiteY31472"/>
              </a:cxn>
              <a:cxn ang="0">
                <a:pos x="connsiteX31473" y="connsiteY31473"/>
              </a:cxn>
              <a:cxn ang="0">
                <a:pos x="connsiteX31474" y="connsiteY31474"/>
              </a:cxn>
              <a:cxn ang="0">
                <a:pos x="connsiteX31475" y="connsiteY31475"/>
              </a:cxn>
              <a:cxn ang="0">
                <a:pos x="connsiteX31476" y="connsiteY31476"/>
              </a:cxn>
              <a:cxn ang="0">
                <a:pos x="connsiteX31477" y="connsiteY31477"/>
              </a:cxn>
              <a:cxn ang="0">
                <a:pos x="connsiteX31478" y="connsiteY31478"/>
              </a:cxn>
              <a:cxn ang="0">
                <a:pos x="connsiteX31479" y="connsiteY31479"/>
              </a:cxn>
              <a:cxn ang="0">
                <a:pos x="connsiteX31480" y="connsiteY31480"/>
              </a:cxn>
              <a:cxn ang="0">
                <a:pos x="connsiteX31481" y="connsiteY31481"/>
              </a:cxn>
              <a:cxn ang="0">
                <a:pos x="connsiteX31482" y="connsiteY31482"/>
              </a:cxn>
              <a:cxn ang="0">
                <a:pos x="connsiteX31483" y="connsiteY31483"/>
              </a:cxn>
              <a:cxn ang="0">
                <a:pos x="connsiteX31484" y="connsiteY31484"/>
              </a:cxn>
              <a:cxn ang="0">
                <a:pos x="connsiteX31485" y="connsiteY31485"/>
              </a:cxn>
              <a:cxn ang="0">
                <a:pos x="connsiteX31486" y="connsiteY31486"/>
              </a:cxn>
              <a:cxn ang="0">
                <a:pos x="connsiteX31487" y="connsiteY31487"/>
              </a:cxn>
              <a:cxn ang="0">
                <a:pos x="connsiteX31488" y="connsiteY31488"/>
              </a:cxn>
              <a:cxn ang="0">
                <a:pos x="connsiteX31489" y="connsiteY31489"/>
              </a:cxn>
              <a:cxn ang="0">
                <a:pos x="connsiteX31490" y="connsiteY31490"/>
              </a:cxn>
              <a:cxn ang="0">
                <a:pos x="connsiteX31491" y="connsiteY31491"/>
              </a:cxn>
              <a:cxn ang="0">
                <a:pos x="connsiteX31492" y="connsiteY31492"/>
              </a:cxn>
              <a:cxn ang="0">
                <a:pos x="connsiteX31493" y="connsiteY31493"/>
              </a:cxn>
              <a:cxn ang="0">
                <a:pos x="connsiteX31494" y="connsiteY31494"/>
              </a:cxn>
              <a:cxn ang="0">
                <a:pos x="connsiteX31495" y="connsiteY31495"/>
              </a:cxn>
              <a:cxn ang="0">
                <a:pos x="connsiteX31496" y="connsiteY31496"/>
              </a:cxn>
              <a:cxn ang="0">
                <a:pos x="connsiteX31497" y="connsiteY31497"/>
              </a:cxn>
              <a:cxn ang="0">
                <a:pos x="connsiteX31498" y="connsiteY31498"/>
              </a:cxn>
              <a:cxn ang="0">
                <a:pos x="connsiteX31499" y="connsiteY31499"/>
              </a:cxn>
              <a:cxn ang="0">
                <a:pos x="connsiteX31500" y="connsiteY31500"/>
              </a:cxn>
              <a:cxn ang="0">
                <a:pos x="connsiteX31501" y="connsiteY31501"/>
              </a:cxn>
              <a:cxn ang="0">
                <a:pos x="connsiteX31502" y="connsiteY31502"/>
              </a:cxn>
              <a:cxn ang="0">
                <a:pos x="connsiteX31503" y="connsiteY31503"/>
              </a:cxn>
              <a:cxn ang="0">
                <a:pos x="connsiteX31504" y="connsiteY31504"/>
              </a:cxn>
              <a:cxn ang="0">
                <a:pos x="connsiteX31505" y="connsiteY31505"/>
              </a:cxn>
              <a:cxn ang="0">
                <a:pos x="connsiteX31506" y="connsiteY31506"/>
              </a:cxn>
              <a:cxn ang="0">
                <a:pos x="connsiteX31507" y="connsiteY31507"/>
              </a:cxn>
              <a:cxn ang="0">
                <a:pos x="connsiteX31508" y="connsiteY31508"/>
              </a:cxn>
              <a:cxn ang="0">
                <a:pos x="connsiteX31509" y="connsiteY31509"/>
              </a:cxn>
              <a:cxn ang="0">
                <a:pos x="connsiteX31510" y="connsiteY31510"/>
              </a:cxn>
              <a:cxn ang="0">
                <a:pos x="connsiteX31511" y="connsiteY31511"/>
              </a:cxn>
              <a:cxn ang="0">
                <a:pos x="connsiteX31512" y="connsiteY31512"/>
              </a:cxn>
              <a:cxn ang="0">
                <a:pos x="connsiteX31513" y="connsiteY31513"/>
              </a:cxn>
              <a:cxn ang="0">
                <a:pos x="connsiteX31514" y="connsiteY31514"/>
              </a:cxn>
              <a:cxn ang="0">
                <a:pos x="connsiteX31515" y="connsiteY31515"/>
              </a:cxn>
              <a:cxn ang="0">
                <a:pos x="connsiteX31516" y="connsiteY31516"/>
              </a:cxn>
              <a:cxn ang="0">
                <a:pos x="connsiteX31517" y="connsiteY31517"/>
              </a:cxn>
              <a:cxn ang="0">
                <a:pos x="connsiteX31518" y="connsiteY31518"/>
              </a:cxn>
              <a:cxn ang="0">
                <a:pos x="connsiteX31519" y="connsiteY31519"/>
              </a:cxn>
              <a:cxn ang="0">
                <a:pos x="connsiteX31520" y="connsiteY31520"/>
              </a:cxn>
              <a:cxn ang="0">
                <a:pos x="connsiteX31521" y="connsiteY31521"/>
              </a:cxn>
              <a:cxn ang="0">
                <a:pos x="connsiteX31522" y="connsiteY31522"/>
              </a:cxn>
              <a:cxn ang="0">
                <a:pos x="connsiteX31523" y="connsiteY31523"/>
              </a:cxn>
              <a:cxn ang="0">
                <a:pos x="connsiteX31524" y="connsiteY31524"/>
              </a:cxn>
              <a:cxn ang="0">
                <a:pos x="connsiteX31525" y="connsiteY31525"/>
              </a:cxn>
              <a:cxn ang="0">
                <a:pos x="connsiteX31526" y="connsiteY31526"/>
              </a:cxn>
              <a:cxn ang="0">
                <a:pos x="connsiteX31527" y="connsiteY31527"/>
              </a:cxn>
              <a:cxn ang="0">
                <a:pos x="connsiteX31528" y="connsiteY31528"/>
              </a:cxn>
              <a:cxn ang="0">
                <a:pos x="connsiteX31529" y="connsiteY31529"/>
              </a:cxn>
              <a:cxn ang="0">
                <a:pos x="connsiteX31530" y="connsiteY31530"/>
              </a:cxn>
              <a:cxn ang="0">
                <a:pos x="connsiteX31531" y="connsiteY31531"/>
              </a:cxn>
              <a:cxn ang="0">
                <a:pos x="connsiteX31532" y="connsiteY31532"/>
              </a:cxn>
              <a:cxn ang="0">
                <a:pos x="connsiteX31533" y="connsiteY31533"/>
              </a:cxn>
              <a:cxn ang="0">
                <a:pos x="connsiteX31534" y="connsiteY31534"/>
              </a:cxn>
              <a:cxn ang="0">
                <a:pos x="connsiteX31535" y="connsiteY31535"/>
              </a:cxn>
              <a:cxn ang="0">
                <a:pos x="connsiteX31536" y="connsiteY31536"/>
              </a:cxn>
              <a:cxn ang="0">
                <a:pos x="connsiteX31537" y="connsiteY31537"/>
              </a:cxn>
              <a:cxn ang="0">
                <a:pos x="connsiteX31538" y="connsiteY31538"/>
              </a:cxn>
              <a:cxn ang="0">
                <a:pos x="connsiteX31539" y="connsiteY31539"/>
              </a:cxn>
              <a:cxn ang="0">
                <a:pos x="connsiteX31540" y="connsiteY31540"/>
              </a:cxn>
              <a:cxn ang="0">
                <a:pos x="connsiteX31541" y="connsiteY31541"/>
              </a:cxn>
              <a:cxn ang="0">
                <a:pos x="connsiteX31542" y="connsiteY31542"/>
              </a:cxn>
              <a:cxn ang="0">
                <a:pos x="connsiteX31543" y="connsiteY31543"/>
              </a:cxn>
              <a:cxn ang="0">
                <a:pos x="connsiteX31544" y="connsiteY31544"/>
              </a:cxn>
              <a:cxn ang="0">
                <a:pos x="connsiteX31545" y="connsiteY31545"/>
              </a:cxn>
              <a:cxn ang="0">
                <a:pos x="connsiteX31546" y="connsiteY31546"/>
              </a:cxn>
              <a:cxn ang="0">
                <a:pos x="connsiteX31547" y="connsiteY31547"/>
              </a:cxn>
              <a:cxn ang="0">
                <a:pos x="connsiteX31548" y="connsiteY31548"/>
              </a:cxn>
              <a:cxn ang="0">
                <a:pos x="connsiteX31549" y="connsiteY31549"/>
              </a:cxn>
              <a:cxn ang="0">
                <a:pos x="connsiteX31550" y="connsiteY31550"/>
              </a:cxn>
              <a:cxn ang="0">
                <a:pos x="connsiteX31551" y="connsiteY31551"/>
              </a:cxn>
              <a:cxn ang="0">
                <a:pos x="connsiteX31552" y="connsiteY31552"/>
              </a:cxn>
              <a:cxn ang="0">
                <a:pos x="connsiteX31553" y="connsiteY31553"/>
              </a:cxn>
              <a:cxn ang="0">
                <a:pos x="connsiteX31554" y="connsiteY31554"/>
              </a:cxn>
              <a:cxn ang="0">
                <a:pos x="connsiteX31555" y="connsiteY31555"/>
              </a:cxn>
              <a:cxn ang="0">
                <a:pos x="connsiteX31556" y="connsiteY31556"/>
              </a:cxn>
              <a:cxn ang="0">
                <a:pos x="connsiteX31557" y="connsiteY31557"/>
              </a:cxn>
              <a:cxn ang="0">
                <a:pos x="connsiteX31558" y="connsiteY31558"/>
              </a:cxn>
              <a:cxn ang="0">
                <a:pos x="connsiteX31559" y="connsiteY31559"/>
              </a:cxn>
              <a:cxn ang="0">
                <a:pos x="connsiteX31560" y="connsiteY31560"/>
              </a:cxn>
              <a:cxn ang="0">
                <a:pos x="connsiteX31561" y="connsiteY31561"/>
              </a:cxn>
              <a:cxn ang="0">
                <a:pos x="connsiteX31562" y="connsiteY31562"/>
              </a:cxn>
              <a:cxn ang="0">
                <a:pos x="connsiteX31563" y="connsiteY31563"/>
              </a:cxn>
              <a:cxn ang="0">
                <a:pos x="connsiteX31564" y="connsiteY31564"/>
              </a:cxn>
              <a:cxn ang="0">
                <a:pos x="connsiteX31565" y="connsiteY31565"/>
              </a:cxn>
              <a:cxn ang="0">
                <a:pos x="connsiteX31566" y="connsiteY31566"/>
              </a:cxn>
              <a:cxn ang="0">
                <a:pos x="connsiteX31567" y="connsiteY31567"/>
              </a:cxn>
              <a:cxn ang="0">
                <a:pos x="connsiteX31568" y="connsiteY31568"/>
              </a:cxn>
              <a:cxn ang="0">
                <a:pos x="connsiteX31569" y="connsiteY31569"/>
              </a:cxn>
              <a:cxn ang="0">
                <a:pos x="connsiteX31570" y="connsiteY31570"/>
              </a:cxn>
              <a:cxn ang="0">
                <a:pos x="connsiteX31571" y="connsiteY31571"/>
              </a:cxn>
              <a:cxn ang="0">
                <a:pos x="connsiteX31572" y="connsiteY31572"/>
              </a:cxn>
              <a:cxn ang="0">
                <a:pos x="connsiteX31573" y="connsiteY31573"/>
              </a:cxn>
              <a:cxn ang="0">
                <a:pos x="connsiteX31574" y="connsiteY31574"/>
              </a:cxn>
              <a:cxn ang="0">
                <a:pos x="connsiteX31575" y="connsiteY31575"/>
              </a:cxn>
              <a:cxn ang="0">
                <a:pos x="connsiteX31576" y="connsiteY31576"/>
              </a:cxn>
              <a:cxn ang="0">
                <a:pos x="connsiteX31577" y="connsiteY31577"/>
              </a:cxn>
              <a:cxn ang="0">
                <a:pos x="connsiteX31578" y="connsiteY31578"/>
              </a:cxn>
              <a:cxn ang="0">
                <a:pos x="connsiteX31579" y="connsiteY31579"/>
              </a:cxn>
              <a:cxn ang="0">
                <a:pos x="connsiteX31580" y="connsiteY31580"/>
              </a:cxn>
              <a:cxn ang="0">
                <a:pos x="connsiteX31581" y="connsiteY31581"/>
              </a:cxn>
              <a:cxn ang="0">
                <a:pos x="connsiteX31582" y="connsiteY31582"/>
              </a:cxn>
              <a:cxn ang="0">
                <a:pos x="connsiteX31583" y="connsiteY31583"/>
              </a:cxn>
              <a:cxn ang="0">
                <a:pos x="connsiteX31584" y="connsiteY31584"/>
              </a:cxn>
              <a:cxn ang="0">
                <a:pos x="connsiteX31585" y="connsiteY31585"/>
              </a:cxn>
              <a:cxn ang="0">
                <a:pos x="connsiteX31586" y="connsiteY31586"/>
              </a:cxn>
              <a:cxn ang="0">
                <a:pos x="connsiteX31587" y="connsiteY31587"/>
              </a:cxn>
              <a:cxn ang="0">
                <a:pos x="connsiteX31588" y="connsiteY31588"/>
              </a:cxn>
              <a:cxn ang="0">
                <a:pos x="connsiteX31589" y="connsiteY31589"/>
              </a:cxn>
              <a:cxn ang="0">
                <a:pos x="connsiteX31590" y="connsiteY31590"/>
              </a:cxn>
              <a:cxn ang="0">
                <a:pos x="connsiteX31591" y="connsiteY31591"/>
              </a:cxn>
              <a:cxn ang="0">
                <a:pos x="connsiteX31592" y="connsiteY31592"/>
              </a:cxn>
              <a:cxn ang="0">
                <a:pos x="connsiteX31593" y="connsiteY31593"/>
              </a:cxn>
              <a:cxn ang="0">
                <a:pos x="connsiteX31594" y="connsiteY31594"/>
              </a:cxn>
              <a:cxn ang="0">
                <a:pos x="connsiteX31595" y="connsiteY31595"/>
              </a:cxn>
              <a:cxn ang="0">
                <a:pos x="connsiteX31596" y="connsiteY31596"/>
              </a:cxn>
              <a:cxn ang="0">
                <a:pos x="connsiteX31597" y="connsiteY31597"/>
              </a:cxn>
              <a:cxn ang="0">
                <a:pos x="connsiteX31598" y="connsiteY31598"/>
              </a:cxn>
              <a:cxn ang="0">
                <a:pos x="connsiteX31599" y="connsiteY31599"/>
              </a:cxn>
              <a:cxn ang="0">
                <a:pos x="connsiteX31600" y="connsiteY31600"/>
              </a:cxn>
              <a:cxn ang="0">
                <a:pos x="connsiteX31601" y="connsiteY31601"/>
              </a:cxn>
              <a:cxn ang="0">
                <a:pos x="connsiteX31602" y="connsiteY31602"/>
              </a:cxn>
              <a:cxn ang="0">
                <a:pos x="connsiteX31603" y="connsiteY31603"/>
              </a:cxn>
              <a:cxn ang="0">
                <a:pos x="connsiteX31604" y="connsiteY31604"/>
              </a:cxn>
              <a:cxn ang="0">
                <a:pos x="connsiteX31605" y="connsiteY31605"/>
              </a:cxn>
              <a:cxn ang="0">
                <a:pos x="connsiteX31606" y="connsiteY31606"/>
              </a:cxn>
              <a:cxn ang="0">
                <a:pos x="connsiteX31607" y="connsiteY31607"/>
              </a:cxn>
              <a:cxn ang="0">
                <a:pos x="connsiteX31608" y="connsiteY31608"/>
              </a:cxn>
              <a:cxn ang="0">
                <a:pos x="connsiteX31609" y="connsiteY31609"/>
              </a:cxn>
              <a:cxn ang="0">
                <a:pos x="connsiteX31610" y="connsiteY31610"/>
              </a:cxn>
              <a:cxn ang="0">
                <a:pos x="connsiteX31611" y="connsiteY31611"/>
              </a:cxn>
              <a:cxn ang="0">
                <a:pos x="connsiteX31612" y="connsiteY31612"/>
              </a:cxn>
              <a:cxn ang="0">
                <a:pos x="connsiteX31613" y="connsiteY31613"/>
              </a:cxn>
              <a:cxn ang="0">
                <a:pos x="connsiteX31614" y="connsiteY31614"/>
              </a:cxn>
              <a:cxn ang="0">
                <a:pos x="connsiteX31615" y="connsiteY31615"/>
              </a:cxn>
              <a:cxn ang="0">
                <a:pos x="connsiteX31616" y="connsiteY31616"/>
              </a:cxn>
              <a:cxn ang="0">
                <a:pos x="connsiteX31617" y="connsiteY31617"/>
              </a:cxn>
              <a:cxn ang="0">
                <a:pos x="connsiteX31618" y="connsiteY31618"/>
              </a:cxn>
              <a:cxn ang="0">
                <a:pos x="connsiteX31619" y="connsiteY31619"/>
              </a:cxn>
              <a:cxn ang="0">
                <a:pos x="connsiteX31620" y="connsiteY31620"/>
              </a:cxn>
              <a:cxn ang="0">
                <a:pos x="connsiteX31621" y="connsiteY31621"/>
              </a:cxn>
              <a:cxn ang="0">
                <a:pos x="connsiteX31622" y="connsiteY31622"/>
              </a:cxn>
              <a:cxn ang="0">
                <a:pos x="connsiteX31623" y="connsiteY31623"/>
              </a:cxn>
              <a:cxn ang="0">
                <a:pos x="connsiteX31624" y="connsiteY31624"/>
              </a:cxn>
              <a:cxn ang="0">
                <a:pos x="connsiteX31625" y="connsiteY31625"/>
              </a:cxn>
              <a:cxn ang="0">
                <a:pos x="connsiteX31626" y="connsiteY31626"/>
              </a:cxn>
              <a:cxn ang="0">
                <a:pos x="connsiteX31627" y="connsiteY31627"/>
              </a:cxn>
              <a:cxn ang="0">
                <a:pos x="connsiteX31628" y="connsiteY31628"/>
              </a:cxn>
              <a:cxn ang="0">
                <a:pos x="connsiteX31629" y="connsiteY31629"/>
              </a:cxn>
              <a:cxn ang="0">
                <a:pos x="connsiteX31630" y="connsiteY31630"/>
              </a:cxn>
              <a:cxn ang="0">
                <a:pos x="connsiteX31631" y="connsiteY31631"/>
              </a:cxn>
              <a:cxn ang="0">
                <a:pos x="connsiteX31632" y="connsiteY31632"/>
              </a:cxn>
              <a:cxn ang="0">
                <a:pos x="connsiteX31633" y="connsiteY31633"/>
              </a:cxn>
              <a:cxn ang="0">
                <a:pos x="connsiteX31634" y="connsiteY31634"/>
              </a:cxn>
              <a:cxn ang="0">
                <a:pos x="connsiteX31635" y="connsiteY31635"/>
              </a:cxn>
              <a:cxn ang="0">
                <a:pos x="connsiteX31636" y="connsiteY31636"/>
              </a:cxn>
              <a:cxn ang="0">
                <a:pos x="connsiteX31637" y="connsiteY31637"/>
              </a:cxn>
              <a:cxn ang="0">
                <a:pos x="connsiteX31638" y="connsiteY31638"/>
              </a:cxn>
              <a:cxn ang="0">
                <a:pos x="connsiteX31639" y="connsiteY31639"/>
              </a:cxn>
              <a:cxn ang="0">
                <a:pos x="connsiteX31640" y="connsiteY31640"/>
              </a:cxn>
              <a:cxn ang="0">
                <a:pos x="connsiteX31641" y="connsiteY31641"/>
              </a:cxn>
              <a:cxn ang="0">
                <a:pos x="connsiteX31642" y="connsiteY31642"/>
              </a:cxn>
              <a:cxn ang="0">
                <a:pos x="connsiteX31643" y="connsiteY31643"/>
              </a:cxn>
              <a:cxn ang="0">
                <a:pos x="connsiteX31644" y="connsiteY31644"/>
              </a:cxn>
              <a:cxn ang="0">
                <a:pos x="connsiteX31645" y="connsiteY31645"/>
              </a:cxn>
              <a:cxn ang="0">
                <a:pos x="connsiteX31646" y="connsiteY31646"/>
              </a:cxn>
              <a:cxn ang="0">
                <a:pos x="connsiteX31647" y="connsiteY31647"/>
              </a:cxn>
              <a:cxn ang="0">
                <a:pos x="connsiteX31648" y="connsiteY31648"/>
              </a:cxn>
              <a:cxn ang="0">
                <a:pos x="connsiteX31649" y="connsiteY31649"/>
              </a:cxn>
              <a:cxn ang="0">
                <a:pos x="connsiteX31650" y="connsiteY31650"/>
              </a:cxn>
              <a:cxn ang="0">
                <a:pos x="connsiteX31651" y="connsiteY31651"/>
              </a:cxn>
              <a:cxn ang="0">
                <a:pos x="connsiteX31652" y="connsiteY31652"/>
              </a:cxn>
              <a:cxn ang="0">
                <a:pos x="connsiteX31653" y="connsiteY31653"/>
              </a:cxn>
              <a:cxn ang="0">
                <a:pos x="connsiteX31654" y="connsiteY31654"/>
              </a:cxn>
              <a:cxn ang="0">
                <a:pos x="connsiteX31655" y="connsiteY31655"/>
              </a:cxn>
              <a:cxn ang="0">
                <a:pos x="connsiteX31656" y="connsiteY31656"/>
              </a:cxn>
              <a:cxn ang="0">
                <a:pos x="connsiteX31657" y="connsiteY31657"/>
              </a:cxn>
              <a:cxn ang="0">
                <a:pos x="connsiteX31658" y="connsiteY31658"/>
              </a:cxn>
              <a:cxn ang="0">
                <a:pos x="connsiteX31659" y="connsiteY31659"/>
              </a:cxn>
              <a:cxn ang="0">
                <a:pos x="connsiteX31660" y="connsiteY31660"/>
              </a:cxn>
              <a:cxn ang="0">
                <a:pos x="connsiteX31661" y="connsiteY31661"/>
              </a:cxn>
              <a:cxn ang="0">
                <a:pos x="connsiteX31662" y="connsiteY31662"/>
              </a:cxn>
              <a:cxn ang="0">
                <a:pos x="connsiteX31663" y="connsiteY31663"/>
              </a:cxn>
              <a:cxn ang="0">
                <a:pos x="connsiteX31664" y="connsiteY31664"/>
              </a:cxn>
              <a:cxn ang="0">
                <a:pos x="connsiteX31665" y="connsiteY31665"/>
              </a:cxn>
              <a:cxn ang="0">
                <a:pos x="connsiteX31666" y="connsiteY31666"/>
              </a:cxn>
              <a:cxn ang="0">
                <a:pos x="connsiteX31667" y="connsiteY31667"/>
              </a:cxn>
              <a:cxn ang="0">
                <a:pos x="connsiteX31668" y="connsiteY31668"/>
              </a:cxn>
              <a:cxn ang="0">
                <a:pos x="connsiteX31669" y="connsiteY31669"/>
              </a:cxn>
              <a:cxn ang="0">
                <a:pos x="connsiteX31670" y="connsiteY31670"/>
              </a:cxn>
              <a:cxn ang="0">
                <a:pos x="connsiteX31671" y="connsiteY31671"/>
              </a:cxn>
              <a:cxn ang="0">
                <a:pos x="connsiteX31672" y="connsiteY31672"/>
              </a:cxn>
              <a:cxn ang="0">
                <a:pos x="connsiteX31673" y="connsiteY31673"/>
              </a:cxn>
              <a:cxn ang="0">
                <a:pos x="connsiteX31674" y="connsiteY31674"/>
              </a:cxn>
              <a:cxn ang="0">
                <a:pos x="connsiteX31675" y="connsiteY31675"/>
              </a:cxn>
              <a:cxn ang="0">
                <a:pos x="connsiteX31676" y="connsiteY31676"/>
              </a:cxn>
              <a:cxn ang="0">
                <a:pos x="connsiteX31677" y="connsiteY31677"/>
              </a:cxn>
              <a:cxn ang="0">
                <a:pos x="connsiteX31678" y="connsiteY31678"/>
              </a:cxn>
              <a:cxn ang="0">
                <a:pos x="connsiteX31679" y="connsiteY31679"/>
              </a:cxn>
              <a:cxn ang="0">
                <a:pos x="connsiteX31680" y="connsiteY31680"/>
              </a:cxn>
              <a:cxn ang="0">
                <a:pos x="connsiteX31681" y="connsiteY31681"/>
              </a:cxn>
              <a:cxn ang="0">
                <a:pos x="connsiteX31682" y="connsiteY31682"/>
              </a:cxn>
              <a:cxn ang="0">
                <a:pos x="connsiteX31683" y="connsiteY31683"/>
              </a:cxn>
              <a:cxn ang="0">
                <a:pos x="connsiteX31684" y="connsiteY31684"/>
              </a:cxn>
              <a:cxn ang="0">
                <a:pos x="connsiteX31685" y="connsiteY31685"/>
              </a:cxn>
              <a:cxn ang="0">
                <a:pos x="connsiteX31686" y="connsiteY31686"/>
              </a:cxn>
              <a:cxn ang="0">
                <a:pos x="connsiteX31687" y="connsiteY31687"/>
              </a:cxn>
              <a:cxn ang="0">
                <a:pos x="connsiteX31688" y="connsiteY31688"/>
              </a:cxn>
              <a:cxn ang="0">
                <a:pos x="connsiteX31689" y="connsiteY31689"/>
              </a:cxn>
              <a:cxn ang="0">
                <a:pos x="connsiteX31690" y="connsiteY31690"/>
              </a:cxn>
              <a:cxn ang="0">
                <a:pos x="connsiteX31691" y="connsiteY31691"/>
              </a:cxn>
              <a:cxn ang="0">
                <a:pos x="connsiteX31692" y="connsiteY31692"/>
              </a:cxn>
              <a:cxn ang="0">
                <a:pos x="connsiteX31693" y="connsiteY31693"/>
              </a:cxn>
              <a:cxn ang="0">
                <a:pos x="connsiteX31694" y="connsiteY31694"/>
              </a:cxn>
              <a:cxn ang="0">
                <a:pos x="connsiteX31695" y="connsiteY31695"/>
              </a:cxn>
              <a:cxn ang="0">
                <a:pos x="connsiteX31696" y="connsiteY31696"/>
              </a:cxn>
              <a:cxn ang="0">
                <a:pos x="connsiteX31697" y="connsiteY31697"/>
              </a:cxn>
              <a:cxn ang="0">
                <a:pos x="connsiteX31698" y="connsiteY31698"/>
              </a:cxn>
              <a:cxn ang="0">
                <a:pos x="connsiteX31699" y="connsiteY31699"/>
              </a:cxn>
              <a:cxn ang="0">
                <a:pos x="connsiteX31700" y="connsiteY31700"/>
              </a:cxn>
              <a:cxn ang="0">
                <a:pos x="connsiteX31701" y="connsiteY31701"/>
              </a:cxn>
              <a:cxn ang="0">
                <a:pos x="connsiteX31702" y="connsiteY31702"/>
              </a:cxn>
              <a:cxn ang="0">
                <a:pos x="connsiteX31703" y="connsiteY31703"/>
              </a:cxn>
              <a:cxn ang="0">
                <a:pos x="connsiteX31704" y="connsiteY31704"/>
              </a:cxn>
              <a:cxn ang="0">
                <a:pos x="connsiteX31705" y="connsiteY31705"/>
              </a:cxn>
              <a:cxn ang="0">
                <a:pos x="connsiteX31706" y="connsiteY31706"/>
              </a:cxn>
              <a:cxn ang="0">
                <a:pos x="connsiteX31707" y="connsiteY31707"/>
              </a:cxn>
              <a:cxn ang="0">
                <a:pos x="connsiteX31708" y="connsiteY31708"/>
              </a:cxn>
              <a:cxn ang="0">
                <a:pos x="connsiteX31709" y="connsiteY31709"/>
              </a:cxn>
              <a:cxn ang="0">
                <a:pos x="connsiteX31710" y="connsiteY31710"/>
              </a:cxn>
              <a:cxn ang="0">
                <a:pos x="connsiteX31711" y="connsiteY31711"/>
              </a:cxn>
              <a:cxn ang="0">
                <a:pos x="connsiteX31712" y="connsiteY31712"/>
              </a:cxn>
              <a:cxn ang="0">
                <a:pos x="connsiteX31713" y="connsiteY31713"/>
              </a:cxn>
              <a:cxn ang="0">
                <a:pos x="connsiteX31714" y="connsiteY31714"/>
              </a:cxn>
              <a:cxn ang="0">
                <a:pos x="connsiteX31715" y="connsiteY31715"/>
              </a:cxn>
              <a:cxn ang="0">
                <a:pos x="connsiteX31716" y="connsiteY31716"/>
              </a:cxn>
              <a:cxn ang="0">
                <a:pos x="connsiteX31717" y="connsiteY31717"/>
              </a:cxn>
              <a:cxn ang="0">
                <a:pos x="connsiteX31718" y="connsiteY31718"/>
              </a:cxn>
              <a:cxn ang="0">
                <a:pos x="connsiteX31719" y="connsiteY31719"/>
              </a:cxn>
              <a:cxn ang="0">
                <a:pos x="connsiteX31720" y="connsiteY31720"/>
              </a:cxn>
              <a:cxn ang="0">
                <a:pos x="connsiteX31721" y="connsiteY31721"/>
              </a:cxn>
              <a:cxn ang="0">
                <a:pos x="connsiteX31722" y="connsiteY31722"/>
              </a:cxn>
              <a:cxn ang="0">
                <a:pos x="connsiteX31723" y="connsiteY31723"/>
              </a:cxn>
              <a:cxn ang="0">
                <a:pos x="connsiteX31724" y="connsiteY31724"/>
              </a:cxn>
              <a:cxn ang="0">
                <a:pos x="connsiteX31725" y="connsiteY31725"/>
              </a:cxn>
              <a:cxn ang="0">
                <a:pos x="connsiteX31726" y="connsiteY31726"/>
              </a:cxn>
              <a:cxn ang="0">
                <a:pos x="connsiteX31727" y="connsiteY31727"/>
              </a:cxn>
              <a:cxn ang="0">
                <a:pos x="connsiteX31728" y="connsiteY31728"/>
              </a:cxn>
              <a:cxn ang="0">
                <a:pos x="connsiteX31729" y="connsiteY31729"/>
              </a:cxn>
              <a:cxn ang="0">
                <a:pos x="connsiteX31730" y="connsiteY31730"/>
              </a:cxn>
              <a:cxn ang="0">
                <a:pos x="connsiteX31731" y="connsiteY31731"/>
              </a:cxn>
              <a:cxn ang="0">
                <a:pos x="connsiteX31732" y="connsiteY31732"/>
              </a:cxn>
              <a:cxn ang="0">
                <a:pos x="connsiteX31733" y="connsiteY31733"/>
              </a:cxn>
              <a:cxn ang="0">
                <a:pos x="connsiteX31734" y="connsiteY31734"/>
              </a:cxn>
              <a:cxn ang="0">
                <a:pos x="connsiteX31735" y="connsiteY31735"/>
              </a:cxn>
              <a:cxn ang="0">
                <a:pos x="connsiteX31736" y="connsiteY31736"/>
              </a:cxn>
              <a:cxn ang="0">
                <a:pos x="connsiteX31737" y="connsiteY31737"/>
              </a:cxn>
              <a:cxn ang="0">
                <a:pos x="connsiteX31738" y="connsiteY31738"/>
              </a:cxn>
              <a:cxn ang="0">
                <a:pos x="connsiteX31739" y="connsiteY31739"/>
              </a:cxn>
              <a:cxn ang="0">
                <a:pos x="connsiteX31740" y="connsiteY31740"/>
              </a:cxn>
              <a:cxn ang="0">
                <a:pos x="connsiteX31741" y="connsiteY31741"/>
              </a:cxn>
              <a:cxn ang="0">
                <a:pos x="connsiteX31742" y="connsiteY31742"/>
              </a:cxn>
              <a:cxn ang="0">
                <a:pos x="connsiteX31743" y="connsiteY31743"/>
              </a:cxn>
              <a:cxn ang="0">
                <a:pos x="connsiteX31744" y="connsiteY31744"/>
              </a:cxn>
              <a:cxn ang="0">
                <a:pos x="connsiteX31745" y="connsiteY31745"/>
              </a:cxn>
              <a:cxn ang="0">
                <a:pos x="connsiteX31746" y="connsiteY31746"/>
              </a:cxn>
              <a:cxn ang="0">
                <a:pos x="connsiteX31747" y="connsiteY31747"/>
              </a:cxn>
              <a:cxn ang="0">
                <a:pos x="connsiteX31748" y="connsiteY31748"/>
              </a:cxn>
              <a:cxn ang="0">
                <a:pos x="connsiteX31749" y="connsiteY31749"/>
              </a:cxn>
              <a:cxn ang="0">
                <a:pos x="connsiteX31750" y="connsiteY31750"/>
              </a:cxn>
              <a:cxn ang="0">
                <a:pos x="connsiteX31751" y="connsiteY31751"/>
              </a:cxn>
              <a:cxn ang="0">
                <a:pos x="connsiteX31752" y="connsiteY31752"/>
              </a:cxn>
              <a:cxn ang="0">
                <a:pos x="connsiteX31753" y="connsiteY31753"/>
              </a:cxn>
              <a:cxn ang="0">
                <a:pos x="connsiteX31754" y="connsiteY31754"/>
              </a:cxn>
              <a:cxn ang="0">
                <a:pos x="connsiteX31755" y="connsiteY31755"/>
              </a:cxn>
              <a:cxn ang="0">
                <a:pos x="connsiteX31756" y="connsiteY31756"/>
              </a:cxn>
              <a:cxn ang="0">
                <a:pos x="connsiteX31757" y="connsiteY31757"/>
              </a:cxn>
              <a:cxn ang="0">
                <a:pos x="connsiteX31758" y="connsiteY31758"/>
              </a:cxn>
              <a:cxn ang="0">
                <a:pos x="connsiteX31759" y="connsiteY31759"/>
              </a:cxn>
              <a:cxn ang="0">
                <a:pos x="connsiteX31760" y="connsiteY31760"/>
              </a:cxn>
              <a:cxn ang="0">
                <a:pos x="connsiteX31761" y="connsiteY31761"/>
              </a:cxn>
              <a:cxn ang="0">
                <a:pos x="connsiteX31762" y="connsiteY31762"/>
              </a:cxn>
              <a:cxn ang="0">
                <a:pos x="connsiteX31763" y="connsiteY31763"/>
              </a:cxn>
              <a:cxn ang="0">
                <a:pos x="connsiteX31764" y="connsiteY31764"/>
              </a:cxn>
              <a:cxn ang="0">
                <a:pos x="connsiteX31765" y="connsiteY31765"/>
              </a:cxn>
              <a:cxn ang="0">
                <a:pos x="connsiteX31766" y="connsiteY31766"/>
              </a:cxn>
              <a:cxn ang="0">
                <a:pos x="connsiteX31767" y="connsiteY31767"/>
              </a:cxn>
              <a:cxn ang="0">
                <a:pos x="connsiteX31768" y="connsiteY31768"/>
              </a:cxn>
              <a:cxn ang="0">
                <a:pos x="connsiteX31769" y="connsiteY31769"/>
              </a:cxn>
              <a:cxn ang="0">
                <a:pos x="connsiteX31770" y="connsiteY31770"/>
              </a:cxn>
              <a:cxn ang="0">
                <a:pos x="connsiteX31771" y="connsiteY31771"/>
              </a:cxn>
              <a:cxn ang="0">
                <a:pos x="connsiteX31772" y="connsiteY31772"/>
              </a:cxn>
              <a:cxn ang="0">
                <a:pos x="connsiteX31773" y="connsiteY31773"/>
              </a:cxn>
              <a:cxn ang="0">
                <a:pos x="connsiteX31774" y="connsiteY31774"/>
              </a:cxn>
              <a:cxn ang="0">
                <a:pos x="connsiteX31775" y="connsiteY31775"/>
              </a:cxn>
              <a:cxn ang="0">
                <a:pos x="connsiteX31776" y="connsiteY31776"/>
              </a:cxn>
              <a:cxn ang="0">
                <a:pos x="connsiteX31777" y="connsiteY31777"/>
              </a:cxn>
              <a:cxn ang="0">
                <a:pos x="connsiteX31778" y="connsiteY31778"/>
              </a:cxn>
              <a:cxn ang="0">
                <a:pos x="connsiteX31779" y="connsiteY31779"/>
              </a:cxn>
              <a:cxn ang="0">
                <a:pos x="connsiteX31780" y="connsiteY31780"/>
              </a:cxn>
              <a:cxn ang="0">
                <a:pos x="connsiteX31781" y="connsiteY31781"/>
              </a:cxn>
              <a:cxn ang="0">
                <a:pos x="connsiteX31782" y="connsiteY31782"/>
              </a:cxn>
              <a:cxn ang="0">
                <a:pos x="connsiteX31783" y="connsiteY31783"/>
              </a:cxn>
              <a:cxn ang="0">
                <a:pos x="connsiteX31784" y="connsiteY31784"/>
              </a:cxn>
              <a:cxn ang="0">
                <a:pos x="connsiteX31785" y="connsiteY31785"/>
              </a:cxn>
              <a:cxn ang="0">
                <a:pos x="connsiteX31786" y="connsiteY31786"/>
              </a:cxn>
              <a:cxn ang="0">
                <a:pos x="connsiteX31787" y="connsiteY31787"/>
              </a:cxn>
              <a:cxn ang="0">
                <a:pos x="connsiteX31788" y="connsiteY31788"/>
              </a:cxn>
              <a:cxn ang="0">
                <a:pos x="connsiteX31789" y="connsiteY31789"/>
              </a:cxn>
              <a:cxn ang="0">
                <a:pos x="connsiteX31790" y="connsiteY31790"/>
              </a:cxn>
              <a:cxn ang="0">
                <a:pos x="connsiteX31791" y="connsiteY31791"/>
              </a:cxn>
              <a:cxn ang="0">
                <a:pos x="connsiteX31792" y="connsiteY31792"/>
              </a:cxn>
              <a:cxn ang="0">
                <a:pos x="connsiteX31793" y="connsiteY31793"/>
              </a:cxn>
              <a:cxn ang="0">
                <a:pos x="connsiteX31794" y="connsiteY31794"/>
              </a:cxn>
              <a:cxn ang="0">
                <a:pos x="connsiteX31795" y="connsiteY31795"/>
              </a:cxn>
              <a:cxn ang="0">
                <a:pos x="connsiteX31796" y="connsiteY31796"/>
              </a:cxn>
              <a:cxn ang="0">
                <a:pos x="connsiteX31797" y="connsiteY31797"/>
              </a:cxn>
              <a:cxn ang="0">
                <a:pos x="connsiteX31798" y="connsiteY31798"/>
              </a:cxn>
              <a:cxn ang="0">
                <a:pos x="connsiteX31799" y="connsiteY31799"/>
              </a:cxn>
              <a:cxn ang="0">
                <a:pos x="connsiteX31800" y="connsiteY31800"/>
              </a:cxn>
              <a:cxn ang="0">
                <a:pos x="connsiteX31801" y="connsiteY31801"/>
              </a:cxn>
              <a:cxn ang="0">
                <a:pos x="connsiteX31802" y="connsiteY31802"/>
              </a:cxn>
              <a:cxn ang="0">
                <a:pos x="connsiteX31803" y="connsiteY31803"/>
              </a:cxn>
              <a:cxn ang="0">
                <a:pos x="connsiteX31804" y="connsiteY31804"/>
              </a:cxn>
              <a:cxn ang="0">
                <a:pos x="connsiteX31805" y="connsiteY31805"/>
              </a:cxn>
              <a:cxn ang="0">
                <a:pos x="connsiteX31806" y="connsiteY31806"/>
              </a:cxn>
              <a:cxn ang="0">
                <a:pos x="connsiteX31807" y="connsiteY31807"/>
              </a:cxn>
              <a:cxn ang="0">
                <a:pos x="connsiteX31808" y="connsiteY31808"/>
              </a:cxn>
              <a:cxn ang="0">
                <a:pos x="connsiteX31809" y="connsiteY31809"/>
              </a:cxn>
              <a:cxn ang="0">
                <a:pos x="connsiteX31810" y="connsiteY31810"/>
              </a:cxn>
              <a:cxn ang="0">
                <a:pos x="connsiteX31811" y="connsiteY31811"/>
              </a:cxn>
              <a:cxn ang="0">
                <a:pos x="connsiteX31812" y="connsiteY31812"/>
              </a:cxn>
              <a:cxn ang="0">
                <a:pos x="connsiteX31813" y="connsiteY31813"/>
              </a:cxn>
              <a:cxn ang="0">
                <a:pos x="connsiteX31814" y="connsiteY31814"/>
              </a:cxn>
              <a:cxn ang="0">
                <a:pos x="connsiteX31815" y="connsiteY31815"/>
              </a:cxn>
              <a:cxn ang="0">
                <a:pos x="connsiteX31816" y="connsiteY31816"/>
              </a:cxn>
              <a:cxn ang="0">
                <a:pos x="connsiteX31817" y="connsiteY31817"/>
              </a:cxn>
              <a:cxn ang="0">
                <a:pos x="connsiteX31818" y="connsiteY31818"/>
              </a:cxn>
              <a:cxn ang="0">
                <a:pos x="connsiteX31819" y="connsiteY31819"/>
              </a:cxn>
              <a:cxn ang="0">
                <a:pos x="connsiteX31820" y="connsiteY31820"/>
              </a:cxn>
              <a:cxn ang="0">
                <a:pos x="connsiteX31821" y="connsiteY31821"/>
              </a:cxn>
              <a:cxn ang="0">
                <a:pos x="connsiteX31822" y="connsiteY31822"/>
              </a:cxn>
              <a:cxn ang="0">
                <a:pos x="connsiteX31823" y="connsiteY31823"/>
              </a:cxn>
              <a:cxn ang="0">
                <a:pos x="connsiteX31824" y="connsiteY31824"/>
              </a:cxn>
              <a:cxn ang="0">
                <a:pos x="connsiteX31825" y="connsiteY31825"/>
              </a:cxn>
              <a:cxn ang="0">
                <a:pos x="connsiteX31826" y="connsiteY31826"/>
              </a:cxn>
              <a:cxn ang="0">
                <a:pos x="connsiteX31827" y="connsiteY31827"/>
              </a:cxn>
              <a:cxn ang="0">
                <a:pos x="connsiteX31828" y="connsiteY31828"/>
              </a:cxn>
              <a:cxn ang="0">
                <a:pos x="connsiteX31829" y="connsiteY31829"/>
              </a:cxn>
              <a:cxn ang="0">
                <a:pos x="connsiteX31830" y="connsiteY31830"/>
              </a:cxn>
              <a:cxn ang="0">
                <a:pos x="connsiteX31831" y="connsiteY31831"/>
              </a:cxn>
              <a:cxn ang="0">
                <a:pos x="connsiteX31832" y="connsiteY31832"/>
              </a:cxn>
              <a:cxn ang="0">
                <a:pos x="connsiteX31833" y="connsiteY31833"/>
              </a:cxn>
              <a:cxn ang="0">
                <a:pos x="connsiteX31834" y="connsiteY31834"/>
              </a:cxn>
              <a:cxn ang="0">
                <a:pos x="connsiteX31835" y="connsiteY31835"/>
              </a:cxn>
              <a:cxn ang="0">
                <a:pos x="connsiteX31836" y="connsiteY31836"/>
              </a:cxn>
              <a:cxn ang="0">
                <a:pos x="connsiteX31837" y="connsiteY31837"/>
              </a:cxn>
              <a:cxn ang="0">
                <a:pos x="connsiteX31838" y="connsiteY31838"/>
              </a:cxn>
              <a:cxn ang="0">
                <a:pos x="connsiteX31839" y="connsiteY31839"/>
              </a:cxn>
              <a:cxn ang="0">
                <a:pos x="connsiteX31840" y="connsiteY31840"/>
              </a:cxn>
              <a:cxn ang="0">
                <a:pos x="connsiteX31841" y="connsiteY31841"/>
              </a:cxn>
              <a:cxn ang="0">
                <a:pos x="connsiteX31842" y="connsiteY31842"/>
              </a:cxn>
              <a:cxn ang="0">
                <a:pos x="connsiteX31843" y="connsiteY31843"/>
              </a:cxn>
              <a:cxn ang="0">
                <a:pos x="connsiteX31844" y="connsiteY31844"/>
              </a:cxn>
              <a:cxn ang="0">
                <a:pos x="connsiteX31845" y="connsiteY31845"/>
              </a:cxn>
              <a:cxn ang="0">
                <a:pos x="connsiteX31846" y="connsiteY31846"/>
              </a:cxn>
              <a:cxn ang="0">
                <a:pos x="connsiteX31847" y="connsiteY31847"/>
              </a:cxn>
              <a:cxn ang="0">
                <a:pos x="connsiteX31848" y="connsiteY31848"/>
              </a:cxn>
              <a:cxn ang="0">
                <a:pos x="connsiteX31849" y="connsiteY31849"/>
              </a:cxn>
              <a:cxn ang="0">
                <a:pos x="connsiteX31850" y="connsiteY31850"/>
              </a:cxn>
              <a:cxn ang="0">
                <a:pos x="connsiteX31851" y="connsiteY31851"/>
              </a:cxn>
              <a:cxn ang="0">
                <a:pos x="connsiteX31852" y="connsiteY31852"/>
              </a:cxn>
              <a:cxn ang="0">
                <a:pos x="connsiteX31853" y="connsiteY31853"/>
              </a:cxn>
              <a:cxn ang="0">
                <a:pos x="connsiteX31854" y="connsiteY31854"/>
              </a:cxn>
              <a:cxn ang="0">
                <a:pos x="connsiteX31855" y="connsiteY31855"/>
              </a:cxn>
              <a:cxn ang="0">
                <a:pos x="connsiteX31856" y="connsiteY31856"/>
              </a:cxn>
              <a:cxn ang="0">
                <a:pos x="connsiteX31857" y="connsiteY31857"/>
              </a:cxn>
              <a:cxn ang="0">
                <a:pos x="connsiteX31858" y="connsiteY31858"/>
              </a:cxn>
              <a:cxn ang="0">
                <a:pos x="connsiteX31859" y="connsiteY31859"/>
              </a:cxn>
              <a:cxn ang="0">
                <a:pos x="connsiteX31860" y="connsiteY31860"/>
              </a:cxn>
              <a:cxn ang="0">
                <a:pos x="connsiteX31861" y="connsiteY31861"/>
              </a:cxn>
              <a:cxn ang="0">
                <a:pos x="connsiteX31862" y="connsiteY31862"/>
              </a:cxn>
              <a:cxn ang="0">
                <a:pos x="connsiteX31863" y="connsiteY31863"/>
              </a:cxn>
              <a:cxn ang="0">
                <a:pos x="connsiteX31864" y="connsiteY31864"/>
              </a:cxn>
              <a:cxn ang="0">
                <a:pos x="connsiteX31865" y="connsiteY31865"/>
              </a:cxn>
              <a:cxn ang="0">
                <a:pos x="connsiteX31866" y="connsiteY31866"/>
              </a:cxn>
              <a:cxn ang="0">
                <a:pos x="connsiteX31867" y="connsiteY31867"/>
              </a:cxn>
              <a:cxn ang="0">
                <a:pos x="connsiteX31868" y="connsiteY31868"/>
              </a:cxn>
              <a:cxn ang="0">
                <a:pos x="connsiteX31869" y="connsiteY31869"/>
              </a:cxn>
              <a:cxn ang="0">
                <a:pos x="connsiteX31870" y="connsiteY31870"/>
              </a:cxn>
              <a:cxn ang="0">
                <a:pos x="connsiteX31871" y="connsiteY31871"/>
              </a:cxn>
              <a:cxn ang="0">
                <a:pos x="connsiteX31872" y="connsiteY31872"/>
              </a:cxn>
              <a:cxn ang="0">
                <a:pos x="connsiteX31873" y="connsiteY31873"/>
              </a:cxn>
              <a:cxn ang="0">
                <a:pos x="connsiteX31874" y="connsiteY31874"/>
              </a:cxn>
              <a:cxn ang="0">
                <a:pos x="connsiteX31875" y="connsiteY31875"/>
              </a:cxn>
              <a:cxn ang="0">
                <a:pos x="connsiteX31876" y="connsiteY31876"/>
              </a:cxn>
              <a:cxn ang="0">
                <a:pos x="connsiteX31877" y="connsiteY31877"/>
              </a:cxn>
              <a:cxn ang="0">
                <a:pos x="connsiteX31878" y="connsiteY31878"/>
              </a:cxn>
              <a:cxn ang="0">
                <a:pos x="connsiteX31879" y="connsiteY31879"/>
              </a:cxn>
              <a:cxn ang="0">
                <a:pos x="connsiteX31880" y="connsiteY31880"/>
              </a:cxn>
              <a:cxn ang="0">
                <a:pos x="connsiteX31881" y="connsiteY31881"/>
              </a:cxn>
              <a:cxn ang="0">
                <a:pos x="connsiteX31882" y="connsiteY31882"/>
              </a:cxn>
              <a:cxn ang="0">
                <a:pos x="connsiteX31883" y="connsiteY31883"/>
              </a:cxn>
              <a:cxn ang="0">
                <a:pos x="connsiteX31884" y="connsiteY31884"/>
              </a:cxn>
              <a:cxn ang="0">
                <a:pos x="connsiteX31885" y="connsiteY31885"/>
              </a:cxn>
              <a:cxn ang="0">
                <a:pos x="connsiteX31886" y="connsiteY31886"/>
              </a:cxn>
              <a:cxn ang="0">
                <a:pos x="connsiteX31887" y="connsiteY31887"/>
              </a:cxn>
              <a:cxn ang="0">
                <a:pos x="connsiteX31888" y="connsiteY31888"/>
              </a:cxn>
              <a:cxn ang="0">
                <a:pos x="connsiteX31889" y="connsiteY31889"/>
              </a:cxn>
              <a:cxn ang="0">
                <a:pos x="connsiteX31890" y="connsiteY31890"/>
              </a:cxn>
              <a:cxn ang="0">
                <a:pos x="connsiteX31891" y="connsiteY31891"/>
              </a:cxn>
              <a:cxn ang="0">
                <a:pos x="connsiteX31892" y="connsiteY31892"/>
              </a:cxn>
              <a:cxn ang="0">
                <a:pos x="connsiteX31893" y="connsiteY31893"/>
              </a:cxn>
              <a:cxn ang="0">
                <a:pos x="connsiteX31894" y="connsiteY31894"/>
              </a:cxn>
              <a:cxn ang="0">
                <a:pos x="connsiteX31895" y="connsiteY31895"/>
              </a:cxn>
              <a:cxn ang="0">
                <a:pos x="connsiteX31896" y="connsiteY31896"/>
              </a:cxn>
              <a:cxn ang="0">
                <a:pos x="connsiteX31897" y="connsiteY31897"/>
              </a:cxn>
              <a:cxn ang="0">
                <a:pos x="connsiteX31898" y="connsiteY31898"/>
              </a:cxn>
              <a:cxn ang="0">
                <a:pos x="connsiteX31899" y="connsiteY31899"/>
              </a:cxn>
              <a:cxn ang="0">
                <a:pos x="connsiteX31900" y="connsiteY31900"/>
              </a:cxn>
              <a:cxn ang="0">
                <a:pos x="connsiteX31901" y="connsiteY31901"/>
              </a:cxn>
              <a:cxn ang="0">
                <a:pos x="connsiteX31902" y="connsiteY31902"/>
              </a:cxn>
              <a:cxn ang="0">
                <a:pos x="connsiteX31903" y="connsiteY31903"/>
              </a:cxn>
              <a:cxn ang="0">
                <a:pos x="connsiteX31904" y="connsiteY31904"/>
              </a:cxn>
              <a:cxn ang="0">
                <a:pos x="connsiteX31905" y="connsiteY31905"/>
              </a:cxn>
              <a:cxn ang="0">
                <a:pos x="connsiteX31906" y="connsiteY31906"/>
              </a:cxn>
              <a:cxn ang="0">
                <a:pos x="connsiteX31907" y="connsiteY31907"/>
              </a:cxn>
              <a:cxn ang="0">
                <a:pos x="connsiteX31908" y="connsiteY31908"/>
              </a:cxn>
              <a:cxn ang="0">
                <a:pos x="connsiteX31909" y="connsiteY31909"/>
              </a:cxn>
              <a:cxn ang="0">
                <a:pos x="connsiteX31910" y="connsiteY31910"/>
              </a:cxn>
              <a:cxn ang="0">
                <a:pos x="connsiteX31911" y="connsiteY31911"/>
              </a:cxn>
              <a:cxn ang="0">
                <a:pos x="connsiteX31912" y="connsiteY31912"/>
              </a:cxn>
              <a:cxn ang="0">
                <a:pos x="connsiteX31913" y="connsiteY31913"/>
              </a:cxn>
              <a:cxn ang="0">
                <a:pos x="connsiteX31914" y="connsiteY31914"/>
              </a:cxn>
              <a:cxn ang="0">
                <a:pos x="connsiteX31915" y="connsiteY31915"/>
              </a:cxn>
              <a:cxn ang="0">
                <a:pos x="connsiteX31916" y="connsiteY31916"/>
              </a:cxn>
              <a:cxn ang="0">
                <a:pos x="connsiteX31917" y="connsiteY31917"/>
              </a:cxn>
              <a:cxn ang="0">
                <a:pos x="connsiteX31918" y="connsiteY31918"/>
              </a:cxn>
              <a:cxn ang="0">
                <a:pos x="connsiteX31919" y="connsiteY31919"/>
              </a:cxn>
              <a:cxn ang="0">
                <a:pos x="connsiteX31920" y="connsiteY31920"/>
              </a:cxn>
              <a:cxn ang="0">
                <a:pos x="connsiteX31921" y="connsiteY31921"/>
              </a:cxn>
              <a:cxn ang="0">
                <a:pos x="connsiteX31922" y="connsiteY31922"/>
              </a:cxn>
              <a:cxn ang="0">
                <a:pos x="connsiteX31923" y="connsiteY31923"/>
              </a:cxn>
              <a:cxn ang="0">
                <a:pos x="connsiteX31924" y="connsiteY31924"/>
              </a:cxn>
              <a:cxn ang="0">
                <a:pos x="connsiteX31925" y="connsiteY31925"/>
              </a:cxn>
              <a:cxn ang="0">
                <a:pos x="connsiteX31926" y="connsiteY31926"/>
              </a:cxn>
              <a:cxn ang="0">
                <a:pos x="connsiteX31927" y="connsiteY31927"/>
              </a:cxn>
              <a:cxn ang="0">
                <a:pos x="connsiteX31928" y="connsiteY31928"/>
              </a:cxn>
              <a:cxn ang="0">
                <a:pos x="connsiteX31929" y="connsiteY31929"/>
              </a:cxn>
              <a:cxn ang="0">
                <a:pos x="connsiteX31930" y="connsiteY31930"/>
              </a:cxn>
              <a:cxn ang="0">
                <a:pos x="connsiteX31931" y="connsiteY31931"/>
              </a:cxn>
              <a:cxn ang="0">
                <a:pos x="connsiteX31932" y="connsiteY31932"/>
              </a:cxn>
              <a:cxn ang="0">
                <a:pos x="connsiteX31933" y="connsiteY31933"/>
              </a:cxn>
              <a:cxn ang="0">
                <a:pos x="connsiteX31934" y="connsiteY31934"/>
              </a:cxn>
              <a:cxn ang="0">
                <a:pos x="connsiteX31935" y="connsiteY31935"/>
              </a:cxn>
              <a:cxn ang="0">
                <a:pos x="connsiteX31936" y="connsiteY31936"/>
              </a:cxn>
              <a:cxn ang="0">
                <a:pos x="connsiteX31937" y="connsiteY31937"/>
              </a:cxn>
              <a:cxn ang="0">
                <a:pos x="connsiteX31938" y="connsiteY31938"/>
              </a:cxn>
              <a:cxn ang="0">
                <a:pos x="connsiteX31939" y="connsiteY31939"/>
              </a:cxn>
              <a:cxn ang="0">
                <a:pos x="connsiteX31940" y="connsiteY31940"/>
              </a:cxn>
              <a:cxn ang="0">
                <a:pos x="connsiteX31941" y="connsiteY31941"/>
              </a:cxn>
              <a:cxn ang="0">
                <a:pos x="connsiteX31942" y="connsiteY31942"/>
              </a:cxn>
              <a:cxn ang="0">
                <a:pos x="connsiteX31943" y="connsiteY31943"/>
              </a:cxn>
              <a:cxn ang="0">
                <a:pos x="connsiteX31944" y="connsiteY31944"/>
              </a:cxn>
              <a:cxn ang="0">
                <a:pos x="connsiteX31945" y="connsiteY31945"/>
              </a:cxn>
              <a:cxn ang="0">
                <a:pos x="connsiteX31946" y="connsiteY31946"/>
              </a:cxn>
              <a:cxn ang="0">
                <a:pos x="connsiteX31947" y="connsiteY31947"/>
              </a:cxn>
              <a:cxn ang="0">
                <a:pos x="connsiteX31948" y="connsiteY31948"/>
              </a:cxn>
              <a:cxn ang="0">
                <a:pos x="connsiteX31949" y="connsiteY31949"/>
              </a:cxn>
              <a:cxn ang="0">
                <a:pos x="connsiteX31950" y="connsiteY31950"/>
              </a:cxn>
              <a:cxn ang="0">
                <a:pos x="connsiteX31951" y="connsiteY31951"/>
              </a:cxn>
              <a:cxn ang="0">
                <a:pos x="connsiteX31952" y="connsiteY31952"/>
              </a:cxn>
              <a:cxn ang="0">
                <a:pos x="connsiteX31953" y="connsiteY31953"/>
              </a:cxn>
              <a:cxn ang="0">
                <a:pos x="connsiteX31954" y="connsiteY31954"/>
              </a:cxn>
              <a:cxn ang="0">
                <a:pos x="connsiteX31955" y="connsiteY31955"/>
              </a:cxn>
              <a:cxn ang="0">
                <a:pos x="connsiteX31956" y="connsiteY31956"/>
              </a:cxn>
              <a:cxn ang="0">
                <a:pos x="connsiteX31957" y="connsiteY31957"/>
              </a:cxn>
              <a:cxn ang="0">
                <a:pos x="connsiteX31958" y="connsiteY31958"/>
              </a:cxn>
              <a:cxn ang="0">
                <a:pos x="connsiteX31959" y="connsiteY31959"/>
              </a:cxn>
              <a:cxn ang="0">
                <a:pos x="connsiteX31960" y="connsiteY31960"/>
              </a:cxn>
              <a:cxn ang="0">
                <a:pos x="connsiteX31961" y="connsiteY31961"/>
              </a:cxn>
              <a:cxn ang="0">
                <a:pos x="connsiteX31962" y="connsiteY31962"/>
              </a:cxn>
              <a:cxn ang="0">
                <a:pos x="connsiteX31963" y="connsiteY31963"/>
              </a:cxn>
              <a:cxn ang="0">
                <a:pos x="connsiteX31964" y="connsiteY31964"/>
              </a:cxn>
              <a:cxn ang="0">
                <a:pos x="connsiteX31965" y="connsiteY31965"/>
              </a:cxn>
              <a:cxn ang="0">
                <a:pos x="connsiteX31966" y="connsiteY31966"/>
              </a:cxn>
              <a:cxn ang="0">
                <a:pos x="connsiteX31967" y="connsiteY31967"/>
              </a:cxn>
              <a:cxn ang="0">
                <a:pos x="connsiteX31968" y="connsiteY31968"/>
              </a:cxn>
              <a:cxn ang="0">
                <a:pos x="connsiteX31969" y="connsiteY31969"/>
              </a:cxn>
              <a:cxn ang="0">
                <a:pos x="connsiteX31970" y="connsiteY31970"/>
              </a:cxn>
              <a:cxn ang="0">
                <a:pos x="connsiteX31971" y="connsiteY31971"/>
              </a:cxn>
              <a:cxn ang="0">
                <a:pos x="connsiteX31972" y="connsiteY31972"/>
              </a:cxn>
              <a:cxn ang="0">
                <a:pos x="connsiteX31973" y="connsiteY31973"/>
              </a:cxn>
              <a:cxn ang="0">
                <a:pos x="connsiteX31974" y="connsiteY31974"/>
              </a:cxn>
              <a:cxn ang="0">
                <a:pos x="connsiteX31975" y="connsiteY31975"/>
              </a:cxn>
              <a:cxn ang="0">
                <a:pos x="connsiteX31976" y="connsiteY31976"/>
              </a:cxn>
              <a:cxn ang="0">
                <a:pos x="connsiteX31977" y="connsiteY31977"/>
              </a:cxn>
              <a:cxn ang="0">
                <a:pos x="connsiteX31978" y="connsiteY31978"/>
              </a:cxn>
              <a:cxn ang="0">
                <a:pos x="connsiteX31979" y="connsiteY31979"/>
              </a:cxn>
              <a:cxn ang="0">
                <a:pos x="connsiteX31980" y="connsiteY31980"/>
              </a:cxn>
              <a:cxn ang="0">
                <a:pos x="connsiteX31981" y="connsiteY31981"/>
              </a:cxn>
              <a:cxn ang="0">
                <a:pos x="connsiteX31982" y="connsiteY31982"/>
              </a:cxn>
              <a:cxn ang="0">
                <a:pos x="connsiteX31983" y="connsiteY31983"/>
              </a:cxn>
              <a:cxn ang="0">
                <a:pos x="connsiteX31984" y="connsiteY31984"/>
              </a:cxn>
              <a:cxn ang="0">
                <a:pos x="connsiteX31985" y="connsiteY31985"/>
              </a:cxn>
              <a:cxn ang="0">
                <a:pos x="connsiteX31986" y="connsiteY31986"/>
              </a:cxn>
              <a:cxn ang="0">
                <a:pos x="connsiteX31987" y="connsiteY31987"/>
              </a:cxn>
              <a:cxn ang="0">
                <a:pos x="connsiteX31988" y="connsiteY31988"/>
              </a:cxn>
              <a:cxn ang="0">
                <a:pos x="connsiteX31989" y="connsiteY31989"/>
              </a:cxn>
              <a:cxn ang="0">
                <a:pos x="connsiteX31990" y="connsiteY31990"/>
              </a:cxn>
              <a:cxn ang="0">
                <a:pos x="connsiteX31991" y="connsiteY31991"/>
              </a:cxn>
              <a:cxn ang="0">
                <a:pos x="connsiteX31992" y="connsiteY31992"/>
              </a:cxn>
              <a:cxn ang="0">
                <a:pos x="connsiteX31993" y="connsiteY31993"/>
              </a:cxn>
              <a:cxn ang="0">
                <a:pos x="connsiteX31994" y="connsiteY31994"/>
              </a:cxn>
              <a:cxn ang="0">
                <a:pos x="connsiteX31995" y="connsiteY31995"/>
              </a:cxn>
              <a:cxn ang="0">
                <a:pos x="connsiteX31996" y="connsiteY31996"/>
              </a:cxn>
              <a:cxn ang="0">
                <a:pos x="connsiteX31997" y="connsiteY31997"/>
              </a:cxn>
              <a:cxn ang="0">
                <a:pos x="connsiteX31998" y="connsiteY31998"/>
              </a:cxn>
              <a:cxn ang="0">
                <a:pos x="connsiteX31999" y="connsiteY31999"/>
              </a:cxn>
              <a:cxn ang="0">
                <a:pos x="connsiteX32000" y="connsiteY32000"/>
              </a:cxn>
              <a:cxn ang="0">
                <a:pos x="connsiteX32001" y="connsiteY32001"/>
              </a:cxn>
              <a:cxn ang="0">
                <a:pos x="connsiteX32002" y="connsiteY32002"/>
              </a:cxn>
              <a:cxn ang="0">
                <a:pos x="connsiteX32003" y="connsiteY32003"/>
              </a:cxn>
              <a:cxn ang="0">
                <a:pos x="connsiteX32004" y="connsiteY32004"/>
              </a:cxn>
              <a:cxn ang="0">
                <a:pos x="connsiteX32005" y="connsiteY32005"/>
              </a:cxn>
              <a:cxn ang="0">
                <a:pos x="connsiteX32006" y="connsiteY32006"/>
              </a:cxn>
              <a:cxn ang="0">
                <a:pos x="connsiteX32007" y="connsiteY32007"/>
              </a:cxn>
              <a:cxn ang="0">
                <a:pos x="connsiteX32008" y="connsiteY32008"/>
              </a:cxn>
              <a:cxn ang="0">
                <a:pos x="connsiteX32009" y="connsiteY32009"/>
              </a:cxn>
              <a:cxn ang="0">
                <a:pos x="connsiteX32010" y="connsiteY32010"/>
              </a:cxn>
              <a:cxn ang="0">
                <a:pos x="connsiteX32011" y="connsiteY32011"/>
              </a:cxn>
              <a:cxn ang="0">
                <a:pos x="connsiteX32012" y="connsiteY32012"/>
              </a:cxn>
              <a:cxn ang="0">
                <a:pos x="connsiteX32013" y="connsiteY32013"/>
              </a:cxn>
              <a:cxn ang="0">
                <a:pos x="connsiteX32014" y="connsiteY32014"/>
              </a:cxn>
              <a:cxn ang="0">
                <a:pos x="connsiteX32015" y="connsiteY32015"/>
              </a:cxn>
              <a:cxn ang="0">
                <a:pos x="connsiteX32016" y="connsiteY32016"/>
              </a:cxn>
              <a:cxn ang="0">
                <a:pos x="connsiteX32017" y="connsiteY32017"/>
              </a:cxn>
              <a:cxn ang="0">
                <a:pos x="connsiteX32018" y="connsiteY32018"/>
              </a:cxn>
              <a:cxn ang="0">
                <a:pos x="connsiteX32019" y="connsiteY32019"/>
              </a:cxn>
              <a:cxn ang="0">
                <a:pos x="connsiteX32020" y="connsiteY32020"/>
              </a:cxn>
              <a:cxn ang="0">
                <a:pos x="connsiteX32021" y="connsiteY32021"/>
              </a:cxn>
              <a:cxn ang="0">
                <a:pos x="connsiteX32022" y="connsiteY32022"/>
              </a:cxn>
              <a:cxn ang="0">
                <a:pos x="connsiteX32023" y="connsiteY32023"/>
              </a:cxn>
              <a:cxn ang="0">
                <a:pos x="connsiteX32024" y="connsiteY32024"/>
              </a:cxn>
              <a:cxn ang="0">
                <a:pos x="connsiteX32025" y="connsiteY32025"/>
              </a:cxn>
              <a:cxn ang="0">
                <a:pos x="connsiteX32026" y="connsiteY32026"/>
              </a:cxn>
              <a:cxn ang="0">
                <a:pos x="connsiteX32027" y="connsiteY32027"/>
              </a:cxn>
              <a:cxn ang="0">
                <a:pos x="connsiteX32028" y="connsiteY32028"/>
              </a:cxn>
              <a:cxn ang="0">
                <a:pos x="connsiteX32029" y="connsiteY32029"/>
              </a:cxn>
              <a:cxn ang="0">
                <a:pos x="connsiteX32030" y="connsiteY32030"/>
              </a:cxn>
              <a:cxn ang="0">
                <a:pos x="connsiteX32031" y="connsiteY32031"/>
              </a:cxn>
              <a:cxn ang="0">
                <a:pos x="connsiteX32032" y="connsiteY32032"/>
              </a:cxn>
              <a:cxn ang="0">
                <a:pos x="connsiteX32033" y="connsiteY32033"/>
              </a:cxn>
              <a:cxn ang="0">
                <a:pos x="connsiteX32034" y="connsiteY32034"/>
              </a:cxn>
              <a:cxn ang="0">
                <a:pos x="connsiteX32035" y="connsiteY32035"/>
              </a:cxn>
              <a:cxn ang="0">
                <a:pos x="connsiteX32036" y="connsiteY32036"/>
              </a:cxn>
              <a:cxn ang="0">
                <a:pos x="connsiteX32037" y="connsiteY32037"/>
              </a:cxn>
              <a:cxn ang="0">
                <a:pos x="connsiteX32038" y="connsiteY32038"/>
              </a:cxn>
              <a:cxn ang="0">
                <a:pos x="connsiteX32039" y="connsiteY32039"/>
              </a:cxn>
              <a:cxn ang="0">
                <a:pos x="connsiteX32040" y="connsiteY32040"/>
              </a:cxn>
              <a:cxn ang="0">
                <a:pos x="connsiteX32041" y="connsiteY32041"/>
              </a:cxn>
              <a:cxn ang="0">
                <a:pos x="connsiteX32042" y="connsiteY32042"/>
              </a:cxn>
              <a:cxn ang="0">
                <a:pos x="connsiteX32043" y="connsiteY32043"/>
              </a:cxn>
              <a:cxn ang="0">
                <a:pos x="connsiteX32044" y="connsiteY32044"/>
              </a:cxn>
              <a:cxn ang="0">
                <a:pos x="connsiteX32045" y="connsiteY32045"/>
              </a:cxn>
              <a:cxn ang="0">
                <a:pos x="connsiteX32046" y="connsiteY32046"/>
              </a:cxn>
              <a:cxn ang="0">
                <a:pos x="connsiteX32047" y="connsiteY32047"/>
              </a:cxn>
              <a:cxn ang="0">
                <a:pos x="connsiteX32048" y="connsiteY32048"/>
              </a:cxn>
              <a:cxn ang="0">
                <a:pos x="connsiteX32049" y="connsiteY32049"/>
              </a:cxn>
              <a:cxn ang="0">
                <a:pos x="connsiteX32050" y="connsiteY32050"/>
              </a:cxn>
              <a:cxn ang="0">
                <a:pos x="connsiteX32051" y="connsiteY32051"/>
              </a:cxn>
              <a:cxn ang="0">
                <a:pos x="connsiteX32052" y="connsiteY32052"/>
              </a:cxn>
              <a:cxn ang="0">
                <a:pos x="connsiteX32053" y="connsiteY32053"/>
              </a:cxn>
              <a:cxn ang="0">
                <a:pos x="connsiteX32054" y="connsiteY32054"/>
              </a:cxn>
              <a:cxn ang="0">
                <a:pos x="connsiteX32055" y="connsiteY32055"/>
              </a:cxn>
              <a:cxn ang="0">
                <a:pos x="connsiteX32056" y="connsiteY32056"/>
              </a:cxn>
              <a:cxn ang="0">
                <a:pos x="connsiteX32057" y="connsiteY32057"/>
              </a:cxn>
              <a:cxn ang="0">
                <a:pos x="connsiteX32058" y="connsiteY32058"/>
              </a:cxn>
              <a:cxn ang="0">
                <a:pos x="connsiteX32059" y="connsiteY32059"/>
              </a:cxn>
              <a:cxn ang="0">
                <a:pos x="connsiteX32060" y="connsiteY32060"/>
              </a:cxn>
              <a:cxn ang="0">
                <a:pos x="connsiteX32061" y="connsiteY32061"/>
              </a:cxn>
              <a:cxn ang="0">
                <a:pos x="connsiteX32062" y="connsiteY32062"/>
              </a:cxn>
              <a:cxn ang="0">
                <a:pos x="connsiteX32063" y="connsiteY32063"/>
              </a:cxn>
              <a:cxn ang="0">
                <a:pos x="connsiteX32064" y="connsiteY32064"/>
              </a:cxn>
              <a:cxn ang="0">
                <a:pos x="connsiteX32065" y="connsiteY32065"/>
              </a:cxn>
              <a:cxn ang="0">
                <a:pos x="connsiteX32066" y="connsiteY32066"/>
              </a:cxn>
              <a:cxn ang="0">
                <a:pos x="connsiteX32067" y="connsiteY32067"/>
              </a:cxn>
              <a:cxn ang="0">
                <a:pos x="connsiteX32068" y="connsiteY32068"/>
              </a:cxn>
              <a:cxn ang="0">
                <a:pos x="connsiteX32069" y="connsiteY32069"/>
              </a:cxn>
              <a:cxn ang="0">
                <a:pos x="connsiteX32070" y="connsiteY32070"/>
              </a:cxn>
              <a:cxn ang="0">
                <a:pos x="connsiteX32071" y="connsiteY32071"/>
              </a:cxn>
              <a:cxn ang="0">
                <a:pos x="connsiteX32072" y="connsiteY32072"/>
              </a:cxn>
              <a:cxn ang="0">
                <a:pos x="connsiteX32073" y="connsiteY32073"/>
              </a:cxn>
              <a:cxn ang="0">
                <a:pos x="connsiteX32074" y="connsiteY32074"/>
              </a:cxn>
              <a:cxn ang="0">
                <a:pos x="connsiteX32075" y="connsiteY32075"/>
              </a:cxn>
              <a:cxn ang="0">
                <a:pos x="connsiteX32076" y="connsiteY32076"/>
              </a:cxn>
              <a:cxn ang="0">
                <a:pos x="connsiteX32077" y="connsiteY32077"/>
              </a:cxn>
              <a:cxn ang="0">
                <a:pos x="connsiteX32078" y="connsiteY32078"/>
              </a:cxn>
              <a:cxn ang="0">
                <a:pos x="connsiteX32079" y="connsiteY32079"/>
              </a:cxn>
              <a:cxn ang="0">
                <a:pos x="connsiteX32080" y="connsiteY32080"/>
              </a:cxn>
              <a:cxn ang="0">
                <a:pos x="connsiteX32081" y="connsiteY32081"/>
              </a:cxn>
              <a:cxn ang="0">
                <a:pos x="connsiteX32082" y="connsiteY32082"/>
              </a:cxn>
              <a:cxn ang="0">
                <a:pos x="connsiteX32083" y="connsiteY32083"/>
              </a:cxn>
              <a:cxn ang="0">
                <a:pos x="connsiteX32084" y="connsiteY32084"/>
              </a:cxn>
              <a:cxn ang="0">
                <a:pos x="connsiteX32085" y="connsiteY32085"/>
              </a:cxn>
              <a:cxn ang="0">
                <a:pos x="connsiteX32086" y="connsiteY32086"/>
              </a:cxn>
              <a:cxn ang="0">
                <a:pos x="connsiteX32087" y="connsiteY32087"/>
              </a:cxn>
              <a:cxn ang="0">
                <a:pos x="connsiteX32088" y="connsiteY32088"/>
              </a:cxn>
              <a:cxn ang="0">
                <a:pos x="connsiteX32089" y="connsiteY32089"/>
              </a:cxn>
              <a:cxn ang="0">
                <a:pos x="connsiteX32090" y="connsiteY32090"/>
              </a:cxn>
              <a:cxn ang="0">
                <a:pos x="connsiteX32091" y="connsiteY32091"/>
              </a:cxn>
              <a:cxn ang="0">
                <a:pos x="connsiteX32092" y="connsiteY32092"/>
              </a:cxn>
              <a:cxn ang="0">
                <a:pos x="connsiteX32093" y="connsiteY32093"/>
              </a:cxn>
              <a:cxn ang="0">
                <a:pos x="connsiteX32094" y="connsiteY32094"/>
              </a:cxn>
              <a:cxn ang="0">
                <a:pos x="connsiteX32095" y="connsiteY32095"/>
              </a:cxn>
              <a:cxn ang="0">
                <a:pos x="connsiteX32096" y="connsiteY32096"/>
              </a:cxn>
              <a:cxn ang="0">
                <a:pos x="connsiteX32097" y="connsiteY32097"/>
              </a:cxn>
              <a:cxn ang="0">
                <a:pos x="connsiteX32098" y="connsiteY32098"/>
              </a:cxn>
              <a:cxn ang="0">
                <a:pos x="connsiteX32099" y="connsiteY32099"/>
              </a:cxn>
              <a:cxn ang="0">
                <a:pos x="connsiteX32100" y="connsiteY32100"/>
              </a:cxn>
              <a:cxn ang="0">
                <a:pos x="connsiteX32101" y="connsiteY32101"/>
              </a:cxn>
              <a:cxn ang="0">
                <a:pos x="connsiteX32102" y="connsiteY32102"/>
              </a:cxn>
              <a:cxn ang="0">
                <a:pos x="connsiteX32103" y="connsiteY32103"/>
              </a:cxn>
              <a:cxn ang="0">
                <a:pos x="connsiteX32104" y="connsiteY32104"/>
              </a:cxn>
              <a:cxn ang="0">
                <a:pos x="connsiteX32105" y="connsiteY32105"/>
              </a:cxn>
              <a:cxn ang="0">
                <a:pos x="connsiteX32106" y="connsiteY32106"/>
              </a:cxn>
              <a:cxn ang="0">
                <a:pos x="connsiteX32107" y="connsiteY32107"/>
              </a:cxn>
              <a:cxn ang="0">
                <a:pos x="connsiteX32108" y="connsiteY32108"/>
              </a:cxn>
              <a:cxn ang="0">
                <a:pos x="connsiteX32109" y="connsiteY32109"/>
              </a:cxn>
              <a:cxn ang="0">
                <a:pos x="connsiteX32110" y="connsiteY32110"/>
              </a:cxn>
              <a:cxn ang="0">
                <a:pos x="connsiteX32111" y="connsiteY32111"/>
              </a:cxn>
              <a:cxn ang="0">
                <a:pos x="connsiteX32112" y="connsiteY32112"/>
              </a:cxn>
              <a:cxn ang="0">
                <a:pos x="connsiteX32113" y="connsiteY32113"/>
              </a:cxn>
              <a:cxn ang="0">
                <a:pos x="connsiteX32114" y="connsiteY32114"/>
              </a:cxn>
              <a:cxn ang="0">
                <a:pos x="connsiteX32115" y="connsiteY32115"/>
              </a:cxn>
              <a:cxn ang="0">
                <a:pos x="connsiteX32116" y="connsiteY32116"/>
              </a:cxn>
              <a:cxn ang="0">
                <a:pos x="connsiteX32117" y="connsiteY32117"/>
              </a:cxn>
              <a:cxn ang="0">
                <a:pos x="connsiteX32118" y="connsiteY32118"/>
              </a:cxn>
              <a:cxn ang="0">
                <a:pos x="connsiteX32119" y="connsiteY32119"/>
              </a:cxn>
              <a:cxn ang="0">
                <a:pos x="connsiteX32120" y="connsiteY32120"/>
              </a:cxn>
              <a:cxn ang="0">
                <a:pos x="connsiteX32121" y="connsiteY32121"/>
              </a:cxn>
              <a:cxn ang="0">
                <a:pos x="connsiteX32122" y="connsiteY32122"/>
              </a:cxn>
              <a:cxn ang="0">
                <a:pos x="connsiteX32123" y="connsiteY32123"/>
              </a:cxn>
              <a:cxn ang="0">
                <a:pos x="connsiteX32124" y="connsiteY32124"/>
              </a:cxn>
              <a:cxn ang="0">
                <a:pos x="connsiteX32125" y="connsiteY32125"/>
              </a:cxn>
              <a:cxn ang="0">
                <a:pos x="connsiteX32126" y="connsiteY32126"/>
              </a:cxn>
              <a:cxn ang="0">
                <a:pos x="connsiteX32127" y="connsiteY32127"/>
              </a:cxn>
              <a:cxn ang="0">
                <a:pos x="connsiteX32128" y="connsiteY32128"/>
              </a:cxn>
              <a:cxn ang="0">
                <a:pos x="connsiteX32129" y="connsiteY32129"/>
              </a:cxn>
              <a:cxn ang="0">
                <a:pos x="connsiteX32130" y="connsiteY32130"/>
              </a:cxn>
              <a:cxn ang="0">
                <a:pos x="connsiteX32131" y="connsiteY32131"/>
              </a:cxn>
              <a:cxn ang="0">
                <a:pos x="connsiteX32132" y="connsiteY32132"/>
              </a:cxn>
              <a:cxn ang="0">
                <a:pos x="connsiteX32133" y="connsiteY32133"/>
              </a:cxn>
              <a:cxn ang="0">
                <a:pos x="connsiteX32134" y="connsiteY32134"/>
              </a:cxn>
              <a:cxn ang="0">
                <a:pos x="connsiteX32135" y="connsiteY32135"/>
              </a:cxn>
              <a:cxn ang="0">
                <a:pos x="connsiteX32136" y="connsiteY32136"/>
              </a:cxn>
              <a:cxn ang="0">
                <a:pos x="connsiteX32137" y="connsiteY32137"/>
              </a:cxn>
              <a:cxn ang="0">
                <a:pos x="connsiteX32138" y="connsiteY32138"/>
              </a:cxn>
              <a:cxn ang="0">
                <a:pos x="connsiteX32139" y="connsiteY32139"/>
              </a:cxn>
              <a:cxn ang="0">
                <a:pos x="connsiteX32140" y="connsiteY32140"/>
              </a:cxn>
              <a:cxn ang="0">
                <a:pos x="connsiteX32141" y="connsiteY32141"/>
              </a:cxn>
              <a:cxn ang="0">
                <a:pos x="connsiteX32142" y="connsiteY32142"/>
              </a:cxn>
              <a:cxn ang="0">
                <a:pos x="connsiteX32143" y="connsiteY32143"/>
              </a:cxn>
              <a:cxn ang="0">
                <a:pos x="connsiteX32144" y="connsiteY32144"/>
              </a:cxn>
              <a:cxn ang="0">
                <a:pos x="connsiteX32145" y="connsiteY32145"/>
              </a:cxn>
              <a:cxn ang="0">
                <a:pos x="connsiteX32146" y="connsiteY32146"/>
              </a:cxn>
              <a:cxn ang="0">
                <a:pos x="connsiteX32147" y="connsiteY32147"/>
              </a:cxn>
              <a:cxn ang="0">
                <a:pos x="connsiteX32148" y="connsiteY32148"/>
              </a:cxn>
              <a:cxn ang="0">
                <a:pos x="connsiteX32149" y="connsiteY32149"/>
              </a:cxn>
              <a:cxn ang="0">
                <a:pos x="connsiteX32150" y="connsiteY32150"/>
              </a:cxn>
              <a:cxn ang="0">
                <a:pos x="connsiteX32151" y="connsiteY32151"/>
              </a:cxn>
              <a:cxn ang="0">
                <a:pos x="connsiteX32152" y="connsiteY32152"/>
              </a:cxn>
              <a:cxn ang="0">
                <a:pos x="connsiteX32153" y="connsiteY32153"/>
              </a:cxn>
              <a:cxn ang="0">
                <a:pos x="connsiteX32154" y="connsiteY32154"/>
              </a:cxn>
              <a:cxn ang="0">
                <a:pos x="connsiteX32155" y="connsiteY32155"/>
              </a:cxn>
              <a:cxn ang="0">
                <a:pos x="connsiteX32156" y="connsiteY32156"/>
              </a:cxn>
              <a:cxn ang="0">
                <a:pos x="connsiteX32157" y="connsiteY32157"/>
              </a:cxn>
              <a:cxn ang="0">
                <a:pos x="connsiteX32158" y="connsiteY32158"/>
              </a:cxn>
              <a:cxn ang="0">
                <a:pos x="connsiteX32159" y="connsiteY32159"/>
              </a:cxn>
              <a:cxn ang="0">
                <a:pos x="connsiteX32160" y="connsiteY32160"/>
              </a:cxn>
              <a:cxn ang="0">
                <a:pos x="connsiteX32161" y="connsiteY32161"/>
              </a:cxn>
              <a:cxn ang="0">
                <a:pos x="connsiteX32162" y="connsiteY32162"/>
              </a:cxn>
              <a:cxn ang="0">
                <a:pos x="connsiteX32163" y="connsiteY32163"/>
              </a:cxn>
              <a:cxn ang="0">
                <a:pos x="connsiteX32164" y="connsiteY32164"/>
              </a:cxn>
              <a:cxn ang="0">
                <a:pos x="connsiteX32165" y="connsiteY32165"/>
              </a:cxn>
              <a:cxn ang="0">
                <a:pos x="connsiteX32166" y="connsiteY32166"/>
              </a:cxn>
              <a:cxn ang="0">
                <a:pos x="connsiteX32167" y="connsiteY32167"/>
              </a:cxn>
              <a:cxn ang="0">
                <a:pos x="connsiteX32168" y="connsiteY32168"/>
              </a:cxn>
              <a:cxn ang="0">
                <a:pos x="connsiteX32169" y="connsiteY32169"/>
              </a:cxn>
              <a:cxn ang="0">
                <a:pos x="connsiteX32170" y="connsiteY32170"/>
              </a:cxn>
              <a:cxn ang="0">
                <a:pos x="connsiteX32171" y="connsiteY32171"/>
              </a:cxn>
              <a:cxn ang="0">
                <a:pos x="connsiteX32172" y="connsiteY32172"/>
              </a:cxn>
              <a:cxn ang="0">
                <a:pos x="connsiteX32173" y="connsiteY32173"/>
              </a:cxn>
              <a:cxn ang="0">
                <a:pos x="connsiteX32174" y="connsiteY32174"/>
              </a:cxn>
              <a:cxn ang="0">
                <a:pos x="connsiteX32175" y="connsiteY32175"/>
              </a:cxn>
              <a:cxn ang="0">
                <a:pos x="connsiteX32176" y="connsiteY32176"/>
              </a:cxn>
              <a:cxn ang="0">
                <a:pos x="connsiteX32177" y="connsiteY32177"/>
              </a:cxn>
              <a:cxn ang="0">
                <a:pos x="connsiteX32178" y="connsiteY32178"/>
              </a:cxn>
              <a:cxn ang="0">
                <a:pos x="connsiteX32179" y="connsiteY32179"/>
              </a:cxn>
              <a:cxn ang="0">
                <a:pos x="connsiteX32180" y="connsiteY32180"/>
              </a:cxn>
              <a:cxn ang="0">
                <a:pos x="connsiteX32181" y="connsiteY32181"/>
              </a:cxn>
              <a:cxn ang="0">
                <a:pos x="connsiteX32182" y="connsiteY32182"/>
              </a:cxn>
              <a:cxn ang="0">
                <a:pos x="connsiteX32183" y="connsiteY32183"/>
              </a:cxn>
              <a:cxn ang="0">
                <a:pos x="connsiteX32184" y="connsiteY32184"/>
              </a:cxn>
              <a:cxn ang="0">
                <a:pos x="connsiteX32185" y="connsiteY32185"/>
              </a:cxn>
              <a:cxn ang="0">
                <a:pos x="connsiteX32186" y="connsiteY32186"/>
              </a:cxn>
              <a:cxn ang="0">
                <a:pos x="connsiteX32187" y="connsiteY32187"/>
              </a:cxn>
              <a:cxn ang="0">
                <a:pos x="connsiteX32188" y="connsiteY32188"/>
              </a:cxn>
              <a:cxn ang="0">
                <a:pos x="connsiteX32189" y="connsiteY32189"/>
              </a:cxn>
              <a:cxn ang="0">
                <a:pos x="connsiteX32190" y="connsiteY32190"/>
              </a:cxn>
              <a:cxn ang="0">
                <a:pos x="connsiteX32191" y="connsiteY32191"/>
              </a:cxn>
              <a:cxn ang="0">
                <a:pos x="connsiteX32192" y="connsiteY32192"/>
              </a:cxn>
              <a:cxn ang="0">
                <a:pos x="connsiteX32193" y="connsiteY32193"/>
              </a:cxn>
              <a:cxn ang="0">
                <a:pos x="connsiteX32194" y="connsiteY32194"/>
              </a:cxn>
              <a:cxn ang="0">
                <a:pos x="connsiteX32195" y="connsiteY32195"/>
              </a:cxn>
              <a:cxn ang="0">
                <a:pos x="connsiteX32196" y="connsiteY32196"/>
              </a:cxn>
              <a:cxn ang="0">
                <a:pos x="connsiteX32197" y="connsiteY32197"/>
              </a:cxn>
              <a:cxn ang="0">
                <a:pos x="connsiteX32198" y="connsiteY32198"/>
              </a:cxn>
              <a:cxn ang="0">
                <a:pos x="connsiteX32199" y="connsiteY32199"/>
              </a:cxn>
              <a:cxn ang="0">
                <a:pos x="connsiteX32200" y="connsiteY32200"/>
              </a:cxn>
              <a:cxn ang="0">
                <a:pos x="connsiteX32201" y="connsiteY32201"/>
              </a:cxn>
              <a:cxn ang="0">
                <a:pos x="connsiteX32202" y="connsiteY32202"/>
              </a:cxn>
              <a:cxn ang="0">
                <a:pos x="connsiteX32203" y="connsiteY32203"/>
              </a:cxn>
              <a:cxn ang="0">
                <a:pos x="connsiteX32204" y="connsiteY32204"/>
              </a:cxn>
              <a:cxn ang="0">
                <a:pos x="connsiteX32205" y="connsiteY32205"/>
              </a:cxn>
              <a:cxn ang="0">
                <a:pos x="connsiteX32206" y="connsiteY32206"/>
              </a:cxn>
              <a:cxn ang="0">
                <a:pos x="connsiteX32207" y="connsiteY32207"/>
              </a:cxn>
              <a:cxn ang="0">
                <a:pos x="connsiteX32208" y="connsiteY32208"/>
              </a:cxn>
              <a:cxn ang="0">
                <a:pos x="connsiteX32209" y="connsiteY32209"/>
              </a:cxn>
              <a:cxn ang="0">
                <a:pos x="connsiteX32210" y="connsiteY32210"/>
              </a:cxn>
              <a:cxn ang="0">
                <a:pos x="connsiteX32211" y="connsiteY32211"/>
              </a:cxn>
              <a:cxn ang="0">
                <a:pos x="connsiteX32212" y="connsiteY32212"/>
              </a:cxn>
              <a:cxn ang="0">
                <a:pos x="connsiteX32213" y="connsiteY32213"/>
              </a:cxn>
              <a:cxn ang="0">
                <a:pos x="connsiteX32214" y="connsiteY32214"/>
              </a:cxn>
              <a:cxn ang="0">
                <a:pos x="connsiteX32215" y="connsiteY32215"/>
              </a:cxn>
              <a:cxn ang="0">
                <a:pos x="connsiteX32216" y="connsiteY32216"/>
              </a:cxn>
              <a:cxn ang="0">
                <a:pos x="connsiteX32217" y="connsiteY32217"/>
              </a:cxn>
              <a:cxn ang="0">
                <a:pos x="connsiteX32218" y="connsiteY32218"/>
              </a:cxn>
              <a:cxn ang="0">
                <a:pos x="connsiteX32219" y="connsiteY32219"/>
              </a:cxn>
              <a:cxn ang="0">
                <a:pos x="connsiteX32220" y="connsiteY32220"/>
              </a:cxn>
              <a:cxn ang="0">
                <a:pos x="connsiteX32221" y="connsiteY32221"/>
              </a:cxn>
              <a:cxn ang="0">
                <a:pos x="connsiteX32222" y="connsiteY32222"/>
              </a:cxn>
              <a:cxn ang="0">
                <a:pos x="connsiteX32223" y="connsiteY32223"/>
              </a:cxn>
              <a:cxn ang="0">
                <a:pos x="connsiteX32224" y="connsiteY32224"/>
              </a:cxn>
              <a:cxn ang="0">
                <a:pos x="connsiteX32225" y="connsiteY32225"/>
              </a:cxn>
              <a:cxn ang="0">
                <a:pos x="connsiteX32226" y="connsiteY32226"/>
              </a:cxn>
              <a:cxn ang="0">
                <a:pos x="connsiteX32227" y="connsiteY32227"/>
              </a:cxn>
              <a:cxn ang="0">
                <a:pos x="connsiteX32228" y="connsiteY32228"/>
              </a:cxn>
              <a:cxn ang="0">
                <a:pos x="connsiteX32229" y="connsiteY32229"/>
              </a:cxn>
              <a:cxn ang="0">
                <a:pos x="connsiteX32230" y="connsiteY32230"/>
              </a:cxn>
              <a:cxn ang="0">
                <a:pos x="connsiteX32231" y="connsiteY32231"/>
              </a:cxn>
              <a:cxn ang="0">
                <a:pos x="connsiteX32232" y="connsiteY32232"/>
              </a:cxn>
              <a:cxn ang="0">
                <a:pos x="connsiteX32233" y="connsiteY32233"/>
              </a:cxn>
              <a:cxn ang="0">
                <a:pos x="connsiteX32234" y="connsiteY32234"/>
              </a:cxn>
              <a:cxn ang="0">
                <a:pos x="connsiteX32235" y="connsiteY32235"/>
              </a:cxn>
              <a:cxn ang="0">
                <a:pos x="connsiteX32236" y="connsiteY32236"/>
              </a:cxn>
              <a:cxn ang="0">
                <a:pos x="connsiteX32237" y="connsiteY32237"/>
              </a:cxn>
              <a:cxn ang="0">
                <a:pos x="connsiteX32238" y="connsiteY32238"/>
              </a:cxn>
              <a:cxn ang="0">
                <a:pos x="connsiteX32239" y="connsiteY32239"/>
              </a:cxn>
              <a:cxn ang="0">
                <a:pos x="connsiteX32240" y="connsiteY32240"/>
              </a:cxn>
              <a:cxn ang="0">
                <a:pos x="connsiteX32241" y="connsiteY32241"/>
              </a:cxn>
              <a:cxn ang="0">
                <a:pos x="connsiteX32242" y="connsiteY32242"/>
              </a:cxn>
              <a:cxn ang="0">
                <a:pos x="connsiteX32243" y="connsiteY32243"/>
              </a:cxn>
              <a:cxn ang="0">
                <a:pos x="connsiteX32244" y="connsiteY32244"/>
              </a:cxn>
              <a:cxn ang="0">
                <a:pos x="connsiteX32245" y="connsiteY32245"/>
              </a:cxn>
              <a:cxn ang="0">
                <a:pos x="connsiteX32246" y="connsiteY32246"/>
              </a:cxn>
              <a:cxn ang="0">
                <a:pos x="connsiteX32247" y="connsiteY32247"/>
              </a:cxn>
              <a:cxn ang="0">
                <a:pos x="connsiteX32248" y="connsiteY32248"/>
              </a:cxn>
              <a:cxn ang="0">
                <a:pos x="connsiteX32249" y="connsiteY32249"/>
              </a:cxn>
              <a:cxn ang="0">
                <a:pos x="connsiteX32250" y="connsiteY32250"/>
              </a:cxn>
              <a:cxn ang="0">
                <a:pos x="connsiteX32251" y="connsiteY32251"/>
              </a:cxn>
              <a:cxn ang="0">
                <a:pos x="connsiteX32252" y="connsiteY32252"/>
              </a:cxn>
              <a:cxn ang="0">
                <a:pos x="connsiteX32253" y="connsiteY32253"/>
              </a:cxn>
              <a:cxn ang="0">
                <a:pos x="connsiteX32254" y="connsiteY32254"/>
              </a:cxn>
              <a:cxn ang="0">
                <a:pos x="connsiteX32255" y="connsiteY32255"/>
              </a:cxn>
              <a:cxn ang="0">
                <a:pos x="connsiteX32256" y="connsiteY32256"/>
              </a:cxn>
              <a:cxn ang="0">
                <a:pos x="connsiteX32257" y="connsiteY32257"/>
              </a:cxn>
              <a:cxn ang="0">
                <a:pos x="connsiteX32258" y="connsiteY32258"/>
              </a:cxn>
              <a:cxn ang="0">
                <a:pos x="connsiteX32259" y="connsiteY32259"/>
              </a:cxn>
              <a:cxn ang="0">
                <a:pos x="connsiteX32260" y="connsiteY32260"/>
              </a:cxn>
              <a:cxn ang="0">
                <a:pos x="connsiteX32261" y="connsiteY32261"/>
              </a:cxn>
              <a:cxn ang="0">
                <a:pos x="connsiteX32262" y="connsiteY32262"/>
              </a:cxn>
              <a:cxn ang="0">
                <a:pos x="connsiteX32263" y="connsiteY32263"/>
              </a:cxn>
              <a:cxn ang="0">
                <a:pos x="connsiteX32264" y="connsiteY32264"/>
              </a:cxn>
              <a:cxn ang="0">
                <a:pos x="connsiteX32265" y="connsiteY32265"/>
              </a:cxn>
              <a:cxn ang="0">
                <a:pos x="connsiteX32266" y="connsiteY32266"/>
              </a:cxn>
              <a:cxn ang="0">
                <a:pos x="connsiteX32267" y="connsiteY32267"/>
              </a:cxn>
              <a:cxn ang="0">
                <a:pos x="connsiteX32268" y="connsiteY32268"/>
              </a:cxn>
              <a:cxn ang="0">
                <a:pos x="connsiteX32269" y="connsiteY32269"/>
              </a:cxn>
              <a:cxn ang="0">
                <a:pos x="connsiteX32270" y="connsiteY32270"/>
              </a:cxn>
              <a:cxn ang="0">
                <a:pos x="connsiteX32271" y="connsiteY32271"/>
              </a:cxn>
              <a:cxn ang="0">
                <a:pos x="connsiteX32272" y="connsiteY32272"/>
              </a:cxn>
              <a:cxn ang="0">
                <a:pos x="connsiteX32273" y="connsiteY32273"/>
              </a:cxn>
              <a:cxn ang="0">
                <a:pos x="connsiteX32274" y="connsiteY32274"/>
              </a:cxn>
              <a:cxn ang="0">
                <a:pos x="connsiteX32275" y="connsiteY32275"/>
              </a:cxn>
              <a:cxn ang="0">
                <a:pos x="connsiteX32276" y="connsiteY32276"/>
              </a:cxn>
              <a:cxn ang="0">
                <a:pos x="connsiteX32277" y="connsiteY32277"/>
              </a:cxn>
              <a:cxn ang="0">
                <a:pos x="connsiteX32278" y="connsiteY32278"/>
              </a:cxn>
              <a:cxn ang="0">
                <a:pos x="connsiteX32279" y="connsiteY32279"/>
              </a:cxn>
              <a:cxn ang="0">
                <a:pos x="connsiteX32280" y="connsiteY32280"/>
              </a:cxn>
              <a:cxn ang="0">
                <a:pos x="connsiteX32281" y="connsiteY32281"/>
              </a:cxn>
              <a:cxn ang="0">
                <a:pos x="connsiteX32282" y="connsiteY32282"/>
              </a:cxn>
              <a:cxn ang="0">
                <a:pos x="connsiteX32283" y="connsiteY32283"/>
              </a:cxn>
              <a:cxn ang="0">
                <a:pos x="connsiteX32284" y="connsiteY32284"/>
              </a:cxn>
              <a:cxn ang="0">
                <a:pos x="connsiteX32285" y="connsiteY32285"/>
              </a:cxn>
              <a:cxn ang="0">
                <a:pos x="connsiteX32286" y="connsiteY32286"/>
              </a:cxn>
              <a:cxn ang="0">
                <a:pos x="connsiteX32287" y="connsiteY32287"/>
              </a:cxn>
              <a:cxn ang="0">
                <a:pos x="connsiteX32288" y="connsiteY32288"/>
              </a:cxn>
              <a:cxn ang="0">
                <a:pos x="connsiteX32289" y="connsiteY32289"/>
              </a:cxn>
              <a:cxn ang="0">
                <a:pos x="connsiteX32290" y="connsiteY32290"/>
              </a:cxn>
              <a:cxn ang="0">
                <a:pos x="connsiteX32291" y="connsiteY32291"/>
              </a:cxn>
              <a:cxn ang="0">
                <a:pos x="connsiteX32292" y="connsiteY32292"/>
              </a:cxn>
              <a:cxn ang="0">
                <a:pos x="connsiteX32293" y="connsiteY32293"/>
              </a:cxn>
              <a:cxn ang="0">
                <a:pos x="connsiteX32294" y="connsiteY32294"/>
              </a:cxn>
              <a:cxn ang="0">
                <a:pos x="connsiteX32295" y="connsiteY32295"/>
              </a:cxn>
              <a:cxn ang="0">
                <a:pos x="connsiteX32296" y="connsiteY32296"/>
              </a:cxn>
              <a:cxn ang="0">
                <a:pos x="connsiteX32297" y="connsiteY32297"/>
              </a:cxn>
              <a:cxn ang="0">
                <a:pos x="connsiteX32298" y="connsiteY32298"/>
              </a:cxn>
              <a:cxn ang="0">
                <a:pos x="connsiteX32299" y="connsiteY32299"/>
              </a:cxn>
              <a:cxn ang="0">
                <a:pos x="connsiteX32300" y="connsiteY32300"/>
              </a:cxn>
              <a:cxn ang="0">
                <a:pos x="connsiteX32301" y="connsiteY32301"/>
              </a:cxn>
              <a:cxn ang="0">
                <a:pos x="connsiteX32302" y="connsiteY32302"/>
              </a:cxn>
              <a:cxn ang="0">
                <a:pos x="connsiteX32303" y="connsiteY32303"/>
              </a:cxn>
              <a:cxn ang="0">
                <a:pos x="connsiteX32304" y="connsiteY32304"/>
              </a:cxn>
              <a:cxn ang="0">
                <a:pos x="connsiteX32305" y="connsiteY32305"/>
              </a:cxn>
              <a:cxn ang="0">
                <a:pos x="connsiteX32306" y="connsiteY32306"/>
              </a:cxn>
              <a:cxn ang="0">
                <a:pos x="connsiteX32307" y="connsiteY32307"/>
              </a:cxn>
              <a:cxn ang="0">
                <a:pos x="connsiteX32308" y="connsiteY32308"/>
              </a:cxn>
              <a:cxn ang="0">
                <a:pos x="connsiteX32309" y="connsiteY32309"/>
              </a:cxn>
              <a:cxn ang="0">
                <a:pos x="connsiteX32310" y="connsiteY32310"/>
              </a:cxn>
              <a:cxn ang="0">
                <a:pos x="connsiteX32311" y="connsiteY32311"/>
              </a:cxn>
              <a:cxn ang="0">
                <a:pos x="connsiteX32312" y="connsiteY32312"/>
              </a:cxn>
              <a:cxn ang="0">
                <a:pos x="connsiteX32313" y="connsiteY32313"/>
              </a:cxn>
              <a:cxn ang="0">
                <a:pos x="connsiteX32314" y="connsiteY32314"/>
              </a:cxn>
              <a:cxn ang="0">
                <a:pos x="connsiteX32315" y="connsiteY32315"/>
              </a:cxn>
              <a:cxn ang="0">
                <a:pos x="connsiteX32316" y="connsiteY32316"/>
              </a:cxn>
              <a:cxn ang="0">
                <a:pos x="connsiteX32317" y="connsiteY32317"/>
              </a:cxn>
              <a:cxn ang="0">
                <a:pos x="connsiteX32318" y="connsiteY32318"/>
              </a:cxn>
              <a:cxn ang="0">
                <a:pos x="connsiteX32319" y="connsiteY32319"/>
              </a:cxn>
              <a:cxn ang="0">
                <a:pos x="connsiteX32320" y="connsiteY32320"/>
              </a:cxn>
              <a:cxn ang="0">
                <a:pos x="connsiteX32321" y="connsiteY32321"/>
              </a:cxn>
              <a:cxn ang="0">
                <a:pos x="connsiteX32322" y="connsiteY32322"/>
              </a:cxn>
              <a:cxn ang="0">
                <a:pos x="connsiteX32323" y="connsiteY32323"/>
              </a:cxn>
              <a:cxn ang="0">
                <a:pos x="connsiteX32324" y="connsiteY32324"/>
              </a:cxn>
              <a:cxn ang="0">
                <a:pos x="connsiteX32325" y="connsiteY32325"/>
              </a:cxn>
              <a:cxn ang="0">
                <a:pos x="connsiteX32326" y="connsiteY32326"/>
              </a:cxn>
              <a:cxn ang="0">
                <a:pos x="connsiteX32327" y="connsiteY32327"/>
              </a:cxn>
              <a:cxn ang="0">
                <a:pos x="connsiteX32328" y="connsiteY32328"/>
              </a:cxn>
              <a:cxn ang="0">
                <a:pos x="connsiteX32329" y="connsiteY32329"/>
              </a:cxn>
              <a:cxn ang="0">
                <a:pos x="connsiteX32330" y="connsiteY32330"/>
              </a:cxn>
              <a:cxn ang="0">
                <a:pos x="connsiteX32331" y="connsiteY32331"/>
              </a:cxn>
              <a:cxn ang="0">
                <a:pos x="connsiteX32332" y="connsiteY32332"/>
              </a:cxn>
              <a:cxn ang="0">
                <a:pos x="connsiteX32333" y="connsiteY32333"/>
              </a:cxn>
              <a:cxn ang="0">
                <a:pos x="connsiteX32334" y="connsiteY32334"/>
              </a:cxn>
              <a:cxn ang="0">
                <a:pos x="connsiteX32335" y="connsiteY32335"/>
              </a:cxn>
              <a:cxn ang="0">
                <a:pos x="connsiteX32336" y="connsiteY32336"/>
              </a:cxn>
              <a:cxn ang="0">
                <a:pos x="connsiteX32337" y="connsiteY32337"/>
              </a:cxn>
              <a:cxn ang="0">
                <a:pos x="connsiteX32338" y="connsiteY32338"/>
              </a:cxn>
              <a:cxn ang="0">
                <a:pos x="connsiteX32339" y="connsiteY32339"/>
              </a:cxn>
              <a:cxn ang="0">
                <a:pos x="connsiteX32340" y="connsiteY32340"/>
              </a:cxn>
              <a:cxn ang="0">
                <a:pos x="connsiteX32341" y="connsiteY32341"/>
              </a:cxn>
              <a:cxn ang="0">
                <a:pos x="connsiteX32342" y="connsiteY32342"/>
              </a:cxn>
              <a:cxn ang="0">
                <a:pos x="connsiteX32343" y="connsiteY32343"/>
              </a:cxn>
              <a:cxn ang="0">
                <a:pos x="connsiteX32344" y="connsiteY32344"/>
              </a:cxn>
              <a:cxn ang="0">
                <a:pos x="connsiteX32345" y="connsiteY32345"/>
              </a:cxn>
              <a:cxn ang="0">
                <a:pos x="connsiteX32346" y="connsiteY32346"/>
              </a:cxn>
              <a:cxn ang="0">
                <a:pos x="connsiteX32347" y="connsiteY32347"/>
              </a:cxn>
              <a:cxn ang="0">
                <a:pos x="connsiteX32348" y="connsiteY32348"/>
              </a:cxn>
              <a:cxn ang="0">
                <a:pos x="connsiteX32349" y="connsiteY32349"/>
              </a:cxn>
              <a:cxn ang="0">
                <a:pos x="connsiteX32350" y="connsiteY32350"/>
              </a:cxn>
              <a:cxn ang="0">
                <a:pos x="connsiteX32351" y="connsiteY32351"/>
              </a:cxn>
              <a:cxn ang="0">
                <a:pos x="connsiteX32352" y="connsiteY32352"/>
              </a:cxn>
              <a:cxn ang="0">
                <a:pos x="connsiteX32353" y="connsiteY32353"/>
              </a:cxn>
              <a:cxn ang="0">
                <a:pos x="connsiteX32354" y="connsiteY32354"/>
              </a:cxn>
              <a:cxn ang="0">
                <a:pos x="connsiteX32355" y="connsiteY32355"/>
              </a:cxn>
              <a:cxn ang="0">
                <a:pos x="connsiteX32356" y="connsiteY32356"/>
              </a:cxn>
              <a:cxn ang="0">
                <a:pos x="connsiteX32357" y="connsiteY32357"/>
              </a:cxn>
              <a:cxn ang="0">
                <a:pos x="connsiteX32358" y="connsiteY32358"/>
              </a:cxn>
              <a:cxn ang="0">
                <a:pos x="connsiteX32359" y="connsiteY32359"/>
              </a:cxn>
              <a:cxn ang="0">
                <a:pos x="connsiteX32360" y="connsiteY32360"/>
              </a:cxn>
              <a:cxn ang="0">
                <a:pos x="connsiteX32361" y="connsiteY32361"/>
              </a:cxn>
              <a:cxn ang="0">
                <a:pos x="connsiteX32362" y="connsiteY32362"/>
              </a:cxn>
              <a:cxn ang="0">
                <a:pos x="connsiteX32363" y="connsiteY32363"/>
              </a:cxn>
              <a:cxn ang="0">
                <a:pos x="connsiteX32364" y="connsiteY32364"/>
              </a:cxn>
              <a:cxn ang="0">
                <a:pos x="connsiteX32365" y="connsiteY32365"/>
              </a:cxn>
              <a:cxn ang="0">
                <a:pos x="connsiteX32366" y="connsiteY32366"/>
              </a:cxn>
              <a:cxn ang="0">
                <a:pos x="connsiteX32367" y="connsiteY32367"/>
              </a:cxn>
              <a:cxn ang="0">
                <a:pos x="connsiteX32368" y="connsiteY32368"/>
              </a:cxn>
              <a:cxn ang="0">
                <a:pos x="connsiteX32369" y="connsiteY32369"/>
              </a:cxn>
              <a:cxn ang="0">
                <a:pos x="connsiteX32370" y="connsiteY32370"/>
              </a:cxn>
              <a:cxn ang="0">
                <a:pos x="connsiteX32371" y="connsiteY32371"/>
              </a:cxn>
              <a:cxn ang="0">
                <a:pos x="connsiteX32372" y="connsiteY32372"/>
              </a:cxn>
              <a:cxn ang="0">
                <a:pos x="connsiteX32373" y="connsiteY32373"/>
              </a:cxn>
              <a:cxn ang="0">
                <a:pos x="connsiteX32374" y="connsiteY32374"/>
              </a:cxn>
              <a:cxn ang="0">
                <a:pos x="connsiteX32375" y="connsiteY32375"/>
              </a:cxn>
              <a:cxn ang="0">
                <a:pos x="connsiteX32376" y="connsiteY32376"/>
              </a:cxn>
              <a:cxn ang="0">
                <a:pos x="connsiteX32377" y="connsiteY32377"/>
              </a:cxn>
              <a:cxn ang="0">
                <a:pos x="connsiteX32378" y="connsiteY32378"/>
              </a:cxn>
              <a:cxn ang="0">
                <a:pos x="connsiteX32379" y="connsiteY32379"/>
              </a:cxn>
              <a:cxn ang="0">
                <a:pos x="connsiteX32380" y="connsiteY32380"/>
              </a:cxn>
              <a:cxn ang="0">
                <a:pos x="connsiteX32381" y="connsiteY32381"/>
              </a:cxn>
              <a:cxn ang="0">
                <a:pos x="connsiteX32382" y="connsiteY32382"/>
              </a:cxn>
              <a:cxn ang="0">
                <a:pos x="connsiteX32383" y="connsiteY32383"/>
              </a:cxn>
              <a:cxn ang="0">
                <a:pos x="connsiteX32384" y="connsiteY32384"/>
              </a:cxn>
              <a:cxn ang="0">
                <a:pos x="connsiteX32385" y="connsiteY32385"/>
              </a:cxn>
              <a:cxn ang="0">
                <a:pos x="connsiteX32386" y="connsiteY32386"/>
              </a:cxn>
              <a:cxn ang="0">
                <a:pos x="connsiteX32387" y="connsiteY32387"/>
              </a:cxn>
              <a:cxn ang="0">
                <a:pos x="connsiteX32388" y="connsiteY32388"/>
              </a:cxn>
              <a:cxn ang="0">
                <a:pos x="connsiteX32389" y="connsiteY32389"/>
              </a:cxn>
              <a:cxn ang="0">
                <a:pos x="connsiteX32390" y="connsiteY32390"/>
              </a:cxn>
              <a:cxn ang="0">
                <a:pos x="connsiteX32391" y="connsiteY32391"/>
              </a:cxn>
              <a:cxn ang="0">
                <a:pos x="connsiteX32392" y="connsiteY32392"/>
              </a:cxn>
              <a:cxn ang="0">
                <a:pos x="connsiteX32393" y="connsiteY32393"/>
              </a:cxn>
              <a:cxn ang="0">
                <a:pos x="connsiteX32394" y="connsiteY32394"/>
              </a:cxn>
              <a:cxn ang="0">
                <a:pos x="connsiteX32395" y="connsiteY32395"/>
              </a:cxn>
              <a:cxn ang="0">
                <a:pos x="connsiteX32396" y="connsiteY32396"/>
              </a:cxn>
              <a:cxn ang="0">
                <a:pos x="connsiteX32397" y="connsiteY32397"/>
              </a:cxn>
              <a:cxn ang="0">
                <a:pos x="connsiteX32398" y="connsiteY32398"/>
              </a:cxn>
              <a:cxn ang="0">
                <a:pos x="connsiteX32399" y="connsiteY32399"/>
              </a:cxn>
              <a:cxn ang="0">
                <a:pos x="connsiteX32400" y="connsiteY32400"/>
              </a:cxn>
              <a:cxn ang="0">
                <a:pos x="connsiteX32401" y="connsiteY32401"/>
              </a:cxn>
              <a:cxn ang="0">
                <a:pos x="connsiteX32402" y="connsiteY32402"/>
              </a:cxn>
              <a:cxn ang="0">
                <a:pos x="connsiteX32403" y="connsiteY32403"/>
              </a:cxn>
              <a:cxn ang="0">
                <a:pos x="connsiteX32404" y="connsiteY32404"/>
              </a:cxn>
              <a:cxn ang="0">
                <a:pos x="connsiteX32405" y="connsiteY32405"/>
              </a:cxn>
              <a:cxn ang="0">
                <a:pos x="connsiteX32406" y="connsiteY32406"/>
              </a:cxn>
              <a:cxn ang="0">
                <a:pos x="connsiteX32407" y="connsiteY32407"/>
              </a:cxn>
              <a:cxn ang="0">
                <a:pos x="connsiteX32408" y="connsiteY32408"/>
              </a:cxn>
              <a:cxn ang="0">
                <a:pos x="connsiteX32409" y="connsiteY32409"/>
              </a:cxn>
              <a:cxn ang="0">
                <a:pos x="connsiteX32410" y="connsiteY32410"/>
              </a:cxn>
              <a:cxn ang="0">
                <a:pos x="connsiteX32411" y="connsiteY32411"/>
              </a:cxn>
              <a:cxn ang="0">
                <a:pos x="connsiteX32412" y="connsiteY32412"/>
              </a:cxn>
              <a:cxn ang="0">
                <a:pos x="connsiteX32413" y="connsiteY32413"/>
              </a:cxn>
              <a:cxn ang="0">
                <a:pos x="connsiteX32414" y="connsiteY32414"/>
              </a:cxn>
              <a:cxn ang="0">
                <a:pos x="connsiteX32415" y="connsiteY32415"/>
              </a:cxn>
              <a:cxn ang="0">
                <a:pos x="connsiteX32416" y="connsiteY32416"/>
              </a:cxn>
              <a:cxn ang="0">
                <a:pos x="connsiteX32417" y="connsiteY32417"/>
              </a:cxn>
              <a:cxn ang="0">
                <a:pos x="connsiteX32418" y="connsiteY32418"/>
              </a:cxn>
              <a:cxn ang="0">
                <a:pos x="connsiteX32419" y="connsiteY32419"/>
              </a:cxn>
              <a:cxn ang="0">
                <a:pos x="connsiteX32420" y="connsiteY32420"/>
              </a:cxn>
              <a:cxn ang="0">
                <a:pos x="connsiteX32421" y="connsiteY32421"/>
              </a:cxn>
              <a:cxn ang="0">
                <a:pos x="connsiteX32422" y="connsiteY32422"/>
              </a:cxn>
              <a:cxn ang="0">
                <a:pos x="connsiteX32423" y="connsiteY32423"/>
              </a:cxn>
              <a:cxn ang="0">
                <a:pos x="connsiteX32424" y="connsiteY32424"/>
              </a:cxn>
              <a:cxn ang="0">
                <a:pos x="connsiteX32425" y="connsiteY32425"/>
              </a:cxn>
              <a:cxn ang="0">
                <a:pos x="connsiteX32426" y="connsiteY32426"/>
              </a:cxn>
              <a:cxn ang="0">
                <a:pos x="connsiteX32427" y="connsiteY32427"/>
              </a:cxn>
              <a:cxn ang="0">
                <a:pos x="connsiteX32428" y="connsiteY32428"/>
              </a:cxn>
              <a:cxn ang="0">
                <a:pos x="connsiteX32429" y="connsiteY32429"/>
              </a:cxn>
              <a:cxn ang="0">
                <a:pos x="connsiteX32430" y="connsiteY32430"/>
              </a:cxn>
              <a:cxn ang="0">
                <a:pos x="connsiteX32431" y="connsiteY32431"/>
              </a:cxn>
              <a:cxn ang="0">
                <a:pos x="connsiteX32432" y="connsiteY32432"/>
              </a:cxn>
              <a:cxn ang="0">
                <a:pos x="connsiteX32433" y="connsiteY32433"/>
              </a:cxn>
              <a:cxn ang="0">
                <a:pos x="connsiteX32434" y="connsiteY32434"/>
              </a:cxn>
              <a:cxn ang="0">
                <a:pos x="connsiteX32435" y="connsiteY32435"/>
              </a:cxn>
              <a:cxn ang="0">
                <a:pos x="connsiteX32436" y="connsiteY32436"/>
              </a:cxn>
              <a:cxn ang="0">
                <a:pos x="connsiteX32437" y="connsiteY32437"/>
              </a:cxn>
              <a:cxn ang="0">
                <a:pos x="connsiteX32438" y="connsiteY32438"/>
              </a:cxn>
              <a:cxn ang="0">
                <a:pos x="connsiteX32439" y="connsiteY32439"/>
              </a:cxn>
              <a:cxn ang="0">
                <a:pos x="connsiteX32440" y="connsiteY32440"/>
              </a:cxn>
              <a:cxn ang="0">
                <a:pos x="connsiteX32441" y="connsiteY32441"/>
              </a:cxn>
              <a:cxn ang="0">
                <a:pos x="connsiteX32442" y="connsiteY32442"/>
              </a:cxn>
              <a:cxn ang="0">
                <a:pos x="connsiteX32443" y="connsiteY32443"/>
              </a:cxn>
              <a:cxn ang="0">
                <a:pos x="connsiteX32444" y="connsiteY32444"/>
              </a:cxn>
              <a:cxn ang="0">
                <a:pos x="connsiteX32445" y="connsiteY32445"/>
              </a:cxn>
              <a:cxn ang="0">
                <a:pos x="connsiteX32446" y="connsiteY32446"/>
              </a:cxn>
              <a:cxn ang="0">
                <a:pos x="connsiteX32447" y="connsiteY32447"/>
              </a:cxn>
              <a:cxn ang="0">
                <a:pos x="connsiteX32448" y="connsiteY32448"/>
              </a:cxn>
              <a:cxn ang="0">
                <a:pos x="connsiteX32449" y="connsiteY32449"/>
              </a:cxn>
              <a:cxn ang="0">
                <a:pos x="connsiteX32450" y="connsiteY32450"/>
              </a:cxn>
              <a:cxn ang="0">
                <a:pos x="connsiteX32451" y="connsiteY32451"/>
              </a:cxn>
              <a:cxn ang="0">
                <a:pos x="connsiteX32452" y="connsiteY32452"/>
              </a:cxn>
              <a:cxn ang="0">
                <a:pos x="connsiteX32453" y="connsiteY32453"/>
              </a:cxn>
              <a:cxn ang="0">
                <a:pos x="connsiteX32454" y="connsiteY32454"/>
              </a:cxn>
              <a:cxn ang="0">
                <a:pos x="connsiteX32455" y="connsiteY32455"/>
              </a:cxn>
              <a:cxn ang="0">
                <a:pos x="connsiteX32456" y="connsiteY32456"/>
              </a:cxn>
              <a:cxn ang="0">
                <a:pos x="connsiteX32457" y="connsiteY32457"/>
              </a:cxn>
              <a:cxn ang="0">
                <a:pos x="connsiteX32458" y="connsiteY32458"/>
              </a:cxn>
              <a:cxn ang="0">
                <a:pos x="connsiteX32459" y="connsiteY32459"/>
              </a:cxn>
              <a:cxn ang="0">
                <a:pos x="connsiteX32460" y="connsiteY32460"/>
              </a:cxn>
              <a:cxn ang="0">
                <a:pos x="connsiteX32461" y="connsiteY32461"/>
              </a:cxn>
              <a:cxn ang="0">
                <a:pos x="connsiteX32462" y="connsiteY32462"/>
              </a:cxn>
              <a:cxn ang="0">
                <a:pos x="connsiteX32463" y="connsiteY32463"/>
              </a:cxn>
              <a:cxn ang="0">
                <a:pos x="connsiteX32464" y="connsiteY32464"/>
              </a:cxn>
              <a:cxn ang="0">
                <a:pos x="connsiteX32465" y="connsiteY32465"/>
              </a:cxn>
              <a:cxn ang="0">
                <a:pos x="connsiteX32466" y="connsiteY32466"/>
              </a:cxn>
              <a:cxn ang="0">
                <a:pos x="connsiteX32467" y="connsiteY32467"/>
              </a:cxn>
              <a:cxn ang="0">
                <a:pos x="connsiteX32468" y="connsiteY32468"/>
              </a:cxn>
              <a:cxn ang="0">
                <a:pos x="connsiteX32469" y="connsiteY32469"/>
              </a:cxn>
              <a:cxn ang="0">
                <a:pos x="connsiteX32470" y="connsiteY32470"/>
              </a:cxn>
              <a:cxn ang="0">
                <a:pos x="connsiteX32471" y="connsiteY32471"/>
              </a:cxn>
              <a:cxn ang="0">
                <a:pos x="connsiteX32472" y="connsiteY32472"/>
              </a:cxn>
              <a:cxn ang="0">
                <a:pos x="connsiteX32473" y="connsiteY32473"/>
              </a:cxn>
              <a:cxn ang="0">
                <a:pos x="connsiteX32474" y="connsiteY32474"/>
              </a:cxn>
              <a:cxn ang="0">
                <a:pos x="connsiteX32475" y="connsiteY32475"/>
              </a:cxn>
              <a:cxn ang="0">
                <a:pos x="connsiteX32476" y="connsiteY32476"/>
              </a:cxn>
              <a:cxn ang="0">
                <a:pos x="connsiteX32477" y="connsiteY32477"/>
              </a:cxn>
              <a:cxn ang="0">
                <a:pos x="connsiteX32478" y="connsiteY32478"/>
              </a:cxn>
              <a:cxn ang="0">
                <a:pos x="connsiteX32479" y="connsiteY32479"/>
              </a:cxn>
              <a:cxn ang="0">
                <a:pos x="connsiteX32480" y="connsiteY32480"/>
              </a:cxn>
              <a:cxn ang="0">
                <a:pos x="connsiteX32481" y="connsiteY32481"/>
              </a:cxn>
              <a:cxn ang="0">
                <a:pos x="connsiteX32482" y="connsiteY32482"/>
              </a:cxn>
              <a:cxn ang="0">
                <a:pos x="connsiteX32483" y="connsiteY32483"/>
              </a:cxn>
              <a:cxn ang="0">
                <a:pos x="connsiteX32484" y="connsiteY32484"/>
              </a:cxn>
              <a:cxn ang="0">
                <a:pos x="connsiteX32485" y="connsiteY32485"/>
              </a:cxn>
              <a:cxn ang="0">
                <a:pos x="connsiteX32486" y="connsiteY32486"/>
              </a:cxn>
              <a:cxn ang="0">
                <a:pos x="connsiteX32487" y="connsiteY32487"/>
              </a:cxn>
              <a:cxn ang="0">
                <a:pos x="connsiteX32488" y="connsiteY32488"/>
              </a:cxn>
              <a:cxn ang="0">
                <a:pos x="connsiteX32489" y="connsiteY32489"/>
              </a:cxn>
              <a:cxn ang="0">
                <a:pos x="connsiteX32490" y="connsiteY32490"/>
              </a:cxn>
              <a:cxn ang="0">
                <a:pos x="connsiteX32491" y="connsiteY32491"/>
              </a:cxn>
              <a:cxn ang="0">
                <a:pos x="connsiteX32492" y="connsiteY32492"/>
              </a:cxn>
              <a:cxn ang="0">
                <a:pos x="connsiteX32493" y="connsiteY32493"/>
              </a:cxn>
              <a:cxn ang="0">
                <a:pos x="connsiteX32494" y="connsiteY32494"/>
              </a:cxn>
              <a:cxn ang="0">
                <a:pos x="connsiteX32495" y="connsiteY32495"/>
              </a:cxn>
              <a:cxn ang="0">
                <a:pos x="connsiteX32496" y="connsiteY32496"/>
              </a:cxn>
              <a:cxn ang="0">
                <a:pos x="connsiteX32497" y="connsiteY32497"/>
              </a:cxn>
              <a:cxn ang="0">
                <a:pos x="connsiteX32498" y="connsiteY32498"/>
              </a:cxn>
              <a:cxn ang="0">
                <a:pos x="connsiteX32499" y="connsiteY32499"/>
              </a:cxn>
              <a:cxn ang="0">
                <a:pos x="connsiteX32500" y="connsiteY32500"/>
              </a:cxn>
              <a:cxn ang="0">
                <a:pos x="connsiteX32501" y="connsiteY32501"/>
              </a:cxn>
              <a:cxn ang="0">
                <a:pos x="connsiteX32502" y="connsiteY32502"/>
              </a:cxn>
              <a:cxn ang="0">
                <a:pos x="connsiteX32503" y="connsiteY32503"/>
              </a:cxn>
              <a:cxn ang="0">
                <a:pos x="connsiteX32504" y="connsiteY32504"/>
              </a:cxn>
              <a:cxn ang="0">
                <a:pos x="connsiteX32505" y="connsiteY32505"/>
              </a:cxn>
              <a:cxn ang="0">
                <a:pos x="connsiteX32506" y="connsiteY32506"/>
              </a:cxn>
              <a:cxn ang="0">
                <a:pos x="connsiteX32507" y="connsiteY32507"/>
              </a:cxn>
              <a:cxn ang="0">
                <a:pos x="connsiteX32508" y="connsiteY32508"/>
              </a:cxn>
              <a:cxn ang="0">
                <a:pos x="connsiteX32509" y="connsiteY32509"/>
              </a:cxn>
              <a:cxn ang="0">
                <a:pos x="connsiteX32510" y="connsiteY32510"/>
              </a:cxn>
              <a:cxn ang="0">
                <a:pos x="connsiteX32511" y="connsiteY32511"/>
              </a:cxn>
              <a:cxn ang="0">
                <a:pos x="connsiteX32512" y="connsiteY32512"/>
              </a:cxn>
              <a:cxn ang="0">
                <a:pos x="connsiteX32513" y="connsiteY32513"/>
              </a:cxn>
              <a:cxn ang="0">
                <a:pos x="connsiteX32514" y="connsiteY32514"/>
              </a:cxn>
              <a:cxn ang="0">
                <a:pos x="connsiteX32515" y="connsiteY32515"/>
              </a:cxn>
              <a:cxn ang="0">
                <a:pos x="connsiteX32516" y="connsiteY32516"/>
              </a:cxn>
              <a:cxn ang="0">
                <a:pos x="connsiteX32517" y="connsiteY32517"/>
              </a:cxn>
              <a:cxn ang="0">
                <a:pos x="connsiteX32518" y="connsiteY32518"/>
              </a:cxn>
              <a:cxn ang="0">
                <a:pos x="connsiteX32519" y="connsiteY32519"/>
              </a:cxn>
              <a:cxn ang="0">
                <a:pos x="connsiteX32520" y="connsiteY32520"/>
              </a:cxn>
              <a:cxn ang="0">
                <a:pos x="connsiteX32521" y="connsiteY32521"/>
              </a:cxn>
              <a:cxn ang="0">
                <a:pos x="connsiteX32522" y="connsiteY32522"/>
              </a:cxn>
              <a:cxn ang="0">
                <a:pos x="connsiteX32523" y="connsiteY32523"/>
              </a:cxn>
              <a:cxn ang="0">
                <a:pos x="connsiteX32524" y="connsiteY32524"/>
              </a:cxn>
              <a:cxn ang="0">
                <a:pos x="connsiteX32525" y="connsiteY32525"/>
              </a:cxn>
              <a:cxn ang="0">
                <a:pos x="connsiteX32526" y="connsiteY32526"/>
              </a:cxn>
              <a:cxn ang="0">
                <a:pos x="connsiteX32527" y="connsiteY32527"/>
              </a:cxn>
              <a:cxn ang="0">
                <a:pos x="connsiteX32528" y="connsiteY32528"/>
              </a:cxn>
              <a:cxn ang="0">
                <a:pos x="connsiteX32529" y="connsiteY32529"/>
              </a:cxn>
              <a:cxn ang="0">
                <a:pos x="connsiteX32530" y="connsiteY32530"/>
              </a:cxn>
              <a:cxn ang="0">
                <a:pos x="connsiteX32531" y="connsiteY32531"/>
              </a:cxn>
              <a:cxn ang="0">
                <a:pos x="connsiteX32532" y="connsiteY32532"/>
              </a:cxn>
              <a:cxn ang="0">
                <a:pos x="connsiteX32533" y="connsiteY32533"/>
              </a:cxn>
              <a:cxn ang="0">
                <a:pos x="connsiteX32534" y="connsiteY32534"/>
              </a:cxn>
              <a:cxn ang="0">
                <a:pos x="connsiteX32535" y="connsiteY32535"/>
              </a:cxn>
              <a:cxn ang="0">
                <a:pos x="connsiteX32536" y="connsiteY32536"/>
              </a:cxn>
              <a:cxn ang="0">
                <a:pos x="connsiteX32537" y="connsiteY32537"/>
              </a:cxn>
              <a:cxn ang="0">
                <a:pos x="connsiteX32538" y="connsiteY32538"/>
              </a:cxn>
              <a:cxn ang="0">
                <a:pos x="connsiteX32539" y="connsiteY32539"/>
              </a:cxn>
              <a:cxn ang="0">
                <a:pos x="connsiteX32540" y="connsiteY32540"/>
              </a:cxn>
              <a:cxn ang="0">
                <a:pos x="connsiteX32541" y="connsiteY32541"/>
              </a:cxn>
              <a:cxn ang="0">
                <a:pos x="connsiteX32542" y="connsiteY32542"/>
              </a:cxn>
              <a:cxn ang="0">
                <a:pos x="connsiteX32543" y="connsiteY32543"/>
              </a:cxn>
              <a:cxn ang="0">
                <a:pos x="connsiteX32544" y="connsiteY32544"/>
              </a:cxn>
              <a:cxn ang="0">
                <a:pos x="connsiteX32545" y="connsiteY32545"/>
              </a:cxn>
              <a:cxn ang="0">
                <a:pos x="connsiteX32546" y="connsiteY32546"/>
              </a:cxn>
              <a:cxn ang="0">
                <a:pos x="connsiteX32547" y="connsiteY32547"/>
              </a:cxn>
              <a:cxn ang="0">
                <a:pos x="connsiteX32548" y="connsiteY32548"/>
              </a:cxn>
              <a:cxn ang="0">
                <a:pos x="connsiteX32549" y="connsiteY32549"/>
              </a:cxn>
              <a:cxn ang="0">
                <a:pos x="connsiteX32550" y="connsiteY32550"/>
              </a:cxn>
              <a:cxn ang="0">
                <a:pos x="connsiteX32551" y="connsiteY32551"/>
              </a:cxn>
              <a:cxn ang="0">
                <a:pos x="connsiteX32552" y="connsiteY32552"/>
              </a:cxn>
              <a:cxn ang="0">
                <a:pos x="connsiteX32553" y="connsiteY32553"/>
              </a:cxn>
              <a:cxn ang="0">
                <a:pos x="connsiteX32554" y="connsiteY32554"/>
              </a:cxn>
              <a:cxn ang="0">
                <a:pos x="connsiteX32555" y="connsiteY32555"/>
              </a:cxn>
              <a:cxn ang="0">
                <a:pos x="connsiteX32556" y="connsiteY32556"/>
              </a:cxn>
              <a:cxn ang="0">
                <a:pos x="connsiteX32557" y="connsiteY32557"/>
              </a:cxn>
              <a:cxn ang="0">
                <a:pos x="connsiteX32558" y="connsiteY32558"/>
              </a:cxn>
              <a:cxn ang="0">
                <a:pos x="connsiteX32559" y="connsiteY32559"/>
              </a:cxn>
              <a:cxn ang="0">
                <a:pos x="connsiteX32560" y="connsiteY32560"/>
              </a:cxn>
              <a:cxn ang="0">
                <a:pos x="connsiteX32561" y="connsiteY32561"/>
              </a:cxn>
              <a:cxn ang="0">
                <a:pos x="connsiteX32562" y="connsiteY32562"/>
              </a:cxn>
              <a:cxn ang="0">
                <a:pos x="connsiteX32563" y="connsiteY32563"/>
              </a:cxn>
              <a:cxn ang="0">
                <a:pos x="connsiteX32564" y="connsiteY32564"/>
              </a:cxn>
              <a:cxn ang="0">
                <a:pos x="connsiteX32565" y="connsiteY32565"/>
              </a:cxn>
              <a:cxn ang="0">
                <a:pos x="connsiteX32566" y="connsiteY32566"/>
              </a:cxn>
              <a:cxn ang="0">
                <a:pos x="connsiteX32567" y="connsiteY32567"/>
              </a:cxn>
              <a:cxn ang="0">
                <a:pos x="connsiteX32568" y="connsiteY32568"/>
              </a:cxn>
              <a:cxn ang="0">
                <a:pos x="connsiteX32569" y="connsiteY32569"/>
              </a:cxn>
              <a:cxn ang="0">
                <a:pos x="connsiteX32570" y="connsiteY32570"/>
              </a:cxn>
              <a:cxn ang="0">
                <a:pos x="connsiteX32571" y="connsiteY32571"/>
              </a:cxn>
              <a:cxn ang="0">
                <a:pos x="connsiteX32572" y="connsiteY32572"/>
              </a:cxn>
              <a:cxn ang="0">
                <a:pos x="connsiteX32573" y="connsiteY32573"/>
              </a:cxn>
              <a:cxn ang="0">
                <a:pos x="connsiteX32574" y="connsiteY32574"/>
              </a:cxn>
              <a:cxn ang="0">
                <a:pos x="connsiteX32575" y="connsiteY32575"/>
              </a:cxn>
              <a:cxn ang="0">
                <a:pos x="connsiteX32576" y="connsiteY32576"/>
              </a:cxn>
              <a:cxn ang="0">
                <a:pos x="connsiteX32577" y="connsiteY32577"/>
              </a:cxn>
              <a:cxn ang="0">
                <a:pos x="connsiteX32578" y="connsiteY32578"/>
              </a:cxn>
              <a:cxn ang="0">
                <a:pos x="connsiteX32579" y="connsiteY32579"/>
              </a:cxn>
              <a:cxn ang="0">
                <a:pos x="connsiteX32580" y="connsiteY32580"/>
              </a:cxn>
              <a:cxn ang="0">
                <a:pos x="connsiteX32581" y="connsiteY32581"/>
              </a:cxn>
              <a:cxn ang="0">
                <a:pos x="connsiteX32582" y="connsiteY32582"/>
              </a:cxn>
              <a:cxn ang="0">
                <a:pos x="connsiteX32583" y="connsiteY32583"/>
              </a:cxn>
              <a:cxn ang="0">
                <a:pos x="connsiteX32584" y="connsiteY32584"/>
              </a:cxn>
              <a:cxn ang="0">
                <a:pos x="connsiteX32585" y="connsiteY32585"/>
              </a:cxn>
              <a:cxn ang="0">
                <a:pos x="connsiteX32586" y="connsiteY32586"/>
              </a:cxn>
              <a:cxn ang="0">
                <a:pos x="connsiteX32587" y="connsiteY32587"/>
              </a:cxn>
              <a:cxn ang="0">
                <a:pos x="connsiteX32588" y="connsiteY32588"/>
              </a:cxn>
              <a:cxn ang="0">
                <a:pos x="connsiteX32589" y="connsiteY32589"/>
              </a:cxn>
              <a:cxn ang="0">
                <a:pos x="connsiteX32590" y="connsiteY32590"/>
              </a:cxn>
              <a:cxn ang="0">
                <a:pos x="connsiteX32591" y="connsiteY32591"/>
              </a:cxn>
              <a:cxn ang="0">
                <a:pos x="connsiteX32592" y="connsiteY32592"/>
              </a:cxn>
              <a:cxn ang="0">
                <a:pos x="connsiteX32593" y="connsiteY32593"/>
              </a:cxn>
              <a:cxn ang="0">
                <a:pos x="connsiteX32594" y="connsiteY32594"/>
              </a:cxn>
              <a:cxn ang="0">
                <a:pos x="connsiteX32595" y="connsiteY32595"/>
              </a:cxn>
              <a:cxn ang="0">
                <a:pos x="connsiteX32596" y="connsiteY32596"/>
              </a:cxn>
              <a:cxn ang="0">
                <a:pos x="connsiteX32597" y="connsiteY32597"/>
              </a:cxn>
              <a:cxn ang="0">
                <a:pos x="connsiteX32598" y="connsiteY32598"/>
              </a:cxn>
              <a:cxn ang="0">
                <a:pos x="connsiteX32599" y="connsiteY32599"/>
              </a:cxn>
              <a:cxn ang="0">
                <a:pos x="connsiteX32600" y="connsiteY32600"/>
              </a:cxn>
              <a:cxn ang="0">
                <a:pos x="connsiteX32601" y="connsiteY32601"/>
              </a:cxn>
              <a:cxn ang="0">
                <a:pos x="connsiteX32602" y="connsiteY32602"/>
              </a:cxn>
              <a:cxn ang="0">
                <a:pos x="connsiteX32603" y="connsiteY32603"/>
              </a:cxn>
              <a:cxn ang="0">
                <a:pos x="connsiteX32604" y="connsiteY32604"/>
              </a:cxn>
              <a:cxn ang="0">
                <a:pos x="connsiteX32605" y="connsiteY32605"/>
              </a:cxn>
              <a:cxn ang="0">
                <a:pos x="connsiteX32606" y="connsiteY32606"/>
              </a:cxn>
              <a:cxn ang="0">
                <a:pos x="connsiteX32607" y="connsiteY32607"/>
              </a:cxn>
              <a:cxn ang="0">
                <a:pos x="connsiteX32608" y="connsiteY32608"/>
              </a:cxn>
              <a:cxn ang="0">
                <a:pos x="connsiteX32609" y="connsiteY32609"/>
              </a:cxn>
              <a:cxn ang="0">
                <a:pos x="connsiteX32610" y="connsiteY32610"/>
              </a:cxn>
              <a:cxn ang="0">
                <a:pos x="connsiteX32611" y="connsiteY32611"/>
              </a:cxn>
              <a:cxn ang="0">
                <a:pos x="connsiteX32612" y="connsiteY32612"/>
              </a:cxn>
              <a:cxn ang="0">
                <a:pos x="connsiteX32613" y="connsiteY32613"/>
              </a:cxn>
              <a:cxn ang="0">
                <a:pos x="connsiteX32614" y="connsiteY32614"/>
              </a:cxn>
              <a:cxn ang="0">
                <a:pos x="connsiteX32615" y="connsiteY32615"/>
              </a:cxn>
              <a:cxn ang="0">
                <a:pos x="connsiteX32616" y="connsiteY32616"/>
              </a:cxn>
              <a:cxn ang="0">
                <a:pos x="connsiteX32617" y="connsiteY32617"/>
              </a:cxn>
              <a:cxn ang="0">
                <a:pos x="connsiteX32618" y="connsiteY32618"/>
              </a:cxn>
              <a:cxn ang="0">
                <a:pos x="connsiteX32619" y="connsiteY32619"/>
              </a:cxn>
              <a:cxn ang="0">
                <a:pos x="connsiteX32620" y="connsiteY32620"/>
              </a:cxn>
              <a:cxn ang="0">
                <a:pos x="connsiteX32621" y="connsiteY32621"/>
              </a:cxn>
              <a:cxn ang="0">
                <a:pos x="connsiteX32622" y="connsiteY32622"/>
              </a:cxn>
              <a:cxn ang="0">
                <a:pos x="connsiteX32623" y="connsiteY32623"/>
              </a:cxn>
              <a:cxn ang="0">
                <a:pos x="connsiteX32624" y="connsiteY32624"/>
              </a:cxn>
              <a:cxn ang="0">
                <a:pos x="connsiteX32625" y="connsiteY32625"/>
              </a:cxn>
              <a:cxn ang="0">
                <a:pos x="connsiteX32626" y="connsiteY32626"/>
              </a:cxn>
              <a:cxn ang="0">
                <a:pos x="connsiteX32627" y="connsiteY32627"/>
              </a:cxn>
              <a:cxn ang="0">
                <a:pos x="connsiteX32628" y="connsiteY32628"/>
              </a:cxn>
              <a:cxn ang="0">
                <a:pos x="connsiteX32629" y="connsiteY32629"/>
              </a:cxn>
              <a:cxn ang="0">
                <a:pos x="connsiteX32630" y="connsiteY32630"/>
              </a:cxn>
              <a:cxn ang="0">
                <a:pos x="connsiteX32631" y="connsiteY32631"/>
              </a:cxn>
              <a:cxn ang="0">
                <a:pos x="connsiteX32632" y="connsiteY32632"/>
              </a:cxn>
              <a:cxn ang="0">
                <a:pos x="connsiteX32633" y="connsiteY32633"/>
              </a:cxn>
              <a:cxn ang="0">
                <a:pos x="connsiteX32634" y="connsiteY32634"/>
              </a:cxn>
              <a:cxn ang="0">
                <a:pos x="connsiteX32635" y="connsiteY32635"/>
              </a:cxn>
              <a:cxn ang="0">
                <a:pos x="connsiteX32636" y="connsiteY32636"/>
              </a:cxn>
              <a:cxn ang="0">
                <a:pos x="connsiteX32637" y="connsiteY32637"/>
              </a:cxn>
              <a:cxn ang="0">
                <a:pos x="connsiteX32638" y="connsiteY32638"/>
              </a:cxn>
              <a:cxn ang="0">
                <a:pos x="connsiteX32639" y="connsiteY32639"/>
              </a:cxn>
              <a:cxn ang="0">
                <a:pos x="connsiteX32640" y="connsiteY32640"/>
              </a:cxn>
              <a:cxn ang="0">
                <a:pos x="connsiteX32641" y="connsiteY32641"/>
              </a:cxn>
              <a:cxn ang="0">
                <a:pos x="connsiteX32642" y="connsiteY32642"/>
              </a:cxn>
              <a:cxn ang="0">
                <a:pos x="connsiteX32643" y="connsiteY32643"/>
              </a:cxn>
              <a:cxn ang="0">
                <a:pos x="connsiteX32644" y="connsiteY32644"/>
              </a:cxn>
              <a:cxn ang="0">
                <a:pos x="connsiteX32645" y="connsiteY32645"/>
              </a:cxn>
              <a:cxn ang="0">
                <a:pos x="connsiteX32646" y="connsiteY32646"/>
              </a:cxn>
              <a:cxn ang="0">
                <a:pos x="connsiteX32647" y="connsiteY32647"/>
              </a:cxn>
              <a:cxn ang="0">
                <a:pos x="connsiteX32648" y="connsiteY32648"/>
              </a:cxn>
              <a:cxn ang="0">
                <a:pos x="connsiteX32649" y="connsiteY32649"/>
              </a:cxn>
              <a:cxn ang="0">
                <a:pos x="connsiteX32650" y="connsiteY32650"/>
              </a:cxn>
              <a:cxn ang="0">
                <a:pos x="connsiteX32651" y="connsiteY32651"/>
              </a:cxn>
              <a:cxn ang="0">
                <a:pos x="connsiteX32652" y="connsiteY32652"/>
              </a:cxn>
              <a:cxn ang="0">
                <a:pos x="connsiteX32653" y="connsiteY32653"/>
              </a:cxn>
              <a:cxn ang="0">
                <a:pos x="connsiteX32654" y="connsiteY32654"/>
              </a:cxn>
              <a:cxn ang="0">
                <a:pos x="connsiteX32655" y="connsiteY32655"/>
              </a:cxn>
              <a:cxn ang="0">
                <a:pos x="connsiteX32656" y="connsiteY32656"/>
              </a:cxn>
              <a:cxn ang="0">
                <a:pos x="connsiteX32657" y="connsiteY32657"/>
              </a:cxn>
              <a:cxn ang="0">
                <a:pos x="connsiteX32658" y="connsiteY32658"/>
              </a:cxn>
              <a:cxn ang="0">
                <a:pos x="connsiteX32659" y="connsiteY32659"/>
              </a:cxn>
              <a:cxn ang="0">
                <a:pos x="connsiteX32660" y="connsiteY32660"/>
              </a:cxn>
              <a:cxn ang="0">
                <a:pos x="connsiteX32661" y="connsiteY32661"/>
              </a:cxn>
              <a:cxn ang="0">
                <a:pos x="connsiteX32662" y="connsiteY32662"/>
              </a:cxn>
              <a:cxn ang="0">
                <a:pos x="connsiteX32663" y="connsiteY32663"/>
              </a:cxn>
              <a:cxn ang="0">
                <a:pos x="connsiteX32664" y="connsiteY32664"/>
              </a:cxn>
              <a:cxn ang="0">
                <a:pos x="connsiteX32665" y="connsiteY32665"/>
              </a:cxn>
              <a:cxn ang="0">
                <a:pos x="connsiteX32666" y="connsiteY32666"/>
              </a:cxn>
              <a:cxn ang="0">
                <a:pos x="connsiteX32667" y="connsiteY32667"/>
              </a:cxn>
              <a:cxn ang="0">
                <a:pos x="connsiteX32668" y="connsiteY32668"/>
              </a:cxn>
              <a:cxn ang="0">
                <a:pos x="connsiteX32669" y="connsiteY32669"/>
              </a:cxn>
              <a:cxn ang="0">
                <a:pos x="connsiteX32670" y="connsiteY32670"/>
              </a:cxn>
              <a:cxn ang="0">
                <a:pos x="connsiteX32671" y="connsiteY32671"/>
              </a:cxn>
              <a:cxn ang="0">
                <a:pos x="connsiteX32672" y="connsiteY32672"/>
              </a:cxn>
              <a:cxn ang="0">
                <a:pos x="connsiteX32673" y="connsiteY32673"/>
              </a:cxn>
              <a:cxn ang="0">
                <a:pos x="connsiteX32674" y="connsiteY32674"/>
              </a:cxn>
              <a:cxn ang="0">
                <a:pos x="connsiteX32675" y="connsiteY32675"/>
              </a:cxn>
              <a:cxn ang="0">
                <a:pos x="connsiteX32676" y="connsiteY32676"/>
              </a:cxn>
              <a:cxn ang="0">
                <a:pos x="connsiteX32677" y="connsiteY32677"/>
              </a:cxn>
              <a:cxn ang="0">
                <a:pos x="connsiteX32678" y="connsiteY32678"/>
              </a:cxn>
              <a:cxn ang="0">
                <a:pos x="connsiteX32679" y="connsiteY32679"/>
              </a:cxn>
              <a:cxn ang="0">
                <a:pos x="connsiteX32680" y="connsiteY32680"/>
              </a:cxn>
              <a:cxn ang="0">
                <a:pos x="connsiteX32681" y="connsiteY32681"/>
              </a:cxn>
              <a:cxn ang="0">
                <a:pos x="connsiteX32682" y="connsiteY32682"/>
              </a:cxn>
              <a:cxn ang="0">
                <a:pos x="connsiteX32683" y="connsiteY32683"/>
              </a:cxn>
              <a:cxn ang="0">
                <a:pos x="connsiteX32684" y="connsiteY32684"/>
              </a:cxn>
              <a:cxn ang="0">
                <a:pos x="connsiteX32685" y="connsiteY32685"/>
              </a:cxn>
              <a:cxn ang="0">
                <a:pos x="connsiteX32686" y="connsiteY32686"/>
              </a:cxn>
              <a:cxn ang="0">
                <a:pos x="connsiteX32687" y="connsiteY32687"/>
              </a:cxn>
              <a:cxn ang="0">
                <a:pos x="connsiteX32688" y="connsiteY32688"/>
              </a:cxn>
              <a:cxn ang="0">
                <a:pos x="connsiteX32689" y="connsiteY32689"/>
              </a:cxn>
              <a:cxn ang="0">
                <a:pos x="connsiteX32690" y="connsiteY32690"/>
              </a:cxn>
              <a:cxn ang="0">
                <a:pos x="connsiteX32691" y="connsiteY32691"/>
              </a:cxn>
              <a:cxn ang="0">
                <a:pos x="connsiteX32692" y="connsiteY32692"/>
              </a:cxn>
              <a:cxn ang="0">
                <a:pos x="connsiteX32693" y="connsiteY32693"/>
              </a:cxn>
              <a:cxn ang="0">
                <a:pos x="connsiteX32694" y="connsiteY32694"/>
              </a:cxn>
              <a:cxn ang="0">
                <a:pos x="connsiteX32695" y="connsiteY32695"/>
              </a:cxn>
              <a:cxn ang="0">
                <a:pos x="connsiteX32696" y="connsiteY32696"/>
              </a:cxn>
              <a:cxn ang="0">
                <a:pos x="connsiteX32697" y="connsiteY32697"/>
              </a:cxn>
              <a:cxn ang="0">
                <a:pos x="connsiteX32698" y="connsiteY32698"/>
              </a:cxn>
              <a:cxn ang="0">
                <a:pos x="connsiteX32699" y="connsiteY32699"/>
              </a:cxn>
              <a:cxn ang="0">
                <a:pos x="connsiteX32700" y="connsiteY32700"/>
              </a:cxn>
              <a:cxn ang="0">
                <a:pos x="connsiteX32701" y="connsiteY32701"/>
              </a:cxn>
              <a:cxn ang="0">
                <a:pos x="connsiteX32702" y="connsiteY32702"/>
              </a:cxn>
              <a:cxn ang="0">
                <a:pos x="connsiteX32703" y="connsiteY32703"/>
              </a:cxn>
              <a:cxn ang="0">
                <a:pos x="connsiteX32704" y="connsiteY32704"/>
              </a:cxn>
              <a:cxn ang="0">
                <a:pos x="connsiteX32705" y="connsiteY32705"/>
              </a:cxn>
              <a:cxn ang="0">
                <a:pos x="connsiteX32706" y="connsiteY32706"/>
              </a:cxn>
              <a:cxn ang="0">
                <a:pos x="connsiteX32707" y="connsiteY32707"/>
              </a:cxn>
              <a:cxn ang="0">
                <a:pos x="connsiteX32708" y="connsiteY32708"/>
              </a:cxn>
              <a:cxn ang="0">
                <a:pos x="connsiteX32709" y="connsiteY32709"/>
              </a:cxn>
              <a:cxn ang="0">
                <a:pos x="connsiteX32710" y="connsiteY32710"/>
              </a:cxn>
              <a:cxn ang="0">
                <a:pos x="connsiteX32711" y="connsiteY32711"/>
              </a:cxn>
              <a:cxn ang="0">
                <a:pos x="connsiteX32712" y="connsiteY32712"/>
              </a:cxn>
              <a:cxn ang="0">
                <a:pos x="connsiteX32713" y="connsiteY32713"/>
              </a:cxn>
              <a:cxn ang="0">
                <a:pos x="connsiteX32714" y="connsiteY32714"/>
              </a:cxn>
              <a:cxn ang="0">
                <a:pos x="connsiteX32715" y="connsiteY32715"/>
              </a:cxn>
              <a:cxn ang="0">
                <a:pos x="connsiteX32716" y="connsiteY32716"/>
              </a:cxn>
              <a:cxn ang="0">
                <a:pos x="connsiteX32717" y="connsiteY32717"/>
              </a:cxn>
              <a:cxn ang="0">
                <a:pos x="connsiteX32718" y="connsiteY32718"/>
              </a:cxn>
              <a:cxn ang="0">
                <a:pos x="connsiteX32719" y="connsiteY32719"/>
              </a:cxn>
              <a:cxn ang="0">
                <a:pos x="connsiteX32720" y="connsiteY32720"/>
              </a:cxn>
              <a:cxn ang="0">
                <a:pos x="connsiteX32721" y="connsiteY32721"/>
              </a:cxn>
              <a:cxn ang="0">
                <a:pos x="connsiteX32722" y="connsiteY32722"/>
              </a:cxn>
              <a:cxn ang="0">
                <a:pos x="connsiteX32723" y="connsiteY32723"/>
              </a:cxn>
              <a:cxn ang="0">
                <a:pos x="connsiteX32724" y="connsiteY32724"/>
              </a:cxn>
              <a:cxn ang="0">
                <a:pos x="connsiteX32725" y="connsiteY32725"/>
              </a:cxn>
              <a:cxn ang="0">
                <a:pos x="connsiteX32726" y="connsiteY32726"/>
              </a:cxn>
              <a:cxn ang="0">
                <a:pos x="connsiteX32727" y="connsiteY32727"/>
              </a:cxn>
              <a:cxn ang="0">
                <a:pos x="connsiteX32728" y="connsiteY32728"/>
              </a:cxn>
              <a:cxn ang="0">
                <a:pos x="connsiteX32729" y="connsiteY32729"/>
              </a:cxn>
              <a:cxn ang="0">
                <a:pos x="connsiteX32730" y="connsiteY32730"/>
              </a:cxn>
              <a:cxn ang="0">
                <a:pos x="connsiteX32731" y="connsiteY32731"/>
              </a:cxn>
              <a:cxn ang="0">
                <a:pos x="connsiteX32732" y="connsiteY32732"/>
              </a:cxn>
              <a:cxn ang="0">
                <a:pos x="connsiteX32733" y="connsiteY32733"/>
              </a:cxn>
              <a:cxn ang="0">
                <a:pos x="connsiteX32734" y="connsiteY32734"/>
              </a:cxn>
              <a:cxn ang="0">
                <a:pos x="connsiteX32735" y="connsiteY32735"/>
              </a:cxn>
              <a:cxn ang="0">
                <a:pos x="connsiteX32736" y="connsiteY32736"/>
              </a:cxn>
              <a:cxn ang="0">
                <a:pos x="connsiteX32737" y="connsiteY32737"/>
              </a:cxn>
              <a:cxn ang="0">
                <a:pos x="connsiteX32738" y="connsiteY32738"/>
              </a:cxn>
              <a:cxn ang="0">
                <a:pos x="connsiteX32739" y="connsiteY32739"/>
              </a:cxn>
              <a:cxn ang="0">
                <a:pos x="connsiteX32740" y="connsiteY32740"/>
              </a:cxn>
              <a:cxn ang="0">
                <a:pos x="connsiteX32741" y="connsiteY32741"/>
              </a:cxn>
              <a:cxn ang="0">
                <a:pos x="connsiteX32742" y="connsiteY32742"/>
              </a:cxn>
              <a:cxn ang="0">
                <a:pos x="connsiteX32743" y="connsiteY32743"/>
              </a:cxn>
              <a:cxn ang="0">
                <a:pos x="connsiteX32744" y="connsiteY32744"/>
              </a:cxn>
              <a:cxn ang="0">
                <a:pos x="connsiteX32745" y="connsiteY32745"/>
              </a:cxn>
              <a:cxn ang="0">
                <a:pos x="connsiteX32746" y="connsiteY32746"/>
              </a:cxn>
              <a:cxn ang="0">
                <a:pos x="connsiteX32747" y="connsiteY32747"/>
              </a:cxn>
              <a:cxn ang="0">
                <a:pos x="connsiteX32748" y="connsiteY32748"/>
              </a:cxn>
              <a:cxn ang="0">
                <a:pos x="connsiteX32749" y="connsiteY32749"/>
              </a:cxn>
              <a:cxn ang="0">
                <a:pos x="connsiteX32750" y="connsiteY32750"/>
              </a:cxn>
              <a:cxn ang="0">
                <a:pos x="connsiteX32751" y="connsiteY32751"/>
              </a:cxn>
              <a:cxn ang="0">
                <a:pos x="connsiteX32752" y="connsiteY32752"/>
              </a:cxn>
              <a:cxn ang="0">
                <a:pos x="connsiteX32753" y="connsiteY32753"/>
              </a:cxn>
              <a:cxn ang="0">
                <a:pos x="connsiteX32754" y="connsiteY32754"/>
              </a:cxn>
              <a:cxn ang="0">
                <a:pos x="connsiteX32755" y="connsiteY32755"/>
              </a:cxn>
              <a:cxn ang="0">
                <a:pos x="connsiteX32756" y="connsiteY32756"/>
              </a:cxn>
              <a:cxn ang="0">
                <a:pos x="connsiteX32757" y="connsiteY32757"/>
              </a:cxn>
              <a:cxn ang="0">
                <a:pos x="connsiteX32758" y="connsiteY32758"/>
              </a:cxn>
              <a:cxn ang="0">
                <a:pos x="connsiteX32759" y="connsiteY32759"/>
              </a:cxn>
              <a:cxn ang="0">
                <a:pos x="connsiteX32760" y="connsiteY32760"/>
              </a:cxn>
              <a:cxn ang="0">
                <a:pos x="connsiteX32761" y="connsiteY32761"/>
              </a:cxn>
              <a:cxn ang="0">
                <a:pos x="connsiteX32762" y="connsiteY32762"/>
              </a:cxn>
              <a:cxn ang="0">
                <a:pos x="connsiteX32763" y="connsiteY32763"/>
              </a:cxn>
              <a:cxn ang="0">
                <a:pos x="connsiteX32764" y="connsiteY32764"/>
              </a:cxn>
              <a:cxn ang="0">
                <a:pos x="connsiteX32765" y="connsiteY32765"/>
              </a:cxn>
              <a:cxn ang="0">
                <a:pos x="connsiteX32766" y="connsiteY32766"/>
              </a:cxn>
              <a:cxn ang="0">
                <a:pos x="connsiteX32767" y="connsiteY32767"/>
              </a:cxn>
              <a:cxn ang="0">
                <a:pos x="connsiteX32768" y="connsiteY32768"/>
              </a:cxn>
              <a:cxn ang="0">
                <a:pos x="connsiteX32769" y="connsiteY32769"/>
              </a:cxn>
              <a:cxn ang="0">
                <a:pos x="connsiteX32770" y="connsiteY32770"/>
              </a:cxn>
              <a:cxn ang="0">
                <a:pos x="connsiteX32771" y="connsiteY32771"/>
              </a:cxn>
              <a:cxn ang="0">
                <a:pos x="connsiteX32772" y="connsiteY32772"/>
              </a:cxn>
              <a:cxn ang="0">
                <a:pos x="connsiteX32773" y="connsiteY32773"/>
              </a:cxn>
              <a:cxn ang="0">
                <a:pos x="connsiteX32774" y="connsiteY32774"/>
              </a:cxn>
              <a:cxn ang="0">
                <a:pos x="connsiteX32775" y="connsiteY32775"/>
              </a:cxn>
              <a:cxn ang="0">
                <a:pos x="connsiteX32776" y="connsiteY32776"/>
              </a:cxn>
              <a:cxn ang="0">
                <a:pos x="connsiteX32777" y="connsiteY32777"/>
              </a:cxn>
              <a:cxn ang="0">
                <a:pos x="connsiteX32778" y="connsiteY32778"/>
              </a:cxn>
              <a:cxn ang="0">
                <a:pos x="connsiteX32779" y="connsiteY32779"/>
              </a:cxn>
              <a:cxn ang="0">
                <a:pos x="connsiteX32780" y="connsiteY32780"/>
              </a:cxn>
              <a:cxn ang="0">
                <a:pos x="connsiteX32781" y="connsiteY32781"/>
              </a:cxn>
              <a:cxn ang="0">
                <a:pos x="connsiteX32782" y="connsiteY32782"/>
              </a:cxn>
              <a:cxn ang="0">
                <a:pos x="connsiteX32783" y="connsiteY32783"/>
              </a:cxn>
              <a:cxn ang="0">
                <a:pos x="connsiteX32784" y="connsiteY32784"/>
              </a:cxn>
              <a:cxn ang="0">
                <a:pos x="connsiteX32785" y="connsiteY32785"/>
              </a:cxn>
              <a:cxn ang="0">
                <a:pos x="connsiteX32786" y="connsiteY32786"/>
              </a:cxn>
              <a:cxn ang="0">
                <a:pos x="connsiteX32787" y="connsiteY32787"/>
              </a:cxn>
              <a:cxn ang="0">
                <a:pos x="connsiteX32788" y="connsiteY32788"/>
              </a:cxn>
              <a:cxn ang="0">
                <a:pos x="connsiteX32789" y="connsiteY32789"/>
              </a:cxn>
              <a:cxn ang="0">
                <a:pos x="connsiteX32790" y="connsiteY32790"/>
              </a:cxn>
              <a:cxn ang="0">
                <a:pos x="connsiteX32791" y="connsiteY32791"/>
              </a:cxn>
              <a:cxn ang="0">
                <a:pos x="connsiteX32792" y="connsiteY32792"/>
              </a:cxn>
              <a:cxn ang="0">
                <a:pos x="connsiteX32793" y="connsiteY32793"/>
              </a:cxn>
              <a:cxn ang="0">
                <a:pos x="connsiteX32794" y="connsiteY32794"/>
              </a:cxn>
              <a:cxn ang="0">
                <a:pos x="connsiteX32795" y="connsiteY32795"/>
              </a:cxn>
              <a:cxn ang="0">
                <a:pos x="connsiteX32796" y="connsiteY32796"/>
              </a:cxn>
              <a:cxn ang="0">
                <a:pos x="connsiteX32797" y="connsiteY32797"/>
              </a:cxn>
              <a:cxn ang="0">
                <a:pos x="connsiteX32798" y="connsiteY32798"/>
              </a:cxn>
              <a:cxn ang="0">
                <a:pos x="connsiteX32799" y="connsiteY32799"/>
              </a:cxn>
              <a:cxn ang="0">
                <a:pos x="connsiteX32800" y="connsiteY32800"/>
              </a:cxn>
              <a:cxn ang="0">
                <a:pos x="connsiteX32801" y="connsiteY32801"/>
              </a:cxn>
              <a:cxn ang="0">
                <a:pos x="connsiteX32802" y="connsiteY32802"/>
              </a:cxn>
              <a:cxn ang="0">
                <a:pos x="connsiteX32803" y="connsiteY32803"/>
              </a:cxn>
              <a:cxn ang="0">
                <a:pos x="connsiteX32804" y="connsiteY32804"/>
              </a:cxn>
              <a:cxn ang="0">
                <a:pos x="connsiteX32805" y="connsiteY32805"/>
              </a:cxn>
              <a:cxn ang="0">
                <a:pos x="connsiteX32806" y="connsiteY32806"/>
              </a:cxn>
              <a:cxn ang="0">
                <a:pos x="connsiteX32807" y="connsiteY32807"/>
              </a:cxn>
              <a:cxn ang="0">
                <a:pos x="connsiteX32808" y="connsiteY32808"/>
              </a:cxn>
              <a:cxn ang="0">
                <a:pos x="connsiteX32809" y="connsiteY32809"/>
              </a:cxn>
              <a:cxn ang="0">
                <a:pos x="connsiteX32810" y="connsiteY32810"/>
              </a:cxn>
              <a:cxn ang="0">
                <a:pos x="connsiteX32811" y="connsiteY32811"/>
              </a:cxn>
              <a:cxn ang="0">
                <a:pos x="connsiteX32812" y="connsiteY32812"/>
              </a:cxn>
              <a:cxn ang="0">
                <a:pos x="connsiteX32813" y="connsiteY32813"/>
              </a:cxn>
              <a:cxn ang="0">
                <a:pos x="connsiteX32814" y="connsiteY32814"/>
              </a:cxn>
              <a:cxn ang="0">
                <a:pos x="connsiteX32815" y="connsiteY32815"/>
              </a:cxn>
              <a:cxn ang="0">
                <a:pos x="connsiteX32816" y="connsiteY32816"/>
              </a:cxn>
              <a:cxn ang="0">
                <a:pos x="connsiteX32817" y="connsiteY32817"/>
              </a:cxn>
              <a:cxn ang="0">
                <a:pos x="connsiteX32818" y="connsiteY32818"/>
              </a:cxn>
              <a:cxn ang="0">
                <a:pos x="connsiteX32819" y="connsiteY32819"/>
              </a:cxn>
              <a:cxn ang="0">
                <a:pos x="connsiteX32820" y="connsiteY32820"/>
              </a:cxn>
              <a:cxn ang="0">
                <a:pos x="connsiteX32821" y="connsiteY32821"/>
              </a:cxn>
              <a:cxn ang="0">
                <a:pos x="connsiteX32822" y="connsiteY32822"/>
              </a:cxn>
              <a:cxn ang="0">
                <a:pos x="connsiteX32823" y="connsiteY32823"/>
              </a:cxn>
              <a:cxn ang="0">
                <a:pos x="connsiteX32824" y="connsiteY32824"/>
              </a:cxn>
              <a:cxn ang="0">
                <a:pos x="connsiteX32825" y="connsiteY32825"/>
              </a:cxn>
              <a:cxn ang="0">
                <a:pos x="connsiteX32826" y="connsiteY32826"/>
              </a:cxn>
              <a:cxn ang="0">
                <a:pos x="connsiteX32827" y="connsiteY32827"/>
              </a:cxn>
              <a:cxn ang="0">
                <a:pos x="connsiteX32828" y="connsiteY32828"/>
              </a:cxn>
              <a:cxn ang="0">
                <a:pos x="connsiteX32829" y="connsiteY32829"/>
              </a:cxn>
              <a:cxn ang="0">
                <a:pos x="connsiteX32830" y="connsiteY32830"/>
              </a:cxn>
              <a:cxn ang="0">
                <a:pos x="connsiteX32831" y="connsiteY32831"/>
              </a:cxn>
              <a:cxn ang="0">
                <a:pos x="connsiteX32832" y="connsiteY32832"/>
              </a:cxn>
              <a:cxn ang="0">
                <a:pos x="connsiteX32833" y="connsiteY32833"/>
              </a:cxn>
              <a:cxn ang="0">
                <a:pos x="connsiteX32834" y="connsiteY32834"/>
              </a:cxn>
              <a:cxn ang="0">
                <a:pos x="connsiteX32835" y="connsiteY32835"/>
              </a:cxn>
              <a:cxn ang="0">
                <a:pos x="connsiteX32836" y="connsiteY32836"/>
              </a:cxn>
              <a:cxn ang="0">
                <a:pos x="connsiteX32837" y="connsiteY32837"/>
              </a:cxn>
              <a:cxn ang="0">
                <a:pos x="connsiteX32838" y="connsiteY32838"/>
              </a:cxn>
              <a:cxn ang="0">
                <a:pos x="connsiteX32839" y="connsiteY32839"/>
              </a:cxn>
              <a:cxn ang="0">
                <a:pos x="connsiteX32840" y="connsiteY32840"/>
              </a:cxn>
              <a:cxn ang="0">
                <a:pos x="connsiteX32841" y="connsiteY32841"/>
              </a:cxn>
              <a:cxn ang="0">
                <a:pos x="connsiteX32842" y="connsiteY32842"/>
              </a:cxn>
              <a:cxn ang="0">
                <a:pos x="connsiteX32843" y="connsiteY32843"/>
              </a:cxn>
              <a:cxn ang="0">
                <a:pos x="connsiteX32844" y="connsiteY32844"/>
              </a:cxn>
              <a:cxn ang="0">
                <a:pos x="connsiteX32845" y="connsiteY32845"/>
              </a:cxn>
              <a:cxn ang="0">
                <a:pos x="connsiteX32846" y="connsiteY32846"/>
              </a:cxn>
              <a:cxn ang="0">
                <a:pos x="connsiteX32847" y="connsiteY32847"/>
              </a:cxn>
              <a:cxn ang="0">
                <a:pos x="connsiteX32848" y="connsiteY32848"/>
              </a:cxn>
              <a:cxn ang="0">
                <a:pos x="connsiteX32849" y="connsiteY32849"/>
              </a:cxn>
              <a:cxn ang="0">
                <a:pos x="connsiteX32850" y="connsiteY32850"/>
              </a:cxn>
              <a:cxn ang="0">
                <a:pos x="connsiteX32851" y="connsiteY32851"/>
              </a:cxn>
              <a:cxn ang="0">
                <a:pos x="connsiteX32852" y="connsiteY32852"/>
              </a:cxn>
              <a:cxn ang="0">
                <a:pos x="connsiteX32853" y="connsiteY32853"/>
              </a:cxn>
              <a:cxn ang="0">
                <a:pos x="connsiteX32854" y="connsiteY32854"/>
              </a:cxn>
              <a:cxn ang="0">
                <a:pos x="connsiteX32855" y="connsiteY32855"/>
              </a:cxn>
              <a:cxn ang="0">
                <a:pos x="connsiteX32856" y="connsiteY32856"/>
              </a:cxn>
              <a:cxn ang="0">
                <a:pos x="connsiteX32857" y="connsiteY32857"/>
              </a:cxn>
              <a:cxn ang="0">
                <a:pos x="connsiteX32858" y="connsiteY32858"/>
              </a:cxn>
              <a:cxn ang="0">
                <a:pos x="connsiteX32859" y="connsiteY32859"/>
              </a:cxn>
              <a:cxn ang="0">
                <a:pos x="connsiteX32860" y="connsiteY32860"/>
              </a:cxn>
              <a:cxn ang="0">
                <a:pos x="connsiteX32861" y="connsiteY32861"/>
              </a:cxn>
              <a:cxn ang="0">
                <a:pos x="connsiteX32862" y="connsiteY32862"/>
              </a:cxn>
              <a:cxn ang="0">
                <a:pos x="connsiteX32863" y="connsiteY32863"/>
              </a:cxn>
              <a:cxn ang="0">
                <a:pos x="connsiteX32864" y="connsiteY32864"/>
              </a:cxn>
              <a:cxn ang="0">
                <a:pos x="connsiteX32865" y="connsiteY32865"/>
              </a:cxn>
              <a:cxn ang="0">
                <a:pos x="connsiteX32866" y="connsiteY32866"/>
              </a:cxn>
              <a:cxn ang="0">
                <a:pos x="connsiteX32867" y="connsiteY32867"/>
              </a:cxn>
              <a:cxn ang="0">
                <a:pos x="connsiteX32868" y="connsiteY32868"/>
              </a:cxn>
              <a:cxn ang="0">
                <a:pos x="connsiteX32869" y="connsiteY32869"/>
              </a:cxn>
              <a:cxn ang="0">
                <a:pos x="connsiteX32870" y="connsiteY32870"/>
              </a:cxn>
              <a:cxn ang="0">
                <a:pos x="connsiteX32871" y="connsiteY32871"/>
              </a:cxn>
              <a:cxn ang="0">
                <a:pos x="connsiteX32872" y="connsiteY32872"/>
              </a:cxn>
              <a:cxn ang="0">
                <a:pos x="connsiteX32873" y="connsiteY32873"/>
              </a:cxn>
              <a:cxn ang="0">
                <a:pos x="connsiteX32874" y="connsiteY32874"/>
              </a:cxn>
              <a:cxn ang="0">
                <a:pos x="connsiteX32875" y="connsiteY32875"/>
              </a:cxn>
              <a:cxn ang="0">
                <a:pos x="connsiteX32876" y="connsiteY32876"/>
              </a:cxn>
              <a:cxn ang="0">
                <a:pos x="connsiteX32877" y="connsiteY32877"/>
              </a:cxn>
              <a:cxn ang="0">
                <a:pos x="connsiteX32878" y="connsiteY32878"/>
              </a:cxn>
              <a:cxn ang="0">
                <a:pos x="connsiteX32879" y="connsiteY32879"/>
              </a:cxn>
              <a:cxn ang="0">
                <a:pos x="connsiteX32880" y="connsiteY32880"/>
              </a:cxn>
              <a:cxn ang="0">
                <a:pos x="connsiteX32881" y="connsiteY32881"/>
              </a:cxn>
              <a:cxn ang="0">
                <a:pos x="connsiteX32882" y="connsiteY32882"/>
              </a:cxn>
              <a:cxn ang="0">
                <a:pos x="connsiteX32883" y="connsiteY32883"/>
              </a:cxn>
              <a:cxn ang="0">
                <a:pos x="connsiteX32884" y="connsiteY32884"/>
              </a:cxn>
              <a:cxn ang="0">
                <a:pos x="connsiteX32885" y="connsiteY32885"/>
              </a:cxn>
              <a:cxn ang="0">
                <a:pos x="connsiteX32886" y="connsiteY32886"/>
              </a:cxn>
              <a:cxn ang="0">
                <a:pos x="connsiteX32887" y="connsiteY32887"/>
              </a:cxn>
              <a:cxn ang="0">
                <a:pos x="connsiteX32888" y="connsiteY32888"/>
              </a:cxn>
              <a:cxn ang="0">
                <a:pos x="connsiteX32889" y="connsiteY32889"/>
              </a:cxn>
              <a:cxn ang="0">
                <a:pos x="connsiteX32890" y="connsiteY32890"/>
              </a:cxn>
              <a:cxn ang="0">
                <a:pos x="connsiteX32891" y="connsiteY32891"/>
              </a:cxn>
              <a:cxn ang="0">
                <a:pos x="connsiteX32892" y="connsiteY32892"/>
              </a:cxn>
              <a:cxn ang="0">
                <a:pos x="connsiteX32893" y="connsiteY32893"/>
              </a:cxn>
              <a:cxn ang="0">
                <a:pos x="connsiteX32894" y="connsiteY32894"/>
              </a:cxn>
              <a:cxn ang="0">
                <a:pos x="connsiteX32895" y="connsiteY32895"/>
              </a:cxn>
              <a:cxn ang="0">
                <a:pos x="connsiteX32896" y="connsiteY32896"/>
              </a:cxn>
              <a:cxn ang="0">
                <a:pos x="connsiteX32897" y="connsiteY32897"/>
              </a:cxn>
              <a:cxn ang="0">
                <a:pos x="connsiteX32898" y="connsiteY32898"/>
              </a:cxn>
              <a:cxn ang="0">
                <a:pos x="connsiteX32899" y="connsiteY32899"/>
              </a:cxn>
              <a:cxn ang="0">
                <a:pos x="connsiteX32900" y="connsiteY32900"/>
              </a:cxn>
              <a:cxn ang="0">
                <a:pos x="connsiteX32901" y="connsiteY32901"/>
              </a:cxn>
              <a:cxn ang="0">
                <a:pos x="connsiteX32902" y="connsiteY32902"/>
              </a:cxn>
              <a:cxn ang="0">
                <a:pos x="connsiteX32903" y="connsiteY32903"/>
              </a:cxn>
              <a:cxn ang="0">
                <a:pos x="connsiteX32904" y="connsiteY32904"/>
              </a:cxn>
              <a:cxn ang="0">
                <a:pos x="connsiteX32905" y="connsiteY32905"/>
              </a:cxn>
              <a:cxn ang="0">
                <a:pos x="connsiteX32906" y="connsiteY32906"/>
              </a:cxn>
              <a:cxn ang="0">
                <a:pos x="connsiteX32907" y="connsiteY32907"/>
              </a:cxn>
              <a:cxn ang="0">
                <a:pos x="connsiteX32908" y="connsiteY32908"/>
              </a:cxn>
              <a:cxn ang="0">
                <a:pos x="connsiteX32909" y="connsiteY32909"/>
              </a:cxn>
              <a:cxn ang="0">
                <a:pos x="connsiteX32910" y="connsiteY32910"/>
              </a:cxn>
              <a:cxn ang="0">
                <a:pos x="connsiteX32911" y="connsiteY32911"/>
              </a:cxn>
              <a:cxn ang="0">
                <a:pos x="connsiteX32912" y="connsiteY32912"/>
              </a:cxn>
              <a:cxn ang="0">
                <a:pos x="connsiteX32913" y="connsiteY32913"/>
              </a:cxn>
              <a:cxn ang="0">
                <a:pos x="connsiteX32914" y="connsiteY32914"/>
              </a:cxn>
              <a:cxn ang="0">
                <a:pos x="connsiteX32915" y="connsiteY32915"/>
              </a:cxn>
              <a:cxn ang="0">
                <a:pos x="connsiteX32916" y="connsiteY32916"/>
              </a:cxn>
              <a:cxn ang="0">
                <a:pos x="connsiteX32917" y="connsiteY32917"/>
              </a:cxn>
              <a:cxn ang="0">
                <a:pos x="connsiteX32918" y="connsiteY32918"/>
              </a:cxn>
              <a:cxn ang="0">
                <a:pos x="connsiteX32919" y="connsiteY32919"/>
              </a:cxn>
              <a:cxn ang="0">
                <a:pos x="connsiteX32920" y="connsiteY32920"/>
              </a:cxn>
              <a:cxn ang="0">
                <a:pos x="connsiteX32921" y="connsiteY32921"/>
              </a:cxn>
              <a:cxn ang="0">
                <a:pos x="connsiteX32922" y="connsiteY32922"/>
              </a:cxn>
              <a:cxn ang="0">
                <a:pos x="connsiteX32923" y="connsiteY32923"/>
              </a:cxn>
              <a:cxn ang="0">
                <a:pos x="connsiteX32924" y="connsiteY32924"/>
              </a:cxn>
              <a:cxn ang="0">
                <a:pos x="connsiteX32925" y="connsiteY32925"/>
              </a:cxn>
              <a:cxn ang="0">
                <a:pos x="connsiteX32926" y="connsiteY32926"/>
              </a:cxn>
              <a:cxn ang="0">
                <a:pos x="connsiteX32927" y="connsiteY32927"/>
              </a:cxn>
              <a:cxn ang="0">
                <a:pos x="connsiteX32928" y="connsiteY32928"/>
              </a:cxn>
              <a:cxn ang="0">
                <a:pos x="connsiteX32929" y="connsiteY32929"/>
              </a:cxn>
              <a:cxn ang="0">
                <a:pos x="connsiteX32930" y="connsiteY32930"/>
              </a:cxn>
              <a:cxn ang="0">
                <a:pos x="connsiteX32931" y="connsiteY32931"/>
              </a:cxn>
              <a:cxn ang="0">
                <a:pos x="connsiteX32932" y="connsiteY32932"/>
              </a:cxn>
              <a:cxn ang="0">
                <a:pos x="connsiteX32933" y="connsiteY32933"/>
              </a:cxn>
              <a:cxn ang="0">
                <a:pos x="connsiteX32934" y="connsiteY32934"/>
              </a:cxn>
              <a:cxn ang="0">
                <a:pos x="connsiteX32935" y="connsiteY32935"/>
              </a:cxn>
              <a:cxn ang="0">
                <a:pos x="connsiteX32936" y="connsiteY32936"/>
              </a:cxn>
              <a:cxn ang="0">
                <a:pos x="connsiteX32937" y="connsiteY32937"/>
              </a:cxn>
              <a:cxn ang="0">
                <a:pos x="connsiteX32938" y="connsiteY32938"/>
              </a:cxn>
              <a:cxn ang="0">
                <a:pos x="connsiteX32939" y="connsiteY32939"/>
              </a:cxn>
              <a:cxn ang="0">
                <a:pos x="connsiteX32940" y="connsiteY32940"/>
              </a:cxn>
              <a:cxn ang="0">
                <a:pos x="connsiteX32941" y="connsiteY32941"/>
              </a:cxn>
              <a:cxn ang="0">
                <a:pos x="connsiteX32942" y="connsiteY32942"/>
              </a:cxn>
              <a:cxn ang="0">
                <a:pos x="connsiteX32943" y="connsiteY32943"/>
              </a:cxn>
              <a:cxn ang="0">
                <a:pos x="connsiteX32944" y="connsiteY32944"/>
              </a:cxn>
              <a:cxn ang="0">
                <a:pos x="connsiteX32945" y="connsiteY32945"/>
              </a:cxn>
              <a:cxn ang="0">
                <a:pos x="connsiteX32946" y="connsiteY32946"/>
              </a:cxn>
              <a:cxn ang="0">
                <a:pos x="connsiteX32947" y="connsiteY32947"/>
              </a:cxn>
              <a:cxn ang="0">
                <a:pos x="connsiteX32948" y="connsiteY32948"/>
              </a:cxn>
              <a:cxn ang="0">
                <a:pos x="connsiteX32949" y="connsiteY32949"/>
              </a:cxn>
              <a:cxn ang="0">
                <a:pos x="connsiteX32950" y="connsiteY32950"/>
              </a:cxn>
              <a:cxn ang="0">
                <a:pos x="connsiteX32951" y="connsiteY32951"/>
              </a:cxn>
              <a:cxn ang="0">
                <a:pos x="connsiteX32952" y="connsiteY32952"/>
              </a:cxn>
              <a:cxn ang="0">
                <a:pos x="connsiteX32953" y="connsiteY32953"/>
              </a:cxn>
              <a:cxn ang="0">
                <a:pos x="connsiteX32954" y="connsiteY32954"/>
              </a:cxn>
              <a:cxn ang="0">
                <a:pos x="connsiteX32955" y="connsiteY32955"/>
              </a:cxn>
              <a:cxn ang="0">
                <a:pos x="connsiteX32956" y="connsiteY32956"/>
              </a:cxn>
              <a:cxn ang="0">
                <a:pos x="connsiteX32957" y="connsiteY32957"/>
              </a:cxn>
              <a:cxn ang="0">
                <a:pos x="connsiteX32958" y="connsiteY32958"/>
              </a:cxn>
              <a:cxn ang="0">
                <a:pos x="connsiteX32959" y="connsiteY32959"/>
              </a:cxn>
              <a:cxn ang="0">
                <a:pos x="connsiteX32960" y="connsiteY32960"/>
              </a:cxn>
              <a:cxn ang="0">
                <a:pos x="connsiteX32961" y="connsiteY32961"/>
              </a:cxn>
              <a:cxn ang="0">
                <a:pos x="connsiteX32962" y="connsiteY32962"/>
              </a:cxn>
              <a:cxn ang="0">
                <a:pos x="connsiteX32963" y="connsiteY32963"/>
              </a:cxn>
              <a:cxn ang="0">
                <a:pos x="connsiteX32964" y="connsiteY32964"/>
              </a:cxn>
              <a:cxn ang="0">
                <a:pos x="connsiteX32965" y="connsiteY32965"/>
              </a:cxn>
              <a:cxn ang="0">
                <a:pos x="connsiteX32966" y="connsiteY32966"/>
              </a:cxn>
              <a:cxn ang="0">
                <a:pos x="connsiteX32967" y="connsiteY32967"/>
              </a:cxn>
              <a:cxn ang="0">
                <a:pos x="connsiteX32968" y="connsiteY32968"/>
              </a:cxn>
              <a:cxn ang="0">
                <a:pos x="connsiteX32969" y="connsiteY32969"/>
              </a:cxn>
              <a:cxn ang="0">
                <a:pos x="connsiteX32970" y="connsiteY32970"/>
              </a:cxn>
              <a:cxn ang="0">
                <a:pos x="connsiteX32971" y="connsiteY32971"/>
              </a:cxn>
              <a:cxn ang="0">
                <a:pos x="connsiteX32972" y="connsiteY32972"/>
              </a:cxn>
              <a:cxn ang="0">
                <a:pos x="connsiteX32973" y="connsiteY32973"/>
              </a:cxn>
              <a:cxn ang="0">
                <a:pos x="connsiteX32974" y="connsiteY32974"/>
              </a:cxn>
              <a:cxn ang="0">
                <a:pos x="connsiteX32975" y="connsiteY32975"/>
              </a:cxn>
              <a:cxn ang="0">
                <a:pos x="connsiteX32976" y="connsiteY32976"/>
              </a:cxn>
              <a:cxn ang="0">
                <a:pos x="connsiteX32977" y="connsiteY32977"/>
              </a:cxn>
              <a:cxn ang="0">
                <a:pos x="connsiteX32978" y="connsiteY32978"/>
              </a:cxn>
              <a:cxn ang="0">
                <a:pos x="connsiteX32979" y="connsiteY32979"/>
              </a:cxn>
              <a:cxn ang="0">
                <a:pos x="connsiteX32980" y="connsiteY32980"/>
              </a:cxn>
              <a:cxn ang="0">
                <a:pos x="connsiteX32981" y="connsiteY32981"/>
              </a:cxn>
              <a:cxn ang="0">
                <a:pos x="connsiteX32982" y="connsiteY32982"/>
              </a:cxn>
              <a:cxn ang="0">
                <a:pos x="connsiteX32983" y="connsiteY32983"/>
              </a:cxn>
              <a:cxn ang="0">
                <a:pos x="connsiteX32984" y="connsiteY32984"/>
              </a:cxn>
              <a:cxn ang="0">
                <a:pos x="connsiteX32985" y="connsiteY32985"/>
              </a:cxn>
              <a:cxn ang="0">
                <a:pos x="connsiteX32986" y="connsiteY32986"/>
              </a:cxn>
              <a:cxn ang="0">
                <a:pos x="connsiteX32987" y="connsiteY32987"/>
              </a:cxn>
              <a:cxn ang="0">
                <a:pos x="connsiteX32988" y="connsiteY32988"/>
              </a:cxn>
              <a:cxn ang="0">
                <a:pos x="connsiteX32989" y="connsiteY32989"/>
              </a:cxn>
              <a:cxn ang="0">
                <a:pos x="connsiteX32990" y="connsiteY32990"/>
              </a:cxn>
              <a:cxn ang="0">
                <a:pos x="connsiteX32991" y="connsiteY32991"/>
              </a:cxn>
              <a:cxn ang="0">
                <a:pos x="connsiteX32992" y="connsiteY32992"/>
              </a:cxn>
              <a:cxn ang="0">
                <a:pos x="connsiteX32993" y="connsiteY32993"/>
              </a:cxn>
              <a:cxn ang="0">
                <a:pos x="connsiteX32994" y="connsiteY32994"/>
              </a:cxn>
              <a:cxn ang="0">
                <a:pos x="connsiteX32995" y="connsiteY32995"/>
              </a:cxn>
              <a:cxn ang="0">
                <a:pos x="connsiteX32996" y="connsiteY32996"/>
              </a:cxn>
              <a:cxn ang="0">
                <a:pos x="connsiteX32997" y="connsiteY32997"/>
              </a:cxn>
              <a:cxn ang="0">
                <a:pos x="connsiteX32998" y="connsiteY32998"/>
              </a:cxn>
              <a:cxn ang="0">
                <a:pos x="connsiteX32999" y="connsiteY32999"/>
              </a:cxn>
              <a:cxn ang="0">
                <a:pos x="connsiteX33000" y="connsiteY33000"/>
              </a:cxn>
              <a:cxn ang="0">
                <a:pos x="connsiteX33001" y="connsiteY33001"/>
              </a:cxn>
              <a:cxn ang="0">
                <a:pos x="connsiteX33002" y="connsiteY33002"/>
              </a:cxn>
              <a:cxn ang="0">
                <a:pos x="connsiteX33003" y="connsiteY33003"/>
              </a:cxn>
              <a:cxn ang="0">
                <a:pos x="connsiteX33004" y="connsiteY33004"/>
              </a:cxn>
              <a:cxn ang="0">
                <a:pos x="connsiteX33005" y="connsiteY33005"/>
              </a:cxn>
              <a:cxn ang="0">
                <a:pos x="connsiteX33006" y="connsiteY33006"/>
              </a:cxn>
              <a:cxn ang="0">
                <a:pos x="connsiteX33007" y="connsiteY33007"/>
              </a:cxn>
              <a:cxn ang="0">
                <a:pos x="connsiteX33008" y="connsiteY33008"/>
              </a:cxn>
              <a:cxn ang="0">
                <a:pos x="connsiteX33009" y="connsiteY33009"/>
              </a:cxn>
              <a:cxn ang="0">
                <a:pos x="connsiteX33010" y="connsiteY33010"/>
              </a:cxn>
              <a:cxn ang="0">
                <a:pos x="connsiteX33011" y="connsiteY33011"/>
              </a:cxn>
              <a:cxn ang="0">
                <a:pos x="connsiteX33012" y="connsiteY33012"/>
              </a:cxn>
              <a:cxn ang="0">
                <a:pos x="connsiteX33013" y="connsiteY33013"/>
              </a:cxn>
              <a:cxn ang="0">
                <a:pos x="connsiteX33014" y="connsiteY33014"/>
              </a:cxn>
              <a:cxn ang="0">
                <a:pos x="connsiteX33015" y="connsiteY33015"/>
              </a:cxn>
              <a:cxn ang="0">
                <a:pos x="connsiteX33016" y="connsiteY33016"/>
              </a:cxn>
              <a:cxn ang="0">
                <a:pos x="connsiteX33017" y="connsiteY33017"/>
              </a:cxn>
              <a:cxn ang="0">
                <a:pos x="connsiteX33018" y="connsiteY33018"/>
              </a:cxn>
              <a:cxn ang="0">
                <a:pos x="connsiteX33019" y="connsiteY33019"/>
              </a:cxn>
              <a:cxn ang="0">
                <a:pos x="connsiteX33020" y="connsiteY33020"/>
              </a:cxn>
              <a:cxn ang="0">
                <a:pos x="connsiteX33021" y="connsiteY33021"/>
              </a:cxn>
              <a:cxn ang="0">
                <a:pos x="connsiteX33022" y="connsiteY33022"/>
              </a:cxn>
              <a:cxn ang="0">
                <a:pos x="connsiteX33023" y="connsiteY33023"/>
              </a:cxn>
              <a:cxn ang="0">
                <a:pos x="connsiteX33024" y="connsiteY33024"/>
              </a:cxn>
              <a:cxn ang="0">
                <a:pos x="connsiteX33025" y="connsiteY33025"/>
              </a:cxn>
              <a:cxn ang="0">
                <a:pos x="connsiteX33026" y="connsiteY33026"/>
              </a:cxn>
              <a:cxn ang="0">
                <a:pos x="connsiteX33027" y="connsiteY33027"/>
              </a:cxn>
              <a:cxn ang="0">
                <a:pos x="connsiteX33028" y="connsiteY33028"/>
              </a:cxn>
              <a:cxn ang="0">
                <a:pos x="connsiteX33029" y="connsiteY33029"/>
              </a:cxn>
              <a:cxn ang="0">
                <a:pos x="connsiteX33030" y="connsiteY33030"/>
              </a:cxn>
              <a:cxn ang="0">
                <a:pos x="connsiteX33031" y="connsiteY33031"/>
              </a:cxn>
              <a:cxn ang="0">
                <a:pos x="connsiteX33032" y="connsiteY33032"/>
              </a:cxn>
              <a:cxn ang="0">
                <a:pos x="connsiteX33033" y="connsiteY33033"/>
              </a:cxn>
              <a:cxn ang="0">
                <a:pos x="connsiteX33034" y="connsiteY33034"/>
              </a:cxn>
              <a:cxn ang="0">
                <a:pos x="connsiteX33035" y="connsiteY33035"/>
              </a:cxn>
              <a:cxn ang="0">
                <a:pos x="connsiteX33036" y="connsiteY33036"/>
              </a:cxn>
              <a:cxn ang="0">
                <a:pos x="connsiteX33037" y="connsiteY33037"/>
              </a:cxn>
              <a:cxn ang="0">
                <a:pos x="connsiteX33038" y="connsiteY33038"/>
              </a:cxn>
              <a:cxn ang="0">
                <a:pos x="connsiteX33039" y="connsiteY33039"/>
              </a:cxn>
              <a:cxn ang="0">
                <a:pos x="connsiteX33040" y="connsiteY33040"/>
              </a:cxn>
              <a:cxn ang="0">
                <a:pos x="connsiteX33041" y="connsiteY33041"/>
              </a:cxn>
              <a:cxn ang="0">
                <a:pos x="connsiteX33042" y="connsiteY33042"/>
              </a:cxn>
              <a:cxn ang="0">
                <a:pos x="connsiteX33043" y="connsiteY33043"/>
              </a:cxn>
              <a:cxn ang="0">
                <a:pos x="connsiteX33044" y="connsiteY33044"/>
              </a:cxn>
              <a:cxn ang="0">
                <a:pos x="connsiteX33045" y="connsiteY33045"/>
              </a:cxn>
              <a:cxn ang="0">
                <a:pos x="connsiteX33046" y="connsiteY33046"/>
              </a:cxn>
              <a:cxn ang="0">
                <a:pos x="connsiteX33047" y="connsiteY33047"/>
              </a:cxn>
              <a:cxn ang="0">
                <a:pos x="connsiteX33048" y="connsiteY33048"/>
              </a:cxn>
              <a:cxn ang="0">
                <a:pos x="connsiteX33049" y="connsiteY33049"/>
              </a:cxn>
              <a:cxn ang="0">
                <a:pos x="connsiteX33050" y="connsiteY33050"/>
              </a:cxn>
              <a:cxn ang="0">
                <a:pos x="connsiteX33051" y="connsiteY33051"/>
              </a:cxn>
              <a:cxn ang="0">
                <a:pos x="connsiteX33052" y="connsiteY33052"/>
              </a:cxn>
              <a:cxn ang="0">
                <a:pos x="connsiteX33053" y="connsiteY33053"/>
              </a:cxn>
              <a:cxn ang="0">
                <a:pos x="connsiteX33054" y="connsiteY33054"/>
              </a:cxn>
              <a:cxn ang="0">
                <a:pos x="connsiteX33055" y="connsiteY33055"/>
              </a:cxn>
              <a:cxn ang="0">
                <a:pos x="connsiteX33056" y="connsiteY33056"/>
              </a:cxn>
              <a:cxn ang="0">
                <a:pos x="connsiteX33057" y="connsiteY33057"/>
              </a:cxn>
              <a:cxn ang="0">
                <a:pos x="connsiteX33058" y="connsiteY33058"/>
              </a:cxn>
              <a:cxn ang="0">
                <a:pos x="connsiteX33059" y="connsiteY33059"/>
              </a:cxn>
              <a:cxn ang="0">
                <a:pos x="connsiteX33060" y="connsiteY33060"/>
              </a:cxn>
              <a:cxn ang="0">
                <a:pos x="connsiteX33061" y="connsiteY33061"/>
              </a:cxn>
              <a:cxn ang="0">
                <a:pos x="connsiteX33062" y="connsiteY33062"/>
              </a:cxn>
              <a:cxn ang="0">
                <a:pos x="connsiteX33063" y="connsiteY33063"/>
              </a:cxn>
              <a:cxn ang="0">
                <a:pos x="connsiteX33064" y="connsiteY33064"/>
              </a:cxn>
              <a:cxn ang="0">
                <a:pos x="connsiteX33065" y="connsiteY33065"/>
              </a:cxn>
              <a:cxn ang="0">
                <a:pos x="connsiteX33066" y="connsiteY33066"/>
              </a:cxn>
              <a:cxn ang="0">
                <a:pos x="connsiteX33067" y="connsiteY33067"/>
              </a:cxn>
              <a:cxn ang="0">
                <a:pos x="connsiteX33068" y="connsiteY33068"/>
              </a:cxn>
              <a:cxn ang="0">
                <a:pos x="connsiteX33069" y="connsiteY33069"/>
              </a:cxn>
              <a:cxn ang="0">
                <a:pos x="connsiteX33070" y="connsiteY33070"/>
              </a:cxn>
              <a:cxn ang="0">
                <a:pos x="connsiteX33071" y="connsiteY33071"/>
              </a:cxn>
              <a:cxn ang="0">
                <a:pos x="connsiteX33072" y="connsiteY33072"/>
              </a:cxn>
              <a:cxn ang="0">
                <a:pos x="connsiteX33073" y="connsiteY33073"/>
              </a:cxn>
              <a:cxn ang="0">
                <a:pos x="connsiteX33074" y="connsiteY33074"/>
              </a:cxn>
              <a:cxn ang="0">
                <a:pos x="connsiteX33075" y="connsiteY33075"/>
              </a:cxn>
              <a:cxn ang="0">
                <a:pos x="connsiteX33076" y="connsiteY33076"/>
              </a:cxn>
              <a:cxn ang="0">
                <a:pos x="connsiteX33077" y="connsiteY33077"/>
              </a:cxn>
              <a:cxn ang="0">
                <a:pos x="connsiteX33078" y="connsiteY33078"/>
              </a:cxn>
              <a:cxn ang="0">
                <a:pos x="connsiteX33079" y="connsiteY33079"/>
              </a:cxn>
              <a:cxn ang="0">
                <a:pos x="connsiteX33080" y="connsiteY33080"/>
              </a:cxn>
              <a:cxn ang="0">
                <a:pos x="connsiteX33081" y="connsiteY33081"/>
              </a:cxn>
              <a:cxn ang="0">
                <a:pos x="connsiteX33082" y="connsiteY33082"/>
              </a:cxn>
              <a:cxn ang="0">
                <a:pos x="connsiteX33083" y="connsiteY33083"/>
              </a:cxn>
              <a:cxn ang="0">
                <a:pos x="connsiteX33084" y="connsiteY33084"/>
              </a:cxn>
              <a:cxn ang="0">
                <a:pos x="connsiteX33085" y="connsiteY33085"/>
              </a:cxn>
              <a:cxn ang="0">
                <a:pos x="connsiteX33086" y="connsiteY33086"/>
              </a:cxn>
              <a:cxn ang="0">
                <a:pos x="connsiteX33087" y="connsiteY33087"/>
              </a:cxn>
              <a:cxn ang="0">
                <a:pos x="connsiteX33088" y="connsiteY33088"/>
              </a:cxn>
              <a:cxn ang="0">
                <a:pos x="connsiteX33089" y="connsiteY33089"/>
              </a:cxn>
              <a:cxn ang="0">
                <a:pos x="connsiteX33090" y="connsiteY33090"/>
              </a:cxn>
              <a:cxn ang="0">
                <a:pos x="connsiteX33091" y="connsiteY33091"/>
              </a:cxn>
              <a:cxn ang="0">
                <a:pos x="connsiteX33092" y="connsiteY33092"/>
              </a:cxn>
              <a:cxn ang="0">
                <a:pos x="connsiteX33093" y="connsiteY33093"/>
              </a:cxn>
              <a:cxn ang="0">
                <a:pos x="connsiteX33094" y="connsiteY33094"/>
              </a:cxn>
              <a:cxn ang="0">
                <a:pos x="connsiteX33095" y="connsiteY33095"/>
              </a:cxn>
              <a:cxn ang="0">
                <a:pos x="connsiteX33096" y="connsiteY33096"/>
              </a:cxn>
              <a:cxn ang="0">
                <a:pos x="connsiteX33097" y="connsiteY33097"/>
              </a:cxn>
              <a:cxn ang="0">
                <a:pos x="connsiteX33098" y="connsiteY33098"/>
              </a:cxn>
              <a:cxn ang="0">
                <a:pos x="connsiteX33099" y="connsiteY33099"/>
              </a:cxn>
              <a:cxn ang="0">
                <a:pos x="connsiteX33100" y="connsiteY33100"/>
              </a:cxn>
              <a:cxn ang="0">
                <a:pos x="connsiteX33101" y="connsiteY33101"/>
              </a:cxn>
              <a:cxn ang="0">
                <a:pos x="connsiteX33102" y="connsiteY33102"/>
              </a:cxn>
              <a:cxn ang="0">
                <a:pos x="connsiteX33103" y="connsiteY33103"/>
              </a:cxn>
              <a:cxn ang="0">
                <a:pos x="connsiteX33104" y="connsiteY33104"/>
              </a:cxn>
              <a:cxn ang="0">
                <a:pos x="connsiteX33105" y="connsiteY33105"/>
              </a:cxn>
              <a:cxn ang="0">
                <a:pos x="connsiteX33106" y="connsiteY33106"/>
              </a:cxn>
              <a:cxn ang="0">
                <a:pos x="connsiteX33107" y="connsiteY33107"/>
              </a:cxn>
              <a:cxn ang="0">
                <a:pos x="connsiteX33108" y="connsiteY33108"/>
              </a:cxn>
              <a:cxn ang="0">
                <a:pos x="connsiteX33109" y="connsiteY33109"/>
              </a:cxn>
              <a:cxn ang="0">
                <a:pos x="connsiteX33110" y="connsiteY33110"/>
              </a:cxn>
              <a:cxn ang="0">
                <a:pos x="connsiteX33111" y="connsiteY33111"/>
              </a:cxn>
              <a:cxn ang="0">
                <a:pos x="connsiteX33112" y="connsiteY33112"/>
              </a:cxn>
              <a:cxn ang="0">
                <a:pos x="connsiteX33113" y="connsiteY33113"/>
              </a:cxn>
              <a:cxn ang="0">
                <a:pos x="connsiteX33114" y="connsiteY33114"/>
              </a:cxn>
              <a:cxn ang="0">
                <a:pos x="connsiteX33115" y="connsiteY33115"/>
              </a:cxn>
              <a:cxn ang="0">
                <a:pos x="connsiteX33116" y="connsiteY33116"/>
              </a:cxn>
              <a:cxn ang="0">
                <a:pos x="connsiteX33117" y="connsiteY33117"/>
              </a:cxn>
              <a:cxn ang="0">
                <a:pos x="connsiteX33118" y="connsiteY33118"/>
              </a:cxn>
              <a:cxn ang="0">
                <a:pos x="connsiteX33119" y="connsiteY33119"/>
              </a:cxn>
              <a:cxn ang="0">
                <a:pos x="connsiteX33120" y="connsiteY33120"/>
              </a:cxn>
              <a:cxn ang="0">
                <a:pos x="connsiteX33121" y="connsiteY33121"/>
              </a:cxn>
              <a:cxn ang="0">
                <a:pos x="connsiteX33122" y="connsiteY33122"/>
              </a:cxn>
              <a:cxn ang="0">
                <a:pos x="connsiteX33123" y="connsiteY33123"/>
              </a:cxn>
              <a:cxn ang="0">
                <a:pos x="connsiteX33124" y="connsiteY33124"/>
              </a:cxn>
              <a:cxn ang="0">
                <a:pos x="connsiteX33125" y="connsiteY33125"/>
              </a:cxn>
              <a:cxn ang="0">
                <a:pos x="connsiteX33126" y="connsiteY33126"/>
              </a:cxn>
              <a:cxn ang="0">
                <a:pos x="connsiteX33127" y="connsiteY33127"/>
              </a:cxn>
              <a:cxn ang="0">
                <a:pos x="connsiteX33128" y="connsiteY33128"/>
              </a:cxn>
              <a:cxn ang="0">
                <a:pos x="connsiteX33129" y="connsiteY33129"/>
              </a:cxn>
              <a:cxn ang="0">
                <a:pos x="connsiteX33130" y="connsiteY33130"/>
              </a:cxn>
              <a:cxn ang="0">
                <a:pos x="connsiteX33131" y="connsiteY33131"/>
              </a:cxn>
              <a:cxn ang="0">
                <a:pos x="connsiteX33132" y="connsiteY33132"/>
              </a:cxn>
              <a:cxn ang="0">
                <a:pos x="connsiteX33133" y="connsiteY33133"/>
              </a:cxn>
              <a:cxn ang="0">
                <a:pos x="connsiteX33134" y="connsiteY33134"/>
              </a:cxn>
              <a:cxn ang="0">
                <a:pos x="connsiteX33135" y="connsiteY33135"/>
              </a:cxn>
              <a:cxn ang="0">
                <a:pos x="connsiteX33136" y="connsiteY33136"/>
              </a:cxn>
              <a:cxn ang="0">
                <a:pos x="connsiteX33137" y="connsiteY33137"/>
              </a:cxn>
              <a:cxn ang="0">
                <a:pos x="connsiteX33138" y="connsiteY33138"/>
              </a:cxn>
              <a:cxn ang="0">
                <a:pos x="connsiteX33139" y="connsiteY33139"/>
              </a:cxn>
              <a:cxn ang="0">
                <a:pos x="connsiteX33140" y="connsiteY33140"/>
              </a:cxn>
              <a:cxn ang="0">
                <a:pos x="connsiteX33141" y="connsiteY33141"/>
              </a:cxn>
              <a:cxn ang="0">
                <a:pos x="connsiteX33142" y="connsiteY33142"/>
              </a:cxn>
              <a:cxn ang="0">
                <a:pos x="connsiteX33143" y="connsiteY33143"/>
              </a:cxn>
              <a:cxn ang="0">
                <a:pos x="connsiteX33144" y="connsiteY33144"/>
              </a:cxn>
              <a:cxn ang="0">
                <a:pos x="connsiteX33145" y="connsiteY33145"/>
              </a:cxn>
              <a:cxn ang="0">
                <a:pos x="connsiteX33146" y="connsiteY33146"/>
              </a:cxn>
              <a:cxn ang="0">
                <a:pos x="connsiteX33147" y="connsiteY33147"/>
              </a:cxn>
              <a:cxn ang="0">
                <a:pos x="connsiteX33148" y="connsiteY33148"/>
              </a:cxn>
              <a:cxn ang="0">
                <a:pos x="connsiteX33149" y="connsiteY33149"/>
              </a:cxn>
              <a:cxn ang="0">
                <a:pos x="connsiteX33150" y="connsiteY33150"/>
              </a:cxn>
              <a:cxn ang="0">
                <a:pos x="connsiteX33151" y="connsiteY33151"/>
              </a:cxn>
              <a:cxn ang="0">
                <a:pos x="connsiteX33152" y="connsiteY33152"/>
              </a:cxn>
              <a:cxn ang="0">
                <a:pos x="connsiteX33153" y="connsiteY33153"/>
              </a:cxn>
              <a:cxn ang="0">
                <a:pos x="connsiteX33154" y="connsiteY33154"/>
              </a:cxn>
              <a:cxn ang="0">
                <a:pos x="connsiteX33155" y="connsiteY33155"/>
              </a:cxn>
              <a:cxn ang="0">
                <a:pos x="connsiteX33156" y="connsiteY33156"/>
              </a:cxn>
              <a:cxn ang="0">
                <a:pos x="connsiteX33157" y="connsiteY33157"/>
              </a:cxn>
              <a:cxn ang="0">
                <a:pos x="connsiteX33158" y="connsiteY33158"/>
              </a:cxn>
              <a:cxn ang="0">
                <a:pos x="connsiteX33159" y="connsiteY33159"/>
              </a:cxn>
              <a:cxn ang="0">
                <a:pos x="connsiteX33160" y="connsiteY33160"/>
              </a:cxn>
              <a:cxn ang="0">
                <a:pos x="connsiteX33161" y="connsiteY33161"/>
              </a:cxn>
              <a:cxn ang="0">
                <a:pos x="connsiteX33162" y="connsiteY33162"/>
              </a:cxn>
              <a:cxn ang="0">
                <a:pos x="connsiteX33163" y="connsiteY33163"/>
              </a:cxn>
              <a:cxn ang="0">
                <a:pos x="connsiteX33164" y="connsiteY33164"/>
              </a:cxn>
              <a:cxn ang="0">
                <a:pos x="connsiteX33165" y="connsiteY33165"/>
              </a:cxn>
              <a:cxn ang="0">
                <a:pos x="connsiteX33166" y="connsiteY33166"/>
              </a:cxn>
              <a:cxn ang="0">
                <a:pos x="connsiteX33167" y="connsiteY33167"/>
              </a:cxn>
              <a:cxn ang="0">
                <a:pos x="connsiteX33168" y="connsiteY33168"/>
              </a:cxn>
              <a:cxn ang="0">
                <a:pos x="connsiteX33169" y="connsiteY33169"/>
              </a:cxn>
              <a:cxn ang="0">
                <a:pos x="connsiteX33170" y="connsiteY33170"/>
              </a:cxn>
              <a:cxn ang="0">
                <a:pos x="connsiteX33171" y="connsiteY33171"/>
              </a:cxn>
              <a:cxn ang="0">
                <a:pos x="connsiteX33172" y="connsiteY33172"/>
              </a:cxn>
              <a:cxn ang="0">
                <a:pos x="connsiteX33173" y="connsiteY33173"/>
              </a:cxn>
              <a:cxn ang="0">
                <a:pos x="connsiteX33174" y="connsiteY33174"/>
              </a:cxn>
              <a:cxn ang="0">
                <a:pos x="connsiteX33175" y="connsiteY33175"/>
              </a:cxn>
              <a:cxn ang="0">
                <a:pos x="connsiteX33176" y="connsiteY33176"/>
              </a:cxn>
              <a:cxn ang="0">
                <a:pos x="connsiteX33177" y="connsiteY33177"/>
              </a:cxn>
              <a:cxn ang="0">
                <a:pos x="connsiteX33178" y="connsiteY33178"/>
              </a:cxn>
              <a:cxn ang="0">
                <a:pos x="connsiteX33179" y="connsiteY33179"/>
              </a:cxn>
              <a:cxn ang="0">
                <a:pos x="connsiteX33180" y="connsiteY33180"/>
              </a:cxn>
              <a:cxn ang="0">
                <a:pos x="connsiteX33181" y="connsiteY33181"/>
              </a:cxn>
              <a:cxn ang="0">
                <a:pos x="connsiteX33182" y="connsiteY33182"/>
              </a:cxn>
              <a:cxn ang="0">
                <a:pos x="connsiteX33183" y="connsiteY33183"/>
              </a:cxn>
              <a:cxn ang="0">
                <a:pos x="connsiteX33184" y="connsiteY33184"/>
              </a:cxn>
              <a:cxn ang="0">
                <a:pos x="connsiteX33185" y="connsiteY33185"/>
              </a:cxn>
              <a:cxn ang="0">
                <a:pos x="connsiteX33186" y="connsiteY33186"/>
              </a:cxn>
              <a:cxn ang="0">
                <a:pos x="connsiteX33187" y="connsiteY33187"/>
              </a:cxn>
              <a:cxn ang="0">
                <a:pos x="connsiteX33188" y="connsiteY33188"/>
              </a:cxn>
              <a:cxn ang="0">
                <a:pos x="connsiteX33189" y="connsiteY33189"/>
              </a:cxn>
              <a:cxn ang="0">
                <a:pos x="connsiteX33190" y="connsiteY33190"/>
              </a:cxn>
              <a:cxn ang="0">
                <a:pos x="connsiteX33191" y="connsiteY33191"/>
              </a:cxn>
              <a:cxn ang="0">
                <a:pos x="connsiteX33192" y="connsiteY33192"/>
              </a:cxn>
              <a:cxn ang="0">
                <a:pos x="connsiteX33193" y="connsiteY33193"/>
              </a:cxn>
              <a:cxn ang="0">
                <a:pos x="connsiteX33194" y="connsiteY33194"/>
              </a:cxn>
              <a:cxn ang="0">
                <a:pos x="connsiteX33195" y="connsiteY33195"/>
              </a:cxn>
              <a:cxn ang="0">
                <a:pos x="connsiteX33196" y="connsiteY33196"/>
              </a:cxn>
              <a:cxn ang="0">
                <a:pos x="connsiteX33197" y="connsiteY33197"/>
              </a:cxn>
              <a:cxn ang="0">
                <a:pos x="connsiteX33198" y="connsiteY33198"/>
              </a:cxn>
              <a:cxn ang="0">
                <a:pos x="connsiteX33199" y="connsiteY33199"/>
              </a:cxn>
              <a:cxn ang="0">
                <a:pos x="connsiteX33200" y="connsiteY33200"/>
              </a:cxn>
              <a:cxn ang="0">
                <a:pos x="connsiteX33201" y="connsiteY33201"/>
              </a:cxn>
              <a:cxn ang="0">
                <a:pos x="connsiteX33202" y="connsiteY33202"/>
              </a:cxn>
              <a:cxn ang="0">
                <a:pos x="connsiteX33203" y="connsiteY33203"/>
              </a:cxn>
              <a:cxn ang="0">
                <a:pos x="connsiteX33204" y="connsiteY33204"/>
              </a:cxn>
              <a:cxn ang="0">
                <a:pos x="connsiteX33205" y="connsiteY33205"/>
              </a:cxn>
              <a:cxn ang="0">
                <a:pos x="connsiteX33206" y="connsiteY33206"/>
              </a:cxn>
              <a:cxn ang="0">
                <a:pos x="connsiteX33207" y="connsiteY33207"/>
              </a:cxn>
              <a:cxn ang="0">
                <a:pos x="connsiteX33208" y="connsiteY33208"/>
              </a:cxn>
              <a:cxn ang="0">
                <a:pos x="connsiteX33209" y="connsiteY33209"/>
              </a:cxn>
              <a:cxn ang="0">
                <a:pos x="connsiteX33210" y="connsiteY33210"/>
              </a:cxn>
              <a:cxn ang="0">
                <a:pos x="connsiteX33211" y="connsiteY33211"/>
              </a:cxn>
              <a:cxn ang="0">
                <a:pos x="connsiteX33212" y="connsiteY33212"/>
              </a:cxn>
              <a:cxn ang="0">
                <a:pos x="connsiteX33213" y="connsiteY33213"/>
              </a:cxn>
              <a:cxn ang="0">
                <a:pos x="connsiteX33214" y="connsiteY33214"/>
              </a:cxn>
              <a:cxn ang="0">
                <a:pos x="connsiteX33215" y="connsiteY33215"/>
              </a:cxn>
              <a:cxn ang="0">
                <a:pos x="connsiteX33216" y="connsiteY33216"/>
              </a:cxn>
              <a:cxn ang="0">
                <a:pos x="connsiteX33217" y="connsiteY33217"/>
              </a:cxn>
              <a:cxn ang="0">
                <a:pos x="connsiteX33218" y="connsiteY33218"/>
              </a:cxn>
              <a:cxn ang="0">
                <a:pos x="connsiteX33219" y="connsiteY33219"/>
              </a:cxn>
              <a:cxn ang="0">
                <a:pos x="connsiteX33220" y="connsiteY33220"/>
              </a:cxn>
              <a:cxn ang="0">
                <a:pos x="connsiteX33221" y="connsiteY33221"/>
              </a:cxn>
              <a:cxn ang="0">
                <a:pos x="connsiteX33222" y="connsiteY33222"/>
              </a:cxn>
              <a:cxn ang="0">
                <a:pos x="connsiteX33223" y="connsiteY33223"/>
              </a:cxn>
              <a:cxn ang="0">
                <a:pos x="connsiteX33224" y="connsiteY33224"/>
              </a:cxn>
              <a:cxn ang="0">
                <a:pos x="connsiteX33225" y="connsiteY33225"/>
              </a:cxn>
              <a:cxn ang="0">
                <a:pos x="connsiteX33226" y="connsiteY33226"/>
              </a:cxn>
              <a:cxn ang="0">
                <a:pos x="connsiteX33227" y="connsiteY33227"/>
              </a:cxn>
              <a:cxn ang="0">
                <a:pos x="connsiteX33228" y="connsiteY33228"/>
              </a:cxn>
              <a:cxn ang="0">
                <a:pos x="connsiteX33229" y="connsiteY33229"/>
              </a:cxn>
              <a:cxn ang="0">
                <a:pos x="connsiteX33230" y="connsiteY33230"/>
              </a:cxn>
              <a:cxn ang="0">
                <a:pos x="connsiteX33231" y="connsiteY33231"/>
              </a:cxn>
              <a:cxn ang="0">
                <a:pos x="connsiteX33232" y="connsiteY33232"/>
              </a:cxn>
              <a:cxn ang="0">
                <a:pos x="connsiteX33233" y="connsiteY33233"/>
              </a:cxn>
              <a:cxn ang="0">
                <a:pos x="connsiteX33234" y="connsiteY33234"/>
              </a:cxn>
              <a:cxn ang="0">
                <a:pos x="connsiteX33235" y="connsiteY33235"/>
              </a:cxn>
              <a:cxn ang="0">
                <a:pos x="connsiteX33236" y="connsiteY33236"/>
              </a:cxn>
              <a:cxn ang="0">
                <a:pos x="connsiteX33237" y="connsiteY33237"/>
              </a:cxn>
              <a:cxn ang="0">
                <a:pos x="connsiteX33238" y="connsiteY33238"/>
              </a:cxn>
              <a:cxn ang="0">
                <a:pos x="connsiteX33239" y="connsiteY33239"/>
              </a:cxn>
              <a:cxn ang="0">
                <a:pos x="connsiteX33240" y="connsiteY33240"/>
              </a:cxn>
              <a:cxn ang="0">
                <a:pos x="connsiteX33241" y="connsiteY33241"/>
              </a:cxn>
              <a:cxn ang="0">
                <a:pos x="connsiteX33242" y="connsiteY33242"/>
              </a:cxn>
              <a:cxn ang="0">
                <a:pos x="connsiteX33243" y="connsiteY33243"/>
              </a:cxn>
              <a:cxn ang="0">
                <a:pos x="connsiteX33244" y="connsiteY33244"/>
              </a:cxn>
              <a:cxn ang="0">
                <a:pos x="connsiteX33245" y="connsiteY33245"/>
              </a:cxn>
              <a:cxn ang="0">
                <a:pos x="connsiteX33246" y="connsiteY33246"/>
              </a:cxn>
              <a:cxn ang="0">
                <a:pos x="connsiteX33247" y="connsiteY33247"/>
              </a:cxn>
              <a:cxn ang="0">
                <a:pos x="connsiteX33248" y="connsiteY33248"/>
              </a:cxn>
              <a:cxn ang="0">
                <a:pos x="connsiteX33249" y="connsiteY33249"/>
              </a:cxn>
              <a:cxn ang="0">
                <a:pos x="connsiteX33250" y="connsiteY33250"/>
              </a:cxn>
              <a:cxn ang="0">
                <a:pos x="connsiteX33251" y="connsiteY33251"/>
              </a:cxn>
              <a:cxn ang="0">
                <a:pos x="connsiteX33252" y="connsiteY33252"/>
              </a:cxn>
              <a:cxn ang="0">
                <a:pos x="connsiteX33253" y="connsiteY33253"/>
              </a:cxn>
              <a:cxn ang="0">
                <a:pos x="connsiteX33254" y="connsiteY33254"/>
              </a:cxn>
              <a:cxn ang="0">
                <a:pos x="connsiteX33255" y="connsiteY33255"/>
              </a:cxn>
              <a:cxn ang="0">
                <a:pos x="connsiteX33256" y="connsiteY33256"/>
              </a:cxn>
              <a:cxn ang="0">
                <a:pos x="connsiteX33257" y="connsiteY33257"/>
              </a:cxn>
              <a:cxn ang="0">
                <a:pos x="connsiteX33258" y="connsiteY33258"/>
              </a:cxn>
              <a:cxn ang="0">
                <a:pos x="connsiteX33259" y="connsiteY33259"/>
              </a:cxn>
              <a:cxn ang="0">
                <a:pos x="connsiteX33260" y="connsiteY33260"/>
              </a:cxn>
              <a:cxn ang="0">
                <a:pos x="connsiteX33261" y="connsiteY33261"/>
              </a:cxn>
              <a:cxn ang="0">
                <a:pos x="connsiteX33262" y="connsiteY33262"/>
              </a:cxn>
              <a:cxn ang="0">
                <a:pos x="connsiteX33263" y="connsiteY33263"/>
              </a:cxn>
              <a:cxn ang="0">
                <a:pos x="connsiteX33264" y="connsiteY33264"/>
              </a:cxn>
              <a:cxn ang="0">
                <a:pos x="connsiteX33265" y="connsiteY33265"/>
              </a:cxn>
              <a:cxn ang="0">
                <a:pos x="connsiteX33266" y="connsiteY33266"/>
              </a:cxn>
              <a:cxn ang="0">
                <a:pos x="connsiteX33267" y="connsiteY33267"/>
              </a:cxn>
              <a:cxn ang="0">
                <a:pos x="connsiteX33268" y="connsiteY33268"/>
              </a:cxn>
              <a:cxn ang="0">
                <a:pos x="connsiteX33269" y="connsiteY33269"/>
              </a:cxn>
              <a:cxn ang="0">
                <a:pos x="connsiteX33270" y="connsiteY33270"/>
              </a:cxn>
              <a:cxn ang="0">
                <a:pos x="connsiteX33271" y="connsiteY33271"/>
              </a:cxn>
              <a:cxn ang="0">
                <a:pos x="connsiteX33272" y="connsiteY33272"/>
              </a:cxn>
              <a:cxn ang="0">
                <a:pos x="connsiteX33273" y="connsiteY33273"/>
              </a:cxn>
              <a:cxn ang="0">
                <a:pos x="connsiteX33274" y="connsiteY33274"/>
              </a:cxn>
              <a:cxn ang="0">
                <a:pos x="connsiteX33275" y="connsiteY33275"/>
              </a:cxn>
              <a:cxn ang="0">
                <a:pos x="connsiteX33276" y="connsiteY33276"/>
              </a:cxn>
              <a:cxn ang="0">
                <a:pos x="connsiteX33277" y="connsiteY33277"/>
              </a:cxn>
              <a:cxn ang="0">
                <a:pos x="connsiteX33278" y="connsiteY33278"/>
              </a:cxn>
              <a:cxn ang="0">
                <a:pos x="connsiteX33279" y="connsiteY33279"/>
              </a:cxn>
              <a:cxn ang="0">
                <a:pos x="connsiteX33280" y="connsiteY33280"/>
              </a:cxn>
              <a:cxn ang="0">
                <a:pos x="connsiteX33281" y="connsiteY33281"/>
              </a:cxn>
              <a:cxn ang="0">
                <a:pos x="connsiteX33282" y="connsiteY33282"/>
              </a:cxn>
              <a:cxn ang="0">
                <a:pos x="connsiteX33283" y="connsiteY33283"/>
              </a:cxn>
              <a:cxn ang="0">
                <a:pos x="connsiteX33284" y="connsiteY33284"/>
              </a:cxn>
              <a:cxn ang="0">
                <a:pos x="connsiteX33285" y="connsiteY33285"/>
              </a:cxn>
              <a:cxn ang="0">
                <a:pos x="connsiteX33286" y="connsiteY33286"/>
              </a:cxn>
              <a:cxn ang="0">
                <a:pos x="connsiteX33287" y="connsiteY33287"/>
              </a:cxn>
              <a:cxn ang="0">
                <a:pos x="connsiteX33288" y="connsiteY33288"/>
              </a:cxn>
              <a:cxn ang="0">
                <a:pos x="connsiteX33289" y="connsiteY33289"/>
              </a:cxn>
              <a:cxn ang="0">
                <a:pos x="connsiteX33290" y="connsiteY33290"/>
              </a:cxn>
              <a:cxn ang="0">
                <a:pos x="connsiteX33291" y="connsiteY33291"/>
              </a:cxn>
              <a:cxn ang="0">
                <a:pos x="connsiteX33292" y="connsiteY33292"/>
              </a:cxn>
              <a:cxn ang="0">
                <a:pos x="connsiteX33293" y="connsiteY33293"/>
              </a:cxn>
              <a:cxn ang="0">
                <a:pos x="connsiteX33294" y="connsiteY33294"/>
              </a:cxn>
              <a:cxn ang="0">
                <a:pos x="connsiteX33295" y="connsiteY33295"/>
              </a:cxn>
              <a:cxn ang="0">
                <a:pos x="connsiteX33296" y="connsiteY33296"/>
              </a:cxn>
              <a:cxn ang="0">
                <a:pos x="connsiteX33297" y="connsiteY33297"/>
              </a:cxn>
              <a:cxn ang="0">
                <a:pos x="connsiteX33298" y="connsiteY33298"/>
              </a:cxn>
              <a:cxn ang="0">
                <a:pos x="connsiteX33299" y="connsiteY33299"/>
              </a:cxn>
              <a:cxn ang="0">
                <a:pos x="connsiteX33300" y="connsiteY33300"/>
              </a:cxn>
              <a:cxn ang="0">
                <a:pos x="connsiteX33301" y="connsiteY33301"/>
              </a:cxn>
              <a:cxn ang="0">
                <a:pos x="connsiteX33302" y="connsiteY33302"/>
              </a:cxn>
              <a:cxn ang="0">
                <a:pos x="connsiteX33303" y="connsiteY33303"/>
              </a:cxn>
              <a:cxn ang="0">
                <a:pos x="connsiteX33304" y="connsiteY33304"/>
              </a:cxn>
              <a:cxn ang="0">
                <a:pos x="connsiteX33305" y="connsiteY33305"/>
              </a:cxn>
              <a:cxn ang="0">
                <a:pos x="connsiteX33306" y="connsiteY33306"/>
              </a:cxn>
              <a:cxn ang="0">
                <a:pos x="connsiteX33307" y="connsiteY33307"/>
              </a:cxn>
              <a:cxn ang="0">
                <a:pos x="connsiteX33308" y="connsiteY33308"/>
              </a:cxn>
              <a:cxn ang="0">
                <a:pos x="connsiteX33309" y="connsiteY33309"/>
              </a:cxn>
              <a:cxn ang="0">
                <a:pos x="connsiteX33310" y="connsiteY33310"/>
              </a:cxn>
              <a:cxn ang="0">
                <a:pos x="connsiteX33311" y="connsiteY33311"/>
              </a:cxn>
              <a:cxn ang="0">
                <a:pos x="connsiteX33312" y="connsiteY33312"/>
              </a:cxn>
              <a:cxn ang="0">
                <a:pos x="connsiteX33313" y="connsiteY33313"/>
              </a:cxn>
              <a:cxn ang="0">
                <a:pos x="connsiteX33314" y="connsiteY33314"/>
              </a:cxn>
              <a:cxn ang="0">
                <a:pos x="connsiteX33315" y="connsiteY33315"/>
              </a:cxn>
              <a:cxn ang="0">
                <a:pos x="connsiteX33316" y="connsiteY33316"/>
              </a:cxn>
              <a:cxn ang="0">
                <a:pos x="connsiteX33317" y="connsiteY33317"/>
              </a:cxn>
              <a:cxn ang="0">
                <a:pos x="connsiteX33318" y="connsiteY33318"/>
              </a:cxn>
              <a:cxn ang="0">
                <a:pos x="connsiteX33319" y="connsiteY33319"/>
              </a:cxn>
              <a:cxn ang="0">
                <a:pos x="connsiteX33320" y="connsiteY33320"/>
              </a:cxn>
              <a:cxn ang="0">
                <a:pos x="connsiteX33321" y="connsiteY33321"/>
              </a:cxn>
              <a:cxn ang="0">
                <a:pos x="connsiteX33322" y="connsiteY33322"/>
              </a:cxn>
              <a:cxn ang="0">
                <a:pos x="connsiteX33323" y="connsiteY33323"/>
              </a:cxn>
              <a:cxn ang="0">
                <a:pos x="connsiteX33324" y="connsiteY33324"/>
              </a:cxn>
              <a:cxn ang="0">
                <a:pos x="connsiteX33325" y="connsiteY33325"/>
              </a:cxn>
              <a:cxn ang="0">
                <a:pos x="connsiteX33326" y="connsiteY33326"/>
              </a:cxn>
              <a:cxn ang="0">
                <a:pos x="connsiteX33327" y="connsiteY33327"/>
              </a:cxn>
              <a:cxn ang="0">
                <a:pos x="connsiteX33328" y="connsiteY33328"/>
              </a:cxn>
              <a:cxn ang="0">
                <a:pos x="connsiteX33329" y="connsiteY33329"/>
              </a:cxn>
              <a:cxn ang="0">
                <a:pos x="connsiteX33330" y="connsiteY33330"/>
              </a:cxn>
              <a:cxn ang="0">
                <a:pos x="connsiteX33331" y="connsiteY33331"/>
              </a:cxn>
              <a:cxn ang="0">
                <a:pos x="connsiteX33332" y="connsiteY33332"/>
              </a:cxn>
              <a:cxn ang="0">
                <a:pos x="connsiteX33333" y="connsiteY33333"/>
              </a:cxn>
              <a:cxn ang="0">
                <a:pos x="connsiteX33334" y="connsiteY33334"/>
              </a:cxn>
              <a:cxn ang="0">
                <a:pos x="connsiteX33335" y="connsiteY33335"/>
              </a:cxn>
              <a:cxn ang="0">
                <a:pos x="connsiteX33336" y="connsiteY33336"/>
              </a:cxn>
              <a:cxn ang="0">
                <a:pos x="connsiteX33337" y="connsiteY33337"/>
              </a:cxn>
              <a:cxn ang="0">
                <a:pos x="connsiteX33338" y="connsiteY33338"/>
              </a:cxn>
              <a:cxn ang="0">
                <a:pos x="connsiteX33339" y="connsiteY33339"/>
              </a:cxn>
              <a:cxn ang="0">
                <a:pos x="connsiteX33340" y="connsiteY33340"/>
              </a:cxn>
              <a:cxn ang="0">
                <a:pos x="connsiteX33341" y="connsiteY33341"/>
              </a:cxn>
              <a:cxn ang="0">
                <a:pos x="connsiteX33342" y="connsiteY33342"/>
              </a:cxn>
              <a:cxn ang="0">
                <a:pos x="connsiteX33343" y="connsiteY33343"/>
              </a:cxn>
              <a:cxn ang="0">
                <a:pos x="connsiteX33344" y="connsiteY33344"/>
              </a:cxn>
              <a:cxn ang="0">
                <a:pos x="connsiteX33345" y="connsiteY33345"/>
              </a:cxn>
              <a:cxn ang="0">
                <a:pos x="connsiteX33346" y="connsiteY33346"/>
              </a:cxn>
              <a:cxn ang="0">
                <a:pos x="connsiteX33347" y="connsiteY33347"/>
              </a:cxn>
              <a:cxn ang="0">
                <a:pos x="connsiteX33348" y="connsiteY33348"/>
              </a:cxn>
              <a:cxn ang="0">
                <a:pos x="connsiteX33349" y="connsiteY33349"/>
              </a:cxn>
              <a:cxn ang="0">
                <a:pos x="connsiteX33350" y="connsiteY33350"/>
              </a:cxn>
              <a:cxn ang="0">
                <a:pos x="connsiteX33351" y="connsiteY33351"/>
              </a:cxn>
              <a:cxn ang="0">
                <a:pos x="connsiteX33352" y="connsiteY33352"/>
              </a:cxn>
              <a:cxn ang="0">
                <a:pos x="connsiteX33353" y="connsiteY33353"/>
              </a:cxn>
              <a:cxn ang="0">
                <a:pos x="connsiteX33354" y="connsiteY33354"/>
              </a:cxn>
              <a:cxn ang="0">
                <a:pos x="connsiteX33355" y="connsiteY33355"/>
              </a:cxn>
              <a:cxn ang="0">
                <a:pos x="connsiteX33356" y="connsiteY33356"/>
              </a:cxn>
              <a:cxn ang="0">
                <a:pos x="connsiteX33357" y="connsiteY33357"/>
              </a:cxn>
              <a:cxn ang="0">
                <a:pos x="connsiteX33358" y="connsiteY33358"/>
              </a:cxn>
              <a:cxn ang="0">
                <a:pos x="connsiteX33359" y="connsiteY33359"/>
              </a:cxn>
              <a:cxn ang="0">
                <a:pos x="connsiteX33360" y="connsiteY33360"/>
              </a:cxn>
              <a:cxn ang="0">
                <a:pos x="connsiteX33361" y="connsiteY33361"/>
              </a:cxn>
              <a:cxn ang="0">
                <a:pos x="connsiteX33362" y="connsiteY33362"/>
              </a:cxn>
              <a:cxn ang="0">
                <a:pos x="connsiteX33363" y="connsiteY33363"/>
              </a:cxn>
              <a:cxn ang="0">
                <a:pos x="connsiteX33364" y="connsiteY33364"/>
              </a:cxn>
              <a:cxn ang="0">
                <a:pos x="connsiteX33365" y="connsiteY33365"/>
              </a:cxn>
              <a:cxn ang="0">
                <a:pos x="connsiteX33366" y="connsiteY33366"/>
              </a:cxn>
              <a:cxn ang="0">
                <a:pos x="connsiteX33367" y="connsiteY33367"/>
              </a:cxn>
              <a:cxn ang="0">
                <a:pos x="connsiteX33368" y="connsiteY33368"/>
              </a:cxn>
              <a:cxn ang="0">
                <a:pos x="connsiteX33369" y="connsiteY33369"/>
              </a:cxn>
              <a:cxn ang="0">
                <a:pos x="connsiteX33370" y="connsiteY33370"/>
              </a:cxn>
              <a:cxn ang="0">
                <a:pos x="connsiteX33371" y="connsiteY33371"/>
              </a:cxn>
              <a:cxn ang="0">
                <a:pos x="connsiteX33372" y="connsiteY33372"/>
              </a:cxn>
              <a:cxn ang="0">
                <a:pos x="connsiteX33373" y="connsiteY33373"/>
              </a:cxn>
              <a:cxn ang="0">
                <a:pos x="connsiteX33374" y="connsiteY33374"/>
              </a:cxn>
              <a:cxn ang="0">
                <a:pos x="connsiteX33375" y="connsiteY33375"/>
              </a:cxn>
              <a:cxn ang="0">
                <a:pos x="connsiteX33376" y="connsiteY33376"/>
              </a:cxn>
              <a:cxn ang="0">
                <a:pos x="connsiteX33377" y="connsiteY33377"/>
              </a:cxn>
              <a:cxn ang="0">
                <a:pos x="connsiteX33378" y="connsiteY33378"/>
              </a:cxn>
              <a:cxn ang="0">
                <a:pos x="connsiteX33379" y="connsiteY33379"/>
              </a:cxn>
              <a:cxn ang="0">
                <a:pos x="connsiteX33380" y="connsiteY33380"/>
              </a:cxn>
              <a:cxn ang="0">
                <a:pos x="connsiteX33381" y="connsiteY33381"/>
              </a:cxn>
              <a:cxn ang="0">
                <a:pos x="connsiteX33382" y="connsiteY33382"/>
              </a:cxn>
              <a:cxn ang="0">
                <a:pos x="connsiteX33383" y="connsiteY33383"/>
              </a:cxn>
              <a:cxn ang="0">
                <a:pos x="connsiteX33384" y="connsiteY33384"/>
              </a:cxn>
              <a:cxn ang="0">
                <a:pos x="connsiteX33385" y="connsiteY33385"/>
              </a:cxn>
              <a:cxn ang="0">
                <a:pos x="connsiteX33386" y="connsiteY33386"/>
              </a:cxn>
              <a:cxn ang="0">
                <a:pos x="connsiteX33387" y="connsiteY33387"/>
              </a:cxn>
              <a:cxn ang="0">
                <a:pos x="connsiteX33388" y="connsiteY33388"/>
              </a:cxn>
              <a:cxn ang="0">
                <a:pos x="connsiteX33389" y="connsiteY33389"/>
              </a:cxn>
              <a:cxn ang="0">
                <a:pos x="connsiteX33390" y="connsiteY33390"/>
              </a:cxn>
              <a:cxn ang="0">
                <a:pos x="connsiteX33391" y="connsiteY33391"/>
              </a:cxn>
              <a:cxn ang="0">
                <a:pos x="connsiteX33392" y="connsiteY33392"/>
              </a:cxn>
              <a:cxn ang="0">
                <a:pos x="connsiteX33393" y="connsiteY33393"/>
              </a:cxn>
              <a:cxn ang="0">
                <a:pos x="connsiteX33394" y="connsiteY33394"/>
              </a:cxn>
              <a:cxn ang="0">
                <a:pos x="connsiteX33395" y="connsiteY33395"/>
              </a:cxn>
              <a:cxn ang="0">
                <a:pos x="connsiteX33396" y="connsiteY33396"/>
              </a:cxn>
              <a:cxn ang="0">
                <a:pos x="connsiteX33397" y="connsiteY33397"/>
              </a:cxn>
              <a:cxn ang="0">
                <a:pos x="connsiteX33398" y="connsiteY33398"/>
              </a:cxn>
              <a:cxn ang="0">
                <a:pos x="connsiteX33399" y="connsiteY33399"/>
              </a:cxn>
              <a:cxn ang="0">
                <a:pos x="connsiteX33400" y="connsiteY33400"/>
              </a:cxn>
              <a:cxn ang="0">
                <a:pos x="connsiteX33401" y="connsiteY33401"/>
              </a:cxn>
              <a:cxn ang="0">
                <a:pos x="connsiteX33402" y="connsiteY33402"/>
              </a:cxn>
              <a:cxn ang="0">
                <a:pos x="connsiteX33403" y="connsiteY33403"/>
              </a:cxn>
              <a:cxn ang="0">
                <a:pos x="connsiteX33404" y="connsiteY33404"/>
              </a:cxn>
              <a:cxn ang="0">
                <a:pos x="connsiteX33405" y="connsiteY33405"/>
              </a:cxn>
              <a:cxn ang="0">
                <a:pos x="connsiteX33406" y="connsiteY33406"/>
              </a:cxn>
              <a:cxn ang="0">
                <a:pos x="connsiteX33407" y="connsiteY33407"/>
              </a:cxn>
              <a:cxn ang="0">
                <a:pos x="connsiteX33408" y="connsiteY33408"/>
              </a:cxn>
              <a:cxn ang="0">
                <a:pos x="connsiteX33409" y="connsiteY33409"/>
              </a:cxn>
              <a:cxn ang="0">
                <a:pos x="connsiteX33410" y="connsiteY33410"/>
              </a:cxn>
              <a:cxn ang="0">
                <a:pos x="connsiteX33411" y="connsiteY33411"/>
              </a:cxn>
              <a:cxn ang="0">
                <a:pos x="connsiteX33412" y="connsiteY33412"/>
              </a:cxn>
              <a:cxn ang="0">
                <a:pos x="connsiteX33413" y="connsiteY33413"/>
              </a:cxn>
              <a:cxn ang="0">
                <a:pos x="connsiteX33414" y="connsiteY33414"/>
              </a:cxn>
              <a:cxn ang="0">
                <a:pos x="connsiteX33415" y="connsiteY33415"/>
              </a:cxn>
              <a:cxn ang="0">
                <a:pos x="connsiteX33416" y="connsiteY33416"/>
              </a:cxn>
              <a:cxn ang="0">
                <a:pos x="connsiteX33417" y="connsiteY33417"/>
              </a:cxn>
              <a:cxn ang="0">
                <a:pos x="connsiteX33418" y="connsiteY33418"/>
              </a:cxn>
              <a:cxn ang="0">
                <a:pos x="connsiteX33419" y="connsiteY33419"/>
              </a:cxn>
              <a:cxn ang="0">
                <a:pos x="connsiteX33420" y="connsiteY33420"/>
              </a:cxn>
              <a:cxn ang="0">
                <a:pos x="connsiteX33421" y="connsiteY33421"/>
              </a:cxn>
              <a:cxn ang="0">
                <a:pos x="connsiteX33422" y="connsiteY33422"/>
              </a:cxn>
              <a:cxn ang="0">
                <a:pos x="connsiteX33423" y="connsiteY33423"/>
              </a:cxn>
              <a:cxn ang="0">
                <a:pos x="connsiteX33424" y="connsiteY33424"/>
              </a:cxn>
              <a:cxn ang="0">
                <a:pos x="connsiteX33425" y="connsiteY33425"/>
              </a:cxn>
              <a:cxn ang="0">
                <a:pos x="connsiteX33426" y="connsiteY33426"/>
              </a:cxn>
              <a:cxn ang="0">
                <a:pos x="connsiteX33427" y="connsiteY33427"/>
              </a:cxn>
              <a:cxn ang="0">
                <a:pos x="connsiteX33428" y="connsiteY33428"/>
              </a:cxn>
              <a:cxn ang="0">
                <a:pos x="connsiteX33429" y="connsiteY33429"/>
              </a:cxn>
              <a:cxn ang="0">
                <a:pos x="connsiteX33430" y="connsiteY33430"/>
              </a:cxn>
              <a:cxn ang="0">
                <a:pos x="connsiteX33431" y="connsiteY33431"/>
              </a:cxn>
              <a:cxn ang="0">
                <a:pos x="connsiteX33432" y="connsiteY33432"/>
              </a:cxn>
              <a:cxn ang="0">
                <a:pos x="connsiteX33433" y="connsiteY33433"/>
              </a:cxn>
              <a:cxn ang="0">
                <a:pos x="connsiteX33434" y="connsiteY33434"/>
              </a:cxn>
              <a:cxn ang="0">
                <a:pos x="connsiteX33435" y="connsiteY33435"/>
              </a:cxn>
              <a:cxn ang="0">
                <a:pos x="connsiteX33436" y="connsiteY33436"/>
              </a:cxn>
              <a:cxn ang="0">
                <a:pos x="connsiteX33437" y="connsiteY33437"/>
              </a:cxn>
              <a:cxn ang="0">
                <a:pos x="connsiteX33438" y="connsiteY33438"/>
              </a:cxn>
              <a:cxn ang="0">
                <a:pos x="connsiteX33439" y="connsiteY33439"/>
              </a:cxn>
              <a:cxn ang="0">
                <a:pos x="connsiteX33440" y="connsiteY33440"/>
              </a:cxn>
              <a:cxn ang="0">
                <a:pos x="connsiteX33441" y="connsiteY33441"/>
              </a:cxn>
              <a:cxn ang="0">
                <a:pos x="connsiteX33442" y="connsiteY33442"/>
              </a:cxn>
              <a:cxn ang="0">
                <a:pos x="connsiteX33443" y="connsiteY33443"/>
              </a:cxn>
              <a:cxn ang="0">
                <a:pos x="connsiteX33444" y="connsiteY33444"/>
              </a:cxn>
              <a:cxn ang="0">
                <a:pos x="connsiteX33445" y="connsiteY33445"/>
              </a:cxn>
              <a:cxn ang="0">
                <a:pos x="connsiteX33446" y="connsiteY33446"/>
              </a:cxn>
              <a:cxn ang="0">
                <a:pos x="connsiteX33447" y="connsiteY33447"/>
              </a:cxn>
              <a:cxn ang="0">
                <a:pos x="connsiteX33448" y="connsiteY33448"/>
              </a:cxn>
              <a:cxn ang="0">
                <a:pos x="connsiteX33449" y="connsiteY33449"/>
              </a:cxn>
              <a:cxn ang="0">
                <a:pos x="connsiteX33450" y="connsiteY33450"/>
              </a:cxn>
              <a:cxn ang="0">
                <a:pos x="connsiteX33451" y="connsiteY33451"/>
              </a:cxn>
              <a:cxn ang="0">
                <a:pos x="connsiteX33452" y="connsiteY33452"/>
              </a:cxn>
              <a:cxn ang="0">
                <a:pos x="connsiteX33453" y="connsiteY33453"/>
              </a:cxn>
              <a:cxn ang="0">
                <a:pos x="connsiteX33454" y="connsiteY33454"/>
              </a:cxn>
              <a:cxn ang="0">
                <a:pos x="connsiteX33455" y="connsiteY33455"/>
              </a:cxn>
              <a:cxn ang="0">
                <a:pos x="connsiteX33456" y="connsiteY33456"/>
              </a:cxn>
              <a:cxn ang="0">
                <a:pos x="connsiteX33457" y="connsiteY33457"/>
              </a:cxn>
              <a:cxn ang="0">
                <a:pos x="connsiteX33458" y="connsiteY33458"/>
              </a:cxn>
              <a:cxn ang="0">
                <a:pos x="connsiteX33459" y="connsiteY33459"/>
              </a:cxn>
              <a:cxn ang="0">
                <a:pos x="connsiteX33460" y="connsiteY33460"/>
              </a:cxn>
              <a:cxn ang="0">
                <a:pos x="connsiteX33461" y="connsiteY33461"/>
              </a:cxn>
              <a:cxn ang="0">
                <a:pos x="connsiteX33462" y="connsiteY33462"/>
              </a:cxn>
              <a:cxn ang="0">
                <a:pos x="connsiteX33463" y="connsiteY33463"/>
              </a:cxn>
              <a:cxn ang="0">
                <a:pos x="connsiteX33464" y="connsiteY33464"/>
              </a:cxn>
              <a:cxn ang="0">
                <a:pos x="connsiteX33465" y="connsiteY33465"/>
              </a:cxn>
              <a:cxn ang="0">
                <a:pos x="connsiteX33466" y="connsiteY33466"/>
              </a:cxn>
              <a:cxn ang="0">
                <a:pos x="connsiteX33467" y="connsiteY33467"/>
              </a:cxn>
              <a:cxn ang="0">
                <a:pos x="connsiteX33468" y="connsiteY33468"/>
              </a:cxn>
              <a:cxn ang="0">
                <a:pos x="connsiteX33469" y="connsiteY33469"/>
              </a:cxn>
              <a:cxn ang="0">
                <a:pos x="connsiteX33470" y="connsiteY33470"/>
              </a:cxn>
              <a:cxn ang="0">
                <a:pos x="connsiteX33471" y="connsiteY33471"/>
              </a:cxn>
              <a:cxn ang="0">
                <a:pos x="connsiteX33472" y="connsiteY33472"/>
              </a:cxn>
              <a:cxn ang="0">
                <a:pos x="connsiteX33473" y="connsiteY33473"/>
              </a:cxn>
              <a:cxn ang="0">
                <a:pos x="connsiteX33474" y="connsiteY33474"/>
              </a:cxn>
              <a:cxn ang="0">
                <a:pos x="connsiteX33475" y="connsiteY33475"/>
              </a:cxn>
              <a:cxn ang="0">
                <a:pos x="connsiteX33476" y="connsiteY33476"/>
              </a:cxn>
              <a:cxn ang="0">
                <a:pos x="connsiteX33477" y="connsiteY33477"/>
              </a:cxn>
              <a:cxn ang="0">
                <a:pos x="connsiteX33478" y="connsiteY33478"/>
              </a:cxn>
              <a:cxn ang="0">
                <a:pos x="connsiteX33479" y="connsiteY33479"/>
              </a:cxn>
              <a:cxn ang="0">
                <a:pos x="connsiteX33480" y="connsiteY33480"/>
              </a:cxn>
              <a:cxn ang="0">
                <a:pos x="connsiteX33481" y="connsiteY33481"/>
              </a:cxn>
              <a:cxn ang="0">
                <a:pos x="connsiteX33482" y="connsiteY33482"/>
              </a:cxn>
              <a:cxn ang="0">
                <a:pos x="connsiteX33483" y="connsiteY33483"/>
              </a:cxn>
              <a:cxn ang="0">
                <a:pos x="connsiteX33484" y="connsiteY33484"/>
              </a:cxn>
              <a:cxn ang="0">
                <a:pos x="connsiteX33485" y="connsiteY33485"/>
              </a:cxn>
              <a:cxn ang="0">
                <a:pos x="connsiteX33486" y="connsiteY33486"/>
              </a:cxn>
              <a:cxn ang="0">
                <a:pos x="connsiteX33487" y="connsiteY33487"/>
              </a:cxn>
              <a:cxn ang="0">
                <a:pos x="connsiteX33488" y="connsiteY33488"/>
              </a:cxn>
              <a:cxn ang="0">
                <a:pos x="connsiteX33489" y="connsiteY33489"/>
              </a:cxn>
              <a:cxn ang="0">
                <a:pos x="connsiteX33490" y="connsiteY33490"/>
              </a:cxn>
              <a:cxn ang="0">
                <a:pos x="connsiteX33491" y="connsiteY33491"/>
              </a:cxn>
              <a:cxn ang="0">
                <a:pos x="connsiteX33492" y="connsiteY33492"/>
              </a:cxn>
              <a:cxn ang="0">
                <a:pos x="connsiteX33493" y="connsiteY33493"/>
              </a:cxn>
              <a:cxn ang="0">
                <a:pos x="connsiteX33494" y="connsiteY33494"/>
              </a:cxn>
              <a:cxn ang="0">
                <a:pos x="connsiteX33495" y="connsiteY33495"/>
              </a:cxn>
              <a:cxn ang="0">
                <a:pos x="connsiteX33496" y="connsiteY33496"/>
              </a:cxn>
              <a:cxn ang="0">
                <a:pos x="connsiteX33497" y="connsiteY33497"/>
              </a:cxn>
              <a:cxn ang="0">
                <a:pos x="connsiteX33498" y="connsiteY33498"/>
              </a:cxn>
              <a:cxn ang="0">
                <a:pos x="connsiteX33499" y="connsiteY33499"/>
              </a:cxn>
              <a:cxn ang="0">
                <a:pos x="connsiteX33500" y="connsiteY33500"/>
              </a:cxn>
              <a:cxn ang="0">
                <a:pos x="connsiteX33501" y="connsiteY33501"/>
              </a:cxn>
              <a:cxn ang="0">
                <a:pos x="connsiteX33502" y="connsiteY33502"/>
              </a:cxn>
              <a:cxn ang="0">
                <a:pos x="connsiteX33503" y="connsiteY33503"/>
              </a:cxn>
              <a:cxn ang="0">
                <a:pos x="connsiteX33504" y="connsiteY33504"/>
              </a:cxn>
              <a:cxn ang="0">
                <a:pos x="connsiteX33505" y="connsiteY33505"/>
              </a:cxn>
              <a:cxn ang="0">
                <a:pos x="connsiteX33506" y="connsiteY33506"/>
              </a:cxn>
              <a:cxn ang="0">
                <a:pos x="connsiteX33507" y="connsiteY33507"/>
              </a:cxn>
              <a:cxn ang="0">
                <a:pos x="connsiteX33508" y="connsiteY33508"/>
              </a:cxn>
              <a:cxn ang="0">
                <a:pos x="connsiteX33509" y="connsiteY33509"/>
              </a:cxn>
              <a:cxn ang="0">
                <a:pos x="connsiteX33510" y="connsiteY33510"/>
              </a:cxn>
              <a:cxn ang="0">
                <a:pos x="connsiteX33511" y="connsiteY33511"/>
              </a:cxn>
              <a:cxn ang="0">
                <a:pos x="connsiteX33512" y="connsiteY33512"/>
              </a:cxn>
              <a:cxn ang="0">
                <a:pos x="connsiteX33513" y="connsiteY33513"/>
              </a:cxn>
              <a:cxn ang="0">
                <a:pos x="connsiteX33514" y="connsiteY33514"/>
              </a:cxn>
              <a:cxn ang="0">
                <a:pos x="connsiteX33515" y="connsiteY33515"/>
              </a:cxn>
              <a:cxn ang="0">
                <a:pos x="connsiteX33516" y="connsiteY33516"/>
              </a:cxn>
              <a:cxn ang="0">
                <a:pos x="connsiteX33517" y="connsiteY33517"/>
              </a:cxn>
              <a:cxn ang="0">
                <a:pos x="connsiteX33518" y="connsiteY33518"/>
              </a:cxn>
              <a:cxn ang="0">
                <a:pos x="connsiteX33519" y="connsiteY33519"/>
              </a:cxn>
              <a:cxn ang="0">
                <a:pos x="connsiteX33520" y="connsiteY33520"/>
              </a:cxn>
              <a:cxn ang="0">
                <a:pos x="connsiteX33521" y="connsiteY33521"/>
              </a:cxn>
              <a:cxn ang="0">
                <a:pos x="connsiteX33522" y="connsiteY33522"/>
              </a:cxn>
              <a:cxn ang="0">
                <a:pos x="connsiteX33523" y="connsiteY33523"/>
              </a:cxn>
              <a:cxn ang="0">
                <a:pos x="connsiteX33524" y="connsiteY33524"/>
              </a:cxn>
              <a:cxn ang="0">
                <a:pos x="connsiteX33525" y="connsiteY33525"/>
              </a:cxn>
              <a:cxn ang="0">
                <a:pos x="connsiteX33526" y="connsiteY33526"/>
              </a:cxn>
              <a:cxn ang="0">
                <a:pos x="connsiteX33527" y="connsiteY33527"/>
              </a:cxn>
              <a:cxn ang="0">
                <a:pos x="connsiteX33528" y="connsiteY33528"/>
              </a:cxn>
              <a:cxn ang="0">
                <a:pos x="connsiteX33529" y="connsiteY33529"/>
              </a:cxn>
              <a:cxn ang="0">
                <a:pos x="connsiteX33530" y="connsiteY33530"/>
              </a:cxn>
              <a:cxn ang="0">
                <a:pos x="connsiteX33531" y="connsiteY33531"/>
              </a:cxn>
              <a:cxn ang="0">
                <a:pos x="connsiteX33532" y="connsiteY33532"/>
              </a:cxn>
              <a:cxn ang="0">
                <a:pos x="connsiteX33533" y="connsiteY33533"/>
              </a:cxn>
              <a:cxn ang="0">
                <a:pos x="connsiteX33534" y="connsiteY33534"/>
              </a:cxn>
              <a:cxn ang="0">
                <a:pos x="connsiteX33535" y="connsiteY33535"/>
              </a:cxn>
              <a:cxn ang="0">
                <a:pos x="connsiteX33536" y="connsiteY33536"/>
              </a:cxn>
              <a:cxn ang="0">
                <a:pos x="connsiteX33537" y="connsiteY33537"/>
              </a:cxn>
              <a:cxn ang="0">
                <a:pos x="connsiteX33538" y="connsiteY33538"/>
              </a:cxn>
              <a:cxn ang="0">
                <a:pos x="connsiteX33539" y="connsiteY33539"/>
              </a:cxn>
              <a:cxn ang="0">
                <a:pos x="connsiteX33540" y="connsiteY33540"/>
              </a:cxn>
              <a:cxn ang="0">
                <a:pos x="connsiteX33541" y="connsiteY33541"/>
              </a:cxn>
              <a:cxn ang="0">
                <a:pos x="connsiteX33542" y="connsiteY33542"/>
              </a:cxn>
              <a:cxn ang="0">
                <a:pos x="connsiteX33543" y="connsiteY33543"/>
              </a:cxn>
              <a:cxn ang="0">
                <a:pos x="connsiteX33544" y="connsiteY33544"/>
              </a:cxn>
              <a:cxn ang="0">
                <a:pos x="connsiteX33545" y="connsiteY33545"/>
              </a:cxn>
              <a:cxn ang="0">
                <a:pos x="connsiteX33546" y="connsiteY33546"/>
              </a:cxn>
              <a:cxn ang="0">
                <a:pos x="connsiteX33547" y="connsiteY33547"/>
              </a:cxn>
              <a:cxn ang="0">
                <a:pos x="connsiteX33548" y="connsiteY33548"/>
              </a:cxn>
              <a:cxn ang="0">
                <a:pos x="connsiteX33549" y="connsiteY33549"/>
              </a:cxn>
              <a:cxn ang="0">
                <a:pos x="connsiteX33550" y="connsiteY33550"/>
              </a:cxn>
              <a:cxn ang="0">
                <a:pos x="connsiteX33551" y="connsiteY33551"/>
              </a:cxn>
              <a:cxn ang="0">
                <a:pos x="connsiteX33552" y="connsiteY33552"/>
              </a:cxn>
              <a:cxn ang="0">
                <a:pos x="connsiteX33553" y="connsiteY33553"/>
              </a:cxn>
              <a:cxn ang="0">
                <a:pos x="connsiteX33554" y="connsiteY33554"/>
              </a:cxn>
              <a:cxn ang="0">
                <a:pos x="connsiteX33555" y="connsiteY33555"/>
              </a:cxn>
              <a:cxn ang="0">
                <a:pos x="connsiteX33556" y="connsiteY33556"/>
              </a:cxn>
              <a:cxn ang="0">
                <a:pos x="connsiteX33557" y="connsiteY33557"/>
              </a:cxn>
              <a:cxn ang="0">
                <a:pos x="connsiteX33558" y="connsiteY33558"/>
              </a:cxn>
              <a:cxn ang="0">
                <a:pos x="connsiteX33559" y="connsiteY33559"/>
              </a:cxn>
              <a:cxn ang="0">
                <a:pos x="connsiteX33560" y="connsiteY33560"/>
              </a:cxn>
              <a:cxn ang="0">
                <a:pos x="connsiteX33561" y="connsiteY33561"/>
              </a:cxn>
              <a:cxn ang="0">
                <a:pos x="connsiteX33562" y="connsiteY33562"/>
              </a:cxn>
              <a:cxn ang="0">
                <a:pos x="connsiteX33563" y="connsiteY33563"/>
              </a:cxn>
              <a:cxn ang="0">
                <a:pos x="connsiteX33564" y="connsiteY33564"/>
              </a:cxn>
              <a:cxn ang="0">
                <a:pos x="connsiteX33565" y="connsiteY33565"/>
              </a:cxn>
              <a:cxn ang="0">
                <a:pos x="connsiteX33566" y="connsiteY33566"/>
              </a:cxn>
              <a:cxn ang="0">
                <a:pos x="connsiteX33567" y="connsiteY33567"/>
              </a:cxn>
              <a:cxn ang="0">
                <a:pos x="connsiteX33568" y="connsiteY33568"/>
              </a:cxn>
              <a:cxn ang="0">
                <a:pos x="connsiteX33569" y="connsiteY33569"/>
              </a:cxn>
              <a:cxn ang="0">
                <a:pos x="connsiteX33570" y="connsiteY33570"/>
              </a:cxn>
              <a:cxn ang="0">
                <a:pos x="connsiteX33571" y="connsiteY33571"/>
              </a:cxn>
              <a:cxn ang="0">
                <a:pos x="connsiteX33572" y="connsiteY33572"/>
              </a:cxn>
              <a:cxn ang="0">
                <a:pos x="connsiteX33573" y="connsiteY33573"/>
              </a:cxn>
              <a:cxn ang="0">
                <a:pos x="connsiteX33574" y="connsiteY33574"/>
              </a:cxn>
              <a:cxn ang="0">
                <a:pos x="connsiteX33575" y="connsiteY33575"/>
              </a:cxn>
              <a:cxn ang="0">
                <a:pos x="connsiteX33576" y="connsiteY33576"/>
              </a:cxn>
              <a:cxn ang="0">
                <a:pos x="connsiteX33577" y="connsiteY33577"/>
              </a:cxn>
              <a:cxn ang="0">
                <a:pos x="connsiteX33578" y="connsiteY33578"/>
              </a:cxn>
              <a:cxn ang="0">
                <a:pos x="connsiteX33579" y="connsiteY33579"/>
              </a:cxn>
              <a:cxn ang="0">
                <a:pos x="connsiteX33580" y="connsiteY33580"/>
              </a:cxn>
              <a:cxn ang="0">
                <a:pos x="connsiteX33581" y="connsiteY33581"/>
              </a:cxn>
              <a:cxn ang="0">
                <a:pos x="connsiteX33582" y="connsiteY33582"/>
              </a:cxn>
              <a:cxn ang="0">
                <a:pos x="connsiteX33583" y="connsiteY33583"/>
              </a:cxn>
              <a:cxn ang="0">
                <a:pos x="connsiteX33584" y="connsiteY33584"/>
              </a:cxn>
              <a:cxn ang="0">
                <a:pos x="connsiteX33585" y="connsiteY33585"/>
              </a:cxn>
              <a:cxn ang="0">
                <a:pos x="connsiteX33586" y="connsiteY33586"/>
              </a:cxn>
              <a:cxn ang="0">
                <a:pos x="connsiteX33587" y="connsiteY33587"/>
              </a:cxn>
              <a:cxn ang="0">
                <a:pos x="connsiteX33588" y="connsiteY33588"/>
              </a:cxn>
              <a:cxn ang="0">
                <a:pos x="connsiteX33589" y="connsiteY33589"/>
              </a:cxn>
              <a:cxn ang="0">
                <a:pos x="connsiteX33590" y="connsiteY33590"/>
              </a:cxn>
              <a:cxn ang="0">
                <a:pos x="connsiteX33591" y="connsiteY33591"/>
              </a:cxn>
              <a:cxn ang="0">
                <a:pos x="connsiteX33592" y="connsiteY33592"/>
              </a:cxn>
              <a:cxn ang="0">
                <a:pos x="connsiteX33593" y="connsiteY33593"/>
              </a:cxn>
              <a:cxn ang="0">
                <a:pos x="connsiteX33594" y="connsiteY33594"/>
              </a:cxn>
              <a:cxn ang="0">
                <a:pos x="connsiteX33595" y="connsiteY33595"/>
              </a:cxn>
              <a:cxn ang="0">
                <a:pos x="connsiteX33596" y="connsiteY33596"/>
              </a:cxn>
              <a:cxn ang="0">
                <a:pos x="connsiteX33597" y="connsiteY33597"/>
              </a:cxn>
              <a:cxn ang="0">
                <a:pos x="connsiteX33598" y="connsiteY33598"/>
              </a:cxn>
              <a:cxn ang="0">
                <a:pos x="connsiteX33599" y="connsiteY33599"/>
              </a:cxn>
              <a:cxn ang="0">
                <a:pos x="connsiteX33600" y="connsiteY33600"/>
              </a:cxn>
              <a:cxn ang="0">
                <a:pos x="connsiteX33601" y="connsiteY33601"/>
              </a:cxn>
              <a:cxn ang="0">
                <a:pos x="connsiteX33602" y="connsiteY33602"/>
              </a:cxn>
              <a:cxn ang="0">
                <a:pos x="connsiteX33603" y="connsiteY33603"/>
              </a:cxn>
              <a:cxn ang="0">
                <a:pos x="connsiteX33604" y="connsiteY33604"/>
              </a:cxn>
              <a:cxn ang="0">
                <a:pos x="connsiteX33605" y="connsiteY33605"/>
              </a:cxn>
              <a:cxn ang="0">
                <a:pos x="connsiteX33606" y="connsiteY33606"/>
              </a:cxn>
              <a:cxn ang="0">
                <a:pos x="connsiteX33607" y="connsiteY33607"/>
              </a:cxn>
              <a:cxn ang="0">
                <a:pos x="connsiteX33608" y="connsiteY33608"/>
              </a:cxn>
              <a:cxn ang="0">
                <a:pos x="connsiteX33609" y="connsiteY33609"/>
              </a:cxn>
              <a:cxn ang="0">
                <a:pos x="connsiteX33610" y="connsiteY33610"/>
              </a:cxn>
              <a:cxn ang="0">
                <a:pos x="connsiteX33611" y="connsiteY33611"/>
              </a:cxn>
              <a:cxn ang="0">
                <a:pos x="connsiteX33612" y="connsiteY33612"/>
              </a:cxn>
              <a:cxn ang="0">
                <a:pos x="connsiteX33613" y="connsiteY33613"/>
              </a:cxn>
              <a:cxn ang="0">
                <a:pos x="connsiteX33614" y="connsiteY33614"/>
              </a:cxn>
              <a:cxn ang="0">
                <a:pos x="connsiteX33615" y="connsiteY33615"/>
              </a:cxn>
              <a:cxn ang="0">
                <a:pos x="connsiteX33616" y="connsiteY33616"/>
              </a:cxn>
              <a:cxn ang="0">
                <a:pos x="connsiteX33617" y="connsiteY33617"/>
              </a:cxn>
              <a:cxn ang="0">
                <a:pos x="connsiteX33618" y="connsiteY33618"/>
              </a:cxn>
              <a:cxn ang="0">
                <a:pos x="connsiteX33619" y="connsiteY33619"/>
              </a:cxn>
              <a:cxn ang="0">
                <a:pos x="connsiteX33620" y="connsiteY33620"/>
              </a:cxn>
              <a:cxn ang="0">
                <a:pos x="connsiteX33621" y="connsiteY33621"/>
              </a:cxn>
              <a:cxn ang="0">
                <a:pos x="connsiteX33622" y="connsiteY33622"/>
              </a:cxn>
              <a:cxn ang="0">
                <a:pos x="connsiteX33623" y="connsiteY33623"/>
              </a:cxn>
              <a:cxn ang="0">
                <a:pos x="connsiteX33624" y="connsiteY33624"/>
              </a:cxn>
              <a:cxn ang="0">
                <a:pos x="connsiteX33625" y="connsiteY33625"/>
              </a:cxn>
              <a:cxn ang="0">
                <a:pos x="connsiteX33626" y="connsiteY33626"/>
              </a:cxn>
              <a:cxn ang="0">
                <a:pos x="connsiteX33627" y="connsiteY33627"/>
              </a:cxn>
              <a:cxn ang="0">
                <a:pos x="connsiteX33628" y="connsiteY33628"/>
              </a:cxn>
              <a:cxn ang="0">
                <a:pos x="connsiteX33629" y="connsiteY33629"/>
              </a:cxn>
              <a:cxn ang="0">
                <a:pos x="connsiteX33630" y="connsiteY33630"/>
              </a:cxn>
              <a:cxn ang="0">
                <a:pos x="connsiteX33631" y="connsiteY33631"/>
              </a:cxn>
              <a:cxn ang="0">
                <a:pos x="connsiteX33632" y="connsiteY33632"/>
              </a:cxn>
              <a:cxn ang="0">
                <a:pos x="connsiteX33633" y="connsiteY33633"/>
              </a:cxn>
              <a:cxn ang="0">
                <a:pos x="connsiteX33634" y="connsiteY33634"/>
              </a:cxn>
              <a:cxn ang="0">
                <a:pos x="connsiteX33635" y="connsiteY33635"/>
              </a:cxn>
              <a:cxn ang="0">
                <a:pos x="connsiteX33636" y="connsiteY33636"/>
              </a:cxn>
              <a:cxn ang="0">
                <a:pos x="connsiteX33637" y="connsiteY33637"/>
              </a:cxn>
              <a:cxn ang="0">
                <a:pos x="connsiteX33638" y="connsiteY33638"/>
              </a:cxn>
              <a:cxn ang="0">
                <a:pos x="connsiteX33639" y="connsiteY33639"/>
              </a:cxn>
              <a:cxn ang="0">
                <a:pos x="connsiteX33640" y="connsiteY33640"/>
              </a:cxn>
              <a:cxn ang="0">
                <a:pos x="connsiteX33641" y="connsiteY33641"/>
              </a:cxn>
              <a:cxn ang="0">
                <a:pos x="connsiteX33642" y="connsiteY33642"/>
              </a:cxn>
              <a:cxn ang="0">
                <a:pos x="connsiteX33643" y="connsiteY33643"/>
              </a:cxn>
              <a:cxn ang="0">
                <a:pos x="connsiteX33644" y="connsiteY33644"/>
              </a:cxn>
              <a:cxn ang="0">
                <a:pos x="connsiteX33645" y="connsiteY33645"/>
              </a:cxn>
              <a:cxn ang="0">
                <a:pos x="connsiteX33646" y="connsiteY33646"/>
              </a:cxn>
              <a:cxn ang="0">
                <a:pos x="connsiteX33647" y="connsiteY33647"/>
              </a:cxn>
              <a:cxn ang="0">
                <a:pos x="connsiteX33648" y="connsiteY33648"/>
              </a:cxn>
              <a:cxn ang="0">
                <a:pos x="connsiteX33649" y="connsiteY33649"/>
              </a:cxn>
              <a:cxn ang="0">
                <a:pos x="connsiteX33650" y="connsiteY33650"/>
              </a:cxn>
              <a:cxn ang="0">
                <a:pos x="connsiteX33651" y="connsiteY33651"/>
              </a:cxn>
              <a:cxn ang="0">
                <a:pos x="connsiteX33652" y="connsiteY33652"/>
              </a:cxn>
              <a:cxn ang="0">
                <a:pos x="connsiteX33653" y="connsiteY33653"/>
              </a:cxn>
              <a:cxn ang="0">
                <a:pos x="connsiteX33654" y="connsiteY33654"/>
              </a:cxn>
              <a:cxn ang="0">
                <a:pos x="connsiteX33655" y="connsiteY33655"/>
              </a:cxn>
              <a:cxn ang="0">
                <a:pos x="connsiteX33656" y="connsiteY33656"/>
              </a:cxn>
              <a:cxn ang="0">
                <a:pos x="connsiteX33657" y="connsiteY33657"/>
              </a:cxn>
              <a:cxn ang="0">
                <a:pos x="connsiteX33658" y="connsiteY33658"/>
              </a:cxn>
              <a:cxn ang="0">
                <a:pos x="connsiteX33659" y="connsiteY33659"/>
              </a:cxn>
              <a:cxn ang="0">
                <a:pos x="connsiteX33660" y="connsiteY33660"/>
              </a:cxn>
              <a:cxn ang="0">
                <a:pos x="connsiteX33661" y="connsiteY33661"/>
              </a:cxn>
              <a:cxn ang="0">
                <a:pos x="connsiteX33662" y="connsiteY33662"/>
              </a:cxn>
              <a:cxn ang="0">
                <a:pos x="connsiteX33663" y="connsiteY33663"/>
              </a:cxn>
              <a:cxn ang="0">
                <a:pos x="connsiteX33664" y="connsiteY33664"/>
              </a:cxn>
              <a:cxn ang="0">
                <a:pos x="connsiteX33665" y="connsiteY33665"/>
              </a:cxn>
              <a:cxn ang="0">
                <a:pos x="connsiteX33666" y="connsiteY33666"/>
              </a:cxn>
              <a:cxn ang="0">
                <a:pos x="connsiteX33667" y="connsiteY33667"/>
              </a:cxn>
              <a:cxn ang="0">
                <a:pos x="connsiteX33668" y="connsiteY33668"/>
              </a:cxn>
              <a:cxn ang="0">
                <a:pos x="connsiteX33669" y="connsiteY33669"/>
              </a:cxn>
              <a:cxn ang="0">
                <a:pos x="connsiteX33670" y="connsiteY33670"/>
              </a:cxn>
              <a:cxn ang="0">
                <a:pos x="connsiteX33671" y="connsiteY33671"/>
              </a:cxn>
              <a:cxn ang="0">
                <a:pos x="connsiteX33672" y="connsiteY33672"/>
              </a:cxn>
              <a:cxn ang="0">
                <a:pos x="connsiteX33673" y="connsiteY33673"/>
              </a:cxn>
              <a:cxn ang="0">
                <a:pos x="connsiteX33674" y="connsiteY33674"/>
              </a:cxn>
              <a:cxn ang="0">
                <a:pos x="connsiteX33675" y="connsiteY33675"/>
              </a:cxn>
              <a:cxn ang="0">
                <a:pos x="connsiteX33676" y="connsiteY33676"/>
              </a:cxn>
              <a:cxn ang="0">
                <a:pos x="connsiteX33677" y="connsiteY33677"/>
              </a:cxn>
              <a:cxn ang="0">
                <a:pos x="connsiteX33678" y="connsiteY33678"/>
              </a:cxn>
              <a:cxn ang="0">
                <a:pos x="connsiteX33679" y="connsiteY33679"/>
              </a:cxn>
              <a:cxn ang="0">
                <a:pos x="connsiteX33680" y="connsiteY33680"/>
              </a:cxn>
              <a:cxn ang="0">
                <a:pos x="connsiteX33681" y="connsiteY33681"/>
              </a:cxn>
              <a:cxn ang="0">
                <a:pos x="connsiteX33682" y="connsiteY33682"/>
              </a:cxn>
              <a:cxn ang="0">
                <a:pos x="connsiteX33683" y="connsiteY33683"/>
              </a:cxn>
              <a:cxn ang="0">
                <a:pos x="connsiteX33684" y="connsiteY33684"/>
              </a:cxn>
              <a:cxn ang="0">
                <a:pos x="connsiteX33685" y="connsiteY33685"/>
              </a:cxn>
              <a:cxn ang="0">
                <a:pos x="connsiteX33686" y="connsiteY33686"/>
              </a:cxn>
              <a:cxn ang="0">
                <a:pos x="connsiteX33687" y="connsiteY33687"/>
              </a:cxn>
              <a:cxn ang="0">
                <a:pos x="connsiteX33688" y="connsiteY33688"/>
              </a:cxn>
              <a:cxn ang="0">
                <a:pos x="connsiteX33689" y="connsiteY33689"/>
              </a:cxn>
              <a:cxn ang="0">
                <a:pos x="connsiteX33690" y="connsiteY33690"/>
              </a:cxn>
              <a:cxn ang="0">
                <a:pos x="connsiteX33691" y="connsiteY33691"/>
              </a:cxn>
              <a:cxn ang="0">
                <a:pos x="connsiteX33692" y="connsiteY33692"/>
              </a:cxn>
              <a:cxn ang="0">
                <a:pos x="connsiteX33693" y="connsiteY33693"/>
              </a:cxn>
              <a:cxn ang="0">
                <a:pos x="connsiteX33694" y="connsiteY33694"/>
              </a:cxn>
              <a:cxn ang="0">
                <a:pos x="connsiteX33695" y="connsiteY33695"/>
              </a:cxn>
              <a:cxn ang="0">
                <a:pos x="connsiteX33696" y="connsiteY33696"/>
              </a:cxn>
              <a:cxn ang="0">
                <a:pos x="connsiteX33697" y="connsiteY33697"/>
              </a:cxn>
              <a:cxn ang="0">
                <a:pos x="connsiteX33698" y="connsiteY33698"/>
              </a:cxn>
              <a:cxn ang="0">
                <a:pos x="connsiteX33699" y="connsiteY33699"/>
              </a:cxn>
              <a:cxn ang="0">
                <a:pos x="connsiteX33700" y="connsiteY33700"/>
              </a:cxn>
              <a:cxn ang="0">
                <a:pos x="connsiteX33701" y="connsiteY33701"/>
              </a:cxn>
              <a:cxn ang="0">
                <a:pos x="connsiteX33702" y="connsiteY33702"/>
              </a:cxn>
              <a:cxn ang="0">
                <a:pos x="connsiteX33703" y="connsiteY33703"/>
              </a:cxn>
              <a:cxn ang="0">
                <a:pos x="connsiteX33704" y="connsiteY33704"/>
              </a:cxn>
              <a:cxn ang="0">
                <a:pos x="connsiteX33705" y="connsiteY33705"/>
              </a:cxn>
              <a:cxn ang="0">
                <a:pos x="connsiteX33706" y="connsiteY33706"/>
              </a:cxn>
              <a:cxn ang="0">
                <a:pos x="connsiteX33707" y="connsiteY33707"/>
              </a:cxn>
              <a:cxn ang="0">
                <a:pos x="connsiteX33708" y="connsiteY33708"/>
              </a:cxn>
              <a:cxn ang="0">
                <a:pos x="connsiteX33709" y="connsiteY33709"/>
              </a:cxn>
              <a:cxn ang="0">
                <a:pos x="connsiteX33710" y="connsiteY33710"/>
              </a:cxn>
              <a:cxn ang="0">
                <a:pos x="connsiteX33711" y="connsiteY33711"/>
              </a:cxn>
              <a:cxn ang="0">
                <a:pos x="connsiteX33712" y="connsiteY33712"/>
              </a:cxn>
              <a:cxn ang="0">
                <a:pos x="connsiteX33713" y="connsiteY33713"/>
              </a:cxn>
              <a:cxn ang="0">
                <a:pos x="connsiteX33714" y="connsiteY33714"/>
              </a:cxn>
              <a:cxn ang="0">
                <a:pos x="connsiteX33715" y="connsiteY33715"/>
              </a:cxn>
              <a:cxn ang="0">
                <a:pos x="connsiteX33716" y="connsiteY33716"/>
              </a:cxn>
              <a:cxn ang="0">
                <a:pos x="connsiteX33717" y="connsiteY33717"/>
              </a:cxn>
              <a:cxn ang="0">
                <a:pos x="connsiteX33718" y="connsiteY33718"/>
              </a:cxn>
              <a:cxn ang="0">
                <a:pos x="connsiteX33719" y="connsiteY33719"/>
              </a:cxn>
              <a:cxn ang="0">
                <a:pos x="connsiteX33720" y="connsiteY33720"/>
              </a:cxn>
              <a:cxn ang="0">
                <a:pos x="connsiteX33721" y="connsiteY33721"/>
              </a:cxn>
              <a:cxn ang="0">
                <a:pos x="connsiteX33722" y="connsiteY33722"/>
              </a:cxn>
              <a:cxn ang="0">
                <a:pos x="connsiteX33723" y="connsiteY33723"/>
              </a:cxn>
              <a:cxn ang="0">
                <a:pos x="connsiteX33724" y="connsiteY33724"/>
              </a:cxn>
              <a:cxn ang="0">
                <a:pos x="connsiteX33725" y="connsiteY33725"/>
              </a:cxn>
              <a:cxn ang="0">
                <a:pos x="connsiteX33726" y="connsiteY33726"/>
              </a:cxn>
              <a:cxn ang="0">
                <a:pos x="connsiteX33727" y="connsiteY33727"/>
              </a:cxn>
              <a:cxn ang="0">
                <a:pos x="connsiteX33728" y="connsiteY33728"/>
              </a:cxn>
              <a:cxn ang="0">
                <a:pos x="connsiteX33729" y="connsiteY33729"/>
              </a:cxn>
              <a:cxn ang="0">
                <a:pos x="connsiteX33730" y="connsiteY33730"/>
              </a:cxn>
              <a:cxn ang="0">
                <a:pos x="connsiteX33731" y="connsiteY33731"/>
              </a:cxn>
              <a:cxn ang="0">
                <a:pos x="connsiteX33732" y="connsiteY33732"/>
              </a:cxn>
              <a:cxn ang="0">
                <a:pos x="connsiteX33733" y="connsiteY33733"/>
              </a:cxn>
              <a:cxn ang="0">
                <a:pos x="connsiteX33734" y="connsiteY33734"/>
              </a:cxn>
              <a:cxn ang="0">
                <a:pos x="connsiteX33735" y="connsiteY33735"/>
              </a:cxn>
              <a:cxn ang="0">
                <a:pos x="connsiteX33736" y="connsiteY33736"/>
              </a:cxn>
              <a:cxn ang="0">
                <a:pos x="connsiteX33737" y="connsiteY33737"/>
              </a:cxn>
              <a:cxn ang="0">
                <a:pos x="connsiteX33738" y="connsiteY33738"/>
              </a:cxn>
              <a:cxn ang="0">
                <a:pos x="connsiteX33739" y="connsiteY33739"/>
              </a:cxn>
              <a:cxn ang="0">
                <a:pos x="connsiteX33740" y="connsiteY33740"/>
              </a:cxn>
              <a:cxn ang="0">
                <a:pos x="connsiteX33741" y="connsiteY33741"/>
              </a:cxn>
              <a:cxn ang="0">
                <a:pos x="connsiteX33742" y="connsiteY33742"/>
              </a:cxn>
              <a:cxn ang="0">
                <a:pos x="connsiteX33743" y="connsiteY33743"/>
              </a:cxn>
              <a:cxn ang="0">
                <a:pos x="connsiteX33744" y="connsiteY33744"/>
              </a:cxn>
              <a:cxn ang="0">
                <a:pos x="connsiteX33745" y="connsiteY33745"/>
              </a:cxn>
              <a:cxn ang="0">
                <a:pos x="connsiteX33746" y="connsiteY33746"/>
              </a:cxn>
              <a:cxn ang="0">
                <a:pos x="connsiteX33747" y="connsiteY33747"/>
              </a:cxn>
              <a:cxn ang="0">
                <a:pos x="connsiteX33748" y="connsiteY33748"/>
              </a:cxn>
              <a:cxn ang="0">
                <a:pos x="connsiteX33749" y="connsiteY33749"/>
              </a:cxn>
              <a:cxn ang="0">
                <a:pos x="connsiteX33750" y="connsiteY33750"/>
              </a:cxn>
              <a:cxn ang="0">
                <a:pos x="connsiteX33751" y="connsiteY33751"/>
              </a:cxn>
              <a:cxn ang="0">
                <a:pos x="connsiteX33752" y="connsiteY33752"/>
              </a:cxn>
              <a:cxn ang="0">
                <a:pos x="connsiteX33753" y="connsiteY33753"/>
              </a:cxn>
              <a:cxn ang="0">
                <a:pos x="connsiteX33754" y="connsiteY33754"/>
              </a:cxn>
              <a:cxn ang="0">
                <a:pos x="connsiteX33755" y="connsiteY33755"/>
              </a:cxn>
              <a:cxn ang="0">
                <a:pos x="connsiteX33756" y="connsiteY33756"/>
              </a:cxn>
              <a:cxn ang="0">
                <a:pos x="connsiteX33757" y="connsiteY33757"/>
              </a:cxn>
              <a:cxn ang="0">
                <a:pos x="connsiteX33758" y="connsiteY33758"/>
              </a:cxn>
              <a:cxn ang="0">
                <a:pos x="connsiteX33759" y="connsiteY33759"/>
              </a:cxn>
              <a:cxn ang="0">
                <a:pos x="connsiteX33760" y="connsiteY33760"/>
              </a:cxn>
              <a:cxn ang="0">
                <a:pos x="connsiteX33761" y="connsiteY33761"/>
              </a:cxn>
              <a:cxn ang="0">
                <a:pos x="connsiteX33762" y="connsiteY33762"/>
              </a:cxn>
              <a:cxn ang="0">
                <a:pos x="connsiteX33763" y="connsiteY33763"/>
              </a:cxn>
              <a:cxn ang="0">
                <a:pos x="connsiteX33764" y="connsiteY33764"/>
              </a:cxn>
              <a:cxn ang="0">
                <a:pos x="connsiteX33765" y="connsiteY33765"/>
              </a:cxn>
              <a:cxn ang="0">
                <a:pos x="connsiteX33766" y="connsiteY33766"/>
              </a:cxn>
              <a:cxn ang="0">
                <a:pos x="connsiteX33767" y="connsiteY33767"/>
              </a:cxn>
              <a:cxn ang="0">
                <a:pos x="connsiteX33768" y="connsiteY33768"/>
              </a:cxn>
              <a:cxn ang="0">
                <a:pos x="connsiteX33769" y="connsiteY33769"/>
              </a:cxn>
              <a:cxn ang="0">
                <a:pos x="connsiteX33770" y="connsiteY33770"/>
              </a:cxn>
              <a:cxn ang="0">
                <a:pos x="connsiteX33771" y="connsiteY33771"/>
              </a:cxn>
              <a:cxn ang="0">
                <a:pos x="connsiteX33772" y="connsiteY33772"/>
              </a:cxn>
              <a:cxn ang="0">
                <a:pos x="connsiteX33773" y="connsiteY33773"/>
              </a:cxn>
              <a:cxn ang="0">
                <a:pos x="connsiteX33774" y="connsiteY33774"/>
              </a:cxn>
              <a:cxn ang="0">
                <a:pos x="connsiteX33775" y="connsiteY33775"/>
              </a:cxn>
              <a:cxn ang="0">
                <a:pos x="connsiteX33776" y="connsiteY33776"/>
              </a:cxn>
              <a:cxn ang="0">
                <a:pos x="connsiteX33777" y="connsiteY33777"/>
              </a:cxn>
              <a:cxn ang="0">
                <a:pos x="connsiteX33778" y="connsiteY33778"/>
              </a:cxn>
              <a:cxn ang="0">
                <a:pos x="connsiteX33779" y="connsiteY33779"/>
              </a:cxn>
              <a:cxn ang="0">
                <a:pos x="connsiteX33780" y="connsiteY33780"/>
              </a:cxn>
              <a:cxn ang="0">
                <a:pos x="connsiteX33781" y="connsiteY33781"/>
              </a:cxn>
              <a:cxn ang="0">
                <a:pos x="connsiteX33782" y="connsiteY33782"/>
              </a:cxn>
              <a:cxn ang="0">
                <a:pos x="connsiteX33783" y="connsiteY33783"/>
              </a:cxn>
              <a:cxn ang="0">
                <a:pos x="connsiteX33784" y="connsiteY33784"/>
              </a:cxn>
              <a:cxn ang="0">
                <a:pos x="connsiteX33785" y="connsiteY33785"/>
              </a:cxn>
              <a:cxn ang="0">
                <a:pos x="connsiteX33786" y="connsiteY33786"/>
              </a:cxn>
              <a:cxn ang="0">
                <a:pos x="connsiteX33787" y="connsiteY33787"/>
              </a:cxn>
              <a:cxn ang="0">
                <a:pos x="connsiteX33788" y="connsiteY33788"/>
              </a:cxn>
              <a:cxn ang="0">
                <a:pos x="connsiteX33789" y="connsiteY33789"/>
              </a:cxn>
              <a:cxn ang="0">
                <a:pos x="connsiteX33790" y="connsiteY33790"/>
              </a:cxn>
              <a:cxn ang="0">
                <a:pos x="connsiteX33791" y="connsiteY33791"/>
              </a:cxn>
              <a:cxn ang="0">
                <a:pos x="connsiteX33792" y="connsiteY33792"/>
              </a:cxn>
              <a:cxn ang="0">
                <a:pos x="connsiteX33793" y="connsiteY33793"/>
              </a:cxn>
              <a:cxn ang="0">
                <a:pos x="connsiteX33794" y="connsiteY33794"/>
              </a:cxn>
              <a:cxn ang="0">
                <a:pos x="connsiteX33795" y="connsiteY33795"/>
              </a:cxn>
              <a:cxn ang="0">
                <a:pos x="connsiteX33796" y="connsiteY33796"/>
              </a:cxn>
              <a:cxn ang="0">
                <a:pos x="connsiteX33797" y="connsiteY33797"/>
              </a:cxn>
              <a:cxn ang="0">
                <a:pos x="connsiteX33798" y="connsiteY33798"/>
              </a:cxn>
              <a:cxn ang="0">
                <a:pos x="connsiteX33799" y="connsiteY33799"/>
              </a:cxn>
              <a:cxn ang="0">
                <a:pos x="connsiteX33800" y="connsiteY33800"/>
              </a:cxn>
              <a:cxn ang="0">
                <a:pos x="connsiteX33801" y="connsiteY33801"/>
              </a:cxn>
              <a:cxn ang="0">
                <a:pos x="connsiteX33802" y="connsiteY33802"/>
              </a:cxn>
              <a:cxn ang="0">
                <a:pos x="connsiteX33803" y="connsiteY33803"/>
              </a:cxn>
              <a:cxn ang="0">
                <a:pos x="connsiteX33804" y="connsiteY33804"/>
              </a:cxn>
              <a:cxn ang="0">
                <a:pos x="connsiteX33805" y="connsiteY33805"/>
              </a:cxn>
              <a:cxn ang="0">
                <a:pos x="connsiteX33806" y="connsiteY33806"/>
              </a:cxn>
              <a:cxn ang="0">
                <a:pos x="connsiteX33807" y="connsiteY33807"/>
              </a:cxn>
              <a:cxn ang="0">
                <a:pos x="connsiteX33808" y="connsiteY33808"/>
              </a:cxn>
              <a:cxn ang="0">
                <a:pos x="connsiteX33809" y="connsiteY33809"/>
              </a:cxn>
              <a:cxn ang="0">
                <a:pos x="connsiteX33810" y="connsiteY33810"/>
              </a:cxn>
              <a:cxn ang="0">
                <a:pos x="connsiteX33811" y="connsiteY33811"/>
              </a:cxn>
              <a:cxn ang="0">
                <a:pos x="connsiteX33812" y="connsiteY33812"/>
              </a:cxn>
              <a:cxn ang="0">
                <a:pos x="connsiteX33813" y="connsiteY33813"/>
              </a:cxn>
              <a:cxn ang="0">
                <a:pos x="connsiteX33814" y="connsiteY33814"/>
              </a:cxn>
              <a:cxn ang="0">
                <a:pos x="connsiteX33815" y="connsiteY33815"/>
              </a:cxn>
              <a:cxn ang="0">
                <a:pos x="connsiteX33816" y="connsiteY33816"/>
              </a:cxn>
              <a:cxn ang="0">
                <a:pos x="connsiteX33817" y="connsiteY33817"/>
              </a:cxn>
              <a:cxn ang="0">
                <a:pos x="connsiteX33818" y="connsiteY33818"/>
              </a:cxn>
              <a:cxn ang="0">
                <a:pos x="connsiteX33819" y="connsiteY33819"/>
              </a:cxn>
              <a:cxn ang="0">
                <a:pos x="connsiteX33820" y="connsiteY33820"/>
              </a:cxn>
              <a:cxn ang="0">
                <a:pos x="connsiteX33821" y="connsiteY33821"/>
              </a:cxn>
              <a:cxn ang="0">
                <a:pos x="connsiteX33822" y="connsiteY33822"/>
              </a:cxn>
              <a:cxn ang="0">
                <a:pos x="connsiteX33823" y="connsiteY33823"/>
              </a:cxn>
              <a:cxn ang="0">
                <a:pos x="connsiteX33824" y="connsiteY33824"/>
              </a:cxn>
              <a:cxn ang="0">
                <a:pos x="connsiteX33825" y="connsiteY33825"/>
              </a:cxn>
              <a:cxn ang="0">
                <a:pos x="connsiteX33826" y="connsiteY33826"/>
              </a:cxn>
              <a:cxn ang="0">
                <a:pos x="connsiteX33827" y="connsiteY33827"/>
              </a:cxn>
              <a:cxn ang="0">
                <a:pos x="connsiteX33828" y="connsiteY33828"/>
              </a:cxn>
              <a:cxn ang="0">
                <a:pos x="connsiteX33829" y="connsiteY33829"/>
              </a:cxn>
              <a:cxn ang="0">
                <a:pos x="connsiteX33830" y="connsiteY33830"/>
              </a:cxn>
              <a:cxn ang="0">
                <a:pos x="connsiteX33831" y="connsiteY33831"/>
              </a:cxn>
              <a:cxn ang="0">
                <a:pos x="connsiteX33832" y="connsiteY33832"/>
              </a:cxn>
              <a:cxn ang="0">
                <a:pos x="connsiteX33833" y="connsiteY33833"/>
              </a:cxn>
              <a:cxn ang="0">
                <a:pos x="connsiteX33834" y="connsiteY33834"/>
              </a:cxn>
              <a:cxn ang="0">
                <a:pos x="connsiteX33835" y="connsiteY33835"/>
              </a:cxn>
              <a:cxn ang="0">
                <a:pos x="connsiteX33836" y="connsiteY33836"/>
              </a:cxn>
              <a:cxn ang="0">
                <a:pos x="connsiteX33837" y="connsiteY33837"/>
              </a:cxn>
              <a:cxn ang="0">
                <a:pos x="connsiteX33838" y="connsiteY33838"/>
              </a:cxn>
              <a:cxn ang="0">
                <a:pos x="connsiteX33839" y="connsiteY33839"/>
              </a:cxn>
              <a:cxn ang="0">
                <a:pos x="connsiteX33840" y="connsiteY33840"/>
              </a:cxn>
              <a:cxn ang="0">
                <a:pos x="connsiteX33841" y="connsiteY33841"/>
              </a:cxn>
              <a:cxn ang="0">
                <a:pos x="connsiteX33842" y="connsiteY33842"/>
              </a:cxn>
              <a:cxn ang="0">
                <a:pos x="connsiteX33843" y="connsiteY33843"/>
              </a:cxn>
              <a:cxn ang="0">
                <a:pos x="connsiteX33844" y="connsiteY33844"/>
              </a:cxn>
              <a:cxn ang="0">
                <a:pos x="connsiteX33845" y="connsiteY33845"/>
              </a:cxn>
              <a:cxn ang="0">
                <a:pos x="connsiteX33846" y="connsiteY33846"/>
              </a:cxn>
              <a:cxn ang="0">
                <a:pos x="connsiteX33847" y="connsiteY33847"/>
              </a:cxn>
              <a:cxn ang="0">
                <a:pos x="connsiteX33848" y="connsiteY33848"/>
              </a:cxn>
              <a:cxn ang="0">
                <a:pos x="connsiteX33849" y="connsiteY33849"/>
              </a:cxn>
              <a:cxn ang="0">
                <a:pos x="connsiteX33850" y="connsiteY33850"/>
              </a:cxn>
              <a:cxn ang="0">
                <a:pos x="connsiteX33851" y="connsiteY33851"/>
              </a:cxn>
              <a:cxn ang="0">
                <a:pos x="connsiteX33852" y="connsiteY33852"/>
              </a:cxn>
              <a:cxn ang="0">
                <a:pos x="connsiteX33853" y="connsiteY33853"/>
              </a:cxn>
              <a:cxn ang="0">
                <a:pos x="connsiteX33854" y="connsiteY33854"/>
              </a:cxn>
              <a:cxn ang="0">
                <a:pos x="connsiteX33855" y="connsiteY33855"/>
              </a:cxn>
              <a:cxn ang="0">
                <a:pos x="connsiteX33856" y="connsiteY33856"/>
              </a:cxn>
              <a:cxn ang="0">
                <a:pos x="connsiteX33857" y="connsiteY33857"/>
              </a:cxn>
              <a:cxn ang="0">
                <a:pos x="connsiteX33858" y="connsiteY33858"/>
              </a:cxn>
              <a:cxn ang="0">
                <a:pos x="connsiteX33859" y="connsiteY33859"/>
              </a:cxn>
              <a:cxn ang="0">
                <a:pos x="connsiteX33860" y="connsiteY33860"/>
              </a:cxn>
              <a:cxn ang="0">
                <a:pos x="connsiteX33861" y="connsiteY33861"/>
              </a:cxn>
              <a:cxn ang="0">
                <a:pos x="connsiteX33862" y="connsiteY33862"/>
              </a:cxn>
              <a:cxn ang="0">
                <a:pos x="connsiteX33863" y="connsiteY33863"/>
              </a:cxn>
              <a:cxn ang="0">
                <a:pos x="connsiteX33864" y="connsiteY33864"/>
              </a:cxn>
              <a:cxn ang="0">
                <a:pos x="connsiteX33865" y="connsiteY33865"/>
              </a:cxn>
              <a:cxn ang="0">
                <a:pos x="connsiteX33866" y="connsiteY33866"/>
              </a:cxn>
              <a:cxn ang="0">
                <a:pos x="connsiteX33867" y="connsiteY33867"/>
              </a:cxn>
              <a:cxn ang="0">
                <a:pos x="connsiteX33868" y="connsiteY33868"/>
              </a:cxn>
              <a:cxn ang="0">
                <a:pos x="connsiteX33869" y="connsiteY33869"/>
              </a:cxn>
              <a:cxn ang="0">
                <a:pos x="connsiteX33870" y="connsiteY33870"/>
              </a:cxn>
              <a:cxn ang="0">
                <a:pos x="connsiteX33871" y="connsiteY33871"/>
              </a:cxn>
              <a:cxn ang="0">
                <a:pos x="connsiteX33872" y="connsiteY33872"/>
              </a:cxn>
              <a:cxn ang="0">
                <a:pos x="connsiteX33873" y="connsiteY33873"/>
              </a:cxn>
              <a:cxn ang="0">
                <a:pos x="connsiteX33874" y="connsiteY33874"/>
              </a:cxn>
              <a:cxn ang="0">
                <a:pos x="connsiteX33875" y="connsiteY33875"/>
              </a:cxn>
              <a:cxn ang="0">
                <a:pos x="connsiteX33876" y="connsiteY33876"/>
              </a:cxn>
              <a:cxn ang="0">
                <a:pos x="connsiteX33877" y="connsiteY33877"/>
              </a:cxn>
              <a:cxn ang="0">
                <a:pos x="connsiteX33878" y="connsiteY33878"/>
              </a:cxn>
              <a:cxn ang="0">
                <a:pos x="connsiteX33879" y="connsiteY33879"/>
              </a:cxn>
              <a:cxn ang="0">
                <a:pos x="connsiteX33880" y="connsiteY33880"/>
              </a:cxn>
              <a:cxn ang="0">
                <a:pos x="connsiteX33881" y="connsiteY33881"/>
              </a:cxn>
              <a:cxn ang="0">
                <a:pos x="connsiteX33882" y="connsiteY33882"/>
              </a:cxn>
              <a:cxn ang="0">
                <a:pos x="connsiteX33883" y="connsiteY33883"/>
              </a:cxn>
              <a:cxn ang="0">
                <a:pos x="connsiteX33884" y="connsiteY33884"/>
              </a:cxn>
              <a:cxn ang="0">
                <a:pos x="connsiteX33885" y="connsiteY33885"/>
              </a:cxn>
              <a:cxn ang="0">
                <a:pos x="connsiteX33886" y="connsiteY33886"/>
              </a:cxn>
              <a:cxn ang="0">
                <a:pos x="connsiteX33887" y="connsiteY33887"/>
              </a:cxn>
              <a:cxn ang="0">
                <a:pos x="connsiteX33888" y="connsiteY33888"/>
              </a:cxn>
              <a:cxn ang="0">
                <a:pos x="connsiteX33889" y="connsiteY33889"/>
              </a:cxn>
              <a:cxn ang="0">
                <a:pos x="connsiteX33890" y="connsiteY33890"/>
              </a:cxn>
              <a:cxn ang="0">
                <a:pos x="connsiteX33891" y="connsiteY33891"/>
              </a:cxn>
              <a:cxn ang="0">
                <a:pos x="connsiteX33892" y="connsiteY33892"/>
              </a:cxn>
              <a:cxn ang="0">
                <a:pos x="connsiteX33893" y="connsiteY33893"/>
              </a:cxn>
              <a:cxn ang="0">
                <a:pos x="connsiteX33894" y="connsiteY33894"/>
              </a:cxn>
              <a:cxn ang="0">
                <a:pos x="connsiteX33895" y="connsiteY33895"/>
              </a:cxn>
              <a:cxn ang="0">
                <a:pos x="connsiteX33896" y="connsiteY33896"/>
              </a:cxn>
              <a:cxn ang="0">
                <a:pos x="connsiteX33897" y="connsiteY33897"/>
              </a:cxn>
              <a:cxn ang="0">
                <a:pos x="connsiteX33898" y="connsiteY33898"/>
              </a:cxn>
              <a:cxn ang="0">
                <a:pos x="connsiteX33899" y="connsiteY33899"/>
              </a:cxn>
              <a:cxn ang="0">
                <a:pos x="connsiteX33900" y="connsiteY33900"/>
              </a:cxn>
              <a:cxn ang="0">
                <a:pos x="connsiteX33901" y="connsiteY33901"/>
              </a:cxn>
              <a:cxn ang="0">
                <a:pos x="connsiteX33902" y="connsiteY33902"/>
              </a:cxn>
              <a:cxn ang="0">
                <a:pos x="connsiteX33903" y="connsiteY33903"/>
              </a:cxn>
              <a:cxn ang="0">
                <a:pos x="connsiteX33904" y="connsiteY33904"/>
              </a:cxn>
              <a:cxn ang="0">
                <a:pos x="connsiteX33905" y="connsiteY33905"/>
              </a:cxn>
              <a:cxn ang="0">
                <a:pos x="connsiteX33906" y="connsiteY33906"/>
              </a:cxn>
              <a:cxn ang="0">
                <a:pos x="connsiteX33907" y="connsiteY33907"/>
              </a:cxn>
              <a:cxn ang="0">
                <a:pos x="connsiteX33908" y="connsiteY33908"/>
              </a:cxn>
              <a:cxn ang="0">
                <a:pos x="connsiteX33909" y="connsiteY33909"/>
              </a:cxn>
              <a:cxn ang="0">
                <a:pos x="connsiteX33910" y="connsiteY33910"/>
              </a:cxn>
              <a:cxn ang="0">
                <a:pos x="connsiteX33911" y="connsiteY33911"/>
              </a:cxn>
              <a:cxn ang="0">
                <a:pos x="connsiteX33912" y="connsiteY33912"/>
              </a:cxn>
              <a:cxn ang="0">
                <a:pos x="connsiteX33913" y="connsiteY33913"/>
              </a:cxn>
              <a:cxn ang="0">
                <a:pos x="connsiteX33914" y="connsiteY33914"/>
              </a:cxn>
              <a:cxn ang="0">
                <a:pos x="connsiteX33915" y="connsiteY33915"/>
              </a:cxn>
              <a:cxn ang="0">
                <a:pos x="connsiteX33916" y="connsiteY33916"/>
              </a:cxn>
              <a:cxn ang="0">
                <a:pos x="connsiteX33917" y="connsiteY33917"/>
              </a:cxn>
              <a:cxn ang="0">
                <a:pos x="connsiteX33918" y="connsiteY33918"/>
              </a:cxn>
              <a:cxn ang="0">
                <a:pos x="connsiteX33919" y="connsiteY33919"/>
              </a:cxn>
              <a:cxn ang="0">
                <a:pos x="connsiteX33920" y="connsiteY33920"/>
              </a:cxn>
              <a:cxn ang="0">
                <a:pos x="connsiteX33921" y="connsiteY33921"/>
              </a:cxn>
              <a:cxn ang="0">
                <a:pos x="connsiteX33922" y="connsiteY33922"/>
              </a:cxn>
              <a:cxn ang="0">
                <a:pos x="connsiteX33923" y="connsiteY33923"/>
              </a:cxn>
              <a:cxn ang="0">
                <a:pos x="connsiteX33924" y="connsiteY33924"/>
              </a:cxn>
              <a:cxn ang="0">
                <a:pos x="connsiteX33925" y="connsiteY33925"/>
              </a:cxn>
              <a:cxn ang="0">
                <a:pos x="connsiteX33926" y="connsiteY33926"/>
              </a:cxn>
              <a:cxn ang="0">
                <a:pos x="connsiteX33927" y="connsiteY33927"/>
              </a:cxn>
              <a:cxn ang="0">
                <a:pos x="connsiteX33928" y="connsiteY33928"/>
              </a:cxn>
              <a:cxn ang="0">
                <a:pos x="connsiteX33929" y="connsiteY33929"/>
              </a:cxn>
              <a:cxn ang="0">
                <a:pos x="connsiteX33930" y="connsiteY33930"/>
              </a:cxn>
              <a:cxn ang="0">
                <a:pos x="connsiteX33931" y="connsiteY33931"/>
              </a:cxn>
              <a:cxn ang="0">
                <a:pos x="connsiteX33932" y="connsiteY33932"/>
              </a:cxn>
              <a:cxn ang="0">
                <a:pos x="connsiteX33933" y="connsiteY33933"/>
              </a:cxn>
              <a:cxn ang="0">
                <a:pos x="connsiteX33934" y="connsiteY33934"/>
              </a:cxn>
              <a:cxn ang="0">
                <a:pos x="connsiteX33935" y="connsiteY33935"/>
              </a:cxn>
              <a:cxn ang="0">
                <a:pos x="connsiteX33936" y="connsiteY33936"/>
              </a:cxn>
              <a:cxn ang="0">
                <a:pos x="connsiteX33937" y="connsiteY33937"/>
              </a:cxn>
              <a:cxn ang="0">
                <a:pos x="connsiteX33938" y="connsiteY33938"/>
              </a:cxn>
              <a:cxn ang="0">
                <a:pos x="connsiteX33939" y="connsiteY33939"/>
              </a:cxn>
              <a:cxn ang="0">
                <a:pos x="connsiteX33940" y="connsiteY33940"/>
              </a:cxn>
              <a:cxn ang="0">
                <a:pos x="connsiteX33941" y="connsiteY33941"/>
              </a:cxn>
              <a:cxn ang="0">
                <a:pos x="connsiteX33942" y="connsiteY33942"/>
              </a:cxn>
              <a:cxn ang="0">
                <a:pos x="connsiteX33943" y="connsiteY33943"/>
              </a:cxn>
              <a:cxn ang="0">
                <a:pos x="connsiteX33944" y="connsiteY33944"/>
              </a:cxn>
              <a:cxn ang="0">
                <a:pos x="connsiteX33945" y="connsiteY33945"/>
              </a:cxn>
              <a:cxn ang="0">
                <a:pos x="connsiteX33946" y="connsiteY33946"/>
              </a:cxn>
              <a:cxn ang="0">
                <a:pos x="connsiteX33947" y="connsiteY33947"/>
              </a:cxn>
              <a:cxn ang="0">
                <a:pos x="connsiteX33948" y="connsiteY33948"/>
              </a:cxn>
              <a:cxn ang="0">
                <a:pos x="connsiteX33949" y="connsiteY33949"/>
              </a:cxn>
              <a:cxn ang="0">
                <a:pos x="connsiteX33950" y="connsiteY33950"/>
              </a:cxn>
              <a:cxn ang="0">
                <a:pos x="connsiteX33951" y="connsiteY33951"/>
              </a:cxn>
              <a:cxn ang="0">
                <a:pos x="connsiteX33952" y="connsiteY33952"/>
              </a:cxn>
              <a:cxn ang="0">
                <a:pos x="connsiteX33953" y="connsiteY33953"/>
              </a:cxn>
              <a:cxn ang="0">
                <a:pos x="connsiteX33954" y="connsiteY33954"/>
              </a:cxn>
              <a:cxn ang="0">
                <a:pos x="connsiteX33955" y="connsiteY33955"/>
              </a:cxn>
              <a:cxn ang="0">
                <a:pos x="connsiteX33956" y="connsiteY33956"/>
              </a:cxn>
              <a:cxn ang="0">
                <a:pos x="connsiteX33957" y="connsiteY33957"/>
              </a:cxn>
              <a:cxn ang="0">
                <a:pos x="connsiteX33958" y="connsiteY33958"/>
              </a:cxn>
              <a:cxn ang="0">
                <a:pos x="connsiteX33959" y="connsiteY33959"/>
              </a:cxn>
              <a:cxn ang="0">
                <a:pos x="connsiteX33960" y="connsiteY33960"/>
              </a:cxn>
              <a:cxn ang="0">
                <a:pos x="connsiteX33961" y="connsiteY33961"/>
              </a:cxn>
              <a:cxn ang="0">
                <a:pos x="connsiteX33962" y="connsiteY33962"/>
              </a:cxn>
              <a:cxn ang="0">
                <a:pos x="connsiteX33963" y="connsiteY33963"/>
              </a:cxn>
              <a:cxn ang="0">
                <a:pos x="connsiteX33964" y="connsiteY33964"/>
              </a:cxn>
              <a:cxn ang="0">
                <a:pos x="connsiteX33965" y="connsiteY33965"/>
              </a:cxn>
              <a:cxn ang="0">
                <a:pos x="connsiteX33966" y="connsiteY33966"/>
              </a:cxn>
              <a:cxn ang="0">
                <a:pos x="connsiteX33967" y="connsiteY33967"/>
              </a:cxn>
              <a:cxn ang="0">
                <a:pos x="connsiteX33968" y="connsiteY33968"/>
              </a:cxn>
              <a:cxn ang="0">
                <a:pos x="connsiteX33969" y="connsiteY33969"/>
              </a:cxn>
              <a:cxn ang="0">
                <a:pos x="connsiteX33970" y="connsiteY33970"/>
              </a:cxn>
              <a:cxn ang="0">
                <a:pos x="connsiteX33971" y="connsiteY33971"/>
              </a:cxn>
              <a:cxn ang="0">
                <a:pos x="connsiteX33972" y="connsiteY33972"/>
              </a:cxn>
              <a:cxn ang="0">
                <a:pos x="connsiteX33973" y="connsiteY33973"/>
              </a:cxn>
              <a:cxn ang="0">
                <a:pos x="connsiteX33974" y="connsiteY33974"/>
              </a:cxn>
              <a:cxn ang="0">
                <a:pos x="connsiteX33975" y="connsiteY33975"/>
              </a:cxn>
              <a:cxn ang="0">
                <a:pos x="connsiteX33976" y="connsiteY33976"/>
              </a:cxn>
              <a:cxn ang="0">
                <a:pos x="connsiteX33977" y="connsiteY33977"/>
              </a:cxn>
              <a:cxn ang="0">
                <a:pos x="connsiteX33978" y="connsiteY33978"/>
              </a:cxn>
              <a:cxn ang="0">
                <a:pos x="connsiteX33979" y="connsiteY33979"/>
              </a:cxn>
              <a:cxn ang="0">
                <a:pos x="connsiteX33980" y="connsiteY33980"/>
              </a:cxn>
              <a:cxn ang="0">
                <a:pos x="connsiteX33981" y="connsiteY33981"/>
              </a:cxn>
              <a:cxn ang="0">
                <a:pos x="connsiteX33982" y="connsiteY33982"/>
              </a:cxn>
              <a:cxn ang="0">
                <a:pos x="connsiteX33983" y="connsiteY33983"/>
              </a:cxn>
              <a:cxn ang="0">
                <a:pos x="connsiteX33984" y="connsiteY33984"/>
              </a:cxn>
              <a:cxn ang="0">
                <a:pos x="connsiteX33985" y="connsiteY33985"/>
              </a:cxn>
              <a:cxn ang="0">
                <a:pos x="connsiteX33986" y="connsiteY33986"/>
              </a:cxn>
              <a:cxn ang="0">
                <a:pos x="connsiteX33987" y="connsiteY33987"/>
              </a:cxn>
              <a:cxn ang="0">
                <a:pos x="connsiteX33988" y="connsiteY33988"/>
              </a:cxn>
              <a:cxn ang="0">
                <a:pos x="connsiteX33989" y="connsiteY33989"/>
              </a:cxn>
              <a:cxn ang="0">
                <a:pos x="connsiteX33990" y="connsiteY33990"/>
              </a:cxn>
              <a:cxn ang="0">
                <a:pos x="connsiteX33991" y="connsiteY33991"/>
              </a:cxn>
              <a:cxn ang="0">
                <a:pos x="connsiteX33992" y="connsiteY33992"/>
              </a:cxn>
              <a:cxn ang="0">
                <a:pos x="connsiteX33993" y="connsiteY33993"/>
              </a:cxn>
              <a:cxn ang="0">
                <a:pos x="connsiteX33994" y="connsiteY33994"/>
              </a:cxn>
              <a:cxn ang="0">
                <a:pos x="connsiteX33995" y="connsiteY33995"/>
              </a:cxn>
              <a:cxn ang="0">
                <a:pos x="connsiteX33996" y="connsiteY33996"/>
              </a:cxn>
              <a:cxn ang="0">
                <a:pos x="connsiteX33997" y="connsiteY33997"/>
              </a:cxn>
              <a:cxn ang="0">
                <a:pos x="connsiteX33998" y="connsiteY33998"/>
              </a:cxn>
              <a:cxn ang="0">
                <a:pos x="connsiteX33999" y="connsiteY33999"/>
              </a:cxn>
              <a:cxn ang="0">
                <a:pos x="connsiteX34000" y="connsiteY34000"/>
              </a:cxn>
              <a:cxn ang="0">
                <a:pos x="connsiteX34001" y="connsiteY34001"/>
              </a:cxn>
              <a:cxn ang="0">
                <a:pos x="connsiteX34002" y="connsiteY34002"/>
              </a:cxn>
              <a:cxn ang="0">
                <a:pos x="connsiteX34003" y="connsiteY34003"/>
              </a:cxn>
              <a:cxn ang="0">
                <a:pos x="connsiteX34004" y="connsiteY34004"/>
              </a:cxn>
              <a:cxn ang="0">
                <a:pos x="connsiteX34005" y="connsiteY34005"/>
              </a:cxn>
              <a:cxn ang="0">
                <a:pos x="connsiteX34006" y="connsiteY34006"/>
              </a:cxn>
              <a:cxn ang="0">
                <a:pos x="connsiteX34007" y="connsiteY34007"/>
              </a:cxn>
              <a:cxn ang="0">
                <a:pos x="connsiteX34008" y="connsiteY34008"/>
              </a:cxn>
              <a:cxn ang="0">
                <a:pos x="connsiteX34009" y="connsiteY34009"/>
              </a:cxn>
              <a:cxn ang="0">
                <a:pos x="connsiteX34010" y="connsiteY34010"/>
              </a:cxn>
              <a:cxn ang="0">
                <a:pos x="connsiteX34011" y="connsiteY34011"/>
              </a:cxn>
              <a:cxn ang="0">
                <a:pos x="connsiteX34012" y="connsiteY34012"/>
              </a:cxn>
              <a:cxn ang="0">
                <a:pos x="connsiteX34013" y="connsiteY34013"/>
              </a:cxn>
              <a:cxn ang="0">
                <a:pos x="connsiteX34014" y="connsiteY34014"/>
              </a:cxn>
              <a:cxn ang="0">
                <a:pos x="connsiteX34015" y="connsiteY34015"/>
              </a:cxn>
              <a:cxn ang="0">
                <a:pos x="connsiteX34016" y="connsiteY34016"/>
              </a:cxn>
              <a:cxn ang="0">
                <a:pos x="connsiteX34017" y="connsiteY34017"/>
              </a:cxn>
              <a:cxn ang="0">
                <a:pos x="connsiteX34018" y="connsiteY34018"/>
              </a:cxn>
              <a:cxn ang="0">
                <a:pos x="connsiteX34019" y="connsiteY34019"/>
              </a:cxn>
              <a:cxn ang="0">
                <a:pos x="connsiteX34020" y="connsiteY34020"/>
              </a:cxn>
              <a:cxn ang="0">
                <a:pos x="connsiteX34021" y="connsiteY34021"/>
              </a:cxn>
              <a:cxn ang="0">
                <a:pos x="connsiteX34022" y="connsiteY34022"/>
              </a:cxn>
              <a:cxn ang="0">
                <a:pos x="connsiteX34023" y="connsiteY34023"/>
              </a:cxn>
              <a:cxn ang="0">
                <a:pos x="connsiteX34024" y="connsiteY34024"/>
              </a:cxn>
              <a:cxn ang="0">
                <a:pos x="connsiteX34025" y="connsiteY34025"/>
              </a:cxn>
              <a:cxn ang="0">
                <a:pos x="connsiteX34026" y="connsiteY34026"/>
              </a:cxn>
              <a:cxn ang="0">
                <a:pos x="connsiteX34027" y="connsiteY34027"/>
              </a:cxn>
              <a:cxn ang="0">
                <a:pos x="connsiteX34028" y="connsiteY34028"/>
              </a:cxn>
              <a:cxn ang="0">
                <a:pos x="connsiteX34029" y="connsiteY34029"/>
              </a:cxn>
              <a:cxn ang="0">
                <a:pos x="connsiteX34030" y="connsiteY34030"/>
              </a:cxn>
              <a:cxn ang="0">
                <a:pos x="connsiteX34031" y="connsiteY34031"/>
              </a:cxn>
              <a:cxn ang="0">
                <a:pos x="connsiteX34032" y="connsiteY34032"/>
              </a:cxn>
              <a:cxn ang="0">
                <a:pos x="connsiteX34033" y="connsiteY34033"/>
              </a:cxn>
              <a:cxn ang="0">
                <a:pos x="connsiteX34034" y="connsiteY34034"/>
              </a:cxn>
              <a:cxn ang="0">
                <a:pos x="connsiteX34035" y="connsiteY34035"/>
              </a:cxn>
              <a:cxn ang="0">
                <a:pos x="connsiteX34036" y="connsiteY34036"/>
              </a:cxn>
              <a:cxn ang="0">
                <a:pos x="connsiteX34037" y="connsiteY34037"/>
              </a:cxn>
              <a:cxn ang="0">
                <a:pos x="connsiteX34038" y="connsiteY34038"/>
              </a:cxn>
              <a:cxn ang="0">
                <a:pos x="connsiteX34039" y="connsiteY34039"/>
              </a:cxn>
              <a:cxn ang="0">
                <a:pos x="connsiteX34040" y="connsiteY34040"/>
              </a:cxn>
              <a:cxn ang="0">
                <a:pos x="connsiteX34041" y="connsiteY34041"/>
              </a:cxn>
              <a:cxn ang="0">
                <a:pos x="connsiteX34042" y="connsiteY34042"/>
              </a:cxn>
              <a:cxn ang="0">
                <a:pos x="connsiteX34043" y="connsiteY34043"/>
              </a:cxn>
              <a:cxn ang="0">
                <a:pos x="connsiteX34044" y="connsiteY34044"/>
              </a:cxn>
              <a:cxn ang="0">
                <a:pos x="connsiteX34045" y="connsiteY34045"/>
              </a:cxn>
              <a:cxn ang="0">
                <a:pos x="connsiteX34046" y="connsiteY34046"/>
              </a:cxn>
              <a:cxn ang="0">
                <a:pos x="connsiteX34047" y="connsiteY34047"/>
              </a:cxn>
              <a:cxn ang="0">
                <a:pos x="connsiteX34048" y="connsiteY34048"/>
              </a:cxn>
              <a:cxn ang="0">
                <a:pos x="connsiteX34049" y="connsiteY34049"/>
              </a:cxn>
              <a:cxn ang="0">
                <a:pos x="connsiteX34050" y="connsiteY34050"/>
              </a:cxn>
              <a:cxn ang="0">
                <a:pos x="connsiteX34051" y="connsiteY34051"/>
              </a:cxn>
              <a:cxn ang="0">
                <a:pos x="connsiteX34052" y="connsiteY34052"/>
              </a:cxn>
              <a:cxn ang="0">
                <a:pos x="connsiteX34053" y="connsiteY34053"/>
              </a:cxn>
              <a:cxn ang="0">
                <a:pos x="connsiteX34054" y="connsiteY34054"/>
              </a:cxn>
              <a:cxn ang="0">
                <a:pos x="connsiteX34055" y="connsiteY34055"/>
              </a:cxn>
              <a:cxn ang="0">
                <a:pos x="connsiteX34056" y="connsiteY34056"/>
              </a:cxn>
              <a:cxn ang="0">
                <a:pos x="connsiteX34057" y="connsiteY34057"/>
              </a:cxn>
              <a:cxn ang="0">
                <a:pos x="connsiteX34058" y="connsiteY34058"/>
              </a:cxn>
              <a:cxn ang="0">
                <a:pos x="connsiteX34059" y="connsiteY34059"/>
              </a:cxn>
              <a:cxn ang="0">
                <a:pos x="connsiteX34060" y="connsiteY34060"/>
              </a:cxn>
              <a:cxn ang="0">
                <a:pos x="connsiteX34061" y="connsiteY34061"/>
              </a:cxn>
              <a:cxn ang="0">
                <a:pos x="connsiteX34062" y="connsiteY34062"/>
              </a:cxn>
              <a:cxn ang="0">
                <a:pos x="connsiteX34063" y="connsiteY34063"/>
              </a:cxn>
              <a:cxn ang="0">
                <a:pos x="connsiteX34064" y="connsiteY34064"/>
              </a:cxn>
              <a:cxn ang="0">
                <a:pos x="connsiteX34065" y="connsiteY34065"/>
              </a:cxn>
              <a:cxn ang="0">
                <a:pos x="connsiteX34066" y="connsiteY34066"/>
              </a:cxn>
              <a:cxn ang="0">
                <a:pos x="connsiteX34067" y="connsiteY34067"/>
              </a:cxn>
              <a:cxn ang="0">
                <a:pos x="connsiteX34068" y="connsiteY34068"/>
              </a:cxn>
              <a:cxn ang="0">
                <a:pos x="connsiteX34069" y="connsiteY34069"/>
              </a:cxn>
              <a:cxn ang="0">
                <a:pos x="connsiteX34070" y="connsiteY34070"/>
              </a:cxn>
              <a:cxn ang="0">
                <a:pos x="connsiteX34071" y="connsiteY34071"/>
              </a:cxn>
              <a:cxn ang="0">
                <a:pos x="connsiteX34072" y="connsiteY34072"/>
              </a:cxn>
              <a:cxn ang="0">
                <a:pos x="connsiteX34073" y="connsiteY34073"/>
              </a:cxn>
              <a:cxn ang="0">
                <a:pos x="connsiteX34074" y="connsiteY34074"/>
              </a:cxn>
              <a:cxn ang="0">
                <a:pos x="connsiteX34075" y="connsiteY34075"/>
              </a:cxn>
              <a:cxn ang="0">
                <a:pos x="connsiteX34076" y="connsiteY34076"/>
              </a:cxn>
              <a:cxn ang="0">
                <a:pos x="connsiteX34077" y="connsiteY34077"/>
              </a:cxn>
              <a:cxn ang="0">
                <a:pos x="connsiteX34078" y="connsiteY34078"/>
              </a:cxn>
              <a:cxn ang="0">
                <a:pos x="connsiteX34079" y="connsiteY34079"/>
              </a:cxn>
              <a:cxn ang="0">
                <a:pos x="connsiteX34080" y="connsiteY34080"/>
              </a:cxn>
              <a:cxn ang="0">
                <a:pos x="connsiteX34081" y="connsiteY34081"/>
              </a:cxn>
              <a:cxn ang="0">
                <a:pos x="connsiteX34082" y="connsiteY34082"/>
              </a:cxn>
              <a:cxn ang="0">
                <a:pos x="connsiteX34083" y="connsiteY34083"/>
              </a:cxn>
              <a:cxn ang="0">
                <a:pos x="connsiteX34084" y="connsiteY34084"/>
              </a:cxn>
              <a:cxn ang="0">
                <a:pos x="connsiteX34085" y="connsiteY34085"/>
              </a:cxn>
              <a:cxn ang="0">
                <a:pos x="connsiteX34086" y="connsiteY34086"/>
              </a:cxn>
              <a:cxn ang="0">
                <a:pos x="connsiteX34087" y="connsiteY34087"/>
              </a:cxn>
              <a:cxn ang="0">
                <a:pos x="connsiteX34088" y="connsiteY34088"/>
              </a:cxn>
              <a:cxn ang="0">
                <a:pos x="connsiteX34089" y="connsiteY34089"/>
              </a:cxn>
              <a:cxn ang="0">
                <a:pos x="connsiteX34090" y="connsiteY34090"/>
              </a:cxn>
              <a:cxn ang="0">
                <a:pos x="connsiteX34091" y="connsiteY34091"/>
              </a:cxn>
              <a:cxn ang="0">
                <a:pos x="connsiteX34092" y="connsiteY34092"/>
              </a:cxn>
              <a:cxn ang="0">
                <a:pos x="connsiteX34093" y="connsiteY34093"/>
              </a:cxn>
              <a:cxn ang="0">
                <a:pos x="connsiteX34094" y="connsiteY34094"/>
              </a:cxn>
              <a:cxn ang="0">
                <a:pos x="connsiteX34095" y="connsiteY34095"/>
              </a:cxn>
              <a:cxn ang="0">
                <a:pos x="connsiteX34096" y="connsiteY34096"/>
              </a:cxn>
              <a:cxn ang="0">
                <a:pos x="connsiteX34097" y="connsiteY34097"/>
              </a:cxn>
              <a:cxn ang="0">
                <a:pos x="connsiteX34098" y="connsiteY34098"/>
              </a:cxn>
              <a:cxn ang="0">
                <a:pos x="connsiteX34099" y="connsiteY34099"/>
              </a:cxn>
              <a:cxn ang="0">
                <a:pos x="connsiteX34100" y="connsiteY34100"/>
              </a:cxn>
              <a:cxn ang="0">
                <a:pos x="connsiteX34101" y="connsiteY34101"/>
              </a:cxn>
              <a:cxn ang="0">
                <a:pos x="connsiteX34102" y="connsiteY34102"/>
              </a:cxn>
              <a:cxn ang="0">
                <a:pos x="connsiteX34103" y="connsiteY34103"/>
              </a:cxn>
              <a:cxn ang="0">
                <a:pos x="connsiteX34104" y="connsiteY34104"/>
              </a:cxn>
              <a:cxn ang="0">
                <a:pos x="connsiteX34105" y="connsiteY34105"/>
              </a:cxn>
              <a:cxn ang="0">
                <a:pos x="connsiteX34106" y="connsiteY34106"/>
              </a:cxn>
              <a:cxn ang="0">
                <a:pos x="connsiteX34107" y="connsiteY34107"/>
              </a:cxn>
              <a:cxn ang="0">
                <a:pos x="connsiteX34108" y="connsiteY34108"/>
              </a:cxn>
              <a:cxn ang="0">
                <a:pos x="connsiteX34109" y="connsiteY34109"/>
              </a:cxn>
              <a:cxn ang="0">
                <a:pos x="connsiteX34110" y="connsiteY34110"/>
              </a:cxn>
              <a:cxn ang="0">
                <a:pos x="connsiteX34111" y="connsiteY34111"/>
              </a:cxn>
              <a:cxn ang="0">
                <a:pos x="connsiteX34112" y="connsiteY34112"/>
              </a:cxn>
              <a:cxn ang="0">
                <a:pos x="connsiteX34113" y="connsiteY34113"/>
              </a:cxn>
              <a:cxn ang="0">
                <a:pos x="connsiteX34114" y="connsiteY34114"/>
              </a:cxn>
              <a:cxn ang="0">
                <a:pos x="connsiteX34115" y="connsiteY34115"/>
              </a:cxn>
              <a:cxn ang="0">
                <a:pos x="connsiteX34116" y="connsiteY34116"/>
              </a:cxn>
              <a:cxn ang="0">
                <a:pos x="connsiteX34117" y="connsiteY34117"/>
              </a:cxn>
              <a:cxn ang="0">
                <a:pos x="connsiteX34118" y="connsiteY34118"/>
              </a:cxn>
              <a:cxn ang="0">
                <a:pos x="connsiteX34119" y="connsiteY34119"/>
              </a:cxn>
              <a:cxn ang="0">
                <a:pos x="connsiteX34120" y="connsiteY34120"/>
              </a:cxn>
              <a:cxn ang="0">
                <a:pos x="connsiteX34121" y="connsiteY34121"/>
              </a:cxn>
              <a:cxn ang="0">
                <a:pos x="connsiteX34122" y="connsiteY34122"/>
              </a:cxn>
              <a:cxn ang="0">
                <a:pos x="connsiteX34123" y="connsiteY34123"/>
              </a:cxn>
              <a:cxn ang="0">
                <a:pos x="connsiteX34124" y="connsiteY34124"/>
              </a:cxn>
              <a:cxn ang="0">
                <a:pos x="connsiteX34125" y="connsiteY34125"/>
              </a:cxn>
              <a:cxn ang="0">
                <a:pos x="connsiteX34126" y="connsiteY34126"/>
              </a:cxn>
              <a:cxn ang="0">
                <a:pos x="connsiteX34127" y="connsiteY34127"/>
              </a:cxn>
              <a:cxn ang="0">
                <a:pos x="connsiteX34128" y="connsiteY34128"/>
              </a:cxn>
              <a:cxn ang="0">
                <a:pos x="connsiteX34129" y="connsiteY34129"/>
              </a:cxn>
              <a:cxn ang="0">
                <a:pos x="connsiteX34130" y="connsiteY34130"/>
              </a:cxn>
              <a:cxn ang="0">
                <a:pos x="connsiteX34131" y="connsiteY34131"/>
              </a:cxn>
              <a:cxn ang="0">
                <a:pos x="connsiteX34132" y="connsiteY34132"/>
              </a:cxn>
              <a:cxn ang="0">
                <a:pos x="connsiteX34133" y="connsiteY34133"/>
              </a:cxn>
              <a:cxn ang="0">
                <a:pos x="connsiteX34134" y="connsiteY34134"/>
              </a:cxn>
              <a:cxn ang="0">
                <a:pos x="connsiteX34135" y="connsiteY34135"/>
              </a:cxn>
              <a:cxn ang="0">
                <a:pos x="connsiteX34136" y="connsiteY34136"/>
              </a:cxn>
              <a:cxn ang="0">
                <a:pos x="connsiteX34137" y="connsiteY34137"/>
              </a:cxn>
              <a:cxn ang="0">
                <a:pos x="connsiteX34138" y="connsiteY34138"/>
              </a:cxn>
              <a:cxn ang="0">
                <a:pos x="connsiteX34139" y="connsiteY34139"/>
              </a:cxn>
              <a:cxn ang="0">
                <a:pos x="connsiteX34140" y="connsiteY34140"/>
              </a:cxn>
              <a:cxn ang="0">
                <a:pos x="connsiteX34141" y="connsiteY34141"/>
              </a:cxn>
              <a:cxn ang="0">
                <a:pos x="connsiteX34142" y="connsiteY34142"/>
              </a:cxn>
              <a:cxn ang="0">
                <a:pos x="connsiteX34143" y="connsiteY34143"/>
              </a:cxn>
              <a:cxn ang="0">
                <a:pos x="connsiteX34144" y="connsiteY34144"/>
              </a:cxn>
              <a:cxn ang="0">
                <a:pos x="connsiteX34145" y="connsiteY34145"/>
              </a:cxn>
              <a:cxn ang="0">
                <a:pos x="connsiteX34146" y="connsiteY34146"/>
              </a:cxn>
              <a:cxn ang="0">
                <a:pos x="connsiteX34147" y="connsiteY34147"/>
              </a:cxn>
              <a:cxn ang="0">
                <a:pos x="connsiteX34148" y="connsiteY34148"/>
              </a:cxn>
              <a:cxn ang="0">
                <a:pos x="connsiteX34149" y="connsiteY34149"/>
              </a:cxn>
              <a:cxn ang="0">
                <a:pos x="connsiteX34150" y="connsiteY34150"/>
              </a:cxn>
              <a:cxn ang="0">
                <a:pos x="connsiteX34151" y="connsiteY34151"/>
              </a:cxn>
              <a:cxn ang="0">
                <a:pos x="connsiteX34152" y="connsiteY34152"/>
              </a:cxn>
              <a:cxn ang="0">
                <a:pos x="connsiteX34153" y="connsiteY34153"/>
              </a:cxn>
              <a:cxn ang="0">
                <a:pos x="connsiteX34154" y="connsiteY34154"/>
              </a:cxn>
              <a:cxn ang="0">
                <a:pos x="connsiteX34155" y="connsiteY34155"/>
              </a:cxn>
              <a:cxn ang="0">
                <a:pos x="connsiteX34156" y="connsiteY34156"/>
              </a:cxn>
              <a:cxn ang="0">
                <a:pos x="connsiteX34157" y="connsiteY34157"/>
              </a:cxn>
              <a:cxn ang="0">
                <a:pos x="connsiteX34158" y="connsiteY34158"/>
              </a:cxn>
              <a:cxn ang="0">
                <a:pos x="connsiteX34159" y="connsiteY34159"/>
              </a:cxn>
              <a:cxn ang="0">
                <a:pos x="connsiteX34160" y="connsiteY34160"/>
              </a:cxn>
              <a:cxn ang="0">
                <a:pos x="connsiteX34161" y="connsiteY34161"/>
              </a:cxn>
              <a:cxn ang="0">
                <a:pos x="connsiteX34162" y="connsiteY34162"/>
              </a:cxn>
              <a:cxn ang="0">
                <a:pos x="connsiteX34163" y="connsiteY34163"/>
              </a:cxn>
              <a:cxn ang="0">
                <a:pos x="connsiteX34164" y="connsiteY34164"/>
              </a:cxn>
              <a:cxn ang="0">
                <a:pos x="connsiteX34165" y="connsiteY34165"/>
              </a:cxn>
              <a:cxn ang="0">
                <a:pos x="connsiteX34166" y="connsiteY34166"/>
              </a:cxn>
              <a:cxn ang="0">
                <a:pos x="connsiteX34167" y="connsiteY34167"/>
              </a:cxn>
              <a:cxn ang="0">
                <a:pos x="connsiteX34168" y="connsiteY34168"/>
              </a:cxn>
              <a:cxn ang="0">
                <a:pos x="connsiteX34169" y="connsiteY34169"/>
              </a:cxn>
              <a:cxn ang="0">
                <a:pos x="connsiteX34170" y="connsiteY34170"/>
              </a:cxn>
              <a:cxn ang="0">
                <a:pos x="connsiteX34171" y="connsiteY34171"/>
              </a:cxn>
              <a:cxn ang="0">
                <a:pos x="connsiteX34172" y="connsiteY34172"/>
              </a:cxn>
              <a:cxn ang="0">
                <a:pos x="connsiteX34173" y="connsiteY34173"/>
              </a:cxn>
              <a:cxn ang="0">
                <a:pos x="connsiteX34174" y="connsiteY34174"/>
              </a:cxn>
              <a:cxn ang="0">
                <a:pos x="connsiteX34175" y="connsiteY34175"/>
              </a:cxn>
              <a:cxn ang="0">
                <a:pos x="connsiteX34176" y="connsiteY34176"/>
              </a:cxn>
              <a:cxn ang="0">
                <a:pos x="connsiteX34177" y="connsiteY34177"/>
              </a:cxn>
              <a:cxn ang="0">
                <a:pos x="connsiteX34178" y="connsiteY34178"/>
              </a:cxn>
              <a:cxn ang="0">
                <a:pos x="connsiteX34179" y="connsiteY34179"/>
              </a:cxn>
              <a:cxn ang="0">
                <a:pos x="connsiteX34180" y="connsiteY34180"/>
              </a:cxn>
              <a:cxn ang="0">
                <a:pos x="connsiteX34181" y="connsiteY34181"/>
              </a:cxn>
              <a:cxn ang="0">
                <a:pos x="connsiteX34182" y="connsiteY34182"/>
              </a:cxn>
              <a:cxn ang="0">
                <a:pos x="connsiteX34183" y="connsiteY34183"/>
              </a:cxn>
              <a:cxn ang="0">
                <a:pos x="connsiteX34184" y="connsiteY34184"/>
              </a:cxn>
              <a:cxn ang="0">
                <a:pos x="connsiteX34185" y="connsiteY34185"/>
              </a:cxn>
              <a:cxn ang="0">
                <a:pos x="connsiteX34186" y="connsiteY34186"/>
              </a:cxn>
              <a:cxn ang="0">
                <a:pos x="connsiteX34187" y="connsiteY34187"/>
              </a:cxn>
              <a:cxn ang="0">
                <a:pos x="connsiteX34188" y="connsiteY34188"/>
              </a:cxn>
              <a:cxn ang="0">
                <a:pos x="connsiteX34189" y="connsiteY34189"/>
              </a:cxn>
              <a:cxn ang="0">
                <a:pos x="connsiteX34190" y="connsiteY34190"/>
              </a:cxn>
              <a:cxn ang="0">
                <a:pos x="connsiteX34191" y="connsiteY34191"/>
              </a:cxn>
              <a:cxn ang="0">
                <a:pos x="connsiteX34192" y="connsiteY34192"/>
              </a:cxn>
              <a:cxn ang="0">
                <a:pos x="connsiteX34193" y="connsiteY34193"/>
              </a:cxn>
              <a:cxn ang="0">
                <a:pos x="connsiteX34194" y="connsiteY34194"/>
              </a:cxn>
              <a:cxn ang="0">
                <a:pos x="connsiteX34195" y="connsiteY34195"/>
              </a:cxn>
              <a:cxn ang="0">
                <a:pos x="connsiteX34196" y="connsiteY34196"/>
              </a:cxn>
              <a:cxn ang="0">
                <a:pos x="connsiteX34197" y="connsiteY34197"/>
              </a:cxn>
              <a:cxn ang="0">
                <a:pos x="connsiteX34198" y="connsiteY34198"/>
              </a:cxn>
              <a:cxn ang="0">
                <a:pos x="connsiteX34199" y="connsiteY34199"/>
              </a:cxn>
              <a:cxn ang="0">
                <a:pos x="connsiteX34200" y="connsiteY34200"/>
              </a:cxn>
              <a:cxn ang="0">
                <a:pos x="connsiteX34201" y="connsiteY34201"/>
              </a:cxn>
              <a:cxn ang="0">
                <a:pos x="connsiteX34202" y="connsiteY34202"/>
              </a:cxn>
              <a:cxn ang="0">
                <a:pos x="connsiteX34203" y="connsiteY34203"/>
              </a:cxn>
              <a:cxn ang="0">
                <a:pos x="connsiteX34204" y="connsiteY34204"/>
              </a:cxn>
              <a:cxn ang="0">
                <a:pos x="connsiteX34205" y="connsiteY34205"/>
              </a:cxn>
              <a:cxn ang="0">
                <a:pos x="connsiteX34206" y="connsiteY34206"/>
              </a:cxn>
              <a:cxn ang="0">
                <a:pos x="connsiteX34207" y="connsiteY34207"/>
              </a:cxn>
              <a:cxn ang="0">
                <a:pos x="connsiteX34208" y="connsiteY34208"/>
              </a:cxn>
              <a:cxn ang="0">
                <a:pos x="connsiteX34209" y="connsiteY34209"/>
              </a:cxn>
              <a:cxn ang="0">
                <a:pos x="connsiteX34210" y="connsiteY34210"/>
              </a:cxn>
              <a:cxn ang="0">
                <a:pos x="connsiteX34211" y="connsiteY34211"/>
              </a:cxn>
              <a:cxn ang="0">
                <a:pos x="connsiteX34212" y="connsiteY34212"/>
              </a:cxn>
              <a:cxn ang="0">
                <a:pos x="connsiteX34213" y="connsiteY34213"/>
              </a:cxn>
              <a:cxn ang="0">
                <a:pos x="connsiteX34214" y="connsiteY34214"/>
              </a:cxn>
              <a:cxn ang="0">
                <a:pos x="connsiteX34215" y="connsiteY34215"/>
              </a:cxn>
              <a:cxn ang="0">
                <a:pos x="connsiteX34216" y="connsiteY34216"/>
              </a:cxn>
              <a:cxn ang="0">
                <a:pos x="connsiteX34217" y="connsiteY34217"/>
              </a:cxn>
              <a:cxn ang="0">
                <a:pos x="connsiteX34218" y="connsiteY34218"/>
              </a:cxn>
              <a:cxn ang="0">
                <a:pos x="connsiteX34219" y="connsiteY34219"/>
              </a:cxn>
              <a:cxn ang="0">
                <a:pos x="connsiteX34220" y="connsiteY34220"/>
              </a:cxn>
              <a:cxn ang="0">
                <a:pos x="connsiteX34221" y="connsiteY34221"/>
              </a:cxn>
              <a:cxn ang="0">
                <a:pos x="connsiteX34222" y="connsiteY34222"/>
              </a:cxn>
              <a:cxn ang="0">
                <a:pos x="connsiteX34223" y="connsiteY34223"/>
              </a:cxn>
              <a:cxn ang="0">
                <a:pos x="connsiteX34224" y="connsiteY34224"/>
              </a:cxn>
              <a:cxn ang="0">
                <a:pos x="connsiteX34225" y="connsiteY34225"/>
              </a:cxn>
              <a:cxn ang="0">
                <a:pos x="connsiteX34226" y="connsiteY34226"/>
              </a:cxn>
              <a:cxn ang="0">
                <a:pos x="connsiteX34227" y="connsiteY34227"/>
              </a:cxn>
              <a:cxn ang="0">
                <a:pos x="connsiteX34228" y="connsiteY34228"/>
              </a:cxn>
              <a:cxn ang="0">
                <a:pos x="connsiteX34229" y="connsiteY34229"/>
              </a:cxn>
              <a:cxn ang="0">
                <a:pos x="connsiteX34230" y="connsiteY34230"/>
              </a:cxn>
              <a:cxn ang="0">
                <a:pos x="connsiteX34231" y="connsiteY34231"/>
              </a:cxn>
              <a:cxn ang="0">
                <a:pos x="connsiteX34232" y="connsiteY34232"/>
              </a:cxn>
              <a:cxn ang="0">
                <a:pos x="connsiteX34233" y="connsiteY34233"/>
              </a:cxn>
              <a:cxn ang="0">
                <a:pos x="connsiteX34234" y="connsiteY34234"/>
              </a:cxn>
              <a:cxn ang="0">
                <a:pos x="connsiteX34235" y="connsiteY34235"/>
              </a:cxn>
              <a:cxn ang="0">
                <a:pos x="connsiteX34236" y="connsiteY34236"/>
              </a:cxn>
              <a:cxn ang="0">
                <a:pos x="connsiteX34237" y="connsiteY34237"/>
              </a:cxn>
              <a:cxn ang="0">
                <a:pos x="connsiteX34238" y="connsiteY34238"/>
              </a:cxn>
              <a:cxn ang="0">
                <a:pos x="connsiteX34239" y="connsiteY34239"/>
              </a:cxn>
              <a:cxn ang="0">
                <a:pos x="connsiteX34240" y="connsiteY34240"/>
              </a:cxn>
              <a:cxn ang="0">
                <a:pos x="connsiteX34241" y="connsiteY34241"/>
              </a:cxn>
              <a:cxn ang="0">
                <a:pos x="connsiteX34242" y="connsiteY34242"/>
              </a:cxn>
              <a:cxn ang="0">
                <a:pos x="connsiteX34243" y="connsiteY34243"/>
              </a:cxn>
              <a:cxn ang="0">
                <a:pos x="connsiteX34244" y="connsiteY34244"/>
              </a:cxn>
              <a:cxn ang="0">
                <a:pos x="connsiteX34245" y="connsiteY34245"/>
              </a:cxn>
              <a:cxn ang="0">
                <a:pos x="connsiteX34246" y="connsiteY34246"/>
              </a:cxn>
              <a:cxn ang="0">
                <a:pos x="connsiteX34247" y="connsiteY34247"/>
              </a:cxn>
              <a:cxn ang="0">
                <a:pos x="connsiteX34248" y="connsiteY34248"/>
              </a:cxn>
              <a:cxn ang="0">
                <a:pos x="connsiteX34249" y="connsiteY34249"/>
              </a:cxn>
              <a:cxn ang="0">
                <a:pos x="connsiteX34250" y="connsiteY34250"/>
              </a:cxn>
              <a:cxn ang="0">
                <a:pos x="connsiteX34251" y="connsiteY34251"/>
              </a:cxn>
              <a:cxn ang="0">
                <a:pos x="connsiteX34252" y="connsiteY34252"/>
              </a:cxn>
              <a:cxn ang="0">
                <a:pos x="connsiteX34253" y="connsiteY34253"/>
              </a:cxn>
              <a:cxn ang="0">
                <a:pos x="connsiteX34254" y="connsiteY34254"/>
              </a:cxn>
              <a:cxn ang="0">
                <a:pos x="connsiteX34255" y="connsiteY34255"/>
              </a:cxn>
              <a:cxn ang="0">
                <a:pos x="connsiteX34256" y="connsiteY34256"/>
              </a:cxn>
              <a:cxn ang="0">
                <a:pos x="connsiteX34257" y="connsiteY34257"/>
              </a:cxn>
              <a:cxn ang="0">
                <a:pos x="connsiteX34258" y="connsiteY34258"/>
              </a:cxn>
              <a:cxn ang="0">
                <a:pos x="connsiteX34259" y="connsiteY34259"/>
              </a:cxn>
              <a:cxn ang="0">
                <a:pos x="connsiteX34260" y="connsiteY34260"/>
              </a:cxn>
              <a:cxn ang="0">
                <a:pos x="connsiteX34261" y="connsiteY34261"/>
              </a:cxn>
              <a:cxn ang="0">
                <a:pos x="connsiteX34262" y="connsiteY34262"/>
              </a:cxn>
              <a:cxn ang="0">
                <a:pos x="connsiteX34263" y="connsiteY34263"/>
              </a:cxn>
              <a:cxn ang="0">
                <a:pos x="connsiteX34264" y="connsiteY34264"/>
              </a:cxn>
              <a:cxn ang="0">
                <a:pos x="connsiteX34265" y="connsiteY34265"/>
              </a:cxn>
              <a:cxn ang="0">
                <a:pos x="connsiteX34266" y="connsiteY34266"/>
              </a:cxn>
              <a:cxn ang="0">
                <a:pos x="connsiteX34267" y="connsiteY34267"/>
              </a:cxn>
              <a:cxn ang="0">
                <a:pos x="connsiteX34268" y="connsiteY34268"/>
              </a:cxn>
              <a:cxn ang="0">
                <a:pos x="connsiteX34269" y="connsiteY34269"/>
              </a:cxn>
              <a:cxn ang="0">
                <a:pos x="connsiteX34270" y="connsiteY34270"/>
              </a:cxn>
              <a:cxn ang="0">
                <a:pos x="connsiteX34271" y="connsiteY34271"/>
              </a:cxn>
              <a:cxn ang="0">
                <a:pos x="connsiteX34272" y="connsiteY34272"/>
              </a:cxn>
              <a:cxn ang="0">
                <a:pos x="connsiteX34273" y="connsiteY34273"/>
              </a:cxn>
              <a:cxn ang="0">
                <a:pos x="connsiteX34274" y="connsiteY34274"/>
              </a:cxn>
              <a:cxn ang="0">
                <a:pos x="connsiteX34275" y="connsiteY34275"/>
              </a:cxn>
              <a:cxn ang="0">
                <a:pos x="connsiteX34276" y="connsiteY34276"/>
              </a:cxn>
              <a:cxn ang="0">
                <a:pos x="connsiteX34277" y="connsiteY34277"/>
              </a:cxn>
              <a:cxn ang="0">
                <a:pos x="connsiteX34278" y="connsiteY34278"/>
              </a:cxn>
              <a:cxn ang="0">
                <a:pos x="connsiteX34279" y="connsiteY34279"/>
              </a:cxn>
              <a:cxn ang="0">
                <a:pos x="connsiteX34280" y="connsiteY34280"/>
              </a:cxn>
              <a:cxn ang="0">
                <a:pos x="connsiteX34281" y="connsiteY34281"/>
              </a:cxn>
              <a:cxn ang="0">
                <a:pos x="connsiteX34282" y="connsiteY34282"/>
              </a:cxn>
              <a:cxn ang="0">
                <a:pos x="connsiteX34283" y="connsiteY34283"/>
              </a:cxn>
              <a:cxn ang="0">
                <a:pos x="connsiteX34284" y="connsiteY34284"/>
              </a:cxn>
              <a:cxn ang="0">
                <a:pos x="connsiteX34285" y="connsiteY34285"/>
              </a:cxn>
              <a:cxn ang="0">
                <a:pos x="connsiteX34286" y="connsiteY34286"/>
              </a:cxn>
              <a:cxn ang="0">
                <a:pos x="connsiteX34287" y="connsiteY34287"/>
              </a:cxn>
              <a:cxn ang="0">
                <a:pos x="connsiteX34288" y="connsiteY34288"/>
              </a:cxn>
              <a:cxn ang="0">
                <a:pos x="connsiteX34289" y="connsiteY34289"/>
              </a:cxn>
              <a:cxn ang="0">
                <a:pos x="connsiteX34290" y="connsiteY34290"/>
              </a:cxn>
              <a:cxn ang="0">
                <a:pos x="connsiteX34291" y="connsiteY34291"/>
              </a:cxn>
              <a:cxn ang="0">
                <a:pos x="connsiteX34292" y="connsiteY34292"/>
              </a:cxn>
              <a:cxn ang="0">
                <a:pos x="connsiteX34293" y="connsiteY34293"/>
              </a:cxn>
              <a:cxn ang="0">
                <a:pos x="connsiteX34294" y="connsiteY34294"/>
              </a:cxn>
              <a:cxn ang="0">
                <a:pos x="connsiteX34295" y="connsiteY34295"/>
              </a:cxn>
              <a:cxn ang="0">
                <a:pos x="connsiteX34296" y="connsiteY34296"/>
              </a:cxn>
              <a:cxn ang="0">
                <a:pos x="connsiteX34297" y="connsiteY34297"/>
              </a:cxn>
              <a:cxn ang="0">
                <a:pos x="connsiteX34298" y="connsiteY34298"/>
              </a:cxn>
              <a:cxn ang="0">
                <a:pos x="connsiteX34299" y="connsiteY34299"/>
              </a:cxn>
              <a:cxn ang="0">
                <a:pos x="connsiteX34300" y="connsiteY34300"/>
              </a:cxn>
              <a:cxn ang="0">
                <a:pos x="connsiteX34301" y="connsiteY34301"/>
              </a:cxn>
              <a:cxn ang="0">
                <a:pos x="connsiteX34302" y="connsiteY34302"/>
              </a:cxn>
              <a:cxn ang="0">
                <a:pos x="connsiteX34303" y="connsiteY34303"/>
              </a:cxn>
              <a:cxn ang="0">
                <a:pos x="connsiteX34304" y="connsiteY34304"/>
              </a:cxn>
              <a:cxn ang="0">
                <a:pos x="connsiteX34305" y="connsiteY34305"/>
              </a:cxn>
              <a:cxn ang="0">
                <a:pos x="connsiteX34306" y="connsiteY34306"/>
              </a:cxn>
              <a:cxn ang="0">
                <a:pos x="connsiteX34307" y="connsiteY34307"/>
              </a:cxn>
              <a:cxn ang="0">
                <a:pos x="connsiteX34308" y="connsiteY34308"/>
              </a:cxn>
              <a:cxn ang="0">
                <a:pos x="connsiteX34309" y="connsiteY34309"/>
              </a:cxn>
              <a:cxn ang="0">
                <a:pos x="connsiteX34310" y="connsiteY34310"/>
              </a:cxn>
              <a:cxn ang="0">
                <a:pos x="connsiteX34311" y="connsiteY34311"/>
              </a:cxn>
              <a:cxn ang="0">
                <a:pos x="connsiteX34312" y="connsiteY34312"/>
              </a:cxn>
              <a:cxn ang="0">
                <a:pos x="connsiteX34313" y="connsiteY34313"/>
              </a:cxn>
              <a:cxn ang="0">
                <a:pos x="connsiteX34314" y="connsiteY34314"/>
              </a:cxn>
              <a:cxn ang="0">
                <a:pos x="connsiteX34315" y="connsiteY34315"/>
              </a:cxn>
              <a:cxn ang="0">
                <a:pos x="connsiteX34316" y="connsiteY34316"/>
              </a:cxn>
              <a:cxn ang="0">
                <a:pos x="connsiteX34317" y="connsiteY34317"/>
              </a:cxn>
              <a:cxn ang="0">
                <a:pos x="connsiteX34318" y="connsiteY34318"/>
              </a:cxn>
              <a:cxn ang="0">
                <a:pos x="connsiteX34319" y="connsiteY34319"/>
              </a:cxn>
              <a:cxn ang="0">
                <a:pos x="connsiteX34320" y="connsiteY34320"/>
              </a:cxn>
              <a:cxn ang="0">
                <a:pos x="connsiteX34321" y="connsiteY34321"/>
              </a:cxn>
              <a:cxn ang="0">
                <a:pos x="connsiteX34322" y="connsiteY34322"/>
              </a:cxn>
              <a:cxn ang="0">
                <a:pos x="connsiteX34323" y="connsiteY34323"/>
              </a:cxn>
              <a:cxn ang="0">
                <a:pos x="connsiteX34324" y="connsiteY34324"/>
              </a:cxn>
              <a:cxn ang="0">
                <a:pos x="connsiteX34325" y="connsiteY34325"/>
              </a:cxn>
              <a:cxn ang="0">
                <a:pos x="connsiteX34326" y="connsiteY34326"/>
              </a:cxn>
              <a:cxn ang="0">
                <a:pos x="connsiteX34327" y="connsiteY34327"/>
              </a:cxn>
              <a:cxn ang="0">
                <a:pos x="connsiteX34328" y="connsiteY34328"/>
              </a:cxn>
              <a:cxn ang="0">
                <a:pos x="connsiteX34329" y="connsiteY34329"/>
              </a:cxn>
              <a:cxn ang="0">
                <a:pos x="connsiteX34330" y="connsiteY34330"/>
              </a:cxn>
              <a:cxn ang="0">
                <a:pos x="connsiteX34331" y="connsiteY34331"/>
              </a:cxn>
              <a:cxn ang="0">
                <a:pos x="connsiteX34332" y="connsiteY34332"/>
              </a:cxn>
              <a:cxn ang="0">
                <a:pos x="connsiteX34333" y="connsiteY34333"/>
              </a:cxn>
              <a:cxn ang="0">
                <a:pos x="connsiteX34334" y="connsiteY34334"/>
              </a:cxn>
              <a:cxn ang="0">
                <a:pos x="connsiteX34335" y="connsiteY34335"/>
              </a:cxn>
              <a:cxn ang="0">
                <a:pos x="connsiteX34336" y="connsiteY34336"/>
              </a:cxn>
              <a:cxn ang="0">
                <a:pos x="connsiteX34337" y="connsiteY34337"/>
              </a:cxn>
              <a:cxn ang="0">
                <a:pos x="connsiteX34338" y="connsiteY34338"/>
              </a:cxn>
              <a:cxn ang="0">
                <a:pos x="connsiteX34339" y="connsiteY34339"/>
              </a:cxn>
              <a:cxn ang="0">
                <a:pos x="connsiteX34340" y="connsiteY34340"/>
              </a:cxn>
              <a:cxn ang="0">
                <a:pos x="connsiteX34341" y="connsiteY34341"/>
              </a:cxn>
              <a:cxn ang="0">
                <a:pos x="connsiteX34342" y="connsiteY34342"/>
              </a:cxn>
              <a:cxn ang="0">
                <a:pos x="connsiteX34343" y="connsiteY34343"/>
              </a:cxn>
              <a:cxn ang="0">
                <a:pos x="connsiteX34344" y="connsiteY34344"/>
              </a:cxn>
              <a:cxn ang="0">
                <a:pos x="connsiteX34345" y="connsiteY34345"/>
              </a:cxn>
              <a:cxn ang="0">
                <a:pos x="connsiteX34346" y="connsiteY34346"/>
              </a:cxn>
              <a:cxn ang="0">
                <a:pos x="connsiteX34347" y="connsiteY34347"/>
              </a:cxn>
              <a:cxn ang="0">
                <a:pos x="connsiteX34348" y="connsiteY34348"/>
              </a:cxn>
              <a:cxn ang="0">
                <a:pos x="connsiteX34349" y="connsiteY34349"/>
              </a:cxn>
              <a:cxn ang="0">
                <a:pos x="connsiteX34350" y="connsiteY34350"/>
              </a:cxn>
              <a:cxn ang="0">
                <a:pos x="connsiteX34351" y="connsiteY34351"/>
              </a:cxn>
              <a:cxn ang="0">
                <a:pos x="connsiteX34352" y="connsiteY34352"/>
              </a:cxn>
              <a:cxn ang="0">
                <a:pos x="connsiteX34353" y="connsiteY34353"/>
              </a:cxn>
              <a:cxn ang="0">
                <a:pos x="connsiteX34354" y="connsiteY34354"/>
              </a:cxn>
              <a:cxn ang="0">
                <a:pos x="connsiteX34355" y="connsiteY34355"/>
              </a:cxn>
              <a:cxn ang="0">
                <a:pos x="connsiteX34356" y="connsiteY34356"/>
              </a:cxn>
              <a:cxn ang="0">
                <a:pos x="connsiteX34357" y="connsiteY34357"/>
              </a:cxn>
              <a:cxn ang="0">
                <a:pos x="connsiteX34358" y="connsiteY34358"/>
              </a:cxn>
              <a:cxn ang="0">
                <a:pos x="connsiteX34359" y="connsiteY34359"/>
              </a:cxn>
              <a:cxn ang="0">
                <a:pos x="connsiteX34360" y="connsiteY34360"/>
              </a:cxn>
              <a:cxn ang="0">
                <a:pos x="connsiteX34361" y="connsiteY34361"/>
              </a:cxn>
              <a:cxn ang="0">
                <a:pos x="connsiteX34362" y="connsiteY34362"/>
              </a:cxn>
              <a:cxn ang="0">
                <a:pos x="connsiteX34363" y="connsiteY34363"/>
              </a:cxn>
              <a:cxn ang="0">
                <a:pos x="connsiteX34364" y="connsiteY34364"/>
              </a:cxn>
              <a:cxn ang="0">
                <a:pos x="connsiteX34365" y="connsiteY34365"/>
              </a:cxn>
              <a:cxn ang="0">
                <a:pos x="connsiteX34366" y="connsiteY34366"/>
              </a:cxn>
              <a:cxn ang="0">
                <a:pos x="connsiteX34367" y="connsiteY34367"/>
              </a:cxn>
              <a:cxn ang="0">
                <a:pos x="connsiteX34368" y="connsiteY34368"/>
              </a:cxn>
              <a:cxn ang="0">
                <a:pos x="connsiteX34369" y="connsiteY34369"/>
              </a:cxn>
              <a:cxn ang="0">
                <a:pos x="connsiteX34370" y="connsiteY34370"/>
              </a:cxn>
              <a:cxn ang="0">
                <a:pos x="connsiteX34371" y="connsiteY34371"/>
              </a:cxn>
              <a:cxn ang="0">
                <a:pos x="connsiteX34372" y="connsiteY34372"/>
              </a:cxn>
              <a:cxn ang="0">
                <a:pos x="connsiteX34373" y="connsiteY34373"/>
              </a:cxn>
              <a:cxn ang="0">
                <a:pos x="connsiteX34374" y="connsiteY34374"/>
              </a:cxn>
              <a:cxn ang="0">
                <a:pos x="connsiteX34375" y="connsiteY34375"/>
              </a:cxn>
              <a:cxn ang="0">
                <a:pos x="connsiteX34376" y="connsiteY34376"/>
              </a:cxn>
              <a:cxn ang="0">
                <a:pos x="connsiteX34377" y="connsiteY34377"/>
              </a:cxn>
              <a:cxn ang="0">
                <a:pos x="connsiteX34378" y="connsiteY34378"/>
              </a:cxn>
              <a:cxn ang="0">
                <a:pos x="connsiteX34379" y="connsiteY34379"/>
              </a:cxn>
              <a:cxn ang="0">
                <a:pos x="connsiteX34380" y="connsiteY34380"/>
              </a:cxn>
              <a:cxn ang="0">
                <a:pos x="connsiteX34381" y="connsiteY34381"/>
              </a:cxn>
              <a:cxn ang="0">
                <a:pos x="connsiteX34382" y="connsiteY34382"/>
              </a:cxn>
              <a:cxn ang="0">
                <a:pos x="connsiteX34383" y="connsiteY34383"/>
              </a:cxn>
              <a:cxn ang="0">
                <a:pos x="connsiteX34384" y="connsiteY34384"/>
              </a:cxn>
              <a:cxn ang="0">
                <a:pos x="connsiteX34385" y="connsiteY34385"/>
              </a:cxn>
              <a:cxn ang="0">
                <a:pos x="connsiteX34386" y="connsiteY34386"/>
              </a:cxn>
              <a:cxn ang="0">
                <a:pos x="connsiteX34387" y="connsiteY34387"/>
              </a:cxn>
              <a:cxn ang="0">
                <a:pos x="connsiteX34388" y="connsiteY34388"/>
              </a:cxn>
              <a:cxn ang="0">
                <a:pos x="connsiteX34389" y="connsiteY34389"/>
              </a:cxn>
              <a:cxn ang="0">
                <a:pos x="connsiteX34390" y="connsiteY34390"/>
              </a:cxn>
              <a:cxn ang="0">
                <a:pos x="connsiteX34391" y="connsiteY34391"/>
              </a:cxn>
              <a:cxn ang="0">
                <a:pos x="connsiteX34392" y="connsiteY34392"/>
              </a:cxn>
              <a:cxn ang="0">
                <a:pos x="connsiteX34393" y="connsiteY34393"/>
              </a:cxn>
              <a:cxn ang="0">
                <a:pos x="connsiteX34394" y="connsiteY34394"/>
              </a:cxn>
              <a:cxn ang="0">
                <a:pos x="connsiteX34395" y="connsiteY34395"/>
              </a:cxn>
              <a:cxn ang="0">
                <a:pos x="connsiteX34396" y="connsiteY34396"/>
              </a:cxn>
              <a:cxn ang="0">
                <a:pos x="connsiteX34397" y="connsiteY34397"/>
              </a:cxn>
              <a:cxn ang="0">
                <a:pos x="connsiteX34398" y="connsiteY34398"/>
              </a:cxn>
              <a:cxn ang="0">
                <a:pos x="connsiteX34399" y="connsiteY34399"/>
              </a:cxn>
              <a:cxn ang="0">
                <a:pos x="connsiteX34400" y="connsiteY34400"/>
              </a:cxn>
              <a:cxn ang="0">
                <a:pos x="connsiteX34401" y="connsiteY34401"/>
              </a:cxn>
              <a:cxn ang="0">
                <a:pos x="connsiteX34402" y="connsiteY34402"/>
              </a:cxn>
              <a:cxn ang="0">
                <a:pos x="connsiteX34403" y="connsiteY34403"/>
              </a:cxn>
              <a:cxn ang="0">
                <a:pos x="connsiteX34404" y="connsiteY34404"/>
              </a:cxn>
              <a:cxn ang="0">
                <a:pos x="connsiteX34405" y="connsiteY34405"/>
              </a:cxn>
              <a:cxn ang="0">
                <a:pos x="connsiteX34406" y="connsiteY34406"/>
              </a:cxn>
              <a:cxn ang="0">
                <a:pos x="connsiteX34407" y="connsiteY34407"/>
              </a:cxn>
              <a:cxn ang="0">
                <a:pos x="connsiteX34408" y="connsiteY34408"/>
              </a:cxn>
              <a:cxn ang="0">
                <a:pos x="connsiteX34409" y="connsiteY34409"/>
              </a:cxn>
              <a:cxn ang="0">
                <a:pos x="connsiteX34410" y="connsiteY34410"/>
              </a:cxn>
              <a:cxn ang="0">
                <a:pos x="connsiteX34411" y="connsiteY34411"/>
              </a:cxn>
              <a:cxn ang="0">
                <a:pos x="connsiteX34412" y="connsiteY34412"/>
              </a:cxn>
              <a:cxn ang="0">
                <a:pos x="connsiteX34413" y="connsiteY34413"/>
              </a:cxn>
              <a:cxn ang="0">
                <a:pos x="connsiteX34414" y="connsiteY34414"/>
              </a:cxn>
              <a:cxn ang="0">
                <a:pos x="connsiteX34415" y="connsiteY34415"/>
              </a:cxn>
              <a:cxn ang="0">
                <a:pos x="connsiteX34416" y="connsiteY34416"/>
              </a:cxn>
              <a:cxn ang="0">
                <a:pos x="connsiteX34417" y="connsiteY34417"/>
              </a:cxn>
              <a:cxn ang="0">
                <a:pos x="connsiteX34418" y="connsiteY34418"/>
              </a:cxn>
              <a:cxn ang="0">
                <a:pos x="connsiteX34419" y="connsiteY34419"/>
              </a:cxn>
              <a:cxn ang="0">
                <a:pos x="connsiteX34420" y="connsiteY34420"/>
              </a:cxn>
              <a:cxn ang="0">
                <a:pos x="connsiteX34421" y="connsiteY34421"/>
              </a:cxn>
              <a:cxn ang="0">
                <a:pos x="connsiteX34422" y="connsiteY34422"/>
              </a:cxn>
              <a:cxn ang="0">
                <a:pos x="connsiteX34423" y="connsiteY34423"/>
              </a:cxn>
              <a:cxn ang="0">
                <a:pos x="connsiteX34424" y="connsiteY34424"/>
              </a:cxn>
              <a:cxn ang="0">
                <a:pos x="connsiteX34425" y="connsiteY34425"/>
              </a:cxn>
              <a:cxn ang="0">
                <a:pos x="connsiteX34426" y="connsiteY34426"/>
              </a:cxn>
              <a:cxn ang="0">
                <a:pos x="connsiteX34427" y="connsiteY34427"/>
              </a:cxn>
              <a:cxn ang="0">
                <a:pos x="connsiteX34428" y="connsiteY34428"/>
              </a:cxn>
              <a:cxn ang="0">
                <a:pos x="connsiteX34429" y="connsiteY34429"/>
              </a:cxn>
              <a:cxn ang="0">
                <a:pos x="connsiteX34430" y="connsiteY34430"/>
              </a:cxn>
              <a:cxn ang="0">
                <a:pos x="connsiteX34431" y="connsiteY34431"/>
              </a:cxn>
              <a:cxn ang="0">
                <a:pos x="connsiteX34432" y="connsiteY34432"/>
              </a:cxn>
              <a:cxn ang="0">
                <a:pos x="connsiteX34433" y="connsiteY34433"/>
              </a:cxn>
              <a:cxn ang="0">
                <a:pos x="connsiteX34434" y="connsiteY34434"/>
              </a:cxn>
              <a:cxn ang="0">
                <a:pos x="connsiteX34435" y="connsiteY34435"/>
              </a:cxn>
              <a:cxn ang="0">
                <a:pos x="connsiteX34436" y="connsiteY34436"/>
              </a:cxn>
              <a:cxn ang="0">
                <a:pos x="connsiteX34437" y="connsiteY34437"/>
              </a:cxn>
              <a:cxn ang="0">
                <a:pos x="connsiteX34438" y="connsiteY34438"/>
              </a:cxn>
              <a:cxn ang="0">
                <a:pos x="connsiteX34439" y="connsiteY34439"/>
              </a:cxn>
              <a:cxn ang="0">
                <a:pos x="connsiteX34440" y="connsiteY34440"/>
              </a:cxn>
              <a:cxn ang="0">
                <a:pos x="connsiteX34441" y="connsiteY34441"/>
              </a:cxn>
              <a:cxn ang="0">
                <a:pos x="connsiteX34442" y="connsiteY34442"/>
              </a:cxn>
              <a:cxn ang="0">
                <a:pos x="connsiteX34443" y="connsiteY34443"/>
              </a:cxn>
              <a:cxn ang="0">
                <a:pos x="connsiteX34444" y="connsiteY34444"/>
              </a:cxn>
              <a:cxn ang="0">
                <a:pos x="connsiteX34445" y="connsiteY34445"/>
              </a:cxn>
              <a:cxn ang="0">
                <a:pos x="connsiteX34446" y="connsiteY34446"/>
              </a:cxn>
              <a:cxn ang="0">
                <a:pos x="connsiteX34447" y="connsiteY34447"/>
              </a:cxn>
              <a:cxn ang="0">
                <a:pos x="connsiteX34448" y="connsiteY34448"/>
              </a:cxn>
              <a:cxn ang="0">
                <a:pos x="connsiteX34449" y="connsiteY34449"/>
              </a:cxn>
              <a:cxn ang="0">
                <a:pos x="connsiteX34450" y="connsiteY34450"/>
              </a:cxn>
              <a:cxn ang="0">
                <a:pos x="connsiteX34451" y="connsiteY34451"/>
              </a:cxn>
              <a:cxn ang="0">
                <a:pos x="connsiteX34452" y="connsiteY34452"/>
              </a:cxn>
              <a:cxn ang="0">
                <a:pos x="connsiteX34453" y="connsiteY34453"/>
              </a:cxn>
              <a:cxn ang="0">
                <a:pos x="connsiteX34454" y="connsiteY34454"/>
              </a:cxn>
              <a:cxn ang="0">
                <a:pos x="connsiteX34455" y="connsiteY34455"/>
              </a:cxn>
              <a:cxn ang="0">
                <a:pos x="connsiteX34456" y="connsiteY34456"/>
              </a:cxn>
              <a:cxn ang="0">
                <a:pos x="connsiteX34457" y="connsiteY34457"/>
              </a:cxn>
              <a:cxn ang="0">
                <a:pos x="connsiteX34458" y="connsiteY34458"/>
              </a:cxn>
              <a:cxn ang="0">
                <a:pos x="connsiteX34459" y="connsiteY34459"/>
              </a:cxn>
              <a:cxn ang="0">
                <a:pos x="connsiteX34460" y="connsiteY34460"/>
              </a:cxn>
              <a:cxn ang="0">
                <a:pos x="connsiteX34461" y="connsiteY34461"/>
              </a:cxn>
              <a:cxn ang="0">
                <a:pos x="connsiteX34462" y="connsiteY34462"/>
              </a:cxn>
              <a:cxn ang="0">
                <a:pos x="connsiteX34463" y="connsiteY34463"/>
              </a:cxn>
              <a:cxn ang="0">
                <a:pos x="connsiteX34464" y="connsiteY34464"/>
              </a:cxn>
              <a:cxn ang="0">
                <a:pos x="connsiteX34465" y="connsiteY34465"/>
              </a:cxn>
              <a:cxn ang="0">
                <a:pos x="connsiteX34466" y="connsiteY34466"/>
              </a:cxn>
              <a:cxn ang="0">
                <a:pos x="connsiteX34467" y="connsiteY34467"/>
              </a:cxn>
              <a:cxn ang="0">
                <a:pos x="connsiteX34468" y="connsiteY34468"/>
              </a:cxn>
              <a:cxn ang="0">
                <a:pos x="connsiteX34469" y="connsiteY34469"/>
              </a:cxn>
              <a:cxn ang="0">
                <a:pos x="connsiteX34470" y="connsiteY34470"/>
              </a:cxn>
              <a:cxn ang="0">
                <a:pos x="connsiteX34471" y="connsiteY34471"/>
              </a:cxn>
              <a:cxn ang="0">
                <a:pos x="connsiteX34472" y="connsiteY34472"/>
              </a:cxn>
              <a:cxn ang="0">
                <a:pos x="connsiteX34473" y="connsiteY34473"/>
              </a:cxn>
              <a:cxn ang="0">
                <a:pos x="connsiteX34474" y="connsiteY34474"/>
              </a:cxn>
              <a:cxn ang="0">
                <a:pos x="connsiteX34475" y="connsiteY34475"/>
              </a:cxn>
              <a:cxn ang="0">
                <a:pos x="connsiteX34476" y="connsiteY34476"/>
              </a:cxn>
              <a:cxn ang="0">
                <a:pos x="connsiteX34477" y="connsiteY34477"/>
              </a:cxn>
              <a:cxn ang="0">
                <a:pos x="connsiteX34478" y="connsiteY34478"/>
              </a:cxn>
              <a:cxn ang="0">
                <a:pos x="connsiteX34479" y="connsiteY34479"/>
              </a:cxn>
              <a:cxn ang="0">
                <a:pos x="connsiteX34480" y="connsiteY34480"/>
              </a:cxn>
              <a:cxn ang="0">
                <a:pos x="connsiteX34481" y="connsiteY34481"/>
              </a:cxn>
              <a:cxn ang="0">
                <a:pos x="connsiteX34482" y="connsiteY34482"/>
              </a:cxn>
              <a:cxn ang="0">
                <a:pos x="connsiteX34483" y="connsiteY34483"/>
              </a:cxn>
              <a:cxn ang="0">
                <a:pos x="connsiteX34484" y="connsiteY34484"/>
              </a:cxn>
              <a:cxn ang="0">
                <a:pos x="connsiteX34485" y="connsiteY34485"/>
              </a:cxn>
              <a:cxn ang="0">
                <a:pos x="connsiteX34486" y="connsiteY34486"/>
              </a:cxn>
              <a:cxn ang="0">
                <a:pos x="connsiteX34487" y="connsiteY34487"/>
              </a:cxn>
              <a:cxn ang="0">
                <a:pos x="connsiteX34488" y="connsiteY34488"/>
              </a:cxn>
              <a:cxn ang="0">
                <a:pos x="connsiteX34489" y="connsiteY34489"/>
              </a:cxn>
              <a:cxn ang="0">
                <a:pos x="connsiteX34490" y="connsiteY34490"/>
              </a:cxn>
              <a:cxn ang="0">
                <a:pos x="connsiteX34491" y="connsiteY34491"/>
              </a:cxn>
              <a:cxn ang="0">
                <a:pos x="connsiteX34492" y="connsiteY34492"/>
              </a:cxn>
              <a:cxn ang="0">
                <a:pos x="connsiteX34493" y="connsiteY34493"/>
              </a:cxn>
              <a:cxn ang="0">
                <a:pos x="connsiteX34494" y="connsiteY34494"/>
              </a:cxn>
              <a:cxn ang="0">
                <a:pos x="connsiteX34495" y="connsiteY34495"/>
              </a:cxn>
              <a:cxn ang="0">
                <a:pos x="connsiteX34496" y="connsiteY34496"/>
              </a:cxn>
              <a:cxn ang="0">
                <a:pos x="connsiteX34497" y="connsiteY34497"/>
              </a:cxn>
              <a:cxn ang="0">
                <a:pos x="connsiteX34498" y="connsiteY34498"/>
              </a:cxn>
              <a:cxn ang="0">
                <a:pos x="connsiteX34499" y="connsiteY34499"/>
              </a:cxn>
              <a:cxn ang="0">
                <a:pos x="connsiteX34500" y="connsiteY34500"/>
              </a:cxn>
              <a:cxn ang="0">
                <a:pos x="connsiteX34501" y="connsiteY34501"/>
              </a:cxn>
              <a:cxn ang="0">
                <a:pos x="connsiteX34502" y="connsiteY34502"/>
              </a:cxn>
              <a:cxn ang="0">
                <a:pos x="connsiteX34503" y="connsiteY34503"/>
              </a:cxn>
              <a:cxn ang="0">
                <a:pos x="connsiteX34504" y="connsiteY34504"/>
              </a:cxn>
              <a:cxn ang="0">
                <a:pos x="connsiteX34505" y="connsiteY34505"/>
              </a:cxn>
              <a:cxn ang="0">
                <a:pos x="connsiteX34506" y="connsiteY34506"/>
              </a:cxn>
              <a:cxn ang="0">
                <a:pos x="connsiteX34507" y="connsiteY34507"/>
              </a:cxn>
              <a:cxn ang="0">
                <a:pos x="connsiteX34508" y="connsiteY34508"/>
              </a:cxn>
              <a:cxn ang="0">
                <a:pos x="connsiteX34509" y="connsiteY34509"/>
              </a:cxn>
              <a:cxn ang="0">
                <a:pos x="connsiteX34510" y="connsiteY34510"/>
              </a:cxn>
              <a:cxn ang="0">
                <a:pos x="connsiteX34511" y="connsiteY34511"/>
              </a:cxn>
              <a:cxn ang="0">
                <a:pos x="connsiteX34512" y="connsiteY34512"/>
              </a:cxn>
              <a:cxn ang="0">
                <a:pos x="connsiteX34513" y="connsiteY34513"/>
              </a:cxn>
              <a:cxn ang="0">
                <a:pos x="connsiteX34514" y="connsiteY34514"/>
              </a:cxn>
              <a:cxn ang="0">
                <a:pos x="connsiteX34515" y="connsiteY34515"/>
              </a:cxn>
              <a:cxn ang="0">
                <a:pos x="connsiteX34516" y="connsiteY34516"/>
              </a:cxn>
              <a:cxn ang="0">
                <a:pos x="connsiteX34517" y="connsiteY34517"/>
              </a:cxn>
              <a:cxn ang="0">
                <a:pos x="connsiteX34518" y="connsiteY34518"/>
              </a:cxn>
              <a:cxn ang="0">
                <a:pos x="connsiteX34519" y="connsiteY34519"/>
              </a:cxn>
              <a:cxn ang="0">
                <a:pos x="connsiteX34520" y="connsiteY34520"/>
              </a:cxn>
              <a:cxn ang="0">
                <a:pos x="connsiteX34521" y="connsiteY34521"/>
              </a:cxn>
              <a:cxn ang="0">
                <a:pos x="connsiteX34522" y="connsiteY34522"/>
              </a:cxn>
              <a:cxn ang="0">
                <a:pos x="connsiteX34523" y="connsiteY34523"/>
              </a:cxn>
              <a:cxn ang="0">
                <a:pos x="connsiteX34524" y="connsiteY34524"/>
              </a:cxn>
              <a:cxn ang="0">
                <a:pos x="connsiteX34525" y="connsiteY34525"/>
              </a:cxn>
              <a:cxn ang="0">
                <a:pos x="connsiteX34526" y="connsiteY34526"/>
              </a:cxn>
              <a:cxn ang="0">
                <a:pos x="connsiteX34527" y="connsiteY34527"/>
              </a:cxn>
              <a:cxn ang="0">
                <a:pos x="connsiteX34528" y="connsiteY34528"/>
              </a:cxn>
              <a:cxn ang="0">
                <a:pos x="connsiteX34529" y="connsiteY34529"/>
              </a:cxn>
              <a:cxn ang="0">
                <a:pos x="connsiteX34530" y="connsiteY34530"/>
              </a:cxn>
              <a:cxn ang="0">
                <a:pos x="connsiteX34531" y="connsiteY34531"/>
              </a:cxn>
              <a:cxn ang="0">
                <a:pos x="connsiteX34532" y="connsiteY34532"/>
              </a:cxn>
              <a:cxn ang="0">
                <a:pos x="connsiteX34533" y="connsiteY34533"/>
              </a:cxn>
              <a:cxn ang="0">
                <a:pos x="connsiteX34534" y="connsiteY34534"/>
              </a:cxn>
              <a:cxn ang="0">
                <a:pos x="connsiteX34535" y="connsiteY34535"/>
              </a:cxn>
              <a:cxn ang="0">
                <a:pos x="connsiteX34536" y="connsiteY34536"/>
              </a:cxn>
              <a:cxn ang="0">
                <a:pos x="connsiteX34537" y="connsiteY34537"/>
              </a:cxn>
              <a:cxn ang="0">
                <a:pos x="connsiteX34538" y="connsiteY34538"/>
              </a:cxn>
              <a:cxn ang="0">
                <a:pos x="connsiteX34539" y="connsiteY34539"/>
              </a:cxn>
              <a:cxn ang="0">
                <a:pos x="connsiteX34540" y="connsiteY34540"/>
              </a:cxn>
              <a:cxn ang="0">
                <a:pos x="connsiteX34541" y="connsiteY34541"/>
              </a:cxn>
              <a:cxn ang="0">
                <a:pos x="connsiteX34542" y="connsiteY34542"/>
              </a:cxn>
              <a:cxn ang="0">
                <a:pos x="connsiteX34543" y="connsiteY34543"/>
              </a:cxn>
              <a:cxn ang="0">
                <a:pos x="connsiteX34544" y="connsiteY34544"/>
              </a:cxn>
              <a:cxn ang="0">
                <a:pos x="connsiteX34545" y="connsiteY34545"/>
              </a:cxn>
              <a:cxn ang="0">
                <a:pos x="connsiteX34546" y="connsiteY34546"/>
              </a:cxn>
              <a:cxn ang="0">
                <a:pos x="connsiteX34547" y="connsiteY34547"/>
              </a:cxn>
              <a:cxn ang="0">
                <a:pos x="connsiteX34548" y="connsiteY34548"/>
              </a:cxn>
              <a:cxn ang="0">
                <a:pos x="connsiteX34549" y="connsiteY34549"/>
              </a:cxn>
              <a:cxn ang="0">
                <a:pos x="connsiteX34550" y="connsiteY34550"/>
              </a:cxn>
              <a:cxn ang="0">
                <a:pos x="connsiteX34551" y="connsiteY34551"/>
              </a:cxn>
              <a:cxn ang="0">
                <a:pos x="connsiteX34552" y="connsiteY34552"/>
              </a:cxn>
              <a:cxn ang="0">
                <a:pos x="connsiteX34553" y="connsiteY34553"/>
              </a:cxn>
              <a:cxn ang="0">
                <a:pos x="connsiteX34554" y="connsiteY34554"/>
              </a:cxn>
              <a:cxn ang="0">
                <a:pos x="connsiteX34555" y="connsiteY34555"/>
              </a:cxn>
              <a:cxn ang="0">
                <a:pos x="connsiteX34556" y="connsiteY34556"/>
              </a:cxn>
              <a:cxn ang="0">
                <a:pos x="connsiteX34557" y="connsiteY34557"/>
              </a:cxn>
              <a:cxn ang="0">
                <a:pos x="connsiteX34558" y="connsiteY34558"/>
              </a:cxn>
              <a:cxn ang="0">
                <a:pos x="connsiteX34559" y="connsiteY34559"/>
              </a:cxn>
              <a:cxn ang="0">
                <a:pos x="connsiteX34560" y="connsiteY34560"/>
              </a:cxn>
              <a:cxn ang="0">
                <a:pos x="connsiteX34561" y="connsiteY34561"/>
              </a:cxn>
              <a:cxn ang="0">
                <a:pos x="connsiteX34562" y="connsiteY34562"/>
              </a:cxn>
              <a:cxn ang="0">
                <a:pos x="connsiteX34563" y="connsiteY34563"/>
              </a:cxn>
              <a:cxn ang="0">
                <a:pos x="connsiteX34564" y="connsiteY34564"/>
              </a:cxn>
              <a:cxn ang="0">
                <a:pos x="connsiteX34565" y="connsiteY34565"/>
              </a:cxn>
              <a:cxn ang="0">
                <a:pos x="connsiteX34566" y="connsiteY34566"/>
              </a:cxn>
              <a:cxn ang="0">
                <a:pos x="connsiteX34567" y="connsiteY34567"/>
              </a:cxn>
              <a:cxn ang="0">
                <a:pos x="connsiteX34568" y="connsiteY34568"/>
              </a:cxn>
              <a:cxn ang="0">
                <a:pos x="connsiteX34569" y="connsiteY34569"/>
              </a:cxn>
              <a:cxn ang="0">
                <a:pos x="connsiteX34570" y="connsiteY34570"/>
              </a:cxn>
              <a:cxn ang="0">
                <a:pos x="connsiteX34571" y="connsiteY34571"/>
              </a:cxn>
              <a:cxn ang="0">
                <a:pos x="connsiteX34572" y="connsiteY34572"/>
              </a:cxn>
              <a:cxn ang="0">
                <a:pos x="connsiteX34573" y="connsiteY34573"/>
              </a:cxn>
              <a:cxn ang="0">
                <a:pos x="connsiteX34574" y="connsiteY34574"/>
              </a:cxn>
              <a:cxn ang="0">
                <a:pos x="connsiteX34575" y="connsiteY34575"/>
              </a:cxn>
              <a:cxn ang="0">
                <a:pos x="connsiteX34576" y="connsiteY34576"/>
              </a:cxn>
              <a:cxn ang="0">
                <a:pos x="connsiteX34577" y="connsiteY34577"/>
              </a:cxn>
              <a:cxn ang="0">
                <a:pos x="connsiteX34578" y="connsiteY34578"/>
              </a:cxn>
              <a:cxn ang="0">
                <a:pos x="connsiteX34579" y="connsiteY34579"/>
              </a:cxn>
              <a:cxn ang="0">
                <a:pos x="connsiteX34580" y="connsiteY34580"/>
              </a:cxn>
              <a:cxn ang="0">
                <a:pos x="connsiteX34581" y="connsiteY34581"/>
              </a:cxn>
              <a:cxn ang="0">
                <a:pos x="connsiteX34582" y="connsiteY34582"/>
              </a:cxn>
              <a:cxn ang="0">
                <a:pos x="connsiteX34583" y="connsiteY34583"/>
              </a:cxn>
              <a:cxn ang="0">
                <a:pos x="connsiteX34584" y="connsiteY34584"/>
              </a:cxn>
              <a:cxn ang="0">
                <a:pos x="connsiteX34585" y="connsiteY34585"/>
              </a:cxn>
              <a:cxn ang="0">
                <a:pos x="connsiteX34586" y="connsiteY34586"/>
              </a:cxn>
              <a:cxn ang="0">
                <a:pos x="connsiteX34587" y="connsiteY34587"/>
              </a:cxn>
              <a:cxn ang="0">
                <a:pos x="connsiteX34588" y="connsiteY34588"/>
              </a:cxn>
              <a:cxn ang="0">
                <a:pos x="connsiteX34589" y="connsiteY34589"/>
              </a:cxn>
              <a:cxn ang="0">
                <a:pos x="connsiteX34590" y="connsiteY34590"/>
              </a:cxn>
              <a:cxn ang="0">
                <a:pos x="connsiteX34591" y="connsiteY34591"/>
              </a:cxn>
              <a:cxn ang="0">
                <a:pos x="connsiteX34592" y="connsiteY34592"/>
              </a:cxn>
              <a:cxn ang="0">
                <a:pos x="connsiteX34593" y="connsiteY34593"/>
              </a:cxn>
              <a:cxn ang="0">
                <a:pos x="connsiteX34594" y="connsiteY34594"/>
              </a:cxn>
              <a:cxn ang="0">
                <a:pos x="connsiteX34595" y="connsiteY34595"/>
              </a:cxn>
              <a:cxn ang="0">
                <a:pos x="connsiteX34596" y="connsiteY34596"/>
              </a:cxn>
              <a:cxn ang="0">
                <a:pos x="connsiteX34597" y="connsiteY34597"/>
              </a:cxn>
              <a:cxn ang="0">
                <a:pos x="connsiteX34598" y="connsiteY34598"/>
              </a:cxn>
              <a:cxn ang="0">
                <a:pos x="connsiteX34599" y="connsiteY34599"/>
              </a:cxn>
              <a:cxn ang="0">
                <a:pos x="connsiteX34600" y="connsiteY34600"/>
              </a:cxn>
              <a:cxn ang="0">
                <a:pos x="connsiteX34601" y="connsiteY34601"/>
              </a:cxn>
              <a:cxn ang="0">
                <a:pos x="connsiteX34602" y="connsiteY34602"/>
              </a:cxn>
              <a:cxn ang="0">
                <a:pos x="connsiteX34603" y="connsiteY34603"/>
              </a:cxn>
              <a:cxn ang="0">
                <a:pos x="connsiteX34604" y="connsiteY34604"/>
              </a:cxn>
              <a:cxn ang="0">
                <a:pos x="connsiteX34605" y="connsiteY34605"/>
              </a:cxn>
              <a:cxn ang="0">
                <a:pos x="connsiteX34606" y="connsiteY34606"/>
              </a:cxn>
              <a:cxn ang="0">
                <a:pos x="connsiteX34607" y="connsiteY34607"/>
              </a:cxn>
              <a:cxn ang="0">
                <a:pos x="connsiteX34608" y="connsiteY34608"/>
              </a:cxn>
              <a:cxn ang="0">
                <a:pos x="connsiteX34609" y="connsiteY34609"/>
              </a:cxn>
              <a:cxn ang="0">
                <a:pos x="connsiteX34610" y="connsiteY34610"/>
              </a:cxn>
              <a:cxn ang="0">
                <a:pos x="connsiteX34611" y="connsiteY34611"/>
              </a:cxn>
              <a:cxn ang="0">
                <a:pos x="connsiteX34612" y="connsiteY34612"/>
              </a:cxn>
              <a:cxn ang="0">
                <a:pos x="connsiteX34613" y="connsiteY34613"/>
              </a:cxn>
              <a:cxn ang="0">
                <a:pos x="connsiteX34614" y="connsiteY34614"/>
              </a:cxn>
              <a:cxn ang="0">
                <a:pos x="connsiteX34615" y="connsiteY34615"/>
              </a:cxn>
              <a:cxn ang="0">
                <a:pos x="connsiteX34616" y="connsiteY34616"/>
              </a:cxn>
              <a:cxn ang="0">
                <a:pos x="connsiteX34617" y="connsiteY34617"/>
              </a:cxn>
              <a:cxn ang="0">
                <a:pos x="connsiteX34618" y="connsiteY34618"/>
              </a:cxn>
              <a:cxn ang="0">
                <a:pos x="connsiteX34619" y="connsiteY34619"/>
              </a:cxn>
              <a:cxn ang="0">
                <a:pos x="connsiteX34620" y="connsiteY34620"/>
              </a:cxn>
              <a:cxn ang="0">
                <a:pos x="connsiteX34621" y="connsiteY34621"/>
              </a:cxn>
              <a:cxn ang="0">
                <a:pos x="connsiteX34622" y="connsiteY34622"/>
              </a:cxn>
              <a:cxn ang="0">
                <a:pos x="connsiteX34623" y="connsiteY34623"/>
              </a:cxn>
              <a:cxn ang="0">
                <a:pos x="connsiteX34624" y="connsiteY34624"/>
              </a:cxn>
              <a:cxn ang="0">
                <a:pos x="connsiteX34625" y="connsiteY34625"/>
              </a:cxn>
              <a:cxn ang="0">
                <a:pos x="connsiteX34626" y="connsiteY34626"/>
              </a:cxn>
              <a:cxn ang="0">
                <a:pos x="connsiteX34627" y="connsiteY34627"/>
              </a:cxn>
              <a:cxn ang="0">
                <a:pos x="connsiteX34628" y="connsiteY34628"/>
              </a:cxn>
              <a:cxn ang="0">
                <a:pos x="connsiteX34629" y="connsiteY34629"/>
              </a:cxn>
              <a:cxn ang="0">
                <a:pos x="connsiteX34630" y="connsiteY34630"/>
              </a:cxn>
              <a:cxn ang="0">
                <a:pos x="connsiteX34631" y="connsiteY34631"/>
              </a:cxn>
              <a:cxn ang="0">
                <a:pos x="connsiteX34632" y="connsiteY34632"/>
              </a:cxn>
              <a:cxn ang="0">
                <a:pos x="connsiteX34633" y="connsiteY34633"/>
              </a:cxn>
              <a:cxn ang="0">
                <a:pos x="connsiteX34634" y="connsiteY34634"/>
              </a:cxn>
              <a:cxn ang="0">
                <a:pos x="connsiteX34635" y="connsiteY34635"/>
              </a:cxn>
              <a:cxn ang="0">
                <a:pos x="connsiteX34636" y="connsiteY34636"/>
              </a:cxn>
              <a:cxn ang="0">
                <a:pos x="connsiteX34637" y="connsiteY34637"/>
              </a:cxn>
              <a:cxn ang="0">
                <a:pos x="connsiteX34638" y="connsiteY34638"/>
              </a:cxn>
              <a:cxn ang="0">
                <a:pos x="connsiteX34639" y="connsiteY34639"/>
              </a:cxn>
              <a:cxn ang="0">
                <a:pos x="connsiteX34640" y="connsiteY34640"/>
              </a:cxn>
              <a:cxn ang="0">
                <a:pos x="connsiteX34641" y="connsiteY34641"/>
              </a:cxn>
              <a:cxn ang="0">
                <a:pos x="connsiteX34642" y="connsiteY34642"/>
              </a:cxn>
              <a:cxn ang="0">
                <a:pos x="connsiteX34643" y="connsiteY34643"/>
              </a:cxn>
              <a:cxn ang="0">
                <a:pos x="connsiteX34644" y="connsiteY34644"/>
              </a:cxn>
              <a:cxn ang="0">
                <a:pos x="connsiteX34645" y="connsiteY34645"/>
              </a:cxn>
              <a:cxn ang="0">
                <a:pos x="connsiteX34646" y="connsiteY34646"/>
              </a:cxn>
              <a:cxn ang="0">
                <a:pos x="connsiteX34647" y="connsiteY34647"/>
              </a:cxn>
              <a:cxn ang="0">
                <a:pos x="connsiteX34648" y="connsiteY34648"/>
              </a:cxn>
              <a:cxn ang="0">
                <a:pos x="connsiteX34649" y="connsiteY34649"/>
              </a:cxn>
              <a:cxn ang="0">
                <a:pos x="connsiteX34650" y="connsiteY34650"/>
              </a:cxn>
              <a:cxn ang="0">
                <a:pos x="connsiteX34651" y="connsiteY34651"/>
              </a:cxn>
              <a:cxn ang="0">
                <a:pos x="connsiteX34652" y="connsiteY34652"/>
              </a:cxn>
              <a:cxn ang="0">
                <a:pos x="connsiteX34653" y="connsiteY34653"/>
              </a:cxn>
              <a:cxn ang="0">
                <a:pos x="connsiteX34654" y="connsiteY34654"/>
              </a:cxn>
              <a:cxn ang="0">
                <a:pos x="connsiteX34655" y="connsiteY34655"/>
              </a:cxn>
              <a:cxn ang="0">
                <a:pos x="connsiteX34656" y="connsiteY34656"/>
              </a:cxn>
              <a:cxn ang="0">
                <a:pos x="connsiteX34657" y="connsiteY34657"/>
              </a:cxn>
              <a:cxn ang="0">
                <a:pos x="connsiteX34658" y="connsiteY34658"/>
              </a:cxn>
              <a:cxn ang="0">
                <a:pos x="connsiteX34659" y="connsiteY34659"/>
              </a:cxn>
              <a:cxn ang="0">
                <a:pos x="connsiteX34660" y="connsiteY34660"/>
              </a:cxn>
              <a:cxn ang="0">
                <a:pos x="connsiteX34661" y="connsiteY34661"/>
              </a:cxn>
              <a:cxn ang="0">
                <a:pos x="connsiteX34662" y="connsiteY34662"/>
              </a:cxn>
              <a:cxn ang="0">
                <a:pos x="connsiteX34663" y="connsiteY34663"/>
              </a:cxn>
              <a:cxn ang="0">
                <a:pos x="connsiteX34664" y="connsiteY34664"/>
              </a:cxn>
              <a:cxn ang="0">
                <a:pos x="connsiteX34665" y="connsiteY34665"/>
              </a:cxn>
              <a:cxn ang="0">
                <a:pos x="connsiteX34666" y="connsiteY34666"/>
              </a:cxn>
              <a:cxn ang="0">
                <a:pos x="connsiteX34667" y="connsiteY34667"/>
              </a:cxn>
              <a:cxn ang="0">
                <a:pos x="connsiteX34668" y="connsiteY34668"/>
              </a:cxn>
              <a:cxn ang="0">
                <a:pos x="connsiteX34669" y="connsiteY34669"/>
              </a:cxn>
              <a:cxn ang="0">
                <a:pos x="connsiteX34670" y="connsiteY34670"/>
              </a:cxn>
              <a:cxn ang="0">
                <a:pos x="connsiteX34671" y="connsiteY34671"/>
              </a:cxn>
              <a:cxn ang="0">
                <a:pos x="connsiteX34672" y="connsiteY34672"/>
              </a:cxn>
              <a:cxn ang="0">
                <a:pos x="connsiteX34673" y="connsiteY34673"/>
              </a:cxn>
              <a:cxn ang="0">
                <a:pos x="connsiteX34674" y="connsiteY34674"/>
              </a:cxn>
              <a:cxn ang="0">
                <a:pos x="connsiteX34675" y="connsiteY34675"/>
              </a:cxn>
              <a:cxn ang="0">
                <a:pos x="connsiteX34676" y="connsiteY34676"/>
              </a:cxn>
              <a:cxn ang="0">
                <a:pos x="connsiteX34677" y="connsiteY34677"/>
              </a:cxn>
              <a:cxn ang="0">
                <a:pos x="connsiteX34678" y="connsiteY34678"/>
              </a:cxn>
              <a:cxn ang="0">
                <a:pos x="connsiteX34679" y="connsiteY34679"/>
              </a:cxn>
              <a:cxn ang="0">
                <a:pos x="connsiteX34680" y="connsiteY34680"/>
              </a:cxn>
              <a:cxn ang="0">
                <a:pos x="connsiteX34681" y="connsiteY34681"/>
              </a:cxn>
              <a:cxn ang="0">
                <a:pos x="connsiteX34682" y="connsiteY34682"/>
              </a:cxn>
              <a:cxn ang="0">
                <a:pos x="connsiteX34683" y="connsiteY34683"/>
              </a:cxn>
              <a:cxn ang="0">
                <a:pos x="connsiteX34684" y="connsiteY34684"/>
              </a:cxn>
              <a:cxn ang="0">
                <a:pos x="connsiteX34685" y="connsiteY34685"/>
              </a:cxn>
              <a:cxn ang="0">
                <a:pos x="connsiteX34686" y="connsiteY34686"/>
              </a:cxn>
              <a:cxn ang="0">
                <a:pos x="connsiteX34687" y="connsiteY34687"/>
              </a:cxn>
              <a:cxn ang="0">
                <a:pos x="connsiteX34688" y="connsiteY34688"/>
              </a:cxn>
              <a:cxn ang="0">
                <a:pos x="connsiteX34689" y="connsiteY34689"/>
              </a:cxn>
              <a:cxn ang="0">
                <a:pos x="connsiteX34690" y="connsiteY34690"/>
              </a:cxn>
              <a:cxn ang="0">
                <a:pos x="connsiteX34691" y="connsiteY34691"/>
              </a:cxn>
              <a:cxn ang="0">
                <a:pos x="connsiteX34692" y="connsiteY34692"/>
              </a:cxn>
              <a:cxn ang="0">
                <a:pos x="connsiteX34693" y="connsiteY34693"/>
              </a:cxn>
              <a:cxn ang="0">
                <a:pos x="connsiteX34694" y="connsiteY34694"/>
              </a:cxn>
              <a:cxn ang="0">
                <a:pos x="connsiteX34695" y="connsiteY34695"/>
              </a:cxn>
              <a:cxn ang="0">
                <a:pos x="connsiteX34696" y="connsiteY34696"/>
              </a:cxn>
              <a:cxn ang="0">
                <a:pos x="connsiteX34697" y="connsiteY34697"/>
              </a:cxn>
              <a:cxn ang="0">
                <a:pos x="connsiteX34698" y="connsiteY34698"/>
              </a:cxn>
              <a:cxn ang="0">
                <a:pos x="connsiteX34699" y="connsiteY34699"/>
              </a:cxn>
              <a:cxn ang="0">
                <a:pos x="connsiteX34700" y="connsiteY34700"/>
              </a:cxn>
              <a:cxn ang="0">
                <a:pos x="connsiteX34701" y="connsiteY34701"/>
              </a:cxn>
              <a:cxn ang="0">
                <a:pos x="connsiteX34702" y="connsiteY34702"/>
              </a:cxn>
              <a:cxn ang="0">
                <a:pos x="connsiteX34703" y="connsiteY34703"/>
              </a:cxn>
              <a:cxn ang="0">
                <a:pos x="connsiteX34704" y="connsiteY34704"/>
              </a:cxn>
              <a:cxn ang="0">
                <a:pos x="connsiteX34705" y="connsiteY34705"/>
              </a:cxn>
              <a:cxn ang="0">
                <a:pos x="connsiteX34706" y="connsiteY34706"/>
              </a:cxn>
              <a:cxn ang="0">
                <a:pos x="connsiteX34707" y="connsiteY34707"/>
              </a:cxn>
              <a:cxn ang="0">
                <a:pos x="connsiteX34708" y="connsiteY34708"/>
              </a:cxn>
              <a:cxn ang="0">
                <a:pos x="connsiteX34709" y="connsiteY34709"/>
              </a:cxn>
              <a:cxn ang="0">
                <a:pos x="connsiteX34710" y="connsiteY34710"/>
              </a:cxn>
              <a:cxn ang="0">
                <a:pos x="connsiteX34711" y="connsiteY34711"/>
              </a:cxn>
              <a:cxn ang="0">
                <a:pos x="connsiteX34712" y="connsiteY34712"/>
              </a:cxn>
              <a:cxn ang="0">
                <a:pos x="connsiteX34713" y="connsiteY34713"/>
              </a:cxn>
              <a:cxn ang="0">
                <a:pos x="connsiteX34714" y="connsiteY34714"/>
              </a:cxn>
              <a:cxn ang="0">
                <a:pos x="connsiteX34715" y="connsiteY34715"/>
              </a:cxn>
              <a:cxn ang="0">
                <a:pos x="connsiteX34716" y="connsiteY34716"/>
              </a:cxn>
              <a:cxn ang="0">
                <a:pos x="connsiteX34717" y="connsiteY34717"/>
              </a:cxn>
              <a:cxn ang="0">
                <a:pos x="connsiteX34718" y="connsiteY34718"/>
              </a:cxn>
              <a:cxn ang="0">
                <a:pos x="connsiteX34719" y="connsiteY34719"/>
              </a:cxn>
              <a:cxn ang="0">
                <a:pos x="connsiteX34720" y="connsiteY34720"/>
              </a:cxn>
              <a:cxn ang="0">
                <a:pos x="connsiteX34721" y="connsiteY34721"/>
              </a:cxn>
              <a:cxn ang="0">
                <a:pos x="connsiteX34722" y="connsiteY34722"/>
              </a:cxn>
              <a:cxn ang="0">
                <a:pos x="connsiteX34723" y="connsiteY34723"/>
              </a:cxn>
              <a:cxn ang="0">
                <a:pos x="connsiteX34724" y="connsiteY34724"/>
              </a:cxn>
              <a:cxn ang="0">
                <a:pos x="connsiteX34725" y="connsiteY34725"/>
              </a:cxn>
              <a:cxn ang="0">
                <a:pos x="connsiteX34726" y="connsiteY34726"/>
              </a:cxn>
              <a:cxn ang="0">
                <a:pos x="connsiteX34727" y="connsiteY34727"/>
              </a:cxn>
              <a:cxn ang="0">
                <a:pos x="connsiteX34728" y="connsiteY34728"/>
              </a:cxn>
              <a:cxn ang="0">
                <a:pos x="connsiteX34729" y="connsiteY34729"/>
              </a:cxn>
              <a:cxn ang="0">
                <a:pos x="connsiteX34730" y="connsiteY34730"/>
              </a:cxn>
              <a:cxn ang="0">
                <a:pos x="connsiteX34731" y="connsiteY34731"/>
              </a:cxn>
              <a:cxn ang="0">
                <a:pos x="connsiteX34732" y="connsiteY34732"/>
              </a:cxn>
              <a:cxn ang="0">
                <a:pos x="connsiteX34733" y="connsiteY34733"/>
              </a:cxn>
              <a:cxn ang="0">
                <a:pos x="connsiteX34734" y="connsiteY34734"/>
              </a:cxn>
              <a:cxn ang="0">
                <a:pos x="connsiteX34735" y="connsiteY34735"/>
              </a:cxn>
              <a:cxn ang="0">
                <a:pos x="connsiteX34736" y="connsiteY34736"/>
              </a:cxn>
              <a:cxn ang="0">
                <a:pos x="connsiteX34737" y="connsiteY34737"/>
              </a:cxn>
              <a:cxn ang="0">
                <a:pos x="connsiteX34738" y="connsiteY34738"/>
              </a:cxn>
              <a:cxn ang="0">
                <a:pos x="connsiteX34739" y="connsiteY34739"/>
              </a:cxn>
              <a:cxn ang="0">
                <a:pos x="connsiteX34740" y="connsiteY34740"/>
              </a:cxn>
              <a:cxn ang="0">
                <a:pos x="connsiteX34741" y="connsiteY34741"/>
              </a:cxn>
              <a:cxn ang="0">
                <a:pos x="connsiteX34742" y="connsiteY34742"/>
              </a:cxn>
              <a:cxn ang="0">
                <a:pos x="connsiteX34743" y="connsiteY34743"/>
              </a:cxn>
              <a:cxn ang="0">
                <a:pos x="connsiteX34744" y="connsiteY34744"/>
              </a:cxn>
              <a:cxn ang="0">
                <a:pos x="connsiteX34745" y="connsiteY34745"/>
              </a:cxn>
              <a:cxn ang="0">
                <a:pos x="connsiteX34746" y="connsiteY34746"/>
              </a:cxn>
              <a:cxn ang="0">
                <a:pos x="connsiteX34747" y="connsiteY34747"/>
              </a:cxn>
              <a:cxn ang="0">
                <a:pos x="connsiteX34748" y="connsiteY34748"/>
              </a:cxn>
              <a:cxn ang="0">
                <a:pos x="connsiteX34749" y="connsiteY34749"/>
              </a:cxn>
              <a:cxn ang="0">
                <a:pos x="connsiteX34750" y="connsiteY34750"/>
              </a:cxn>
              <a:cxn ang="0">
                <a:pos x="connsiteX34751" y="connsiteY34751"/>
              </a:cxn>
              <a:cxn ang="0">
                <a:pos x="connsiteX34752" y="connsiteY34752"/>
              </a:cxn>
              <a:cxn ang="0">
                <a:pos x="connsiteX34753" y="connsiteY34753"/>
              </a:cxn>
              <a:cxn ang="0">
                <a:pos x="connsiteX34754" y="connsiteY34754"/>
              </a:cxn>
              <a:cxn ang="0">
                <a:pos x="connsiteX34755" y="connsiteY34755"/>
              </a:cxn>
              <a:cxn ang="0">
                <a:pos x="connsiteX34756" y="connsiteY34756"/>
              </a:cxn>
              <a:cxn ang="0">
                <a:pos x="connsiteX34757" y="connsiteY34757"/>
              </a:cxn>
              <a:cxn ang="0">
                <a:pos x="connsiteX34758" y="connsiteY34758"/>
              </a:cxn>
              <a:cxn ang="0">
                <a:pos x="connsiteX34759" y="connsiteY34759"/>
              </a:cxn>
              <a:cxn ang="0">
                <a:pos x="connsiteX34760" y="connsiteY34760"/>
              </a:cxn>
              <a:cxn ang="0">
                <a:pos x="connsiteX34761" y="connsiteY34761"/>
              </a:cxn>
              <a:cxn ang="0">
                <a:pos x="connsiteX34762" y="connsiteY34762"/>
              </a:cxn>
              <a:cxn ang="0">
                <a:pos x="connsiteX34763" y="connsiteY34763"/>
              </a:cxn>
              <a:cxn ang="0">
                <a:pos x="connsiteX34764" y="connsiteY34764"/>
              </a:cxn>
              <a:cxn ang="0">
                <a:pos x="connsiteX34765" y="connsiteY34765"/>
              </a:cxn>
              <a:cxn ang="0">
                <a:pos x="connsiteX34766" y="connsiteY34766"/>
              </a:cxn>
              <a:cxn ang="0">
                <a:pos x="connsiteX34767" y="connsiteY34767"/>
              </a:cxn>
              <a:cxn ang="0">
                <a:pos x="connsiteX34768" y="connsiteY34768"/>
              </a:cxn>
              <a:cxn ang="0">
                <a:pos x="connsiteX34769" y="connsiteY34769"/>
              </a:cxn>
              <a:cxn ang="0">
                <a:pos x="connsiteX34770" y="connsiteY34770"/>
              </a:cxn>
              <a:cxn ang="0">
                <a:pos x="connsiteX34771" y="connsiteY34771"/>
              </a:cxn>
              <a:cxn ang="0">
                <a:pos x="connsiteX34772" y="connsiteY34772"/>
              </a:cxn>
              <a:cxn ang="0">
                <a:pos x="connsiteX34773" y="connsiteY34773"/>
              </a:cxn>
              <a:cxn ang="0">
                <a:pos x="connsiteX34774" y="connsiteY34774"/>
              </a:cxn>
              <a:cxn ang="0">
                <a:pos x="connsiteX34775" y="connsiteY34775"/>
              </a:cxn>
              <a:cxn ang="0">
                <a:pos x="connsiteX34776" y="connsiteY34776"/>
              </a:cxn>
              <a:cxn ang="0">
                <a:pos x="connsiteX34777" y="connsiteY34777"/>
              </a:cxn>
              <a:cxn ang="0">
                <a:pos x="connsiteX34778" y="connsiteY34778"/>
              </a:cxn>
              <a:cxn ang="0">
                <a:pos x="connsiteX34779" y="connsiteY34779"/>
              </a:cxn>
              <a:cxn ang="0">
                <a:pos x="connsiteX34780" y="connsiteY34780"/>
              </a:cxn>
              <a:cxn ang="0">
                <a:pos x="connsiteX34781" y="connsiteY34781"/>
              </a:cxn>
              <a:cxn ang="0">
                <a:pos x="connsiteX34782" y="connsiteY34782"/>
              </a:cxn>
              <a:cxn ang="0">
                <a:pos x="connsiteX34783" y="connsiteY34783"/>
              </a:cxn>
              <a:cxn ang="0">
                <a:pos x="connsiteX34784" y="connsiteY34784"/>
              </a:cxn>
              <a:cxn ang="0">
                <a:pos x="connsiteX34785" y="connsiteY34785"/>
              </a:cxn>
              <a:cxn ang="0">
                <a:pos x="connsiteX34786" y="connsiteY34786"/>
              </a:cxn>
              <a:cxn ang="0">
                <a:pos x="connsiteX34787" y="connsiteY34787"/>
              </a:cxn>
              <a:cxn ang="0">
                <a:pos x="connsiteX34788" y="connsiteY34788"/>
              </a:cxn>
              <a:cxn ang="0">
                <a:pos x="connsiteX34789" y="connsiteY34789"/>
              </a:cxn>
              <a:cxn ang="0">
                <a:pos x="connsiteX34790" y="connsiteY34790"/>
              </a:cxn>
              <a:cxn ang="0">
                <a:pos x="connsiteX34791" y="connsiteY34791"/>
              </a:cxn>
              <a:cxn ang="0">
                <a:pos x="connsiteX34792" y="connsiteY34792"/>
              </a:cxn>
              <a:cxn ang="0">
                <a:pos x="connsiteX34793" y="connsiteY34793"/>
              </a:cxn>
              <a:cxn ang="0">
                <a:pos x="connsiteX34794" y="connsiteY34794"/>
              </a:cxn>
              <a:cxn ang="0">
                <a:pos x="connsiteX34795" y="connsiteY34795"/>
              </a:cxn>
              <a:cxn ang="0">
                <a:pos x="connsiteX34796" y="connsiteY34796"/>
              </a:cxn>
              <a:cxn ang="0">
                <a:pos x="connsiteX34797" y="connsiteY34797"/>
              </a:cxn>
              <a:cxn ang="0">
                <a:pos x="connsiteX34798" y="connsiteY34798"/>
              </a:cxn>
              <a:cxn ang="0">
                <a:pos x="connsiteX34799" y="connsiteY34799"/>
              </a:cxn>
              <a:cxn ang="0">
                <a:pos x="connsiteX34800" y="connsiteY34800"/>
              </a:cxn>
              <a:cxn ang="0">
                <a:pos x="connsiteX34801" y="connsiteY34801"/>
              </a:cxn>
              <a:cxn ang="0">
                <a:pos x="connsiteX34802" y="connsiteY34802"/>
              </a:cxn>
              <a:cxn ang="0">
                <a:pos x="connsiteX34803" y="connsiteY34803"/>
              </a:cxn>
              <a:cxn ang="0">
                <a:pos x="connsiteX34804" y="connsiteY34804"/>
              </a:cxn>
              <a:cxn ang="0">
                <a:pos x="connsiteX34805" y="connsiteY34805"/>
              </a:cxn>
              <a:cxn ang="0">
                <a:pos x="connsiteX34806" y="connsiteY34806"/>
              </a:cxn>
              <a:cxn ang="0">
                <a:pos x="connsiteX34807" y="connsiteY34807"/>
              </a:cxn>
              <a:cxn ang="0">
                <a:pos x="connsiteX34808" y="connsiteY34808"/>
              </a:cxn>
              <a:cxn ang="0">
                <a:pos x="connsiteX34809" y="connsiteY34809"/>
              </a:cxn>
              <a:cxn ang="0">
                <a:pos x="connsiteX34810" y="connsiteY34810"/>
              </a:cxn>
              <a:cxn ang="0">
                <a:pos x="connsiteX34811" y="connsiteY34811"/>
              </a:cxn>
              <a:cxn ang="0">
                <a:pos x="connsiteX34812" y="connsiteY34812"/>
              </a:cxn>
              <a:cxn ang="0">
                <a:pos x="connsiteX34813" y="connsiteY34813"/>
              </a:cxn>
              <a:cxn ang="0">
                <a:pos x="connsiteX34814" y="connsiteY34814"/>
              </a:cxn>
              <a:cxn ang="0">
                <a:pos x="connsiteX34815" y="connsiteY34815"/>
              </a:cxn>
              <a:cxn ang="0">
                <a:pos x="connsiteX34816" y="connsiteY34816"/>
              </a:cxn>
              <a:cxn ang="0">
                <a:pos x="connsiteX34817" y="connsiteY34817"/>
              </a:cxn>
              <a:cxn ang="0">
                <a:pos x="connsiteX34818" y="connsiteY34818"/>
              </a:cxn>
              <a:cxn ang="0">
                <a:pos x="connsiteX34819" y="connsiteY34819"/>
              </a:cxn>
              <a:cxn ang="0">
                <a:pos x="connsiteX34820" y="connsiteY34820"/>
              </a:cxn>
              <a:cxn ang="0">
                <a:pos x="connsiteX34821" y="connsiteY34821"/>
              </a:cxn>
              <a:cxn ang="0">
                <a:pos x="connsiteX34822" y="connsiteY34822"/>
              </a:cxn>
              <a:cxn ang="0">
                <a:pos x="connsiteX34823" y="connsiteY34823"/>
              </a:cxn>
              <a:cxn ang="0">
                <a:pos x="connsiteX34824" y="connsiteY34824"/>
              </a:cxn>
              <a:cxn ang="0">
                <a:pos x="connsiteX34825" y="connsiteY34825"/>
              </a:cxn>
              <a:cxn ang="0">
                <a:pos x="connsiteX34826" y="connsiteY34826"/>
              </a:cxn>
              <a:cxn ang="0">
                <a:pos x="connsiteX34827" y="connsiteY34827"/>
              </a:cxn>
              <a:cxn ang="0">
                <a:pos x="connsiteX34828" y="connsiteY34828"/>
              </a:cxn>
              <a:cxn ang="0">
                <a:pos x="connsiteX34829" y="connsiteY34829"/>
              </a:cxn>
              <a:cxn ang="0">
                <a:pos x="connsiteX34830" y="connsiteY34830"/>
              </a:cxn>
              <a:cxn ang="0">
                <a:pos x="connsiteX34831" y="connsiteY34831"/>
              </a:cxn>
              <a:cxn ang="0">
                <a:pos x="connsiteX34832" y="connsiteY34832"/>
              </a:cxn>
              <a:cxn ang="0">
                <a:pos x="connsiteX34833" y="connsiteY34833"/>
              </a:cxn>
              <a:cxn ang="0">
                <a:pos x="connsiteX34834" y="connsiteY34834"/>
              </a:cxn>
              <a:cxn ang="0">
                <a:pos x="connsiteX34835" y="connsiteY34835"/>
              </a:cxn>
              <a:cxn ang="0">
                <a:pos x="connsiteX34836" y="connsiteY34836"/>
              </a:cxn>
              <a:cxn ang="0">
                <a:pos x="connsiteX34837" y="connsiteY34837"/>
              </a:cxn>
              <a:cxn ang="0">
                <a:pos x="connsiteX34838" y="connsiteY34838"/>
              </a:cxn>
              <a:cxn ang="0">
                <a:pos x="connsiteX34839" y="connsiteY34839"/>
              </a:cxn>
              <a:cxn ang="0">
                <a:pos x="connsiteX34840" y="connsiteY34840"/>
              </a:cxn>
              <a:cxn ang="0">
                <a:pos x="connsiteX34841" y="connsiteY34841"/>
              </a:cxn>
              <a:cxn ang="0">
                <a:pos x="connsiteX34842" y="connsiteY34842"/>
              </a:cxn>
              <a:cxn ang="0">
                <a:pos x="connsiteX34843" y="connsiteY34843"/>
              </a:cxn>
              <a:cxn ang="0">
                <a:pos x="connsiteX34844" y="connsiteY34844"/>
              </a:cxn>
              <a:cxn ang="0">
                <a:pos x="connsiteX34845" y="connsiteY34845"/>
              </a:cxn>
              <a:cxn ang="0">
                <a:pos x="connsiteX34846" y="connsiteY34846"/>
              </a:cxn>
              <a:cxn ang="0">
                <a:pos x="connsiteX34847" y="connsiteY34847"/>
              </a:cxn>
              <a:cxn ang="0">
                <a:pos x="connsiteX34848" y="connsiteY34848"/>
              </a:cxn>
              <a:cxn ang="0">
                <a:pos x="connsiteX34849" y="connsiteY34849"/>
              </a:cxn>
              <a:cxn ang="0">
                <a:pos x="connsiteX34850" y="connsiteY34850"/>
              </a:cxn>
              <a:cxn ang="0">
                <a:pos x="connsiteX34851" y="connsiteY34851"/>
              </a:cxn>
              <a:cxn ang="0">
                <a:pos x="connsiteX34852" y="connsiteY34852"/>
              </a:cxn>
              <a:cxn ang="0">
                <a:pos x="connsiteX34853" y="connsiteY34853"/>
              </a:cxn>
              <a:cxn ang="0">
                <a:pos x="connsiteX34854" y="connsiteY34854"/>
              </a:cxn>
              <a:cxn ang="0">
                <a:pos x="connsiteX34855" y="connsiteY34855"/>
              </a:cxn>
              <a:cxn ang="0">
                <a:pos x="connsiteX34856" y="connsiteY34856"/>
              </a:cxn>
              <a:cxn ang="0">
                <a:pos x="connsiteX34857" y="connsiteY34857"/>
              </a:cxn>
              <a:cxn ang="0">
                <a:pos x="connsiteX34858" y="connsiteY34858"/>
              </a:cxn>
              <a:cxn ang="0">
                <a:pos x="connsiteX34859" y="connsiteY34859"/>
              </a:cxn>
              <a:cxn ang="0">
                <a:pos x="connsiteX34860" y="connsiteY34860"/>
              </a:cxn>
              <a:cxn ang="0">
                <a:pos x="connsiteX34861" y="connsiteY34861"/>
              </a:cxn>
              <a:cxn ang="0">
                <a:pos x="connsiteX34862" y="connsiteY34862"/>
              </a:cxn>
              <a:cxn ang="0">
                <a:pos x="connsiteX34863" y="connsiteY34863"/>
              </a:cxn>
              <a:cxn ang="0">
                <a:pos x="connsiteX34864" y="connsiteY34864"/>
              </a:cxn>
              <a:cxn ang="0">
                <a:pos x="connsiteX34865" y="connsiteY34865"/>
              </a:cxn>
              <a:cxn ang="0">
                <a:pos x="connsiteX34866" y="connsiteY34866"/>
              </a:cxn>
              <a:cxn ang="0">
                <a:pos x="connsiteX34867" y="connsiteY34867"/>
              </a:cxn>
              <a:cxn ang="0">
                <a:pos x="connsiteX34868" y="connsiteY34868"/>
              </a:cxn>
              <a:cxn ang="0">
                <a:pos x="connsiteX34869" y="connsiteY34869"/>
              </a:cxn>
              <a:cxn ang="0">
                <a:pos x="connsiteX34870" y="connsiteY34870"/>
              </a:cxn>
              <a:cxn ang="0">
                <a:pos x="connsiteX34871" y="connsiteY34871"/>
              </a:cxn>
              <a:cxn ang="0">
                <a:pos x="connsiteX34872" y="connsiteY34872"/>
              </a:cxn>
              <a:cxn ang="0">
                <a:pos x="connsiteX34873" y="connsiteY34873"/>
              </a:cxn>
              <a:cxn ang="0">
                <a:pos x="connsiteX34874" y="connsiteY34874"/>
              </a:cxn>
              <a:cxn ang="0">
                <a:pos x="connsiteX34875" y="connsiteY34875"/>
              </a:cxn>
              <a:cxn ang="0">
                <a:pos x="connsiteX34876" y="connsiteY34876"/>
              </a:cxn>
              <a:cxn ang="0">
                <a:pos x="connsiteX34877" y="connsiteY34877"/>
              </a:cxn>
              <a:cxn ang="0">
                <a:pos x="connsiteX34878" y="connsiteY34878"/>
              </a:cxn>
              <a:cxn ang="0">
                <a:pos x="connsiteX34879" y="connsiteY34879"/>
              </a:cxn>
              <a:cxn ang="0">
                <a:pos x="connsiteX34880" y="connsiteY34880"/>
              </a:cxn>
              <a:cxn ang="0">
                <a:pos x="connsiteX34881" y="connsiteY34881"/>
              </a:cxn>
              <a:cxn ang="0">
                <a:pos x="connsiteX34882" y="connsiteY34882"/>
              </a:cxn>
              <a:cxn ang="0">
                <a:pos x="connsiteX34883" y="connsiteY34883"/>
              </a:cxn>
              <a:cxn ang="0">
                <a:pos x="connsiteX34884" y="connsiteY34884"/>
              </a:cxn>
              <a:cxn ang="0">
                <a:pos x="connsiteX34885" y="connsiteY34885"/>
              </a:cxn>
              <a:cxn ang="0">
                <a:pos x="connsiteX34886" y="connsiteY34886"/>
              </a:cxn>
              <a:cxn ang="0">
                <a:pos x="connsiteX34887" y="connsiteY34887"/>
              </a:cxn>
              <a:cxn ang="0">
                <a:pos x="connsiteX34888" y="connsiteY34888"/>
              </a:cxn>
              <a:cxn ang="0">
                <a:pos x="connsiteX34889" y="connsiteY34889"/>
              </a:cxn>
              <a:cxn ang="0">
                <a:pos x="connsiteX34890" y="connsiteY34890"/>
              </a:cxn>
              <a:cxn ang="0">
                <a:pos x="connsiteX34891" y="connsiteY34891"/>
              </a:cxn>
              <a:cxn ang="0">
                <a:pos x="connsiteX34892" y="connsiteY34892"/>
              </a:cxn>
              <a:cxn ang="0">
                <a:pos x="connsiteX34893" y="connsiteY34893"/>
              </a:cxn>
              <a:cxn ang="0">
                <a:pos x="connsiteX34894" y="connsiteY34894"/>
              </a:cxn>
              <a:cxn ang="0">
                <a:pos x="connsiteX34895" y="connsiteY34895"/>
              </a:cxn>
              <a:cxn ang="0">
                <a:pos x="connsiteX34896" y="connsiteY34896"/>
              </a:cxn>
              <a:cxn ang="0">
                <a:pos x="connsiteX34897" y="connsiteY34897"/>
              </a:cxn>
              <a:cxn ang="0">
                <a:pos x="connsiteX34898" y="connsiteY34898"/>
              </a:cxn>
              <a:cxn ang="0">
                <a:pos x="connsiteX34899" y="connsiteY34899"/>
              </a:cxn>
              <a:cxn ang="0">
                <a:pos x="connsiteX34900" y="connsiteY34900"/>
              </a:cxn>
              <a:cxn ang="0">
                <a:pos x="connsiteX34901" y="connsiteY34901"/>
              </a:cxn>
              <a:cxn ang="0">
                <a:pos x="connsiteX34902" y="connsiteY34902"/>
              </a:cxn>
              <a:cxn ang="0">
                <a:pos x="connsiteX34903" y="connsiteY34903"/>
              </a:cxn>
              <a:cxn ang="0">
                <a:pos x="connsiteX34904" y="connsiteY34904"/>
              </a:cxn>
              <a:cxn ang="0">
                <a:pos x="connsiteX34905" y="connsiteY34905"/>
              </a:cxn>
              <a:cxn ang="0">
                <a:pos x="connsiteX34906" y="connsiteY34906"/>
              </a:cxn>
              <a:cxn ang="0">
                <a:pos x="connsiteX34907" y="connsiteY34907"/>
              </a:cxn>
              <a:cxn ang="0">
                <a:pos x="connsiteX34908" y="connsiteY34908"/>
              </a:cxn>
              <a:cxn ang="0">
                <a:pos x="connsiteX34909" y="connsiteY34909"/>
              </a:cxn>
              <a:cxn ang="0">
                <a:pos x="connsiteX34910" y="connsiteY34910"/>
              </a:cxn>
              <a:cxn ang="0">
                <a:pos x="connsiteX34911" y="connsiteY34911"/>
              </a:cxn>
              <a:cxn ang="0">
                <a:pos x="connsiteX34912" y="connsiteY34912"/>
              </a:cxn>
              <a:cxn ang="0">
                <a:pos x="connsiteX34913" y="connsiteY34913"/>
              </a:cxn>
              <a:cxn ang="0">
                <a:pos x="connsiteX34914" y="connsiteY34914"/>
              </a:cxn>
              <a:cxn ang="0">
                <a:pos x="connsiteX34915" y="connsiteY34915"/>
              </a:cxn>
              <a:cxn ang="0">
                <a:pos x="connsiteX34916" y="connsiteY34916"/>
              </a:cxn>
              <a:cxn ang="0">
                <a:pos x="connsiteX34917" y="connsiteY34917"/>
              </a:cxn>
              <a:cxn ang="0">
                <a:pos x="connsiteX34918" y="connsiteY34918"/>
              </a:cxn>
              <a:cxn ang="0">
                <a:pos x="connsiteX34919" y="connsiteY34919"/>
              </a:cxn>
              <a:cxn ang="0">
                <a:pos x="connsiteX34920" y="connsiteY34920"/>
              </a:cxn>
              <a:cxn ang="0">
                <a:pos x="connsiteX34921" y="connsiteY34921"/>
              </a:cxn>
              <a:cxn ang="0">
                <a:pos x="connsiteX34922" y="connsiteY34922"/>
              </a:cxn>
              <a:cxn ang="0">
                <a:pos x="connsiteX34923" y="connsiteY34923"/>
              </a:cxn>
              <a:cxn ang="0">
                <a:pos x="connsiteX34924" y="connsiteY34924"/>
              </a:cxn>
              <a:cxn ang="0">
                <a:pos x="connsiteX34925" y="connsiteY34925"/>
              </a:cxn>
              <a:cxn ang="0">
                <a:pos x="connsiteX34926" y="connsiteY34926"/>
              </a:cxn>
              <a:cxn ang="0">
                <a:pos x="connsiteX34927" y="connsiteY34927"/>
              </a:cxn>
              <a:cxn ang="0">
                <a:pos x="connsiteX34928" y="connsiteY34928"/>
              </a:cxn>
              <a:cxn ang="0">
                <a:pos x="connsiteX34929" y="connsiteY34929"/>
              </a:cxn>
              <a:cxn ang="0">
                <a:pos x="connsiteX34930" y="connsiteY34930"/>
              </a:cxn>
              <a:cxn ang="0">
                <a:pos x="connsiteX34931" y="connsiteY34931"/>
              </a:cxn>
              <a:cxn ang="0">
                <a:pos x="connsiteX34932" y="connsiteY34932"/>
              </a:cxn>
              <a:cxn ang="0">
                <a:pos x="connsiteX34933" y="connsiteY34933"/>
              </a:cxn>
              <a:cxn ang="0">
                <a:pos x="connsiteX34934" y="connsiteY34934"/>
              </a:cxn>
              <a:cxn ang="0">
                <a:pos x="connsiteX34935" y="connsiteY34935"/>
              </a:cxn>
              <a:cxn ang="0">
                <a:pos x="connsiteX34936" y="connsiteY34936"/>
              </a:cxn>
              <a:cxn ang="0">
                <a:pos x="connsiteX34937" y="connsiteY34937"/>
              </a:cxn>
              <a:cxn ang="0">
                <a:pos x="connsiteX34938" y="connsiteY34938"/>
              </a:cxn>
              <a:cxn ang="0">
                <a:pos x="connsiteX34939" y="connsiteY34939"/>
              </a:cxn>
              <a:cxn ang="0">
                <a:pos x="connsiteX34940" y="connsiteY34940"/>
              </a:cxn>
              <a:cxn ang="0">
                <a:pos x="connsiteX34941" y="connsiteY34941"/>
              </a:cxn>
              <a:cxn ang="0">
                <a:pos x="connsiteX34942" y="connsiteY34942"/>
              </a:cxn>
              <a:cxn ang="0">
                <a:pos x="connsiteX34943" y="connsiteY34943"/>
              </a:cxn>
              <a:cxn ang="0">
                <a:pos x="connsiteX34944" y="connsiteY34944"/>
              </a:cxn>
              <a:cxn ang="0">
                <a:pos x="connsiteX34945" y="connsiteY34945"/>
              </a:cxn>
              <a:cxn ang="0">
                <a:pos x="connsiteX34946" y="connsiteY34946"/>
              </a:cxn>
              <a:cxn ang="0">
                <a:pos x="connsiteX34947" y="connsiteY34947"/>
              </a:cxn>
              <a:cxn ang="0">
                <a:pos x="connsiteX34948" y="connsiteY34948"/>
              </a:cxn>
              <a:cxn ang="0">
                <a:pos x="connsiteX34949" y="connsiteY34949"/>
              </a:cxn>
              <a:cxn ang="0">
                <a:pos x="connsiteX34950" y="connsiteY34950"/>
              </a:cxn>
              <a:cxn ang="0">
                <a:pos x="connsiteX34951" y="connsiteY34951"/>
              </a:cxn>
              <a:cxn ang="0">
                <a:pos x="connsiteX34952" y="connsiteY34952"/>
              </a:cxn>
              <a:cxn ang="0">
                <a:pos x="connsiteX34953" y="connsiteY34953"/>
              </a:cxn>
              <a:cxn ang="0">
                <a:pos x="connsiteX34954" y="connsiteY34954"/>
              </a:cxn>
              <a:cxn ang="0">
                <a:pos x="connsiteX34955" y="connsiteY34955"/>
              </a:cxn>
              <a:cxn ang="0">
                <a:pos x="connsiteX34956" y="connsiteY34956"/>
              </a:cxn>
              <a:cxn ang="0">
                <a:pos x="connsiteX34957" y="connsiteY34957"/>
              </a:cxn>
              <a:cxn ang="0">
                <a:pos x="connsiteX34958" y="connsiteY34958"/>
              </a:cxn>
              <a:cxn ang="0">
                <a:pos x="connsiteX34959" y="connsiteY34959"/>
              </a:cxn>
              <a:cxn ang="0">
                <a:pos x="connsiteX34960" y="connsiteY34960"/>
              </a:cxn>
              <a:cxn ang="0">
                <a:pos x="connsiteX34961" y="connsiteY34961"/>
              </a:cxn>
              <a:cxn ang="0">
                <a:pos x="connsiteX34962" y="connsiteY34962"/>
              </a:cxn>
              <a:cxn ang="0">
                <a:pos x="connsiteX34963" y="connsiteY34963"/>
              </a:cxn>
              <a:cxn ang="0">
                <a:pos x="connsiteX34964" y="connsiteY34964"/>
              </a:cxn>
              <a:cxn ang="0">
                <a:pos x="connsiteX34965" y="connsiteY34965"/>
              </a:cxn>
              <a:cxn ang="0">
                <a:pos x="connsiteX34966" y="connsiteY34966"/>
              </a:cxn>
              <a:cxn ang="0">
                <a:pos x="connsiteX34967" y="connsiteY34967"/>
              </a:cxn>
              <a:cxn ang="0">
                <a:pos x="connsiteX34968" y="connsiteY34968"/>
              </a:cxn>
              <a:cxn ang="0">
                <a:pos x="connsiteX34969" y="connsiteY34969"/>
              </a:cxn>
              <a:cxn ang="0">
                <a:pos x="connsiteX34970" y="connsiteY34970"/>
              </a:cxn>
              <a:cxn ang="0">
                <a:pos x="connsiteX34971" y="connsiteY34971"/>
              </a:cxn>
              <a:cxn ang="0">
                <a:pos x="connsiteX34972" y="connsiteY34972"/>
              </a:cxn>
              <a:cxn ang="0">
                <a:pos x="connsiteX34973" y="connsiteY34973"/>
              </a:cxn>
              <a:cxn ang="0">
                <a:pos x="connsiteX34974" y="connsiteY34974"/>
              </a:cxn>
              <a:cxn ang="0">
                <a:pos x="connsiteX34975" y="connsiteY34975"/>
              </a:cxn>
              <a:cxn ang="0">
                <a:pos x="connsiteX34976" y="connsiteY34976"/>
              </a:cxn>
              <a:cxn ang="0">
                <a:pos x="connsiteX34977" y="connsiteY34977"/>
              </a:cxn>
              <a:cxn ang="0">
                <a:pos x="connsiteX34978" y="connsiteY34978"/>
              </a:cxn>
              <a:cxn ang="0">
                <a:pos x="connsiteX34979" y="connsiteY34979"/>
              </a:cxn>
              <a:cxn ang="0">
                <a:pos x="connsiteX34980" y="connsiteY34980"/>
              </a:cxn>
              <a:cxn ang="0">
                <a:pos x="connsiteX34981" y="connsiteY34981"/>
              </a:cxn>
              <a:cxn ang="0">
                <a:pos x="connsiteX34982" y="connsiteY34982"/>
              </a:cxn>
              <a:cxn ang="0">
                <a:pos x="connsiteX34983" y="connsiteY34983"/>
              </a:cxn>
              <a:cxn ang="0">
                <a:pos x="connsiteX34984" y="connsiteY34984"/>
              </a:cxn>
              <a:cxn ang="0">
                <a:pos x="connsiteX34985" y="connsiteY34985"/>
              </a:cxn>
              <a:cxn ang="0">
                <a:pos x="connsiteX34986" y="connsiteY34986"/>
              </a:cxn>
              <a:cxn ang="0">
                <a:pos x="connsiteX34987" y="connsiteY34987"/>
              </a:cxn>
              <a:cxn ang="0">
                <a:pos x="connsiteX34988" y="connsiteY34988"/>
              </a:cxn>
              <a:cxn ang="0">
                <a:pos x="connsiteX34989" y="connsiteY34989"/>
              </a:cxn>
              <a:cxn ang="0">
                <a:pos x="connsiteX34990" y="connsiteY34990"/>
              </a:cxn>
              <a:cxn ang="0">
                <a:pos x="connsiteX34991" y="connsiteY34991"/>
              </a:cxn>
              <a:cxn ang="0">
                <a:pos x="connsiteX34992" y="connsiteY34992"/>
              </a:cxn>
              <a:cxn ang="0">
                <a:pos x="connsiteX34993" y="connsiteY34993"/>
              </a:cxn>
              <a:cxn ang="0">
                <a:pos x="connsiteX34994" y="connsiteY34994"/>
              </a:cxn>
              <a:cxn ang="0">
                <a:pos x="connsiteX34995" y="connsiteY34995"/>
              </a:cxn>
              <a:cxn ang="0">
                <a:pos x="connsiteX34996" y="connsiteY34996"/>
              </a:cxn>
              <a:cxn ang="0">
                <a:pos x="connsiteX34997" y="connsiteY34997"/>
              </a:cxn>
              <a:cxn ang="0">
                <a:pos x="connsiteX34998" y="connsiteY34998"/>
              </a:cxn>
              <a:cxn ang="0">
                <a:pos x="connsiteX34999" y="connsiteY34999"/>
              </a:cxn>
              <a:cxn ang="0">
                <a:pos x="connsiteX35000" y="connsiteY35000"/>
              </a:cxn>
              <a:cxn ang="0">
                <a:pos x="connsiteX35001" y="connsiteY35001"/>
              </a:cxn>
              <a:cxn ang="0">
                <a:pos x="connsiteX35002" y="connsiteY35002"/>
              </a:cxn>
              <a:cxn ang="0">
                <a:pos x="connsiteX35003" y="connsiteY35003"/>
              </a:cxn>
              <a:cxn ang="0">
                <a:pos x="connsiteX35004" y="connsiteY35004"/>
              </a:cxn>
              <a:cxn ang="0">
                <a:pos x="connsiteX35005" y="connsiteY35005"/>
              </a:cxn>
              <a:cxn ang="0">
                <a:pos x="connsiteX35006" y="connsiteY35006"/>
              </a:cxn>
              <a:cxn ang="0">
                <a:pos x="connsiteX35007" y="connsiteY35007"/>
              </a:cxn>
              <a:cxn ang="0">
                <a:pos x="connsiteX35008" y="connsiteY35008"/>
              </a:cxn>
              <a:cxn ang="0">
                <a:pos x="connsiteX35009" y="connsiteY35009"/>
              </a:cxn>
              <a:cxn ang="0">
                <a:pos x="connsiteX35010" y="connsiteY35010"/>
              </a:cxn>
              <a:cxn ang="0">
                <a:pos x="connsiteX35011" y="connsiteY35011"/>
              </a:cxn>
              <a:cxn ang="0">
                <a:pos x="connsiteX35012" y="connsiteY35012"/>
              </a:cxn>
              <a:cxn ang="0">
                <a:pos x="connsiteX35013" y="connsiteY35013"/>
              </a:cxn>
              <a:cxn ang="0">
                <a:pos x="connsiteX35014" y="connsiteY35014"/>
              </a:cxn>
              <a:cxn ang="0">
                <a:pos x="connsiteX35015" y="connsiteY35015"/>
              </a:cxn>
              <a:cxn ang="0">
                <a:pos x="connsiteX35016" y="connsiteY35016"/>
              </a:cxn>
              <a:cxn ang="0">
                <a:pos x="connsiteX35017" y="connsiteY35017"/>
              </a:cxn>
              <a:cxn ang="0">
                <a:pos x="connsiteX35018" y="connsiteY35018"/>
              </a:cxn>
              <a:cxn ang="0">
                <a:pos x="connsiteX35019" y="connsiteY35019"/>
              </a:cxn>
              <a:cxn ang="0">
                <a:pos x="connsiteX35020" y="connsiteY35020"/>
              </a:cxn>
              <a:cxn ang="0">
                <a:pos x="connsiteX35021" y="connsiteY35021"/>
              </a:cxn>
              <a:cxn ang="0">
                <a:pos x="connsiteX35022" y="connsiteY35022"/>
              </a:cxn>
              <a:cxn ang="0">
                <a:pos x="connsiteX35023" y="connsiteY35023"/>
              </a:cxn>
              <a:cxn ang="0">
                <a:pos x="connsiteX35024" y="connsiteY35024"/>
              </a:cxn>
              <a:cxn ang="0">
                <a:pos x="connsiteX35025" y="connsiteY35025"/>
              </a:cxn>
              <a:cxn ang="0">
                <a:pos x="connsiteX35026" y="connsiteY35026"/>
              </a:cxn>
              <a:cxn ang="0">
                <a:pos x="connsiteX35027" y="connsiteY35027"/>
              </a:cxn>
              <a:cxn ang="0">
                <a:pos x="connsiteX35028" y="connsiteY35028"/>
              </a:cxn>
              <a:cxn ang="0">
                <a:pos x="connsiteX35029" y="connsiteY35029"/>
              </a:cxn>
              <a:cxn ang="0">
                <a:pos x="connsiteX35030" y="connsiteY35030"/>
              </a:cxn>
              <a:cxn ang="0">
                <a:pos x="connsiteX35031" y="connsiteY35031"/>
              </a:cxn>
              <a:cxn ang="0">
                <a:pos x="connsiteX35032" y="connsiteY35032"/>
              </a:cxn>
              <a:cxn ang="0">
                <a:pos x="connsiteX35033" y="connsiteY35033"/>
              </a:cxn>
              <a:cxn ang="0">
                <a:pos x="connsiteX35034" y="connsiteY35034"/>
              </a:cxn>
              <a:cxn ang="0">
                <a:pos x="connsiteX35035" y="connsiteY35035"/>
              </a:cxn>
              <a:cxn ang="0">
                <a:pos x="connsiteX35036" y="connsiteY35036"/>
              </a:cxn>
              <a:cxn ang="0">
                <a:pos x="connsiteX35037" y="connsiteY35037"/>
              </a:cxn>
              <a:cxn ang="0">
                <a:pos x="connsiteX35038" y="connsiteY35038"/>
              </a:cxn>
              <a:cxn ang="0">
                <a:pos x="connsiteX35039" y="connsiteY35039"/>
              </a:cxn>
              <a:cxn ang="0">
                <a:pos x="connsiteX35040" y="connsiteY35040"/>
              </a:cxn>
              <a:cxn ang="0">
                <a:pos x="connsiteX35041" y="connsiteY35041"/>
              </a:cxn>
              <a:cxn ang="0">
                <a:pos x="connsiteX35042" y="connsiteY35042"/>
              </a:cxn>
              <a:cxn ang="0">
                <a:pos x="connsiteX35043" y="connsiteY35043"/>
              </a:cxn>
              <a:cxn ang="0">
                <a:pos x="connsiteX35044" y="connsiteY35044"/>
              </a:cxn>
              <a:cxn ang="0">
                <a:pos x="connsiteX35045" y="connsiteY35045"/>
              </a:cxn>
              <a:cxn ang="0">
                <a:pos x="connsiteX35046" y="connsiteY35046"/>
              </a:cxn>
              <a:cxn ang="0">
                <a:pos x="connsiteX35047" y="connsiteY35047"/>
              </a:cxn>
              <a:cxn ang="0">
                <a:pos x="connsiteX35048" y="connsiteY35048"/>
              </a:cxn>
              <a:cxn ang="0">
                <a:pos x="connsiteX35049" y="connsiteY35049"/>
              </a:cxn>
              <a:cxn ang="0">
                <a:pos x="connsiteX35050" y="connsiteY35050"/>
              </a:cxn>
              <a:cxn ang="0">
                <a:pos x="connsiteX35051" y="connsiteY35051"/>
              </a:cxn>
              <a:cxn ang="0">
                <a:pos x="connsiteX35052" y="connsiteY35052"/>
              </a:cxn>
              <a:cxn ang="0">
                <a:pos x="connsiteX35053" y="connsiteY35053"/>
              </a:cxn>
              <a:cxn ang="0">
                <a:pos x="connsiteX35054" y="connsiteY35054"/>
              </a:cxn>
              <a:cxn ang="0">
                <a:pos x="connsiteX35055" y="connsiteY35055"/>
              </a:cxn>
              <a:cxn ang="0">
                <a:pos x="connsiteX35056" y="connsiteY35056"/>
              </a:cxn>
              <a:cxn ang="0">
                <a:pos x="connsiteX35057" y="connsiteY35057"/>
              </a:cxn>
              <a:cxn ang="0">
                <a:pos x="connsiteX35058" y="connsiteY35058"/>
              </a:cxn>
              <a:cxn ang="0">
                <a:pos x="connsiteX35059" y="connsiteY35059"/>
              </a:cxn>
              <a:cxn ang="0">
                <a:pos x="connsiteX35060" y="connsiteY35060"/>
              </a:cxn>
              <a:cxn ang="0">
                <a:pos x="connsiteX35061" y="connsiteY35061"/>
              </a:cxn>
              <a:cxn ang="0">
                <a:pos x="connsiteX35062" y="connsiteY35062"/>
              </a:cxn>
              <a:cxn ang="0">
                <a:pos x="connsiteX35063" y="connsiteY35063"/>
              </a:cxn>
              <a:cxn ang="0">
                <a:pos x="connsiteX35064" y="connsiteY35064"/>
              </a:cxn>
              <a:cxn ang="0">
                <a:pos x="connsiteX35065" y="connsiteY35065"/>
              </a:cxn>
              <a:cxn ang="0">
                <a:pos x="connsiteX35066" y="connsiteY35066"/>
              </a:cxn>
              <a:cxn ang="0">
                <a:pos x="connsiteX35067" y="connsiteY35067"/>
              </a:cxn>
              <a:cxn ang="0">
                <a:pos x="connsiteX35068" y="connsiteY35068"/>
              </a:cxn>
              <a:cxn ang="0">
                <a:pos x="connsiteX35069" y="connsiteY35069"/>
              </a:cxn>
              <a:cxn ang="0">
                <a:pos x="connsiteX35070" y="connsiteY35070"/>
              </a:cxn>
              <a:cxn ang="0">
                <a:pos x="connsiteX35071" y="connsiteY35071"/>
              </a:cxn>
              <a:cxn ang="0">
                <a:pos x="connsiteX35072" y="connsiteY35072"/>
              </a:cxn>
              <a:cxn ang="0">
                <a:pos x="connsiteX35073" y="connsiteY35073"/>
              </a:cxn>
              <a:cxn ang="0">
                <a:pos x="connsiteX35074" y="connsiteY35074"/>
              </a:cxn>
              <a:cxn ang="0">
                <a:pos x="connsiteX35075" y="connsiteY35075"/>
              </a:cxn>
              <a:cxn ang="0">
                <a:pos x="connsiteX35076" y="connsiteY35076"/>
              </a:cxn>
              <a:cxn ang="0">
                <a:pos x="connsiteX35077" y="connsiteY35077"/>
              </a:cxn>
              <a:cxn ang="0">
                <a:pos x="connsiteX35078" y="connsiteY35078"/>
              </a:cxn>
              <a:cxn ang="0">
                <a:pos x="connsiteX35079" y="connsiteY35079"/>
              </a:cxn>
              <a:cxn ang="0">
                <a:pos x="connsiteX35080" y="connsiteY35080"/>
              </a:cxn>
              <a:cxn ang="0">
                <a:pos x="connsiteX35081" y="connsiteY35081"/>
              </a:cxn>
              <a:cxn ang="0">
                <a:pos x="connsiteX35082" y="connsiteY35082"/>
              </a:cxn>
              <a:cxn ang="0">
                <a:pos x="connsiteX35083" y="connsiteY35083"/>
              </a:cxn>
              <a:cxn ang="0">
                <a:pos x="connsiteX35084" y="connsiteY35084"/>
              </a:cxn>
              <a:cxn ang="0">
                <a:pos x="connsiteX35085" y="connsiteY35085"/>
              </a:cxn>
              <a:cxn ang="0">
                <a:pos x="connsiteX35086" y="connsiteY35086"/>
              </a:cxn>
              <a:cxn ang="0">
                <a:pos x="connsiteX35087" y="connsiteY35087"/>
              </a:cxn>
              <a:cxn ang="0">
                <a:pos x="connsiteX35088" y="connsiteY35088"/>
              </a:cxn>
              <a:cxn ang="0">
                <a:pos x="connsiteX35089" y="connsiteY35089"/>
              </a:cxn>
              <a:cxn ang="0">
                <a:pos x="connsiteX35090" y="connsiteY35090"/>
              </a:cxn>
              <a:cxn ang="0">
                <a:pos x="connsiteX35091" y="connsiteY35091"/>
              </a:cxn>
              <a:cxn ang="0">
                <a:pos x="connsiteX35092" y="connsiteY35092"/>
              </a:cxn>
              <a:cxn ang="0">
                <a:pos x="connsiteX35093" y="connsiteY35093"/>
              </a:cxn>
              <a:cxn ang="0">
                <a:pos x="connsiteX35094" y="connsiteY35094"/>
              </a:cxn>
              <a:cxn ang="0">
                <a:pos x="connsiteX35095" y="connsiteY35095"/>
              </a:cxn>
              <a:cxn ang="0">
                <a:pos x="connsiteX35096" y="connsiteY35096"/>
              </a:cxn>
              <a:cxn ang="0">
                <a:pos x="connsiteX35097" y="connsiteY35097"/>
              </a:cxn>
              <a:cxn ang="0">
                <a:pos x="connsiteX35098" y="connsiteY35098"/>
              </a:cxn>
              <a:cxn ang="0">
                <a:pos x="connsiteX35099" y="connsiteY35099"/>
              </a:cxn>
              <a:cxn ang="0">
                <a:pos x="connsiteX35100" y="connsiteY35100"/>
              </a:cxn>
              <a:cxn ang="0">
                <a:pos x="connsiteX35101" y="connsiteY35101"/>
              </a:cxn>
              <a:cxn ang="0">
                <a:pos x="connsiteX35102" y="connsiteY35102"/>
              </a:cxn>
              <a:cxn ang="0">
                <a:pos x="connsiteX35103" y="connsiteY35103"/>
              </a:cxn>
              <a:cxn ang="0">
                <a:pos x="connsiteX35104" y="connsiteY35104"/>
              </a:cxn>
              <a:cxn ang="0">
                <a:pos x="connsiteX35105" y="connsiteY35105"/>
              </a:cxn>
              <a:cxn ang="0">
                <a:pos x="connsiteX35106" y="connsiteY35106"/>
              </a:cxn>
              <a:cxn ang="0">
                <a:pos x="connsiteX35107" y="connsiteY35107"/>
              </a:cxn>
              <a:cxn ang="0">
                <a:pos x="connsiteX35108" y="connsiteY35108"/>
              </a:cxn>
              <a:cxn ang="0">
                <a:pos x="connsiteX35109" y="connsiteY35109"/>
              </a:cxn>
              <a:cxn ang="0">
                <a:pos x="connsiteX35110" y="connsiteY35110"/>
              </a:cxn>
              <a:cxn ang="0">
                <a:pos x="connsiteX35111" y="connsiteY35111"/>
              </a:cxn>
              <a:cxn ang="0">
                <a:pos x="connsiteX35112" y="connsiteY35112"/>
              </a:cxn>
              <a:cxn ang="0">
                <a:pos x="connsiteX35113" y="connsiteY35113"/>
              </a:cxn>
              <a:cxn ang="0">
                <a:pos x="connsiteX35114" y="connsiteY35114"/>
              </a:cxn>
              <a:cxn ang="0">
                <a:pos x="connsiteX35115" y="connsiteY35115"/>
              </a:cxn>
              <a:cxn ang="0">
                <a:pos x="connsiteX35116" y="connsiteY35116"/>
              </a:cxn>
              <a:cxn ang="0">
                <a:pos x="connsiteX35117" y="connsiteY35117"/>
              </a:cxn>
              <a:cxn ang="0">
                <a:pos x="connsiteX35118" y="connsiteY35118"/>
              </a:cxn>
              <a:cxn ang="0">
                <a:pos x="connsiteX35119" y="connsiteY35119"/>
              </a:cxn>
              <a:cxn ang="0">
                <a:pos x="connsiteX35120" y="connsiteY35120"/>
              </a:cxn>
              <a:cxn ang="0">
                <a:pos x="connsiteX35121" y="connsiteY35121"/>
              </a:cxn>
              <a:cxn ang="0">
                <a:pos x="connsiteX35122" y="connsiteY35122"/>
              </a:cxn>
              <a:cxn ang="0">
                <a:pos x="connsiteX35123" y="connsiteY35123"/>
              </a:cxn>
              <a:cxn ang="0">
                <a:pos x="connsiteX35124" y="connsiteY35124"/>
              </a:cxn>
              <a:cxn ang="0">
                <a:pos x="connsiteX35125" y="connsiteY35125"/>
              </a:cxn>
              <a:cxn ang="0">
                <a:pos x="connsiteX35126" y="connsiteY35126"/>
              </a:cxn>
              <a:cxn ang="0">
                <a:pos x="connsiteX35127" y="connsiteY35127"/>
              </a:cxn>
              <a:cxn ang="0">
                <a:pos x="connsiteX35128" y="connsiteY35128"/>
              </a:cxn>
              <a:cxn ang="0">
                <a:pos x="connsiteX35129" y="connsiteY35129"/>
              </a:cxn>
              <a:cxn ang="0">
                <a:pos x="connsiteX35130" y="connsiteY35130"/>
              </a:cxn>
              <a:cxn ang="0">
                <a:pos x="connsiteX35131" y="connsiteY35131"/>
              </a:cxn>
              <a:cxn ang="0">
                <a:pos x="connsiteX35132" y="connsiteY35132"/>
              </a:cxn>
              <a:cxn ang="0">
                <a:pos x="connsiteX35133" y="connsiteY35133"/>
              </a:cxn>
              <a:cxn ang="0">
                <a:pos x="connsiteX35134" y="connsiteY35134"/>
              </a:cxn>
              <a:cxn ang="0">
                <a:pos x="connsiteX35135" y="connsiteY35135"/>
              </a:cxn>
              <a:cxn ang="0">
                <a:pos x="connsiteX35136" y="connsiteY35136"/>
              </a:cxn>
              <a:cxn ang="0">
                <a:pos x="connsiteX35137" y="connsiteY35137"/>
              </a:cxn>
              <a:cxn ang="0">
                <a:pos x="connsiteX35138" y="connsiteY35138"/>
              </a:cxn>
              <a:cxn ang="0">
                <a:pos x="connsiteX35139" y="connsiteY35139"/>
              </a:cxn>
              <a:cxn ang="0">
                <a:pos x="connsiteX35140" y="connsiteY35140"/>
              </a:cxn>
              <a:cxn ang="0">
                <a:pos x="connsiteX35141" y="connsiteY35141"/>
              </a:cxn>
              <a:cxn ang="0">
                <a:pos x="connsiteX35142" y="connsiteY35142"/>
              </a:cxn>
              <a:cxn ang="0">
                <a:pos x="connsiteX35143" y="connsiteY35143"/>
              </a:cxn>
              <a:cxn ang="0">
                <a:pos x="connsiteX35144" y="connsiteY35144"/>
              </a:cxn>
              <a:cxn ang="0">
                <a:pos x="connsiteX35145" y="connsiteY35145"/>
              </a:cxn>
              <a:cxn ang="0">
                <a:pos x="connsiteX35146" y="connsiteY35146"/>
              </a:cxn>
              <a:cxn ang="0">
                <a:pos x="connsiteX35147" y="connsiteY35147"/>
              </a:cxn>
              <a:cxn ang="0">
                <a:pos x="connsiteX35148" y="connsiteY35148"/>
              </a:cxn>
              <a:cxn ang="0">
                <a:pos x="connsiteX35149" y="connsiteY35149"/>
              </a:cxn>
              <a:cxn ang="0">
                <a:pos x="connsiteX35150" y="connsiteY35150"/>
              </a:cxn>
              <a:cxn ang="0">
                <a:pos x="connsiteX35151" y="connsiteY35151"/>
              </a:cxn>
              <a:cxn ang="0">
                <a:pos x="connsiteX35152" y="connsiteY35152"/>
              </a:cxn>
              <a:cxn ang="0">
                <a:pos x="connsiteX35153" y="connsiteY35153"/>
              </a:cxn>
              <a:cxn ang="0">
                <a:pos x="connsiteX35154" y="connsiteY35154"/>
              </a:cxn>
              <a:cxn ang="0">
                <a:pos x="connsiteX35155" y="connsiteY35155"/>
              </a:cxn>
              <a:cxn ang="0">
                <a:pos x="connsiteX35156" y="connsiteY35156"/>
              </a:cxn>
              <a:cxn ang="0">
                <a:pos x="connsiteX35157" y="connsiteY35157"/>
              </a:cxn>
              <a:cxn ang="0">
                <a:pos x="connsiteX35158" y="connsiteY35158"/>
              </a:cxn>
              <a:cxn ang="0">
                <a:pos x="connsiteX35159" y="connsiteY35159"/>
              </a:cxn>
              <a:cxn ang="0">
                <a:pos x="connsiteX35160" y="connsiteY35160"/>
              </a:cxn>
              <a:cxn ang="0">
                <a:pos x="connsiteX35161" y="connsiteY35161"/>
              </a:cxn>
              <a:cxn ang="0">
                <a:pos x="connsiteX35162" y="connsiteY35162"/>
              </a:cxn>
              <a:cxn ang="0">
                <a:pos x="connsiteX35163" y="connsiteY35163"/>
              </a:cxn>
              <a:cxn ang="0">
                <a:pos x="connsiteX35164" y="connsiteY35164"/>
              </a:cxn>
              <a:cxn ang="0">
                <a:pos x="connsiteX35165" y="connsiteY35165"/>
              </a:cxn>
              <a:cxn ang="0">
                <a:pos x="connsiteX35166" y="connsiteY35166"/>
              </a:cxn>
              <a:cxn ang="0">
                <a:pos x="connsiteX35167" y="connsiteY35167"/>
              </a:cxn>
              <a:cxn ang="0">
                <a:pos x="connsiteX35168" y="connsiteY35168"/>
              </a:cxn>
              <a:cxn ang="0">
                <a:pos x="connsiteX35169" y="connsiteY35169"/>
              </a:cxn>
              <a:cxn ang="0">
                <a:pos x="connsiteX35170" y="connsiteY35170"/>
              </a:cxn>
              <a:cxn ang="0">
                <a:pos x="connsiteX35171" y="connsiteY35171"/>
              </a:cxn>
              <a:cxn ang="0">
                <a:pos x="connsiteX35172" y="connsiteY35172"/>
              </a:cxn>
              <a:cxn ang="0">
                <a:pos x="connsiteX35173" y="connsiteY35173"/>
              </a:cxn>
              <a:cxn ang="0">
                <a:pos x="connsiteX35174" y="connsiteY35174"/>
              </a:cxn>
              <a:cxn ang="0">
                <a:pos x="connsiteX35175" y="connsiteY35175"/>
              </a:cxn>
              <a:cxn ang="0">
                <a:pos x="connsiteX35176" y="connsiteY35176"/>
              </a:cxn>
              <a:cxn ang="0">
                <a:pos x="connsiteX35177" y="connsiteY35177"/>
              </a:cxn>
              <a:cxn ang="0">
                <a:pos x="connsiteX35178" y="connsiteY35178"/>
              </a:cxn>
              <a:cxn ang="0">
                <a:pos x="connsiteX35179" y="connsiteY35179"/>
              </a:cxn>
              <a:cxn ang="0">
                <a:pos x="connsiteX35180" y="connsiteY35180"/>
              </a:cxn>
              <a:cxn ang="0">
                <a:pos x="connsiteX35181" y="connsiteY35181"/>
              </a:cxn>
              <a:cxn ang="0">
                <a:pos x="connsiteX35182" y="connsiteY35182"/>
              </a:cxn>
              <a:cxn ang="0">
                <a:pos x="connsiteX35183" y="connsiteY35183"/>
              </a:cxn>
              <a:cxn ang="0">
                <a:pos x="connsiteX35184" y="connsiteY35184"/>
              </a:cxn>
              <a:cxn ang="0">
                <a:pos x="connsiteX35185" y="connsiteY35185"/>
              </a:cxn>
              <a:cxn ang="0">
                <a:pos x="connsiteX35186" y="connsiteY35186"/>
              </a:cxn>
              <a:cxn ang="0">
                <a:pos x="connsiteX35187" y="connsiteY35187"/>
              </a:cxn>
              <a:cxn ang="0">
                <a:pos x="connsiteX35188" y="connsiteY35188"/>
              </a:cxn>
              <a:cxn ang="0">
                <a:pos x="connsiteX35189" y="connsiteY35189"/>
              </a:cxn>
              <a:cxn ang="0">
                <a:pos x="connsiteX35190" y="connsiteY35190"/>
              </a:cxn>
              <a:cxn ang="0">
                <a:pos x="connsiteX35191" y="connsiteY35191"/>
              </a:cxn>
              <a:cxn ang="0">
                <a:pos x="connsiteX35192" y="connsiteY35192"/>
              </a:cxn>
              <a:cxn ang="0">
                <a:pos x="connsiteX35193" y="connsiteY35193"/>
              </a:cxn>
              <a:cxn ang="0">
                <a:pos x="connsiteX35194" y="connsiteY35194"/>
              </a:cxn>
              <a:cxn ang="0">
                <a:pos x="connsiteX35195" y="connsiteY35195"/>
              </a:cxn>
              <a:cxn ang="0">
                <a:pos x="connsiteX35196" y="connsiteY35196"/>
              </a:cxn>
              <a:cxn ang="0">
                <a:pos x="connsiteX35197" y="connsiteY35197"/>
              </a:cxn>
              <a:cxn ang="0">
                <a:pos x="connsiteX35198" y="connsiteY35198"/>
              </a:cxn>
              <a:cxn ang="0">
                <a:pos x="connsiteX35199" y="connsiteY35199"/>
              </a:cxn>
              <a:cxn ang="0">
                <a:pos x="connsiteX35200" y="connsiteY35200"/>
              </a:cxn>
              <a:cxn ang="0">
                <a:pos x="connsiteX35201" y="connsiteY35201"/>
              </a:cxn>
              <a:cxn ang="0">
                <a:pos x="connsiteX35202" y="connsiteY35202"/>
              </a:cxn>
              <a:cxn ang="0">
                <a:pos x="connsiteX35203" y="connsiteY35203"/>
              </a:cxn>
              <a:cxn ang="0">
                <a:pos x="connsiteX35204" y="connsiteY35204"/>
              </a:cxn>
              <a:cxn ang="0">
                <a:pos x="connsiteX35205" y="connsiteY35205"/>
              </a:cxn>
              <a:cxn ang="0">
                <a:pos x="connsiteX35206" y="connsiteY35206"/>
              </a:cxn>
              <a:cxn ang="0">
                <a:pos x="connsiteX35207" y="connsiteY35207"/>
              </a:cxn>
              <a:cxn ang="0">
                <a:pos x="connsiteX35208" y="connsiteY35208"/>
              </a:cxn>
              <a:cxn ang="0">
                <a:pos x="connsiteX35209" y="connsiteY35209"/>
              </a:cxn>
              <a:cxn ang="0">
                <a:pos x="connsiteX35210" y="connsiteY35210"/>
              </a:cxn>
              <a:cxn ang="0">
                <a:pos x="connsiteX35211" y="connsiteY35211"/>
              </a:cxn>
              <a:cxn ang="0">
                <a:pos x="connsiteX35212" y="connsiteY35212"/>
              </a:cxn>
              <a:cxn ang="0">
                <a:pos x="connsiteX35213" y="connsiteY35213"/>
              </a:cxn>
              <a:cxn ang="0">
                <a:pos x="connsiteX35214" y="connsiteY35214"/>
              </a:cxn>
              <a:cxn ang="0">
                <a:pos x="connsiteX35215" y="connsiteY35215"/>
              </a:cxn>
              <a:cxn ang="0">
                <a:pos x="connsiteX35216" y="connsiteY35216"/>
              </a:cxn>
              <a:cxn ang="0">
                <a:pos x="connsiteX35217" y="connsiteY35217"/>
              </a:cxn>
              <a:cxn ang="0">
                <a:pos x="connsiteX35218" y="connsiteY35218"/>
              </a:cxn>
              <a:cxn ang="0">
                <a:pos x="connsiteX35219" y="connsiteY35219"/>
              </a:cxn>
              <a:cxn ang="0">
                <a:pos x="connsiteX35220" y="connsiteY35220"/>
              </a:cxn>
              <a:cxn ang="0">
                <a:pos x="connsiteX35221" y="connsiteY35221"/>
              </a:cxn>
              <a:cxn ang="0">
                <a:pos x="connsiteX35222" y="connsiteY35222"/>
              </a:cxn>
              <a:cxn ang="0">
                <a:pos x="connsiteX35223" y="connsiteY35223"/>
              </a:cxn>
              <a:cxn ang="0">
                <a:pos x="connsiteX35224" y="connsiteY35224"/>
              </a:cxn>
              <a:cxn ang="0">
                <a:pos x="connsiteX35225" y="connsiteY35225"/>
              </a:cxn>
              <a:cxn ang="0">
                <a:pos x="connsiteX35226" y="connsiteY35226"/>
              </a:cxn>
              <a:cxn ang="0">
                <a:pos x="connsiteX35227" y="connsiteY35227"/>
              </a:cxn>
              <a:cxn ang="0">
                <a:pos x="connsiteX35228" y="connsiteY35228"/>
              </a:cxn>
              <a:cxn ang="0">
                <a:pos x="connsiteX35229" y="connsiteY35229"/>
              </a:cxn>
              <a:cxn ang="0">
                <a:pos x="connsiteX35230" y="connsiteY35230"/>
              </a:cxn>
              <a:cxn ang="0">
                <a:pos x="connsiteX35231" y="connsiteY35231"/>
              </a:cxn>
              <a:cxn ang="0">
                <a:pos x="connsiteX35232" y="connsiteY35232"/>
              </a:cxn>
              <a:cxn ang="0">
                <a:pos x="connsiteX35233" y="connsiteY35233"/>
              </a:cxn>
              <a:cxn ang="0">
                <a:pos x="connsiteX35234" y="connsiteY35234"/>
              </a:cxn>
              <a:cxn ang="0">
                <a:pos x="connsiteX35235" y="connsiteY35235"/>
              </a:cxn>
              <a:cxn ang="0">
                <a:pos x="connsiteX35236" y="connsiteY35236"/>
              </a:cxn>
              <a:cxn ang="0">
                <a:pos x="connsiteX35237" y="connsiteY35237"/>
              </a:cxn>
              <a:cxn ang="0">
                <a:pos x="connsiteX35238" y="connsiteY35238"/>
              </a:cxn>
              <a:cxn ang="0">
                <a:pos x="connsiteX35239" y="connsiteY35239"/>
              </a:cxn>
              <a:cxn ang="0">
                <a:pos x="connsiteX35240" y="connsiteY35240"/>
              </a:cxn>
              <a:cxn ang="0">
                <a:pos x="connsiteX35241" y="connsiteY35241"/>
              </a:cxn>
              <a:cxn ang="0">
                <a:pos x="connsiteX35242" y="connsiteY35242"/>
              </a:cxn>
              <a:cxn ang="0">
                <a:pos x="connsiteX35243" y="connsiteY35243"/>
              </a:cxn>
              <a:cxn ang="0">
                <a:pos x="connsiteX35244" y="connsiteY35244"/>
              </a:cxn>
              <a:cxn ang="0">
                <a:pos x="connsiteX35245" y="connsiteY35245"/>
              </a:cxn>
              <a:cxn ang="0">
                <a:pos x="connsiteX35246" y="connsiteY35246"/>
              </a:cxn>
              <a:cxn ang="0">
                <a:pos x="connsiteX35247" y="connsiteY35247"/>
              </a:cxn>
              <a:cxn ang="0">
                <a:pos x="connsiteX35248" y="connsiteY35248"/>
              </a:cxn>
              <a:cxn ang="0">
                <a:pos x="connsiteX35249" y="connsiteY35249"/>
              </a:cxn>
              <a:cxn ang="0">
                <a:pos x="connsiteX35250" y="connsiteY35250"/>
              </a:cxn>
              <a:cxn ang="0">
                <a:pos x="connsiteX35251" y="connsiteY35251"/>
              </a:cxn>
              <a:cxn ang="0">
                <a:pos x="connsiteX35252" y="connsiteY35252"/>
              </a:cxn>
              <a:cxn ang="0">
                <a:pos x="connsiteX35253" y="connsiteY35253"/>
              </a:cxn>
              <a:cxn ang="0">
                <a:pos x="connsiteX35254" y="connsiteY35254"/>
              </a:cxn>
              <a:cxn ang="0">
                <a:pos x="connsiteX35255" y="connsiteY35255"/>
              </a:cxn>
              <a:cxn ang="0">
                <a:pos x="connsiteX35256" y="connsiteY35256"/>
              </a:cxn>
              <a:cxn ang="0">
                <a:pos x="connsiteX35257" y="connsiteY35257"/>
              </a:cxn>
              <a:cxn ang="0">
                <a:pos x="connsiteX35258" y="connsiteY35258"/>
              </a:cxn>
              <a:cxn ang="0">
                <a:pos x="connsiteX35259" y="connsiteY35259"/>
              </a:cxn>
              <a:cxn ang="0">
                <a:pos x="connsiteX35260" y="connsiteY35260"/>
              </a:cxn>
              <a:cxn ang="0">
                <a:pos x="connsiteX35261" y="connsiteY35261"/>
              </a:cxn>
              <a:cxn ang="0">
                <a:pos x="connsiteX35262" y="connsiteY35262"/>
              </a:cxn>
              <a:cxn ang="0">
                <a:pos x="connsiteX35263" y="connsiteY35263"/>
              </a:cxn>
              <a:cxn ang="0">
                <a:pos x="connsiteX35264" y="connsiteY35264"/>
              </a:cxn>
              <a:cxn ang="0">
                <a:pos x="connsiteX35265" y="connsiteY35265"/>
              </a:cxn>
              <a:cxn ang="0">
                <a:pos x="connsiteX35266" y="connsiteY35266"/>
              </a:cxn>
              <a:cxn ang="0">
                <a:pos x="connsiteX35267" y="connsiteY35267"/>
              </a:cxn>
              <a:cxn ang="0">
                <a:pos x="connsiteX35268" y="connsiteY35268"/>
              </a:cxn>
              <a:cxn ang="0">
                <a:pos x="connsiteX35269" y="connsiteY35269"/>
              </a:cxn>
              <a:cxn ang="0">
                <a:pos x="connsiteX35270" y="connsiteY35270"/>
              </a:cxn>
              <a:cxn ang="0">
                <a:pos x="connsiteX35271" y="connsiteY35271"/>
              </a:cxn>
              <a:cxn ang="0">
                <a:pos x="connsiteX35272" y="connsiteY35272"/>
              </a:cxn>
              <a:cxn ang="0">
                <a:pos x="connsiteX35273" y="connsiteY35273"/>
              </a:cxn>
              <a:cxn ang="0">
                <a:pos x="connsiteX35274" y="connsiteY35274"/>
              </a:cxn>
              <a:cxn ang="0">
                <a:pos x="connsiteX35275" y="connsiteY35275"/>
              </a:cxn>
              <a:cxn ang="0">
                <a:pos x="connsiteX35276" y="connsiteY35276"/>
              </a:cxn>
              <a:cxn ang="0">
                <a:pos x="connsiteX35277" y="connsiteY35277"/>
              </a:cxn>
              <a:cxn ang="0">
                <a:pos x="connsiteX35278" y="connsiteY35278"/>
              </a:cxn>
              <a:cxn ang="0">
                <a:pos x="connsiteX35279" y="connsiteY35279"/>
              </a:cxn>
              <a:cxn ang="0">
                <a:pos x="connsiteX35280" y="connsiteY35280"/>
              </a:cxn>
              <a:cxn ang="0">
                <a:pos x="connsiteX35281" y="connsiteY35281"/>
              </a:cxn>
              <a:cxn ang="0">
                <a:pos x="connsiteX35282" y="connsiteY35282"/>
              </a:cxn>
              <a:cxn ang="0">
                <a:pos x="connsiteX35283" y="connsiteY35283"/>
              </a:cxn>
              <a:cxn ang="0">
                <a:pos x="connsiteX35284" y="connsiteY35284"/>
              </a:cxn>
              <a:cxn ang="0">
                <a:pos x="connsiteX35285" y="connsiteY35285"/>
              </a:cxn>
              <a:cxn ang="0">
                <a:pos x="connsiteX35286" y="connsiteY35286"/>
              </a:cxn>
              <a:cxn ang="0">
                <a:pos x="connsiteX35287" y="connsiteY35287"/>
              </a:cxn>
              <a:cxn ang="0">
                <a:pos x="connsiteX35288" y="connsiteY35288"/>
              </a:cxn>
              <a:cxn ang="0">
                <a:pos x="connsiteX35289" y="connsiteY35289"/>
              </a:cxn>
              <a:cxn ang="0">
                <a:pos x="connsiteX35290" y="connsiteY35290"/>
              </a:cxn>
              <a:cxn ang="0">
                <a:pos x="connsiteX35291" y="connsiteY35291"/>
              </a:cxn>
              <a:cxn ang="0">
                <a:pos x="connsiteX35292" y="connsiteY35292"/>
              </a:cxn>
              <a:cxn ang="0">
                <a:pos x="connsiteX35293" y="connsiteY35293"/>
              </a:cxn>
              <a:cxn ang="0">
                <a:pos x="connsiteX35294" y="connsiteY35294"/>
              </a:cxn>
              <a:cxn ang="0">
                <a:pos x="connsiteX35295" y="connsiteY35295"/>
              </a:cxn>
              <a:cxn ang="0">
                <a:pos x="connsiteX35296" y="connsiteY35296"/>
              </a:cxn>
              <a:cxn ang="0">
                <a:pos x="connsiteX35297" y="connsiteY35297"/>
              </a:cxn>
              <a:cxn ang="0">
                <a:pos x="connsiteX35298" y="connsiteY35298"/>
              </a:cxn>
              <a:cxn ang="0">
                <a:pos x="connsiteX35299" y="connsiteY35299"/>
              </a:cxn>
              <a:cxn ang="0">
                <a:pos x="connsiteX35300" y="connsiteY35300"/>
              </a:cxn>
              <a:cxn ang="0">
                <a:pos x="connsiteX35301" y="connsiteY35301"/>
              </a:cxn>
              <a:cxn ang="0">
                <a:pos x="connsiteX35302" y="connsiteY35302"/>
              </a:cxn>
              <a:cxn ang="0">
                <a:pos x="connsiteX35303" y="connsiteY35303"/>
              </a:cxn>
              <a:cxn ang="0">
                <a:pos x="connsiteX35304" y="connsiteY35304"/>
              </a:cxn>
              <a:cxn ang="0">
                <a:pos x="connsiteX35305" y="connsiteY35305"/>
              </a:cxn>
              <a:cxn ang="0">
                <a:pos x="connsiteX35306" y="connsiteY35306"/>
              </a:cxn>
              <a:cxn ang="0">
                <a:pos x="connsiteX35307" y="connsiteY35307"/>
              </a:cxn>
              <a:cxn ang="0">
                <a:pos x="connsiteX35308" y="connsiteY35308"/>
              </a:cxn>
              <a:cxn ang="0">
                <a:pos x="connsiteX35309" y="connsiteY35309"/>
              </a:cxn>
              <a:cxn ang="0">
                <a:pos x="connsiteX35310" y="connsiteY35310"/>
              </a:cxn>
              <a:cxn ang="0">
                <a:pos x="connsiteX35311" y="connsiteY35311"/>
              </a:cxn>
              <a:cxn ang="0">
                <a:pos x="connsiteX35312" y="connsiteY35312"/>
              </a:cxn>
              <a:cxn ang="0">
                <a:pos x="connsiteX35313" y="connsiteY35313"/>
              </a:cxn>
              <a:cxn ang="0">
                <a:pos x="connsiteX35314" y="connsiteY35314"/>
              </a:cxn>
              <a:cxn ang="0">
                <a:pos x="connsiteX35315" y="connsiteY35315"/>
              </a:cxn>
              <a:cxn ang="0">
                <a:pos x="connsiteX35316" y="connsiteY35316"/>
              </a:cxn>
              <a:cxn ang="0">
                <a:pos x="connsiteX35317" y="connsiteY35317"/>
              </a:cxn>
              <a:cxn ang="0">
                <a:pos x="connsiteX35318" y="connsiteY35318"/>
              </a:cxn>
              <a:cxn ang="0">
                <a:pos x="connsiteX35319" y="connsiteY35319"/>
              </a:cxn>
              <a:cxn ang="0">
                <a:pos x="connsiteX35320" y="connsiteY35320"/>
              </a:cxn>
              <a:cxn ang="0">
                <a:pos x="connsiteX35321" y="connsiteY35321"/>
              </a:cxn>
              <a:cxn ang="0">
                <a:pos x="connsiteX35322" y="connsiteY35322"/>
              </a:cxn>
              <a:cxn ang="0">
                <a:pos x="connsiteX35323" y="connsiteY35323"/>
              </a:cxn>
              <a:cxn ang="0">
                <a:pos x="connsiteX35324" y="connsiteY35324"/>
              </a:cxn>
              <a:cxn ang="0">
                <a:pos x="connsiteX35325" y="connsiteY35325"/>
              </a:cxn>
              <a:cxn ang="0">
                <a:pos x="connsiteX35326" y="connsiteY35326"/>
              </a:cxn>
              <a:cxn ang="0">
                <a:pos x="connsiteX35327" y="connsiteY35327"/>
              </a:cxn>
              <a:cxn ang="0">
                <a:pos x="connsiteX35328" y="connsiteY35328"/>
              </a:cxn>
              <a:cxn ang="0">
                <a:pos x="connsiteX35329" y="connsiteY35329"/>
              </a:cxn>
              <a:cxn ang="0">
                <a:pos x="connsiteX35330" y="connsiteY35330"/>
              </a:cxn>
              <a:cxn ang="0">
                <a:pos x="connsiteX35331" y="connsiteY35331"/>
              </a:cxn>
              <a:cxn ang="0">
                <a:pos x="connsiteX35332" y="connsiteY35332"/>
              </a:cxn>
              <a:cxn ang="0">
                <a:pos x="connsiteX35333" y="connsiteY35333"/>
              </a:cxn>
              <a:cxn ang="0">
                <a:pos x="connsiteX35334" y="connsiteY35334"/>
              </a:cxn>
              <a:cxn ang="0">
                <a:pos x="connsiteX35335" y="connsiteY35335"/>
              </a:cxn>
              <a:cxn ang="0">
                <a:pos x="connsiteX35336" y="connsiteY35336"/>
              </a:cxn>
              <a:cxn ang="0">
                <a:pos x="connsiteX35337" y="connsiteY35337"/>
              </a:cxn>
              <a:cxn ang="0">
                <a:pos x="connsiteX35338" y="connsiteY35338"/>
              </a:cxn>
              <a:cxn ang="0">
                <a:pos x="connsiteX35339" y="connsiteY35339"/>
              </a:cxn>
              <a:cxn ang="0">
                <a:pos x="connsiteX35340" y="connsiteY35340"/>
              </a:cxn>
              <a:cxn ang="0">
                <a:pos x="connsiteX35341" y="connsiteY35341"/>
              </a:cxn>
              <a:cxn ang="0">
                <a:pos x="connsiteX35342" y="connsiteY35342"/>
              </a:cxn>
              <a:cxn ang="0">
                <a:pos x="connsiteX35343" y="connsiteY35343"/>
              </a:cxn>
              <a:cxn ang="0">
                <a:pos x="connsiteX35344" y="connsiteY35344"/>
              </a:cxn>
              <a:cxn ang="0">
                <a:pos x="connsiteX35345" y="connsiteY35345"/>
              </a:cxn>
              <a:cxn ang="0">
                <a:pos x="connsiteX35346" y="connsiteY35346"/>
              </a:cxn>
              <a:cxn ang="0">
                <a:pos x="connsiteX35347" y="connsiteY35347"/>
              </a:cxn>
              <a:cxn ang="0">
                <a:pos x="connsiteX35348" y="connsiteY35348"/>
              </a:cxn>
              <a:cxn ang="0">
                <a:pos x="connsiteX35349" y="connsiteY35349"/>
              </a:cxn>
              <a:cxn ang="0">
                <a:pos x="connsiteX35350" y="connsiteY35350"/>
              </a:cxn>
              <a:cxn ang="0">
                <a:pos x="connsiteX35351" y="connsiteY35351"/>
              </a:cxn>
              <a:cxn ang="0">
                <a:pos x="connsiteX35352" y="connsiteY35352"/>
              </a:cxn>
              <a:cxn ang="0">
                <a:pos x="connsiteX35353" y="connsiteY35353"/>
              </a:cxn>
              <a:cxn ang="0">
                <a:pos x="connsiteX35354" y="connsiteY35354"/>
              </a:cxn>
              <a:cxn ang="0">
                <a:pos x="connsiteX35355" y="connsiteY35355"/>
              </a:cxn>
              <a:cxn ang="0">
                <a:pos x="connsiteX35356" y="connsiteY35356"/>
              </a:cxn>
              <a:cxn ang="0">
                <a:pos x="connsiteX35357" y="connsiteY35357"/>
              </a:cxn>
              <a:cxn ang="0">
                <a:pos x="connsiteX35358" y="connsiteY35358"/>
              </a:cxn>
              <a:cxn ang="0">
                <a:pos x="connsiteX35359" y="connsiteY35359"/>
              </a:cxn>
              <a:cxn ang="0">
                <a:pos x="connsiteX35360" y="connsiteY35360"/>
              </a:cxn>
              <a:cxn ang="0">
                <a:pos x="connsiteX35361" y="connsiteY35361"/>
              </a:cxn>
              <a:cxn ang="0">
                <a:pos x="connsiteX35362" y="connsiteY35362"/>
              </a:cxn>
              <a:cxn ang="0">
                <a:pos x="connsiteX35363" y="connsiteY35363"/>
              </a:cxn>
              <a:cxn ang="0">
                <a:pos x="connsiteX35364" y="connsiteY35364"/>
              </a:cxn>
              <a:cxn ang="0">
                <a:pos x="connsiteX35365" y="connsiteY35365"/>
              </a:cxn>
              <a:cxn ang="0">
                <a:pos x="connsiteX35366" y="connsiteY35366"/>
              </a:cxn>
              <a:cxn ang="0">
                <a:pos x="connsiteX35367" y="connsiteY35367"/>
              </a:cxn>
              <a:cxn ang="0">
                <a:pos x="connsiteX35368" y="connsiteY35368"/>
              </a:cxn>
              <a:cxn ang="0">
                <a:pos x="connsiteX35369" y="connsiteY35369"/>
              </a:cxn>
              <a:cxn ang="0">
                <a:pos x="connsiteX35370" y="connsiteY35370"/>
              </a:cxn>
              <a:cxn ang="0">
                <a:pos x="connsiteX35371" y="connsiteY35371"/>
              </a:cxn>
              <a:cxn ang="0">
                <a:pos x="connsiteX35372" y="connsiteY35372"/>
              </a:cxn>
              <a:cxn ang="0">
                <a:pos x="connsiteX35373" y="connsiteY35373"/>
              </a:cxn>
              <a:cxn ang="0">
                <a:pos x="connsiteX35374" y="connsiteY35374"/>
              </a:cxn>
              <a:cxn ang="0">
                <a:pos x="connsiteX35375" y="connsiteY35375"/>
              </a:cxn>
              <a:cxn ang="0">
                <a:pos x="connsiteX35376" y="connsiteY35376"/>
              </a:cxn>
              <a:cxn ang="0">
                <a:pos x="connsiteX35377" y="connsiteY35377"/>
              </a:cxn>
              <a:cxn ang="0">
                <a:pos x="connsiteX35378" y="connsiteY35378"/>
              </a:cxn>
              <a:cxn ang="0">
                <a:pos x="connsiteX35379" y="connsiteY35379"/>
              </a:cxn>
              <a:cxn ang="0">
                <a:pos x="connsiteX35380" y="connsiteY35380"/>
              </a:cxn>
              <a:cxn ang="0">
                <a:pos x="connsiteX35381" y="connsiteY35381"/>
              </a:cxn>
              <a:cxn ang="0">
                <a:pos x="connsiteX35382" y="connsiteY35382"/>
              </a:cxn>
              <a:cxn ang="0">
                <a:pos x="connsiteX35383" y="connsiteY35383"/>
              </a:cxn>
              <a:cxn ang="0">
                <a:pos x="connsiteX35384" y="connsiteY35384"/>
              </a:cxn>
              <a:cxn ang="0">
                <a:pos x="connsiteX35385" y="connsiteY35385"/>
              </a:cxn>
              <a:cxn ang="0">
                <a:pos x="connsiteX35386" y="connsiteY35386"/>
              </a:cxn>
              <a:cxn ang="0">
                <a:pos x="connsiteX35387" y="connsiteY35387"/>
              </a:cxn>
              <a:cxn ang="0">
                <a:pos x="connsiteX35388" y="connsiteY35388"/>
              </a:cxn>
              <a:cxn ang="0">
                <a:pos x="connsiteX35389" y="connsiteY35389"/>
              </a:cxn>
              <a:cxn ang="0">
                <a:pos x="connsiteX35390" y="connsiteY35390"/>
              </a:cxn>
              <a:cxn ang="0">
                <a:pos x="connsiteX35391" y="connsiteY35391"/>
              </a:cxn>
              <a:cxn ang="0">
                <a:pos x="connsiteX35392" y="connsiteY35392"/>
              </a:cxn>
              <a:cxn ang="0">
                <a:pos x="connsiteX35393" y="connsiteY35393"/>
              </a:cxn>
              <a:cxn ang="0">
                <a:pos x="connsiteX35394" y="connsiteY35394"/>
              </a:cxn>
              <a:cxn ang="0">
                <a:pos x="connsiteX35395" y="connsiteY35395"/>
              </a:cxn>
              <a:cxn ang="0">
                <a:pos x="connsiteX35396" y="connsiteY35396"/>
              </a:cxn>
              <a:cxn ang="0">
                <a:pos x="connsiteX35397" y="connsiteY35397"/>
              </a:cxn>
              <a:cxn ang="0">
                <a:pos x="connsiteX35398" y="connsiteY35398"/>
              </a:cxn>
              <a:cxn ang="0">
                <a:pos x="connsiteX35399" y="connsiteY35399"/>
              </a:cxn>
              <a:cxn ang="0">
                <a:pos x="connsiteX35400" y="connsiteY35400"/>
              </a:cxn>
              <a:cxn ang="0">
                <a:pos x="connsiteX35401" y="connsiteY35401"/>
              </a:cxn>
              <a:cxn ang="0">
                <a:pos x="connsiteX35402" y="connsiteY35402"/>
              </a:cxn>
              <a:cxn ang="0">
                <a:pos x="connsiteX35403" y="connsiteY35403"/>
              </a:cxn>
              <a:cxn ang="0">
                <a:pos x="connsiteX35404" y="connsiteY35404"/>
              </a:cxn>
              <a:cxn ang="0">
                <a:pos x="connsiteX35405" y="connsiteY35405"/>
              </a:cxn>
              <a:cxn ang="0">
                <a:pos x="connsiteX35406" y="connsiteY35406"/>
              </a:cxn>
              <a:cxn ang="0">
                <a:pos x="connsiteX35407" y="connsiteY35407"/>
              </a:cxn>
              <a:cxn ang="0">
                <a:pos x="connsiteX35408" y="connsiteY35408"/>
              </a:cxn>
              <a:cxn ang="0">
                <a:pos x="connsiteX35409" y="connsiteY35409"/>
              </a:cxn>
              <a:cxn ang="0">
                <a:pos x="connsiteX35410" y="connsiteY35410"/>
              </a:cxn>
              <a:cxn ang="0">
                <a:pos x="connsiteX35411" y="connsiteY35411"/>
              </a:cxn>
              <a:cxn ang="0">
                <a:pos x="connsiteX35412" y="connsiteY35412"/>
              </a:cxn>
              <a:cxn ang="0">
                <a:pos x="connsiteX35413" y="connsiteY35413"/>
              </a:cxn>
              <a:cxn ang="0">
                <a:pos x="connsiteX35414" y="connsiteY35414"/>
              </a:cxn>
              <a:cxn ang="0">
                <a:pos x="connsiteX35415" y="connsiteY35415"/>
              </a:cxn>
              <a:cxn ang="0">
                <a:pos x="connsiteX35416" y="connsiteY35416"/>
              </a:cxn>
              <a:cxn ang="0">
                <a:pos x="connsiteX35417" y="connsiteY35417"/>
              </a:cxn>
              <a:cxn ang="0">
                <a:pos x="connsiteX35418" y="connsiteY35418"/>
              </a:cxn>
              <a:cxn ang="0">
                <a:pos x="connsiteX35419" y="connsiteY35419"/>
              </a:cxn>
              <a:cxn ang="0">
                <a:pos x="connsiteX35420" y="connsiteY35420"/>
              </a:cxn>
              <a:cxn ang="0">
                <a:pos x="connsiteX35421" y="connsiteY35421"/>
              </a:cxn>
              <a:cxn ang="0">
                <a:pos x="connsiteX35422" y="connsiteY35422"/>
              </a:cxn>
              <a:cxn ang="0">
                <a:pos x="connsiteX35423" y="connsiteY35423"/>
              </a:cxn>
              <a:cxn ang="0">
                <a:pos x="connsiteX35424" y="connsiteY35424"/>
              </a:cxn>
              <a:cxn ang="0">
                <a:pos x="connsiteX35425" y="connsiteY35425"/>
              </a:cxn>
              <a:cxn ang="0">
                <a:pos x="connsiteX35426" y="connsiteY35426"/>
              </a:cxn>
              <a:cxn ang="0">
                <a:pos x="connsiteX35427" y="connsiteY35427"/>
              </a:cxn>
              <a:cxn ang="0">
                <a:pos x="connsiteX35428" y="connsiteY35428"/>
              </a:cxn>
              <a:cxn ang="0">
                <a:pos x="connsiteX35429" y="connsiteY35429"/>
              </a:cxn>
              <a:cxn ang="0">
                <a:pos x="connsiteX35430" y="connsiteY35430"/>
              </a:cxn>
              <a:cxn ang="0">
                <a:pos x="connsiteX35431" y="connsiteY35431"/>
              </a:cxn>
              <a:cxn ang="0">
                <a:pos x="connsiteX35432" y="connsiteY35432"/>
              </a:cxn>
              <a:cxn ang="0">
                <a:pos x="connsiteX35433" y="connsiteY35433"/>
              </a:cxn>
              <a:cxn ang="0">
                <a:pos x="connsiteX35434" y="connsiteY35434"/>
              </a:cxn>
              <a:cxn ang="0">
                <a:pos x="connsiteX35435" y="connsiteY35435"/>
              </a:cxn>
              <a:cxn ang="0">
                <a:pos x="connsiteX35436" y="connsiteY35436"/>
              </a:cxn>
              <a:cxn ang="0">
                <a:pos x="connsiteX35437" y="connsiteY35437"/>
              </a:cxn>
              <a:cxn ang="0">
                <a:pos x="connsiteX35438" y="connsiteY35438"/>
              </a:cxn>
              <a:cxn ang="0">
                <a:pos x="connsiteX35439" y="connsiteY35439"/>
              </a:cxn>
              <a:cxn ang="0">
                <a:pos x="connsiteX35440" y="connsiteY35440"/>
              </a:cxn>
              <a:cxn ang="0">
                <a:pos x="connsiteX35441" y="connsiteY35441"/>
              </a:cxn>
              <a:cxn ang="0">
                <a:pos x="connsiteX35442" y="connsiteY35442"/>
              </a:cxn>
              <a:cxn ang="0">
                <a:pos x="connsiteX35443" y="connsiteY35443"/>
              </a:cxn>
              <a:cxn ang="0">
                <a:pos x="connsiteX35444" y="connsiteY35444"/>
              </a:cxn>
              <a:cxn ang="0">
                <a:pos x="connsiteX35445" y="connsiteY35445"/>
              </a:cxn>
              <a:cxn ang="0">
                <a:pos x="connsiteX35446" y="connsiteY35446"/>
              </a:cxn>
              <a:cxn ang="0">
                <a:pos x="connsiteX35447" y="connsiteY35447"/>
              </a:cxn>
              <a:cxn ang="0">
                <a:pos x="connsiteX35448" y="connsiteY35448"/>
              </a:cxn>
              <a:cxn ang="0">
                <a:pos x="connsiteX35449" y="connsiteY35449"/>
              </a:cxn>
              <a:cxn ang="0">
                <a:pos x="connsiteX35450" y="connsiteY35450"/>
              </a:cxn>
              <a:cxn ang="0">
                <a:pos x="connsiteX35451" y="connsiteY35451"/>
              </a:cxn>
              <a:cxn ang="0">
                <a:pos x="connsiteX35452" y="connsiteY35452"/>
              </a:cxn>
              <a:cxn ang="0">
                <a:pos x="connsiteX35453" y="connsiteY35453"/>
              </a:cxn>
              <a:cxn ang="0">
                <a:pos x="connsiteX35454" y="connsiteY35454"/>
              </a:cxn>
              <a:cxn ang="0">
                <a:pos x="connsiteX35455" y="connsiteY35455"/>
              </a:cxn>
              <a:cxn ang="0">
                <a:pos x="connsiteX35456" y="connsiteY35456"/>
              </a:cxn>
              <a:cxn ang="0">
                <a:pos x="connsiteX35457" y="connsiteY35457"/>
              </a:cxn>
              <a:cxn ang="0">
                <a:pos x="connsiteX35458" y="connsiteY35458"/>
              </a:cxn>
              <a:cxn ang="0">
                <a:pos x="connsiteX35459" y="connsiteY35459"/>
              </a:cxn>
              <a:cxn ang="0">
                <a:pos x="connsiteX35460" y="connsiteY35460"/>
              </a:cxn>
              <a:cxn ang="0">
                <a:pos x="connsiteX35461" y="connsiteY35461"/>
              </a:cxn>
              <a:cxn ang="0">
                <a:pos x="connsiteX35462" y="connsiteY35462"/>
              </a:cxn>
              <a:cxn ang="0">
                <a:pos x="connsiteX35463" y="connsiteY35463"/>
              </a:cxn>
              <a:cxn ang="0">
                <a:pos x="connsiteX35464" y="connsiteY35464"/>
              </a:cxn>
              <a:cxn ang="0">
                <a:pos x="connsiteX35465" y="connsiteY35465"/>
              </a:cxn>
              <a:cxn ang="0">
                <a:pos x="connsiteX35466" y="connsiteY35466"/>
              </a:cxn>
              <a:cxn ang="0">
                <a:pos x="connsiteX35467" y="connsiteY35467"/>
              </a:cxn>
              <a:cxn ang="0">
                <a:pos x="connsiteX35468" y="connsiteY35468"/>
              </a:cxn>
              <a:cxn ang="0">
                <a:pos x="connsiteX35469" y="connsiteY35469"/>
              </a:cxn>
              <a:cxn ang="0">
                <a:pos x="connsiteX35470" y="connsiteY35470"/>
              </a:cxn>
              <a:cxn ang="0">
                <a:pos x="connsiteX35471" y="connsiteY35471"/>
              </a:cxn>
              <a:cxn ang="0">
                <a:pos x="connsiteX35472" y="connsiteY35472"/>
              </a:cxn>
              <a:cxn ang="0">
                <a:pos x="connsiteX35473" y="connsiteY35473"/>
              </a:cxn>
              <a:cxn ang="0">
                <a:pos x="connsiteX35474" y="connsiteY35474"/>
              </a:cxn>
              <a:cxn ang="0">
                <a:pos x="connsiteX35475" y="connsiteY35475"/>
              </a:cxn>
              <a:cxn ang="0">
                <a:pos x="connsiteX35476" y="connsiteY35476"/>
              </a:cxn>
              <a:cxn ang="0">
                <a:pos x="connsiteX35477" y="connsiteY35477"/>
              </a:cxn>
              <a:cxn ang="0">
                <a:pos x="connsiteX35478" y="connsiteY35478"/>
              </a:cxn>
              <a:cxn ang="0">
                <a:pos x="connsiteX35479" y="connsiteY35479"/>
              </a:cxn>
              <a:cxn ang="0">
                <a:pos x="connsiteX35480" y="connsiteY35480"/>
              </a:cxn>
              <a:cxn ang="0">
                <a:pos x="connsiteX35481" y="connsiteY35481"/>
              </a:cxn>
              <a:cxn ang="0">
                <a:pos x="connsiteX35482" y="connsiteY35482"/>
              </a:cxn>
              <a:cxn ang="0">
                <a:pos x="connsiteX35483" y="connsiteY35483"/>
              </a:cxn>
              <a:cxn ang="0">
                <a:pos x="connsiteX35484" y="connsiteY35484"/>
              </a:cxn>
              <a:cxn ang="0">
                <a:pos x="connsiteX35485" y="connsiteY35485"/>
              </a:cxn>
              <a:cxn ang="0">
                <a:pos x="connsiteX35486" y="connsiteY35486"/>
              </a:cxn>
              <a:cxn ang="0">
                <a:pos x="connsiteX35487" y="connsiteY35487"/>
              </a:cxn>
              <a:cxn ang="0">
                <a:pos x="connsiteX35488" y="connsiteY35488"/>
              </a:cxn>
              <a:cxn ang="0">
                <a:pos x="connsiteX35489" y="connsiteY35489"/>
              </a:cxn>
              <a:cxn ang="0">
                <a:pos x="connsiteX35490" y="connsiteY35490"/>
              </a:cxn>
              <a:cxn ang="0">
                <a:pos x="connsiteX35491" y="connsiteY35491"/>
              </a:cxn>
              <a:cxn ang="0">
                <a:pos x="connsiteX35492" y="connsiteY35492"/>
              </a:cxn>
              <a:cxn ang="0">
                <a:pos x="connsiteX35493" y="connsiteY35493"/>
              </a:cxn>
              <a:cxn ang="0">
                <a:pos x="connsiteX35494" y="connsiteY35494"/>
              </a:cxn>
              <a:cxn ang="0">
                <a:pos x="connsiteX35495" y="connsiteY35495"/>
              </a:cxn>
              <a:cxn ang="0">
                <a:pos x="connsiteX35496" y="connsiteY35496"/>
              </a:cxn>
              <a:cxn ang="0">
                <a:pos x="connsiteX35497" y="connsiteY35497"/>
              </a:cxn>
              <a:cxn ang="0">
                <a:pos x="connsiteX35498" y="connsiteY35498"/>
              </a:cxn>
              <a:cxn ang="0">
                <a:pos x="connsiteX35499" y="connsiteY35499"/>
              </a:cxn>
              <a:cxn ang="0">
                <a:pos x="connsiteX35500" y="connsiteY35500"/>
              </a:cxn>
              <a:cxn ang="0">
                <a:pos x="connsiteX35501" y="connsiteY35501"/>
              </a:cxn>
              <a:cxn ang="0">
                <a:pos x="connsiteX35502" y="connsiteY35502"/>
              </a:cxn>
              <a:cxn ang="0">
                <a:pos x="connsiteX35503" y="connsiteY35503"/>
              </a:cxn>
              <a:cxn ang="0">
                <a:pos x="connsiteX35504" y="connsiteY35504"/>
              </a:cxn>
              <a:cxn ang="0">
                <a:pos x="connsiteX35505" y="connsiteY35505"/>
              </a:cxn>
              <a:cxn ang="0">
                <a:pos x="connsiteX35506" y="connsiteY35506"/>
              </a:cxn>
              <a:cxn ang="0">
                <a:pos x="connsiteX35507" y="connsiteY35507"/>
              </a:cxn>
              <a:cxn ang="0">
                <a:pos x="connsiteX35508" y="connsiteY35508"/>
              </a:cxn>
              <a:cxn ang="0">
                <a:pos x="connsiteX35509" y="connsiteY35509"/>
              </a:cxn>
              <a:cxn ang="0">
                <a:pos x="connsiteX35510" y="connsiteY35510"/>
              </a:cxn>
              <a:cxn ang="0">
                <a:pos x="connsiteX35511" y="connsiteY35511"/>
              </a:cxn>
              <a:cxn ang="0">
                <a:pos x="connsiteX35512" y="connsiteY35512"/>
              </a:cxn>
              <a:cxn ang="0">
                <a:pos x="connsiteX35513" y="connsiteY35513"/>
              </a:cxn>
              <a:cxn ang="0">
                <a:pos x="connsiteX35514" y="connsiteY35514"/>
              </a:cxn>
              <a:cxn ang="0">
                <a:pos x="connsiteX35515" y="connsiteY35515"/>
              </a:cxn>
              <a:cxn ang="0">
                <a:pos x="connsiteX35516" y="connsiteY35516"/>
              </a:cxn>
              <a:cxn ang="0">
                <a:pos x="connsiteX35517" y="connsiteY35517"/>
              </a:cxn>
              <a:cxn ang="0">
                <a:pos x="connsiteX35518" y="connsiteY35518"/>
              </a:cxn>
              <a:cxn ang="0">
                <a:pos x="connsiteX35519" y="connsiteY35519"/>
              </a:cxn>
              <a:cxn ang="0">
                <a:pos x="connsiteX35520" y="connsiteY35520"/>
              </a:cxn>
              <a:cxn ang="0">
                <a:pos x="connsiteX35521" y="connsiteY35521"/>
              </a:cxn>
              <a:cxn ang="0">
                <a:pos x="connsiteX35522" y="connsiteY35522"/>
              </a:cxn>
              <a:cxn ang="0">
                <a:pos x="connsiteX35523" y="connsiteY35523"/>
              </a:cxn>
              <a:cxn ang="0">
                <a:pos x="connsiteX35524" y="connsiteY35524"/>
              </a:cxn>
              <a:cxn ang="0">
                <a:pos x="connsiteX35525" y="connsiteY35525"/>
              </a:cxn>
              <a:cxn ang="0">
                <a:pos x="connsiteX35526" y="connsiteY35526"/>
              </a:cxn>
              <a:cxn ang="0">
                <a:pos x="connsiteX35527" y="connsiteY35527"/>
              </a:cxn>
              <a:cxn ang="0">
                <a:pos x="connsiteX35528" y="connsiteY35528"/>
              </a:cxn>
              <a:cxn ang="0">
                <a:pos x="connsiteX35529" y="connsiteY35529"/>
              </a:cxn>
              <a:cxn ang="0">
                <a:pos x="connsiteX35530" y="connsiteY35530"/>
              </a:cxn>
              <a:cxn ang="0">
                <a:pos x="connsiteX35531" y="connsiteY35531"/>
              </a:cxn>
              <a:cxn ang="0">
                <a:pos x="connsiteX35532" y="connsiteY35532"/>
              </a:cxn>
              <a:cxn ang="0">
                <a:pos x="connsiteX35533" y="connsiteY35533"/>
              </a:cxn>
              <a:cxn ang="0">
                <a:pos x="connsiteX35534" y="connsiteY35534"/>
              </a:cxn>
              <a:cxn ang="0">
                <a:pos x="connsiteX35535" y="connsiteY35535"/>
              </a:cxn>
              <a:cxn ang="0">
                <a:pos x="connsiteX35536" y="connsiteY35536"/>
              </a:cxn>
              <a:cxn ang="0">
                <a:pos x="connsiteX35537" y="connsiteY35537"/>
              </a:cxn>
              <a:cxn ang="0">
                <a:pos x="connsiteX35538" y="connsiteY35538"/>
              </a:cxn>
              <a:cxn ang="0">
                <a:pos x="connsiteX35539" y="connsiteY35539"/>
              </a:cxn>
              <a:cxn ang="0">
                <a:pos x="connsiteX35540" y="connsiteY35540"/>
              </a:cxn>
              <a:cxn ang="0">
                <a:pos x="connsiteX35541" y="connsiteY35541"/>
              </a:cxn>
              <a:cxn ang="0">
                <a:pos x="connsiteX35542" y="connsiteY35542"/>
              </a:cxn>
              <a:cxn ang="0">
                <a:pos x="connsiteX35543" y="connsiteY35543"/>
              </a:cxn>
              <a:cxn ang="0">
                <a:pos x="connsiteX35544" y="connsiteY35544"/>
              </a:cxn>
              <a:cxn ang="0">
                <a:pos x="connsiteX35545" y="connsiteY35545"/>
              </a:cxn>
              <a:cxn ang="0">
                <a:pos x="connsiteX35546" y="connsiteY35546"/>
              </a:cxn>
              <a:cxn ang="0">
                <a:pos x="connsiteX35547" y="connsiteY35547"/>
              </a:cxn>
              <a:cxn ang="0">
                <a:pos x="connsiteX35548" y="connsiteY35548"/>
              </a:cxn>
              <a:cxn ang="0">
                <a:pos x="connsiteX35549" y="connsiteY35549"/>
              </a:cxn>
              <a:cxn ang="0">
                <a:pos x="connsiteX35550" y="connsiteY35550"/>
              </a:cxn>
              <a:cxn ang="0">
                <a:pos x="connsiteX35551" y="connsiteY35551"/>
              </a:cxn>
              <a:cxn ang="0">
                <a:pos x="connsiteX35552" y="connsiteY35552"/>
              </a:cxn>
              <a:cxn ang="0">
                <a:pos x="connsiteX35553" y="connsiteY35553"/>
              </a:cxn>
              <a:cxn ang="0">
                <a:pos x="connsiteX35554" y="connsiteY35554"/>
              </a:cxn>
              <a:cxn ang="0">
                <a:pos x="connsiteX35555" y="connsiteY35555"/>
              </a:cxn>
              <a:cxn ang="0">
                <a:pos x="connsiteX35556" y="connsiteY35556"/>
              </a:cxn>
              <a:cxn ang="0">
                <a:pos x="connsiteX35557" y="connsiteY35557"/>
              </a:cxn>
              <a:cxn ang="0">
                <a:pos x="connsiteX35558" y="connsiteY35558"/>
              </a:cxn>
              <a:cxn ang="0">
                <a:pos x="connsiteX35559" y="connsiteY35559"/>
              </a:cxn>
              <a:cxn ang="0">
                <a:pos x="connsiteX35560" y="connsiteY35560"/>
              </a:cxn>
              <a:cxn ang="0">
                <a:pos x="connsiteX35561" y="connsiteY35561"/>
              </a:cxn>
              <a:cxn ang="0">
                <a:pos x="connsiteX35562" y="connsiteY35562"/>
              </a:cxn>
              <a:cxn ang="0">
                <a:pos x="connsiteX35563" y="connsiteY35563"/>
              </a:cxn>
              <a:cxn ang="0">
                <a:pos x="connsiteX35564" y="connsiteY35564"/>
              </a:cxn>
              <a:cxn ang="0">
                <a:pos x="connsiteX35565" y="connsiteY35565"/>
              </a:cxn>
              <a:cxn ang="0">
                <a:pos x="connsiteX35566" y="connsiteY35566"/>
              </a:cxn>
              <a:cxn ang="0">
                <a:pos x="connsiteX35567" y="connsiteY35567"/>
              </a:cxn>
              <a:cxn ang="0">
                <a:pos x="connsiteX35568" y="connsiteY35568"/>
              </a:cxn>
              <a:cxn ang="0">
                <a:pos x="connsiteX35569" y="connsiteY35569"/>
              </a:cxn>
              <a:cxn ang="0">
                <a:pos x="connsiteX35570" y="connsiteY35570"/>
              </a:cxn>
              <a:cxn ang="0">
                <a:pos x="connsiteX35571" y="connsiteY35571"/>
              </a:cxn>
              <a:cxn ang="0">
                <a:pos x="connsiteX35572" y="connsiteY35572"/>
              </a:cxn>
              <a:cxn ang="0">
                <a:pos x="connsiteX35573" y="connsiteY35573"/>
              </a:cxn>
              <a:cxn ang="0">
                <a:pos x="connsiteX35574" y="connsiteY35574"/>
              </a:cxn>
              <a:cxn ang="0">
                <a:pos x="connsiteX35575" y="connsiteY35575"/>
              </a:cxn>
              <a:cxn ang="0">
                <a:pos x="connsiteX35576" y="connsiteY35576"/>
              </a:cxn>
              <a:cxn ang="0">
                <a:pos x="connsiteX35577" y="connsiteY35577"/>
              </a:cxn>
              <a:cxn ang="0">
                <a:pos x="connsiteX35578" y="connsiteY35578"/>
              </a:cxn>
              <a:cxn ang="0">
                <a:pos x="connsiteX35579" y="connsiteY35579"/>
              </a:cxn>
              <a:cxn ang="0">
                <a:pos x="connsiteX35580" y="connsiteY35580"/>
              </a:cxn>
              <a:cxn ang="0">
                <a:pos x="connsiteX35581" y="connsiteY35581"/>
              </a:cxn>
              <a:cxn ang="0">
                <a:pos x="connsiteX35582" y="connsiteY35582"/>
              </a:cxn>
              <a:cxn ang="0">
                <a:pos x="connsiteX35583" y="connsiteY35583"/>
              </a:cxn>
              <a:cxn ang="0">
                <a:pos x="connsiteX35584" y="connsiteY35584"/>
              </a:cxn>
              <a:cxn ang="0">
                <a:pos x="connsiteX35585" y="connsiteY35585"/>
              </a:cxn>
              <a:cxn ang="0">
                <a:pos x="connsiteX35586" y="connsiteY35586"/>
              </a:cxn>
              <a:cxn ang="0">
                <a:pos x="connsiteX35587" y="connsiteY35587"/>
              </a:cxn>
              <a:cxn ang="0">
                <a:pos x="connsiteX35588" y="connsiteY35588"/>
              </a:cxn>
              <a:cxn ang="0">
                <a:pos x="connsiteX35589" y="connsiteY35589"/>
              </a:cxn>
              <a:cxn ang="0">
                <a:pos x="connsiteX35590" y="connsiteY35590"/>
              </a:cxn>
              <a:cxn ang="0">
                <a:pos x="connsiteX35591" y="connsiteY35591"/>
              </a:cxn>
              <a:cxn ang="0">
                <a:pos x="connsiteX35592" y="connsiteY35592"/>
              </a:cxn>
              <a:cxn ang="0">
                <a:pos x="connsiteX35593" y="connsiteY35593"/>
              </a:cxn>
              <a:cxn ang="0">
                <a:pos x="connsiteX35594" y="connsiteY35594"/>
              </a:cxn>
              <a:cxn ang="0">
                <a:pos x="connsiteX35595" y="connsiteY35595"/>
              </a:cxn>
              <a:cxn ang="0">
                <a:pos x="connsiteX35596" y="connsiteY35596"/>
              </a:cxn>
              <a:cxn ang="0">
                <a:pos x="connsiteX35597" y="connsiteY35597"/>
              </a:cxn>
              <a:cxn ang="0">
                <a:pos x="connsiteX35598" y="connsiteY35598"/>
              </a:cxn>
              <a:cxn ang="0">
                <a:pos x="connsiteX35599" y="connsiteY35599"/>
              </a:cxn>
              <a:cxn ang="0">
                <a:pos x="connsiteX35600" y="connsiteY35600"/>
              </a:cxn>
              <a:cxn ang="0">
                <a:pos x="connsiteX35601" y="connsiteY35601"/>
              </a:cxn>
              <a:cxn ang="0">
                <a:pos x="connsiteX35602" y="connsiteY35602"/>
              </a:cxn>
              <a:cxn ang="0">
                <a:pos x="connsiteX35603" y="connsiteY35603"/>
              </a:cxn>
              <a:cxn ang="0">
                <a:pos x="connsiteX35604" y="connsiteY35604"/>
              </a:cxn>
              <a:cxn ang="0">
                <a:pos x="connsiteX35605" y="connsiteY35605"/>
              </a:cxn>
              <a:cxn ang="0">
                <a:pos x="connsiteX35606" y="connsiteY35606"/>
              </a:cxn>
              <a:cxn ang="0">
                <a:pos x="connsiteX35607" y="connsiteY35607"/>
              </a:cxn>
              <a:cxn ang="0">
                <a:pos x="connsiteX35608" y="connsiteY35608"/>
              </a:cxn>
              <a:cxn ang="0">
                <a:pos x="connsiteX35609" y="connsiteY35609"/>
              </a:cxn>
              <a:cxn ang="0">
                <a:pos x="connsiteX35610" y="connsiteY35610"/>
              </a:cxn>
              <a:cxn ang="0">
                <a:pos x="connsiteX35611" y="connsiteY35611"/>
              </a:cxn>
              <a:cxn ang="0">
                <a:pos x="connsiteX35612" y="connsiteY35612"/>
              </a:cxn>
              <a:cxn ang="0">
                <a:pos x="connsiteX35613" y="connsiteY35613"/>
              </a:cxn>
              <a:cxn ang="0">
                <a:pos x="connsiteX35614" y="connsiteY35614"/>
              </a:cxn>
              <a:cxn ang="0">
                <a:pos x="connsiteX35615" y="connsiteY35615"/>
              </a:cxn>
              <a:cxn ang="0">
                <a:pos x="connsiteX35616" y="connsiteY35616"/>
              </a:cxn>
              <a:cxn ang="0">
                <a:pos x="connsiteX35617" y="connsiteY35617"/>
              </a:cxn>
              <a:cxn ang="0">
                <a:pos x="connsiteX35618" y="connsiteY35618"/>
              </a:cxn>
              <a:cxn ang="0">
                <a:pos x="connsiteX35619" y="connsiteY35619"/>
              </a:cxn>
              <a:cxn ang="0">
                <a:pos x="connsiteX35620" y="connsiteY35620"/>
              </a:cxn>
              <a:cxn ang="0">
                <a:pos x="connsiteX35621" y="connsiteY35621"/>
              </a:cxn>
              <a:cxn ang="0">
                <a:pos x="connsiteX35622" y="connsiteY35622"/>
              </a:cxn>
              <a:cxn ang="0">
                <a:pos x="connsiteX35623" y="connsiteY35623"/>
              </a:cxn>
              <a:cxn ang="0">
                <a:pos x="connsiteX35624" y="connsiteY35624"/>
              </a:cxn>
              <a:cxn ang="0">
                <a:pos x="connsiteX35625" y="connsiteY35625"/>
              </a:cxn>
              <a:cxn ang="0">
                <a:pos x="connsiteX35626" y="connsiteY35626"/>
              </a:cxn>
              <a:cxn ang="0">
                <a:pos x="connsiteX35627" y="connsiteY35627"/>
              </a:cxn>
              <a:cxn ang="0">
                <a:pos x="connsiteX35628" y="connsiteY35628"/>
              </a:cxn>
              <a:cxn ang="0">
                <a:pos x="connsiteX35629" y="connsiteY35629"/>
              </a:cxn>
              <a:cxn ang="0">
                <a:pos x="connsiteX35630" y="connsiteY35630"/>
              </a:cxn>
              <a:cxn ang="0">
                <a:pos x="connsiteX35631" y="connsiteY35631"/>
              </a:cxn>
              <a:cxn ang="0">
                <a:pos x="connsiteX35632" y="connsiteY35632"/>
              </a:cxn>
              <a:cxn ang="0">
                <a:pos x="connsiteX35633" y="connsiteY35633"/>
              </a:cxn>
              <a:cxn ang="0">
                <a:pos x="connsiteX35634" y="connsiteY35634"/>
              </a:cxn>
              <a:cxn ang="0">
                <a:pos x="connsiteX35635" y="connsiteY35635"/>
              </a:cxn>
              <a:cxn ang="0">
                <a:pos x="connsiteX35636" y="connsiteY35636"/>
              </a:cxn>
              <a:cxn ang="0">
                <a:pos x="connsiteX35637" y="connsiteY35637"/>
              </a:cxn>
              <a:cxn ang="0">
                <a:pos x="connsiteX35638" y="connsiteY35638"/>
              </a:cxn>
              <a:cxn ang="0">
                <a:pos x="connsiteX35639" y="connsiteY35639"/>
              </a:cxn>
              <a:cxn ang="0">
                <a:pos x="connsiteX35640" y="connsiteY35640"/>
              </a:cxn>
              <a:cxn ang="0">
                <a:pos x="connsiteX35641" y="connsiteY35641"/>
              </a:cxn>
              <a:cxn ang="0">
                <a:pos x="connsiteX35642" y="connsiteY35642"/>
              </a:cxn>
              <a:cxn ang="0">
                <a:pos x="connsiteX35643" y="connsiteY35643"/>
              </a:cxn>
              <a:cxn ang="0">
                <a:pos x="connsiteX35644" y="connsiteY35644"/>
              </a:cxn>
              <a:cxn ang="0">
                <a:pos x="connsiteX35645" y="connsiteY35645"/>
              </a:cxn>
              <a:cxn ang="0">
                <a:pos x="connsiteX35646" y="connsiteY35646"/>
              </a:cxn>
              <a:cxn ang="0">
                <a:pos x="connsiteX35647" y="connsiteY35647"/>
              </a:cxn>
              <a:cxn ang="0">
                <a:pos x="connsiteX35648" y="connsiteY35648"/>
              </a:cxn>
              <a:cxn ang="0">
                <a:pos x="connsiteX35649" y="connsiteY35649"/>
              </a:cxn>
              <a:cxn ang="0">
                <a:pos x="connsiteX35650" y="connsiteY35650"/>
              </a:cxn>
              <a:cxn ang="0">
                <a:pos x="connsiteX35651" y="connsiteY35651"/>
              </a:cxn>
              <a:cxn ang="0">
                <a:pos x="connsiteX35652" y="connsiteY35652"/>
              </a:cxn>
              <a:cxn ang="0">
                <a:pos x="connsiteX35653" y="connsiteY35653"/>
              </a:cxn>
              <a:cxn ang="0">
                <a:pos x="connsiteX35654" y="connsiteY35654"/>
              </a:cxn>
              <a:cxn ang="0">
                <a:pos x="connsiteX35655" y="connsiteY35655"/>
              </a:cxn>
              <a:cxn ang="0">
                <a:pos x="connsiteX35656" y="connsiteY35656"/>
              </a:cxn>
              <a:cxn ang="0">
                <a:pos x="connsiteX35657" y="connsiteY35657"/>
              </a:cxn>
              <a:cxn ang="0">
                <a:pos x="connsiteX35658" y="connsiteY35658"/>
              </a:cxn>
              <a:cxn ang="0">
                <a:pos x="connsiteX35659" y="connsiteY35659"/>
              </a:cxn>
              <a:cxn ang="0">
                <a:pos x="connsiteX35660" y="connsiteY35660"/>
              </a:cxn>
              <a:cxn ang="0">
                <a:pos x="connsiteX35661" y="connsiteY35661"/>
              </a:cxn>
              <a:cxn ang="0">
                <a:pos x="connsiteX35662" y="connsiteY35662"/>
              </a:cxn>
              <a:cxn ang="0">
                <a:pos x="connsiteX35663" y="connsiteY35663"/>
              </a:cxn>
              <a:cxn ang="0">
                <a:pos x="connsiteX35664" y="connsiteY35664"/>
              </a:cxn>
              <a:cxn ang="0">
                <a:pos x="connsiteX35665" y="connsiteY35665"/>
              </a:cxn>
              <a:cxn ang="0">
                <a:pos x="connsiteX35666" y="connsiteY35666"/>
              </a:cxn>
              <a:cxn ang="0">
                <a:pos x="connsiteX35667" y="connsiteY35667"/>
              </a:cxn>
              <a:cxn ang="0">
                <a:pos x="connsiteX35668" y="connsiteY35668"/>
              </a:cxn>
              <a:cxn ang="0">
                <a:pos x="connsiteX35669" y="connsiteY35669"/>
              </a:cxn>
              <a:cxn ang="0">
                <a:pos x="connsiteX35670" y="connsiteY35670"/>
              </a:cxn>
              <a:cxn ang="0">
                <a:pos x="connsiteX35671" y="connsiteY35671"/>
              </a:cxn>
              <a:cxn ang="0">
                <a:pos x="connsiteX35672" y="connsiteY35672"/>
              </a:cxn>
              <a:cxn ang="0">
                <a:pos x="connsiteX35673" y="connsiteY35673"/>
              </a:cxn>
              <a:cxn ang="0">
                <a:pos x="connsiteX35674" y="connsiteY35674"/>
              </a:cxn>
              <a:cxn ang="0">
                <a:pos x="connsiteX35675" y="connsiteY35675"/>
              </a:cxn>
              <a:cxn ang="0">
                <a:pos x="connsiteX35676" y="connsiteY35676"/>
              </a:cxn>
              <a:cxn ang="0">
                <a:pos x="connsiteX35677" y="connsiteY35677"/>
              </a:cxn>
              <a:cxn ang="0">
                <a:pos x="connsiteX35678" y="connsiteY35678"/>
              </a:cxn>
              <a:cxn ang="0">
                <a:pos x="connsiteX35679" y="connsiteY35679"/>
              </a:cxn>
              <a:cxn ang="0">
                <a:pos x="connsiteX35680" y="connsiteY35680"/>
              </a:cxn>
              <a:cxn ang="0">
                <a:pos x="connsiteX35681" y="connsiteY35681"/>
              </a:cxn>
              <a:cxn ang="0">
                <a:pos x="connsiteX35682" y="connsiteY35682"/>
              </a:cxn>
              <a:cxn ang="0">
                <a:pos x="connsiteX35683" y="connsiteY35683"/>
              </a:cxn>
              <a:cxn ang="0">
                <a:pos x="connsiteX35684" y="connsiteY35684"/>
              </a:cxn>
              <a:cxn ang="0">
                <a:pos x="connsiteX35685" y="connsiteY35685"/>
              </a:cxn>
              <a:cxn ang="0">
                <a:pos x="connsiteX35686" y="connsiteY35686"/>
              </a:cxn>
              <a:cxn ang="0">
                <a:pos x="connsiteX35687" y="connsiteY35687"/>
              </a:cxn>
              <a:cxn ang="0">
                <a:pos x="connsiteX35688" y="connsiteY35688"/>
              </a:cxn>
              <a:cxn ang="0">
                <a:pos x="connsiteX35689" y="connsiteY35689"/>
              </a:cxn>
              <a:cxn ang="0">
                <a:pos x="connsiteX35690" y="connsiteY35690"/>
              </a:cxn>
              <a:cxn ang="0">
                <a:pos x="connsiteX35691" y="connsiteY35691"/>
              </a:cxn>
              <a:cxn ang="0">
                <a:pos x="connsiteX35692" y="connsiteY35692"/>
              </a:cxn>
              <a:cxn ang="0">
                <a:pos x="connsiteX35693" y="connsiteY35693"/>
              </a:cxn>
              <a:cxn ang="0">
                <a:pos x="connsiteX35694" y="connsiteY35694"/>
              </a:cxn>
              <a:cxn ang="0">
                <a:pos x="connsiteX35695" y="connsiteY35695"/>
              </a:cxn>
              <a:cxn ang="0">
                <a:pos x="connsiteX35696" y="connsiteY35696"/>
              </a:cxn>
              <a:cxn ang="0">
                <a:pos x="connsiteX35697" y="connsiteY35697"/>
              </a:cxn>
              <a:cxn ang="0">
                <a:pos x="connsiteX35698" y="connsiteY35698"/>
              </a:cxn>
              <a:cxn ang="0">
                <a:pos x="connsiteX35699" y="connsiteY35699"/>
              </a:cxn>
              <a:cxn ang="0">
                <a:pos x="connsiteX35700" y="connsiteY35700"/>
              </a:cxn>
              <a:cxn ang="0">
                <a:pos x="connsiteX35701" y="connsiteY35701"/>
              </a:cxn>
              <a:cxn ang="0">
                <a:pos x="connsiteX35702" y="connsiteY35702"/>
              </a:cxn>
              <a:cxn ang="0">
                <a:pos x="connsiteX35703" y="connsiteY35703"/>
              </a:cxn>
              <a:cxn ang="0">
                <a:pos x="connsiteX35704" y="connsiteY35704"/>
              </a:cxn>
              <a:cxn ang="0">
                <a:pos x="connsiteX35705" y="connsiteY35705"/>
              </a:cxn>
              <a:cxn ang="0">
                <a:pos x="connsiteX35706" y="connsiteY35706"/>
              </a:cxn>
              <a:cxn ang="0">
                <a:pos x="connsiteX35707" y="connsiteY35707"/>
              </a:cxn>
              <a:cxn ang="0">
                <a:pos x="connsiteX35708" y="connsiteY35708"/>
              </a:cxn>
              <a:cxn ang="0">
                <a:pos x="connsiteX35709" y="connsiteY35709"/>
              </a:cxn>
              <a:cxn ang="0">
                <a:pos x="connsiteX35710" y="connsiteY35710"/>
              </a:cxn>
              <a:cxn ang="0">
                <a:pos x="connsiteX35711" y="connsiteY35711"/>
              </a:cxn>
              <a:cxn ang="0">
                <a:pos x="connsiteX35712" y="connsiteY35712"/>
              </a:cxn>
              <a:cxn ang="0">
                <a:pos x="connsiteX35713" y="connsiteY35713"/>
              </a:cxn>
              <a:cxn ang="0">
                <a:pos x="connsiteX35714" y="connsiteY35714"/>
              </a:cxn>
              <a:cxn ang="0">
                <a:pos x="connsiteX35715" y="connsiteY35715"/>
              </a:cxn>
              <a:cxn ang="0">
                <a:pos x="connsiteX35716" y="connsiteY35716"/>
              </a:cxn>
              <a:cxn ang="0">
                <a:pos x="connsiteX35717" y="connsiteY35717"/>
              </a:cxn>
              <a:cxn ang="0">
                <a:pos x="connsiteX35718" y="connsiteY35718"/>
              </a:cxn>
              <a:cxn ang="0">
                <a:pos x="connsiteX35719" y="connsiteY35719"/>
              </a:cxn>
              <a:cxn ang="0">
                <a:pos x="connsiteX35720" y="connsiteY35720"/>
              </a:cxn>
              <a:cxn ang="0">
                <a:pos x="connsiteX35721" y="connsiteY35721"/>
              </a:cxn>
              <a:cxn ang="0">
                <a:pos x="connsiteX35722" y="connsiteY35722"/>
              </a:cxn>
              <a:cxn ang="0">
                <a:pos x="connsiteX35723" y="connsiteY35723"/>
              </a:cxn>
              <a:cxn ang="0">
                <a:pos x="connsiteX35724" y="connsiteY35724"/>
              </a:cxn>
              <a:cxn ang="0">
                <a:pos x="connsiteX35725" y="connsiteY35725"/>
              </a:cxn>
              <a:cxn ang="0">
                <a:pos x="connsiteX35726" y="connsiteY35726"/>
              </a:cxn>
              <a:cxn ang="0">
                <a:pos x="connsiteX35727" y="connsiteY35727"/>
              </a:cxn>
              <a:cxn ang="0">
                <a:pos x="connsiteX35728" y="connsiteY35728"/>
              </a:cxn>
              <a:cxn ang="0">
                <a:pos x="connsiteX35729" y="connsiteY35729"/>
              </a:cxn>
              <a:cxn ang="0">
                <a:pos x="connsiteX35730" y="connsiteY35730"/>
              </a:cxn>
              <a:cxn ang="0">
                <a:pos x="connsiteX35731" y="connsiteY35731"/>
              </a:cxn>
              <a:cxn ang="0">
                <a:pos x="connsiteX35732" y="connsiteY35732"/>
              </a:cxn>
              <a:cxn ang="0">
                <a:pos x="connsiteX35733" y="connsiteY35733"/>
              </a:cxn>
              <a:cxn ang="0">
                <a:pos x="connsiteX35734" y="connsiteY35734"/>
              </a:cxn>
              <a:cxn ang="0">
                <a:pos x="connsiteX35735" y="connsiteY35735"/>
              </a:cxn>
              <a:cxn ang="0">
                <a:pos x="connsiteX35736" y="connsiteY35736"/>
              </a:cxn>
              <a:cxn ang="0">
                <a:pos x="connsiteX35737" y="connsiteY35737"/>
              </a:cxn>
              <a:cxn ang="0">
                <a:pos x="connsiteX35738" y="connsiteY35738"/>
              </a:cxn>
              <a:cxn ang="0">
                <a:pos x="connsiteX35739" y="connsiteY35739"/>
              </a:cxn>
              <a:cxn ang="0">
                <a:pos x="connsiteX35740" y="connsiteY35740"/>
              </a:cxn>
              <a:cxn ang="0">
                <a:pos x="connsiteX35741" y="connsiteY35741"/>
              </a:cxn>
              <a:cxn ang="0">
                <a:pos x="connsiteX35742" y="connsiteY35742"/>
              </a:cxn>
              <a:cxn ang="0">
                <a:pos x="connsiteX35743" y="connsiteY35743"/>
              </a:cxn>
              <a:cxn ang="0">
                <a:pos x="connsiteX35744" y="connsiteY35744"/>
              </a:cxn>
              <a:cxn ang="0">
                <a:pos x="connsiteX35745" y="connsiteY35745"/>
              </a:cxn>
              <a:cxn ang="0">
                <a:pos x="connsiteX35746" y="connsiteY35746"/>
              </a:cxn>
              <a:cxn ang="0">
                <a:pos x="connsiteX35747" y="connsiteY35747"/>
              </a:cxn>
              <a:cxn ang="0">
                <a:pos x="connsiteX35748" y="connsiteY35748"/>
              </a:cxn>
              <a:cxn ang="0">
                <a:pos x="connsiteX35749" y="connsiteY35749"/>
              </a:cxn>
              <a:cxn ang="0">
                <a:pos x="connsiteX35750" y="connsiteY35750"/>
              </a:cxn>
              <a:cxn ang="0">
                <a:pos x="connsiteX35751" y="connsiteY35751"/>
              </a:cxn>
              <a:cxn ang="0">
                <a:pos x="connsiteX35752" y="connsiteY35752"/>
              </a:cxn>
              <a:cxn ang="0">
                <a:pos x="connsiteX35753" y="connsiteY35753"/>
              </a:cxn>
              <a:cxn ang="0">
                <a:pos x="connsiteX35754" y="connsiteY35754"/>
              </a:cxn>
              <a:cxn ang="0">
                <a:pos x="connsiteX35755" y="connsiteY35755"/>
              </a:cxn>
              <a:cxn ang="0">
                <a:pos x="connsiteX35756" y="connsiteY35756"/>
              </a:cxn>
              <a:cxn ang="0">
                <a:pos x="connsiteX35757" y="connsiteY35757"/>
              </a:cxn>
              <a:cxn ang="0">
                <a:pos x="connsiteX35758" y="connsiteY35758"/>
              </a:cxn>
              <a:cxn ang="0">
                <a:pos x="connsiteX35759" y="connsiteY35759"/>
              </a:cxn>
              <a:cxn ang="0">
                <a:pos x="connsiteX35760" y="connsiteY35760"/>
              </a:cxn>
              <a:cxn ang="0">
                <a:pos x="connsiteX35761" y="connsiteY35761"/>
              </a:cxn>
              <a:cxn ang="0">
                <a:pos x="connsiteX35762" y="connsiteY35762"/>
              </a:cxn>
              <a:cxn ang="0">
                <a:pos x="connsiteX35763" y="connsiteY35763"/>
              </a:cxn>
              <a:cxn ang="0">
                <a:pos x="connsiteX35764" y="connsiteY35764"/>
              </a:cxn>
              <a:cxn ang="0">
                <a:pos x="connsiteX35765" y="connsiteY35765"/>
              </a:cxn>
              <a:cxn ang="0">
                <a:pos x="connsiteX35766" y="connsiteY35766"/>
              </a:cxn>
              <a:cxn ang="0">
                <a:pos x="connsiteX35767" y="connsiteY35767"/>
              </a:cxn>
              <a:cxn ang="0">
                <a:pos x="connsiteX35768" y="connsiteY35768"/>
              </a:cxn>
              <a:cxn ang="0">
                <a:pos x="connsiteX35769" y="connsiteY35769"/>
              </a:cxn>
              <a:cxn ang="0">
                <a:pos x="connsiteX35770" y="connsiteY35770"/>
              </a:cxn>
              <a:cxn ang="0">
                <a:pos x="connsiteX35771" y="connsiteY35771"/>
              </a:cxn>
              <a:cxn ang="0">
                <a:pos x="connsiteX35772" y="connsiteY35772"/>
              </a:cxn>
              <a:cxn ang="0">
                <a:pos x="connsiteX35773" y="connsiteY35773"/>
              </a:cxn>
              <a:cxn ang="0">
                <a:pos x="connsiteX35774" y="connsiteY35774"/>
              </a:cxn>
              <a:cxn ang="0">
                <a:pos x="connsiteX35775" y="connsiteY35775"/>
              </a:cxn>
              <a:cxn ang="0">
                <a:pos x="connsiteX35776" y="connsiteY35776"/>
              </a:cxn>
              <a:cxn ang="0">
                <a:pos x="connsiteX35777" y="connsiteY35777"/>
              </a:cxn>
              <a:cxn ang="0">
                <a:pos x="connsiteX35778" y="connsiteY35778"/>
              </a:cxn>
              <a:cxn ang="0">
                <a:pos x="connsiteX35779" y="connsiteY35779"/>
              </a:cxn>
              <a:cxn ang="0">
                <a:pos x="connsiteX35780" y="connsiteY35780"/>
              </a:cxn>
              <a:cxn ang="0">
                <a:pos x="connsiteX35781" y="connsiteY35781"/>
              </a:cxn>
              <a:cxn ang="0">
                <a:pos x="connsiteX35782" y="connsiteY35782"/>
              </a:cxn>
              <a:cxn ang="0">
                <a:pos x="connsiteX35783" y="connsiteY35783"/>
              </a:cxn>
              <a:cxn ang="0">
                <a:pos x="connsiteX35784" y="connsiteY35784"/>
              </a:cxn>
              <a:cxn ang="0">
                <a:pos x="connsiteX35785" y="connsiteY35785"/>
              </a:cxn>
              <a:cxn ang="0">
                <a:pos x="connsiteX35786" y="connsiteY35786"/>
              </a:cxn>
              <a:cxn ang="0">
                <a:pos x="connsiteX35787" y="connsiteY35787"/>
              </a:cxn>
              <a:cxn ang="0">
                <a:pos x="connsiteX35788" y="connsiteY35788"/>
              </a:cxn>
              <a:cxn ang="0">
                <a:pos x="connsiteX35789" y="connsiteY35789"/>
              </a:cxn>
              <a:cxn ang="0">
                <a:pos x="connsiteX35790" y="connsiteY35790"/>
              </a:cxn>
              <a:cxn ang="0">
                <a:pos x="connsiteX35791" y="connsiteY35791"/>
              </a:cxn>
              <a:cxn ang="0">
                <a:pos x="connsiteX35792" y="connsiteY35792"/>
              </a:cxn>
              <a:cxn ang="0">
                <a:pos x="connsiteX35793" y="connsiteY35793"/>
              </a:cxn>
              <a:cxn ang="0">
                <a:pos x="connsiteX35794" y="connsiteY35794"/>
              </a:cxn>
              <a:cxn ang="0">
                <a:pos x="connsiteX35795" y="connsiteY35795"/>
              </a:cxn>
              <a:cxn ang="0">
                <a:pos x="connsiteX35796" y="connsiteY35796"/>
              </a:cxn>
              <a:cxn ang="0">
                <a:pos x="connsiteX35797" y="connsiteY35797"/>
              </a:cxn>
              <a:cxn ang="0">
                <a:pos x="connsiteX35798" y="connsiteY35798"/>
              </a:cxn>
              <a:cxn ang="0">
                <a:pos x="connsiteX35799" y="connsiteY35799"/>
              </a:cxn>
              <a:cxn ang="0">
                <a:pos x="connsiteX35800" y="connsiteY35800"/>
              </a:cxn>
              <a:cxn ang="0">
                <a:pos x="connsiteX35801" y="connsiteY35801"/>
              </a:cxn>
              <a:cxn ang="0">
                <a:pos x="connsiteX35802" y="connsiteY35802"/>
              </a:cxn>
              <a:cxn ang="0">
                <a:pos x="connsiteX35803" y="connsiteY35803"/>
              </a:cxn>
              <a:cxn ang="0">
                <a:pos x="connsiteX35804" y="connsiteY35804"/>
              </a:cxn>
              <a:cxn ang="0">
                <a:pos x="connsiteX35805" y="connsiteY35805"/>
              </a:cxn>
              <a:cxn ang="0">
                <a:pos x="connsiteX35806" y="connsiteY35806"/>
              </a:cxn>
              <a:cxn ang="0">
                <a:pos x="connsiteX35807" y="connsiteY35807"/>
              </a:cxn>
              <a:cxn ang="0">
                <a:pos x="connsiteX35808" y="connsiteY35808"/>
              </a:cxn>
              <a:cxn ang="0">
                <a:pos x="connsiteX35809" y="connsiteY35809"/>
              </a:cxn>
              <a:cxn ang="0">
                <a:pos x="connsiteX35810" y="connsiteY35810"/>
              </a:cxn>
              <a:cxn ang="0">
                <a:pos x="connsiteX35811" y="connsiteY35811"/>
              </a:cxn>
              <a:cxn ang="0">
                <a:pos x="connsiteX35812" y="connsiteY35812"/>
              </a:cxn>
              <a:cxn ang="0">
                <a:pos x="connsiteX35813" y="connsiteY35813"/>
              </a:cxn>
              <a:cxn ang="0">
                <a:pos x="connsiteX35814" y="connsiteY35814"/>
              </a:cxn>
              <a:cxn ang="0">
                <a:pos x="connsiteX35815" y="connsiteY35815"/>
              </a:cxn>
              <a:cxn ang="0">
                <a:pos x="connsiteX35816" y="connsiteY35816"/>
              </a:cxn>
              <a:cxn ang="0">
                <a:pos x="connsiteX35817" y="connsiteY35817"/>
              </a:cxn>
              <a:cxn ang="0">
                <a:pos x="connsiteX35818" y="connsiteY35818"/>
              </a:cxn>
              <a:cxn ang="0">
                <a:pos x="connsiteX35819" y="connsiteY35819"/>
              </a:cxn>
              <a:cxn ang="0">
                <a:pos x="connsiteX35820" y="connsiteY35820"/>
              </a:cxn>
              <a:cxn ang="0">
                <a:pos x="connsiteX35821" y="connsiteY35821"/>
              </a:cxn>
              <a:cxn ang="0">
                <a:pos x="connsiteX35822" y="connsiteY35822"/>
              </a:cxn>
              <a:cxn ang="0">
                <a:pos x="connsiteX35823" y="connsiteY35823"/>
              </a:cxn>
              <a:cxn ang="0">
                <a:pos x="connsiteX35824" y="connsiteY35824"/>
              </a:cxn>
              <a:cxn ang="0">
                <a:pos x="connsiteX35825" y="connsiteY35825"/>
              </a:cxn>
              <a:cxn ang="0">
                <a:pos x="connsiteX35826" y="connsiteY35826"/>
              </a:cxn>
              <a:cxn ang="0">
                <a:pos x="connsiteX35827" y="connsiteY35827"/>
              </a:cxn>
              <a:cxn ang="0">
                <a:pos x="connsiteX35828" y="connsiteY35828"/>
              </a:cxn>
              <a:cxn ang="0">
                <a:pos x="connsiteX35829" y="connsiteY35829"/>
              </a:cxn>
              <a:cxn ang="0">
                <a:pos x="connsiteX35830" y="connsiteY35830"/>
              </a:cxn>
              <a:cxn ang="0">
                <a:pos x="connsiteX35831" y="connsiteY35831"/>
              </a:cxn>
              <a:cxn ang="0">
                <a:pos x="connsiteX35832" y="connsiteY35832"/>
              </a:cxn>
              <a:cxn ang="0">
                <a:pos x="connsiteX35833" y="connsiteY35833"/>
              </a:cxn>
              <a:cxn ang="0">
                <a:pos x="connsiteX35834" y="connsiteY35834"/>
              </a:cxn>
              <a:cxn ang="0">
                <a:pos x="connsiteX35835" y="connsiteY35835"/>
              </a:cxn>
              <a:cxn ang="0">
                <a:pos x="connsiteX35836" y="connsiteY35836"/>
              </a:cxn>
              <a:cxn ang="0">
                <a:pos x="connsiteX35837" y="connsiteY35837"/>
              </a:cxn>
              <a:cxn ang="0">
                <a:pos x="connsiteX35838" y="connsiteY35838"/>
              </a:cxn>
              <a:cxn ang="0">
                <a:pos x="connsiteX35839" y="connsiteY35839"/>
              </a:cxn>
              <a:cxn ang="0">
                <a:pos x="connsiteX35840" y="connsiteY35840"/>
              </a:cxn>
              <a:cxn ang="0">
                <a:pos x="connsiteX35841" y="connsiteY35841"/>
              </a:cxn>
              <a:cxn ang="0">
                <a:pos x="connsiteX35842" y="connsiteY35842"/>
              </a:cxn>
              <a:cxn ang="0">
                <a:pos x="connsiteX35843" y="connsiteY35843"/>
              </a:cxn>
              <a:cxn ang="0">
                <a:pos x="connsiteX35844" y="connsiteY35844"/>
              </a:cxn>
              <a:cxn ang="0">
                <a:pos x="connsiteX35845" y="connsiteY35845"/>
              </a:cxn>
              <a:cxn ang="0">
                <a:pos x="connsiteX35846" y="connsiteY35846"/>
              </a:cxn>
              <a:cxn ang="0">
                <a:pos x="connsiteX35847" y="connsiteY35847"/>
              </a:cxn>
              <a:cxn ang="0">
                <a:pos x="connsiteX35848" y="connsiteY35848"/>
              </a:cxn>
              <a:cxn ang="0">
                <a:pos x="connsiteX35849" y="connsiteY35849"/>
              </a:cxn>
              <a:cxn ang="0">
                <a:pos x="connsiteX35850" y="connsiteY35850"/>
              </a:cxn>
              <a:cxn ang="0">
                <a:pos x="connsiteX35851" y="connsiteY35851"/>
              </a:cxn>
              <a:cxn ang="0">
                <a:pos x="connsiteX35852" y="connsiteY35852"/>
              </a:cxn>
              <a:cxn ang="0">
                <a:pos x="connsiteX35853" y="connsiteY35853"/>
              </a:cxn>
              <a:cxn ang="0">
                <a:pos x="connsiteX35854" y="connsiteY35854"/>
              </a:cxn>
              <a:cxn ang="0">
                <a:pos x="connsiteX35855" y="connsiteY35855"/>
              </a:cxn>
              <a:cxn ang="0">
                <a:pos x="connsiteX35856" y="connsiteY35856"/>
              </a:cxn>
              <a:cxn ang="0">
                <a:pos x="connsiteX35857" y="connsiteY35857"/>
              </a:cxn>
              <a:cxn ang="0">
                <a:pos x="connsiteX35858" y="connsiteY35858"/>
              </a:cxn>
              <a:cxn ang="0">
                <a:pos x="connsiteX35859" y="connsiteY35859"/>
              </a:cxn>
              <a:cxn ang="0">
                <a:pos x="connsiteX35860" y="connsiteY35860"/>
              </a:cxn>
              <a:cxn ang="0">
                <a:pos x="connsiteX35861" y="connsiteY35861"/>
              </a:cxn>
              <a:cxn ang="0">
                <a:pos x="connsiteX35862" y="connsiteY35862"/>
              </a:cxn>
              <a:cxn ang="0">
                <a:pos x="connsiteX35863" y="connsiteY35863"/>
              </a:cxn>
              <a:cxn ang="0">
                <a:pos x="connsiteX35864" y="connsiteY35864"/>
              </a:cxn>
              <a:cxn ang="0">
                <a:pos x="connsiteX35865" y="connsiteY35865"/>
              </a:cxn>
              <a:cxn ang="0">
                <a:pos x="connsiteX35866" y="connsiteY35866"/>
              </a:cxn>
              <a:cxn ang="0">
                <a:pos x="connsiteX35867" y="connsiteY35867"/>
              </a:cxn>
              <a:cxn ang="0">
                <a:pos x="connsiteX35868" y="connsiteY35868"/>
              </a:cxn>
              <a:cxn ang="0">
                <a:pos x="connsiteX35869" y="connsiteY35869"/>
              </a:cxn>
              <a:cxn ang="0">
                <a:pos x="connsiteX35870" y="connsiteY35870"/>
              </a:cxn>
              <a:cxn ang="0">
                <a:pos x="connsiteX35871" y="connsiteY35871"/>
              </a:cxn>
              <a:cxn ang="0">
                <a:pos x="connsiteX35872" y="connsiteY35872"/>
              </a:cxn>
              <a:cxn ang="0">
                <a:pos x="connsiteX35873" y="connsiteY35873"/>
              </a:cxn>
              <a:cxn ang="0">
                <a:pos x="connsiteX35874" y="connsiteY35874"/>
              </a:cxn>
              <a:cxn ang="0">
                <a:pos x="connsiteX35875" y="connsiteY35875"/>
              </a:cxn>
              <a:cxn ang="0">
                <a:pos x="connsiteX35876" y="connsiteY35876"/>
              </a:cxn>
              <a:cxn ang="0">
                <a:pos x="connsiteX35877" y="connsiteY35877"/>
              </a:cxn>
              <a:cxn ang="0">
                <a:pos x="connsiteX35878" y="connsiteY35878"/>
              </a:cxn>
              <a:cxn ang="0">
                <a:pos x="connsiteX35879" y="connsiteY35879"/>
              </a:cxn>
              <a:cxn ang="0">
                <a:pos x="connsiteX35880" y="connsiteY35880"/>
              </a:cxn>
              <a:cxn ang="0">
                <a:pos x="connsiteX35881" y="connsiteY35881"/>
              </a:cxn>
              <a:cxn ang="0">
                <a:pos x="connsiteX35882" y="connsiteY35882"/>
              </a:cxn>
              <a:cxn ang="0">
                <a:pos x="connsiteX35883" y="connsiteY35883"/>
              </a:cxn>
              <a:cxn ang="0">
                <a:pos x="connsiteX35884" y="connsiteY35884"/>
              </a:cxn>
              <a:cxn ang="0">
                <a:pos x="connsiteX35885" y="connsiteY35885"/>
              </a:cxn>
              <a:cxn ang="0">
                <a:pos x="connsiteX35886" y="connsiteY35886"/>
              </a:cxn>
              <a:cxn ang="0">
                <a:pos x="connsiteX35887" y="connsiteY35887"/>
              </a:cxn>
              <a:cxn ang="0">
                <a:pos x="connsiteX35888" y="connsiteY35888"/>
              </a:cxn>
              <a:cxn ang="0">
                <a:pos x="connsiteX35889" y="connsiteY35889"/>
              </a:cxn>
              <a:cxn ang="0">
                <a:pos x="connsiteX35890" y="connsiteY35890"/>
              </a:cxn>
              <a:cxn ang="0">
                <a:pos x="connsiteX35891" y="connsiteY35891"/>
              </a:cxn>
              <a:cxn ang="0">
                <a:pos x="connsiteX35892" y="connsiteY35892"/>
              </a:cxn>
              <a:cxn ang="0">
                <a:pos x="connsiteX35893" y="connsiteY35893"/>
              </a:cxn>
              <a:cxn ang="0">
                <a:pos x="connsiteX35894" y="connsiteY35894"/>
              </a:cxn>
              <a:cxn ang="0">
                <a:pos x="connsiteX35895" y="connsiteY35895"/>
              </a:cxn>
              <a:cxn ang="0">
                <a:pos x="connsiteX35896" y="connsiteY35896"/>
              </a:cxn>
              <a:cxn ang="0">
                <a:pos x="connsiteX35897" y="connsiteY35897"/>
              </a:cxn>
              <a:cxn ang="0">
                <a:pos x="connsiteX35898" y="connsiteY35898"/>
              </a:cxn>
              <a:cxn ang="0">
                <a:pos x="connsiteX35899" y="connsiteY35899"/>
              </a:cxn>
              <a:cxn ang="0">
                <a:pos x="connsiteX35900" y="connsiteY35900"/>
              </a:cxn>
              <a:cxn ang="0">
                <a:pos x="connsiteX35901" y="connsiteY35901"/>
              </a:cxn>
              <a:cxn ang="0">
                <a:pos x="connsiteX35902" y="connsiteY35902"/>
              </a:cxn>
              <a:cxn ang="0">
                <a:pos x="connsiteX35903" y="connsiteY35903"/>
              </a:cxn>
              <a:cxn ang="0">
                <a:pos x="connsiteX35904" y="connsiteY35904"/>
              </a:cxn>
              <a:cxn ang="0">
                <a:pos x="connsiteX35905" y="connsiteY35905"/>
              </a:cxn>
              <a:cxn ang="0">
                <a:pos x="connsiteX35906" y="connsiteY35906"/>
              </a:cxn>
              <a:cxn ang="0">
                <a:pos x="connsiteX35907" y="connsiteY35907"/>
              </a:cxn>
              <a:cxn ang="0">
                <a:pos x="connsiteX35908" y="connsiteY35908"/>
              </a:cxn>
              <a:cxn ang="0">
                <a:pos x="connsiteX35909" y="connsiteY35909"/>
              </a:cxn>
              <a:cxn ang="0">
                <a:pos x="connsiteX35910" y="connsiteY35910"/>
              </a:cxn>
              <a:cxn ang="0">
                <a:pos x="connsiteX35911" y="connsiteY35911"/>
              </a:cxn>
              <a:cxn ang="0">
                <a:pos x="connsiteX35912" y="connsiteY35912"/>
              </a:cxn>
              <a:cxn ang="0">
                <a:pos x="connsiteX35913" y="connsiteY35913"/>
              </a:cxn>
              <a:cxn ang="0">
                <a:pos x="connsiteX35914" y="connsiteY35914"/>
              </a:cxn>
              <a:cxn ang="0">
                <a:pos x="connsiteX35915" y="connsiteY35915"/>
              </a:cxn>
              <a:cxn ang="0">
                <a:pos x="connsiteX35916" y="connsiteY35916"/>
              </a:cxn>
              <a:cxn ang="0">
                <a:pos x="connsiteX35917" y="connsiteY35917"/>
              </a:cxn>
              <a:cxn ang="0">
                <a:pos x="connsiteX35918" y="connsiteY35918"/>
              </a:cxn>
              <a:cxn ang="0">
                <a:pos x="connsiteX35919" y="connsiteY35919"/>
              </a:cxn>
              <a:cxn ang="0">
                <a:pos x="connsiteX35920" y="connsiteY35920"/>
              </a:cxn>
              <a:cxn ang="0">
                <a:pos x="connsiteX35921" y="connsiteY35921"/>
              </a:cxn>
              <a:cxn ang="0">
                <a:pos x="connsiteX35922" y="connsiteY35922"/>
              </a:cxn>
              <a:cxn ang="0">
                <a:pos x="connsiteX35923" y="connsiteY35923"/>
              </a:cxn>
              <a:cxn ang="0">
                <a:pos x="connsiteX35924" y="connsiteY35924"/>
              </a:cxn>
              <a:cxn ang="0">
                <a:pos x="connsiteX35925" y="connsiteY35925"/>
              </a:cxn>
              <a:cxn ang="0">
                <a:pos x="connsiteX35926" y="connsiteY35926"/>
              </a:cxn>
              <a:cxn ang="0">
                <a:pos x="connsiteX35927" y="connsiteY35927"/>
              </a:cxn>
              <a:cxn ang="0">
                <a:pos x="connsiteX35928" y="connsiteY35928"/>
              </a:cxn>
              <a:cxn ang="0">
                <a:pos x="connsiteX35929" y="connsiteY35929"/>
              </a:cxn>
              <a:cxn ang="0">
                <a:pos x="connsiteX35930" y="connsiteY35930"/>
              </a:cxn>
              <a:cxn ang="0">
                <a:pos x="connsiteX35931" y="connsiteY35931"/>
              </a:cxn>
              <a:cxn ang="0">
                <a:pos x="connsiteX35932" y="connsiteY35932"/>
              </a:cxn>
              <a:cxn ang="0">
                <a:pos x="connsiteX35933" y="connsiteY35933"/>
              </a:cxn>
              <a:cxn ang="0">
                <a:pos x="connsiteX35934" y="connsiteY35934"/>
              </a:cxn>
              <a:cxn ang="0">
                <a:pos x="connsiteX35935" y="connsiteY35935"/>
              </a:cxn>
              <a:cxn ang="0">
                <a:pos x="connsiteX35936" y="connsiteY35936"/>
              </a:cxn>
              <a:cxn ang="0">
                <a:pos x="connsiteX35937" y="connsiteY35937"/>
              </a:cxn>
              <a:cxn ang="0">
                <a:pos x="connsiteX35938" y="connsiteY35938"/>
              </a:cxn>
              <a:cxn ang="0">
                <a:pos x="connsiteX35939" y="connsiteY35939"/>
              </a:cxn>
              <a:cxn ang="0">
                <a:pos x="connsiteX35940" y="connsiteY35940"/>
              </a:cxn>
              <a:cxn ang="0">
                <a:pos x="connsiteX35941" y="connsiteY35941"/>
              </a:cxn>
              <a:cxn ang="0">
                <a:pos x="connsiteX35942" y="connsiteY35942"/>
              </a:cxn>
              <a:cxn ang="0">
                <a:pos x="connsiteX35943" y="connsiteY35943"/>
              </a:cxn>
              <a:cxn ang="0">
                <a:pos x="connsiteX35944" y="connsiteY35944"/>
              </a:cxn>
              <a:cxn ang="0">
                <a:pos x="connsiteX35945" y="connsiteY35945"/>
              </a:cxn>
              <a:cxn ang="0">
                <a:pos x="connsiteX35946" y="connsiteY35946"/>
              </a:cxn>
              <a:cxn ang="0">
                <a:pos x="connsiteX35947" y="connsiteY35947"/>
              </a:cxn>
              <a:cxn ang="0">
                <a:pos x="connsiteX35948" y="connsiteY35948"/>
              </a:cxn>
              <a:cxn ang="0">
                <a:pos x="connsiteX35949" y="connsiteY35949"/>
              </a:cxn>
              <a:cxn ang="0">
                <a:pos x="connsiteX35950" y="connsiteY35950"/>
              </a:cxn>
              <a:cxn ang="0">
                <a:pos x="connsiteX35951" y="connsiteY35951"/>
              </a:cxn>
              <a:cxn ang="0">
                <a:pos x="connsiteX35952" y="connsiteY35952"/>
              </a:cxn>
              <a:cxn ang="0">
                <a:pos x="connsiteX35953" y="connsiteY35953"/>
              </a:cxn>
              <a:cxn ang="0">
                <a:pos x="connsiteX35954" y="connsiteY35954"/>
              </a:cxn>
              <a:cxn ang="0">
                <a:pos x="connsiteX35955" y="connsiteY35955"/>
              </a:cxn>
              <a:cxn ang="0">
                <a:pos x="connsiteX35956" y="connsiteY35956"/>
              </a:cxn>
              <a:cxn ang="0">
                <a:pos x="connsiteX35957" y="connsiteY35957"/>
              </a:cxn>
              <a:cxn ang="0">
                <a:pos x="connsiteX35958" y="connsiteY35958"/>
              </a:cxn>
              <a:cxn ang="0">
                <a:pos x="connsiteX35959" y="connsiteY35959"/>
              </a:cxn>
              <a:cxn ang="0">
                <a:pos x="connsiteX35960" y="connsiteY35960"/>
              </a:cxn>
              <a:cxn ang="0">
                <a:pos x="connsiteX35961" y="connsiteY35961"/>
              </a:cxn>
              <a:cxn ang="0">
                <a:pos x="connsiteX35962" y="connsiteY35962"/>
              </a:cxn>
              <a:cxn ang="0">
                <a:pos x="connsiteX35963" y="connsiteY35963"/>
              </a:cxn>
              <a:cxn ang="0">
                <a:pos x="connsiteX35964" y="connsiteY35964"/>
              </a:cxn>
              <a:cxn ang="0">
                <a:pos x="connsiteX35965" y="connsiteY35965"/>
              </a:cxn>
              <a:cxn ang="0">
                <a:pos x="connsiteX35966" y="connsiteY35966"/>
              </a:cxn>
              <a:cxn ang="0">
                <a:pos x="connsiteX35967" y="connsiteY35967"/>
              </a:cxn>
              <a:cxn ang="0">
                <a:pos x="connsiteX35968" y="connsiteY35968"/>
              </a:cxn>
              <a:cxn ang="0">
                <a:pos x="connsiteX35969" y="connsiteY35969"/>
              </a:cxn>
              <a:cxn ang="0">
                <a:pos x="connsiteX35970" y="connsiteY35970"/>
              </a:cxn>
              <a:cxn ang="0">
                <a:pos x="connsiteX35971" y="connsiteY35971"/>
              </a:cxn>
              <a:cxn ang="0">
                <a:pos x="connsiteX35972" y="connsiteY35972"/>
              </a:cxn>
              <a:cxn ang="0">
                <a:pos x="connsiteX35973" y="connsiteY35973"/>
              </a:cxn>
              <a:cxn ang="0">
                <a:pos x="connsiteX35974" y="connsiteY35974"/>
              </a:cxn>
              <a:cxn ang="0">
                <a:pos x="connsiteX35975" y="connsiteY35975"/>
              </a:cxn>
              <a:cxn ang="0">
                <a:pos x="connsiteX35976" y="connsiteY35976"/>
              </a:cxn>
              <a:cxn ang="0">
                <a:pos x="connsiteX35977" y="connsiteY35977"/>
              </a:cxn>
              <a:cxn ang="0">
                <a:pos x="connsiteX35978" y="connsiteY35978"/>
              </a:cxn>
              <a:cxn ang="0">
                <a:pos x="connsiteX35979" y="connsiteY35979"/>
              </a:cxn>
              <a:cxn ang="0">
                <a:pos x="connsiteX35980" y="connsiteY35980"/>
              </a:cxn>
              <a:cxn ang="0">
                <a:pos x="connsiteX35981" y="connsiteY35981"/>
              </a:cxn>
              <a:cxn ang="0">
                <a:pos x="connsiteX35982" y="connsiteY35982"/>
              </a:cxn>
              <a:cxn ang="0">
                <a:pos x="connsiteX35983" y="connsiteY35983"/>
              </a:cxn>
              <a:cxn ang="0">
                <a:pos x="connsiteX35984" y="connsiteY35984"/>
              </a:cxn>
              <a:cxn ang="0">
                <a:pos x="connsiteX35985" y="connsiteY35985"/>
              </a:cxn>
              <a:cxn ang="0">
                <a:pos x="connsiteX35986" y="connsiteY35986"/>
              </a:cxn>
              <a:cxn ang="0">
                <a:pos x="connsiteX35987" y="connsiteY35987"/>
              </a:cxn>
              <a:cxn ang="0">
                <a:pos x="connsiteX35988" y="connsiteY35988"/>
              </a:cxn>
              <a:cxn ang="0">
                <a:pos x="connsiteX35989" y="connsiteY35989"/>
              </a:cxn>
              <a:cxn ang="0">
                <a:pos x="connsiteX35990" y="connsiteY35990"/>
              </a:cxn>
              <a:cxn ang="0">
                <a:pos x="connsiteX35991" y="connsiteY35991"/>
              </a:cxn>
              <a:cxn ang="0">
                <a:pos x="connsiteX35992" y="connsiteY35992"/>
              </a:cxn>
              <a:cxn ang="0">
                <a:pos x="connsiteX35993" y="connsiteY35993"/>
              </a:cxn>
              <a:cxn ang="0">
                <a:pos x="connsiteX35994" y="connsiteY35994"/>
              </a:cxn>
              <a:cxn ang="0">
                <a:pos x="connsiteX35995" y="connsiteY35995"/>
              </a:cxn>
              <a:cxn ang="0">
                <a:pos x="connsiteX35996" y="connsiteY35996"/>
              </a:cxn>
              <a:cxn ang="0">
                <a:pos x="connsiteX35997" y="connsiteY35997"/>
              </a:cxn>
              <a:cxn ang="0">
                <a:pos x="connsiteX35998" y="connsiteY35998"/>
              </a:cxn>
              <a:cxn ang="0">
                <a:pos x="connsiteX35999" y="connsiteY35999"/>
              </a:cxn>
              <a:cxn ang="0">
                <a:pos x="connsiteX36000" y="connsiteY36000"/>
              </a:cxn>
              <a:cxn ang="0">
                <a:pos x="connsiteX36001" y="connsiteY36001"/>
              </a:cxn>
              <a:cxn ang="0">
                <a:pos x="connsiteX36002" y="connsiteY36002"/>
              </a:cxn>
              <a:cxn ang="0">
                <a:pos x="connsiteX36003" y="connsiteY36003"/>
              </a:cxn>
              <a:cxn ang="0">
                <a:pos x="connsiteX36004" y="connsiteY36004"/>
              </a:cxn>
              <a:cxn ang="0">
                <a:pos x="connsiteX36005" y="connsiteY36005"/>
              </a:cxn>
              <a:cxn ang="0">
                <a:pos x="connsiteX36006" y="connsiteY36006"/>
              </a:cxn>
              <a:cxn ang="0">
                <a:pos x="connsiteX36007" y="connsiteY36007"/>
              </a:cxn>
              <a:cxn ang="0">
                <a:pos x="connsiteX36008" y="connsiteY36008"/>
              </a:cxn>
              <a:cxn ang="0">
                <a:pos x="connsiteX36009" y="connsiteY36009"/>
              </a:cxn>
              <a:cxn ang="0">
                <a:pos x="connsiteX36010" y="connsiteY36010"/>
              </a:cxn>
              <a:cxn ang="0">
                <a:pos x="connsiteX36011" y="connsiteY36011"/>
              </a:cxn>
              <a:cxn ang="0">
                <a:pos x="connsiteX36012" y="connsiteY36012"/>
              </a:cxn>
              <a:cxn ang="0">
                <a:pos x="connsiteX36013" y="connsiteY36013"/>
              </a:cxn>
              <a:cxn ang="0">
                <a:pos x="connsiteX36014" y="connsiteY36014"/>
              </a:cxn>
              <a:cxn ang="0">
                <a:pos x="connsiteX36015" y="connsiteY36015"/>
              </a:cxn>
              <a:cxn ang="0">
                <a:pos x="connsiteX36016" y="connsiteY36016"/>
              </a:cxn>
              <a:cxn ang="0">
                <a:pos x="connsiteX36017" y="connsiteY36017"/>
              </a:cxn>
              <a:cxn ang="0">
                <a:pos x="connsiteX36018" y="connsiteY36018"/>
              </a:cxn>
              <a:cxn ang="0">
                <a:pos x="connsiteX36019" y="connsiteY36019"/>
              </a:cxn>
              <a:cxn ang="0">
                <a:pos x="connsiteX36020" y="connsiteY36020"/>
              </a:cxn>
              <a:cxn ang="0">
                <a:pos x="connsiteX36021" y="connsiteY36021"/>
              </a:cxn>
              <a:cxn ang="0">
                <a:pos x="connsiteX36022" y="connsiteY36022"/>
              </a:cxn>
              <a:cxn ang="0">
                <a:pos x="connsiteX36023" y="connsiteY36023"/>
              </a:cxn>
              <a:cxn ang="0">
                <a:pos x="connsiteX36024" y="connsiteY36024"/>
              </a:cxn>
              <a:cxn ang="0">
                <a:pos x="connsiteX36025" y="connsiteY36025"/>
              </a:cxn>
              <a:cxn ang="0">
                <a:pos x="connsiteX36026" y="connsiteY36026"/>
              </a:cxn>
              <a:cxn ang="0">
                <a:pos x="connsiteX36027" y="connsiteY36027"/>
              </a:cxn>
              <a:cxn ang="0">
                <a:pos x="connsiteX36028" y="connsiteY36028"/>
              </a:cxn>
              <a:cxn ang="0">
                <a:pos x="connsiteX36029" y="connsiteY36029"/>
              </a:cxn>
              <a:cxn ang="0">
                <a:pos x="connsiteX36030" y="connsiteY36030"/>
              </a:cxn>
              <a:cxn ang="0">
                <a:pos x="connsiteX36031" y="connsiteY36031"/>
              </a:cxn>
              <a:cxn ang="0">
                <a:pos x="connsiteX36032" y="connsiteY36032"/>
              </a:cxn>
              <a:cxn ang="0">
                <a:pos x="connsiteX36033" y="connsiteY36033"/>
              </a:cxn>
              <a:cxn ang="0">
                <a:pos x="connsiteX36034" y="connsiteY36034"/>
              </a:cxn>
              <a:cxn ang="0">
                <a:pos x="connsiteX36035" y="connsiteY36035"/>
              </a:cxn>
              <a:cxn ang="0">
                <a:pos x="connsiteX36036" y="connsiteY36036"/>
              </a:cxn>
              <a:cxn ang="0">
                <a:pos x="connsiteX36037" y="connsiteY36037"/>
              </a:cxn>
              <a:cxn ang="0">
                <a:pos x="connsiteX36038" y="connsiteY36038"/>
              </a:cxn>
              <a:cxn ang="0">
                <a:pos x="connsiteX36039" y="connsiteY36039"/>
              </a:cxn>
              <a:cxn ang="0">
                <a:pos x="connsiteX36040" y="connsiteY36040"/>
              </a:cxn>
              <a:cxn ang="0">
                <a:pos x="connsiteX36041" y="connsiteY36041"/>
              </a:cxn>
              <a:cxn ang="0">
                <a:pos x="connsiteX36042" y="connsiteY36042"/>
              </a:cxn>
              <a:cxn ang="0">
                <a:pos x="connsiteX36043" y="connsiteY36043"/>
              </a:cxn>
              <a:cxn ang="0">
                <a:pos x="connsiteX36044" y="connsiteY36044"/>
              </a:cxn>
              <a:cxn ang="0">
                <a:pos x="connsiteX36045" y="connsiteY36045"/>
              </a:cxn>
              <a:cxn ang="0">
                <a:pos x="connsiteX36046" y="connsiteY36046"/>
              </a:cxn>
              <a:cxn ang="0">
                <a:pos x="connsiteX36047" y="connsiteY36047"/>
              </a:cxn>
              <a:cxn ang="0">
                <a:pos x="connsiteX36048" y="connsiteY36048"/>
              </a:cxn>
              <a:cxn ang="0">
                <a:pos x="connsiteX36049" y="connsiteY36049"/>
              </a:cxn>
              <a:cxn ang="0">
                <a:pos x="connsiteX36050" y="connsiteY36050"/>
              </a:cxn>
              <a:cxn ang="0">
                <a:pos x="connsiteX36051" y="connsiteY36051"/>
              </a:cxn>
              <a:cxn ang="0">
                <a:pos x="connsiteX36052" y="connsiteY36052"/>
              </a:cxn>
              <a:cxn ang="0">
                <a:pos x="connsiteX36053" y="connsiteY36053"/>
              </a:cxn>
              <a:cxn ang="0">
                <a:pos x="connsiteX36054" y="connsiteY36054"/>
              </a:cxn>
              <a:cxn ang="0">
                <a:pos x="connsiteX36055" y="connsiteY36055"/>
              </a:cxn>
              <a:cxn ang="0">
                <a:pos x="connsiteX36056" y="connsiteY36056"/>
              </a:cxn>
              <a:cxn ang="0">
                <a:pos x="connsiteX36057" y="connsiteY36057"/>
              </a:cxn>
              <a:cxn ang="0">
                <a:pos x="connsiteX36058" y="connsiteY36058"/>
              </a:cxn>
              <a:cxn ang="0">
                <a:pos x="connsiteX36059" y="connsiteY36059"/>
              </a:cxn>
              <a:cxn ang="0">
                <a:pos x="connsiteX36060" y="connsiteY36060"/>
              </a:cxn>
              <a:cxn ang="0">
                <a:pos x="connsiteX36061" y="connsiteY36061"/>
              </a:cxn>
              <a:cxn ang="0">
                <a:pos x="connsiteX36062" y="connsiteY36062"/>
              </a:cxn>
              <a:cxn ang="0">
                <a:pos x="connsiteX36063" y="connsiteY36063"/>
              </a:cxn>
              <a:cxn ang="0">
                <a:pos x="connsiteX36064" y="connsiteY36064"/>
              </a:cxn>
              <a:cxn ang="0">
                <a:pos x="connsiteX36065" y="connsiteY36065"/>
              </a:cxn>
              <a:cxn ang="0">
                <a:pos x="connsiteX36066" y="connsiteY36066"/>
              </a:cxn>
              <a:cxn ang="0">
                <a:pos x="connsiteX36067" y="connsiteY36067"/>
              </a:cxn>
              <a:cxn ang="0">
                <a:pos x="connsiteX36068" y="connsiteY36068"/>
              </a:cxn>
              <a:cxn ang="0">
                <a:pos x="connsiteX36069" y="connsiteY36069"/>
              </a:cxn>
              <a:cxn ang="0">
                <a:pos x="connsiteX36070" y="connsiteY36070"/>
              </a:cxn>
              <a:cxn ang="0">
                <a:pos x="connsiteX36071" y="connsiteY36071"/>
              </a:cxn>
              <a:cxn ang="0">
                <a:pos x="connsiteX36072" y="connsiteY36072"/>
              </a:cxn>
              <a:cxn ang="0">
                <a:pos x="connsiteX36073" y="connsiteY36073"/>
              </a:cxn>
              <a:cxn ang="0">
                <a:pos x="connsiteX36074" y="connsiteY36074"/>
              </a:cxn>
              <a:cxn ang="0">
                <a:pos x="connsiteX36075" y="connsiteY36075"/>
              </a:cxn>
              <a:cxn ang="0">
                <a:pos x="connsiteX36076" y="connsiteY36076"/>
              </a:cxn>
              <a:cxn ang="0">
                <a:pos x="connsiteX36077" y="connsiteY36077"/>
              </a:cxn>
              <a:cxn ang="0">
                <a:pos x="connsiteX36078" y="connsiteY36078"/>
              </a:cxn>
              <a:cxn ang="0">
                <a:pos x="connsiteX36079" y="connsiteY36079"/>
              </a:cxn>
              <a:cxn ang="0">
                <a:pos x="connsiteX36080" y="connsiteY36080"/>
              </a:cxn>
              <a:cxn ang="0">
                <a:pos x="connsiteX36081" y="connsiteY36081"/>
              </a:cxn>
              <a:cxn ang="0">
                <a:pos x="connsiteX36082" y="connsiteY36082"/>
              </a:cxn>
              <a:cxn ang="0">
                <a:pos x="connsiteX36083" y="connsiteY36083"/>
              </a:cxn>
              <a:cxn ang="0">
                <a:pos x="connsiteX36084" y="connsiteY36084"/>
              </a:cxn>
              <a:cxn ang="0">
                <a:pos x="connsiteX36085" y="connsiteY36085"/>
              </a:cxn>
              <a:cxn ang="0">
                <a:pos x="connsiteX36086" y="connsiteY36086"/>
              </a:cxn>
              <a:cxn ang="0">
                <a:pos x="connsiteX36087" y="connsiteY36087"/>
              </a:cxn>
              <a:cxn ang="0">
                <a:pos x="connsiteX36088" y="connsiteY36088"/>
              </a:cxn>
              <a:cxn ang="0">
                <a:pos x="connsiteX36089" y="connsiteY36089"/>
              </a:cxn>
              <a:cxn ang="0">
                <a:pos x="connsiteX36090" y="connsiteY36090"/>
              </a:cxn>
              <a:cxn ang="0">
                <a:pos x="connsiteX36091" y="connsiteY36091"/>
              </a:cxn>
              <a:cxn ang="0">
                <a:pos x="connsiteX36092" y="connsiteY36092"/>
              </a:cxn>
              <a:cxn ang="0">
                <a:pos x="connsiteX36093" y="connsiteY36093"/>
              </a:cxn>
              <a:cxn ang="0">
                <a:pos x="connsiteX36094" y="connsiteY36094"/>
              </a:cxn>
              <a:cxn ang="0">
                <a:pos x="connsiteX36095" y="connsiteY36095"/>
              </a:cxn>
              <a:cxn ang="0">
                <a:pos x="connsiteX36096" y="connsiteY36096"/>
              </a:cxn>
              <a:cxn ang="0">
                <a:pos x="connsiteX36097" y="connsiteY36097"/>
              </a:cxn>
              <a:cxn ang="0">
                <a:pos x="connsiteX36098" y="connsiteY36098"/>
              </a:cxn>
              <a:cxn ang="0">
                <a:pos x="connsiteX36099" y="connsiteY36099"/>
              </a:cxn>
              <a:cxn ang="0">
                <a:pos x="connsiteX36100" y="connsiteY36100"/>
              </a:cxn>
              <a:cxn ang="0">
                <a:pos x="connsiteX36101" y="connsiteY36101"/>
              </a:cxn>
              <a:cxn ang="0">
                <a:pos x="connsiteX36102" y="connsiteY36102"/>
              </a:cxn>
              <a:cxn ang="0">
                <a:pos x="connsiteX36103" y="connsiteY36103"/>
              </a:cxn>
              <a:cxn ang="0">
                <a:pos x="connsiteX36104" y="connsiteY36104"/>
              </a:cxn>
              <a:cxn ang="0">
                <a:pos x="connsiteX36105" y="connsiteY36105"/>
              </a:cxn>
              <a:cxn ang="0">
                <a:pos x="connsiteX36106" y="connsiteY36106"/>
              </a:cxn>
              <a:cxn ang="0">
                <a:pos x="connsiteX36107" y="connsiteY36107"/>
              </a:cxn>
              <a:cxn ang="0">
                <a:pos x="connsiteX36108" y="connsiteY36108"/>
              </a:cxn>
              <a:cxn ang="0">
                <a:pos x="connsiteX36109" y="connsiteY36109"/>
              </a:cxn>
              <a:cxn ang="0">
                <a:pos x="connsiteX36110" y="connsiteY36110"/>
              </a:cxn>
              <a:cxn ang="0">
                <a:pos x="connsiteX36111" y="connsiteY36111"/>
              </a:cxn>
              <a:cxn ang="0">
                <a:pos x="connsiteX36112" y="connsiteY36112"/>
              </a:cxn>
              <a:cxn ang="0">
                <a:pos x="connsiteX36113" y="connsiteY36113"/>
              </a:cxn>
              <a:cxn ang="0">
                <a:pos x="connsiteX36114" y="connsiteY36114"/>
              </a:cxn>
              <a:cxn ang="0">
                <a:pos x="connsiteX36115" y="connsiteY36115"/>
              </a:cxn>
              <a:cxn ang="0">
                <a:pos x="connsiteX36116" y="connsiteY36116"/>
              </a:cxn>
              <a:cxn ang="0">
                <a:pos x="connsiteX36117" y="connsiteY36117"/>
              </a:cxn>
              <a:cxn ang="0">
                <a:pos x="connsiteX36118" y="connsiteY36118"/>
              </a:cxn>
              <a:cxn ang="0">
                <a:pos x="connsiteX36119" y="connsiteY36119"/>
              </a:cxn>
              <a:cxn ang="0">
                <a:pos x="connsiteX36120" y="connsiteY36120"/>
              </a:cxn>
              <a:cxn ang="0">
                <a:pos x="connsiteX36121" y="connsiteY36121"/>
              </a:cxn>
              <a:cxn ang="0">
                <a:pos x="connsiteX36122" y="connsiteY36122"/>
              </a:cxn>
              <a:cxn ang="0">
                <a:pos x="connsiteX36123" y="connsiteY36123"/>
              </a:cxn>
              <a:cxn ang="0">
                <a:pos x="connsiteX36124" y="connsiteY36124"/>
              </a:cxn>
              <a:cxn ang="0">
                <a:pos x="connsiteX36125" y="connsiteY36125"/>
              </a:cxn>
              <a:cxn ang="0">
                <a:pos x="connsiteX36126" y="connsiteY36126"/>
              </a:cxn>
              <a:cxn ang="0">
                <a:pos x="connsiteX36127" y="connsiteY36127"/>
              </a:cxn>
              <a:cxn ang="0">
                <a:pos x="connsiteX36128" y="connsiteY36128"/>
              </a:cxn>
              <a:cxn ang="0">
                <a:pos x="connsiteX36129" y="connsiteY36129"/>
              </a:cxn>
              <a:cxn ang="0">
                <a:pos x="connsiteX36130" y="connsiteY36130"/>
              </a:cxn>
              <a:cxn ang="0">
                <a:pos x="connsiteX36131" y="connsiteY36131"/>
              </a:cxn>
              <a:cxn ang="0">
                <a:pos x="connsiteX36132" y="connsiteY36132"/>
              </a:cxn>
              <a:cxn ang="0">
                <a:pos x="connsiteX36133" y="connsiteY36133"/>
              </a:cxn>
              <a:cxn ang="0">
                <a:pos x="connsiteX36134" y="connsiteY36134"/>
              </a:cxn>
              <a:cxn ang="0">
                <a:pos x="connsiteX36135" y="connsiteY36135"/>
              </a:cxn>
              <a:cxn ang="0">
                <a:pos x="connsiteX36136" y="connsiteY36136"/>
              </a:cxn>
              <a:cxn ang="0">
                <a:pos x="connsiteX36137" y="connsiteY36137"/>
              </a:cxn>
              <a:cxn ang="0">
                <a:pos x="connsiteX36138" y="connsiteY36138"/>
              </a:cxn>
              <a:cxn ang="0">
                <a:pos x="connsiteX36139" y="connsiteY36139"/>
              </a:cxn>
              <a:cxn ang="0">
                <a:pos x="connsiteX36140" y="connsiteY36140"/>
              </a:cxn>
              <a:cxn ang="0">
                <a:pos x="connsiteX36141" y="connsiteY36141"/>
              </a:cxn>
              <a:cxn ang="0">
                <a:pos x="connsiteX36142" y="connsiteY36142"/>
              </a:cxn>
              <a:cxn ang="0">
                <a:pos x="connsiteX36143" y="connsiteY36143"/>
              </a:cxn>
              <a:cxn ang="0">
                <a:pos x="connsiteX36144" y="connsiteY36144"/>
              </a:cxn>
              <a:cxn ang="0">
                <a:pos x="connsiteX36145" y="connsiteY36145"/>
              </a:cxn>
              <a:cxn ang="0">
                <a:pos x="connsiteX36146" y="connsiteY36146"/>
              </a:cxn>
              <a:cxn ang="0">
                <a:pos x="connsiteX36147" y="connsiteY36147"/>
              </a:cxn>
              <a:cxn ang="0">
                <a:pos x="connsiteX36148" y="connsiteY36148"/>
              </a:cxn>
              <a:cxn ang="0">
                <a:pos x="connsiteX36149" y="connsiteY36149"/>
              </a:cxn>
              <a:cxn ang="0">
                <a:pos x="connsiteX36150" y="connsiteY36150"/>
              </a:cxn>
              <a:cxn ang="0">
                <a:pos x="connsiteX36151" y="connsiteY36151"/>
              </a:cxn>
              <a:cxn ang="0">
                <a:pos x="connsiteX36152" y="connsiteY36152"/>
              </a:cxn>
              <a:cxn ang="0">
                <a:pos x="connsiteX36153" y="connsiteY36153"/>
              </a:cxn>
              <a:cxn ang="0">
                <a:pos x="connsiteX36154" y="connsiteY36154"/>
              </a:cxn>
              <a:cxn ang="0">
                <a:pos x="connsiteX36155" y="connsiteY36155"/>
              </a:cxn>
              <a:cxn ang="0">
                <a:pos x="connsiteX36156" y="connsiteY36156"/>
              </a:cxn>
              <a:cxn ang="0">
                <a:pos x="connsiteX36157" y="connsiteY36157"/>
              </a:cxn>
              <a:cxn ang="0">
                <a:pos x="connsiteX36158" y="connsiteY36158"/>
              </a:cxn>
              <a:cxn ang="0">
                <a:pos x="connsiteX36159" y="connsiteY36159"/>
              </a:cxn>
              <a:cxn ang="0">
                <a:pos x="connsiteX36160" y="connsiteY36160"/>
              </a:cxn>
              <a:cxn ang="0">
                <a:pos x="connsiteX36161" y="connsiteY36161"/>
              </a:cxn>
              <a:cxn ang="0">
                <a:pos x="connsiteX36162" y="connsiteY36162"/>
              </a:cxn>
              <a:cxn ang="0">
                <a:pos x="connsiteX36163" y="connsiteY36163"/>
              </a:cxn>
              <a:cxn ang="0">
                <a:pos x="connsiteX36164" y="connsiteY36164"/>
              </a:cxn>
              <a:cxn ang="0">
                <a:pos x="connsiteX36165" y="connsiteY36165"/>
              </a:cxn>
              <a:cxn ang="0">
                <a:pos x="connsiteX36166" y="connsiteY36166"/>
              </a:cxn>
              <a:cxn ang="0">
                <a:pos x="connsiteX36167" y="connsiteY36167"/>
              </a:cxn>
              <a:cxn ang="0">
                <a:pos x="connsiteX36168" y="connsiteY36168"/>
              </a:cxn>
              <a:cxn ang="0">
                <a:pos x="connsiteX36169" y="connsiteY36169"/>
              </a:cxn>
              <a:cxn ang="0">
                <a:pos x="connsiteX36170" y="connsiteY36170"/>
              </a:cxn>
              <a:cxn ang="0">
                <a:pos x="connsiteX36171" y="connsiteY36171"/>
              </a:cxn>
              <a:cxn ang="0">
                <a:pos x="connsiteX36172" y="connsiteY36172"/>
              </a:cxn>
              <a:cxn ang="0">
                <a:pos x="connsiteX36173" y="connsiteY36173"/>
              </a:cxn>
              <a:cxn ang="0">
                <a:pos x="connsiteX36174" y="connsiteY36174"/>
              </a:cxn>
              <a:cxn ang="0">
                <a:pos x="connsiteX36175" y="connsiteY36175"/>
              </a:cxn>
              <a:cxn ang="0">
                <a:pos x="connsiteX36176" y="connsiteY36176"/>
              </a:cxn>
              <a:cxn ang="0">
                <a:pos x="connsiteX36177" y="connsiteY36177"/>
              </a:cxn>
              <a:cxn ang="0">
                <a:pos x="connsiteX36178" y="connsiteY36178"/>
              </a:cxn>
              <a:cxn ang="0">
                <a:pos x="connsiteX36179" y="connsiteY36179"/>
              </a:cxn>
              <a:cxn ang="0">
                <a:pos x="connsiteX36180" y="connsiteY36180"/>
              </a:cxn>
              <a:cxn ang="0">
                <a:pos x="connsiteX36181" y="connsiteY36181"/>
              </a:cxn>
              <a:cxn ang="0">
                <a:pos x="connsiteX36182" y="connsiteY36182"/>
              </a:cxn>
              <a:cxn ang="0">
                <a:pos x="connsiteX36183" y="connsiteY36183"/>
              </a:cxn>
              <a:cxn ang="0">
                <a:pos x="connsiteX36184" y="connsiteY36184"/>
              </a:cxn>
              <a:cxn ang="0">
                <a:pos x="connsiteX36185" y="connsiteY36185"/>
              </a:cxn>
              <a:cxn ang="0">
                <a:pos x="connsiteX36186" y="connsiteY36186"/>
              </a:cxn>
              <a:cxn ang="0">
                <a:pos x="connsiteX36187" y="connsiteY36187"/>
              </a:cxn>
              <a:cxn ang="0">
                <a:pos x="connsiteX36188" y="connsiteY36188"/>
              </a:cxn>
              <a:cxn ang="0">
                <a:pos x="connsiteX36189" y="connsiteY36189"/>
              </a:cxn>
              <a:cxn ang="0">
                <a:pos x="connsiteX36190" y="connsiteY36190"/>
              </a:cxn>
              <a:cxn ang="0">
                <a:pos x="connsiteX36191" y="connsiteY36191"/>
              </a:cxn>
              <a:cxn ang="0">
                <a:pos x="connsiteX36192" y="connsiteY36192"/>
              </a:cxn>
              <a:cxn ang="0">
                <a:pos x="connsiteX36193" y="connsiteY36193"/>
              </a:cxn>
              <a:cxn ang="0">
                <a:pos x="connsiteX36194" y="connsiteY36194"/>
              </a:cxn>
              <a:cxn ang="0">
                <a:pos x="connsiteX36195" y="connsiteY36195"/>
              </a:cxn>
              <a:cxn ang="0">
                <a:pos x="connsiteX36196" y="connsiteY36196"/>
              </a:cxn>
              <a:cxn ang="0">
                <a:pos x="connsiteX36197" y="connsiteY36197"/>
              </a:cxn>
              <a:cxn ang="0">
                <a:pos x="connsiteX36198" y="connsiteY36198"/>
              </a:cxn>
              <a:cxn ang="0">
                <a:pos x="connsiteX36199" y="connsiteY36199"/>
              </a:cxn>
              <a:cxn ang="0">
                <a:pos x="connsiteX36200" y="connsiteY36200"/>
              </a:cxn>
              <a:cxn ang="0">
                <a:pos x="connsiteX36201" y="connsiteY36201"/>
              </a:cxn>
              <a:cxn ang="0">
                <a:pos x="connsiteX36202" y="connsiteY36202"/>
              </a:cxn>
              <a:cxn ang="0">
                <a:pos x="connsiteX36203" y="connsiteY36203"/>
              </a:cxn>
              <a:cxn ang="0">
                <a:pos x="connsiteX36204" y="connsiteY36204"/>
              </a:cxn>
              <a:cxn ang="0">
                <a:pos x="connsiteX36205" y="connsiteY36205"/>
              </a:cxn>
              <a:cxn ang="0">
                <a:pos x="connsiteX36206" y="connsiteY36206"/>
              </a:cxn>
              <a:cxn ang="0">
                <a:pos x="connsiteX36207" y="connsiteY36207"/>
              </a:cxn>
              <a:cxn ang="0">
                <a:pos x="connsiteX36208" y="connsiteY36208"/>
              </a:cxn>
              <a:cxn ang="0">
                <a:pos x="connsiteX36209" y="connsiteY36209"/>
              </a:cxn>
              <a:cxn ang="0">
                <a:pos x="connsiteX36210" y="connsiteY36210"/>
              </a:cxn>
              <a:cxn ang="0">
                <a:pos x="connsiteX36211" y="connsiteY36211"/>
              </a:cxn>
              <a:cxn ang="0">
                <a:pos x="connsiteX36212" y="connsiteY36212"/>
              </a:cxn>
              <a:cxn ang="0">
                <a:pos x="connsiteX36213" y="connsiteY36213"/>
              </a:cxn>
              <a:cxn ang="0">
                <a:pos x="connsiteX36214" y="connsiteY36214"/>
              </a:cxn>
              <a:cxn ang="0">
                <a:pos x="connsiteX36215" y="connsiteY36215"/>
              </a:cxn>
              <a:cxn ang="0">
                <a:pos x="connsiteX36216" y="connsiteY36216"/>
              </a:cxn>
              <a:cxn ang="0">
                <a:pos x="connsiteX36217" y="connsiteY36217"/>
              </a:cxn>
              <a:cxn ang="0">
                <a:pos x="connsiteX36218" y="connsiteY36218"/>
              </a:cxn>
              <a:cxn ang="0">
                <a:pos x="connsiteX36219" y="connsiteY36219"/>
              </a:cxn>
              <a:cxn ang="0">
                <a:pos x="connsiteX36220" y="connsiteY36220"/>
              </a:cxn>
              <a:cxn ang="0">
                <a:pos x="connsiteX36221" y="connsiteY36221"/>
              </a:cxn>
              <a:cxn ang="0">
                <a:pos x="connsiteX36222" y="connsiteY36222"/>
              </a:cxn>
              <a:cxn ang="0">
                <a:pos x="connsiteX36223" y="connsiteY36223"/>
              </a:cxn>
              <a:cxn ang="0">
                <a:pos x="connsiteX36224" y="connsiteY36224"/>
              </a:cxn>
              <a:cxn ang="0">
                <a:pos x="connsiteX36225" y="connsiteY36225"/>
              </a:cxn>
              <a:cxn ang="0">
                <a:pos x="connsiteX36226" y="connsiteY36226"/>
              </a:cxn>
              <a:cxn ang="0">
                <a:pos x="connsiteX36227" y="connsiteY36227"/>
              </a:cxn>
              <a:cxn ang="0">
                <a:pos x="connsiteX36228" y="connsiteY36228"/>
              </a:cxn>
              <a:cxn ang="0">
                <a:pos x="connsiteX36229" y="connsiteY36229"/>
              </a:cxn>
              <a:cxn ang="0">
                <a:pos x="connsiteX36230" y="connsiteY36230"/>
              </a:cxn>
              <a:cxn ang="0">
                <a:pos x="connsiteX36231" y="connsiteY36231"/>
              </a:cxn>
              <a:cxn ang="0">
                <a:pos x="connsiteX36232" y="connsiteY36232"/>
              </a:cxn>
              <a:cxn ang="0">
                <a:pos x="connsiteX36233" y="connsiteY36233"/>
              </a:cxn>
              <a:cxn ang="0">
                <a:pos x="connsiteX36234" y="connsiteY36234"/>
              </a:cxn>
              <a:cxn ang="0">
                <a:pos x="connsiteX36235" y="connsiteY36235"/>
              </a:cxn>
              <a:cxn ang="0">
                <a:pos x="connsiteX36236" y="connsiteY36236"/>
              </a:cxn>
              <a:cxn ang="0">
                <a:pos x="connsiteX36237" y="connsiteY36237"/>
              </a:cxn>
              <a:cxn ang="0">
                <a:pos x="connsiteX36238" y="connsiteY36238"/>
              </a:cxn>
              <a:cxn ang="0">
                <a:pos x="connsiteX36239" y="connsiteY36239"/>
              </a:cxn>
              <a:cxn ang="0">
                <a:pos x="connsiteX36240" y="connsiteY36240"/>
              </a:cxn>
              <a:cxn ang="0">
                <a:pos x="connsiteX36241" y="connsiteY36241"/>
              </a:cxn>
              <a:cxn ang="0">
                <a:pos x="connsiteX36242" y="connsiteY36242"/>
              </a:cxn>
              <a:cxn ang="0">
                <a:pos x="connsiteX36243" y="connsiteY36243"/>
              </a:cxn>
              <a:cxn ang="0">
                <a:pos x="connsiteX36244" y="connsiteY36244"/>
              </a:cxn>
              <a:cxn ang="0">
                <a:pos x="connsiteX36245" y="connsiteY36245"/>
              </a:cxn>
              <a:cxn ang="0">
                <a:pos x="connsiteX36246" y="connsiteY36246"/>
              </a:cxn>
              <a:cxn ang="0">
                <a:pos x="connsiteX36247" y="connsiteY36247"/>
              </a:cxn>
              <a:cxn ang="0">
                <a:pos x="connsiteX36248" y="connsiteY36248"/>
              </a:cxn>
              <a:cxn ang="0">
                <a:pos x="connsiteX36249" y="connsiteY36249"/>
              </a:cxn>
              <a:cxn ang="0">
                <a:pos x="connsiteX36250" y="connsiteY36250"/>
              </a:cxn>
              <a:cxn ang="0">
                <a:pos x="connsiteX36251" y="connsiteY36251"/>
              </a:cxn>
              <a:cxn ang="0">
                <a:pos x="connsiteX36252" y="connsiteY36252"/>
              </a:cxn>
              <a:cxn ang="0">
                <a:pos x="connsiteX36253" y="connsiteY36253"/>
              </a:cxn>
              <a:cxn ang="0">
                <a:pos x="connsiteX36254" y="connsiteY36254"/>
              </a:cxn>
              <a:cxn ang="0">
                <a:pos x="connsiteX36255" y="connsiteY36255"/>
              </a:cxn>
              <a:cxn ang="0">
                <a:pos x="connsiteX36256" y="connsiteY36256"/>
              </a:cxn>
              <a:cxn ang="0">
                <a:pos x="connsiteX36257" y="connsiteY36257"/>
              </a:cxn>
              <a:cxn ang="0">
                <a:pos x="connsiteX36258" y="connsiteY36258"/>
              </a:cxn>
              <a:cxn ang="0">
                <a:pos x="connsiteX36259" y="connsiteY36259"/>
              </a:cxn>
              <a:cxn ang="0">
                <a:pos x="connsiteX36260" y="connsiteY36260"/>
              </a:cxn>
              <a:cxn ang="0">
                <a:pos x="connsiteX36261" y="connsiteY36261"/>
              </a:cxn>
              <a:cxn ang="0">
                <a:pos x="connsiteX36262" y="connsiteY36262"/>
              </a:cxn>
              <a:cxn ang="0">
                <a:pos x="connsiteX36263" y="connsiteY36263"/>
              </a:cxn>
              <a:cxn ang="0">
                <a:pos x="connsiteX36264" y="connsiteY36264"/>
              </a:cxn>
              <a:cxn ang="0">
                <a:pos x="connsiteX36265" y="connsiteY36265"/>
              </a:cxn>
              <a:cxn ang="0">
                <a:pos x="connsiteX36266" y="connsiteY36266"/>
              </a:cxn>
              <a:cxn ang="0">
                <a:pos x="connsiteX36267" y="connsiteY36267"/>
              </a:cxn>
              <a:cxn ang="0">
                <a:pos x="connsiteX36268" y="connsiteY36268"/>
              </a:cxn>
              <a:cxn ang="0">
                <a:pos x="connsiteX36269" y="connsiteY36269"/>
              </a:cxn>
              <a:cxn ang="0">
                <a:pos x="connsiteX36270" y="connsiteY36270"/>
              </a:cxn>
              <a:cxn ang="0">
                <a:pos x="connsiteX36271" y="connsiteY36271"/>
              </a:cxn>
              <a:cxn ang="0">
                <a:pos x="connsiteX36272" y="connsiteY36272"/>
              </a:cxn>
              <a:cxn ang="0">
                <a:pos x="connsiteX36273" y="connsiteY36273"/>
              </a:cxn>
              <a:cxn ang="0">
                <a:pos x="connsiteX36274" y="connsiteY36274"/>
              </a:cxn>
              <a:cxn ang="0">
                <a:pos x="connsiteX36275" y="connsiteY36275"/>
              </a:cxn>
              <a:cxn ang="0">
                <a:pos x="connsiteX36276" y="connsiteY36276"/>
              </a:cxn>
              <a:cxn ang="0">
                <a:pos x="connsiteX36277" y="connsiteY36277"/>
              </a:cxn>
              <a:cxn ang="0">
                <a:pos x="connsiteX36278" y="connsiteY36278"/>
              </a:cxn>
              <a:cxn ang="0">
                <a:pos x="connsiteX36279" y="connsiteY36279"/>
              </a:cxn>
              <a:cxn ang="0">
                <a:pos x="connsiteX36280" y="connsiteY36280"/>
              </a:cxn>
              <a:cxn ang="0">
                <a:pos x="connsiteX36281" y="connsiteY36281"/>
              </a:cxn>
              <a:cxn ang="0">
                <a:pos x="connsiteX36282" y="connsiteY36282"/>
              </a:cxn>
              <a:cxn ang="0">
                <a:pos x="connsiteX36283" y="connsiteY36283"/>
              </a:cxn>
              <a:cxn ang="0">
                <a:pos x="connsiteX36284" y="connsiteY36284"/>
              </a:cxn>
              <a:cxn ang="0">
                <a:pos x="connsiteX36285" y="connsiteY36285"/>
              </a:cxn>
              <a:cxn ang="0">
                <a:pos x="connsiteX36286" y="connsiteY36286"/>
              </a:cxn>
              <a:cxn ang="0">
                <a:pos x="connsiteX36287" y="connsiteY36287"/>
              </a:cxn>
              <a:cxn ang="0">
                <a:pos x="connsiteX36288" y="connsiteY36288"/>
              </a:cxn>
              <a:cxn ang="0">
                <a:pos x="connsiteX36289" y="connsiteY36289"/>
              </a:cxn>
              <a:cxn ang="0">
                <a:pos x="connsiteX36290" y="connsiteY36290"/>
              </a:cxn>
              <a:cxn ang="0">
                <a:pos x="connsiteX36291" y="connsiteY36291"/>
              </a:cxn>
              <a:cxn ang="0">
                <a:pos x="connsiteX36292" y="connsiteY36292"/>
              </a:cxn>
              <a:cxn ang="0">
                <a:pos x="connsiteX36293" y="connsiteY36293"/>
              </a:cxn>
              <a:cxn ang="0">
                <a:pos x="connsiteX36294" y="connsiteY36294"/>
              </a:cxn>
              <a:cxn ang="0">
                <a:pos x="connsiteX36295" y="connsiteY36295"/>
              </a:cxn>
              <a:cxn ang="0">
                <a:pos x="connsiteX36296" y="connsiteY36296"/>
              </a:cxn>
              <a:cxn ang="0">
                <a:pos x="connsiteX36297" y="connsiteY36297"/>
              </a:cxn>
              <a:cxn ang="0">
                <a:pos x="connsiteX36298" y="connsiteY36298"/>
              </a:cxn>
              <a:cxn ang="0">
                <a:pos x="connsiteX36299" y="connsiteY36299"/>
              </a:cxn>
              <a:cxn ang="0">
                <a:pos x="connsiteX36300" y="connsiteY36300"/>
              </a:cxn>
              <a:cxn ang="0">
                <a:pos x="connsiteX36301" y="connsiteY36301"/>
              </a:cxn>
              <a:cxn ang="0">
                <a:pos x="connsiteX36302" y="connsiteY36302"/>
              </a:cxn>
              <a:cxn ang="0">
                <a:pos x="connsiteX36303" y="connsiteY36303"/>
              </a:cxn>
              <a:cxn ang="0">
                <a:pos x="connsiteX36304" y="connsiteY36304"/>
              </a:cxn>
              <a:cxn ang="0">
                <a:pos x="connsiteX36305" y="connsiteY36305"/>
              </a:cxn>
              <a:cxn ang="0">
                <a:pos x="connsiteX36306" y="connsiteY36306"/>
              </a:cxn>
              <a:cxn ang="0">
                <a:pos x="connsiteX36307" y="connsiteY36307"/>
              </a:cxn>
              <a:cxn ang="0">
                <a:pos x="connsiteX36308" y="connsiteY36308"/>
              </a:cxn>
              <a:cxn ang="0">
                <a:pos x="connsiteX36309" y="connsiteY36309"/>
              </a:cxn>
              <a:cxn ang="0">
                <a:pos x="connsiteX36310" y="connsiteY36310"/>
              </a:cxn>
              <a:cxn ang="0">
                <a:pos x="connsiteX36311" y="connsiteY36311"/>
              </a:cxn>
              <a:cxn ang="0">
                <a:pos x="connsiteX36312" y="connsiteY36312"/>
              </a:cxn>
              <a:cxn ang="0">
                <a:pos x="connsiteX36313" y="connsiteY36313"/>
              </a:cxn>
              <a:cxn ang="0">
                <a:pos x="connsiteX36314" y="connsiteY36314"/>
              </a:cxn>
              <a:cxn ang="0">
                <a:pos x="connsiteX36315" y="connsiteY36315"/>
              </a:cxn>
              <a:cxn ang="0">
                <a:pos x="connsiteX36316" y="connsiteY36316"/>
              </a:cxn>
              <a:cxn ang="0">
                <a:pos x="connsiteX36317" y="connsiteY36317"/>
              </a:cxn>
              <a:cxn ang="0">
                <a:pos x="connsiteX36318" y="connsiteY36318"/>
              </a:cxn>
              <a:cxn ang="0">
                <a:pos x="connsiteX36319" y="connsiteY36319"/>
              </a:cxn>
              <a:cxn ang="0">
                <a:pos x="connsiteX36320" y="connsiteY36320"/>
              </a:cxn>
              <a:cxn ang="0">
                <a:pos x="connsiteX36321" y="connsiteY36321"/>
              </a:cxn>
              <a:cxn ang="0">
                <a:pos x="connsiteX36322" y="connsiteY36322"/>
              </a:cxn>
              <a:cxn ang="0">
                <a:pos x="connsiteX36323" y="connsiteY36323"/>
              </a:cxn>
              <a:cxn ang="0">
                <a:pos x="connsiteX36324" y="connsiteY36324"/>
              </a:cxn>
              <a:cxn ang="0">
                <a:pos x="connsiteX36325" y="connsiteY36325"/>
              </a:cxn>
              <a:cxn ang="0">
                <a:pos x="connsiteX36326" y="connsiteY36326"/>
              </a:cxn>
              <a:cxn ang="0">
                <a:pos x="connsiteX36327" y="connsiteY36327"/>
              </a:cxn>
              <a:cxn ang="0">
                <a:pos x="connsiteX36328" y="connsiteY36328"/>
              </a:cxn>
              <a:cxn ang="0">
                <a:pos x="connsiteX36329" y="connsiteY36329"/>
              </a:cxn>
              <a:cxn ang="0">
                <a:pos x="connsiteX36330" y="connsiteY36330"/>
              </a:cxn>
              <a:cxn ang="0">
                <a:pos x="connsiteX36331" y="connsiteY36331"/>
              </a:cxn>
              <a:cxn ang="0">
                <a:pos x="connsiteX36332" y="connsiteY36332"/>
              </a:cxn>
              <a:cxn ang="0">
                <a:pos x="connsiteX36333" y="connsiteY36333"/>
              </a:cxn>
              <a:cxn ang="0">
                <a:pos x="connsiteX36334" y="connsiteY36334"/>
              </a:cxn>
              <a:cxn ang="0">
                <a:pos x="connsiteX36335" y="connsiteY36335"/>
              </a:cxn>
              <a:cxn ang="0">
                <a:pos x="connsiteX36336" y="connsiteY36336"/>
              </a:cxn>
              <a:cxn ang="0">
                <a:pos x="connsiteX36337" y="connsiteY36337"/>
              </a:cxn>
              <a:cxn ang="0">
                <a:pos x="connsiteX36338" y="connsiteY36338"/>
              </a:cxn>
              <a:cxn ang="0">
                <a:pos x="connsiteX36339" y="connsiteY36339"/>
              </a:cxn>
              <a:cxn ang="0">
                <a:pos x="connsiteX36340" y="connsiteY36340"/>
              </a:cxn>
              <a:cxn ang="0">
                <a:pos x="connsiteX36341" y="connsiteY36341"/>
              </a:cxn>
              <a:cxn ang="0">
                <a:pos x="connsiteX36342" y="connsiteY36342"/>
              </a:cxn>
              <a:cxn ang="0">
                <a:pos x="connsiteX36343" y="connsiteY36343"/>
              </a:cxn>
              <a:cxn ang="0">
                <a:pos x="connsiteX36344" y="connsiteY36344"/>
              </a:cxn>
              <a:cxn ang="0">
                <a:pos x="connsiteX36345" y="connsiteY36345"/>
              </a:cxn>
              <a:cxn ang="0">
                <a:pos x="connsiteX36346" y="connsiteY36346"/>
              </a:cxn>
              <a:cxn ang="0">
                <a:pos x="connsiteX36347" y="connsiteY36347"/>
              </a:cxn>
              <a:cxn ang="0">
                <a:pos x="connsiteX36348" y="connsiteY36348"/>
              </a:cxn>
              <a:cxn ang="0">
                <a:pos x="connsiteX36349" y="connsiteY36349"/>
              </a:cxn>
              <a:cxn ang="0">
                <a:pos x="connsiteX36350" y="connsiteY36350"/>
              </a:cxn>
              <a:cxn ang="0">
                <a:pos x="connsiteX36351" y="connsiteY36351"/>
              </a:cxn>
              <a:cxn ang="0">
                <a:pos x="connsiteX36352" y="connsiteY36352"/>
              </a:cxn>
              <a:cxn ang="0">
                <a:pos x="connsiteX36353" y="connsiteY36353"/>
              </a:cxn>
              <a:cxn ang="0">
                <a:pos x="connsiteX36354" y="connsiteY36354"/>
              </a:cxn>
              <a:cxn ang="0">
                <a:pos x="connsiteX36355" y="connsiteY36355"/>
              </a:cxn>
              <a:cxn ang="0">
                <a:pos x="connsiteX36356" y="connsiteY36356"/>
              </a:cxn>
              <a:cxn ang="0">
                <a:pos x="connsiteX36357" y="connsiteY36357"/>
              </a:cxn>
              <a:cxn ang="0">
                <a:pos x="connsiteX36358" y="connsiteY36358"/>
              </a:cxn>
              <a:cxn ang="0">
                <a:pos x="connsiteX36359" y="connsiteY36359"/>
              </a:cxn>
              <a:cxn ang="0">
                <a:pos x="connsiteX36360" y="connsiteY36360"/>
              </a:cxn>
              <a:cxn ang="0">
                <a:pos x="connsiteX36361" y="connsiteY36361"/>
              </a:cxn>
              <a:cxn ang="0">
                <a:pos x="connsiteX36362" y="connsiteY36362"/>
              </a:cxn>
              <a:cxn ang="0">
                <a:pos x="connsiteX36363" y="connsiteY36363"/>
              </a:cxn>
              <a:cxn ang="0">
                <a:pos x="connsiteX36364" y="connsiteY36364"/>
              </a:cxn>
              <a:cxn ang="0">
                <a:pos x="connsiteX36365" y="connsiteY36365"/>
              </a:cxn>
              <a:cxn ang="0">
                <a:pos x="connsiteX36366" y="connsiteY36366"/>
              </a:cxn>
              <a:cxn ang="0">
                <a:pos x="connsiteX36367" y="connsiteY36367"/>
              </a:cxn>
              <a:cxn ang="0">
                <a:pos x="connsiteX36368" y="connsiteY36368"/>
              </a:cxn>
              <a:cxn ang="0">
                <a:pos x="connsiteX36369" y="connsiteY36369"/>
              </a:cxn>
              <a:cxn ang="0">
                <a:pos x="connsiteX36370" y="connsiteY36370"/>
              </a:cxn>
              <a:cxn ang="0">
                <a:pos x="connsiteX36371" y="connsiteY36371"/>
              </a:cxn>
              <a:cxn ang="0">
                <a:pos x="connsiteX36372" y="connsiteY36372"/>
              </a:cxn>
              <a:cxn ang="0">
                <a:pos x="connsiteX36373" y="connsiteY36373"/>
              </a:cxn>
              <a:cxn ang="0">
                <a:pos x="connsiteX36374" y="connsiteY36374"/>
              </a:cxn>
              <a:cxn ang="0">
                <a:pos x="connsiteX36375" y="connsiteY36375"/>
              </a:cxn>
              <a:cxn ang="0">
                <a:pos x="connsiteX36376" y="connsiteY36376"/>
              </a:cxn>
              <a:cxn ang="0">
                <a:pos x="connsiteX36377" y="connsiteY36377"/>
              </a:cxn>
              <a:cxn ang="0">
                <a:pos x="connsiteX36378" y="connsiteY36378"/>
              </a:cxn>
              <a:cxn ang="0">
                <a:pos x="connsiteX36379" y="connsiteY36379"/>
              </a:cxn>
              <a:cxn ang="0">
                <a:pos x="connsiteX36380" y="connsiteY36380"/>
              </a:cxn>
              <a:cxn ang="0">
                <a:pos x="connsiteX36381" y="connsiteY36381"/>
              </a:cxn>
              <a:cxn ang="0">
                <a:pos x="connsiteX36382" y="connsiteY36382"/>
              </a:cxn>
              <a:cxn ang="0">
                <a:pos x="connsiteX36383" y="connsiteY36383"/>
              </a:cxn>
              <a:cxn ang="0">
                <a:pos x="connsiteX36384" y="connsiteY36384"/>
              </a:cxn>
              <a:cxn ang="0">
                <a:pos x="connsiteX36385" y="connsiteY36385"/>
              </a:cxn>
              <a:cxn ang="0">
                <a:pos x="connsiteX36386" y="connsiteY36386"/>
              </a:cxn>
              <a:cxn ang="0">
                <a:pos x="connsiteX36387" y="connsiteY36387"/>
              </a:cxn>
              <a:cxn ang="0">
                <a:pos x="connsiteX36388" y="connsiteY36388"/>
              </a:cxn>
              <a:cxn ang="0">
                <a:pos x="connsiteX36389" y="connsiteY36389"/>
              </a:cxn>
              <a:cxn ang="0">
                <a:pos x="connsiteX36390" y="connsiteY36390"/>
              </a:cxn>
              <a:cxn ang="0">
                <a:pos x="connsiteX36391" y="connsiteY36391"/>
              </a:cxn>
              <a:cxn ang="0">
                <a:pos x="connsiteX36392" y="connsiteY36392"/>
              </a:cxn>
              <a:cxn ang="0">
                <a:pos x="connsiteX36393" y="connsiteY36393"/>
              </a:cxn>
              <a:cxn ang="0">
                <a:pos x="connsiteX36394" y="connsiteY36394"/>
              </a:cxn>
              <a:cxn ang="0">
                <a:pos x="connsiteX36395" y="connsiteY36395"/>
              </a:cxn>
              <a:cxn ang="0">
                <a:pos x="connsiteX36396" y="connsiteY36396"/>
              </a:cxn>
              <a:cxn ang="0">
                <a:pos x="connsiteX36397" y="connsiteY36397"/>
              </a:cxn>
              <a:cxn ang="0">
                <a:pos x="connsiteX36398" y="connsiteY36398"/>
              </a:cxn>
              <a:cxn ang="0">
                <a:pos x="connsiteX36399" y="connsiteY36399"/>
              </a:cxn>
              <a:cxn ang="0">
                <a:pos x="connsiteX36400" y="connsiteY36400"/>
              </a:cxn>
              <a:cxn ang="0">
                <a:pos x="connsiteX36401" y="connsiteY36401"/>
              </a:cxn>
              <a:cxn ang="0">
                <a:pos x="connsiteX36402" y="connsiteY36402"/>
              </a:cxn>
              <a:cxn ang="0">
                <a:pos x="connsiteX36403" y="connsiteY36403"/>
              </a:cxn>
              <a:cxn ang="0">
                <a:pos x="connsiteX36404" y="connsiteY36404"/>
              </a:cxn>
              <a:cxn ang="0">
                <a:pos x="connsiteX36405" y="connsiteY36405"/>
              </a:cxn>
              <a:cxn ang="0">
                <a:pos x="connsiteX36406" y="connsiteY36406"/>
              </a:cxn>
              <a:cxn ang="0">
                <a:pos x="connsiteX36407" y="connsiteY36407"/>
              </a:cxn>
              <a:cxn ang="0">
                <a:pos x="connsiteX36408" y="connsiteY36408"/>
              </a:cxn>
              <a:cxn ang="0">
                <a:pos x="connsiteX36409" y="connsiteY36409"/>
              </a:cxn>
              <a:cxn ang="0">
                <a:pos x="connsiteX36410" y="connsiteY36410"/>
              </a:cxn>
              <a:cxn ang="0">
                <a:pos x="connsiteX36411" y="connsiteY36411"/>
              </a:cxn>
              <a:cxn ang="0">
                <a:pos x="connsiteX36412" y="connsiteY36412"/>
              </a:cxn>
              <a:cxn ang="0">
                <a:pos x="connsiteX36413" y="connsiteY36413"/>
              </a:cxn>
              <a:cxn ang="0">
                <a:pos x="connsiteX36414" y="connsiteY36414"/>
              </a:cxn>
              <a:cxn ang="0">
                <a:pos x="connsiteX36415" y="connsiteY36415"/>
              </a:cxn>
              <a:cxn ang="0">
                <a:pos x="connsiteX36416" y="connsiteY36416"/>
              </a:cxn>
              <a:cxn ang="0">
                <a:pos x="connsiteX36417" y="connsiteY36417"/>
              </a:cxn>
              <a:cxn ang="0">
                <a:pos x="connsiteX36418" y="connsiteY36418"/>
              </a:cxn>
              <a:cxn ang="0">
                <a:pos x="connsiteX36419" y="connsiteY36419"/>
              </a:cxn>
              <a:cxn ang="0">
                <a:pos x="connsiteX36420" y="connsiteY36420"/>
              </a:cxn>
              <a:cxn ang="0">
                <a:pos x="connsiteX36421" y="connsiteY36421"/>
              </a:cxn>
              <a:cxn ang="0">
                <a:pos x="connsiteX36422" y="connsiteY36422"/>
              </a:cxn>
              <a:cxn ang="0">
                <a:pos x="connsiteX36423" y="connsiteY36423"/>
              </a:cxn>
              <a:cxn ang="0">
                <a:pos x="connsiteX36424" y="connsiteY36424"/>
              </a:cxn>
              <a:cxn ang="0">
                <a:pos x="connsiteX36425" y="connsiteY36425"/>
              </a:cxn>
              <a:cxn ang="0">
                <a:pos x="connsiteX36426" y="connsiteY36426"/>
              </a:cxn>
              <a:cxn ang="0">
                <a:pos x="connsiteX36427" y="connsiteY36427"/>
              </a:cxn>
              <a:cxn ang="0">
                <a:pos x="connsiteX36428" y="connsiteY36428"/>
              </a:cxn>
              <a:cxn ang="0">
                <a:pos x="connsiteX36429" y="connsiteY36429"/>
              </a:cxn>
              <a:cxn ang="0">
                <a:pos x="connsiteX36430" y="connsiteY36430"/>
              </a:cxn>
              <a:cxn ang="0">
                <a:pos x="connsiteX36431" y="connsiteY36431"/>
              </a:cxn>
              <a:cxn ang="0">
                <a:pos x="connsiteX36432" y="connsiteY36432"/>
              </a:cxn>
              <a:cxn ang="0">
                <a:pos x="connsiteX36433" y="connsiteY36433"/>
              </a:cxn>
              <a:cxn ang="0">
                <a:pos x="connsiteX36434" y="connsiteY36434"/>
              </a:cxn>
              <a:cxn ang="0">
                <a:pos x="connsiteX36435" y="connsiteY36435"/>
              </a:cxn>
              <a:cxn ang="0">
                <a:pos x="connsiteX36436" y="connsiteY36436"/>
              </a:cxn>
              <a:cxn ang="0">
                <a:pos x="connsiteX36437" y="connsiteY36437"/>
              </a:cxn>
              <a:cxn ang="0">
                <a:pos x="connsiteX36438" y="connsiteY36438"/>
              </a:cxn>
              <a:cxn ang="0">
                <a:pos x="connsiteX36439" y="connsiteY36439"/>
              </a:cxn>
              <a:cxn ang="0">
                <a:pos x="connsiteX36440" y="connsiteY36440"/>
              </a:cxn>
              <a:cxn ang="0">
                <a:pos x="connsiteX36441" y="connsiteY36441"/>
              </a:cxn>
              <a:cxn ang="0">
                <a:pos x="connsiteX36442" y="connsiteY36442"/>
              </a:cxn>
              <a:cxn ang="0">
                <a:pos x="connsiteX36443" y="connsiteY36443"/>
              </a:cxn>
              <a:cxn ang="0">
                <a:pos x="connsiteX36444" y="connsiteY36444"/>
              </a:cxn>
              <a:cxn ang="0">
                <a:pos x="connsiteX36445" y="connsiteY36445"/>
              </a:cxn>
              <a:cxn ang="0">
                <a:pos x="connsiteX36446" y="connsiteY36446"/>
              </a:cxn>
              <a:cxn ang="0">
                <a:pos x="connsiteX36447" y="connsiteY36447"/>
              </a:cxn>
              <a:cxn ang="0">
                <a:pos x="connsiteX36448" y="connsiteY36448"/>
              </a:cxn>
              <a:cxn ang="0">
                <a:pos x="connsiteX36449" y="connsiteY36449"/>
              </a:cxn>
              <a:cxn ang="0">
                <a:pos x="connsiteX36450" y="connsiteY36450"/>
              </a:cxn>
              <a:cxn ang="0">
                <a:pos x="connsiteX36451" y="connsiteY36451"/>
              </a:cxn>
              <a:cxn ang="0">
                <a:pos x="connsiteX36452" y="connsiteY36452"/>
              </a:cxn>
              <a:cxn ang="0">
                <a:pos x="connsiteX36453" y="connsiteY36453"/>
              </a:cxn>
              <a:cxn ang="0">
                <a:pos x="connsiteX36454" y="connsiteY36454"/>
              </a:cxn>
              <a:cxn ang="0">
                <a:pos x="connsiteX36455" y="connsiteY36455"/>
              </a:cxn>
              <a:cxn ang="0">
                <a:pos x="connsiteX36456" y="connsiteY36456"/>
              </a:cxn>
              <a:cxn ang="0">
                <a:pos x="connsiteX36457" y="connsiteY36457"/>
              </a:cxn>
              <a:cxn ang="0">
                <a:pos x="connsiteX36458" y="connsiteY36458"/>
              </a:cxn>
              <a:cxn ang="0">
                <a:pos x="connsiteX36459" y="connsiteY36459"/>
              </a:cxn>
              <a:cxn ang="0">
                <a:pos x="connsiteX36460" y="connsiteY36460"/>
              </a:cxn>
              <a:cxn ang="0">
                <a:pos x="connsiteX36461" y="connsiteY36461"/>
              </a:cxn>
              <a:cxn ang="0">
                <a:pos x="connsiteX36462" y="connsiteY36462"/>
              </a:cxn>
              <a:cxn ang="0">
                <a:pos x="connsiteX36463" y="connsiteY36463"/>
              </a:cxn>
              <a:cxn ang="0">
                <a:pos x="connsiteX36464" y="connsiteY36464"/>
              </a:cxn>
              <a:cxn ang="0">
                <a:pos x="connsiteX36465" y="connsiteY36465"/>
              </a:cxn>
              <a:cxn ang="0">
                <a:pos x="connsiteX36466" y="connsiteY36466"/>
              </a:cxn>
              <a:cxn ang="0">
                <a:pos x="connsiteX36467" y="connsiteY36467"/>
              </a:cxn>
              <a:cxn ang="0">
                <a:pos x="connsiteX36468" y="connsiteY36468"/>
              </a:cxn>
              <a:cxn ang="0">
                <a:pos x="connsiteX36469" y="connsiteY36469"/>
              </a:cxn>
              <a:cxn ang="0">
                <a:pos x="connsiteX36470" y="connsiteY36470"/>
              </a:cxn>
              <a:cxn ang="0">
                <a:pos x="connsiteX36471" y="connsiteY36471"/>
              </a:cxn>
              <a:cxn ang="0">
                <a:pos x="connsiteX36472" y="connsiteY36472"/>
              </a:cxn>
              <a:cxn ang="0">
                <a:pos x="connsiteX36473" y="connsiteY36473"/>
              </a:cxn>
              <a:cxn ang="0">
                <a:pos x="connsiteX36474" y="connsiteY36474"/>
              </a:cxn>
              <a:cxn ang="0">
                <a:pos x="connsiteX36475" y="connsiteY36475"/>
              </a:cxn>
              <a:cxn ang="0">
                <a:pos x="connsiteX36476" y="connsiteY36476"/>
              </a:cxn>
              <a:cxn ang="0">
                <a:pos x="connsiteX36477" y="connsiteY36477"/>
              </a:cxn>
              <a:cxn ang="0">
                <a:pos x="connsiteX36478" y="connsiteY36478"/>
              </a:cxn>
              <a:cxn ang="0">
                <a:pos x="connsiteX36479" y="connsiteY36479"/>
              </a:cxn>
              <a:cxn ang="0">
                <a:pos x="connsiteX36480" y="connsiteY36480"/>
              </a:cxn>
              <a:cxn ang="0">
                <a:pos x="connsiteX36481" y="connsiteY36481"/>
              </a:cxn>
              <a:cxn ang="0">
                <a:pos x="connsiteX36482" y="connsiteY36482"/>
              </a:cxn>
              <a:cxn ang="0">
                <a:pos x="connsiteX36483" y="connsiteY36483"/>
              </a:cxn>
              <a:cxn ang="0">
                <a:pos x="connsiteX36484" y="connsiteY36484"/>
              </a:cxn>
              <a:cxn ang="0">
                <a:pos x="connsiteX36485" y="connsiteY36485"/>
              </a:cxn>
              <a:cxn ang="0">
                <a:pos x="connsiteX36486" y="connsiteY36486"/>
              </a:cxn>
              <a:cxn ang="0">
                <a:pos x="connsiteX36487" y="connsiteY36487"/>
              </a:cxn>
              <a:cxn ang="0">
                <a:pos x="connsiteX36488" y="connsiteY36488"/>
              </a:cxn>
              <a:cxn ang="0">
                <a:pos x="connsiteX36489" y="connsiteY36489"/>
              </a:cxn>
              <a:cxn ang="0">
                <a:pos x="connsiteX36490" y="connsiteY36490"/>
              </a:cxn>
              <a:cxn ang="0">
                <a:pos x="connsiteX36491" y="connsiteY36491"/>
              </a:cxn>
              <a:cxn ang="0">
                <a:pos x="connsiteX36492" y="connsiteY36492"/>
              </a:cxn>
              <a:cxn ang="0">
                <a:pos x="connsiteX36493" y="connsiteY36493"/>
              </a:cxn>
              <a:cxn ang="0">
                <a:pos x="connsiteX36494" y="connsiteY36494"/>
              </a:cxn>
              <a:cxn ang="0">
                <a:pos x="connsiteX36495" y="connsiteY36495"/>
              </a:cxn>
              <a:cxn ang="0">
                <a:pos x="connsiteX36496" y="connsiteY36496"/>
              </a:cxn>
              <a:cxn ang="0">
                <a:pos x="connsiteX36497" y="connsiteY36497"/>
              </a:cxn>
              <a:cxn ang="0">
                <a:pos x="connsiteX36498" y="connsiteY36498"/>
              </a:cxn>
              <a:cxn ang="0">
                <a:pos x="connsiteX36499" y="connsiteY36499"/>
              </a:cxn>
              <a:cxn ang="0">
                <a:pos x="connsiteX36500" y="connsiteY36500"/>
              </a:cxn>
              <a:cxn ang="0">
                <a:pos x="connsiteX36501" y="connsiteY36501"/>
              </a:cxn>
              <a:cxn ang="0">
                <a:pos x="connsiteX36502" y="connsiteY36502"/>
              </a:cxn>
              <a:cxn ang="0">
                <a:pos x="connsiteX36503" y="connsiteY36503"/>
              </a:cxn>
              <a:cxn ang="0">
                <a:pos x="connsiteX36504" y="connsiteY36504"/>
              </a:cxn>
              <a:cxn ang="0">
                <a:pos x="connsiteX36505" y="connsiteY36505"/>
              </a:cxn>
              <a:cxn ang="0">
                <a:pos x="connsiteX36506" y="connsiteY36506"/>
              </a:cxn>
              <a:cxn ang="0">
                <a:pos x="connsiteX36507" y="connsiteY36507"/>
              </a:cxn>
              <a:cxn ang="0">
                <a:pos x="connsiteX36508" y="connsiteY36508"/>
              </a:cxn>
              <a:cxn ang="0">
                <a:pos x="connsiteX36509" y="connsiteY36509"/>
              </a:cxn>
              <a:cxn ang="0">
                <a:pos x="connsiteX36510" y="connsiteY36510"/>
              </a:cxn>
              <a:cxn ang="0">
                <a:pos x="connsiteX36511" y="connsiteY36511"/>
              </a:cxn>
              <a:cxn ang="0">
                <a:pos x="connsiteX36512" y="connsiteY36512"/>
              </a:cxn>
              <a:cxn ang="0">
                <a:pos x="connsiteX36513" y="connsiteY36513"/>
              </a:cxn>
              <a:cxn ang="0">
                <a:pos x="connsiteX36514" y="connsiteY36514"/>
              </a:cxn>
              <a:cxn ang="0">
                <a:pos x="connsiteX36515" y="connsiteY36515"/>
              </a:cxn>
              <a:cxn ang="0">
                <a:pos x="connsiteX36516" y="connsiteY36516"/>
              </a:cxn>
              <a:cxn ang="0">
                <a:pos x="connsiteX36517" y="connsiteY36517"/>
              </a:cxn>
              <a:cxn ang="0">
                <a:pos x="connsiteX36518" y="connsiteY36518"/>
              </a:cxn>
              <a:cxn ang="0">
                <a:pos x="connsiteX36519" y="connsiteY36519"/>
              </a:cxn>
              <a:cxn ang="0">
                <a:pos x="connsiteX36520" y="connsiteY36520"/>
              </a:cxn>
              <a:cxn ang="0">
                <a:pos x="connsiteX36521" y="connsiteY36521"/>
              </a:cxn>
              <a:cxn ang="0">
                <a:pos x="connsiteX36522" y="connsiteY36522"/>
              </a:cxn>
              <a:cxn ang="0">
                <a:pos x="connsiteX36523" y="connsiteY36523"/>
              </a:cxn>
              <a:cxn ang="0">
                <a:pos x="connsiteX36524" y="connsiteY36524"/>
              </a:cxn>
              <a:cxn ang="0">
                <a:pos x="connsiteX36525" y="connsiteY36525"/>
              </a:cxn>
              <a:cxn ang="0">
                <a:pos x="connsiteX36526" y="connsiteY36526"/>
              </a:cxn>
              <a:cxn ang="0">
                <a:pos x="connsiteX36527" y="connsiteY36527"/>
              </a:cxn>
              <a:cxn ang="0">
                <a:pos x="connsiteX36528" y="connsiteY36528"/>
              </a:cxn>
              <a:cxn ang="0">
                <a:pos x="connsiteX36529" y="connsiteY36529"/>
              </a:cxn>
              <a:cxn ang="0">
                <a:pos x="connsiteX36530" y="connsiteY36530"/>
              </a:cxn>
              <a:cxn ang="0">
                <a:pos x="connsiteX36531" y="connsiteY36531"/>
              </a:cxn>
              <a:cxn ang="0">
                <a:pos x="connsiteX36532" y="connsiteY36532"/>
              </a:cxn>
              <a:cxn ang="0">
                <a:pos x="connsiteX36533" y="connsiteY36533"/>
              </a:cxn>
              <a:cxn ang="0">
                <a:pos x="connsiteX36534" y="connsiteY36534"/>
              </a:cxn>
              <a:cxn ang="0">
                <a:pos x="connsiteX36535" y="connsiteY36535"/>
              </a:cxn>
              <a:cxn ang="0">
                <a:pos x="connsiteX36536" y="connsiteY36536"/>
              </a:cxn>
              <a:cxn ang="0">
                <a:pos x="connsiteX36537" y="connsiteY36537"/>
              </a:cxn>
              <a:cxn ang="0">
                <a:pos x="connsiteX36538" y="connsiteY36538"/>
              </a:cxn>
              <a:cxn ang="0">
                <a:pos x="connsiteX36539" y="connsiteY36539"/>
              </a:cxn>
              <a:cxn ang="0">
                <a:pos x="connsiteX36540" y="connsiteY36540"/>
              </a:cxn>
              <a:cxn ang="0">
                <a:pos x="connsiteX36541" y="connsiteY36541"/>
              </a:cxn>
              <a:cxn ang="0">
                <a:pos x="connsiteX36542" y="connsiteY36542"/>
              </a:cxn>
              <a:cxn ang="0">
                <a:pos x="connsiteX36543" y="connsiteY36543"/>
              </a:cxn>
              <a:cxn ang="0">
                <a:pos x="connsiteX36544" y="connsiteY36544"/>
              </a:cxn>
              <a:cxn ang="0">
                <a:pos x="connsiteX36545" y="connsiteY36545"/>
              </a:cxn>
              <a:cxn ang="0">
                <a:pos x="connsiteX36546" y="connsiteY36546"/>
              </a:cxn>
              <a:cxn ang="0">
                <a:pos x="connsiteX36547" y="connsiteY36547"/>
              </a:cxn>
              <a:cxn ang="0">
                <a:pos x="connsiteX36548" y="connsiteY36548"/>
              </a:cxn>
              <a:cxn ang="0">
                <a:pos x="connsiteX36549" y="connsiteY36549"/>
              </a:cxn>
              <a:cxn ang="0">
                <a:pos x="connsiteX36550" y="connsiteY36550"/>
              </a:cxn>
              <a:cxn ang="0">
                <a:pos x="connsiteX36551" y="connsiteY36551"/>
              </a:cxn>
              <a:cxn ang="0">
                <a:pos x="connsiteX36552" y="connsiteY36552"/>
              </a:cxn>
              <a:cxn ang="0">
                <a:pos x="connsiteX36553" y="connsiteY36553"/>
              </a:cxn>
              <a:cxn ang="0">
                <a:pos x="connsiteX36554" y="connsiteY36554"/>
              </a:cxn>
              <a:cxn ang="0">
                <a:pos x="connsiteX36555" y="connsiteY36555"/>
              </a:cxn>
              <a:cxn ang="0">
                <a:pos x="connsiteX36556" y="connsiteY36556"/>
              </a:cxn>
              <a:cxn ang="0">
                <a:pos x="connsiteX36557" y="connsiteY36557"/>
              </a:cxn>
              <a:cxn ang="0">
                <a:pos x="connsiteX36558" y="connsiteY36558"/>
              </a:cxn>
              <a:cxn ang="0">
                <a:pos x="connsiteX36559" y="connsiteY36559"/>
              </a:cxn>
              <a:cxn ang="0">
                <a:pos x="connsiteX36560" y="connsiteY36560"/>
              </a:cxn>
              <a:cxn ang="0">
                <a:pos x="connsiteX36561" y="connsiteY36561"/>
              </a:cxn>
              <a:cxn ang="0">
                <a:pos x="connsiteX36562" y="connsiteY36562"/>
              </a:cxn>
              <a:cxn ang="0">
                <a:pos x="connsiteX36563" y="connsiteY36563"/>
              </a:cxn>
              <a:cxn ang="0">
                <a:pos x="connsiteX36564" y="connsiteY36564"/>
              </a:cxn>
              <a:cxn ang="0">
                <a:pos x="connsiteX36565" y="connsiteY36565"/>
              </a:cxn>
              <a:cxn ang="0">
                <a:pos x="connsiteX36566" y="connsiteY36566"/>
              </a:cxn>
              <a:cxn ang="0">
                <a:pos x="connsiteX36567" y="connsiteY36567"/>
              </a:cxn>
              <a:cxn ang="0">
                <a:pos x="connsiteX36568" y="connsiteY36568"/>
              </a:cxn>
              <a:cxn ang="0">
                <a:pos x="connsiteX36569" y="connsiteY36569"/>
              </a:cxn>
              <a:cxn ang="0">
                <a:pos x="connsiteX36570" y="connsiteY36570"/>
              </a:cxn>
              <a:cxn ang="0">
                <a:pos x="connsiteX36571" y="connsiteY36571"/>
              </a:cxn>
              <a:cxn ang="0">
                <a:pos x="connsiteX36572" y="connsiteY36572"/>
              </a:cxn>
              <a:cxn ang="0">
                <a:pos x="connsiteX36573" y="connsiteY36573"/>
              </a:cxn>
              <a:cxn ang="0">
                <a:pos x="connsiteX36574" y="connsiteY36574"/>
              </a:cxn>
              <a:cxn ang="0">
                <a:pos x="connsiteX36575" y="connsiteY36575"/>
              </a:cxn>
              <a:cxn ang="0">
                <a:pos x="connsiteX36576" y="connsiteY36576"/>
              </a:cxn>
              <a:cxn ang="0">
                <a:pos x="connsiteX36577" y="connsiteY36577"/>
              </a:cxn>
              <a:cxn ang="0">
                <a:pos x="connsiteX36578" y="connsiteY36578"/>
              </a:cxn>
              <a:cxn ang="0">
                <a:pos x="connsiteX36579" y="connsiteY36579"/>
              </a:cxn>
              <a:cxn ang="0">
                <a:pos x="connsiteX36580" y="connsiteY36580"/>
              </a:cxn>
              <a:cxn ang="0">
                <a:pos x="connsiteX36581" y="connsiteY36581"/>
              </a:cxn>
              <a:cxn ang="0">
                <a:pos x="connsiteX36582" y="connsiteY36582"/>
              </a:cxn>
              <a:cxn ang="0">
                <a:pos x="connsiteX36583" y="connsiteY36583"/>
              </a:cxn>
              <a:cxn ang="0">
                <a:pos x="connsiteX36584" y="connsiteY36584"/>
              </a:cxn>
              <a:cxn ang="0">
                <a:pos x="connsiteX36585" y="connsiteY36585"/>
              </a:cxn>
              <a:cxn ang="0">
                <a:pos x="connsiteX36586" y="connsiteY36586"/>
              </a:cxn>
              <a:cxn ang="0">
                <a:pos x="connsiteX36587" y="connsiteY36587"/>
              </a:cxn>
              <a:cxn ang="0">
                <a:pos x="connsiteX36588" y="connsiteY36588"/>
              </a:cxn>
              <a:cxn ang="0">
                <a:pos x="connsiteX36589" y="connsiteY36589"/>
              </a:cxn>
              <a:cxn ang="0">
                <a:pos x="connsiteX36590" y="connsiteY36590"/>
              </a:cxn>
              <a:cxn ang="0">
                <a:pos x="connsiteX36591" y="connsiteY36591"/>
              </a:cxn>
              <a:cxn ang="0">
                <a:pos x="connsiteX36592" y="connsiteY36592"/>
              </a:cxn>
              <a:cxn ang="0">
                <a:pos x="connsiteX36593" y="connsiteY36593"/>
              </a:cxn>
              <a:cxn ang="0">
                <a:pos x="connsiteX36594" y="connsiteY36594"/>
              </a:cxn>
              <a:cxn ang="0">
                <a:pos x="connsiteX36595" y="connsiteY36595"/>
              </a:cxn>
              <a:cxn ang="0">
                <a:pos x="connsiteX36596" y="connsiteY36596"/>
              </a:cxn>
              <a:cxn ang="0">
                <a:pos x="connsiteX36597" y="connsiteY36597"/>
              </a:cxn>
              <a:cxn ang="0">
                <a:pos x="connsiteX36598" y="connsiteY36598"/>
              </a:cxn>
              <a:cxn ang="0">
                <a:pos x="connsiteX36599" y="connsiteY36599"/>
              </a:cxn>
              <a:cxn ang="0">
                <a:pos x="connsiteX36600" y="connsiteY36600"/>
              </a:cxn>
              <a:cxn ang="0">
                <a:pos x="connsiteX36601" y="connsiteY36601"/>
              </a:cxn>
              <a:cxn ang="0">
                <a:pos x="connsiteX36602" y="connsiteY36602"/>
              </a:cxn>
              <a:cxn ang="0">
                <a:pos x="connsiteX36603" y="connsiteY36603"/>
              </a:cxn>
              <a:cxn ang="0">
                <a:pos x="connsiteX36604" y="connsiteY36604"/>
              </a:cxn>
              <a:cxn ang="0">
                <a:pos x="connsiteX36605" y="connsiteY36605"/>
              </a:cxn>
              <a:cxn ang="0">
                <a:pos x="connsiteX36606" y="connsiteY36606"/>
              </a:cxn>
              <a:cxn ang="0">
                <a:pos x="connsiteX36607" y="connsiteY36607"/>
              </a:cxn>
              <a:cxn ang="0">
                <a:pos x="connsiteX36608" y="connsiteY36608"/>
              </a:cxn>
              <a:cxn ang="0">
                <a:pos x="connsiteX36609" y="connsiteY36609"/>
              </a:cxn>
              <a:cxn ang="0">
                <a:pos x="connsiteX36610" y="connsiteY36610"/>
              </a:cxn>
              <a:cxn ang="0">
                <a:pos x="connsiteX36611" y="connsiteY36611"/>
              </a:cxn>
              <a:cxn ang="0">
                <a:pos x="connsiteX36612" y="connsiteY36612"/>
              </a:cxn>
              <a:cxn ang="0">
                <a:pos x="connsiteX36613" y="connsiteY36613"/>
              </a:cxn>
              <a:cxn ang="0">
                <a:pos x="connsiteX36614" y="connsiteY36614"/>
              </a:cxn>
              <a:cxn ang="0">
                <a:pos x="connsiteX36615" y="connsiteY36615"/>
              </a:cxn>
              <a:cxn ang="0">
                <a:pos x="connsiteX36616" y="connsiteY36616"/>
              </a:cxn>
              <a:cxn ang="0">
                <a:pos x="connsiteX36617" y="connsiteY36617"/>
              </a:cxn>
              <a:cxn ang="0">
                <a:pos x="connsiteX36618" y="connsiteY36618"/>
              </a:cxn>
              <a:cxn ang="0">
                <a:pos x="connsiteX36619" y="connsiteY36619"/>
              </a:cxn>
              <a:cxn ang="0">
                <a:pos x="connsiteX36620" y="connsiteY36620"/>
              </a:cxn>
              <a:cxn ang="0">
                <a:pos x="connsiteX36621" y="connsiteY36621"/>
              </a:cxn>
              <a:cxn ang="0">
                <a:pos x="connsiteX36622" y="connsiteY36622"/>
              </a:cxn>
              <a:cxn ang="0">
                <a:pos x="connsiteX36623" y="connsiteY36623"/>
              </a:cxn>
              <a:cxn ang="0">
                <a:pos x="connsiteX36624" y="connsiteY36624"/>
              </a:cxn>
              <a:cxn ang="0">
                <a:pos x="connsiteX36625" y="connsiteY36625"/>
              </a:cxn>
              <a:cxn ang="0">
                <a:pos x="connsiteX36626" y="connsiteY36626"/>
              </a:cxn>
              <a:cxn ang="0">
                <a:pos x="connsiteX36627" y="connsiteY36627"/>
              </a:cxn>
              <a:cxn ang="0">
                <a:pos x="connsiteX36628" y="connsiteY36628"/>
              </a:cxn>
              <a:cxn ang="0">
                <a:pos x="connsiteX36629" y="connsiteY36629"/>
              </a:cxn>
              <a:cxn ang="0">
                <a:pos x="connsiteX36630" y="connsiteY36630"/>
              </a:cxn>
              <a:cxn ang="0">
                <a:pos x="connsiteX36631" y="connsiteY36631"/>
              </a:cxn>
              <a:cxn ang="0">
                <a:pos x="connsiteX36632" y="connsiteY36632"/>
              </a:cxn>
              <a:cxn ang="0">
                <a:pos x="connsiteX36633" y="connsiteY36633"/>
              </a:cxn>
              <a:cxn ang="0">
                <a:pos x="connsiteX36634" y="connsiteY36634"/>
              </a:cxn>
              <a:cxn ang="0">
                <a:pos x="connsiteX36635" y="connsiteY36635"/>
              </a:cxn>
              <a:cxn ang="0">
                <a:pos x="connsiteX36636" y="connsiteY36636"/>
              </a:cxn>
              <a:cxn ang="0">
                <a:pos x="connsiteX36637" y="connsiteY36637"/>
              </a:cxn>
              <a:cxn ang="0">
                <a:pos x="connsiteX36638" y="connsiteY36638"/>
              </a:cxn>
              <a:cxn ang="0">
                <a:pos x="connsiteX36639" y="connsiteY36639"/>
              </a:cxn>
              <a:cxn ang="0">
                <a:pos x="connsiteX36640" y="connsiteY36640"/>
              </a:cxn>
              <a:cxn ang="0">
                <a:pos x="connsiteX36641" y="connsiteY36641"/>
              </a:cxn>
              <a:cxn ang="0">
                <a:pos x="connsiteX36642" y="connsiteY36642"/>
              </a:cxn>
              <a:cxn ang="0">
                <a:pos x="connsiteX36643" y="connsiteY36643"/>
              </a:cxn>
              <a:cxn ang="0">
                <a:pos x="connsiteX36644" y="connsiteY36644"/>
              </a:cxn>
              <a:cxn ang="0">
                <a:pos x="connsiteX36645" y="connsiteY36645"/>
              </a:cxn>
              <a:cxn ang="0">
                <a:pos x="connsiteX36646" y="connsiteY36646"/>
              </a:cxn>
              <a:cxn ang="0">
                <a:pos x="connsiteX36647" y="connsiteY36647"/>
              </a:cxn>
              <a:cxn ang="0">
                <a:pos x="connsiteX36648" y="connsiteY36648"/>
              </a:cxn>
              <a:cxn ang="0">
                <a:pos x="connsiteX36649" y="connsiteY36649"/>
              </a:cxn>
              <a:cxn ang="0">
                <a:pos x="connsiteX36650" y="connsiteY36650"/>
              </a:cxn>
              <a:cxn ang="0">
                <a:pos x="connsiteX36651" y="connsiteY36651"/>
              </a:cxn>
              <a:cxn ang="0">
                <a:pos x="connsiteX36652" y="connsiteY36652"/>
              </a:cxn>
              <a:cxn ang="0">
                <a:pos x="connsiteX36653" y="connsiteY36653"/>
              </a:cxn>
              <a:cxn ang="0">
                <a:pos x="connsiteX36654" y="connsiteY36654"/>
              </a:cxn>
              <a:cxn ang="0">
                <a:pos x="connsiteX36655" y="connsiteY36655"/>
              </a:cxn>
              <a:cxn ang="0">
                <a:pos x="connsiteX36656" y="connsiteY36656"/>
              </a:cxn>
              <a:cxn ang="0">
                <a:pos x="connsiteX36657" y="connsiteY36657"/>
              </a:cxn>
              <a:cxn ang="0">
                <a:pos x="connsiteX36658" y="connsiteY36658"/>
              </a:cxn>
              <a:cxn ang="0">
                <a:pos x="connsiteX36659" y="connsiteY36659"/>
              </a:cxn>
              <a:cxn ang="0">
                <a:pos x="connsiteX36660" y="connsiteY36660"/>
              </a:cxn>
              <a:cxn ang="0">
                <a:pos x="connsiteX36661" y="connsiteY36661"/>
              </a:cxn>
              <a:cxn ang="0">
                <a:pos x="connsiteX36662" y="connsiteY36662"/>
              </a:cxn>
              <a:cxn ang="0">
                <a:pos x="connsiteX36663" y="connsiteY36663"/>
              </a:cxn>
              <a:cxn ang="0">
                <a:pos x="connsiteX36664" y="connsiteY36664"/>
              </a:cxn>
              <a:cxn ang="0">
                <a:pos x="connsiteX36665" y="connsiteY36665"/>
              </a:cxn>
              <a:cxn ang="0">
                <a:pos x="connsiteX36666" y="connsiteY36666"/>
              </a:cxn>
              <a:cxn ang="0">
                <a:pos x="connsiteX36667" y="connsiteY36667"/>
              </a:cxn>
              <a:cxn ang="0">
                <a:pos x="connsiteX36668" y="connsiteY36668"/>
              </a:cxn>
              <a:cxn ang="0">
                <a:pos x="connsiteX36669" y="connsiteY36669"/>
              </a:cxn>
              <a:cxn ang="0">
                <a:pos x="connsiteX36670" y="connsiteY36670"/>
              </a:cxn>
              <a:cxn ang="0">
                <a:pos x="connsiteX36671" y="connsiteY36671"/>
              </a:cxn>
              <a:cxn ang="0">
                <a:pos x="connsiteX36672" y="connsiteY36672"/>
              </a:cxn>
              <a:cxn ang="0">
                <a:pos x="connsiteX36673" y="connsiteY36673"/>
              </a:cxn>
              <a:cxn ang="0">
                <a:pos x="connsiteX36674" y="connsiteY36674"/>
              </a:cxn>
              <a:cxn ang="0">
                <a:pos x="connsiteX36675" y="connsiteY36675"/>
              </a:cxn>
              <a:cxn ang="0">
                <a:pos x="connsiteX36676" y="connsiteY36676"/>
              </a:cxn>
              <a:cxn ang="0">
                <a:pos x="connsiteX36677" y="connsiteY36677"/>
              </a:cxn>
              <a:cxn ang="0">
                <a:pos x="connsiteX36678" y="connsiteY36678"/>
              </a:cxn>
              <a:cxn ang="0">
                <a:pos x="connsiteX36679" y="connsiteY36679"/>
              </a:cxn>
              <a:cxn ang="0">
                <a:pos x="connsiteX36680" y="connsiteY36680"/>
              </a:cxn>
              <a:cxn ang="0">
                <a:pos x="connsiteX36681" y="connsiteY36681"/>
              </a:cxn>
              <a:cxn ang="0">
                <a:pos x="connsiteX36682" y="connsiteY36682"/>
              </a:cxn>
              <a:cxn ang="0">
                <a:pos x="connsiteX36683" y="connsiteY36683"/>
              </a:cxn>
              <a:cxn ang="0">
                <a:pos x="connsiteX36684" y="connsiteY36684"/>
              </a:cxn>
              <a:cxn ang="0">
                <a:pos x="connsiteX36685" y="connsiteY36685"/>
              </a:cxn>
              <a:cxn ang="0">
                <a:pos x="connsiteX36686" y="connsiteY36686"/>
              </a:cxn>
              <a:cxn ang="0">
                <a:pos x="connsiteX36687" y="connsiteY36687"/>
              </a:cxn>
              <a:cxn ang="0">
                <a:pos x="connsiteX36688" y="connsiteY36688"/>
              </a:cxn>
              <a:cxn ang="0">
                <a:pos x="connsiteX36689" y="connsiteY36689"/>
              </a:cxn>
              <a:cxn ang="0">
                <a:pos x="connsiteX36690" y="connsiteY36690"/>
              </a:cxn>
              <a:cxn ang="0">
                <a:pos x="connsiteX36691" y="connsiteY36691"/>
              </a:cxn>
              <a:cxn ang="0">
                <a:pos x="connsiteX36692" y="connsiteY36692"/>
              </a:cxn>
              <a:cxn ang="0">
                <a:pos x="connsiteX36693" y="connsiteY36693"/>
              </a:cxn>
              <a:cxn ang="0">
                <a:pos x="connsiteX36694" y="connsiteY36694"/>
              </a:cxn>
              <a:cxn ang="0">
                <a:pos x="connsiteX36695" y="connsiteY36695"/>
              </a:cxn>
              <a:cxn ang="0">
                <a:pos x="connsiteX36696" y="connsiteY36696"/>
              </a:cxn>
              <a:cxn ang="0">
                <a:pos x="connsiteX36697" y="connsiteY36697"/>
              </a:cxn>
              <a:cxn ang="0">
                <a:pos x="connsiteX36698" y="connsiteY36698"/>
              </a:cxn>
              <a:cxn ang="0">
                <a:pos x="connsiteX36699" y="connsiteY36699"/>
              </a:cxn>
              <a:cxn ang="0">
                <a:pos x="connsiteX36700" y="connsiteY36700"/>
              </a:cxn>
              <a:cxn ang="0">
                <a:pos x="connsiteX36701" y="connsiteY36701"/>
              </a:cxn>
              <a:cxn ang="0">
                <a:pos x="connsiteX36702" y="connsiteY36702"/>
              </a:cxn>
              <a:cxn ang="0">
                <a:pos x="connsiteX36703" y="connsiteY36703"/>
              </a:cxn>
              <a:cxn ang="0">
                <a:pos x="connsiteX36704" y="connsiteY36704"/>
              </a:cxn>
              <a:cxn ang="0">
                <a:pos x="connsiteX36705" y="connsiteY36705"/>
              </a:cxn>
              <a:cxn ang="0">
                <a:pos x="connsiteX36706" y="connsiteY36706"/>
              </a:cxn>
              <a:cxn ang="0">
                <a:pos x="connsiteX36707" y="connsiteY36707"/>
              </a:cxn>
              <a:cxn ang="0">
                <a:pos x="connsiteX36708" y="connsiteY36708"/>
              </a:cxn>
              <a:cxn ang="0">
                <a:pos x="connsiteX36709" y="connsiteY36709"/>
              </a:cxn>
              <a:cxn ang="0">
                <a:pos x="connsiteX36710" y="connsiteY36710"/>
              </a:cxn>
              <a:cxn ang="0">
                <a:pos x="connsiteX36711" y="connsiteY36711"/>
              </a:cxn>
              <a:cxn ang="0">
                <a:pos x="connsiteX36712" y="connsiteY36712"/>
              </a:cxn>
              <a:cxn ang="0">
                <a:pos x="connsiteX36713" y="connsiteY36713"/>
              </a:cxn>
              <a:cxn ang="0">
                <a:pos x="connsiteX36714" y="connsiteY36714"/>
              </a:cxn>
              <a:cxn ang="0">
                <a:pos x="connsiteX36715" y="connsiteY36715"/>
              </a:cxn>
              <a:cxn ang="0">
                <a:pos x="connsiteX36716" y="connsiteY36716"/>
              </a:cxn>
              <a:cxn ang="0">
                <a:pos x="connsiteX36717" y="connsiteY36717"/>
              </a:cxn>
              <a:cxn ang="0">
                <a:pos x="connsiteX36718" y="connsiteY36718"/>
              </a:cxn>
              <a:cxn ang="0">
                <a:pos x="connsiteX36719" y="connsiteY36719"/>
              </a:cxn>
              <a:cxn ang="0">
                <a:pos x="connsiteX36720" y="connsiteY36720"/>
              </a:cxn>
              <a:cxn ang="0">
                <a:pos x="connsiteX36721" y="connsiteY36721"/>
              </a:cxn>
              <a:cxn ang="0">
                <a:pos x="connsiteX36722" y="connsiteY36722"/>
              </a:cxn>
              <a:cxn ang="0">
                <a:pos x="connsiteX36723" y="connsiteY36723"/>
              </a:cxn>
              <a:cxn ang="0">
                <a:pos x="connsiteX36724" y="connsiteY36724"/>
              </a:cxn>
              <a:cxn ang="0">
                <a:pos x="connsiteX36725" y="connsiteY36725"/>
              </a:cxn>
              <a:cxn ang="0">
                <a:pos x="connsiteX36726" y="connsiteY36726"/>
              </a:cxn>
              <a:cxn ang="0">
                <a:pos x="connsiteX36727" y="connsiteY36727"/>
              </a:cxn>
              <a:cxn ang="0">
                <a:pos x="connsiteX36728" y="connsiteY36728"/>
              </a:cxn>
              <a:cxn ang="0">
                <a:pos x="connsiteX36729" y="connsiteY36729"/>
              </a:cxn>
              <a:cxn ang="0">
                <a:pos x="connsiteX36730" y="connsiteY36730"/>
              </a:cxn>
              <a:cxn ang="0">
                <a:pos x="connsiteX36731" y="connsiteY36731"/>
              </a:cxn>
              <a:cxn ang="0">
                <a:pos x="connsiteX36732" y="connsiteY36732"/>
              </a:cxn>
              <a:cxn ang="0">
                <a:pos x="connsiteX36733" y="connsiteY36733"/>
              </a:cxn>
              <a:cxn ang="0">
                <a:pos x="connsiteX36734" y="connsiteY36734"/>
              </a:cxn>
              <a:cxn ang="0">
                <a:pos x="connsiteX36735" y="connsiteY36735"/>
              </a:cxn>
              <a:cxn ang="0">
                <a:pos x="connsiteX36736" y="connsiteY36736"/>
              </a:cxn>
              <a:cxn ang="0">
                <a:pos x="connsiteX36737" y="connsiteY36737"/>
              </a:cxn>
              <a:cxn ang="0">
                <a:pos x="connsiteX36738" y="connsiteY36738"/>
              </a:cxn>
              <a:cxn ang="0">
                <a:pos x="connsiteX36739" y="connsiteY36739"/>
              </a:cxn>
              <a:cxn ang="0">
                <a:pos x="connsiteX36740" y="connsiteY36740"/>
              </a:cxn>
              <a:cxn ang="0">
                <a:pos x="connsiteX36741" y="connsiteY36741"/>
              </a:cxn>
              <a:cxn ang="0">
                <a:pos x="connsiteX36742" y="connsiteY36742"/>
              </a:cxn>
              <a:cxn ang="0">
                <a:pos x="connsiteX36743" y="connsiteY36743"/>
              </a:cxn>
              <a:cxn ang="0">
                <a:pos x="connsiteX36744" y="connsiteY36744"/>
              </a:cxn>
              <a:cxn ang="0">
                <a:pos x="connsiteX36745" y="connsiteY36745"/>
              </a:cxn>
              <a:cxn ang="0">
                <a:pos x="connsiteX36746" y="connsiteY36746"/>
              </a:cxn>
              <a:cxn ang="0">
                <a:pos x="connsiteX36747" y="connsiteY36747"/>
              </a:cxn>
              <a:cxn ang="0">
                <a:pos x="connsiteX36748" y="connsiteY36748"/>
              </a:cxn>
              <a:cxn ang="0">
                <a:pos x="connsiteX36749" y="connsiteY36749"/>
              </a:cxn>
              <a:cxn ang="0">
                <a:pos x="connsiteX36750" y="connsiteY36750"/>
              </a:cxn>
              <a:cxn ang="0">
                <a:pos x="connsiteX36751" y="connsiteY36751"/>
              </a:cxn>
              <a:cxn ang="0">
                <a:pos x="connsiteX36752" y="connsiteY36752"/>
              </a:cxn>
              <a:cxn ang="0">
                <a:pos x="connsiteX36753" y="connsiteY36753"/>
              </a:cxn>
              <a:cxn ang="0">
                <a:pos x="connsiteX36754" y="connsiteY36754"/>
              </a:cxn>
              <a:cxn ang="0">
                <a:pos x="connsiteX36755" y="connsiteY36755"/>
              </a:cxn>
              <a:cxn ang="0">
                <a:pos x="connsiteX36756" y="connsiteY36756"/>
              </a:cxn>
              <a:cxn ang="0">
                <a:pos x="connsiteX36757" y="connsiteY36757"/>
              </a:cxn>
              <a:cxn ang="0">
                <a:pos x="connsiteX36758" y="connsiteY36758"/>
              </a:cxn>
              <a:cxn ang="0">
                <a:pos x="connsiteX36759" y="connsiteY36759"/>
              </a:cxn>
              <a:cxn ang="0">
                <a:pos x="connsiteX36760" y="connsiteY36760"/>
              </a:cxn>
              <a:cxn ang="0">
                <a:pos x="connsiteX36761" y="connsiteY36761"/>
              </a:cxn>
              <a:cxn ang="0">
                <a:pos x="connsiteX36762" y="connsiteY36762"/>
              </a:cxn>
              <a:cxn ang="0">
                <a:pos x="connsiteX36763" y="connsiteY36763"/>
              </a:cxn>
              <a:cxn ang="0">
                <a:pos x="connsiteX36764" y="connsiteY36764"/>
              </a:cxn>
              <a:cxn ang="0">
                <a:pos x="connsiteX36765" y="connsiteY36765"/>
              </a:cxn>
              <a:cxn ang="0">
                <a:pos x="connsiteX36766" y="connsiteY36766"/>
              </a:cxn>
              <a:cxn ang="0">
                <a:pos x="connsiteX36767" y="connsiteY36767"/>
              </a:cxn>
              <a:cxn ang="0">
                <a:pos x="connsiteX36768" y="connsiteY36768"/>
              </a:cxn>
              <a:cxn ang="0">
                <a:pos x="connsiteX36769" y="connsiteY36769"/>
              </a:cxn>
              <a:cxn ang="0">
                <a:pos x="connsiteX36770" y="connsiteY36770"/>
              </a:cxn>
              <a:cxn ang="0">
                <a:pos x="connsiteX36771" y="connsiteY36771"/>
              </a:cxn>
              <a:cxn ang="0">
                <a:pos x="connsiteX36772" y="connsiteY36772"/>
              </a:cxn>
              <a:cxn ang="0">
                <a:pos x="connsiteX36773" y="connsiteY36773"/>
              </a:cxn>
              <a:cxn ang="0">
                <a:pos x="connsiteX36774" y="connsiteY36774"/>
              </a:cxn>
              <a:cxn ang="0">
                <a:pos x="connsiteX36775" y="connsiteY36775"/>
              </a:cxn>
              <a:cxn ang="0">
                <a:pos x="connsiteX36776" y="connsiteY36776"/>
              </a:cxn>
              <a:cxn ang="0">
                <a:pos x="connsiteX36777" y="connsiteY36777"/>
              </a:cxn>
              <a:cxn ang="0">
                <a:pos x="connsiteX36778" y="connsiteY36778"/>
              </a:cxn>
              <a:cxn ang="0">
                <a:pos x="connsiteX36779" y="connsiteY36779"/>
              </a:cxn>
              <a:cxn ang="0">
                <a:pos x="connsiteX36780" y="connsiteY36780"/>
              </a:cxn>
              <a:cxn ang="0">
                <a:pos x="connsiteX36781" y="connsiteY36781"/>
              </a:cxn>
              <a:cxn ang="0">
                <a:pos x="connsiteX36782" y="connsiteY36782"/>
              </a:cxn>
              <a:cxn ang="0">
                <a:pos x="connsiteX36783" y="connsiteY36783"/>
              </a:cxn>
              <a:cxn ang="0">
                <a:pos x="connsiteX36784" y="connsiteY36784"/>
              </a:cxn>
              <a:cxn ang="0">
                <a:pos x="connsiteX36785" y="connsiteY36785"/>
              </a:cxn>
              <a:cxn ang="0">
                <a:pos x="connsiteX36786" y="connsiteY36786"/>
              </a:cxn>
              <a:cxn ang="0">
                <a:pos x="connsiteX36787" y="connsiteY36787"/>
              </a:cxn>
              <a:cxn ang="0">
                <a:pos x="connsiteX36788" y="connsiteY36788"/>
              </a:cxn>
              <a:cxn ang="0">
                <a:pos x="connsiteX36789" y="connsiteY36789"/>
              </a:cxn>
              <a:cxn ang="0">
                <a:pos x="connsiteX36790" y="connsiteY36790"/>
              </a:cxn>
              <a:cxn ang="0">
                <a:pos x="connsiteX36791" y="connsiteY36791"/>
              </a:cxn>
              <a:cxn ang="0">
                <a:pos x="connsiteX36792" y="connsiteY36792"/>
              </a:cxn>
              <a:cxn ang="0">
                <a:pos x="connsiteX36793" y="connsiteY36793"/>
              </a:cxn>
              <a:cxn ang="0">
                <a:pos x="connsiteX36794" y="connsiteY36794"/>
              </a:cxn>
              <a:cxn ang="0">
                <a:pos x="connsiteX36795" y="connsiteY36795"/>
              </a:cxn>
              <a:cxn ang="0">
                <a:pos x="connsiteX36796" y="connsiteY36796"/>
              </a:cxn>
              <a:cxn ang="0">
                <a:pos x="connsiteX36797" y="connsiteY36797"/>
              </a:cxn>
              <a:cxn ang="0">
                <a:pos x="connsiteX36798" y="connsiteY36798"/>
              </a:cxn>
              <a:cxn ang="0">
                <a:pos x="connsiteX36799" y="connsiteY36799"/>
              </a:cxn>
              <a:cxn ang="0">
                <a:pos x="connsiteX36800" y="connsiteY36800"/>
              </a:cxn>
              <a:cxn ang="0">
                <a:pos x="connsiteX36801" y="connsiteY36801"/>
              </a:cxn>
              <a:cxn ang="0">
                <a:pos x="connsiteX36802" y="connsiteY36802"/>
              </a:cxn>
              <a:cxn ang="0">
                <a:pos x="connsiteX36803" y="connsiteY36803"/>
              </a:cxn>
              <a:cxn ang="0">
                <a:pos x="connsiteX36804" y="connsiteY36804"/>
              </a:cxn>
              <a:cxn ang="0">
                <a:pos x="connsiteX36805" y="connsiteY36805"/>
              </a:cxn>
              <a:cxn ang="0">
                <a:pos x="connsiteX36806" y="connsiteY36806"/>
              </a:cxn>
              <a:cxn ang="0">
                <a:pos x="connsiteX36807" y="connsiteY36807"/>
              </a:cxn>
              <a:cxn ang="0">
                <a:pos x="connsiteX36808" y="connsiteY36808"/>
              </a:cxn>
              <a:cxn ang="0">
                <a:pos x="connsiteX36809" y="connsiteY36809"/>
              </a:cxn>
              <a:cxn ang="0">
                <a:pos x="connsiteX36810" y="connsiteY36810"/>
              </a:cxn>
              <a:cxn ang="0">
                <a:pos x="connsiteX36811" y="connsiteY36811"/>
              </a:cxn>
              <a:cxn ang="0">
                <a:pos x="connsiteX36812" y="connsiteY36812"/>
              </a:cxn>
              <a:cxn ang="0">
                <a:pos x="connsiteX36813" y="connsiteY36813"/>
              </a:cxn>
              <a:cxn ang="0">
                <a:pos x="connsiteX36814" y="connsiteY36814"/>
              </a:cxn>
              <a:cxn ang="0">
                <a:pos x="connsiteX36815" y="connsiteY36815"/>
              </a:cxn>
              <a:cxn ang="0">
                <a:pos x="connsiteX36816" y="connsiteY36816"/>
              </a:cxn>
              <a:cxn ang="0">
                <a:pos x="connsiteX36817" y="connsiteY36817"/>
              </a:cxn>
              <a:cxn ang="0">
                <a:pos x="connsiteX36818" y="connsiteY36818"/>
              </a:cxn>
              <a:cxn ang="0">
                <a:pos x="connsiteX36819" y="connsiteY36819"/>
              </a:cxn>
              <a:cxn ang="0">
                <a:pos x="connsiteX36820" y="connsiteY36820"/>
              </a:cxn>
              <a:cxn ang="0">
                <a:pos x="connsiteX36821" y="connsiteY36821"/>
              </a:cxn>
              <a:cxn ang="0">
                <a:pos x="connsiteX36822" y="connsiteY36822"/>
              </a:cxn>
              <a:cxn ang="0">
                <a:pos x="connsiteX36823" y="connsiteY36823"/>
              </a:cxn>
              <a:cxn ang="0">
                <a:pos x="connsiteX36824" y="connsiteY36824"/>
              </a:cxn>
              <a:cxn ang="0">
                <a:pos x="connsiteX36825" y="connsiteY36825"/>
              </a:cxn>
              <a:cxn ang="0">
                <a:pos x="connsiteX36826" y="connsiteY36826"/>
              </a:cxn>
              <a:cxn ang="0">
                <a:pos x="connsiteX36827" y="connsiteY36827"/>
              </a:cxn>
              <a:cxn ang="0">
                <a:pos x="connsiteX36828" y="connsiteY36828"/>
              </a:cxn>
              <a:cxn ang="0">
                <a:pos x="connsiteX36829" y="connsiteY36829"/>
              </a:cxn>
              <a:cxn ang="0">
                <a:pos x="connsiteX36830" y="connsiteY36830"/>
              </a:cxn>
              <a:cxn ang="0">
                <a:pos x="connsiteX36831" y="connsiteY36831"/>
              </a:cxn>
              <a:cxn ang="0">
                <a:pos x="connsiteX36832" y="connsiteY36832"/>
              </a:cxn>
              <a:cxn ang="0">
                <a:pos x="connsiteX36833" y="connsiteY36833"/>
              </a:cxn>
              <a:cxn ang="0">
                <a:pos x="connsiteX36834" y="connsiteY36834"/>
              </a:cxn>
              <a:cxn ang="0">
                <a:pos x="connsiteX36835" y="connsiteY36835"/>
              </a:cxn>
              <a:cxn ang="0">
                <a:pos x="connsiteX36836" y="connsiteY36836"/>
              </a:cxn>
              <a:cxn ang="0">
                <a:pos x="connsiteX36837" y="connsiteY36837"/>
              </a:cxn>
              <a:cxn ang="0">
                <a:pos x="connsiteX36838" y="connsiteY36838"/>
              </a:cxn>
              <a:cxn ang="0">
                <a:pos x="connsiteX36839" y="connsiteY36839"/>
              </a:cxn>
              <a:cxn ang="0">
                <a:pos x="connsiteX36840" y="connsiteY36840"/>
              </a:cxn>
              <a:cxn ang="0">
                <a:pos x="connsiteX36841" y="connsiteY36841"/>
              </a:cxn>
              <a:cxn ang="0">
                <a:pos x="connsiteX36842" y="connsiteY36842"/>
              </a:cxn>
              <a:cxn ang="0">
                <a:pos x="connsiteX36843" y="connsiteY36843"/>
              </a:cxn>
              <a:cxn ang="0">
                <a:pos x="connsiteX36844" y="connsiteY36844"/>
              </a:cxn>
              <a:cxn ang="0">
                <a:pos x="connsiteX36845" y="connsiteY36845"/>
              </a:cxn>
              <a:cxn ang="0">
                <a:pos x="connsiteX36846" y="connsiteY36846"/>
              </a:cxn>
              <a:cxn ang="0">
                <a:pos x="connsiteX36847" y="connsiteY36847"/>
              </a:cxn>
              <a:cxn ang="0">
                <a:pos x="connsiteX36848" y="connsiteY36848"/>
              </a:cxn>
              <a:cxn ang="0">
                <a:pos x="connsiteX36849" y="connsiteY36849"/>
              </a:cxn>
              <a:cxn ang="0">
                <a:pos x="connsiteX36850" y="connsiteY36850"/>
              </a:cxn>
              <a:cxn ang="0">
                <a:pos x="connsiteX36851" y="connsiteY36851"/>
              </a:cxn>
              <a:cxn ang="0">
                <a:pos x="connsiteX36852" y="connsiteY36852"/>
              </a:cxn>
              <a:cxn ang="0">
                <a:pos x="connsiteX36853" y="connsiteY36853"/>
              </a:cxn>
              <a:cxn ang="0">
                <a:pos x="connsiteX36854" y="connsiteY36854"/>
              </a:cxn>
              <a:cxn ang="0">
                <a:pos x="connsiteX36855" y="connsiteY36855"/>
              </a:cxn>
              <a:cxn ang="0">
                <a:pos x="connsiteX36856" y="connsiteY36856"/>
              </a:cxn>
              <a:cxn ang="0">
                <a:pos x="connsiteX36857" y="connsiteY36857"/>
              </a:cxn>
              <a:cxn ang="0">
                <a:pos x="connsiteX36858" y="connsiteY36858"/>
              </a:cxn>
              <a:cxn ang="0">
                <a:pos x="connsiteX36859" y="connsiteY36859"/>
              </a:cxn>
              <a:cxn ang="0">
                <a:pos x="connsiteX36860" y="connsiteY36860"/>
              </a:cxn>
              <a:cxn ang="0">
                <a:pos x="connsiteX36861" y="connsiteY36861"/>
              </a:cxn>
              <a:cxn ang="0">
                <a:pos x="connsiteX36862" y="connsiteY36862"/>
              </a:cxn>
              <a:cxn ang="0">
                <a:pos x="connsiteX36863" y="connsiteY36863"/>
              </a:cxn>
              <a:cxn ang="0">
                <a:pos x="connsiteX36864" y="connsiteY36864"/>
              </a:cxn>
              <a:cxn ang="0">
                <a:pos x="connsiteX36865" y="connsiteY36865"/>
              </a:cxn>
              <a:cxn ang="0">
                <a:pos x="connsiteX36866" y="connsiteY36866"/>
              </a:cxn>
              <a:cxn ang="0">
                <a:pos x="connsiteX36867" y="connsiteY36867"/>
              </a:cxn>
              <a:cxn ang="0">
                <a:pos x="connsiteX36868" y="connsiteY36868"/>
              </a:cxn>
              <a:cxn ang="0">
                <a:pos x="connsiteX36869" y="connsiteY36869"/>
              </a:cxn>
              <a:cxn ang="0">
                <a:pos x="connsiteX36870" y="connsiteY36870"/>
              </a:cxn>
              <a:cxn ang="0">
                <a:pos x="connsiteX36871" y="connsiteY36871"/>
              </a:cxn>
              <a:cxn ang="0">
                <a:pos x="connsiteX36872" y="connsiteY36872"/>
              </a:cxn>
              <a:cxn ang="0">
                <a:pos x="connsiteX36873" y="connsiteY36873"/>
              </a:cxn>
              <a:cxn ang="0">
                <a:pos x="connsiteX36874" y="connsiteY36874"/>
              </a:cxn>
              <a:cxn ang="0">
                <a:pos x="connsiteX36875" y="connsiteY36875"/>
              </a:cxn>
              <a:cxn ang="0">
                <a:pos x="connsiteX36876" y="connsiteY36876"/>
              </a:cxn>
              <a:cxn ang="0">
                <a:pos x="connsiteX36877" y="connsiteY36877"/>
              </a:cxn>
              <a:cxn ang="0">
                <a:pos x="connsiteX36878" y="connsiteY36878"/>
              </a:cxn>
              <a:cxn ang="0">
                <a:pos x="connsiteX36879" y="connsiteY36879"/>
              </a:cxn>
              <a:cxn ang="0">
                <a:pos x="connsiteX36880" y="connsiteY36880"/>
              </a:cxn>
              <a:cxn ang="0">
                <a:pos x="connsiteX36881" y="connsiteY36881"/>
              </a:cxn>
              <a:cxn ang="0">
                <a:pos x="connsiteX36882" y="connsiteY36882"/>
              </a:cxn>
              <a:cxn ang="0">
                <a:pos x="connsiteX36883" y="connsiteY36883"/>
              </a:cxn>
              <a:cxn ang="0">
                <a:pos x="connsiteX36884" y="connsiteY36884"/>
              </a:cxn>
              <a:cxn ang="0">
                <a:pos x="connsiteX36885" y="connsiteY36885"/>
              </a:cxn>
              <a:cxn ang="0">
                <a:pos x="connsiteX36886" y="connsiteY36886"/>
              </a:cxn>
              <a:cxn ang="0">
                <a:pos x="connsiteX36887" y="connsiteY36887"/>
              </a:cxn>
              <a:cxn ang="0">
                <a:pos x="connsiteX36888" y="connsiteY36888"/>
              </a:cxn>
              <a:cxn ang="0">
                <a:pos x="connsiteX36889" y="connsiteY36889"/>
              </a:cxn>
              <a:cxn ang="0">
                <a:pos x="connsiteX36890" y="connsiteY36890"/>
              </a:cxn>
              <a:cxn ang="0">
                <a:pos x="connsiteX36891" y="connsiteY36891"/>
              </a:cxn>
              <a:cxn ang="0">
                <a:pos x="connsiteX36892" y="connsiteY36892"/>
              </a:cxn>
              <a:cxn ang="0">
                <a:pos x="connsiteX36893" y="connsiteY36893"/>
              </a:cxn>
              <a:cxn ang="0">
                <a:pos x="connsiteX36894" y="connsiteY36894"/>
              </a:cxn>
              <a:cxn ang="0">
                <a:pos x="connsiteX36895" y="connsiteY36895"/>
              </a:cxn>
              <a:cxn ang="0">
                <a:pos x="connsiteX36896" y="connsiteY36896"/>
              </a:cxn>
              <a:cxn ang="0">
                <a:pos x="connsiteX36897" y="connsiteY36897"/>
              </a:cxn>
              <a:cxn ang="0">
                <a:pos x="connsiteX36898" y="connsiteY36898"/>
              </a:cxn>
              <a:cxn ang="0">
                <a:pos x="connsiteX36899" y="connsiteY36899"/>
              </a:cxn>
              <a:cxn ang="0">
                <a:pos x="connsiteX36900" y="connsiteY36900"/>
              </a:cxn>
              <a:cxn ang="0">
                <a:pos x="connsiteX36901" y="connsiteY36901"/>
              </a:cxn>
              <a:cxn ang="0">
                <a:pos x="connsiteX36902" y="connsiteY36902"/>
              </a:cxn>
              <a:cxn ang="0">
                <a:pos x="connsiteX36903" y="connsiteY36903"/>
              </a:cxn>
              <a:cxn ang="0">
                <a:pos x="connsiteX36904" y="connsiteY36904"/>
              </a:cxn>
              <a:cxn ang="0">
                <a:pos x="connsiteX36905" y="connsiteY36905"/>
              </a:cxn>
              <a:cxn ang="0">
                <a:pos x="connsiteX36906" y="connsiteY36906"/>
              </a:cxn>
              <a:cxn ang="0">
                <a:pos x="connsiteX36907" y="connsiteY36907"/>
              </a:cxn>
              <a:cxn ang="0">
                <a:pos x="connsiteX36908" y="connsiteY36908"/>
              </a:cxn>
              <a:cxn ang="0">
                <a:pos x="connsiteX36909" y="connsiteY36909"/>
              </a:cxn>
              <a:cxn ang="0">
                <a:pos x="connsiteX36910" y="connsiteY36910"/>
              </a:cxn>
              <a:cxn ang="0">
                <a:pos x="connsiteX36911" y="connsiteY36911"/>
              </a:cxn>
              <a:cxn ang="0">
                <a:pos x="connsiteX36912" y="connsiteY36912"/>
              </a:cxn>
              <a:cxn ang="0">
                <a:pos x="connsiteX36913" y="connsiteY36913"/>
              </a:cxn>
              <a:cxn ang="0">
                <a:pos x="connsiteX36914" y="connsiteY36914"/>
              </a:cxn>
              <a:cxn ang="0">
                <a:pos x="connsiteX36915" y="connsiteY36915"/>
              </a:cxn>
              <a:cxn ang="0">
                <a:pos x="connsiteX36916" y="connsiteY36916"/>
              </a:cxn>
              <a:cxn ang="0">
                <a:pos x="connsiteX36917" y="connsiteY36917"/>
              </a:cxn>
              <a:cxn ang="0">
                <a:pos x="connsiteX36918" y="connsiteY36918"/>
              </a:cxn>
              <a:cxn ang="0">
                <a:pos x="connsiteX36919" y="connsiteY36919"/>
              </a:cxn>
              <a:cxn ang="0">
                <a:pos x="connsiteX36920" y="connsiteY36920"/>
              </a:cxn>
              <a:cxn ang="0">
                <a:pos x="connsiteX36921" y="connsiteY36921"/>
              </a:cxn>
              <a:cxn ang="0">
                <a:pos x="connsiteX36922" y="connsiteY36922"/>
              </a:cxn>
              <a:cxn ang="0">
                <a:pos x="connsiteX36923" y="connsiteY36923"/>
              </a:cxn>
              <a:cxn ang="0">
                <a:pos x="connsiteX36924" y="connsiteY36924"/>
              </a:cxn>
              <a:cxn ang="0">
                <a:pos x="connsiteX36925" y="connsiteY36925"/>
              </a:cxn>
              <a:cxn ang="0">
                <a:pos x="connsiteX36926" y="connsiteY36926"/>
              </a:cxn>
              <a:cxn ang="0">
                <a:pos x="connsiteX36927" y="connsiteY36927"/>
              </a:cxn>
              <a:cxn ang="0">
                <a:pos x="connsiteX36928" y="connsiteY36928"/>
              </a:cxn>
              <a:cxn ang="0">
                <a:pos x="connsiteX36929" y="connsiteY36929"/>
              </a:cxn>
              <a:cxn ang="0">
                <a:pos x="connsiteX36930" y="connsiteY36930"/>
              </a:cxn>
              <a:cxn ang="0">
                <a:pos x="connsiteX36931" y="connsiteY36931"/>
              </a:cxn>
              <a:cxn ang="0">
                <a:pos x="connsiteX36932" y="connsiteY36932"/>
              </a:cxn>
              <a:cxn ang="0">
                <a:pos x="connsiteX36933" y="connsiteY36933"/>
              </a:cxn>
              <a:cxn ang="0">
                <a:pos x="connsiteX36934" y="connsiteY36934"/>
              </a:cxn>
              <a:cxn ang="0">
                <a:pos x="connsiteX36935" y="connsiteY36935"/>
              </a:cxn>
              <a:cxn ang="0">
                <a:pos x="connsiteX36936" y="connsiteY36936"/>
              </a:cxn>
              <a:cxn ang="0">
                <a:pos x="connsiteX36937" y="connsiteY36937"/>
              </a:cxn>
              <a:cxn ang="0">
                <a:pos x="connsiteX36938" y="connsiteY36938"/>
              </a:cxn>
              <a:cxn ang="0">
                <a:pos x="connsiteX36939" y="connsiteY36939"/>
              </a:cxn>
              <a:cxn ang="0">
                <a:pos x="connsiteX36940" y="connsiteY36940"/>
              </a:cxn>
              <a:cxn ang="0">
                <a:pos x="connsiteX36941" y="connsiteY36941"/>
              </a:cxn>
              <a:cxn ang="0">
                <a:pos x="connsiteX36942" y="connsiteY36942"/>
              </a:cxn>
              <a:cxn ang="0">
                <a:pos x="connsiteX36943" y="connsiteY36943"/>
              </a:cxn>
              <a:cxn ang="0">
                <a:pos x="connsiteX36944" y="connsiteY36944"/>
              </a:cxn>
              <a:cxn ang="0">
                <a:pos x="connsiteX36945" y="connsiteY36945"/>
              </a:cxn>
              <a:cxn ang="0">
                <a:pos x="connsiteX36946" y="connsiteY36946"/>
              </a:cxn>
              <a:cxn ang="0">
                <a:pos x="connsiteX36947" y="connsiteY36947"/>
              </a:cxn>
              <a:cxn ang="0">
                <a:pos x="connsiteX36948" y="connsiteY36948"/>
              </a:cxn>
              <a:cxn ang="0">
                <a:pos x="connsiteX36949" y="connsiteY36949"/>
              </a:cxn>
              <a:cxn ang="0">
                <a:pos x="connsiteX36950" y="connsiteY36950"/>
              </a:cxn>
              <a:cxn ang="0">
                <a:pos x="connsiteX36951" y="connsiteY36951"/>
              </a:cxn>
              <a:cxn ang="0">
                <a:pos x="connsiteX36952" y="connsiteY36952"/>
              </a:cxn>
              <a:cxn ang="0">
                <a:pos x="connsiteX36953" y="connsiteY36953"/>
              </a:cxn>
              <a:cxn ang="0">
                <a:pos x="connsiteX36954" y="connsiteY36954"/>
              </a:cxn>
              <a:cxn ang="0">
                <a:pos x="connsiteX36955" y="connsiteY36955"/>
              </a:cxn>
              <a:cxn ang="0">
                <a:pos x="connsiteX36956" y="connsiteY36956"/>
              </a:cxn>
              <a:cxn ang="0">
                <a:pos x="connsiteX36957" y="connsiteY36957"/>
              </a:cxn>
              <a:cxn ang="0">
                <a:pos x="connsiteX36958" y="connsiteY36958"/>
              </a:cxn>
              <a:cxn ang="0">
                <a:pos x="connsiteX36959" y="connsiteY36959"/>
              </a:cxn>
              <a:cxn ang="0">
                <a:pos x="connsiteX36960" y="connsiteY36960"/>
              </a:cxn>
              <a:cxn ang="0">
                <a:pos x="connsiteX36961" y="connsiteY36961"/>
              </a:cxn>
              <a:cxn ang="0">
                <a:pos x="connsiteX36962" y="connsiteY36962"/>
              </a:cxn>
              <a:cxn ang="0">
                <a:pos x="connsiteX36963" y="connsiteY36963"/>
              </a:cxn>
              <a:cxn ang="0">
                <a:pos x="connsiteX36964" y="connsiteY36964"/>
              </a:cxn>
              <a:cxn ang="0">
                <a:pos x="connsiteX36965" y="connsiteY36965"/>
              </a:cxn>
              <a:cxn ang="0">
                <a:pos x="connsiteX36966" y="connsiteY36966"/>
              </a:cxn>
              <a:cxn ang="0">
                <a:pos x="connsiteX36967" y="connsiteY36967"/>
              </a:cxn>
              <a:cxn ang="0">
                <a:pos x="connsiteX36968" y="connsiteY36968"/>
              </a:cxn>
              <a:cxn ang="0">
                <a:pos x="connsiteX36969" y="connsiteY36969"/>
              </a:cxn>
              <a:cxn ang="0">
                <a:pos x="connsiteX36970" y="connsiteY36970"/>
              </a:cxn>
              <a:cxn ang="0">
                <a:pos x="connsiteX36971" y="connsiteY36971"/>
              </a:cxn>
              <a:cxn ang="0">
                <a:pos x="connsiteX36972" y="connsiteY36972"/>
              </a:cxn>
              <a:cxn ang="0">
                <a:pos x="connsiteX36973" y="connsiteY36973"/>
              </a:cxn>
              <a:cxn ang="0">
                <a:pos x="connsiteX36974" y="connsiteY36974"/>
              </a:cxn>
              <a:cxn ang="0">
                <a:pos x="connsiteX36975" y="connsiteY36975"/>
              </a:cxn>
              <a:cxn ang="0">
                <a:pos x="connsiteX36976" y="connsiteY36976"/>
              </a:cxn>
              <a:cxn ang="0">
                <a:pos x="connsiteX36977" y="connsiteY36977"/>
              </a:cxn>
              <a:cxn ang="0">
                <a:pos x="connsiteX36978" y="connsiteY36978"/>
              </a:cxn>
              <a:cxn ang="0">
                <a:pos x="connsiteX36979" y="connsiteY36979"/>
              </a:cxn>
              <a:cxn ang="0">
                <a:pos x="connsiteX36980" y="connsiteY36980"/>
              </a:cxn>
              <a:cxn ang="0">
                <a:pos x="connsiteX36981" y="connsiteY36981"/>
              </a:cxn>
              <a:cxn ang="0">
                <a:pos x="connsiteX36982" y="connsiteY36982"/>
              </a:cxn>
              <a:cxn ang="0">
                <a:pos x="connsiteX36983" y="connsiteY36983"/>
              </a:cxn>
              <a:cxn ang="0">
                <a:pos x="connsiteX36984" y="connsiteY36984"/>
              </a:cxn>
              <a:cxn ang="0">
                <a:pos x="connsiteX36985" y="connsiteY36985"/>
              </a:cxn>
              <a:cxn ang="0">
                <a:pos x="connsiteX36986" y="connsiteY36986"/>
              </a:cxn>
              <a:cxn ang="0">
                <a:pos x="connsiteX36987" y="connsiteY36987"/>
              </a:cxn>
              <a:cxn ang="0">
                <a:pos x="connsiteX36988" y="connsiteY36988"/>
              </a:cxn>
              <a:cxn ang="0">
                <a:pos x="connsiteX36989" y="connsiteY36989"/>
              </a:cxn>
              <a:cxn ang="0">
                <a:pos x="connsiteX36990" y="connsiteY36990"/>
              </a:cxn>
              <a:cxn ang="0">
                <a:pos x="connsiteX36991" y="connsiteY36991"/>
              </a:cxn>
              <a:cxn ang="0">
                <a:pos x="connsiteX36992" y="connsiteY36992"/>
              </a:cxn>
              <a:cxn ang="0">
                <a:pos x="connsiteX36993" y="connsiteY36993"/>
              </a:cxn>
              <a:cxn ang="0">
                <a:pos x="connsiteX36994" y="connsiteY36994"/>
              </a:cxn>
              <a:cxn ang="0">
                <a:pos x="connsiteX36995" y="connsiteY36995"/>
              </a:cxn>
              <a:cxn ang="0">
                <a:pos x="connsiteX36996" y="connsiteY36996"/>
              </a:cxn>
              <a:cxn ang="0">
                <a:pos x="connsiteX36997" y="connsiteY36997"/>
              </a:cxn>
              <a:cxn ang="0">
                <a:pos x="connsiteX36998" y="connsiteY36998"/>
              </a:cxn>
              <a:cxn ang="0">
                <a:pos x="connsiteX36999" y="connsiteY36999"/>
              </a:cxn>
              <a:cxn ang="0">
                <a:pos x="connsiteX37000" y="connsiteY37000"/>
              </a:cxn>
              <a:cxn ang="0">
                <a:pos x="connsiteX37001" y="connsiteY37001"/>
              </a:cxn>
              <a:cxn ang="0">
                <a:pos x="connsiteX37002" y="connsiteY37002"/>
              </a:cxn>
              <a:cxn ang="0">
                <a:pos x="connsiteX37003" y="connsiteY37003"/>
              </a:cxn>
              <a:cxn ang="0">
                <a:pos x="connsiteX37004" y="connsiteY37004"/>
              </a:cxn>
              <a:cxn ang="0">
                <a:pos x="connsiteX37005" y="connsiteY37005"/>
              </a:cxn>
              <a:cxn ang="0">
                <a:pos x="connsiteX37006" y="connsiteY37006"/>
              </a:cxn>
              <a:cxn ang="0">
                <a:pos x="connsiteX37007" y="connsiteY37007"/>
              </a:cxn>
              <a:cxn ang="0">
                <a:pos x="connsiteX37008" y="connsiteY37008"/>
              </a:cxn>
              <a:cxn ang="0">
                <a:pos x="connsiteX37009" y="connsiteY37009"/>
              </a:cxn>
              <a:cxn ang="0">
                <a:pos x="connsiteX37010" y="connsiteY37010"/>
              </a:cxn>
              <a:cxn ang="0">
                <a:pos x="connsiteX37011" y="connsiteY37011"/>
              </a:cxn>
              <a:cxn ang="0">
                <a:pos x="connsiteX37012" y="connsiteY37012"/>
              </a:cxn>
              <a:cxn ang="0">
                <a:pos x="connsiteX37013" y="connsiteY37013"/>
              </a:cxn>
              <a:cxn ang="0">
                <a:pos x="connsiteX37014" y="connsiteY37014"/>
              </a:cxn>
              <a:cxn ang="0">
                <a:pos x="connsiteX37015" y="connsiteY37015"/>
              </a:cxn>
              <a:cxn ang="0">
                <a:pos x="connsiteX37016" y="connsiteY37016"/>
              </a:cxn>
              <a:cxn ang="0">
                <a:pos x="connsiteX37017" y="connsiteY37017"/>
              </a:cxn>
              <a:cxn ang="0">
                <a:pos x="connsiteX37018" y="connsiteY37018"/>
              </a:cxn>
              <a:cxn ang="0">
                <a:pos x="connsiteX37019" y="connsiteY37019"/>
              </a:cxn>
              <a:cxn ang="0">
                <a:pos x="connsiteX37020" y="connsiteY37020"/>
              </a:cxn>
              <a:cxn ang="0">
                <a:pos x="connsiteX37021" y="connsiteY37021"/>
              </a:cxn>
              <a:cxn ang="0">
                <a:pos x="connsiteX37022" y="connsiteY37022"/>
              </a:cxn>
              <a:cxn ang="0">
                <a:pos x="connsiteX37023" y="connsiteY37023"/>
              </a:cxn>
              <a:cxn ang="0">
                <a:pos x="connsiteX37024" y="connsiteY37024"/>
              </a:cxn>
              <a:cxn ang="0">
                <a:pos x="connsiteX37025" y="connsiteY37025"/>
              </a:cxn>
              <a:cxn ang="0">
                <a:pos x="connsiteX37026" y="connsiteY37026"/>
              </a:cxn>
              <a:cxn ang="0">
                <a:pos x="connsiteX37027" y="connsiteY37027"/>
              </a:cxn>
              <a:cxn ang="0">
                <a:pos x="connsiteX37028" y="connsiteY37028"/>
              </a:cxn>
              <a:cxn ang="0">
                <a:pos x="connsiteX37029" y="connsiteY37029"/>
              </a:cxn>
              <a:cxn ang="0">
                <a:pos x="connsiteX37030" y="connsiteY37030"/>
              </a:cxn>
              <a:cxn ang="0">
                <a:pos x="connsiteX37031" y="connsiteY37031"/>
              </a:cxn>
              <a:cxn ang="0">
                <a:pos x="connsiteX37032" y="connsiteY37032"/>
              </a:cxn>
              <a:cxn ang="0">
                <a:pos x="connsiteX37033" y="connsiteY37033"/>
              </a:cxn>
              <a:cxn ang="0">
                <a:pos x="connsiteX37034" y="connsiteY37034"/>
              </a:cxn>
              <a:cxn ang="0">
                <a:pos x="connsiteX37035" y="connsiteY37035"/>
              </a:cxn>
              <a:cxn ang="0">
                <a:pos x="connsiteX37036" y="connsiteY37036"/>
              </a:cxn>
              <a:cxn ang="0">
                <a:pos x="connsiteX37037" y="connsiteY37037"/>
              </a:cxn>
              <a:cxn ang="0">
                <a:pos x="connsiteX37038" y="connsiteY37038"/>
              </a:cxn>
              <a:cxn ang="0">
                <a:pos x="connsiteX37039" y="connsiteY37039"/>
              </a:cxn>
              <a:cxn ang="0">
                <a:pos x="connsiteX37040" y="connsiteY37040"/>
              </a:cxn>
              <a:cxn ang="0">
                <a:pos x="connsiteX37041" y="connsiteY37041"/>
              </a:cxn>
              <a:cxn ang="0">
                <a:pos x="connsiteX37042" y="connsiteY37042"/>
              </a:cxn>
              <a:cxn ang="0">
                <a:pos x="connsiteX37043" y="connsiteY37043"/>
              </a:cxn>
              <a:cxn ang="0">
                <a:pos x="connsiteX37044" y="connsiteY37044"/>
              </a:cxn>
              <a:cxn ang="0">
                <a:pos x="connsiteX37045" y="connsiteY37045"/>
              </a:cxn>
              <a:cxn ang="0">
                <a:pos x="connsiteX37046" y="connsiteY37046"/>
              </a:cxn>
              <a:cxn ang="0">
                <a:pos x="connsiteX37047" y="connsiteY37047"/>
              </a:cxn>
              <a:cxn ang="0">
                <a:pos x="connsiteX37048" y="connsiteY37048"/>
              </a:cxn>
              <a:cxn ang="0">
                <a:pos x="connsiteX37049" y="connsiteY37049"/>
              </a:cxn>
              <a:cxn ang="0">
                <a:pos x="connsiteX37050" y="connsiteY37050"/>
              </a:cxn>
              <a:cxn ang="0">
                <a:pos x="connsiteX37051" y="connsiteY37051"/>
              </a:cxn>
              <a:cxn ang="0">
                <a:pos x="connsiteX37052" y="connsiteY37052"/>
              </a:cxn>
              <a:cxn ang="0">
                <a:pos x="connsiteX37053" y="connsiteY37053"/>
              </a:cxn>
              <a:cxn ang="0">
                <a:pos x="connsiteX37054" y="connsiteY37054"/>
              </a:cxn>
              <a:cxn ang="0">
                <a:pos x="connsiteX37055" y="connsiteY37055"/>
              </a:cxn>
              <a:cxn ang="0">
                <a:pos x="connsiteX37056" y="connsiteY37056"/>
              </a:cxn>
              <a:cxn ang="0">
                <a:pos x="connsiteX37057" y="connsiteY37057"/>
              </a:cxn>
              <a:cxn ang="0">
                <a:pos x="connsiteX37058" y="connsiteY37058"/>
              </a:cxn>
              <a:cxn ang="0">
                <a:pos x="connsiteX37059" y="connsiteY37059"/>
              </a:cxn>
              <a:cxn ang="0">
                <a:pos x="connsiteX37060" y="connsiteY37060"/>
              </a:cxn>
              <a:cxn ang="0">
                <a:pos x="connsiteX37061" y="connsiteY37061"/>
              </a:cxn>
              <a:cxn ang="0">
                <a:pos x="connsiteX37062" y="connsiteY37062"/>
              </a:cxn>
              <a:cxn ang="0">
                <a:pos x="connsiteX37063" y="connsiteY37063"/>
              </a:cxn>
              <a:cxn ang="0">
                <a:pos x="connsiteX37064" y="connsiteY37064"/>
              </a:cxn>
              <a:cxn ang="0">
                <a:pos x="connsiteX37065" y="connsiteY37065"/>
              </a:cxn>
              <a:cxn ang="0">
                <a:pos x="connsiteX37066" y="connsiteY37066"/>
              </a:cxn>
              <a:cxn ang="0">
                <a:pos x="connsiteX37067" y="connsiteY37067"/>
              </a:cxn>
              <a:cxn ang="0">
                <a:pos x="connsiteX37068" y="connsiteY37068"/>
              </a:cxn>
              <a:cxn ang="0">
                <a:pos x="connsiteX37069" y="connsiteY37069"/>
              </a:cxn>
              <a:cxn ang="0">
                <a:pos x="connsiteX37070" y="connsiteY37070"/>
              </a:cxn>
              <a:cxn ang="0">
                <a:pos x="connsiteX37071" y="connsiteY37071"/>
              </a:cxn>
              <a:cxn ang="0">
                <a:pos x="connsiteX37072" y="connsiteY37072"/>
              </a:cxn>
              <a:cxn ang="0">
                <a:pos x="connsiteX37073" y="connsiteY37073"/>
              </a:cxn>
              <a:cxn ang="0">
                <a:pos x="connsiteX37074" y="connsiteY37074"/>
              </a:cxn>
              <a:cxn ang="0">
                <a:pos x="connsiteX37075" y="connsiteY37075"/>
              </a:cxn>
              <a:cxn ang="0">
                <a:pos x="connsiteX37076" y="connsiteY37076"/>
              </a:cxn>
              <a:cxn ang="0">
                <a:pos x="connsiteX37077" y="connsiteY37077"/>
              </a:cxn>
              <a:cxn ang="0">
                <a:pos x="connsiteX37078" y="connsiteY37078"/>
              </a:cxn>
              <a:cxn ang="0">
                <a:pos x="connsiteX37079" y="connsiteY37079"/>
              </a:cxn>
              <a:cxn ang="0">
                <a:pos x="connsiteX37080" y="connsiteY37080"/>
              </a:cxn>
              <a:cxn ang="0">
                <a:pos x="connsiteX37081" y="connsiteY37081"/>
              </a:cxn>
              <a:cxn ang="0">
                <a:pos x="connsiteX37082" y="connsiteY37082"/>
              </a:cxn>
              <a:cxn ang="0">
                <a:pos x="connsiteX37083" y="connsiteY37083"/>
              </a:cxn>
              <a:cxn ang="0">
                <a:pos x="connsiteX37084" y="connsiteY37084"/>
              </a:cxn>
              <a:cxn ang="0">
                <a:pos x="connsiteX37085" y="connsiteY37085"/>
              </a:cxn>
              <a:cxn ang="0">
                <a:pos x="connsiteX37086" y="connsiteY37086"/>
              </a:cxn>
              <a:cxn ang="0">
                <a:pos x="connsiteX37087" y="connsiteY37087"/>
              </a:cxn>
              <a:cxn ang="0">
                <a:pos x="connsiteX37088" y="connsiteY37088"/>
              </a:cxn>
              <a:cxn ang="0">
                <a:pos x="connsiteX37089" y="connsiteY37089"/>
              </a:cxn>
              <a:cxn ang="0">
                <a:pos x="connsiteX37090" y="connsiteY37090"/>
              </a:cxn>
              <a:cxn ang="0">
                <a:pos x="connsiteX37091" y="connsiteY37091"/>
              </a:cxn>
              <a:cxn ang="0">
                <a:pos x="connsiteX37092" y="connsiteY37092"/>
              </a:cxn>
              <a:cxn ang="0">
                <a:pos x="connsiteX37093" y="connsiteY37093"/>
              </a:cxn>
              <a:cxn ang="0">
                <a:pos x="connsiteX37094" y="connsiteY37094"/>
              </a:cxn>
              <a:cxn ang="0">
                <a:pos x="connsiteX37095" y="connsiteY37095"/>
              </a:cxn>
              <a:cxn ang="0">
                <a:pos x="connsiteX37096" y="connsiteY37096"/>
              </a:cxn>
              <a:cxn ang="0">
                <a:pos x="connsiteX37097" y="connsiteY37097"/>
              </a:cxn>
              <a:cxn ang="0">
                <a:pos x="connsiteX37098" y="connsiteY37098"/>
              </a:cxn>
              <a:cxn ang="0">
                <a:pos x="connsiteX37099" y="connsiteY37099"/>
              </a:cxn>
              <a:cxn ang="0">
                <a:pos x="connsiteX37100" y="connsiteY37100"/>
              </a:cxn>
              <a:cxn ang="0">
                <a:pos x="connsiteX37101" y="connsiteY37101"/>
              </a:cxn>
              <a:cxn ang="0">
                <a:pos x="connsiteX37102" y="connsiteY37102"/>
              </a:cxn>
              <a:cxn ang="0">
                <a:pos x="connsiteX37103" y="connsiteY37103"/>
              </a:cxn>
              <a:cxn ang="0">
                <a:pos x="connsiteX37104" y="connsiteY37104"/>
              </a:cxn>
              <a:cxn ang="0">
                <a:pos x="connsiteX37105" y="connsiteY37105"/>
              </a:cxn>
              <a:cxn ang="0">
                <a:pos x="connsiteX37106" y="connsiteY37106"/>
              </a:cxn>
              <a:cxn ang="0">
                <a:pos x="connsiteX37107" y="connsiteY37107"/>
              </a:cxn>
              <a:cxn ang="0">
                <a:pos x="connsiteX37108" y="connsiteY37108"/>
              </a:cxn>
              <a:cxn ang="0">
                <a:pos x="connsiteX37109" y="connsiteY37109"/>
              </a:cxn>
              <a:cxn ang="0">
                <a:pos x="connsiteX37110" y="connsiteY37110"/>
              </a:cxn>
              <a:cxn ang="0">
                <a:pos x="connsiteX37111" y="connsiteY37111"/>
              </a:cxn>
              <a:cxn ang="0">
                <a:pos x="connsiteX37112" y="connsiteY37112"/>
              </a:cxn>
              <a:cxn ang="0">
                <a:pos x="connsiteX37113" y="connsiteY37113"/>
              </a:cxn>
              <a:cxn ang="0">
                <a:pos x="connsiteX37114" y="connsiteY37114"/>
              </a:cxn>
              <a:cxn ang="0">
                <a:pos x="connsiteX37115" y="connsiteY37115"/>
              </a:cxn>
              <a:cxn ang="0">
                <a:pos x="connsiteX37116" y="connsiteY37116"/>
              </a:cxn>
              <a:cxn ang="0">
                <a:pos x="connsiteX37117" y="connsiteY37117"/>
              </a:cxn>
              <a:cxn ang="0">
                <a:pos x="connsiteX37118" y="connsiteY37118"/>
              </a:cxn>
              <a:cxn ang="0">
                <a:pos x="connsiteX37119" y="connsiteY37119"/>
              </a:cxn>
              <a:cxn ang="0">
                <a:pos x="connsiteX37120" y="connsiteY37120"/>
              </a:cxn>
              <a:cxn ang="0">
                <a:pos x="connsiteX37121" y="connsiteY37121"/>
              </a:cxn>
              <a:cxn ang="0">
                <a:pos x="connsiteX37122" y="connsiteY37122"/>
              </a:cxn>
              <a:cxn ang="0">
                <a:pos x="connsiteX37123" y="connsiteY37123"/>
              </a:cxn>
              <a:cxn ang="0">
                <a:pos x="connsiteX37124" y="connsiteY37124"/>
              </a:cxn>
              <a:cxn ang="0">
                <a:pos x="connsiteX37125" y="connsiteY37125"/>
              </a:cxn>
              <a:cxn ang="0">
                <a:pos x="connsiteX37126" y="connsiteY37126"/>
              </a:cxn>
              <a:cxn ang="0">
                <a:pos x="connsiteX37127" y="connsiteY37127"/>
              </a:cxn>
              <a:cxn ang="0">
                <a:pos x="connsiteX37128" y="connsiteY37128"/>
              </a:cxn>
              <a:cxn ang="0">
                <a:pos x="connsiteX37129" y="connsiteY37129"/>
              </a:cxn>
              <a:cxn ang="0">
                <a:pos x="connsiteX37130" y="connsiteY37130"/>
              </a:cxn>
              <a:cxn ang="0">
                <a:pos x="connsiteX37131" y="connsiteY37131"/>
              </a:cxn>
              <a:cxn ang="0">
                <a:pos x="connsiteX37132" y="connsiteY37132"/>
              </a:cxn>
              <a:cxn ang="0">
                <a:pos x="connsiteX37133" y="connsiteY37133"/>
              </a:cxn>
              <a:cxn ang="0">
                <a:pos x="connsiteX37134" y="connsiteY37134"/>
              </a:cxn>
              <a:cxn ang="0">
                <a:pos x="connsiteX37135" y="connsiteY37135"/>
              </a:cxn>
              <a:cxn ang="0">
                <a:pos x="connsiteX37136" y="connsiteY37136"/>
              </a:cxn>
              <a:cxn ang="0">
                <a:pos x="connsiteX37137" y="connsiteY37137"/>
              </a:cxn>
              <a:cxn ang="0">
                <a:pos x="connsiteX37138" y="connsiteY37138"/>
              </a:cxn>
              <a:cxn ang="0">
                <a:pos x="connsiteX37139" y="connsiteY37139"/>
              </a:cxn>
              <a:cxn ang="0">
                <a:pos x="connsiteX37140" y="connsiteY37140"/>
              </a:cxn>
              <a:cxn ang="0">
                <a:pos x="connsiteX37141" y="connsiteY37141"/>
              </a:cxn>
              <a:cxn ang="0">
                <a:pos x="connsiteX37142" y="connsiteY37142"/>
              </a:cxn>
              <a:cxn ang="0">
                <a:pos x="connsiteX37143" y="connsiteY37143"/>
              </a:cxn>
              <a:cxn ang="0">
                <a:pos x="connsiteX37144" y="connsiteY37144"/>
              </a:cxn>
              <a:cxn ang="0">
                <a:pos x="connsiteX37145" y="connsiteY37145"/>
              </a:cxn>
              <a:cxn ang="0">
                <a:pos x="connsiteX37146" y="connsiteY37146"/>
              </a:cxn>
              <a:cxn ang="0">
                <a:pos x="connsiteX37147" y="connsiteY37147"/>
              </a:cxn>
              <a:cxn ang="0">
                <a:pos x="connsiteX37148" y="connsiteY37148"/>
              </a:cxn>
              <a:cxn ang="0">
                <a:pos x="connsiteX37149" y="connsiteY37149"/>
              </a:cxn>
              <a:cxn ang="0">
                <a:pos x="connsiteX37150" y="connsiteY37150"/>
              </a:cxn>
              <a:cxn ang="0">
                <a:pos x="connsiteX37151" y="connsiteY37151"/>
              </a:cxn>
              <a:cxn ang="0">
                <a:pos x="connsiteX37152" y="connsiteY37152"/>
              </a:cxn>
              <a:cxn ang="0">
                <a:pos x="connsiteX37153" y="connsiteY37153"/>
              </a:cxn>
              <a:cxn ang="0">
                <a:pos x="connsiteX37154" y="connsiteY37154"/>
              </a:cxn>
              <a:cxn ang="0">
                <a:pos x="connsiteX37155" y="connsiteY37155"/>
              </a:cxn>
              <a:cxn ang="0">
                <a:pos x="connsiteX37156" y="connsiteY37156"/>
              </a:cxn>
              <a:cxn ang="0">
                <a:pos x="connsiteX37157" y="connsiteY37157"/>
              </a:cxn>
              <a:cxn ang="0">
                <a:pos x="connsiteX37158" y="connsiteY37158"/>
              </a:cxn>
              <a:cxn ang="0">
                <a:pos x="connsiteX37159" y="connsiteY37159"/>
              </a:cxn>
              <a:cxn ang="0">
                <a:pos x="connsiteX37160" y="connsiteY37160"/>
              </a:cxn>
              <a:cxn ang="0">
                <a:pos x="connsiteX37161" y="connsiteY37161"/>
              </a:cxn>
              <a:cxn ang="0">
                <a:pos x="connsiteX37162" y="connsiteY37162"/>
              </a:cxn>
              <a:cxn ang="0">
                <a:pos x="connsiteX37163" y="connsiteY37163"/>
              </a:cxn>
              <a:cxn ang="0">
                <a:pos x="connsiteX37164" y="connsiteY37164"/>
              </a:cxn>
              <a:cxn ang="0">
                <a:pos x="connsiteX37165" y="connsiteY37165"/>
              </a:cxn>
              <a:cxn ang="0">
                <a:pos x="connsiteX37166" y="connsiteY37166"/>
              </a:cxn>
              <a:cxn ang="0">
                <a:pos x="connsiteX37167" y="connsiteY37167"/>
              </a:cxn>
              <a:cxn ang="0">
                <a:pos x="connsiteX37168" y="connsiteY37168"/>
              </a:cxn>
              <a:cxn ang="0">
                <a:pos x="connsiteX37169" y="connsiteY37169"/>
              </a:cxn>
              <a:cxn ang="0">
                <a:pos x="connsiteX37170" y="connsiteY37170"/>
              </a:cxn>
              <a:cxn ang="0">
                <a:pos x="connsiteX37171" y="connsiteY37171"/>
              </a:cxn>
              <a:cxn ang="0">
                <a:pos x="connsiteX37172" y="connsiteY37172"/>
              </a:cxn>
              <a:cxn ang="0">
                <a:pos x="connsiteX37173" y="connsiteY37173"/>
              </a:cxn>
              <a:cxn ang="0">
                <a:pos x="connsiteX37174" y="connsiteY37174"/>
              </a:cxn>
              <a:cxn ang="0">
                <a:pos x="connsiteX37175" y="connsiteY37175"/>
              </a:cxn>
              <a:cxn ang="0">
                <a:pos x="connsiteX37176" y="connsiteY37176"/>
              </a:cxn>
              <a:cxn ang="0">
                <a:pos x="connsiteX37177" y="connsiteY37177"/>
              </a:cxn>
              <a:cxn ang="0">
                <a:pos x="connsiteX37178" y="connsiteY37178"/>
              </a:cxn>
              <a:cxn ang="0">
                <a:pos x="connsiteX37179" y="connsiteY37179"/>
              </a:cxn>
              <a:cxn ang="0">
                <a:pos x="connsiteX37180" y="connsiteY37180"/>
              </a:cxn>
              <a:cxn ang="0">
                <a:pos x="connsiteX37181" y="connsiteY37181"/>
              </a:cxn>
              <a:cxn ang="0">
                <a:pos x="connsiteX37182" y="connsiteY37182"/>
              </a:cxn>
              <a:cxn ang="0">
                <a:pos x="connsiteX37183" y="connsiteY37183"/>
              </a:cxn>
              <a:cxn ang="0">
                <a:pos x="connsiteX37184" y="connsiteY37184"/>
              </a:cxn>
              <a:cxn ang="0">
                <a:pos x="connsiteX37185" y="connsiteY37185"/>
              </a:cxn>
              <a:cxn ang="0">
                <a:pos x="connsiteX37186" y="connsiteY37186"/>
              </a:cxn>
              <a:cxn ang="0">
                <a:pos x="connsiteX37187" y="connsiteY37187"/>
              </a:cxn>
              <a:cxn ang="0">
                <a:pos x="connsiteX37188" y="connsiteY37188"/>
              </a:cxn>
              <a:cxn ang="0">
                <a:pos x="connsiteX37189" y="connsiteY37189"/>
              </a:cxn>
              <a:cxn ang="0">
                <a:pos x="connsiteX37190" y="connsiteY37190"/>
              </a:cxn>
              <a:cxn ang="0">
                <a:pos x="connsiteX37191" y="connsiteY37191"/>
              </a:cxn>
              <a:cxn ang="0">
                <a:pos x="connsiteX37192" y="connsiteY37192"/>
              </a:cxn>
              <a:cxn ang="0">
                <a:pos x="connsiteX37193" y="connsiteY37193"/>
              </a:cxn>
              <a:cxn ang="0">
                <a:pos x="connsiteX37194" y="connsiteY37194"/>
              </a:cxn>
              <a:cxn ang="0">
                <a:pos x="connsiteX37195" y="connsiteY37195"/>
              </a:cxn>
              <a:cxn ang="0">
                <a:pos x="connsiteX37196" y="connsiteY37196"/>
              </a:cxn>
              <a:cxn ang="0">
                <a:pos x="connsiteX37197" y="connsiteY37197"/>
              </a:cxn>
              <a:cxn ang="0">
                <a:pos x="connsiteX37198" y="connsiteY37198"/>
              </a:cxn>
              <a:cxn ang="0">
                <a:pos x="connsiteX37199" y="connsiteY37199"/>
              </a:cxn>
              <a:cxn ang="0">
                <a:pos x="connsiteX37200" y="connsiteY37200"/>
              </a:cxn>
              <a:cxn ang="0">
                <a:pos x="connsiteX37201" y="connsiteY37201"/>
              </a:cxn>
              <a:cxn ang="0">
                <a:pos x="connsiteX37202" y="connsiteY37202"/>
              </a:cxn>
              <a:cxn ang="0">
                <a:pos x="connsiteX37203" y="connsiteY37203"/>
              </a:cxn>
              <a:cxn ang="0">
                <a:pos x="connsiteX37204" y="connsiteY37204"/>
              </a:cxn>
              <a:cxn ang="0">
                <a:pos x="connsiteX37205" y="connsiteY37205"/>
              </a:cxn>
              <a:cxn ang="0">
                <a:pos x="connsiteX37206" y="connsiteY37206"/>
              </a:cxn>
              <a:cxn ang="0">
                <a:pos x="connsiteX37207" y="connsiteY37207"/>
              </a:cxn>
              <a:cxn ang="0">
                <a:pos x="connsiteX37208" y="connsiteY37208"/>
              </a:cxn>
              <a:cxn ang="0">
                <a:pos x="connsiteX37209" y="connsiteY37209"/>
              </a:cxn>
              <a:cxn ang="0">
                <a:pos x="connsiteX37210" y="connsiteY37210"/>
              </a:cxn>
              <a:cxn ang="0">
                <a:pos x="connsiteX37211" y="connsiteY37211"/>
              </a:cxn>
              <a:cxn ang="0">
                <a:pos x="connsiteX37212" y="connsiteY37212"/>
              </a:cxn>
              <a:cxn ang="0">
                <a:pos x="connsiteX37213" y="connsiteY37213"/>
              </a:cxn>
              <a:cxn ang="0">
                <a:pos x="connsiteX37214" y="connsiteY37214"/>
              </a:cxn>
              <a:cxn ang="0">
                <a:pos x="connsiteX37215" y="connsiteY37215"/>
              </a:cxn>
              <a:cxn ang="0">
                <a:pos x="connsiteX37216" y="connsiteY37216"/>
              </a:cxn>
              <a:cxn ang="0">
                <a:pos x="connsiteX37217" y="connsiteY37217"/>
              </a:cxn>
              <a:cxn ang="0">
                <a:pos x="connsiteX37218" y="connsiteY37218"/>
              </a:cxn>
              <a:cxn ang="0">
                <a:pos x="connsiteX37219" y="connsiteY37219"/>
              </a:cxn>
              <a:cxn ang="0">
                <a:pos x="connsiteX37220" y="connsiteY37220"/>
              </a:cxn>
              <a:cxn ang="0">
                <a:pos x="connsiteX37221" y="connsiteY37221"/>
              </a:cxn>
              <a:cxn ang="0">
                <a:pos x="connsiteX37222" y="connsiteY37222"/>
              </a:cxn>
              <a:cxn ang="0">
                <a:pos x="connsiteX37223" y="connsiteY37223"/>
              </a:cxn>
              <a:cxn ang="0">
                <a:pos x="connsiteX37224" y="connsiteY37224"/>
              </a:cxn>
              <a:cxn ang="0">
                <a:pos x="connsiteX37225" y="connsiteY37225"/>
              </a:cxn>
              <a:cxn ang="0">
                <a:pos x="connsiteX37226" y="connsiteY37226"/>
              </a:cxn>
              <a:cxn ang="0">
                <a:pos x="connsiteX37227" y="connsiteY37227"/>
              </a:cxn>
              <a:cxn ang="0">
                <a:pos x="connsiteX37228" y="connsiteY37228"/>
              </a:cxn>
              <a:cxn ang="0">
                <a:pos x="connsiteX37229" y="connsiteY37229"/>
              </a:cxn>
              <a:cxn ang="0">
                <a:pos x="connsiteX37230" y="connsiteY37230"/>
              </a:cxn>
              <a:cxn ang="0">
                <a:pos x="connsiteX37231" y="connsiteY37231"/>
              </a:cxn>
              <a:cxn ang="0">
                <a:pos x="connsiteX37232" y="connsiteY37232"/>
              </a:cxn>
              <a:cxn ang="0">
                <a:pos x="connsiteX37233" y="connsiteY37233"/>
              </a:cxn>
              <a:cxn ang="0">
                <a:pos x="connsiteX37234" y="connsiteY37234"/>
              </a:cxn>
              <a:cxn ang="0">
                <a:pos x="connsiteX37235" y="connsiteY37235"/>
              </a:cxn>
              <a:cxn ang="0">
                <a:pos x="connsiteX37236" y="connsiteY37236"/>
              </a:cxn>
              <a:cxn ang="0">
                <a:pos x="connsiteX37237" y="connsiteY37237"/>
              </a:cxn>
              <a:cxn ang="0">
                <a:pos x="connsiteX37238" y="connsiteY37238"/>
              </a:cxn>
              <a:cxn ang="0">
                <a:pos x="connsiteX37239" y="connsiteY37239"/>
              </a:cxn>
              <a:cxn ang="0">
                <a:pos x="connsiteX37240" y="connsiteY37240"/>
              </a:cxn>
              <a:cxn ang="0">
                <a:pos x="connsiteX37241" y="connsiteY37241"/>
              </a:cxn>
              <a:cxn ang="0">
                <a:pos x="connsiteX37242" y="connsiteY37242"/>
              </a:cxn>
              <a:cxn ang="0">
                <a:pos x="connsiteX37243" y="connsiteY37243"/>
              </a:cxn>
              <a:cxn ang="0">
                <a:pos x="connsiteX37244" y="connsiteY37244"/>
              </a:cxn>
              <a:cxn ang="0">
                <a:pos x="connsiteX37245" y="connsiteY37245"/>
              </a:cxn>
              <a:cxn ang="0">
                <a:pos x="connsiteX37246" y="connsiteY37246"/>
              </a:cxn>
              <a:cxn ang="0">
                <a:pos x="connsiteX37247" y="connsiteY37247"/>
              </a:cxn>
              <a:cxn ang="0">
                <a:pos x="connsiteX37248" y="connsiteY37248"/>
              </a:cxn>
              <a:cxn ang="0">
                <a:pos x="connsiteX37249" y="connsiteY37249"/>
              </a:cxn>
              <a:cxn ang="0">
                <a:pos x="connsiteX37250" y="connsiteY37250"/>
              </a:cxn>
              <a:cxn ang="0">
                <a:pos x="connsiteX37251" y="connsiteY37251"/>
              </a:cxn>
              <a:cxn ang="0">
                <a:pos x="connsiteX37252" y="connsiteY37252"/>
              </a:cxn>
              <a:cxn ang="0">
                <a:pos x="connsiteX37253" y="connsiteY37253"/>
              </a:cxn>
              <a:cxn ang="0">
                <a:pos x="connsiteX37254" y="connsiteY37254"/>
              </a:cxn>
              <a:cxn ang="0">
                <a:pos x="connsiteX37255" y="connsiteY37255"/>
              </a:cxn>
              <a:cxn ang="0">
                <a:pos x="connsiteX37256" y="connsiteY37256"/>
              </a:cxn>
              <a:cxn ang="0">
                <a:pos x="connsiteX37257" y="connsiteY37257"/>
              </a:cxn>
              <a:cxn ang="0">
                <a:pos x="connsiteX37258" y="connsiteY37258"/>
              </a:cxn>
              <a:cxn ang="0">
                <a:pos x="connsiteX37259" y="connsiteY37259"/>
              </a:cxn>
              <a:cxn ang="0">
                <a:pos x="connsiteX37260" y="connsiteY37260"/>
              </a:cxn>
              <a:cxn ang="0">
                <a:pos x="connsiteX37261" y="connsiteY37261"/>
              </a:cxn>
              <a:cxn ang="0">
                <a:pos x="connsiteX37262" y="connsiteY37262"/>
              </a:cxn>
              <a:cxn ang="0">
                <a:pos x="connsiteX37263" y="connsiteY37263"/>
              </a:cxn>
              <a:cxn ang="0">
                <a:pos x="connsiteX37264" y="connsiteY37264"/>
              </a:cxn>
              <a:cxn ang="0">
                <a:pos x="connsiteX37265" y="connsiteY37265"/>
              </a:cxn>
              <a:cxn ang="0">
                <a:pos x="connsiteX37266" y="connsiteY37266"/>
              </a:cxn>
              <a:cxn ang="0">
                <a:pos x="connsiteX37267" y="connsiteY37267"/>
              </a:cxn>
              <a:cxn ang="0">
                <a:pos x="connsiteX37268" y="connsiteY37268"/>
              </a:cxn>
              <a:cxn ang="0">
                <a:pos x="connsiteX37269" y="connsiteY37269"/>
              </a:cxn>
              <a:cxn ang="0">
                <a:pos x="connsiteX37270" y="connsiteY37270"/>
              </a:cxn>
              <a:cxn ang="0">
                <a:pos x="connsiteX37271" y="connsiteY37271"/>
              </a:cxn>
              <a:cxn ang="0">
                <a:pos x="connsiteX37272" y="connsiteY37272"/>
              </a:cxn>
              <a:cxn ang="0">
                <a:pos x="connsiteX37273" y="connsiteY37273"/>
              </a:cxn>
              <a:cxn ang="0">
                <a:pos x="connsiteX37274" y="connsiteY37274"/>
              </a:cxn>
              <a:cxn ang="0">
                <a:pos x="connsiteX37275" y="connsiteY37275"/>
              </a:cxn>
              <a:cxn ang="0">
                <a:pos x="connsiteX37276" y="connsiteY37276"/>
              </a:cxn>
              <a:cxn ang="0">
                <a:pos x="connsiteX37277" y="connsiteY37277"/>
              </a:cxn>
              <a:cxn ang="0">
                <a:pos x="connsiteX37278" y="connsiteY37278"/>
              </a:cxn>
              <a:cxn ang="0">
                <a:pos x="connsiteX37279" y="connsiteY37279"/>
              </a:cxn>
              <a:cxn ang="0">
                <a:pos x="connsiteX37280" y="connsiteY37280"/>
              </a:cxn>
              <a:cxn ang="0">
                <a:pos x="connsiteX37281" y="connsiteY37281"/>
              </a:cxn>
              <a:cxn ang="0">
                <a:pos x="connsiteX37282" y="connsiteY37282"/>
              </a:cxn>
              <a:cxn ang="0">
                <a:pos x="connsiteX37283" y="connsiteY37283"/>
              </a:cxn>
              <a:cxn ang="0">
                <a:pos x="connsiteX37284" y="connsiteY37284"/>
              </a:cxn>
              <a:cxn ang="0">
                <a:pos x="connsiteX37285" y="connsiteY37285"/>
              </a:cxn>
              <a:cxn ang="0">
                <a:pos x="connsiteX37286" y="connsiteY37286"/>
              </a:cxn>
              <a:cxn ang="0">
                <a:pos x="connsiteX37287" y="connsiteY37287"/>
              </a:cxn>
              <a:cxn ang="0">
                <a:pos x="connsiteX37288" y="connsiteY37288"/>
              </a:cxn>
              <a:cxn ang="0">
                <a:pos x="connsiteX37289" y="connsiteY37289"/>
              </a:cxn>
              <a:cxn ang="0">
                <a:pos x="connsiteX37290" y="connsiteY37290"/>
              </a:cxn>
              <a:cxn ang="0">
                <a:pos x="connsiteX37291" y="connsiteY37291"/>
              </a:cxn>
              <a:cxn ang="0">
                <a:pos x="connsiteX37292" y="connsiteY37292"/>
              </a:cxn>
              <a:cxn ang="0">
                <a:pos x="connsiteX37293" y="connsiteY37293"/>
              </a:cxn>
              <a:cxn ang="0">
                <a:pos x="connsiteX37294" y="connsiteY37294"/>
              </a:cxn>
              <a:cxn ang="0">
                <a:pos x="connsiteX37295" y="connsiteY37295"/>
              </a:cxn>
              <a:cxn ang="0">
                <a:pos x="connsiteX37296" y="connsiteY37296"/>
              </a:cxn>
              <a:cxn ang="0">
                <a:pos x="connsiteX37297" y="connsiteY37297"/>
              </a:cxn>
              <a:cxn ang="0">
                <a:pos x="connsiteX37298" y="connsiteY37298"/>
              </a:cxn>
              <a:cxn ang="0">
                <a:pos x="connsiteX37299" y="connsiteY37299"/>
              </a:cxn>
              <a:cxn ang="0">
                <a:pos x="connsiteX37300" y="connsiteY37300"/>
              </a:cxn>
              <a:cxn ang="0">
                <a:pos x="connsiteX37301" y="connsiteY37301"/>
              </a:cxn>
              <a:cxn ang="0">
                <a:pos x="connsiteX37302" y="connsiteY37302"/>
              </a:cxn>
              <a:cxn ang="0">
                <a:pos x="connsiteX37303" y="connsiteY37303"/>
              </a:cxn>
              <a:cxn ang="0">
                <a:pos x="connsiteX37304" y="connsiteY37304"/>
              </a:cxn>
              <a:cxn ang="0">
                <a:pos x="connsiteX37305" y="connsiteY37305"/>
              </a:cxn>
              <a:cxn ang="0">
                <a:pos x="connsiteX37306" y="connsiteY37306"/>
              </a:cxn>
              <a:cxn ang="0">
                <a:pos x="connsiteX37307" y="connsiteY37307"/>
              </a:cxn>
              <a:cxn ang="0">
                <a:pos x="connsiteX37308" y="connsiteY37308"/>
              </a:cxn>
              <a:cxn ang="0">
                <a:pos x="connsiteX37309" y="connsiteY37309"/>
              </a:cxn>
              <a:cxn ang="0">
                <a:pos x="connsiteX37310" y="connsiteY37310"/>
              </a:cxn>
              <a:cxn ang="0">
                <a:pos x="connsiteX37311" y="connsiteY37311"/>
              </a:cxn>
              <a:cxn ang="0">
                <a:pos x="connsiteX37312" y="connsiteY37312"/>
              </a:cxn>
              <a:cxn ang="0">
                <a:pos x="connsiteX37313" y="connsiteY37313"/>
              </a:cxn>
              <a:cxn ang="0">
                <a:pos x="connsiteX37314" y="connsiteY37314"/>
              </a:cxn>
              <a:cxn ang="0">
                <a:pos x="connsiteX37315" y="connsiteY37315"/>
              </a:cxn>
              <a:cxn ang="0">
                <a:pos x="connsiteX37316" y="connsiteY37316"/>
              </a:cxn>
              <a:cxn ang="0">
                <a:pos x="connsiteX37317" y="connsiteY37317"/>
              </a:cxn>
              <a:cxn ang="0">
                <a:pos x="connsiteX37318" y="connsiteY37318"/>
              </a:cxn>
              <a:cxn ang="0">
                <a:pos x="connsiteX37319" y="connsiteY37319"/>
              </a:cxn>
              <a:cxn ang="0">
                <a:pos x="connsiteX37320" y="connsiteY37320"/>
              </a:cxn>
              <a:cxn ang="0">
                <a:pos x="connsiteX37321" y="connsiteY37321"/>
              </a:cxn>
              <a:cxn ang="0">
                <a:pos x="connsiteX37322" y="connsiteY37322"/>
              </a:cxn>
              <a:cxn ang="0">
                <a:pos x="connsiteX37323" y="connsiteY37323"/>
              </a:cxn>
              <a:cxn ang="0">
                <a:pos x="connsiteX37324" y="connsiteY37324"/>
              </a:cxn>
              <a:cxn ang="0">
                <a:pos x="connsiteX37325" y="connsiteY37325"/>
              </a:cxn>
              <a:cxn ang="0">
                <a:pos x="connsiteX37326" y="connsiteY37326"/>
              </a:cxn>
              <a:cxn ang="0">
                <a:pos x="connsiteX37327" y="connsiteY37327"/>
              </a:cxn>
              <a:cxn ang="0">
                <a:pos x="connsiteX37328" y="connsiteY37328"/>
              </a:cxn>
              <a:cxn ang="0">
                <a:pos x="connsiteX37329" y="connsiteY37329"/>
              </a:cxn>
              <a:cxn ang="0">
                <a:pos x="connsiteX37330" y="connsiteY37330"/>
              </a:cxn>
              <a:cxn ang="0">
                <a:pos x="connsiteX37331" y="connsiteY37331"/>
              </a:cxn>
              <a:cxn ang="0">
                <a:pos x="connsiteX37332" y="connsiteY37332"/>
              </a:cxn>
              <a:cxn ang="0">
                <a:pos x="connsiteX37333" y="connsiteY37333"/>
              </a:cxn>
              <a:cxn ang="0">
                <a:pos x="connsiteX37334" y="connsiteY37334"/>
              </a:cxn>
              <a:cxn ang="0">
                <a:pos x="connsiteX37335" y="connsiteY37335"/>
              </a:cxn>
              <a:cxn ang="0">
                <a:pos x="connsiteX37336" y="connsiteY37336"/>
              </a:cxn>
              <a:cxn ang="0">
                <a:pos x="connsiteX37337" y="connsiteY37337"/>
              </a:cxn>
              <a:cxn ang="0">
                <a:pos x="connsiteX37338" y="connsiteY37338"/>
              </a:cxn>
              <a:cxn ang="0">
                <a:pos x="connsiteX37339" y="connsiteY37339"/>
              </a:cxn>
              <a:cxn ang="0">
                <a:pos x="connsiteX37340" y="connsiteY37340"/>
              </a:cxn>
              <a:cxn ang="0">
                <a:pos x="connsiteX37341" y="connsiteY37341"/>
              </a:cxn>
              <a:cxn ang="0">
                <a:pos x="connsiteX37342" y="connsiteY37342"/>
              </a:cxn>
              <a:cxn ang="0">
                <a:pos x="connsiteX37343" y="connsiteY37343"/>
              </a:cxn>
              <a:cxn ang="0">
                <a:pos x="connsiteX37344" y="connsiteY37344"/>
              </a:cxn>
              <a:cxn ang="0">
                <a:pos x="connsiteX37345" y="connsiteY37345"/>
              </a:cxn>
              <a:cxn ang="0">
                <a:pos x="connsiteX37346" y="connsiteY37346"/>
              </a:cxn>
              <a:cxn ang="0">
                <a:pos x="connsiteX37347" y="connsiteY37347"/>
              </a:cxn>
              <a:cxn ang="0">
                <a:pos x="connsiteX37348" y="connsiteY37348"/>
              </a:cxn>
              <a:cxn ang="0">
                <a:pos x="connsiteX37349" y="connsiteY37349"/>
              </a:cxn>
              <a:cxn ang="0">
                <a:pos x="connsiteX37350" y="connsiteY37350"/>
              </a:cxn>
              <a:cxn ang="0">
                <a:pos x="connsiteX37351" y="connsiteY37351"/>
              </a:cxn>
              <a:cxn ang="0">
                <a:pos x="connsiteX37352" y="connsiteY37352"/>
              </a:cxn>
              <a:cxn ang="0">
                <a:pos x="connsiteX37353" y="connsiteY37353"/>
              </a:cxn>
              <a:cxn ang="0">
                <a:pos x="connsiteX37354" y="connsiteY37354"/>
              </a:cxn>
              <a:cxn ang="0">
                <a:pos x="connsiteX37355" y="connsiteY37355"/>
              </a:cxn>
              <a:cxn ang="0">
                <a:pos x="connsiteX37356" y="connsiteY37356"/>
              </a:cxn>
              <a:cxn ang="0">
                <a:pos x="connsiteX37357" y="connsiteY37357"/>
              </a:cxn>
              <a:cxn ang="0">
                <a:pos x="connsiteX37358" y="connsiteY37358"/>
              </a:cxn>
              <a:cxn ang="0">
                <a:pos x="connsiteX37359" y="connsiteY37359"/>
              </a:cxn>
              <a:cxn ang="0">
                <a:pos x="connsiteX37360" y="connsiteY37360"/>
              </a:cxn>
              <a:cxn ang="0">
                <a:pos x="connsiteX37361" y="connsiteY37361"/>
              </a:cxn>
              <a:cxn ang="0">
                <a:pos x="connsiteX37362" y="connsiteY37362"/>
              </a:cxn>
              <a:cxn ang="0">
                <a:pos x="connsiteX37363" y="connsiteY37363"/>
              </a:cxn>
              <a:cxn ang="0">
                <a:pos x="connsiteX37364" y="connsiteY37364"/>
              </a:cxn>
              <a:cxn ang="0">
                <a:pos x="connsiteX37365" y="connsiteY37365"/>
              </a:cxn>
              <a:cxn ang="0">
                <a:pos x="connsiteX37366" y="connsiteY37366"/>
              </a:cxn>
              <a:cxn ang="0">
                <a:pos x="connsiteX37367" y="connsiteY37367"/>
              </a:cxn>
              <a:cxn ang="0">
                <a:pos x="connsiteX37368" y="connsiteY37368"/>
              </a:cxn>
              <a:cxn ang="0">
                <a:pos x="connsiteX37369" y="connsiteY37369"/>
              </a:cxn>
              <a:cxn ang="0">
                <a:pos x="connsiteX37370" y="connsiteY37370"/>
              </a:cxn>
              <a:cxn ang="0">
                <a:pos x="connsiteX37371" y="connsiteY37371"/>
              </a:cxn>
              <a:cxn ang="0">
                <a:pos x="connsiteX37372" y="connsiteY37372"/>
              </a:cxn>
              <a:cxn ang="0">
                <a:pos x="connsiteX37373" y="connsiteY37373"/>
              </a:cxn>
              <a:cxn ang="0">
                <a:pos x="connsiteX37374" y="connsiteY37374"/>
              </a:cxn>
              <a:cxn ang="0">
                <a:pos x="connsiteX37375" y="connsiteY37375"/>
              </a:cxn>
              <a:cxn ang="0">
                <a:pos x="connsiteX37376" y="connsiteY37376"/>
              </a:cxn>
              <a:cxn ang="0">
                <a:pos x="connsiteX37377" y="connsiteY37377"/>
              </a:cxn>
              <a:cxn ang="0">
                <a:pos x="connsiteX37378" y="connsiteY37378"/>
              </a:cxn>
              <a:cxn ang="0">
                <a:pos x="connsiteX37379" y="connsiteY37379"/>
              </a:cxn>
              <a:cxn ang="0">
                <a:pos x="connsiteX37380" y="connsiteY37380"/>
              </a:cxn>
              <a:cxn ang="0">
                <a:pos x="connsiteX37381" y="connsiteY37381"/>
              </a:cxn>
              <a:cxn ang="0">
                <a:pos x="connsiteX37382" y="connsiteY37382"/>
              </a:cxn>
              <a:cxn ang="0">
                <a:pos x="connsiteX37383" y="connsiteY37383"/>
              </a:cxn>
              <a:cxn ang="0">
                <a:pos x="connsiteX37384" y="connsiteY37384"/>
              </a:cxn>
              <a:cxn ang="0">
                <a:pos x="connsiteX37385" y="connsiteY37385"/>
              </a:cxn>
              <a:cxn ang="0">
                <a:pos x="connsiteX37386" y="connsiteY37386"/>
              </a:cxn>
              <a:cxn ang="0">
                <a:pos x="connsiteX37387" y="connsiteY37387"/>
              </a:cxn>
              <a:cxn ang="0">
                <a:pos x="connsiteX37388" y="connsiteY37388"/>
              </a:cxn>
              <a:cxn ang="0">
                <a:pos x="connsiteX37389" y="connsiteY37389"/>
              </a:cxn>
              <a:cxn ang="0">
                <a:pos x="connsiteX37390" y="connsiteY37390"/>
              </a:cxn>
              <a:cxn ang="0">
                <a:pos x="connsiteX37391" y="connsiteY37391"/>
              </a:cxn>
              <a:cxn ang="0">
                <a:pos x="connsiteX37392" y="connsiteY37392"/>
              </a:cxn>
              <a:cxn ang="0">
                <a:pos x="connsiteX37393" y="connsiteY37393"/>
              </a:cxn>
              <a:cxn ang="0">
                <a:pos x="connsiteX37394" y="connsiteY37394"/>
              </a:cxn>
              <a:cxn ang="0">
                <a:pos x="connsiteX37395" y="connsiteY37395"/>
              </a:cxn>
              <a:cxn ang="0">
                <a:pos x="connsiteX37396" y="connsiteY37396"/>
              </a:cxn>
              <a:cxn ang="0">
                <a:pos x="connsiteX37397" y="connsiteY37397"/>
              </a:cxn>
              <a:cxn ang="0">
                <a:pos x="connsiteX37398" y="connsiteY37398"/>
              </a:cxn>
              <a:cxn ang="0">
                <a:pos x="connsiteX37399" y="connsiteY37399"/>
              </a:cxn>
              <a:cxn ang="0">
                <a:pos x="connsiteX37400" y="connsiteY37400"/>
              </a:cxn>
              <a:cxn ang="0">
                <a:pos x="connsiteX37401" y="connsiteY37401"/>
              </a:cxn>
              <a:cxn ang="0">
                <a:pos x="connsiteX37402" y="connsiteY37402"/>
              </a:cxn>
              <a:cxn ang="0">
                <a:pos x="connsiteX37403" y="connsiteY37403"/>
              </a:cxn>
              <a:cxn ang="0">
                <a:pos x="connsiteX37404" y="connsiteY37404"/>
              </a:cxn>
              <a:cxn ang="0">
                <a:pos x="connsiteX37405" y="connsiteY37405"/>
              </a:cxn>
              <a:cxn ang="0">
                <a:pos x="connsiteX37406" y="connsiteY37406"/>
              </a:cxn>
              <a:cxn ang="0">
                <a:pos x="connsiteX37407" y="connsiteY37407"/>
              </a:cxn>
              <a:cxn ang="0">
                <a:pos x="connsiteX37408" y="connsiteY37408"/>
              </a:cxn>
              <a:cxn ang="0">
                <a:pos x="connsiteX37409" y="connsiteY37409"/>
              </a:cxn>
              <a:cxn ang="0">
                <a:pos x="connsiteX37410" y="connsiteY37410"/>
              </a:cxn>
              <a:cxn ang="0">
                <a:pos x="connsiteX37411" y="connsiteY37411"/>
              </a:cxn>
              <a:cxn ang="0">
                <a:pos x="connsiteX37412" y="connsiteY37412"/>
              </a:cxn>
              <a:cxn ang="0">
                <a:pos x="connsiteX37413" y="connsiteY37413"/>
              </a:cxn>
              <a:cxn ang="0">
                <a:pos x="connsiteX37414" y="connsiteY37414"/>
              </a:cxn>
              <a:cxn ang="0">
                <a:pos x="connsiteX37415" y="connsiteY37415"/>
              </a:cxn>
              <a:cxn ang="0">
                <a:pos x="connsiteX37416" y="connsiteY37416"/>
              </a:cxn>
              <a:cxn ang="0">
                <a:pos x="connsiteX37417" y="connsiteY37417"/>
              </a:cxn>
              <a:cxn ang="0">
                <a:pos x="connsiteX37418" y="connsiteY37418"/>
              </a:cxn>
              <a:cxn ang="0">
                <a:pos x="connsiteX37419" y="connsiteY37419"/>
              </a:cxn>
              <a:cxn ang="0">
                <a:pos x="connsiteX37420" y="connsiteY37420"/>
              </a:cxn>
              <a:cxn ang="0">
                <a:pos x="connsiteX37421" y="connsiteY37421"/>
              </a:cxn>
              <a:cxn ang="0">
                <a:pos x="connsiteX37422" y="connsiteY37422"/>
              </a:cxn>
              <a:cxn ang="0">
                <a:pos x="connsiteX37423" y="connsiteY37423"/>
              </a:cxn>
              <a:cxn ang="0">
                <a:pos x="connsiteX37424" y="connsiteY37424"/>
              </a:cxn>
              <a:cxn ang="0">
                <a:pos x="connsiteX37425" y="connsiteY37425"/>
              </a:cxn>
              <a:cxn ang="0">
                <a:pos x="connsiteX37426" y="connsiteY37426"/>
              </a:cxn>
              <a:cxn ang="0">
                <a:pos x="connsiteX37427" y="connsiteY37427"/>
              </a:cxn>
              <a:cxn ang="0">
                <a:pos x="connsiteX37428" y="connsiteY37428"/>
              </a:cxn>
              <a:cxn ang="0">
                <a:pos x="connsiteX37429" y="connsiteY37429"/>
              </a:cxn>
              <a:cxn ang="0">
                <a:pos x="connsiteX37430" y="connsiteY37430"/>
              </a:cxn>
              <a:cxn ang="0">
                <a:pos x="connsiteX37431" y="connsiteY37431"/>
              </a:cxn>
              <a:cxn ang="0">
                <a:pos x="connsiteX37432" y="connsiteY37432"/>
              </a:cxn>
              <a:cxn ang="0">
                <a:pos x="connsiteX37433" y="connsiteY37433"/>
              </a:cxn>
              <a:cxn ang="0">
                <a:pos x="connsiteX37434" y="connsiteY37434"/>
              </a:cxn>
              <a:cxn ang="0">
                <a:pos x="connsiteX37435" y="connsiteY37435"/>
              </a:cxn>
              <a:cxn ang="0">
                <a:pos x="connsiteX37436" y="connsiteY37436"/>
              </a:cxn>
              <a:cxn ang="0">
                <a:pos x="connsiteX37437" y="connsiteY37437"/>
              </a:cxn>
              <a:cxn ang="0">
                <a:pos x="connsiteX37438" y="connsiteY37438"/>
              </a:cxn>
              <a:cxn ang="0">
                <a:pos x="connsiteX37439" y="connsiteY37439"/>
              </a:cxn>
              <a:cxn ang="0">
                <a:pos x="connsiteX37440" y="connsiteY37440"/>
              </a:cxn>
              <a:cxn ang="0">
                <a:pos x="connsiteX37441" y="connsiteY37441"/>
              </a:cxn>
              <a:cxn ang="0">
                <a:pos x="connsiteX37442" y="connsiteY37442"/>
              </a:cxn>
              <a:cxn ang="0">
                <a:pos x="connsiteX37443" y="connsiteY37443"/>
              </a:cxn>
              <a:cxn ang="0">
                <a:pos x="connsiteX37444" y="connsiteY37444"/>
              </a:cxn>
              <a:cxn ang="0">
                <a:pos x="connsiteX37445" y="connsiteY37445"/>
              </a:cxn>
              <a:cxn ang="0">
                <a:pos x="connsiteX37446" y="connsiteY37446"/>
              </a:cxn>
              <a:cxn ang="0">
                <a:pos x="connsiteX37447" y="connsiteY37447"/>
              </a:cxn>
              <a:cxn ang="0">
                <a:pos x="connsiteX37448" y="connsiteY37448"/>
              </a:cxn>
              <a:cxn ang="0">
                <a:pos x="connsiteX37449" y="connsiteY37449"/>
              </a:cxn>
              <a:cxn ang="0">
                <a:pos x="connsiteX37450" y="connsiteY37450"/>
              </a:cxn>
              <a:cxn ang="0">
                <a:pos x="connsiteX37451" y="connsiteY37451"/>
              </a:cxn>
              <a:cxn ang="0">
                <a:pos x="connsiteX37452" y="connsiteY37452"/>
              </a:cxn>
              <a:cxn ang="0">
                <a:pos x="connsiteX37453" y="connsiteY37453"/>
              </a:cxn>
              <a:cxn ang="0">
                <a:pos x="connsiteX37454" y="connsiteY37454"/>
              </a:cxn>
              <a:cxn ang="0">
                <a:pos x="connsiteX37455" y="connsiteY37455"/>
              </a:cxn>
              <a:cxn ang="0">
                <a:pos x="connsiteX37456" y="connsiteY37456"/>
              </a:cxn>
              <a:cxn ang="0">
                <a:pos x="connsiteX37457" y="connsiteY37457"/>
              </a:cxn>
              <a:cxn ang="0">
                <a:pos x="connsiteX37458" y="connsiteY37458"/>
              </a:cxn>
              <a:cxn ang="0">
                <a:pos x="connsiteX37459" y="connsiteY37459"/>
              </a:cxn>
              <a:cxn ang="0">
                <a:pos x="connsiteX37460" y="connsiteY37460"/>
              </a:cxn>
              <a:cxn ang="0">
                <a:pos x="connsiteX37461" y="connsiteY37461"/>
              </a:cxn>
              <a:cxn ang="0">
                <a:pos x="connsiteX37462" y="connsiteY37462"/>
              </a:cxn>
              <a:cxn ang="0">
                <a:pos x="connsiteX37463" y="connsiteY37463"/>
              </a:cxn>
              <a:cxn ang="0">
                <a:pos x="connsiteX37464" y="connsiteY37464"/>
              </a:cxn>
              <a:cxn ang="0">
                <a:pos x="connsiteX37465" y="connsiteY37465"/>
              </a:cxn>
              <a:cxn ang="0">
                <a:pos x="connsiteX37466" y="connsiteY37466"/>
              </a:cxn>
              <a:cxn ang="0">
                <a:pos x="connsiteX37467" y="connsiteY37467"/>
              </a:cxn>
              <a:cxn ang="0">
                <a:pos x="connsiteX37468" y="connsiteY37468"/>
              </a:cxn>
              <a:cxn ang="0">
                <a:pos x="connsiteX37469" y="connsiteY37469"/>
              </a:cxn>
              <a:cxn ang="0">
                <a:pos x="connsiteX37470" y="connsiteY37470"/>
              </a:cxn>
              <a:cxn ang="0">
                <a:pos x="connsiteX37471" y="connsiteY37471"/>
              </a:cxn>
              <a:cxn ang="0">
                <a:pos x="connsiteX37472" y="connsiteY37472"/>
              </a:cxn>
              <a:cxn ang="0">
                <a:pos x="connsiteX37473" y="connsiteY37473"/>
              </a:cxn>
              <a:cxn ang="0">
                <a:pos x="connsiteX37474" y="connsiteY37474"/>
              </a:cxn>
              <a:cxn ang="0">
                <a:pos x="connsiteX37475" y="connsiteY37475"/>
              </a:cxn>
              <a:cxn ang="0">
                <a:pos x="connsiteX37476" y="connsiteY37476"/>
              </a:cxn>
              <a:cxn ang="0">
                <a:pos x="connsiteX37477" y="connsiteY37477"/>
              </a:cxn>
              <a:cxn ang="0">
                <a:pos x="connsiteX37478" y="connsiteY37478"/>
              </a:cxn>
              <a:cxn ang="0">
                <a:pos x="connsiteX37479" y="connsiteY37479"/>
              </a:cxn>
              <a:cxn ang="0">
                <a:pos x="connsiteX37480" y="connsiteY37480"/>
              </a:cxn>
              <a:cxn ang="0">
                <a:pos x="connsiteX37481" y="connsiteY37481"/>
              </a:cxn>
              <a:cxn ang="0">
                <a:pos x="connsiteX37482" y="connsiteY37482"/>
              </a:cxn>
              <a:cxn ang="0">
                <a:pos x="connsiteX37483" y="connsiteY37483"/>
              </a:cxn>
              <a:cxn ang="0">
                <a:pos x="connsiteX37484" y="connsiteY37484"/>
              </a:cxn>
              <a:cxn ang="0">
                <a:pos x="connsiteX37485" y="connsiteY37485"/>
              </a:cxn>
              <a:cxn ang="0">
                <a:pos x="connsiteX37486" y="connsiteY37486"/>
              </a:cxn>
              <a:cxn ang="0">
                <a:pos x="connsiteX37487" y="connsiteY37487"/>
              </a:cxn>
              <a:cxn ang="0">
                <a:pos x="connsiteX37488" y="connsiteY37488"/>
              </a:cxn>
              <a:cxn ang="0">
                <a:pos x="connsiteX37489" y="connsiteY37489"/>
              </a:cxn>
              <a:cxn ang="0">
                <a:pos x="connsiteX37490" y="connsiteY37490"/>
              </a:cxn>
              <a:cxn ang="0">
                <a:pos x="connsiteX37491" y="connsiteY37491"/>
              </a:cxn>
              <a:cxn ang="0">
                <a:pos x="connsiteX37492" y="connsiteY37492"/>
              </a:cxn>
              <a:cxn ang="0">
                <a:pos x="connsiteX37493" y="connsiteY37493"/>
              </a:cxn>
              <a:cxn ang="0">
                <a:pos x="connsiteX37494" y="connsiteY37494"/>
              </a:cxn>
              <a:cxn ang="0">
                <a:pos x="connsiteX37495" y="connsiteY37495"/>
              </a:cxn>
              <a:cxn ang="0">
                <a:pos x="connsiteX37496" y="connsiteY37496"/>
              </a:cxn>
              <a:cxn ang="0">
                <a:pos x="connsiteX37497" y="connsiteY37497"/>
              </a:cxn>
              <a:cxn ang="0">
                <a:pos x="connsiteX37498" y="connsiteY37498"/>
              </a:cxn>
              <a:cxn ang="0">
                <a:pos x="connsiteX37499" y="connsiteY37499"/>
              </a:cxn>
              <a:cxn ang="0">
                <a:pos x="connsiteX37500" y="connsiteY37500"/>
              </a:cxn>
              <a:cxn ang="0">
                <a:pos x="connsiteX37501" y="connsiteY37501"/>
              </a:cxn>
              <a:cxn ang="0">
                <a:pos x="connsiteX37502" y="connsiteY37502"/>
              </a:cxn>
              <a:cxn ang="0">
                <a:pos x="connsiteX37503" y="connsiteY37503"/>
              </a:cxn>
              <a:cxn ang="0">
                <a:pos x="connsiteX37504" y="connsiteY37504"/>
              </a:cxn>
              <a:cxn ang="0">
                <a:pos x="connsiteX37505" y="connsiteY37505"/>
              </a:cxn>
              <a:cxn ang="0">
                <a:pos x="connsiteX37506" y="connsiteY37506"/>
              </a:cxn>
              <a:cxn ang="0">
                <a:pos x="connsiteX37507" y="connsiteY37507"/>
              </a:cxn>
              <a:cxn ang="0">
                <a:pos x="connsiteX37508" y="connsiteY37508"/>
              </a:cxn>
              <a:cxn ang="0">
                <a:pos x="connsiteX37509" y="connsiteY37509"/>
              </a:cxn>
              <a:cxn ang="0">
                <a:pos x="connsiteX37510" y="connsiteY37510"/>
              </a:cxn>
              <a:cxn ang="0">
                <a:pos x="connsiteX37511" y="connsiteY37511"/>
              </a:cxn>
              <a:cxn ang="0">
                <a:pos x="connsiteX37512" y="connsiteY37512"/>
              </a:cxn>
              <a:cxn ang="0">
                <a:pos x="connsiteX37513" y="connsiteY37513"/>
              </a:cxn>
              <a:cxn ang="0">
                <a:pos x="connsiteX37514" y="connsiteY37514"/>
              </a:cxn>
              <a:cxn ang="0">
                <a:pos x="connsiteX37515" y="connsiteY37515"/>
              </a:cxn>
              <a:cxn ang="0">
                <a:pos x="connsiteX37516" y="connsiteY37516"/>
              </a:cxn>
              <a:cxn ang="0">
                <a:pos x="connsiteX37517" y="connsiteY37517"/>
              </a:cxn>
              <a:cxn ang="0">
                <a:pos x="connsiteX37518" y="connsiteY37518"/>
              </a:cxn>
              <a:cxn ang="0">
                <a:pos x="connsiteX37519" y="connsiteY37519"/>
              </a:cxn>
              <a:cxn ang="0">
                <a:pos x="connsiteX37520" y="connsiteY37520"/>
              </a:cxn>
              <a:cxn ang="0">
                <a:pos x="connsiteX37521" y="connsiteY37521"/>
              </a:cxn>
              <a:cxn ang="0">
                <a:pos x="connsiteX37522" y="connsiteY37522"/>
              </a:cxn>
              <a:cxn ang="0">
                <a:pos x="connsiteX37523" y="connsiteY37523"/>
              </a:cxn>
              <a:cxn ang="0">
                <a:pos x="connsiteX37524" y="connsiteY37524"/>
              </a:cxn>
              <a:cxn ang="0">
                <a:pos x="connsiteX37525" y="connsiteY37525"/>
              </a:cxn>
              <a:cxn ang="0">
                <a:pos x="connsiteX37526" y="connsiteY37526"/>
              </a:cxn>
              <a:cxn ang="0">
                <a:pos x="connsiteX37527" y="connsiteY37527"/>
              </a:cxn>
              <a:cxn ang="0">
                <a:pos x="connsiteX37528" y="connsiteY37528"/>
              </a:cxn>
              <a:cxn ang="0">
                <a:pos x="connsiteX37529" y="connsiteY37529"/>
              </a:cxn>
              <a:cxn ang="0">
                <a:pos x="connsiteX37530" y="connsiteY37530"/>
              </a:cxn>
              <a:cxn ang="0">
                <a:pos x="connsiteX37531" y="connsiteY37531"/>
              </a:cxn>
              <a:cxn ang="0">
                <a:pos x="connsiteX37532" y="connsiteY37532"/>
              </a:cxn>
              <a:cxn ang="0">
                <a:pos x="connsiteX37533" y="connsiteY37533"/>
              </a:cxn>
              <a:cxn ang="0">
                <a:pos x="connsiteX37534" y="connsiteY37534"/>
              </a:cxn>
              <a:cxn ang="0">
                <a:pos x="connsiteX37535" y="connsiteY37535"/>
              </a:cxn>
              <a:cxn ang="0">
                <a:pos x="connsiteX37536" y="connsiteY37536"/>
              </a:cxn>
              <a:cxn ang="0">
                <a:pos x="connsiteX37537" y="connsiteY37537"/>
              </a:cxn>
              <a:cxn ang="0">
                <a:pos x="connsiteX37538" y="connsiteY37538"/>
              </a:cxn>
              <a:cxn ang="0">
                <a:pos x="connsiteX37539" y="connsiteY37539"/>
              </a:cxn>
              <a:cxn ang="0">
                <a:pos x="connsiteX37540" y="connsiteY37540"/>
              </a:cxn>
              <a:cxn ang="0">
                <a:pos x="connsiteX37541" y="connsiteY37541"/>
              </a:cxn>
              <a:cxn ang="0">
                <a:pos x="connsiteX37542" y="connsiteY37542"/>
              </a:cxn>
              <a:cxn ang="0">
                <a:pos x="connsiteX37543" y="connsiteY37543"/>
              </a:cxn>
              <a:cxn ang="0">
                <a:pos x="connsiteX37544" y="connsiteY37544"/>
              </a:cxn>
              <a:cxn ang="0">
                <a:pos x="connsiteX37545" y="connsiteY37545"/>
              </a:cxn>
              <a:cxn ang="0">
                <a:pos x="connsiteX37546" y="connsiteY37546"/>
              </a:cxn>
              <a:cxn ang="0">
                <a:pos x="connsiteX37547" y="connsiteY37547"/>
              </a:cxn>
              <a:cxn ang="0">
                <a:pos x="connsiteX37548" y="connsiteY37548"/>
              </a:cxn>
              <a:cxn ang="0">
                <a:pos x="connsiteX37549" y="connsiteY37549"/>
              </a:cxn>
              <a:cxn ang="0">
                <a:pos x="connsiteX37550" y="connsiteY37550"/>
              </a:cxn>
              <a:cxn ang="0">
                <a:pos x="connsiteX37551" y="connsiteY37551"/>
              </a:cxn>
              <a:cxn ang="0">
                <a:pos x="connsiteX37552" y="connsiteY37552"/>
              </a:cxn>
              <a:cxn ang="0">
                <a:pos x="connsiteX37553" y="connsiteY37553"/>
              </a:cxn>
              <a:cxn ang="0">
                <a:pos x="connsiteX37554" y="connsiteY37554"/>
              </a:cxn>
              <a:cxn ang="0">
                <a:pos x="connsiteX37555" y="connsiteY37555"/>
              </a:cxn>
              <a:cxn ang="0">
                <a:pos x="connsiteX37556" y="connsiteY37556"/>
              </a:cxn>
              <a:cxn ang="0">
                <a:pos x="connsiteX37557" y="connsiteY37557"/>
              </a:cxn>
              <a:cxn ang="0">
                <a:pos x="connsiteX37558" y="connsiteY37558"/>
              </a:cxn>
              <a:cxn ang="0">
                <a:pos x="connsiteX37559" y="connsiteY37559"/>
              </a:cxn>
              <a:cxn ang="0">
                <a:pos x="connsiteX37560" y="connsiteY37560"/>
              </a:cxn>
              <a:cxn ang="0">
                <a:pos x="connsiteX37561" y="connsiteY37561"/>
              </a:cxn>
              <a:cxn ang="0">
                <a:pos x="connsiteX37562" y="connsiteY37562"/>
              </a:cxn>
              <a:cxn ang="0">
                <a:pos x="connsiteX37563" y="connsiteY37563"/>
              </a:cxn>
              <a:cxn ang="0">
                <a:pos x="connsiteX37564" y="connsiteY37564"/>
              </a:cxn>
              <a:cxn ang="0">
                <a:pos x="connsiteX37565" y="connsiteY37565"/>
              </a:cxn>
              <a:cxn ang="0">
                <a:pos x="connsiteX37566" y="connsiteY37566"/>
              </a:cxn>
              <a:cxn ang="0">
                <a:pos x="connsiteX37567" y="connsiteY37567"/>
              </a:cxn>
              <a:cxn ang="0">
                <a:pos x="connsiteX37568" y="connsiteY37568"/>
              </a:cxn>
              <a:cxn ang="0">
                <a:pos x="connsiteX37569" y="connsiteY37569"/>
              </a:cxn>
              <a:cxn ang="0">
                <a:pos x="connsiteX37570" y="connsiteY37570"/>
              </a:cxn>
              <a:cxn ang="0">
                <a:pos x="connsiteX37571" y="connsiteY37571"/>
              </a:cxn>
              <a:cxn ang="0">
                <a:pos x="connsiteX37572" y="connsiteY37572"/>
              </a:cxn>
              <a:cxn ang="0">
                <a:pos x="connsiteX37573" y="connsiteY37573"/>
              </a:cxn>
              <a:cxn ang="0">
                <a:pos x="connsiteX37574" y="connsiteY37574"/>
              </a:cxn>
              <a:cxn ang="0">
                <a:pos x="connsiteX37575" y="connsiteY37575"/>
              </a:cxn>
              <a:cxn ang="0">
                <a:pos x="connsiteX37576" y="connsiteY37576"/>
              </a:cxn>
              <a:cxn ang="0">
                <a:pos x="connsiteX37577" y="connsiteY37577"/>
              </a:cxn>
              <a:cxn ang="0">
                <a:pos x="connsiteX37578" y="connsiteY37578"/>
              </a:cxn>
              <a:cxn ang="0">
                <a:pos x="connsiteX37579" y="connsiteY37579"/>
              </a:cxn>
              <a:cxn ang="0">
                <a:pos x="connsiteX37580" y="connsiteY37580"/>
              </a:cxn>
              <a:cxn ang="0">
                <a:pos x="connsiteX37581" y="connsiteY37581"/>
              </a:cxn>
              <a:cxn ang="0">
                <a:pos x="connsiteX37582" y="connsiteY37582"/>
              </a:cxn>
              <a:cxn ang="0">
                <a:pos x="connsiteX37583" y="connsiteY37583"/>
              </a:cxn>
              <a:cxn ang="0">
                <a:pos x="connsiteX37584" y="connsiteY37584"/>
              </a:cxn>
              <a:cxn ang="0">
                <a:pos x="connsiteX37585" y="connsiteY37585"/>
              </a:cxn>
              <a:cxn ang="0">
                <a:pos x="connsiteX37586" y="connsiteY37586"/>
              </a:cxn>
              <a:cxn ang="0">
                <a:pos x="connsiteX37587" y="connsiteY37587"/>
              </a:cxn>
              <a:cxn ang="0">
                <a:pos x="connsiteX37588" y="connsiteY37588"/>
              </a:cxn>
              <a:cxn ang="0">
                <a:pos x="connsiteX37589" y="connsiteY37589"/>
              </a:cxn>
              <a:cxn ang="0">
                <a:pos x="connsiteX37590" y="connsiteY37590"/>
              </a:cxn>
              <a:cxn ang="0">
                <a:pos x="connsiteX37591" y="connsiteY37591"/>
              </a:cxn>
              <a:cxn ang="0">
                <a:pos x="connsiteX37592" y="connsiteY37592"/>
              </a:cxn>
              <a:cxn ang="0">
                <a:pos x="connsiteX37593" y="connsiteY37593"/>
              </a:cxn>
              <a:cxn ang="0">
                <a:pos x="connsiteX37594" y="connsiteY37594"/>
              </a:cxn>
              <a:cxn ang="0">
                <a:pos x="connsiteX37595" y="connsiteY37595"/>
              </a:cxn>
              <a:cxn ang="0">
                <a:pos x="connsiteX37596" y="connsiteY37596"/>
              </a:cxn>
              <a:cxn ang="0">
                <a:pos x="connsiteX37597" y="connsiteY37597"/>
              </a:cxn>
              <a:cxn ang="0">
                <a:pos x="connsiteX37598" y="connsiteY37598"/>
              </a:cxn>
              <a:cxn ang="0">
                <a:pos x="connsiteX37599" y="connsiteY37599"/>
              </a:cxn>
              <a:cxn ang="0">
                <a:pos x="connsiteX37600" y="connsiteY37600"/>
              </a:cxn>
              <a:cxn ang="0">
                <a:pos x="connsiteX37601" y="connsiteY37601"/>
              </a:cxn>
              <a:cxn ang="0">
                <a:pos x="connsiteX37602" y="connsiteY37602"/>
              </a:cxn>
              <a:cxn ang="0">
                <a:pos x="connsiteX37603" y="connsiteY37603"/>
              </a:cxn>
              <a:cxn ang="0">
                <a:pos x="connsiteX37604" y="connsiteY37604"/>
              </a:cxn>
              <a:cxn ang="0">
                <a:pos x="connsiteX37605" y="connsiteY37605"/>
              </a:cxn>
              <a:cxn ang="0">
                <a:pos x="connsiteX37606" y="connsiteY37606"/>
              </a:cxn>
              <a:cxn ang="0">
                <a:pos x="connsiteX37607" y="connsiteY37607"/>
              </a:cxn>
              <a:cxn ang="0">
                <a:pos x="connsiteX37608" y="connsiteY37608"/>
              </a:cxn>
              <a:cxn ang="0">
                <a:pos x="connsiteX37609" y="connsiteY37609"/>
              </a:cxn>
              <a:cxn ang="0">
                <a:pos x="connsiteX37610" y="connsiteY37610"/>
              </a:cxn>
              <a:cxn ang="0">
                <a:pos x="connsiteX37611" y="connsiteY37611"/>
              </a:cxn>
              <a:cxn ang="0">
                <a:pos x="connsiteX37612" y="connsiteY37612"/>
              </a:cxn>
              <a:cxn ang="0">
                <a:pos x="connsiteX37613" y="connsiteY37613"/>
              </a:cxn>
              <a:cxn ang="0">
                <a:pos x="connsiteX37614" y="connsiteY37614"/>
              </a:cxn>
              <a:cxn ang="0">
                <a:pos x="connsiteX37615" y="connsiteY37615"/>
              </a:cxn>
              <a:cxn ang="0">
                <a:pos x="connsiteX37616" y="connsiteY37616"/>
              </a:cxn>
              <a:cxn ang="0">
                <a:pos x="connsiteX37617" y="connsiteY37617"/>
              </a:cxn>
              <a:cxn ang="0">
                <a:pos x="connsiteX37618" y="connsiteY37618"/>
              </a:cxn>
              <a:cxn ang="0">
                <a:pos x="connsiteX37619" y="connsiteY37619"/>
              </a:cxn>
              <a:cxn ang="0">
                <a:pos x="connsiteX37620" y="connsiteY37620"/>
              </a:cxn>
              <a:cxn ang="0">
                <a:pos x="connsiteX37621" y="connsiteY37621"/>
              </a:cxn>
              <a:cxn ang="0">
                <a:pos x="connsiteX37622" y="connsiteY37622"/>
              </a:cxn>
              <a:cxn ang="0">
                <a:pos x="connsiteX37623" y="connsiteY37623"/>
              </a:cxn>
              <a:cxn ang="0">
                <a:pos x="connsiteX37624" y="connsiteY37624"/>
              </a:cxn>
              <a:cxn ang="0">
                <a:pos x="connsiteX37625" y="connsiteY37625"/>
              </a:cxn>
              <a:cxn ang="0">
                <a:pos x="connsiteX37626" y="connsiteY37626"/>
              </a:cxn>
              <a:cxn ang="0">
                <a:pos x="connsiteX37627" y="connsiteY37627"/>
              </a:cxn>
              <a:cxn ang="0">
                <a:pos x="connsiteX37628" y="connsiteY37628"/>
              </a:cxn>
              <a:cxn ang="0">
                <a:pos x="connsiteX37629" y="connsiteY37629"/>
              </a:cxn>
              <a:cxn ang="0">
                <a:pos x="connsiteX37630" y="connsiteY37630"/>
              </a:cxn>
              <a:cxn ang="0">
                <a:pos x="connsiteX37631" y="connsiteY37631"/>
              </a:cxn>
              <a:cxn ang="0">
                <a:pos x="connsiteX37632" y="connsiteY37632"/>
              </a:cxn>
              <a:cxn ang="0">
                <a:pos x="connsiteX37633" y="connsiteY37633"/>
              </a:cxn>
              <a:cxn ang="0">
                <a:pos x="connsiteX37634" y="connsiteY37634"/>
              </a:cxn>
              <a:cxn ang="0">
                <a:pos x="connsiteX37635" y="connsiteY37635"/>
              </a:cxn>
              <a:cxn ang="0">
                <a:pos x="connsiteX37636" y="connsiteY37636"/>
              </a:cxn>
              <a:cxn ang="0">
                <a:pos x="connsiteX37637" y="connsiteY37637"/>
              </a:cxn>
              <a:cxn ang="0">
                <a:pos x="connsiteX37638" y="connsiteY37638"/>
              </a:cxn>
              <a:cxn ang="0">
                <a:pos x="connsiteX37639" y="connsiteY37639"/>
              </a:cxn>
              <a:cxn ang="0">
                <a:pos x="connsiteX37640" y="connsiteY37640"/>
              </a:cxn>
              <a:cxn ang="0">
                <a:pos x="connsiteX37641" y="connsiteY37641"/>
              </a:cxn>
              <a:cxn ang="0">
                <a:pos x="connsiteX37642" y="connsiteY37642"/>
              </a:cxn>
              <a:cxn ang="0">
                <a:pos x="connsiteX37643" y="connsiteY37643"/>
              </a:cxn>
              <a:cxn ang="0">
                <a:pos x="connsiteX37644" y="connsiteY37644"/>
              </a:cxn>
              <a:cxn ang="0">
                <a:pos x="connsiteX37645" y="connsiteY37645"/>
              </a:cxn>
              <a:cxn ang="0">
                <a:pos x="connsiteX37646" y="connsiteY37646"/>
              </a:cxn>
              <a:cxn ang="0">
                <a:pos x="connsiteX37647" y="connsiteY37647"/>
              </a:cxn>
              <a:cxn ang="0">
                <a:pos x="connsiteX37648" y="connsiteY37648"/>
              </a:cxn>
              <a:cxn ang="0">
                <a:pos x="connsiteX37649" y="connsiteY37649"/>
              </a:cxn>
              <a:cxn ang="0">
                <a:pos x="connsiteX37650" y="connsiteY37650"/>
              </a:cxn>
              <a:cxn ang="0">
                <a:pos x="connsiteX37651" y="connsiteY37651"/>
              </a:cxn>
              <a:cxn ang="0">
                <a:pos x="connsiteX37652" y="connsiteY37652"/>
              </a:cxn>
              <a:cxn ang="0">
                <a:pos x="connsiteX37653" y="connsiteY37653"/>
              </a:cxn>
              <a:cxn ang="0">
                <a:pos x="connsiteX37654" y="connsiteY37654"/>
              </a:cxn>
              <a:cxn ang="0">
                <a:pos x="connsiteX37655" y="connsiteY37655"/>
              </a:cxn>
              <a:cxn ang="0">
                <a:pos x="connsiteX37656" y="connsiteY37656"/>
              </a:cxn>
              <a:cxn ang="0">
                <a:pos x="connsiteX37657" y="connsiteY37657"/>
              </a:cxn>
              <a:cxn ang="0">
                <a:pos x="connsiteX37658" y="connsiteY37658"/>
              </a:cxn>
              <a:cxn ang="0">
                <a:pos x="connsiteX37659" y="connsiteY37659"/>
              </a:cxn>
              <a:cxn ang="0">
                <a:pos x="connsiteX37660" y="connsiteY37660"/>
              </a:cxn>
              <a:cxn ang="0">
                <a:pos x="connsiteX37661" y="connsiteY37661"/>
              </a:cxn>
              <a:cxn ang="0">
                <a:pos x="connsiteX37662" y="connsiteY37662"/>
              </a:cxn>
              <a:cxn ang="0">
                <a:pos x="connsiteX37663" y="connsiteY37663"/>
              </a:cxn>
              <a:cxn ang="0">
                <a:pos x="connsiteX37664" y="connsiteY37664"/>
              </a:cxn>
              <a:cxn ang="0">
                <a:pos x="connsiteX37665" y="connsiteY37665"/>
              </a:cxn>
              <a:cxn ang="0">
                <a:pos x="connsiteX37666" y="connsiteY37666"/>
              </a:cxn>
              <a:cxn ang="0">
                <a:pos x="connsiteX37667" y="connsiteY37667"/>
              </a:cxn>
              <a:cxn ang="0">
                <a:pos x="connsiteX37668" y="connsiteY37668"/>
              </a:cxn>
              <a:cxn ang="0">
                <a:pos x="connsiteX37669" y="connsiteY37669"/>
              </a:cxn>
              <a:cxn ang="0">
                <a:pos x="connsiteX37670" y="connsiteY37670"/>
              </a:cxn>
              <a:cxn ang="0">
                <a:pos x="connsiteX37671" y="connsiteY37671"/>
              </a:cxn>
              <a:cxn ang="0">
                <a:pos x="connsiteX37672" y="connsiteY37672"/>
              </a:cxn>
              <a:cxn ang="0">
                <a:pos x="connsiteX37673" y="connsiteY37673"/>
              </a:cxn>
              <a:cxn ang="0">
                <a:pos x="connsiteX37674" y="connsiteY37674"/>
              </a:cxn>
              <a:cxn ang="0">
                <a:pos x="connsiteX37675" y="connsiteY37675"/>
              </a:cxn>
              <a:cxn ang="0">
                <a:pos x="connsiteX37676" y="connsiteY37676"/>
              </a:cxn>
              <a:cxn ang="0">
                <a:pos x="connsiteX37677" y="connsiteY37677"/>
              </a:cxn>
              <a:cxn ang="0">
                <a:pos x="connsiteX37678" y="connsiteY37678"/>
              </a:cxn>
              <a:cxn ang="0">
                <a:pos x="connsiteX37679" y="connsiteY37679"/>
              </a:cxn>
              <a:cxn ang="0">
                <a:pos x="connsiteX37680" y="connsiteY37680"/>
              </a:cxn>
              <a:cxn ang="0">
                <a:pos x="connsiteX37681" y="connsiteY37681"/>
              </a:cxn>
              <a:cxn ang="0">
                <a:pos x="connsiteX37682" y="connsiteY37682"/>
              </a:cxn>
              <a:cxn ang="0">
                <a:pos x="connsiteX37683" y="connsiteY37683"/>
              </a:cxn>
              <a:cxn ang="0">
                <a:pos x="connsiteX37684" y="connsiteY37684"/>
              </a:cxn>
              <a:cxn ang="0">
                <a:pos x="connsiteX37685" y="connsiteY37685"/>
              </a:cxn>
              <a:cxn ang="0">
                <a:pos x="connsiteX37686" y="connsiteY37686"/>
              </a:cxn>
              <a:cxn ang="0">
                <a:pos x="connsiteX37687" y="connsiteY37687"/>
              </a:cxn>
              <a:cxn ang="0">
                <a:pos x="connsiteX37688" y="connsiteY37688"/>
              </a:cxn>
              <a:cxn ang="0">
                <a:pos x="connsiteX37689" y="connsiteY37689"/>
              </a:cxn>
              <a:cxn ang="0">
                <a:pos x="connsiteX37690" y="connsiteY37690"/>
              </a:cxn>
              <a:cxn ang="0">
                <a:pos x="connsiteX37691" y="connsiteY37691"/>
              </a:cxn>
              <a:cxn ang="0">
                <a:pos x="connsiteX37692" y="connsiteY37692"/>
              </a:cxn>
              <a:cxn ang="0">
                <a:pos x="connsiteX37693" y="connsiteY37693"/>
              </a:cxn>
              <a:cxn ang="0">
                <a:pos x="connsiteX37694" y="connsiteY37694"/>
              </a:cxn>
              <a:cxn ang="0">
                <a:pos x="connsiteX37695" y="connsiteY37695"/>
              </a:cxn>
              <a:cxn ang="0">
                <a:pos x="connsiteX37696" y="connsiteY37696"/>
              </a:cxn>
              <a:cxn ang="0">
                <a:pos x="connsiteX37697" y="connsiteY37697"/>
              </a:cxn>
              <a:cxn ang="0">
                <a:pos x="connsiteX37698" y="connsiteY37698"/>
              </a:cxn>
              <a:cxn ang="0">
                <a:pos x="connsiteX37699" y="connsiteY37699"/>
              </a:cxn>
              <a:cxn ang="0">
                <a:pos x="connsiteX37700" y="connsiteY37700"/>
              </a:cxn>
              <a:cxn ang="0">
                <a:pos x="connsiteX37701" y="connsiteY37701"/>
              </a:cxn>
              <a:cxn ang="0">
                <a:pos x="connsiteX37702" y="connsiteY37702"/>
              </a:cxn>
              <a:cxn ang="0">
                <a:pos x="connsiteX37703" y="connsiteY37703"/>
              </a:cxn>
              <a:cxn ang="0">
                <a:pos x="connsiteX37704" y="connsiteY37704"/>
              </a:cxn>
              <a:cxn ang="0">
                <a:pos x="connsiteX37705" y="connsiteY37705"/>
              </a:cxn>
              <a:cxn ang="0">
                <a:pos x="connsiteX37706" y="connsiteY37706"/>
              </a:cxn>
              <a:cxn ang="0">
                <a:pos x="connsiteX37707" y="connsiteY37707"/>
              </a:cxn>
              <a:cxn ang="0">
                <a:pos x="connsiteX37708" y="connsiteY37708"/>
              </a:cxn>
              <a:cxn ang="0">
                <a:pos x="connsiteX37709" y="connsiteY37709"/>
              </a:cxn>
              <a:cxn ang="0">
                <a:pos x="connsiteX37710" y="connsiteY37710"/>
              </a:cxn>
              <a:cxn ang="0">
                <a:pos x="connsiteX37711" y="connsiteY37711"/>
              </a:cxn>
              <a:cxn ang="0">
                <a:pos x="connsiteX37712" y="connsiteY37712"/>
              </a:cxn>
              <a:cxn ang="0">
                <a:pos x="connsiteX37713" y="connsiteY37713"/>
              </a:cxn>
              <a:cxn ang="0">
                <a:pos x="connsiteX37714" y="connsiteY37714"/>
              </a:cxn>
              <a:cxn ang="0">
                <a:pos x="connsiteX37715" y="connsiteY37715"/>
              </a:cxn>
              <a:cxn ang="0">
                <a:pos x="connsiteX37716" y="connsiteY37716"/>
              </a:cxn>
              <a:cxn ang="0">
                <a:pos x="connsiteX37717" y="connsiteY37717"/>
              </a:cxn>
              <a:cxn ang="0">
                <a:pos x="connsiteX37718" y="connsiteY37718"/>
              </a:cxn>
              <a:cxn ang="0">
                <a:pos x="connsiteX37719" y="connsiteY37719"/>
              </a:cxn>
              <a:cxn ang="0">
                <a:pos x="connsiteX37720" y="connsiteY37720"/>
              </a:cxn>
              <a:cxn ang="0">
                <a:pos x="connsiteX37721" y="connsiteY37721"/>
              </a:cxn>
              <a:cxn ang="0">
                <a:pos x="connsiteX37722" y="connsiteY37722"/>
              </a:cxn>
              <a:cxn ang="0">
                <a:pos x="connsiteX37723" y="connsiteY37723"/>
              </a:cxn>
              <a:cxn ang="0">
                <a:pos x="connsiteX37724" y="connsiteY37724"/>
              </a:cxn>
              <a:cxn ang="0">
                <a:pos x="connsiteX37725" y="connsiteY37725"/>
              </a:cxn>
              <a:cxn ang="0">
                <a:pos x="connsiteX37726" y="connsiteY37726"/>
              </a:cxn>
              <a:cxn ang="0">
                <a:pos x="connsiteX37727" y="connsiteY37727"/>
              </a:cxn>
              <a:cxn ang="0">
                <a:pos x="connsiteX37728" y="connsiteY37728"/>
              </a:cxn>
              <a:cxn ang="0">
                <a:pos x="connsiteX37729" y="connsiteY37729"/>
              </a:cxn>
              <a:cxn ang="0">
                <a:pos x="connsiteX37730" y="connsiteY37730"/>
              </a:cxn>
              <a:cxn ang="0">
                <a:pos x="connsiteX37731" y="connsiteY37731"/>
              </a:cxn>
              <a:cxn ang="0">
                <a:pos x="connsiteX37732" y="connsiteY37732"/>
              </a:cxn>
              <a:cxn ang="0">
                <a:pos x="connsiteX37733" y="connsiteY37733"/>
              </a:cxn>
              <a:cxn ang="0">
                <a:pos x="connsiteX37734" y="connsiteY37734"/>
              </a:cxn>
              <a:cxn ang="0">
                <a:pos x="connsiteX37735" y="connsiteY37735"/>
              </a:cxn>
              <a:cxn ang="0">
                <a:pos x="connsiteX37736" y="connsiteY37736"/>
              </a:cxn>
              <a:cxn ang="0">
                <a:pos x="connsiteX37737" y="connsiteY37737"/>
              </a:cxn>
              <a:cxn ang="0">
                <a:pos x="connsiteX37738" y="connsiteY37738"/>
              </a:cxn>
              <a:cxn ang="0">
                <a:pos x="connsiteX37739" y="connsiteY37739"/>
              </a:cxn>
              <a:cxn ang="0">
                <a:pos x="connsiteX37740" y="connsiteY37740"/>
              </a:cxn>
              <a:cxn ang="0">
                <a:pos x="connsiteX37741" y="connsiteY37741"/>
              </a:cxn>
              <a:cxn ang="0">
                <a:pos x="connsiteX37742" y="connsiteY37742"/>
              </a:cxn>
              <a:cxn ang="0">
                <a:pos x="connsiteX37743" y="connsiteY37743"/>
              </a:cxn>
              <a:cxn ang="0">
                <a:pos x="connsiteX37744" y="connsiteY37744"/>
              </a:cxn>
              <a:cxn ang="0">
                <a:pos x="connsiteX37745" y="connsiteY37745"/>
              </a:cxn>
              <a:cxn ang="0">
                <a:pos x="connsiteX37746" y="connsiteY37746"/>
              </a:cxn>
              <a:cxn ang="0">
                <a:pos x="connsiteX37747" y="connsiteY37747"/>
              </a:cxn>
              <a:cxn ang="0">
                <a:pos x="connsiteX37748" y="connsiteY37748"/>
              </a:cxn>
              <a:cxn ang="0">
                <a:pos x="connsiteX37749" y="connsiteY37749"/>
              </a:cxn>
              <a:cxn ang="0">
                <a:pos x="connsiteX37750" y="connsiteY37750"/>
              </a:cxn>
              <a:cxn ang="0">
                <a:pos x="connsiteX37751" y="connsiteY37751"/>
              </a:cxn>
              <a:cxn ang="0">
                <a:pos x="connsiteX37752" y="connsiteY37752"/>
              </a:cxn>
              <a:cxn ang="0">
                <a:pos x="connsiteX37753" y="connsiteY37753"/>
              </a:cxn>
              <a:cxn ang="0">
                <a:pos x="connsiteX37754" y="connsiteY37754"/>
              </a:cxn>
              <a:cxn ang="0">
                <a:pos x="connsiteX37755" y="connsiteY37755"/>
              </a:cxn>
              <a:cxn ang="0">
                <a:pos x="connsiteX37756" y="connsiteY37756"/>
              </a:cxn>
              <a:cxn ang="0">
                <a:pos x="connsiteX37757" y="connsiteY37757"/>
              </a:cxn>
              <a:cxn ang="0">
                <a:pos x="connsiteX37758" y="connsiteY37758"/>
              </a:cxn>
              <a:cxn ang="0">
                <a:pos x="connsiteX37759" y="connsiteY37759"/>
              </a:cxn>
              <a:cxn ang="0">
                <a:pos x="connsiteX37760" y="connsiteY37760"/>
              </a:cxn>
              <a:cxn ang="0">
                <a:pos x="connsiteX37761" y="connsiteY37761"/>
              </a:cxn>
              <a:cxn ang="0">
                <a:pos x="connsiteX37762" y="connsiteY37762"/>
              </a:cxn>
              <a:cxn ang="0">
                <a:pos x="connsiteX37763" y="connsiteY37763"/>
              </a:cxn>
              <a:cxn ang="0">
                <a:pos x="connsiteX37764" y="connsiteY37764"/>
              </a:cxn>
              <a:cxn ang="0">
                <a:pos x="connsiteX37765" y="connsiteY37765"/>
              </a:cxn>
              <a:cxn ang="0">
                <a:pos x="connsiteX37766" y="connsiteY37766"/>
              </a:cxn>
              <a:cxn ang="0">
                <a:pos x="connsiteX37767" y="connsiteY37767"/>
              </a:cxn>
              <a:cxn ang="0">
                <a:pos x="connsiteX37768" y="connsiteY37768"/>
              </a:cxn>
              <a:cxn ang="0">
                <a:pos x="connsiteX37769" y="connsiteY37769"/>
              </a:cxn>
              <a:cxn ang="0">
                <a:pos x="connsiteX37770" y="connsiteY37770"/>
              </a:cxn>
              <a:cxn ang="0">
                <a:pos x="connsiteX37771" y="connsiteY37771"/>
              </a:cxn>
              <a:cxn ang="0">
                <a:pos x="connsiteX37772" y="connsiteY37772"/>
              </a:cxn>
              <a:cxn ang="0">
                <a:pos x="connsiteX37773" y="connsiteY37773"/>
              </a:cxn>
              <a:cxn ang="0">
                <a:pos x="connsiteX37774" y="connsiteY37774"/>
              </a:cxn>
              <a:cxn ang="0">
                <a:pos x="connsiteX37775" y="connsiteY37775"/>
              </a:cxn>
              <a:cxn ang="0">
                <a:pos x="connsiteX37776" y="connsiteY37776"/>
              </a:cxn>
              <a:cxn ang="0">
                <a:pos x="connsiteX37777" y="connsiteY37777"/>
              </a:cxn>
              <a:cxn ang="0">
                <a:pos x="connsiteX37778" y="connsiteY37778"/>
              </a:cxn>
              <a:cxn ang="0">
                <a:pos x="connsiteX37779" y="connsiteY37779"/>
              </a:cxn>
              <a:cxn ang="0">
                <a:pos x="connsiteX37780" y="connsiteY37780"/>
              </a:cxn>
              <a:cxn ang="0">
                <a:pos x="connsiteX37781" y="connsiteY37781"/>
              </a:cxn>
              <a:cxn ang="0">
                <a:pos x="connsiteX37782" y="connsiteY37782"/>
              </a:cxn>
              <a:cxn ang="0">
                <a:pos x="connsiteX37783" y="connsiteY37783"/>
              </a:cxn>
              <a:cxn ang="0">
                <a:pos x="connsiteX37784" y="connsiteY37784"/>
              </a:cxn>
              <a:cxn ang="0">
                <a:pos x="connsiteX37785" y="connsiteY37785"/>
              </a:cxn>
              <a:cxn ang="0">
                <a:pos x="connsiteX37786" y="connsiteY37786"/>
              </a:cxn>
              <a:cxn ang="0">
                <a:pos x="connsiteX37787" y="connsiteY37787"/>
              </a:cxn>
              <a:cxn ang="0">
                <a:pos x="connsiteX37788" y="connsiteY37788"/>
              </a:cxn>
              <a:cxn ang="0">
                <a:pos x="connsiteX37789" y="connsiteY37789"/>
              </a:cxn>
              <a:cxn ang="0">
                <a:pos x="connsiteX37790" y="connsiteY37790"/>
              </a:cxn>
              <a:cxn ang="0">
                <a:pos x="connsiteX37791" y="connsiteY37791"/>
              </a:cxn>
              <a:cxn ang="0">
                <a:pos x="connsiteX37792" y="connsiteY37792"/>
              </a:cxn>
              <a:cxn ang="0">
                <a:pos x="connsiteX37793" y="connsiteY37793"/>
              </a:cxn>
              <a:cxn ang="0">
                <a:pos x="connsiteX37794" y="connsiteY37794"/>
              </a:cxn>
              <a:cxn ang="0">
                <a:pos x="connsiteX37795" y="connsiteY37795"/>
              </a:cxn>
              <a:cxn ang="0">
                <a:pos x="connsiteX37796" y="connsiteY37796"/>
              </a:cxn>
              <a:cxn ang="0">
                <a:pos x="connsiteX37797" y="connsiteY37797"/>
              </a:cxn>
              <a:cxn ang="0">
                <a:pos x="connsiteX37798" y="connsiteY37798"/>
              </a:cxn>
              <a:cxn ang="0">
                <a:pos x="connsiteX37799" y="connsiteY37799"/>
              </a:cxn>
              <a:cxn ang="0">
                <a:pos x="connsiteX37800" y="connsiteY37800"/>
              </a:cxn>
              <a:cxn ang="0">
                <a:pos x="connsiteX37801" y="connsiteY37801"/>
              </a:cxn>
              <a:cxn ang="0">
                <a:pos x="connsiteX37802" y="connsiteY37802"/>
              </a:cxn>
              <a:cxn ang="0">
                <a:pos x="connsiteX37803" y="connsiteY37803"/>
              </a:cxn>
              <a:cxn ang="0">
                <a:pos x="connsiteX37804" y="connsiteY37804"/>
              </a:cxn>
              <a:cxn ang="0">
                <a:pos x="connsiteX37805" y="connsiteY37805"/>
              </a:cxn>
              <a:cxn ang="0">
                <a:pos x="connsiteX37806" y="connsiteY37806"/>
              </a:cxn>
              <a:cxn ang="0">
                <a:pos x="connsiteX37807" y="connsiteY37807"/>
              </a:cxn>
              <a:cxn ang="0">
                <a:pos x="connsiteX37808" y="connsiteY37808"/>
              </a:cxn>
              <a:cxn ang="0">
                <a:pos x="connsiteX37809" y="connsiteY37809"/>
              </a:cxn>
              <a:cxn ang="0">
                <a:pos x="connsiteX37810" y="connsiteY37810"/>
              </a:cxn>
              <a:cxn ang="0">
                <a:pos x="connsiteX37811" y="connsiteY37811"/>
              </a:cxn>
              <a:cxn ang="0">
                <a:pos x="connsiteX37812" y="connsiteY37812"/>
              </a:cxn>
              <a:cxn ang="0">
                <a:pos x="connsiteX37813" y="connsiteY37813"/>
              </a:cxn>
              <a:cxn ang="0">
                <a:pos x="connsiteX37814" y="connsiteY37814"/>
              </a:cxn>
              <a:cxn ang="0">
                <a:pos x="connsiteX37815" y="connsiteY37815"/>
              </a:cxn>
              <a:cxn ang="0">
                <a:pos x="connsiteX37816" y="connsiteY37816"/>
              </a:cxn>
              <a:cxn ang="0">
                <a:pos x="connsiteX37817" y="connsiteY37817"/>
              </a:cxn>
              <a:cxn ang="0">
                <a:pos x="connsiteX37818" y="connsiteY37818"/>
              </a:cxn>
              <a:cxn ang="0">
                <a:pos x="connsiteX37819" y="connsiteY37819"/>
              </a:cxn>
              <a:cxn ang="0">
                <a:pos x="connsiteX37820" y="connsiteY37820"/>
              </a:cxn>
              <a:cxn ang="0">
                <a:pos x="connsiteX37821" y="connsiteY37821"/>
              </a:cxn>
              <a:cxn ang="0">
                <a:pos x="connsiteX37822" y="connsiteY37822"/>
              </a:cxn>
              <a:cxn ang="0">
                <a:pos x="connsiteX37823" y="connsiteY37823"/>
              </a:cxn>
              <a:cxn ang="0">
                <a:pos x="connsiteX37824" y="connsiteY37824"/>
              </a:cxn>
              <a:cxn ang="0">
                <a:pos x="connsiteX37825" y="connsiteY37825"/>
              </a:cxn>
              <a:cxn ang="0">
                <a:pos x="connsiteX37826" y="connsiteY37826"/>
              </a:cxn>
              <a:cxn ang="0">
                <a:pos x="connsiteX37827" y="connsiteY37827"/>
              </a:cxn>
              <a:cxn ang="0">
                <a:pos x="connsiteX37828" y="connsiteY37828"/>
              </a:cxn>
              <a:cxn ang="0">
                <a:pos x="connsiteX37829" y="connsiteY37829"/>
              </a:cxn>
              <a:cxn ang="0">
                <a:pos x="connsiteX37830" y="connsiteY37830"/>
              </a:cxn>
              <a:cxn ang="0">
                <a:pos x="connsiteX37831" y="connsiteY37831"/>
              </a:cxn>
              <a:cxn ang="0">
                <a:pos x="connsiteX37832" y="connsiteY37832"/>
              </a:cxn>
              <a:cxn ang="0">
                <a:pos x="connsiteX37833" y="connsiteY37833"/>
              </a:cxn>
              <a:cxn ang="0">
                <a:pos x="connsiteX37834" y="connsiteY37834"/>
              </a:cxn>
              <a:cxn ang="0">
                <a:pos x="connsiteX37835" y="connsiteY37835"/>
              </a:cxn>
              <a:cxn ang="0">
                <a:pos x="connsiteX37836" y="connsiteY37836"/>
              </a:cxn>
              <a:cxn ang="0">
                <a:pos x="connsiteX37837" y="connsiteY37837"/>
              </a:cxn>
              <a:cxn ang="0">
                <a:pos x="connsiteX37838" y="connsiteY37838"/>
              </a:cxn>
              <a:cxn ang="0">
                <a:pos x="connsiteX37839" y="connsiteY37839"/>
              </a:cxn>
              <a:cxn ang="0">
                <a:pos x="connsiteX37840" y="connsiteY37840"/>
              </a:cxn>
              <a:cxn ang="0">
                <a:pos x="connsiteX37841" y="connsiteY37841"/>
              </a:cxn>
              <a:cxn ang="0">
                <a:pos x="connsiteX37842" y="connsiteY37842"/>
              </a:cxn>
              <a:cxn ang="0">
                <a:pos x="connsiteX37843" y="connsiteY37843"/>
              </a:cxn>
              <a:cxn ang="0">
                <a:pos x="connsiteX37844" y="connsiteY37844"/>
              </a:cxn>
              <a:cxn ang="0">
                <a:pos x="connsiteX37845" y="connsiteY37845"/>
              </a:cxn>
              <a:cxn ang="0">
                <a:pos x="connsiteX37846" y="connsiteY37846"/>
              </a:cxn>
              <a:cxn ang="0">
                <a:pos x="connsiteX37847" y="connsiteY37847"/>
              </a:cxn>
              <a:cxn ang="0">
                <a:pos x="connsiteX37848" y="connsiteY37848"/>
              </a:cxn>
              <a:cxn ang="0">
                <a:pos x="connsiteX37849" y="connsiteY37849"/>
              </a:cxn>
              <a:cxn ang="0">
                <a:pos x="connsiteX37850" y="connsiteY37850"/>
              </a:cxn>
              <a:cxn ang="0">
                <a:pos x="connsiteX37851" y="connsiteY37851"/>
              </a:cxn>
              <a:cxn ang="0">
                <a:pos x="connsiteX37852" y="connsiteY37852"/>
              </a:cxn>
              <a:cxn ang="0">
                <a:pos x="connsiteX37853" y="connsiteY37853"/>
              </a:cxn>
              <a:cxn ang="0">
                <a:pos x="connsiteX37854" y="connsiteY37854"/>
              </a:cxn>
              <a:cxn ang="0">
                <a:pos x="connsiteX37855" y="connsiteY37855"/>
              </a:cxn>
              <a:cxn ang="0">
                <a:pos x="connsiteX37856" y="connsiteY37856"/>
              </a:cxn>
              <a:cxn ang="0">
                <a:pos x="connsiteX37857" y="connsiteY37857"/>
              </a:cxn>
              <a:cxn ang="0">
                <a:pos x="connsiteX37858" y="connsiteY37858"/>
              </a:cxn>
              <a:cxn ang="0">
                <a:pos x="connsiteX37859" y="connsiteY37859"/>
              </a:cxn>
              <a:cxn ang="0">
                <a:pos x="connsiteX37860" y="connsiteY37860"/>
              </a:cxn>
              <a:cxn ang="0">
                <a:pos x="connsiteX37861" y="connsiteY37861"/>
              </a:cxn>
              <a:cxn ang="0">
                <a:pos x="connsiteX37862" y="connsiteY37862"/>
              </a:cxn>
              <a:cxn ang="0">
                <a:pos x="connsiteX37863" y="connsiteY37863"/>
              </a:cxn>
              <a:cxn ang="0">
                <a:pos x="connsiteX37864" y="connsiteY37864"/>
              </a:cxn>
              <a:cxn ang="0">
                <a:pos x="connsiteX37865" y="connsiteY37865"/>
              </a:cxn>
              <a:cxn ang="0">
                <a:pos x="connsiteX37866" y="connsiteY37866"/>
              </a:cxn>
              <a:cxn ang="0">
                <a:pos x="connsiteX37867" y="connsiteY37867"/>
              </a:cxn>
              <a:cxn ang="0">
                <a:pos x="connsiteX37868" y="connsiteY37868"/>
              </a:cxn>
              <a:cxn ang="0">
                <a:pos x="connsiteX37869" y="connsiteY37869"/>
              </a:cxn>
              <a:cxn ang="0">
                <a:pos x="connsiteX37870" y="connsiteY37870"/>
              </a:cxn>
              <a:cxn ang="0">
                <a:pos x="connsiteX37871" y="connsiteY37871"/>
              </a:cxn>
              <a:cxn ang="0">
                <a:pos x="connsiteX37872" y="connsiteY37872"/>
              </a:cxn>
              <a:cxn ang="0">
                <a:pos x="connsiteX37873" y="connsiteY37873"/>
              </a:cxn>
              <a:cxn ang="0">
                <a:pos x="connsiteX37874" y="connsiteY37874"/>
              </a:cxn>
              <a:cxn ang="0">
                <a:pos x="connsiteX37875" y="connsiteY37875"/>
              </a:cxn>
              <a:cxn ang="0">
                <a:pos x="connsiteX37876" y="connsiteY37876"/>
              </a:cxn>
              <a:cxn ang="0">
                <a:pos x="connsiteX37877" y="connsiteY37877"/>
              </a:cxn>
              <a:cxn ang="0">
                <a:pos x="connsiteX37878" y="connsiteY37878"/>
              </a:cxn>
              <a:cxn ang="0">
                <a:pos x="connsiteX37879" y="connsiteY37879"/>
              </a:cxn>
              <a:cxn ang="0">
                <a:pos x="connsiteX37880" y="connsiteY37880"/>
              </a:cxn>
              <a:cxn ang="0">
                <a:pos x="connsiteX37881" y="connsiteY37881"/>
              </a:cxn>
              <a:cxn ang="0">
                <a:pos x="connsiteX37882" y="connsiteY37882"/>
              </a:cxn>
              <a:cxn ang="0">
                <a:pos x="connsiteX37883" y="connsiteY37883"/>
              </a:cxn>
              <a:cxn ang="0">
                <a:pos x="connsiteX37884" y="connsiteY37884"/>
              </a:cxn>
              <a:cxn ang="0">
                <a:pos x="connsiteX37885" y="connsiteY37885"/>
              </a:cxn>
              <a:cxn ang="0">
                <a:pos x="connsiteX37886" y="connsiteY37886"/>
              </a:cxn>
              <a:cxn ang="0">
                <a:pos x="connsiteX37887" y="connsiteY37887"/>
              </a:cxn>
              <a:cxn ang="0">
                <a:pos x="connsiteX37888" y="connsiteY37888"/>
              </a:cxn>
              <a:cxn ang="0">
                <a:pos x="connsiteX37889" y="connsiteY37889"/>
              </a:cxn>
              <a:cxn ang="0">
                <a:pos x="connsiteX37890" y="connsiteY37890"/>
              </a:cxn>
              <a:cxn ang="0">
                <a:pos x="connsiteX37891" y="connsiteY37891"/>
              </a:cxn>
              <a:cxn ang="0">
                <a:pos x="connsiteX37892" y="connsiteY37892"/>
              </a:cxn>
              <a:cxn ang="0">
                <a:pos x="connsiteX37893" y="connsiteY37893"/>
              </a:cxn>
              <a:cxn ang="0">
                <a:pos x="connsiteX37894" y="connsiteY37894"/>
              </a:cxn>
              <a:cxn ang="0">
                <a:pos x="connsiteX37895" y="connsiteY37895"/>
              </a:cxn>
              <a:cxn ang="0">
                <a:pos x="connsiteX37896" y="connsiteY37896"/>
              </a:cxn>
              <a:cxn ang="0">
                <a:pos x="connsiteX37897" y="connsiteY37897"/>
              </a:cxn>
              <a:cxn ang="0">
                <a:pos x="connsiteX37898" y="connsiteY37898"/>
              </a:cxn>
              <a:cxn ang="0">
                <a:pos x="connsiteX37899" y="connsiteY37899"/>
              </a:cxn>
              <a:cxn ang="0">
                <a:pos x="connsiteX37900" y="connsiteY37900"/>
              </a:cxn>
              <a:cxn ang="0">
                <a:pos x="connsiteX37901" y="connsiteY37901"/>
              </a:cxn>
              <a:cxn ang="0">
                <a:pos x="connsiteX37902" y="connsiteY37902"/>
              </a:cxn>
              <a:cxn ang="0">
                <a:pos x="connsiteX37903" y="connsiteY37903"/>
              </a:cxn>
              <a:cxn ang="0">
                <a:pos x="connsiteX37904" y="connsiteY37904"/>
              </a:cxn>
              <a:cxn ang="0">
                <a:pos x="connsiteX37905" y="connsiteY37905"/>
              </a:cxn>
              <a:cxn ang="0">
                <a:pos x="connsiteX37906" y="connsiteY37906"/>
              </a:cxn>
              <a:cxn ang="0">
                <a:pos x="connsiteX37907" y="connsiteY37907"/>
              </a:cxn>
              <a:cxn ang="0">
                <a:pos x="connsiteX37908" y="connsiteY37908"/>
              </a:cxn>
              <a:cxn ang="0">
                <a:pos x="connsiteX37909" y="connsiteY37909"/>
              </a:cxn>
              <a:cxn ang="0">
                <a:pos x="connsiteX37910" y="connsiteY37910"/>
              </a:cxn>
              <a:cxn ang="0">
                <a:pos x="connsiteX37911" y="connsiteY37911"/>
              </a:cxn>
              <a:cxn ang="0">
                <a:pos x="connsiteX37912" y="connsiteY37912"/>
              </a:cxn>
              <a:cxn ang="0">
                <a:pos x="connsiteX37913" y="connsiteY37913"/>
              </a:cxn>
              <a:cxn ang="0">
                <a:pos x="connsiteX37914" y="connsiteY37914"/>
              </a:cxn>
              <a:cxn ang="0">
                <a:pos x="connsiteX37915" y="connsiteY37915"/>
              </a:cxn>
              <a:cxn ang="0">
                <a:pos x="connsiteX37916" y="connsiteY37916"/>
              </a:cxn>
              <a:cxn ang="0">
                <a:pos x="connsiteX37917" y="connsiteY37917"/>
              </a:cxn>
              <a:cxn ang="0">
                <a:pos x="connsiteX37918" y="connsiteY37918"/>
              </a:cxn>
              <a:cxn ang="0">
                <a:pos x="connsiteX37919" y="connsiteY37919"/>
              </a:cxn>
              <a:cxn ang="0">
                <a:pos x="connsiteX37920" y="connsiteY37920"/>
              </a:cxn>
              <a:cxn ang="0">
                <a:pos x="connsiteX37921" y="connsiteY37921"/>
              </a:cxn>
              <a:cxn ang="0">
                <a:pos x="connsiteX37922" y="connsiteY37922"/>
              </a:cxn>
              <a:cxn ang="0">
                <a:pos x="connsiteX37923" y="connsiteY37923"/>
              </a:cxn>
              <a:cxn ang="0">
                <a:pos x="connsiteX37924" y="connsiteY37924"/>
              </a:cxn>
              <a:cxn ang="0">
                <a:pos x="connsiteX37925" y="connsiteY37925"/>
              </a:cxn>
              <a:cxn ang="0">
                <a:pos x="connsiteX37926" y="connsiteY37926"/>
              </a:cxn>
              <a:cxn ang="0">
                <a:pos x="connsiteX37927" y="connsiteY37927"/>
              </a:cxn>
              <a:cxn ang="0">
                <a:pos x="connsiteX37928" y="connsiteY37928"/>
              </a:cxn>
              <a:cxn ang="0">
                <a:pos x="connsiteX37929" y="connsiteY37929"/>
              </a:cxn>
              <a:cxn ang="0">
                <a:pos x="connsiteX37930" y="connsiteY37930"/>
              </a:cxn>
              <a:cxn ang="0">
                <a:pos x="connsiteX37931" y="connsiteY37931"/>
              </a:cxn>
              <a:cxn ang="0">
                <a:pos x="connsiteX37932" y="connsiteY37932"/>
              </a:cxn>
              <a:cxn ang="0">
                <a:pos x="connsiteX37933" y="connsiteY37933"/>
              </a:cxn>
              <a:cxn ang="0">
                <a:pos x="connsiteX37934" y="connsiteY37934"/>
              </a:cxn>
              <a:cxn ang="0">
                <a:pos x="connsiteX37935" y="connsiteY37935"/>
              </a:cxn>
              <a:cxn ang="0">
                <a:pos x="connsiteX37936" y="connsiteY37936"/>
              </a:cxn>
              <a:cxn ang="0">
                <a:pos x="connsiteX37937" y="connsiteY37937"/>
              </a:cxn>
              <a:cxn ang="0">
                <a:pos x="connsiteX37938" y="connsiteY37938"/>
              </a:cxn>
              <a:cxn ang="0">
                <a:pos x="connsiteX37939" y="connsiteY37939"/>
              </a:cxn>
              <a:cxn ang="0">
                <a:pos x="connsiteX37940" y="connsiteY37940"/>
              </a:cxn>
              <a:cxn ang="0">
                <a:pos x="connsiteX37941" y="connsiteY37941"/>
              </a:cxn>
              <a:cxn ang="0">
                <a:pos x="connsiteX37942" y="connsiteY37942"/>
              </a:cxn>
              <a:cxn ang="0">
                <a:pos x="connsiteX37943" y="connsiteY37943"/>
              </a:cxn>
              <a:cxn ang="0">
                <a:pos x="connsiteX37944" y="connsiteY37944"/>
              </a:cxn>
              <a:cxn ang="0">
                <a:pos x="connsiteX37945" y="connsiteY37945"/>
              </a:cxn>
              <a:cxn ang="0">
                <a:pos x="connsiteX37946" y="connsiteY37946"/>
              </a:cxn>
              <a:cxn ang="0">
                <a:pos x="connsiteX37947" y="connsiteY37947"/>
              </a:cxn>
              <a:cxn ang="0">
                <a:pos x="connsiteX37948" y="connsiteY37948"/>
              </a:cxn>
              <a:cxn ang="0">
                <a:pos x="connsiteX37949" y="connsiteY37949"/>
              </a:cxn>
              <a:cxn ang="0">
                <a:pos x="connsiteX37950" y="connsiteY37950"/>
              </a:cxn>
              <a:cxn ang="0">
                <a:pos x="connsiteX37951" y="connsiteY37951"/>
              </a:cxn>
              <a:cxn ang="0">
                <a:pos x="connsiteX37952" y="connsiteY37952"/>
              </a:cxn>
              <a:cxn ang="0">
                <a:pos x="connsiteX37953" y="connsiteY37953"/>
              </a:cxn>
              <a:cxn ang="0">
                <a:pos x="connsiteX37954" y="connsiteY37954"/>
              </a:cxn>
              <a:cxn ang="0">
                <a:pos x="connsiteX37955" y="connsiteY37955"/>
              </a:cxn>
              <a:cxn ang="0">
                <a:pos x="connsiteX37956" y="connsiteY37956"/>
              </a:cxn>
              <a:cxn ang="0">
                <a:pos x="connsiteX37957" y="connsiteY37957"/>
              </a:cxn>
              <a:cxn ang="0">
                <a:pos x="connsiteX37958" y="connsiteY37958"/>
              </a:cxn>
              <a:cxn ang="0">
                <a:pos x="connsiteX37959" y="connsiteY37959"/>
              </a:cxn>
              <a:cxn ang="0">
                <a:pos x="connsiteX37960" y="connsiteY37960"/>
              </a:cxn>
              <a:cxn ang="0">
                <a:pos x="connsiteX37961" y="connsiteY37961"/>
              </a:cxn>
              <a:cxn ang="0">
                <a:pos x="connsiteX37962" y="connsiteY37962"/>
              </a:cxn>
              <a:cxn ang="0">
                <a:pos x="connsiteX37963" y="connsiteY37963"/>
              </a:cxn>
              <a:cxn ang="0">
                <a:pos x="connsiteX37964" y="connsiteY37964"/>
              </a:cxn>
              <a:cxn ang="0">
                <a:pos x="connsiteX37965" y="connsiteY37965"/>
              </a:cxn>
              <a:cxn ang="0">
                <a:pos x="connsiteX37966" y="connsiteY37966"/>
              </a:cxn>
              <a:cxn ang="0">
                <a:pos x="connsiteX37967" y="connsiteY37967"/>
              </a:cxn>
              <a:cxn ang="0">
                <a:pos x="connsiteX37968" y="connsiteY37968"/>
              </a:cxn>
              <a:cxn ang="0">
                <a:pos x="connsiteX37969" y="connsiteY37969"/>
              </a:cxn>
              <a:cxn ang="0">
                <a:pos x="connsiteX37970" y="connsiteY37970"/>
              </a:cxn>
              <a:cxn ang="0">
                <a:pos x="connsiteX37971" y="connsiteY37971"/>
              </a:cxn>
              <a:cxn ang="0">
                <a:pos x="connsiteX37972" y="connsiteY37972"/>
              </a:cxn>
              <a:cxn ang="0">
                <a:pos x="connsiteX37973" y="connsiteY37973"/>
              </a:cxn>
              <a:cxn ang="0">
                <a:pos x="connsiteX37974" y="connsiteY37974"/>
              </a:cxn>
              <a:cxn ang="0">
                <a:pos x="connsiteX37975" y="connsiteY37975"/>
              </a:cxn>
              <a:cxn ang="0">
                <a:pos x="connsiteX37976" y="connsiteY37976"/>
              </a:cxn>
              <a:cxn ang="0">
                <a:pos x="connsiteX37977" y="connsiteY37977"/>
              </a:cxn>
              <a:cxn ang="0">
                <a:pos x="connsiteX37978" y="connsiteY37978"/>
              </a:cxn>
              <a:cxn ang="0">
                <a:pos x="connsiteX37979" y="connsiteY37979"/>
              </a:cxn>
              <a:cxn ang="0">
                <a:pos x="connsiteX37980" y="connsiteY37980"/>
              </a:cxn>
              <a:cxn ang="0">
                <a:pos x="connsiteX37981" y="connsiteY37981"/>
              </a:cxn>
              <a:cxn ang="0">
                <a:pos x="connsiteX37982" y="connsiteY37982"/>
              </a:cxn>
              <a:cxn ang="0">
                <a:pos x="connsiteX37983" y="connsiteY37983"/>
              </a:cxn>
              <a:cxn ang="0">
                <a:pos x="connsiteX37984" y="connsiteY37984"/>
              </a:cxn>
              <a:cxn ang="0">
                <a:pos x="connsiteX37985" y="connsiteY37985"/>
              </a:cxn>
              <a:cxn ang="0">
                <a:pos x="connsiteX37986" y="connsiteY37986"/>
              </a:cxn>
              <a:cxn ang="0">
                <a:pos x="connsiteX37987" y="connsiteY37987"/>
              </a:cxn>
              <a:cxn ang="0">
                <a:pos x="connsiteX37988" y="connsiteY37988"/>
              </a:cxn>
              <a:cxn ang="0">
                <a:pos x="connsiteX37989" y="connsiteY37989"/>
              </a:cxn>
              <a:cxn ang="0">
                <a:pos x="connsiteX37990" y="connsiteY37990"/>
              </a:cxn>
              <a:cxn ang="0">
                <a:pos x="connsiteX37991" y="connsiteY37991"/>
              </a:cxn>
              <a:cxn ang="0">
                <a:pos x="connsiteX37992" y="connsiteY37992"/>
              </a:cxn>
              <a:cxn ang="0">
                <a:pos x="connsiteX37993" y="connsiteY37993"/>
              </a:cxn>
              <a:cxn ang="0">
                <a:pos x="connsiteX37994" y="connsiteY37994"/>
              </a:cxn>
              <a:cxn ang="0">
                <a:pos x="connsiteX37995" y="connsiteY37995"/>
              </a:cxn>
              <a:cxn ang="0">
                <a:pos x="connsiteX37996" y="connsiteY37996"/>
              </a:cxn>
              <a:cxn ang="0">
                <a:pos x="connsiteX37997" y="connsiteY37997"/>
              </a:cxn>
              <a:cxn ang="0">
                <a:pos x="connsiteX37998" y="connsiteY37998"/>
              </a:cxn>
              <a:cxn ang="0">
                <a:pos x="connsiteX37999" y="connsiteY37999"/>
              </a:cxn>
              <a:cxn ang="0">
                <a:pos x="connsiteX38000" y="connsiteY38000"/>
              </a:cxn>
              <a:cxn ang="0">
                <a:pos x="connsiteX38001" y="connsiteY38001"/>
              </a:cxn>
              <a:cxn ang="0">
                <a:pos x="connsiteX38002" y="connsiteY38002"/>
              </a:cxn>
              <a:cxn ang="0">
                <a:pos x="connsiteX38003" y="connsiteY38003"/>
              </a:cxn>
              <a:cxn ang="0">
                <a:pos x="connsiteX38004" y="connsiteY38004"/>
              </a:cxn>
              <a:cxn ang="0">
                <a:pos x="connsiteX38005" y="connsiteY38005"/>
              </a:cxn>
              <a:cxn ang="0">
                <a:pos x="connsiteX38006" y="connsiteY38006"/>
              </a:cxn>
              <a:cxn ang="0">
                <a:pos x="connsiteX38007" y="connsiteY38007"/>
              </a:cxn>
              <a:cxn ang="0">
                <a:pos x="connsiteX38008" y="connsiteY38008"/>
              </a:cxn>
              <a:cxn ang="0">
                <a:pos x="connsiteX38009" y="connsiteY38009"/>
              </a:cxn>
              <a:cxn ang="0">
                <a:pos x="connsiteX38010" y="connsiteY38010"/>
              </a:cxn>
              <a:cxn ang="0">
                <a:pos x="connsiteX38011" y="connsiteY38011"/>
              </a:cxn>
              <a:cxn ang="0">
                <a:pos x="connsiteX38012" y="connsiteY38012"/>
              </a:cxn>
              <a:cxn ang="0">
                <a:pos x="connsiteX38013" y="connsiteY38013"/>
              </a:cxn>
              <a:cxn ang="0">
                <a:pos x="connsiteX38014" y="connsiteY38014"/>
              </a:cxn>
              <a:cxn ang="0">
                <a:pos x="connsiteX38015" y="connsiteY38015"/>
              </a:cxn>
              <a:cxn ang="0">
                <a:pos x="connsiteX38016" y="connsiteY38016"/>
              </a:cxn>
              <a:cxn ang="0">
                <a:pos x="connsiteX38017" y="connsiteY38017"/>
              </a:cxn>
              <a:cxn ang="0">
                <a:pos x="connsiteX38018" y="connsiteY38018"/>
              </a:cxn>
              <a:cxn ang="0">
                <a:pos x="connsiteX38019" y="connsiteY38019"/>
              </a:cxn>
              <a:cxn ang="0">
                <a:pos x="connsiteX38020" y="connsiteY38020"/>
              </a:cxn>
              <a:cxn ang="0">
                <a:pos x="connsiteX38021" y="connsiteY38021"/>
              </a:cxn>
              <a:cxn ang="0">
                <a:pos x="connsiteX38022" y="connsiteY38022"/>
              </a:cxn>
              <a:cxn ang="0">
                <a:pos x="connsiteX38023" y="connsiteY38023"/>
              </a:cxn>
              <a:cxn ang="0">
                <a:pos x="connsiteX38024" y="connsiteY38024"/>
              </a:cxn>
              <a:cxn ang="0">
                <a:pos x="connsiteX38025" y="connsiteY38025"/>
              </a:cxn>
              <a:cxn ang="0">
                <a:pos x="connsiteX38026" y="connsiteY38026"/>
              </a:cxn>
              <a:cxn ang="0">
                <a:pos x="connsiteX38027" y="connsiteY38027"/>
              </a:cxn>
              <a:cxn ang="0">
                <a:pos x="connsiteX38028" y="connsiteY38028"/>
              </a:cxn>
              <a:cxn ang="0">
                <a:pos x="connsiteX38029" y="connsiteY38029"/>
              </a:cxn>
              <a:cxn ang="0">
                <a:pos x="connsiteX38030" y="connsiteY38030"/>
              </a:cxn>
              <a:cxn ang="0">
                <a:pos x="connsiteX38031" y="connsiteY38031"/>
              </a:cxn>
              <a:cxn ang="0">
                <a:pos x="connsiteX38032" y="connsiteY38032"/>
              </a:cxn>
              <a:cxn ang="0">
                <a:pos x="connsiteX38033" y="connsiteY38033"/>
              </a:cxn>
              <a:cxn ang="0">
                <a:pos x="connsiteX38034" y="connsiteY38034"/>
              </a:cxn>
              <a:cxn ang="0">
                <a:pos x="connsiteX38035" y="connsiteY38035"/>
              </a:cxn>
              <a:cxn ang="0">
                <a:pos x="connsiteX38036" y="connsiteY38036"/>
              </a:cxn>
              <a:cxn ang="0">
                <a:pos x="connsiteX38037" y="connsiteY38037"/>
              </a:cxn>
              <a:cxn ang="0">
                <a:pos x="connsiteX38038" y="connsiteY38038"/>
              </a:cxn>
              <a:cxn ang="0">
                <a:pos x="connsiteX38039" y="connsiteY38039"/>
              </a:cxn>
              <a:cxn ang="0">
                <a:pos x="connsiteX38040" y="connsiteY38040"/>
              </a:cxn>
              <a:cxn ang="0">
                <a:pos x="connsiteX38041" y="connsiteY38041"/>
              </a:cxn>
              <a:cxn ang="0">
                <a:pos x="connsiteX38042" y="connsiteY38042"/>
              </a:cxn>
              <a:cxn ang="0">
                <a:pos x="connsiteX38043" y="connsiteY38043"/>
              </a:cxn>
              <a:cxn ang="0">
                <a:pos x="connsiteX38044" y="connsiteY38044"/>
              </a:cxn>
              <a:cxn ang="0">
                <a:pos x="connsiteX38045" y="connsiteY38045"/>
              </a:cxn>
              <a:cxn ang="0">
                <a:pos x="connsiteX38046" y="connsiteY38046"/>
              </a:cxn>
              <a:cxn ang="0">
                <a:pos x="connsiteX38047" y="connsiteY38047"/>
              </a:cxn>
              <a:cxn ang="0">
                <a:pos x="connsiteX38048" y="connsiteY38048"/>
              </a:cxn>
              <a:cxn ang="0">
                <a:pos x="connsiteX38049" y="connsiteY38049"/>
              </a:cxn>
              <a:cxn ang="0">
                <a:pos x="connsiteX38050" y="connsiteY38050"/>
              </a:cxn>
              <a:cxn ang="0">
                <a:pos x="connsiteX38051" y="connsiteY38051"/>
              </a:cxn>
              <a:cxn ang="0">
                <a:pos x="connsiteX38052" y="connsiteY38052"/>
              </a:cxn>
              <a:cxn ang="0">
                <a:pos x="connsiteX38053" y="connsiteY38053"/>
              </a:cxn>
              <a:cxn ang="0">
                <a:pos x="connsiteX38054" y="connsiteY38054"/>
              </a:cxn>
              <a:cxn ang="0">
                <a:pos x="connsiteX38055" y="connsiteY38055"/>
              </a:cxn>
              <a:cxn ang="0">
                <a:pos x="connsiteX38056" y="connsiteY38056"/>
              </a:cxn>
              <a:cxn ang="0">
                <a:pos x="connsiteX38057" y="connsiteY38057"/>
              </a:cxn>
              <a:cxn ang="0">
                <a:pos x="connsiteX38058" y="connsiteY38058"/>
              </a:cxn>
              <a:cxn ang="0">
                <a:pos x="connsiteX38059" y="connsiteY38059"/>
              </a:cxn>
              <a:cxn ang="0">
                <a:pos x="connsiteX38060" y="connsiteY38060"/>
              </a:cxn>
              <a:cxn ang="0">
                <a:pos x="connsiteX38061" y="connsiteY38061"/>
              </a:cxn>
              <a:cxn ang="0">
                <a:pos x="connsiteX38062" y="connsiteY38062"/>
              </a:cxn>
              <a:cxn ang="0">
                <a:pos x="connsiteX38063" y="connsiteY38063"/>
              </a:cxn>
              <a:cxn ang="0">
                <a:pos x="connsiteX38064" y="connsiteY38064"/>
              </a:cxn>
              <a:cxn ang="0">
                <a:pos x="connsiteX38065" y="connsiteY38065"/>
              </a:cxn>
              <a:cxn ang="0">
                <a:pos x="connsiteX38066" y="connsiteY38066"/>
              </a:cxn>
              <a:cxn ang="0">
                <a:pos x="connsiteX38067" y="connsiteY38067"/>
              </a:cxn>
              <a:cxn ang="0">
                <a:pos x="connsiteX38068" y="connsiteY38068"/>
              </a:cxn>
              <a:cxn ang="0">
                <a:pos x="connsiteX38069" y="connsiteY38069"/>
              </a:cxn>
              <a:cxn ang="0">
                <a:pos x="connsiteX38070" y="connsiteY38070"/>
              </a:cxn>
              <a:cxn ang="0">
                <a:pos x="connsiteX38071" y="connsiteY38071"/>
              </a:cxn>
              <a:cxn ang="0">
                <a:pos x="connsiteX38072" y="connsiteY38072"/>
              </a:cxn>
              <a:cxn ang="0">
                <a:pos x="connsiteX38073" y="connsiteY38073"/>
              </a:cxn>
              <a:cxn ang="0">
                <a:pos x="connsiteX38074" y="connsiteY38074"/>
              </a:cxn>
              <a:cxn ang="0">
                <a:pos x="connsiteX38075" y="connsiteY38075"/>
              </a:cxn>
              <a:cxn ang="0">
                <a:pos x="connsiteX38076" y="connsiteY38076"/>
              </a:cxn>
              <a:cxn ang="0">
                <a:pos x="connsiteX38077" y="connsiteY38077"/>
              </a:cxn>
              <a:cxn ang="0">
                <a:pos x="connsiteX38078" y="connsiteY38078"/>
              </a:cxn>
              <a:cxn ang="0">
                <a:pos x="connsiteX38079" y="connsiteY38079"/>
              </a:cxn>
              <a:cxn ang="0">
                <a:pos x="connsiteX38080" y="connsiteY38080"/>
              </a:cxn>
              <a:cxn ang="0">
                <a:pos x="connsiteX38081" y="connsiteY38081"/>
              </a:cxn>
              <a:cxn ang="0">
                <a:pos x="connsiteX38082" y="connsiteY38082"/>
              </a:cxn>
              <a:cxn ang="0">
                <a:pos x="connsiteX38083" y="connsiteY38083"/>
              </a:cxn>
              <a:cxn ang="0">
                <a:pos x="connsiteX38084" y="connsiteY38084"/>
              </a:cxn>
              <a:cxn ang="0">
                <a:pos x="connsiteX38085" y="connsiteY38085"/>
              </a:cxn>
              <a:cxn ang="0">
                <a:pos x="connsiteX38086" y="connsiteY38086"/>
              </a:cxn>
              <a:cxn ang="0">
                <a:pos x="connsiteX38087" y="connsiteY38087"/>
              </a:cxn>
              <a:cxn ang="0">
                <a:pos x="connsiteX38088" y="connsiteY38088"/>
              </a:cxn>
              <a:cxn ang="0">
                <a:pos x="connsiteX38089" y="connsiteY38089"/>
              </a:cxn>
              <a:cxn ang="0">
                <a:pos x="connsiteX38090" y="connsiteY38090"/>
              </a:cxn>
              <a:cxn ang="0">
                <a:pos x="connsiteX38091" y="connsiteY38091"/>
              </a:cxn>
              <a:cxn ang="0">
                <a:pos x="connsiteX38092" y="connsiteY38092"/>
              </a:cxn>
              <a:cxn ang="0">
                <a:pos x="connsiteX38093" y="connsiteY38093"/>
              </a:cxn>
              <a:cxn ang="0">
                <a:pos x="connsiteX38094" y="connsiteY38094"/>
              </a:cxn>
              <a:cxn ang="0">
                <a:pos x="connsiteX38095" y="connsiteY38095"/>
              </a:cxn>
              <a:cxn ang="0">
                <a:pos x="connsiteX38096" y="connsiteY38096"/>
              </a:cxn>
              <a:cxn ang="0">
                <a:pos x="connsiteX38097" y="connsiteY38097"/>
              </a:cxn>
              <a:cxn ang="0">
                <a:pos x="connsiteX38098" y="connsiteY38098"/>
              </a:cxn>
              <a:cxn ang="0">
                <a:pos x="connsiteX38099" y="connsiteY38099"/>
              </a:cxn>
              <a:cxn ang="0">
                <a:pos x="connsiteX38100" y="connsiteY38100"/>
              </a:cxn>
              <a:cxn ang="0">
                <a:pos x="connsiteX38101" y="connsiteY38101"/>
              </a:cxn>
              <a:cxn ang="0">
                <a:pos x="connsiteX38102" y="connsiteY38102"/>
              </a:cxn>
              <a:cxn ang="0">
                <a:pos x="connsiteX38103" y="connsiteY38103"/>
              </a:cxn>
              <a:cxn ang="0">
                <a:pos x="connsiteX38104" y="connsiteY38104"/>
              </a:cxn>
              <a:cxn ang="0">
                <a:pos x="connsiteX38105" y="connsiteY38105"/>
              </a:cxn>
              <a:cxn ang="0">
                <a:pos x="connsiteX38106" y="connsiteY38106"/>
              </a:cxn>
              <a:cxn ang="0">
                <a:pos x="connsiteX38107" y="connsiteY38107"/>
              </a:cxn>
              <a:cxn ang="0">
                <a:pos x="connsiteX38108" y="connsiteY38108"/>
              </a:cxn>
              <a:cxn ang="0">
                <a:pos x="connsiteX38109" y="connsiteY38109"/>
              </a:cxn>
              <a:cxn ang="0">
                <a:pos x="connsiteX38110" y="connsiteY38110"/>
              </a:cxn>
              <a:cxn ang="0">
                <a:pos x="connsiteX38111" y="connsiteY38111"/>
              </a:cxn>
              <a:cxn ang="0">
                <a:pos x="connsiteX38112" y="connsiteY38112"/>
              </a:cxn>
              <a:cxn ang="0">
                <a:pos x="connsiteX38113" y="connsiteY38113"/>
              </a:cxn>
              <a:cxn ang="0">
                <a:pos x="connsiteX38114" y="connsiteY38114"/>
              </a:cxn>
              <a:cxn ang="0">
                <a:pos x="connsiteX38115" y="connsiteY38115"/>
              </a:cxn>
              <a:cxn ang="0">
                <a:pos x="connsiteX38116" y="connsiteY38116"/>
              </a:cxn>
              <a:cxn ang="0">
                <a:pos x="connsiteX38117" y="connsiteY38117"/>
              </a:cxn>
              <a:cxn ang="0">
                <a:pos x="connsiteX38118" y="connsiteY38118"/>
              </a:cxn>
              <a:cxn ang="0">
                <a:pos x="connsiteX38119" y="connsiteY38119"/>
              </a:cxn>
              <a:cxn ang="0">
                <a:pos x="connsiteX38120" y="connsiteY38120"/>
              </a:cxn>
              <a:cxn ang="0">
                <a:pos x="connsiteX38121" y="connsiteY38121"/>
              </a:cxn>
              <a:cxn ang="0">
                <a:pos x="connsiteX38122" y="connsiteY38122"/>
              </a:cxn>
              <a:cxn ang="0">
                <a:pos x="connsiteX38123" y="connsiteY38123"/>
              </a:cxn>
              <a:cxn ang="0">
                <a:pos x="connsiteX38124" y="connsiteY38124"/>
              </a:cxn>
              <a:cxn ang="0">
                <a:pos x="connsiteX38125" y="connsiteY38125"/>
              </a:cxn>
              <a:cxn ang="0">
                <a:pos x="connsiteX38126" y="connsiteY38126"/>
              </a:cxn>
              <a:cxn ang="0">
                <a:pos x="connsiteX38127" y="connsiteY38127"/>
              </a:cxn>
              <a:cxn ang="0">
                <a:pos x="connsiteX38128" y="connsiteY38128"/>
              </a:cxn>
              <a:cxn ang="0">
                <a:pos x="connsiteX38129" y="connsiteY38129"/>
              </a:cxn>
              <a:cxn ang="0">
                <a:pos x="connsiteX38130" y="connsiteY38130"/>
              </a:cxn>
              <a:cxn ang="0">
                <a:pos x="connsiteX38131" y="connsiteY38131"/>
              </a:cxn>
              <a:cxn ang="0">
                <a:pos x="connsiteX38132" y="connsiteY38132"/>
              </a:cxn>
              <a:cxn ang="0">
                <a:pos x="connsiteX38133" y="connsiteY38133"/>
              </a:cxn>
              <a:cxn ang="0">
                <a:pos x="connsiteX38134" y="connsiteY38134"/>
              </a:cxn>
              <a:cxn ang="0">
                <a:pos x="connsiteX38135" y="connsiteY38135"/>
              </a:cxn>
              <a:cxn ang="0">
                <a:pos x="connsiteX38136" y="connsiteY38136"/>
              </a:cxn>
              <a:cxn ang="0">
                <a:pos x="connsiteX38137" y="connsiteY38137"/>
              </a:cxn>
              <a:cxn ang="0">
                <a:pos x="connsiteX38138" y="connsiteY38138"/>
              </a:cxn>
              <a:cxn ang="0">
                <a:pos x="connsiteX38139" y="connsiteY38139"/>
              </a:cxn>
              <a:cxn ang="0">
                <a:pos x="connsiteX38140" y="connsiteY38140"/>
              </a:cxn>
              <a:cxn ang="0">
                <a:pos x="connsiteX38141" y="connsiteY38141"/>
              </a:cxn>
              <a:cxn ang="0">
                <a:pos x="connsiteX38142" y="connsiteY38142"/>
              </a:cxn>
              <a:cxn ang="0">
                <a:pos x="connsiteX38143" y="connsiteY38143"/>
              </a:cxn>
              <a:cxn ang="0">
                <a:pos x="connsiteX38144" y="connsiteY38144"/>
              </a:cxn>
              <a:cxn ang="0">
                <a:pos x="connsiteX38145" y="connsiteY38145"/>
              </a:cxn>
              <a:cxn ang="0">
                <a:pos x="connsiteX38146" y="connsiteY38146"/>
              </a:cxn>
              <a:cxn ang="0">
                <a:pos x="connsiteX38147" y="connsiteY38147"/>
              </a:cxn>
              <a:cxn ang="0">
                <a:pos x="connsiteX38148" y="connsiteY38148"/>
              </a:cxn>
              <a:cxn ang="0">
                <a:pos x="connsiteX38149" y="connsiteY38149"/>
              </a:cxn>
              <a:cxn ang="0">
                <a:pos x="connsiteX38150" y="connsiteY38150"/>
              </a:cxn>
              <a:cxn ang="0">
                <a:pos x="connsiteX38151" y="connsiteY38151"/>
              </a:cxn>
              <a:cxn ang="0">
                <a:pos x="connsiteX38152" y="connsiteY38152"/>
              </a:cxn>
              <a:cxn ang="0">
                <a:pos x="connsiteX38153" y="connsiteY38153"/>
              </a:cxn>
              <a:cxn ang="0">
                <a:pos x="connsiteX38154" y="connsiteY38154"/>
              </a:cxn>
              <a:cxn ang="0">
                <a:pos x="connsiteX38155" y="connsiteY38155"/>
              </a:cxn>
              <a:cxn ang="0">
                <a:pos x="connsiteX38156" y="connsiteY38156"/>
              </a:cxn>
              <a:cxn ang="0">
                <a:pos x="connsiteX38157" y="connsiteY38157"/>
              </a:cxn>
              <a:cxn ang="0">
                <a:pos x="connsiteX38158" y="connsiteY38158"/>
              </a:cxn>
              <a:cxn ang="0">
                <a:pos x="connsiteX38159" y="connsiteY38159"/>
              </a:cxn>
              <a:cxn ang="0">
                <a:pos x="connsiteX38160" y="connsiteY38160"/>
              </a:cxn>
              <a:cxn ang="0">
                <a:pos x="connsiteX38161" y="connsiteY38161"/>
              </a:cxn>
              <a:cxn ang="0">
                <a:pos x="connsiteX38162" y="connsiteY38162"/>
              </a:cxn>
              <a:cxn ang="0">
                <a:pos x="connsiteX38163" y="connsiteY38163"/>
              </a:cxn>
              <a:cxn ang="0">
                <a:pos x="connsiteX38164" y="connsiteY38164"/>
              </a:cxn>
              <a:cxn ang="0">
                <a:pos x="connsiteX38165" y="connsiteY38165"/>
              </a:cxn>
              <a:cxn ang="0">
                <a:pos x="connsiteX38166" y="connsiteY38166"/>
              </a:cxn>
              <a:cxn ang="0">
                <a:pos x="connsiteX38167" y="connsiteY38167"/>
              </a:cxn>
              <a:cxn ang="0">
                <a:pos x="connsiteX38168" y="connsiteY38168"/>
              </a:cxn>
              <a:cxn ang="0">
                <a:pos x="connsiteX38169" y="connsiteY38169"/>
              </a:cxn>
              <a:cxn ang="0">
                <a:pos x="connsiteX38170" y="connsiteY38170"/>
              </a:cxn>
              <a:cxn ang="0">
                <a:pos x="connsiteX38171" y="connsiteY38171"/>
              </a:cxn>
              <a:cxn ang="0">
                <a:pos x="connsiteX38172" y="connsiteY38172"/>
              </a:cxn>
              <a:cxn ang="0">
                <a:pos x="connsiteX38173" y="connsiteY38173"/>
              </a:cxn>
              <a:cxn ang="0">
                <a:pos x="connsiteX38174" y="connsiteY38174"/>
              </a:cxn>
              <a:cxn ang="0">
                <a:pos x="connsiteX38175" y="connsiteY38175"/>
              </a:cxn>
              <a:cxn ang="0">
                <a:pos x="connsiteX38176" y="connsiteY38176"/>
              </a:cxn>
              <a:cxn ang="0">
                <a:pos x="connsiteX38177" y="connsiteY38177"/>
              </a:cxn>
              <a:cxn ang="0">
                <a:pos x="connsiteX38178" y="connsiteY38178"/>
              </a:cxn>
              <a:cxn ang="0">
                <a:pos x="connsiteX38179" y="connsiteY38179"/>
              </a:cxn>
              <a:cxn ang="0">
                <a:pos x="connsiteX38180" y="connsiteY38180"/>
              </a:cxn>
              <a:cxn ang="0">
                <a:pos x="connsiteX38181" y="connsiteY38181"/>
              </a:cxn>
              <a:cxn ang="0">
                <a:pos x="connsiteX38182" y="connsiteY38182"/>
              </a:cxn>
              <a:cxn ang="0">
                <a:pos x="connsiteX38183" y="connsiteY38183"/>
              </a:cxn>
              <a:cxn ang="0">
                <a:pos x="connsiteX38184" y="connsiteY38184"/>
              </a:cxn>
              <a:cxn ang="0">
                <a:pos x="connsiteX38185" y="connsiteY38185"/>
              </a:cxn>
              <a:cxn ang="0">
                <a:pos x="connsiteX38186" y="connsiteY38186"/>
              </a:cxn>
              <a:cxn ang="0">
                <a:pos x="connsiteX38187" y="connsiteY38187"/>
              </a:cxn>
              <a:cxn ang="0">
                <a:pos x="connsiteX38188" y="connsiteY38188"/>
              </a:cxn>
              <a:cxn ang="0">
                <a:pos x="connsiteX38189" y="connsiteY38189"/>
              </a:cxn>
              <a:cxn ang="0">
                <a:pos x="connsiteX38190" y="connsiteY38190"/>
              </a:cxn>
              <a:cxn ang="0">
                <a:pos x="connsiteX38191" y="connsiteY38191"/>
              </a:cxn>
              <a:cxn ang="0">
                <a:pos x="connsiteX38192" y="connsiteY38192"/>
              </a:cxn>
              <a:cxn ang="0">
                <a:pos x="connsiteX38193" y="connsiteY38193"/>
              </a:cxn>
              <a:cxn ang="0">
                <a:pos x="connsiteX38194" y="connsiteY38194"/>
              </a:cxn>
              <a:cxn ang="0">
                <a:pos x="connsiteX38195" y="connsiteY38195"/>
              </a:cxn>
              <a:cxn ang="0">
                <a:pos x="connsiteX38196" y="connsiteY38196"/>
              </a:cxn>
              <a:cxn ang="0">
                <a:pos x="connsiteX38197" y="connsiteY38197"/>
              </a:cxn>
              <a:cxn ang="0">
                <a:pos x="connsiteX38198" y="connsiteY38198"/>
              </a:cxn>
              <a:cxn ang="0">
                <a:pos x="connsiteX38199" y="connsiteY38199"/>
              </a:cxn>
              <a:cxn ang="0">
                <a:pos x="connsiteX38200" y="connsiteY38200"/>
              </a:cxn>
              <a:cxn ang="0">
                <a:pos x="connsiteX38201" y="connsiteY38201"/>
              </a:cxn>
              <a:cxn ang="0">
                <a:pos x="connsiteX38202" y="connsiteY38202"/>
              </a:cxn>
              <a:cxn ang="0">
                <a:pos x="connsiteX38203" y="connsiteY38203"/>
              </a:cxn>
              <a:cxn ang="0">
                <a:pos x="connsiteX38204" y="connsiteY38204"/>
              </a:cxn>
              <a:cxn ang="0">
                <a:pos x="connsiteX38205" y="connsiteY38205"/>
              </a:cxn>
              <a:cxn ang="0">
                <a:pos x="connsiteX38206" y="connsiteY38206"/>
              </a:cxn>
              <a:cxn ang="0">
                <a:pos x="connsiteX38207" y="connsiteY38207"/>
              </a:cxn>
              <a:cxn ang="0">
                <a:pos x="connsiteX38208" y="connsiteY38208"/>
              </a:cxn>
              <a:cxn ang="0">
                <a:pos x="connsiteX38209" y="connsiteY38209"/>
              </a:cxn>
              <a:cxn ang="0">
                <a:pos x="connsiteX38210" y="connsiteY38210"/>
              </a:cxn>
              <a:cxn ang="0">
                <a:pos x="connsiteX38211" y="connsiteY38211"/>
              </a:cxn>
              <a:cxn ang="0">
                <a:pos x="connsiteX38212" y="connsiteY38212"/>
              </a:cxn>
              <a:cxn ang="0">
                <a:pos x="connsiteX38213" y="connsiteY38213"/>
              </a:cxn>
              <a:cxn ang="0">
                <a:pos x="connsiteX38214" y="connsiteY38214"/>
              </a:cxn>
              <a:cxn ang="0">
                <a:pos x="connsiteX38215" y="connsiteY38215"/>
              </a:cxn>
              <a:cxn ang="0">
                <a:pos x="connsiteX38216" y="connsiteY38216"/>
              </a:cxn>
              <a:cxn ang="0">
                <a:pos x="connsiteX38217" y="connsiteY38217"/>
              </a:cxn>
              <a:cxn ang="0">
                <a:pos x="connsiteX38218" y="connsiteY38218"/>
              </a:cxn>
              <a:cxn ang="0">
                <a:pos x="connsiteX38219" y="connsiteY38219"/>
              </a:cxn>
              <a:cxn ang="0">
                <a:pos x="connsiteX38220" y="connsiteY38220"/>
              </a:cxn>
              <a:cxn ang="0">
                <a:pos x="connsiteX38221" y="connsiteY38221"/>
              </a:cxn>
              <a:cxn ang="0">
                <a:pos x="connsiteX38222" y="connsiteY38222"/>
              </a:cxn>
              <a:cxn ang="0">
                <a:pos x="connsiteX38223" y="connsiteY38223"/>
              </a:cxn>
              <a:cxn ang="0">
                <a:pos x="connsiteX38224" y="connsiteY38224"/>
              </a:cxn>
              <a:cxn ang="0">
                <a:pos x="connsiteX38225" y="connsiteY38225"/>
              </a:cxn>
              <a:cxn ang="0">
                <a:pos x="connsiteX38226" y="connsiteY38226"/>
              </a:cxn>
              <a:cxn ang="0">
                <a:pos x="connsiteX38227" y="connsiteY38227"/>
              </a:cxn>
              <a:cxn ang="0">
                <a:pos x="connsiteX38228" y="connsiteY38228"/>
              </a:cxn>
              <a:cxn ang="0">
                <a:pos x="connsiteX38229" y="connsiteY38229"/>
              </a:cxn>
              <a:cxn ang="0">
                <a:pos x="connsiteX38230" y="connsiteY38230"/>
              </a:cxn>
              <a:cxn ang="0">
                <a:pos x="connsiteX38231" y="connsiteY38231"/>
              </a:cxn>
              <a:cxn ang="0">
                <a:pos x="connsiteX38232" y="connsiteY38232"/>
              </a:cxn>
              <a:cxn ang="0">
                <a:pos x="connsiteX38233" y="connsiteY38233"/>
              </a:cxn>
              <a:cxn ang="0">
                <a:pos x="connsiteX38234" y="connsiteY38234"/>
              </a:cxn>
              <a:cxn ang="0">
                <a:pos x="connsiteX38235" y="connsiteY38235"/>
              </a:cxn>
              <a:cxn ang="0">
                <a:pos x="connsiteX38236" y="connsiteY38236"/>
              </a:cxn>
              <a:cxn ang="0">
                <a:pos x="connsiteX38237" y="connsiteY38237"/>
              </a:cxn>
              <a:cxn ang="0">
                <a:pos x="connsiteX38238" y="connsiteY38238"/>
              </a:cxn>
              <a:cxn ang="0">
                <a:pos x="connsiteX38239" y="connsiteY38239"/>
              </a:cxn>
              <a:cxn ang="0">
                <a:pos x="connsiteX38240" y="connsiteY38240"/>
              </a:cxn>
              <a:cxn ang="0">
                <a:pos x="connsiteX38241" y="connsiteY38241"/>
              </a:cxn>
              <a:cxn ang="0">
                <a:pos x="connsiteX38242" y="connsiteY38242"/>
              </a:cxn>
              <a:cxn ang="0">
                <a:pos x="connsiteX38243" y="connsiteY38243"/>
              </a:cxn>
              <a:cxn ang="0">
                <a:pos x="connsiteX38244" y="connsiteY38244"/>
              </a:cxn>
              <a:cxn ang="0">
                <a:pos x="connsiteX38245" y="connsiteY38245"/>
              </a:cxn>
              <a:cxn ang="0">
                <a:pos x="connsiteX38246" y="connsiteY38246"/>
              </a:cxn>
              <a:cxn ang="0">
                <a:pos x="connsiteX38247" y="connsiteY38247"/>
              </a:cxn>
              <a:cxn ang="0">
                <a:pos x="connsiteX38248" y="connsiteY38248"/>
              </a:cxn>
              <a:cxn ang="0">
                <a:pos x="connsiteX38249" y="connsiteY38249"/>
              </a:cxn>
              <a:cxn ang="0">
                <a:pos x="connsiteX38250" y="connsiteY38250"/>
              </a:cxn>
              <a:cxn ang="0">
                <a:pos x="connsiteX38251" y="connsiteY38251"/>
              </a:cxn>
              <a:cxn ang="0">
                <a:pos x="connsiteX38252" y="connsiteY38252"/>
              </a:cxn>
              <a:cxn ang="0">
                <a:pos x="connsiteX38253" y="connsiteY38253"/>
              </a:cxn>
              <a:cxn ang="0">
                <a:pos x="connsiteX38254" y="connsiteY38254"/>
              </a:cxn>
              <a:cxn ang="0">
                <a:pos x="connsiteX38255" y="connsiteY38255"/>
              </a:cxn>
              <a:cxn ang="0">
                <a:pos x="connsiteX38256" y="connsiteY38256"/>
              </a:cxn>
              <a:cxn ang="0">
                <a:pos x="connsiteX38257" y="connsiteY38257"/>
              </a:cxn>
              <a:cxn ang="0">
                <a:pos x="connsiteX38258" y="connsiteY38258"/>
              </a:cxn>
              <a:cxn ang="0">
                <a:pos x="connsiteX38259" y="connsiteY38259"/>
              </a:cxn>
              <a:cxn ang="0">
                <a:pos x="connsiteX38260" y="connsiteY38260"/>
              </a:cxn>
              <a:cxn ang="0">
                <a:pos x="connsiteX38261" y="connsiteY38261"/>
              </a:cxn>
              <a:cxn ang="0">
                <a:pos x="connsiteX38262" y="connsiteY38262"/>
              </a:cxn>
              <a:cxn ang="0">
                <a:pos x="connsiteX38263" y="connsiteY38263"/>
              </a:cxn>
              <a:cxn ang="0">
                <a:pos x="connsiteX38264" y="connsiteY38264"/>
              </a:cxn>
              <a:cxn ang="0">
                <a:pos x="connsiteX38265" y="connsiteY38265"/>
              </a:cxn>
              <a:cxn ang="0">
                <a:pos x="connsiteX38266" y="connsiteY38266"/>
              </a:cxn>
              <a:cxn ang="0">
                <a:pos x="connsiteX38267" y="connsiteY38267"/>
              </a:cxn>
              <a:cxn ang="0">
                <a:pos x="connsiteX38268" y="connsiteY38268"/>
              </a:cxn>
              <a:cxn ang="0">
                <a:pos x="connsiteX38269" y="connsiteY38269"/>
              </a:cxn>
              <a:cxn ang="0">
                <a:pos x="connsiteX38270" y="connsiteY38270"/>
              </a:cxn>
              <a:cxn ang="0">
                <a:pos x="connsiteX38271" y="connsiteY38271"/>
              </a:cxn>
              <a:cxn ang="0">
                <a:pos x="connsiteX38272" y="connsiteY38272"/>
              </a:cxn>
              <a:cxn ang="0">
                <a:pos x="connsiteX38273" y="connsiteY38273"/>
              </a:cxn>
              <a:cxn ang="0">
                <a:pos x="connsiteX38274" y="connsiteY38274"/>
              </a:cxn>
              <a:cxn ang="0">
                <a:pos x="connsiteX38275" y="connsiteY38275"/>
              </a:cxn>
              <a:cxn ang="0">
                <a:pos x="connsiteX38276" y="connsiteY38276"/>
              </a:cxn>
              <a:cxn ang="0">
                <a:pos x="connsiteX38277" y="connsiteY38277"/>
              </a:cxn>
              <a:cxn ang="0">
                <a:pos x="connsiteX38278" y="connsiteY38278"/>
              </a:cxn>
              <a:cxn ang="0">
                <a:pos x="connsiteX38279" y="connsiteY38279"/>
              </a:cxn>
              <a:cxn ang="0">
                <a:pos x="connsiteX38280" y="connsiteY38280"/>
              </a:cxn>
              <a:cxn ang="0">
                <a:pos x="connsiteX38281" y="connsiteY38281"/>
              </a:cxn>
              <a:cxn ang="0">
                <a:pos x="connsiteX38282" y="connsiteY38282"/>
              </a:cxn>
              <a:cxn ang="0">
                <a:pos x="connsiteX38283" y="connsiteY38283"/>
              </a:cxn>
              <a:cxn ang="0">
                <a:pos x="connsiteX38284" y="connsiteY38284"/>
              </a:cxn>
              <a:cxn ang="0">
                <a:pos x="connsiteX38285" y="connsiteY38285"/>
              </a:cxn>
              <a:cxn ang="0">
                <a:pos x="connsiteX38286" y="connsiteY38286"/>
              </a:cxn>
              <a:cxn ang="0">
                <a:pos x="connsiteX38287" y="connsiteY38287"/>
              </a:cxn>
              <a:cxn ang="0">
                <a:pos x="connsiteX38288" y="connsiteY38288"/>
              </a:cxn>
              <a:cxn ang="0">
                <a:pos x="connsiteX38289" y="connsiteY38289"/>
              </a:cxn>
              <a:cxn ang="0">
                <a:pos x="connsiteX38290" y="connsiteY38290"/>
              </a:cxn>
              <a:cxn ang="0">
                <a:pos x="connsiteX38291" y="connsiteY38291"/>
              </a:cxn>
              <a:cxn ang="0">
                <a:pos x="connsiteX38292" y="connsiteY38292"/>
              </a:cxn>
              <a:cxn ang="0">
                <a:pos x="connsiteX38293" y="connsiteY38293"/>
              </a:cxn>
              <a:cxn ang="0">
                <a:pos x="connsiteX38294" y="connsiteY38294"/>
              </a:cxn>
              <a:cxn ang="0">
                <a:pos x="connsiteX38295" y="connsiteY38295"/>
              </a:cxn>
              <a:cxn ang="0">
                <a:pos x="connsiteX38296" y="connsiteY38296"/>
              </a:cxn>
              <a:cxn ang="0">
                <a:pos x="connsiteX38297" y="connsiteY38297"/>
              </a:cxn>
              <a:cxn ang="0">
                <a:pos x="connsiteX38298" y="connsiteY38298"/>
              </a:cxn>
              <a:cxn ang="0">
                <a:pos x="connsiteX38299" y="connsiteY38299"/>
              </a:cxn>
              <a:cxn ang="0">
                <a:pos x="connsiteX38300" y="connsiteY38300"/>
              </a:cxn>
              <a:cxn ang="0">
                <a:pos x="connsiteX38301" y="connsiteY38301"/>
              </a:cxn>
              <a:cxn ang="0">
                <a:pos x="connsiteX38302" y="connsiteY38302"/>
              </a:cxn>
              <a:cxn ang="0">
                <a:pos x="connsiteX38303" y="connsiteY38303"/>
              </a:cxn>
              <a:cxn ang="0">
                <a:pos x="connsiteX38304" y="connsiteY38304"/>
              </a:cxn>
              <a:cxn ang="0">
                <a:pos x="connsiteX38305" y="connsiteY38305"/>
              </a:cxn>
              <a:cxn ang="0">
                <a:pos x="connsiteX38306" y="connsiteY38306"/>
              </a:cxn>
              <a:cxn ang="0">
                <a:pos x="connsiteX38307" y="connsiteY38307"/>
              </a:cxn>
              <a:cxn ang="0">
                <a:pos x="connsiteX38308" y="connsiteY38308"/>
              </a:cxn>
              <a:cxn ang="0">
                <a:pos x="connsiteX38309" y="connsiteY38309"/>
              </a:cxn>
              <a:cxn ang="0">
                <a:pos x="connsiteX38310" y="connsiteY38310"/>
              </a:cxn>
              <a:cxn ang="0">
                <a:pos x="connsiteX38311" y="connsiteY38311"/>
              </a:cxn>
              <a:cxn ang="0">
                <a:pos x="connsiteX38312" y="connsiteY38312"/>
              </a:cxn>
              <a:cxn ang="0">
                <a:pos x="connsiteX38313" y="connsiteY38313"/>
              </a:cxn>
              <a:cxn ang="0">
                <a:pos x="connsiteX38314" y="connsiteY38314"/>
              </a:cxn>
              <a:cxn ang="0">
                <a:pos x="connsiteX38315" y="connsiteY38315"/>
              </a:cxn>
              <a:cxn ang="0">
                <a:pos x="connsiteX38316" y="connsiteY38316"/>
              </a:cxn>
              <a:cxn ang="0">
                <a:pos x="connsiteX38317" y="connsiteY38317"/>
              </a:cxn>
              <a:cxn ang="0">
                <a:pos x="connsiteX38318" y="connsiteY38318"/>
              </a:cxn>
              <a:cxn ang="0">
                <a:pos x="connsiteX38319" y="connsiteY38319"/>
              </a:cxn>
              <a:cxn ang="0">
                <a:pos x="connsiteX38320" y="connsiteY38320"/>
              </a:cxn>
              <a:cxn ang="0">
                <a:pos x="connsiteX38321" y="connsiteY38321"/>
              </a:cxn>
              <a:cxn ang="0">
                <a:pos x="connsiteX38322" y="connsiteY38322"/>
              </a:cxn>
              <a:cxn ang="0">
                <a:pos x="connsiteX38323" y="connsiteY38323"/>
              </a:cxn>
              <a:cxn ang="0">
                <a:pos x="connsiteX38324" y="connsiteY38324"/>
              </a:cxn>
              <a:cxn ang="0">
                <a:pos x="connsiteX38325" y="connsiteY38325"/>
              </a:cxn>
              <a:cxn ang="0">
                <a:pos x="connsiteX38326" y="connsiteY38326"/>
              </a:cxn>
              <a:cxn ang="0">
                <a:pos x="connsiteX38327" y="connsiteY38327"/>
              </a:cxn>
              <a:cxn ang="0">
                <a:pos x="connsiteX38328" y="connsiteY38328"/>
              </a:cxn>
              <a:cxn ang="0">
                <a:pos x="connsiteX38329" y="connsiteY38329"/>
              </a:cxn>
              <a:cxn ang="0">
                <a:pos x="connsiteX38330" y="connsiteY38330"/>
              </a:cxn>
              <a:cxn ang="0">
                <a:pos x="connsiteX38331" y="connsiteY38331"/>
              </a:cxn>
              <a:cxn ang="0">
                <a:pos x="connsiteX38332" y="connsiteY38332"/>
              </a:cxn>
              <a:cxn ang="0">
                <a:pos x="connsiteX38333" y="connsiteY38333"/>
              </a:cxn>
              <a:cxn ang="0">
                <a:pos x="connsiteX38334" y="connsiteY38334"/>
              </a:cxn>
              <a:cxn ang="0">
                <a:pos x="connsiteX38335" y="connsiteY38335"/>
              </a:cxn>
              <a:cxn ang="0">
                <a:pos x="connsiteX38336" y="connsiteY38336"/>
              </a:cxn>
              <a:cxn ang="0">
                <a:pos x="connsiteX38337" y="connsiteY38337"/>
              </a:cxn>
              <a:cxn ang="0">
                <a:pos x="connsiteX38338" y="connsiteY38338"/>
              </a:cxn>
              <a:cxn ang="0">
                <a:pos x="connsiteX38339" y="connsiteY38339"/>
              </a:cxn>
              <a:cxn ang="0">
                <a:pos x="connsiteX38340" y="connsiteY38340"/>
              </a:cxn>
              <a:cxn ang="0">
                <a:pos x="connsiteX38341" y="connsiteY38341"/>
              </a:cxn>
              <a:cxn ang="0">
                <a:pos x="connsiteX38342" y="connsiteY38342"/>
              </a:cxn>
              <a:cxn ang="0">
                <a:pos x="connsiteX38343" y="connsiteY38343"/>
              </a:cxn>
              <a:cxn ang="0">
                <a:pos x="connsiteX38344" y="connsiteY38344"/>
              </a:cxn>
              <a:cxn ang="0">
                <a:pos x="connsiteX38345" y="connsiteY38345"/>
              </a:cxn>
              <a:cxn ang="0">
                <a:pos x="connsiteX38346" y="connsiteY38346"/>
              </a:cxn>
              <a:cxn ang="0">
                <a:pos x="connsiteX38347" y="connsiteY38347"/>
              </a:cxn>
              <a:cxn ang="0">
                <a:pos x="connsiteX38348" y="connsiteY38348"/>
              </a:cxn>
              <a:cxn ang="0">
                <a:pos x="connsiteX38349" y="connsiteY38349"/>
              </a:cxn>
              <a:cxn ang="0">
                <a:pos x="connsiteX38350" y="connsiteY38350"/>
              </a:cxn>
              <a:cxn ang="0">
                <a:pos x="connsiteX38351" y="connsiteY38351"/>
              </a:cxn>
              <a:cxn ang="0">
                <a:pos x="connsiteX38352" y="connsiteY38352"/>
              </a:cxn>
              <a:cxn ang="0">
                <a:pos x="connsiteX38353" y="connsiteY38353"/>
              </a:cxn>
              <a:cxn ang="0">
                <a:pos x="connsiteX38354" y="connsiteY38354"/>
              </a:cxn>
              <a:cxn ang="0">
                <a:pos x="connsiteX38355" y="connsiteY38355"/>
              </a:cxn>
              <a:cxn ang="0">
                <a:pos x="connsiteX38356" y="connsiteY38356"/>
              </a:cxn>
              <a:cxn ang="0">
                <a:pos x="connsiteX38357" y="connsiteY38357"/>
              </a:cxn>
              <a:cxn ang="0">
                <a:pos x="connsiteX38358" y="connsiteY38358"/>
              </a:cxn>
              <a:cxn ang="0">
                <a:pos x="connsiteX38359" y="connsiteY38359"/>
              </a:cxn>
              <a:cxn ang="0">
                <a:pos x="connsiteX38360" y="connsiteY38360"/>
              </a:cxn>
              <a:cxn ang="0">
                <a:pos x="connsiteX38361" y="connsiteY38361"/>
              </a:cxn>
              <a:cxn ang="0">
                <a:pos x="connsiteX38362" y="connsiteY38362"/>
              </a:cxn>
              <a:cxn ang="0">
                <a:pos x="connsiteX38363" y="connsiteY38363"/>
              </a:cxn>
              <a:cxn ang="0">
                <a:pos x="connsiteX38364" y="connsiteY38364"/>
              </a:cxn>
              <a:cxn ang="0">
                <a:pos x="connsiteX38365" y="connsiteY38365"/>
              </a:cxn>
              <a:cxn ang="0">
                <a:pos x="connsiteX38366" y="connsiteY38366"/>
              </a:cxn>
              <a:cxn ang="0">
                <a:pos x="connsiteX38367" y="connsiteY38367"/>
              </a:cxn>
              <a:cxn ang="0">
                <a:pos x="connsiteX38368" y="connsiteY38368"/>
              </a:cxn>
              <a:cxn ang="0">
                <a:pos x="connsiteX38369" y="connsiteY38369"/>
              </a:cxn>
              <a:cxn ang="0">
                <a:pos x="connsiteX38370" y="connsiteY38370"/>
              </a:cxn>
              <a:cxn ang="0">
                <a:pos x="connsiteX38371" y="connsiteY38371"/>
              </a:cxn>
              <a:cxn ang="0">
                <a:pos x="connsiteX38372" y="connsiteY38372"/>
              </a:cxn>
              <a:cxn ang="0">
                <a:pos x="connsiteX38373" y="connsiteY38373"/>
              </a:cxn>
              <a:cxn ang="0">
                <a:pos x="connsiteX38374" y="connsiteY38374"/>
              </a:cxn>
              <a:cxn ang="0">
                <a:pos x="connsiteX38375" y="connsiteY38375"/>
              </a:cxn>
              <a:cxn ang="0">
                <a:pos x="connsiteX38376" y="connsiteY38376"/>
              </a:cxn>
              <a:cxn ang="0">
                <a:pos x="connsiteX38377" y="connsiteY38377"/>
              </a:cxn>
              <a:cxn ang="0">
                <a:pos x="connsiteX38378" y="connsiteY38378"/>
              </a:cxn>
              <a:cxn ang="0">
                <a:pos x="connsiteX38379" y="connsiteY38379"/>
              </a:cxn>
              <a:cxn ang="0">
                <a:pos x="connsiteX38380" y="connsiteY38380"/>
              </a:cxn>
              <a:cxn ang="0">
                <a:pos x="connsiteX38381" y="connsiteY38381"/>
              </a:cxn>
              <a:cxn ang="0">
                <a:pos x="connsiteX38382" y="connsiteY38382"/>
              </a:cxn>
              <a:cxn ang="0">
                <a:pos x="connsiteX38383" y="connsiteY38383"/>
              </a:cxn>
              <a:cxn ang="0">
                <a:pos x="connsiteX38384" y="connsiteY38384"/>
              </a:cxn>
              <a:cxn ang="0">
                <a:pos x="connsiteX38385" y="connsiteY38385"/>
              </a:cxn>
              <a:cxn ang="0">
                <a:pos x="connsiteX38386" y="connsiteY38386"/>
              </a:cxn>
              <a:cxn ang="0">
                <a:pos x="connsiteX38387" y="connsiteY38387"/>
              </a:cxn>
              <a:cxn ang="0">
                <a:pos x="connsiteX38388" y="connsiteY38388"/>
              </a:cxn>
              <a:cxn ang="0">
                <a:pos x="connsiteX38389" y="connsiteY38389"/>
              </a:cxn>
              <a:cxn ang="0">
                <a:pos x="connsiteX38390" y="connsiteY38390"/>
              </a:cxn>
              <a:cxn ang="0">
                <a:pos x="connsiteX38391" y="connsiteY38391"/>
              </a:cxn>
              <a:cxn ang="0">
                <a:pos x="connsiteX38392" y="connsiteY38392"/>
              </a:cxn>
              <a:cxn ang="0">
                <a:pos x="connsiteX38393" y="connsiteY38393"/>
              </a:cxn>
              <a:cxn ang="0">
                <a:pos x="connsiteX38394" y="connsiteY38394"/>
              </a:cxn>
              <a:cxn ang="0">
                <a:pos x="connsiteX38395" y="connsiteY38395"/>
              </a:cxn>
              <a:cxn ang="0">
                <a:pos x="connsiteX38396" y="connsiteY38396"/>
              </a:cxn>
              <a:cxn ang="0">
                <a:pos x="connsiteX38397" y="connsiteY38397"/>
              </a:cxn>
              <a:cxn ang="0">
                <a:pos x="connsiteX38398" y="connsiteY38398"/>
              </a:cxn>
              <a:cxn ang="0">
                <a:pos x="connsiteX38399" y="connsiteY38399"/>
              </a:cxn>
              <a:cxn ang="0">
                <a:pos x="connsiteX38400" y="connsiteY38400"/>
              </a:cxn>
              <a:cxn ang="0">
                <a:pos x="connsiteX38401" y="connsiteY38401"/>
              </a:cxn>
              <a:cxn ang="0">
                <a:pos x="connsiteX38402" y="connsiteY38402"/>
              </a:cxn>
              <a:cxn ang="0">
                <a:pos x="connsiteX38403" y="connsiteY38403"/>
              </a:cxn>
              <a:cxn ang="0">
                <a:pos x="connsiteX38404" y="connsiteY38404"/>
              </a:cxn>
              <a:cxn ang="0">
                <a:pos x="connsiteX38405" y="connsiteY38405"/>
              </a:cxn>
              <a:cxn ang="0">
                <a:pos x="connsiteX38406" y="connsiteY38406"/>
              </a:cxn>
              <a:cxn ang="0">
                <a:pos x="connsiteX38407" y="connsiteY38407"/>
              </a:cxn>
              <a:cxn ang="0">
                <a:pos x="connsiteX38408" y="connsiteY38408"/>
              </a:cxn>
              <a:cxn ang="0">
                <a:pos x="connsiteX38409" y="connsiteY38409"/>
              </a:cxn>
              <a:cxn ang="0">
                <a:pos x="connsiteX38410" y="connsiteY38410"/>
              </a:cxn>
              <a:cxn ang="0">
                <a:pos x="connsiteX38411" y="connsiteY38411"/>
              </a:cxn>
              <a:cxn ang="0">
                <a:pos x="connsiteX38412" y="connsiteY38412"/>
              </a:cxn>
              <a:cxn ang="0">
                <a:pos x="connsiteX38413" y="connsiteY38413"/>
              </a:cxn>
              <a:cxn ang="0">
                <a:pos x="connsiteX38414" y="connsiteY38414"/>
              </a:cxn>
              <a:cxn ang="0">
                <a:pos x="connsiteX38415" y="connsiteY38415"/>
              </a:cxn>
              <a:cxn ang="0">
                <a:pos x="connsiteX38416" y="connsiteY38416"/>
              </a:cxn>
              <a:cxn ang="0">
                <a:pos x="connsiteX38417" y="connsiteY38417"/>
              </a:cxn>
              <a:cxn ang="0">
                <a:pos x="connsiteX38418" y="connsiteY38418"/>
              </a:cxn>
              <a:cxn ang="0">
                <a:pos x="connsiteX38419" y="connsiteY38419"/>
              </a:cxn>
              <a:cxn ang="0">
                <a:pos x="connsiteX38420" y="connsiteY38420"/>
              </a:cxn>
              <a:cxn ang="0">
                <a:pos x="connsiteX38421" y="connsiteY38421"/>
              </a:cxn>
              <a:cxn ang="0">
                <a:pos x="connsiteX38422" y="connsiteY38422"/>
              </a:cxn>
              <a:cxn ang="0">
                <a:pos x="connsiteX38423" y="connsiteY38423"/>
              </a:cxn>
              <a:cxn ang="0">
                <a:pos x="connsiteX38424" y="connsiteY38424"/>
              </a:cxn>
              <a:cxn ang="0">
                <a:pos x="connsiteX38425" y="connsiteY38425"/>
              </a:cxn>
              <a:cxn ang="0">
                <a:pos x="connsiteX38426" y="connsiteY38426"/>
              </a:cxn>
              <a:cxn ang="0">
                <a:pos x="connsiteX38427" y="connsiteY38427"/>
              </a:cxn>
              <a:cxn ang="0">
                <a:pos x="connsiteX38428" y="connsiteY38428"/>
              </a:cxn>
              <a:cxn ang="0">
                <a:pos x="connsiteX38429" y="connsiteY38429"/>
              </a:cxn>
              <a:cxn ang="0">
                <a:pos x="connsiteX38430" y="connsiteY38430"/>
              </a:cxn>
              <a:cxn ang="0">
                <a:pos x="connsiteX38431" y="connsiteY38431"/>
              </a:cxn>
              <a:cxn ang="0">
                <a:pos x="connsiteX38432" y="connsiteY38432"/>
              </a:cxn>
              <a:cxn ang="0">
                <a:pos x="connsiteX38433" y="connsiteY38433"/>
              </a:cxn>
              <a:cxn ang="0">
                <a:pos x="connsiteX38434" y="connsiteY38434"/>
              </a:cxn>
              <a:cxn ang="0">
                <a:pos x="connsiteX38435" y="connsiteY38435"/>
              </a:cxn>
              <a:cxn ang="0">
                <a:pos x="connsiteX38436" y="connsiteY38436"/>
              </a:cxn>
              <a:cxn ang="0">
                <a:pos x="connsiteX38437" y="connsiteY38437"/>
              </a:cxn>
              <a:cxn ang="0">
                <a:pos x="connsiteX38438" y="connsiteY38438"/>
              </a:cxn>
              <a:cxn ang="0">
                <a:pos x="connsiteX38439" y="connsiteY38439"/>
              </a:cxn>
              <a:cxn ang="0">
                <a:pos x="connsiteX38440" y="connsiteY38440"/>
              </a:cxn>
              <a:cxn ang="0">
                <a:pos x="connsiteX38441" y="connsiteY38441"/>
              </a:cxn>
              <a:cxn ang="0">
                <a:pos x="connsiteX38442" y="connsiteY38442"/>
              </a:cxn>
              <a:cxn ang="0">
                <a:pos x="connsiteX38443" y="connsiteY38443"/>
              </a:cxn>
              <a:cxn ang="0">
                <a:pos x="connsiteX38444" y="connsiteY38444"/>
              </a:cxn>
              <a:cxn ang="0">
                <a:pos x="connsiteX38445" y="connsiteY38445"/>
              </a:cxn>
              <a:cxn ang="0">
                <a:pos x="connsiteX38446" y="connsiteY38446"/>
              </a:cxn>
              <a:cxn ang="0">
                <a:pos x="connsiteX38447" y="connsiteY38447"/>
              </a:cxn>
              <a:cxn ang="0">
                <a:pos x="connsiteX38448" y="connsiteY38448"/>
              </a:cxn>
              <a:cxn ang="0">
                <a:pos x="connsiteX38449" y="connsiteY38449"/>
              </a:cxn>
              <a:cxn ang="0">
                <a:pos x="connsiteX38450" y="connsiteY38450"/>
              </a:cxn>
              <a:cxn ang="0">
                <a:pos x="connsiteX38451" y="connsiteY38451"/>
              </a:cxn>
              <a:cxn ang="0">
                <a:pos x="connsiteX38452" y="connsiteY38452"/>
              </a:cxn>
              <a:cxn ang="0">
                <a:pos x="connsiteX38453" y="connsiteY38453"/>
              </a:cxn>
              <a:cxn ang="0">
                <a:pos x="connsiteX38454" y="connsiteY38454"/>
              </a:cxn>
              <a:cxn ang="0">
                <a:pos x="connsiteX38455" y="connsiteY38455"/>
              </a:cxn>
              <a:cxn ang="0">
                <a:pos x="connsiteX38456" y="connsiteY38456"/>
              </a:cxn>
              <a:cxn ang="0">
                <a:pos x="connsiteX38457" y="connsiteY38457"/>
              </a:cxn>
              <a:cxn ang="0">
                <a:pos x="connsiteX38458" y="connsiteY38458"/>
              </a:cxn>
              <a:cxn ang="0">
                <a:pos x="connsiteX38459" y="connsiteY38459"/>
              </a:cxn>
              <a:cxn ang="0">
                <a:pos x="connsiteX38460" y="connsiteY38460"/>
              </a:cxn>
              <a:cxn ang="0">
                <a:pos x="connsiteX38461" y="connsiteY38461"/>
              </a:cxn>
              <a:cxn ang="0">
                <a:pos x="connsiteX38462" y="connsiteY38462"/>
              </a:cxn>
              <a:cxn ang="0">
                <a:pos x="connsiteX38463" y="connsiteY38463"/>
              </a:cxn>
              <a:cxn ang="0">
                <a:pos x="connsiteX38464" y="connsiteY38464"/>
              </a:cxn>
              <a:cxn ang="0">
                <a:pos x="connsiteX38465" y="connsiteY38465"/>
              </a:cxn>
              <a:cxn ang="0">
                <a:pos x="connsiteX38466" y="connsiteY38466"/>
              </a:cxn>
              <a:cxn ang="0">
                <a:pos x="connsiteX38467" y="connsiteY38467"/>
              </a:cxn>
              <a:cxn ang="0">
                <a:pos x="connsiteX38468" y="connsiteY38468"/>
              </a:cxn>
              <a:cxn ang="0">
                <a:pos x="connsiteX38469" y="connsiteY38469"/>
              </a:cxn>
              <a:cxn ang="0">
                <a:pos x="connsiteX38470" y="connsiteY38470"/>
              </a:cxn>
              <a:cxn ang="0">
                <a:pos x="connsiteX38471" y="connsiteY38471"/>
              </a:cxn>
              <a:cxn ang="0">
                <a:pos x="connsiteX38472" y="connsiteY38472"/>
              </a:cxn>
              <a:cxn ang="0">
                <a:pos x="connsiteX38473" y="connsiteY38473"/>
              </a:cxn>
              <a:cxn ang="0">
                <a:pos x="connsiteX38474" y="connsiteY38474"/>
              </a:cxn>
              <a:cxn ang="0">
                <a:pos x="connsiteX38475" y="connsiteY38475"/>
              </a:cxn>
              <a:cxn ang="0">
                <a:pos x="connsiteX38476" y="connsiteY38476"/>
              </a:cxn>
              <a:cxn ang="0">
                <a:pos x="connsiteX38477" y="connsiteY38477"/>
              </a:cxn>
              <a:cxn ang="0">
                <a:pos x="connsiteX38478" y="connsiteY38478"/>
              </a:cxn>
              <a:cxn ang="0">
                <a:pos x="connsiteX38479" y="connsiteY38479"/>
              </a:cxn>
              <a:cxn ang="0">
                <a:pos x="connsiteX38480" y="connsiteY38480"/>
              </a:cxn>
              <a:cxn ang="0">
                <a:pos x="connsiteX38481" y="connsiteY38481"/>
              </a:cxn>
              <a:cxn ang="0">
                <a:pos x="connsiteX38482" y="connsiteY38482"/>
              </a:cxn>
              <a:cxn ang="0">
                <a:pos x="connsiteX38483" y="connsiteY38483"/>
              </a:cxn>
              <a:cxn ang="0">
                <a:pos x="connsiteX38484" y="connsiteY38484"/>
              </a:cxn>
              <a:cxn ang="0">
                <a:pos x="connsiteX38485" y="connsiteY38485"/>
              </a:cxn>
              <a:cxn ang="0">
                <a:pos x="connsiteX38486" y="connsiteY38486"/>
              </a:cxn>
              <a:cxn ang="0">
                <a:pos x="connsiteX38487" y="connsiteY38487"/>
              </a:cxn>
              <a:cxn ang="0">
                <a:pos x="connsiteX38488" y="connsiteY38488"/>
              </a:cxn>
              <a:cxn ang="0">
                <a:pos x="connsiteX38489" y="connsiteY38489"/>
              </a:cxn>
              <a:cxn ang="0">
                <a:pos x="connsiteX38490" y="connsiteY38490"/>
              </a:cxn>
              <a:cxn ang="0">
                <a:pos x="connsiteX38491" y="connsiteY38491"/>
              </a:cxn>
              <a:cxn ang="0">
                <a:pos x="connsiteX38492" y="connsiteY38492"/>
              </a:cxn>
              <a:cxn ang="0">
                <a:pos x="connsiteX38493" y="connsiteY38493"/>
              </a:cxn>
              <a:cxn ang="0">
                <a:pos x="connsiteX38494" y="connsiteY38494"/>
              </a:cxn>
              <a:cxn ang="0">
                <a:pos x="connsiteX38495" y="connsiteY38495"/>
              </a:cxn>
              <a:cxn ang="0">
                <a:pos x="connsiteX38496" y="connsiteY38496"/>
              </a:cxn>
              <a:cxn ang="0">
                <a:pos x="connsiteX38497" y="connsiteY38497"/>
              </a:cxn>
              <a:cxn ang="0">
                <a:pos x="connsiteX38498" y="connsiteY38498"/>
              </a:cxn>
              <a:cxn ang="0">
                <a:pos x="connsiteX38499" y="connsiteY38499"/>
              </a:cxn>
              <a:cxn ang="0">
                <a:pos x="connsiteX38500" y="connsiteY38500"/>
              </a:cxn>
              <a:cxn ang="0">
                <a:pos x="connsiteX38501" y="connsiteY38501"/>
              </a:cxn>
              <a:cxn ang="0">
                <a:pos x="connsiteX38502" y="connsiteY38502"/>
              </a:cxn>
              <a:cxn ang="0">
                <a:pos x="connsiteX38503" y="connsiteY38503"/>
              </a:cxn>
              <a:cxn ang="0">
                <a:pos x="connsiteX38504" y="connsiteY38504"/>
              </a:cxn>
              <a:cxn ang="0">
                <a:pos x="connsiteX38505" y="connsiteY38505"/>
              </a:cxn>
              <a:cxn ang="0">
                <a:pos x="connsiteX38506" y="connsiteY38506"/>
              </a:cxn>
              <a:cxn ang="0">
                <a:pos x="connsiteX38507" y="connsiteY38507"/>
              </a:cxn>
              <a:cxn ang="0">
                <a:pos x="connsiteX38508" y="connsiteY38508"/>
              </a:cxn>
              <a:cxn ang="0">
                <a:pos x="connsiteX38509" y="connsiteY38509"/>
              </a:cxn>
              <a:cxn ang="0">
                <a:pos x="connsiteX38510" y="connsiteY38510"/>
              </a:cxn>
              <a:cxn ang="0">
                <a:pos x="connsiteX38511" y="connsiteY38511"/>
              </a:cxn>
              <a:cxn ang="0">
                <a:pos x="connsiteX38512" y="connsiteY38512"/>
              </a:cxn>
              <a:cxn ang="0">
                <a:pos x="connsiteX38513" y="connsiteY38513"/>
              </a:cxn>
              <a:cxn ang="0">
                <a:pos x="connsiteX38514" y="connsiteY38514"/>
              </a:cxn>
              <a:cxn ang="0">
                <a:pos x="connsiteX38515" y="connsiteY38515"/>
              </a:cxn>
              <a:cxn ang="0">
                <a:pos x="connsiteX38516" y="connsiteY38516"/>
              </a:cxn>
              <a:cxn ang="0">
                <a:pos x="connsiteX38517" y="connsiteY38517"/>
              </a:cxn>
              <a:cxn ang="0">
                <a:pos x="connsiteX38518" y="connsiteY38518"/>
              </a:cxn>
              <a:cxn ang="0">
                <a:pos x="connsiteX38519" y="connsiteY38519"/>
              </a:cxn>
              <a:cxn ang="0">
                <a:pos x="connsiteX38520" y="connsiteY38520"/>
              </a:cxn>
              <a:cxn ang="0">
                <a:pos x="connsiteX38521" y="connsiteY38521"/>
              </a:cxn>
              <a:cxn ang="0">
                <a:pos x="connsiteX38522" y="connsiteY38522"/>
              </a:cxn>
              <a:cxn ang="0">
                <a:pos x="connsiteX38523" y="connsiteY38523"/>
              </a:cxn>
              <a:cxn ang="0">
                <a:pos x="connsiteX38524" y="connsiteY38524"/>
              </a:cxn>
              <a:cxn ang="0">
                <a:pos x="connsiteX38525" y="connsiteY38525"/>
              </a:cxn>
              <a:cxn ang="0">
                <a:pos x="connsiteX38526" y="connsiteY38526"/>
              </a:cxn>
              <a:cxn ang="0">
                <a:pos x="connsiteX38527" y="connsiteY38527"/>
              </a:cxn>
              <a:cxn ang="0">
                <a:pos x="connsiteX38528" y="connsiteY38528"/>
              </a:cxn>
              <a:cxn ang="0">
                <a:pos x="connsiteX38529" y="connsiteY38529"/>
              </a:cxn>
              <a:cxn ang="0">
                <a:pos x="connsiteX38530" y="connsiteY38530"/>
              </a:cxn>
              <a:cxn ang="0">
                <a:pos x="connsiteX38531" y="connsiteY38531"/>
              </a:cxn>
              <a:cxn ang="0">
                <a:pos x="connsiteX38532" y="connsiteY38532"/>
              </a:cxn>
              <a:cxn ang="0">
                <a:pos x="connsiteX38533" y="connsiteY38533"/>
              </a:cxn>
              <a:cxn ang="0">
                <a:pos x="connsiteX38534" y="connsiteY38534"/>
              </a:cxn>
              <a:cxn ang="0">
                <a:pos x="connsiteX38535" y="connsiteY38535"/>
              </a:cxn>
              <a:cxn ang="0">
                <a:pos x="connsiteX38536" y="connsiteY38536"/>
              </a:cxn>
              <a:cxn ang="0">
                <a:pos x="connsiteX38537" y="connsiteY38537"/>
              </a:cxn>
              <a:cxn ang="0">
                <a:pos x="connsiteX38538" y="connsiteY38538"/>
              </a:cxn>
              <a:cxn ang="0">
                <a:pos x="connsiteX38539" y="connsiteY38539"/>
              </a:cxn>
              <a:cxn ang="0">
                <a:pos x="connsiteX38540" y="connsiteY38540"/>
              </a:cxn>
              <a:cxn ang="0">
                <a:pos x="connsiteX38541" y="connsiteY38541"/>
              </a:cxn>
              <a:cxn ang="0">
                <a:pos x="connsiteX38542" y="connsiteY38542"/>
              </a:cxn>
              <a:cxn ang="0">
                <a:pos x="connsiteX38543" y="connsiteY38543"/>
              </a:cxn>
              <a:cxn ang="0">
                <a:pos x="connsiteX38544" y="connsiteY38544"/>
              </a:cxn>
              <a:cxn ang="0">
                <a:pos x="connsiteX38545" y="connsiteY38545"/>
              </a:cxn>
              <a:cxn ang="0">
                <a:pos x="connsiteX38546" y="connsiteY38546"/>
              </a:cxn>
              <a:cxn ang="0">
                <a:pos x="connsiteX38547" y="connsiteY38547"/>
              </a:cxn>
              <a:cxn ang="0">
                <a:pos x="connsiteX38548" y="connsiteY38548"/>
              </a:cxn>
              <a:cxn ang="0">
                <a:pos x="connsiteX38549" y="connsiteY38549"/>
              </a:cxn>
              <a:cxn ang="0">
                <a:pos x="connsiteX38550" y="connsiteY38550"/>
              </a:cxn>
              <a:cxn ang="0">
                <a:pos x="connsiteX38551" y="connsiteY38551"/>
              </a:cxn>
              <a:cxn ang="0">
                <a:pos x="connsiteX38552" y="connsiteY38552"/>
              </a:cxn>
              <a:cxn ang="0">
                <a:pos x="connsiteX38553" y="connsiteY38553"/>
              </a:cxn>
              <a:cxn ang="0">
                <a:pos x="connsiteX38554" y="connsiteY38554"/>
              </a:cxn>
              <a:cxn ang="0">
                <a:pos x="connsiteX38555" y="connsiteY38555"/>
              </a:cxn>
              <a:cxn ang="0">
                <a:pos x="connsiteX38556" y="connsiteY38556"/>
              </a:cxn>
              <a:cxn ang="0">
                <a:pos x="connsiteX38557" y="connsiteY38557"/>
              </a:cxn>
              <a:cxn ang="0">
                <a:pos x="connsiteX38558" y="connsiteY38558"/>
              </a:cxn>
              <a:cxn ang="0">
                <a:pos x="connsiteX38559" y="connsiteY38559"/>
              </a:cxn>
              <a:cxn ang="0">
                <a:pos x="connsiteX38560" y="connsiteY38560"/>
              </a:cxn>
              <a:cxn ang="0">
                <a:pos x="connsiteX38561" y="connsiteY38561"/>
              </a:cxn>
              <a:cxn ang="0">
                <a:pos x="connsiteX38562" y="connsiteY38562"/>
              </a:cxn>
              <a:cxn ang="0">
                <a:pos x="connsiteX38563" y="connsiteY38563"/>
              </a:cxn>
              <a:cxn ang="0">
                <a:pos x="connsiteX38564" y="connsiteY38564"/>
              </a:cxn>
              <a:cxn ang="0">
                <a:pos x="connsiteX38565" y="connsiteY38565"/>
              </a:cxn>
              <a:cxn ang="0">
                <a:pos x="connsiteX38566" y="connsiteY38566"/>
              </a:cxn>
              <a:cxn ang="0">
                <a:pos x="connsiteX38567" y="connsiteY38567"/>
              </a:cxn>
              <a:cxn ang="0">
                <a:pos x="connsiteX38568" y="connsiteY38568"/>
              </a:cxn>
              <a:cxn ang="0">
                <a:pos x="connsiteX38569" y="connsiteY38569"/>
              </a:cxn>
              <a:cxn ang="0">
                <a:pos x="connsiteX38570" y="connsiteY38570"/>
              </a:cxn>
              <a:cxn ang="0">
                <a:pos x="connsiteX38571" y="connsiteY38571"/>
              </a:cxn>
              <a:cxn ang="0">
                <a:pos x="connsiteX38572" y="connsiteY38572"/>
              </a:cxn>
              <a:cxn ang="0">
                <a:pos x="connsiteX38573" y="connsiteY38573"/>
              </a:cxn>
              <a:cxn ang="0">
                <a:pos x="connsiteX38574" y="connsiteY38574"/>
              </a:cxn>
              <a:cxn ang="0">
                <a:pos x="connsiteX38575" y="connsiteY38575"/>
              </a:cxn>
              <a:cxn ang="0">
                <a:pos x="connsiteX38576" y="connsiteY38576"/>
              </a:cxn>
              <a:cxn ang="0">
                <a:pos x="connsiteX38577" y="connsiteY38577"/>
              </a:cxn>
              <a:cxn ang="0">
                <a:pos x="connsiteX38578" y="connsiteY38578"/>
              </a:cxn>
              <a:cxn ang="0">
                <a:pos x="connsiteX38579" y="connsiteY38579"/>
              </a:cxn>
              <a:cxn ang="0">
                <a:pos x="connsiteX38580" y="connsiteY38580"/>
              </a:cxn>
              <a:cxn ang="0">
                <a:pos x="connsiteX38581" y="connsiteY38581"/>
              </a:cxn>
              <a:cxn ang="0">
                <a:pos x="connsiteX38582" y="connsiteY38582"/>
              </a:cxn>
              <a:cxn ang="0">
                <a:pos x="connsiteX38583" y="connsiteY38583"/>
              </a:cxn>
              <a:cxn ang="0">
                <a:pos x="connsiteX38584" y="connsiteY38584"/>
              </a:cxn>
              <a:cxn ang="0">
                <a:pos x="connsiteX38585" y="connsiteY38585"/>
              </a:cxn>
              <a:cxn ang="0">
                <a:pos x="connsiteX38586" y="connsiteY38586"/>
              </a:cxn>
              <a:cxn ang="0">
                <a:pos x="connsiteX38587" y="connsiteY38587"/>
              </a:cxn>
              <a:cxn ang="0">
                <a:pos x="connsiteX38588" y="connsiteY38588"/>
              </a:cxn>
              <a:cxn ang="0">
                <a:pos x="connsiteX38589" y="connsiteY38589"/>
              </a:cxn>
              <a:cxn ang="0">
                <a:pos x="connsiteX38590" y="connsiteY38590"/>
              </a:cxn>
              <a:cxn ang="0">
                <a:pos x="connsiteX38591" y="connsiteY38591"/>
              </a:cxn>
              <a:cxn ang="0">
                <a:pos x="connsiteX38592" y="connsiteY38592"/>
              </a:cxn>
              <a:cxn ang="0">
                <a:pos x="connsiteX38593" y="connsiteY38593"/>
              </a:cxn>
              <a:cxn ang="0">
                <a:pos x="connsiteX38594" y="connsiteY38594"/>
              </a:cxn>
              <a:cxn ang="0">
                <a:pos x="connsiteX38595" y="connsiteY38595"/>
              </a:cxn>
              <a:cxn ang="0">
                <a:pos x="connsiteX38596" y="connsiteY38596"/>
              </a:cxn>
              <a:cxn ang="0">
                <a:pos x="connsiteX38597" y="connsiteY38597"/>
              </a:cxn>
              <a:cxn ang="0">
                <a:pos x="connsiteX38598" y="connsiteY38598"/>
              </a:cxn>
              <a:cxn ang="0">
                <a:pos x="connsiteX38599" y="connsiteY38599"/>
              </a:cxn>
              <a:cxn ang="0">
                <a:pos x="connsiteX38600" y="connsiteY38600"/>
              </a:cxn>
              <a:cxn ang="0">
                <a:pos x="connsiteX38601" y="connsiteY38601"/>
              </a:cxn>
              <a:cxn ang="0">
                <a:pos x="connsiteX38602" y="connsiteY38602"/>
              </a:cxn>
              <a:cxn ang="0">
                <a:pos x="connsiteX38603" y="connsiteY38603"/>
              </a:cxn>
              <a:cxn ang="0">
                <a:pos x="connsiteX38604" y="connsiteY38604"/>
              </a:cxn>
              <a:cxn ang="0">
                <a:pos x="connsiteX38605" y="connsiteY38605"/>
              </a:cxn>
              <a:cxn ang="0">
                <a:pos x="connsiteX38606" y="connsiteY38606"/>
              </a:cxn>
              <a:cxn ang="0">
                <a:pos x="connsiteX38607" y="connsiteY38607"/>
              </a:cxn>
              <a:cxn ang="0">
                <a:pos x="connsiteX38608" y="connsiteY38608"/>
              </a:cxn>
              <a:cxn ang="0">
                <a:pos x="connsiteX38609" y="connsiteY38609"/>
              </a:cxn>
              <a:cxn ang="0">
                <a:pos x="connsiteX38610" y="connsiteY38610"/>
              </a:cxn>
              <a:cxn ang="0">
                <a:pos x="connsiteX38611" y="connsiteY38611"/>
              </a:cxn>
              <a:cxn ang="0">
                <a:pos x="connsiteX38612" y="connsiteY38612"/>
              </a:cxn>
              <a:cxn ang="0">
                <a:pos x="connsiteX38613" y="connsiteY38613"/>
              </a:cxn>
              <a:cxn ang="0">
                <a:pos x="connsiteX38614" y="connsiteY38614"/>
              </a:cxn>
              <a:cxn ang="0">
                <a:pos x="connsiteX38615" y="connsiteY38615"/>
              </a:cxn>
              <a:cxn ang="0">
                <a:pos x="connsiteX38616" y="connsiteY38616"/>
              </a:cxn>
              <a:cxn ang="0">
                <a:pos x="connsiteX38617" y="connsiteY38617"/>
              </a:cxn>
              <a:cxn ang="0">
                <a:pos x="connsiteX38618" y="connsiteY38618"/>
              </a:cxn>
              <a:cxn ang="0">
                <a:pos x="connsiteX38619" y="connsiteY38619"/>
              </a:cxn>
              <a:cxn ang="0">
                <a:pos x="connsiteX38620" y="connsiteY38620"/>
              </a:cxn>
              <a:cxn ang="0">
                <a:pos x="connsiteX38621" y="connsiteY38621"/>
              </a:cxn>
              <a:cxn ang="0">
                <a:pos x="connsiteX38622" y="connsiteY38622"/>
              </a:cxn>
              <a:cxn ang="0">
                <a:pos x="connsiteX38623" y="connsiteY38623"/>
              </a:cxn>
              <a:cxn ang="0">
                <a:pos x="connsiteX38624" y="connsiteY38624"/>
              </a:cxn>
              <a:cxn ang="0">
                <a:pos x="connsiteX38625" y="connsiteY38625"/>
              </a:cxn>
              <a:cxn ang="0">
                <a:pos x="connsiteX38626" y="connsiteY38626"/>
              </a:cxn>
              <a:cxn ang="0">
                <a:pos x="connsiteX38627" y="connsiteY38627"/>
              </a:cxn>
              <a:cxn ang="0">
                <a:pos x="connsiteX38628" y="connsiteY38628"/>
              </a:cxn>
              <a:cxn ang="0">
                <a:pos x="connsiteX38629" y="connsiteY38629"/>
              </a:cxn>
              <a:cxn ang="0">
                <a:pos x="connsiteX38630" y="connsiteY38630"/>
              </a:cxn>
              <a:cxn ang="0">
                <a:pos x="connsiteX38631" y="connsiteY38631"/>
              </a:cxn>
              <a:cxn ang="0">
                <a:pos x="connsiteX38632" y="connsiteY38632"/>
              </a:cxn>
              <a:cxn ang="0">
                <a:pos x="connsiteX38633" y="connsiteY38633"/>
              </a:cxn>
              <a:cxn ang="0">
                <a:pos x="connsiteX38634" y="connsiteY38634"/>
              </a:cxn>
              <a:cxn ang="0">
                <a:pos x="connsiteX38635" y="connsiteY38635"/>
              </a:cxn>
              <a:cxn ang="0">
                <a:pos x="connsiteX38636" y="connsiteY38636"/>
              </a:cxn>
              <a:cxn ang="0">
                <a:pos x="connsiteX38637" y="connsiteY38637"/>
              </a:cxn>
              <a:cxn ang="0">
                <a:pos x="connsiteX38638" y="connsiteY38638"/>
              </a:cxn>
              <a:cxn ang="0">
                <a:pos x="connsiteX38639" y="connsiteY38639"/>
              </a:cxn>
              <a:cxn ang="0">
                <a:pos x="connsiteX38640" y="connsiteY38640"/>
              </a:cxn>
              <a:cxn ang="0">
                <a:pos x="connsiteX38641" y="connsiteY38641"/>
              </a:cxn>
              <a:cxn ang="0">
                <a:pos x="connsiteX38642" y="connsiteY38642"/>
              </a:cxn>
              <a:cxn ang="0">
                <a:pos x="connsiteX38643" y="connsiteY38643"/>
              </a:cxn>
              <a:cxn ang="0">
                <a:pos x="connsiteX38644" y="connsiteY38644"/>
              </a:cxn>
              <a:cxn ang="0">
                <a:pos x="connsiteX38645" y="connsiteY38645"/>
              </a:cxn>
              <a:cxn ang="0">
                <a:pos x="connsiteX38646" y="connsiteY38646"/>
              </a:cxn>
              <a:cxn ang="0">
                <a:pos x="connsiteX38647" y="connsiteY38647"/>
              </a:cxn>
              <a:cxn ang="0">
                <a:pos x="connsiteX38648" y="connsiteY38648"/>
              </a:cxn>
              <a:cxn ang="0">
                <a:pos x="connsiteX38649" y="connsiteY38649"/>
              </a:cxn>
              <a:cxn ang="0">
                <a:pos x="connsiteX38650" y="connsiteY38650"/>
              </a:cxn>
              <a:cxn ang="0">
                <a:pos x="connsiteX38651" y="connsiteY38651"/>
              </a:cxn>
              <a:cxn ang="0">
                <a:pos x="connsiteX38652" y="connsiteY38652"/>
              </a:cxn>
              <a:cxn ang="0">
                <a:pos x="connsiteX38653" y="connsiteY38653"/>
              </a:cxn>
              <a:cxn ang="0">
                <a:pos x="connsiteX38654" y="connsiteY38654"/>
              </a:cxn>
              <a:cxn ang="0">
                <a:pos x="connsiteX38655" y="connsiteY38655"/>
              </a:cxn>
              <a:cxn ang="0">
                <a:pos x="connsiteX38656" y="connsiteY38656"/>
              </a:cxn>
              <a:cxn ang="0">
                <a:pos x="connsiteX38657" y="connsiteY38657"/>
              </a:cxn>
              <a:cxn ang="0">
                <a:pos x="connsiteX38658" y="connsiteY38658"/>
              </a:cxn>
              <a:cxn ang="0">
                <a:pos x="connsiteX38659" y="connsiteY38659"/>
              </a:cxn>
              <a:cxn ang="0">
                <a:pos x="connsiteX38660" y="connsiteY38660"/>
              </a:cxn>
              <a:cxn ang="0">
                <a:pos x="connsiteX38661" y="connsiteY38661"/>
              </a:cxn>
              <a:cxn ang="0">
                <a:pos x="connsiteX38662" y="connsiteY38662"/>
              </a:cxn>
              <a:cxn ang="0">
                <a:pos x="connsiteX38663" y="connsiteY38663"/>
              </a:cxn>
              <a:cxn ang="0">
                <a:pos x="connsiteX38664" y="connsiteY38664"/>
              </a:cxn>
              <a:cxn ang="0">
                <a:pos x="connsiteX38665" y="connsiteY38665"/>
              </a:cxn>
              <a:cxn ang="0">
                <a:pos x="connsiteX38666" y="connsiteY38666"/>
              </a:cxn>
              <a:cxn ang="0">
                <a:pos x="connsiteX38667" y="connsiteY38667"/>
              </a:cxn>
              <a:cxn ang="0">
                <a:pos x="connsiteX38668" y="connsiteY38668"/>
              </a:cxn>
              <a:cxn ang="0">
                <a:pos x="connsiteX38669" y="connsiteY38669"/>
              </a:cxn>
              <a:cxn ang="0">
                <a:pos x="connsiteX38670" y="connsiteY38670"/>
              </a:cxn>
              <a:cxn ang="0">
                <a:pos x="connsiteX38671" y="connsiteY38671"/>
              </a:cxn>
              <a:cxn ang="0">
                <a:pos x="connsiteX38672" y="connsiteY38672"/>
              </a:cxn>
              <a:cxn ang="0">
                <a:pos x="connsiteX38673" y="connsiteY38673"/>
              </a:cxn>
              <a:cxn ang="0">
                <a:pos x="connsiteX38674" y="connsiteY38674"/>
              </a:cxn>
              <a:cxn ang="0">
                <a:pos x="connsiteX38675" y="connsiteY38675"/>
              </a:cxn>
              <a:cxn ang="0">
                <a:pos x="connsiteX38676" y="connsiteY38676"/>
              </a:cxn>
              <a:cxn ang="0">
                <a:pos x="connsiteX38677" y="connsiteY38677"/>
              </a:cxn>
              <a:cxn ang="0">
                <a:pos x="connsiteX38678" y="connsiteY38678"/>
              </a:cxn>
              <a:cxn ang="0">
                <a:pos x="connsiteX38679" y="connsiteY38679"/>
              </a:cxn>
              <a:cxn ang="0">
                <a:pos x="connsiteX38680" y="connsiteY38680"/>
              </a:cxn>
              <a:cxn ang="0">
                <a:pos x="connsiteX38681" y="connsiteY38681"/>
              </a:cxn>
              <a:cxn ang="0">
                <a:pos x="connsiteX38682" y="connsiteY38682"/>
              </a:cxn>
              <a:cxn ang="0">
                <a:pos x="connsiteX38683" y="connsiteY38683"/>
              </a:cxn>
              <a:cxn ang="0">
                <a:pos x="connsiteX38684" y="connsiteY38684"/>
              </a:cxn>
              <a:cxn ang="0">
                <a:pos x="connsiteX38685" y="connsiteY38685"/>
              </a:cxn>
              <a:cxn ang="0">
                <a:pos x="connsiteX38686" y="connsiteY38686"/>
              </a:cxn>
              <a:cxn ang="0">
                <a:pos x="connsiteX38687" y="connsiteY38687"/>
              </a:cxn>
              <a:cxn ang="0">
                <a:pos x="connsiteX38688" y="connsiteY38688"/>
              </a:cxn>
              <a:cxn ang="0">
                <a:pos x="connsiteX38689" y="connsiteY38689"/>
              </a:cxn>
              <a:cxn ang="0">
                <a:pos x="connsiteX38690" y="connsiteY38690"/>
              </a:cxn>
              <a:cxn ang="0">
                <a:pos x="connsiteX38691" y="connsiteY38691"/>
              </a:cxn>
              <a:cxn ang="0">
                <a:pos x="connsiteX38692" y="connsiteY38692"/>
              </a:cxn>
              <a:cxn ang="0">
                <a:pos x="connsiteX38693" y="connsiteY38693"/>
              </a:cxn>
              <a:cxn ang="0">
                <a:pos x="connsiteX38694" y="connsiteY38694"/>
              </a:cxn>
              <a:cxn ang="0">
                <a:pos x="connsiteX38695" y="connsiteY38695"/>
              </a:cxn>
              <a:cxn ang="0">
                <a:pos x="connsiteX38696" y="connsiteY38696"/>
              </a:cxn>
              <a:cxn ang="0">
                <a:pos x="connsiteX38697" y="connsiteY38697"/>
              </a:cxn>
              <a:cxn ang="0">
                <a:pos x="connsiteX38698" y="connsiteY38698"/>
              </a:cxn>
              <a:cxn ang="0">
                <a:pos x="connsiteX38699" y="connsiteY38699"/>
              </a:cxn>
              <a:cxn ang="0">
                <a:pos x="connsiteX38700" y="connsiteY38700"/>
              </a:cxn>
              <a:cxn ang="0">
                <a:pos x="connsiteX38701" y="connsiteY38701"/>
              </a:cxn>
              <a:cxn ang="0">
                <a:pos x="connsiteX38702" y="connsiteY38702"/>
              </a:cxn>
              <a:cxn ang="0">
                <a:pos x="connsiteX38703" y="connsiteY38703"/>
              </a:cxn>
              <a:cxn ang="0">
                <a:pos x="connsiteX38704" y="connsiteY38704"/>
              </a:cxn>
              <a:cxn ang="0">
                <a:pos x="connsiteX38705" y="connsiteY38705"/>
              </a:cxn>
              <a:cxn ang="0">
                <a:pos x="connsiteX38706" y="connsiteY38706"/>
              </a:cxn>
              <a:cxn ang="0">
                <a:pos x="connsiteX38707" y="connsiteY38707"/>
              </a:cxn>
              <a:cxn ang="0">
                <a:pos x="connsiteX38708" y="connsiteY38708"/>
              </a:cxn>
              <a:cxn ang="0">
                <a:pos x="connsiteX38709" y="connsiteY38709"/>
              </a:cxn>
              <a:cxn ang="0">
                <a:pos x="connsiteX38710" y="connsiteY38710"/>
              </a:cxn>
              <a:cxn ang="0">
                <a:pos x="connsiteX38711" y="connsiteY38711"/>
              </a:cxn>
              <a:cxn ang="0">
                <a:pos x="connsiteX38712" y="connsiteY38712"/>
              </a:cxn>
              <a:cxn ang="0">
                <a:pos x="connsiteX38713" y="connsiteY38713"/>
              </a:cxn>
              <a:cxn ang="0">
                <a:pos x="connsiteX38714" y="connsiteY38714"/>
              </a:cxn>
              <a:cxn ang="0">
                <a:pos x="connsiteX38715" y="connsiteY38715"/>
              </a:cxn>
              <a:cxn ang="0">
                <a:pos x="connsiteX38716" y="connsiteY38716"/>
              </a:cxn>
              <a:cxn ang="0">
                <a:pos x="connsiteX38717" y="connsiteY38717"/>
              </a:cxn>
              <a:cxn ang="0">
                <a:pos x="connsiteX38718" y="connsiteY38718"/>
              </a:cxn>
              <a:cxn ang="0">
                <a:pos x="connsiteX38719" y="connsiteY38719"/>
              </a:cxn>
              <a:cxn ang="0">
                <a:pos x="connsiteX38720" y="connsiteY38720"/>
              </a:cxn>
              <a:cxn ang="0">
                <a:pos x="connsiteX38721" y="connsiteY38721"/>
              </a:cxn>
              <a:cxn ang="0">
                <a:pos x="connsiteX38722" y="connsiteY38722"/>
              </a:cxn>
              <a:cxn ang="0">
                <a:pos x="connsiteX38723" y="connsiteY38723"/>
              </a:cxn>
              <a:cxn ang="0">
                <a:pos x="connsiteX38724" y="connsiteY38724"/>
              </a:cxn>
              <a:cxn ang="0">
                <a:pos x="connsiteX38725" y="connsiteY38725"/>
              </a:cxn>
              <a:cxn ang="0">
                <a:pos x="connsiteX38726" y="connsiteY38726"/>
              </a:cxn>
              <a:cxn ang="0">
                <a:pos x="connsiteX38727" y="connsiteY38727"/>
              </a:cxn>
              <a:cxn ang="0">
                <a:pos x="connsiteX38728" y="connsiteY38728"/>
              </a:cxn>
              <a:cxn ang="0">
                <a:pos x="connsiteX38729" y="connsiteY38729"/>
              </a:cxn>
              <a:cxn ang="0">
                <a:pos x="connsiteX38730" y="connsiteY38730"/>
              </a:cxn>
              <a:cxn ang="0">
                <a:pos x="connsiteX38731" y="connsiteY38731"/>
              </a:cxn>
              <a:cxn ang="0">
                <a:pos x="connsiteX38732" y="connsiteY38732"/>
              </a:cxn>
              <a:cxn ang="0">
                <a:pos x="connsiteX38733" y="connsiteY38733"/>
              </a:cxn>
              <a:cxn ang="0">
                <a:pos x="connsiteX38734" y="connsiteY38734"/>
              </a:cxn>
              <a:cxn ang="0">
                <a:pos x="connsiteX38735" y="connsiteY38735"/>
              </a:cxn>
              <a:cxn ang="0">
                <a:pos x="connsiteX38736" y="connsiteY38736"/>
              </a:cxn>
              <a:cxn ang="0">
                <a:pos x="connsiteX38737" y="connsiteY38737"/>
              </a:cxn>
              <a:cxn ang="0">
                <a:pos x="connsiteX38738" y="connsiteY38738"/>
              </a:cxn>
              <a:cxn ang="0">
                <a:pos x="connsiteX38739" y="connsiteY38739"/>
              </a:cxn>
              <a:cxn ang="0">
                <a:pos x="connsiteX38740" y="connsiteY38740"/>
              </a:cxn>
              <a:cxn ang="0">
                <a:pos x="connsiteX38741" y="connsiteY38741"/>
              </a:cxn>
              <a:cxn ang="0">
                <a:pos x="connsiteX38742" y="connsiteY38742"/>
              </a:cxn>
              <a:cxn ang="0">
                <a:pos x="connsiteX38743" y="connsiteY38743"/>
              </a:cxn>
              <a:cxn ang="0">
                <a:pos x="connsiteX38744" y="connsiteY38744"/>
              </a:cxn>
              <a:cxn ang="0">
                <a:pos x="connsiteX38745" y="connsiteY38745"/>
              </a:cxn>
              <a:cxn ang="0">
                <a:pos x="connsiteX38746" y="connsiteY38746"/>
              </a:cxn>
              <a:cxn ang="0">
                <a:pos x="connsiteX38747" y="connsiteY38747"/>
              </a:cxn>
              <a:cxn ang="0">
                <a:pos x="connsiteX38748" y="connsiteY38748"/>
              </a:cxn>
              <a:cxn ang="0">
                <a:pos x="connsiteX38749" y="connsiteY38749"/>
              </a:cxn>
              <a:cxn ang="0">
                <a:pos x="connsiteX38750" y="connsiteY38750"/>
              </a:cxn>
              <a:cxn ang="0">
                <a:pos x="connsiteX38751" y="connsiteY38751"/>
              </a:cxn>
              <a:cxn ang="0">
                <a:pos x="connsiteX38752" y="connsiteY38752"/>
              </a:cxn>
              <a:cxn ang="0">
                <a:pos x="connsiteX38753" y="connsiteY38753"/>
              </a:cxn>
              <a:cxn ang="0">
                <a:pos x="connsiteX38754" y="connsiteY38754"/>
              </a:cxn>
              <a:cxn ang="0">
                <a:pos x="connsiteX38755" y="connsiteY38755"/>
              </a:cxn>
              <a:cxn ang="0">
                <a:pos x="connsiteX38756" y="connsiteY38756"/>
              </a:cxn>
              <a:cxn ang="0">
                <a:pos x="connsiteX38757" y="connsiteY38757"/>
              </a:cxn>
              <a:cxn ang="0">
                <a:pos x="connsiteX38758" y="connsiteY38758"/>
              </a:cxn>
              <a:cxn ang="0">
                <a:pos x="connsiteX38759" y="connsiteY38759"/>
              </a:cxn>
              <a:cxn ang="0">
                <a:pos x="connsiteX38760" y="connsiteY38760"/>
              </a:cxn>
              <a:cxn ang="0">
                <a:pos x="connsiteX38761" y="connsiteY38761"/>
              </a:cxn>
              <a:cxn ang="0">
                <a:pos x="connsiteX38762" y="connsiteY38762"/>
              </a:cxn>
              <a:cxn ang="0">
                <a:pos x="connsiteX38763" y="connsiteY38763"/>
              </a:cxn>
              <a:cxn ang="0">
                <a:pos x="connsiteX38764" y="connsiteY38764"/>
              </a:cxn>
              <a:cxn ang="0">
                <a:pos x="connsiteX38765" y="connsiteY38765"/>
              </a:cxn>
              <a:cxn ang="0">
                <a:pos x="connsiteX38766" y="connsiteY38766"/>
              </a:cxn>
              <a:cxn ang="0">
                <a:pos x="connsiteX38767" y="connsiteY38767"/>
              </a:cxn>
              <a:cxn ang="0">
                <a:pos x="connsiteX38768" y="connsiteY38768"/>
              </a:cxn>
              <a:cxn ang="0">
                <a:pos x="connsiteX38769" y="connsiteY38769"/>
              </a:cxn>
              <a:cxn ang="0">
                <a:pos x="connsiteX38770" y="connsiteY38770"/>
              </a:cxn>
              <a:cxn ang="0">
                <a:pos x="connsiteX38771" y="connsiteY38771"/>
              </a:cxn>
              <a:cxn ang="0">
                <a:pos x="connsiteX38772" y="connsiteY38772"/>
              </a:cxn>
              <a:cxn ang="0">
                <a:pos x="connsiteX38773" y="connsiteY38773"/>
              </a:cxn>
              <a:cxn ang="0">
                <a:pos x="connsiteX38774" y="connsiteY38774"/>
              </a:cxn>
              <a:cxn ang="0">
                <a:pos x="connsiteX38775" y="connsiteY38775"/>
              </a:cxn>
              <a:cxn ang="0">
                <a:pos x="connsiteX38776" y="connsiteY38776"/>
              </a:cxn>
              <a:cxn ang="0">
                <a:pos x="connsiteX38777" y="connsiteY38777"/>
              </a:cxn>
              <a:cxn ang="0">
                <a:pos x="connsiteX38778" y="connsiteY38778"/>
              </a:cxn>
              <a:cxn ang="0">
                <a:pos x="connsiteX38779" y="connsiteY38779"/>
              </a:cxn>
              <a:cxn ang="0">
                <a:pos x="connsiteX38780" y="connsiteY38780"/>
              </a:cxn>
              <a:cxn ang="0">
                <a:pos x="connsiteX38781" y="connsiteY38781"/>
              </a:cxn>
              <a:cxn ang="0">
                <a:pos x="connsiteX38782" y="connsiteY38782"/>
              </a:cxn>
              <a:cxn ang="0">
                <a:pos x="connsiteX38783" y="connsiteY38783"/>
              </a:cxn>
              <a:cxn ang="0">
                <a:pos x="connsiteX38784" y="connsiteY38784"/>
              </a:cxn>
              <a:cxn ang="0">
                <a:pos x="connsiteX38785" y="connsiteY38785"/>
              </a:cxn>
              <a:cxn ang="0">
                <a:pos x="connsiteX38786" y="connsiteY38786"/>
              </a:cxn>
              <a:cxn ang="0">
                <a:pos x="connsiteX38787" y="connsiteY38787"/>
              </a:cxn>
              <a:cxn ang="0">
                <a:pos x="connsiteX38788" y="connsiteY38788"/>
              </a:cxn>
              <a:cxn ang="0">
                <a:pos x="connsiteX38789" y="connsiteY38789"/>
              </a:cxn>
              <a:cxn ang="0">
                <a:pos x="connsiteX38790" y="connsiteY38790"/>
              </a:cxn>
              <a:cxn ang="0">
                <a:pos x="connsiteX38791" y="connsiteY38791"/>
              </a:cxn>
              <a:cxn ang="0">
                <a:pos x="connsiteX38792" y="connsiteY38792"/>
              </a:cxn>
              <a:cxn ang="0">
                <a:pos x="connsiteX38793" y="connsiteY38793"/>
              </a:cxn>
              <a:cxn ang="0">
                <a:pos x="connsiteX38794" y="connsiteY38794"/>
              </a:cxn>
              <a:cxn ang="0">
                <a:pos x="connsiteX38795" y="connsiteY38795"/>
              </a:cxn>
              <a:cxn ang="0">
                <a:pos x="connsiteX38796" y="connsiteY38796"/>
              </a:cxn>
              <a:cxn ang="0">
                <a:pos x="connsiteX38797" y="connsiteY38797"/>
              </a:cxn>
              <a:cxn ang="0">
                <a:pos x="connsiteX38798" y="connsiteY38798"/>
              </a:cxn>
              <a:cxn ang="0">
                <a:pos x="connsiteX38799" y="connsiteY38799"/>
              </a:cxn>
              <a:cxn ang="0">
                <a:pos x="connsiteX38800" y="connsiteY38800"/>
              </a:cxn>
              <a:cxn ang="0">
                <a:pos x="connsiteX38801" y="connsiteY38801"/>
              </a:cxn>
              <a:cxn ang="0">
                <a:pos x="connsiteX38802" y="connsiteY38802"/>
              </a:cxn>
              <a:cxn ang="0">
                <a:pos x="connsiteX38803" y="connsiteY38803"/>
              </a:cxn>
              <a:cxn ang="0">
                <a:pos x="connsiteX38804" y="connsiteY38804"/>
              </a:cxn>
              <a:cxn ang="0">
                <a:pos x="connsiteX38805" y="connsiteY38805"/>
              </a:cxn>
              <a:cxn ang="0">
                <a:pos x="connsiteX38806" y="connsiteY38806"/>
              </a:cxn>
              <a:cxn ang="0">
                <a:pos x="connsiteX38807" y="connsiteY38807"/>
              </a:cxn>
              <a:cxn ang="0">
                <a:pos x="connsiteX38808" y="connsiteY38808"/>
              </a:cxn>
              <a:cxn ang="0">
                <a:pos x="connsiteX38809" y="connsiteY38809"/>
              </a:cxn>
              <a:cxn ang="0">
                <a:pos x="connsiteX38810" y="connsiteY38810"/>
              </a:cxn>
              <a:cxn ang="0">
                <a:pos x="connsiteX38811" y="connsiteY38811"/>
              </a:cxn>
              <a:cxn ang="0">
                <a:pos x="connsiteX38812" y="connsiteY38812"/>
              </a:cxn>
              <a:cxn ang="0">
                <a:pos x="connsiteX38813" y="connsiteY38813"/>
              </a:cxn>
              <a:cxn ang="0">
                <a:pos x="connsiteX38814" y="connsiteY38814"/>
              </a:cxn>
              <a:cxn ang="0">
                <a:pos x="connsiteX38815" y="connsiteY38815"/>
              </a:cxn>
              <a:cxn ang="0">
                <a:pos x="connsiteX38816" y="connsiteY38816"/>
              </a:cxn>
              <a:cxn ang="0">
                <a:pos x="connsiteX38817" y="connsiteY38817"/>
              </a:cxn>
              <a:cxn ang="0">
                <a:pos x="connsiteX38818" y="connsiteY38818"/>
              </a:cxn>
              <a:cxn ang="0">
                <a:pos x="connsiteX38819" y="connsiteY38819"/>
              </a:cxn>
              <a:cxn ang="0">
                <a:pos x="connsiteX38820" y="connsiteY38820"/>
              </a:cxn>
              <a:cxn ang="0">
                <a:pos x="connsiteX38821" y="connsiteY38821"/>
              </a:cxn>
              <a:cxn ang="0">
                <a:pos x="connsiteX38822" y="connsiteY38822"/>
              </a:cxn>
              <a:cxn ang="0">
                <a:pos x="connsiteX38823" y="connsiteY38823"/>
              </a:cxn>
              <a:cxn ang="0">
                <a:pos x="connsiteX38824" y="connsiteY38824"/>
              </a:cxn>
              <a:cxn ang="0">
                <a:pos x="connsiteX38825" y="connsiteY38825"/>
              </a:cxn>
              <a:cxn ang="0">
                <a:pos x="connsiteX38826" y="connsiteY38826"/>
              </a:cxn>
              <a:cxn ang="0">
                <a:pos x="connsiteX38827" y="connsiteY38827"/>
              </a:cxn>
              <a:cxn ang="0">
                <a:pos x="connsiteX38828" y="connsiteY38828"/>
              </a:cxn>
              <a:cxn ang="0">
                <a:pos x="connsiteX38829" y="connsiteY38829"/>
              </a:cxn>
              <a:cxn ang="0">
                <a:pos x="connsiteX38830" y="connsiteY38830"/>
              </a:cxn>
              <a:cxn ang="0">
                <a:pos x="connsiteX38831" y="connsiteY38831"/>
              </a:cxn>
              <a:cxn ang="0">
                <a:pos x="connsiteX38832" y="connsiteY38832"/>
              </a:cxn>
              <a:cxn ang="0">
                <a:pos x="connsiteX38833" y="connsiteY38833"/>
              </a:cxn>
              <a:cxn ang="0">
                <a:pos x="connsiteX38834" y="connsiteY38834"/>
              </a:cxn>
              <a:cxn ang="0">
                <a:pos x="connsiteX38835" y="connsiteY38835"/>
              </a:cxn>
              <a:cxn ang="0">
                <a:pos x="connsiteX38836" y="connsiteY38836"/>
              </a:cxn>
              <a:cxn ang="0">
                <a:pos x="connsiteX38837" y="connsiteY38837"/>
              </a:cxn>
              <a:cxn ang="0">
                <a:pos x="connsiteX38838" y="connsiteY38838"/>
              </a:cxn>
              <a:cxn ang="0">
                <a:pos x="connsiteX38839" y="connsiteY38839"/>
              </a:cxn>
              <a:cxn ang="0">
                <a:pos x="connsiteX38840" y="connsiteY38840"/>
              </a:cxn>
              <a:cxn ang="0">
                <a:pos x="connsiteX38841" y="connsiteY38841"/>
              </a:cxn>
              <a:cxn ang="0">
                <a:pos x="connsiteX38842" y="connsiteY38842"/>
              </a:cxn>
              <a:cxn ang="0">
                <a:pos x="connsiteX38843" y="connsiteY38843"/>
              </a:cxn>
              <a:cxn ang="0">
                <a:pos x="connsiteX38844" y="connsiteY38844"/>
              </a:cxn>
              <a:cxn ang="0">
                <a:pos x="connsiteX38845" y="connsiteY38845"/>
              </a:cxn>
              <a:cxn ang="0">
                <a:pos x="connsiteX38846" y="connsiteY38846"/>
              </a:cxn>
              <a:cxn ang="0">
                <a:pos x="connsiteX38847" y="connsiteY38847"/>
              </a:cxn>
              <a:cxn ang="0">
                <a:pos x="connsiteX38848" y="connsiteY38848"/>
              </a:cxn>
              <a:cxn ang="0">
                <a:pos x="connsiteX38849" y="connsiteY38849"/>
              </a:cxn>
              <a:cxn ang="0">
                <a:pos x="connsiteX38850" y="connsiteY38850"/>
              </a:cxn>
              <a:cxn ang="0">
                <a:pos x="connsiteX38851" y="connsiteY38851"/>
              </a:cxn>
              <a:cxn ang="0">
                <a:pos x="connsiteX38852" y="connsiteY38852"/>
              </a:cxn>
              <a:cxn ang="0">
                <a:pos x="connsiteX38853" y="connsiteY38853"/>
              </a:cxn>
              <a:cxn ang="0">
                <a:pos x="connsiteX38854" y="connsiteY38854"/>
              </a:cxn>
              <a:cxn ang="0">
                <a:pos x="connsiteX38855" y="connsiteY38855"/>
              </a:cxn>
              <a:cxn ang="0">
                <a:pos x="connsiteX38856" y="connsiteY38856"/>
              </a:cxn>
              <a:cxn ang="0">
                <a:pos x="connsiteX38857" y="connsiteY38857"/>
              </a:cxn>
              <a:cxn ang="0">
                <a:pos x="connsiteX38858" y="connsiteY38858"/>
              </a:cxn>
              <a:cxn ang="0">
                <a:pos x="connsiteX38859" y="connsiteY38859"/>
              </a:cxn>
              <a:cxn ang="0">
                <a:pos x="connsiteX38860" y="connsiteY38860"/>
              </a:cxn>
              <a:cxn ang="0">
                <a:pos x="connsiteX38861" y="connsiteY38861"/>
              </a:cxn>
              <a:cxn ang="0">
                <a:pos x="connsiteX38862" y="connsiteY38862"/>
              </a:cxn>
              <a:cxn ang="0">
                <a:pos x="connsiteX38863" y="connsiteY38863"/>
              </a:cxn>
              <a:cxn ang="0">
                <a:pos x="connsiteX38864" y="connsiteY38864"/>
              </a:cxn>
              <a:cxn ang="0">
                <a:pos x="connsiteX38865" y="connsiteY38865"/>
              </a:cxn>
              <a:cxn ang="0">
                <a:pos x="connsiteX38866" y="connsiteY38866"/>
              </a:cxn>
              <a:cxn ang="0">
                <a:pos x="connsiteX38867" y="connsiteY38867"/>
              </a:cxn>
              <a:cxn ang="0">
                <a:pos x="connsiteX38868" y="connsiteY38868"/>
              </a:cxn>
              <a:cxn ang="0">
                <a:pos x="connsiteX38869" y="connsiteY38869"/>
              </a:cxn>
              <a:cxn ang="0">
                <a:pos x="connsiteX38870" y="connsiteY38870"/>
              </a:cxn>
              <a:cxn ang="0">
                <a:pos x="connsiteX38871" y="connsiteY38871"/>
              </a:cxn>
              <a:cxn ang="0">
                <a:pos x="connsiteX38872" y="connsiteY38872"/>
              </a:cxn>
              <a:cxn ang="0">
                <a:pos x="connsiteX38873" y="connsiteY38873"/>
              </a:cxn>
              <a:cxn ang="0">
                <a:pos x="connsiteX38874" y="connsiteY38874"/>
              </a:cxn>
              <a:cxn ang="0">
                <a:pos x="connsiteX38875" y="connsiteY38875"/>
              </a:cxn>
              <a:cxn ang="0">
                <a:pos x="connsiteX38876" y="connsiteY38876"/>
              </a:cxn>
              <a:cxn ang="0">
                <a:pos x="connsiteX38877" y="connsiteY38877"/>
              </a:cxn>
              <a:cxn ang="0">
                <a:pos x="connsiteX38878" y="connsiteY38878"/>
              </a:cxn>
              <a:cxn ang="0">
                <a:pos x="connsiteX38879" y="connsiteY38879"/>
              </a:cxn>
              <a:cxn ang="0">
                <a:pos x="connsiteX38880" y="connsiteY38880"/>
              </a:cxn>
              <a:cxn ang="0">
                <a:pos x="connsiteX38881" y="connsiteY38881"/>
              </a:cxn>
              <a:cxn ang="0">
                <a:pos x="connsiteX38882" y="connsiteY38882"/>
              </a:cxn>
              <a:cxn ang="0">
                <a:pos x="connsiteX38883" y="connsiteY38883"/>
              </a:cxn>
              <a:cxn ang="0">
                <a:pos x="connsiteX38884" y="connsiteY38884"/>
              </a:cxn>
              <a:cxn ang="0">
                <a:pos x="connsiteX38885" y="connsiteY38885"/>
              </a:cxn>
              <a:cxn ang="0">
                <a:pos x="connsiteX38886" y="connsiteY38886"/>
              </a:cxn>
              <a:cxn ang="0">
                <a:pos x="connsiteX38887" y="connsiteY38887"/>
              </a:cxn>
              <a:cxn ang="0">
                <a:pos x="connsiteX38888" y="connsiteY38888"/>
              </a:cxn>
              <a:cxn ang="0">
                <a:pos x="connsiteX38889" y="connsiteY38889"/>
              </a:cxn>
              <a:cxn ang="0">
                <a:pos x="connsiteX38890" y="connsiteY38890"/>
              </a:cxn>
              <a:cxn ang="0">
                <a:pos x="connsiteX38891" y="connsiteY38891"/>
              </a:cxn>
              <a:cxn ang="0">
                <a:pos x="connsiteX38892" y="connsiteY38892"/>
              </a:cxn>
              <a:cxn ang="0">
                <a:pos x="connsiteX38893" y="connsiteY38893"/>
              </a:cxn>
              <a:cxn ang="0">
                <a:pos x="connsiteX38894" y="connsiteY38894"/>
              </a:cxn>
              <a:cxn ang="0">
                <a:pos x="connsiteX38895" y="connsiteY38895"/>
              </a:cxn>
              <a:cxn ang="0">
                <a:pos x="connsiteX38896" y="connsiteY38896"/>
              </a:cxn>
              <a:cxn ang="0">
                <a:pos x="connsiteX38897" y="connsiteY38897"/>
              </a:cxn>
              <a:cxn ang="0">
                <a:pos x="connsiteX38898" y="connsiteY38898"/>
              </a:cxn>
              <a:cxn ang="0">
                <a:pos x="connsiteX38899" y="connsiteY38899"/>
              </a:cxn>
              <a:cxn ang="0">
                <a:pos x="connsiteX38900" y="connsiteY38900"/>
              </a:cxn>
              <a:cxn ang="0">
                <a:pos x="connsiteX38901" y="connsiteY38901"/>
              </a:cxn>
              <a:cxn ang="0">
                <a:pos x="connsiteX38902" y="connsiteY38902"/>
              </a:cxn>
              <a:cxn ang="0">
                <a:pos x="connsiteX38903" y="connsiteY38903"/>
              </a:cxn>
              <a:cxn ang="0">
                <a:pos x="connsiteX38904" y="connsiteY38904"/>
              </a:cxn>
              <a:cxn ang="0">
                <a:pos x="connsiteX38905" y="connsiteY38905"/>
              </a:cxn>
              <a:cxn ang="0">
                <a:pos x="connsiteX38906" y="connsiteY38906"/>
              </a:cxn>
              <a:cxn ang="0">
                <a:pos x="connsiteX38907" y="connsiteY38907"/>
              </a:cxn>
              <a:cxn ang="0">
                <a:pos x="connsiteX38908" y="connsiteY38908"/>
              </a:cxn>
              <a:cxn ang="0">
                <a:pos x="connsiteX38909" y="connsiteY38909"/>
              </a:cxn>
              <a:cxn ang="0">
                <a:pos x="connsiteX38910" y="connsiteY38910"/>
              </a:cxn>
              <a:cxn ang="0">
                <a:pos x="connsiteX38911" y="connsiteY38911"/>
              </a:cxn>
              <a:cxn ang="0">
                <a:pos x="connsiteX38912" y="connsiteY38912"/>
              </a:cxn>
              <a:cxn ang="0">
                <a:pos x="connsiteX38913" y="connsiteY38913"/>
              </a:cxn>
              <a:cxn ang="0">
                <a:pos x="connsiteX38914" y="connsiteY38914"/>
              </a:cxn>
              <a:cxn ang="0">
                <a:pos x="connsiteX38915" y="connsiteY38915"/>
              </a:cxn>
              <a:cxn ang="0">
                <a:pos x="connsiteX38916" y="connsiteY38916"/>
              </a:cxn>
              <a:cxn ang="0">
                <a:pos x="connsiteX38917" y="connsiteY38917"/>
              </a:cxn>
              <a:cxn ang="0">
                <a:pos x="connsiteX38918" y="connsiteY38918"/>
              </a:cxn>
              <a:cxn ang="0">
                <a:pos x="connsiteX38919" y="connsiteY38919"/>
              </a:cxn>
              <a:cxn ang="0">
                <a:pos x="connsiteX38920" y="connsiteY38920"/>
              </a:cxn>
              <a:cxn ang="0">
                <a:pos x="connsiteX38921" y="connsiteY38921"/>
              </a:cxn>
              <a:cxn ang="0">
                <a:pos x="connsiteX38922" y="connsiteY38922"/>
              </a:cxn>
              <a:cxn ang="0">
                <a:pos x="connsiteX38923" y="connsiteY38923"/>
              </a:cxn>
              <a:cxn ang="0">
                <a:pos x="connsiteX38924" y="connsiteY38924"/>
              </a:cxn>
              <a:cxn ang="0">
                <a:pos x="connsiteX38925" y="connsiteY38925"/>
              </a:cxn>
              <a:cxn ang="0">
                <a:pos x="connsiteX38926" y="connsiteY38926"/>
              </a:cxn>
              <a:cxn ang="0">
                <a:pos x="connsiteX38927" y="connsiteY38927"/>
              </a:cxn>
              <a:cxn ang="0">
                <a:pos x="connsiteX38928" y="connsiteY38928"/>
              </a:cxn>
              <a:cxn ang="0">
                <a:pos x="connsiteX38929" y="connsiteY38929"/>
              </a:cxn>
              <a:cxn ang="0">
                <a:pos x="connsiteX38930" y="connsiteY38930"/>
              </a:cxn>
              <a:cxn ang="0">
                <a:pos x="connsiteX38931" y="connsiteY38931"/>
              </a:cxn>
              <a:cxn ang="0">
                <a:pos x="connsiteX38932" y="connsiteY38932"/>
              </a:cxn>
              <a:cxn ang="0">
                <a:pos x="connsiteX38933" y="connsiteY38933"/>
              </a:cxn>
              <a:cxn ang="0">
                <a:pos x="connsiteX38934" y="connsiteY38934"/>
              </a:cxn>
              <a:cxn ang="0">
                <a:pos x="connsiteX38935" y="connsiteY38935"/>
              </a:cxn>
              <a:cxn ang="0">
                <a:pos x="connsiteX38936" y="connsiteY38936"/>
              </a:cxn>
              <a:cxn ang="0">
                <a:pos x="connsiteX38937" y="connsiteY38937"/>
              </a:cxn>
              <a:cxn ang="0">
                <a:pos x="connsiteX38938" y="connsiteY38938"/>
              </a:cxn>
              <a:cxn ang="0">
                <a:pos x="connsiteX38939" y="connsiteY38939"/>
              </a:cxn>
              <a:cxn ang="0">
                <a:pos x="connsiteX38940" y="connsiteY38940"/>
              </a:cxn>
              <a:cxn ang="0">
                <a:pos x="connsiteX38941" y="connsiteY38941"/>
              </a:cxn>
              <a:cxn ang="0">
                <a:pos x="connsiteX38942" y="connsiteY38942"/>
              </a:cxn>
              <a:cxn ang="0">
                <a:pos x="connsiteX38943" y="connsiteY38943"/>
              </a:cxn>
              <a:cxn ang="0">
                <a:pos x="connsiteX38944" y="connsiteY38944"/>
              </a:cxn>
              <a:cxn ang="0">
                <a:pos x="connsiteX38945" y="connsiteY38945"/>
              </a:cxn>
              <a:cxn ang="0">
                <a:pos x="connsiteX38946" y="connsiteY38946"/>
              </a:cxn>
              <a:cxn ang="0">
                <a:pos x="connsiteX38947" y="connsiteY38947"/>
              </a:cxn>
              <a:cxn ang="0">
                <a:pos x="connsiteX38948" y="connsiteY38948"/>
              </a:cxn>
              <a:cxn ang="0">
                <a:pos x="connsiteX38949" y="connsiteY38949"/>
              </a:cxn>
              <a:cxn ang="0">
                <a:pos x="connsiteX38950" y="connsiteY38950"/>
              </a:cxn>
              <a:cxn ang="0">
                <a:pos x="connsiteX38951" y="connsiteY38951"/>
              </a:cxn>
              <a:cxn ang="0">
                <a:pos x="connsiteX38952" y="connsiteY38952"/>
              </a:cxn>
              <a:cxn ang="0">
                <a:pos x="connsiteX38953" y="connsiteY38953"/>
              </a:cxn>
              <a:cxn ang="0">
                <a:pos x="connsiteX38954" y="connsiteY38954"/>
              </a:cxn>
              <a:cxn ang="0">
                <a:pos x="connsiteX38955" y="connsiteY38955"/>
              </a:cxn>
              <a:cxn ang="0">
                <a:pos x="connsiteX38956" y="connsiteY38956"/>
              </a:cxn>
              <a:cxn ang="0">
                <a:pos x="connsiteX38957" y="connsiteY38957"/>
              </a:cxn>
              <a:cxn ang="0">
                <a:pos x="connsiteX38958" y="connsiteY38958"/>
              </a:cxn>
              <a:cxn ang="0">
                <a:pos x="connsiteX38959" y="connsiteY38959"/>
              </a:cxn>
              <a:cxn ang="0">
                <a:pos x="connsiteX38960" y="connsiteY38960"/>
              </a:cxn>
              <a:cxn ang="0">
                <a:pos x="connsiteX38961" y="connsiteY38961"/>
              </a:cxn>
              <a:cxn ang="0">
                <a:pos x="connsiteX38962" y="connsiteY38962"/>
              </a:cxn>
              <a:cxn ang="0">
                <a:pos x="connsiteX38963" y="connsiteY38963"/>
              </a:cxn>
              <a:cxn ang="0">
                <a:pos x="connsiteX38964" y="connsiteY38964"/>
              </a:cxn>
              <a:cxn ang="0">
                <a:pos x="connsiteX38965" y="connsiteY38965"/>
              </a:cxn>
              <a:cxn ang="0">
                <a:pos x="connsiteX38966" y="connsiteY38966"/>
              </a:cxn>
              <a:cxn ang="0">
                <a:pos x="connsiteX38967" y="connsiteY38967"/>
              </a:cxn>
              <a:cxn ang="0">
                <a:pos x="connsiteX38968" y="connsiteY38968"/>
              </a:cxn>
              <a:cxn ang="0">
                <a:pos x="connsiteX38969" y="connsiteY38969"/>
              </a:cxn>
              <a:cxn ang="0">
                <a:pos x="connsiteX38970" y="connsiteY38970"/>
              </a:cxn>
              <a:cxn ang="0">
                <a:pos x="connsiteX38971" y="connsiteY38971"/>
              </a:cxn>
              <a:cxn ang="0">
                <a:pos x="connsiteX38972" y="connsiteY38972"/>
              </a:cxn>
              <a:cxn ang="0">
                <a:pos x="connsiteX38973" y="connsiteY38973"/>
              </a:cxn>
              <a:cxn ang="0">
                <a:pos x="connsiteX38974" y="connsiteY38974"/>
              </a:cxn>
              <a:cxn ang="0">
                <a:pos x="connsiteX38975" y="connsiteY38975"/>
              </a:cxn>
              <a:cxn ang="0">
                <a:pos x="connsiteX38976" y="connsiteY38976"/>
              </a:cxn>
              <a:cxn ang="0">
                <a:pos x="connsiteX38977" y="connsiteY38977"/>
              </a:cxn>
              <a:cxn ang="0">
                <a:pos x="connsiteX38978" y="connsiteY38978"/>
              </a:cxn>
              <a:cxn ang="0">
                <a:pos x="connsiteX38979" y="connsiteY38979"/>
              </a:cxn>
              <a:cxn ang="0">
                <a:pos x="connsiteX38980" y="connsiteY38980"/>
              </a:cxn>
              <a:cxn ang="0">
                <a:pos x="connsiteX38981" y="connsiteY38981"/>
              </a:cxn>
              <a:cxn ang="0">
                <a:pos x="connsiteX38982" y="connsiteY38982"/>
              </a:cxn>
              <a:cxn ang="0">
                <a:pos x="connsiteX38983" y="connsiteY38983"/>
              </a:cxn>
              <a:cxn ang="0">
                <a:pos x="connsiteX38984" y="connsiteY38984"/>
              </a:cxn>
              <a:cxn ang="0">
                <a:pos x="connsiteX38985" y="connsiteY38985"/>
              </a:cxn>
              <a:cxn ang="0">
                <a:pos x="connsiteX38986" y="connsiteY38986"/>
              </a:cxn>
              <a:cxn ang="0">
                <a:pos x="connsiteX38987" y="connsiteY38987"/>
              </a:cxn>
              <a:cxn ang="0">
                <a:pos x="connsiteX38988" y="connsiteY38988"/>
              </a:cxn>
              <a:cxn ang="0">
                <a:pos x="connsiteX38989" y="connsiteY38989"/>
              </a:cxn>
              <a:cxn ang="0">
                <a:pos x="connsiteX38990" y="connsiteY38990"/>
              </a:cxn>
              <a:cxn ang="0">
                <a:pos x="connsiteX38991" y="connsiteY38991"/>
              </a:cxn>
              <a:cxn ang="0">
                <a:pos x="connsiteX38992" y="connsiteY38992"/>
              </a:cxn>
              <a:cxn ang="0">
                <a:pos x="connsiteX38993" y="connsiteY38993"/>
              </a:cxn>
              <a:cxn ang="0">
                <a:pos x="connsiteX38994" y="connsiteY38994"/>
              </a:cxn>
              <a:cxn ang="0">
                <a:pos x="connsiteX38995" y="connsiteY38995"/>
              </a:cxn>
              <a:cxn ang="0">
                <a:pos x="connsiteX38996" y="connsiteY38996"/>
              </a:cxn>
              <a:cxn ang="0">
                <a:pos x="connsiteX38997" y="connsiteY38997"/>
              </a:cxn>
              <a:cxn ang="0">
                <a:pos x="connsiteX38998" y="connsiteY38998"/>
              </a:cxn>
              <a:cxn ang="0">
                <a:pos x="connsiteX38999" y="connsiteY38999"/>
              </a:cxn>
              <a:cxn ang="0">
                <a:pos x="connsiteX39000" y="connsiteY39000"/>
              </a:cxn>
              <a:cxn ang="0">
                <a:pos x="connsiteX39001" y="connsiteY39001"/>
              </a:cxn>
              <a:cxn ang="0">
                <a:pos x="connsiteX39002" y="connsiteY39002"/>
              </a:cxn>
              <a:cxn ang="0">
                <a:pos x="connsiteX39003" y="connsiteY39003"/>
              </a:cxn>
              <a:cxn ang="0">
                <a:pos x="connsiteX39004" y="connsiteY39004"/>
              </a:cxn>
              <a:cxn ang="0">
                <a:pos x="connsiteX39005" y="connsiteY39005"/>
              </a:cxn>
              <a:cxn ang="0">
                <a:pos x="connsiteX39006" y="connsiteY39006"/>
              </a:cxn>
              <a:cxn ang="0">
                <a:pos x="connsiteX39007" y="connsiteY39007"/>
              </a:cxn>
              <a:cxn ang="0">
                <a:pos x="connsiteX39008" y="connsiteY39008"/>
              </a:cxn>
              <a:cxn ang="0">
                <a:pos x="connsiteX39009" y="connsiteY39009"/>
              </a:cxn>
              <a:cxn ang="0">
                <a:pos x="connsiteX39010" y="connsiteY39010"/>
              </a:cxn>
              <a:cxn ang="0">
                <a:pos x="connsiteX39011" y="connsiteY39011"/>
              </a:cxn>
              <a:cxn ang="0">
                <a:pos x="connsiteX39012" y="connsiteY39012"/>
              </a:cxn>
              <a:cxn ang="0">
                <a:pos x="connsiteX39013" y="connsiteY39013"/>
              </a:cxn>
              <a:cxn ang="0">
                <a:pos x="connsiteX39014" y="connsiteY39014"/>
              </a:cxn>
              <a:cxn ang="0">
                <a:pos x="connsiteX39015" y="connsiteY39015"/>
              </a:cxn>
              <a:cxn ang="0">
                <a:pos x="connsiteX39016" y="connsiteY39016"/>
              </a:cxn>
              <a:cxn ang="0">
                <a:pos x="connsiteX39017" y="connsiteY39017"/>
              </a:cxn>
              <a:cxn ang="0">
                <a:pos x="connsiteX39018" y="connsiteY39018"/>
              </a:cxn>
              <a:cxn ang="0">
                <a:pos x="connsiteX39019" y="connsiteY39019"/>
              </a:cxn>
              <a:cxn ang="0">
                <a:pos x="connsiteX39020" y="connsiteY39020"/>
              </a:cxn>
              <a:cxn ang="0">
                <a:pos x="connsiteX39021" y="connsiteY39021"/>
              </a:cxn>
              <a:cxn ang="0">
                <a:pos x="connsiteX39022" y="connsiteY39022"/>
              </a:cxn>
              <a:cxn ang="0">
                <a:pos x="connsiteX39023" y="connsiteY39023"/>
              </a:cxn>
              <a:cxn ang="0">
                <a:pos x="connsiteX39024" y="connsiteY39024"/>
              </a:cxn>
              <a:cxn ang="0">
                <a:pos x="connsiteX39025" y="connsiteY39025"/>
              </a:cxn>
              <a:cxn ang="0">
                <a:pos x="connsiteX39026" y="connsiteY39026"/>
              </a:cxn>
              <a:cxn ang="0">
                <a:pos x="connsiteX39027" y="connsiteY39027"/>
              </a:cxn>
              <a:cxn ang="0">
                <a:pos x="connsiteX39028" y="connsiteY39028"/>
              </a:cxn>
              <a:cxn ang="0">
                <a:pos x="connsiteX39029" y="connsiteY39029"/>
              </a:cxn>
              <a:cxn ang="0">
                <a:pos x="connsiteX39030" y="connsiteY39030"/>
              </a:cxn>
              <a:cxn ang="0">
                <a:pos x="connsiteX39031" y="connsiteY39031"/>
              </a:cxn>
              <a:cxn ang="0">
                <a:pos x="connsiteX39032" y="connsiteY39032"/>
              </a:cxn>
              <a:cxn ang="0">
                <a:pos x="connsiteX39033" y="connsiteY39033"/>
              </a:cxn>
              <a:cxn ang="0">
                <a:pos x="connsiteX39034" y="connsiteY39034"/>
              </a:cxn>
              <a:cxn ang="0">
                <a:pos x="connsiteX39035" y="connsiteY39035"/>
              </a:cxn>
              <a:cxn ang="0">
                <a:pos x="connsiteX39036" y="connsiteY39036"/>
              </a:cxn>
              <a:cxn ang="0">
                <a:pos x="connsiteX39037" y="connsiteY39037"/>
              </a:cxn>
              <a:cxn ang="0">
                <a:pos x="connsiteX39038" y="connsiteY39038"/>
              </a:cxn>
              <a:cxn ang="0">
                <a:pos x="connsiteX39039" y="connsiteY39039"/>
              </a:cxn>
              <a:cxn ang="0">
                <a:pos x="connsiteX39040" y="connsiteY39040"/>
              </a:cxn>
              <a:cxn ang="0">
                <a:pos x="connsiteX39041" y="connsiteY39041"/>
              </a:cxn>
              <a:cxn ang="0">
                <a:pos x="connsiteX39042" y="connsiteY39042"/>
              </a:cxn>
              <a:cxn ang="0">
                <a:pos x="connsiteX39043" y="connsiteY39043"/>
              </a:cxn>
              <a:cxn ang="0">
                <a:pos x="connsiteX39044" y="connsiteY39044"/>
              </a:cxn>
              <a:cxn ang="0">
                <a:pos x="connsiteX39045" y="connsiteY39045"/>
              </a:cxn>
              <a:cxn ang="0">
                <a:pos x="connsiteX39046" y="connsiteY39046"/>
              </a:cxn>
              <a:cxn ang="0">
                <a:pos x="connsiteX39047" y="connsiteY39047"/>
              </a:cxn>
              <a:cxn ang="0">
                <a:pos x="connsiteX39048" y="connsiteY39048"/>
              </a:cxn>
              <a:cxn ang="0">
                <a:pos x="connsiteX39049" y="connsiteY39049"/>
              </a:cxn>
              <a:cxn ang="0">
                <a:pos x="connsiteX39050" y="connsiteY39050"/>
              </a:cxn>
              <a:cxn ang="0">
                <a:pos x="connsiteX39051" y="connsiteY39051"/>
              </a:cxn>
              <a:cxn ang="0">
                <a:pos x="connsiteX39052" y="connsiteY39052"/>
              </a:cxn>
              <a:cxn ang="0">
                <a:pos x="connsiteX39053" y="connsiteY39053"/>
              </a:cxn>
              <a:cxn ang="0">
                <a:pos x="connsiteX39054" y="connsiteY39054"/>
              </a:cxn>
              <a:cxn ang="0">
                <a:pos x="connsiteX39055" y="connsiteY39055"/>
              </a:cxn>
              <a:cxn ang="0">
                <a:pos x="connsiteX39056" y="connsiteY39056"/>
              </a:cxn>
              <a:cxn ang="0">
                <a:pos x="connsiteX39057" y="connsiteY39057"/>
              </a:cxn>
              <a:cxn ang="0">
                <a:pos x="connsiteX39058" y="connsiteY39058"/>
              </a:cxn>
              <a:cxn ang="0">
                <a:pos x="connsiteX39059" y="connsiteY39059"/>
              </a:cxn>
              <a:cxn ang="0">
                <a:pos x="connsiteX39060" y="connsiteY39060"/>
              </a:cxn>
              <a:cxn ang="0">
                <a:pos x="connsiteX39061" y="connsiteY39061"/>
              </a:cxn>
              <a:cxn ang="0">
                <a:pos x="connsiteX39062" y="connsiteY39062"/>
              </a:cxn>
              <a:cxn ang="0">
                <a:pos x="connsiteX39063" y="connsiteY39063"/>
              </a:cxn>
              <a:cxn ang="0">
                <a:pos x="connsiteX39064" y="connsiteY39064"/>
              </a:cxn>
              <a:cxn ang="0">
                <a:pos x="connsiteX39065" y="connsiteY39065"/>
              </a:cxn>
              <a:cxn ang="0">
                <a:pos x="connsiteX39066" y="connsiteY39066"/>
              </a:cxn>
              <a:cxn ang="0">
                <a:pos x="connsiteX39067" y="connsiteY39067"/>
              </a:cxn>
              <a:cxn ang="0">
                <a:pos x="connsiteX39068" y="connsiteY39068"/>
              </a:cxn>
              <a:cxn ang="0">
                <a:pos x="connsiteX39069" y="connsiteY39069"/>
              </a:cxn>
              <a:cxn ang="0">
                <a:pos x="connsiteX39070" y="connsiteY39070"/>
              </a:cxn>
              <a:cxn ang="0">
                <a:pos x="connsiteX39071" y="connsiteY39071"/>
              </a:cxn>
              <a:cxn ang="0">
                <a:pos x="connsiteX39072" y="connsiteY39072"/>
              </a:cxn>
              <a:cxn ang="0">
                <a:pos x="connsiteX39073" y="connsiteY39073"/>
              </a:cxn>
              <a:cxn ang="0">
                <a:pos x="connsiteX39074" y="connsiteY39074"/>
              </a:cxn>
              <a:cxn ang="0">
                <a:pos x="connsiteX39075" y="connsiteY39075"/>
              </a:cxn>
              <a:cxn ang="0">
                <a:pos x="connsiteX39076" y="connsiteY39076"/>
              </a:cxn>
              <a:cxn ang="0">
                <a:pos x="connsiteX39077" y="connsiteY39077"/>
              </a:cxn>
              <a:cxn ang="0">
                <a:pos x="connsiteX39078" y="connsiteY39078"/>
              </a:cxn>
              <a:cxn ang="0">
                <a:pos x="connsiteX39079" y="connsiteY39079"/>
              </a:cxn>
              <a:cxn ang="0">
                <a:pos x="connsiteX39080" y="connsiteY39080"/>
              </a:cxn>
              <a:cxn ang="0">
                <a:pos x="connsiteX39081" y="connsiteY39081"/>
              </a:cxn>
              <a:cxn ang="0">
                <a:pos x="connsiteX39082" y="connsiteY39082"/>
              </a:cxn>
              <a:cxn ang="0">
                <a:pos x="connsiteX39083" y="connsiteY39083"/>
              </a:cxn>
              <a:cxn ang="0">
                <a:pos x="connsiteX39084" y="connsiteY39084"/>
              </a:cxn>
              <a:cxn ang="0">
                <a:pos x="connsiteX39085" y="connsiteY39085"/>
              </a:cxn>
              <a:cxn ang="0">
                <a:pos x="connsiteX39086" y="connsiteY39086"/>
              </a:cxn>
              <a:cxn ang="0">
                <a:pos x="connsiteX39087" y="connsiteY39087"/>
              </a:cxn>
              <a:cxn ang="0">
                <a:pos x="connsiteX39088" y="connsiteY39088"/>
              </a:cxn>
              <a:cxn ang="0">
                <a:pos x="connsiteX39089" y="connsiteY39089"/>
              </a:cxn>
              <a:cxn ang="0">
                <a:pos x="connsiteX39090" y="connsiteY39090"/>
              </a:cxn>
              <a:cxn ang="0">
                <a:pos x="connsiteX39091" y="connsiteY39091"/>
              </a:cxn>
              <a:cxn ang="0">
                <a:pos x="connsiteX39092" y="connsiteY39092"/>
              </a:cxn>
              <a:cxn ang="0">
                <a:pos x="connsiteX39093" y="connsiteY39093"/>
              </a:cxn>
              <a:cxn ang="0">
                <a:pos x="connsiteX39094" y="connsiteY39094"/>
              </a:cxn>
              <a:cxn ang="0">
                <a:pos x="connsiteX39095" y="connsiteY39095"/>
              </a:cxn>
              <a:cxn ang="0">
                <a:pos x="connsiteX39096" y="connsiteY39096"/>
              </a:cxn>
              <a:cxn ang="0">
                <a:pos x="connsiteX39097" y="connsiteY39097"/>
              </a:cxn>
              <a:cxn ang="0">
                <a:pos x="connsiteX39098" y="connsiteY39098"/>
              </a:cxn>
              <a:cxn ang="0">
                <a:pos x="connsiteX39099" y="connsiteY39099"/>
              </a:cxn>
              <a:cxn ang="0">
                <a:pos x="connsiteX39100" y="connsiteY39100"/>
              </a:cxn>
              <a:cxn ang="0">
                <a:pos x="connsiteX39101" y="connsiteY39101"/>
              </a:cxn>
              <a:cxn ang="0">
                <a:pos x="connsiteX39102" y="connsiteY39102"/>
              </a:cxn>
              <a:cxn ang="0">
                <a:pos x="connsiteX39103" y="connsiteY39103"/>
              </a:cxn>
              <a:cxn ang="0">
                <a:pos x="connsiteX39104" y="connsiteY39104"/>
              </a:cxn>
              <a:cxn ang="0">
                <a:pos x="connsiteX39105" y="connsiteY39105"/>
              </a:cxn>
              <a:cxn ang="0">
                <a:pos x="connsiteX39106" y="connsiteY39106"/>
              </a:cxn>
              <a:cxn ang="0">
                <a:pos x="connsiteX39107" y="connsiteY39107"/>
              </a:cxn>
              <a:cxn ang="0">
                <a:pos x="connsiteX39108" y="connsiteY39108"/>
              </a:cxn>
              <a:cxn ang="0">
                <a:pos x="connsiteX39109" y="connsiteY39109"/>
              </a:cxn>
              <a:cxn ang="0">
                <a:pos x="connsiteX39110" y="connsiteY39110"/>
              </a:cxn>
              <a:cxn ang="0">
                <a:pos x="connsiteX39111" y="connsiteY39111"/>
              </a:cxn>
              <a:cxn ang="0">
                <a:pos x="connsiteX39112" y="connsiteY39112"/>
              </a:cxn>
              <a:cxn ang="0">
                <a:pos x="connsiteX39113" y="connsiteY39113"/>
              </a:cxn>
              <a:cxn ang="0">
                <a:pos x="connsiteX39114" y="connsiteY39114"/>
              </a:cxn>
              <a:cxn ang="0">
                <a:pos x="connsiteX39115" y="connsiteY39115"/>
              </a:cxn>
              <a:cxn ang="0">
                <a:pos x="connsiteX39116" y="connsiteY39116"/>
              </a:cxn>
              <a:cxn ang="0">
                <a:pos x="connsiteX39117" y="connsiteY39117"/>
              </a:cxn>
              <a:cxn ang="0">
                <a:pos x="connsiteX39118" y="connsiteY39118"/>
              </a:cxn>
              <a:cxn ang="0">
                <a:pos x="connsiteX39119" y="connsiteY39119"/>
              </a:cxn>
              <a:cxn ang="0">
                <a:pos x="connsiteX39120" y="connsiteY39120"/>
              </a:cxn>
              <a:cxn ang="0">
                <a:pos x="connsiteX39121" y="connsiteY39121"/>
              </a:cxn>
              <a:cxn ang="0">
                <a:pos x="connsiteX39122" y="connsiteY39122"/>
              </a:cxn>
              <a:cxn ang="0">
                <a:pos x="connsiteX39123" y="connsiteY39123"/>
              </a:cxn>
              <a:cxn ang="0">
                <a:pos x="connsiteX39124" y="connsiteY39124"/>
              </a:cxn>
              <a:cxn ang="0">
                <a:pos x="connsiteX39125" y="connsiteY39125"/>
              </a:cxn>
              <a:cxn ang="0">
                <a:pos x="connsiteX39126" y="connsiteY39126"/>
              </a:cxn>
              <a:cxn ang="0">
                <a:pos x="connsiteX39127" y="connsiteY39127"/>
              </a:cxn>
              <a:cxn ang="0">
                <a:pos x="connsiteX39128" y="connsiteY39128"/>
              </a:cxn>
              <a:cxn ang="0">
                <a:pos x="connsiteX39129" y="connsiteY39129"/>
              </a:cxn>
              <a:cxn ang="0">
                <a:pos x="connsiteX39130" y="connsiteY39130"/>
              </a:cxn>
              <a:cxn ang="0">
                <a:pos x="connsiteX39131" y="connsiteY39131"/>
              </a:cxn>
              <a:cxn ang="0">
                <a:pos x="connsiteX39132" y="connsiteY39132"/>
              </a:cxn>
              <a:cxn ang="0">
                <a:pos x="connsiteX39133" y="connsiteY39133"/>
              </a:cxn>
              <a:cxn ang="0">
                <a:pos x="connsiteX39134" y="connsiteY39134"/>
              </a:cxn>
              <a:cxn ang="0">
                <a:pos x="connsiteX39135" y="connsiteY39135"/>
              </a:cxn>
              <a:cxn ang="0">
                <a:pos x="connsiteX39136" y="connsiteY39136"/>
              </a:cxn>
              <a:cxn ang="0">
                <a:pos x="connsiteX39137" y="connsiteY39137"/>
              </a:cxn>
              <a:cxn ang="0">
                <a:pos x="connsiteX39138" y="connsiteY39138"/>
              </a:cxn>
              <a:cxn ang="0">
                <a:pos x="connsiteX39139" y="connsiteY39139"/>
              </a:cxn>
              <a:cxn ang="0">
                <a:pos x="connsiteX39140" y="connsiteY39140"/>
              </a:cxn>
              <a:cxn ang="0">
                <a:pos x="connsiteX39141" y="connsiteY39141"/>
              </a:cxn>
              <a:cxn ang="0">
                <a:pos x="connsiteX39142" y="connsiteY39142"/>
              </a:cxn>
              <a:cxn ang="0">
                <a:pos x="connsiteX39143" y="connsiteY39143"/>
              </a:cxn>
              <a:cxn ang="0">
                <a:pos x="connsiteX39144" y="connsiteY39144"/>
              </a:cxn>
              <a:cxn ang="0">
                <a:pos x="connsiteX39145" y="connsiteY39145"/>
              </a:cxn>
              <a:cxn ang="0">
                <a:pos x="connsiteX39146" y="connsiteY39146"/>
              </a:cxn>
              <a:cxn ang="0">
                <a:pos x="connsiteX39147" y="connsiteY39147"/>
              </a:cxn>
              <a:cxn ang="0">
                <a:pos x="connsiteX39148" y="connsiteY39148"/>
              </a:cxn>
              <a:cxn ang="0">
                <a:pos x="connsiteX39149" y="connsiteY39149"/>
              </a:cxn>
              <a:cxn ang="0">
                <a:pos x="connsiteX39150" y="connsiteY39150"/>
              </a:cxn>
              <a:cxn ang="0">
                <a:pos x="connsiteX39151" y="connsiteY39151"/>
              </a:cxn>
              <a:cxn ang="0">
                <a:pos x="connsiteX39152" y="connsiteY39152"/>
              </a:cxn>
              <a:cxn ang="0">
                <a:pos x="connsiteX39153" y="connsiteY39153"/>
              </a:cxn>
              <a:cxn ang="0">
                <a:pos x="connsiteX39154" y="connsiteY39154"/>
              </a:cxn>
              <a:cxn ang="0">
                <a:pos x="connsiteX39155" y="connsiteY39155"/>
              </a:cxn>
              <a:cxn ang="0">
                <a:pos x="connsiteX39156" y="connsiteY39156"/>
              </a:cxn>
              <a:cxn ang="0">
                <a:pos x="connsiteX39157" y="connsiteY39157"/>
              </a:cxn>
              <a:cxn ang="0">
                <a:pos x="connsiteX39158" y="connsiteY39158"/>
              </a:cxn>
              <a:cxn ang="0">
                <a:pos x="connsiteX39159" y="connsiteY39159"/>
              </a:cxn>
              <a:cxn ang="0">
                <a:pos x="connsiteX39160" y="connsiteY39160"/>
              </a:cxn>
              <a:cxn ang="0">
                <a:pos x="connsiteX39161" y="connsiteY39161"/>
              </a:cxn>
              <a:cxn ang="0">
                <a:pos x="connsiteX39162" y="connsiteY39162"/>
              </a:cxn>
              <a:cxn ang="0">
                <a:pos x="connsiteX39163" y="connsiteY39163"/>
              </a:cxn>
              <a:cxn ang="0">
                <a:pos x="connsiteX39164" y="connsiteY39164"/>
              </a:cxn>
              <a:cxn ang="0">
                <a:pos x="connsiteX39165" y="connsiteY39165"/>
              </a:cxn>
              <a:cxn ang="0">
                <a:pos x="connsiteX39166" y="connsiteY39166"/>
              </a:cxn>
              <a:cxn ang="0">
                <a:pos x="connsiteX39167" y="connsiteY39167"/>
              </a:cxn>
              <a:cxn ang="0">
                <a:pos x="connsiteX39168" y="connsiteY39168"/>
              </a:cxn>
              <a:cxn ang="0">
                <a:pos x="connsiteX39169" y="connsiteY39169"/>
              </a:cxn>
              <a:cxn ang="0">
                <a:pos x="connsiteX39170" y="connsiteY39170"/>
              </a:cxn>
              <a:cxn ang="0">
                <a:pos x="connsiteX39171" y="connsiteY39171"/>
              </a:cxn>
              <a:cxn ang="0">
                <a:pos x="connsiteX39172" y="connsiteY39172"/>
              </a:cxn>
              <a:cxn ang="0">
                <a:pos x="connsiteX39173" y="connsiteY39173"/>
              </a:cxn>
              <a:cxn ang="0">
                <a:pos x="connsiteX39174" y="connsiteY39174"/>
              </a:cxn>
              <a:cxn ang="0">
                <a:pos x="connsiteX39175" y="connsiteY39175"/>
              </a:cxn>
              <a:cxn ang="0">
                <a:pos x="connsiteX39176" y="connsiteY39176"/>
              </a:cxn>
              <a:cxn ang="0">
                <a:pos x="connsiteX39177" y="connsiteY39177"/>
              </a:cxn>
              <a:cxn ang="0">
                <a:pos x="connsiteX39178" y="connsiteY39178"/>
              </a:cxn>
              <a:cxn ang="0">
                <a:pos x="connsiteX39179" y="connsiteY39179"/>
              </a:cxn>
              <a:cxn ang="0">
                <a:pos x="connsiteX39180" y="connsiteY39180"/>
              </a:cxn>
              <a:cxn ang="0">
                <a:pos x="connsiteX39181" y="connsiteY39181"/>
              </a:cxn>
              <a:cxn ang="0">
                <a:pos x="connsiteX39182" y="connsiteY39182"/>
              </a:cxn>
              <a:cxn ang="0">
                <a:pos x="connsiteX39183" y="connsiteY39183"/>
              </a:cxn>
              <a:cxn ang="0">
                <a:pos x="connsiteX39184" y="connsiteY39184"/>
              </a:cxn>
              <a:cxn ang="0">
                <a:pos x="connsiteX39185" y="connsiteY39185"/>
              </a:cxn>
              <a:cxn ang="0">
                <a:pos x="connsiteX39186" y="connsiteY39186"/>
              </a:cxn>
              <a:cxn ang="0">
                <a:pos x="connsiteX39187" y="connsiteY39187"/>
              </a:cxn>
              <a:cxn ang="0">
                <a:pos x="connsiteX39188" y="connsiteY39188"/>
              </a:cxn>
              <a:cxn ang="0">
                <a:pos x="connsiteX39189" y="connsiteY39189"/>
              </a:cxn>
              <a:cxn ang="0">
                <a:pos x="connsiteX39190" y="connsiteY39190"/>
              </a:cxn>
              <a:cxn ang="0">
                <a:pos x="connsiteX39191" y="connsiteY39191"/>
              </a:cxn>
              <a:cxn ang="0">
                <a:pos x="connsiteX39192" y="connsiteY39192"/>
              </a:cxn>
              <a:cxn ang="0">
                <a:pos x="connsiteX39193" y="connsiteY39193"/>
              </a:cxn>
              <a:cxn ang="0">
                <a:pos x="connsiteX39194" y="connsiteY39194"/>
              </a:cxn>
              <a:cxn ang="0">
                <a:pos x="connsiteX39195" y="connsiteY39195"/>
              </a:cxn>
              <a:cxn ang="0">
                <a:pos x="connsiteX39196" y="connsiteY39196"/>
              </a:cxn>
              <a:cxn ang="0">
                <a:pos x="connsiteX39197" y="connsiteY39197"/>
              </a:cxn>
              <a:cxn ang="0">
                <a:pos x="connsiteX39198" y="connsiteY39198"/>
              </a:cxn>
              <a:cxn ang="0">
                <a:pos x="connsiteX39199" y="connsiteY39199"/>
              </a:cxn>
              <a:cxn ang="0">
                <a:pos x="connsiteX39200" y="connsiteY39200"/>
              </a:cxn>
              <a:cxn ang="0">
                <a:pos x="connsiteX39201" y="connsiteY39201"/>
              </a:cxn>
              <a:cxn ang="0">
                <a:pos x="connsiteX39202" y="connsiteY39202"/>
              </a:cxn>
              <a:cxn ang="0">
                <a:pos x="connsiteX39203" y="connsiteY39203"/>
              </a:cxn>
              <a:cxn ang="0">
                <a:pos x="connsiteX39204" y="connsiteY39204"/>
              </a:cxn>
              <a:cxn ang="0">
                <a:pos x="connsiteX39205" y="connsiteY39205"/>
              </a:cxn>
              <a:cxn ang="0">
                <a:pos x="connsiteX39206" y="connsiteY39206"/>
              </a:cxn>
              <a:cxn ang="0">
                <a:pos x="connsiteX39207" y="connsiteY39207"/>
              </a:cxn>
              <a:cxn ang="0">
                <a:pos x="connsiteX39208" y="connsiteY39208"/>
              </a:cxn>
              <a:cxn ang="0">
                <a:pos x="connsiteX39209" y="connsiteY39209"/>
              </a:cxn>
              <a:cxn ang="0">
                <a:pos x="connsiteX39210" y="connsiteY39210"/>
              </a:cxn>
              <a:cxn ang="0">
                <a:pos x="connsiteX39211" y="connsiteY39211"/>
              </a:cxn>
              <a:cxn ang="0">
                <a:pos x="connsiteX39212" y="connsiteY39212"/>
              </a:cxn>
              <a:cxn ang="0">
                <a:pos x="connsiteX39213" y="connsiteY39213"/>
              </a:cxn>
              <a:cxn ang="0">
                <a:pos x="connsiteX39214" y="connsiteY39214"/>
              </a:cxn>
              <a:cxn ang="0">
                <a:pos x="connsiteX39215" y="connsiteY39215"/>
              </a:cxn>
              <a:cxn ang="0">
                <a:pos x="connsiteX39216" y="connsiteY39216"/>
              </a:cxn>
              <a:cxn ang="0">
                <a:pos x="connsiteX39217" y="connsiteY39217"/>
              </a:cxn>
              <a:cxn ang="0">
                <a:pos x="connsiteX39218" y="connsiteY39218"/>
              </a:cxn>
              <a:cxn ang="0">
                <a:pos x="connsiteX39219" y="connsiteY39219"/>
              </a:cxn>
              <a:cxn ang="0">
                <a:pos x="connsiteX39220" y="connsiteY39220"/>
              </a:cxn>
              <a:cxn ang="0">
                <a:pos x="connsiteX39221" y="connsiteY39221"/>
              </a:cxn>
              <a:cxn ang="0">
                <a:pos x="connsiteX39222" y="connsiteY39222"/>
              </a:cxn>
              <a:cxn ang="0">
                <a:pos x="connsiteX39223" y="connsiteY39223"/>
              </a:cxn>
              <a:cxn ang="0">
                <a:pos x="connsiteX39224" y="connsiteY39224"/>
              </a:cxn>
              <a:cxn ang="0">
                <a:pos x="connsiteX39225" y="connsiteY39225"/>
              </a:cxn>
              <a:cxn ang="0">
                <a:pos x="connsiteX39226" y="connsiteY39226"/>
              </a:cxn>
              <a:cxn ang="0">
                <a:pos x="connsiteX39227" y="connsiteY39227"/>
              </a:cxn>
              <a:cxn ang="0">
                <a:pos x="connsiteX39228" y="connsiteY39228"/>
              </a:cxn>
              <a:cxn ang="0">
                <a:pos x="connsiteX39229" y="connsiteY39229"/>
              </a:cxn>
              <a:cxn ang="0">
                <a:pos x="connsiteX39230" y="connsiteY39230"/>
              </a:cxn>
              <a:cxn ang="0">
                <a:pos x="connsiteX39231" y="connsiteY39231"/>
              </a:cxn>
              <a:cxn ang="0">
                <a:pos x="connsiteX39232" y="connsiteY39232"/>
              </a:cxn>
              <a:cxn ang="0">
                <a:pos x="connsiteX39233" y="connsiteY39233"/>
              </a:cxn>
              <a:cxn ang="0">
                <a:pos x="connsiteX39234" y="connsiteY39234"/>
              </a:cxn>
              <a:cxn ang="0">
                <a:pos x="connsiteX39235" y="connsiteY39235"/>
              </a:cxn>
              <a:cxn ang="0">
                <a:pos x="connsiteX39236" y="connsiteY39236"/>
              </a:cxn>
              <a:cxn ang="0">
                <a:pos x="connsiteX39237" y="connsiteY39237"/>
              </a:cxn>
              <a:cxn ang="0">
                <a:pos x="connsiteX39238" y="connsiteY39238"/>
              </a:cxn>
              <a:cxn ang="0">
                <a:pos x="connsiteX39239" y="connsiteY39239"/>
              </a:cxn>
              <a:cxn ang="0">
                <a:pos x="connsiteX39240" y="connsiteY39240"/>
              </a:cxn>
              <a:cxn ang="0">
                <a:pos x="connsiteX39241" y="connsiteY39241"/>
              </a:cxn>
              <a:cxn ang="0">
                <a:pos x="connsiteX39242" y="connsiteY39242"/>
              </a:cxn>
              <a:cxn ang="0">
                <a:pos x="connsiteX39243" y="connsiteY39243"/>
              </a:cxn>
              <a:cxn ang="0">
                <a:pos x="connsiteX39244" y="connsiteY39244"/>
              </a:cxn>
              <a:cxn ang="0">
                <a:pos x="connsiteX39245" y="connsiteY39245"/>
              </a:cxn>
              <a:cxn ang="0">
                <a:pos x="connsiteX39246" y="connsiteY39246"/>
              </a:cxn>
              <a:cxn ang="0">
                <a:pos x="connsiteX39247" y="connsiteY39247"/>
              </a:cxn>
              <a:cxn ang="0">
                <a:pos x="connsiteX39248" y="connsiteY39248"/>
              </a:cxn>
              <a:cxn ang="0">
                <a:pos x="connsiteX39249" y="connsiteY39249"/>
              </a:cxn>
              <a:cxn ang="0">
                <a:pos x="connsiteX39250" y="connsiteY39250"/>
              </a:cxn>
              <a:cxn ang="0">
                <a:pos x="connsiteX39251" y="connsiteY39251"/>
              </a:cxn>
              <a:cxn ang="0">
                <a:pos x="connsiteX39252" y="connsiteY39252"/>
              </a:cxn>
              <a:cxn ang="0">
                <a:pos x="connsiteX39253" y="connsiteY39253"/>
              </a:cxn>
              <a:cxn ang="0">
                <a:pos x="connsiteX39254" y="connsiteY39254"/>
              </a:cxn>
              <a:cxn ang="0">
                <a:pos x="connsiteX39255" y="connsiteY39255"/>
              </a:cxn>
              <a:cxn ang="0">
                <a:pos x="connsiteX39256" y="connsiteY39256"/>
              </a:cxn>
              <a:cxn ang="0">
                <a:pos x="connsiteX39257" y="connsiteY39257"/>
              </a:cxn>
              <a:cxn ang="0">
                <a:pos x="connsiteX39258" y="connsiteY39258"/>
              </a:cxn>
              <a:cxn ang="0">
                <a:pos x="connsiteX39259" y="connsiteY39259"/>
              </a:cxn>
              <a:cxn ang="0">
                <a:pos x="connsiteX39260" y="connsiteY39260"/>
              </a:cxn>
              <a:cxn ang="0">
                <a:pos x="connsiteX39261" y="connsiteY39261"/>
              </a:cxn>
              <a:cxn ang="0">
                <a:pos x="connsiteX39262" y="connsiteY39262"/>
              </a:cxn>
              <a:cxn ang="0">
                <a:pos x="connsiteX39263" y="connsiteY39263"/>
              </a:cxn>
              <a:cxn ang="0">
                <a:pos x="connsiteX39264" y="connsiteY39264"/>
              </a:cxn>
              <a:cxn ang="0">
                <a:pos x="connsiteX39265" y="connsiteY39265"/>
              </a:cxn>
              <a:cxn ang="0">
                <a:pos x="connsiteX39266" y="connsiteY39266"/>
              </a:cxn>
              <a:cxn ang="0">
                <a:pos x="connsiteX39267" y="connsiteY39267"/>
              </a:cxn>
              <a:cxn ang="0">
                <a:pos x="connsiteX39268" y="connsiteY39268"/>
              </a:cxn>
              <a:cxn ang="0">
                <a:pos x="connsiteX39269" y="connsiteY39269"/>
              </a:cxn>
              <a:cxn ang="0">
                <a:pos x="connsiteX39270" y="connsiteY39270"/>
              </a:cxn>
              <a:cxn ang="0">
                <a:pos x="connsiteX39271" y="connsiteY39271"/>
              </a:cxn>
              <a:cxn ang="0">
                <a:pos x="connsiteX39272" y="connsiteY39272"/>
              </a:cxn>
              <a:cxn ang="0">
                <a:pos x="connsiteX39273" y="connsiteY39273"/>
              </a:cxn>
              <a:cxn ang="0">
                <a:pos x="connsiteX39274" y="connsiteY39274"/>
              </a:cxn>
              <a:cxn ang="0">
                <a:pos x="connsiteX39275" y="connsiteY39275"/>
              </a:cxn>
              <a:cxn ang="0">
                <a:pos x="connsiteX39276" y="connsiteY39276"/>
              </a:cxn>
              <a:cxn ang="0">
                <a:pos x="connsiteX39277" y="connsiteY39277"/>
              </a:cxn>
              <a:cxn ang="0">
                <a:pos x="connsiteX39278" y="connsiteY39278"/>
              </a:cxn>
              <a:cxn ang="0">
                <a:pos x="connsiteX39279" y="connsiteY39279"/>
              </a:cxn>
              <a:cxn ang="0">
                <a:pos x="connsiteX39280" y="connsiteY39280"/>
              </a:cxn>
              <a:cxn ang="0">
                <a:pos x="connsiteX39281" y="connsiteY39281"/>
              </a:cxn>
              <a:cxn ang="0">
                <a:pos x="connsiteX39282" y="connsiteY39282"/>
              </a:cxn>
              <a:cxn ang="0">
                <a:pos x="connsiteX39283" y="connsiteY39283"/>
              </a:cxn>
              <a:cxn ang="0">
                <a:pos x="connsiteX39284" y="connsiteY39284"/>
              </a:cxn>
              <a:cxn ang="0">
                <a:pos x="connsiteX39285" y="connsiteY39285"/>
              </a:cxn>
              <a:cxn ang="0">
                <a:pos x="connsiteX39286" y="connsiteY39286"/>
              </a:cxn>
              <a:cxn ang="0">
                <a:pos x="connsiteX39287" y="connsiteY39287"/>
              </a:cxn>
              <a:cxn ang="0">
                <a:pos x="connsiteX39288" y="connsiteY39288"/>
              </a:cxn>
              <a:cxn ang="0">
                <a:pos x="connsiteX39289" y="connsiteY39289"/>
              </a:cxn>
              <a:cxn ang="0">
                <a:pos x="connsiteX39290" y="connsiteY39290"/>
              </a:cxn>
              <a:cxn ang="0">
                <a:pos x="connsiteX39291" y="connsiteY39291"/>
              </a:cxn>
              <a:cxn ang="0">
                <a:pos x="connsiteX39292" y="connsiteY39292"/>
              </a:cxn>
              <a:cxn ang="0">
                <a:pos x="connsiteX39293" y="connsiteY39293"/>
              </a:cxn>
              <a:cxn ang="0">
                <a:pos x="connsiteX39294" y="connsiteY39294"/>
              </a:cxn>
              <a:cxn ang="0">
                <a:pos x="connsiteX39295" y="connsiteY39295"/>
              </a:cxn>
              <a:cxn ang="0">
                <a:pos x="connsiteX39296" y="connsiteY39296"/>
              </a:cxn>
              <a:cxn ang="0">
                <a:pos x="connsiteX39297" y="connsiteY39297"/>
              </a:cxn>
              <a:cxn ang="0">
                <a:pos x="connsiteX39298" y="connsiteY39298"/>
              </a:cxn>
              <a:cxn ang="0">
                <a:pos x="connsiteX39299" y="connsiteY39299"/>
              </a:cxn>
              <a:cxn ang="0">
                <a:pos x="connsiteX39300" y="connsiteY39300"/>
              </a:cxn>
              <a:cxn ang="0">
                <a:pos x="connsiteX39301" y="connsiteY39301"/>
              </a:cxn>
              <a:cxn ang="0">
                <a:pos x="connsiteX39302" y="connsiteY39302"/>
              </a:cxn>
              <a:cxn ang="0">
                <a:pos x="connsiteX39303" y="connsiteY39303"/>
              </a:cxn>
              <a:cxn ang="0">
                <a:pos x="connsiteX39304" y="connsiteY39304"/>
              </a:cxn>
              <a:cxn ang="0">
                <a:pos x="connsiteX39305" y="connsiteY39305"/>
              </a:cxn>
              <a:cxn ang="0">
                <a:pos x="connsiteX39306" y="connsiteY39306"/>
              </a:cxn>
              <a:cxn ang="0">
                <a:pos x="connsiteX39307" y="connsiteY39307"/>
              </a:cxn>
              <a:cxn ang="0">
                <a:pos x="connsiteX39308" y="connsiteY39308"/>
              </a:cxn>
              <a:cxn ang="0">
                <a:pos x="connsiteX39309" y="connsiteY39309"/>
              </a:cxn>
              <a:cxn ang="0">
                <a:pos x="connsiteX39310" y="connsiteY39310"/>
              </a:cxn>
              <a:cxn ang="0">
                <a:pos x="connsiteX39311" y="connsiteY39311"/>
              </a:cxn>
              <a:cxn ang="0">
                <a:pos x="connsiteX39312" y="connsiteY39312"/>
              </a:cxn>
              <a:cxn ang="0">
                <a:pos x="connsiteX39313" y="connsiteY39313"/>
              </a:cxn>
              <a:cxn ang="0">
                <a:pos x="connsiteX39314" y="connsiteY39314"/>
              </a:cxn>
              <a:cxn ang="0">
                <a:pos x="connsiteX39315" y="connsiteY39315"/>
              </a:cxn>
              <a:cxn ang="0">
                <a:pos x="connsiteX39316" y="connsiteY39316"/>
              </a:cxn>
              <a:cxn ang="0">
                <a:pos x="connsiteX39317" y="connsiteY39317"/>
              </a:cxn>
              <a:cxn ang="0">
                <a:pos x="connsiteX39318" y="connsiteY39318"/>
              </a:cxn>
              <a:cxn ang="0">
                <a:pos x="connsiteX39319" y="connsiteY39319"/>
              </a:cxn>
              <a:cxn ang="0">
                <a:pos x="connsiteX39320" y="connsiteY39320"/>
              </a:cxn>
              <a:cxn ang="0">
                <a:pos x="connsiteX39321" y="connsiteY39321"/>
              </a:cxn>
              <a:cxn ang="0">
                <a:pos x="connsiteX39322" y="connsiteY39322"/>
              </a:cxn>
              <a:cxn ang="0">
                <a:pos x="connsiteX39323" y="connsiteY39323"/>
              </a:cxn>
              <a:cxn ang="0">
                <a:pos x="connsiteX39324" y="connsiteY39324"/>
              </a:cxn>
              <a:cxn ang="0">
                <a:pos x="connsiteX39325" y="connsiteY39325"/>
              </a:cxn>
              <a:cxn ang="0">
                <a:pos x="connsiteX39326" y="connsiteY39326"/>
              </a:cxn>
              <a:cxn ang="0">
                <a:pos x="connsiteX39327" y="connsiteY39327"/>
              </a:cxn>
              <a:cxn ang="0">
                <a:pos x="connsiteX39328" y="connsiteY39328"/>
              </a:cxn>
              <a:cxn ang="0">
                <a:pos x="connsiteX39329" y="connsiteY39329"/>
              </a:cxn>
              <a:cxn ang="0">
                <a:pos x="connsiteX39330" y="connsiteY39330"/>
              </a:cxn>
              <a:cxn ang="0">
                <a:pos x="connsiteX39331" y="connsiteY39331"/>
              </a:cxn>
              <a:cxn ang="0">
                <a:pos x="connsiteX39332" y="connsiteY39332"/>
              </a:cxn>
              <a:cxn ang="0">
                <a:pos x="connsiteX39333" y="connsiteY39333"/>
              </a:cxn>
              <a:cxn ang="0">
                <a:pos x="connsiteX39334" y="connsiteY39334"/>
              </a:cxn>
              <a:cxn ang="0">
                <a:pos x="connsiteX39335" y="connsiteY39335"/>
              </a:cxn>
              <a:cxn ang="0">
                <a:pos x="connsiteX39336" y="connsiteY39336"/>
              </a:cxn>
              <a:cxn ang="0">
                <a:pos x="connsiteX39337" y="connsiteY39337"/>
              </a:cxn>
              <a:cxn ang="0">
                <a:pos x="connsiteX39338" y="connsiteY39338"/>
              </a:cxn>
              <a:cxn ang="0">
                <a:pos x="connsiteX39339" y="connsiteY39339"/>
              </a:cxn>
              <a:cxn ang="0">
                <a:pos x="connsiteX39340" y="connsiteY39340"/>
              </a:cxn>
              <a:cxn ang="0">
                <a:pos x="connsiteX39341" y="connsiteY39341"/>
              </a:cxn>
              <a:cxn ang="0">
                <a:pos x="connsiteX39342" y="connsiteY39342"/>
              </a:cxn>
              <a:cxn ang="0">
                <a:pos x="connsiteX39343" y="connsiteY39343"/>
              </a:cxn>
              <a:cxn ang="0">
                <a:pos x="connsiteX39344" y="connsiteY39344"/>
              </a:cxn>
              <a:cxn ang="0">
                <a:pos x="connsiteX39345" y="connsiteY39345"/>
              </a:cxn>
              <a:cxn ang="0">
                <a:pos x="connsiteX39346" y="connsiteY39346"/>
              </a:cxn>
              <a:cxn ang="0">
                <a:pos x="connsiteX39347" y="connsiteY39347"/>
              </a:cxn>
              <a:cxn ang="0">
                <a:pos x="connsiteX39348" y="connsiteY39348"/>
              </a:cxn>
              <a:cxn ang="0">
                <a:pos x="connsiteX39349" y="connsiteY39349"/>
              </a:cxn>
              <a:cxn ang="0">
                <a:pos x="connsiteX39350" y="connsiteY39350"/>
              </a:cxn>
              <a:cxn ang="0">
                <a:pos x="connsiteX39351" y="connsiteY39351"/>
              </a:cxn>
              <a:cxn ang="0">
                <a:pos x="connsiteX39352" y="connsiteY39352"/>
              </a:cxn>
              <a:cxn ang="0">
                <a:pos x="connsiteX39353" y="connsiteY39353"/>
              </a:cxn>
              <a:cxn ang="0">
                <a:pos x="connsiteX39354" y="connsiteY39354"/>
              </a:cxn>
              <a:cxn ang="0">
                <a:pos x="connsiteX39355" y="connsiteY39355"/>
              </a:cxn>
              <a:cxn ang="0">
                <a:pos x="connsiteX39356" y="connsiteY39356"/>
              </a:cxn>
              <a:cxn ang="0">
                <a:pos x="connsiteX39357" y="connsiteY39357"/>
              </a:cxn>
              <a:cxn ang="0">
                <a:pos x="connsiteX39358" y="connsiteY39358"/>
              </a:cxn>
              <a:cxn ang="0">
                <a:pos x="connsiteX39359" y="connsiteY39359"/>
              </a:cxn>
              <a:cxn ang="0">
                <a:pos x="connsiteX39360" y="connsiteY39360"/>
              </a:cxn>
              <a:cxn ang="0">
                <a:pos x="connsiteX39361" y="connsiteY39361"/>
              </a:cxn>
              <a:cxn ang="0">
                <a:pos x="connsiteX39362" y="connsiteY39362"/>
              </a:cxn>
              <a:cxn ang="0">
                <a:pos x="connsiteX39363" y="connsiteY39363"/>
              </a:cxn>
              <a:cxn ang="0">
                <a:pos x="connsiteX39364" y="connsiteY39364"/>
              </a:cxn>
              <a:cxn ang="0">
                <a:pos x="connsiteX39365" y="connsiteY39365"/>
              </a:cxn>
              <a:cxn ang="0">
                <a:pos x="connsiteX39366" y="connsiteY39366"/>
              </a:cxn>
              <a:cxn ang="0">
                <a:pos x="connsiteX39367" y="connsiteY39367"/>
              </a:cxn>
              <a:cxn ang="0">
                <a:pos x="connsiteX39368" y="connsiteY39368"/>
              </a:cxn>
              <a:cxn ang="0">
                <a:pos x="connsiteX39369" y="connsiteY39369"/>
              </a:cxn>
              <a:cxn ang="0">
                <a:pos x="connsiteX39370" y="connsiteY39370"/>
              </a:cxn>
              <a:cxn ang="0">
                <a:pos x="connsiteX39371" y="connsiteY39371"/>
              </a:cxn>
              <a:cxn ang="0">
                <a:pos x="connsiteX39372" y="connsiteY39372"/>
              </a:cxn>
              <a:cxn ang="0">
                <a:pos x="connsiteX39373" y="connsiteY39373"/>
              </a:cxn>
              <a:cxn ang="0">
                <a:pos x="connsiteX39374" y="connsiteY39374"/>
              </a:cxn>
              <a:cxn ang="0">
                <a:pos x="connsiteX39375" y="connsiteY39375"/>
              </a:cxn>
              <a:cxn ang="0">
                <a:pos x="connsiteX39376" y="connsiteY39376"/>
              </a:cxn>
              <a:cxn ang="0">
                <a:pos x="connsiteX39377" y="connsiteY39377"/>
              </a:cxn>
              <a:cxn ang="0">
                <a:pos x="connsiteX39378" y="connsiteY39378"/>
              </a:cxn>
              <a:cxn ang="0">
                <a:pos x="connsiteX39379" y="connsiteY39379"/>
              </a:cxn>
              <a:cxn ang="0">
                <a:pos x="connsiteX39380" y="connsiteY39380"/>
              </a:cxn>
              <a:cxn ang="0">
                <a:pos x="connsiteX39381" y="connsiteY39381"/>
              </a:cxn>
              <a:cxn ang="0">
                <a:pos x="connsiteX39382" y="connsiteY39382"/>
              </a:cxn>
              <a:cxn ang="0">
                <a:pos x="connsiteX39383" y="connsiteY39383"/>
              </a:cxn>
              <a:cxn ang="0">
                <a:pos x="connsiteX39384" y="connsiteY39384"/>
              </a:cxn>
              <a:cxn ang="0">
                <a:pos x="connsiteX39385" y="connsiteY39385"/>
              </a:cxn>
              <a:cxn ang="0">
                <a:pos x="connsiteX39386" y="connsiteY39386"/>
              </a:cxn>
              <a:cxn ang="0">
                <a:pos x="connsiteX39387" y="connsiteY39387"/>
              </a:cxn>
              <a:cxn ang="0">
                <a:pos x="connsiteX39388" y="connsiteY39388"/>
              </a:cxn>
              <a:cxn ang="0">
                <a:pos x="connsiteX39389" y="connsiteY39389"/>
              </a:cxn>
              <a:cxn ang="0">
                <a:pos x="connsiteX39390" y="connsiteY39390"/>
              </a:cxn>
              <a:cxn ang="0">
                <a:pos x="connsiteX39391" y="connsiteY39391"/>
              </a:cxn>
              <a:cxn ang="0">
                <a:pos x="connsiteX39392" y="connsiteY39392"/>
              </a:cxn>
              <a:cxn ang="0">
                <a:pos x="connsiteX39393" y="connsiteY39393"/>
              </a:cxn>
              <a:cxn ang="0">
                <a:pos x="connsiteX39394" y="connsiteY39394"/>
              </a:cxn>
              <a:cxn ang="0">
                <a:pos x="connsiteX39395" y="connsiteY39395"/>
              </a:cxn>
              <a:cxn ang="0">
                <a:pos x="connsiteX39396" y="connsiteY39396"/>
              </a:cxn>
              <a:cxn ang="0">
                <a:pos x="connsiteX39397" y="connsiteY39397"/>
              </a:cxn>
              <a:cxn ang="0">
                <a:pos x="connsiteX39398" y="connsiteY39398"/>
              </a:cxn>
              <a:cxn ang="0">
                <a:pos x="connsiteX39399" y="connsiteY39399"/>
              </a:cxn>
              <a:cxn ang="0">
                <a:pos x="connsiteX39400" y="connsiteY39400"/>
              </a:cxn>
              <a:cxn ang="0">
                <a:pos x="connsiteX39401" y="connsiteY39401"/>
              </a:cxn>
              <a:cxn ang="0">
                <a:pos x="connsiteX39402" y="connsiteY39402"/>
              </a:cxn>
              <a:cxn ang="0">
                <a:pos x="connsiteX39403" y="connsiteY39403"/>
              </a:cxn>
              <a:cxn ang="0">
                <a:pos x="connsiteX39404" y="connsiteY39404"/>
              </a:cxn>
              <a:cxn ang="0">
                <a:pos x="connsiteX39405" y="connsiteY39405"/>
              </a:cxn>
              <a:cxn ang="0">
                <a:pos x="connsiteX39406" y="connsiteY39406"/>
              </a:cxn>
              <a:cxn ang="0">
                <a:pos x="connsiteX39407" y="connsiteY39407"/>
              </a:cxn>
              <a:cxn ang="0">
                <a:pos x="connsiteX39408" y="connsiteY39408"/>
              </a:cxn>
              <a:cxn ang="0">
                <a:pos x="connsiteX39409" y="connsiteY39409"/>
              </a:cxn>
              <a:cxn ang="0">
                <a:pos x="connsiteX39410" y="connsiteY39410"/>
              </a:cxn>
              <a:cxn ang="0">
                <a:pos x="connsiteX39411" y="connsiteY39411"/>
              </a:cxn>
              <a:cxn ang="0">
                <a:pos x="connsiteX39412" y="connsiteY39412"/>
              </a:cxn>
              <a:cxn ang="0">
                <a:pos x="connsiteX39413" y="connsiteY39413"/>
              </a:cxn>
              <a:cxn ang="0">
                <a:pos x="connsiteX39414" y="connsiteY39414"/>
              </a:cxn>
              <a:cxn ang="0">
                <a:pos x="connsiteX39415" y="connsiteY39415"/>
              </a:cxn>
              <a:cxn ang="0">
                <a:pos x="connsiteX39416" y="connsiteY39416"/>
              </a:cxn>
              <a:cxn ang="0">
                <a:pos x="connsiteX39417" y="connsiteY39417"/>
              </a:cxn>
              <a:cxn ang="0">
                <a:pos x="connsiteX39418" y="connsiteY39418"/>
              </a:cxn>
              <a:cxn ang="0">
                <a:pos x="connsiteX39419" y="connsiteY39419"/>
              </a:cxn>
              <a:cxn ang="0">
                <a:pos x="connsiteX39420" y="connsiteY39420"/>
              </a:cxn>
              <a:cxn ang="0">
                <a:pos x="connsiteX39421" y="connsiteY39421"/>
              </a:cxn>
              <a:cxn ang="0">
                <a:pos x="connsiteX39422" y="connsiteY39422"/>
              </a:cxn>
              <a:cxn ang="0">
                <a:pos x="connsiteX39423" y="connsiteY39423"/>
              </a:cxn>
              <a:cxn ang="0">
                <a:pos x="connsiteX39424" y="connsiteY39424"/>
              </a:cxn>
              <a:cxn ang="0">
                <a:pos x="connsiteX39425" y="connsiteY39425"/>
              </a:cxn>
              <a:cxn ang="0">
                <a:pos x="connsiteX39426" y="connsiteY39426"/>
              </a:cxn>
              <a:cxn ang="0">
                <a:pos x="connsiteX39427" y="connsiteY39427"/>
              </a:cxn>
              <a:cxn ang="0">
                <a:pos x="connsiteX39428" y="connsiteY39428"/>
              </a:cxn>
              <a:cxn ang="0">
                <a:pos x="connsiteX39429" y="connsiteY39429"/>
              </a:cxn>
              <a:cxn ang="0">
                <a:pos x="connsiteX39430" y="connsiteY39430"/>
              </a:cxn>
              <a:cxn ang="0">
                <a:pos x="connsiteX39431" y="connsiteY39431"/>
              </a:cxn>
              <a:cxn ang="0">
                <a:pos x="connsiteX39432" y="connsiteY39432"/>
              </a:cxn>
              <a:cxn ang="0">
                <a:pos x="connsiteX39433" y="connsiteY39433"/>
              </a:cxn>
              <a:cxn ang="0">
                <a:pos x="connsiteX39434" y="connsiteY39434"/>
              </a:cxn>
              <a:cxn ang="0">
                <a:pos x="connsiteX39435" y="connsiteY39435"/>
              </a:cxn>
              <a:cxn ang="0">
                <a:pos x="connsiteX39436" y="connsiteY39436"/>
              </a:cxn>
              <a:cxn ang="0">
                <a:pos x="connsiteX39437" y="connsiteY39437"/>
              </a:cxn>
              <a:cxn ang="0">
                <a:pos x="connsiteX39438" y="connsiteY39438"/>
              </a:cxn>
              <a:cxn ang="0">
                <a:pos x="connsiteX39439" y="connsiteY39439"/>
              </a:cxn>
              <a:cxn ang="0">
                <a:pos x="connsiteX39440" y="connsiteY39440"/>
              </a:cxn>
              <a:cxn ang="0">
                <a:pos x="connsiteX39441" y="connsiteY39441"/>
              </a:cxn>
              <a:cxn ang="0">
                <a:pos x="connsiteX39442" y="connsiteY39442"/>
              </a:cxn>
              <a:cxn ang="0">
                <a:pos x="connsiteX39443" y="connsiteY39443"/>
              </a:cxn>
              <a:cxn ang="0">
                <a:pos x="connsiteX39444" y="connsiteY39444"/>
              </a:cxn>
              <a:cxn ang="0">
                <a:pos x="connsiteX39445" y="connsiteY39445"/>
              </a:cxn>
              <a:cxn ang="0">
                <a:pos x="connsiteX39446" y="connsiteY39446"/>
              </a:cxn>
              <a:cxn ang="0">
                <a:pos x="connsiteX39447" y="connsiteY39447"/>
              </a:cxn>
              <a:cxn ang="0">
                <a:pos x="connsiteX39448" y="connsiteY39448"/>
              </a:cxn>
              <a:cxn ang="0">
                <a:pos x="connsiteX39449" y="connsiteY39449"/>
              </a:cxn>
              <a:cxn ang="0">
                <a:pos x="connsiteX39450" y="connsiteY39450"/>
              </a:cxn>
              <a:cxn ang="0">
                <a:pos x="connsiteX39451" y="connsiteY39451"/>
              </a:cxn>
              <a:cxn ang="0">
                <a:pos x="connsiteX39452" y="connsiteY39452"/>
              </a:cxn>
              <a:cxn ang="0">
                <a:pos x="connsiteX39453" y="connsiteY39453"/>
              </a:cxn>
              <a:cxn ang="0">
                <a:pos x="connsiteX39454" y="connsiteY39454"/>
              </a:cxn>
              <a:cxn ang="0">
                <a:pos x="connsiteX39455" y="connsiteY39455"/>
              </a:cxn>
              <a:cxn ang="0">
                <a:pos x="connsiteX39456" y="connsiteY39456"/>
              </a:cxn>
              <a:cxn ang="0">
                <a:pos x="connsiteX39457" y="connsiteY39457"/>
              </a:cxn>
              <a:cxn ang="0">
                <a:pos x="connsiteX39458" y="connsiteY39458"/>
              </a:cxn>
              <a:cxn ang="0">
                <a:pos x="connsiteX39459" y="connsiteY39459"/>
              </a:cxn>
              <a:cxn ang="0">
                <a:pos x="connsiteX39460" y="connsiteY39460"/>
              </a:cxn>
              <a:cxn ang="0">
                <a:pos x="connsiteX39461" y="connsiteY39461"/>
              </a:cxn>
              <a:cxn ang="0">
                <a:pos x="connsiteX39462" y="connsiteY39462"/>
              </a:cxn>
              <a:cxn ang="0">
                <a:pos x="connsiteX39463" y="connsiteY39463"/>
              </a:cxn>
              <a:cxn ang="0">
                <a:pos x="connsiteX39464" y="connsiteY39464"/>
              </a:cxn>
              <a:cxn ang="0">
                <a:pos x="connsiteX39465" y="connsiteY39465"/>
              </a:cxn>
              <a:cxn ang="0">
                <a:pos x="connsiteX39466" y="connsiteY39466"/>
              </a:cxn>
              <a:cxn ang="0">
                <a:pos x="connsiteX39467" y="connsiteY39467"/>
              </a:cxn>
              <a:cxn ang="0">
                <a:pos x="connsiteX39468" y="connsiteY39468"/>
              </a:cxn>
              <a:cxn ang="0">
                <a:pos x="connsiteX39469" y="connsiteY39469"/>
              </a:cxn>
              <a:cxn ang="0">
                <a:pos x="connsiteX39470" y="connsiteY39470"/>
              </a:cxn>
              <a:cxn ang="0">
                <a:pos x="connsiteX39471" y="connsiteY39471"/>
              </a:cxn>
              <a:cxn ang="0">
                <a:pos x="connsiteX39472" y="connsiteY39472"/>
              </a:cxn>
              <a:cxn ang="0">
                <a:pos x="connsiteX39473" y="connsiteY39473"/>
              </a:cxn>
              <a:cxn ang="0">
                <a:pos x="connsiteX39474" y="connsiteY39474"/>
              </a:cxn>
              <a:cxn ang="0">
                <a:pos x="connsiteX39475" y="connsiteY39475"/>
              </a:cxn>
              <a:cxn ang="0">
                <a:pos x="connsiteX39476" y="connsiteY39476"/>
              </a:cxn>
              <a:cxn ang="0">
                <a:pos x="connsiteX39477" y="connsiteY39477"/>
              </a:cxn>
              <a:cxn ang="0">
                <a:pos x="connsiteX39478" y="connsiteY39478"/>
              </a:cxn>
              <a:cxn ang="0">
                <a:pos x="connsiteX39479" y="connsiteY39479"/>
              </a:cxn>
              <a:cxn ang="0">
                <a:pos x="connsiteX39480" y="connsiteY39480"/>
              </a:cxn>
              <a:cxn ang="0">
                <a:pos x="connsiteX39481" y="connsiteY39481"/>
              </a:cxn>
              <a:cxn ang="0">
                <a:pos x="connsiteX39482" y="connsiteY39482"/>
              </a:cxn>
              <a:cxn ang="0">
                <a:pos x="connsiteX39483" y="connsiteY39483"/>
              </a:cxn>
              <a:cxn ang="0">
                <a:pos x="connsiteX39484" y="connsiteY39484"/>
              </a:cxn>
              <a:cxn ang="0">
                <a:pos x="connsiteX39485" y="connsiteY39485"/>
              </a:cxn>
              <a:cxn ang="0">
                <a:pos x="connsiteX39486" y="connsiteY39486"/>
              </a:cxn>
              <a:cxn ang="0">
                <a:pos x="connsiteX39487" y="connsiteY39487"/>
              </a:cxn>
              <a:cxn ang="0">
                <a:pos x="connsiteX39488" y="connsiteY39488"/>
              </a:cxn>
              <a:cxn ang="0">
                <a:pos x="connsiteX39489" y="connsiteY39489"/>
              </a:cxn>
              <a:cxn ang="0">
                <a:pos x="connsiteX39490" y="connsiteY39490"/>
              </a:cxn>
              <a:cxn ang="0">
                <a:pos x="connsiteX39491" y="connsiteY39491"/>
              </a:cxn>
              <a:cxn ang="0">
                <a:pos x="connsiteX39492" y="connsiteY39492"/>
              </a:cxn>
              <a:cxn ang="0">
                <a:pos x="connsiteX39493" y="connsiteY39493"/>
              </a:cxn>
              <a:cxn ang="0">
                <a:pos x="connsiteX39494" y="connsiteY39494"/>
              </a:cxn>
              <a:cxn ang="0">
                <a:pos x="connsiteX39495" y="connsiteY39495"/>
              </a:cxn>
              <a:cxn ang="0">
                <a:pos x="connsiteX39496" y="connsiteY39496"/>
              </a:cxn>
              <a:cxn ang="0">
                <a:pos x="connsiteX39497" y="connsiteY39497"/>
              </a:cxn>
              <a:cxn ang="0">
                <a:pos x="connsiteX39498" y="connsiteY39498"/>
              </a:cxn>
              <a:cxn ang="0">
                <a:pos x="connsiteX39499" y="connsiteY39499"/>
              </a:cxn>
              <a:cxn ang="0">
                <a:pos x="connsiteX39500" y="connsiteY39500"/>
              </a:cxn>
              <a:cxn ang="0">
                <a:pos x="connsiteX39501" y="connsiteY39501"/>
              </a:cxn>
              <a:cxn ang="0">
                <a:pos x="connsiteX39502" y="connsiteY39502"/>
              </a:cxn>
              <a:cxn ang="0">
                <a:pos x="connsiteX39503" y="connsiteY39503"/>
              </a:cxn>
              <a:cxn ang="0">
                <a:pos x="connsiteX39504" y="connsiteY39504"/>
              </a:cxn>
              <a:cxn ang="0">
                <a:pos x="connsiteX39505" y="connsiteY39505"/>
              </a:cxn>
              <a:cxn ang="0">
                <a:pos x="connsiteX39506" y="connsiteY39506"/>
              </a:cxn>
              <a:cxn ang="0">
                <a:pos x="connsiteX39507" y="connsiteY39507"/>
              </a:cxn>
              <a:cxn ang="0">
                <a:pos x="connsiteX39508" y="connsiteY39508"/>
              </a:cxn>
              <a:cxn ang="0">
                <a:pos x="connsiteX39509" y="connsiteY39509"/>
              </a:cxn>
              <a:cxn ang="0">
                <a:pos x="connsiteX39510" y="connsiteY39510"/>
              </a:cxn>
              <a:cxn ang="0">
                <a:pos x="connsiteX39511" y="connsiteY39511"/>
              </a:cxn>
              <a:cxn ang="0">
                <a:pos x="connsiteX39512" y="connsiteY39512"/>
              </a:cxn>
              <a:cxn ang="0">
                <a:pos x="connsiteX39513" y="connsiteY39513"/>
              </a:cxn>
              <a:cxn ang="0">
                <a:pos x="connsiteX39514" y="connsiteY39514"/>
              </a:cxn>
              <a:cxn ang="0">
                <a:pos x="connsiteX39515" y="connsiteY39515"/>
              </a:cxn>
              <a:cxn ang="0">
                <a:pos x="connsiteX39516" y="connsiteY39516"/>
              </a:cxn>
              <a:cxn ang="0">
                <a:pos x="connsiteX39517" y="connsiteY39517"/>
              </a:cxn>
              <a:cxn ang="0">
                <a:pos x="connsiteX39518" y="connsiteY39518"/>
              </a:cxn>
              <a:cxn ang="0">
                <a:pos x="connsiteX39519" y="connsiteY39519"/>
              </a:cxn>
              <a:cxn ang="0">
                <a:pos x="connsiteX39520" y="connsiteY39520"/>
              </a:cxn>
              <a:cxn ang="0">
                <a:pos x="connsiteX39521" y="connsiteY39521"/>
              </a:cxn>
              <a:cxn ang="0">
                <a:pos x="connsiteX39522" y="connsiteY39522"/>
              </a:cxn>
              <a:cxn ang="0">
                <a:pos x="connsiteX39523" y="connsiteY39523"/>
              </a:cxn>
              <a:cxn ang="0">
                <a:pos x="connsiteX39524" y="connsiteY39524"/>
              </a:cxn>
              <a:cxn ang="0">
                <a:pos x="connsiteX39525" y="connsiteY39525"/>
              </a:cxn>
              <a:cxn ang="0">
                <a:pos x="connsiteX39526" y="connsiteY39526"/>
              </a:cxn>
              <a:cxn ang="0">
                <a:pos x="connsiteX39527" y="connsiteY39527"/>
              </a:cxn>
              <a:cxn ang="0">
                <a:pos x="connsiteX39528" y="connsiteY39528"/>
              </a:cxn>
              <a:cxn ang="0">
                <a:pos x="connsiteX39529" y="connsiteY39529"/>
              </a:cxn>
              <a:cxn ang="0">
                <a:pos x="connsiteX39530" y="connsiteY39530"/>
              </a:cxn>
              <a:cxn ang="0">
                <a:pos x="connsiteX39531" y="connsiteY39531"/>
              </a:cxn>
              <a:cxn ang="0">
                <a:pos x="connsiteX39532" y="connsiteY39532"/>
              </a:cxn>
              <a:cxn ang="0">
                <a:pos x="connsiteX39533" y="connsiteY39533"/>
              </a:cxn>
              <a:cxn ang="0">
                <a:pos x="connsiteX39534" y="connsiteY39534"/>
              </a:cxn>
              <a:cxn ang="0">
                <a:pos x="connsiteX39535" y="connsiteY39535"/>
              </a:cxn>
              <a:cxn ang="0">
                <a:pos x="connsiteX39536" y="connsiteY39536"/>
              </a:cxn>
              <a:cxn ang="0">
                <a:pos x="connsiteX39537" y="connsiteY39537"/>
              </a:cxn>
              <a:cxn ang="0">
                <a:pos x="connsiteX39538" y="connsiteY39538"/>
              </a:cxn>
              <a:cxn ang="0">
                <a:pos x="connsiteX39539" y="connsiteY39539"/>
              </a:cxn>
              <a:cxn ang="0">
                <a:pos x="connsiteX39540" y="connsiteY39540"/>
              </a:cxn>
              <a:cxn ang="0">
                <a:pos x="connsiteX39541" y="connsiteY39541"/>
              </a:cxn>
              <a:cxn ang="0">
                <a:pos x="connsiteX39542" y="connsiteY39542"/>
              </a:cxn>
              <a:cxn ang="0">
                <a:pos x="connsiteX39543" y="connsiteY39543"/>
              </a:cxn>
              <a:cxn ang="0">
                <a:pos x="connsiteX39544" y="connsiteY39544"/>
              </a:cxn>
              <a:cxn ang="0">
                <a:pos x="connsiteX39545" y="connsiteY39545"/>
              </a:cxn>
              <a:cxn ang="0">
                <a:pos x="connsiteX39546" y="connsiteY39546"/>
              </a:cxn>
              <a:cxn ang="0">
                <a:pos x="connsiteX39547" y="connsiteY39547"/>
              </a:cxn>
              <a:cxn ang="0">
                <a:pos x="connsiteX39548" y="connsiteY39548"/>
              </a:cxn>
              <a:cxn ang="0">
                <a:pos x="connsiteX39549" y="connsiteY39549"/>
              </a:cxn>
              <a:cxn ang="0">
                <a:pos x="connsiteX39550" y="connsiteY39550"/>
              </a:cxn>
              <a:cxn ang="0">
                <a:pos x="connsiteX39551" y="connsiteY39551"/>
              </a:cxn>
              <a:cxn ang="0">
                <a:pos x="connsiteX39552" y="connsiteY39552"/>
              </a:cxn>
              <a:cxn ang="0">
                <a:pos x="connsiteX39553" y="connsiteY39553"/>
              </a:cxn>
              <a:cxn ang="0">
                <a:pos x="connsiteX39554" y="connsiteY39554"/>
              </a:cxn>
              <a:cxn ang="0">
                <a:pos x="connsiteX39555" y="connsiteY39555"/>
              </a:cxn>
              <a:cxn ang="0">
                <a:pos x="connsiteX39556" y="connsiteY39556"/>
              </a:cxn>
              <a:cxn ang="0">
                <a:pos x="connsiteX39557" y="connsiteY39557"/>
              </a:cxn>
              <a:cxn ang="0">
                <a:pos x="connsiteX39558" y="connsiteY39558"/>
              </a:cxn>
              <a:cxn ang="0">
                <a:pos x="connsiteX39559" y="connsiteY39559"/>
              </a:cxn>
              <a:cxn ang="0">
                <a:pos x="connsiteX39560" y="connsiteY39560"/>
              </a:cxn>
              <a:cxn ang="0">
                <a:pos x="connsiteX39561" y="connsiteY39561"/>
              </a:cxn>
              <a:cxn ang="0">
                <a:pos x="connsiteX39562" y="connsiteY39562"/>
              </a:cxn>
              <a:cxn ang="0">
                <a:pos x="connsiteX39563" y="connsiteY39563"/>
              </a:cxn>
              <a:cxn ang="0">
                <a:pos x="connsiteX39564" y="connsiteY39564"/>
              </a:cxn>
              <a:cxn ang="0">
                <a:pos x="connsiteX39565" y="connsiteY39565"/>
              </a:cxn>
              <a:cxn ang="0">
                <a:pos x="connsiteX39566" y="connsiteY39566"/>
              </a:cxn>
              <a:cxn ang="0">
                <a:pos x="connsiteX39567" y="connsiteY39567"/>
              </a:cxn>
              <a:cxn ang="0">
                <a:pos x="connsiteX39568" y="connsiteY39568"/>
              </a:cxn>
              <a:cxn ang="0">
                <a:pos x="connsiteX39569" y="connsiteY39569"/>
              </a:cxn>
              <a:cxn ang="0">
                <a:pos x="connsiteX39570" y="connsiteY39570"/>
              </a:cxn>
              <a:cxn ang="0">
                <a:pos x="connsiteX39571" y="connsiteY39571"/>
              </a:cxn>
              <a:cxn ang="0">
                <a:pos x="connsiteX39572" y="connsiteY39572"/>
              </a:cxn>
              <a:cxn ang="0">
                <a:pos x="connsiteX39573" y="connsiteY39573"/>
              </a:cxn>
              <a:cxn ang="0">
                <a:pos x="connsiteX39574" y="connsiteY39574"/>
              </a:cxn>
              <a:cxn ang="0">
                <a:pos x="connsiteX39575" y="connsiteY39575"/>
              </a:cxn>
              <a:cxn ang="0">
                <a:pos x="connsiteX39576" y="connsiteY39576"/>
              </a:cxn>
              <a:cxn ang="0">
                <a:pos x="connsiteX39577" y="connsiteY39577"/>
              </a:cxn>
              <a:cxn ang="0">
                <a:pos x="connsiteX39578" y="connsiteY39578"/>
              </a:cxn>
              <a:cxn ang="0">
                <a:pos x="connsiteX39579" y="connsiteY39579"/>
              </a:cxn>
              <a:cxn ang="0">
                <a:pos x="connsiteX39580" y="connsiteY39580"/>
              </a:cxn>
              <a:cxn ang="0">
                <a:pos x="connsiteX39581" y="connsiteY39581"/>
              </a:cxn>
              <a:cxn ang="0">
                <a:pos x="connsiteX39582" y="connsiteY39582"/>
              </a:cxn>
              <a:cxn ang="0">
                <a:pos x="connsiteX39583" y="connsiteY39583"/>
              </a:cxn>
              <a:cxn ang="0">
                <a:pos x="connsiteX39584" y="connsiteY39584"/>
              </a:cxn>
              <a:cxn ang="0">
                <a:pos x="connsiteX39585" y="connsiteY39585"/>
              </a:cxn>
              <a:cxn ang="0">
                <a:pos x="connsiteX39586" y="connsiteY39586"/>
              </a:cxn>
              <a:cxn ang="0">
                <a:pos x="connsiteX39587" y="connsiteY39587"/>
              </a:cxn>
              <a:cxn ang="0">
                <a:pos x="connsiteX39588" y="connsiteY39588"/>
              </a:cxn>
              <a:cxn ang="0">
                <a:pos x="connsiteX39589" y="connsiteY39589"/>
              </a:cxn>
              <a:cxn ang="0">
                <a:pos x="connsiteX39590" y="connsiteY39590"/>
              </a:cxn>
              <a:cxn ang="0">
                <a:pos x="connsiteX39591" y="connsiteY39591"/>
              </a:cxn>
              <a:cxn ang="0">
                <a:pos x="connsiteX39592" y="connsiteY39592"/>
              </a:cxn>
              <a:cxn ang="0">
                <a:pos x="connsiteX39593" y="connsiteY39593"/>
              </a:cxn>
              <a:cxn ang="0">
                <a:pos x="connsiteX39594" y="connsiteY39594"/>
              </a:cxn>
              <a:cxn ang="0">
                <a:pos x="connsiteX39595" y="connsiteY39595"/>
              </a:cxn>
              <a:cxn ang="0">
                <a:pos x="connsiteX39596" y="connsiteY39596"/>
              </a:cxn>
              <a:cxn ang="0">
                <a:pos x="connsiteX39597" y="connsiteY39597"/>
              </a:cxn>
              <a:cxn ang="0">
                <a:pos x="connsiteX39598" y="connsiteY39598"/>
              </a:cxn>
              <a:cxn ang="0">
                <a:pos x="connsiteX39599" y="connsiteY39599"/>
              </a:cxn>
              <a:cxn ang="0">
                <a:pos x="connsiteX39600" y="connsiteY39600"/>
              </a:cxn>
              <a:cxn ang="0">
                <a:pos x="connsiteX39601" y="connsiteY39601"/>
              </a:cxn>
              <a:cxn ang="0">
                <a:pos x="connsiteX39602" y="connsiteY39602"/>
              </a:cxn>
              <a:cxn ang="0">
                <a:pos x="connsiteX39603" y="connsiteY39603"/>
              </a:cxn>
              <a:cxn ang="0">
                <a:pos x="connsiteX39604" y="connsiteY39604"/>
              </a:cxn>
              <a:cxn ang="0">
                <a:pos x="connsiteX39605" y="connsiteY39605"/>
              </a:cxn>
              <a:cxn ang="0">
                <a:pos x="connsiteX39606" y="connsiteY39606"/>
              </a:cxn>
              <a:cxn ang="0">
                <a:pos x="connsiteX39607" y="connsiteY39607"/>
              </a:cxn>
              <a:cxn ang="0">
                <a:pos x="connsiteX39608" y="connsiteY39608"/>
              </a:cxn>
              <a:cxn ang="0">
                <a:pos x="connsiteX39609" y="connsiteY39609"/>
              </a:cxn>
              <a:cxn ang="0">
                <a:pos x="connsiteX39610" y="connsiteY39610"/>
              </a:cxn>
              <a:cxn ang="0">
                <a:pos x="connsiteX39611" y="connsiteY39611"/>
              </a:cxn>
              <a:cxn ang="0">
                <a:pos x="connsiteX39612" y="connsiteY39612"/>
              </a:cxn>
              <a:cxn ang="0">
                <a:pos x="connsiteX39613" y="connsiteY39613"/>
              </a:cxn>
              <a:cxn ang="0">
                <a:pos x="connsiteX39614" y="connsiteY39614"/>
              </a:cxn>
              <a:cxn ang="0">
                <a:pos x="connsiteX39615" y="connsiteY39615"/>
              </a:cxn>
              <a:cxn ang="0">
                <a:pos x="connsiteX39616" y="connsiteY39616"/>
              </a:cxn>
              <a:cxn ang="0">
                <a:pos x="connsiteX39617" y="connsiteY39617"/>
              </a:cxn>
              <a:cxn ang="0">
                <a:pos x="connsiteX39618" y="connsiteY39618"/>
              </a:cxn>
              <a:cxn ang="0">
                <a:pos x="connsiteX39619" y="connsiteY39619"/>
              </a:cxn>
              <a:cxn ang="0">
                <a:pos x="connsiteX39620" y="connsiteY39620"/>
              </a:cxn>
              <a:cxn ang="0">
                <a:pos x="connsiteX39621" y="connsiteY39621"/>
              </a:cxn>
              <a:cxn ang="0">
                <a:pos x="connsiteX39622" y="connsiteY39622"/>
              </a:cxn>
              <a:cxn ang="0">
                <a:pos x="connsiteX39623" y="connsiteY39623"/>
              </a:cxn>
              <a:cxn ang="0">
                <a:pos x="connsiteX39624" y="connsiteY39624"/>
              </a:cxn>
              <a:cxn ang="0">
                <a:pos x="connsiteX39625" y="connsiteY39625"/>
              </a:cxn>
              <a:cxn ang="0">
                <a:pos x="connsiteX39626" y="connsiteY39626"/>
              </a:cxn>
              <a:cxn ang="0">
                <a:pos x="connsiteX39627" y="connsiteY39627"/>
              </a:cxn>
              <a:cxn ang="0">
                <a:pos x="connsiteX39628" y="connsiteY39628"/>
              </a:cxn>
              <a:cxn ang="0">
                <a:pos x="connsiteX39629" y="connsiteY39629"/>
              </a:cxn>
              <a:cxn ang="0">
                <a:pos x="connsiteX39630" y="connsiteY39630"/>
              </a:cxn>
              <a:cxn ang="0">
                <a:pos x="connsiteX39631" y="connsiteY39631"/>
              </a:cxn>
              <a:cxn ang="0">
                <a:pos x="connsiteX39632" y="connsiteY39632"/>
              </a:cxn>
              <a:cxn ang="0">
                <a:pos x="connsiteX39633" y="connsiteY39633"/>
              </a:cxn>
              <a:cxn ang="0">
                <a:pos x="connsiteX39634" y="connsiteY39634"/>
              </a:cxn>
              <a:cxn ang="0">
                <a:pos x="connsiteX39635" y="connsiteY39635"/>
              </a:cxn>
              <a:cxn ang="0">
                <a:pos x="connsiteX39636" y="connsiteY39636"/>
              </a:cxn>
              <a:cxn ang="0">
                <a:pos x="connsiteX39637" y="connsiteY39637"/>
              </a:cxn>
              <a:cxn ang="0">
                <a:pos x="connsiteX39638" y="connsiteY39638"/>
              </a:cxn>
              <a:cxn ang="0">
                <a:pos x="connsiteX39639" y="connsiteY39639"/>
              </a:cxn>
              <a:cxn ang="0">
                <a:pos x="connsiteX39640" y="connsiteY39640"/>
              </a:cxn>
              <a:cxn ang="0">
                <a:pos x="connsiteX39641" y="connsiteY39641"/>
              </a:cxn>
              <a:cxn ang="0">
                <a:pos x="connsiteX39642" y="connsiteY39642"/>
              </a:cxn>
              <a:cxn ang="0">
                <a:pos x="connsiteX39643" y="connsiteY39643"/>
              </a:cxn>
              <a:cxn ang="0">
                <a:pos x="connsiteX39644" y="connsiteY39644"/>
              </a:cxn>
              <a:cxn ang="0">
                <a:pos x="connsiteX39645" y="connsiteY39645"/>
              </a:cxn>
              <a:cxn ang="0">
                <a:pos x="connsiteX39646" y="connsiteY39646"/>
              </a:cxn>
              <a:cxn ang="0">
                <a:pos x="connsiteX39647" y="connsiteY39647"/>
              </a:cxn>
              <a:cxn ang="0">
                <a:pos x="connsiteX39648" y="connsiteY39648"/>
              </a:cxn>
              <a:cxn ang="0">
                <a:pos x="connsiteX39649" y="connsiteY39649"/>
              </a:cxn>
              <a:cxn ang="0">
                <a:pos x="connsiteX39650" y="connsiteY39650"/>
              </a:cxn>
              <a:cxn ang="0">
                <a:pos x="connsiteX39651" y="connsiteY39651"/>
              </a:cxn>
              <a:cxn ang="0">
                <a:pos x="connsiteX39652" y="connsiteY39652"/>
              </a:cxn>
              <a:cxn ang="0">
                <a:pos x="connsiteX39653" y="connsiteY39653"/>
              </a:cxn>
              <a:cxn ang="0">
                <a:pos x="connsiteX39654" y="connsiteY39654"/>
              </a:cxn>
              <a:cxn ang="0">
                <a:pos x="connsiteX39655" y="connsiteY39655"/>
              </a:cxn>
              <a:cxn ang="0">
                <a:pos x="connsiteX39656" y="connsiteY39656"/>
              </a:cxn>
              <a:cxn ang="0">
                <a:pos x="connsiteX39657" y="connsiteY39657"/>
              </a:cxn>
              <a:cxn ang="0">
                <a:pos x="connsiteX39658" y="connsiteY39658"/>
              </a:cxn>
              <a:cxn ang="0">
                <a:pos x="connsiteX39659" y="connsiteY39659"/>
              </a:cxn>
              <a:cxn ang="0">
                <a:pos x="connsiteX39660" y="connsiteY39660"/>
              </a:cxn>
              <a:cxn ang="0">
                <a:pos x="connsiteX39661" y="connsiteY39661"/>
              </a:cxn>
              <a:cxn ang="0">
                <a:pos x="connsiteX39662" y="connsiteY39662"/>
              </a:cxn>
              <a:cxn ang="0">
                <a:pos x="connsiteX39663" y="connsiteY39663"/>
              </a:cxn>
              <a:cxn ang="0">
                <a:pos x="connsiteX39664" y="connsiteY39664"/>
              </a:cxn>
              <a:cxn ang="0">
                <a:pos x="connsiteX39665" y="connsiteY39665"/>
              </a:cxn>
              <a:cxn ang="0">
                <a:pos x="connsiteX39666" y="connsiteY39666"/>
              </a:cxn>
              <a:cxn ang="0">
                <a:pos x="connsiteX39667" y="connsiteY39667"/>
              </a:cxn>
              <a:cxn ang="0">
                <a:pos x="connsiteX39668" y="connsiteY39668"/>
              </a:cxn>
              <a:cxn ang="0">
                <a:pos x="connsiteX39669" y="connsiteY39669"/>
              </a:cxn>
              <a:cxn ang="0">
                <a:pos x="connsiteX39670" y="connsiteY39670"/>
              </a:cxn>
              <a:cxn ang="0">
                <a:pos x="connsiteX39671" y="connsiteY39671"/>
              </a:cxn>
              <a:cxn ang="0">
                <a:pos x="connsiteX39672" y="connsiteY39672"/>
              </a:cxn>
              <a:cxn ang="0">
                <a:pos x="connsiteX39673" y="connsiteY39673"/>
              </a:cxn>
              <a:cxn ang="0">
                <a:pos x="connsiteX39674" y="connsiteY39674"/>
              </a:cxn>
              <a:cxn ang="0">
                <a:pos x="connsiteX39675" y="connsiteY39675"/>
              </a:cxn>
              <a:cxn ang="0">
                <a:pos x="connsiteX39676" y="connsiteY39676"/>
              </a:cxn>
              <a:cxn ang="0">
                <a:pos x="connsiteX39677" y="connsiteY39677"/>
              </a:cxn>
              <a:cxn ang="0">
                <a:pos x="connsiteX39678" y="connsiteY39678"/>
              </a:cxn>
              <a:cxn ang="0">
                <a:pos x="connsiteX39679" y="connsiteY39679"/>
              </a:cxn>
              <a:cxn ang="0">
                <a:pos x="connsiteX39680" y="connsiteY39680"/>
              </a:cxn>
              <a:cxn ang="0">
                <a:pos x="connsiteX39681" y="connsiteY39681"/>
              </a:cxn>
              <a:cxn ang="0">
                <a:pos x="connsiteX39682" y="connsiteY39682"/>
              </a:cxn>
              <a:cxn ang="0">
                <a:pos x="connsiteX39683" y="connsiteY39683"/>
              </a:cxn>
              <a:cxn ang="0">
                <a:pos x="connsiteX39684" y="connsiteY39684"/>
              </a:cxn>
              <a:cxn ang="0">
                <a:pos x="connsiteX39685" y="connsiteY39685"/>
              </a:cxn>
              <a:cxn ang="0">
                <a:pos x="connsiteX39686" y="connsiteY39686"/>
              </a:cxn>
              <a:cxn ang="0">
                <a:pos x="connsiteX39687" y="connsiteY39687"/>
              </a:cxn>
              <a:cxn ang="0">
                <a:pos x="connsiteX39688" y="connsiteY39688"/>
              </a:cxn>
              <a:cxn ang="0">
                <a:pos x="connsiteX39689" y="connsiteY39689"/>
              </a:cxn>
              <a:cxn ang="0">
                <a:pos x="connsiteX39690" y="connsiteY39690"/>
              </a:cxn>
              <a:cxn ang="0">
                <a:pos x="connsiteX39691" y="connsiteY39691"/>
              </a:cxn>
              <a:cxn ang="0">
                <a:pos x="connsiteX39692" y="connsiteY39692"/>
              </a:cxn>
              <a:cxn ang="0">
                <a:pos x="connsiteX39693" y="connsiteY39693"/>
              </a:cxn>
              <a:cxn ang="0">
                <a:pos x="connsiteX39694" y="connsiteY39694"/>
              </a:cxn>
              <a:cxn ang="0">
                <a:pos x="connsiteX39695" y="connsiteY39695"/>
              </a:cxn>
              <a:cxn ang="0">
                <a:pos x="connsiteX39696" y="connsiteY39696"/>
              </a:cxn>
              <a:cxn ang="0">
                <a:pos x="connsiteX39697" y="connsiteY39697"/>
              </a:cxn>
              <a:cxn ang="0">
                <a:pos x="connsiteX39698" y="connsiteY39698"/>
              </a:cxn>
              <a:cxn ang="0">
                <a:pos x="connsiteX39699" y="connsiteY39699"/>
              </a:cxn>
              <a:cxn ang="0">
                <a:pos x="connsiteX39700" y="connsiteY39700"/>
              </a:cxn>
              <a:cxn ang="0">
                <a:pos x="connsiteX39701" y="connsiteY39701"/>
              </a:cxn>
              <a:cxn ang="0">
                <a:pos x="connsiteX39702" y="connsiteY39702"/>
              </a:cxn>
              <a:cxn ang="0">
                <a:pos x="connsiteX39703" y="connsiteY39703"/>
              </a:cxn>
              <a:cxn ang="0">
                <a:pos x="connsiteX39704" y="connsiteY39704"/>
              </a:cxn>
              <a:cxn ang="0">
                <a:pos x="connsiteX39705" y="connsiteY39705"/>
              </a:cxn>
              <a:cxn ang="0">
                <a:pos x="connsiteX39706" y="connsiteY39706"/>
              </a:cxn>
              <a:cxn ang="0">
                <a:pos x="connsiteX39707" y="connsiteY39707"/>
              </a:cxn>
              <a:cxn ang="0">
                <a:pos x="connsiteX39708" y="connsiteY39708"/>
              </a:cxn>
              <a:cxn ang="0">
                <a:pos x="connsiteX39709" y="connsiteY39709"/>
              </a:cxn>
              <a:cxn ang="0">
                <a:pos x="connsiteX39710" y="connsiteY39710"/>
              </a:cxn>
              <a:cxn ang="0">
                <a:pos x="connsiteX39711" y="connsiteY39711"/>
              </a:cxn>
              <a:cxn ang="0">
                <a:pos x="connsiteX39712" y="connsiteY39712"/>
              </a:cxn>
              <a:cxn ang="0">
                <a:pos x="connsiteX39713" y="connsiteY39713"/>
              </a:cxn>
              <a:cxn ang="0">
                <a:pos x="connsiteX39714" y="connsiteY39714"/>
              </a:cxn>
              <a:cxn ang="0">
                <a:pos x="connsiteX39715" y="connsiteY39715"/>
              </a:cxn>
              <a:cxn ang="0">
                <a:pos x="connsiteX39716" y="connsiteY39716"/>
              </a:cxn>
              <a:cxn ang="0">
                <a:pos x="connsiteX39717" y="connsiteY39717"/>
              </a:cxn>
              <a:cxn ang="0">
                <a:pos x="connsiteX39718" y="connsiteY39718"/>
              </a:cxn>
              <a:cxn ang="0">
                <a:pos x="connsiteX39719" y="connsiteY39719"/>
              </a:cxn>
              <a:cxn ang="0">
                <a:pos x="connsiteX39720" y="connsiteY39720"/>
              </a:cxn>
              <a:cxn ang="0">
                <a:pos x="connsiteX39721" y="connsiteY39721"/>
              </a:cxn>
              <a:cxn ang="0">
                <a:pos x="connsiteX39722" y="connsiteY39722"/>
              </a:cxn>
              <a:cxn ang="0">
                <a:pos x="connsiteX39723" y="connsiteY39723"/>
              </a:cxn>
              <a:cxn ang="0">
                <a:pos x="connsiteX39724" y="connsiteY39724"/>
              </a:cxn>
              <a:cxn ang="0">
                <a:pos x="connsiteX39725" y="connsiteY39725"/>
              </a:cxn>
              <a:cxn ang="0">
                <a:pos x="connsiteX39726" y="connsiteY39726"/>
              </a:cxn>
              <a:cxn ang="0">
                <a:pos x="connsiteX39727" y="connsiteY39727"/>
              </a:cxn>
              <a:cxn ang="0">
                <a:pos x="connsiteX39728" y="connsiteY39728"/>
              </a:cxn>
              <a:cxn ang="0">
                <a:pos x="connsiteX39729" y="connsiteY39729"/>
              </a:cxn>
              <a:cxn ang="0">
                <a:pos x="connsiteX39730" y="connsiteY39730"/>
              </a:cxn>
              <a:cxn ang="0">
                <a:pos x="connsiteX39731" y="connsiteY39731"/>
              </a:cxn>
              <a:cxn ang="0">
                <a:pos x="connsiteX39732" y="connsiteY39732"/>
              </a:cxn>
              <a:cxn ang="0">
                <a:pos x="connsiteX39733" y="connsiteY39733"/>
              </a:cxn>
              <a:cxn ang="0">
                <a:pos x="connsiteX39734" y="connsiteY39734"/>
              </a:cxn>
              <a:cxn ang="0">
                <a:pos x="connsiteX39735" y="connsiteY39735"/>
              </a:cxn>
              <a:cxn ang="0">
                <a:pos x="connsiteX39736" y="connsiteY39736"/>
              </a:cxn>
              <a:cxn ang="0">
                <a:pos x="connsiteX39737" y="connsiteY39737"/>
              </a:cxn>
              <a:cxn ang="0">
                <a:pos x="connsiteX39738" y="connsiteY39738"/>
              </a:cxn>
              <a:cxn ang="0">
                <a:pos x="connsiteX39739" y="connsiteY39739"/>
              </a:cxn>
              <a:cxn ang="0">
                <a:pos x="connsiteX39740" y="connsiteY39740"/>
              </a:cxn>
              <a:cxn ang="0">
                <a:pos x="connsiteX39741" y="connsiteY39741"/>
              </a:cxn>
              <a:cxn ang="0">
                <a:pos x="connsiteX39742" y="connsiteY39742"/>
              </a:cxn>
              <a:cxn ang="0">
                <a:pos x="connsiteX39743" y="connsiteY39743"/>
              </a:cxn>
              <a:cxn ang="0">
                <a:pos x="connsiteX39744" y="connsiteY39744"/>
              </a:cxn>
              <a:cxn ang="0">
                <a:pos x="connsiteX39745" y="connsiteY39745"/>
              </a:cxn>
              <a:cxn ang="0">
                <a:pos x="connsiteX39746" y="connsiteY39746"/>
              </a:cxn>
              <a:cxn ang="0">
                <a:pos x="connsiteX39747" y="connsiteY39747"/>
              </a:cxn>
              <a:cxn ang="0">
                <a:pos x="connsiteX39748" y="connsiteY39748"/>
              </a:cxn>
              <a:cxn ang="0">
                <a:pos x="connsiteX39749" y="connsiteY39749"/>
              </a:cxn>
              <a:cxn ang="0">
                <a:pos x="connsiteX39750" y="connsiteY39750"/>
              </a:cxn>
              <a:cxn ang="0">
                <a:pos x="connsiteX39751" y="connsiteY39751"/>
              </a:cxn>
              <a:cxn ang="0">
                <a:pos x="connsiteX39752" y="connsiteY39752"/>
              </a:cxn>
              <a:cxn ang="0">
                <a:pos x="connsiteX39753" y="connsiteY39753"/>
              </a:cxn>
              <a:cxn ang="0">
                <a:pos x="connsiteX39754" y="connsiteY39754"/>
              </a:cxn>
              <a:cxn ang="0">
                <a:pos x="connsiteX39755" y="connsiteY39755"/>
              </a:cxn>
              <a:cxn ang="0">
                <a:pos x="connsiteX39756" y="connsiteY39756"/>
              </a:cxn>
              <a:cxn ang="0">
                <a:pos x="connsiteX39757" y="connsiteY39757"/>
              </a:cxn>
              <a:cxn ang="0">
                <a:pos x="connsiteX39758" y="connsiteY39758"/>
              </a:cxn>
              <a:cxn ang="0">
                <a:pos x="connsiteX39759" y="connsiteY39759"/>
              </a:cxn>
              <a:cxn ang="0">
                <a:pos x="connsiteX39760" y="connsiteY39760"/>
              </a:cxn>
              <a:cxn ang="0">
                <a:pos x="connsiteX39761" y="connsiteY39761"/>
              </a:cxn>
              <a:cxn ang="0">
                <a:pos x="connsiteX39762" y="connsiteY39762"/>
              </a:cxn>
              <a:cxn ang="0">
                <a:pos x="connsiteX39763" y="connsiteY39763"/>
              </a:cxn>
              <a:cxn ang="0">
                <a:pos x="connsiteX39764" y="connsiteY39764"/>
              </a:cxn>
              <a:cxn ang="0">
                <a:pos x="connsiteX39765" y="connsiteY39765"/>
              </a:cxn>
              <a:cxn ang="0">
                <a:pos x="connsiteX39766" y="connsiteY39766"/>
              </a:cxn>
              <a:cxn ang="0">
                <a:pos x="connsiteX39767" y="connsiteY39767"/>
              </a:cxn>
              <a:cxn ang="0">
                <a:pos x="connsiteX39768" y="connsiteY39768"/>
              </a:cxn>
              <a:cxn ang="0">
                <a:pos x="connsiteX39769" y="connsiteY39769"/>
              </a:cxn>
              <a:cxn ang="0">
                <a:pos x="connsiteX39770" y="connsiteY39770"/>
              </a:cxn>
              <a:cxn ang="0">
                <a:pos x="connsiteX39771" y="connsiteY39771"/>
              </a:cxn>
              <a:cxn ang="0">
                <a:pos x="connsiteX39772" y="connsiteY39772"/>
              </a:cxn>
              <a:cxn ang="0">
                <a:pos x="connsiteX39773" y="connsiteY39773"/>
              </a:cxn>
              <a:cxn ang="0">
                <a:pos x="connsiteX39774" y="connsiteY39774"/>
              </a:cxn>
              <a:cxn ang="0">
                <a:pos x="connsiteX39775" y="connsiteY39775"/>
              </a:cxn>
              <a:cxn ang="0">
                <a:pos x="connsiteX39776" y="connsiteY39776"/>
              </a:cxn>
              <a:cxn ang="0">
                <a:pos x="connsiteX39777" y="connsiteY39777"/>
              </a:cxn>
              <a:cxn ang="0">
                <a:pos x="connsiteX39778" y="connsiteY39778"/>
              </a:cxn>
              <a:cxn ang="0">
                <a:pos x="connsiteX39779" y="connsiteY39779"/>
              </a:cxn>
              <a:cxn ang="0">
                <a:pos x="connsiteX39780" y="connsiteY39780"/>
              </a:cxn>
              <a:cxn ang="0">
                <a:pos x="connsiteX39781" y="connsiteY39781"/>
              </a:cxn>
              <a:cxn ang="0">
                <a:pos x="connsiteX39782" y="connsiteY39782"/>
              </a:cxn>
              <a:cxn ang="0">
                <a:pos x="connsiteX39783" y="connsiteY39783"/>
              </a:cxn>
              <a:cxn ang="0">
                <a:pos x="connsiteX39784" y="connsiteY39784"/>
              </a:cxn>
              <a:cxn ang="0">
                <a:pos x="connsiteX39785" y="connsiteY39785"/>
              </a:cxn>
              <a:cxn ang="0">
                <a:pos x="connsiteX39786" y="connsiteY39786"/>
              </a:cxn>
              <a:cxn ang="0">
                <a:pos x="connsiteX39787" y="connsiteY39787"/>
              </a:cxn>
              <a:cxn ang="0">
                <a:pos x="connsiteX39788" y="connsiteY39788"/>
              </a:cxn>
              <a:cxn ang="0">
                <a:pos x="connsiteX39789" y="connsiteY39789"/>
              </a:cxn>
              <a:cxn ang="0">
                <a:pos x="connsiteX39790" y="connsiteY39790"/>
              </a:cxn>
              <a:cxn ang="0">
                <a:pos x="connsiteX39791" y="connsiteY39791"/>
              </a:cxn>
              <a:cxn ang="0">
                <a:pos x="connsiteX39792" y="connsiteY39792"/>
              </a:cxn>
              <a:cxn ang="0">
                <a:pos x="connsiteX39793" y="connsiteY39793"/>
              </a:cxn>
              <a:cxn ang="0">
                <a:pos x="connsiteX39794" y="connsiteY39794"/>
              </a:cxn>
              <a:cxn ang="0">
                <a:pos x="connsiteX39795" y="connsiteY39795"/>
              </a:cxn>
              <a:cxn ang="0">
                <a:pos x="connsiteX39796" y="connsiteY39796"/>
              </a:cxn>
              <a:cxn ang="0">
                <a:pos x="connsiteX39797" y="connsiteY39797"/>
              </a:cxn>
              <a:cxn ang="0">
                <a:pos x="connsiteX39798" y="connsiteY39798"/>
              </a:cxn>
              <a:cxn ang="0">
                <a:pos x="connsiteX39799" y="connsiteY39799"/>
              </a:cxn>
              <a:cxn ang="0">
                <a:pos x="connsiteX39800" y="connsiteY39800"/>
              </a:cxn>
              <a:cxn ang="0">
                <a:pos x="connsiteX39801" y="connsiteY39801"/>
              </a:cxn>
              <a:cxn ang="0">
                <a:pos x="connsiteX39802" y="connsiteY39802"/>
              </a:cxn>
              <a:cxn ang="0">
                <a:pos x="connsiteX39803" y="connsiteY39803"/>
              </a:cxn>
              <a:cxn ang="0">
                <a:pos x="connsiteX39804" y="connsiteY39804"/>
              </a:cxn>
              <a:cxn ang="0">
                <a:pos x="connsiteX39805" y="connsiteY39805"/>
              </a:cxn>
              <a:cxn ang="0">
                <a:pos x="connsiteX39806" y="connsiteY39806"/>
              </a:cxn>
              <a:cxn ang="0">
                <a:pos x="connsiteX39807" y="connsiteY39807"/>
              </a:cxn>
              <a:cxn ang="0">
                <a:pos x="connsiteX39808" y="connsiteY39808"/>
              </a:cxn>
              <a:cxn ang="0">
                <a:pos x="connsiteX39809" y="connsiteY39809"/>
              </a:cxn>
              <a:cxn ang="0">
                <a:pos x="connsiteX39810" y="connsiteY39810"/>
              </a:cxn>
              <a:cxn ang="0">
                <a:pos x="connsiteX39811" y="connsiteY39811"/>
              </a:cxn>
              <a:cxn ang="0">
                <a:pos x="connsiteX39812" y="connsiteY39812"/>
              </a:cxn>
              <a:cxn ang="0">
                <a:pos x="connsiteX39813" y="connsiteY39813"/>
              </a:cxn>
              <a:cxn ang="0">
                <a:pos x="connsiteX39814" y="connsiteY39814"/>
              </a:cxn>
              <a:cxn ang="0">
                <a:pos x="connsiteX39815" y="connsiteY39815"/>
              </a:cxn>
              <a:cxn ang="0">
                <a:pos x="connsiteX39816" y="connsiteY39816"/>
              </a:cxn>
              <a:cxn ang="0">
                <a:pos x="connsiteX39817" y="connsiteY39817"/>
              </a:cxn>
              <a:cxn ang="0">
                <a:pos x="connsiteX39818" y="connsiteY39818"/>
              </a:cxn>
              <a:cxn ang="0">
                <a:pos x="connsiteX39819" y="connsiteY39819"/>
              </a:cxn>
              <a:cxn ang="0">
                <a:pos x="connsiteX39820" y="connsiteY39820"/>
              </a:cxn>
              <a:cxn ang="0">
                <a:pos x="connsiteX39821" y="connsiteY39821"/>
              </a:cxn>
              <a:cxn ang="0">
                <a:pos x="connsiteX39822" y="connsiteY39822"/>
              </a:cxn>
              <a:cxn ang="0">
                <a:pos x="connsiteX39823" y="connsiteY39823"/>
              </a:cxn>
              <a:cxn ang="0">
                <a:pos x="connsiteX39824" y="connsiteY39824"/>
              </a:cxn>
              <a:cxn ang="0">
                <a:pos x="connsiteX39825" y="connsiteY39825"/>
              </a:cxn>
              <a:cxn ang="0">
                <a:pos x="connsiteX39826" y="connsiteY39826"/>
              </a:cxn>
              <a:cxn ang="0">
                <a:pos x="connsiteX39827" y="connsiteY39827"/>
              </a:cxn>
              <a:cxn ang="0">
                <a:pos x="connsiteX39828" y="connsiteY39828"/>
              </a:cxn>
              <a:cxn ang="0">
                <a:pos x="connsiteX39829" y="connsiteY39829"/>
              </a:cxn>
              <a:cxn ang="0">
                <a:pos x="connsiteX39830" y="connsiteY39830"/>
              </a:cxn>
              <a:cxn ang="0">
                <a:pos x="connsiteX39831" y="connsiteY39831"/>
              </a:cxn>
              <a:cxn ang="0">
                <a:pos x="connsiteX39832" y="connsiteY39832"/>
              </a:cxn>
              <a:cxn ang="0">
                <a:pos x="connsiteX39833" y="connsiteY39833"/>
              </a:cxn>
              <a:cxn ang="0">
                <a:pos x="connsiteX39834" y="connsiteY39834"/>
              </a:cxn>
              <a:cxn ang="0">
                <a:pos x="connsiteX39835" y="connsiteY39835"/>
              </a:cxn>
              <a:cxn ang="0">
                <a:pos x="connsiteX39836" y="connsiteY39836"/>
              </a:cxn>
              <a:cxn ang="0">
                <a:pos x="connsiteX39837" y="connsiteY39837"/>
              </a:cxn>
              <a:cxn ang="0">
                <a:pos x="connsiteX39838" y="connsiteY39838"/>
              </a:cxn>
              <a:cxn ang="0">
                <a:pos x="connsiteX39839" y="connsiteY39839"/>
              </a:cxn>
              <a:cxn ang="0">
                <a:pos x="connsiteX39840" y="connsiteY39840"/>
              </a:cxn>
              <a:cxn ang="0">
                <a:pos x="connsiteX39841" y="connsiteY39841"/>
              </a:cxn>
              <a:cxn ang="0">
                <a:pos x="connsiteX39842" y="connsiteY39842"/>
              </a:cxn>
              <a:cxn ang="0">
                <a:pos x="connsiteX39843" y="connsiteY39843"/>
              </a:cxn>
              <a:cxn ang="0">
                <a:pos x="connsiteX39844" y="connsiteY39844"/>
              </a:cxn>
              <a:cxn ang="0">
                <a:pos x="connsiteX39845" y="connsiteY39845"/>
              </a:cxn>
              <a:cxn ang="0">
                <a:pos x="connsiteX39846" y="connsiteY39846"/>
              </a:cxn>
              <a:cxn ang="0">
                <a:pos x="connsiteX39847" y="connsiteY39847"/>
              </a:cxn>
              <a:cxn ang="0">
                <a:pos x="connsiteX39848" y="connsiteY39848"/>
              </a:cxn>
              <a:cxn ang="0">
                <a:pos x="connsiteX39849" y="connsiteY39849"/>
              </a:cxn>
              <a:cxn ang="0">
                <a:pos x="connsiteX39850" y="connsiteY39850"/>
              </a:cxn>
              <a:cxn ang="0">
                <a:pos x="connsiteX39851" y="connsiteY39851"/>
              </a:cxn>
              <a:cxn ang="0">
                <a:pos x="connsiteX39852" y="connsiteY39852"/>
              </a:cxn>
              <a:cxn ang="0">
                <a:pos x="connsiteX39853" y="connsiteY39853"/>
              </a:cxn>
              <a:cxn ang="0">
                <a:pos x="connsiteX39854" y="connsiteY39854"/>
              </a:cxn>
              <a:cxn ang="0">
                <a:pos x="connsiteX39855" y="connsiteY39855"/>
              </a:cxn>
              <a:cxn ang="0">
                <a:pos x="connsiteX39856" y="connsiteY39856"/>
              </a:cxn>
              <a:cxn ang="0">
                <a:pos x="connsiteX39857" y="connsiteY39857"/>
              </a:cxn>
              <a:cxn ang="0">
                <a:pos x="connsiteX39858" y="connsiteY39858"/>
              </a:cxn>
              <a:cxn ang="0">
                <a:pos x="connsiteX39859" y="connsiteY39859"/>
              </a:cxn>
              <a:cxn ang="0">
                <a:pos x="connsiteX39860" y="connsiteY39860"/>
              </a:cxn>
              <a:cxn ang="0">
                <a:pos x="connsiteX39861" y="connsiteY39861"/>
              </a:cxn>
              <a:cxn ang="0">
                <a:pos x="connsiteX39862" y="connsiteY39862"/>
              </a:cxn>
              <a:cxn ang="0">
                <a:pos x="connsiteX39863" y="connsiteY39863"/>
              </a:cxn>
              <a:cxn ang="0">
                <a:pos x="connsiteX39864" y="connsiteY39864"/>
              </a:cxn>
              <a:cxn ang="0">
                <a:pos x="connsiteX39865" y="connsiteY39865"/>
              </a:cxn>
              <a:cxn ang="0">
                <a:pos x="connsiteX39866" y="connsiteY39866"/>
              </a:cxn>
              <a:cxn ang="0">
                <a:pos x="connsiteX39867" y="connsiteY39867"/>
              </a:cxn>
              <a:cxn ang="0">
                <a:pos x="connsiteX39868" y="connsiteY39868"/>
              </a:cxn>
              <a:cxn ang="0">
                <a:pos x="connsiteX39869" y="connsiteY39869"/>
              </a:cxn>
              <a:cxn ang="0">
                <a:pos x="connsiteX39870" y="connsiteY39870"/>
              </a:cxn>
              <a:cxn ang="0">
                <a:pos x="connsiteX39871" y="connsiteY39871"/>
              </a:cxn>
              <a:cxn ang="0">
                <a:pos x="connsiteX39872" y="connsiteY39872"/>
              </a:cxn>
              <a:cxn ang="0">
                <a:pos x="connsiteX39873" y="connsiteY39873"/>
              </a:cxn>
              <a:cxn ang="0">
                <a:pos x="connsiteX39874" y="connsiteY39874"/>
              </a:cxn>
              <a:cxn ang="0">
                <a:pos x="connsiteX39875" y="connsiteY39875"/>
              </a:cxn>
              <a:cxn ang="0">
                <a:pos x="connsiteX39876" y="connsiteY39876"/>
              </a:cxn>
              <a:cxn ang="0">
                <a:pos x="connsiteX39877" y="connsiteY39877"/>
              </a:cxn>
              <a:cxn ang="0">
                <a:pos x="connsiteX39878" y="connsiteY39878"/>
              </a:cxn>
              <a:cxn ang="0">
                <a:pos x="connsiteX39879" y="connsiteY39879"/>
              </a:cxn>
              <a:cxn ang="0">
                <a:pos x="connsiteX39880" y="connsiteY39880"/>
              </a:cxn>
              <a:cxn ang="0">
                <a:pos x="connsiteX39881" y="connsiteY39881"/>
              </a:cxn>
              <a:cxn ang="0">
                <a:pos x="connsiteX39882" y="connsiteY39882"/>
              </a:cxn>
              <a:cxn ang="0">
                <a:pos x="connsiteX39883" y="connsiteY39883"/>
              </a:cxn>
              <a:cxn ang="0">
                <a:pos x="connsiteX39884" y="connsiteY39884"/>
              </a:cxn>
              <a:cxn ang="0">
                <a:pos x="connsiteX39885" y="connsiteY39885"/>
              </a:cxn>
              <a:cxn ang="0">
                <a:pos x="connsiteX39886" y="connsiteY39886"/>
              </a:cxn>
              <a:cxn ang="0">
                <a:pos x="connsiteX39887" y="connsiteY39887"/>
              </a:cxn>
              <a:cxn ang="0">
                <a:pos x="connsiteX39888" y="connsiteY39888"/>
              </a:cxn>
              <a:cxn ang="0">
                <a:pos x="connsiteX39889" y="connsiteY39889"/>
              </a:cxn>
              <a:cxn ang="0">
                <a:pos x="connsiteX39890" y="connsiteY39890"/>
              </a:cxn>
              <a:cxn ang="0">
                <a:pos x="connsiteX39891" y="connsiteY39891"/>
              </a:cxn>
              <a:cxn ang="0">
                <a:pos x="connsiteX39892" y="connsiteY39892"/>
              </a:cxn>
              <a:cxn ang="0">
                <a:pos x="connsiteX39893" y="connsiteY39893"/>
              </a:cxn>
              <a:cxn ang="0">
                <a:pos x="connsiteX39894" y="connsiteY39894"/>
              </a:cxn>
              <a:cxn ang="0">
                <a:pos x="connsiteX39895" y="connsiteY39895"/>
              </a:cxn>
              <a:cxn ang="0">
                <a:pos x="connsiteX39896" y="connsiteY39896"/>
              </a:cxn>
              <a:cxn ang="0">
                <a:pos x="connsiteX39897" y="connsiteY39897"/>
              </a:cxn>
              <a:cxn ang="0">
                <a:pos x="connsiteX39898" y="connsiteY39898"/>
              </a:cxn>
              <a:cxn ang="0">
                <a:pos x="connsiteX39899" y="connsiteY39899"/>
              </a:cxn>
              <a:cxn ang="0">
                <a:pos x="connsiteX39900" y="connsiteY39900"/>
              </a:cxn>
              <a:cxn ang="0">
                <a:pos x="connsiteX39901" y="connsiteY39901"/>
              </a:cxn>
              <a:cxn ang="0">
                <a:pos x="connsiteX39902" y="connsiteY39902"/>
              </a:cxn>
              <a:cxn ang="0">
                <a:pos x="connsiteX39903" y="connsiteY39903"/>
              </a:cxn>
              <a:cxn ang="0">
                <a:pos x="connsiteX39904" y="connsiteY39904"/>
              </a:cxn>
              <a:cxn ang="0">
                <a:pos x="connsiteX39905" y="connsiteY39905"/>
              </a:cxn>
              <a:cxn ang="0">
                <a:pos x="connsiteX39906" y="connsiteY39906"/>
              </a:cxn>
              <a:cxn ang="0">
                <a:pos x="connsiteX39907" y="connsiteY39907"/>
              </a:cxn>
              <a:cxn ang="0">
                <a:pos x="connsiteX39908" y="connsiteY39908"/>
              </a:cxn>
              <a:cxn ang="0">
                <a:pos x="connsiteX39909" y="connsiteY39909"/>
              </a:cxn>
              <a:cxn ang="0">
                <a:pos x="connsiteX39910" y="connsiteY39910"/>
              </a:cxn>
              <a:cxn ang="0">
                <a:pos x="connsiteX39911" y="connsiteY39911"/>
              </a:cxn>
              <a:cxn ang="0">
                <a:pos x="connsiteX39912" y="connsiteY39912"/>
              </a:cxn>
              <a:cxn ang="0">
                <a:pos x="connsiteX39913" y="connsiteY39913"/>
              </a:cxn>
              <a:cxn ang="0">
                <a:pos x="connsiteX39914" y="connsiteY39914"/>
              </a:cxn>
              <a:cxn ang="0">
                <a:pos x="connsiteX39915" y="connsiteY39915"/>
              </a:cxn>
              <a:cxn ang="0">
                <a:pos x="connsiteX39916" y="connsiteY39916"/>
              </a:cxn>
              <a:cxn ang="0">
                <a:pos x="connsiteX39917" y="connsiteY39917"/>
              </a:cxn>
              <a:cxn ang="0">
                <a:pos x="connsiteX39918" y="connsiteY39918"/>
              </a:cxn>
              <a:cxn ang="0">
                <a:pos x="connsiteX39919" y="connsiteY39919"/>
              </a:cxn>
              <a:cxn ang="0">
                <a:pos x="connsiteX39920" y="connsiteY39920"/>
              </a:cxn>
              <a:cxn ang="0">
                <a:pos x="connsiteX39921" y="connsiteY39921"/>
              </a:cxn>
              <a:cxn ang="0">
                <a:pos x="connsiteX39922" y="connsiteY39922"/>
              </a:cxn>
              <a:cxn ang="0">
                <a:pos x="connsiteX39923" y="connsiteY39923"/>
              </a:cxn>
              <a:cxn ang="0">
                <a:pos x="connsiteX39924" y="connsiteY39924"/>
              </a:cxn>
              <a:cxn ang="0">
                <a:pos x="connsiteX39925" y="connsiteY39925"/>
              </a:cxn>
              <a:cxn ang="0">
                <a:pos x="connsiteX39926" y="connsiteY39926"/>
              </a:cxn>
              <a:cxn ang="0">
                <a:pos x="connsiteX39927" y="connsiteY39927"/>
              </a:cxn>
              <a:cxn ang="0">
                <a:pos x="connsiteX39928" y="connsiteY39928"/>
              </a:cxn>
              <a:cxn ang="0">
                <a:pos x="connsiteX39929" y="connsiteY39929"/>
              </a:cxn>
              <a:cxn ang="0">
                <a:pos x="connsiteX39930" y="connsiteY39930"/>
              </a:cxn>
              <a:cxn ang="0">
                <a:pos x="connsiteX39931" y="connsiteY39931"/>
              </a:cxn>
              <a:cxn ang="0">
                <a:pos x="connsiteX39932" y="connsiteY39932"/>
              </a:cxn>
              <a:cxn ang="0">
                <a:pos x="connsiteX39933" y="connsiteY39933"/>
              </a:cxn>
              <a:cxn ang="0">
                <a:pos x="connsiteX39934" y="connsiteY39934"/>
              </a:cxn>
              <a:cxn ang="0">
                <a:pos x="connsiteX39935" y="connsiteY39935"/>
              </a:cxn>
              <a:cxn ang="0">
                <a:pos x="connsiteX39936" y="connsiteY39936"/>
              </a:cxn>
              <a:cxn ang="0">
                <a:pos x="connsiteX39937" y="connsiteY39937"/>
              </a:cxn>
              <a:cxn ang="0">
                <a:pos x="connsiteX39938" y="connsiteY39938"/>
              </a:cxn>
              <a:cxn ang="0">
                <a:pos x="connsiteX39939" y="connsiteY39939"/>
              </a:cxn>
              <a:cxn ang="0">
                <a:pos x="connsiteX39940" y="connsiteY39940"/>
              </a:cxn>
              <a:cxn ang="0">
                <a:pos x="connsiteX39941" y="connsiteY39941"/>
              </a:cxn>
              <a:cxn ang="0">
                <a:pos x="connsiteX39942" y="connsiteY39942"/>
              </a:cxn>
              <a:cxn ang="0">
                <a:pos x="connsiteX39943" y="connsiteY39943"/>
              </a:cxn>
              <a:cxn ang="0">
                <a:pos x="connsiteX39944" y="connsiteY39944"/>
              </a:cxn>
              <a:cxn ang="0">
                <a:pos x="connsiteX39945" y="connsiteY39945"/>
              </a:cxn>
              <a:cxn ang="0">
                <a:pos x="connsiteX39946" y="connsiteY39946"/>
              </a:cxn>
              <a:cxn ang="0">
                <a:pos x="connsiteX39947" y="connsiteY39947"/>
              </a:cxn>
              <a:cxn ang="0">
                <a:pos x="connsiteX39948" y="connsiteY39948"/>
              </a:cxn>
              <a:cxn ang="0">
                <a:pos x="connsiteX39949" y="connsiteY39949"/>
              </a:cxn>
              <a:cxn ang="0">
                <a:pos x="connsiteX39950" y="connsiteY39950"/>
              </a:cxn>
              <a:cxn ang="0">
                <a:pos x="connsiteX39951" y="connsiteY39951"/>
              </a:cxn>
              <a:cxn ang="0">
                <a:pos x="connsiteX39952" y="connsiteY39952"/>
              </a:cxn>
              <a:cxn ang="0">
                <a:pos x="connsiteX39953" y="connsiteY39953"/>
              </a:cxn>
              <a:cxn ang="0">
                <a:pos x="connsiteX39954" y="connsiteY39954"/>
              </a:cxn>
              <a:cxn ang="0">
                <a:pos x="connsiteX39955" y="connsiteY39955"/>
              </a:cxn>
              <a:cxn ang="0">
                <a:pos x="connsiteX39956" y="connsiteY39956"/>
              </a:cxn>
              <a:cxn ang="0">
                <a:pos x="connsiteX39957" y="connsiteY39957"/>
              </a:cxn>
              <a:cxn ang="0">
                <a:pos x="connsiteX39958" y="connsiteY39958"/>
              </a:cxn>
              <a:cxn ang="0">
                <a:pos x="connsiteX39959" y="connsiteY39959"/>
              </a:cxn>
              <a:cxn ang="0">
                <a:pos x="connsiteX39960" y="connsiteY39960"/>
              </a:cxn>
              <a:cxn ang="0">
                <a:pos x="connsiteX39961" y="connsiteY39961"/>
              </a:cxn>
              <a:cxn ang="0">
                <a:pos x="connsiteX39962" y="connsiteY39962"/>
              </a:cxn>
              <a:cxn ang="0">
                <a:pos x="connsiteX39963" y="connsiteY39963"/>
              </a:cxn>
              <a:cxn ang="0">
                <a:pos x="connsiteX39964" y="connsiteY39964"/>
              </a:cxn>
              <a:cxn ang="0">
                <a:pos x="connsiteX39965" y="connsiteY39965"/>
              </a:cxn>
              <a:cxn ang="0">
                <a:pos x="connsiteX39966" y="connsiteY39966"/>
              </a:cxn>
              <a:cxn ang="0">
                <a:pos x="connsiteX39967" y="connsiteY39967"/>
              </a:cxn>
              <a:cxn ang="0">
                <a:pos x="connsiteX39968" y="connsiteY39968"/>
              </a:cxn>
              <a:cxn ang="0">
                <a:pos x="connsiteX39969" y="connsiteY39969"/>
              </a:cxn>
              <a:cxn ang="0">
                <a:pos x="connsiteX39970" y="connsiteY39970"/>
              </a:cxn>
              <a:cxn ang="0">
                <a:pos x="connsiteX39971" y="connsiteY39971"/>
              </a:cxn>
              <a:cxn ang="0">
                <a:pos x="connsiteX39972" y="connsiteY39972"/>
              </a:cxn>
              <a:cxn ang="0">
                <a:pos x="connsiteX39973" y="connsiteY39973"/>
              </a:cxn>
              <a:cxn ang="0">
                <a:pos x="connsiteX39974" y="connsiteY39974"/>
              </a:cxn>
              <a:cxn ang="0">
                <a:pos x="connsiteX39975" y="connsiteY39975"/>
              </a:cxn>
              <a:cxn ang="0">
                <a:pos x="connsiteX39976" y="connsiteY39976"/>
              </a:cxn>
              <a:cxn ang="0">
                <a:pos x="connsiteX39977" y="connsiteY39977"/>
              </a:cxn>
              <a:cxn ang="0">
                <a:pos x="connsiteX39978" y="connsiteY39978"/>
              </a:cxn>
              <a:cxn ang="0">
                <a:pos x="connsiteX39979" y="connsiteY39979"/>
              </a:cxn>
              <a:cxn ang="0">
                <a:pos x="connsiteX39980" y="connsiteY39980"/>
              </a:cxn>
              <a:cxn ang="0">
                <a:pos x="connsiteX39981" y="connsiteY39981"/>
              </a:cxn>
              <a:cxn ang="0">
                <a:pos x="connsiteX39982" y="connsiteY39982"/>
              </a:cxn>
              <a:cxn ang="0">
                <a:pos x="connsiteX39983" y="connsiteY39983"/>
              </a:cxn>
              <a:cxn ang="0">
                <a:pos x="connsiteX39984" y="connsiteY39984"/>
              </a:cxn>
              <a:cxn ang="0">
                <a:pos x="connsiteX39985" y="connsiteY39985"/>
              </a:cxn>
              <a:cxn ang="0">
                <a:pos x="connsiteX39986" y="connsiteY39986"/>
              </a:cxn>
              <a:cxn ang="0">
                <a:pos x="connsiteX39987" y="connsiteY39987"/>
              </a:cxn>
              <a:cxn ang="0">
                <a:pos x="connsiteX39988" y="connsiteY39988"/>
              </a:cxn>
              <a:cxn ang="0">
                <a:pos x="connsiteX39989" y="connsiteY39989"/>
              </a:cxn>
              <a:cxn ang="0">
                <a:pos x="connsiteX39990" y="connsiteY39990"/>
              </a:cxn>
              <a:cxn ang="0">
                <a:pos x="connsiteX39991" y="connsiteY39991"/>
              </a:cxn>
              <a:cxn ang="0">
                <a:pos x="connsiteX39992" y="connsiteY39992"/>
              </a:cxn>
              <a:cxn ang="0">
                <a:pos x="connsiteX39993" y="connsiteY39993"/>
              </a:cxn>
              <a:cxn ang="0">
                <a:pos x="connsiteX39994" y="connsiteY39994"/>
              </a:cxn>
              <a:cxn ang="0">
                <a:pos x="connsiteX39995" y="connsiteY39995"/>
              </a:cxn>
              <a:cxn ang="0">
                <a:pos x="connsiteX39996" y="connsiteY39996"/>
              </a:cxn>
              <a:cxn ang="0">
                <a:pos x="connsiteX39997" y="connsiteY39997"/>
              </a:cxn>
              <a:cxn ang="0">
                <a:pos x="connsiteX39998" y="connsiteY39998"/>
              </a:cxn>
              <a:cxn ang="0">
                <a:pos x="connsiteX39999" y="connsiteY39999"/>
              </a:cxn>
              <a:cxn ang="0">
                <a:pos x="connsiteX40000" y="connsiteY40000"/>
              </a:cxn>
              <a:cxn ang="0">
                <a:pos x="connsiteX40001" y="connsiteY40001"/>
              </a:cxn>
              <a:cxn ang="0">
                <a:pos x="connsiteX40002" y="connsiteY40002"/>
              </a:cxn>
              <a:cxn ang="0">
                <a:pos x="connsiteX40003" y="connsiteY40003"/>
              </a:cxn>
              <a:cxn ang="0">
                <a:pos x="connsiteX40004" y="connsiteY40004"/>
              </a:cxn>
              <a:cxn ang="0">
                <a:pos x="connsiteX40005" y="connsiteY40005"/>
              </a:cxn>
              <a:cxn ang="0">
                <a:pos x="connsiteX40006" y="connsiteY40006"/>
              </a:cxn>
              <a:cxn ang="0">
                <a:pos x="connsiteX40007" y="connsiteY40007"/>
              </a:cxn>
              <a:cxn ang="0">
                <a:pos x="connsiteX40008" y="connsiteY40008"/>
              </a:cxn>
              <a:cxn ang="0">
                <a:pos x="connsiteX40009" y="connsiteY40009"/>
              </a:cxn>
              <a:cxn ang="0">
                <a:pos x="connsiteX40010" y="connsiteY40010"/>
              </a:cxn>
              <a:cxn ang="0">
                <a:pos x="connsiteX40011" y="connsiteY40011"/>
              </a:cxn>
              <a:cxn ang="0">
                <a:pos x="connsiteX40012" y="connsiteY40012"/>
              </a:cxn>
              <a:cxn ang="0">
                <a:pos x="connsiteX40013" y="connsiteY40013"/>
              </a:cxn>
              <a:cxn ang="0">
                <a:pos x="connsiteX40014" y="connsiteY40014"/>
              </a:cxn>
              <a:cxn ang="0">
                <a:pos x="connsiteX40015" y="connsiteY40015"/>
              </a:cxn>
              <a:cxn ang="0">
                <a:pos x="connsiteX40016" y="connsiteY40016"/>
              </a:cxn>
              <a:cxn ang="0">
                <a:pos x="connsiteX40017" y="connsiteY40017"/>
              </a:cxn>
              <a:cxn ang="0">
                <a:pos x="connsiteX40018" y="connsiteY40018"/>
              </a:cxn>
              <a:cxn ang="0">
                <a:pos x="connsiteX40019" y="connsiteY40019"/>
              </a:cxn>
              <a:cxn ang="0">
                <a:pos x="connsiteX40020" y="connsiteY40020"/>
              </a:cxn>
              <a:cxn ang="0">
                <a:pos x="connsiteX40021" y="connsiteY40021"/>
              </a:cxn>
              <a:cxn ang="0">
                <a:pos x="connsiteX40022" y="connsiteY40022"/>
              </a:cxn>
              <a:cxn ang="0">
                <a:pos x="connsiteX40023" y="connsiteY40023"/>
              </a:cxn>
              <a:cxn ang="0">
                <a:pos x="connsiteX40024" y="connsiteY40024"/>
              </a:cxn>
              <a:cxn ang="0">
                <a:pos x="connsiteX40025" y="connsiteY40025"/>
              </a:cxn>
              <a:cxn ang="0">
                <a:pos x="connsiteX40026" y="connsiteY40026"/>
              </a:cxn>
              <a:cxn ang="0">
                <a:pos x="connsiteX40027" y="connsiteY40027"/>
              </a:cxn>
              <a:cxn ang="0">
                <a:pos x="connsiteX40028" y="connsiteY40028"/>
              </a:cxn>
              <a:cxn ang="0">
                <a:pos x="connsiteX40029" y="connsiteY40029"/>
              </a:cxn>
              <a:cxn ang="0">
                <a:pos x="connsiteX40030" y="connsiteY40030"/>
              </a:cxn>
              <a:cxn ang="0">
                <a:pos x="connsiteX40031" y="connsiteY40031"/>
              </a:cxn>
              <a:cxn ang="0">
                <a:pos x="connsiteX40032" y="connsiteY40032"/>
              </a:cxn>
              <a:cxn ang="0">
                <a:pos x="connsiteX40033" y="connsiteY40033"/>
              </a:cxn>
              <a:cxn ang="0">
                <a:pos x="connsiteX40034" y="connsiteY40034"/>
              </a:cxn>
              <a:cxn ang="0">
                <a:pos x="connsiteX40035" y="connsiteY40035"/>
              </a:cxn>
              <a:cxn ang="0">
                <a:pos x="connsiteX40036" y="connsiteY40036"/>
              </a:cxn>
              <a:cxn ang="0">
                <a:pos x="connsiteX40037" y="connsiteY40037"/>
              </a:cxn>
              <a:cxn ang="0">
                <a:pos x="connsiteX40038" y="connsiteY40038"/>
              </a:cxn>
              <a:cxn ang="0">
                <a:pos x="connsiteX40039" y="connsiteY40039"/>
              </a:cxn>
              <a:cxn ang="0">
                <a:pos x="connsiteX40040" y="connsiteY40040"/>
              </a:cxn>
              <a:cxn ang="0">
                <a:pos x="connsiteX40041" y="connsiteY40041"/>
              </a:cxn>
              <a:cxn ang="0">
                <a:pos x="connsiteX40042" y="connsiteY40042"/>
              </a:cxn>
              <a:cxn ang="0">
                <a:pos x="connsiteX40043" y="connsiteY40043"/>
              </a:cxn>
              <a:cxn ang="0">
                <a:pos x="connsiteX40044" y="connsiteY40044"/>
              </a:cxn>
              <a:cxn ang="0">
                <a:pos x="connsiteX40045" y="connsiteY40045"/>
              </a:cxn>
              <a:cxn ang="0">
                <a:pos x="connsiteX40046" y="connsiteY40046"/>
              </a:cxn>
              <a:cxn ang="0">
                <a:pos x="connsiteX40047" y="connsiteY40047"/>
              </a:cxn>
              <a:cxn ang="0">
                <a:pos x="connsiteX40048" y="connsiteY40048"/>
              </a:cxn>
              <a:cxn ang="0">
                <a:pos x="connsiteX40049" y="connsiteY40049"/>
              </a:cxn>
              <a:cxn ang="0">
                <a:pos x="connsiteX40050" y="connsiteY40050"/>
              </a:cxn>
              <a:cxn ang="0">
                <a:pos x="connsiteX40051" y="connsiteY40051"/>
              </a:cxn>
              <a:cxn ang="0">
                <a:pos x="connsiteX40052" y="connsiteY40052"/>
              </a:cxn>
              <a:cxn ang="0">
                <a:pos x="connsiteX40053" y="connsiteY40053"/>
              </a:cxn>
              <a:cxn ang="0">
                <a:pos x="connsiteX40054" y="connsiteY40054"/>
              </a:cxn>
              <a:cxn ang="0">
                <a:pos x="connsiteX40055" y="connsiteY40055"/>
              </a:cxn>
              <a:cxn ang="0">
                <a:pos x="connsiteX40056" y="connsiteY40056"/>
              </a:cxn>
              <a:cxn ang="0">
                <a:pos x="connsiteX40057" y="connsiteY40057"/>
              </a:cxn>
              <a:cxn ang="0">
                <a:pos x="connsiteX40058" y="connsiteY40058"/>
              </a:cxn>
              <a:cxn ang="0">
                <a:pos x="connsiteX40059" y="connsiteY40059"/>
              </a:cxn>
              <a:cxn ang="0">
                <a:pos x="connsiteX40060" y="connsiteY40060"/>
              </a:cxn>
              <a:cxn ang="0">
                <a:pos x="connsiteX40061" y="connsiteY40061"/>
              </a:cxn>
              <a:cxn ang="0">
                <a:pos x="connsiteX40062" y="connsiteY40062"/>
              </a:cxn>
              <a:cxn ang="0">
                <a:pos x="connsiteX40063" y="connsiteY40063"/>
              </a:cxn>
              <a:cxn ang="0">
                <a:pos x="connsiteX40064" y="connsiteY40064"/>
              </a:cxn>
              <a:cxn ang="0">
                <a:pos x="connsiteX40065" y="connsiteY40065"/>
              </a:cxn>
              <a:cxn ang="0">
                <a:pos x="connsiteX40066" y="connsiteY40066"/>
              </a:cxn>
              <a:cxn ang="0">
                <a:pos x="connsiteX40067" y="connsiteY40067"/>
              </a:cxn>
              <a:cxn ang="0">
                <a:pos x="connsiteX40068" y="connsiteY40068"/>
              </a:cxn>
              <a:cxn ang="0">
                <a:pos x="connsiteX40069" y="connsiteY40069"/>
              </a:cxn>
              <a:cxn ang="0">
                <a:pos x="connsiteX40070" y="connsiteY40070"/>
              </a:cxn>
              <a:cxn ang="0">
                <a:pos x="connsiteX40071" y="connsiteY40071"/>
              </a:cxn>
              <a:cxn ang="0">
                <a:pos x="connsiteX40072" y="connsiteY40072"/>
              </a:cxn>
              <a:cxn ang="0">
                <a:pos x="connsiteX40073" y="connsiteY40073"/>
              </a:cxn>
              <a:cxn ang="0">
                <a:pos x="connsiteX40074" y="connsiteY40074"/>
              </a:cxn>
              <a:cxn ang="0">
                <a:pos x="connsiteX40075" y="connsiteY40075"/>
              </a:cxn>
              <a:cxn ang="0">
                <a:pos x="connsiteX40076" y="connsiteY40076"/>
              </a:cxn>
              <a:cxn ang="0">
                <a:pos x="connsiteX40077" y="connsiteY40077"/>
              </a:cxn>
              <a:cxn ang="0">
                <a:pos x="connsiteX40078" y="connsiteY40078"/>
              </a:cxn>
              <a:cxn ang="0">
                <a:pos x="connsiteX40079" y="connsiteY40079"/>
              </a:cxn>
              <a:cxn ang="0">
                <a:pos x="connsiteX40080" y="connsiteY40080"/>
              </a:cxn>
              <a:cxn ang="0">
                <a:pos x="connsiteX40081" y="connsiteY40081"/>
              </a:cxn>
              <a:cxn ang="0">
                <a:pos x="connsiteX40082" y="connsiteY40082"/>
              </a:cxn>
              <a:cxn ang="0">
                <a:pos x="connsiteX40083" y="connsiteY40083"/>
              </a:cxn>
              <a:cxn ang="0">
                <a:pos x="connsiteX40084" y="connsiteY40084"/>
              </a:cxn>
              <a:cxn ang="0">
                <a:pos x="connsiteX40085" y="connsiteY40085"/>
              </a:cxn>
              <a:cxn ang="0">
                <a:pos x="connsiteX40086" y="connsiteY40086"/>
              </a:cxn>
              <a:cxn ang="0">
                <a:pos x="connsiteX40087" y="connsiteY40087"/>
              </a:cxn>
              <a:cxn ang="0">
                <a:pos x="connsiteX40088" y="connsiteY40088"/>
              </a:cxn>
              <a:cxn ang="0">
                <a:pos x="connsiteX40089" y="connsiteY40089"/>
              </a:cxn>
              <a:cxn ang="0">
                <a:pos x="connsiteX40090" y="connsiteY40090"/>
              </a:cxn>
              <a:cxn ang="0">
                <a:pos x="connsiteX40091" y="connsiteY40091"/>
              </a:cxn>
              <a:cxn ang="0">
                <a:pos x="connsiteX40092" y="connsiteY40092"/>
              </a:cxn>
              <a:cxn ang="0">
                <a:pos x="connsiteX40093" y="connsiteY40093"/>
              </a:cxn>
              <a:cxn ang="0">
                <a:pos x="connsiteX40094" y="connsiteY40094"/>
              </a:cxn>
              <a:cxn ang="0">
                <a:pos x="connsiteX40095" y="connsiteY40095"/>
              </a:cxn>
              <a:cxn ang="0">
                <a:pos x="connsiteX40096" y="connsiteY40096"/>
              </a:cxn>
              <a:cxn ang="0">
                <a:pos x="connsiteX40097" y="connsiteY40097"/>
              </a:cxn>
              <a:cxn ang="0">
                <a:pos x="connsiteX40098" y="connsiteY40098"/>
              </a:cxn>
              <a:cxn ang="0">
                <a:pos x="connsiteX40099" y="connsiteY40099"/>
              </a:cxn>
              <a:cxn ang="0">
                <a:pos x="connsiteX40100" y="connsiteY40100"/>
              </a:cxn>
              <a:cxn ang="0">
                <a:pos x="connsiteX40101" y="connsiteY40101"/>
              </a:cxn>
              <a:cxn ang="0">
                <a:pos x="connsiteX40102" y="connsiteY40102"/>
              </a:cxn>
              <a:cxn ang="0">
                <a:pos x="connsiteX40103" y="connsiteY40103"/>
              </a:cxn>
              <a:cxn ang="0">
                <a:pos x="connsiteX40104" y="connsiteY40104"/>
              </a:cxn>
              <a:cxn ang="0">
                <a:pos x="connsiteX40105" y="connsiteY40105"/>
              </a:cxn>
              <a:cxn ang="0">
                <a:pos x="connsiteX40106" y="connsiteY40106"/>
              </a:cxn>
              <a:cxn ang="0">
                <a:pos x="connsiteX40107" y="connsiteY40107"/>
              </a:cxn>
              <a:cxn ang="0">
                <a:pos x="connsiteX40108" y="connsiteY40108"/>
              </a:cxn>
              <a:cxn ang="0">
                <a:pos x="connsiteX40109" y="connsiteY40109"/>
              </a:cxn>
              <a:cxn ang="0">
                <a:pos x="connsiteX40110" y="connsiteY40110"/>
              </a:cxn>
              <a:cxn ang="0">
                <a:pos x="connsiteX40111" y="connsiteY40111"/>
              </a:cxn>
              <a:cxn ang="0">
                <a:pos x="connsiteX40112" y="connsiteY40112"/>
              </a:cxn>
              <a:cxn ang="0">
                <a:pos x="connsiteX40113" y="connsiteY40113"/>
              </a:cxn>
              <a:cxn ang="0">
                <a:pos x="connsiteX40114" y="connsiteY40114"/>
              </a:cxn>
              <a:cxn ang="0">
                <a:pos x="connsiteX40115" y="connsiteY40115"/>
              </a:cxn>
              <a:cxn ang="0">
                <a:pos x="connsiteX40116" y="connsiteY40116"/>
              </a:cxn>
              <a:cxn ang="0">
                <a:pos x="connsiteX40117" y="connsiteY40117"/>
              </a:cxn>
              <a:cxn ang="0">
                <a:pos x="connsiteX40118" y="connsiteY40118"/>
              </a:cxn>
              <a:cxn ang="0">
                <a:pos x="connsiteX40119" y="connsiteY40119"/>
              </a:cxn>
              <a:cxn ang="0">
                <a:pos x="connsiteX40120" y="connsiteY40120"/>
              </a:cxn>
              <a:cxn ang="0">
                <a:pos x="connsiteX40121" y="connsiteY40121"/>
              </a:cxn>
              <a:cxn ang="0">
                <a:pos x="connsiteX40122" y="connsiteY40122"/>
              </a:cxn>
              <a:cxn ang="0">
                <a:pos x="connsiteX40123" y="connsiteY40123"/>
              </a:cxn>
              <a:cxn ang="0">
                <a:pos x="connsiteX40124" y="connsiteY40124"/>
              </a:cxn>
              <a:cxn ang="0">
                <a:pos x="connsiteX40125" y="connsiteY40125"/>
              </a:cxn>
              <a:cxn ang="0">
                <a:pos x="connsiteX40126" y="connsiteY40126"/>
              </a:cxn>
              <a:cxn ang="0">
                <a:pos x="connsiteX40127" y="connsiteY40127"/>
              </a:cxn>
              <a:cxn ang="0">
                <a:pos x="connsiteX40128" y="connsiteY40128"/>
              </a:cxn>
              <a:cxn ang="0">
                <a:pos x="connsiteX40129" y="connsiteY40129"/>
              </a:cxn>
              <a:cxn ang="0">
                <a:pos x="connsiteX40130" y="connsiteY40130"/>
              </a:cxn>
              <a:cxn ang="0">
                <a:pos x="connsiteX40131" y="connsiteY40131"/>
              </a:cxn>
              <a:cxn ang="0">
                <a:pos x="connsiteX40132" y="connsiteY40132"/>
              </a:cxn>
              <a:cxn ang="0">
                <a:pos x="connsiteX40133" y="connsiteY40133"/>
              </a:cxn>
              <a:cxn ang="0">
                <a:pos x="connsiteX40134" y="connsiteY40134"/>
              </a:cxn>
              <a:cxn ang="0">
                <a:pos x="connsiteX40135" y="connsiteY40135"/>
              </a:cxn>
              <a:cxn ang="0">
                <a:pos x="connsiteX40136" y="connsiteY40136"/>
              </a:cxn>
              <a:cxn ang="0">
                <a:pos x="connsiteX40137" y="connsiteY40137"/>
              </a:cxn>
              <a:cxn ang="0">
                <a:pos x="connsiteX40138" y="connsiteY40138"/>
              </a:cxn>
              <a:cxn ang="0">
                <a:pos x="connsiteX40139" y="connsiteY40139"/>
              </a:cxn>
              <a:cxn ang="0">
                <a:pos x="connsiteX40140" y="connsiteY40140"/>
              </a:cxn>
              <a:cxn ang="0">
                <a:pos x="connsiteX40141" y="connsiteY40141"/>
              </a:cxn>
              <a:cxn ang="0">
                <a:pos x="connsiteX40142" y="connsiteY40142"/>
              </a:cxn>
              <a:cxn ang="0">
                <a:pos x="connsiteX40143" y="connsiteY40143"/>
              </a:cxn>
              <a:cxn ang="0">
                <a:pos x="connsiteX40144" y="connsiteY40144"/>
              </a:cxn>
              <a:cxn ang="0">
                <a:pos x="connsiteX40145" y="connsiteY40145"/>
              </a:cxn>
              <a:cxn ang="0">
                <a:pos x="connsiteX40146" y="connsiteY40146"/>
              </a:cxn>
              <a:cxn ang="0">
                <a:pos x="connsiteX40147" y="connsiteY40147"/>
              </a:cxn>
              <a:cxn ang="0">
                <a:pos x="connsiteX40148" y="connsiteY40148"/>
              </a:cxn>
              <a:cxn ang="0">
                <a:pos x="connsiteX40149" y="connsiteY40149"/>
              </a:cxn>
              <a:cxn ang="0">
                <a:pos x="connsiteX40150" y="connsiteY40150"/>
              </a:cxn>
              <a:cxn ang="0">
                <a:pos x="connsiteX40151" y="connsiteY40151"/>
              </a:cxn>
              <a:cxn ang="0">
                <a:pos x="connsiteX40152" y="connsiteY40152"/>
              </a:cxn>
              <a:cxn ang="0">
                <a:pos x="connsiteX40153" y="connsiteY40153"/>
              </a:cxn>
              <a:cxn ang="0">
                <a:pos x="connsiteX40154" y="connsiteY40154"/>
              </a:cxn>
              <a:cxn ang="0">
                <a:pos x="connsiteX40155" y="connsiteY40155"/>
              </a:cxn>
              <a:cxn ang="0">
                <a:pos x="connsiteX40156" y="connsiteY40156"/>
              </a:cxn>
              <a:cxn ang="0">
                <a:pos x="connsiteX40157" y="connsiteY40157"/>
              </a:cxn>
              <a:cxn ang="0">
                <a:pos x="connsiteX40158" y="connsiteY40158"/>
              </a:cxn>
              <a:cxn ang="0">
                <a:pos x="connsiteX40159" y="connsiteY40159"/>
              </a:cxn>
              <a:cxn ang="0">
                <a:pos x="connsiteX40160" y="connsiteY40160"/>
              </a:cxn>
              <a:cxn ang="0">
                <a:pos x="connsiteX40161" y="connsiteY40161"/>
              </a:cxn>
              <a:cxn ang="0">
                <a:pos x="connsiteX40162" y="connsiteY40162"/>
              </a:cxn>
              <a:cxn ang="0">
                <a:pos x="connsiteX40163" y="connsiteY40163"/>
              </a:cxn>
              <a:cxn ang="0">
                <a:pos x="connsiteX40164" y="connsiteY40164"/>
              </a:cxn>
              <a:cxn ang="0">
                <a:pos x="connsiteX40165" y="connsiteY40165"/>
              </a:cxn>
              <a:cxn ang="0">
                <a:pos x="connsiteX40166" y="connsiteY40166"/>
              </a:cxn>
              <a:cxn ang="0">
                <a:pos x="connsiteX40167" y="connsiteY40167"/>
              </a:cxn>
              <a:cxn ang="0">
                <a:pos x="connsiteX40168" y="connsiteY40168"/>
              </a:cxn>
              <a:cxn ang="0">
                <a:pos x="connsiteX40169" y="connsiteY40169"/>
              </a:cxn>
              <a:cxn ang="0">
                <a:pos x="connsiteX40170" y="connsiteY40170"/>
              </a:cxn>
              <a:cxn ang="0">
                <a:pos x="connsiteX40171" y="connsiteY40171"/>
              </a:cxn>
              <a:cxn ang="0">
                <a:pos x="connsiteX40172" y="connsiteY40172"/>
              </a:cxn>
              <a:cxn ang="0">
                <a:pos x="connsiteX40173" y="connsiteY40173"/>
              </a:cxn>
              <a:cxn ang="0">
                <a:pos x="connsiteX40174" y="connsiteY40174"/>
              </a:cxn>
              <a:cxn ang="0">
                <a:pos x="connsiteX40175" y="connsiteY40175"/>
              </a:cxn>
              <a:cxn ang="0">
                <a:pos x="connsiteX40176" y="connsiteY40176"/>
              </a:cxn>
              <a:cxn ang="0">
                <a:pos x="connsiteX40177" y="connsiteY40177"/>
              </a:cxn>
              <a:cxn ang="0">
                <a:pos x="connsiteX40178" y="connsiteY40178"/>
              </a:cxn>
              <a:cxn ang="0">
                <a:pos x="connsiteX40179" y="connsiteY40179"/>
              </a:cxn>
              <a:cxn ang="0">
                <a:pos x="connsiteX40180" y="connsiteY40180"/>
              </a:cxn>
              <a:cxn ang="0">
                <a:pos x="connsiteX40181" y="connsiteY40181"/>
              </a:cxn>
              <a:cxn ang="0">
                <a:pos x="connsiteX40182" y="connsiteY40182"/>
              </a:cxn>
              <a:cxn ang="0">
                <a:pos x="connsiteX40183" y="connsiteY40183"/>
              </a:cxn>
              <a:cxn ang="0">
                <a:pos x="connsiteX40184" y="connsiteY40184"/>
              </a:cxn>
              <a:cxn ang="0">
                <a:pos x="connsiteX40185" y="connsiteY40185"/>
              </a:cxn>
              <a:cxn ang="0">
                <a:pos x="connsiteX40186" y="connsiteY40186"/>
              </a:cxn>
              <a:cxn ang="0">
                <a:pos x="connsiteX40187" y="connsiteY40187"/>
              </a:cxn>
              <a:cxn ang="0">
                <a:pos x="connsiteX40188" y="connsiteY40188"/>
              </a:cxn>
              <a:cxn ang="0">
                <a:pos x="connsiteX40189" y="connsiteY40189"/>
              </a:cxn>
              <a:cxn ang="0">
                <a:pos x="connsiteX40190" y="connsiteY40190"/>
              </a:cxn>
              <a:cxn ang="0">
                <a:pos x="connsiteX40191" y="connsiteY40191"/>
              </a:cxn>
              <a:cxn ang="0">
                <a:pos x="connsiteX40192" y="connsiteY40192"/>
              </a:cxn>
              <a:cxn ang="0">
                <a:pos x="connsiteX40193" y="connsiteY40193"/>
              </a:cxn>
              <a:cxn ang="0">
                <a:pos x="connsiteX40194" y="connsiteY40194"/>
              </a:cxn>
              <a:cxn ang="0">
                <a:pos x="connsiteX40195" y="connsiteY40195"/>
              </a:cxn>
              <a:cxn ang="0">
                <a:pos x="connsiteX40196" y="connsiteY40196"/>
              </a:cxn>
              <a:cxn ang="0">
                <a:pos x="connsiteX40197" y="connsiteY40197"/>
              </a:cxn>
              <a:cxn ang="0">
                <a:pos x="connsiteX40198" y="connsiteY40198"/>
              </a:cxn>
              <a:cxn ang="0">
                <a:pos x="connsiteX40199" y="connsiteY40199"/>
              </a:cxn>
              <a:cxn ang="0">
                <a:pos x="connsiteX40200" y="connsiteY40200"/>
              </a:cxn>
              <a:cxn ang="0">
                <a:pos x="connsiteX40201" y="connsiteY40201"/>
              </a:cxn>
              <a:cxn ang="0">
                <a:pos x="connsiteX40202" y="connsiteY40202"/>
              </a:cxn>
              <a:cxn ang="0">
                <a:pos x="connsiteX40203" y="connsiteY40203"/>
              </a:cxn>
              <a:cxn ang="0">
                <a:pos x="connsiteX40204" y="connsiteY40204"/>
              </a:cxn>
              <a:cxn ang="0">
                <a:pos x="connsiteX40205" y="connsiteY40205"/>
              </a:cxn>
              <a:cxn ang="0">
                <a:pos x="connsiteX40206" y="connsiteY40206"/>
              </a:cxn>
              <a:cxn ang="0">
                <a:pos x="connsiteX40207" y="connsiteY40207"/>
              </a:cxn>
              <a:cxn ang="0">
                <a:pos x="connsiteX40208" y="connsiteY40208"/>
              </a:cxn>
              <a:cxn ang="0">
                <a:pos x="connsiteX40209" y="connsiteY40209"/>
              </a:cxn>
              <a:cxn ang="0">
                <a:pos x="connsiteX40210" y="connsiteY40210"/>
              </a:cxn>
              <a:cxn ang="0">
                <a:pos x="connsiteX40211" y="connsiteY40211"/>
              </a:cxn>
              <a:cxn ang="0">
                <a:pos x="connsiteX40212" y="connsiteY40212"/>
              </a:cxn>
              <a:cxn ang="0">
                <a:pos x="connsiteX40213" y="connsiteY40213"/>
              </a:cxn>
              <a:cxn ang="0">
                <a:pos x="connsiteX40214" y="connsiteY40214"/>
              </a:cxn>
              <a:cxn ang="0">
                <a:pos x="connsiteX40215" y="connsiteY40215"/>
              </a:cxn>
              <a:cxn ang="0">
                <a:pos x="connsiteX40216" y="connsiteY40216"/>
              </a:cxn>
              <a:cxn ang="0">
                <a:pos x="connsiteX40217" y="connsiteY40217"/>
              </a:cxn>
              <a:cxn ang="0">
                <a:pos x="connsiteX40218" y="connsiteY40218"/>
              </a:cxn>
              <a:cxn ang="0">
                <a:pos x="connsiteX40219" y="connsiteY40219"/>
              </a:cxn>
              <a:cxn ang="0">
                <a:pos x="connsiteX40220" y="connsiteY40220"/>
              </a:cxn>
              <a:cxn ang="0">
                <a:pos x="connsiteX40221" y="connsiteY40221"/>
              </a:cxn>
              <a:cxn ang="0">
                <a:pos x="connsiteX40222" y="connsiteY40222"/>
              </a:cxn>
              <a:cxn ang="0">
                <a:pos x="connsiteX40223" y="connsiteY40223"/>
              </a:cxn>
              <a:cxn ang="0">
                <a:pos x="connsiteX40224" y="connsiteY40224"/>
              </a:cxn>
              <a:cxn ang="0">
                <a:pos x="connsiteX40225" y="connsiteY40225"/>
              </a:cxn>
              <a:cxn ang="0">
                <a:pos x="connsiteX40226" y="connsiteY40226"/>
              </a:cxn>
              <a:cxn ang="0">
                <a:pos x="connsiteX40227" y="connsiteY40227"/>
              </a:cxn>
              <a:cxn ang="0">
                <a:pos x="connsiteX40228" y="connsiteY40228"/>
              </a:cxn>
              <a:cxn ang="0">
                <a:pos x="connsiteX40229" y="connsiteY40229"/>
              </a:cxn>
              <a:cxn ang="0">
                <a:pos x="connsiteX40230" y="connsiteY40230"/>
              </a:cxn>
              <a:cxn ang="0">
                <a:pos x="connsiteX40231" y="connsiteY40231"/>
              </a:cxn>
              <a:cxn ang="0">
                <a:pos x="connsiteX40232" y="connsiteY40232"/>
              </a:cxn>
              <a:cxn ang="0">
                <a:pos x="connsiteX40233" y="connsiteY40233"/>
              </a:cxn>
              <a:cxn ang="0">
                <a:pos x="connsiteX40234" y="connsiteY40234"/>
              </a:cxn>
              <a:cxn ang="0">
                <a:pos x="connsiteX40235" y="connsiteY40235"/>
              </a:cxn>
              <a:cxn ang="0">
                <a:pos x="connsiteX40236" y="connsiteY40236"/>
              </a:cxn>
              <a:cxn ang="0">
                <a:pos x="connsiteX40237" y="connsiteY40237"/>
              </a:cxn>
              <a:cxn ang="0">
                <a:pos x="connsiteX40238" y="connsiteY40238"/>
              </a:cxn>
              <a:cxn ang="0">
                <a:pos x="connsiteX40239" y="connsiteY40239"/>
              </a:cxn>
              <a:cxn ang="0">
                <a:pos x="connsiteX40240" y="connsiteY40240"/>
              </a:cxn>
              <a:cxn ang="0">
                <a:pos x="connsiteX40241" y="connsiteY40241"/>
              </a:cxn>
              <a:cxn ang="0">
                <a:pos x="connsiteX40242" y="connsiteY40242"/>
              </a:cxn>
              <a:cxn ang="0">
                <a:pos x="connsiteX40243" y="connsiteY40243"/>
              </a:cxn>
              <a:cxn ang="0">
                <a:pos x="connsiteX40244" y="connsiteY40244"/>
              </a:cxn>
              <a:cxn ang="0">
                <a:pos x="connsiteX40245" y="connsiteY40245"/>
              </a:cxn>
              <a:cxn ang="0">
                <a:pos x="connsiteX40246" y="connsiteY40246"/>
              </a:cxn>
              <a:cxn ang="0">
                <a:pos x="connsiteX40247" y="connsiteY40247"/>
              </a:cxn>
              <a:cxn ang="0">
                <a:pos x="connsiteX40248" y="connsiteY40248"/>
              </a:cxn>
              <a:cxn ang="0">
                <a:pos x="connsiteX40249" y="connsiteY40249"/>
              </a:cxn>
              <a:cxn ang="0">
                <a:pos x="connsiteX40250" y="connsiteY40250"/>
              </a:cxn>
              <a:cxn ang="0">
                <a:pos x="connsiteX40251" y="connsiteY40251"/>
              </a:cxn>
              <a:cxn ang="0">
                <a:pos x="connsiteX40252" y="connsiteY40252"/>
              </a:cxn>
              <a:cxn ang="0">
                <a:pos x="connsiteX40253" y="connsiteY40253"/>
              </a:cxn>
              <a:cxn ang="0">
                <a:pos x="connsiteX40254" y="connsiteY40254"/>
              </a:cxn>
              <a:cxn ang="0">
                <a:pos x="connsiteX40255" y="connsiteY40255"/>
              </a:cxn>
              <a:cxn ang="0">
                <a:pos x="connsiteX40256" y="connsiteY40256"/>
              </a:cxn>
              <a:cxn ang="0">
                <a:pos x="connsiteX40257" y="connsiteY40257"/>
              </a:cxn>
              <a:cxn ang="0">
                <a:pos x="connsiteX40258" y="connsiteY40258"/>
              </a:cxn>
              <a:cxn ang="0">
                <a:pos x="connsiteX40259" y="connsiteY40259"/>
              </a:cxn>
              <a:cxn ang="0">
                <a:pos x="connsiteX40260" y="connsiteY40260"/>
              </a:cxn>
              <a:cxn ang="0">
                <a:pos x="connsiteX40261" y="connsiteY40261"/>
              </a:cxn>
              <a:cxn ang="0">
                <a:pos x="connsiteX40262" y="connsiteY40262"/>
              </a:cxn>
              <a:cxn ang="0">
                <a:pos x="connsiteX40263" y="connsiteY40263"/>
              </a:cxn>
              <a:cxn ang="0">
                <a:pos x="connsiteX40264" y="connsiteY40264"/>
              </a:cxn>
              <a:cxn ang="0">
                <a:pos x="connsiteX40265" y="connsiteY40265"/>
              </a:cxn>
              <a:cxn ang="0">
                <a:pos x="connsiteX40266" y="connsiteY40266"/>
              </a:cxn>
              <a:cxn ang="0">
                <a:pos x="connsiteX40267" y="connsiteY40267"/>
              </a:cxn>
              <a:cxn ang="0">
                <a:pos x="connsiteX40268" y="connsiteY40268"/>
              </a:cxn>
              <a:cxn ang="0">
                <a:pos x="connsiteX40269" y="connsiteY40269"/>
              </a:cxn>
              <a:cxn ang="0">
                <a:pos x="connsiteX40270" y="connsiteY40270"/>
              </a:cxn>
              <a:cxn ang="0">
                <a:pos x="connsiteX40271" y="connsiteY40271"/>
              </a:cxn>
              <a:cxn ang="0">
                <a:pos x="connsiteX40272" y="connsiteY40272"/>
              </a:cxn>
              <a:cxn ang="0">
                <a:pos x="connsiteX40273" y="connsiteY40273"/>
              </a:cxn>
              <a:cxn ang="0">
                <a:pos x="connsiteX40274" y="connsiteY40274"/>
              </a:cxn>
              <a:cxn ang="0">
                <a:pos x="connsiteX40275" y="connsiteY40275"/>
              </a:cxn>
              <a:cxn ang="0">
                <a:pos x="connsiteX40276" y="connsiteY40276"/>
              </a:cxn>
              <a:cxn ang="0">
                <a:pos x="connsiteX40277" y="connsiteY40277"/>
              </a:cxn>
              <a:cxn ang="0">
                <a:pos x="connsiteX40278" y="connsiteY40278"/>
              </a:cxn>
              <a:cxn ang="0">
                <a:pos x="connsiteX40279" y="connsiteY40279"/>
              </a:cxn>
              <a:cxn ang="0">
                <a:pos x="connsiteX40280" y="connsiteY40280"/>
              </a:cxn>
              <a:cxn ang="0">
                <a:pos x="connsiteX40281" y="connsiteY40281"/>
              </a:cxn>
              <a:cxn ang="0">
                <a:pos x="connsiteX40282" y="connsiteY40282"/>
              </a:cxn>
              <a:cxn ang="0">
                <a:pos x="connsiteX40283" y="connsiteY40283"/>
              </a:cxn>
              <a:cxn ang="0">
                <a:pos x="connsiteX40284" y="connsiteY40284"/>
              </a:cxn>
              <a:cxn ang="0">
                <a:pos x="connsiteX40285" y="connsiteY40285"/>
              </a:cxn>
              <a:cxn ang="0">
                <a:pos x="connsiteX40286" y="connsiteY40286"/>
              </a:cxn>
              <a:cxn ang="0">
                <a:pos x="connsiteX40287" y="connsiteY40287"/>
              </a:cxn>
              <a:cxn ang="0">
                <a:pos x="connsiteX40288" y="connsiteY40288"/>
              </a:cxn>
              <a:cxn ang="0">
                <a:pos x="connsiteX40289" y="connsiteY40289"/>
              </a:cxn>
              <a:cxn ang="0">
                <a:pos x="connsiteX40290" y="connsiteY40290"/>
              </a:cxn>
              <a:cxn ang="0">
                <a:pos x="connsiteX40291" y="connsiteY40291"/>
              </a:cxn>
              <a:cxn ang="0">
                <a:pos x="connsiteX40292" y="connsiteY40292"/>
              </a:cxn>
              <a:cxn ang="0">
                <a:pos x="connsiteX40293" y="connsiteY40293"/>
              </a:cxn>
              <a:cxn ang="0">
                <a:pos x="connsiteX40294" y="connsiteY40294"/>
              </a:cxn>
              <a:cxn ang="0">
                <a:pos x="connsiteX40295" y="connsiteY40295"/>
              </a:cxn>
              <a:cxn ang="0">
                <a:pos x="connsiteX40296" y="connsiteY40296"/>
              </a:cxn>
              <a:cxn ang="0">
                <a:pos x="connsiteX40297" y="connsiteY40297"/>
              </a:cxn>
              <a:cxn ang="0">
                <a:pos x="connsiteX40298" y="connsiteY40298"/>
              </a:cxn>
              <a:cxn ang="0">
                <a:pos x="connsiteX40299" y="connsiteY40299"/>
              </a:cxn>
              <a:cxn ang="0">
                <a:pos x="connsiteX40300" y="connsiteY40300"/>
              </a:cxn>
              <a:cxn ang="0">
                <a:pos x="connsiteX40301" y="connsiteY40301"/>
              </a:cxn>
              <a:cxn ang="0">
                <a:pos x="connsiteX40302" y="connsiteY40302"/>
              </a:cxn>
              <a:cxn ang="0">
                <a:pos x="connsiteX40303" y="connsiteY40303"/>
              </a:cxn>
              <a:cxn ang="0">
                <a:pos x="connsiteX40304" y="connsiteY40304"/>
              </a:cxn>
              <a:cxn ang="0">
                <a:pos x="connsiteX40305" y="connsiteY40305"/>
              </a:cxn>
              <a:cxn ang="0">
                <a:pos x="connsiteX40306" y="connsiteY40306"/>
              </a:cxn>
              <a:cxn ang="0">
                <a:pos x="connsiteX40307" y="connsiteY40307"/>
              </a:cxn>
              <a:cxn ang="0">
                <a:pos x="connsiteX40308" y="connsiteY40308"/>
              </a:cxn>
              <a:cxn ang="0">
                <a:pos x="connsiteX40309" y="connsiteY40309"/>
              </a:cxn>
              <a:cxn ang="0">
                <a:pos x="connsiteX40310" y="connsiteY40310"/>
              </a:cxn>
              <a:cxn ang="0">
                <a:pos x="connsiteX40311" y="connsiteY40311"/>
              </a:cxn>
              <a:cxn ang="0">
                <a:pos x="connsiteX40312" y="connsiteY40312"/>
              </a:cxn>
              <a:cxn ang="0">
                <a:pos x="connsiteX40313" y="connsiteY40313"/>
              </a:cxn>
              <a:cxn ang="0">
                <a:pos x="connsiteX40314" y="connsiteY40314"/>
              </a:cxn>
              <a:cxn ang="0">
                <a:pos x="connsiteX40315" y="connsiteY40315"/>
              </a:cxn>
              <a:cxn ang="0">
                <a:pos x="connsiteX40316" y="connsiteY40316"/>
              </a:cxn>
              <a:cxn ang="0">
                <a:pos x="connsiteX40317" y="connsiteY40317"/>
              </a:cxn>
              <a:cxn ang="0">
                <a:pos x="connsiteX40318" y="connsiteY40318"/>
              </a:cxn>
              <a:cxn ang="0">
                <a:pos x="connsiteX40319" y="connsiteY40319"/>
              </a:cxn>
              <a:cxn ang="0">
                <a:pos x="connsiteX40320" y="connsiteY40320"/>
              </a:cxn>
              <a:cxn ang="0">
                <a:pos x="connsiteX40321" y="connsiteY40321"/>
              </a:cxn>
              <a:cxn ang="0">
                <a:pos x="connsiteX40322" y="connsiteY40322"/>
              </a:cxn>
              <a:cxn ang="0">
                <a:pos x="connsiteX40323" y="connsiteY40323"/>
              </a:cxn>
              <a:cxn ang="0">
                <a:pos x="connsiteX40324" y="connsiteY40324"/>
              </a:cxn>
              <a:cxn ang="0">
                <a:pos x="connsiteX40325" y="connsiteY40325"/>
              </a:cxn>
              <a:cxn ang="0">
                <a:pos x="connsiteX40326" y="connsiteY40326"/>
              </a:cxn>
              <a:cxn ang="0">
                <a:pos x="connsiteX40327" y="connsiteY40327"/>
              </a:cxn>
              <a:cxn ang="0">
                <a:pos x="connsiteX40328" y="connsiteY40328"/>
              </a:cxn>
              <a:cxn ang="0">
                <a:pos x="connsiteX40329" y="connsiteY40329"/>
              </a:cxn>
              <a:cxn ang="0">
                <a:pos x="connsiteX40330" y="connsiteY40330"/>
              </a:cxn>
              <a:cxn ang="0">
                <a:pos x="connsiteX40331" y="connsiteY40331"/>
              </a:cxn>
              <a:cxn ang="0">
                <a:pos x="connsiteX40332" y="connsiteY40332"/>
              </a:cxn>
              <a:cxn ang="0">
                <a:pos x="connsiteX40333" y="connsiteY40333"/>
              </a:cxn>
              <a:cxn ang="0">
                <a:pos x="connsiteX40334" y="connsiteY40334"/>
              </a:cxn>
              <a:cxn ang="0">
                <a:pos x="connsiteX40335" y="connsiteY40335"/>
              </a:cxn>
              <a:cxn ang="0">
                <a:pos x="connsiteX40336" y="connsiteY40336"/>
              </a:cxn>
              <a:cxn ang="0">
                <a:pos x="connsiteX40337" y="connsiteY40337"/>
              </a:cxn>
              <a:cxn ang="0">
                <a:pos x="connsiteX40338" y="connsiteY40338"/>
              </a:cxn>
              <a:cxn ang="0">
                <a:pos x="connsiteX40339" y="connsiteY40339"/>
              </a:cxn>
              <a:cxn ang="0">
                <a:pos x="connsiteX40340" y="connsiteY40340"/>
              </a:cxn>
              <a:cxn ang="0">
                <a:pos x="connsiteX40341" y="connsiteY40341"/>
              </a:cxn>
              <a:cxn ang="0">
                <a:pos x="connsiteX40342" y="connsiteY40342"/>
              </a:cxn>
              <a:cxn ang="0">
                <a:pos x="connsiteX40343" y="connsiteY40343"/>
              </a:cxn>
              <a:cxn ang="0">
                <a:pos x="connsiteX40344" y="connsiteY40344"/>
              </a:cxn>
              <a:cxn ang="0">
                <a:pos x="connsiteX40345" y="connsiteY40345"/>
              </a:cxn>
              <a:cxn ang="0">
                <a:pos x="connsiteX40346" y="connsiteY40346"/>
              </a:cxn>
              <a:cxn ang="0">
                <a:pos x="connsiteX40347" y="connsiteY40347"/>
              </a:cxn>
              <a:cxn ang="0">
                <a:pos x="connsiteX40348" y="connsiteY40348"/>
              </a:cxn>
              <a:cxn ang="0">
                <a:pos x="connsiteX40349" y="connsiteY40349"/>
              </a:cxn>
              <a:cxn ang="0">
                <a:pos x="connsiteX40350" y="connsiteY40350"/>
              </a:cxn>
              <a:cxn ang="0">
                <a:pos x="connsiteX40351" y="connsiteY40351"/>
              </a:cxn>
              <a:cxn ang="0">
                <a:pos x="connsiteX40352" y="connsiteY40352"/>
              </a:cxn>
              <a:cxn ang="0">
                <a:pos x="connsiteX40353" y="connsiteY40353"/>
              </a:cxn>
              <a:cxn ang="0">
                <a:pos x="connsiteX40354" y="connsiteY40354"/>
              </a:cxn>
              <a:cxn ang="0">
                <a:pos x="connsiteX40355" y="connsiteY40355"/>
              </a:cxn>
              <a:cxn ang="0">
                <a:pos x="connsiteX40356" y="connsiteY40356"/>
              </a:cxn>
              <a:cxn ang="0">
                <a:pos x="connsiteX40357" y="connsiteY40357"/>
              </a:cxn>
              <a:cxn ang="0">
                <a:pos x="connsiteX40358" y="connsiteY40358"/>
              </a:cxn>
              <a:cxn ang="0">
                <a:pos x="connsiteX40359" y="connsiteY40359"/>
              </a:cxn>
              <a:cxn ang="0">
                <a:pos x="connsiteX40360" y="connsiteY40360"/>
              </a:cxn>
              <a:cxn ang="0">
                <a:pos x="connsiteX40361" y="connsiteY40361"/>
              </a:cxn>
              <a:cxn ang="0">
                <a:pos x="connsiteX40362" y="connsiteY40362"/>
              </a:cxn>
              <a:cxn ang="0">
                <a:pos x="connsiteX40363" y="connsiteY40363"/>
              </a:cxn>
              <a:cxn ang="0">
                <a:pos x="connsiteX40364" y="connsiteY40364"/>
              </a:cxn>
              <a:cxn ang="0">
                <a:pos x="connsiteX40365" y="connsiteY40365"/>
              </a:cxn>
              <a:cxn ang="0">
                <a:pos x="connsiteX40366" y="connsiteY40366"/>
              </a:cxn>
              <a:cxn ang="0">
                <a:pos x="connsiteX40367" y="connsiteY40367"/>
              </a:cxn>
              <a:cxn ang="0">
                <a:pos x="connsiteX40368" y="connsiteY40368"/>
              </a:cxn>
              <a:cxn ang="0">
                <a:pos x="connsiteX40369" y="connsiteY40369"/>
              </a:cxn>
              <a:cxn ang="0">
                <a:pos x="connsiteX40370" y="connsiteY40370"/>
              </a:cxn>
              <a:cxn ang="0">
                <a:pos x="connsiteX40371" y="connsiteY40371"/>
              </a:cxn>
              <a:cxn ang="0">
                <a:pos x="connsiteX40372" y="connsiteY40372"/>
              </a:cxn>
              <a:cxn ang="0">
                <a:pos x="connsiteX40373" y="connsiteY40373"/>
              </a:cxn>
              <a:cxn ang="0">
                <a:pos x="connsiteX40374" y="connsiteY40374"/>
              </a:cxn>
              <a:cxn ang="0">
                <a:pos x="connsiteX40375" y="connsiteY40375"/>
              </a:cxn>
              <a:cxn ang="0">
                <a:pos x="connsiteX40376" y="connsiteY40376"/>
              </a:cxn>
              <a:cxn ang="0">
                <a:pos x="connsiteX40377" y="connsiteY40377"/>
              </a:cxn>
              <a:cxn ang="0">
                <a:pos x="connsiteX40378" y="connsiteY40378"/>
              </a:cxn>
              <a:cxn ang="0">
                <a:pos x="connsiteX40379" y="connsiteY40379"/>
              </a:cxn>
              <a:cxn ang="0">
                <a:pos x="connsiteX40380" y="connsiteY40380"/>
              </a:cxn>
              <a:cxn ang="0">
                <a:pos x="connsiteX40381" y="connsiteY40381"/>
              </a:cxn>
              <a:cxn ang="0">
                <a:pos x="connsiteX40382" y="connsiteY40382"/>
              </a:cxn>
              <a:cxn ang="0">
                <a:pos x="connsiteX40383" y="connsiteY40383"/>
              </a:cxn>
              <a:cxn ang="0">
                <a:pos x="connsiteX40384" y="connsiteY40384"/>
              </a:cxn>
              <a:cxn ang="0">
                <a:pos x="connsiteX40385" y="connsiteY40385"/>
              </a:cxn>
              <a:cxn ang="0">
                <a:pos x="connsiteX40386" y="connsiteY40386"/>
              </a:cxn>
              <a:cxn ang="0">
                <a:pos x="connsiteX40387" y="connsiteY40387"/>
              </a:cxn>
              <a:cxn ang="0">
                <a:pos x="connsiteX40388" y="connsiteY40388"/>
              </a:cxn>
              <a:cxn ang="0">
                <a:pos x="connsiteX40389" y="connsiteY40389"/>
              </a:cxn>
              <a:cxn ang="0">
                <a:pos x="connsiteX40390" y="connsiteY40390"/>
              </a:cxn>
              <a:cxn ang="0">
                <a:pos x="connsiteX40391" y="connsiteY40391"/>
              </a:cxn>
              <a:cxn ang="0">
                <a:pos x="connsiteX40392" y="connsiteY40392"/>
              </a:cxn>
              <a:cxn ang="0">
                <a:pos x="connsiteX40393" y="connsiteY40393"/>
              </a:cxn>
              <a:cxn ang="0">
                <a:pos x="connsiteX40394" y="connsiteY40394"/>
              </a:cxn>
              <a:cxn ang="0">
                <a:pos x="connsiteX40395" y="connsiteY40395"/>
              </a:cxn>
              <a:cxn ang="0">
                <a:pos x="connsiteX40396" y="connsiteY40396"/>
              </a:cxn>
              <a:cxn ang="0">
                <a:pos x="connsiteX40397" y="connsiteY40397"/>
              </a:cxn>
              <a:cxn ang="0">
                <a:pos x="connsiteX40398" y="connsiteY40398"/>
              </a:cxn>
              <a:cxn ang="0">
                <a:pos x="connsiteX40399" y="connsiteY40399"/>
              </a:cxn>
              <a:cxn ang="0">
                <a:pos x="connsiteX40400" y="connsiteY40400"/>
              </a:cxn>
              <a:cxn ang="0">
                <a:pos x="connsiteX40401" y="connsiteY40401"/>
              </a:cxn>
              <a:cxn ang="0">
                <a:pos x="connsiteX40402" y="connsiteY40402"/>
              </a:cxn>
              <a:cxn ang="0">
                <a:pos x="connsiteX40403" y="connsiteY40403"/>
              </a:cxn>
              <a:cxn ang="0">
                <a:pos x="connsiteX40404" y="connsiteY40404"/>
              </a:cxn>
              <a:cxn ang="0">
                <a:pos x="connsiteX40405" y="connsiteY40405"/>
              </a:cxn>
              <a:cxn ang="0">
                <a:pos x="connsiteX40406" y="connsiteY40406"/>
              </a:cxn>
              <a:cxn ang="0">
                <a:pos x="connsiteX40407" y="connsiteY40407"/>
              </a:cxn>
              <a:cxn ang="0">
                <a:pos x="connsiteX40408" y="connsiteY40408"/>
              </a:cxn>
              <a:cxn ang="0">
                <a:pos x="connsiteX40409" y="connsiteY40409"/>
              </a:cxn>
              <a:cxn ang="0">
                <a:pos x="connsiteX40410" y="connsiteY40410"/>
              </a:cxn>
              <a:cxn ang="0">
                <a:pos x="connsiteX40411" y="connsiteY40411"/>
              </a:cxn>
              <a:cxn ang="0">
                <a:pos x="connsiteX40412" y="connsiteY40412"/>
              </a:cxn>
              <a:cxn ang="0">
                <a:pos x="connsiteX40413" y="connsiteY40413"/>
              </a:cxn>
              <a:cxn ang="0">
                <a:pos x="connsiteX40414" y="connsiteY40414"/>
              </a:cxn>
              <a:cxn ang="0">
                <a:pos x="connsiteX40415" y="connsiteY40415"/>
              </a:cxn>
              <a:cxn ang="0">
                <a:pos x="connsiteX40416" y="connsiteY40416"/>
              </a:cxn>
              <a:cxn ang="0">
                <a:pos x="connsiteX40417" y="connsiteY40417"/>
              </a:cxn>
              <a:cxn ang="0">
                <a:pos x="connsiteX40418" y="connsiteY40418"/>
              </a:cxn>
              <a:cxn ang="0">
                <a:pos x="connsiteX40419" y="connsiteY40419"/>
              </a:cxn>
              <a:cxn ang="0">
                <a:pos x="connsiteX40420" y="connsiteY40420"/>
              </a:cxn>
              <a:cxn ang="0">
                <a:pos x="connsiteX40421" y="connsiteY40421"/>
              </a:cxn>
              <a:cxn ang="0">
                <a:pos x="connsiteX40422" y="connsiteY40422"/>
              </a:cxn>
              <a:cxn ang="0">
                <a:pos x="connsiteX40423" y="connsiteY40423"/>
              </a:cxn>
              <a:cxn ang="0">
                <a:pos x="connsiteX40424" y="connsiteY40424"/>
              </a:cxn>
              <a:cxn ang="0">
                <a:pos x="connsiteX40425" y="connsiteY40425"/>
              </a:cxn>
              <a:cxn ang="0">
                <a:pos x="connsiteX40426" y="connsiteY40426"/>
              </a:cxn>
              <a:cxn ang="0">
                <a:pos x="connsiteX40427" y="connsiteY40427"/>
              </a:cxn>
              <a:cxn ang="0">
                <a:pos x="connsiteX40428" y="connsiteY40428"/>
              </a:cxn>
              <a:cxn ang="0">
                <a:pos x="connsiteX40429" y="connsiteY40429"/>
              </a:cxn>
              <a:cxn ang="0">
                <a:pos x="connsiteX40430" y="connsiteY40430"/>
              </a:cxn>
              <a:cxn ang="0">
                <a:pos x="connsiteX40431" y="connsiteY40431"/>
              </a:cxn>
              <a:cxn ang="0">
                <a:pos x="connsiteX40432" y="connsiteY40432"/>
              </a:cxn>
              <a:cxn ang="0">
                <a:pos x="connsiteX40433" y="connsiteY40433"/>
              </a:cxn>
              <a:cxn ang="0">
                <a:pos x="connsiteX40434" y="connsiteY40434"/>
              </a:cxn>
              <a:cxn ang="0">
                <a:pos x="connsiteX40435" y="connsiteY40435"/>
              </a:cxn>
              <a:cxn ang="0">
                <a:pos x="connsiteX40436" y="connsiteY40436"/>
              </a:cxn>
              <a:cxn ang="0">
                <a:pos x="connsiteX40437" y="connsiteY40437"/>
              </a:cxn>
              <a:cxn ang="0">
                <a:pos x="connsiteX40438" y="connsiteY40438"/>
              </a:cxn>
              <a:cxn ang="0">
                <a:pos x="connsiteX40439" y="connsiteY40439"/>
              </a:cxn>
              <a:cxn ang="0">
                <a:pos x="connsiteX40440" y="connsiteY40440"/>
              </a:cxn>
              <a:cxn ang="0">
                <a:pos x="connsiteX40441" y="connsiteY40441"/>
              </a:cxn>
              <a:cxn ang="0">
                <a:pos x="connsiteX40442" y="connsiteY40442"/>
              </a:cxn>
              <a:cxn ang="0">
                <a:pos x="connsiteX40443" y="connsiteY40443"/>
              </a:cxn>
              <a:cxn ang="0">
                <a:pos x="connsiteX40444" y="connsiteY40444"/>
              </a:cxn>
              <a:cxn ang="0">
                <a:pos x="connsiteX40445" y="connsiteY40445"/>
              </a:cxn>
              <a:cxn ang="0">
                <a:pos x="connsiteX40446" y="connsiteY40446"/>
              </a:cxn>
              <a:cxn ang="0">
                <a:pos x="connsiteX40447" y="connsiteY40447"/>
              </a:cxn>
              <a:cxn ang="0">
                <a:pos x="connsiteX40448" y="connsiteY40448"/>
              </a:cxn>
              <a:cxn ang="0">
                <a:pos x="connsiteX40449" y="connsiteY40449"/>
              </a:cxn>
              <a:cxn ang="0">
                <a:pos x="connsiteX40450" y="connsiteY40450"/>
              </a:cxn>
              <a:cxn ang="0">
                <a:pos x="connsiteX40451" y="connsiteY40451"/>
              </a:cxn>
              <a:cxn ang="0">
                <a:pos x="connsiteX40452" y="connsiteY40452"/>
              </a:cxn>
              <a:cxn ang="0">
                <a:pos x="connsiteX40453" y="connsiteY40453"/>
              </a:cxn>
              <a:cxn ang="0">
                <a:pos x="connsiteX40454" y="connsiteY40454"/>
              </a:cxn>
              <a:cxn ang="0">
                <a:pos x="connsiteX40455" y="connsiteY40455"/>
              </a:cxn>
              <a:cxn ang="0">
                <a:pos x="connsiteX40456" y="connsiteY40456"/>
              </a:cxn>
              <a:cxn ang="0">
                <a:pos x="connsiteX40457" y="connsiteY40457"/>
              </a:cxn>
              <a:cxn ang="0">
                <a:pos x="connsiteX40458" y="connsiteY40458"/>
              </a:cxn>
              <a:cxn ang="0">
                <a:pos x="connsiteX40459" y="connsiteY40459"/>
              </a:cxn>
              <a:cxn ang="0">
                <a:pos x="connsiteX40460" y="connsiteY40460"/>
              </a:cxn>
              <a:cxn ang="0">
                <a:pos x="connsiteX40461" y="connsiteY40461"/>
              </a:cxn>
              <a:cxn ang="0">
                <a:pos x="connsiteX40462" y="connsiteY40462"/>
              </a:cxn>
              <a:cxn ang="0">
                <a:pos x="connsiteX40463" y="connsiteY40463"/>
              </a:cxn>
              <a:cxn ang="0">
                <a:pos x="connsiteX40464" y="connsiteY40464"/>
              </a:cxn>
              <a:cxn ang="0">
                <a:pos x="connsiteX40465" y="connsiteY40465"/>
              </a:cxn>
              <a:cxn ang="0">
                <a:pos x="connsiteX40466" y="connsiteY40466"/>
              </a:cxn>
              <a:cxn ang="0">
                <a:pos x="connsiteX40467" y="connsiteY40467"/>
              </a:cxn>
              <a:cxn ang="0">
                <a:pos x="connsiteX40468" y="connsiteY40468"/>
              </a:cxn>
              <a:cxn ang="0">
                <a:pos x="connsiteX40469" y="connsiteY40469"/>
              </a:cxn>
              <a:cxn ang="0">
                <a:pos x="connsiteX40470" y="connsiteY40470"/>
              </a:cxn>
              <a:cxn ang="0">
                <a:pos x="connsiteX40471" y="connsiteY40471"/>
              </a:cxn>
              <a:cxn ang="0">
                <a:pos x="connsiteX40472" y="connsiteY40472"/>
              </a:cxn>
              <a:cxn ang="0">
                <a:pos x="connsiteX40473" y="connsiteY40473"/>
              </a:cxn>
              <a:cxn ang="0">
                <a:pos x="connsiteX40474" y="connsiteY40474"/>
              </a:cxn>
              <a:cxn ang="0">
                <a:pos x="connsiteX40475" y="connsiteY40475"/>
              </a:cxn>
              <a:cxn ang="0">
                <a:pos x="connsiteX40476" y="connsiteY40476"/>
              </a:cxn>
              <a:cxn ang="0">
                <a:pos x="connsiteX40477" y="connsiteY40477"/>
              </a:cxn>
              <a:cxn ang="0">
                <a:pos x="connsiteX40478" y="connsiteY40478"/>
              </a:cxn>
              <a:cxn ang="0">
                <a:pos x="connsiteX40479" y="connsiteY40479"/>
              </a:cxn>
              <a:cxn ang="0">
                <a:pos x="connsiteX40480" y="connsiteY40480"/>
              </a:cxn>
              <a:cxn ang="0">
                <a:pos x="connsiteX40481" y="connsiteY40481"/>
              </a:cxn>
              <a:cxn ang="0">
                <a:pos x="connsiteX40482" y="connsiteY40482"/>
              </a:cxn>
              <a:cxn ang="0">
                <a:pos x="connsiteX40483" y="connsiteY40483"/>
              </a:cxn>
              <a:cxn ang="0">
                <a:pos x="connsiteX40484" y="connsiteY40484"/>
              </a:cxn>
              <a:cxn ang="0">
                <a:pos x="connsiteX40485" y="connsiteY40485"/>
              </a:cxn>
              <a:cxn ang="0">
                <a:pos x="connsiteX40486" y="connsiteY40486"/>
              </a:cxn>
              <a:cxn ang="0">
                <a:pos x="connsiteX40487" y="connsiteY40487"/>
              </a:cxn>
              <a:cxn ang="0">
                <a:pos x="connsiteX40488" y="connsiteY40488"/>
              </a:cxn>
              <a:cxn ang="0">
                <a:pos x="connsiteX40489" y="connsiteY40489"/>
              </a:cxn>
              <a:cxn ang="0">
                <a:pos x="connsiteX40490" y="connsiteY40490"/>
              </a:cxn>
              <a:cxn ang="0">
                <a:pos x="connsiteX40491" y="connsiteY40491"/>
              </a:cxn>
              <a:cxn ang="0">
                <a:pos x="connsiteX40492" y="connsiteY40492"/>
              </a:cxn>
              <a:cxn ang="0">
                <a:pos x="connsiteX40493" y="connsiteY40493"/>
              </a:cxn>
              <a:cxn ang="0">
                <a:pos x="connsiteX40494" y="connsiteY40494"/>
              </a:cxn>
              <a:cxn ang="0">
                <a:pos x="connsiteX40495" y="connsiteY40495"/>
              </a:cxn>
              <a:cxn ang="0">
                <a:pos x="connsiteX40496" y="connsiteY40496"/>
              </a:cxn>
              <a:cxn ang="0">
                <a:pos x="connsiteX40497" y="connsiteY40497"/>
              </a:cxn>
              <a:cxn ang="0">
                <a:pos x="connsiteX40498" y="connsiteY40498"/>
              </a:cxn>
              <a:cxn ang="0">
                <a:pos x="connsiteX40499" y="connsiteY40499"/>
              </a:cxn>
              <a:cxn ang="0">
                <a:pos x="connsiteX40500" y="connsiteY40500"/>
              </a:cxn>
              <a:cxn ang="0">
                <a:pos x="connsiteX40501" y="connsiteY40501"/>
              </a:cxn>
              <a:cxn ang="0">
                <a:pos x="connsiteX40502" y="connsiteY40502"/>
              </a:cxn>
              <a:cxn ang="0">
                <a:pos x="connsiteX40503" y="connsiteY40503"/>
              </a:cxn>
              <a:cxn ang="0">
                <a:pos x="connsiteX40504" y="connsiteY40504"/>
              </a:cxn>
              <a:cxn ang="0">
                <a:pos x="connsiteX40505" y="connsiteY40505"/>
              </a:cxn>
              <a:cxn ang="0">
                <a:pos x="connsiteX40506" y="connsiteY40506"/>
              </a:cxn>
              <a:cxn ang="0">
                <a:pos x="connsiteX40507" y="connsiteY40507"/>
              </a:cxn>
              <a:cxn ang="0">
                <a:pos x="connsiteX40508" y="connsiteY40508"/>
              </a:cxn>
              <a:cxn ang="0">
                <a:pos x="connsiteX40509" y="connsiteY40509"/>
              </a:cxn>
              <a:cxn ang="0">
                <a:pos x="connsiteX40510" y="connsiteY40510"/>
              </a:cxn>
              <a:cxn ang="0">
                <a:pos x="connsiteX40511" y="connsiteY40511"/>
              </a:cxn>
              <a:cxn ang="0">
                <a:pos x="connsiteX40512" y="connsiteY40512"/>
              </a:cxn>
              <a:cxn ang="0">
                <a:pos x="connsiteX40513" y="connsiteY40513"/>
              </a:cxn>
              <a:cxn ang="0">
                <a:pos x="connsiteX40514" y="connsiteY40514"/>
              </a:cxn>
              <a:cxn ang="0">
                <a:pos x="connsiteX40515" y="connsiteY40515"/>
              </a:cxn>
              <a:cxn ang="0">
                <a:pos x="connsiteX40516" y="connsiteY40516"/>
              </a:cxn>
              <a:cxn ang="0">
                <a:pos x="connsiteX40517" y="connsiteY40517"/>
              </a:cxn>
              <a:cxn ang="0">
                <a:pos x="connsiteX40518" y="connsiteY40518"/>
              </a:cxn>
              <a:cxn ang="0">
                <a:pos x="connsiteX40519" y="connsiteY40519"/>
              </a:cxn>
              <a:cxn ang="0">
                <a:pos x="connsiteX40520" y="connsiteY40520"/>
              </a:cxn>
              <a:cxn ang="0">
                <a:pos x="connsiteX40521" y="connsiteY40521"/>
              </a:cxn>
              <a:cxn ang="0">
                <a:pos x="connsiteX40522" y="connsiteY40522"/>
              </a:cxn>
              <a:cxn ang="0">
                <a:pos x="connsiteX40523" y="connsiteY40523"/>
              </a:cxn>
              <a:cxn ang="0">
                <a:pos x="connsiteX40524" y="connsiteY40524"/>
              </a:cxn>
              <a:cxn ang="0">
                <a:pos x="connsiteX40525" y="connsiteY40525"/>
              </a:cxn>
              <a:cxn ang="0">
                <a:pos x="connsiteX40526" y="connsiteY40526"/>
              </a:cxn>
              <a:cxn ang="0">
                <a:pos x="connsiteX40527" y="connsiteY40527"/>
              </a:cxn>
              <a:cxn ang="0">
                <a:pos x="connsiteX40528" y="connsiteY40528"/>
              </a:cxn>
              <a:cxn ang="0">
                <a:pos x="connsiteX40529" y="connsiteY40529"/>
              </a:cxn>
              <a:cxn ang="0">
                <a:pos x="connsiteX40530" y="connsiteY40530"/>
              </a:cxn>
              <a:cxn ang="0">
                <a:pos x="connsiteX40531" y="connsiteY40531"/>
              </a:cxn>
              <a:cxn ang="0">
                <a:pos x="connsiteX40532" y="connsiteY40532"/>
              </a:cxn>
              <a:cxn ang="0">
                <a:pos x="connsiteX40533" y="connsiteY40533"/>
              </a:cxn>
              <a:cxn ang="0">
                <a:pos x="connsiteX40534" y="connsiteY40534"/>
              </a:cxn>
              <a:cxn ang="0">
                <a:pos x="connsiteX40535" y="connsiteY40535"/>
              </a:cxn>
              <a:cxn ang="0">
                <a:pos x="connsiteX40536" y="connsiteY40536"/>
              </a:cxn>
              <a:cxn ang="0">
                <a:pos x="connsiteX40537" y="connsiteY40537"/>
              </a:cxn>
              <a:cxn ang="0">
                <a:pos x="connsiteX40538" y="connsiteY40538"/>
              </a:cxn>
              <a:cxn ang="0">
                <a:pos x="connsiteX40539" y="connsiteY40539"/>
              </a:cxn>
              <a:cxn ang="0">
                <a:pos x="connsiteX40540" y="connsiteY40540"/>
              </a:cxn>
              <a:cxn ang="0">
                <a:pos x="connsiteX40541" y="connsiteY40541"/>
              </a:cxn>
              <a:cxn ang="0">
                <a:pos x="connsiteX40542" y="connsiteY40542"/>
              </a:cxn>
              <a:cxn ang="0">
                <a:pos x="connsiteX40543" y="connsiteY40543"/>
              </a:cxn>
              <a:cxn ang="0">
                <a:pos x="connsiteX40544" y="connsiteY40544"/>
              </a:cxn>
              <a:cxn ang="0">
                <a:pos x="connsiteX40545" y="connsiteY40545"/>
              </a:cxn>
              <a:cxn ang="0">
                <a:pos x="connsiteX40546" y="connsiteY40546"/>
              </a:cxn>
              <a:cxn ang="0">
                <a:pos x="connsiteX40547" y="connsiteY40547"/>
              </a:cxn>
              <a:cxn ang="0">
                <a:pos x="connsiteX40548" y="connsiteY40548"/>
              </a:cxn>
              <a:cxn ang="0">
                <a:pos x="connsiteX40549" y="connsiteY40549"/>
              </a:cxn>
              <a:cxn ang="0">
                <a:pos x="connsiteX40550" y="connsiteY40550"/>
              </a:cxn>
              <a:cxn ang="0">
                <a:pos x="connsiteX40551" y="connsiteY40551"/>
              </a:cxn>
              <a:cxn ang="0">
                <a:pos x="connsiteX40552" y="connsiteY40552"/>
              </a:cxn>
              <a:cxn ang="0">
                <a:pos x="connsiteX40553" y="connsiteY40553"/>
              </a:cxn>
              <a:cxn ang="0">
                <a:pos x="connsiteX40554" y="connsiteY40554"/>
              </a:cxn>
              <a:cxn ang="0">
                <a:pos x="connsiteX40555" y="connsiteY40555"/>
              </a:cxn>
              <a:cxn ang="0">
                <a:pos x="connsiteX40556" y="connsiteY40556"/>
              </a:cxn>
              <a:cxn ang="0">
                <a:pos x="connsiteX40557" y="connsiteY40557"/>
              </a:cxn>
              <a:cxn ang="0">
                <a:pos x="connsiteX40558" y="connsiteY40558"/>
              </a:cxn>
              <a:cxn ang="0">
                <a:pos x="connsiteX40559" y="connsiteY40559"/>
              </a:cxn>
              <a:cxn ang="0">
                <a:pos x="connsiteX40560" y="connsiteY40560"/>
              </a:cxn>
              <a:cxn ang="0">
                <a:pos x="connsiteX40561" y="connsiteY40561"/>
              </a:cxn>
              <a:cxn ang="0">
                <a:pos x="connsiteX40562" y="connsiteY40562"/>
              </a:cxn>
              <a:cxn ang="0">
                <a:pos x="connsiteX40563" y="connsiteY40563"/>
              </a:cxn>
              <a:cxn ang="0">
                <a:pos x="connsiteX40564" y="connsiteY40564"/>
              </a:cxn>
              <a:cxn ang="0">
                <a:pos x="connsiteX40565" y="connsiteY40565"/>
              </a:cxn>
              <a:cxn ang="0">
                <a:pos x="connsiteX40566" y="connsiteY40566"/>
              </a:cxn>
              <a:cxn ang="0">
                <a:pos x="connsiteX40567" y="connsiteY40567"/>
              </a:cxn>
              <a:cxn ang="0">
                <a:pos x="connsiteX40568" y="connsiteY40568"/>
              </a:cxn>
              <a:cxn ang="0">
                <a:pos x="connsiteX40569" y="connsiteY40569"/>
              </a:cxn>
              <a:cxn ang="0">
                <a:pos x="connsiteX40570" y="connsiteY40570"/>
              </a:cxn>
              <a:cxn ang="0">
                <a:pos x="connsiteX40571" y="connsiteY40571"/>
              </a:cxn>
              <a:cxn ang="0">
                <a:pos x="connsiteX40572" y="connsiteY40572"/>
              </a:cxn>
              <a:cxn ang="0">
                <a:pos x="connsiteX40573" y="connsiteY40573"/>
              </a:cxn>
              <a:cxn ang="0">
                <a:pos x="connsiteX40574" y="connsiteY40574"/>
              </a:cxn>
              <a:cxn ang="0">
                <a:pos x="connsiteX40575" y="connsiteY40575"/>
              </a:cxn>
              <a:cxn ang="0">
                <a:pos x="connsiteX40576" y="connsiteY40576"/>
              </a:cxn>
              <a:cxn ang="0">
                <a:pos x="connsiteX40577" y="connsiteY40577"/>
              </a:cxn>
              <a:cxn ang="0">
                <a:pos x="connsiteX40578" y="connsiteY40578"/>
              </a:cxn>
              <a:cxn ang="0">
                <a:pos x="connsiteX40579" y="connsiteY40579"/>
              </a:cxn>
              <a:cxn ang="0">
                <a:pos x="connsiteX40580" y="connsiteY40580"/>
              </a:cxn>
              <a:cxn ang="0">
                <a:pos x="connsiteX40581" y="connsiteY40581"/>
              </a:cxn>
              <a:cxn ang="0">
                <a:pos x="connsiteX40582" y="connsiteY40582"/>
              </a:cxn>
              <a:cxn ang="0">
                <a:pos x="connsiteX40583" y="connsiteY40583"/>
              </a:cxn>
              <a:cxn ang="0">
                <a:pos x="connsiteX40584" y="connsiteY40584"/>
              </a:cxn>
              <a:cxn ang="0">
                <a:pos x="connsiteX40585" y="connsiteY40585"/>
              </a:cxn>
              <a:cxn ang="0">
                <a:pos x="connsiteX40586" y="connsiteY40586"/>
              </a:cxn>
              <a:cxn ang="0">
                <a:pos x="connsiteX40587" y="connsiteY40587"/>
              </a:cxn>
              <a:cxn ang="0">
                <a:pos x="connsiteX40588" y="connsiteY40588"/>
              </a:cxn>
              <a:cxn ang="0">
                <a:pos x="connsiteX40589" y="connsiteY40589"/>
              </a:cxn>
              <a:cxn ang="0">
                <a:pos x="connsiteX40590" y="connsiteY40590"/>
              </a:cxn>
              <a:cxn ang="0">
                <a:pos x="connsiteX40591" y="connsiteY40591"/>
              </a:cxn>
              <a:cxn ang="0">
                <a:pos x="connsiteX40592" y="connsiteY40592"/>
              </a:cxn>
              <a:cxn ang="0">
                <a:pos x="connsiteX40593" y="connsiteY40593"/>
              </a:cxn>
              <a:cxn ang="0">
                <a:pos x="connsiteX40594" y="connsiteY40594"/>
              </a:cxn>
              <a:cxn ang="0">
                <a:pos x="connsiteX40595" y="connsiteY40595"/>
              </a:cxn>
              <a:cxn ang="0">
                <a:pos x="connsiteX40596" y="connsiteY40596"/>
              </a:cxn>
              <a:cxn ang="0">
                <a:pos x="connsiteX40597" y="connsiteY40597"/>
              </a:cxn>
              <a:cxn ang="0">
                <a:pos x="connsiteX40598" y="connsiteY40598"/>
              </a:cxn>
              <a:cxn ang="0">
                <a:pos x="connsiteX40599" y="connsiteY40599"/>
              </a:cxn>
              <a:cxn ang="0">
                <a:pos x="connsiteX40600" y="connsiteY40600"/>
              </a:cxn>
              <a:cxn ang="0">
                <a:pos x="connsiteX40601" y="connsiteY40601"/>
              </a:cxn>
              <a:cxn ang="0">
                <a:pos x="connsiteX40602" y="connsiteY40602"/>
              </a:cxn>
              <a:cxn ang="0">
                <a:pos x="connsiteX40603" y="connsiteY40603"/>
              </a:cxn>
              <a:cxn ang="0">
                <a:pos x="connsiteX40604" y="connsiteY40604"/>
              </a:cxn>
              <a:cxn ang="0">
                <a:pos x="connsiteX40605" y="connsiteY40605"/>
              </a:cxn>
              <a:cxn ang="0">
                <a:pos x="connsiteX40606" y="connsiteY40606"/>
              </a:cxn>
              <a:cxn ang="0">
                <a:pos x="connsiteX40607" y="connsiteY40607"/>
              </a:cxn>
              <a:cxn ang="0">
                <a:pos x="connsiteX40608" y="connsiteY40608"/>
              </a:cxn>
              <a:cxn ang="0">
                <a:pos x="connsiteX40609" y="connsiteY40609"/>
              </a:cxn>
              <a:cxn ang="0">
                <a:pos x="connsiteX40610" y="connsiteY40610"/>
              </a:cxn>
              <a:cxn ang="0">
                <a:pos x="connsiteX40611" y="connsiteY40611"/>
              </a:cxn>
              <a:cxn ang="0">
                <a:pos x="connsiteX40612" y="connsiteY40612"/>
              </a:cxn>
              <a:cxn ang="0">
                <a:pos x="connsiteX40613" y="connsiteY40613"/>
              </a:cxn>
              <a:cxn ang="0">
                <a:pos x="connsiteX40614" y="connsiteY40614"/>
              </a:cxn>
              <a:cxn ang="0">
                <a:pos x="connsiteX40615" y="connsiteY40615"/>
              </a:cxn>
              <a:cxn ang="0">
                <a:pos x="connsiteX40616" y="connsiteY40616"/>
              </a:cxn>
              <a:cxn ang="0">
                <a:pos x="connsiteX40617" y="connsiteY40617"/>
              </a:cxn>
              <a:cxn ang="0">
                <a:pos x="connsiteX40618" y="connsiteY40618"/>
              </a:cxn>
              <a:cxn ang="0">
                <a:pos x="connsiteX40619" y="connsiteY40619"/>
              </a:cxn>
              <a:cxn ang="0">
                <a:pos x="connsiteX40620" y="connsiteY40620"/>
              </a:cxn>
              <a:cxn ang="0">
                <a:pos x="connsiteX40621" y="connsiteY40621"/>
              </a:cxn>
              <a:cxn ang="0">
                <a:pos x="connsiteX40622" y="connsiteY40622"/>
              </a:cxn>
              <a:cxn ang="0">
                <a:pos x="connsiteX40623" y="connsiteY40623"/>
              </a:cxn>
              <a:cxn ang="0">
                <a:pos x="connsiteX40624" y="connsiteY40624"/>
              </a:cxn>
              <a:cxn ang="0">
                <a:pos x="connsiteX40625" y="connsiteY40625"/>
              </a:cxn>
              <a:cxn ang="0">
                <a:pos x="connsiteX40626" y="connsiteY40626"/>
              </a:cxn>
              <a:cxn ang="0">
                <a:pos x="connsiteX40627" y="connsiteY40627"/>
              </a:cxn>
              <a:cxn ang="0">
                <a:pos x="connsiteX40628" y="connsiteY40628"/>
              </a:cxn>
              <a:cxn ang="0">
                <a:pos x="connsiteX40629" y="connsiteY40629"/>
              </a:cxn>
              <a:cxn ang="0">
                <a:pos x="connsiteX40630" y="connsiteY40630"/>
              </a:cxn>
              <a:cxn ang="0">
                <a:pos x="connsiteX40631" y="connsiteY40631"/>
              </a:cxn>
              <a:cxn ang="0">
                <a:pos x="connsiteX40632" y="connsiteY40632"/>
              </a:cxn>
              <a:cxn ang="0">
                <a:pos x="connsiteX40633" y="connsiteY40633"/>
              </a:cxn>
              <a:cxn ang="0">
                <a:pos x="connsiteX40634" y="connsiteY40634"/>
              </a:cxn>
              <a:cxn ang="0">
                <a:pos x="connsiteX40635" y="connsiteY40635"/>
              </a:cxn>
              <a:cxn ang="0">
                <a:pos x="connsiteX40636" y="connsiteY40636"/>
              </a:cxn>
              <a:cxn ang="0">
                <a:pos x="connsiteX40637" y="connsiteY40637"/>
              </a:cxn>
              <a:cxn ang="0">
                <a:pos x="connsiteX40638" y="connsiteY40638"/>
              </a:cxn>
              <a:cxn ang="0">
                <a:pos x="connsiteX40639" y="connsiteY40639"/>
              </a:cxn>
              <a:cxn ang="0">
                <a:pos x="connsiteX40640" y="connsiteY40640"/>
              </a:cxn>
              <a:cxn ang="0">
                <a:pos x="connsiteX40641" y="connsiteY40641"/>
              </a:cxn>
              <a:cxn ang="0">
                <a:pos x="connsiteX40642" y="connsiteY40642"/>
              </a:cxn>
              <a:cxn ang="0">
                <a:pos x="connsiteX40643" y="connsiteY40643"/>
              </a:cxn>
              <a:cxn ang="0">
                <a:pos x="connsiteX40644" y="connsiteY40644"/>
              </a:cxn>
              <a:cxn ang="0">
                <a:pos x="connsiteX40645" y="connsiteY40645"/>
              </a:cxn>
              <a:cxn ang="0">
                <a:pos x="connsiteX40646" y="connsiteY40646"/>
              </a:cxn>
              <a:cxn ang="0">
                <a:pos x="connsiteX40647" y="connsiteY40647"/>
              </a:cxn>
              <a:cxn ang="0">
                <a:pos x="connsiteX40648" y="connsiteY40648"/>
              </a:cxn>
              <a:cxn ang="0">
                <a:pos x="connsiteX40649" y="connsiteY40649"/>
              </a:cxn>
              <a:cxn ang="0">
                <a:pos x="connsiteX40650" y="connsiteY40650"/>
              </a:cxn>
              <a:cxn ang="0">
                <a:pos x="connsiteX40651" y="connsiteY40651"/>
              </a:cxn>
              <a:cxn ang="0">
                <a:pos x="connsiteX40652" y="connsiteY40652"/>
              </a:cxn>
              <a:cxn ang="0">
                <a:pos x="connsiteX40653" y="connsiteY40653"/>
              </a:cxn>
              <a:cxn ang="0">
                <a:pos x="connsiteX40654" y="connsiteY40654"/>
              </a:cxn>
              <a:cxn ang="0">
                <a:pos x="connsiteX40655" y="connsiteY40655"/>
              </a:cxn>
              <a:cxn ang="0">
                <a:pos x="connsiteX40656" y="connsiteY40656"/>
              </a:cxn>
              <a:cxn ang="0">
                <a:pos x="connsiteX40657" y="connsiteY40657"/>
              </a:cxn>
              <a:cxn ang="0">
                <a:pos x="connsiteX40658" y="connsiteY40658"/>
              </a:cxn>
              <a:cxn ang="0">
                <a:pos x="connsiteX40659" y="connsiteY40659"/>
              </a:cxn>
              <a:cxn ang="0">
                <a:pos x="connsiteX40660" y="connsiteY40660"/>
              </a:cxn>
              <a:cxn ang="0">
                <a:pos x="connsiteX40661" y="connsiteY40661"/>
              </a:cxn>
              <a:cxn ang="0">
                <a:pos x="connsiteX40662" y="connsiteY40662"/>
              </a:cxn>
              <a:cxn ang="0">
                <a:pos x="connsiteX40663" y="connsiteY40663"/>
              </a:cxn>
              <a:cxn ang="0">
                <a:pos x="connsiteX40664" y="connsiteY40664"/>
              </a:cxn>
              <a:cxn ang="0">
                <a:pos x="connsiteX40665" y="connsiteY40665"/>
              </a:cxn>
              <a:cxn ang="0">
                <a:pos x="connsiteX40666" y="connsiteY40666"/>
              </a:cxn>
              <a:cxn ang="0">
                <a:pos x="connsiteX40667" y="connsiteY40667"/>
              </a:cxn>
              <a:cxn ang="0">
                <a:pos x="connsiteX40668" y="connsiteY40668"/>
              </a:cxn>
              <a:cxn ang="0">
                <a:pos x="connsiteX40669" y="connsiteY40669"/>
              </a:cxn>
              <a:cxn ang="0">
                <a:pos x="connsiteX40670" y="connsiteY40670"/>
              </a:cxn>
              <a:cxn ang="0">
                <a:pos x="connsiteX40671" y="connsiteY40671"/>
              </a:cxn>
              <a:cxn ang="0">
                <a:pos x="connsiteX40672" y="connsiteY40672"/>
              </a:cxn>
              <a:cxn ang="0">
                <a:pos x="connsiteX40673" y="connsiteY40673"/>
              </a:cxn>
              <a:cxn ang="0">
                <a:pos x="connsiteX40674" y="connsiteY40674"/>
              </a:cxn>
              <a:cxn ang="0">
                <a:pos x="connsiteX40675" y="connsiteY40675"/>
              </a:cxn>
              <a:cxn ang="0">
                <a:pos x="connsiteX40676" y="connsiteY40676"/>
              </a:cxn>
              <a:cxn ang="0">
                <a:pos x="connsiteX40677" y="connsiteY40677"/>
              </a:cxn>
              <a:cxn ang="0">
                <a:pos x="connsiteX40678" y="connsiteY40678"/>
              </a:cxn>
              <a:cxn ang="0">
                <a:pos x="connsiteX40679" y="connsiteY40679"/>
              </a:cxn>
              <a:cxn ang="0">
                <a:pos x="connsiteX40680" y="connsiteY40680"/>
              </a:cxn>
              <a:cxn ang="0">
                <a:pos x="connsiteX40681" y="connsiteY40681"/>
              </a:cxn>
              <a:cxn ang="0">
                <a:pos x="connsiteX40682" y="connsiteY40682"/>
              </a:cxn>
              <a:cxn ang="0">
                <a:pos x="connsiteX40683" y="connsiteY40683"/>
              </a:cxn>
              <a:cxn ang="0">
                <a:pos x="connsiteX40684" y="connsiteY40684"/>
              </a:cxn>
              <a:cxn ang="0">
                <a:pos x="connsiteX40685" y="connsiteY40685"/>
              </a:cxn>
              <a:cxn ang="0">
                <a:pos x="connsiteX40686" y="connsiteY40686"/>
              </a:cxn>
              <a:cxn ang="0">
                <a:pos x="connsiteX40687" y="connsiteY40687"/>
              </a:cxn>
              <a:cxn ang="0">
                <a:pos x="connsiteX40688" y="connsiteY40688"/>
              </a:cxn>
              <a:cxn ang="0">
                <a:pos x="connsiteX40689" y="connsiteY40689"/>
              </a:cxn>
              <a:cxn ang="0">
                <a:pos x="connsiteX40690" y="connsiteY40690"/>
              </a:cxn>
              <a:cxn ang="0">
                <a:pos x="connsiteX40691" y="connsiteY40691"/>
              </a:cxn>
              <a:cxn ang="0">
                <a:pos x="connsiteX40692" y="connsiteY40692"/>
              </a:cxn>
              <a:cxn ang="0">
                <a:pos x="connsiteX40693" y="connsiteY40693"/>
              </a:cxn>
              <a:cxn ang="0">
                <a:pos x="connsiteX40694" y="connsiteY40694"/>
              </a:cxn>
              <a:cxn ang="0">
                <a:pos x="connsiteX40695" y="connsiteY40695"/>
              </a:cxn>
              <a:cxn ang="0">
                <a:pos x="connsiteX40696" y="connsiteY40696"/>
              </a:cxn>
              <a:cxn ang="0">
                <a:pos x="connsiteX40697" y="connsiteY40697"/>
              </a:cxn>
              <a:cxn ang="0">
                <a:pos x="connsiteX40698" y="connsiteY40698"/>
              </a:cxn>
              <a:cxn ang="0">
                <a:pos x="connsiteX40699" y="connsiteY40699"/>
              </a:cxn>
              <a:cxn ang="0">
                <a:pos x="connsiteX40700" y="connsiteY40700"/>
              </a:cxn>
              <a:cxn ang="0">
                <a:pos x="connsiteX40701" y="connsiteY40701"/>
              </a:cxn>
              <a:cxn ang="0">
                <a:pos x="connsiteX40702" y="connsiteY40702"/>
              </a:cxn>
              <a:cxn ang="0">
                <a:pos x="connsiteX40703" y="connsiteY40703"/>
              </a:cxn>
              <a:cxn ang="0">
                <a:pos x="connsiteX40704" y="connsiteY40704"/>
              </a:cxn>
              <a:cxn ang="0">
                <a:pos x="connsiteX40705" y="connsiteY40705"/>
              </a:cxn>
              <a:cxn ang="0">
                <a:pos x="connsiteX40706" y="connsiteY40706"/>
              </a:cxn>
              <a:cxn ang="0">
                <a:pos x="connsiteX40707" y="connsiteY40707"/>
              </a:cxn>
              <a:cxn ang="0">
                <a:pos x="connsiteX40708" y="connsiteY40708"/>
              </a:cxn>
              <a:cxn ang="0">
                <a:pos x="connsiteX40709" y="connsiteY40709"/>
              </a:cxn>
              <a:cxn ang="0">
                <a:pos x="connsiteX40710" y="connsiteY40710"/>
              </a:cxn>
              <a:cxn ang="0">
                <a:pos x="connsiteX40711" y="connsiteY40711"/>
              </a:cxn>
              <a:cxn ang="0">
                <a:pos x="connsiteX40712" y="connsiteY40712"/>
              </a:cxn>
              <a:cxn ang="0">
                <a:pos x="connsiteX40713" y="connsiteY40713"/>
              </a:cxn>
              <a:cxn ang="0">
                <a:pos x="connsiteX40714" y="connsiteY40714"/>
              </a:cxn>
              <a:cxn ang="0">
                <a:pos x="connsiteX40715" y="connsiteY40715"/>
              </a:cxn>
              <a:cxn ang="0">
                <a:pos x="connsiteX40716" y="connsiteY40716"/>
              </a:cxn>
              <a:cxn ang="0">
                <a:pos x="connsiteX40717" y="connsiteY40717"/>
              </a:cxn>
              <a:cxn ang="0">
                <a:pos x="connsiteX40718" y="connsiteY40718"/>
              </a:cxn>
              <a:cxn ang="0">
                <a:pos x="connsiteX40719" y="connsiteY40719"/>
              </a:cxn>
              <a:cxn ang="0">
                <a:pos x="connsiteX40720" y="connsiteY40720"/>
              </a:cxn>
              <a:cxn ang="0">
                <a:pos x="connsiteX40721" y="connsiteY40721"/>
              </a:cxn>
              <a:cxn ang="0">
                <a:pos x="connsiteX40722" y="connsiteY40722"/>
              </a:cxn>
              <a:cxn ang="0">
                <a:pos x="connsiteX40723" y="connsiteY40723"/>
              </a:cxn>
              <a:cxn ang="0">
                <a:pos x="connsiteX40724" y="connsiteY40724"/>
              </a:cxn>
              <a:cxn ang="0">
                <a:pos x="connsiteX40725" y="connsiteY40725"/>
              </a:cxn>
              <a:cxn ang="0">
                <a:pos x="connsiteX40726" y="connsiteY40726"/>
              </a:cxn>
              <a:cxn ang="0">
                <a:pos x="connsiteX40727" y="connsiteY40727"/>
              </a:cxn>
              <a:cxn ang="0">
                <a:pos x="connsiteX40728" y="connsiteY40728"/>
              </a:cxn>
              <a:cxn ang="0">
                <a:pos x="connsiteX40729" y="connsiteY40729"/>
              </a:cxn>
              <a:cxn ang="0">
                <a:pos x="connsiteX40730" y="connsiteY40730"/>
              </a:cxn>
              <a:cxn ang="0">
                <a:pos x="connsiteX40731" y="connsiteY40731"/>
              </a:cxn>
              <a:cxn ang="0">
                <a:pos x="connsiteX40732" y="connsiteY40732"/>
              </a:cxn>
              <a:cxn ang="0">
                <a:pos x="connsiteX40733" y="connsiteY40733"/>
              </a:cxn>
              <a:cxn ang="0">
                <a:pos x="connsiteX40734" y="connsiteY40734"/>
              </a:cxn>
              <a:cxn ang="0">
                <a:pos x="connsiteX40735" y="connsiteY40735"/>
              </a:cxn>
              <a:cxn ang="0">
                <a:pos x="connsiteX40736" y="connsiteY40736"/>
              </a:cxn>
              <a:cxn ang="0">
                <a:pos x="connsiteX40737" y="connsiteY40737"/>
              </a:cxn>
              <a:cxn ang="0">
                <a:pos x="connsiteX40738" y="connsiteY40738"/>
              </a:cxn>
              <a:cxn ang="0">
                <a:pos x="connsiteX40739" y="connsiteY40739"/>
              </a:cxn>
              <a:cxn ang="0">
                <a:pos x="connsiteX40740" y="connsiteY40740"/>
              </a:cxn>
              <a:cxn ang="0">
                <a:pos x="connsiteX40741" y="connsiteY40741"/>
              </a:cxn>
              <a:cxn ang="0">
                <a:pos x="connsiteX40742" y="connsiteY40742"/>
              </a:cxn>
              <a:cxn ang="0">
                <a:pos x="connsiteX40743" y="connsiteY40743"/>
              </a:cxn>
              <a:cxn ang="0">
                <a:pos x="connsiteX40744" y="connsiteY40744"/>
              </a:cxn>
              <a:cxn ang="0">
                <a:pos x="connsiteX40745" y="connsiteY40745"/>
              </a:cxn>
              <a:cxn ang="0">
                <a:pos x="connsiteX40746" y="connsiteY40746"/>
              </a:cxn>
              <a:cxn ang="0">
                <a:pos x="connsiteX40747" y="connsiteY40747"/>
              </a:cxn>
              <a:cxn ang="0">
                <a:pos x="connsiteX40748" y="connsiteY40748"/>
              </a:cxn>
              <a:cxn ang="0">
                <a:pos x="connsiteX40749" y="connsiteY40749"/>
              </a:cxn>
              <a:cxn ang="0">
                <a:pos x="connsiteX40750" y="connsiteY40750"/>
              </a:cxn>
              <a:cxn ang="0">
                <a:pos x="connsiteX40751" y="connsiteY40751"/>
              </a:cxn>
              <a:cxn ang="0">
                <a:pos x="connsiteX40752" y="connsiteY40752"/>
              </a:cxn>
              <a:cxn ang="0">
                <a:pos x="connsiteX40753" y="connsiteY40753"/>
              </a:cxn>
              <a:cxn ang="0">
                <a:pos x="connsiteX40754" y="connsiteY40754"/>
              </a:cxn>
              <a:cxn ang="0">
                <a:pos x="connsiteX40755" y="connsiteY40755"/>
              </a:cxn>
              <a:cxn ang="0">
                <a:pos x="connsiteX40756" y="connsiteY40756"/>
              </a:cxn>
              <a:cxn ang="0">
                <a:pos x="connsiteX40757" y="connsiteY40757"/>
              </a:cxn>
              <a:cxn ang="0">
                <a:pos x="connsiteX40758" y="connsiteY40758"/>
              </a:cxn>
              <a:cxn ang="0">
                <a:pos x="connsiteX40759" y="connsiteY40759"/>
              </a:cxn>
              <a:cxn ang="0">
                <a:pos x="connsiteX40760" y="connsiteY40760"/>
              </a:cxn>
              <a:cxn ang="0">
                <a:pos x="connsiteX40761" y="connsiteY40761"/>
              </a:cxn>
              <a:cxn ang="0">
                <a:pos x="connsiteX40762" y="connsiteY40762"/>
              </a:cxn>
              <a:cxn ang="0">
                <a:pos x="connsiteX40763" y="connsiteY40763"/>
              </a:cxn>
              <a:cxn ang="0">
                <a:pos x="connsiteX40764" y="connsiteY40764"/>
              </a:cxn>
              <a:cxn ang="0">
                <a:pos x="connsiteX40765" y="connsiteY40765"/>
              </a:cxn>
              <a:cxn ang="0">
                <a:pos x="connsiteX40766" y="connsiteY40766"/>
              </a:cxn>
              <a:cxn ang="0">
                <a:pos x="connsiteX40767" y="connsiteY40767"/>
              </a:cxn>
              <a:cxn ang="0">
                <a:pos x="connsiteX40768" y="connsiteY40768"/>
              </a:cxn>
              <a:cxn ang="0">
                <a:pos x="connsiteX40769" y="connsiteY40769"/>
              </a:cxn>
              <a:cxn ang="0">
                <a:pos x="connsiteX40770" y="connsiteY40770"/>
              </a:cxn>
              <a:cxn ang="0">
                <a:pos x="connsiteX40771" y="connsiteY40771"/>
              </a:cxn>
              <a:cxn ang="0">
                <a:pos x="connsiteX40772" y="connsiteY40772"/>
              </a:cxn>
              <a:cxn ang="0">
                <a:pos x="connsiteX40773" y="connsiteY40773"/>
              </a:cxn>
              <a:cxn ang="0">
                <a:pos x="connsiteX40774" y="connsiteY40774"/>
              </a:cxn>
              <a:cxn ang="0">
                <a:pos x="connsiteX40775" y="connsiteY40775"/>
              </a:cxn>
              <a:cxn ang="0">
                <a:pos x="connsiteX40776" y="connsiteY40776"/>
              </a:cxn>
              <a:cxn ang="0">
                <a:pos x="connsiteX40777" y="connsiteY40777"/>
              </a:cxn>
              <a:cxn ang="0">
                <a:pos x="connsiteX40778" y="connsiteY40778"/>
              </a:cxn>
              <a:cxn ang="0">
                <a:pos x="connsiteX40779" y="connsiteY40779"/>
              </a:cxn>
              <a:cxn ang="0">
                <a:pos x="connsiteX40780" y="connsiteY40780"/>
              </a:cxn>
              <a:cxn ang="0">
                <a:pos x="connsiteX40781" y="connsiteY40781"/>
              </a:cxn>
              <a:cxn ang="0">
                <a:pos x="connsiteX40782" y="connsiteY40782"/>
              </a:cxn>
              <a:cxn ang="0">
                <a:pos x="connsiteX40783" y="connsiteY40783"/>
              </a:cxn>
              <a:cxn ang="0">
                <a:pos x="connsiteX40784" y="connsiteY40784"/>
              </a:cxn>
              <a:cxn ang="0">
                <a:pos x="connsiteX40785" y="connsiteY40785"/>
              </a:cxn>
              <a:cxn ang="0">
                <a:pos x="connsiteX40786" y="connsiteY40786"/>
              </a:cxn>
              <a:cxn ang="0">
                <a:pos x="connsiteX40787" y="connsiteY40787"/>
              </a:cxn>
              <a:cxn ang="0">
                <a:pos x="connsiteX40788" y="connsiteY40788"/>
              </a:cxn>
              <a:cxn ang="0">
                <a:pos x="connsiteX40789" y="connsiteY40789"/>
              </a:cxn>
              <a:cxn ang="0">
                <a:pos x="connsiteX40790" y="connsiteY40790"/>
              </a:cxn>
              <a:cxn ang="0">
                <a:pos x="connsiteX40791" y="connsiteY40791"/>
              </a:cxn>
              <a:cxn ang="0">
                <a:pos x="connsiteX40792" y="connsiteY40792"/>
              </a:cxn>
              <a:cxn ang="0">
                <a:pos x="connsiteX40793" y="connsiteY40793"/>
              </a:cxn>
              <a:cxn ang="0">
                <a:pos x="connsiteX40794" y="connsiteY40794"/>
              </a:cxn>
              <a:cxn ang="0">
                <a:pos x="connsiteX40795" y="connsiteY40795"/>
              </a:cxn>
              <a:cxn ang="0">
                <a:pos x="connsiteX40796" y="connsiteY40796"/>
              </a:cxn>
              <a:cxn ang="0">
                <a:pos x="connsiteX40797" y="connsiteY40797"/>
              </a:cxn>
              <a:cxn ang="0">
                <a:pos x="connsiteX40798" y="connsiteY40798"/>
              </a:cxn>
              <a:cxn ang="0">
                <a:pos x="connsiteX40799" y="connsiteY40799"/>
              </a:cxn>
              <a:cxn ang="0">
                <a:pos x="connsiteX40800" y="connsiteY40800"/>
              </a:cxn>
              <a:cxn ang="0">
                <a:pos x="connsiteX40801" y="connsiteY40801"/>
              </a:cxn>
              <a:cxn ang="0">
                <a:pos x="connsiteX40802" y="connsiteY40802"/>
              </a:cxn>
              <a:cxn ang="0">
                <a:pos x="connsiteX40803" y="connsiteY40803"/>
              </a:cxn>
              <a:cxn ang="0">
                <a:pos x="connsiteX40804" y="connsiteY40804"/>
              </a:cxn>
              <a:cxn ang="0">
                <a:pos x="connsiteX40805" y="connsiteY40805"/>
              </a:cxn>
              <a:cxn ang="0">
                <a:pos x="connsiteX40806" y="connsiteY40806"/>
              </a:cxn>
              <a:cxn ang="0">
                <a:pos x="connsiteX40807" y="connsiteY40807"/>
              </a:cxn>
              <a:cxn ang="0">
                <a:pos x="connsiteX40808" y="connsiteY40808"/>
              </a:cxn>
              <a:cxn ang="0">
                <a:pos x="connsiteX40809" y="connsiteY40809"/>
              </a:cxn>
              <a:cxn ang="0">
                <a:pos x="connsiteX40810" y="connsiteY40810"/>
              </a:cxn>
              <a:cxn ang="0">
                <a:pos x="connsiteX40811" y="connsiteY40811"/>
              </a:cxn>
              <a:cxn ang="0">
                <a:pos x="connsiteX40812" y="connsiteY40812"/>
              </a:cxn>
              <a:cxn ang="0">
                <a:pos x="connsiteX40813" y="connsiteY40813"/>
              </a:cxn>
              <a:cxn ang="0">
                <a:pos x="connsiteX40814" y="connsiteY40814"/>
              </a:cxn>
              <a:cxn ang="0">
                <a:pos x="connsiteX40815" y="connsiteY40815"/>
              </a:cxn>
              <a:cxn ang="0">
                <a:pos x="connsiteX40816" y="connsiteY40816"/>
              </a:cxn>
              <a:cxn ang="0">
                <a:pos x="connsiteX40817" y="connsiteY40817"/>
              </a:cxn>
              <a:cxn ang="0">
                <a:pos x="connsiteX40818" y="connsiteY40818"/>
              </a:cxn>
              <a:cxn ang="0">
                <a:pos x="connsiteX40819" y="connsiteY40819"/>
              </a:cxn>
              <a:cxn ang="0">
                <a:pos x="connsiteX40820" y="connsiteY40820"/>
              </a:cxn>
              <a:cxn ang="0">
                <a:pos x="connsiteX40821" y="connsiteY40821"/>
              </a:cxn>
              <a:cxn ang="0">
                <a:pos x="connsiteX40822" y="connsiteY40822"/>
              </a:cxn>
              <a:cxn ang="0">
                <a:pos x="connsiteX40823" y="connsiteY40823"/>
              </a:cxn>
              <a:cxn ang="0">
                <a:pos x="connsiteX40824" y="connsiteY40824"/>
              </a:cxn>
              <a:cxn ang="0">
                <a:pos x="connsiteX40825" y="connsiteY40825"/>
              </a:cxn>
              <a:cxn ang="0">
                <a:pos x="connsiteX40826" y="connsiteY40826"/>
              </a:cxn>
              <a:cxn ang="0">
                <a:pos x="connsiteX40827" y="connsiteY40827"/>
              </a:cxn>
              <a:cxn ang="0">
                <a:pos x="connsiteX40828" y="connsiteY40828"/>
              </a:cxn>
              <a:cxn ang="0">
                <a:pos x="connsiteX40829" y="connsiteY40829"/>
              </a:cxn>
              <a:cxn ang="0">
                <a:pos x="connsiteX40830" y="connsiteY40830"/>
              </a:cxn>
              <a:cxn ang="0">
                <a:pos x="connsiteX40831" y="connsiteY40831"/>
              </a:cxn>
              <a:cxn ang="0">
                <a:pos x="connsiteX40832" y="connsiteY40832"/>
              </a:cxn>
              <a:cxn ang="0">
                <a:pos x="connsiteX40833" y="connsiteY40833"/>
              </a:cxn>
              <a:cxn ang="0">
                <a:pos x="connsiteX40834" y="connsiteY40834"/>
              </a:cxn>
              <a:cxn ang="0">
                <a:pos x="connsiteX40835" y="connsiteY40835"/>
              </a:cxn>
              <a:cxn ang="0">
                <a:pos x="connsiteX40836" y="connsiteY40836"/>
              </a:cxn>
              <a:cxn ang="0">
                <a:pos x="connsiteX40837" y="connsiteY40837"/>
              </a:cxn>
              <a:cxn ang="0">
                <a:pos x="connsiteX40838" y="connsiteY40838"/>
              </a:cxn>
              <a:cxn ang="0">
                <a:pos x="connsiteX40839" y="connsiteY40839"/>
              </a:cxn>
              <a:cxn ang="0">
                <a:pos x="connsiteX40840" y="connsiteY40840"/>
              </a:cxn>
              <a:cxn ang="0">
                <a:pos x="connsiteX40841" y="connsiteY40841"/>
              </a:cxn>
              <a:cxn ang="0">
                <a:pos x="connsiteX40842" y="connsiteY40842"/>
              </a:cxn>
              <a:cxn ang="0">
                <a:pos x="connsiteX40843" y="connsiteY40843"/>
              </a:cxn>
              <a:cxn ang="0">
                <a:pos x="connsiteX40844" y="connsiteY40844"/>
              </a:cxn>
              <a:cxn ang="0">
                <a:pos x="connsiteX40845" y="connsiteY40845"/>
              </a:cxn>
              <a:cxn ang="0">
                <a:pos x="connsiteX40846" y="connsiteY40846"/>
              </a:cxn>
              <a:cxn ang="0">
                <a:pos x="connsiteX40847" y="connsiteY40847"/>
              </a:cxn>
              <a:cxn ang="0">
                <a:pos x="connsiteX40848" y="connsiteY40848"/>
              </a:cxn>
              <a:cxn ang="0">
                <a:pos x="connsiteX40849" y="connsiteY40849"/>
              </a:cxn>
              <a:cxn ang="0">
                <a:pos x="connsiteX40850" y="connsiteY40850"/>
              </a:cxn>
              <a:cxn ang="0">
                <a:pos x="connsiteX40851" y="connsiteY40851"/>
              </a:cxn>
              <a:cxn ang="0">
                <a:pos x="connsiteX40852" y="connsiteY40852"/>
              </a:cxn>
              <a:cxn ang="0">
                <a:pos x="connsiteX40853" y="connsiteY40853"/>
              </a:cxn>
              <a:cxn ang="0">
                <a:pos x="connsiteX40854" y="connsiteY40854"/>
              </a:cxn>
              <a:cxn ang="0">
                <a:pos x="connsiteX40855" y="connsiteY40855"/>
              </a:cxn>
              <a:cxn ang="0">
                <a:pos x="connsiteX40856" y="connsiteY40856"/>
              </a:cxn>
              <a:cxn ang="0">
                <a:pos x="connsiteX40857" y="connsiteY40857"/>
              </a:cxn>
              <a:cxn ang="0">
                <a:pos x="connsiteX40858" y="connsiteY40858"/>
              </a:cxn>
              <a:cxn ang="0">
                <a:pos x="connsiteX40859" y="connsiteY40859"/>
              </a:cxn>
              <a:cxn ang="0">
                <a:pos x="connsiteX40860" y="connsiteY40860"/>
              </a:cxn>
              <a:cxn ang="0">
                <a:pos x="connsiteX40861" y="connsiteY40861"/>
              </a:cxn>
              <a:cxn ang="0">
                <a:pos x="connsiteX40862" y="connsiteY40862"/>
              </a:cxn>
              <a:cxn ang="0">
                <a:pos x="connsiteX40863" y="connsiteY40863"/>
              </a:cxn>
              <a:cxn ang="0">
                <a:pos x="connsiteX40864" y="connsiteY40864"/>
              </a:cxn>
              <a:cxn ang="0">
                <a:pos x="connsiteX40865" y="connsiteY40865"/>
              </a:cxn>
              <a:cxn ang="0">
                <a:pos x="connsiteX40866" y="connsiteY40866"/>
              </a:cxn>
              <a:cxn ang="0">
                <a:pos x="connsiteX40867" y="connsiteY40867"/>
              </a:cxn>
              <a:cxn ang="0">
                <a:pos x="connsiteX40868" y="connsiteY40868"/>
              </a:cxn>
              <a:cxn ang="0">
                <a:pos x="connsiteX40869" y="connsiteY40869"/>
              </a:cxn>
              <a:cxn ang="0">
                <a:pos x="connsiteX40870" y="connsiteY40870"/>
              </a:cxn>
              <a:cxn ang="0">
                <a:pos x="connsiteX40871" y="connsiteY40871"/>
              </a:cxn>
              <a:cxn ang="0">
                <a:pos x="connsiteX40872" y="connsiteY40872"/>
              </a:cxn>
              <a:cxn ang="0">
                <a:pos x="connsiteX40873" y="connsiteY40873"/>
              </a:cxn>
              <a:cxn ang="0">
                <a:pos x="connsiteX40874" y="connsiteY40874"/>
              </a:cxn>
              <a:cxn ang="0">
                <a:pos x="connsiteX40875" y="connsiteY40875"/>
              </a:cxn>
              <a:cxn ang="0">
                <a:pos x="connsiteX40876" y="connsiteY40876"/>
              </a:cxn>
              <a:cxn ang="0">
                <a:pos x="connsiteX40877" y="connsiteY40877"/>
              </a:cxn>
              <a:cxn ang="0">
                <a:pos x="connsiteX40878" y="connsiteY40878"/>
              </a:cxn>
              <a:cxn ang="0">
                <a:pos x="connsiteX40879" y="connsiteY40879"/>
              </a:cxn>
              <a:cxn ang="0">
                <a:pos x="connsiteX40880" y="connsiteY40880"/>
              </a:cxn>
              <a:cxn ang="0">
                <a:pos x="connsiteX40881" y="connsiteY40881"/>
              </a:cxn>
              <a:cxn ang="0">
                <a:pos x="connsiteX40882" y="connsiteY40882"/>
              </a:cxn>
              <a:cxn ang="0">
                <a:pos x="connsiteX40883" y="connsiteY40883"/>
              </a:cxn>
              <a:cxn ang="0">
                <a:pos x="connsiteX40884" y="connsiteY40884"/>
              </a:cxn>
              <a:cxn ang="0">
                <a:pos x="connsiteX40885" y="connsiteY40885"/>
              </a:cxn>
              <a:cxn ang="0">
                <a:pos x="connsiteX40886" y="connsiteY40886"/>
              </a:cxn>
              <a:cxn ang="0">
                <a:pos x="connsiteX40887" y="connsiteY40887"/>
              </a:cxn>
              <a:cxn ang="0">
                <a:pos x="connsiteX40888" y="connsiteY40888"/>
              </a:cxn>
              <a:cxn ang="0">
                <a:pos x="connsiteX40889" y="connsiteY40889"/>
              </a:cxn>
              <a:cxn ang="0">
                <a:pos x="connsiteX40890" y="connsiteY40890"/>
              </a:cxn>
              <a:cxn ang="0">
                <a:pos x="connsiteX40891" y="connsiteY40891"/>
              </a:cxn>
              <a:cxn ang="0">
                <a:pos x="connsiteX40892" y="connsiteY40892"/>
              </a:cxn>
              <a:cxn ang="0">
                <a:pos x="connsiteX40893" y="connsiteY40893"/>
              </a:cxn>
              <a:cxn ang="0">
                <a:pos x="connsiteX40894" y="connsiteY40894"/>
              </a:cxn>
              <a:cxn ang="0">
                <a:pos x="connsiteX40895" y="connsiteY40895"/>
              </a:cxn>
              <a:cxn ang="0">
                <a:pos x="connsiteX40896" y="connsiteY40896"/>
              </a:cxn>
              <a:cxn ang="0">
                <a:pos x="connsiteX40897" y="connsiteY40897"/>
              </a:cxn>
              <a:cxn ang="0">
                <a:pos x="connsiteX40898" y="connsiteY40898"/>
              </a:cxn>
              <a:cxn ang="0">
                <a:pos x="connsiteX40899" y="connsiteY40899"/>
              </a:cxn>
              <a:cxn ang="0">
                <a:pos x="connsiteX40900" y="connsiteY40900"/>
              </a:cxn>
              <a:cxn ang="0">
                <a:pos x="connsiteX40901" y="connsiteY40901"/>
              </a:cxn>
              <a:cxn ang="0">
                <a:pos x="connsiteX40902" y="connsiteY40902"/>
              </a:cxn>
              <a:cxn ang="0">
                <a:pos x="connsiteX40903" y="connsiteY40903"/>
              </a:cxn>
              <a:cxn ang="0">
                <a:pos x="connsiteX40904" y="connsiteY40904"/>
              </a:cxn>
              <a:cxn ang="0">
                <a:pos x="connsiteX40905" y="connsiteY40905"/>
              </a:cxn>
              <a:cxn ang="0">
                <a:pos x="connsiteX40906" y="connsiteY40906"/>
              </a:cxn>
              <a:cxn ang="0">
                <a:pos x="connsiteX40907" y="connsiteY40907"/>
              </a:cxn>
              <a:cxn ang="0">
                <a:pos x="connsiteX40908" y="connsiteY40908"/>
              </a:cxn>
              <a:cxn ang="0">
                <a:pos x="connsiteX40909" y="connsiteY40909"/>
              </a:cxn>
              <a:cxn ang="0">
                <a:pos x="connsiteX40910" y="connsiteY40910"/>
              </a:cxn>
              <a:cxn ang="0">
                <a:pos x="connsiteX40911" y="connsiteY40911"/>
              </a:cxn>
              <a:cxn ang="0">
                <a:pos x="connsiteX40912" y="connsiteY40912"/>
              </a:cxn>
              <a:cxn ang="0">
                <a:pos x="connsiteX40913" y="connsiteY40913"/>
              </a:cxn>
              <a:cxn ang="0">
                <a:pos x="connsiteX40914" y="connsiteY40914"/>
              </a:cxn>
              <a:cxn ang="0">
                <a:pos x="connsiteX40915" y="connsiteY40915"/>
              </a:cxn>
              <a:cxn ang="0">
                <a:pos x="connsiteX40916" y="connsiteY40916"/>
              </a:cxn>
              <a:cxn ang="0">
                <a:pos x="connsiteX40917" y="connsiteY40917"/>
              </a:cxn>
              <a:cxn ang="0">
                <a:pos x="connsiteX40918" y="connsiteY40918"/>
              </a:cxn>
              <a:cxn ang="0">
                <a:pos x="connsiteX40919" y="connsiteY40919"/>
              </a:cxn>
              <a:cxn ang="0">
                <a:pos x="connsiteX40920" y="connsiteY40920"/>
              </a:cxn>
              <a:cxn ang="0">
                <a:pos x="connsiteX40921" y="connsiteY40921"/>
              </a:cxn>
              <a:cxn ang="0">
                <a:pos x="connsiteX40922" y="connsiteY40922"/>
              </a:cxn>
              <a:cxn ang="0">
                <a:pos x="connsiteX40923" y="connsiteY40923"/>
              </a:cxn>
              <a:cxn ang="0">
                <a:pos x="connsiteX40924" y="connsiteY40924"/>
              </a:cxn>
              <a:cxn ang="0">
                <a:pos x="connsiteX40925" y="connsiteY40925"/>
              </a:cxn>
              <a:cxn ang="0">
                <a:pos x="connsiteX40926" y="connsiteY40926"/>
              </a:cxn>
              <a:cxn ang="0">
                <a:pos x="connsiteX40927" y="connsiteY40927"/>
              </a:cxn>
              <a:cxn ang="0">
                <a:pos x="connsiteX40928" y="connsiteY40928"/>
              </a:cxn>
              <a:cxn ang="0">
                <a:pos x="connsiteX40929" y="connsiteY40929"/>
              </a:cxn>
              <a:cxn ang="0">
                <a:pos x="connsiteX40930" y="connsiteY40930"/>
              </a:cxn>
              <a:cxn ang="0">
                <a:pos x="connsiteX40931" y="connsiteY40931"/>
              </a:cxn>
              <a:cxn ang="0">
                <a:pos x="connsiteX40932" y="connsiteY40932"/>
              </a:cxn>
              <a:cxn ang="0">
                <a:pos x="connsiteX40933" y="connsiteY40933"/>
              </a:cxn>
              <a:cxn ang="0">
                <a:pos x="connsiteX40934" y="connsiteY40934"/>
              </a:cxn>
              <a:cxn ang="0">
                <a:pos x="connsiteX40935" y="connsiteY40935"/>
              </a:cxn>
              <a:cxn ang="0">
                <a:pos x="connsiteX40936" y="connsiteY40936"/>
              </a:cxn>
              <a:cxn ang="0">
                <a:pos x="connsiteX40937" y="connsiteY40937"/>
              </a:cxn>
              <a:cxn ang="0">
                <a:pos x="connsiteX40938" y="connsiteY40938"/>
              </a:cxn>
              <a:cxn ang="0">
                <a:pos x="connsiteX40939" y="connsiteY40939"/>
              </a:cxn>
              <a:cxn ang="0">
                <a:pos x="connsiteX40940" y="connsiteY40940"/>
              </a:cxn>
              <a:cxn ang="0">
                <a:pos x="connsiteX40941" y="connsiteY40941"/>
              </a:cxn>
              <a:cxn ang="0">
                <a:pos x="connsiteX40942" y="connsiteY40942"/>
              </a:cxn>
              <a:cxn ang="0">
                <a:pos x="connsiteX40943" y="connsiteY40943"/>
              </a:cxn>
              <a:cxn ang="0">
                <a:pos x="connsiteX40944" y="connsiteY40944"/>
              </a:cxn>
              <a:cxn ang="0">
                <a:pos x="connsiteX40945" y="connsiteY40945"/>
              </a:cxn>
              <a:cxn ang="0">
                <a:pos x="connsiteX40946" y="connsiteY40946"/>
              </a:cxn>
              <a:cxn ang="0">
                <a:pos x="connsiteX40947" y="connsiteY40947"/>
              </a:cxn>
              <a:cxn ang="0">
                <a:pos x="connsiteX40948" y="connsiteY40948"/>
              </a:cxn>
              <a:cxn ang="0">
                <a:pos x="connsiteX40949" y="connsiteY40949"/>
              </a:cxn>
              <a:cxn ang="0">
                <a:pos x="connsiteX40950" y="connsiteY40950"/>
              </a:cxn>
              <a:cxn ang="0">
                <a:pos x="connsiteX40951" y="connsiteY40951"/>
              </a:cxn>
              <a:cxn ang="0">
                <a:pos x="connsiteX40952" y="connsiteY40952"/>
              </a:cxn>
              <a:cxn ang="0">
                <a:pos x="connsiteX40953" y="connsiteY40953"/>
              </a:cxn>
              <a:cxn ang="0">
                <a:pos x="connsiteX40954" y="connsiteY40954"/>
              </a:cxn>
              <a:cxn ang="0">
                <a:pos x="connsiteX40955" y="connsiteY40955"/>
              </a:cxn>
              <a:cxn ang="0">
                <a:pos x="connsiteX40956" y="connsiteY40956"/>
              </a:cxn>
              <a:cxn ang="0">
                <a:pos x="connsiteX40957" y="connsiteY40957"/>
              </a:cxn>
              <a:cxn ang="0">
                <a:pos x="connsiteX40958" y="connsiteY40958"/>
              </a:cxn>
              <a:cxn ang="0">
                <a:pos x="connsiteX40959" y="connsiteY40959"/>
              </a:cxn>
              <a:cxn ang="0">
                <a:pos x="connsiteX40960" y="connsiteY40960"/>
              </a:cxn>
              <a:cxn ang="0">
                <a:pos x="connsiteX40961" y="connsiteY40961"/>
              </a:cxn>
              <a:cxn ang="0">
                <a:pos x="connsiteX40962" y="connsiteY40962"/>
              </a:cxn>
              <a:cxn ang="0">
                <a:pos x="connsiteX40963" y="connsiteY40963"/>
              </a:cxn>
              <a:cxn ang="0">
                <a:pos x="connsiteX40964" y="connsiteY40964"/>
              </a:cxn>
              <a:cxn ang="0">
                <a:pos x="connsiteX40965" y="connsiteY40965"/>
              </a:cxn>
              <a:cxn ang="0">
                <a:pos x="connsiteX40966" y="connsiteY40966"/>
              </a:cxn>
              <a:cxn ang="0">
                <a:pos x="connsiteX40967" y="connsiteY40967"/>
              </a:cxn>
              <a:cxn ang="0">
                <a:pos x="connsiteX40968" y="connsiteY40968"/>
              </a:cxn>
              <a:cxn ang="0">
                <a:pos x="connsiteX40969" y="connsiteY40969"/>
              </a:cxn>
              <a:cxn ang="0">
                <a:pos x="connsiteX40970" y="connsiteY40970"/>
              </a:cxn>
              <a:cxn ang="0">
                <a:pos x="connsiteX40971" y="connsiteY40971"/>
              </a:cxn>
              <a:cxn ang="0">
                <a:pos x="connsiteX40972" y="connsiteY40972"/>
              </a:cxn>
              <a:cxn ang="0">
                <a:pos x="connsiteX40973" y="connsiteY40973"/>
              </a:cxn>
              <a:cxn ang="0">
                <a:pos x="connsiteX40974" y="connsiteY40974"/>
              </a:cxn>
              <a:cxn ang="0">
                <a:pos x="connsiteX40975" y="connsiteY40975"/>
              </a:cxn>
              <a:cxn ang="0">
                <a:pos x="connsiteX40976" y="connsiteY40976"/>
              </a:cxn>
              <a:cxn ang="0">
                <a:pos x="connsiteX40977" y="connsiteY40977"/>
              </a:cxn>
              <a:cxn ang="0">
                <a:pos x="connsiteX40978" y="connsiteY40978"/>
              </a:cxn>
              <a:cxn ang="0">
                <a:pos x="connsiteX40979" y="connsiteY40979"/>
              </a:cxn>
              <a:cxn ang="0">
                <a:pos x="connsiteX40980" y="connsiteY40980"/>
              </a:cxn>
              <a:cxn ang="0">
                <a:pos x="connsiteX40981" y="connsiteY40981"/>
              </a:cxn>
              <a:cxn ang="0">
                <a:pos x="connsiteX40982" y="connsiteY40982"/>
              </a:cxn>
              <a:cxn ang="0">
                <a:pos x="connsiteX40983" y="connsiteY40983"/>
              </a:cxn>
              <a:cxn ang="0">
                <a:pos x="connsiteX40984" y="connsiteY40984"/>
              </a:cxn>
              <a:cxn ang="0">
                <a:pos x="connsiteX40985" y="connsiteY40985"/>
              </a:cxn>
              <a:cxn ang="0">
                <a:pos x="connsiteX40986" y="connsiteY40986"/>
              </a:cxn>
              <a:cxn ang="0">
                <a:pos x="connsiteX40987" y="connsiteY40987"/>
              </a:cxn>
              <a:cxn ang="0">
                <a:pos x="connsiteX40988" y="connsiteY40988"/>
              </a:cxn>
              <a:cxn ang="0">
                <a:pos x="connsiteX40989" y="connsiteY40989"/>
              </a:cxn>
              <a:cxn ang="0">
                <a:pos x="connsiteX40990" y="connsiteY40990"/>
              </a:cxn>
              <a:cxn ang="0">
                <a:pos x="connsiteX40991" y="connsiteY40991"/>
              </a:cxn>
              <a:cxn ang="0">
                <a:pos x="connsiteX40992" y="connsiteY40992"/>
              </a:cxn>
              <a:cxn ang="0">
                <a:pos x="connsiteX40993" y="connsiteY40993"/>
              </a:cxn>
              <a:cxn ang="0">
                <a:pos x="connsiteX40994" y="connsiteY40994"/>
              </a:cxn>
              <a:cxn ang="0">
                <a:pos x="connsiteX40995" y="connsiteY40995"/>
              </a:cxn>
              <a:cxn ang="0">
                <a:pos x="connsiteX40996" y="connsiteY40996"/>
              </a:cxn>
              <a:cxn ang="0">
                <a:pos x="connsiteX40997" y="connsiteY40997"/>
              </a:cxn>
              <a:cxn ang="0">
                <a:pos x="connsiteX40998" y="connsiteY40998"/>
              </a:cxn>
              <a:cxn ang="0">
                <a:pos x="connsiteX40999" y="connsiteY40999"/>
              </a:cxn>
              <a:cxn ang="0">
                <a:pos x="connsiteX41000" y="connsiteY41000"/>
              </a:cxn>
              <a:cxn ang="0">
                <a:pos x="connsiteX41001" y="connsiteY41001"/>
              </a:cxn>
              <a:cxn ang="0">
                <a:pos x="connsiteX41002" y="connsiteY41002"/>
              </a:cxn>
              <a:cxn ang="0">
                <a:pos x="connsiteX41003" y="connsiteY41003"/>
              </a:cxn>
              <a:cxn ang="0">
                <a:pos x="connsiteX41004" y="connsiteY41004"/>
              </a:cxn>
              <a:cxn ang="0">
                <a:pos x="connsiteX41005" y="connsiteY41005"/>
              </a:cxn>
              <a:cxn ang="0">
                <a:pos x="connsiteX41006" y="connsiteY41006"/>
              </a:cxn>
              <a:cxn ang="0">
                <a:pos x="connsiteX41007" y="connsiteY41007"/>
              </a:cxn>
              <a:cxn ang="0">
                <a:pos x="connsiteX41008" y="connsiteY41008"/>
              </a:cxn>
              <a:cxn ang="0">
                <a:pos x="connsiteX41009" y="connsiteY41009"/>
              </a:cxn>
              <a:cxn ang="0">
                <a:pos x="connsiteX41010" y="connsiteY41010"/>
              </a:cxn>
              <a:cxn ang="0">
                <a:pos x="connsiteX41011" y="connsiteY41011"/>
              </a:cxn>
              <a:cxn ang="0">
                <a:pos x="connsiteX41012" y="connsiteY41012"/>
              </a:cxn>
              <a:cxn ang="0">
                <a:pos x="connsiteX41013" y="connsiteY41013"/>
              </a:cxn>
              <a:cxn ang="0">
                <a:pos x="connsiteX41014" y="connsiteY41014"/>
              </a:cxn>
              <a:cxn ang="0">
                <a:pos x="connsiteX41015" y="connsiteY41015"/>
              </a:cxn>
              <a:cxn ang="0">
                <a:pos x="connsiteX41016" y="connsiteY41016"/>
              </a:cxn>
              <a:cxn ang="0">
                <a:pos x="connsiteX41017" y="connsiteY41017"/>
              </a:cxn>
              <a:cxn ang="0">
                <a:pos x="connsiteX41018" y="connsiteY41018"/>
              </a:cxn>
              <a:cxn ang="0">
                <a:pos x="connsiteX41019" y="connsiteY41019"/>
              </a:cxn>
              <a:cxn ang="0">
                <a:pos x="connsiteX41020" y="connsiteY41020"/>
              </a:cxn>
              <a:cxn ang="0">
                <a:pos x="connsiteX41021" y="connsiteY41021"/>
              </a:cxn>
              <a:cxn ang="0">
                <a:pos x="connsiteX41022" y="connsiteY41022"/>
              </a:cxn>
              <a:cxn ang="0">
                <a:pos x="connsiteX41023" y="connsiteY41023"/>
              </a:cxn>
              <a:cxn ang="0">
                <a:pos x="connsiteX41024" y="connsiteY41024"/>
              </a:cxn>
              <a:cxn ang="0">
                <a:pos x="connsiteX41025" y="connsiteY41025"/>
              </a:cxn>
              <a:cxn ang="0">
                <a:pos x="connsiteX41026" y="connsiteY41026"/>
              </a:cxn>
              <a:cxn ang="0">
                <a:pos x="connsiteX41027" y="connsiteY41027"/>
              </a:cxn>
              <a:cxn ang="0">
                <a:pos x="connsiteX41028" y="connsiteY41028"/>
              </a:cxn>
              <a:cxn ang="0">
                <a:pos x="connsiteX41029" y="connsiteY41029"/>
              </a:cxn>
              <a:cxn ang="0">
                <a:pos x="connsiteX41030" y="connsiteY41030"/>
              </a:cxn>
              <a:cxn ang="0">
                <a:pos x="connsiteX41031" y="connsiteY41031"/>
              </a:cxn>
              <a:cxn ang="0">
                <a:pos x="connsiteX41032" y="connsiteY41032"/>
              </a:cxn>
              <a:cxn ang="0">
                <a:pos x="connsiteX41033" y="connsiteY41033"/>
              </a:cxn>
              <a:cxn ang="0">
                <a:pos x="connsiteX41034" y="connsiteY41034"/>
              </a:cxn>
              <a:cxn ang="0">
                <a:pos x="connsiteX41035" y="connsiteY41035"/>
              </a:cxn>
              <a:cxn ang="0">
                <a:pos x="connsiteX41036" y="connsiteY41036"/>
              </a:cxn>
              <a:cxn ang="0">
                <a:pos x="connsiteX41037" y="connsiteY41037"/>
              </a:cxn>
              <a:cxn ang="0">
                <a:pos x="connsiteX41038" y="connsiteY41038"/>
              </a:cxn>
              <a:cxn ang="0">
                <a:pos x="connsiteX41039" y="connsiteY41039"/>
              </a:cxn>
              <a:cxn ang="0">
                <a:pos x="connsiteX41040" y="connsiteY41040"/>
              </a:cxn>
              <a:cxn ang="0">
                <a:pos x="connsiteX41041" y="connsiteY41041"/>
              </a:cxn>
              <a:cxn ang="0">
                <a:pos x="connsiteX41042" y="connsiteY41042"/>
              </a:cxn>
              <a:cxn ang="0">
                <a:pos x="connsiteX41043" y="connsiteY41043"/>
              </a:cxn>
              <a:cxn ang="0">
                <a:pos x="connsiteX41044" y="connsiteY41044"/>
              </a:cxn>
              <a:cxn ang="0">
                <a:pos x="connsiteX41045" y="connsiteY41045"/>
              </a:cxn>
              <a:cxn ang="0">
                <a:pos x="connsiteX41046" y="connsiteY41046"/>
              </a:cxn>
              <a:cxn ang="0">
                <a:pos x="connsiteX41047" y="connsiteY41047"/>
              </a:cxn>
              <a:cxn ang="0">
                <a:pos x="connsiteX41048" y="connsiteY41048"/>
              </a:cxn>
              <a:cxn ang="0">
                <a:pos x="connsiteX41049" y="connsiteY41049"/>
              </a:cxn>
              <a:cxn ang="0">
                <a:pos x="connsiteX41050" y="connsiteY41050"/>
              </a:cxn>
              <a:cxn ang="0">
                <a:pos x="connsiteX41051" y="connsiteY41051"/>
              </a:cxn>
              <a:cxn ang="0">
                <a:pos x="connsiteX41052" y="connsiteY41052"/>
              </a:cxn>
              <a:cxn ang="0">
                <a:pos x="connsiteX41053" y="connsiteY41053"/>
              </a:cxn>
              <a:cxn ang="0">
                <a:pos x="connsiteX41054" y="connsiteY41054"/>
              </a:cxn>
              <a:cxn ang="0">
                <a:pos x="connsiteX41055" y="connsiteY41055"/>
              </a:cxn>
              <a:cxn ang="0">
                <a:pos x="connsiteX41056" y="connsiteY41056"/>
              </a:cxn>
              <a:cxn ang="0">
                <a:pos x="connsiteX41057" y="connsiteY41057"/>
              </a:cxn>
              <a:cxn ang="0">
                <a:pos x="connsiteX41058" y="connsiteY41058"/>
              </a:cxn>
              <a:cxn ang="0">
                <a:pos x="connsiteX41059" y="connsiteY41059"/>
              </a:cxn>
              <a:cxn ang="0">
                <a:pos x="connsiteX41060" y="connsiteY41060"/>
              </a:cxn>
              <a:cxn ang="0">
                <a:pos x="connsiteX41061" y="connsiteY41061"/>
              </a:cxn>
              <a:cxn ang="0">
                <a:pos x="connsiteX41062" y="connsiteY41062"/>
              </a:cxn>
              <a:cxn ang="0">
                <a:pos x="connsiteX41063" y="connsiteY41063"/>
              </a:cxn>
              <a:cxn ang="0">
                <a:pos x="connsiteX41064" y="connsiteY41064"/>
              </a:cxn>
              <a:cxn ang="0">
                <a:pos x="connsiteX41065" y="connsiteY41065"/>
              </a:cxn>
              <a:cxn ang="0">
                <a:pos x="connsiteX41066" y="connsiteY41066"/>
              </a:cxn>
              <a:cxn ang="0">
                <a:pos x="connsiteX41067" y="connsiteY41067"/>
              </a:cxn>
              <a:cxn ang="0">
                <a:pos x="connsiteX41068" y="connsiteY41068"/>
              </a:cxn>
              <a:cxn ang="0">
                <a:pos x="connsiteX41069" y="connsiteY41069"/>
              </a:cxn>
              <a:cxn ang="0">
                <a:pos x="connsiteX41070" y="connsiteY41070"/>
              </a:cxn>
              <a:cxn ang="0">
                <a:pos x="connsiteX41071" y="connsiteY41071"/>
              </a:cxn>
              <a:cxn ang="0">
                <a:pos x="connsiteX41072" y="connsiteY41072"/>
              </a:cxn>
              <a:cxn ang="0">
                <a:pos x="connsiteX41073" y="connsiteY41073"/>
              </a:cxn>
              <a:cxn ang="0">
                <a:pos x="connsiteX41074" y="connsiteY41074"/>
              </a:cxn>
              <a:cxn ang="0">
                <a:pos x="connsiteX41075" y="connsiteY41075"/>
              </a:cxn>
              <a:cxn ang="0">
                <a:pos x="connsiteX41076" y="connsiteY41076"/>
              </a:cxn>
              <a:cxn ang="0">
                <a:pos x="connsiteX41077" y="connsiteY41077"/>
              </a:cxn>
              <a:cxn ang="0">
                <a:pos x="connsiteX41078" y="connsiteY41078"/>
              </a:cxn>
              <a:cxn ang="0">
                <a:pos x="connsiteX41079" y="connsiteY41079"/>
              </a:cxn>
              <a:cxn ang="0">
                <a:pos x="connsiteX41080" y="connsiteY41080"/>
              </a:cxn>
              <a:cxn ang="0">
                <a:pos x="connsiteX41081" y="connsiteY41081"/>
              </a:cxn>
              <a:cxn ang="0">
                <a:pos x="connsiteX41082" y="connsiteY41082"/>
              </a:cxn>
              <a:cxn ang="0">
                <a:pos x="connsiteX41083" y="connsiteY41083"/>
              </a:cxn>
              <a:cxn ang="0">
                <a:pos x="connsiteX41084" y="connsiteY41084"/>
              </a:cxn>
              <a:cxn ang="0">
                <a:pos x="connsiteX41085" y="connsiteY41085"/>
              </a:cxn>
              <a:cxn ang="0">
                <a:pos x="connsiteX41086" y="connsiteY41086"/>
              </a:cxn>
              <a:cxn ang="0">
                <a:pos x="connsiteX41087" y="connsiteY41087"/>
              </a:cxn>
              <a:cxn ang="0">
                <a:pos x="connsiteX41088" y="connsiteY41088"/>
              </a:cxn>
              <a:cxn ang="0">
                <a:pos x="connsiteX41089" y="connsiteY41089"/>
              </a:cxn>
              <a:cxn ang="0">
                <a:pos x="connsiteX41090" y="connsiteY41090"/>
              </a:cxn>
              <a:cxn ang="0">
                <a:pos x="connsiteX41091" y="connsiteY41091"/>
              </a:cxn>
              <a:cxn ang="0">
                <a:pos x="connsiteX41092" y="connsiteY41092"/>
              </a:cxn>
              <a:cxn ang="0">
                <a:pos x="connsiteX41093" y="connsiteY41093"/>
              </a:cxn>
              <a:cxn ang="0">
                <a:pos x="connsiteX41094" y="connsiteY41094"/>
              </a:cxn>
              <a:cxn ang="0">
                <a:pos x="connsiteX41095" y="connsiteY41095"/>
              </a:cxn>
              <a:cxn ang="0">
                <a:pos x="connsiteX41096" y="connsiteY41096"/>
              </a:cxn>
              <a:cxn ang="0">
                <a:pos x="connsiteX41097" y="connsiteY41097"/>
              </a:cxn>
              <a:cxn ang="0">
                <a:pos x="connsiteX41098" y="connsiteY41098"/>
              </a:cxn>
              <a:cxn ang="0">
                <a:pos x="connsiteX41099" y="connsiteY41099"/>
              </a:cxn>
              <a:cxn ang="0">
                <a:pos x="connsiteX41100" y="connsiteY41100"/>
              </a:cxn>
              <a:cxn ang="0">
                <a:pos x="connsiteX41101" y="connsiteY41101"/>
              </a:cxn>
              <a:cxn ang="0">
                <a:pos x="connsiteX41102" y="connsiteY41102"/>
              </a:cxn>
              <a:cxn ang="0">
                <a:pos x="connsiteX41103" y="connsiteY41103"/>
              </a:cxn>
              <a:cxn ang="0">
                <a:pos x="connsiteX41104" y="connsiteY41104"/>
              </a:cxn>
              <a:cxn ang="0">
                <a:pos x="connsiteX41105" y="connsiteY41105"/>
              </a:cxn>
              <a:cxn ang="0">
                <a:pos x="connsiteX41106" y="connsiteY41106"/>
              </a:cxn>
              <a:cxn ang="0">
                <a:pos x="connsiteX41107" y="connsiteY41107"/>
              </a:cxn>
              <a:cxn ang="0">
                <a:pos x="connsiteX41108" y="connsiteY41108"/>
              </a:cxn>
              <a:cxn ang="0">
                <a:pos x="connsiteX41109" y="connsiteY41109"/>
              </a:cxn>
              <a:cxn ang="0">
                <a:pos x="connsiteX41110" y="connsiteY41110"/>
              </a:cxn>
              <a:cxn ang="0">
                <a:pos x="connsiteX41111" y="connsiteY41111"/>
              </a:cxn>
              <a:cxn ang="0">
                <a:pos x="connsiteX41112" y="connsiteY41112"/>
              </a:cxn>
              <a:cxn ang="0">
                <a:pos x="connsiteX41113" y="connsiteY41113"/>
              </a:cxn>
              <a:cxn ang="0">
                <a:pos x="connsiteX41114" y="connsiteY41114"/>
              </a:cxn>
              <a:cxn ang="0">
                <a:pos x="connsiteX41115" y="connsiteY41115"/>
              </a:cxn>
              <a:cxn ang="0">
                <a:pos x="connsiteX41116" y="connsiteY41116"/>
              </a:cxn>
              <a:cxn ang="0">
                <a:pos x="connsiteX41117" y="connsiteY41117"/>
              </a:cxn>
              <a:cxn ang="0">
                <a:pos x="connsiteX41118" y="connsiteY41118"/>
              </a:cxn>
              <a:cxn ang="0">
                <a:pos x="connsiteX41119" y="connsiteY41119"/>
              </a:cxn>
              <a:cxn ang="0">
                <a:pos x="connsiteX41120" y="connsiteY41120"/>
              </a:cxn>
              <a:cxn ang="0">
                <a:pos x="connsiteX41121" y="connsiteY41121"/>
              </a:cxn>
              <a:cxn ang="0">
                <a:pos x="connsiteX41122" y="connsiteY41122"/>
              </a:cxn>
              <a:cxn ang="0">
                <a:pos x="connsiteX41123" y="connsiteY41123"/>
              </a:cxn>
              <a:cxn ang="0">
                <a:pos x="connsiteX41124" y="connsiteY41124"/>
              </a:cxn>
              <a:cxn ang="0">
                <a:pos x="connsiteX41125" y="connsiteY41125"/>
              </a:cxn>
              <a:cxn ang="0">
                <a:pos x="connsiteX41126" y="connsiteY41126"/>
              </a:cxn>
              <a:cxn ang="0">
                <a:pos x="connsiteX41127" y="connsiteY41127"/>
              </a:cxn>
              <a:cxn ang="0">
                <a:pos x="connsiteX41128" y="connsiteY41128"/>
              </a:cxn>
              <a:cxn ang="0">
                <a:pos x="connsiteX41129" y="connsiteY41129"/>
              </a:cxn>
              <a:cxn ang="0">
                <a:pos x="connsiteX41130" y="connsiteY41130"/>
              </a:cxn>
              <a:cxn ang="0">
                <a:pos x="connsiteX41131" y="connsiteY41131"/>
              </a:cxn>
              <a:cxn ang="0">
                <a:pos x="connsiteX41132" y="connsiteY41132"/>
              </a:cxn>
              <a:cxn ang="0">
                <a:pos x="connsiteX41133" y="connsiteY41133"/>
              </a:cxn>
              <a:cxn ang="0">
                <a:pos x="connsiteX41134" y="connsiteY41134"/>
              </a:cxn>
              <a:cxn ang="0">
                <a:pos x="connsiteX41135" y="connsiteY41135"/>
              </a:cxn>
              <a:cxn ang="0">
                <a:pos x="connsiteX41136" y="connsiteY41136"/>
              </a:cxn>
              <a:cxn ang="0">
                <a:pos x="connsiteX41137" y="connsiteY41137"/>
              </a:cxn>
              <a:cxn ang="0">
                <a:pos x="connsiteX41138" y="connsiteY41138"/>
              </a:cxn>
              <a:cxn ang="0">
                <a:pos x="connsiteX41139" y="connsiteY41139"/>
              </a:cxn>
              <a:cxn ang="0">
                <a:pos x="connsiteX41140" y="connsiteY41140"/>
              </a:cxn>
              <a:cxn ang="0">
                <a:pos x="connsiteX41141" y="connsiteY41141"/>
              </a:cxn>
              <a:cxn ang="0">
                <a:pos x="connsiteX41142" y="connsiteY41142"/>
              </a:cxn>
              <a:cxn ang="0">
                <a:pos x="connsiteX41143" y="connsiteY41143"/>
              </a:cxn>
              <a:cxn ang="0">
                <a:pos x="connsiteX41144" y="connsiteY41144"/>
              </a:cxn>
              <a:cxn ang="0">
                <a:pos x="connsiteX41145" y="connsiteY41145"/>
              </a:cxn>
              <a:cxn ang="0">
                <a:pos x="connsiteX41146" y="connsiteY41146"/>
              </a:cxn>
              <a:cxn ang="0">
                <a:pos x="connsiteX41147" y="connsiteY41147"/>
              </a:cxn>
              <a:cxn ang="0">
                <a:pos x="connsiteX41148" y="connsiteY41148"/>
              </a:cxn>
              <a:cxn ang="0">
                <a:pos x="connsiteX41149" y="connsiteY41149"/>
              </a:cxn>
              <a:cxn ang="0">
                <a:pos x="connsiteX41150" y="connsiteY41150"/>
              </a:cxn>
              <a:cxn ang="0">
                <a:pos x="connsiteX41151" y="connsiteY41151"/>
              </a:cxn>
              <a:cxn ang="0">
                <a:pos x="connsiteX41152" y="connsiteY41152"/>
              </a:cxn>
              <a:cxn ang="0">
                <a:pos x="connsiteX41153" y="connsiteY41153"/>
              </a:cxn>
              <a:cxn ang="0">
                <a:pos x="connsiteX41154" y="connsiteY41154"/>
              </a:cxn>
              <a:cxn ang="0">
                <a:pos x="connsiteX41155" y="connsiteY41155"/>
              </a:cxn>
              <a:cxn ang="0">
                <a:pos x="connsiteX41156" y="connsiteY41156"/>
              </a:cxn>
              <a:cxn ang="0">
                <a:pos x="connsiteX41157" y="connsiteY41157"/>
              </a:cxn>
              <a:cxn ang="0">
                <a:pos x="connsiteX41158" y="connsiteY41158"/>
              </a:cxn>
              <a:cxn ang="0">
                <a:pos x="connsiteX41159" y="connsiteY41159"/>
              </a:cxn>
              <a:cxn ang="0">
                <a:pos x="connsiteX41160" y="connsiteY41160"/>
              </a:cxn>
              <a:cxn ang="0">
                <a:pos x="connsiteX41161" y="connsiteY41161"/>
              </a:cxn>
              <a:cxn ang="0">
                <a:pos x="connsiteX41162" y="connsiteY41162"/>
              </a:cxn>
              <a:cxn ang="0">
                <a:pos x="connsiteX41163" y="connsiteY41163"/>
              </a:cxn>
              <a:cxn ang="0">
                <a:pos x="connsiteX41164" y="connsiteY41164"/>
              </a:cxn>
              <a:cxn ang="0">
                <a:pos x="connsiteX41165" y="connsiteY41165"/>
              </a:cxn>
              <a:cxn ang="0">
                <a:pos x="connsiteX41166" y="connsiteY41166"/>
              </a:cxn>
              <a:cxn ang="0">
                <a:pos x="connsiteX41167" y="connsiteY41167"/>
              </a:cxn>
              <a:cxn ang="0">
                <a:pos x="connsiteX41168" y="connsiteY41168"/>
              </a:cxn>
              <a:cxn ang="0">
                <a:pos x="connsiteX41169" y="connsiteY41169"/>
              </a:cxn>
              <a:cxn ang="0">
                <a:pos x="connsiteX41170" y="connsiteY41170"/>
              </a:cxn>
              <a:cxn ang="0">
                <a:pos x="connsiteX41171" y="connsiteY41171"/>
              </a:cxn>
              <a:cxn ang="0">
                <a:pos x="connsiteX41172" y="connsiteY41172"/>
              </a:cxn>
              <a:cxn ang="0">
                <a:pos x="connsiteX41173" y="connsiteY41173"/>
              </a:cxn>
              <a:cxn ang="0">
                <a:pos x="connsiteX41174" y="connsiteY41174"/>
              </a:cxn>
              <a:cxn ang="0">
                <a:pos x="connsiteX41175" y="connsiteY41175"/>
              </a:cxn>
              <a:cxn ang="0">
                <a:pos x="connsiteX41176" y="connsiteY41176"/>
              </a:cxn>
              <a:cxn ang="0">
                <a:pos x="connsiteX41177" y="connsiteY41177"/>
              </a:cxn>
              <a:cxn ang="0">
                <a:pos x="connsiteX41178" y="connsiteY41178"/>
              </a:cxn>
              <a:cxn ang="0">
                <a:pos x="connsiteX41179" y="connsiteY41179"/>
              </a:cxn>
              <a:cxn ang="0">
                <a:pos x="connsiteX41180" y="connsiteY41180"/>
              </a:cxn>
              <a:cxn ang="0">
                <a:pos x="connsiteX41181" y="connsiteY41181"/>
              </a:cxn>
              <a:cxn ang="0">
                <a:pos x="connsiteX41182" y="connsiteY41182"/>
              </a:cxn>
              <a:cxn ang="0">
                <a:pos x="connsiteX41183" y="connsiteY41183"/>
              </a:cxn>
              <a:cxn ang="0">
                <a:pos x="connsiteX41184" y="connsiteY41184"/>
              </a:cxn>
              <a:cxn ang="0">
                <a:pos x="connsiteX41185" y="connsiteY41185"/>
              </a:cxn>
              <a:cxn ang="0">
                <a:pos x="connsiteX41186" y="connsiteY41186"/>
              </a:cxn>
              <a:cxn ang="0">
                <a:pos x="connsiteX41187" y="connsiteY41187"/>
              </a:cxn>
              <a:cxn ang="0">
                <a:pos x="connsiteX41188" y="connsiteY41188"/>
              </a:cxn>
              <a:cxn ang="0">
                <a:pos x="connsiteX41189" y="connsiteY41189"/>
              </a:cxn>
              <a:cxn ang="0">
                <a:pos x="connsiteX41190" y="connsiteY41190"/>
              </a:cxn>
              <a:cxn ang="0">
                <a:pos x="connsiteX41191" y="connsiteY41191"/>
              </a:cxn>
              <a:cxn ang="0">
                <a:pos x="connsiteX41192" y="connsiteY41192"/>
              </a:cxn>
              <a:cxn ang="0">
                <a:pos x="connsiteX41193" y="connsiteY41193"/>
              </a:cxn>
              <a:cxn ang="0">
                <a:pos x="connsiteX41194" y="connsiteY41194"/>
              </a:cxn>
              <a:cxn ang="0">
                <a:pos x="connsiteX41195" y="connsiteY41195"/>
              </a:cxn>
              <a:cxn ang="0">
                <a:pos x="connsiteX41196" y="connsiteY41196"/>
              </a:cxn>
              <a:cxn ang="0">
                <a:pos x="connsiteX41197" y="connsiteY41197"/>
              </a:cxn>
              <a:cxn ang="0">
                <a:pos x="connsiteX41198" y="connsiteY41198"/>
              </a:cxn>
              <a:cxn ang="0">
                <a:pos x="connsiteX41199" y="connsiteY41199"/>
              </a:cxn>
              <a:cxn ang="0">
                <a:pos x="connsiteX41200" y="connsiteY41200"/>
              </a:cxn>
              <a:cxn ang="0">
                <a:pos x="connsiteX41201" y="connsiteY41201"/>
              </a:cxn>
              <a:cxn ang="0">
                <a:pos x="connsiteX41202" y="connsiteY41202"/>
              </a:cxn>
              <a:cxn ang="0">
                <a:pos x="connsiteX41203" y="connsiteY41203"/>
              </a:cxn>
              <a:cxn ang="0">
                <a:pos x="connsiteX41204" y="connsiteY41204"/>
              </a:cxn>
              <a:cxn ang="0">
                <a:pos x="connsiteX41205" y="connsiteY41205"/>
              </a:cxn>
              <a:cxn ang="0">
                <a:pos x="connsiteX41206" y="connsiteY41206"/>
              </a:cxn>
              <a:cxn ang="0">
                <a:pos x="connsiteX41207" y="connsiteY41207"/>
              </a:cxn>
              <a:cxn ang="0">
                <a:pos x="connsiteX41208" y="connsiteY41208"/>
              </a:cxn>
              <a:cxn ang="0">
                <a:pos x="connsiteX41209" y="connsiteY41209"/>
              </a:cxn>
              <a:cxn ang="0">
                <a:pos x="connsiteX41210" y="connsiteY41210"/>
              </a:cxn>
              <a:cxn ang="0">
                <a:pos x="connsiteX41211" y="connsiteY41211"/>
              </a:cxn>
              <a:cxn ang="0">
                <a:pos x="connsiteX41212" y="connsiteY41212"/>
              </a:cxn>
              <a:cxn ang="0">
                <a:pos x="connsiteX41213" y="connsiteY41213"/>
              </a:cxn>
              <a:cxn ang="0">
                <a:pos x="connsiteX41214" y="connsiteY41214"/>
              </a:cxn>
              <a:cxn ang="0">
                <a:pos x="connsiteX41215" y="connsiteY41215"/>
              </a:cxn>
              <a:cxn ang="0">
                <a:pos x="connsiteX41216" y="connsiteY41216"/>
              </a:cxn>
              <a:cxn ang="0">
                <a:pos x="connsiteX41217" y="connsiteY41217"/>
              </a:cxn>
              <a:cxn ang="0">
                <a:pos x="connsiteX41218" y="connsiteY41218"/>
              </a:cxn>
              <a:cxn ang="0">
                <a:pos x="connsiteX41219" y="connsiteY41219"/>
              </a:cxn>
              <a:cxn ang="0">
                <a:pos x="connsiteX41220" y="connsiteY41220"/>
              </a:cxn>
              <a:cxn ang="0">
                <a:pos x="connsiteX41221" y="connsiteY41221"/>
              </a:cxn>
              <a:cxn ang="0">
                <a:pos x="connsiteX41222" y="connsiteY41222"/>
              </a:cxn>
              <a:cxn ang="0">
                <a:pos x="connsiteX41223" y="connsiteY41223"/>
              </a:cxn>
              <a:cxn ang="0">
                <a:pos x="connsiteX41224" y="connsiteY41224"/>
              </a:cxn>
              <a:cxn ang="0">
                <a:pos x="connsiteX41225" y="connsiteY41225"/>
              </a:cxn>
              <a:cxn ang="0">
                <a:pos x="connsiteX41226" y="connsiteY41226"/>
              </a:cxn>
              <a:cxn ang="0">
                <a:pos x="connsiteX41227" y="connsiteY41227"/>
              </a:cxn>
              <a:cxn ang="0">
                <a:pos x="connsiteX41228" y="connsiteY41228"/>
              </a:cxn>
              <a:cxn ang="0">
                <a:pos x="connsiteX41229" y="connsiteY41229"/>
              </a:cxn>
              <a:cxn ang="0">
                <a:pos x="connsiteX41230" y="connsiteY41230"/>
              </a:cxn>
              <a:cxn ang="0">
                <a:pos x="connsiteX41231" y="connsiteY41231"/>
              </a:cxn>
              <a:cxn ang="0">
                <a:pos x="connsiteX41232" y="connsiteY41232"/>
              </a:cxn>
              <a:cxn ang="0">
                <a:pos x="connsiteX41233" y="connsiteY41233"/>
              </a:cxn>
              <a:cxn ang="0">
                <a:pos x="connsiteX41234" y="connsiteY41234"/>
              </a:cxn>
              <a:cxn ang="0">
                <a:pos x="connsiteX41235" y="connsiteY41235"/>
              </a:cxn>
              <a:cxn ang="0">
                <a:pos x="connsiteX41236" y="connsiteY41236"/>
              </a:cxn>
              <a:cxn ang="0">
                <a:pos x="connsiteX41237" y="connsiteY41237"/>
              </a:cxn>
              <a:cxn ang="0">
                <a:pos x="connsiteX41238" y="connsiteY41238"/>
              </a:cxn>
              <a:cxn ang="0">
                <a:pos x="connsiteX41239" y="connsiteY41239"/>
              </a:cxn>
              <a:cxn ang="0">
                <a:pos x="connsiteX41240" y="connsiteY41240"/>
              </a:cxn>
              <a:cxn ang="0">
                <a:pos x="connsiteX41241" y="connsiteY41241"/>
              </a:cxn>
              <a:cxn ang="0">
                <a:pos x="connsiteX41242" y="connsiteY41242"/>
              </a:cxn>
              <a:cxn ang="0">
                <a:pos x="connsiteX41243" y="connsiteY41243"/>
              </a:cxn>
              <a:cxn ang="0">
                <a:pos x="connsiteX41244" y="connsiteY41244"/>
              </a:cxn>
              <a:cxn ang="0">
                <a:pos x="connsiteX41245" y="connsiteY41245"/>
              </a:cxn>
              <a:cxn ang="0">
                <a:pos x="connsiteX41246" y="connsiteY41246"/>
              </a:cxn>
              <a:cxn ang="0">
                <a:pos x="connsiteX41247" y="connsiteY41247"/>
              </a:cxn>
              <a:cxn ang="0">
                <a:pos x="connsiteX41248" y="connsiteY41248"/>
              </a:cxn>
              <a:cxn ang="0">
                <a:pos x="connsiteX41249" y="connsiteY41249"/>
              </a:cxn>
              <a:cxn ang="0">
                <a:pos x="connsiteX41250" y="connsiteY41250"/>
              </a:cxn>
              <a:cxn ang="0">
                <a:pos x="connsiteX41251" y="connsiteY41251"/>
              </a:cxn>
              <a:cxn ang="0">
                <a:pos x="connsiteX41252" y="connsiteY41252"/>
              </a:cxn>
              <a:cxn ang="0">
                <a:pos x="connsiteX41253" y="connsiteY41253"/>
              </a:cxn>
              <a:cxn ang="0">
                <a:pos x="connsiteX41254" y="connsiteY41254"/>
              </a:cxn>
              <a:cxn ang="0">
                <a:pos x="connsiteX41255" y="connsiteY41255"/>
              </a:cxn>
              <a:cxn ang="0">
                <a:pos x="connsiteX41256" y="connsiteY41256"/>
              </a:cxn>
              <a:cxn ang="0">
                <a:pos x="connsiteX41257" y="connsiteY41257"/>
              </a:cxn>
              <a:cxn ang="0">
                <a:pos x="connsiteX41258" y="connsiteY41258"/>
              </a:cxn>
              <a:cxn ang="0">
                <a:pos x="connsiteX41259" y="connsiteY41259"/>
              </a:cxn>
              <a:cxn ang="0">
                <a:pos x="connsiteX41260" y="connsiteY41260"/>
              </a:cxn>
              <a:cxn ang="0">
                <a:pos x="connsiteX41261" y="connsiteY41261"/>
              </a:cxn>
              <a:cxn ang="0">
                <a:pos x="connsiteX41262" y="connsiteY41262"/>
              </a:cxn>
              <a:cxn ang="0">
                <a:pos x="connsiteX41263" y="connsiteY41263"/>
              </a:cxn>
              <a:cxn ang="0">
                <a:pos x="connsiteX41264" y="connsiteY41264"/>
              </a:cxn>
              <a:cxn ang="0">
                <a:pos x="connsiteX41265" y="connsiteY41265"/>
              </a:cxn>
              <a:cxn ang="0">
                <a:pos x="connsiteX41266" y="connsiteY41266"/>
              </a:cxn>
              <a:cxn ang="0">
                <a:pos x="connsiteX41267" y="connsiteY41267"/>
              </a:cxn>
              <a:cxn ang="0">
                <a:pos x="connsiteX41268" y="connsiteY41268"/>
              </a:cxn>
              <a:cxn ang="0">
                <a:pos x="connsiteX41269" y="connsiteY41269"/>
              </a:cxn>
              <a:cxn ang="0">
                <a:pos x="connsiteX41270" y="connsiteY41270"/>
              </a:cxn>
              <a:cxn ang="0">
                <a:pos x="connsiteX41271" y="connsiteY41271"/>
              </a:cxn>
              <a:cxn ang="0">
                <a:pos x="connsiteX41272" y="connsiteY41272"/>
              </a:cxn>
              <a:cxn ang="0">
                <a:pos x="connsiteX41273" y="connsiteY41273"/>
              </a:cxn>
              <a:cxn ang="0">
                <a:pos x="connsiteX41274" y="connsiteY41274"/>
              </a:cxn>
              <a:cxn ang="0">
                <a:pos x="connsiteX41275" y="connsiteY41275"/>
              </a:cxn>
              <a:cxn ang="0">
                <a:pos x="connsiteX41276" y="connsiteY41276"/>
              </a:cxn>
              <a:cxn ang="0">
                <a:pos x="connsiteX41277" y="connsiteY41277"/>
              </a:cxn>
              <a:cxn ang="0">
                <a:pos x="connsiteX41278" y="connsiteY41278"/>
              </a:cxn>
              <a:cxn ang="0">
                <a:pos x="connsiteX41279" y="connsiteY41279"/>
              </a:cxn>
              <a:cxn ang="0">
                <a:pos x="connsiteX41280" y="connsiteY41280"/>
              </a:cxn>
              <a:cxn ang="0">
                <a:pos x="connsiteX41281" y="connsiteY41281"/>
              </a:cxn>
              <a:cxn ang="0">
                <a:pos x="connsiteX41282" y="connsiteY41282"/>
              </a:cxn>
              <a:cxn ang="0">
                <a:pos x="connsiteX41283" y="connsiteY41283"/>
              </a:cxn>
              <a:cxn ang="0">
                <a:pos x="connsiteX41284" y="connsiteY41284"/>
              </a:cxn>
              <a:cxn ang="0">
                <a:pos x="connsiteX41285" y="connsiteY41285"/>
              </a:cxn>
              <a:cxn ang="0">
                <a:pos x="connsiteX41286" y="connsiteY41286"/>
              </a:cxn>
              <a:cxn ang="0">
                <a:pos x="connsiteX41287" y="connsiteY41287"/>
              </a:cxn>
              <a:cxn ang="0">
                <a:pos x="connsiteX41288" y="connsiteY41288"/>
              </a:cxn>
              <a:cxn ang="0">
                <a:pos x="connsiteX41289" y="connsiteY41289"/>
              </a:cxn>
              <a:cxn ang="0">
                <a:pos x="connsiteX41290" y="connsiteY41290"/>
              </a:cxn>
              <a:cxn ang="0">
                <a:pos x="connsiteX41291" y="connsiteY41291"/>
              </a:cxn>
              <a:cxn ang="0">
                <a:pos x="connsiteX41292" y="connsiteY41292"/>
              </a:cxn>
              <a:cxn ang="0">
                <a:pos x="connsiteX41293" y="connsiteY41293"/>
              </a:cxn>
              <a:cxn ang="0">
                <a:pos x="connsiteX41294" y="connsiteY41294"/>
              </a:cxn>
              <a:cxn ang="0">
                <a:pos x="connsiteX41295" y="connsiteY41295"/>
              </a:cxn>
              <a:cxn ang="0">
                <a:pos x="connsiteX41296" y="connsiteY41296"/>
              </a:cxn>
              <a:cxn ang="0">
                <a:pos x="connsiteX41297" y="connsiteY41297"/>
              </a:cxn>
              <a:cxn ang="0">
                <a:pos x="connsiteX41298" y="connsiteY41298"/>
              </a:cxn>
              <a:cxn ang="0">
                <a:pos x="connsiteX41299" y="connsiteY41299"/>
              </a:cxn>
              <a:cxn ang="0">
                <a:pos x="connsiteX41300" y="connsiteY41300"/>
              </a:cxn>
              <a:cxn ang="0">
                <a:pos x="connsiteX41301" y="connsiteY41301"/>
              </a:cxn>
              <a:cxn ang="0">
                <a:pos x="connsiteX41302" y="connsiteY41302"/>
              </a:cxn>
              <a:cxn ang="0">
                <a:pos x="connsiteX41303" y="connsiteY41303"/>
              </a:cxn>
              <a:cxn ang="0">
                <a:pos x="connsiteX41304" y="connsiteY41304"/>
              </a:cxn>
              <a:cxn ang="0">
                <a:pos x="connsiteX41305" y="connsiteY41305"/>
              </a:cxn>
              <a:cxn ang="0">
                <a:pos x="connsiteX41306" y="connsiteY41306"/>
              </a:cxn>
              <a:cxn ang="0">
                <a:pos x="connsiteX41307" y="connsiteY41307"/>
              </a:cxn>
              <a:cxn ang="0">
                <a:pos x="connsiteX41308" y="connsiteY41308"/>
              </a:cxn>
              <a:cxn ang="0">
                <a:pos x="connsiteX41309" y="connsiteY41309"/>
              </a:cxn>
              <a:cxn ang="0">
                <a:pos x="connsiteX41310" y="connsiteY41310"/>
              </a:cxn>
              <a:cxn ang="0">
                <a:pos x="connsiteX41311" y="connsiteY41311"/>
              </a:cxn>
              <a:cxn ang="0">
                <a:pos x="connsiteX41312" y="connsiteY41312"/>
              </a:cxn>
              <a:cxn ang="0">
                <a:pos x="connsiteX41313" y="connsiteY41313"/>
              </a:cxn>
              <a:cxn ang="0">
                <a:pos x="connsiteX41314" y="connsiteY41314"/>
              </a:cxn>
              <a:cxn ang="0">
                <a:pos x="connsiteX41315" y="connsiteY41315"/>
              </a:cxn>
              <a:cxn ang="0">
                <a:pos x="connsiteX41316" y="connsiteY41316"/>
              </a:cxn>
              <a:cxn ang="0">
                <a:pos x="connsiteX41317" y="connsiteY41317"/>
              </a:cxn>
              <a:cxn ang="0">
                <a:pos x="connsiteX41318" y="connsiteY41318"/>
              </a:cxn>
              <a:cxn ang="0">
                <a:pos x="connsiteX41319" y="connsiteY41319"/>
              </a:cxn>
              <a:cxn ang="0">
                <a:pos x="connsiteX41320" y="connsiteY41320"/>
              </a:cxn>
              <a:cxn ang="0">
                <a:pos x="connsiteX41321" y="connsiteY41321"/>
              </a:cxn>
              <a:cxn ang="0">
                <a:pos x="connsiteX41322" y="connsiteY41322"/>
              </a:cxn>
              <a:cxn ang="0">
                <a:pos x="connsiteX41323" y="connsiteY41323"/>
              </a:cxn>
              <a:cxn ang="0">
                <a:pos x="connsiteX41324" y="connsiteY41324"/>
              </a:cxn>
              <a:cxn ang="0">
                <a:pos x="connsiteX41325" y="connsiteY41325"/>
              </a:cxn>
              <a:cxn ang="0">
                <a:pos x="connsiteX41326" y="connsiteY41326"/>
              </a:cxn>
              <a:cxn ang="0">
                <a:pos x="connsiteX41327" y="connsiteY41327"/>
              </a:cxn>
              <a:cxn ang="0">
                <a:pos x="connsiteX41328" y="connsiteY41328"/>
              </a:cxn>
              <a:cxn ang="0">
                <a:pos x="connsiteX41329" y="connsiteY41329"/>
              </a:cxn>
              <a:cxn ang="0">
                <a:pos x="connsiteX41330" y="connsiteY41330"/>
              </a:cxn>
              <a:cxn ang="0">
                <a:pos x="connsiteX41331" y="connsiteY41331"/>
              </a:cxn>
              <a:cxn ang="0">
                <a:pos x="connsiteX41332" y="connsiteY41332"/>
              </a:cxn>
              <a:cxn ang="0">
                <a:pos x="connsiteX41333" y="connsiteY41333"/>
              </a:cxn>
              <a:cxn ang="0">
                <a:pos x="connsiteX41334" y="connsiteY41334"/>
              </a:cxn>
              <a:cxn ang="0">
                <a:pos x="connsiteX41335" y="connsiteY41335"/>
              </a:cxn>
              <a:cxn ang="0">
                <a:pos x="connsiteX41336" y="connsiteY41336"/>
              </a:cxn>
              <a:cxn ang="0">
                <a:pos x="connsiteX41337" y="connsiteY41337"/>
              </a:cxn>
              <a:cxn ang="0">
                <a:pos x="connsiteX41338" y="connsiteY41338"/>
              </a:cxn>
              <a:cxn ang="0">
                <a:pos x="connsiteX41339" y="connsiteY41339"/>
              </a:cxn>
              <a:cxn ang="0">
                <a:pos x="connsiteX41340" y="connsiteY41340"/>
              </a:cxn>
              <a:cxn ang="0">
                <a:pos x="connsiteX41341" y="connsiteY41341"/>
              </a:cxn>
              <a:cxn ang="0">
                <a:pos x="connsiteX41342" y="connsiteY41342"/>
              </a:cxn>
              <a:cxn ang="0">
                <a:pos x="connsiteX41343" y="connsiteY41343"/>
              </a:cxn>
              <a:cxn ang="0">
                <a:pos x="connsiteX41344" y="connsiteY41344"/>
              </a:cxn>
              <a:cxn ang="0">
                <a:pos x="connsiteX41345" y="connsiteY41345"/>
              </a:cxn>
              <a:cxn ang="0">
                <a:pos x="connsiteX41346" y="connsiteY41346"/>
              </a:cxn>
              <a:cxn ang="0">
                <a:pos x="connsiteX41347" y="connsiteY41347"/>
              </a:cxn>
              <a:cxn ang="0">
                <a:pos x="connsiteX41348" y="connsiteY41348"/>
              </a:cxn>
              <a:cxn ang="0">
                <a:pos x="connsiteX41349" y="connsiteY41349"/>
              </a:cxn>
              <a:cxn ang="0">
                <a:pos x="connsiteX41350" y="connsiteY41350"/>
              </a:cxn>
              <a:cxn ang="0">
                <a:pos x="connsiteX41351" y="connsiteY41351"/>
              </a:cxn>
              <a:cxn ang="0">
                <a:pos x="connsiteX41352" y="connsiteY41352"/>
              </a:cxn>
              <a:cxn ang="0">
                <a:pos x="connsiteX41353" y="connsiteY41353"/>
              </a:cxn>
              <a:cxn ang="0">
                <a:pos x="connsiteX41354" y="connsiteY41354"/>
              </a:cxn>
              <a:cxn ang="0">
                <a:pos x="connsiteX41355" y="connsiteY41355"/>
              </a:cxn>
              <a:cxn ang="0">
                <a:pos x="connsiteX41356" y="connsiteY41356"/>
              </a:cxn>
              <a:cxn ang="0">
                <a:pos x="connsiteX41357" y="connsiteY41357"/>
              </a:cxn>
              <a:cxn ang="0">
                <a:pos x="connsiteX41358" y="connsiteY41358"/>
              </a:cxn>
              <a:cxn ang="0">
                <a:pos x="connsiteX41359" y="connsiteY41359"/>
              </a:cxn>
              <a:cxn ang="0">
                <a:pos x="connsiteX41360" y="connsiteY41360"/>
              </a:cxn>
              <a:cxn ang="0">
                <a:pos x="connsiteX41361" y="connsiteY41361"/>
              </a:cxn>
              <a:cxn ang="0">
                <a:pos x="connsiteX41362" y="connsiteY41362"/>
              </a:cxn>
              <a:cxn ang="0">
                <a:pos x="connsiteX41363" y="connsiteY41363"/>
              </a:cxn>
              <a:cxn ang="0">
                <a:pos x="connsiteX41364" y="connsiteY41364"/>
              </a:cxn>
              <a:cxn ang="0">
                <a:pos x="connsiteX41365" y="connsiteY41365"/>
              </a:cxn>
              <a:cxn ang="0">
                <a:pos x="connsiteX41366" y="connsiteY41366"/>
              </a:cxn>
              <a:cxn ang="0">
                <a:pos x="connsiteX41367" y="connsiteY41367"/>
              </a:cxn>
              <a:cxn ang="0">
                <a:pos x="connsiteX41368" y="connsiteY41368"/>
              </a:cxn>
              <a:cxn ang="0">
                <a:pos x="connsiteX41369" y="connsiteY41369"/>
              </a:cxn>
              <a:cxn ang="0">
                <a:pos x="connsiteX41370" y="connsiteY41370"/>
              </a:cxn>
              <a:cxn ang="0">
                <a:pos x="connsiteX41371" y="connsiteY41371"/>
              </a:cxn>
              <a:cxn ang="0">
                <a:pos x="connsiteX41372" y="connsiteY41372"/>
              </a:cxn>
              <a:cxn ang="0">
                <a:pos x="connsiteX41373" y="connsiteY41373"/>
              </a:cxn>
              <a:cxn ang="0">
                <a:pos x="connsiteX41374" y="connsiteY41374"/>
              </a:cxn>
              <a:cxn ang="0">
                <a:pos x="connsiteX41375" y="connsiteY41375"/>
              </a:cxn>
              <a:cxn ang="0">
                <a:pos x="connsiteX41376" y="connsiteY41376"/>
              </a:cxn>
              <a:cxn ang="0">
                <a:pos x="connsiteX41377" y="connsiteY41377"/>
              </a:cxn>
              <a:cxn ang="0">
                <a:pos x="connsiteX41378" y="connsiteY41378"/>
              </a:cxn>
              <a:cxn ang="0">
                <a:pos x="connsiteX41379" y="connsiteY41379"/>
              </a:cxn>
              <a:cxn ang="0">
                <a:pos x="connsiteX41380" y="connsiteY41380"/>
              </a:cxn>
              <a:cxn ang="0">
                <a:pos x="connsiteX41381" y="connsiteY41381"/>
              </a:cxn>
              <a:cxn ang="0">
                <a:pos x="connsiteX41382" y="connsiteY41382"/>
              </a:cxn>
              <a:cxn ang="0">
                <a:pos x="connsiteX41383" y="connsiteY41383"/>
              </a:cxn>
              <a:cxn ang="0">
                <a:pos x="connsiteX41384" y="connsiteY41384"/>
              </a:cxn>
              <a:cxn ang="0">
                <a:pos x="connsiteX41385" y="connsiteY41385"/>
              </a:cxn>
              <a:cxn ang="0">
                <a:pos x="connsiteX41386" y="connsiteY41386"/>
              </a:cxn>
              <a:cxn ang="0">
                <a:pos x="connsiteX41387" y="connsiteY41387"/>
              </a:cxn>
              <a:cxn ang="0">
                <a:pos x="connsiteX41388" y="connsiteY41388"/>
              </a:cxn>
              <a:cxn ang="0">
                <a:pos x="connsiteX41389" y="connsiteY41389"/>
              </a:cxn>
              <a:cxn ang="0">
                <a:pos x="connsiteX41390" y="connsiteY41390"/>
              </a:cxn>
              <a:cxn ang="0">
                <a:pos x="connsiteX41391" y="connsiteY41391"/>
              </a:cxn>
              <a:cxn ang="0">
                <a:pos x="connsiteX41392" y="connsiteY41392"/>
              </a:cxn>
              <a:cxn ang="0">
                <a:pos x="connsiteX41393" y="connsiteY41393"/>
              </a:cxn>
              <a:cxn ang="0">
                <a:pos x="connsiteX41394" y="connsiteY41394"/>
              </a:cxn>
              <a:cxn ang="0">
                <a:pos x="connsiteX41395" y="connsiteY41395"/>
              </a:cxn>
              <a:cxn ang="0">
                <a:pos x="connsiteX41396" y="connsiteY41396"/>
              </a:cxn>
              <a:cxn ang="0">
                <a:pos x="connsiteX41397" y="connsiteY41397"/>
              </a:cxn>
              <a:cxn ang="0">
                <a:pos x="connsiteX41398" y="connsiteY41398"/>
              </a:cxn>
              <a:cxn ang="0">
                <a:pos x="connsiteX41399" y="connsiteY41399"/>
              </a:cxn>
              <a:cxn ang="0">
                <a:pos x="connsiteX41400" y="connsiteY41400"/>
              </a:cxn>
              <a:cxn ang="0">
                <a:pos x="connsiteX41401" y="connsiteY41401"/>
              </a:cxn>
              <a:cxn ang="0">
                <a:pos x="connsiteX41402" y="connsiteY41402"/>
              </a:cxn>
              <a:cxn ang="0">
                <a:pos x="connsiteX41403" y="connsiteY41403"/>
              </a:cxn>
              <a:cxn ang="0">
                <a:pos x="connsiteX41404" y="connsiteY41404"/>
              </a:cxn>
              <a:cxn ang="0">
                <a:pos x="connsiteX41405" y="connsiteY41405"/>
              </a:cxn>
              <a:cxn ang="0">
                <a:pos x="connsiteX41406" y="connsiteY41406"/>
              </a:cxn>
              <a:cxn ang="0">
                <a:pos x="connsiteX41407" y="connsiteY41407"/>
              </a:cxn>
              <a:cxn ang="0">
                <a:pos x="connsiteX41408" y="connsiteY41408"/>
              </a:cxn>
              <a:cxn ang="0">
                <a:pos x="connsiteX41409" y="connsiteY41409"/>
              </a:cxn>
              <a:cxn ang="0">
                <a:pos x="connsiteX41410" y="connsiteY41410"/>
              </a:cxn>
              <a:cxn ang="0">
                <a:pos x="connsiteX41411" y="connsiteY41411"/>
              </a:cxn>
              <a:cxn ang="0">
                <a:pos x="connsiteX41412" y="connsiteY41412"/>
              </a:cxn>
              <a:cxn ang="0">
                <a:pos x="connsiteX41413" y="connsiteY41413"/>
              </a:cxn>
              <a:cxn ang="0">
                <a:pos x="connsiteX41414" y="connsiteY41414"/>
              </a:cxn>
              <a:cxn ang="0">
                <a:pos x="connsiteX41415" y="connsiteY41415"/>
              </a:cxn>
              <a:cxn ang="0">
                <a:pos x="connsiteX41416" y="connsiteY41416"/>
              </a:cxn>
              <a:cxn ang="0">
                <a:pos x="connsiteX41417" y="connsiteY41417"/>
              </a:cxn>
              <a:cxn ang="0">
                <a:pos x="connsiteX41418" y="connsiteY41418"/>
              </a:cxn>
              <a:cxn ang="0">
                <a:pos x="connsiteX41419" y="connsiteY41419"/>
              </a:cxn>
              <a:cxn ang="0">
                <a:pos x="connsiteX41420" y="connsiteY41420"/>
              </a:cxn>
              <a:cxn ang="0">
                <a:pos x="connsiteX41421" y="connsiteY41421"/>
              </a:cxn>
              <a:cxn ang="0">
                <a:pos x="connsiteX41422" y="connsiteY41422"/>
              </a:cxn>
              <a:cxn ang="0">
                <a:pos x="connsiteX41423" y="connsiteY41423"/>
              </a:cxn>
              <a:cxn ang="0">
                <a:pos x="connsiteX41424" y="connsiteY41424"/>
              </a:cxn>
              <a:cxn ang="0">
                <a:pos x="connsiteX41425" y="connsiteY41425"/>
              </a:cxn>
              <a:cxn ang="0">
                <a:pos x="connsiteX41426" y="connsiteY41426"/>
              </a:cxn>
              <a:cxn ang="0">
                <a:pos x="connsiteX41427" y="connsiteY41427"/>
              </a:cxn>
              <a:cxn ang="0">
                <a:pos x="connsiteX41428" y="connsiteY41428"/>
              </a:cxn>
              <a:cxn ang="0">
                <a:pos x="connsiteX41429" y="connsiteY41429"/>
              </a:cxn>
              <a:cxn ang="0">
                <a:pos x="connsiteX41430" y="connsiteY41430"/>
              </a:cxn>
              <a:cxn ang="0">
                <a:pos x="connsiteX41431" y="connsiteY41431"/>
              </a:cxn>
              <a:cxn ang="0">
                <a:pos x="connsiteX41432" y="connsiteY41432"/>
              </a:cxn>
              <a:cxn ang="0">
                <a:pos x="connsiteX41433" y="connsiteY41433"/>
              </a:cxn>
              <a:cxn ang="0">
                <a:pos x="connsiteX41434" y="connsiteY41434"/>
              </a:cxn>
              <a:cxn ang="0">
                <a:pos x="connsiteX41435" y="connsiteY41435"/>
              </a:cxn>
              <a:cxn ang="0">
                <a:pos x="connsiteX41436" y="connsiteY41436"/>
              </a:cxn>
              <a:cxn ang="0">
                <a:pos x="connsiteX41437" y="connsiteY41437"/>
              </a:cxn>
              <a:cxn ang="0">
                <a:pos x="connsiteX41438" y="connsiteY41438"/>
              </a:cxn>
              <a:cxn ang="0">
                <a:pos x="connsiteX41439" y="connsiteY41439"/>
              </a:cxn>
              <a:cxn ang="0">
                <a:pos x="connsiteX41440" y="connsiteY41440"/>
              </a:cxn>
              <a:cxn ang="0">
                <a:pos x="connsiteX41441" y="connsiteY41441"/>
              </a:cxn>
              <a:cxn ang="0">
                <a:pos x="connsiteX41442" y="connsiteY41442"/>
              </a:cxn>
              <a:cxn ang="0">
                <a:pos x="connsiteX41443" y="connsiteY41443"/>
              </a:cxn>
              <a:cxn ang="0">
                <a:pos x="connsiteX41444" y="connsiteY41444"/>
              </a:cxn>
              <a:cxn ang="0">
                <a:pos x="connsiteX41445" y="connsiteY41445"/>
              </a:cxn>
              <a:cxn ang="0">
                <a:pos x="connsiteX41446" y="connsiteY41446"/>
              </a:cxn>
              <a:cxn ang="0">
                <a:pos x="connsiteX41447" y="connsiteY41447"/>
              </a:cxn>
              <a:cxn ang="0">
                <a:pos x="connsiteX41448" y="connsiteY41448"/>
              </a:cxn>
              <a:cxn ang="0">
                <a:pos x="connsiteX41449" y="connsiteY41449"/>
              </a:cxn>
              <a:cxn ang="0">
                <a:pos x="connsiteX41450" y="connsiteY41450"/>
              </a:cxn>
              <a:cxn ang="0">
                <a:pos x="connsiteX41451" y="connsiteY41451"/>
              </a:cxn>
              <a:cxn ang="0">
                <a:pos x="connsiteX41452" y="connsiteY41452"/>
              </a:cxn>
              <a:cxn ang="0">
                <a:pos x="connsiteX41453" y="connsiteY41453"/>
              </a:cxn>
              <a:cxn ang="0">
                <a:pos x="connsiteX41454" y="connsiteY41454"/>
              </a:cxn>
              <a:cxn ang="0">
                <a:pos x="connsiteX41455" y="connsiteY41455"/>
              </a:cxn>
              <a:cxn ang="0">
                <a:pos x="connsiteX41456" y="connsiteY41456"/>
              </a:cxn>
              <a:cxn ang="0">
                <a:pos x="connsiteX41457" y="connsiteY41457"/>
              </a:cxn>
              <a:cxn ang="0">
                <a:pos x="connsiteX41458" y="connsiteY41458"/>
              </a:cxn>
              <a:cxn ang="0">
                <a:pos x="connsiteX41459" y="connsiteY41459"/>
              </a:cxn>
              <a:cxn ang="0">
                <a:pos x="connsiteX41460" y="connsiteY41460"/>
              </a:cxn>
              <a:cxn ang="0">
                <a:pos x="connsiteX41461" y="connsiteY41461"/>
              </a:cxn>
              <a:cxn ang="0">
                <a:pos x="connsiteX41462" y="connsiteY41462"/>
              </a:cxn>
              <a:cxn ang="0">
                <a:pos x="connsiteX41463" y="connsiteY41463"/>
              </a:cxn>
              <a:cxn ang="0">
                <a:pos x="connsiteX41464" y="connsiteY41464"/>
              </a:cxn>
              <a:cxn ang="0">
                <a:pos x="connsiteX41465" y="connsiteY41465"/>
              </a:cxn>
              <a:cxn ang="0">
                <a:pos x="connsiteX41466" y="connsiteY41466"/>
              </a:cxn>
              <a:cxn ang="0">
                <a:pos x="connsiteX41467" y="connsiteY41467"/>
              </a:cxn>
              <a:cxn ang="0">
                <a:pos x="connsiteX41468" y="connsiteY41468"/>
              </a:cxn>
              <a:cxn ang="0">
                <a:pos x="connsiteX41469" y="connsiteY41469"/>
              </a:cxn>
              <a:cxn ang="0">
                <a:pos x="connsiteX41470" y="connsiteY41470"/>
              </a:cxn>
              <a:cxn ang="0">
                <a:pos x="connsiteX41471" y="connsiteY41471"/>
              </a:cxn>
              <a:cxn ang="0">
                <a:pos x="connsiteX41472" y="connsiteY41472"/>
              </a:cxn>
              <a:cxn ang="0">
                <a:pos x="connsiteX41473" y="connsiteY41473"/>
              </a:cxn>
              <a:cxn ang="0">
                <a:pos x="connsiteX41474" y="connsiteY41474"/>
              </a:cxn>
              <a:cxn ang="0">
                <a:pos x="connsiteX41475" y="connsiteY41475"/>
              </a:cxn>
              <a:cxn ang="0">
                <a:pos x="connsiteX41476" y="connsiteY41476"/>
              </a:cxn>
              <a:cxn ang="0">
                <a:pos x="connsiteX41477" y="connsiteY41477"/>
              </a:cxn>
              <a:cxn ang="0">
                <a:pos x="connsiteX41478" y="connsiteY41478"/>
              </a:cxn>
              <a:cxn ang="0">
                <a:pos x="connsiteX41479" y="connsiteY41479"/>
              </a:cxn>
              <a:cxn ang="0">
                <a:pos x="connsiteX41480" y="connsiteY41480"/>
              </a:cxn>
              <a:cxn ang="0">
                <a:pos x="connsiteX41481" y="connsiteY41481"/>
              </a:cxn>
              <a:cxn ang="0">
                <a:pos x="connsiteX41482" y="connsiteY41482"/>
              </a:cxn>
              <a:cxn ang="0">
                <a:pos x="connsiteX41483" y="connsiteY41483"/>
              </a:cxn>
              <a:cxn ang="0">
                <a:pos x="connsiteX41484" y="connsiteY41484"/>
              </a:cxn>
              <a:cxn ang="0">
                <a:pos x="connsiteX41485" y="connsiteY41485"/>
              </a:cxn>
              <a:cxn ang="0">
                <a:pos x="connsiteX41486" y="connsiteY41486"/>
              </a:cxn>
              <a:cxn ang="0">
                <a:pos x="connsiteX41487" y="connsiteY41487"/>
              </a:cxn>
              <a:cxn ang="0">
                <a:pos x="connsiteX41488" y="connsiteY41488"/>
              </a:cxn>
              <a:cxn ang="0">
                <a:pos x="connsiteX41489" y="connsiteY41489"/>
              </a:cxn>
              <a:cxn ang="0">
                <a:pos x="connsiteX41490" y="connsiteY41490"/>
              </a:cxn>
              <a:cxn ang="0">
                <a:pos x="connsiteX41491" y="connsiteY41491"/>
              </a:cxn>
              <a:cxn ang="0">
                <a:pos x="connsiteX41492" y="connsiteY41492"/>
              </a:cxn>
              <a:cxn ang="0">
                <a:pos x="connsiteX41493" y="connsiteY41493"/>
              </a:cxn>
              <a:cxn ang="0">
                <a:pos x="connsiteX41494" y="connsiteY41494"/>
              </a:cxn>
              <a:cxn ang="0">
                <a:pos x="connsiteX41495" y="connsiteY41495"/>
              </a:cxn>
              <a:cxn ang="0">
                <a:pos x="connsiteX41496" y="connsiteY41496"/>
              </a:cxn>
              <a:cxn ang="0">
                <a:pos x="connsiteX41497" y="connsiteY41497"/>
              </a:cxn>
              <a:cxn ang="0">
                <a:pos x="connsiteX41498" y="connsiteY41498"/>
              </a:cxn>
              <a:cxn ang="0">
                <a:pos x="connsiteX41499" y="connsiteY41499"/>
              </a:cxn>
              <a:cxn ang="0">
                <a:pos x="connsiteX41500" y="connsiteY41500"/>
              </a:cxn>
              <a:cxn ang="0">
                <a:pos x="connsiteX41501" y="connsiteY41501"/>
              </a:cxn>
              <a:cxn ang="0">
                <a:pos x="connsiteX41502" y="connsiteY41502"/>
              </a:cxn>
              <a:cxn ang="0">
                <a:pos x="connsiteX41503" y="connsiteY41503"/>
              </a:cxn>
              <a:cxn ang="0">
                <a:pos x="connsiteX41504" y="connsiteY41504"/>
              </a:cxn>
              <a:cxn ang="0">
                <a:pos x="connsiteX41505" y="connsiteY41505"/>
              </a:cxn>
              <a:cxn ang="0">
                <a:pos x="connsiteX41506" y="connsiteY41506"/>
              </a:cxn>
              <a:cxn ang="0">
                <a:pos x="connsiteX41507" y="connsiteY41507"/>
              </a:cxn>
              <a:cxn ang="0">
                <a:pos x="connsiteX41508" y="connsiteY41508"/>
              </a:cxn>
              <a:cxn ang="0">
                <a:pos x="connsiteX41509" y="connsiteY41509"/>
              </a:cxn>
              <a:cxn ang="0">
                <a:pos x="connsiteX41510" y="connsiteY41510"/>
              </a:cxn>
              <a:cxn ang="0">
                <a:pos x="connsiteX41511" y="connsiteY41511"/>
              </a:cxn>
              <a:cxn ang="0">
                <a:pos x="connsiteX41512" y="connsiteY41512"/>
              </a:cxn>
              <a:cxn ang="0">
                <a:pos x="connsiteX41513" y="connsiteY41513"/>
              </a:cxn>
              <a:cxn ang="0">
                <a:pos x="connsiteX41514" y="connsiteY41514"/>
              </a:cxn>
              <a:cxn ang="0">
                <a:pos x="connsiteX41515" y="connsiteY41515"/>
              </a:cxn>
              <a:cxn ang="0">
                <a:pos x="connsiteX41516" y="connsiteY41516"/>
              </a:cxn>
              <a:cxn ang="0">
                <a:pos x="connsiteX41517" y="connsiteY41517"/>
              </a:cxn>
              <a:cxn ang="0">
                <a:pos x="connsiteX41518" y="connsiteY41518"/>
              </a:cxn>
              <a:cxn ang="0">
                <a:pos x="connsiteX41519" y="connsiteY41519"/>
              </a:cxn>
              <a:cxn ang="0">
                <a:pos x="connsiteX41520" y="connsiteY41520"/>
              </a:cxn>
              <a:cxn ang="0">
                <a:pos x="connsiteX41521" y="connsiteY41521"/>
              </a:cxn>
              <a:cxn ang="0">
                <a:pos x="connsiteX41522" y="connsiteY41522"/>
              </a:cxn>
              <a:cxn ang="0">
                <a:pos x="connsiteX41523" y="connsiteY41523"/>
              </a:cxn>
              <a:cxn ang="0">
                <a:pos x="connsiteX41524" y="connsiteY41524"/>
              </a:cxn>
              <a:cxn ang="0">
                <a:pos x="connsiteX41525" y="connsiteY41525"/>
              </a:cxn>
              <a:cxn ang="0">
                <a:pos x="connsiteX41526" y="connsiteY41526"/>
              </a:cxn>
              <a:cxn ang="0">
                <a:pos x="connsiteX41527" y="connsiteY41527"/>
              </a:cxn>
              <a:cxn ang="0">
                <a:pos x="connsiteX41528" y="connsiteY41528"/>
              </a:cxn>
              <a:cxn ang="0">
                <a:pos x="connsiteX41529" y="connsiteY41529"/>
              </a:cxn>
              <a:cxn ang="0">
                <a:pos x="connsiteX41530" y="connsiteY41530"/>
              </a:cxn>
              <a:cxn ang="0">
                <a:pos x="connsiteX41531" y="connsiteY41531"/>
              </a:cxn>
              <a:cxn ang="0">
                <a:pos x="connsiteX41532" y="connsiteY41532"/>
              </a:cxn>
              <a:cxn ang="0">
                <a:pos x="connsiteX41533" y="connsiteY41533"/>
              </a:cxn>
              <a:cxn ang="0">
                <a:pos x="connsiteX41534" y="connsiteY41534"/>
              </a:cxn>
              <a:cxn ang="0">
                <a:pos x="connsiteX41535" y="connsiteY41535"/>
              </a:cxn>
              <a:cxn ang="0">
                <a:pos x="connsiteX41536" y="connsiteY41536"/>
              </a:cxn>
              <a:cxn ang="0">
                <a:pos x="connsiteX41537" y="connsiteY41537"/>
              </a:cxn>
              <a:cxn ang="0">
                <a:pos x="connsiteX41538" y="connsiteY41538"/>
              </a:cxn>
              <a:cxn ang="0">
                <a:pos x="connsiteX41539" y="connsiteY41539"/>
              </a:cxn>
              <a:cxn ang="0">
                <a:pos x="connsiteX41540" y="connsiteY41540"/>
              </a:cxn>
              <a:cxn ang="0">
                <a:pos x="connsiteX41541" y="connsiteY41541"/>
              </a:cxn>
              <a:cxn ang="0">
                <a:pos x="connsiteX41542" y="connsiteY41542"/>
              </a:cxn>
              <a:cxn ang="0">
                <a:pos x="connsiteX41543" y="connsiteY41543"/>
              </a:cxn>
              <a:cxn ang="0">
                <a:pos x="connsiteX41544" y="connsiteY41544"/>
              </a:cxn>
              <a:cxn ang="0">
                <a:pos x="connsiteX41545" y="connsiteY41545"/>
              </a:cxn>
              <a:cxn ang="0">
                <a:pos x="connsiteX41546" y="connsiteY41546"/>
              </a:cxn>
              <a:cxn ang="0">
                <a:pos x="connsiteX41547" y="connsiteY41547"/>
              </a:cxn>
              <a:cxn ang="0">
                <a:pos x="connsiteX41548" y="connsiteY41548"/>
              </a:cxn>
              <a:cxn ang="0">
                <a:pos x="connsiteX41549" y="connsiteY41549"/>
              </a:cxn>
              <a:cxn ang="0">
                <a:pos x="connsiteX41550" y="connsiteY41550"/>
              </a:cxn>
              <a:cxn ang="0">
                <a:pos x="connsiteX41551" y="connsiteY41551"/>
              </a:cxn>
              <a:cxn ang="0">
                <a:pos x="connsiteX41552" y="connsiteY41552"/>
              </a:cxn>
              <a:cxn ang="0">
                <a:pos x="connsiteX41553" y="connsiteY41553"/>
              </a:cxn>
              <a:cxn ang="0">
                <a:pos x="connsiteX41554" y="connsiteY41554"/>
              </a:cxn>
              <a:cxn ang="0">
                <a:pos x="connsiteX41555" y="connsiteY41555"/>
              </a:cxn>
              <a:cxn ang="0">
                <a:pos x="connsiteX41556" y="connsiteY41556"/>
              </a:cxn>
              <a:cxn ang="0">
                <a:pos x="connsiteX41557" y="connsiteY41557"/>
              </a:cxn>
              <a:cxn ang="0">
                <a:pos x="connsiteX41558" y="connsiteY41558"/>
              </a:cxn>
              <a:cxn ang="0">
                <a:pos x="connsiteX41559" y="connsiteY41559"/>
              </a:cxn>
              <a:cxn ang="0">
                <a:pos x="connsiteX41560" y="connsiteY41560"/>
              </a:cxn>
              <a:cxn ang="0">
                <a:pos x="connsiteX41561" y="connsiteY41561"/>
              </a:cxn>
              <a:cxn ang="0">
                <a:pos x="connsiteX41562" y="connsiteY41562"/>
              </a:cxn>
              <a:cxn ang="0">
                <a:pos x="connsiteX41563" y="connsiteY41563"/>
              </a:cxn>
              <a:cxn ang="0">
                <a:pos x="connsiteX41564" y="connsiteY41564"/>
              </a:cxn>
              <a:cxn ang="0">
                <a:pos x="connsiteX41565" y="connsiteY41565"/>
              </a:cxn>
              <a:cxn ang="0">
                <a:pos x="connsiteX41566" y="connsiteY41566"/>
              </a:cxn>
              <a:cxn ang="0">
                <a:pos x="connsiteX41567" y="connsiteY41567"/>
              </a:cxn>
              <a:cxn ang="0">
                <a:pos x="connsiteX41568" y="connsiteY41568"/>
              </a:cxn>
              <a:cxn ang="0">
                <a:pos x="connsiteX41569" y="connsiteY41569"/>
              </a:cxn>
              <a:cxn ang="0">
                <a:pos x="connsiteX41570" y="connsiteY41570"/>
              </a:cxn>
              <a:cxn ang="0">
                <a:pos x="connsiteX41571" y="connsiteY41571"/>
              </a:cxn>
              <a:cxn ang="0">
                <a:pos x="connsiteX41572" y="connsiteY41572"/>
              </a:cxn>
              <a:cxn ang="0">
                <a:pos x="connsiteX41573" y="connsiteY41573"/>
              </a:cxn>
              <a:cxn ang="0">
                <a:pos x="connsiteX41574" y="connsiteY41574"/>
              </a:cxn>
              <a:cxn ang="0">
                <a:pos x="connsiteX41575" y="connsiteY41575"/>
              </a:cxn>
              <a:cxn ang="0">
                <a:pos x="connsiteX41576" y="connsiteY41576"/>
              </a:cxn>
              <a:cxn ang="0">
                <a:pos x="connsiteX41577" y="connsiteY41577"/>
              </a:cxn>
              <a:cxn ang="0">
                <a:pos x="connsiteX41578" y="connsiteY41578"/>
              </a:cxn>
              <a:cxn ang="0">
                <a:pos x="connsiteX41579" y="connsiteY41579"/>
              </a:cxn>
              <a:cxn ang="0">
                <a:pos x="connsiteX41580" y="connsiteY41580"/>
              </a:cxn>
              <a:cxn ang="0">
                <a:pos x="connsiteX41581" y="connsiteY41581"/>
              </a:cxn>
              <a:cxn ang="0">
                <a:pos x="connsiteX41582" y="connsiteY41582"/>
              </a:cxn>
              <a:cxn ang="0">
                <a:pos x="connsiteX41583" y="connsiteY41583"/>
              </a:cxn>
              <a:cxn ang="0">
                <a:pos x="connsiteX41584" y="connsiteY41584"/>
              </a:cxn>
              <a:cxn ang="0">
                <a:pos x="connsiteX41585" y="connsiteY41585"/>
              </a:cxn>
              <a:cxn ang="0">
                <a:pos x="connsiteX41586" y="connsiteY41586"/>
              </a:cxn>
              <a:cxn ang="0">
                <a:pos x="connsiteX41587" y="connsiteY41587"/>
              </a:cxn>
              <a:cxn ang="0">
                <a:pos x="connsiteX41588" y="connsiteY41588"/>
              </a:cxn>
              <a:cxn ang="0">
                <a:pos x="connsiteX41589" y="connsiteY41589"/>
              </a:cxn>
              <a:cxn ang="0">
                <a:pos x="connsiteX41590" y="connsiteY41590"/>
              </a:cxn>
              <a:cxn ang="0">
                <a:pos x="connsiteX41591" y="connsiteY41591"/>
              </a:cxn>
              <a:cxn ang="0">
                <a:pos x="connsiteX41592" y="connsiteY41592"/>
              </a:cxn>
              <a:cxn ang="0">
                <a:pos x="connsiteX41593" y="connsiteY41593"/>
              </a:cxn>
              <a:cxn ang="0">
                <a:pos x="connsiteX41594" y="connsiteY41594"/>
              </a:cxn>
              <a:cxn ang="0">
                <a:pos x="connsiteX41595" y="connsiteY41595"/>
              </a:cxn>
              <a:cxn ang="0">
                <a:pos x="connsiteX41596" y="connsiteY41596"/>
              </a:cxn>
              <a:cxn ang="0">
                <a:pos x="connsiteX41597" y="connsiteY41597"/>
              </a:cxn>
              <a:cxn ang="0">
                <a:pos x="connsiteX41598" y="connsiteY41598"/>
              </a:cxn>
              <a:cxn ang="0">
                <a:pos x="connsiteX41599" y="connsiteY41599"/>
              </a:cxn>
              <a:cxn ang="0">
                <a:pos x="connsiteX41600" y="connsiteY41600"/>
              </a:cxn>
              <a:cxn ang="0">
                <a:pos x="connsiteX41601" y="connsiteY41601"/>
              </a:cxn>
              <a:cxn ang="0">
                <a:pos x="connsiteX41602" y="connsiteY41602"/>
              </a:cxn>
              <a:cxn ang="0">
                <a:pos x="connsiteX41603" y="connsiteY41603"/>
              </a:cxn>
              <a:cxn ang="0">
                <a:pos x="connsiteX41604" y="connsiteY41604"/>
              </a:cxn>
              <a:cxn ang="0">
                <a:pos x="connsiteX41605" y="connsiteY41605"/>
              </a:cxn>
              <a:cxn ang="0">
                <a:pos x="connsiteX41606" y="connsiteY41606"/>
              </a:cxn>
              <a:cxn ang="0">
                <a:pos x="connsiteX41607" y="connsiteY41607"/>
              </a:cxn>
              <a:cxn ang="0">
                <a:pos x="connsiteX41608" y="connsiteY41608"/>
              </a:cxn>
              <a:cxn ang="0">
                <a:pos x="connsiteX41609" y="connsiteY41609"/>
              </a:cxn>
              <a:cxn ang="0">
                <a:pos x="connsiteX41610" y="connsiteY41610"/>
              </a:cxn>
              <a:cxn ang="0">
                <a:pos x="connsiteX41611" y="connsiteY41611"/>
              </a:cxn>
              <a:cxn ang="0">
                <a:pos x="connsiteX41612" y="connsiteY41612"/>
              </a:cxn>
              <a:cxn ang="0">
                <a:pos x="connsiteX41613" y="connsiteY41613"/>
              </a:cxn>
              <a:cxn ang="0">
                <a:pos x="connsiteX41614" y="connsiteY41614"/>
              </a:cxn>
              <a:cxn ang="0">
                <a:pos x="connsiteX41615" y="connsiteY41615"/>
              </a:cxn>
              <a:cxn ang="0">
                <a:pos x="connsiteX41616" y="connsiteY41616"/>
              </a:cxn>
              <a:cxn ang="0">
                <a:pos x="connsiteX41617" y="connsiteY41617"/>
              </a:cxn>
              <a:cxn ang="0">
                <a:pos x="connsiteX41618" y="connsiteY41618"/>
              </a:cxn>
              <a:cxn ang="0">
                <a:pos x="connsiteX41619" y="connsiteY41619"/>
              </a:cxn>
              <a:cxn ang="0">
                <a:pos x="connsiteX41620" y="connsiteY41620"/>
              </a:cxn>
              <a:cxn ang="0">
                <a:pos x="connsiteX41621" y="connsiteY41621"/>
              </a:cxn>
              <a:cxn ang="0">
                <a:pos x="connsiteX41622" y="connsiteY41622"/>
              </a:cxn>
              <a:cxn ang="0">
                <a:pos x="connsiteX41623" y="connsiteY41623"/>
              </a:cxn>
              <a:cxn ang="0">
                <a:pos x="connsiteX41624" y="connsiteY41624"/>
              </a:cxn>
              <a:cxn ang="0">
                <a:pos x="connsiteX41625" y="connsiteY41625"/>
              </a:cxn>
              <a:cxn ang="0">
                <a:pos x="connsiteX41626" y="connsiteY41626"/>
              </a:cxn>
              <a:cxn ang="0">
                <a:pos x="connsiteX41627" y="connsiteY41627"/>
              </a:cxn>
              <a:cxn ang="0">
                <a:pos x="connsiteX41628" y="connsiteY41628"/>
              </a:cxn>
              <a:cxn ang="0">
                <a:pos x="connsiteX41629" y="connsiteY41629"/>
              </a:cxn>
              <a:cxn ang="0">
                <a:pos x="connsiteX41630" y="connsiteY41630"/>
              </a:cxn>
              <a:cxn ang="0">
                <a:pos x="connsiteX41631" y="connsiteY41631"/>
              </a:cxn>
              <a:cxn ang="0">
                <a:pos x="connsiteX41632" y="connsiteY41632"/>
              </a:cxn>
              <a:cxn ang="0">
                <a:pos x="connsiteX41633" y="connsiteY41633"/>
              </a:cxn>
              <a:cxn ang="0">
                <a:pos x="connsiteX41634" y="connsiteY41634"/>
              </a:cxn>
              <a:cxn ang="0">
                <a:pos x="connsiteX41635" y="connsiteY41635"/>
              </a:cxn>
              <a:cxn ang="0">
                <a:pos x="connsiteX41636" y="connsiteY41636"/>
              </a:cxn>
              <a:cxn ang="0">
                <a:pos x="connsiteX41637" y="connsiteY41637"/>
              </a:cxn>
              <a:cxn ang="0">
                <a:pos x="connsiteX41638" y="connsiteY41638"/>
              </a:cxn>
              <a:cxn ang="0">
                <a:pos x="connsiteX41639" y="connsiteY41639"/>
              </a:cxn>
              <a:cxn ang="0">
                <a:pos x="connsiteX41640" y="connsiteY41640"/>
              </a:cxn>
              <a:cxn ang="0">
                <a:pos x="connsiteX41641" y="connsiteY41641"/>
              </a:cxn>
              <a:cxn ang="0">
                <a:pos x="connsiteX41642" y="connsiteY41642"/>
              </a:cxn>
              <a:cxn ang="0">
                <a:pos x="connsiteX41643" y="connsiteY41643"/>
              </a:cxn>
              <a:cxn ang="0">
                <a:pos x="connsiteX41644" y="connsiteY41644"/>
              </a:cxn>
              <a:cxn ang="0">
                <a:pos x="connsiteX41645" y="connsiteY41645"/>
              </a:cxn>
              <a:cxn ang="0">
                <a:pos x="connsiteX41646" y="connsiteY41646"/>
              </a:cxn>
              <a:cxn ang="0">
                <a:pos x="connsiteX41647" y="connsiteY41647"/>
              </a:cxn>
              <a:cxn ang="0">
                <a:pos x="connsiteX41648" y="connsiteY41648"/>
              </a:cxn>
              <a:cxn ang="0">
                <a:pos x="connsiteX41649" y="connsiteY41649"/>
              </a:cxn>
              <a:cxn ang="0">
                <a:pos x="connsiteX41650" y="connsiteY41650"/>
              </a:cxn>
              <a:cxn ang="0">
                <a:pos x="connsiteX41651" y="connsiteY41651"/>
              </a:cxn>
              <a:cxn ang="0">
                <a:pos x="connsiteX41652" y="connsiteY41652"/>
              </a:cxn>
              <a:cxn ang="0">
                <a:pos x="connsiteX41653" y="connsiteY41653"/>
              </a:cxn>
              <a:cxn ang="0">
                <a:pos x="connsiteX41654" y="connsiteY41654"/>
              </a:cxn>
              <a:cxn ang="0">
                <a:pos x="connsiteX41655" y="connsiteY41655"/>
              </a:cxn>
              <a:cxn ang="0">
                <a:pos x="connsiteX41656" y="connsiteY41656"/>
              </a:cxn>
              <a:cxn ang="0">
                <a:pos x="connsiteX41657" y="connsiteY41657"/>
              </a:cxn>
              <a:cxn ang="0">
                <a:pos x="connsiteX41658" y="connsiteY41658"/>
              </a:cxn>
              <a:cxn ang="0">
                <a:pos x="connsiteX41659" y="connsiteY41659"/>
              </a:cxn>
              <a:cxn ang="0">
                <a:pos x="connsiteX41660" y="connsiteY41660"/>
              </a:cxn>
              <a:cxn ang="0">
                <a:pos x="connsiteX41661" y="connsiteY41661"/>
              </a:cxn>
              <a:cxn ang="0">
                <a:pos x="connsiteX41662" y="connsiteY41662"/>
              </a:cxn>
              <a:cxn ang="0">
                <a:pos x="connsiteX41663" y="connsiteY41663"/>
              </a:cxn>
              <a:cxn ang="0">
                <a:pos x="connsiteX41664" y="connsiteY41664"/>
              </a:cxn>
              <a:cxn ang="0">
                <a:pos x="connsiteX41665" y="connsiteY41665"/>
              </a:cxn>
              <a:cxn ang="0">
                <a:pos x="connsiteX41666" y="connsiteY41666"/>
              </a:cxn>
              <a:cxn ang="0">
                <a:pos x="connsiteX41667" y="connsiteY41667"/>
              </a:cxn>
              <a:cxn ang="0">
                <a:pos x="connsiteX41668" y="connsiteY41668"/>
              </a:cxn>
              <a:cxn ang="0">
                <a:pos x="connsiteX41669" y="connsiteY41669"/>
              </a:cxn>
              <a:cxn ang="0">
                <a:pos x="connsiteX41670" y="connsiteY41670"/>
              </a:cxn>
              <a:cxn ang="0">
                <a:pos x="connsiteX41671" y="connsiteY41671"/>
              </a:cxn>
              <a:cxn ang="0">
                <a:pos x="connsiteX41672" y="connsiteY41672"/>
              </a:cxn>
              <a:cxn ang="0">
                <a:pos x="connsiteX41673" y="connsiteY41673"/>
              </a:cxn>
              <a:cxn ang="0">
                <a:pos x="connsiteX41674" y="connsiteY41674"/>
              </a:cxn>
              <a:cxn ang="0">
                <a:pos x="connsiteX41675" y="connsiteY41675"/>
              </a:cxn>
              <a:cxn ang="0">
                <a:pos x="connsiteX41676" y="connsiteY41676"/>
              </a:cxn>
              <a:cxn ang="0">
                <a:pos x="connsiteX41677" y="connsiteY41677"/>
              </a:cxn>
              <a:cxn ang="0">
                <a:pos x="connsiteX41678" y="connsiteY41678"/>
              </a:cxn>
              <a:cxn ang="0">
                <a:pos x="connsiteX41679" y="connsiteY41679"/>
              </a:cxn>
              <a:cxn ang="0">
                <a:pos x="connsiteX41680" y="connsiteY41680"/>
              </a:cxn>
              <a:cxn ang="0">
                <a:pos x="connsiteX41681" y="connsiteY41681"/>
              </a:cxn>
              <a:cxn ang="0">
                <a:pos x="connsiteX41682" y="connsiteY41682"/>
              </a:cxn>
              <a:cxn ang="0">
                <a:pos x="connsiteX41683" y="connsiteY41683"/>
              </a:cxn>
              <a:cxn ang="0">
                <a:pos x="connsiteX41684" y="connsiteY41684"/>
              </a:cxn>
              <a:cxn ang="0">
                <a:pos x="connsiteX41685" y="connsiteY41685"/>
              </a:cxn>
              <a:cxn ang="0">
                <a:pos x="connsiteX41686" y="connsiteY41686"/>
              </a:cxn>
              <a:cxn ang="0">
                <a:pos x="connsiteX41687" y="connsiteY41687"/>
              </a:cxn>
              <a:cxn ang="0">
                <a:pos x="connsiteX41688" y="connsiteY41688"/>
              </a:cxn>
              <a:cxn ang="0">
                <a:pos x="connsiteX41689" y="connsiteY41689"/>
              </a:cxn>
              <a:cxn ang="0">
                <a:pos x="connsiteX41690" y="connsiteY41690"/>
              </a:cxn>
              <a:cxn ang="0">
                <a:pos x="connsiteX41691" y="connsiteY41691"/>
              </a:cxn>
              <a:cxn ang="0">
                <a:pos x="connsiteX41692" y="connsiteY41692"/>
              </a:cxn>
              <a:cxn ang="0">
                <a:pos x="connsiteX41693" y="connsiteY41693"/>
              </a:cxn>
              <a:cxn ang="0">
                <a:pos x="connsiteX41694" y="connsiteY41694"/>
              </a:cxn>
              <a:cxn ang="0">
                <a:pos x="connsiteX41695" y="connsiteY41695"/>
              </a:cxn>
              <a:cxn ang="0">
                <a:pos x="connsiteX41696" y="connsiteY41696"/>
              </a:cxn>
              <a:cxn ang="0">
                <a:pos x="connsiteX41697" y="connsiteY41697"/>
              </a:cxn>
              <a:cxn ang="0">
                <a:pos x="connsiteX41698" y="connsiteY41698"/>
              </a:cxn>
              <a:cxn ang="0">
                <a:pos x="connsiteX41699" y="connsiteY41699"/>
              </a:cxn>
              <a:cxn ang="0">
                <a:pos x="connsiteX41700" y="connsiteY41700"/>
              </a:cxn>
              <a:cxn ang="0">
                <a:pos x="connsiteX41701" y="connsiteY41701"/>
              </a:cxn>
              <a:cxn ang="0">
                <a:pos x="connsiteX41702" y="connsiteY41702"/>
              </a:cxn>
              <a:cxn ang="0">
                <a:pos x="connsiteX41703" y="connsiteY41703"/>
              </a:cxn>
              <a:cxn ang="0">
                <a:pos x="connsiteX41704" y="connsiteY41704"/>
              </a:cxn>
              <a:cxn ang="0">
                <a:pos x="connsiteX41705" y="connsiteY41705"/>
              </a:cxn>
              <a:cxn ang="0">
                <a:pos x="connsiteX41706" y="connsiteY41706"/>
              </a:cxn>
              <a:cxn ang="0">
                <a:pos x="connsiteX41707" y="connsiteY41707"/>
              </a:cxn>
              <a:cxn ang="0">
                <a:pos x="connsiteX41708" y="connsiteY41708"/>
              </a:cxn>
              <a:cxn ang="0">
                <a:pos x="connsiteX41709" y="connsiteY41709"/>
              </a:cxn>
              <a:cxn ang="0">
                <a:pos x="connsiteX41710" y="connsiteY41710"/>
              </a:cxn>
              <a:cxn ang="0">
                <a:pos x="connsiteX41711" y="connsiteY41711"/>
              </a:cxn>
              <a:cxn ang="0">
                <a:pos x="connsiteX41712" y="connsiteY41712"/>
              </a:cxn>
              <a:cxn ang="0">
                <a:pos x="connsiteX41713" y="connsiteY41713"/>
              </a:cxn>
              <a:cxn ang="0">
                <a:pos x="connsiteX41714" y="connsiteY41714"/>
              </a:cxn>
              <a:cxn ang="0">
                <a:pos x="connsiteX41715" y="connsiteY41715"/>
              </a:cxn>
              <a:cxn ang="0">
                <a:pos x="connsiteX41716" y="connsiteY41716"/>
              </a:cxn>
              <a:cxn ang="0">
                <a:pos x="connsiteX41717" y="connsiteY41717"/>
              </a:cxn>
              <a:cxn ang="0">
                <a:pos x="connsiteX41718" y="connsiteY41718"/>
              </a:cxn>
              <a:cxn ang="0">
                <a:pos x="connsiteX41719" y="connsiteY41719"/>
              </a:cxn>
              <a:cxn ang="0">
                <a:pos x="connsiteX41720" y="connsiteY41720"/>
              </a:cxn>
              <a:cxn ang="0">
                <a:pos x="connsiteX41721" y="connsiteY41721"/>
              </a:cxn>
              <a:cxn ang="0">
                <a:pos x="connsiteX41722" y="connsiteY41722"/>
              </a:cxn>
              <a:cxn ang="0">
                <a:pos x="connsiteX41723" y="connsiteY41723"/>
              </a:cxn>
              <a:cxn ang="0">
                <a:pos x="connsiteX41724" y="connsiteY41724"/>
              </a:cxn>
              <a:cxn ang="0">
                <a:pos x="connsiteX41725" y="connsiteY41725"/>
              </a:cxn>
              <a:cxn ang="0">
                <a:pos x="connsiteX41726" y="connsiteY41726"/>
              </a:cxn>
              <a:cxn ang="0">
                <a:pos x="connsiteX41727" y="connsiteY41727"/>
              </a:cxn>
              <a:cxn ang="0">
                <a:pos x="connsiteX41728" y="connsiteY41728"/>
              </a:cxn>
              <a:cxn ang="0">
                <a:pos x="connsiteX41729" y="connsiteY41729"/>
              </a:cxn>
              <a:cxn ang="0">
                <a:pos x="connsiteX41730" y="connsiteY41730"/>
              </a:cxn>
              <a:cxn ang="0">
                <a:pos x="connsiteX41731" y="connsiteY41731"/>
              </a:cxn>
              <a:cxn ang="0">
                <a:pos x="connsiteX41732" y="connsiteY41732"/>
              </a:cxn>
              <a:cxn ang="0">
                <a:pos x="connsiteX41733" y="connsiteY41733"/>
              </a:cxn>
              <a:cxn ang="0">
                <a:pos x="connsiteX41734" y="connsiteY41734"/>
              </a:cxn>
              <a:cxn ang="0">
                <a:pos x="connsiteX41735" y="connsiteY41735"/>
              </a:cxn>
              <a:cxn ang="0">
                <a:pos x="connsiteX41736" y="connsiteY41736"/>
              </a:cxn>
              <a:cxn ang="0">
                <a:pos x="connsiteX41737" y="connsiteY41737"/>
              </a:cxn>
              <a:cxn ang="0">
                <a:pos x="connsiteX41738" y="connsiteY41738"/>
              </a:cxn>
              <a:cxn ang="0">
                <a:pos x="connsiteX41739" y="connsiteY41739"/>
              </a:cxn>
              <a:cxn ang="0">
                <a:pos x="connsiteX41740" y="connsiteY41740"/>
              </a:cxn>
              <a:cxn ang="0">
                <a:pos x="connsiteX41741" y="connsiteY41741"/>
              </a:cxn>
              <a:cxn ang="0">
                <a:pos x="connsiteX41742" y="connsiteY41742"/>
              </a:cxn>
              <a:cxn ang="0">
                <a:pos x="connsiteX41743" y="connsiteY41743"/>
              </a:cxn>
              <a:cxn ang="0">
                <a:pos x="connsiteX41744" y="connsiteY41744"/>
              </a:cxn>
              <a:cxn ang="0">
                <a:pos x="connsiteX41745" y="connsiteY41745"/>
              </a:cxn>
              <a:cxn ang="0">
                <a:pos x="connsiteX41746" y="connsiteY41746"/>
              </a:cxn>
              <a:cxn ang="0">
                <a:pos x="connsiteX41747" y="connsiteY41747"/>
              </a:cxn>
              <a:cxn ang="0">
                <a:pos x="connsiteX41748" y="connsiteY41748"/>
              </a:cxn>
              <a:cxn ang="0">
                <a:pos x="connsiteX41749" y="connsiteY41749"/>
              </a:cxn>
              <a:cxn ang="0">
                <a:pos x="connsiteX41750" y="connsiteY41750"/>
              </a:cxn>
              <a:cxn ang="0">
                <a:pos x="connsiteX41751" y="connsiteY41751"/>
              </a:cxn>
              <a:cxn ang="0">
                <a:pos x="connsiteX41752" y="connsiteY41752"/>
              </a:cxn>
              <a:cxn ang="0">
                <a:pos x="connsiteX41753" y="connsiteY41753"/>
              </a:cxn>
              <a:cxn ang="0">
                <a:pos x="connsiteX41754" y="connsiteY41754"/>
              </a:cxn>
              <a:cxn ang="0">
                <a:pos x="connsiteX41755" y="connsiteY41755"/>
              </a:cxn>
              <a:cxn ang="0">
                <a:pos x="connsiteX41756" y="connsiteY41756"/>
              </a:cxn>
              <a:cxn ang="0">
                <a:pos x="connsiteX41757" y="connsiteY41757"/>
              </a:cxn>
              <a:cxn ang="0">
                <a:pos x="connsiteX41758" y="connsiteY41758"/>
              </a:cxn>
              <a:cxn ang="0">
                <a:pos x="connsiteX41759" y="connsiteY41759"/>
              </a:cxn>
              <a:cxn ang="0">
                <a:pos x="connsiteX41760" y="connsiteY41760"/>
              </a:cxn>
              <a:cxn ang="0">
                <a:pos x="connsiteX41761" y="connsiteY41761"/>
              </a:cxn>
              <a:cxn ang="0">
                <a:pos x="connsiteX41762" y="connsiteY41762"/>
              </a:cxn>
              <a:cxn ang="0">
                <a:pos x="connsiteX41763" y="connsiteY41763"/>
              </a:cxn>
              <a:cxn ang="0">
                <a:pos x="connsiteX41764" y="connsiteY41764"/>
              </a:cxn>
              <a:cxn ang="0">
                <a:pos x="connsiteX41765" y="connsiteY41765"/>
              </a:cxn>
              <a:cxn ang="0">
                <a:pos x="connsiteX41766" y="connsiteY41766"/>
              </a:cxn>
              <a:cxn ang="0">
                <a:pos x="connsiteX41767" y="connsiteY41767"/>
              </a:cxn>
              <a:cxn ang="0">
                <a:pos x="connsiteX41768" y="connsiteY41768"/>
              </a:cxn>
              <a:cxn ang="0">
                <a:pos x="connsiteX41769" y="connsiteY41769"/>
              </a:cxn>
              <a:cxn ang="0">
                <a:pos x="connsiteX41770" y="connsiteY41770"/>
              </a:cxn>
              <a:cxn ang="0">
                <a:pos x="connsiteX41771" y="connsiteY41771"/>
              </a:cxn>
              <a:cxn ang="0">
                <a:pos x="connsiteX41772" y="connsiteY41772"/>
              </a:cxn>
              <a:cxn ang="0">
                <a:pos x="connsiteX41773" y="connsiteY41773"/>
              </a:cxn>
              <a:cxn ang="0">
                <a:pos x="connsiteX41774" y="connsiteY41774"/>
              </a:cxn>
              <a:cxn ang="0">
                <a:pos x="connsiteX41775" y="connsiteY41775"/>
              </a:cxn>
              <a:cxn ang="0">
                <a:pos x="connsiteX41776" y="connsiteY41776"/>
              </a:cxn>
              <a:cxn ang="0">
                <a:pos x="connsiteX41777" y="connsiteY41777"/>
              </a:cxn>
              <a:cxn ang="0">
                <a:pos x="connsiteX41778" y="connsiteY41778"/>
              </a:cxn>
              <a:cxn ang="0">
                <a:pos x="connsiteX41779" y="connsiteY41779"/>
              </a:cxn>
              <a:cxn ang="0">
                <a:pos x="connsiteX41780" y="connsiteY41780"/>
              </a:cxn>
              <a:cxn ang="0">
                <a:pos x="connsiteX41781" y="connsiteY41781"/>
              </a:cxn>
              <a:cxn ang="0">
                <a:pos x="connsiteX41782" y="connsiteY41782"/>
              </a:cxn>
              <a:cxn ang="0">
                <a:pos x="connsiteX41783" y="connsiteY41783"/>
              </a:cxn>
              <a:cxn ang="0">
                <a:pos x="connsiteX41784" y="connsiteY41784"/>
              </a:cxn>
              <a:cxn ang="0">
                <a:pos x="connsiteX41785" y="connsiteY41785"/>
              </a:cxn>
              <a:cxn ang="0">
                <a:pos x="connsiteX41786" y="connsiteY41786"/>
              </a:cxn>
              <a:cxn ang="0">
                <a:pos x="connsiteX41787" y="connsiteY41787"/>
              </a:cxn>
              <a:cxn ang="0">
                <a:pos x="connsiteX41788" y="connsiteY41788"/>
              </a:cxn>
              <a:cxn ang="0">
                <a:pos x="connsiteX41789" y="connsiteY41789"/>
              </a:cxn>
              <a:cxn ang="0">
                <a:pos x="connsiteX41790" y="connsiteY41790"/>
              </a:cxn>
              <a:cxn ang="0">
                <a:pos x="connsiteX41791" y="connsiteY41791"/>
              </a:cxn>
              <a:cxn ang="0">
                <a:pos x="connsiteX41792" y="connsiteY41792"/>
              </a:cxn>
              <a:cxn ang="0">
                <a:pos x="connsiteX41793" y="connsiteY41793"/>
              </a:cxn>
              <a:cxn ang="0">
                <a:pos x="connsiteX41794" y="connsiteY41794"/>
              </a:cxn>
              <a:cxn ang="0">
                <a:pos x="connsiteX41795" y="connsiteY41795"/>
              </a:cxn>
              <a:cxn ang="0">
                <a:pos x="connsiteX41796" y="connsiteY41796"/>
              </a:cxn>
              <a:cxn ang="0">
                <a:pos x="connsiteX41797" y="connsiteY41797"/>
              </a:cxn>
              <a:cxn ang="0">
                <a:pos x="connsiteX41798" y="connsiteY41798"/>
              </a:cxn>
              <a:cxn ang="0">
                <a:pos x="connsiteX41799" y="connsiteY41799"/>
              </a:cxn>
              <a:cxn ang="0">
                <a:pos x="connsiteX41800" y="connsiteY41800"/>
              </a:cxn>
              <a:cxn ang="0">
                <a:pos x="connsiteX41801" y="connsiteY41801"/>
              </a:cxn>
              <a:cxn ang="0">
                <a:pos x="connsiteX41802" y="connsiteY41802"/>
              </a:cxn>
              <a:cxn ang="0">
                <a:pos x="connsiteX41803" y="connsiteY41803"/>
              </a:cxn>
              <a:cxn ang="0">
                <a:pos x="connsiteX41804" y="connsiteY41804"/>
              </a:cxn>
              <a:cxn ang="0">
                <a:pos x="connsiteX41805" y="connsiteY41805"/>
              </a:cxn>
              <a:cxn ang="0">
                <a:pos x="connsiteX41806" y="connsiteY41806"/>
              </a:cxn>
              <a:cxn ang="0">
                <a:pos x="connsiteX41807" y="connsiteY41807"/>
              </a:cxn>
              <a:cxn ang="0">
                <a:pos x="connsiteX41808" y="connsiteY41808"/>
              </a:cxn>
              <a:cxn ang="0">
                <a:pos x="connsiteX41809" y="connsiteY41809"/>
              </a:cxn>
              <a:cxn ang="0">
                <a:pos x="connsiteX41810" y="connsiteY41810"/>
              </a:cxn>
              <a:cxn ang="0">
                <a:pos x="connsiteX41811" y="connsiteY41811"/>
              </a:cxn>
              <a:cxn ang="0">
                <a:pos x="connsiteX41812" y="connsiteY41812"/>
              </a:cxn>
              <a:cxn ang="0">
                <a:pos x="connsiteX41813" y="connsiteY41813"/>
              </a:cxn>
              <a:cxn ang="0">
                <a:pos x="connsiteX41814" y="connsiteY41814"/>
              </a:cxn>
              <a:cxn ang="0">
                <a:pos x="connsiteX41815" y="connsiteY41815"/>
              </a:cxn>
              <a:cxn ang="0">
                <a:pos x="connsiteX41816" y="connsiteY41816"/>
              </a:cxn>
              <a:cxn ang="0">
                <a:pos x="connsiteX41817" y="connsiteY41817"/>
              </a:cxn>
              <a:cxn ang="0">
                <a:pos x="connsiteX41818" y="connsiteY41818"/>
              </a:cxn>
              <a:cxn ang="0">
                <a:pos x="connsiteX41819" y="connsiteY41819"/>
              </a:cxn>
              <a:cxn ang="0">
                <a:pos x="connsiteX41820" y="connsiteY41820"/>
              </a:cxn>
              <a:cxn ang="0">
                <a:pos x="connsiteX41821" y="connsiteY41821"/>
              </a:cxn>
              <a:cxn ang="0">
                <a:pos x="connsiteX41822" y="connsiteY41822"/>
              </a:cxn>
              <a:cxn ang="0">
                <a:pos x="connsiteX41823" y="connsiteY41823"/>
              </a:cxn>
              <a:cxn ang="0">
                <a:pos x="connsiteX41824" y="connsiteY41824"/>
              </a:cxn>
              <a:cxn ang="0">
                <a:pos x="connsiteX41825" y="connsiteY41825"/>
              </a:cxn>
              <a:cxn ang="0">
                <a:pos x="connsiteX41826" y="connsiteY41826"/>
              </a:cxn>
              <a:cxn ang="0">
                <a:pos x="connsiteX41827" y="connsiteY41827"/>
              </a:cxn>
              <a:cxn ang="0">
                <a:pos x="connsiteX41828" y="connsiteY41828"/>
              </a:cxn>
              <a:cxn ang="0">
                <a:pos x="connsiteX41829" y="connsiteY41829"/>
              </a:cxn>
              <a:cxn ang="0">
                <a:pos x="connsiteX41830" y="connsiteY41830"/>
              </a:cxn>
              <a:cxn ang="0">
                <a:pos x="connsiteX41831" y="connsiteY41831"/>
              </a:cxn>
              <a:cxn ang="0">
                <a:pos x="connsiteX41832" y="connsiteY41832"/>
              </a:cxn>
              <a:cxn ang="0">
                <a:pos x="connsiteX41833" y="connsiteY41833"/>
              </a:cxn>
              <a:cxn ang="0">
                <a:pos x="connsiteX41834" y="connsiteY41834"/>
              </a:cxn>
              <a:cxn ang="0">
                <a:pos x="connsiteX41835" y="connsiteY41835"/>
              </a:cxn>
              <a:cxn ang="0">
                <a:pos x="connsiteX41836" y="connsiteY41836"/>
              </a:cxn>
              <a:cxn ang="0">
                <a:pos x="connsiteX41837" y="connsiteY41837"/>
              </a:cxn>
              <a:cxn ang="0">
                <a:pos x="connsiteX41838" y="connsiteY41838"/>
              </a:cxn>
              <a:cxn ang="0">
                <a:pos x="connsiteX41839" y="connsiteY41839"/>
              </a:cxn>
              <a:cxn ang="0">
                <a:pos x="connsiteX41840" y="connsiteY41840"/>
              </a:cxn>
              <a:cxn ang="0">
                <a:pos x="connsiteX41841" y="connsiteY41841"/>
              </a:cxn>
              <a:cxn ang="0">
                <a:pos x="connsiteX41842" y="connsiteY41842"/>
              </a:cxn>
              <a:cxn ang="0">
                <a:pos x="connsiteX41843" y="connsiteY41843"/>
              </a:cxn>
              <a:cxn ang="0">
                <a:pos x="connsiteX41844" y="connsiteY41844"/>
              </a:cxn>
              <a:cxn ang="0">
                <a:pos x="connsiteX41845" y="connsiteY41845"/>
              </a:cxn>
              <a:cxn ang="0">
                <a:pos x="connsiteX41846" y="connsiteY41846"/>
              </a:cxn>
              <a:cxn ang="0">
                <a:pos x="connsiteX41847" y="connsiteY41847"/>
              </a:cxn>
              <a:cxn ang="0">
                <a:pos x="connsiteX41848" y="connsiteY41848"/>
              </a:cxn>
              <a:cxn ang="0">
                <a:pos x="connsiteX41849" y="connsiteY41849"/>
              </a:cxn>
              <a:cxn ang="0">
                <a:pos x="connsiteX41850" y="connsiteY41850"/>
              </a:cxn>
              <a:cxn ang="0">
                <a:pos x="connsiteX41851" y="connsiteY41851"/>
              </a:cxn>
              <a:cxn ang="0">
                <a:pos x="connsiteX41852" y="connsiteY41852"/>
              </a:cxn>
              <a:cxn ang="0">
                <a:pos x="connsiteX41853" y="connsiteY41853"/>
              </a:cxn>
              <a:cxn ang="0">
                <a:pos x="connsiteX41854" y="connsiteY41854"/>
              </a:cxn>
              <a:cxn ang="0">
                <a:pos x="connsiteX41855" y="connsiteY41855"/>
              </a:cxn>
              <a:cxn ang="0">
                <a:pos x="connsiteX41856" y="connsiteY41856"/>
              </a:cxn>
              <a:cxn ang="0">
                <a:pos x="connsiteX41857" y="connsiteY41857"/>
              </a:cxn>
              <a:cxn ang="0">
                <a:pos x="connsiteX41858" y="connsiteY41858"/>
              </a:cxn>
              <a:cxn ang="0">
                <a:pos x="connsiteX41859" y="connsiteY41859"/>
              </a:cxn>
              <a:cxn ang="0">
                <a:pos x="connsiteX41860" y="connsiteY41860"/>
              </a:cxn>
              <a:cxn ang="0">
                <a:pos x="connsiteX41861" y="connsiteY41861"/>
              </a:cxn>
              <a:cxn ang="0">
                <a:pos x="connsiteX41862" y="connsiteY41862"/>
              </a:cxn>
              <a:cxn ang="0">
                <a:pos x="connsiteX41863" y="connsiteY41863"/>
              </a:cxn>
              <a:cxn ang="0">
                <a:pos x="connsiteX41864" y="connsiteY41864"/>
              </a:cxn>
              <a:cxn ang="0">
                <a:pos x="connsiteX41865" y="connsiteY41865"/>
              </a:cxn>
              <a:cxn ang="0">
                <a:pos x="connsiteX41866" y="connsiteY41866"/>
              </a:cxn>
              <a:cxn ang="0">
                <a:pos x="connsiteX41867" y="connsiteY41867"/>
              </a:cxn>
              <a:cxn ang="0">
                <a:pos x="connsiteX41868" y="connsiteY41868"/>
              </a:cxn>
              <a:cxn ang="0">
                <a:pos x="connsiteX41869" y="connsiteY41869"/>
              </a:cxn>
              <a:cxn ang="0">
                <a:pos x="connsiteX41870" y="connsiteY41870"/>
              </a:cxn>
              <a:cxn ang="0">
                <a:pos x="connsiteX41871" y="connsiteY41871"/>
              </a:cxn>
              <a:cxn ang="0">
                <a:pos x="connsiteX41872" y="connsiteY41872"/>
              </a:cxn>
              <a:cxn ang="0">
                <a:pos x="connsiteX41873" y="connsiteY41873"/>
              </a:cxn>
              <a:cxn ang="0">
                <a:pos x="connsiteX41874" y="connsiteY41874"/>
              </a:cxn>
              <a:cxn ang="0">
                <a:pos x="connsiteX41875" y="connsiteY41875"/>
              </a:cxn>
              <a:cxn ang="0">
                <a:pos x="connsiteX41876" y="connsiteY41876"/>
              </a:cxn>
              <a:cxn ang="0">
                <a:pos x="connsiteX41877" y="connsiteY41877"/>
              </a:cxn>
              <a:cxn ang="0">
                <a:pos x="connsiteX41878" y="connsiteY41878"/>
              </a:cxn>
              <a:cxn ang="0">
                <a:pos x="connsiteX41879" y="connsiteY41879"/>
              </a:cxn>
              <a:cxn ang="0">
                <a:pos x="connsiteX41880" y="connsiteY41880"/>
              </a:cxn>
              <a:cxn ang="0">
                <a:pos x="connsiteX41881" y="connsiteY41881"/>
              </a:cxn>
              <a:cxn ang="0">
                <a:pos x="connsiteX41882" y="connsiteY41882"/>
              </a:cxn>
              <a:cxn ang="0">
                <a:pos x="connsiteX41883" y="connsiteY41883"/>
              </a:cxn>
              <a:cxn ang="0">
                <a:pos x="connsiteX41884" y="connsiteY41884"/>
              </a:cxn>
              <a:cxn ang="0">
                <a:pos x="connsiteX41885" y="connsiteY41885"/>
              </a:cxn>
              <a:cxn ang="0">
                <a:pos x="connsiteX41886" y="connsiteY41886"/>
              </a:cxn>
              <a:cxn ang="0">
                <a:pos x="connsiteX41887" y="connsiteY41887"/>
              </a:cxn>
              <a:cxn ang="0">
                <a:pos x="connsiteX41888" y="connsiteY41888"/>
              </a:cxn>
              <a:cxn ang="0">
                <a:pos x="connsiteX41889" y="connsiteY41889"/>
              </a:cxn>
              <a:cxn ang="0">
                <a:pos x="connsiteX41890" y="connsiteY41890"/>
              </a:cxn>
              <a:cxn ang="0">
                <a:pos x="connsiteX41891" y="connsiteY41891"/>
              </a:cxn>
              <a:cxn ang="0">
                <a:pos x="connsiteX41892" y="connsiteY41892"/>
              </a:cxn>
              <a:cxn ang="0">
                <a:pos x="connsiteX41893" y="connsiteY41893"/>
              </a:cxn>
              <a:cxn ang="0">
                <a:pos x="connsiteX41894" y="connsiteY41894"/>
              </a:cxn>
              <a:cxn ang="0">
                <a:pos x="connsiteX41895" y="connsiteY41895"/>
              </a:cxn>
              <a:cxn ang="0">
                <a:pos x="connsiteX41896" y="connsiteY41896"/>
              </a:cxn>
              <a:cxn ang="0">
                <a:pos x="connsiteX41897" y="connsiteY41897"/>
              </a:cxn>
              <a:cxn ang="0">
                <a:pos x="connsiteX41898" y="connsiteY41898"/>
              </a:cxn>
              <a:cxn ang="0">
                <a:pos x="connsiteX41899" y="connsiteY41899"/>
              </a:cxn>
              <a:cxn ang="0">
                <a:pos x="connsiteX41900" y="connsiteY41900"/>
              </a:cxn>
              <a:cxn ang="0">
                <a:pos x="connsiteX41901" y="connsiteY41901"/>
              </a:cxn>
              <a:cxn ang="0">
                <a:pos x="connsiteX41902" y="connsiteY41902"/>
              </a:cxn>
              <a:cxn ang="0">
                <a:pos x="connsiteX41903" y="connsiteY41903"/>
              </a:cxn>
              <a:cxn ang="0">
                <a:pos x="connsiteX41904" y="connsiteY41904"/>
              </a:cxn>
              <a:cxn ang="0">
                <a:pos x="connsiteX41905" y="connsiteY41905"/>
              </a:cxn>
              <a:cxn ang="0">
                <a:pos x="connsiteX41906" y="connsiteY41906"/>
              </a:cxn>
              <a:cxn ang="0">
                <a:pos x="connsiteX41907" y="connsiteY41907"/>
              </a:cxn>
              <a:cxn ang="0">
                <a:pos x="connsiteX41908" y="connsiteY41908"/>
              </a:cxn>
              <a:cxn ang="0">
                <a:pos x="connsiteX41909" y="connsiteY41909"/>
              </a:cxn>
              <a:cxn ang="0">
                <a:pos x="connsiteX41910" y="connsiteY41910"/>
              </a:cxn>
              <a:cxn ang="0">
                <a:pos x="connsiteX41911" y="connsiteY41911"/>
              </a:cxn>
              <a:cxn ang="0">
                <a:pos x="connsiteX41912" y="connsiteY41912"/>
              </a:cxn>
              <a:cxn ang="0">
                <a:pos x="connsiteX41913" y="connsiteY41913"/>
              </a:cxn>
              <a:cxn ang="0">
                <a:pos x="connsiteX41914" y="connsiteY41914"/>
              </a:cxn>
              <a:cxn ang="0">
                <a:pos x="connsiteX41915" y="connsiteY41915"/>
              </a:cxn>
              <a:cxn ang="0">
                <a:pos x="connsiteX41916" y="connsiteY41916"/>
              </a:cxn>
              <a:cxn ang="0">
                <a:pos x="connsiteX41917" y="connsiteY41917"/>
              </a:cxn>
              <a:cxn ang="0">
                <a:pos x="connsiteX41918" y="connsiteY41918"/>
              </a:cxn>
              <a:cxn ang="0">
                <a:pos x="connsiteX41919" y="connsiteY41919"/>
              </a:cxn>
              <a:cxn ang="0">
                <a:pos x="connsiteX41920" y="connsiteY41920"/>
              </a:cxn>
              <a:cxn ang="0">
                <a:pos x="connsiteX41921" y="connsiteY41921"/>
              </a:cxn>
              <a:cxn ang="0">
                <a:pos x="connsiteX41922" y="connsiteY41922"/>
              </a:cxn>
              <a:cxn ang="0">
                <a:pos x="connsiteX41923" y="connsiteY41923"/>
              </a:cxn>
              <a:cxn ang="0">
                <a:pos x="connsiteX41924" y="connsiteY41924"/>
              </a:cxn>
              <a:cxn ang="0">
                <a:pos x="connsiteX41925" y="connsiteY41925"/>
              </a:cxn>
              <a:cxn ang="0">
                <a:pos x="connsiteX41926" y="connsiteY41926"/>
              </a:cxn>
              <a:cxn ang="0">
                <a:pos x="connsiteX41927" y="connsiteY41927"/>
              </a:cxn>
              <a:cxn ang="0">
                <a:pos x="connsiteX41928" y="connsiteY41928"/>
              </a:cxn>
              <a:cxn ang="0">
                <a:pos x="connsiteX41929" y="connsiteY41929"/>
              </a:cxn>
              <a:cxn ang="0">
                <a:pos x="connsiteX41930" y="connsiteY41930"/>
              </a:cxn>
              <a:cxn ang="0">
                <a:pos x="connsiteX41931" y="connsiteY41931"/>
              </a:cxn>
              <a:cxn ang="0">
                <a:pos x="connsiteX41932" y="connsiteY41932"/>
              </a:cxn>
              <a:cxn ang="0">
                <a:pos x="connsiteX41933" y="connsiteY41933"/>
              </a:cxn>
              <a:cxn ang="0">
                <a:pos x="connsiteX41934" y="connsiteY41934"/>
              </a:cxn>
              <a:cxn ang="0">
                <a:pos x="connsiteX41935" y="connsiteY41935"/>
              </a:cxn>
              <a:cxn ang="0">
                <a:pos x="connsiteX41936" y="connsiteY41936"/>
              </a:cxn>
              <a:cxn ang="0">
                <a:pos x="connsiteX41937" y="connsiteY41937"/>
              </a:cxn>
              <a:cxn ang="0">
                <a:pos x="connsiteX41938" y="connsiteY41938"/>
              </a:cxn>
              <a:cxn ang="0">
                <a:pos x="connsiteX41939" y="connsiteY41939"/>
              </a:cxn>
              <a:cxn ang="0">
                <a:pos x="connsiteX41940" y="connsiteY41940"/>
              </a:cxn>
              <a:cxn ang="0">
                <a:pos x="connsiteX41941" y="connsiteY41941"/>
              </a:cxn>
              <a:cxn ang="0">
                <a:pos x="connsiteX41942" y="connsiteY41942"/>
              </a:cxn>
              <a:cxn ang="0">
                <a:pos x="connsiteX41943" y="connsiteY41943"/>
              </a:cxn>
              <a:cxn ang="0">
                <a:pos x="connsiteX41944" y="connsiteY41944"/>
              </a:cxn>
              <a:cxn ang="0">
                <a:pos x="connsiteX41945" y="connsiteY41945"/>
              </a:cxn>
              <a:cxn ang="0">
                <a:pos x="connsiteX41946" y="connsiteY41946"/>
              </a:cxn>
              <a:cxn ang="0">
                <a:pos x="connsiteX41947" y="connsiteY41947"/>
              </a:cxn>
              <a:cxn ang="0">
                <a:pos x="connsiteX41948" y="connsiteY41948"/>
              </a:cxn>
              <a:cxn ang="0">
                <a:pos x="connsiteX41949" y="connsiteY41949"/>
              </a:cxn>
              <a:cxn ang="0">
                <a:pos x="connsiteX41950" y="connsiteY41950"/>
              </a:cxn>
              <a:cxn ang="0">
                <a:pos x="connsiteX41951" y="connsiteY41951"/>
              </a:cxn>
              <a:cxn ang="0">
                <a:pos x="connsiteX41952" y="connsiteY41952"/>
              </a:cxn>
              <a:cxn ang="0">
                <a:pos x="connsiteX41953" y="connsiteY41953"/>
              </a:cxn>
              <a:cxn ang="0">
                <a:pos x="connsiteX41954" y="connsiteY41954"/>
              </a:cxn>
              <a:cxn ang="0">
                <a:pos x="connsiteX41955" y="connsiteY41955"/>
              </a:cxn>
              <a:cxn ang="0">
                <a:pos x="connsiteX41956" y="connsiteY41956"/>
              </a:cxn>
              <a:cxn ang="0">
                <a:pos x="connsiteX41957" y="connsiteY41957"/>
              </a:cxn>
              <a:cxn ang="0">
                <a:pos x="connsiteX41958" y="connsiteY41958"/>
              </a:cxn>
              <a:cxn ang="0">
                <a:pos x="connsiteX41959" y="connsiteY41959"/>
              </a:cxn>
              <a:cxn ang="0">
                <a:pos x="connsiteX41960" y="connsiteY41960"/>
              </a:cxn>
              <a:cxn ang="0">
                <a:pos x="connsiteX41961" y="connsiteY41961"/>
              </a:cxn>
              <a:cxn ang="0">
                <a:pos x="connsiteX41962" y="connsiteY41962"/>
              </a:cxn>
              <a:cxn ang="0">
                <a:pos x="connsiteX41963" y="connsiteY41963"/>
              </a:cxn>
              <a:cxn ang="0">
                <a:pos x="connsiteX41964" y="connsiteY41964"/>
              </a:cxn>
              <a:cxn ang="0">
                <a:pos x="connsiteX41965" y="connsiteY41965"/>
              </a:cxn>
              <a:cxn ang="0">
                <a:pos x="connsiteX41966" y="connsiteY41966"/>
              </a:cxn>
              <a:cxn ang="0">
                <a:pos x="connsiteX41967" y="connsiteY41967"/>
              </a:cxn>
              <a:cxn ang="0">
                <a:pos x="connsiteX41968" y="connsiteY41968"/>
              </a:cxn>
              <a:cxn ang="0">
                <a:pos x="connsiteX41969" y="connsiteY41969"/>
              </a:cxn>
              <a:cxn ang="0">
                <a:pos x="connsiteX41970" y="connsiteY41970"/>
              </a:cxn>
              <a:cxn ang="0">
                <a:pos x="connsiteX41971" y="connsiteY41971"/>
              </a:cxn>
              <a:cxn ang="0">
                <a:pos x="connsiteX41972" y="connsiteY41972"/>
              </a:cxn>
              <a:cxn ang="0">
                <a:pos x="connsiteX41973" y="connsiteY41973"/>
              </a:cxn>
              <a:cxn ang="0">
                <a:pos x="connsiteX41974" y="connsiteY41974"/>
              </a:cxn>
              <a:cxn ang="0">
                <a:pos x="connsiteX41975" y="connsiteY41975"/>
              </a:cxn>
              <a:cxn ang="0">
                <a:pos x="connsiteX41976" y="connsiteY41976"/>
              </a:cxn>
              <a:cxn ang="0">
                <a:pos x="connsiteX41977" y="connsiteY41977"/>
              </a:cxn>
              <a:cxn ang="0">
                <a:pos x="connsiteX41978" y="connsiteY41978"/>
              </a:cxn>
              <a:cxn ang="0">
                <a:pos x="connsiteX41979" y="connsiteY41979"/>
              </a:cxn>
              <a:cxn ang="0">
                <a:pos x="connsiteX41980" y="connsiteY41980"/>
              </a:cxn>
              <a:cxn ang="0">
                <a:pos x="connsiteX41981" y="connsiteY41981"/>
              </a:cxn>
              <a:cxn ang="0">
                <a:pos x="connsiteX41982" y="connsiteY41982"/>
              </a:cxn>
              <a:cxn ang="0">
                <a:pos x="connsiteX41983" y="connsiteY41983"/>
              </a:cxn>
              <a:cxn ang="0">
                <a:pos x="connsiteX41984" y="connsiteY41984"/>
              </a:cxn>
              <a:cxn ang="0">
                <a:pos x="connsiteX41985" y="connsiteY41985"/>
              </a:cxn>
              <a:cxn ang="0">
                <a:pos x="connsiteX41986" y="connsiteY41986"/>
              </a:cxn>
              <a:cxn ang="0">
                <a:pos x="connsiteX41987" y="connsiteY41987"/>
              </a:cxn>
              <a:cxn ang="0">
                <a:pos x="connsiteX41988" y="connsiteY41988"/>
              </a:cxn>
              <a:cxn ang="0">
                <a:pos x="connsiteX41989" y="connsiteY41989"/>
              </a:cxn>
              <a:cxn ang="0">
                <a:pos x="connsiteX41990" y="connsiteY41990"/>
              </a:cxn>
              <a:cxn ang="0">
                <a:pos x="connsiteX41991" y="connsiteY41991"/>
              </a:cxn>
              <a:cxn ang="0">
                <a:pos x="connsiteX41992" y="connsiteY41992"/>
              </a:cxn>
              <a:cxn ang="0">
                <a:pos x="connsiteX41993" y="connsiteY41993"/>
              </a:cxn>
              <a:cxn ang="0">
                <a:pos x="connsiteX41994" y="connsiteY41994"/>
              </a:cxn>
              <a:cxn ang="0">
                <a:pos x="connsiteX41995" y="connsiteY41995"/>
              </a:cxn>
              <a:cxn ang="0">
                <a:pos x="connsiteX41996" y="connsiteY41996"/>
              </a:cxn>
              <a:cxn ang="0">
                <a:pos x="connsiteX41997" y="connsiteY41997"/>
              </a:cxn>
              <a:cxn ang="0">
                <a:pos x="connsiteX41998" y="connsiteY41998"/>
              </a:cxn>
              <a:cxn ang="0">
                <a:pos x="connsiteX41999" y="connsiteY41999"/>
              </a:cxn>
              <a:cxn ang="0">
                <a:pos x="connsiteX42000" y="connsiteY42000"/>
              </a:cxn>
              <a:cxn ang="0">
                <a:pos x="connsiteX42001" y="connsiteY42001"/>
              </a:cxn>
              <a:cxn ang="0">
                <a:pos x="connsiteX42002" y="connsiteY42002"/>
              </a:cxn>
              <a:cxn ang="0">
                <a:pos x="connsiteX42003" y="connsiteY42003"/>
              </a:cxn>
              <a:cxn ang="0">
                <a:pos x="connsiteX42004" y="connsiteY42004"/>
              </a:cxn>
              <a:cxn ang="0">
                <a:pos x="connsiteX42005" y="connsiteY42005"/>
              </a:cxn>
              <a:cxn ang="0">
                <a:pos x="connsiteX42006" y="connsiteY42006"/>
              </a:cxn>
              <a:cxn ang="0">
                <a:pos x="connsiteX42007" y="connsiteY42007"/>
              </a:cxn>
              <a:cxn ang="0">
                <a:pos x="connsiteX42008" y="connsiteY42008"/>
              </a:cxn>
              <a:cxn ang="0">
                <a:pos x="connsiteX42009" y="connsiteY42009"/>
              </a:cxn>
              <a:cxn ang="0">
                <a:pos x="connsiteX42010" y="connsiteY42010"/>
              </a:cxn>
              <a:cxn ang="0">
                <a:pos x="connsiteX42011" y="connsiteY42011"/>
              </a:cxn>
              <a:cxn ang="0">
                <a:pos x="connsiteX42012" y="connsiteY42012"/>
              </a:cxn>
              <a:cxn ang="0">
                <a:pos x="connsiteX42013" y="connsiteY42013"/>
              </a:cxn>
              <a:cxn ang="0">
                <a:pos x="connsiteX42014" y="connsiteY42014"/>
              </a:cxn>
              <a:cxn ang="0">
                <a:pos x="connsiteX42015" y="connsiteY42015"/>
              </a:cxn>
              <a:cxn ang="0">
                <a:pos x="connsiteX42016" y="connsiteY42016"/>
              </a:cxn>
              <a:cxn ang="0">
                <a:pos x="connsiteX42017" y="connsiteY42017"/>
              </a:cxn>
              <a:cxn ang="0">
                <a:pos x="connsiteX42018" y="connsiteY42018"/>
              </a:cxn>
              <a:cxn ang="0">
                <a:pos x="connsiteX42019" y="connsiteY42019"/>
              </a:cxn>
              <a:cxn ang="0">
                <a:pos x="connsiteX42020" y="connsiteY42020"/>
              </a:cxn>
              <a:cxn ang="0">
                <a:pos x="connsiteX42021" y="connsiteY42021"/>
              </a:cxn>
              <a:cxn ang="0">
                <a:pos x="connsiteX42022" y="connsiteY42022"/>
              </a:cxn>
              <a:cxn ang="0">
                <a:pos x="connsiteX42023" y="connsiteY42023"/>
              </a:cxn>
              <a:cxn ang="0">
                <a:pos x="connsiteX42024" y="connsiteY42024"/>
              </a:cxn>
              <a:cxn ang="0">
                <a:pos x="connsiteX42025" y="connsiteY42025"/>
              </a:cxn>
              <a:cxn ang="0">
                <a:pos x="connsiteX42026" y="connsiteY42026"/>
              </a:cxn>
              <a:cxn ang="0">
                <a:pos x="connsiteX42027" y="connsiteY42027"/>
              </a:cxn>
              <a:cxn ang="0">
                <a:pos x="connsiteX42028" y="connsiteY42028"/>
              </a:cxn>
              <a:cxn ang="0">
                <a:pos x="connsiteX42029" y="connsiteY42029"/>
              </a:cxn>
              <a:cxn ang="0">
                <a:pos x="connsiteX42030" y="connsiteY42030"/>
              </a:cxn>
              <a:cxn ang="0">
                <a:pos x="connsiteX42031" y="connsiteY42031"/>
              </a:cxn>
              <a:cxn ang="0">
                <a:pos x="connsiteX42032" y="connsiteY42032"/>
              </a:cxn>
              <a:cxn ang="0">
                <a:pos x="connsiteX42033" y="connsiteY42033"/>
              </a:cxn>
              <a:cxn ang="0">
                <a:pos x="connsiteX42034" y="connsiteY42034"/>
              </a:cxn>
              <a:cxn ang="0">
                <a:pos x="connsiteX42035" y="connsiteY42035"/>
              </a:cxn>
              <a:cxn ang="0">
                <a:pos x="connsiteX42036" y="connsiteY42036"/>
              </a:cxn>
              <a:cxn ang="0">
                <a:pos x="connsiteX42037" y="connsiteY42037"/>
              </a:cxn>
              <a:cxn ang="0">
                <a:pos x="connsiteX42038" y="connsiteY42038"/>
              </a:cxn>
              <a:cxn ang="0">
                <a:pos x="connsiteX42039" y="connsiteY42039"/>
              </a:cxn>
              <a:cxn ang="0">
                <a:pos x="connsiteX42040" y="connsiteY42040"/>
              </a:cxn>
              <a:cxn ang="0">
                <a:pos x="connsiteX42041" y="connsiteY42041"/>
              </a:cxn>
              <a:cxn ang="0">
                <a:pos x="connsiteX42042" y="connsiteY42042"/>
              </a:cxn>
              <a:cxn ang="0">
                <a:pos x="connsiteX42043" y="connsiteY42043"/>
              </a:cxn>
              <a:cxn ang="0">
                <a:pos x="connsiteX42044" y="connsiteY42044"/>
              </a:cxn>
              <a:cxn ang="0">
                <a:pos x="connsiteX42045" y="connsiteY42045"/>
              </a:cxn>
              <a:cxn ang="0">
                <a:pos x="connsiteX42046" y="connsiteY42046"/>
              </a:cxn>
              <a:cxn ang="0">
                <a:pos x="connsiteX42047" y="connsiteY42047"/>
              </a:cxn>
              <a:cxn ang="0">
                <a:pos x="connsiteX42048" y="connsiteY42048"/>
              </a:cxn>
              <a:cxn ang="0">
                <a:pos x="connsiteX42049" y="connsiteY42049"/>
              </a:cxn>
              <a:cxn ang="0">
                <a:pos x="connsiteX42050" y="connsiteY42050"/>
              </a:cxn>
              <a:cxn ang="0">
                <a:pos x="connsiteX42051" y="connsiteY42051"/>
              </a:cxn>
              <a:cxn ang="0">
                <a:pos x="connsiteX42052" y="connsiteY42052"/>
              </a:cxn>
              <a:cxn ang="0">
                <a:pos x="connsiteX42053" y="connsiteY42053"/>
              </a:cxn>
              <a:cxn ang="0">
                <a:pos x="connsiteX42054" y="connsiteY42054"/>
              </a:cxn>
              <a:cxn ang="0">
                <a:pos x="connsiteX42055" y="connsiteY42055"/>
              </a:cxn>
              <a:cxn ang="0">
                <a:pos x="connsiteX42056" y="connsiteY42056"/>
              </a:cxn>
              <a:cxn ang="0">
                <a:pos x="connsiteX42057" y="connsiteY42057"/>
              </a:cxn>
              <a:cxn ang="0">
                <a:pos x="connsiteX42058" y="connsiteY42058"/>
              </a:cxn>
              <a:cxn ang="0">
                <a:pos x="connsiteX42059" y="connsiteY42059"/>
              </a:cxn>
              <a:cxn ang="0">
                <a:pos x="connsiteX42060" y="connsiteY42060"/>
              </a:cxn>
              <a:cxn ang="0">
                <a:pos x="connsiteX42061" y="connsiteY42061"/>
              </a:cxn>
              <a:cxn ang="0">
                <a:pos x="connsiteX42062" y="connsiteY42062"/>
              </a:cxn>
              <a:cxn ang="0">
                <a:pos x="connsiteX42063" y="connsiteY42063"/>
              </a:cxn>
              <a:cxn ang="0">
                <a:pos x="connsiteX42064" y="connsiteY42064"/>
              </a:cxn>
              <a:cxn ang="0">
                <a:pos x="connsiteX42065" y="connsiteY42065"/>
              </a:cxn>
              <a:cxn ang="0">
                <a:pos x="connsiteX42066" y="connsiteY42066"/>
              </a:cxn>
              <a:cxn ang="0">
                <a:pos x="connsiteX42067" y="connsiteY42067"/>
              </a:cxn>
              <a:cxn ang="0">
                <a:pos x="connsiteX42068" y="connsiteY42068"/>
              </a:cxn>
              <a:cxn ang="0">
                <a:pos x="connsiteX42069" y="connsiteY42069"/>
              </a:cxn>
              <a:cxn ang="0">
                <a:pos x="connsiteX42070" y="connsiteY42070"/>
              </a:cxn>
              <a:cxn ang="0">
                <a:pos x="connsiteX42071" y="connsiteY42071"/>
              </a:cxn>
              <a:cxn ang="0">
                <a:pos x="connsiteX42072" y="connsiteY42072"/>
              </a:cxn>
              <a:cxn ang="0">
                <a:pos x="connsiteX42073" y="connsiteY42073"/>
              </a:cxn>
              <a:cxn ang="0">
                <a:pos x="connsiteX42074" y="connsiteY42074"/>
              </a:cxn>
              <a:cxn ang="0">
                <a:pos x="connsiteX42075" y="connsiteY42075"/>
              </a:cxn>
              <a:cxn ang="0">
                <a:pos x="connsiteX42076" y="connsiteY42076"/>
              </a:cxn>
              <a:cxn ang="0">
                <a:pos x="connsiteX42077" y="connsiteY42077"/>
              </a:cxn>
              <a:cxn ang="0">
                <a:pos x="connsiteX42078" y="connsiteY42078"/>
              </a:cxn>
              <a:cxn ang="0">
                <a:pos x="connsiteX42079" y="connsiteY42079"/>
              </a:cxn>
              <a:cxn ang="0">
                <a:pos x="connsiteX42080" y="connsiteY42080"/>
              </a:cxn>
              <a:cxn ang="0">
                <a:pos x="connsiteX42081" y="connsiteY42081"/>
              </a:cxn>
              <a:cxn ang="0">
                <a:pos x="connsiteX42082" y="connsiteY42082"/>
              </a:cxn>
              <a:cxn ang="0">
                <a:pos x="connsiteX42083" y="connsiteY42083"/>
              </a:cxn>
              <a:cxn ang="0">
                <a:pos x="connsiteX42084" y="connsiteY42084"/>
              </a:cxn>
              <a:cxn ang="0">
                <a:pos x="connsiteX42085" y="connsiteY42085"/>
              </a:cxn>
              <a:cxn ang="0">
                <a:pos x="connsiteX42086" y="connsiteY42086"/>
              </a:cxn>
              <a:cxn ang="0">
                <a:pos x="connsiteX42087" y="connsiteY42087"/>
              </a:cxn>
              <a:cxn ang="0">
                <a:pos x="connsiteX42088" y="connsiteY42088"/>
              </a:cxn>
              <a:cxn ang="0">
                <a:pos x="connsiteX42089" y="connsiteY42089"/>
              </a:cxn>
              <a:cxn ang="0">
                <a:pos x="connsiteX42090" y="connsiteY42090"/>
              </a:cxn>
              <a:cxn ang="0">
                <a:pos x="connsiteX42091" y="connsiteY42091"/>
              </a:cxn>
              <a:cxn ang="0">
                <a:pos x="connsiteX42092" y="connsiteY42092"/>
              </a:cxn>
              <a:cxn ang="0">
                <a:pos x="connsiteX42093" y="connsiteY42093"/>
              </a:cxn>
              <a:cxn ang="0">
                <a:pos x="connsiteX42094" y="connsiteY42094"/>
              </a:cxn>
              <a:cxn ang="0">
                <a:pos x="connsiteX42095" y="connsiteY42095"/>
              </a:cxn>
              <a:cxn ang="0">
                <a:pos x="connsiteX42096" y="connsiteY42096"/>
              </a:cxn>
              <a:cxn ang="0">
                <a:pos x="connsiteX42097" y="connsiteY42097"/>
              </a:cxn>
              <a:cxn ang="0">
                <a:pos x="connsiteX42098" y="connsiteY42098"/>
              </a:cxn>
              <a:cxn ang="0">
                <a:pos x="connsiteX42099" y="connsiteY42099"/>
              </a:cxn>
              <a:cxn ang="0">
                <a:pos x="connsiteX42100" y="connsiteY42100"/>
              </a:cxn>
              <a:cxn ang="0">
                <a:pos x="connsiteX42101" y="connsiteY42101"/>
              </a:cxn>
              <a:cxn ang="0">
                <a:pos x="connsiteX42102" y="connsiteY42102"/>
              </a:cxn>
              <a:cxn ang="0">
                <a:pos x="connsiteX42103" y="connsiteY42103"/>
              </a:cxn>
              <a:cxn ang="0">
                <a:pos x="connsiteX42104" y="connsiteY42104"/>
              </a:cxn>
              <a:cxn ang="0">
                <a:pos x="connsiteX42105" y="connsiteY42105"/>
              </a:cxn>
              <a:cxn ang="0">
                <a:pos x="connsiteX42106" y="connsiteY42106"/>
              </a:cxn>
              <a:cxn ang="0">
                <a:pos x="connsiteX42107" y="connsiteY42107"/>
              </a:cxn>
              <a:cxn ang="0">
                <a:pos x="connsiteX42108" y="connsiteY42108"/>
              </a:cxn>
              <a:cxn ang="0">
                <a:pos x="connsiteX42109" y="connsiteY42109"/>
              </a:cxn>
              <a:cxn ang="0">
                <a:pos x="connsiteX42110" y="connsiteY42110"/>
              </a:cxn>
              <a:cxn ang="0">
                <a:pos x="connsiteX42111" y="connsiteY42111"/>
              </a:cxn>
              <a:cxn ang="0">
                <a:pos x="connsiteX42112" y="connsiteY42112"/>
              </a:cxn>
              <a:cxn ang="0">
                <a:pos x="connsiteX42113" y="connsiteY42113"/>
              </a:cxn>
              <a:cxn ang="0">
                <a:pos x="connsiteX42114" y="connsiteY42114"/>
              </a:cxn>
              <a:cxn ang="0">
                <a:pos x="connsiteX42115" y="connsiteY42115"/>
              </a:cxn>
              <a:cxn ang="0">
                <a:pos x="connsiteX42116" y="connsiteY42116"/>
              </a:cxn>
              <a:cxn ang="0">
                <a:pos x="connsiteX42117" y="connsiteY42117"/>
              </a:cxn>
              <a:cxn ang="0">
                <a:pos x="connsiteX42118" y="connsiteY42118"/>
              </a:cxn>
              <a:cxn ang="0">
                <a:pos x="connsiteX42119" y="connsiteY42119"/>
              </a:cxn>
              <a:cxn ang="0">
                <a:pos x="connsiteX42120" y="connsiteY42120"/>
              </a:cxn>
              <a:cxn ang="0">
                <a:pos x="connsiteX42121" y="connsiteY42121"/>
              </a:cxn>
              <a:cxn ang="0">
                <a:pos x="connsiteX42122" y="connsiteY42122"/>
              </a:cxn>
              <a:cxn ang="0">
                <a:pos x="connsiteX42123" y="connsiteY42123"/>
              </a:cxn>
              <a:cxn ang="0">
                <a:pos x="connsiteX42124" y="connsiteY42124"/>
              </a:cxn>
              <a:cxn ang="0">
                <a:pos x="connsiteX42125" y="connsiteY42125"/>
              </a:cxn>
              <a:cxn ang="0">
                <a:pos x="connsiteX42126" y="connsiteY42126"/>
              </a:cxn>
              <a:cxn ang="0">
                <a:pos x="connsiteX42127" y="connsiteY42127"/>
              </a:cxn>
              <a:cxn ang="0">
                <a:pos x="connsiteX42128" y="connsiteY42128"/>
              </a:cxn>
              <a:cxn ang="0">
                <a:pos x="connsiteX42129" y="connsiteY42129"/>
              </a:cxn>
              <a:cxn ang="0">
                <a:pos x="connsiteX42130" y="connsiteY42130"/>
              </a:cxn>
              <a:cxn ang="0">
                <a:pos x="connsiteX42131" y="connsiteY42131"/>
              </a:cxn>
              <a:cxn ang="0">
                <a:pos x="connsiteX42132" y="connsiteY42132"/>
              </a:cxn>
              <a:cxn ang="0">
                <a:pos x="connsiteX42133" y="connsiteY42133"/>
              </a:cxn>
              <a:cxn ang="0">
                <a:pos x="connsiteX42134" y="connsiteY42134"/>
              </a:cxn>
              <a:cxn ang="0">
                <a:pos x="connsiteX42135" y="connsiteY42135"/>
              </a:cxn>
              <a:cxn ang="0">
                <a:pos x="connsiteX42136" y="connsiteY42136"/>
              </a:cxn>
              <a:cxn ang="0">
                <a:pos x="connsiteX42137" y="connsiteY42137"/>
              </a:cxn>
              <a:cxn ang="0">
                <a:pos x="connsiteX42138" y="connsiteY42138"/>
              </a:cxn>
              <a:cxn ang="0">
                <a:pos x="connsiteX42139" y="connsiteY42139"/>
              </a:cxn>
              <a:cxn ang="0">
                <a:pos x="connsiteX42140" y="connsiteY42140"/>
              </a:cxn>
              <a:cxn ang="0">
                <a:pos x="connsiteX42141" y="connsiteY42141"/>
              </a:cxn>
              <a:cxn ang="0">
                <a:pos x="connsiteX42142" y="connsiteY42142"/>
              </a:cxn>
              <a:cxn ang="0">
                <a:pos x="connsiteX42143" y="connsiteY42143"/>
              </a:cxn>
              <a:cxn ang="0">
                <a:pos x="connsiteX42144" y="connsiteY42144"/>
              </a:cxn>
              <a:cxn ang="0">
                <a:pos x="connsiteX42145" y="connsiteY42145"/>
              </a:cxn>
              <a:cxn ang="0">
                <a:pos x="connsiteX42146" y="connsiteY42146"/>
              </a:cxn>
              <a:cxn ang="0">
                <a:pos x="connsiteX42147" y="connsiteY42147"/>
              </a:cxn>
              <a:cxn ang="0">
                <a:pos x="connsiteX42148" y="connsiteY42148"/>
              </a:cxn>
              <a:cxn ang="0">
                <a:pos x="connsiteX42149" y="connsiteY42149"/>
              </a:cxn>
              <a:cxn ang="0">
                <a:pos x="connsiteX42150" y="connsiteY42150"/>
              </a:cxn>
              <a:cxn ang="0">
                <a:pos x="connsiteX42151" y="connsiteY42151"/>
              </a:cxn>
              <a:cxn ang="0">
                <a:pos x="connsiteX42152" y="connsiteY42152"/>
              </a:cxn>
              <a:cxn ang="0">
                <a:pos x="connsiteX42153" y="connsiteY42153"/>
              </a:cxn>
              <a:cxn ang="0">
                <a:pos x="connsiteX42154" y="connsiteY42154"/>
              </a:cxn>
              <a:cxn ang="0">
                <a:pos x="connsiteX42155" y="connsiteY42155"/>
              </a:cxn>
              <a:cxn ang="0">
                <a:pos x="connsiteX42156" y="connsiteY42156"/>
              </a:cxn>
              <a:cxn ang="0">
                <a:pos x="connsiteX42157" y="connsiteY42157"/>
              </a:cxn>
              <a:cxn ang="0">
                <a:pos x="connsiteX42158" y="connsiteY42158"/>
              </a:cxn>
              <a:cxn ang="0">
                <a:pos x="connsiteX42159" y="connsiteY42159"/>
              </a:cxn>
              <a:cxn ang="0">
                <a:pos x="connsiteX42160" y="connsiteY42160"/>
              </a:cxn>
              <a:cxn ang="0">
                <a:pos x="connsiteX42161" y="connsiteY42161"/>
              </a:cxn>
              <a:cxn ang="0">
                <a:pos x="connsiteX42162" y="connsiteY42162"/>
              </a:cxn>
              <a:cxn ang="0">
                <a:pos x="connsiteX42163" y="connsiteY42163"/>
              </a:cxn>
              <a:cxn ang="0">
                <a:pos x="connsiteX42164" y="connsiteY42164"/>
              </a:cxn>
              <a:cxn ang="0">
                <a:pos x="connsiteX42165" y="connsiteY42165"/>
              </a:cxn>
              <a:cxn ang="0">
                <a:pos x="connsiteX42166" y="connsiteY42166"/>
              </a:cxn>
              <a:cxn ang="0">
                <a:pos x="connsiteX42167" y="connsiteY42167"/>
              </a:cxn>
              <a:cxn ang="0">
                <a:pos x="connsiteX42168" y="connsiteY42168"/>
              </a:cxn>
              <a:cxn ang="0">
                <a:pos x="connsiteX42169" y="connsiteY42169"/>
              </a:cxn>
              <a:cxn ang="0">
                <a:pos x="connsiteX42170" y="connsiteY42170"/>
              </a:cxn>
              <a:cxn ang="0">
                <a:pos x="connsiteX42171" y="connsiteY42171"/>
              </a:cxn>
              <a:cxn ang="0">
                <a:pos x="connsiteX42172" y="connsiteY42172"/>
              </a:cxn>
              <a:cxn ang="0">
                <a:pos x="connsiteX42173" y="connsiteY42173"/>
              </a:cxn>
              <a:cxn ang="0">
                <a:pos x="connsiteX42174" y="connsiteY42174"/>
              </a:cxn>
              <a:cxn ang="0">
                <a:pos x="connsiteX42175" y="connsiteY42175"/>
              </a:cxn>
              <a:cxn ang="0">
                <a:pos x="connsiteX42176" y="connsiteY42176"/>
              </a:cxn>
              <a:cxn ang="0">
                <a:pos x="connsiteX42177" y="connsiteY42177"/>
              </a:cxn>
              <a:cxn ang="0">
                <a:pos x="connsiteX42178" y="connsiteY42178"/>
              </a:cxn>
              <a:cxn ang="0">
                <a:pos x="connsiteX42179" y="connsiteY42179"/>
              </a:cxn>
              <a:cxn ang="0">
                <a:pos x="connsiteX42180" y="connsiteY42180"/>
              </a:cxn>
              <a:cxn ang="0">
                <a:pos x="connsiteX42181" y="connsiteY42181"/>
              </a:cxn>
              <a:cxn ang="0">
                <a:pos x="connsiteX42182" y="connsiteY42182"/>
              </a:cxn>
              <a:cxn ang="0">
                <a:pos x="connsiteX42183" y="connsiteY42183"/>
              </a:cxn>
              <a:cxn ang="0">
                <a:pos x="connsiteX42184" y="connsiteY42184"/>
              </a:cxn>
              <a:cxn ang="0">
                <a:pos x="connsiteX42185" y="connsiteY42185"/>
              </a:cxn>
              <a:cxn ang="0">
                <a:pos x="connsiteX42186" y="connsiteY42186"/>
              </a:cxn>
              <a:cxn ang="0">
                <a:pos x="connsiteX42187" y="connsiteY42187"/>
              </a:cxn>
              <a:cxn ang="0">
                <a:pos x="connsiteX42188" y="connsiteY42188"/>
              </a:cxn>
              <a:cxn ang="0">
                <a:pos x="connsiteX42189" y="connsiteY42189"/>
              </a:cxn>
              <a:cxn ang="0">
                <a:pos x="connsiteX42190" y="connsiteY42190"/>
              </a:cxn>
              <a:cxn ang="0">
                <a:pos x="connsiteX42191" y="connsiteY42191"/>
              </a:cxn>
              <a:cxn ang="0">
                <a:pos x="connsiteX42192" y="connsiteY42192"/>
              </a:cxn>
              <a:cxn ang="0">
                <a:pos x="connsiteX42193" y="connsiteY42193"/>
              </a:cxn>
              <a:cxn ang="0">
                <a:pos x="connsiteX42194" y="connsiteY42194"/>
              </a:cxn>
              <a:cxn ang="0">
                <a:pos x="connsiteX42195" y="connsiteY42195"/>
              </a:cxn>
              <a:cxn ang="0">
                <a:pos x="connsiteX42196" y="connsiteY42196"/>
              </a:cxn>
              <a:cxn ang="0">
                <a:pos x="connsiteX42197" y="connsiteY42197"/>
              </a:cxn>
              <a:cxn ang="0">
                <a:pos x="connsiteX42198" y="connsiteY42198"/>
              </a:cxn>
              <a:cxn ang="0">
                <a:pos x="connsiteX42199" y="connsiteY42199"/>
              </a:cxn>
              <a:cxn ang="0">
                <a:pos x="connsiteX42200" y="connsiteY42200"/>
              </a:cxn>
              <a:cxn ang="0">
                <a:pos x="connsiteX42201" y="connsiteY42201"/>
              </a:cxn>
              <a:cxn ang="0">
                <a:pos x="connsiteX42202" y="connsiteY42202"/>
              </a:cxn>
              <a:cxn ang="0">
                <a:pos x="connsiteX42203" y="connsiteY42203"/>
              </a:cxn>
              <a:cxn ang="0">
                <a:pos x="connsiteX42204" y="connsiteY42204"/>
              </a:cxn>
              <a:cxn ang="0">
                <a:pos x="connsiteX42205" y="connsiteY42205"/>
              </a:cxn>
              <a:cxn ang="0">
                <a:pos x="connsiteX42206" y="connsiteY42206"/>
              </a:cxn>
              <a:cxn ang="0">
                <a:pos x="connsiteX42207" y="connsiteY42207"/>
              </a:cxn>
              <a:cxn ang="0">
                <a:pos x="connsiteX42208" y="connsiteY42208"/>
              </a:cxn>
              <a:cxn ang="0">
                <a:pos x="connsiteX42209" y="connsiteY42209"/>
              </a:cxn>
              <a:cxn ang="0">
                <a:pos x="connsiteX42210" y="connsiteY42210"/>
              </a:cxn>
              <a:cxn ang="0">
                <a:pos x="connsiteX42211" y="connsiteY42211"/>
              </a:cxn>
              <a:cxn ang="0">
                <a:pos x="connsiteX42212" y="connsiteY42212"/>
              </a:cxn>
              <a:cxn ang="0">
                <a:pos x="connsiteX42213" y="connsiteY42213"/>
              </a:cxn>
              <a:cxn ang="0">
                <a:pos x="connsiteX42214" y="connsiteY42214"/>
              </a:cxn>
              <a:cxn ang="0">
                <a:pos x="connsiteX42215" y="connsiteY42215"/>
              </a:cxn>
              <a:cxn ang="0">
                <a:pos x="connsiteX42216" y="connsiteY42216"/>
              </a:cxn>
              <a:cxn ang="0">
                <a:pos x="connsiteX42217" y="connsiteY42217"/>
              </a:cxn>
              <a:cxn ang="0">
                <a:pos x="connsiteX42218" y="connsiteY42218"/>
              </a:cxn>
              <a:cxn ang="0">
                <a:pos x="connsiteX42219" y="connsiteY42219"/>
              </a:cxn>
              <a:cxn ang="0">
                <a:pos x="connsiteX42220" y="connsiteY42220"/>
              </a:cxn>
              <a:cxn ang="0">
                <a:pos x="connsiteX42221" y="connsiteY42221"/>
              </a:cxn>
              <a:cxn ang="0">
                <a:pos x="connsiteX42222" y="connsiteY42222"/>
              </a:cxn>
              <a:cxn ang="0">
                <a:pos x="connsiteX42223" y="connsiteY42223"/>
              </a:cxn>
              <a:cxn ang="0">
                <a:pos x="connsiteX42224" y="connsiteY42224"/>
              </a:cxn>
              <a:cxn ang="0">
                <a:pos x="connsiteX42225" y="connsiteY42225"/>
              </a:cxn>
              <a:cxn ang="0">
                <a:pos x="connsiteX42226" y="connsiteY42226"/>
              </a:cxn>
              <a:cxn ang="0">
                <a:pos x="connsiteX42227" y="connsiteY42227"/>
              </a:cxn>
              <a:cxn ang="0">
                <a:pos x="connsiteX42228" y="connsiteY42228"/>
              </a:cxn>
              <a:cxn ang="0">
                <a:pos x="connsiteX42229" y="connsiteY42229"/>
              </a:cxn>
              <a:cxn ang="0">
                <a:pos x="connsiteX42230" y="connsiteY42230"/>
              </a:cxn>
              <a:cxn ang="0">
                <a:pos x="connsiteX42231" y="connsiteY42231"/>
              </a:cxn>
              <a:cxn ang="0">
                <a:pos x="connsiteX42232" y="connsiteY42232"/>
              </a:cxn>
              <a:cxn ang="0">
                <a:pos x="connsiteX42233" y="connsiteY42233"/>
              </a:cxn>
              <a:cxn ang="0">
                <a:pos x="connsiteX42234" y="connsiteY42234"/>
              </a:cxn>
              <a:cxn ang="0">
                <a:pos x="connsiteX42235" y="connsiteY42235"/>
              </a:cxn>
              <a:cxn ang="0">
                <a:pos x="connsiteX42236" y="connsiteY42236"/>
              </a:cxn>
              <a:cxn ang="0">
                <a:pos x="connsiteX42237" y="connsiteY42237"/>
              </a:cxn>
              <a:cxn ang="0">
                <a:pos x="connsiteX42238" y="connsiteY42238"/>
              </a:cxn>
              <a:cxn ang="0">
                <a:pos x="connsiteX42239" y="connsiteY42239"/>
              </a:cxn>
              <a:cxn ang="0">
                <a:pos x="connsiteX42240" y="connsiteY42240"/>
              </a:cxn>
              <a:cxn ang="0">
                <a:pos x="connsiteX42241" y="connsiteY42241"/>
              </a:cxn>
              <a:cxn ang="0">
                <a:pos x="connsiteX42242" y="connsiteY42242"/>
              </a:cxn>
              <a:cxn ang="0">
                <a:pos x="connsiteX42243" y="connsiteY42243"/>
              </a:cxn>
              <a:cxn ang="0">
                <a:pos x="connsiteX42244" y="connsiteY42244"/>
              </a:cxn>
              <a:cxn ang="0">
                <a:pos x="connsiteX42245" y="connsiteY42245"/>
              </a:cxn>
              <a:cxn ang="0">
                <a:pos x="connsiteX42246" y="connsiteY42246"/>
              </a:cxn>
              <a:cxn ang="0">
                <a:pos x="connsiteX42247" y="connsiteY42247"/>
              </a:cxn>
              <a:cxn ang="0">
                <a:pos x="connsiteX42248" y="connsiteY42248"/>
              </a:cxn>
              <a:cxn ang="0">
                <a:pos x="connsiteX42249" y="connsiteY42249"/>
              </a:cxn>
              <a:cxn ang="0">
                <a:pos x="connsiteX42250" y="connsiteY42250"/>
              </a:cxn>
              <a:cxn ang="0">
                <a:pos x="connsiteX42251" y="connsiteY42251"/>
              </a:cxn>
              <a:cxn ang="0">
                <a:pos x="connsiteX42252" y="connsiteY42252"/>
              </a:cxn>
              <a:cxn ang="0">
                <a:pos x="connsiteX42253" y="connsiteY42253"/>
              </a:cxn>
              <a:cxn ang="0">
                <a:pos x="connsiteX42254" y="connsiteY42254"/>
              </a:cxn>
              <a:cxn ang="0">
                <a:pos x="connsiteX42255" y="connsiteY42255"/>
              </a:cxn>
              <a:cxn ang="0">
                <a:pos x="connsiteX42256" y="connsiteY42256"/>
              </a:cxn>
              <a:cxn ang="0">
                <a:pos x="connsiteX42257" y="connsiteY42257"/>
              </a:cxn>
              <a:cxn ang="0">
                <a:pos x="connsiteX42258" y="connsiteY42258"/>
              </a:cxn>
              <a:cxn ang="0">
                <a:pos x="connsiteX42259" y="connsiteY42259"/>
              </a:cxn>
              <a:cxn ang="0">
                <a:pos x="connsiteX42260" y="connsiteY42260"/>
              </a:cxn>
              <a:cxn ang="0">
                <a:pos x="connsiteX42261" y="connsiteY42261"/>
              </a:cxn>
              <a:cxn ang="0">
                <a:pos x="connsiteX42262" y="connsiteY42262"/>
              </a:cxn>
              <a:cxn ang="0">
                <a:pos x="connsiteX42263" y="connsiteY42263"/>
              </a:cxn>
              <a:cxn ang="0">
                <a:pos x="connsiteX42264" y="connsiteY42264"/>
              </a:cxn>
              <a:cxn ang="0">
                <a:pos x="connsiteX42265" y="connsiteY42265"/>
              </a:cxn>
              <a:cxn ang="0">
                <a:pos x="connsiteX42266" y="connsiteY42266"/>
              </a:cxn>
              <a:cxn ang="0">
                <a:pos x="connsiteX42267" y="connsiteY42267"/>
              </a:cxn>
              <a:cxn ang="0">
                <a:pos x="connsiteX42268" y="connsiteY42268"/>
              </a:cxn>
              <a:cxn ang="0">
                <a:pos x="connsiteX42269" y="connsiteY42269"/>
              </a:cxn>
              <a:cxn ang="0">
                <a:pos x="connsiteX42270" y="connsiteY42270"/>
              </a:cxn>
              <a:cxn ang="0">
                <a:pos x="connsiteX42271" y="connsiteY42271"/>
              </a:cxn>
              <a:cxn ang="0">
                <a:pos x="connsiteX42272" y="connsiteY42272"/>
              </a:cxn>
              <a:cxn ang="0">
                <a:pos x="connsiteX42273" y="connsiteY42273"/>
              </a:cxn>
              <a:cxn ang="0">
                <a:pos x="connsiteX42274" y="connsiteY42274"/>
              </a:cxn>
              <a:cxn ang="0">
                <a:pos x="connsiteX42275" y="connsiteY42275"/>
              </a:cxn>
              <a:cxn ang="0">
                <a:pos x="connsiteX42276" y="connsiteY42276"/>
              </a:cxn>
              <a:cxn ang="0">
                <a:pos x="connsiteX42277" y="connsiteY42277"/>
              </a:cxn>
              <a:cxn ang="0">
                <a:pos x="connsiteX42278" y="connsiteY42278"/>
              </a:cxn>
              <a:cxn ang="0">
                <a:pos x="connsiteX42279" y="connsiteY42279"/>
              </a:cxn>
              <a:cxn ang="0">
                <a:pos x="connsiteX42280" y="connsiteY42280"/>
              </a:cxn>
              <a:cxn ang="0">
                <a:pos x="connsiteX42281" y="connsiteY42281"/>
              </a:cxn>
              <a:cxn ang="0">
                <a:pos x="connsiteX42282" y="connsiteY42282"/>
              </a:cxn>
              <a:cxn ang="0">
                <a:pos x="connsiteX42283" y="connsiteY42283"/>
              </a:cxn>
              <a:cxn ang="0">
                <a:pos x="connsiteX42284" y="connsiteY42284"/>
              </a:cxn>
              <a:cxn ang="0">
                <a:pos x="connsiteX42285" y="connsiteY42285"/>
              </a:cxn>
              <a:cxn ang="0">
                <a:pos x="connsiteX42286" y="connsiteY42286"/>
              </a:cxn>
              <a:cxn ang="0">
                <a:pos x="connsiteX42287" y="connsiteY42287"/>
              </a:cxn>
              <a:cxn ang="0">
                <a:pos x="connsiteX42288" y="connsiteY42288"/>
              </a:cxn>
              <a:cxn ang="0">
                <a:pos x="connsiteX42289" y="connsiteY42289"/>
              </a:cxn>
              <a:cxn ang="0">
                <a:pos x="connsiteX42290" y="connsiteY42290"/>
              </a:cxn>
              <a:cxn ang="0">
                <a:pos x="connsiteX42291" y="connsiteY42291"/>
              </a:cxn>
              <a:cxn ang="0">
                <a:pos x="connsiteX42292" y="connsiteY42292"/>
              </a:cxn>
              <a:cxn ang="0">
                <a:pos x="connsiteX42293" y="connsiteY42293"/>
              </a:cxn>
              <a:cxn ang="0">
                <a:pos x="connsiteX42294" y="connsiteY42294"/>
              </a:cxn>
              <a:cxn ang="0">
                <a:pos x="connsiteX42295" y="connsiteY42295"/>
              </a:cxn>
              <a:cxn ang="0">
                <a:pos x="connsiteX42296" y="connsiteY42296"/>
              </a:cxn>
              <a:cxn ang="0">
                <a:pos x="connsiteX42297" y="connsiteY42297"/>
              </a:cxn>
              <a:cxn ang="0">
                <a:pos x="connsiteX42298" y="connsiteY42298"/>
              </a:cxn>
              <a:cxn ang="0">
                <a:pos x="connsiteX42299" y="connsiteY42299"/>
              </a:cxn>
              <a:cxn ang="0">
                <a:pos x="connsiteX42300" y="connsiteY42300"/>
              </a:cxn>
              <a:cxn ang="0">
                <a:pos x="connsiteX42301" y="connsiteY42301"/>
              </a:cxn>
              <a:cxn ang="0">
                <a:pos x="connsiteX42302" y="connsiteY42302"/>
              </a:cxn>
              <a:cxn ang="0">
                <a:pos x="connsiteX42303" y="connsiteY42303"/>
              </a:cxn>
              <a:cxn ang="0">
                <a:pos x="connsiteX42304" y="connsiteY42304"/>
              </a:cxn>
              <a:cxn ang="0">
                <a:pos x="connsiteX42305" y="connsiteY42305"/>
              </a:cxn>
              <a:cxn ang="0">
                <a:pos x="connsiteX42306" y="connsiteY42306"/>
              </a:cxn>
              <a:cxn ang="0">
                <a:pos x="connsiteX42307" y="connsiteY42307"/>
              </a:cxn>
              <a:cxn ang="0">
                <a:pos x="connsiteX42308" y="connsiteY42308"/>
              </a:cxn>
              <a:cxn ang="0">
                <a:pos x="connsiteX42309" y="connsiteY42309"/>
              </a:cxn>
              <a:cxn ang="0">
                <a:pos x="connsiteX42310" y="connsiteY42310"/>
              </a:cxn>
              <a:cxn ang="0">
                <a:pos x="connsiteX42311" y="connsiteY42311"/>
              </a:cxn>
              <a:cxn ang="0">
                <a:pos x="connsiteX42312" y="connsiteY42312"/>
              </a:cxn>
              <a:cxn ang="0">
                <a:pos x="connsiteX42313" y="connsiteY42313"/>
              </a:cxn>
              <a:cxn ang="0">
                <a:pos x="connsiteX42314" y="connsiteY42314"/>
              </a:cxn>
              <a:cxn ang="0">
                <a:pos x="connsiteX42315" y="connsiteY42315"/>
              </a:cxn>
              <a:cxn ang="0">
                <a:pos x="connsiteX42316" y="connsiteY42316"/>
              </a:cxn>
              <a:cxn ang="0">
                <a:pos x="connsiteX42317" y="connsiteY42317"/>
              </a:cxn>
              <a:cxn ang="0">
                <a:pos x="connsiteX42318" y="connsiteY42318"/>
              </a:cxn>
              <a:cxn ang="0">
                <a:pos x="connsiteX42319" y="connsiteY42319"/>
              </a:cxn>
              <a:cxn ang="0">
                <a:pos x="connsiteX42320" y="connsiteY42320"/>
              </a:cxn>
              <a:cxn ang="0">
                <a:pos x="connsiteX42321" y="connsiteY42321"/>
              </a:cxn>
              <a:cxn ang="0">
                <a:pos x="connsiteX42322" y="connsiteY42322"/>
              </a:cxn>
              <a:cxn ang="0">
                <a:pos x="connsiteX42323" y="connsiteY42323"/>
              </a:cxn>
              <a:cxn ang="0">
                <a:pos x="connsiteX42324" y="connsiteY42324"/>
              </a:cxn>
              <a:cxn ang="0">
                <a:pos x="connsiteX42325" y="connsiteY42325"/>
              </a:cxn>
              <a:cxn ang="0">
                <a:pos x="connsiteX42326" y="connsiteY42326"/>
              </a:cxn>
              <a:cxn ang="0">
                <a:pos x="connsiteX42327" y="connsiteY42327"/>
              </a:cxn>
              <a:cxn ang="0">
                <a:pos x="connsiteX42328" y="connsiteY42328"/>
              </a:cxn>
              <a:cxn ang="0">
                <a:pos x="connsiteX42329" y="connsiteY42329"/>
              </a:cxn>
              <a:cxn ang="0">
                <a:pos x="connsiteX42330" y="connsiteY42330"/>
              </a:cxn>
              <a:cxn ang="0">
                <a:pos x="connsiteX42331" y="connsiteY42331"/>
              </a:cxn>
              <a:cxn ang="0">
                <a:pos x="connsiteX42332" y="connsiteY42332"/>
              </a:cxn>
              <a:cxn ang="0">
                <a:pos x="connsiteX42333" y="connsiteY42333"/>
              </a:cxn>
              <a:cxn ang="0">
                <a:pos x="connsiteX42334" y="connsiteY42334"/>
              </a:cxn>
              <a:cxn ang="0">
                <a:pos x="connsiteX42335" y="connsiteY42335"/>
              </a:cxn>
              <a:cxn ang="0">
                <a:pos x="connsiteX42336" y="connsiteY42336"/>
              </a:cxn>
              <a:cxn ang="0">
                <a:pos x="connsiteX42337" y="connsiteY42337"/>
              </a:cxn>
              <a:cxn ang="0">
                <a:pos x="connsiteX42338" y="connsiteY42338"/>
              </a:cxn>
              <a:cxn ang="0">
                <a:pos x="connsiteX42339" y="connsiteY42339"/>
              </a:cxn>
              <a:cxn ang="0">
                <a:pos x="connsiteX42340" y="connsiteY42340"/>
              </a:cxn>
              <a:cxn ang="0">
                <a:pos x="connsiteX42341" y="connsiteY42341"/>
              </a:cxn>
              <a:cxn ang="0">
                <a:pos x="connsiteX42342" y="connsiteY42342"/>
              </a:cxn>
              <a:cxn ang="0">
                <a:pos x="connsiteX42343" y="connsiteY42343"/>
              </a:cxn>
              <a:cxn ang="0">
                <a:pos x="connsiteX42344" y="connsiteY42344"/>
              </a:cxn>
              <a:cxn ang="0">
                <a:pos x="connsiteX42345" y="connsiteY42345"/>
              </a:cxn>
              <a:cxn ang="0">
                <a:pos x="connsiteX42346" y="connsiteY42346"/>
              </a:cxn>
              <a:cxn ang="0">
                <a:pos x="connsiteX42347" y="connsiteY42347"/>
              </a:cxn>
              <a:cxn ang="0">
                <a:pos x="connsiteX42348" y="connsiteY42348"/>
              </a:cxn>
              <a:cxn ang="0">
                <a:pos x="connsiteX42349" y="connsiteY42349"/>
              </a:cxn>
              <a:cxn ang="0">
                <a:pos x="connsiteX42350" y="connsiteY42350"/>
              </a:cxn>
              <a:cxn ang="0">
                <a:pos x="connsiteX42351" y="connsiteY42351"/>
              </a:cxn>
              <a:cxn ang="0">
                <a:pos x="connsiteX42352" y="connsiteY42352"/>
              </a:cxn>
              <a:cxn ang="0">
                <a:pos x="connsiteX42353" y="connsiteY42353"/>
              </a:cxn>
              <a:cxn ang="0">
                <a:pos x="connsiteX42354" y="connsiteY42354"/>
              </a:cxn>
              <a:cxn ang="0">
                <a:pos x="connsiteX42355" y="connsiteY42355"/>
              </a:cxn>
              <a:cxn ang="0">
                <a:pos x="connsiteX42356" y="connsiteY42356"/>
              </a:cxn>
              <a:cxn ang="0">
                <a:pos x="connsiteX42357" y="connsiteY42357"/>
              </a:cxn>
              <a:cxn ang="0">
                <a:pos x="connsiteX42358" y="connsiteY42358"/>
              </a:cxn>
              <a:cxn ang="0">
                <a:pos x="connsiteX42359" y="connsiteY42359"/>
              </a:cxn>
              <a:cxn ang="0">
                <a:pos x="connsiteX42360" y="connsiteY42360"/>
              </a:cxn>
              <a:cxn ang="0">
                <a:pos x="connsiteX42361" y="connsiteY42361"/>
              </a:cxn>
              <a:cxn ang="0">
                <a:pos x="connsiteX42362" y="connsiteY42362"/>
              </a:cxn>
              <a:cxn ang="0">
                <a:pos x="connsiteX42363" y="connsiteY42363"/>
              </a:cxn>
              <a:cxn ang="0">
                <a:pos x="connsiteX42364" y="connsiteY42364"/>
              </a:cxn>
              <a:cxn ang="0">
                <a:pos x="connsiteX42365" y="connsiteY42365"/>
              </a:cxn>
              <a:cxn ang="0">
                <a:pos x="connsiteX42366" y="connsiteY42366"/>
              </a:cxn>
              <a:cxn ang="0">
                <a:pos x="connsiteX42367" y="connsiteY42367"/>
              </a:cxn>
              <a:cxn ang="0">
                <a:pos x="connsiteX42368" y="connsiteY42368"/>
              </a:cxn>
              <a:cxn ang="0">
                <a:pos x="connsiteX42369" y="connsiteY42369"/>
              </a:cxn>
              <a:cxn ang="0">
                <a:pos x="connsiteX42370" y="connsiteY42370"/>
              </a:cxn>
              <a:cxn ang="0">
                <a:pos x="connsiteX42371" y="connsiteY42371"/>
              </a:cxn>
              <a:cxn ang="0">
                <a:pos x="connsiteX42372" y="connsiteY42372"/>
              </a:cxn>
              <a:cxn ang="0">
                <a:pos x="connsiteX42373" y="connsiteY42373"/>
              </a:cxn>
              <a:cxn ang="0">
                <a:pos x="connsiteX42374" y="connsiteY42374"/>
              </a:cxn>
              <a:cxn ang="0">
                <a:pos x="connsiteX42375" y="connsiteY42375"/>
              </a:cxn>
              <a:cxn ang="0">
                <a:pos x="connsiteX42376" y="connsiteY42376"/>
              </a:cxn>
              <a:cxn ang="0">
                <a:pos x="connsiteX42377" y="connsiteY42377"/>
              </a:cxn>
              <a:cxn ang="0">
                <a:pos x="connsiteX42378" y="connsiteY42378"/>
              </a:cxn>
              <a:cxn ang="0">
                <a:pos x="connsiteX42379" y="connsiteY42379"/>
              </a:cxn>
              <a:cxn ang="0">
                <a:pos x="connsiteX42380" y="connsiteY42380"/>
              </a:cxn>
              <a:cxn ang="0">
                <a:pos x="connsiteX42381" y="connsiteY42381"/>
              </a:cxn>
              <a:cxn ang="0">
                <a:pos x="connsiteX42382" y="connsiteY42382"/>
              </a:cxn>
              <a:cxn ang="0">
                <a:pos x="connsiteX42383" y="connsiteY42383"/>
              </a:cxn>
              <a:cxn ang="0">
                <a:pos x="connsiteX42384" y="connsiteY42384"/>
              </a:cxn>
              <a:cxn ang="0">
                <a:pos x="connsiteX42385" y="connsiteY42385"/>
              </a:cxn>
              <a:cxn ang="0">
                <a:pos x="connsiteX42386" y="connsiteY42386"/>
              </a:cxn>
              <a:cxn ang="0">
                <a:pos x="connsiteX42387" y="connsiteY42387"/>
              </a:cxn>
              <a:cxn ang="0">
                <a:pos x="connsiteX42388" y="connsiteY42388"/>
              </a:cxn>
              <a:cxn ang="0">
                <a:pos x="connsiteX42389" y="connsiteY42389"/>
              </a:cxn>
              <a:cxn ang="0">
                <a:pos x="connsiteX42390" y="connsiteY42390"/>
              </a:cxn>
              <a:cxn ang="0">
                <a:pos x="connsiteX42391" y="connsiteY42391"/>
              </a:cxn>
              <a:cxn ang="0">
                <a:pos x="connsiteX42392" y="connsiteY42392"/>
              </a:cxn>
              <a:cxn ang="0">
                <a:pos x="connsiteX42393" y="connsiteY42393"/>
              </a:cxn>
              <a:cxn ang="0">
                <a:pos x="connsiteX42394" y="connsiteY42394"/>
              </a:cxn>
              <a:cxn ang="0">
                <a:pos x="connsiteX42395" y="connsiteY42395"/>
              </a:cxn>
              <a:cxn ang="0">
                <a:pos x="connsiteX42396" y="connsiteY42396"/>
              </a:cxn>
              <a:cxn ang="0">
                <a:pos x="connsiteX42397" y="connsiteY42397"/>
              </a:cxn>
              <a:cxn ang="0">
                <a:pos x="connsiteX42398" y="connsiteY42398"/>
              </a:cxn>
              <a:cxn ang="0">
                <a:pos x="connsiteX42399" y="connsiteY42399"/>
              </a:cxn>
              <a:cxn ang="0">
                <a:pos x="connsiteX42400" y="connsiteY42400"/>
              </a:cxn>
              <a:cxn ang="0">
                <a:pos x="connsiteX42401" y="connsiteY42401"/>
              </a:cxn>
              <a:cxn ang="0">
                <a:pos x="connsiteX42402" y="connsiteY42402"/>
              </a:cxn>
              <a:cxn ang="0">
                <a:pos x="connsiteX42403" y="connsiteY42403"/>
              </a:cxn>
              <a:cxn ang="0">
                <a:pos x="connsiteX42404" y="connsiteY42404"/>
              </a:cxn>
              <a:cxn ang="0">
                <a:pos x="connsiteX42405" y="connsiteY42405"/>
              </a:cxn>
              <a:cxn ang="0">
                <a:pos x="connsiteX42406" y="connsiteY42406"/>
              </a:cxn>
              <a:cxn ang="0">
                <a:pos x="connsiteX42407" y="connsiteY42407"/>
              </a:cxn>
              <a:cxn ang="0">
                <a:pos x="connsiteX42408" y="connsiteY42408"/>
              </a:cxn>
              <a:cxn ang="0">
                <a:pos x="connsiteX42409" y="connsiteY42409"/>
              </a:cxn>
              <a:cxn ang="0">
                <a:pos x="connsiteX42410" y="connsiteY42410"/>
              </a:cxn>
              <a:cxn ang="0">
                <a:pos x="connsiteX42411" y="connsiteY42411"/>
              </a:cxn>
              <a:cxn ang="0">
                <a:pos x="connsiteX42412" y="connsiteY42412"/>
              </a:cxn>
              <a:cxn ang="0">
                <a:pos x="connsiteX42413" y="connsiteY42413"/>
              </a:cxn>
              <a:cxn ang="0">
                <a:pos x="connsiteX42414" y="connsiteY42414"/>
              </a:cxn>
              <a:cxn ang="0">
                <a:pos x="connsiteX42415" y="connsiteY42415"/>
              </a:cxn>
              <a:cxn ang="0">
                <a:pos x="connsiteX42416" y="connsiteY42416"/>
              </a:cxn>
              <a:cxn ang="0">
                <a:pos x="connsiteX42417" y="connsiteY42417"/>
              </a:cxn>
              <a:cxn ang="0">
                <a:pos x="connsiteX42418" y="connsiteY42418"/>
              </a:cxn>
              <a:cxn ang="0">
                <a:pos x="connsiteX42419" y="connsiteY42419"/>
              </a:cxn>
              <a:cxn ang="0">
                <a:pos x="connsiteX42420" y="connsiteY42420"/>
              </a:cxn>
              <a:cxn ang="0">
                <a:pos x="connsiteX42421" y="connsiteY42421"/>
              </a:cxn>
              <a:cxn ang="0">
                <a:pos x="connsiteX42422" y="connsiteY42422"/>
              </a:cxn>
              <a:cxn ang="0">
                <a:pos x="connsiteX42423" y="connsiteY42423"/>
              </a:cxn>
              <a:cxn ang="0">
                <a:pos x="connsiteX42424" y="connsiteY42424"/>
              </a:cxn>
              <a:cxn ang="0">
                <a:pos x="connsiteX42425" y="connsiteY42425"/>
              </a:cxn>
              <a:cxn ang="0">
                <a:pos x="connsiteX42426" y="connsiteY42426"/>
              </a:cxn>
              <a:cxn ang="0">
                <a:pos x="connsiteX42427" y="connsiteY42427"/>
              </a:cxn>
              <a:cxn ang="0">
                <a:pos x="connsiteX42428" y="connsiteY42428"/>
              </a:cxn>
              <a:cxn ang="0">
                <a:pos x="connsiteX42429" y="connsiteY42429"/>
              </a:cxn>
              <a:cxn ang="0">
                <a:pos x="connsiteX42430" y="connsiteY42430"/>
              </a:cxn>
              <a:cxn ang="0">
                <a:pos x="connsiteX42431" y="connsiteY42431"/>
              </a:cxn>
              <a:cxn ang="0">
                <a:pos x="connsiteX42432" y="connsiteY42432"/>
              </a:cxn>
              <a:cxn ang="0">
                <a:pos x="connsiteX42433" y="connsiteY42433"/>
              </a:cxn>
              <a:cxn ang="0">
                <a:pos x="connsiteX42434" y="connsiteY42434"/>
              </a:cxn>
              <a:cxn ang="0">
                <a:pos x="connsiteX42435" y="connsiteY42435"/>
              </a:cxn>
              <a:cxn ang="0">
                <a:pos x="connsiteX42436" y="connsiteY42436"/>
              </a:cxn>
              <a:cxn ang="0">
                <a:pos x="connsiteX42437" y="connsiteY42437"/>
              </a:cxn>
              <a:cxn ang="0">
                <a:pos x="connsiteX42438" y="connsiteY42438"/>
              </a:cxn>
              <a:cxn ang="0">
                <a:pos x="connsiteX42439" y="connsiteY42439"/>
              </a:cxn>
              <a:cxn ang="0">
                <a:pos x="connsiteX42440" y="connsiteY42440"/>
              </a:cxn>
              <a:cxn ang="0">
                <a:pos x="connsiteX42441" y="connsiteY42441"/>
              </a:cxn>
              <a:cxn ang="0">
                <a:pos x="connsiteX42442" y="connsiteY42442"/>
              </a:cxn>
              <a:cxn ang="0">
                <a:pos x="connsiteX42443" y="connsiteY42443"/>
              </a:cxn>
              <a:cxn ang="0">
                <a:pos x="connsiteX42444" y="connsiteY42444"/>
              </a:cxn>
              <a:cxn ang="0">
                <a:pos x="connsiteX42445" y="connsiteY42445"/>
              </a:cxn>
              <a:cxn ang="0">
                <a:pos x="connsiteX42446" y="connsiteY42446"/>
              </a:cxn>
              <a:cxn ang="0">
                <a:pos x="connsiteX42447" y="connsiteY42447"/>
              </a:cxn>
              <a:cxn ang="0">
                <a:pos x="connsiteX42448" y="connsiteY42448"/>
              </a:cxn>
              <a:cxn ang="0">
                <a:pos x="connsiteX42449" y="connsiteY42449"/>
              </a:cxn>
              <a:cxn ang="0">
                <a:pos x="connsiteX42450" y="connsiteY42450"/>
              </a:cxn>
              <a:cxn ang="0">
                <a:pos x="connsiteX42451" y="connsiteY42451"/>
              </a:cxn>
              <a:cxn ang="0">
                <a:pos x="connsiteX42452" y="connsiteY42452"/>
              </a:cxn>
              <a:cxn ang="0">
                <a:pos x="connsiteX42453" y="connsiteY42453"/>
              </a:cxn>
              <a:cxn ang="0">
                <a:pos x="connsiteX42454" y="connsiteY42454"/>
              </a:cxn>
              <a:cxn ang="0">
                <a:pos x="connsiteX42455" y="connsiteY42455"/>
              </a:cxn>
              <a:cxn ang="0">
                <a:pos x="connsiteX42456" y="connsiteY42456"/>
              </a:cxn>
              <a:cxn ang="0">
                <a:pos x="connsiteX42457" y="connsiteY42457"/>
              </a:cxn>
              <a:cxn ang="0">
                <a:pos x="connsiteX42458" y="connsiteY42458"/>
              </a:cxn>
              <a:cxn ang="0">
                <a:pos x="connsiteX42459" y="connsiteY42459"/>
              </a:cxn>
              <a:cxn ang="0">
                <a:pos x="connsiteX42460" y="connsiteY42460"/>
              </a:cxn>
              <a:cxn ang="0">
                <a:pos x="connsiteX42461" y="connsiteY42461"/>
              </a:cxn>
              <a:cxn ang="0">
                <a:pos x="connsiteX42462" y="connsiteY42462"/>
              </a:cxn>
              <a:cxn ang="0">
                <a:pos x="connsiteX42463" y="connsiteY42463"/>
              </a:cxn>
              <a:cxn ang="0">
                <a:pos x="connsiteX42464" y="connsiteY42464"/>
              </a:cxn>
              <a:cxn ang="0">
                <a:pos x="connsiteX42465" y="connsiteY42465"/>
              </a:cxn>
              <a:cxn ang="0">
                <a:pos x="connsiteX42466" y="connsiteY42466"/>
              </a:cxn>
              <a:cxn ang="0">
                <a:pos x="connsiteX42467" y="connsiteY42467"/>
              </a:cxn>
              <a:cxn ang="0">
                <a:pos x="connsiteX42468" y="connsiteY42468"/>
              </a:cxn>
              <a:cxn ang="0">
                <a:pos x="connsiteX42469" y="connsiteY42469"/>
              </a:cxn>
              <a:cxn ang="0">
                <a:pos x="connsiteX42470" y="connsiteY42470"/>
              </a:cxn>
              <a:cxn ang="0">
                <a:pos x="connsiteX42471" y="connsiteY42471"/>
              </a:cxn>
              <a:cxn ang="0">
                <a:pos x="connsiteX42472" y="connsiteY42472"/>
              </a:cxn>
              <a:cxn ang="0">
                <a:pos x="connsiteX42473" y="connsiteY42473"/>
              </a:cxn>
              <a:cxn ang="0">
                <a:pos x="connsiteX42474" y="connsiteY42474"/>
              </a:cxn>
              <a:cxn ang="0">
                <a:pos x="connsiteX42475" y="connsiteY42475"/>
              </a:cxn>
              <a:cxn ang="0">
                <a:pos x="connsiteX42476" y="connsiteY42476"/>
              </a:cxn>
              <a:cxn ang="0">
                <a:pos x="connsiteX42477" y="connsiteY42477"/>
              </a:cxn>
              <a:cxn ang="0">
                <a:pos x="connsiteX42478" y="connsiteY42478"/>
              </a:cxn>
              <a:cxn ang="0">
                <a:pos x="connsiteX42479" y="connsiteY42479"/>
              </a:cxn>
              <a:cxn ang="0">
                <a:pos x="connsiteX42480" y="connsiteY42480"/>
              </a:cxn>
              <a:cxn ang="0">
                <a:pos x="connsiteX42481" y="connsiteY42481"/>
              </a:cxn>
              <a:cxn ang="0">
                <a:pos x="connsiteX42482" y="connsiteY42482"/>
              </a:cxn>
              <a:cxn ang="0">
                <a:pos x="connsiteX42483" y="connsiteY42483"/>
              </a:cxn>
              <a:cxn ang="0">
                <a:pos x="connsiteX42484" y="connsiteY42484"/>
              </a:cxn>
              <a:cxn ang="0">
                <a:pos x="connsiteX42485" y="connsiteY42485"/>
              </a:cxn>
              <a:cxn ang="0">
                <a:pos x="connsiteX42486" y="connsiteY42486"/>
              </a:cxn>
              <a:cxn ang="0">
                <a:pos x="connsiteX42487" y="connsiteY42487"/>
              </a:cxn>
              <a:cxn ang="0">
                <a:pos x="connsiteX42488" y="connsiteY42488"/>
              </a:cxn>
              <a:cxn ang="0">
                <a:pos x="connsiteX42489" y="connsiteY42489"/>
              </a:cxn>
              <a:cxn ang="0">
                <a:pos x="connsiteX42490" y="connsiteY42490"/>
              </a:cxn>
              <a:cxn ang="0">
                <a:pos x="connsiteX42491" y="connsiteY42491"/>
              </a:cxn>
              <a:cxn ang="0">
                <a:pos x="connsiteX42492" y="connsiteY42492"/>
              </a:cxn>
              <a:cxn ang="0">
                <a:pos x="connsiteX42493" y="connsiteY42493"/>
              </a:cxn>
              <a:cxn ang="0">
                <a:pos x="connsiteX42494" y="connsiteY42494"/>
              </a:cxn>
              <a:cxn ang="0">
                <a:pos x="connsiteX42495" y="connsiteY42495"/>
              </a:cxn>
              <a:cxn ang="0">
                <a:pos x="connsiteX42496" y="connsiteY42496"/>
              </a:cxn>
              <a:cxn ang="0">
                <a:pos x="connsiteX42497" y="connsiteY42497"/>
              </a:cxn>
              <a:cxn ang="0">
                <a:pos x="connsiteX42498" y="connsiteY42498"/>
              </a:cxn>
              <a:cxn ang="0">
                <a:pos x="connsiteX42499" y="connsiteY42499"/>
              </a:cxn>
              <a:cxn ang="0">
                <a:pos x="connsiteX42500" y="connsiteY42500"/>
              </a:cxn>
              <a:cxn ang="0">
                <a:pos x="connsiteX42501" y="connsiteY42501"/>
              </a:cxn>
              <a:cxn ang="0">
                <a:pos x="connsiteX42502" y="connsiteY42502"/>
              </a:cxn>
              <a:cxn ang="0">
                <a:pos x="connsiteX42503" y="connsiteY42503"/>
              </a:cxn>
              <a:cxn ang="0">
                <a:pos x="connsiteX42504" y="connsiteY42504"/>
              </a:cxn>
              <a:cxn ang="0">
                <a:pos x="connsiteX42505" y="connsiteY42505"/>
              </a:cxn>
              <a:cxn ang="0">
                <a:pos x="connsiteX42506" y="connsiteY42506"/>
              </a:cxn>
              <a:cxn ang="0">
                <a:pos x="connsiteX42507" y="connsiteY42507"/>
              </a:cxn>
              <a:cxn ang="0">
                <a:pos x="connsiteX42508" y="connsiteY42508"/>
              </a:cxn>
              <a:cxn ang="0">
                <a:pos x="connsiteX42509" y="connsiteY42509"/>
              </a:cxn>
              <a:cxn ang="0">
                <a:pos x="connsiteX42510" y="connsiteY42510"/>
              </a:cxn>
              <a:cxn ang="0">
                <a:pos x="connsiteX42511" y="connsiteY42511"/>
              </a:cxn>
              <a:cxn ang="0">
                <a:pos x="connsiteX42512" y="connsiteY42512"/>
              </a:cxn>
              <a:cxn ang="0">
                <a:pos x="connsiteX42513" y="connsiteY42513"/>
              </a:cxn>
              <a:cxn ang="0">
                <a:pos x="connsiteX42514" y="connsiteY42514"/>
              </a:cxn>
              <a:cxn ang="0">
                <a:pos x="connsiteX42515" y="connsiteY42515"/>
              </a:cxn>
              <a:cxn ang="0">
                <a:pos x="connsiteX42516" y="connsiteY42516"/>
              </a:cxn>
              <a:cxn ang="0">
                <a:pos x="connsiteX42517" y="connsiteY42517"/>
              </a:cxn>
              <a:cxn ang="0">
                <a:pos x="connsiteX42518" y="connsiteY42518"/>
              </a:cxn>
              <a:cxn ang="0">
                <a:pos x="connsiteX42519" y="connsiteY42519"/>
              </a:cxn>
              <a:cxn ang="0">
                <a:pos x="connsiteX42520" y="connsiteY42520"/>
              </a:cxn>
              <a:cxn ang="0">
                <a:pos x="connsiteX42521" y="connsiteY42521"/>
              </a:cxn>
              <a:cxn ang="0">
                <a:pos x="connsiteX42522" y="connsiteY42522"/>
              </a:cxn>
              <a:cxn ang="0">
                <a:pos x="connsiteX42523" y="connsiteY42523"/>
              </a:cxn>
              <a:cxn ang="0">
                <a:pos x="connsiteX42524" y="connsiteY42524"/>
              </a:cxn>
              <a:cxn ang="0">
                <a:pos x="connsiteX42525" y="connsiteY42525"/>
              </a:cxn>
              <a:cxn ang="0">
                <a:pos x="connsiteX42526" y="connsiteY42526"/>
              </a:cxn>
              <a:cxn ang="0">
                <a:pos x="connsiteX42527" y="connsiteY42527"/>
              </a:cxn>
              <a:cxn ang="0">
                <a:pos x="connsiteX42528" y="connsiteY42528"/>
              </a:cxn>
              <a:cxn ang="0">
                <a:pos x="connsiteX42529" y="connsiteY42529"/>
              </a:cxn>
              <a:cxn ang="0">
                <a:pos x="connsiteX42530" y="connsiteY42530"/>
              </a:cxn>
              <a:cxn ang="0">
                <a:pos x="connsiteX42531" y="connsiteY42531"/>
              </a:cxn>
              <a:cxn ang="0">
                <a:pos x="connsiteX42532" y="connsiteY42532"/>
              </a:cxn>
              <a:cxn ang="0">
                <a:pos x="connsiteX42533" y="connsiteY42533"/>
              </a:cxn>
              <a:cxn ang="0">
                <a:pos x="connsiteX42534" y="connsiteY42534"/>
              </a:cxn>
              <a:cxn ang="0">
                <a:pos x="connsiteX42535" y="connsiteY42535"/>
              </a:cxn>
              <a:cxn ang="0">
                <a:pos x="connsiteX42536" y="connsiteY42536"/>
              </a:cxn>
              <a:cxn ang="0">
                <a:pos x="connsiteX42537" y="connsiteY42537"/>
              </a:cxn>
              <a:cxn ang="0">
                <a:pos x="connsiteX42538" y="connsiteY42538"/>
              </a:cxn>
              <a:cxn ang="0">
                <a:pos x="connsiteX42539" y="connsiteY42539"/>
              </a:cxn>
              <a:cxn ang="0">
                <a:pos x="connsiteX42540" y="connsiteY42540"/>
              </a:cxn>
              <a:cxn ang="0">
                <a:pos x="connsiteX42541" y="connsiteY42541"/>
              </a:cxn>
              <a:cxn ang="0">
                <a:pos x="connsiteX42542" y="connsiteY42542"/>
              </a:cxn>
              <a:cxn ang="0">
                <a:pos x="connsiteX42543" y="connsiteY42543"/>
              </a:cxn>
              <a:cxn ang="0">
                <a:pos x="connsiteX42544" y="connsiteY42544"/>
              </a:cxn>
              <a:cxn ang="0">
                <a:pos x="connsiteX42545" y="connsiteY42545"/>
              </a:cxn>
              <a:cxn ang="0">
                <a:pos x="connsiteX42546" y="connsiteY42546"/>
              </a:cxn>
              <a:cxn ang="0">
                <a:pos x="connsiteX42547" y="connsiteY42547"/>
              </a:cxn>
              <a:cxn ang="0">
                <a:pos x="connsiteX42548" y="connsiteY42548"/>
              </a:cxn>
              <a:cxn ang="0">
                <a:pos x="connsiteX42549" y="connsiteY42549"/>
              </a:cxn>
              <a:cxn ang="0">
                <a:pos x="connsiteX42550" y="connsiteY42550"/>
              </a:cxn>
              <a:cxn ang="0">
                <a:pos x="connsiteX42551" y="connsiteY42551"/>
              </a:cxn>
              <a:cxn ang="0">
                <a:pos x="connsiteX42552" y="connsiteY42552"/>
              </a:cxn>
              <a:cxn ang="0">
                <a:pos x="connsiteX42553" y="connsiteY42553"/>
              </a:cxn>
              <a:cxn ang="0">
                <a:pos x="connsiteX42554" y="connsiteY42554"/>
              </a:cxn>
              <a:cxn ang="0">
                <a:pos x="connsiteX42555" y="connsiteY42555"/>
              </a:cxn>
              <a:cxn ang="0">
                <a:pos x="connsiteX42556" y="connsiteY42556"/>
              </a:cxn>
              <a:cxn ang="0">
                <a:pos x="connsiteX42557" y="connsiteY42557"/>
              </a:cxn>
              <a:cxn ang="0">
                <a:pos x="connsiteX42558" y="connsiteY42558"/>
              </a:cxn>
              <a:cxn ang="0">
                <a:pos x="connsiteX42559" y="connsiteY42559"/>
              </a:cxn>
              <a:cxn ang="0">
                <a:pos x="connsiteX42560" y="connsiteY42560"/>
              </a:cxn>
              <a:cxn ang="0">
                <a:pos x="connsiteX42561" y="connsiteY42561"/>
              </a:cxn>
              <a:cxn ang="0">
                <a:pos x="connsiteX42562" y="connsiteY42562"/>
              </a:cxn>
              <a:cxn ang="0">
                <a:pos x="connsiteX42563" y="connsiteY42563"/>
              </a:cxn>
              <a:cxn ang="0">
                <a:pos x="connsiteX42564" y="connsiteY42564"/>
              </a:cxn>
              <a:cxn ang="0">
                <a:pos x="connsiteX42565" y="connsiteY42565"/>
              </a:cxn>
              <a:cxn ang="0">
                <a:pos x="connsiteX42566" y="connsiteY42566"/>
              </a:cxn>
              <a:cxn ang="0">
                <a:pos x="connsiteX42567" y="connsiteY42567"/>
              </a:cxn>
              <a:cxn ang="0">
                <a:pos x="connsiteX42568" y="connsiteY42568"/>
              </a:cxn>
              <a:cxn ang="0">
                <a:pos x="connsiteX42569" y="connsiteY42569"/>
              </a:cxn>
              <a:cxn ang="0">
                <a:pos x="connsiteX42570" y="connsiteY42570"/>
              </a:cxn>
              <a:cxn ang="0">
                <a:pos x="connsiteX42571" y="connsiteY42571"/>
              </a:cxn>
              <a:cxn ang="0">
                <a:pos x="connsiteX42572" y="connsiteY42572"/>
              </a:cxn>
              <a:cxn ang="0">
                <a:pos x="connsiteX42573" y="connsiteY42573"/>
              </a:cxn>
              <a:cxn ang="0">
                <a:pos x="connsiteX42574" y="connsiteY42574"/>
              </a:cxn>
              <a:cxn ang="0">
                <a:pos x="connsiteX42575" y="connsiteY42575"/>
              </a:cxn>
              <a:cxn ang="0">
                <a:pos x="connsiteX42576" y="connsiteY42576"/>
              </a:cxn>
              <a:cxn ang="0">
                <a:pos x="connsiteX42577" y="connsiteY42577"/>
              </a:cxn>
              <a:cxn ang="0">
                <a:pos x="connsiteX42578" y="connsiteY42578"/>
              </a:cxn>
              <a:cxn ang="0">
                <a:pos x="connsiteX42579" y="connsiteY42579"/>
              </a:cxn>
              <a:cxn ang="0">
                <a:pos x="connsiteX42580" y="connsiteY42580"/>
              </a:cxn>
              <a:cxn ang="0">
                <a:pos x="connsiteX42581" y="connsiteY42581"/>
              </a:cxn>
              <a:cxn ang="0">
                <a:pos x="connsiteX42582" y="connsiteY42582"/>
              </a:cxn>
              <a:cxn ang="0">
                <a:pos x="connsiteX42583" y="connsiteY42583"/>
              </a:cxn>
              <a:cxn ang="0">
                <a:pos x="connsiteX42584" y="connsiteY42584"/>
              </a:cxn>
              <a:cxn ang="0">
                <a:pos x="connsiteX42585" y="connsiteY42585"/>
              </a:cxn>
              <a:cxn ang="0">
                <a:pos x="connsiteX42586" y="connsiteY42586"/>
              </a:cxn>
              <a:cxn ang="0">
                <a:pos x="connsiteX42587" y="connsiteY42587"/>
              </a:cxn>
              <a:cxn ang="0">
                <a:pos x="connsiteX42588" y="connsiteY42588"/>
              </a:cxn>
              <a:cxn ang="0">
                <a:pos x="connsiteX42589" y="connsiteY42589"/>
              </a:cxn>
              <a:cxn ang="0">
                <a:pos x="connsiteX42590" y="connsiteY42590"/>
              </a:cxn>
              <a:cxn ang="0">
                <a:pos x="connsiteX42591" y="connsiteY42591"/>
              </a:cxn>
              <a:cxn ang="0">
                <a:pos x="connsiteX42592" y="connsiteY42592"/>
              </a:cxn>
              <a:cxn ang="0">
                <a:pos x="connsiteX42593" y="connsiteY42593"/>
              </a:cxn>
              <a:cxn ang="0">
                <a:pos x="connsiteX42594" y="connsiteY42594"/>
              </a:cxn>
              <a:cxn ang="0">
                <a:pos x="connsiteX42595" y="connsiteY42595"/>
              </a:cxn>
              <a:cxn ang="0">
                <a:pos x="connsiteX42596" y="connsiteY42596"/>
              </a:cxn>
              <a:cxn ang="0">
                <a:pos x="connsiteX42597" y="connsiteY42597"/>
              </a:cxn>
              <a:cxn ang="0">
                <a:pos x="connsiteX42598" y="connsiteY42598"/>
              </a:cxn>
              <a:cxn ang="0">
                <a:pos x="connsiteX42599" y="connsiteY42599"/>
              </a:cxn>
              <a:cxn ang="0">
                <a:pos x="connsiteX42600" y="connsiteY42600"/>
              </a:cxn>
              <a:cxn ang="0">
                <a:pos x="connsiteX42601" y="connsiteY42601"/>
              </a:cxn>
              <a:cxn ang="0">
                <a:pos x="connsiteX42602" y="connsiteY42602"/>
              </a:cxn>
              <a:cxn ang="0">
                <a:pos x="connsiteX42603" y="connsiteY42603"/>
              </a:cxn>
              <a:cxn ang="0">
                <a:pos x="connsiteX42604" y="connsiteY42604"/>
              </a:cxn>
              <a:cxn ang="0">
                <a:pos x="connsiteX42605" y="connsiteY42605"/>
              </a:cxn>
              <a:cxn ang="0">
                <a:pos x="connsiteX42606" y="connsiteY42606"/>
              </a:cxn>
              <a:cxn ang="0">
                <a:pos x="connsiteX42607" y="connsiteY42607"/>
              </a:cxn>
              <a:cxn ang="0">
                <a:pos x="connsiteX42608" y="connsiteY42608"/>
              </a:cxn>
              <a:cxn ang="0">
                <a:pos x="connsiteX42609" y="connsiteY42609"/>
              </a:cxn>
              <a:cxn ang="0">
                <a:pos x="connsiteX42610" y="connsiteY42610"/>
              </a:cxn>
              <a:cxn ang="0">
                <a:pos x="connsiteX42611" y="connsiteY42611"/>
              </a:cxn>
              <a:cxn ang="0">
                <a:pos x="connsiteX42612" y="connsiteY42612"/>
              </a:cxn>
              <a:cxn ang="0">
                <a:pos x="connsiteX42613" y="connsiteY42613"/>
              </a:cxn>
              <a:cxn ang="0">
                <a:pos x="connsiteX42614" y="connsiteY42614"/>
              </a:cxn>
              <a:cxn ang="0">
                <a:pos x="connsiteX42615" y="connsiteY42615"/>
              </a:cxn>
              <a:cxn ang="0">
                <a:pos x="connsiteX42616" y="connsiteY42616"/>
              </a:cxn>
              <a:cxn ang="0">
                <a:pos x="connsiteX42617" y="connsiteY42617"/>
              </a:cxn>
              <a:cxn ang="0">
                <a:pos x="connsiteX42618" y="connsiteY42618"/>
              </a:cxn>
              <a:cxn ang="0">
                <a:pos x="connsiteX42619" y="connsiteY42619"/>
              </a:cxn>
              <a:cxn ang="0">
                <a:pos x="connsiteX42620" y="connsiteY42620"/>
              </a:cxn>
              <a:cxn ang="0">
                <a:pos x="connsiteX42621" y="connsiteY42621"/>
              </a:cxn>
              <a:cxn ang="0">
                <a:pos x="connsiteX42622" y="connsiteY42622"/>
              </a:cxn>
              <a:cxn ang="0">
                <a:pos x="connsiteX42623" y="connsiteY42623"/>
              </a:cxn>
              <a:cxn ang="0">
                <a:pos x="connsiteX42624" y="connsiteY42624"/>
              </a:cxn>
              <a:cxn ang="0">
                <a:pos x="connsiteX42625" y="connsiteY42625"/>
              </a:cxn>
              <a:cxn ang="0">
                <a:pos x="connsiteX42626" y="connsiteY42626"/>
              </a:cxn>
              <a:cxn ang="0">
                <a:pos x="connsiteX42627" y="connsiteY42627"/>
              </a:cxn>
              <a:cxn ang="0">
                <a:pos x="connsiteX42628" y="connsiteY42628"/>
              </a:cxn>
              <a:cxn ang="0">
                <a:pos x="connsiteX42629" y="connsiteY42629"/>
              </a:cxn>
              <a:cxn ang="0">
                <a:pos x="connsiteX42630" y="connsiteY42630"/>
              </a:cxn>
              <a:cxn ang="0">
                <a:pos x="connsiteX42631" y="connsiteY42631"/>
              </a:cxn>
              <a:cxn ang="0">
                <a:pos x="connsiteX42632" y="connsiteY42632"/>
              </a:cxn>
              <a:cxn ang="0">
                <a:pos x="connsiteX42633" y="connsiteY42633"/>
              </a:cxn>
              <a:cxn ang="0">
                <a:pos x="connsiteX42634" y="connsiteY42634"/>
              </a:cxn>
              <a:cxn ang="0">
                <a:pos x="connsiteX42635" y="connsiteY42635"/>
              </a:cxn>
              <a:cxn ang="0">
                <a:pos x="connsiteX42636" y="connsiteY42636"/>
              </a:cxn>
              <a:cxn ang="0">
                <a:pos x="connsiteX42637" y="connsiteY42637"/>
              </a:cxn>
              <a:cxn ang="0">
                <a:pos x="connsiteX42638" y="connsiteY42638"/>
              </a:cxn>
              <a:cxn ang="0">
                <a:pos x="connsiteX42639" y="connsiteY42639"/>
              </a:cxn>
              <a:cxn ang="0">
                <a:pos x="connsiteX42640" y="connsiteY42640"/>
              </a:cxn>
              <a:cxn ang="0">
                <a:pos x="connsiteX42641" y="connsiteY42641"/>
              </a:cxn>
              <a:cxn ang="0">
                <a:pos x="connsiteX42642" y="connsiteY42642"/>
              </a:cxn>
              <a:cxn ang="0">
                <a:pos x="connsiteX42643" y="connsiteY42643"/>
              </a:cxn>
              <a:cxn ang="0">
                <a:pos x="connsiteX42644" y="connsiteY42644"/>
              </a:cxn>
              <a:cxn ang="0">
                <a:pos x="connsiteX42645" y="connsiteY42645"/>
              </a:cxn>
              <a:cxn ang="0">
                <a:pos x="connsiteX42646" y="connsiteY42646"/>
              </a:cxn>
              <a:cxn ang="0">
                <a:pos x="connsiteX42647" y="connsiteY42647"/>
              </a:cxn>
              <a:cxn ang="0">
                <a:pos x="connsiteX42648" y="connsiteY42648"/>
              </a:cxn>
              <a:cxn ang="0">
                <a:pos x="connsiteX42649" y="connsiteY42649"/>
              </a:cxn>
              <a:cxn ang="0">
                <a:pos x="connsiteX42650" y="connsiteY42650"/>
              </a:cxn>
              <a:cxn ang="0">
                <a:pos x="connsiteX42651" y="connsiteY42651"/>
              </a:cxn>
              <a:cxn ang="0">
                <a:pos x="connsiteX42652" y="connsiteY42652"/>
              </a:cxn>
              <a:cxn ang="0">
                <a:pos x="connsiteX42653" y="connsiteY42653"/>
              </a:cxn>
              <a:cxn ang="0">
                <a:pos x="connsiteX42654" y="connsiteY42654"/>
              </a:cxn>
              <a:cxn ang="0">
                <a:pos x="connsiteX42655" y="connsiteY42655"/>
              </a:cxn>
              <a:cxn ang="0">
                <a:pos x="connsiteX42656" y="connsiteY42656"/>
              </a:cxn>
              <a:cxn ang="0">
                <a:pos x="connsiteX42657" y="connsiteY42657"/>
              </a:cxn>
              <a:cxn ang="0">
                <a:pos x="connsiteX42658" y="connsiteY42658"/>
              </a:cxn>
              <a:cxn ang="0">
                <a:pos x="connsiteX42659" y="connsiteY42659"/>
              </a:cxn>
              <a:cxn ang="0">
                <a:pos x="connsiteX42660" y="connsiteY42660"/>
              </a:cxn>
              <a:cxn ang="0">
                <a:pos x="connsiteX42661" y="connsiteY42661"/>
              </a:cxn>
              <a:cxn ang="0">
                <a:pos x="connsiteX42662" y="connsiteY42662"/>
              </a:cxn>
              <a:cxn ang="0">
                <a:pos x="connsiteX42663" y="connsiteY42663"/>
              </a:cxn>
              <a:cxn ang="0">
                <a:pos x="connsiteX42664" y="connsiteY42664"/>
              </a:cxn>
              <a:cxn ang="0">
                <a:pos x="connsiteX42665" y="connsiteY42665"/>
              </a:cxn>
              <a:cxn ang="0">
                <a:pos x="connsiteX42666" y="connsiteY42666"/>
              </a:cxn>
              <a:cxn ang="0">
                <a:pos x="connsiteX42667" y="connsiteY42667"/>
              </a:cxn>
              <a:cxn ang="0">
                <a:pos x="connsiteX42668" y="connsiteY42668"/>
              </a:cxn>
              <a:cxn ang="0">
                <a:pos x="connsiteX42669" y="connsiteY42669"/>
              </a:cxn>
              <a:cxn ang="0">
                <a:pos x="connsiteX42670" y="connsiteY42670"/>
              </a:cxn>
              <a:cxn ang="0">
                <a:pos x="connsiteX42671" y="connsiteY42671"/>
              </a:cxn>
              <a:cxn ang="0">
                <a:pos x="connsiteX42672" y="connsiteY42672"/>
              </a:cxn>
              <a:cxn ang="0">
                <a:pos x="connsiteX42673" y="connsiteY42673"/>
              </a:cxn>
              <a:cxn ang="0">
                <a:pos x="connsiteX42674" y="connsiteY42674"/>
              </a:cxn>
              <a:cxn ang="0">
                <a:pos x="connsiteX42675" y="connsiteY42675"/>
              </a:cxn>
              <a:cxn ang="0">
                <a:pos x="connsiteX42676" y="connsiteY42676"/>
              </a:cxn>
              <a:cxn ang="0">
                <a:pos x="connsiteX42677" y="connsiteY42677"/>
              </a:cxn>
              <a:cxn ang="0">
                <a:pos x="connsiteX42678" y="connsiteY42678"/>
              </a:cxn>
              <a:cxn ang="0">
                <a:pos x="connsiteX42679" y="connsiteY42679"/>
              </a:cxn>
              <a:cxn ang="0">
                <a:pos x="connsiteX42680" y="connsiteY42680"/>
              </a:cxn>
              <a:cxn ang="0">
                <a:pos x="connsiteX42681" y="connsiteY42681"/>
              </a:cxn>
              <a:cxn ang="0">
                <a:pos x="connsiteX42682" y="connsiteY42682"/>
              </a:cxn>
              <a:cxn ang="0">
                <a:pos x="connsiteX42683" y="connsiteY42683"/>
              </a:cxn>
              <a:cxn ang="0">
                <a:pos x="connsiteX42684" y="connsiteY42684"/>
              </a:cxn>
              <a:cxn ang="0">
                <a:pos x="connsiteX42685" y="connsiteY42685"/>
              </a:cxn>
              <a:cxn ang="0">
                <a:pos x="connsiteX42686" y="connsiteY42686"/>
              </a:cxn>
              <a:cxn ang="0">
                <a:pos x="connsiteX42687" y="connsiteY42687"/>
              </a:cxn>
              <a:cxn ang="0">
                <a:pos x="connsiteX42688" y="connsiteY42688"/>
              </a:cxn>
              <a:cxn ang="0">
                <a:pos x="connsiteX42689" y="connsiteY42689"/>
              </a:cxn>
              <a:cxn ang="0">
                <a:pos x="connsiteX42690" y="connsiteY42690"/>
              </a:cxn>
              <a:cxn ang="0">
                <a:pos x="connsiteX42691" y="connsiteY42691"/>
              </a:cxn>
              <a:cxn ang="0">
                <a:pos x="connsiteX42692" y="connsiteY42692"/>
              </a:cxn>
              <a:cxn ang="0">
                <a:pos x="connsiteX42693" y="connsiteY42693"/>
              </a:cxn>
              <a:cxn ang="0">
                <a:pos x="connsiteX42694" y="connsiteY42694"/>
              </a:cxn>
              <a:cxn ang="0">
                <a:pos x="connsiteX42695" y="connsiteY42695"/>
              </a:cxn>
              <a:cxn ang="0">
                <a:pos x="connsiteX42696" y="connsiteY42696"/>
              </a:cxn>
              <a:cxn ang="0">
                <a:pos x="connsiteX42697" y="connsiteY42697"/>
              </a:cxn>
              <a:cxn ang="0">
                <a:pos x="connsiteX42698" y="connsiteY42698"/>
              </a:cxn>
              <a:cxn ang="0">
                <a:pos x="connsiteX42699" y="connsiteY42699"/>
              </a:cxn>
              <a:cxn ang="0">
                <a:pos x="connsiteX42700" y="connsiteY42700"/>
              </a:cxn>
              <a:cxn ang="0">
                <a:pos x="connsiteX42701" y="connsiteY42701"/>
              </a:cxn>
              <a:cxn ang="0">
                <a:pos x="connsiteX42702" y="connsiteY42702"/>
              </a:cxn>
              <a:cxn ang="0">
                <a:pos x="connsiteX42703" y="connsiteY42703"/>
              </a:cxn>
              <a:cxn ang="0">
                <a:pos x="connsiteX42704" y="connsiteY42704"/>
              </a:cxn>
              <a:cxn ang="0">
                <a:pos x="connsiteX42705" y="connsiteY42705"/>
              </a:cxn>
              <a:cxn ang="0">
                <a:pos x="connsiteX42706" y="connsiteY42706"/>
              </a:cxn>
              <a:cxn ang="0">
                <a:pos x="connsiteX42707" y="connsiteY42707"/>
              </a:cxn>
              <a:cxn ang="0">
                <a:pos x="connsiteX42708" y="connsiteY42708"/>
              </a:cxn>
              <a:cxn ang="0">
                <a:pos x="connsiteX42709" y="connsiteY42709"/>
              </a:cxn>
              <a:cxn ang="0">
                <a:pos x="connsiteX42710" y="connsiteY42710"/>
              </a:cxn>
              <a:cxn ang="0">
                <a:pos x="connsiteX42711" y="connsiteY42711"/>
              </a:cxn>
              <a:cxn ang="0">
                <a:pos x="connsiteX42712" y="connsiteY42712"/>
              </a:cxn>
              <a:cxn ang="0">
                <a:pos x="connsiteX42713" y="connsiteY42713"/>
              </a:cxn>
              <a:cxn ang="0">
                <a:pos x="connsiteX42714" y="connsiteY42714"/>
              </a:cxn>
              <a:cxn ang="0">
                <a:pos x="connsiteX42715" y="connsiteY42715"/>
              </a:cxn>
              <a:cxn ang="0">
                <a:pos x="connsiteX42716" y="connsiteY42716"/>
              </a:cxn>
              <a:cxn ang="0">
                <a:pos x="connsiteX42717" y="connsiteY42717"/>
              </a:cxn>
              <a:cxn ang="0">
                <a:pos x="connsiteX42718" y="connsiteY42718"/>
              </a:cxn>
              <a:cxn ang="0">
                <a:pos x="connsiteX42719" y="connsiteY42719"/>
              </a:cxn>
              <a:cxn ang="0">
                <a:pos x="connsiteX42720" y="connsiteY42720"/>
              </a:cxn>
              <a:cxn ang="0">
                <a:pos x="connsiteX42721" y="connsiteY42721"/>
              </a:cxn>
              <a:cxn ang="0">
                <a:pos x="connsiteX42722" y="connsiteY42722"/>
              </a:cxn>
              <a:cxn ang="0">
                <a:pos x="connsiteX42723" y="connsiteY42723"/>
              </a:cxn>
              <a:cxn ang="0">
                <a:pos x="connsiteX42724" y="connsiteY42724"/>
              </a:cxn>
              <a:cxn ang="0">
                <a:pos x="connsiteX42725" y="connsiteY42725"/>
              </a:cxn>
              <a:cxn ang="0">
                <a:pos x="connsiteX42726" y="connsiteY42726"/>
              </a:cxn>
              <a:cxn ang="0">
                <a:pos x="connsiteX42727" y="connsiteY42727"/>
              </a:cxn>
              <a:cxn ang="0">
                <a:pos x="connsiteX42728" y="connsiteY42728"/>
              </a:cxn>
              <a:cxn ang="0">
                <a:pos x="connsiteX42729" y="connsiteY42729"/>
              </a:cxn>
              <a:cxn ang="0">
                <a:pos x="connsiteX42730" y="connsiteY42730"/>
              </a:cxn>
              <a:cxn ang="0">
                <a:pos x="connsiteX42731" y="connsiteY42731"/>
              </a:cxn>
              <a:cxn ang="0">
                <a:pos x="connsiteX42732" y="connsiteY42732"/>
              </a:cxn>
              <a:cxn ang="0">
                <a:pos x="connsiteX42733" y="connsiteY42733"/>
              </a:cxn>
              <a:cxn ang="0">
                <a:pos x="connsiteX42734" y="connsiteY42734"/>
              </a:cxn>
              <a:cxn ang="0">
                <a:pos x="connsiteX42735" y="connsiteY42735"/>
              </a:cxn>
              <a:cxn ang="0">
                <a:pos x="connsiteX42736" y="connsiteY42736"/>
              </a:cxn>
              <a:cxn ang="0">
                <a:pos x="connsiteX42737" y="connsiteY42737"/>
              </a:cxn>
              <a:cxn ang="0">
                <a:pos x="connsiteX42738" y="connsiteY42738"/>
              </a:cxn>
              <a:cxn ang="0">
                <a:pos x="connsiteX42739" y="connsiteY42739"/>
              </a:cxn>
              <a:cxn ang="0">
                <a:pos x="connsiteX42740" y="connsiteY42740"/>
              </a:cxn>
              <a:cxn ang="0">
                <a:pos x="connsiteX42741" y="connsiteY42741"/>
              </a:cxn>
              <a:cxn ang="0">
                <a:pos x="connsiteX42742" y="connsiteY42742"/>
              </a:cxn>
              <a:cxn ang="0">
                <a:pos x="connsiteX42743" y="connsiteY42743"/>
              </a:cxn>
              <a:cxn ang="0">
                <a:pos x="connsiteX42744" y="connsiteY42744"/>
              </a:cxn>
              <a:cxn ang="0">
                <a:pos x="connsiteX42745" y="connsiteY42745"/>
              </a:cxn>
              <a:cxn ang="0">
                <a:pos x="connsiteX42746" y="connsiteY42746"/>
              </a:cxn>
              <a:cxn ang="0">
                <a:pos x="connsiteX42747" y="connsiteY42747"/>
              </a:cxn>
              <a:cxn ang="0">
                <a:pos x="connsiteX42748" y="connsiteY42748"/>
              </a:cxn>
              <a:cxn ang="0">
                <a:pos x="connsiteX42749" y="connsiteY42749"/>
              </a:cxn>
              <a:cxn ang="0">
                <a:pos x="connsiteX42750" y="connsiteY42750"/>
              </a:cxn>
              <a:cxn ang="0">
                <a:pos x="connsiteX42751" y="connsiteY42751"/>
              </a:cxn>
              <a:cxn ang="0">
                <a:pos x="connsiteX42752" y="connsiteY42752"/>
              </a:cxn>
              <a:cxn ang="0">
                <a:pos x="connsiteX42753" y="connsiteY42753"/>
              </a:cxn>
              <a:cxn ang="0">
                <a:pos x="connsiteX42754" y="connsiteY42754"/>
              </a:cxn>
              <a:cxn ang="0">
                <a:pos x="connsiteX42755" y="connsiteY42755"/>
              </a:cxn>
              <a:cxn ang="0">
                <a:pos x="connsiteX42756" y="connsiteY42756"/>
              </a:cxn>
              <a:cxn ang="0">
                <a:pos x="connsiteX42757" y="connsiteY42757"/>
              </a:cxn>
              <a:cxn ang="0">
                <a:pos x="connsiteX42758" y="connsiteY42758"/>
              </a:cxn>
              <a:cxn ang="0">
                <a:pos x="connsiteX42759" y="connsiteY42759"/>
              </a:cxn>
              <a:cxn ang="0">
                <a:pos x="connsiteX42760" y="connsiteY42760"/>
              </a:cxn>
              <a:cxn ang="0">
                <a:pos x="connsiteX42761" y="connsiteY42761"/>
              </a:cxn>
              <a:cxn ang="0">
                <a:pos x="connsiteX42762" y="connsiteY42762"/>
              </a:cxn>
              <a:cxn ang="0">
                <a:pos x="connsiteX42763" y="connsiteY42763"/>
              </a:cxn>
              <a:cxn ang="0">
                <a:pos x="connsiteX42764" y="connsiteY42764"/>
              </a:cxn>
              <a:cxn ang="0">
                <a:pos x="connsiteX42765" y="connsiteY42765"/>
              </a:cxn>
              <a:cxn ang="0">
                <a:pos x="connsiteX42766" y="connsiteY42766"/>
              </a:cxn>
              <a:cxn ang="0">
                <a:pos x="connsiteX42767" y="connsiteY42767"/>
              </a:cxn>
              <a:cxn ang="0">
                <a:pos x="connsiteX42768" y="connsiteY42768"/>
              </a:cxn>
              <a:cxn ang="0">
                <a:pos x="connsiteX42769" y="connsiteY42769"/>
              </a:cxn>
              <a:cxn ang="0">
                <a:pos x="connsiteX42770" y="connsiteY42770"/>
              </a:cxn>
              <a:cxn ang="0">
                <a:pos x="connsiteX42771" y="connsiteY42771"/>
              </a:cxn>
              <a:cxn ang="0">
                <a:pos x="connsiteX42772" y="connsiteY42772"/>
              </a:cxn>
              <a:cxn ang="0">
                <a:pos x="connsiteX42773" y="connsiteY42773"/>
              </a:cxn>
              <a:cxn ang="0">
                <a:pos x="connsiteX42774" y="connsiteY42774"/>
              </a:cxn>
              <a:cxn ang="0">
                <a:pos x="connsiteX42775" y="connsiteY42775"/>
              </a:cxn>
              <a:cxn ang="0">
                <a:pos x="connsiteX42776" y="connsiteY42776"/>
              </a:cxn>
              <a:cxn ang="0">
                <a:pos x="connsiteX42777" y="connsiteY42777"/>
              </a:cxn>
              <a:cxn ang="0">
                <a:pos x="connsiteX42778" y="connsiteY42778"/>
              </a:cxn>
              <a:cxn ang="0">
                <a:pos x="connsiteX42779" y="connsiteY42779"/>
              </a:cxn>
              <a:cxn ang="0">
                <a:pos x="connsiteX42780" y="connsiteY42780"/>
              </a:cxn>
              <a:cxn ang="0">
                <a:pos x="connsiteX42781" y="connsiteY42781"/>
              </a:cxn>
              <a:cxn ang="0">
                <a:pos x="connsiteX42782" y="connsiteY42782"/>
              </a:cxn>
              <a:cxn ang="0">
                <a:pos x="connsiteX42783" y="connsiteY42783"/>
              </a:cxn>
              <a:cxn ang="0">
                <a:pos x="connsiteX42784" y="connsiteY42784"/>
              </a:cxn>
              <a:cxn ang="0">
                <a:pos x="connsiteX42785" y="connsiteY42785"/>
              </a:cxn>
              <a:cxn ang="0">
                <a:pos x="connsiteX42786" y="connsiteY42786"/>
              </a:cxn>
              <a:cxn ang="0">
                <a:pos x="connsiteX42787" y="connsiteY42787"/>
              </a:cxn>
              <a:cxn ang="0">
                <a:pos x="connsiteX42788" y="connsiteY42788"/>
              </a:cxn>
              <a:cxn ang="0">
                <a:pos x="connsiteX42789" y="connsiteY42789"/>
              </a:cxn>
              <a:cxn ang="0">
                <a:pos x="connsiteX42790" y="connsiteY42790"/>
              </a:cxn>
              <a:cxn ang="0">
                <a:pos x="connsiteX42791" y="connsiteY42791"/>
              </a:cxn>
              <a:cxn ang="0">
                <a:pos x="connsiteX42792" y="connsiteY42792"/>
              </a:cxn>
              <a:cxn ang="0">
                <a:pos x="connsiteX42793" y="connsiteY42793"/>
              </a:cxn>
              <a:cxn ang="0">
                <a:pos x="connsiteX42794" y="connsiteY42794"/>
              </a:cxn>
              <a:cxn ang="0">
                <a:pos x="connsiteX42795" y="connsiteY42795"/>
              </a:cxn>
              <a:cxn ang="0">
                <a:pos x="connsiteX42796" y="connsiteY42796"/>
              </a:cxn>
              <a:cxn ang="0">
                <a:pos x="connsiteX42797" y="connsiteY42797"/>
              </a:cxn>
              <a:cxn ang="0">
                <a:pos x="connsiteX42798" y="connsiteY42798"/>
              </a:cxn>
              <a:cxn ang="0">
                <a:pos x="connsiteX42799" y="connsiteY42799"/>
              </a:cxn>
              <a:cxn ang="0">
                <a:pos x="connsiteX42800" y="connsiteY42800"/>
              </a:cxn>
              <a:cxn ang="0">
                <a:pos x="connsiteX42801" y="connsiteY42801"/>
              </a:cxn>
              <a:cxn ang="0">
                <a:pos x="connsiteX42802" y="connsiteY42802"/>
              </a:cxn>
              <a:cxn ang="0">
                <a:pos x="connsiteX42803" y="connsiteY42803"/>
              </a:cxn>
              <a:cxn ang="0">
                <a:pos x="connsiteX42804" y="connsiteY42804"/>
              </a:cxn>
              <a:cxn ang="0">
                <a:pos x="connsiteX42805" y="connsiteY42805"/>
              </a:cxn>
              <a:cxn ang="0">
                <a:pos x="connsiteX42806" y="connsiteY42806"/>
              </a:cxn>
              <a:cxn ang="0">
                <a:pos x="connsiteX42807" y="connsiteY42807"/>
              </a:cxn>
              <a:cxn ang="0">
                <a:pos x="connsiteX42808" y="connsiteY42808"/>
              </a:cxn>
              <a:cxn ang="0">
                <a:pos x="connsiteX42809" y="connsiteY42809"/>
              </a:cxn>
              <a:cxn ang="0">
                <a:pos x="connsiteX42810" y="connsiteY42810"/>
              </a:cxn>
              <a:cxn ang="0">
                <a:pos x="connsiteX42811" y="connsiteY42811"/>
              </a:cxn>
              <a:cxn ang="0">
                <a:pos x="connsiteX42812" y="connsiteY42812"/>
              </a:cxn>
              <a:cxn ang="0">
                <a:pos x="connsiteX42813" y="connsiteY42813"/>
              </a:cxn>
              <a:cxn ang="0">
                <a:pos x="connsiteX42814" y="connsiteY42814"/>
              </a:cxn>
              <a:cxn ang="0">
                <a:pos x="connsiteX42815" y="connsiteY42815"/>
              </a:cxn>
              <a:cxn ang="0">
                <a:pos x="connsiteX42816" y="connsiteY42816"/>
              </a:cxn>
              <a:cxn ang="0">
                <a:pos x="connsiteX42817" y="connsiteY42817"/>
              </a:cxn>
              <a:cxn ang="0">
                <a:pos x="connsiteX42818" y="connsiteY42818"/>
              </a:cxn>
              <a:cxn ang="0">
                <a:pos x="connsiteX42819" y="connsiteY42819"/>
              </a:cxn>
              <a:cxn ang="0">
                <a:pos x="connsiteX42820" y="connsiteY42820"/>
              </a:cxn>
              <a:cxn ang="0">
                <a:pos x="connsiteX42821" y="connsiteY42821"/>
              </a:cxn>
              <a:cxn ang="0">
                <a:pos x="connsiteX42822" y="connsiteY42822"/>
              </a:cxn>
              <a:cxn ang="0">
                <a:pos x="connsiteX42823" y="connsiteY42823"/>
              </a:cxn>
              <a:cxn ang="0">
                <a:pos x="connsiteX42824" y="connsiteY42824"/>
              </a:cxn>
              <a:cxn ang="0">
                <a:pos x="connsiteX42825" y="connsiteY42825"/>
              </a:cxn>
              <a:cxn ang="0">
                <a:pos x="connsiteX42826" y="connsiteY42826"/>
              </a:cxn>
              <a:cxn ang="0">
                <a:pos x="connsiteX42827" y="connsiteY42827"/>
              </a:cxn>
              <a:cxn ang="0">
                <a:pos x="connsiteX42828" y="connsiteY42828"/>
              </a:cxn>
              <a:cxn ang="0">
                <a:pos x="connsiteX42829" y="connsiteY42829"/>
              </a:cxn>
              <a:cxn ang="0">
                <a:pos x="connsiteX42830" y="connsiteY42830"/>
              </a:cxn>
              <a:cxn ang="0">
                <a:pos x="connsiteX42831" y="connsiteY42831"/>
              </a:cxn>
              <a:cxn ang="0">
                <a:pos x="connsiteX42832" y="connsiteY42832"/>
              </a:cxn>
              <a:cxn ang="0">
                <a:pos x="connsiteX42833" y="connsiteY42833"/>
              </a:cxn>
              <a:cxn ang="0">
                <a:pos x="connsiteX42834" y="connsiteY42834"/>
              </a:cxn>
              <a:cxn ang="0">
                <a:pos x="connsiteX42835" y="connsiteY42835"/>
              </a:cxn>
              <a:cxn ang="0">
                <a:pos x="connsiteX42836" y="connsiteY42836"/>
              </a:cxn>
              <a:cxn ang="0">
                <a:pos x="connsiteX42837" y="connsiteY42837"/>
              </a:cxn>
              <a:cxn ang="0">
                <a:pos x="connsiteX42838" y="connsiteY42838"/>
              </a:cxn>
              <a:cxn ang="0">
                <a:pos x="connsiteX42839" y="connsiteY42839"/>
              </a:cxn>
              <a:cxn ang="0">
                <a:pos x="connsiteX42840" y="connsiteY42840"/>
              </a:cxn>
              <a:cxn ang="0">
                <a:pos x="connsiteX42841" y="connsiteY42841"/>
              </a:cxn>
              <a:cxn ang="0">
                <a:pos x="connsiteX42842" y="connsiteY42842"/>
              </a:cxn>
              <a:cxn ang="0">
                <a:pos x="connsiteX42843" y="connsiteY42843"/>
              </a:cxn>
              <a:cxn ang="0">
                <a:pos x="connsiteX42844" y="connsiteY42844"/>
              </a:cxn>
              <a:cxn ang="0">
                <a:pos x="connsiteX42845" y="connsiteY42845"/>
              </a:cxn>
              <a:cxn ang="0">
                <a:pos x="connsiteX42846" y="connsiteY42846"/>
              </a:cxn>
              <a:cxn ang="0">
                <a:pos x="connsiteX42847" y="connsiteY42847"/>
              </a:cxn>
              <a:cxn ang="0">
                <a:pos x="connsiteX42848" y="connsiteY42848"/>
              </a:cxn>
              <a:cxn ang="0">
                <a:pos x="connsiteX42849" y="connsiteY42849"/>
              </a:cxn>
              <a:cxn ang="0">
                <a:pos x="connsiteX42850" y="connsiteY42850"/>
              </a:cxn>
              <a:cxn ang="0">
                <a:pos x="connsiteX42851" y="connsiteY42851"/>
              </a:cxn>
              <a:cxn ang="0">
                <a:pos x="connsiteX42852" y="connsiteY42852"/>
              </a:cxn>
              <a:cxn ang="0">
                <a:pos x="connsiteX42853" y="connsiteY42853"/>
              </a:cxn>
              <a:cxn ang="0">
                <a:pos x="connsiteX42854" y="connsiteY42854"/>
              </a:cxn>
              <a:cxn ang="0">
                <a:pos x="connsiteX42855" y="connsiteY42855"/>
              </a:cxn>
              <a:cxn ang="0">
                <a:pos x="connsiteX42856" y="connsiteY42856"/>
              </a:cxn>
              <a:cxn ang="0">
                <a:pos x="connsiteX42857" y="connsiteY42857"/>
              </a:cxn>
              <a:cxn ang="0">
                <a:pos x="connsiteX42858" y="connsiteY42858"/>
              </a:cxn>
              <a:cxn ang="0">
                <a:pos x="connsiteX42859" y="connsiteY42859"/>
              </a:cxn>
              <a:cxn ang="0">
                <a:pos x="connsiteX42860" y="connsiteY42860"/>
              </a:cxn>
              <a:cxn ang="0">
                <a:pos x="connsiteX42861" y="connsiteY42861"/>
              </a:cxn>
              <a:cxn ang="0">
                <a:pos x="connsiteX42862" y="connsiteY42862"/>
              </a:cxn>
              <a:cxn ang="0">
                <a:pos x="connsiteX42863" y="connsiteY42863"/>
              </a:cxn>
              <a:cxn ang="0">
                <a:pos x="connsiteX42864" y="connsiteY42864"/>
              </a:cxn>
              <a:cxn ang="0">
                <a:pos x="connsiteX42865" y="connsiteY42865"/>
              </a:cxn>
              <a:cxn ang="0">
                <a:pos x="connsiteX42866" y="connsiteY42866"/>
              </a:cxn>
              <a:cxn ang="0">
                <a:pos x="connsiteX42867" y="connsiteY42867"/>
              </a:cxn>
              <a:cxn ang="0">
                <a:pos x="connsiteX42868" y="connsiteY42868"/>
              </a:cxn>
              <a:cxn ang="0">
                <a:pos x="connsiteX42869" y="connsiteY42869"/>
              </a:cxn>
              <a:cxn ang="0">
                <a:pos x="connsiteX42870" y="connsiteY42870"/>
              </a:cxn>
              <a:cxn ang="0">
                <a:pos x="connsiteX42871" y="connsiteY42871"/>
              </a:cxn>
              <a:cxn ang="0">
                <a:pos x="connsiteX42872" y="connsiteY42872"/>
              </a:cxn>
              <a:cxn ang="0">
                <a:pos x="connsiteX42873" y="connsiteY42873"/>
              </a:cxn>
              <a:cxn ang="0">
                <a:pos x="connsiteX42874" y="connsiteY42874"/>
              </a:cxn>
              <a:cxn ang="0">
                <a:pos x="connsiteX42875" y="connsiteY42875"/>
              </a:cxn>
              <a:cxn ang="0">
                <a:pos x="connsiteX42876" y="connsiteY42876"/>
              </a:cxn>
              <a:cxn ang="0">
                <a:pos x="connsiteX42877" y="connsiteY42877"/>
              </a:cxn>
              <a:cxn ang="0">
                <a:pos x="connsiteX42878" y="connsiteY42878"/>
              </a:cxn>
              <a:cxn ang="0">
                <a:pos x="connsiteX42879" y="connsiteY42879"/>
              </a:cxn>
              <a:cxn ang="0">
                <a:pos x="connsiteX42880" y="connsiteY42880"/>
              </a:cxn>
              <a:cxn ang="0">
                <a:pos x="connsiteX42881" y="connsiteY42881"/>
              </a:cxn>
              <a:cxn ang="0">
                <a:pos x="connsiteX42882" y="connsiteY42882"/>
              </a:cxn>
              <a:cxn ang="0">
                <a:pos x="connsiteX42883" y="connsiteY42883"/>
              </a:cxn>
              <a:cxn ang="0">
                <a:pos x="connsiteX42884" y="connsiteY42884"/>
              </a:cxn>
              <a:cxn ang="0">
                <a:pos x="connsiteX42885" y="connsiteY42885"/>
              </a:cxn>
              <a:cxn ang="0">
                <a:pos x="connsiteX42886" y="connsiteY42886"/>
              </a:cxn>
              <a:cxn ang="0">
                <a:pos x="connsiteX42887" y="connsiteY42887"/>
              </a:cxn>
              <a:cxn ang="0">
                <a:pos x="connsiteX42888" y="connsiteY42888"/>
              </a:cxn>
              <a:cxn ang="0">
                <a:pos x="connsiteX42889" y="connsiteY42889"/>
              </a:cxn>
              <a:cxn ang="0">
                <a:pos x="connsiteX42890" y="connsiteY42890"/>
              </a:cxn>
              <a:cxn ang="0">
                <a:pos x="connsiteX42891" y="connsiteY42891"/>
              </a:cxn>
              <a:cxn ang="0">
                <a:pos x="connsiteX42892" y="connsiteY42892"/>
              </a:cxn>
              <a:cxn ang="0">
                <a:pos x="connsiteX42893" y="connsiteY42893"/>
              </a:cxn>
              <a:cxn ang="0">
                <a:pos x="connsiteX42894" y="connsiteY42894"/>
              </a:cxn>
              <a:cxn ang="0">
                <a:pos x="connsiteX42895" y="connsiteY42895"/>
              </a:cxn>
              <a:cxn ang="0">
                <a:pos x="connsiteX42896" y="connsiteY42896"/>
              </a:cxn>
              <a:cxn ang="0">
                <a:pos x="connsiteX42897" y="connsiteY42897"/>
              </a:cxn>
              <a:cxn ang="0">
                <a:pos x="connsiteX42898" y="connsiteY42898"/>
              </a:cxn>
              <a:cxn ang="0">
                <a:pos x="connsiteX42899" y="connsiteY42899"/>
              </a:cxn>
              <a:cxn ang="0">
                <a:pos x="connsiteX42900" y="connsiteY42900"/>
              </a:cxn>
              <a:cxn ang="0">
                <a:pos x="connsiteX42901" y="connsiteY42901"/>
              </a:cxn>
              <a:cxn ang="0">
                <a:pos x="connsiteX42902" y="connsiteY42902"/>
              </a:cxn>
              <a:cxn ang="0">
                <a:pos x="connsiteX42903" y="connsiteY42903"/>
              </a:cxn>
              <a:cxn ang="0">
                <a:pos x="connsiteX42904" y="connsiteY42904"/>
              </a:cxn>
              <a:cxn ang="0">
                <a:pos x="connsiteX42905" y="connsiteY42905"/>
              </a:cxn>
              <a:cxn ang="0">
                <a:pos x="connsiteX42906" y="connsiteY42906"/>
              </a:cxn>
              <a:cxn ang="0">
                <a:pos x="connsiteX42907" y="connsiteY42907"/>
              </a:cxn>
              <a:cxn ang="0">
                <a:pos x="connsiteX42908" y="connsiteY42908"/>
              </a:cxn>
              <a:cxn ang="0">
                <a:pos x="connsiteX42909" y="connsiteY42909"/>
              </a:cxn>
              <a:cxn ang="0">
                <a:pos x="connsiteX42910" y="connsiteY42910"/>
              </a:cxn>
              <a:cxn ang="0">
                <a:pos x="connsiteX42911" y="connsiteY42911"/>
              </a:cxn>
              <a:cxn ang="0">
                <a:pos x="connsiteX42912" y="connsiteY42912"/>
              </a:cxn>
              <a:cxn ang="0">
                <a:pos x="connsiteX42913" y="connsiteY42913"/>
              </a:cxn>
              <a:cxn ang="0">
                <a:pos x="connsiteX42914" y="connsiteY42914"/>
              </a:cxn>
              <a:cxn ang="0">
                <a:pos x="connsiteX42915" y="connsiteY42915"/>
              </a:cxn>
              <a:cxn ang="0">
                <a:pos x="connsiteX42916" y="connsiteY42916"/>
              </a:cxn>
              <a:cxn ang="0">
                <a:pos x="connsiteX42917" y="connsiteY42917"/>
              </a:cxn>
              <a:cxn ang="0">
                <a:pos x="connsiteX42918" y="connsiteY42918"/>
              </a:cxn>
              <a:cxn ang="0">
                <a:pos x="connsiteX42919" y="connsiteY42919"/>
              </a:cxn>
              <a:cxn ang="0">
                <a:pos x="connsiteX42920" y="connsiteY42920"/>
              </a:cxn>
              <a:cxn ang="0">
                <a:pos x="connsiteX42921" y="connsiteY42921"/>
              </a:cxn>
              <a:cxn ang="0">
                <a:pos x="connsiteX42922" y="connsiteY42922"/>
              </a:cxn>
              <a:cxn ang="0">
                <a:pos x="connsiteX42923" y="connsiteY42923"/>
              </a:cxn>
              <a:cxn ang="0">
                <a:pos x="connsiteX42924" y="connsiteY42924"/>
              </a:cxn>
              <a:cxn ang="0">
                <a:pos x="connsiteX42925" y="connsiteY42925"/>
              </a:cxn>
              <a:cxn ang="0">
                <a:pos x="connsiteX42926" y="connsiteY42926"/>
              </a:cxn>
              <a:cxn ang="0">
                <a:pos x="connsiteX42927" y="connsiteY42927"/>
              </a:cxn>
              <a:cxn ang="0">
                <a:pos x="connsiteX42928" y="connsiteY42928"/>
              </a:cxn>
              <a:cxn ang="0">
                <a:pos x="connsiteX42929" y="connsiteY42929"/>
              </a:cxn>
              <a:cxn ang="0">
                <a:pos x="connsiteX42930" y="connsiteY42930"/>
              </a:cxn>
              <a:cxn ang="0">
                <a:pos x="connsiteX42931" y="connsiteY42931"/>
              </a:cxn>
              <a:cxn ang="0">
                <a:pos x="connsiteX42932" y="connsiteY42932"/>
              </a:cxn>
              <a:cxn ang="0">
                <a:pos x="connsiteX42933" y="connsiteY42933"/>
              </a:cxn>
              <a:cxn ang="0">
                <a:pos x="connsiteX42934" y="connsiteY42934"/>
              </a:cxn>
              <a:cxn ang="0">
                <a:pos x="connsiteX42935" y="connsiteY42935"/>
              </a:cxn>
              <a:cxn ang="0">
                <a:pos x="connsiteX42936" y="connsiteY42936"/>
              </a:cxn>
              <a:cxn ang="0">
                <a:pos x="connsiteX42937" y="connsiteY42937"/>
              </a:cxn>
              <a:cxn ang="0">
                <a:pos x="connsiteX42938" y="connsiteY42938"/>
              </a:cxn>
              <a:cxn ang="0">
                <a:pos x="connsiteX42939" y="connsiteY42939"/>
              </a:cxn>
              <a:cxn ang="0">
                <a:pos x="connsiteX42940" y="connsiteY42940"/>
              </a:cxn>
              <a:cxn ang="0">
                <a:pos x="connsiteX42941" y="connsiteY42941"/>
              </a:cxn>
              <a:cxn ang="0">
                <a:pos x="connsiteX42942" y="connsiteY42942"/>
              </a:cxn>
              <a:cxn ang="0">
                <a:pos x="connsiteX42943" y="connsiteY42943"/>
              </a:cxn>
              <a:cxn ang="0">
                <a:pos x="connsiteX42944" y="connsiteY42944"/>
              </a:cxn>
              <a:cxn ang="0">
                <a:pos x="connsiteX42945" y="connsiteY42945"/>
              </a:cxn>
              <a:cxn ang="0">
                <a:pos x="connsiteX42946" y="connsiteY42946"/>
              </a:cxn>
              <a:cxn ang="0">
                <a:pos x="connsiteX42947" y="connsiteY42947"/>
              </a:cxn>
              <a:cxn ang="0">
                <a:pos x="connsiteX42948" y="connsiteY42948"/>
              </a:cxn>
              <a:cxn ang="0">
                <a:pos x="connsiteX42949" y="connsiteY42949"/>
              </a:cxn>
              <a:cxn ang="0">
                <a:pos x="connsiteX42950" y="connsiteY42950"/>
              </a:cxn>
              <a:cxn ang="0">
                <a:pos x="connsiteX42951" y="connsiteY42951"/>
              </a:cxn>
              <a:cxn ang="0">
                <a:pos x="connsiteX42952" y="connsiteY42952"/>
              </a:cxn>
              <a:cxn ang="0">
                <a:pos x="connsiteX42953" y="connsiteY42953"/>
              </a:cxn>
              <a:cxn ang="0">
                <a:pos x="connsiteX42954" y="connsiteY42954"/>
              </a:cxn>
              <a:cxn ang="0">
                <a:pos x="connsiteX42955" y="connsiteY42955"/>
              </a:cxn>
              <a:cxn ang="0">
                <a:pos x="connsiteX42956" y="connsiteY42956"/>
              </a:cxn>
              <a:cxn ang="0">
                <a:pos x="connsiteX42957" y="connsiteY42957"/>
              </a:cxn>
              <a:cxn ang="0">
                <a:pos x="connsiteX42958" y="connsiteY42958"/>
              </a:cxn>
              <a:cxn ang="0">
                <a:pos x="connsiteX42959" y="connsiteY42959"/>
              </a:cxn>
              <a:cxn ang="0">
                <a:pos x="connsiteX42960" y="connsiteY42960"/>
              </a:cxn>
              <a:cxn ang="0">
                <a:pos x="connsiteX42961" y="connsiteY42961"/>
              </a:cxn>
              <a:cxn ang="0">
                <a:pos x="connsiteX42962" y="connsiteY42962"/>
              </a:cxn>
              <a:cxn ang="0">
                <a:pos x="connsiteX42963" y="connsiteY42963"/>
              </a:cxn>
              <a:cxn ang="0">
                <a:pos x="connsiteX42964" y="connsiteY42964"/>
              </a:cxn>
              <a:cxn ang="0">
                <a:pos x="connsiteX42965" y="connsiteY42965"/>
              </a:cxn>
              <a:cxn ang="0">
                <a:pos x="connsiteX42966" y="connsiteY42966"/>
              </a:cxn>
              <a:cxn ang="0">
                <a:pos x="connsiteX42967" y="connsiteY42967"/>
              </a:cxn>
              <a:cxn ang="0">
                <a:pos x="connsiteX42968" y="connsiteY42968"/>
              </a:cxn>
              <a:cxn ang="0">
                <a:pos x="connsiteX42969" y="connsiteY42969"/>
              </a:cxn>
              <a:cxn ang="0">
                <a:pos x="connsiteX42970" y="connsiteY42970"/>
              </a:cxn>
              <a:cxn ang="0">
                <a:pos x="connsiteX42971" y="connsiteY42971"/>
              </a:cxn>
              <a:cxn ang="0">
                <a:pos x="connsiteX42972" y="connsiteY42972"/>
              </a:cxn>
              <a:cxn ang="0">
                <a:pos x="connsiteX42973" y="connsiteY42973"/>
              </a:cxn>
              <a:cxn ang="0">
                <a:pos x="connsiteX42974" y="connsiteY42974"/>
              </a:cxn>
              <a:cxn ang="0">
                <a:pos x="connsiteX42975" y="connsiteY42975"/>
              </a:cxn>
              <a:cxn ang="0">
                <a:pos x="connsiteX42976" y="connsiteY42976"/>
              </a:cxn>
              <a:cxn ang="0">
                <a:pos x="connsiteX42977" y="connsiteY42977"/>
              </a:cxn>
              <a:cxn ang="0">
                <a:pos x="connsiteX42978" y="connsiteY42978"/>
              </a:cxn>
              <a:cxn ang="0">
                <a:pos x="connsiteX42979" y="connsiteY42979"/>
              </a:cxn>
              <a:cxn ang="0">
                <a:pos x="connsiteX42980" y="connsiteY42980"/>
              </a:cxn>
              <a:cxn ang="0">
                <a:pos x="connsiteX42981" y="connsiteY42981"/>
              </a:cxn>
              <a:cxn ang="0">
                <a:pos x="connsiteX42982" y="connsiteY42982"/>
              </a:cxn>
              <a:cxn ang="0">
                <a:pos x="connsiteX42983" y="connsiteY42983"/>
              </a:cxn>
              <a:cxn ang="0">
                <a:pos x="connsiteX42984" y="connsiteY42984"/>
              </a:cxn>
              <a:cxn ang="0">
                <a:pos x="connsiteX42985" y="connsiteY42985"/>
              </a:cxn>
              <a:cxn ang="0">
                <a:pos x="connsiteX42986" y="connsiteY42986"/>
              </a:cxn>
              <a:cxn ang="0">
                <a:pos x="connsiteX42987" y="connsiteY42987"/>
              </a:cxn>
              <a:cxn ang="0">
                <a:pos x="connsiteX42988" y="connsiteY42988"/>
              </a:cxn>
              <a:cxn ang="0">
                <a:pos x="connsiteX42989" y="connsiteY42989"/>
              </a:cxn>
              <a:cxn ang="0">
                <a:pos x="connsiteX42990" y="connsiteY42990"/>
              </a:cxn>
              <a:cxn ang="0">
                <a:pos x="connsiteX42991" y="connsiteY42991"/>
              </a:cxn>
              <a:cxn ang="0">
                <a:pos x="connsiteX42992" y="connsiteY42992"/>
              </a:cxn>
              <a:cxn ang="0">
                <a:pos x="connsiteX42993" y="connsiteY42993"/>
              </a:cxn>
              <a:cxn ang="0">
                <a:pos x="connsiteX42994" y="connsiteY42994"/>
              </a:cxn>
              <a:cxn ang="0">
                <a:pos x="connsiteX42995" y="connsiteY42995"/>
              </a:cxn>
              <a:cxn ang="0">
                <a:pos x="connsiteX42996" y="connsiteY42996"/>
              </a:cxn>
              <a:cxn ang="0">
                <a:pos x="connsiteX42997" y="connsiteY42997"/>
              </a:cxn>
              <a:cxn ang="0">
                <a:pos x="connsiteX42998" y="connsiteY42998"/>
              </a:cxn>
              <a:cxn ang="0">
                <a:pos x="connsiteX42999" y="connsiteY42999"/>
              </a:cxn>
              <a:cxn ang="0">
                <a:pos x="connsiteX43000" y="connsiteY43000"/>
              </a:cxn>
              <a:cxn ang="0">
                <a:pos x="connsiteX43001" y="connsiteY43001"/>
              </a:cxn>
              <a:cxn ang="0">
                <a:pos x="connsiteX43002" y="connsiteY43002"/>
              </a:cxn>
              <a:cxn ang="0">
                <a:pos x="connsiteX43003" y="connsiteY43003"/>
              </a:cxn>
              <a:cxn ang="0">
                <a:pos x="connsiteX43004" y="connsiteY43004"/>
              </a:cxn>
              <a:cxn ang="0">
                <a:pos x="connsiteX43005" y="connsiteY43005"/>
              </a:cxn>
              <a:cxn ang="0">
                <a:pos x="connsiteX43006" y="connsiteY43006"/>
              </a:cxn>
              <a:cxn ang="0">
                <a:pos x="connsiteX43007" y="connsiteY43007"/>
              </a:cxn>
              <a:cxn ang="0">
                <a:pos x="connsiteX43008" y="connsiteY43008"/>
              </a:cxn>
              <a:cxn ang="0">
                <a:pos x="connsiteX43009" y="connsiteY43009"/>
              </a:cxn>
              <a:cxn ang="0">
                <a:pos x="connsiteX43010" y="connsiteY43010"/>
              </a:cxn>
              <a:cxn ang="0">
                <a:pos x="connsiteX43011" y="connsiteY43011"/>
              </a:cxn>
              <a:cxn ang="0">
                <a:pos x="connsiteX43012" y="connsiteY43012"/>
              </a:cxn>
              <a:cxn ang="0">
                <a:pos x="connsiteX43013" y="connsiteY43013"/>
              </a:cxn>
              <a:cxn ang="0">
                <a:pos x="connsiteX43014" y="connsiteY43014"/>
              </a:cxn>
              <a:cxn ang="0">
                <a:pos x="connsiteX43015" y="connsiteY43015"/>
              </a:cxn>
              <a:cxn ang="0">
                <a:pos x="connsiteX43016" y="connsiteY43016"/>
              </a:cxn>
              <a:cxn ang="0">
                <a:pos x="connsiteX43017" y="connsiteY43017"/>
              </a:cxn>
              <a:cxn ang="0">
                <a:pos x="connsiteX43018" y="connsiteY43018"/>
              </a:cxn>
              <a:cxn ang="0">
                <a:pos x="connsiteX43019" y="connsiteY43019"/>
              </a:cxn>
              <a:cxn ang="0">
                <a:pos x="connsiteX43020" y="connsiteY43020"/>
              </a:cxn>
              <a:cxn ang="0">
                <a:pos x="connsiteX43021" y="connsiteY43021"/>
              </a:cxn>
              <a:cxn ang="0">
                <a:pos x="connsiteX43022" y="connsiteY43022"/>
              </a:cxn>
              <a:cxn ang="0">
                <a:pos x="connsiteX43023" y="connsiteY43023"/>
              </a:cxn>
              <a:cxn ang="0">
                <a:pos x="connsiteX43024" y="connsiteY43024"/>
              </a:cxn>
              <a:cxn ang="0">
                <a:pos x="connsiteX43025" y="connsiteY43025"/>
              </a:cxn>
              <a:cxn ang="0">
                <a:pos x="connsiteX43026" y="connsiteY43026"/>
              </a:cxn>
              <a:cxn ang="0">
                <a:pos x="connsiteX43027" y="connsiteY43027"/>
              </a:cxn>
              <a:cxn ang="0">
                <a:pos x="connsiteX43028" y="connsiteY43028"/>
              </a:cxn>
              <a:cxn ang="0">
                <a:pos x="connsiteX43029" y="connsiteY43029"/>
              </a:cxn>
              <a:cxn ang="0">
                <a:pos x="connsiteX43030" y="connsiteY43030"/>
              </a:cxn>
              <a:cxn ang="0">
                <a:pos x="connsiteX43031" y="connsiteY43031"/>
              </a:cxn>
              <a:cxn ang="0">
                <a:pos x="connsiteX43032" y="connsiteY43032"/>
              </a:cxn>
              <a:cxn ang="0">
                <a:pos x="connsiteX43033" y="connsiteY43033"/>
              </a:cxn>
              <a:cxn ang="0">
                <a:pos x="connsiteX43034" y="connsiteY43034"/>
              </a:cxn>
              <a:cxn ang="0">
                <a:pos x="connsiteX43035" y="connsiteY43035"/>
              </a:cxn>
              <a:cxn ang="0">
                <a:pos x="connsiteX43036" y="connsiteY43036"/>
              </a:cxn>
              <a:cxn ang="0">
                <a:pos x="connsiteX43037" y="connsiteY43037"/>
              </a:cxn>
              <a:cxn ang="0">
                <a:pos x="connsiteX43038" y="connsiteY43038"/>
              </a:cxn>
              <a:cxn ang="0">
                <a:pos x="connsiteX43039" y="connsiteY43039"/>
              </a:cxn>
              <a:cxn ang="0">
                <a:pos x="connsiteX43040" y="connsiteY43040"/>
              </a:cxn>
              <a:cxn ang="0">
                <a:pos x="connsiteX43041" y="connsiteY43041"/>
              </a:cxn>
              <a:cxn ang="0">
                <a:pos x="connsiteX43042" y="connsiteY43042"/>
              </a:cxn>
              <a:cxn ang="0">
                <a:pos x="connsiteX43043" y="connsiteY43043"/>
              </a:cxn>
              <a:cxn ang="0">
                <a:pos x="connsiteX43044" y="connsiteY43044"/>
              </a:cxn>
              <a:cxn ang="0">
                <a:pos x="connsiteX43045" y="connsiteY43045"/>
              </a:cxn>
              <a:cxn ang="0">
                <a:pos x="connsiteX43046" y="connsiteY43046"/>
              </a:cxn>
              <a:cxn ang="0">
                <a:pos x="connsiteX43047" y="connsiteY43047"/>
              </a:cxn>
              <a:cxn ang="0">
                <a:pos x="connsiteX43048" y="connsiteY43048"/>
              </a:cxn>
              <a:cxn ang="0">
                <a:pos x="connsiteX43049" y="connsiteY43049"/>
              </a:cxn>
              <a:cxn ang="0">
                <a:pos x="connsiteX43050" y="connsiteY43050"/>
              </a:cxn>
              <a:cxn ang="0">
                <a:pos x="connsiteX43051" y="connsiteY43051"/>
              </a:cxn>
              <a:cxn ang="0">
                <a:pos x="connsiteX43052" y="connsiteY43052"/>
              </a:cxn>
              <a:cxn ang="0">
                <a:pos x="connsiteX43053" y="connsiteY43053"/>
              </a:cxn>
              <a:cxn ang="0">
                <a:pos x="connsiteX43054" y="connsiteY43054"/>
              </a:cxn>
              <a:cxn ang="0">
                <a:pos x="connsiteX43055" y="connsiteY43055"/>
              </a:cxn>
              <a:cxn ang="0">
                <a:pos x="connsiteX43056" y="connsiteY43056"/>
              </a:cxn>
              <a:cxn ang="0">
                <a:pos x="connsiteX43057" y="connsiteY43057"/>
              </a:cxn>
              <a:cxn ang="0">
                <a:pos x="connsiteX43058" y="connsiteY43058"/>
              </a:cxn>
              <a:cxn ang="0">
                <a:pos x="connsiteX43059" y="connsiteY43059"/>
              </a:cxn>
              <a:cxn ang="0">
                <a:pos x="connsiteX43060" y="connsiteY43060"/>
              </a:cxn>
              <a:cxn ang="0">
                <a:pos x="connsiteX43061" y="connsiteY43061"/>
              </a:cxn>
              <a:cxn ang="0">
                <a:pos x="connsiteX43062" y="connsiteY43062"/>
              </a:cxn>
              <a:cxn ang="0">
                <a:pos x="connsiteX43063" y="connsiteY43063"/>
              </a:cxn>
              <a:cxn ang="0">
                <a:pos x="connsiteX43064" y="connsiteY43064"/>
              </a:cxn>
              <a:cxn ang="0">
                <a:pos x="connsiteX43065" y="connsiteY43065"/>
              </a:cxn>
              <a:cxn ang="0">
                <a:pos x="connsiteX43066" y="connsiteY43066"/>
              </a:cxn>
              <a:cxn ang="0">
                <a:pos x="connsiteX43067" y="connsiteY43067"/>
              </a:cxn>
              <a:cxn ang="0">
                <a:pos x="connsiteX43068" y="connsiteY43068"/>
              </a:cxn>
              <a:cxn ang="0">
                <a:pos x="connsiteX43069" y="connsiteY43069"/>
              </a:cxn>
              <a:cxn ang="0">
                <a:pos x="connsiteX43070" y="connsiteY43070"/>
              </a:cxn>
              <a:cxn ang="0">
                <a:pos x="connsiteX43071" y="connsiteY43071"/>
              </a:cxn>
              <a:cxn ang="0">
                <a:pos x="connsiteX43072" y="connsiteY43072"/>
              </a:cxn>
              <a:cxn ang="0">
                <a:pos x="connsiteX43073" y="connsiteY43073"/>
              </a:cxn>
              <a:cxn ang="0">
                <a:pos x="connsiteX43074" y="connsiteY43074"/>
              </a:cxn>
              <a:cxn ang="0">
                <a:pos x="connsiteX43075" y="connsiteY43075"/>
              </a:cxn>
              <a:cxn ang="0">
                <a:pos x="connsiteX43076" y="connsiteY43076"/>
              </a:cxn>
              <a:cxn ang="0">
                <a:pos x="connsiteX43077" y="connsiteY43077"/>
              </a:cxn>
              <a:cxn ang="0">
                <a:pos x="connsiteX43078" y="connsiteY43078"/>
              </a:cxn>
              <a:cxn ang="0">
                <a:pos x="connsiteX43079" y="connsiteY43079"/>
              </a:cxn>
              <a:cxn ang="0">
                <a:pos x="connsiteX43080" y="connsiteY43080"/>
              </a:cxn>
              <a:cxn ang="0">
                <a:pos x="connsiteX43081" y="connsiteY43081"/>
              </a:cxn>
              <a:cxn ang="0">
                <a:pos x="connsiteX43082" y="connsiteY43082"/>
              </a:cxn>
              <a:cxn ang="0">
                <a:pos x="connsiteX43083" y="connsiteY43083"/>
              </a:cxn>
              <a:cxn ang="0">
                <a:pos x="connsiteX43084" y="connsiteY43084"/>
              </a:cxn>
              <a:cxn ang="0">
                <a:pos x="connsiteX43085" y="connsiteY43085"/>
              </a:cxn>
              <a:cxn ang="0">
                <a:pos x="connsiteX43086" y="connsiteY43086"/>
              </a:cxn>
              <a:cxn ang="0">
                <a:pos x="connsiteX43087" y="connsiteY43087"/>
              </a:cxn>
              <a:cxn ang="0">
                <a:pos x="connsiteX43088" y="connsiteY43088"/>
              </a:cxn>
              <a:cxn ang="0">
                <a:pos x="connsiteX43089" y="connsiteY43089"/>
              </a:cxn>
              <a:cxn ang="0">
                <a:pos x="connsiteX43090" y="connsiteY43090"/>
              </a:cxn>
              <a:cxn ang="0">
                <a:pos x="connsiteX43091" y="connsiteY43091"/>
              </a:cxn>
              <a:cxn ang="0">
                <a:pos x="connsiteX43092" y="connsiteY43092"/>
              </a:cxn>
              <a:cxn ang="0">
                <a:pos x="connsiteX43093" y="connsiteY43093"/>
              </a:cxn>
              <a:cxn ang="0">
                <a:pos x="connsiteX43094" y="connsiteY43094"/>
              </a:cxn>
              <a:cxn ang="0">
                <a:pos x="connsiteX43095" y="connsiteY43095"/>
              </a:cxn>
              <a:cxn ang="0">
                <a:pos x="connsiteX43096" y="connsiteY43096"/>
              </a:cxn>
              <a:cxn ang="0">
                <a:pos x="connsiteX43097" y="connsiteY43097"/>
              </a:cxn>
              <a:cxn ang="0">
                <a:pos x="connsiteX43098" y="connsiteY43098"/>
              </a:cxn>
              <a:cxn ang="0">
                <a:pos x="connsiteX43099" y="connsiteY43099"/>
              </a:cxn>
              <a:cxn ang="0">
                <a:pos x="connsiteX43100" y="connsiteY43100"/>
              </a:cxn>
              <a:cxn ang="0">
                <a:pos x="connsiteX43101" y="connsiteY43101"/>
              </a:cxn>
              <a:cxn ang="0">
                <a:pos x="connsiteX43102" y="connsiteY43102"/>
              </a:cxn>
              <a:cxn ang="0">
                <a:pos x="connsiteX43103" y="connsiteY43103"/>
              </a:cxn>
              <a:cxn ang="0">
                <a:pos x="connsiteX43104" y="connsiteY43104"/>
              </a:cxn>
              <a:cxn ang="0">
                <a:pos x="connsiteX43105" y="connsiteY43105"/>
              </a:cxn>
              <a:cxn ang="0">
                <a:pos x="connsiteX43106" y="connsiteY43106"/>
              </a:cxn>
              <a:cxn ang="0">
                <a:pos x="connsiteX43107" y="connsiteY43107"/>
              </a:cxn>
              <a:cxn ang="0">
                <a:pos x="connsiteX43108" y="connsiteY43108"/>
              </a:cxn>
              <a:cxn ang="0">
                <a:pos x="connsiteX43109" y="connsiteY43109"/>
              </a:cxn>
              <a:cxn ang="0">
                <a:pos x="connsiteX43110" y="connsiteY43110"/>
              </a:cxn>
              <a:cxn ang="0">
                <a:pos x="connsiteX43111" y="connsiteY43111"/>
              </a:cxn>
              <a:cxn ang="0">
                <a:pos x="connsiteX43112" y="connsiteY43112"/>
              </a:cxn>
              <a:cxn ang="0">
                <a:pos x="connsiteX43113" y="connsiteY43113"/>
              </a:cxn>
              <a:cxn ang="0">
                <a:pos x="connsiteX43114" y="connsiteY43114"/>
              </a:cxn>
              <a:cxn ang="0">
                <a:pos x="connsiteX43115" y="connsiteY43115"/>
              </a:cxn>
              <a:cxn ang="0">
                <a:pos x="connsiteX43116" y="connsiteY43116"/>
              </a:cxn>
              <a:cxn ang="0">
                <a:pos x="connsiteX43117" y="connsiteY43117"/>
              </a:cxn>
              <a:cxn ang="0">
                <a:pos x="connsiteX43118" y="connsiteY43118"/>
              </a:cxn>
              <a:cxn ang="0">
                <a:pos x="connsiteX43119" y="connsiteY43119"/>
              </a:cxn>
              <a:cxn ang="0">
                <a:pos x="connsiteX43120" y="connsiteY43120"/>
              </a:cxn>
              <a:cxn ang="0">
                <a:pos x="connsiteX43121" y="connsiteY43121"/>
              </a:cxn>
              <a:cxn ang="0">
                <a:pos x="connsiteX43122" y="connsiteY43122"/>
              </a:cxn>
              <a:cxn ang="0">
                <a:pos x="connsiteX43123" y="connsiteY43123"/>
              </a:cxn>
              <a:cxn ang="0">
                <a:pos x="connsiteX43124" y="connsiteY43124"/>
              </a:cxn>
              <a:cxn ang="0">
                <a:pos x="connsiteX43125" y="connsiteY43125"/>
              </a:cxn>
              <a:cxn ang="0">
                <a:pos x="connsiteX43126" y="connsiteY43126"/>
              </a:cxn>
              <a:cxn ang="0">
                <a:pos x="connsiteX43127" y="connsiteY43127"/>
              </a:cxn>
              <a:cxn ang="0">
                <a:pos x="connsiteX43128" y="connsiteY43128"/>
              </a:cxn>
              <a:cxn ang="0">
                <a:pos x="connsiteX43129" y="connsiteY43129"/>
              </a:cxn>
              <a:cxn ang="0">
                <a:pos x="connsiteX43130" y="connsiteY43130"/>
              </a:cxn>
              <a:cxn ang="0">
                <a:pos x="connsiteX43131" y="connsiteY43131"/>
              </a:cxn>
              <a:cxn ang="0">
                <a:pos x="connsiteX43132" y="connsiteY43132"/>
              </a:cxn>
              <a:cxn ang="0">
                <a:pos x="connsiteX43133" y="connsiteY43133"/>
              </a:cxn>
              <a:cxn ang="0">
                <a:pos x="connsiteX43134" y="connsiteY43134"/>
              </a:cxn>
              <a:cxn ang="0">
                <a:pos x="connsiteX43135" y="connsiteY43135"/>
              </a:cxn>
              <a:cxn ang="0">
                <a:pos x="connsiteX43136" y="connsiteY43136"/>
              </a:cxn>
              <a:cxn ang="0">
                <a:pos x="connsiteX43137" y="connsiteY43137"/>
              </a:cxn>
              <a:cxn ang="0">
                <a:pos x="connsiteX43138" y="connsiteY43138"/>
              </a:cxn>
              <a:cxn ang="0">
                <a:pos x="connsiteX43139" y="connsiteY43139"/>
              </a:cxn>
              <a:cxn ang="0">
                <a:pos x="connsiteX43140" y="connsiteY43140"/>
              </a:cxn>
              <a:cxn ang="0">
                <a:pos x="connsiteX43141" y="connsiteY43141"/>
              </a:cxn>
              <a:cxn ang="0">
                <a:pos x="connsiteX43142" y="connsiteY43142"/>
              </a:cxn>
              <a:cxn ang="0">
                <a:pos x="connsiteX43143" y="connsiteY43143"/>
              </a:cxn>
              <a:cxn ang="0">
                <a:pos x="connsiteX43144" y="connsiteY43144"/>
              </a:cxn>
              <a:cxn ang="0">
                <a:pos x="connsiteX43145" y="connsiteY43145"/>
              </a:cxn>
              <a:cxn ang="0">
                <a:pos x="connsiteX43146" y="connsiteY43146"/>
              </a:cxn>
              <a:cxn ang="0">
                <a:pos x="connsiteX43147" y="connsiteY43147"/>
              </a:cxn>
              <a:cxn ang="0">
                <a:pos x="connsiteX43148" y="connsiteY43148"/>
              </a:cxn>
              <a:cxn ang="0">
                <a:pos x="connsiteX43149" y="connsiteY43149"/>
              </a:cxn>
              <a:cxn ang="0">
                <a:pos x="connsiteX43150" y="connsiteY43150"/>
              </a:cxn>
              <a:cxn ang="0">
                <a:pos x="connsiteX43151" y="connsiteY43151"/>
              </a:cxn>
              <a:cxn ang="0">
                <a:pos x="connsiteX43152" y="connsiteY43152"/>
              </a:cxn>
              <a:cxn ang="0">
                <a:pos x="connsiteX43153" y="connsiteY43153"/>
              </a:cxn>
              <a:cxn ang="0">
                <a:pos x="connsiteX43154" y="connsiteY43154"/>
              </a:cxn>
              <a:cxn ang="0">
                <a:pos x="connsiteX43155" y="connsiteY43155"/>
              </a:cxn>
              <a:cxn ang="0">
                <a:pos x="connsiteX43156" y="connsiteY43156"/>
              </a:cxn>
              <a:cxn ang="0">
                <a:pos x="connsiteX43157" y="connsiteY43157"/>
              </a:cxn>
              <a:cxn ang="0">
                <a:pos x="connsiteX43158" y="connsiteY43158"/>
              </a:cxn>
              <a:cxn ang="0">
                <a:pos x="connsiteX43159" y="connsiteY43159"/>
              </a:cxn>
              <a:cxn ang="0">
                <a:pos x="connsiteX43160" y="connsiteY43160"/>
              </a:cxn>
              <a:cxn ang="0">
                <a:pos x="connsiteX43161" y="connsiteY43161"/>
              </a:cxn>
              <a:cxn ang="0">
                <a:pos x="connsiteX43162" y="connsiteY43162"/>
              </a:cxn>
              <a:cxn ang="0">
                <a:pos x="connsiteX43163" y="connsiteY43163"/>
              </a:cxn>
              <a:cxn ang="0">
                <a:pos x="connsiteX43164" y="connsiteY43164"/>
              </a:cxn>
              <a:cxn ang="0">
                <a:pos x="connsiteX43165" y="connsiteY43165"/>
              </a:cxn>
              <a:cxn ang="0">
                <a:pos x="connsiteX43166" y="connsiteY43166"/>
              </a:cxn>
              <a:cxn ang="0">
                <a:pos x="connsiteX43167" y="connsiteY43167"/>
              </a:cxn>
              <a:cxn ang="0">
                <a:pos x="connsiteX43168" y="connsiteY43168"/>
              </a:cxn>
              <a:cxn ang="0">
                <a:pos x="connsiteX43169" y="connsiteY43169"/>
              </a:cxn>
              <a:cxn ang="0">
                <a:pos x="connsiteX43170" y="connsiteY43170"/>
              </a:cxn>
              <a:cxn ang="0">
                <a:pos x="connsiteX43171" y="connsiteY43171"/>
              </a:cxn>
              <a:cxn ang="0">
                <a:pos x="connsiteX43172" y="connsiteY43172"/>
              </a:cxn>
              <a:cxn ang="0">
                <a:pos x="connsiteX43173" y="connsiteY43173"/>
              </a:cxn>
              <a:cxn ang="0">
                <a:pos x="connsiteX43174" y="connsiteY43174"/>
              </a:cxn>
              <a:cxn ang="0">
                <a:pos x="connsiteX43175" y="connsiteY43175"/>
              </a:cxn>
              <a:cxn ang="0">
                <a:pos x="connsiteX43176" y="connsiteY43176"/>
              </a:cxn>
              <a:cxn ang="0">
                <a:pos x="connsiteX43177" y="connsiteY43177"/>
              </a:cxn>
              <a:cxn ang="0">
                <a:pos x="connsiteX43178" y="connsiteY43178"/>
              </a:cxn>
              <a:cxn ang="0">
                <a:pos x="connsiteX43179" y="connsiteY43179"/>
              </a:cxn>
              <a:cxn ang="0">
                <a:pos x="connsiteX43180" y="connsiteY43180"/>
              </a:cxn>
              <a:cxn ang="0">
                <a:pos x="connsiteX43181" y="connsiteY43181"/>
              </a:cxn>
              <a:cxn ang="0">
                <a:pos x="connsiteX43182" y="connsiteY43182"/>
              </a:cxn>
              <a:cxn ang="0">
                <a:pos x="connsiteX43183" y="connsiteY43183"/>
              </a:cxn>
              <a:cxn ang="0">
                <a:pos x="connsiteX43184" y="connsiteY43184"/>
              </a:cxn>
              <a:cxn ang="0">
                <a:pos x="connsiteX43185" y="connsiteY43185"/>
              </a:cxn>
              <a:cxn ang="0">
                <a:pos x="connsiteX43186" y="connsiteY43186"/>
              </a:cxn>
              <a:cxn ang="0">
                <a:pos x="connsiteX43187" y="connsiteY43187"/>
              </a:cxn>
              <a:cxn ang="0">
                <a:pos x="connsiteX43188" y="connsiteY43188"/>
              </a:cxn>
              <a:cxn ang="0">
                <a:pos x="connsiteX43189" y="connsiteY43189"/>
              </a:cxn>
              <a:cxn ang="0">
                <a:pos x="connsiteX43190" y="connsiteY43190"/>
              </a:cxn>
              <a:cxn ang="0">
                <a:pos x="connsiteX43191" y="connsiteY43191"/>
              </a:cxn>
              <a:cxn ang="0">
                <a:pos x="connsiteX43192" y="connsiteY43192"/>
              </a:cxn>
              <a:cxn ang="0">
                <a:pos x="connsiteX43193" y="connsiteY43193"/>
              </a:cxn>
              <a:cxn ang="0">
                <a:pos x="connsiteX43194" y="connsiteY43194"/>
              </a:cxn>
              <a:cxn ang="0">
                <a:pos x="connsiteX43195" y="connsiteY43195"/>
              </a:cxn>
              <a:cxn ang="0">
                <a:pos x="connsiteX43196" y="connsiteY43196"/>
              </a:cxn>
              <a:cxn ang="0">
                <a:pos x="connsiteX43197" y="connsiteY43197"/>
              </a:cxn>
              <a:cxn ang="0">
                <a:pos x="connsiteX43198" y="connsiteY43198"/>
              </a:cxn>
              <a:cxn ang="0">
                <a:pos x="connsiteX43199" y="connsiteY43199"/>
              </a:cxn>
              <a:cxn ang="0">
                <a:pos x="connsiteX43200" y="connsiteY43200"/>
              </a:cxn>
              <a:cxn ang="0">
                <a:pos x="connsiteX43201" y="connsiteY43201"/>
              </a:cxn>
              <a:cxn ang="0">
                <a:pos x="connsiteX43202" y="connsiteY43202"/>
              </a:cxn>
              <a:cxn ang="0">
                <a:pos x="connsiteX43203" y="connsiteY43203"/>
              </a:cxn>
              <a:cxn ang="0">
                <a:pos x="connsiteX43204" y="connsiteY43204"/>
              </a:cxn>
              <a:cxn ang="0">
                <a:pos x="connsiteX43205" y="connsiteY43205"/>
              </a:cxn>
              <a:cxn ang="0">
                <a:pos x="connsiteX43206" y="connsiteY43206"/>
              </a:cxn>
              <a:cxn ang="0">
                <a:pos x="connsiteX43207" y="connsiteY43207"/>
              </a:cxn>
              <a:cxn ang="0">
                <a:pos x="connsiteX43208" y="connsiteY43208"/>
              </a:cxn>
              <a:cxn ang="0">
                <a:pos x="connsiteX43209" y="connsiteY43209"/>
              </a:cxn>
              <a:cxn ang="0">
                <a:pos x="connsiteX43210" y="connsiteY43210"/>
              </a:cxn>
              <a:cxn ang="0">
                <a:pos x="connsiteX43211" y="connsiteY43211"/>
              </a:cxn>
              <a:cxn ang="0">
                <a:pos x="connsiteX43212" y="connsiteY43212"/>
              </a:cxn>
              <a:cxn ang="0">
                <a:pos x="connsiteX43213" y="connsiteY43213"/>
              </a:cxn>
              <a:cxn ang="0">
                <a:pos x="connsiteX43214" y="connsiteY43214"/>
              </a:cxn>
              <a:cxn ang="0">
                <a:pos x="connsiteX43215" y="connsiteY43215"/>
              </a:cxn>
              <a:cxn ang="0">
                <a:pos x="connsiteX43216" y="connsiteY43216"/>
              </a:cxn>
              <a:cxn ang="0">
                <a:pos x="connsiteX43217" y="connsiteY43217"/>
              </a:cxn>
              <a:cxn ang="0">
                <a:pos x="connsiteX43218" y="connsiteY43218"/>
              </a:cxn>
              <a:cxn ang="0">
                <a:pos x="connsiteX43219" y="connsiteY43219"/>
              </a:cxn>
              <a:cxn ang="0">
                <a:pos x="connsiteX43220" y="connsiteY43220"/>
              </a:cxn>
              <a:cxn ang="0">
                <a:pos x="connsiteX43221" y="connsiteY43221"/>
              </a:cxn>
              <a:cxn ang="0">
                <a:pos x="connsiteX43222" y="connsiteY43222"/>
              </a:cxn>
              <a:cxn ang="0">
                <a:pos x="connsiteX43223" y="connsiteY43223"/>
              </a:cxn>
              <a:cxn ang="0">
                <a:pos x="connsiteX43224" y="connsiteY43224"/>
              </a:cxn>
              <a:cxn ang="0">
                <a:pos x="connsiteX43225" y="connsiteY43225"/>
              </a:cxn>
              <a:cxn ang="0">
                <a:pos x="connsiteX43226" y="connsiteY43226"/>
              </a:cxn>
              <a:cxn ang="0">
                <a:pos x="connsiteX43227" y="connsiteY43227"/>
              </a:cxn>
              <a:cxn ang="0">
                <a:pos x="connsiteX43228" y="connsiteY43228"/>
              </a:cxn>
              <a:cxn ang="0">
                <a:pos x="connsiteX43229" y="connsiteY43229"/>
              </a:cxn>
              <a:cxn ang="0">
                <a:pos x="connsiteX43230" y="connsiteY43230"/>
              </a:cxn>
              <a:cxn ang="0">
                <a:pos x="connsiteX43231" y="connsiteY43231"/>
              </a:cxn>
              <a:cxn ang="0">
                <a:pos x="connsiteX43232" y="connsiteY43232"/>
              </a:cxn>
              <a:cxn ang="0">
                <a:pos x="connsiteX43233" y="connsiteY43233"/>
              </a:cxn>
              <a:cxn ang="0">
                <a:pos x="connsiteX43234" y="connsiteY43234"/>
              </a:cxn>
              <a:cxn ang="0">
                <a:pos x="connsiteX43235" y="connsiteY43235"/>
              </a:cxn>
              <a:cxn ang="0">
                <a:pos x="connsiteX43236" y="connsiteY43236"/>
              </a:cxn>
              <a:cxn ang="0">
                <a:pos x="connsiteX43237" y="connsiteY43237"/>
              </a:cxn>
              <a:cxn ang="0">
                <a:pos x="connsiteX43238" y="connsiteY43238"/>
              </a:cxn>
              <a:cxn ang="0">
                <a:pos x="connsiteX43239" y="connsiteY43239"/>
              </a:cxn>
              <a:cxn ang="0">
                <a:pos x="connsiteX43240" y="connsiteY43240"/>
              </a:cxn>
              <a:cxn ang="0">
                <a:pos x="connsiteX43241" y="connsiteY43241"/>
              </a:cxn>
              <a:cxn ang="0">
                <a:pos x="connsiteX43242" y="connsiteY43242"/>
              </a:cxn>
              <a:cxn ang="0">
                <a:pos x="connsiteX43243" y="connsiteY43243"/>
              </a:cxn>
              <a:cxn ang="0">
                <a:pos x="connsiteX43244" y="connsiteY43244"/>
              </a:cxn>
              <a:cxn ang="0">
                <a:pos x="connsiteX43245" y="connsiteY43245"/>
              </a:cxn>
              <a:cxn ang="0">
                <a:pos x="connsiteX43246" y="connsiteY43246"/>
              </a:cxn>
              <a:cxn ang="0">
                <a:pos x="connsiteX43247" y="connsiteY43247"/>
              </a:cxn>
              <a:cxn ang="0">
                <a:pos x="connsiteX43248" y="connsiteY43248"/>
              </a:cxn>
              <a:cxn ang="0">
                <a:pos x="connsiteX43249" y="connsiteY43249"/>
              </a:cxn>
              <a:cxn ang="0">
                <a:pos x="connsiteX43250" y="connsiteY43250"/>
              </a:cxn>
              <a:cxn ang="0">
                <a:pos x="connsiteX43251" y="connsiteY43251"/>
              </a:cxn>
              <a:cxn ang="0">
                <a:pos x="connsiteX43252" y="connsiteY43252"/>
              </a:cxn>
              <a:cxn ang="0">
                <a:pos x="connsiteX43253" y="connsiteY43253"/>
              </a:cxn>
              <a:cxn ang="0">
                <a:pos x="connsiteX43254" y="connsiteY43254"/>
              </a:cxn>
              <a:cxn ang="0">
                <a:pos x="connsiteX43255" y="connsiteY43255"/>
              </a:cxn>
              <a:cxn ang="0">
                <a:pos x="connsiteX43256" y="connsiteY43256"/>
              </a:cxn>
              <a:cxn ang="0">
                <a:pos x="connsiteX43257" y="connsiteY43257"/>
              </a:cxn>
              <a:cxn ang="0">
                <a:pos x="connsiteX43258" y="connsiteY43258"/>
              </a:cxn>
              <a:cxn ang="0">
                <a:pos x="connsiteX43259" y="connsiteY43259"/>
              </a:cxn>
              <a:cxn ang="0">
                <a:pos x="connsiteX43260" y="connsiteY43260"/>
              </a:cxn>
              <a:cxn ang="0">
                <a:pos x="connsiteX43261" y="connsiteY43261"/>
              </a:cxn>
              <a:cxn ang="0">
                <a:pos x="connsiteX43262" y="connsiteY43262"/>
              </a:cxn>
              <a:cxn ang="0">
                <a:pos x="connsiteX43263" y="connsiteY43263"/>
              </a:cxn>
              <a:cxn ang="0">
                <a:pos x="connsiteX43264" y="connsiteY43264"/>
              </a:cxn>
              <a:cxn ang="0">
                <a:pos x="connsiteX43265" y="connsiteY43265"/>
              </a:cxn>
              <a:cxn ang="0">
                <a:pos x="connsiteX43266" y="connsiteY43266"/>
              </a:cxn>
              <a:cxn ang="0">
                <a:pos x="connsiteX43267" y="connsiteY43267"/>
              </a:cxn>
              <a:cxn ang="0">
                <a:pos x="connsiteX43268" y="connsiteY43268"/>
              </a:cxn>
              <a:cxn ang="0">
                <a:pos x="connsiteX43269" y="connsiteY43269"/>
              </a:cxn>
              <a:cxn ang="0">
                <a:pos x="connsiteX43270" y="connsiteY43270"/>
              </a:cxn>
              <a:cxn ang="0">
                <a:pos x="connsiteX43271" y="connsiteY43271"/>
              </a:cxn>
              <a:cxn ang="0">
                <a:pos x="connsiteX43272" y="connsiteY43272"/>
              </a:cxn>
              <a:cxn ang="0">
                <a:pos x="connsiteX43273" y="connsiteY43273"/>
              </a:cxn>
              <a:cxn ang="0">
                <a:pos x="connsiteX43274" y="connsiteY43274"/>
              </a:cxn>
              <a:cxn ang="0">
                <a:pos x="connsiteX43275" y="connsiteY43275"/>
              </a:cxn>
              <a:cxn ang="0">
                <a:pos x="connsiteX43276" y="connsiteY43276"/>
              </a:cxn>
              <a:cxn ang="0">
                <a:pos x="connsiteX43277" y="connsiteY43277"/>
              </a:cxn>
              <a:cxn ang="0">
                <a:pos x="connsiteX43278" y="connsiteY43278"/>
              </a:cxn>
              <a:cxn ang="0">
                <a:pos x="connsiteX43279" y="connsiteY43279"/>
              </a:cxn>
              <a:cxn ang="0">
                <a:pos x="connsiteX43280" y="connsiteY43280"/>
              </a:cxn>
              <a:cxn ang="0">
                <a:pos x="connsiteX43281" y="connsiteY43281"/>
              </a:cxn>
              <a:cxn ang="0">
                <a:pos x="connsiteX43282" y="connsiteY43282"/>
              </a:cxn>
              <a:cxn ang="0">
                <a:pos x="connsiteX43283" y="connsiteY43283"/>
              </a:cxn>
              <a:cxn ang="0">
                <a:pos x="connsiteX43284" y="connsiteY43284"/>
              </a:cxn>
              <a:cxn ang="0">
                <a:pos x="connsiteX43285" y="connsiteY43285"/>
              </a:cxn>
              <a:cxn ang="0">
                <a:pos x="connsiteX43286" y="connsiteY43286"/>
              </a:cxn>
              <a:cxn ang="0">
                <a:pos x="connsiteX43287" y="connsiteY43287"/>
              </a:cxn>
              <a:cxn ang="0">
                <a:pos x="connsiteX43288" y="connsiteY43288"/>
              </a:cxn>
              <a:cxn ang="0">
                <a:pos x="connsiteX43289" y="connsiteY43289"/>
              </a:cxn>
              <a:cxn ang="0">
                <a:pos x="connsiteX43290" y="connsiteY43290"/>
              </a:cxn>
              <a:cxn ang="0">
                <a:pos x="connsiteX43291" y="connsiteY43291"/>
              </a:cxn>
              <a:cxn ang="0">
                <a:pos x="connsiteX43292" y="connsiteY43292"/>
              </a:cxn>
              <a:cxn ang="0">
                <a:pos x="connsiteX43293" y="connsiteY43293"/>
              </a:cxn>
              <a:cxn ang="0">
                <a:pos x="connsiteX43294" y="connsiteY43294"/>
              </a:cxn>
              <a:cxn ang="0">
                <a:pos x="connsiteX43295" y="connsiteY43295"/>
              </a:cxn>
              <a:cxn ang="0">
                <a:pos x="connsiteX43296" y="connsiteY43296"/>
              </a:cxn>
              <a:cxn ang="0">
                <a:pos x="connsiteX43297" y="connsiteY43297"/>
              </a:cxn>
              <a:cxn ang="0">
                <a:pos x="connsiteX43298" y="connsiteY43298"/>
              </a:cxn>
              <a:cxn ang="0">
                <a:pos x="connsiteX43299" y="connsiteY43299"/>
              </a:cxn>
              <a:cxn ang="0">
                <a:pos x="connsiteX43300" y="connsiteY43300"/>
              </a:cxn>
              <a:cxn ang="0">
                <a:pos x="connsiteX43301" y="connsiteY43301"/>
              </a:cxn>
              <a:cxn ang="0">
                <a:pos x="connsiteX43302" y="connsiteY43302"/>
              </a:cxn>
              <a:cxn ang="0">
                <a:pos x="connsiteX43303" y="connsiteY43303"/>
              </a:cxn>
              <a:cxn ang="0">
                <a:pos x="connsiteX43304" y="connsiteY43304"/>
              </a:cxn>
              <a:cxn ang="0">
                <a:pos x="connsiteX43305" y="connsiteY43305"/>
              </a:cxn>
              <a:cxn ang="0">
                <a:pos x="connsiteX43306" y="connsiteY43306"/>
              </a:cxn>
              <a:cxn ang="0">
                <a:pos x="connsiteX43307" y="connsiteY43307"/>
              </a:cxn>
              <a:cxn ang="0">
                <a:pos x="connsiteX43308" y="connsiteY43308"/>
              </a:cxn>
              <a:cxn ang="0">
                <a:pos x="connsiteX43309" y="connsiteY43309"/>
              </a:cxn>
              <a:cxn ang="0">
                <a:pos x="connsiteX43310" y="connsiteY43310"/>
              </a:cxn>
              <a:cxn ang="0">
                <a:pos x="connsiteX43311" y="connsiteY43311"/>
              </a:cxn>
              <a:cxn ang="0">
                <a:pos x="connsiteX43312" y="connsiteY43312"/>
              </a:cxn>
              <a:cxn ang="0">
                <a:pos x="connsiteX43313" y="connsiteY43313"/>
              </a:cxn>
              <a:cxn ang="0">
                <a:pos x="connsiteX43314" y="connsiteY43314"/>
              </a:cxn>
              <a:cxn ang="0">
                <a:pos x="connsiteX43315" y="connsiteY43315"/>
              </a:cxn>
              <a:cxn ang="0">
                <a:pos x="connsiteX43316" y="connsiteY43316"/>
              </a:cxn>
              <a:cxn ang="0">
                <a:pos x="connsiteX43317" y="connsiteY43317"/>
              </a:cxn>
              <a:cxn ang="0">
                <a:pos x="connsiteX43318" y="connsiteY43318"/>
              </a:cxn>
              <a:cxn ang="0">
                <a:pos x="connsiteX43319" y="connsiteY43319"/>
              </a:cxn>
              <a:cxn ang="0">
                <a:pos x="connsiteX43320" y="connsiteY43320"/>
              </a:cxn>
              <a:cxn ang="0">
                <a:pos x="connsiteX43321" y="connsiteY43321"/>
              </a:cxn>
              <a:cxn ang="0">
                <a:pos x="connsiteX43322" y="connsiteY43322"/>
              </a:cxn>
              <a:cxn ang="0">
                <a:pos x="connsiteX43323" y="connsiteY43323"/>
              </a:cxn>
              <a:cxn ang="0">
                <a:pos x="connsiteX43324" y="connsiteY43324"/>
              </a:cxn>
              <a:cxn ang="0">
                <a:pos x="connsiteX43325" y="connsiteY43325"/>
              </a:cxn>
              <a:cxn ang="0">
                <a:pos x="connsiteX43326" y="connsiteY43326"/>
              </a:cxn>
              <a:cxn ang="0">
                <a:pos x="connsiteX43327" y="connsiteY43327"/>
              </a:cxn>
              <a:cxn ang="0">
                <a:pos x="connsiteX43328" y="connsiteY43328"/>
              </a:cxn>
              <a:cxn ang="0">
                <a:pos x="connsiteX43329" y="connsiteY43329"/>
              </a:cxn>
              <a:cxn ang="0">
                <a:pos x="connsiteX43330" y="connsiteY43330"/>
              </a:cxn>
              <a:cxn ang="0">
                <a:pos x="connsiteX43331" y="connsiteY43331"/>
              </a:cxn>
              <a:cxn ang="0">
                <a:pos x="connsiteX43332" y="connsiteY43332"/>
              </a:cxn>
              <a:cxn ang="0">
                <a:pos x="connsiteX43333" y="connsiteY43333"/>
              </a:cxn>
              <a:cxn ang="0">
                <a:pos x="connsiteX43334" y="connsiteY43334"/>
              </a:cxn>
              <a:cxn ang="0">
                <a:pos x="connsiteX43335" y="connsiteY43335"/>
              </a:cxn>
              <a:cxn ang="0">
                <a:pos x="connsiteX43336" y="connsiteY43336"/>
              </a:cxn>
              <a:cxn ang="0">
                <a:pos x="connsiteX43337" y="connsiteY43337"/>
              </a:cxn>
              <a:cxn ang="0">
                <a:pos x="connsiteX43338" y="connsiteY43338"/>
              </a:cxn>
              <a:cxn ang="0">
                <a:pos x="connsiteX43339" y="connsiteY43339"/>
              </a:cxn>
              <a:cxn ang="0">
                <a:pos x="connsiteX43340" y="connsiteY43340"/>
              </a:cxn>
              <a:cxn ang="0">
                <a:pos x="connsiteX43341" y="connsiteY43341"/>
              </a:cxn>
              <a:cxn ang="0">
                <a:pos x="connsiteX43342" y="connsiteY43342"/>
              </a:cxn>
              <a:cxn ang="0">
                <a:pos x="connsiteX43343" y="connsiteY43343"/>
              </a:cxn>
              <a:cxn ang="0">
                <a:pos x="connsiteX43344" y="connsiteY43344"/>
              </a:cxn>
              <a:cxn ang="0">
                <a:pos x="connsiteX43345" y="connsiteY43345"/>
              </a:cxn>
              <a:cxn ang="0">
                <a:pos x="connsiteX43346" y="connsiteY43346"/>
              </a:cxn>
              <a:cxn ang="0">
                <a:pos x="connsiteX43347" y="connsiteY43347"/>
              </a:cxn>
              <a:cxn ang="0">
                <a:pos x="connsiteX43348" y="connsiteY43348"/>
              </a:cxn>
              <a:cxn ang="0">
                <a:pos x="connsiteX43349" y="connsiteY43349"/>
              </a:cxn>
              <a:cxn ang="0">
                <a:pos x="connsiteX43350" y="connsiteY43350"/>
              </a:cxn>
              <a:cxn ang="0">
                <a:pos x="connsiteX43351" y="connsiteY43351"/>
              </a:cxn>
              <a:cxn ang="0">
                <a:pos x="connsiteX43352" y="connsiteY43352"/>
              </a:cxn>
              <a:cxn ang="0">
                <a:pos x="connsiteX43353" y="connsiteY43353"/>
              </a:cxn>
              <a:cxn ang="0">
                <a:pos x="connsiteX43354" y="connsiteY43354"/>
              </a:cxn>
              <a:cxn ang="0">
                <a:pos x="connsiteX43355" y="connsiteY43355"/>
              </a:cxn>
              <a:cxn ang="0">
                <a:pos x="connsiteX43356" y="connsiteY43356"/>
              </a:cxn>
              <a:cxn ang="0">
                <a:pos x="connsiteX43357" y="connsiteY43357"/>
              </a:cxn>
              <a:cxn ang="0">
                <a:pos x="connsiteX43358" y="connsiteY43358"/>
              </a:cxn>
              <a:cxn ang="0">
                <a:pos x="connsiteX43359" y="connsiteY43359"/>
              </a:cxn>
              <a:cxn ang="0">
                <a:pos x="connsiteX43360" y="connsiteY43360"/>
              </a:cxn>
              <a:cxn ang="0">
                <a:pos x="connsiteX43361" y="connsiteY43361"/>
              </a:cxn>
              <a:cxn ang="0">
                <a:pos x="connsiteX43362" y="connsiteY43362"/>
              </a:cxn>
              <a:cxn ang="0">
                <a:pos x="connsiteX43363" y="connsiteY43363"/>
              </a:cxn>
              <a:cxn ang="0">
                <a:pos x="connsiteX43364" y="connsiteY43364"/>
              </a:cxn>
              <a:cxn ang="0">
                <a:pos x="connsiteX43365" y="connsiteY43365"/>
              </a:cxn>
              <a:cxn ang="0">
                <a:pos x="connsiteX43366" y="connsiteY43366"/>
              </a:cxn>
              <a:cxn ang="0">
                <a:pos x="connsiteX43367" y="connsiteY43367"/>
              </a:cxn>
              <a:cxn ang="0">
                <a:pos x="connsiteX43368" y="connsiteY43368"/>
              </a:cxn>
              <a:cxn ang="0">
                <a:pos x="connsiteX43369" y="connsiteY43369"/>
              </a:cxn>
              <a:cxn ang="0">
                <a:pos x="connsiteX43370" y="connsiteY43370"/>
              </a:cxn>
              <a:cxn ang="0">
                <a:pos x="connsiteX43371" y="connsiteY43371"/>
              </a:cxn>
              <a:cxn ang="0">
                <a:pos x="connsiteX43372" y="connsiteY43372"/>
              </a:cxn>
              <a:cxn ang="0">
                <a:pos x="connsiteX43373" y="connsiteY43373"/>
              </a:cxn>
              <a:cxn ang="0">
                <a:pos x="connsiteX43374" y="connsiteY43374"/>
              </a:cxn>
              <a:cxn ang="0">
                <a:pos x="connsiteX43375" y="connsiteY43375"/>
              </a:cxn>
              <a:cxn ang="0">
                <a:pos x="connsiteX43376" y="connsiteY43376"/>
              </a:cxn>
              <a:cxn ang="0">
                <a:pos x="connsiteX43377" y="connsiteY43377"/>
              </a:cxn>
              <a:cxn ang="0">
                <a:pos x="connsiteX43378" y="connsiteY43378"/>
              </a:cxn>
              <a:cxn ang="0">
                <a:pos x="connsiteX43379" y="connsiteY43379"/>
              </a:cxn>
              <a:cxn ang="0">
                <a:pos x="connsiteX43380" y="connsiteY43380"/>
              </a:cxn>
              <a:cxn ang="0">
                <a:pos x="connsiteX43381" y="connsiteY43381"/>
              </a:cxn>
              <a:cxn ang="0">
                <a:pos x="connsiteX43382" y="connsiteY43382"/>
              </a:cxn>
              <a:cxn ang="0">
                <a:pos x="connsiteX43383" y="connsiteY43383"/>
              </a:cxn>
              <a:cxn ang="0">
                <a:pos x="connsiteX43384" y="connsiteY43384"/>
              </a:cxn>
              <a:cxn ang="0">
                <a:pos x="connsiteX43385" y="connsiteY43385"/>
              </a:cxn>
              <a:cxn ang="0">
                <a:pos x="connsiteX43386" y="connsiteY43386"/>
              </a:cxn>
              <a:cxn ang="0">
                <a:pos x="connsiteX43387" y="connsiteY43387"/>
              </a:cxn>
              <a:cxn ang="0">
                <a:pos x="connsiteX43388" y="connsiteY43388"/>
              </a:cxn>
              <a:cxn ang="0">
                <a:pos x="connsiteX43389" y="connsiteY43389"/>
              </a:cxn>
              <a:cxn ang="0">
                <a:pos x="connsiteX43390" y="connsiteY43390"/>
              </a:cxn>
              <a:cxn ang="0">
                <a:pos x="connsiteX43391" y="connsiteY43391"/>
              </a:cxn>
              <a:cxn ang="0">
                <a:pos x="connsiteX43392" y="connsiteY43392"/>
              </a:cxn>
              <a:cxn ang="0">
                <a:pos x="connsiteX43393" y="connsiteY43393"/>
              </a:cxn>
              <a:cxn ang="0">
                <a:pos x="connsiteX43394" y="connsiteY43394"/>
              </a:cxn>
              <a:cxn ang="0">
                <a:pos x="connsiteX43395" y="connsiteY43395"/>
              </a:cxn>
              <a:cxn ang="0">
                <a:pos x="connsiteX43396" y="connsiteY43396"/>
              </a:cxn>
              <a:cxn ang="0">
                <a:pos x="connsiteX43397" y="connsiteY43397"/>
              </a:cxn>
              <a:cxn ang="0">
                <a:pos x="connsiteX43398" y="connsiteY43398"/>
              </a:cxn>
              <a:cxn ang="0">
                <a:pos x="connsiteX43399" y="connsiteY43399"/>
              </a:cxn>
              <a:cxn ang="0">
                <a:pos x="connsiteX43400" y="connsiteY43400"/>
              </a:cxn>
              <a:cxn ang="0">
                <a:pos x="connsiteX43401" y="connsiteY43401"/>
              </a:cxn>
              <a:cxn ang="0">
                <a:pos x="connsiteX43402" y="connsiteY43402"/>
              </a:cxn>
              <a:cxn ang="0">
                <a:pos x="connsiteX43403" y="connsiteY43403"/>
              </a:cxn>
              <a:cxn ang="0">
                <a:pos x="connsiteX43404" y="connsiteY43404"/>
              </a:cxn>
              <a:cxn ang="0">
                <a:pos x="connsiteX43405" y="connsiteY43405"/>
              </a:cxn>
              <a:cxn ang="0">
                <a:pos x="connsiteX43406" y="connsiteY43406"/>
              </a:cxn>
              <a:cxn ang="0">
                <a:pos x="connsiteX43407" y="connsiteY43407"/>
              </a:cxn>
              <a:cxn ang="0">
                <a:pos x="connsiteX43408" y="connsiteY43408"/>
              </a:cxn>
              <a:cxn ang="0">
                <a:pos x="connsiteX43409" y="connsiteY43409"/>
              </a:cxn>
              <a:cxn ang="0">
                <a:pos x="connsiteX43410" y="connsiteY43410"/>
              </a:cxn>
              <a:cxn ang="0">
                <a:pos x="connsiteX43411" y="connsiteY43411"/>
              </a:cxn>
              <a:cxn ang="0">
                <a:pos x="connsiteX43412" y="connsiteY43412"/>
              </a:cxn>
              <a:cxn ang="0">
                <a:pos x="connsiteX43413" y="connsiteY43413"/>
              </a:cxn>
              <a:cxn ang="0">
                <a:pos x="connsiteX43414" y="connsiteY43414"/>
              </a:cxn>
              <a:cxn ang="0">
                <a:pos x="connsiteX43415" y="connsiteY43415"/>
              </a:cxn>
              <a:cxn ang="0">
                <a:pos x="connsiteX43416" y="connsiteY43416"/>
              </a:cxn>
              <a:cxn ang="0">
                <a:pos x="connsiteX43417" y="connsiteY43417"/>
              </a:cxn>
              <a:cxn ang="0">
                <a:pos x="connsiteX43418" y="connsiteY43418"/>
              </a:cxn>
              <a:cxn ang="0">
                <a:pos x="connsiteX43419" y="connsiteY43419"/>
              </a:cxn>
              <a:cxn ang="0">
                <a:pos x="connsiteX43420" y="connsiteY43420"/>
              </a:cxn>
              <a:cxn ang="0">
                <a:pos x="connsiteX43421" y="connsiteY43421"/>
              </a:cxn>
              <a:cxn ang="0">
                <a:pos x="connsiteX43422" y="connsiteY43422"/>
              </a:cxn>
              <a:cxn ang="0">
                <a:pos x="connsiteX43423" y="connsiteY43423"/>
              </a:cxn>
              <a:cxn ang="0">
                <a:pos x="connsiteX43424" y="connsiteY43424"/>
              </a:cxn>
              <a:cxn ang="0">
                <a:pos x="connsiteX43425" y="connsiteY43425"/>
              </a:cxn>
              <a:cxn ang="0">
                <a:pos x="connsiteX43426" y="connsiteY43426"/>
              </a:cxn>
              <a:cxn ang="0">
                <a:pos x="connsiteX43427" y="connsiteY43427"/>
              </a:cxn>
              <a:cxn ang="0">
                <a:pos x="connsiteX43428" y="connsiteY43428"/>
              </a:cxn>
              <a:cxn ang="0">
                <a:pos x="connsiteX43429" y="connsiteY43429"/>
              </a:cxn>
              <a:cxn ang="0">
                <a:pos x="connsiteX43430" y="connsiteY43430"/>
              </a:cxn>
              <a:cxn ang="0">
                <a:pos x="connsiteX43431" y="connsiteY43431"/>
              </a:cxn>
              <a:cxn ang="0">
                <a:pos x="connsiteX43432" y="connsiteY43432"/>
              </a:cxn>
              <a:cxn ang="0">
                <a:pos x="connsiteX43433" y="connsiteY43433"/>
              </a:cxn>
              <a:cxn ang="0">
                <a:pos x="connsiteX43434" y="connsiteY43434"/>
              </a:cxn>
              <a:cxn ang="0">
                <a:pos x="connsiteX43435" y="connsiteY43435"/>
              </a:cxn>
              <a:cxn ang="0">
                <a:pos x="connsiteX43436" y="connsiteY43436"/>
              </a:cxn>
              <a:cxn ang="0">
                <a:pos x="connsiteX43437" y="connsiteY43437"/>
              </a:cxn>
              <a:cxn ang="0">
                <a:pos x="connsiteX43438" y="connsiteY43438"/>
              </a:cxn>
              <a:cxn ang="0">
                <a:pos x="connsiteX43439" y="connsiteY43439"/>
              </a:cxn>
              <a:cxn ang="0">
                <a:pos x="connsiteX43440" y="connsiteY43440"/>
              </a:cxn>
              <a:cxn ang="0">
                <a:pos x="connsiteX43441" y="connsiteY43441"/>
              </a:cxn>
              <a:cxn ang="0">
                <a:pos x="connsiteX43442" y="connsiteY43442"/>
              </a:cxn>
              <a:cxn ang="0">
                <a:pos x="connsiteX43443" y="connsiteY43443"/>
              </a:cxn>
              <a:cxn ang="0">
                <a:pos x="connsiteX43444" y="connsiteY43444"/>
              </a:cxn>
              <a:cxn ang="0">
                <a:pos x="connsiteX43445" y="connsiteY43445"/>
              </a:cxn>
              <a:cxn ang="0">
                <a:pos x="connsiteX43446" y="connsiteY43446"/>
              </a:cxn>
              <a:cxn ang="0">
                <a:pos x="connsiteX43447" y="connsiteY43447"/>
              </a:cxn>
              <a:cxn ang="0">
                <a:pos x="connsiteX43448" y="connsiteY43448"/>
              </a:cxn>
              <a:cxn ang="0">
                <a:pos x="connsiteX43449" y="connsiteY43449"/>
              </a:cxn>
              <a:cxn ang="0">
                <a:pos x="connsiteX43450" y="connsiteY43450"/>
              </a:cxn>
              <a:cxn ang="0">
                <a:pos x="connsiteX43451" y="connsiteY43451"/>
              </a:cxn>
              <a:cxn ang="0">
                <a:pos x="connsiteX43452" y="connsiteY43452"/>
              </a:cxn>
              <a:cxn ang="0">
                <a:pos x="connsiteX43453" y="connsiteY43453"/>
              </a:cxn>
              <a:cxn ang="0">
                <a:pos x="connsiteX43454" y="connsiteY43454"/>
              </a:cxn>
              <a:cxn ang="0">
                <a:pos x="connsiteX43455" y="connsiteY43455"/>
              </a:cxn>
              <a:cxn ang="0">
                <a:pos x="connsiteX43456" y="connsiteY43456"/>
              </a:cxn>
              <a:cxn ang="0">
                <a:pos x="connsiteX43457" y="connsiteY43457"/>
              </a:cxn>
              <a:cxn ang="0">
                <a:pos x="connsiteX43458" y="connsiteY43458"/>
              </a:cxn>
              <a:cxn ang="0">
                <a:pos x="connsiteX43459" y="connsiteY43459"/>
              </a:cxn>
              <a:cxn ang="0">
                <a:pos x="connsiteX43460" y="connsiteY43460"/>
              </a:cxn>
              <a:cxn ang="0">
                <a:pos x="connsiteX43461" y="connsiteY43461"/>
              </a:cxn>
              <a:cxn ang="0">
                <a:pos x="connsiteX43462" y="connsiteY43462"/>
              </a:cxn>
              <a:cxn ang="0">
                <a:pos x="connsiteX43463" y="connsiteY43463"/>
              </a:cxn>
              <a:cxn ang="0">
                <a:pos x="connsiteX43464" y="connsiteY43464"/>
              </a:cxn>
              <a:cxn ang="0">
                <a:pos x="connsiteX43465" y="connsiteY43465"/>
              </a:cxn>
              <a:cxn ang="0">
                <a:pos x="connsiteX43466" y="connsiteY43466"/>
              </a:cxn>
              <a:cxn ang="0">
                <a:pos x="connsiteX43467" y="connsiteY43467"/>
              </a:cxn>
              <a:cxn ang="0">
                <a:pos x="connsiteX43468" y="connsiteY43468"/>
              </a:cxn>
              <a:cxn ang="0">
                <a:pos x="connsiteX43469" y="connsiteY43469"/>
              </a:cxn>
              <a:cxn ang="0">
                <a:pos x="connsiteX43470" y="connsiteY43470"/>
              </a:cxn>
              <a:cxn ang="0">
                <a:pos x="connsiteX43471" y="connsiteY43471"/>
              </a:cxn>
              <a:cxn ang="0">
                <a:pos x="connsiteX43472" y="connsiteY43472"/>
              </a:cxn>
              <a:cxn ang="0">
                <a:pos x="connsiteX43473" y="connsiteY43473"/>
              </a:cxn>
              <a:cxn ang="0">
                <a:pos x="connsiteX43474" y="connsiteY43474"/>
              </a:cxn>
              <a:cxn ang="0">
                <a:pos x="connsiteX43475" y="connsiteY43475"/>
              </a:cxn>
              <a:cxn ang="0">
                <a:pos x="connsiteX43476" y="connsiteY43476"/>
              </a:cxn>
              <a:cxn ang="0">
                <a:pos x="connsiteX43477" y="connsiteY43477"/>
              </a:cxn>
              <a:cxn ang="0">
                <a:pos x="connsiteX43478" y="connsiteY43478"/>
              </a:cxn>
              <a:cxn ang="0">
                <a:pos x="connsiteX43479" y="connsiteY43479"/>
              </a:cxn>
              <a:cxn ang="0">
                <a:pos x="connsiteX43480" y="connsiteY43480"/>
              </a:cxn>
              <a:cxn ang="0">
                <a:pos x="connsiteX43481" y="connsiteY43481"/>
              </a:cxn>
              <a:cxn ang="0">
                <a:pos x="connsiteX43482" y="connsiteY43482"/>
              </a:cxn>
              <a:cxn ang="0">
                <a:pos x="connsiteX43483" y="connsiteY43483"/>
              </a:cxn>
              <a:cxn ang="0">
                <a:pos x="connsiteX43484" y="connsiteY43484"/>
              </a:cxn>
              <a:cxn ang="0">
                <a:pos x="connsiteX43485" y="connsiteY43485"/>
              </a:cxn>
              <a:cxn ang="0">
                <a:pos x="connsiteX43486" y="connsiteY43486"/>
              </a:cxn>
              <a:cxn ang="0">
                <a:pos x="connsiteX43487" y="connsiteY43487"/>
              </a:cxn>
              <a:cxn ang="0">
                <a:pos x="connsiteX43488" y="connsiteY43488"/>
              </a:cxn>
              <a:cxn ang="0">
                <a:pos x="connsiteX43489" y="connsiteY43489"/>
              </a:cxn>
              <a:cxn ang="0">
                <a:pos x="connsiteX43490" y="connsiteY43490"/>
              </a:cxn>
              <a:cxn ang="0">
                <a:pos x="connsiteX43491" y="connsiteY43491"/>
              </a:cxn>
              <a:cxn ang="0">
                <a:pos x="connsiteX43492" y="connsiteY43492"/>
              </a:cxn>
              <a:cxn ang="0">
                <a:pos x="connsiteX43493" y="connsiteY43493"/>
              </a:cxn>
              <a:cxn ang="0">
                <a:pos x="connsiteX43494" y="connsiteY43494"/>
              </a:cxn>
              <a:cxn ang="0">
                <a:pos x="connsiteX43495" y="connsiteY43495"/>
              </a:cxn>
              <a:cxn ang="0">
                <a:pos x="connsiteX43496" y="connsiteY43496"/>
              </a:cxn>
              <a:cxn ang="0">
                <a:pos x="connsiteX43497" y="connsiteY43497"/>
              </a:cxn>
              <a:cxn ang="0">
                <a:pos x="connsiteX43498" y="connsiteY43498"/>
              </a:cxn>
              <a:cxn ang="0">
                <a:pos x="connsiteX43499" y="connsiteY43499"/>
              </a:cxn>
              <a:cxn ang="0">
                <a:pos x="connsiteX43500" y="connsiteY43500"/>
              </a:cxn>
              <a:cxn ang="0">
                <a:pos x="connsiteX43501" y="connsiteY43501"/>
              </a:cxn>
              <a:cxn ang="0">
                <a:pos x="connsiteX43502" y="connsiteY43502"/>
              </a:cxn>
              <a:cxn ang="0">
                <a:pos x="connsiteX43503" y="connsiteY43503"/>
              </a:cxn>
              <a:cxn ang="0">
                <a:pos x="connsiteX43504" y="connsiteY43504"/>
              </a:cxn>
              <a:cxn ang="0">
                <a:pos x="connsiteX43505" y="connsiteY43505"/>
              </a:cxn>
              <a:cxn ang="0">
                <a:pos x="connsiteX43506" y="connsiteY43506"/>
              </a:cxn>
              <a:cxn ang="0">
                <a:pos x="connsiteX43507" y="connsiteY43507"/>
              </a:cxn>
              <a:cxn ang="0">
                <a:pos x="connsiteX43508" y="connsiteY43508"/>
              </a:cxn>
              <a:cxn ang="0">
                <a:pos x="connsiteX43509" y="connsiteY43509"/>
              </a:cxn>
              <a:cxn ang="0">
                <a:pos x="connsiteX43510" y="connsiteY43510"/>
              </a:cxn>
              <a:cxn ang="0">
                <a:pos x="connsiteX43511" y="connsiteY43511"/>
              </a:cxn>
              <a:cxn ang="0">
                <a:pos x="connsiteX43512" y="connsiteY43512"/>
              </a:cxn>
              <a:cxn ang="0">
                <a:pos x="connsiteX43513" y="connsiteY43513"/>
              </a:cxn>
              <a:cxn ang="0">
                <a:pos x="connsiteX43514" y="connsiteY43514"/>
              </a:cxn>
              <a:cxn ang="0">
                <a:pos x="connsiteX43515" y="connsiteY43515"/>
              </a:cxn>
              <a:cxn ang="0">
                <a:pos x="connsiteX43516" y="connsiteY43516"/>
              </a:cxn>
              <a:cxn ang="0">
                <a:pos x="connsiteX43517" y="connsiteY43517"/>
              </a:cxn>
              <a:cxn ang="0">
                <a:pos x="connsiteX43518" y="connsiteY43518"/>
              </a:cxn>
              <a:cxn ang="0">
                <a:pos x="connsiteX43519" y="connsiteY43519"/>
              </a:cxn>
              <a:cxn ang="0">
                <a:pos x="connsiteX43520" y="connsiteY43520"/>
              </a:cxn>
              <a:cxn ang="0">
                <a:pos x="connsiteX43521" y="connsiteY43521"/>
              </a:cxn>
              <a:cxn ang="0">
                <a:pos x="connsiteX43522" y="connsiteY43522"/>
              </a:cxn>
              <a:cxn ang="0">
                <a:pos x="connsiteX43523" y="connsiteY43523"/>
              </a:cxn>
              <a:cxn ang="0">
                <a:pos x="connsiteX43524" y="connsiteY43524"/>
              </a:cxn>
              <a:cxn ang="0">
                <a:pos x="connsiteX43525" y="connsiteY43525"/>
              </a:cxn>
              <a:cxn ang="0">
                <a:pos x="connsiteX43526" y="connsiteY43526"/>
              </a:cxn>
              <a:cxn ang="0">
                <a:pos x="connsiteX43527" y="connsiteY43527"/>
              </a:cxn>
              <a:cxn ang="0">
                <a:pos x="connsiteX43528" y="connsiteY43528"/>
              </a:cxn>
              <a:cxn ang="0">
                <a:pos x="connsiteX43529" y="connsiteY43529"/>
              </a:cxn>
              <a:cxn ang="0">
                <a:pos x="connsiteX43530" y="connsiteY43530"/>
              </a:cxn>
              <a:cxn ang="0">
                <a:pos x="connsiteX43531" y="connsiteY43531"/>
              </a:cxn>
              <a:cxn ang="0">
                <a:pos x="connsiteX43532" y="connsiteY43532"/>
              </a:cxn>
              <a:cxn ang="0">
                <a:pos x="connsiteX43533" y="connsiteY43533"/>
              </a:cxn>
              <a:cxn ang="0">
                <a:pos x="connsiteX43534" y="connsiteY43534"/>
              </a:cxn>
              <a:cxn ang="0">
                <a:pos x="connsiteX43535" y="connsiteY43535"/>
              </a:cxn>
              <a:cxn ang="0">
                <a:pos x="connsiteX43536" y="connsiteY43536"/>
              </a:cxn>
              <a:cxn ang="0">
                <a:pos x="connsiteX43537" y="connsiteY43537"/>
              </a:cxn>
              <a:cxn ang="0">
                <a:pos x="connsiteX43538" y="connsiteY43538"/>
              </a:cxn>
              <a:cxn ang="0">
                <a:pos x="connsiteX43539" y="connsiteY43539"/>
              </a:cxn>
              <a:cxn ang="0">
                <a:pos x="connsiteX43540" y="connsiteY43540"/>
              </a:cxn>
              <a:cxn ang="0">
                <a:pos x="connsiteX43541" y="connsiteY43541"/>
              </a:cxn>
              <a:cxn ang="0">
                <a:pos x="connsiteX43542" y="connsiteY43542"/>
              </a:cxn>
              <a:cxn ang="0">
                <a:pos x="connsiteX43543" y="connsiteY43543"/>
              </a:cxn>
              <a:cxn ang="0">
                <a:pos x="connsiteX43544" y="connsiteY43544"/>
              </a:cxn>
              <a:cxn ang="0">
                <a:pos x="connsiteX43545" y="connsiteY43545"/>
              </a:cxn>
              <a:cxn ang="0">
                <a:pos x="connsiteX43546" y="connsiteY43546"/>
              </a:cxn>
              <a:cxn ang="0">
                <a:pos x="connsiteX43547" y="connsiteY43547"/>
              </a:cxn>
              <a:cxn ang="0">
                <a:pos x="connsiteX43548" y="connsiteY43548"/>
              </a:cxn>
              <a:cxn ang="0">
                <a:pos x="connsiteX43549" y="connsiteY43549"/>
              </a:cxn>
              <a:cxn ang="0">
                <a:pos x="connsiteX43550" y="connsiteY43550"/>
              </a:cxn>
              <a:cxn ang="0">
                <a:pos x="connsiteX43551" y="connsiteY43551"/>
              </a:cxn>
              <a:cxn ang="0">
                <a:pos x="connsiteX43552" y="connsiteY43552"/>
              </a:cxn>
              <a:cxn ang="0">
                <a:pos x="connsiteX43553" y="connsiteY43553"/>
              </a:cxn>
              <a:cxn ang="0">
                <a:pos x="connsiteX43554" y="connsiteY43554"/>
              </a:cxn>
              <a:cxn ang="0">
                <a:pos x="connsiteX43555" y="connsiteY43555"/>
              </a:cxn>
              <a:cxn ang="0">
                <a:pos x="connsiteX43556" y="connsiteY43556"/>
              </a:cxn>
              <a:cxn ang="0">
                <a:pos x="connsiteX43557" y="connsiteY43557"/>
              </a:cxn>
              <a:cxn ang="0">
                <a:pos x="connsiteX43558" y="connsiteY43558"/>
              </a:cxn>
              <a:cxn ang="0">
                <a:pos x="connsiteX43559" y="connsiteY43559"/>
              </a:cxn>
              <a:cxn ang="0">
                <a:pos x="connsiteX43560" y="connsiteY43560"/>
              </a:cxn>
              <a:cxn ang="0">
                <a:pos x="connsiteX43561" y="connsiteY43561"/>
              </a:cxn>
              <a:cxn ang="0">
                <a:pos x="connsiteX43562" y="connsiteY43562"/>
              </a:cxn>
              <a:cxn ang="0">
                <a:pos x="connsiteX43563" y="connsiteY43563"/>
              </a:cxn>
              <a:cxn ang="0">
                <a:pos x="connsiteX43564" y="connsiteY43564"/>
              </a:cxn>
              <a:cxn ang="0">
                <a:pos x="connsiteX43565" y="connsiteY43565"/>
              </a:cxn>
              <a:cxn ang="0">
                <a:pos x="connsiteX43566" y="connsiteY43566"/>
              </a:cxn>
              <a:cxn ang="0">
                <a:pos x="connsiteX43567" y="connsiteY43567"/>
              </a:cxn>
              <a:cxn ang="0">
                <a:pos x="connsiteX43568" y="connsiteY43568"/>
              </a:cxn>
              <a:cxn ang="0">
                <a:pos x="connsiteX43569" y="connsiteY43569"/>
              </a:cxn>
              <a:cxn ang="0">
                <a:pos x="connsiteX43570" y="connsiteY43570"/>
              </a:cxn>
              <a:cxn ang="0">
                <a:pos x="connsiteX43571" y="connsiteY43571"/>
              </a:cxn>
              <a:cxn ang="0">
                <a:pos x="connsiteX43572" y="connsiteY43572"/>
              </a:cxn>
              <a:cxn ang="0">
                <a:pos x="connsiteX43573" y="connsiteY43573"/>
              </a:cxn>
              <a:cxn ang="0">
                <a:pos x="connsiteX43574" y="connsiteY43574"/>
              </a:cxn>
              <a:cxn ang="0">
                <a:pos x="connsiteX43575" y="connsiteY43575"/>
              </a:cxn>
              <a:cxn ang="0">
                <a:pos x="connsiteX43576" y="connsiteY43576"/>
              </a:cxn>
              <a:cxn ang="0">
                <a:pos x="connsiteX43577" y="connsiteY43577"/>
              </a:cxn>
              <a:cxn ang="0">
                <a:pos x="connsiteX43578" y="connsiteY43578"/>
              </a:cxn>
              <a:cxn ang="0">
                <a:pos x="connsiteX43579" y="connsiteY43579"/>
              </a:cxn>
              <a:cxn ang="0">
                <a:pos x="connsiteX43580" y="connsiteY43580"/>
              </a:cxn>
              <a:cxn ang="0">
                <a:pos x="connsiteX43581" y="connsiteY43581"/>
              </a:cxn>
              <a:cxn ang="0">
                <a:pos x="connsiteX43582" y="connsiteY43582"/>
              </a:cxn>
              <a:cxn ang="0">
                <a:pos x="connsiteX43583" y="connsiteY43583"/>
              </a:cxn>
              <a:cxn ang="0">
                <a:pos x="connsiteX43584" y="connsiteY43584"/>
              </a:cxn>
              <a:cxn ang="0">
                <a:pos x="connsiteX43585" y="connsiteY43585"/>
              </a:cxn>
              <a:cxn ang="0">
                <a:pos x="connsiteX43586" y="connsiteY43586"/>
              </a:cxn>
              <a:cxn ang="0">
                <a:pos x="connsiteX43587" y="connsiteY43587"/>
              </a:cxn>
              <a:cxn ang="0">
                <a:pos x="connsiteX43588" y="connsiteY43588"/>
              </a:cxn>
              <a:cxn ang="0">
                <a:pos x="connsiteX43589" y="connsiteY43589"/>
              </a:cxn>
              <a:cxn ang="0">
                <a:pos x="connsiteX43590" y="connsiteY43590"/>
              </a:cxn>
              <a:cxn ang="0">
                <a:pos x="connsiteX43591" y="connsiteY43591"/>
              </a:cxn>
              <a:cxn ang="0">
                <a:pos x="connsiteX43592" y="connsiteY43592"/>
              </a:cxn>
              <a:cxn ang="0">
                <a:pos x="connsiteX43593" y="connsiteY43593"/>
              </a:cxn>
              <a:cxn ang="0">
                <a:pos x="connsiteX43594" y="connsiteY43594"/>
              </a:cxn>
              <a:cxn ang="0">
                <a:pos x="connsiteX43595" y="connsiteY43595"/>
              </a:cxn>
              <a:cxn ang="0">
                <a:pos x="connsiteX43596" y="connsiteY43596"/>
              </a:cxn>
              <a:cxn ang="0">
                <a:pos x="connsiteX43597" y="connsiteY43597"/>
              </a:cxn>
              <a:cxn ang="0">
                <a:pos x="connsiteX43598" y="connsiteY43598"/>
              </a:cxn>
              <a:cxn ang="0">
                <a:pos x="connsiteX43599" y="connsiteY43599"/>
              </a:cxn>
              <a:cxn ang="0">
                <a:pos x="connsiteX43600" y="connsiteY43600"/>
              </a:cxn>
              <a:cxn ang="0">
                <a:pos x="connsiteX43601" y="connsiteY43601"/>
              </a:cxn>
              <a:cxn ang="0">
                <a:pos x="connsiteX43602" y="connsiteY43602"/>
              </a:cxn>
              <a:cxn ang="0">
                <a:pos x="connsiteX43603" y="connsiteY43603"/>
              </a:cxn>
              <a:cxn ang="0">
                <a:pos x="connsiteX43604" y="connsiteY43604"/>
              </a:cxn>
              <a:cxn ang="0">
                <a:pos x="connsiteX43605" y="connsiteY43605"/>
              </a:cxn>
              <a:cxn ang="0">
                <a:pos x="connsiteX43606" y="connsiteY43606"/>
              </a:cxn>
              <a:cxn ang="0">
                <a:pos x="connsiteX43607" y="connsiteY43607"/>
              </a:cxn>
              <a:cxn ang="0">
                <a:pos x="connsiteX43608" y="connsiteY43608"/>
              </a:cxn>
              <a:cxn ang="0">
                <a:pos x="connsiteX43609" y="connsiteY43609"/>
              </a:cxn>
              <a:cxn ang="0">
                <a:pos x="connsiteX43610" y="connsiteY43610"/>
              </a:cxn>
              <a:cxn ang="0">
                <a:pos x="connsiteX43611" y="connsiteY43611"/>
              </a:cxn>
              <a:cxn ang="0">
                <a:pos x="connsiteX43612" y="connsiteY43612"/>
              </a:cxn>
              <a:cxn ang="0">
                <a:pos x="connsiteX43613" y="connsiteY43613"/>
              </a:cxn>
              <a:cxn ang="0">
                <a:pos x="connsiteX43614" y="connsiteY43614"/>
              </a:cxn>
              <a:cxn ang="0">
                <a:pos x="connsiteX43615" y="connsiteY43615"/>
              </a:cxn>
              <a:cxn ang="0">
                <a:pos x="connsiteX43616" y="connsiteY43616"/>
              </a:cxn>
              <a:cxn ang="0">
                <a:pos x="connsiteX43617" y="connsiteY43617"/>
              </a:cxn>
              <a:cxn ang="0">
                <a:pos x="connsiteX43618" y="connsiteY43618"/>
              </a:cxn>
              <a:cxn ang="0">
                <a:pos x="connsiteX43619" y="connsiteY43619"/>
              </a:cxn>
              <a:cxn ang="0">
                <a:pos x="connsiteX43620" y="connsiteY43620"/>
              </a:cxn>
              <a:cxn ang="0">
                <a:pos x="connsiteX43621" y="connsiteY43621"/>
              </a:cxn>
              <a:cxn ang="0">
                <a:pos x="connsiteX43622" y="connsiteY43622"/>
              </a:cxn>
              <a:cxn ang="0">
                <a:pos x="connsiteX43623" y="connsiteY43623"/>
              </a:cxn>
              <a:cxn ang="0">
                <a:pos x="connsiteX43624" y="connsiteY43624"/>
              </a:cxn>
              <a:cxn ang="0">
                <a:pos x="connsiteX43625" y="connsiteY43625"/>
              </a:cxn>
              <a:cxn ang="0">
                <a:pos x="connsiteX43626" y="connsiteY43626"/>
              </a:cxn>
              <a:cxn ang="0">
                <a:pos x="connsiteX43627" y="connsiteY43627"/>
              </a:cxn>
              <a:cxn ang="0">
                <a:pos x="connsiteX43628" y="connsiteY43628"/>
              </a:cxn>
              <a:cxn ang="0">
                <a:pos x="connsiteX43629" y="connsiteY43629"/>
              </a:cxn>
              <a:cxn ang="0">
                <a:pos x="connsiteX43630" y="connsiteY43630"/>
              </a:cxn>
              <a:cxn ang="0">
                <a:pos x="connsiteX43631" y="connsiteY43631"/>
              </a:cxn>
              <a:cxn ang="0">
                <a:pos x="connsiteX43632" y="connsiteY43632"/>
              </a:cxn>
              <a:cxn ang="0">
                <a:pos x="connsiteX43633" y="connsiteY43633"/>
              </a:cxn>
              <a:cxn ang="0">
                <a:pos x="connsiteX43634" y="connsiteY43634"/>
              </a:cxn>
              <a:cxn ang="0">
                <a:pos x="connsiteX43635" y="connsiteY43635"/>
              </a:cxn>
              <a:cxn ang="0">
                <a:pos x="connsiteX43636" y="connsiteY43636"/>
              </a:cxn>
              <a:cxn ang="0">
                <a:pos x="connsiteX43637" y="connsiteY43637"/>
              </a:cxn>
              <a:cxn ang="0">
                <a:pos x="connsiteX43638" y="connsiteY43638"/>
              </a:cxn>
              <a:cxn ang="0">
                <a:pos x="connsiteX43639" y="connsiteY43639"/>
              </a:cxn>
              <a:cxn ang="0">
                <a:pos x="connsiteX43640" y="connsiteY43640"/>
              </a:cxn>
              <a:cxn ang="0">
                <a:pos x="connsiteX43641" y="connsiteY43641"/>
              </a:cxn>
              <a:cxn ang="0">
                <a:pos x="connsiteX43642" y="connsiteY43642"/>
              </a:cxn>
              <a:cxn ang="0">
                <a:pos x="connsiteX43643" y="connsiteY43643"/>
              </a:cxn>
              <a:cxn ang="0">
                <a:pos x="connsiteX43644" y="connsiteY43644"/>
              </a:cxn>
              <a:cxn ang="0">
                <a:pos x="connsiteX43645" y="connsiteY43645"/>
              </a:cxn>
              <a:cxn ang="0">
                <a:pos x="connsiteX43646" y="connsiteY43646"/>
              </a:cxn>
              <a:cxn ang="0">
                <a:pos x="connsiteX43647" y="connsiteY43647"/>
              </a:cxn>
              <a:cxn ang="0">
                <a:pos x="connsiteX43648" y="connsiteY43648"/>
              </a:cxn>
              <a:cxn ang="0">
                <a:pos x="connsiteX43649" y="connsiteY43649"/>
              </a:cxn>
              <a:cxn ang="0">
                <a:pos x="connsiteX43650" y="connsiteY43650"/>
              </a:cxn>
              <a:cxn ang="0">
                <a:pos x="connsiteX43651" y="connsiteY43651"/>
              </a:cxn>
              <a:cxn ang="0">
                <a:pos x="connsiteX43652" y="connsiteY43652"/>
              </a:cxn>
              <a:cxn ang="0">
                <a:pos x="connsiteX43653" y="connsiteY43653"/>
              </a:cxn>
              <a:cxn ang="0">
                <a:pos x="connsiteX43654" y="connsiteY43654"/>
              </a:cxn>
              <a:cxn ang="0">
                <a:pos x="connsiteX43655" y="connsiteY43655"/>
              </a:cxn>
              <a:cxn ang="0">
                <a:pos x="connsiteX43656" y="connsiteY43656"/>
              </a:cxn>
              <a:cxn ang="0">
                <a:pos x="connsiteX43657" y="connsiteY43657"/>
              </a:cxn>
              <a:cxn ang="0">
                <a:pos x="connsiteX43658" y="connsiteY43658"/>
              </a:cxn>
              <a:cxn ang="0">
                <a:pos x="connsiteX43659" y="connsiteY43659"/>
              </a:cxn>
              <a:cxn ang="0">
                <a:pos x="connsiteX43660" y="connsiteY43660"/>
              </a:cxn>
              <a:cxn ang="0">
                <a:pos x="connsiteX43661" y="connsiteY43661"/>
              </a:cxn>
              <a:cxn ang="0">
                <a:pos x="connsiteX43662" y="connsiteY43662"/>
              </a:cxn>
              <a:cxn ang="0">
                <a:pos x="connsiteX43663" y="connsiteY43663"/>
              </a:cxn>
              <a:cxn ang="0">
                <a:pos x="connsiteX43664" y="connsiteY43664"/>
              </a:cxn>
              <a:cxn ang="0">
                <a:pos x="connsiteX43665" y="connsiteY43665"/>
              </a:cxn>
              <a:cxn ang="0">
                <a:pos x="connsiteX43666" y="connsiteY43666"/>
              </a:cxn>
              <a:cxn ang="0">
                <a:pos x="connsiteX43667" y="connsiteY43667"/>
              </a:cxn>
              <a:cxn ang="0">
                <a:pos x="connsiteX43668" y="connsiteY43668"/>
              </a:cxn>
              <a:cxn ang="0">
                <a:pos x="connsiteX43669" y="connsiteY43669"/>
              </a:cxn>
              <a:cxn ang="0">
                <a:pos x="connsiteX43670" y="connsiteY43670"/>
              </a:cxn>
              <a:cxn ang="0">
                <a:pos x="connsiteX43671" y="connsiteY43671"/>
              </a:cxn>
              <a:cxn ang="0">
                <a:pos x="connsiteX43672" y="connsiteY43672"/>
              </a:cxn>
              <a:cxn ang="0">
                <a:pos x="connsiteX43673" y="connsiteY43673"/>
              </a:cxn>
              <a:cxn ang="0">
                <a:pos x="connsiteX43674" y="connsiteY43674"/>
              </a:cxn>
              <a:cxn ang="0">
                <a:pos x="connsiteX43675" y="connsiteY43675"/>
              </a:cxn>
              <a:cxn ang="0">
                <a:pos x="connsiteX43676" y="connsiteY43676"/>
              </a:cxn>
              <a:cxn ang="0">
                <a:pos x="connsiteX43677" y="connsiteY43677"/>
              </a:cxn>
              <a:cxn ang="0">
                <a:pos x="connsiteX43678" y="connsiteY43678"/>
              </a:cxn>
              <a:cxn ang="0">
                <a:pos x="connsiteX43679" y="connsiteY43679"/>
              </a:cxn>
              <a:cxn ang="0">
                <a:pos x="connsiteX43680" y="connsiteY43680"/>
              </a:cxn>
              <a:cxn ang="0">
                <a:pos x="connsiteX43681" y="connsiteY43681"/>
              </a:cxn>
              <a:cxn ang="0">
                <a:pos x="connsiteX43682" y="connsiteY43682"/>
              </a:cxn>
              <a:cxn ang="0">
                <a:pos x="connsiteX43683" y="connsiteY43683"/>
              </a:cxn>
              <a:cxn ang="0">
                <a:pos x="connsiteX43684" y="connsiteY43684"/>
              </a:cxn>
              <a:cxn ang="0">
                <a:pos x="connsiteX43685" y="connsiteY43685"/>
              </a:cxn>
              <a:cxn ang="0">
                <a:pos x="connsiteX43686" y="connsiteY43686"/>
              </a:cxn>
              <a:cxn ang="0">
                <a:pos x="connsiteX43687" y="connsiteY43687"/>
              </a:cxn>
              <a:cxn ang="0">
                <a:pos x="connsiteX43688" y="connsiteY43688"/>
              </a:cxn>
              <a:cxn ang="0">
                <a:pos x="connsiteX43689" y="connsiteY43689"/>
              </a:cxn>
              <a:cxn ang="0">
                <a:pos x="connsiteX43690" y="connsiteY43690"/>
              </a:cxn>
              <a:cxn ang="0">
                <a:pos x="connsiteX43691" y="connsiteY43691"/>
              </a:cxn>
              <a:cxn ang="0">
                <a:pos x="connsiteX43692" y="connsiteY43692"/>
              </a:cxn>
              <a:cxn ang="0">
                <a:pos x="connsiteX43693" y="connsiteY43693"/>
              </a:cxn>
              <a:cxn ang="0">
                <a:pos x="connsiteX43694" y="connsiteY43694"/>
              </a:cxn>
              <a:cxn ang="0">
                <a:pos x="connsiteX43695" y="connsiteY43695"/>
              </a:cxn>
              <a:cxn ang="0">
                <a:pos x="connsiteX43696" y="connsiteY43696"/>
              </a:cxn>
              <a:cxn ang="0">
                <a:pos x="connsiteX43697" y="connsiteY43697"/>
              </a:cxn>
              <a:cxn ang="0">
                <a:pos x="connsiteX43698" y="connsiteY43698"/>
              </a:cxn>
              <a:cxn ang="0">
                <a:pos x="connsiteX43699" y="connsiteY43699"/>
              </a:cxn>
              <a:cxn ang="0">
                <a:pos x="connsiteX43700" y="connsiteY43700"/>
              </a:cxn>
              <a:cxn ang="0">
                <a:pos x="connsiteX43701" y="connsiteY43701"/>
              </a:cxn>
              <a:cxn ang="0">
                <a:pos x="connsiteX43702" y="connsiteY43702"/>
              </a:cxn>
              <a:cxn ang="0">
                <a:pos x="connsiteX43703" y="connsiteY43703"/>
              </a:cxn>
              <a:cxn ang="0">
                <a:pos x="connsiteX43704" y="connsiteY43704"/>
              </a:cxn>
              <a:cxn ang="0">
                <a:pos x="connsiteX43705" y="connsiteY43705"/>
              </a:cxn>
              <a:cxn ang="0">
                <a:pos x="connsiteX43706" y="connsiteY43706"/>
              </a:cxn>
              <a:cxn ang="0">
                <a:pos x="connsiteX43707" y="connsiteY43707"/>
              </a:cxn>
              <a:cxn ang="0">
                <a:pos x="connsiteX43708" y="connsiteY43708"/>
              </a:cxn>
              <a:cxn ang="0">
                <a:pos x="connsiteX43709" y="connsiteY43709"/>
              </a:cxn>
              <a:cxn ang="0">
                <a:pos x="connsiteX43710" y="connsiteY43710"/>
              </a:cxn>
              <a:cxn ang="0">
                <a:pos x="connsiteX43711" y="connsiteY43711"/>
              </a:cxn>
              <a:cxn ang="0">
                <a:pos x="connsiteX43712" y="connsiteY43712"/>
              </a:cxn>
              <a:cxn ang="0">
                <a:pos x="connsiteX43713" y="connsiteY43713"/>
              </a:cxn>
              <a:cxn ang="0">
                <a:pos x="connsiteX43714" y="connsiteY43714"/>
              </a:cxn>
              <a:cxn ang="0">
                <a:pos x="connsiteX43715" y="connsiteY43715"/>
              </a:cxn>
              <a:cxn ang="0">
                <a:pos x="connsiteX43716" y="connsiteY43716"/>
              </a:cxn>
              <a:cxn ang="0">
                <a:pos x="connsiteX43717" y="connsiteY43717"/>
              </a:cxn>
              <a:cxn ang="0">
                <a:pos x="connsiteX43718" y="connsiteY43718"/>
              </a:cxn>
              <a:cxn ang="0">
                <a:pos x="connsiteX43719" y="connsiteY43719"/>
              </a:cxn>
              <a:cxn ang="0">
                <a:pos x="connsiteX43720" y="connsiteY43720"/>
              </a:cxn>
              <a:cxn ang="0">
                <a:pos x="connsiteX43721" y="connsiteY43721"/>
              </a:cxn>
              <a:cxn ang="0">
                <a:pos x="connsiteX43722" y="connsiteY43722"/>
              </a:cxn>
              <a:cxn ang="0">
                <a:pos x="connsiteX43723" y="connsiteY43723"/>
              </a:cxn>
              <a:cxn ang="0">
                <a:pos x="connsiteX43724" y="connsiteY43724"/>
              </a:cxn>
              <a:cxn ang="0">
                <a:pos x="connsiteX43725" y="connsiteY43725"/>
              </a:cxn>
              <a:cxn ang="0">
                <a:pos x="connsiteX43726" y="connsiteY43726"/>
              </a:cxn>
              <a:cxn ang="0">
                <a:pos x="connsiteX43727" y="connsiteY43727"/>
              </a:cxn>
              <a:cxn ang="0">
                <a:pos x="connsiteX43728" y="connsiteY43728"/>
              </a:cxn>
              <a:cxn ang="0">
                <a:pos x="connsiteX43729" y="connsiteY43729"/>
              </a:cxn>
              <a:cxn ang="0">
                <a:pos x="connsiteX43730" y="connsiteY43730"/>
              </a:cxn>
              <a:cxn ang="0">
                <a:pos x="connsiteX43731" y="connsiteY43731"/>
              </a:cxn>
              <a:cxn ang="0">
                <a:pos x="connsiteX43732" y="connsiteY43732"/>
              </a:cxn>
              <a:cxn ang="0">
                <a:pos x="connsiteX43733" y="connsiteY43733"/>
              </a:cxn>
              <a:cxn ang="0">
                <a:pos x="connsiteX43734" y="connsiteY43734"/>
              </a:cxn>
              <a:cxn ang="0">
                <a:pos x="connsiteX43735" y="connsiteY43735"/>
              </a:cxn>
              <a:cxn ang="0">
                <a:pos x="connsiteX43736" y="connsiteY43736"/>
              </a:cxn>
              <a:cxn ang="0">
                <a:pos x="connsiteX43737" y="connsiteY43737"/>
              </a:cxn>
              <a:cxn ang="0">
                <a:pos x="connsiteX43738" y="connsiteY43738"/>
              </a:cxn>
              <a:cxn ang="0">
                <a:pos x="connsiteX43739" y="connsiteY43739"/>
              </a:cxn>
              <a:cxn ang="0">
                <a:pos x="connsiteX43740" y="connsiteY43740"/>
              </a:cxn>
              <a:cxn ang="0">
                <a:pos x="connsiteX43741" y="connsiteY43741"/>
              </a:cxn>
              <a:cxn ang="0">
                <a:pos x="connsiteX43742" y="connsiteY43742"/>
              </a:cxn>
              <a:cxn ang="0">
                <a:pos x="connsiteX43743" y="connsiteY43743"/>
              </a:cxn>
              <a:cxn ang="0">
                <a:pos x="connsiteX43744" y="connsiteY43744"/>
              </a:cxn>
              <a:cxn ang="0">
                <a:pos x="connsiteX43745" y="connsiteY43745"/>
              </a:cxn>
              <a:cxn ang="0">
                <a:pos x="connsiteX43746" y="connsiteY43746"/>
              </a:cxn>
              <a:cxn ang="0">
                <a:pos x="connsiteX43747" y="connsiteY43747"/>
              </a:cxn>
              <a:cxn ang="0">
                <a:pos x="connsiteX43748" y="connsiteY43748"/>
              </a:cxn>
              <a:cxn ang="0">
                <a:pos x="connsiteX43749" y="connsiteY43749"/>
              </a:cxn>
              <a:cxn ang="0">
                <a:pos x="connsiteX43750" y="connsiteY43750"/>
              </a:cxn>
              <a:cxn ang="0">
                <a:pos x="connsiteX43751" y="connsiteY43751"/>
              </a:cxn>
              <a:cxn ang="0">
                <a:pos x="connsiteX43752" y="connsiteY43752"/>
              </a:cxn>
              <a:cxn ang="0">
                <a:pos x="connsiteX43753" y="connsiteY43753"/>
              </a:cxn>
              <a:cxn ang="0">
                <a:pos x="connsiteX43754" y="connsiteY43754"/>
              </a:cxn>
              <a:cxn ang="0">
                <a:pos x="connsiteX43755" y="connsiteY43755"/>
              </a:cxn>
              <a:cxn ang="0">
                <a:pos x="connsiteX43756" y="connsiteY43756"/>
              </a:cxn>
              <a:cxn ang="0">
                <a:pos x="connsiteX43757" y="connsiteY43757"/>
              </a:cxn>
              <a:cxn ang="0">
                <a:pos x="connsiteX43758" y="connsiteY43758"/>
              </a:cxn>
              <a:cxn ang="0">
                <a:pos x="connsiteX43759" y="connsiteY43759"/>
              </a:cxn>
              <a:cxn ang="0">
                <a:pos x="connsiteX43760" y="connsiteY43760"/>
              </a:cxn>
              <a:cxn ang="0">
                <a:pos x="connsiteX43761" y="connsiteY43761"/>
              </a:cxn>
              <a:cxn ang="0">
                <a:pos x="connsiteX43762" y="connsiteY43762"/>
              </a:cxn>
              <a:cxn ang="0">
                <a:pos x="connsiteX43763" y="connsiteY43763"/>
              </a:cxn>
              <a:cxn ang="0">
                <a:pos x="connsiteX43764" y="connsiteY43764"/>
              </a:cxn>
              <a:cxn ang="0">
                <a:pos x="connsiteX43765" y="connsiteY43765"/>
              </a:cxn>
              <a:cxn ang="0">
                <a:pos x="connsiteX43766" y="connsiteY43766"/>
              </a:cxn>
              <a:cxn ang="0">
                <a:pos x="connsiteX43767" y="connsiteY43767"/>
              </a:cxn>
              <a:cxn ang="0">
                <a:pos x="connsiteX43768" y="connsiteY43768"/>
              </a:cxn>
              <a:cxn ang="0">
                <a:pos x="connsiteX43769" y="connsiteY43769"/>
              </a:cxn>
              <a:cxn ang="0">
                <a:pos x="connsiteX43770" y="connsiteY43770"/>
              </a:cxn>
              <a:cxn ang="0">
                <a:pos x="connsiteX43771" y="connsiteY43771"/>
              </a:cxn>
              <a:cxn ang="0">
                <a:pos x="connsiteX43772" y="connsiteY43772"/>
              </a:cxn>
              <a:cxn ang="0">
                <a:pos x="connsiteX43773" y="connsiteY43773"/>
              </a:cxn>
              <a:cxn ang="0">
                <a:pos x="connsiteX43774" y="connsiteY43774"/>
              </a:cxn>
              <a:cxn ang="0">
                <a:pos x="connsiteX43775" y="connsiteY43775"/>
              </a:cxn>
              <a:cxn ang="0">
                <a:pos x="connsiteX43776" y="connsiteY43776"/>
              </a:cxn>
              <a:cxn ang="0">
                <a:pos x="connsiteX43777" y="connsiteY43777"/>
              </a:cxn>
              <a:cxn ang="0">
                <a:pos x="connsiteX43778" y="connsiteY43778"/>
              </a:cxn>
              <a:cxn ang="0">
                <a:pos x="connsiteX43779" y="connsiteY43779"/>
              </a:cxn>
              <a:cxn ang="0">
                <a:pos x="connsiteX43780" y="connsiteY43780"/>
              </a:cxn>
              <a:cxn ang="0">
                <a:pos x="connsiteX43781" y="connsiteY43781"/>
              </a:cxn>
              <a:cxn ang="0">
                <a:pos x="connsiteX43782" y="connsiteY43782"/>
              </a:cxn>
              <a:cxn ang="0">
                <a:pos x="connsiteX43783" y="connsiteY43783"/>
              </a:cxn>
              <a:cxn ang="0">
                <a:pos x="connsiteX43784" y="connsiteY43784"/>
              </a:cxn>
              <a:cxn ang="0">
                <a:pos x="connsiteX43785" y="connsiteY43785"/>
              </a:cxn>
              <a:cxn ang="0">
                <a:pos x="connsiteX43786" y="connsiteY43786"/>
              </a:cxn>
              <a:cxn ang="0">
                <a:pos x="connsiteX43787" y="connsiteY43787"/>
              </a:cxn>
              <a:cxn ang="0">
                <a:pos x="connsiteX43788" y="connsiteY43788"/>
              </a:cxn>
              <a:cxn ang="0">
                <a:pos x="connsiteX43789" y="connsiteY43789"/>
              </a:cxn>
              <a:cxn ang="0">
                <a:pos x="connsiteX43790" y="connsiteY43790"/>
              </a:cxn>
              <a:cxn ang="0">
                <a:pos x="connsiteX43791" y="connsiteY43791"/>
              </a:cxn>
              <a:cxn ang="0">
                <a:pos x="connsiteX43792" y="connsiteY43792"/>
              </a:cxn>
              <a:cxn ang="0">
                <a:pos x="connsiteX43793" y="connsiteY43793"/>
              </a:cxn>
              <a:cxn ang="0">
                <a:pos x="connsiteX43794" y="connsiteY43794"/>
              </a:cxn>
              <a:cxn ang="0">
                <a:pos x="connsiteX43795" y="connsiteY43795"/>
              </a:cxn>
              <a:cxn ang="0">
                <a:pos x="connsiteX43796" y="connsiteY43796"/>
              </a:cxn>
              <a:cxn ang="0">
                <a:pos x="connsiteX43797" y="connsiteY43797"/>
              </a:cxn>
              <a:cxn ang="0">
                <a:pos x="connsiteX43798" y="connsiteY43798"/>
              </a:cxn>
              <a:cxn ang="0">
                <a:pos x="connsiteX43799" y="connsiteY43799"/>
              </a:cxn>
              <a:cxn ang="0">
                <a:pos x="connsiteX43800" y="connsiteY43800"/>
              </a:cxn>
              <a:cxn ang="0">
                <a:pos x="connsiteX43801" y="connsiteY43801"/>
              </a:cxn>
              <a:cxn ang="0">
                <a:pos x="connsiteX43802" y="connsiteY43802"/>
              </a:cxn>
              <a:cxn ang="0">
                <a:pos x="connsiteX43803" y="connsiteY43803"/>
              </a:cxn>
              <a:cxn ang="0">
                <a:pos x="connsiteX43804" y="connsiteY43804"/>
              </a:cxn>
              <a:cxn ang="0">
                <a:pos x="connsiteX43805" y="connsiteY43805"/>
              </a:cxn>
              <a:cxn ang="0">
                <a:pos x="connsiteX43806" y="connsiteY43806"/>
              </a:cxn>
              <a:cxn ang="0">
                <a:pos x="connsiteX43807" y="connsiteY43807"/>
              </a:cxn>
              <a:cxn ang="0">
                <a:pos x="connsiteX43808" y="connsiteY43808"/>
              </a:cxn>
              <a:cxn ang="0">
                <a:pos x="connsiteX43809" y="connsiteY43809"/>
              </a:cxn>
              <a:cxn ang="0">
                <a:pos x="connsiteX43810" y="connsiteY43810"/>
              </a:cxn>
              <a:cxn ang="0">
                <a:pos x="connsiteX43811" y="connsiteY43811"/>
              </a:cxn>
              <a:cxn ang="0">
                <a:pos x="connsiteX43812" y="connsiteY43812"/>
              </a:cxn>
              <a:cxn ang="0">
                <a:pos x="connsiteX43813" y="connsiteY43813"/>
              </a:cxn>
              <a:cxn ang="0">
                <a:pos x="connsiteX43814" y="connsiteY43814"/>
              </a:cxn>
              <a:cxn ang="0">
                <a:pos x="connsiteX43815" y="connsiteY43815"/>
              </a:cxn>
              <a:cxn ang="0">
                <a:pos x="connsiteX43816" y="connsiteY43816"/>
              </a:cxn>
              <a:cxn ang="0">
                <a:pos x="connsiteX43817" y="connsiteY43817"/>
              </a:cxn>
              <a:cxn ang="0">
                <a:pos x="connsiteX43818" y="connsiteY43818"/>
              </a:cxn>
              <a:cxn ang="0">
                <a:pos x="connsiteX43819" y="connsiteY43819"/>
              </a:cxn>
              <a:cxn ang="0">
                <a:pos x="connsiteX43820" y="connsiteY43820"/>
              </a:cxn>
              <a:cxn ang="0">
                <a:pos x="connsiteX43821" y="connsiteY43821"/>
              </a:cxn>
              <a:cxn ang="0">
                <a:pos x="connsiteX43822" y="connsiteY43822"/>
              </a:cxn>
              <a:cxn ang="0">
                <a:pos x="connsiteX43823" y="connsiteY43823"/>
              </a:cxn>
              <a:cxn ang="0">
                <a:pos x="connsiteX43824" y="connsiteY43824"/>
              </a:cxn>
              <a:cxn ang="0">
                <a:pos x="connsiteX43825" y="connsiteY43825"/>
              </a:cxn>
              <a:cxn ang="0">
                <a:pos x="connsiteX43826" y="connsiteY43826"/>
              </a:cxn>
              <a:cxn ang="0">
                <a:pos x="connsiteX43827" y="connsiteY43827"/>
              </a:cxn>
              <a:cxn ang="0">
                <a:pos x="connsiteX43828" y="connsiteY43828"/>
              </a:cxn>
              <a:cxn ang="0">
                <a:pos x="connsiteX43829" y="connsiteY43829"/>
              </a:cxn>
              <a:cxn ang="0">
                <a:pos x="connsiteX43830" y="connsiteY43830"/>
              </a:cxn>
              <a:cxn ang="0">
                <a:pos x="connsiteX43831" y="connsiteY43831"/>
              </a:cxn>
              <a:cxn ang="0">
                <a:pos x="connsiteX43832" y="connsiteY43832"/>
              </a:cxn>
              <a:cxn ang="0">
                <a:pos x="connsiteX43833" y="connsiteY43833"/>
              </a:cxn>
              <a:cxn ang="0">
                <a:pos x="connsiteX43834" y="connsiteY43834"/>
              </a:cxn>
              <a:cxn ang="0">
                <a:pos x="connsiteX43835" y="connsiteY43835"/>
              </a:cxn>
              <a:cxn ang="0">
                <a:pos x="connsiteX43836" y="connsiteY43836"/>
              </a:cxn>
              <a:cxn ang="0">
                <a:pos x="connsiteX43837" y="connsiteY43837"/>
              </a:cxn>
              <a:cxn ang="0">
                <a:pos x="connsiteX43838" y="connsiteY43838"/>
              </a:cxn>
              <a:cxn ang="0">
                <a:pos x="connsiteX43839" y="connsiteY43839"/>
              </a:cxn>
              <a:cxn ang="0">
                <a:pos x="connsiteX43840" y="connsiteY43840"/>
              </a:cxn>
              <a:cxn ang="0">
                <a:pos x="connsiteX43841" y="connsiteY43841"/>
              </a:cxn>
              <a:cxn ang="0">
                <a:pos x="connsiteX43842" y="connsiteY43842"/>
              </a:cxn>
              <a:cxn ang="0">
                <a:pos x="connsiteX43843" y="connsiteY43843"/>
              </a:cxn>
              <a:cxn ang="0">
                <a:pos x="connsiteX43844" y="connsiteY43844"/>
              </a:cxn>
              <a:cxn ang="0">
                <a:pos x="connsiteX43845" y="connsiteY43845"/>
              </a:cxn>
              <a:cxn ang="0">
                <a:pos x="connsiteX43846" y="connsiteY43846"/>
              </a:cxn>
              <a:cxn ang="0">
                <a:pos x="connsiteX43847" y="connsiteY43847"/>
              </a:cxn>
              <a:cxn ang="0">
                <a:pos x="connsiteX43848" y="connsiteY43848"/>
              </a:cxn>
              <a:cxn ang="0">
                <a:pos x="connsiteX43849" y="connsiteY43849"/>
              </a:cxn>
              <a:cxn ang="0">
                <a:pos x="connsiteX43850" y="connsiteY43850"/>
              </a:cxn>
              <a:cxn ang="0">
                <a:pos x="connsiteX43851" y="connsiteY43851"/>
              </a:cxn>
              <a:cxn ang="0">
                <a:pos x="connsiteX43852" y="connsiteY43852"/>
              </a:cxn>
              <a:cxn ang="0">
                <a:pos x="connsiteX43853" y="connsiteY43853"/>
              </a:cxn>
              <a:cxn ang="0">
                <a:pos x="connsiteX43854" y="connsiteY43854"/>
              </a:cxn>
              <a:cxn ang="0">
                <a:pos x="connsiteX43855" y="connsiteY43855"/>
              </a:cxn>
              <a:cxn ang="0">
                <a:pos x="connsiteX43856" y="connsiteY43856"/>
              </a:cxn>
              <a:cxn ang="0">
                <a:pos x="connsiteX43857" y="connsiteY43857"/>
              </a:cxn>
              <a:cxn ang="0">
                <a:pos x="connsiteX43858" y="connsiteY43858"/>
              </a:cxn>
              <a:cxn ang="0">
                <a:pos x="connsiteX43859" y="connsiteY43859"/>
              </a:cxn>
              <a:cxn ang="0">
                <a:pos x="connsiteX43860" y="connsiteY43860"/>
              </a:cxn>
              <a:cxn ang="0">
                <a:pos x="connsiteX43861" y="connsiteY43861"/>
              </a:cxn>
              <a:cxn ang="0">
                <a:pos x="connsiteX43862" y="connsiteY43862"/>
              </a:cxn>
              <a:cxn ang="0">
                <a:pos x="connsiteX43863" y="connsiteY43863"/>
              </a:cxn>
              <a:cxn ang="0">
                <a:pos x="connsiteX43864" y="connsiteY43864"/>
              </a:cxn>
              <a:cxn ang="0">
                <a:pos x="connsiteX43865" y="connsiteY43865"/>
              </a:cxn>
              <a:cxn ang="0">
                <a:pos x="connsiteX43866" y="connsiteY43866"/>
              </a:cxn>
              <a:cxn ang="0">
                <a:pos x="connsiteX43867" y="connsiteY43867"/>
              </a:cxn>
              <a:cxn ang="0">
                <a:pos x="connsiteX43868" y="connsiteY43868"/>
              </a:cxn>
              <a:cxn ang="0">
                <a:pos x="connsiteX43869" y="connsiteY43869"/>
              </a:cxn>
              <a:cxn ang="0">
                <a:pos x="connsiteX43870" y="connsiteY43870"/>
              </a:cxn>
              <a:cxn ang="0">
                <a:pos x="connsiteX43871" y="connsiteY43871"/>
              </a:cxn>
              <a:cxn ang="0">
                <a:pos x="connsiteX43872" y="connsiteY43872"/>
              </a:cxn>
              <a:cxn ang="0">
                <a:pos x="connsiteX43873" y="connsiteY43873"/>
              </a:cxn>
              <a:cxn ang="0">
                <a:pos x="connsiteX43874" y="connsiteY43874"/>
              </a:cxn>
              <a:cxn ang="0">
                <a:pos x="connsiteX43875" y="connsiteY43875"/>
              </a:cxn>
              <a:cxn ang="0">
                <a:pos x="connsiteX43876" y="connsiteY43876"/>
              </a:cxn>
              <a:cxn ang="0">
                <a:pos x="connsiteX43877" y="connsiteY43877"/>
              </a:cxn>
              <a:cxn ang="0">
                <a:pos x="connsiteX43878" y="connsiteY43878"/>
              </a:cxn>
              <a:cxn ang="0">
                <a:pos x="connsiteX43879" y="connsiteY43879"/>
              </a:cxn>
              <a:cxn ang="0">
                <a:pos x="connsiteX43880" y="connsiteY43880"/>
              </a:cxn>
              <a:cxn ang="0">
                <a:pos x="connsiteX43881" y="connsiteY43881"/>
              </a:cxn>
              <a:cxn ang="0">
                <a:pos x="connsiteX43882" y="connsiteY43882"/>
              </a:cxn>
              <a:cxn ang="0">
                <a:pos x="connsiteX43883" y="connsiteY43883"/>
              </a:cxn>
              <a:cxn ang="0">
                <a:pos x="connsiteX43884" y="connsiteY43884"/>
              </a:cxn>
              <a:cxn ang="0">
                <a:pos x="connsiteX43885" y="connsiteY43885"/>
              </a:cxn>
              <a:cxn ang="0">
                <a:pos x="connsiteX43886" y="connsiteY43886"/>
              </a:cxn>
              <a:cxn ang="0">
                <a:pos x="connsiteX43887" y="connsiteY43887"/>
              </a:cxn>
              <a:cxn ang="0">
                <a:pos x="connsiteX43888" y="connsiteY43888"/>
              </a:cxn>
              <a:cxn ang="0">
                <a:pos x="connsiteX43889" y="connsiteY43889"/>
              </a:cxn>
              <a:cxn ang="0">
                <a:pos x="connsiteX43890" y="connsiteY43890"/>
              </a:cxn>
              <a:cxn ang="0">
                <a:pos x="connsiteX43891" y="connsiteY43891"/>
              </a:cxn>
              <a:cxn ang="0">
                <a:pos x="connsiteX43892" y="connsiteY43892"/>
              </a:cxn>
              <a:cxn ang="0">
                <a:pos x="connsiteX43893" y="connsiteY43893"/>
              </a:cxn>
              <a:cxn ang="0">
                <a:pos x="connsiteX43894" y="connsiteY43894"/>
              </a:cxn>
              <a:cxn ang="0">
                <a:pos x="connsiteX43895" y="connsiteY43895"/>
              </a:cxn>
              <a:cxn ang="0">
                <a:pos x="connsiteX43896" y="connsiteY43896"/>
              </a:cxn>
              <a:cxn ang="0">
                <a:pos x="connsiteX43897" y="connsiteY43897"/>
              </a:cxn>
              <a:cxn ang="0">
                <a:pos x="connsiteX43898" y="connsiteY43898"/>
              </a:cxn>
              <a:cxn ang="0">
                <a:pos x="connsiteX43899" y="connsiteY43899"/>
              </a:cxn>
              <a:cxn ang="0">
                <a:pos x="connsiteX43900" y="connsiteY43900"/>
              </a:cxn>
              <a:cxn ang="0">
                <a:pos x="connsiteX43901" y="connsiteY43901"/>
              </a:cxn>
              <a:cxn ang="0">
                <a:pos x="connsiteX43902" y="connsiteY43902"/>
              </a:cxn>
              <a:cxn ang="0">
                <a:pos x="connsiteX43903" y="connsiteY43903"/>
              </a:cxn>
              <a:cxn ang="0">
                <a:pos x="connsiteX43904" y="connsiteY43904"/>
              </a:cxn>
              <a:cxn ang="0">
                <a:pos x="connsiteX43905" y="connsiteY43905"/>
              </a:cxn>
              <a:cxn ang="0">
                <a:pos x="connsiteX43906" y="connsiteY43906"/>
              </a:cxn>
              <a:cxn ang="0">
                <a:pos x="connsiteX43907" y="connsiteY43907"/>
              </a:cxn>
              <a:cxn ang="0">
                <a:pos x="connsiteX43908" y="connsiteY43908"/>
              </a:cxn>
              <a:cxn ang="0">
                <a:pos x="connsiteX43909" y="connsiteY43909"/>
              </a:cxn>
              <a:cxn ang="0">
                <a:pos x="connsiteX43910" y="connsiteY43910"/>
              </a:cxn>
              <a:cxn ang="0">
                <a:pos x="connsiteX43911" y="connsiteY43911"/>
              </a:cxn>
              <a:cxn ang="0">
                <a:pos x="connsiteX43912" y="connsiteY43912"/>
              </a:cxn>
              <a:cxn ang="0">
                <a:pos x="connsiteX43913" y="connsiteY43913"/>
              </a:cxn>
              <a:cxn ang="0">
                <a:pos x="connsiteX43914" y="connsiteY43914"/>
              </a:cxn>
              <a:cxn ang="0">
                <a:pos x="connsiteX43915" y="connsiteY43915"/>
              </a:cxn>
              <a:cxn ang="0">
                <a:pos x="connsiteX43916" y="connsiteY43916"/>
              </a:cxn>
              <a:cxn ang="0">
                <a:pos x="connsiteX43917" y="connsiteY43917"/>
              </a:cxn>
              <a:cxn ang="0">
                <a:pos x="connsiteX43918" y="connsiteY43918"/>
              </a:cxn>
              <a:cxn ang="0">
                <a:pos x="connsiteX43919" y="connsiteY43919"/>
              </a:cxn>
              <a:cxn ang="0">
                <a:pos x="connsiteX43920" y="connsiteY43920"/>
              </a:cxn>
              <a:cxn ang="0">
                <a:pos x="connsiteX43921" y="connsiteY43921"/>
              </a:cxn>
              <a:cxn ang="0">
                <a:pos x="connsiteX43922" y="connsiteY43922"/>
              </a:cxn>
              <a:cxn ang="0">
                <a:pos x="connsiteX43923" y="connsiteY43923"/>
              </a:cxn>
              <a:cxn ang="0">
                <a:pos x="connsiteX43924" y="connsiteY43924"/>
              </a:cxn>
              <a:cxn ang="0">
                <a:pos x="connsiteX43925" y="connsiteY43925"/>
              </a:cxn>
              <a:cxn ang="0">
                <a:pos x="connsiteX43926" y="connsiteY43926"/>
              </a:cxn>
              <a:cxn ang="0">
                <a:pos x="connsiteX43927" y="connsiteY43927"/>
              </a:cxn>
              <a:cxn ang="0">
                <a:pos x="connsiteX43928" y="connsiteY43928"/>
              </a:cxn>
              <a:cxn ang="0">
                <a:pos x="connsiteX43929" y="connsiteY43929"/>
              </a:cxn>
              <a:cxn ang="0">
                <a:pos x="connsiteX43930" y="connsiteY43930"/>
              </a:cxn>
              <a:cxn ang="0">
                <a:pos x="connsiteX43931" y="connsiteY43931"/>
              </a:cxn>
              <a:cxn ang="0">
                <a:pos x="connsiteX43932" y="connsiteY43932"/>
              </a:cxn>
              <a:cxn ang="0">
                <a:pos x="connsiteX43933" y="connsiteY43933"/>
              </a:cxn>
              <a:cxn ang="0">
                <a:pos x="connsiteX43934" y="connsiteY43934"/>
              </a:cxn>
              <a:cxn ang="0">
                <a:pos x="connsiteX43935" y="connsiteY43935"/>
              </a:cxn>
              <a:cxn ang="0">
                <a:pos x="connsiteX43936" y="connsiteY43936"/>
              </a:cxn>
              <a:cxn ang="0">
                <a:pos x="connsiteX43937" y="connsiteY43937"/>
              </a:cxn>
              <a:cxn ang="0">
                <a:pos x="connsiteX43938" y="connsiteY43938"/>
              </a:cxn>
              <a:cxn ang="0">
                <a:pos x="connsiteX43939" y="connsiteY43939"/>
              </a:cxn>
              <a:cxn ang="0">
                <a:pos x="connsiteX43940" y="connsiteY43940"/>
              </a:cxn>
              <a:cxn ang="0">
                <a:pos x="connsiteX43941" y="connsiteY43941"/>
              </a:cxn>
              <a:cxn ang="0">
                <a:pos x="connsiteX43942" y="connsiteY43942"/>
              </a:cxn>
              <a:cxn ang="0">
                <a:pos x="connsiteX43943" y="connsiteY43943"/>
              </a:cxn>
              <a:cxn ang="0">
                <a:pos x="connsiteX43944" y="connsiteY43944"/>
              </a:cxn>
              <a:cxn ang="0">
                <a:pos x="connsiteX43945" y="connsiteY43945"/>
              </a:cxn>
              <a:cxn ang="0">
                <a:pos x="connsiteX43946" y="connsiteY43946"/>
              </a:cxn>
              <a:cxn ang="0">
                <a:pos x="connsiteX43947" y="connsiteY43947"/>
              </a:cxn>
              <a:cxn ang="0">
                <a:pos x="connsiteX43948" y="connsiteY43948"/>
              </a:cxn>
              <a:cxn ang="0">
                <a:pos x="connsiteX43949" y="connsiteY43949"/>
              </a:cxn>
              <a:cxn ang="0">
                <a:pos x="connsiteX43950" y="connsiteY43950"/>
              </a:cxn>
              <a:cxn ang="0">
                <a:pos x="connsiteX43951" y="connsiteY43951"/>
              </a:cxn>
              <a:cxn ang="0">
                <a:pos x="connsiteX43952" y="connsiteY43952"/>
              </a:cxn>
              <a:cxn ang="0">
                <a:pos x="connsiteX43953" y="connsiteY43953"/>
              </a:cxn>
              <a:cxn ang="0">
                <a:pos x="connsiteX43954" y="connsiteY43954"/>
              </a:cxn>
              <a:cxn ang="0">
                <a:pos x="connsiteX43955" y="connsiteY43955"/>
              </a:cxn>
              <a:cxn ang="0">
                <a:pos x="connsiteX43956" y="connsiteY43956"/>
              </a:cxn>
              <a:cxn ang="0">
                <a:pos x="connsiteX43957" y="connsiteY43957"/>
              </a:cxn>
              <a:cxn ang="0">
                <a:pos x="connsiteX43958" y="connsiteY43958"/>
              </a:cxn>
              <a:cxn ang="0">
                <a:pos x="connsiteX43959" y="connsiteY43959"/>
              </a:cxn>
              <a:cxn ang="0">
                <a:pos x="connsiteX43960" y="connsiteY43960"/>
              </a:cxn>
              <a:cxn ang="0">
                <a:pos x="connsiteX43961" y="connsiteY43961"/>
              </a:cxn>
              <a:cxn ang="0">
                <a:pos x="connsiteX43962" y="connsiteY43962"/>
              </a:cxn>
              <a:cxn ang="0">
                <a:pos x="connsiteX43963" y="connsiteY43963"/>
              </a:cxn>
              <a:cxn ang="0">
                <a:pos x="connsiteX43964" y="connsiteY43964"/>
              </a:cxn>
              <a:cxn ang="0">
                <a:pos x="connsiteX43965" y="connsiteY43965"/>
              </a:cxn>
              <a:cxn ang="0">
                <a:pos x="connsiteX43966" y="connsiteY43966"/>
              </a:cxn>
              <a:cxn ang="0">
                <a:pos x="connsiteX43967" y="connsiteY43967"/>
              </a:cxn>
              <a:cxn ang="0">
                <a:pos x="connsiteX43968" y="connsiteY43968"/>
              </a:cxn>
              <a:cxn ang="0">
                <a:pos x="connsiteX43969" y="connsiteY43969"/>
              </a:cxn>
              <a:cxn ang="0">
                <a:pos x="connsiteX43970" y="connsiteY43970"/>
              </a:cxn>
              <a:cxn ang="0">
                <a:pos x="connsiteX43971" y="connsiteY43971"/>
              </a:cxn>
              <a:cxn ang="0">
                <a:pos x="connsiteX43972" y="connsiteY43972"/>
              </a:cxn>
              <a:cxn ang="0">
                <a:pos x="connsiteX43973" y="connsiteY43973"/>
              </a:cxn>
              <a:cxn ang="0">
                <a:pos x="connsiteX43974" y="connsiteY43974"/>
              </a:cxn>
              <a:cxn ang="0">
                <a:pos x="connsiteX43975" y="connsiteY43975"/>
              </a:cxn>
              <a:cxn ang="0">
                <a:pos x="connsiteX43976" y="connsiteY43976"/>
              </a:cxn>
              <a:cxn ang="0">
                <a:pos x="connsiteX43977" y="connsiteY43977"/>
              </a:cxn>
              <a:cxn ang="0">
                <a:pos x="connsiteX43978" y="connsiteY43978"/>
              </a:cxn>
              <a:cxn ang="0">
                <a:pos x="connsiteX43979" y="connsiteY43979"/>
              </a:cxn>
              <a:cxn ang="0">
                <a:pos x="connsiteX43980" y="connsiteY43980"/>
              </a:cxn>
              <a:cxn ang="0">
                <a:pos x="connsiteX43981" y="connsiteY43981"/>
              </a:cxn>
              <a:cxn ang="0">
                <a:pos x="connsiteX43982" y="connsiteY43982"/>
              </a:cxn>
              <a:cxn ang="0">
                <a:pos x="connsiteX43983" y="connsiteY43983"/>
              </a:cxn>
              <a:cxn ang="0">
                <a:pos x="connsiteX43984" y="connsiteY43984"/>
              </a:cxn>
              <a:cxn ang="0">
                <a:pos x="connsiteX43985" y="connsiteY43985"/>
              </a:cxn>
              <a:cxn ang="0">
                <a:pos x="connsiteX43986" y="connsiteY43986"/>
              </a:cxn>
              <a:cxn ang="0">
                <a:pos x="connsiteX43987" y="connsiteY43987"/>
              </a:cxn>
              <a:cxn ang="0">
                <a:pos x="connsiteX43988" y="connsiteY43988"/>
              </a:cxn>
              <a:cxn ang="0">
                <a:pos x="connsiteX43989" y="connsiteY43989"/>
              </a:cxn>
              <a:cxn ang="0">
                <a:pos x="connsiteX43990" y="connsiteY43990"/>
              </a:cxn>
              <a:cxn ang="0">
                <a:pos x="connsiteX43991" y="connsiteY43991"/>
              </a:cxn>
              <a:cxn ang="0">
                <a:pos x="connsiteX43992" y="connsiteY43992"/>
              </a:cxn>
              <a:cxn ang="0">
                <a:pos x="connsiteX43993" y="connsiteY43993"/>
              </a:cxn>
              <a:cxn ang="0">
                <a:pos x="connsiteX43994" y="connsiteY43994"/>
              </a:cxn>
              <a:cxn ang="0">
                <a:pos x="connsiteX43995" y="connsiteY43995"/>
              </a:cxn>
              <a:cxn ang="0">
                <a:pos x="connsiteX43996" y="connsiteY43996"/>
              </a:cxn>
              <a:cxn ang="0">
                <a:pos x="connsiteX43997" y="connsiteY43997"/>
              </a:cxn>
              <a:cxn ang="0">
                <a:pos x="connsiteX43998" y="connsiteY43998"/>
              </a:cxn>
              <a:cxn ang="0">
                <a:pos x="connsiteX43999" y="connsiteY43999"/>
              </a:cxn>
              <a:cxn ang="0">
                <a:pos x="connsiteX44000" y="connsiteY44000"/>
              </a:cxn>
              <a:cxn ang="0">
                <a:pos x="connsiteX44001" y="connsiteY44001"/>
              </a:cxn>
              <a:cxn ang="0">
                <a:pos x="connsiteX44002" y="connsiteY44002"/>
              </a:cxn>
              <a:cxn ang="0">
                <a:pos x="connsiteX44003" y="connsiteY44003"/>
              </a:cxn>
              <a:cxn ang="0">
                <a:pos x="connsiteX44004" y="connsiteY44004"/>
              </a:cxn>
              <a:cxn ang="0">
                <a:pos x="connsiteX44005" y="connsiteY44005"/>
              </a:cxn>
              <a:cxn ang="0">
                <a:pos x="connsiteX44006" y="connsiteY44006"/>
              </a:cxn>
              <a:cxn ang="0">
                <a:pos x="connsiteX44007" y="connsiteY44007"/>
              </a:cxn>
              <a:cxn ang="0">
                <a:pos x="connsiteX44008" y="connsiteY44008"/>
              </a:cxn>
              <a:cxn ang="0">
                <a:pos x="connsiteX44009" y="connsiteY44009"/>
              </a:cxn>
              <a:cxn ang="0">
                <a:pos x="connsiteX44010" y="connsiteY44010"/>
              </a:cxn>
              <a:cxn ang="0">
                <a:pos x="connsiteX44011" y="connsiteY44011"/>
              </a:cxn>
              <a:cxn ang="0">
                <a:pos x="connsiteX44012" y="connsiteY44012"/>
              </a:cxn>
              <a:cxn ang="0">
                <a:pos x="connsiteX44013" y="connsiteY44013"/>
              </a:cxn>
              <a:cxn ang="0">
                <a:pos x="connsiteX44014" y="connsiteY44014"/>
              </a:cxn>
              <a:cxn ang="0">
                <a:pos x="connsiteX44015" y="connsiteY44015"/>
              </a:cxn>
              <a:cxn ang="0">
                <a:pos x="connsiteX44016" y="connsiteY44016"/>
              </a:cxn>
              <a:cxn ang="0">
                <a:pos x="connsiteX44017" y="connsiteY44017"/>
              </a:cxn>
              <a:cxn ang="0">
                <a:pos x="connsiteX44018" y="connsiteY44018"/>
              </a:cxn>
              <a:cxn ang="0">
                <a:pos x="connsiteX44019" y="connsiteY44019"/>
              </a:cxn>
              <a:cxn ang="0">
                <a:pos x="connsiteX44020" y="connsiteY44020"/>
              </a:cxn>
              <a:cxn ang="0">
                <a:pos x="connsiteX44021" y="connsiteY44021"/>
              </a:cxn>
              <a:cxn ang="0">
                <a:pos x="connsiteX44022" y="connsiteY44022"/>
              </a:cxn>
              <a:cxn ang="0">
                <a:pos x="connsiteX44023" y="connsiteY44023"/>
              </a:cxn>
              <a:cxn ang="0">
                <a:pos x="connsiteX44024" y="connsiteY44024"/>
              </a:cxn>
              <a:cxn ang="0">
                <a:pos x="connsiteX44025" y="connsiteY44025"/>
              </a:cxn>
              <a:cxn ang="0">
                <a:pos x="connsiteX44026" y="connsiteY44026"/>
              </a:cxn>
              <a:cxn ang="0">
                <a:pos x="connsiteX44027" y="connsiteY44027"/>
              </a:cxn>
              <a:cxn ang="0">
                <a:pos x="connsiteX44028" y="connsiteY44028"/>
              </a:cxn>
              <a:cxn ang="0">
                <a:pos x="connsiteX44029" y="connsiteY44029"/>
              </a:cxn>
              <a:cxn ang="0">
                <a:pos x="connsiteX44030" y="connsiteY44030"/>
              </a:cxn>
              <a:cxn ang="0">
                <a:pos x="connsiteX44031" y="connsiteY44031"/>
              </a:cxn>
              <a:cxn ang="0">
                <a:pos x="connsiteX44032" y="connsiteY44032"/>
              </a:cxn>
              <a:cxn ang="0">
                <a:pos x="connsiteX44033" y="connsiteY44033"/>
              </a:cxn>
              <a:cxn ang="0">
                <a:pos x="connsiteX44034" y="connsiteY44034"/>
              </a:cxn>
              <a:cxn ang="0">
                <a:pos x="connsiteX44035" y="connsiteY44035"/>
              </a:cxn>
              <a:cxn ang="0">
                <a:pos x="connsiteX44036" y="connsiteY44036"/>
              </a:cxn>
              <a:cxn ang="0">
                <a:pos x="connsiteX44037" y="connsiteY44037"/>
              </a:cxn>
              <a:cxn ang="0">
                <a:pos x="connsiteX44038" y="connsiteY44038"/>
              </a:cxn>
              <a:cxn ang="0">
                <a:pos x="connsiteX44039" y="connsiteY44039"/>
              </a:cxn>
              <a:cxn ang="0">
                <a:pos x="connsiteX44040" y="connsiteY44040"/>
              </a:cxn>
              <a:cxn ang="0">
                <a:pos x="connsiteX44041" y="connsiteY44041"/>
              </a:cxn>
              <a:cxn ang="0">
                <a:pos x="connsiteX44042" y="connsiteY44042"/>
              </a:cxn>
              <a:cxn ang="0">
                <a:pos x="connsiteX44043" y="connsiteY44043"/>
              </a:cxn>
              <a:cxn ang="0">
                <a:pos x="connsiteX44044" y="connsiteY44044"/>
              </a:cxn>
              <a:cxn ang="0">
                <a:pos x="connsiteX44045" y="connsiteY44045"/>
              </a:cxn>
              <a:cxn ang="0">
                <a:pos x="connsiteX44046" y="connsiteY44046"/>
              </a:cxn>
              <a:cxn ang="0">
                <a:pos x="connsiteX44047" y="connsiteY44047"/>
              </a:cxn>
              <a:cxn ang="0">
                <a:pos x="connsiteX44048" y="connsiteY44048"/>
              </a:cxn>
              <a:cxn ang="0">
                <a:pos x="connsiteX44049" y="connsiteY44049"/>
              </a:cxn>
              <a:cxn ang="0">
                <a:pos x="connsiteX44050" y="connsiteY44050"/>
              </a:cxn>
              <a:cxn ang="0">
                <a:pos x="connsiteX44051" y="connsiteY44051"/>
              </a:cxn>
              <a:cxn ang="0">
                <a:pos x="connsiteX44052" y="connsiteY44052"/>
              </a:cxn>
              <a:cxn ang="0">
                <a:pos x="connsiteX44053" y="connsiteY44053"/>
              </a:cxn>
              <a:cxn ang="0">
                <a:pos x="connsiteX44054" y="connsiteY44054"/>
              </a:cxn>
              <a:cxn ang="0">
                <a:pos x="connsiteX44055" y="connsiteY44055"/>
              </a:cxn>
              <a:cxn ang="0">
                <a:pos x="connsiteX44056" y="connsiteY44056"/>
              </a:cxn>
              <a:cxn ang="0">
                <a:pos x="connsiteX44057" y="connsiteY44057"/>
              </a:cxn>
              <a:cxn ang="0">
                <a:pos x="connsiteX44058" y="connsiteY44058"/>
              </a:cxn>
              <a:cxn ang="0">
                <a:pos x="connsiteX44059" y="connsiteY44059"/>
              </a:cxn>
              <a:cxn ang="0">
                <a:pos x="connsiteX44060" y="connsiteY44060"/>
              </a:cxn>
              <a:cxn ang="0">
                <a:pos x="connsiteX44061" y="connsiteY44061"/>
              </a:cxn>
              <a:cxn ang="0">
                <a:pos x="connsiteX44062" y="connsiteY44062"/>
              </a:cxn>
              <a:cxn ang="0">
                <a:pos x="connsiteX44063" y="connsiteY44063"/>
              </a:cxn>
              <a:cxn ang="0">
                <a:pos x="connsiteX44064" y="connsiteY44064"/>
              </a:cxn>
              <a:cxn ang="0">
                <a:pos x="connsiteX44065" y="connsiteY44065"/>
              </a:cxn>
              <a:cxn ang="0">
                <a:pos x="connsiteX44066" y="connsiteY44066"/>
              </a:cxn>
              <a:cxn ang="0">
                <a:pos x="connsiteX44067" y="connsiteY44067"/>
              </a:cxn>
              <a:cxn ang="0">
                <a:pos x="connsiteX44068" y="connsiteY44068"/>
              </a:cxn>
              <a:cxn ang="0">
                <a:pos x="connsiteX44069" y="connsiteY44069"/>
              </a:cxn>
              <a:cxn ang="0">
                <a:pos x="connsiteX44070" y="connsiteY44070"/>
              </a:cxn>
              <a:cxn ang="0">
                <a:pos x="connsiteX44071" y="connsiteY44071"/>
              </a:cxn>
              <a:cxn ang="0">
                <a:pos x="connsiteX44072" y="connsiteY44072"/>
              </a:cxn>
              <a:cxn ang="0">
                <a:pos x="connsiteX44073" y="connsiteY44073"/>
              </a:cxn>
              <a:cxn ang="0">
                <a:pos x="connsiteX44074" y="connsiteY44074"/>
              </a:cxn>
              <a:cxn ang="0">
                <a:pos x="connsiteX44075" y="connsiteY44075"/>
              </a:cxn>
              <a:cxn ang="0">
                <a:pos x="connsiteX44076" y="connsiteY44076"/>
              </a:cxn>
              <a:cxn ang="0">
                <a:pos x="connsiteX44077" y="connsiteY44077"/>
              </a:cxn>
              <a:cxn ang="0">
                <a:pos x="connsiteX44078" y="connsiteY44078"/>
              </a:cxn>
              <a:cxn ang="0">
                <a:pos x="connsiteX44079" y="connsiteY44079"/>
              </a:cxn>
              <a:cxn ang="0">
                <a:pos x="connsiteX44080" y="connsiteY44080"/>
              </a:cxn>
              <a:cxn ang="0">
                <a:pos x="connsiteX44081" y="connsiteY44081"/>
              </a:cxn>
              <a:cxn ang="0">
                <a:pos x="connsiteX44082" y="connsiteY44082"/>
              </a:cxn>
              <a:cxn ang="0">
                <a:pos x="connsiteX44083" y="connsiteY44083"/>
              </a:cxn>
              <a:cxn ang="0">
                <a:pos x="connsiteX44084" y="connsiteY44084"/>
              </a:cxn>
              <a:cxn ang="0">
                <a:pos x="connsiteX44085" y="connsiteY44085"/>
              </a:cxn>
              <a:cxn ang="0">
                <a:pos x="connsiteX44086" y="connsiteY44086"/>
              </a:cxn>
              <a:cxn ang="0">
                <a:pos x="connsiteX44087" y="connsiteY44087"/>
              </a:cxn>
              <a:cxn ang="0">
                <a:pos x="connsiteX44088" y="connsiteY44088"/>
              </a:cxn>
              <a:cxn ang="0">
                <a:pos x="connsiteX44089" y="connsiteY44089"/>
              </a:cxn>
              <a:cxn ang="0">
                <a:pos x="connsiteX44090" y="connsiteY44090"/>
              </a:cxn>
              <a:cxn ang="0">
                <a:pos x="connsiteX44091" y="connsiteY44091"/>
              </a:cxn>
              <a:cxn ang="0">
                <a:pos x="connsiteX44092" y="connsiteY44092"/>
              </a:cxn>
              <a:cxn ang="0">
                <a:pos x="connsiteX44093" y="connsiteY44093"/>
              </a:cxn>
              <a:cxn ang="0">
                <a:pos x="connsiteX44094" y="connsiteY44094"/>
              </a:cxn>
              <a:cxn ang="0">
                <a:pos x="connsiteX44095" y="connsiteY44095"/>
              </a:cxn>
              <a:cxn ang="0">
                <a:pos x="connsiteX44096" y="connsiteY44096"/>
              </a:cxn>
              <a:cxn ang="0">
                <a:pos x="connsiteX44097" y="connsiteY44097"/>
              </a:cxn>
              <a:cxn ang="0">
                <a:pos x="connsiteX44098" y="connsiteY44098"/>
              </a:cxn>
              <a:cxn ang="0">
                <a:pos x="connsiteX44099" y="connsiteY44099"/>
              </a:cxn>
              <a:cxn ang="0">
                <a:pos x="connsiteX44100" y="connsiteY44100"/>
              </a:cxn>
              <a:cxn ang="0">
                <a:pos x="connsiteX44101" y="connsiteY44101"/>
              </a:cxn>
              <a:cxn ang="0">
                <a:pos x="connsiteX44102" y="connsiteY44102"/>
              </a:cxn>
              <a:cxn ang="0">
                <a:pos x="connsiteX44103" y="connsiteY44103"/>
              </a:cxn>
              <a:cxn ang="0">
                <a:pos x="connsiteX44104" y="connsiteY44104"/>
              </a:cxn>
              <a:cxn ang="0">
                <a:pos x="connsiteX44105" y="connsiteY44105"/>
              </a:cxn>
              <a:cxn ang="0">
                <a:pos x="connsiteX44106" y="connsiteY44106"/>
              </a:cxn>
              <a:cxn ang="0">
                <a:pos x="connsiteX44107" y="connsiteY44107"/>
              </a:cxn>
              <a:cxn ang="0">
                <a:pos x="connsiteX44108" y="connsiteY44108"/>
              </a:cxn>
              <a:cxn ang="0">
                <a:pos x="connsiteX44109" y="connsiteY44109"/>
              </a:cxn>
              <a:cxn ang="0">
                <a:pos x="connsiteX44110" y="connsiteY44110"/>
              </a:cxn>
              <a:cxn ang="0">
                <a:pos x="connsiteX44111" y="connsiteY44111"/>
              </a:cxn>
              <a:cxn ang="0">
                <a:pos x="connsiteX44112" y="connsiteY44112"/>
              </a:cxn>
              <a:cxn ang="0">
                <a:pos x="connsiteX44113" y="connsiteY44113"/>
              </a:cxn>
              <a:cxn ang="0">
                <a:pos x="connsiteX44114" y="connsiteY44114"/>
              </a:cxn>
              <a:cxn ang="0">
                <a:pos x="connsiteX44115" y="connsiteY44115"/>
              </a:cxn>
              <a:cxn ang="0">
                <a:pos x="connsiteX44116" y="connsiteY44116"/>
              </a:cxn>
              <a:cxn ang="0">
                <a:pos x="connsiteX44117" y="connsiteY44117"/>
              </a:cxn>
              <a:cxn ang="0">
                <a:pos x="connsiteX44118" y="connsiteY44118"/>
              </a:cxn>
              <a:cxn ang="0">
                <a:pos x="connsiteX44119" y="connsiteY44119"/>
              </a:cxn>
              <a:cxn ang="0">
                <a:pos x="connsiteX44120" y="connsiteY44120"/>
              </a:cxn>
              <a:cxn ang="0">
                <a:pos x="connsiteX44121" y="connsiteY44121"/>
              </a:cxn>
              <a:cxn ang="0">
                <a:pos x="connsiteX44122" y="connsiteY44122"/>
              </a:cxn>
              <a:cxn ang="0">
                <a:pos x="connsiteX44123" y="connsiteY44123"/>
              </a:cxn>
              <a:cxn ang="0">
                <a:pos x="connsiteX44124" y="connsiteY44124"/>
              </a:cxn>
              <a:cxn ang="0">
                <a:pos x="connsiteX44125" y="connsiteY44125"/>
              </a:cxn>
              <a:cxn ang="0">
                <a:pos x="connsiteX44126" y="connsiteY44126"/>
              </a:cxn>
              <a:cxn ang="0">
                <a:pos x="connsiteX44127" y="connsiteY44127"/>
              </a:cxn>
              <a:cxn ang="0">
                <a:pos x="connsiteX44128" y="connsiteY44128"/>
              </a:cxn>
              <a:cxn ang="0">
                <a:pos x="connsiteX44129" y="connsiteY44129"/>
              </a:cxn>
              <a:cxn ang="0">
                <a:pos x="connsiteX44130" y="connsiteY44130"/>
              </a:cxn>
              <a:cxn ang="0">
                <a:pos x="connsiteX44131" y="connsiteY44131"/>
              </a:cxn>
              <a:cxn ang="0">
                <a:pos x="connsiteX44132" y="connsiteY44132"/>
              </a:cxn>
              <a:cxn ang="0">
                <a:pos x="connsiteX44133" y="connsiteY44133"/>
              </a:cxn>
              <a:cxn ang="0">
                <a:pos x="connsiteX44134" y="connsiteY44134"/>
              </a:cxn>
              <a:cxn ang="0">
                <a:pos x="connsiteX44135" y="connsiteY44135"/>
              </a:cxn>
              <a:cxn ang="0">
                <a:pos x="connsiteX44136" y="connsiteY44136"/>
              </a:cxn>
              <a:cxn ang="0">
                <a:pos x="connsiteX44137" y="connsiteY44137"/>
              </a:cxn>
              <a:cxn ang="0">
                <a:pos x="connsiteX44138" y="connsiteY44138"/>
              </a:cxn>
              <a:cxn ang="0">
                <a:pos x="connsiteX44139" y="connsiteY44139"/>
              </a:cxn>
              <a:cxn ang="0">
                <a:pos x="connsiteX44140" y="connsiteY44140"/>
              </a:cxn>
              <a:cxn ang="0">
                <a:pos x="connsiteX44141" y="connsiteY44141"/>
              </a:cxn>
              <a:cxn ang="0">
                <a:pos x="connsiteX44142" y="connsiteY44142"/>
              </a:cxn>
              <a:cxn ang="0">
                <a:pos x="connsiteX44143" y="connsiteY44143"/>
              </a:cxn>
              <a:cxn ang="0">
                <a:pos x="connsiteX44144" y="connsiteY44144"/>
              </a:cxn>
              <a:cxn ang="0">
                <a:pos x="connsiteX44145" y="connsiteY44145"/>
              </a:cxn>
              <a:cxn ang="0">
                <a:pos x="connsiteX44146" y="connsiteY44146"/>
              </a:cxn>
              <a:cxn ang="0">
                <a:pos x="connsiteX44147" y="connsiteY44147"/>
              </a:cxn>
              <a:cxn ang="0">
                <a:pos x="connsiteX44148" y="connsiteY44148"/>
              </a:cxn>
              <a:cxn ang="0">
                <a:pos x="connsiteX44149" y="connsiteY44149"/>
              </a:cxn>
              <a:cxn ang="0">
                <a:pos x="connsiteX44150" y="connsiteY44150"/>
              </a:cxn>
              <a:cxn ang="0">
                <a:pos x="connsiteX44151" y="connsiteY44151"/>
              </a:cxn>
              <a:cxn ang="0">
                <a:pos x="connsiteX44152" y="connsiteY44152"/>
              </a:cxn>
              <a:cxn ang="0">
                <a:pos x="connsiteX44153" y="connsiteY44153"/>
              </a:cxn>
              <a:cxn ang="0">
                <a:pos x="connsiteX44154" y="connsiteY44154"/>
              </a:cxn>
              <a:cxn ang="0">
                <a:pos x="connsiteX44155" y="connsiteY44155"/>
              </a:cxn>
              <a:cxn ang="0">
                <a:pos x="connsiteX44156" y="connsiteY44156"/>
              </a:cxn>
              <a:cxn ang="0">
                <a:pos x="connsiteX44157" y="connsiteY44157"/>
              </a:cxn>
              <a:cxn ang="0">
                <a:pos x="connsiteX44158" y="connsiteY44158"/>
              </a:cxn>
              <a:cxn ang="0">
                <a:pos x="connsiteX44159" y="connsiteY44159"/>
              </a:cxn>
              <a:cxn ang="0">
                <a:pos x="connsiteX44160" y="connsiteY44160"/>
              </a:cxn>
              <a:cxn ang="0">
                <a:pos x="connsiteX44161" y="connsiteY44161"/>
              </a:cxn>
              <a:cxn ang="0">
                <a:pos x="connsiteX44162" y="connsiteY44162"/>
              </a:cxn>
              <a:cxn ang="0">
                <a:pos x="connsiteX44163" y="connsiteY44163"/>
              </a:cxn>
              <a:cxn ang="0">
                <a:pos x="connsiteX44164" y="connsiteY44164"/>
              </a:cxn>
              <a:cxn ang="0">
                <a:pos x="connsiteX44165" y="connsiteY44165"/>
              </a:cxn>
              <a:cxn ang="0">
                <a:pos x="connsiteX44166" y="connsiteY44166"/>
              </a:cxn>
              <a:cxn ang="0">
                <a:pos x="connsiteX44167" y="connsiteY44167"/>
              </a:cxn>
              <a:cxn ang="0">
                <a:pos x="connsiteX44168" y="connsiteY44168"/>
              </a:cxn>
              <a:cxn ang="0">
                <a:pos x="connsiteX44169" y="connsiteY44169"/>
              </a:cxn>
              <a:cxn ang="0">
                <a:pos x="connsiteX44170" y="connsiteY44170"/>
              </a:cxn>
              <a:cxn ang="0">
                <a:pos x="connsiteX44171" y="connsiteY44171"/>
              </a:cxn>
              <a:cxn ang="0">
                <a:pos x="connsiteX44172" y="connsiteY44172"/>
              </a:cxn>
              <a:cxn ang="0">
                <a:pos x="connsiteX44173" y="connsiteY44173"/>
              </a:cxn>
              <a:cxn ang="0">
                <a:pos x="connsiteX44174" y="connsiteY44174"/>
              </a:cxn>
              <a:cxn ang="0">
                <a:pos x="connsiteX44175" y="connsiteY44175"/>
              </a:cxn>
              <a:cxn ang="0">
                <a:pos x="connsiteX44176" y="connsiteY44176"/>
              </a:cxn>
              <a:cxn ang="0">
                <a:pos x="connsiteX44177" y="connsiteY44177"/>
              </a:cxn>
              <a:cxn ang="0">
                <a:pos x="connsiteX44178" y="connsiteY44178"/>
              </a:cxn>
              <a:cxn ang="0">
                <a:pos x="connsiteX44179" y="connsiteY44179"/>
              </a:cxn>
              <a:cxn ang="0">
                <a:pos x="connsiteX44180" y="connsiteY44180"/>
              </a:cxn>
              <a:cxn ang="0">
                <a:pos x="connsiteX44181" y="connsiteY44181"/>
              </a:cxn>
              <a:cxn ang="0">
                <a:pos x="connsiteX44182" y="connsiteY44182"/>
              </a:cxn>
              <a:cxn ang="0">
                <a:pos x="connsiteX44183" y="connsiteY44183"/>
              </a:cxn>
              <a:cxn ang="0">
                <a:pos x="connsiteX44184" y="connsiteY44184"/>
              </a:cxn>
              <a:cxn ang="0">
                <a:pos x="connsiteX44185" y="connsiteY44185"/>
              </a:cxn>
              <a:cxn ang="0">
                <a:pos x="connsiteX44186" y="connsiteY44186"/>
              </a:cxn>
              <a:cxn ang="0">
                <a:pos x="connsiteX44187" y="connsiteY44187"/>
              </a:cxn>
              <a:cxn ang="0">
                <a:pos x="connsiteX44188" y="connsiteY44188"/>
              </a:cxn>
              <a:cxn ang="0">
                <a:pos x="connsiteX44189" y="connsiteY44189"/>
              </a:cxn>
              <a:cxn ang="0">
                <a:pos x="connsiteX44190" y="connsiteY44190"/>
              </a:cxn>
              <a:cxn ang="0">
                <a:pos x="connsiteX44191" y="connsiteY44191"/>
              </a:cxn>
              <a:cxn ang="0">
                <a:pos x="connsiteX44192" y="connsiteY44192"/>
              </a:cxn>
              <a:cxn ang="0">
                <a:pos x="connsiteX44193" y="connsiteY44193"/>
              </a:cxn>
              <a:cxn ang="0">
                <a:pos x="connsiteX44194" y="connsiteY44194"/>
              </a:cxn>
              <a:cxn ang="0">
                <a:pos x="connsiteX44195" y="connsiteY44195"/>
              </a:cxn>
              <a:cxn ang="0">
                <a:pos x="connsiteX44196" y="connsiteY44196"/>
              </a:cxn>
              <a:cxn ang="0">
                <a:pos x="connsiteX44197" y="connsiteY44197"/>
              </a:cxn>
              <a:cxn ang="0">
                <a:pos x="connsiteX44198" y="connsiteY44198"/>
              </a:cxn>
              <a:cxn ang="0">
                <a:pos x="connsiteX44199" y="connsiteY44199"/>
              </a:cxn>
              <a:cxn ang="0">
                <a:pos x="connsiteX44200" y="connsiteY44200"/>
              </a:cxn>
              <a:cxn ang="0">
                <a:pos x="connsiteX44201" y="connsiteY44201"/>
              </a:cxn>
              <a:cxn ang="0">
                <a:pos x="connsiteX44202" y="connsiteY44202"/>
              </a:cxn>
              <a:cxn ang="0">
                <a:pos x="connsiteX44203" y="connsiteY44203"/>
              </a:cxn>
              <a:cxn ang="0">
                <a:pos x="connsiteX44204" y="connsiteY44204"/>
              </a:cxn>
              <a:cxn ang="0">
                <a:pos x="connsiteX44205" y="connsiteY44205"/>
              </a:cxn>
              <a:cxn ang="0">
                <a:pos x="connsiteX44206" y="connsiteY44206"/>
              </a:cxn>
              <a:cxn ang="0">
                <a:pos x="connsiteX44207" y="connsiteY44207"/>
              </a:cxn>
              <a:cxn ang="0">
                <a:pos x="connsiteX44208" y="connsiteY44208"/>
              </a:cxn>
              <a:cxn ang="0">
                <a:pos x="connsiteX44209" y="connsiteY44209"/>
              </a:cxn>
              <a:cxn ang="0">
                <a:pos x="connsiteX44210" y="connsiteY44210"/>
              </a:cxn>
              <a:cxn ang="0">
                <a:pos x="connsiteX44211" y="connsiteY44211"/>
              </a:cxn>
              <a:cxn ang="0">
                <a:pos x="connsiteX44212" y="connsiteY44212"/>
              </a:cxn>
              <a:cxn ang="0">
                <a:pos x="connsiteX44213" y="connsiteY44213"/>
              </a:cxn>
              <a:cxn ang="0">
                <a:pos x="connsiteX44214" y="connsiteY44214"/>
              </a:cxn>
              <a:cxn ang="0">
                <a:pos x="connsiteX44215" y="connsiteY44215"/>
              </a:cxn>
              <a:cxn ang="0">
                <a:pos x="connsiteX44216" y="connsiteY44216"/>
              </a:cxn>
              <a:cxn ang="0">
                <a:pos x="connsiteX44217" y="connsiteY44217"/>
              </a:cxn>
              <a:cxn ang="0">
                <a:pos x="connsiteX44218" y="connsiteY44218"/>
              </a:cxn>
              <a:cxn ang="0">
                <a:pos x="connsiteX44219" y="connsiteY44219"/>
              </a:cxn>
              <a:cxn ang="0">
                <a:pos x="connsiteX44220" y="connsiteY44220"/>
              </a:cxn>
              <a:cxn ang="0">
                <a:pos x="connsiteX44221" y="connsiteY44221"/>
              </a:cxn>
              <a:cxn ang="0">
                <a:pos x="connsiteX44222" y="connsiteY44222"/>
              </a:cxn>
              <a:cxn ang="0">
                <a:pos x="connsiteX44223" y="connsiteY44223"/>
              </a:cxn>
              <a:cxn ang="0">
                <a:pos x="connsiteX44224" y="connsiteY44224"/>
              </a:cxn>
              <a:cxn ang="0">
                <a:pos x="connsiteX44225" y="connsiteY44225"/>
              </a:cxn>
              <a:cxn ang="0">
                <a:pos x="connsiteX44226" y="connsiteY44226"/>
              </a:cxn>
              <a:cxn ang="0">
                <a:pos x="connsiteX44227" y="connsiteY44227"/>
              </a:cxn>
              <a:cxn ang="0">
                <a:pos x="connsiteX44228" y="connsiteY44228"/>
              </a:cxn>
              <a:cxn ang="0">
                <a:pos x="connsiteX44229" y="connsiteY44229"/>
              </a:cxn>
              <a:cxn ang="0">
                <a:pos x="connsiteX44230" y="connsiteY44230"/>
              </a:cxn>
              <a:cxn ang="0">
                <a:pos x="connsiteX44231" y="connsiteY44231"/>
              </a:cxn>
              <a:cxn ang="0">
                <a:pos x="connsiteX44232" y="connsiteY44232"/>
              </a:cxn>
              <a:cxn ang="0">
                <a:pos x="connsiteX44233" y="connsiteY44233"/>
              </a:cxn>
              <a:cxn ang="0">
                <a:pos x="connsiteX44234" y="connsiteY44234"/>
              </a:cxn>
              <a:cxn ang="0">
                <a:pos x="connsiteX44235" y="connsiteY44235"/>
              </a:cxn>
              <a:cxn ang="0">
                <a:pos x="connsiteX44236" y="connsiteY44236"/>
              </a:cxn>
              <a:cxn ang="0">
                <a:pos x="connsiteX44237" y="connsiteY44237"/>
              </a:cxn>
              <a:cxn ang="0">
                <a:pos x="connsiteX44238" y="connsiteY44238"/>
              </a:cxn>
              <a:cxn ang="0">
                <a:pos x="connsiteX44239" y="connsiteY44239"/>
              </a:cxn>
              <a:cxn ang="0">
                <a:pos x="connsiteX44240" y="connsiteY44240"/>
              </a:cxn>
              <a:cxn ang="0">
                <a:pos x="connsiteX44241" y="connsiteY44241"/>
              </a:cxn>
              <a:cxn ang="0">
                <a:pos x="connsiteX44242" y="connsiteY44242"/>
              </a:cxn>
              <a:cxn ang="0">
                <a:pos x="connsiteX44243" y="connsiteY44243"/>
              </a:cxn>
              <a:cxn ang="0">
                <a:pos x="connsiteX44244" y="connsiteY44244"/>
              </a:cxn>
              <a:cxn ang="0">
                <a:pos x="connsiteX44245" y="connsiteY44245"/>
              </a:cxn>
              <a:cxn ang="0">
                <a:pos x="connsiteX44246" y="connsiteY44246"/>
              </a:cxn>
              <a:cxn ang="0">
                <a:pos x="connsiteX44247" y="connsiteY44247"/>
              </a:cxn>
              <a:cxn ang="0">
                <a:pos x="connsiteX44248" y="connsiteY44248"/>
              </a:cxn>
              <a:cxn ang="0">
                <a:pos x="connsiteX44249" y="connsiteY44249"/>
              </a:cxn>
              <a:cxn ang="0">
                <a:pos x="connsiteX44250" y="connsiteY44250"/>
              </a:cxn>
              <a:cxn ang="0">
                <a:pos x="connsiteX44251" y="connsiteY44251"/>
              </a:cxn>
              <a:cxn ang="0">
                <a:pos x="connsiteX44252" y="connsiteY44252"/>
              </a:cxn>
              <a:cxn ang="0">
                <a:pos x="connsiteX44253" y="connsiteY44253"/>
              </a:cxn>
              <a:cxn ang="0">
                <a:pos x="connsiteX44254" y="connsiteY44254"/>
              </a:cxn>
              <a:cxn ang="0">
                <a:pos x="connsiteX44255" y="connsiteY44255"/>
              </a:cxn>
              <a:cxn ang="0">
                <a:pos x="connsiteX44256" y="connsiteY44256"/>
              </a:cxn>
              <a:cxn ang="0">
                <a:pos x="connsiteX44257" y="connsiteY44257"/>
              </a:cxn>
              <a:cxn ang="0">
                <a:pos x="connsiteX44258" y="connsiteY44258"/>
              </a:cxn>
              <a:cxn ang="0">
                <a:pos x="connsiteX44259" y="connsiteY44259"/>
              </a:cxn>
              <a:cxn ang="0">
                <a:pos x="connsiteX44260" y="connsiteY44260"/>
              </a:cxn>
              <a:cxn ang="0">
                <a:pos x="connsiteX44261" y="connsiteY44261"/>
              </a:cxn>
              <a:cxn ang="0">
                <a:pos x="connsiteX44262" y="connsiteY44262"/>
              </a:cxn>
              <a:cxn ang="0">
                <a:pos x="connsiteX44263" y="connsiteY44263"/>
              </a:cxn>
              <a:cxn ang="0">
                <a:pos x="connsiteX44264" y="connsiteY44264"/>
              </a:cxn>
              <a:cxn ang="0">
                <a:pos x="connsiteX44265" y="connsiteY44265"/>
              </a:cxn>
              <a:cxn ang="0">
                <a:pos x="connsiteX44266" y="connsiteY44266"/>
              </a:cxn>
              <a:cxn ang="0">
                <a:pos x="connsiteX44267" y="connsiteY44267"/>
              </a:cxn>
              <a:cxn ang="0">
                <a:pos x="connsiteX44268" y="connsiteY44268"/>
              </a:cxn>
              <a:cxn ang="0">
                <a:pos x="connsiteX44269" y="connsiteY44269"/>
              </a:cxn>
              <a:cxn ang="0">
                <a:pos x="connsiteX44270" y="connsiteY44270"/>
              </a:cxn>
              <a:cxn ang="0">
                <a:pos x="connsiteX44271" y="connsiteY44271"/>
              </a:cxn>
              <a:cxn ang="0">
                <a:pos x="connsiteX44272" y="connsiteY44272"/>
              </a:cxn>
              <a:cxn ang="0">
                <a:pos x="connsiteX44273" y="connsiteY44273"/>
              </a:cxn>
              <a:cxn ang="0">
                <a:pos x="connsiteX44274" y="connsiteY44274"/>
              </a:cxn>
              <a:cxn ang="0">
                <a:pos x="connsiteX44275" y="connsiteY44275"/>
              </a:cxn>
              <a:cxn ang="0">
                <a:pos x="connsiteX44276" y="connsiteY44276"/>
              </a:cxn>
              <a:cxn ang="0">
                <a:pos x="connsiteX44277" y="connsiteY44277"/>
              </a:cxn>
              <a:cxn ang="0">
                <a:pos x="connsiteX44278" y="connsiteY44278"/>
              </a:cxn>
              <a:cxn ang="0">
                <a:pos x="connsiteX44279" y="connsiteY44279"/>
              </a:cxn>
              <a:cxn ang="0">
                <a:pos x="connsiteX44280" y="connsiteY44280"/>
              </a:cxn>
              <a:cxn ang="0">
                <a:pos x="connsiteX44281" y="connsiteY44281"/>
              </a:cxn>
              <a:cxn ang="0">
                <a:pos x="connsiteX44282" y="connsiteY44282"/>
              </a:cxn>
              <a:cxn ang="0">
                <a:pos x="connsiteX44283" y="connsiteY44283"/>
              </a:cxn>
              <a:cxn ang="0">
                <a:pos x="connsiteX44284" y="connsiteY44284"/>
              </a:cxn>
              <a:cxn ang="0">
                <a:pos x="connsiteX44285" y="connsiteY44285"/>
              </a:cxn>
              <a:cxn ang="0">
                <a:pos x="connsiteX44286" y="connsiteY44286"/>
              </a:cxn>
              <a:cxn ang="0">
                <a:pos x="connsiteX44287" y="connsiteY44287"/>
              </a:cxn>
              <a:cxn ang="0">
                <a:pos x="connsiteX44288" y="connsiteY44288"/>
              </a:cxn>
              <a:cxn ang="0">
                <a:pos x="connsiteX44289" y="connsiteY44289"/>
              </a:cxn>
              <a:cxn ang="0">
                <a:pos x="connsiteX44290" y="connsiteY44290"/>
              </a:cxn>
              <a:cxn ang="0">
                <a:pos x="connsiteX44291" y="connsiteY44291"/>
              </a:cxn>
              <a:cxn ang="0">
                <a:pos x="connsiteX44292" y="connsiteY44292"/>
              </a:cxn>
              <a:cxn ang="0">
                <a:pos x="connsiteX44293" y="connsiteY44293"/>
              </a:cxn>
              <a:cxn ang="0">
                <a:pos x="connsiteX44294" y="connsiteY44294"/>
              </a:cxn>
              <a:cxn ang="0">
                <a:pos x="connsiteX44295" y="connsiteY44295"/>
              </a:cxn>
              <a:cxn ang="0">
                <a:pos x="connsiteX44296" y="connsiteY44296"/>
              </a:cxn>
              <a:cxn ang="0">
                <a:pos x="connsiteX44297" y="connsiteY44297"/>
              </a:cxn>
              <a:cxn ang="0">
                <a:pos x="connsiteX44298" y="connsiteY44298"/>
              </a:cxn>
              <a:cxn ang="0">
                <a:pos x="connsiteX44299" y="connsiteY44299"/>
              </a:cxn>
              <a:cxn ang="0">
                <a:pos x="connsiteX44300" y="connsiteY44300"/>
              </a:cxn>
              <a:cxn ang="0">
                <a:pos x="connsiteX44301" y="connsiteY44301"/>
              </a:cxn>
              <a:cxn ang="0">
                <a:pos x="connsiteX44302" y="connsiteY44302"/>
              </a:cxn>
              <a:cxn ang="0">
                <a:pos x="connsiteX44303" y="connsiteY44303"/>
              </a:cxn>
              <a:cxn ang="0">
                <a:pos x="connsiteX44304" y="connsiteY44304"/>
              </a:cxn>
              <a:cxn ang="0">
                <a:pos x="connsiteX44305" y="connsiteY44305"/>
              </a:cxn>
              <a:cxn ang="0">
                <a:pos x="connsiteX44306" y="connsiteY44306"/>
              </a:cxn>
              <a:cxn ang="0">
                <a:pos x="connsiteX44307" y="connsiteY44307"/>
              </a:cxn>
              <a:cxn ang="0">
                <a:pos x="connsiteX44308" y="connsiteY44308"/>
              </a:cxn>
              <a:cxn ang="0">
                <a:pos x="connsiteX44309" y="connsiteY44309"/>
              </a:cxn>
              <a:cxn ang="0">
                <a:pos x="connsiteX44310" y="connsiteY44310"/>
              </a:cxn>
              <a:cxn ang="0">
                <a:pos x="connsiteX44311" y="connsiteY44311"/>
              </a:cxn>
              <a:cxn ang="0">
                <a:pos x="connsiteX44312" y="connsiteY44312"/>
              </a:cxn>
              <a:cxn ang="0">
                <a:pos x="connsiteX44313" y="connsiteY44313"/>
              </a:cxn>
              <a:cxn ang="0">
                <a:pos x="connsiteX44314" y="connsiteY44314"/>
              </a:cxn>
              <a:cxn ang="0">
                <a:pos x="connsiteX44315" y="connsiteY44315"/>
              </a:cxn>
              <a:cxn ang="0">
                <a:pos x="connsiteX44316" y="connsiteY44316"/>
              </a:cxn>
              <a:cxn ang="0">
                <a:pos x="connsiteX44317" y="connsiteY44317"/>
              </a:cxn>
              <a:cxn ang="0">
                <a:pos x="connsiteX44318" y="connsiteY44318"/>
              </a:cxn>
              <a:cxn ang="0">
                <a:pos x="connsiteX44319" y="connsiteY44319"/>
              </a:cxn>
              <a:cxn ang="0">
                <a:pos x="connsiteX44320" y="connsiteY44320"/>
              </a:cxn>
              <a:cxn ang="0">
                <a:pos x="connsiteX44321" y="connsiteY44321"/>
              </a:cxn>
              <a:cxn ang="0">
                <a:pos x="connsiteX44322" y="connsiteY44322"/>
              </a:cxn>
              <a:cxn ang="0">
                <a:pos x="connsiteX44323" y="connsiteY44323"/>
              </a:cxn>
              <a:cxn ang="0">
                <a:pos x="connsiteX44324" y="connsiteY44324"/>
              </a:cxn>
              <a:cxn ang="0">
                <a:pos x="connsiteX44325" y="connsiteY44325"/>
              </a:cxn>
              <a:cxn ang="0">
                <a:pos x="connsiteX44326" y="connsiteY44326"/>
              </a:cxn>
              <a:cxn ang="0">
                <a:pos x="connsiteX44327" y="connsiteY44327"/>
              </a:cxn>
              <a:cxn ang="0">
                <a:pos x="connsiteX44328" y="connsiteY44328"/>
              </a:cxn>
              <a:cxn ang="0">
                <a:pos x="connsiteX44329" y="connsiteY44329"/>
              </a:cxn>
              <a:cxn ang="0">
                <a:pos x="connsiteX44330" y="connsiteY44330"/>
              </a:cxn>
              <a:cxn ang="0">
                <a:pos x="connsiteX44331" y="connsiteY44331"/>
              </a:cxn>
              <a:cxn ang="0">
                <a:pos x="connsiteX44332" y="connsiteY44332"/>
              </a:cxn>
              <a:cxn ang="0">
                <a:pos x="connsiteX44333" y="connsiteY44333"/>
              </a:cxn>
              <a:cxn ang="0">
                <a:pos x="connsiteX44334" y="connsiteY44334"/>
              </a:cxn>
              <a:cxn ang="0">
                <a:pos x="connsiteX44335" y="connsiteY44335"/>
              </a:cxn>
              <a:cxn ang="0">
                <a:pos x="connsiteX44336" y="connsiteY44336"/>
              </a:cxn>
              <a:cxn ang="0">
                <a:pos x="connsiteX44337" y="connsiteY44337"/>
              </a:cxn>
              <a:cxn ang="0">
                <a:pos x="connsiteX44338" y="connsiteY44338"/>
              </a:cxn>
              <a:cxn ang="0">
                <a:pos x="connsiteX44339" y="connsiteY44339"/>
              </a:cxn>
              <a:cxn ang="0">
                <a:pos x="connsiteX44340" y="connsiteY44340"/>
              </a:cxn>
              <a:cxn ang="0">
                <a:pos x="connsiteX44341" y="connsiteY44341"/>
              </a:cxn>
              <a:cxn ang="0">
                <a:pos x="connsiteX44342" y="connsiteY44342"/>
              </a:cxn>
              <a:cxn ang="0">
                <a:pos x="connsiteX44343" y="connsiteY44343"/>
              </a:cxn>
              <a:cxn ang="0">
                <a:pos x="connsiteX44344" y="connsiteY44344"/>
              </a:cxn>
              <a:cxn ang="0">
                <a:pos x="connsiteX44345" y="connsiteY44345"/>
              </a:cxn>
              <a:cxn ang="0">
                <a:pos x="connsiteX44346" y="connsiteY44346"/>
              </a:cxn>
              <a:cxn ang="0">
                <a:pos x="connsiteX44347" y="connsiteY44347"/>
              </a:cxn>
              <a:cxn ang="0">
                <a:pos x="connsiteX44348" y="connsiteY44348"/>
              </a:cxn>
              <a:cxn ang="0">
                <a:pos x="connsiteX44349" y="connsiteY44349"/>
              </a:cxn>
              <a:cxn ang="0">
                <a:pos x="connsiteX44350" y="connsiteY44350"/>
              </a:cxn>
              <a:cxn ang="0">
                <a:pos x="connsiteX44351" y="connsiteY44351"/>
              </a:cxn>
              <a:cxn ang="0">
                <a:pos x="connsiteX44352" y="connsiteY44352"/>
              </a:cxn>
              <a:cxn ang="0">
                <a:pos x="connsiteX44353" y="connsiteY44353"/>
              </a:cxn>
              <a:cxn ang="0">
                <a:pos x="connsiteX44354" y="connsiteY44354"/>
              </a:cxn>
              <a:cxn ang="0">
                <a:pos x="connsiteX44355" y="connsiteY44355"/>
              </a:cxn>
              <a:cxn ang="0">
                <a:pos x="connsiteX44356" y="connsiteY44356"/>
              </a:cxn>
              <a:cxn ang="0">
                <a:pos x="connsiteX44357" y="connsiteY44357"/>
              </a:cxn>
              <a:cxn ang="0">
                <a:pos x="connsiteX44358" y="connsiteY44358"/>
              </a:cxn>
              <a:cxn ang="0">
                <a:pos x="connsiteX44359" y="connsiteY44359"/>
              </a:cxn>
              <a:cxn ang="0">
                <a:pos x="connsiteX44360" y="connsiteY44360"/>
              </a:cxn>
              <a:cxn ang="0">
                <a:pos x="connsiteX44361" y="connsiteY44361"/>
              </a:cxn>
              <a:cxn ang="0">
                <a:pos x="connsiteX44362" y="connsiteY44362"/>
              </a:cxn>
              <a:cxn ang="0">
                <a:pos x="connsiteX44363" y="connsiteY44363"/>
              </a:cxn>
              <a:cxn ang="0">
                <a:pos x="connsiteX44364" y="connsiteY44364"/>
              </a:cxn>
              <a:cxn ang="0">
                <a:pos x="connsiteX44365" y="connsiteY44365"/>
              </a:cxn>
              <a:cxn ang="0">
                <a:pos x="connsiteX44366" y="connsiteY44366"/>
              </a:cxn>
              <a:cxn ang="0">
                <a:pos x="connsiteX44367" y="connsiteY44367"/>
              </a:cxn>
              <a:cxn ang="0">
                <a:pos x="connsiteX44368" y="connsiteY44368"/>
              </a:cxn>
              <a:cxn ang="0">
                <a:pos x="connsiteX44369" y="connsiteY44369"/>
              </a:cxn>
              <a:cxn ang="0">
                <a:pos x="connsiteX44370" y="connsiteY44370"/>
              </a:cxn>
              <a:cxn ang="0">
                <a:pos x="connsiteX44371" y="connsiteY44371"/>
              </a:cxn>
              <a:cxn ang="0">
                <a:pos x="connsiteX44372" y="connsiteY44372"/>
              </a:cxn>
              <a:cxn ang="0">
                <a:pos x="connsiteX44373" y="connsiteY44373"/>
              </a:cxn>
              <a:cxn ang="0">
                <a:pos x="connsiteX44374" y="connsiteY44374"/>
              </a:cxn>
              <a:cxn ang="0">
                <a:pos x="connsiteX44375" y="connsiteY44375"/>
              </a:cxn>
              <a:cxn ang="0">
                <a:pos x="connsiteX44376" y="connsiteY44376"/>
              </a:cxn>
              <a:cxn ang="0">
                <a:pos x="connsiteX44377" y="connsiteY44377"/>
              </a:cxn>
              <a:cxn ang="0">
                <a:pos x="connsiteX44378" y="connsiteY44378"/>
              </a:cxn>
              <a:cxn ang="0">
                <a:pos x="connsiteX44379" y="connsiteY44379"/>
              </a:cxn>
              <a:cxn ang="0">
                <a:pos x="connsiteX44380" y="connsiteY44380"/>
              </a:cxn>
              <a:cxn ang="0">
                <a:pos x="connsiteX44381" y="connsiteY44381"/>
              </a:cxn>
              <a:cxn ang="0">
                <a:pos x="connsiteX44382" y="connsiteY44382"/>
              </a:cxn>
              <a:cxn ang="0">
                <a:pos x="connsiteX44383" y="connsiteY44383"/>
              </a:cxn>
              <a:cxn ang="0">
                <a:pos x="connsiteX44384" y="connsiteY44384"/>
              </a:cxn>
              <a:cxn ang="0">
                <a:pos x="connsiteX44385" y="connsiteY44385"/>
              </a:cxn>
              <a:cxn ang="0">
                <a:pos x="connsiteX44386" y="connsiteY44386"/>
              </a:cxn>
              <a:cxn ang="0">
                <a:pos x="connsiteX44387" y="connsiteY44387"/>
              </a:cxn>
              <a:cxn ang="0">
                <a:pos x="connsiteX44388" y="connsiteY44388"/>
              </a:cxn>
              <a:cxn ang="0">
                <a:pos x="connsiteX44389" y="connsiteY44389"/>
              </a:cxn>
              <a:cxn ang="0">
                <a:pos x="connsiteX44390" y="connsiteY44390"/>
              </a:cxn>
              <a:cxn ang="0">
                <a:pos x="connsiteX44391" y="connsiteY44391"/>
              </a:cxn>
              <a:cxn ang="0">
                <a:pos x="connsiteX44392" y="connsiteY44392"/>
              </a:cxn>
              <a:cxn ang="0">
                <a:pos x="connsiteX44393" y="connsiteY44393"/>
              </a:cxn>
              <a:cxn ang="0">
                <a:pos x="connsiteX44394" y="connsiteY44394"/>
              </a:cxn>
              <a:cxn ang="0">
                <a:pos x="connsiteX44395" y="connsiteY44395"/>
              </a:cxn>
              <a:cxn ang="0">
                <a:pos x="connsiteX44396" y="connsiteY44396"/>
              </a:cxn>
              <a:cxn ang="0">
                <a:pos x="connsiteX44397" y="connsiteY44397"/>
              </a:cxn>
              <a:cxn ang="0">
                <a:pos x="connsiteX44398" y="connsiteY44398"/>
              </a:cxn>
              <a:cxn ang="0">
                <a:pos x="connsiteX44399" y="connsiteY44399"/>
              </a:cxn>
              <a:cxn ang="0">
                <a:pos x="connsiteX44400" y="connsiteY44400"/>
              </a:cxn>
              <a:cxn ang="0">
                <a:pos x="connsiteX44401" y="connsiteY44401"/>
              </a:cxn>
              <a:cxn ang="0">
                <a:pos x="connsiteX44402" y="connsiteY44402"/>
              </a:cxn>
              <a:cxn ang="0">
                <a:pos x="connsiteX44403" y="connsiteY44403"/>
              </a:cxn>
              <a:cxn ang="0">
                <a:pos x="connsiteX44404" y="connsiteY44404"/>
              </a:cxn>
              <a:cxn ang="0">
                <a:pos x="connsiteX44405" y="connsiteY44405"/>
              </a:cxn>
              <a:cxn ang="0">
                <a:pos x="connsiteX44406" y="connsiteY44406"/>
              </a:cxn>
              <a:cxn ang="0">
                <a:pos x="connsiteX44407" y="connsiteY44407"/>
              </a:cxn>
              <a:cxn ang="0">
                <a:pos x="connsiteX44408" y="connsiteY44408"/>
              </a:cxn>
              <a:cxn ang="0">
                <a:pos x="connsiteX44409" y="connsiteY44409"/>
              </a:cxn>
              <a:cxn ang="0">
                <a:pos x="connsiteX44410" y="connsiteY44410"/>
              </a:cxn>
              <a:cxn ang="0">
                <a:pos x="connsiteX44411" y="connsiteY44411"/>
              </a:cxn>
              <a:cxn ang="0">
                <a:pos x="connsiteX44412" y="connsiteY44412"/>
              </a:cxn>
              <a:cxn ang="0">
                <a:pos x="connsiteX44413" y="connsiteY44413"/>
              </a:cxn>
              <a:cxn ang="0">
                <a:pos x="connsiteX44414" y="connsiteY44414"/>
              </a:cxn>
              <a:cxn ang="0">
                <a:pos x="connsiteX44415" y="connsiteY44415"/>
              </a:cxn>
              <a:cxn ang="0">
                <a:pos x="connsiteX44416" y="connsiteY44416"/>
              </a:cxn>
              <a:cxn ang="0">
                <a:pos x="connsiteX44417" y="connsiteY44417"/>
              </a:cxn>
              <a:cxn ang="0">
                <a:pos x="connsiteX44418" y="connsiteY44418"/>
              </a:cxn>
              <a:cxn ang="0">
                <a:pos x="connsiteX44419" y="connsiteY44419"/>
              </a:cxn>
              <a:cxn ang="0">
                <a:pos x="connsiteX44420" y="connsiteY44420"/>
              </a:cxn>
              <a:cxn ang="0">
                <a:pos x="connsiteX44421" y="connsiteY44421"/>
              </a:cxn>
              <a:cxn ang="0">
                <a:pos x="connsiteX44422" y="connsiteY44422"/>
              </a:cxn>
              <a:cxn ang="0">
                <a:pos x="connsiteX44423" y="connsiteY44423"/>
              </a:cxn>
              <a:cxn ang="0">
                <a:pos x="connsiteX44424" y="connsiteY44424"/>
              </a:cxn>
              <a:cxn ang="0">
                <a:pos x="connsiteX44425" y="connsiteY44425"/>
              </a:cxn>
              <a:cxn ang="0">
                <a:pos x="connsiteX44426" y="connsiteY44426"/>
              </a:cxn>
              <a:cxn ang="0">
                <a:pos x="connsiteX44427" y="connsiteY44427"/>
              </a:cxn>
              <a:cxn ang="0">
                <a:pos x="connsiteX44428" y="connsiteY44428"/>
              </a:cxn>
              <a:cxn ang="0">
                <a:pos x="connsiteX44429" y="connsiteY44429"/>
              </a:cxn>
              <a:cxn ang="0">
                <a:pos x="connsiteX44430" y="connsiteY44430"/>
              </a:cxn>
              <a:cxn ang="0">
                <a:pos x="connsiteX44431" y="connsiteY44431"/>
              </a:cxn>
              <a:cxn ang="0">
                <a:pos x="connsiteX44432" y="connsiteY44432"/>
              </a:cxn>
              <a:cxn ang="0">
                <a:pos x="connsiteX44433" y="connsiteY44433"/>
              </a:cxn>
              <a:cxn ang="0">
                <a:pos x="connsiteX44434" y="connsiteY44434"/>
              </a:cxn>
              <a:cxn ang="0">
                <a:pos x="connsiteX44435" y="connsiteY44435"/>
              </a:cxn>
              <a:cxn ang="0">
                <a:pos x="connsiteX44436" y="connsiteY44436"/>
              </a:cxn>
              <a:cxn ang="0">
                <a:pos x="connsiteX44437" y="connsiteY44437"/>
              </a:cxn>
              <a:cxn ang="0">
                <a:pos x="connsiteX44438" y="connsiteY44438"/>
              </a:cxn>
              <a:cxn ang="0">
                <a:pos x="connsiteX44439" y="connsiteY44439"/>
              </a:cxn>
              <a:cxn ang="0">
                <a:pos x="connsiteX44440" y="connsiteY44440"/>
              </a:cxn>
              <a:cxn ang="0">
                <a:pos x="connsiteX44441" y="connsiteY44441"/>
              </a:cxn>
              <a:cxn ang="0">
                <a:pos x="connsiteX44442" y="connsiteY44442"/>
              </a:cxn>
              <a:cxn ang="0">
                <a:pos x="connsiteX44443" y="connsiteY44443"/>
              </a:cxn>
              <a:cxn ang="0">
                <a:pos x="connsiteX44444" y="connsiteY44444"/>
              </a:cxn>
              <a:cxn ang="0">
                <a:pos x="connsiteX44445" y="connsiteY44445"/>
              </a:cxn>
              <a:cxn ang="0">
                <a:pos x="connsiteX44446" y="connsiteY44446"/>
              </a:cxn>
              <a:cxn ang="0">
                <a:pos x="connsiteX44447" y="connsiteY44447"/>
              </a:cxn>
              <a:cxn ang="0">
                <a:pos x="connsiteX44448" y="connsiteY44448"/>
              </a:cxn>
              <a:cxn ang="0">
                <a:pos x="connsiteX44449" y="connsiteY44449"/>
              </a:cxn>
              <a:cxn ang="0">
                <a:pos x="connsiteX44450" y="connsiteY44450"/>
              </a:cxn>
              <a:cxn ang="0">
                <a:pos x="connsiteX44451" y="connsiteY44451"/>
              </a:cxn>
              <a:cxn ang="0">
                <a:pos x="connsiteX44452" y="connsiteY44452"/>
              </a:cxn>
              <a:cxn ang="0">
                <a:pos x="connsiteX44453" y="connsiteY44453"/>
              </a:cxn>
              <a:cxn ang="0">
                <a:pos x="connsiteX44454" y="connsiteY44454"/>
              </a:cxn>
              <a:cxn ang="0">
                <a:pos x="connsiteX44455" y="connsiteY44455"/>
              </a:cxn>
              <a:cxn ang="0">
                <a:pos x="connsiteX44456" y="connsiteY44456"/>
              </a:cxn>
              <a:cxn ang="0">
                <a:pos x="connsiteX44457" y="connsiteY44457"/>
              </a:cxn>
              <a:cxn ang="0">
                <a:pos x="connsiteX44458" y="connsiteY44458"/>
              </a:cxn>
              <a:cxn ang="0">
                <a:pos x="connsiteX44459" y="connsiteY44459"/>
              </a:cxn>
              <a:cxn ang="0">
                <a:pos x="connsiteX44460" y="connsiteY44460"/>
              </a:cxn>
              <a:cxn ang="0">
                <a:pos x="connsiteX44461" y="connsiteY44461"/>
              </a:cxn>
              <a:cxn ang="0">
                <a:pos x="connsiteX44462" y="connsiteY44462"/>
              </a:cxn>
              <a:cxn ang="0">
                <a:pos x="connsiteX44463" y="connsiteY44463"/>
              </a:cxn>
              <a:cxn ang="0">
                <a:pos x="connsiteX44464" y="connsiteY44464"/>
              </a:cxn>
              <a:cxn ang="0">
                <a:pos x="connsiteX44465" y="connsiteY44465"/>
              </a:cxn>
              <a:cxn ang="0">
                <a:pos x="connsiteX44466" y="connsiteY44466"/>
              </a:cxn>
              <a:cxn ang="0">
                <a:pos x="connsiteX44467" y="connsiteY44467"/>
              </a:cxn>
              <a:cxn ang="0">
                <a:pos x="connsiteX44468" y="connsiteY44468"/>
              </a:cxn>
              <a:cxn ang="0">
                <a:pos x="connsiteX44469" y="connsiteY44469"/>
              </a:cxn>
              <a:cxn ang="0">
                <a:pos x="connsiteX44470" y="connsiteY44470"/>
              </a:cxn>
              <a:cxn ang="0">
                <a:pos x="connsiteX44471" y="connsiteY44471"/>
              </a:cxn>
              <a:cxn ang="0">
                <a:pos x="connsiteX44472" y="connsiteY44472"/>
              </a:cxn>
              <a:cxn ang="0">
                <a:pos x="connsiteX44473" y="connsiteY44473"/>
              </a:cxn>
              <a:cxn ang="0">
                <a:pos x="connsiteX44474" y="connsiteY44474"/>
              </a:cxn>
              <a:cxn ang="0">
                <a:pos x="connsiteX44475" y="connsiteY44475"/>
              </a:cxn>
              <a:cxn ang="0">
                <a:pos x="connsiteX44476" y="connsiteY44476"/>
              </a:cxn>
              <a:cxn ang="0">
                <a:pos x="connsiteX44477" y="connsiteY44477"/>
              </a:cxn>
              <a:cxn ang="0">
                <a:pos x="connsiteX44478" y="connsiteY44478"/>
              </a:cxn>
              <a:cxn ang="0">
                <a:pos x="connsiteX44479" y="connsiteY44479"/>
              </a:cxn>
              <a:cxn ang="0">
                <a:pos x="connsiteX44480" y="connsiteY44480"/>
              </a:cxn>
              <a:cxn ang="0">
                <a:pos x="connsiteX44481" y="connsiteY44481"/>
              </a:cxn>
              <a:cxn ang="0">
                <a:pos x="connsiteX44482" y="connsiteY44482"/>
              </a:cxn>
              <a:cxn ang="0">
                <a:pos x="connsiteX44483" y="connsiteY44483"/>
              </a:cxn>
              <a:cxn ang="0">
                <a:pos x="connsiteX44484" y="connsiteY44484"/>
              </a:cxn>
              <a:cxn ang="0">
                <a:pos x="connsiteX44485" y="connsiteY44485"/>
              </a:cxn>
              <a:cxn ang="0">
                <a:pos x="connsiteX44486" y="connsiteY44486"/>
              </a:cxn>
              <a:cxn ang="0">
                <a:pos x="connsiteX44487" y="connsiteY44487"/>
              </a:cxn>
              <a:cxn ang="0">
                <a:pos x="connsiteX44488" y="connsiteY44488"/>
              </a:cxn>
              <a:cxn ang="0">
                <a:pos x="connsiteX44489" y="connsiteY44489"/>
              </a:cxn>
              <a:cxn ang="0">
                <a:pos x="connsiteX44490" y="connsiteY44490"/>
              </a:cxn>
              <a:cxn ang="0">
                <a:pos x="connsiteX44491" y="connsiteY44491"/>
              </a:cxn>
              <a:cxn ang="0">
                <a:pos x="connsiteX44492" y="connsiteY44492"/>
              </a:cxn>
              <a:cxn ang="0">
                <a:pos x="connsiteX44493" y="connsiteY44493"/>
              </a:cxn>
              <a:cxn ang="0">
                <a:pos x="connsiteX44494" y="connsiteY44494"/>
              </a:cxn>
              <a:cxn ang="0">
                <a:pos x="connsiteX44495" y="connsiteY44495"/>
              </a:cxn>
              <a:cxn ang="0">
                <a:pos x="connsiteX44496" y="connsiteY44496"/>
              </a:cxn>
              <a:cxn ang="0">
                <a:pos x="connsiteX44497" y="connsiteY44497"/>
              </a:cxn>
              <a:cxn ang="0">
                <a:pos x="connsiteX44498" y="connsiteY44498"/>
              </a:cxn>
              <a:cxn ang="0">
                <a:pos x="connsiteX44499" y="connsiteY44499"/>
              </a:cxn>
              <a:cxn ang="0">
                <a:pos x="connsiteX44500" y="connsiteY44500"/>
              </a:cxn>
              <a:cxn ang="0">
                <a:pos x="connsiteX44501" y="connsiteY44501"/>
              </a:cxn>
              <a:cxn ang="0">
                <a:pos x="connsiteX44502" y="connsiteY44502"/>
              </a:cxn>
              <a:cxn ang="0">
                <a:pos x="connsiteX44503" y="connsiteY44503"/>
              </a:cxn>
              <a:cxn ang="0">
                <a:pos x="connsiteX44504" y="connsiteY44504"/>
              </a:cxn>
              <a:cxn ang="0">
                <a:pos x="connsiteX44505" y="connsiteY44505"/>
              </a:cxn>
              <a:cxn ang="0">
                <a:pos x="connsiteX44506" y="connsiteY44506"/>
              </a:cxn>
              <a:cxn ang="0">
                <a:pos x="connsiteX44507" y="connsiteY44507"/>
              </a:cxn>
              <a:cxn ang="0">
                <a:pos x="connsiteX44508" y="connsiteY44508"/>
              </a:cxn>
              <a:cxn ang="0">
                <a:pos x="connsiteX44509" y="connsiteY44509"/>
              </a:cxn>
              <a:cxn ang="0">
                <a:pos x="connsiteX44510" y="connsiteY44510"/>
              </a:cxn>
              <a:cxn ang="0">
                <a:pos x="connsiteX44511" y="connsiteY44511"/>
              </a:cxn>
              <a:cxn ang="0">
                <a:pos x="connsiteX44512" y="connsiteY44512"/>
              </a:cxn>
              <a:cxn ang="0">
                <a:pos x="connsiteX44513" y="connsiteY44513"/>
              </a:cxn>
              <a:cxn ang="0">
                <a:pos x="connsiteX44514" y="connsiteY44514"/>
              </a:cxn>
              <a:cxn ang="0">
                <a:pos x="connsiteX44515" y="connsiteY44515"/>
              </a:cxn>
              <a:cxn ang="0">
                <a:pos x="connsiteX44516" y="connsiteY44516"/>
              </a:cxn>
              <a:cxn ang="0">
                <a:pos x="connsiteX44517" y="connsiteY44517"/>
              </a:cxn>
              <a:cxn ang="0">
                <a:pos x="connsiteX44518" y="connsiteY44518"/>
              </a:cxn>
              <a:cxn ang="0">
                <a:pos x="connsiteX44519" y="connsiteY44519"/>
              </a:cxn>
              <a:cxn ang="0">
                <a:pos x="connsiteX44520" y="connsiteY44520"/>
              </a:cxn>
              <a:cxn ang="0">
                <a:pos x="connsiteX44521" y="connsiteY44521"/>
              </a:cxn>
              <a:cxn ang="0">
                <a:pos x="connsiteX44522" y="connsiteY44522"/>
              </a:cxn>
              <a:cxn ang="0">
                <a:pos x="connsiteX44523" y="connsiteY44523"/>
              </a:cxn>
              <a:cxn ang="0">
                <a:pos x="connsiteX44524" y="connsiteY44524"/>
              </a:cxn>
              <a:cxn ang="0">
                <a:pos x="connsiteX44525" y="connsiteY44525"/>
              </a:cxn>
              <a:cxn ang="0">
                <a:pos x="connsiteX44526" y="connsiteY44526"/>
              </a:cxn>
              <a:cxn ang="0">
                <a:pos x="connsiteX44527" y="connsiteY44527"/>
              </a:cxn>
              <a:cxn ang="0">
                <a:pos x="connsiteX44528" y="connsiteY44528"/>
              </a:cxn>
              <a:cxn ang="0">
                <a:pos x="connsiteX44529" y="connsiteY44529"/>
              </a:cxn>
              <a:cxn ang="0">
                <a:pos x="connsiteX44530" y="connsiteY44530"/>
              </a:cxn>
              <a:cxn ang="0">
                <a:pos x="connsiteX44531" y="connsiteY44531"/>
              </a:cxn>
              <a:cxn ang="0">
                <a:pos x="connsiteX44532" y="connsiteY44532"/>
              </a:cxn>
              <a:cxn ang="0">
                <a:pos x="connsiteX44533" y="connsiteY44533"/>
              </a:cxn>
              <a:cxn ang="0">
                <a:pos x="connsiteX44534" y="connsiteY44534"/>
              </a:cxn>
              <a:cxn ang="0">
                <a:pos x="connsiteX44535" y="connsiteY44535"/>
              </a:cxn>
              <a:cxn ang="0">
                <a:pos x="connsiteX44536" y="connsiteY44536"/>
              </a:cxn>
              <a:cxn ang="0">
                <a:pos x="connsiteX44537" y="connsiteY44537"/>
              </a:cxn>
              <a:cxn ang="0">
                <a:pos x="connsiteX44538" y="connsiteY44538"/>
              </a:cxn>
              <a:cxn ang="0">
                <a:pos x="connsiteX44539" y="connsiteY44539"/>
              </a:cxn>
              <a:cxn ang="0">
                <a:pos x="connsiteX44540" y="connsiteY44540"/>
              </a:cxn>
              <a:cxn ang="0">
                <a:pos x="connsiteX44541" y="connsiteY44541"/>
              </a:cxn>
              <a:cxn ang="0">
                <a:pos x="connsiteX44542" y="connsiteY44542"/>
              </a:cxn>
              <a:cxn ang="0">
                <a:pos x="connsiteX44543" y="connsiteY44543"/>
              </a:cxn>
              <a:cxn ang="0">
                <a:pos x="connsiteX44544" y="connsiteY44544"/>
              </a:cxn>
              <a:cxn ang="0">
                <a:pos x="connsiteX44545" y="connsiteY44545"/>
              </a:cxn>
              <a:cxn ang="0">
                <a:pos x="connsiteX44546" y="connsiteY44546"/>
              </a:cxn>
              <a:cxn ang="0">
                <a:pos x="connsiteX44547" y="connsiteY44547"/>
              </a:cxn>
              <a:cxn ang="0">
                <a:pos x="connsiteX44548" y="connsiteY44548"/>
              </a:cxn>
              <a:cxn ang="0">
                <a:pos x="connsiteX44549" y="connsiteY44549"/>
              </a:cxn>
              <a:cxn ang="0">
                <a:pos x="connsiteX44550" y="connsiteY44550"/>
              </a:cxn>
              <a:cxn ang="0">
                <a:pos x="connsiteX44551" y="connsiteY44551"/>
              </a:cxn>
              <a:cxn ang="0">
                <a:pos x="connsiteX44552" y="connsiteY44552"/>
              </a:cxn>
              <a:cxn ang="0">
                <a:pos x="connsiteX44553" y="connsiteY44553"/>
              </a:cxn>
              <a:cxn ang="0">
                <a:pos x="connsiteX44554" y="connsiteY44554"/>
              </a:cxn>
              <a:cxn ang="0">
                <a:pos x="connsiteX44555" y="connsiteY44555"/>
              </a:cxn>
              <a:cxn ang="0">
                <a:pos x="connsiteX44556" y="connsiteY44556"/>
              </a:cxn>
              <a:cxn ang="0">
                <a:pos x="connsiteX44557" y="connsiteY44557"/>
              </a:cxn>
              <a:cxn ang="0">
                <a:pos x="connsiteX44558" y="connsiteY44558"/>
              </a:cxn>
              <a:cxn ang="0">
                <a:pos x="connsiteX44559" y="connsiteY44559"/>
              </a:cxn>
              <a:cxn ang="0">
                <a:pos x="connsiteX44560" y="connsiteY44560"/>
              </a:cxn>
              <a:cxn ang="0">
                <a:pos x="connsiteX44561" y="connsiteY44561"/>
              </a:cxn>
              <a:cxn ang="0">
                <a:pos x="connsiteX44562" y="connsiteY44562"/>
              </a:cxn>
              <a:cxn ang="0">
                <a:pos x="connsiteX44563" y="connsiteY44563"/>
              </a:cxn>
              <a:cxn ang="0">
                <a:pos x="connsiteX44564" y="connsiteY44564"/>
              </a:cxn>
              <a:cxn ang="0">
                <a:pos x="connsiteX44565" y="connsiteY44565"/>
              </a:cxn>
              <a:cxn ang="0">
                <a:pos x="connsiteX44566" y="connsiteY44566"/>
              </a:cxn>
              <a:cxn ang="0">
                <a:pos x="connsiteX44567" y="connsiteY44567"/>
              </a:cxn>
              <a:cxn ang="0">
                <a:pos x="connsiteX44568" y="connsiteY44568"/>
              </a:cxn>
              <a:cxn ang="0">
                <a:pos x="connsiteX44569" y="connsiteY44569"/>
              </a:cxn>
              <a:cxn ang="0">
                <a:pos x="connsiteX44570" y="connsiteY44570"/>
              </a:cxn>
              <a:cxn ang="0">
                <a:pos x="connsiteX44571" y="connsiteY44571"/>
              </a:cxn>
              <a:cxn ang="0">
                <a:pos x="connsiteX44572" y="connsiteY44572"/>
              </a:cxn>
              <a:cxn ang="0">
                <a:pos x="connsiteX44573" y="connsiteY44573"/>
              </a:cxn>
              <a:cxn ang="0">
                <a:pos x="connsiteX44574" y="connsiteY44574"/>
              </a:cxn>
              <a:cxn ang="0">
                <a:pos x="connsiteX44575" y="connsiteY44575"/>
              </a:cxn>
              <a:cxn ang="0">
                <a:pos x="connsiteX44576" y="connsiteY44576"/>
              </a:cxn>
              <a:cxn ang="0">
                <a:pos x="connsiteX44577" y="connsiteY44577"/>
              </a:cxn>
              <a:cxn ang="0">
                <a:pos x="connsiteX44578" y="connsiteY44578"/>
              </a:cxn>
              <a:cxn ang="0">
                <a:pos x="connsiteX44579" y="connsiteY44579"/>
              </a:cxn>
              <a:cxn ang="0">
                <a:pos x="connsiteX44580" y="connsiteY44580"/>
              </a:cxn>
              <a:cxn ang="0">
                <a:pos x="connsiteX44581" y="connsiteY44581"/>
              </a:cxn>
              <a:cxn ang="0">
                <a:pos x="connsiteX44582" y="connsiteY44582"/>
              </a:cxn>
              <a:cxn ang="0">
                <a:pos x="connsiteX44583" y="connsiteY44583"/>
              </a:cxn>
              <a:cxn ang="0">
                <a:pos x="connsiteX44584" y="connsiteY44584"/>
              </a:cxn>
              <a:cxn ang="0">
                <a:pos x="connsiteX44585" y="connsiteY44585"/>
              </a:cxn>
              <a:cxn ang="0">
                <a:pos x="connsiteX44586" y="connsiteY44586"/>
              </a:cxn>
              <a:cxn ang="0">
                <a:pos x="connsiteX44587" y="connsiteY44587"/>
              </a:cxn>
              <a:cxn ang="0">
                <a:pos x="connsiteX44588" y="connsiteY44588"/>
              </a:cxn>
              <a:cxn ang="0">
                <a:pos x="connsiteX44589" y="connsiteY44589"/>
              </a:cxn>
              <a:cxn ang="0">
                <a:pos x="connsiteX44590" y="connsiteY44590"/>
              </a:cxn>
              <a:cxn ang="0">
                <a:pos x="connsiteX44591" y="connsiteY44591"/>
              </a:cxn>
              <a:cxn ang="0">
                <a:pos x="connsiteX44592" y="connsiteY44592"/>
              </a:cxn>
              <a:cxn ang="0">
                <a:pos x="connsiteX44593" y="connsiteY44593"/>
              </a:cxn>
              <a:cxn ang="0">
                <a:pos x="connsiteX44594" y="connsiteY44594"/>
              </a:cxn>
              <a:cxn ang="0">
                <a:pos x="connsiteX44595" y="connsiteY44595"/>
              </a:cxn>
              <a:cxn ang="0">
                <a:pos x="connsiteX44596" y="connsiteY44596"/>
              </a:cxn>
              <a:cxn ang="0">
                <a:pos x="connsiteX44597" y="connsiteY44597"/>
              </a:cxn>
              <a:cxn ang="0">
                <a:pos x="connsiteX44598" y="connsiteY44598"/>
              </a:cxn>
              <a:cxn ang="0">
                <a:pos x="connsiteX44599" y="connsiteY44599"/>
              </a:cxn>
              <a:cxn ang="0">
                <a:pos x="connsiteX44600" y="connsiteY44600"/>
              </a:cxn>
              <a:cxn ang="0">
                <a:pos x="connsiteX44601" y="connsiteY44601"/>
              </a:cxn>
              <a:cxn ang="0">
                <a:pos x="connsiteX44602" y="connsiteY44602"/>
              </a:cxn>
              <a:cxn ang="0">
                <a:pos x="connsiteX44603" y="connsiteY44603"/>
              </a:cxn>
              <a:cxn ang="0">
                <a:pos x="connsiteX44604" y="connsiteY44604"/>
              </a:cxn>
              <a:cxn ang="0">
                <a:pos x="connsiteX44605" y="connsiteY44605"/>
              </a:cxn>
              <a:cxn ang="0">
                <a:pos x="connsiteX44606" y="connsiteY44606"/>
              </a:cxn>
              <a:cxn ang="0">
                <a:pos x="connsiteX44607" y="connsiteY44607"/>
              </a:cxn>
              <a:cxn ang="0">
                <a:pos x="connsiteX44608" y="connsiteY44608"/>
              </a:cxn>
              <a:cxn ang="0">
                <a:pos x="connsiteX44609" y="connsiteY44609"/>
              </a:cxn>
              <a:cxn ang="0">
                <a:pos x="connsiteX44610" y="connsiteY44610"/>
              </a:cxn>
              <a:cxn ang="0">
                <a:pos x="connsiteX44611" y="connsiteY44611"/>
              </a:cxn>
              <a:cxn ang="0">
                <a:pos x="connsiteX44612" y="connsiteY44612"/>
              </a:cxn>
              <a:cxn ang="0">
                <a:pos x="connsiteX44613" y="connsiteY44613"/>
              </a:cxn>
              <a:cxn ang="0">
                <a:pos x="connsiteX44614" y="connsiteY44614"/>
              </a:cxn>
              <a:cxn ang="0">
                <a:pos x="connsiteX44615" y="connsiteY44615"/>
              </a:cxn>
              <a:cxn ang="0">
                <a:pos x="connsiteX44616" y="connsiteY44616"/>
              </a:cxn>
              <a:cxn ang="0">
                <a:pos x="connsiteX44617" y="connsiteY44617"/>
              </a:cxn>
              <a:cxn ang="0">
                <a:pos x="connsiteX44618" y="connsiteY44618"/>
              </a:cxn>
              <a:cxn ang="0">
                <a:pos x="connsiteX44619" y="connsiteY44619"/>
              </a:cxn>
              <a:cxn ang="0">
                <a:pos x="connsiteX44620" y="connsiteY44620"/>
              </a:cxn>
              <a:cxn ang="0">
                <a:pos x="connsiteX44621" y="connsiteY44621"/>
              </a:cxn>
              <a:cxn ang="0">
                <a:pos x="connsiteX44622" y="connsiteY44622"/>
              </a:cxn>
              <a:cxn ang="0">
                <a:pos x="connsiteX44623" y="connsiteY44623"/>
              </a:cxn>
              <a:cxn ang="0">
                <a:pos x="connsiteX44624" y="connsiteY44624"/>
              </a:cxn>
              <a:cxn ang="0">
                <a:pos x="connsiteX44625" y="connsiteY44625"/>
              </a:cxn>
              <a:cxn ang="0">
                <a:pos x="connsiteX44626" y="connsiteY44626"/>
              </a:cxn>
              <a:cxn ang="0">
                <a:pos x="connsiteX44627" y="connsiteY44627"/>
              </a:cxn>
              <a:cxn ang="0">
                <a:pos x="connsiteX44628" y="connsiteY44628"/>
              </a:cxn>
              <a:cxn ang="0">
                <a:pos x="connsiteX44629" y="connsiteY44629"/>
              </a:cxn>
              <a:cxn ang="0">
                <a:pos x="connsiteX44630" y="connsiteY44630"/>
              </a:cxn>
              <a:cxn ang="0">
                <a:pos x="connsiteX44631" y="connsiteY44631"/>
              </a:cxn>
              <a:cxn ang="0">
                <a:pos x="connsiteX44632" y="connsiteY44632"/>
              </a:cxn>
              <a:cxn ang="0">
                <a:pos x="connsiteX44633" y="connsiteY44633"/>
              </a:cxn>
              <a:cxn ang="0">
                <a:pos x="connsiteX44634" y="connsiteY44634"/>
              </a:cxn>
              <a:cxn ang="0">
                <a:pos x="connsiteX44635" y="connsiteY44635"/>
              </a:cxn>
              <a:cxn ang="0">
                <a:pos x="connsiteX44636" y="connsiteY44636"/>
              </a:cxn>
              <a:cxn ang="0">
                <a:pos x="connsiteX44637" y="connsiteY44637"/>
              </a:cxn>
              <a:cxn ang="0">
                <a:pos x="connsiteX44638" y="connsiteY44638"/>
              </a:cxn>
              <a:cxn ang="0">
                <a:pos x="connsiteX44639" y="connsiteY44639"/>
              </a:cxn>
              <a:cxn ang="0">
                <a:pos x="connsiteX44640" y="connsiteY44640"/>
              </a:cxn>
              <a:cxn ang="0">
                <a:pos x="connsiteX44641" y="connsiteY44641"/>
              </a:cxn>
              <a:cxn ang="0">
                <a:pos x="connsiteX44642" y="connsiteY44642"/>
              </a:cxn>
              <a:cxn ang="0">
                <a:pos x="connsiteX44643" y="connsiteY44643"/>
              </a:cxn>
              <a:cxn ang="0">
                <a:pos x="connsiteX44644" y="connsiteY44644"/>
              </a:cxn>
              <a:cxn ang="0">
                <a:pos x="connsiteX44645" y="connsiteY44645"/>
              </a:cxn>
              <a:cxn ang="0">
                <a:pos x="connsiteX44646" y="connsiteY44646"/>
              </a:cxn>
              <a:cxn ang="0">
                <a:pos x="connsiteX44647" y="connsiteY44647"/>
              </a:cxn>
              <a:cxn ang="0">
                <a:pos x="connsiteX44648" y="connsiteY44648"/>
              </a:cxn>
              <a:cxn ang="0">
                <a:pos x="connsiteX44649" y="connsiteY44649"/>
              </a:cxn>
              <a:cxn ang="0">
                <a:pos x="connsiteX44650" y="connsiteY44650"/>
              </a:cxn>
              <a:cxn ang="0">
                <a:pos x="connsiteX44651" y="connsiteY44651"/>
              </a:cxn>
              <a:cxn ang="0">
                <a:pos x="connsiteX44652" y="connsiteY44652"/>
              </a:cxn>
              <a:cxn ang="0">
                <a:pos x="connsiteX44653" y="connsiteY44653"/>
              </a:cxn>
              <a:cxn ang="0">
                <a:pos x="connsiteX44654" y="connsiteY44654"/>
              </a:cxn>
              <a:cxn ang="0">
                <a:pos x="connsiteX44655" y="connsiteY44655"/>
              </a:cxn>
              <a:cxn ang="0">
                <a:pos x="connsiteX44656" y="connsiteY44656"/>
              </a:cxn>
              <a:cxn ang="0">
                <a:pos x="connsiteX44657" y="connsiteY44657"/>
              </a:cxn>
              <a:cxn ang="0">
                <a:pos x="connsiteX44658" y="connsiteY44658"/>
              </a:cxn>
              <a:cxn ang="0">
                <a:pos x="connsiteX44659" y="connsiteY44659"/>
              </a:cxn>
              <a:cxn ang="0">
                <a:pos x="connsiteX44660" y="connsiteY44660"/>
              </a:cxn>
              <a:cxn ang="0">
                <a:pos x="connsiteX44661" y="connsiteY44661"/>
              </a:cxn>
              <a:cxn ang="0">
                <a:pos x="connsiteX44662" y="connsiteY44662"/>
              </a:cxn>
              <a:cxn ang="0">
                <a:pos x="connsiteX44663" y="connsiteY44663"/>
              </a:cxn>
              <a:cxn ang="0">
                <a:pos x="connsiteX44664" y="connsiteY44664"/>
              </a:cxn>
              <a:cxn ang="0">
                <a:pos x="connsiteX44665" y="connsiteY44665"/>
              </a:cxn>
              <a:cxn ang="0">
                <a:pos x="connsiteX44666" y="connsiteY44666"/>
              </a:cxn>
              <a:cxn ang="0">
                <a:pos x="connsiteX44667" y="connsiteY44667"/>
              </a:cxn>
              <a:cxn ang="0">
                <a:pos x="connsiteX44668" y="connsiteY44668"/>
              </a:cxn>
              <a:cxn ang="0">
                <a:pos x="connsiteX44669" y="connsiteY44669"/>
              </a:cxn>
              <a:cxn ang="0">
                <a:pos x="connsiteX44670" y="connsiteY44670"/>
              </a:cxn>
              <a:cxn ang="0">
                <a:pos x="connsiteX44671" y="connsiteY44671"/>
              </a:cxn>
              <a:cxn ang="0">
                <a:pos x="connsiteX44672" y="connsiteY44672"/>
              </a:cxn>
              <a:cxn ang="0">
                <a:pos x="connsiteX44673" y="connsiteY44673"/>
              </a:cxn>
              <a:cxn ang="0">
                <a:pos x="connsiteX44674" y="connsiteY44674"/>
              </a:cxn>
              <a:cxn ang="0">
                <a:pos x="connsiteX44675" y="connsiteY44675"/>
              </a:cxn>
              <a:cxn ang="0">
                <a:pos x="connsiteX44676" y="connsiteY44676"/>
              </a:cxn>
              <a:cxn ang="0">
                <a:pos x="connsiteX44677" y="connsiteY44677"/>
              </a:cxn>
              <a:cxn ang="0">
                <a:pos x="connsiteX44678" y="connsiteY44678"/>
              </a:cxn>
              <a:cxn ang="0">
                <a:pos x="connsiteX44679" y="connsiteY44679"/>
              </a:cxn>
              <a:cxn ang="0">
                <a:pos x="connsiteX44680" y="connsiteY44680"/>
              </a:cxn>
              <a:cxn ang="0">
                <a:pos x="connsiteX44681" y="connsiteY44681"/>
              </a:cxn>
              <a:cxn ang="0">
                <a:pos x="connsiteX44682" y="connsiteY44682"/>
              </a:cxn>
              <a:cxn ang="0">
                <a:pos x="connsiteX44683" y="connsiteY44683"/>
              </a:cxn>
              <a:cxn ang="0">
                <a:pos x="connsiteX44684" y="connsiteY44684"/>
              </a:cxn>
              <a:cxn ang="0">
                <a:pos x="connsiteX44685" y="connsiteY44685"/>
              </a:cxn>
              <a:cxn ang="0">
                <a:pos x="connsiteX44686" y="connsiteY44686"/>
              </a:cxn>
              <a:cxn ang="0">
                <a:pos x="connsiteX44687" y="connsiteY44687"/>
              </a:cxn>
              <a:cxn ang="0">
                <a:pos x="connsiteX44688" y="connsiteY44688"/>
              </a:cxn>
              <a:cxn ang="0">
                <a:pos x="connsiteX44689" y="connsiteY44689"/>
              </a:cxn>
              <a:cxn ang="0">
                <a:pos x="connsiteX44690" y="connsiteY44690"/>
              </a:cxn>
              <a:cxn ang="0">
                <a:pos x="connsiteX44691" y="connsiteY44691"/>
              </a:cxn>
              <a:cxn ang="0">
                <a:pos x="connsiteX44692" y="connsiteY44692"/>
              </a:cxn>
              <a:cxn ang="0">
                <a:pos x="connsiteX44693" y="connsiteY44693"/>
              </a:cxn>
              <a:cxn ang="0">
                <a:pos x="connsiteX44694" y="connsiteY44694"/>
              </a:cxn>
              <a:cxn ang="0">
                <a:pos x="connsiteX44695" y="connsiteY44695"/>
              </a:cxn>
              <a:cxn ang="0">
                <a:pos x="connsiteX44696" y="connsiteY44696"/>
              </a:cxn>
              <a:cxn ang="0">
                <a:pos x="connsiteX44697" y="connsiteY44697"/>
              </a:cxn>
              <a:cxn ang="0">
                <a:pos x="connsiteX44698" y="connsiteY44698"/>
              </a:cxn>
              <a:cxn ang="0">
                <a:pos x="connsiteX44699" y="connsiteY44699"/>
              </a:cxn>
              <a:cxn ang="0">
                <a:pos x="connsiteX44700" y="connsiteY44700"/>
              </a:cxn>
              <a:cxn ang="0">
                <a:pos x="connsiteX44701" y="connsiteY44701"/>
              </a:cxn>
              <a:cxn ang="0">
                <a:pos x="connsiteX44702" y="connsiteY44702"/>
              </a:cxn>
              <a:cxn ang="0">
                <a:pos x="connsiteX44703" y="connsiteY44703"/>
              </a:cxn>
              <a:cxn ang="0">
                <a:pos x="connsiteX44704" y="connsiteY44704"/>
              </a:cxn>
              <a:cxn ang="0">
                <a:pos x="connsiteX44705" y="connsiteY44705"/>
              </a:cxn>
              <a:cxn ang="0">
                <a:pos x="connsiteX44706" y="connsiteY44706"/>
              </a:cxn>
              <a:cxn ang="0">
                <a:pos x="connsiteX44707" y="connsiteY44707"/>
              </a:cxn>
              <a:cxn ang="0">
                <a:pos x="connsiteX44708" y="connsiteY44708"/>
              </a:cxn>
              <a:cxn ang="0">
                <a:pos x="connsiteX44709" y="connsiteY44709"/>
              </a:cxn>
              <a:cxn ang="0">
                <a:pos x="connsiteX44710" y="connsiteY44710"/>
              </a:cxn>
              <a:cxn ang="0">
                <a:pos x="connsiteX44711" y="connsiteY44711"/>
              </a:cxn>
              <a:cxn ang="0">
                <a:pos x="connsiteX44712" y="connsiteY44712"/>
              </a:cxn>
              <a:cxn ang="0">
                <a:pos x="connsiteX44713" y="connsiteY44713"/>
              </a:cxn>
              <a:cxn ang="0">
                <a:pos x="connsiteX44714" y="connsiteY44714"/>
              </a:cxn>
              <a:cxn ang="0">
                <a:pos x="connsiteX44715" y="connsiteY44715"/>
              </a:cxn>
              <a:cxn ang="0">
                <a:pos x="connsiteX44716" y="connsiteY44716"/>
              </a:cxn>
              <a:cxn ang="0">
                <a:pos x="connsiteX44717" y="connsiteY44717"/>
              </a:cxn>
              <a:cxn ang="0">
                <a:pos x="connsiteX44718" y="connsiteY44718"/>
              </a:cxn>
              <a:cxn ang="0">
                <a:pos x="connsiteX44719" y="connsiteY44719"/>
              </a:cxn>
              <a:cxn ang="0">
                <a:pos x="connsiteX44720" y="connsiteY44720"/>
              </a:cxn>
              <a:cxn ang="0">
                <a:pos x="connsiteX44721" y="connsiteY44721"/>
              </a:cxn>
              <a:cxn ang="0">
                <a:pos x="connsiteX44722" y="connsiteY44722"/>
              </a:cxn>
              <a:cxn ang="0">
                <a:pos x="connsiteX44723" y="connsiteY44723"/>
              </a:cxn>
              <a:cxn ang="0">
                <a:pos x="connsiteX44724" y="connsiteY44724"/>
              </a:cxn>
              <a:cxn ang="0">
                <a:pos x="connsiteX44725" y="connsiteY44725"/>
              </a:cxn>
              <a:cxn ang="0">
                <a:pos x="connsiteX44726" y="connsiteY44726"/>
              </a:cxn>
              <a:cxn ang="0">
                <a:pos x="connsiteX44727" y="connsiteY44727"/>
              </a:cxn>
              <a:cxn ang="0">
                <a:pos x="connsiteX44728" y="connsiteY44728"/>
              </a:cxn>
              <a:cxn ang="0">
                <a:pos x="connsiteX44729" y="connsiteY44729"/>
              </a:cxn>
              <a:cxn ang="0">
                <a:pos x="connsiteX44730" y="connsiteY44730"/>
              </a:cxn>
              <a:cxn ang="0">
                <a:pos x="connsiteX44731" y="connsiteY44731"/>
              </a:cxn>
              <a:cxn ang="0">
                <a:pos x="connsiteX44732" y="connsiteY44732"/>
              </a:cxn>
              <a:cxn ang="0">
                <a:pos x="connsiteX44733" y="connsiteY44733"/>
              </a:cxn>
              <a:cxn ang="0">
                <a:pos x="connsiteX44734" y="connsiteY44734"/>
              </a:cxn>
              <a:cxn ang="0">
                <a:pos x="connsiteX44735" y="connsiteY44735"/>
              </a:cxn>
              <a:cxn ang="0">
                <a:pos x="connsiteX44736" y="connsiteY44736"/>
              </a:cxn>
              <a:cxn ang="0">
                <a:pos x="connsiteX44737" y="connsiteY44737"/>
              </a:cxn>
              <a:cxn ang="0">
                <a:pos x="connsiteX44738" y="connsiteY44738"/>
              </a:cxn>
              <a:cxn ang="0">
                <a:pos x="connsiteX44739" y="connsiteY44739"/>
              </a:cxn>
              <a:cxn ang="0">
                <a:pos x="connsiteX44740" y="connsiteY44740"/>
              </a:cxn>
              <a:cxn ang="0">
                <a:pos x="connsiteX44741" y="connsiteY44741"/>
              </a:cxn>
              <a:cxn ang="0">
                <a:pos x="connsiteX44742" y="connsiteY44742"/>
              </a:cxn>
              <a:cxn ang="0">
                <a:pos x="connsiteX44743" y="connsiteY44743"/>
              </a:cxn>
              <a:cxn ang="0">
                <a:pos x="connsiteX44744" y="connsiteY44744"/>
              </a:cxn>
              <a:cxn ang="0">
                <a:pos x="connsiteX44745" y="connsiteY44745"/>
              </a:cxn>
              <a:cxn ang="0">
                <a:pos x="connsiteX44746" y="connsiteY44746"/>
              </a:cxn>
              <a:cxn ang="0">
                <a:pos x="connsiteX44747" y="connsiteY44747"/>
              </a:cxn>
              <a:cxn ang="0">
                <a:pos x="connsiteX44748" y="connsiteY44748"/>
              </a:cxn>
              <a:cxn ang="0">
                <a:pos x="connsiteX44749" y="connsiteY44749"/>
              </a:cxn>
              <a:cxn ang="0">
                <a:pos x="connsiteX44750" y="connsiteY44750"/>
              </a:cxn>
              <a:cxn ang="0">
                <a:pos x="connsiteX44751" y="connsiteY44751"/>
              </a:cxn>
              <a:cxn ang="0">
                <a:pos x="connsiteX44752" y="connsiteY44752"/>
              </a:cxn>
              <a:cxn ang="0">
                <a:pos x="connsiteX44753" y="connsiteY44753"/>
              </a:cxn>
              <a:cxn ang="0">
                <a:pos x="connsiteX44754" y="connsiteY44754"/>
              </a:cxn>
              <a:cxn ang="0">
                <a:pos x="connsiteX44755" y="connsiteY44755"/>
              </a:cxn>
              <a:cxn ang="0">
                <a:pos x="connsiteX44756" y="connsiteY44756"/>
              </a:cxn>
              <a:cxn ang="0">
                <a:pos x="connsiteX44757" y="connsiteY44757"/>
              </a:cxn>
              <a:cxn ang="0">
                <a:pos x="connsiteX44758" y="connsiteY44758"/>
              </a:cxn>
              <a:cxn ang="0">
                <a:pos x="connsiteX44759" y="connsiteY44759"/>
              </a:cxn>
              <a:cxn ang="0">
                <a:pos x="connsiteX44760" y="connsiteY44760"/>
              </a:cxn>
              <a:cxn ang="0">
                <a:pos x="connsiteX44761" y="connsiteY44761"/>
              </a:cxn>
              <a:cxn ang="0">
                <a:pos x="connsiteX44762" y="connsiteY44762"/>
              </a:cxn>
              <a:cxn ang="0">
                <a:pos x="connsiteX44763" y="connsiteY44763"/>
              </a:cxn>
              <a:cxn ang="0">
                <a:pos x="connsiteX44764" y="connsiteY44764"/>
              </a:cxn>
              <a:cxn ang="0">
                <a:pos x="connsiteX44765" y="connsiteY44765"/>
              </a:cxn>
              <a:cxn ang="0">
                <a:pos x="connsiteX44766" y="connsiteY44766"/>
              </a:cxn>
              <a:cxn ang="0">
                <a:pos x="connsiteX44767" y="connsiteY44767"/>
              </a:cxn>
              <a:cxn ang="0">
                <a:pos x="connsiteX44768" y="connsiteY44768"/>
              </a:cxn>
              <a:cxn ang="0">
                <a:pos x="connsiteX44769" y="connsiteY44769"/>
              </a:cxn>
              <a:cxn ang="0">
                <a:pos x="connsiteX44770" y="connsiteY44770"/>
              </a:cxn>
              <a:cxn ang="0">
                <a:pos x="connsiteX44771" y="connsiteY44771"/>
              </a:cxn>
              <a:cxn ang="0">
                <a:pos x="connsiteX44772" y="connsiteY44772"/>
              </a:cxn>
              <a:cxn ang="0">
                <a:pos x="connsiteX44773" y="connsiteY44773"/>
              </a:cxn>
              <a:cxn ang="0">
                <a:pos x="connsiteX44774" y="connsiteY44774"/>
              </a:cxn>
              <a:cxn ang="0">
                <a:pos x="connsiteX44775" y="connsiteY44775"/>
              </a:cxn>
              <a:cxn ang="0">
                <a:pos x="connsiteX44776" y="connsiteY44776"/>
              </a:cxn>
              <a:cxn ang="0">
                <a:pos x="connsiteX44777" y="connsiteY44777"/>
              </a:cxn>
              <a:cxn ang="0">
                <a:pos x="connsiteX44778" y="connsiteY44778"/>
              </a:cxn>
              <a:cxn ang="0">
                <a:pos x="connsiteX44779" y="connsiteY44779"/>
              </a:cxn>
              <a:cxn ang="0">
                <a:pos x="connsiteX44780" y="connsiteY44780"/>
              </a:cxn>
              <a:cxn ang="0">
                <a:pos x="connsiteX44781" y="connsiteY44781"/>
              </a:cxn>
              <a:cxn ang="0">
                <a:pos x="connsiteX44782" y="connsiteY44782"/>
              </a:cxn>
              <a:cxn ang="0">
                <a:pos x="connsiteX44783" y="connsiteY44783"/>
              </a:cxn>
              <a:cxn ang="0">
                <a:pos x="connsiteX44784" y="connsiteY44784"/>
              </a:cxn>
              <a:cxn ang="0">
                <a:pos x="connsiteX44785" y="connsiteY44785"/>
              </a:cxn>
              <a:cxn ang="0">
                <a:pos x="connsiteX44786" y="connsiteY44786"/>
              </a:cxn>
              <a:cxn ang="0">
                <a:pos x="connsiteX44787" y="connsiteY44787"/>
              </a:cxn>
              <a:cxn ang="0">
                <a:pos x="connsiteX44788" y="connsiteY44788"/>
              </a:cxn>
              <a:cxn ang="0">
                <a:pos x="connsiteX44789" y="connsiteY44789"/>
              </a:cxn>
              <a:cxn ang="0">
                <a:pos x="connsiteX44790" y="connsiteY44790"/>
              </a:cxn>
              <a:cxn ang="0">
                <a:pos x="connsiteX44791" y="connsiteY44791"/>
              </a:cxn>
              <a:cxn ang="0">
                <a:pos x="connsiteX44792" y="connsiteY44792"/>
              </a:cxn>
              <a:cxn ang="0">
                <a:pos x="connsiteX44793" y="connsiteY44793"/>
              </a:cxn>
              <a:cxn ang="0">
                <a:pos x="connsiteX44794" y="connsiteY44794"/>
              </a:cxn>
              <a:cxn ang="0">
                <a:pos x="connsiteX44795" y="connsiteY44795"/>
              </a:cxn>
              <a:cxn ang="0">
                <a:pos x="connsiteX44796" y="connsiteY44796"/>
              </a:cxn>
              <a:cxn ang="0">
                <a:pos x="connsiteX44797" y="connsiteY44797"/>
              </a:cxn>
              <a:cxn ang="0">
                <a:pos x="connsiteX44798" y="connsiteY44798"/>
              </a:cxn>
              <a:cxn ang="0">
                <a:pos x="connsiteX44799" y="connsiteY44799"/>
              </a:cxn>
              <a:cxn ang="0">
                <a:pos x="connsiteX44800" y="connsiteY44800"/>
              </a:cxn>
              <a:cxn ang="0">
                <a:pos x="connsiteX44801" y="connsiteY44801"/>
              </a:cxn>
              <a:cxn ang="0">
                <a:pos x="connsiteX44802" y="connsiteY44802"/>
              </a:cxn>
              <a:cxn ang="0">
                <a:pos x="connsiteX44803" y="connsiteY44803"/>
              </a:cxn>
              <a:cxn ang="0">
                <a:pos x="connsiteX44804" y="connsiteY44804"/>
              </a:cxn>
              <a:cxn ang="0">
                <a:pos x="connsiteX44805" y="connsiteY44805"/>
              </a:cxn>
              <a:cxn ang="0">
                <a:pos x="connsiteX44806" y="connsiteY44806"/>
              </a:cxn>
              <a:cxn ang="0">
                <a:pos x="connsiteX44807" y="connsiteY44807"/>
              </a:cxn>
              <a:cxn ang="0">
                <a:pos x="connsiteX44808" y="connsiteY44808"/>
              </a:cxn>
              <a:cxn ang="0">
                <a:pos x="connsiteX44809" y="connsiteY44809"/>
              </a:cxn>
              <a:cxn ang="0">
                <a:pos x="connsiteX44810" y="connsiteY44810"/>
              </a:cxn>
              <a:cxn ang="0">
                <a:pos x="connsiteX44811" y="connsiteY44811"/>
              </a:cxn>
              <a:cxn ang="0">
                <a:pos x="connsiteX44812" y="connsiteY44812"/>
              </a:cxn>
              <a:cxn ang="0">
                <a:pos x="connsiteX44813" y="connsiteY44813"/>
              </a:cxn>
              <a:cxn ang="0">
                <a:pos x="connsiteX44814" y="connsiteY44814"/>
              </a:cxn>
              <a:cxn ang="0">
                <a:pos x="connsiteX44815" y="connsiteY44815"/>
              </a:cxn>
              <a:cxn ang="0">
                <a:pos x="connsiteX44816" y="connsiteY44816"/>
              </a:cxn>
              <a:cxn ang="0">
                <a:pos x="connsiteX44817" y="connsiteY44817"/>
              </a:cxn>
              <a:cxn ang="0">
                <a:pos x="connsiteX44818" y="connsiteY44818"/>
              </a:cxn>
              <a:cxn ang="0">
                <a:pos x="connsiteX44819" y="connsiteY44819"/>
              </a:cxn>
              <a:cxn ang="0">
                <a:pos x="connsiteX44820" y="connsiteY44820"/>
              </a:cxn>
              <a:cxn ang="0">
                <a:pos x="connsiteX44821" y="connsiteY44821"/>
              </a:cxn>
              <a:cxn ang="0">
                <a:pos x="connsiteX44822" y="connsiteY44822"/>
              </a:cxn>
              <a:cxn ang="0">
                <a:pos x="connsiteX44823" y="connsiteY44823"/>
              </a:cxn>
              <a:cxn ang="0">
                <a:pos x="connsiteX44824" y="connsiteY44824"/>
              </a:cxn>
              <a:cxn ang="0">
                <a:pos x="connsiteX44825" y="connsiteY44825"/>
              </a:cxn>
              <a:cxn ang="0">
                <a:pos x="connsiteX44826" y="connsiteY44826"/>
              </a:cxn>
              <a:cxn ang="0">
                <a:pos x="connsiteX44827" y="connsiteY44827"/>
              </a:cxn>
              <a:cxn ang="0">
                <a:pos x="connsiteX44828" y="connsiteY44828"/>
              </a:cxn>
              <a:cxn ang="0">
                <a:pos x="connsiteX44829" y="connsiteY44829"/>
              </a:cxn>
              <a:cxn ang="0">
                <a:pos x="connsiteX44830" y="connsiteY44830"/>
              </a:cxn>
              <a:cxn ang="0">
                <a:pos x="connsiteX44831" y="connsiteY44831"/>
              </a:cxn>
              <a:cxn ang="0">
                <a:pos x="connsiteX44832" y="connsiteY44832"/>
              </a:cxn>
              <a:cxn ang="0">
                <a:pos x="connsiteX44833" y="connsiteY44833"/>
              </a:cxn>
              <a:cxn ang="0">
                <a:pos x="connsiteX44834" y="connsiteY44834"/>
              </a:cxn>
              <a:cxn ang="0">
                <a:pos x="connsiteX44835" y="connsiteY44835"/>
              </a:cxn>
              <a:cxn ang="0">
                <a:pos x="connsiteX44836" y="connsiteY44836"/>
              </a:cxn>
              <a:cxn ang="0">
                <a:pos x="connsiteX44837" y="connsiteY44837"/>
              </a:cxn>
              <a:cxn ang="0">
                <a:pos x="connsiteX44838" y="connsiteY44838"/>
              </a:cxn>
              <a:cxn ang="0">
                <a:pos x="connsiteX44839" y="connsiteY44839"/>
              </a:cxn>
              <a:cxn ang="0">
                <a:pos x="connsiteX44840" y="connsiteY44840"/>
              </a:cxn>
              <a:cxn ang="0">
                <a:pos x="connsiteX44841" y="connsiteY44841"/>
              </a:cxn>
              <a:cxn ang="0">
                <a:pos x="connsiteX44842" y="connsiteY44842"/>
              </a:cxn>
              <a:cxn ang="0">
                <a:pos x="connsiteX44843" y="connsiteY44843"/>
              </a:cxn>
              <a:cxn ang="0">
                <a:pos x="connsiteX44844" y="connsiteY44844"/>
              </a:cxn>
              <a:cxn ang="0">
                <a:pos x="connsiteX44845" y="connsiteY44845"/>
              </a:cxn>
              <a:cxn ang="0">
                <a:pos x="connsiteX44846" y="connsiteY44846"/>
              </a:cxn>
              <a:cxn ang="0">
                <a:pos x="connsiteX44847" y="connsiteY44847"/>
              </a:cxn>
              <a:cxn ang="0">
                <a:pos x="connsiteX44848" y="connsiteY44848"/>
              </a:cxn>
              <a:cxn ang="0">
                <a:pos x="connsiteX44849" y="connsiteY44849"/>
              </a:cxn>
              <a:cxn ang="0">
                <a:pos x="connsiteX44850" y="connsiteY44850"/>
              </a:cxn>
              <a:cxn ang="0">
                <a:pos x="connsiteX44851" y="connsiteY44851"/>
              </a:cxn>
              <a:cxn ang="0">
                <a:pos x="connsiteX44852" y="connsiteY44852"/>
              </a:cxn>
              <a:cxn ang="0">
                <a:pos x="connsiteX44853" y="connsiteY44853"/>
              </a:cxn>
              <a:cxn ang="0">
                <a:pos x="connsiteX44854" y="connsiteY44854"/>
              </a:cxn>
              <a:cxn ang="0">
                <a:pos x="connsiteX44855" y="connsiteY44855"/>
              </a:cxn>
              <a:cxn ang="0">
                <a:pos x="connsiteX44856" y="connsiteY44856"/>
              </a:cxn>
              <a:cxn ang="0">
                <a:pos x="connsiteX44857" y="connsiteY44857"/>
              </a:cxn>
              <a:cxn ang="0">
                <a:pos x="connsiteX44858" y="connsiteY44858"/>
              </a:cxn>
              <a:cxn ang="0">
                <a:pos x="connsiteX44859" y="connsiteY44859"/>
              </a:cxn>
              <a:cxn ang="0">
                <a:pos x="connsiteX44860" y="connsiteY44860"/>
              </a:cxn>
              <a:cxn ang="0">
                <a:pos x="connsiteX44861" y="connsiteY44861"/>
              </a:cxn>
              <a:cxn ang="0">
                <a:pos x="connsiteX44862" y="connsiteY44862"/>
              </a:cxn>
              <a:cxn ang="0">
                <a:pos x="connsiteX44863" y="connsiteY44863"/>
              </a:cxn>
              <a:cxn ang="0">
                <a:pos x="connsiteX44864" y="connsiteY44864"/>
              </a:cxn>
              <a:cxn ang="0">
                <a:pos x="connsiteX44865" y="connsiteY44865"/>
              </a:cxn>
              <a:cxn ang="0">
                <a:pos x="connsiteX44866" y="connsiteY44866"/>
              </a:cxn>
              <a:cxn ang="0">
                <a:pos x="connsiteX44867" y="connsiteY44867"/>
              </a:cxn>
              <a:cxn ang="0">
                <a:pos x="connsiteX44868" y="connsiteY44868"/>
              </a:cxn>
              <a:cxn ang="0">
                <a:pos x="connsiteX44869" y="connsiteY44869"/>
              </a:cxn>
              <a:cxn ang="0">
                <a:pos x="connsiteX44870" y="connsiteY44870"/>
              </a:cxn>
              <a:cxn ang="0">
                <a:pos x="connsiteX44871" y="connsiteY44871"/>
              </a:cxn>
              <a:cxn ang="0">
                <a:pos x="connsiteX44872" y="connsiteY44872"/>
              </a:cxn>
              <a:cxn ang="0">
                <a:pos x="connsiteX44873" y="connsiteY44873"/>
              </a:cxn>
              <a:cxn ang="0">
                <a:pos x="connsiteX44874" y="connsiteY44874"/>
              </a:cxn>
              <a:cxn ang="0">
                <a:pos x="connsiteX44875" y="connsiteY44875"/>
              </a:cxn>
              <a:cxn ang="0">
                <a:pos x="connsiteX44876" y="connsiteY44876"/>
              </a:cxn>
              <a:cxn ang="0">
                <a:pos x="connsiteX44877" y="connsiteY44877"/>
              </a:cxn>
              <a:cxn ang="0">
                <a:pos x="connsiteX44878" y="connsiteY44878"/>
              </a:cxn>
              <a:cxn ang="0">
                <a:pos x="connsiteX44879" y="connsiteY44879"/>
              </a:cxn>
              <a:cxn ang="0">
                <a:pos x="connsiteX44880" y="connsiteY44880"/>
              </a:cxn>
              <a:cxn ang="0">
                <a:pos x="connsiteX44881" y="connsiteY44881"/>
              </a:cxn>
              <a:cxn ang="0">
                <a:pos x="connsiteX44882" y="connsiteY44882"/>
              </a:cxn>
              <a:cxn ang="0">
                <a:pos x="connsiteX44883" y="connsiteY44883"/>
              </a:cxn>
              <a:cxn ang="0">
                <a:pos x="connsiteX44884" y="connsiteY44884"/>
              </a:cxn>
              <a:cxn ang="0">
                <a:pos x="connsiteX44885" y="connsiteY44885"/>
              </a:cxn>
              <a:cxn ang="0">
                <a:pos x="connsiteX44886" y="connsiteY44886"/>
              </a:cxn>
              <a:cxn ang="0">
                <a:pos x="connsiteX44887" y="connsiteY44887"/>
              </a:cxn>
              <a:cxn ang="0">
                <a:pos x="connsiteX44888" y="connsiteY44888"/>
              </a:cxn>
              <a:cxn ang="0">
                <a:pos x="connsiteX44889" y="connsiteY44889"/>
              </a:cxn>
              <a:cxn ang="0">
                <a:pos x="connsiteX44890" y="connsiteY44890"/>
              </a:cxn>
              <a:cxn ang="0">
                <a:pos x="connsiteX44891" y="connsiteY44891"/>
              </a:cxn>
              <a:cxn ang="0">
                <a:pos x="connsiteX44892" y="connsiteY44892"/>
              </a:cxn>
              <a:cxn ang="0">
                <a:pos x="connsiteX44893" y="connsiteY44893"/>
              </a:cxn>
              <a:cxn ang="0">
                <a:pos x="connsiteX44894" y="connsiteY44894"/>
              </a:cxn>
              <a:cxn ang="0">
                <a:pos x="connsiteX44895" y="connsiteY44895"/>
              </a:cxn>
              <a:cxn ang="0">
                <a:pos x="connsiteX44896" y="connsiteY44896"/>
              </a:cxn>
              <a:cxn ang="0">
                <a:pos x="connsiteX44897" y="connsiteY44897"/>
              </a:cxn>
              <a:cxn ang="0">
                <a:pos x="connsiteX44898" y="connsiteY44898"/>
              </a:cxn>
              <a:cxn ang="0">
                <a:pos x="connsiteX44899" y="connsiteY44899"/>
              </a:cxn>
              <a:cxn ang="0">
                <a:pos x="connsiteX44900" y="connsiteY44900"/>
              </a:cxn>
              <a:cxn ang="0">
                <a:pos x="connsiteX44901" y="connsiteY44901"/>
              </a:cxn>
              <a:cxn ang="0">
                <a:pos x="connsiteX44902" y="connsiteY44902"/>
              </a:cxn>
              <a:cxn ang="0">
                <a:pos x="connsiteX44903" y="connsiteY44903"/>
              </a:cxn>
              <a:cxn ang="0">
                <a:pos x="connsiteX44904" y="connsiteY44904"/>
              </a:cxn>
              <a:cxn ang="0">
                <a:pos x="connsiteX44905" y="connsiteY44905"/>
              </a:cxn>
              <a:cxn ang="0">
                <a:pos x="connsiteX44906" y="connsiteY44906"/>
              </a:cxn>
              <a:cxn ang="0">
                <a:pos x="connsiteX44907" y="connsiteY44907"/>
              </a:cxn>
              <a:cxn ang="0">
                <a:pos x="connsiteX44908" y="connsiteY44908"/>
              </a:cxn>
              <a:cxn ang="0">
                <a:pos x="connsiteX44909" y="connsiteY44909"/>
              </a:cxn>
              <a:cxn ang="0">
                <a:pos x="connsiteX44910" y="connsiteY44910"/>
              </a:cxn>
              <a:cxn ang="0">
                <a:pos x="connsiteX44911" y="connsiteY44911"/>
              </a:cxn>
              <a:cxn ang="0">
                <a:pos x="connsiteX44912" y="connsiteY44912"/>
              </a:cxn>
              <a:cxn ang="0">
                <a:pos x="connsiteX44913" y="connsiteY44913"/>
              </a:cxn>
              <a:cxn ang="0">
                <a:pos x="connsiteX44914" y="connsiteY44914"/>
              </a:cxn>
              <a:cxn ang="0">
                <a:pos x="connsiteX44915" y="connsiteY44915"/>
              </a:cxn>
              <a:cxn ang="0">
                <a:pos x="connsiteX44916" y="connsiteY44916"/>
              </a:cxn>
              <a:cxn ang="0">
                <a:pos x="connsiteX44917" y="connsiteY44917"/>
              </a:cxn>
              <a:cxn ang="0">
                <a:pos x="connsiteX44918" y="connsiteY44918"/>
              </a:cxn>
              <a:cxn ang="0">
                <a:pos x="connsiteX44919" y="connsiteY44919"/>
              </a:cxn>
              <a:cxn ang="0">
                <a:pos x="connsiteX44920" y="connsiteY44920"/>
              </a:cxn>
              <a:cxn ang="0">
                <a:pos x="connsiteX44921" y="connsiteY44921"/>
              </a:cxn>
              <a:cxn ang="0">
                <a:pos x="connsiteX44922" y="connsiteY44922"/>
              </a:cxn>
              <a:cxn ang="0">
                <a:pos x="connsiteX44923" y="connsiteY44923"/>
              </a:cxn>
              <a:cxn ang="0">
                <a:pos x="connsiteX44924" y="connsiteY44924"/>
              </a:cxn>
              <a:cxn ang="0">
                <a:pos x="connsiteX44925" y="connsiteY44925"/>
              </a:cxn>
              <a:cxn ang="0">
                <a:pos x="connsiteX44926" y="connsiteY44926"/>
              </a:cxn>
              <a:cxn ang="0">
                <a:pos x="connsiteX44927" y="connsiteY44927"/>
              </a:cxn>
              <a:cxn ang="0">
                <a:pos x="connsiteX44928" y="connsiteY44928"/>
              </a:cxn>
              <a:cxn ang="0">
                <a:pos x="connsiteX44929" y="connsiteY44929"/>
              </a:cxn>
              <a:cxn ang="0">
                <a:pos x="connsiteX44930" y="connsiteY44930"/>
              </a:cxn>
              <a:cxn ang="0">
                <a:pos x="connsiteX44931" y="connsiteY44931"/>
              </a:cxn>
              <a:cxn ang="0">
                <a:pos x="connsiteX44932" y="connsiteY44932"/>
              </a:cxn>
              <a:cxn ang="0">
                <a:pos x="connsiteX44933" y="connsiteY44933"/>
              </a:cxn>
              <a:cxn ang="0">
                <a:pos x="connsiteX44934" y="connsiteY44934"/>
              </a:cxn>
              <a:cxn ang="0">
                <a:pos x="connsiteX44935" y="connsiteY44935"/>
              </a:cxn>
              <a:cxn ang="0">
                <a:pos x="connsiteX44936" y="connsiteY44936"/>
              </a:cxn>
              <a:cxn ang="0">
                <a:pos x="connsiteX44937" y="connsiteY44937"/>
              </a:cxn>
              <a:cxn ang="0">
                <a:pos x="connsiteX44938" y="connsiteY44938"/>
              </a:cxn>
              <a:cxn ang="0">
                <a:pos x="connsiteX44939" y="connsiteY44939"/>
              </a:cxn>
              <a:cxn ang="0">
                <a:pos x="connsiteX44940" y="connsiteY44940"/>
              </a:cxn>
              <a:cxn ang="0">
                <a:pos x="connsiteX44941" y="connsiteY44941"/>
              </a:cxn>
              <a:cxn ang="0">
                <a:pos x="connsiteX44942" y="connsiteY44942"/>
              </a:cxn>
              <a:cxn ang="0">
                <a:pos x="connsiteX44943" y="connsiteY44943"/>
              </a:cxn>
              <a:cxn ang="0">
                <a:pos x="connsiteX44944" y="connsiteY44944"/>
              </a:cxn>
              <a:cxn ang="0">
                <a:pos x="connsiteX44945" y="connsiteY44945"/>
              </a:cxn>
              <a:cxn ang="0">
                <a:pos x="connsiteX44946" y="connsiteY44946"/>
              </a:cxn>
              <a:cxn ang="0">
                <a:pos x="connsiteX44947" y="connsiteY44947"/>
              </a:cxn>
              <a:cxn ang="0">
                <a:pos x="connsiteX44948" y="connsiteY44948"/>
              </a:cxn>
              <a:cxn ang="0">
                <a:pos x="connsiteX44949" y="connsiteY44949"/>
              </a:cxn>
              <a:cxn ang="0">
                <a:pos x="connsiteX44950" y="connsiteY44950"/>
              </a:cxn>
              <a:cxn ang="0">
                <a:pos x="connsiteX44951" y="connsiteY44951"/>
              </a:cxn>
              <a:cxn ang="0">
                <a:pos x="connsiteX44952" y="connsiteY44952"/>
              </a:cxn>
              <a:cxn ang="0">
                <a:pos x="connsiteX44953" y="connsiteY44953"/>
              </a:cxn>
              <a:cxn ang="0">
                <a:pos x="connsiteX44954" y="connsiteY44954"/>
              </a:cxn>
              <a:cxn ang="0">
                <a:pos x="connsiteX44955" y="connsiteY44955"/>
              </a:cxn>
              <a:cxn ang="0">
                <a:pos x="connsiteX44956" y="connsiteY44956"/>
              </a:cxn>
              <a:cxn ang="0">
                <a:pos x="connsiteX44957" y="connsiteY44957"/>
              </a:cxn>
              <a:cxn ang="0">
                <a:pos x="connsiteX44958" y="connsiteY44958"/>
              </a:cxn>
              <a:cxn ang="0">
                <a:pos x="connsiteX44959" y="connsiteY44959"/>
              </a:cxn>
              <a:cxn ang="0">
                <a:pos x="connsiteX44960" y="connsiteY44960"/>
              </a:cxn>
              <a:cxn ang="0">
                <a:pos x="connsiteX44961" y="connsiteY44961"/>
              </a:cxn>
              <a:cxn ang="0">
                <a:pos x="connsiteX44962" y="connsiteY44962"/>
              </a:cxn>
              <a:cxn ang="0">
                <a:pos x="connsiteX44963" y="connsiteY44963"/>
              </a:cxn>
              <a:cxn ang="0">
                <a:pos x="connsiteX44964" y="connsiteY44964"/>
              </a:cxn>
              <a:cxn ang="0">
                <a:pos x="connsiteX44965" y="connsiteY44965"/>
              </a:cxn>
              <a:cxn ang="0">
                <a:pos x="connsiteX44966" y="connsiteY44966"/>
              </a:cxn>
              <a:cxn ang="0">
                <a:pos x="connsiteX44967" y="connsiteY44967"/>
              </a:cxn>
              <a:cxn ang="0">
                <a:pos x="connsiteX44968" y="connsiteY44968"/>
              </a:cxn>
              <a:cxn ang="0">
                <a:pos x="connsiteX44969" y="connsiteY44969"/>
              </a:cxn>
              <a:cxn ang="0">
                <a:pos x="connsiteX44970" y="connsiteY44970"/>
              </a:cxn>
              <a:cxn ang="0">
                <a:pos x="connsiteX44971" y="connsiteY44971"/>
              </a:cxn>
              <a:cxn ang="0">
                <a:pos x="connsiteX44972" y="connsiteY44972"/>
              </a:cxn>
              <a:cxn ang="0">
                <a:pos x="connsiteX44973" y="connsiteY44973"/>
              </a:cxn>
              <a:cxn ang="0">
                <a:pos x="connsiteX44974" y="connsiteY44974"/>
              </a:cxn>
              <a:cxn ang="0">
                <a:pos x="connsiteX44975" y="connsiteY44975"/>
              </a:cxn>
              <a:cxn ang="0">
                <a:pos x="connsiteX44976" y="connsiteY44976"/>
              </a:cxn>
              <a:cxn ang="0">
                <a:pos x="connsiteX44977" y="connsiteY44977"/>
              </a:cxn>
              <a:cxn ang="0">
                <a:pos x="connsiteX44978" y="connsiteY44978"/>
              </a:cxn>
              <a:cxn ang="0">
                <a:pos x="connsiteX44979" y="connsiteY44979"/>
              </a:cxn>
              <a:cxn ang="0">
                <a:pos x="connsiteX44980" y="connsiteY44980"/>
              </a:cxn>
              <a:cxn ang="0">
                <a:pos x="connsiteX44981" y="connsiteY44981"/>
              </a:cxn>
              <a:cxn ang="0">
                <a:pos x="connsiteX44982" y="connsiteY44982"/>
              </a:cxn>
              <a:cxn ang="0">
                <a:pos x="connsiteX44983" y="connsiteY44983"/>
              </a:cxn>
              <a:cxn ang="0">
                <a:pos x="connsiteX44984" y="connsiteY44984"/>
              </a:cxn>
              <a:cxn ang="0">
                <a:pos x="connsiteX44985" y="connsiteY44985"/>
              </a:cxn>
              <a:cxn ang="0">
                <a:pos x="connsiteX44986" y="connsiteY44986"/>
              </a:cxn>
              <a:cxn ang="0">
                <a:pos x="connsiteX44987" y="connsiteY44987"/>
              </a:cxn>
              <a:cxn ang="0">
                <a:pos x="connsiteX44988" y="connsiteY44988"/>
              </a:cxn>
              <a:cxn ang="0">
                <a:pos x="connsiteX44989" y="connsiteY44989"/>
              </a:cxn>
              <a:cxn ang="0">
                <a:pos x="connsiteX44990" y="connsiteY44990"/>
              </a:cxn>
              <a:cxn ang="0">
                <a:pos x="connsiteX44991" y="connsiteY44991"/>
              </a:cxn>
              <a:cxn ang="0">
                <a:pos x="connsiteX44992" y="connsiteY44992"/>
              </a:cxn>
              <a:cxn ang="0">
                <a:pos x="connsiteX44993" y="connsiteY44993"/>
              </a:cxn>
              <a:cxn ang="0">
                <a:pos x="connsiteX44994" y="connsiteY44994"/>
              </a:cxn>
              <a:cxn ang="0">
                <a:pos x="connsiteX44995" y="connsiteY44995"/>
              </a:cxn>
              <a:cxn ang="0">
                <a:pos x="connsiteX44996" y="connsiteY44996"/>
              </a:cxn>
              <a:cxn ang="0">
                <a:pos x="connsiteX44997" y="connsiteY44997"/>
              </a:cxn>
              <a:cxn ang="0">
                <a:pos x="connsiteX44998" y="connsiteY44998"/>
              </a:cxn>
              <a:cxn ang="0">
                <a:pos x="connsiteX44999" y="connsiteY44999"/>
              </a:cxn>
              <a:cxn ang="0">
                <a:pos x="connsiteX45000" y="connsiteY45000"/>
              </a:cxn>
              <a:cxn ang="0">
                <a:pos x="connsiteX45001" y="connsiteY45001"/>
              </a:cxn>
              <a:cxn ang="0">
                <a:pos x="connsiteX45002" y="connsiteY45002"/>
              </a:cxn>
              <a:cxn ang="0">
                <a:pos x="connsiteX45003" y="connsiteY45003"/>
              </a:cxn>
              <a:cxn ang="0">
                <a:pos x="connsiteX45004" y="connsiteY45004"/>
              </a:cxn>
              <a:cxn ang="0">
                <a:pos x="connsiteX45005" y="connsiteY45005"/>
              </a:cxn>
              <a:cxn ang="0">
                <a:pos x="connsiteX45006" y="connsiteY45006"/>
              </a:cxn>
              <a:cxn ang="0">
                <a:pos x="connsiteX45007" y="connsiteY45007"/>
              </a:cxn>
              <a:cxn ang="0">
                <a:pos x="connsiteX45008" y="connsiteY45008"/>
              </a:cxn>
              <a:cxn ang="0">
                <a:pos x="connsiteX45009" y="connsiteY45009"/>
              </a:cxn>
              <a:cxn ang="0">
                <a:pos x="connsiteX45010" y="connsiteY45010"/>
              </a:cxn>
              <a:cxn ang="0">
                <a:pos x="connsiteX45011" y="connsiteY45011"/>
              </a:cxn>
              <a:cxn ang="0">
                <a:pos x="connsiteX45012" y="connsiteY45012"/>
              </a:cxn>
              <a:cxn ang="0">
                <a:pos x="connsiteX45013" y="connsiteY45013"/>
              </a:cxn>
              <a:cxn ang="0">
                <a:pos x="connsiteX45014" y="connsiteY45014"/>
              </a:cxn>
              <a:cxn ang="0">
                <a:pos x="connsiteX45015" y="connsiteY45015"/>
              </a:cxn>
              <a:cxn ang="0">
                <a:pos x="connsiteX45016" y="connsiteY45016"/>
              </a:cxn>
              <a:cxn ang="0">
                <a:pos x="connsiteX45017" y="connsiteY45017"/>
              </a:cxn>
              <a:cxn ang="0">
                <a:pos x="connsiteX45018" y="connsiteY45018"/>
              </a:cxn>
              <a:cxn ang="0">
                <a:pos x="connsiteX45019" y="connsiteY45019"/>
              </a:cxn>
              <a:cxn ang="0">
                <a:pos x="connsiteX45020" y="connsiteY45020"/>
              </a:cxn>
              <a:cxn ang="0">
                <a:pos x="connsiteX45021" y="connsiteY45021"/>
              </a:cxn>
              <a:cxn ang="0">
                <a:pos x="connsiteX45022" y="connsiteY45022"/>
              </a:cxn>
              <a:cxn ang="0">
                <a:pos x="connsiteX45023" y="connsiteY45023"/>
              </a:cxn>
              <a:cxn ang="0">
                <a:pos x="connsiteX45024" y="connsiteY45024"/>
              </a:cxn>
              <a:cxn ang="0">
                <a:pos x="connsiteX45025" y="connsiteY45025"/>
              </a:cxn>
              <a:cxn ang="0">
                <a:pos x="connsiteX45026" y="connsiteY45026"/>
              </a:cxn>
              <a:cxn ang="0">
                <a:pos x="connsiteX45027" y="connsiteY45027"/>
              </a:cxn>
              <a:cxn ang="0">
                <a:pos x="connsiteX45028" y="connsiteY45028"/>
              </a:cxn>
              <a:cxn ang="0">
                <a:pos x="connsiteX45029" y="connsiteY45029"/>
              </a:cxn>
              <a:cxn ang="0">
                <a:pos x="connsiteX45030" y="connsiteY45030"/>
              </a:cxn>
              <a:cxn ang="0">
                <a:pos x="connsiteX45031" y="connsiteY45031"/>
              </a:cxn>
              <a:cxn ang="0">
                <a:pos x="connsiteX45032" y="connsiteY45032"/>
              </a:cxn>
              <a:cxn ang="0">
                <a:pos x="connsiteX45033" y="connsiteY45033"/>
              </a:cxn>
              <a:cxn ang="0">
                <a:pos x="connsiteX45034" y="connsiteY45034"/>
              </a:cxn>
              <a:cxn ang="0">
                <a:pos x="connsiteX45035" y="connsiteY45035"/>
              </a:cxn>
              <a:cxn ang="0">
                <a:pos x="connsiteX45036" y="connsiteY45036"/>
              </a:cxn>
              <a:cxn ang="0">
                <a:pos x="connsiteX45037" y="connsiteY45037"/>
              </a:cxn>
              <a:cxn ang="0">
                <a:pos x="connsiteX45038" y="connsiteY45038"/>
              </a:cxn>
              <a:cxn ang="0">
                <a:pos x="connsiteX45039" y="connsiteY45039"/>
              </a:cxn>
              <a:cxn ang="0">
                <a:pos x="connsiteX45040" y="connsiteY45040"/>
              </a:cxn>
              <a:cxn ang="0">
                <a:pos x="connsiteX45041" y="connsiteY45041"/>
              </a:cxn>
              <a:cxn ang="0">
                <a:pos x="connsiteX45042" y="connsiteY45042"/>
              </a:cxn>
              <a:cxn ang="0">
                <a:pos x="connsiteX45043" y="connsiteY45043"/>
              </a:cxn>
              <a:cxn ang="0">
                <a:pos x="connsiteX45044" y="connsiteY45044"/>
              </a:cxn>
              <a:cxn ang="0">
                <a:pos x="connsiteX45045" y="connsiteY45045"/>
              </a:cxn>
              <a:cxn ang="0">
                <a:pos x="connsiteX45046" y="connsiteY45046"/>
              </a:cxn>
              <a:cxn ang="0">
                <a:pos x="connsiteX45047" y="connsiteY45047"/>
              </a:cxn>
              <a:cxn ang="0">
                <a:pos x="connsiteX45048" y="connsiteY45048"/>
              </a:cxn>
              <a:cxn ang="0">
                <a:pos x="connsiteX45049" y="connsiteY45049"/>
              </a:cxn>
              <a:cxn ang="0">
                <a:pos x="connsiteX45050" y="connsiteY45050"/>
              </a:cxn>
              <a:cxn ang="0">
                <a:pos x="connsiteX45051" y="connsiteY45051"/>
              </a:cxn>
              <a:cxn ang="0">
                <a:pos x="connsiteX45052" y="connsiteY45052"/>
              </a:cxn>
              <a:cxn ang="0">
                <a:pos x="connsiteX45053" y="connsiteY45053"/>
              </a:cxn>
              <a:cxn ang="0">
                <a:pos x="connsiteX45054" y="connsiteY45054"/>
              </a:cxn>
              <a:cxn ang="0">
                <a:pos x="connsiteX45055" y="connsiteY45055"/>
              </a:cxn>
              <a:cxn ang="0">
                <a:pos x="connsiteX45056" y="connsiteY45056"/>
              </a:cxn>
              <a:cxn ang="0">
                <a:pos x="connsiteX45057" y="connsiteY45057"/>
              </a:cxn>
              <a:cxn ang="0">
                <a:pos x="connsiteX45058" y="connsiteY45058"/>
              </a:cxn>
              <a:cxn ang="0">
                <a:pos x="connsiteX45059" y="connsiteY45059"/>
              </a:cxn>
              <a:cxn ang="0">
                <a:pos x="connsiteX45060" y="connsiteY45060"/>
              </a:cxn>
              <a:cxn ang="0">
                <a:pos x="connsiteX45061" y="connsiteY45061"/>
              </a:cxn>
              <a:cxn ang="0">
                <a:pos x="connsiteX45062" y="connsiteY45062"/>
              </a:cxn>
              <a:cxn ang="0">
                <a:pos x="connsiteX45063" y="connsiteY45063"/>
              </a:cxn>
              <a:cxn ang="0">
                <a:pos x="connsiteX45064" y="connsiteY45064"/>
              </a:cxn>
              <a:cxn ang="0">
                <a:pos x="connsiteX45065" y="connsiteY45065"/>
              </a:cxn>
              <a:cxn ang="0">
                <a:pos x="connsiteX45066" y="connsiteY45066"/>
              </a:cxn>
              <a:cxn ang="0">
                <a:pos x="connsiteX45067" y="connsiteY45067"/>
              </a:cxn>
              <a:cxn ang="0">
                <a:pos x="connsiteX45068" y="connsiteY45068"/>
              </a:cxn>
              <a:cxn ang="0">
                <a:pos x="connsiteX45069" y="connsiteY45069"/>
              </a:cxn>
              <a:cxn ang="0">
                <a:pos x="connsiteX45070" y="connsiteY45070"/>
              </a:cxn>
              <a:cxn ang="0">
                <a:pos x="connsiteX45071" y="connsiteY45071"/>
              </a:cxn>
              <a:cxn ang="0">
                <a:pos x="connsiteX45072" y="connsiteY45072"/>
              </a:cxn>
              <a:cxn ang="0">
                <a:pos x="connsiteX45073" y="connsiteY45073"/>
              </a:cxn>
              <a:cxn ang="0">
                <a:pos x="connsiteX45074" y="connsiteY45074"/>
              </a:cxn>
              <a:cxn ang="0">
                <a:pos x="connsiteX45075" y="connsiteY45075"/>
              </a:cxn>
              <a:cxn ang="0">
                <a:pos x="connsiteX45076" y="connsiteY45076"/>
              </a:cxn>
              <a:cxn ang="0">
                <a:pos x="connsiteX45077" y="connsiteY45077"/>
              </a:cxn>
              <a:cxn ang="0">
                <a:pos x="connsiteX45078" y="connsiteY45078"/>
              </a:cxn>
              <a:cxn ang="0">
                <a:pos x="connsiteX45079" y="connsiteY45079"/>
              </a:cxn>
              <a:cxn ang="0">
                <a:pos x="connsiteX45080" y="connsiteY45080"/>
              </a:cxn>
              <a:cxn ang="0">
                <a:pos x="connsiteX45081" y="connsiteY45081"/>
              </a:cxn>
              <a:cxn ang="0">
                <a:pos x="connsiteX45082" y="connsiteY45082"/>
              </a:cxn>
              <a:cxn ang="0">
                <a:pos x="connsiteX45083" y="connsiteY45083"/>
              </a:cxn>
              <a:cxn ang="0">
                <a:pos x="connsiteX45084" y="connsiteY45084"/>
              </a:cxn>
              <a:cxn ang="0">
                <a:pos x="connsiteX45085" y="connsiteY45085"/>
              </a:cxn>
              <a:cxn ang="0">
                <a:pos x="connsiteX45086" y="connsiteY45086"/>
              </a:cxn>
              <a:cxn ang="0">
                <a:pos x="connsiteX45087" y="connsiteY45087"/>
              </a:cxn>
              <a:cxn ang="0">
                <a:pos x="connsiteX45088" y="connsiteY45088"/>
              </a:cxn>
              <a:cxn ang="0">
                <a:pos x="connsiteX45089" y="connsiteY45089"/>
              </a:cxn>
              <a:cxn ang="0">
                <a:pos x="connsiteX45090" y="connsiteY45090"/>
              </a:cxn>
              <a:cxn ang="0">
                <a:pos x="connsiteX45091" y="connsiteY45091"/>
              </a:cxn>
              <a:cxn ang="0">
                <a:pos x="connsiteX45092" y="connsiteY45092"/>
              </a:cxn>
              <a:cxn ang="0">
                <a:pos x="connsiteX45093" y="connsiteY45093"/>
              </a:cxn>
              <a:cxn ang="0">
                <a:pos x="connsiteX45094" y="connsiteY45094"/>
              </a:cxn>
              <a:cxn ang="0">
                <a:pos x="connsiteX45095" y="connsiteY45095"/>
              </a:cxn>
              <a:cxn ang="0">
                <a:pos x="connsiteX45096" y="connsiteY45096"/>
              </a:cxn>
              <a:cxn ang="0">
                <a:pos x="connsiteX45097" y="connsiteY45097"/>
              </a:cxn>
              <a:cxn ang="0">
                <a:pos x="connsiteX45098" y="connsiteY45098"/>
              </a:cxn>
              <a:cxn ang="0">
                <a:pos x="connsiteX45099" y="connsiteY45099"/>
              </a:cxn>
              <a:cxn ang="0">
                <a:pos x="connsiteX45100" y="connsiteY45100"/>
              </a:cxn>
              <a:cxn ang="0">
                <a:pos x="connsiteX45101" y="connsiteY45101"/>
              </a:cxn>
              <a:cxn ang="0">
                <a:pos x="connsiteX45102" y="connsiteY45102"/>
              </a:cxn>
              <a:cxn ang="0">
                <a:pos x="connsiteX45103" y="connsiteY45103"/>
              </a:cxn>
              <a:cxn ang="0">
                <a:pos x="connsiteX45104" y="connsiteY45104"/>
              </a:cxn>
              <a:cxn ang="0">
                <a:pos x="connsiteX45105" y="connsiteY45105"/>
              </a:cxn>
              <a:cxn ang="0">
                <a:pos x="connsiteX45106" y="connsiteY45106"/>
              </a:cxn>
              <a:cxn ang="0">
                <a:pos x="connsiteX45107" y="connsiteY45107"/>
              </a:cxn>
              <a:cxn ang="0">
                <a:pos x="connsiteX45108" y="connsiteY45108"/>
              </a:cxn>
              <a:cxn ang="0">
                <a:pos x="connsiteX45109" y="connsiteY45109"/>
              </a:cxn>
              <a:cxn ang="0">
                <a:pos x="connsiteX45110" y="connsiteY45110"/>
              </a:cxn>
              <a:cxn ang="0">
                <a:pos x="connsiteX45111" y="connsiteY45111"/>
              </a:cxn>
              <a:cxn ang="0">
                <a:pos x="connsiteX45112" y="connsiteY45112"/>
              </a:cxn>
              <a:cxn ang="0">
                <a:pos x="connsiteX45113" y="connsiteY45113"/>
              </a:cxn>
              <a:cxn ang="0">
                <a:pos x="connsiteX45114" y="connsiteY45114"/>
              </a:cxn>
              <a:cxn ang="0">
                <a:pos x="connsiteX45115" y="connsiteY45115"/>
              </a:cxn>
              <a:cxn ang="0">
                <a:pos x="connsiteX45116" y="connsiteY45116"/>
              </a:cxn>
              <a:cxn ang="0">
                <a:pos x="connsiteX45117" y="connsiteY45117"/>
              </a:cxn>
              <a:cxn ang="0">
                <a:pos x="connsiteX45118" y="connsiteY45118"/>
              </a:cxn>
              <a:cxn ang="0">
                <a:pos x="connsiteX45119" y="connsiteY45119"/>
              </a:cxn>
              <a:cxn ang="0">
                <a:pos x="connsiteX45120" y="connsiteY45120"/>
              </a:cxn>
              <a:cxn ang="0">
                <a:pos x="connsiteX45121" y="connsiteY45121"/>
              </a:cxn>
              <a:cxn ang="0">
                <a:pos x="connsiteX45122" y="connsiteY45122"/>
              </a:cxn>
              <a:cxn ang="0">
                <a:pos x="connsiteX45123" y="connsiteY45123"/>
              </a:cxn>
              <a:cxn ang="0">
                <a:pos x="connsiteX45124" y="connsiteY45124"/>
              </a:cxn>
              <a:cxn ang="0">
                <a:pos x="connsiteX45125" y="connsiteY45125"/>
              </a:cxn>
              <a:cxn ang="0">
                <a:pos x="connsiteX45126" y="connsiteY45126"/>
              </a:cxn>
              <a:cxn ang="0">
                <a:pos x="connsiteX45127" y="connsiteY45127"/>
              </a:cxn>
              <a:cxn ang="0">
                <a:pos x="connsiteX45128" y="connsiteY45128"/>
              </a:cxn>
              <a:cxn ang="0">
                <a:pos x="connsiteX45129" y="connsiteY45129"/>
              </a:cxn>
              <a:cxn ang="0">
                <a:pos x="connsiteX45130" y="connsiteY45130"/>
              </a:cxn>
              <a:cxn ang="0">
                <a:pos x="connsiteX45131" y="connsiteY45131"/>
              </a:cxn>
              <a:cxn ang="0">
                <a:pos x="connsiteX45132" y="connsiteY45132"/>
              </a:cxn>
              <a:cxn ang="0">
                <a:pos x="connsiteX45133" y="connsiteY45133"/>
              </a:cxn>
              <a:cxn ang="0">
                <a:pos x="connsiteX45134" y="connsiteY45134"/>
              </a:cxn>
              <a:cxn ang="0">
                <a:pos x="connsiteX45135" y="connsiteY45135"/>
              </a:cxn>
              <a:cxn ang="0">
                <a:pos x="connsiteX45136" y="connsiteY45136"/>
              </a:cxn>
              <a:cxn ang="0">
                <a:pos x="connsiteX45137" y="connsiteY45137"/>
              </a:cxn>
              <a:cxn ang="0">
                <a:pos x="connsiteX45138" y="connsiteY45138"/>
              </a:cxn>
              <a:cxn ang="0">
                <a:pos x="connsiteX45139" y="connsiteY45139"/>
              </a:cxn>
              <a:cxn ang="0">
                <a:pos x="connsiteX45140" y="connsiteY45140"/>
              </a:cxn>
              <a:cxn ang="0">
                <a:pos x="connsiteX45141" y="connsiteY45141"/>
              </a:cxn>
              <a:cxn ang="0">
                <a:pos x="connsiteX45142" y="connsiteY45142"/>
              </a:cxn>
              <a:cxn ang="0">
                <a:pos x="connsiteX45143" y="connsiteY45143"/>
              </a:cxn>
              <a:cxn ang="0">
                <a:pos x="connsiteX45144" y="connsiteY45144"/>
              </a:cxn>
              <a:cxn ang="0">
                <a:pos x="connsiteX45145" y="connsiteY45145"/>
              </a:cxn>
              <a:cxn ang="0">
                <a:pos x="connsiteX45146" y="connsiteY45146"/>
              </a:cxn>
              <a:cxn ang="0">
                <a:pos x="connsiteX45147" y="connsiteY45147"/>
              </a:cxn>
              <a:cxn ang="0">
                <a:pos x="connsiteX45148" y="connsiteY45148"/>
              </a:cxn>
              <a:cxn ang="0">
                <a:pos x="connsiteX45149" y="connsiteY45149"/>
              </a:cxn>
              <a:cxn ang="0">
                <a:pos x="connsiteX45150" y="connsiteY45150"/>
              </a:cxn>
              <a:cxn ang="0">
                <a:pos x="connsiteX45151" y="connsiteY45151"/>
              </a:cxn>
              <a:cxn ang="0">
                <a:pos x="connsiteX45152" y="connsiteY45152"/>
              </a:cxn>
              <a:cxn ang="0">
                <a:pos x="connsiteX45153" y="connsiteY45153"/>
              </a:cxn>
              <a:cxn ang="0">
                <a:pos x="connsiteX45154" y="connsiteY45154"/>
              </a:cxn>
              <a:cxn ang="0">
                <a:pos x="connsiteX45155" y="connsiteY45155"/>
              </a:cxn>
              <a:cxn ang="0">
                <a:pos x="connsiteX45156" y="connsiteY45156"/>
              </a:cxn>
              <a:cxn ang="0">
                <a:pos x="connsiteX45157" y="connsiteY45157"/>
              </a:cxn>
              <a:cxn ang="0">
                <a:pos x="connsiteX45158" y="connsiteY45158"/>
              </a:cxn>
              <a:cxn ang="0">
                <a:pos x="connsiteX45159" y="connsiteY45159"/>
              </a:cxn>
              <a:cxn ang="0">
                <a:pos x="connsiteX45160" y="connsiteY45160"/>
              </a:cxn>
              <a:cxn ang="0">
                <a:pos x="connsiteX45161" y="connsiteY45161"/>
              </a:cxn>
              <a:cxn ang="0">
                <a:pos x="connsiteX45162" y="connsiteY45162"/>
              </a:cxn>
              <a:cxn ang="0">
                <a:pos x="connsiteX45163" y="connsiteY45163"/>
              </a:cxn>
              <a:cxn ang="0">
                <a:pos x="connsiteX45164" y="connsiteY45164"/>
              </a:cxn>
              <a:cxn ang="0">
                <a:pos x="connsiteX45165" y="connsiteY45165"/>
              </a:cxn>
              <a:cxn ang="0">
                <a:pos x="connsiteX45166" y="connsiteY45166"/>
              </a:cxn>
              <a:cxn ang="0">
                <a:pos x="connsiteX45167" y="connsiteY45167"/>
              </a:cxn>
              <a:cxn ang="0">
                <a:pos x="connsiteX45168" y="connsiteY45168"/>
              </a:cxn>
              <a:cxn ang="0">
                <a:pos x="connsiteX45169" y="connsiteY45169"/>
              </a:cxn>
              <a:cxn ang="0">
                <a:pos x="connsiteX45170" y="connsiteY45170"/>
              </a:cxn>
              <a:cxn ang="0">
                <a:pos x="connsiteX45171" y="connsiteY45171"/>
              </a:cxn>
              <a:cxn ang="0">
                <a:pos x="connsiteX45172" y="connsiteY45172"/>
              </a:cxn>
              <a:cxn ang="0">
                <a:pos x="connsiteX45173" y="connsiteY45173"/>
              </a:cxn>
              <a:cxn ang="0">
                <a:pos x="connsiteX45174" y="connsiteY45174"/>
              </a:cxn>
              <a:cxn ang="0">
                <a:pos x="connsiteX45175" y="connsiteY45175"/>
              </a:cxn>
              <a:cxn ang="0">
                <a:pos x="connsiteX45176" y="connsiteY45176"/>
              </a:cxn>
              <a:cxn ang="0">
                <a:pos x="connsiteX45177" y="connsiteY45177"/>
              </a:cxn>
              <a:cxn ang="0">
                <a:pos x="connsiteX45178" y="connsiteY45178"/>
              </a:cxn>
              <a:cxn ang="0">
                <a:pos x="connsiteX45179" y="connsiteY45179"/>
              </a:cxn>
              <a:cxn ang="0">
                <a:pos x="connsiteX45180" y="connsiteY45180"/>
              </a:cxn>
              <a:cxn ang="0">
                <a:pos x="connsiteX45181" y="connsiteY45181"/>
              </a:cxn>
              <a:cxn ang="0">
                <a:pos x="connsiteX45182" y="connsiteY45182"/>
              </a:cxn>
              <a:cxn ang="0">
                <a:pos x="connsiteX45183" y="connsiteY45183"/>
              </a:cxn>
              <a:cxn ang="0">
                <a:pos x="connsiteX45184" y="connsiteY45184"/>
              </a:cxn>
              <a:cxn ang="0">
                <a:pos x="connsiteX45185" y="connsiteY45185"/>
              </a:cxn>
              <a:cxn ang="0">
                <a:pos x="connsiteX45186" y="connsiteY45186"/>
              </a:cxn>
              <a:cxn ang="0">
                <a:pos x="connsiteX45187" y="connsiteY45187"/>
              </a:cxn>
              <a:cxn ang="0">
                <a:pos x="connsiteX45188" y="connsiteY45188"/>
              </a:cxn>
              <a:cxn ang="0">
                <a:pos x="connsiteX45189" y="connsiteY45189"/>
              </a:cxn>
              <a:cxn ang="0">
                <a:pos x="connsiteX45190" y="connsiteY45190"/>
              </a:cxn>
              <a:cxn ang="0">
                <a:pos x="connsiteX45191" y="connsiteY45191"/>
              </a:cxn>
              <a:cxn ang="0">
                <a:pos x="connsiteX45192" y="connsiteY45192"/>
              </a:cxn>
              <a:cxn ang="0">
                <a:pos x="connsiteX45193" y="connsiteY45193"/>
              </a:cxn>
              <a:cxn ang="0">
                <a:pos x="connsiteX45194" y="connsiteY45194"/>
              </a:cxn>
              <a:cxn ang="0">
                <a:pos x="connsiteX45195" y="connsiteY45195"/>
              </a:cxn>
              <a:cxn ang="0">
                <a:pos x="connsiteX45196" y="connsiteY45196"/>
              </a:cxn>
              <a:cxn ang="0">
                <a:pos x="connsiteX45197" y="connsiteY45197"/>
              </a:cxn>
              <a:cxn ang="0">
                <a:pos x="connsiteX45198" y="connsiteY45198"/>
              </a:cxn>
              <a:cxn ang="0">
                <a:pos x="connsiteX45199" y="connsiteY45199"/>
              </a:cxn>
              <a:cxn ang="0">
                <a:pos x="connsiteX45200" y="connsiteY45200"/>
              </a:cxn>
              <a:cxn ang="0">
                <a:pos x="connsiteX45201" y="connsiteY45201"/>
              </a:cxn>
              <a:cxn ang="0">
                <a:pos x="connsiteX45202" y="connsiteY45202"/>
              </a:cxn>
              <a:cxn ang="0">
                <a:pos x="connsiteX45203" y="connsiteY45203"/>
              </a:cxn>
              <a:cxn ang="0">
                <a:pos x="connsiteX45204" y="connsiteY45204"/>
              </a:cxn>
              <a:cxn ang="0">
                <a:pos x="connsiteX45205" y="connsiteY45205"/>
              </a:cxn>
              <a:cxn ang="0">
                <a:pos x="connsiteX45206" y="connsiteY45206"/>
              </a:cxn>
              <a:cxn ang="0">
                <a:pos x="connsiteX45207" y="connsiteY45207"/>
              </a:cxn>
              <a:cxn ang="0">
                <a:pos x="connsiteX45208" y="connsiteY45208"/>
              </a:cxn>
              <a:cxn ang="0">
                <a:pos x="connsiteX45209" y="connsiteY45209"/>
              </a:cxn>
              <a:cxn ang="0">
                <a:pos x="connsiteX45210" y="connsiteY45210"/>
              </a:cxn>
              <a:cxn ang="0">
                <a:pos x="connsiteX45211" y="connsiteY45211"/>
              </a:cxn>
              <a:cxn ang="0">
                <a:pos x="connsiteX45212" y="connsiteY45212"/>
              </a:cxn>
              <a:cxn ang="0">
                <a:pos x="connsiteX45213" y="connsiteY45213"/>
              </a:cxn>
              <a:cxn ang="0">
                <a:pos x="connsiteX45214" y="connsiteY45214"/>
              </a:cxn>
              <a:cxn ang="0">
                <a:pos x="connsiteX45215" y="connsiteY45215"/>
              </a:cxn>
              <a:cxn ang="0">
                <a:pos x="connsiteX45216" y="connsiteY45216"/>
              </a:cxn>
              <a:cxn ang="0">
                <a:pos x="connsiteX45217" y="connsiteY45217"/>
              </a:cxn>
              <a:cxn ang="0">
                <a:pos x="connsiteX45218" y="connsiteY45218"/>
              </a:cxn>
              <a:cxn ang="0">
                <a:pos x="connsiteX45219" y="connsiteY45219"/>
              </a:cxn>
              <a:cxn ang="0">
                <a:pos x="connsiteX45220" y="connsiteY45220"/>
              </a:cxn>
              <a:cxn ang="0">
                <a:pos x="connsiteX45221" y="connsiteY45221"/>
              </a:cxn>
              <a:cxn ang="0">
                <a:pos x="connsiteX45222" y="connsiteY45222"/>
              </a:cxn>
              <a:cxn ang="0">
                <a:pos x="connsiteX45223" y="connsiteY45223"/>
              </a:cxn>
              <a:cxn ang="0">
                <a:pos x="connsiteX45224" y="connsiteY45224"/>
              </a:cxn>
              <a:cxn ang="0">
                <a:pos x="connsiteX45225" y="connsiteY45225"/>
              </a:cxn>
              <a:cxn ang="0">
                <a:pos x="connsiteX45226" y="connsiteY45226"/>
              </a:cxn>
              <a:cxn ang="0">
                <a:pos x="connsiteX45227" y="connsiteY45227"/>
              </a:cxn>
              <a:cxn ang="0">
                <a:pos x="connsiteX45228" y="connsiteY45228"/>
              </a:cxn>
              <a:cxn ang="0">
                <a:pos x="connsiteX45229" y="connsiteY45229"/>
              </a:cxn>
              <a:cxn ang="0">
                <a:pos x="connsiteX45230" y="connsiteY45230"/>
              </a:cxn>
              <a:cxn ang="0">
                <a:pos x="connsiteX45231" y="connsiteY45231"/>
              </a:cxn>
              <a:cxn ang="0">
                <a:pos x="connsiteX45232" y="connsiteY45232"/>
              </a:cxn>
              <a:cxn ang="0">
                <a:pos x="connsiteX45233" y="connsiteY45233"/>
              </a:cxn>
              <a:cxn ang="0">
                <a:pos x="connsiteX45234" y="connsiteY45234"/>
              </a:cxn>
              <a:cxn ang="0">
                <a:pos x="connsiteX45235" y="connsiteY45235"/>
              </a:cxn>
              <a:cxn ang="0">
                <a:pos x="connsiteX45236" y="connsiteY45236"/>
              </a:cxn>
              <a:cxn ang="0">
                <a:pos x="connsiteX45237" y="connsiteY45237"/>
              </a:cxn>
              <a:cxn ang="0">
                <a:pos x="connsiteX45238" y="connsiteY45238"/>
              </a:cxn>
              <a:cxn ang="0">
                <a:pos x="connsiteX45239" y="connsiteY45239"/>
              </a:cxn>
              <a:cxn ang="0">
                <a:pos x="connsiteX45240" y="connsiteY45240"/>
              </a:cxn>
              <a:cxn ang="0">
                <a:pos x="connsiteX45241" y="connsiteY45241"/>
              </a:cxn>
              <a:cxn ang="0">
                <a:pos x="connsiteX45242" y="connsiteY45242"/>
              </a:cxn>
              <a:cxn ang="0">
                <a:pos x="connsiteX45243" y="connsiteY45243"/>
              </a:cxn>
              <a:cxn ang="0">
                <a:pos x="connsiteX45244" y="connsiteY45244"/>
              </a:cxn>
              <a:cxn ang="0">
                <a:pos x="connsiteX45245" y="connsiteY45245"/>
              </a:cxn>
              <a:cxn ang="0">
                <a:pos x="connsiteX45246" y="connsiteY45246"/>
              </a:cxn>
              <a:cxn ang="0">
                <a:pos x="connsiteX45247" y="connsiteY45247"/>
              </a:cxn>
              <a:cxn ang="0">
                <a:pos x="connsiteX45248" y="connsiteY45248"/>
              </a:cxn>
              <a:cxn ang="0">
                <a:pos x="connsiteX45249" y="connsiteY45249"/>
              </a:cxn>
              <a:cxn ang="0">
                <a:pos x="connsiteX45250" y="connsiteY45250"/>
              </a:cxn>
              <a:cxn ang="0">
                <a:pos x="connsiteX45251" y="connsiteY45251"/>
              </a:cxn>
              <a:cxn ang="0">
                <a:pos x="connsiteX45252" y="connsiteY45252"/>
              </a:cxn>
              <a:cxn ang="0">
                <a:pos x="connsiteX45253" y="connsiteY45253"/>
              </a:cxn>
              <a:cxn ang="0">
                <a:pos x="connsiteX45254" y="connsiteY45254"/>
              </a:cxn>
              <a:cxn ang="0">
                <a:pos x="connsiteX45255" y="connsiteY45255"/>
              </a:cxn>
              <a:cxn ang="0">
                <a:pos x="connsiteX45256" y="connsiteY45256"/>
              </a:cxn>
              <a:cxn ang="0">
                <a:pos x="connsiteX45257" y="connsiteY45257"/>
              </a:cxn>
              <a:cxn ang="0">
                <a:pos x="connsiteX45258" y="connsiteY45258"/>
              </a:cxn>
              <a:cxn ang="0">
                <a:pos x="connsiteX45259" y="connsiteY45259"/>
              </a:cxn>
              <a:cxn ang="0">
                <a:pos x="connsiteX45260" y="connsiteY45260"/>
              </a:cxn>
              <a:cxn ang="0">
                <a:pos x="connsiteX45261" y="connsiteY45261"/>
              </a:cxn>
              <a:cxn ang="0">
                <a:pos x="connsiteX45262" y="connsiteY45262"/>
              </a:cxn>
              <a:cxn ang="0">
                <a:pos x="connsiteX45263" y="connsiteY45263"/>
              </a:cxn>
              <a:cxn ang="0">
                <a:pos x="connsiteX45264" y="connsiteY45264"/>
              </a:cxn>
              <a:cxn ang="0">
                <a:pos x="connsiteX45265" y="connsiteY45265"/>
              </a:cxn>
              <a:cxn ang="0">
                <a:pos x="connsiteX45266" y="connsiteY45266"/>
              </a:cxn>
              <a:cxn ang="0">
                <a:pos x="connsiteX45267" y="connsiteY45267"/>
              </a:cxn>
              <a:cxn ang="0">
                <a:pos x="connsiteX45268" y="connsiteY45268"/>
              </a:cxn>
              <a:cxn ang="0">
                <a:pos x="connsiteX45269" y="connsiteY45269"/>
              </a:cxn>
              <a:cxn ang="0">
                <a:pos x="connsiteX45270" y="connsiteY45270"/>
              </a:cxn>
              <a:cxn ang="0">
                <a:pos x="connsiteX45271" y="connsiteY45271"/>
              </a:cxn>
              <a:cxn ang="0">
                <a:pos x="connsiteX45272" y="connsiteY45272"/>
              </a:cxn>
              <a:cxn ang="0">
                <a:pos x="connsiteX45273" y="connsiteY45273"/>
              </a:cxn>
              <a:cxn ang="0">
                <a:pos x="connsiteX45274" y="connsiteY45274"/>
              </a:cxn>
              <a:cxn ang="0">
                <a:pos x="connsiteX45275" y="connsiteY45275"/>
              </a:cxn>
              <a:cxn ang="0">
                <a:pos x="connsiteX45276" y="connsiteY45276"/>
              </a:cxn>
              <a:cxn ang="0">
                <a:pos x="connsiteX45277" y="connsiteY45277"/>
              </a:cxn>
              <a:cxn ang="0">
                <a:pos x="connsiteX45278" y="connsiteY45278"/>
              </a:cxn>
              <a:cxn ang="0">
                <a:pos x="connsiteX45279" y="connsiteY45279"/>
              </a:cxn>
              <a:cxn ang="0">
                <a:pos x="connsiteX45280" y="connsiteY45280"/>
              </a:cxn>
              <a:cxn ang="0">
                <a:pos x="connsiteX45281" y="connsiteY45281"/>
              </a:cxn>
              <a:cxn ang="0">
                <a:pos x="connsiteX45282" y="connsiteY45282"/>
              </a:cxn>
              <a:cxn ang="0">
                <a:pos x="connsiteX45283" y="connsiteY45283"/>
              </a:cxn>
              <a:cxn ang="0">
                <a:pos x="connsiteX45284" y="connsiteY45284"/>
              </a:cxn>
              <a:cxn ang="0">
                <a:pos x="connsiteX45285" y="connsiteY45285"/>
              </a:cxn>
              <a:cxn ang="0">
                <a:pos x="connsiteX45286" y="connsiteY45286"/>
              </a:cxn>
              <a:cxn ang="0">
                <a:pos x="connsiteX45287" y="connsiteY45287"/>
              </a:cxn>
              <a:cxn ang="0">
                <a:pos x="connsiteX45288" y="connsiteY45288"/>
              </a:cxn>
              <a:cxn ang="0">
                <a:pos x="connsiteX45289" y="connsiteY45289"/>
              </a:cxn>
              <a:cxn ang="0">
                <a:pos x="connsiteX45290" y="connsiteY45290"/>
              </a:cxn>
              <a:cxn ang="0">
                <a:pos x="connsiteX45291" y="connsiteY45291"/>
              </a:cxn>
              <a:cxn ang="0">
                <a:pos x="connsiteX45292" y="connsiteY45292"/>
              </a:cxn>
              <a:cxn ang="0">
                <a:pos x="connsiteX45293" y="connsiteY45293"/>
              </a:cxn>
              <a:cxn ang="0">
                <a:pos x="connsiteX45294" y="connsiteY45294"/>
              </a:cxn>
              <a:cxn ang="0">
                <a:pos x="connsiteX45295" y="connsiteY45295"/>
              </a:cxn>
              <a:cxn ang="0">
                <a:pos x="connsiteX45296" y="connsiteY45296"/>
              </a:cxn>
              <a:cxn ang="0">
                <a:pos x="connsiteX45297" y="connsiteY45297"/>
              </a:cxn>
              <a:cxn ang="0">
                <a:pos x="connsiteX45298" y="connsiteY45298"/>
              </a:cxn>
              <a:cxn ang="0">
                <a:pos x="connsiteX45299" y="connsiteY45299"/>
              </a:cxn>
              <a:cxn ang="0">
                <a:pos x="connsiteX45300" y="connsiteY45300"/>
              </a:cxn>
              <a:cxn ang="0">
                <a:pos x="connsiteX45301" y="connsiteY45301"/>
              </a:cxn>
              <a:cxn ang="0">
                <a:pos x="connsiteX45302" y="connsiteY45302"/>
              </a:cxn>
              <a:cxn ang="0">
                <a:pos x="connsiteX45303" y="connsiteY45303"/>
              </a:cxn>
              <a:cxn ang="0">
                <a:pos x="connsiteX45304" y="connsiteY45304"/>
              </a:cxn>
              <a:cxn ang="0">
                <a:pos x="connsiteX45305" y="connsiteY45305"/>
              </a:cxn>
              <a:cxn ang="0">
                <a:pos x="connsiteX45306" y="connsiteY45306"/>
              </a:cxn>
              <a:cxn ang="0">
                <a:pos x="connsiteX45307" y="connsiteY45307"/>
              </a:cxn>
              <a:cxn ang="0">
                <a:pos x="connsiteX45308" y="connsiteY45308"/>
              </a:cxn>
              <a:cxn ang="0">
                <a:pos x="connsiteX45309" y="connsiteY45309"/>
              </a:cxn>
              <a:cxn ang="0">
                <a:pos x="connsiteX45310" y="connsiteY45310"/>
              </a:cxn>
              <a:cxn ang="0">
                <a:pos x="connsiteX45311" y="connsiteY45311"/>
              </a:cxn>
              <a:cxn ang="0">
                <a:pos x="connsiteX45312" y="connsiteY45312"/>
              </a:cxn>
              <a:cxn ang="0">
                <a:pos x="connsiteX45313" y="connsiteY45313"/>
              </a:cxn>
              <a:cxn ang="0">
                <a:pos x="connsiteX45314" y="connsiteY45314"/>
              </a:cxn>
              <a:cxn ang="0">
                <a:pos x="connsiteX45315" y="connsiteY45315"/>
              </a:cxn>
              <a:cxn ang="0">
                <a:pos x="connsiteX45316" y="connsiteY45316"/>
              </a:cxn>
              <a:cxn ang="0">
                <a:pos x="connsiteX45317" y="connsiteY45317"/>
              </a:cxn>
              <a:cxn ang="0">
                <a:pos x="connsiteX45318" y="connsiteY45318"/>
              </a:cxn>
              <a:cxn ang="0">
                <a:pos x="connsiteX45319" y="connsiteY45319"/>
              </a:cxn>
              <a:cxn ang="0">
                <a:pos x="connsiteX45320" y="connsiteY45320"/>
              </a:cxn>
              <a:cxn ang="0">
                <a:pos x="connsiteX45321" y="connsiteY45321"/>
              </a:cxn>
              <a:cxn ang="0">
                <a:pos x="connsiteX45322" y="connsiteY45322"/>
              </a:cxn>
              <a:cxn ang="0">
                <a:pos x="connsiteX45323" y="connsiteY45323"/>
              </a:cxn>
              <a:cxn ang="0">
                <a:pos x="connsiteX45324" y="connsiteY45324"/>
              </a:cxn>
              <a:cxn ang="0">
                <a:pos x="connsiteX45325" y="connsiteY45325"/>
              </a:cxn>
              <a:cxn ang="0">
                <a:pos x="connsiteX45326" y="connsiteY45326"/>
              </a:cxn>
              <a:cxn ang="0">
                <a:pos x="connsiteX45327" y="connsiteY45327"/>
              </a:cxn>
              <a:cxn ang="0">
                <a:pos x="connsiteX45328" y="connsiteY45328"/>
              </a:cxn>
              <a:cxn ang="0">
                <a:pos x="connsiteX45329" y="connsiteY45329"/>
              </a:cxn>
              <a:cxn ang="0">
                <a:pos x="connsiteX45330" y="connsiteY45330"/>
              </a:cxn>
              <a:cxn ang="0">
                <a:pos x="connsiteX45331" y="connsiteY45331"/>
              </a:cxn>
              <a:cxn ang="0">
                <a:pos x="connsiteX45332" y="connsiteY45332"/>
              </a:cxn>
              <a:cxn ang="0">
                <a:pos x="connsiteX45333" y="connsiteY45333"/>
              </a:cxn>
              <a:cxn ang="0">
                <a:pos x="connsiteX45334" y="connsiteY45334"/>
              </a:cxn>
              <a:cxn ang="0">
                <a:pos x="connsiteX45335" y="connsiteY45335"/>
              </a:cxn>
              <a:cxn ang="0">
                <a:pos x="connsiteX45336" y="connsiteY45336"/>
              </a:cxn>
              <a:cxn ang="0">
                <a:pos x="connsiteX45337" y="connsiteY45337"/>
              </a:cxn>
              <a:cxn ang="0">
                <a:pos x="connsiteX45338" y="connsiteY45338"/>
              </a:cxn>
              <a:cxn ang="0">
                <a:pos x="connsiteX45339" y="connsiteY45339"/>
              </a:cxn>
              <a:cxn ang="0">
                <a:pos x="connsiteX45340" y="connsiteY45340"/>
              </a:cxn>
              <a:cxn ang="0">
                <a:pos x="connsiteX45341" y="connsiteY45341"/>
              </a:cxn>
              <a:cxn ang="0">
                <a:pos x="connsiteX45342" y="connsiteY45342"/>
              </a:cxn>
              <a:cxn ang="0">
                <a:pos x="connsiteX45343" y="connsiteY45343"/>
              </a:cxn>
              <a:cxn ang="0">
                <a:pos x="connsiteX45344" y="connsiteY45344"/>
              </a:cxn>
              <a:cxn ang="0">
                <a:pos x="connsiteX45345" y="connsiteY45345"/>
              </a:cxn>
              <a:cxn ang="0">
                <a:pos x="connsiteX45346" y="connsiteY45346"/>
              </a:cxn>
              <a:cxn ang="0">
                <a:pos x="connsiteX45347" y="connsiteY45347"/>
              </a:cxn>
              <a:cxn ang="0">
                <a:pos x="connsiteX45348" y="connsiteY45348"/>
              </a:cxn>
              <a:cxn ang="0">
                <a:pos x="connsiteX45349" y="connsiteY45349"/>
              </a:cxn>
              <a:cxn ang="0">
                <a:pos x="connsiteX45350" y="connsiteY45350"/>
              </a:cxn>
              <a:cxn ang="0">
                <a:pos x="connsiteX45351" y="connsiteY45351"/>
              </a:cxn>
              <a:cxn ang="0">
                <a:pos x="connsiteX45352" y="connsiteY45352"/>
              </a:cxn>
              <a:cxn ang="0">
                <a:pos x="connsiteX45353" y="connsiteY45353"/>
              </a:cxn>
              <a:cxn ang="0">
                <a:pos x="connsiteX45354" y="connsiteY45354"/>
              </a:cxn>
              <a:cxn ang="0">
                <a:pos x="connsiteX45355" y="connsiteY45355"/>
              </a:cxn>
              <a:cxn ang="0">
                <a:pos x="connsiteX45356" y="connsiteY45356"/>
              </a:cxn>
              <a:cxn ang="0">
                <a:pos x="connsiteX45357" y="connsiteY45357"/>
              </a:cxn>
              <a:cxn ang="0">
                <a:pos x="connsiteX45358" y="connsiteY45358"/>
              </a:cxn>
              <a:cxn ang="0">
                <a:pos x="connsiteX45359" y="connsiteY45359"/>
              </a:cxn>
              <a:cxn ang="0">
                <a:pos x="connsiteX45360" y="connsiteY45360"/>
              </a:cxn>
              <a:cxn ang="0">
                <a:pos x="connsiteX45361" y="connsiteY45361"/>
              </a:cxn>
              <a:cxn ang="0">
                <a:pos x="connsiteX45362" y="connsiteY45362"/>
              </a:cxn>
              <a:cxn ang="0">
                <a:pos x="connsiteX45363" y="connsiteY45363"/>
              </a:cxn>
              <a:cxn ang="0">
                <a:pos x="connsiteX45364" y="connsiteY45364"/>
              </a:cxn>
              <a:cxn ang="0">
                <a:pos x="connsiteX45365" y="connsiteY45365"/>
              </a:cxn>
              <a:cxn ang="0">
                <a:pos x="connsiteX45366" y="connsiteY45366"/>
              </a:cxn>
              <a:cxn ang="0">
                <a:pos x="connsiteX45367" y="connsiteY45367"/>
              </a:cxn>
              <a:cxn ang="0">
                <a:pos x="connsiteX45368" y="connsiteY45368"/>
              </a:cxn>
              <a:cxn ang="0">
                <a:pos x="connsiteX45369" y="connsiteY45369"/>
              </a:cxn>
              <a:cxn ang="0">
                <a:pos x="connsiteX45370" y="connsiteY45370"/>
              </a:cxn>
              <a:cxn ang="0">
                <a:pos x="connsiteX45371" y="connsiteY45371"/>
              </a:cxn>
              <a:cxn ang="0">
                <a:pos x="connsiteX45372" y="connsiteY45372"/>
              </a:cxn>
              <a:cxn ang="0">
                <a:pos x="connsiteX45373" y="connsiteY45373"/>
              </a:cxn>
              <a:cxn ang="0">
                <a:pos x="connsiteX45374" y="connsiteY45374"/>
              </a:cxn>
              <a:cxn ang="0">
                <a:pos x="connsiteX45375" y="connsiteY45375"/>
              </a:cxn>
              <a:cxn ang="0">
                <a:pos x="connsiteX45376" y="connsiteY45376"/>
              </a:cxn>
              <a:cxn ang="0">
                <a:pos x="connsiteX45377" y="connsiteY45377"/>
              </a:cxn>
              <a:cxn ang="0">
                <a:pos x="connsiteX45378" y="connsiteY45378"/>
              </a:cxn>
              <a:cxn ang="0">
                <a:pos x="connsiteX45379" y="connsiteY45379"/>
              </a:cxn>
              <a:cxn ang="0">
                <a:pos x="connsiteX45380" y="connsiteY45380"/>
              </a:cxn>
              <a:cxn ang="0">
                <a:pos x="connsiteX45381" y="connsiteY45381"/>
              </a:cxn>
              <a:cxn ang="0">
                <a:pos x="connsiteX45382" y="connsiteY45382"/>
              </a:cxn>
              <a:cxn ang="0">
                <a:pos x="connsiteX45383" y="connsiteY45383"/>
              </a:cxn>
              <a:cxn ang="0">
                <a:pos x="connsiteX45384" y="connsiteY45384"/>
              </a:cxn>
              <a:cxn ang="0">
                <a:pos x="connsiteX45385" y="connsiteY45385"/>
              </a:cxn>
              <a:cxn ang="0">
                <a:pos x="connsiteX45386" y="connsiteY45386"/>
              </a:cxn>
              <a:cxn ang="0">
                <a:pos x="connsiteX45387" y="connsiteY45387"/>
              </a:cxn>
              <a:cxn ang="0">
                <a:pos x="connsiteX45388" y="connsiteY45388"/>
              </a:cxn>
              <a:cxn ang="0">
                <a:pos x="connsiteX45389" y="connsiteY45389"/>
              </a:cxn>
              <a:cxn ang="0">
                <a:pos x="connsiteX45390" y="connsiteY45390"/>
              </a:cxn>
              <a:cxn ang="0">
                <a:pos x="connsiteX45391" y="connsiteY45391"/>
              </a:cxn>
              <a:cxn ang="0">
                <a:pos x="connsiteX45392" y="connsiteY45392"/>
              </a:cxn>
              <a:cxn ang="0">
                <a:pos x="connsiteX45393" y="connsiteY45393"/>
              </a:cxn>
              <a:cxn ang="0">
                <a:pos x="connsiteX45394" y="connsiteY45394"/>
              </a:cxn>
              <a:cxn ang="0">
                <a:pos x="connsiteX45395" y="connsiteY45395"/>
              </a:cxn>
              <a:cxn ang="0">
                <a:pos x="connsiteX45396" y="connsiteY45396"/>
              </a:cxn>
              <a:cxn ang="0">
                <a:pos x="connsiteX45397" y="connsiteY45397"/>
              </a:cxn>
              <a:cxn ang="0">
                <a:pos x="connsiteX45398" y="connsiteY45398"/>
              </a:cxn>
              <a:cxn ang="0">
                <a:pos x="connsiteX45399" y="connsiteY45399"/>
              </a:cxn>
              <a:cxn ang="0">
                <a:pos x="connsiteX45400" y="connsiteY45400"/>
              </a:cxn>
              <a:cxn ang="0">
                <a:pos x="connsiteX45401" y="connsiteY45401"/>
              </a:cxn>
              <a:cxn ang="0">
                <a:pos x="connsiteX45402" y="connsiteY45402"/>
              </a:cxn>
              <a:cxn ang="0">
                <a:pos x="connsiteX45403" y="connsiteY45403"/>
              </a:cxn>
              <a:cxn ang="0">
                <a:pos x="connsiteX45404" y="connsiteY45404"/>
              </a:cxn>
              <a:cxn ang="0">
                <a:pos x="connsiteX45405" y="connsiteY45405"/>
              </a:cxn>
              <a:cxn ang="0">
                <a:pos x="connsiteX45406" y="connsiteY45406"/>
              </a:cxn>
              <a:cxn ang="0">
                <a:pos x="connsiteX45407" y="connsiteY45407"/>
              </a:cxn>
              <a:cxn ang="0">
                <a:pos x="connsiteX45408" y="connsiteY45408"/>
              </a:cxn>
              <a:cxn ang="0">
                <a:pos x="connsiteX45409" y="connsiteY45409"/>
              </a:cxn>
              <a:cxn ang="0">
                <a:pos x="connsiteX45410" y="connsiteY45410"/>
              </a:cxn>
              <a:cxn ang="0">
                <a:pos x="connsiteX45411" y="connsiteY45411"/>
              </a:cxn>
              <a:cxn ang="0">
                <a:pos x="connsiteX45412" y="connsiteY45412"/>
              </a:cxn>
              <a:cxn ang="0">
                <a:pos x="connsiteX45413" y="connsiteY45413"/>
              </a:cxn>
              <a:cxn ang="0">
                <a:pos x="connsiteX45414" y="connsiteY45414"/>
              </a:cxn>
              <a:cxn ang="0">
                <a:pos x="connsiteX45415" y="connsiteY45415"/>
              </a:cxn>
              <a:cxn ang="0">
                <a:pos x="connsiteX45416" y="connsiteY45416"/>
              </a:cxn>
              <a:cxn ang="0">
                <a:pos x="connsiteX45417" y="connsiteY45417"/>
              </a:cxn>
              <a:cxn ang="0">
                <a:pos x="connsiteX45418" y="connsiteY45418"/>
              </a:cxn>
              <a:cxn ang="0">
                <a:pos x="connsiteX45419" y="connsiteY45419"/>
              </a:cxn>
              <a:cxn ang="0">
                <a:pos x="connsiteX45420" y="connsiteY45420"/>
              </a:cxn>
              <a:cxn ang="0">
                <a:pos x="connsiteX45421" y="connsiteY45421"/>
              </a:cxn>
              <a:cxn ang="0">
                <a:pos x="connsiteX45422" y="connsiteY45422"/>
              </a:cxn>
              <a:cxn ang="0">
                <a:pos x="connsiteX45423" y="connsiteY45423"/>
              </a:cxn>
              <a:cxn ang="0">
                <a:pos x="connsiteX45424" y="connsiteY45424"/>
              </a:cxn>
              <a:cxn ang="0">
                <a:pos x="connsiteX45425" y="connsiteY45425"/>
              </a:cxn>
              <a:cxn ang="0">
                <a:pos x="connsiteX45426" y="connsiteY45426"/>
              </a:cxn>
              <a:cxn ang="0">
                <a:pos x="connsiteX45427" y="connsiteY45427"/>
              </a:cxn>
              <a:cxn ang="0">
                <a:pos x="connsiteX45428" y="connsiteY45428"/>
              </a:cxn>
              <a:cxn ang="0">
                <a:pos x="connsiteX45429" y="connsiteY45429"/>
              </a:cxn>
              <a:cxn ang="0">
                <a:pos x="connsiteX45430" y="connsiteY45430"/>
              </a:cxn>
              <a:cxn ang="0">
                <a:pos x="connsiteX45431" y="connsiteY45431"/>
              </a:cxn>
              <a:cxn ang="0">
                <a:pos x="connsiteX45432" y="connsiteY45432"/>
              </a:cxn>
              <a:cxn ang="0">
                <a:pos x="connsiteX45433" y="connsiteY45433"/>
              </a:cxn>
              <a:cxn ang="0">
                <a:pos x="connsiteX45434" y="connsiteY45434"/>
              </a:cxn>
              <a:cxn ang="0">
                <a:pos x="connsiteX45435" y="connsiteY45435"/>
              </a:cxn>
              <a:cxn ang="0">
                <a:pos x="connsiteX45436" y="connsiteY45436"/>
              </a:cxn>
              <a:cxn ang="0">
                <a:pos x="connsiteX45437" y="connsiteY45437"/>
              </a:cxn>
              <a:cxn ang="0">
                <a:pos x="connsiteX45438" y="connsiteY45438"/>
              </a:cxn>
              <a:cxn ang="0">
                <a:pos x="connsiteX45439" y="connsiteY45439"/>
              </a:cxn>
              <a:cxn ang="0">
                <a:pos x="connsiteX45440" y="connsiteY45440"/>
              </a:cxn>
              <a:cxn ang="0">
                <a:pos x="connsiteX45441" y="connsiteY45441"/>
              </a:cxn>
              <a:cxn ang="0">
                <a:pos x="connsiteX45442" y="connsiteY45442"/>
              </a:cxn>
              <a:cxn ang="0">
                <a:pos x="connsiteX45443" y="connsiteY45443"/>
              </a:cxn>
              <a:cxn ang="0">
                <a:pos x="connsiteX45444" y="connsiteY45444"/>
              </a:cxn>
              <a:cxn ang="0">
                <a:pos x="connsiteX45445" y="connsiteY45445"/>
              </a:cxn>
              <a:cxn ang="0">
                <a:pos x="connsiteX45446" y="connsiteY45446"/>
              </a:cxn>
              <a:cxn ang="0">
                <a:pos x="connsiteX45447" y="connsiteY45447"/>
              </a:cxn>
              <a:cxn ang="0">
                <a:pos x="connsiteX45448" y="connsiteY45448"/>
              </a:cxn>
              <a:cxn ang="0">
                <a:pos x="connsiteX45449" y="connsiteY45449"/>
              </a:cxn>
              <a:cxn ang="0">
                <a:pos x="connsiteX45450" y="connsiteY45450"/>
              </a:cxn>
              <a:cxn ang="0">
                <a:pos x="connsiteX45451" y="connsiteY45451"/>
              </a:cxn>
              <a:cxn ang="0">
                <a:pos x="connsiteX45452" y="connsiteY45452"/>
              </a:cxn>
              <a:cxn ang="0">
                <a:pos x="connsiteX45453" y="connsiteY45453"/>
              </a:cxn>
              <a:cxn ang="0">
                <a:pos x="connsiteX45454" y="connsiteY45454"/>
              </a:cxn>
              <a:cxn ang="0">
                <a:pos x="connsiteX45455" y="connsiteY45455"/>
              </a:cxn>
              <a:cxn ang="0">
                <a:pos x="connsiteX45456" y="connsiteY45456"/>
              </a:cxn>
              <a:cxn ang="0">
                <a:pos x="connsiteX45457" y="connsiteY45457"/>
              </a:cxn>
              <a:cxn ang="0">
                <a:pos x="connsiteX45458" y="connsiteY45458"/>
              </a:cxn>
              <a:cxn ang="0">
                <a:pos x="connsiteX45459" y="connsiteY45459"/>
              </a:cxn>
              <a:cxn ang="0">
                <a:pos x="connsiteX45460" y="connsiteY45460"/>
              </a:cxn>
              <a:cxn ang="0">
                <a:pos x="connsiteX45461" y="connsiteY45461"/>
              </a:cxn>
              <a:cxn ang="0">
                <a:pos x="connsiteX45462" y="connsiteY45462"/>
              </a:cxn>
              <a:cxn ang="0">
                <a:pos x="connsiteX45463" y="connsiteY45463"/>
              </a:cxn>
              <a:cxn ang="0">
                <a:pos x="connsiteX45464" y="connsiteY45464"/>
              </a:cxn>
              <a:cxn ang="0">
                <a:pos x="connsiteX45465" y="connsiteY45465"/>
              </a:cxn>
              <a:cxn ang="0">
                <a:pos x="connsiteX45466" y="connsiteY45466"/>
              </a:cxn>
              <a:cxn ang="0">
                <a:pos x="connsiteX45467" y="connsiteY45467"/>
              </a:cxn>
              <a:cxn ang="0">
                <a:pos x="connsiteX45468" y="connsiteY45468"/>
              </a:cxn>
              <a:cxn ang="0">
                <a:pos x="connsiteX45469" y="connsiteY45469"/>
              </a:cxn>
              <a:cxn ang="0">
                <a:pos x="connsiteX45470" y="connsiteY45470"/>
              </a:cxn>
              <a:cxn ang="0">
                <a:pos x="connsiteX45471" y="connsiteY45471"/>
              </a:cxn>
              <a:cxn ang="0">
                <a:pos x="connsiteX45472" y="connsiteY45472"/>
              </a:cxn>
              <a:cxn ang="0">
                <a:pos x="connsiteX45473" y="connsiteY45473"/>
              </a:cxn>
              <a:cxn ang="0">
                <a:pos x="connsiteX45474" y="connsiteY45474"/>
              </a:cxn>
              <a:cxn ang="0">
                <a:pos x="connsiteX45475" y="connsiteY45475"/>
              </a:cxn>
              <a:cxn ang="0">
                <a:pos x="connsiteX45476" y="connsiteY45476"/>
              </a:cxn>
              <a:cxn ang="0">
                <a:pos x="connsiteX45477" y="connsiteY45477"/>
              </a:cxn>
              <a:cxn ang="0">
                <a:pos x="connsiteX45478" y="connsiteY45478"/>
              </a:cxn>
              <a:cxn ang="0">
                <a:pos x="connsiteX45479" y="connsiteY45479"/>
              </a:cxn>
              <a:cxn ang="0">
                <a:pos x="connsiteX45480" y="connsiteY45480"/>
              </a:cxn>
              <a:cxn ang="0">
                <a:pos x="connsiteX45481" y="connsiteY45481"/>
              </a:cxn>
              <a:cxn ang="0">
                <a:pos x="connsiteX45482" y="connsiteY45482"/>
              </a:cxn>
              <a:cxn ang="0">
                <a:pos x="connsiteX45483" y="connsiteY45483"/>
              </a:cxn>
              <a:cxn ang="0">
                <a:pos x="connsiteX45484" y="connsiteY45484"/>
              </a:cxn>
              <a:cxn ang="0">
                <a:pos x="connsiteX45485" y="connsiteY45485"/>
              </a:cxn>
              <a:cxn ang="0">
                <a:pos x="connsiteX45486" y="connsiteY45486"/>
              </a:cxn>
              <a:cxn ang="0">
                <a:pos x="connsiteX45487" y="connsiteY45487"/>
              </a:cxn>
              <a:cxn ang="0">
                <a:pos x="connsiteX45488" y="connsiteY45488"/>
              </a:cxn>
              <a:cxn ang="0">
                <a:pos x="connsiteX45489" y="connsiteY45489"/>
              </a:cxn>
              <a:cxn ang="0">
                <a:pos x="connsiteX45490" y="connsiteY45490"/>
              </a:cxn>
              <a:cxn ang="0">
                <a:pos x="connsiteX45491" y="connsiteY45491"/>
              </a:cxn>
              <a:cxn ang="0">
                <a:pos x="connsiteX45492" y="connsiteY45492"/>
              </a:cxn>
              <a:cxn ang="0">
                <a:pos x="connsiteX45493" y="connsiteY45493"/>
              </a:cxn>
              <a:cxn ang="0">
                <a:pos x="connsiteX45494" y="connsiteY45494"/>
              </a:cxn>
              <a:cxn ang="0">
                <a:pos x="connsiteX45495" y="connsiteY45495"/>
              </a:cxn>
              <a:cxn ang="0">
                <a:pos x="connsiteX45496" y="connsiteY45496"/>
              </a:cxn>
              <a:cxn ang="0">
                <a:pos x="connsiteX45497" y="connsiteY45497"/>
              </a:cxn>
              <a:cxn ang="0">
                <a:pos x="connsiteX45498" y="connsiteY45498"/>
              </a:cxn>
              <a:cxn ang="0">
                <a:pos x="connsiteX45499" y="connsiteY45499"/>
              </a:cxn>
              <a:cxn ang="0">
                <a:pos x="connsiteX45500" y="connsiteY45500"/>
              </a:cxn>
              <a:cxn ang="0">
                <a:pos x="connsiteX45501" y="connsiteY45501"/>
              </a:cxn>
              <a:cxn ang="0">
                <a:pos x="connsiteX45502" y="connsiteY45502"/>
              </a:cxn>
              <a:cxn ang="0">
                <a:pos x="connsiteX45503" y="connsiteY45503"/>
              </a:cxn>
              <a:cxn ang="0">
                <a:pos x="connsiteX45504" y="connsiteY45504"/>
              </a:cxn>
              <a:cxn ang="0">
                <a:pos x="connsiteX45505" y="connsiteY45505"/>
              </a:cxn>
              <a:cxn ang="0">
                <a:pos x="connsiteX45506" y="connsiteY45506"/>
              </a:cxn>
              <a:cxn ang="0">
                <a:pos x="connsiteX45507" y="connsiteY45507"/>
              </a:cxn>
              <a:cxn ang="0">
                <a:pos x="connsiteX45508" y="connsiteY45508"/>
              </a:cxn>
              <a:cxn ang="0">
                <a:pos x="connsiteX45509" y="connsiteY45509"/>
              </a:cxn>
              <a:cxn ang="0">
                <a:pos x="connsiteX45510" y="connsiteY45510"/>
              </a:cxn>
              <a:cxn ang="0">
                <a:pos x="connsiteX45511" y="connsiteY45511"/>
              </a:cxn>
              <a:cxn ang="0">
                <a:pos x="connsiteX45512" y="connsiteY45512"/>
              </a:cxn>
              <a:cxn ang="0">
                <a:pos x="connsiteX45513" y="connsiteY45513"/>
              </a:cxn>
              <a:cxn ang="0">
                <a:pos x="connsiteX45514" y="connsiteY45514"/>
              </a:cxn>
              <a:cxn ang="0">
                <a:pos x="connsiteX45515" y="connsiteY45515"/>
              </a:cxn>
              <a:cxn ang="0">
                <a:pos x="connsiteX45516" y="connsiteY45516"/>
              </a:cxn>
              <a:cxn ang="0">
                <a:pos x="connsiteX45517" y="connsiteY45517"/>
              </a:cxn>
              <a:cxn ang="0">
                <a:pos x="connsiteX45518" y="connsiteY45518"/>
              </a:cxn>
              <a:cxn ang="0">
                <a:pos x="connsiteX45519" y="connsiteY45519"/>
              </a:cxn>
              <a:cxn ang="0">
                <a:pos x="connsiteX45520" y="connsiteY45520"/>
              </a:cxn>
              <a:cxn ang="0">
                <a:pos x="connsiteX45521" y="connsiteY45521"/>
              </a:cxn>
              <a:cxn ang="0">
                <a:pos x="connsiteX45522" y="connsiteY45522"/>
              </a:cxn>
              <a:cxn ang="0">
                <a:pos x="connsiteX45523" y="connsiteY45523"/>
              </a:cxn>
              <a:cxn ang="0">
                <a:pos x="connsiteX45524" y="connsiteY45524"/>
              </a:cxn>
              <a:cxn ang="0">
                <a:pos x="connsiteX45525" y="connsiteY45525"/>
              </a:cxn>
              <a:cxn ang="0">
                <a:pos x="connsiteX45526" y="connsiteY45526"/>
              </a:cxn>
              <a:cxn ang="0">
                <a:pos x="connsiteX45527" y="connsiteY45527"/>
              </a:cxn>
              <a:cxn ang="0">
                <a:pos x="connsiteX45528" y="connsiteY45528"/>
              </a:cxn>
              <a:cxn ang="0">
                <a:pos x="connsiteX45529" y="connsiteY45529"/>
              </a:cxn>
              <a:cxn ang="0">
                <a:pos x="connsiteX45530" y="connsiteY45530"/>
              </a:cxn>
              <a:cxn ang="0">
                <a:pos x="connsiteX45531" y="connsiteY45531"/>
              </a:cxn>
              <a:cxn ang="0">
                <a:pos x="connsiteX45532" y="connsiteY45532"/>
              </a:cxn>
              <a:cxn ang="0">
                <a:pos x="connsiteX45533" y="connsiteY45533"/>
              </a:cxn>
              <a:cxn ang="0">
                <a:pos x="connsiteX45534" y="connsiteY45534"/>
              </a:cxn>
              <a:cxn ang="0">
                <a:pos x="connsiteX45535" y="connsiteY45535"/>
              </a:cxn>
              <a:cxn ang="0">
                <a:pos x="connsiteX45536" y="connsiteY45536"/>
              </a:cxn>
              <a:cxn ang="0">
                <a:pos x="connsiteX45537" y="connsiteY45537"/>
              </a:cxn>
              <a:cxn ang="0">
                <a:pos x="connsiteX45538" y="connsiteY45538"/>
              </a:cxn>
              <a:cxn ang="0">
                <a:pos x="connsiteX45539" y="connsiteY45539"/>
              </a:cxn>
              <a:cxn ang="0">
                <a:pos x="connsiteX45540" y="connsiteY45540"/>
              </a:cxn>
              <a:cxn ang="0">
                <a:pos x="connsiteX45541" y="connsiteY45541"/>
              </a:cxn>
              <a:cxn ang="0">
                <a:pos x="connsiteX45542" y="connsiteY45542"/>
              </a:cxn>
              <a:cxn ang="0">
                <a:pos x="connsiteX45543" y="connsiteY45543"/>
              </a:cxn>
              <a:cxn ang="0">
                <a:pos x="connsiteX45544" y="connsiteY45544"/>
              </a:cxn>
              <a:cxn ang="0">
                <a:pos x="connsiteX45545" y="connsiteY45545"/>
              </a:cxn>
              <a:cxn ang="0">
                <a:pos x="connsiteX45546" y="connsiteY45546"/>
              </a:cxn>
              <a:cxn ang="0">
                <a:pos x="connsiteX45547" y="connsiteY45547"/>
              </a:cxn>
              <a:cxn ang="0">
                <a:pos x="connsiteX45548" y="connsiteY45548"/>
              </a:cxn>
              <a:cxn ang="0">
                <a:pos x="connsiteX45549" y="connsiteY45549"/>
              </a:cxn>
              <a:cxn ang="0">
                <a:pos x="connsiteX45550" y="connsiteY45550"/>
              </a:cxn>
              <a:cxn ang="0">
                <a:pos x="connsiteX45551" y="connsiteY45551"/>
              </a:cxn>
              <a:cxn ang="0">
                <a:pos x="connsiteX45552" y="connsiteY45552"/>
              </a:cxn>
              <a:cxn ang="0">
                <a:pos x="connsiteX45553" y="connsiteY45553"/>
              </a:cxn>
              <a:cxn ang="0">
                <a:pos x="connsiteX45554" y="connsiteY45554"/>
              </a:cxn>
              <a:cxn ang="0">
                <a:pos x="connsiteX45555" y="connsiteY45555"/>
              </a:cxn>
              <a:cxn ang="0">
                <a:pos x="connsiteX45556" y="connsiteY45556"/>
              </a:cxn>
              <a:cxn ang="0">
                <a:pos x="connsiteX45557" y="connsiteY45557"/>
              </a:cxn>
              <a:cxn ang="0">
                <a:pos x="connsiteX45558" y="connsiteY45558"/>
              </a:cxn>
              <a:cxn ang="0">
                <a:pos x="connsiteX45559" y="connsiteY45559"/>
              </a:cxn>
              <a:cxn ang="0">
                <a:pos x="connsiteX45560" y="connsiteY45560"/>
              </a:cxn>
              <a:cxn ang="0">
                <a:pos x="connsiteX45561" y="connsiteY45561"/>
              </a:cxn>
              <a:cxn ang="0">
                <a:pos x="connsiteX45562" y="connsiteY45562"/>
              </a:cxn>
              <a:cxn ang="0">
                <a:pos x="connsiteX45563" y="connsiteY45563"/>
              </a:cxn>
              <a:cxn ang="0">
                <a:pos x="connsiteX45564" y="connsiteY45564"/>
              </a:cxn>
              <a:cxn ang="0">
                <a:pos x="connsiteX45565" y="connsiteY45565"/>
              </a:cxn>
              <a:cxn ang="0">
                <a:pos x="connsiteX45566" y="connsiteY45566"/>
              </a:cxn>
              <a:cxn ang="0">
                <a:pos x="connsiteX45567" y="connsiteY45567"/>
              </a:cxn>
              <a:cxn ang="0">
                <a:pos x="connsiteX45568" y="connsiteY45568"/>
              </a:cxn>
              <a:cxn ang="0">
                <a:pos x="connsiteX45569" y="connsiteY45569"/>
              </a:cxn>
              <a:cxn ang="0">
                <a:pos x="connsiteX45570" y="connsiteY45570"/>
              </a:cxn>
              <a:cxn ang="0">
                <a:pos x="connsiteX45571" y="connsiteY45571"/>
              </a:cxn>
              <a:cxn ang="0">
                <a:pos x="connsiteX45572" y="connsiteY45572"/>
              </a:cxn>
              <a:cxn ang="0">
                <a:pos x="connsiteX45573" y="connsiteY45573"/>
              </a:cxn>
              <a:cxn ang="0">
                <a:pos x="connsiteX45574" y="connsiteY45574"/>
              </a:cxn>
              <a:cxn ang="0">
                <a:pos x="connsiteX45575" y="connsiteY45575"/>
              </a:cxn>
              <a:cxn ang="0">
                <a:pos x="connsiteX45576" y="connsiteY45576"/>
              </a:cxn>
              <a:cxn ang="0">
                <a:pos x="connsiteX45577" y="connsiteY45577"/>
              </a:cxn>
              <a:cxn ang="0">
                <a:pos x="connsiteX45578" y="connsiteY45578"/>
              </a:cxn>
              <a:cxn ang="0">
                <a:pos x="connsiteX45579" y="connsiteY45579"/>
              </a:cxn>
              <a:cxn ang="0">
                <a:pos x="connsiteX45580" y="connsiteY45580"/>
              </a:cxn>
              <a:cxn ang="0">
                <a:pos x="connsiteX45581" y="connsiteY45581"/>
              </a:cxn>
              <a:cxn ang="0">
                <a:pos x="connsiteX45582" y="connsiteY45582"/>
              </a:cxn>
              <a:cxn ang="0">
                <a:pos x="connsiteX45583" y="connsiteY45583"/>
              </a:cxn>
              <a:cxn ang="0">
                <a:pos x="connsiteX45584" y="connsiteY45584"/>
              </a:cxn>
              <a:cxn ang="0">
                <a:pos x="connsiteX45585" y="connsiteY45585"/>
              </a:cxn>
              <a:cxn ang="0">
                <a:pos x="connsiteX45586" y="connsiteY45586"/>
              </a:cxn>
              <a:cxn ang="0">
                <a:pos x="connsiteX45587" y="connsiteY45587"/>
              </a:cxn>
              <a:cxn ang="0">
                <a:pos x="connsiteX45588" y="connsiteY45588"/>
              </a:cxn>
              <a:cxn ang="0">
                <a:pos x="connsiteX45589" y="connsiteY45589"/>
              </a:cxn>
              <a:cxn ang="0">
                <a:pos x="connsiteX45590" y="connsiteY45590"/>
              </a:cxn>
              <a:cxn ang="0">
                <a:pos x="connsiteX45591" y="connsiteY45591"/>
              </a:cxn>
              <a:cxn ang="0">
                <a:pos x="connsiteX45592" y="connsiteY45592"/>
              </a:cxn>
              <a:cxn ang="0">
                <a:pos x="connsiteX45593" y="connsiteY45593"/>
              </a:cxn>
              <a:cxn ang="0">
                <a:pos x="connsiteX45594" y="connsiteY45594"/>
              </a:cxn>
              <a:cxn ang="0">
                <a:pos x="connsiteX45595" y="connsiteY45595"/>
              </a:cxn>
              <a:cxn ang="0">
                <a:pos x="connsiteX45596" y="connsiteY45596"/>
              </a:cxn>
              <a:cxn ang="0">
                <a:pos x="connsiteX45597" y="connsiteY45597"/>
              </a:cxn>
              <a:cxn ang="0">
                <a:pos x="connsiteX45598" y="connsiteY45598"/>
              </a:cxn>
              <a:cxn ang="0">
                <a:pos x="connsiteX45599" y="connsiteY45599"/>
              </a:cxn>
              <a:cxn ang="0">
                <a:pos x="connsiteX45600" y="connsiteY45600"/>
              </a:cxn>
              <a:cxn ang="0">
                <a:pos x="connsiteX45601" y="connsiteY45601"/>
              </a:cxn>
              <a:cxn ang="0">
                <a:pos x="connsiteX45602" y="connsiteY45602"/>
              </a:cxn>
              <a:cxn ang="0">
                <a:pos x="connsiteX45603" y="connsiteY45603"/>
              </a:cxn>
              <a:cxn ang="0">
                <a:pos x="connsiteX45604" y="connsiteY45604"/>
              </a:cxn>
              <a:cxn ang="0">
                <a:pos x="connsiteX45605" y="connsiteY45605"/>
              </a:cxn>
              <a:cxn ang="0">
                <a:pos x="connsiteX45606" y="connsiteY45606"/>
              </a:cxn>
              <a:cxn ang="0">
                <a:pos x="connsiteX45607" y="connsiteY45607"/>
              </a:cxn>
              <a:cxn ang="0">
                <a:pos x="connsiteX45608" y="connsiteY45608"/>
              </a:cxn>
              <a:cxn ang="0">
                <a:pos x="connsiteX45609" y="connsiteY45609"/>
              </a:cxn>
              <a:cxn ang="0">
                <a:pos x="connsiteX45610" y="connsiteY45610"/>
              </a:cxn>
              <a:cxn ang="0">
                <a:pos x="connsiteX45611" y="connsiteY45611"/>
              </a:cxn>
              <a:cxn ang="0">
                <a:pos x="connsiteX45612" y="connsiteY45612"/>
              </a:cxn>
              <a:cxn ang="0">
                <a:pos x="connsiteX45613" y="connsiteY45613"/>
              </a:cxn>
              <a:cxn ang="0">
                <a:pos x="connsiteX45614" y="connsiteY45614"/>
              </a:cxn>
              <a:cxn ang="0">
                <a:pos x="connsiteX45615" y="connsiteY45615"/>
              </a:cxn>
              <a:cxn ang="0">
                <a:pos x="connsiteX45616" y="connsiteY45616"/>
              </a:cxn>
              <a:cxn ang="0">
                <a:pos x="connsiteX45617" y="connsiteY45617"/>
              </a:cxn>
              <a:cxn ang="0">
                <a:pos x="connsiteX45618" y="connsiteY45618"/>
              </a:cxn>
              <a:cxn ang="0">
                <a:pos x="connsiteX45619" y="connsiteY45619"/>
              </a:cxn>
              <a:cxn ang="0">
                <a:pos x="connsiteX45620" y="connsiteY45620"/>
              </a:cxn>
              <a:cxn ang="0">
                <a:pos x="connsiteX45621" y="connsiteY45621"/>
              </a:cxn>
              <a:cxn ang="0">
                <a:pos x="connsiteX45622" y="connsiteY45622"/>
              </a:cxn>
              <a:cxn ang="0">
                <a:pos x="connsiteX45623" y="connsiteY45623"/>
              </a:cxn>
              <a:cxn ang="0">
                <a:pos x="connsiteX45624" y="connsiteY45624"/>
              </a:cxn>
              <a:cxn ang="0">
                <a:pos x="connsiteX45625" y="connsiteY45625"/>
              </a:cxn>
              <a:cxn ang="0">
                <a:pos x="connsiteX45626" y="connsiteY45626"/>
              </a:cxn>
              <a:cxn ang="0">
                <a:pos x="connsiteX45627" y="connsiteY45627"/>
              </a:cxn>
              <a:cxn ang="0">
                <a:pos x="connsiteX45628" y="connsiteY45628"/>
              </a:cxn>
              <a:cxn ang="0">
                <a:pos x="connsiteX45629" y="connsiteY45629"/>
              </a:cxn>
              <a:cxn ang="0">
                <a:pos x="connsiteX45630" y="connsiteY45630"/>
              </a:cxn>
              <a:cxn ang="0">
                <a:pos x="connsiteX45631" y="connsiteY45631"/>
              </a:cxn>
              <a:cxn ang="0">
                <a:pos x="connsiteX45632" y="connsiteY45632"/>
              </a:cxn>
              <a:cxn ang="0">
                <a:pos x="connsiteX45633" y="connsiteY45633"/>
              </a:cxn>
              <a:cxn ang="0">
                <a:pos x="connsiteX45634" y="connsiteY45634"/>
              </a:cxn>
              <a:cxn ang="0">
                <a:pos x="connsiteX45635" y="connsiteY45635"/>
              </a:cxn>
              <a:cxn ang="0">
                <a:pos x="connsiteX45636" y="connsiteY45636"/>
              </a:cxn>
              <a:cxn ang="0">
                <a:pos x="connsiteX45637" y="connsiteY45637"/>
              </a:cxn>
              <a:cxn ang="0">
                <a:pos x="connsiteX45638" y="connsiteY45638"/>
              </a:cxn>
              <a:cxn ang="0">
                <a:pos x="connsiteX45639" y="connsiteY45639"/>
              </a:cxn>
              <a:cxn ang="0">
                <a:pos x="connsiteX45640" y="connsiteY45640"/>
              </a:cxn>
              <a:cxn ang="0">
                <a:pos x="connsiteX45641" y="connsiteY45641"/>
              </a:cxn>
              <a:cxn ang="0">
                <a:pos x="connsiteX45642" y="connsiteY45642"/>
              </a:cxn>
              <a:cxn ang="0">
                <a:pos x="connsiteX45643" y="connsiteY45643"/>
              </a:cxn>
              <a:cxn ang="0">
                <a:pos x="connsiteX45644" y="connsiteY45644"/>
              </a:cxn>
              <a:cxn ang="0">
                <a:pos x="connsiteX45645" y="connsiteY45645"/>
              </a:cxn>
              <a:cxn ang="0">
                <a:pos x="connsiteX45646" y="connsiteY45646"/>
              </a:cxn>
              <a:cxn ang="0">
                <a:pos x="connsiteX45647" y="connsiteY45647"/>
              </a:cxn>
              <a:cxn ang="0">
                <a:pos x="connsiteX45648" y="connsiteY45648"/>
              </a:cxn>
              <a:cxn ang="0">
                <a:pos x="connsiteX45649" y="connsiteY45649"/>
              </a:cxn>
              <a:cxn ang="0">
                <a:pos x="connsiteX45650" y="connsiteY45650"/>
              </a:cxn>
              <a:cxn ang="0">
                <a:pos x="connsiteX45651" y="connsiteY45651"/>
              </a:cxn>
              <a:cxn ang="0">
                <a:pos x="connsiteX45652" y="connsiteY45652"/>
              </a:cxn>
              <a:cxn ang="0">
                <a:pos x="connsiteX45653" y="connsiteY45653"/>
              </a:cxn>
              <a:cxn ang="0">
                <a:pos x="connsiteX45654" y="connsiteY45654"/>
              </a:cxn>
              <a:cxn ang="0">
                <a:pos x="connsiteX45655" y="connsiteY45655"/>
              </a:cxn>
              <a:cxn ang="0">
                <a:pos x="connsiteX45656" y="connsiteY45656"/>
              </a:cxn>
              <a:cxn ang="0">
                <a:pos x="connsiteX45657" y="connsiteY45657"/>
              </a:cxn>
              <a:cxn ang="0">
                <a:pos x="connsiteX45658" y="connsiteY45658"/>
              </a:cxn>
              <a:cxn ang="0">
                <a:pos x="connsiteX45659" y="connsiteY45659"/>
              </a:cxn>
              <a:cxn ang="0">
                <a:pos x="connsiteX45660" y="connsiteY45660"/>
              </a:cxn>
              <a:cxn ang="0">
                <a:pos x="connsiteX45661" y="connsiteY45661"/>
              </a:cxn>
              <a:cxn ang="0">
                <a:pos x="connsiteX45662" y="connsiteY45662"/>
              </a:cxn>
              <a:cxn ang="0">
                <a:pos x="connsiteX45663" y="connsiteY45663"/>
              </a:cxn>
              <a:cxn ang="0">
                <a:pos x="connsiteX45664" y="connsiteY45664"/>
              </a:cxn>
              <a:cxn ang="0">
                <a:pos x="connsiteX45665" y="connsiteY45665"/>
              </a:cxn>
              <a:cxn ang="0">
                <a:pos x="connsiteX45666" y="connsiteY45666"/>
              </a:cxn>
              <a:cxn ang="0">
                <a:pos x="connsiteX45667" y="connsiteY45667"/>
              </a:cxn>
              <a:cxn ang="0">
                <a:pos x="connsiteX45668" y="connsiteY45668"/>
              </a:cxn>
              <a:cxn ang="0">
                <a:pos x="connsiteX45669" y="connsiteY45669"/>
              </a:cxn>
              <a:cxn ang="0">
                <a:pos x="connsiteX45670" y="connsiteY45670"/>
              </a:cxn>
              <a:cxn ang="0">
                <a:pos x="connsiteX45671" y="connsiteY45671"/>
              </a:cxn>
              <a:cxn ang="0">
                <a:pos x="connsiteX45672" y="connsiteY45672"/>
              </a:cxn>
              <a:cxn ang="0">
                <a:pos x="connsiteX45673" y="connsiteY45673"/>
              </a:cxn>
              <a:cxn ang="0">
                <a:pos x="connsiteX45674" y="connsiteY45674"/>
              </a:cxn>
              <a:cxn ang="0">
                <a:pos x="connsiteX45675" y="connsiteY45675"/>
              </a:cxn>
              <a:cxn ang="0">
                <a:pos x="connsiteX45676" y="connsiteY45676"/>
              </a:cxn>
              <a:cxn ang="0">
                <a:pos x="connsiteX45677" y="connsiteY45677"/>
              </a:cxn>
              <a:cxn ang="0">
                <a:pos x="connsiteX45678" y="connsiteY45678"/>
              </a:cxn>
              <a:cxn ang="0">
                <a:pos x="connsiteX45679" y="connsiteY45679"/>
              </a:cxn>
              <a:cxn ang="0">
                <a:pos x="connsiteX45680" y="connsiteY45680"/>
              </a:cxn>
              <a:cxn ang="0">
                <a:pos x="connsiteX45681" y="connsiteY45681"/>
              </a:cxn>
              <a:cxn ang="0">
                <a:pos x="connsiteX45682" y="connsiteY45682"/>
              </a:cxn>
              <a:cxn ang="0">
                <a:pos x="connsiteX45683" y="connsiteY45683"/>
              </a:cxn>
              <a:cxn ang="0">
                <a:pos x="connsiteX45684" y="connsiteY45684"/>
              </a:cxn>
              <a:cxn ang="0">
                <a:pos x="connsiteX45685" y="connsiteY45685"/>
              </a:cxn>
              <a:cxn ang="0">
                <a:pos x="connsiteX45686" y="connsiteY45686"/>
              </a:cxn>
              <a:cxn ang="0">
                <a:pos x="connsiteX45687" y="connsiteY45687"/>
              </a:cxn>
              <a:cxn ang="0">
                <a:pos x="connsiteX45688" y="connsiteY45688"/>
              </a:cxn>
              <a:cxn ang="0">
                <a:pos x="connsiteX45689" y="connsiteY45689"/>
              </a:cxn>
              <a:cxn ang="0">
                <a:pos x="connsiteX45690" y="connsiteY45690"/>
              </a:cxn>
              <a:cxn ang="0">
                <a:pos x="connsiteX45691" y="connsiteY45691"/>
              </a:cxn>
              <a:cxn ang="0">
                <a:pos x="connsiteX45692" y="connsiteY45692"/>
              </a:cxn>
              <a:cxn ang="0">
                <a:pos x="connsiteX45693" y="connsiteY45693"/>
              </a:cxn>
              <a:cxn ang="0">
                <a:pos x="connsiteX45694" y="connsiteY45694"/>
              </a:cxn>
              <a:cxn ang="0">
                <a:pos x="connsiteX45695" y="connsiteY45695"/>
              </a:cxn>
              <a:cxn ang="0">
                <a:pos x="connsiteX45696" y="connsiteY45696"/>
              </a:cxn>
              <a:cxn ang="0">
                <a:pos x="connsiteX45697" y="connsiteY45697"/>
              </a:cxn>
              <a:cxn ang="0">
                <a:pos x="connsiteX45698" y="connsiteY45698"/>
              </a:cxn>
              <a:cxn ang="0">
                <a:pos x="connsiteX45699" y="connsiteY45699"/>
              </a:cxn>
              <a:cxn ang="0">
                <a:pos x="connsiteX45700" y="connsiteY45700"/>
              </a:cxn>
              <a:cxn ang="0">
                <a:pos x="connsiteX45701" y="connsiteY45701"/>
              </a:cxn>
              <a:cxn ang="0">
                <a:pos x="connsiteX45702" y="connsiteY45702"/>
              </a:cxn>
              <a:cxn ang="0">
                <a:pos x="connsiteX45703" y="connsiteY45703"/>
              </a:cxn>
              <a:cxn ang="0">
                <a:pos x="connsiteX45704" y="connsiteY45704"/>
              </a:cxn>
              <a:cxn ang="0">
                <a:pos x="connsiteX45705" y="connsiteY45705"/>
              </a:cxn>
              <a:cxn ang="0">
                <a:pos x="connsiteX45706" y="connsiteY45706"/>
              </a:cxn>
              <a:cxn ang="0">
                <a:pos x="connsiteX45707" y="connsiteY45707"/>
              </a:cxn>
              <a:cxn ang="0">
                <a:pos x="connsiteX45708" y="connsiteY45708"/>
              </a:cxn>
              <a:cxn ang="0">
                <a:pos x="connsiteX45709" y="connsiteY45709"/>
              </a:cxn>
              <a:cxn ang="0">
                <a:pos x="connsiteX45710" y="connsiteY45710"/>
              </a:cxn>
              <a:cxn ang="0">
                <a:pos x="connsiteX45711" y="connsiteY45711"/>
              </a:cxn>
              <a:cxn ang="0">
                <a:pos x="connsiteX45712" y="connsiteY45712"/>
              </a:cxn>
              <a:cxn ang="0">
                <a:pos x="connsiteX45713" y="connsiteY45713"/>
              </a:cxn>
              <a:cxn ang="0">
                <a:pos x="connsiteX45714" y="connsiteY45714"/>
              </a:cxn>
              <a:cxn ang="0">
                <a:pos x="connsiteX45715" y="connsiteY45715"/>
              </a:cxn>
              <a:cxn ang="0">
                <a:pos x="connsiteX45716" y="connsiteY45716"/>
              </a:cxn>
              <a:cxn ang="0">
                <a:pos x="connsiteX45717" y="connsiteY45717"/>
              </a:cxn>
              <a:cxn ang="0">
                <a:pos x="connsiteX45718" y="connsiteY45718"/>
              </a:cxn>
              <a:cxn ang="0">
                <a:pos x="connsiteX45719" y="connsiteY45719"/>
              </a:cxn>
              <a:cxn ang="0">
                <a:pos x="connsiteX45720" y="connsiteY45720"/>
              </a:cxn>
              <a:cxn ang="0">
                <a:pos x="connsiteX45721" y="connsiteY45721"/>
              </a:cxn>
              <a:cxn ang="0">
                <a:pos x="connsiteX45722" y="connsiteY45722"/>
              </a:cxn>
              <a:cxn ang="0">
                <a:pos x="connsiteX45723" y="connsiteY45723"/>
              </a:cxn>
              <a:cxn ang="0">
                <a:pos x="connsiteX45724" y="connsiteY45724"/>
              </a:cxn>
              <a:cxn ang="0">
                <a:pos x="connsiteX45725" y="connsiteY45725"/>
              </a:cxn>
              <a:cxn ang="0">
                <a:pos x="connsiteX45726" y="connsiteY45726"/>
              </a:cxn>
              <a:cxn ang="0">
                <a:pos x="connsiteX45727" y="connsiteY45727"/>
              </a:cxn>
              <a:cxn ang="0">
                <a:pos x="connsiteX45728" y="connsiteY45728"/>
              </a:cxn>
              <a:cxn ang="0">
                <a:pos x="connsiteX45729" y="connsiteY45729"/>
              </a:cxn>
              <a:cxn ang="0">
                <a:pos x="connsiteX45730" y="connsiteY45730"/>
              </a:cxn>
              <a:cxn ang="0">
                <a:pos x="connsiteX45731" y="connsiteY45731"/>
              </a:cxn>
              <a:cxn ang="0">
                <a:pos x="connsiteX45732" y="connsiteY45732"/>
              </a:cxn>
              <a:cxn ang="0">
                <a:pos x="connsiteX45733" y="connsiteY45733"/>
              </a:cxn>
              <a:cxn ang="0">
                <a:pos x="connsiteX45734" y="connsiteY45734"/>
              </a:cxn>
              <a:cxn ang="0">
                <a:pos x="connsiteX45735" y="connsiteY45735"/>
              </a:cxn>
              <a:cxn ang="0">
                <a:pos x="connsiteX45736" y="connsiteY45736"/>
              </a:cxn>
              <a:cxn ang="0">
                <a:pos x="connsiteX45737" y="connsiteY45737"/>
              </a:cxn>
              <a:cxn ang="0">
                <a:pos x="connsiteX45738" y="connsiteY45738"/>
              </a:cxn>
              <a:cxn ang="0">
                <a:pos x="connsiteX45739" y="connsiteY45739"/>
              </a:cxn>
              <a:cxn ang="0">
                <a:pos x="connsiteX45740" y="connsiteY45740"/>
              </a:cxn>
              <a:cxn ang="0">
                <a:pos x="connsiteX45741" y="connsiteY45741"/>
              </a:cxn>
              <a:cxn ang="0">
                <a:pos x="connsiteX45742" y="connsiteY45742"/>
              </a:cxn>
              <a:cxn ang="0">
                <a:pos x="connsiteX45743" y="connsiteY45743"/>
              </a:cxn>
              <a:cxn ang="0">
                <a:pos x="connsiteX45744" y="connsiteY45744"/>
              </a:cxn>
              <a:cxn ang="0">
                <a:pos x="connsiteX45745" y="connsiteY45745"/>
              </a:cxn>
              <a:cxn ang="0">
                <a:pos x="connsiteX45746" y="connsiteY45746"/>
              </a:cxn>
              <a:cxn ang="0">
                <a:pos x="connsiteX45747" y="connsiteY45747"/>
              </a:cxn>
              <a:cxn ang="0">
                <a:pos x="connsiteX45748" y="connsiteY45748"/>
              </a:cxn>
              <a:cxn ang="0">
                <a:pos x="connsiteX45749" y="connsiteY45749"/>
              </a:cxn>
              <a:cxn ang="0">
                <a:pos x="connsiteX45750" y="connsiteY45750"/>
              </a:cxn>
              <a:cxn ang="0">
                <a:pos x="connsiteX45751" y="connsiteY45751"/>
              </a:cxn>
              <a:cxn ang="0">
                <a:pos x="connsiteX45752" y="connsiteY45752"/>
              </a:cxn>
              <a:cxn ang="0">
                <a:pos x="connsiteX45753" y="connsiteY45753"/>
              </a:cxn>
              <a:cxn ang="0">
                <a:pos x="connsiteX45754" y="connsiteY45754"/>
              </a:cxn>
              <a:cxn ang="0">
                <a:pos x="connsiteX45755" y="connsiteY45755"/>
              </a:cxn>
              <a:cxn ang="0">
                <a:pos x="connsiteX45756" y="connsiteY45756"/>
              </a:cxn>
              <a:cxn ang="0">
                <a:pos x="connsiteX45757" y="connsiteY45757"/>
              </a:cxn>
              <a:cxn ang="0">
                <a:pos x="connsiteX45758" y="connsiteY45758"/>
              </a:cxn>
              <a:cxn ang="0">
                <a:pos x="connsiteX45759" y="connsiteY45759"/>
              </a:cxn>
              <a:cxn ang="0">
                <a:pos x="connsiteX45760" y="connsiteY45760"/>
              </a:cxn>
              <a:cxn ang="0">
                <a:pos x="connsiteX45761" y="connsiteY45761"/>
              </a:cxn>
              <a:cxn ang="0">
                <a:pos x="connsiteX45762" y="connsiteY45762"/>
              </a:cxn>
              <a:cxn ang="0">
                <a:pos x="connsiteX45763" y="connsiteY45763"/>
              </a:cxn>
              <a:cxn ang="0">
                <a:pos x="connsiteX45764" y="connsiteY45764"/>
              </a:cxn>
              <a:cxn ang="0">
                <a:pos x="connsiteX45765" y="connsiteY45765"/>
              </a:cxn>
              <a:cxn ang="0">
                <a:pos x="connsiteX45766" y="connsiteY45766"/>
              </a:cxn>
              <a:cxn ang="0">
                <a:pos x="connsiteX45767" y="connsiteY45767"/>
              </a:cxn>
              <a:cxn ang="0">
                <a:pos x="connsiteX45768" y="connsiteY45768"/>
              </a:cxn>
              <a:cxn ang="0">
                <a:pos x="connsiteX45769" y="connsiteY45769"/>
              </a:cxn>
              <a:cxn ang="0">
                <a:pos x="connsiteX45770" y="connsiteY45770"/>
              </a:cxn>
              <a:cxn ang="0">
                <a:pos x="connsiteX45771" y="connsiteY45771"/>
              </a:cxn>
              <a:cxn ang="0">
                <a:pos x="connsiteX45772" y="connsiteY45772"/>
              </a:cxn>
              <a:cxn ang="0">
                <a:pos x="connsiteX45773" y="connsiteY45773"/>
              </a:cxn>
              <a:cxn ang="0">
                <a:pos x="connsiteX45774" y="connsiteY45774"/>
              </a:cxn>
              <a:cxn ang="0">
                <a:pos x="connsiteX45775" y="connsiteY45775"/>
              </a:cxn>
              <a:cxn ang="0">
                <a:pos x="connsiteX45776" y="connsiteY45776"/>
              </a:cxn>
              <a:cxn ang="0">
                <a:pos x="connsiteX45777" y="connsiteY45777"/>
              </a:cxn>
              <a:cxn ang="0">
                <a:pos x="connsiteX45778" y="connsiteY45778"/>
              </a:cxn>
              <a:cxn ang="0">
                <a:pos x="connsiteX45779" y="connsiteY45779"/>
              </a:cxn>
              <a:cxn ang="0">
                <a:pos x="connsiteX45780" y="connsiteY45780"/>
              </a:cxn>
              <a:cxn ang="0">
                <a:pos x="connsiteX45781" y="connsiteY45781"/>
              </a:cxn>
              <a:cxn ang="0">
                <a:pos x="connsiteX45782" y="connsiteY45782"/>
              </a:cxn>
              <a:cxn ang="0">
                <a:pos x="connsiteX45783" y="connsiteY45783"/>
              </a:cxn>
              <a:cxn ang="0">
                <a:pos x="connsiteX45784" y="connsiteY45784"/>
              </a:cxn>
              <a:cxn ang="0">
                <a:pos x="connsiteX45785" y="connsiteY45785"/>
              </a:cxn>
              <a:cxn ang="0">
                <a:pos x="connsiteX45786" y="connsiteY45786"/>
              </a:cxn>
              <a:cxn ang="0">
                <a:pos x="connsiteX45787" y="connsiteY45787"/>
              </a:cxn>
              <a:cxn ang="0">
                <a:pos x="connsiteX45788" y="connsiteY45788"/>
              </a:cxn>
              <a:cxn ang="0">
                <a:pos x="connsiteX45789" y="connsiteY45789"/>
              </a:cxn>
              <a:cxn ang="0">
                <a:pos x="connsiteX45790" y="connsiteY45790"/>
              </a:cxn>
              <a:cxn ang="0">
                <a:pos x="connsiteX45791" y="connsiteY45791"/>
              </a:cxn>
              <a:cxn ang="0">
                <a:pos x="connsiteX45792" y="connsiteY45792"/>
              </a:cxn>
              <a:cxn ang="0">
                <a:pos x="connsiteX45793" y="connsiteY45793"/>
              </a:cxn>
              <a:cxn ang="0">
                <a:pos x="connsiteX45794" y="connsiteY45794"/>
              </a:cxn>
              <a:cxn ang="0">
                <a:pos x="connsiteX45795" y="connsiteY45795"/>
              </a:cxn>
              <a:cxn ang="0">
                <a:pos x="connsiteX45796" y="connsiteY45796"/>
              </a:cxn>
              <a:cxn ang="0">
                <a:pos x="connsiteX45797" y="connsiteY45797"/>
              </a:cxn>
              <a:cxn ang="0">
                <a:pos x="connsiteX45798" y="connsiteY45798"/>
              </a:cxn>
              <a:cxn ang="0">
                <a:pos x="connsiteX45799" y="connsiteY45799"/>
              </a:cxn>
              <a:cxn ang="0">
                <a:pos x="connsiteX45800" y="connsiteY45800"/>
              </a:cxn>
              <a:cxn ang="0">
                <a:pos x="connsiteX45801" y="connsiteY45801"/>
              </a:cxn>
              <a:cxn ang="0">
                <a:pos x="connsiteX45802" y="connsiteY45802"/>
              </a:cxn>
              <a:cxn ang="0">
                <a:pos x="connsiteX45803" y="connsiteY45803"/>
              </a:cxn>
              <a:cxn ang="0">
                <a:pos x="connsiteX45804" y="connsiteY45804"/>
              </a:cxn>
              <a:cxn ang="0">
                <a:pos x="connsiteX45805" y="connsiteY45805"/>
              </a:cxn>
              <a:cxn ang="0">
                <a:pos x="connsiteX45806" y="connsiteY45806"/>
              </a:cxn>
              <a:cxn ang="0">
                <a:pos x="connsiteX45807" y="connsiteY45807"/>
              </a:cxn>
              <a:cxn ang="0">
                <a:pos x="connsiteX45808" y="connsiteY45808"/>
              </a:cxn>
              <a:cxn ang="0">
                <a:pos x="connsiteX45809" y="connsiteY45809"/>
              </a:cxn>
              <a:cxn ang="0">
                <a:pos x="connsiteX45810" y="connsiteY45810"/>
              </a:cxn>
              <a:cxn ang="0">
                <a:pos x="connsiteX45811" y="connsiteY45811"/>
              </a:cxn>
              <a:cxn ang="0">
                <a:pos x="connsiteX45812" y="connsiteY45812"/>
              </a:cxn>
              <a:cxn ang="0">
                <a:pos x="connsiteX45813" y="connsiteY45813"/>
              </a:cxn>
              <a:cxn ang="0">
                <a:pos x="connsiteX45814" y="connsiteY45814"/>
              </a:cxn>
              <a:cxn ang="0">
                <a:pos x="connsiteX45815" y="connsiteY45815"/>
              </a:cxn>
              <a:cxn ang="0">
                <a:pos x="connsiteX45816" y="connsiteY45816"/>
              </a:cxn>
              <a:cxn ang="0">
                <a:pos x="connsiteX45817" y="connsiteY45817"/>
              </a:cxn>
              <a:cxn ang="0">
                <a:pos x="connsiteX45818" y="connsiteY45818"/>
              </a:cxn>
              <a:cxn ang="0">
                <a:pos x="connsiteX45819" y="connsiteY45819"/>
              </a:cxn>
              <a:cxn ang="0">
                <a:pos x="connsiteX45820" y="connsiteY45820"/>
              </a:cxn>
              <a:cxn ang="0">
                <a:pos x="connsiteX45821" y="connsiteY45821"/>
              </a:cxn>
              <a:cxn ang="0">
                <a:pos x="connsiteX45822" y="connsiteY45822"/>
              </a:cxn>
              <a:cxn ang="0">
                <a:pos x="connsiteX45823" y="connsiteY45823"/>
              </a:cxn>
              <a:cxn ang="0">
                <a:pos x="connsiteX45824" y="connsiteY45824"/>
              </a:cxn>
              <a:cxn ang="0">
                <a:pos x="connsiteX45825" y="connsiteY45825"/>
              </a:cxn>
              <a:cxn ang="0">
                <a:pos x="connsiteX45826" y="connsiteY45826"/>
              </a:cxn>
              <a:cxn ang="0">
                <a:pos x="connsiteX45827" y="connsiteY45827"/>
              </a:cxn>
              <a:cxn ang="0">
                <a:pos x="connsiteX45828" y="connsiteY45828"/>
              </a:cxn>
              <a:cxn ang="0">
                <a:pos x="connsiteX45829" y="connsiteY45829"/>
              </a:cxn>
              <a:cxn ang="0">
                <a:pos x="connsiteX45830" y="connsiteY45830"/>
              </a:cxn>
              <a:cxn ang="0">
                <a:pos x="connsiteX45831" y="connsiteY45831"/>
              </a:cxn>
              <a:cxn ang="0">
                <a:pos x="connsiteX45832" y="connsiteY45832"/>
              </a:cxn>
              <a:cxn ang="0">
                <a:pos x="connsiteX45833" y="connsiteY45833"/>
              </a:cxn>
              <a:cxn ang="0">
                <a:pos x="connsiteX45834" y="connsiteY45834"/>
              </a:cxn>
              <a:cxn ang="0">
                <a:pos x="connsiteX45835" y="connsiteY45835"/>
              </a:cxn>
              <a:cxn ang="0">
                <a:pos x="connsiteX45836" y="connsiteY45836"/>
              </a:cxn>
              <a:cxn ang="0">
                <a:pos x="connsiteX45837" y="connsiteY45837"/>
              </a:cxn>
              <a:cxn ang="0">
                <a:pos x="connsiteX45838" y="connsiteY45838"/>
              </a:cxn>
              <a:cxn ang="0">
                <a:pos x="connsiteX45839" y="connsiteY45839"/>
              </a:cxn>
              <a:cxn ang="0">
                <a:pos x="connsiteX45840" y="connsiteY45840"/>
              </a:cxn>
              <a:cxn ang="0">
                <a:pos x="connsiteX45841" y="connsiteY45841"/>
              </a:cxn>
              <a:cxn ang="0">
                <a:pos x="connsiteX45842" y="connsiteY45842"/>
              </a:cxn>
              <a:cxn ang="0">
                <a:pos x="connsiteX45843" y="connsiteY45843"/>
              </a:cxn>
              <a:cxn ang="0">
                <a:pos x="connsiteX45844" y="connsiteY45844"/>
              </a:cxn>
              <a:cxn ang="0">
                <a:pos x="connsiteX45845" y="connsiteY45845"/>
              </a:cxn>
              <a:cxn ang="0">
                <a:pos x="connsiteX45846" y="connsiteY45846"/>
              </a:cxn>
              <a:cxn ang="0">
                <a:pos x="connsiteX45847" y="connsiteY45847"/>
              </a:cxn>
              <a:cxn ang="0">
                <a:pos x="connsiteX45848" y="connsiteY45848"/>
              </a:cxn>
              <a:cxn ang="0">
                <a:pos x="connsiteX45849" y="connsiteY45849"/>
              </a:cxn>
              <a:cxn ang="0">
                <a:pos x="connsiteX45850" y="connsiteY45850"/>
              </a:cxn>
              <a:cxn ang="0">
                <a:pos x="connsiteX45851" y="connsiteY45851"/>
              </a:cxn>
              <a:cxn ang="0">
                <a:pos x="connsiteX45852" y="connsiteY45852"/>
              </a:cxn>
              <a:cxn ang="0">
                <a:pos x="connsiteX45853" y="connsiteY45853"/>
              </a:cxn>
              <a:cxn ang="0">
                <a:pos x="connsiteX45854" y="connsiteY45854"/>
              </a:cxn>
              <a:cxn ang="0">
                <a:pos x="connsiteX45855" y="connsiteY45855"/>
              </a:cxn>
              <a:cxn ang="0">
                <a:pos x="connsiteX45856" y="connsiteY45856"/>
              </a:cxn>
              <a:cxn ang="0">
                <a:pos x="connsiteX45857" y="connsiteY45857"/>
              </a:cxn>
              <a:cxn ang="0">
                <a:pos x="connsiteX45858" y="connsiteY45858"/>
              </a:cxn>
              <a:cxn ang="0">
                <a:pos x="connsiteX45859" y="connsiteY45859"/>
              </a:cxn>
              <a:cxn ang="0">
                <a:pos x="connsiteX45860" y="connsiteY45860"/>
              </a:cxn>
              <a:cxn ang="0">
                <a:pos x="connsiteX45861" y="connsiteY45861"/>
              </a:cxn>
              <a:cxn ang="0">
                <a:pos x="connsiteX45862" y="connsiteY45862"/>
              </a:cxn>
              <a:cxn ang="0">
                <a:pos x="connsiteX45863" y="connsiteY45863"/>
              </a:cxn>
              <a:cxn ang="0">
                <a:pos x="connsiteX45864" y="connsiteY45864"/>
              </a:cxn>
              <a:cxn ang="0">
                <a:pos x="connsiteX45865" y="connsiteY45865"/>
              </a:cxn>
              <a:cxn ang="0">
                <a:pos x="connsiteX45866" y="connsiteY45866"/>
              </a:cxn>
              <a:cxn ang="0">
                <a:pos x="connsiteX45867" y="connsiteY45867"/>
              </a:cxn>
              <a:cxn ang="0">
                <a:pos x="connsiteX45868" y="connsiteY45868"/>
              </a:cxn>
              <a:cxn ang="0">
                <a:pos x="connsiteX45869" y="connsiteY45869"/>
              </a:cxn>
              <a:cxn ang="0">
                <a:pos x="connsiteX45870" y="connsiteY45870"/>
              </a:cxn>
              <a:cxn ang="0">
                <a:pos x="connsiteX45871" y="connsiteY45871"/>
              </a:cxn>
              <a:cxn ang="0">
                <a:pos x="connsiteX45872" y="connsiteY45872"/>
              </a:cxn>
              <a:cxn ang="0">
                <a:pos x="connsiteX45873" y="connsiteY45873"/>
              </a:cxn>
              <a:cxn ang="0">
                <a:pos x="connsiteX45874" y="connsiteY45874"/>
              </a:cxn>
              <a:cxn ang="0">
                <a:pos x="connsiteX45875" y="connsiteY45875"/>
              </a:cxn>
              <a:cxn ang="0">
                <a:pos x="connsiteX45876" y="connsiteY45876"/>
              </a:cxn>
              <a:cxn ang="0">
                <a:pos x="connsiteX45877" y="connsiteY45877"/>
              </a:cxn>
              <a:cxn ang="0">
                <a:pos x="connsiteX45878" y="connsiteY45878"/>
              </a:cxn>
              <a:cxn ang="0">
                <a:pos x="connsiteX45879" y="connsiteY45879"/>
              </a:cxn>
              <a:cxn ang="0">
                <a:pos x="connsiteX45880" y="connsiteY45880"/>
              </a:cxn>
              <a:cxn ang="0">
                <a:pos x="connsiteX45881" y="connsiteY45881"/>
              </a:cxn>
              <a:cxn ang="0">
                <a:pos x="connsiteX45882" y="connsiteY45882"/>
              </a:cxn>
              <a:cxn ang="0">
                <a:pos x="connsiteX45883" y="connsiteY45883"/>
              </a:cxn>
              <a:cxn ang="0">
                <a:pos x="connsiteX45884" y="connsiteY45884"/>
              </a:cxn>
              <a:cxn ang="0">
                <a:pos x="connsiteX45885" y="connsiteY45885"/>
              </a:cxn>
              <a:cxn ang="0">
                <a:pos x="connsiteX45886" y="connsiteY45886"/>
              </a:cxn>
              <a:cxn ang="0">
                <a:pos x="connsiteX45887" y="connsiteY45887"/>
              </a:cxn>
              <a:cxn ang="0">
                <a:pos x="connsiteX45888" y="connsiteY45888"/>
              </a:cxn>
              <a:cxn ang="0">
                <a:pos x="connsiteX45889" y="connsiteY45889"/>
              </a:cxn>
              <a:cxn ang="0">
                <a:pos x="connsiteX45890" y="connsiteY45890"/>
              </a:cxn>
              <a:cxn ang="0">
                <a:pos x="connsiteX45891" y="connsiteY45891"/>
              </a:cxn>
              <a:cxn ang="0">
                <a:pos x="connsiteX45892" y="connsiteY45892"/>
              </a:cxn>
              <a:cxn ang="0">
                <a:pos x="connsiteX45893" y="connsiteY45893"/>
              </a:cxn>
              <a:cxn ang="0">
                <a:pos x="connsiteX45894" y="connsiteY45894"/>
              </a:cxn>
              <a:cxn ang="0">
                <a:pos x="connsiteX45895" y="connsiteY45895"/>
              </a:cxn>
              <a:cxn ang="0">
                <a:pos x="connsiteX45896" y="connsiteY45896"/>
              </a:cxn>
              <a:cxn ang="0">
                <a:pos x="connsiteX45897" y="connsiteY45897"/>
              </a:cxn>
              <a:cxn ang="0">
                <a:pos x="connsiteX45898" y="connsiteY45898"/>
              </a:cxn>
              <a:cxn ang="0">
                <a:pos x="connsiteX45899" y="connsiteY45899"/>
              </a:cxn>
              <a:cxn ang="0">
                <a:pos x="connsiteX45900" y="connsiteY45900"/>
              </a:cxn>
              <a:cxn ang="0">
                <a:pos x="connsiteX45901" y="connsiteY45901"/>
              </a:cxn>
              <a:cxn ang="0">
                <a:pos x="connsiteX45902" y="connsiteY45902"/>
              </a:cxn>
              <a:cxn ang="0">
                <a:pos x="connsiteX45903" y="connsiteY45903"/>
              </a:cxn>
              <a:cxn ang="0">
                <a:pos x="connsiteX45904" y="connsiteY45904"/>
              </a:cxn>
              <a:cxn ang="0">
                <a:pos x="connsiteX45905" y="connsiteY45905"/>
              </a:cxn>
              <a:cxn ang="0">
                <a:pos x="connsiteX45906" y="connsiteY45906"/>
              </a:cxn>
              <a:cxn ang="0">
                <a:pos x="connsiteX45907" y="connsiteY45907"/>
              </a:cxn>
              <a:cxn ang="0">
                <a:pos x="connsiteX45908" y="connsiteY45908"/>
              </a:cxn>
              <a:cxn ang="0">
                <a:pos x="connsiteX45909" y="connsiteY45909"/>
              </a:cxn>
              <a:cxn ang="0">
                <a:pos x="connsiteX45910" y="connsiteY45910"/>
              </a:cxn>
              <a:cxn ang="0">
                <a:pos x="connsiteX45911" y="connsiteY45911"/>
              </a:cxn>
              <a:cxn ang="0">
                <a:pos x="connsiteX45912" y="connsiteY45912"/>
              </a:cxn>
              <a:cxn ang="0">
                <a:pos x="connsiteX45913" y="connsiteY45913"/>
              </a:cxn>
              <a:cxn ang="0">
                <a:pos x="connsiteX45914" y="connsiteY45914"/>
              </a:cxn>
              <a:cxn ang="0">
                <a:pos x="connsiteX45915" y="connsiteY45915"/>
              </a:cxn>
              <a:cxn ang="0">
                <a:pos x="connsiteX45916" y="connsiteY45916"/>
              </a:cxn>
              <a:cxn ang="0">
                <a:pos x="connsiteX45917" y="connsiteY45917"/>
              </a:cxn>
              <a:cxn ang="0">
                <a:pos x="connsiteX45918" y="connsiteY45918"/>
              </a:cxn>
              <a:cxn ang="0">
                <a:pos x="connsiteX45919" y="connsiteY45919"/>
              </a:cxn>
              <a:cxn ang="0">
                <a:pos x="connsiteX45920" y="connsiteY45920"/>
              </a:cxn>
              <a:cxn ang="0">
                <a:pos x="connsiteX45921" y="connsiteY45921"/>
              </a:cxn>
              <a:cxn ang="0">
                <a:pos x="connsiteX45922" y="connsiteY45922"/>
              </a:cxn>
              <a:cxn ang="0">
                <a:pos x="connsiteX45923" y="connsiteY45923"/>
              </a:cxn>
              <a:cxn ang="0">
                <a:pos x="connsiteX45924" y="connsiteY45924"/>
              </a:cxn>
              <a:cxn ang="0">
                <a:pos x="connsiteX45925" y="connsiteY45925"/>
              </a:cxn>
              <a:cxn ang="0">
                <a:pos x="connsiteX45926" y="connsiteY45926"/>
              </a:cxn>
              <a:cxn ang="0">
                <a:pos x="connsiteX45927" y="connsiteY45927"/>
              </a:cxn>
              <a:cxn ang="0">
                <a:pos x="connsiteX45928" y="connsiteY45928"/>
              </a:cxn>
              <a:cxn ang="0">
                <a:pos x="connsiteX45929" y="connsiteY45929"/>
              </a:cxn>
              <a:cxn ang="0">
                <a:pos x="connsiteX45930" y="connsiteY45930"/>
              </a:cxn>
              <a:cxn ang="0">
                <a:pos x="connsiteX45931" y="connsiteY45931"/>
              </a:cxn>
              <a:cxn ang="0">
                <a:pos x="connsiteX45932" y="connsiteY45932"/>
              </a:cxn>
              <a:cxn ang="0">
                <a:pos x="connsiteX45933" y="connsiteY45933"/>
              </a:cxn>
              <a:cxn ang="0">
                <a:pos x="connsiteX45934" y="connsiteY45934"/>
              </a:cxn>
              <a:cxn ang="0">
                <a:pos x="connsiteX45935" y="connsiteY45935"/>
              </a:cxn>
              <a:cxn ang="0">
                <a:pos x="connsiteX45936" y="connsiteY45936"/>
              </a:cxn>
              <a:cxn ang="0">
                <a:pos x="connsiteX45937" y="connsiteY45937"/>
              </a:cxn>
              <a:cxn ang="0">
                <a:pos x="connsiteX45938" y="connsiteY45938"/>
              </a:cxn>
              <a:cxn ang="0">
                <a:pos x="connsiteX45939" y="connsiteY45939"/>
              </a:cxn>
              <a:cxn ang="0">
                <a:pos x="connsiteX45940" y="connsiteY45940"/>
              </a:cxn>
              <a:cxn ang="0">
                <a:pos x="connsiteX45941" y="connsiteY45941"/>
              </a:cxn>
              <a:cxn ang="0">
                <a:pos x="connsiteX45942" y="connsiteY45942"/>
              </a:cxn>
              <a:cxn ang="0">
                <a:pos x="connsiteX45943" y="connsiteY45943"/>
              </a:cxn>
              <a:cxn ang="0">
                <a:pos x="connsiteX45944" y="connsiteY45944"/>
              </a:cxn>
              <a:cxn ang="0">
                <a:pos x="connsiteX45945" y="connsiteY45945"/>
              </a:cxn>
              <a:cxn ang="0">
                <a:pos x="connsiteX45946" y="connsiteY45946"/>
              </a:cxn>
              <a:cxn ang="0">
                <a:pos x="connsiteX45947" y="connsiteY45947"/>
              </a:cxn>
              <a:cxn ang="0">
                <a:pos x="connsiteX45948" y="connsiteY45948"/>
              </a:cxn>
              <a:cxn ang="0">
                <a:pos x="connsiteX45949" y="connsiteY45949"/>
              </a:cxn>
              <a:cxn ang="0">
                <a:pos x="connsiteX45950" y="connsiteY45950"/>
              </a:cxn>
              <a:cxn ang="0">
                <a:pos x="connsiteX45951" y="connsiteY45951"/>
              </a:cxn>
              <a:cxn ang="0">
                <a:pos x="connsiteX45952" y="connsiteY45952"/>
              </a:cxn>
              <a:cxn ang="0">
                <a:pos x="connsiteX45953" y="connsiteY45953"/>
              </a:cxn>
              <a:cxn ang="0">
                <a:pos x="connsiteX45954" y="connsiteY45954"/>
              </a:cxn>
              <a:cxn ang="0">
                <a:pos x="connsiteX45955" y="connsiteY45955"/>
              </a:cxn>
              <a:cxn ang="0">
                <a:pos x="connsiteX45956" y="connsiteY45956"/>
              </a:cxn>
              <a:cxn ang="0">
                <a:pos x="connsiteX45957" y="connsiteY45957"/>
              </a:cxn>
              <a:cxn ang="0">
                <a:pos x="connsiteX45958" y="connsiteY45958"/>
              </a:cxn>
              <a:cxn ang="0">
                <a:pos x="connsiteX45959" y="connsiteY45959"/>
              </a:cxn>
              <a:cxn ang="0">
                <a:pos x="connsiteX45960" y="connsiteY45960"/>
              </a:cxn>
              <a:cxn ang="0">
                <a:pos x="connsiteX45961" y="connsiteY45961"/>
              </a:cxn>
              <a:cxn ang="0">
                <a:pos x="connsiteX45962" y="connsiteY45962"/>
              </a:cxn>
              <a:cxn ang="0">
                <a:pos x="connsiteX45963" y="connsiteY45963"/>
              </a:cxn>
              <a:cxn ang="0">
                <a:pos x="connsiteX45964" y="connsiteY45964"/>
              </a:cxn>
              <a:cxn ang="0">
                <a:pos x="connsiteX45965" y="connsiteY45965"/>
              </a:cxn>
              <a:cxn ang="0">
                <a:pos x="connsiteX45966" y="connsiteY45966"/>
              </a:cxn>
              <a:cxn ang="0">
                <a:pos x="connsiteX45967" y="connsiteY45967"/>
              </a:cxn>
              <a:cxn ang="0">
                <a:pos x="connsiteX45968" y="connsiteY45968"/>
              </a:cxn>
              <a:cxn ang="0">
                <a:pos x="connsiteX45969" y="connsiteY45969"/>
              </a:cxn>
              <a:cxn ang="0">
                <a:pos x="connsiteX45970" y="connsiteY45970"/>
              </a:cxn>
              <a:cxn ang="0">
                <a:pos x="connsiteX45971" y="connsiteY45971"/>
              </a:cxn>
              <a:cxn ang="0">
                <a:pos x="connsiteX45972" y="connsiteY45972"/>
              </a:cxn>
              <a:cxn ang="0">
                <a:pos x="connsiteX45973" y="connsiteY45973"/>
              </a:cxn>
              <a:cxn ang="0">
                <a:pos x="connsiteX45974" y="connsiteY45974"/>
              </a:cxn>
              <a:cxn ang="0">
                <a:pos x="connsiteX45975" y="connsiteY45975"/>
              </a:cxn>
              <a:cxn ang="0">
                <a:pos x="connsiteX45976" y="connsiteY45976"/>
              </a:cxn>
              <a:cxn ang="0">
                <a:pos x="connsiteX45977" y="connsiteY45977"/>
              </a:cxn>
              <a:cxn ang="0">
                <a:pos x="connsiteX45978" y="connsiteY45978"/>
              </a:cxn>
              <a:cxn ang="0">
                <a:pos x="connsiteX45979" y="connsiteY45979"/>
              </a:cxn>
              <a:cxn ang="0">
                <a:pos x="connsiteX45980" y="connsiteY45980"/>
              </a:cxn>
              <a:cxn ang="0">
                <a:pos x="connsiteX45981" y="connsiteY45981"/>
              </a:cxn>
              <a:cxn ang="0">
                <a:pos x="connsiteX45982" y="connsiteY45982"/>
              </a:cxn>
              <a:cxn ang="0">
                <a:pos x="connsiteX45983" y="connsiteY45983"/>
              </a:cxn>
              <a:cxn ang="0">
                <a:pos x="connsiteX45984" y="connsiteY45984"/>
              </a:cxn>
              <a:cxn ang="0">
                <a:pos x="connsiteX45985" y="connsiteY45985"/>
              </a:cxn>
              <a:cxn ang="0">
                <a:pos x="connsiteX45986" y="connsiteY45986"/>
              </a:cxn>
              <a:cxn ang="0">
                <a:pos x="connsiteX45987" y="connsiteY45987"/>
              </a:cxn>
              <a:cxn ang="0">
                <a:pos x="connsiteX45988" y="connsiteY45988"/>
              </a:cxn>
              <a:cxn ang="0">
                <a:pos x="connsiteX45989" y="connsiteY45989"/>
              </a:cxn>
              <a:cxn ang="0">
                <a:pos x="connsiteX45990" y="connsiteY45990"/>
              </a:cxn>
              <a:cxn ang="0">
                <a:pos x="connsiteX45991" y="connsiteY45991"/>
              </a:cxn>
              <a:cxn ang="0">
                <a:pos x="connsiteX45992" y="connsiteY45992"/>
              </a:cxn>
              <a:cxn ang="0">
                <a:pos x="connsiteX45993" y="connsiteY45993"/>
              </a:cxn>
              <a:cxn ang="0">
                <a:pos x="connsiteX45994" y="connsiteY45994"/>
              </a:cxn>
              <a:cxn ang="0">
                <a:pos x="connsiteX45995" y="connsiteY45995"/>
              </a:cxn>
              <a:cxn ang="0">
                <a:pos x="connsiteX45996" y="connsiteY45996"/>
              </a:cxn>
              <a:cxn ang="0">
                <a:pos x="connsiteX45997" y="connsiteY45997"/>
              </a:cxn>
              <a:cxn ang="0">
                <a:pos x="connsiteX45998" y="connsiteY45998"/>
              </a:cxn>
              <a:cxn ang="0">
                <a:pos x="connsiteX45999" y="connsiteY45999"/>
              </a:cxn>
              <a:cxn ang="0">
                <a:pos x="connsiteX46000" y="connsiteY46000"/>
              </a:cxn>
              <a:cxn ang="0">
                <a:pos x="connsiteX46001" y="connsiteY46001"/>
              </a:cxn>
              <a:cxn ang="0">
                <a:pos x="connsiteX46002" y="connsiteY46002"/>
              </a:cxn>
              <a:cxn ang="0">
                <a:pos x="connsiteX46003" y="connsiteY46003"/>
              </a:cxn>
              <a:cxn ang="0">
                <a:pos x="connsiteX46004" y="connsiteY46004"/>
              </a:cxn>
              <a:cxn ang="0">
                <a:pos x="connsiteX46005" y="connsiteY46005"/>
              </a:cxn>
              <a:cxn ang="0">
                <a:pos x="connsiteX46006" y="connsiteY46006"/>
              </a:cxn>
              <a:cxn ang="0">
                <a:pos x="connsiteX46007" y="connsiteY46007"/>
              </a:cxn>
              <a:cxn ang="0">
                <a:pos x="connsiteX46008" y="connsiteY46008"/>
              </a:cxn>
              <a:cxn ang="0">
                <a:pos x="connsiteX46009" y="connsiteY46009"/>
              </a:cxn>
              <a:cxn ang="0">
                <a:pos x="connsiteX46010" y="connsiteY46010"/>
              </a:cxn>
              <a:cxn ang="0">
                <a:pos x="connsiteX46011" y="connsiteY46011"/>
              </a:cxn>
              <a:cxn ang="0">
                <a:pos x="connsiteX46012" y="connsiteY46012"/>
              </a:cxn>
              <a:cxn ang="0">
                <a:pos x="connsiteX46013" y="connsiteY46013"/>
              </a:cxn>
              <a:cxn ang="0">
                <a:pos x="connsiteX46014" y="connsiteY46014"/>
              </a:cxn>
              <a:cxn ang="0">
                <a:pos x="connsiteX46015" y="connsiteY46015"/>
              </a:cxn>
              <a:cxn ang="0">
                <a:pos x="connsiteX46016" y="connsiteY46016"/>
              </a:cxn>
              <a:cxn ang="0">
                <a:pos x="connsiteX46017" y="connsiteY46017"/>
              </a:cxn>
              <a:cxn ang="0">
                <a:pos x="connsiteX46018" y="connsiteY46018"/>
              </a:cxn>
              <a:cxn ang="0">
                <a:pos x="connsiteX46019" y="connsiteY46019"/>
              </a:cxn>
              <a:cxn ang="0">
                <a:pos x="connsiteX46020" y="connsiteY46020"/>
              </a:cxn>
              <a:cxn ang="0">
                <a:pos x="connsiteX46021" y="connsiteY46021"/>
              </a:cxn>
              <a:cxn ang="0">
                <a:pos x="connsiteX46022" y="connsiteY46022"/>
              </a:cxn>
              <a:cxn ang="0">
                <a:pos x="connsiteX46023" y="connsiteY46023"/>
              </a:cxn>
              <a:cxn ang="0">
                <a:pos x="connsiteX46024" y="connsiteY46024"/>
              </a:cxn>
              <a:cxn ang="0">
                <a:pos x="connsiteX46025" y="connsiteY46025"/>
              </a:cxn>
              <a:cxn ang="0">
                <a:pos x="connsiteX46026" y="connsiteY46026"/>
              </a:cxn>
              <a:cxn ang="0">
                <a:pos x="connsiteX46027" y="connsiteY46027"/>
              </a:cxn>
              <a:cxn ang="0">
                <a:pos x="connsiteX46028" y="connsiteY46028"/>
              </a:cxn>
              <a:cxn ang="0">
                <a:pos x="connsiteX46029" y="connsiteY46029"/>
              </a:cxn>
              <a:cxn ang="0">
                <a:pos x="connsiteX46030" y="connsiteY46030"/>
              </a:cxn>
              <a:cxn ang="0">
                <a:pos x="connsiteX46031" y="connsiteY46031"/>
              </a:cxn>
              <a:cxn ang="0">
                <a:pos x="connsiteX46032" y="connsiteY46032"/>
              </a:cxn>
              <a:cxn ang="0">
                <a:pos x="connsiteX46033" y="connsiteY46033"/>
              </a:cxn>
              <a:cxn ang="0">
                <a:pos x="connsiteX46034" y="connsiteY46034"/>
              </a:cxn>
              <a:cxn ang="0">
                <a:pos x="connsiteX46035" y="connsiteY46035"/>
              </a:cxn>
              <a:cxn ang="0">
                <a:pos x="connsiteX46036" y="connsiteY46036"/>
              </a:cxn>
              <a:cxn ang="0">
                <a:pos x="connsiteX46037" y="connsiteY46037"/>
              </a:cxn>
              <a:cxn ang="0">
                <a:pos x="connsiteX46038" y="connsiteY46038"/>
              </a:cxn>
              <a:cxn ang="0">
                <a:pos x="connsiteX46039" y="connsiteY46039"/>
              </a:cxn>
              <a:cxn ang="0">
                <a:pos x="connsiteX46040" y="connsiteY46040"/>
              </a:cxn>
              <a:cxn ang="0">
                <a:pos x="connsiteX46041" y="connsiteY46041"/>
              </a:cxn>
              <a:cxn ang="0">
                <a:pos x="connsiteX46042" y="connsiteY46042"/>
              </a:cxn>
              <a:cxn ang="0">
                <a:pos x="connsiteX46043" y="connsiteY46043"/>
              </a:cxn>
              <a:cxn ang="0">
                <a:pos x="connsiteX46044" y="connsiteY46044"/>
              </a:cxn>
              <a:cxn ang="0">
                <a:pos x="connsiteX46045" y="connsiteY46045"/>
              </a:cxn>
              <a:cxn ang="0">
                <a:pos x="connsiteX46046" y="connsiteY46046"/>
              </a:cxn>
              <a:cxn ang="0">
                <a:pos x="connsiteX46047" y="connsiteY46047"/>
              </a:cxn>
              <a:cxn ang="0">
                <a:pos x="connsiteX46048" y="connsiteY46048"/>
              </a:cxn>
              <a:cxn ang="0">
                <a:pos x="connsiteX46049" y="connsiteY46049"/>
              </a:cxn>
              <a:cxn ang="0">
                <a:pos x="connsiteX46050" y="connsiteY46050"/>
              </a:cxn>
              <a:cxn ang="0">
                <a:pos x="connsiteX46051" y="connsiteY46051"/>
              </a:cxn>
              <a:cxn ang="0">
                <a:pos x="connsiteX46052" y="connsiteY46052"/>
              </a:cxn>
              <a:cxn ang="0">
                <a:pos x="connsiteX46053" y="connsiteY46053"/>
              </a:cxn>
              <a:cxn ang="0">
                <a:pos x="connsiteX46054" y="connsiteY46054"/>
              </a:cxn>
              <a:cxn ang="0">
                <a:pos x="connsiteX46055" y="connsiteY46055"/>
              </a:cxn>
              <a:cxn ang="0">
                <a:pos x="connsiteX46056" y="connsiteY46056"/>
              </a:cxn>
              <a:cxn ang="0">
                <a:pos x="connsiteX46057" y="connsiteY46057"/>
              </a:cxn>
              <a:cxn ang="0">
                <a:pos x="connsiteX46058" y="connsiteY46058"/>
              </a:cxn>
              <a:cxn ang="0">
                <a:pos x="connsiteX46059" y="connsiteY46059"/>
              </a:cxn>
              <a:cxn ang="0">
                <a:pos x="connsiteX46060" y="connsiteY46060"/>
              </a:cxn>
              <a:cxn ang="0">
                <a:pos x="connsiteX46061" y="connsiteY46061"/>
              </a:cxn>
              <a:cxn ang="0">
                <a:pos x="connsiteX46062" y="connsiteY46062"/>
              </a:cxn>
              <a:cxn ang="0">
                <a:pos x="connsiteX46063" y="connsiteY46063"/>
              </a:cxn>
              <a:cxn ang="0">
                <a:pos x="connsiteX46064" y="connsiteY46064"/>
              </a:cxn>
              <a:cxn ang="0">
                <a:pos x="connsiteX46065" y="connsiteY46065"/>
              </a:cxn>
              <a:cxn ang="0">
                <a:pos x="connsiteX46066" y="connsiteY46066"/>
              </a:cxn>
              <a:cxn ang="0">
                <a:pos x="connsiteX46067" y="connsiteY46067"/>
              </a:cxn>
              <a:cxn ang="0">
                <a:pos x="connsiteX46068" y="connsiteY46068"/>
              </a:cxn>
              <a:cxn ang="0">
                <a:pos x="connsiteX46069" y="connsiteY46069"/>
              </a:cxn>
              <a:cxn ang="0">
                <a:pos x="connsiteX46070" y="connsiteY46070"/>
              </a:cxn>
              <a:cxn ang="0">
                <a:pos x="connsiteX46071" y="connsiteY46071"/>
              </a:cxn>
              <a:cxn ang="0">
                <a:pos x="connsiteX46072" y="connsiteY46072"/>
              </a:cxn>
              <a:cxn ang="0">
                <a:pos x="connsiteX46073" y="connsiteY46073"/>
              </a:cxn>
              <a:cxn ang="0">
                <a:pos x="connsiteX46074" y="connsiteY46074"/>
              </a:cxn>
              <a:cxn ang="0">
                <a:pos x="connsiteX46075" y="connsiteY46075"/>
              </a:cxn>
              <a:cxn ang="0">
                <a:pos x="connsiteX46076" y="connsiteY46076"/>
              </a:cxn>
              <a:cxn ang="0">
                <a:pos x="connsiteX46077" y="connsiteY46077"/>
              </a:cxn>
              <a:cxn ang="0">
                <a:pos x="connsiteX46078" y="connsiteY46078"/>
              </a:cxn>
              <a:cxn ang="0">
                <a:pos x="connsiteX46079" y="connsiteY46079"/>
              </a:cxn>
              <a:cxn ang="0">
                <a:pos x="connsiteX46080" y="connsiteY46080"/>
              </a:cxn>
              <a:cxn ang="0">
                <a:pos x="connsiteX46081" y="connsiteY46081"/>
              </a:cxn>
              <a:cxn ang="0">
                <a:pos x="connsiteX46082" y="connsiteY46082"/>
              </a:cxn>
              <a:cxn ang="0">
                <a:pos x="connsiteX46083" y="connsiteY46083"/>
              </a:cxn>
              <a:cxn ang="0">
                <a:pos x="connsiteX46084" y="connsiteY46084"/>
              </a:cxn>
              <a:cxn ang="0">
                <a:pos x="connsiteX46085" y="connsiteY46085"/>
              </a:cxn>
              <a:cxn ang="0">
                <a:pos x="connsiteX46086" y="connsiteY46086"/>
              </a:cxn>
              <a:cxn ang="0">
                <a:pos x="connsiteX46087" y="connsiteY46087"/>
              </a:cxn>
              <a:cxn ang="0">
                <a:pos x="connsiteX46088" y="connsiteY46088"/>
              </a:cxn>
              <a:cxn ang="0">
                <a:pos x="connsiteX46089" y="connsiteY46089"/>
              </a:cxn>
              <a:cxn ang="0">
                <a:pos x="connsiteX46090" y="connsiteY46090"/>
              </a:cxn>
              <a:cxn ang="0">
                <a:pos x="connsiteX46091" y="connsiteY46091"/>
              </a:cxn>
              <a:cxn ang="0">
                <a:pos x="connsiteX46092" y="connsiteY46092"/>
              </a:cxn>
              <a:cxn ang="0">
                <a:pos x="connsiteX46093" y="connsiteY46093"/>
              </a:cxn>
              <a:cxn ang="0">
                <a:pos x="connsiteX46094" y="connsiteY46094"/>
              </a:cxn>
              <a:cxn ang="0">
                <a:pos x="connsiteX46095" y="connsiteY46095"/>
              </a:cxn>
              <a:cxn ang="0">
                <a:pos x="connsiteX46096" y="connsiteY46096"/>
              </a:cxn>
              <a:cxn ang="0">
                <a:pos x="connsiteX46097" y="connsiteY46097"/>
              </a:cxn>
              <a:cxn ang="0">
                <a:pos x="connsiteX46098" y="connsiteY46098"/>
              </a:cxn>
              <a:cxn ang="0">
                <a:pos x="connsiteX46099" y="connsiteY46099"/>
              </a:cxn>
              <a:cxn ang="0">
                <a:pos x="connsiteX46100" y="connsiteY46100"/>
              </a:cxn>
              <a:cxn ang="0">
                <a:pos x="connsiteX46101" y="connsiteY46101"/>
              </a:cxn>
              <a:cxn ang="0">
                <a:pos x="connsiteX46102" y="connsiteY46102"/>
              </a:cxn>
              <a:cxn ang="0">
                <a:pos x="connsiteX46103" y="connsiteY46103"/>
              </a:cxn>
              <a:cxn ang="0">
                <a:pos x="connsiteX46104" y="connsiteY46104"/>
              </a:cxn>
              <a:cxn ang="0">
                <a:pos x="connsiteX46105" y="connsiteY46105"/>
              </a:cxn>
              <a:cxn ang="0">
                <a:pos x="connsiteX46106" y="connsiteY46106"/>
              </a:cxn>
              <a:cxn ang="0">
                <a:pos x="connsiteX46107" y="connsiteY46107"/>
              </a:cxn>
              <a:cxn ang="0">
                <a:pos x="connsiteX46108" y="connsiteY46108"/>
              </a:cxn>
              <a:cxn ang="0">
                <a:pos x="connsiteX46109" y="connsiteY46109"/>
              </a:cxn>
              <a:cxn ang="0">
                <a:pos x="connsiteX46110" y="connsiteY46110"/>
              </a:cxn>
              <a:cxn ang="0">
                <a:pos x="connsiteX46111" y="connsiteY46111"/>
              </a:cxn>
              <a:cxn ang="0">
                <a:pos x="connsiteX46112" y="connsiteY46112"/>
              </a:cxn>
              <a:cxn ang="0">
                <a:pos x="connsiteX46113" y="connsiteY46113"/>
              </a:cxn>
              <a:cxn ang="0">
                <a:pos x="connsiteX46114" y="connsiteY46114"/>
              </a:cxn>
              <a:cxn ang="0">
                <a:pos x="connsiteX46115" y="connsiteY46115"/>
              </a:cxn>
              <a:cxn ang="0">
                <a:pos x="connsiteX46116" y="connsiteY46116"/>
              </a:cxn>
              <a:cxn ang="0">
                <a:pos x="connsiteX46117" y="connsiteY46117"/>
              </a:cxn>
              <a:cxn ang="0">
                <a:pos x="connsiteX46118" y="connsiteY46118"/>
              </a:cxn>
              <a:cxn ang="0">
                <a:pos x="connsiteX46119" y="connsiteY46119"/>
              </a:cxn>
              <a:cxn ang="0">
                <a:pos x="connsiteX46120" y="connsiteY46120"/>
              </a:cxn>
              <a:cxn ang="0">
                <a:pos x="connsiteX46121" y="connsiteY46121"/>
              </a:cxn>
              <a:cxn ang="0">
                <a:pos x="connsiteX46122" y="connsiteY46122"/>
              </a:cxn>
              <a:cxn ang="0">
                <a:pos x="connsiteX46123" y="connsiteY46123"/>
              </a:cxn>
              <a:cxn ang="0">
                <a:pos x="connsiteX46124" y="connsiteY46124"/>
              </a:cxn>
              <a:cxn ang="0">
                <a:pos x="connsiteX46125" y="connsiteY46125"/>
              </a:cxn>
              <a:cxn ang="0">
                <a:pos x="connsiteX46126" y="connsiteY46126"/>
              </a:cxn>
              <a:cxn ang="0">
                <a:pos x="connsiteX46127" y="connsiteY46127"/>
              </a:cxn>
              <a:cxn ang="0">
                <a:pos x="connsiteX46128" y="connsiteY46128"/>
              </a:cxn>
              <a:cxn ang="0">
                <a:pos x="connsiteX46129" y="connsiteY46129"/>
              </a:cxn>
              <a:cxn ang="0">
                <a:pos x="connsiteX46130" y="connsiteY46130"/>
              </a:cxn>
              <a:cxn ang="0">
                <a:pos x="connsiteX46131" y="connsiteY46131"/>
              </a:cxn>
              <a:cxn ang="0">
                <a:pos x="connsiteX46132" y="connsiteY46132"/>
              </a:cxn>
              <a:cxn ang="0">
                <a:pos x="connsiteX46133" y="connsiteY46133"/>
              </a:cxn>
              <a:cxn ang="0">
                <a:pos x="connsiteX46134" y="connsiteY46134"/>
              </a:cxn>
              <a:cxn ang="0">
                <a:pos x="connsiteX46135" y="connsiteY46135"/>
              </a:cxn>
              <a:cxn ang="0">
                <a:pos x="connsiteX46136" y="connsiteY46136"/>
              </a:cxn>
              <a:cxn ang="0">
                <a:pos x="connsiteX46137" y="connsiteY46137"/>
              </a:cxn>
              <a:cxn ang="0">
                <a:pos x="connsiteX46138" y="connsiteY46138"/>
              </a:cxn>
              <a:cxn ang="0">
                <a:pos x="connsiteX46139" y="connsiteY46139"/>
              </a:cxn>
              <a:cxn ang="0">
                <a:pos x="connsiteX46140" y="connsiteY46140"/>
              </a:cxn>
              <a:cxn ang="0">
                <a:pos x="connsiteX46141" y="connsiteY46141"/>
              </a:cxn>
              <a:cxn ang="0">
                <a:pos x="connsiteX46142" y="connsiteY46142"/>
              </a:cxn>
              <a:cxn ang="0">
                <a:pos x="connsiteX46143" y="connsiteY46143"/>
              </a:cxn>
              <a:cxn ang="0">
                <a:pos x="connsiteX46144" y="connsiteY46144"/>
              </a:cxn>
              <a:cxn ang="0">
                <a:pos x="connsiteX46145" y="connsiteY46145"/>
              </a:cxn>
              <a:cxn ang="0">
                <a:pos x="connsiteX46146" y="connsiteY46146"/>
              </a:cxn>
              <a:cxn ang="0">
                <a:pos x="connsiteX46147" y="connsiteY46147"/>
              </a:cxn>
              <a:cxn ang="0">
                <a:pos x="connsiteX46148" y="connsiteY46148"/>
              </a:cxn>
              <a:cxn ang="0">
                <a:pos x="connsiteX46149" y="connsiteY46149"/>
              </a:cxn>
              <a:cxn ang="0">
                <a:pos x="connsiteX46150" y="connsiteY46150"/>
              </a:cxn>
              <a:cxn ang="0">
                <a:pos x="connsiteX46151" y="connsiteY46151"/>
              </a:cxn>
              <a:cxn ang="0">
                <a:pos x="connsiteX46152" y="connsiteY46152"/>
              </a:cxn>
              <a:cxn ang="0">
                <a:pos x="connsiteX46153" y="connsiteY46153"/>
              </a:cxn>
              <a:cxn ang="0">
                <a:pos x="connsiteX46154" y="connsiteY46154"/>
              </a:cxn>
              <a:cxn ang="0">
                <a:pos x="connsiteX46155" y="connsiteY46155"/>
              </a:cxn>
              <a:cxn ang="0">
                <a:pos x="connsiteX46156" y="connsiteY46156"/>
              </a:cxn>
              <a:cxn ang="0">
                <a:pos x="connsiteX46157" y="connsiteY46157"/>
              </a:cxn>
              <a:cxn ang="0">
                <a:pos x="connsiteX46158" y="connsiteY46158"/>
              </a:cxn>
              <a:cxn ang="0">
                <a:pos x="connsiteX46159" y="connsiteY46159"/>
              </a:cxn>
              <a:cxn ang="0">
                <a:pos x="connsiteX46160" y="connsiteY46160"/>
              </a:cxn>
              <a:cxn ang="0">
                <a:pos x="connsiteX46161" y="connsiteY46161"/>
              </a:cxn>
              <a:cxn ang="0">
                <a:pos x="connsiteX46162" y="connsiteY46162"/>
              </a:cxn>
              <a:cxn ang="0">
                <a:pos x="connsiteX46163" y="connsiteY46163"/>
              </a:cxn>
              <a:cxn ang="0">
                <a:pos x="connsiteX46164" y="connsiteY46164"/>
              </a:cxn>
              <a:cxn ang="0">
                <a:pos x="connsiteX46165" y="connsiteY46165"/>
              </a:cxn>
              <a:cxn ang="0">
                <a:pos x="connsiteX46166" y="connsiteY46166"/>
              </a:cxn>
              <a:cxn ang="0">
                <a:pos x="connsiteX46167" y="connsiteY46167"/>
              </a:cxn>
              <a:cxn ang="0">
                <a:pos x="connsiteX46168" y="connsiteY46168"/>
              </a:cxn>
              <a:cxn ang="0">
                <a:pos x="connsiteX46169" y="connsiteY46169"/>
              </a:cxn>
              <a:cxn ang="0">
                <a:pos x="connsiteX46170" y="connsiteY46170"/>
              </a:cxn>
              <a:cxn ang="0">
                <a:pos x="connsiteX46171" y="connsiteY46171"/>
              </a:cxn>
              <a:cxn ang="0">
                <a:pos x="connsiteX46172" y="connsiteY46172"/>
              </a:cxn>
              <a:cxn ang="0">
                <a:pos x="connsiteX46173" y="connsiteY46173"/>
              </a:cxn>
              <a:cxn ang="0">
                <a:pos x="connsiteX46174" y="connsiteY46174"/>
              </a:cxn>
              <a:cxn ang="0">
                <a:pos x="connsiteX46175" y="connsiteY46175"/>
              </a:cxn>
              <a:cxn ang="0">
                <a:pos x="connsiteX46176" y="connsiteY46176"/>
              </a:cxn>
              <a:cxn ang="0">
                <a:pos x="connsiteX46177" y="connsiteY46177"/>
              </a:cxn>
              <a:cxn ang="0">
                <a:pos x="connsiteX46178" y="connsiteY46178"/>
              </a:cxn>
              <a:cxn ang="0">
                <a:pos x="connsiteX46179" y="connsiteY46179"/>
              </a:cxn>
              <a:cxn ang="0">
                <a:pos x="connsiteX46180" y="connsiteY46180"/>
              </a:cxn>
              <a:cxn ang="0">
                <a:pos x="connsiteX46181" y="connsiteY46181"/>
              </a:cxn>
              <a:cxn ang="0">
                <a:pos x="connsiteX46182" y="connsiteY46182"/>
              </a:cxn>
              <a:cxn ang="0">
                <a:pos x="connsiteX46183" y="connsiteY46183"/>
              </a:cxn>
              <a:cxn ang="0">
                <a:pos x="connsiteX46184" y="connsiteY46184"/>
              </a:cxn>
              <a:cxn ang="0">
                <a:pos x="connsiteX46185" y="connsiteY46185"/>
              </a:cxn>
              <a:cxn ang="0">
                <a:pos x="connsiteX46186" y="connsiteY46186"/>
              </a:cxn>
              <a:cxn ang="0">
                <a:pos x="connsiteX46187" y="connsiteY46187"/>
              </a:cxn>
              <a:cxn ang="0">
                <a:pos x="connsiteX46188" y="connsiteY46188"/>
              </a:cxn>
              <a:cxn ang="0">
                <a:pos x="connsiteX46189" y="connsiteY46189"/>
              </a:cxn>
              <a:cxn ang="0">
                <a:pos x="connsiteX46190" y="connsiteY46190"/>
              </a:cxn>
              <a:cxn ang="0">
                <a:pos x="connsiteX46191" y="connsiteY46191"/>
              </a:cxn>
              <a:cxn ang="0">
                <a:pos x="connsiteX46192" y="connsiteY46192"/>
              </a:cxn>
              <a:cxn ang="0">
                <a:pos x="connsiteX46193" y="connsiteY46193"/>
              </a:cxn>
              <a:cxn ang="0">
                <a:pos x="connsiteX46194" y="connsiteY46194"/>
              </a:cxn>
              <a:cxn ang="0">
                <a:pos x="connsiteX46195" y="connsiteY46195"/>
              </a:cxn>
              <a:cxn ang="0">
                <a:pos x="connsiteX46196" y="connsiteY46196"/>
              </a:cxn>
              <a:cxn ang="0">
                <a:pos x="connsiteX46197" y="connsiteY46197"/>
              </a:cxn>
              <a:cxn ang="0">
                <a:pos x="connsiteX46198" y="connsiteY46198"/>
              </a:cxn>
              <a:cxn ang="0">
                <a:pos x="connsiteX46199" y="connsiteY46199"/>
              </a:cxn>
              <a:cxn ang="0">
                <a:pos x="connsiteX46200" y="connsiteY46200"/>
              </a:cxn>
              <a:cxn ang="0">
                <a:pos x="connsiteX46201" y="connsiteY46201"/>
              </a:cxn>
              <a:cxn ang="0">
                <a:pos x="connsiteX46202" y="connsiteY46202"/>
              </a:cxn>
              <a:cxn ang="0">
                <a:pos x="connsiteX46203" y="connsiteY46203"/>
              </a:cxn>
              <a:cxn ang="0">
                <a:pos x="connsiteX46204" y="connsiteY46204"/>
              </a:cxn>
              <a:cxn ang="0">
                <a:pos x="connsiteX46205" y="connsiteY46205"/>
              </a:cxn>
              <a:cxn ang="0">
                <a:pos x="connsiteX46206" y="connsiteY46206"/>
              </a:cxn>
              <a:cxn ang="0">
                <a:pos x="connsiteX46207" y="connsiteY46207"/>
              </a:cxn>
              <a:cxn ang="0">
                <a:pos x="connsiteX46208" y="connsiteY46208"/>
              </a:cxn>
              <a:cxn ang="0">
                <a:pos x="connsiteX46209" y="connsiteY46209"/>
              </a:cxn>
              <a:cxn ang="0">
                <a:pos x="connsiteX46210" y="connsiteY46210"/>
              </a:cxn>
              <a:cxn ang="0">
                <a:pos x="connsiteX46211" y="connsiteY46211"/>
              </a:cxn>
              <a:cxn ang="0">
                <a:pos x="connsiteX46212" y="connsiteY46212"/>
              </a:cxn>
              <a:cxn ang="0">
                <a:pos x="connsiteX46213" y="connsiteY46213"/>
              </a:cxn>
              <a:cxn ang="0">
                <a:pos x="connsiteX46214" y="connsiteY46214"/>
              </a:cxn>
              <a:cxn ang="0">
                <a:pos x="connsiteX46215" y="connsiteY46215"/>
              </a:cxn>
              <a:cxn ang="0">
                <a:pos x="connsiteX46216" y="connsiteY46216"/>
              </a:cxn>
              <a:cxn ang="0">
                <a:pos x="connsiteX46217" y="connsiteY46217"/>
              </a:cxn>
              <a:cxn ang="0">
                <a:pos x="connsiteX46218" y="connsiteY46218"/>
              </a:cxn>
              <a:cxn ang="0">
                <a:pos x="connsiteX46219" y="connsiteY46219"/>
              </a:cxn>
              <a:cxn ang="0">
                <a:pos x="connsiteX46220" y="connsiteY46220"/>
              </a:cxn>
              <a:cxn ang="0">
                <a:pos x="connsiteX46221" y="connsiteY46221"/>
              </a:cxn>
              <a:cxn ang="0">
                <a:pos x="connsiteX46222" y="connsiteY46222"/>
              </a:cxn>
              <a:cxn ang="0">
                <a:pos x="connsiteX46223" y="connsiteY46223"/>
              </a:cxn>
              <a:cxn ang="0">
                <a:pos x="connsiteX46224" y="connsiteY46224"/>
              </a:cxn>
              <a:cxn ang="0">
                <a:pos x="connsiteX46225" y="connsiteY46225"/>
              </a:cxn>
              <a:cxn ang="0">
                <a:pos x="connsiteX46226" y="connsiteY46226"/>
              </a:cxn>
              <a:cxn ang="0">
                <a:pos x="connsiteX46227" y="connsiteY46227"/>
              </a:cxn>
              <a:cxn ang="0">
                <a:pos x="connsiteX46228" y="connsiteY46228"/>
              </a:cxn>
              <a:cxn ang="0">
                <a:pos x="connsiteX46229" y="connsiteY46229"/>
              </a:cxn>
              <a:cxn ang="0">
                <a:pos x="connsiteX46230" y="connsiteY46230"/>
              </a:cxn>
              <a:cxn ang="0">
                <a:pos x="connsiteX46231" y="connsiteY46231"/>
              </a:cxn>
              <a:cxn ang="0">
                <a:pos x="connsiteX46232" y="connsiteY46232"/>
              </a:cxn>
              <a:cxn ang="0">
                <a:pos x="connsiteX46233" y="connsiteY46233"/>
              </a:cxn>
              <a:cxn ang="0">
                <a:pos x="connsiteX46234" y="connsiteY46234"/>
              </a:cxn>
              <a:cxn ang="0">
                <a:pos x="connsiteX46235" y="connsiteY46235"/>
              </a:cxn>
              <a:cxn ang="0">
                <a:pos x="connsiteX46236" y="connsiteY46236"/>
              </a:cxn>
              <a:cxn ang="0">
                <a:pos x="connsiteX46237" y="connsiteY46237"/>
              </a:cxn>
              <a:cxn ang="0">
                <a:pos x="connsiteX46238" y="connsiteY46238"/>
              </a:cxn>
              <a:cxn ang="0">
                <a:pos x="connsiteX46239" y="connsiteY46239"/>
              </a:cxn>
              <a:cxn ang="0">
                <a:pos x="connsiteX46240" y="connsiteY46240"/>
              </a:cxn>
              <a:cxn ang="0">
                <a:pos x="connsiteX46241" y="connsiteY46241"/>
              </a:cxn>
              <a:cxn ang="0">
                <a:pos x="connsiteX46242" y="connsiteY46242"/>
              </a:cxn>
              <a:cxn ang="0">
                <a:pos x="connsiteX46243" y="connsiteY46243"/>
              </a:cxn>
              <a:cxn ang="0">
                <a:pos x="connsiteX46244" y="connsiteY46244"/>
              </a:cxn>
              <a:cxn ang="0">
                <a:pos x="connsiteX46245" y="connsiteY46245"/>
              </a:cxn>
              <a:cxn ang="0">
                <a:pos x="connsiteX46246" y="connsiteY46246"/>
              </a:cxn>
              <a:cxn ang="0">
                <a:pos x="connsiteX46247" y="connsiteY46247"/>
              </a:cxn>
              <a:cxn ang="0">
                <a:pos x="connsiteX46248" y="connsiteY46248"/>
              </a:cxn>
              <a:cxn ang="0">
                <a:pos x="connsiteX46249" y="connsiteY46249"/>
              </a:cxn>
              <a:cxn ang="0">
                <a:pos x="connsiteX46250" y="connsiteY46250"/>
              </a:cxn>
              <a:cxn ang="0">
                <a:pos x="connsiteX46251" y="connsiteY46251"/>
              </a:cxn>
              <a:cxn ang="0">
                <a:pos x="connsiteX46252" y="connsiteY46252"/>
              </a:cxn>
              <a:cxn ang="0">
                <a:pos x="connsiteX46253" y="connsiteY46253"/>
              </a:cxn>
              <a:cxn ang="0">
                <a:pos x="connsiteX46254" y="connsiteY46254"/>
              </a:cxn>
              <a:cxn ang="0">
                <a:pos x="connsiteX46255" y="connsiteY46255"/>
              </a:cxn>
              <a:cxn ang="0">
                <a:pos x="connsiteX46256" y="connsiteY46256"/>
              </a:cxn>
              <a:cxn ang="0">
                <a:pos x="connsiteX46257" y="connsiteY46257"/>
              </a:cxn>
              <a:cxn ang="0">
                <a:pos x="connsiteX46258" y="connsiteY46258"/>
              </a:cxn>
              <a:cxn ang="0">
                <a:pos x="connsiteX46259" y="connsiteY46259"/>
              </a:cxn>
              <a:cxn ang="0">
                <a:pos x="connsiteX46260" y="connsiteY46260"/>
              </a:cxn>
              <a:cxn ang="0">
                <a:pos x="connsiteX46261" y="connsiteY46261"/>
              </a:cxn>
              <a:cxn ang="0">
                <a:pos x="connsiteX46262" y="connsiteY46262"/>
              </a:cxn>
              <a:cxn ang="0">
                <a:pos x="connsiteX46263" y="connsiteY46263"/>
              </a:cxn>
              <a:cxn ang="0">
                <a:pos x="connsiteX46264" y="connsiteY46264"/>
              </a:cxn>
              <a:cxn ang="0">
                <a:pos x="connsiteX46265" y="connsiteY46265"/>
              </a:cxn>
              <a:cxn ang="0">
                <a:pos x="connsiteX46266" y="connsiteY46266"/>
              </a:cxn>
              <a:cxn ang="0">
                <a:pos x="connsiteX46267" y="connsiteY46267"/>
              </a:cxn>
              <a:cxn ang="0">
                <a:pos x="connsiteX46268" y="connsiteY46268"/>
              </a:cxn>
              <a:cxn ang="0">
                <a:pos x="connsiteX46269" y="connsiteY46269"/>
              </a:cxn>
              <a:cxn ang="0">
                <a:pos x="connsiteX46270" y="connsiteY46270"/>
              </a:cxn>
              <a:cxn ang="0">
                <a:pos x="connsiteX46271" y="connsiteY46271"/>
              </a:cxn>
              <a:cxn ang="0">
                <a:pos x="connsiteX46272" y="connsiteY46272"/>
              </a:cxn>
              <a:cxn ang="0">
                <a:pos x="connsiteX46273" y="connsiteY46273"/>
              </a:cxn>
              <a:cxn ang="0">
                <a:pos x="connsiteX46274" y="connsiteY46274"/>
              </a:cxn>
              <a:cxn ang="0">
                <a:pos x="connsiteX46275" y="connsiteY46275"/>
              </a:cxn>
              <a:cxn ang="0">
                <a:pos x="connsiteX46276" y="connsiteY46276"/>
              </a:cxn>
              <a:cxn ang="0">
                <a:pos x="connsiteX46277" y="connsiteY46277"/>
              </a:cxn>
              <a:cxn ang="0">
                <a:pos x="connsiteX46278" y="connsiteY46278"/>
              </a:cxn>
              <a:cxn ang="0">
                <a:pos x="connsiteX46279" y="connsiteY46279"/>
              </a:cxn>
              <a:cxn ang="0">
                <a:pos x="connsiteX46280" y="connsiteY46280"/>
              </a:cxn>
              <a:cxn ang="0">
                <a:pos x="connsiteX46281" y="connsiteY46281"/>
              </a:cxn>
              <a:cxn ang="0">
                <a:pos x="connsiteX46282" y="connsiteY46282"/>
              </a:cxn>
              <a:cxn ang="0">
                <a:pos x="connsiteX46283" y="connsiteY46283"/>
              </a:cxn>
              <a:cxn ang="0">
                <a:pos x="connsiteX46284" y="connsiteY46284"/>
              </a:cxn>
              <a:cxn ang="0">
                <a:pos x="connsiteX46285" y="connsiteY46285"/>
              </a:cxn>
              <a:cxn ang="0">
                <a:pos x="connsiteX46286" y="connsiteY46286"/>
              </a:cxn>
              <a:cxn ang="0">
                <a:pos x="connsiteX46287" y="connsiteY46287"/>
              </a:cxn>
              <a:cxn ang="0">
                <a:pos x="connsiteX46288" y="connsiteY46288"/>
              </a:cxn>
              <a:cxn ang="0">
                <a:pos x="connsiteX46289" y="connsiteY46289"/>
              </a:cxn>
              <a:cxn ang="0">
                <a:pos x="connsiteX46290" y="connsiteY46290"/>
              </a:cxn>
              <a:cxn ang="0">
                <a:pos x="connsiteX46291" y="connsiteY46291"/>
              </a:cxn>
              <a:cxn ang="0">
                <a:pos x="connsiteX46292" y="connsiteY46292"/>
              </a:cxn>
              <a:cxn ang="0">
                <a:pos x="connsiteX46293" y="connsiteY46293"/>
              </a:cxn>
              <a:cxn ang="0">
                <a:pos x="connsiteX46294" y="connsiteY46294"/>
              </a:cxn>
              <a:cxn ang="0">
                <a:pos x="connsiteX46295" y="connsiteY46295"/>
              </a:cxn>
              <a:cxn ang="0">
                <a:pos x="connsiteX46296" y="connsiteY46296"/>
              </a:cxn>
              <a:cxn ang="0">
                <a:pos x="connsiteX46297" y="connsiteY46297"/>
              </a:cxn>
              <a:cxn ang="0">
                <a:pos x="connsiteX46298" y="connsiteY46298"/>
              </a:cxn>
              <a:cxn ang="0">
                <a:pos x="connsiteX46299" y="connsiteY46299"/>
              </a:cxn>
              <a:cxn ang="0">
                <a:pos x="connsiteX46300" y="connsiteY46300"/>
              </a:cxn>
              <a:cxn ang="0">
                <a:pos x="connsiteX46301" y="connsiteY46301"/>
              </a:cxn>
              <a:cxn ang="0">
                <a:pos x="connsiteX46302" y="connsiteY46302"/>
              </a:cxn>
              <a:cxn ang="0">
                <a:pos x="connsiteX46303" y="connsiteY46303"/>
              </a:cxn>
              <a:cxn ang="0">
                <a:pos x="connsiteX46304" y="connsiteY46304"/>
              </a:cxn>
              <a:cxn ang="0">
                <a:pos x="connsiteX46305" y="connsiteY46305"/>
              </a:cxn>
              <a:cxn ang="0">
                <a:pos x="connsiteX46306" y="connsiteY46306"/>
              </a:cxn>
              <a:cxn ang="0">
                <a:pos x="connsiteX46307" y="connsiteY46307"/>
              </a:cxn>
              <a:cxn ang="0">
                <a:pos x="connsiteX46308" y="connsiteY46308"/>
              </a:cxn>
              <a:cxn ang="0">
                <a:pos x="connsiteX46309" y="connsiteY46309"/>
              </a:cxn>
              <a:cxn ang="0">
                <a:pos x="connsiteX46310" y="connsiteY46310"/>
              </a:cxn>
              <a:cxn ang="0">
                <a:pos x="connsiteX46311" y="connsiteY46311"/>
              </a:cxn>
              <a:cxn ang="0">
                <a:pos x="connsiteX46312" y="connsiteY46312"/>
              </a:cxn>
              <a:cxn ang="0">
                <a:pos x="connsiteX46313" y="connsiteY46313"/>
              </a:cxn>
              <a:cxn ang="0">
                <a:pos x="connsiteX46314" y="connsiteY46314"/>
              </a:cxn>
              <a:cxn ang="0">
                <a:pos x="connsiteX46315" y="connsiteY46315"/>
              </a:cxn>
              <a:cxn ang="0">
                <a:pos x="connsiteX46316" y="connsiteY46316"/>
              </a:cxn>
              <a:cxn ang="0">
                <a:pos x="connsiteX46317" y="connsiteY46317"/>
              </a:cxn>
              <a:cxn ang="0">
                <a:pos x="connsiteX46318" y="connsiteY46318"/>
              </a:cxn>
              <a:cxn ang="0">
                <a:pos x="connsiteX46319" y="connsiteY46319"/>
              </a:cxn>
              <a:cxn ang="0">
                <a:pos x="connsiteX46320" y="connsiteY46320"/>
              </a:cxn>
              <a:cxn ang="0">
                <a:pos x="connsiteX46321" y="connsiteY46321"/>
              </a:cxn>
              <a:cxn ang="0">
                <a:pos x="connsiteX46322" y="connsiteY46322"/>
              </a:cxn>
              <a:cxn ang="0">
                <a:pos x="connsiteX46323" y="connsiteY46323"/>
              </a:cxn>
              <a:cxn ang="0">
                <a:pos x="connsiteX46324" y="connsiteY46324"/>
              </a:cxn>
              <a:cxn ang="0">
                <a:pos x="connsiteX46325" y="connsiteY46325"/>
              </a:cxn>
              <a:cxn ang="0">
                <a:pos x="connsiteX46326" y="connsiteY46326"/>
              </a:cxn>
              <a:cxn ang="0">
                <a:pos x="connsiteX46327" y="connsiteY46327"/>
              </a:cxn>
              <a:cxn ang="0">
                <a:pos x="connsiteX46328" y="connsiteY46328"/>
              </a:cxn>
              <a:cxn ang="0">
                <a:pos x="connsiteX46329" y="connsiteY46329"/>
              </a:cxn>
              <a:cxn ang="0">
                <a:pos x="connsiteX46330" y="connsiteY46330"/>
              </a:cxn>
              <a:cxn ang="0">
                <a:pos x="connsiteX46331" y="connsiteY46331"/>
              </a:cxn>
              <a:cxn ang="0">
                <a:pos x="connsiteX46332" y="connsiteY46332"/>
              </a:cxn>
              <a:cxn ang="0">
                <a:pos x="connsiteX46333" y="connsiteY46333"/>
              </a:cxn>
              <a:cxn ang="0">
                <a:pos x="connsiteX46334" y="connsiteY46334"/>
              </a:cxn>
              <a:cxn ang="0">
                <a:pos x="connsiteX46335" y="connsiteY46335"/>
              </a:cxn>
              <a:cxn ang="0">
                <a:pos x="connsiteX46336" y="connsiteY46336"/>
              </a:cxn>
              <a:cxn ang="0">
                <a:pos x="connsiteX46337" y="connsiteY46337"/>
              </a:cxn>
              <a:cxn ang="0">
                <a:pos x="connsiteX46338" y="connsiteY46338"/>
              </a:cxn>
              <a:cxn ang="0">
                <a:pos x="connsiteX46339" y="connsiteY46339"/>
              </a:cxn>
              <a:cxn ang="0">
                <a:pos x="connsiteX46340" y="connsiteY46340"/>
              </a:cxn>
              <a:cxn ang="0">
                <a:pos x="connsiteX46341" y="connsiteY46341"/>
              </a:cxn>
              <a:cxn ang="0">
                <a:pos x="connsiteX46342" y="connsiteY46342"/>
              </a:cxn>
              <a:cxn ang="0">
                <a:pos x="connsiteX46343" y="connsiteY46343"/>
              </a:cxn>
              <a:cxn ang="0">
                <a:pos x="connsiteX46344" y="connsiteY46344"/>
              </a:cxn>
              <a:cxn ang="0">
                <a:pos x="connsiteX46345" y="connsiteY46345"/>
              </a:cxn>
              <a:cxn ang="0">
                <a:pos x="connsiteX46346" y="connsiteY46346"/>
              </a:cxn>
              <a:cxn ang="0">
                <a:pos x="connsiteX46347" y="connsiteY46347"/>
              </a:cxn>
              <a:cxn ang="0">
                <a:pos x="connsiteX46348" y="connsiteY46348"/>
              </a:cxn>
              <a:cxn ang="0">
                <a:pos x="connsiteX46349" y="connsiteY46349"/>
              </a:cxn>
              <a:cxn ang="0">
                <a:pos x="connsiteX46350" y="connsiteY46350"/>
              </a:cxn>
              <a:cxn ang="0">
                <a:pos x="connsiteX46351" y="connsiteY46351"/>
              </a:cxn>
              <a:cxn ang="0">
                <a:pos x="connsiteX46352" y="connsiteY46352"/>
              </a:cxn>
              <a:cxn ang="0">
                <a:pos x="connsiteX46353" y="connsiteY46353"/>
              </a:cxn>
              <a:cxn ang="0">
                <a:pos x="connsiteX46354" y="connsiteY46354"/>
              </a:cxn>
              <a:cxn ang="0">
                <a:pos x="connsiteX46355" y="connsiteY46355"/>
              </a:cxn>
              <a:cxn ang="0">
                <a:pos x="connsiteX46356" y="connsiteY46356"/>
              </a:cxn>
              <a:cxn ang="0">
                <a:pos x="connsiteX46357" y="connsiteY46357"/>
              </a:cxn>
              <a:cxn ang="0">
                <a:pos x="connsiteX46358" y="connsiteY46358"/>
              </a:cxn>
              <a:cxn ang="0">
                <a:pos x="connsiteX46359" y="connsiteY46359"/>
              </a:cxn>
              <a:cxn ang="0">
                <a:pos x="connsiteX46360" y="connsiteY46360"/>
              </a:cxn>
              <a:cxn ang="0">
                <a:pos x="connsiteX46361" y="connsiteY46361"/>
              </a:cxn>
              <a:cxn ang="0">
                <a:pos x="connsiteX46362" y="connsiteY46362"/>
              </a:cxn>
              <a:cxn ang="0">
                <a:pos x="connsiteX46363" y="connsiteY46363"/>
              </a:cxn>
              <a:cxn ang="0">
                <a:pos x="connsiteX46364" y="connsiteY46364"/>
              </a:cxn>
              <a:cxn ang="0">
                <a:pos x="connsiteX46365" y="connsiteY46365"/>
              </a:cxn>
              <a:cxn ang="0">
                <a:pos x="connsiteX46366" y="connsiteY46366"/>
              </a:cxn>
              <a:cxn ang="0">
                <a:pos x="connsiteX46367" y="connsiteY46367"/>
              </a:cxn>
              <a:cxn ang="0">
                <a:pos x="connsiteX46368" y="connsiteY46368"/>
              </a:cxn>
              <a:cxn ang="0">
                <a:pos x="connsiteX46369" y="connsiteY46369"/>
              </a:cxn>
              <a:cxn ang="0">
                <a:pos x="connsiteX46370" y="connsiteY46370"/>
              </a:cxn>
              <a:cxn ang="0">
                <a:pos x="connsiteX46371" y="connsiteY46371"/>
              </a:cxn>
              <a:cxn ang="0">
                <a:pos x="connsiteX46372" y="connsiteY46372"/>
              </a:cxn>
              <a:cxn ang="0">
                <a:pos x="connsiteX46373" y="connsiteY46373"/>
              </a:cxn>
              <a:cxn ang="0">
                <a:pos x="connsiteX46374" y="connsiteY46374"/>
              </a:cxn>
              <a:cxn ang="0">
                <a:pos x="connsiteX46375" y="connsiteY46375"/>
              </a:cxn>
              <a:cxn ang="0">
                <a:pos x="connsiteX46376" y="connsiteY46376"/>
              </a:cxn>
              <a:cxn ang="0">
                <a:pos x="connsiteX46377" y="connsiteY46377"/>
              </a:cxn>
              <a:cxn ang="0">
                <a:pos x="connsiteX46378" y="connsiteY46378"/>
              </a:cxn>
              <a:cxn ang="0">
                <a:pos x="connsiteX46379" y="connsiteY46379"/>
              </a:cxn>
              <a:cxn ang="0">
                <a:pos x="connsiteX46380" y="connsiteY46380"/>
              </a:cxn>
              <a:cxn ang="0">
                <a:pos x="connsiteX46381" y="connsiteY46381"/>
              </a:cxn>
              <a:cxn ang="0">
                <a:pos x="connsiteX46382" y="connsiteY46382"/>
              </a:cxn>
              <a:cxn ang="0">
                <a:pos x="connsiteX46383" y="connsiteY46383"/>
              </a:cxn>
              <a:cxn ang="0">
                <a:pos x="connsiteX46384" y="connsiteY46384"/>
              </a:cxn>
              <a:cxn ang="0">
                <a:pos x="connsiteX46385" y="connsiteY46385"/>
              </a:cxn>
              <a:cxn ang="0">
                <a:pos x="connsiteX46386" y="connsiteY46386"/>
              </a:cxn>
              <a:cxn ang="0">
                <a:pos x="connsiteX46387" y="connsiteY46387"/>
              </a:cxn>
              <a:cxn ang="0">
                <a:pos x="connsiteX46388" y="connsiteY46388"/>
              </a:cxn>
              <a:cxn ang="0">
                <a:pos x="connsiteX46389" y="connsiteY46389"/>
              </a:cxn>
              <a:cxn ang="0">
                <a:pos x="connsiteX46390" y="connsiteY46390"/>
              </a:cxn>
              <a:cxn ang="0">
                <a:pos x="connsiteX46391" y="connsiteY46391"/>
              </a:cxn>
              <a:cxn ang="0">
                <a:pos x="connsiteX46392" y="connsiteY46392"/>
              </a:cxn>
              <a:cxn ang="0">
                <a:pos x="connsiteX46393" y="connsiteY46393"/>
              </a:cxn>
              <a:cxn ang="0">
                <a:pos x="connsiteX46394" y="connsiteY46394"/>
              </a:cxn>
              <a:cxn ang="0">
                <a:pos x="connsiteX46395" y="connsiteY46395"/>
              </a:cxn>
              <a:cxn ang="0">
                <a:pos x="connsiteX46396" y="connsiteY46396"/>
              </a:cxn>
              <a:cxn ang="0">
                <a:pos x="connsiteX46397" y="connsiteY46397"/>
              </a:cxn>
              <a:cxn ang="0">
                <a:pos x="connsiteX46398" y="connsiteY46398"/>
              </a:cxn>
              <a:cxn ang="0">
                <a:pos x="connsiteX46399" y="connsiteY46399"/>
              </a:cxn>
              <a:cxn ang="0">
                <a:pos x="connsiteX46400" y="connsiteY46400"/>
              </a:cxn>
              <a:cxn ang="0">
                <a:pos x="connsiteX46401" y="connsiteY46401"/>
              </a:cxn>
              <a:cxn ang="0">
                <a:pos x="connsiteX46402" y="connsiteY46402"/>
              </a:cxn>
              <a:cxn ang="0">
                <a:pos x="connsiteX46403" y="connsiteY46403"/>
              </a:cxn>
              <a:cxn ang="0">
                <a:pos x="connsiteX46404" y="connsiteY46404"/>
              </a:cxn>
              <a:cxn ang="0">
                <a:pos x="connsiteX46405" y="connsiteY46405"/>
              </a:cxn>
              <a:cxn ang="0">
                <a:pos x="connsiteX46406" y="connsiteY46406"/>
              </a:cxn>
              <a:cxn ang="0">
                <a:pos x="connsiteX46407" y="connsiteY46407"/>
              </a:cxn>
              <a:cxn ang="0">
                <a:pos x="connsiteX46408" y="connsiteY46408"/>
              </a:cxn>
              <a:cxn ang="0">
                <a:pos x="connsiteX46409" y="connsiteY46409"/>
              </a:cxn>
              <a:cxn ang="0">
                <a:pos x="connsiteX46410" y="connsiteY46410"/>
              </a:cxn>
              <a:cxn ang="0">
                <a:pos x="connsiteX46411" y="connsiteY46411"/>
              </a:cxn>
              <a:cxn ang="0">
                <a:pos x="connsiteX46412" y="connsiteY46412"/>
              </a:cxn>
              <a:cxn ang="0">
                <a:pos x="connsiteX46413" y="connsiteY46413"/>
              </a:cxn>
              <a:cxn ang="0">
                <a:pos x="connsiteX46414" y="connsiteY46414"/>
              </a:cxn>
              <a:cxn ang="0">
                <a:pos x="connsiteX46415" y="connsiteY46415"/>
              </a:cxn>
              <a:cxn ang="0">
                <a:pos x="connsiteX46416" y="connsiteY46416"/>
              </a:cxn>
              <a:cxn ang="0">
                <a:pos x="connsiteX46417" y="connsiteY46417"/>
              </a:cxn>
              <a:cxn ang="0">
                <a:pos x="connsiteX46418" y="connsiteY46418"/>
              </a:cxn>
              <a:cxn ang="0">
                <a:pos x="connsiteX46419" y="connsiteY46419"/>
              </a:cxn>
              <a:cxn ang="0">
                <a:pos x="connsiteX46420" y="connsiteY46420"/>
              </a:cxn>
              <a:cxn ang="0">
                <a:pos x="connsiteX46421" y="connsiteY46421"/>
              </a:cxn>
              <a:cxn ang="0">
                <a:pos x="connsiteX46422" y="connsiteY46422"/>
              </a:cxn>
              <a:cxn ang="0">
                <a:pos x="connsiteX46423" y="connsiteY46423"/>
              </a:cxn>
              <a:cxn ang="0">
                <a:pos x="connsiteX46424" y="connsiteY46424"/>
              </a:cxn>
              <a:cxn ang="0">
                <a:pos x="connsiteX46425" y="connsiteY46425"/>
              </a:cxn>
              <a:cxn ang="0">
                <a:pos x="connsiteX46426" y="connsiteY46426"/>
              </a:cxn>
              <a:cxn ang="0">
                <a:pos x="connsiteX46427" y="connsiteY46427"/>
              </a:cxn>
              <a:cxn ang="0">
                <a:pos x="connsiteX46428" y="connsiteY46428"/>
              </a:cxn>
              <a:cxn ang="0">
                <a:pos x="connsiteX46429" y="connsiteY46429"/>
              </a:cxn>
              <a:cxn ang="0">
                <a:pos x="connsiteX46430" y="connsiteY46430"/>
              </a:cxn>
              <a:cxn ang="0">
                <a:pos x="connsiteX46431" y="connsiteY46431"/>
              </a:cxn>
              <a:cxn ang="0">
                <a:pos x="connsiteX46432" y="connsiteY46432"/>
              </a:cxn>
              <a:cxn ang="0">
                <a:pos x="connsiteX46433" y="connsiteY46433"/>
              </a:cxn>
              <a:cxn ang="0">
                <a:pos x="connsiteX46434" y="connsiteY46434"/>
              </a:cxn>
              <a:cxn ang="0">
                <a:pos x="connsiteX46435" y="connsiteY46435"/>
              </a:cxn>
              <a:cxn ang="0">
                <a:pos x="connsiteX46436" y="connsiteY46436"/>
              </a:cxn>
              <a:cxn ang="0">
                <a:pos x="connsiteX46437" y="connsiteY46437"/>
              </a:cxn>
              <a:cxn ang="0">
                <a:pos x="connsiteX46438" y="connsiteY46438"/>
              </a:cxn>
              <a:cxn ang="0">
                <a:pos x="connsiteX46439" y="connsiteY46439"/>
              </a:cxn>
              <a:cxn ang="0">
                <a:pos x="connsiteX46440" y="connsiteY46440"/>
              </a:cxn>
              <a:cxn ang="0">
                <a:pos x="connsiteX46441" y="connsiteY46441"/>
              </a:cxn>
              <a:cxn ang="0">
                <a:pos x="connsiteX46442" y="connsiteY46442"/>
              </a:cxn>
              <a:cxn ang="0">
                <a:pos x="connsiteX46443" y="connsiteY46443"/>
              </a:cxn>
              <a:cxn ang="0">
                <a:pos x="connsiteX46444" y="connsiteY46444"/>
              </a:cxn>
              <a:cxn ang="0">
                <a:pos x="connsiteX46445" y="connsiteY46445"/>
              </a:cxn>
              <a:cxn ang="0">
                <a:pos x="connsiteX46446" y="connsiteY46446"/>
              </a:cxn>
              <a:cxn ang="0">
                <a:pos x="connsiteX46447" y="connsiteY46447"/>
              </a:cxn>
              <a:cxn ang="0">
                <a:pos x="connsiteX46448" y="connsiteY46448"/>
              </a:cxn>
              <a:cxn ang="0">
                <a:pos x="connsiteX46449" y="connsiteY46449"/>
              </a:cxn>
              <a:cxn ang="0">
                <a:pos x="connsiteX46450" y="connsiteY46450"/>
              </a:cxn>
              <a:cxn ang="0">
                <a:pos x="connsiteX46451" y="connsiteY46451"/>
              </a:cxn>
              <a:cxn ang="0">
                <a:pos x="connsiteX46452" y="connsiteY46452"/>
              </a:cxn>
              <a:cxn ang="0">
                <a:pos x="connsiteX46453" y="connsiteY46453"/>
              </a:cxn>
              <a:cxn ang="0">
                <a:pos x="connsiteX46454" y="connsiteY46454"/>
              </a:cxn>
              <a:cxn ang="0">
                <a:pos x="connsiteX46455" y="connsiteY46455"/>
              </a:cxn>
              <a:cxn ang="0">
                <a:pos x="connsiteX46456" y="connsiteY46456"/>
              </a:cxn>
              <a:cxn ang="0">
                <a:pos x="connsiteX46457" y="connsiteY46457"/>
              </a:cxn>
              <a:cxn ang="0">
                <a:pos x="connsiteX46458" y="connsiteY46458"/>
              </a:cxn>
              <a:cxn ang="0">
                <a:pos x="connsiteX46459" y="connsiteY46459"/>
              </a:cxn>
              <a:cxn ang="0">
                <a:pos x="connsiteX46460" y="connsiteY46460"/>
              </a:cxn>
              <a:cxn ang="0">
                <a:pos x="connsiteX46461" y="connsiteY46461"/>
              </a:cxn>
              <a:cxn ang="0">
                <a:pos x="connsiteX46462" y="connsiteY46462"/>
              </a:cxn>
              <a:cxn ang="0">
                <a:pos x="connsiteX46463" y="connsiteY46463"/>
              </a:cxn>
              <a:cxn ang="0">
                <a:pos x="connsiteX46464" y="connsiteY46464"/>
              </a:cxn>
              <a:cxn ang="0">
                <a:pos x="connsiteX46465" y="connsiteY46465"/>
              </a:cxn>
              <a:cxn ang="0">
                <a:pos x="connsiteX46466" y="connsiteY46466"/>
              </a:cxn>
              <a:cxn ang="0">
                <a:pos x="connsiteX46467" y="connsiteY46467"/>
              </a:cxn>
              <a:cxn ang="0">
                <a:pos x="connsiteX46468" y="connsiteY46468"/>
              </a:cxn>
              <a:cxn ang="0">
                <a:pos x="connsiteX46469" y="connsiteY46469"/>
              </a:cxn>
              <a:cxn ang="0">
                <a:pos x="connsiteX46470" y="connsiteY46470"/>
              </a:cxn>
              <a:cxn ang="0">
                <a:pos x="connsiteX46471" y="connsiteY46471"/>
              </a:cxn>
              <a:cxn ang="0">
                <a:pos x="connsiteX46472" y="connsiteY46472"/>
              </a:cxn>
              <a:cxn ang="0">
                <a:pos x="connsiteX46473" y="connsiteY46473"/>
              </a:cxn>
              <a:cxn ang="0">
                <a:pos x="connsiteX46474" y="connsiteY46474"/>
              </a:cxn>
              <a:cxn ang="0">
                <a:pos x="connsiteX46475" y="connsiteY46475"/>
              </a:cxn>
              <a:cxn ang="0">
                <a:pos x="connsiteX46476" y="connsiteY46476"/>
              </a:cxn>
              <a:cxn ang="0">
                <a:pos x="connsiteX46477" y="connsiteY46477"/>
              </a:cxn>
              <a:cxn ang="0">
                <a:pos x="connsiteX46478" y="connsiteY46478"/>
              </a:cxn>
              <a:cxn ang="0">
                <a:pos x="connsiteX46479" y="connsiteY46479"/>
              </a:cxn>
              <a:cxn ang="0">
                <a:pos x="connsiteX46480" y="connsiteY46480"/>
              </a:cxn>
              <a:cxn ang="0">
                <a:pos x="connsiteX46481" y="connsiteY46481"/>
              </a:cxn>
              <a:cxn ang="0">
                <a:pos x="connsiteX46482" y="connsiteY46482"/>
              </a:cxn>
              <a:cxn ang="0">
                <a:pos x="connsiteX46483" y="connsiteY46483"/>
              </a:cxn>
              <a:cxn ang="0">
                <a:pos x="connsiteX46484" y="connsiteY46484"/>
              </a:cxn>
              <a:cxn ang="0">
                <a:pos x="connsiteX46485" y="connsiteY46485"/>
              </a:cxn>
              <a:cxn ang="0">
                <a:pos x="connsiteX46486" y="connsiteY46486"/>
              </a:cxn>
              <a:cxn ang="0">
                <a:pos x="connsiteX46487" y="connsiteY46487"/>
              </a:cxn>
              <a:cxn ang="0">
                <a:pos x="connsiteX46488" y="connsiteY46488"/>
              </a:cxn>
              <a:cxn ang="0">
                <a:pos x="connsiteX46489" y="connsiteY46489"/>
              </a:cxn>
              <a:cxn ang="0">
                <a:pos x="connsiteX46490" y="connsiteY46490"/>
              </a:cxn>
              <a:cxn ang="0">
                <a:pos x="connsiteX46491" y="connsiteY46491"/>
              </a:cxn>
              <a:cxn ang="0">
                <a:pos x="connsiteX46492" y="connsiteY46492"/>
              </a:cxn>
              <a:cxn ang="0">
                <a:pos x="connsiteX46493" y="connsiteY46493"/>
              </a:cxn>
              <a:cxn ang="0">
                <a:pos x="connsiteX46494" y="connsiteY46494"/>
              </a:cxn>
              <a:cxn ang="0">
                <a:pos x="connsiteX46495" y="connsiteY46495"/>
              </a:cxn>
              <a:cxn ang="0">
                <a:pos x="connsiteX46496" y="connsiteY46496"/>
              </a:cxn>
              <a:cxn ang="0">
                <a:pos x="connsiteX46497" y="connsiteY46497"/>
              </a:cxn>
              <a:cxn ang="0">
                <a:pos x="connsiteX46498" y="connsiteY46498"/>
              </a:cxn>
              <a:cxn ang="0">
                <a:pos x="connsiteX46499" y="connsiteY46499"/>
              </a:cxn>
              <a:cxn ang="0">
                <a:pos x="connsiteX46500" y="connsiteY46500"/>
              </a:cxn>
              <a:cxn ang="0">
                <a:pos x="connsiteX46501" y="connsiteY46501"/>
              </a:cxn>
              <a:cxn ang="0">
                <a:pos x="connsiteX46502" y="connsiteY46502"/>
              </a:cxn>
              <a:cxn ang="0">
                <a:pos x="connsiteX46503" y="connsiteY46503"/>
              </a:cxn>
              <a:cxn ang="0">
                <a:pos x="connsiteX46504" y="connsiteY46504"/>
              </a:cxn>
              <a:cxn ang="0">
                <a:pos x="connsiteX46505" y="connsiteY46505"/>
              </a:cxn>
              <a:cxn ang="0">
                <a:pos x="connsiteX46506" y="connsiteY46506"/>
              </a:cxn>
              <a:cxn ang="0">
                <a:pos x="connsiteX46507" y="connsiteY46507"/>
              </a:cxn>
              <a:cxn ang="0">
                <a:pos x="connsiteX46508" y="connsiteY46508"/>
              </a:cxn>
              <a:cxn ang="0">
                <a:pos x="connsiteX46509" y="connsiteY46509"/>
              </a:cxn>
              <a:cxn ang="0">
                <a:pos x="connsiteX46510" y="connsiteY46510"/>
              </a:cxn>
              <a:cxn ang="0">
                <a:pos x="connsiteX46511" y="connsiteY46511"/>
              </a:cxn>
              <a:cxn ang="0">
                <a:pos x="connsiteX46512" y="connsiteY46512"/>
              </a:cxn>
              <a:cxn ang="0">
                <a:pos x="connsiteX46513" y="connsiteY46513"/>
              </a:cxn>
              <a:cxn ang="0">
                <a:pos x="connsiteX46514" y="connsiteY46514"/>
              </a:cxn>
              <a:cxn ang="0">
                <a:pos x="connsiteX46515" y="connsiteY46515"/>
              </a:cxn>
              <a:cxn ang="0">
                <a:pos x="connsiteX46516" y="connsiteY46516"/>
              </a:cxn>
              <a:cxn ang="0">
                <a:pos x="connsiteX46517" y="connsiteY46517"/>
              </a:cxn>
              <a:cxn ang="0">
                <a:pos x="connsiteX46518" y="connsiteY46518"/>
              </a:cxn>
              <a:cxn ang="0">
                <a:pos x="connsiteX46519" y="connsiteY46519"/>
              </a:cxn>
              <a:cxn ang="0">
                <a:pos x="connsiteX46520" y="connsiteY46520"/>
              </a:cxn>
              <a:cxn ang="0">
                <a:pos x="connsiteX46521" y="connsiteY46521"/>
              </a:cxn>
              <a:cxn ang="0">
                <a:pos x="connsiteX46522" y="connsiteY46522"/>
              </a:cxn>
              <a:cxn ang="0">
                <a:pos x="connsiteX46523" y="connsiteY46523"/>
              </a:cxn>
              <a:cxn ang="0">
                <a:pos x="connsiteX46524" y="connsiteY46524"/>
              </a:cxn>
              <a:cxn ang="0">
                <a:pos x="connsiteX46525" y="connsiteY46525"/>
              </a:cxn>
              <a:cxn ang="0">
                <a:pos x="connsiteX46526" y="connsiteY46526"/>
              </a:cxn>
              <a:cxn ang="0">
                <a:pos x="connsiteX46527" y="connsiteY46527"/>
              </a:cxn>
              <a:cxn ang="0">
                <a:pos x="connsiteX46528" y="connsiteY46528"/>
              </a:cxn>
              <a:cxn ang="0">
                <a:pos x="connsiteX46529" y="connsiteY46529"/>
              </a:cxn>
              <a:cxn ang="0">
                <a:pos x="connsiteX46530" y="connsiteY46530"/>
              </a:cxn>
              <a:cxn ang="0">
                <a:pos x="connsiteX46531" y="connsiteY46531"/>
              </a:cxn>
              <a:cxn ang="0">
                <a:pos x="connsiteX46532" y="connsiteY46532"/>
              </a:cxn>
              <a:cxn ang="0">
                <a:pos x="connsiteX46533" y="connsiteY46533"/>
              </a:cxn>
              <a:cxn ang="0">
                <a:pos x="connsiteX46534" y="connsiteY46534"/>
              </a:cxn>
              <a:cxn ang="0">
                <a:pos x="connsiteX46535" y="connsiteY46535"/>
              </a:cxn>
              <a:cxn ang="0">
                <a:pos x="connsiteX46536" y="connsiteY46536"/>
              </a:cxn>
              <a:cxn ang="0">
                <a:pos x="connsiteX46537" y="connsiteY46537"/>
              </a:cxn>
              <a:cxn ang="0">
                <a:pos x="connsiteX46538" y="connsiteY46538"/>
              </a:cxn>
              <a:cxn ang="0">
                <a:pos x="connsiteX46539" y="connsiteY46539"/>
              </a:cxn>
              <a:cxn ang="0">
                <a:pos x="connsiteX46540" y="connsiteY46540"/>
              </a:cxn>
              <a:cxn ang="0">
                <a:pos x="connsiteX46541" y="connsiteY46541"/>
              </a:cxn>
              <a:cxn ang="0">
                <a:pos x="connsiteX46542" y="connsiteY46542"/>
              </a:cxn>
              <a:cxn ang="0">
                <a:pos x="connsiteX46543" y="connsiteY46543"/>
              </a:cxn>
              <a:cxn ang="0">
                <a:pos x="connsiteX46544" y="connsiteY46544"/>
              </a:cxn>
              <a:cxn ang="0">
                <a:pos x="connsiteX46545" y="connsiteY46545"/>
              </a:cxn>
              <a:cxn ang="0">
                <a:pos x="connsiteX46546" y="connsiteY46546"/>
              </a:cxn>
              <a:cxn ang="0">
                <a:pos x="connsiteX46547" y="connsiteY46547"/>
              </a:cxn>
              <a:cxn ang="0">
                <a:pos x="connsiteX46548" y="connsiteY46548"/>
              </a:cxn>
              <a:cxn ang="0">
                <a:pos x="connsiteX46549" y="connsiteY46549"/>
              </a:cxn>
              <a:cxn ang="0">
                <a:pos x="connsiteX46550" y="connsiteY46550"/>
              </a:cxn>
              <a:cxn ang="0">
                <a:pos x="connsiteX46551" y="connsiteY46551"/>
              </a:cxn>
              <a:cxn ang="0">
                <a:pos x="connsiteX46552" y="connsiteY46552"/>
              </a:cxn>
              <a:cxn ang="0">
                <a:pos x="connsiteX46553" y="connsiteY46553"/>
              </a:cxn>
              <a:cxn ang="0">
                <a:pos x="connsiteX46554" y="connsiteY46554"/>
              </a:cxn>
              <a:cxn ang="0">
                <a:pos x="connsiteX46555" y="connsiteY46555"/>
              </a:cxn>
              <a:cxn ang="0">
                <a:pos x="connsiteX46556" y="connsiteY46556"/>
              </a:cxn>
              <a:cxn ang="0">
                <a:pos x="connsiteX46557" y="connsiteY46557"/>
              </a:cxn>
              <a:cxn ang="0">
                <a:pos x="connsiteX46558" y="connsiteY46558"/>
              </a:cxn>
              <a:cxn ang="0">
                <a:pos x="connsiteX46559" y="connsiteY46559"/>
              </a:cxn>
              <a:cxn ang="0">
                <a:pos x="connsiteX46560" y="connsiteY46560"/>
              </a:cxn>
              <a:cxn ang="0">
                <a:pos x="connsiteX46561" y="connsiteY46561"/>
              </a:cxn>
              <a:cxn ang="0">
                <a:pos x="connsiteX46562" y="connsiteY46562"/>
              </a:cxn>
              <a:cxn ang="0">
                <a:pos x="connsiteX46563" y="connsiteY46563"/>
              </a:cxn>
              <a:cxn ang="0">
                <a:pos x="connsiteX46564" y="connsiteY46564"/>
              </a:cxn>
              <a:cxn ang="0">
                <a:pos x="connsiteX46565" y="connsiteY46565"/>
              </a:cxn>
              <a:cxn ang="0">
                <a:pos x="connsiteX46566" y="connsiteY46566"/>
              </a:cxn>
              <a:cxn ang="0">
                <a:pos x="connsiteX46567" y="connsiteY46567"/>
              </a:cxn>
              <a:cxn ang="0">
                <a:pos x="connsiteX46568" y="connsiteY46568"/>
              </a:cxn>
              <a:cxn ang="0">
                <a:pos x="connsiteX46569" y="connsiteY46569"/>
              </a:cxn>
              <a:cxn ang="0">
                <a:pos x="connsiteX46570" y="connsiteY46570"/>
              </a:cxn>
              <a:cxn ang="0">
                <a:pos x="connsiteX46571" y="connsiteY46571"/>
              </a:cxn>
              <a:cxn ang="0">
                <a:pos x="connsiteX46572" y="connsiteY46572"/>
              </a:cxn>
              <a:cxn ang="0">
                <a:pos x="connsiteX46573" y="connsiteY46573"/>
              </a:cxn>
              <a:cxn ang="0">
                <a:pos x="connsiteX46574" y="connsiteY46574"/>
              </a:cxn>
              <a:cxn ang="0">
                <a:pos x="connsiteX46575" y="connsiteY46575"/>
              </a:cxn>
              <a:cxn ang="0">
                <a:pos x="connsiteX46576" y="connsiteY46576"/>
              </a:cxn>
              <a:cxn ang="0">
                <a:pos x="connsiteX46577" y="connsiteY46577"/>
              </a:cxn>
              <a:cxn ang="0">
                <a:pos x="connsiteX46578" y="connsiteY46578"/>
              </a:cxn>
              <a:cxn ang="0">
                <a:pos x="connsiteX46579" y="connsiteY46579"/>
              </a:cxn>
              <a:cxn ang="0">
                <a:pos x="connsiteX46580" y="connsiteY46580"/>
              </a:cxn>
              <a:cxn ang="0">
                <a:pos x="connsiteX46581" y="connsiteY46581"/>
              </a:cxn>
              <a:cxn ang="0">
                <a:pos x="connsiteX46582" y="connsiteY46582"/>
              </a:cxn>
              <a:cxn ang="0">
                <a:pos x="connsiteX46583" y="connsiteY46583"/>
              </a:cxn>
              <a:cxn ang="0">
                <a:pos x="connsiteX46584" y="connsiteY46584"/>
              </a:cxn>
              <a:cxn ang="0">
                <a:pos x="connsiteX46585" y="connsiteY46585"/>
              </a:cxn>
              <a:cxn ang="0">
                <a:pos x="connsiteX46586" y="connsiteY46586"/>
              </a:cxn>
              <a:cxn ang="0">
                <a:pos x="connsiteX46587" y="connsiteY46587"/>
              </a:cxn>
              <a:cxn ang="0">
                <a:pos x="connsiteX46588" y="connsiteY46588"/>
              </a:cxn>
              <a:cxn ang="0">
                <a:pos x="connsiteX46589" y="connsiteY46589"/>
              </a:cxn>
              <a:cxn ang="0">
                <a:pos x="connsiteX46590" y="connsiteY46590"/>
              </a:cxn>
              <a:cxn ang="0">
                <a:pos x="connsiteX46591" y="connsiteY46591"/>
              </a:cxn>
              <a:cxn ang="0">
                <a:pos x="connsiteX46592" y="connsiteY46592"/>
              </a:cxn>
              <a:cxn ang="0">
                <a:pos x="connsiteX46593" y="connsiteY46593"/>
              </a:cxn>
              <a:cxn ang="0">
                <a:pos x="connsiteX46594" y="connsiteY46594"/>
              </a:cxn>
              <a:cxn ang="0">
                <a:pos x="connsiteX46595" y="connsiteY46595"/>
              </a:cxn>
              <a:cxn ang="0">
                <a:pos x="connsiteX46596" y="connsiteY46596"/>
              </a:cxn>
              <a:cxn ang="0">
                <a:pos x="connsiteX46597" y="connsiteY46597"/>
              </a:cxn>
              <a:cxn ang="0">
                <a:pos x="connsiteX46598" y="connsiteY46598"/>
              </a:cxn>
              <a:cxn ang="0">
                <a:pos x="connsiteX46599" y="connsiteY46599"/>
              </a:cxn>
              <a:cxn ang="0">
                <a:pos x="connsiteX46600" y="connsiteY46600"/>
              </a:cxn>
              <a:cxn ang="0">
                <a:pos x="connsiteX46601" y="connsiteY46601"/>
              </a:cxn>
              <a:cxn ang="0">
                <a:pos x="connsiteX46602" y="connsiteY46602"/>
              </a:cxn>
              <a:cxn ang="0">
                <a:pos x="connsiteX46603" y="connsiteY46603"/>
              </a:cxn>
              <a:cxn ang="0">
                <a:pos x="connsiteX46604" y="connsiteY46604"/>
              </a:cxn>
              <a:cxn ang="0">
                <a:pos x="connsiteX46605" y="connsiteY46605"/>
              </a:cxn>
              <a:cxn ang="0">
                <a:pos x="connsiteX46606" y="connsiteY46606"/>
              </a:cxn>
              <a:cxn ang="0">
                <a:pos x="connsiteX46607" y="connsiteY46607"/>
              </a:cxn>
              <a:cxn ang="0">
                <a:pos x="connsiteX46608" y="connsiteY46608"/>
              </a:cxn>
              <a:cxn ang="0">
                <a:pos x="connsiteX46609" y="connsiteY46609"/>
              </a:cxn>
              <a:cxn ang="0">
                <a:pos x="connsiteX46610" y="connsiteY46610"/>
              </a:cxn>
              <a:cxn ang="0">
                <a:pos x="connsiteX46611" y="connsiteY46611"/>
              </a:cxn>
              <a:cxn ang="0">
                <a:pos x="connsiteX46612" y="connsiteY46612"/>
              </a:cxn>
              <a:cxn ang="0">
                <a:pos x="connsiteX46613" y="connsiteY46613"/>
              </a:cxn>
              <a:cxn ang="0">
                <a:pos x="connsiteX46614" y="connsiteY46614"/>
              </a:cxn>
              <a:cxn ang="0">
                <a:pos x="connsiteX46615" y="connsiteY46615"/>
              </a:cxn>
              <a:cxn ang="0">
                <a:pos x="connsiteX46616" y="connsiteY46616"/>
              </a:cxn>
              <a:cxn ang="0">
                <a:pos x="connsiteX46617" y="connsiteY46617"/>
              </a:cxn>
              <a:cxn ang="0">
                <a:pos x="connsiteX46618" y="connsiteY46618"/>
              </a:cxn>
              <a:cxn ang="0">
                <a:pos x="connsiteX46619" y="connsiteY46619"/>
              </a:cxn>
              <a:cxn ang="0">
                <a:pos x="connsiteX46620" y="connsiteY46620"/>
              </a:cxn>
              <a:cxn ang="0">
                <a:pos x="connsiteX46621" y="connsiteY46621"/>
              </a:cxn>
              <a:cxn ang="0">
                <a:pos x="connsiteX46622" y="connsiteY46622"/>
              </a:cxn>
              <a:cxn ang="0">
                <a:pos x="connsiteX46623" y="connsiteY46623"/>
              </a:cxn>
              <a:cxn ang="0">
                <a:pos x="connsiteX46624" y="connsiteY46624"/>
              </a:cxn>
              <a:cxn ang="0">
                <a:pos x="connsiteX46625" y="connsiteY46625"/>
              </a:cxn>
              <a:cxn ang="0">
                <a:pos x="connsiteX46626" y="connsiteY46626"/>
              </a:cxn>
              <a:cxn ang="0">
                <a:pos x="connsiteX46627" y="connsiteY46627"/>
              </a:cxn>
              <a:cxn ang="0">
                <a:pos x="connsiteX46628" y="connsiteY46628"/>
              </a:cxn>
              <a:cxn ang="0">
                <a:pos x="connsiteX46629" y="connsiteY46629"/>
              </a:cxn>
              <a:cxn ang="0">
                <a:pos x="connsiteX46630" y="connsiteY46630"/>
              </a:cxn>
              <a:cxn ang="0">
                <a:pos x="connsiteX46631" y="connsiteY46631"/>
              </a:cxn>
              <a:cxn ang="0">
                <a:pos x="connsiteX46632" y="connsiteY46632"/>
              </a:cxn>
              <a:cxn ang="0">
                <a:pos x="connsiteX46633" y="connsiteY46633"/>
              </a:cxn>
              <a:cxn ang="0">
                <a:pos x="connsiteX46634" y="connsiteY46634"/>
              </a:cxn>
              <a:cxn ang="0">
                <a:pos x="connsiteX46635" y="connsiteY46635"/>
              </a:cxn>
              <a:cxn ang="0">
                <a:pos x="connsiteX46636" y="connsiteY46636"/>
              </a:cxn>
              <a:cxn ang="0">
                <a:pos x="connsiteX46637" y="connsiteY46637"/>
              </a:cxn>
              <a:cxn ang="0">
                <a:pos x="connsiteX46638" y="connsiteY46638"/>
              </a:cxn>
              <a:cxn ang="0">
                <a:pos x="connsiteX46639" y="connsiteY46639"/>
              </a:cxn>
              <a:cxn ang="0">
                <a:pos x="connsiteX46640" y="connsiteY46640"/>
              </a:cxn>
              <a:cxn ang="0">
                <a:pos x="connsiteX46641" y="connsiteY46641"/>
              </a:cxn>
              <a:cxn ang="0">
                <a:pos x="connsiteX46642" y="connsiteY46642"/>
              </a:cxn>
              <a:cxn ang="0">
                <a:pos x="connsiteX46643" y="connsiteY46643"/>
              </a:cxn>
              <a:cxn ang="0">
                <a:pos x="connsiteX46644" y="connsiteY46644"/>
              </a:cxn>
              <a:cxn ang="0">
                <a:pos x="connsiteX46645" y="connsiteY46645"/>
              </a:cxn>
              <a:cxn ang="0">
                <a:pos x="connsiteX46646" y="connsiteY46646"/>
              </a:cxn>
              <a:cxn ang="0">
                <a:pos x="connsiteX46647" y="connsiteY46647"/>
              </a:cxn>
              <a:cxn ang="0">
                <a:pos x="connsiteX46648" y="connsiteY46648"/>
              </a:cxn>
              <a:cxn ang="0">
                <a:pos x="connsiteX46649" y="connsiteY46649"/>
              </a:cxn>
              <a:cxn ang="0">
                <a:pos x="connsiteX46650" y="connsiteY46650"/>
              </a:cxn>
              <a:cxn ang="0">
                <a:pos x="connsiteX46651" y="connsiteY46651"/>
              </a:cxn>
              <a:cxn ang="0">
                <a:pos x="connsiteX46652" y="connsiteY46652"/>
              </a:cxn>
              <a:cxn ang="0">
                <a:pos x="connsiteX46653" y="connsiteY46653"/>
              </a:cxn>
              <a:cxn ang="0">
                <a:pos x="connsiteX46654" y="connsiteY46654"/>
              </a:cxn>
              <a:cxn ang="0">
                <a:pos x="connsiteX46655" y="connsiteY46655"/>
              </a:cxn>
              <a:cxn ang="0">
                <a:pos x="connsiteX46656" y="connsiteY46656"/>
              </a:cxn>
              <a:cxn ang="0">
                <a:pos x="connsiteX46657" y="connsiteY46657"/>
              </a:cxn>
              <a:cxn ang="0">
                <a:pos x="connsiteX46658" y="connsiteY46658"/>
              </a:cxn>
              <a:cxn ang="0">
                <a:pos x="connsiteX46659" y="connsiteY46659"/>
              </a:cxn>
              <a:cxn ang="0">
                <a:pos x="connsiteX46660" y="connsiteY46660"/>
              </a:cxn>
              <a:cxn ang="0">
                <a:pos x="connsiteX46661" y="connsiteY46661"/>
              </a:cxn>
              <a:cxn ang="0">
                <a:pos x="connsiteX46662" y="connsiteY46662"/>
              </a:cxn>
              <a:cxn ang="0">
                <a:pos x="connsiteX46663" y="connsiteY46663"/>
              </a:cxn>
              <a:cxn ang="0">
                <a:pos x="connsiteX46664" y="connsiteY46664"/>
              </a:cxn>
              <a:cxn ang="0">
                <a:pos x="connsiteX46665" y="connsiteY46665"/>
              </a:cxn>
              <a:cxn ang="0">
                <a:pos x="connsiteX46666" y="connsiteY46666"/>
              </a:cxn>
              <a:cxn ang="0">
                <a:pos x="connsiteX46667" y="connsiteY46667"/>
              </a:cxn>
              <a:cxn ang="0">
                <a:pos x="connsiteX46668" y="connsiteY46668"/>
              </a:cxn>
              <a:cxn ang="0">
                <a:pos x="connsiteX46669" y="connsiteY46669"/>
              </a:cxn>
              <a:cxn ang="0">
                <a:pos x="connsiteX46670" y="connsiteY46670"/>
              </a:cxn>
              <a:cxn ang="0">
                <a:pos x="connsiteX46671" y="connsiteY46671"/>
              </a:cxn>
              <a:cxn ang="0">
                <a:pos x="connsiteX46672" y="connsiteY46672"/>
              </a:cxn>
              <a:cxn ang="0">
                <a:pos x="connsiteX46673" y="connsiteY46673"/>
              </a:cxn>
              <a:cxn ang="0">
                <a:pos x="connsiteX46674" y="connsiteY46674"/>
              </a:cxn>
              <a:cxn ang="0">
                <a:pos x="connsiteX46675" y="connsiteY46675"/>
              </a:cxn>
              <a:cxn ang="0">
                <a:pos x="connsiteX46676" y="connsiteY46676"/>
              </a:cxn>
              <a:cxn ang="0">
                <a:pos x="connsiteX46677" y="connsiteY46677"/>
              </a:cxn>
              <a:cxn ang="0">
                <a:pos x="connsiteX46678" y="connsiteY46678"/>
              </a:cxn>
              <a:cxn ang="0">
                <a:pos x="connsiteX46679" y="connsiteY46679"/>
              </a:cxn>
              <a:cxn ang="0">
                <a:pos x="connsiteX46680" y="connsiteY46680"/>
              </a:cxn>
              <a:cxn ang="0">
                <a:pos x="connsiteX46681" y="connsiteY46681"/>
              </a:cxn>
              <a:cxn ang="0">
                <a:pos x="connsiteX46682" y="connsiteY46682"/>
              </a:cxn>
              <a:cxn ang="0">
                <a:pos x="connsiteX46683" y="connsiteY46683"/>
              </a:cxn>
              <a:cxn ang="0">
                <a:pos x="connsiteX46684" y="connsiteY46684"/>
              </a:cxn>
              <a:cxn ang="0">
                <a:pos x="connsiteX46685" y="connsiteY46685"/>
              </a:cxn>
              <a:cxn ang="0">
                <a:pos x="connsiteX46686" y="connsiteY46686"/>
              </a:cxn>
              <a:cxn ang="0">
                <a:pos x="connsiteX46687" y="connsiteY46687"/>
              </a:cxn>
              <a:cxn ang="0">
                <a:pos x="connsiteX46688" y="connsiteY46688"/>
              </a:cxn>
              <a:cxn ang="0">
                <a:pos x="connsiteX46689" y="connsiteY46689"/>
              </a:cxn>
              <a:cxn ang="0">
                <a:pos x="connsiteX46690" y="connsiteY46690"/>
              </a:cxn>
              <a:cxn ang="0">
                <a:pos x="connsiteX46691" y="connsiteY46691"/>
              </a:cxn>
              <a:cxn ang="0">
                <a:pos x="connsiteX46692" y="connsiteY46692"/>
              </a:cxn>
              <a:cxn ang="0">
                <a:pos x="connsiteX46693" y="connsiteY46693"/>
              </a:cxn>
              <a:cxn ang="0">
                <a:pos x="connsiteX46694" y="connsiteY46694"/>
              </a:cxn>
              <a:cxn ang="0">
                <a:pos x="connsiteX46695" y="connsiteY46695"/>
              </a:cxn>
              <a:cxn ang="0">
                <a:pos x="connsiteX46696" y="connsiteY46696"/>
              </a:cxn>
              <a:cxn ang="0">
                <a:pos x="connsiteX46697" y="connsiteY46697"/>
              </a:cxn>
              <a:cxn ang="0">
                <a:pos x="connsiteX46698" y="connsiteY46698"/>
              </a:cxn>
              <a:cxn ang="0">
                <a:pos x="connsiteX46699" y="connsiteY46699"/>
              </a:cxn>
              <a:cxn ang="0">
                <a:pos x="connsiteX46700" y="connsiteY46700"/>
              </a:cxn>
              <a:cxn ang="0">
                <a:pos x="connsiteX46701" y="connsiteY46701"/>
              </a:cxn>
              <a:cxn ang="0">
                <a:pos x="connsiteX46702" y="connsiteY46702"/>
              </a:cxn>
              <a:cxn ang="0">
                <a:pos x="connsiteX46703" y="connsiteY46703"/>
              </a:cxn>
              <a:cxn ang="0">
                <a:pos x="connsiteX46704" y="connsiteY46704"/>
              </a:cxn>
              <a:cxn ang="0">
                <a:pos x="connsiteX46705" y="connsiteY46705"/>
              </a:cxn>
              <a:cxn ang="0">
                <a:pos x="connsiteX46706" y="connsiteY46706"/>
              </a:cxn>
              <a:cxn ang="0">
                <a:pos x="connsiteX46707" y="connsiteY46707"/>
              </a:cxn>
              <a:cxn ang="0">
                <a:pos x="connsiteX46708" y="connsiteY46708"/>
              </a:cxn>
              <a:cxn ang="0">
                <a:pos x="connsiteX46709" y="connsiteY46709"/>
              </a:cxn>
              <a:cxn ang="0">
                <a:pos x="connsiteX46710" y="connsiteY46710"/>
              </a:cxn>
              <a:cxn ang="0">
                <a:pos x="connsiteX46711" y="connsiteY46711"/>
              </a:cxn>
              <a:cxn ang="0">
                <a:pos x="connsiteX46712" y="connsiteY46712"/>
              </a:cxn>
              <a:cxn ang="0">
                <a:pos x="connsiteX46713" y="connsiteY46713"/>
              </a:cxn>
              <a:cxn ang="0">
                <a:pos x="connsiteX46714" y="connsiteY46714"/>
              </a:cxn>
              <a:cxn ang="0">
                <a:pos x="connsiteX46715" y="connsiteY46715"/>
              </a:cxn>
              <a:cxn ang="0">
                <a:pos x="connsiteX46716" y="connsiteY46716"/>
              </a:cxn>
              <a:cxn ang="0">
                <a:pos x="connsiteX46717" y="connsiteY46717"/>
              </a:cxn>
              <a:cxn ang="0">
                <a:pos x="connsiteX46718" y="connsiteY46718"/>
              </a:cxn>
              <a:cxn ang="0">
                <a:pos x="connsiteX46719" y="connsiteY46719"/>
              </a:cxn>
              <a:cxn ang="0">
                <a:pos x="connsiteX46720" y="connsiteY46720"/>
              </a:cxn>
              <a:cxn ang="0">
                <a:pos x="connsiteX46721" y="connsiteY46721"/>
              </a:cxn>
              <a:cxn ang="0">
                <a:pos x="connsiteX46722" y="connsiteY46722"/>
              </a:cxn>
              <a:cxn ang="0">
                <a:pos x="connsiteX46723" y="connsiteY46723"/>
              </a:cxn>
              <a:cxn ang="0">
                <a:pos x="connsiteX46724" y="connsiteY46724"/>
              </a:cxn>
              <a:cxn ang="0">
                <a:pos x="connsiteX46725" y="connsiteY46725"/>
              </a:cxn>
              <a:cxn ang="0">
                <a:pos x="connsiteX46726" y="connsiteY46726"/>
              </a:cxn>
              <a:cxn ang="0">
                <a:pos x="connsiteX46727" y="connsiteY46727"/>
              </a:cxn>
              <a:cxn ang="0">
                <a:pos x="connsiteX46728" y="connsiteY46728"/>
              </a:cxn>
              <a:cxn ang="0">
                <a:pos x="connsiteX46729" y="connsiteY46729"/>
              </a:cxn>
              <a:cxn ang="0">
                <a:pos x="connsiteX46730" y="connsiteY46730"/>
              </a:cxn>
              <a:cxn ang="0">
                <a:pos x="connsiteX46731" y="connsiteY46731"/>
              </a:cxn>
              <a:cxn ang="0">
                <a:pos x="connsiteX46732" y="connsiteY46732"/>
              </a:cxn>
              <a:cxn ang="0">
                <a:pos x="connsiteX46733" y="connsiteY46733"/>
              </a:cxn>
              <a:cxn ang="0">
                <a:pos x="connsiteX46734" y="connsiteY46734"/>
              </a:cxn>
              <a:cxn ang="0">
                <a:pos x="connsiteX46735" y="connsiteY46735"/>
              </a:cxn>
              <a:cxn ang="0">
                <a:pos x="connsiteX46736" y="connsiteY46736"/>
              </a:cxn>
              <a:cxn ang="0">
                <a:pos x="connsiteX46737" y="connsiteY46737"/>
              </a:cxn>
              <a:cxn ang="0">
                <a:pos x="connsiteX46738" y="connsiteY46738"/>
              </a:cxn>
              <a:cxn ang="0">
                <a:pos x="connsiteX46739" y="connsiteY46739"/>
              </a:cxn>
              <a:cxn ang="0">
                <a:pos x="connsiteX46740" y="connsiteY46740"/>
              </a:cxn>
              <a:cxn ang="0">
                <a:pos x="connsiteX46741" y="connsiteY46741"/>
              </a:cxn>
              <a:cxn ang="0">
                <a:pos x="connsiteX46742" y="connsiteY46742"/>
              </a:cxn>
              <a:cxn ang="0">
                <a:pos x="connsiteX46743" y="connsiteY46743"/>
              </a:cxn>
              <a:cxn ang="0">
                <a:pos x="connsiteX46744" y="connsiteY46744"/>
              </a:cxn>
              <a:cxn ang="0">
                <a:pos x="connsiteX46745" y="connsiteY46745"/>
              </a:cxn>
              <a:cxn ang="0">
                <a:pos x="connsiteX46746" y="connsiteY46746"/>
              </a:cxn>
              <a:cxn ang="0">
                <a:pos x="connsiteX46747" y="connsiteY46747"/>
              </a:cxn>
              <a:cxn ang="0">
                <a:pos x="connsiteX46748" y="connsiteY46748"/>
              </a:cxn>
              <a:cxn ang="0">
                <a:pos x="connsiteX46749" y="connsiteY46749"/>
              </a:cxn>
              <a:cxn ang="0">
                <a:pos x="connsiteX46750" y="connsiteY46750"/>
              </a:cxn>
              <a:cxn ang="0">
                <a:pos x="connsiteX46751" y="connsiteY46751"/>
              </a:cxn>
              <a:cxn ang="0">
                <a:pos x="connsiteX46752" y="connsiteY46752"/>
              </a:cxn>
              <a:cxn ang="0">
                <a:pos x="connsiteX46753" y="connsiteY46753"/>
              </a:cxn>
              <a:cxn ang="0">
                <a:pos x="connsiteX46754" y="connsiteY46754"/>
              </a:cxn>
              <a:cxn ang="0">
                <a:pos x="connsiteX46755" y="connsiteY46755"/>
              </a:cxn>
              <a:cxn ang="0">
                <a:pos x="connsiteX46756" y="connsiteY46756"/>
              </a:cxn>
              <a:cxn ang="0">
                <a:pos x="connsiteX46757" y="connsiteY46757"/>
              </a:cxn>
              <a:cxn ang="0">
                <a:pos x="connsiteX46758" y="connsiteY46758"/>
              </a:cxn>
              <a:cxn ang="0">
                <a:pos x="connsiteX46759" y="connsiteY46759"/>
              </a:cxn>
              <a:cxn ang="0">
                <a:pos x="connsiteX46760" y="connsiteY46760"/>
              </a:cxn>
              <a:cxn ang="0">
                <a:pos x="connsiteX46761" y="connsiteY46761"/>
              </a:cxn>
              <a:cxn ang="0">
                <a:pos x="connsiteX46762" y="connsiteY46762"/>
              </a:cxn>
              <a:cxn ang="0">
                <a:pos x="connsiteX46763" y="connsiteY46763"/>
              </a:cxn>
              <a:cxn ang="0">
                <a:pos x="connsiteX46764" y="connsiteY46764"/>
              </a:cxn>
              <a:cxn ang="0">
                <a:pos x="connsiteX46765" y="connsiteY46765"/>
              </a:cxn>
              <a:cxn ang="0">
                <a:pos x="connsiteX46766" y="connsiteY46766"/>
              </a:cxn>
              <a:cxn ang="0">
                <a:pos x="connsiteX46767" y="connsiteY46767"/>
              </a:cxn>
              <a:cxn ang="0">
                <a:pos x="connsiteX46768" y="connsiteY46768"/>
              </a:cxn>
              <a:cxn ang="0">
                <a:pos x="connsiteX46769" y="connsiteY46769"/>
              </a:cxn>
              <a:cxn ang="0">
                <a:pos x="connsiteX46770" y="connsiteY46770"/>
              </a:cxn>
              <a:cxn ang="0">
                <a:pos x="connsiteX46771" y="connsiteY46771"/>
              </a:cxn>
              <a:cxn ang="0">
                <a:pos x="connsiteX46772" y="connsiteY46772"/>
              </a:cxn>
              <a:cxn ang="0">
                <a:pos x="connsiteX46773" y="connsiteY46773"/>
              </a:cxn>
              <a:cxn ang="0">
                <a:pos x="connsiteX46774" y="connsiteY46774"/>
              </a:cxn>
              <a:cxn ang="0">
                <a:pos x="connsiteX46775" y="connsiteY46775"/>
              </a:cxn>
              <a:cxn ang="0">
                <a:pos x="connsiteX46776" y="connsiteY46776"/>
              </a:cxn>
              <a:cxn ang="0">
                <a:pos x="connsiteX46777" y="connsiteY46777"/>
              </a:cxn>
              <a:cxn ang="0">
                <a:pos x="connsiteX46778" y="connsiteY46778"/>
              </a:cxn>
              <a:cxn ang="0">
                <a:pos x="connsiteX46779" y="connsiteY46779"/>
              </a:cxn>
              <a:cxn ang="0">
                <a:pos x="connsiteX46780" y="connsiteY46780"/>
              </a:cxn>
              <a:cxn ang="0">
                <a:pos x="connsiteX46781" y="connsiteY46781"/>
              </a:cxn>
              <a:cxn ang="0">
                <a:pos x="connsiteX46782" y="connsiteY46782"/>
              </a:cxn>
              <a:cxn ang="0">
                <a:pos x="connsiteX46783" y="connsiteY46783"/>
              </a:cxn>
              <a:cxn ang="0">
                <a:pos x="connsiteX46784" y="connsiteY46784"/>
              </a:cxn>
              <a:cxn ang="0">
                <a:pos x="connsiteX46785" y="connsiteY46785"/>
              </a:cxn>
              <a:cxn ang="0">
                <a:pos x="connsiteX46786" y="connsiteY46786"/>
              </a:cxn>
              <a:cxn ang="0">
                <a:pos x="connsiteX46787" y="connsiteY46787"/>
              </a:cxn>
              <a:cxn ang="0">
                <a:pos x="connsiteX46788" y="connsiteY46788"/>
              </a:cxn>
              <a:cxn ang="0">
                <a:pos x="connsiteX46789" y="connsiteY46789"/>
              </a:cxn>
              <a:cxn ang="0">
                <a:pos x="connsiteX46790" y="connsiteY46790"/>
              </a:cxn>
              <a:cxn ang="0">
                <a:pos x="connsiteX46791" y="connsiteY46791"/>
              </a:cxn>
              <a:cxn ang="0">
                <a:pos x="connsiteX46792" y="connsiteY46792"/>
              </a:cxn>
              <a:cxn ang="0">
                <a:pos x="connsiteX46793" y="connsiteY46793"/>
              </a:cxn>
              <a:cxn ang="0">
                <a:pos x="connsiteX46794" y="connsiteY46794"/>
              </a:cxn>
              <a:cxn ang="0">
                <a:pos x="connsiteX46795" y="connsiteY46795"/>
              </a:cxn>
              <a:cxn ang="0">
                <a:pos x="connsiteX46796" y="connsiteY46796"/>
              </a:cxn>
              <a:cxn ang="0">
                <a:pos x="connsiteX46797" y="connsiteY46797"/>
              </a:cxn>
              <a:cxn ang="0">
                <a:pos x="connsiteX46798" y="connsiteY46798"/>
              </a:cxn>
              <a:cxn ang="0">
                <a:pos x="connsiteX46799" y="connsiteY46799"/>
              </a:cxn>
              <a:cxn ang="0">
                <a:pos x="connsiteX46800" y="connsiteY46800"/>
              </a:cxn>
              <a:cxn ang="0">
                <a:pos x="connsiteX46801" y="connsiteY46801"/>
              </a:cxn>
              <a:cxn ang="0">
                <a:pos x="connsiteX46802" y="connsiteY46802"/>
              </a:cxn>
              <a:cxn ang="0">
                <a:pos x="connsiteX46803" y="connsiteY46803"/>
              </a:cxn>
              <a:cxn ang="0">
                <a:pos x="connsiteX46804" y="connsiteY46804"/>
              </a:cxn>
              <a:cxn ang="0">
                <a:pos x="connsiteX46805" y="connsiteY46805"/>
              </a:cxn>
              <a:cxn ang="0">
                <a:pos x="connsiteX46806" y="connsiteY46806"/>
              </a:cxn>
              <a:cxn ang="0">
                <a:pos x="connsiteX46807" y="connsiteY46807"/>
              </a:cxn>
              <a:cxn ang="0">
                <a:pos x="connsiteX46808" y="connsiteY46808"/>
              </a:cxn>
              <a:cxn ang="0">
                <a:pos x="connsiteX46809" y="connsiteY46809"/>
              </a:cxn>
              <a:cxn ang="0">
                <a:pos x="connsiteX46810" y="connsiteY46810"/>
              </a:cxn>
              <a:cxn ang="0">
                <a:pos x="connsiteX46811" y="connsiteY46811"/>
              </a:cxn>
              <a:cxn ang="0">
                <a:pos x="connsiteX46812" y="connsiteY46812"/>
              </a:cxn>
              <a:cxn ang="0">
                <a:pos x="connsiteX46813" y="connsiteY46813"/>
              </a:cxn>
              <a:cxn ang="0">
                <a:pos x="connsiteX46814" y="connsiteY46814"/>
              </a:cxn>
              <a:cxn ang="0">
                <a:pos x="connsiteX46815" y="connsiteY46815"/>
              </a:cxn>
              <a:cxn ang="0">
                <a:pos x="connsiteX46816" y="connsiteY46816"/>
              </a:cxn>
              <a:cxn ang="0">
                <a:pos x="connsiteX46817" y="connsiteY46817"/>
              </a:cxn>
              <a:cxn ang="0">
                <a:pos x="connsiteX46818" y="connsiteY46818"/>
              </a:cxn>
              <a:cxn ang="0">
                <a:pos x="connsiteX46819" y="connsiteY46819"/>
              </a:cxn>
              <a:cxn ang="0">
                <a:pos x="connsiteX46820" y="connsiteY46820"/>
              </a:cxn>
              <a:cxn ang="0">
                <a:pos x="connsiteX46821" y="connsiteY46821"/>
              </a:cxn>
              <a:cxn ang="0">
                <a:pos x="connsiteX46822" y="connsiteY46822"/>
              </a:cxn>
              <a:cxn ang="0">
                <a:pos x="connsiteX46823" y="connsiteY46823"/>
              </a:cxn>
              <a:cxn ang="0">
                <a:pos x="connsiteX46824" y="connsiteY46824"/>
              </a:cxn>
              <a:cxn ang="0">
                <a:pos x="connsiteX46825" y="connsiteY46825"/>
              </a:cxn>
              <a:cxn ang="0">
                <a:pos x="connsiteX46826" y="connsiteY46826"/>
              </a:cxn>
              <a:cxn ang="0">
                <a:pos x="connsiteX46827" y="connsiteY46827"/>
              </a:cxn>
              <a:cxn ang="0">
                <a:pos x="connsiteX46828" y="connsiteY46828"/>
              </a:cxn>
              <a:cxn ang="0">
                <a:pos x="connsiteX46829" y="connsiteY46829"/>
              </a:cxn>
              <a:cxn ang="0">
                <a:pos x="connsiteX46830" y="connsiteY46830"/>
              </a:cxn>
              <a:cxn ang="0">
                <a:pos x="connsiteX46831" y="connsiteY46831"/>
              </a:cxn>
              <a:cxn ang="0">
                <a:pos x="connsiteX46832" y="connsiteY46832"/>
              </a:cxn>
              <a:cxn ang="0">
                <a:pos x="connsiteX46833" y="connsiteY46833"/>
              </a:cxn>
              <a:cxn ang="0">
                <a:pos x="connsiteX46834" y="connsiteY46834"/>
              </a:cxn>
              <a:cxn ang="0">
                <a:pos x="connsiteX46835" y="connsiteY46835"/>
              </a:cxn>
              <a:cxn ang="0">
                <a:pos x="connsiteX46836" y="connsiteY46836"/>
              </a:cxn>
              <a:cxn ang="0">
                <a:pos x="connsiteX46837" y="connsiteY46837"/>
              </a:cxn>
              <a:cxn ang="0">
                <a:pos x="connsiteX46838" y="connsiteY46838"/>
              </a:cxn>
              <a:cxn ang="0">
                <a:pos x="connsiteX46839" y="connsiteY46839"/>
              </a:cxn>
              <a:cxn ang="0">
                <a:pos x="connsiteX46840" y="connsiteY46840"/>
              </a:cxn>
              <a:cxn ang="0">
                <a:pos x="connsiteX46841" y="connsiteY46841"/>
              </a:cxn>
              <a:cxn ang="0">
                <a:pos x="connsiteX46842" y="connsiteY46842"/>
              </a:cxn>
              <a:cxn ang="0">
                <a:pos x="connsiteX46843" y="connsiteY46843"/>
              </a:cxn>
              <a:cxn ang="0">
                <a:pos x="connsiteX46844" y="connsiteY46844"/>
              </a:cxn>
              <a:cxn ang="0">
                <a:pos x="connsiteX46845" y="connsiteY46845"/>
              </a:cxn>
              <a:cxn ang="0">
                <a:pos x="connsiteX46846" y="connsiteY46846"/>
              </a:cxn>
              <a:cxn ang="0">
                <a:pos x="connsiteX46847" y="connsiteY46847"/>
              </a:cxn>
              <a:cxn ang="0">
                <a:pos x="connsiteX46848" y="connsiteY46848"/>
              </a:cxn>
              <a:cxn ang="0">
                <a:pos x="connsiteX46849" y="connsiteY46849"/>
              </a:cxn>
              <a:cxn ang="0">
                <a:pos x="connsiteX46850" y="connsiteY46850"/>
              </a:cxn>
              <a:cxn ang="0">
                <a:pos x="connsiteX46851" y="connsiteY46851"/>
              </a:cxn>
              <a:cxn ang="0">
                <a:pos x="connsiteX46852" y="connsiteY46852"/>
              </a:cxn>
              <a:cxn ang="0">
                <a:pos x="connsiteX46853" y="connsiteY46853"/>
              </a:cxn>
              <a:cxn ang="0">
                <a:pos x="connsiteX46854" y="connsiteY46854"/>
              </a:cxn>
              <a:cxn ang="0">
                <a:pos x="connsiteX46855" y="connsiteY46855"/>
              </a:cxn>
              <a:cxn ang="0">
                <a:pos x="connsiteX46856" y="connsiteY46856"/>
              </a:cxn>
              <a:cxn ang="0">
                <a:pos x="connsiteX46857" y="connsiteY46857"/>
              </a:cxn>
              <a:cxn ang="0">
                <a:pos x="connsiteX46858" y="connsiteY46858"/>
              </a:cxn>
              <a:cxn ang="0">
                <a:pos x="connsiteX46859" y="connsiteY46859"/>
              </a:cxn>
              <a:cxn ang="0">
                <a:pos x="connsiteX46860" y="connsiteY46860"/>
              </a:cxn>
              <a:cxn ang="0">
                <a:pos x="connsiteX46861" y="connsiteY46861"/>
              </a:cxn>
              <a:cxn ang="0">
                <a:pos x="connsiteX46862" y="connsiteY46862"/>
              </a:cxn>
              <a:cxn ang="0">
                <a:pos x="connsiteX46863" y="connsiteY46863"/>
              </a:cxn>
              <a:cxn ang="0">
                <a:pos x="connsiteX46864" y="connsiteY46864"/>
              </a:cxn>
              <a:cxn ang="0">
                <a:pos x="connsiteX46865" y="connsiteY46865"/>
              </a:cxn>
              <a:cxn ang="0">
                <a:pos x="connsiteX46866" y="connsiteY46866"/>
              </a:cxn>
              <a:cxn ang="0">
                <a:pos x="connsiteX46867" y="connsiteY46867"/>
              </a:cxn>
              <a:cxn ang="0">
                <a:pos x="connsiteX46868" y="connsiteY46868"/>
              </a:cxn>
              <a:cxn ang="0">
                <a:pos x="connsiteX46869" y="connsiteY46869"/>
              </a:cxn>
              <a:cxn ang="0">
                <a:pos x="connsiteX46870" y="connsiteY46870"/>
              </a:cxn>
              <a:cxn ang="0">
                <a:pos x="connsiteX46871" y="connsiteY46871"/>
              </a:cxn>
              <a:cxn ang="0">
                <a:pos x="connsiteX46872" y="connsiteY46872"/>
              </a:cxn>
              <a:cxn ang="0">
                <a:pos x="connsiteX46873" y="connsiteY46873"/>
              </a:cxn>
              <a:cxn ang="0">
                <a:pos x="connsiteX46874" y="connsiteY46874"/>
              </a:cxn>
              <a:cxn ang="0">
                <a:pos x="connsiteX46875" y="connsiteY46875"/>
              </a:cxn>
              <a:cxn ang="0">
                <a:pos x="connsiteX46876" y="connsiteY46876"/>
              </a:cxn>
              <a:cxn ang="0">
                <a:pos x="connsiteX46877" y="connsiteY46877"/>
              </a:cxn>
              <a:cxn ang="0">
                <a:pos x="connsiteX46878" y="connsiteY46878"/>
              </a:cxn>
              <a:cxn ang="0">
                <a:pos x="connsiteX46879" y="connsiteY46879"/>
              </a:cxn>
              <a:cxn ang="0">
                <a:pos x="connsiteX46880" y="connsiteY46880"/>
              </a:cxn>
              <a:cxn ang="0">
                <a:pos x="connsiteX46881" y="connsiteY46881"/>
              </a:cxn>
              <a:cxn ang="0">
                <a:pos x="connsiteX46882" y="connsiteY46882"/>
              </a:cxn>
              <a:cxn ang="0">
                <a:pos x="connsiteX46883" y="connsiteY46883"/>
              </a:cxn>
              <a:cxn ang="0">
                <a:pos x="connsiteX46884" y="connsiteY46884"/>
              </a:cxn>
              <a:cxn ang="0">
                <a:pos x="connsiteX46885" y="connsiteY46885"/>
              </a:cxn>
              <a:cxn ang="0">
                <a:pos x="connsiteX46886" y="connsiteY46886"/>
              </a:cxn>
              <a:cxn ang="0">
                <a:pos x="connsiteX46887" y="connsiteY46887"/>
              </a:cxn>
              <a:cxn ang="0">
                <a:pos x="connsiteX46888" y="connsiteY46888"/>
              </a:cxn>
              <a:cxn ang="0">
                <a:pos x="connsiteX46889" y="connsiteY46889"/>
              </a:cxn>
              <a:cxn ang="0">
                <a:pos x="connsiteX46890" y="connsiteY46890"/>
              </a:cxn>
              <a:cxn ang="0">
                <a:pos x="connsiteX46891" y="connsiteY46891"/>
              </a:cxn>
              <a:cxn ang="0">
                <a:pos x="connsiteX46892" y="connsiteY46892"/>
              </a:cxn>
              <a:cxn ang="0">
                <a:pos x="connsiteX46893" y="connsiteY46893"/>
              </a:cxn>
              <a:cxn ang="0">
                <a:pos x="connsiteX46894" y="connsiteY46894"/>
              </a:cxn>
              <a:cxn ang="0">
                <a:pos x="connsiteX46895" y="connsiteY46895"/>
              </a:cxn>
              <a:cxn ang="0">
                <a:pos x="connsiteX46896" y="connsiteY46896"/>
              </a:cxn>
              <a:cxn ang="0">
                <a:pos x="connsiteX46897" y="connsiteY46897"/>
              </a:cxn>
              <a:cxn ang="0">
                <a:pos x="connsiteX46898" y="connsiteY46898"/>
              </a:cxn>
              <a:cxn ang="0">
                <a:pos x="connsiteX46899" y="connsiteY46899"/>
              </a:cxn>
              <a:cxn ang="0">
                <a:pos x="connsiteX46900" y="connsiteY46900"/>
              </a:cxn>
              <a:cxn ang="0">
                <a:pos x="connsiteX46901" y="connsiteY46901"/>
              </a:cxn>
              <a:cxn ang="0">
                <a:pos x="connsiteX46902" y="connsiteY46902"/>
              </a:cxn>
              <a:cxn ang="0">
                <a:pos x="connsiteX46903" y="connsiteY46903"/>
              </a:cxn>
              <a:cxn ang="0">
                <a:pos x="connsiteX46904" y="connsiteY46904"/>
              </a:cxn>
              <a:cxn ang="0">
                <a:pos x="connsiteX46905" y="connsiteY46905"/>
              </a:cxn>
            </a:cxnLst>
            <a:rect l="l" t="t" r="r" b="b"/>
            <a:pathLst>
              <a:path w="3114960" h="5143785">
                <a:moveTo>
                  <a:pt x="620554" y="4555617"/>
                </a:moveTo>
                <a:lnTo>
                  <a:pt x="602456" y="4555617"/>
                </a:lnTo>
                <a:lnTo>
                  <a:pt x="571310" y="4531710"/>
                </a:lnTo>
                <a:lnTo>
                  <a:pt x="453009" y="4531710"/>
                </a:lnTo>
                <a:lnTo>
                  <a:pt x="415576" y="4563713"/>
                </a:lnTo>
                <a:lnTo>
                  <a:pt x="357473" y="4563428"/>
                </a:lnTo>
                <a:lnTo>
                  <a:pt x="332804" y="4541806"/>
                </a:lnTo>
                <a:lnTo>
                  <a:pt x="277654" y="4541806"/>
                </a:lnTo>
                <a:cubicBezTo>
                  <a:pt x="277654" y="4541806"/>
                  <a:pt x="256699" y="4520565"/>
                  <a:pt x="256699" y="4520565"/>
                </a:cubicBezTo>
                <a:lnTo>
                  <a:pt x="189548" y="4520565"/>
                </a:lnTo>
                <a:cubicBezTo>
                  <a:pt x="189262" y="4519994"/>
                  <a:pt x="188976" y="4519518"/>
                  <a:pt x="188500" y="4519041"/>
                </a:cubicBezTo>
                <a:lnTo>
                  <a:pt x="182880" y="4513421"/>
                </a:lnTo>
                <a:cubicBezTo>
                  <a:pt x="180785" y="4511326"/>
                  <a:pt x="177165" y="4511326"/>
                  <a:pt x="175070" y="4513421"/>
                </a:cubicBezTo>
                <a:lnTo>
                  <a:pt x="169450" y="4519041"/>
                </a:lnTo>
                <a:cubicBezTo>
                  <a:pt x="168402" y="4520089"/>
                  <a:pt x="167831" y="4521422"/>
                  <a:pt x="167831" y="4522946"/>
                </a:cubicBezTo>
                <a:cubicBezTo>
                  <a:pt x="167831" y="4524470"/>
                  <a:pt x="168402" y="4525804"/>
                  <a:pt x="169450" y="4526852"/>
                </a:cubicBezTo>
                <a:lnTo>
                  <a:pt x="175070" y="4532471"/>
                </a:lnTo>
                <a:cubicBezTo>
                  <a:pt x="176117" y="4533519"/>
                  <a:pt x="177546" y="4534091"/>
                  <a:pt x="178975" y="4534091"/>
                </a:cubicBezTo>
                <a:cubicBezTo>
                  <a:pt x="180404" y="4534091"/>
                  <a:pt x="181832" y="4533519"/>
                  <a:pt x="182880" y="4532471"/>
                </a:cubicBezTo>
                <a:lnTo>
                  <a:pt x="188500" y="4526852"/>
                </a:lnTo>
                <a:cubicBezTo>
                  <a:pt x="188500" y="4526852"/>
                  <a:pt x="189262" y="4525899"/>
                  <a:pt x="189548" y="4525328"/>
                </a:cubicBezTo>
                <a:lnTo>
                  <a:pt x="254699" y="4525328"/>
                </a:lnTo>
                <a:lnTo>
                  <a:pt x="272701" y="4543520"/>
                </a:lnTo>
                <a:lnTo>
                  <a:pt x="262985" y="4553522"/>
                </a:lnTo>
                <a:lnTo>
                  <a:pt x="211550" y="4553522"/>
                </a:lnTo>
                <a:cubicBezTo>
                  <a:pt x="211169" y="4551998"/>
                  <a:pt x="210598" y="4550474"/>
                  <a:pt x="209455" y="4549331"/>
                </a:cubicBezTo>
                <a:cubicBezTo>
                  <a:pt x="207836" y="4547712"/>
                  <a:pt x="205645" y="4546759"/>
                  <a:pt x="203359" y="4546759"/>
                </a:cubicBezTo>
                <a:lnTo>
                  <a:pt x="203359" y="4546759"/>
                </a:lnTo>
                <a:cubicBezTo>
                  <a:pt x="201073" y="4546759"/>
                  <a:pt x="198977" y="4547616"/>
                  <a:pt x="197263" y="4549236"/>
                </a:cubicBezTo>
                <a:cubicBezTo>
                  <a:pt x="195644" y="4550855"/>
                  <a:pt x="194691" y="4553045"/>
                  <a:pt x="194691" y="4555331"/>
                </a:cubicBezTo>
                <a:cubicBezTo>
                  <a:pt x="194691" y="4560094"/>
                  <a:pt x="198501" y="4563999"/>
                  <a:pt x="203264" y="4564095"/>
                </a:cubicBezTo>
                <a:lnTo>
                  <a:pt x="203264" y="4564095"/>
                </a:lnTo>
                <a:cubicBezTo>
                  <a:pt x="206978" y="4564095"/>
                  <a:pt x="210122" y="4561713"/>
                  <a:pt x="211360" y="4558379"/>
                </a:cubicBezTo>
                <a:lnTo>
                  <a:pt x="265081" y="4558379"/>
                </a:lnTo>
                <a:cubicBezTo>
                  <a:pt x="265081" y="4558379"/>
                  <a:pt x="276511" y="4546473"/>
                  <a:pt x="276511" y="4546473"/>
                </a:cubicBezTo>
                <a:lnTo>
                  <a:pt x="330994" y="4546473"/>
                </a:lnTo>
                <a:cubicBezTo>
                  <a:pt x="330994" y="4546473"/>
                  <a:pt x="355664" y="4568190"/>
                  <a:pt x="355664" y="4568190"/>
                </a:cubicBezTo>
                <a:lnTo>
                  <a:pt x="416433" y="4568476"/>
                </a:lnTo>
                <a:lnTo>
                  <a:pt x="417290" y="4568476"/>
                </a:lnTo>
                <a:lnTo>
                  <a:pt x="454724" y="4536472"/>
                </a:lnTo>
                <a:lnTo>
                  <a:pt x="569595" y="4536472"/>
                </a:lnTo>
                <a:lnTo>
                  <a:pt x="600742" y="4560380"/>
                </a:lnTo>
                <a:lnTo>
                  <a:pt x="620459" y="4560380"/>
                </a:lnTo>
                <a:cubicBezTo>
                  <a:pt x="620935" y="4562380"/>
                  <a:pt x="621792" y="4564285"/>
                  <a:pt x="623411" y="4565809"/>
                </a:cubicBezTo>
                <a:cubicBezTo>
                  <a:pt x="625412" y="4567619"/>
                  <a:pt x="627888" y="4568571"/>
                  <a:pt x="630555" y="4568571"/>
                </a:cubicBezTo>
                <a:cubicBezTo>
                  <a:pt x="630746" y="4568571"/>
                  <a:pt x="630936" y="4568571"/>
                  <a:pt x="631127" y="4568571"/>
                </a:cubicBezTo>
                <a:cubicBezTo>
                  <a:pt x="633984" y="4568476"/>
                  <a:pt x="636556" y="4567238"/>
                  <a:pt x="638461" y="4565047"/>
                </a:cubicBezTo>
                <a:cubicBezTo>
                  <a:pt x="640366" y="4562952"/>
                  <a:pt x="641318" y="4560189"/>
                  <a:pt x="641223" y="4557332"/>
                </a:cubicBezTo>
                <a:cubicBezTo>
                  <a:pt x="641128" y="4554474"/>
                  <a:pt x="639890" y="4551903"/>
                  <a:pt x="637699" y="4549997"/>
                </a:cubicBezTo>
                <a:cubicBezTo>
                  <a:pt x="635603" y="4548093"/>
                  <a:pt x="632936" y="4547045"/>
                  <a:pt x="629984" y="4547235"/>
                </a:cubicBezTo>
                <a:cubicBezTo>
                  <a:pt x="627126" y="4547330"/>
                  <a:pt x="624554" y="4548569"/>
                  <a:pt x="622649" y="4550760"/>
                </a:cubicBezTo>
                <a:cubicBezTo>
                  <a:pt x="621316" y="4552188"/>
                  <a:pt x="620649" y="4553903"/>
                  <a:pt x="620268" y="4555617"/>
                </a:cubicBezTo>
                <a:close/>
                <a:moveTo>
                  <a:pt x="185166" y="4523518"/>
                </a:moveTo>
                <a:lnTo>
                  <a:pt x="179546" y="4529138"/>
                </a:lnTo>
                <a:cubicBezTo>
                  <a:pt x="179546" y="4529138"/>
                  <a:pt x="178784" y="4529423"/>
                  <a:pt x="178499" y="4529138"/>
                </a:cubicBezTo>
                <a:lnTo>
                  <a:pt x="172879" y="4523518"/>
                </a:lnTo>
                <a:lnTo>
                  <a:pt x="172879" y="4522470"/>
                </a:lnTo>
                <a:lnTo>
                  <a:pt x="179070" y="4516565"/>
                </a:lnTo>
                <a:cubicBezTo>
                  <a:pt x="179070" y="4516565"/>
                  <a:pt x="179451" y="4516565"/>
                  <a:pt x="179546" y="4516755"/>
                </a:cubicBezTo>
                <a:lnTo>
                  <a:pt x="185261" y="4522470"/>
                </a:lnTo>
                <a:lnTo>
                  <a:pt x="185261" y="4523518"/>
                </a:lnTo>
                <a:close/>
                <a:moveTo>
                  <a:pt x="203359" y="4559427"/>
                </a:moveTo>
                <a:lnTo>
                  <a:pt x="203359" y="4559427"/>
                </a:lnTo>
                <a:cubicBezTo>
                  <a:pt x="201168" y="4559427"/>
                  <a:pt x="199454" y="4557618"/>
                  <a:pt x="199454" y="4555522"/>
                </a:cubicBezTo>
                <a:cubicBezTo>
                  <a:pt x="199454" y="4554474"/>
                  <a:pt x="199835" y="4553522"/>
                  <a:pt x="200597" y="4552760"/>
                </a:cubicBezTo>
                <a:cubicBezTo>
                  <a:pt x="201358" y="4551998"/>
                  <a:pt x="202311" y="4551617"/>
                  <a:pt x="203359" y="4551617"/>
                </a:cubicBezTo>
                <a:cubicBezTo>
                  <a:pt x="204502" y="4551617"/>
                  <a:pt x="205359" y="4551998"/>
                  <a:pt x="206121" y="4552760"/>
                </a:cubicBezTo>
                <a:cubicBezTo>
                  <a:pt x="206883" y="4553522"/>
                  <a:pt x="207264" y="4554474"/>
                  <a:pt x="207264" y="4555522"/>
                </a:cubicBezTo>
                <a:cubicBezTo>
                  <a:pt x="207264" y="4557618"/>
                  <a:pt x="205454" y="4559427"/>
                  <a:pt x="203359" y="4559427"/>
                </a:cubicBezTo>
                <a:close/>
                <a:moveTo>
                  <a:pt x="626364" y="4553903"/>
                </a:moveTo>
                <a:cubicBezTo>
                  <a:pt x="627412" y="4552760"/>
                  <a:pt x="628841" y="4552093"/>
                  <a:pt x="630460" y="4551998"/>
                </a:cubicBezTo>
                <a:cubicBezTo>
                  <a:pt x="630555" y="4551998"/>
                  <a:pt x="630650" y="4551998"/>
                  <a:pt x="630746" y="4551998"/>
                </a:cubicBezTo>
                <a:cubicBezTo>
                  <a:pt x="632174" y="4551998"/>
                  <a:pt x="633603" y="4552569"/>
                  <a:pt x="634651" y="4553522"/>
                </a:cubicBezTo>
                <a:cubicBezTo>
                  <a:pt x="635794" y="4554570"/>
                  <a:pt x="636461" y="4555998"/>
                  <a:pt x="636556" y="4557618"/>
                </a:cubicBezTo>
                <a:cubicBezTo>
                  <a:pt x="636556" y="4559237"/>
                  <a:pt x="636079" y="4560665"/>
                  <a:pt x="635032" y="4561904"/>
                </a:cubicBezTo>
                <a:cubicBezTo>
                  <a:pt x="633984" y="4563047"/>
                  <a:pt x="632555" y="4563713"/>
                  <a:pt x="630936" y="4563809"/>
                </a:cubicBezTo>
                <a:cubicBezTo>
                  <a:pt x="629317" y="4563904"/>
                  <a:pt x="627888" y="4563332"/>
                  <a:pt x="626650" y="4562285"/>
                </a:cubicBezTo>
                <a:lnTo>
                  <a:pt x="626650" y="4562285"/>
                </a:lnTo>
                <a:cubicBezTo>
                  <a:pt x="625507" y="4561237"/>
                  <a:pt x="624840" y="4559808"/>
                  <a:pt x="624745" y="4558189"/>
                </a:cubicBezTo>
                <a:cubicBezTo>
                  <a:pt x="624745" y="4556665"/>
                  <a:pt x="625221" y="4555141"/>
                  <a:pt x="626269" y="4553903"/>
                </a:cubicBezTo>
                <a:close/>
                <a:moveTo>
                  <a:pt x="2530412" y="216884"/>
                </a:moveTo>
                <a:cubicBezTo>
                  <a:pt x="2530412" y="214694"/>
                  <a:pt x="2529650" y="212693"/>
                  <a:pt x="2528126" y="211074"/>
                </a:cubicBezTo>
                <a:cubicBezTo>
                  <a:pt x="2526602" y="209550"/>
                  <a:pt x="2524601" y="208598"/>
                  <a:pt x="2522411" y="208598"/>
                </a:cubicBezTo>
                <a:cubicBezTo>
                  <a:pt x="2518791" y="208598"/>
                  <a:pt x="2515743" y="210979"/>
                  <a:pt x="2514695" y="214217"/>
                </a:cubicBezTo>
                <a:lnTo>
                  <a:pt x="2463546" y="214217"/>
                </a:lnTo>
                <a:cubicBezTo>
                  <a:pt x="2463546" y="214217"/>
                  <a:pt x="2452973" y="224600"/>
                  <a:pt x="2452973" y="224600"/>
                </a:cubicBezTo>
                <a:lnTo>
                  <a:pt x="2452592" y="269843"/>
                </a:lnTo>
                <a:lnTo>
                  <a:pt x="2445068" y="277940"/>
                </a:lnTo>
                <a:cubicBezTo>
                  <a:pt x="2442686" y="276416"/>
                  <a:pt x="2439829" y="275749"/>
                  <a:pt x="2436876" y="276416"/>
                </a:cubicBezTo>
                <a:cubicBezTo>
                  <a:pt x="2434114" y="277082"/>
                  <a:pt x="2431828" y="278797"/>
                  <a:pt x="2430399" y="281178"/>
                </a:cubicBezTo>
                <a:cubicBezTo>
                  <a:pt x="2428970" y="283559"/>
                  <a:pt x="2428494" y="286417"/>
                  <a:pt x="2429161" y="289084"/>
                </a:cubicBezTo>
                <a:cubicBezTo>
                  <a:pt x="2429828" y="291846"/>
                  <a:pt x="2431542" y="294132"/>
                  <a:pt x="2433923" y="295561"/>
                </a:cubicBezTo>
                <a:cubicBezTo>
                  <a:pt x="2435543" y="296609"/>
                  <a:pt x="2437448" y="297085"/>
                  <a:pt x="2439353" y="297085"/>
                </a:cubicBezTo>
                <a:cubicBezTo>
                  <a:pt x="2440210" y="297085"/>
                  <a:pt x="2440972" y="296990"/>
                  <a:pt x="2441829" y="296799"/>
                </a:cubicBezTo>
                <a:cubicBezTo>
                  <a:pt x="2447449" y="295466"/>
                  <a:pt x="2450878" y="289751"/>
                  <a:pt x="2449544" y="284131"/>
                </a:cubicBezTo>
                <a:cubicBezTo>
                  <a:pt x="2449259" y="283083"/>
                  <a:pt x="2448782" y="282321"/>
                  <a:pt x="2448306" y="281464"/>
                </a:cubicBezTo>
                <a:lnTo>
                  <a:pt x="2457355" y="271653"/>
                </a:lnTo>
                <a:lnTo>
                  <a:pt x="2457736" y="226600"/>
                </a:lnTo>
                <a:lnTo>
                  <a:pt x="2465451" y="219075"/>
                </a:lnTo>
                <a:lnTo>
                  <a:pt x="2514600" y="219075"/>
                </a:lnTo>
                <a:cubicBezTo>
                  <a:pt x="2514981" y="220218"/>
                  <a:pt x="2515553" y="221361"/>
                  <a:pt x="2516410" y="222314"/>
                </a:cubicBezTo>
                <a:cubicBezTo>
                  <a:pt x="2517934" y="223838"/>
                  <a:pt x="2519934" y="224790"/>
                  <a:pt x="2522125" y="224790"/>
                </a:cubicBezTo>
                <a:lnTo>
                  <a:pt x="2522315" y="224790"/>
                </a:lnTo>
                <a:cubicBezTo>
                  <a:pt x="2524411" y="224790"/>
                  <a:pt x="2526411" y="224028"/>
                  <a:pt x="2527935" y="222504"/>
                </a:cubicBezTo>
                <a:cubicBezTo>
                  <a:pt x="2529459" y="220980"/>
                  <a:pt x="2530412" y="218980"/>
                  <a:pt x="2530412" y="216789"/>
                </a:cubicBezTo>
                <a:close/>
                <a:moveTo>
                  <a:pt x="2444305" y="289655"/>
                </a:moveTo>
                <a:cubicBezTo>
                  <a:pt x="2443544" y="290989"/>
                  <a:pt x="2442210" y="291846"/>
                  <a:pt x="2440781" y="292227"/>
                </a:cubicBezTo>
                <a:cubicBezTo>
                  <a:pt x="2437733" y="292989"/>
                  <a:pt x="2434590" y="291084"/>
                  <a:pt x="2433923" y="288036"/>
                </a:cubicBezTo>
                <a:cubicBezTo>
                  <a:pt x="2433542" y="286512"/>
                  <a:pt x="2433828" y="284988"/>
                  <a:pt x="2434590" y="283750"/>
                </a:cubicBezTo>
                <a:cubicBezTo>
                  <a:pt x="2435352" y="282416"/>
                  <a:pt x="2436686" y="281559"/>
                  <a:pt x="2438114" y="281178"/>
                </a:cubicBezTo>
                <a:cubicBezTo>
                  <a:pt x="2438591" y="281083"/>
                  <a:pt x="2438972" y="280988"/>
                  <a:pt x="2439448" y="280988"/>
                </a:cubicBezTo>
                <a:cubicBezTo>
                  <a:pt x="2440496" y="280988"/>
                  <a:pt x="2441543" y="281273"/>
                  <a:pt x="2442401" y="281845"/>
                </a:cubicBezTo>
                <a:cubicBezTo>
                  <a:pt x="2443734" y="282607"/>
                  <a:pt x="2444592" y="283940"/>
                  <a:pt x="2444972" y="285369"/>
                </a:cubicBezTo>
                <a:cubicBezTo>
                  <a:pt x="2445353" y="286893"/>
                  <a:pt x="2445068" y="288417"/>
                  <a:pt x="2444305" y="289655"/>
                </a:cubicBezTo>
                <a:close/>
                <a:moveTo>
                  <a:pt x="2524601" y="219170"/>
                </a:moveTo>
                <a:cubicBezTo>
                  <a:pt x="2523935" y="219837"/>
                  <a:pt x="2523077" y="220123"/>
                  <a:pt x="2522220" y="220123"/>
                </a:cubicBezTo>
                <a:cubicBezTo>
                  <a:pt x="2521363" y="220123"/>
                  <a:pt x="2520505" y="219742"/>
                  <a:pt x="2519839" y="219075"/>
                </a:cubicBezTo>
                <a:cubicBezTo>
                  <a:pt x="2519172" y="218408"/>
                  <a:pt x="2518886" y="217551"/>
                  <a:pt x="2518886" y="216694"/>
                </a:cubicBezTo>
                <a:cubicBezTo>
                  <a:pt x="2518886" y="215837"/>
                  <a:pt x="2519267" y="214979"/>
                  <a:pt x="2519934" y="214313"/>
                </a:cubicBezTo>
                <a:cubicBezTo>
                  <a:pt x="2520601" y="213741"/>
                  <a:pt x="2521363" y="213360"/>
                  <a:pt x="2522220" y="213360"/>
                </a:cubicBezTo>
                <a:lnTo>
                  <a:pt x="2522220" y="213360"/>
                </a:lnTo>
                <a:cubicBezTo>
                  <a:pt x="2524030" y="213360"/>
                  <a:pt x="2525554" y="214979"/>
                  <a:pt x="2525554" y="216789"/>
                </a:cubicBezTo>
                <a:cubicBezTo>
                  <a:pt x="2525554" y="217646"/>
                  <a:pt x="2525173" y="218504"/>
                  <a:pt x="2524506" y="219170"/>
                </a:cubicBezTo>
                <a:close/>
                <a:moveTo>
                  <a:pt x="1123760" y="372904"/>
                </a:moveTo>
                <a:cubicBezTo>
                  <a:pt x="1130332" y="372142"/>
                  <a:pt x="1136237" y="376809"/>
                  <a:pt x="1137095" y="383381"/>
                </a:cubicBezTo>
                <a:cubicBezTo>
                  <a:pt x="1137857" y="389954"/>
                  <a:pt x="1133189" y="395859"/>
                  <a:pt x="1126617" y="396716"/>
                </a:cubicBezTo>
                <a:cubicBezTo>
                  <a:pt x="1120045" y="397478"/>
                  <a:pt x="1114139" y="392811"/>
                  <a:pt x="1113282" y="386239"/>
                </a:cubicBezTo>
                <a:cubicBezTo>
                  <a:pt x="1112520" y="379667"/>
                  <a:pt x="1117187" y="373761"/>
                  <a:pt x="1123760" y="372904"/>
                </a:cubicBezTo>
                <a:close/>
                <a:moveTo>
                  <a:pt x="618458" y="4396359"/>
                </a:moveTo>
                <a:lnTo>
                  <a:pt x="613696" y="4391025"/>
                </a:lnTo>
                <a:lnTo>
                  <a:pt x="620459" y="4385120"/>
                </a:lnTo>
                <a:lnTo>
                  <a:pt x="625221" y="4390454"/>
                </a:lnTo>
                <a:lnTo>
                  <a:pt x="618458" y="4396359"/>
                </a:lnTo>
                <a:close/>
                <a:moveTo>
                  <a:pt x="631889" y="1254157"/>
                </a:moveTo>
                <a:cubicBezTo>
                  <a:pt x="633413" y="1254824"/>
                  <a:pt x="635032" y="1255109"/>
                  <a:pt x="636651" y="1255109"/>
                </a:cubicBezTo>
                <a:cubicBezTo>
                  <a:pt x="638270" y="1255109"/>
                  <a:pt x="639890" y="1254824"/>
                  <a:pt x="641414" y="1254157"/>
                </a:cubicBezTo>
                <a:cubicBezTo>
                  <a:pt x="644462" y="1252919"/>
                  <a:pt x="646843" y="1250537"/>
                  <a:pt x="648176" y="1247394"/>
                </a:cubicBezTo>
                <a:cubicBezTo>
                  <a:pt x="649510" y="1244251"/>
                  <a:pt x="649415" y="1240917"/>
                  <a:pt x="648176" y="1237869"/>
                </a:cubicBezTo>
                <a:cubicBezTo>
                  <a:pt x="646938" y="1234821"/>
                  <a:pt x="644557" y="1232440"/>
                  <a:pt x="641414" y="1231202"/>
                </a:cubicBezTo>
                <a:cubicBezTo>
                  <a:pt x="638366" y="1229963"/>
                  <a:pt x="634937" y="1229963"/>
                  <a:pt x="631889" y="1231202"/>
                </a:cubicBezTo>
                <a:cubicBezTo>
                  <a:pt x="628841" y="1232440"/>
                  <a:pt x="626459" y="1234821"/>
                  <a:pt x="625126" y="1237964"/>
                </a:cubicBezTo>
                <a:cubicBezTo>
                  <a:pt x="624840" y="1238726"/>
                  <a:pt x="624840" y="1239488"/>
                  <a:pt x="624650" y="1240250"/>
                </a:cubicBezTo>
                <a:lnTo>
                  <a:pt x="528447" y="1240250"/>
                </a:lnTo>
                <a:cubicBezTo>
                  <a:pt x="528447" y="1240250"/>
                  <a:pt x="512826" y="1226058"/>
                  <a:pt x="512826" y="1226058"/>
                </a:cubicBezTo>
                <a:lnTo>
                  <a:pt x="433102" y="1226058"/>
                </a:lnTo>
                <a:cubicBezTo>
                  <a:pt x="433102" y="1226058"/>
                  <a:pt x="409194" y="1243394"/>
                  <a:pt x="409194" y="1243394"/>
                </a:cubicBezTo>
                <a:cubicBezTo>
                  <a:pt x="408432" y="1243013"/>
                  <a:pt x="407480" y="1242822"/>
                  <a:pt x="406527" y="1242822"/>
                </a:cubicBezTo>
                <a:lnTo>
                  <a:pt x="393859" y="1242822"/>
                </a:lnTo>
                <a:cubicBezTo>
                  <a:pt x="390144" y="1242822"/>
                  <a:pt x="387001" y="1245870"/>
                  <a:pt x="387001" y="1249680"/>
                </a:cubicBezTo>
                <a:lnTo>
                  <a:pt x="387001" y="1262348"/>
                </a:lnTo>
                <a:cubicBezTo>
                  <a:pt x="387001" y="1263206"/>
                  <a:pt x="387191" y="1263968"/>
                  <a:pt x="387477" y="1264730"/>
                </a:cubicBezTo>
                <a:lnTo>
                  <a:pt x="340709" y="1304353"/>
                </a:lnTo>
                <a:lnTo>
                  <a:pt x="326517" y="1304353"/>
                </a:lnTo>
                <a:cubicBezTo>
                  <a:pt x="325946" y="1304353"/>
                  <a:pt x="325374" y="1304639"/>
                  <a:pt x="324993" y="1304925"/>
                </a:cubicBezTo>
                <a:lnTo>
                  <a:pt x="303467" y="1323403"/>
                </a:lnTo>
                <a:cubicBezTo>
                  <a:pt x="302990" y="1323880"/>
                  <a:pt x="302609" y="1324547"/>
                  <a:pt x="302609" y="1325213"/>
                </a:cubicBezTo>
                <a:lnTo>
                  <a:pt x="302228" y="1418082"/>
                </a:lnTo>
                <a:lnTo>
                  <a:pt x="285941" y="1434656"/>
                </a:lnTo>
                <a:lnTo>
                  <a:pt x="225838" y="1434656"/>
                </a:lnTo>
                <a:cubicBezTo>
                  <a:pt x="225362" y="1432751"/>
                  <a:pt x="224600" y="1430941"/>
                  <a:pt x="223171" y="1429417"/>
                </a:cubicBezTo>
                <a:cubicBezTo>
                  <a:pt x="219647" y="1425893"/>
                  <a:pt x="213932" y="1425607"/>
                  <a:pt x="209741" y="1428178"/>
                </a:cubicBezTo>
                <a:lnTo>
                  <a:pt x="209741" y="1428178"/>
                </a:lnTo>
                <a:cubicBezTo>
                  <a:pt x="209741" y="1428178"/>
                  <a:pt x="154591" y="1428178"/>
                  <a:pt x="154591" y="1428178"/>
                </a:cubicBezTo>
                <a:lnTo>
                  <a:pt x="142589" y="1436846"/>
                </a:lnTo>
                <a:lnTo>
                  <a:pt x="0" y="1437227"/>
                </a:lnTo>
                <a:lnTo>
                  <a:pt x="0" y="1441990"/>
                </a:lnTo>
                <a:lnTo>
                  <a:pt x="143351" y="1441609"/>
                </a:lnTo>
                <a:lnTo>
                  <a:pt x="144113" y="1441609"/>
                </a:lnTo>
                <a:lnTo>
                  <a:pt x="156115" y="1432941"/>
                </a:lnTo>
                <a:lnTo>
                  <a:pt x="205454" y="1432941"/>
                </a:lnTo>
                <a:cubicBezTo>
                  <a:pt x="203835" y="1436846"/>
                  <a:pt x="204692" y="1441514"/>
                  <a:pt x="207836" y="1444657"/>
                </a:cubicBezTo>
                <a:cubicBezTo>
                  <a:pt x="209931" y="1446752"/>
                  <a:pt x="212693" y="1447800"/>
                  <a:pt x="215456" y="1447800"/>
                </a:cubicBezTo>
                <a:cubicBezTo>
                  <a:pt x="218218" y="1447800"/>
                  <a:pt x="220980" y="1446752"/>
                  <a:pt x="223076" y="1444657"/>
                </a:cubicBezTo>
                <a:cubicBezTo>
                  <a:pt x="224600" y="1443133"/>
                  <a:pt x="225362" y="1441323"/>
                  <a:pt x="225743" y="1439418"/>
                </a:cubicBezTo>
                <a:lnTo>
                  <a:pt x="286798" y="1439418"/>
                </a:lnTo>
                <a:cubicBezTo>
                  <a:pt x="287465" y="1439418"/>
                  <a:pt x="288036" y="1439132"/>
                  <a:pt x="288512" y="1438751"/>
                </a:cubicBezTo>
                <a:lnTo>
                  <a:pt x="306229" y="1420749"/>
                </a:lnTo>
                <a:cubicBezTo>
                  <a:pt x="306229" y="1420749"/>
                  <a:pt x="306896" y="1419701"/>
                  <a:pt x="306896" y="1419130"/>
                </a:cubicBezTo>
                <a:lnTo>
                  <a:pt x="307277" y="1326356"/>
                </a:lnTo>
                <a:lnTo>
                  <a:pt x="327279" y="1309116"/>
                </a:lnTo>
                <a:lnTo>
                  <a:pt x="341471" y="1309116"/>
                </a:lnTo>
                <a:cubicBezTo>
                  <a:pt x="342043" y="1309116"/>
                  <a:pt x="342614" y="1308830"/>
                  <a:pt x="342995" y="1308545"/>
                </a:cubicBezTo>
                <a:lnTo>
                  <a:pt x="390525" y="1268349"/>
                </a:lnTo>
                <a:cubicBezTo>
                  <a:pt x="391478" y="1268825"/>
                  <a:pt x="392525" y="1269206"/>
                  <a:pt x="393668" y="1269206"/>
                </a:cubicBezTo>
                <a:lnTo>
                  <a:pt x="406337" y="1269206"/>
                </a:lnTo>
                <a:cubicBezTo>
                  <a:pt x="410051" y="1269206"/>
                  <a:pt x="413195" y="1266158"/>
                  <a:pt x="413195" y="1262348"/>
                </a:cubicBezTo>
                <a:lnTo>
                  <a:pt x="413195" y="1249680"/>
                </a:lnTo>
                <a:cubicBezTo>
                  <a:pt x="413195" y="1248632"/>
                  <a:pt x="412909" y="1247680"/>
                  <a:pt x="412433" y="1246727"/>
                </a:cubicBezTo>
                <a:lnTo>
                  <a:pt x="434435" y="1230725"/>
                </a:lnTo>
                <a:lnTo>
                  <a:pt x="510731" y="1230725"/>
                </a:lnTo>
                <a:cubicBezTo>
                  <a:pt x="510731" y="1230725"/>
                  <a:pt x="526352" y="1245013"/>
                  <a:pt x="526352" y="1245013"/>
                </a:cubicBezTo>
                <a:lnTo>
                  <a:pt x="624364" y="1245013"/>
                </a:lnTo>
                <a:cubicBezTo>
                  <a:pt x="625126" y="1248918"/>
                  <a:pt x="627602" y="1252442"/>
                  <a:pt x="631603" y="1254062"/>
                </a:cubicBezTo>
                <a:close/>
                <a:moveTo>
                  <a:pt x="629602" y="1239774"/>
                </a:moveTo>
                <a:cubicBezTo>
                  <a:pt x="630365" y="1237869"/>
                  <a:pt x="631889" y="1236440"/>
                  <a:pt x="633698" y="1235678"/>
                </a:cubicBezTo>
                <a:cubicBezTo>
                  <a:pt x="634651" y="1235297"/>
                  <a:pt x="635603" y="1235107"/>
                  <a:pt x="636651" y="1235107"/>
                </a:cubicBezTo>
                <a:cubicBezTo>
                  <a:pt x="637699" y="1235107"/>
                  <a:pt x="638651" y="1235297"/>
                  <a:pt x="639604" y="1235678"/>
                </a:cubicBezTo>
                <a:lnTo>
                  <a:pt x="639604" y="1235678"/>
                </a:lnTo>
                <a:cubicBezTo>
                  <a:pt x="641509" y="1236440"/>
                  <a:pt x="642938" y="1237964"/>
                  <a:pt x="643795" y="1239774"/>
                </a:cubicBezTo>
                <a:cubicBezTo>
                  <a:pt x="644557" y="1241679"/>
                  <a:pt x="644557" y="1243775"/>
                  <a:pt x="643795" y="1245680"/>
                </a:cubicBezTo>
                <a:cubicBezTo>
                  <a:pt x="643033" y="1247585"/>
                  <a:pt x="641509" y="1249013"/>
                  <a:pt x="639604" y="1249775"/>
                </a:cubicBezTo>
                <a:cubicBezTo>
                  <a:pt x="637699" y="1250537"/>
                  <a:pt x="635603" y="1250537"/>
                  <a:pt x="633794" y="1249775"/>
                </a:cubicBezTo>
                <a:cubicBezTo>
                  <a:pt x="629888" y="1248156"/>
                  <a:pt x="628079" y="1243679"/>
                  <a:pt x="629602" y="1239774"/>
                </a:cubicBezTo>
                <a:close/>
                <a:moveTo>
                  <a:pt x="219932" y="1441323"/>
                </a:moveTo>
                <a:cubicBezTo>
                  <a:pt x="217551" y="1443704"/>
                  <a:pt x="213741" y="1443704"/>
                  <a:pt x="211455" y="1441323"/>
                </a:cubicBezTo>
                <a:cubicBezTo>
                  <a:pt x="209074" y="1438942"/>
                  <a:pt x="209074" y="1435132"/>
                  <a:pt x="211455" y="1432846"/>
                </a:cubicBezTo>
                <a:cubicBezTo>
                  <a:pt x="212598" y="1431703"/>
                  <a:pt x="214122" y="1431131"/>
                  <a:pt x="215741" y="1431131"/>
                </a:cubicBezTo>
                <a:cubicBezTo>
                  <a:pt x="217361" y="1431131"/>
                  <a:pt x="218885" y="1431798"/>
                  <a:pt x="220028" y="1432846"/>
                </a:cubicBezTo>
                <a:cubicBezTo>
                  <a:pt x="222409" y="1435227"/>
                  <a:pt x="222409" y="1439037"/>
                  <a:pt x="220028" y="1441323"/>
                </a:cubicBezTo>
                <a:close/>
                <a:moveTo>
                  <a:pt x="408718" y="1262348"/>
                </a:moveTo>
                <a:cubicBezTo>
                  <a:pt x="408718" y="1263491"/>
                  <a:pt x="407765" y="1264444"/>
                  <a:pt x="406622" y="1264444"/>
                </a:cubicBezTo>
                <a:lnTo>
                  <a:pt x="393954" y="1264444"/>
                </a:lnTo>
                <a:cubicBezTo>
                  <a:pt x="392811" y="1264444"/>
                  <a:pt x="391859" y="1263491"/>
                  <a:pt x="391859" y="1262348"/>
                </a:cubicBezTo>
                <a:lnTo>
                  <a:pt x="391859" y="1249680"/>
                </a:lnTo>
                <a:cubicBezTo>
                  <a:pt x="391859" y="1248537"/>
                  <a:pt x="392811" y="1247585"/>
                  <a:pt x="393954" y="1247585"/>
                </a:cubicBezTo>
                <a:lnTo>
                  <a:pt x="406622" y="1247585"/>
                </a:lnTo>
                <a:cubicBezTo>
                  <a:pt x="407765" y="1247585"/>
                  <a:pt x="408718" y="1248537"/>
                  <a:pt x="408718" y="1249680"/>
                </a:cubicBezTo>
                <a:lnTo>
                  <a:pt x="408718" y="1262348"/>
                </a:lnTo>
                <a:close/>
                <a:moveTo>
                  <a:pt x="2322195" y="281940"/>
                </a:moveTo>
                <a:lnTo>
                  <a:pt x="2279904" y="281940"/>
                </a:lnTo>
                <a:cubicBezTo>
                  <a:pt x="2279047" y="278987"/>
                  <a:pt x="2276856" y="276511"/>
                  <a:pt x="2273618" y="275749"/>
                </a:cubicBezTo>
                <a:cubicBezTo>
                  <a:pt x="2268855" y="274606"/>
                  <a:pt x="2264188" y="277559"/>
                  <a:pt x="2263045" y="282226"/>
                </a:cubicBezTo>
                <a:cubicBezTo>
                  <a:pt x="2261902" y="286988"/>
                  <a:pt x="2264855" y="291656"/>
                  <a:pt x="2269522" y="292799"/>
                </a:cubicBezTo>
                <a:cubicBezTo>
                  <a:pt x="2274094" y="293942"/>
                  <a:pt x="2278666" y="291179"/>
                  <a:pt x="2279999" y="286607"/>
                </a:cubicBezTo>
                <a:lnTo>
                  <a:pt x="2320481" y="286607"/>
                </a:lnTo>
                <a:lnTo>
                  <a:pt x="2350103" y="311944"/>
                </a:lnTo>
                <a:lnTo>
                  <a:pt x="2320481" y="340138"/>
                </a:lnTo>
                <a:lnTo>
                  <a:pt x="2286286" y="340138"/>
                </a:lnTo>
                <a:cubicBezTo>
                  <a:pt x="2286000" y="338519"/>
                  <a:pt x="2285524" y="336899"/>
                  <a:pt x="2284571" y="335375"/>
                </a:cubicBezTo>
                <a:cubicBezTo>
                  <a:pt x="2282857" y="332518"/>
                  <a:pt x="2280095" y="330518"/>
                  <a:pt x="2276761" y="329660"/>
                </a:cubicBezTo>
                <a:cubicBezTo>
                  <a:pt x="2273522" y="328898"/>
                  <a:pt x="2270093" y="329375"/>
                  <a:pt x="2267236" y="331184"/>
                </a:cubicBezTo>
                <a:cubicBezTo>
                  <a:pt x="2264378" y="332899"/>
                  <a:pt x="2262378" y="335661"/>
                  <a:pt x="2261616" y="338995"/>
                </a:cubicBezTo>
                <a:cubicBezTo>
                  <a:pt x="2260854" y="342233"/>
                  <a:pt x="2261330" y="345662"/>
                  <a:pt x="2263140" y="348520"/>
                </a:cubicBezTo>
                <a:cubicBezTo>
                  <a:pt x="2264855" y="351377"/>
                  <a:pt x="2267617" y="353378"/>
                  <a:pt x="2270951" y="354235"/>
                </a:cubicBezTo>
                <a:cubicBezTo>
                  <a:pt x="2271903" y="354425"/>
                  <a:pt x="2272951" y="354616"/>
                  <a:pt x="2273903" y="354616"/>
                </a:cubicBezTo>
                <a:cubicBezTo>
                  <a:pt x="2276189" y="354616"/>
                  <a:pt x="2278475" y="353949"/>
                  <a:pt x="2280476" y="352806"/>
                </a:cubicBezTo>
                <a:cubicBezTo>
                  <a:pt x="2283333" y="351092"/>
                  <a:pt x="2285333" y="348329"/>
                  <a:pt x="2286095" y="344996"/>
                </a:cubicBezTo>
                <a:cubicBezTo>
                  <a:pt x="2286095" y="344996"/>
                  <a:pt x="2286095" y="344996"/>
                  <a:pt x="2286095" y="344996"/>
                </a:cubicBezTo>
                <a:lnTo>
                  <a:pt x="2322386" y="344996"/>
                </a:lnTo>
                <a:lnTo>
                  <a:pt x="2354390" y="314420"/>
                </a:lnTo>
                <a:lnTo>
                  <a:pt x="2525459" y="314420"/>
                </a:lnTo>
                <a:cubicBezTo>
                  <a:pt x="2525459" y="314420"/>
                  <a:pt x="2525459" y="314897"/>
                  <a:pt x="2525459" y="315182"/>
                </a:cubicBezTo>
                <a:cubicBezTo>
                  <a:pt x="2526316" y="318992"/>
                  <a:pt x="2528507" y="322231"/>
                  <a:pt x="2531840" y="324326"/>
                </a:cubicBezTo>
                <a:cubicBezTo>
                  <a:pt x="2534222" y="325850"/>
                  <a:pt x="2536888" y="326612"/>
                  <a:pt x="2539651" y="326612"/>
                </a:cubicBezTo>
                <a:cubicBezTo>
                  <a:pt x="2540699" y="326612"/>
                  <a:pt x="2541746" y="326517"/>
                  <a:pt x="2542794" y="326231"/>
                </a:cubicBezTo>
                <a:cubicBezTo>
                  <a:pt x="2546604" y="325374"/>
                  <a:pt x="2549843" y="323183"/>
                  <a:pt x="2551938" y="319850"/>
                </a:cubicBezTo>
                <a:cubicBezTo>
                  <a:pt x="2554034" y="316611"/>
                  <a:pt x="2554700" y="312801"/>
                  <a:pt x="2553938" y="308991"/>
                </a:cubicBezTo>
                <a:lnTo>
                  <a:pt x="2574131" y="291275"/>
                </a:lnTo>
                <a:lnTo>
                  <a:pt x="2944844" y="291275"/>
                </a:lnTo>
                <a:cubicBezTo>
                  <a:pt x="2944844" y="293275"/>
                  <a:pt x="2945225" y="295275"/>
                  <a:pt x="2946273" y="297085"/>
                </a:cubicBezTo>
                <a:cubicBezTo>
                  <a:pt x="2947892" y="299847"/>
                  <a:pt x="2950464" y="301847"/>
                  <a:pt x="2953607" y="302705"/>
                </a:cubicBezTo>
                <a:cubicBezTo>
                  <a:pt x="2954655" y="302990"/>
                  <a:pt x="2955703" y="303086"/>
                  <a:pt x="2956751" y="303086"/>
                </a:cubicBezTo>
                <a:cubicBezTo>
                  <a:pt x="2958846" y="303086"/>
                  <a:pt x="2960942" y="302514"/>
                  <a:pt x="2962751" y="301466"/>
                </a:cubicBezTo>
                <a:cubicBezTo>
                  <a:pt x="2965513" y="299847"/>
                  <a:pt x="2967514" y="297275"/>
                  <a:pt x="2968371" y="294132"/>
                </a:cubicBezTo>
                <a:cubicBezTo>
                  <a:pt x="2968371" y="293846"/>
                  <a:pt x="2968371" y="293656"/>
                  <a:pt x="2968371" y="293370"/>
                </a:cubicBezTo>
                <a:lnTo>
                  <a:pt x="3114580" y="292513"/>
                </a:lnTo>
                <a:lnTo>
                  <a:pt x="3114580" y="287750"/>
                </a:lnTo>
                <a:lnTo>
                  <a:pt x="2968276" y="288608"/>
                </a:lnTo>
                <a:cubicBezTo>
                  <a:pt x="2967990" y="287369"/>
                  <a:pt x="2967704" y="286131"/>
                  <a:pt x="2967038" y="284988"/>
                </a:cubicBezTo>
                <a:cubicBezTo>
                  <a:pt x="2965418" y="282226"/>
                  <a:pt x="2962847" y="280226"/>
                  <a:pt x="2959703" y="279368"/>
                </a:cubicBezTo>
                <a:cubicBezTo>
                  <a:pt x="2956560" y="278511"/>
                  <a:pt x="2953322" y="278987"/>
                  <a:pt x="2950559" y="280607"/>
                </a:cubicBezTo>
                <a:cubicBezTo>
                  <a:pt x="2947797" y="282226"/>
                  <a:pt x="2945797" y="284798"/>
                  <a:pt x="2944940" y="287941"/>
                </a:cubicBezTo>
                <a:cubicBezTo>
                  <a:pt x="2944940" y="288227"/>
                  <a:pt x="2944940" y="288512"/>
                  <a:pt x="2944940" y="288798"/>
                </a:cubicBezTo>
                <a:lnTo>
                  <a:pt x="2573179" y="288798"/>
                </a:lnTo>
                <a:cubicBezTo>
                  <a:pt x="2573179" y="288798"/>
                  <a:pt x="2552891" y="306610"/>
                  <a:pt x="2552891" y="306610"/>
                </a:cubicBezTo>
                <a:cubicBezTo>
                  <a:pt x="2551748" y="303848"/>
                  <a:pt x="2550033" y="301371"/>
                  <a:pt x="2547557" y="299752"/>
                </a:cubicBezTo>
                <a:cubicBezTo>
                  <a:pt x="2544318" y="297656"/>
                  <a:pt x="2540413" y="296990"/>
                  <a:pt x="2536603" y="297752"/>
                </a:cubicBezTo>
                <a:cubicBezTo>
                  <a:pt x="2530602" y="299085"/>
                  <a:pt x="2526411" y="303848"/>
                  <a:pt x="2525459" y="309563"/>
                </a:cubicBezTo>
                <a:lnTo>
                  <a:pt x="2354675" y="309563"/>
                </a:lnTo>
                <a:lnTo>
                  <a:pt x="2322195" y="281845"/>
                </a:lnTo>
                <a:close/>
                <a:moveTo>
                  <a:pt x="2281428" y="343948"/>
                </a:moveTo>
                <a:cubicBezTo>
                  <a:pt x="2280952" y="345948"/>
                  <a:pt x="2279714" y="347663"/>
                  <a:pt x="2277904" y="348806"/>
                </a:cubicBezTo>
                <a:cubicBezTo>
                  <a:pt x="2276094" y="349853"/>
                  <a:pt x="2273999" y="350234"/>
                  <a:pt x="2271998" y="349758"/>
                </a:cubicBezTo>
                <a:cubicBezTo>
                  <a:pt x="2267807" y="348710"/>
                  <a:pt x="2265236" y="344519"/>
                  <a:pt x="2266283" y="340328"/>
                </a:cubicBezTo>
                <a:cubicBezTo>
                  <a:pt x="2266760" y="338328"/>
                  <a:pt x="2267998" y="336614"/>
                  <a:pt x="2269808" y="335471"/>
                </a:cubicBezTo>
                <a:cubicBezTo>
                  <a:pt x="2271046" y="334709"/>
                  <a:pt x="2272475" y="334328"/>
                  <a:pt x="2273903" y="334328"/>
                </a:cubicBezTo>
                <a:cubicBezTo>
                  <a:pt x="2274475" y="334328"/>
                  <a:pt x="2275142" y="334328"/>
                  <a:pt x="2275713" y="334518"/>
                </a:cubicBezTo>
                <a:cubicBezTo>
                  <a:pt x="2277713" y="334994"/>
                  <a:pt x="2279428" y="336233"/>
                  <a:pt x="2280571" y="338042"/>
                </a:cubicBezTo>
                <a:cubicBezTo>
                  <a:pt x="2281619" y="339852"/>
                  <a:pt x="2282000" y="341948"/>
                  <a:pt x="2281523" y="343948"/>
                </a:cubicBezTo>
                <a:close/>
                <a:moveTo>
                  <a:pt x="2953131" y="284893"/>
                </a:moveTo>
                <a:cubicBezTo>
                  <a:pt x="2954846" y="283940"/>
                  <a:pt x="2956751" y="283655"/>
                  <a:pt x="2958751" y="284131"/>
                </a:cubicBezTo>
                <a:cubicBezTo>
                  <a:pt x="2960656" y="284607"/>
                  <a:pt x="2962180" y="285845"/>
                  <a:pt x="2963228" y="287560"/>
                </a:cubicBezTo>
                <a:cubicBezTo>
                  <a:pt x="2964180" y="289274"/>
                  <a:pt x="2964466" y="291275"/>
                  <a:pt x="2963990" y="293084"/>
                </a:cubicBezTo>
                <a:cubicBezTo>
                  <a:pt x="2963513" y="294989"/>
                  <a:pt x="2962275" y="296513"/>
                  <a:pt x="2960561" y="297561"/>
                </a:cubicBezTo>
                <a:cubicBezTo>
                  <a:pt x="2958846" y="298514"/>
                  <a:pt x="2956846" y="298799"/>
                  <a:pt x="2955036" y="298323"/>
                </a:cubicBezTo>
                <a:cubicBezTo>
                  <a:pt x="2953131" y="297847"/>
                  <a:pt x="2951607" y="296609"/>
                  <a:pt x="2950559" y="294894"/>
                </a:cubicBezTo>
                <a:cubicBezTo>
                  <a:pt x="2948559" y="291370"/>
                  <a:pt x="2949702" y="286893"/>
                  <a:pt x="2953226" y="284893"/>
                </a:cubicBezTo>
                <a:close/>
                <a:moveTo>
                  <a:pt x="2537651" y="302609"/>
                </a:moveTo>
                <a:cubicBezTo>
                  <a:pt x="2538317" y="302419"/>
                  <a:pt x="2539079" y="302419"/>
                  <a:pt x="2539746" y="302419"/>
                </a:cubicBezTo>
                <a:cubicBezTo>
                  <a:pt x="2541556" y="302419"/>
                  <a:pt x="2543366" y="302990"/>
                  <a:pt x="2544985" y="303943"/>
                </a:cubicBezTo>
                <a:cubicBezTo>
                  <a:pt x="2547176" y="305372"/>
                  <a:pt x="2548700" y="307562"/>
                  <a:pt x="2549271" y="310039"/>
                </a:cubicBezTo>
                <a:cubicBezTo>
                  <a:pt x="2549843" y="312611"/>
                  <a:pt x="2549271" y="315182"/>
                  <a:pt x="2547938" y="317373"/>
                </a:cubicBezTo>
                <a:cubicBezTo>
                  <a:pt x="2546509" y="319564"/>
                  <a:pt x="2544318" y="321088"/>
                  <a:pt x="2541842" y="321659"/>
                </a:cubicBezTo>
                <a:cubicBezTo>
                  <a:pt x="2539270" y="322231"/>
                  <a:pt x="2536698" y="321659"/>
                  <a:pt x="2534507" y="320326"/>
                </a:cubicBezTo>
                <a:cubicBezTo>
                  <a:pt x="2532317" y="318897"/>
                  <a:pt x="2530793" y="316706"/>
                  <a:pt x="2530221" y="314230"/>
                </a:cubicBezTo>
                <a:cubicBezTo>
                  <a:pt x="2529078" y="308991"/>
                  <a:pt x="2532412" y="303752"/>
                  <a:pt x="2537651" y="302609"/>
                </a:cubicBezTo>
                <a:close/>
                <a:moveTo>
                  <a:pt x="2201418" y="4360450"/>
                </a:moveTo>
                <a:cubicBezTo>
                  <a:pt x="2201894" y="4359783"/>
                  <a:pt x="2201990" y="4358926"/>
                  <a:pt x="2201609" y="4358164"/>
                </a:cubicBezTo>
                <a:lnTo>
                  <a:pt x="2186464" y="4323112"/>
                </a:lnTo>
                <a:cubicBezTo>
                  <a:pt x="2189321" y="4321207"/>
                  <a:pt x="2190941" y="4317683"/>
                  <a:pt x="2190274" y="4314159"/>
                </a:cubicBezTo>
                <a:cubicBezTo>
                  <a:pt x="2189321" y="4309396"/>
                  <a:pt x="2184749" y="4306348"/>
                  <a:pt x="2179987" y="4307301"/>
                </a:cubicBezTo>
                <a:cubicBezTo>
                  <a:pt x="2175224" y="4308253"/>
                  <a:pt x="2172176" y="4312825"/>
                  <a:pt x="2173129" y="4317587"/>
                </a:cubicBezTo>
                <a:cubicBezTo>
                  <a:pt x="2173986" y="4321683"/>
                  <a:pt x="2177606" y="4324445"/>
                  <a:pt x="2181701" y="4324445"/>
                </a:cubicBezTo>
                <a:lnTo>
                  <a:pt x="2195608" y="4356735"/>
                </a:lnTo>
                <a:lnTo>
                  <a:pt x="2178272" y="4356735"/>
                </a:lnTo>
                <a:cubicBezTo>
                  <a:pt x="2177606" y="4356735"/>
                  <a:pt x="2177034" y="4357021"/>
                  <a:pt x="2176558" y="4357497"/>
                </a:cubicBezTo>
                <a:cubicBezTo>
                  <a:pt x="2176082" y="4357973"/>
                  <a:pt x="2175796" y="4358545"/>
                  <a:pt x="2175891" y="4359212"/>
                </a:cubicBezTo>
                <a:lnTo>
                  <a:pt x="2175891" y="4397788"/>
                </a:lnTo>
                <a:cubicBezTo>
                  <a:pt x="2175986" y="4399598"/>
                  <a:pt x="2175320" y="4401312"/>
                  <a:pt x="2173986" y="4402646"/>
                </a:cubicBezTo>
                <a:cubicBezTo>
                  <a:pt x="2172653" y="4403884"/>
                  <a:pt x="2170748" y="4404455"/>
                  <a:pt x="2169128" y="4404551"/>
                </a:cubicBezTo>
                <a:cubicBezTo>
                  <a:pt x="2165414" y="4404551"/>
                  <a:pt x="2162461" y="4401503"/>
                  <a:pt x="2162461" y="4397788"/>
                </a:cubicBezTo>
                <a:lnTo>
                  <a:pt x="2162461" y="4358259"/>
                </a:lnTo>
                <a:cubicBezTo>
                  <a:pt x="2162556" y="4355306"/>
                  <a:pt x="2161413" y="4352639"/>
                  <a:pt x="2159413" y="4350544"/>
                </a:cubicBezTo>
                <a:cubicBezTo>
                  <a:pt x="2157317" y="4348448"/>
                  <a:pt x="2154650" y="4347401"/>
                  <a:pt x="2151698" y="4347401"/>
                </a:cubicBezTo>
                <a:lnTo>
                  <a:pt x="2150936" y="4347401"/>
                </a:lnTo>
                <a:cubicBezTo>
                  <a:pt x="2145030" y="4347401"/>
                  <a:pt x="2140172" y="4352259"/>
                  <a:pt x="2140077" y="4358164"/>
                </a:cubicBezTo>
                <a:lnTo>
                  <a:pt x="2139791" y="4400455"/>
                </a:lnTo>
                <a:cubicBezTo>
                  <a:pt x="2139791" y="4402836"/>
                  <a:pt x="2137791" y="4404837"/>
                  <a:pt x="2135410" y="4404837"/>
                </a:cubicBezTo>
                <a:lnTo>
                  <a:pt x="2135410" y="4404837"/>
                </a:lnTo>
                <a:cubicBezTo>
                  <a:pt x="2134267" y="4404837"/>
                  <a:pt x="2133124" y="4404360"/>
                  <a:pt x="2132267" y="4403503"/>
                </a:cubicBezTo>
                <a:cubicBezTo>
                  <a:pt x="2131409" y="4402646"/>
                  <a:pt x="2130933" y="4401598"/>
                  <a:pt x="2130933" y="4400360"/>
                </a:cubicBezTo>
                <a:lnTo>
                  <a:pt x="2130933" y="4358354"/>
                </a:lnTo>
                <a:cubicBezTo>
                  <a:pt x="2130933" y="4355402"/>
                  <a:pt x="2129790" y="4352639"/>
                  <a:pt x="2127695" y="4350544"/>
                </a:cubicBezTo>
                <a:cubicBezTo>
                  <a:pt x="2125599" y="4348448"/>
                  <a:pt x="2122837" y="4347305"/>
                  <a:pt x="2119884" y="4347305"/>
                </a:cubicBezTo>
                <a:cubicBezTo>
                  <a:pt x="2113883" y="4347305"/>
                  <a:pt x="2108930" y="4352259"/>
                  <a:pt x="2108930" y="4358259"/>
                </a:cubicBezTo>
                <a:lnTo>
                  <a:pt x="2108930" y="4414171"/>
                </a:lnTo>
                <a:lnTo>
                  <a:pt x="2100453" y="4414171"/>
                </a:lnTo>
                <a:cubicBezTo>
                  <a:pt x="2098262" y="4414171"/>
                  <a:pt x="2096357" y="4414838"/>
                  <a:pt x="2094833" y="4416267"/>
                </a:cubicBezTo>
                <a:cubicBezTo>
                  <a:pt x="2093309" y="4417695"/>
                  <a:pt x="2092452" y="4419695"/>
                  <a:pt x="2092452" y="4421791"/>
                </a:cubicBezTo>
                <a:lnTo>
                  <a:pt x="2092452" y="4426172"/>
                </a:lnTo>
                <a:cubicBezTo>
                  <a:pt x="2092357" y="4430459"/>
                  <a:pt x="2095881" y="4434078"/>
                  <a:pt x="2100167" y="4434078"/>
                </a:cubicBezTo>
                <a:lnTo>
                  <a:pt x="2123694" y="4434364"/>
                </a:lnTo>
                <a:lnTo>
                  <a:pt x="2123694" y="4434364"/>
                </a:lnTo>
                <a:cubicBezTo>
                  <a:pt x="2127980" y="4434364"/>
                  <a:pt x="2131505" y="4430935"/>
                  <a:pt x="2131505" y="4426554"/>
                </a:cubicBezTo>
                <a:lnTo>
                  <a:pt x="2131505" y="4422172"/>
                </a:lnTo>
                <a:cubicBezTo>
                  <a:pt x="2131505" y="4420077"/>
                  <a:pt x="2130743" y="4418076"/>
                  <a:pt x="2129314" y="4416552"/>
                </a:cubicBezTo>
                <a:cubicBezTo>
                  <a:pt x="2127885" y="4415028"/>
                  <a:pt x="2125885" y="4414171"/>
                  <a:pt x="2123789" y="4414171"/>
                </a:cubicBezTo>
                <a:lnTo>
                  <a:pt x="2113598" y="4414171"/>
                </a:lnTo>
                <a:lnTo>
                  <a:pt x="2113598" y="4358069"/>
                </a:lnTo>
                <a:cubicBezTo>
                  <a:pt x="2113598" y="4354735"/>
                  <a:pt x="2116360" y="4351973"/>
                  <a:pt x="2119694" y="4351973"/>
                </a:cubicBezTo>
                <a:cubicBezTo>
                  <a:pt x="2121218" y="4351782"/>
                  <a:pt x="2122837" y="4352639"/>
                  <a:pt x="2123980" y="4353782"/>
                </a:cubicBezTo>
                <a:cubicBezTo>
                  <a:pt x="2125123" y="4354926"/>
                  <a:pt x="2125790" y="4356449"/>
                  <a:pt x="2125790" y="4358069"/>
                </a:cubicBezTo>
                <a:lnTo>
                  <a:pt x="2125790" y="4400074"/>
                </a:lnTo>
                <a:cubicBezTo>
                  <a:pt x="2125790" y="4402551"/>
                  <a:pt x="2126742" y="4404932"/>
                  <a:pt x="2128552" y="4406646"/>
                </a:cubicBezTo>
                <a:cubicBezTo>
                  <a:pt x="2130266" y="4408361"/>
                  <a:pt x="2132648" y="4409409"/>
                  <a:pt x="2135124" y="4409409"/>
                </a:cubicBezTo>
                <a:lnTo>
                  <a:pt x="2135124" y="4409409"/>
                </a:lnTo>
                <a:cubicBezTo>
                  <a:pt x="2140172" y="4409409"/>
                  <a:pt x="2144363" y="4405218"/>
                  <a:pt x="2144363" y="4400169"/>
                </a:cubicBezTo>
                <a:lnTo>
                  <a:pt x="2144649" y="4357878"/>
                </a:lnTo>
                <a:cubicBezTo>
                  <a:pt x="2144649" y="4354640"/>
                  <a:pt x="2147316" y="4351973"/>
                  <a:pt x="2150650" y="4351973"/>
                </a:cubicBezTo>
                <a:lnTo>
                  <a:pt x="2151412" y="4351973"/>
                </a:lnTo>
                <a:cubicBezTo>
                  <a:pt x="2153031" y="4351973"/>
                  <a:pt x="2154460" y="4352639"/>
                  <a:pt x="2155603" y="4353687"/>
                </a:cubicBezTo>
                <a:cubicBezTo>
                  <a:pt x="2156746" y="4354830"/>
                  <a:pt x="2157317" y="4356354"/>
                  <a:pt x="2157317" y="4357973"/>
                </a:cubicBezTo>
                <a:lnTo>
                  <a:pt x="2157317" y="4397502"/>
                </a:lnTo>
                <a:cubicBezTo>
                  <a:pt x="2157222" y="4403884"/>
                  <a:pt x="2162366" y="4409123"/>
                  <a:pt x="2168747" y="4409218"/>
                </a:cubicBezTo>
                <a:cubicBezTo>
                  <a:pt x="2172081" y="4409218"/>
                  <a:pt x="2174843" y="4408075"/>
                  <a:pt x="2177034" y="4405884"/>
                </a:cubicBezTo>
                <a:cubicBezTo>
                  <a:pt x="2179225" y="4403694"/>
                  <a:pt x="2180463" y="4400741"/>
                  <a:pt x="2180558" y="4397597"/>
                </a:cubicBezTo>
                <a:lnTo>
                  <a:pt x="2180558" y="4361498"/>
                </a:lnTo>
                <a:cubicBezTo>
                  <a:pt x="2180558" y="4361498"/>
                  <a:pt x="2199132" y="4361498"/>
                  <a:pt x="2199132" y="4361498"/>
                </a:cubicBezTo>
                <a:cubicBezTo>
                  <a:pt x="2199989" y="4361498"/>
                  <a:pt x="2200751" y="4361117"/>
                  <a:pt x="2201132" y="4360355"/>
                </a:cubicBezTo>
                <a:close/>
                <a:moveTo>
                  <a:pt x="2103501" y="4429316"/>
                </a:moveTo>
                <a:lnTo>
                  <a:pt x="2100263" y="4429316"/>
                </a:lnTo>
                <a:cubicBezTo>
                  <a:pt x="2099501" y="4429316"/>
                  <a:pt x="2098739" y="4428935"/>
                  <a:pt x="2098167" y="4428363"/>
                </a:cubicBezTo>
                <a:cubicBezTo>
                  <a:pt x="2097596" y="4427792"/>
                  <a:pt x="2097310" y="4427030"/>
                  <a:pt x="2097310" y="4426268"/>
                </a:cubicBezTo>
                <a:lnTo>
                  <a:pt x="2097310" y="4421886"/>
                </a:lnTo>
                <a:cubicBezTo>
                  <a:pt x="2097310" y="4421124"/>
                  <a:pt x="2097691" y="4420362"/>
                  <a:pt x="2098262" y="4419791"/>
                </a:cubicBezTo>
                <a:cubicBezTo>
                  <a:pt x="2098834" y="4419219"/>
                  <a:pt x="2099596" y="4418934"/>
                  <a:pt x="2100358" y="4418934"/>
                </a:cubicBezTo>
                <a:lnTo>
                  <a:pt x="2103596" y="4418934"/>
                </a:lnTo>
                <a:cubicBezTo>
                  <a:pt x="2103596" y="4418934"/>
                  <a:pt x="2103501" y="4429316"/>
                  <a:pt x="2103501" y="4429316"/>
                </a:cubicBezTo>
                <a:close/>
                <a:moveTo>
                  <a:pt x="2119217" y="4419124"/>
                </a:moveTo>
                <a:lnTo>
                  <a:pt x="2123789" y="4419124"/>
                </a:lnTo>
                <a:cubicBezTo>
                  <a:pt x="2124551" y="4419124"/>
                  <a:pt x="2125313" y="4419505"/>
                  <a:pt x="2125885" y="4420077"/>
                </a:cubicBezTo>
                <a:cubicBezTo>
                  <a:pt x="2126456" y="4420648"/>
                  <a:pt x="2126742" y="4421410"/>
                  <a:pt x="2126742" y="4422172"/>
                </a:cubicBezTo>
                <a:lnTo>
                  <a:pt x="2126742" y="4426554"/>
                </a:lnTo>
                <a:cubicBezTo>
                  <a:pt x="2126742" y="4428173"/>
                  <a:pt x="2125313" y="4429506"/>
                  <a:pt x="2123694" y="4429506"/>
                </a:cubicBezTo>
                <a:lnTo>
                  <a:pt x="2119027" y="4429506"/>
                </a:lnTo>
                <a:cubicBezTo>
                  <a:pt x="2119027" y="4429506"/>
                  <a:pt x="2119122" y="4419124"/>
                  <a:pt x="2119122" y="4419124"/>
                </a:cubicBezTo>
                <a:close/>
                <a:moveTo>
                  <a:pt x="557594" y="2261616"/>
                </a:moveTo>
                <a:lnTo>
                  <a:pt x="554165" y="2258282"/>
                </a:lnTo>
                <a:lnTo>
                  <a:pt x="560356" y="2251901"/>
                </a:lnTo>
                <a:lnTo>
                  <a:pt x="563785" y="2255234"/>
                </a:lnTo>
                <a:lnTo>
                  <a:pt x="557594" y="2261616"/>
                </a:lnTo>
                <a:close/>
                <a:moveTo>
                  <a:pt x="2721102" y="4750689"/>
                </a:moveTo>
                <a:lnTo>
                  <a:pt x="2730437" y="4761834"/>
                </a:lnTo>
                <a:lnTo>
                  <a:pt x="2730437" y="4806696"/>
                </a:lnTo>
                <a:cubicBezTo>
                  <a:pt x="2724341" y="4807839"/>
                  <a:pt x="2719769" y="4813078"/>
                  <a:pt x="2719769" y="4819460"/>
                </a:cubicBezTo>
                <a:cubicBezTo>
                  <a:pt x="2719769" y="4826699"/>
                  <a:pt x="2725579" y="4832509"/>
                  <a:pt x="2732818" y="4832509"/>
                </a:cubicBezTo>
                <a:cubicBezTo>
                  <a:pt x="2740057" y="4832509"/>
                  <a:pt x="2745867" y="4826699"/>
                  <a:pt x="2745867" y="4819460"/>
                </a:cubicBezTo>
                <a:cubicBezTo>
                  <a:pt x="2745867" y="4813078"/>
                  <a:pt x="2741295" y="4807839"/>
                  <a:pt x="2735199" y="4806696"/>
                </a:cubicBezTo>
                <a:lnTo>
                  <a:pt x="2735199" y="4760119"/>
                </a:lnTo>
                <a:lnTo>
                  <a:pt x="2723388" y="4745927"/>
                </a:lnTo>
                <a:lnTo>
                  <a:pt x="2485549" y="4746308"/>
                </a:lnTo>
                <a:lnTo>
                  <a:pt x="2464594" y="4722114"/>
                </a:lnTo>
                <a:lnTo>
                  <a:pt x="2464594" y="4554284"/>
                </a:lnTo>
                <a:lnTo>
                  <a:pt x="2481929" y="4533710"/>
                </a:lnTo>
                <a:lnTo>
                  <a:pt x="2481739" y="4426554"/>
                </a:lnTo>
                <a:cubicBezTo>
                  <a:pt x="2485549" y="4425887"/>
                  <a:pt x="2488978" y="4423601"/>
                  <a:pt x="2490788" y="4419886"/>
                </a:cubicBezTo>
                <a:cubicBezTo>
                  <a:pt x="2493931" y="4413695"/>
                  <a:pt x="2491359" y="4406075"/>
                  <a:pt x="2485168" y="4402931"/>
                </a:cubicBezTo>
                <a:cubicBezTo>
                  <a:pt x="2478977" y="4399788"/>
                  <a:pt x="2471357" y="4402360"/>
                  <a:pt x="2468213" y="4408551"/>
                </a:cubicBezTo>
                <a:cubicBezTo>
                  <a:pt x="2465070" y="4414743"/>
                  <a:pt x="2467642" y="4422362"/>
                  <a:pt x="2473833" y="4425506"/>
                </a:cubicBezTo>
                <a:cubicBezTo>
                  <a:pt x="2474881" y="4425982"/>
                  <a:pt x="2475929" y="4426363"/>
                  <a:pt x="2476976" y="4426554"/>
                </a:cubicBezTo>
                <a:lnTo>
                  <a:pt x="2477167" y="4531995"/>
                </a:lnTo>
                <a:lnTo>
                  <a:pt x="2459831" y="4552474"/>
                </a:lnTo>
                <a:lnTo>
                  <a:pt x="2459831" y="4723924"/>
                </a:lnTo>
                <a:lnTo>
                  <a:pt x="2483453" y="4751070"/>
                </a:lnTo>
                <a:lnTo>
                  <a:pt x="2721293" y="4750689"/>
                </a:lnTo>
                <a:close/>
                <a:moveTo>
                  <a:pt x="2475834" y="4421315"/>
                </a:moveTo>
                <a:cubicBezTo>
                  <a:pt x="2473928" y="4420362"/>
                  <a:pt x="2472595" y="4418743"/>
                  <a:pt x="2471928" y="4416743"/>
                </a:cubicBezTo>
                <a:cubicBezTo>
                  <a:pt x="2471261" y="4414743"/>
                  <a:pt x="2471452" y="4412647"/>
                  <a:pt x="2472309" y="4410742"/>
                </a:cubicBezTo>
                <a:cubicBezTo>
                  <a:pt x="2473643" y="4407980"/>
                  <a:pt x="2476500" y="4406361"/>
                  <a:pt x="2479358" y="4406361"/>
                </a:cubicBezTo>
                <a:cubicBezTo>
                  <a:pt x="2480501" y="4406361"/>
                  <a:pt x="2481739" y="4406646"/>
                  <a:pt x="2482882" y="4407218"/>
                </a:cubicBezTo>
                <a:cubicBezTo>
                  <a:pt x="2484787" y="4408170"/>
                  <a:pt x="2486120" y="4409789"/>
                  <a:pt x="2486787" y="4411790"/>
                </a:cubicBezTo>
                <a:cubicBezTo>
                  <a:pt x="2487454" y="4413790"/>
                  <a:pt x="2487263" y="4415886"/>
                  <a:pt x="2486406" y="4417790"/>
                </a:cubicBezTo>
                <a:cubicBezTo>
                  <a:pt x="2485454" y="4419695"/>
                  <a:pt x="2483834" y="4421029"/>
                  <a:pt x="2481834" y="4421696"/>
                </a:cubicBezTo>
                <a:cubicBezTo>
                  <a:pt x="2479834" y="4422362"/>
                  <a:pt x="2477738" y="4422172"/>
                  <a:pt x="2475834" y="4421315"/>
                </a:cubicBezTo>
                <a:close/>
                <a:moveTo>
                  <a:pt x="2997327" y="224504"/>
                </a:moveTo>
                <a:lnTo>
                  <a:pt x="3009234" y="224504"/>
                </a:lnTo>
                <a:cubicBezTo>
                  <a:pt x="3011615" y="224504"/>
                  <a:pt x="3013520" y="222599"/>
                  <a:pt x="3013520" y="220218"/>
                </a:cubicBezTo>
                <a:lnTo>
                  <a:pt x="3013520" y="216503"/>
                </a:lnTo>
                <a:lnTo>
                  <a:pt x="3114675" y="216503"/>
                </a:lnTo>
                <a:lnTo>
                  <a:pt x="3114675" y="211741"/>
                </a:lnTo>
                <a:lnTo>
                  <a:pt x="3013520" y="211741"/>
                </a:lnTo>
                <a:lnTo>
                  <a:pt x="3013520" y="208217"/>
                </a:lnTo>
                <a:cubicBezTo>
                  <a:pt x="3013520" y="205835"/>
                  <a:pt x="3011615" y="203930"/>
                  <a:pt x="3009234" y="203930"/>
                </a:cubicBezTo>
                <a:lnTo>
                  <a:pt x="2997327" y="203930"/>
                </a:lnTo>
                <a:cubicBezTo>
                  <a:pt x="2994946" y="203930"/>
                  <a:pt x="2993041" y="205835"/>
                  <a:pt x="2993041" y="208217"/>
                </a:cubicBezTo>
                <a:lnTo>
                  <a:pt x="2993041" y="212979"/>
                </a:lnTo>
                <a:lnTo>
                  <a:pt x="2977992" y="212979"/>
                </a:lnTo>
                <a:lnTo>
                  <a:pt x="2979134" y="0"/>
                </a:lnTo>
                <a:lnTo>
                  <a:pt x="2974372" y="0"/>
                </a:lnTo>
                <a:lnTo>
                  <a:pt x="2973229" y="215360"/>
                </a:lnTo>
                <a:cubicBezTo>
                  <a:pt x="2973229" y="216027"/>
                  <a:pt x="2973515" y="216599"/>
                  <a:pt x="2973896" y="217075"/>
                </a:cubicBezTo>
                <a:cubicBezTo>
                  <a:pt x="2974372" y="217551"/>
                  <a:pt x="2974943" y="217742"/>
                  <a:pt x="2975610" y="217742"/>
                </a:cubicBezTo>
                <a:lnTo>
                  <a:pt x="2993041" y="217742"/>
                </a:lnTo>
                <a:lnTo>
                  <a:pt x="2993041" y="220123"/>
                </a:lnTo>
                <a:cubicBezTo>
                  <a:pt x="2993041" y="222504"/>
                  <a:pt x="2994946" y="224409"/>
                  <a:pt x="2997327" y="224409"/>
                </a:cubicBezTo>
                <a:close/>
                <a:moveTo>
                  <a:pt x="2997803" y="208788"/>
                </a:moveTo>
                <a:lnTo>
                  <a:pt x="3008757" y="208788"/>
                </a:lnTo>
                <a:lnTo>
                  <a:pt x="3008757" y="219742"/>
                </a:lnTo>
                <a:lnTo>
                  <a:pt x="2997803" y="219742"/>
                </a:lnTo>
                <a:lnTo>
                  <a:pt x="2997803" y="208788"/>
                </a:lnTo>
                <a:close/>
                <a:moveTo>
                  <a:pt x="1250823" y="1286732"/>
                </a:moveTo>
                <a:cubicBezTo>
                  <a:pt x="1250823" y="1280160"/>
                  <a:pt x="1256157" y="1274826"/>
                  <a:pt x="1262729" y="1274826"/>
                </a:cubicBezTo>
                <a:cubicBezTo>
                  <a:pt x="1269302" y="1274826"/>
                  <a:pt x="1274636" y="1280160"/>
                  <a:pt x="1274636" y="1286732"/>
                </a:cubicBezTo>
                <a:cubicBezTo>
                  <a:pt x="1274636" y="1293305"/>
                  <a:pt x="1269302" y="1298639"/>
                  <a:pt x="1262729" y="1298639"/>
                </a:cubicBezTo>
                <a:cubicBezTo>
                  <a:pt x="1256157" y="1298639"/>
                  <a:pt x="1250823" y="1293305"/>
                  <a:pt x="1250823" y="1286732"/>
                </a:cubicBezTo>
                <a:close/>
                <a:moveTo>
                  <a:pt x="3028093" y="185452"/>
                </a:moveTo>
                <a:cubicBezTo>
                  <a:pt x="3027236" y="188024"/>
                  <a:pt x="3027331" y="190881"/>
                  <a:pt x="3028760" y="193453"/>
                </a:cubicBezTo>
                <a:cubicBezTo>
                  <a:pt x="3030093" y="195739"/>
                  <a:pt x="3032188" y="197358"/>
                  <a:pt x="3034665" y="198025"/>
                </a:cubicBezTo>
                <a:cubicBezTo>
                  <a:pt x="3035522" y="198215"/>
                  <a:pt x="3036380" y="198406"/>
                  <a:pt x="3037237" y="198406"/>
                </a:cubicBezTo>
                <a:cubicBezTo>
                  <a:pt x="3038951" y="198406"/>
                  <a:pt x="3040571" y="197930"/>
                  <a:pt x="3042095" y="197072"/>
                </a:cubicBezTo>
                <a:cubicBezTo>
                  <a:pt x="3044380" y="195739"/>
                  <a:pt x="3045905" y="193643"/>
                  <a:pt x="3046667" y="191167"/>
                </a:cubicBezTo>
                <a:cubicBezTo>
                  <a:pt x="3047334" y="188690"/>
                  <a:pt x="3046952" y="186023"/>
                  <a:pt x="3045714" y="183833"/>
                </a:cubicBezTo>
                <a:cubicBezTo>
                  <a:pt x="3044380" y="181547"/>
                  <a:pt x="3042285" y="180023"/>
                  <a:pt x="3039809" y="179261"/>
                </a:cubicBezTo>
                <a:cubicBezTo>
                  <a:pt x="3037332" y="178594"/>
                  <a:pt x="3034665" y="178975"/>
                  <a:pt x="3032474" y="180213"/>
                </a:cubicBezTo>
                <a:cubicBezTo>
                  <a:pt x="3031903" y="180594"/>
                  <a:pt x="3031427" y="181070"/>
                  <a:pt x="3030950" y="181547"/>
                </a:cubicBezTo>
                <a:lnTo>
                  <a:pt x="3021902" y="173450"/>
                </a:lnTo>
                <a:lnTo>
                  <a:pt x="3021902" y="95"/>
                </a:lnTo>
                <a:lnTo>
                  <a:pt x="3017139" y="95"/>
                </a:lnTo>
                <a:lnTo>
                  <a:pt x="3017139" y="175546"/>
                </a:lnTo>
                <a:lnTo>
                  <a:pt x="3028188" y="185452"/>
                </a:lnTo>
                <a:close/>
                <a:moveTo>
                  <a:pt x="3034665" y="184214"/>
                </a:moveTo>
                <a:cubicBezTo>
                  <a:pt x="3035427" y="183737"/>
                  <a:pt x="3036284" y="183547"/>
                  <a:pt x="3037142" y="183547"/>
                </a:cubicBezTo>
                <a:cubicBezTo>
                  <a:pt x="3037618" y="183547"/>
                  <a:pt x="3037999" y="183547"/>
                  <a:pt x="3038475" y="183737"/>
                </a:cubicBezTo>
                <a:cubicBezTo>
                  <a:pt x="3039713" y="184118"/>
                  <a:pt x="3040856" y="184880"/>
                  <a:pt x="3041523" y="186023"/>
                </a:cubicBezTo>
                <a:cubicBezTo>
                  <a:pt x="3042190" y="187166"/>
                  <a:pt x="3042380" y="188500"/>
                  <a:pt x="3041999" y="189738"/>
                </a:cubicBezTo>
                <a:cubicBezTo>
                  <a:pt x="3041618" y="190976"/>
                  <a:pt x="3040856" y="192119"/>
                  <a:pt x="3039713" y="192786"/>
                </a:cubicBezTo>
                <a:cubicBezTo>
                  <a:pt x="3038570" y="193453"/>
                  <a:pt x="3037237" y="193643"/>
                  <a:pt x="3035999" y="193262"/>
                </a:cubicBezTo>
                <a:cubicBezTo>
                  <a:pt x="3034760" y="192881"/>
                  <a:pt x="3033617" y="192119"/>
                  <a:pt x="3032951" y="190976"/>
                </a:cubicBezTo>
                <a:cubicBezTo>
                  <a:pt x="3031617" y="188595"/>
                  <a:pt x="3032379" y="185547"/>
                  <a:pt x="3034760" y="184214"/>
                </a:cubicBezTo>
                <a:close/>
                <a:moveTo>
                  <a:pt x="3070670" y="184880"/>
                </a:moveTo>
                <a:cubicBezTo>
                  <a:pt x="3070670" y="184880"/>
                  <a:pt x="3070193" y="185642"/>
                  <a:pt x="3070098" y="186023"/>
                </a:cubicBezTo>
                <a:cubicBezTo>
                  <a:pt x="3069431" y="188500"/>
                  <a:pt x="3069812" y="191167"/>
                  <a:pt x="3071051" y="193358"/>
                </a:cubicBezTo>
                <a:cubicBezTo>
                  <a:pt x="3072384" y="195644"/>
                  <a:pt x="3074480" y="197168"/>
                  <a:pt x="3076956" y="197930"/>
                </a:cubicBezTo>
                <a:cubicBezTo>
                  <a:pt x="3077813" y="198120"/>
                  <a:pt x="3078671" y="198311"/>
                  <a:pt x="3079528" y="198311"/>
                </a:cubicBezTo>
                <a:cubicBezTo>
                  <a:pt x="3081242" y="198311"/>
                  <a:pt x="3082862" y="197834"/>
                  <a:pt x="3084386" y="196977"/>
                </a:cubicBezTo>
                <a:cubicBezTo>
                  <a:pt x="3086672" y="195644"/>
                  <a:pt x="3088291" y="193548"/>
                  <a:pt x="3088958" y="191072"/>
                </a:cubicBezTo>
                <a:cubicBezTo>
                  <a:pt x="3089624" y="188595"/>
                  <a:pt x="3089243" y="185928"/>
                  <a:pt x="3088005" y="183737"/>
                </a:cubicBezTo>
                <a:cubicBezTo>
                  <a:pt x="3086672" y="181451"/>
                  <a:pt x="3084576" y="179832"/>
                  <a:pt x="3082100" y="179165"/>
                </a:cubicBezTo>
                <a:cubicBezTo>
                  <a:pt x="3079528" y="178499"/>
                  <a:pt x="3076956" y="178880"/>
                  <a:pt x="3074765" y="180118"/>
                </a:cubicBezTo>
                <a:cubicBezTo>
                  <a:pt x="3074384" y="180404"/>
                  <a:pt x="3074099" y="180785"/>
                  <a:pt x="3073718" y="181070"/>
                </a:cubicBezTo>
                <a:lnTo>
                  <a:pt x="3064383" y="173165"/>
                </a:lnTo>
                <a:lnTo>
                  <a:pt x="3064383" y="95"/>
                </a:lnTo>
                <a:lnTo>
                  <a:pt x="3059621" y="95"/>
                </a:lnTo>
                <a:lnTo>
                  <a:pt x="3059621" y="175355"/>
                </a:lnTo>
                <a:lnTo>
                  <a:pt x="3070765" y="184785"/>
                </a:lnTo>
                <a:close/>
                <a:moveTo>
                  <a:pt x="3074670" y="187262"/>
                </a:moveTo>
                <a:cubicBezTo>
                  <a:pt x="3075051" y="186023"/>
                  <a:pt x="3075813" y="184880"/>
                  <a:pt x="3076956" y="184214"/>
                </a:cubicBezTo>
                <a:cubicBezTo>
                  <a:pt x="3077718" y="183737"/>
                  <a:pt x="3078575" y="183547"/>
                  <a:pt x="3079433" y="183547"/>
                </a:cubicBezTo>
                <a:cubicBezTo>
                  <a:pt x="3079909" y="183547"/>
                  <a:pt x="3080290" y="183547"/>
                  <a:pt x="3080766" y="183737"/>
                </a:cubicBezTo>
                <a:cubicBezTo>
                  <a:pt x="3082004" y="184118"/>
                  <a:pt x="3083147" y="184880"/>
                  <a:pt x="3083814" y="186023"/>
                </a:cubicBezTo>
                <a:cubicBezTo>
                  <a:pt x="3084481" y="187166"/>
                  <a:pt x="3084671" y="188500"/>
                  <a:pt x="3084290" y="189738"/>
                </a:cubicBezTo>
                <a:cubicBezTo>
                  <a:pt x="3083909" y="190976"/>
                  <a:pt x="3083147" y="192119"/>
                  <a:pt x="3082004" y="192786"/>
                </a:cubicBezTo>
                <a:cubicBezTo>
                  <a:pt x="3080861" y="193453"/>
                  <a:pt x="3079528" y="193643"/>
                  <a:pt x="3078194" y="193262"/>
                </a:cubicBezTo>
                <a:cubicBezTo>
                  <a:pt x="3076956" y="192881"/>
                  <a:pt x="3075813" y="192119"/>
                  <a:pt x="3075146" y="190976"/>
                </a:cubicBezTo>
                <a:cubicBezTo>
                  <a:pt x="3074480" y="189833"/>
                  <a:pt x="3074289" y="188500"/>
                  <a:pt x="3074670" y="187262"/>
                </a:cubicBezTo>
                <a:close/>
                <a:moveTo>
                  <a:pt x="663131" y="4737354"/>
                </a:moveTo>
                <a:cubicBezTo>
                  <a:pt x="665131" y="4739164"/>
                  <a:pt x="667607" y="4740117"/>
                  <a:pt x="670274" y="4740117"/>
                </a:cubicBezTo>
                <a:cubicBezTo>
                  <a:pt x="670465" y="4740117"/>
                  <a:pt x="670655" y="4740117"/>
                  <a:pt x="670751" y="4740117"/>
                </a:cubicBezTo>
                <a:cubicBezTo>
                  <a:pt x="673608" y="4740021"/>
                  <a:pt x="676180" y="4738783"/>
                  <a:pt x="678180" y="4736592"/>
                </a:cubicBezTo>
                <a:cubicBezTo>
                  <a:pt x="682085" y="4732211"/>
                  <a:pt x="681800" y="4725448"/>
                  <a:pt x="677418" y="4721543"/>
                </a:cubicBezTo>
                <a:cubicBezTo>
                  <a:pt x="673037" y="4717637"/>
                  <a:pt x="666274" y="4717923"/>
                  <a:pt x="662369" y="4722305"/>
                </a:cubicBezTo>
                <a:cubicBezTo>
                  <a:pt x="661130" y="4723638"/>
                  <a:pt x="660464" y="4725257"/>
                  <a:pt x="660083" y="4726877"/>
                </a:cubicBezTo>
                <a:lnTo>
                  <a:pt x="605314" y="4726877"/>
                </a:lnTo>
                <a:lnTo>
                  <a:pt x="571310" y="4701254"/>
                </a:lnTo>
                <a:lnTo>
                  <a:pt x="455390" y="4701254"/>
                </a:lnTo>
                <a:cubicBezTo>
                  <a:pt x="455390" y="4701254"/>
                  <a:pt x="415100" y="4733639"/>
                  <a:pt x="415100" y="4733639"/>
                </a:cubicBezTo>
                <a:lnTo>
                  <a:pt x="275749" y="4734211"/>
                </a:lnTo>
                <a:lnTo>
                  <a:pt x="237077" y="4704969"/>
                </a:lnTo>
                <a:lnTo>
                  <a:pt x="192215" y="4704969"/>
                </a:lnTo>
                <a:cubicBezTo>
                  <a:pt x="192215" y="4704969"/>
                  <a:pt x="176689" y="4690015"/>
                  <a:pt x="176689" y="4690015"/>
                </a:cubicBezTo>
                <a:lnTo>
                  <a:pt x="131636" y="4690015"/>
                </a:lnTo>
                <a:cubicBezTo>
                  <a:pt x="130492" y="4686205"/>
                  <a:pt x="127064" y="4683443"/>
                  <a:pt x="122873" y="4683633"/>
                </a:cubicBezTo>
                <a:cubicBezTo>
                  <a:pt x="118015" y="4683919"/>
                  <a:pt x="114300" y="4688015"/>
                  <a:pt x="114491" y="4692872"/>
                </a:cubicBezTo>
                <a:cubicBezTo>
                  <a:pt x="114681" y="4697730"/>
                  <a:pt x="118872" y="4701445"/>
                  <a:pt x="123730" y="4701254"/>
                </a:cubicBezTo>
                <a:cubicBezTo>
                  <a:pt x="127540" y="4701064"/>
                  <a:pt x="130683" y="4698397"/>
                  <a:pt x="131636" y="4694873"/>
                </a:cubicBezTo>
                <a:lnTo>
                  <a:pt x="174784" y="4694873"/>
                </a:lnTo>
                <a:lnTo>
                  <a:pt x="188214" y="4707731"/>
                </a:lnTo>
                <a:lnTo>
                  <a:pt x="152495" y="4738116"/>
                </a:lnTo>
                <a:lnTo>
                  <a:pt x="137446" y="4738116"/>
                </a:lnTo>
                <a:cubicBezTo>
                  <a:pt x="137446" y="4732496"/>
                  <a:pt x="133541" y="4727448"/>
                  <a:pt x="127826" y="4726115"/>
                </a:cubicBezTo>
                <a:cubicBezTo>
                  <a:pt x="121063" y="4724495"/>
                  <a:pt x="114300" y="4728687"/>
                  <a:pt x="112681" y="4735354"/>
                </a:cubicBezTo>
                <a:cubicBezTo>
                  <a:pt x="111062" y="4742117"/>
                  <a:pt x="115253" y="4748879"/>
                  <a:pt x="121920" y="4750499"/>
                </a:cubicBezTo>
                <a:cubicBezTo>
                  <a:pt x="122873" y="4750689"/>
                  <a:pt x="123920" y="4750880"/>
                  <a:pt x="124873" y="4750880"/>
                </a:cubicBezTo>
                <a:cubicBezTo>
                  <a:pt x="127159" y="4750880"/>
                  <a:pt x="129445" y="4750213"/>
                  <a:pt x="131445" y="4749070"/>
                </a:cubicBezTo>
                <a:cubicBezTo>
                  <a:pt x="133826" y="4747641"/>
                  <a:pt x="135350" y="4745451"/>
                  <a:pt x="136398" y="4742879"/>
                </a:cubicBezTo>
                <a:lnTo>
                  <a:pt x="154305" y="4742879"/>
                </a:lnTo>
                <a:lnTo>
                  <a:pt x="193358" y="4709732"/>
                </a:lnTo>
                <a:lnTo>
                  <a:pt x="235553" y="4709732"/>
                </a:lnTo>
                <a:cubicBezTo>
                  <a:pt x="235553" y="4709732"/>
                  <a:pt x="274225" y="4739069"/>
                  <a:pt x="274225" y="4739069"/>
                </a:cubicBezTo>
                <a:lnTo>
                  <a:pt x="415957" y="4738497"/>
                </a:lnTo>
                <a:lnTo>
                  <a:pt x="416814" y="4738497"/>
                </a:lnTo>
                <a:lnTo>
                  <a:pt x="457105" y="4706112"/>
                </a:lnTo>
                <a:lnTo>
                  <a:pt x="569786" y="4706112"/>
                </a:lnTo>
                <a:cubicBezTo>
                  <a:pt x="569786" y="4706112"/>
                  <a:pt x="603790" y="4731735"/>
                  <a:pt x="603790" y="4731735"/>
                </a:cubicBezTo>
                <a:lnTo>
                  <a:pt x="660083" y="4731735"/>
                </a:lnTo>
                <a:cubicBezTo>
                  <a:pt x="660559" y="4733830"/>
                  <a:pt x="661416" y="4735926"/>
                  <a:pt x="663131" y="4737449"/>
                </a:cubicBezTo>
                <a:close/>
                <a:moveTo>
                  <a:pt x="665893" y="4725543"/>
                </a:moveTo>
                <a:cubicBezTo>
                  <a:pt x="667036" y="4724305"/>
                  <a:pt x="668655" y="4723638"/>
                  <a:pt x="670274" y="4723638"/>
                </a:cubicBezTo>
                <a:cubicBezTo>
                  <a:pt x="671703" y="4723638"/>
                  <a:pt x="673132" y="4724114"/>
                  <a:pt x="674275" y="4725162"/>
                </a:cubicBezTo>
                <a:cubicBezTo>
                  <a:pt x="676656" y="4727353"/>
                  <a:pt x="676847" y="4731068"/>
                  <a:pt x="674656" y="4733544"/>
                </a:cubicBezTo>
                <a:cubicBezTo>
                  <a:pt x="673608" y="4734687"/>
                  <a:pt x="672179" y="4735354"/>
                  <a:pt x="670560" y="4735449"/>
                </a:cubicBezTo>
                <a:cubicBezTo>
                  <a:pt x="669036" y="4735449"/>
                  <a:pt x="667512" y="4734973"/>
                  <a:pt x="666274" y="4733925"/>
                </a:cubicBezTo>
                <a:lnTo>
                  <a:pt x="666274" y="4733925"/>
                </a:lnTo>
                <a:cubicBezTo>
                  <a:pt x="665131" y="4732878"/>
                  <a:pt x="664464" y="4731449"/>
                  <a:pt x="664369" y="4729829"/>
                </a:cubicBezTo>
                <a:cubicBezTo>
                  <a:pt x="664369" y="4728210"/>
                  <a:pt x="664845" y="4726781"/>
                  <a:pt x="665893" y="4725543"/>
                </a:cubicBezTo>
                <a:close/>
                <a:moveTo>
                  <a:pt x="132493" y="4740117"/>
                </a:moveTo>
                <a:cubicBezTo>
                  <a:pt x="132017" y="4742117"/>
                  <a:pt x="130778" y="4743831"/>
                  <a:pt x="128969" y="4744974"/>
                </a:cubicBezTo>
                <a:cubicBezTo>
                  <a:pt x="127159" y="4746022"/>
                  <a:pt x="125063" y="4746403"/>
                  <a:pt x="123063" y="4745927"/>
                </a:cubicBezTo>
                <a:cubicBezTo>
                  <a:pt x="118872" y="4744879"/>
                  <a:pt x="116300" y="4740688"/>
                  <a:pt x="117253" y="4736497"/>
                </a:cubicBezTo>
                <a:cubicBezTo>
                  <a:pt x="118110" y="4732878"/>
                  <a:pt x="121348" y="4730496"/>
                  <a:pt x="124873" y="4730496"/>
                </a:cubicBezTo>
                <a:cubicBezTo>
                  <a:pt x="125444" y="4730496"/>
                  <a:pt x="126111" y="4730496"/>
                  <a:pt x="126683" y="4730687"/>
                </a:cubicBezTo>
                <a:cubicBezTo>
                  <a:pt x="130873" y="4731735"/>
                  <a:pt x="133445" y="4735926"/>
                  <a:pt x="132398" y="4740117"/>
                </a:cubicBezTo>
                <a:close/>
                <a:moveTo>
                  <a:pt x="2516124" y="262414"/>
                </a:moveTo>
                <a:cubicBezTo>
                  <a:pt x="2516981" y="263843"/>
                  <a:pt x="2518410" y="264890"/>
                  <a:pt x="2520220" y="264986"/>
                </a:cubicBezTo>
                <a:cubicBezTo>
                  <a:pt x="2522982" y="264986"/>
                  <a:pt x="2525268" y="262890"/>
                  <a:pt x="2525363" y="260223"/>
                </a:cubicBezTo>
                <a:cubicBezTo>
                  <a:pt x="2525363" y="257461"/>
                  <a:pt x="2523268" y="255175"/>
                  <a:pt x="2520601" y="255080"/>
                </a:cubicBezTo>
                <a:cubicBezTo>
                  <a:pt x="2518696" y="255080"/>
                  <a:pt x="2517077" y="256127"/>
                  <a:pt x="2516219" y="257651"/>
                </a:cubicBezTo>
                <a:lnTo>
                  <a:pt x="2486025" y="257651"/>
                </a:lnTo>
                <a:lnTo>
                  <a:pt x="2475738" y="275844"/>
                </a:lnTo>
                <a:cubicBezTo>
                  <a:pt x="2475738" y="275844"/>
                  <a:pt x="2474976" y="275844"/>
                  <a:pt x="2474500" y="275844"/>
                </a:cubicBezTo>
                <a:cubicBezTo>
                  <a:pt x="2468880" y="277178"/>
                  <a:pt x="2465451" y="282893"/>
                  <a:pt x="2466785" y="288512"/>
                </a:cubicBezTo>
                <a:cubicBezTo>
                  <a:pt x="2467928" y="293275"/>
                  <a:pt x="2472214" y="296513"/>
                  <a:pt x="2476976" y="296513"/>
                </a:cubicBezTo>
                <a:cubicBezTo>
                  <a:pt x="2477834" y="296513"/>
                  <a:pt x="2478596" y="296418"/>
                  <a:pt x="2479453" y="296228"/>
                </a:cubicBezTo>
                <a:cubicBezTo>
                  <a:pt x="2482215" y="295561"/>
                  <a:pt x="2484501" y="293846"/>
                  <a:pt x="2485930" y="291465"/>
                </a:cubicBezTo>
                <a:cubicBezTo>
                  <a:pt x="2487359" y="289084"/>
                  <a:pt x="2487835" y="286226"/>
                  <a:pt x="2487168" y="283559"/>
                </a:cubicBezTo>
                <a:cubicBezTo>
                  <a:pt x="2486501" y="280797"/>
                  <a:pt x="2484882" y="278511"/>
                  <a:pt x="2482405" y="277082"/>
                </a:cubicBezTo>
                <a:cubicBezTo>
                  <a:pt x="2481929" y="276797"/>
                  <a:pt x="2481263" y="276701"/>
                  <a:pt x="2480786" y="276511"/>
                </a:cubicBezTo>
                <a:lnTo>
                  <a:pt x="2488787" y="262414"/>
                </a:lnTo>
                <a:lnTo>
                  <a:pt x="2516219" y="262414"/>
                </a:lnTo>
                <a:close/>
                <a:moveTo>
                  <a:pt x="2482501" y="284702"/>
                </a:moveTo>
                <a:cubicBezTo>
                  <a:pt x="2482882" y="286226"/>
                  <a:pt x="2482596" y="287750"/>
                  <a:pt x="2481834" y="288989"/>
                </a:cubicBezTo>
                <a:cubicBezTo>
                  <a:pt x="2481072" y="290322"/>
                  <a:pt x="2479738" y="291179"/>
                  <a:pt x="2478310" y="291560"/>
                </a:cubicBezTo>
                <a:cubicBezTo>
                  <a:pt x="2475262" y="292322"/>
                  <a:pt x="2472119" y="290417"/>
                  <a:pt x="2471452" y="287369"/>
                </a:cubicBezTo>
                <a:cubicBezTo>
                  <a:pt x="2470690" y="284321"/>
                  <a:pt x="2472595" y="281178"/>
                  <a:pt x="2475643" y="280511"/>
                </a:cubicBezTo>
                <a:cubicBezTo>
                  <a:pt x="2477167" y="280130"/>
                  <a:pt x="2478691" y="280416"/>
                  <a:pt x="2479929" y="281178"/>
                </a:cubicBezTo>
                <a:cubicBezTo>
                  <a:pt x="2481263" y="281940"/>
                  <a:pt x="2482120" y="283274"/>
                  <a:pt x="2482501" y="284702"/>
                </a:cubicBezTo>
                <a:close/>
                <a:moveTo>
                  <a:pt x="2544794" y="260128"/>
                </a:moveTo>
                <a:cubicBezTo>
                  <a:pt x="2544794" y="263271"/>
                  <a:pt x="2542127" y="265843"/>
                  <a:pt x="2538889" y="265748"/>
                </a:cubicBezTo>
                <a:cubicBezTo>
                  <a:pt x="2535746" y="265748"/>
                  <a:pt x="2533174" y="263081"/>
                  <a:pt x="2533269" y="259842"/>
                </a:cubicBezTo>
                <a:cubicBezTo>
                  <a:pt x="2533269" y="256699"/>
                  <a:pt x="2535936" y="254127"/>
                  <a:pt x="2539175" y="254222"/>
                </a:cubicBezTo>
                <a:cubicBezTo>
                  <a:pt x="2542318" y="254222"/>
                  <a:pt x="2544890" y="256889"/>
                  <a:pt x="2544794" y="260128"/>
                </a:cubicBezTo>
                <a:close/>
                <a:moveTo>
                  <a:pt x="540830" y="2281619"/>
                </a:moveTo>
                <a:lnTo>
                  <a:pt x="545592" y="2281619"/>
                </a:lnTo>
                <a:cubicBezTo>
                  <a:pt x="545592" y="2281619"/>
                  <a:pt x="545497" y="2290572"/>
                  <a:pt x="545497" y="2290572"/>
                </a:cubicBezTo>
                <a:lnTo>
                  <a:pt x="540734" y="2290572"/>
                </a:lnTo>
                <a:cubicBezTo>
                  <a:pt x="540734" y="2290572"/>
                  <a:pt x="540830" y="2281619"/>
                  <a:pt x="540830" y="2281619"/>
                </a:cubicBezTo>
                <a:close/>
                <a:moveTo>
                  <a:pt x="595979" y="3960400"/>
                </a:moveTo>
                <a:lnTo>
                  <a:pt x="595789" y="3960590"/>
                </a:lnTo>
                <a:cubicBezTo>
                  <a:pt x="595789" y="3960590"/>
                  <a:pt x="595979" y="3959924"/>
                  <a:pt x="595979" y="3959447"/>
                </a:cubicBezTo>
                <a:lnTo>
                  <a:pt x="595979" y="3946779"/>
                </a:lnTo>
                <a:cubicBezTo>
                  <a:pt x="595979" y="3944303"/>
                  <a:pt x="593979" y="3942302"/>
                  <a:pt x="591503" y="3942302"/>
                </a:cubicBezTo>
                <a:lnTo>
                  <a:pt x="578834" y="3942302"/>
                </a:lnTo>
                <a:cubicBezTo>
                  <a:pt x="576358" y="3942302"/>
                  <a:pt x="574358" y="3944303"/>
                  <a:pt x="574358" y="3946779"/>
                </a:cubicBezTo>
                <a:lnTo>
                  <a:pt x="574358" y="3959447"/>
                </a:lnTo>
                <a:cubicBezTo>
                  <a:pt x="574358" y="3961924"/>
                  <a:pt x="576358" y="3963924"/>
                  <a:pt x="578834" y="3963924"/>
                </a:cubicBezTo>
                <a:lnTo>
                  <a:pt x="591503" y="3963924"/>
                </a:lnTo>
                <a:cubicBezTo>
                  <a:pt x="591503" y="3963924"/>
                  <a:pt x="592169" y="3963829"/>
                  <a:pt x="592550" y="3963734"/>
                </a:cubicBezTo>
                <a:lnTo>
                  <a:pt x="772192" y="4171569"/>
                </a:lnTo>
                <a:lnTo>
                  <a:pt x="772192" y="4231196"/>
                </a:lnTo>
                <a:lnTo>
                  <a:pt x="768382" y="4231196"/>
                </a:lnTo>
                <a:cubicBezTo>
                  <a:pt x="762952" y="4231196"/>
                  <a:pt x="758571" y="4235577"/>
                  <a:pt x="758571" y="4241006"/>
                </a:cubicBezTo>
                <a:lnTo>
                  <a:pt x="758571" y="4279678"/>
                </a:lnTo>
                <a:cubicBezTo>
                  <a:pt x="758571" y="4285107"/>
                  <a:pt x="762952" y="4289489"/>
                  <a:pt x="768382" y="4289489"/>
                </a:cubicBezTo>
                <a:lnTo>
                  <a:pt x="780764" y="4289489"/>
                </a:lnTo>
                <a:cubicBezTo>
                  <a:pt x="786194" y="4289489"/>
                  <a:pt x="790575" y="4285107"/>
                  <a:pt x="790575" y="4279678"/>
                </a:cubicBezTo>
                <a:lnTo>
                  <a:pt x="790575" y="4241006"/>
                </a:lnTo>
                <a:cubicBezTo>
                  <a:pt x="790575" y="4235577"/>
                  <a:pt x="786194" y="4231196"/>
                  <a:pt x="780764" y="4231196"/>
                </a:cubicBezTo>
                <a:lnTo>
                  <a:pt x="776954" y="4231196"/>
                </a:lnTo>
                <a:lnTo>
                  <a:pt x="776954" y="4169759"/>
                </a:lnTo>
                <a:lnTo>
                  <a:pt x="595979" y="3960400"/>
                </a:lnTo>
                <a:close/>
                <a:moveTo>
                  <a:pt x="785813" y="4279773"/>
                </a:moveTo>
                <a:cubicBezTo>
                  <a:pt x="785813" y="4282536"/>
                  <a:pt x="783527" y="4284821"/>
                  <a:pt x="780764" y="4284821"/>
                </a:cubicBezTo>
                <a:lnTo>
                  <a:pt x="768382" y="4284821"/>
                </a:lnTo>
                <a:cubicBezTo>
                  <a:pt x="765620" y="4284821"/>
                  <a:pt x="763334" y="4282536"/>
                  <a:pt x="763334" y="4279773"/>
                </a:cubicBezTo>
                <a:lnTo>
                  <a:pt x="763334" y="4278440"/>
                </a:lnTo>
                <a:lnTo>
                  <a:pt x="785717" y="4278440"/>
                </a:lnTo>
                <a:lnTo>
                  <a:pt x="785717" y="4279773"/>
                </a:lnTo>
                <a:close/>
                <a:moveTo>
                  <a:pt x="785813" y="4272534"/>
                </a:moveTo>
                <a:lnTo>
                  <a:pt x="763429" y="4272534"/>
                </a:lnTo>
                <a:lnTo>
                  <a:pt x="763429" y="4254056"/>
                </a:lnTo>
                <a:lnTo>
                  <a:pt x="785813" y="4254056"/>
                </a:lnTo>
                <a:lnTo>
                  <a:pt x="785813" y="4272534"/>
                </a:lnTo>
                <a:close/>
                <a:moveTo>
                  <a:pt x="785813" y="4251103"/>
                </a:moveTo>
                <a:lnTo>
                  <a:pt x="763429" y="4251103"/>
                </a:lnTo>
                <a:lnTo>
                  <a:pt x="763429" y="4245864"/>
                </a:lnTo>
                <a:lnTo>
                  <a:pt x="785813" y="4245864"/>
                </a:lnTo>
                <a:lnTo>
                  <a:pt x="785813" y="4251103"/>
                </a:lnTo>
                <a:close/>
                <a:moveTo>
                  <a:pt x="780764" y="4236054"/>
                </a:moveTo>
                <a:cubicBezTo>
                  <a:pt x="783527" y="4236054"/>
                  <a:pt x="785813" y="4238339"/>
                  <a:pt x="785813" y="4241102"/>
                </a:cubicBezTo>
                <a:lnTo>
                  <a:pt x="785813" y="4241292"/>
                </a:lnTo>
                <a:lnTo>
                  <a:pt x="763429" y="4241292"/>
                </a:lnTo>
                <a:lnTo>
                  <a:pt x="763429" y="4241102"/>
                </a:lnTo>
                <a:cubicBezTo>
                  <a:pt x="763429" y="4238339"/>
                  <a:pt x="765715" y="4236054"/>
                  <a:pt x="768477" y="4236054"/>
                </a:cubicBezTo>
                <a:lnTo>
                  <a:pt x="780860" y="4236054"/>
                </a:lnTo>
                <a:close/>
                <a:moveTo>
                  <a:pt x="2548509" y="180023"/>
                </a:moveTo>
                <a:cubicBezTo>
                  <a:pt x="2545366" y="180023"/>
                  <a:pt x="2542794" y="177356"/>
                  <a:pt x="2542889" y="174117"/>
                </a:cubicBezTo>
                <a:cubicBezTo>
                  <a:pt x="2542889" y="170974"/>
                  <a:pt x="2545556" y="168402"/>
                  <a:pt x="2548795" y="168497"/>
                </a:cubicBezTo>
                <a:cubicBezTo>
                  <a:pt x="2552034" y="168593"/>
                  <a:pt x="2554510" y="171164"/>
                  <a:pt x="2554415" y="174403"/>
                </a:cubicBezTo>
                <a:cubicBezTo>
                  <a:pt x="2554415" y="177546"/>
                  <a:pt x="2551748" y="180118"/>
                  <a:pt x="2548509" y="180023"/>
                </a:cubicBezTo>
                <a:close/>
                <a:moveTo>
                  <a:pt x="2552414" y="216884"/>
                </a:moveTo>
                <a:cubicBezTo>
                  <a:pt x="2552414" y="211931"/>
                  <a:pt x="2548509" y="207931"/>
                  <a:pt x="2543651" y="207836"/>
                </a:cubicBezTo>
                <a:lnTo>
                  <a:pt x="2543556" y="207836"/>
                </a:lnTo>
                <a:cubicBezTo>
                  <a:pt x="2538698" y="207836"/>
                  <a:pt x="2534698" y="211741"/>
                  <a:pt x="2534603" y="216694"/>
                </a:cubicBezTo>
                <a:cubicBezTo>
                  <a:pt x="2534603" y="221647"/>
                  <a:pt x="2538508" y="225647"/>
                  <a:pt x="2543366" y="225743"/>
                </a:cubicBezTo>
                <a:lnTo>
                  <a:pt x="2543461" y="225743"/>
                </a:lnTo>
                <a:cubicBezTo>
                  <a:pt x="2548319" y="225743"/>
                  <a:pt x="2552319" y="221837"/>
                  <a:pt x="2552414" y="216884"/>
                </a:cubicBezTo>
                <a:close/>
                <a:moveTo>
                  <a:pt x="2543461" y="220885"/>
                </a:moveTo>
                <a:lnTo>
                  <a:pt x="2543461" y="220885"/>
                </a:lnTo>
                <a:cubicBezTo>
                  <a:pt x="2541175" y="220885"/>
                  <a:pt x="2539365" y="218980"/>
                  <a:pt x="2539365" y="216694"/>
                </a:cubicBezTo>
                <a:cubicBezTo>
                  <a:pt x="2539365" y="214408"/>
                  <a:pt x="2541270" y="212598"/>
                  <a:pt x="2543556" y="212598"/>
                </a:cubicBezTo>
                <a:lnTo>
                  <a:pt x="2543556" y="212598"/>
                </a:lnTo>
                <a:cubicBezTo>
                  <a:pt x="2544699" y="212598"/>
                  <a:pt x="2545747" y="213074"/>
                  <a:pt x="2546509" y="213836"/>
                </a:cubicBezTo>
                <a:cubicBezTo>
                  <a:pt x="2547271" y="214598"/>
                  <a:pt x="2547747" y="215646"/>
                  <a:pt x="2547652" y="216789"/>
                </a:cubicBezTo>
                <a:cubicBezTo>
                  <a:pt x="2547652" y="219075"/>
                  <a:pt x="2545747" y="220885"/>
                  <a:pt x="2543461" y="220885"/>
                </a:cubicBezTo>
                <a:close/>
                <a:moveTo>
                  <a:pt x="2543556" y="140399"/>
                </a:moveTo>
                <a:cubicBezTo>
                  <a:pt x="2545937" y="140399"/>
                  <a:pt x="2548128" y="139541"/>
                  <a:pt x="2549747" y="137827"/>
                </a:cubicBezTo>
                <a:cubicBezTo>
                  <a:pt x="2551462" y="136208"/>
                  <a:pt x="2552414" y="133922"/>
                  <a:pt x="2552414" y="131540"/>
                </a:cubicBezTo>
                <a:cubicBezTo>
                  <a:pt x="2552414" y="129159"/>
                  <a:pt x="2551557" y="126873"/>
                  <a:pt x="2549843" y="125159"/>
                </a:cubicBezTo>
                <a:cubicBezTo>
                  <a:pt x="2548223" y="123444"/>
                  <a:pt x="2545937" y="122492"/>
                  <a:pt x="2543556" y="122492"/>
                </a:cubicBezTo>
                <a:cubicBezTo>
                  <a:pt x="2541461" y="122492"/>
                  <a:pt x="2538889" y="123349"/>
                  <a:pt x="2537174" y="125063"/>
                </a:cubicBezTo>
                <a:cubicBezTo>
                  <a:pt x="2535460" y="126683"/>
                  <a:pt x="2534507" y="128969"/>
                  <a:pt x="2534507" y="131350"/>
                </a:cubicBezTo>
                <a:cubicBezTo>
                  <a:pt x="2534507" y="133731"/>
                  <a:pt x="2535365" y="136017"/>
                  <a:pt x="2537079" y="137732"/>
                </a:cubicBezTo>
                <a:cubicBezTo>
                  <a:pt x="2538698" y="139446"/>
                  <a:pt x="2540984" y="140399"/>
                  <a:pt x="2543366" y="140399"/>
                </a:cubicBezTo>
                <a:lnTo>
                  <a:pt x="2543461" y="140399"/>
                </a:lnTo>
                <a:close/>
                <a:moveTo>
                  <a:pt x="2539365" y="131350"/>
                </a:moveTo>
                <a:cubicBezTo>
                  <a:pt x="2539365" y="130207"/>
                  <a:pt x="2539842" y="129159"/>
                  <a:pt x="2540603" y="128397"/>
                </a:cubicBezTo>
                <a:cubicBezTo>
                  <a:pt x="2541365" y="127635"/>
                  <a:pt x="2542413" y="127254"/>
                  <a:pt x="2543556" y="127254"/>
                </a:cubicBezTo>
                <a:lnTo>
                  <a:pt x="2543556" y="127254"/>
                </a:lnTo>
                <a:cubicBezTo>
                  <a:pt x="2544699" y="127254"/>
                  <a:pt x="2545747" y="127730"/>
                  <a:pt x="2546509" y="128492"/>
                </a:cubicBezTo>
                <a:cubicBezTo>
                  <a:pt x="2547271" y="129254"/>
                  <a:pt x="2547747" y="130302"/>
                  <a:pt x="2547652" y="131445"/>
                </a:cubicBezTo>
                <a:cubicBezTo>
                  <a:pt x="2547652" y="132588"/>
                  <a:pt x="2547176" y="133636"/>
                  <a:pt x="2546413" y="134398"/>
                </a:cubicBezTo>
                <a:cubicBezTo>
                  <a:pt x="2545652" y="135160"/>
                  <a:pt x="2544604" y="135541"/>
                  <a:pt x="2543461" y="135541"/>
                </a:cubicBezTo>
                <a:lnTo>
                  <a:pt x="2543461" y="135541"/>
                </a:lnTo>
                <a:cubicBezTo>
                  <a:pt x="2542318" y="135541"/>
                  <a:pt x="2541270" y="135065"/>
                  <a:pt x="2540508" y="134303"/>
                </a:cubicBezTo>
                <a:cubicBezTo>
                  <a:pt x="2539746" y="133541"/>
                  <a:pt x="2539270" y="132493"/>
                  <a:pt x="2539365" y="131350"/>
                </a:cubicBezTo>
                <a:close/>
                <a:moveTo>
                  <a:pt x="2449068" y="4533614"/>
                </a:moveTo>
                <a:cubicBezTo>
                  <a:pt x="2452211" y="4527423"/>
                  <a:pt x="2449640" y="4519803"/>
                  <a:pt x="2443448" y="4516660"/>
                </a:cubicBezTo>
                <a:cubicBezTo>
                  <a:pt x="2437257" y="4513517"/>
                  <a:pt x="2429637" y="4516088"/>
                  <a:pt x="2426494" y="4522280"/>
                </a:cubicBezTo>
                <a:cubicBezTo>
                  <a:pt x="2423351" y="4528471"/>
                  <a:pt x="2425922" y="4536091"/>
                  <a:pt x="2432114" y="4539234"/>
                </a:cubicBezTo>
                <a:lnTo>
                  <a:pt x="2432114" y="4539234"/>
                </a:lnTo>
                <a:cubicBezTo>
                  <a:pt x="2432876" y="4539615"/>
                  <a:pt x="2433733" y="4539901"/>
                  <a:pt x="2434590" y="4540092"/>
                </a:cubicBezTo>
                <a:lnTo>
                  <a:pt x="2434590" y="4553331"/>
                </a:lnTo>
                <a:lnTo>
                  <a:pt x="2420398" y="4569810"/>
                </a:lnTo>
                <a:lnTo>
                  <a:pt x="2381631" y="4569429"/>
                </a:lnTo>
                <a:lnTo>
                  <a:pt x="2367534" y="4554379"/>
                </a:lnTo>
                <a:lnTo>
                  <a:pt x="2367820" y="4449032"/>
                </a:lnTo>
                <a:lnTo>
                  <a:pt x="2322481" y="4400264"/>
                </a:lnTo>
                <a:lnTo>
                  <a:pt x="2305241" y="4400455"/>
                </a:lnTo>
                <a:lnTo>
                  <a:pt x="2305241" y="4397502"/>
                </a:lnTo>
                <a:cubicBezTo>
                  <a:pt x="2305241" y="4394169"/>
                  <a:pt x="2302478" y="4391406"/>
                  <a:pt x="2299145" y="4391406"/>
                </a:cubicBezTo>
                <a:lnTo>
                  <a:pt x="2288762" y="4391406"/>
                </a:lnTo>
                <a:cubicBezTo>
                  <a:pt x="2285429" y="4391406"/>
                  <a:pt x="2282666" y="4394169"/>
                  <a:pt x="2282666" y="4397502"/>
                </a:cubicBezTo>
                <a:lnTo>
                  <a:pt x="2282666" y="4407885"/>
                </a:lnTo>
                <a:cubicBezTo>
                  <a:pt x="2282666" y="4411218"/>
                  <a:pt x="2285429" y="4413980"/>
                  <a:pt x="2288762" y="4413980"/>
                </a:cubicBezTo>
                <a:lnTo>
                  <a:pt x="2299145" y="4413980"/>
                </a:lnTo>
                <a:cubicBezTo>
                  <a:pt x="2302478" y="4413980"/>
                  <a:pt x="2305241" y="4411218"/>
                  <a:pt x="2305241" y="4407885"/>
                </a:cubicBezTo>
                <a:lnTo>
                  <a:pt x="2305241" y="4405218"/>
                </a:lnTo>
                <a:lnTo>
                  <a:pt x="2320481" y="4405218"/>
                </a:lnTo>
                <a:cubicBezTo>
                  <a:pt x="2320481" y="4405218"/>
                  <a:pt x="2363153" y="4450937"/>
                  <a:pt x="2363153" y="4450937"/>
                </a:cubicBezTo>
                <a:lnTo>
                  <a:pt x="2362867" y="4556284"/>
                </a:lnTo>
                <a:lnTo>
                  <a:pt x="2379631" y="4574191"/>
                </a:lnTo>
                <a:lnTo>
                  <a:pt x="2422589" y="4574572"/>
                </a:lnTo>
                <a:lnTo>
                  <a:pt x="2439353" y="4555046"/>
                </a:lnTo>
                <a:lnTo>
                  <a:pt x="2439353" y="4540282"/>
                </a:lnTo>
                <a:cubicBezTo>
                  <a:pt x="2443353" y="4539711"/>
                  <a:pt x="2447068" y="4537424"/>
                  <a:pt x="2449068" y="4533519"/>
                </a:cubicBezTo>
                <a:close/>
                <a:moveTo>
                  <a:pt x="2300478" y="4408075"/>
                </a:moveTo>
                <a:cubicBezTo>
                  <a:pt x="2300478" y="4408837"/>
                  <a:pt x="2299907" y="4409409"/>
                  <a:pt x="2299145" y="4409409"/>
                </a:cubicBezTo>
                <a:lnTo>
                  <a:pt x="2288762" y="4409409"/>
                </a:lnTo>
                <a:cubicBezTo>
                  <a:pt x="2288000" y="4409409"/>
                  <a:pt x="2287429" y="4408837"/>
                  <a:pt x="2287429" y="4408075"/>
                </a:cubicBezTo>
                <a:lnTo>
                  <a:pt x="2287429" y="4397693"/>
                </a:lnTo>
                <a:cubicBezTo>
                  <a:pt x="2287429" y="4396931"/>
                  <a:pt x="2288000" y="4396359"/>
                  <a:pt x="2288762" y="4396359"/>
                </a:cubicBezTo>
                <a:lnTo>
                  <a:pt x="2299145" y="4396359"/>
                </a:lnTo>
                <a:cubicBezTo>
                  <a:pt x="2299907" y="4396359"/>
                  <a:pt x="2300478" y="4396931"/>
                  <a:pt x="2300478" y="4397693"/>
                </a:cubicBezTo>
                <a:lnTo>
                  <a:pt x="2300478" y="4408075"/>
                </a:lnTo>
                <a:close/>
                <a:moveTo>
                  <a:pt x="2444782" y="4531519"/>
                </a:moveTo>
                <a:cubicBezTo>
                  <a:pt x="2443829" y="4533424"/>
                  <a:pt x="2442210" y="4534757"/>
                  <a:pt x="2440210" y="4535424"/>
                </a:cubicBezTo>
                <a:cubicBezTo>
                  <a:pt x="2438210" y="4536091"/>
                  <a:pt x="2436114" y="4535901"/>
                  <a:pt x="2434209" y="4535043"/>
                </a:cubicBezTo>
                <a:cubicBezTo>
                  <a:pt x="2430304" y="4533138"/>
                  <a:pt x="2428780" y="4528376"/>
                  <a:pt x="2430685" y="4524470"/>
                </a:cubicBezTo>
                <a:cubicBezTo>
                  <a:pt x="2432590" y="4520565"/>
                  <a:pt x="2437352" y="4519041"/>
                  <a:pt x="2441258" y="4520946"/>
                </a:cubicBezTo>
                <a:cubicBezTo>
                  <a:pt x="2443163" y="4521899"/>
                  <a:pt x="2444496" y="4523518"/>
                  <a:pt x="2445163" y="4525518"/>
                </a:cubicBezTo>
                <a:cubicBezTo>
                  <a:pt x="2445830" y="4527519"/>
                  <a:pt x="2445639" y="4529614"/>
                  <a:pt x="2444782" y="4531519"/>
                </a:cubicBezTo>
                <a:close/>
                <a:moveTo>
                  <a:pt x="2752820" y="124111"/>
                </a:moveTo>
                <a:lnTo>
                  <a:pt x="2752820" y="138779"/>
                </a:lnTo>
                <a:cubicBezTo>
                  <a:pt x="2752820" y="140875"/>
                  <a:pt x="2751106" y="142589"/>
                  <a:pt x="2749010" y="142589"/>
                </a:cubicBezTo>
                <a:lnTo>
                  <a:pt x="2734342" y="142589"/>
                </a:lnTo>
                <a:cubicBezTo>
                  <a:pt x="2732246" y="142589"/>
                  <a:pt x="2730532" y="140875"/>
                  <a:pt x="2730532" y="138779"/>
                </a:cubicBezTo>
                <a:lnTo>
                  <a:pt x="2730532" y="124111"/>
                </a:lnTo>
                <a:cubicBezTo>
                  <a:pt x="2730532" y="122015"/>
                  <a:pt x="2732246" y="120301"/>
                  <a:pt x="2734342" y="120301"/>
                </a:cubicBezTo>
                <a:lnTo>
                  <a:pt x="2749010" y="120301"/>
                </a:lnTo>
                <a:cubicBezTo>
                  <a:pt x="2751106" y="120301"/>
                  <a:pt x="2752820" y="122015"/>
                  <a:pt x="2752820" y="124111"/>
                </a:cubicBezTo>
                <a:close/>
                <a:moveTo>
                  <a:pt x="767525" y="4349972"/>
                </a:moveTo>
                <a:lnTo>
                  <a:pt x="774668" y="4349972"/>
                </a:lnTo>
                <a:lnTo>
                  <a:pt x="774668" y="4356354"/>
                </a:lnTo>
                <a:lnTo>
                  <a:pt x="769906" y="4360545"/>
                </a:lnTo>
                <a:lnTo>
                  <a:pt x="765239" y="4355211"/>
                </a:lnTo>
                <a:lnTo>
                  <a:pt x="767620" y="4353116"/>
                </a:lnTo>
                <a:lnTo>
                  <a:pt x="767620" y="4349972"/>
                </a:lnTo>
                <a:close/>
                <a:moveTo>
                  <a:pt x="2819781" y="109061"/>
                </a:moveTo>
                <a:lnTo>
                  <a:pt x="2798921" y="127921"/>
                </a:lnTo>
                <a:lnTo>
                  <a:pt x="2757011" y="127921"/>
                </a:lnTo>
                <a:lnTo>
                  <a:pt x="2757011" y="119158"/>
                </a:lnTo>
                <a:cubicBezTo>
                  <a:pt x="2757011" y="117443"/>
                  <a:pt x="2755583" y="116015"/>
                  <a:pt x="2753868" y="116015"/>
                </a:cubicBezTo>
                <a:lnTo>
                  <a:pt x="2729484" y="116015"/>
                </a:lnTo>
                <a:cubicBezTo>
                  <a:pt x="2727770" y="116015"/>
                  <a:pt x="2726341" y="117443"/>
                  <a:pt x="2726341" y="119158"/>
                </a:cubicBezTo>
                <a:lnTo>
                  <a:pt x="2726341" y="129445"/>
                </a:lnTo>
                <a:lnTo>
                  <a:pt x="2627852" y="129445"/>
                </a:lnTo>
                <a:cubicBezTo>
                  <a:pt x="2626900" y="124206"/>
                  <a:pt x="2622423" y="120110"/>
                  <a:pt x="2616899" y="120110"/>
                </a:cubicBezTo>
                <a:cubicBezTo>
                  <a:pt x="2610612" y="120110"/>
                  <a:pt x="2605564" y="125159"/>
                  <a:pt x="2605564" y="131445"/>
                </a:cubicBezTo>
                <a:cubicBezTo>
                  <a:pt x="2605564" y="137732"/>
                  <a:pt x="2610612" y="142780"/>
                  <a:pt x="2616899" y="142780"/>
                </a:cubicBezTo>
                <a:cubicBezTo>
                  <a:pt x="2622137" y="142780"/>
                  <a:pt x="2626424" y="139065"/>
                  <a:pt x="2627662" y="134207"/>
                </a:cubicBezTo>
                <a:lnTo>
                  <a:pt x="2726246" y="134207"/>
                </a:lnTo>
                <a:lnTo>
                  <a:pt x="2726246" y="143637"/>
                </a:lnTo>
                <a:cubicBezTo>
                  <a:pt x="2726246" y="145352"/>
                  <a:pt x="2727674" y="146780"/>
                  <a:pt x="2729389" y="146780"/>
                </a:cubicBezTo>
                <a:lnTo>
                  <a:pt x="2753773" y="146780"/>
                </a:lnTo>
                <a:cubicBezTo>
                  <a:pt x="2755487" y="146780"/>
                  <a:pt x="2756916" y="145352"/>
                  <a:pt x="2756916" y="143637"/>
                </a:cubicBezTo>
                <a:lnTo>
                  <a:pt x="2756916" y="132779"/>
                </a:lnTo>
                <a:lnTo>
                  <a:pt x="2800731" y="132779"/>
                </a:lnTo>
                <a:lnTo>
                  <a:pt x="2824544" y="111252"/>
                </a:lnTo>
                <a:lnTo>
                  <a:pt x="2824067" y="191"/>
                </a:lnTo>
                <a:lnTo>
                  <a:pt x="2819305" y="191"/>
                </a:lnTo>
                <a:lnTo>
                  <a:pt x="2819781" y="109157"/>
                </a:lnTo>
                <a:close/>
                <a:moveTo>
                  <a:pt x="2616803" y="138017"/>
                </a:moveTo>
                <a:cubicBezTo>
                  <a:pt x="2613184" y="138017"/>
                  <a:pt x="2610231" y="135065"/>
                  <a:pt x="2610231" y="131445"/>
                </a:cubicBezTo>
                <a:cubicBezTo>
                  <a:pt x="2610231" y="127826"/>
                  <a:pt x="2613184" y="124873"/>
                  <a:pt x="2616803" y="124873"/>
                </a:cubicBezTo>
                <a:cubicBezTo>
                  <a:pt x="2620423" y="124873"/>
                  <a:pt x="2623376" y="127826"/>
                  <a:pt x="2623376" y="131445"/>
                </a:cubicBezTo>
                <a:cubicBezTo>
                  <a:pt x="2623376" y="135065"/>
                  <a:pt x="2620423" y="138017"/>
                  <a:pt x="2616803" y="138017"/>
                </a:cubicBezTo>
                <a:close/>
                <a:moveTo>
                  <a:pt x="2754630" y="143637"/>
                </a:moveTo>
                <a:cubicBezTo>
                  <a:pt x="2754630" y="143637"/>
                  <a:pt x="2754249" y="144399"/>
                  <a:pt x="2753868" y="144399"/>
                </a:cubicBezTo>
                <a:lnTo>
                  <a:pt x="2729484" y="144399"/>
                </a:lnTo>
                <a:cubicBezTo>
                  <a:pt x="2729484" y="144399"/>
                  <a:pt x="2728722" y="144018"/>
                  <a:pt x="2728722" y="143637"/>
                </a:cubicBezTo>
                <a:lnTo>
                  <a:pt x="2728722" y="119253"/>
                </a:lnTo>
                <a:cubicBezTo>
                  <a:pt x="2728722" y="119253"/>
                  <a:pt x="2729103" y="118491"/>
                  <a:pt x="2729484" y="118491"/>
                </a:cubicBezTo>
                <a:lnTo>
                  <a:pt x="2753868" y="118491"/>
                </a:lnTo>
                <a:cubicBezTo>
                  <a:pt x="2753868" y="118491"/>
                  <a:pt x="2754630" y="118872"/>
                  <a:pt x="2754630" y="119253"/>
                </a:cubicBezTo>
                <a:lnTo>
                  <a:pt x="2754630" y="143637"/>
                </a:lnTo>
                <a:close/>
                <a:moveTo>
                  <a:pt x="2552700" y="259937"/>
                </a:moveTo>
                <a:cubicBezTo>
                  <a:pt x="2552700" y="256318"/>
                  <a:pt x="2555748" y="253460"/>
                  <a:pt x="2559368" y="253460"/>
                </a:cubicBezTo>
                <a:cubicBezTo>
                  <a:pt x="2562987" y="253460"/>
                  <a:pt x="2565845" y="256508"/>
                  <a:pt x="2565845" y="260128"/>
                </a:cubicBezTo>
                <a:cubicBezTo>
                  <a:pt x="2565845" y="263747"/>
                  <a:pt x="2562797" y="266605"/>
                  <a:pt x="2559177" y="266605"/>
                </a:cubicBezTo>
                <a:cubicBezTo>
                  <a:pt x="2555558" y="266605"/>
                  <a:pt x="2552700" y="263557"/>
                  <a:pt x="2552700" y="259937"/>
                </a:cubicBezTo>
                <a:close/>
                <a:moveTo>
                  <a:pt x="774668" y="4342353"/>
                </a:moveTo>
                <a:lnTo>
                  <a:pt x="767525" y="4342353"/>
                </a:lnTo>
                <a:lnTo>
                  <a:pt x="767525" y="4334732"/>
                </a:lnTo>
                <a:lnTo>
                  <a:pt x="774668" y="4334732"/>
                </a:lnTo>
                <a:lnTo>
                  <a:pt x="774668" y="4342353"/>
                </a:lnTo>
                <a:close/>
                <a:moveTo>
                  <a:pt x="2601373" y="131445"/>
                </a:moveTo>
                <a:cubicBezTo>
                  <a:pt x="2601373" y="125635"/>
                  <a:pt x="2596705" y="120872"/>
                  <a:pt x="2590895" y="120872"/>
                </a:cubicBezTo>
                <a:lnTo>
                  <a:pt x="2590895" y="120872"/>
                </a:lnTo>
                <a:cubicBezTo>
                  <a:pt x="2588133" y="120872"/>
                  <a:pt x="2585466" y="121920"/>
                  <a:pt x="2583466" y="123920"/>
                </a:cubicBezTo>
                <a:cubicBezTo>
                  <a:pt x="2581466" y="125921"/>
                  <a:pt x="2580323" y="128588"/>
                  <a:pt x="2580323" y="131350"/>
                </a:cubicBezTo>
                <a:cubicBezTo>
                  <a:pt x="2580323" y="137160"/>
                  <a:pt x="2584990" y="141923"/>
                  <a:pt x="2590800" y="141923"/>
                </a:cubicBezTo>
                <a:lnTo>
                  <a:pt x="2590800" y="141923"/>
                </a:lnTo>
                <a:cubicBezTo>
                  <a:pt x="2596610" y="141923"/>
                  <a:pt x="2601278" y="137255"/>
                  <a:pt x="2601373" y="131445"/>
                </a:cubicBezTo>
                <a:close/>
                <a:moveTo>
                  <a:pt x="2590800" y="137160"/>
                </a:moveTo>
                <a:lnTo>
                  <a:pt x="2590800" y="137160"/>
                </a:lnTo>
                <a:cubicBezTo>
                  <a:pt x="2587657" y="137160"/>
                  <a:pt x="2585085" y="134588"/>
                  <a:pt x="2585085" y="131350"/>
                </a:cubicBezTo>
                <a:cubicBezTo>
                  <a:pt x="2585085" y="129826"/>
                  <a:pt x="2585657" y="128397"/>
                  <a:pt x="2586800" y="127254"/>
                </a:cubicBezTo>
                <a:cubicBezTo>
                  <a:pt x="2587847" y="126206"/>
                  <a:pt x="2589371" y="125540"/>
                  <a:pt x="2590895" y="125540"/>
                </a:cubicBezTo>
                <a:lnTo>
                  <a:pt x="2590895" y="125540"/>
                </a:lnTo>
                <a:cubicBezTo>
                  <a:pt x="2594038" y="125540"/>
                  <a:pt x="2596610" y="128111"/>
                  <a:pt x="2596610" y="131350"/>
                </a:cubicBezTo>
                <a:cubicBezTo>
                  <a:pt x="2596610" y="134493"/>
                  <a:pt x="2594038" y="137065"/>
                  <a:pt x="2590800" y="137065"/>
                </a:cubicBezTo>
                <a:close/>
                <a:moveTo>
                  <a:pt x="938403" y="3934682"/>
                </a:moveTo>
                <a:cubicBezTo>
                  <a:pt x="934402" y="3935825"/>
                  <a:pt x="931736" y="3939064"/>
                  <a:pt x="930878" y="3942874"/>
                </a:cubicBezTo>
                <a:lnTo>
                  <a:pt x="902589" y="3942874"/>
                </a:lnTo>
                <a:lnTo>
                  <a:pt x="874204" y="3915728"/>
                </a:lnTo>
                <a:lnTo>
                  <a:pt x="711518" y="3915728"/>
                </a:lnTo>
                <a:lnTo>
                  <a:pt x="688181" y="3902202"/>
                </a:lnTo>
                <a:lnTo>
                  <a:pt x="598837" y="3902202"/>
                </a:lnTo>
                <a:lnTo>
                  <a:pt x="598837" y="3898297"/>
                </a:lnTo>
                <a:cubicBezTo>
                  <a:pt x="598837" y="3895820"/>
                  <a:pt x="596837" y="3893820"/>
                  <a:pt x="594360" y="3893820"/>
                </a:cubicBezTo>
                <a:lnTo>
                  <a:pt x="581692" y="3893820"/>
                </a:lnTo>
                <a:cubicBezTo>
                  <a:pt x="579215" y="3893820"/>
                  <a:pt x="577215" y="3895820"/>
                  <a:pt x="577215" y="3898297"/>
                </a:cubicBezTo>
                <a:lnTo>
                  <a:pt x="577215" y="3910965"/>
                </a:lnTo>
                <a:cubicBezTo>
                  <a:pt x="577215" y="3913442"/>
                  <a:pt x="579215" y="3915442"/>
                  <a:pt x="581692" y="3915442"/>
                </a:cubicBezTo>
                <a:lnTo>
                  <a:pt x="594360" y="3915442"/>
                </a:lnTo>
                <a:cubicBezTo>
                  <a:pt x="596837" y="3915442"/>
                  <a:pt x="598837" y="3913442"/>
                  <a:pt x="598837" y="3910965"/>
                </a:cubicBezTo>
                <a:lnTo>
                  <a:pt x="598837" y="3906965"/>
                </a:lnTo>
                <a:lnTo>
                  <a:pt x="686943" y="3906965"/>
                </a:lnTo>
                <a:lnTo>
                  <a:pt x="710279" y="3920490"/>
                </a:lnTo>
                <a:lnTo>
                  <a:pt x="872300" y="3920490"/>
                </a:lnTo>
                <a:lnTo>
                  <a:pt x="900684" y="3947636"/>
                </a:lnTo>
                <a:lnTo>
                  <a:pt x="930783" y="3947636"/>
                </a:lnTo>
                <a:cubicBezTo>
                  <a:pt x="930783" y="3947636"/>
                  <a:pt x="930783" y="3948017"/>
                  <a:pt x="930783" y="3948303"/>
                </a:cubicBezTo>
                <a:cubicBezTo>
                  <a:pt x="932117" y="3953066"/>
                  <a:pt x="936593" y="3956209"/>
                  <a:pt x="941356" y="3956209"/>
                </a:cubicBezTo>
                <a:cubicBezTo>
                  <a:pt x="942308" y="3956209"/>
                  <a:pt x="943356" y="3956113"/>
                  <a:pt x="944404" y="3955828"/>
                </a:cubicBezTo>
                <a:cubicBezTo>
                  <a:pt x="947261" y="3955066"/>
                  <a:pt x="949547" y="3953161"/>
                  <a:pt x="950976" y="3950589"/>
                </a:cubicBezTo>
                <a:cubicBezTo>
                  <a:pt x="952405" y="3948017"/>
                  <a:pt x="952691" y="3945065"/>
                  <a:pt x="951929" y="3942302"/>
                </a:cubicBezTo>
                <a:lnTo>
                  <a:pt x="951929" y="3942302"/>
                </a:lnTo>
                <a:cubicBezTo>
                  <a:pt x="950309" y="3936492"/>
                  <a:pt x="944213" y="3933159"/>
                  <a:pt x="938403" y="3934778"/>
                </a:cubicBezTo>
                <a:close/>
                <a:moveTo>
                  <a:pt x="946785" y="3948208"/>
                </a:moveTo>
                <a:cubicBezTo>
                  <a:pt x="946023" y="3949637"/>
                  <a:pt x="944690" y="3950684"/>
                  <a:pt x="943070" y="3951161"/>
                </a:cubicBezTo>
                <a:cubicBezTo>
                  <a:pt x="939737" y="3952113"/>
                  <a:pt x="936403" y="3950208"/>
                  <a:pt x="935450" y="3946874"/>
                </a:cubicBezTo>
                <a:cubicBezTo>
                  <a:pt x="934498" y="3943636"/>
                  <a:pt x="936403" y="3940112"/>
                  <a:pt x="939737" y="3939254"/>
                </a:cubicBezTo>
                <a:cubicBezTo>
                  <a:pt x="940308" y="3939064"/>
                  <a:pt x="940879" y="3938969"/>
                  <a:pt x="941451" y="3938969"/>
                </a:cubicBezTo>
                <a:cubicBezTo>
                  <a:pt x="944118" y="3938969"/>
                  <a:pt x="946595" y="3940778"/>
                  <a:pt x="947452" y="3943445"/>
                </a:cubicBezTo>
                <a:cubicBezTo>
                  <a:pt x="947928" y="3945065"/>
                  <a:pt x="947738" y="3946684"/>
                  <a:pt x="946880" y="3948113"/>
                </a:cubicBezTo>
                <a:close/>
                <a:moveTo>
                  <a:pt x="2588895" y="166973"/>
                </a:moveTo>
                <a:cubicBezTo>
                  <a:pt x="2592991" y="166973"/>
                  <a:pt x="2596229" y="170307"/>
                  <a:pt x="2596229" y="174403"/>
                </a:cubicBezTo>
                <a:cubicBezTo>
                  <a:pt x="2596229" y="178499"/>
                  <a:pt x="2592896" y="181737"/>
                  <a:pt x="2588800" y="181737"/>
                </a:cubicBezTo>
                <a:cubicBezTo>
                  <a:pt x="2584704" y="181737"/>
                  <a:pt x="2581466" y="178403"/>
                  <a:pt x="2581466" y="174308"/>
                </a:cubicBezTo>
                <a:cubicBezTo>
                  <a:pt x="2581466" y="170212"/>
                  <a:pt x="2584799" y="166973"/>
                  <a:pt x="2588895" y="166973"/>
                </a:cubicBezTo>
                <a:close/>
                <a:moveTo>
                  <a:pt x="2590800" y="227267"/>
                </a:moveTo>
                <a:cubicBezTo>
                  <a:pt x="2596610" y="227267"/>
                  <a:pt x="2601278" y="222599"/>
                  <a:pt x="2601373" y="216789"/>
                </a:cubicBezTo>
                <a:cubicBezTo>
                  <a:pt x="2601373" y="210979"/>
                  <a:pt x="2596705" y="206216"/>
                  <a:pt x="2590895" y="206216"/>
                </a:cubicBezTo>
                <a:lnTo>
                  <a:pt x="2590895" y="206216"/>
                </a:lnTo>
                <a:cubicBezTo>
                  <a:pt x="2588133" y="206216"/>
                  <a:pt x="2585466" y="207264"/>
                  <a:pt x="2583466" y="209264"/>
                </a:cubicBezTo>
                <a:cubicBezTo>
                  <a:pt x="2581466" y="211265"/>
                  <a:pt x="2580323" y="213932"/>
                  <a:pt x="2580323" y="216694"/>
                </a:cubicBezTo>
                <a:cubicBezTo>
                  <a:pt x="2580323" y="222504"/>
                  <a:pt x="2584990" y="227267"/>
                  <a:pt x="2590800" y="227267"/>
                </a:cubicBezTo>
                <a:lnTo>
                  <a:pt x="2590800" y="227267"/>
                </a:lnTo>
                <a:close/>
                <a:moveTo>
                  <a:pt x="2584990" y="216694"/>
                </a:moveTo>
                <a:cubicBezTo>
                  <a:pt x="2584990" y="213551"/>
                  <a:pt x="2587562" y="210979"/>
                  <a:pt x="2590800" y="210979"/>
                </a:cubicBezTo>
                <a:lnTo>
                  <a:pt x="2590800" y="210979"/>
                </a:lnTo>
                <a:cubicBezTo>
                  <a:pt x="2593943" y="210979"/>
                  <a:pt x="2596515" y="213551"/>
                  <a:pt x="2596515" y="216789"/>
                </a:cubicBezTo>
                <a:cubicBezTo>
                  <a:pt x="2596515" y="219932"/>
                  <a:pt x="2593943" y="222504"/>
                  <a:pt x="2590705" y="222504"/>
                </a:cubicBezTo>
                <a:lnTo>
                  <a:pt x="2590705" y="222504"/>
                </a:lnTo>
                <a:cubicBezTo>
                  <a:pt x="2587562" y="222504"/>
                  <a:pt x="2584990" y="219932"/>
                  <a:pt x="2584990" y="216694"/>
                </a:cubicBezTo>
                <a:close/>
                <a:moveTo>
                  <a:pt x="2603183" y="174308"/>
                </a:moveTo>
                <a:cubicBezTo>
                  <a:pt x="2603183" y="169831"/>
                  <a:pt x="2606897" y="166211"/>
                  <a:pt x="2611374" y="166211"/>
                </a:cubicBezTo>
                <a:cubicBezTo>
                  <a:pt x="2615851" y="166211"/>
                  <a:pt x="2619470" y="169926"/>
                  <a:pt x="2619470" y="174403"/>
                </a:cubicBezTo>
                <a:cubicBezTo>
                  <a:pt x="2619470" y="178880"/>
                  <a:pt x="2615755" y="182499"/>
                  <a:pt x="2611279" y="182499"/>
                </a:cubicBezTo>
                <a:cubicBezTo>
                  <a:pt x="2606802" y="182499"/>
                  <a:pt x="2603183" y="178784"/>
                  <a:pt x="2603183" y="174308"/>
                </a:cubicBezTo>
                <a:close/>
                <a:moveTo>
                  <a:pt x="482537" y="2594229"/>
                </a:moveTo>
                <a:cubicBezTo>
                  <a:pt x="484061" y="2594896"/>
                  <a:pt x="485680" y="2595182"/>
                  <a:pt x="487299" y="2595182"/>
                </a:cubicBezTo>
                <a:cubicBezTo>
                  <a:pt x="488918" y="2595182"/>
                  <a:pt x="490633" y="2594801"/>
                  <a:pt x="492252" y="2594229"/>
                </a:cubicBezTo>
                <a:cubicBezTo>
                  <a:pt x="495395" y="2592896"/>
                  <a:pt x="497777" y="2590419"/>
                  <a:pt x="499110" y="2587276"/>
                </a:cubicBezTo>
                <a:cubicBezTo>
                  <a:pt x="500444" y="2584133"/>
                  <a:pt x="500348" y="2580704"/>
                  <a:pt x="499110" y="2577560"/>
                </a:cubicBezTo>
                <a:cubicBezTo>
                  <a:pt x="498920" y="2577084"/>
                  <a:pt x="498539" y="2576798"/>
                  <a:pt x="498348" y="2576322"/>
                </a:cubicBezTo>
                <a:lnTo>
                  <a:pt x="556355" y="2519839"/>
                </a:lnTo>
                <a:lnTo>
                  <a:pt x="557403" y="2393252"/>
                </a:lnTo>
                <a:lnTo>
                  <a:pt x="504444" y="2336006"/>
                </a:lnTo>
                <a:cubicBezTo>
                  <a:pt x="504825" y="2335340"/>
                  <a:pt x="505301" y="2334673"/>
                  <a:pt x="505587" y="2333816"/>
                </a:cubicBezTo>
                <a:cubicBezTo>
                  <a:pt x="507968" y="2327243"/>
                  <a:pt x="504444" y="2319909"/>
                  <a:pt x="497872" y="2317528"/>
                </a:cubicBezTo>
                <a:lnTo>
                  <a:pt x="497872" y="2317528"/>
                </a:lnTo>
                <a:cubicBezTo>
                  <a:pt x="491300" y="2315147"/>
                  <a:pt x="483965" y="2318671"/>
                  <a:pt x="481584" y="2325243"/>
                </a:cubicBezTo>
                <a:cubicBezTo>
                  <a:pt x="479203" y="2331815"/>
                  <a:pt x="482727" y="2339150"/>
                  <a:pt x="489299" y="2341531"/>
                </a:cubicBezTo>
                <a:cubicBezTo>
                  <a:pt x="490728" y="2342007"/>
                  <a:pt x="492157" y="2342293"/>
                  <a:pt x="493586" y="2342293"/>
                </a:cubicBezTo>
                <a:cubicBezTo>
                  <a:pt x="496443" y="2342293"/>
                  <a:pt x="499110" y="2341340"/>
                  <a:pt x="501301" y="2339626"/>
                </a:cubicBezTo>
                <a:lnTo>
                  <a:pt x="552545" y="2395157"/>
                </a:lnTo>
                <a:lnTo>
                  <a:pt x="551593" y="2517838"/>
                </a:lnTo>
                <a:lnTo>
                  <a:pt x="495205" y="2572703"/>
                </a:lnTo>
                <a:cubicBezTo>
                  <a:pt x="494252" y="2571941"/>
                  <a:pt x="493300" y="2571179"/>
                  <a:pt x="492157" y="2570702"/>
                </a:cubicBezTo>
                <a:cubicBezTo>
                  <a:pt x="485680" y="2568035"/>
                  <a:pt x="478250" y="2571179"/>
                  <a:pt x="475583" y="2577655"/>
                </a:cubicBezTo>
                <a:lnTo>
                  <a:pt x="475583" y="2577655"/>
                </a:lnTo>
                <a:cubicBezTo>
                  <a:pt x="474345" y="2580799"/>
                  <a:pt x="474345" y="2584228"/>
                  <a:pt x="475583" y="2587371"/>
                </a:cubicBezTo>
                <a:cubicBezTo>
                  <a:pt x="475869" y="2588038"/>
                  <a:pt x="476345" y="2588514"/>
                  <a:pt x="476726" y="2589086"/>
                </a:cubicBezTo>
                <a:lnTo>
                  <a:pt x="429387" y="2633758"/>
                </a:lnTo>
                <a:lnTo>
                  <a:pt x="429578" y="2664524"/>
                </a:lnTo>
                <a:lnTo>
                  <a:pt x="424053" y="2664524"/>
                </a:lnTo>
                <a:cubicBezTo>
                  <a:pt x="421577" y="2664333"/>
                  <a:pt x="419481" y="2666334"/>
                  <a:pt x="419386" y="2668810"/>
                </a:cubicBezTo>
                <a:lnTo>
                  <a:pt x="419100" y="2683574"/>
                </a:lnTo>
                <a:cubicBezTo>
                  <a:pt x="419100" y="2686050"/>
                  <a:pt x="421005" y="2688146"/>
                  <a:pt x="423577" y="2688241"/>
                </a:cubicBezTo>
                <a:lnTo>
                  <a:pt x="438340" y="2688527"/>
                </a:lnTo>
                <a:cubicBezTo>
                  <a:pt x="439198" y="2688527"/>
                  <a:pt x="439960" y="2688241"/>
                  <a:pt x="440627" y="2687860"/>
                </a:cubicBezTo>
                <a:lnTo>
                  <a:pt x="498348" y="2748248"/>
                </a:lnTo>
                <a:lnTo>
                  <a:pt x="498729" y="2748629"/>
                </a:lnTo>
                <a:lnTo>
                  <a:pt x="529876" y="2748629"/>
                </a:lnTo>
                <a:cubicBezTo>
                  <a:pt x="529876" y="2748629"/>
                  <a:pt x="585216" y="2806351"/>
                  <a:pt x="585216" y="2806351"/>
                </a:cubicBezTo>
                <a:lnTo>
                  <a:pt x="582168" y="2830449"/>
                </a:lnTo>
                <a:cubicBezTo>
                  <a:pt x="582168" y="2830449"/>
                  <a:pt x="581406" y="2831021"/>
                  <a:pt x="581120" y="2831306"/>
                </a:cubicBezTo>
                <a:lnTo>
                  <a:pt x="578739" y="2833592"/>
                </a:lnTo>
                <a:cubicBezTo>
                  <a:pt x="576929" y="2835402"/>
                  <a:pt x="575786" y="2837784"/>
                  <a:pt x="575786" y="2840355"/>
                </a:cubicBezTo>
                <a:cubicBezTo>
                  <a:pt x="575786" y="2842927"/>
                  <a:pt x="576644" y="2845403"/>
                  <a:pt x="578453" y="2847213"/>
                </a:cubicBezTo>
                <a:lnTo>
                  <a:pt x="593789" y="2863215"/>
                </a:lnTo>
                <a:cubicBezTo>
                  <a:pt x="595598" y="2865025"/>
                  <a:pt x="597980" y="2866073"/>
                  <a:pt x="600551" y="2866168"/>
                </a:cubicBezTo>
                <a:lnTo>
                  <a:pt x="600742" y="2866168"/>
                </a:lnTo>
                <a:cubicBezTo>
                  <a:pt x="603218" y="2866168"/>
                  <a:pt x="605600" y="2865215"/>
                  <a:pt x="607409" y="2863501"/>
                </a:cubicBezTo>
                <a:lnTo>
                  <a:pt x="609124" y="2861882"/>
                </a:lnTo>
                <a:lnTo>
                  <a:pt x="729710" y="2863310"/>
                </a:lnTo>
                <a:lnTo>
                  <a:pt x="730758" y="2863310"/>
                </a:lnTo>
                <a:cubicBezTo>
                  <a:pt x="730758" y="2863310"/>
                  <a:pt x="781526" y="2809304"/>
                  <a:pt x="781526" y="2809304"/>
                </a:cubicBezTo>
                <a:lnTo>
                  <a:pt x="837152" y="2809018"/>
                </a:lnTo>
                <a:lnTo>
                  <a:pt x="837152" y="2819781"/>
                </a:lnTo>
                <a:cubicBezTo>
                  <a:pt x="837152" y="2823305"/>
                  <a:pt x="840010" y="2826068"/>
                  <a:pt x="843534" y="2826068"/>
                </a:cubicBezTo>
                <a:lnTo>
                  <a:pt x="963930" y="2826068"/>
                </a:lnTo>
                <a:cubicBezTo>
                  <a:pt x="966883" y="2826068"/>
                  <a:pt x="969169" y="2824067"/>
                  <a:pt x="969931" y="2821305"/>
                </a:cubicBezTo>
                <a:lnTo>
                  <a:pt x="1115949" y="2821496"/>
                </a:lnTo>
                <a:lnTo>
                  <a:pt x="1239965" y="2721959"/>
                </a:lnTo>
                <a:lnTo>
                  <a:pt x="1267301" y="2722150"/>
                </a:lnTo>
                <a:lnTo>
                  <a:pt x="1373791" y="2635377"/>
                </a:lnTo>
                <a:lnTo>
                  <a:pt x="1393698" y="2635377"/>
                </a:lnTo>
                <a:lnTo>
                  <a:pt x="1393698" y="2638711"/>
                </a:lnTo>
                <a:cubicBezTo>
                  <a:pt x="1393698" y="2641949"/>
                  <a:pt x="1396270" y="2644521"/>
                  <a:pt x="1399508" y="2644521"/>
                </a:cubicBezTo>
                <a:lnTo>
                  <a:pt x="1413129" y="2644521"/>
                </a:lnTo>
                <a:cubicBezTo>
                  <a:pt x="1416368" y="2644521"/>
                  <a:pt x="1418939" y="2641949"/>
                  <a:pt x="1418939" y="2638711"/>
                </a:cubicBezTo>
                <a:lnTo>
                  <a:pt x="1418939" y="2625090"/>
                </a:lnTo>
                <a:cubicBezTo>
                  <a:pt x="1418939" y="2621852"/>
                  <a:pt x="1416368" y="2619280"/>
                  <a:pt x="1413129" y="2619280"/>
                </a:cubicBezTo>
                <a:lnTo>
                  <a:pt x="1399508" y="2619280"/>
                </a:lnTo>
                <a:cubicBezTo>
                  <a:pt x="1396270" y="2619280"/>
                  <a:pt x="1393698" y="2621852"/>
                  <a:pt x="1393698" y="2625090"/>
                </a:cubicBezTo>
                <a:lnTo>
                  <a:pt x="1393698" y="2630615"/>
                </a:lnTo>
                <a:lnTo>
                  <a:pt x="1372076" y="2630615"/>
                </a:lnTo>
                <a:lnTo>
                  <a:pt x="1265587" y="2717387"/>
                </a:lnTo>
                <a:lnTo>
                  <a:pt x="1238250" y="2717197"/>
                </a:lnTo>
                <a:lnTo>
                  <a:pt x="1114235" y="2816733"/>
                </a:lnTo>
                <a:lnTo>
                  <a:pt x="970217" y="2816543"/>
                </a:lnTo>
                <a:lnTo>
                  <a:pt x="970217" y="2798064"/>
                </a:lnTo>
                <a:lnTo>
                  <a:pt x="1076135" y="2797778"/>
                </a:lnTo>
                <a:lnTo>
                  <a:pt x="1076992" y="2797778"/>
                </a:lnTo>
                <a:lnTo>
                  <a:pt x="1228535" y="2677001"/>
                </a:lnTo>
                <a:lnTo>
                  <a:pt x="1255871" y="2677192"/>
                </a:lnTo>
                <a:lnTo>
                  <a:pt x="1353693" y="2595563"/>
                </a:lnTo>
                <a:lnTo>
                  <a:pt x="1365409" y="2595563"/>
                </a:lnTo>
                <a:cubicBezTo>
                  <a:pt x="1366266" y="2600420"/>
                  <a:pt x="1369505" y="2604802"/>
                  <a:pt x="1374457" y="2606707"/>
                </a:cubicBezTo>
                <a:cubicBezTo>
                  <a:pt x="1376172" y="2607374"/>
                  <a:pt x="1377982" y="2607659"/>
                  <a:pt x="1379696" y="2607659"/>
                </a:cubicBezTo>
                <a:cubicBezTo>
                  <a:pt x="1385507" y="2607659"/>
                  <a:pt x="1391031" y="2604135"/>
                  <a:pt x="1393317" y="2598420"/>
                </a:cubicBezTo>
                <a:cubicBezTo>
                  <a:pt x="1394746" y="2594801"/>
                  <a:pt x="1394651" y="2590895"/>
                  <a:pt x="1393031" y="2587276"/>
                </a:cubicBezTo>
                <a:cubicBezTo>
                  <a:pt x="1391507" y="2583752"/>
                  <a:pt x="1388650" y="2580989"/>
                  <a:pt x="1385030" y="2579561"/>
                </a:cubicBezTo>
                <a:cubicBezTo>
                  <a:pt x="1377601" y="2576608"/>
                  <a:pt x="1369124" y="2580323"/>
                  <a:pt x="1366171" y="2587847"/>
                </a:cubicBezTo>
                <a:cubicBezTo>
                  <a:pt x="1365790" y="2588800"/>
                  <a:pt x="1365504" y="2589752"/>
                  <a:pt x="1365409" y="2590705"/>
                </a:cubicBezTo>
                <a:lnTo>
                  <a:pt x="1351978" y="2590705"/>
                </a:lnTo>
                <a:lnTo>
                  <a:pt x="1254157" y="2672334"/>
                </a:lnTo>
                <a:lnTo>
                  <a:pt x="1226915" y="2672334"/>
                </a:lnTo>
                <a:cubicBezTo>
                  <a:pt x="1226915" y="2672334"/>
                  <a:pt x="1075373" y="2793016"/>
                  <a:pt x="1075373" y="2793016"/>
                </a:cubicBezTo>
                <a:lnTo>
                  <a:pt x="968883" y="2793302"/>
                </a:lnTo>
                <a:cubicBezTo>
                  <a:pt x="967740" y="2791778"/>
                  <a:pt x="966026" y="2790825"/>
                  <a:pt x="963930" y="2790825"/>
                </a:cubicBezTo>
                <a:lnTo>
                  <a:pt x="843534" y="2790825"/>
                </a:lnTo>
                <a:cubicBezTo>
                  <a:pt x="840010" y="2790825"/>
                  <a:pt x="837152" y="2793683"/>
                  <a:pt x="837152" y="2797207"/>
                </a:cubicBezTo>
                <a:lnTo>
                  <a:pt x="837152" y="2806542"/>
                </a:lnTo>
                <a:lnTo>
                  <a:pt x="837152" y="2804255"/>
                </a:lnTo>
                <a:cubicBezTo>
                  <a:pt x="837152" y="2804255"/>
                  <a:pt x="779526" y="2804541"/>
                  <a:pt x="779526" y="2804541"/>
                </a:cubicBezTo>
                <a:lnTo>
                  <a:pt x="728758" y="2858548"/>
                </a:lnTo>
                <a:lnTo>
                  <a:pt x="612172" y="2857214"/>
                </a:lnTo>
                <a:cubicBezTo>
                  <a:pt x="612458" y="2856357"/>
                  <a:pt x="612743" y="2855500"/>
                  <a:pt x="612743" y="2854547"/>
                </a:cubicBezTo>
                <a:cubicBezTo>
                  <a:pt x="612743" y="2851976"/>
                  <a:pt x="611886" y="2849499"/>
                  <a:pt x="610076" y="2847689"/>
                </a:cubicBezTo>
                <a:lnTo>
                  <a:pt x="594741" y="2831687"/>
                </a:lnTo>
                <a:cubicBezTo>
                  <a:pt x="592931" y="2829782"/>
                  <a:pt x="590550" y="2828735"/>
                  <a:pt x="587978" y="2828735"/>
                </a:cubicBezTo>
                <a:cubicBezTo>
                  <a:pt x="586931" y="2828639"/>
                  <a:pt x="585788" y="2828735"/>
                  <a:pt x="584740" y="2829211"/>
                </a:cubicBezTo>
                <a:lnTo>
                  <a:pt x="587693" y="2805684"/>
                </a:lnTo>
                <a:lnTo>
                  <a:pt x="531209" y="2746629"/>
                </a:lnTo>
                <a:lnTo>
                  <a:pt x="530828" y="2746248"/>
                </a:lnTo>
                <a:lnTo>
                  <a:pt x="499682" y="2746248"/>
                </a:lnTo>
                <a:cubicBezTo>
                  <a:pt x="499682" y="2746248"/>
                  <a:pt x="442341" y="2686336"/>
                  <a:pt x="442341" y="2686336"/>
                </a:cubicBezTo>
                <a:cubicBezTo>
                  <a:pt x="442722" y="2685669"/>
                  <a:pt x="443008" y="2685002"/>
                  <a:pt x="443008" y="2684145"/>
                </a:cubicBezTo>
                <a:lnTo>
                  <a:pt x="443294" y="2669381"/>
                </a:lnTo>
                <a:cubicBezTo>
                  <a:pt x="443294" y="2666905"/>
                  <a:pt x="441389" y="2664809"/>
                  <a:pt x="438817" y="2664714"/>
                </a:cubicBezTo>
                <a:lnTo>
                  <a:pt x="434245" y="2664714"/>
                </a:lnTo>
                <a:cubicBezTo>
                  <a:pt x="434245" y="2664714"/>
                  <a:pt x="434054" y="2635758"/>
                  <a:pt x="434054" y="2635758"/>
                </a:cubicBezTo>
                <a:lnTo>
                  <a:pt x="479870" y="2592515"/>
                </a:lnTo>
                <a:cubicBezTo>
                  <a:pt x="480632" y="2593086"/>
                  <a:pt x="481394" y="2593753"/>
                  <a:pt x="482346" y="2594134"/>
                </a:cubicBezTo>
                <a:close/>
                <a:moveTo>
                  <a:pt x="501015" y="2332196"/>
                </a:moveTo>
                <a:cubicBezTo>
                  <a:pt x="499491" y="2336292"/>
                  <a:pt x="495014" y="2338483"/>
                  <a:pt x="490823" y="2337054"/>
                </a:cubicBezTo>
                <a:cubicBezTo>
                  <a:pt x="486728" y="2335625"/>
                  <a:pt x="484537" y="2331053"/>
                  <a:pt x="485965" y="2326862"/>
                </a:cubicBezTo>
                <a:cubicBezTo>
                  <a:pt x="487109" y="2323624"/>
                  <a:pt x="490252" y="2321528"/>
                  <a:pt x="493490" y="2321528"/>
                </a:cubicBezTo>
                <a:cubicBezTo>
                  <a:pt x="494348" y="2321528"/>
                  <a:pt x="495300" y="2321719"/>
                  <a:pt x="496157" y="2322005"/>
                </a:cubicBezTo>
                <a:cubicBezTo>
                  <a:pt x="500253" y="2323433"/>
                  <a:pt x="502444" y="2328005"/>
                  <a:pt x="501015" y="2332196"/>
                </a:cubicBezTo>
                <a:close/>
                <a:moveTo>
                  <a:pt x="1398270" y="2625185"/>
                </a:moveTo>
                <a:cubicBezTo>
                  <a:pt x="1398270" y="2624614"/>
                  <a:pt x="1398746" y="2624138"/>
                  <a:pt x="1399318" y="2624138"/>
                </a:cubicBezTo>
                <a:lnTo>
                  <a:pt x="1412939" y="2624138"/>
                </a:lnTo>
                <a:cubicBezTo>
                  <a:pt x="1413510" y="2624138"/>
                  <a:pt x="1413986" y="2624614"/>
                  <a:pt x="1413986" y="2625185"/>
                </a:cubicBezTo>
                <a:lnTo>
                  <a:pt x="1413986" y="2638806"/>
                </a:lnTo>
                <a:cubicBezTo>
                  <a:pt x="1413986" y="2639378"/>
                  <a:pt x="1413510" y="2639854"/>
                  <a:pt x="1412939" y="2639854"/>
                </a:cubicBezTo>
                <a:lnTo>
                  <a:pt x="1399318" y="2639854"/>
                </a:lnTo>
                <a:cubicBezTo>
                  <a:pt x="1398746" y="2639854"/>
                  <a:pt x="1398270" y="2639378"/>
                  <a:pt x="1398270" y="2638806"/>
                </a:cubicBezTo>
                <a:lnTo>
                  <a:pt x="1398270" y="2625185"/>
                </a:lnTo>
                <a:close/>
                <a:moveTo>
                  <a:pt x="1370362" y="2589752"/>
                </a:moveTo>
                <a:cubicBezTo>
                  <a:pt x="1371886" y="2585847"/>
                  <a:pt x="1375601" y="2583561"/>
                  <a:pt x="1379506" y="2583561"/>
                </a:cubicBezTo>
                <a:cubicBezTo>
                  <a:pt x="1380649" y="2583561"/>
                  <a:pt x="1381887" y="2583752"/>
                  <a:pt x="1383030" y="2584228"/>
                </a:cubicBezTo>
                <a:cubicBezTo>
                  <a:pt x="1385507" y="2585180"/>
                  <a:pt x="1387412" y="2586990"/>
                  <a:pt x="1388459" y="2589371"/>
                </a:cubicBezTo>
                <a:cubicBezTo>
                  <a:pt x="1389507" y="2591753"/>
                  <a:pt x="1389602" y="2594420"/>
                  <a:pt x="1388650" y="2596896"/>
                </a:cubicBezTo>
                <a:cubicBezTo>
                  <a:pt x="1386650" y="2601944"/>
                  <a:pt x="1381030" y="2604421"/>
                  <a:pt x="1375982" y="2602421"/>
                </a:cubicBezTo>
                <a:cubicBezTo>
                  <a:pt x="1370933" y="2600420"/>
                  <a:pt x="1368457" y="2594801"/>
                  <a:pt x="1370362" y="2589752"/>
                </a:cubicBezTo>
                <a:close/>
                <a:moveTo>
                  <a:pt x="933260" y="2793492"/>
                </a:moveTo>
                <a:lnTo>
                  <a:pt x="939737" y="2793492"/>
                </a:lnTo>
                <a:lnTo>
                  <a:pt x="939737" y="2823686"/>
                </a:lnTo>
                <a:lnTo>
                  <a:pt x="933260" y="2823686"/>
                </a:lnTo>
                <a:lnTo>
                  <a:pt x="933260" y="2793492"/>
                </a:lnTo>
                <a:close/>
                <a:moveTo>
                  <a:pt x="900303" y="2793492"/>
                </a:moveTo>
                <a:lnTo>
                  <a:pt x="906780" y="2793492"/>
                </a:lnTo>
                <a:lnTo>
                  <a:pt x="906780" y="2823686"/>
                </a:lnTo>
                <a:lnTo>
                  <a:pt x="900303" y="2823686"/>
                </a:lnTo>
                <a:lnTo>
                  <a:pt x="900303" y="2793492"/>
                </a:lnTo>
                <a:close/>
                <a:moveTo>
                  <a:pt x="870680" y="2793492"/>
                </a:moveTo>
                <a:lnTo>
                  <a:pt x="877157" y="2793492"/>
                </a:lnTo>
                <a:lnTo>
                  <a:pt x="877157" y="2823686"/>
                </a:lnTo>
                <a:lnTo>
                  <a:pt x="870680" y="2823686"/>
                </a:lnTo>
                <a:lnTo>
                  <a:pt x="870680" y="2793492"/>
                </a:lnTo>
                <a:close/>
                <a:moveTo>
                  <a:pt x="606457" y="2851023"/>
                </a:moveTo>
                <a:cubicBezTo>
                  <a:pt x="607314" y="2851976"/>
                  <a:pt x="607790" y="2853214"/>
                  <a:pt x="607790" y="2854452"/>
                </a:cubicBezTo>
                <a:cubicBezTo>
                  <a:pt x="607790" y="2855786"/>
                  <a:pt x="607219" y="2856929"/>
                  <a:pt x="606266" y="2857881"/>
                </a:cubicBezTo>
                <a:lnTo>
                  <a:pt x="603885" y="2860167"/>
                </a:lnTo>
                <a:cubicBezTo>
                  <a:pt x="602933" y="2861024"/>
                  <a:pt x="601694" y="2861501"/>
                  <a:pt x="600456" y="2861501"/>
                </a:cubicBezTo>
                <a:cubicBezTo>
                  <a:pt x="599123" y="2861501"/>
                  <a:pt x="597980" y="2860929"/>
                  <a:pt x="597027" y="2859977"/>
                </a:cubicBezTo>
                <a:lnTo>
                  <a:pt x="596551" y="2859500"/>
                </a:lnTo>
                <a:lnTo>
                  <a:pt x="605981" y="2850547"/>
                </a:lnTo>
                <a:lnTo>
                  <a:pt x="606457" y="2851023"/>
                </a:lnTo>
                <a:close/>
                <a:moveTo>
                  <a:pt x="602552" y="2846927"/>
                </a:moveTo>
                <a:lnTo>
                  <a:pt x="593122" y="2855881"/>
                </a:lnTo>
                <a:lnTo>
                  <a:pt x="584835" y="2847213"/>
                </a:lnTo>
                <a:lnTo>
                  <a:pt x="594265" y="2838260"/>
                </a:lnTo>
                <a:lnTo>
                  <a:pt x="602552" y="2846927"/>
                </a:lnTo>
                <a:close/>
                <a:moveTo>
                  <a:pt x="587693" y="2833497"/>
                </a:moveTo>
                <a:lnTo>
                  <a:pt x="587788" y="2833497"/>
                </a:lnTo>
                <a:cubicBezTo>
                  <a:pt x="588740" y="2833497"/>
                  <a:pt x="589598" y="2833878"/>
                  <a:pt x="590360" y="2834450"/>
                </a:cubicBezTo>
                <a:lnTo>
                  <a:pt x="581216" y="2843117"/>
                </a:lnTo>
                <a:cubicBezTo>
                  <a:pt x="580739" y="2842355"/>
                  <a:pt x="580454" y="2841498"/>
                  <a:pt x="580454" y="2840546"/>
                </a:cubicBezTo>
                <a:cubicBezTo>
                  <a:pt x="580454" y="2839212"/>
                  <a:pt x="581025" y="2838069"/>
                  <a:pt x="581978" y="2837117"/>
                </a:cubicBezTo>
                <a:lnTo>
                  <a:pt x="584359" y="2834830"/>
                </a:lnTo>
                <a:cubicBezTo>
                  <a:pt x="585311" y="2833973"/>
                  <a:pt x="586454" y="2833497"/>
                  <a:pt x="587693" y="2833497"/>
                </a:cubicBezTo>
                <a:close/>
                <a:moveTo>
                  <a:pt x="479965" y="2579370"/>
                </a:moveTo>
                <a:cubicBezTo>
                  <a:pt x="481584" y="2575274"/>
                  <a:pt x="486251" y="2573369"/>
                  <a:pt x="490347" y="2574988"/>
                </a:cubicBezTo>
                <a:cubicBezTo>
                  <a:pt x="492347" y="2575751"/>
                  <a:pt x="493871" y="2577275"/>
                  <a:pt x="494633" y="2579275"/>
                </a:cubicBezTo>
                <a:cubicBezTo>
                  <a:pt x="495490" y="2581275"/>
                  <a:pt x="495490" y="2583371"/>
                  <a:pt x="494633" y="2585371"/>
                </a:cubicBezTo>
                <a:cubicBezTo>
                  <a:pt x="493871" y="2587371"/>
                  <a:pt x="492347" y="2588895"/>
                  <a:pt x="490347" y="2589752"/>
                </a:cubicBezTo>
                <a:cubicBezTo>
                  <a:pt x="488347" y="2590610"/>
                  <a:pt x="486251" y="2590610"/>
                  <a:pt x="484251" y="2589752"/>
                </a:cubicBezTo>
                <a:cubicBezTo>
                  <a:pt x="482251" y="2588990"/>
                  <a:pt x="480727" y="2587467"/>
                  <a:pt x="479965" y="2585466"/>
                </a:cubicBezTo>
                <a:cubicBezTo>
                  <a:pt x="479108" y="2583466"/>
                  <a:pt x="479108" y="2581370"/>
                  <a:pt x="479965" y="2579370"/>
                </a:cubicBezTo>
                <a:close/>
                <a:moveTo>
                  <a:pt x="2463927" y="4364451"/>
                </a:moveTo>
                <a:lnTo>
                  <a:pt x="2463927" y="4374833"/>
                </a:lnTo>
                <a:cubicBezTo>
                  <a:pt x="2463927" y="4378167"/>
                  <a:pt x="2466689" y="4380929"/>
                  <a:pt x="2470023" y="4380929"/>
                </a:cubicBezTo>
                <a:lnTo>
                  <a:pt x="2480405" y="4380929"/>
                </a:lnTo>
                <a:cubicBezTo>
                  <a:pt x="2483739" y="4380929"/>
                  <a:pt x="2486501" y="4378167"/>
                  <a:pt x="2486501" y="4374833"/>
                </a:cubicBezTo>
                <a:lnTo>
                  <a:pt x="2486501" y="4364451"/>
                </a:lnTo>
                <a:cubicBezTo>
                  <a:pt x="2486501" y="4361117"/>
                  <a:pt x="2483739" y="4358354"/>
                  <a:pt x="2480405" y="4358354"/>
                </a:cubicBezTo>
                <a:lnTo>
                  <a:pt x="2470023" y="4358354"/>
                </a:lnTo>
                <a:cubicBezTo>
                  <a:pt x="2469166" y="4358354"/>
                  <a:pt x="2468309" y="4358545"/>
                  <a:pt x="2467547" y="4358926"/>
                </a:cubicBezTo>
                <a:lnTo>
                  <a:pt x="2390299" y="4284155"/>
                </a:lnTo>
                <a:lnTo>
                  <a:pt x="2342007" y="4284155"/>
                </a:lnTo>
                <a:cubicBezTo>
                  <a:pt x="2340864" y="4279106"/>
                  <a:pt x="2336578" y="4275296"/>
                  <a:pt x="2331244" y="4275296"/>
                </a:cubicBezTo>
                <a:cubicBezTo>
                  <a:pt x="2325053" y="4275296"/>
                  <a:pt x="2320004" y="4280345"/>
                  <a:pt x="2320004" y="4286536"/>
                </a:cubicBezTo>
                <a:cubicBezTo>
                  <a:pt x="2320004" y="4292727"/>
                  <a:pt x="2325053" y="4297776"/>
                  <a:pt x="2331244" y="4297776"/>
                </a:cubicBezTo>
                <a:cubicBezTo>
                  <a:pt x="2336578" y="4297776"/>
                  <a:pt x="2340864" y="4293965"/>
                  <a:pt x="2342007" y="4288917"/>
                </a:cubicBezTo>
                <a:lnTo>
                  <a:pt x="2388394" y="4288917"/>
                </a:lnTo>
                <a:cubicBezTo>
                  <a:pt x="2388394" y="4288917"/>
                  <a:pt x="2464403" y="4362450"/>
                  <a:pt x="2464403" y="4362450"/>
                </a:cubicBezTo>
                <a:cubicBezTo>
                  <a:pt x="2464213" y="4363117"/>
                  <a:pt x="2464022" y="4363688"/>
                  <a:pt x="2464022" y="4364451"/>
                </a:cubicBezTo>
                <a:close/>
                <a:moveTo>
                  <a:pt x="2468690" y="4364451"/>
                </a:moveTo>
                <a:cubicBezTo>
                  <a:pt x="2468690" y="4363688"/>
                  <a:pt x="2469261" y="4363117"/>
                  <a:pt x="2470023" y="4363117"/>
                </a:cubicBezTo>
                <a:lnTo>
                  <a:pt x="2480405" y="4363117"/>
                </a:lnTo>
                <a:cubicBezTo>
                  <a:pt x="2481167" y="4363117"/>
                  <a:pt x="2481739" y="4363688"/>
                  <a:pt x="2481739" y="4364451"/>
                </a:cubicBezTo>
                <a:lnTo>
                  <a:pt x="2481739" y="4374833"/>
                </a:lnTo>
                <a:cubicBezTo>
                  <a:pt x="2481739" y="4375595"/>
                  <a:pt x="2481167" y="4376166"/>
                  <a:pt x="2480405" y="4376166"/>
                </a:cubicBezTo>
                <a:lnTo>
                  <a:pt x="2470023" y="4376166"/>
                </a:lnTo>
                <a:cubicBezTo>
                  <a:pt x="2469261" y="4376166"/>
                  <a:pt x="2468690" y="4375595"/>
                  <a:pt x="2468690" y="4374833"/>
                </a:cubicBezTo>
                <a:lnTo>
                  <a:pt x="2468690" y="4364451"/>
                </a:lnTo>
                <a:close/>
                <a:moveTo>
                  <a:pt x="2331149" y="4293013"/>
                </a:moveTo>
                <a:cubicBezTo>
                  <a:pt x="2327529" y="4293013"/>
                  <a:pt x="2324672" y="4290060"/>
                  <a:pt x="2324672" y="4286536"/>
                </a:cubicBezTo>
                <a:cubicBezTo>
                  <a:pt x="2324672" y="4283012"/>
                  <a:pt x="2327624" y="4280059"/>
                  <a:pt x="2331149" y="4280059"/>
                </a:cubicBezTo>
                <a:cubicBezTo>
                  <a:pt x="2334673" y="4280059"/>
                  <a:pt x="2337626" y="4283012"/>
                  <a:pt x="2337626" y="4286536"/>
                </a:cubicBezTo>
                <a:cubicBezTo>
                  <a:pt x="2337626" y="4290060"/>
                  <a:pt x="2334673" y="4293013"/>
                  <a:pt x="2331149" y="4293013"/>
                </a:cubicBezTo>
                <a:close/>
                <a:moveTo>
                  <a:pt x="2596420" y="260033"/>
                </a:moveTo>
                <a:cubicBezTo>
                  <a:pt x="2596420" y="255556"/>
                  <a:pt x="2600135" y="251936"/>
                  <a:pt x="2604611" y="251936"/>
                </a:cubicBezTo>
                <a:cubicBezTo>
                  <a:pt x="2609088" y="251936"/>
                  <a:pt x="2612708" y="255651"/>
                  <a:pt x="2612708" y="260128"/>
                </a:cubicBezTo>
                <a:cubicBezTo>
                  <a:pt x="2612708" y="264605"/>
                  <a:pt x="2608993" y="268224"/>
                  <a:pt x="2604516" y="268224"/>
                </a:cubicBezTo>
                <a:cubicBezTo>
                  <a:pt x="2600039" y="268224"/>
                  <a:pt x="2596420" y="264509"/>
                  <a:pt x="2596420" y="260033"/>
                </a:cubicBezTo>
                <a:close/>
                <a:moveTo>
                  <a:pt x="551498" y="2268093"/>
                </a:moveTo>
                <a:lnTo>
                  <a:pt x="545306" y="2274475"/>
                </a:lnTo>
                <a:lnTo>
                  <a:pt x="541877" y="2271141"/>
                </a:lnTo>
                <a:lnTo>
                  <a:pt x="548069" y="2264759"/>
                </a:lnTo>
                <a:lnTo>
                  <a:pt x="551498" y="2268093"/>
                </a:lnTo>
                <a:close/>
                <a:moveTo>
                  <a:pt x="2566321" y="226505"/>
                </a:moveTo>
                <a:cubicBezTo>
                  <a:pt x="2568893" y="226505"/>
                  <a:pt x="2571274" y="225552"/>
                  <a:pt x="2573179" y="223742"/>
                </a:cubicBezTo>
                <a:cubicBezTo>
                  <a:pt x="2574988" y="221933"/>
                  <a:pt x="2576036" y="219456"/>
                  <a:pt x="2576132" y="216884"/>
                </a:cubicBezTo>
                <a:cubicBezTo>
                  <a:pt x="2576132" y="214313"/>
                  <a:pt x="2575179" y="211836"/>
                  <a:pt x="2573369" y="209931"/>
                </a:cubicBezTo>
                <a:cubicBezTo>
                  <a:pt x="2571560" y="208121"/>
                  <a:pt x="2569083" y="207074"/>
                  <a:pt x="2566511" y="206978"/>
                </a:cubicBezTo>
                <a:lnTo>
                  <a:pt x="2566511" y="206978"/>
                </a:lnTo>
                <a:cubicBezTo>
                  <a:pt x="2561177" y="206978"/>
                  <a:pt x="2556796" y="211265"/>
                  <a:pt x="2556796" y="216599"/>
                </a:cubicBezTo>
                <a:cubicBezTo>
                  <a:pt x="2556796" y="219170"/>
                  <a:pt x="2557748" y="221647"/>
                  <a:pt x="2559558" y="223552"/>
                </a:cubicBezTo>
                <a:cubicBezTo>
                  <a:pt x="2561368" y="225362"/>
                  <a:pt x="2563844" y="226409"/>
                  <a:pt x="2566416" y="226505"/>
                </a:cubicBezTo>
                <a:lnTo>
                  <a:pt x="2566416" y="226505"/>
                </a:lnTo>
                <a:close/>
                <a:moveTo>
                  <a:pt x="2561368" y="216694"/>
                </a:moveTo>
                <a:cubicBezTo>
                  <a:pt x="2561368" y="213932"/>
                  <a:pt x="2563654" y="211741"/>
                  <a:pt x="2566321" y="211741"/>
                </a:cubicBezTo>
                <a:cubicBezTo>
                  <a:pt x="2567369" y="211741"/>
                  <a:pt x="2568893" y="212312"/>
                  <a:pt x="2569845" y="213265"/>
                </a:cubicBezTo>
                <a:cubicBezTo>
                  <a:pt x="2570798" y="214217"/>
                  <a:pt x="2571274" y="215456"/>
                  <a:pt x="2571274" y="216789"/>
                </a:cubicBezTo>
                <a:cubicBezTo>
                  <a:pt x="2571274" y="218123"/>
                  <a:pt x="2570702" y="219361"/>
                  <a:pt x="2569750" y="220313"/>
                </a:cubicBezTo>
                <a:cubicBezTo>
                  <a:pt x="2568797" y="221266"/>
                  <a:pt x="2567559" y="221742"/>
                  <a:pt x="2566226" y="221742"/>
                </a:cubicBezTo>
                <a:lnTo>
                  <a:pt x="2566226" y="221742"/>
                </a:lnTo>
                <a:cubicBezTo>
                  <a:pt x="2564892" y="221742"/>
                  <a:pt x="2563654" y="221170"/>
                  <a:pt x="2562701" y="220218"/>
                </a:cubicBezTo>
                <a:cubicBezTo>
                  <a:pt x="2561749" y="219266"/>
                  <a:pt x="2561273" y="218027"/>
                  <a:pt x="2561273" y="216694"/>
                </a:cubicBezTo>
                <a:close/>
                <a:moveTo>
                  <a:pt x="2574417" y="174403"/>
                </a:moveTo>
                <a:cubicBezTo>
                  <a:pt x="2574417" y="178022"/>
                  <a:pt x="2571369" y="180880"/>
                  <a:pt x="2567750" y="180880"/>
                </a:cubicBezTo>
                <a:cubicBezTo>
                  <a:pt x="2564130" y="180880"/>
                  <a:pt x="2561273" y="177832"/>
                  <a:pt x="2561273" y="174212"/>
                </a:cubicBezTo>
                <a:cubicBezTo>
                  <a:pt x="2561273" y="170593"/>
                  <a:pt x="2564321" y="167735"/>
                  <a:pt x="2567940" y="167735"/>
                </a:cubicBezTo>
                <a:cubicBezTo>
                  <a:pt x="2571560" y="167735"/>
                  <a:pt x="2574417" y="170783"/>
                  <a:pt x="2574417" y="174403"/>
                </a:cubicBezTo>
                <a:close/>
                <a:moveTo>
                  <a:pt x="2573750" y="259937"/>
                </a:moveTo>
                <a:cubicBezTo>
                  <a:pt x="2573750" y="255842"/>
                  <a:pt x="2577084" y="252603"/>
                  <a:pt x="2581180" y="252603"/>
                </a:cubicBezTo>
                <a:cubicBezTo>
                  <a:pt x="2585276" y="252603"/>
                  <a:pt x="2588514" y="255937"/>
                  <a:pt x="2588514" y="260033"/>
                </a:cubicBezTo>
                <a:cubicBezTo>
                  <a:pt x="2588514" y="264128"/>
                  <a:pt x="2585180" y="267367"/>
                  <a:pt x="2581085" y="267367"/>
                </a:cubicBezTo>
                <a:cubicBezTo>
                  <a:pt x="2576989" y="267367"/>
                  <a:pt x="2573750" y="264033"/>
                  <a:pt x="2573750" y="259937"/>
                </a:cubicBezTo>
                <a:close/>
                <a:moveTo>
                  <a:pt x="2566416" y="121730"/>
                </a:moveTo>
                <a:lnTo>
                  <a:pt x="2566416" y="121730"/>
                </a:lnTo>
                <a:cubicBezTo>
                  <a:pt x="2561082" y="121730"/>
                  <a:pt x="2556701" y="126016"/>
                  <a:pt x="2556701" y="131350"/>
                </a:cubicBezTo>
                <a:cubicBezTo>
                  <a:pt x="2556701" y="133922"/>
                  <a:pt x="2557653" y="136398"/>
                  <a:pt x="2559463" y="138208"/>
                </a:cubicBezTo>
                <a:cubicBezTo>
                  <a:pt x="2561273" y="140018"/>
                  <a:pt x="2563749" y="141065"/>
                  <a:pt x="2566321" y="141161"/>
                </a:cubicBezTo>
                <a:lnTo>
                  <a:pt x="2566321" y="141161"/>
                </a:lnTo>
                <a:cubicBezTo>
                  <a:pt x="2568893" y="141161"/>
                  <a:pt x="2571274" y="140208"/>
                  <a:pt x="2573179" y="138398"/>
                </a:cubicBezTo>
                <a:cubicBezTo>
                  <a:pt x="2574988" y="136589"/>
                  <a:pt x="2576036" y="134112"/>
                  <a:pt x="2576132" y="131540"/>
                </a:cubicBezTo>
                <a:cubicBezTo>
                  <a:pt x="2576132" y="126206"/>
                  <a:pt x="2571845" y="121730"/>
                  <a:pt x="2566511" y="121730"/>
                </a:cubicBezTo>
                <a:close/>
                <a:moveTo>
                  <a:pt x="2569845" y="134969"/>
                </a:moveTo>
                <a:cubicBezTo>
                  <a:pt x="2568893" y="135922"/>
                  <a:pt x="2567654" y="136112"/>
                  <a:pt x="2566321" y="136398"/>
                </a:cubicBezTo>
                <a:cubicBezTo>
                  <a:pt x="2564987" y="136398"/>
                  <a:pt x="2563749" y="135827"/>
                  <a:pt x="2562797" y="134874"/>
                </a:cubicBezTo>
                <a:cubicBezTo>
                  <a:pt x="2561844" y="133922"/>
                  <a:pt x="2561368" y="132683"/>
                  <a:pt x="2561368" y="131350"/>
                </a:cubicBezTo>
                <a:cubicBezTo>
                  <a:pt x="2561368" y="128588"/>
                  <a:pt x="2563654" y="126397"/>
                  <a:pt x="2566321" y="126397"/>
                </a:cubicBezTo>
                <a:cubicBezTo>
                  <a:pt x="2567369" y="126397"/>
                  <a:pt x="2568893" y="126968"/>
                  <a:pt x="2569845" y="127921"/>
                </a:cubicBezTo>
                <a:cubicBezTo>
                  <a:pt x="2570798" y="128873"/>
                  <a:pt x="2571274" y="130112"/>
                  <a:pt x="2571274" y="131445"/>
                </a:cubicBezTo>
                <a:cubicBezTo>
                  <a:pt x="2571274" y="132779"/>
                  <a:pt x="2570702" y="134017"/>
                  <a:pt x="2569750" y="134969"/>
                </a:cubicBezTo>
                <a:close/>
                <a:moveTo>
                  <a:pt x="2927223" y="4176713"/>
                </a:moveTo>
                <a:lnTo>
                  <a:pt x="2927223" y="4089368"/>
                </a:lnTo>
                <a:cubicBezTo>
                  <a:pt x="2927223" y="4088511"/>
                  <a:pt x="2926937" y="4087654"/>
                  <a:pt x="2926366" y="4087082"/>
                </a:cubicBezTo>
                <a:lnTo>
                  <a:pt x="2901029" y="4057460"/>
                </a:lnTo>
                <a:cubicBezTo>
                  <a:pt x="2908268" y="4046125"/>
                  <a:pt x="2905601" y="4030885"/>
                  <a:pt x="2894648" y="4022788"/>
                </a:cubicBezTo>
                <a:cubicBezTo>
                  <a:pt x="2890171" y="4019455"/>
                  <a:pt x="2884837" y="4017740"/>
                  <a:pt x="2879408" y="4017740"/>
                </a:cubicBezTo>
                <a:cubicBezTo>
                  <a:pt x="2878074" y="4017740"/>
                  <a:pt x="2876741" y="4017836"/>
                  <a:pt x="2875407" y="4018026"/>
                </a:cubicBezTo>
                <a:cubicBezTo>
                  <a:pt x="2868549" y="4019074"/>
                  <a:pt x="2862548" y="4022693"/>
                  <a:pt x="2858453" y="4028313"/>
                </a:cubicBezTo>
                <a:cubicBezTo>
                  <a:pt x="2849975" y="4039838"/>
                  <a:pt x="2852547" y="4056031"/>
                  <a:pt x="2863977" y="4064413"/>
                </a:cubicBezTo>
                <a:cubicBezTo>
                  <a:pt x="2873978" y="4071747"/>
                  <a:pt x="2887409" y="4070795"/>
                  <a:pt x="2896362" y="4062984"/>
                </a:cubicBezTo>
                <a:lnTo>
                  <a:pt x="2919984" y="4090702"/>
                </a:lnTo>
                <a:lnTo>
                  <a:pt x="2919984" y="4176713"/>
                </a:lnTo>
                <a:lnTo>
                  <a:pt x="2927128" y="4176713"/>
                </a:lnTo>
                <a:close/>
                <a:moveTo>
                  <a:pt x="2896362" y="4056126"/>
                </a:moveTo>
                <a:cubicBezTo>
                  <a:pt x="2889504" y="4065461"/>
                  <a:pt x="2876264" y="4067556"/>
                  <a:pt x="2866835" y="4060698"/>
                </a:cubicBezTo>
                <a:cubicBezTo>
                  <a:pt x="2862263" y="4057364"/>
                  <a:pt x="2859310" y="4052507"/>
                  <a:pt x="2858453" y="4046887"/>
                </a:cubicBezTo>
                <a:cubicBezTo>
                  <a:pt x="2857595" y="4041362"/>
                  <a:pt x="2858929" y="4035743"/>
                  <a:pt x="2862263" y="4031171"/>
                </a:cubicBezTo>
                <a:cubicBezTo>
                  <a:pt x="2865596" y="4026599"/>
                  <a:pt x="2870454" y="4023646"/>
                  <a:pt x="2876074" y="4022788"/>
                </a:cubicBezTo>
                <a:cubicBezTo>
                  <a:pt x="2881598" y="4021931"/>
                  <a:pt x="2887218" y="4023265"/>
                  <a:pt x="2891790" y="4026599"/>
                </a:cubicBezTo>
                <a:cubicBezTo>
                  <a:pt x="2896362" y="4029932"/>
                  <a:pt x="2899315" y="4034790"/>
                  <a:pt x="2900172" y="4040410"/>
                </a:cubicBezTo>
                <a:cubicBezTo>
                  <a:pt x="2901029" y="4045934"/>
                  <a:pt x="2899696" y="4051554"/>
                  <a:pt x="2896362" y="4056126"/>
                </a:cubicBezTo>
                <a:close/>
                <a:moveTo>
                  <a:pt x="1128713" y="474059"/>
                </a:moveTo>
                <a:lnTo>
                  <a:pt x="1121569" y="474059"/>
                </a:lnTo>
                <a:lnTo>
                  <a:pt x="1121569" y="465582"/>
                </a:lnTo>
                <a:lnTo>
                  <a:pt x="1128713" y="465582"/>
                </a:lnTo>
                <a:lnTo>
                  <a:pt x="1128713" y="474059"/>
                </a:lnTo>
                <a:close/>
                <a:moveTo>
                  <a:pt x="2255615" y="4247484"/>
                </a:moveTo>
                <a:lnTo>
                  <a:pt x="2255615" y="4158996"/>
                </a:lnTo>
                <a:lnTo>
                  <a:pt x="2224850" y="4132231"/>
                </a:lnTo>
                <a:cubicBezTo>
                  <a:pt x="2223707" y="4132898"/>
                  <a:pt x="2222468" y="4133279"/>
                  <a:pt x="2221135" y="4133469"/>
                </a:cubicBezTo>
                <a:cubicBezTo>
                  <a:pt x="2215706" y="4134136"/>
                  <a:pt x="2210753" y="4130230"/>
                  <a:pt x="2210086" y="4124801"/>
                </a:cubicBezTo>
                <a:cubicBezTo>
                  <a:pt x="2209419" y="4119372"/>
                  <a:pt x="2213324" y="4114419"/>
                  <a:pt x="2218754" y="4113752"/>
                </a:cubicBezTo>
                <a:cubicBezTo>
                  <a:pt x="2224183" y="4113086"/>
                  <a:pt x="2229136" y="4116991"/>
                  <a:pt x="2229803" y="4122420"/>
                </a:cubicBezTo>
                <a:cubicBezTo>
                  <a:pt x="2230088" y="4124706"/>
                  <a:pt x="2229422" y="4126897"/>
                  <a:pt x="2228279" y="4128707"/>
                </a:cubicBezTo>
                <a:lnTo>
                  <a:pt x="2260473" y="4156424"/>
                </a:lnTo>
                <a:lnTo>
                  <a:pt x="2260473" y="4247388"/>
                </a:lnTo>
                <a:cubicBezTo>
                  <a:pt x="2265331" y="4248531"/>
                  <a:pt x="2268950" y="4252627"/>
                  <a:pt x="2268950" y="4257866"/>
                </a:cubicBezTo>
                <a:cubicBezTo>
                  <a:pt x="2268950" y="4263867"/>
                  <a:pt x="2264093" y="4268820"/>
                  <a:pt x="2257997" y="4268820"/>
                </a:cubicBezTo>
                <a:cubicBezTo>
                  <a:pt x="2251901" y="4268820"/>
                  <a:pt x="2247043" y="4263962"/>
                  <a:pt x="2247043" y="4257866"/>
                </a:cubicBezTo>
                <a:cubicBezTo>
                  <a:pt x="2247043" y="4252722"/>
                  <a:pt x="2250662" y="4248531"/>
                  <a:pt x="2255520" y="4247388"/>
                </a:cubicBezTo>
                <a:close/>
                <a:moveTo>
                  <a:pt x="125730" y="3720465"/>
                </a:moveTo>
                <a:cubicBezTo>
                  <a:pt x="125730" y="3716560"/>
                  <a:pt x="128873" y="3713417"/>
                  <a:pt x="132779" y="3713417"/>
                </a:cubicBezTo>
                <a:cubicBezTo>
                  <a:pt x="136684" y="3713417"/>
                  <a:pt x="139827" y="3716560"/>
                  <a:pt x="139827" y="3720465"/>
                </a:cubicBezTo>
                <a:cubicBezTo>
                  <a:pt x="139827" y="3724370"/>
                  <a:pt x="136684" y="3727513"/>
                  <a:pt x="132779" y="3727513"/>
                </a:cubicBezTo>
                <a:cubicBezTo>
                  <a:pt x="128873" y="3727513"/>
                  <a:pt x="125730" y="3724370"/>
                  <a:pt x="125730" y="3720465"/>
                </a:cubicBezTo>
                <a:close/>
                <a:moveTo>
                  <a:pt x="2384870" y="4518565"/>
                </a:moveTo>
                <a:cubicBezTo>
                  <a:pt x="2381726" y="4524756"/>
                  <a:pt x="2384298" y="4532376"/>
                  <a:pt x="2390489" y="4535520"/>
                </a:cubicBezTo>
                <a:cubicBezTo>
                  <a:pt x="2392299" y="4536377"/>
                  <a:pt x="2394204" y="4536853"/>
                  <a:pt x="2396109" y="4536853"/>
                </a:cubicBezTo>
                <a:cubicBezTo>
                  <a:pt x="2400776" y="4536853"/>
                  <a:pt x="2405253" y="4534281"/>
                  <a:pt x="2407444" y="4529900"/>
                </a:cubicBezTo>
                <a:cubicBezTo>
                  <a:pt x="2408968" y="4526852"/>
                  <a:pt x="2409158" y="4523423"/>
                  <a:pt x="2408111" y="4520279"/>
                </a:cubicBezTo>
                <a:cubicBezTo>
                  <a:pt x="2407063" y="4517136"/>
                  <a:pt x="2404777" y="4514469"/>
                  <a:pt x="2401729" y="4513040"/>
                </a:cubicBezTo>
                <a:cubicBezTo>
                  <a:pt x="2400681" y="4512564"/>
                  <a:pt x="2399538" y="4512374"/>
                  <a:pt x="2398490" y="4512183"/>
                </a:cubicBezTo>
                <a:lnTo>
                  <a:pt x="2398490" y="4418648"/>
                </a:lnTo>
                <a:lnTo>
                  <a:pt x="2331149" y="4353687"/>
                </a:lnTo>
                <a:lnTo>
                  <a:pt x="2302288" y="4353973"/>
                </a:lnTo>
                <a:cubicBezTo>
                  <a:pt x="2301240" y="4348829"/>
                  <a:pt x="2296954" y="4344829"/>
                  <a:pt x="2291525" y="4344829"/>
                </a:cubicBezTo>
                <a:cubicBezTo>
                  <a:pt x="2285333" y="4344829"/>
                  <a:pt x="2280285" y="4349877"/>
                  <a:pt x="2280285" y="4356069"/>
                </a:cubicBezTo>
                <a:cubicBezTo>
                  <a:pt x="2280285" y="4362260"/>
                  <a:pt x="2285333" y="4367308"/>
                  <a:pt x="2291525" y="4367308"/>
                </a:cubicBezTo>
                <a:cubicBezTo>
                  <a:pt x="2296763" y="4367308"/>
                  <a:pt x="2301050" y="4363593"/>
                  <a:pt x="2302193" y="4358736"/>
                </a:cubicBezTo>
                <a:lnTo>
                  <a:pt x="2329244" y="4358545"/>
                </a:lnTo>
                <a:lnTo>
                  <a:pt x="2393728" y="4420743"/>
                </a:lnTo>
                <a:lnTo>
                  <a:pt x="2393728" y="4512183"/>
                </a:lnTo>
                <a:cubicBezTo>
                  <a:pt x="2390013" y="4512945"/>
                  <a:pt x="2386584" y="4515136"/>
                  <a:pt x="2384774" y="4518755"/>
                </a:cubicBezTo>
                <a:close/>
                <a:moveTo>
                  <a:pt x="2291525" y="4362450"/>
                </a:moveTo>
                <a:cubicBezTo>
                  <a:pt x="2287905" y="4362450"/>
                  <a:pt x="2285048" y="4359497"/>
                  <a:pt x="2285048" y="4355973"/>
                </a:cubicBezTo>
                <a:cubicBezTo>
                  <a:pt x="2285048" y="4352449"/>
                  <a:pt x="2288000" y="4349496"/>
                  <a:pt x="2291525" y="4349496"/>
                </a:cubicBezTo>
                <a:cubicBezTo>
                  <a:pt x="2295049" y="4349496"/>
                  <a:pt x="2298002" y="4352449"/>
                  <a:pt x="2298002" y="4355973"/>
                </a:cubicBezTo>
                <a:cubicBezTo>
                  <a:pt x="2298002" y="4359497"/>
                  <a:pt x="2295049" y="4362450"/>
                  <a:pt x="2291525" y="4362450"/>
                </a:cubicBezTo>
                <a:close/>
                <a:moveTo>
                  <a:pt x="2396109" y="4516374"/>
                </a:moveTo>
                <a:cubicBezTo>
                  <a:pt x="2397347" y="4516374"/>
                  <a:pt x="2398490" y="4516660"/>
                  <a:pt x="2399633" y="4517231"/>
                </a:cubicBezTo>
                <a:cubicBezTo>
                  <a:pt x="2401538" y="4518184"/>
                  <a:pt x="2402872" y="4519803"/>
                  <a:pt x="2403539" y="4521804"/>
                </a:cubicBezTo>
                <a:cubicBezTo>
                  <a:pt x="2404205" y="4523804"/>
                  <a:pt x="2404015" y="4525899"/>
                  <a:pt x="2403158" y="4527804"/>
                </a:cubicBezTo>
                <a:cubicBezTo>
                  <a:pt x="2402205" y="4529709"/>
                  <a:pt x="2400586" y="4531043"/>
                  <a:pt x="2398586" y="4531710"/>
                </a:cubicBezTo>
                <a:cubicBezTo>
                  <a:pt x="2396585" y="4532376"/>
                  <a:pt x="2394490" y="4532186"/>
                  <a:pt x="2392585" y="4531329"/>
                </a:cubicBezTo>
                <a:cubicBezTo>
                  <a:pt x="2390680" y="4530376"/>
                  <a:pt x="2389346" y="4528757"/>
                  <a:pt x="2388680" y="4526756"/>
                </a:cubicBezTo>
                <a:cubicBezTo>
                  <a:pt x="2388013" y="4524756"/>
                  <a:pt x="2388203" y="4522661"/>
                  <a:pt x="2389061" y="4520756"/>
                </a:cubicBezTo>
                <a:cubicBezTo>
                  <a:pt x="2390013" y="4518851"/>
                  <a:pt x="2391632" y="4517517"/>
                  <a:pt x="2393633" y="4516851"/>
                </a:cubicBezTo>
                <a:cubicBezTo>
                  <a:pt x="2394490" y="4516565"/>
                  <a:pt x="2395252" y="4516470"/>
                  <a:pt x="2396109" y="4516470"/>
                </a:cubicBezTo>
                <a:close/>
                <a:moveTo>
                  <a:pt x="517017" y="1057466"/>
                </a:moveTo>
                <a:lnTo>
                  <a:pt x="529685" y="1057466"/>
                </a:lnTo>
                <a:cubicBezTo>
                  <a:pt x="532162" y="1057466"/>
                  <a:pt x="534162" y="1055465"/>
                  <a:pt x="534162" y="1052989"/>
                </a:cubicBezTo>
                <a:lnTo>
                  <a:pt x="534162" y="1040321"/>
                </a:lnTo>
                <a:cubicBezTo>
                  <a:pt x="534162" y="1037844"/>
                  <a:pt x="532162" y="1035844"/>
                  <a:pt x="529685" y="1035844"/>
                </a:cubicBezTo>
                <a:lnTo>
                  <a:pt x="517017" y="1035844"/>
                </a:lnTo>
                <a:cubicBezTo>
                  <a:pt x="514540" y="1035844"/>
                  <a:pt x="512540" y="1037844"/>
                  <a:pt x="512540" y="1040321"/>
                </a:cubicBezTo>
                <a:lnTo>
                  <a:pt x="512540" y="1046131"/>
                </a:lnTo>
                <a:lnTo>
                  <a:pt x="512540" y="1044226"/>
                </a:lnTo>
                <a:cubicBezTo>
                  <a:pt x="512540" y="1044226"/>
                  <a:pt x="489109" y="1044226"/>
                  <a:pt x="489109" y="1044226"/>
                </a:cubicBezTo>
                <a:lnTo>
                  <a:pt x="439388" y="1089660"/>
                </a:lnTo>
                <a:lnTo>
                  <a:pt x="270510" y="1089660"/>
                </a:lnTo>
                <a:cubicBezTo>
                  <a:pt x="270129" y="1087850"/>
                  <a:pt x="269462" y="1086041"/>
                  <a:pt x="268319" y="1084517"/>
                </a:cubicBezTo>
                <a:cubicBezTo>
                  <a:pt x="266319" y="1081850"/>
                  <a:pt x="263366" y="1080040"/>
                  <a:pt x="259937" y="1079564"/>
                </a:cubicBezTo>
                <a:cubicBezTo>
                  <a:pt x="252984" y="1078611"/>
                  <a:pt x="246602" y="1083374"/>
                  <a:pt x="245555" y="1090327"/>
                </a:cubicBezTo>
                <a:cubicBezTo>
                  <a:pt x="245078" y="1093661"/>
                  <a:pt x="245936" y="1096994"/>
                  <a:pt x="247936" y="1099757"/>
                </a:cubicBezTo>
                <a:cubicBezTo>
                  <a:pt x="249936" y="1102424"/>
                  <a:pt x="252889" y="1104233"/>
                  <a:pt x="256318" y="1104710"/>
                </a:cubicBezTo>
                <a:cubicBezTo>
                  <a:pt x="256889" y="1104710"/>
                  <a:pt x="257556" y="1104805"/>
                  <a:pt x="258128" y="1104805"/>
                </a:cubicBezTo>
                <a:cubicBezTo>
                  <a:pt x="260890" y="1104805"/>
                  <a:pt x="263462" y="1103948"/>
                  <a:pt x="265652" y="1102233"/>
                </a:cubicBezTo>
                <a:cubicBezTo>
                  <a:pt x="268224" y="1100328"/>
                  <a:pt x="269748" y="1097566"/>
                  <a:pt x="270415" y="1094518"/>
                </a:cubicBezTo>
                <a:lnTo>
                  <a:pt x="441103" y="1094518"/>
                </a:lnTo>
                <a:cubicBezTo>
                  <a:pt x="441103" y="1094518"/>
                  <a:pt x="490823" y="1048988"/>
                  <a:pt x="490823" y="1048988"/>
                </a:cubicBezTo>
                <a:lnTo>
                  <a:pt x="512445" y="1048988"/>
                </a:lnTo>
                <a:cubicBezTo>
                  <a:pt x="512445" y="1048988"/>
                  <a:pt x="512445" y="1052894"/>
                  <a:pt x="512445" y="1052894"/>
                </a:cubicBezTo>
                <a:cubicBezTo>
                  <a:pt x="512445" y="1055370"/>
                  <a:pt x="514445" y="1057370"/>
                  <a:pt x="516922" y="1057370"/>
                </a:cubicBezTo>
                <a:close/>
                <a:moveTo>
                  <a:pt x="262890" y="1098614"/>
                </a:moveTo>
                <a:cubicBezTo>
                  <a:pt x="261176" y="1099852"/>
                  <a:pt x="259080" y="1100423"/>
                  <a:pt x="257080" y="1100138"/>
                </a:cubicBezTo>
                <a:cubicBezTo>
                  <a:pt x="254984" y="1099852"/>
                  <a:pt x="253175" y="1098709"/>
                  <a:pt x="251841" y="1097090"/>
                </a:cubicBezTo>
                <a:cubicBezTo>
                  <a:pt x="250603" y="1095375"/>
                  <a:pt x="250031" y="1093280"/>
                  <a:pt x="250317" y="1091279"/>
                </a:cubicBezTo>
                <a:cubicBezTo>
                  <a:pt x="250603" y="1089184"/>
                  <a:pt x="251746" y="1087374"/>
                  <a:pt x="253365" y="1086041"/>
                </a:cubicBezTo>
                <a:cubicBezTo>
                  <a:pt x="254699" y="1084993"/>
                  <a:pt x="256413" y="1084421"/>
                  <a:pt x="258128" y="1084421"/>
                </a:cubicBezTo>
                <a:cubicBezTo>
                  <a:pt x="258508" y="1084421"/>
                  <a:pt x="258890" y="1084421"/>
                  <a:pt x="259270" y="1084421"/>
                </a:cubicBezTo>
                <a:cubicBezTo>
                  <a:pt x="261366" y="1084707"/>
                  <a:pt x="263176" y="1085850"/>
                  <a:pt x="264509" y="1087469"/>
                </a:cubicBezTo>
                <a:cubicBezTo>
                  <a:pt x="265748" y="1089184"/>
                  <a:pt x="266319" y="1091279"/>
                  <a:pt x="266033" y="1093280"/>
                </a:cubicBezTo>
                <a:cubicBezTo>
                  <a:pt x="265748" y="1095375"/>
                  <a:pt x="264605" y="1097185"/>
                  <a:pt x="262985" y="1098518"/>
                </a:cubicBezTo>
                <a:close/>
                <a:moveTo>
                  <a:pt x="1128713" y="490919"/>
                </a:moveTo>
                <a:lnTo>
                  <a:pt x="1121569" y="490919"/>
                </a:lnTo>
                <a:lnTo>
                  <a:pt x="1121569" y="482441"/>
                </a:lnTo>
                <a:lnTo>
                  <a:pt x="1128713" y="482441"/>
                </a:lnTo>
                <a:lnTo>
                  <a:pt x="1128713" y="490919"/>
                </a:lnTo>
                <a:close/>
                <a:moveTo>
                  <a:pt x="1128713" y="457200"/>
                </a:moveTo>
                <a:lnTo>
                  <a:pt x="1121569" y="457200"/>
                </a:lnTo>
                <a:lnTo>
                  <a:pt x="1121569" y="448723"/>
                </a:lnTo>
                <a:lnTo>
                  <a:pt x="1128713" y="448723"/>
                </a:lnTo>
                <a:lnTo>
                  <a:pt x="1128713" y="457200"/>
                </a:lnTo>
                <a:close/>
                <a:moveTo>
                  <a:pt x="576167" y="2242376"/>
                </a:moveTo>
                <a:lnTo>
                  <a:pt x="569976" y="2248757"/>
                </a:lnTo>
                <a:lnTo>
                  <a:pt x="566547" y="2245424"/>
                </a:lnTo>
                <a:lnTo>
                  <a:pt x="572738" y="2239042"/>
                </a:lnTo>
                <a:lnTo>
                  <a:pt x="576167" y="2242376"/>
                </a:lnTo>
                <a:close/>
                <a:moveTo>
                  <a:pt x="2743105" y="4699826"/>
                </a:moveTo>
                <a:lnTo>
                  <a:pt x="2631186" y="4699826"/>
                </a:lnTo>
                <a:lnTo>
                  <a:pt x="2612708" y="4714970"/>
                </a:lnTo>
                <a:lnTo>
                  <a:pt x="2544604" y="4714970"/>
                </a:lnTo>
                <a:lnTo>
                  <a:pt x="2516886" y="4688205"/>
                </a:lnTo>
                <a:lnTo>
                  <a:pt x="2516886" y="4459891"/>
                </a:lnTo>
                <a:lnTo>
                  <a:pt x="2521077" y="4459891"/>
                </a:lnTo>
                <a:cubicBezTo>
                  <a:pt x="2526221" y="4459891"/>
                  <a:pt x="2530412" y="4455700"/>
                  <a:pt x="2530412" y="4450556"/>
                </a:cubicBezTo>
                <a:lnTo>
                  <a:pt x="2530412" y="4437412"/>
                </a:lnTo>
                <a:cubicBezTo>
                  <a:pt x="2530412" y="4432269"/>
                  <a:pt x="2526221" y="4428078"/>
                  <a:pt x="2521077" y="4428078"/>
                </a:cubicBezTo>
                <a:lnTo>
                  <a:pt x="2516886" y="4428078"/>
                </a:lnTo>
                <a:lnTo>
                  <a:pt x="2516886" y="4346258"/>
                </a:lnTo>
                <a:lnTo>
                  <a:pt x="2378774" y="4214146"/>
                </a:lnTo>
                <a:lnTo>
                  <a:pt x="2333149" y="4214527"/>
                </a:lnTo>
                <a:cubicBezTo>
                  <a:pt x="2332196" y="4209288"/>
                  <a:pt x="2327815" y="4205288"/>
                  <a:pt x="2322290" y="4205288"/>
                </a:cubicBezTo>
                <a:cubicBezTo>
                  <a:pt x="2316099" y="4205288"/>
                  <a:pt x="2311051" y="4210336"/>
                  <a:pt x="2311051" y="4216527"/>
                </a:cubicBezTo>
                <a:cubicBezTo>
                  <a:pt x="2311051" y="4222719"/>
                  <a:pt x="2316099" y="4227767"/>
                  <a:pt x="2322290" y="4227767"/>
                </a:cubicBezTo>
                <a:cubicBezTo>
                  <a:pt x="2327529" y="4227767"/>
                  <a:pt x="2331720" y="4224147"/>
                  <a:pt x="2332958" y="4219289"/>
                </a:cubicBezTo>
                <a:lnTo>
                  <a:pt x="2376869" y="4218909"/>
                </a:lnTo>
                <a:lnTo>
                  <a:pt x="2512124" y="4348258"/>
                </a:lnTo>
                <a:lnTo>
                  <a:pt x="2512124" y="4427982"/>
                </a:lnTo>
                <a:lnTo>
                  <a:pt x="2507933" y="4427982"/>
                </a:lnTo>
                <a:cubicBezTo>
                  <a:pt x="2502789" y="4427982"/>
                  <a:pt x="2498598" y="4432173"/>
                  <a:pt x="2498598" y="4437317"/>
                </a:cubicBezTo>
                <a:lnTo>
                  <a:pt x="2498598" y="4450461"/>
                </a:lnTo>
                <a:cubicBezTo>
                  <a:pt x="2498598" y="4455605"/>
                  <a:pt x="2502789" y="4459796"/>
                  <a:pt x="2507933" y="4459796"/>
                </a:cubicBezTo>
                <a:lnTo>
                  <a:pt x="2512124" y="4459796"/>
                </a:lnTo>
                <a:lnTo>
                  <a:pt x="2512124" y="4690110"/>
                </a:lnTo>
                <a:lnTo>
                  <a:pt x="2542699" y="4719638"/>
                </a:lnTo>
                <a:lnTo>
                  <a:pt x="2614517" y="4719638"/>
                </a:lnTo>
                <a:lnTo>
                  <a:pt x="2632996" y="4704493"/>
                </a:lnTo>
                <a:lnTo>
                  <a:pt x="2743200" y="4704493"/>
                </a:lnTo>
                <a:cubicBezTo>
                  <a:pt x="2744343" y="4710589"/>
                  <a:pt x="2749582" y="4715161"/>
                  <a:pt x="2755963" y="4715161"/>
                </a:cubicBezTo>
                <a:cubicBezTo>
                  <a:pt x="2763203" y="4715161"/>
                  <a:pt x="2769013" y="4709351"/>
                  <a:pt x="2769013" y="4702112"/>
                </a:cubicBezTo>
                <a:cubicBezTo>
                  <a:pt x="2769013" y="4694873"/>
                  <a:pt x="2763203" y="4689062"/>
                  <a:pt x="2755963" y="4689062"/>
                </a:cubicBezTo>
                <a:cubicBezTo>
                  <a:pt x="2749582" y="4689062"/>
                  <a:pt x="2744343" y="4693635"/>
                  <a:pt x="2743200" y="4699730"/>
                </a:cubicBezTo>
                <a:close/>
                <a:moveTo>
                  <a:pt x="2322290" y="4223004"/>
                </a:moveTo>
                <a:cubicBezTo>
                  <a:pt x="2318671" y="4223004"/>
                  <a:pt x="2315813" y="4220052"/>
                  <a:pt x="2315813" y="4216527"/>
                </a:cubicBezTo>
                <a:cubicBezTo>
                  <a:pt x="2315813" y="4213003"/>
                  <a:pt x="2318766" y="4210050"/>
                  <a:pt x="2322290" y="4210050"/>
                </a:cubicBezTo>
                <a:cubicBezTo>
                  <a:pt x="2325815" y="4210050"/>
                  <a:pt x="2328767" y="4213003"/>
                  <a:pt x="2328767" y="4216527"/>
                </a:cubicBezTo>
                <a:cubicBezTo>
                  <a:pt x="2328767" y="4220052"/>
                  <a:pt x="2325815" y="4223004"/>
                  <a:pt x="2322290" y="4223004"/>
                </a:cubicBezTo>
                <a:close/>
                <a:moveTo>
                  <a:pt x="2507933" y="4455033"/>
                </a:moveTo>
                <a:cubicBezTo>
                  <a:pt x="2505361" y="4455033"/>
                  <a:pt x="2503361" y="4452938"/>
                  <a:pt x="2503361" y="4450461"/>
                </a:cubicBezTo>
                <a:lnTo>
                  <a:pt x="2503361" y="4437317"/>
                </a:lnTo>
                <a:cubicBezTo>
                  <a:pt x="2503361" y="4434745"/>
                  <a:pt x="2505456" y="4432745"/>
                  <a:pt x="2507933" y="4432745"/>
                </a:cubicBezTo>
                <a:lnTo>
                  <a:pt x="2521077" y="4432745"/>
                </a:lnTo>
                <a:cubicBezTo>
                  <a:pt x="2523649" y="4432745"/>
                  <a:pt x="2525649" y="4434840"/>
                  <a:pt x="2525649" y="4437317"/>
                </a:cubicBezTo>
                <a:lnTo>
                  <a:pt x="2525649" y="4450461"/>
                </a:lnTo>
                <a:cubicBezTo>
                  <a:pt x="2525649" y="4453033"/>
                  <a:pt x="2523554" y="4455033"/>
                  <a:pt x="2521077" y="4455033"/>
                </a:cubicBezTo>
                <a:lnTo>
                  <a:pt x="2507933" y="4455033"/>
                </a:lnTo>
                <a:close/>
                <a:moveTo>
                  <a:pt x="71342" y="3780187"/>
                </a:moveTo>
                <a:lnTo>
                  <a:pt x="90392" y="3780187"/>
                </a:lnTo>
                <a:cubicBezTo>
                  <a:pt x="90392" y="3780187"/>
                  <a:pt x="90392" y="3784949"/>
                  <a:pt x="90392" y="3784949"/>
                </a:cubicBezTo>
                <a:lnTo>
                  <a:pt x="71342" y="3784949"/>
                </a:lnTo>
                <a:cubicBezTo>
                  <a:pt x="71342" y="3784949"/>
                  <a:pt x="71342" y="3780187"/>
                  <a:pt x="71342" y="3780187"/>
                </a:cubicBezTo>
                <a:close/>
                <a:moveTo>
                  <a:pt x="118682" y="3718084"/>
                </a:moveTo>
                <a:lnTo>
                  <a:pt x="109442" y="3718084"/>
                </a:lnTo>
                <a:lnTo>
                  <a:pt x="109442" y="3722846"/>
                </a:lnTo>
                <a:lnTo>
                  <a:pt x="118682" y="3722846"/>
                </a:lnTo>
                <a:cubicBezTo>
                  <a:pt x="119348" y="3726561"/>
                  <a:pt x="121253" y="3729800"/>
                  <a:pt x="124301" y="3731990"/>
                </a:cubicBezTo>
                <a:cubicBezTo>
                  <a:pt x="130683" y="3736658"/>
                  <a:pt x="139637" y="3735324"/>
                  <a:pt x="144304" y="3728942"/>
                </a:cubicBezTo>
                <a:cubicBezTo>
                  <a:pt x="146209" y="3726371"/>
                  <a:pt x="147066" y="3723418"/>
                  <a:pt x="147066" y="3720465"/>
                </a:cubicBezTo>
                <a:cubicBezTo>
                  <a:pt x="147066" y="3716084"/>
                  <a:pt x="145066" y="3711702"/>
                  <a:pt x="141256" y="3708845"/>
                </a:cubicBezTo>
                <a:cubicBezTo>
                  <a:pt x="134874" y="3704177"/>
                  <a:pt x="125921" y="3705511"/>
                  <a:pt x="121253" y="3711893"/>
                </a:cubicBezTo>
                <a:cubicBezTo>
                  <a:pt x="119920" y="3713702"/>
                  <a:pt x="119063" y="3715798"/>
                  <a:pt x="118777" y="3717988"/>
                </a:cubicBezTo>
                <a:close/>
                <a:moveTo>
                  <a:pt x="123349" y="3713512"/>
                </a:moveTo>
                <a:cubicBezTo>
                  <a:pt x="127159" y="3708273"/>
                  <a:pt x="134493" y="3707225"/>
                  <a:pt x="139732" y="3711035"/>
                </a:cubicBezTo>
                <a:cubicBezTo>
                  <a:pt x="144875" y="3714845"/>
                  <a:pt x="146018" y="3722180"/>
                  <a:pt x="142208" y="3727418"/>
                </a:cubicBezTo>
                <a:cubicBezTo>
                  <a:pt x="140399" y="3729895"/>
                  <a:pt x="137636" y="3731609"/>
                  <a:pt x="134588" y="3732086"/>
                </a:cubicBezTo>
                <a:cubicBezTo>
                  <a:pt x="131540" y="3732562"/>
                  <a:pt x="128397" y="3731800"/>
                  <a:pt x="125921" y="3729990"/>
                </a:cubicBezTo>
                <a:cubicBezTo>
                  <a:pt x="123444" y="3728180"/>
                  <a:pt x="121730" y="3725418"/>
                  <a:pt x="121253" y="3722370"/>
                </a:cubicBezTo>
                <a:cubicBezTo>
                  <a:pt x="121253" y="3721799"/>
                  <a:pt x="121158" y="3721132"/>
                  <a:pt x="121158" y="3720560"/>
                </a:cubicBezTo>
                <a:cubicBezTo>
                  <a:pt x="121158" y="3718084"/>
                  <a:pt x="121920" y="3715703"/>
                  <a:pt x="123444" y="3713702"/>
                </a:cubicBezTo>
                <a:close/>
                <a:moveTo>
                  <a:pt x="2438686" y="4397693"/>
                </a:moveTo>
                <a:lnTo>
                  <a:pt x="2357819" y="4319112"/>
                </a:lnTo>
                <a:cubicBezTo>
                  <a:pt x="2357819" y="4319112"/>
                  <a:pt x="2356771" y="4318445"/>
                  <a:pt x="2356199" y="4318445"/>
                </a:cubicBezTo>
                <a:lnTo>
                  <a:pt x="2296478" y="4318445"/>
                </a:lnTo>
                <a:lnTo>
                  <a:pt x="2296478" y="4294918"/>
                </a:lnTo>
                <a:cubicBezTo>
                  <a:pt x="2300192" y="4293870"/>
                  <a:pt x="2302955" y="4290632"/>
                  <a:pt x="2302955" y="4286536"/>
                </a:cubicBezTo>
                <a:cubicBezTo>
                  <a:pt x="2302955" y="4281678"/>
                  <a:pt x="2298954" y="4277678"/>
                  <a:pt x="2294096" y="4277678"/>
                </a:cubicBezTo>
                <a:cubicBezTo>
                  <a:pt x="2289239" y="4277678"/>
                  <a:pt x="2285238" y="4281678"/>
                  <a:pt x="2285238" y="4286536"/>
                </a:cubicBezTo>
                <a:cubicBezTo>
                  <a:pt x="2285238" y="4290632"/>
                  <a:pt x="2288000" y="4293870"/>
                  <a:pt x="2291715" y="4294918"/>
                </a:cubicBezTo>
                <a:lnTo>
                  <a:pt x="2291715" y="4320826"/>
                </a:lnTo>
                <a:cubicBezTo>
                  <a:pt x="2291715" y="4322160"/>
                  <a:pt x="2292763" y="4323207"/>
                  <a:pt x="2294096" y="4323207"/>
                </a:cubicBezTo>
                <a:lnTo>
                  <a:pt x="2355247" y="4323207"/>
                </a:lnTo>
                <a:lnTo>
                  <a:pt x="2434685" y="4400455"/>
                </a:lnTo>
                <a:lnTo>
                  <a:pt x="2434685" y="4472750"/>
                </a:lnTo>
                <a:lnTo>
                  <a:pt x="2432590" y="4472750"/>
                </a:lnTo>
                <a:cubicBezTo>
                  <a:pt x="2429256" y="4472750"/>
                  <a:pt x="2426494" y="4475512"/>
                  <a:pt x="2426494" y="4478846"/>
                </a:cubicBezTo>
                <a:lnTo>
                  <a:pt x="2426494" y="4489228"/>
                </a:lnTo>
                <a:cubicBezTo>
                  <a:pt x="2426494" y="4492562"/>
                  <a:pt x="2429256" y="4495324"/>
                  <a:pt x="2432590" y="4495324"/>
                </a:cubicBezTo>
                <a:lnTo>
                  <a:pt x="2442972" y="4495324"/>
                </a:lnTo>
                <a:cubicBezTo>
                  <a:pt x="2446306" y="4495324"/>
                  <a:pt x="2449068" y="4492562"/>
                  <a:pt x="2449068" y="4489228"/>
                </a:cubicBezTo>
                <a:lnTo>
                  <a:pt x="2449068" y="4478846"/>
                </a:lnTo>
                <a:cubicBezTo>
                  <a:pt x="2449068" y="4475512"/>
                  <a:pt x="2446306" y="4472750"/>
                  <a:pt x="2442972" y="4472750"/>
                </a:cubicBezTo>
                <a:lnTo>
                  <a:pt x="2439353" y="4472750"/>
                </a:lnTo>
                <a:lnTo>
                  <a:pt x="2439353" y="4399407"/>
                </a:lnTo>
                <a:cubicBezTo>
                  <a:pt x="2439353" y="4398740"/>
                  <a:pt x="2439067" y="4398169"/>
                  <a:pt x="2438591" y="4397693"/>
                </a:cubicBezTo>
                <a:close/>
                <a:moveTo>
                  <a:pt x="2442972" y="4477512"/>
                </a:moveTo>
                <a:cubicBezTo>
                  <a:pt x="2443734" y="4477512"/>
                  <a:pt x="2444305" y="4478084"/>
                  <a:pt x="2444305" y="4478846"/>
                </a:cubicBezTo>
                <a:lnTo>
                  <a:pt x="2444305" y="4489228"/>
                </a:lnTo>
                <a:cubicBezTo>
                  <a:pt x="2444305" y="4489990"/>
                  <a:pt x="2443734" y="4490562"/>
                  <a:pt x="2442972" y="4490562"/>
                </a:cubicBezTo>
                <a:lnTo>
                  <a:pt x="2432590" y="4490562"/>
                </a:lnTo>
                <a:cubicBezTo>
                  <a:pt x="2431828" y="4490562"/>
                  <a:pt x="2431256" y="4489990"/>
                  <a:pt x="2431256" y="4489228"/>
                </a:cubicBezTo>
                <a:lnTo>
                  <a:pt x="2431256" y="4478846"/>
                </a:lnTo>
                <a:cubicBezTo>
                  <a:pt x="2431256" y="4478084"/>
                  <a:pt x="2431828" y="4477512"/>
                  <a:pt x="2432590" y="4477512"/>
                </a:cubicBezTo>
                <a:lnTo>
                  <a:pt x="2442972" y="4477512"/>
                </a:lnTo>
                <a:close/>
                <a:moveTo>
                  <a:pt x="1128713" y="524732"/>
                </a:moveTo>
                <a:lnTo>
                  <a:pt x="1121569" y="524732"/>
                </a:lnTo>
                <a:lnTo>
                  <a:pt x="1121569" y="516255"/>
                </a:lnTo>
                <a:lnTo>
                  <a:pt x="1128713" y="516255"/>
                </a:lnTo>
                <a:lnTo>
                  <a:pt x="1128713" y="524732"/>
                </a:lnTo>
                <a:close/>
                <a:moveTo>
                  <a:pt x="2206371" y="4175284"/>
                </a:moveTo>
                <a:cubicBezTo>
                  <a:pt x="2201609" y="4175284"/>
                  <a:pt x="2197703" y="4171379"/>
                  <a:pt x="2197703" y="4166616"/>
                </a:cubicBezTo>
                <a:cubicBezTo>
                  <a:pt x="2197703" y="4161854"/>
                  <a:pt x="2201609" y="4157948"/>
                  <a:pt x="2206371" y="4157948"/>
                </a:cubicBezTo>
                <a:cubicBezTo>
                  <a:pt x="2211134" y="4157948"/>
                  <a:pt x="2215039" y="4161854"/>
                  <a:pt x="2215039" y="4166616"/>
                </a:cubicBezTo>
                <a:cubicBezTo>
                  <a:pt x="2215039" y="4171379"/>
                  <a:pt x="2211134" y="4175284"/>
                  <a:pt x="2206371" y="4175284"/>
                </a:cubicBezTo>
                <a:close/>
                <a:moveTo>
                  <a:pt x="1142524" y="293275"/>
                </a:moveTo>
                <a:lnTo>
                  <a:pt x="1149668" y="293275"/>
                </a:lnTo>
                <a:lnTo>
                  <a:pt x="1149668" y="303848"/>
                </a:lnTo>
                <a:lnTo>
                  <a:pt x="1148334" y="305562"/>
                </a:lnTo>
                <a:lnTo>
                  <a:pt x="1144715" y="302609"/>
                </a:lnTo>
                <a:lnTo>
                  <a:pt x="1142619" y="302609"/>
                </a:lnTo>
                <a:lnTo>
                  <a:pt x="1142619" y="293275"/>
                </a:lnTo>
                <a:close/>
                <a:moveTo>
                  <a:pt x="1142524" y="272796"/>
                </a:moveTo>
                <a:lnTo>
                  <a:pt x="1149668" y="272796"/>
                </a:lnTo>
                <a:lnTo>
                  <a:pt x="1149668" y="283083"/>
                </a:lnTo>
                <a:lnTo>
                  <a:pt x="1142524" y="283083"/>
                </a:lnTo>
                <a:lnTo>
                  <a:pt x="1142524" y="272796"/>
                </a:lnTo>
                <a:close/>
                <a:moveTo>
                  <a:pt x="2210753" y="4257104"/>
                </a:moveTo>
                <a:cubicBezTo>
                  <a:pt x="2211324" y="4260056"/>
                  <a:pt x="2213039" y="4262533"/>
                  <a:pt x="2215515" y="4264152"/>
                </a:cubicBezTo>
                <a:cubicBezTo>
                  <a:pt x="2217325" y="4265390"/>
                  <a:pt x="2219516" y="4266057"/>
                  <a:pt x="2221706" y="4266057"/>
                </a:cubicBezTo>
                <a:cubicBezTo>
                  <a:pt x="2222468" y="4266057"/>
                  <a:pt x="2223230" y="4266057"/>
                  <a:pt x="2223992" y="4265867"/>
                </a:cubicBezTo>
                <a:cubicBezTo>
                  <a:pt x="2226945" y="4265295"/>
                  <a:pt x="2229422" y="4263581"/>
                  <a:pt x="2231041" y="4261104"/>
                </a:cubicBezTo>
                <a:cubicBezTo>
                  <a:pt x="2232660" y="4258628"/>
                  <a:pt x="2233232" y="4255675"/>
                  <a:pt x="2232660" y="4252722"/>
                </a:cubicBezTo>
                <a:cubicBezTo>
                  <a:pt x="2232089" y="4249770"/>
                  <a:pt x="2230374" y="4247293"/>
                  <a:pt x="2227898" y="4245674"/>
                </a:cubicBezTo>
                <a:cubicBezTo>
                  <a:pt x="2226659" y="4244817"/>
                  <a:pt x="2225231" y="4244340"/>
                  <a:pt x="2223802" y="4244054"/>
                </a:cubicBezTo>
                <a:lnTo>
                  <a:pt x="2223802" y="4218528"/>
                </a:lnTo>
                <a:lnTo>
                  <a:pt x="2207038" y="4196811"/>
                </a:lnTo>
                <a:lnTo>
                  <a:pt x="2207038" y="4185190"/>
                </a:lnTo>
                <a:cubicBezTo>
                  <a:pt x="2207705" y="4185190"/>
                  <a:pt x="2208467" y="4185190"/>
                  <a:pt x="2209133" y="4184999"/>
                </a:cubicBezTo>
                <a:cubicBezTo>
                  <a:pt x="2213991" y="4184237"/>
                  <a:pt x="2218277" y="4181666"/>
                  <a:pt x="2221230" y="4177665"/>
                </a:cubicBezTo>
                <a:cubicBezTo>
                  <a:pt x="2227231" y="4169474"/>
                  <a:pt x="2225516" y="4157853"/>
                  <a:pt x="2217230" y="4151757"/>
                </a:cubicBezTo>
                <a:cubicBezTo>
                  <a:pt x="2209038" y="4145756"/>
                  <a:pt x="2197418" y="4147471"/>
                  <a:pt x="2191322" y="4155758"/>
                </a:cubicBezTo>
                <a:cubicBezTo>
                  <a:pt x="2185321" y="4163949"/>
                  <a:pt x="2187035" y="4175570"/>
                  <a:pt x="2195322" y="4181666"/>
                </a:cubicBezTo>
                <a:cubicBezTo>
                  <a:pt x="2197418" y="4183190"/>
                  <a:pt x="2199704" y="4184047"/>
                  <a:pt x="2202085" y="4184618"/>
                </a:cubicBezTo>
                <a:lnTo>
                  <a:pt x="2202085" y="4198430"/>
                </a:lnTo>
                <a:lnTo>
                  <a:pt x="2218849" y="4220147"/>
                </a:lnTo>
                <a:lnTo>
                  <a:pt x="2218849" y="4244245"/>
                </a:lnTo>
                <a:cubicBezTo>
                  <a:pt x="2213134" y="4245769"/>
                  <a:pt x="2209514" y="4251389"/>
                  <a:pt x="2210657" y="4257199"/>
                </a:cubicBezTo>
                <a:close/>
                <a:moveTo>
                  <a:pt x="2198275" y="4177570"/>
                </a:moveTo>
                <a:cubicBezTo>
                  <a:pt x="2192179" y="4173093"/>
                  <a:pt x="2190941" y="4164616"/>
                  <a:pt x="2195322" y="4158520"/>
                </a:cubicBezTo>
                <a:cubicBezTo>
                  <a:pt x="2197989" y="4154900"/>
                  <a:pt x="2202085" y="4152995"/>
                  <a:pt x="2206276" y="4152995"/>
                </a:cubicBezTo>
                <a:cubicBezTo>
                  <a:pt x="2209038" y="4152995"/>
                  <a:pt x="2211896" y="4153853"/>
                  <a:pt x="2214277" y="4155662"/>
                </a:cubicBezTo>
                <a:cubicBezTo>
                  <a:pt x="2217230" y="4157853"/>
                  <a:pt x="2219135" y="4160996"/>
                  <a:pt x="2219706" y="4164616"/>
                </a:cubicBezTo>
                <a:cubicBezTo>
                  <a:pt x="2220278" y="4168235"/>
                  <a:pt x="2219420" y="4171760"/>
                  <a:pt x="2217230" y="4174712"/>
                </a:cubicBezTo>
                <a:cubicBezTo>
                  <a:pt x="2215039" y="4177665"/>
                  <a:pt x="2211896" y="4179570"/>
                  <a:pt x="2208276" y="4180142"/>
                </a:cubicBezTo>
                <a:cubicBezTo>
                  <a:pt x="2204657" y="4180713"/>
                  <a:pt x="2201037" y="4179761"/>
                  <a:pt x="2198180" y="4177665"/>
                </a:cubicBezTo>
                <a:close/>
                <a:moveTo>
                  <a:pt x="2220468" y="4248722"/>
                </a:moveTo>
                <a:cubicBezTo>
                  <a:pt x="2222087" y="4248341"/>
                  <a:pt x="2223802" y="4248722"/>
                  <a:pt x="2225231" y="4249674"/>
                </a:cubicBezTo>
                <a:cubicBezTo>
                  <a:pt x="2226659" y="4250627"/>
                  <a:pt x="2227612" y="4252055"/>
                  <a:pt x="2227898" y="4253675"/>
                </a:cubicBezTo>
                <a:cubicBezTo>
                  <a:pt x="2228279" y="4255294"/>
                  <a:pt x="2227898" y="4257009"/>
                  <a:pt x="2226945" y="4258437"/>
                </a:cubicBezTo>
                <a:cubicBezTo>
                  <a:pt x="2225993" y="4259866"/>
                  <a:pt x="2224564" y="4260819"/>
                  <a:pt x="2222945" y="4261104"/>
                </a:cubicBezTo>
                <a:cubicBezTo>
                  <a:pt x="2221325" y="4261485"/>
                  <a:pt x="2219611" y="4261104"/>
                  <a:pt x="2218182" y="4260152"/>
                </a:cubicBezTo>
                <a:cubicBezTo>
                  <a:pt x="2216753" y="4259199"/>
                  <a:pt x="2215801" y="4257770"/>
                  <a:pt x="2215515" y="4256151"/>
                </a:cubicBezTo>
                <a:cubicBezTo>
                  <a:pt x="2214848" y="4252722"/>
                  <a:pt x="2217039" y="4249484"/>
                  <a:pt x="2220373" y="4248722"/>
                </a:cubicBezTo>
                <a:close/>
                <a:moveTo>
                  <a:pt x="1142524" y="252317"/>
                </a:moveTo>
                <a:lnTo>
                  <a:pt x="1149668" y="252317"/>
                </a:lnTo>
                <a:lnTo>
                  <a:pt x="1149668" y="262604"/>
                </a:lnTo>
                <a:lnTo>
                  <a:pt x="1142524" y="262604"/>
                </a:lnTo>
                <a:lnTo>
                  <a:pt x="1142524" y="252317"/>
                </a:lnTo>
                <a:close/>
                <a:moveTo>
                  <a:pt x="9525" y="3661029"/>
                </a:moveTo>
                <a:lnTo>
                  <a:pt x="95" y="3661029"/>
                </a:lnTo>
                <a:cubicBezTo>
                  <a:pt x="95" y="3661029"/>
                  <a:pt x="95" y="3656267"/>
                  <a:pt x="95" y="3656267"/>
                </a:cubicBezTo>
                <a:lnTo>
                  <a:pt x="9525" y="3656267"/>
                </a:lnTo>
                <a:cubicBezTo>
                  <a:pt x="9525" y="3656267"/>
                  <a:pt x="9525" y="3661029"/>
                  <a:pt x="9525" y="3661029"/>
                </a:cubicBezTo>
                <a:close/>
                <a:moveTo>
                  <a:pt x="125730" y="3658457"/>
                </a:moveTo>
                <a:cubicBezTo>
                  <a:pt x="125730" y="3654552"/>
                  <a:pt x="128873" y="3651409"/>
                  <a:pt x="132779" y="3651409"/>
                </a:cubicBezTo>
                <a:cubicBezTo>
                  <a:pt x="136684" y="3651409"/>
                  <a:pt x="139827" y="3654552"/>
                  <a:pt x="139827" y="3658457"/>
                </a:cubicBezTo>
                <a:cubicBezTo>
                  <a:pt x="139827" y="3662363"/>
                  <a:pt x="136684" y="3665506"/>
                  <a:pt x="132779" y="3665506"/>
                </a:cubicBezTo>
                <a:cubicBezTo>
                  <a:pt x="128873" y="3665506"/>
                  <a:pt x="125730" y="3662363"/>
                  <a:pt x="125730" y="3658457"/>
                </a:cubicBezTo>
                <a:close/>
                <a:moveTo>
                  <a:pt x="1128713" y="507873"/>
                </a:moveTo>
                <a:lnTo>
                  <a:pt x="1121569" y="507873"/>
                </a:lnTo>
                <a:lnTo>
                  <a:pt x="1121569" y="499396"/>
                </a:lnTo>
                <a:lnTo>
                  <a:pt x="1128713" y="499396"/>
                </a:lnTo>
                <a:lnTo>
                  <a:pt x="1128713" y="507873"/>
                </a:lnTo>
                <a:close/>
                <a:moveTo>
                  <a:pt x="118682" y="3660838"/>
                </a:moveTo>
                <a:cubicBezTo>
                  <a:pt x="119348" y="3664553"/>
                  <a:pt x="121253" y="3667792"/>
                  <a:pt x="124301" y="3669983"/>
                </a:cubicBezTo>
                <a:cubicBezTo>
                  <a:pt x="130683" y="3674650"/>
                  <a:pt x="139637" y="3673317"/>
                  <a:pt x="144304" y="3666935"/>
                </a:cubicBezTo>
                <a:cubicBezTo>
                  <a:pt x="146209" y="3664363"/>
                  <a:pt x="147066" y="3661410"/>
                  <a:pt x="147066" y="3658457"/>
                </a:cubicBezTo>
                <a:cubicBezTo>
                  <a:pt x="147066" y="3654076"/>
                  <a:pt x="145066" y="3649694"/>
                  <a:pt x="141256" y="3646837"/>
                </a:cubicBezTo>
                <a:cubicBezTo>
                  <a:pt x="134874" y="3642170"/>
                  <a:pt x="125921" y="3643503"/>
                  <a:pt x="121253" y="3649885"/>
                </a:cubicBezTo>
                <a:cubicBezTo>
                  <a:pt x="119920" y="3651695"/>
                  <a:pt x="119063" y="3653790"/>
                  <a:pt x="118777" y="3655981"/>
                </a:cubicBezTo>
                <a:lnTo>
                  <a:pt x="109538" y="3655981"/>
                </a:lnTo>
                <a:cubicBezTo>
                  <a:pt x="109538" y="3655981"/>
                  <a:pt x="109538" y="3660743"/>
                  <a:pt x="109538" y="3660743"/>
                </a:cubicBezTo>
                <a:lnTo>
                  <a:pt x="118777" y="3660743"/>
                </a:lnTo>
                <a:close/>
                <a:moveTo>
                  <a:pt x="123349" y="3651504"/>
                </a:moveTo>
                <a:cubicBezTo>
                  <a:pt x="127159" y="3646265"/>
                  <a:pt x="134493" y="3645218"/>
                  <a:pt x="139732" y="3649028"/>
                </a:cubicBezTo>
                <a:cubicBezTo>
                  <a:pt x="144875" y="3652838"/>
                  <a:pt x="146018" y="3660172"/>
                  <a:pt x="142208" y="3665411"/>
                </a:cubicBezTo>
                <a:cubicBezTo>
                  <a:pt x="140399" y="3667887"/>
                  <a:pt x="137636" y="3669602"/>
                  <a:pt x="134588" y="3670078"/>
                </a:cubicBezTo>
                <a:cubicBezTo>
                  <a:pt x="131540" y="3670554"/>
                  <a:pt x="128397" y="3669792"/>
                  <a:pt x="125921" y="3667982"/>
                </a:cubicBezTo>
                <a:cubicBezTo>
                  <a:pt x="123444" y="3666173"/>
                  <a:pt x="121730" y="3663410"/>
                  <a:pt x="121253" y="3660362"/>
                </a:cubicBezTo>
                <a:cubicBezTo>
                  <a:pt x="121253" y="3659791"/>
                  <a:pt x="121158" y="3659124"/>
                  <a:pt x="121158" y="3658553"/>
                </a:cubicBezTo>
                <a:cubicBezTo>
                  <a:pt x="121158" y="3656076"/>
                  <a:pt x="121920" y="3653695"/>
                  <a:pt x="123444" y="3651695"/>
                </a:cubicBezTo>
                <a:close/>
                <a:moveTo>
                  <a:pt x="1121569" y="533114"/>
                </a:moveTo>
                <a:lnTo>
                  <a:pt x="1128713" y="533114"/>
                </a:lnTo>
                <a:lnTo>
                  <a:pt x="1128713" y="537877"/>
                </a:lnTo>
                <a:lnTo>
                  <a:pt x="1121569" y="537877"/>
                </a:lnTo>
                <a:lnTo>
                  <a:pt x="1121569" y="533114"/>
                </a:lnTo>
                <a:close/>
                <a:moveTo>
                  <a:pt x="33242" y="3780187"/>
                </a:moveTo>
                <a:lnTo>
                  <a:pt x="52292" y="3780187"/>
                </a:lnTo>
                <a:cubicBezTo>
                  <a:pt x="52292" y="3780187"/>
                  <a:pt x="52292" y="3784949"/>
                  <a:pt x="52292" y="3784949"/>
                </a:cubicBezTo>
                <a:lnTo>
                  <a:pt x="33242" y="3784949"/>
                </a:lnTo>
                <a:cubicBezTo>
                  <a:pt x="33242" y="3784949"/>
                  <a:pt x="33242" y="3780187"/>
                  <a:pt x="33242" y="3780187"/>
                </a:cubicBezTo>
                <a:close/>
                <a:moveTo>
                  <a:pt x="1136333" y="309182"/>
                </a:moveTo>
                <a:lnTo>
                  <a:pt x="1141952" y="313658"/>
                </a:lnTo>
                <a:lnTo>
                  <a:pt x="1135571" y="321659"/>
                </a:lnTo>
                <a:lnTo>
                  <a:pt x="1129951" y="317183"/>
                </a:lnTo>
                <a:lnTo>
                  <a:pt x="1136333" y="309182"/>
                </a:lnTo>
                <a:close/>
                <a:moveTo>
                  <a:pt x="2891980" y="4043648"/>
                </a:moveTo>
                <a:cubicBezTo>
                  <a:pt x="2891980" y="4050602"/>
                  <a:pt x="2886361" y="4056317"/>
                  <a:pt x="2879312" y="4056317"/>
                </a:cubicBezTo>
                <a:cubicBezTo>
                  <a:pt x="2872264" y="4056317"/>
                  <a:pt x="2866644" y="4050697"/>
                  <a:pt x="2866644" y="4043648"/>
                </a:cubicBezTo>
                <a:cubicBezTo>
                  <a:pt x="2866644" y="4036600"/>
                  <a:pt x="2872264" y="4030980"/>
                  <a:pt x="2879312" y="4030980"/>
                </a:cubicBezTo>
                <a:cubicBezTo>
                  <a:pt x="2886361" y="4030980"/>
                  <a:pt x="2891980" y="4036600"/>
                  <a:pt x="2891980" y="4043648"/>
                </a:cubicBezTo>
                <a:close/>
                <a:moveTo>
                  <a:pt x="3022759" y="4299490"/>
                </a:moveTo>
                <a:lnTo>
                  <a:pt x="3062954" y="4339114"/>
                </a:lnTo>
                <a:cubicBezTo>
                  <a:pt x="3062002" y="4340924"/>
                  <a:pt x="3061430" y="4342829"/>
                  <a:pt x="3061430" y="4344924"/>
                </a:cubicBezTo>
                <a:cubicBezTo>
                  <a:pt x="3061430" y="4352163"/>
                  <a:pt x="3067336" y="4357973"/>
                  <a:pt x="3074480" y="4357973"/>
                </a:cubicBezTo>
                <a:cubicBezTo>
                  <a:pt x="3081623" y="4357973"/>
                  <a:pt x="3087529" y="4352068"/>
                  <a:pt x="3087529" y="4344924"/>
                </a:cubicBezTo>
                <a:cubicBezTo>
                  <a:pt x="3087529" y="4337780"/>
                  <a:pt x="3081623" y="4331875"/>
                  <a:pt x="3074480" y="4331875"/>
                </a:cubicBezTo>
                <a:cubicBezTo>
                  <a:pt x="3072098" y="4331875"/>
                  <a:pt x="3069908" y="4332732"/>
                  <a:pt x="3067907" y="4333970"/>
                </a:cubicBezTo>
                <a:lnTo>
                  <a:pt x="3026759" y="4293394"/>
                </a:lnTo>
                <a:cubicBezTo>
                  <a:pt x="3026093" y="4292727"/>
                  <a:pt x="3025235" y="4292346"/>
                  <a:pt x="3024283" y="4292346"/>
                </a:cubicBezTo>
                <a:lnTo>
                  <a:pt x="2986183" y="4292346"/>
                </a:lnTo>
                <a:lnTo>
                  <a:pt x="2986183" y="4252818"/>
                </a:lnTo>
                <a:lnTo>
                  <a:pt x="2989612" y="4252818"/>
                </a:lnTo>
                <a:cubicBezTo>
                  <a:pt x="2995898" y="4252818"/>
                  <a:pt x="3001137" y="4247674"/>
                  <a:pt x="3001137" y="4241292"/>
                </a:cubicBezTo>
                <a:lnTo>
                  <a:pt x="3001137" y="4189952"/>
                </a:lnTo>
                <a:cubicBezTo>
                  <a:pt x="3001137" y="4183666"/>
                  <a:pt x="2995994" y="4178427"/>
                  <a:pt x="2989612" y="4178427"/>
                </a:cubicBezTo>
                <a:lnTo>
                  <a:pt x="2975610" y="4178427"/>
                </a:lnTo>
                <a:cubicBezTo>
                  <a:pt x="2969324" y="4178427"/>
                  <a:pt x="2964085" y="4183571"/>
                  <a:pt x="2964085" y="4189952"/>
                </a:cubicBezTo>
                <a:lnTo>
                  <a:pt x="2964085" y="4241292"/>
                </a:lnTo>
                <a:cubicBezTo>
                  <a:pt x="2964085" y="4247579"/>
                  <a:pt x="2969228" y="4252818"/>
                  <a:pt x="2975610" y="4252818"/>
                </a:cubicBezTo>
                <a:lnTo>
                  <a:pt x="2979039" y="4252818"/>
                </a:lnTo>
                <a:lnTo>
                  <a:pt x="2979039" y="4331494"/>
                </a:lnTo>
                <a:cubicBezTo>
                  <a:pt x="2973705" y="4333113"/>
                  <a:pt x="2969800" y="4337780"/>
                  <a:pt x="2969800" y="4343591"/>
                </a:cubicBezTo>
                <a:cubicBezTo>
                  <a:pt x="2969800" y="4350639"/>
                  <a:pt x="2975515" y="4356354"/>
                  <a:pt x="2982563" y="4356354"/>
                </a:cubicBezTo>
                <a:cubicBezTo>
                  <a:pt x="2989612" y="4356354"/>
                  <a:pt x="2995327" y="4350639"/>
                  <a:pt x="2995327" y="4343591"/>
                </a:cubicBezTo>
                <a:cubicBezTo>
                  <a:pt x="2995327" y="4337780"/>
                  <a:pt x="2991422" y="4333113"/>
                  <a:pt x="2986088" y="4331494"/>
                </a:cubicBezTo>
                <a:lnTo>
                  <a:pt x="2986088" y="4299490"/>
                </a:lnTo>
                <a:lnTo>
                  <a:pt x="3022759" y="4299490"/>
                </a:lnTo>
                <a:close/>
                <a:moveTo>
                  <a:pt x="3068574" y="4339019"/>
                </a:moveTo>
                <a:cubicBezTo>
                  <a:pt x="3070193" y="4337495"/>
                  <a:pt x="3072194" y="4336637"/>
                  <a:pt x="3074480" y="4336637"/>
                </a:cubicBezTo>
                <a:cubicBezTo>
                  <a:pt x="3079052" y="4336637"/>
                  <a:pt x="3082767" y="4340352"/>
                  <a:pt x="3082767" y="4344924"/>
                </a:cubicBezTo>
                <a:cubicBezTo>
                  <a:pt x="3082767" y="4349496"/>
                  <a:pt x="3079052" y="4353211"/>
                  <a:pt x="3074480" y="4353211"/>
                </a:cubicBezTo>
                <a:cubicBezTo>
                  <a:pt x="3069908" y="4353211"/>
                  <a:pt x="3066193" y="4349496"/>
                  <a:pt x="3066193" y="4344924"/>
                </a:cubicBezTo>
                <a:cubicBezTo>
                  <a:pt x="3066193" y="4342734"/>
                  <a:pt x="3067050" y="4340638"/>
                  <a:pt x="3068574" y="4339019"/>
                </a:cubicBezTo>
                <a:close/>
                <a:moveTo>
                  <a:pt x="2971229" y="4190048"/>
                </a:moveTo>
                <a:cubicBezTo>
                  <a:pt x="2971229" y="4187667"/>
                  <a:pt x="2973134" y="4185666"/>
                  <a:pt x="2975610" y="4185666"/>
                </a:cubicBezTo>
                <a:lnTo>
                  <a:pt x="2989612" y="4185666"/>
                </a:lnTo>
                <a:cubicBezTo>
                  <a:pt x="2991993" y="4185666"/>
                  <a:pt x="2993993" y="4187571"/>
                  <a:pt x="2993993" y="4190048"/>
                </a:cubicBezTo>
                <a:lnTo>
                  <a:pt x="2993993" y="4201763"/>
                </a:lnTo>
                <a:lnTo>
                  <a:pt x="2971324" y="4201763"/>
                </a:lnTo>
                <a:lnTo>
                  <a:pt x="2971324" y="4190048"/>
                </a:lnTo>
                <a:close/>
                <a:moveTo>
                  <a:pt x="2990564" y="4343591"/>
                </a:moveTo>
                <a:cubicBezTo>
                  <a:pt x="2990564" y="4348068"/>
                  <a:pt x="2986945" y="4351592"/>
                  <a:pt x="2982563" y="4351592"/>
                </a:cubicBezTo>
                <a:cubicBezTo>
                  <a:pt x="2978182" y="4351592"/>
                  <a:pt x="2974562" y="4347972"/>
                  <a:pt x="2974562" y="4343591"/>
                </a:cubicBezTo>
                <a:cubicBezTo>
                  <a:pt x="2974562" y="4339209"/>
                  <a:pt x="2978182" y="4335590"/>
                  <a:pt x="2982563" y="4335590"/>
                </a:cubicBezTo>
                <a:cubicBezTo>
                  <a:pt x="2986945" y="4335590"/>
                  <a:pt x="2990564" y="4339209"/>
                  <a:pt x="2990564" y="4343591"/>
                </a:cubicBezTo>
                <a:close/>
                <a:moveTo>
                  <a:pt x="2978944" y="4245674"/>
                </a:moveTo>
                <a:lnTo>
                  <a:pt x="2975515" y="4245674"/>
                </a:lnTo>
                <a:cubicBezTo>
                  <a:pt x="2973134" y="4245674"/>
                  <a:pt x="2971134" y="4243769"/>
                  <a:pt x="2971134" y="4241292"/>
                </a:cubicBezTo>
                <a:lnTo>
                  <a:pt x="2971134" y="4232339"/>
                </a:lnTo>
                <a:lnTo>
                  <a:pt x="2993803" y="4232339"/>
                </a:lnTo>
                <a:lnTo>
                  <a:pt x="2993803" y="4241292"/>
                </a:lnTo>
                <a:cubicBezTo>
                  <a:pt x="2993803" y="4243673"/>
                  <a:pt x="2991898" y="4245674"/>
                  <a:pt x="2989421" y="4245674"/>
                </a:cubicBezTo>
                <a:lnTo>
                  <a:pt x="2978849" y="4245674"/>
                </a:lnTo>
                <a:close/>
                <a:moveTo>
                  <a:pt x="654463" y="1209008"/>
                </a:moveTo>
                <a:cubicBezTo>
                  <a:pt x="655987" y="1209675"/>
                  <a:pt x="657606" y="1209961"/>
                  <a:pt x="659225" y="1209961"/>
                </a:cubicBezTo>
                <a:cubicBezTo>
                  <a:pt x="660845" y="1209961"/>
                  <a:pt x="662464" y="1209675"/>
                  <a:pt x="663988" y="1209008"/>
                </a:cubicBezTo>
                <a:cubicBezTo>
                  <a:pt x="667036" y="1207770"/>
                  <a:pt x="669417" y="1205389"/>
                  <a:pt x="670751" y="1202246"/>
                </a:cubicBezTo>
                <a:cubicBezTo>
                  <a:pt x="671989" y="1199198"/>
                  <a:pt x="671989" y="1195769"/>
                  <a:pt x="670751" y="1192721"/>
                </a:cubicBezTo>
                <a:cubicBezTo>
                  <a:pt x="669512" y="1189673"/>
                  <a:pt x="667131" y="1187291"/>
                  <a:pt x="663988" y="1185958"/>
                </a:cubicBezTo>
                <a:cubicBezTo>
                  <a:pt x="660940" y="1184720"/>
                  <a:pt x="657511" y="1184720"/>
                  <a:pt x="654463" y="1185958"/>
                </a:cubicBezTo>
                <a:cubicBezTo>
                  <a:pt x="652748" y="1186625"/>
                  <a:pt x="651320" y="1187768"/>
                  <a:pt x="650177" y="1189006"/>
                </a:cubicBezTo>
                <a:cubicBezTo>
                  <a:pt x="649415" y="1183767"/>
                  <a:pt x="648367" y="1181100"/>
                  <a:pt x="645795" y="1181100"/>
                </a:cubicBezTo>
                <a:cubicBezTo>
                  <a:pt x="642271" y="1181100"/>
                  <a:pt x="641699" y="1185863"/>
                  <a:pt x="640652" y="1195388"/>
                </a:cubicBezTo>
                <a:cubicBezTo>
                  <a:pt x="640556" y="1196531"/>
                  <a:pt x="640366" y="1197864"/>
                  <a:pt x="640175" y="1199198"/>
                </a:cubicBezTo>
                <a:cubicBezTo>
                  <a:pt x="639985" y="1197864"/>
                  <a:pt x="639890" y="1196531"/>
                  <a:pt x="639699" y="1195388"/>
                </a:cubicBezTo>
                <a:cubicBezTo>
                  <a:pt x="638556" y="1185863"/>
                  <a:pt x="637985" y="1181100"/>
                  <a:pt x="634460" y="1181100"/>
                </a:cubicBezTo>
                <a:lnTo>
                  <a:pt x="634460" y="1181100"/>
                </a:lnTo>
                <a:cubicBezTo>
                  <a:pt x="630936" y="1181100"/>
                  <a:pt x="630365" y="1185863"/>
                  <a:pt x="629317" y="1195388"/>
                </a:cubicBezTo>
                <a:cubicBezTo>
                  <a:pt x="629222" y="1196531"/>
                  <a:pt x="629031" y="1197864"/>
                  <a:pt x="628841" y="1199102"/>
                </a:cubicBezTo>
                <a:cubicBezTo>
                  <a:pt x="628650" y="1197769"/>
                  <a:pt x="628555" y="1196531"/>
                  <a:pt x="628364" y="1195388"/>
                </a:cubicBezTo>
                <a:cubicBezTo>
                  <a:pt x="627221" y="1185863"/>
                  <a:pt x="626650" y="1181100"/>
                  <a:pt x="623221" y="1181100"/>
                </a:cubicBezTo>
                <a:cubicBezTo>
                  <a:pt x="619697" y="1181291"/>
                  <a:pt x="619125" y="1185863"/>
                  <a:pt x="618077" y="1195388"/>
                </a:cubicBezTo>
                <a:cubicBezTo>
                  <a:pt x="617982" y="1196531"/>
                  <a:pt x="617792" y="1197769"/>
                  <a:pt x="617601" y="1199102"/>
                </a:cubicBezTo>
                <a:cubicBezTo>
                  <a:pt x="617411" y="1197864"/>
                  <a:pt x="617315" y="1196531"/>
                  <a:pt x="617125" y="1195388"/>
                </a:cubicBezTo>
                <a:cubicBezTo>
                  <a:pt x="615982" y="1185863"/>
                  <a:pt x="615506" y="1181100"/>
                  <a:pt x="611981" y="1181100"/>
                </a:cubicBezTo>
                <a:lnTo>
                  <a:pt x="611981" y="1181100"/>
                </a:lnTo>
                <a:cubicBezTo>
                  <a:pt x="608457" y="1181100"/>
                  <a:pt x="607886" y="1185863"/>
                  <a:pt x="606838" y="1195388"/>
                </a:cubicBezTo>
                <a:cubicBezTo>
                  <a:pt x="606743" y="1196531"/>
                  <a:pt x="606552" y="1197769"/>
                  <a:pt x="606362" y="1199102"/>
                </a:cubicBezTo>
                <a:cubicBezTo>
                  <a:pt x="606171" y="1197769"/>
                  <a:pt x="606076" y="1196531"/>
                  <a:pt x="605885" y="1195388"/>
                </a:cubicBezTo>
                <a:cubicBezTo>
                  <a:pt x="604742" y="1185863"/>
                  <a:pt x="604171" y="1181100"/>
                  <a:pt x="600742" y="1181100"/>
                </a:cubicBezTo>
                <a:lnTo>
                  <a:pt x="600742" y="1181100"/>
                </a:lnTo>
                <a:cubicBezTo>
                  <a:pt x="597218" y="1181100"/>
                  <a:pt x="596646" y="1185863"/>
                  <a:pt x="595598" y="1195388"/>
                </a:cubicBezTo>
                <a:cubicBezTo>
                  <a:pt x="595503" y="1196531"/>
                  <a:pt x="595313" y="1197769"/>
                  <a:pt x="595122" y="1199102"/>
                </a:cubicBezTo>
                <a:cubicBezTo>
                  <a:pt x="594932" y="1197769"/>
                  <a:pt x="594836" y="1196531"/>
                  <a:pt x="594646" y="1195388"/>
                </a:cubicBezTo>
                <a:cubicBezTo>
                  <a:pt x="593503" y="1185863"/>
                  <a:pt x="592931" y="1181100"/>
                  <a:pt x="589407" y="1181100"/>
                </a:cubicBezTo>
                <a:lnTo>
                  <a:pt x="589407" y="1181100"/>
                </a:lnTo>
                <a:cubicBezTo>
                  <a:pt x="585883" y="1181100"/>
                  <a:pt x="585311" y="1185863"/>
                  <a:pt x="584264" y="1195388"/>
                </a:cubicBezTo>
                <a:cubicBezTo>
                  <a:pt x="584168" y="1196531"/>
                  <a:pt x="583978" y="1197769"/>
                  <a:pt x="583883" y="1199007"/>
                </a:cubicBezTo>
                <a:cubicBezTo>
                  <a:pt x="583692" y="1197769"/>
                  <a:pt x="583597" y="1196435"/>
                  <a:pt x="583406" y="1195388"/>
                </a:cubicBezTo>
                <a:cubicBezTo>
                  <a:pt x="582263" y="1185863"/>
                  <a:pt x="581692" y="1181100"/>
                  <a:pt x="578263" y="1181100"/>
                </a:cubicBezTo>
                <a:lnTo>
                  <a:pt x="578263" y="1181100"/>
                </a:lnTo>
                <a:cubicBezTo>
                  <a:pt x="574739" y="1181100"/>
                  <a:pt x="574167" y="1185863"/>
                  <a:pt x="573119" y="1195388"/>
                </a:cubicBezTo>
                <a:cubicBezTo>
                  <a:pt x="573024" y="1196531"/>
                  <a:pt x="572834" y="1197769"/>
                  <a:pt x="572738" y="1199102"/>
                </a:cubicBezTo>
                <a:cubicBezTo>
                  <a:pt x="572548" y="1197864"/>
                  <a:pt x="572453" y="1196531"/>
                  <a:pt x="572262" y="1195388"/>
                </a:cubicBezTo>
                <a:cubicBezTo>
                  <a:pt x="571119" y="1185863"/>
                  <a:pt x="570548" y="1181100"/>
                  <a:pt x="567119" y="1181100"/>
                </a:cubicBezTo>
                <a:lnTo>
                  <a:pt x="567119" y="1181100"/>
                </a:lnTo>
                <a:cubicBezTo>
                  <a:pt x="563594" y="1181100"/>
                  <a:pt x="563023" y="1185863"/>
                  <a:pt x="561975" y="1195388"/>
                </a:cubicBezTo>
                <a:cubicBezTo>
                  <a:pt x="561880" y="1196435"/>
                  <a:pt x="561689" y="1197769"/>
                  <a:pt x="561594" y="1199007"/>
                </a:cubicBezTo>
                <a:cubicBezTo>
                  <a:pt x="561404" y="1197769"/>
                  <a:pt x="561308" y="1196531"/>
                  <a:pt x="561118" y="1195388"/>
                </a:cubicBezTo>
                <a:cubicBezTo>
                  <a:pt x="559975" y="1185863"/>
                  <a:pt x="559499" y="1181100"/>
                  <a:pt x="555974" y="1181100"/>
                </a:cubicBezTo>
                <a:lnTo>
                  <a:pt x="555974" y="1181100"/>
                </a:lnTo>
                <a:cubicBezTo>
                  <a:pt x="552450" y="1181100"/>
                  <a:pt x="551879" y="1185863"/>
                  <a:pt x="550831" y="1195388"/>
                </a:cubicBezTo>
                <a:cubicBezTo>
                  <a:pt x="550736" y="1196435"/>
                  <a:pt x="550545" y="1197674"/>
                  <a:pt x="550450" y="1198912"/>
                </a:cubicBezTo>
                <a:cubicBezTo>
                  <a:pt x="550259" y="1197674"/>
                  <a:pt x="550164" y="1196435"/>
                  <a:pt x="550069" y="1195388"/>
                </a:cubicBezTo>
                <a:cubicBezTo>
                  <a:pt x="548926" y="1185863"/>
                  <a:pt x="548450" y="1181100"/>
                  <a:pt x="544925" y="1181100"/>
                </a:cubicBezTo>
                <a:lnTo>
                  <a:pt x="544925" y="1181100"/>
                </a:lnTo>
                <a:cubicBezTo>
                  <a:pt x="541401" y="1181100"/>
                  <a:pt x="540830" y="1185863"/>
                  <a:pt x="539782" y="1195388"/>
                </a:cubicBezTo>
                <a:cubicBezTo>
                  <a:pt x="539687" y="1196435"/>
                  <a:pt x="539496" y="1197674"/>
                  <a:pt x="539401" y="1198912"/>
                </a:cubicBezTo>
                <a:cubicBezTo>
                  <a:pt x="539210" y="1197674"/>
                  <a:pt x="539115" y="1196435"/>
                  <a:pt x="539020" y="1195388"/>
                </a:cubicBezTo>
                <a:cubicBezTo>
                  <a:pt x="537877" y="1185863"/>
                  <a:pt x="537401" y="1181100"/>
                  <a:pt x="533876" y="1181100"/>
                </a:cubicBezTo>
                <a:lnTo>
                  <a:pt x="533876" y="1181100"/>
                </a:lnTo>
                <a:cubicBezTo>
                  <a:pt x="530352" y="1181100"/>
                  <a:pt x="529781" y="1185863"/>
                  <a:pt x="528733" y="1195388"/>
                </a:cubicBezTo>
                <a:cubicBezTo>
                  <a:pt x="528638" y="1196531"/>
                  <a:pt x="528447" y="1197769"/>
                  <a:pt x="528352" y="1199007"/>
                </a:cubicBezTo>
                <a:cubicBezTo>
                  <a:pt x="528161" y="1197769"/>
                  <a:pt x="528066" y="1196435"/>
                  <a:pt x="527876" y="1195388"/>
                </a:cubicBezTo>
                <a:cubicBezTo>
                  <a:pt x="526733" y="1185863"/>
                  <a:pt x="526256" y="1181100"/>
                  <a:pt x="522732" y="1181100"/>
                </a:cubicBezTo>
                <a:lnTo>
                  <a:pt x="522732" y="1181100"/>
                </a:lnTo>
                <a:cubicBezTo>
                  <a:pt x="519208" y="1181100"/>
                  <a:pt x="518636" y="1185863"/>
                  <a:pt x="517589" y="1195388"/>
                </a:cubicBezTo>
                <a:cubicBezTo>
                  <a:pt x="517493" y="1196531"/>
                  <a:pt x="517303" y="1197769"/>
                  <a:pt x="517208" y="1199007"/>
                </a:cubicBezTo>
                <a:cubicBezTo>
                  <a:pt x="517017" y="1197769"/>
                  <a:pt x="516922" y="1196435"/>
                  <a:pt x="516731" y="1195388"/>
                </a:cubicBezTo>
                <a:cubicBezTo>
                  <a:pt x="515588" y="1185863"/>
                  <a:pt x="515112" y="1181100"/>
                  <a:pt x="511588" y="1181100"/>
                </a:cubicBezTo>
                <a:lnTo>
                  <a:pt x="511588" y="1181100"/>
                </a:lnTo>
                <a:cubicBezTo>
                  <a:pt x="508064" y="1181100"/>
                  <a:pt x="507492" y="1185863"/>
                  <a:pt x="506444" y="1195388"/>
                </a:cubicBezTo>
                <a:cubicBezTo>
                  <a:pt x="506349" y="1196435"/>
                  <a:pt x="506159" y="1197769"/>
                  <a:pt x="506063" y="1199007"/>
                </a:cubicBezTo>
                <a:cubicBezTo>
                  <a:pt x="505873" y="1197769"/>
                  <a:pt x="505778" y="1196531"/>
                  <a:pt x="505587" y="1195388"/>
                </a:cubicBezTo>
                <a:cubicBezTo>
                  <a:pt x="504444" y="1185863"/>
                  <a:pt x="503968" y="1181100"/>
                  <a:pt x="500444" y="1181100"/>
                </a:cubicBezTo>
                <a:cubicBezTo>
                  <a:pt x="496919" y="1180910"/>
                  <a:pt x="496348" y="1185863"/>
                  <a:pt x="495300" y="1195388"/>
                </a:cubicBezTo>
                <a:cubicBezTo>
                  <a:pt x="495205" y="1196531"/>
                  <a:pt x="495014" y="1197769"/>
                  <a:pt x="494919" y="1199007"/>
                </a:cubicBezTo>
                <a:cubicBezTo>
                  <a:pt x="494729" y="1197769"/>
                  <a:pt x="494633" y="1196531"/>
                  <a:pt x="494443" y="1195388"/>
                </a:cubicBezTo>
                <a:cubicBezTo>
                  <a:pt x="493300" y="1185863"/>
                  <a:pt x="492824" y="1181100"/>
                  <a:pt x="489299" y="1181100"/>
                </a:cubicBezTo>
                <a:lnTo>
                  <a:pt x="489299" y="1181100"/>
                </a:lnTo>
                <a:cubicBezTo>
                  <a:pt x="485775" y="1181100"/>
                  <a:pt x="485204" y="1185863"/>
                  <a:pt x="484156" y="1195388"/>
                </a:cubicBezTo>
                <a:cubicBezTo>
                  <a:pt x="484061" y="1196531"/>
                  <a:pt x="483870" y="1197769"/>
                  <a:pt x="483775" y="1199007"/>
                </a:cubicBezTo>
                <a:cubicBezTo>
                  <a:pt x="483584" y="1197769"/>
                  <a:pt x="483489" y="1196435"/>
                  <a:pt x="483299" y="1195388"/>
                </a:cubicBezTo>
                <a:cubicBezTo>
                  <a:pt x="482156" y="1185863"/>
                  <a:pt x="481679" y="1181100"/>
                  <a:pt x="478155" y="1181100"/>
                </a:cubicBezTo>
                <a:lnTo>
                  <a:pt x="478155" y="1181100"/>
                </a:lnTo>
                <a:cubicBezTo>
                  <a:pt x="474631" y="1181100"/>
                  <a:pt x="474059" y="1185863"/>
                  <a:pt x="473012" y="1195388"/>
                </a:cubicBezTo>
                <a:cubicBezTo>
                  <a:pt x="472916" y="1196435"/>
                  <a:pt x="472726" y="1197769"/>
                  <a:pt x="472631" y="1199007"/>
                </a:cubicBezTo>
                <a:cubicBezTo>
                  <a:pt x="472535" y="1197959"/>
                  <a:pt x="472345" y="1197007"/>
                  <a:pt x="472250" y="1196150"/>
                </a:cubicBezTo>
                <a:lnTo>
                  <a:pt x="472250" y="1188911"/>
                </a:lnTo>
                <a:cubicBezTo>
                  <a:pt x="472250" y="1185196"/>
                  <a:pt x="469297" y="1182243"/>
                  <a:pt x="465582" y="1182243"/>
                </a:cubicBezTo>
                <a:lnTo>
                  <a:pt x="439484" y="1182243"/>
                </a:lnTo>
                <a:cubicBezTo>
                  <a:pt x="438436" y="1182243"/>
                  <a:pt x="437388" y="1182529"/>
                  <a:pt x="436531" y="1183005"/>
                </a:cubicBezTo>
                <a:lnTo>
                  <a:pt x="417100" y="1169289"/>
                </a:lnTo>
                <a:lnTo>
                  <a:pt x="303848" y="1169289"/>
                </a:lnTo>
                <a:cubicBezTo>
                  <a:pt x="302895" y="1164146"/>
                  <a:pt x="298704" y="1159955"/>
                  <a:pt x="293275" y="1159097"/>
                </a:cubicBezTo>
                <a:cubicBezTo>
                  <a:pt x="289941" y="1158621"/>
                  <a:pt x="286607" y="1159478"/>
                  <a:pt x="283845" y="1161479"/>
                </a:cubicBezTo>
                <a:cubicBezTo>
                  <a:pt x="281178" y="1163479"/>
                  <a:pt x="279368" y="1166432"/>
                  <a:pt x="278892" y="1169861"/>
                </a:cubicBezTo>
                <a:cubicBezTo>
                  <a:pt x="278416" y="1173194"/>
                  <a:pt x="279273" y="1176528"/>
                  <a:pt x="281273" y="1179290"/>
                </a:cubicBezTo>
                <a:cubicBezTo>
                  <a:pt x="283274" y="1181957"/>
                  <a:pt x="286226" y="1183767"/>
                  <a:pt x="289655" y="1184243"/>
                </a:cubicBezTo>
                <a:cubicBezTo>
                  <a:pt x="290227" y="1184243"/>
                  <a:pt x="290894" y="1184339"/>
                  <a:pt x="291465" y="1184339"/>
                </a:cubicBezTo>
                <a:cubicBezTo>
                  <a:pt x="294227" y="1184339"/>
                  <a:pt x="296799" y="1183481"/>
                  <a:pt x="298990" y="1181767"/>
                </a:cubicBezTo>
                <a:cubicBezTo>
                  <a:pt x="301562" y="1179862"/>
                  <a:pt x="303086" y="1177100"/>
                  <a:pt x="303752" y="1174052"/>
                </a:cubicBezTo>
                <a:lnTo>
                  <a:pt x="415576" y="1174052"/>
                </a:lnTo>
                <a:lnTo>
                  <a:pt x="433292" y="1186529"/>
                </a:lnTo>
                <a:cubicBezTo>
                  <a:pt x="433007" y="1187291"/>
                  <a:pt x="432816" y="1188053"/>
                  <a:pt x="432816" y="1188911"/>
                </a:cubicBezTo>
                <a:lnTo>
                  <a:pt x="432816" y="1197293"/>
                </a:lnTo>
                <a:cubicBezTo>
                  <a:pt x="432816" y="1198150"/>
                  <a:pt x="433007" y="1199007"/>
                  <a:pt x="433292" y="1199769"/>
                </a:cubicBezTo>
                <a:lnTo>
                  <a:pt x="415576" y="1212914"/>
                </a:lnTo>
                <a:lnTo>
                  <a:pt x="375285" y="1212914"/>
                </a:lnTo>
                <a:lnTo>
                  <a:pt x="264605" y="1302734"/>
                </a:lnTo>
                <a:lnTo>
                  <a:pt x="264605" y="1357217"/>
                </a:lnTo>
                <a:cubicBezTo>
                  <a:pt x="262700" y="1357598"/>
                  <a:pt x="260795" y="1358360"/>
                  <a:pt x="259366" y="1359789"/>
                </a:cubicBezTo>
                <a:cubicBezTo>
                  <a:pt x="255175" y="1363980"/>
                  <a:pt x="255175" y="1370838"/>
                  <a:pt x="259366" y="1375029"/>
                </a:cubicBezTo>
                <a:cubicBezTo>
                  <a:pt x="261366" y="1377029"/>
                  <a:pt x="264128" y="1378172"/>
                  <a:pt x="266986" y="1378172"/>
                </a:cubicBezTo>
                <a:cubicBezTo>
                  <a:pt x="269843" y="1378172"/>
                  <a:pt x="272606" y="1377029"/>
                  <a:pt x="274606" y="1375029"/>
                </a:cubicBezTo>
                <a:cubicBezTo>
                  <a:pt x="276606" y="1373029"/>
                  <a:pt x="277749" y="1370267"/>
                  <a:pt x="277749" y="1367409"/>
                </a:cubicBezTo>
                <a:cubicBezTo>
                  <a:pt x="277749" y="1364552"/>
                  <a:pt x="276606" y="1361789"/>
                  <a:pt x="274606" y="1359789"/>
                </a:cubicBezTo>
                <a:cubicBezTo>
                  <a:pt x="273177" y="1358360"/>
                  <a:pt x="271272" y="1357598"/>
                  <a:pt x="269367" y="1357217"/>
                </a:cubicBezTo>
                <a:lnTo>
                  <a:pt x="269367" y="1305020"/>
                </a:lnTo>
                <a:lnTo>
                  <a:pt x="377000" y="1217676"/>
                </a:lnTo>
                <a:lnTo>
                  <a:pt x="417100" y="1217676"/>
                </a:lnTo>
                <a:lnTo>
                  <a:pt x="436531" y="1203198"/>
                </a:lnTo>
                <a:cubicBezTo>
                  <a:pt x="437388" y="1203674"/>
                  <a:pt x="438340" y="1203960"/>
                  <a:pt x="439484" y="1203960"/>
                </a:cubicBezTo>
                <a:lnTo>
                  <a:pt x="465582" y="1203960"/>
                </a:lnTo>
                <a:cubicBezTo>
                  <a:pt x="466630" y="1203960"/>
                  <a:pt x="467582" y="1203674"/>
                  <a:pt x="468439" y="1203293"/>
                </a:cubicBezTo>
                <a:cubicBezTo>
                  <a:pt x="469202" y="1208056"/>
                  <a:pt x="470249" y="1210342"/>
                  <a:pt x="472631" y="1210342"/>
                </a:cubicBezTo>
                <a:cubicBezTo>
                  <a:pt x="476155" y="1210342"/>
                  <a:pt x="476726" y="1205579"/>
                  <a:pt x="477774" y="1196054"/>
                </a:cubicBezTo>
                <a:cubicBezTo>
                  <a:pt x="477869" y="1195007"/>
                  <a:pt x="478060" y="1193673"/>
                  <a:pt x="478155" y="1192435"/>
                </a:cubicBezTo>
                <a:cubicBezTo>
                  <a:pt x="478346" y="1193673"/>
                  <a:pt x="478441" y="1195007"/>
                  <a:pt x="478631" y="1196054"/>
                </a:cubicBezTo>
                <a:cubicBezTo>
                  <a:pt x="479774" y="1205579"/>
                  <a:pt x="480251" y="1210342"/>
                  <a:pt x="483775" y="1210342"/>
                </a:cubicBezTo>
                <a:lnTo>
                  <a:pt x="483775" y="1210342"/>
                </a:lnTo>
                <a:cubicBezTo>
                  <a:pt x="487299" y="1210342"/>
                  <a:pt x="487871" y="1205579"/>
                  <a:pt x="488918" y="1196054"/>
                </a:cubicBezTo>
                <a:cubicBezTo>
                  <a:pt x="489014" y="1194911"/>
                  <a:pt x="489204" y="1193673"/>
                  <a:pt x="489299" y="1192435"/>
                </a:cubicBezTo>
                <a:cubicBezTo>
                  <a:pt x="489490" y="1193673"/>
                  <a:pt x="489585" y="1195007"/>
                  <a:pt x="489776" y="1196054"/>
                </a:cubicBezTo>
                <a:cubicBezTo>
                  <a:pt x="490919" y="1205579"/>
                  <a:pt x="491395" y="1210342"/>
                  <a:pt x="494919" y="1210342"/>
                </a:cubicBezTo>
                <a:lnTo>
                  <a:pt x="494919" y="1210342"/>
                </a:lnTo>
                <a:cubicBezTo>
                  <a:pt x="498443" y="1210342"/>
                  <a:pt x="499015" y="1205579"/>
                  <a:pt x="500063" y="1196054"/>
                </a:cubicBezTo>
                <a:cubicBezTo>
                  <a:pt x="500158" y="1195007"/>
                  <a:pt x="500348" y="1193673"/>
                  <a:pt x="500444" y="1192435"/>
                </a:cubicBezTo>
                <a:cubicBezTo>
                  <a:pt x="500634" y="1193673"/>
                  <a:pt x="500729" y="1194911"/>
                  <a:pt x="500920" y="1196054"/>
                </a:cubicBezTo>
                <a:cubicBezTo>
                  <a:pt x="502063" y="1205579"/>
                  <a:pt x="502539" y="1210342"/>
                  <a:pt x="506063" y="1210342"/>
                </a:cubicBezTo>
                <a:lnTo>
                  <a:pt x="506063" y="1210342"/>
                </a:lnTo>
                <a:cubicBezTo>
                  <a:pt x="509588" y="1210342"/>
                  <a:pt x="510159" y="1205579"/>
                  <a:pt x="511207" y="1196054"/>
                </a:cubicBezTo>
                <a:cubicBezTo>
                  <a:pt x="511302" y="1195007"/>
                  <a:pt x="511493" y="1193673"/>
                  <a:pt x="511588" y="1192435"/>
                </a:cubicBezTo>
                <a:cubicBezTo>
                  <a:pt x="511778" y="1193673"/>
                  <a:pt x="511874" y="1194911"/>
                  <a:pt x="512064" y="1196054"/>
                </a:cubicBezTo>
                <a:cubicBezTo>
                  <a:pt x="513207" y="1205579"/>
                  <a:pt x="513779" y="1210342"/>
                  <a:pt x="517208" y="1210342"/>
                </a:cubicBezTo>
                <a:lnTo>
                  <a:pt x="517208" y="1210342"/>
                </a:lnTo>
                <a:cubicBezTo>
                  <a:pt x="520732" y="1210342"/>
                  <a:pt x="521303" y="1205579"/>
                  <a:pt x="522351" y="1196054"/>
                </a:cubicBezTo>
                <a:cubicBezTo>
                  <a:pt x="522446" y="1194911"/>
                  <a:pt x="522637" y="1193673"/>
                  <a:pt x="522732" y="1192435"/>
                </a:cubicBezTo>
                <a:cubicBezTo>
                  <a:pt x="522923" y="1193673"/>
                  <a:pt x="523018" y="1195007"/>
                  <a:pt x="523208" y="1196054"/>
                </a:cubicBezTo>
                <a:cubicBezTo>
                  <a:pt x="524351" y="1205579"/>
                  <a:pt x="524828" y="1210342"/>
                  <a:pt x="528352" y="1210342"/>
                </a:cubicBezTo>
                <a:lnTo>
                  <a:pt x="528352" y="1210342"/>
                </a:lnTo>
                <a:cubicBezTo>
                  <a:pt x="531876" y="1210342"/>
                  <a:pt x="532448" y="1205579"/>
                  <a:pt x="533495" y="1196054"/>
                </a:cubicBezTo>
                <a:cubicBezTo>
                  <a:pt x="533591" y="1195007"/>
                  <a:pt x="533781" y="1193768"/>
                  <a:pt x="533876" y="1192435"/>
                </a:cubicBezTo>
                <a:cubicBezTo>
                  <a:pt x="534067" y="1193673"/>
                  <a:pt x="534162" y="1194911"/>
                  <a:pt x="534257" y="1196054"/>
                </a:cubicBezTo>
                <a:cubicBezTo>
                  <a:pt x="535400" y="1205579"/>
                  <a:pt x="535877" y="1210342"/>
                  <a:pt x="539401" y="1210342"/>
                </a:cubicBezTo>
                <a:lnTo>
                  <a:pt x="539401" y="1210342"/>
                </a:lnTo>
                <a:cubicBezTo>
                  <a:pt x="542925" y="1210342"/>
                  <a:pt x="543401" y="1205579"/>
                  <a:pt x="544544" y="1196054"/>
                </a:cubicBezTo>
                <a:cubicBezTo>
                  <a:pt x="544640" y="1195007"/>
                  <a:pt x="544830" y="1193768"/>
                  <a:pt x="544925" y="1192530"/>
                </a:cubicBezTo>
                <a:cubicBezTo>
                  <a:pt x="545116" y="1193768"/>
                  <a:pt x="545211" y="1195007"/>
                  <a:pt x="545306" y="1196054"/>
                </a:cubicBezTo>
                <a:cubicBezTo>
                  <a:pt x="546449" y="1205579"/>
                  <a:pt x="546926" y="1210342"/>
                  <a:pt x="550450" y="1210342"/>
                </a:cubicBezTo>
                <a:lnTo>
                  <a:pt x="550450" y="1210342"/>
                </a:lnTo>
                <a:cubicBezTo>
                  <a:pt x="553974" y="1210342"/>
                  <a:pt x="554546" y="1205579"/>
                  <a:pt x="555593" y="1196054"/>
                </a:cubicBezTo>
                <a:cubicBezTo>
                  <a:pt x="555689" y="1195007"/>
                  <a:pt x="555879" y="1193768"/>
                  <a:pt x="555974" y="1192530"/>
                </a:cubicBezTo>
                <a:cubicBezTo>
                  <a:pt x="556165" y="1193768"/>
                  <a:pt x="556260" y="1195007"/>
                  <a:pt x="556355" y="1196054"/>
                </a:cubicBezTo>
                <a:cubicBezTo>
                  <a:pt x="557498" y="1205579"/>
                  <a:pt x="557975" y="1210342"/>
                  <a:pt x="561499" y="1210342"/>
                </a:cubicBezTo>
                <a:lnTo>
                  <a:pt x="561499" y="1210342"/>
                </a:lnTo>
                <a:cubicBezTo>
                  <a:pt x="565023" y="1210342"/>
                  <a:pt x="565595" y="1205579"/>
                  <a:pt x="566642" y="1196054"/>
                </a:cubicBezTo>
                <a:cubicBezTo>
                  <a:pt x="566738" y="1194911"/>
                  <a:pt x="566928" y="1193673"/>
                  <a:pt x="567119" y="1192340"/>
                </a:cubicBezTo>
                <a:cubicBezTo>
                  <a:pt x="567309" y="1193578"/>
                  <a:pt x="567404" y="1194911"/>
                  <a:pt x="567595" y="1196054"/>
                </a:cubicBezTo>
                <a:cubicBezTo>
                  <a:pt x="568738" y="1205579"/>
                  <a:pt x="569309" y="1210342"/>
                  <a:pt x="572738" y="1210342"/>
                </a:cubicBezTo>
                <a:lnTo>
                  <a:pt x="572738" y="1210342"/>
                </a:lnTo>
                <a:cubicBezTo>
                  <a:pt x="576263" y="1210342"/>
                  <a:pt x="576834" y="1205579"/>
                  <a:pt x="577882" y="1196054"/>
                </a:cubicBezTo>
                <a:cubicBezTo>
                  <a:pt x="577977" y="1194911"/>
                  <a:pt x="578168" y="1193673"/>
                  <a:pt x="578263" y="1192435"/>
                </a:cubicBezTo>
                <a:cubicBezTo>
                  <a:pt x="578453" y="1193673"/>
                  <a:pt x="578549" y="1195007"/>
                  <a:pt x="578739" y="1196054"/>
                </a:cubicBezTo>
                <a:cubicBezTo>
                  <a:pt x="579882" y="1205579"/>
                  <a:pt x="580454" y="1210342"/>
                  <a:pt x="583883" y="1210342"/>
                </a:cubicBezTo>
                <a:lnTo>
                  <a:pt x="583883" y="1210342"/>
                </a:lnTo>
                <a:cubicBezTo>
                  <a:pt x="587407" y="1210342"/>
                  <a:pt x="587978" y="1205579"/>
                  <a:pt x="589026" y="1196054"/>
                </a:cubicBezTo>
                <a:cubicBezTo>
                  <a:pt x="589121" y="1194911"/>
                  <a:pt x="589312" y="1193673"/>
                  <a:pt x="589502" y="1192340"/>
                </a:cubicBezTo>
                <a:cubicBezTo>
                  <a:pt x="589693" y="1193673"/>
                  <a:pt x="589788" y="1194911"/>
                  <a:pt x="589979" y="1196054"/>
                </a:cubicBezTo>
                <a:cubicBezTo>
                  <a:pt x="591122" y="1205579"/>
                  <a:pt x="591693" y="1210342"/>
                  <a:pt x="595217" y="1210342"/>
                </a:cubicBezTo>
                <a:lnTo>
                  <a:pt x="595217" y="1210342"/>
                </a:lnTo>
                <a:cubicBezTo>
                  <a:pt x="598742" y="1210342"/>
                  <a:pt x="599313" y="1205579"/>
                  <a:pt x="600361" y="1196054"/>
                </a:cubicBezTo>
                <a:cubicBezTo>
                  <a:pt x="600456" y="1194911"/>
                  <a:pt x="600647" y="1193673"/>
                  <a:pt x="600837" y="1192340"/>
                </a:cubicBezTo>
                <a:cubicBezTo>
                  <a:pt x="601028" y="1193673"/>
                  <a:pt x="601123" y="1194911"/>
                  <a:pt x="601313" y="1196054"/>
                </a:cubicBezTo>
                <a:cubicBezTo>
                  <a:pt x="602456" y="1205579"/>
                  <a:pt x="603028" y="1210342"/>
                  <a:pt x="606457" y="1210342"/>
                </a:cubicBezTo>
                <a:lnTo>
                  <a:pt x="606457" y="1210342"/>
                </a:lnTo>
                <a:cubicBezTo>
                  <a:pt x="609981" y="1210342"/>
                  <a:pt x="610552" y="1205579"/>
                  <a:pt x="611600" y="1196054"/>
                </a:cubicBezTo>
                <a:cubicBezTo>
                  <a:pt x="611696" y="1194911"/>
                  <a:pt x="611886" y="1193673"/>
                  <a:pt x="612077" y="1192340"/>
                </a:cubicBezTo>
                <a:cubicBezTo>
                  <a:pt x="612267" y="1193673"/>
                  <a:pt x="612362" y="1194911"/>
                  <a:pt x="612553" y="1196054"/>
                </a:cubicBezTo>
                <a:cubicBezTo>
                  <a:pt x="613696" y="1205579"/>
                  <a:pt x="614172" y="1210342"/>
                  <a:pt x="617696" y="1210342"/>
                </a:cubicBezTo>
                <a:lnTo>
                  <a:pt x="617696" y="1210342"/>
                </a:lnTo>
                <a:cubicBezTo>
                  <a:pt x="621221" y="1210342"/>
                  <a:pt x="621792" y="1205579"/>
                  <a:pt x="622840" y="1196054"/>
                </a:cubicBezTo>
                <a:cubicBezTo>
                  <a:pt x="622935" y="1194911"/>
                  <a:pt x="623126" y="1193673"/>
                  <a:pt x="623316" y="1192340"/>
                </a:cubicBezTo>
                <a:cubicBezTo>
                  <a:pt x="623507" y="1193673"/>
                  <a:pt x="623602" y="1194911"/>
                  <a:pt x="623792" y="1196054"/>
                </a:cubicBezTo>
                <a:cubicBezTo>
                  <a:pt x="624935" y="1205579"/>
                  <a:pt x="625507" y="1210342"/>
                  <a:pt x="629031" y="1210342"/>
                </a:cubicBezTo>
                <a:lnTo>
                  <a:pt x="629031" y="1210342"/>
                </a:lnTo>
                <a:cubicBezTo>
                  <a:pt x="632555" y="1210342"/>
                  <a:pt x="633127" y="1205579"/>
                  <a:pt x="634175" y="1196054"/>
                </a:cubicBezTo>
                <a:cubicBezTo>
                  <a:pt x="634270" y="1194911"/>
                  <a:pt x="634460" y="1193578"/>
                  <a:pt x="634651" y="1192244"/>
                </a:cubicBezTo>
                <a:cubicBezTo>
                  <a:pt x="634841" y="1193578"/>
                  <a:pt x="634937" y="1194911"/>
                  <a:pt x="635127" y="1196054"/>
                </a:cubicBezTo>
                <a:cubicBezTo>
                  <a:pt x="636270" y="1205579"/>
                  <a:pt x="636842" y="1210342"/>
                  <a:pt x="640366" y="1210342"/>
                </a:cubicBezTo>
                <a:lnTo>
                  <a:pt x="640366" y="1210342"/>
                </a:lnTo>
                <a:cubicBezTo>
                  <a:pt x="643890" y="1210342"/>
                  <a:pt x="644462" y="1205579"/>
                  <a:pt x="645509" y="1196054"/>
                </a:cubicBezTo>
                <a:cubicBezTo>
                  <a:pt x="645604" y="1194911"/>
                  <a:pt x="645795" y="1193483"/>
                  <a:pt x="645986" y="1192149"/>
                </a:cubicBezTo>
                <a:cubicBezTo>
                  <a:pt x="646176" y="1193483"/>
                  <a:pt x="646367" y="1194816"/>
                  <a:pt x="646462" y="1196054"/>
                </a:cubicBezTo>
                <a:lnTo>
                  <a:pt x="646462" y="1197102"/>
                </a:lnTo>
                <a:cubicBezTo>
                  <a:pt x="646462" y="1197102"/>
                  <a:pt x="647129" y="1197102"/>
                  <a:pt x="647129" y="1197102"/>
                </a:cubicBezTo>
                <a:cubicBezTo>
                  <a:pt x="647129" y="1198817"/>
                  <a:pt x="647319" y="1200626"/>
                  <a:pt x="647986" y="1202341"/>
                </a:cubicBezTo>
                <a:cubicBezTo>
                  <a:pt x="649224" y="1205389"/>
                  <a:pt x="651605" y="1207770"/>
                  <a:pt x="654749" y="1209008"/>
                </a:cubicBezTo>
                <a:close/>
                <a:moveTo>
                  <a:pt x="652177" y="1194626"/>
                </a:moveTo>
                <a:cubicBezTo>
                  <a:pt x="652939" y="1192721"/>
                  <a:pt x="654463" y="1191292"/>
                  <a:pt x="656273" y="1190530"/>
                </a:cubicBezTo>
                <a:cubicBezTo>
                  <a:pt x="657225" y="1190149"/>
                  <a:pt x="658177" y="1189958"/>
                  <a:pt x="659225" y="1189958"/>
                </a:cubicBezTo>
                <a:cubicBezTo>
                  <a:pt x="660273" y="1189958"/>
                  <a:pt x="661226" y="1190149"/>
                  <a:pt x="662178" y="1190530"/>
                </a:cubicBezTo>
                <a:cubicBezTo>
                  <a:pt x="666083" y="1192149"/>
                  <a:pt x="667988" y="1196626"/>
                  <a:pt x="666369" y="1200531"/>
                </a:cubicBezTo>
                <a:cubicBezTo>
                  <a:pt x="665607" y="1202436"/>
                  <a:pt x="664083" y="1203865"/>
                  <a:pt x="662273" y="1204722"/>
                </a:cubicBezTo>
                <a:cubicBezTo>
                  <a:pt x="660368" y="1205484"/>
                  <a:pt x="658273" y="1205484"/>
                  <a:pt x="656368" y="1204722"/>
                </a:cubicBezTo>
                <a:cubicBezTo>
                  <a:pt x="654463" y="1203960"/>
                  <a:pt x="653034" y="1202436"/>
                  <a:pt x="652272" y="1200626"/>
                </a:cubicBezTo>
                <a:cubicBezTo>
                  <a:pt x="651510" y="1198721"/>
                  <a:pt x="651510" y="1196626"/>
                  <a:pt x="652272" y="1194721"/>
                </a:cubicBezTo>
                <a:close/>
                <a:moveTo>
                  <a:pt x="295751" y="1178338"/>
                </a:moveTo>
                <a:cubicBezTo>
                  <a:pt x="294037" y="1179576"/>
                  <a:pt x="291941" y="1180148"/>
                  <a:pt x="289941" y="1179862"/>
                </a:cubicBezTo>
                <a:cubicBezTo>
                  <a:pt x="287846" y="1179576"/>
                  <a:pt x="286036" y="1178433"/>
                  <a:pt x="284702" y="1176814"/>
                </a:cubicBezTo>
                <a:cubicBezTo>
                  <a:pt x="283464" y="1175099"/>
                  <a:pt x="282893" y="1173004"/>
                  <a:pt x="283178" y="1171004"/>
                </a:cubicBezTo>
                <a:cubicBezTo>
                  <a:pt x="283464" y="1168908"/>
                  <a:pt x="284607" y="1167098"/>
                  <a:pt x="286226" y="1165765"/>
                </a:cubicBezTo>
                <a:cubicBezTo>
                  <a:pt x="287560" y="1164717"/>
                  <a:pt x="289274" y="1164146"/>
                  <a:pt x="290989" y="1164146"/>
                </a:cubicBezTo>
                <a:cubicBezTo>
                  <a:pt x="291370" y="1164146"/>
                  <a:pt x="291751" y="1164146"/>
                  <a:pt x="292132" y="1164146"/>
                </a:cubicBezTo>
                <a:cubicBezTo>
                  <a:pt x="296418" y="1164717"/>
                  <a:pt x="299466" y="1168813"/>
                  <a:pt x="298799" y="1173099"/>
                </a:cubicBezTo>
                <a:cubicBezTo>
                  <a:pt x="298514" y="1175195"/>
                  <a:pt x="297371" y="1177004"/>
                  <a:pt x="295751" y="1178338"/>
                </a:cubicBezTo>
                <a:close/>
                <a:moveTo>
                  <a:pt x="270796" y="1363599"/>
                </a:moveTo>
                <a:cubicBezTo>
                  <a:pt x="271939" y="1364742"/>
                  <a:pt x="272510" y="1366266"/>
                  <a:pt x="272510" y="1367885"/>
                </a:cubicBezTo>
                <a:cubicBezTo>
                  <a:pt x="272510" y="1369505"/>
                  <a:pt x="271844" y="1371028"/>
                  <a:pt x="270796" y="1372172"/>
                </a:cubicBezTo>
                <a:cubicBezTo>
                  <a:pt x="268510" y="1374457"/>
                  <a:pt x="264605" y="1374457"/>
                  <a:pt x="262319" y="1372172"/>
                </a:cubicBezTo>
                <a:cubicBezTo>
                  <a:pt x="259937" y="1369790"/>
                  <a:pt x="259937" y="1365980"/>
                  <a:pt x="262319" y="1363694"/>
                </a:cubicBezTo>
                <a:cubicBezTo>
                  <a:pt x="263462" y="1362551"/>
                  <a:pt x="264986" y="1361885"/>
                  <a:pt x="266605" y="1361885"/>
                </a:cubicBezTo>
                <a:cubicBezTo>
                  <a:pt x="268224" y="1361885"/>
                  <a:pt x="269748" y="1362551"/>
                  <a:pt x="270891" y="1363694"/>
                </a:cubicBezTo>
                <a:close/>
                <a:moveTo>
                  <a:pt x="467106" y="1197674"/>
                </a:moveTo>
                <a:cubicBezTo>
                  <a:pt x="467106" y="1198721"/>
                  <a:pt x="466249" y="1199579"/>
                  <a:pt x="465201" y="1199579"/>
                </a:cubicBezTo>
                <a:lnTo>
                  <a:pt x="439103" y="1199579"/>
                </a:lnTo>
                <a:cubicBezTo>
                  <a:pt x="438055" y="1199579"/>
                  <a:pt x="437198" y="1198721"/>
                  <a:pt x="437198" y="1197674"/>
                </a:cubicBezTo>
                <a:lnTo>
                  <a:pt x="437198" y="1189292"/>
                </a:lnTo>
                <a:cubicBezTo>
                  <a:pt x="437198" y="1188244"/>
                  <a:pt x="438055" y="1187387"/>
                  <a:pt x="439103" y="1187387"/>
                </a:cubicBezTo>
                <a:lnTo>
                  <a:pt x="465201" y="1187387"/>
                </a:lnTo>
                <a:cubicBezTo>
                  <a:pt x="466249" y="1187387"/>
                  <a:pt x="467106" y="1188244"/>
                  <a:pt x="467106" y="1189292"/>
                </a:cubicBezTo>
                <a:lnTo>
                  <a:pt x="467106" y="1197674"/>
                </a:lnTo>
                <a:close/>
                <a:moveTo>
                  <a:pt x="72581" y="3846862"/>
                </a:moveTo>
                <a:lnTo>
                  <a:pt x="72581" y="3842099"/>
                </a:lnTo>
                <a:lnTo>
                  <a:pt x="91059" y="3842099"/>
                </a:lnTo>
                <a:lnTo>
                  <a:pt x="91059" y="3846862"/>
                </a:lnTo>
                <a:lnTo>
                  <a:pt x="72581" y="3846862"/>
                </a:lnTo>
                <a:close/>
                <a:moveTo>
                  <a:pt x="774668" y="4327112"/>
                </a:moveTo>
                <a:lnTo>
                  <a:pt x="767525" y="4327112"/>
                </a:lnTo>
                <a:lnTo>
                  <a:pt x="767525" y="4319493"/>
                </a:lnTo>
                <a:lnTo>
                  <a:pt x="774668" y="4319493"/>
                </a:lnTo>
                <a:lnTo>
                  <a:pt x="774668" y="4327112"/>
                </a:lnTo>
                <a:close/>
                <a:moveTo>
                  <a:pt x="100298" y="3875532"/>
                </a:moveTo>
                <a:cubicBezTo>
                  <a:pt x="100298" y="3871627"/>
                  <a:pt x="103442" y="3868484"/>
                  <a:pt x="107347" y="3868484"/>
                </a:cubicBezTo>
                <a:cubicBezTo>
                  <a:pt x="111252" y="3868484"/>
                  <a:pt x="114395" y="3871627"/>
                  <a:pt x="114395" y="3875532"/>
                </a:cubicBezTo>
                <a:cubicBezTo>
                  <a:pt x="114395" y="3879437"/>
                  <a:pt x="111252" y="3882580"/>
                  <a:pt x="107347" y="3882580"/>
                </a:cubicBezTo>
                <a:cubicBezTo>
                  <a:pt x="103442" y="3882580"/>
                  <a:pt x="100298" y="3879437"/>
                  <a:pt x="100298" y="3875532"/>
                </a:cubicBezTo>
                <a:close/>
                <a:moveTo>
                  <a:pt x="35719" y="3846862"/>
                </a:moveTo>
                <a:lnTo>
                  <a:pt x="35719" y="3842099"/>
                </a:lnTo>
                <a:lnTo>
                  <a:pt x="54197" y="3842099"/>
                </a:lnTo>
                <a:lnTo>
                  <a:pt x="54197" y="3846862"/>
                </a:lnTo>
                <a:lnTo>
                  <a:pt x="35719" y="3846862"/>
                </a:lnTo>
                <a:close/>
                <a:moveTo>
                  <a:pt x="17240" y="3846862"/>
                </a:moveTo>
                <a:lnTo>
                  <a:pt x="95" y="3846862"/>
                </a:lnTo>
                <a:cubicBezTo>
                  <a:pt x="95" y="3846862"/>
                  <a:pt x="95" y="3842099"/>
                  <a:pt x="95" y="3842099"/>
                </a:cubicBezTo>
                <a:lnTo>
                  <a:pt x="17240" y="3842099"/>
                </a:lnTo>
                <a:cubicBezTo>
                  <a:pt x="17240" y="3842099"/>
                  <a:pt x="17240" y="3846862"/>
                  <a:pt x="17240" y="3846862"/>
                </a:cubicBezTo>
                <a:close/>
                <a:moveTo>
                  <a:pt x="24289" y="4929950"/>
                </a:moveTo>
                <a:lnTo>
                  <a:pt x="95" y="4929950"/>
                </a:lnTo>
                <a:lnTo>
                  <a:pt x="95" y="4864704"/>
                </a:lnTo>
                <a:lnTo>
                  <a:pt x="24289" y="4864704"/>
                </a:lnTo>
                <a:cubicBezTo>
                  <a:pt x="28956" y="4864704"/>
                  <a:pt x="32766" y="4868513"/>
                  <a:pt x="32766" y="4873181"/>
                </a:cubicBezTo>
                <a:lnTo>
                  <a:pt x="32766" y="4921377"/>
                </a:lnTo>
                <a:cubicBezTo>
                  <a:pt x="32766" y="4926044"/>
                  <a:pt x="28956" y="4929854"/>
                  <a:pt x="24289" y="4929854"/>
                </a:cubicBezTo>
                <a:close/>
                <a:moveTo>
                  <a:pt x="3105436" y="55340"/>
                </a:moveTo>
                <a:cubicBezTo>
                  <a:pt x="3105436" y="49625"/>
                  <a:pt x="3100769" y="44958"/>
                  <a:pt x="3095054" y="44958"/>
                </a:cubicBezTo>
                <a:cubicBezTo>
                  <a:pt x="3089338" y="44958"/>
                  <a:pt x="3084671" y="49625"/>
                  <a:pt x="3084671" y="55340"/>
                </a:cubicBezTo>
                <a:cubicBezTo>
                  <a:pt x="3084671" y="60198"/>
                  <a:pt x="3088100" y="64199"/>
                  <a:pt x="3092672" y="65246"/>
                </a:cubicBezTo>
                <a:lnTo>
                  <a:pt x="3092672" y="159639"/>
                </a:lnTo>
                <a:lnTo>
                  <a:pt x="3113818" y="176879"/>
                </a:lnTo>
                <a:lnTo>
                  <a:pt x="3114770" y="176879"/>
                </a:lnTo>
                <a:lnTo>
                  <a:pt x="3114770" y="171450"/>
                </a:lnTo>
                <a:lnTo>
                  <a:pt x="3097435" y="157353"/>
                </a:lnTo>
                <a:lnTo>
                  <a:pt x="3097435" y="65246"/>
                </a:lnTo>
                <a:cubicBezTo>
                  <a:pt x="3102007" y="64103"/>
                  <a:pt x="3105436" y="60198"/>
                  <a:pt x="3105436" y="55340"/>
                </a:cubicBezTo>
                <a:close/>
                <a:moveTo>
                  <a:pt x="3095054" y="60960"/>
                </a:moveTo>
                <a:cubicBezTo>
                  <a:pt x="3091910" y="60960"/>
                  <a:pt x="3089434" y="58388"/>
                  <a:pt x="3089434" y="55340"/>
                </a:cubicBezTo>
                <a:cubicBezTo>
                  <a:pt x="3089434" y="52292"/>
                  <a:pt x="3092005" y="49721"/>
                  <a:pt x="3095054" y="49721"/>
                </a:cubicBezTo>
                <a:cubicBezTo>
                  <a:pt x="3098102" y="49721"/>
                  <a:pt x="3100673" y="52292"/>
                  <a:pt x="3100673" y="55340"/>
                </a:cubicBezTo>
                <a:cubicBezTo>
                  <a:pt x="3100673" y="58388"/>
                  <a:pt x="3098102" y="60960"/>
                  <a:pt x="3095054" y="60960"/>
                </a:cubicBezTo>
                <a:close/>
                <a:moveTo>
                  <a:pt x="3114770" y="4699540"/>
                </a:moveTo>
                <a:lnTo>
                  <a:pt x="3114770" y="4693063"/>
                </a:lnTo>
                <a:lnTo>
                  <a:pt x="3061811" y="4643723"/>
                </a:lnTo>
                <a:lnTo>
                  <a:pt x="3063050" y="4397693"/>
                </a:lnTo>
                <a:cubicBezTo>
                  <a:pt x="3064193" y="4397407"/>
                  <a:pt x="3065431" y="4397121"/>
                  <a:pt x="3066479" y="4396454"/>
                </a:cubicBezTo>
                <a:cubicBezTo>
                  <a:pt x="3069146" y="4394930"/>
                  <a:pt x="3071146" y="4392359"/>
                  <a:pt x="3071908" y="4389311"/>
                </a:cubicBezTo>
                <a:cubicBezTo>
                  <a:pt x="3072670" y="4386263"/>
                  <a:pt x="3072289" y="4383120"/>
                  <a:pt x="3070765" y="4380453"/>
                </a:cubicBezTo>
                <a:cubicBezTo>
                  <a:pt x="3069241" y="4377786"/>
                  <a:pt x="3066669" y="4375785"/>
                  <a:pt x="3063717" y="4375023"/>
                </a:cubicBezTo>
                <a:cubicBezTo>
                  <a:pt x="3060668" y="4374166"/>
                  <a:pt x="3057525" y="4374642"/>
                  <a:pt x="3054858" y="4376166"/>
                </a:cubicBezTo>
                <a:cubicBezTo>
                  <a:pt x="3049334" y="4379405"/>
                  <a:pt x="3047334" y="4386548"/>
                  <a:pt x="3050572" y="4392073"/>
                </a:cubicBezTo>
                <a:cubicBezTo>
                  <a:pt x="3052286" y="4395026"/>
                  <a:pt x="3055144" y="4396931"/>
                  <a:pt x="3058287" y="4397597"/>
                </a:cubicBezTo>
                <a:lnTo>
                  <a:pt x="3057049" y="4645724"/>
                </a:lnTo>
                <a:lnTo>
                  <a:pt x="3114770" y="4699445"/>
                </a:lnTo>
                <a:close/>
                <a:moveTo>
                  <a:pt x="3054668" y="4389787"/>
                </a:moveTo>
                <a:cubicBezTo>
                  <a:pt x="3052763" y="4386453"/>
                  <a:pt x="3053905" y="4382262"/>
                  <a:pt x="3057239" y="4380357"/>
                </a:cubicBezTo>
                <a:cubicBezTo>
                  <a:pt x="3058859" y="4379405"/>
                  <a:pt x="3060668" y="4379119"/>
                  <a:pt x="3062478" y="4379690"/>
                </a:cubicBezTo>
                <a:cubicBezTo>
                  <a:pt x="3064288" y="4380167"/>
                  <a:pt x="3065717" y="4381310"/>
                  <a:pt x="3066669" y="4382929"/>
                </a:cubicBezTo>
                <a:cubicBezTo>
                  <a:pt x="3067622" y="4384548"/>
                  <a:pt x="3067812" y="4386358"/>
                  <a:pt x="3067336" y="4388168"/>
                </a:cubicBezTo>
                <a:cubicBezTo>
                  <a:pt x="3066860" y="4389978"/>
                  <a:pt x="3065717" y="4391406"/>
                  <a:pt x="3064097" y="4392359"/>
                </a:cubicBezTo>
                <a:cubicBezTo>
                  <a:pt x="3060763" y="4394264"/>
                  <a:pt x="3056573" y="4393121"/>
                  <a:pt x="3054668" y="4389787"/>
                </a:cubicBezTo>
                <a:close/>
                <a:moveTo>
                  <a:pt x="2603945" y="4563999"/>
                </a:moveTo>
                <a:cubicBezTo>
                  <a:pt x="2610803" y="4563999"/>
                  <a:pt x="2616422" y="4558951"/>
                  <a:pt x="2617375" y="4552284"/>
                </a:cubicBezTo>
                <a:lnTo>
                  <a:pt x="2665667" y="4552284"/>
                </a:lnTo>
                <a:lnTo>
                  <a:pt x="2684717" y="4531710"/>
                </a:lnTo>
                <a:lnTo>
                  <a:pt x="2768060" y="4531710"/>
                </a:lnTo>
                <a:lnTo>
                  <a:pt x="2787968" y="4550855"/>
                </a:lnTo>
                <a:lnTo>
                  <a:pt x="2787968" y="4736783"/>
                </a:lnTo>
                <a:lnTo>
                  <a:pt x="2774918" y="4759547"/>
                </a:lnTo>
                <a:lnTo>
                  <a:pt x="2774918" y="4845463"/>
                </a:lnTo>
                <a:lnTo>
                  <a:pt x="2763584" y="4857369"/>
                </a:lnTo>
                <a:cubicBezTo>
                  <a:pt x="2762060" y="4856417"/>
                  <a:pt x="2760250" y="4855655"/>
                  <a:pt x="2758345" y="4855655"/>
                </a:cubicBezTo>
                <a:cubicBezTo>
                  <a:pt x="2752725" y="4855655"/>
                  <a:pt x="2748058" y="4860227"/>
                  <a:pt x="2748058" y="4865942"/>
                </a:cubicBezTo>
                <a:cubicBezTo>
                  <a:pt x="2748058" y="4871657"/>
                  <a:pt x="2752630" y="4876229"/>
                  <a:pt x="2758345" y="4876229"/>
                </a:cubicBezTo>
                <a:cubicBezTo>
                  <a:pt x="2764060" y="4876229"/>
                  <a:pt x="2768632" y="4871657"/>
                  <a:pt x="2768632" y="4865942"/>
                </a:cubicBezTo>
                <a:cubicBezTo>
                  <a:pt x="2768632" y="4864037"/>
                  <a:pt x="2767965" y="4862322"/>
                  <a:pt x="2767013" y="4860798"/>
                </a:cubicBezTo>
                <a:lnTo>
                  <a:pt x="2779776" y="4847368"/>
                </a:lnTo>
                <a:lnTo>
                  <a:pt x="2779776" y="4760786"/>
                </a:lnTo>
                <a:lnTo>
                  <a:pt x="2792825" y="4738021"/>
                </a:lnTo>
                <a:lnTo>
                  <a:pt x="2792825" y="4548854"/>
                </a:lnTo>
                <a:lnTo>
                  <a:pt x="2770061" y="4526947"/>
                </a:lnTo>
                <a:lnTo>
                  <a:pt x="2682717" y="4526947"/>
                </a:lnTo>
                <a:lnTo>
                  <a:pt x="2663667" y="4547521"/>
                </a:lnTo>
                <a:lnTo>
                  <a:pt x="2617375" y="4547521"/>
                </a:lnTo>
                <a:cubicBezTo>
                  <a:pt x="2616042" y="4541425"/>
                  <a:pt x="2610612" y="4536853"/>
                  <a:pt x="2604135" y="4536853"/>
                </a:cubicBezTo>
                <a:cubicBezTo>
                  <a:pt x="2596610" y="4536853"/>
                  <a:pt x="2590514" y="4542949"/>
                  <a:pt x="2590514" y="4550474"/>
                </a:cubicBezTo>
                <a:cubicBezTo>
                  <a:pt x="2590514" y="4557998"/>
                  <a:pt x="2596610" y="4564095"/>
                  <a:pt x="2604135" y="4564095"/>
                </a:cubicBezTo>
                <a:close/>
                <a:moveTo>
                  <a:pt x="2758250" y="4871466"/>
                </a:moveTo>
                <a:cubicBezTo>
                  <a:pt x="2755202" y="4871466"/>
                  <a:pt x="2752725" y="4868990"/>
                  <a:pt x="2752725" y="4865942"/>
                </a:cubicBezTo>
                <a:cubicBezTo>
                  <a:pt x="2752725" y="4862894"/>
                  <a:pt x="2755202" y="4860417"/>
                  <a:pt x="2758250" y="4860417"/>
                </a:cubicBezTo>
                <a:cubicBezTo>
                  <a:pt x="2761298" y="4860417"/>
                  <a:pt x="2763774" y="4862894"/>
                  <a:pt x="2763774" y="4865942"/>
                </a:cubicBezTo>
                <a:cubicBezTo>
                  <a:pt x="2763774" y="4868990"/>
                  <a:pt x="2761298" y="4871466"/>
                  <a:pt x="2758250" y="4871466"/>
                </a:cubicBezTo>
                <a:close/>
                <a:moveTo>
                  <a:pt x="1121664" y="368046"/>
                </a:moveTo>
                <a:lnTo>
                  <a:pt x="1128808" y="368046"/>
                </a:lnTo>
                <a:cubicBezTo>
                  <a:pt x="1128808" y="368046"/>
                  <a:pt x="1128808" y="372809"/>
                  <a:pt x="1128808" y="372809"/>
                </a:cubicBezTo>
                <a:lnTo>
                  <a:pt x="1121664" y="372809"/>
                </a:lnTo>
                <a:cubicBezTo>
                  <a:pt x="1121664" y="372809"/>
                  <a:pt x="1121664" y="368046"/>
                  <a:pt x="1121664" y="368046"/>
                </a:cubicBezTo>
                <a:close/>
                <a:moveTo>
                  <a:pt x="93155" y="3877913"/>
                </a:moveTo>
                <a:cubicBezTo>
                  <a:pt x="93821" y="3881628"/>
                  <a:pt x="95726" y="3884867"/>
                  <a:pt x="98774" y="3887057"/>
                </a:cubicBezTo>
                <a:cubicBezTo>
                  <a:pt x="105156" y="3891725"/>
                  <a:pt x="114110" y="3890391"/>
                  <a:pt x="118777" y="3884009"/>
                </a:cubicBezTo>
                <a:cubicBezTo>
                  <a:pt x="120682" y="3881438"/>
                  <a:pt x="121539" y="3878485"/>
                  <a:pt x="121539" y="3875532"/>
                </a:cubicBezTo>
                <a:cubicBezTo>
                  <a:pt x="121539" y="3871151"/>
                  <a:pt x="119539" y="3866769"/>
                  <a:pt x="115729" y="3863912"/>
                </a:cubicBezTo>
                <a:cubicBezTo>
                  <a:pt x="109347" y="3859244"/>
                  <a:pt x="100394" y="3860578"/>
                  <a:pt x="95726" y="3866960"/>
                </a:cubicBezTo>
                <a:cubicBezTo>
                  <a:pt x="94393" y="3868769"/>
                  <a:pt x="93536" y="3870865"/>
                  <a:pt x="93250" y="3873055"/>
                </a:cubicBezTo>
                <a:lnTo>
                  <a:pt x="95" y="3873055"/>
                </a:lnTo>
                <a:lnTo>
                  <a:pt x="95" y="3877818"/>
                </a:lnTo>
                <a:lnTo>
                  <a:pt x="93155" y="3877818"/>
                </a:lnTo>
                <a:close/>
                <a:moveTo>
                  <a:pt x="97822" y="3868579"/>
                </a:moveTo>
                <a:cubicBezTo>
                  <a:pt x="101632" y="3863340"/>
                  <a:pt x="108966" y="3862292"/>
                  <a:pt x="114205" y="3866102"/>
                </a:cubicBezTo>
                <a:cubicBezTo>
                  <a:pt x="119348" y="3869912"/>
                  <a:pt x="120491" y="3877247"/>
                  <a:pt x="116681" y="3882485"/>
                </a:cubicBezTo>
                <a:cubicBezTo>
                  <a:pt x="114872" y="3884962"/>
                  <a:pt x="112109" y="3886676"/>
                  <a:pt x="109061" y="3887153"/>
                </a:cubicBezTo>
                <a:cubicBezTo>
                  <a:pt x="106013" y="3887629"/>
                  <a:pt x="102870" y="3886867"/>
                  <a:pt x="100394" y="3885057"/>
                </a:cubicBezTo>
                <a:cubicBezTo>
                  <a:pt x="97917" y="3883247"/>
                  <a:pt x="96203" y="3880485"/>
                  <a:pt x="95726" y="3877437"/>
                </a:cubicBezTo>
                <a:cubicBezTo>
                  <a:pt x="95726" y="3876866"/>
                  <a:pt x="95631" y="3876199"/>
                  <a:pt x="95631" y="3875627"/>
                </a:cubicBezTo>
                <a:cubicBezTo>
                  <a:pt x="95631" y="3873151"/>
                  <a:pt x="96393" y="3870770"/>
                  <a:pt x="97917" y="3868769"/>
                </a:cubicBezTo>
                <a:close/>
                <a:moveTo>
                  <a:pt x="95" y="3718084"/>
                </a:moveTo>
                <a:lnTo>
                  <a:pt x="17526" y="3718084"/>
                </a:lnTo>
                <a:lnTo>
                  <a:pt x="17526" y="3722846"/>
                </a:lnTo>
                <a:lnTo>
                  <a:pt x="95" y="3722846"/>
                </a:lnTo>
                <a:lnTo>
                  <a:pt x="95" y="3718084"/>
                </a:lnTo>
                <a:close/>
                <a:moveTo>
                  <a:pt x="2868454" y="4254151"/>
                </a:moveTo>
                <a:lnTo>
                  <a:pt x="2868835" y="4131374"/>
                </a:lnTo>
                <a:cubicBezTo>
                  <a:pt x="2870645" y="4130993"/>
                  <a:pt x="2872264" y="4130421"/>
                  <a:pt x="2873788" y="4129278"/>
                </a:cubicBezTo>
                <a:cubicBezTo>
                  <a:pt x="2876264" y="4127373"/>
                  <a:pt x="2877884" y="4124516"/>
                  <a:pt x="2878265" y="4121372"/>
                </a:cubicBezTo>
                <a:cubicBezTo>
                  <a:pt x="2878646" y="4118229"/>
                  <a:pt x="2877788" y="4115181"/>
                  <a:pt x="2875788" y="4112609"/>
                </a:cubicBezTo>
                <a:cubicBezTo>
                  <a:pt x="2871788" y="4107466"/>
                  <a:pt x="2864263" y="4106609"/>
                  <a:pt x="2859119" y="4110609"/>
                </a:cubicBezTo>
                <a:cubicBezTo>
                  <a:pt x="2853976" y="4114610"/>
                  <a:pt x="2853119" y="4122134"/>
                  <a:pt x="2857119" y="4127278"/>
                </a:cubicBezTo>
                <a:cubicBezTo>
                  <a:pt x="2858834" y="4129469"/>
                  <a:pt x="2861310" y="4130897"/>
                  <a:pt x="2864072" y="4131374"/>
                </a:cubicBezTo>
                <a:lnTo>
                  <a:pt x="2863692" y="4252151"/>
                </a:lnTo>
                <a:lnTo>
                  <a:pt x="2757392" y="4351496"/>
                </a:lnTo>
                <a:cubicBezTo>
                  <a:pt x="2757392" y="4351496"/>
                  <a:pt x="2756726" y="4350735"/>
                  <a:pt x="2756249" y="4350544"/>
                </a:cubicBezTo>
                <a:cubicBezTo>
                  <a:pt x="2753678" y="4349115"/>
                  <a:pt x="2750725" y="4348829"/>
                  <a:pt x="2747963" y="4349592"/>
                </a:cubicBezTo>
                <a:cubicBezTo>
                  <a:pt x="2745105" y="4350354"/>
                  <a:pt x="2742819" y="4352259"/>
                  <a:pt x="2741390" y="4354830"/>
                </a:cubicBezTo>
                <a:cubicBezTo>
                  <a:pt x="2740533" y="4356354"/>
                  <a:pt x="2740247" y="4358164"/>
                  <a:pt x="2740152" y="4359879"/>
                </a:cubicBezTo>
                <a:lnTo>
                  <a:pt x="2679763" y="4359879"/>
                </a:lnTo>
                <a:lnTo>
                  <a:pt x="2670334" y="4354830"/>
                </a:lnTo>
                <a:lnTo>
                  <a:pt x="2590514" y="4354545"/>
                </a:lnTo>
                <a:cubicBezTo>
                  <a:pt x="2590991" y="4348925"/>
                  <a:pt x="2589562" y="4343305"/>
                  <a:pt x="2586419" y="4338543"/>
                </a:cubicBezTo>
                <a:lnTo>
                  <a:pt x="2624995" y="4338543"/>
                </a:lnTo>
                <a:lnTo>
                  <a:pt x="2634996" y="4333209"/>
                </a:lnTo>
                <a:lnTo>
                  <a:pt x="2707672" y="4333209"/>
                </a:lnTo>
                <a:lnTo>
                  <a:pt x="2707672" y="4334637"/>
                </a:lnTo>
                <a:cubicBezTo>
                  <a:pt x="2707672" y="4336637"/>
                  <a:pt x="2709291" y="4338257"/>
                  <a:pt x="2711292" y="4338257"/>
                </a:cubicBezTo>
                <a:lnTo>
                  <a:pt x="2731580" y="4338257"/>
                </a:lnTo>
                <a:cubicBezTo>
                  <a:pt x="2733580" y="4338257"/>
                  <a:pt x="2735199" y="4336637"/>
                  <a:pt x="2735199" y="4334637"/>
                </a:cubicBezTo>
                <a:lnTo>
                  <a:pt x="2735199" y="4327017"/>
                </a:lnTo>
                <a:cubicBezTo>
                  <a:pt x="2735199" y="4327017"/>
                  <a:pt x="2735199" y="4326731"/>
                  <a:pt x="2735199" y="4326541"/>
                </a:cubicBezTo>
                <a:lnTo>
                  <a:pt x="2826734" y="4241292"/>
                </a:lnTo>
                <a:lnTo>
                  <a:pt x="2827496" y="4240626"/>
                </a:lnTo>
                <a:lnTo>
                  <a:pt x="2827687" y="4080796"/>
                </a:lnTo>
                <a:lnTo>
                  <a:pt x="2830163" y="4080796"/>
                </a:lnTo>
                <a:cubicBezTo>
                  <a:pt x="2832259" y="4080796"/>
                  <a:pt x="2834069" y="4079081"/>
                  <a:pt x="2834069" y="4076891"/>
                </a:cubicBezTo>
                <a:lnTo>
                  <a:pt x="2834069" y="4066985"/>
                </a:lnTo>
                <a:cubicBezTo>
                  <a:pt x="2834069" y="4064889"/>
                  <a:pt x="2832354" y="4063079"/>
                  <a:pt x="2830163" y="4063079"/>
                </a:cubicBezTo>
                <a:lnTo>
                  <a:pt x="2820257" y="4063079"/>
                </a:lnTo>
                <a:cubicBezTo>
                  <a:pt x="2818162" y="4063079"/>
                  <a:pt x="2816352" y="4064794"/>
                  <a:pt x="2816352" y="4066985"/>
                </a:cubicBezTo>
                <a:lnTo>
                  <a:pt x="2816352" y="4076891"/>
                </a:lnTo>
                <a:cubicBezTo>
                  <a:pt x="2816352" y="4078986"/>
                  <a:pt x="2818067" y="4080796"/>
                  <a:pt x="2820257" y="4080796"/>
                </a:cubicBezTo>
                <a:lnTo>
                  <a:pt x="2822924" y="4080796"/>
                </a:lnTo>
                <a:lnTo>
                  <a:pt x="2822734" y="4238625"/>
                </a:lnTo>
                <a:lnTo>
                  <a:pt x="2731675" y="4323493"/>
                </a:lnTo>
                <a:lnTo>
                  <a:pt x="2711387" y="4323493"/>
                </a:lnTo>
                <a:cubicBezTo>
                  <a:pt x="2709386" y="4323493"/>
                  <a:pt x="2707767" y="4325112"/>
                  <a:pt x="2707767" y="4327112"/>
                </a:cubicBezTo>
                <a:lnTo>
                  <a:pt x="2707767" y="4328541"/>
                </a:lnTo>
                <a:lnTo>
                  <a:pt x="2678811" y="4328541"/>
                </a:lnTo>
                <a:lnTo>
                  <a:pt x="2697194" y="4311492"/>
                </a:lnTo>
                <a:cubicBezTo>
                  <a:pt x="2698813" y="4312539"/>
                  <a:pt x="2700528" y="4313301"/>
                  <a:pt x="2702528" y="4313396"/>
                </a:cubicBezTo>
                <a:cubicBezTo>
                  <a:pt x="2702719" y="4313396"/>
                  <a:pt x="2702909" y="4313396"/>
                  <a:pt x="2703100" y="4313396"/>
                </a:cubicBezTo>
                <a:cubicBezTo>
                  <a:pt x="2705767" y="4313396"/>
                  <a:pt x="2708338" y="4312444"/>
                  <a:pt x="2710434" y="4310634"/>
                </a:cubicBezTo>
                <a:cubicBezTo>
                  <a:pt x="2712625" y="4308729"/>
                  <a:pt x="2713863" y="4305967"/>
                  <a:pt x="2714054" y="4303110"/>
                </a:cubicBezTo>
                <a:cubicBezTo>
                  <a:pt x="2714054" y="4301490"/>
                  <a:pt x="2713863" y="4299966"/>
                  <a:pt x="2713292" y="4298537"/>
                </a:cubicBezTo>
                <a:lnTo>
                  <a:pt x="2786729" y="4231577"/>
                </a:lnTo>
                <a:lnTo>
                  <a:pt x="2786539" y="4138613"/>
                </a:lnTo>
                <a:cubicBezTo>
                  <a:pt x="2790635" y="4137374"/>
                  <a:pt x="2793587" y="4133660"/>
                  <a:pt x="2793397" y="4129278"/>
                </a:cubicBezTo>
                <a:cubicBezTo>
                  <a:pt x="2793111" y="4124039"/>
                  <a:pt x="2788730" y="4120039"/>
                  <a:pt x="2783491" y="4120229"/>
                </a:cubicBezTo>
                <a:cubicBezTo>
                  <a:pt x="2778252" y="4120515"/>
                  <a:pt x="2774252" y="4124897"/>
                  <a:pt x="2774442" y="4130135"/>
                </a:cubicBezTo>
                <a:cubicBezTo>
                  <a:pt x="2774633" y="4134422"/>
                  <a:pt x="2777776" y="4137755"/>
                  <a:pt x="2781776" y="4138708"/>
                </a:cubicBezTo>
                <a:lnTo>
                  <a:pt x="2781967" y="4229386"/>
                </a:lnTo>
                <a:lnTo>
                  <a:pt x="2710529" y="4294442"/>
                </a:lnTo>
                <a:cubicBezTo>
                  <a:pt x="2708624" y="4292727"/>
                  <a:pt x="2706338" y="4291489"/>
                  <a:pt x="2703767" y="4291394"/>
                </a:cubicBezTo>
                <a:cubicBezTo>
                  <a:pt x="2700909" y="4291298"/>
                  <a:pt x="2698052" y="4292251"/>
                  <a:pt x="2695861" y="4294156"/>
                </a:cubicBezTo>
                <a:cubicBezTo>
                  <a:pt x="2691860" y="4297680"/>
                  <a:pt x="2691384" y="4303395"/>
                  <a:pt x="2693956" y="4307872"/>
                </a:cubicBezTo>
                <a:lnTo>
                  <a:pt x="2671858" y="4328351"/>
                </a:lnTo>
                <a:lnTo>
                  <a:pt x="2634520" y="4328351"/>
                </a:lnTo>
                <a:lnTo>
                  <a:pt x="2623947" y="4333685"/>
                </a:lnTo>
                <a:lnTo>
                  <a:pt x="2582513" y="4333685"/>
                </a:lnTo>
                <a:cubicBezTo>
                  <a:pt x="2581751" y="4333018"/>
                  <a:pt x="2581085" y="4332256"/>
                  <a:pt x="2580227" y="4331589"/>
                </a:cubicBezTo>
                <a:cubicBezTo>
                  <a:pt x="2575751" y="4328255"/>
                  <a:pt x="2570417" y="4326541"/>
                  <a:pt x="2564987" y="4326541"/>
                </a:cubicBezTo>
                <a:cubicBezTo>
                  <a:pt x="2563654" y="4326541"/>
                  <a:pt x="2562320" y="4326636"/>
                  <a:pt x="2560987" y="4326827"/>
                </a:cubicBezTo>
                <a:cubicBezTo>
                  <a:pt x="2554129" y="4327874"/>
                  <a:pt x="2548128" y="4331494"/>
                  <a:pt x="2544032" y="4337114"/>
                </a:cubicBezTo>
                <a:cubicBezTo>
                  <a:pt x="2539937" y="4342638"/>
                  <a:pt x="2538317" y="4349496"/>
                  <a:pt x="2539270" y="4356354"/>
                </a:cubicBezTo>
                <a:cubicBezTo>
                  <a:pt x="2540318" y="4363212"/>
                  <a:pt x="2543937" y="4369213"/>
                  <a:pt x="2549557" y="4373309"/>
                </a:cubicBezTo>
                <a:cubicBezTo>
                  <a:pt x="2561082" y="4381786"/>
                  <a:pt x="2577275" y="4379214"/>
                  <a:pt x="2585657" y="4367784"/>
                </a:cubicBezTo>
                <a:cubicBezTo>
                  <a:pt x="2587562" y="4365117"/>
                  <a:pt x="2588895" y="4362260"/>
                  <a:pt x="2589657" y="4359307"/>
                </a:cubicBezTo>
                <a:lnTo>
                  <a:pt x="2668524" y="4359307"/>
                </a:lnTo>
                <a:lnTo>
                  <a:pt x="2677954" y="4364355"/>
                </a:lnTo>
                <a:lnTo>
                  <a:pt x="2741105" y="4364641"/>
                </a:lnTo>
                <a:cubicBezTo>
                  <a:pt x="2742914" y="4368546"/>
                  <a:pt x="2746724" y="4371118"/>
                  <a:pt x="2750915" y="4371118"/>
                </a:cubicBezTo>
                <a:cubicBezTo>
                  <a:pt x="2751868" y="4371118"/>
                  <a:pt x="2752916" y="4371023"/>
                  <a:pt x="2753963" y="4370737"/>
                </a:cubicBezTo>
                <a:cubicBezTo>
                  <a:pt x="2759774" y="4369118"/>
                  <a:pt x="2763107" y="4363022"/>
                  <a:pt x="2761488" y="4357212"/>
                </a:cubicBezTo>
                <a:cubicBezTo>
                  <a:pt x="2761298" y="4356449"/>
                  <a:pt x="2760821" y="4355878"/>
                  <a:pt x="2760536" y="4355211"/>
                </a:cubicBezTo>
                <a:lnTo>
                  <a:pt x="2867787" y="4255008"/>
                </a:lnTo>
                <a:lnTo>
                  <a:pt x="2868549" y="4254342"/>
                </a:lnTo>
                <a:close/>
                <a:moveTo>
                  <a:pt x="2698909" y="4297585"/>
                </a:moveTo>
                <a:cubicBezTo>
                  <a:pt x="2700052" y="4296537"/>
                  <a:pt x="2701480" y="4295966"/>
                  <a:pt x="2703005" y="4295966"/>
                </a:cubicBezTo>
                <a:cubicBezTo>
                  <a:pt x="2703100" y="4295966"/>
                  <a:pt x="2703195" y="4295966"/>
                  <a:pt x="2703386" y="4295966"/>
                </a:cubicBezTo>
                <a:cubicBezTo>
                  <a:pt x="2705005" y="4295966"/>
                  <a:pt x="2706529" y="4296823"/>
                  <a:pt x="2707672" y="4298061"/>
                </a:cubicBezTo>
                <a:cubicBezTo>
                  <a:pt x="2708815" y="4299299"/>
                  <a:pt x="2709291" y="4300823"/>
                  <a:pt x="2709291" y="4302538"/>
                </a:cubicBezTo>
                <a:cubicBezTo>
                  <a:pt x="2709291" y="4304157"/>
                  <a:pt x="2708434" y="4305681"/>
                  <a:pt x="2707291" y="4306824"/>
                </a:cubicBezTo>
                <a:lnTo>
                  <a:pt x="2707291" y="4306824"/>
                </a:lnTo>
                <a:cubicBezTo>
                  <a:pt x="2706053" y="4307967"/>
                  <a:pt x="2704434" y="4308634"/>
                  <a:pt x="2702814" y="4308444"/>
                </a:cubicBezTo>
                <a:cubicBezTo>
                  <a:pt x="2701195" y="4308444"/>
                  <a:pt x="2699671" y="4307586"/>
                  <a:pt x="2698528" y="4306443"/>
                </a:cubicBezTo>
                <a:cubicBezTo>
                  <a:pt x="2696242" y="4303871"/>
                  <a:pt x="2696432" y="4299966"/>
                  <a:pt x="2699004" y="4297680"/>
                </a:cubicBezTo>
                <a:close/>
                <a:moveTo>
                  <a:pt x="2581847" y="4364831"/>
                </a:moveTo>
                <a:cubicBezTo>
                  <a:pt x="2574988" y="4374166"/>
                  <a:pt x="2561749" y="4376262"/>
                  <a:pt x="2552319" y="4369404"/>
                </a:cubicBezTo>
                <a:cubicBezTo>
                  <a:pt x="2542985" y="4362545"/>
                  <a:pt x="2540889" y="4349306"/>
                  <a:pt x="2547842" y="4339971"/>
                </a:cubicBezTo>
                <a:cubicBezTo>
                  <a:pt x="2551176" y="4335399"/>
                  <a:pt x="2556034" y="4332446"/>
                  <a:pt x="2561654" y="4331589"/>
                </a:cubicBezTo>
                <a:cubicBezTo>
                  <a:pt x="2567178" y="4330732"/>
                  <a:pt x="2572798" y="4332065"/>
                  <a:pt x="2577370" y="4335399"/>
                </a:cubicBezTo>
                <a:cubicBezTo>
                  <a:pt x="2581942" y="4338733"/>
                  <a:pt x="2584895" y="4343591"/>
                  <a:pt x="2585752" y="4349211"/>
                </a:cubicBezTo>
                <a:cubicBezTo>
                  <a:pt x="2586609" y="4354735"/>
                  <a:pt x="2585276" y="4360355"/>
                  <a:pt x="2581942" y="4364831"/>
                </a:cubicBezTo>
                <a:close/>
                <a:moveTo>
                  <a:pt x="2752725" y="4365974"/>
                </a:moveTo>
                <a:cubicBezTo>
                  <a:pt x="2749487" y="4366927"/>
                  <a:pt x="2746058" y="4365022"/>
                  <a:pt x="2745105" y="4361688"/>
                </a:cubicBezTo>
                <a:cubicBezTo>
                  <a:pt x="2744153" y="4358450"/>
                  <a:pt x="2746058" y="4354926"/>
                  <a:pt x="2749392" y="4354068"/>
                </a:cubicBezTo>
                <a:cubicBezTo>
                  <a:pt x="2749963" y="4353878"/>
                  <a:pt x="2750534" y="4353782"/>
                  <a:pt x="2751106" y="4353782"/>
                </a:cubicBezTo>
                <a:cubicBezTo>
                  <a:pt x="2752154" y="4353782"/>
                  <a:pt x="2753201" y="4354068"/>
                  <a:pt x="2754059" y="4354545"/>
                </a:cubicBezTo>
                <a:cubicBezTo>
                  <a:pt x="2755487" y="4355306"/>
                  <a:pt x="2756535" y="4356640"/>
                  <a:pt x="2757011" y="4358259"/>
                </a:cubicBezTo>
                <a:cubicBezTo>
                  <a:pt x="2757964" y="4361498"/>
                  <a:pt x="2756059" y="4365022"/>
                  <a:pt x="2752725" y="4365879"/>
                </a:cubicBezTo>
                <a:close/>
                <a:moveTo>
                  <a:pt x="2860929" y="4124230"/>
                </a:moveTo>
                <a:cubicBezTo>
                  <a:pt x="2858548" y="4121182"/>
                  <a:pt x="2859024" y="4116705"/>
                  <a:pt x="2862167" y="4114324"/>
                </a:cubicBezTo>
                <a:cubicBezTo>
                  <a:pt x="2863501" y="4113276"/>
                  <a:pt x="2865025" y="4112800"/>
                  <a:pt x="2866549" y="4112800"/>
                </a:cubicBezTo>
                <a:cubicBezTo>
                  <a:pt x="2868644" y="4112800"/>
                  <a:pt x="2870740" y="4113752"/>
                  <a:pt x="2872169" y="4115562"/>
                </a:cubicBezTo>
                <a:cubicBezTo>
                  <a:pt x="2873312" y="4117086"/>
                  <a:pt x="2873883" y="4118896"/>
                  <a:pt x="2873597" y="4120801"/>
                </a:cubicBezTo>
                <a:cubicBezTo>
                  <a:pt x="2873407" y="4122706"/>
                  <a:pt x="2872454" y="4124325"/>
                  <a:pt x="2870930" y="4125563"/>
                </a:cubicBezTo>
                <a:cubicBezTo>
                  <a:pt x="2869406" y="4126706"/>
                  <a:pt x="2867597" y="4127278"/>
                  <a:pt x="2865692" y="4126992"/>
                </a:cubicBezTo>
                <a:cubicBezTo>
                  <a:pt x="2863787" y="4126802"/>
                  <a:pt x="2862167" y="4125849"/>
                  <a:pt x="2860929" y="4124325"/>
                </a:cubicBezTo>
                <a:close/>
                <a:moveTo>
                  <a:pt x="14192" y="3785045"/>
                </a:moveTo>
                <a:lnTo>
                  <a:pt x="95" y="3785045"/>
                </a:lnTo>
                <a:cubicBezTo>
                  <a:pt x="95" y="3785045"/>
                  <a:pt x="95" y="3780282"/>
                  <a:pt x="95" y="3780282"/>
                </a:cubicBezTo>
                <a:lnTo>
                  <a:pt x="14192" y="3780282"/>
                </a:lnTo>
                <a:cubicBezTo>
                  <a:pt x="14192" y="3780282"/>
                  <a:pt x="14192" y="3785045"/>
                  <a:pt x="14192" y="3785045"/>
                </a:cubicBezTo>
                <a:close/>
                <a:moveTo>
                  <a:pt x="100298" y="3813524"/>
                </a:moveTo>
                <a:cubicBezTo>
                  <a:pt x="100298" y="3809619"/>
                  <a:pt x="103442" y="3806476"/>
                  <a:pt x="107347" y="3806476"/>
                </a:cubicBezTo>
                <a:cubicBezTo>
                  <a:pt x="111252" y="3806476"/>
                  <a:pt x="114395" y="3809619"/>
                  <a:pt x="114395" y="3813524"/>
                </a:cubicBezTo>
                <a:cubicBezTo>
                  <a:pt x="114395" y="3817430"/>
                  <a:pt x="111252" y="3820573"/>
                  <a:pt x="107347" y="3820573"/>
                </a:cubicBezTo>
                <a:cubicBezTo>
                  <a:pt x="103442" y="3820573"/>
                  <a:pt x="100298" y="3817430"/>
                  <a:pt x="100298" y="3813524"/>
                </a:cubicBezTo>
                <a:close/>
                <a:moveTo>
                  <a:pt x="2767108" y="4506087"/>
                </a:moveTo>
                <a:cubicBezTo>
                  <a:pt x="2767108" y="4511231"/>
                  <a:pt x="2771299" y="4515422"/>
                  <a:pt x="2776442" y="4515422"/>
                </a:cubicBezTo>
                <a:lnTo>
                  <a:pt x="2784538" y="4515422"/>
                </a:lnTo>
                <a:cubicBezTo>
                  <a:pt x="2789682" y="4515422"/>
                  <a:pt x="2793873" y="4511231"/>
                  <a:pt x="2793873" y="4506087"/>
                </a:cubicBezTo>
                <a:lnTo>
                  <a:pt x="2793873" y="4497991"/>
                </a:lnTo>
                <a:cubicBezTo>
                  <a:pt x="2793873" y="4492847"/>
                  <a:pt x="2789682" y="4488656"/>
                  <a:pt x="2784538" y="4488656"/>
                </a:cubicBezTo>
                <a:lnTo>
                  <a:pt x="2776442" y="4488656"/>
                </a:lnTo>
                <a:cubicBezTo>
                  <a:pt x="2774823" y="4488656"/>
                  <a:pt x="2773394" y="4489133"/>
                  <a:pt x="2772061" y="4489895"/>
                </a:cubicBezTo>
                <a:lnTo>
                  <a:pt x="2761107" y="4479036"/>
                </a:lnTo>
                <a:lnTo>
                  <a:pt x="2629376" y="4478751"/>
                </a:lnTo>
                <a:lnTo>
                  <a:pt x="2628424" y="4478751"/>
                </a:lnTo>
                <a:lnTo>
                  <a:pt x="2610231" y="4496753"/>
                </a:lnTo>
                <a:cubicBezTo>
                  <a:pt x="2607945" y="4495038"/>
                  <a:pt x="2605183" y="4493990"/>
                  <a:pt x="2602135" y="4493990"/>
                </a:cubicBezTo>
                <a:cubicBezTo>
                  <a:pt x="2594610" y="4493990"/>
                  <a:pt x="2588514" y="4500087"/>
                  <a:pt x="2588514" y="4507611"/>
                </a:cubicBezTo>
                <a:cubicBezTo>
                  <a:pt x="2588514" y="4515136"/>
                  <a:pt x="2594610" y="4521232"/>
                  <a:pt x="2602135" y="4521232"/>
                </a:cubicBezTo>
                <a:cubicBezTo>
                  <a:pt x="2609660" y="4521232"/>
                  <a:pt x="2615755" y="4515136"/>
                  <a:pt x="2615755" y="4507611"/>
                </a:cubicBezTo>
                <a:cubicBezTo>
                  <a:pt x="2615755" y="4504849"/>
                  <a:pt x="2614898" y="4502372"/>
                  <a:pt x="2613565" y="4500182"/>
                </a:cubicBezTo>
                <a:lnTo>
                  <a:pt x="2630424" y="4483418"/>
                </a:lnTo>
                <a:lnTo>
                  <a:pt x="2759297" y="4483704"/>
                </a:lnTo>
                <a:lnTo>
                  <a:pt x="2768822" y="4493038"/>
                </a:lnTo>
                <a:cubicBezTo>
                  <a:pt x="2767965" y="4494467"/>
                  <a:pt x="2767298" y="4496086"/>
                  <a:pt x="2767298" y="4497801"/>
                </a:cubicBezTo>
                <a:lnTo>
                  <a:pt x="2767298" y="4505897"/>
                </a:lnTo>
                <a:close/>
                <a:moveTo>
                  <a:pt x="2771870" y="4497991"/>
                </a:moveTo>
                <a:cubicBezTo>
                  <a:pt x="2771870" y="4495419"/>
                  <a:pt x="2773966" y="4493419"/>
                  <a:pt x="2776442" y="4493419"/>
                </a:cubicBezTo>
                <a:lnTo>
                  <a:pt x="2784538" y="4493419"/>
                </a:lnTo>
                <a:cubicBezTo>
                  <a:pt x="2787110" y="4493419"/>
                  <a:pt x="2789111" y="4495514"/>
                  <a:pt x="2789111" y="4497991"/>
                </a:cubicBezTo>
                <a:lnTo>
                  <a:pt x="2789111" y="4506087"/>
                </a:lnTo>
                <a:cubicBezTo>
                  <a:pt x="2789111" y="4508659"/>
                  <a:pt x="2787015" y="4510659"/>
                  <a:pt x="2784538" y="4510659"/>
                </a:cubicBezTo>
                <a:lnTo>
                  <a:pt x="2776442" y="4510659"/>
                </a:lnTo>
                <a:cubicBezTo>
                  <a:pt x="2773871" y="4510659"/>
                  <a:pt x="2771870" y="4508564"/>
                  <a:pt x="2771870" y="4506087"/>
                </a:cubicBezTo>
                <a:lnTo>
                  <a:pt x="2771870" y="4497991"/>
                </a:lnTo>
                <a:close/>
                <a:moveTo>
                  <a:pt x="2577465" y="4352354"/>
                </a:moveTo>
                <a:cubicBezTo>
                  <a:pt x="2577465" y="4359307"/>
                  <a:pt x="2571845" y="4365022"/>
                  <a:pt x="2564797" y="4365022"/>
                </a:cubicBezTo>
                <a:cubicBezTo>
                  <a:pt x="2557748" y="4365022"/>
                  <a:pt x="2552129" y="4359402"/>
                  <a:pt x="2552129" y="4352354"/>
                </a:cubicBezTo>
                <a:cubicBezTo>
                  <a:pt x="2552129" y="4345305"/>
                  <a:pt x="2557748" y="4339686"/>
                  <a:pt x="2564797" y="4339686"/>
                </a:cubicBezTo>
                <a:cubicBezTo>
                  <a:pt x="2571845" y="4339686"/>
                  <a:pt x="2577465" y="4345305"/>
                  <a:pt x="2577465" y="4352354"/>
                </a:cubicBezTo>
                <a:close/>
                <a:moveTo>
                  <a:pt x="653129" y="2762631"/>
                </a:moveTo>
                <a:lnTo>
                  <a:pt x="623983" y="2734437"/>
                </a:lnTo>
                <a:lnTo>
                  <a:pt x="623983" y="2694146"/>
                </a:lnTo>
                <a:cubicBezTo>
                  <a:pt x="623983" y="2694146"/>
                  <a:pt x="633317" y="2683669"/>
                  <a:pt x="633317" y="2683669"/>
                </a:cubicBezTo>
                <a:cubicBezTo>
                  <a:pt x="633984" y="2684145"/>
                  <a:pt x="634746" y="2684526"/>
                  <a:pt x="635508" y="2684812"/>
                </a:cubicBezTo>
                <a:cubicBezTo>
                  <a:pt x="637032" y="2685479"/>
                  <a:pt x="638747" y="2685764"/>
                  <a:pt x="640271" y="2685764"/>
                </a:cubicBezTo>
                <a:cubicBezTo>
                  <a:pt x="645319" y="2685764"/>
                  <a:pt x="650081" y="2682812"/>
                  <a:pt x="652082" y="2677859"/>
                </a:cubicBezTo>
                <a:cubicBezTo>
                  <a:pt x="654749" y="2671382"/>
                  <a:pt x="651605" y="2663952"/>
                  <a:pt x="645128" y="2661285"/>
                </a:cubicBezTo>
                <a:cubicBezTo>
                  <a:pt x="641985" y="2660047"/>
                  <a:pt x="638556" y="2660047"/>
                  <a:pt x="635413" y="2661285"/>
                </a:cubicBezTo>
                <a:cubicBezTo>
                  <a:pt x="632270" y="2662619"/>
                  <a:pt x="629888" y="2665095"/>
                  <a:pt x="628555" y="2668238"/>
                </a:cubicBezTo>
                <a:cubicBezTo>
                  <a:pt x="626840" y="2672429"/>
                  <a:pt x="627507" y="2676906"/>
                  <a:pt x="629984" y="2680335"/>
                </a:cubicBezTo>
                <a:lnTo>
                  <a:pt x="619316" y="2692242"/>
                </a:lnTo>
                <a:lnTo>
                  <a:pt x="619316" y="2736437"/>
                </a:lnTo>
                <a:cubicBezTo>
                  <a:pt x="619316" y="2736437"/>
                  <a:pt x="649700" y="2765774"/>
                  <a:pt x="649700" y="2765774"/>
                </a:cubicBezTo>
                <a:lnTo>
                  <a:pt x="649700" y="2765774"/>
                </a:lnTo>
                <a:cubicBezTo>
                  <a:pt x="645890" y="2769489"/>
                  <a:pt x="645700" y="2775585"/>
                  <a:pt x="649415" y="2779395"/>
                </a:cubicBezTo>
                <a:lnTo>
                  <a:pt x="664750" y="2795397"/>
                </a:lnTo>
                <a:cubicBezTo>
                  <a:pt x="666560" y="2797302"/>
                  <a:pt x="668941" y="2798350"/>
                  <a:pt x="671513" y="2798350"/>
                </a:cubicBezTo>
                <a:cubicBezTo>
                  <a:pt x="671513" y="2798350"/>
                  <a:pt x="671703" y="2798350"/>
                  <a:pt x="671703" y="2798350"/>
                </a:cubicBezTo>
                <a:cubicBezTo>
                  <a:pt x="674179" y="2798350"/>
                  <a:pt x="676561" y="2797397"/>
                  <a:pt x="678371" y="2795683"/>
                </a:cubicBezTo>
                <a:lnTo>
                  <a:pt x="680752" y="2793397"/>
                </a:lnTo>
                <a:cubicBezTo>
                  <a:pt x="684562" y="2789777"/>
                  <a:pt x="684752" y="2783586"/>
                  <a:pt x="681038" y="2779776"/>
                </a:cubicBezTo>
                <a:lnTo>
                  <a:pt x="665702" y="2763774"/>
                </a:lnTo>
                <a:cubicBezTo>
                  <a:pt x="663893" y="2761869"/>
                  <a:pt x="661511" y="2760821"/>
                  <a:pt x="658940" y="2760821"/>
                </a:cubicBezTo>
                <a:cubicBezTo>
                  <a:pt x="656939" y="2760631"/>
                  <a:pt x="654939" y="2761298"/>
                  <a:pt x="653320" y="2762536"/>
                </a:cubicBezTo>
                <a:close/>
                <a:moveTo>
                  <a:pt x="632936" y="2670048"/>
                </a:moveTo>
                <a:cubicBezTo>
                  <a:pt x="634556" y="2665952"/>
                  <a:pt x="639223" y="2664047"/>
                  <a:pt x="643319" y="2665667"/>
                </a:cubicBezTo>
                <a:cubicBezTo>
                  <a:pt x="647414" y="2667286"/>
                  <a:pt x="649319" y="2671953"/>
                  <a:pt x="647700" y="2676049"/>
                </a:cubicBezTo>
                <a:cubicBezTo>
                  <a:pt x="646081" y="2680145"/>
                  <a:pt x="641414" y="2682050"/>
                  <a:pt x="637318" y="2680430"/>
                </a:cubicBezTo>
                <a:cubicBezTo>
                  <a:pt x="633222" y="2678811"/>
                  <a:pt x="631317" y="2674144"/>
                  <a:pt x="632936" y="2670048"/>
                </a:cubicBezTo>
                <a:close/>
                <a:moveTo>
                  <a:pt x="677323" y="2783205"/>
                </a:moveTo>
                <a:cubicBezTo>
                  <a:pt x="679133" y="2785110"/>
                  <a:pt x="679133" y="2788253"/>
                  <a:pt x="677132" y="2790063"/>
                </a:cubicBezTo>
                <a:lnTo>
                  <a:pt x="674751" y="2792349"/>
                </a:lnTo>
                <a:cubicBezTo>
                  <a:pt x="673799" y="2793206"/>
                  <a:pt x="672846" y="2793873"/>
                  <a:pt x="671322" y="2793683"/>
                </a:cubicBezTo>
                <a:cubicBezTo>
                  <a:pt x="669989" y="2793683"/>
                  <a:pt x="668846" y="2793111"/>
                  <a:pt x="667893" y="2792159"/>
                </a:cubicBezTo>
                <a:lnTo>
                  <a:pt x="667417" y="2791682"/>
                </a:lnTo>
                <a:lnTo>
                  <a:pt x="676847" y="2782729"/>
                </a:lnTo>
                <a:lnTo>
                  <a:pt x="677323" y="2783205"/>
                </a:lnTo>
                <a:close/>
                <a:moveTo>
                  <a:pt x="673513" y="2779109"/>
                </a:moveTo>
                <a:lnTo>
                  <a:pt x="664083" y="2788063"/>
                </a:lnTo>
                <a:lnTo>
                  <a:pt x="655796" y="2779395"/>
                </a:lnTo>
                <a:lnTo>
                  <a:pt x="665226" y="2770442"/>
                </a:lnTo>
                <a:lnTo>
                  <a:pt x="673513" y="2779109"/>
                </a:lnTo>
                <a:close/>
                <a:moveTo>
                  <a:pt x="652082" y="2775299"/>
                </a:moveTo>
                <a:cubicBezTo>
                  <a:pt x="650939" y="2773394"/>
                  <a:pt x="651129" y="2770918"/>
                  <a:pt x="652748" y="2769299"/>
                </a:cubicBezTo>
                <a:lnTo>
                  <a:pt x="655129" y="2767013"/>
                </a:lnTo>
                <a:cubicBezTo>
                  <a:pt x="656082" y="2766155"/>
                  <a:pt x="657225" y="2765679"/>
                  <a:pt x="658463" y="2765679"/>
                </a:cubicBezTo>
                <a:lnTo>
                  <a:pt x="658559" y="2765679"/>
                </a:lnTo>
                <a:cubicBezTo>
                  <a:pt x="659511" y="2765679"/>
                  <a:pt x="660368" y="2766060"/>
                  <a:pt x="661130" y="2766632"/>
                </a:cubicBezTo>
                <a:lnTo>
                  <a:pt x="651986" y="2775299"/>
                </a:lnTo>
                <a:close/>
                <a:moveTo>
                  <a:pt x="98774" y="3825050"/>
                </a:moveTo>
                <a:cubicBezTo>
                  <a:pt x="105156" y="3829717"/>
                  <a:pt x="114110" y="3828384"/>
                  <a:pt x="118777" y="3822002"/>
                </a:cubicBezTo>
                <a:cubicBezTo>
                  <a:pt x="120682" y="3819430"/>
                  <a:pt x="121539" y="3816477"/>
                  <a:pt x="121539" y="3813524"/>
                </a:cubicBezTo>
                <a:cubicBezTo>
                  <a:pt x="121539" y="3809143"/>
                  <a:pt x="119539" y="3804761"/>
                  <a:pt x="115729" y="3801904"/>
                </a:cubicBezTo>
                <a:cubicBezTo>
                  <a:pt x="109347" y="3797237"/>
                  <a:pt x="100394" y="3798570"/>
                  <a:pt x="95726" y="3804952"/>
                </a:cubicBezTo>
                <a:cubicBezTo>
                  <a:pt x="94393" y="3806762"/>
                  <a:pt x="93536" y="3808857"/>
                  <a:pt x="93250" y="3811048"/>
                </a:cubicBezTo>
                <a:lnTo>
                  <a:pt x="95" y="3811048"/>
                </a:lnTo>
                <a:lnTo>
                  <a:pt x="95" y="3815810"/>
                </a:lnTo>
                <a:lnTo>
                  <a:pt x="93155" y="3815810"/>
                </a:lnTo>
                <a:cubicBezTo>
                  <a:pt x="93821" y="3819525"/>
                  <a:pt x="95726" y="3822763"/>
                  <a:pt x="98774" y="3824954"/>
                </a:cubicBezTo>
                <a:close/>
                <a:moveTo>
                  <a:pt x="97822" y="3806571"/>
                </a:moveTo>
                <a:cubicBezTo>
                  <a:pt x="101632" y="3801332"/>
                  <a:pt x="108966" y="3800285"/>
                  <a:pt x="114205" y="3804095"/>
                </a:cubicBezTo>
                <a:cubicBezTo>
                  <a:pt x="119348" y="3807905"/>
                  <a:pt x="120491" y="3815239"/>
                  <a:pt x="116681" y="3820478"/>
                </a:cubicBezTo>
                <a:cubicBezTo>
                  <a:pt x="114872" y="3822954"/>
                  <a:pt x="112109" y="3824669"/>
                  <a:pt x="109061" y="3825145"/>
                </a:cubicBezTo>
                <a:cubicBezTo>
                  <a:pt x="106013" y="3825621"/>
                  <a:pt x="102870" y="3824859"/>
                  <a:pt x="100394" y="3823049"/>
                </a:cubicBezTo>
                <a:cubicBezTo>
                  <a:pt x="97917" y="3821240"/>
                  <a:pt x="96203" y="3818477"/>
                  <a:pt x="95726" y="3815429"/>
                </a:cubicBezTo>
                <a:cubicBezTo>
                  <a:pt x="95726" y="3814858"/>
                  <a:pt x="95631" y="3814191"/>
                  <a:pt x="95631" y="3813620"/>
                </a:cubicBezTo>
                <a:cubicBezTo>
                  <a:pt x="95631" y="3811143"/>
                  <a:pt x="96393" y="3808762"/>
                  <a:pt x="97917" y="3806762"/>
                </a:cubicBezTo>
                <a:close/>
                <a:moveTo>
                  <a:pt x="1121759" y="347567"/>
                </a:moveTo>
                <a:lnTo>
                  <a:pt x="1128903" y="347567"/>
                </a:lnTo>
                <a:cubicBezTo>
                  <a:pt x="1128903" y="347567"/>
                  <a:pt x="1128903" y="357854"/>
                  <a:pt x="1128903" y="357854"/>
                </a:cubicBezTo>
                <a:lnTo>
                  <a:pt x="1121759" y="357854"/>
                </a:lnTo>
                <a:cubicBezTo>
                  <a:pt x="1121759" y="357854"/>
                  <a:pt x="1121759" y="347567"/>
                  <a:pt x="1121759" y="347567"/>
                </a:cubicBezTo>
                <a:close/>
                <a:moveTo>
                  <a:pt x="1128903" y="328517"/>
                </a:moveTo>
                <a:lnTo>
                  <a:pt x="1128903" y="329470"/>
                </a:lnTo>
                <a:cubicBezTo>
                  <a:pt x="1128903" y="329470"/>
                  <a:pt x="1128998" y="329565"/>
                  <a:pt x="1128998" y="329565"/>
                </a:cubicBezTo>
                <a:lnTo>
                  <a:pt x="1128998" y="329756"/>
                </a:lnTo>
                <a:cubicBezTo>
                  <a:pt x="1128998" y="329756"/>
                  <a:pt x="1128808" y="337280"/>
                  <a:pt x="1128808" y="337280"/>
                </a:cubicBezTo>
                <a:lnTo>
                  <a:pt x="1121664" y="337280"/>
                </a:lnTo>
                <a:cubicBezTo>
                  <a:pt x="1121664" y="337280"/>
                  <a:pt x="1121664" y="327184"/>
                  <a:pt x="1121664" y="327184"/>
                </a:cubicBezTo>
                <a:lnTo>
                  <a:pt x="1123379" y="325088"/>
                </a:lnTo>
                <a:lnTo>
                  <a:pt x="1127570" y="328422"/>
                </a:lnTo>
                <a:lnTo>
                  <a:pt x="1128808" y="328422"/>
                </a:lnTo>
                <a:close/>
                <a:moveTo>
                  <a:pt x="1128713" y="437388"/>
                </a:moveTo>
                <a:cubicBezTo>
                  <a:pt x="1134428" y="435769"/>
                  <a:pt x="1138619" y="430625"/>
                  <a:pt x="1138619" y="424434"/>
                </a:cubicBezTo>
                <a:cubicBezTo>
                  <a:pt x="1138619" y="417005"/>
                  <a:pt x="1132618" y="411004"/>
                  <a:pt x="1125188" y="411004"/>
                </a:cubicBezTo>
                <a:cubicBezTo>
                  <a:pt x="1117759" y="411004"/>
                  <a:pt x="1111758" y="417005"/>
                  <a:pt x="1111758" y="424434"/>
                </a:cubicBezTo>
                <a:cubicBezTo>
                  <a:pt x="1111758" y="430625"/>
                  <a:pt x="1115949" y="435769"/>
                  <a:pt x="1121664" y="437388"/>
                </a:cubicBezTo>
                <a:lnTo>
                  <a:pt x="1121664" y="440341"/>
                </a:lnTo>
                <a:lnTo>
                  <a:pt x="1128808" y="440341"/>
                </a:lnTo>
                <a:lnTo>
                  <a:pt x="1128808" y="437388"/>
                </a:lnTo>
                <a:close/>
                <a:moveTo>
                  <a:pt x="1116521" y="424529"/>
                </a:moveTo>
                <a:cubicBezTo>
                  <a:pt x="1116521" y="419767"/>
                  <a:pt x="1120426" y="415862"/>
                  <a:pt x="1125188" y="415862"/>
                </a:cubicBezTo>
                <a:cubicBezTo>
                  <a:pt x="1129951" y="415862"/>
                  <a:pt x="1133856" y="419767"/>
                  <a:pt x="1133856" y="424529"/>
                </a:cubicBezTo>
                <a:cubicBezTo>
                  <a:pt x="1133856" y="429292"/>
                  <a:pt x="1129951" y="433197"/>
                  <a:pt x="1125188" y="433197"/>
                </a:cubicBezTo>
                <a:cubicBezTo>
                  <a:pt x="1120426" y="433197"/>
                  <a:pt x="1116521" y="429292"/>
                  <a:pt x="1116521" y="424529"/>
                </a:cubicBezTo>
                <a:close/>
                <a:moveTo>
                  <a:pt x="520065" y="2032921"/>
                </a:moveTo>
                <a:lnTo>
                  <a:pt x="527209" y="2032921"/>
                </a:lnTo>
                <a:lnTo>
                  <a:pt x="527209" y="2041398"/>
                </a:lnTo>
                <a:lnTo>
                  <a:pt x="520065" y="2041398"/>
                </a:lnTo>
                <a:lnTo>
                  <a:pt x="520065" y="2032921"/>
                </a:lnTo>
                <a:close/>
                <a:moveTo>
                  <a:pt x="1852994" y="2392109"/>
                </a:moveTo>
                <a:lnTo>
                  <a:pt x="1839563" y="2378678"/>
                </a:lnTo>
                <a:lnTo>
                  <a:pt x="1842897" y="2375345"/>
                </a:lnTo>
                <a:lnTo>
                  <a:pt x="1856327" y="2388775"/>
                </a:lnTo>
                <a:lnTo>
                  <a:pt x="1852994" y="2392109"/>
                </a:lnTo>
                <a:close/>
                <a:moveTo>
                  <a:pt x="1272921" y="545878"/>
                </a:moveTo>
                <a:lnTo>
                  <a:pt x="1272921" y="650177"/>
                </a:lnTo>
                <a:lnTo>
                  <a:pt x="1262444" y="658177"/>
                </a:lnTo>
                <a:lnTo>
                  <a:pt x="1262444" y="723614"/>
                </a:lnTo>
                <a:lnTo>
                  <a:pt x="1261777" y="723614"/>
                </a:lnTo>
                <a:cubicBezTo>
                  <a:pt x="1260253" y="723614"/>
                  <a:pt x="1259110" y="724852"/>
                  <a:pt x="1259110" y="726281"/>
                </a:cubicBezTo>
                <a:lnTo>
                  <a:pt x="1259110" y="739235"/>
                </a:lnTo>
                <a:cubicBezTo>
                  <a:pt x="1259110" y="740759"/>
                  <a:pt x="1260348" y="741902"/>
                  <a:pt x="1261777" y="741902"/>
                </a:cubicBezTo>
                <a:lnTo>
                  <a:pt x="1267778" y="741902"/>
                </a:lnTo>
                <a:cubicBezTo>
                  <a:pt x="1269302" y="741902"/>
                  <a:pt x="1270445" y="740664"/>
                  <a:pt x="1270445" y="739235"/>
                </a:cubicBezTo>
                <a:lnTo>
                  <a:pt x="1270445" y="726281"/>
                </a:lnTo>
                <a:cubicBezTo>
                  <a:pt x="1270445" y="724757"/>
                  <a:pt x="1269206" y="723614"/>
                  <a:pt x="1267778" y="723614"/>
                </a:cubicBezTo>
                <a:lnTo>
                  <a:pt x="1267111" y="723614"/>
                </a:lnTo>
                <a:lnTo>
                  <a:pt x="1267111" y="660559"/>
                </a:lnTo>
                <a:cubicBezTo>
                  <a:pt x="1267111" y="660559"/>
                  <a:pt x="1277779" y="652558"/>
                  <a:pt x="1277779" y="652558"/>
                </a:cubicBezTo>
                <a:lnTo>
                  <a:pt x="1277779" y="548164"/>
                </a:lnTo>
                <a:lnTo>
                  <a:pt x="1286923" y="540639"/>
                </a:lnTo>
                <a:lnTo>
                  <a:pt x="1286923" y="456438"/>
                </a:lnTo>
                <a:lnTo>
                  <a:pt x="1291781" y="456438"/>
                </a:lnTo>
                <a:cubicBezTo>
                  <a:pt x="1295495" y="456438"/>
                  <a:pt x="1298639" y="453390"/>
                  <a:pt x="1298639" y="449580"/>
                </a:cubicBezTo>
                <a:lnTo>
                  <a:pt x="1298639" y="435102"/>
                </a:lnTo>
                <a:cubicBezTo>
                  <a:pt x="1298639" y="431387"/>
                  <a:pt x="1295591" y="428244"/>
                  <a:pt x="1291781" y="428244"/>
                </a:cubicBezTo>
                <a:lnTo>
                  <a:pt x="1277303" y="428244"/>
                </a:lnTo>
                <a:cubicBezTo>
                  <a:pt x="1273588" y="428244"/>
                  <a:pt x="1270445" y="431292"/>
                  <a:pt x="1270445" y="435102"/>
                </a:cubicBezTo>
                <a:lnTo>
                  <a:pt x="1270445" y="449580"/>
                </a:lnTo>
                <a:cubicBezTo>
                  <a:pt x="1270445" y="453295"/>
                  <a:pt x="1273493" y="456438"/>
                  <a:pt x="1277303" y="456438"/>
                </a:cubicBezTo>
                <a:lnTo>
                  <a:pt x="1282160" y="456438"/>
                </a:lnTo>
                <a:lnTo>
                  <a:pt x="1282160" y="538448"/>
                </a:lnTo>
                <a:lnTo>
                  <a:pt x="1273016" y="545973"/>
                </a:lnTo>
                <a:close/>
                <a:moveTo>
                  <a:pt x="1277303" y="451676"/>
                </a:moveTo>
                <a:cubicBezTo>
                  <a:pt x="1276160" y="451676"/>
                  <a:pt x="1275207" y="450723"/>
                  <a:pt x="1275207" y="449580"/>
                </a:cubicBezTo>
                <a:lnTo>
                  <a:pt x="1275207" y="435102"/>
                </a:lnTo>
                <a:cubicBezTo>
                  <a:pt x="1275207" y="433959"/>
                  <a:pt x="1276160" y="433007"/>
                  <a:pt x="1277303" y="433007"/>
                </a:cubicBezTo>
                <a:lnTo>
                  <a:pt x="1291781" y="433007"/>
                </a:lnTo>
                <a:cubicBezTo>
                  <a:pt x="1292924" y="433007"/>
                  <a:pt x="1293876" y="433959"/>
                  <a:pt x="1293876" y="435102"/>
                </a:cubicBezTo>
                <a:lnTo>
                  <a:pt x="1293876" y="449580"/>
                </a:lnTo>
                <a:cubicBezTo>
                  <a:pt x="1293876" y="450723"/>
                  <a:pt x="1292924" y="451676"/>
                  <a:pt x="1291781" y="451676"/>
                </a:cubicBezTo>
                <a:lnTo>
                  <a:pt x="1277303" y="451676"/>
                </a:lnTo>
                <a:close/>
                <a:moveTo>
                  <a:pt x="1475994" y="218218"/>
                </a:moveTo>
                <a:cubicBezTo>
                  <a:pt x="1475994" y="214503"/>
                  <a:pt x="1472946" y="211360"/>
                  <a:pt x="1469136" y="211360"/>
                </a:cubicBezTo>
                <a:lnTo>
                  <a:pt x="1454753" y="211360"/>
                </a:lnTo>
                <a:cubicBezTo>
                  <a:pt x="1451039" y="211360"/>
                  <a:pt x="1447895" y="214408"/>
                  <a:pt x="1447895" y="218218"/>
                </a:cubicBezTo>
                <a:lnTo>
                  <a:pt x="1447895" y="232601"/>
                </a:lnTo>
                <a:cubicBezTo>
                  <a:pt x="1447895" y="236315"/>
                  <a:pt x="1450943" y="239458"/>
                  <a:pt x="1454753" y="239458"/>
                </a:cubicBezTo>
                <a:lnTo>
                  <a:pt x="1469136" y="239458"/>
                </a:lnTo>
                <a:cubicBezTo>
                  <a:pt x="1470089" y="239458"/>
                  <a:pt x="1471041" y="239268"/>
                  <a:pt x="1471803" y="238887"/>
                </a:cubicBezTo>
                <a:lnTo>
                  <a:pt x="1509713" y="275463"/>
                </a:lnTo>
                <a:lnTo>
                  <a:pt x="1509713" y="333851"/>
                </a:lnTo>
                <a:lnTo>
                  <a:pt x="1527143" y="354139"/>
                </a:lnTo>
                <a:cubicBezTo>
                  <a:pt x="1525810" y="355854"/>
                  <a:pt x="1524953" y="357759"/>
                  <a:pt x="1524762" y="359950"/>
                </a:cubicBezTo>
                <a:cubicBezTo>
                  <a:pt x="1524476" y="365855"/>
                  <a:pt x="1529048" y="370904"/>
                  <a:pt x="1534954" y="371189"/>
                </a:cubicBezTo>
                <a:cubicBezTo>
                  <a:pt x="1535144" y="371189"/>
                  <a:pt x="1535335" y="371189"/>
                  <a:pt x="1535525" y="371189"/>
                </a:cubicBezTo>
                <a:cubicBezTo>
                  <a:pt x="1536859" y="371189"/>
                  <a:pt x="1538192" y="370904"/>
                  <a:pt x="1539335" y="370427"/>
                </a:cubicBezTo>
                <a:lnTo>
                  <a:pt x="1556480" y="391001"/>
                </a:lnTo>
                <a:lnTo>
                  <a:pt x="1558195" y="463010"/>
                </a:lnTo>
                <a:lnTo>
                  <a:pt x="1548289" y="481298"/>
                </a:lnTo>
                <a:lnTo>
                  <a:pt x="1547908" y="526542"/>
                </a:lnTo>
                <a:lnTo>
                  <a:pt x="1542478" y="526542"/>
                </a:lnTo>
                <a:cubicBezTo>
                  <a:pt x="1538954" y="526542"/>
                  <a:pt x="1536192" y="529400"/>
                  <a:pt x="1536192" y="532829"/>
                </a:cubicBezTo>
                <a:lnTo>
                  <a:pt x="1536192" y="548259"/>
                </a:lnTo>
                <a:cubicBezTo>
                  <a:pt x="1536192" y="551783"/>
                  <a:pt x="1539050" y="554546"/>
                  <a:pt x="1542478" y="554546"/>
                </a:cubicBezTo>
                <a:lnTo>
                  <a:pt x="1547813" y="554546"/>
                </a:lnTo>
                <a:lnTo>
                  <a:pt x="1547813" y="646081"/>
                </a:lnTo>
                <a:lnTo>
                  <a:pt x="1515999" y="673227"/>
                </a:lnTo>
                <a:lnTo>
                  <a:pt x="1515999" y="757428"/>
                </a:lnTo>
                <a:lnTo>
                  <a:pt x="1498473" y="773716"/>
                </a:lnTo>
                <a:lnTo>
                  <a:pt x="1498473" y="830390"/>
                </a:lnTo>
                <a:cubicBezTo>
                  <a:pt x="1495330" y="830961"/>
                  <a:pt x="1492472" y="832676"/>
                  <a:pt x="1490567" y="835247"/>
                </a:cubicBezTo>
                <a:cubicBezTo>
                  <a:pt x="1486376" y="840867"/>
                  <a:pt x="1487615" y="848868"/>
                  <a:pt x="1493330" y="853059"/>
                </a:cubicBezTo>
                <a:cubicBezTo>
                  <a:pt x="1495044" y="854297"/>
                  <a:pt x="1496854" y="854869"/>
                  <a:pt x="1498759" y="855250"/>
                </a:cubicBezTo>
                <a:lnTo>
                  <a:pt x="1556766" y="916781"/>
                </a:lnTo>
                <a:lnTo>
                  <a:pt x="1554004" y="916781"/>
                </a:lnTo>
                <a:cubicBezTo>
                  <a:pt x="1551527" y="916781"/>
                  <a:pt x="1549527" y="918782"/>
                  <a:pt x="1549527" y="921258"/>
                </a:cubicBezTo>
                <a:lnTo>
                  <a:pt x="1549527" y="935641"/>
                </a:lnTo>
                <a:cubicBezTo>
                  <a:pt x="1549527" y="938117"/>
                  <a:pt x="1551527" y="940118"/>
                  <a:pt x="1554004" y="940118"/>
                </a:cubicBezTo>
                <a:lnTo>
                  <a:pt x="1568387" y="940118"/>
                </a:lnTo>
                <a:cubicBezTo>
                  <a:pt x="1570863" y="940118"/>
                  <a:pt x="1572863" y="938117"/>
                  <a:pt x="1572863" y="935641"/>
                </a:cubicBezTo>
                <a:lnTo>
                  <a:pt x="1572863" y="921258"/>
                </a:lnTo>
                <a:cubicBezTo>
                  <a:pt x="1572863" y="918782"/>
                  <a:pt x="1570863" y="916781"/>
                  <a:pt x="1568387" y="916781"/>
                </a:cubicBezTo>
                <a:lnTo>
                  <a:pt x="1562481" y="916781"/>
                </a:lnTo>
                <a:lnTo>
                  <a:pt x="1562481" y="858107"/>
                </a:lnTo>
                <a:cubicBezTo>
                  <a:pt x="1562481" y="858107"/>
                  <a:pt x="1563053" y="858107"/>
                  <a:pt x="1563338" y="858107"/>
                </a:cubicBezTo>
                <a:cubicBezTo>
                  <a:pt x="1567244" y="857536"/>
                  <a:pt x="1570577" y="855440"/>
                  <a:pt x="1572959" y="852297"/>
                </a:cubicBezTo>
                <a:cubicBezTo>
                  <a:pt x="1577721" y="845820"/>
                  <a:pt x="1576292" y="836581"/>
                  <a:pt x="1569815" y="831818"/>
                </a:cubicBezTo>
                <a:cubicBezTo>
                  <a:pt x="1568196" y="830675"/>
                  <a:pt x="1566482" y="829913"/>
                  <a:pt x="1564672" y="829437"/>
                </a:cubicBezTo>
                <a:lnTo>
                  <a:pt x="1564672" y="826961"/>
                </a:lnTo>
                <a:lnTo>
                  <a:pt x="1557528" y="826961"/>
                </a:lnTo>
                <a:lnTo>
                  <a:pt x="1557528" y="829532"/>
                </a:lnTo>
                <a:cubicBezTo>
                  <a:pt x="1554385" y="830294"/>
                  <a:pt x="1551337" y="832104"/>
                  <a:pt x="1549241" y="834962"/>
                </a:cubicBezTo>
                <a:lnTo>
                  <a:pt x="1549241" y="834962"/>
                </a:lnTo>
                <a:cubicBezTo>
                  <a:pt x="1546955" y="838105"/>
                  <a:pt x="1546003" y="842010"/>
                  <a:pt x="1546574" y="845820"/>
                </a:cubicBezTo>
                <a:cubicBezTo>
                  <a:pt x="1547146" y="849725"/>
                  <a:pt x="1549241" y="853059"/>
                  <a:pt x="1552385" y="855440"/>
                </a:cubicBezTo>
                <a:cubicBezTo>
                  <a:pt x="1554575" y="857060"/>
                  <a:pt x="1557052" y="857822"/>
                  <a:pt x="1559719" y="858107"/>
                </a:cubicBezTo>
                <a:lnTo>
                  <a:pt x="1559719" y="916686"/>
                </a:lnTo>
                <a:lnTo>
                  <a:pt x="1501997" y="855440"/>
                </a:lnTo>
                <a:cubicBezTo>
                  <a:pt x="1505426" y="855059"/>
                  <a:pt x="1508760" y="853440"/>
                  <a:pt x="1510951" y="850392"/>
                </a:cubicBezTo>
                <a:lnTo>
                  <a:pt x="1510951" y="850392"/>
                </a:lnTo>
                <a:cubicBezTo>
                  <a:pt x="1512951" y="847630"/>
                  <a:pt x="1513808" y="844296"/>
                  <a:pt x="1513237" y="840962"/>
                </a:cubicBezTo>
                <a:cubicBezTo>
                  <a:pt x="1512761" y="837629"/>
                  <a:pt x="1510951" y="834676"/>
                  <a:pt x="1508189" y="832676"/>
                </a:cubicBezTo>
                <a:cubicBezTo>
                  <a:pt x="1506665" y="831533"/>
                  <a:pt x="1504855" y="830961"/>
                  <a:pt x="1503045" y="830580"/>
                </a:cubicBezTo>
                <a:lnTo>
                  <a:pt x="1503045" y="776002"/>
                </a:lnTo>
                <a:lnTo>
                  <a:pt x="1520571" y="759714"/>
                </a:lnTo>
                <a:lnTo>
                  <a:pt x="1520571" y="675704"/>
                </a:lnTo>
                <a:lnTo>
                  <a:pt x="1552385" y="648557"/>
                </a:lnTo>
                <a:lnTo>
                  <a:pt x="1552385" y="554831"/>
                </a:lnTo>
                <a:lnTo>
                  <a:pt x="1557719" y="554831"/>
                </a:lnTo>
                <a:cubicBezTo>
                  <a:pt x="1561243" y="554831"/>
                  <a:pt x="1564005" y="551974"/>
                  <a:pt x="1564005" y="548545"/>
                </a:cubicBezTo>
                <a:lnTo>
                  <a:pt x="1564005" y="533114"/>
                </a:lnTo>
                <a:cubicBezTo>
                  <a:pt x="1564005" y="529590"/>
                  <a:pt x="1561148" y="526828"/>
                  <a:pt x="1557719" y="526828"/>
                </a:cubicBezTo>
                <a:lnTo>
                  <a:pt x="1552480" y="526828"/>
                </a:lnTo>
                <a:lnTo>
                  <a:pt x="1552480" y="483299"/>
                </a:lnTo>
                <a:cubicBezTo>
                  <a:pt x="1552480" y="483299"/>
                  <a:pt x="1562767" y="464439"/>
                  <a:pt x="1562767" y="464439"/>
                </a:cubicBezTo>
                <a:lnTo>
                  <a:pt x="1561052" y="389573"/>
                </a:lnTo>
                <a:lnTo>
                  <a:pt x="1543050" y="368046"/>
                </a:lnTo>
                <a:cubicBezTo>
                  <a:pt x="1544669" y="366236"/>
                  <a:pt x="1545812" y="363950"/>
                  <a:pt x="1546003" y="361379"/>
                </a:cubicBezTo>
                <a:lnTo>
                  <a:pt x="1546003" y="361379"/>
                </a:lnTo>
                <a:cubicBezTo>
                  <a:pt x="1546289" y="355473"/>
                  <a:pt x="1541717" y="350425"/>
                  <a:pt x="1535906" y="350139"/>
                </a:cubicBezTo>
                <a:cubicBezTo>
                  <a:pt x="1534097" y="350139"/>
                  <a:pt x="1532287" y="350615"/>
                  <a:pt x="1530668" y="351377"/>
                </a:cubicBezTo>
                <a:lnTo>
                  <a:pt x="1514285" y="332423"/>
                </a:lnTo>
                <a:lnTo>
                  <a:pt x="1514285" y="273749"/>
                </a:lnTo>
                <a:lnTo>
                  <a:pt x="1474946" y="235839"/>
                </a:lnTo>
                <a:cubicBezTo>
                  <a:pt x="1475327" y="234982"/>
                  <a:pt x="1475613" y="234029"/>
                  <a:pt x="1475613" y="232982"/>
                </a:cubicBezTo>
                <a:lnTo>
                  <a:pt x="1475613" y="218599"/>
                </a:lnTo>
                <a:close/>
                <a:moveTo>
                  <a:pt x="1471232" y="232601"/>
                </a:moveTo>
                <a:cubicBezTo>
                  <a:pt x="1471232" y="233744"/>
                  <a:pt x="1470279" y="234696"/>
                  <a:pt x="1469136" y="234696"/>
                </a:cubicBezTo>
                <a:lnTo>
                  <a:pt x="1454753" y="234696"/>
                </a:lnTo>
                <a:cubicBezTo>
                  <a:pt x="1453610" y="234696"/>
                  <a:pt x="1452658" y="233744"/>
                  <a:pt x="1452658" y="232601"/>
                </a:cubicBezTo>
                <a:lnTo>
                  <a:pt x="1452658" y="218218"/>
                </a:lnTo>
                <a:cubicBezTo>
                  <a:pt x="1452658" y="217075"/>
                  <a:pt x="1453610" y="216122"/>
                  <a:pt x="1454753" y="216122"/>
                </a:cubicBezTo>
                <a:lnTo>
                  <a:pt x="1469136" y="216122"/>
                </a:lnTo>
                <a:cubicBezTo>
                  <a:pt x="1470279" y="216122"/>
                  <a:pt x="1471232" y="217075"/>
                  <a:pt x="1471232" y="218218"/>
                </a:cubicBezTo>
                <a:lnTo>
                  <a:pt x="1471232" y="232601"/>
                </a:lnTo>
                <a:close/>
                <a:moveTo>
                  <a:pt x="1554385" y="853059"/>
                </a:moveTo>
                <a:cubicBezTo>
                  <a:pt x="1551813" y="851154"/>
                  <a:pt x="1550099" y="848392"/>
                  <a:pt x="1549622" y="845249"/>
                </a:cubicBezTo>
                <a:cubicBezTo>
                  <a:pt x="1549146" y="842105"/>
                  <a:pt x="1549908" y="838962"/>
                  <a:pt x="1551813" y="836390"/>
                </a:cubicBezTo>
                <a:cubicBezTo>
                  <a:pt x="1555718" y="831056"/>
                  <a:pt x="1563243" y="829913"/>
                  <a:pt x="1568577" y="833819"/>
                </a:cubicBezTo>
                <a:cubicBezTo>
                  <a:pt x="1571149" y="835724"/>
                  <a:pt x="1572863" y="838486"/>
                  <a:pt x="1573340" y="841629"/>
                </a:cubicBezTo>
                <a:cubicBezTo>
                  <a:pt x="1573816" y="844772"/>
                  <a:pt x="1573054" y="847916"/>
                  <a:pt x="1571149" y="850487"/>
                </a:cubicBezTo>
                <a:cubicBezTo>
                  <a:pt x="1569244" y="853059"/>
                  <a:pt x="1566482" y="854774"/>
                  <a:pt x="1563338" y="855250"/>
                </a:cubicBezTo>
                <a:cubicBezTo>
                  <a:pt x="1560195" y="855726"/>
                  <a:pt x="1557052" y="854964"/>
                  <a:pt x="1554480" y="853059"/>
                </a:cubicBezTo>
                <a:close/>
                <a:moveTo>
                  <a:pt x="1507141" y="834295"/>
                </a:moveTo>
                <a:cubicBezTo>
                  <a:pt x="1509332" y="835914"/>
                  <a:pt x="1510856" y="838391"/>
                  <a:pt x="1511237" y="841058"/>
                </a:cubicBezTo>
                <a:cubicBezTo>
                  <a:pt x="1511618" y="843820"/>
                  <a:pt x="1510951" y="846582"/>
                  <a:pt x="1509332" y="848773"/>
                </a:cubicBezTo>
                <a:cubicBezTo>
                  <a:pt x="1505903" y="853440"/>
                  <a:pt x="1499426" y="854393"/>
                  <a:pt x="1494853" y="850964"/>
                </a:cubicBezTo>
                <a:cubicBezTo>
                  <a:pt x="1492663" y="849344"/>
                  <a:pt x="1491139" y="846868"/>
                  <a:pt x="1490758" y="844201"/>
                </a:cubicBezTo>
                <a:cubicBezTo>
                  <a:pt x="1490377" y="841439"/>
                  <a:pt x="1491044" y="838676"/>
                  <a:pt x="1492663" y="836486"/>
                </a:cubicBezTo>
                <a:cubicBezTo>
                  <a:pt x="1494282" y="834295"/>
                  <a:pt x="1496759" y="832771"/>
                  <a:pt x="1499426" y="832390"/>
                </a:cubicBezTo>
                <a:cubicBezTo>
                  <a:pt x="1502188" y="832009"/>
                  <a:pt x="1504950" y="832676"/>
                  <a:pt x="1507141" y="834295"/>
                </a:cubicBezTo>
                <a:close/>
                <a:moveTo>
                  <a:pt x="1558100" y="531209"/>
                </a:moveTo>
                <a:cubicBezTo>
                  <a:pt x="1558957" y="531209"/>
                  <a:pt x="1559624" y="531876"/>
                  <a:pt x="1559624" y="532733"/>
                </a:cubicBezTo>
                <a:lnTo>
                  <a:pt x="1559624" y="548164"/>
                </a:lnTo>
                <a:cubicBezTo>
                  <a:pt x="1559624" y="549021"/>
                  <a:pt x="1558957" y="549688"/>
                  <a:pt x="1558100" y="549688"/>
                </a:cubicBezTo>
                <a:lnTo>
                  <a:pt x="1542669" y="549688"/>
                </a:lnTo>
                <a:cubicBezTo>
                  <a:pt x="1541812" y="549688"/>
                  <a:pt x="1541145" y="549021"/>
                  <a:pt x="1541145" y="548164"/>
                </a:cubicBezTo>
                <a:lnTo>
                  <a:pt x="1541145" y="532733"/>
                </a:lnTo>
                <a:cubicBezTo>
                  <a:pt x="1541145" y="531876"/>
                  <a:pt x="1541812" y="531209"/>
                  <a:pt x="1542669" y="531209"/>
                </a:cubicBezTo>
                <a:lnTo>
                  <a:pt x="1558100" y="531209"/>
                </a:lnTo>
                <a:close/>
                <a:moveTo>
                  <a:pt x="1531620" y="355949"/>
                </a:moveTo>
                <a:cubicBezTo>
                  <a:pt x="1532763" y="354997"/>
                  <a:pt x="1534097" y="354425"/>
                  <a:pt x="1535621" y="354425"/>
                </a:cubicBezTo>
                <a:cubicBezTo>
                  <a:pt x="1535716" y="354425"/>
                  <a:pt x="1535811" y="354425"/>
                  <a:pt x="1535906" y="354425"/>
                </a:cubicBezTo>
                <a:cubicBezTo>
                  <a:pt x="1539145" y="354616"/>
                  <a:pt x="1541717" y="357378"/>
                  <a:pt x="1541526" y="360712"/>
                </a:cubicBezTo>
                <a:cubicBezTo>
                  <a:pt x="1541336" y="363950"/>
                  <a:pt x="1538573" y="366522"/>
                  <a:pt x="1535240" y="366332"/>
                </a:cubicBezTo>
                <a:cubicBezTo>
                  <a:pt x="1532001" y="366141"/>
                  <a:pt x="1529429" y="363379"/>
                  <a:pt x="1529620" y="360045"/>
                </a:cubicBezTo>
                <a:cubicBezTo>
                  <a:pt x="1529620" y="358426"/>
                  <a:pt x="1530382" y="356997"/>
                  <a:pt x="1531620" y="355949"/>
                </a:cubicBezTo>
                <a:close/>
                <a:moveTo>
                  <a:pt x="1325785" y="4515803"/>
                </a:moveTo>
                <a:cubicBezTo>
                  <a:pt x="1331976" y="4518374"/>
                  <a:pt x="1339120" y="4515517"/>
                  <a:pt x="1341692" y="4509326"/>
                </a:cubicBezTo>
                <a:cubicBezTo>
                  <a:pt x="1344263" y="4503135"/>
                  <a:pt x="1341406" y="4495991"/>
                  <a:pt x="1335215" y="4493419"/>
                </a:cubicBezTo>
                <a:cubicBezTo>
                  <a:pt x="1334167" y="4492943"/>
                  <a:pt x="1333024" y="4492943"/>
                  <a:pt x="1331976" y="4492752"/>
                </a:cubicBezTo>
                <a:lnTo>
                  <a:pt x="1331976" y="4391978"/>
                </a:lnTo>
                <a:lnTo>
                  <a:pt x="1354169" y="4372832"/>
                </a:lnTo>
                <a:lnTo>
                  <a:pt x="1353503" y="4209479"/>
                </a:lnTo>
                <a:cubicBezTo>
                  <a:pt x="1356551" y="4208431"/>
                  <a:pt x="1359313" y="4206526"/>
                  <a:pt x="1361218" y="4203669"/>
                </a:cubicBezTo>
                <a:cubicBezTo>
                  <a:pt x="1365599" y="4196906"/>
                  <a:pt x="1363599" y="4187952"/>
                  <a:pt x="1356836" y="4183571"/>
                </a:cubicBezTo>
                <a:cubicBezTo>
                  <a:pt x="1350074" y="4179189"/>
                  <a:pt x="1341120" y="4181189"/>
                  <a:pt x="1336739" y="4187952"/>
                </a:cubicBezTo>
                <a:cubicBezTo>
                  <a:pt x="1332357" y="4194715"/>
                  <a:pt x="1334357" y="4203669"/>
                  <a:pt x="1341120" y="4208050"/>
                </a:cubicBezTo>
                <a:lnTo>
                  <a:pt x="1341120" y="4208050"/>
                </a:lnTo>
                <a:cubicBezTo>
                  <a:pt x="1343501" y="4209574"/>
                  <a:pt x="1346168" y="4210336"/>
                  <a:pt x="1348740" y="4210336"/>
                </a:cubicBezTo>
                <a:lnTo>
                  <a:pt x="1349407" y="4370737"/>
                </a:lnTo>
                <a:lnTo>
                  <a:pt x="1327214" y="4389882"/>
                </a:lnTo>
                <a:lnTo>
                  <a:pt x="1327214" y="4493229"/>
                </a:lnTo>
                <a:cubicBezTo>
                  <a:pt x="1323785" y="4494181"/>
                  <a:pt x="1320737" y="4496467"/>
                  <a:pt x="1319308" y="4500087"/>
                </a:cubicBezTo>
                <a:cubicBezTo>
                  <a:pt x="1316736" y="4506278"/>
                  <a:pt x="1319594" y="4513421"/>
                  <a:pt x="1325785" y="4515993"/>
                </a:cubicBezTo>
                <a:close/>
                <a:moveTo>
                  <a:pt x="1343692" y="4203954"/>
                </a:moveTo>
                <a:cubicBezTo>
                  <a:pt x="1339120" y="4201002"/>
                  <a:pt x="1337882" y="4195001"/>
                  <a:pt x="1340739" y="4190429"/>
                </a:cubicBezTo>
                <a:cubicBezTo>
                  <a:pt x="1343692" y="4185857"/>
                  <a:pt x="1349693" y="4184618"/>
                  <a:pt x="1354265" y="4187476"/>
                </a:cubicBezTo>
                <a:cubicBezTo>
                  <a:pt x="1358837" y="4190429"/>
                  <a:pt x="1360075" y="4196429"/>
                  <a:pt x="1357217" y="4201002"/>
                </a:cubicBezTo>
                <a:cubicBezTo>
                  <a:pt x="1354265" y="4205573"/>
                  <a:pt x="1348264" y="4206812"/>
                  <a:pt x="1343692" y="4203954"/>
                </a:cubicBezTo>
                <a:close/>
                <a:moveTo>
                  <a:pt x="527209" y="2007680"/>
                </a:moveTo>
                <a:lnTo>
                  <a:pt x="520065" y="2007680"/>
                </a:lnTo>
                <a:lnTo>
                  <a:pt x="520065" y="1999202"/>
                </a:lnTo>
                <a:lnTo>
                  <a:pt x="527209" y="1999202"/>
                </a:lnTo>
                <a:lnTo>
                  <a:pt x="527209" y="2007680"/>
                </a:lnTo>
                <a:close/>
                <a:moveTo>
                  <a:pt x="1802511" y="2334863"/>
                </a:moveTo>
                <a:lnTo>
                  <a:pt x="1799177" y="2338197"/>
                </a:lnTo>
                <a:lnTo>
                  <a:pt x="1785747" y="2324767"/>
                </a:lnTo>
                <a:lnTo>
                  <a:pt x="1789081" y="2321433"/>
                </a:lnTo>
                <a:lnTo>
                  <a:pt x="1802511" y="2334863"/>
                </a:lnTo>
                <a:close/>
                <a:moveTo>
                  <a:pt x="1538097" y="191453"/>
                </a:moveTo>
                <a:lnTo>
                  <a:pt x="1573149" y="227076"/>
                </a:lnTo>
                <a:cubicBezTo>
                  <a:pt x="1573149" y="227076"/>
                  <a:pt x="1574197" y="227743"/>
                  <a:pt x="1574864" y="227743"/>
                </a:cubicBezTo>
                <a:cubicBezTo>
                  <a:pt x="1574864" y="227743"/>
                  <a:pt x="1574959" y="227743"/>
                  <a:pt x="1575054" y="227743"/>
                </a:cubicBezTo>
                <a:cubicBezTo>
                  <a:pt x="1575721" y="227743"/>
                  <a:pt x="1576388" y="227267"/>
                  <a:pt x="1576769" y="226695"/>
                </a:cubicBezTo>
                <a:lnTo>
                  <a:pt x="1591532" y="205454"/>
                </a:lnTo>
                <a:cubicBezTo>
                  <a:pt x="1591532" y="205454"/>
                  <a:pt x="1591913" y="204597"/>
                  <a:pt x="1591913" y="204121"/>
                </a:cubicBezTo>
                <a:lnTo>
                  <a:pt x="1591913" y="147161"/>
                </a:lnTo>
                <a:cubicBezTo>
                  <a:pt x="1597247" y="146018"/>
                  <a:pt x="1601343" y="141446"/>
                  <a:pt x="1601343" y="135827"/>
                </a:cubicBezTo>
                <a:cubicBezTo>
                  <a:pt x="1601343" y="129254"/>
                  <a:pt x="1596009" y="124016"/>
                  <a:pt x="1589532" y="124016"/>
                </a:cubicBezTo>
                <a:cubicBezTo>
                  <a:pt x="1583055" y="124016"/>
                  <a:pt x="1577721" y="129350"/>
                  <a:pt x="1577721" y="135827"/>
                </a:cubicBezTo>
                <a:cubicBezTo>
                  <a:pt x="1577721" y="141542"/>
                  <a:pt x="1581817" y="146018"/>
                  <a:pt x="1587151" y="147161"/>
                </a:cubicBezTo>
                <a:lnTo>
                  <a:pt x="1587151" y="203359"/>
                </a:lnTo>
                <a:lnTo>
                  <a:pt x="1574387" y="221647"/>
                </a:lnTo>
                <a:lnTo>
                  <a:pt x="1542098" y="188786"/>
                </a:lnTo>
                <a:lnTo>
                  <a:pt x="1542098" y="159449"/>
                </a:lnTo>
                <a:cubicBezTo>
                  <a:pt x="1546193" y="158496"/>
                  <a:pt x="1549241" y="154972"/>
                  <a:pt x="1549241" y="150590"/>
                </a:cubicBezTo>
                <a:cubicBezTo>
                  <a:pt x="1549241" y="145447"/>
                  <a:pt x="1545050" y="141256"/>
                  <a:pt x="1539907" y="141256"/>
                </a:cubicBezTo>
                <a:cubicBezTo>
                  <a:pt x="1534763" y="141256"/>
                  <a:pt x="1530572" y="145447"/>
                  <a:pt x="1530572" y="150590"/>
                </a:cubicBezTo>
                <a:cubicBezTo>
                  <a:pt x="1530572" y="154781"/>
                  <a:pt x="1533430" y="158210"/>
                  <a:pt x="1537240" y="159353"/>
                </a:cubicBezTo>
                <a:lnTo>
                  <a:pt x="1537240" y="189738"/>
                </a:lnTo>
                <a:cubicBezTo>
                  <a:pt x="1537240" y="190405"/>
                  <a:pt x="1537526" y="190976"/>
                  <a:pt x="1537907" y="191453"/>
                </a:cubicBezTo>
                <a:close/>
                <a:moveTo>
                  <a:pt x="1582579" y="135827"/>
                </a:moveTo>
                <a:cubicBezTo>
                  <a:pt x="1582579" y="131921"/>
                  <a:pt x="1585722" y="128778"/>
                  <a:pt x="1589627" y="128778"/>
                </a:cubicBezTo>
                <a:cubicBezTo>
                  <a:pt x="1593532" y="128778"/>
                  <a:pt x="1596676" y="131921"/>
                  <a:pt x="1596676" y="135827"/>
                </a:cubicBezTo>
                <a:cubicBezTo>
                  <a:pt x="1596676" y="139732"/>
                  <a:pt x="1593532" y="142875"/>
                  <a:pt x="1589627" y="142875"/>
                </a:cubicBezTo>
                <a:cubicBezTo>
                  <a:pt x="1585722" y="142875"/>
                  <a:pt x="1582579" y="139732"/>
                  <a:pt x="1582579" y="135827"/>
                </a:cubicBezTo>
                <a:close/>
                <a:moveTo>
                  <a:pt x="1920431" y="4386072"/>
                </a:moveTo>
                <a:cubicBezTo>
                  <a:pt x="1913573" y="4386072"/>
                  <a:pt x="1907953" y="4391025"/>
                  <a:pt x="1906810" y="4397502"/>
                </a:cubicBezTo>
                <a:lnTo>
                  <a:pt x="1900238" y="4397502"/>
                </a:lnTo>
                <a:lnTo>
                  <a:pt x="1861661" y="4444079"/>
                </a:lnTo>
                <a:lnTo>
                  <a:pt x="1855756" y="4444079"/>
                </a:lnTo>
                <a:cubicBezTo>
                  <a:pt x="1854613" y="4438269"/>
                  <a:pt x="1849660" y="4433697"/>
                  <a:pt x="1843373" y="4433697"/>
                </a:cubicBezTo>
                <a:cubicBezTo>
                  <a:pt x="1836325" y="4433697"/>
                  <a:pt x="1830515" y="4439412"/>
                  <a:pt x="1830515" y="4446556"/>
                </a:cubicBezTo>
                <a:cubicBezTo>
                  <a:pt x="1830515" y="4453700"/>
                  <a:pt x="1836230" y="4459415"/>
                  <a:pt x="1843373" y="4459415"/>
                </a:cubicBezTo>
                <a:cubicBezTo>
                  <a:pt x="1849565" y="4459415"/>
                  <a:pt x="1854613" y="4454843"/>
                  <a:pt x="1855756" y="4448937"/>
                </a:cubicBezTo>
                <a:lnTo>
                  <a:pt x="1863947" y="4448937"/>
                </a:lnTo>
                <a:cubicBezTo>
                  <a:pt x="1863947" y="4448937"/>
                  <a:pt x="1902524" y="4402265"/>
                  <a:pt x="1902524" y="4402265"/>
                </a:cubicBezTo>
                <a:lnTo>
                  <a:pt x="1906905" y="4402265"/>
                </a:lnTo>
                <a:cubicBezTo>
                  <a:pt x="1908048" y="4408742"/>
                  <a:pt x="1913668" y="4413695"/>
                  <a:pt x="1920526" y="4413695"/>
                </a:cubicBezTo>
                <a:cubicBezTo>
                  <a:pt x="1928146" y="4413695"/>
                  <a:pt x="1934337" y="4407504"/>
                  <a:pt x="1934337" y="4399884"/>
                </a:cubicBezTo>
                <a:cubicBezTo>
                  <a:pt x="1934337" y="4392263"/>
                  <a:pt x="1928146" y="4386072"/>
                  <a:pt x="1920526" y="4386072"/>
                </a:cubicBezTo>
                <a:close/>
                <a:moveTo>
                  <a:pt x="1843373" y="4454652"/>
                </a:moveTo>
                <a:cubicBezTo>
                  <a:pt x="1838897" y="4454652"/>
                  <a:pt x="1835277" y="4451033"/>
                  <a:pt x="1835277" y="4446556"/>
                </a:cubicBezTo>
                <a:cubicBezTo>
                  <a:pt x="1835277" y="4442079"/>
                  <a:pt x="1838897" y="4438460"/>
                  <a:pt x="1843373" y="4438460"/>
                </a:cubicBezTo>
                <a:cubicBezTo>
                  <a:pt x="1847850" y="4438460"/>
                  <a:pt x="1851470" y="4442079"/>
                  <a:pt x="1851470" y="4446556"/>
                </a:cubicBezTo>
                <a:cubicBezTo>
                  <a:pt x="1851470" y="4451033"/>
                  <a:pt x="1847850" y="4454652"/>
                  <a:pt x="1843373" y="4454652"/>
                </a:cubicBezTo>
                <a:close/>
                <a:moveTo>
                  <a:pt x="95" y="1297019"/>
                </a:moveTo>
                <a:lnTo>
                  <a:pt x="31433" y="1324642"/>
                </a:lnTo>
                <a:cubicBezTo>
                  <a:pt x="29528" y="1327309"/>
                  <a:pt x="28289" y="1330547"/>
                  <a:pt x="28289" y="1334072"/>
                </a:cubicBezTo>
                <a:cubicBezTo>
                  <a:pt x="28289" y="1343025"/>
                  <a:pt x="35528" y="1350264"/>
                  <a:pt x="44482" y="1350264"/>
                </a:cubicBezTo>
                <a:cubicBezTo>
                  <a:pt x="53435" y="1350264"/>
                  <a:pt x="60674" y="1343025"/>
                  <a:pt x="60674" y="1334072"/>
                </a:cubicBezTo>
                <a:cubicBezTo>
                  <a:pt x="60674" y="1325118"/>
                  <a:pt x="53435" y="1317879"/>
                  <a:pt x="44482" y="1317879"/>
                </a:cubicBezTo>
                <a:cubicBezTo>
                  <a:pt x="41720" y="1317879"/>
                  <a:pt x="39148" y="1318641"/>
                  <a:pt x="36862" y="1319879"/>
                </a:cubicBezTo>
                <a:lnTo>
                  <a:pt x="95" y="1287494"/>
                </a:lnTo>
                <a:lnTo>
                  <a:pt x="95" y="1297019"/>
                </a:lnTo>
                <a:close/>
                <a:moveTo>
                  <a:pt x="44482" y="1325023"/>
                </a:moveTo>
                <a:cubicBezTo>
                  <a:pt x="49435" y="1325023"/>
                  <a:pt x="53531" y="1329119"/>
                  <a:pt x="53531" y="1334072"/>
                </a:cubicBezTo>
                <a:cubicBezTo>
                  <a:pt x="53531" y="1339025"/>
                  <a:pt x="49435" y="1343120"/>
                  <a:pt x="44482" y="1343120"/>
                </a:cubicBezTo>
                <a:cubicBezTo>
                  <a:pt x="39529" y="1343120"/>
                  <a:pt x="35433" y="1339025"/>
                  <a:pt x="35433" y="1334072"/>
                </a:cubicBezTo>
                <a:cubicBezTo>
                  <a:pt x="35433" y="1329119"/>
                  <a:pt x="39529" y="1325023"/>
                  <a:pt x="44482" y="1325023"/>
                </a:cubicBezTo>
                <a:close/>
                <a:moveTo>
                  <a:pt x="2007584" y="4336923"/>
                </a:moveTo>
                <a:lnTo>
                  <a:pt x="2045970" y="4385596"/>
                </a:lnTo>
                <a:lnTo>
                  <a:pt x="2045970" y="4385596"/>
                </a:lnTo>
                <a:cubicBezTo>
                  <a:pt x="2045970" y="4385596"/>
                  <a:pt x="2045970" y="4401122"/>
                  <a:pt x="2045970" y="4401122"/>
                </a:cubicBezTo>
                <a:cubicBezTo>
                  <a:pt x="2045970" y="4403694"/>
                  <a:pt x="2047494" y="4405884"/>
                  <a:pt x="2049780" y="4406837"/>
                </a:cubicBezTo>
                <a:lnTo>
                  <a:pt x="2049780" y="4434745"/>
                </a:lnTo>
                <a:lnTo>
                  <a:pt x="2065973" y="4456557"/>
                </a:lnTo>
                <a:lnTo>
                  <a:pt x="2143601" y="4456557"/>
                </a:lnTo>
                <a:lnTo>
                  <a:pt x="2158746" y="4440936"/>
                </a:lnTo>
                <a:lnTo>
                  <a:pt x="2198942" y="4441222"/>
                </a:lnTo>
                <a:cubicBezTo>
                  <a:pt x="2198942" y="4441222"/>
                  <a:pt x="2198942" y="4442079"/>
                  <a:pt x="2199227" y="4442460"/>
                </a:cubicBezTo>
                <a:cubicBezTo>
                  <a:pt x="2201323" y="4447509"/>
                  <a:pt x="2207038" y="4449890"/>
                  <a:pt x="2211991" y="4447794"/>
                </a:cubicBezTo>
                <a:cubicBezTo>
                  <a:pt x="2217039" y="4445699"/>
                  <a:pt x="2219420" y="4439984"/>
                  <a:pt x="2217325" y="4435031"/>
                </a:cubicBezTo>
                <a:cubicBezTo>
                  <a:pt x="2216753" y="4433697"/>
                  <a:pt x="2215896" y="4432554"/>
                  <a:pt x="2214944" y="4431602"/>
                </a:cubicBezTo>
                <a:lnTo>
                  <a:pt x="2230088" y="4414457"/>
                </a:lnTo>
                <a:cubicBezTo>
                  <a:pt x="2230088" y="4414457"/>
                  <a:pt x="2230660" y="4413409"/>
                  <a:pt x="2230660" y="4412837"/>
                </a:cubicBezTo>
                <a:lnTo>
                  <a:pt x="2230374" y="4349592"/>
                </a:lnTo>
                <a:cubicBezTo>
                  <a:pt x="2230374" y="4349592"/>
                  <a:pt x="2230374" y="4348925"/>
                  <a:pt x="2230184" y="4348544"/>
                </a:cubicBezTo>
                <a:lnTo>
                  <a:pt x="2219135" y="4324255"/>
                </a:lnTo>
                <a:cubicBezTo>
                  <a:pt x="2219992" y="4323588"/>
                  <a:pt x="2220849" y="4322826"/>
                  <a:pt x="2221516" y="4321874"/>
                </a:cubicBezTo>
                <a:cubicBezTo>
                  <a:pt x="2223135" y="4319397"/>
                  <a:pt x="2223707" y="4316445"/>
                  <a:pt x="2223135" y="4313492"/>
                </a:cubicBezTo>
                <a:cubicBezTo>
                  <a:pt x="2222564" y="4310539"/>
                  <a:pt x="2220849" y="4308062"/>
                  <a:pt x="2218373" y="4306443"/>
                </a:cubicBezTo>
                <a:cubicBezTo>
                  <a:pt x="2215896" y="4304824"/>
                  <a:pt x="2212943" y="4304253"/>
                  <a:pt x="2209991" y="4304824"/>
                </a:cubicBezTo>
                <a:cubicBezTo>
                  <a:pt x="2203990" y="4306062"/>
                  <a:pt x="2200085" y="4311968"/>
                  <a:pt x="2201228" y="4317969"/>
                </a:cubicBezTo>
                <a:cubicBezTo>
                  <a:pt x="2202275" y="4323303"/>
                  <a:pt x="2206943" y="4326922"/>
                  <a:pt x="2212181" y="4326922"/>
                </a:cubicBezTo>
                <a:cubicBezTo>
                  <a:pt x="2212943" y="4326922"/>
                  <a:pt x="2213610" y="4326922"/>
                  <a:pt x="2214372" y="4326731"/>
                </a:cubicBezTo>
                <a:cubicBezTo>
                  <a:pt x="2214467" y="4326731"/>
                  <a:pt x="2214563" y="4326636"/>
                  <a:pt x="2214753" y="4326541"/>
                </a:cubicBezTo>
                <a:lnTo>
                  <a:pt x="2225421" y="4350068"/>
                </a:lnTo>
                <a:lnTo>
                  <a:pt x="2225612" y="4411885"/>
                </a:lnTo>
                <a:lnTo>
                  <a:pt x="2210181" y="4429316"/>
                </a:lnTo>
                <a:cubicBezTo>
                  <a:pt x="2208276" y="4428839"/>
                  <a:pt x="2206276" y="4428839"/>
                  <a:pt x="2204276" y="4429602"/>
                </a:cubicBezTo>
                <a:cubicBezTo>
                  <a:pt x="2201323" y="4430840"/>
                  <a:pt x="2199418" y="4433316"/>
                  <a:pt x="2198656" y="4436269"/>
                </a:cubicBezTo>
                <a:lnTo>
                  <a:pt x="2156365" y="4435983"/>
                </a:lnTo>
                <a:lnTo>
                  <a:pt x="2141220" y="4451604"/>
                </a:lnTo>
                <a:lnTo>
                  <a:pt x="2068163" y="4451604"/>
                </a:lnTo>
                <a:lnTo>
                  <a:pt x="2054447" y="4433030"/>
                </a:lnTo>
                <a:lnTo>
                  <a:pt x="2054447" y="4406742"/>
                </a:lnTo>
                <a:cubicBezTo>
                  <a:pt x="2056638" y="4405789"/>
                  <a:pt x="2058257" y="4403598"/>
                  <a:pt x="2058257" y="4401027"/>
                </a:cubicBezTo>
                <a:lnTo>
                  <a:pt x="2058257" y="4381500"/>
                </a:lnTo>
                <a:cubicBezTo>
                  <a:pt x="2058257" y="4378071"/>
                  <a:pt x="2055495" y="4375214"/>
                  <a:pt x="2051971" y="4375214"/>
                </a:cubicBezTo>
                <a:cubicBezTo>
                  <a:pt x="2049590" y="4375214"/>
                  <a:pt x="2047589" y="4376643"/>
                  <a:pt x="2046542" y="4378643"/>
                </a:cubicBezTo>
                <a:lnTo>
                  <a:pt x="2009680" y="4331970"/>
                </a:lnTo>
                <a:lnTo>
                  <a:pt x="1934051" y="4331970"/>
                </a:lnTo>
                <a:lnTo>
                  <a:pt x="1890046" y="4368737"/>
                </a:lnTo>
                <a:cubicBezTo>
                  <a:pt x="1888427" y="4367784"/>
                  <a:pt x="1886712" y="4367118"/>
                  <a:pt x="1884712" y="4367118"/>
                </a:cubicBezTo>
                <a:cubicBezTo>
                  <a:pt x="1878711" y="4367118"/>
                  <a:pt x="1873758" y="4371975"/>
                  <a:pt x="1873758" y="4378071"/>
                </a:cubicBezTo>
                <a:cubicBezTo>
                  <a:pt x="1873758" y="4384167"/>
                  <a:pt x="1878616" y="4389025"/>
                  <a:pt x="1884712" y="4389025"/>
                </a:cubicBezTo>
                <a:cubicBezTo>
                  <a:pt x="1890808" y="4389025"/>
                  <a:pt x="1895666" y="4384167"/>
                  <a:pt x="1895666" y="4378071"/>
                </a:cubicBezTo>
                <a:cubicBezTo>
                  <a:pt x="1895666" y="4375785"/>
                  <a:pt x="1894808" y="4373785"/>
                  <a:pt x="1893665" y="4372070"/>
                </a:cubicBezTo>
                <a:lnTo>
                  <a:pt x="1936052" y="4336828"/>
                </a:lnTo>
                <a:lnTo>
                  <a:pt x="2007299" y="4336828"/>
                </a:lnTo>
                <a:close/>
                <a:moveTo>
                  <a:pt x="2217611" y="4319302"/>
                </a:moveTo>
                <a:cubicBezTo>
                  <a:pt x="2216658" y="4320731"/>
                  <a:pt x="2215229" y="4321683"/>
                  <a:pt x="2213610" y="4321969"/>
                </a:cubicBezTo>
                <a:cubicBezTo>
                  <a:pt x="2210276" y="4322636"/>
                  <a:pt x="2206943" y="4320445"/>
                  <a:pt x="2206181" y="4317111"/>
                </a:cubicBezTo>
                <a:cubicBezTo>
                  <a:pt x="2205514" y="4313682"/>
                  <a:pt x="2207705" y="4310444"/>
                  <a:pt x="2211134" y="4309682"/>
                </a:cubicBezTo>
                <a:cubicBezTo>
                  <a:pt x="2212753" y="4309301"/>
                  <a:pt x="2214467" y="4309682"/>
                  <a:pt x="2215896" y="4310634"/>
                </a:cubicBezTo>
                <a:cubicBezTo>
                  <a:pt x="2217325" y="4311587"/>
                  <a:pt x="2218277" y="4313015"/>
                  <a:pt x="2218563" y="4314635"/>
                </a:cubicBezTo>
                <a:cubicBezTo>
                  <a:pt x="2218944" y="4316254"/>
                  <a:pt x="2218563" y="4317969"/>
                  <a:pt x="2217611" y="4319397"/>
                </a:cubicBezTo>
                <a:close/>
                <a:moveTo>
                  <a:pt x="1536192" y="302609"/>
                </a:moveTo>
                <a:cubicBezTo>
                  <a:pt x="1530096" y="302324"/>
                  <a:pt x="1524857" y="306991"/>
                  <a:pt x="1524572" y="313087"/>
                </a:cubicBezTo>
                <a:cubicBezTo>
                  <a:pt x="1524286" y="319183"/>
                  <a:pt x="1528953" y="324422"/>
                  <a:pt x="1535049" y="324707"/>
                </a:cubicBezTo>
                <a:cubicBezTo>
                  <a:pt x="1537145" y="324803"/>
                  <a:pt x="1539050" y="324136"/>
                  <a:pt x="1540764" y="323279"/>
                </a:cubicBezTo>
                <a:lnTo>
                  <a:pt x="1589437" y="382429"/>
                </a:lnTo>
                <a:lnTo>
                  <a:pt x="1589151" y="481394"/>
                </a:lnTo>
                <a:lnTo>
                  <a:pt x="1584293" y="481394"/>
                </a:lnTo>
                <a:cubicBezTo>
                  <a:pt x="1580578" y="481394"/>
                  <a:pt x="1577435" y="484442"/>
                  <a:pt x="1577435" y="488252"/>
                </a:cubicBezTo>
                <a:lnTo>
                  <a:pt x="1577435" y="502634"/>
                </a:lnTo>
                <a:cubicBezTo>
                  <a:pt x="1577435" y="506349"/>
                  <a:pt x="1580483" y="509492"/>
                  <a:pt x="1584293" y="509492"/>
                </a:cubicBezTo>
                <a:lnTo>
                  <a:pt x="1598676" y="509492"/>
                </a:lnTo>
                <a:cubicBezTo>
                  <a:pt x="1602391" y="509492"/>
                  <a:pt x="1605534" y="506444"/>
                  <a:pt x="1605534" y="502634"/>
                </a:cubicBezTo>
                <a:lnTo>
                  <a:pt x="1605534" y="488252"/>
                </a:lnTo>
                <a:cubicBezTo>
                  <a:pt x="1605534" y="484537"/>
                  <a:pt x="1602486" y="481394"/>
                  <a:pt x="1598676" y="481394"/>
                </a:cubicBezTo>
                <a:lnTo>
                  <a:pt x="1593818" y="481394"/>
                </a:lnTo>
                <a:lnTo>
                  <a:pt x="1594104" y="380714"/>
                </a:lnTo>
                <a:lnTo>
                  <a:pt x="1544288" y="320135"/>
                </a:lnTo>
                <a:cubicBezTo>
                  <a:pt x="1545527" y="318421"/>
                  <a:pt x="1546479" y="316516"/>
                  <a:pt x="1546574" y="314230"/>
                </a:cubicBezTo>
                <a:cubicBezTo>
                  <a:pt x="1546860" y="308134"/>
                  <a:pt x="1542193" y="302895"/>
                  <a:pt x="1536097" y="302609"/>
                </a:cubicBezTo>
                <a:close/>
                <a:moveTo>
                  <a:pt x="1598771" y="486156"/>
                </a:moveTo>
                <a:cubicBezTo>
                  <a:pt x="1599914" y="486156"/>
                  <a:pt x="1600867" y="487109"/>
                  <a:pt x="1600867" y="488252"/>
                </a:cubicBezTo>
                <a:lnTo>
                  <a:pt x="1600867" y="502634"/>
                </a:lnTo>
                <a:cubicBezTo>
                  <a:pt x="1600867" y="503777"/>
                  <a:pt x="1599914" y="504730"/>
                  <a:pt x="1598771" y="504730"/>
                </a:cubicBezTo>
                <a:lnTo>
                  <a:pt x="1584389" y="504730"/>
                </a:lnTo>
                <a:cubicBezTo>
                  <a:pt x="1583246" y="504730"/>
                  <a:pt x="1582293" y="503777"/>
                  <a:pt x="1582293" y="502634"/>
                </a:cubicBezTo>
                <a:lnTo>
                  <a:pt x="1582293" y="488252"/>
                </a:lnTo>
                <a:cubicBezTo>
                  <a:pt x="1582293" y="487109"/>
                  <a:pt x="1583246" y="486156"/>
                  <a:pt x="1584389" y="486156"/>
                </a:cubicBezTo>
                <a:lnTo>
                  <a:pt x="1598771" y="486156"/>
                </a:lnTo>
                <a:close/>
                <a:moveTo>
                  <a:pt x="520065" y="2016062"/>
                </a:moveTo>
                <a:lnTo>
                  <a:pt x="527209" y="2016062"/>
                </a:lnTo>
                <a:lnTo>
                  <a:pt x="527209" y="2024539"/>
                </a:lnTo>
                <a:lnTo>
                  <a:pt x="520065" y="2024539"/>
                </a:lnTo>
                <a:lnTo>
                  <a:pt x="520065" y="2016062"/>
                </a:lnTo>
                <a:close/>
                <a:moveTo>
                  <a:pt x="1826038" y="2365153"/>
                </a:moveTo>
                <a:lnTo>
                  <a:pt x="1812607" y="2351723"/>
                </a:lnTo>
                <a:lnTo>
                  <a:pt x="1815941" y="2348389"/>
                </a:lnTo>
                <a:lnTo>
                  <a:pt x="1829467" y="2361819"/>
                </a:lnTo>
                <a:lnTo>
                  <a:pt x="1826133" y="2365153"/>
                </a:lnTo>
                <a:close/>
                <a:moveTo>
                  <a:pt x="1207389" y="4287203"/>
                </a:moveTo>
                <a:cubicBezTo>
                  <a:pt x="1205484" y="4289012"/>
                  <a:pt x="1204436" y="4291298"/>
                  <a:pt x="1203960" y="4293680"/>
                </a:cubicBezTo>
                <a:lnTo>
                  <a:pt x="1127284" y="4293394"/>
                </a:lnTo>
                <a:lnTo>
                  <a:pt x="1108139" y="4271201"/>
                </a:lnTo>
                <a:lnTo>
                  <a:pt x="985361" y="4271201"/>
                </a:lnTo>
                <a:lnTo>
                  <a:pt x="976598" y="4261866"/>
                </a:lnTo>
                <a:lnTo>
                  <a:pt x="976598" y="4224814"/>
                </a:lnTo>
                <a:cubicBezTo>
                  <a:pt x="976598" y="4224814"/>
                  <a:pt x="976979" y="4224814"/>
                  <a:pt x="977265" y="4224814"/>
                </a:cubicBezTo>
                <a:cubicBezTo>
                  <a:pt x="980123" y="4224052"/>
                  <a:pt x="982409" y="4222147"/>
                  <a:pt x="983837" y="4219575"/>
                </a:cubicBezTo>
                <a:cubicBezTo>
                  <a:pt x="985266" y="4217004"/>
                  <a:pt x="985552" y="4214051"/>
                  <a:pt x="984790" y="4211288"/>
                </a:cubicBezTo>
                <a:cubicBezTo>
                  <a:pt x="983647" y="4207193"/>
                  <a:pt x="980218" y="4204430"/>
                  <a:pt x="976313" y="4203669"/>
                </a:cubicBezTo>
                <a:lnTo>
                  <a:pt x="976694" y="4136422"/>
                </a:lnTo>
                <a:lnTo>
                  <a:pt x="917067" y="4069366"/>
                </a:lnTo>
                <a:lnTo>
                  <a:pt x="916781" y="3989832"/>
                </a:lnTo>
                <a:lnTo>
                  <a:pt x="921068" y="3989832"/>
                </a:lnTo>
                <a:cubicBezTo>
                  <a:pt x="924116" y="3989832"/>
                  <a:pt x="926592" y="3987355"/>
                  <a:pt x="926592" y="3984308"/>
                </a:cubicBezTo>
                <a:lnTo>
                  <a:pt x="926592" y="3970877"/>
                </a:lnTo>
                <a:cubicBezTo>
                  <a:pt x="926592" y="3967829"/>
                  <a:pt x="924116" y="3965353"/>
                  <a:pt x="921068" y="3965353"/>
                </a:cubicBezTo>
                <a:lnTo>
                  <a:pt x="907637" y="3965353"/>
                </a:lnTo>
                <a:cubicBezTo>
                  <a:pt x="904589" y="3965353"/>
                  <a:pt x="902113" y="3967829"/>
                  <a:pt x="902113" y="3970877"/>
                </a:cubicBezTo>
                <a:lnTo>
                  <a:pt x="902113" y="3976211"/>
                </a:lnTo>
                <a:lnTo>
                  <a:pt x="880682" y="3976211"/>
                </a:lnTo>
                <a:lnTo>
                  <a:pt x="852297" y="3949065"/>
                </a:lnTo>
                <a:lnTo>
                  <a:pt x="708089" y="3949065"/>
                </a:lnTo>
                <a:lnTo>
                  <a:pt x="688658" y="3938492"/>
                </a:lnTo>
                <a:lnTo>
                  <a:pt x="641509" y="3938207"/>
                </a:lnTo>
                <a:cubicBezTo>
                  <a:pt x="641509" y="3936968"/>
                  <a:pt x="641414" y="3935730"/>
                  <a:pt x="641033" y="3934492"/>
                </a:cubicBezTo>
                <a:cubicBezTo>
                  <a:pt x="639890" y="3931253"/>
                  <a:pt x="637604" y="3928777"/>
                  <a:pt x="634556" y="3927253"/>
                </a:cubicBezTo>
                <a:cubicBezTo>
                  <a:pt x="631508" y="3925824"/>
                  <a:pt x="628079" y="3925634"/>
                  <a:pt x="624935" y="3926681"/>
                </a:cubicBezTo>
                <a:cubicBezTo>
                  <a:pt x="618363" y="3928967"/>
                  <a:pt x="614839" y="3936206"/>
                  <a:pt x="617220" y="3942779"/>
                </a:cubicBezTo>
                <a:cubicBezTo>
                  <a:pt x="619030" y="3948017"/>
                  <a:pt x="623983" y="3951256"/>
                  <a:pt x="629126" y="3951256"/>
                </a:cubicBezTo>
                <a:cubicBezTo>
                  <a:pt x="630460" y="3951256"/>
                  <a:pt x="631889" y="3951065"/>
                  <a:pt x="633317" y="3950589"/>
                </a:cubicBezTo>
                <a:cubicBezTo>
                  <a:pt x="636461" y="3949446"/>
                  <a:pt x="639032" y="3947160"/>
                  <a:pt x="640556" y="3944112"/>
                </a:cubicBezTo>
                <a:cubicBezTo>
                  <a:pt x="640747" y="3943731"/>
                  <a:pt x="640747" y="3943255"/>
                  <a:pt x="640842" y="3942874"/>
                </a:cubicBezTo>
                <a:lnTo>
                  <a:pt x="686943" y="3942874"/>
                </a:lnTo>
                <a:lnTo>
                  <a:pt x="706374" y="3953447"/>
                </a:lnTo>
                <a:lnTo>
                  <a:pt x="850392" y="3953732"/>
                </a:lnTo>
                <a:lnTo>
                  <a:pt x="878777" y="3980879"/>
                </a:lnTo>
                <a:lnTo>
                  <a:pt x="902113" y="3980879"/>
                </a:lnTo>
                <a:lnTo>
                  <a:pt x="902113" y="3984212"/>
                </a:lnTo>
                <a:cubicBezTo>
                  <a:pt x="902113" y="3987260"/>
                  <a:pt x="904589" y="3989737"/>
                  <a:pt x="907637" y="3989737"/>
                </a:cubicBezTo>
                <a:lnTo>
                  <a:pt x="911924" y="3989737"/>
                </a:lnTo>
                <a:lnTo>
                  <a:pt x="912209" y="4071080"/>
                </a:lnTo>
                <a:lnTo>
                  <a:pt x="971836" y="4138136"/>
                </a:lnTo>
                <a:lnTo>
                  <a:pt x="971455" y="4203669"/>
                </a:lnTo>
                <a:cubicBezTo>
                  <a:pt x="971455" y="4203669"/>
                  <a:pt x="971264" y="4203669"/>
                  <a:pt x="971169" y="4203669"/>
                </a:cubicBezTo>
                <a:cubicBezTo>
                  <a:pt x="965359" y="4205288"/>
                  <a:pt x="962025" y="4211384"/>
                  <a:pt x="963644" y="4217194"/>
                </a:cubicBezTo>
                <a:cubicBezTo>
                  <a:pt x="964406" y="4220052"/>
                  <a:pt x="966311" y="4222337"/>
                  <a:pt x="968883" y="4223766"/>
                </a:cubicBezTo>
                <a:cubicBezTo>
                  <a:pt x="969836" y="4224243"/>
                  <a:pt x="970788" y="4224623"/>
                  <a:pt x="971836" y="4224814"/>
                </a:cubicBezTo>
                <a:lnTo>
                  <a:pt x="971836" y="4263676"/>
                </a:lnTo>
                <a:lnTo>
                  <a:pt x="983361" y="4275963"/>
                </a:lnTo>
                <a:lnTo>
                  <a:pt x="1106043" y="4275963"/>
                </a:lnTo>
                <a:lnTo>
                  <a:pt x="1125188" y="4298156"/>
                </a:lnTo>
                <a:lnTo>
                  <a:pt x="1204055" y="4298442"/>
                </a:lnTo>
                <a:cubicBezTo>
                  <a:pt x="1204436" y="4300538"/>
                  <a:pt x="1205294" y="4302633"/>
                  <a:pt x="1206913" y="4304348"/>
                </a:cubicBezTo>
                <a:cubicBezTo>
                  <a:pt x="1211485" y="4309301"/>
                  <a:pt x="1219200" y="4309491"/>
                  <a:pt x="1224153" y="4304919"/>
                </a:cubicBezTo>
                <a:cubicBezTo>
                  <a:pt x="1229106" y="4300347"/>
                  <a:pt x="1229297" y="4292632"/>
                  <a:pt x="1224725" y="4287679"/>
                </a:cubicBezTo>
                <a:cubicBezTo>
                  <a:pt x="1220153" y="4282726"/>
                  <a:pt x="1212437" y="4282536"/>
                  <a:pt x="1207484" y="4287107"/>
                </a:cubicBezTo>
                <a:close/>
                <a:moveTo>
                  <a:pt x="636175" y="3941826"/>
                </a:moveTo>
                <a:cubicBezTo>
                  <a:pt x="635222" y="3943731"/>
                  <a:pt x="633698" y="3945160"/>
                  <a:pt x="631698" y="3945827"/>
                </a:cubicBezTo>
                <a:cubicBezTo>
                  <a:pt x="627602" y="3947351"/>
                  <a:pt x="623126" y="3945065"/>
                  <a:pt x="621697" y="3940969"/>
                </a:cubicBezTo>
                <a:cubicBezTo>
                  <a:pt x="620268" y="3936873"/>
                  <a:pt x="622459" y="3932396"/>
                  <a:pt x="626554" y="3930968"/>
                </a:cubicBezTo>
                <a:cubicBezTo>
                  <a:pt x="627412" y="3930682"/>
                  <a:pt x="628269" y="3930492"/>
                  <a:pt x="629126" y="3930492"/>
                </a:cubicBezTo>
                <a:cubicBezTo>
                  <a:pt x="632365" y="3930492"/>
                  <a:pt x="635413" y="3932492"/>
                  <a:pt x="636556" y="3935730"/>
                </a:cubicBezTo>
                <a:cubicBezTo>
                  <a:pt x="637223" y="3937730"/>
                  <a:pt x="637127" y="3939826"/>
                  <a:pt x="636175" y="3941731"/>
                </a:cubicBezTo>
                <a:close/>
                <a:moveTo>
                  <a:pt x="907542" y="3984784"/>
                </a:moveTo>
                <a:cubicBezTo>
                  <a:pt x="907542" y="3984784"/>
                  <a:pt x="906780" y="3984403"/>
                  <a:pt x="906780" y="3984022"/>
                </a:cubicBezTo>
                <a:lnTo>
                  <a:pt x="906780" y="3970592"/>
                </a:lnTo>
                <a:cubicBezTo>
                  <a:pt x="906780" y="3970592"/>
                  <a:pt x="907161" y="3969830"/>
                  <a:pt x="907542" y="3969830"/>
                </a:cubicBezTo>
                <a:lnTo>
                  <a:pt x="920972" y="3969830"/>
                </a:lnTo>
                <a:cubicBezTo>
                  <a:pt x="920972" y="3969830"/>
                  <a:pt x="921734" y="3970211"/>
                  <a:pt x="921734" y="3970592"/>
                </a:cubicBezTo>
                <a:lnTo>
                  <a:pt x="921734" y="3984022"/>
                </a:lnTo>
                <a:cubicBezTo>
                  <a:pt x="921734" y="3984022"/>
                  <a:pt x="921353" y="3984784"/>
                  <a:pt x="920972" y="3984784"/>
                </a:cubicBezTo>
                <a:lnTo>
                  <a:pt x="907542" y="3984784"/>
                </a:lnTo>
                <a:close/>
                <a:moveTo>
                  <a:pt x="971169" y="4219575"/>
                </a:moveTo>
                <a:cubicBezTo>
                  <a:pt x="969740" y="4218813"/>
                  <a:pt x="968693" y="4217480"/>
                  <a:pt x="968216" y="4215861"/>
                </a:cubicBezTo>
                <a:cubicBezTo>
                  <a:pt x="967264" y="4212622"/>
                  <a:pt x="969169" y="4209098"/>
                  <a:pt x="972502" y="4208240"/>
                </a:cubicBezTo>
                <a:cubicBezTo>
                  <a:pt x="973074" y="4208050"/>
                  <a:pt x="973646" y="4207955"/>
                  <a:pt x="974217" y="4207955"/>
                </a:cubicBezTo>
                <a:cubicBezTo>
                  <a:pt x="976884" y="4207955"/>
                  <a:pt x="979361" y="4209764"/>
                  <a:pt x="980123" y="4212431"/>
                </a:cubicBezTo>
                <a:cubicBezTo>
                  <a:pt x="980599" y="4214051"/>
                  <a:pt x="980408" y="4215670"/>
                  <a:pt x="979551" y="4217099"/>
                </a:cubicBezTo>
                <a:cubicBezTo>
                  <a:pt x="978789" y="4218528"/>
                  <a:pt x="977456" y="4219575"/>
                  <a:pt x="975836" y="4220052"/>
                </a:cubicBezTo>
                <a:cubicBezTo>
                  <a:pt x="974217" y="4220528"/>
                  <a:pt x="972598" y="4220337"/>
                  <a:pt x="971169" y="4219480"/>
                </a:cubicBezTo>
                <a:close/>
                <a:moveTo>
                  <a:pt x="520065" y="2049780"/>
                </a:moveTo>
                <a:lnTo>
                  <a:pt x="527209" y="2049780"/>
                </a:lnTo>
                <a:lnTo>
                  <a:pt x="527209" y="2058257"/>
                </a:lnTo>
                <a:lnTo>
                  <a:pt x="520065" y="2058257"/>
                </a:lnTo>
                <a:lnTo>
                  <a:pt x="520065" y="2049780"/>
                </a:lnTo>
                <a:close/>
                <a:moveTo>
                  <a:pt x="1721549" y="2314575"/>
                </a:moveTo>
                <a:lnTo>
                  <a:pt x="1666685" y="2260664"/>
                </a:lnTo>
                <a:cubicBezTo>
                  <a:pt x="1666685" y="2260664"/>
                  <a:pt x="1666875" y="2260187"/>
                  <a:pt x="1666875" y="2259902"/>
                </a:cubicBezTo>
                <a:lnTo>
                  <a:pt x="1666875" y="2246948"/>
                </a:lnTo>
                <a:cubicBezTo>
                  <a:pt x="1666875" y="2244185"/>
                  <a:pt x="1664589" y="2241899"/>
                  <a:pt x="1661827" y="2241899"/>
                </a:cubicBezTo>
                <a:lnTo>
                  <a:pt x="1648873" y="2241899"/>
                </a:lnTo>
                <a:cubicBezTo>
                  <a:pt x="1646111" y="2241899"/>
                  <a:pt x="1643825" y="2244185"/>
                  <a:pt x="1643825" y="2246948"/>
                </a:cubicBezTo>
                <a:lnTo>
                  <a:pt x="1643825" y="2259902"/>
                </a:lnTo>
                <a:cubicBezTo>
                  <a:pt x="1643825" y="2262664"/>
                  <a:pt x="1646111" y="2264950"/>
                  <a:pt x="1648873" y="2264950"/>
                </a:cubicBezTo>
                <a:lnTo>
                  <a:pt x="1661827" y="2264950"/>
                </a:lnTo>
                <a:cubicBezTo>
                  <a:pt x="1662589" y="2264950"/>
                  <a:pt x="1663256" y="2264759"/>
                  <a:pt x="1663922" y="2264474"/>
                </a:cubicBezTo>
                <a:lnTo>
                  <a:pt x="1719739" y="2319338"/>
                </a:lnTo>
                <a:lnTo>
                  <a:pt x="1726406" y="2319338"/>
                </a:lnTo>
                <a:cubicBezTo>
                  <a:pt x="1726406" y="2319338"/>
                  <a:pt x="1760601" y="2355152"/>
                  <a:pt x="1760601" y="2355152"/>
                </a:cubicBezTo>
                <a:lnTo>
                  <a:pt x="1761268" y="2362010"/>
                </a:lnTo>
                <a:lnTo>
                  <a:pt x="1819466" y="2419826"/>
                </a:lnTo>
                <a:cubicBezTo>
                  <a:pt x="1819466" y="2419826"/>
                  <a:pt x="1819275" y="2420398"/>
                  <a:pt x="1819275" y="2420684"/>
                </a:cubicBezTo>
                <a:lnTo>
                  <a:pt x="1819275" y="2433638"/>
                </a:lnTo>
                <a:cubicBezTo>
                  <a:pt x="1819275" y="2436400"/>
                  <a:pt x="1821561" y="2438686"/>
                  <a:pt x="1824323" y="2438686"/>
                </a:cubicBezTo>
                <a:lnTo>
                  <a:pt x="1837277" y="2438686"/>
                </a:lnTo>
                <a:cubicBezTo>
                  <a:pt x="1840040" y="2438686"/>
                  <a:pt x="1842326" y="2436400"/>
                  <a:pt x="1842326" y="2433638"/>
                </a:cubicBezTo>
                <a:lnTo>
                  <a:pt x="1842326" y="2420684"/>
                </a:lnTo>
                <a:cubicBezTo>
                  <a:pt x="1842326" y="2417921"/>
                  <a:pt x="1840040" y="2415635"/>
                  <a:pt x="1837277" y="2415635"/>
                </a:cubicBezTo>
                <a:lnTo>
                  <a:pt x="1824323" y="2415635"/>
                </a:lnTo>
                <a:cubicBezTo>
                  <a:pt x="1823657" y="2415635"/>
                  <a:pt x="1822990" y="2415731"/>
                  <a:pt x="1822323" y="2416016"/>
                </a:cubicBezTo>
                <a:lnTo>
                  <a:pt x="1765745" y="2359819"/>
                </a:lnTo>
                <a:lnTo>
                  <a:pt x="1765078" y="2352961"/>
                </a:lnTo>
                <a:lnTo>
                  <a:pt x="1728311" y="2314385"/>
                </a:lnTo>
                <a:lnTo>
                  <a:pt x="1721549" y="2314385"/>
                </a:lnTo>
                <a:close/>
                <a:moveTo>
                  <a:pt x="1662017" y="2259997"/>
                </a:moveTo>
                <a:cubicBezTo>
                  <a:pt x="1662017" y="2259997"/>
                  <a:pt x="1661827" y="2260283"/>
                  <a:pt x="1661732" y="2260283"/>
                </a:cubicBezTo>
                <a:lnTo>
                  <a:pt x="1648492" y="2259997"/>
                </a:lnTo>
                <a:lnTo>
                  <a:pt x="1648778" y="2246757"/>
                </a:lnTo>
                <a:lnTo>
                  <a:pt x="1662017" y="2247043"/>
                </a:lnTo>
                <a:lnTo>
                  <a:pt x="1662017" y="2259997"/>
                </a:lnTo>
                <a:close/>
                <a:moveTo>
                  <a:pt x="1824323" y="2420493"/>
                </a:moveTo>
                <a:lnTo>
                  <a:pt x="1837563" y="2420779"/>
                </a:lnTo>
                <a:lnTo>
                  <a:pt x="1837563" y="2433733"/>
                </a:lnTo>
                <a:cubicBezTo>
                  <a:pt x="1837563" y="2433733"/>
                  <a:pt x="1837373" y="2434019"/>
                  <a:pt x="1837277" y="2434019"/>
                </a:cubicBezTo>
                <a:lnTo>
                  <a:pt x="1824038" y="2433733"/>
                </a:lnTo>
                <a:lnTo>
                  <a:pt x="1824323" y="2420493"/>
                </a:lnTo>
                <a:close/>
                <a:moveTo>
                  <a:pt x="2305145" y="4746117"/>
                </a:moveTo>
                <a:lnTo>
                  <a:pt x="2264283" y="4746117"/>
                </a:lnTo>
                <a:cubicBezTo>
                  <a:pt x="2263616" y="4743164"/>
                  <a:pt x="2261807" y="4740688"/>
                  <a:pt x="2259044" y="4739259"/>
                </a:cubicBezTo>
                <a:cubicBezTo>
                  <a:pt x="2253996" y="4736783"/>
                  <a:pt x="2247805" y="4738783"/>
                  <a:pt x="2245328" y="4743831"/>
                </a:cubicBezTo>
                <a:cubicBezTo>
                  <a:pt x="2242852" y="4748879"/>
                  <a:pt x="2244852" y="4755071"/>
                  <a:pt x="2249900" y="4757547"/>
                </a:cubicBezTo>
                <a:cubicBezTo>
                  <a:pt x="2254949" y="4760024"/>
                  <a:pt x="2261140" y="4758023"/>
                  <a:pt x="2263616" y="4752975"/>
                </a:cubicBezTo>
                <a:cubicBezTo>
                  <a:pt x="2263997" y="4752213"/>
                  <a:pt x="2263997" y="4751451"/>
                  <a:pt x="2264188" y="4750689"/>
                </a:cubicBezTo>
                <a:lnTo>
                  <a:pt x="2310575" y="4750689"/>
                </a:lnTo>
                <a:cubicBezTo>
                  <a:pt x="2310575" y="4750689"/>
                  <a:pt x="2310575" y="4750785"/>
                  <a:pt x="2310575" y="4750785"/>
                </a:cubicBezTo>
                <a:cubicBezTo>
                  <a:pt x="2311527" y="4750785"/>
                  <a:pt x="2312384" y="4750213"/>
                  <a:pt x="2312765" y="4749356"/>
                </a:cubicBezTo>
                <a:cubicBezTo>
                  <a:pt x="2313146" y="4748498"/>
                  <a:pt x="2312956" y="4747451"/>
                  <a:pt x="2312289" y="4746784"/>
                </a:cubicBezTo>
                <a:lnTo>
                  <a:pt x="2245424" y="4675346"/>
                </a:lnTo>
                <a:lnTo>
                  <a:pt x="2245995" y="4588479"/>
                </a:lnTo>
                <a:lnTo>
                  <a:pt x="2264950" y="4571238"/>
                </a:lnTo>
                <a:lnTo>
                  <a:pt x="2282571" y="4571238"/>
                </a:lnTo>
                <a:lnTo>
                  <a:pt x="2282571" y="4574096"/>
                </a:lnTo>
                <a:cubicBezTo>
                  <a:pt x="2282571" y="4577429"/>
                  <a:pt x="2285333" y="4580192"/>
                  <a:pt x="2288667" y="4580192"/>
                </a:cubicBezTo>
                <a:lnTo>
                  <a:pt x="2299049" y="4580192"/>
                </a:lnTo>
                <a:cubicBezTo>
                  <a:pt x="2302383" y="4580192"/>
                  <a:pt x="2305145" y="4577429"/>
                  <a:pt x="2305145" y="4574096"/>
                </a:cubicBezTo>
                <a:lnTo>
                  <a:pt x="2305145" y="4563713"/>
                </a:lnTo>
                <a:cubicBezTo>
                  <a:pt x="2305145" y="4560380"/>
                  <a:pt x="2302383" y="4557618"/>
                  <a:pt x="2299049" y="4557618"/>
                </a:cubicBezTo>
                <a:lnTo>
                  <a:pt x="2288667" y="4557618"/>
                </a:lnTo>
                <a:cubicBezTo>
                  <a:pt x="2285333" y="4557618"/>
                  <a:pt x="2282571" y="4560380"/>
                  <a:pt x="2282571" y="4563713"/>
                </a:cubicBezTo>
                <a:lnTo>
                  <a:pt x="2282571" y="4566571"/>
                </a:lnTo>
                <a:lnTo>
                  <a:pt x="2263997" y="4566571"/>
                </a:lnTo>
                <a:cubicBezTo>
                  <a:pt x="2263426" y="4566571"/>
                  <a:pt x="2262854" y="4566762"/>
                  <a:pt x="2262378" y="4567238"/>
                </a:cubicBezTo>
                <a:lnTo>
                  <a:pt x="2241995" y="4585812"/>
                </a:lnTo>
                <a:cubicBezTo>
                  <a:pt x="2241518" y="4586288"/>
                  <a:pt x="2241233" y="4586859"/>
                  <a:pt x="2241233" y="4587526"/>
                </a:cubicBezTo>
                <a:lnTo>
                  <a:pt x="2240661" y="4676394"/>
                </a:lnTo>
                <a:cubicBezTo>
                  <a:pt x="2240661" y="4676966"/>
                  <a:pt x="2240852" y="4677632"/>
                  <a:pt x="2241328" y="4678013"/>
                </a:cubicBezTo>
                <a:lnTo>
                  <a:pt x="2305050" y="4746117"/>
                </a:lnTo>
                <a:close/>
                <a:moveTo>
                  <a:pt x="2287524" y="4563809"/>
                </a:moveTo>
                <a:cubicBezTo>
                  <a:pt x="2287524" y="4563047"/>
                  <a:pt x="2288096" y="4562475"/>
                  <a:pt x="2288858" y="4562475"/>
                </a:cubicBezTo>
                <a:lnTo>
                  <a:pt x="2299240" y="4562475"/>
                </a:lnTo>
                <a:cubicBezTo>
                  <a:pt x="2300002" y="4562475"/>
                  <a:pt x="2300573" y="4563047"/>
                  <a:pt x="2300573" y="4563809"/>
                </a:cubicBezTo>
                <a:lnTo>
                  <a:pt x="2300573" y="4574191"/>
                </a:lnTo>
                <a:cubicBezTo>
                  <a:pt x="2300573" y="4574953"/>
                  <a:pt x="2300002" y="4575524"/>
                  <a:pt x="2299240" y="4575524"/>
                </a:cubicBezTo>
                <a:lnTo>
                  <a:pt x="2288858" y="4575524"/>
                </a:lnTo>
                <a:cubicBezTo>
                  <a:pt x="2288096" y="4575524"/>
                  <a:pt x="2287524" y="4574953"/>
                  <a:pt x="2287524" y="4574191"/>
                </a:cubicBezTo>
                <a:lnTo>
                  <a:pt x="2287524" y="4563809"/>
                </a:lnTo>
                <a:close/>
                <a:moveTo>
                  <a:pt x="1724501" y="2250567"/>
                </a:moveTo>
                <a:cubicBezTo>
                  <a:pt x="1722025" y="2250567"/>
                  <a:pt x="1719834" y="2251520"/>
                  <a:pt x="1717929" y="2252758"/>
                </a:cubicBezTo>
                <a:lnTo>
                  <a:pt x="1653254" y="2186559"/>
                </a:lnTo>
                <a:lnTo>
                  <a:pt x="1610678" y="2186845"/>
                </a:lnTo>
                <a:lnTo>
                  <a:pt x="1610678" y="2270093"/>
                </a:lnTo>
                <a:cubicBezTo>
                  <a:pt x="1605248" y="2271236"/>
                  <a:pt x="1601153" y="2275808"/>
                  <a:pt x="1601153" y="2281523"/>
                </a:cubicBezTo>
                <a:cubicBezTo>
                  <a:pt x="1601153" y="2288096"/>
                  <a:pt x="1606487" y="2293430"/>
                  <a:pt x="1613059" y="2293430"/>
                </a:cubicBezTo>
                <a:cubicBezTo>
                  <a:pt x="1619631" y="2293430"/>
                  <a:pt x="1624965" y="2288096"/>
                  <a:pt x="1624965" y="2281523"/>
                </a:cubicBezTo>
                <a:cubicBezTo>
                  <a:pt x="1624965" y="2275808"/>
                  <a:pt x="1620774" y="2271236"/>
                  <a:pt x="1615440" y="2270093"/>
                </a:cubicBezTo>
                <a:lnTo>
                  <a:pt x="1615440" y="2191512"/>
                </a:lnTo>
                <a:lnTo>
                  <a:pt x="1651254" y="2191226"/>
                </a:lnTo>
                <a:lnTo>
                  <a:pt x="1714595" y="2256092"/>
                </a:lnTo>
                <a:cubicBezTo>
                  <a:pt x="1713452" y="2257901"/>
                  <a:pt x="1712500" y="2259997"/>
                  <a:pt x="1712500" y="2262378"/>
                </a:cubicBezTo>
                <a:cubicBezTo>
                  <a:pt x="1712500" y="2268950"/>
                  <a:pt x="1717834" y="2274284"/>
                  <a:pt x="1724406" y="2274284"/>
                </a:cubicBezTo>
                <a:cubicBezTo>
                  <a:pt x="1727454" y="2274284"/>
                  <a:pt x="1730121" y="2273046"/>
                  <a:pt x="1732217" y="2271236"/>
                </a:cubicBezTo>
                <a:lnTo>
                  <a:pt x="1745171" y="2284190"/>
                </a:lnTo>
                <a:lnTo>
                  <a:pt x="1748504" y="2280857"/>
                </a:lnTo>
                <a:lnTo>
                  <a:pt x="1735169" y="2267522"/>
                </a:lnTo>
                <a:cubicBezTo>
                  <a:pt x="1735931" y="2265998"/>
                  <a:pt x="1736407" y="2264283"/>
                  <a:pt x="1736407" y="2262473"/>
                </a:cubicBezTo>
                <a:cubicBezTo>
                  <a:pt x="1736407" y="2255901"/>
                  <a:pt x="1731074" y="2250567"/>
                  <a:pt x="1724501" y="2250567"/>
                </a:cubicBezTo>
                <a:close/>
                <a:moveTo>
                  <a:pt x="1620203" y="2281619"/>
                </a:moveTo>
                <a:cubicBezTo>
                  <a:pt x="1620203" y="2285619"/>
                  <a:pt x="1616964" y="2288762"/>
                  <a:pt x="1613059" y="2288762"/>
                </a:cubicBezTo>
                <a:cubicBezTo>
                  <a:pt x="1609153" y="2288762"/>
                  <a:pt x="1605915" y="2285524"/>
                  <a:pt x="1605915" y="2281619"/>
                </a:cubicBezTo>
                <a:cubicBezTo>
                  <a:pt x="1605915" y="2277713"/>
                  <a:pt x="1609153" y="2274475"/>
                  <a:pt x="1613059" y="2274475"/>
                </a:cubicBezTo>
                <a:cubicBezTo>
                  <a:pt x="1616964" y="2274475"/>
                  <a:pt x="1620203" y="2277713"/>
                  <a:pt x="1620203" y="2281619"/>
                </a:cubicBezTo>
                <a:close/>
                <a:moveTo>
                  <a:pt x="1724501" y="2269712"/>
                </a:moveTo>
                <a:cubicBezTo>
                  <a:pt x="1720501" y="2269712"/>
                  <a:pt x="1717357" y="2266474"/>
                  <a:pt x="1717357" y="2262569"/>
                </a:cubicBezTo>
                <a:cubicBezTo>
                  <a:pt x="1717357" y="2258663"/>
                  <a:pt x="1720596" y="2255425"/>
                  <a:pt x="1724501" y="2255425"/>
                </a:cubicBezTo>
                <a:cubicBezTo>
                  <a:pt x="1728407" y="2255425"/>
                  <a:pt x="1731645" y="2258663"/>
                  <a:pt x="1731645" y="2262569"/>
                </a:cubicBezTo>
                <a:cubicBezTo>
                  <a:pt x="1731645" y="2266474"/>
                  <a:pt x="1728407" y="2269712"/>
                  <a:pt x="1724501" y="2269712"/>
                </a:cubicBezTo>
                <a:close/>
                <a:moveTo>
                  <a:pt x="520065" y="2066735"/>
                </a:moveTo>
                <a:lnTo>
                  <a:pt x="527209" y="2066735"/>
                </a:lnTo>
                <a:lnTo>
                  <a:pt x="527209" y="2075212"/>
                </a:lnTo>
                <a:lnTo>
                  <a:pt x="520065" y="2075212"/>
                </a:lnTo>
                <a:lnTo>
                  <a:pt x="520065" y="2066735"/>
                </a:lnTo>
                <a:close/>
                <a:moveTo>
                  <a:pt x="1700784" y="460439"/>
                </a:moveTo>
                <a:lnTo>
                  <a:pt x="1698498" y="460439"/>
                </a:lnTo>
                <a:cubicBezTo>
                  <a:pt x="1694783" y="460439"/>
                  <a:pt x="1691640" y="463487"/>
                  <a:pt x="1691640" y="467297"/>
                </a:cubicBezTo>
                <a:lnTo>
                  <a:pt x="1691640" y="476060"/>
                </a:lnTo>
                <a:cubicBezTo>
                  <a:pt x="1691640" y="479774"/>
                  <a:pt x="1694688" y="482918"/>
                  <a:pt x="1698498" y="482918"/>
                </a:cubicBezTo>
                <a:lnTo>
                  <a:pt x="1707261" y="482918"/>
                </a:lnTo>
                <a:cubicBezTo>
                  <a:pt x="1710976" y="482918"/>
                  <a:pt x="1714119" y="479870"/>
                  <a:pt x="1714119" y="476060"/>
                </a:cubicBezTo>
                <a:lnTo>
                  <a:pt x="1714119" y="467297"/>
                </a:lnTo>
                <a:cubicBezTo>
                  <a:pt x="1714119" y="463582"/>
                  <a:pt x="1711071" y="460439"/>
                  <a:pt x="1707261" y="460439"/>
                </a:cubicBezTo>
                <a:lnTo>
                  <a:pt x="1705547" y="460439"/>
                </a:lnTo>
                <a:lnTo>
                  <a:pt x="1705070" y="414623"/>
                </a:lnTo>
                <a:lnTo>
                  <a:pt x="1728978" y="384524"/>
                </a:lnTo>
                <a:lnTo>
                  <a:pt x="1728502" y="258794"/>
                </a:lnTo>
                <a:cubicBezTo>
                  <a:pt x="1733645" y="257842"/>
                  <a:pt x="1737646" y="253556"/>
                  <a:pt x="1737646" y="248126"/>
                </a:cubicBezTo>
                <a:cubicBezTo>
                  <a:pt x="1737646" y="242030"/>
                  <a:pt x="1732693" y="237077"/>
                  <a:pt x="1726597" y="237077"/>
                </a:cubicBezTo>
                <a:cubicBezTo>
                  <a:pt x="1720501" y="237077"/>
                  <a:pt x="1715548" y="242030"/>
                  <a:pt x="1715548" y="248126"/>
                </a:cubicBezTo>
                <a:cubicBezTo>
                  <a:pt x="1715548" y="253270"/>
                  <a:pt x="1719072" y="257366"/>
                  <a:pt x="1723739" y="258604"/>
                </a:cubicBezTo>
                <a:lnTo>
                  <a:pt x="1724216" y="382810"/>
                </a:lnTo>
                <a:lnTo>
                  <a:pt x="1700308" y="413004"/>
                </a:lnTo>
                <a:lnTo>
                  <a:pt x="1700784" y="460439"/>
                </a:lnTo>
                <a:close/>
                <a:moveTo>
                  <a:pt x="1707261" y="465201"/>
                </a:moveTo>
                <a:cubicBezTo>
                  <a:pt x="1708404" y="465201"/>
                  <a:pt x="1709357" y="466154"/>
                  <a:pt x="1709357" y="467297"/>
                </a:cubicBezTo>
                <a:lnTo>
                  <a:pt x="1709357" y="476060"/>
                </a:lnTo>
                <a:cubicBezTo>
                  <a:pt x="1709357" y="477203"/>
                  <a:pt x="1708404" y="478155"/>
                  <a:pt x="1707261" y="478155"/>
                </a:cubicBezTo>
                <a:lnTo>
                  <a:pt x="1698498" y="478155"/>
                </a:lnTo>
                <a:cubicBezTo>
                  <a:pt x="1697355" y="478155"/>
                  <a:pt x="1696403" y="477203"/>
                  <a:pt x="1696403" y="476060"/>
                </a:cubicBezTo>
                <a:lnTo>
                  <a:pt x="1696403" y="467297"/>
                </a:lnTo>
                <a:cubicBezTo>
                  <a:pt x="1696403" y="466154"/>
                  <a:pt x="1697355" y="465201"/>
                  <a:pt x="1698498" y="465201"/>
                </a:cubicBezTo>
                <a:lnTo>
                  <a:pt x="1707261" y="465201"/>
                </a:lnTo>
                <a:close/>
                <a:moveTo>
                  <a:pt x="1651826" y="268700"/>
                </a:moveTo>
                <a:lnTo>
                  <a:pt x="1651826" y="352615"/>
                </a:lnTo>
                <a:lnTo>
                  <a:pt x="1650492" y="352615"/>
                </a:lnTo>
                <a:cubicBezTo>
                  <a:pt x="1647635" y="352615"/>
                  <a:pt x="1645349" y="354902"/>
                  <a:pt x="1645349" y="357759"/>
                </a:cubicBezTo>
                <a:lnTo>
                  <a:pt x="1645349" y="378143"/>
                </a:lnTo>
                <a:cubicBezTo>
                  <a:pt x="1645349" y="381000"/>
                  <a:pt x="1647635" y="383286"/>
                  <a:pt x="1650492" y="383286"/>
                </a:cubicBezTo>
                <a:lnTo>
                  <a:pt x="1656969" y="383286"/>
                </a:lnTo>
                <a:cubicBezTo>
                  <a:pt x="1659827" y="383286"/>
                  <a:pt x="1662113" y="381000"/>
                  <a:pt x="1662113" y="378143"/>
                </a:cubicBezTo>
                <a:lnTo>
                  <a:pt x="1662113" y="357759"/>
                </a:lnTo>
                <a:cubicBezTo>
                  <a:pt x="1662113" y="354902"/>
                  <a:pt x="1659827" y="352615"/>
                  <a:pt x="1656969" y="352615"/>
                </a:cubicBezTo>
                <a:lnTo>
                  <a:pt x="1656493" y="352615"/>
                </a:lnTo>
                <a:lnTo>
                  <a:pt x="1656493" y="270605"/>
                </a:lnTo>
                <a:lnTo>
                  <a:pt x="1667447" y="259270"/>
                </a:lnTo>
                <a:lnTo>
                  <a:pt x="1667447" y="136303"/>
                </a:lnTo>
                <a:cubicBezTo>
                  <a:pt x="1672304" y="135160"/>
                  <a:pt x="1676114" y="130969"/>
                  <a:pt x="1676114" y="125730"/>
                </a:cubicBezTo>
                <a:cubicBezTo>
                  <a:pt x="1676114" y="119634"/>
                  <a:pt x="1671161" y="114681"/>
                  <a:pt x="1665065" y="114681"/>
                </a:cubicBezTo>
                <a:cubicBezTo>
                  <a:pt x="1658969" y="114681"/>
                  <a:pt x="1654016" y="119634"/>
                  <a:pt x="1654016" y="125730"/>
                </a:cubicBezTo>
                <a:cubicBezTo>
                  <a:pt x="1654016" y="130969"/>
                  <a:pt x="1657731" y="135160"/>
                  <a:pt x="1662684" y="136303"/>
                </a:cubicBezTo>
                <a:lnTo>
                  <a:pt x="1662684" y="257270"/>
                </a:lnTo>
                <a:lnTo>
                  <a:pt x="1651730" y="268605"/>
                </a:lnTo>
                <a:close/>
                <a:moveTo>
                  <a:pt x="1659731" y="378143"/>
                </a:moveTo>
                <a:cubicBezTo>
                  <a:pt x="1659731" y="379571"/>
                  <a:pt x="1658493" y="380810"/>
                  <a:pt x="1657064" y="380810"/>
                </a:cubicBezTo>
                <a:lnTo>
                  <a:pt x="1650587" y="380810"/>
                </a:lnTo>
                <a:cubicBezTo>
                  <a:pt x="1649159" y="380810"/>
                  <a:pt x="1647920" y="379571"/>
                  <a:pt x="1647920" y="378143"/>
                </a:cubicBezTo>
                <a:lnTo>
                  <a:pt x="1647920" y="378143"/>
                </a:lnTo>
                <a:cubicBezTo>
                  <a:pt x="1647920" y="378143"/>
                  <a:pt x="1659731" y="378047"/>
                  <a:pt x="1659731" y="378047"/>
                </a:cubicBezTo>
                <a:lnTo>
                  <a:pt x="1659731" y="378047"/>
                </a:lnTo>
                <a:close/>
                <a:moveTo>
                  <a:pt x="1659731" y="375666"/>
                </a:moveTo>
                <a:lnTo>
                  <a:pt x="1647920" y="375666"/>
                </a:lnTo>
                <a:lnTo>
                  <a:pt x="1647920" y="372904"/>
                </a:lnTo>
                <a:lnTo>
                  <a:pt x="1659731" y="372904"/>
                </a:lnTo>
                <a:lnTo>
                  <a:pt x="1659731" y="375666"/>
                </a:lnTo>
                <a:close/>
                <a:moveTo>
                  <a:pt x="1659731" y="371285"/>
                </a:moveTo>
                <a:lnTo>
                  <a:pt x="1647920" y="371285"/>
                </a:lnTo>
                <a:lnTo>
                  <a:pt x="1647920" y="361569"/>
                </a:lnTo>
                <a:lnTo>
                  <a:pt x="1659731" y="361569"/>
                </a:lnTo>
                <a:lnTo>
                  <a:pt x="1659731" y="371285"/>
                </a:lnTo>
                <a:close/>
                <a:moveTo>
                  <a:pt x="1657064" y="355092"/>
                </a:moveTo>
                <a:cubicBezTo>
                  <a:pt x="1658493" y="355092"/>
                  <a:pt x="1659731" y="356330"/>
                  <a:pt x="1659731" y="357759"/>
                </a:cubicBezTo>
                <a:lnTo>
                  <a:pt x="1659731" y="358426"/>
                </a:lnTo>
                <a:lnTo>
                  <a:pt x="1647920" y="358426"/>
                </a:lnTo>
                <a:lnTo>
                  <a:pt x="1647920" y="357759"/>
                </a:lnTo>
                <a:cubicBezTo>
                  <a:pt x="1647920" y="356330"/>
                  <a:pt x="1649063" y="355092"/>
                  <a:pt x="1650587" y="355092"/>
                </a:cubicBezTo>
                <a:lnTo>
                  <a:pt x="1657064" y="355092"/>
                </a:lnTo>
                <a:close/>
                <a:moveTo>
                  <a:pt x="1204817" y="4248341"/>
                </a:moveTo>
                <a:cubicBezTo>
                  <a:pt x="1202531" y="4250531"/>
                  <a:pt x="1201293" y="4253389"/>
                  <a:pt x="1201103" y="4256342"/>
                </a:cubicBezTo>
                <a:lnTo>
                  <a:pt x="1154525" y="4256342"/>
                </a:lnTo>
                <a:lnTo>
                  <a:pt x="1135380" y="4234148"/>
                </a:lnTo>
                <a:lnTo>
                  <a:pt x="1031653" y="4234148"/>
                </a:lnTo>
                <a:lnTo>
                  <a:pt x="1022890" y="4224814"/>
                </a:lnTo>
                <a:lnTo>
                  <a:pt x="1022890" y="4186714"/>
                </a:lnTo>
                <a:cubicBezTo>
                  <a:pt x="1022890" y="4186714"/>
                  <a:pt x="1023271" y="4186714"/>
                  <a:pt x="1023557" y="4186714"/>
                </a:cubicBezTo>
                <a:cubicBezTo>
                  <a:pt x="1026319" y="4185952"/>
                  <a:pt x="1028700" y="4184047"/>
                  <a:pt x="1030129" y="4181475"/>
                </a:cubicBezTo>
                <a:cubicBezTo>
                  <a:pt x="1031558" y="4178903"/>
                  <a:pt x="1031843" y="4175951"/>
                  <a:pt x="1031081" y="4173188"/>
                </a:cubicBezTo>
                <a:cubicBezTo>
                  <a:pt x="1029938" y="4169188"/>
                  <a:pt x="1026700" y="4166521"/>
                  <a:pt x="1022890" y="4165663"/>
                </a:cubicBezTo>
                <a:lnTo>
                  <a:pt x="1022890" y="4129659"/>
                </a:lnTo>
                <a:lnTo>
                  <a:pt x="968216" y="4067366"/>
                </a:lnTo>
                <a:lnTo>
                  <a:pt x="968026" y="4041743"/>
                </a:lnTo>
                <a:lnTo>
                  <a:pt x="972312" y="4041743"/>
                </a:lnTo>
                <a:cubicBezTo>
                  <a:pt x="975360" y="4041743"/>
                  <a:pt x="977837" y="4039267"/>
                  <a:pt x="977837" y="4036219"/>
                </a:cubicBezTo>
                <a:lnTo>
                  <a:pt x="977837" y="4022788"/>
                </a:lnTo>
                <a:cubicBezTo>
                  <a:pt x="977837" y="4019741"/>
                  <a:pt x="975360" y="4017264"/>
                  <a:pt x="972312" y="4017264"/>
                </a:cubicBezTo>
                <a:lnTo>
                  <a:pt x="968026" y="4017264"/>
                </a:lnTo>
                <a:lnTo>
                  <a:pt x="968026" y="3979259"/>
                </a:lnTo>
                <a:lnTo>
                  <a:pt x="999458" y="3943922"/>
                </a:lnTo>
                <a:lnTo>
                  <a:pt x="999458" y="3921824"/>
                </a:lnTo>
                <a:cubicBezTo>
                  <a:pt x="1001840" y="3920871"/>
                  <a:pt x="1003840" y="3919347"/>
                  <a:pt x="1005078" y="3917061"/>
                </a:cubicBezTo>
                <a:cubicBezTo>
                  <a:pt x="1006507" y="3914489"/>
                  <a:pt x="1006793" y="3911537"/>
                  <a:pt x="1006031" y="3908774"/>
                </a:cubicBezTo>
                <a:cubicBezTo>
                  <a:pt x="1004411" y="3902964"/>
                  <a:pt x="998315" y="3899630"/>
                  <a:pt x="992505" y="3901250"/>
                </a:cubicBezTo>
                <a:cubicBezTo>
                  <a:pt x="988504" y="3902393"/>
                  <a:pt x="985838" y="3905631"/>
                  <a:pt x="984980" y="3909441"/>
                </a:cubicBezTo>
                <a:lnTo>
                  <a:pt x="928211" y="3909441"/>
                </a:lnTo>
                <a:lnTo>
                  <a:pt x="903637" y="3884581"/>
                </a:lnTo>
                <a:lnTo>
                  <a:pt x="741998" y="3884581"/>
                </a:lnTo>
                <a:lnTo>
                  <a:pt x="717137" y="3868484"/>
                </a:lnTo>
                <a:lnTo>
                  <a:pt x="663607" y="3868484"/>
                </a:lnTo>
                <a:cubicBezTo>
                  <a:pt x="663512" y="3867912"/>
                  <a:pt x="663607" y="3867245"/>
                  <a:pt x="663321" y="3866674"/>
                </a:cubicBezTo>
                <a:cubicBezTo>
                  <a:pt x="662178" y="3863530"/>
                  <a:pt x="659892" y="3860959"/>
                  <a:pt x="656844" y="3859435"/>
                </a:cubicBezTo>
                <a:cubicBezTo>
                  <a:pt x="653796" y="3858006"/>
                  <a:pt x="650367" y="3857816"/>
                  <a:pt x="647224" y="3858863"/>
                </a:cubicBezTo>
                <a:cubicBezTo>
                  <a:pt x="644081" y="3860006"/>
                  <a:pt x="641509" y="3862292"/>
                  <a:pt x="639985" y="3865340"/>
                </a:cubicBezTo>
                <a:cubicBezTo>
                  <a:pt x="638556" y="3868388"/>
                  <a:pt x="638366" y="3871817"/>
                  <a:pt x="639413" y="3874961"/>
                </a:cubicBezTo>
                <a:cubicBezTo>
                  <a:pt x="640556" y="3878104"/>
                  <a:pt x="642842" y="3880676"/>
                  <a:pt x="645890" y="3882200"/>
                </a:cubicBezTo>
                <a:cubicBezTo>
                  <a:pt x="647605" y="3883057"/>
                  <a:pt x="649510" y="3883438"/>
                  <a:pt x="651415" y="3883438"/>
                </a:cubicBezTo>
                <a:cubicBezTo>
                  <a:pt x="652844" y="3883438"/>
                  <a:pt x="654272" y="3883152"/>
                  <a:pt x="655606" y="3882676"/>
                </a:cubicBezTo>
                <a:cubicBezTo>
                  <a:pt x="658749" y="3881533"/>
                  <a:pt x="661321" y="3879247"/>
                  <a:pt x="662845" y="3876199"/>
                </a:cubicBezTo>
                <a:cubicBezTo>
                  <a:pt x="663321" y="3875246"/>
                  <a:pt x="663416" y="3874103"/>
                  <a:pt x="663607" y="3873055"/>
                </a:cubicBezTo>
                <a:lnTo>
                  <a:pt x="715709" y="3873055"/>
                </a:lnTo>
                <a:lnTo>
                  <a:pt x="740569" y="3889153"/>
                </a:lnTo>
                <a:lnTo>
                  <a:pt x="901637" y="3889153"/>
                </a:lnTo>
                <a:lnTo>
                  <a:pt x="926211" y="3914013"/>
                </a:lnTo>
                <a:lnTo>
                  <a:pt x="984885" y="3914013"/>
                </a:lnTo>
                <a:cubicBezTo>
                  <a:pt x="984885" y="3914013"/>
                  <a:pt x="984885" y="3914394"/>
                  <a:pt x="984885" y="3914680"/>
                </a:cubicBezTo>
                <a:cubicBezTo>
                  <a:pt x="986219" y="3919157"/>
                  <a:pt x="990124" y="3922109"/>
                  <a:pt x="994601" y="3922490"/>
                </a:cubicBezTo>
                <a:lnTo>
                  <a:pt x="994601" y="3942017"/>
                </a:lnTo>
                <a:lnTo>
                  <a:pt x="963168" y="3977354"/>
                </a:lnTo>
                <a:lnTo>
                  <a:pt x="963168" y="4017169"/>
                </a:lnTo>
                <a:lnTo>
                  <a:pt x="958882" y="4017169"/>
                </a:lnTo>
                <a:cubicBezTo>
                  <a:pt x="955834" y="4017169"/>
                  <a:pt x="953357" y="4019645"/>
                  <a:pt x="953357" y="4022693"/>
                </a:cubicBezTo>
                <a:lnTo>
                  <a:pt x="953357" y="4036124"/>
                </a:lnTo>
                <a:cubicBezTo>
                  <a:pt x="953357" y="4039172"/>
                  <a:pt x="955834" y="4041648"/>
                  <a:pt x="958882" y="4041648"/>
                </a:cubicBezTo>
                <a:lnTo>
                  <a:pt x="963263" y="4041648"/>
                </a:lnTo>
                <a:lnTo>
                  <a:pt x="963549" y="4069080"/>
                </a:lnTo>
                <a:lnTo>
                  <a:pt x="1018223" y="4131374"/>
                </a:lnTo>
                <a:lnTo>
                  <a:pt x="1018223" y="4165473"/>
                </a:lnTo>
                <a:cubicBezTo>
                  <a:pt x="1018223" y="4165473"/>
                  <a:pt x="1017842" y="4165473"/>
                  <a:pt x="1017556" y="4165473"/>
                </a:cubicBezTo>
                <a:cubicBezTo>
                  <a:pt x="1011746" y="4167092"/>
                  <a:pt x="1008412" y="4173188"/>
                  <a:pt x="1010031" y="4178999"/>
                </a:cubicBezTo>
                <a:cubicBezTo>
                  <a:pt x="1010793" y="4181856"/>
                  <a:pt x="1012698" y="4184142"/>
                  <a:pt x="1015270" y="4185571"/>
                </a:cubicBezTo>
                <a:cubicBezTo>
                  <a:pt x="1016222" y="4186047"/>
                  <a:pt x="1017175" y="4186428"/>
                  <a:pt x="1018223" y="4186619"/>
                </a:cubicBezTo>
                <a:lnTo>
                  <a:pt x="1018223" y="4226529"/>
                </a:lnTo>
                <a:lnTo>
                  <a:pt x="1029748" y="4238816"/>
                </a:lnTo>
                <a:lnTo>
                  <a:pt x="1133380" y="4238816"/>
                </a:lnTo>
                <a:lnTo>
                  <a:pt x="1152525" y="4261009"/>
                </a:lnTo>
                <a:lnTo>
                  <a:pt x="1201865" y="4261009"/>
                </a:lnTo>
                <a:cubicBezTo>
                  <a:pt x="1202436" y="4262628"/>
                  <a:pt x="1203198" y="4264152"/>
                  <a:pt x="1204436" y="4265486"/>
                </a:cubicBezTo>
                <a:cubicBezTo>
                  <a:pt x="1209008" y="4270439"/>
                  <a:pt x="1216724" y="4270629"/>
                  <a:pt x="1221677" y="4266057"/>
                </a:cubicBezTo>
                <a:cubicBezTo>
                  <a:pt x="1226630" y="4261485"/>
                  <a:pt x="1226820" y="4253770"/>
                  <a:pt x="1222248" y="4248817"/>
                </a:cubicBezTo>
                <a:cubicBezTo>
                  <a:pt x="1217676" y="4243864"/>
                  <a:pt x="1209961" y="4243673"/>
                  <a:pt x="1205008" y="4248245"/>
                </a:cubicBezTo>
                <a:close/>
                <a:moveTo>
                  <a:pt x="653891" y="3878199"/>
                </a:moveTo>
                <a:cubicBezTo>
                  <a:pt x="649796" y="3879628"/>
                  <a:pt x="645319" y="3877437"/>
                  <a:pt x="643890" y="3873342"/>
                </a:cubicBezTo>
                <a:cubicBezTo>
                  <a:pt x="642461" y="3869246"/>
                  <a:pt x="644652" y="3864769"/>
                  <a:pt x="648748" y="3863340"/>
                </a:cubicBezTo>
                <a:cubicBezTo>
                  <a:pt x="649605" y="3863054"/>
                  <a:pt x="650462" y="3862864"/>
                  <a:pt x="651320" y="3862864"/>
                </a:cubicBezTo>
                <a:cubicBezTo>
                  <a:pt x="654558" y="3862864"/>
                  <a:pt x="657606" y="3864864"/>
                  <a:pt x="658749" y="3868103"/>
                </a:cubicBezTo>
                <a:cubicBezTo>
                  <a:pt x="660178" y="3872198"/>
                  <a:pt x="657987" y="3876675"/>
                  <a:pt x="653891" y="3878104"/>
                </a:cubicBezTo>
                <a:close/>
                <a:moveTo>
                  <a:pt x="989457" y="3913346"/>
                </a:moveTo>
                <a:cubicBezTo>
                  <a:pt x="988504" y="3910108"/>
                  <a:pt x="990410" y="3906584"/>
                  <a:pt x="993743" y="3905726"/>
                </a:cubicBezTo>
                <a:cubicBezTo>
                  <a:pt x="994315" y="3905536"/>
                  <a:pt x="994886" y="3905441"/>
                  <a:pt x="995458" y="3905441"/>
                </a:cubicBezTo>
                <a:cubicBezTo>
                  <a:pt x="998125" y="3905441"/>
                  <a:pt x="1000601" y="3907250"/>
                  <a:pt x="1001363" y="3909917"/>
                </a:cubicBezTo>
                <a:cubicBezTo>
                  <a:pt x="1001840" y="3911537"/>
                  <a:pt x="1001649" y="3913156"/>
                  <a:pt x="1000792" y="3914585"/>
                </a:cubicBezTo>
                <a:cubicBezTo>
                  <a:pt x="1000030" y="3916013"/>
                  <a:pt x="998696" y="3917061"/>
                  <a:pt x="997077" y="3917537"/>
                </a:cubicBezTo>
                <a:cubicBezTo>
                  <a:pt x="993743" y="3918490"/>
                  <a:pt x="990410" y="3916585"/>
                  <a:pt x="989457" y="3913251"/>
                </a:cubicBezTo>
                <a:close/>
                <a:moveTo>
                  <a:pt x="958787" y="4036886"/>
                </a:moveTo>
                <a:cubicBezTo>
                  <a:pt x="958787" y="4036886"/>
                  <a:pt x="958025" y="4036505"/>
                  <a:pt x="958025" y="4036124"/>
                </a:cubicBezTo>
                <a:lnTo>
                  <a:pt x="958025" y="4022693"/>
                </a:lnTo>
                <a:cubicBezTo>
                  <a:pt x="958025" y="4022693"/>
                  <a:pt x="958406" y="4021931"/>
                  <a:pt x="958787" y="4021931"/>
                </a:cubicBezTo>
                <a:lnTo>
                  <a:pt x="972217" y="4021931"/>
                </a:lnTo>
                <a:cubicBezTo>
                  <a:pt x="972217" y="4021931"/>
                  <a:pt x="972979" y="4022312"/>
                  <a:pt x="972979" y="4022693"/>
                </a:cubicBezTo>
                <a:lnTo>
                  <a:pt x="972979" y="4036124"/>
                </a:lnTo>
                <a:cubicBezTo>
                  <a:pt x="972979" y="4036124"/>
                  <a:pt x="972598" y="4036886"/>
                  <a:pt x="972217" y="4036886"/>
                </a:cubicBezTo>
                <a:lnTo>
                  <a:pt x="958787" y="4036886"/>
                </a:lnTo>
                <a:close/>
                <a:moveTo>
                  <a:pt x="1017461" y="4181475"/>
                </a:moveTo>
                <a:cubicBezTo>
                  <a:pt x="1016032" y="4180713"/>
                  <a:pt x="1014984" y="4179380"/>
                  <a:pt x="1014508" y="4177760"/>
                </a:cubicBezTo>
                <a:cubicBezTo>
                  <a:pt x="1013555" y="4174522"/>
                  <a:pt x="1015460" y="4170998"/>
                  <a:pt x="1018794" y="4170140"/>
                </a:cubicBezTo>
                <a:cubicBezTo>
                  <a:pt x="1022128" y="4169188"/>
                  <a:pt x="1025557" y="4171093"/>
                  <a:pt x="1026414" y="4174427"/>
                </a:cubicBezTo>
                <a:cubicBezTo>
                  <a:pt x="1027367" y="4177665"/>
                  <a:pt x="1025462" y="4181189"/>
                  <a:pt x="1022128" y="4182047"/>
                </a:cubicBezTo>
                <a:cubicBezTo>
                  <a:pt x="1020509" y="4182523"/>
                  <a:pt x="1018889" y="4182332"/>
                  <a:pt x="1017461" y="4181475"/>
                </a:cubicBezTo>
                <a:close/>
                <a:moveTo>
                  <a:pt x="1290352" y="439103"/>
                </a:moveTo>
                <a:lnTo>
                  <a:pt x="1290352" y="445865"/>
                </a:lnTo>
                <a:cubicBezTo>
                  <a:pt x="1290352" y="447199"/>
                  <a:pt x="1289209" y="448342"/>
                  <a:pt x="1287875" y="448342"/>
                </a:cubicBezTo>
                <a:lnTo>
                  <a:pt x="1281113" y="448342"/>
                </a:lnTo>
                <a:cubicBezTo>
                  <a:pt x="1279779" y="448342"/>
                  <a:pt x="1278636" y="447199"/>
                  <a:pt x="1278636" y="445865"/>
                </a:cubicBezTo>
                <a:lnTo>
                  <a:pt x="1278636" y="439103"/>
                </a:lnTo>
                <a:cubicBezTo>
                  <a:pt x="1278636" y="437769"/>
                  <a:pt x="1279779" y="436626"/>
                  <a:pt x="1281113" y="436626"/>
                </a:cubicBezTo>
                <a:lnTo>
                  <a:pt x="1287875" y="436626"/>
                </a:lnTo>
                <a:cubicBezTo>
                  <a:pt x="1289209" y="436626"/>
                  <a:pt x="1290352" y="437769"/>
                  <a:pt x="1290352" y="439103"/>
                </a:cubicBezTo>
                <a:close/>
                <a:moveTo>
                  <a:pt x="1663732" y="404432"/>
                </a:moveTo>
                <a:lnTo>
                  <a:pt x="1663732" y="475393"/>
                </a:lnTo>
                <a:lnTo>
                  <a:pt x="1660874" y="475393"/>
                </a:lnTo>
                <a:cubicBezTo>
                  <a:pt x="1657160" y="475393"/>
                  <a:pt x="1654016" y="478441"/>
                  <a:pt x="1654016" y="482251"/>
                </a:cubicBezTo>
                <a:lnTo>
                  <a:pt x="1654016" y="491014"/>
                </a:lnTo>
                <a:cubicBezTo>
                  <a:pt x="1654016" y="494729"/>
                  <a:pt x="1657064" y="497872"/>
                  <a:pt x="1660874" y="497872"/>
                </a:cubicBezTo>
                <a:lnTo>
                  <a:pt x="1669637" y="497872"/>
                </a:lnTo>
                <a:cubicBezTo>
                  <a:pt x="1673352" y="497872"/>
                  <a:pt x="1676495" y="494824"/>
                  <a:pt x="1676495" y="491014"/>
                </a:cubicBezTo>
                <a:lnTo>
                  <a:pt x="1676495" y="482251"/>
                </a:lnTo>
                <a:cubicBezTo>
                  <a:pt x="1676495" y="478536"/>
                  <a:pt x="1673447" y="475393"/>
                  <a:pt x="1669637" y="475393"/>
                </a:cubicBezTo>
                <a:lnTo>
                  <a:pt x="1668590" y="475393"/>
                </a:lnTo>
                <a:lnTo>
                  <a:pt x="1668590" y="406051"/>
                </a:lnTo>
                <a:lnTo>
                  <a:pt x="1701165" y="365284"/>
                </a:lnTo>
                <a:lnTo>
                  <a:pt x="1701165" y="180023"/>
                </a:lnTo>
                <a:cubicBezTo>
                  <a:pt x="1706118" y="178880"/>
                  <a:pt x="1709833" y="174689"/>
                  <a:pt x="1709833" y="169450"/>
                </a:cubicBezTo>
                <a:cubicBezTo>
                  <a:pt x="1709833" y="163354"/>
                  <a:pt x="1704880" y="158401"/>
                  <a:pt x="1698784" y="158401"/>
                </a:cubicBezTo>
                <a:cubicBezTo>
                  <a:pt x="1692688" y="158401"/>
                  <a:pt x="1687735" y="163354"/>
                  <a:pt x="1687735" y="169450"/>
                </a:cubicBezTo>
                <a:cubicBezTo>
                  <a:pt x="1687735" y="174689"/>
                  <a:pt x="1691545" y="178975"/>
                  <a:pt x="1696403" y="180023"/>
                </a:cubicBezTo>
                <a:lnTo>
                  <a:pt x="1696403" y="363664"/>
                </a:lnTo>
                <a:lnTo>
                  <a:pt x="1663827" y="404432"/>
                </a:lnTo>
                <a:close/>
                <a:moveTo>
                  <a:pt x="1669542" y="480251"/>
                </a:moveTo>
                <a:cubicBezTo>
                  <a:pt x="1670685" y="480251"/>
                  <a:pt x="1671638" y="481203"/>
                  <a:pt x="1671638" y="482346"/>
                </a:cubicBezTo>
                <a:lnTo>
                  <a:pt x="1671638" y="491109"/>
                </a:lnTo>
                <a:cubicBezTo>
                  <a:pt x="1671638" y="492252"/>
                  <a:pt x="1670685" y="493205"/>
                  <a:pt x="1669542" y="493205"/>
                </a:cubicBezTo>
                <a:lnTo>
                  <a:pt x="1660779" y="493205"/>
                </a:lnTo>
                <a:cubicBezTo>
                  <a:pt x="1659636" y="493205"/>
                  <a:pt x="1658684" y="492252"/>
                  <a:pt x="1658684" y="491109"/>
                </a:cubicBezTo>
                <a:lnTo>
                  <a:pt x="1658684" y="482346"/>
                </a:lnTo>
                <a:cubicBezTo>
                  <a:pt x="1658684" y="481203"/>
                  <a:pt x="1659636" y="480251"/>
                  <a:pt x="1660779" y="480251"/>
                </a:cubicBezTo>
                <a:lnTo>
                  <a:pt x="1669542" y="480251"/>
                </a:lnTo>
                <a:close/>
                <a:moveTo>
                  <a:pt x="1219772" y="401193"/>
                </a:moveTo>
                <a:lnTo>
                  <a:pt x="1219772" y="415671"/>
                </a:lnTo>
                <a:cubicBezTo>
                  <a:pt x="1219772" y="419386"/>
                  <a:pt x="1222820" y="422529"/>
                  <a:pt x="1226630" y="422529"/>
                </a:cubicBezTo>
                <a:lnTo>
                  <a:pt x="1231487" y="422529"/>
                </a:lnTo>
                <a:lnTo>
                  <a:pt x="1231487" y="506730"/>
                </a:lnTo>
                <a:lnTo>
                  <a:pt x="1241965" y="514731"/>
                </a:lnTo>
                <a:lnTo>
                  <a:pt x="1241965" y="577787"/>
                </a:lnTo>
                <a:cubicBezTo>
                  <a:pt x="1241965" y="577787"/>
                  <a:pt x="1241393" y="577787"/>
                  <a:pt x="1241393" y="577787"/>
                </a:cubicBezTo>
                <a:cubicBezTo>
                  <a:pt x="1239869" y="577787"/>
                  <a:pt x="1238726" y="579025"/>
                  <a:pt x="1238726" y="580454"/>
                </a:cubicBezTo>
                <a:lnTo>
                  <a:pt x="1238726" y="593408"/>
                </a:lnTo>
                <a:cubicBezTo>
                  <a:pt x="1238726" y="594932"/>
                  <a:pt x="1239965" y="596075"/>
                  <a:pt x="1241393" y="596075"/>
                </a:cubicBezTo>
                <a:lnTo>
                  <a:pt x="1247394" y="596075"/>
                </a:lnTo>
                <a:cubicBezTo>
                  <a:pt x="1248918" y="596075"/>
                  <a:pt x="1250061" y="594836"/>
                  <a:pt x="1250061" y="593408"/>
                </a:cubicBezTo>
                <a:lnTo>
                  <a:pt x="1250061" y="580454"/>
                </a:lnTo>
                <a:cubicBezTo>
                  <a:pt x="1250061" y="578930"/>
                  <a:pt x="1248823" y="577787"/>
                  <a:pt x="1247394" y="577787"/>
                </a:cubicBezTo>
                <a:lnTo>
                  <a:pt x="1246823" y="577787"/>
                </a:lnTo>
                <a:lnTo>
                  <a:pt x="1246823" y="512350"/>
                </a:lnTo>
                <a:cubicBezTo>
                  <a:pt x="1246823" y="512350"/>
                  <a:pt x="1236155" y="504349"/>
                  <a:pt x="1236155" y="504349"/>
                </a:cubicBezTo>
                <a:lnTo>
                  <a:pt x="1236155" y="422434"/>
                </a:lnTo>
                <a:lnTo>
                  <a:pt x="1241012" y="422434"/>
                </a:lnTo>
                <a:cubicBezTo>
                  <a:pt x="1244727" y="422434"/>
                  <a:pt x="1247870" y="419386"/>
                  <a:pt x="1247870" y="415576"/>
                </a:cubicBezTo>
                <a:lnTo>
                  <a:pt x="1247870" y="401193"/>
                </a:lnTo>
                <a:cubicBezTo>
                  <a:pt x="1247870" y="397478"/>
                  <a:pt x="1244822" y="394335"/>
                  <a:pt x="1241012" y="394335"/>
                </a:cubicBezTo>
                <a:lnTo>
                  <a:pt x="1226630" y="394335"/>
                </a:lnTo>
                <a:cubicBezTo>
                  <a:pt x="1222915" y="394335"/>
                  <a:pt x="1219772" y="397383"/>
                  <a:pt x="1219772" y="401193"/>
                </a:cubicBezTo>
                <a:close/>
                <a:moveTo>
                  <a:pt x="1243013" y="401193"/>
                </a:moveTo>
                <a:lnTo>
                  <a:pt x="1243013" y="415576"/>
                </a:lnTo>
                <a:cubicBezTo>
                  <a:pt x="1243013" y="416719"/>
                  <a:pt x="1242060" y="417671"/>
                  <a:pt x="1240917" y="417671"/>
                </a:cubicBezTo>
                <a:lnTo>
                  <a:pt x="1226534" y="417671"/>
                </a:lnTo>
                <a:cubicBezTo>
                  <a:pt x="1225391" y="417671"/>
                  <a:pt x="1224439" y="416719"/>
                  <a:pt x="1224439" y="415576"/>
                </a:cubicBezTo>
                <a:lnTo>
                  <a:pt x="1224439" y="401098"/>
                </a:lnTo>
                <a:cubicBezTo>
                  <a:pt x="1224439" y="399955"/>
                  <a:pt x="1225391" y="399002"/>
                  <a:pt x="1226534" y="399002"/>
                </a:cubicBezTo>
                <a:lnTo>
                  <a:pt x="1240917" y="399002"/>
                </a:lnTo>
                <a:cubicBezTo>
                  <a:pt x="1242060" y="399002"/>
                  <a:pt x="1243013" y="399955"/>
                  <a:pt x="1243013" y="401098"/>
                </a:cubicBezTo>
                <a:close/>
                <a:moveTo>
                  <a:pt x="1772222" y="2311241"/>
                </a:moveTo>
                <a:lnTo>
                  <a:pt x="1758696" y="2297811"/>
                </a:lnTo>
                <a:lnTo>
                  <a:pt x="1762030" y="2294477"/>
                </a:lnTo>
                <a:lnTo>
                  <a:pt x="1775555" y="2307908"/>
                </a:lnTo>
                <a:lnTo>
                  <a:pt x="1772222" y="2311241"/>
                </a:lnTo>
                <a:close/>
                <a:moveTo>
                  <a:pt x="1920526" y="4519613"/>
                </a:moveTo>
                <a:cubicBezTo>
                  <a:pt x="1916906" y="4519613"/>
                  <a:pt x="1913858" y="4522089"/>
                  <a:pt x="1912811" y="4525423"/>
                </a:cubicBezTo>
                <a:lnTo>
                  <a:pt x="1857947" y="4525423"/>
                </a:lnTo>
                <a:lnTo>
                  <a:pt x="1835753" y="4544949"/>
                </a:lnTo>
                <a:lnTo>
                  <a:pt x="1739646" y="4544949"/>
                </a:lnTo>
                <a:cubicBezTo>
                  <a:pt x="1739646" y="4544949"/>
                  <a:pt x="1739741" y="4544282"/>
                  <a:pt x="1739741" y="4543902"/>
                </a:cubicBezTo>
                <a:cubicBezTo>
                  <a:pt x="1739741" y="4534662"/>
                  <a:pt x="1732217" y="4527137"/>
                  <a:pt x="1722977" y="4527137"/>
                </a:cubicBezTo>
                <a:cubicBezTo>
                  <a:pt x="1720120" y="4527137"/>
                  <a:pt x="1717548" y="4527899"/>
                  <a:pt x="1715262" y="4529138"/>
                </a:cubicBezTo>
                <a:lnTo>
                  <a:pt x="1691450" y="4501229"/>
                </a:lnTo>
                <a:lnTo>
                  <a:pt x="1691450" y="4415219"/>
                </a:lnTo>
                <a:lnTo>
                  <a:pt x="1684306" y="4415219"/>
                </a:lnTo>
                <a:lnTo>
                  <a:pt x="1684306" y="4502563"/>
                </a:lnTo>
                <a:cubicBezTo>
                  <a:pt x="1684306" y="4503420"/>
                  <a:pt x="1684592" y="4504278"/>
                  <a:pt x="1685163" y="4504849"/>
                </a:cubicBezTo>
                <a:lnTo>
                  <a:pt x="1709833" y="4533710"/>
                </a:lnTo>
                <a:cubicBezTo>
                  <a:pt x="1707642" y="4536567"/>
                  <a:pt x="1706309" y="4540092"/>
                  <a:pt x="1706309" y="4543902"/>
                </a:cubicBezTo>
                <a:cubicBezTo>
                  <a:pt x="1706309" y="4553141"/>
                  <a:pt x="1713833" y="4560665"/>
                  <a:pt x="1723073" y="4560665"/>
                </a:cubicBezTo>
                <a:cubicBezTo>
                  <a:pt x="1730312" y="4560665"/>
                  <a:pt x="1736407" y="4556094"/>
                  <a:pt x="1738789" y="4549712"/>
                </a:cubicBezTo>
                <a:lnTo>
                  <a:pt x="1837753" y="4549712"/>
                </a:lnTo>
                <a:lnTo>
                  <a:pt x="1859947" y="4530186"/>
                </a:lnTo>
                <a:lnTo>
                  <a:pt x="1913001" y="4530186"/>
                </a:lnTo>
                <a:cubicBezTo>
                  <a:pt x="1914049" y="4533519"/>
                  <a:pt x="1917002" y="4535901"/>
                  <a:pt x="1920621" y="4535996"/>
                </a:cubicBezTo>
                <a:cubicBezTo>
                  <a:pt x="1925098" y="4535996"/>
                  <a:pt x="1928813" y="4532376"/>
                  <a:pt x="1928813" y="4527899"/>
                </a:cubicBezTo>
                <a:cubicBezTo>
                  <a:pt x="1928813" y="4523423"/>
                  <a:pt x="1925193" y="4519708"/>
                  <a:pt x="1920716" y="4519708"/>
                </a:cubicBezTo>
                <a:close/>
                <a:moveTo>
                  <a:pt x="1722882" y="4554760"/>
                </a:moveTo>
                <a:cubicBezTo>
                  <a:pt x="1716881" y="4554760"/>
                  <a:pt x="1711928" y="4549807"/>
                  <a:pt x="1711928" y="4543806"/>
                </a:cubicBezTo>
                <a:cubicBezTo>
                  <a:pt x="1711928" y="4537805"/>
                  <a:pt x="1716881" y="4532853"/>
                  <a:pt x="1722882" y="4532853"/>
                </a:cubicBezTo>
                <a:cubicBezTo>
                  <a:pt x="1728883" y="4532853"/>
                  <a:pt x="1733836" y="4537805"/>
                  <a:pt x="1733836" y="4543806"/>
                </a:cubicBezTo>
                <a:cubicBezTo>
                  <a:pt x="1733836" y="4549807"/>
                  <a:pt x="1728883" y="4554760"/>
                  <a:pt x="1722882" y="4554760"/>
                </a:cubicBezTo>
                <a:close/>
                <a:moveTo>
                  <a:pt x="1414653" y="222028"/>
                </a:moveTo>
                <a:lnTo>
                  <a:pt x="1414653" y="228791"/>
                </a:lnTo>
                <a:cubicBezTo>
                  <a:pt x="1414653" y="230124"/>
                  <a:pt x="1413510" y="231267"/>
                  <a:pt x="1412177" y="231267"/>
                </a:cubicBezTo>
                <a:lnTo>
                  <a:pt x="1405414" y="231267"/>
                </a:lnTo>
                <a:cubicBezTo>
                  <a:pt x="1404080" y="231267"/>
                  <a:pt x="1402937" y="230124"/>
                  <a:pt x="1402937" y="228791"/>
                </a:cubicBezTo>
                <a:lnTo>
                  <a:pt x="1402937" y="222028"/>
                </a:lnTo>
                <a:cubicBezTo>
                  <a:pt x="1402937" y="220694"/>
                  <a:pt x="1404080" y="219551"/>
                  <a:pt x="1405414" y="219551"/>
                </a:cubicBezTo>
                <a:lnTo>
                  <a:pt x="1412177" y="219551"/>
                </a:lnTo>
                <a:cubicBezTo>
                  <a:pt x="1413510" y="219551"/>
                  <a:pt x="1414653" y="220694"/>
                  <a:pt x="1414653" y="222028"/>
                </a:cubicBezTo>
                <a:close/>
                <a:moveTo>
                  <a:pt x="1361503" y="222028"/>
                </a:moveTo>
                <a:lnTo>
                  <a:pt x="1361503" y="228791"/>
                </a:lnTo>
                <a:cubicBezTo>
                  <a:pt x="1361503" y="230124"/>
                  <a:pt x="1360361" y="231267"/>
                  <a:pt x="1359027" y="231267"/>
                </a:cubicBezTo>
                <a:lnTo>
                  <a:pt x="1352264" y="231267"/>
                </a:lnTo>
                <a:cubicBezTo>
                  <a:pt x="1350931" y="231267"/>
                  <a:pt x="1349788" y="230124"/>
                  <a:pt x="1349788" y="228791"/>
                </a:cubicBezTo>
                <a:lnTo>
                  <a:pt x="1349788" y="222028"/>
                </a:lnTo>
                <a:cubicBezTo>
                  <a:pt x="1349788" y="220694"/>
                  <a:pt x="1350931" y="219551"/>
                  <a:pt x="1352264" y="219551"/>
                </a:cubicBezTo>
                <a:lnTo>
                  <a:pt x="1359027" y="219551"/>
                </a:lnTo>
                <a:cubicBezTo>
                  <a:pt x="1360361" y="219551"/>
                  <a:pt x="1361503" y="220694"/>
                  <a:pt x="1361503" y="222028"/>
                </a:cubicBezTo>
                <a:close/>
                <a:moveTo>
                  <a:pt x="2653951" y="63341"/>
                </a:moveTo>
                <a:lnTo>
                  <a:pt x="2554891" y="63341"/>
                </a:lnTo>
                <a:cubicBezTo>
                  <a:pt x="2549557" y="63341"/>
                  <a:pt x="2545271" y="67628"/>
                  <a:pt x="2545271" y="72962"/>
                </a:cubicBezTo>
                <a:lnTo>
                  <a:pt x="2545271" y="77629"/>
                </a:lnTo>
                <a:lnTo>
                  <a:pt x="2515172" y="77629"/>
                </a:lnTo>
                <a:cubicBezTo>
                  <a:pt x="2515172" y="77629"/>
                  <a:pt x="2504599" y="68009"/>
                  <a:pt x="2504599" y="68009"/>
                </a:cubicBezTo>
                <a:lnTo>
                  <a:pt x="2478977" y="68009"/>
                </a:lnTo>
                <a:cubicBezTo>
                  <a:pt x="2478024" y="64389"/>
                  <a:pt x="2475262" y="61246"/>
                  <a:pt x="2471357" y="60293"/>
                </a:cubicBezTo>
                <a:cubicBezTo>
                  <a:pt x="2465737" y="58960"/>
                  <a:pt x="2460022" y="62389"/>
                  <a:pt x="2458688" y="68009"/>
                </a:cubicBezTo>
                <a:cubicBezTo>
                  <a:pt x="2458022" y="70771"/>
                  <a:pt x="2458498" y="73533"/>
                  <a:pt x="2459927" y="75914"/>
                </a:cubicBezTo>
                <a:cubicBezTo>
                  <a:pt x="2461355" y="78296"/>
                  <a:pt x="2463737" y="80010"/>
                  <a:pt x="2466404" y="80677"/>
                </a:cubicBezTo>
                <a:cubicBezTo>
                  <a:pt x="2466404" y="80677"/>
                  <a:pt x="2466499" y="80677"/>
                  <a:pt x="2466594" y="80677"/>
                </a:cubicBezTo>
                <a:cubicBezTo>
                  <a:pt x="2466594" y="88392"/>
                  <a:pt x="2466594" y="107823"/>
                  <a:pt x="2466499" y="121444"/>
                </a:cubicBezTo>
                <a:lnTo>
                  <a:pt x="2466499" y="122492"/>
                </a:lnTo>
                <a:cubicBezTo>
                  <a:pt x="2466499" y="122492"/>
                  <a:pt x="2478977" y="134588"/>
                  <a:pt x="2478977" y="134588"/>
                </a:cubicBezTo>
                <a:lnTo>
                  <a:pt x="2514791" y="134588"/>
                </a:lnTo>
                <a:cubicBezTo>
                  <a:pt x="2515172" y="135446"/>
                  <a:pt x="2515648" y="136303"/>
                  <a:pt x="2516410" y="137065"/>
                </a:cubicBezTo>
                <a:cubicBezTo>
                  <a:pt x="2517934" y="138589"/>
                  <a:pt x="2519934" y="139541"/>
                  <a:pt x="2522125" y="139541"/>
                </a:cubicBezTo>
                <a:lnTo>
                  <a:pt x="2522315" y="139541"/>
                </a:lnTo>
                <a:cubicBezTo>
                  <a:pt x="2524411" y="139541"/>
                  <a:pt x="2526411" y="138779"/>
                  <a:pt x="2527935" y="137255"/>
                </a:cubicBezTo>
                <a:cubicBezTo>
                  <a:pt x="2529459" y="135731"/>
                  <a:pt x="2530412" y="133731"/>
                  <a:pt x="2530412" y="131540"/>
                </a:cubicBezTo>
                <a:cubicBezTo>
                  <a:pt x="2530412" y="129350"/>
                  <a:pt x="2529650" y="127349"/>
                  <a:pt x="2528126" y="125730"/>
                </a:cubicBezTo>
                <a:cubicBezTo>
                  <a:pt x="2526602" y="124206"/>
                  <a:pt x="2524601" y="123254"/>
                  <a:pt x="2522411" y="123254"/>
                </a:cubicBezTo>
                <a:cubicBezTo>
                  <a:pt x="2520220" y="123254"/>
                  <a:pt x="2518220" y="124016"/>
                  <a:pt x="2516600" y="125540"/>
                </a:cubicBezTo>
                <a:cubicBezTo>
                  <a:pt x="2515362" y="126683"/>
                  <a:pt x="2514695" y="128207"/>
                  <a:pt x="2514410" y="129826"/>
                </a:cubicBezTo>
                <a:lnTo>
                  <a:pt x="2480882" y="129826"/>
                </a:lnTo>
                <a:lnTo>
                  <a:pt x="2471261" y="120491"/>
                </a:lnTo>
                <a:cubicBezTo>
                  <a:pt x="2471357" y="105347"/>
                  <a:pt x="2471452" y="88297"/>
                  <a:pt x="2471261" y="80677"/>
                </a:cubicBezTo>
                <a:cubicBezTo>
                  <a:pt x="2472309" y="80391"/>
                  <a:pt x="2473357" y="80010"/>
                  <a:pt x="2474214" y="79439"/>
                </a:cubicBezTo>
                <a:cubicBezTo>
                  <a:pt x="2476595" y="78010"/>
                  <a:pt x="2478310" y="75629"/>
                  <a:pt x="2478977" y="72962"/>
                </a:cubicBezTo>
                <a:cubicBezTo>
                  <a:pt x="2478977" y="72962"/>
                  <a:pt x="2478977" y="72866"/>
                  <a:pt x="2478977" y="72771"/>
                </a:cubicBezTo>
                <a:lnTo>
                  <a:pt x="2502599" y="72771"/>
                </a:lnTo>
                <a:lnTo>
                  <a:pt x="2513171" y="82391"/>
                </a:lnTo>
                <a:lnTo>
                  <a:pt x="2545175" y="82391"/>
                </a:lnTo>
                <a:cubicBezTo>
                  <a:pt x="2545175" y="82391"/>
                  <a:pt x="2545175" y="87059"/>
                  <a:pt x="2545175" y="87059"/>
                </a:cubicBezTo>
                <a:cubicBezTo>
                  <a:pt x="2545175" y="92392"/>
                  <a:pt x="2549462" y="96679"/>
                  <a:pt x="2554796" y="96679"/>
                </a:cubicBezTo>
                <a:lnTo>
                  <a:pt x="2653855" y="96679"/>
                </a:lnTo>
                <a:cubicBezTo>
                  <a:pt x="2659190" y="96679"/>
                  <a:pt x="2663476" y="92392"/>
                  <a:pt x="2663476" y="87059"/>
                </a:cubicBezTo>
                <a:lnTo>
                  <a:pt x="2663476" y="82391"/>
                </a:lnTo>
                <a:lnTo>
                  <a:pt x="2756726" y="82391"/>
                </a:lnTo>
                <a:lnTo>
                  <a:pt x="2781491" y="58198"/>
                </a:lnTo>
                <a:lnTo>
                  <a:pt x="2781491" y="95"/>
                </a:lnTo>
                <a:lnTo>
                  <a:pt x="2776728" y="95"/>
                </a:lnTo>
                <a:lnTo>
                  <a:pt x="2776728" y="56198"/>
                </a:lnTo>
                <a:lnTo>
                  <a:pt x="2754821" y="77629"/>
                </a:lnTo>
                <a:lnTo>
                  <a:pt x="2663571" y="77629"/>
                </a:lnTo>
                <a:lnTo>
                  <a:pt x="2663571" y="72962"/>
                </a:lnTo>
                <a:cubicBezTo>
                  <a:pt x="2663571" y="67628"/>
                  <a:pt x="2659285" y="63341"/>
                  <a:pt x="2653951" y="63341"/>
                </a:cubicBezTo>
                <a:close/>
                <a:moveTo>
                  <a:pt x="2522220" y="128016"/>
                </a:moveTo>
                <a:lnTo>
                  <a:pt x="2522220" y="128016"/>
                </a:lnTo>
                <a:cubicBezTo>
                  <a:pt x="2523077" y="128016"/>
                  <a:pt x="2523935" y="128397"/>
                  <a:pt x="2524601" y="129064"/>
                </a:cubicBezTo>
                <a:cubicBezTo>
                  <a:pt x="2525268" y="129731"/>
                  <a:pt x="2525554" y="130588"/>
                  <a:pt x="2525554" y="131445"/>
                </a:cubicBezTo>
                <a:cubicBezTo>
                  <a:pt x="2525554" y="133255"/>
                  <a:pt x="2523839" y="134874"/>
                  <a:pt x="2522125" y="134779"/>
                </a:cubicBezTo>
                <a:cubicBezTo>
                  <a:pt x="2521268" y="134779"/>
                  <a:pt x="2520410" y="134398"/>
                  <a:pt x="2519744" y="133731"/>
                </a:cubicBezTo>
                <a:cubicBezTo>
                  <a:pt x="2519077" y="133064"/>
                  <a:pt x="2518791" y="132207"/>
                  <a:pt x="2518791" y="131350"/>
                </a:cubicBezTo>
                <a:cubicBezTo>
                  <a:pt x="2518791" y="129540"/>
                  <a:pt x="2520315" y="128016"/>
                  <a:pt x="2522125" y="128016"/>
                </a:cubicBezTo>
                <a:close/>
                <a:moveTo>
                  <a:pt x="2474500" y="71914"/>
                </a:moveTo>
                <a:cubicBezTo>
                  <a:pt x="2474119" y="73438"/>
                  <a:pt x="2473262" y="74676"/>
                  <a:pt x="2471928" y="75438"/>
                </a:cubicBezTo>
                <a:cubicBezTo>
                  <a:pt x="2470595" y="76200"/>
                  <a:pt x="2469071" y="76486"/>
                  <a:pt x="2467642" y="76105"/>
                </a:cubicBezTo>
                <a:cubicBezTo>
                  <a:pt x="2466118" y="75724"/>
                  <a:pt x="2464880" y="74867"/>
                  <a:pt x="2464118" y="73533"/>
                </a:cubicBezTo>
                <a:cubicBezTo>
                  <a:pt x="2463355" y="72200"/>
                  <a:pt x="2463070" y="70676"/>
                  <a:pt x="2463451" y="69247"/>
                </a:cubicBezTo>
                <a:cubicBezTo>
                  <a:pt x="2464118" y="66675"/>
                  <a:pt x="2466404" y="64865"/>
                  <a:pt x="2468975" y="64865"/>
                </a:cubicBezTo>
                <a:cubicBezTo>
                  <a:pt x="2469452" y="64865"/>
                  <a:pt x="2469833" y="64865"/>
                  <a:pt x="2470309" y="65056"/>
                </a:cubicBezTo>
                <a:cubicBezTo>
                  <a:pt x="2471833" y="65437"/>
                  <a:pt x="2473071" y="66294"/>
                  <a:pt x="2473833" y="67628"/>
                </a:cubicBezTo>
                <a:cubicBezTo>
                  <a:pt x="2474595" y="68961"/>
                  <a:pt x="2474881" y="70485"/>
                  <a:pt x="2474500" y="71914"/>
                </a:cubicBezTo>
                <a:close/>
                <a:moveTo>
                  <a:pt x="2658809" y="87154"/>
                </a:moveTo>
                <a:cubicBezTo>
                  <a:pt x="2658809" y="89821"/>
                  <a:pt x="2656618" y="92012"/>
                  <a:pt x="2653951" y="92012"/>
                </a:cubicBezTo>
                <a:lnTo>
                  <a:pt x="2554891" y="92012"/>
                </a:lnTo>
                <a:cubicBezTo>
                  <a:pt x="2552224" y="92012"/>
                  <a:pt x="2550033" y="89821"/>
                  <a:pt x="2550033" y="87154"/>
                </a:cubicBezTo>
                <a:lnTo>
                  <a:pt x="2550033" y="72962"/>
                </a:lnTo>
                <a:cubicBezTo>
                  <a:pt x="2550033" y="70295"/>
                  <a:pt x="2552224" y="68104"/>
                  <a:pt x="2554891" y="68104"/>
                </a:cubicBezTo>
                <a:lnTo>
                  <a:pt x="2653951" y="68104"/>
                </a:lnTo>
                <a:cubicBezTo>
                  <a:pt x="2656618" y="68104"/>
                  <a:pt x="2658809" y="70295"/>
                  <a:pt x="2658809" y="72962"/>
                </a:cubicBezTo>
                <a:lnTo>
                  <a:pt x="2658809" y="87154"/>
                </a:lnTo>
                <a:close/>
                <a:moveTo>
                  <a:pt x="1286542" y="254889"/>
                </a:moveTo>
                <a:cubicBezTo>
                  <a:pt x="1280541" y="254889"/>
                  <a:pt x="1275588" y="259747"/>
                  <a:pt x="1275588" y="265843"/>
                </a:cubicBezTo>
                <a:cubicBezTo>
                  <a:pt x="1275588" y="271939"/>
                  <a:pt x="1280446" y="276797"/>
                  <a:pt x="1286542" y="276797"/>
                </a:cubicBezTo>
                <a:cubicBezTo>
                  <a:pt x="1288542" y="276797"/>
                  <a:pt x="1290257" y="276130"/>
                  <a:pt x="1291781" y="275273"/>
                </a:cubicBezTo>
                <a:lnTo>
                  <a:pt x="1291590" y="275463"/>
                </a:lnTo>
                <a:lnTo>
                  <a:pt x="1332738" y="313754"/>
                </a:lnTo>
                <a:lnTo>
                  <a:pt x="1332357" y="355378"/>
                </a:lnTo>
                <a:lnTo>
                  <a:pt x="1351883" y="379476"/>
                </a:lnTo>
                <a:cubicBezTo>
                  <a:pt x="1349788" y="382238"/>
                  <a:pt x="1349026" y="385953"/>
                  <a:pt x="1350455" y="389382"/>
                </a:cubicBezTo>
                <a:cubicBezTo>
                  <a:pt x="1351407" y="391763"/>
                  <a:pt x="1353312" y="393573"/>
                  <a:pt x="1355598" y="394716"/>
                </a:cubicBezTo>
                <a:cubicBezTo>
                  <a:pt x="1354836" y="395002"/>
                  <a:pt x="1354360" y="395478"/>
                  <a:pt x="1354360" y="396145"/>
                </a:cubicBezTo>
                <a:cubicBezTo>
                  <a:pt x="1354360" y="397574"/>
                  <a:pt x="1355979" y="397955"/>
                  <a:pt x="1358932" y="398336"/>
                </a:cubicBezTo>
                <a:cubicBezTo>
                  <a:pt x="1355979" y="398717"/>
                  <a:pt x="1354360" y="399002"/>
                  <a:pt x="1354360" y="400526"/>
                </a:cubicBezTo>
                <a:cubicBezTo>
                  <a:pt x="1354360" y="402050"/>
                  <a:pt x="1355884" y="402241"/>
                  <a:pt x="1358741" y="402622"/>
                </a:cubicBezTo>
                <a:cubicBezTo>
                  <a:pt x="1355884" y="403003"/>
                  <a:pt x="1354360" y="403289"/>
                  <a:pt x="1354360" y="404717"/>
                </a:cubicBezTo>
                <a:cubicBezTo>
                  <a:pt x="1354360" y="406146"/>
                  <a:pt x="1355884" y="406432"/>
                  <a:pt x="1358837" y="406813"/>
                </a:cubicBezTo>
                <a:cubicBezTo>
                  <a:pt x="1355979" y="407194"/>
                  <a:pt x="1354360" y="407480"/>
                  <a:pt x="1354360" y="408908"/>
                </a:cubicBezTo>
                <a:cubicBezTo>
                  <a:pt x="1354360" y="410337"/>
                  <a:pt x="1355884" y="410623"/>
                  <a:pt x="1358741" y="411004"/>
                </a:cubicBezTo>
                <a:cubicBezTo>
                  <a:pt x="1355884" y="411385"/>
                  <a:pt x="1354360" y="411671"/>
                  <a:pt x="1354360" y="413099"/>
                </a:cubicBezTo>
                <a:cubicBezTo>
                  <a:pt x="1354360" y="414528"/>
                  <a:pt x="1355884" y="414814"/>
                  <a:pt x="1358741" y="415195"/>
                </a:cubicBezTo>
                <a:cubicBezTo>
                  <a:pt x="1355884" y="415576"/>
                  <a:pt x="1354360" y="415862"/>
                  <a:pt x="1354360" y="417290"/>
                </a:cubicBezTo>
                <a:cubicBezTo>
                  <a:pt x="1354360" y="418719"/>
                  <a:pt x="1355884" y="419005"/>
                  <a:pt x="1358646" y="419386"/>
                </a:cubicBezTo>
                <a:cubicBezTo>
                  <a:pt x="1355789" y="419767"/>
                  <a:pt x="1354360" y="420053"/>
                  <a:pt x="1354360" y="421481"/>
                </a:cubicBezTo>
                <a:cubicBezTo>
                  <a:pt x="1354360" y="422910"/>
                  <a:pt x="1355693" y="423196"/>
                  <a:pt x="1358456" y="423577"/>
                </a:cubicBezTo>
                <a:cubicBezTo>
                  <a:pt x="1355693" y="423958"/>
                  <a:pt x="1354360" y="424244"/>
                  <a:pt x="1354360" y="425672"/>
                </a:cubicBezTo>
                <a:cubicBezTo>
                  <a:pt x="1354360" y="427101"/>
                  <a:pt x="1355693" y="427387"/>
                  <a:pt x="1358456" y="427673"/>
                </a:cubicBezTo>
                <a:cubicBezTo>
                  <a:pt x="1355789" y="428054"/>
                  <a:pt x="1354360" y="428339"/>
                  <a:pt x="1354360" y="429673"/>
                </a:cubicBezTo>
                <a:cubicBezTo>
                  <a:pt x="1354360" y="431006"/>
                  <a:pt x="1355693" y="431387"/>
                  <a:pt x="1358456" y="431673"/>
                </a:cubicBezTo>
                <a:cubicBezTo>
                  <a:pt x="1355693" y="432054"/>
                  <a:pt x="1354360" y="432340"/>
                  <a:pt x="1354360" y="433769"/>
                </a:cubicBezTo>
                <a:cubicBezTo>
                  <a:pt x="1354360" y="435197"/>
                  <a:pt x="1355789" y="435483"/>
                  <a:pt x="1358551" y="435864"/>
                </a:cubicBezTo>
                <a:cubicBezTo>
                  <a:pt x="1355789" y="436245"/>
                  <a:pt x="1354360" y="436531"/>
                  <a:pt x="1354360" y="437960"/>
                </a:cubicBezTo>
                <a:cubicBezTo>
                  <a:pt x="1354360" y="439388"/>
                  <a:pt x="1355789" y="439674"/>
                  <a:pt x="1358646" y="440055"/>
                </a:cubicBezTo>
                <a:cubicBezTo>
                  <a:pt x="1355884" y="440436"/>
                  <a:pt x="1354360" y="440722"/>
                  <a:pt x="1354360" y="442151"/>
                </a:cubicBezTo>
                <a:cubicBezTo>
                  <a:pt x="1354360" y="443579"/>
                  <a:pt x="1355789" y="443865"/>
                  <a:pt x="1358646" y="444246"/>
                </a:cubicBezTo>
                <a:cubicBezTo>
                  <a:pt x="1355789" y="444627"/>
                  <a:pt x="1354360" y="444913"/>
                  <a:pt x="1354360" y="446342"/>
                </a:cubicBezTo>
                <a:cubicBezTo>
                  <a:pt x="1354360" y="447770"/>
                  <a:pt x="1355789" y="448056"/>
                  <a:pt x="1358551" y="448437"/>
                </a:cubicBezTo>
                <a:cubicBezTo>
                  <a:pt x="1355789" y="448818"/>
                  <a:pt x="1354360" y="449104"/>
                  <a:pt x="1354360" y="450533"/>
                </a:cubicBezTo>
                <a:cubicBezTo>
                  <a:pt x="1354360" y="451961"/>
                  <a:pt x="1355789" y="452247"/>
                  <a:pt x="1358551" y="452628"/>
                </a:cubicBezTo>
                <a:cubicBezTo>
                  <a:pt x="1355789" y="453009"/>
                  <a:pt x="1354360" y="453295"/>
                  <a:pt x="1354360" y="454724"/>
                </a:cubicBezTo>
                <a:cubicBezTo>
                  <a:pt x="1354360" y="456152"/>
                  <a:pt x="1355693" y="456438"/>
                  <a:pt x="1358456" y="456819"/>
                </a:cubicBezTo>
                <a:cubicBezTo>
                  <a:pt x="1355693" y="457200"/>
                  <a:pt x="1354360" y="457486"/>
                  <a:pt x="1354360" y="458914"/>
                </a:cubicBezTo>
                <a:cubicBezTo>
                  <a:pt x="1354360" y="460343"/>
                  <a:pt x="1355693" y="460629"/>
                  <a:pt x="1358456" y="461010"/>
                </a:cubicBezTo>
                <a:cubicBezTo>
                  <a:pt x="1355693" y="461391"/>
                  <a:pt x="1354360" y="461677"/>
                  <a:pt x="1354360" y="463106"/>
                </a:cubicBezTo>
                <a:cubicBezTo>
                  <a:pt x="1354360" y="464534"/>
                  <a:pt x="1355693" y="464820"/>
                  <a:pt x="1358456" y="465201"/>
                </a:cubicBezTo>
                <a:cubicBezTo>
                  <a:pt x="1355693" y="465582"/>
                  <a:pt x="1354360" y="465868"/>
                  <a:pt x="1354360" y="467297"/>
                </a:cubicBezTo>
                <a:cubicBezTo>
                  <a:pt x="1354360" y="468725"/>
                  <a:pt x="1355789" y="469011"/>
                  <a:pt x="1358551" y="469392"/>
                </a:cubicBezTo>
                <a:cubicBezTo>
                  <a:pt x="1355789" y="469773"/>
                  <a:pt x="1354360" y="470059"/>
                  <a:pt x="1354360" y="471488"/>
                </a:cubicBezTo>
                <a:cubicBezTo>
                  <a:pt x="1354360" y="472916"/>
                  <a:pt x="1355789" y="473202"/>
                  <a:pt x="1358551" y="473583"/>
                </a:cubicBezTo>
                <a:cubicBezTo>
                  <a:pt x="1355789" y="473964"/>
                  <a:pt x="1354360" y="474250"/>
                  <a:pt x="1354360" y="475679"/>
                </a:cubicBezTo>
                <a:cubicBezTo>
                  <a:pt x="1354360" y="477107"/>
                  <a:pt x="1355789" y="477393"/>
                  <a:pt x="1358551" y="477774"/>
                </a:cubicBezTo>
                <a:cubicBezTo>
                  <a:pt x="1355693" y="478155"/>
                  <a:pt x="1354360" y="478441"/>
                  <a:pt x="1354360" y="479870"/>
                </a:cubicBezTo>
                <a:cubicBezTo>
                  <a:pt x="1354360" y="481298"/>
                  <a:pt x="1355789" y="481584"/>
                  <a:pt x="1358551" y="481965"/>
                </a:cubicBezTo>
                <a:cubicBezTo>
                  <a:pt x="1355789" y="482346"/>
                  <a:pt x="1354360" y="482632"/>
                  <a:pt x="1354360" y="484061"/>
                </a:cubicBezTo>
                <a:cubicBezTo>
                  <a:pt x="1354360" y="485489"/>
                  <a:pt x="1355693" y="485775"/>
                  <a:pt x="1358456" y="486156"/>
                </a:cubicBezTo>
                <a:cubicBezTo>
                  <a:pt x="1355693" y="486537"/>
                  <a:pt x="1354360" y="486823"/>
                  <a:pt x="1354360" y="488156"/>
                </a:cubicBezTo>
                <a:cubicBezTo>
                  <a:pt x="1354360" y="489490"/>
                  <a:pt x="1355693" y="489871"/>
                  <a:pt x="1358360" y="490157"/>
                </a:cubicBezTo>
                <a:cubicBezTo>
                  <a:pt x="1355693" y="490538"/>
                  <a:pt x="1354360" y="490823"/>
                  <a:pt x="1354360" y="492157"/>
                </a:cubicBezTo>
                <a:cubicBezTo>
                  <a:pt x="1354360" y="493490"/>
                  <a:pt x="1355693" y="493871"/>
                  <a:pt x="1358360" y="494157"/>
                </a:cubicBezTo>
                <a:cubicBezTo>
                  <a:pt x="1355693" y="494538"/>
                  <a:pt x="1354360" y="494824"/>
                  <a:pt x="1354360" y="496157"/>
                </a:cubicBezTo>
                <a:cubicBezTo>
                  <a:pt x="1354360" y="497491"/>
                  <a:pt x="1355693" y="497872"/>
                  <a:pt x="1358265" y="498158"/>
                </a:cubicBezTo>
                <a:cubicBezTo>
                  <a:pt x="1355598" y="498539"/>
                  <a:pt x="1354360" y="498824"/>
                  <a:pt x="1354360" y="500158"/>
                </a:cubicBezTo>
                <a:cubicBezTo>
                  <a:pt x="1354360" y="501491"/>
                  <a:pt x="1355693" y="501872"/>
                  <a:pt x="1358265" y="502158"/>
                </a:cubicBezTo>
                <a:cubicBezTo>
                  <a:pt x="1355693" y="502444"/>
                  <a:pt x="1354360" y="502825"/>
                  <a:pt x="1354360" y="504158"/>
                </a:cubicBezTo>
                <a:cubicBezTo>
                  <a:pt x="1354360" y="505492"/>
                  <a:pt x="1355693" y="505873"/>
                  <a:pt x="1358265" y="506159"/>
                </a:cubicBezTo>
                <a:cubicBezTo>
                  <a:pt x="1355693" y="506444"/>
                  <a:pt x="1354360" y="506825"/>
                  <a:pt x="1354360" y="508159"/>
                </a:cubicBezTo>
                <a:cubicBezTo>
                  <a:pt x="1354360" y="509492"/>
                  <a:pt x="1355693" y="509873"/>
                  <a:pt x="1358170" y="510159"/>
                </a:cubicBezTo>
                <a:cubicBezTo>
                  <a:pt x="1355598" y="510445"/>
                  <a:pt x="1354360" y="510826"/>
                  <a:pt x="1354360" y="512159"/>
                </a:cubicBezTo>
                <a:cubicBezTo>
                  <a:pt x="1354360" y="513493"/>
                  <a:pt x="1355598" y="513779"/>
                  <a:pt x="1358170" y="514160"/>
                </a:cubicBezTo>
                <a:cubicBezTo>
                  <a:pt x="1355598" y="514445"/>
                  <a:pt x="1354360" y="514826"/>
                  <a:pt x="1354360" y="516160"/>
                </a:cubicBezTo>
                <a:cubicBezTo>
                  <a:pt x="1354360" y="517493"/>
                  <a:pt x="1355598" y="517779"/>
                  <a:pt x="1358170" y="518160"/>
                </a:cubicBezTo>
                <a:cubicBezTo>
                  <a:pt x="1355598" y="518446"/>
                  <a:pt x="1354360" y="518827"/>
                  <a:pt x="1354360" y="520160"/>
                </a:cubicBezTo>
                <a:cubicBezTo>
                  <a:pt x="1354360" y="521494"/>
                  <a:pt x="1355598" y="521780"/>
                  <a:pt x="1358170" y="522161"/>
                </a:cubicBezTo>
                <a:cubicBezTo>
                  <a:pt x="1355598" y="522446"/>
                  <a:pt x="1354360" y="522827"/>
                  <a:pt x="1354360" y="524161"/>
                </a:cubicBezTo>
                <a:cubicBezTo>
                  <a:pt x="1354360" y="525494"/>
                  <a:pt x="1355598" y="525780"/>
                  <a:pt x="1358170" y="526161"/>
                </a:cubicBezTo>
                <a:cubicBezTo>
                  <a:pt x="1355598" y="526447"/>
                  <a:pt x="1354360" y="526828"/>
                  <a:pt x="1354360" y="528161"/>
                </a:cubicBezTo>
                <a:cubicBezTo>
                  <a:pt x="1354360" y="529495"/>
                  <a:pt x="1355598" y="529781"/>
                  <a:pt x="1358170" y="530162"/>
                </a:cubicBezTo>
                <a:cubicBezTo>
                  <a:pt x="1355598" y="530447"/>
                  <a:pt x="1354360" y="530828"/>
                  <a:pt x="1354360" y="532162"/>
                </a:cubicBezTo>
                <a:cubicBezTo>
                  <a:pt x="1354360" y="533495"/>
                  <a:pt x="1355598" y="533781"/>
                  <a:pt x="1358170" y="534162"/>
                </a:cubicBezTo>
                <a:cubicBezTo>
                  <a:pt x="1355598" y="534448"/>
                  <a:pt x="1354360" y="534829"/>
                  <a:pt x="1354360" y="536162"/>
                </a:cubicBezTo>
                <a:cubicBezTo>
                  <a:pt x="1354360" y="537496"/>
                  <a:pt x="1355693" y="537782"/>
                  <a:pt x="1358075" y="538163"/>
                </a:cubicBezTo>
                <a:cubicBezTo>
                  <a:pt x="1357408" y="538258"/>
                  <a:pt x="1356646" y="538258"/>
                  <a:pt x="1355979" y="538544"/>
                </a:cubicBezTo>
                <a:cubicBezTo>
                  <a:pt x="1355884" y="538544"/>
                  <a:pt x="1355789" y="538734"/>
                  <a:pt x="1355598" y="538734"/>
                </a:cubicBezTo>
                <a:cubicBezTo>
                  <a:pt x="1355407" y="538734"/>
                  <a:pt x="1355217" y="539020"/>
                  <a:pt x="1355027" y="539115"/>
                </a:cubicBezTo>
                <a:cubicBezTo>
                  <a:pt x="1350455" y="541592"/>
                  <a:pt x="1348264" y="547021"/>
                  <a:pt x="1350264" y="551974"/>
                </a:cubicBezTo>
                <a:cubicBezTo>
                  <a:pt x="1351312" y="554546"/>
                  <a:pt x="1353312" y="556451"/>
                  <a:pt x="1355789" y="557594"/>
                </a:cubicBezTo>
                <a:cubicBezTo>
                  <a:pt x="1356265" y="557784"/>
                  <a:pt x="1356836" y="557784"/>
                  <a:pt x="1357408" y="557879"/>
                </a:cubicBezTo>
                <a:lnTo>
                  <a:pt x="1357408" y="600551"/>
                </a:lnTo>
                <a:lnTo>
                  <a:pt x="1329595" y="620459"/>
                </a:lnTo>
                <a:lnTo>
                  <a:pt x="1329595" y="703802"/>
                </a:lnTo>
                <a:lnTo>
                  <a:pt x="1386554" y="755523"/>
                </a:lnTo>
                <a:cubicBezTo>
                  <a:pt x="1386554" y="755523"/>
                  <a:pt x="1386269" y="755523"/>
                  <a:pt x="1386078" y="755523"/>
                </a:cubicBezTo>
                <a:cubicBezTo>
                  <a:pt x="1382744" y="755999"/>
                  <a:pt x="1379792" y="757809"/>
                  <a:pt x="1377791" y="760571"/>
                </a:cubicBezTo>
                <a:cubicBezTo>
                  <a:pt x="1373600" y="766191"/>
                  <a:pt x="1374839" y="774192"/>
                  <a:pt x="1380553" y="778383"/>
                </a:cubicBezTo>
                <a:cubicBezTo>
                  <a:pt x="1382268" y="779621"/>
                  <a:pt x="1384173" y="780193"/>
                  <a:pt x="1386078" y="780574"/>
                </a:cubicBezTo>
                <a:lnTo>
                  <a:pt x="1386078" y="796195"/>
                </a:lnTo>
                <a:lnTo>
                  <a:pt x="1333976" y="811244"/>
                </a:lnTo>
                <a:lnTo>
                  <a:pt x="1333976" y="827913"/>
                </a:lnTo>
                <a:cubicBezTo>
                  <a:pt x="1327690" y="829056"/>
                  <a:pt x="1322927" y="834485"/>
                  <a:pt x="1322927" y="841153"/>
                </a:cubicBezTo>
                <a:cubicBezTo>
                  <a:pt x="1322927" y="848487"/>
                  <a:pt x="1328833" y="854488"/>
                  <a:pt x="1336167" y="854583"/>
                </a:cubicBezTo>
                <a:lnTo>
                  <a:pt x="1440085" y="967645"/>
                </a:lnTo>
                <a:lnTo>
                  <a:pt x="1440656" y="1108424"/>
                </a:lnTo>
                <a:lnTo>
                  <a:pt x="1466088" y="1130332"/>
                </a:lnTo>
                <a:lnTo>
                  <a:pt x="1572578" y="1130332"/>
                </a:lnTo>
                <a:lnTo>
                  <a:pt x="1572578" y="1135761"/>
                </a:lnTo>
                <a:cubicBezTo>
                  <a:pt x="1572578" y="1137476"/>
                  <a:pt x="1574006" y="1138904"/>
                  <a:pt x="1575721" y="1138904"/>
                </a:cubicBezTo>
                <a:lnTo>
                  <a:pt x="1591342" y="1138904"/>
                </a:lnTo>
                <a:cubicBezTo>
                  <a:pt x="1593056" y="1138904"/>
                  <a:pt x="1594485" y="1137476"/>
                  <a:pt x="1594485" y="1135761"/>
                </a:cubicBezTo>
                <a:lnTo>
                  <a:pt x="1594485" y="1120140"/>
                </a:lnTo>
                <a:cubicBezTo>
                  <a:pt x="1594485" y="1118426"/>
                  <a:pt x="1593056" y="1116997"/>
                  <a:pt x="1591342" y="1116997"/>
                </a:cubicBezTo>
                <a:lnTo>
                  <a:pt x="1575721" y="1116997"/>
                </a:lnTo>
                <a:cubicBezTo>
                  <a:pt x="1574006" y="1116997"/>
                  <a:pt x="1572578" y="1118426"/>
                  <a:pt x="1572578" y="1120140"/>
                </a:cubicBezTo>
                <a:lnTo>
                  <a:pt x="1572578" y="1125569"/>
                </a:lnTo>
                <a:lnTo>
                  <a:pt x="1467898" y="1125569"/>
                </a:lnTo>
                <a:lnTo>
                  <a:pt x="1445419" y="1106234"/>
                </a:lnTo>
                <a:lnTo>
                  <a:pt x="1444847" y="965740"/>
                </a:lnTo>
                <a:lnTo>
                  <a:pt x="1341692" y="853535"/>
                </a:lnTo>
                <a:cubicBezTo>
                  <a:pt x="1346549" y="851440"/>
                  <a:pt x="1349883" y="846677"/>
                  <a:pt x="1349883" y="841153"/>
                </a:cubicBezTo>
                <a:cubicBezTo>
                  <a:pt x="1349883" y="834581"/>
                  <a:pt x="1345121" y="829056"/>
                  <a:pt x="1338834" y="827913"/>
                </a:cubicBezTo>
                <a:lnTo>
                  <a:pt x="1338834" y="814769"/>
                </a:lnTo>
                <a:lnTo>
                  <a:pt x="1386173" y="801148"/>
                </a:lnTo>
                <a:lnTo>
                  <a:pt x="1386173" y="830199"/>
                </a:lnTo>
                <a:lnTo>
                  <a:pt x="1387602" y="830199"/>
                </a:lnTo>
                <a:cubicBezTo>
                  <a:pt x="1381982" y="830675"/>
                  <a:pt x="1377506" y="835343"/>
                  <a:pt x="1377506" y="841058"/>
                </a:cubicBezTo>
                <a:cubicBezTo>
                  <a:pt x="1377506" y="846773"/>
                  <a:pt x="1381982" y="851440"/>
                  <a:pt x="1387697" y="851916"/>
                </a:cubicBezTo>
                <a:lnTo>
                  <a:pt x="1481233" y="952024"/>
                </a:lnTo>
                <a:lnTo>
                  <a:pt x="1481042" y="1080326"/>
                </a:lnTo>
                <a:lnTo>
                  <a:pt x="1499045" y="1094232"/>
                </a:lnTo>
                <a:lnTo>
                  <a:pt x="1558862" y="1094232"/>
                </a:lnTo>
                <a:lnTo>
                  <a:pt x="1558862" y="1102995"/>
                </a:lnTo>
                <a:cubicBezTo>
                  <a:pt x="1558862" y="1104329"/>
                  <a:pt x="1559909" y="1105376"/>
                  <a:pt x="1561243" y="1105376"/>
                </a:cubicBezTo>
                <a:lnTo>
                  <a:pt x="1571720" y="1105376"/>
                </a:lnTo>
                <a:cubicBezTo>
                  <a:pt x="1573054" y="1105376"/>
                  <a:pt x="1574102" y="1104329"/>
                  <a:pt x="1574102" y="1102995"/>
                </a:cubicBezTo>
                <a:lnTo>
                  <a:pt x="1574102" y="1080802"/>
                </a:lnTo>
                <a:cubicBezTo>
                  <a:pt x="1574102" y="1079468"/>
                  <a:pt x="1573054" y="1078421"/>
                  <a:pt x="1571720" y="1078421"/>
                </a:cubicBezTo>
                <a:lnTo>
                  <a:pt x="1561243" y="1078421"/>
                </a:lnTo>
                <a:cubicBezTo>
                  <a:pt x="1559909" y="1078421"/>
                  <a:pt x="1558862" y="1079468"/>
                  <a:pt x="1558862" y="1080802"/>
                </a:cubicBezTo>
                <a:lnTo>
                  <a:pt x="1558862" y="1089470"/>
                </a:lnTo>
                <a:lnTo>
                  <a:pt x="1500664" y="1089470"/>
                </a:lnTo>
                <a:lnTo>
                  <a:pt x="1485805" y="1078040"/>
                </a:lnTo>
                <a:lnTo>
                  <a:pt x="1485995" y="950214"/>
                </a:lnTo>
                <a:lnTo>
                  <a:pt x="1393317" y="851059"/>
                </a:lnTo>
                <a:cubicBezTo>
                  <a:pt x="1397032" y="849249"/>
                  <a:pt x="1399699" y="845534"/>
                  <a:pt x="1399699" y="841153"/>
                </a:cubicBezTo>
                <a:cubicBezTo>
                  <a:pt x="1399699" y="835343"/>
                  <a:pt x="1395222" y="830771"/>
                  <a:pt x="1389602" y="830294"/>
                </a:cubicBezTo>
                <a:lnTo>
                  <a:pt x="1391031" y="830294"/>
                </a:lnTo>
                <a:lnTo>
                  <a:pt x="1391031" y="801434"/>
                </a:lnTo>
                <a:lnTo>
                  <a:pt x="1437608" y="814864"/>
                </a:lnTo>
                <a:lnTo>
                  <a:pt x="1437608" y="828104"/>
                </a:lnTo>
                <a:cubicBezTo>
                  <a:pt x="1431703" y="829532"/>
                  <a:pt x="1427226" y="834771"/>
                  <a:pt x="1427226" y="841153"/>
                </a:cubicBezTo>
                <a:cubicBezTo>
                  <a:pt x="1427226" y="848582"/>
                  <a:pt x="1433227" y="854583"/>
                  <a:pt x="1440656" y="854583"/>
                </a:cubicBezTo>
                <a:cubicBezTo>
                  <a:pt x="1442942" y="854583"/>
                  <a:pt x="1445133" y="853916"/>
                  <a:pt x="1447038" y="852869"/>
                </a:cubicBezTo>
                <a:lnTo>
                  <a:pt x="1518190" y="928592"/>
                </a:lnTo>
                <a:lnTo>
                  <a:pt x="1518857" y="1047655"/>
                </a:lnTo>
                <a:lnTo>
                  <a:pt x="1540193" y="1064895"/>
                </a:lnTo>
                <a:lnTo>
                  <a:pt x="1600962" y="1064895"/>
                </a:lnTo>
                <a:lnTo>
                  <a:pt x="1600962" y="1073658"/>
                </a:lnTo>
                <a:lnTo>
                  <a:pt x="1611440" y="1073658"/>
                </a:lnTo>
                <a:lnTo>
                  <a:pt x="1611440" y="1051465"/>
                </a:lnTo>
                <a:lnTo>
                  <a:pt x="1600962" y="1051465"/>
                </a:lnTo>
                <a:lnTo>
                  <a:pt x="1600962" y="1060228"/>
                </a:lnTo>
                <a:lnTo>
                  <a:pt x="1541907" y="1060228"/>
                </a:lnTo>
                <a:lnTo>
                  <a:pt x="1523619" y="1045464"/>
                </a:lnTo>
                <a:lnTo>
                  <a:pt x="1522952" y="926783"/>
                </a:lnTo>
                <a:lnTo>
                  <a:pt x="1450753" y="850011"/>
                </a:lnTo>
                <a:cubicBezTo>
                  <a:pt x="1452848" y="847630"/>
                  <a:pt x="1454087" y="844582"/>
                  <a:pt x="1454087" y="841248"/>
                </a:cubicBezTo>
                <a:cubicBezTo>
                  <a:pt x="1454087" y="834390"/>
                  <a:pt x="1448943" y="828770"/>
                  <a:pt x="1442276" y="827913"/>
                </a:cubicBezTo>
                <a:lnTo>
                  <a:pt x="1442276" y="811340"/>
                </a:lnTo>
                <a:lnTo>
                  <a:pt x="1390936" y="796576"/>
                </a:lnTo>
                <a:lnTo>
                  <a:pt x="1390936" y="780574"/>
                </a:lnTo>
                <a:cubicBezTo>
                  <a:pt x="1393793" y="779907"/>
                  <a:pt x="1396556" y="778383"/>
                  <a:pt x="1398461" y="775811"/>
                </a:cubicBezTo>
                <a:lnTo>
                  <a:pt x="1398461" y="775811"/>
                </a:lnTo>
                <a:cubicBezTo>
                  <a:pt x="1400461" y="773049"/>
                  <a:pt x="1401318" y="769715"/>
                  <a:pt x="1400747" y="766382"/>
                </a:cubicBezTo>
                <a:cubicBezTo>
                  <a:pt x="1400270" y="763048"/>
                  <a:pt x="1398461" y="760095"/>
                  <a:pt x="1395698" y="758095"/>
                </a:cubicBezTo>
                <a:cubicBezTo>
                  <a:pt x="1393889" y="756761"/>
                  <a:pt x="1391793" y="756095"/>
                  <a:pt x="1389602" y="755809"/>
                </a:cubicBezTo>
                <a:lnTo>
                  <a:pt x="1447324" y="703993"/>
                </a:lnTo>
                <a:lnTo>
                  <a:pt x="1447324" y="623126"/>
                </a:lnTo>
                <a:lnTo>
                  <a:pt x="1475137" y="603218"/>
                </a:lnTo>
                <a:lnTo>
                  <a:pt x="1475137" y="557975"/>
                </a:lnTo>
                <a:cubicBezTo>
                  <a:pt x="1475137" y="557975"/>
                  <a:pt x="1475708" y="557975"/>
                  <a:pt x="1476089" y="557784"/>
                </a:cubicBezTo>
                <a:cubicBezTo>
                  <a:pt x="1478661" y="556736"/>
                  <a:pt x="1480566" y="554736"/>
                  <a:pt x="1481709" y="552260"/>
                </a:cubicBezTo>
                <a:cubicBezTo>
                  <a:pt x="1482757" y="549688"/>
                  <a:pt x="1482757" y="546926"/>
                  <a:pt x="1481709" y="544354"/>
                </a:cubicBezTo>
                <a:cubicBezTo>
                  <a:pt x="1480852" y="542163"/>
                  <a:pt x="1479232" y="540544"/>
                  <a:pt x="1477232" y="539496"/>
                </a:cubicBezTo>
                <a:cubicBezTo>
                  <a:pt x="1477518" y="539210"/>
                  <a:pt x="1477804" y="538925"/>
                  <a:pt x="1477804" y="538448"/>
                </a:cubicBezTo>
                <a:cubicBezTo>
                  <a:pt x="1477804" y="537115"/>
                  <a:pt x="1476470" y="536734"/>
                  <a:pt x="1473899" y="536448"/>
                </a:cubicBezTo>
                <a:cubicBezTo>
                  <a:pt x="1476470" y="536162"/>
                  <a:pt x="1477804" y="535781"/>
                  <a:pt x="1477804" y="534448"/>
                </a:cubicBezTo>
                <a:cubicBezTo>
                  <a:pt x="1477804" y="533114"/>
                  <a:pt x="1476566" y="532829"/>
                  <a:pt x="1473994" y="532448"/>
                </a:cubicBezTo>
                <a:cubicBezTo>
                  <a:pt x="1476566" y="532162"/>
                  <a:pt x="1477804" y="531781"/>
                  <a:pt x="1477804" y="530447"/>
                </a:cubicBezTo>
                <a:cubicBezTo>
                  <a:pt x="1477804" y="529114"/>
                  <a:pt x="1476566" y="528828"/>
                  <a:pt x="1473994" y="528447"/>
                </a:cubicBezTo>
                <a:cubicBezTo>
                  <a:pt x="1476566" y="528161"/>
                  <a:pt x="1477804" y="527780"/>
                  <a:pt x="1477804" y="526447"/>
                </a:cubicBezTo>
                <a:cubicBezTo>
                  <a:pt x="1477804" y="525113"/>
                  <a:pt x="1476566" y="524828"/>
                  <a:pt x="1473994" y="524447"/>
                </a:cubicBezTo>
                <a:cubicBezTo>
                  <a:pt x="1476566" y="524161"/>
                  <a:pt x="1477804" y="523780"/>
                  <a:pt x="1477804" y="522446"/>
                </a:cubicBezTo>
                <a:cubicBezTo>
                  <a:pt x="1477804" y="521113"/>
                  <a:pt x="1476566" y="520827"/>
                  <a:pt x="1473994" y="520446"/>
                </a:cubicBezTo>
                <a:cubicBezTo>
                  <a:pt x="1476566" y="520160"/>
                  <a:pt x="1477804" y="519779"/>
                  <a:pt x="1477804" y="518446"/>
                </a:cubicBezTo>
                <a:cubicBezTo>
                  <a:pt x="1477804" y="517112"/>
                  <a:pt x="1476566" y="516827"/>
                  <a:pt x="1473994" y="516446"/>
                </a:cubicBezTo>
                <a:cubicBezTo>
                  <a:pt x="1476566" y="516160"/>
                  <a:pt x="1477804" y="515779"/>
                  <a:pt x="1477804" y="514445"/>
                </a:cubicBezTo>
                <a:cubicBezTo>
                  <a:pt x="1477804" y="513112"/>
                  <a:pt x="1476470" y="512731"/>
                  <a:pt x="1473994" y="512445"/>
                </a:cubicBezTo>
                <a:cubicBezTo>
                  <a:pt x="1476566" y="512159"/>
                  <a:pt x="1477804" y="511778"/>
                  <a:pt x="1477804" y="510445"/>
                </a:cubicBezTo>
                <a:cubicBezTo>
                  <a:pt x="1477804" y="509111"/>
                  <a:pt x="1476470" y="508730"/>
                  <a:pt x="1473899" y="508445"/>
                </a:cubicBezTo>
                <a:cubicBezTo>
                  <a:pt x="1476470" y="508159"/>
                  <a:pt x="1477804" y="507778"/>
                  <a:pt x="1477804" y="506444"/>
                </a:cubicBezTo>
                <a:cubicBezTo>
                  <a:pt x="1477804" y="505111"/>
                  <a:pt x="1476470" y="504730"/>
                  <a:pt x="1473899" y="504444"/>
                </a:cubicBezTo>
                <a:cubicBezTo>
                  <a:pt x="1476470" y="504158"/>
                  <a:pt x="1477804" y="503777"/>
                  <a:pt x="1477804" y="502444"/>
                </a:cubicBezTo>
                <a:cubicBezTo>
                  <a:pt x="1477804" y="501110"/>
                  <a:pt x="1476470" y="500729"/>
                  <a:pt x="1473899" y="500444"/>
                </a:cubicBezTo>
                <a:cubicBezTo>
                  <a:pt x="1476470" y="500158"/>
                  <a:pt x="1477804" y="499777"/>
                  <a:pt x="1477804" y="498443"/>
                </a:cubicBezTo>
                <a:cubicBezTo>
                  <a:pt x="1477804" y="497110"/>
                  <a:pt x="1476470" y="496729"/>
                  <a:pt x="1473803" y="496443"/>
                </a:cubicBezTo>
                <a:cubicBezTo>
                  <a:pt x="1476470" y="496062"/>
                  <a:pt x="1477804" y="495776"/>
                  <a:pt x="1477804" y="494443"/>
                </a:cubicBezTo>
                <a:cubicBezTo>
                  <a:pt x="1477804" y="493109"/>
                  <a:pt x="1476470" y="492728"/>
                  <a:pt x="1473803" y="492443"/>
                </a:cubicBezTo>
                <a:cubicBezTo>
                  <a:pt x="1476470" y="492062"/>
                  <a:pt x="1477804" y="491776"/>
                  <a:pt x="1477804" y="490442"/>
                </a:cubicBezTo>
                <a:cubicBezTo>
                  <a:pt x="1477804" y="489109"/>
                  <a:pt x="1476470" y="488728"/>
                  <a:pt x="1473708" y="488442"/>
                </a:cubicBezTo>
                <a:cubicBezTo>
                  <a:pt x="1476375" y="488061"/>
                  <a:pt x="1477804" y="487775"/>
                  <a:pt x="1477804" y="486442"/>
                </a:cubicBezTo>
                <a:cubicBezTo>
                  <a:pt x="1477804" y="485108"/>
                  <a:pt x="1476375" y="484727"/>
                  <a:pt x="1473708" y="484346"/>
                </a:cubicBezTo>
                <a:cubicBezTo>
                  <a:pt x="1476470" y="483965"/>
                  <a:pt x="1477804" y="483680"/>
                  <a:pt x="1477804" y="482251"/>
                </a:cubicBezTo>
                <a:cubicBezTo>
                  <a:pt x="1477804" y="480822"/>
                  <a:pt x="1476375" y="480536"/>
                  <a:pt x="1473613" y="480155"/>
                </a:cubicBezTo>
                <a:cubicBezTo>
                  <a:pt x="1476375" y="479774"/>
                  <a:pt x="1477804" y="479489"/>
                  <a:pt x="1477804" y="478060"/>
                </a:cubicBezTo>
                <a:cubicBezTo>
                  <a:pt x="1477804" y="476631"/>
                  <a:pt x="1476375" y="476345"/>
                  <a:pt x="1473613" y="475964"/>
                </a:cubicBezTo>
                <a:cubicBezTo>
                  <a:pt x="1476470" y="475583"/>
                  <a:pt x="1477804" y="475298"/>
                  <a:pt x="1477804" y="473869"/>
                </a:cubicBezTo>
                <a:cubicBezTo>
                  <a:pt x="1477804" y="472440"/>
                  <a:pt x="1476375" y="472154"/>
                  <a:pt x="1473613" y="471773"/>
                </a:cubicBezTo>
                <a:cubicBezTo>
                  <a:pt x="1476375" y="471392"/>
                  <a:pt x="1477804" y="471107"/>
                  <a:pt x="1477804" y="469678"/>
                </a:cubicBezTo>
                <a:cubicBezTo>
                  <a:pt x="1477804" y="468249"/>
                  <a:pt x="1476375" y="467963"/>
                  <a:pt x="1473708" y="467582"/>
                </a:cubicBezTo>
                <a:cubicBezTo>
                  <a:pt x="1476470" y="467201"/>
                  <a:pt x="1477804" y="466915"/>
                  <a:pt x="1477804" y="465487"/>
                </a:cubicBezTo>
                <a:cubicBezTo>
                  <a:pt x="1477804" y="464058"/>
                  <a:pt x="1476470" y="463772"/>
                  <a:pt x="1473708" y="463391"/>
                </a:cubicBezTo>
                <a:cubicBezTo>
                  <a:pt x="1476470" y="463010"/>
                  <a:pt x="1477804" y="462725"/>
                  <a:pt x="1477804" y="461296"/>
                </a:cubicBezTo>
                <a:cubicBezTo>
                  <a:pt x="1477804" y="459867"/>
                  <a:pt x="1476470" y="459581"/>
                  <a:pt x="1473708" y="459200"/>
                </a:cubicBezTo>
                <a:cubicBezTo>
                  <a:pt x="1476470" y="458819"/>
                  <a:pt x="1477804" y="458534"/>
                  <a:pt x="1477804" y="457105"/>
                </a:cubicBezTo>
                <a:cubicBezTo>
                  <a:pt x="1477804" y="455676"/>
                  <a:pt x="1476375" y="455390"/>
                  <a:pt x="1473708" y="455009"/>
                </a:cubicBezTo>
                <a:cubicBezTo>
                  <a:pt x="1476470" y="454628"/>
                  <a:pt x="1477804" y="454343"/>
                  <a:pt x="1477804" y="452914"/>
                </a:cubicBezTo>
                <a:cubicBezTo>
                  <a:pt x="1477804" y="451485"/>
                  <a:pt x="1476375" y="451199"/>
                  <a:pt x="1473613" y="450818"/>
                </a:cubicBezTo>
                <a:cubicBezTo>
                  <a:pt x="1476375" y="450437"/>
                  <a:pt x="1477804" y="450152"/>
                  <a:pt x="1477804" y="448723"/>
                </a:cubicBezTo>
                <a:cubicBezTo>
                  <a:pt x="1477804" y="447294"/>
                  <a:pt x="1476375" y="447008"/>
                  <a:pt x="1473613" y="446627"/>
                </a:cubicBezTo>
                <a:cubicBezTo>
                  <a:pt x="1476375" y="446246"/>
                  <a:pt x="1477804" y="445961"/>
                  <a:pt x="1477804" y="444532"/>
                </a:cubicBezTo>
                <a:cubicBezTo>
                  <a:pt x="1477804" y="443103"/>
                  <a:pt x="1476280" y="442817"/>
                  <a:pt x="1473518" y="442436"/>
                </a:cubicBezTo>
                <a:cubicBezTo>
                  <a:pt x="1476280" y="442055"/>
                  <a:pt x="1477804" y="441770"/>
                  <a:pt x="1477804" y="440341"/>
                </a:cubicBezTo>
                <a:cubicBezTo>
                  <a:pt x="1477804" y="438912"/>
                  <a:pt x="1476280" y="438626"/>
                  <a:pt x="1473518" y="438245"/>
                </a:cubicBezTo>
                <a:cubicBezTo>
                  <a:pt x="1476375" y="437864"/>
                  <a:pt x="1477804" y="437579"/>
                  <a:pt x="1477804" y="436150"/>
                </a:cubicBezTo>
                <a:cubicBezTo>
                  <a:pt x="1477804" y="434721"/>
                  <a:pt x="1476470" y="434435"/>
                  <a:pt x="1473708" y="434054"/>
                </a:cubicBezTo>
                <a:cubicBezTo>
                  <a:pt x="1476470" y="433673"/>
                  <a:pt x="1477804" y="433388"/>
                  <a:pt x="1477804" y="431959"/>
                </a:cubicBezTo>
                <a:cubicBezTo>
                  <a:pt x="1477804" y="430530"/>
                  <a:pt x="1476470" y="430244"/>
                  <a:pt x="1473708" y="429959"/>
                </a:cubicBezTo>
                <a:cubicBezTo>
                  <a:pt x="1476375" y="429578"/>
                  <a:pt x="1477804" y="429292"/>
                  <a:pt x="1477804" y="427958"/>
                </a:cubicBezTo>
                <a:cubicBezTo>
                  <a:pt x="1477804" y="426625"/>
                  <a:pt x="1476470" y="426244"/>
                  <a:pt x="1473708" y="425958"/>
                </a:cubicBezTo>
                <a:cubicBezTo>
                  <a:pt x="1476470" y="425577"/>
                  <a:pt x="1477804" y="425291"/>
                  <a:pt x="1477804" y="423863"/>
                </a:cubicBezTo>
                <a:cubicBezTo>
                  <a:pt x="1477804" y="422434"/>
                  <a:pt x="1476375" y="422148"/>
                  <a:pt x="1473613" y="421767"/>
                </a:cubicBezTo>
                <a:cubicBezTo>
                  <a:pt x="1476375" y="421386"/>
                  <a:pt x="1477804" y="421100"/>
                  <a:pt x="1477804" y="419672"/>
                </a:cubicBezTo>
                <a:cubicBezTo>
                  <a:pt x="1477804" y="418243"/>
                  <a:pt x="1476280" y="417957"/>
                  <a:pt x="1473422" y="417576"/>
                </a:cubicBezTo>
                <a:cubicBezTo>
                  <a:pt x="1476280" y="417195"/>
                  <a:pt x="1477804" y="416909"/>
                  <a:pt x="1477804" y="415481"/>
                </a:cubicBezTo>
                <a:cubicBezTo>
                  <a:pt x="1477804" y="414052"/>
                  <a:pt x="1476280" y="413766"/>
                  <a:pt x="1473422" y="413385"/>
                </a:cubicBezTo>
                <a:cubicBezTo>
                  <a:pt x="1476280" y="413004"/>
                  <a:pt x="1477804" y="412718"/>
                  <a:pt x="1477804" y="411289"/>
                </a:cubicBezTo>
                <a:cubicBezTo>
                  <a:pt x="1477804" y="409861"/>
                  <a:pt x="1476280" y="409575"/>
                  <a:pt x="1473422" y="409194"/>
                </a:cubicBezTo>
                <a:cubicBezTo>
                  <a:pt x="1476280" y="408813"/>
                  <a:pt x="1477804" y="408527"/>
                  <a:pt x="1477804" y="407099"/>
                </a:cubicBezTo>
                <a:cubicBezTo>
                  <a:pt x="1477804" y="405670"/>
                  <a:pt x="1476280" y="405289"/>
                  <a:pt x="1473422" y="405003"/>
                </a:cubicBezTo>
                <a:cubicBezTo>
                  <a:pt x="1476280" y="404622"/>
                  <a:pt x="1477804" y="404336"/>
                  <a:pt x="1477804" y="402908"/>
                </a:cubicBezTo>
                <a:cubicBezTo>
                  <a:pt x="1477804" y="401479"/>
                  <a:pt x="1476185" y="401098"/>
                  <a:pt x="1473327" y="400812"/>
                </a:cubicBezTo>
                <a:cubicBezTo>
                  <a:pt x="1476280" y="400431"/>
                  <a:pt x="1477804" y="400145"/>
                  <a:pt x="1477804" y="398621"/>
                </a:cubicBezTo>
                <a:cubicBezTo>
                  <a:pt x="1477804" y="397097"/>
                  <a:pt x="1476185" y="396812"/>
                  <a:pt x="1473137" y="396431"/>
                </a:cubicBezTo>
                <a:cubicBezTo>
                  <a:pt x="1476185" y="396050"/>
                  <a:pt x="1477804" y="395764"/>
                  <a:pt x="1477804" y="394240"/>
                </a:cubicBezTo>
                <a:lnTo>
                  <a:pt x="1477613" y="394240"/>
                </a:lnTo>
                <a:cubicBezTo>
                  <a:pt x="1481709" y="391573"/>
                  <a:pt x="1483614" y="386525"/>
                  <a:pt x="1481709" y="381857"/>
                </a:cubicBezTo>
                <a:cubicBezTo>
                  <a:pt x="1480661" y="379286"/>
                  <a:pt x="1478756" y="377285"/>
                  <a:pt x="1476185" y="376238"/>
                </a:cubicBezTo>
                <a:cubicBezTo>
                  <a:pt x="1473613" y="375190"/>
                  <a:pt x="1470851" y="375190"/>
                  <a:pt x="1468279" y="376238"/>
                </a:cubicBezTo>
                <a:cubicBezTo>
                  <a:pt x="1467707" y="376428"/>
                  <a:pt x="1467326" y="376904"/>
                  <a:pt x="1466850" y="377190"/>
                </a:cubicBezTo>
                <a:lnTo>
                  <a:pt x="1422749" y="325564"/>
                </a:lnTo>
                <a:lnTo>
                  <a:pt x="1422940" y="288893"/>
                </a:lnTo>
                <a:lnTo>
                  <a:pt x="1369028" y="235744"/>
                </a:lnTo>
                <a:cubicBezTo>
                  <a:pt x="1369409" y="234887"/>
                  <a:pt x="1369695" y="233934"/>
                  <a:pt x="1369695" y="232982"/>
                </a:cubicBezTo>
                <a:lnTo>
                  <a:pt x="1369695" y="218599"/>
                </a:lnTo>
                <a:cubicBezTo>
                  <a:pt x="1369695" y="214884"/>
                  <a:pt x="1366647" y="211741"/>
                  <a:pt x="1362837" y="211741"/>
                </a:cubicBezTo>
                <a:lnTo>
                  <a:pt x="1348454" y="211741"/>
                </a:lnTo>
                <a:cubicBezTo>
                  <a:pt x="1344740" y="211741"/>
                  <a:pt x="1341596" y="214789"/>
                  <a:pt x="1341596" y="218599"/>
                </a:cubicBezTo>
                <a:lnTo>
                  <a:pt x="1341596" y="232982"/>
                </a:lnTo>
                <a:cubicBezTo>
                  <a:pt x="1341596" y="236696"/>
                  <a:pt x="1344644" y="239840"/>
                  <a:pt x="1348454" y="239840"/>
                </a:cubicBezTo>
                <a:lnTo>
                  <a:pt x="1362837" y="239840"/>
                </a:lnTo>
                <a:cubicBezTo>
                  <a:pt x="1363885" y="239840"/>
                  <a:pt x="1364837" y="239554"/>
                  <a:pt x="1365695" y="239173"/>
                </a:cubicBezTo>
                <a:lnTo>
                  <a:pt x="1418177" y="290989"/>
                </a:lnTo>
                <a:lnTo>
                  <a:pt x="1417987" y="327470"/>
                </a:lnTo>
                <a:lnTo>
                  <a:pt x="1463516" y="380714"/>
                </a:lnTo>
                <a:cubicBezTo>
                  <a:pt x="1463516" y="380714"/>
                  <a:pt x="1462945" y="381476"/>
                  <a:pt x="1462754" y="381857"/>
                </a:cubicBezTo>
                <a:cubicBezTo>
                  <a:pt x="1461707" y="384429"/>
                  <a:pt x="1461707" y="387191"/>
                  <a:pt x="1462754" y="389763"/>
                </a:cubicBezTo>
                <a:cubicBezTo>
                  <a:pt x="1463707" y="392144"/>
                  <a:pt x="1465612" y="393954"/>
                  <a:pt x="1467898" y="395097"/>
                </a:cubicBezTo>
                <a:cubicBezTo>
                  <a:pt x="1467136" y="395383"/>
                  <a:pt x="1466660" y="395859"/>
                  <a:pt x="1466660" y="396526"/>
                </a:cubicBezTo>
                <a:cubicBezTo>
                  <a:pt x="1466660" y="397955"/>
                  <a:pt x="1468279" y="398336"/>
                  <a:pt x="1471232" y="398717"/>
                </a:cubicBezTo>
                <a:cubicBezTo>
                  <a:pt x="1468279" y="399098"/>
                  <a:pt x="1466660" y="399383"/>
                  <a:pt x="1466660" y="400907"/>
                </a:cubicBezTo>
                <a:cubicBezTo>
                  <a:pt x="1466660" y="402431"/>
                  <a:pt x="1468184" y="402622"/>
                  <a:pt x="1471041" y="403003"/>
                </a:cubicBezTo>
                <a:cubicBezTo>
                  <a:pt x="1468184" y="403384"/>
                  <a:pt x="1466660" y="403670"/>
                  <a:pt x="1466660" y="405098"/>
                </a:cubicBezTo>
                <a:cubicBezTo>
                  <a:pt x="1466660" y="406527"/>
                  <a:pt x="1468279" y="406813"/>
                  <a:pt x="1471136" y="407194"/>
                </a:cubicBezTo>
                <a:cubicBezTo>
                  <a:pt x="1468279" y="407575"/>
                  <a:pt x="1466660" y="407861"/>
                  <a:pt x="1466660" y="409289"/>
                </a:cubicBezTo>
                <a:cubicBezTo>
                  <a:pt x="1466660" y="410718"/>
                  <a:pt x="1468184" y="411004"/>
                  <a:pt x="1471041" y="411385"/>
                </a:cubicBezTo>
                <a:cubicBezTo>
                  <a:pt x="1468184" y="411766"/>
                  <a:pt x="1466660" y="412052"/>
                  <a:pt x="1466660" y="413480"/>
                </a:cubicBezTo>
                <a:cubicBezTo>
                  <a:pt x="1466660" y="414909"/>
                  <a:pt x="1468184" y="415195"/>
                  <a:pt x="1471041" y="415576"/>
                </a:cubicBezTo>
                <a:cubicBezTo>
                  <a:pt x="1468184" y="415957"/>
                  <a:pt x="1466660" y="416243"/>
                  <a:pt x="1466660" y="417671"/>
                </a:cubicBezTo>
                <a:cubicBezTo>
                  <a:pt x="1466660" y="419100"/>
                  <a:pt x="1468184" y="419386"/>
                  <a:pt x="1470946" y="419767"/>
                </a:cubicBezTo>
                <a:cubicBezTo>
                  <a:pt x="1468088" y="420148"/>
                  <a:pt x="1466660" y="420434"/>
                  <a:pt x="1466660" y="421862"/>
                </a:cubicBezTo>
                <a:cubicBezTo>
                  <a:pt x="1466660" y="423291"/>
                  <a:pt x="1468088" y="423577"/>
                  <a:pt x="1470755" y="423958"/>
                </a:cubicBezTo>
                <a:cubicBezTo>
                  <a:pt x="1467993" y="424339"/>
                  <a:pt x="1466660" y="424625"/>
                  <a:pt x="1466660" y="426053"/>
                </a:cubicBezTo>
                <a:cubicBezTo>
                  <a:pt x="1466660" y="427482"/>
                  <a:pt x="1467993" y="427768"/>
                  <a:pt x="1470755" y="428054"/>
                </a:cubicBezTo>
                <a:cubicBezTo>
                  <a:pt x="1468088" y="428435"/>
                  <a:pt x="1466660" y="428720"/>
                  <a:pt x="1466660" y="430054"/>
                </a:cubicBezTo>
                <a:cubicBezTo>
                  <a:pt x="1466660" y="431387"/>
                  <a:pt x="1467993" y="431768"/>
                  <a:pt x="1470755" y="432054"/>
                </a:cubicBezTo>
                <a:cubicBezTo>
                  <a:pt x="1467993" y="432435"/>
                  <a:pt x="1466660" y="432721"/>
                  <a:pt x="1466660" y="434150"/>
                </a:cubicBezTo>
                <a:cubicBezTo>
                  <a:pt x="1466660" y="435578"/>
                  <a:pt x="1468088" y="435864"/>
                  <a:pt x="1470851" y="436245"/>
                </a:cubicBezTo>
                <a:cubicBezTo>
                  <a:pt x="1468088" y="436626"/>
                  <a:pt x="1466660" y="436912"/>
                  <a:pt x="1466660" y="438340"/>
                </a:cubicBezTo>
                <a:cubicBezTo>
                  <a:pt x="1466660" y="439769"/>
                  <a:pt x="1468088" y="440055"/>
                  <a:pt x="1470946" y="440436"/>
                </a:cubicBezTo>
                <a:cubicBezTo>
                  <a:pt x="1468184" y="440817"/>
                  <a:pt x="1466660" y="441103"/>
                  <a:pt x="1466660" y="442532"/>
                </a:cubicBezTo>
                <a:cubicBezTo>
                  <a:pt x="1466660" y="443960"/>
                  <a:pt x="1468088" y="444246"/>
                  <a:pt x="1470946" y="444627"/>
                </a:cubicBezTo>
                <a:cubicBezTo>
                  <a:pt x="1468088" y="445008"/>
                  <a:pt x="1466660" y="445294"/>
                  <a:pt x="1466660" y="446723"/>
                </a:cubicBezTo>
                <a:cubicBezTo>
                  <a:pt x="1466660" y="448151"/>
                  <a:pt x="1468088" y="448437"/>
                  <a:pt x="1470851" y="448818"/>
                </a:cubicBezTo>
                <a:cubicBezTo>
                  <a:pt x="1468088" y="449199"/>
                  <a:pt x="1466660" y="449485"/>
                  <a:pt x="1466660" y="450914"/>
                </a:cubicBezTo>
                <a:cubicBezTo>
                  <a:pt x="1466660" y="452342"/>
                  <a:pt x="1468088" y="452628"/>
                  <a:pt x="1470851" y="453009"/>
                </a:cubicBezTo>
                <a:cubicBezTo>
                  <a:pt x="1468088" y="453390"/>
                  <a:pt x="1466660" y="453676"/>
                  <a:pt x="1466660" y="455105"/>
                </a:cubicBezTo>
                <a:cubicBezTo>
                  <a:pt x="1466660" y="456533"/>
                  <a:pt x="1467993" y="456819"/>
                  <a:pt x="1470755" y="457200"/>
                </a:cubicBezTo>
                <a:cubicBezTo>
                  <a:pt x="1467993" y="457581"/>
                  <a:pt x="1466660" y="457867"/>
                  <a:pt x="1466660" y="459296"/>
                </a:cubicBezTo>
                <a:cubicBezTo>
                  <a:pt x="1466660" y="460724"/>
                  <a:pt x="1467993" y="461010"/>
                  <a:pt x="1470755" y="461391"/>
                </a:cubicBezTo>
                <a:cubicBezTo>
                  <a:pt x="1467993" y="461772"/>
                  <a:pt x="1466660" y="462058"/>
                  <a:pt x="1466660" y="463487"/>
                </a:cubicBezTo>
                <a:cubicBezTo>
                  <a:pt x="1466660" y="464915"/>
                  <a:pt x="1468088" y="465201"/>
                  <a:pt x="1470755" y="465582"/>
                </a:cubicBezTo>
                <a:cubicBezTo>
                  <a:pt x="1467993" y="465963"/>
                  <a:pt x="1466660" y="466249"/>
                  <a:pt x="1466660" y="467678"/>
                </a:cubicBezTo>
                <a:cubicBezTo>
                  <a:pt x="1466660" y="469106"/>
                  <a:pt x="1468088" y="469392"/>
                  <a:pt x="1470851" y="469773"/>
                </a:cubicBezTo>
                <a:cubicBezTo>
                  <a:pt x="1468088" y="470154"/>
                  <a:pt x="1466660" y="470440"/>
                  <a:pt x="1466660" y="471869"/>
                </a:cubicBezTo>
                <a:cubicBezTo>
                  <a:pt x="1466660" y="473297"/>
                  <a:pt x="1468088" y="473583"/>
                  <a:pt x="1470851" y="473964"/>
                </a:cubicBezTo>
                <a:cubicBezTo>
                  <a:pt x="1468088" y="474345"/>
                  <a:pt x="1466660" y="474631"/>
                  <a:pt x="1466660" y="476060"/>
                </a:cubicBezTo>
                <a:cubicBezTo>
                  <a:pt x="1466660" y="477488"/>
                  <a:pt x="1468088" y="477774"/>
                  <a:pt x="1470851" y="478155"/>
                </a:cubicBezTo>
                <a:cubicBezTo>
                  <a:pt x="1467993" y="478536"/>
                  <a:pt x="1466660" y="478822"/>
                  <a:pt x="1466660" y="480251"/>
                </a:cubicBezTo>
                <a:cubicBezTo>
                  <a:pt x="1466660" y="481679"/>
                  <a:pt x="1468088" y="481965"/>
                  <a:pt x="1470851" y="482346"/>
                </a:cubicBezTo>
                <a:cubicBezTo>
                  <a:pt x="1468088" y="482727"/>
                  <a:pt x="1466660" y="483013"/>
                  <a:pt x="1466660" y="484442"/>
                </a:cubicBezTo>
                <a:cubicBezTo>
                  <a:pt x="1466660" y="485870"/>
                  <a:pt x="1467993" y="486156"/>
                  <a:pt x="1470755" y="486537"/>
                </a:cubicBezTo>
                <a:cubicBezTo>
                  <a:pt x="1467993" y="486918"/>
                  <a:pt x="1466660" y="487204"/>
                  <a:pt x="1466660" y="488537"/>
                </a:cubicBezTo>
                <a:cubicBezTo>
                  <a:pt x="1466660" y="489871"/>
                  <a:pt x="1467993" y="490252"/>
                  <a:pt x="1470660" y="490538"/>
                </a:cubicBezTo>
                <a:cubicBezTo>
                  <a:pt x="1467993" y="490919"/>
                  <a:pt x="1466660" y="491204"/>
                  <a:pt x="1466660" y="492538"/>
                </a:cubicBezTo>
                <a:cubicBezTo>
                  <a:pt x="1466660" y="493871"/>
                  <a:pt x="1467993" y="494252"/>
                  <a:pt x="1470660" y="494538"/>
                </a:cubicBezTo>
                <a:cubicBezTo>
                  <a:pt x="1467993" y="494919"/>
                  <a:pt x="1466660" y="495205"/>
                  <a:pt x="1466660" y="496538"/>
                </a:cubicBezTo>
                <a:cubicBezTo>
                  <a:pt x="1466660" y="497872"/>
                  <a:pt x="1467993" y="498253"/>
                  <a:pt x="1470565" y="498539"/>
                </a:cubicBezTo>
                <a:cubicBezTo>
                  <a:pt x="1467898" y="498920"/>
                  <a:pt x="1466660" y="499205"/>
                  <a:pt x="1466660" y="500539"/>
                </a:cubicBezTo>
                <a:cubicBezTo>
                  <a:pt x="1466660" y="501872"/>
                  <a:pt x="1467993" y="502253"/>
                  <a:pt x="1470565" y="502539"/>
                </a:cubicBezTo>
                <a:cubicBezTo>
                  <a:pt x="1467993" y="502825"/>
                  <a:pt x="1466660" y="503206"/>
                  <a:pt x="1466660" y="504539"/>
                </a:cubicBezTo>
                <a:cubicBezTo>
                  <a:pt x="1466660" y="505873"/>
                  <a:pt x="1467993" y="506254"/>
                  <a:pt x="1470565" y="506539"/>
                </a:cubicBezTo>
                <a:cubicBezTo>
                  <a:pt x="1467993" y="506825"/>
                  <a:pt x="1466660" y="507206"/>
                  <a:pt x="1466660" y="508540"/>
                </a:cubicBezTo>
                <a:cubicBezTo>
                  <a:pt x="1466660" y="509873"/>
                  <a:pt x="1467993" y="510254"/>
                  <a:pt x="1470470" y="510540"/>
                </a:cubicBezTo>
                <a:cubicBezTo>
                  <a:pt x="1467898" y="510826"/>
                  <a:pt x="1466660" y="511207"/>
                  <a:pt x="1466660" y="512540"/>
                </a:cubicBezTo>
                <a:cubicBezTo>
                  <a:pt x="1466660" y="513874"/>
                  <a:pt x="1467898" y="514160"/>
                  <a:pt x="1470470" y="514540"/>
                </a:cubicBezTo>
                <a:cubicBezTo>
                  <a:pt x="1467898" y="514826"/>
                  <a:pt x="1466660" y="515207"/>
                  <a:pt x="1466660" y="516541"/>
                </a:cubicBezTo>
                <a:cubicBezTo>
                  <a:pt x="1466660" y="517874"/>
                  <a:pt x="1467898" y="518160"/>
                  <a:pt x="1470470" y="518541"/>
                </a:cubicBezTo>
                <a:cubicBezTo>
                  <a:pt x="1467898" y="518827"/>
                  <a:pt x="1466660" y="519208"/>
                  <a:pt x="1466660" y="520541"/>
                </a:cubicBezTo>
                <a:cubicBezTo>
                  <a:pt x="1466660" y="521875"/>
                  <a:pt x="1467898" y="522161"/>
                  <a:pt x="1470470" y="522542"/>
                </a:cubicBezTo>
                <a:cubicBezTo>
                  <a:pt x="1467898" y="522827"/>
                  <a:pt x="1466660" y="523208"/>
                  <a:pt x="1466660" y="524542"/>
                </a:cubicBezTo>
                <a:cubicBezTo>
                  <a:pt x="1466660" y="525875"/>
                  <a:pt x="1467898" y="526161"/>
                  <a:pt x="1470470" y="526542"/>
                </a:cubicBezTo>
                <a:cubicBezTo>
                  <a:pt x="1467898" y="526828"/>
                  <a:pt x="1466660" y="527209"/>
                  <a:pt x="1466660" y="528542"/>
                </a:cubicBezTo>
                <a:cubicBezTo>
                  <a:pt x="1466660" y="529876"/>
                  <a:pt x="1467898" y="530162"/>
                  <a:pt x="1470470" y="530543"/>
                </a:cubicBezTo>
                <a:cubicBezTo>
                  <a:pt x="1467898" y="530828"/>
                  <a:pt x="1466660" y="531209"/>
                  <a:pt x="1466660" y="532543"/>
                </a:cubicBezTo>
                <a:cubicBezTo>
                  <a:pt x="1466660" y="533876"/>
                  <a:pt x="1467898" y="534162"/>
                  <a:pt x="1470470" y="534543"/>
                </a:cubicBezTo>
                <a:cubicBezTo>
                  <a:pt x="1467898" y="534829"/>
                  <a:pt x="1466660" y="535210"/>
                  <a:pt x="1466660" y="536543"/>
                </a:cubicBezTo>
                <a:cubicBezTo>
                  <a:pt x="1466660" y="537877"/>
                  <a:pt x="1467993" y="538163"/>
                  <a:pt x="1470374" y="538544"/>
                </a:cubicBezTo>
                <a:cubicBezTo>
                  <a:pt x="1469707" y="538639"/>
                  <a:pt x="1468946" y="538639"/>
                  <a:pt x="1468279" y="538925"/>
                </a:cubicBezTo>
                <a:cubicBezTo>
                  <a:pt x="1468184" y="538925"/>
                  <a:pt x="1468088" y="539115"/>
                  <a:pt x="1467898" y="539115"/>
                </a:cubicBezTo>
                <a:cubicBezTo>
                  <a:pt x="1467707" y="539115"/>
                  <a:pt x="1467517" y="539306"/>
                  <a:pt x="1467422" y="539496"/>
                </a:cubicBezTo>
                <a:cubicBezTo>
                  <a:pt x="1465326" y="540639"/>
                  <a:pt x="1463612" y="542258"/>
                  <a:pt x="1462659" y="544449"/>
                </a:cubicBezTo>
                <a:cubicBezTo>
                  <a:pt x="1461611" y="547021"/>
                  <a:pt x="1461611" y="549783"/>
                  <a:pt x="1462659" y="552355"/>
                </a:cubicBezTo>
                <a:cubicBezTo>
                  <a:pt x="1463993" y="555689"/>
                  <a:pt x="1467041" y="557879"/>
                  <a:pt x="1470374" y="558451"/>
                </a:cubicBezTo>
                <a:lnTo>
                  <a:pt x="1470374" y="600932"/>
                </a:lnTo>
                <a:lnTo>
                  <a:pt x="1442561" y="620840"/>
                </a:lnTo>
                <a:lnTo>
                  <a:pt x="1442561" y="702088"/>
                </a:lnTo>
                <a:lnTo>
                  <a:pt x="1390650" y="748760"/>
                </a:lnTo>
                <a:lnTo>
                  <a:pt x="1390650" y="623316"/>
                </a:lnTo>
                <a:lnTo>
                  <a:pt x="1418463" y="603409"/>
                </a:lnTo>
                <a:lnTo>
                  <a:pt x="1418463" y="558260"/>
                </a:lnTo>
                <a:cubicBezTo>
                  <a:pt x="1418939" y="558165"/>
                  <a:pt x="1419511" y="558165"/>
                  <a:pt x="1419987" y="557975"/>
                </a:cubicBezTo>
                <a:cubicBezTo>
                  <a:pt x="1422559" y="556927"/>
                  <a:pt x="1424559" y="554927"/>
                  <a:pt x="1425607" y="552450"/>
                </a:cubicBezTo>
                <a:cubicBezTo>
                  <a:pt x="1426655" y="549878"/>
                  <a:pt x="1426655" y="547116"/>
                  <a:pt x="1425607" y="544544"/>
                </a:cubicBezTo>
                <a:cubicBezTo>
                  <a:pt x="1424750" y="542354"/>
                  <a:pt x="1423130" y="540734"/>
                  <a:pt x="1421130" y="539687"/>
                </a:cubicBezTo>
                <a:cubicBezTo>
                  <a:pt x="1421416" y="539401"/>
                  <a:pt x="1421702" y="539115"/>
                  <a:pt x="1421702" y="538639"/>
                </a:cubicBezTo>
                <a:cubicBezTo>
                  <a:pt x="1421702" y="537305"/>
                  <a:pt x="1420368" y="536924"/>
                  <a:pt x="1417796" y="536639"/>
                </a:cubicBezTo>
                <a:cubicBezTo>
                  <a:pt x="1420368" y="536353"/>
                  <a:pt x="1421702" y="535972"/>
                  <a:pt x="1421702" y="534638"/>
                </a:cubicBezTo>
                <a:cubicBezTo>
                  <a:pt x="1421702" y="533305"/>
                  <a:pt x="1420463" y="533019"/>
                  <a:pt x="1417892" y="532638"/>
                </a:cubicBezTo>
                <a:cubicBezTo>
                  <a:pt x="1420463" y="532352"/>
                  <a:pt x="1421702" y="531971"/>
                  <a:pt x="1421702" y="530638"/>
                </a:cubicBezTo>
                <a:cubicBezTo>
                  <a:pt x="1421702" y="529304"/>
                  <a:pt x="1420463" y="529019"/>
                  <a:pt x="1417892" y="528638"/>
                </a:cubicBezTo>
                <a:cubicBezTo>
                  <a:pt x="1420463" y="528352"/>
                  <a:pt x="1421702" y="527971"/>
                  <a:pt x="1421702" y="526637"/>
                </a:cubicBezTo>
                <a:cubicBezTo>
                  <a:pt x="1421702" y="525304"/>
                  <a:pt x="1420463" y="525018"/>
                  <a:pt x="1417892" y="524637"/>
                </a:cubicBezTo>
                <a:cubicBezTo>
                  <a:pt x="1420463" y="524351"/>
                  <a:pt x="1421702" y="523970"/>
                  <a:pt x="1421702" y="522637"/>
                </a:cubicBezTo>
                <a:cubicBezTo>
                  <a:pt x="1421702" y="521303"/>
                  <a:pt x="1420463" y="521018"/>
                  <a:pt x="1417892" y="520637"/>
                </a:cubicBezTo>
                <a:cubicBezTo>
                  <a:pt x="1420463" y="520351"/>
                  <a:pt x="1421702" y="519970"/>
                  <a:pt x="1421702" y="518636"/>
                </a:cubicBezTo>
                <a:cubicBezTo>
                  <a:pt x="1421702" y="517303"/>
                  <a:pt x="1420463" y="517017"/>
                  <a:pt x="1417892" y="516636"/>
                </a:cubicBezTo>
                <a:cubicBezTo>
                  <a:pt x="1420463" y="516350"/>
                  <a:pt x="1421702" y="515969"/>
                  <a:pt x="1421702" y="514636"/>
                </a:cubicBezTo>
                <a:cubicBezTo>
                  <a:pt x="1421702" y="513302"/>
                  <a:pt x="1420368" y="512921"/>
                  <a:pt x="1417892" y="512636"/>
                </a:cubicBezTo>
                <a:cubicBezTo>
                  <a:pt x="1420463" y="512350"/>
                  <a:pt x="1421702" y="511969"/>
                  <a:pt x="1421702" y="510635"/>
                </a:cubicBezTo>
                <a:cubicBezTo>
                  <a:pt x="1421702" y="509302"/>
                  <a:pt x="1420368" y="508921"/>
                  <a:pt x="1417796" y="508635"/>
                </a:cubicBezTo>
                <a:cubicBezTo>
                  <a:pt x="1420368" y="508349"/>
                  <a:pt x="1421702" y="507968"/>
                  <a:pt x="1421702" y="506635"/>
                </a:cubicBezTo>
                <a:cubicBezTo>
                  <a:pt x="1421702" y="505301"/>
                  <a:pt x="1420368" y="504920"/>
                  <a:pt x="1417796" y="504635"/>
                </a:cubicBezTo>
                <a:cubicBezTo>
                  <a:pt x="1420368" y="504349"/>
                  <a:pt x="1421702" y="503968"/>
                  <a:pt x="1421702" y="502634"/>
                </a:cubicBezTo>
                <a:cubicBezTo>
                  <a:pt x="1421702" y="501301"/>
                  <a:pt x="1420368" y="500920"/>
                  <a:pt x="1417796" y="500634"/>
                </a:cubicBezTo>
                <a:cubicBezTo>
                  <a:pt x="1420368" y="500348"/>
                  <a:pt x="1421702" y="499967"/>
                  <a:pt x="1421702" y="498634"/>
                </a:cubicBezTo>
                <a:cubicBezTo>
                  <a:pt x="1421702" y="497300"/>
                  <a:pt x="1420368" y="496919"/>
                  <a:pt x="1417701" y="496634"/>
                </a:cubicBezTo>
                <a:cubicBezTo>
                  <a:pt x="1420368" y="496253"/>
                  <a:pt x="1421702" y="495967"/>
                  <a:pt x="1421702" y="494633"/>
                </a:cubicBezTo>
                <a:cubicBezTo>
                  <a:pt x="1421702" y="493300"/>
                  <a:pt x="1420368" y="492919"/>
                  <a:pt x="1417701" y="492633"/>
                </a:cubicBezTo>
                <a:cubicBezTo>
                  <a:pt x="1420368" y="492252"/>
                  <a:pt x="1421702" y="491966"/>
                  <a:pt x="1421702" y="490633"/>
                </a:cubicBezTo>
                <a:cubicBezTo>
                  <a:pt x="1421702" y="489299"/>
                  <a:pt x="1420368" y="488918"/>
                  <a:pt x="1417606" y="488633"/>
                </a:cubicBezTo>
                <a:cubicBezTo>
                  <a:pt x="1420273" y="488252"/>
                  <a:pt x="1421702" y="487966"/>
                  <a:pt x="1421702" y="486632"/>
                </a:cubicBezTo>
                <a:cubicBezTo>
                  <a:pt x="1421702" y="485299"/>
                  <a:pt x="1420273" y="484918"/>
                  <a:pt x="1417606" y="484537"/>
                </a:cubicBezTo>
                <a:cubicBezTo>
                  <a:pt x="1420368" y="484156"/>
                  <a:pt x="1421702" y="483870"/>
                  <a:pt x="1421702" y="482441"/>
                </a:cubicBezTo>
                <a:cubicBezTo>
                  <a:pt x="1421702" y="481013"/>
                  <a:pt x="1420273" y="480727"/>
                  <a:pt x="1417511" y="480346"/>
                </a:cubicBezTo>
                <a:cubicBezTo>
                  <a:pt x="1420273" y="479965"/>
                  <a:pt x="1421702" y="479679"/>
                  <a:pt x="1421702" y="478250"/>
                </a:cubicBezTo>
                <a:cubicBezTo>
                  <a:pt x="1421702" y="476822"/>
                  <a:pt x="1420273" y="476536"/>
                  <a:pt x="1417511" y="476155"/>
                </a:cubicBezTo>
                <a:cubicBezTo>
                  <a:pt x="1420368" y="475774"/>
                  <a:pt x="1421702" y="475488"/>
                  <a:pt x="1421702" y="474059"/>
                </a:cubicBezTo>
                <a:cubicBezTo>
                  <a:pt x="1421702" y="472631"/>
                  <a:pt x="1420273" y="472345"/>
                  <a:pt x="1417511" y="471964"/>
                </a:cubicBezTo>
                <a:cubicBezTo>
                  <a:pt x="1420273" y="471583"/>
                  <a:pt x="1421702" y="471297"/>
                  <a:pt x="1421702" y="469868"/>
                </a:cubicBezTo>
                <a:cubicBezTo>
                  <a:pt x="1421702" y="468439"/>
                  <a:pt x="1420273" y="468154"/>
                  <a:pt x="1417606" y="467773"/>
                </a:cubicBezTo>
                <a:cubicBezTo>
                  <a:pt x="1420368" y="467392"/>
                  <a:pt x="1421702" y="467106"/>
                  <a:pt x="1421702" y="465677"/>
                </a:cubicBezTo>
                <a:cubicBezTo>
                  <a:pt x="1421702" y="464249"/>
                  <a:pt x="1420368" y="463963"/>
                  <a:pt x="1417606" y="463582"/>
                </a:cubicBezTo>
                <a:cubicBezTo>
                  <a:pt x="1420368" y="463201"/>
                  <a:pt x="1421702" y="462915"/>
                  <a:pt x="1421702" y="461486"/>
                </a:cubicBezTo>
                <a:cubicBezTo>
                  <a:pt x="1421702" y="460058"/>
                  <a:pt x="1420368" y="459772"/>
                  <a:pt x="1417606" y="459391"/>
                </a:cubicBezTo>
                <a:cubicBezTo>
                  <a:pt x="1420368" y="459010"/>
                  <a:pt x="1421702" y="458724"/>
                  <a:pt x="1421702" y="457295"/>
                </a:cubicBezTo>
                <a:cubicBezTo>
                  <a:pt x="1421702" y="455867"/>
                  <a:pt x="1420273" y="455581"/>
                  <a:pt x="1417606" y="455200"/>
                </a:cubicBezTo>
                <a:cubicBezTo>
                  <a:pt x="1420368" y="454819"/>
                  <a:pt x="1421702" y="454533"/>
                  <a:pt x="1421702" y="453104"/>
                </a:cubicBezTo>
                <a:cubicBezTo>
                  <a:pt x="1421702" y="451676"/>
                  <a:pt x="1420273" y="451390"/>
                  <a:pt x="1417511" y="451009"/>
                </a:cubicBezTo>
                <a:cubicBezTo>
                  <a:pt x="1420273" y="450628"/>
                  <a:pt x="1421702" y="450342"/>
                  <a:pt x="1421702" y="448913"/>
                </a:cubicBezTo>
                <a:cubicBezTo>
                  <a:pt x="1421702" y="447485"/>
                  <a:pt x="1420273" y="447199"/>
                  <a:pt x="1417511" y="446818"/>
                </a:cubicBezTo>
                <a:cubicBezTo>
                  <a:pt x="1420368" y="446437"/>
                  <a:pt x="1421702" y="446151"/>
                  <a:pt x="1421702" y="444722"/>
                </a:cubicBezTo>
                <a:cubicBezTo>
                  <a:pt x="1421702" y="443294"/>
                  <a:pt x="1420178" y="443008"/>
                  <a:pt x="1417415" y="442627"/>
                </a:cubicBezTo>
                <a:cubicBezTo>
                  <a:pt x="1420178" y="442246"/>
                  <a:pt x="1421702" y="441960"/>
                  <a:pt x="1421702" y="440531"/>
                </a:cubicBezTo>
                <a:cubicBezTo>
                  <a:pt x="1421702" y="439103"/>
                  <a:pt x="1420178" y="438817"/>
                  <a:pt x="1417415" y="438436"/>
                </a:cubicBezTo>
                <a:cubicBezTo>
                  <a:pt x="1420273" y="438055"/>
                  <a:pt x="1421702" y="437769"/>
                  <a:pt x="1421702" y="436340"/>
                </a:cubicBezTo>
                <a:cubicBezTo>
                  <a:pt x="1421702" y="434912"/>
                  <a:pt x="1420368" y="434626"/>
                  <a:pt x="1417606" y="434245"/>
                </a:cubicBezTo>
                <a:cubicBezTo>
                  <a:pt x="1420368" y="433864"/>
                  <a:pt x="1421702" y="433578"/>
                  <a:pt x="1421702" y="432149"/>
                </a:cubicBezTo>
                <a:cubicBezTo>
                  <a:pt x="1421702" y="430721"/>
                  <a:pt x="1420368" y="430435"/>
                  <a:pt x="1417606" y="430149"/>
                </a:cubicBezTo>
                <a:cubicBezTo>
                  <a:pt x="1420273" y="429768"/>
                  <a:pt x="1421702" y="429482"/>
                  <a:pt x="1421702" y="428149"/>
                </a:cubicBezTo>
                <a:cubicBezTo>
                  <a:pt x="1421702" y="426815"/>
                  <a:pt x="1420368" y="426434"/>
                  <a:pt x="1417606" y="426149"/>
                </a:cubicBezTo>
                <a:cubicBezTo>
                  <a:pt x="1420368" y="425768"/>
                  <a:pt x="1421702" y="425482"/>
                  <a:pt x="1421702" y="424053"/>
                </a:cubicBezTo>
                <a:cubicBezTo>
                  <a:pt x="1421702" y="422624"/>
                  <a:pt x="1420273" y="422339"/>
                  <a:pt x="1417511" y="421958"/>
                </a:cubicBezTo>
                <a:cubicBezTo>
                  <a:pt x="1420273" y="421577"/>
                  <a:pt x="1421702" y="421291"/>
                  <a:pt x="1421702" y="419862"/>
                </a:cubicBezTo>
                <a:cubicBezTo>
                  <a:pt x="1421702" y="418433"/>
                  <a:pt x="1420178" y="418148"/>
                  <a:pt x="1417320" y="417767"/>
                </a:cubicBezTo>
                <a:cubicBezTo>
                  <a:pt x="1420178" y="417386"/>
                  <a:pt x="1421702" y="417100"/>
                  <a:pt x="1421702" y="415671"/>
                </a:cubicBezTo>
                <a:cubicBezTo>
                  <a:pt x="1421702" y="414242"/>
                  <a:pt x="1420178" y="413957"/>
                  <a:pt x="1417320" y="413576"/>
                </a:cubicBezTo>
                <a:cubicBezTo>
                  <a:pt x="1420178" y="413195"/>
                  <a:pt x="1421702" y="412909"/>
                  <a:pt x="1421702" y="411480"/>
                </a:cubicBezTo>
                <a:cubicBezTo>
                  <a:pt x="1421702" y="410051"/>
                  <a:pt x="1420178" y="409765"/>
                  <a:pt x="1417320" y="409385"/>
                </a:cubicBezTo>
                <a:cubicBezTo>
                  <a:pt x="1420178" y="409004"/>
                  <a:pt x="1421702" y="408718"/>
                  <a:pt x="1421702" y="407289"/>
                </a:cubicBezTo>
                <a:cubicBezTo>
                  <a:pt x="1421702" y="405860"/>
                  <a:pt x="1420178" y="405479"/>
                  <a:pt x="1417320" y="405194"/>
                </a:cubicBezTo>
                <a:cubicBezTo>
                  <a:pt x="1420178" y="404813"/>
                  <a:pt x="1421702" y="404527"/>
                  <a:pt x="1421702" y="403098"/>
                </a:cubicBezTo>
                <a:cubicBezTo>
                  <a:pt x="1421702" y="401669"/>
                  <a:pt x="1420082" y="401288"/>
                  <a:pt x="1417225" y="401003"/>
                </a:cubicBezTo>
                <a:cubicBezTo>
                  <a:pt x="1420178" y="400622"/>
                  <a:pt x="1421702" y="400336"/>
                  <a:pt x="1421702" y="398812"/>
                </a:cubicBezTo>
                <a:cubicBezTo>
                  <a:pt x="1421702" y="397288"/>
                  <a:pt x="1420082" y="397002"/>
                  <a:pt x="1417034" y="396621"/>
                </a:cubicBezTo>
                <a:cubicBezTo>
                  <a:pt x="1420082" y="396240"/>
                  <a:pt x="1421702" y="395954"/>
                  <a:pt x="1421702" y="394430"/>
                </a:cubicBezTo>
                <a:lnTo>
                  <a:pt x="1421606" y="394430"/>
                </a:lnTo>
                <a:cubicBezTo>
                  <a:pt x="1423321" y="393287"/>
                  <a:pt x="1424845" y="391859"/>
                  <a:pt x="1425607" y="389954"/>
                </a:cubicBezTo>
                <a:cubicBezTo>
                  <a:pt x="1426655" y="387382"/>
                  <a:pt x="1426655" y="384620"/>
                  <a:pt x="1425607" y="382048"/>
                </a:cubicBezTo>
                <a:cubicBezTo>
                  <a:pt x="1423797" y="377571"/>
                  <a:pt x="1419130" y="375285"/>
                  <a:pt x="1414463" y="375952"/>
                </a:cubicBezTo>
                <a:lnTo>
                  <a:pt x="1374839" y="328232"/>
                </a:lnTo>
                <a:lnTo>
                  <a:pt x="1375029" y="292037"/>
                </a:lnTo>
                <a:lnTo>
                  <a:pt x="1317593" y="235268"/>
                </a:lnTo>
                <a:cubicBezTo>
                  <a:pt x="1317784" y="234601"/>
                  <a:pt x="1318070" y="233839"/>
                  <a:pt x="1318070" y="233172"/>
                </a:cubicBezTo>
                <a:lnTo>
                  <a:pt x="1318070" y="218789"/>
                </a:lnTo>
                <a:cubicBezTo>
                  <a:pt x="1318070" y="215075"/>
                  <a:pt x="1315022" y="211931"/>
                  <a:pt x="1311212" y="211931"/>
                </a:cubicBezTo>
                <a:lnTo>
                  <a:pt x="1296734" y="211931"/>
                </a:lnTo>
                <a:cubicBezTo>
                  <a:pt x="1293019" y="211931"/>
                  <a:pt x="1289876" y="214979"/>
                  <a:pt x="1289876" y="218789"/>
                </a:cubicBezTo>
                <a:lnTo>
                  <a:pt x="1289876" y="233172"/>
                </a:lnTo>
                <a:cubicBezTo>
                  <a:pt x="1289876" y="236887"/>
                  <a:pt x="1292924" y="240030"/>
                  <a:pt x="1296734" y="240030"/>
                </a:cubicBezTo>
                <a:lnTo>
                  <a:pt x="1311212" y="240030"/>
                </a:lnTo>
                <a:cubicBezTo>
                  <a:pt x="1312450" y="240030"/>
                  <a:pt x="1313498" y="239649"/>
                  <a:pt x="1314545" y="239078"/>
                </a:cubicBezTo>
                <a:lnTo>
                  <a:pt x="1370267" y="294132"/>
                </a:lnTo>
                <a:lnTo>
                  <a:pt x="1370076" y="330041"/>
                </a:lnTo>
                <a:lnTo>
                  <a:pt x="1409891" y="378047"/>
                </a:lnTo>
                <a:cubicBezTo>
                  <a:pt x="1408462" y="379095"/>
                  <a:pt x="1407319" y="380429"/>
                  <a:pt x="1406557" y="382048"/>
                </a:cubicBezTo>
                <a:cubicBezTo>
                  <a:pt x="1405509" y="384620"/>
                  <a:pt x="1405509" y="387382"/>
                  <a:pt x="1406557" y="389954"/>
                </a:cubicBezTo>
                <a:cubicBezTo>
                  <a:pt x="1407509" y="392335"/>
                  <a:pt x="1409414" y="394145"/>
                  <a:pt x="1411700" y="395288"/>
                </a:cubicBezTo>
                <a:cubicBezTo>
                  <a:pt x="1410938" y="395573"/>
                  <a:pt x="1410557" y="396050"/>
                  <a:pt x="1410557" y="396716"/>
                </a:cubicBezTo>
                <a:cubicBezTo>
                  <a:pt x="1410557" y="398145"/>
                  <a:pt x="1412177" y="398526"/>
                  <a:pt x="1415129" y="398907"/>
                </a:cubicBezTo>
                <a:cubicBezTo>
                  <a:pt x="1412177" y="399288"/>
                  <a:pt x="1410557" y="399574"/>
                  <a:pt x="1410557" y="401098"/>
                </a:cubicBezTo>
                <a:cubicBezTo>
                  <a:pt x="1410557" y="402622"/>
                  <a:pt x="1412081" y="402812"/>
                  <a:pt x="1414939" y="403193"/>
                </a:cubicBezTo>
                <a:cubicBezTo>
                  <a:pt x="1412081" y="403574"/>
                  <a:pt x="1410557" y="403860"/>
                  <a:pt x="1410557" y="405289"/>
                </a:cubicBezTo>
                <a:cubicBezTo>
                  <a:pt x="1410557" y="406718"/>
                  <a:pt x="1412177" y="407003"/>
                  <a:pt x="1415034" y="407384"/>
                </a:cubicBezTo>
                <a:cubicBezTo>
                  <a:pt x="1412177" y="407765"/>
                  <a:pt x="1410557" y="408051"/>
                  <a:pt x="1410557" y="409480"/>
                </a:cubicBezTo>
                <a:cubicBezTo>
                  <a:pt x="1410557" y="410909"/>
                  <a:pt x="1412081" y="411194"/>
                  <a:pt x="1414939" y="411575"/>
                </a:cubicBezTo>
                <a:cubicBezTo>
                  <a:pt x="1412081" y="411956"/>
                  <a:pt x="1410557" y="412242"/>
                  <a:pt x="1410557" y="413671"/>
                </a:cubicBezTo>
                <a:cubicBezTo>
                  <a:pt x="1410557" y="415100"/>
                  <a:pt x="1412081" y="415385"/>
                  <a:pt x="1414939" y="415766"/>
                </a:cubicBezTo>
                <a:cubicBezTo>
                  <a:pt x="1412081" y="416147"/>
                  <a:pt x="1410557" y="416433"/>
                  <a:pt x="1410557" y="417862"/>
                </a:cubicBezTo>
                <a:cubicBezTo>
                  <a:pt x="1410557" y="419290"/>
                  <a:pt x="1412081" y="419576"/>
                  <a:pt x="1414844" y="419957"/>
                </a:cubicBezTo>
                <a:cubicBezTo>
                  <a:pt x="1411986" y="420338"/>
                  <a:pt x="1410557" y="420624"/>
                  <a:pt x="1410557" y="422053"/>
                </a:cubicBezTo>
                <a:cubicBezTo>
                  <a:pt x="1410557" y="423482"/>
                  <a:pt x="1411891" y="423767"/>
                  <a:pt x="1414653" y="424148"/>
                </a:cubicBezTo>
                <a:cubicBezTo>
                  <a:pt x="1411891" y="424529"/>
                  <a:pt x="1410557" y="424815"/>
                  <a:pt x="1410557" y="426244"/>
                </a:cubicBezTo>
                <a:cubicBezTo>
                  <a:pt x="1410557" y="427673"/>
                  <a:pt x="1411891" y="427958"/>
                  <a:pt x="1414653" y="428244"/>
                </a:cubicBezTo>
                <a:cubicBezTo>
                  <a:pt x="1411986" y="428625"/>
                  <a:pt x="1410557" y="428911"/>
                  <a:pt x="1410557" y="430244"/>
                </a:cubicBezTo>
                <a:cubicBezTo>
                  <a:pt x="1410557" y="431578"/>
                  <a:pt x="1411891" y="431959"/>
                  <a:pt x="1414653" y="432245"/>
                </a:cubicBezTo>
                <a:cubicBezTo>
                  <a:pt x="1411891" y="432626"/>
                  <a:pt x="1410557" y="432911"/>
                  <a:pt x="1410557" y="434340"/>
                </a:cubicBezTo>
                <a:cubicBezTo>
                  <a:pt x="1410557" y="435769"/>
                  <a:pt x="1411986" y="436055"/>
                  <a:pt x="1414748" y="436436"/>
                </a:cubicBezTo>
                <a:cubicBezTo>
                  <a:pt x="1411986" y="436817"/>
                  <a:pt x="1410557" y="437102"/>
                  <a:pt x="1410557" y="438531"/>
                </a:cubicBezTo>
                <a:cubicBezTo>
                  <a:pt x="1410557" y="439960"/>
                  <a:pt x="1411986" y="440246"/>
                  <a:pt x="1414844" y="440627"/>
                </a:cubicBezTo>
                <a:cubicBezTo>
                  <a:pt x="1412081" y="441008"/>
                  <a:pt x="1410557" y="441293"/>
                  <a:pt x="1410557" y="442722"/>
                </a:cubicBezTo>
                <a:cubicBezTo>
                  <a:pt x="1410557" y="444151"/>
                  <a:pt x="1411986" y="444437"/>
                  <a:pt x="1414844" y="444818"/>
                </a:cubicBezTo>
                <a:cubicBezTo>
                  <a:pt x="1411986" y="445199"/>
                  <a:pt x="1410557" y="445484"/>
                  <a:pt x="1410557" y="446913"/>
                </a:cubicBezTo>
                <a:cubicBezTo>
                  <a:pt x="1410557" y="448342"/>
                  <a:pt x="1411986" y="448628"/>
                  <a:pt x="1414748" y="449009"/>
                </a:cubicBezTo>
                <a:cubicBezTo>
                  <a:pt x="1411986" y="449389"/>
                  <a:pt x="1410557" y="449675"/>
                  <a:pt x="1410557" y="451104"/>
                </a:cubicBezTo>
                <a:cubicBezTo>
                  <a:pt x="1410557" y="452533"/>
                  <a:pt x="1411986" y="452819"/>
                  <a:pt x="1414748" y="453200"/>
                </a:cubicBezTo>
                <a:cubicBezTo>
                  <a:pt x="1411986" y="453581"/>
                  <a:pt x="1410557" y="453866"/>
                  <a:pt x="1410557" y="455295"/>
                </a:cubicBezTo>
                <a:cubicBezTo>
                  <a:pt x="1410557" y="456724"/>
                  <a:pt x="1411891" y="457010"/>
                  <a:pt x="1414653" y="457390"/>
                </a:cubicBezTo>
                <a:cubicBezTo>
                  <a:pt x="1411891" y="457772"/>
                  <a:pt x="1410557" y="458057"/>
                  <a:pt x="1410557" y="459486"/>
                </a:cubicBezTo>
                <a:cubicBezTo>
                  <a:pt x="1410557" y="460915"/>
                  <a:pt x="1411891" y="461201"/>
                  <a:pt x="1414653" y="461582"/>
                </a:cubicBezTo>
                <a:cubicBezTo>
                  <a:pt x="1411891" y="461963"/>
                  <a:pt x="1410557" y="462248"/>
                  <a:pt x="1410557" y="463677"/>
                </a:cubicBezTo>
                <a:cubicBezTo>
                  <a:pt x="1410557" y="465106"/>
                  <a:pt x="1411891" y="465392"/>
                  <a:pt x="1414653" y="465773"/>
                </a:cubicBezTo>
                <a:cubicBezTo>
                  <a:pt x="1411891" y="466154"/>
                  <a:pt x="1410557" y="466439"/>
                  <a:pt x="1410557" y="467868"/>
                </a:cubicBezTo>
                <a:cubicBezTo>
                  <a:pt x="1410557" y="469297"/>
                  <a:pt x="1411986" y="469583"/>
                  <a:pt x="1414748" y="469964"/>
                </a:cubicBezTo>
                <a:cubicBezTo>
                  <a:pt x="1411986" y="470345"/>
                  <a:pt x="1410557" y="470630"/>
                  <a:pt x="1410557" y="472059"/>
                </a:cubicBezTo>
                <a:cubicBezTo>
                  <a:pt x="1410557" y="473488"/>
                  <a:pt x="1411986" y="473774"/>
                  <a:pt x="1414748" y="474155"/>
                </a:cubicBezTo>
                <a:cubicBezTo>
                  <a:pt x="1411986" y="474536"/>
                  <a:pt x="1410557" y="474821"/>
                  <a:pt x="1410557" y="476250"/>
                </a:cubicBezTo>
                <a:cubicBezTo>
                  <a:pt x="1410557" y="477679"/>
                  <a:pt x="1411986" y="477964"/>
                  <a:pt x="1414748" y="478346"/>
                </a:cubicBezTo>
                <a:cubicBezTo>
                  <a:pt x="1411891" y="478727"/>
                  <a:pt x="1410557" y="479012"/>
                  <a:pt x="1410557" y="480441"/>
                </a:cubicBezTo>
                <a:cubicBezTo>
                  <a:pt x="1410557" y="481870"/>
                  <a:pt x="1411986" y="482156"/>
                  <a:pt x="1414748" y="482537"/>
                </a:cubicBezTo>
                <a:cubicBezTo>
                  <a:pt x="1411986" y="482918"/>
                  <a:pt x="1410557" y="483203"/>
                  <a:pt x="1410557" y="484632"/>
                </a:cubicBezTo>
                <a:cubicBezTo>
                  <a:pt x="1410557" y="486061"/>
                  <a:pt x="1411891" y="486347"/>
                  <a:pt x="1414653" y="486728"/>
                </a:cubicBezTo>
                <a:cubicBezTo>
                  <a:pt x="1411891" y="487109"/>
                  <a:pt x="1410557" y="487394"/>
                  <a:pt x="1410557" y="488728"/>
                </a:cubicBezTo>
                <a:cubicBezTo>
                  <a:pt x="1410557" y="490061"/>
                  <a:pt x="1411891" y="490442"/>
                  <a:pt x="1414558" y="490728"/>
                </a:cubicBezTo>
                <a:cubicBezTo>
                  <a:pt x="1411891" y="491109"/>
                  <a:pt x="1410557" y="491395"/>
                  <a:pt x="1410557" y="492728"/>
                </a:cubicBezTo>
                <a:cubicBezTo>
                  <a:pt x="1410557" y="494062"/>
                  <a:pt x="1411891" y="494443"/>
                  <a:pt x="1414558" y="494729"/>
                </a:cubicBezTo>
                <a:cubicBezTo>
                  <a:pt x="1411891" y="495110"/>
                  <a:pt x="1410557" y="495395"/>
                  <a:pt x="1410557" y="496729"/>
                </a:cubicBezTo>
                <a:cubicBezTo>
                  <a:pt x="1410557" y="498062"/>
                  <a:pt x="1411891" y="498443"/>
                  <a:pt x="1414463" y="498729"/>
                </a:cubicBezTo>
                <a:cubicBezTo>
                  <a:pt x="1411796" y="499110"/>
                  <a:pt x="1410557" y="499396"/>
                  <a:pt x="1410557" y="500729"/>
                </a:cubicBezTo>
                <a:cubicBezTo>
                  <a:pt x="1410557" y="502063"/>
                  <a:pt x="1411891" y="502444"/>
                  <a:pt x="1414463" y="502730"/>
                </a:cubicBezTo>
                <a:cubicBezTo>
                  <a:pt x="1411891" y="503015"/>
                  <a:pt x="1410557" y="503396"/>
                  <a:pt x="1410557" y="504730"/>
                </a:cubicBezTo>
                <a:cubicBezTo>
                  <a:pt x="1410557" y="506063"/>
                  <a:pt x="1411891" y="506444"/>
                  <a:pt x="1414463" y="506730"/>
                </a:cubicBezTo>
                <a:cubicBezTo>
                  <a:pt x="1411891" y="507016"/>
                  <a:pt x="1410557" y="507397"/>
                  <a:pt x="1410557" y="508730"/>
                </a:cubicBezTo>
                <a:cubicBezTo>
                  <a:pt x="1410557" y="510064"/>
                  <a:pt x="1411891" y="510445"/>
                  <a:pt x="1414367" y="510731"/>
                </a:cubicBezTo>
                <a:cubicBezTo>
                  <a:pt x="1411796" y="511016"/>
                  <a:pt x="1410557" y="511397"/>
                  <a:pt x="1410557" y="512731"/>
                </a:cubicBezTo>
                <a:cubicBezTo>
                  <a:pt x="1410557" y="514064"/>
                  <a:pt x="1411796" y="514350"/>
                  <a:pt x="1414367" y="514731"/>
                </a:cubicBezTo>
                <a:cubicBezTo>
                  <a:pt x="1411796" y="515017"/>
                  <a:pt x="1410557" y="515398"/>
                  <a:pt x="1410557" y="516731"/>
                </a:cubicBezTo>
                <a:cubicBezTo>
                  <a:pt x="1410557" y="518065"/>
                  <a:pt x="1411796" y="518351"/>
                  <a:pt x="1414367" y="518732"/>
                </a:cubicBezTo>
                <a:cubicBezTo>
                  <a:pt x="1411796" y="519017"/>
                  <a:pt x="1410557" y="519398"/>
                  <a:pt x="1410557" y="520732"/>
                </a:cubicBezTo>
                <a:cubicBezTo>
                  <a:pt x="1410557" y="522065"/>
                  <a:pt x="1411796" y="522351"/>
                  <a:pt x="1414367" y="522732"/>
                </a:cubicBezTo>
                <a:cubicBezTo>
                  <a:pt x="1411796" y="523018"/>
                  <a:pt x="1410557" y="523399"/>
                  <a:pt x="1410557" y="524732"/>
                </a:cubicBezTo>
                <a:cubicBezTo>
                  <a:pt x="1410557" y="526066"/>
                  <a:pt x="1411796" y="526352"/>
                  <a:pt x="1414367" y="526733"/>
                </a:cubicBezTo>
                <a:cubicBezTo>
                  <a:pt x="1411796" y="527018"/>
                  <a:pt x="1410557" y="527399"/>
                  <a:pt x="1410557" y="528733"/>
                </a:cubicBezTo>
                <a:cubicBezTo>
                  <a:pt x="1410557" y="530066"/>
                  <a:pt x="1411796" y="530352"/>
                  <a:pt x="1414367" y="530733"/>
                </a:cubicBezTo>
                <a:cubicBezTo>
                  <a:pt x="1411796" y="531019"/>
                  <a:pt x="1410557" y="531400"/>
                  <a:pt x="1410557" y="532733"/>
                </a:cubicBezTo>
                <a:cubicBezTo>
                  <a:pt x="1410557" y="534067"/>
                  <a:pt x="1411796" y="534353"/>
                  <a:pt x="1414367" y="534734"/>
                </a:cubicBezTo>
                <a:cubicBezTo>
                  <a:pt x="1411796" y="535019"/>
                  <a:pt x="1410557" y="535400"/>
                  <a:pt x="1410557" y="536734"/>
                </a:cubicBezTo>
                <a:cubicBezTo>
                  <a:pt x="1410557" y="538067"/>
                  <a:pt x="1411891" y="538353"/>
                  <a:pt x="1414272" y="538734"/>
                </a:cubicBezTo>
                <a:cubicBezTo>
                  <a:pt x="1413605" y="538829"/>
                  <a:pt x="1412843" y="538829"/>
                  <a:pt x="1412177" y="539115"/>
                </a:cubicBezTo>
                <a:cubicBezTo>
                  <a:pt x="1412081" y="539115"/>
                  <a:pt x="1411986" y="539306"/>
                  <a:pt x="1411796" y="539306"/>
                </a:cubicBezTo>
                <a:cubicBezTo>
                  <a:pt x="1411605" y="539306"/>
                  <a:pt x="1411415" y="539496"/>
                  <a:pt x="1411319" y="539687"/>
                </a:cubicBezTo>
                <a:cubicBezTo>
                  <a:pt x="1409224" y="540830"/>
                  <a:pt x="1407509" y="542449"/>
                  <a:pt x="1406557" y="544640"/>
                </a:cubicBezTo>
                <a:cubicBezTo>
                  <a:pt x="1405509" y="547211"/>
                  <a:pt x="1405509" y="549974"/>
                  <a:pt x="1406557" y="552545"/>
                </a:cubicBezTo>
                <a:cubicBezTo>
                  <a:pt x="1407890" y="555689"/>
                  <a:pt x="1410557" y="557784"/>
                  <a:pt x="1413701" y="558546"/>
                </a:cubicBezTo>
                <a:lnTo>
                  <a:pt x="1413701" y="601123"/>
                </a:lnTo>
                <a:lnTo>
                  <a:pt x="1385888" y="621030"/>
                </a:lnTo>
                <a:lnTo>
                  <a:pt x="1385888" y="748856"/>
                </a:lnTo>
                <a:lnTo>
                  <a:pt x="1334548" y="702278"/>
                </a:lnTo>
                <a:lnTo>
                  <a:pt x="1334548" y="623507"/>
                </a:lnTo>
                <a:lnTo>
                  <a:pt x="1362361" y="603599"/>
                </a:lnTo>
                <a:lnTo>
                  <a:pt x="1362361" y="558451"/>
                </a:lnTo>
                <a:cubicBezTo>
                  <a:pt x="1362837" y="558356"/>
                  <a:pt x="1363409" y="558356"/>
                  <a:pt x="1363885" y="558165"/>
                </a:cubicBezTo>
                <a:cubicBezTo>
                  <a:pt x="1366457" y="557117"/>
                  <a:pt x="1368457" y="555117"/>
                  <a:pt x="1369505" y="552641"/>
                </a:cubicBezTo>
                <a:cubicBezTo>
                  <a:pt x="1370552" y="550069"/>
                  <a:pt x="1370552" y="547307"/>
                  <a:pt x="1369505" y="544735"/>
                </a:cubicBezTo>
                <a:cubicBezTo>
                  <a:pt x="1368647" y="542544"/>
                  <a:pt x="1367028" y="540925"/>
                  <a:pt x="1365028" y="539877"/>
                </a:cubicBezTo>
                <a:cubicBezTo>
                  <a:pt x="1365314" y="539591"/>
                  <a:pt x="1365599" y="539306"/>
                  <a:pt x="1365599" y="538829"/>
                </a:cubicBezTo>
                <a:cubicBezTo>
                  <a:pt x="1365599" y="537496"/>
                  <a:pt x="1364266" y="537115"/>
                  <a:pt x="1361694" y="536829"/>
                </a:cubicBezTo>
                <a:cubicBezTo>
                  <a:pt x="1364266" y="536543"/>
                  <a:pt x="1365599" y="536162"/>
                  <a:pt x="1365599" y="534829"/>
                </a:cubicBezTo>
                <a:cubicBezTo>
                  <a:pt x="1365599" y="533495"/>
                  <a:pt x="1364361" y="533210"/>
                  <a:pt x="1361789" y="532829"/>
                </a:cubicBezTo>
                <a:cubicBezTo>
                  <a:pt x="1364361" y="532543"/>
                  <a:pt x="1365599" y="532162"/>
                  <a:pt x="1365599" y="530828"/>
                </a:cubicBezTo>
                <a:cubicBezTo>
                  <a:pt x="1365599" y="529495"/>
                  <a:pt x="1364361" y="529209"/>
                  <a:pt x="1361789" y="528828"/>
                </a:cubicBezTo>
                <a:cubicBezTo>
                  <a:pt x="1364361" y="528542"/>
                  <a:pt x="1365599" y="528161"/>
                  <a:pt x="1365599" y="526828"/>
                </a:cubicBezTo>
                <a:cubicBezTo>
                  <a:pt x="1365599" y="525494"/>
                  <a:pt x="1364361" y="525209"/>
                  <a:pt x="1361789" y="524828"/>
                </a:cubicBezTo>
                <a:cubicBezTo>
                  <a:pt x="1364361" y="524542"/>
                  <a:pt x="1365599" y="524161"/>
                  <a:pt x="1365599" y="522827"/>
                </a:cubicBezTo>
                <a:cubicBezTo>
                  <a:pt x="1365599" y="521494"/>
                  <a:pt x="1364361" y="521208"/>
                  <a:pt x="1361789" y="520827"/>
                </a:cubicBezTo>
                <a:cubicBezTo>
                  <a:pt x="1364361" y="520541"/>
                  <a:pt x="1365599" y="520160"/>
                  <a:pt x="1365599" y="518827"/>
                </a:cubicBezTo>
                <a:cubicBezTo>
                  <a:pt x="1365599" y="517493"/>
                  <a:pt x="1364361" y="517208"/>
                  <a:pt x="1361789" y="516827"/>
                </a:cubicBezTo>
                <a:cubicBezTo>
                  <a:pt x="1364361" y="516541"/>
                  <a:pt x="1365599" y="516160"/>
                  <a:pt x="1365599" y="514826"/>
                </a:cubicBezTo>
                <a:cubicBezTo>
                  <a:pt x="1365599" y="513493"/>
                  <a:pt x="1364266" y="513112"/>
                  <a:pt x="1361789" y="512826"/>
                </a:cubicBezTo>
                <a:cubicBezTo>
                  <a:pt x="1364361" y="512540"/>
                  <a:pt x="1365599" y="512159"/>
                  <a:pt x="1365599" y="510826"/>
                </a:cubicBezTo>
                <a:cubicBezTo>
                  <a:pt x="1365599" y="509492"/>
                  <a:pt x="1364266" y="509111"/>
                  <a:pt x="1361694" y="508826"/>
                </a:cubicBezTo>
                <a:cubicBezTo>
                  <a:pt x="1364266" y="508540"/>
                  <a:pt x="1365599" y="508159"/>
                  <a:pt x="1365599" y="506825"/>
                </a:cubicBezTo>
                <a:cubicBezTo>
                  <a:pt x="1365599" y="505492"/>
                  <a:pt x="1364266" y="505111"/>
                  <a:pt x="1361694" y="504825"/>
                </a:cubicBezTo>
                <a:cubicBezTo>
                  <a:pt x="1364266" y="504539"/>
                  <a:pt x="1365599" y="504158"/>
                  <a:pt x="1365599" y="502825"/>
                </a:cubicBezTo>
                <a:cubicBezTo>
                  <a:pt x="1365599" y="501491"/>
                  <a:pt x="1364266" y="501110"/>
                  <a:pt x="1361694" y="500825"/>
                </a:cubicBezTo>
                <a:cubicBezTo>
                  <a:pt x="1364266" y="500539"/>
                  <a:pt x="1365599" y="500158"/>
                  <a:pt x="1365599" y="498824"/>
                </a:cubicBezTo>
                <a:cubicBezTo>
                  <a:pt x="1365599" y="497491"/>
                  <a:pt x="1364266" y="497110"/>
                  <a:pt x="1361599" y="496824"/>
                </a:cubicBezTo>
                <a:cubicBezTo>
                  <a:pt x="1364266" y="496443"/>
                  <a:pt x="1365599" y="496157"/>
                  <a:pt x="1365599" y="494824"/>
                </a:cubicBezTo>
                <a:cubicBezTo>
                  <a:pt x="1365599" y="493490"/>
                  <a:pt x="1364266" y="493109"/>
                  <a:pt x="1361599" y="492824"/>
                </a:cubicBezTo>
                <a:cubicBezTo>
                  <a:pt x="1364266" y="492443"/>
                  <a:pt x="1365599" y="492157"/>
                  <a:pt x="1365599" y="490823"/>
                </a:cubicBezTo>
                <a:cubicBezTo>
                  <a:pt x="1365599" y="489490"/>
                  <a:pt x="1364266" y="489109"/>
                  <a:pt x="1361503" y="488823"/>
                </a:cubicBezTo>
                <a:cubicBezTo>
                  <a:pt x="1364171" y="488442"/>
                  <a:pt x="1365599" y="488156"/>
                  <a:pt x="1365599" y="486823"/>
                </a:cubicBezTo>
                <a:cubicBezTo>
                  <a:pt x="1365599" y="485489"/>
                  <a:pt x="1364266" y="485108"/>
                  <a:pt x="1361503" y="484727"/>
                </a:cubicBezTo>
                <a:cubicBezTo>
                  <a:pt x="1364266" y="484346"/>
                  <a:pt x="1365599" y="484061"/>
                  <a:pt x="1365599" y="482632"/>
                </a:cubicBezTo>
                <a:cubicBezTo>
                  <a:pt x="1365599" y="481203"/>
                  <a:pt x="1364171" y="480917"/>
                  <a:pt x="1361408" y="480536"/>
                </a:cubicBezTo>
                <a:cubicBezTo>
                  <a:pt x="1364171" y="480155"/>
                  <a:pt x="1365599" y="479870"/>
                  <a:pt x="1365599" y="478441"/>
                </a:cubicBezTo>
                <a:cubicBezTo>
                  <a:pt x="1365599" y="477012"/>
                  <a:pt x="1364171" y="476726"/>
                  <a:pt x="1361408" y="476345"/>
                </a:cubicBezTo>
                <a:cubicBezTo>
                  <a:pt x="1364266" y="475964"/>
                  <a:pt x="1365599" y="475679"/>
                  <a:pt x="1365599" y="474250"/>
                </a:cubicBezTo>
                <a:cubicBezTo>
                  <a:pt x="1365599" y="472821"/>
                  <a:pt x="1364171" y="472535"/>
                  <a:pt x="1361408" y="472154"/>
                </a:cubicBezTo>
                <a:cubicBezTo>
                  <a:pt x="1364171" y="471773"/>
                  <a:pt x="1365599" y="471488"/>
                  <a:pt x="1365599" y="470059"/>
                </a:cubicBezTo>
                <a:cubicBezTo>
                  <a:pt x="1365599" y="468630"/>
                  <a:pt x="1364266" y="468344"/>
                  <a:pt x="1361503" y="467963"/>
                </a:cubicBezTo>
                <a:cubicBezTo>
                  <a:pt x="1364266" y="467582"/>
                  <a:pt x="1365599" y="467297"/>
                  <a:pt x="1365599" y="465868"/>
                </a:cubicBezTo>
                <a:cubicBezTo>
                  <a:pt x="1365599" y="464439"/>
                  <a:pt x="1364266" y="464153"/>
                  <a:pt x="1361503" y="463772"/>
                </a:cubicBezTo>
                <a:cubicBezTo>
                  <a:pt x="1364266" y="463391"/>
                  <a:pt x="1365599" y="463106"/>
                  <a:pt x="1365599" y="461677"/>
                </a:cubicBezTo>
                <a:cubicBezTo>
                  <a:pt x="1365599" y="460248"/>
                  <a:pt x="1364266" y="459962"/>
                  <a:pt x="1361503" y="459581"/>
                </a:cubicBezTo>
                <a:cubicBezTo>
                  <a:pt x="1364266" y="459200"/>
                  <a:pt x="1365599" y="458914"/>
                  <a:pt x="1365599" y="457486"/>
                </a:cubicBezTo>
                <a:cubicBezTo>
                  <a:pt x="1365599" y="456057"/>
                  <a:pt x="1364266" y="455771"/>
                  <a:pt x="1361503" y="455390"/>
                </a:cubicBezTo>
                <a:cubicBezTo>
                  <a:pt x="1364266" y="455009"/>
                  <a:pt x="1365599" y="454724"/>
                  <a:pt x="1365599" y="453295"/>
                </a:cubicBezTo>
                <a:cubicBezTo>
                  <a:pt x="1365599" y="451866"/>
                  <a:pt x="1364171" y="451580"/>
                  <a:pt x="1361408" y="451199"/>
                </a:cubicBezTo>
                <a:cubicBezTo>
                  <a:pt x="1364171" y="450818"/>
                  <a:pt x="1365599" y="450533"/>
                  <a:pt x="1365599" y="449104"/>
                </a:cubicBezTo>
                <a:cubicBezTo>
                  <a:pt x="1365599" y="447675"/>
                  <a:pt x="1364171" y="447389"/>
                  <a:pt x="1361408" y="447008"/>
                </a:cubicBezTo>
                <a:cubicBezTo>
                  <a:pt x="1364171" y="446627"/>
                  <a:pt x="1365599" y="446342"/>
                  <a:pt x="1365599" y="444913"/>
                </a:cubicBezTo>
                <a:cubicBezTo>
                  <a:pt x="1365599" y="443484"/>
                  <a:pt x="1364075" y="443198"/>
                  <a:pt x="1361313" y="442817"/>
                </a:cubicBezTo>
                <a:cubicBezTo>
                  <a:pt x="1364075" y="442436"/>
                  <a:pt x="1365599" y="442151"/>
                  <a:pt x="1365599" y="440722"/>
                </a:cubicBezTo>
                <a:cubicBezTo>
                  <a:pt x="1365599" y="439293"/>
                  <a:pt x="1364075" y="439007"/>
                  <a:pt x="1361313" y="438626"/>
                </a:cubicBezTo>
                <a:cubicBezTo>
                  <a:pt x="1364171" y="438245"/>
                  <a:pt x="1365599" y="437960"/>
                  <a:pt x="1365599" y="436531"/>
                </a:cubicBezTo>
                <a:cubicBezTo>
                  <a:pt x="1365599" y="435102"/>
                  <a:pt x="1364266" y="434816"/>
                  <a:pt x="1361503" y="434435"/>
                </a:cubicBezTo>
                <a:cubicBezTo>
                  <a:pt x="1364266" y="434054"/>
                  <a:pt x="1365599" y="433769"/>
                  <a:pt x="1365599" y="432340"/>
                </a:cubicBezTo>
                <a:cubicBezTo>
                  <a:pt x="1365599" y="430911"/>
                  <a:pt x="1364266" y="430625"/>
                  <a:pt x="1361503" y="430339"/>
                </a:cubicBezTo>
                <a:cubicBezTo>
                  <a:pt x="1364171" y="429959"/>
                  <a:pt x="1365599" y="429673"/>
                  <a:pt x="1365599" y="428339"/>
                </a:cubicBezTo>
                <a:cubicBezTo>
                  <a:pt x="1365599" y="427006"/>
                  <a:pt x="1364266" y="426625"/>
                  <a:pt x="1361503" y="426339"/>
                </a:cubicBezTo>
                <a:cubicBezTo>
                  <a:pt x="1364266" y="425958"/>
                  <a:pt x="1365599" y="425672"/>
                  <a:pt x="1365599" y="424244"/>
                </a:cubicBezTo>
                <a:cubicBezTo>
                  <a:pt x="1365599" y="422815"/>
                  <a:pt x="1364171" y="422529"/>
                  <a:pt x="1361408" y="422148"/>
                </a:cubicBezTo>
                <a:cubicBezTo>
                  <a:pt x="1364171" y="421767"/>
                  <a:pt x="1365599" y="421481"/>
                  <a:pt x="1365599" y="420053"/>
                </a:cubicBezTo>
                <a:cubicBezTo>
                  <a:pt x="1365599" y="418624"/>
                  <a:pt x="1364075" y="418338"/>
                  <a:pt x="1361218" y="417957"/>
                </a:cubicBezTo>
                <a:cubicBezTo>
                  <a:pt x="1364075" y="417576"/>
                  <a:pt x="1365599" y="417290"/>
                  <a:pt x="1365599" y="415862"/>
                </a:cubicBezTo>
                <a:cubicBezTo>
                  <a:pt x="1365599" y="414433"/>
                  <a:pt x="1364075" y="414147"/>
                  <a:pt x="1361218" y="413766"/>
                </a:cubicBezTo>
                <a:cubicBezTo>
                  <a:pt x="1364075" y="413385"/>
                  <a:pt x="1365599" y="413099"/>
                  <a:pt x="1365599" y="411671"/>
                </a:cubicBezTo>
                <a:cubicBezTo>
                  <a:pt x="1365599" y="410242"/>
                  <a:pt x="1364075" y="409956"/>
                  <a:pt x="1361218" y="409575"/>
                </a:cubicBezTo>
                <a:cubicBezTo>
                  <a:pt x="1364075" y="409194"/>
                  <a:pt x="1365599" y="408908"/>
                  <a:pt x="1365599" y="407480"/>
                </a:cubicBezTo>
                <a:cubicBezTo>
                  <a:pt x="1365599" y="406051"/>
                  <a:pt x="1364075" y="405670"/>
                  <a:pt x="1361218" y="405384"/>
                </a:cubicBezTo>
                <a:cubicBezTo>
                  <a:pt x="1364075" y="405003"/>
                  <a:pt x="1365599" y="404717"/>
                  <a:pt x="1365599" y="403289"/>
                </a:cubicBezTo>
                <a:cubicBezTo>
                  <a:pt x="1365599" y="401860"/>
                  <a:pt x="1363980" y="401479"/>
                  <a:pt x="1361123" y="401193"/>
                </a:cubicBezTo>
                <a:cubicBezTo>
                  <a:pt x="1364075" y="400812"/>
                  <a:pt x="1365599" y="400526"/>
                  <a:pt x="1365599" y="399002"/>
                </a:cubicBezTo>
                <a:cubicBezTo>
                  <a:pt x="1365599" y="397478"/>
                  <a:pt x="1363980" y="397193"/>
                  <a:pt x="1360932" y="396812"/>
                </a:cubicBezTo>
                <a:cubicBezTo>
                  <a:pt x="1363980" y="396431"/>
                  <a:pt x="1365599" y="396145"/>
                  <a:pt x="1365599" y="394621"/>
                </a:cubicBezTo>
                <a:lnTo>
                  <a:pt x="1365504" y="394621"/>
                </a:lnTo>
                <a:cubicBezTo>
                  <a:pt x="1367219" y="393478"/>
                  <a:pt x="1368743" y="392049"/>
                  <a:pt x="1369505" y="390144"/>
                </a:cubicBezTo>
                <a:cubicBezTo>
                  <a:pt x="1370552" y="387572"/>
                  <a:pt x="1370552" y="384810"/>
                  <a:pt x="1369505" y="382238"/>
                </a:cubicBezTo>
                <a:cubicBezTo>
                  <a:pt x="1367409" y="377000"/>
                  <a:pt x="1361408" y="374523"/>
                  <a:pt x="1356074" y="376619"/>
                </a:cubicBezTo>
                <a:cubicBezTo>
                  <a:pt x="1355884" y="376619"/>
                  <a:pt x="1355693" y="376904"/>
                  <a:pt x="1355503" y="377000"/>
                </a:cubicBezTo>
                <a:lnTo>
                  <a:pt x="1337120" y="354330"/>
                </a:lnTo>
                <a:lnTo>
                  <a:pt x="1337501" y="312230"/>
                </a:lnTo>
                <a:lnTo>
                  <a:pt x="1295114" y="272796"/>
                </a:lnTo>
                <a:cubicBezTo>
                  <a:pt x="1296448" y="270986"/>
                  <a:pt x="1297400" y="268891"/>
                  <a:pt x="1297400" y="266414"/>
                </a:cubicBezTo>
                <a:cubicBezTo>
                  <a:pt x="1297400" y="260414"/>
                  <a:pt x="1292543" y="255461"/>
                  <a:pt x="1286447" y="255461"/>
                </a:cubicBezTo>
                <a:close/>
                <a:moveTo>
                  <a:pt x="1286542" y="271939"/>
                </a:moveTo>
                <a:cubicBezTo>
                  <a:pt x="1283113" y="271939"/>
                  <a:pt x="1280351" y="269177"/>
                  <a:pt x="1280351" y="265748"/>
                </a:cubicBezTo>
                <a:cubicBezTo>
                  <a:pt x="1280351" y="262319"/>
                  <a:pt x="1283113" y="259556"/>
                  <a:pt x="1286542" y="259556"/>
                </a:cubicBezTo>
                <a:cubicBezTo>
                  <a:pt x="1289971" y="259556"/>
                  <a:pt x="1292733" y="262319"/>
                  <a:pt x="1292733" y="265748"/>
                </a:cubicBezTo>
                <a:cubicBezTo>
                  <a:pt x="1292733" y="269177"/>
                  <a:pt x="1289971" y="271939"/>
                  <a:pt x="1286542" y="271939"/>
                </a:cubicBezTo>
                <a:close/>
                <a:moveTo>
                  <a:pt x="1345311" y="840391"/>
                </a:moveTo>
                <a:cubicBezTo>
                  <a:pt x="1345311" y="845153"/>
                  <a:pt x="1341406" y="849059"/>
                  <a:pt x="1336643" y="849059"/>
                </a:cubicBezTo>
                <a:cubicBezTo>
                  <a:pt x="1331881" y="849059"/>
                  <a:pt x="1327976" y="845153"/>
                  <a:pt x="1327976" y="840391"/>
                </a:cubicBezTo>
                <a:cubicBezTo>
                  <a:pt x="1327976" y="835628"/>
                  <a:pt x="1331881" y="831723"/>
                  <a:pt x="1336643" y="831723"/>
                </a:cubicBezTo>
                <a:cubicBezTo>
                  <a:pt x="1341406" y="831723"/>
                  <a:pt x="1345311" y="835628"/>
                  <a:pt x="1345311" y="840391"/>
                </a:cubicBezTo>
                <a:close/>
                <a:moveTo>
                  <a:pt x="1563815" y="1082421"/>
                </a:moveTo>
                <a:lnTo>
                  <a:pt x="1569530" y="1082421"/>
                </a:lnTo>
                <a:lnTo>
                  <a:pt x="1569530" y="1099852"/>
                </a:lnTo>
                <a:lnTo>
                  <a:pt x="1563815" y="1099852"/>
                </a:lnTo>
                <a:lnTo>
                  <a:pt x="1563815" y="1082421"/>
                </a:lnTo>
                <a:close/>
                <a:moveTo>
                  <a:pt x="1449419" y="840391"/>
                </a:moveTo>
                <a:cubicBezTo>
                  <a:pt x="1449419" y="845153"/>
                  <a:pt x="1445514" y="849059"/>
                  <a:pt x="1440752" y="849059"/>
                </a:cubicBezTo>
                <a:cubicBezTo>
                  <a:pt x="1435989" y="849059"/>
                  <a:pt x="1432084" y="845153"/>
                  <a:pt x="1432084" y="840391"/>
                </a:cubicBezTo>
                <a:cubicBezTo>
                  <a:pt x="1432084" y="835628"/>
                  <a:pt x="1435989" y="831723"/>
                  <a:pt x="1440752" y="831723"/>
                </a:cubicBezTo>
                <a:cubicBezTo>
                  <a:pt x="1445514" y="831723"/>
                  <a:pt x="1449419" y="835628"/>
                  <a:pt x="1449419" y="840391"/>
                </a:cubicBezTo>
                <a:close/>
                <a:moveTo>
                  <a:pt x="1364932" y="232601"/>
                </a:moveTo>
                <a:cubicBezTo>
                  <a:pt x="1364932" y="233744"/>
                  <a:pt x="1363980" y="234696"/>
                  <a:pt x="1362837" y="234696"/>
                </a:cubicBezTo>
                <a:lnTo>
                  <a:pt x="1348454" y="234696"/>
                </a:lnTo>
                <a:cubicBezTo>
                  <a:pt x="1347311" y="234696"/>
                  <a:pt x="1346359" y="233744"/>
                  <a:pt x="1346359" y="232601"/>
                </a:cubicBezTo>
                <a:lnTo>
                  <a:pt x="1346359" y="218218"/>
                </a:lnTo>
                <a:cubicBezTo>
                  <a:pt x="1346359" y="217075"/>
                  <a:pt x="1347311" y="216122"/>
                  <a:pt x="1348454" y="216122"/>
                </a:cubicBezTo>
                <a:lnTo>
                  <a:pt x="1362837" y="216122"/>
                </a:lnTo>
                <a:cubicBezTo>
                  <a:pt x="1363980" y="216122"/>
                  <a:pt x="1364932" y="217075"/>
                  <a:pt x="1364932" y="218218"/>
                </a:cubicBezTo>
                <a:lnTo>
                  <a:pt x="1364932" y="232601"/>
                </a:lnTo>
                <a:close/>
                <a:moveTo>
                  <a:pt x="1464850" y="388430"/>
                </a:moveTo>
                <a:cubicBezTo>
                  <a:pt x="1463231" y="384429"/>
                  <a:pt x="1465136" y="379762"/>
                  <a:pt x="1469136" y="378143"/>
                </a:cubicBezTo>
                <a:cubicBezTo>
                  <a:pt x="1470089" y="377762"/>
                  <a:pt x="1471136" y="377571"/>
                  <a:pt x="1472089" y="377571"/>
                </a:cubicBezTo>
                <a:cubicBezTo>
                  <a:pt x="1473041" y="377571"/>
                  <a:pt x="1474184" y="377762"/>
                  <a:pt x="1475137" y="378238"/>
                </a:cubicBezTo>
                <a:cubicBezTo>
                  <a:pt x="1477042" y="379095"/>
                  <a:pt x="1478566" y="380619"/>
                  <a:pt x="1479423" y="382524"/>
                </a:cubicBezTo>
                <a:cubicBezTo>
                  <a:pt x="1481042" y="386525"/>
                  <a:pt x="1479137" y="391192"/>
                  <a:pt x="1475137" y="392811"/>
                </a:cubicBezTo>
                <a:cubicBezTo>
                  <a:pt x="1471136" y="394430"/>
                  <a:pt x="1466469" y="392525"/>
                  <a:pt x="1464850" y="388525"/>
                </a:cubicBezTo>
                <a:close/>
                <a:moveTo>
                  <a:pt x="1464850" y="550355"/>
                </a:moveTo>
                <a:cubicBezTo>
                  <a:pt x="1463231" y="546449"/>
                  <a:pt x="1465040" y="541973"/>
                  <a:pt x="1468946" y="540258"/>
                </a:cubicBezTo>
                <a:cubicBezTo>
                  <a:pt x="1469612" y="540068"/>
                  <a:pt x="1471232" y="539877"/>
                  <a:pt x="1472279" y="539782"/>
                </a:cubicBezTo>
                <a:cubicBezTo>
                  <a:pt x="1472565" y="539782"/>
                  <a:pt x="1472756" y="539782"/>
                  <a:pt x="1472946" y="539782"/>
                </a:cubicBezTo>
                <a:cubicBezTo>
                  <a:pt x="1473708" y="539782"/>
                  <a:pt x="1474470" y="539972"/>
                  <a:pt x="1475232" y="540258"/>
                </a:cubicBezTo>
                <a:cubicBezTo>
                  <a:pt x="1477137" y="541115"/>
                  <a:pt x="1478661" y="542639"/>
                  <a:pt x="1479518" y="544544"/>
                </a:cubicBezTo>
                <a:cubicBezTo>
                  <a:pt x="1481138" y="548545"/>
                  <a:pt x="1479232" y="553212"/>
                  <a:pt x="1475232" y="554831"/>
                </a:cubicBezTo>
                <a:cubicBezTo>
                  <a:pt x="1471232" y="556451"/>
                  <a:pt x="1466564" y="554546"/>
                  <a:pt x="1464945" y="550545"/>
                </a:cubicBezTo>
                <a:close/>
                <a:moveTo>
                  <a:pt x="1313307" y="232601"/>
                </a:moveTo>
                <a:cubicBezTo>
                  <a:pt x="1313307" y="233744"/>
                  <a:pt x="1312355" y="234696"/>
                  <a:pt x="1311212" y="234696"/>
                </a:cubicBezTo>
                <a:lnTo>
                  <a:pt x="1296734" y="234696"/>
                </a:lnTo>
                <a:cubicBezTo>
                  <a:pt x="1295591" y="234696"/>
                  <a:pt x="1294638" y="233744"/>
                  <a:pt x="1294638" y="232601"/>
                </a:cubicBezTo>
                <a:lnTo>
                  <a:pt x="1294638" y="218218"/>
                </a:lnTo>
                <a:cubicBezTo>
                  <a:pt x="1294638" y="217075"/>
                  <a:pt x="1295591" y="216122"/>
                  <a:pt x="1296734" y="216122"/>
                </a:cubicBezTo>
                <a:lnTo>
                  <a:pt x="1311212" y="216122"/>
                </a:lnTo>
                <a:cubicBezTo>
                  <a:pt x="1312355" y="216122"/>
                  <a:pt x="1313307" y="217075"/>
                  <a:pt x="1313307" y="218218"/>
                </a:cubicBezTo>
                <a:lnTo>
                  <a:pt x="1313307" y="232601"/>
                </a:lnTo>
                <a:close/>
                <a:moveTo>
                  <a:pt x="1408748" y="388430"/>
                </a:moveTo>
                <a:cubicBezTo>
                  <a:pt x="1407128" y="384429"/>
                  <a:pt x="1409033" y="379762"/>
                  <a:pt x="1413034" y="378143"/>
                </a:cubicBezTo>
                <a:cubicBezTo>
                  <a:pt x="1413986" y="377762"/>
                  <a:pt x="1415034" y="377571"/>
                  <a:pt x="1415987" y="377571"/>
                </a:cubicBezTo>
                <a:cubicBezTo>
                  <a:pt x="1419130" y="377571"/>
                  <a:pt x="1422082" y="379381"/>
                  <a:pt x="1423321" y="382524"/>
                </a:cubicBezTo>
                <a:cubicBezTo>
                  <a:pt x="1424940" y="386525"/>
                  <a:pt x="1423035" y="391192"/>
                  <a:pt x="1419035" y="392811"/>
                </a:cubicBezTo>
                <a:cubicBezTo>
                  <a:pt x="1415034" y="394430"/>
                  <a:pt x="1410367" y="392525"/>
                  <a:pt x="1408748" y="388525"/>
                </a:cubicBezTo>
                <a:close/>
                <a:moveTo>
                  <a:pt x="1408748" y="550355"/>
                </a:moveTo>
                <a:cubicBezTo>
                  <a:pt x="1407128" y="546449"/>
                  <a:pt x="1409033" y="541973"/>
                  <a:pt x="1412843" y="540258"/>
                </a:cubicBezTo>
                <a:cubicBezTo>
                  <a:pt x="1413510" y="540068"/>
                  <a:pt x="1415129" y="539877"/>
                  <a:pt x="1416177" y="539782"/>
                </a:cubicBezTo>
                <a:cubicBezTo>
                  <a:pt x="1416463" y="539782"/>
                  <a:pt x="1416653" y="539782"/>
                  <a:pt x="1416844" y="539782"/>
                </a:cubicBezTo>
                <a:cubicBezTo>
                  <a:pt x="1419606" y="540068"/>
                  <a:pt x="1422178" y="541782"/>
                  <a:pt x="1423321" y="544544"/>
                </a:cubicBezTo>
                <a:cubicBezTo>
                  <a:pt x="1424083" y="546449"/>
                  <a:pt x="1424083" y="548640"/>
                  <a:pt x="1423321" y="550545"/>
                </a:cubicBezTo>
                <a:cubicBezTo>
                  <a:pt x="1422464" y="552450"/>
                  <a:pt x="1420940" y="553974"/>
                  <a:pt x="1419035" y="554831"/>
                </a:cubicBezTo>
                <a:cubicBezTo>
                  <a:pt x="1415034" y="556451"/>
                  <a:pt x="1410367" y="554546"/>
                  <a:pt x="1408748" y="550545"/>
                </a:cubicBezTo>
                <a:close/>
                <a:moveTo>
                  <a:pt x="1394460" y="759047"/>
                </a:moveTo>
                <a:cubicBezTo>
                  <a:pt x="1396651" y="760667"/>
                  <a:pt x="1398175" y="763143"/>
                  <a:pt x="1398556" y="765810"/>
                </a:cubicBezTo>
                <a:cubicBezTo>
                  <a:pt x="1398937" y="768572"/>
                  <a:pt x="1398270" y="771239"/>
                  <a:pt x="1396651" y="773525"/>
                </a:cubicBezTo>
                <a:cubicBezTo>
                  <a:pt x="1393222" y="778193"/>
                  <a:pt x="1386745" y="779145"/>
                  <a:pt x="1382173" y="775716"/>
                </a:cubicBezTo>
                <a:cubicBezTo>
                  <a:pt x="1379982" y="774097"/>
                  <a:pt x="1378458" y="771620"/>
                  <a:pt x="1378077" y="768953"/>
                </a:cubicBezTo>
                <a:cubicBezTo>
                  <a:pt x="1377696" y="766191"/>
                  <a:pt x="1378363" y="763429"/>
                  <a:pt x="1379982" y="761238"/>
                </a:cubicBezTo>
                <a:cubicBezTo>
                  <a:pt x="1381601" y="759047"/>
                  <a:pt x="1384078" y="757523"/>
                  <a:pt x="1386745" y="757142"/>
                </a:cubicBezTo>
                <a:cubicBezTo>
                  <a:pt x="1389507" y="756761"/>
                  <a:pt x="1392269" y="757428"/>
                  <a:pt x="1394460" y="759047"/>
                </a:cubicBezTo>
                <a:close/>
                <a:moveTo>
                  <a:pt x="1360932" y="539591"/>
                </a:moveTo>
                <a:cubicBezTo>
                  <a:pt x="1363694" y="539972"/>
                  <a:pt x="1366171" y="541592"/>
                  <a:pt x="1367314" y="544354"/>
                </a:cubicBezTo>
                <a:cubicBezTo>
                  <a:pt x="1368076" y="546259"/>
                  <a:pt x="1368076" y="548450"/>
                  <a:pt x="1367314" y="550355"/>
                </a:cubicBezTo>
                <a:cubicBezTo>
                  <a:pt x="1366457" y="552260"/>
                  <a:pt x="1364932" y="553784"/>
                  <a:pt x="1363028" y="554641"/>
                </a:cubicBezTo>
                <a:cubicBezTo>
                  <a:pt x="1361123" y="555403"/>
                  <a:pt x="1358932" y="555403"/>
                  <a:pt x="1357027" y="554641"/>
                </a:cubicBezTo>
                <a:cubicBezTo>
                  <a:pt x="1355122" y="553784"/>
                  <a:pt x="1353598" y="552260"/>
                  <a:pt x="1352741" y="550355"/>
                </a:cubicBezTo>
                <a:cubicBezTo>
                  <a:pt x="1351121" y="546449"/>
                  <a:pt x="1352931" y="541973"/>
                  <a:pt x="1356836" y="540258"/>
                </a:cubicBezTo>
                <a:cubicBezTo>
                  <a:pt x="1357503" y="540068"/>
                  <a:pt x="1359122" y="539877"/>
                  <a:pt x="1360170" y="539782"/>
                </a:cubicBezTo>
                <a:cubicBezTo>
                  <a:pt x="1360456" y="539782"/>
                  <a:pt x="1360742" y="539782"/>
                  <a:pt x="1360932" y="539687"/>
                </a:cubicBezTo>
                <a:close/>
                <a:moveTo>
                  <a:pt x="1357027" y="378143"/>
                </a:moveTo>
                <a:cubicBezTo>
                  <a:pt x="1357979" y="377762"/>
                  <a:pt x="1359027" y="377571"/>
                  <a:pt x="1359980" y="377571"/>
                </a:cubicBezTo>
                <a:cubicBezTo>
                  <a:pt x="1363123" y="377571"/>
                  <a:pt x="1366076" y="379381"/>
                  <a:pt x="1367314" y="382524"/>
                </a:cubicBezTo>
                <a:cubicBezTo>
                  <a:pt x="1368933" y="386525"/>
                  <a:pt x="1367028" y="391192"/>
                  <a:pt x="1363028" y="392811"/>
                </a:cubicBezTo>
                <a:cubicBezTo>
                  <a:pt x="1361123" y="393573"/>
                  <a:pt x="1358932" y="393573"/>
                  <a:pt x="1357027" y="392811"/>
                </a:cubicBezTo>
                <a:cubicBezTo>
                  <a:pt x="1355122" y="391954"/>
                  <a:pt x="1353598" y="390430"/>
                  <a:pt x="1352741" y="388525"/>
                </a:cubicBezTo>
                <a:cubicBezTo>
                  <a:pt x="1351121" y="384524"/>
                  <a:pt x="1353026" y="379857"/>
                  <a:pt x="1357027" y="378238"/>
                </a:cubicBezTo>
                <a:close/>
                <a:moveTo>
                  <a:pt x="1927765" y="4551712"/>
                </a:moveTo>
                <a:cubicBezTo>
                  <a:pt x="1927765" y="4555808"/>
                  <a:pt x="1924431" y="4559046"/>
                  <a:pt x="1920335" y="4559046"/>
                </a:cubicBezTo>
                <a:cubicBezTo>
                  <a:pt x="1916240" y="4559046"/>
                  <a:pt x="1913001" y="4555712"/>
                  <a:pt x="1913001" y="4551617"/>
                </a:cubicBezTo>
                <a:cubicBezTo>
                  <a:pt x="1913001" y="4547521"/>
                  <a:pt x="1916335" y="4544282"/>
                  <a:pt x="1920431" y="4544282"/>
                </a:cubicBezTo>
                <a:cubicBezTo>
                  <a:pt x="1924526" y="4544282"/>
                  <a:pt x="1927765" y="4547616"/>
                  <a:pt x="1927765" y="4551712"/>
                </a:cubicBezTo>
                <a:close/>
                <a:moveTo>
                  <a:pt x="439293" y="1659731"/>
                </a:moveTo>
                <a:cubicBezTo>
                  <a:pt x="444151" y="1658588"/>
                  <a:pt x="447865" y="1654493"/>
                  <a:pt x="447865" y="1649349"/>
                </a:cubicBezTo>
                <a:cubicBezTo>
                  <a:pt x="447865" y="1643348"/>
                  <a:pt x="443008" y="1638395"/>
                  <a:pt x="437007" y="1638395"/>
                </a:cubicBezTo>
                <a:cubicBezTo>
                  <a:pt x="431006" y="1638395"/>
                  <a:pt x="426149" y="1643253"/>
                  <a:pt x="426149" y="1649349"/>
                </a:cubicBezTo>
                <a:cubicBezTo>
                  <a:pt x="426149" y="1654493"/>
                  <a:pt x="429863" y="1658684"/>
                  <a:pt x="434626" y="1659731"/>
                </a:cubicBezTo>
                <a:lnTo>
                  <a:pt x="434626" y="1705070"/>
                </a:lnTo>
                <a:cubicBezTo>
                  <a:pt x="434626" y="1705070"/>
                  <a:pt x="342329" y="1800035"/>
                  <a:pt x="342329" y="1800035"/>
                </a:cubicBezTo>
                <a:lnTo>
                  <a:pt x="254984" y="1800035"/>
                </a:lnTo>
                <a:lnTo>
                  <a:pt x="237935" y="1783080"/>
                </a:lnTo>
                <a:lnTo>
                  <a:pt x="97536" y="1783080"/>
                </a:lnTo>
                <a:lnTo>
                  <a:pt x="75629" y="1803654"/>
                </a:lnTo>
                <a:cubicBezTo>
                  <a:pt x="73724" y="1802130"/>
                  <a:pt x="71342" y="1801082"/>
                  <a:pt x="68771" y="1801082"/>
                </a:cubicBezTo>
                <a:cubicBezTo>
                  <a:pt x="62389" y="1801082"/>
                  <a:pt x="57245" y="1806226"/>
                  <a:pt x="57245" y="1812607"/>
                </a:cubicBezTo>
                <a:cubicBezTo>
                  <a:pt x="57245" y="1818989"/>
                  <a:pt x="62389" y="1824133"/>
                  <a:pt x="68771" y="1824133"/>
                </a:cubicBezTo>
                <a:cubicBezTo>
                  <a:pt x="75152" y="1824133"/>
                  <a:pt x="80296" y="1818989"/>
                  <a:pt x="80296" y="1812607"/>
                </a:cubicBezTo>
                <a:cubicBezTo>
                  <a:pt x="80296" y="1810607"/>
                  <a:pt x="79629" y="1808893"/>
                  <a:pt x="78772" y="1807274"/>
                </a:cubicBezTo>
                <a:lnTo>
                  <a:pt x="99441" y="1787843"/>
                </a:lnTo>
                <a:lnTo>
                  <a:pt x="236030" y="1787843"/>
                </a:lnTo>
                <a:lnTo>
                  <a:pt x="253079" y="1804797"/>
                </a:lnTo>
                <a:lnTo>
                  <a:pt x="344424" y="1804797"/>
                </a:lnTo>
                <a:lnTo>
                  <a:pt x="439293" y="1706975"/>
                </a:lnTo>
                <a:lnTo>
                  <a:pt x="439293" y="1659731"/>
                </a:lnTo>
                <a:close/>
                <a:moveTo>
                  <a:pt x="68771" y="1819370"/>
                </a:moveTo>
                <a:cubicBezTo>
                  <a:pt x="65056" y="1819370"/>
                  <a:pt x="62008" y="1816322"/>
                  <a:pt x="62008" y="1812607"/>
                </a:cubicBezTo>
                <a:cubicBezTo>
                  <a:pt x="62008" y="1808893"/>
                  <a:pt x="65056" y="1805845"/>
                  <a:pt x="68771" y="1805845"/>
                </a:cubicBezTo>
                <a:cubicBezTo>
                  <a:pt x="72485" y="1805845"/>
                  <a:pt x="75533" y="1808893"/>
                  <a:pt x="75533" y="1812607"/>
                </a:cubicBezTo>
                <a:cubicBezTo>
                  <a:pt x="75533" y="1816322"/>
                  <a:pt x="72485" y="1819370"/>
                  <a:pt x="68771" y="1819370"/>
                </a:cubicBezTo>
                <a:close/>
                <a:moveTo>
                  <a:pt x="430816" y="1649349"/>
                </a:moveTo>
                <a:cubicBezTo>
                  <a:pt x="430816" y="1645920"/>
                  <a:pt x="433578" y="1643158"/>
                  <a:pt x="436912" y="1643158"/>
                </a:cubicBezTo>
                <a:cubicBezTo>
                  <a:pt x="440246" y="1643158"/>
                  <a:pt x="443008" y="1645920"/>
                  <a:pt x="443008" y="1649349"/>
                </a:cubicBezTo>
                <a:cubicBezTo>
                  <a:pt x="443008" y="1652778"/>
                  <a:pt x="440246" y="1655445"/>
                  <a:pt x="436912" y="1655445"/>
                </a:cubicBezTo>
                <a:cubicBezTo>
                  <a:pt x="433578" y="1655445"/>
                  <a:pt x="430816" y="1652683"/>
                  <a:pt x="430816" y="1649349"/>
                </a:cubicBezTo>
                <a:close/>
                <a:moveTo>
                  <a:pt x="1309878" y="222028"/>
                </a:moveTo>
                <a:lnTo>
                  <a:pt x="1309878" y="228791"/>
                </a:lnTo>
                <a:cubicBezTo>
                  <a:pt x="1309878" y="230124"/>
                  <a:pt x="1308735" y="231267"/>
                  <a:pt x="1307402" y="231267"/>
                </a:cubicBezTo>
                <a:lnTo>
                  <a:pt x="1300639" y="231267"/>
                </a:lnTo>
                <a:cubicBezTo>
                  <a:pt x="1299305" y="231267"/>
                  <a:pt x="1298162" y="230124"/>
                  <a:pt x="1298162" y="228791"/>
                </a:cubicBezTo>
                <a:lnTo>
                  <a:pt x="1298162" y="222028"/>
                </a:lnTo>
                <a:cubicBezTo>
                  <a:pt x="1298162" y="220694"/>
                  <a:pt x="1299305" y="219551"/>
                  <a:pt x="1300639" y="219551"/>
                </a:cubicBezTo>
                <a:lnTo>
                  <a:pt x="1307402" y="219551"/>
                </a:lnTo>
                <a:cubicBezTo>
                  <a:pt x="1308735" y="219551"/>
                  <a:pt x="1309878" y="220694"/>
                  <a:pt x="1309878" y="222028"/>
                </a:cubicBezTo>
                <a:close/>
                <a:moveTo>
                  <a:pt x="1929384" y="4502277"/>
                </a:moveTo>
                <a:cubicBezTo>
                  <a:pt x="1929384" y="4507230"/>
                  <a:pt x="1925384" y="4511231"/>
                  <a:pt x="1920431" y="4511231"/>
                </a:cubicBezTo>
                <a:cubicBezTo>
                  <a:pt x="1915478" y="4511231"/>
                  <a:pt x="1911477" y="4507230"/>
                  <a:pt x="1911477" y="4502277"/>
                </a:cubicBezTo>
                <a:cubicBezTo>
                  <a:pt x="1911477" y="4497324"/>
                  <a:pt x="1915478" y="4493324"/>
                  <a:pt x="1920431" y="4493324"/>
                </a:cubicBezTo>
                <a:cubicBezTo>
                  <a:pt x="1925384" y="4493324"/>
                  <a:pt x="1929384" y="4497324"/>
                  <a:pt x="1929384" y="4502277"/>
                </a:cubicBezTo>
                <a:close/>
                <a:moveTo>
                  <a:pt x="1933861" y="4435507"/>
                </a:moveTo>
                <a:cubicBezTo>
                  <a:pt x="1933861" y="4428173"/>
                  <a:pt x="1927860" y="4422172"/>
                  <a:pt x="1920526" y="4422172"/>
                </a:cubicBezTo>
                <a:cubicBezTo>
                  <a:pt x="1913192" y="4422172"/>
                  <a:pt x="1907191" y="4428173"/>
                  <a:pt x="1907191" y="4435507"/>
                </a:cubicBezTo>
                <a:cubicBezTo>
                  <a:pt x="1907191" y="4442841"/>
                  <a:pt x="1913192" y="4448842"/>
                  <a:pt x="1920526" y="4448842"/>
                </a:cubicBezTo>
                <a:cubicBezTo>
                  <a:pt x="1927860" y="4448842"/>
                  <a:pt x="1933861" y="4442841"/>
                  <a:pt x="1933861" y="4435507"/>
                </a:cubicBezTo>
                <a:close/>
                <a:moveTo>
                  <a:pt x="1911953" y="4435507"/>
                </a:moveTo>
                <a:cubicBezTo>
                  <a:pt x="1911953" y="4430840"/>
                  <a:pt x="1915763" y="4427030"/>
                  <a:pt x="1920431" y="4427030"/>
                </a:cubicBezTo>
                <a:cubicBezTo>
                  <a:pt x="1925098" y="4427030"/>
                  <a:pt x="1928908" y="4430840"/>
                  <a:pt x="1928908" y="4435507"/>
                </a:cubicBezTo>
                <a:cubicBezTo>
                  <a:pt x="1928908" y="4440174"/>
                  <a:pt x="1925098" y="4443984"/>
                  <a:pt x="1920431" y="4443984"/>
                </a:cubicBezTo>
                <a:cubicBezTo>
                  <a:pt x="1915763" y="4443984"/>
                  <a:pt x="1911953" y="4440174"/>
                  <a:pt x="1911953" y="4435507"/>
                </a:cubicBezTo>
                <a:close/>
                <a:moveTo>
                  <a:pt x="1934242" y="4471130"/>
                </a:moveTo>
                <a:cubicBezTo>
                  <a:pt x="1934242" y="4463511"/>
                  <a:pt x="1928051" y="4457319"/>
                  <a:pt x="1920431" y="4457319"/>
                </a:cubicBezTo>
                <a:cubicBezTo>
                  <a:pt x="1913668" y="4457319"/>
                  <a:pt x="1908048" y="4462177"/>
                  <a:pt x="1906905" y="4468559"/>
                </a:cubicBezTo>
                <a:lnTo>
                  <a:pt x="1894808" y="4468559"/>
                </a:lnTo>
                <a:lnTo>
                  <a:pt x="1872901" y="4494181"/>
                </a:lnTo>
                <a:lnTo>
                  <a:pt x="1854994" y="4494467"/>
                </a:lnTo>
                <a:cubicBezTo>
                  <a:pt x="1853851" y="4488942"/>
                  <a:pt x="1849184" y="4484751"/>
                  <a:pt x="1843278" y="4484751"/>
                </a:cubicBezTo>
                <a:cubicBezTo>
                  <a:pt x="1836611" y="4484751"/>
                  <a:pt x="1831086" y="4490180"/>
                  <a:pt x="1831086" y="4496943"/>
                </a:cubicBezTo>
                <a:cubicBezTo>
                  <a:pt x="1831086" y="4503706"/>
                  <a:pt x="1836515" y="4509135"/>
                  <a:pt x="1843278" y="4509135"/>
                </a:cubicBezTo>
                <a:cubicBezTo>
                  <a:pt x="1849184" y="4509135"/>
                  <a:pt x="1853851" y="4504849"/>
                  <a:pt x="1854994" y="4499324"/>
                </a:cubicBezTo>
                <a:lnTo>
                  <a:pt x="1875092" y="4499039"/>
                </a:lnTo>
                <a:lnTo>
                  <a:pt x="1896999" y="4473512"/>
                </a:lnTo>
                <a:lnTo>
                  <a:pt x="1906810" y="4473512"/>
                </a:lnTo>
                <a:cubicBezTo>
                  <a:pt x="1907857" y="4480084"/>
                  <a:pt x="1913573" y="4485132"/>
                  <a:pt x="1920431" y="4485132"/>
                </a:cubicBezTo>
                <a:cubicBezTo>
                  <a:pt x="1928051" y="4485132"/>
                  <a:pt x="1934242" y="4478941"/>
                  <a:pt x="1934242" y="4471321"/>
                </a:cubicBezTo>
                <a:close/>
                <a:moveTo>
                  <a:pt x="1843373" y="4504182"/>
                </a:moveTo>
                <a:cubicBezTo>
                  <a:pt x="1839278" y="4504182"/>
                  <a:pt x="1835944" y="4500848"/>
                  <a:pt x="1835944" y="4496753"/>
                </a:cubicBezTo>
                <a:cubicBezTo>
                  <a:pt x="1835944" y="4492657"/>
                  <a:pt x="1839278" y="4489323"/>
                  <a:pt x="1843373" y="4489323"/>
                </a:cubicBezTo>
                <a:cubicBezTo>
                  <a:pt x="1847469" y="4489323"/>
                  <a:pt x="1850803" y="4492657"/>
                  <a:pt x="1850803" y="4496753"/>
                </a:cubicBezTo>
                <a:cubicBezTo>
                  <a:pt x="1850803" y="4500848"/>
                  <a:pt x="1847469" y="4504182"/>
                  <a:pt x="1843373" y="4504182"/>
                </a:cubicBezTo>
                <a:close/>
                <a:moveTo>
                  <a:pt x="502825" y="2633472"/>
                </a:moveTo>
                <a:cubicBezTo>
                  <a:pt x="503777" y="2634425"/>
                  <a:pt x="505111" y="2634996"/>
                  <a:pt x="506444" y="2634996"/>
                </a:cubicBezTo>
                <a:cubicBezTo>
                  <a:pt x="507778" y="2634996"/>
                  <a:pt x="509016" y="2634520"/>
                  <a:pt x="510064" y="2633472"/>
                </a:cubicBezTo>
                <a:lnTo>
                  <a:pt x="519208" y="2624328"/>
                </a:lnTo>
                <a:cubicBezTo>
                  <a:pt x="521208" y="2622328"/>
                  <a:pt x="521208" y="2619089"/>
                  <a:pt x="519208" y="2617184"/>
                </a:cubicBezTo>
                <a:lnTo>
                  <a:pt x="516446" y="2614422"/>
                </a:lnTo>
                <a:lnTo>
                  <a:pt x="600170" y="2528030"/>
                </a:lnTo>
                <a:cubicBezTo>
                  <a:pt x="601885" y="2529078"/>
                  <a:pt x="603790" y="2529935"/>
                  <a:pt x="605981" y="2529935"/>
                </a:cubicBezTo>
                <a:cubicBezTo>
                  <a:pt x="612077" y="2529935"/>
                  <a:pt x="617029" y="2524982"/>
                  <a:pt x="617029" y="2518886"/>
                </a:cubicBezTo>
                <a:cubicBezTo>
                  <a:pt x="617029" y="2512790"/>
                  <a:pt x="612077" y="2507837"/>
                  <a:pt x="605981" y="2507837"/>
                </a:cubicBezTo>
                <a:cubicBezTo>
                  <a:pt x="599885" y="2507837"/>
                  <a:pt x="594932" y="2512790"/>
                  <a:pt x="594932" y="2518886"/>
                </a:cubicBezTo>
                <a:cubicBezTo>
                  <a:pt x="594932" y="2521077"/>
                  <a:pt x="595694" y="2522982"/>
                  <a:pt x="596837" y="2524697"/>
                </a:cubicBezTo>
                <a:lnTo>
                  <a:pt x="513112" y="2611088"/>
                </a:lnTo>
                <a:lnTo>
                  <a:pt x="510159" y="2608136"/>
                </a:lnTo>
                <a:lnTo>
                  <a:pt x="510159" y="2608136"/>
                </a:lnTo>
                <a:cubicBezTo>
                  <a:pt x="508159" y="2606135"/>
                  <a:pt x="504920" y="2606135"/>
                  <a:pt x="503015" y="2608136"/>
                </a:cubicBezTo>
                <a:lnTo>
                  <a:pt x="493871" y="2617280"/>
                </a:lnTo>
                <a:cubicBezTo>
                  <a:pt x="492919" y="2618232"/>
                  <a:pt x="492347" y="2619470"/>
                  <a:pt x="492347" y="2620899"/>
                </a:cubicBezTo>
                <a:cubicBezTo>
                  <a:pt x="492347" y="2622328"/>
                  <a:pt x="492919" y="2623566"/>
                  <a:pt x="493871" y="2624519"/>
                </a:cubicBezTo>
                <a:lnTo>
                  <a:pt x="503015" y="2633663"/>
                </a:lnTo>
                <a:close/>
                <a:moveTo>
                  <a:pt x="506159" y="2611469"/>
                </a:moveTo>
                <a:cubicBezTo>
                  <a:pt x="506159" y="2611469"/>
                  <a:pt x="506254" y="2611469"/>
                  <a:pt x="506349" y="2611469"/>
                </a:cubicBezTo>
                <a:cubicBezTo>
                  <a:pt x="506444" y="2611469"/>
                  <a:pt x="506539" y="2611469"/>
                  <a:pt x="506539" y="2611469"/>
                </a:cubicBezTo>
                <a:lnTo>
                  <a:pt x="515684" y="2621090"/>
                </a:lnTo>
                <a:lnTo>
                  <a:pt x="506063" y="2630234"/>
                </a:lnTo>
                <a:lnTo>
                  <a:pt x="496919" y="2620613"/>
                </a:lnTo>
                <a:lnTo>
                  <a:pt x="506063" y="2611469"/>
                </a:lnTo>
                <a:close/>
                <a:moveTo>
                  <a:pt x="1544574" y="543878"/>
                </a:moveTo>
                <a:lnTo>
                  <a:pt x="1544574" y="537115"/>
                </a:lnTo>
                <a:cubicBezTo>
                  <a:pt x="1544574" y="535781"/>
                  <a:pt x="1545717" y="534638"/>
                  <a:pt x="1547051" y="534638"/>
                </a:cubicBezTo>
                <a:lnTo>
                  <a:pt x="1553813" y="534638"/>
                </a:lnTo>
                <a:cubicBezTo>
                  <a:pt x="1555147" y="534638"/>
                  <a:pt x="1556290" y="535781"/>
                  <a:pt x="1556290" y="537115"/>
                </a:cubicBezTo>
                <a:lnTo>
                  <a:pt x="1556290" y="543878"/>
                </a:lnTo>
                <a:cubicBezTo>
                  <a:pt x="1556290" y="545211"/>
                  <a:pt x="1555147" y="546354"/>
                  <a:pt x="1553813" y="546354"/>
                </a:cubicBezTo>
                <a:lnTo>
                  <a:pt x="1547051" y="546354"/>
                </a:lnTo>
                <a:cubicBezTo>
                  <a:pt x="1545717" y="546354"/>
                  <a:pt x="1544574" y="545211"/>
                  <a:pt x="1544574" y="543878"/>
                </a:cubicBezTo>
                <a:close/>
                <a:moveTo>
                  <a:pt x="1501045" y="836390"/>
                </a:moveTo>
                <a:cubicBezTo>
                  <a:pt x="1504474" y="836390"/>
                  <a:pt x="1507236" y="839152"/>
                  <a:pt x="1507236" y="842582"/>
                </a:cubicBezTo>
                <a:cubicBezTo>
                  <a:pt x="1507236" y="846011"/>
                  <a:pt x="1504474" y="848773"/>
                  <a:pt x="1501045" y="848773"/>
                </a:cubicBezTo>
                <a:cubicBezTo>
                  <a:pt x="1497616" y="848773"/>
                  <a:pt x="1494853" y="846011"/>
                  <a:pt x="1494853" y="842582"/>
                </a:cubicBezTo>
                <a:cubicBezTo>
                  <a:pt x="1494853" y="839152"/>
                  <a:pt x="1497616" y="836390"/>
                  <a:pt x="1501045" y="836390"/>
                </a:cubicBezTo>
                <a:close/>
                <a:moveTo>
                  <a:pt x="1558004" y="4611910"/>
                </a:moveTo>
                <a:lnTo>
                  <a:pt x="1567053" y="4611910"/>
                </a:lnTo>
                <a:cubicBezTo>
                  <a:pt x="1570958" y="4611910"/>
                  <a:pt x="1574102" y="4608767"/>
                  <a:pt x="1574102" y="4604862"/>
                </a:cubicBezTo>
                <a:lnTo>
                  <a:pt x="1574102" y="4595813"/>
                </a:lnTo>
                <a:cubicBezTo>
                  <a:pt x="1574102" y="4591907"/>
                  <a:pt x="1570958" y="4588764"/>
                  <a:pt x="1567053" y="4588764"/>
                </a:cubicBezTo>
                <a:lnTo>
                  <a:pt x="1558004" y="4588764"/>
                </a:lnTo>
                <a:cubicBezTo>
                  <a:pt x="1554099" y="4588764"/>
                  <a:pt x="1550956" y="4591907"/>
                  <a:pt x="1550956" y="4595813"/>
                </a:cubicBezTo>
                <a:lnTo>
                  <a:pt x="1550956" y="4604862"/>
                </a:lnTo>
                <a:cubicBezTo>
                  <a:pt x="1550956" y="4608767"/>
                  <a:pt x="1554099" y="4611910"/>
                  <a:pt x="1558004" y="4611910"/>
                </a:cubicBezTo>
                <a:close/>
                <a:moveTo>
                  <a:pt x="1555814" y="4595908"/>
                </a:moveTo>
                <a:cubicBezTo>
                  <a:pt x="1555814" y="4594670"/>
                  <a:pt x="1556861" y="4593622"/>
                  <a:pt x="1558100" y="4593622"/>
                </a:cubicBezTo>
                <a:lnTo>
                  <a:pt x="1567148" y="4593622"/>
                </a:lnTo>
                <a:cubicBezTo>
                  <a:pt x="1568387" y="4593622"/>
                  <a:pt x="1569434" y="4594670"/>
                  <a:pt x="1569434" y="4595908"/>
                </a:cubicBezTo>
                <a:lnTo>
                  <a:pt x="1569434" y="4604957"/>
                </a:lnTo>
                <a:cubicBezTo>
                  <a:pt x="1569434" y="4606195"/>
                  <a:pt x="1568387" y="4607243"/>
                  <a:pt x="1567148" y="4607243"/>
                </a:cubicBezTo>
                <a:lnTo>
                  <a:pt x="1558100" y="4607243"/>
                </a:lnTo>
                <a:cubicBezTo>
                  <a:pt x="1556861" y="4607243"/>
                  <a:pt x="1555814" y="4606195"/>
                  <a:pt x="1555814" y="4604957"/>
                </a:cubicBezTo>
                <a:lnTo>
                  <a:pt x="1555814" y="4595908"/>
                </a:lnTo>
                <a:close/>
                <a:moveTo>
                  <a:pt x="1925384" y="4613910"/>
                </a:moveTo>
                <a:cubicBezTo>
                  <a:pt x="1925384" y="4616672"/>
                  <a:pt x="1923002" y="4618768"/>
                  <a:pt x="1920240" y="4618673"/>
                </a:cubicBezTo>
                <a:cubicBezTo>
                  <a:pt x="1917478" y="4618673"/>
                  <a:pt x="1915382" y="4616292"/>
                  <a:pt x="1915478" y="4613529"/>
                </a:cubicBezTo>
                <a:cubicBezTo>
                  <a:pt x="1915478" y="4610767"/>
                  <a:pt x="1917859" y="4608671"/>
                  <a:pt x="1920621" y="4608767"/>
                </a:cubicBezTo>
                <a:cubicBezTo>
                  <a:pt x="1923383" y="4608767"/>
                  <a:pt x="1925479" y="4611148"/>
                  <a:pt x="1925384" y="4613910"/>
                </a:cubicBezTo>
                <a:close/>
                <a:moveTo>
                  <a:pt x="488347" y="2151888"/>
                </a:moveTo>
                <a:lnTo>
                  <a:pt x="495205" y="2144840"/>
                </a:lnTo>
                <a:lnTo>
                  <a:pt x="498634" y="2148173"/>
                </a:lnTo>
                <a:lnTo>
                  <a:pt x="491776" y="2155222"/>
                </a:lnTo>
                <a:lnTo>
                  <a:pt x="488347" y="2151888"/>
                </a:lnTo>
                <a:close/>
                <a:moveTo>
                  <a:pt x="1243298" y="4546092"/>
                </a:moveTo>
                <a:cubicBezTo>
                  <a:pt x="1233202" y="4546092"/>
                  <a:pt x="1224915" y="4554284"/>
                  <a:pt x="1224915" y="4564476"/>
                </a:cubicBezTo>
                <a:cubicBezTo>
                  <a:pt x="1224915" y="4574667"/>
                  <a:pt x="1233107" y="4582859"/>
                  <a:pt x="1243298" y="4582859"/>
                </a:cubicBezTo>
                <a:cubicBezTo>
                  <a:pt x="1252157" y="4582859"/>
                  <a:pt x="1259586" y="4576477"/>
                  <a:pt x="1261301" y="4568095"/>
                </a:cubicBezTo>
                <a:lnTo>
                  <a:pt x="1358170" y="4569143"/>
                </a:lnTo>
                <a:cubicBezTo>
                  <a:pt x="1359122" y="4569143"/>
                  <a:pt x="1360075" y="4568762"/>
                  <a:pt x="1360742" y="4568000"/>
                </a:cubicBezTo>
                <a:lnTo>
                  <a:pt x="1404557" y="4521613"/>
                </a:lnTo>
                <a:cubicBezTo>
                  <a:pt x="1405223" y="4520946"/>
                  <a:pt x="1405509" y="4520089"/>
                  <a:pt x="1405509" y="4519137"/>
                </a:cubicBezTo>
                <a:lnTo>
                  <a:pt x="1405509" y="4414933"/>
                </a:lnTo>
                <a:lnTo>
                  <a:pt x="1408938" y="4414933"/>
                </a:lnTo>
                <a:cubicBezTo>
                  <a:pt x="1415225" y="4414933"/>
                  <a:pt x="1420463" y="4409789"/>
                  <a:pt x="1420463" y="4403408"/>
                </a:cubicBezTo>
                <a:lnTo>
                  <a:pt x="1420463" y="4352068"/>
                </a:lnTo>
                <a:cubicBezTo>
                  <a:pt x="1420463" y="4345781"/>
                  <a:pt x="1415320" y="4340543"/>
                  <a:pt x="1408938" y="4340543"/>
                </a:cubicBezTo>
                <a:lnTo>
                  <a:pt x="1405509" y="4340543"/>
                </a:lnTo>
                <a:lnTo>
                  <a:pt x="1405509" y="4259676"/>
                </a:lnTo>
                <a:lnTo>
                  <a:pt x="1410938" y="4259676"/>
                </a:lnTo>
                <a:cubicBezTo>
                  <a:pt x="1412272" y="4259676"/>
                  <a:pt x="1413320" y="4258628"/>
                  <a:pt x="1413320" y="4257294"/>
                </a:cubicBezTo>
                <a:lnTo>
                  <a:pt x="1413320" y="4239292"/>
                </a:lnTo>
                <a:cubicBezTo>
                  <a:pt x="1413320" y="4237959"/>
                  <a:pt x="1412272" y="4236911"/>
                  <a:pt x="1410938" y="4236911"/>
                </a:cubicBezTo>
                <a:lnTo>
                  <a:pt x="1404271" y="4236911"/>
                </a:lnTo>
                <a:lnTo>
                  <a:pt x="1404080" y="4195572"/>
                </a:lnTo>
                <a:lnTo>
                  <a:pt x="1376744" y="4163568"/>
                </a:lnTo>
                <a:cubicBezTo>
                  <a:pt x="1379411" y="4160234"/>
                  <a:pt x="1379696" y="4155472"/>
                  <a:pt x="1376934" y="4151948"/>
                </a:cubicBezTo>
                <a:cubicBezTo>
                  <a:pt x="1373696" y="4147852"/>
                  <a:pt x="1367790" y="4147090"/>
                  <a:pt x="1363694" y="4150328"/>
                </a:cubicBezTo>
                <a:cubicBezTo>
                  <a:pt x="1359599" y="4153567"/>
                  <a:pt x="1358837" y="4159472"/>
                  <a:pt x="1362075" y="4163568"/>
                </a:cubicBezTo>
                <a:cubicBezTo>
                  <a:pt x="1364742" y="4166902"/>
                  <a:pt x="1369124" y="4167854"/>
                  <a:pt x="1372934" y="4166426"/>
                </a:cubicBezTo>
                <a:lnTo>
                  <a:pt x="1399318" y="4197287"/>
                </a:lnTo>
                <a:lnTo>
                  <a:pt x="1399508" y="4236815"/>
                </a:lnTo>
                <a:lnTo>
                  <a:pt x="1392936" y="4236815"/>
                </a:lnTo>
                <a:cubicBezTo>
                  <a:pt x="1391603" y="4236815"/>
                  <a:pt x="1390555" y="4237863"/>
                  <a:pt x="1390555" y="4239197"/>
                </a:cubicBezTo>
                <a:lnTo>
                  <a:pt x="1390555" y="4257199"/>
                </a:lnTo>
                <a:cubicBezTo>
                  <a:pt x="1390555" y="4258532"/>
                  <a:pt x="1391603" y="4259580"/>
                  <a:pt x="1392936" y="4259580"/>
                </a:cubicBezTo>
                <a:lnTo>
                  <a:pt x="1398365" y="4259580"/>
                </a:lnTo>
                <a:lnTo>
                  <a:pt x="1398365" y="4340447"/>
                </a:lnTo>
                <a:lnTo>
                  <a:pt x="1394936" y="4340447"/>
                </a:lnTo>
                <a:cubicBezTo>
                  <a:pt x="1388650" y="4340447"/>
                  <a:pt x="1383411" y="4345591"/>
                  <a:pt x="1383411" y="4351973"/>
                </a:cubicBezTo>
                <a:lnTo>
                  <a:pt x="1383411" y="4403312"/>
                </a:lnTo>
                <a:cubicBezTo>
                  <a:pt x="1383411" y="4409599"/>
                  <a:pt x="1388555" y="4414838"/>
                  <a:pt x="1394936" y="4414838"/>
                </a:cubicBezTo>
                <a:lnTo>
                  <a:pt x="1398365" y="4414838"/>
                </a:lnTo>
                <a:lnTo>
                  <a:pt x="1398365" y="4517612"/>
                </a:lnTo>
                <a:lnTo>
                  <a:pt x="1356551" y="4561809"/>
                </a:lnTo>
                <a:lnTo>
                  <a:pt x="1261205" y="4560856"/>
                </a:lnTo>
                <a:cubicBezTo>
                  <a:pt x="1259586" y="4552379"/>
                  <a:pt x="1252157" y="4545997"/>
                  <a:pt x="1243203" y="4545997"/>
                </a:cubicBezTo>
                <a:close/>
                <a:moveTo>
                  <a:pt x="1255205" y="4565142"/>
                </a:moveTo>
                <a:cubicBezTo>
                  <a:pt x="1254824" y="4571429"/>
                  <a:pt x="1249680" y="4576477"/>
                  <a:pt x="1243394" y="4576477"/>
                </a:cubicBezTo>
                <a:cubicBezTo>
                  <a:pt x="1237107" y="4576477"/>
                  <a:pt x="1231392" y="4571143"/>
                  <a:pt x="1231392" y="4564476"/>
                </a:cubicBezTo>
                <a:cubicBezTo>
                  <a:pt x="1231392" y="4557808"/>
                  <a:pt x="1236726" y="4552474"/>
                  <a:pt x="1243394" y="4552474"/>
                </a:cubicBezTo>
                <a:cubicBezTo>
                  <a:pt x="1250061" y="4552474"/>
                  <a:pt x="1254824" y="4557522"/>
                  <a:pt x="1255205" y="4563809"/>
                </a:cubicBezTo>
                <a:lnTo>
                  <a:pt x="1255205" y="4565142"/>
                </a:lnTo>
                <a:close/>
                <a:moveTo>
                  <a:pt x="1395413" y="4255104"/>
                </a:moveTo>
                <a:lnTo>
                  <a:pt x="1395413" y="4241864"/>
                </a:lnTo>
                <a:lnTo>
                  <a:pt x="1408652" y="4241864"/>
                </a:lnTo>
                <a:lnTo>
                  <a:pt x="1408652" y="4255104"/>
                </a:lnTo>
                <a:lnTo>
                  <a:pt x="1395413" y="4255104"/>
                </a:lnTo>
                <a:close/>
                <a:moveTo>
                  <a:pt x="1390745" y="4352163"/>
                </a:moveTo>
                <a:cubicBezTo>
                  <a:pt x="1390745" y="4349782"/>
                  <a:pt x="1392650" y="4347782"/>
                  <a:pt x="1395127" y="4347782"/>
                </a:cubicBezTo>
                <a:lnTo>
                  <a:pt x="1409128" y="4347782"/>
                </a:lnTo>
                <a:cubicBezTo>
                  <a:pt x="1411510" y="4347782"/>
                  <a:pt x="1413510" y="4349687"/>
                  <a:pt x="1413510" y="4352163"/>
                </a:cubicBezTo>
                <a:lnTo>
                  <a:pt x="1413510" y="4361117"/>
                </a:lnTo>
                <a:lnTo>
                  <a:pt x="1390841" y="4361117"/>
                </a:lnTo>
                <a:lnTo>
                  <a:pt x="1390841" y="4352163"/>
                </a:lnTo>
                <a:close/>
                <a:moveTo>
                  <a:pt x="1395127" y="4407789"/>
                </a:moveTo>
                <a:cubicBezTo>
                  <a:pt x="1392746" y="4407789"/>
                  <a:pt x="1390745" y="4405884"/>
                  <a:pt x="1390745" y="4403408"/>
                </a:cubicBezTo>
                <a:lnTo>
                  <a:pt x="1390745" y="4391692"/>
                </a:lnTo>
                <a:lnTo>
                  <a:pt x="1413415" y="4391692"/>
                </a:lnTo>
                <a:lnTo>
                  <a:pt x="1413415" y="4403408"/>
                </a:lnTo>
                <a:cubicBezTo>
                  <a:pt x="1413415" y="4405789"/>
                  <a:pt x="1411510" y="4407789"/>
                  <a:pt x="1409033" y="4407789"/>
                </a:cubicBezTo>
                <a:lnTo>
                  <a:pt x="1395032" y="4407789"/>
                </a:lnTo>
                <a:close/>
                <a:moveTo>
                  <a:pt x="1927003" y="4574096"/>
                </a:moveTo>
                <a:cubicBezTo>
                  <a:pt x="1927003" y="4577715"/>
                  <a:pt x="1923955" y="4580573"/>
                  <a:pt x="1920335" y="4580573"/>
                </a:cubicBezTo>
                <a:cubicBezTo>
                  <a:pt x="1916716" y="4580573"/>
                  <a:pt x="1913858" y="4577525"/>
                  <a:pt x="1913858" y="4573905"/>
                </a:cubicBezTo>
                <a:cubicBezTo>
                  <a:pt x="1913858" y="4570286"/>
                  <a:pt x="1916906" y="4567428"/>
                  <a:pt x="1920526" y="4567428"/>
                </a:cubicBezTo>
                <a:cubicBezTo>
                  <a:pt x="1924145" y="4567428"/>
                  <a:pt x="1927003" y="4570476"/>
                  <a:pt x="1927003" y="4574096"/>
                </a:cubicBezTo>
                <a:close/>
                <a:moveTo>
                  <a:pt x="1920526" y="4588955"/>
                </a:moveTo>
                <a:cubicBezTo>
                  <a:pt x="1918145" y="4588955"/>
                  <a:pt x="1916049" y="4590288"/>
                  <a:pt x="1915192" y="4592384"/>
                </a:cubicBezTo>
                <a:lnTo>
                  <a:pt x="1810893" y="4592384"/>
                </a:lnTo>
                <a:cubicBezTo>
                  <a:pt x="1810893" y="4592384"/>
                  <a:pt x="1784699" y="4570476"/>
                  <a:pt x="1784699" y="4570476"/>
                </a:cubicBezTo>
                <a:lnTo>
                  <a:pt x="1691069" y="4570476"/>
                </a:lnTo>
                <a:cubicBezTo>
                  <a:pt x="1690402" y="4561809"/>
                  <a:pt x="1683258" y="4554855"/>
                  <a:pt x="1674400" y="4554855"/>
                </a:cubicBezTo>
                <a:cubicBezTo>
                  <a:pt x="1672400" y="4554855"/>
                  <a:pt x="1670495" y="4555236"/>
                  <a:pt x="1668685" y="4555903"/>
                </a:cubicBezTo>
                <a:lnTo>
                  <a:pt x="1642301" y="4523423"/>
                </a:lnTo>
                <a:lnTo>
                  <a:pt x="1642301" y="4415123"/>
                </a:lnTo>
                <a:lnTo>
                  <a:pt x="1635157" y="4415123"/>
                </a:lnTo>
                <a:lnTo>
                  <a:pt x="1635157" y="4524661"/>
                </a:lnTo>
                <a:cubicBezTo>
                  <a:pt x="1635157" y="4525518"/>
                  <a:pt x="1635443" y="4526280"/>
                  <a:pt x="1635919" y="4526947"/>
                </a:cubicBezTo>
                <a:lnTo>
                  <a:pt x="1662494" y="4559713"/>
                </a:lnTo>
                <a:cubicBezTo>
                  <a:pt x="1659446" y="4562761"/>
                  <a:pt x="1657541" y="4566952"/>
                  <a:pt x="1657541" y="4571619"/>
                </a:cubicBezTo>
                <a:cubicBezTo>
                  <a:pt x="1657541" y="4580859"/>
                  <a:pt x="1665065" y="4588383"/>
                  <a:pt x="1674305" y="4588383"/>
                </a:cubicBezTo>
                <a:cubicBezTo>
                  <a:pt x="1682306" y="4588383"/>
                  <a:pt x="1689068" y="4582763"/>
                  <a:pt x="1690688" y="4575144"/>
                </a:cubicBezTo>
                <a:lnTo>
                  <a:pt x="1782890" y="4575144"/>
                </a:lnTo>
                <a:lnTo>
                  <a:pt x="1809083" y="4597051"/>
                </a:lnTo>
                <a:lnTo>
                  <a:pt x="1915192" y="4597051"/>
                </a:lnTo>
                <a:cubicBezTo>
                  <a:pt x="1916049" y="4599051"/>
                  <a:pt x="1917954" y="4600385"/>
                  <a:pt x="1920240" y="4600480"/>
                </a:cubicBezTo>
                <a:cubicBezTo>
                  <a:pt x="1923383" y="4600480"/>
                  <a:pt x="1926050" y="4598004"/>
                  <a:pt x="1926146" y="4594860"/>
                </a:cubicBezTo>
                <a:cubicBezTo>
                  <a:pt x="1926146" y="4591717"/>
                  <a:pt x="1923669" y="4589050"/>
                  <a:pt x="1920526" y="4588955"/>
                </a:cubicBezTo>
                <a:close/>
                <a:moveTo>
                  <a:pt x="1674400" y="4582478"/>
                </a:moveTo>
                <a:cubicBezTo>
                  <a:pt x="1668399" y="4582478"/>
                  <a:pt x="1663446" y="4577525"/>
                  <a:pt x="1663446" y="4571524"/>
                </a:cubicBezTo>
                <a:cubicBezTo>
                  <a:pt x="1663446" y="4565523"/>
                  <a:pt x="1668399" y="4560570"/>
                  <a:pt x="1674400" y="4560570"/>
                </a:cubicBezTo>
                <a:cubicBezTo>
                  <a:pt x="1680401" y="4560570"/>
                  <a:pt x="1685353" y="4565523"/>
                  <a:pt x="1685353" y="4571524"/>
                </a:cubicBezTo>
                <a:cubicBezTo>
                  <a:pt x="1685353" y="4577525"/>
                  <a:pt x="1680401" y="4582478"/>
                  <a:pt x="1674400" y="4582478"/>
                </a:cubicBezTo>
                <a:close/>
                <a:moveTo>
                  <a:pt x="1422845" y="218218"/>
                </a:moveTo>
                <a:cubicBezTo>
                  <a:pt x="1422845" y="214503"/>
                  <a:pt x="1419797" y="211360"/>
                  <a:pt x="1415987" y="211360"/>
                </a:cubicBezTo>
                <a:lnTo>
                  <a:pt x="1401604" y="211360"/>
                </a:lnTo>
                <a:cubicBezTo>
                  <a:pt x="1397889" y="211360"/>
                  <a:pt x="1394746" y="214408"/>
                  <a:pt x="1394746" y="218218"/>
                </a:cubicBezTo>
                <a:lnTo>
                  <a:pt x="1394746" y="232601"/>
                </a:lnTo>
                <a:cubicBezTo>
                  <a:pt x="1394746" y="236315"/>
                  <a:pt x="1397794" y="239458"/>
                  <a:pt x="1401604" y="239458"/>
                </a:cubicBezTo>
                <a:lnTo>
                  <a:pt x="1415987" y="239458"/>
                </a:lnTo>
                <a:cubicBezTo>
                  <a:pt x="1417130" y="239458"/>
                  <a:pt x="1418177" y="239078"/>
                  <a:pt x="1419130" y="238601"/>
                </a:cubicBezTo>
                <a:lnTo>
                  <a:pt x="1465326" y="284036"/>
                </a:lnTo>
                <a:lnTo>
                  <a:pt x="1465326" y="330137"/>
                </a:lnTo>
                <a:lnTo>
                  <a:pt x="1471994" y="339566"/>
                </a:lnTo>
                <a:cubicBezTo>
                  <a:pt x="1471422" y="340519"/>
                  <a:pt x="1471041" y="341567"/>
                  <a:pt x="1471041" y="342805"/>
                </a:cubicBezTo>
                <a:lnTo>
                  <a:pt x="1471041" y="351568"/>
                </a:lnTo>
                <a:cubicBezTo>
                  <a:pt x="1471041" y="355283"/>
                  <a:pt x="1474089" y="358426"/>
                  <a:pt x="1477899" y="358426"/>
                </a:cubicBezTo>
                <a:lnTo>
                  <a:pt x="1486662" y="358426"/>
                </a:lnTo>
                <a:cubicBezTo>
                  <a:pt x="1487805" y="358426"/>
                  <a:pt x="1488853" y="358045"/>
                  <a:pt x="1489805" y="357569"/>
                </a:cubicBezTo>
                <a:lnTo>
                  <a:pt x="1517523" y="390239"/>
                </a:lnTo>
                <a:lnTo>
                  <a:pt x="1517523" y="506444"/>
                </a:lnTo>
                <a:cubicBezTo>
                  <a:pt x="1517523" y="506444"/>
                  <a:pt x="1507712" y="524828"/>
                  <a:pt x="1507712" y="524828"/>
                </a:cubicBezTo>
                <a:lnTo>
                  <a:pt x="1507331" y="573215"/>
                </a:lnTo>
                <a:lnTo>
                  <a:pt x="1508474" y="573215"/>
                </a:lnTo>
                <a:cubicBezTo>
                  <a:pt x="1508474" y="573215"/>
                  <a:pt x="1502474" y="573215"/>
                  <a:pt x="1502474" y="573215"/>
                </a:cubicBezTo>
                <a:cubicBezTo>
                  <a:pt x="1499997" y="573215"/>
                  <a:pt x="1497997" y="575215"/>
                  <a:pt x="1497997" y="577691"/>
                </a:cubicBezTo>
                <a:lnTo>
                  <a:pt x="1497997" y="592074"/>
                </a:lnTo>
                <a:cubicBezTo>
                  <a:pt x="1497997" y="594551"/>
                  <a:pt x="1499997" y="596551"/>
                  <a:pt x="1502474" y="596551"/>
                </a:cubicBezTo>
                <a:lnTo>
                  <a:pt x="1516856" y="596551"/>
                </a:lnTo>
                <a:cubicBezTo>
                  <a:pt x="1519333" y="596551"/>
                  <a:pt x="1521333" y="594551"/>
                  <a:pt x="1521333" y="592074"/>
                </a:cubicBezTo>
                <a:lnTo>
                  <a:pt x="1521333" y="577691"/>
                </a:lnTo>
                <a:cubicBezTo>
                  <a:pt x="1521333" y="575215"/>
                  <a:pt x="1519333" y="573215"/>
                  <a:pt x="1516856" y="573215"/>
                </a:cubicBezTo>
                <a:lnTo>
                  <a:pt x="1511999" y="573215"/>
                </a:lnTo>
                <a:lnTo>
                  <a:pt x="1511999" y="526542"/>
                </a:lnTo>
                <a:cubicBezTo>
                  <a:pt x="1511999" y="526542"/>
                  <a:pt x="1522000" y="508159"/>
                  <a:pt x="1522000" y="508159"/>
                </a:cubicBezTo>
                <a:lnTo>
                  <a:pt x="1522190" y="388430"/>
                </a:lnTo>
                <a:lnTo>
                  <a:pt x="1492949" y="353854"/>
                </a:lnTo>
                <a:cubicBezTo>
                  <a:pt x="1493234" y="353092"/>
                  <a:pt x="1493425" y="352330"/>
                  <a:pt x="1493425" y="351568"/>
                </a:cubicBezTo>
                <a:lnTo>
                  <a:pt x="1493425" y="342805"/>
                </a:lnTo>
                <a:cubicBezTo>
                  <a:pt x="1493425" y="339090"/>
                  <a:pt x="1490377" y="335947"/>
                  <a:pt x="1486567" y="335947"/>
                </a:cubicBezTo>
                <a:lnTo>
                  <a:pt x="1477804" y="335947"/>
                </a:lnTo>
                <a:cubicBezTo>
                  <a:pt x="1476947" y="335947"/>
                  <a:pt x="1476185" y="336137"/>
                  <a:pt x="1475518" y="336423"/>
                </a:cubicBezTo>
                <a:lnTo>
                  <a:pt x="1469993" y="328613"/>
                </a:lnTo>
                <a:lnTo>
                  <a:pt x="1469993" y="282035"/>
                </a:lnTo>
                <a:lnTo>
                  <a:pt x="1422178" y="235077"/>
                </a:lnTo>
                <a:cubicBezTo>
                  <a:pt x="1422464" y="234315"/>
                  <a:pt x="1422654" y="233553"/>
                  <a:pt x="1422654" y="232696"/>
                </a:cubicBezTo>
                <a:lnTo>
                  <a:pt x="1422654" y="218313"/>
                </a:lnTo>
                <a:close/>
                <a:moveTo>
                  <a:pt x="1418082" y="232601"/>
                </a:moveTo>
                <a:cubicBezTo>
                  <a:pt x="1418082" y="233744"/>
                  <a:pt x="1417130" y="234696"/>
                  <a:pt x="1415987" y="234696"/>
                </a:cubicBezTo>
                <a:lnTo>
                  <a:pt x="1401604" y="234696"/>
                </a:lnTo>
                <a:cubicBezTo>
                  <a:pt x="1400461" y="234696"/>
                  <a:pt x="1399508" y="233744"/>
                  <a:pt x="1399508" y="232601"/>
                </a:cubicBezTo>
                <a:lnTo>
                  <a:pt x="1399508" y="218218"/>
                </a:lnTo>
                <a:cubicBezTo>
                  <a:pt x="1399508" y="217075"/>
                  <a:pt x="1400461" y="216122"/>
                  <a:pt x="1401604" y="216122"/>
                </a:cubicBezTo>
                <a:lnTo>
                  <a:pt x="1415987" y="216122"/>
                </a:lnTo>
                <a:cubicBezTo>
                  <a:pt x="1417130" y="216122"/>
                  <a:pt x="1418082" y="217075"/>
                  <a:pt x="1418082" y="218218"/>
                </a:cubicBezTo>
                <a:lnTo>
                  <a:pt x="1418082" y="232601"/>
                </a:lnTo>
                <a:close/>
                <a:moveTo>
                  <a:pt x="1475994" y="342710"/>
                </a:moveTo>
                <a:cubicBezTo>
                  <a:pt x="1475994" y="341567"/>
                  <a:pt x="1476947" y="340614"/>
                  <a:pt x="1478090" y="340614"/>
                </a:cubicBezTo>
                <a:lnTo>
                  <a:pt x="1486853" y="340614"/>
                </a:lnTo>
                <a:cubicBezTo>
                  <a:pt x="1487996" y="340614"/>
                  <a:pt x="1488948" y="341567"/>
                  <a:pt x="1488948" y="342710"/>
                </a:cubicBezTo>
                <a:lnTo>
                  <a:pt x="1488948" y="351473"/>
                </a:lnTo>
                <a:cubicBezTo>
                  <a:pt x="1488948" y="352615"/>
                  <a:pt x="1487996" y="353568"/>
                  <a:pt x="1486853" y="353568"/>
                </a:cubicBezTo>
                <a:lnTo>
                  <a:pt x="1478090" y="353568"/>
                </a:lnTo>
                <a:cubicBezTo>
                  <a:pt x="1476947" y="353568"/>
                  <a:pt x="1475994" y="352615"/>
                  <a:pt x="1475994" y="351473"/>
                </a:cubicBezTo>
                <a:lnTo>
                  <a:pt x="1475994" y="342710"/>
                </a:lnTo>
                <a:close/>
                <a:moveTo>
                  <a:pt x="1561433" y="850583"/>
                </a:moveTo>
                <a:cubicBezTo>
                  <a:pt x="1557433" y="850583"/>
                  <a:pt x="1554290" y="847344"/>
                  <a:pt x="1554290" y="843439"/>
                </a:cubicBezTo>
                <a:cubicBezTo>
                  <a:pt x="1554290" y="839534"/>
                  <a:pt x="1557528" y="836295"/>
                  <a:pt x="1561433" y="836295"/>
                </a:cubicBezTo>
                <a:cubicBezTo>
                  <a:pt x="1565339" y="836295"/>
                  <a:pt x="1568577" y="839534"/>
                  <a:pt x="1568577" y="843439"/>
                </a:cubicBezTo>
                <a:cubicBezTo>
                  <a:pt x="1568577" y="847344"/>
                  <a:pt x="1565339" y="850583"/>
                  <a:pt x="1561433" y="850583"/>
                </a:cubicBezTo>
                <a:close/>
                <a:moveTo>
                  <a:pt x="1467803" y="222028"/>
                </a:moveTo>
                <a:lnTo>
                  <a:pt x="1467803" y="228791"/>
                </a:lnTo>
                <a:cubicBezTo>
                  <a:pt x="1467803" y="230124"/>
                  <a:pt x="1466660" y="231267"/>
                  <a:pt x="1465326" y="231267"/>
                </a:cubicBezTo>
                <a:lnTo>
                  <a:pt x="1458563" y="231267"/>
                </a:lnTo>
                <a:cubicBezTo>
                  <a:pt x="1457230" y="231267"/>
                  <a:pt x="1456087" y="230124"/>
                  <a:pt x="1456087" y="228791"/>
                </a:cubicBezTo>
                <a:lnTo>
                  <a:pt x="1456087" y="222028"/>
                </a:lnTo>
                <a:cubicBezTo>
                  <a:pt x="1456087" y="220694"/>
                  <a:pt x="1457230" y="219551"/>
                  <a:pt x="1458563" y="219551"/>
                </a:cubicBezTo>
                <a:lnTo>
                  <a:pt x="1465326" y="219551"/>
                </a:lnTo>
                <a:cubicBezTo>
                  <a:pt x="1466660" y="219551"/>
                  <a:pt x="1467803" y="220694"/>
                  <a:pt x="1467803" y="222028"/>
                </a:cubicBezTo>
                <a:close/>
                <a:moveTo>
                  <a:pt x="1527143" y="2404301"/>
                </a:moveTo>
                <a:lnTo>
                  <a:pt x="1400842" y="2404301"/>
                </a:lnTo>
                <a:cubicBezTo>
                  <a:pt x="1400080" y="2401729"/>
                  <a:pt x="1398651" y="2399348"/>
                  <a:pt x="1396651" y="2397443"/>
                </a:cubicBezTo>
                <a:cubicBezTo>
                  <a:pt x="1393603" y="2394585"/>
                  <a:pt x="1389602" y="2393061"/>
                  <a:pt x="1385411" y="2393252"/>
                </a:cubicBezTo>
                <a:cubicBezTo>
                  <a:pt x="1381220" y="2393442"/>
                  <a:pt x="1377315" y="2395157"/>
                  <a:pt x="1374457" y="2398205"/>
                </a:cubicBezTo>
                <a:cubicBezTo>
                  <a:pt x="1371600" y="2401253"/>
                  <a:pt x="1370076" y="2405253"/>
                  <a:pt x="1370267" y="2409444"/>
                </a:cubicBezTo>
                <a:cubicBezTo>
                  <a:pt x="1370552" y="2417445"/>
                  <a:pt x="1376839" y="2423732"/>
                  <a:pt x="1384554" y="2424398"/>
                </a:cubicBezTo>
                <a:lnTo>
                  <a:pt x="1383602" y="2537460"/>
                </a:lnTo>
                <a:lnTo>
                  <a:pt x="1438847" y="2602230"/>
                </a:lnTo>
                <a:lnTo>
                  <a:pt x="1438656" y="2682145"/>
                </a:lnTo>
                <a:lnTo>
                  <a:pt x="1390174" y="2735485"/>
                </a:lnTo>
                <a:lnTo>
                  <a:pt x="1359980" y="2735675"/>
                </a:lnTo>
                <a:cubicBezTo>
                  <a:pt x="1359980" y="2735675"/>
                  <a:pt x="1359599" y="2734723"/>
                  <a:pt x="1359313" y="2734342"/>
                </a:cubicBezTo>
                <a:cubicBezTo>
                  <a:pt x="1357694" y="2732342"/>
                  <a:pt x="1355312" y="2731008"/>
                  <a:pt x="1352741" y="2730722"/>
                </a:cubicBezTo>
                <a:cubicBezTo>
                  <a:pt x="1350169" y="2730437"/>
                  <a:pt x="1347597" y="2731199"/>
                  <a:pt x="1345597" y="2732818"/>
                </a:cubicBezTo>
                <a:cubicBezTo>
                  <a:pt x="1343597" y="2734437"/>
                  <a:pt x="1342263" y="2736818"/>
                  <a:pt x="1341977" y="2739390"/>
                </a:cubicBezTo>
                <a:cubicBezTo>
                  <a:pt x="1341406" y="2744724"/>
                  <a:pt x="1345311" y="2749582"/>
                  <a:pt x="1350645" y="2750153"/>
                </a:cubicBezTo>
                <a:cubicBezTo>
                  <a:pt x="1351026" y="2750153"/>
                  <a:pt x="1351312" y="2750153"/>
                  <a:pt x="1351693" y="2750153"/>
                </a:cubicBezTo>
                <a:cubicBezTo>
                  <a:pt x="1356646" y="2750153"/>
                  <a:pt x="1360837" y="2746438"/>
                  <a:pt x="1361408" y="2741390"/>
                </a:cubicBezTo>
                <a:cubicBezTo>
                  <a:pt x="1361408" y="2741009"/>
                  <a:pt x="1361408" y="2740724"/>
                  <a:pt x="1361408" y="2740343"/>
                </a:cubicBezTo>
                <a:lnTo>
                  <a:pt x="1392460" y="2740057"/>
                </a:lnTo>
                <a:lnTo>
                  <a:pt x="1443609" y="2683764"/>
                </a:lnTo>
                <a:lnTo>
                  <a:pt x="1443800" y="2600230"/>
                </a:lnTo>
                <a:lnTo>
                  <a:pt x="1388555" y="2535460"/>
                </a:lnTo>
                <a:lnTo>
                  <a:pt x="1389507" y="2423827"/>
                </a:lnTo>
                <a:cubicBezTo>
                  <a:pt x="1396460" y="2422303"/>
                  <a:pt x="1401699" y="2416016"/>
                  <a:pt x="1401699" y="2408682"/>
                </a:cubicBezTo>
                <a:lnTo>
                  <a:pt x="1529525" y="2408682"/>
                </a:lnTo>
                <a:lnTo>
                  <a:pt x="1548670" y="2386489"/>
                </a:lnTo>
                <a:lnTo>
                  <a:pt x="1646396" y="2386489"/>
                </a:lnTo>
                <a:lnTo>
                  <a:pt x="1646396" y="2390775"/>
                </a:lnTo>
                <a:cubicBezTo>
                  <a:pt x="1646396" y="2395538"/>
                  <a:pt x="1650302" y="2399443"/>
                  <a:pt x="1655064" y="2399443"/>
                </a:cubicBezTo>
                <a:lnTo>
                  <a:pt x="1668304" y="2399443"/>
                </a:lnTo>
                <a:cubicBezTo>
                  <a:pt x="1673066" y="2399443"/>
                  <a:pt x="1676972" y="2395538"/>
                  <a:pt x="1676972" y="2390775"/>
                </a:cubicBezTo>
                <a:lnTo>
                  <a:pt x="1676972" y="2377535"/>
                </a:lnTo>
                <a:cubicBezTo>
                  <a:pt x="1676972" y="2372773"/>
                  <a:pt x="1673066" y="2368868"/>
                  <a:pt x="1668304" y="2368868"/>
                </a:cubicBezTo>
                <a:lnTo>
                  <a:pt x="1655064" y="2368868"/>
                </a:lnTo>
                <a:cubicBezTo>
                  <a:pt x="1650302" y="2368868"/>
                  <a:pt x="1646396" y="2372773"/>
                  <a:pt x="1646396" y="2377535"/>
                </a:cubicBezTo>
                <a:lnTo>
                  <a:pt x="1646396" y="2381822"/>
                </a:lnTo>
                <a:lnTo>
                  <a:pt x="1546479" y="2381822"/>
                </a:lnTo>
                <a:lnTo>
                  <a:pt x="1527334" y="2404015"/>
                </a:lnTo>
                <a:close/>
                <a:moveTo>
                  <a:pt x="1351121" y="2745677"/>
                </a:moveTo>
                <a:cubicBezTo>
                  <a:pt x="1348359" y="2745391"/>
                  <a:pt x="1346359" y="2742914"/>
                  <a:pt x="1346645" y="2740152"/>
                </a:cubicBezTo>
                <a:cubicBezTo>
                  <a:pt x="1346835" y="2738819"/>
                  <a:pt x="1347407" y="2737676"/>
                  <a:pt x="1348454" y="2736818"/>
                </a:cubicBezTo>
                <a:cubicBezTo>
                  <a:pt x="1349312" y="2736056"/>
                  <a:pt x="1350455" y="2735675"/>
                  <a:pt x="1351598" y="2735675"/>
                </a:cubicBezTo>
                <a:cubicBezTo>
                  <a:pt x="1351788" y="2735675"/>
                  <a:pt x="1351978" y="2735675"/>
                  <a:pt x="1352169" y="2735675"/>
                </a:cubicBezTo>
                <a:cubicBezTo>
                  <a:pt x="1353503" y="2735771"/>
                  <a:pt x="1354741" y="2736437"/>
                  <a:pt x="1355503" y="2737485"/>
                </a:cubicBezTo>
                <a:cubicBezTo>
                  <a:pt x="1356360" y="2738533"/>
                  <a:pt x="1356741" y="2739867"/>
                  <a:pt x="1356551" y="2741200"/>
                </a:cubicBezTo>
                <a:cubicBezTo>
                  <a:pt x="1356265" y="2743962"/>
                  <a:pt x="1353884" y="2745962"/>
                  <a:pt x="1351026" y="2745677"/>
                </a:cubicBezTo>
                <a:close/>
                <a:moveTo>
                  <a:pt x="1386269" y="2419826"/>
                </a:moveTo>
                <a:cubicBezTo>
                  <a:pt x="1383221" y="2419922"/>
                  <a:pt x="1380553" y="2418874"/>
                  <a:pt x="1378458" y="2416874"/>
                </a:cubicBezTo>
                <a:cubicBezTo>
                  <a:pt x="1376363" y="2414873"/>
                  <a:pt x="1375124" y="2412206"/>
                  <a:pt x="1375029" y="2409254"/>
                </a:cubicBezTo>
                <a:cubicBezTo>
                  <a:pt x="1374934" y="2406301"/>
                  <a:pt x="1375982" y="2403539"/>
                  <a:pt x="1377982" y="2401443"/>
                </a:cubicBezTo>
                <a:cubicBezTo>
                  <a:pt x="1379982" y="2399348"/>
                  <a:pt x="1382649" y="2398109"/>
                  <a:pt x="1385602" y="2398014"/>
                </a:cubicBezTo>
                <a:cubicBezTo>
                  <a:pt x="1385697" y="2398014"/>
                  <a:pt x="1385888" y="2398014"/>
                  <a:pt x="1385983" y="2398014"/>
                </a:cubicBezTo>
                <a:cubicBezTo>
                  <a:pt x="1388745" y="2398014"/>
                  <a:pt x="1391412" y="2399062"/>
                  <a:pt x="1393412" y="2400967"/>
                </a:cubicBezTo>
                <a:cubicBezTo>
                  <a:pt x="1395508" y="2402967"/>
                  <a:pt x="1396746" y="2405634"/>
                  <a:pt x="1396841" y="2408587"/>
                </a:cubicBezTo>
                <a:cubicBezTo>
                  <a:pt x="1397032" y="2414588"/>
                  <a:pt x="1392365" y="2419636"/>
                  <a:pt x="1386364" y="2419826"/>
                </a:cubicBezTo>
                <a:close/>
                <a:moveTo>
                  <a:pt x="1650968" y="2377821"/>
                </a:moveTo>
                <a:cubicBezTo>
                  <a:pt x="1650968" y="2375726"/>
                  <a:pt x="1652683" y="2373916"/>
                  <a:pt x="1654874" y="2373916"/>
                </a:cubicBezTo>
                <a:lnTo>
                  <a:pt x="1668113" y="2373916"/>
                </a:lnTo>
                <a:cubicBezTo>
                  <a:pt x="1670209" y="2373916"/>
                  <a:pt x="1672019" y="2375630"/>
                  <a:pt x="1672019" y="2377821"/>
                </a:cubicBezTo>
                <a:lnTo>
                  <a:pt x="1672019" y="2391061"/>
                </a:lnTo>
                <a:cubicBezTo>
                  <a:pt x="1672019" y="2393156"/>
                  <a:pt x="1670304" y="2394966"/>
                  <a:pt x="1668113" y="2394966"/>
                </a:cubicBezTo>
                <a:lnTo>
                  <a:pt x="1654874" y="2394966"/>
                </a:lnTo>
                <a:cubicBezTo>
                  <a:pt x="1652778" y="2394966"/>
                  <a:pt x="1650968" y="2393252"/>
                  <a:pt x="1650968" y="2391061"/>
                </a:cubicBezTo>
                <a:lnTo>
                  <a:pt x="1650968" y="2377821"/>
                </a:lnTo>
                <a:close/>
                <a:moveTo>
                  <a:pt x="1388269" y="761238"/>
                </a:moveTo>
                <a:cubicBezTo>
                  <a:pt x="1391698" y="761238"/>
                  <a:pt x="1394460" y="764000"/>
                  <a:pt x="1394460" y="767429"/>
                </a:cubicBezTo>
                <a:cubicBezTo>
                  <a:pt x="1394460" y="770858"/>
                  <a:pt x="1391698" y="773621"/>
                  <a:pt x="1388269" y="773621"/>
                </a:cubicBezTo>
                <a:cubicBezTo>
                  <a:pt x="1384840" y="773621"/>
                  <a:pt x="1382078" y="770858"/>
                  <a:pt x="1382078" y="767429"/>
                </a:cubicBezTo>
                <a:cubicBezTo>
                  <a:pt x="1382078" y="764000"/>
                  <a:pt x="1384840" y="761238"/>
                  <a:pt x="1388269" y="761238"/>
                </a:cubicBezTo>
                <a:close/>
                <a:moveTo>
                  <a:pt x="2367629" y="4702397"/>
                </a:moveTo>
                <a:lnTo>
                  <a:pt x="2367629" y="4692015"/>
                </a:lnTo>
                <a:cubicBezTo>
                  <a:pt x="2367629" y="4689920"/>
                  <a:pt x="2365915" y="4688301"/>
                  <a:pt x="2363915" y="4688301"/>
                </a:cubicBezTo>
                <a:lnTo>
                  <a:pt x="2361057" y="4688301"/>
                </a:lnTo>
                <a:lnTo>
                  <a:pt x="2361057" y="4665060"/>
                </a:lnTo>
                <a:lnTo>
                  <a:pt x="2331339" y="4632198"/>
                </a:lnTo>
                <a:cubicBezTo>
                  <a:pt x="2332006" y="4631436"/>
                  <a:pt x="2332768" y="4630674"/>
                  <a:pt x="2333244" y="4629722"/>
                </a:cubicBezTo>
                <a:cubicBezTo>
                  <a:pt x="2334768" y="4626674"/>
                  <a:pt x="2334959" y="4623245"/>
                  <a:pt x="2333911" y="4620102"/>
                </a:cubicBezTo>
                <a:cubicBezTo>
                  <a:pt x="2332863" y="4616863"/>
                  <a:pt x="2330577" y="4614291"/>
                  <a:pt x="2327529" y="4612862"/>
                </a:cubicBezTo>
                <a:cubicBezTo>
                  <a:pt x="2324481" y="4611338"/>
                  <a:pt x="2321052" y="4611148"/>
                  <a:pt x="2317909" y="4612196"/>
                </a:cubicBezTo>
                <a:cubicBezTo>
                  <a:pt x="2314670" y="4613244"/>
                  <a:pt x="2312099" y="4615529"/>
                  <a:pt x="2310575" y="4618578"/>
                </a:cubicBezTo>
                <a:cubicBezTo>
                  <a:pt x="2309051" y="4621626"/>
                  <a:pt x="2308860" y="4625054"/>
                  <a:pt x="2309908" y="4628198"/>
                </a:cubicBezTo>
                <a:cubicBezTo>
                  <a:pt x="2310956" y="4631341"/>
                  <a:pt x="2313242" y="4634008"/>
                  <a:pt x="2316290" y="4635437"/>
                </a:cubicBezTo>
                <a:cubicBezTo>
                  <a:pt x="2318099" y="4636294"/>
                  <a:pt x="2320004" y="4636770"/>
                  <a:pt x="2321909" y="4636770"/>
                </a:cubicBezTo>
                <a:cubicBezTo>
                  <a:pt x="2323243" y="4636770"/>
                  <a:pt x="2324576" y="4636580"/>
                  <a:pt x="2325910" y="4636104"/>
                </a:cubicBezTo>
                <a:cubicBezTo>
                  <a:pt x="2326481" y="4635913"/>
                  <a:pt x="2326958" y="4635437"/>
                  <a:pt x="2327529" y="4635151"/>
                </a:cubicBezTo>
                <a:lnTo>
                  <a:pt x="2356295" y="4666869"/>
                </a:lnTo>
                <a:lnTo>
                  <a:pt x="2356295" y="4688205"/>
                </a:lnTo>
                <a:lnTo>
                  <a:pt x="2353437" y="4688205"/>
                </a:lnTo>
                <a:cubicBezTo>
                  <a:pt x="2351342" y="4688205"/>
                  <a:pt x="2349722" y="4689920"/>
                  <a:pt x="2349722" y="4691920"/>
                </a:cubicBezTo>
                <a:lnTo>
                  <a:pt x="2349722" y="4702302"/>
                </a:lnTo>
                <a:cubicBezTo>
                  <a:pt x="2349722" y="4704398"/>
                  <a:pt x="2351437" y="4706017"/>
                  <a:pt x="2353437" y="4706017"/>
                </a:cubicBezTo>
                <a:lnTo>
                  <a:pt x="2363819" y="4706017"/>
                </a:lnTo>
                <a:cubicBezTo>
                  <a:pt x="2365915" y="4706017"/>
                  <a:pt x="2367534" y="4704303"/>
                  <a:pt x="2367534" y="4702302"/>
                </a:cubicBezTo>
                <a:close/>
                <a:moveTo>
                  <a:pt x="2328958" y="4627531"/>
                </a:moveTo>
                <a:cubicBezTo>
                  <a:pt x="2328005" y="4629436"/>
                  <a:pt x="2326386" y="4630770"/>
                  <a:pt x="2324386" y="4631436"/>
                </a:cubicBezTo>
                <a:cubicBezTo>
                  <a:pt x="2322386" y="4632103"/>
                  <a:pt x="2320290" y="4631912"/>
                  <a:pt x="2318385" y="4631055"/>
                </a:cubicBezTo>
                <a:cubicBezTo>
                  <a:pt x="2316480" y="4630103"/>
                  <a:pt x="2315147" y="4628484"/>
                  <a:pt x="2314480" y="4626483"/>
                </a:cubicBezTo>
                <a:cubicBezTo>
                  <a:pt x="2313813" y="4624483"/>
                  <a:pt x="2314004" y="4622387"/>
                  <a:pt x="2314861" y="4620482"/>
                </a:cubicBezTo>
                <a:cubicBezTo>
                  <a:pt x="2315813" y="4618578"/>
                  <a:pt x="2317433" y="4617244"/>
                  <a:pt x="2319433" y="4616577"/>
                </a:cubicBezTo>
                <a:cubicBezTo>
                  <a:pt x="2320290" y="4616292"/>
                  <a:pt x="2321052" y="4616196"/>
                  <a:pt x="2321909" y="4616196"/>
                </a:cubicBezTo>
                <a:cubicBezTo>
                  <a:pt x="2323148" y="4616196"/>
                  <a:pt x="2324291" y="4616482"/>
                  <a:pt x="2325434" y="4617054"/>
                </a:cubicBezTo>
                <a:cubicBezTo>
                  <a:pt x="2327339" y="4618006"/>
                  <a:pt x="2328672" y="4619625"/>
                  <a:pt x="2329339" y="4621626"/>
                </a:cubicBezTo>
                <a:cubicBezTo>
                  <a:pt x="2330006" y="4623626"/>
                  <a:pt x="2329815" y="4625721"/>
                  <a:pt x="2328958" y="4627626"/>
                </a:cubicBezTo>
                <a:close/>
                <a:moveTo>
                  <a:pt x="663607" y="4311777"/>
                </a:moveTo>
                <a:lnTo>
                  <a:pt x="656463" y="4311777"/>
                </a:lnTo>
                <a:lnTo>
                  <a:pt x="656463" y="4304157"/>
                </a:lnTo>
                <a:lnTo>
                  <a:pt x="663607" y="4304157"/>
                </a:lnTo>
                <a:lnTo>
                  <a:pt x="663607" y="4311777"/>
                </a:lnTo>
                <a:close/>
                <a:moveTo>
                  <a:pt x="2121218" y="88011"/>
                </a:moveTo>
                <a:cubicBezTo>
                  <a:pt x="2121218" y="84106"/>
                  <a:pt x="2118074" y="80963"/>
                  <a:pt x="2114169" y="80963"/>
                </a:cubicBezTo>
                <a:cubicBezTo>
                  <a:pt x="2110264" y="80963"/>
                  <a:pt x="2107121" y="84106"/>
                  <a:pt x="2107121" y="88011"/>
                </a:cubicBezTo>
                <a:cubicBezTo>
                  <a:pt x="2107121" y="91059"/>
                  <a:pt x="2109121" y="93631"/>
                  <a:pt x="2111788" y="94583"/>
                </a:cubicBezTo>
                <a:lnTo>
                  <a:pt x="2111788" y="112205"/>
                </a:lnTo>
                <a:cubicBezTo>
                  <a:pt x="2111788" y="113348"/>
                  <a:pt x="2112645" y="114395"/>
                  <a:pt x="2113788" y="114586"/>
                </a:cubicBezTo>
                <a:lnTo>
                  <a:pt x="2142173" y="138494"/>
                </a:lnTo>
                <a:lnTo>
                  <a:pt x="2141982" y="222790"/>
                </a:lnTo>
                <a:lnTo>
                  <a:pt x="2116265" y="254032"/>
                </a:lnTo>
                <a:cubicBezTo>
                  <a:pt x="2116265" y="254032"/>
                  <a:pt x="2115693" y="254984"/>
                  <a:pt x="2115693" y="255556"/>
                </a:cubicBezTo>
                <a:lnTo>
                  <a:pt x="2115693" y="352044"/>
                </a:lnTo>
                <a:cubicBezTo>
                  <a:pt x="2115693" y="352615"/>
                  <a:pt x="2115788" y="353092"/>
                  <a:pt x="2116169" y="353473"/>
                </a:cubicBezTo>
                <a:lnTo>
                  <a:pt x="2147316" y="394049"/>
                </a:lnTo>
                <a:lnTo>
                  <a:pt x="2147316" y="459962"/>
                </a:lnTo>
                <a:lnTo>
                  <a:pt x="2143411" y="459962"/>
                </a:lnTo>
                <a:cubicBezTo>
                  <a:pt x="2140458" y="459962"/>
                  <a:pt x="2138077" y="462344"/>
                  <a:pt x="2138077" y="465296"/>
                </a:cubicBezTo>
                <a:lnTo>
                  <a:pt x="2138077" y="477964"/>
                </a:lnTo>
                <a:cubicBezTo>
                  <a:pt x="2138077" y="480917"/>
                  <a:pt x="2140458" y="483299"/>
                  <a:pt x="2143411" y="483299"/>
                </a:cubicBezTo>
                <a:lnTo>
                  <a:pt x="2156079" y="483299"/>
                </a:lnTo>
                <a:cubicBezTo>
                  <a:pt x="2159032" y="483299"/>
                  <a:pt x="2161413" y="480917"/>
                  <a:pt x="2161413" y="477964"/>
                </a:cubicBezTo>
                <a:lnTo>
                  <a:pt x="2161413" y="465296"/>
                </a:lnTo>
                <a:cubicBezTo>
                  <a:pt x="2161413" y="462344"/>
                  <a:pt x="2159032" y="459962"/>
                  <a:pt x="2156079" y="459962"/>
                </a:cubicBezTo>
                <a:lnTo>
                  <a:pt x="2152174" y="459962"/>
                </a:lnTo>
                <a:lnTo>
                  <a:pt x="2152174" y="393192"/>
                </a:lnTo>
                <a:cubicBezTo>
                  <a:pt x="2152174" y="392621"/>
                  <a:pt x="2151983" y="392144"/>
                  <a:pt x="2151698" y="391763"/>
                </a:cubicBezTo>
                <a:lnTo>
                  <a:pt x="2120551" y="351187"/>
                </a:lnTo>
                <a:lnTo>
                  <a:pt x="2120551" y="256318"/>
                </a:lnTo>
                <a:cubicBezTo>
                  <a:pt x="2120551" y="256318"/>
                  <a:pt x="2146268" y="225076"/>
                  <a:pt x="2146268" y="225076"/>
                </a:cubicBezTo>
                <a:cubicBezTo>
                  <a:pt x="2146649" y="224695"/>
                  <a:pt x="2146840" y="224123"/>
                  <a:pt x="2146840" y="223552"/>
                </a:cubicBezTo>
                <a:lnTo>
                  <a:pt x="2147030" y="138208"/>
                </a:lnTo>
                <a:lnTo>
                  <a:pt x="2167128" y="118301"/>
                </a:lnTo>
                <a:lnTo>
                  <a:pt x="2167128" y="69914"/>
                </a:lnTo>
                <a:cubicBezTo>
                  <a:pt x="2167700" y="69628"/>
                  <a:pt x="2168176" y="69342"/>
                  <a:pt x="2168652" y="68961"/>
                </a:cubicBezTo>
                <a:lnTo>
                  <a:pt x="2174367" y="63246"/>
                </a:lnTo>
                <a:cubicBezTo>
                  <a:pt x="2176558" y="61055"/>
                  <a:pt x="2176558" y="57626"/>
                  <a:pt x="2174367" y="55436"/>
                </a:cubicBezTo>
                <a:lnTo>
                  <a:pt x="2168652" y="49721"/>
                </a:lnTo>
                <a:cubicBezTo>
                  <a:pt x="2166461" y="47530"/>
                  <a:pt x="2163032" y="47530"/>
                  <a:pt x="2160842" y="49721"/>
                </a:cubicBezTo>
                <a:lnTo>
                  <a:pt x="2155127" y="55436"/>
                </a:lnTo>
                <a:cubicBezTo>
                  <a:pt x="2152936" y="57626"/>
                  <a:pt x="2152936" y="61055"/>
                  <a:pt x="2155127" y="63246"/>
                </a:cubicBezTo>
                <a:lnTo>
                  <a:pt x="2160842" y="68961"/>
                </a:lnTo>
                <a:cubicBezTo>
                  <a:pt x="2160842" y="68961"/>
                  <a:pt x="2161794" y="69723"/>
                  <a:pt x="2162366" y="70009"/>
                </a:cubicBezTo>
                <a:lnTo>
                  <a:pt x="2162366" y="116396"/>
                </a:lnTo>
                <a:lnTo>
                  <a:pt x="2144554" y="134112"/>
                </a:lnTo>
                <a:lnTo>
                  <a:pt x="2116646" y="110585"/>
                </a:lnTo>
                <a:lnTo>
                  <a:pt x="2116646" y="94488"/>
                </a:lnTo>
                <a:cubicBezTo>
                  <a:pt x="2119408" y="93536"/>
                  <a:pt x="2121313" y="90964"/>
                  <a:pt x="2121313" y="87916"/>
                </a:cubicBezTo>
                <a:close/>
                <a:moveTo>
                  <a:pt x="2155984" y="464725"/>
                </a:moveTo>
                <a:cubicBezTo>
                  <a:pt x="2155984" y="464725"/>
                  <a:pt x="2156555" y="465011"/>
                  <a:pt x="2156555" y="465296"/>
                </a:cubicBezTo>
                <a:lnTo>
                  <a:pt x="2156555" y="477964"/>
                </a:lnTo>
                <a:cubicBezTo>
                  <a:pt x="2156555" y="477964"/>
                  <a:pt x="2156270" y="478536"/>
                  <a:pt x="2155984" y="478536"/>
                </a:cubicBezTo>
                <a:lnTo>
                  <a:pt x="2143316" y="478536"/>
                </a:lnTo>
                <a:cubicBezTo>
                  <a:pt x="2143316" y="478536"/>
                  <a:pt x="2142744" y="478250"/>
                  <a:pt x="2142744" y="477964"/>
                </a:cubicBezTo>
                <a:lnTo>
                  <a:pt x="2142744" y="465296"/>
                </a:lnTo>
                <a:cubicBezTo>
                  <a:pt x="2142744" y="465296"/>
                  <a:pt x="2143030" y="464725"/>
                  <a:pt x="2143316" y="464725"/>
                </a:cubicBezTo>
                <a:lnTo>
                  <a:pt x="2155984" y="464725"/>
                </a:lnTo>
                <a:close/>
                <a:moveTo>
                  <a:pt x="2158365" y="60008"/>
                </a:moveTo>
                <a:cubicBezTo>
                  <a:pt x="2158365" y="60008"/>
                  <a:pt x="2158079" y="59246"/>
                  <a:pt x="2158365" y="58960"/>
                </a:cubicBezTo>
                <a:lnTo>
                  <a:pt x="2164080" y="53245"/>
                </a:lnTo>
                <a:cubicBezTo>
                  <a:pt x="2164080" y="53245"/>
                  <a:pt x="2164461" y="53054"/>
                  <a:pt x="2164652" y="53054"/>
                </a:cubicBezTo>
                <a:cubicBezTo>
                  <a:pt x="2164842" y="53054"/>
                  <a:pt x="2165033" y="53054"/>
                  <a:pt x="2165128" y="53245"/>
                </a:cubicBezTo>
                <a:lnTo>
                  <a:pt x="2170843" y="58960"/>
                </a:lnTo>
                <a:cubicBezTo>
                  <a:pt x="2170843" y="58960"/>
                  <a:pt x="2171129" y="59722"/>
                  <a:pt x="2170843" y="60008"/>
                </a:cubicBezTo>
                <a:lnTo>
                  <a:pt x="2165128" y="65723"/>
                </a:lnTo>
                <a:cubicBezTo>
                  <a:pt x="2165128" y="65723"/>
                  <a:pt x="2164366" y="66008"/>
                  <a:pt x="2164080" y="65723"/>
                </a:cubicBezTo>
                <a:lnTo>
                  <a:pt x="2158365" y="60008"/>
                </a:lnTo>
                <a:close/>
                <a:moveTo>
                  <a:pt x="200882" y="1117187"/>
                </a:moveTo>
                <a:cubicBezTo>
                  <a:pt x="196501" y="1117187"/>
                  <a:pt x="192977" y="1120235"/>
                  <a:pt x="191929" y="1124236"/>
                </a:cubicBezTo>
                <a:lnTo>
                  <a:pt x="71628" y="1124236"/>
                </a:lnTo>
                <a:lnTo>
                  <a:pt x="25813" y="1169861"/>
                </a:lnTo>
                <a:lnTo>
                  <a:pt x="25813" y="1267111"/>
                </a:lnTo>
                <a:cubicBezTo>
                  <a:pt x="21812" y="1268159"/>
                  <a:pt x="18764" y="1271683"/>
                  <a:pt x="18764" y="1276064"/>
                </a:cubicBezTo>
                <a:cubicBezTo>
                  <a:pt x="18764" y="1281303"/>
                  <a:pt x="22955" y="1285494"/>
                  <a:pt x="28194" y="1285494"/>
                </a:cubicBezTo>
                <a:cubicBezTo>
                  <a:pt x="33433" y="1285494"/>
                  <a:pt x="37624" y="1281303"/>
                  <a:pt x="37624" y="1276064"/>
                </a:cubicBezTo>
                <a:cubicBezTo>
                  <a:pt x="37624" y="1271683"/>
                  <a:pt x="34576" y="1268159"/>
                  <a:pt x="30575" y="1267111"/>
                </a:cubicBezTo>
                <a:lnTo>
                  <a:pt x="30575" y="1171861"/>
                </a:lnTo>
                <a:lnTo>
                  <a:pt x="73628" y="1128998"/>
                </a:lnTo>
                <a:lnTo>
                  <a:pt x="191929" y="1128998"/>
                </a:lnTo>
                <a:cubicBezTo>
                  <a:pt x="192977" y="1132999"/>
                  <a:pt x="196501" y="1136047"/>
                  <a:pt x="200882" y="1136047"/>
                </a:cubicBezTo>
                <a:cubicBezTo>
                  <a:pt x="206121" y="1136047"/>
                  <a:pt x="210312" y="1131856"/>
                  <a:pt x="210312" y="1126617"/>
                </a:cubicBezTo>
                <a:cubicBezTo>
                  <a:pt x="210312" y="1121378"/>
                  <a:pt x="206121" y="1117187"/>
                  <a:pt x="200882" y="1117187"/>
                </a:cubicBezTo>
                <a:close/>
                <a:moveTo>
                  <a:pt x="32861" y="1276160"/>
                </a:moveTo>
                <a:cubicBezTo>
                  <a:pt x="32861" y="1278731"/>
                  <a:pt x="30766" y="1280827"/>
                  <a:pt x="28194" y="1280827"/>
                </a:cubicBezTo>
                <a:cubicBezTo>
                  <a:pt x="25622" y="1280827"/>
                  <a:pt x="23527" y="1278731"/>
                  <a:pt x="23527" y="1276160"/>
                </a:cubicBezTo>
                <a:cubicBezTo>
                  <a:pt x="23527" y="1273588"/>
                  <a:pt x="25622" y="1271492"/>
                  <a:pt x="28194" y="1271492"/>
                </a:cubicBezTo>
                <a:cubicBezTo>
                  <a:pt x="30766" y="1271492"/>
                  <a:pt x="32861" y="1273588"/>
                  <a:pt x="32861" y="1276160"/>
                </a:cubicBezTo>
                <a:close/>
                <a:moveTo>
                  <a:pt x="200882" y="1131380"/>
                </a:moveTo>
                <a:cubicBezTo>
                  <a:pt x="198311" y="1131380"/>
                  <a:pt x="196215" y="1129284"/>
                  <a:pt x="196215" y="1126712"/>
                </a:cubicBezTo>
                <a:cubicBezTo>
                  <a:pt x="196215" y="1124141"/>
                  <a:pt x="198311" y="1122045"/>
                  <a:pt x="200882" y="1122045"/>
                </a:cubicBezTo>
                <a:cubicBezTo>
                  <a:pt x="203454" y="1122045"/>
                  <a:pt x="205550" y="1124141"/>
                  <a:pt x="205550" y="1126712"/>
                </a:cubicBezTo>
                <a:cubicBezTo>
                  <a:pt x="205550" y="1129284"/>
                  <a:pt x="203454" y="1131380"/>
                  <a:pt x="200882" y="1131380"/>
                </a:cubicBezTo>
                <a:close/>
                <a:moveTo>
                  <a:pt x="663607" y="4296442"/>
                </a:moveTo>
                <a:lnTo>
                  <a:pt x="656463" y="4296442"/>
                </a:lnTo>
                <a:lnTo>
                  <a:pt x="656463" y="4291679"/>
                </a:lnTo>
                <a:lnTo>
                  <a:pt x="663607" y="4291679"/>
                </a:lnTo>
                <a:lnTo>
                  <a:pt x="663607" y="4296442"/>
                </a:lnTo>
                <a:close/>
                <a:moveTo>
                  <a:pt x="663607" y="4327112"/>
                </a:moveTo>
                <a:lnTo>
                  <a:pt x="656463" y="4327112"/>
                </a:lnTo>
                <a:lnTo>
                  <a:pt x="656463" y="4319493"/>
                </a:lnTo>
                <a:lnTo>
                  <a:pt x="663607" y="4319493"/>
                </a:lnTo>
                <a:lnTo>
                  <a:pt x="663607" y="4327112"/>
                </a:lnTo>
                <a:close/>
                <a:moveTo>
                  <a:pt x="523589" y="1961483"/>
                </a:moveTo>
                <a:cubicBezTo>
                  <a:pt x="516160" y="1961483"/>
                  <a:pt x="510159" y="1967484"/>
                  <a:pt x="510159" y="1974914"/>
                </a:cubicBezTo>
                <a:cubicBezTo>
                  <a:pt x="510159" y="1981105"/>
                  <a:pt x="514350" y="1986248"/>
                  <a:pt x="520065" y="1987868"/>
                </a:cubicBezTo>
                <a:lnTo>
                  <a:pt x="520065" y="1990820"/>
                </a:lnTo>
                <a:lnTo>
                  <a:pt x="527209" y="1990820"/>
                </a:lnTo>
                <a:lnTo>
                  <a:pt x="527209" y="1987868"/>
                </a:lnTo>
                <a:cubicBezTo>
                  <a:pt x="532924" y="1986248"/>
                  <a:pt x="537115" y="1981105"/>
                  <a:pt x="537115" y="1974914"/>
                </a:cubicBezTo>
                <a:cubicBezTo>
                  <a:pt x="537115" y="1967484"/>
                  <a:pt x="531114" y="1961483"/>
                  <a:pt x="523685" y="1961483"/>
                </a:cubicBezTo>
                <a:close/>
                <a:moveTo>
                  <a:pt x="523589" y="1983677"/>
                </a:moveTo>
                <a:cubicBezTo>
                  <a:pt x="518827" y="1983677"/>
                  <a:pt x="514922" y="1979771"/>
                  <a:pt x="514922" y="1975009"/>
                </a:cubicBezTo>
                <a:cubicBezTo>
                  <a:pt x="514922" y="1970246"/>
                  <a:pt x="518827" y="1966341"/>
                  <a:pt x="523589" y="1966341"/>
                </a:cubicBezTo>
                <a:cubicBezTo>
                  <a:pt x="528352" y="1966341"/>
                  <a:pt x="532257" y="1970246"/>
                  <a:pt x="532257" y="1975009"/>
                </a:cubicBezTo>
                <a:cubicBezTo>
                  <a:pt x="532257" y="1979771"/>
                  <a:pt x="528352" y="1983677"/>
                  <a:pt x="523589" y="1983677"/>
                </a:cubicBezTo>
                <a:close/>
                <a:moveTo>
                  <a:pt x="2248281" y="4798124"/>
                </a:moveTo>
                <a:cubicBezTo>
                  <a:pt x="2250091" y="4798981"/>
                  <a:pt x="2251996" y="4799457"/>
                  <a:pt x="2253901" y="4799457"/>
                </a:cubicBezTo>
                <a:cubicBezTo>
                  <a:pt x="2258568" y="4799457"/>
                  <a:pt x="2263045" y="4796886"/>
                  <a:pt x="2265236" y="4792504"/>
                </a:cubicBezTo>
                <a:cubicBezTo>
                  <a:pt x="2265712" y="4791456"/>
                  <a:pt x="2265902" y="4790313"/>
                  <a:pt x="2266093" y="4789265"/>
                </a:cubicBezTo>
                <a:lnTo>
                  <a:pt x="2335530" y="4789265"/>
                </a:lnTo>
                <a:lnTo>
                  <a:pt x="2353818" y="4769454"/>
                </a:lnTo>
                <a:lnTo>
                  <a:pt x="2353818" y="4734592"/>
                </a:lnTo>
                <a:lnTo>
                  <a:pt x="2287619" y="4663821"/>
                </a:lnTo>
                <a:lnTo>
                  <a:pt x="2288000" y="4620768"/>
                </a:lnTo>
                <a:cubicBezTo>
                  <a:pt x="2292287" y="4620482"/>
                  <a:pt x="2296287" y="4618006"/>
                  <a:pt x="2298383" y="4613910"/>
                </a:cubicBezTo>
                <a:cubicBezTo>
                  <a:pt x="2301526" y="4607719"/>
                  <a:pt x="2298954" y="4600099"/>
                  <a:pt x="2292763" y="4596956"/>
                </a:cubicBezTo>
                <a:cubicBezTo>
                  <a:pt x="2286572" y="4593812"/>
                  <a:pt x="2278952" y="4596384"/>
                  <a:pt x="2275808" y="4602576"/>
                </a:cubicBezTo>
                <a:cubicBezTo>
                  <a:pt x="2272665" y="4608767"/>
                  <a:pt x="2275237" y="4616387"/>
                  <a:pt x="2281428" y="4619530"/>
                </a:cubicBezTo>
                <a:lnTo>
                  <a:pt x="2281428" y="4619530"/>
                </a:lnTo>
                <a:cubicBezTo>
                  <a:pt x="2282000" y="4619816"/>
                  <a:pt x="2282666" y="4620006"/>
                  <a:pt x="2283238" y="4620197"/>
                </a:cubicBezTo>
                <a:lnTo>
                  <a:pt x="2282762" y="4665631"/>
                </a:lnTo>
                <a:lnTo>
                  <a:pt x="2349056" y="4736402"/>
                </a:lnTo>
                <a:lnTo>
                  <a:pt x="2349056" y="4767548"/>
                </a:lnTo>
                <a:lnTo>
                  <a:pt x="2333435" y="4784503"/>
                </a:lnTo>
                <a:lnTo>
                  <a:pt x="2266093" y="4784503"/>
                </a:lnTo>
                <a:cubicBezTo>
                  <a:pt x="2265998" y="4783931"/>
                  <a:pt x="2266093" y="4783455"/>
                  <a:pt x="2265902" y="4782884"/>
                </a:cubicBezTo>
                <a:cubicBezTo>
                  <a:pt x="2264855" y="4779740"/>
                  <a:pt x="2262569" y="4777073"/>
                  <a:pt x="2259521" y="4775645"/>
                </a:cubicBezTo>
                <a:cubicBezTo>
                  <a:pt x="2253329" y="4772502"/>
                  <a:pt x="2245709" y="4775073"/>
                  <a:pt x="2242566" y="4781264"/>
                </a:cubicBezTo>
                <a:cubicBezTo>
                  <a:pt x="2241042" y="4784312"/>
                  <a:pt x="2240852" y="4787742"/>
                  <a:pt x="2241899" y="4790885"/>
                </a:cubicBezTo>
                <a:cubicBezTo>
                  <a:pt x="2242947" y="4794028"/>
                  <a:pt x="2245233" y="4796695"/>
                  <a:pt x="2248281" y="4798124"/>
                </a:cubicBezTo>
                <a:close/>
                <a:moveTo>
                  <a:pt x="2283524" y="4615339"/>
                </a:moveTo>
                <a:cubicBezTo>
                  <a:pt x="2279618" y="4613434"/>
                  <a:pt x="2278094" y="4608671"/>
                  <a:pt x="2279999" y="4604766"/>
                </a:cubicBezTo>
                <a:cubicBezTo>
                  <a:pt x="2280952" y="4602861"/>
                  <a:pt x="2282571" y="4601528"/>
                  <a:pt x="2284571" y="4600861"/>
                </a:cubicBezTo>
                <a:cubicBezTo>
                  <a:pt x="2286572" y="4600194"/>
                  <a:pt x="2288667" y="4600385"/>
                  <a:pt x="2290572" y="4601242"/>
                </a:cubicBezTo>
                <a:cubicBezTo>
                  <a:pt x="2292477" y="4602195"/>
                  <a:pt x="2293811" y="4603814"/>
                  <a:pt x="2294477" y="4605814"/>
                </a:cubicBezTo>
                <a:cubicBezTo>
                  <a:pt x="2295144" y="4607814"/>
                  <a:pt x="2294954" y="4609910"/>
                  <a:pt x="2294096" y="4611815"/>
                </a:cubicBezTo>
                <a:cubicBezTo>
                  <a:pt x="2292191" y="4615720"/>
                  <a:pt x="2287429" y="4617244"/>
                  <a:pt x="2283524" y="4615339"/>
                </a:cubicBezTo>
                <a:close/>
                <a:moveTo>
                  <a:pt x="2246852" y="4783265"/>
                </a:moveTo>
                <a:cubicBezTo>
                  <a:pt x="2247805" y="4781360"/>
                  <a:pt x="2249424" y="4780026"/>
                  <a:pt x="2251424" y="4779360"/>
                </a:cubicBezTo>
                <a:cubicBezTo>
                  <a:pt x="2252282" y="4779074"/>
                  <a:pt x="2253044" y="4778979"/>
                  <a:pt x="2253901" y="4778979"/>
                </a:cubicBezTo>
                <a:cubicBezTo>
                  <a:pt x="2255139" y="4778979"/>
                  <a:pt x="2256282" y="4779264"/>
                  <a:pt x="2257425" y="4779836"/>
                </a:cubicBezTo>
                <a:cubicBezTo>
                  <a:pt x="2259330" y="4780788"/>
                  <a:pt x="2260664" y="4782407"/>
                  <a:pt x="2261330" y="4784408"/>
                </a:cubicBezTo>
                <a:cubicBezTo>
                  <a:pt x="2261997" y="4786408"/>
                  <a:pt x="2261807" y="4788504"/>
                  <a:pt x="2260949" y="4790409"/>
                </a:cubicBezTo>
                <a:cubicBezTo>
                  <a:pt x="2259997" y="4792313"/>
                  <a:pt x="2258378" y="4793647"/>
                  <a:pt x="2256377" y="4794314"/>
                </a:cubicBezTo>
                <a:cubicBezTo>
                  <a:pt x="2254377" y="4794980"/>
                  <a:pt x="2252282" y="4794790"/>
                  <a:pt x="2250377" y="4793933"/>
                </a:cubicBezTo>
                <a:cubicBezTo>
                  <a:pt x="2248472" y="4792980"/>
                  <a:pt x="2247138" y="4791361"/>
                  <a:pt x="2246471" y="4789361"/>
                </a:cubicBezTo>
                <a:cubicBezTo>
                  <a:pt x="2245805" y="4787361"/>
                  <a:pt x="2245995" y="4785265"/>
                  <a:pt x="2246852" y="4783360"/>
                </a:cubicBezTo>
                <a:close/>
                <a:moveTo>
                  <a:pt x="656463" y="4349972"/>
                </a:moveTo>
                <a:lnTo>
                  <a:pt x="663607" y="4349972"/>
                </a:lnTo>
                <a:lnTo>
                  <a:pt x="663607" y="4356354"/>
                </a:lnTo>
                <a:lnTo>
                  <a:pt x="658844" y="4360545"/>
                </a:lnTo>
                <a:lnTo>
                  <a:pt x="654082" y="4355211"/>
                </a:lnTo>
                <a:lnTo>
                  <a:pt x="656463" y="4353116"/>
                </a:lnTo>
                <a:lnTo>
                  <a:pt x="656463" y="4349972"/>
                </a:lnTo>
                <a:close/>
                <a:moveTo>
                  <a:pt x="645319" y="4372547"/>
                </a:moveTo>
                <a:lnTo>
                  <a:pt x="640556" y="4367213"/>
                </a:lnTo>
                <a:lnTo>
                  <a:pt x="647319" y="4361307"/>
                </a:lnTo>
                <a:lnTo>
                  <a:pt x="652082" y="4366641"/>
                </a:lnTo>
                <a:lnTo>
                  <a:pt x="645319" y="4372547"/>
                </a:lnTo>
                <a:close/>
                <a:moveTo>
                  <a:pt x="780860" y="4414647"/>
                </a:moveTo>
                <a:cubicBezTo>
                  <a:pt x="780860" y="4410932"/>
                  <a:pt x="783812" y="4407980"/>
                  <a:pt x="787527" y="4407980"/>
                </a:cubicBezTo>
                <a:cubicBezTo>
                  <a:pt x="791242" y="4407980"/>
                  <a:pt x="794195" y="4410932"/>
                  <a:pt x="794195" y="4414647"/>
                </a:cubicBezTo>
                <a:cubicBezTo>
                  <a:pt x="794195" y="4418362"/>
                  <a:pt x="791242" y="4421315"/>
                  <a:pt x="787527" y="4421315"/>
                </a:cubicBezTo>
                <a:cubicBezTo>
                  <a:pt x="783812" y="4421315"/>
                  <a:pt x="780860" y="4418362"/>
                  <a:pt x="780860" y="4414647"/>
                </a:cubicBezTo>
                <a:close/>
                <a:moveTo>
                  <a:pt x="2059972" y="246793"/>
                </a:moveTo>
                <a:lnTo>
                  <a:pt x="2058734" y="358426"/>
                </a:lnTo>
                <a:lnTo>
                  <a:pt x="2093595" y="405670"/>
                </a:lnTo>
                <a:lnTo>
                  <a:pt x="2094167" y="504920"/>
                </a:lnTo>
                <a:lnTo>
                  <a:pt x="2090261" y="504920"/>
                </a:lnTo>
                <a:cubicBezTo>
                  <a:pt x="2087309" y="504920"/>
                  <a:pt x="2084927" y="507302"/>
                  <a:pt x="2084927" y="510254"/>
                </a:cubicBezTo>
                <a:lnTo>
                  <a:pt x="2084927" y="522923"/>
                </a:lnTo>
                <a:cubicBezTo>
                  <a:pt x="2084927" y="525875"/>
                  <a:pt x="2087309" y="528257"/>
                  <a:pt x="2090261" y="528257"/>
                </a:cubicBezTo>
                <a:lnTo>
                  <a:pt x="2102930" y="528257"/>
                </a:lnTo>
                <a:cubicBezTo>
                  <a:pt x="2105882" y="528257"/>
                  <a:pt x="2108264" y="525875"/>
                  <a:pt x="2108264" y="522923"/>
                </a:cubicBezTo>
                <a:lnTo>
                  <a:pt x="2108264" y="510254"/>
                </a:lnTo>
                <a:cubicBezTo>
                  <a:pt x="2108264" y="507302"/>
                  <a:pt x="2105882" y="504920"/>
                  <a:pt x="2102930" y="504920"/>
                </a:cubicBezTo>
                <a:lnTo>
                  <a:pt x="2098929" y="504920"/>
                </a:lnTo>
                <a:lnTo>
                  <a:pt x="2098358" y="404051"/>
                </a:lnTo>
                <a:lnTo>
                  <a:pt x="2063496" y="356807"/>
                </a:lnTo>
                <a:lnTo>
                  <a:pt x="2064639" y="248698"/>
                </a:lnTo>
                <a:lnTo>
                  <a:pt x="2096262" y="215360"/>
                </a:lnTo>
                <a:lnTo>
                  <a:pt x="2096262" y="124206"/>
                </a:lnTo>
                <a:lnTo>
                  <a:pt x="2078927" y="105156"/>
                </a:lnTo>
                <a:lnTo>
                  <a:pt x="2078927" y="71152"/>
                </a:lnTo>
                <a:cubicBezTo>
                  <a:pt x="2080927" y="70771"/>
                  <a:pt x="2082832" y="69914"/>
                  <a:pt x="2084356" y="68485"/>
                </a:cubicBezTo>
                <a:cubicBezTo>
                  <a:pt x="2086451" y="66485"/>
                  <a:pt x="2087594" y="63722"/>
                  <a:pt x="2087594" y="60865"/>
                </a:cubicBezTo>
                <a:cubicBezTo>
                  <a:pt x="2087594" y="58007"/>
                  <a:pt x="2086547" y="55245"/>
                  <a:pt x="2084451" y="53150"/>
                </a:cubicBezTo>
                <a:cubicBezTo>
                  <a:pt x="2082451" y="51054"/>
                  <a:pt x="2079689" y="49911"/>
                  <a:pt x="2076831" y="49911"/>
                </a:cubicBezTo>
                <a:cubicBezTo>
                  <a:pt x="2074069" y="49816"/>
                  <a:pt x="2071211" y="50959"/>
                  <a:pt x="2069116" y="53054"/>
                </a:cubicBezTo>
                <a:cubicBezTo>
                  <a:pt x="2067020" y="55055"/>
                  <a:pt x="2065877" y="57817"/>
                  <a:pt x="2065877" y="60674"/>
                </a:cubicBezTo>
                <a:cubicBezTo>
                  <a:pt x="2065877" y="63532"/>
                  <a:pt x="2066925" y="66294"/>
                  <a:pt x="2069021" y="68390"/>
                </a:cubicBezTo>
                <a:cubicBezTo>
                  <a:pt x="2070449" y="69818"/>
                  <a:pt x="2072259" y="70580"/>
                  <a:pt x="2074069" y="71152"/>
                </a:cubicBezTo>
                <a:lnTo>
                  <a:pt x="2074069" y="107061"/>
                </a:lnTo>
                <a:lnTo>
                  <a:pt x="2091404" y="126111"/>
                </a:lnTo>
                <a:lnTo>
                  <a:pt x="2091404" y="213551"/>
                </a:lnTo>
                <a:lnTo>
                  <a:pt x="2059781" y="246793"/>
                </a:lnTo>
                <a:close/>
                <a:moveTo>
                  <a:pt x="2102930" y="509683"/>
                </a:moveTo>
                <a:cubicBezTo>
                  <a:pt x="2102930" y="509683"/>
                  <a:pt x="2103501" y="509969"/>
                  <a:pt x="2103501" y="510254"/>
                </a:cubicBezTo>
                <a:lnTo>
                  <a:pt x="2103501" y="522923"/>
                </a:lnTo>
                <a:cubicBezTo>
                  <a:pt x="2103501" y="522923"/>
                  <a:pt x="2103215" y="523494"/>
                  <a:pt x="2102930" y="523494"/>
                </a:cubicBezTo>
                <a:lnTo>
                  <a:pt x="2090261" y="523494"/>
                </a:lnTo>
                <a:cubicBezTo>
                  <a:pt x="2090261" y="523494"/>
                  <a:pt x="2089690" y="523208"/>
                  <a:pt x="2089690" y="522923"/>
                </a:cubicBezTo>
                <a:lnTo>
                  <a:pt x="2089690" y="510254"/>
                </a:lnTo>
                <a:cubicBezTo>
                  <a:pt x="2089690" y="510254"/>
                  <a:pt x="2089976" y="509683"/>
                  <a:pt x="2090261" y="509683"/>
                </a:cubicBezTo>
                <a:lnTo>
                  <a:pt x="2102930" y="509683"/>
                </a:lnTo>
                <a:close/>
                <a:moveTo>
                  <a:pt x="2076926" y="66866"/>
                </a:moveTo>
                <a:cubicBezTo>
                  <a:pt x="2075307" y="66866"/>
                  <a:pt x="2073783" y="66199"/>
                  <a:pt x="2072640" y="65056"/>
                </a:cubicBezTo>
                <a:cubicBezTo>
                  <a:pt x="2071497" y="63913"/>
                  <a:pt x="2070926" y="62389"/>
                  <a:pt x="2070926" y="60770"/>
                </a:cubicBezTo>
                <a:cubicBezTo>
                  <a:pt x="2070926" y="59150"/>
                  <a:pt x="2071592" y="57626"/>
                  <a:pt x="2072735" y="56483"/>
                </a:cubicBezTo>
                <a:cubicBezTo>
                  <a:pt x="2073878" y="55340"/>
                  <a:pt x="2075402" y="54769"/>
                  <a:pt x="2076926" y="54769"/>
                </a:cubicBezTo>
                <a:lnTo>
                  <a:pt x="2076926" y="54769"/>
                </a:lnTo>
                <a:cubicBezTo>
                  <a:pt x="2078546" y="54769"/>
                  <a:pt x="2080070" y="55436"/>
                  <a:pt x="2081213" y="56579"/>
                </a:cubicBezTo>
                <a:cubicBezTo>
                  <a:pt x="2082356" y="57722"/>
                  <a:pt x="2082927" y="59246"/>
                  <a:pt x="2082927" y="60865"/>
                </a:cubicBezTo>
                <a:cubicBezTo>
                  <a:pt x="2082927" y="62484"/>
                  <a:pt x="2082260" y="64008"/>
                  <a:pt x="2081117" y="65151"/>
                </a:cubicBezTo>
                <a:cubicBezTo>
                  <a:pt x="2079974" y="66294"/>
                  <a:pt x="2078450" y="66866"/>
                  <a:pt x="2076926" y="66866"/>
                </a:cubicBezTo>
                <a:lnTo>
                  <a:pt x="2076926" y="66866"/>
                </a:lnTo>
                <a:close/>
                <a:moveTo>
                  <a:pt x="728091" y="4387692"/>
                </a:moveTo>
                <a:lnTo>
                  <a:pt x="734282" y="4382262"/>
                </a:lnTo>
                <a:lnTo>
                  <a:pt x="738950" y="4387596"/>
                </a:lnTo>
                <a:lnTo>
                  <a:pt x="732758" y="4393026"/>
                </a:lnTo>
                <a:lnTo>
                  <a:pt x="728091" y="4387692"/>
                </a:lnTo>
                <a:close/>
                <a:moveTo>
                  <a:pt x="2642997" y="78391"/>
                </a:moveTo>
                <a:lnTo>
                  <a:pt x="2642997" y="81725"/>
                </a:lnTo>
                <a:cubicBezTo>
                  <a:pt x="2642997" y="85725"/>
                  <a:pt x="2639759" y="88964"/>
                  <a:pt x="2635758" y="88964"/>
                </a:cubicBezTo>
                <a:lnTo>
                  <a:pt x="2572988" y="88964"/>
                </a:lnTo>
                <a:cubicBezTo>
                  <a:pt x="2568988" y="88964"/>
                  <a:pt x="2565749" y="85725"/>
                  <a:pt x="2565749" y="81725"/>
                </a:cubicBezTo>
                <a:lnTo>
                  <a:pt x="2565749" y="78391"/>
                </a:lnTo>
                <a:cubicBezTo>
                  <a:pt x="2565749" y="74390"/>
                  <a:pt x="2568988" y="71152"/>
                  <a:pt x="2572988" y="71152"/>
                </a:cubicBezTo>
                <a:lnTo>
                  <a:pt x="2635758" y="71152"/>
                </a:lnTo>
                <a:cubicBezTo>
                  <a:pt x="2639759" y="71152"/>
                  <a:pt x="2642997" y="74390"/>
                  <a:pt x="2642997" y="78391"/>
                </a:cubicBezTo>
                <a:close/>
                <a:moveTo>
                  <a:pt x="774668" y="4296442"/>
                </a:moveTo>
                <a:lnTo>
                  <a:pt x="767525" y="4296442"/>
                </a:lnTo>
                <a:lnTo>
                  <a:pt x="767525" y="4291679"/>
                </a:lnTo>
                <a:lnTo>
                  <a:pt x="774668" y="4291679"/>
                </a:lnTo>
                <a:lnTo>
                  <a:pt x="774668" y="4296442"/>
                </a:lnTo>
                <a:close/>
                <a:moveTo>
                  <a:pt x="555117" y="2318766"/>
                </a:moveTo>
                <a:cubicBezTo>
                  <a:pt x="557498" y="2312194"/>
                  <a:pt x="553974" y="2304860"/>
                  <a:pt x="547402" y="2302478"/>
                </a:cubicBezTo>
                <a:cubicBezTo>
                  <a:pt x="546735" y="2302288"/>
                  <a:pt x="546068" y="2302288"/>
                  <a:pt x="545402" y="2302193"/>
                </a:cubicBezTo>
                <a:lnTo>
                  <a:pt x="545402" y="2299430"/>
                </a:lnTo>
                <a:cubicBezTo>
                  <a:pt x="545402" y="2299430"/>
                  <a:pt x="540639" y="2299430"/>
                  <a:pt x="540639" y="2299430"/>
                </a:cubicBezTo>
                <a:lnTo>
                  <a:pt x="540639" y="2302288"/>
                </a:lnTo>
                <a:cubicBezTo>
                  <a:pt x="539591" y="2302478"/>
                  <a:pt x="538639" y="2302574"/>
                  <a:pt x="537686" y="2303050"/>
                </a:cubicBezTo>
                <a:cubicBezTo>
                  <a:pt x="534638" y="2304479"/>
                  <a:pt x="532257" y="2307050"/>
                  <a:pt x="531209" y="2310289"/>
                </a:cubicBezTo>
                <a:cubicBezTo>
                  <a:pt x="530066" y="2313527"/>
                  <a:pt x="530257" y="2316956"/>
                  <a:pt x="531686" y="2320004"/>
                </a:cubicBezTo>
                <a:cubicBezTo>
                  <a:pt x="533114" y="2323052"/>
                  <a:pt x="535686" y="2325434"/>
                  <a:pt x="538925" y="2326481"/>
                </a:cubicBezTo>
                <a:cubicBezTo>
                  <a:pt x="540353" y="2326958"/>
                  <a:pt x="541782" y="2327243"/>
                  <a:pt x="543211" y="2327243"/>
                </a:cubicBezTo>
                <a:cubicBezTo>
                  <a:pt x="545116" y="2327243"/>
                  <a:pt x="546926" y="2326862"/>
                  <a:pt x="548640" y="2326005"/>
                </a:cubicBezTo>
                <a:cubicBezTo>
                  <a:pt x="548735" y="2326005"/>
                  <a:pt x="548831" y="2325815"/>
                  <a:pt x="548926" y="2325815"/>
                </a:cubicBezTo>
                <a:lnTo>
                  <a:pt x="608076" y="2391442"/>
                </a:lnTo>
                <a:lnTo>
                  <a:pt x="608076" y="2422589"/>
                </a:lnTo>
                <a:cubicBezTo>
                  <a:pt x="604647" y="2423255"/>
                  <a:pt x="601885" y="2426113"/>
                  <a:pt x="601885" y="2429828"/>
                </a:cubicBezTo>
                <a:lnTo>
                  <a:pt x="601885" y="2477643"/>
                </a:lnTo>
                <a:cubicBezTo>
                  <a:pt x="601885" y="2481834"/>
                  <a:pt x="605219" y="2485168"/>
                  <a:pt x="609410" y="2485168"/>
                </a:cubicBezTo>
                <a:lnTo>
                  <a:pt x="611600" y="2485168"/>
                </a:lnTo>
                <a:cubicBezTo>
                  <a:pt x="615791" y="2485168"/>
                  <a:pt x="619125" y="2481834"/>
                  <a:pt x="619125" y="2477643"/>
                </a:cubicBezTo>
                <a:lnTo>
                  <a:pt x="619125" y="2429828"/>
                </a:lnTo>
                <a:cubicBezTo>
                  <a:pt x="619125" y="2426113"/>
                  <a:pt x="616363" y="2423160"/>
                  <a:pt x="612839" y="2422589"/>
                </a:cubicBezTo>
                <a:lnTo>
                  <a:pt x="612839" y="2389632"/>
                </a:lnTo>
                <a:cubicBezTo>
                  <a:pt x="612839" y="2389632"/>
                  <a:pt x="552641" y="2322957"/>
                  <a:pt x="552641" y="2322957"/>
                </a:cubicBezTo>
                <a:cubicBezTo>
                  <a:pt x="553688" y="2321719"/>
                  <a:pt x="554546" y="2320385"/>
                  <a:pt x="555117" y="2318861"/>
                </a:cubicBezTo>
                <a:close/>
                <a:moveTo>
                  <a:pt x="550640" y="2317242"/>
                </a:moveTo>
                <a:cubicBezTo>
                  <a:pt x="549974" y="2319242"/>
                  <a:pt x="548450" y="2320862"/>
                  <a:pt x="546545" y="2321719"/>
                </a:cubicBezTo>
                <a:cubicBezTo>
                  <a:pt x="544640" y="2322671"/>
                  <a:pt x="542449" y="2322767"/>
                  <a:pt x="540449" y="2322005"/>
                </a:cubicBezTo>
                <a:cubicBezTo>
                  <a:pt x="538448" y="2321338"/>
                  <a:pt x="536829" y="2319814"/>
                  <a:pt x="535972" y="2317909"/>
                </a:cubicBezTo>
                <a:cubicBezTo>
                  <a:pt x="535019" y="2316004"/>
                  <a:pt x="534924" y="2313813"/>
                  <a:pt x="535686" y="2311813"/>
                </a:cubicBezTo>
                <a:cubicBezTo>
                  <a:pt x="536353" y="2309813"/>
                  <a:pt x="537877" y="2308193"/>
                  <a:pt x="539782" y="2307241"/>
                </a:cubicBezTo>
                <a:cubicBezTo>
                  <a:pt x="540830" y="2306765"/>
                  <a:pt x="542068" y="2306479"/>
                  <a:pt x="543211" y="2306479"/>
                </a:cubicBezTo>
                <a:cubicBezTo>
                  <a:pt x="544068" y="2306479"/>
                  <a:pt x="545021" y="2306669"/>
                  <a:pt x="545878" y="2306955"/>
                </a:cubicBezTo>
                <a:cubicBezTo>
                  <a:pt x="549974" y="2308384"/>
                  <a:pt x="552164" y="2312956"/>
                  <a:pt x="550736" y="2317147"/>
                </a:cubicBezTo>
                <a:close/>
                <a:moveTo>
                  <a:pt x="616744" y="2477643"/>
                </a:moveTo>
                <a:cubicBezTo>
                  <a:pt x="616744" y="2480501"/>
                  <a:pt x="614458" y="2482787"/>
                  <a:pt x="611600" y="2482787"/>
                </a:cubicBezTo>
                <a:lnTo>
                  <a:pt x="609410" y="2482787"/>
                </a:lnTo>
                <a:cubicBezTo>
                  <a:pt x="606552" y="2482787"/>
                  <a:pt x="604266" y="2480501"/>
                  <a:pt x="604266" y="2477643"/>
                </a:cubicBezTo>
                <a:lnTo>
                  <a:pt x="604266" y="2474881"/>
                </a:lnTo>
                <a:lnTo>
                  <a:pt x="616744" y="2474881"/>
                </a:lnTo>
                <a:lnTo>
                  <a:pt x="616744" y="2477643"/>
                </a:lnTo>
                <a:close/>
                <a:moveTo>
                  <a:pt x="616744" y="2472500"/>
                </a:moveTo>
                <a:lnTo>
                  <a:pt x="604266" y="2472500"/>
                </a:lnTo>
                <a:lnTo>
                  <a:pt x="604266" y="2471833"/>
                </a:lnTo>
                <a:lnTo>
                  <a:pt x="616744" y="2471833"/>
                </a:lnTo>
                <a:lnTo>
                  <a:pt x="616744" y="2472500"/>
                </a:lnTo>
                <a:close/>
                <a:moveTo>
                  <a:pt x="616744" y="2469452"/>
                </a:moveTo>
                <a:lnTo>
                  <a:pt x="604266" y="2469452"/>
                </a:lnTo>
                <a:lnTo>
                  <a:pt x="604266" y="2462594"/>
                </a:lnTo>
                <a:lnTo>
                  <a:pt x="616744" y="2462594"/>
                </a:lnTo>
                <a:lnTo>
                  <a:pt x="616744" y="2469452"/>
                </a:lnTo>
                <a:close/>
                <a:moveTo>
                  <a:pt x="616744" y="2459546"/>
                </a:moveTo>
                <a:lnTo>
                  <a:pt x="604266" y="2459546"/>
                </a:lnTo>
                <a:lnTo>
                  <a:pt x="604266" y="2450497"/>
                </a:lnTo>
                <a:lnTo>
                  <a:pt x="616744" y="2450497"/>
                </a:lnTo>
                <a:lnTo>
                  <a:pt x="616744" y="2459546"/>
                </a:lnTo>
                <a:close/>
                <a:moveTo>
                  <a:pt x="616744" y="2448020"/>
                </a:moveTo>
                <a:lnTo>
                  <a:pt x="604266" y="2448020"/>
                </a:lnTo>
                <a:lnTo>
                  <a:pt x="604266" y="2447354"/>
                </a:lnTo>
                <a:lnTo>
                  <a:pt x="616744" y="2447354"/>
                </a:lnTo>
                <a:lnTo>
                  <a:pt x="616744" y="2448020"/>
                </a:lnTo>
                <a:close/>
                <a:moveTo>
                  <a:pt x="616744" y="2445068"/>
                </a:moveTo>
                <a:lnTo>
                  <a:pt x="604266" y="2445068"/>
                </a:lnTo>
                <a:lnTo>
                  <a:pt x="604266" y="2436209"/>
                </a:lnTo>
                <a:lnTo>
                  <a:pt x="616744" y="2436209"/>
                </a:lnTo>
                <a:lnTo>
                  <a:pt x="616744" y="2445068"/>
                </a:lnTo>
                <a:close/>
                <a:moveTo>
                  <a:pt x="611600" y="2424684"/>
                </a:moveTo>
                <a:cubicBezTo>
                  <a:pt x="614458" y="2424684"/>
                  <a:pt x="616744" y="2426970"/>
                  <a:pt x="616744" y="2429828"/>
                </a:cubicBezTo>
                <a:lnTo>
                  <a:pt x="616744" y="2433257"/>
                </a:lnTo>
                <a:lnTo>
                  <a:pt x="604266" y="2433257"/>
                </a:lnTo>
                <a:lnTo>
                  <a:pt x="604266" y="2429828"/>
                </a:lnTo>
                <a:cubicBezTo>
                  <a:pt x="604266" y="2426970"/>
                  <a:pt x="606552" y="2424684"/>
                  <a:pt x="609410" y="2424684"/>
                </a:cubicBezTo>
                <a:lnTo>
                  <a:pt x="611600" y="2424684"/>
                </a:lnTo>
                <a:close/>
                <a:moveTo>
                  <a:pt x="759047" y="4360640"/>
                </a:moveTo>
                <a:lnTo>
                  <a:pt x="763715" y="4365974"/>
                </a:lnTo>
                <a:lnTo>
                  <a:pt x="757523" y="4371404"/>
                </a:lnTo>
                <a:lnTo>
                  <a:pt x="752856" y="4366070"/>
                </a:lnTo>
                <a:lnTo>
                  <a:pt x="759047" y="4360640"/>
                </a:lnTo>
                <a:close/>
                <a:moveTo>
                  <a:pt x="774668" y="4311777"/>
                </a:moveTo>
                <a:lnTo>
                  <a:pt x="767525" y="4311777"/>
                </a:lnTo>
                <a:lnTo>
                  <a:pt x="767525" y="4304157"/>
                </a:lnTo>
                <a:lnTo>
                  <a:pt x="774668" y="4304157"/>
                </a:lnTo>
                <a:lnTo>
                  <a:pt x="774668" y="4311777"/>
                </a:lnTo>
                <a:close/>
                <a:moveTo>
                  <a:pt x="740474" y="4376928"/>
                </a:moveTo>
                <a:lnTo>
                  <a:pt x="746665" y="4371499"/>
                </a:lnTo>
                <a:lnTo>
                  <a:pt x="751332" y="4376833"/>
                </a:lnTo>
                <a:lnTo>
                  <a:pt x="745141" y="4382262"/>
                </a:lnTo>
                <a:lnTo>
                  <a:pt x="740474" y="4376928"/>
                </a:lnTo>
                <a:close/>
                <a:moveTo>
                  <a:pt x="2423541" y="213074"/>
                </a:moveTo>
                <a:cubicBezTo>
                  <a:pt x="2417921" y="214408"/>
                  <a:pt x="2414492" y="220123"/>
                  <a:pt x="2415826" y="225743"/>
                </a:cubicBezTo>
                <a:cubicBezTo>
                  <a:pt x="2416493" y="228505"/>
                  <a:pt x="2418207" y="230791"/>
                  <a:pt x="2420588" y="232220"/>
                </a:cubicBezTo>
                <a:cubicBezTo>
                  <a:pt x="2422208" y="233267"/>
                  <a:pt x="2424113" y="233744"/>
                  <a:pt x="2426018" y="233744"/>
                </a:cubicBezTo>
                <a:cubicBezTo>
                  <a:pt x="2426875" y="233744"/>
                  <a:pt x="2427637" y="233648"/>
                  <a:pt x="2428494" y="233458"/>
                </a:cubicBezTo>
                <a:cubicBezTo>
                  <a:pt x="2431256" y="232791"/>
                  <a:pt x="2433542" y="231172"/>
                  <a:pt x="2434971" y="228695"/>
                </a:cubicBezTo>
                <a:cubicBezTo>
                  <a:pt x="2436400" y="226314"/>
                  <a:pt x="2436876" y="223457"/>
                  <a:pt x="2436209" y="220790"/>
                </a:cubicBezTo>
                <a:cubicBezTo>
                  <a:pt x="2435257" y="216884"/>
                  <a:pt x="2432209" y="214122"/>
                  <a:pt x="2428494" y="213265"/>
                </a:cubicBezTo>
                <a:cubicBezTo>
                  <a:pt x="2428494" y="208407"/>
                  <a:pt x="2428494" y="199930"/>
                  <a:pt x="2428399" y="192310"/>
                </a:cubicBezTo>
                <a:lnTo>
                  <a:pt x="2443925" y="176594"/>
                </a:lnTo>
                <a:lnTo>
                  <a:pt x="2526411" y="176594"/>
                </a:lnTo>
                <a:lnTo>
                  <a:pt x="2526411" y="176213"/>
                </a:lnTo>
                <a:cubicBezTo>
                  <a:pt x="2527173" y="177832"/>
                  <a:pt x="2528792" y="179070"/>
                  <a:pt x="2530697" y="179165"/>
                </a:cubicBezTo>
                <a:cubicBezTo>
                  <a:pt x="2533460" y="179165"/>
                  <a:pt x="2535746" y="177070"/>
                  <a:pt x="2535841" y="174403"/>
                </a:cubicBezTo>
                <a:cubicBezTo>
                  <a:pt x="2535841" y="171641"/>
                  <a:pt x="2533745" y="169355"/>
                  <a:pt x="2531078" y="169259"/>
                </a:cubicBezTo>
                <a:cubicBezTo>
                  <a:pt x="2529078" y="169259"/>
                  <a:pt x="2527268" y="170402"/>
                  <a:pt x="2526506" y="172117"/>
                </a:cubicBezTo>
                <a:lnTo>
                  <a:pt x="2526506" y="171831"/>
                </a:lnTo>
                <a:lnTo>
                  <a:pt x="2442020" y="171831"/>
                </a:lnTo>
                <a:lnTo>
                  <a:pt x="2423636" y="190310"/>
                </a:lnTo>
                <a:lnTo>
                  <a:pt x="2423636" y="191262"/>
                </a:lnTo>
                <a:cubicBezTo>
                  <a:pt x="2423732" y="197930"/>
                  <a:pt x="2423827" y="207836"/>
                  <a:pt x="2423732" y="212979"/>
                </a:cubicBezTo>
                <a:cubicBezTo>
                  <a:pt x="2423732" y="212979"/>
                  <a:pt x="2423636" y="212979"/>
                  <a:pt x="2423541" y="212979"/>
                </a:cubicBezTo>
                <a:close/>
                <a:moveTo>
                  <a:pt x="2424684" y="217742"/>
                </a:moveTo>
                <a:cubicBezTo>
                  <a:pt x="2427732" y="217075"/>
                  <a:pt x="2430875" y="218885"/>
                  <a:pt x="2431542" y="221933"/>
                </a:cubicBezTo>
                <a:cubicBezTo>
                  <a:pt x="2431923" y="223457"/>
                  <a:pt x="2431637" y="224981"/>
                  <a:pt x="2430875" y="226219"/>
                </a:cubicBezTo>
                <a:cubicBezTo>
                  <a:pt x="2430113" y="227552"/>
                  <a:pt x="2428780" y="228410"/>
                  <a:pt x="2427351" y="228791"/>
                </a:cubicBezTo>
                <a:cubicBezTo>
                  <a:pt x="2425827" y="229172"/>
                  <a:pt x="2424303" y="228886"/>
                  <a:pt x="2423065" y="228124"/>
                </a:cubicBezTo>
                <a:cubicBezTo>
                  <a:pt x="2421731" y="227362"/>
                  <a:pt x="2420874" y="226028"/>
                  <a:pt x="2420493" y="224600"/>
                </a:cubicBezTo>
                <a:cubicBezTo>
                  <a:pt x="2419731" y="221552"/>
                  <a:pt x="2421636" y="218408"/>
                  <a:pt x="2424684" y="217742"/>
                </a:cubicBezTo>
                <a:close/>
                <a:moveTo>
                  <a:pt x="663607" y="4342353"/>
                </a:moveTo>
                <a:lnTo>
                  <a:pt x="656463" y="4342353"/>
                </a:lnTo>
                <a:lnTo>
                  <a:pt x="656463" y="4334732"/>
                </a:lnTo>
                <a:lnTo>
                  <a:pt x="663607" y="4334732"/>
                </a:lnTo>
                <a:lnTo>
                  <a:pt x="663607" y="4342353"/>
                </a:lnTo>
                <a:close/>
                <a:moveTo>
                  <a:pt x="2019586" y="104489"/>
                </a:moveTo>
                <a:cubicBezTo>
                  <a:pt x="2021205" y="97727"/>
                  <a:pt x="2017014" y="90964"/>
                  <a:pt x="2010347" y="89345"/>
                </a:cubicBezTo>
                <a:cubicBezTo>
                  <a:pt x="2003584" y="87725"/>
                  <a:pt x="1996821" y="91916"/>
                  <a:pt x="1995202" y="98584"/>
                </a:cubicBezTo>
                <a:cubicBezTo>
                  <a:pt x="1993678" y="104775"/>
                  <a:pt x="1997107" y="110966"/>
                  <a:pt x="2002822" y="113157"/>
                </a:cubicBezTo>
                <a:lnTo>
                  <a:pt x="2002822" y="150019"/>
                </a:lnTo>
                <a:lnTo>
                  <a:pt x="2033397" y="182404"/>
                </a:lnTo>
                <a:lnTo>
                  <a:pt x="2033207" y="213932"/>
                </a:lnTo>
                <a:lnTo>
                  <a:pt x="2001012" y="249555"/>
                </a:lnTo>
                <a:lnTo>
                  <a:pt x="2001012" y="369761"/>
                </a:lnTo>
                <a:lnTo>
                  <a:pt x="2039588" y="415862"/>
                </a:lnTo>
                <a:lnTo>
                  <a:pt x="2039588" y="542449"/>
                </a:lnTo>
                <a:lnTo>
                  <a:pt x="2035683" y="542449"/>
                </a:lnTo>
                <a:cubicBezTo>
                  <a:pt x="2032730" y="542449"/>
                  <a:pt x="2030349" y="544830"/>
                  <a:pt x="2030349" y="547783"/>
                </a:cubicBezTo>
                <a:lnTo>
                  <a:pt x="2030349" y="560451"/>
                </a:lnTo>
                <a:cubicBezTo>
                  <a:pt x="2030349" y="563404"/>
                  <a:pt x="2032730" y="565785"/>
                  <a:pt x="2035683" y="565785"/>
                </a:cubicBezTo>
                <a:lnTo>
                  <a:pt x="2048351" y="565785"/>
                </a:lnTo>
                <a:cubicBezTo>
                  <a:pt x="2051304" y="565785"/>
                  <a:pt x="2053685" y="563404"/>
                  <a:pt x="2053685" y="560451"/>
                </a:cubicBezTo>
                <a:lnTo>
                  <a:pt x="2053685" y="547783"/>
                </a:lnTo>
                <a:cubicBezTo>
                  <a:pt x="2053685" y="544830"/>
                  <a:pt x="2051304" y="542449"/>
                  <a:pt x="2048351" y="542449"/>
                </a:cubicBezTo>
                <a:lnTo>
                  <a:pt x="2044446" y="542449"/>
                </a:lnTo>
                <a:lnTo>
                  <a:pt x="2044446" y="414052"/>
                </a:lnTo>
                <a:lnTo>
                  <a:pt x="2005870" y="367951"/>
                </a:lnTo>
                <a:lnTo>
                  <a:pt x="2005870" y="251365"/>
                </a:lnTo>
                <a:lnTo>
                  <a:pt x="2038064" y="215837"/>
                </a:lnTo>
                <a:lnTo>
                  <a:pt x="2038255" y="182499"/>
                </a:lnTo>
                <a:lnTo>
                  <a:pt x="2053781" y="166307"/>
                </a:lnTo>
                <a:lnTo>
                  <a:pt x="2053781" y="145256"/>
                </a:lnTo>
                <a:cubicBezTo>
                  <a:pt x="2057591" y="144113"/>
                  <a:pt x="2060353" y="140684"/>
                  <a:pt x="2060162" y="136493"/>
                </a:cubicBezTo>
                <a:cubicBezTo>
                  <a:pt x="2059877" y="131636"/>
                  <a:pt x="2055781" y="127921"/>
                  <a:pt x="2050923" y="128111"/>
                </a:cubicBezTo>
                <a:cubicBezTo>
                  <a:pt x="2046065" y="128397"/>
                  <a:pt x="2042351" y="132493"/>
                  <a:pt x="2042541" y="137351"/>
                </a:cubicBezTo>
                <a:cubicBezTo>
                  <a:pt x="2042732" y="141161"/>
                  <a:pt x="2045399" y="144304"/>
                  <a:pt x="2048923" y="145256"/>
                </a:cubicBezTo>
                <a:lnTo>
                  <a:pt x="2048923" y="164306"/>
                </a:lnTo>
                <a:lnTo>
                  <a:pt x="2035778" y="178022"/>
                </a:lnTo>
                <a:lnTo>
                  <a:pt x="2007584" y="148114"/>
                </a:lnTo>
                <a:lnTo>
                  <a:pt x="2007584" y="114014"/>
                </a:lnTo>
                <a:cubicBezTo>
                  <a:pt x="2013204" y="114014"/>
                  <a:pt x="2018252" y="110109"/>
                  <a:pt x="2019586" y="104394"/>
                </a:cubicBezTo>
                <a:close/>
                <a:moveTo>
                  <a:pt x="2048256" y="547116"/>
                </a:moveTo>
                <a:cubicBezTo>
                  <a:pt x="2048256" y="547116"/>
                  <a:pt x="2048828" y="547402"/>
                  <a:pt x="2048828" y="547688"/>
                </a:cubicBezTo>
                <a:lnTo>
                  <a:pt x="2048828" y="560356"/>
                </a:lnTo>
                <a:cubicBezTo>
                  <a:pt x="2048828" y="560356"/>
                  <a:pt x="2048542" y="560927"/>
                  <a:pt x="2048256" y="560927"/>
                </a:cubicBezTo>
                <a:lnTo>
                  <a:pt x="2035588" y="560927"/>
                </a:lnTo>
                <a:cubicBezTo>
                  <a:pt x="2035588" y="560927"/>
                  <a:pt x="2035016" y="560642"/>
                  <a:pt x="2035016" y="560356"/>
                </a:cubicBezTo>
                <a:lnTo>
                  <a:pt x="2035016" y="547688"/>
                </a:lnTo>
                <a:cubicBezTo>
                  <a:pt x="2035016" y="547688"/>
                  <a:pt x="2035302" y="547116"/>
                  <a:pt x="2035588" y="547116"/>
                </a:cubicBezTo>
                <a:lnTo>
                  <a:pt x="2048256" y="547116"/>
                </a:lnTo>
                <a:close/>
                <a:moveTo>
                  <a:pt x="2005489" y="109061"/>
                </a:moveTo>
                <a:cubicBezTo>
                  <a:pt x="2001298" y="108014"/>
                  <a:pt x="1998726" y="103823"/>
                  <a:pt x="1999774" y="99632"/>
                </a:cubicBezTo>
                <a:cubicBezTo>
                  <a:pt x="2000822" y="95441"/>
                  <a:pt x="2005013" y="92869"/>
                  <a:pt x="2009203" y="93917"/>
                </a:cubicBezTo>
                <a:cubicBezTo>
                  <a:pt x="2013395" y="94964"/>
                  <a:pt x="2015966" y="99155"/>
                  <a:pt x="2014919" y="103346"/>
                </a:cubicBezTo>
                <a:cubicBezTo>
                  <a:pt x="2013871" y="107537"/>
                  <a:pt x="2009680" y="110109"/>
                  <a:pt x="2005489" y="109061"/>
                </a:cubicBezTo>
                <a:close/>
                <a:moveTo>
                  <a:pt x="2207609" y="32766"/>
                </a:moveTo>
                <a:cubicBezTo>
                  <a:pt x="2205609" y="30671"/>
                  <a:pt x="2202847" y="29528"/>
                  <a:pt x="2199989" y="29528"/>
                </a:cubicBezTo>
                <a:cubicBezTo>
                  <a:pt x="2197132" y="29337"/>
                  <a:pt x="2194370" y="30575"/>
                  <a:pt x="2192274" y="32576"/>
                </a:cubicBezTo>
                <a:cubicBezTo>
                  <a:pt x="2190179" y="34576"/>
                  <a:pt x="2189036" y="37338"/>
                  <a:pt x="2189036" y="40196"/>
                </a:cubicBezTo>
                <a:cubicBezTo>
                  <a:pt x="2189036" y="46196"/>
                  <a:pt x="2193798" y="51054"/>
                  <a:pt x="2199704" y="51149"/>
                </a:cubicBezTo>
                <a:lnTo>
                  <a:pt x="2199799" y="51149"/>
                </a:lnTo>
                <a:cubicBezTo>
                  <a:pt x="2202466" y="51149"/>
                  <a:pt x="2204942" y="50102"/>
                  <a:pt x="2206943" y="48292"/>
                </a:cubicBezTo>
                <a:lnTo>
                  <a:pt x="2339721" y="172403"/>
                </a:lnTo>
                <a:lnTo>
                  <a:pt x="2386775" y="172403"/>
                </a:lnTo>
                <a:cubicBezTo>
                  <a:pt x="2386775" y="172403"/>
                  <a:pt x="2386775" y="172783"/>
                  <a:pt x="2386775" y="172974"/>
                </a:cubicBezTo>
                <a:cubicBezTo>
                  <a:pt x="2387537" y="176213"/>
                  <a:pt x="2389537" y="178975"/>
                  <a:pt x="2392490" y="180785"/>
                </a:cubicBezTo>
                <a:cubicBezTo>
                  <a:pt x="2394490" y="182023"/>
                  <a:pt x="2396776" y="182594"/>
                  <a:pt x="2399062" y="182594"/>
                </a:cubicBezTo>
                <a:cubicBezTo>
                  <a:pt x="2400014" y="182594"/>
                  <a:pt x="2401062" y="182499"/>
                  <a:pt x="2402015" y="182213"/>
                </a:cubicBezTo>
                <a:cubicBezTo>
                  <a:pt x="2405253" y="181451"/>
                  <a:pt x="2408015" y="179451"/>
                  <a:pt x="2409825" y="176594"/>
                </a:cubicBezTo>
                <a:cubicBezTo>
                  <a:pt x="2411540" y="173736"/>
                  <a:pt x="2412111" y="170307"/>
                  <a:pt x="2411349" y="167069"/>
                </a:cubicBezTo>
                <a:cubicBezTo>
                  <a:pt x="2410587" y="163830"/>
                  <a:pt x="2408587" y="161068"/>
                  <a:pt x="2405634" y="159258"/>
                </a:cubicBezTo>
                <a:cubicBezTo>
                  <a:pt x="2402777" y="157544"/>
                  <a:pt x="2399348" y="156972"/>
                  <a:pt x="2396109" y="157734"/>
                </a:cubicBezTo>
                <a:cubicBezTo>
                  <a:pt x="2392871" y="158496"/>
                  <a:pt x="2390108" y="160496"/>
                  <a:pt x="2388299" y="163354"/>
                </a:cubicBezTo>
                <a:cubicBezTo>
                  <a:pt x="2387537" y="164687"/>
                  <a:pt x="2387060" y="166116"/>
                  <a:pt x="2386775" y="167545"/>
                </a:cubicBezTo>
                <a:lnTo>
                  <a:pt x="2341626" y="167545"/>
                </a:lnTo>
                <a:lnTo>
                  <a:pt x="2209800" y="44291"/>
                </a:lnTo>
                <a:cubicBezTo>
                  <a:pt x="2210276" y="43053"/>
                  <a:pt x="2210657" y="41720"/>
                  <a:pt x="2210657" y="40291"/>
                </a:cubicBezTo>
                <a:cubicBezTo>
                  <a:pt x="2210657" y="37433"/>
                  <a:pt x="2209610" y="34671"/>
                  <a:pt x="2207609" y="32576"/>
                </a:cubicBezTo>
                <a:close/>
                <a:moveTo>
                  <a:pt x="2204180" y="44672"/>
                </a:moveTo>
                <a:cubicBezTo>
                  <a:pt x="2203037" y="45815"/>
                  <a:pt x="2201513" y="46387"/>
                  <a:pt x="2199989" y="46387"/>
                </a:cubicBezTo>
                <a:lnTo>
                  <a:pt x="2199989" y="46387"/>
                </a:lnTo>
                <a:cubicBezTo>
                  <a:pt x="2196656" y="46387"/>
                  <a:pt x="2193989" y="43625"/>
                  <a:pt x="2193989" y="40291"/>
                </a:cubicBezTo>
                <a:cubicBezTo>
                  <a:pt x="2193989" y="36957"/>
                  <a:pt x="2196751" y="34290"/>
                  <a:pt x="2200085" y="34290"/>
                </a:cubicBezTo>
                <a:lnTo>
                  <a:pt x="2200085" y="34290"/>
                </a:lnTo>
                <a:cubicBezTo>
                  <a:pt x="2201704" y="34290"/>
                  <a:pt x="2203228" y="34957"/>
                  <a:pt x="2204371" y="36100"/>
                </a:cubicBezTo>
                <a:cubicBezTo>
                  <a:pt x="2205514" y="37243"/>
                  <a:pt x="2206085" y="38767"/>
                  <a:pt x="2206085" y="40386"/>
                </a:cubicBezTo>
                <a:cubicBezTo>
                  <a:pt x="2206085" y="42005"/>
                  <a:pt x="2205419" y="43529"/>
                  <a:pt x="2204276" y="44672"/>
                </a:cubicBezTo>
                <a:close/>
                <a:moveTo>
                  <a:pt x="2392490" y="165926"/>
                </a:moveTo>
                <a:cubicBezTo>
                  <a:pt x="2393537" y="164116"/>
                  <a:pt x="2395252" y="162878"/>
                  <a:pt x="2397347" y="162401"/>
                </a:cubicBezTo>
                <a:cubicBezTo>
                  <a:pt x="2397919" y="162211"/>
                  <a:pt x="2398586" y="162211"/>
                  <a:pt x="2399157" y="162211"/>
                </a:cubicBezTo>
                <a:cubicBezTo>
                  <a:pt x="2402681" y="162211"/>
                  <a:pt x="2405920" y="164592"/>
                  <a:pt x="2406777" y="168212"/>
                </a:cubicBezTo>
                <a:cubicBezTo>
                  <a:pt x="2407253" y="170212"/>
                  <a:pt x="2406968" y="172307"/>
                  <a:pt x="2405825" y="174117"/>
                </a:cubicBezTo>
                <a:cubicBezTo>
                  <a:pt x="2404777" y="175927"/>
                  <a:pt x="2403062" y="177165"/>
                  <a:pt x="2400967" y="177641"/>
                </a:cubicBezTo>
                <a:cubicBezTo>
                  <a:pt x="2398967" y="178118"/>
                  <a:pt x="2396871" y="177832"/>
                  <a:pt x="2395061" y="176689"/>
                </a:cubicBezTo>
                <a:cubicBezTo>
                  <a:pt x="2393252" y="175641"/>
                  <a:pt x="2392013" y="173927"/>
                  <a:pt x="2391537" y="171831"/>
                </a:cubicBezTo>
                <a:cubicBezTo>
                  <a:pt x="2391061" y="169831"/>
                  <a:pt x="2391347" y="167735"/>
                  <a:pt x="2392490" y="165926"/>
                </a:cubicBezTo>
                <a:close/>
                <a:moveTo>
                  <a:pt x="1142524" y="231743"/>
                </a:moveTo>
                <a:lnTo>
                  <a:pt x="1149668" y="231743"/>
                </a:lnTo>
                <a:lnTo>
                  <a:pt x="1149668" y="242030"/>
                </a:lnTo>
                <a:lnTo>
                  <a:pt x="1142524" y="242030"/>
                </a:lnTo>
                <a:lnTo>
                  <a:pt x="1142524" y="231743"/>
                </a:lnTo>
                <a:close/>
                <a:moveTo>
                  <a:pt x="1906810" y="675704"/>
                </a:moveTo>
                <a:cubicBezTo>
                  <a:pt x="1906810" y="669703"/>
                  <a:pt x="1901857" y="664750"/>
                  <a:pt x="1895856" y="664750"/>
                </a:cubicBezTo>
                <a:cubicBezTo>
                  <a:pt x="1889855" y="664750"/>
                  <a:pt x="1884902" y="669703"/>
                  <a:pt x="1884902" y="675704"/>
                </a:cubicBezTo>
                <a:cubicBezTo>
                  <a:pt x="1884902" y="680942"/>
                  <a:pt x="1888617" y="685038"/>
                  <a:pt x="1893475" y="686181"/>
                </a:cubicBezTo>
                <a:lnTo>
                  <a:pt x="1893475" y="746379"/>
                </a:lnTo>
                <a:lnTo>
                  <a:pt x="1910239" y="763334"/>
                </a:lnTo>
                <a:lnTo>
                  <a:pt x="1944243" y="763334"/>
                </a:lnTo>
                <a:cubicBezTo>
                  <a:pt x="1944243" y="763334"/>
                  <a:pt x="1969484" y="785527"/>
                  <a:pt x="1969484" y="785527"/>
                </a:cubicBezTo>
                <a:lnTo>
                  <a:pt x="1969484" y="933260"/>
                </a:lnTo>
                <a:lnTo>
                  <a:pt x="1950244" y="952310"/>
                </a:lnTo>
                <a:lnTo>
                  <a:pt x="1950244" y="1086898"/>
                </a:lnTo>
                <a:lnTo>
                  <a:pt x="1932051" y="1105186"/>
                </a:lnTo>
                <a:cubicBezTo>
                  <a:pt x="1927955" y="1102614"/>
                  <a:pt x="1922717" y="1102138"/>
                  <a:pt x="1918049" y="1104329"/>
                </a:cubicBezTo>
                <a:cubicBezTo>
                  <a:pt x="1913573" y="1106424"/>
                  <a:pt x="1910810" y="1110520"/>
                  <a:pt x="1910048" y="1115092"/>
                </a:cubicBezTo>
                <a:lnTo>
                  <a:pt x="1799082" y="1115092"/>
                </a:lnTo>
                <a:cubicBezTo>
                  <a:pt x="1799082" y="1115092"/>
                  <a:pt x="1776508" y="1094232"/>
                  <a:pt x="1776508" y="1094232"/>
                </a:cubicBezTo>
                <a:lnTo>
                  <a:pt x="1635538" y="1094042"/>
                </a:lnTo>
                <a:cubicBezTo>
                  <a:pt x="1635347" y="1092803"/>
                  <a:pt x="1634966" y="1091470"/>
                  <a:pt x="1634300" y="1090136"/>
                </a:cubicBezTo>
                <a:cubicBezTo>
                  <a:pt x="1630871" y="1082897"/>
                  <a:pt x="1622107" y="1079849"/>
                  <a:pt x="1614869" y="1083278"/>
                </a:cubicBezTo>
                <a:cubicBezTo>
                  <a:pt x="1607630" y="1086707"/>
                  <a:pt x="1604582" y="1095470"/>
                  <a:pt x="1608011" y="1102709"/>
                </a:cubicBezTo>
                <a:cubicBezTo>
                  <a:pt x="1609725" y="1106234"/>
                  <a:pt x="1612678" y="1108901"/>
                  <a:pt x="1616297" y="1110139"/>
                </a:cubicBezTo>
                <a:cubicBezTo>
                  <a:pt x="1617917" y="1110710"/>
                  <a:pt x="1619536" y="1110996"/>
                  <a:pt x="1621155" y="1110996"/>
                </a:cubicBezTo>
                <a:cubicBezTo>
                  <a:pt x="1623346" y="1110996"/>
                  <a:pt x="1625441" y="1110520"/>
                  <a:pt x="1627442" y="1109567"/>
                </a:cubicBezTo>
                <a:cubicBezTo>
                  <a:pt x="1629251" y="1108710"/>
                  <a:pt x="1632014" y="1106424"/>
                  <a:pt x="1633823" y="1103376"/>
                </a:cubicBezTo>
                <a:cubicBezTo>
                  <a:pt x="1634490" y="1102138"/>
                  <a:pt x="1635157" y="1100614"/>
                  <a:pt x="1635443" y="1098899"/>
                </a:cubicBezTo>
                <a:lnTo>
                  <a:pt x="1774698" y="1099090"/>
                </a:lnTo>
                <a:lnTo>
                  <a:pt x="1797272" y="1120045"/>
                </a:lnTo>
                <a:lnTo>
                  <a:pt x="1910144" y="1120045"/>
                </a:lnTo>
                <a:cubicBezTo>
                  <a:pt x="1910334" y="1121283"/>
                  <a:pt x="1910715" y="1122617"/>
                  <a:pt x="1911287" y="1123855"/>
                </a:cubicBezTo>
                <a:cubicBezTo>
                  <a:pt x="1913763" y="1129094"/>
                  <a:pt x="1919002" y="1132142"/>
                  <a:pt x="1924431" y="1132142"/>
                </a:cubicBezTo>
                <a:cubicBezTo>
                  <a:pt x="1926527" y="1132142"/>
                  <a:pt x="1928717" y="1131665"/>
                  <a:pt x="1930718" y="1130713"/>
                </a:cubicBezTo>
                <a:cubicBezTo>
                  <a:pt x="1934242" y="1128998"/>
                  <a:pt x="1936909" y="1126046"/>
                  <a:pt x="1938147" y="1122426"/>
                </a:cubicBezTo>
                <a:cubicBezTo>
                  <a:pt x="1939481" y="1118807"/>
                  <a:pt x="1939195" y="1114806"/>
                  <a:pt x="1937576" y="1111282"/>
                </a:cubicBezTo>
                <a:cubicBezTo>
                  <a:pt x="1937099" y="1110234"/>
                  <a:pt x="1936432" y="1109282"/>
                  <a:pt x="1935766" y="1108424"/>
                </a:cubicBezTo>
                <a:lnTo>
                  <a:pt x="1955197" y="1088993"/>
                </a:lnTo>
                <a:lnTo>
                  <a:pt x="1955197" y="954405"/>
                </a:lnTo>
                <a:lnTo>
                  <a:pt x="1974437" y="935355"/>
                </a:lnTo>
                <a:lnTo>
                  <a:pt x="1974437" y="783527"/>
                </a:lnTo>
                <a:lnTo>
                  <a:pt x="1946243" y="758762"/>
                </a:lnTo>
                <a:lnTo>
                  <a:pt x="1912430" y="758762"/>
                </a:lnTo>
                <a:cubicBezTo>
                  <a:pt x="1912430" y="758762"/>
                  <a:pt x="1898428" y="744569"/>
                  <a:pt x="1898428" y="744569"/>
                </a:cubicBezTo>
                <a:lnTo>
                  <a:pt x="1898428" y="686372"/>
                </a:lnTo>
                <a:cubicBezTo>
                  <a:pt x="1903286" y="685229"/>
                  <a:pt x="1907000" y="681133"/>
                  <a:pt x="1907000" y="675894"/>
                </a:cubicBezTo>
                <a:close/>
                <a:moveTo>
                  <a:pt x="1629632" y="1100900"/>
                </a:moveTo>
                <a:cubicBezTo>
                  <a:pt x="1628203" y="1103281"/>
                  <a:pt x="1626108" y="1104900"/>
                  <a:pt x="1625346" y="1105281"/>
                </a:cubicBezTo>
                <a:cubicBezTo>
                  <a:pt x="1622965" y="1106424"/>
                  <a:pt x="1620298" y="1106519"/>
                  <a:pt x="1617821" y="1105662"/>
                </a:cubicBezTo>
                <a:cubicBezTo>
                  <a:pt x="1615345" y="1104805"/>
                  <a:pt x="1613345" y="1102995"/>
                  <a:pt x="1612202" y="1100709"/>
                </a:cubicBezTo>
                <a:cubicBezTo>
                  <a:pt x="1609820" y="1095851"/>
                  <a:pt x="1611916" y="1089946"/>
                  <a:pt x="1616774" y="1087660"/>
                </a:cubicBezTo>
                <a:cubicBezTo>
                  <a:pt x="1618107" y="1086993"/>
                  <a:pt x="1619536" y="1086707"/>
                  <a:pt x="1620965" y="1086707"/>
                </a:cubicBezTo>
                <a:cubicBezTo>
                  <a:pt x="1624584" y="1086707"/>
                  <a:pt x="1628108" y="1088708"/>
                  <a:pt x="1629823" y="1092232"/>
                </a:cubicBezTo>
                <a:cubicBezTo>
                  <a:pt x="1631252" y="1095185"/>
                  <a:pt x="1631156" y="1098137"/>
                  <a:pt x="1629537" y="1100900"/>
                </a:cubicBezTo>
                <a:close/>
                <a:moveTo>
                  <a:pt x="1933575" y="1120616"/>
                </a:moveTo>
                <a:cubicBezTo>
                  <a:pt x="1932718" y="1123093"/>
                  <a:pt x="1930908" y="1125093"/>
                  <a:pt x="1928622" y="1126141"/>
                </a:cubicBezTo>
                <a:cubicBezTo>
                  <a:pt x="1923764" y="1128522"/>
                  <a:pt x="1917859" y="1126427"/>
                  <a:pt x="1915573" y="1121569"/>
                </a:cubicBezTo>
                <a:cubicBezTo>
                  <a:pt x="1913287" y="1116711"/>
                  <a:pt x="1915287" y="1110806"/>
                  <a:pt x="1920145" y="1108520"/>
                </a:cubicBezTo>
                <a:cubicBezTo>
                  <a:pt x="1921478" y="1107853"/>
                  <a:pt x="1922907" y="1107567"/>
                  <a:pt x="1924336" y="1107567"/>
                </a:cubicBezTo>
                <a:cubicBezTo>
                  <a:pt x="1925384" y="1107567"/>
                  <a:pt x="1926527" y="1107758"/>
                  <a:pt x="1927574" y="1108139"/>
                </a:cubicBezTo>
                <a:cubicBezTo>
                  <a:pt x="1930051" y="1108996"/>
                  <a:pt x="1932051" y="1110806"/>
                  <a:pt x="1933099" y="1113092"/>
                </a:cubicBezTo>
                <a:cubicBezTo>
                  <a:pt x="1934242" y="1115473"/>
                  <a:pt x="1934337" y="1118140"/>
                  <a:pt x="1933480" y="1120616"/>
                </a:cubicBezTo>
                <a:close/>
                <a:moveTo>
                  <a:pt x="1895856" y="681895"/>
                </a:moveTo>
                <a:cubicBezTo>
                  <a:pt x="1892427" y="681895"/>
                  <a:pt x="1889665" y="679133"/>
                  <a:pt x="1889665" y="675704"/>
                </a:cubicBezTo>
                <a:cubicBezTo>
                  <a:pt x="1889665" y="672275"/>
                  <a:pt x="1892427" y="669512"/>
                  <a:pt x="1895856" y="669512"/>
                </a:cubicBezTo>
                <a:cubicBezTo>
                  <a:pt x="1899285" y="669512"/>
                  <a:pt x="1902047" y="672275"/>
                  <a:pt x="1902047" y="675704"/>
                </a:cubicBezTo>
                <a:cubicBezTo>
                  <a:pt x="1902047" y="679133"/>
                  <a:pt x="1899285" y="681895"/>
                  <a:pt x="1895856" y="681895"/>
                </a:cubicBezTo>
                <a:close/>
                <a:moveTo>
                  <a:pt x="1239488" y="277940"/>
                </a:moveTo>
                <a:lnTo>
                  <a:pt x="1239488" y="340709"/>
                </a:lnTo>
                <a:cubicBezTo>
                  <a:pt x="1234535" y="341852"/>
                  <a:pt x="1230725" y="346043"/>
                  <a:pt x="1230725" y="351282"/>
                </a:cubicBezTo>
                <a:cubicBezTo>
                  <a:pt x="1230725" y="357378"/>
                  <a:pt x="1235678" y="362331"/>
                  <a:pt x="1241870" y="362331"/>
                </a:cubicBezTo>
                <a:cubicBezTo>
                  <a:pt x="1248061" y="362331"/>
                  <a:pt x="1252919" y="357378"/>
                  <a:pt x="1252919" y="351282"/>
                </a:cubicBezTo>
                <a:cubicBezTo>
                  <a:pt x="1252919" y="346043"/>
                  <a:pt x="1249109" y="341757"/>
                  <a:pt x="1244251" y="340709"/>
                </a:cubicBezTo>
                <a:lnTo>
                  <a:pt x="1244251" y="280226"/>
                </a:lnTo>
                <a:lnTo>
                  <a:pt x="1254728" y="272225"/>
                </a:lnTo>
                <a:lnTo>
                  <a:pt x="1254728" y="206788"/>
                </a:lnTo>
                <a:lnTo>
                  <a:pt x="1255395" y="206788"/>
                </a:lnTo>
                <a:cubicBezTo>
                  <a:pt x="1256919" y="206788"/>
                  <a:pt x="1258062" y="205550"/>
                  <a:pt x="1258062" y="204121"/>
                </a:cubicBezTo>
                <a:lnTo>
                  <a:pt x="1258062" y="191167"/>
                </a:lnTo>
                <a:cubicBezTo>
                  <a:pt x="1258062" y="189643"/>
                  <a:pt x="1256824" y="188500"/>
                  <a:pt x="1255395" y="188500"/>
                </a:cubicBezTo>
                <a:lnTo>
                  <a:pt x="1249394" y="188500"/>
                </a:lnTo>
                <a:cubicBezTo>
                  <a:pt x="1247870" y="188500"/>
                  <a:pt x="1246727" y="189738"/>
                  <a:pt x="1246727" y="191167"/>
                </a:cubicBezTo>
                <a:lnTo>
                  <a:pt x="1246727" y="204121"/>
                </a:lnTo>
                <a:cubicBezTo>
                  <a:pt x="1246727" y="205645"/>
                  <a:pt x="1247966" y="206788"/>
                  <a:pt x="1249394" y="206788"/>
                </a:cubicBezTo>
                <a:lnTo>
                  <a:pt x="1250061" y="206788"/>
                </a:lnTo>
                <a:lnTo>
                  <a:pt x="1250061" y="269843"/>
                </a:lnTo>
                <a:cubicBezTo>
                  <a:pt x="1250061" y="269843"/>
                  <a:pt x="1239393" y="277844"/>
                  <a:pt x="1239393" y="277844"/>
                </a:cubicBezTo>
                <a:close/>
                <a:moveTo>
                  <a:pt x="1248251" y="351377"/>
                </a:moveTo>
                <a:cubicBezTo>
                  <a:pt x="1248251" y="354902"/>
                  <a:pt x="1245394" y="357664"/>
                  <a:pt x="1241965" y="357664"/>
                </a:cubicBezTo>
                <a:cubicBezTo>
                  <a:pt x="1238536" y="357664"/>
                  <a:pt x="1235583" y="354806"/>
                  <a:pt x="1235583" y="351377"/>
                </a:cubicBezTo>
                <a:cubicBezTo>
                  <a:pt x="1235583" y="347948"/>
                  <a:pt x="1238441" y="344996"/>
                  <a:pt x="1241965" y="344996"/>
                </a:cubicBezTo>
                <a:cubicBezTo>
                  <a:pt x="1245489" y="344996"/>
                  <a:pt x="1248251" y="347853"/>
                  <a:pt x="1248251" y="351377"/>
                </a:cubicBezTo>
                <a:close/>
                <a:moveTo>
                  <a:pt x="1227963" y="411766"/>
                </a:moveTo>
                <a:lnTo>
                  <a:pt x="1227963" y="405003"/>
                </a:lnTo>
                <a:cubicBezTo>
                  <a:pt x="1227963" y="403670"/>
                  <a:pt x="1229106" y="402527"/>
                  <a:pt x="1230440" y="402527"/>
                </a:cubicBezTo>
                <a:lnTo>
                  <a:pt x="1237202" y="402527"/>
                </a:lnTo>
                <a:cubicBezTo>
                  <a:pt x="1238536" y="402527"/>
                  <a:pt x="1239679" y="403670"/>
                  <a:pt x="1239679" y="405003"/>
                </a:cubicBezTo>
                <a:lnTo>
                  <a:pt x="1239679" y="411766"/>
                </a:lnTo>
                <a:cubicBezTo>
                  <a:pt x="1239679" y="413099"/>
                  <a:pt x="1238536" y="414242"/>
                  <a:pt x="1237202" y="414242"/>
                </a:cubicBezTo>
                <a:lnTo>
                  <a:pt x="1230440" y="414242"/>
                </a:lnTo>
                <a:cubicBezTo>
                  <a:pt x="1229106" y="414242"/>
                  <a:pt x="1227963" y="413099"/>
                  <a:pt x="1227963" y="411766"/>
                </a:cubicBezTo>
                <a:close/>
                <a:moveTo>
                  <a:pt x="519208" y="2120265"/>
                </a:moveTo>
                <a:lnTo>
                  <a:pt x="522637" y="2123599"/>
                </a:lnTo>
                <a:lnTo>
                  <a:pt x="519303" y="2127028"/>
                </a:lnTo>
                <a:lnTo>
                  <a:pt x="515874" y="2123694"/>
                </a:lnTo>
                <a:lnTo>
                  <a:pt x="519208" y="2120265"/>
                </a:lnTo>
                <a:close/>
                <a:moveTo>
                  <a:pt x="1559528" y="2308479"/>
                </a:moveTo>
                <a:lnTo>
                  <a:pt x="1559528" y="2318195"/>
                </a:lnTo>
                <a:cubicBezTo>
                  <a:pt x="1559528" y="2319719"/>
                  <a:pt x="1558290" y="2320862"/>
                  <a:pt x="1556861" y="2320862"/>
                </a:cubicBezTo>
                <a:lnTo>
                  <a:pt x="1547146" y="2320862"/>
                </a:lnTo>
                <a:cubicBezTo>
                  <a:pt x="1545622" y="2320862"/>
                  <a:pt x="1544479" y="2319623"/>
                  <a:pt x="1544479" y="2318195"/>
                </a:cubicBezTo>
                <a:lnTo>
                  <a:pt x="1544479" y="2308479"/>
                </a:lnTo>
                <a:cubicBezTo>
                  <a:pt x="1544479" y="2306955"/>
                  <a:pt x="1545717" y="2305812"/>
                  <a:pt x="1547146" y="2305812"/>
                </a:cubicBezTo>
                <a:lnTo>
                  <a:pt x="1556861" y="2305812"/>
                </a:lnTo>
                <a:cubicBezTo>
                  <a:pt x="1558385" y="2305812"/>
                  <a:pt x="1559528" y="2307050"/>
                  <a:pt x="1559528" y="2308479"/>
                </a:cubicBezTo>
                <a:close/>
                <a:moveTo>
                  <a:pt x="1833753" y="418814"/>
                </a:moveTo>
                <a:lnTo>
                  <a:pt x="1835658" y="420338"/>
                </a:lnTo>
                <a:lnTo>
                  <a:pt x="1832039" y="420338"/>
                </a:lnTo>
                <a:lnTo>
                  <a:pt x="1832039" y="425101"/>
                </a:lnTo>
                <a:lnTo>
                  <a:pt x="1839182" y="425101"/>
                </a:lnTo>
                <a:lnTo>
                  <a:pt x="1839182" y="420338"/>
                </a:lnTo>
                <a:lnTo>
                  <a:pt x="1838706" y="420338"/>
                </a:lnTo>
                <a:lnTo>
                  <a:pt x="1883283" y="364617"/>
                </a:lnTo>
                <a:lnTo>
                  <a:pt x="1883283" y="308324"/>
                </a:lnTo>
                <a:cubicBezTo>
                  <a:pt x="1889570" y="307181"/>
                  <a:pt x="1894332" y="301752"/>
                  <a:pt x="1894332" y="295085"/>
                </a:cubicBezTo>
                <a:cubicBezTo>
                  <a:pt x="1894332" y="287655"/>
                  <a:pt x="1888331" y="281654"/>
                  <a:pt x="1880902" y="281654"/>
                </a:cubicBezTo>
                <a:cubicBezTo>
                  <a:pt x="1873472" y="281654"/>
                  <a:pt x="1867472" y="287655"/>
                  <a:pt x="1867472" y="295085"/>
                </a:cubicBezTo>
                <a:cubicBezTo>
                  <a:pt x="1867472" y="301657"/>
                  <a:pt x="1872234" y="307181"/>
                  <a:pt x="1878521" y="308324"/>
                </a:cubicBezTo>
                <a:lnTo>
                  <a:pt x="1878521" y="362903"/>
                </a:lnTo>
                <a:lnTo>
                  <a:pt x="1833848" y="418814"/>
                </a:lnTo>
                <a:close/>
                <a:moveTo>
                  <a:pt x="1872139" y="295085"/>
                </a:moveTo>
                <a:cubicBezTo>
                  <a:pt x="1872139" y="290322"/>
                  <a:pt x="1876044" y="286417"/>
                  <a:pt x="1880807" y="286417"/>
                </a:cubicBezTo>
                <a:cubicBezTo>
                  <a:pt x="1885569" y="286417"/>
                  <a:pt x="1889474" y="290322"/>
                  <a:pt x="1889474" y="295085"/>
                </a:cubicBezTo>
                <a:cubicBezTo>
                  <a:pt x="1889474" y="299847"/>
                  <a:pt x="1885569" y="303752"/>
                  <a:pt x="1880807" y="303752"/>
                </a:cubicBezTo>
                <a:cubicBezTo>
                  <a:pt x="1876044" y="303752"/>
                  <a:pt x="1872139" y="299847"/>
                  <a:pt x="1872139" y="295085"/>
                </a:cubicBezTo>
                <a:close/>
                <a:moveTo>
                  <a:pt x="727043" y="3971925"/>
                </a:moveTo>
                <a:cubicBezTo>
                  <a:pt x="727043" y="3969449"/>
                  <a:pt x="725043" y="3967448"/>
                  <a:pt x="722567" y="3967448"/>
                </a:cubicBezTo>
                <a:lnTo>
                  <a:pt x="709898" y="3967448"/>
                </a:lnTo>
                <a:cubicBezTo>
                  <a:pt x="707422" y="3967448"/>
                  <a:pt x="705422" y="3969449"/>
                  <a:pt x="705422" y="3971925"/>
                </a:cubicBezTo>
                <a:lnTo>
                  <a:pt x="705422" y="3984593"/>
                </a:lnTo>
                <a:cubicBezTo>
                  <a:pt x="705422" y="3987070"/>
                  <a:pt x="707422" y="3989070"/>
                  <a:pt x="709898" y="3989070"/>
                </a:cubicBezTo>
                <a:lnTo>
                  <a:pt x="722567" y="3989070"/>
                </a:lnTo>
                <a:cubicBezTo>
                  <a:pt x="723138" y="3989070"/>
                  <a:pt x="723614" y="3988975"/>
                  <a:pt x="724091" y="3988784"/>
                </a:cubicBezTo>
                <a:lnTo>
                  <a:pt x="874300" y="4162806"/>
                </a:lnTo>
                <a:lnTo>
                  <a:pt x="874300" y="4230720"/>
                </a:lnTo>
                <a:lnTo>
                  <a:pt x="871633" y="4230720"/>
                </a:lnTo>
                <a:cubicBezTo>
                  <a:pt x="865632" y="4230720"/>
                  <a:pt x="860679" y="4235101"/>
                  <a:pt x="860679" y="4240435"/>
                </a:cubicBezTo>
                <a:lnTo>
                  <a:pt x="860679" y="4279297"/>
                </a:lnTo>
                <a:cubicBezTo>
                  <a:pt x="860679" y="4284631"/>
                  <a:pt x="865632" y="4289012"/>
                  <a:pt x="871633" y="4289012"/>
                </a:cubicBezTo>
                <a:lnTo>
                  <a:pt x="874300" y="4289012"/>
                </a:lnTo>
                <a:lnTo>
                  <a:pt x="874300" y="4342448"/>
                </a:lnTo>
                <a:lnTo>
                  <a:pt x="890016" y="4358736"/>
                </a:lnTo>
                <a:lnTo>
                  <a:pt x="1063466" y="4358736"/>
                </a:lnTo>
                <a:lnTo>
                  <a:pt x="1082612" y="4380929"/>
                </a:lnTo>
                <a:lnTo>
                  <a:pt x="1193578" y="4380929"/>
                </a:lnTo>
                <a:cubicBezTo>
                  <a:pt x="1194340" y="4384739"/>
                  <a:pt x="1196721" y="4388168"/>
                  <a:pt x="1200531" y="4389787"/>
                </a:cubicBezTo>
                <a:cubicBezTo>
                  <a:pt x="1206722" y="4392359"/>
                  <a:pt x="1213866" y="4389501"/>
                  <a:pt x="1216438" y="4383310"/>
                </a:cubicBezTo>
                <a:cubicBezTo>
                  <a:pt x="1219010" y="4377119"/>
                  <a:pt x="1216152" y="4369975"/>
                  <a:pt x="1209961" y="4367403"/>
                </a:cubicBezTo>
                <a:cubicBezTo>
                  <a:pt x="1203770" y="4364831"/>
                  <a:pt x="1196626" y="4367689"/>
                  <a:pt x="1194054" y="4373880"/>
                </a:cubicBezTo>
                <a:cubicBezTo>
                  <a:pt x="1193768" y="4374642"/>
                  <a:pt x="1193768" y="4375404"/>
                  <a:pt x="1193578" y="4376166"/>
                </a:cubicBezTo>
                <a:lnTo>
                  <a:pt x="1084802" y="4376166"/>
                </a:lnTo>
                <a:lnTo>
                  <a:pt x="1065657" y="4353973"/>
                </a:lnTo>
                <a:lnTo>
                  <a:pt x="892016" y="4353973"/>
                </a:lnTo>
                <a:lnTo>
                  <a:pt x="879062" y="4340543"/>
                </a:lnTo>
                <a:lnTo>
                  <a:pt x="879062" y="4289108"/>
                </a:lnTo>
                <a:lnTo>
                  <a:pt x="881729" y="4289108"/>
                </a:lnTo>
                <a:cubicBezTo>
                  <a:pt x="887730" y="4289108"/>
                  <a:pt x="892683" y="4284726"/>
                  <a:pt x="892683" y="4279392"/>
                </a:cubicBezTo>
                <a:lnTo>
                  <a:pt x="892683" y="4240530"/>
                </a:lnTo>
                <a:cubicBezTo>
                  <a:pt x="892683" y="4235196"/>
                  <a:pt x="887730" y="4230815"/>
                  <a:pt x="881729" y="4230815"/>
                </a:cubicBezTo>
                <a:lnTo>
                  <a:pt x="879062" y="4230815"/>
                </a:lnTo>
                <a:lnTo>
                  <a:pt x="879062" y="4161187"/>
                </a:lnTo>
                <a:lnTo>
                  <a:pt x="726948" y="3984974"/>
                </a:lnTo>
                <a:cubicBezTo>
                  <a:pt x="726948" y="3984974"/>
                  <a:pt x="726948" y="3984879"/>
                  <a:pt x="726948" y="3984784"/>
                </a:cubicBezTo>
                <a:lnTo>
                  <a:pt x="726948" y="3972116"/>
                </a:lnTo>
                <a:close/>
                <a:moveTo>
                  <a:pt x="887635" y="4279297"/>
                </a:moveTo>
                <a:cubicBezTo>
                  <a:pt x="887635" y="4282154"/>
                  <a:pt x="884968" y="4284536"/>
                  <a:pt x="881729" y="4284536"/>
                </a:cubicBezTo>
                <a:lnTo>
                  <a:pt x="871633" y="4284536"/>
                </a:lnTo>
                <a:cubicBezTo>
                  <a:pt x="868394" y="4284536"/>
                  <a:pt x="865727" y="4282154"/>
                  <a:pt x="865727" y="4279297"/>
                </a:cubicBezTo>
                <a:lnTo>
                  <a:pt x="865727" y="4271010"/>
                </a:lnTo>
                <a:lnTo>
                  <a:pt x="887540" y="4271010"/>
                </a:lnTo>
                <a:lnTo>
                  <a:pt x="887540" y="4279297"/>
                </a:lnTo>
                <a:close/>
                <a:moveTo>
                  <a:pt x="881825" y="4235196"/>
                </a:moveTo>
                <a:cubicBezTo>
                  <a:pt x="885063" y="4235196"/>
                  <a:pt x="887730" y="4237578"/>
                  <a:pt x="887730" y="4240435"/>
                </a:cubicBezTo>
                <a:lnTo>
                  <a:pt x="887730" y="4246531"/>
                </a:lnTo>
                <a:lnTo>
                  <a:pt x="865918" y="4246531"/>
                </a:lnTo>
                <a:lnTo>
                  <a:pt x="865918" y="4240435"/>
                </a:lnTo>
                <a:cubicBezTo>
                  <a:pt x="865918" y="4237578"/>
                  <a:pt x="868585" y="4235196"/>
                  <a:pt x="871823" y="4235196"/>
                </a:cubicBezTo>
                <a:lnTo>
                  <a:pt x="881920" y="4235196"/>
                </a:lnTo>
                <a:close/>
                <a:moveTo>
                  <a:pt x="1858804" y="16859"/>
                </a:moveTo>
                <a:cubicBezTo>
                  <a:pt x="1858804" y="10287"/>
                  <a:pt x="1853470" y="5048"/>
                  <a:pt x="1846993" y="5048"/>
                </a:cubicBezTo>
                <a:cubicBezTo>
                  <a:pt x="1840516" y="5048"/>
                  <a:pt x="1835182" y="10382"/>
                  <a:pt x="1835182" y="16859"/>
                </a:cubicBezTo>
                <a:cubicBezTo>
                  <a:pt x="1835182" y="22574"/>
                  <a:pt x="1839278" y="27051"/>
                  <a:pt x="1844612" y="28194"/>
                </a:cubicBezTo>
                <a:lnTo>
                  <a:pt x="1844612" y="148685"/>
                </a:lnTo>
                <a:lnTo>
                  <a:pt x="1855565" y="160020"/>
                </a:lnTo>
                <a:lnTo>
                  <a:pt x="1855565" y="242030"/>
                </a:lnTo>
                <a:lnTo>
                  <a:pt x="1855089" y="242030"/>
                </a:lnTo>
                <a:cubicBezTo>
                  <a:pt x="1852232" y="242030"/>
                  <a:pt x="1849946" y="244316"/>
                  <a:pt x="1849946" y="247174"/>
                </a:cubicBezTo>
                <a:lnTo>
                  <a:pt x="1849946" y="267557"/>
                </a:lnTo>
                <a:cubicBezTo>
                  <a:pt x="1849946" y="270415"/>
                  <a:pt x="1852232" y="272701"/>
                  <a:pt x="1855089" y="272701"/>
                </a:cubicBezTo>
                <a:lnTo>
                  <a:pt x="1861566" y="272701"/>
                </a:lnTo>
                <a:cubicBezTo>
                  <a:pt x="1864424" y="272701"/>
                  <a:pt x="1866710" y="270415"/>
                  <a:pt x="1866710" y="267557"/>
                </a:cubicBezTo>
                <a:lnTo>
                  <a:pt x="1866710" y="247174"/>
                </a:lnTo>
                <a:cubicBezTo>
                  <a:pt x="1866710" y="244316"/>
                  <a:pt x="1864424" y="242030"/>
                  <a:pt x="1861566" y="242030"/>
                </a:cubicBezTo>
                <a:lnTo>
                  <a:pt x="1860232" y="242030"/>
                </a:lnTo>
                <a:lnTo>
                  <a:pt x="1860232" y="158115"/>
                </a:lnTo>
                <a:lnTo>
                  <a:pt x="1849279" y="146780"/>
                </a:lnTo>
                <a:lnTo>
                  <a:pt x="1849279" y="28194"/>
                </a:lnTo>
                <a:cubicBezTo>
                  <a:pt x="1854613" y="27051"/>
                  <a:pt x="1858709" y="22479"/>
                  <a:pt x="1858709" y="16859"/>
                </a:cubicBezTo>
                <a:close/>
                <a:moveTo>
                  <a:pt x="1864328" y="267557"/>
                </a:moveTo>
                <a:cubicBezTo>
                  <a:pt x="1864328" y="268986"/>
                  <a:pt x="1863185" y="270224"/>
                  <a:pt x="1861661" y="270224"/>
                </a:cubicBezTo>
                <a:lnTo>
                  <a:pt x="1855184" y="270224"/>
                </a:lnTo>
                <a:cubicBezTo>
                  <a:pt x="1853756" y="270224"/>
                  <a:pt x="1852517" y="268986"/>
                  <a:pt x="1852517" y="267557"/>
                </a:cubicBezTo>
                <a:lnTo>
                  <a:pt x="1852517" y="267557"/>
                </a:lnTo>
                <a:cubicBezTo>
                  <a:pt x="1852517" y="267557"/>
                  <a:pt x="1864328" y="267462"/>
                  <a:pt x="1864328" y="267462"/>
                </a:cubicBezTo>
                <a:lnTo>
                  <a:pt x="1864328" y="267462"/>
                </a:lnTo>
                <a:close/>
                <a:moveTo>
                  <a:pt x="1864328" y="264986"/>
                </a:moveTo>
                <a:lnTo>
                  <a:pt x="1852517" y="264986"/>
                </a:lnTo>
                <a:lnTo>
                  <a:pt x="1852517" y="262223"/>
                </a:lnTo>
                <a:lnTo>
                  <a:pt x="1864328" y="262223"/>
                </a:lnTo>
                <a:lnTo>
                  <a:pt x="1864328" y="264986"/>
                </a:lnTo>
                <a:close/>
                <a:moveTo>
                  <a:pt x="1864328" y="260699"/>
                </a:moveTo>
                <a:lnTo>
                  <a:pt x="1852517" y="260699"/>
                </a:lnTo>
                <a:lnTo>
                  <a:pt x="1852517" y="250984"/>
                </a:lnTo>
                <a:lnTo>
                  <a:pt x="1864328" y="250984"/>
                </a:lnTo>
                <a:lnTo>
                  <a:pt x="1864328" y="260699"/>
                </a:lnTo>
                <a:close/>
                <a:moveTo>
                  <a:pt x="1861661" y="244507"/>
                </a:moveTo>
                <a:cubicBezTo>
                  <a:pt x="1863090" y="244507"/>
                  <a:pt x="1864328" y="245745"/>
                  <a:pt x="1864328" y="247174"/>
                </a:cubicBezTo>
                <a:lnTo>
                  <a:pt x="1864328" y="247841"/>
                </a:lnTo>
                <a:lnTo>
                  <a:pt x="1852517" y="247841"/>
                </a:lnTo>
                <a:lnTo>
                  <a:pt x="1852517" y="247174"/>
                </a:lnTo>
                <a:cubicBezTo>
                  <a:pt x="1852517" y="245745"/>
                  <a:pt x="1853756" y="244507"/>
                  <a:pt x="1855184" y="244507"/>
                </a:cubicBezTo>
                <a:lnTo>
                  <a:pt x="1861661" y="244507"/>
                </a:lnTo>
                <a:close/>
                <a:moveTo>
                  <a:pt x="1846993" y="23908"/>
                </a:moveTo>
                <a:cubicBezTo>
                  <a:pt x="1843088" y="23908"/>
                  <a:pt x="1839944" y="20765"/>
                  <a:pt x="1839944" y="16859"/>
                </a:cubicBezTo>
                <a:cubicBezTo>
                  <a:pt x="1839944" y="12954"/>
                  <a:pt x="1843088" y="9811"/>
                  <a:pt x="1846993" y="9811"/>
                </a:cubicBezTo>
                <a:cubicBezTo>
                  <a:pt x="1850898" y="9811"/>
                  <a:pt x="1854041" y="12954"/>
                  <a:pt x="1854041" y="16859"/>
                </a:cubicBezTo>
                <a:cubicBezTo>
                  <a:pt x="1854041" y="20765"/>
                  <a:pt x="1850898" y="23908"/>
                  <a:pt x="1846993" y="23908"/>
                </a:cubicBezTo>
                <a:close/>
                <a:moveTo>
                  <a:pt x="1756124" y="344519"/>
                </a:moveTo>
                <a:cubicBezTo>
                  <a:pt x="1748695" y="344519"/>
                  <a:pt x="1742694" y="350520"/>
                  <a:pt x="1742694" y="357950"/>
                </a:cubicBezTo>
                <a:cubicBezTo>
                  <a:pt x="1742694" y="365379"/>
                  <a:pt x="1748695" y="371380"/>
                  <a:pt x="1756124" y="371380"/>
                </a:cubicBezTo>
                <a:cubicBezTo>
                  <a:pt x="1757648" y="371380"/>
                  <a:pt x="1759077" y="371094"/>
                  <a:pt x="1760411" y="370618"/>
                </a:cubicBezTo>
                <a:lnTo>
                  <a:pt x="1775174" y="387668"/>
                </a:lnTo>
                <a:lnTo>
                  <a:pt x="1775174" y="480536"/>
                </a:lnTo>
                <a:cubicBezTo>
                  <a:pt x="1773079" y="481203"/>
                  <a:pt x="1771555" y="483108"/>
                  <a:pt x="1771555" y="485394"/>
                </a:cubicBezTo>
                <a:lnTo>
                  <a:pt x="1771555" y="491871"/>
                </a:lnTo>
                <a:cubicBezTo>
                  <a:pt x="1771555" y="494729"/>
                  <a:pt x="1773841" y="497014"/>
                  <a:pt x="1776698" y="497014"/>
                </a:cubicBezTo>
                <a:lnTo>
                  <a:pt x="1797082" y="497014"/>
                </a:lnTo>
                <a:cubicBezTo>
                  <a:pt x="1799939" y="497014"/>
                  <a:pt x="1802225" y="494729"/>
                  <a:pt x="1802225" y="491871"/>
                </a:cubicBezTo>
                <a:lnTo>
                  <a:pt x="1802225" y="485394"/>
                </a:lnTo>
                <a:cubicBezTo>
                  <a:pt x="1802225" y="482822"/>
                  <a:pt x="1800225" y="480727"/>
                  <a:pt x="1797749" y="480346"/>
                </a:cubicBezTo>
                <a:lnTo>
                  <a:pt x="1797749" y="386334"/>
                </a:lnTo>
                <a:lnTo>
                  <a:pt x="1828705" y="346043"/>
                </a:lnTo>
                <a:cubicBezTo>
                  <a:pt x="1830705" y="347186"/>
                  <a:pt x="1832991" y="347948"/>
                  <a:pt x="1835468" y="347948"/>
                </a:cubicBezTo>
                <a:cubicBezTo>
                  <a:pt x="1842897" y="347948"/>
                  <a:pt x="1848898" y="341948"/>
                  <a:pt x="1848898" y="334518"/>
                </a:cubicBezTo>
                <a:cubicBezTo>
                  <a:pt x="1848898" y="327089"/>
                  <a:pt x="1842897" y="321088"/>
                  <a:pt x="1835468" y="321088"/>
                </a:cubicBezTo>
                <a:cubicBezTo>
                  <a:pt x="1828038" y="321088"/>
                  <a:pt x="1822037" y="327089"/>
                  <a:pt x="1822037" y="334518"/>
                </a:cubicBezTo>
                <a:cubicBezTo>
                  <a:pt x="1822037" y="337757"/>
                  <a:pt x="1823180" y="340614"/>
                  <a:pt x="1825085" y="342995"/>
                </a:cubicBezTo>
                <a:lnTo>
                  <a:pt x="1792986" y="384715"/>
                </a:lnTo>
                <a:lnTo>
                  <a:pt x="1792986" y="480251"/>
                </a:lnTo>
                <a:lnTo>
                  <a:pt x="1784604" y="480251"/>
                </a:lnTo>
                <a:lnTo>
                  <a:pt x="1784604" y="384143"/>
                </a:lnTo>
                <a:lnTo>
                  <a:pt x="1767650" y="364522"/>
                </a:lnTo>
                <a:cubicBezTo>
                  <a:pt x="1768793" y="362522"/>
                  <a:pt x="1769459" y="360331"/>
                  <a:pt x="1769459" y="357854"/>
                </a:cubicBezTo>
                <a:cubicBezTo>
                  <a:pt x="1769459" y="350425"/>
                  <a:pt x="1763459" y="344424"/>
                  <a:pt x="1756029" y="344424"/>
                </a:cubicBezTo>
                <a:close/>
                <a:moveTo>
                  <a:pt x="1756124" y="366713"/>
                </a:moveTo>
                <a:cubicBezTo>
                  <a:pt x="1751362" y="366713"/>
                  <a:pt x="1747457" y="362807"/>
                  <a:pt x="1747457" y="358045"/>
                </a:cubicBezTo>
                <a:cubicBezTo>
                  <a:pt x="1747457" y="353282"/>
                  <a:pt x="1751362" y="349377"/>
                  <a:pt x="1756124" y="349377"/>
                </a:cubicBezTo>
                <a:cubicBezTo>
                  <a:pt x="1760887" y="349377"/>
                  <a:pt x="1764792" y="353282"/>
                  <a:pt x="1764792" y="358045"/>
                </a:cubicBezTo>
                <a:cubicBezTo>
                  <a:pt x="1764792" y="362807"/>
                  <a:pt x="1760887" y="366713"/>
                  <a:pt x="1756124" y="366713"/>
                </a:cubicBezTo>
                <a:close/>
                <a:moveTo>
                  <a:pt x="1835658" y="325946"/>
                </a:moveTo>
                <a:cubicBezTo>
                  <a:pt x="1840421" y="325946"/>
                  <a:pt x="1844326" y="329851"/>
                  <a:pt x="1844326" y="334613"/>
                </a:cubicBezTo>
                <a:cubicBezTo>
                  <a:pt x="1844326" y="339376"/>
                  <a:pt x="1840421" y="343281"/>
                  <a:pt x="1835658" y="343281"/>
                </a:cubicBezTo>
                <a:cubicBezTo>
                  <a:pt x="1830896" y="343281"/>
                  <a:pt x="1826990" y="339376"/>
                  <a:pt x="1826990" y="334613"/>
                </a:cubicBezTo>
                <a:cubicBezTo>
                  <a:pt x="1826990" y="329851"/>
                  <a:pt x="1830896" y="325946"/>
                  <a:pt x="1835658" y="325946"/>
                </a:cubicBezTo>
                <a:close/>
                <a:moveTo>
                  <a:pt x="1796510" y="482822"/>
                </a:moveTo>
                <a:lnTo>
                  <a:pt x="1797177" y="482822"/>
                </a:lnTo>
                <a:cubicBezTo>
                  <a:pt x="1798606" y="482822"/>
                  <a:pt x="1799844" y="483965"/>
                  <a:pt x="1799844" y="485489"/>
                </a:cubicBezTo>
                <a:lnTo>
                  <a:pt x="1799844" y="491966"/>
                </a:lnTo>
                <a:cubicBezTo>
                  <a:pt x="1799844" y="493395"/>
                  <a:pt x="1798606" y="494633"/>
                  <a:pt x="1797177" y="494633"/>
                </a:cubicBezTo>
                <a:lnTo>
                  <a:pt x="1796510" y="494633"/>
                </a:lnTo>
                <a:lnTo>
                  <a:pt x="1796510" y="482822"/>
                </a:lnTo>
                <a:close/>
                <a:moveTo>
                  <a:pt x="1783652" y="482822"/>
                </a:moveTo>
                <a:lnTo>
                  <a:pt x="1793367" y="482822"/>
                </a:lnTo>
                <a:lnTo>
                  <a:pt x="1793367" y="494633"/>
                </a:lnTo>
                <a:lnTo>
                  <a:pt x="1783652" y="494633"/>
                </a:lnTo>
                <a:lnTo>
                  <a:pt x="1783652" y="482822"/>
                </a:lnTo>
                <a:close/>
                <a:moveTo>
                  <a:pt x="1779365" y="482822"/>
                </a:moveTo>
                <a:lnTo>
                  <a:pt x="1782128" y="482822"/>
                </a:lnTo>
                <a:lnTo>
                  <a:pt x="1782128" y="494633"/>
                </a:lnTo>
                <a:lnTo>
                  <a:pt x="1779365" y="494633"/>
                </a:lnTo>
                <a:lnTo>
                  <a:pt x="1779365" y="482822"/>
                </a:lnTo>
                <a:close/>
                <a:moveTo>
                  <a:pt x="1776984" y="482822"/>
                </a:moveTo>
                <a:lnTo>
                  <a:pt x="1776984" y="494633"/>
                </a:lnTo>
                <a:lnTo>
                  <a:pt x="1776889" y="494633"/>
                </a:lnTo>
                <a:cubicBezTo>
                  <a:pt x="1775460" y="494633"/>
                  <a:pt x="1774222" y="493395"/>
                  <a:pt x="1774222" y="491966"/>
                </a:cubicBezTo>
                <a:lnTo>
                  <a:pt x="1774222" y="485489"/>
                </a:lnTo>
                <a:cubicBezTo>
                  <a:pt x="1774222" y="484061"/>
                  <a:pt x="1775460" y="482822"/>
                  <a:pt x="1776889" y="482822"/>
                </a:cubicBezTo>
                <a:lnTo>
                  <a:pt x="1776984" y="482822"/>
                </a:lnTo>
                <a:close/>
                <a:moveTo>
                  <a:pt x="520065" y="2083594"/>
                </a:moveTo>
                <a:lnTo>
                  <a:pt x="527209" y="2083594"/>
                </a:lnTo>
                <a:lnTo>
                  <a:pt x="527209" y="2088356"/>
                </a:lnTo>
                <a:lnTo>
                  <a:pt x="520065" y="2088356"/>
                </a:lnTo>
                <a:lnTo>
                  <a:pt x="520065" y="2083594"/>
                </a:lnTo>
                <a:close/>
                <a:moveTo>
                  <a:pt x="1561148" y="2300288"/>
                </a:moveTo>
                <a:lnTo>
                  <a:pt x="1542764" y="2300288"/>
                </a:lnTo>
                <a:cubicBezTo>
                  <a:pt x="1540574" y="2300288"/>
                  <a:pt x="1538859" y="2302002"/>
                  <a:pt x="1538859" y="2304193"/>
                </a:cubicBezTo>
                <a:lnTo>
                  <a:pt x="1538859" y="2322576"/>
                </a:lnTo>
                <a:cubicBezTo>
                  <a:pt x="1538859" y="2324767"/>
                  <a:pt x="1540574" y="2326481"/>
                  <a:pt x="1542764" y="2326481"/>
                </a:cubicBezTo>
                <a:lnTo>
                  <a:pt x="1561148" y="2326481"/>
                </a:lnTo>
                <a:cubicBezTo>
                  <a:pt x="1563338" y="2326481"/>
                  <a:pt x="1565053" y="2324767"/>
                  <a:pt x="1565053" y="2322576"/>
                </a:cubicBezTo>
                <a:lnTo>
                  <a:pt x="1565053" y="2316004"/>
                </a:lnTo>
                <a:lnTo>
                  <a:pt x="1647158" y="2315718"/>
                </a:lnTo>
                <a:lnTo>
                  <a:pt x="1800511" y="2471261"/>
                </a:lnTo>
                <a:lnTo>
                  <a:pt x="1801178" y="2471928"/>
                </a:lnTo>
                <a:lnTo>
                  <a:pt x="1819370" y="2471928"/>
                </a:lnTo>
                <a:cubicBezTo>
                  <a:pt x="1820894" y="2476786"/>
                  <a:pt x="1825276" y="2480501"/>
                  <a:pt x="1830610" y="2480501"/>
                </a:cubicBezTo>
                <a:cubicBezTo>
                  <a:pt x="1837182" y="2480501"/>
                  <a:pt x="1842516" y="2475167"/>
                  <a:pt x="1842516" y="2468594"/>
                </a:cubicBezTo>
                <a:cubicBezTo>
                  <a:pt x="1842516" y="2462022"/>
                  <a:pt x="1837182" y="2456688"/>
                  <a:pt x="1830610" y="2456688"/>
                </a:cubicBezTo>
                <a:cubicBezTo>
                  <a:pt x="1824514" y="2456688"/>
                  <a:pt x="1819656" y="2461355"/>
                  <a:pt x="1818894" y="2467261"/>
                </a:cubicBezTo>
                <a:lnTo>
                  <a:pt x="1803082" y="2467261"/>
                </a:lnTo>
                <a:lnTo>
                  <a:pt x="1648968" y="2311051"/>
                </a:lnTo>
                <a:lnTo>
                  <a:pt x="1564862" y="2311337"/>
                </a:lnTo>
                <a:lnTo>
                  <a:pt x="1564862" y="2304288"/>
                </a:lnTo>
                <a:cubicBezTo>
                  <a:pt x="1564862" y="2302097"/>
                  <a:pt x="1563148" y="2300383"/>
                  <a:pt x="1560957" y="2300383"/>
                </a:cubicBezTo>
                <a:close/>
                <a:moveTo>
                  <a:pt x="1562672" y="2322576"/>
                </a:moveTo>
                <a:cubicBezTo>
                  <a:pt x="1562672" y="2323433"/>
                  <a:pt x="1562005" y="2324100"/>
                  <a:pt x="1561148" y="2324100"/>
                </a:cubicBezTo>
                <a:lnTo>
                  <a:pt x="1542764" y="2324100"/>
                </a:lnTo>
                <a:cubicBezTo>
                  <a:pt x="1541907" y="2324100"/>
                  <a:pt x="1541240" y="2323433"/>
                  <a:pt x="1541240" y="2322576"/>
                </a:cubicBezTo>
                <a:lnTo>
                  <a:pt x="1541240" y="2304193"/>
                </a:lnTo>
                <a:cubicBezTo>
                  <a:pt x="1541240" y="2303336"/>
                  <a:pt x="1541907" y="2302669"/>
                  <a:pt x="1542764" y="2302669"/>
                </a:cubicBezTo>
                <a:lnTo>
                  <a:pt x="1561148" y="2302669"/>
                </a:lnTo>
                <a:cubicBezTo>
                  <a:pt x="1562005" y="2302669"/>
                  <a:pt x="1562672" y="2303336"/>
                  <a:pt x="1562672" y="2304193"/>
                </a:cubicBezTo>
                <a:lnTo>
                  <a:pt x="1562672" y="2322576"/>
                </a:lnTo>
                <a:close/>
                <a:moveTo>
                  <a:pt x="1830800" y="2461355"/>
                </a:moveTo>
                <a:cubicBezTo>
                  <a:pt x="1834801" y="2461355"/>
                  <a:pt x="1837944" y="2464594"/>
                  <a:pt x="1837944" y="2468499"/>
                </a:cubicBezTo>
                <a:cubicBezTo>
                  <a:pt x="1837944" y="2472404"/>
                  <a:pt x="1834706" y="2475643"/>
                  <a:pt x="1830800" y="2475643"/>
                </a:cubicBezTo>
                <a:cubicBezTo>
                  <a:pt x="1826895" y="2475643"/>
                  <a:pt x="1823657" y="2472404"/>
                  <a:pt x="1823657" y="2468499"/>
                </a:cubicBezTo>
                <a:cubicBezTo>
                  <a:pt x="1823657" y="2464594"/>
                  <a:pt x="1826895" y="2461355"/>
                  <a:pt x="1830800" y="2461355"/>
                </a:cubicBezTo>
                <a:close/>
                <a:moveTo>
                  <a:pt x="511874" y="2097500"/>
                </a:moveTo>
                <a:lnTo>
                  <a:pt x="521589" y="2089023"/>
                </a:lnTo>
                <a:cubicBezTo>
                  <a:pt x="522732" y="2088071"/>
                  <a:pt x="524447" y="2088166"/>
                  <a:pt x="525399" y="2089309"/>
                </a:cubicBezTo>
                <a:lnTo>
                  <a:pt x="533876" y="2099024"/>
                </a:lnTo>
                <a:cubicBezTo>
                  <a:pt x="534829" y="2100167"/>
                  <a:pt x="534734" y="2101882"/>
                  <a:pt x="533591" y="2102834"/>
                </a:cubicBezTo>
                <a:lnTo>
                  <a:pt x="523875" y="2111312"/>
                </a:lnTo>
                <a:cubicBezTo>
                  <a:pt x="522732" y="2112264"/>
                  <a:pt x="521018" y="2112169"/>
                  <a:pt x="520065" y="2111026"/>
                </a:cubicBezTo>
                <a:lnTo>
                  <a:pt x="511588" y="2101310"/>
                </a:lnTo>
                <a:cubicBezTo>
                  <a:pt x="510635" y="2100167"/>
                  <a:pt x="510731" y="2098453"/>
                  <a:pt x="511874" y="2097500"/>
                </a:cubicBezTo>
                <a:close/>
                <a:moveTo>
                  <a:pt x="1221677" y="4321112"/>
                </a:moveTo>
                <a:cubicBezTo>
                  <a:pt x="1217771" y="4320921"/>
                  <a:pt x="1214057" y="4322350"/>
                  <a:pt x="1211199" y="4325017"/>
                </a:cubicBezTo>
                <a:cubicBezTo>
                  <a:pt x="1208818" y="4327208"/>
                  <a:pt x="1207389" y="4330161"/>
                  <a:pt x="1206818" y="4333304"/>
                </a:cubicBezTo>
                <a:lnTo>
                  <a:pt x="1103852" y="4333304"/>
                </a:lnTo>
                <a:lnTo>
                  <a:pt x="1084707" y="4311111"/>
                </a:lnTo>
                <a:lnTo>
                  <a:pt x="933355" y="4311111"/>
                </a:lnTo>
                <a:lnTo>
                  <a:pt x="924592" y="4301776"/>
                </a:lnTo>
                <a:lnTo>
                  <a:pt x="924592" y="4254246"/>
                </a:lnTo>
                <a:cubicBezTo>
                  <a:pt x="924592" y="4254246"/>
                  <a:pt x="924973" y="4254246"/>
                  <a:pt x="925259" y="4254246"/>
                </a:cubicBezTo>
                <a:cubicBezTo>
                  <a:pt x="931069" y="4252627"/>
                  <a:pt x="934402" y="4246531"/>
                  <a:pt x="932783" y="4240721"/>
                </a:cubicBezTo>
                <a:cubicBezTo>
                  <a:pt x="931640" y="4236625"/>
                  <a:pt x="928211" y="4233863"/>
                  <a:pt x="924211" y="4233101"/>
                </a:cubicBezTo>
                <a:lnTo>
                  <a:pt x="924592" y="4147661"/>
                </a:lnTo>
                <a:lnTo>
                  <a:pt x="865823" y="4077462"/>
                </a:lnTo>
                <a:lnTo>
                  <a:pt x="865632" y="4043077"/>
                </a:lnTo>
                <a:lnTo>
                  <a:pt x="869918" y="4043077"/>
                </a:lnTo>
                <a:cubicBezTo>
                  <a:pt x="872966" y="4043077"/>
                  <a:pt x="875443" y="4040600"/>
                  <a:pt x="875443" y="4037552"/>
                </a:cubicBezTo>
                <a:lnTo>
                  <a:pt x="875443" y="4024122"/>
                </a:lnTo>
                <a:cubicBezTo>
                  <a:pt x="875443" y="4021074"/>
                  <a:pt x="872966" y="4018598"/>
                  <a:pt x="869918" y="4018598"/>
                </a:cubicBezTo>
                <a:lnTo>
                  <a:pt x="856488" y="4018598"/>
                </a:lnTo>
                <a:cubicBezTo>
                  <a:pt x="853440" y="4018598"/>
                  <a:pt x="850964" y="4021074"/>
                  <a:pt x="850964" y="4024122"/>
                </a:cubicBezTo>
                <a:lnTo>
                  <a:pt x="850964" y="4028789"/>
                </a:lnTo>
                <a:lnTo>
                  <a:pt x="833628" y="4028789"/>
                </a:lnTo>
                <a:lnTo>
                  <a:pt x="792099" y="3984117"/>
                </a:lnTo>
                <a:cubicBezTo>
                  <a:pt x="792480" y="3983641"/>
                  <a:pt x="792956" y="3983260"/>
                  <a:pt x="793337" y="3982688"/>
                </a:cubicBezTo>
                <a:cubicBezTo>
                  <a:pt x="794766" y="3980117"/>
                  <a:pt x="795052" y="3977164"/>
                  <a:pt x="794290" y="3974402"/>
                </a:cubicBezTo>
                <a:cubicBezTo>
                  <a:pt x="793528" y="3971544"/>
                  <a:pt x="791623" y="3969258"/>
                  <a:pt x="789051" y="3967829"/>
                </a:cubicBezTo>
                <a:cubicBezTo>
                  <a:pt x="786479" y="3966401"/>
                  <a:pt x="783527" y="3966115"/>
                  <a:pt x="780764" y="3966877"/>
                </a:cubicBezTo>
                <a:cubicBezTo>
                  <a:pt x="774954" y="3968496"/>
                  <a:pt x="771620" y="3974592"/>
                  <a:pt x="773240" y="3980402"/>
                </a:cubicBezTo>
                <a:cubicBezTo>
                  <a:pt x="774573" y="3985165"/>
                  <a:pt x="779050" y="3988308"/>
                  <a:pt x="783812" y="3988308"/>
                </a:cubicBezTo>
                <a:cubicBezTo>
                  <a:pt x="784765" y="3988308"/>
                  <a:pt x="785813" y="3988213"/>
                  <a:pt x="786860" y="3987927"/>
                </a:cubicBezTo>
                <a:cubicBezTo>
                  <a:pt x="787432" y="3987737"/>
                  <a:pt x="787908" y="3987355"/>
                  <a:pt x="788479" y="3987070"/>
                </a:cubicBezTo>
                <a:lnTo>
                  <a:pt x="831723" y="4033552"/>
                </a:lnTo>
                <a:lnTo>
                  <a:pt x="851154" y="4033552"/>
                </a:lnTo>
                <a:lnTo>
                  <a:pt x="851154" y="4037552"/>
                </a:lnTo>
                <a:cubicBezTo>
                  <a:pt x="851154" y="4040600"/>
                  <a:pt x="853631" y="4043077"/>
                  <a:pt x="856679" y="4043077"/>
                </a:cubicBezTo>
                <a:lnTo>
                  <a:pt x="861060" y="4043077"/>
                </a:lnTo>
                <a:lnTo>
                  <a:pt x="861251" y="4079177"/>
                </a:lnTo>
                <a:lnTo>
                  <a:pt x="920020" y="4149280"/>
                </a:lnTo>
                <a:lnTo>
                  <a:pt x="919639" y="4233101"/>
                </a:lnTo>
                <a:cubicBezTo>
                  <a:pt x="919639" y="4233101"/>
                  <a:pt x="919448" y="4233101"/>
                  <a:pt x="919353" y="4233101"/>
                </a:cubicBezTo>
                <a:cubicBezTo>
                  <a:pt x="913543" y="4234720"/>
                  <a:pt x="910209" y="4240816"/>
                  <a:pt x="911828" y="4246626"/>
                </a:cubicBezTo>
                <a:cubicBezTo>
                  <a:pt x="912971" y="4250627"/>
                  <a:pt x="916210" y="4253294"/>
                  <a:pt x="920020" y="4254151"/>
                </a:cubicBezTo>
                <a:lnTo>
                  <a:pt x="920020" y="4303586"/>
                </a:lnTo>
                <a:lnTo>
                  <a:pt x="931545" y="4315873"/>
                </a:lnTo>
                <a:lnTo>
                  <a:pt x="1082802" y="4315873"/>
                </a:lnTo>
                <a:lnTo>
                  <a:pt x="1101947" y="4338066"/>
                </a:lnTo>
                <a:lnTo>
                  <a:pt x="1207103" y="4338066"/>
                </a:lnTo>
                <a:cubicBezTo>
                  <a:pt x="1207580" y="4340829"/>
                  <a:pt x="1208818" y="4343495"/>
                  <a:pt x="1210818" y="4345591"/>
                </a:cubicBezTo>
                <a:cubicBezTo>
                  <a:pt x="1213676" y="4348639"/>
                  <a:pt x="1217581" y="4350258"/>
                  <a:pt x="1221486" y="4350258"/>
                </a:cubicBezTo>
                <a:cubicBezTo>
                  <a:pt x="1225010" y="4350258"/>
                  <a:pt x="1228630" y="4348925"/>
                  <a:pt x="1231392" y="4346353"/>
                </a:cubicBezTo>
                <a:cubicBezTo>
                  <a:pt x="1234250" y="4343686"/>
                  <a:pt x="1235869" y="4340067"/>
                  <a:pt x="1236059" y="4336256"/>
                </a:cubicBezTo>
                <a:cubicBezTo>
                  <a:pt x="1236155" y="4332351"/>
                  <a:pt x="1234821" y="4328637"/>
                  <a:pt x="1232154" y="4325779"/>
                </a:cubicBezTo>
                <a:cubicBezTo>
                  <a:pt x="1229487" y="4322921"/>
                  <a:pt x="1225868" y="4321302"/>
                  <a:pt x="1222057" y="4321207"/>
                </a:cubicBezTo>
                <a:close/>
                <a:moveTo>
                  <a:pt x="789146" y="3980307"/>
                </a:moveTo>
                <a:cubicBezTo>
                  <a:pt x="788384" y="3981736"/>
                  <a:pt x="787051" y="3982784"/>
                  <a:pt x="785432" y="3983260"/>
                </a:cubicBezTo>
                <a:cubicBezTo>
                  <a:pt x="782098" y="3984212"/>
                  <a:pt x="778669" y="3982307"/>
                  <a:pt x="777812" y="3978974"/>
                </a:cubicBezTo>
                <a:cubicBezTo>
                  <a:pt x="776859" y="3975735"/>
                  <a:pt x="778764" y="3972211"/>
                  <a:pt x="782098" y="3971354"/>
                </a:cubicBezTo>
                <a:cubicBezTo>
                  <a:pt x="782669" y="3971163"/>
                  <a:pt x="783241" y="3971068"/>
                  <a:pt x="783812" y="3971068"/>
                </a:cubicBezTo>
                <a:cubicBezTo>
                  <a:pt x="784860" y="3971068"/>
                  <a:pt x="785908" y="3971354"/>
                  <a:pt x="786765" y="3971830"/>
                </a:cubicBezTo>
                <a:cubicBezTo>
                  <a:pt x="788194" y="3972592"/>
                  <a:pt x="789242" y="3973925"/>
                  <a:pt x="789718" y="3975545"/>
                </a:cubicBezTo>
                <a:lnTo>
                  <a:pt x="789718" y="3975545"/>
                </a:lnTo>
                <a:cubicBezTo>
                  <a:pt x="790194" y="3977164"/>
                  <a:pt x="790004" y="3978783"/>
                  <a:pt x="789146" y="3980212"/>
                </a:cubicBezTo>
                <a:close/>
                <a:moveTo>
                  <a:pt x="856488" y="4038219"/>
                </a:moveTo>
                <a:cubicBezTo>
                  <a:pt x="856488" y="4038219"/>
                  <a:pt x="855726" y="4037838"/>
                  <a:pt x="855726" y="4037457"/>
                </a:cubicBezTo>
                <a:lnTo>
                  <a:pt x="855726" y="4024027"/>
                </a:lnTo>
                <a:cubicBezTo>
                  <a:pt x="855726" y="4024027"/>
                  <a:pt x="856107" y="4023265"/>
                  <a:pt x="856488" y="4023265"/>
                </a:cubicBezTo>
                <a:lnTo>
                  <a:pt x="869918" y="4023265"/>
                </a:lnTo>
                <a:cubicBezTo>
                  <a:pt x="869918" y="4023265"/>
                  <a:pt x="870680" y="4023646"/>
                  <a:pt x="870680" y="4024027"/>
                </a:cubicBezTo>
                <a:lnTo>
                  <a:pt x="870680" y="4037457"/>
                </a:lnTo>
                <a:cubicBezTo>
                  <a:pt x="870680" y="4037457"/>
                  <a:pt x="870299" y="4038219"/>
                  <a:pt x="869918" y="4038219"/>
                </a:cubicBezTo>
                <a:lnTo>
                  <a:pt x="856488" y="4038219"/>
                </a:lnTo>
                <a:close/>
                <a:moveTo>
                  <a:pt x="916210" y="4245293"/>
                </a:moveTo>
                <a:cubicBezTo>
                  <a:pt x="915734" y="4243673"/>
                  <a:pt x="915924" y="4242054"/>
                  <a:pt x="916781" y="4240626"/>
                </a:cubicBezTo>
                <a:cubicBezTo>
                  <a:pt x="917543" y="4239197"/>
                  <a:pt x="918877" y="4238149"/>
                  <a:pt x="920496" y="4237673"/>
                </a:cubicBezTo>
                <a:cubicBezTo>
                  <a:pt x="923830" y="4236815"/>
                  <a:pt x="927259" y="4238625"/>
                  <a:pt x="928116" y="4241959"/>
                </a:cubicBezTo>
                <a:cubicBezTo>
                  <a:pt x="929069" y="4245197"/>
                  <a:pt x="927164" y="4248722"/>
                  <a:pt x="923830" y="4249579"/>
                </a:cubicBezTo>
                <a:cubicBezTo>
                  <a:pt x="920496" y="4250531"/>
                  <a:pt x="917067" y="4248627"/>
                  <a:pt x="916210" y="4245293"/>
                </a:cubicBezTo>
                <a:close/>
                <a:moveTo>
                  <a:pt x="1227868" y="4342829"/>
                </a:moveTo>
                <a:cubicBezTo>
                  <a:pt x="1223963" y="4346544"/>
                  <a:pt x="1217676" y="4346258"/>
                  <a:pt x="1214057" y="4342353"/>
                </a:cubicBezTo>
                <a:cubicBezTo>
                  <a:pt x="1212247" y="4340447"/>
                  <a:pt x="1211390" y="4337971"/>
                  <a:pt x="1211485" y="4335304"/>
                </a:cubicBezTo>
                <a:cubicBezTo>
                  <a:pt x="1211485" y="4332732"/>
                  <a:pt x="1212723" y="4330256"/>
                  <a:pt x="1214628" y="4328446"/>
                </a:cubicBezTo>
                <a:cubicBezTo>
                  <a:pt x="1216438" y="4326731"/>
                  <a:pt x="1218819" y="4325779"/>
                  <a:pt x="1221296" y="4325779"/>
                </a:cubicBezTo>
                <a:lnTo>
                  <a:pt x="1221677" y="4325779"/>
                </a:lnTo>
                <a:cubicBezTo>
                  <a:pt x="1224248" y="4325779"/>
                  <a:pt x="1226725" y="4327017"/>
                  <a:pt x="1228535" y="4328922"/>
                </a:cubicBezTo>
                <a:cubicBezTo>
                  <a:pt x="1230344" y="4330827"/>
                  <a:pt x="1231297" y="4333304"/>
                  <a:pt x="1231202" y="4335971"/>
                </a:cubicBezTo>
                <a:cubicBezTo>
                  <a:pt x="1231202" y="4338543"/>
                  <a:pt x="1229963" y="4341019"/>
                  <a:pt x="1228058" y="4342829"/>
                </a:cubicBezTo>
                <a:close/>
                <a:moveTo>
                  <a:pt x="509016" y="2130743"/>
                </a:moveTo>
                <a:lnTo>
                  <a:pt x="512445" y="2134076"/>
                </a:lnTo>
                <a:lnTo>
                  <a:pt x="505587" y="2141125"/>
                </a:lnTo>
                <a:lnTo>
                  <a:pt x="502158" y="2137791"/>
                </a:lnTo>
                <a:lnTo>
                  <a:pt x="509016" y="2130743"/>
                </a:lnTo>
                <a:close/>
                <a:moveTo>
                  <a:pt x="1952149" y="342138"/>
                </a:moveTo>
                <a:cubicBezTo>
                  <a:pt x="1946053" y="343472"/>
                  <a:pt x="1941481" y="348806"/>
                  <a:pt x="1941481" y="355283"/>
                </a:cubicBezTo>
                <a:cubicBezTo>
                  <a:pt x="1941481" y="362712"/>
                  <a:pt x="1947482" y="368713"/>
                  <a:pt x="1954911" y="368713"/>
                </a:cubicBezTo>
                <a:cubicBezTo>
                  <a:pt x="1962341" y="368713"/>
                  <a:pt x="1968341" y="362712"/>
                  <a:pt x="1968341" y="355283"/>
                </a:cubicBezTo>
                <a:cubicBezTo>
                  <a:pt x="1968341" y="348520"/>
                  <a:pt x="1963293" y="342995"/>
                  <a:pt x="1956816" y="342043"/>
                </a:cubicBezTo>
                <a:lnTo>
                  <a:pt x="1957102" y="296990"/>
                </a:lnTo>
                <a:lnTo>
                  <a:pt x="1980914" y="263176"/>
                </a:lnTo>
                <a:lnTo>
                  <a:pt x="1980914" y="160592"/>
                </a:lnTo>
                <a:cubicBezTo>
                  <a:pt x="1980914" y="160592"/>
                  <a:pt x="1950149" y="129635"/>
                  <a:pt x="1950149" y="129635"/>
                </a:cubicBezTo>
                <a:cubicBezTo>
                  <a:pt x="1950149" y="129350"/>
                  <a:pt x="1950339" y="129064"/>
                  <a:pt x="1950339" y="128683"/>
                </a:cubicBezTo>
                <a:lnTo>
                  <a:pt x="1950339" y="116967"/>
                </a:lnTo>
                <a:cubicBezTo>
                  <a:pt x="1950339" y="114491"/>
                  <a:pt x="1948339" y="112490"/>
                  <a:pt x="1945862" y="112490"/>
                </a:cubicBezTo>
                <a:lnTo>
                  <a:pt x="1934147" y="112490"/>
                </a:lnTo>
                <a:cubicBezTo>
                  <a:pt x="1931670" y="112490"/>
                  <a:pt x="1929670" y="114491"/>
                  <a:pt x="1929670" y="116967"/>
                </a:cubicBezTo>
                <a:lnTo>
                  <a:pt x="1929670" y="128683"/>
                </a:lnTo>
                <a:cubicBezTo>
                  <a:pt x="1929670" y="131159"/>
                  <a:pt x="1931670" y="133160"/>
                  <a:pt x="1934147" y="133160"/>
                </a:cubicBezTo>
                <a:lnTo>
                  <a:pt x="1945862" y="133160"/>
                </a:lnTo>
                <a:cubicBezTo>
                  <a:pt x="1945862" y="133160"/>
                  <a:pt x="1946434" y="133064"/>
                  <a:pt x="1946720" y="132969"/>
                </a:cubicBezTo>
                <a:lnTo>
                  <a:pt x="1976057" y="162497"/>
                </a:lnTo>
                <a:lnTo>
                  <a:pt x="1976057" y="261652"/>
                </a:lnTo>
                <a:cubicBezTo>
                  <a:pt x="1976057" y="261652"/>
                  <a:pt x="1952339" y="295370"/>
                  <a:pt x="1952339" y="295370"/>
                </a:cubicBezTo>
                <a:lnTo>
                  <a:pt x="1952053" y="342043"/>
                </a:lnTo>
                <a:close/>
                <a:moveTo>
                  <a:pt x="1963674" y="355283"/>
                </a:moveTo>
                <a:cubicBezTo>
                  <a:pt x="1963674" y="360045"/>
                  <a:pt x="1959769" y="363950"/>
                  <a:pt x="1955006" y="363950"/>
                </a:cubicBezTo>
                <a:cubicBezTo>
                  <a:pt x="1950244" y="363950"/>
                  <a:pt x="1946339" y="360045"/>
                  <a:pt x="1946339" y="355283"/>
                </a:cubicBezTo>
                <a:cubicBezTo>
                  <a:pt x="1946339" y="350520"/>
                  <a:pt x="1950244" y="346615"/>
                  <a:pt x="1955006" y="346615"/>
                </a:cubicBezTo>
                <a:cubicBezTo>
                  <a:pt x="1959769" y="346615"/>
                  <a:pt x="1963674" y="350520"/>
                  <a:pt x="1963674" y="355283"/>
                </a:cubicBezTo>
                <a:close/>
                <a:moveTo>
                  <a:pt x="1025366" y="2527840"/>
                </a:moveTo>
                <a:cubicBezTo>
                  <a:pt x="1024033" y="2524601"/>
                  <a:pt x="1021556" y="2522125"/>
                  <a:pt x="1018318" y="2520887"/>
                </a:cubicBezTo>
                <a:cubicBezTo>
                  <a:pt x="1015079" y="2519553"/>
                  <a:pt x="1011555" y="2519553"/>
                  <a:pt x="1008412" y="2520887"/>
                </a:cubicBezTo>
                <a:cubicBezTo>
                  <a:pt x="1001840" y="2523649"/>
                  <a:pt x="998696" y="2531269"/>
                  <a:pt x="1001459" y="2537841"/>
                </a:cubicBezTo>
                <a:cubicBezTo>
                  <a:pt x="1003554" y="2542794"/>
                  <a:pt x="1008412" y="2545747"/>
                  <a:pt x="1013460" y="2545747"/>
                </a:cubicBezTo>
                <a:cubicBezTo>
                  <a:pt x="1015175" y="2545747"/>
                  <a:pt x="1016794" y="2545461"/>
                  <a:pt x="1018508" y="2544699"/>
                </a:cubicBezTo>
                <a:cubicBezTo>
                  <a:pt x="1019080" y="2544509"/>
                  <a:pt x="1019461" y="2544032"/>
                  <a:pt x="1019937" y="2543747"/>
                </a:cubicBezTo>
                <a:lnTo>
                  <a:pt x="1069181" y="2603183"/>
                </a:lnTo>
                <a:lnTo>
                  <a:pt x="1069181" y="2690908"/>
                </a:lnTo>
                <a:cubicBezTo>
                  <a:pt x="1069181" y="2692242"/>
                  <a:pt x="1070229" y="2693289"/>
                  <a:pt x="1071563" y="2693289"/>
                </a:cubicBezTo>
                <a:lnTo>
                  <a:pt x="1086993" y="2693575"/>
                </a:lnTo>
                <a:lnTo>
                  <a:pt x="1086993" y="2693575"/>
                </a:lnTo>
                <a:cubicBezTo>
                  <a:pt x="1087565" y="2693575"/>
                  <a:pt x="1088041" y="2693384"/>
                  <a:pt x="1088422" y="2693099"/>
                </a:cubicBezTo>
                <a:lnTo>
                  <a:pt x="1115568" y="2672048"/>
                </a:lnTo>
                <a:cubicBezTo>
                  <a:pt x="1116140" y="2671572"/>
                  <a:pt x="1116521" y="2670905"/>
                  <a:pt x="1116521" y="2670143"/>
                </a:cubicBezTo>
                <a:lnTo>
                  <a:pt x="1116521" y="2659761"/>
                </a:lnTo>
                <a:lnTo>
                  <a:pt x="1209008" y="2586704"/>
                </a:lnTo>
                <a:lnTo>
                  <a:pt x="1235012" y="2587847"/>
                </a:lnTo>
                <a:cubicBezTo>
                  <a:pt x="1235583" y="2587847"/>
                  <a:pt x="1236155" y="2587657"/>
                  <a:pt x="1236631" y="2587276"/>
                </a:cubicBezTo>
                <a:lnTo>
                  <a:pt x="1334072" y="2505075"/>
                </a:lnTo>
                <a:cubicBezTo>
                  <a:pt x="1336834" y="2507742"/>
                  <a:pt x="1340453" y="2509171"/>
                  <a:pt x="1344073" y="2509171"/>
                </a:cubicBezTo>
                <a:cubicBezTo>
                  <a:pt x="1347026" y="2509171"/>
                  <a:pt x="1350074" y="2508218"/>
                  <a:pt x="1352645" y="2506409"/>
                </a:cubicBezTo>
                <a:cubicBezTo>
                  <a:pt x="1355789" y="2504123"/>
                  <a:pt x="1357884" y="2500694"/>
                  <a:pt x="1358456" y="2496884"/>
                </a:cubicBezTo>
                <a:cubicBezTo>
                  <a:pt x="1359027" y="2493074"/>
                  <a:pt x="1358075" y="2489168"/>
                  <a:pt x="1355789" y="2486025"/>
                </a:cubicBezTo>
                <a:cubicBezTo>
                  <a:pt x="1351026" y="2479548"/>
                  <a:pt x="1341977" y="2478119"/>
                  <a:pt x="1335500" y="2482882"/>
                </a:cubicBezTo>
                <a:cubicBezTo>
                  <a:pt x="1332357" y="2485168"/>
                  <a:pt x="1330262" y="2488597"/>
                  <a:pt x="1329690" y="2492407"/>
                </a:cubicBezTo>
                <a:cubicBezTo>
                  <a:pt x="1329214" y="2495455"/>
                  <a:pt x="1329690" y="2498503"/>
                  <a:pt x="1331119" y="2501265"/>
                </a:cubicBezTo>
                <a:lnTo>
                  <a:pt x="1234154" y="2582990"/>
                </a:lnTo>
                <a:lnTo>
                  <a:pt x="1208246" y="2581847"/>
                </a:lnTo>
                <a:cubicBezTo>
                  <a:pt x="1207580" y="2581847"/>
                  <a:pt x="1207103" y="2582037"/>
                  <a:pt x="1206627" y="2582323"/>
                </a:cubicBezTo>
                <a:lnTo>
                  <a:pt x="1112520" y="2656618"/>
                </a:lnTo>
                <a:cubicBezTo>
                  <a:pt x="1111949" y="2657094"/>
                  <a:pt x="1111568" y="2657761"/>
                  <a:pt x="1111568" y="2658523"/>
                </a:cubicBezTo>
                <a:lnTo>
                  <a:pt x="1111568" y="2668810"/>
                </a:lnTo>
                <a:lnTo>
                  <a:pt x="1086041" y="2688622"/>
                </a:lnTo>
                <a:lnTo>
                  <a:pt x="1073753" y="2688431"/>
                </a:lnTo>
                <a:lnTo>
                  <a:pt x="1073753" y="2602135"/>
                </a:lnTo>
                <a:cubicBezTo>
                  <a:pt x="1073753" y="2601563"/>
                  <a:pt x="1073563" y="2601087"/>
                  <a:pt x="1073182" y="2600611"/>
                </a:cubicBezTo>
                <a:lnTo>
                  <a:pt x="1023366" y="2540413"/>
                </a:lnTo>
                <a:cubicBezTo>
                  <a:pt x="1024128" y="2539460"/>
                  <a:pt x="1024890" y="2538603"/>
                  <a:pt x="1025271" y="2537460"/>
                </a:cubicBezTo>
                <a:cubicBezTo>
                  <a:pt x="1026604" y="2534222"/>
                  <a:pt x="1026604" y="2530697"/>
                  <a:pt x="1025271" y="2527554"/>
                </a:cubicBezTo>
                <a:close/>
                <a:moveTo>
                  <a:pt x="1021080" y="2535936"/>
                </a:moveTo>
                <a:cubicBezTo>
                  <a:pt x="1020223" y="2537936"/>
                  <a:pt x="1018699" y="2539555"/>
                  <a:pt x="1016699" y="2540413"/>
                </a:cubicBezTo>
                <a:cubicBezTo>
                  <a:pt x="1012508" y="2542127"/>
                  <a:pt x="1007650" y="2540222"/>
                  <a:pt x="1005935" y="2536031"/>
                </a:cubicBezTo>
                <a:cubicBezTo>
                  <a:pt x="1004221" y="2531840"/>
                  <a:pt x="1006126" y="2526983"/>
                  <a:pt x="1010317" y="2525268"/>
                </a:cubicBezTo>
                <a:cubicBezTo>
                  <a:pt x="1011365" y="2524887"/>
                  <a:pt x="1012412" y="2524601"/>
                  <a:pt x="1013460" y="2524601"/>
                </a:cubicBezTo>
                <a:cubicBezTo>
                  <a:pt x="1014508" y="2524601"/>
                  <a:pt x="1015556" y="2524792"/>
                  <a:pt x="1016603" y="2525173"/>
                </a:cubicBezTo>
                <a:cubicBezTo>
                  <a:pt x="1018604" y="2526030"/>
                  <a:pt x="1020223" y="2527554"/>
                  <a:pt x="1021080" y="2529554"/>
                </a:cubicBezTo>
                <a:cubicBezTo>
                  <a:pt x="1021937" y="2531555"/>
                  <a:pt x="1021937" y="2533841"/>
                  <a:pt x="1021080" y="2535841"/>
                </a:cubicBezTo>
                <a:close/>
                <a:moveTo>
                  <a:pt x="1338358" y="2486978"/>
                </a:moveTo>
                <a:cubicBezTo>
                  <a:pt x="1340072" y="2485739"/>
                  <a:pt x="1342073" y="2485073"/>
                  <a:pt x="1344073" y="2485073"/>
                </a:cubicBezTo>
                <a:cubicBezTo>
                  <a:pt x="1347121" y="2485073"/>
                  <a:pt x="1350074" y="2486501"/>
                  <a:pt x="1351978" y="2489073"/>
                </a:cubicBezTo>
                <a:cubicBezTo>
                  <a:pt x="1353503" y="2491169"/>
                  <a:pt x="1354169" y="2493740"/>
                  <a:pt x="1353788" y="2496312"/>
                </a:cubicBezTo>
                <a:cubicBezTo>
                  <a:pt x="1353407" y="2498884"/>
                  <a:pt x="1351978" y="2501170"/>
                  <a:pt x="1349883" y="2502694"/>
                </a:cubicBezTo>
                <a:cubicBezTo>
                  <a:pt x="1345502" y="2505837"/>
                  <a:pt x="1339406" y="2504885"/>
                  <a:pt x="1336167" y="2500598"/>
                </a:cubicBezTo>
                <a:cubicBezTo>
                  <a:pt x="1334643" y="2498503"/>
                  <a:pt x="1333976" y="2495931"/>
                  <a:pt x="1334357" y="2493359"/>
                </a:cubicBezTo>
                <a:cubicBezTo>
                  <a:pt x="1334738" y="2490788"/>
                  <a:pt x="1336167" y="2488502"/>
                  <a:pt x="1338263" y="2486978"/>
                </a:cubicBezTo>
                <a:close/>
                <a:moveTo>
                  <a:pt x="774668" y="4428268"/>
                </a:moveTo>
                <a:cubicBezTo>
                  <a:pt x="778193" y="4431506"/>
                  <a:pt x="782669" y="4433412"/>
                  <a:pt x="787432" y="4433412"/>
                </a:cubicBezTo>
                <a:lnTo>
                  <a:pt x="787432" y="4433412"/>
                </a:lnTo>
                <a:cubicBezTo>
                  <a:pt x="792385" y="4433412"/>
                  <a:pt x="797052" y="4431506"/>
                  <a:pt x="800672" y="4427982"/>
                </a:cubicBezTo>
                <a:cubicBezTo>
                  <a:pt x="804196" y="4424458"/>
                  <a:pt x="806196" y="4419695"/>
                  <a:pt x="806196" y="4414743"/>
                </a:cubicBezTo>
                <a:cubicBezTo>
                  <a:pt x="806196" y="4404360"/>
                  <a:pt x="797814" y="4395978"/>
                  <a:pt x="787527" y="4395883"/>
                </a:cubicBezTo>
                <a:lnTo>
                  <a:pt x="787527" y="4395883"/>
                </a:lnTo>
                <a:cubicBezTo>
                  <a:pt x="782574" y="4395883"/>
                  <a:pt x="777812" y="4397788"/>
                  <a:pt x="774287" y="4401312"/>
                </a:cubicBezTo>
                <a:cubicBezTo>
                  <a:pt x="770763" y="4404837"/>
                  <a:pt x="768763" y="4409599"/>
                  <a:pt x="768763" y="4414552"/>
                </a:cubicBezTo>
                <a:cubicBezTo>
                  <a:pt x="768763" y="4418171"/>
                  <a:pt x="769811" y="4421601"/>
                  <a:pt x="771620" y="4424553"/>
                </a:cubicBezTo>
                <a:lnTo>
                  <a:pt x="744284" y="4451604"/>
                </a:lnTo>
                <a:lnTo>
                  <a:pt x="647891" y="4451604"/>
                </a:lnTo>
                <a:lnTo>
                  <a:pt x="647891" y="4423124"/>
                </a:lnTo>
                <a:lnTo>
                  <a:pt x="721900" y="4356449"/>
                </a:lnTo>
                <a:lnTo>
                  <a:pt x="721900" y="4339019"/>
                </a:lnTo>
                <a:lnTo>
                  <a:pt x="725900" y="4339019"/>
                </a:lnTo>
                <a:cubicBezTo>
                  <a:pt x="729615" y="4339019"/>
                  <a:pt x="732758" y="4335971"/>
                  <a:pt x="732758" y="4332256"/>
                </a:cubicBezTo>
                <a:lnTo>
                  <a:pt x="732758" y="4319588"/>
                </a:lnTo>
                <a:cubicBezTo>
                  <a:pt x="732758" y="4315873"/>
                  <a:pt x="729710" y="4312730"/>
                  <a:pt x="725900" y="4312730"/>
                </a:cubicBezTo>
                <a:lnTo>
                  <a:pt x="721900" y="4312730"/>
                </a:lnTo>
                <a:lnTo>
                  <a:pt x="721900" y="4169759"/>
                </a:lnTo>
                <a:lnTo>
                  <a:pt x="540734" y="3960876"/>
                </a:lnTo>
                <a:cubicBezTo>
                  <a:pt x="543878" y="3958209"/>
                  <a:pt x="545211" y="3953828"/>
                  <a:pt x="543782" y="3949732"/>
                </a:cubicBezTo>
                <a:cubicBezTo>
                  <a:pt x="541877" y="3944398"/>
                  <a:pt x="536067" y="3941540"/>
                  <a:pt x="530733" y="3943445"/>
                </a:cubicBezTo>
                <a:cubicBezTo>
                  <a:pt x="525399" y="3945350"/>
                  <a:pt x="522542" y="3951161"/>
                  <a:pt x="524447" y="3956495"/>
                </a:cubicBezTo>
                <a:cubicBezTo>
                  <a:pt x="526352" y="3961829"/>
                  <a:pt x="532162" y="3964686"/>
                  <a:pt x="537496" y="3962781"/>
                </a:cubicBezTo>
                <a:cubicBezTo>
                  <a:pt x="537496" y="3962781"/>
                  <a:pt x="537496" y="3962781"/>
                  <a:pt x="537591" y="3962781"/>
                </a:cubicBezTo>
                <a:lnTo>
                  <a:pt x="536734" y="3963543"/>
                </a:lnTo>
                <a:lnTo>
                  <a:pt x="717137" y="4171569"/>
                </a:lnTo>
                <a:lnTo>
                  <a:pt x="717137" y="4312730"/>
                </a:lnTo>
                <a:lnTo>
                  <a:pt x="713137" y="4312730"/>
                </a:lnTo>
                <a:cubicBezTo>
                  <a:pt x="709422" y="4312730"/>
                  <a:pt x="706279" y="4315778"/>
                  <a:pt x="706279" y="4319588"/>
                </a:cubicBezTo>
                <a:lnTo>
                  <a:pt x="706279" y="4332256"/>
                </a:lnTo>
                <a:cubicBezTo>
                  <a:pt x="706279" y="4335971"/>
                  <a:pt x="709327" y="4339019"/>
                  <a:pt x="713137" y="4339019"/>
                </a:cubicBezTo>
                <a:lnTo>
                  <a:pt x="717137" y="4339019"/>
                </a:lnTo>
                <a:lnTo>
                  <a:pt x="717137" y="4354354"/>
                </a:lnTo>
                <a:lnTo>
                  <a:pt x="643128" y="4421029"/>
                </a:lnTo>
                <a:lnTo>
                  <a:pt x="643128" y="4456462"/>
                </a:lnTo>
                <a:lnTo>
                  <a:pt x="746284" y="4456462"/>
                </a:lnTo>
                <a:lnTo>
                  <a:pt x="774668" y="4428268"/>
                </a:lnTo>
                <a:close/>
                <a:moveTo>
                  <a:pt x="787527" y="4405408"/>
                </a:moveTo>
                <a:lnTo>
                  <a:pt x="787527" y="4405408"/>
                </a:lnTo>
                <a:cubicBezTo>
                  <a:pt x="792671" y="4405408"/>
                  <a:pt x="796766" y="4409599"/>
                  <a:pt x="796766" y="4414647"/>
                </a:cubicBezTo>
                <a:cubicBezTo>
                  <a:pt x="796766" y="4417124"/>
                  <a:pt x="795814" y="4419410"/>
                  <a:pt x="794004" y="4421220"/>
                </a:cubicBezTo>
                <a:cubicBezTo>
                  <a:pt x="792290" y="4422934"/>
                  <a:pt x="790004" y="4423887"/>
                  <a:pt x="787527" y="4423887"/>
                </a:cubicBezTo>
                <a:lnTo>
                  <a:pt x="787527" y="4423887"/>
                </a:lnTo>
                <a:cubicBezTo>
                  <a:pt x="785051" y="4423887"/>
                  <a:pt x="782765" y="4422934"/>
                  <a:pt x="781050" y="4421124"/>
                </a:cubicBezTo>
                <a:cubicBezTo>
                  <a:pt x="779336" y="4419410"/>
                  <a:pt x="778383" y="4417029"/>
                  <a:pt x="778383" y="4414552"/>
                </a:cubicBezTo>
                <a:cubicBezTo>
                  <a:pt x="778383" y="4409504"/>
                  <a:pt x="782574" y="4405313"/>
                  <a:pt x="787622" y="4405313"/>
                </a:cubicBezTo>
                <a:close/>
                <a:moveTo>
                  <a:pt x="713232" y="4334256"/>
                </a:moveTo>
                <a:cubicBezTo>
                  <a:pt x="712089" y="4334256"/>
                  <a:pt x="711137" y="4333304"/>
                  <a:pt x="711137" y="4332256"/>
                </a:cubicBezTo>
                <a:lnTo>
                  <a:pt x="711137" y="4319588"/>
                </a:lnTo>
                <a:cubicBezTo>
                  <a:pt x="711137" y="4318445"/>
                  <a:pt x="712089" y="4317492"/>
                  <a:pt x="713232" y="4317492"/>
                </a:cubicBezTo>
                <a:lnTo>
                  <a:pt x="725900" y="4317492"/>
                </a:lnTo>
                <a:cubicBezTo>
                  <a:pt x="727043" y="4317492"/>
                  <a:pt x="727996" y="4318445"/>
                  <a:pt x="727996" y="4319588"/>
                </a:cubicBezTo>
                <a:lnTo>
                  <a:pt x="727996" y="4332256"/>
                </a:lnTo>
                <a:cubicBezTo>
                  <a:pt x="727996" y="4333399"/>
                  <a:pt x="727043" y="4334256"/>
                  <a:pt x="725900" y="4334256"/>
                </a:cubicBezTo>
                <a:lnTo>
                  <a:pt x="713232" y="4334256"/>
                </a:lnTo>
                <a:close/>
                <a:moveTo>
                  <a:pt x="703421" y="4409409"/>
                </a:moveTo>
                <a:lnTo>
                  <a:pt x="709613" y="4403979"/>
                </a:lnTo>
                <a:lnTo>
                  <a:pt x="714280" y="4409313"/>
                </a:lnTo>
                <a:lnTo>
                  <a:pt x="708089" y="4414743"/>
                </a:lnTo>
                <a:lnTo>
                  <a:pt x="703421" y="4409409"/>
                </a:lnTo>
                <a:close/>
                <a:moveTo>
                  <a:pt x="1921002" y="511969"/>
                </a:moveTo>
                <a:lnTo>
                  <a:pt x="1925765" y="511969"/>
                </a:lnTo>
                <a:cubicBezTo>
                  <a:pt x="1925765" y="511969"/>
                  <a:pt x="1925574" y="461391"/>
                  <a:pt x="1925574" y="461391"/>
                </a:cubicBezTo>
                <a:lnTo>
                  <a:pt x="1968818" y="408337"/>
                </a:lnTo>
                <a:cubicBezTo>
                  <a:pt x="1970818" y="409480"/>
                  <a:pt x="1973009" y="410147"/>
                  <a:pt x="1975390" y="410147"/>
                </a:cubicBezTo>
                <a:cubicBezTo>
                  <a:pt x="1982819" y="410147"/>
                  <a:pt x="1988820" y="404146"/>
                  <a:pt x="1988820" y="396716"/>
                </a:cubicBezTo>
                <a:cubicBezTo>
                  <a:pt x="1988820" y="389287"/>
                  <a:pt x="1982819" y="383286"/>
                  <a:pt x="1975390" y="383286"/>
                </a:cubicBezTo>
                <a:cubicBezTo>
                  <a:pt x="1967960" y="383286"/>
                  <a:pt x="1961960" y="389287"/>
                  <a:pt x="1961960" y="396716"/>
                </a:cubicBezTo>
                <a:cubicBezTo>
                  <a:pt x="1961960" y="400050"/>
                  <a:pt x="1963198" y="403003"/>
                  <a:pt x="1965198" y="405384"/>
                </a:cubicBezTo>
                <a:lnTo>
                  <a:pt x="1920812" y="459772"/>
                </a:lnTo>
                <a:lnTo>
                  <a:pt x="1921002" y="511969"/>
                </a:lnTo>
                <a:close/>
                <a:moveTo>
                  <a:pt x="1975485" y="388049"/>
                </a:moveTo>
                <a:cubicBezTo>
                  <a:pt x="1980248" y="388049"/>
                  <a:pt x="1984153" y="391954"/>
                  <a:pt x="1984153" y="396716"/>
                </a:cubicBezTo>
                <a:cubicBezTo>
                  <a:pt x="1984153" y="401479"/>
                  <a:pt x="1980248" y="405384"/>
                  <a:pt x="1975485" y="405384"/>
                </a:cubicBezTo>
                <a:cubicBezTo>
                  <a:pt x="1970723" y="405384"/>
                  <a:pt x="1966817" y="401479"/>
                  <a:pt x="1966817" y="396716"/>
                </a:cubicBezTo>
                <a:cubicBezTo>
                  <a:pt x="1966817" y="391954"/>
                  <a:pt x="1970723" y="388049"/>
                  <a:pt x="1975485" y="388049"/>
                </a:cubicBezTo>
                <a:close/>
                <a:moveTo>
                  <a:pt x="721900" y="4393121"/>
                </a:moveTo>
                <a:lnTo>
                  <a:pt x="726567" y="4398455"/>
                </a:lnTo>
                <a:lnTo>
                  <a:pt x="720376" y="4403884"/>
                </a:lnTo>
                <a:lnTo>
                  <a:pt x="715709" y="4398550"/>
                </a:lnTo>
                <a:lnTo>
                  <a:pt x="721900" y="4393121"/>
                </a:lnTo>
                <a:close/>
                <a:moveTo>
                  <a:pt x="1884712" y="475869"/>
                </a:moveTo>
                <a:cubicBezTo>
                  <a:pt x="1886903" y="473678"/>
                  <a:pt x="1886903" y="470249"/>
                  <a:pt x="1884712" y="468059"/>
                </a:cubicBezTo>
                <a:lnTo>
                  <a:pt x="1878997" y="462344"/>
                </a:lnTo>
                <a:cubicBezTo>
                  <a:pt x="1876901" y="460248"/>
                  <a:pt x="1873377" y="460153"/>
                  <a:pt x="1871186" y="462344"/>
                </a:cubicBezTo>
                <a:lnTo>
                  <a:pt x="1865471" y="468059"/>
                </a:lnTo>
                <a:cubicBezTo>
                  <a:pt x="1863281" y="470249"/>
                  <a:pt x="1863281" y="473678"/>
                  <a:pt x="1865471" y="475869"/>
                </a:cubicBezTo>
                <a:lnTo>
                  <a:pt x="1871186" y="481584"/>
                </a:lnTo>
                <a:cubicBezTo>
                  <a:pt x="1871186" y="481584"/>
                  <a:pt x="1872139" y="482346"/>
                  <a:pt x="1872710" y="482632"/>
                </a:cubicBezTo>
                <a:lnTo>
                  <a:pt x="1872710" y="598837"/>
                </a:lnTo>
                <a:cubicBezTo>
                  <a:pt x="1872710" y="598837"/>
                  <a:pt x="1887760" y="616458"/>
                  <a:pt x="1887760" y="616458"/>
                </a:cubicBezTo>
                <a:lnTo>
                  <a:pt x="1887760" y="633127"/>
                </a:lnTo>
                <a:cubicBezTo>
                  <a:pt x="1887188" y="633413"/>
                  <a:pt x="1886712" y="633698"/>
                  <a:pt x="1886236" y="634079"/>
                </a:cubicBezTo>
                <a:lnTo>
                  <a:pt x="1880521" y="639699"/>
                </a:lnTo>
                <a:cubicBezTo>
                  <a:pt x="1878330" y="641890"/>
                  <a:pt x="1878330" y="645319"/>
                  <a:pt x="1880521" y="647510"/>
                </a:cubicBezTo>
                <a:lnTo>
                  <a:pt x="1886141" y="653129"/>
                </a:lnTo>
                <a:cubicBezTo>
                  <a:pt x="1887188" y="654177"/>
                  <a:pt x="1888522" y="654749"/>
                  <a:pt x="1890046" y="654749"/>
                </a:cubicBezTo>
                <a:cubicBezTo>
                  <a:pt x="1891570" y="654749"/>
                  <a:pt x="1892903" y="654177"/>
                  <a:pt x="1893951" y="653129"/>
                </a:cubicBezTo>
                <a:lnTo>
                  <a:pt x="1899666" y="647510"/>
                </a:lnTo>
                <a:cubicBezTo>
                  <a:pt x="1901857" y="645319"/>
                  <a:pt x="1901857" y="641890"/>
                  <a:pt x="1899666" y="639699"/>
                </a:cubicBezTo>
                <a:lnTo>
                  <a:pt x="1894046" y="634079"/>
                </a:lnTo>
                <a:cubicBezTo>
                  <a:pt x="1894046" y="634079"/>
                  <a:pt x="1893094" y="633317"/>
                  <a:pt x="1892522" y="633127"/>
                </a:cubicBezTo>
                <a:lnTo>
                  <a:pt x="1892522" y="614648"/>
                </a:lnTo>
                <a:lnTo>
                  <a:pt x="1877568" y="597027"/>
                </a:lnTo>
                <a:lnTo>
                  <a:pt x="1877568" y="482537"/>
                </a:lnTo>
                <a:cubicBezTo>
                  <a:pt x="1877568" y="482537"/>
                  <a:pt x="1878521" y="481965"/>
                  <a:pt x="1878997" y="481489"/>
                </a:cubicBezTo>
                <a:lnTo>
                  <a:pt x="1884712" y="475774"/>
                </a:lnTo>
                <a:close/>
                <a:moveTo>
                  <a:pt x="1890713" y="637413"/>
                </a:moveTo>
                <a:lnTo>
                  <a:pt x="1896428" y="643033"/>
                </a:lnTo>
                <a:cubicBezTo>
                  <a:pt x="1896428" y="643033"/>
                  <a:pt x="1896713" y="643795"/>
                  <a:pt x="1896428" y="644081"/>
                </a:cubicBezTo>
                <a:lnTo>
                  <a:pt x="1890713" y="649700"/>
                </a:lnTo>
                <a:lnTo>
                  <a:pt x="1889665" y="649700"/>
                </a:lnTo>
                <a:lnTo>
                  <a:pt x="1883950" y="644081"/>
                </a:lnTo>
                <a:cubicBezTo>
                  <a:pt x="1883950" y="644081"/>
                  <a:pt x="1883664" y="643319"/>
                  <a:pt x="1883950" y="643033"/>
                </a:cubicBezTo>
                <a:lnTo>
                  <a:pt x="1889665" y="637413"/>
                </a:lnTo>
                <a:lnTo>
                  <a:pt x="1890713" y="637413"/>
                </a:lnTo>
                <a:close/>
                <a:moveTo>
                  <a:pt x="1875663" y="478155"/>
                </a:moveTo>
                <a:cubicBezTo>
                  <a:pt x="1875663" y="478155"/>
                  <a:pt x="1874901" y="478441"/>
                  <a:pt x="1874615" y="478155"/>
                </a:cubicBezTo>
                <a:lnTo>
                  <a:pt x="1868900" y="472440"/>
                </a:lnTo>
                <a:cubicBezTo>
                  <a:pt x="1868900" y="472440"/>
                  <a:pt x="1868615" y="471678"/>
                  <a:pt x="1868900" y="471392"/>
                </a:cubicBezTo>
                <a:lnTo>
                  <a:pt x="1874615" y="465677"/>
                </a:lnTo>
                <a:cubicBezTo>
                  <a:pt x="1874615" y="465677"/>
                  <a:pt x="1874996" y="465487"/>
                  <a:pt x="1875092" y="465487"/>
                </a:cubicBezTo>
                <a:cubicBezTo>
                  <a:pt x="1875187" y="465487"/>
                  <a:pt x="1875473" y="465487"/>
                  <a:pt x="1875663" y="465677"/>
                </a:cubicBezTo>
                <a:lnTo>
                  <a:pt x="1881378" y="471392"/>
                </a:lnTo>
                <a:cubicBezTo>
                  <a:pt x="1881378" y="471392"/>
                  <a:pt x="1881664" y="472154"/>
                  <a:pt x="1881378" y="472440"/>
                </a:cubicBezTo>
                <a:lnTo>
                  <a:pt x="1875663" y="478155"/>
                </a:lnTo>
                <a:close/>
                <a:moveTo>
                  <a:pt x="1025462" y="508730"/>
                </a:moveTo>
                <a:lnTo>
                  <a:pt x="997458" y="508730"/>
                </a:lnTo>
                <a:cubicBezTo>
                  <a:pt x="996410" y="504444"/>
                  <a:pt x="992696" y="501206"/>
                  <a:pt x="988124" y="501206"/>
                </a:cubicBezTo>
                <a:cubicBezTo>
                  <a:pt x="982694" y="501206"/>
                  <a:pt x="978313" y="505587"/>
                  <a:pt x="978313" y="511016"/>
                </a:cubicBezTo>
                <a:cubicBezTo>
                  <a:pt x="978313" y="516446"/>
                  <a:pt x="982694" y="520732"/>
                  <a:pt x="988124" y="520732"/>
                </a:cubicBezTo>
                <a:cubicBezTo>
                  <a:pt x="992600" y="520732"/>
                  <a:pt x="996315" y="517589"/>
                  <a:pt x="997363" y="513398"/>
                </a:cubicBezTo>
                <a:lnTo>
                  <a:pt x="1023557" y="513398"/>
                </a:lnTo>
                <a:cubicBezTo>
                  <a:pt x="1023557" y="513398"/>
                  <a:pt x="1079468" y="564928"/>
                  <a:pt x="1079468" y="564928"/>
                </a:cubicBezTo>
                <a:lnTo>
                  <a:pt x="1185196" y="565309"/>
                </a:lnTo>
                <a:lnTo>
                  <a:pt x="1234916" y="624935"/>
                </a:lnTo>
                <a:lnTo>
                  <a:pt x="1235774" y="754094"/>
                </a:lnTo>
                <a:lnTo>
                  <a:pt x="1227296" y="754094"/>
                </a:lnTo>
                <a:cubicBezTo>
                  <a:pt x="1225201" y="754094"/>
                  <a:pt x="1223486" y="755809"/>
                  <a:pt x="1223486" y="757904"/>
                </a:cubicBezTo>
                <a:lnTo>
                  <a:pt x="1223486" y="766858"/>
                </a:lnTo>
                <a:cubicBezTo>
                  <a:pt x="1223486" y="768953"/>
                  <a:pt x="1225201" y="770668"/>
                  <a:pt x="1227296" y="770668"/>
                </a:cubicBezTo>
                <a:lnTo>
                  <a:pt x="1236155" y="770668"/>
                </a:lnTo>
                <a:lnTo>
                  <a:pt x="1236155" y="791718"/>
                </a:lnTo>
                <a:lnTo>
                  <a:pt x="1227296" y="791718"/>
                </a:lnTo>
                <a:cubicBezTo>
                  <a:pt x="1225201" y="791718"/>
                  <a:pt x="1223486" y="793433"/>
                  <a:pt x="1223486" y="795528"/>
                </a:cubicBezTo>
                <a:lnTo>
                  <a:pt x="1223486" y="804482"/>
                </a:lnTo>
                <a:cubicBezTo>
                  <a:pt x="1223486" y="806577"/>
                  <a:pt x="1225201" y="808292"/>
                  <a:pt x="1227296" y="808292"/>
                </a:cubicBezTo>
                <a:lnTo>
                  <a:pt x="1236155" y="808292"/>
                </a:lnTo>
                <a:lnTo>
                  <a:pt x="1236155" y="829342"/>
                </a:lnTo>
                <a:lnTo>
                  <a:pt x="1227296" y="829342"/>
                </a:lnTo>
                <a:cubicBezTo>
                  <a:pt x="1225201" y="829342"/>
                  <a:pt x="1223486" y="831056"/>
                  <a:pt x="1223486" y="833152"/>
                </a:cubicBezTo>
                <a:lnTo>
                  <a:pt x="1223486" y="842105"/>
                </a:lnTo>
                <a:cubicBezTo>
                  <a:pt x="1223486" y="844201"/>
                  <a:pt x="1225201" y="845915"/>
                  <a:pt x="1227296" y="845915"/>
                </a:cubicBezTo>
                <a:lnTo>
                  <a:pt x="1236536" y="845915"/>
                </a:lnTo>
                <a:lnTo>
                  <a:pt x="1236536" y="866966"/>
                </a:lnTo>
                <a:lnTo>
                  <a:pt x="1227296" y="866966"/>
                </a:lnTo>
                <a:cubicBezTo>
                  <a:pt x="1225201" y="866966"/>
                  <a:pt x="1223486" y="868680"/>
                  <a:pt x="1223486" y="870776"/>
                </a:cubicBezTo>
                <a:lnTo>
                  <a:pt x="1223486" y="879729"/>
                </a:lnTo>
                <a:cubicBezTo>
                  <a:pt x="1223486" y="881825"/>
                  <a:pt x="1225201" y="883539"/>
                  <a:pt x="1227296" y="883539"/>
                </a:cubicBezTo>
                <a:lnTo>
                  <a:pt x="1236726" y="883539"/>
                </a:lnTo>
                <a:lnTo>
                  <a:pt x="1347788" y="1008793"/>
                </a:lnTo>
                <a:lnTo>
                  <a:pt x="1348073" y="1161764"/>
                </a:lnTo>
                <a:lnTo>
                  <a:pt x="1357122" y="1169956"/>
                </a:lnTo>
                <a:cubicBezTo>
                  <a:pt x="1355693" y="1171480"/>
                  <a:pt x="1354836" y="1173480"/>
                  <a:pt x="1354360" y="1175576"/>
                </a:cubicBezTo>
                <a:lnTo>
                  <a:pt x="1339025" y="1175576"/>
                </a:lnTo>
                <a:cubicBezTo>
                  <a:pt x="1338453" y="1175576"/>
                  <a:pt x="1337882" y="1175766"/>
                  <a:pt x="1337501" y="1176147"/>
                </a:cubicBezTo>
                <a:lnTo>
                  <a:pt x="1251776" y="1251395"/>
                </a:lnTo>
                <a:cubicBezTo>
                  <a:pt x="1251204" y="1251966"/>
                  <a:pt x="1250918" y="1252728"/>
                  <a:pt x="1251014" y="1253490"/>
                </a:cubicBezTo>
                <a:lnTo>
                  <a:pt x="1251014" y="1264920"/>
                </a:lnTo>
                <a:cubicBezTo>
                  <a:pt x="1247966" y="1266635"/>
                  <a:pt x="1245299" y="1268921"/>
                  <a:pt x="1243203" y="1271778"/>
                </a:cubicBezTo>
                <a:cubicBezTo>
                  <a:pt x="1235202" y="1282637"/>
                  <a:pt x="1237583" y="1297972"/>
                  <a:pt x="1248442" y="1305878"/>
                </a:cubicBezTo>
                <a:cubicBezTo>
                  <a:pt x="1252157" y="1308640"/>
                  <a:pt x="1256348" y="1310069"/>
                  <a:pt x="1260634" y="1310450"/>
                </a:cubicBezTo>
                <a:lnTo>
                  <a:pt x="1260348" y="1367600"/>
                </a:lnTo>
                <a:lnTo>
                  <a:pt x="1225772" y="1399603"/>
                </a:lnTo>
                <a:lnTo>
                  <a:pt x="1022033" y="1398461"/>
                </a:lnTo>
                <a:cubicBezTo>
                  <a:pt x="1020699" y="1394365"/>
                  <a:pt x="1017079" y="1391412"/>
                  <a:pt x="1012508" y="1391412"/>
                </a:cubicBezTo>
                <a:cubicBezTo>
                  <a:pt x="1006888" y="1391412"/>
                  <a:pt x="1002411" y="1395984"/>
                  <a:pt x="1002411" y="1401509"/>
                </a:cubicBezTo>
                <a:cubicBezTo>
                  <a:pt x="1002411" y="1407033"/>
                  <a:pt x="1006983" y="1411605"/>
                  <a:pt x="1012508" y="1411605"/>
                </a:cubicBezTo>
                <a:cubicBezTo>
                  <a:pt x="1017461" y="1411605"/>
                  <a:pt x="1021461" y="1407986"/>
                  <a:pt x="1022318" y="1403223"/>
                </a:cubicBezTo>
                <a:lnTo>
                  <a:pt x="1227582" y="1404366"/>
                </a:lnTo>
                <a:lnTo>
                  <a:pt x="1264825" y="1369886"/>
                </a:lnTo>
                <a:lnTo>
                  <a:pt x="1264825" y="1369886"/>
                </a:lnTo>
                <a:cubicBezTo>
                  <a:pt x="1264825" y="1369886"/>
                  <a:pt x="1265111" y="1310354"/>
                  <a:pt x="1265111" y="1310354"/>
                </a:cubicBezTo>
                <a:cubicBezTo>
                  <a:pt x="1271873" y="1309688"/>
                  <a:pt x="1278255" y="1306449"/>
                  <a:pt x="1282541" y="1300639"/>
                </a:cubicBezTo>
                <a:cubicBezTo>
                  <a:pt x="1286447" y="1295400"/>
                  <a:pt x="1287971" y="1288923"/>
                  <a:pt x="1287018" y="1282446"/>
                </a:cubicBezTo>
                <a:cubicBezTo>
                  <a:pt x="1286066" y="1275969"/>
                  <a:pt x="1282541" y="1270349"/>
                  <a:pt x="1277303" y="1266444"/>
                </a:cubicBezTo>
                <a:cubicBezTo>
                  <a:pt x="1272064" y="1262539"/>
                  <a:pt x="1265587" y="1261015"/>
                  <a:pt x="1259110" y="1261967"/>
                </a:cubicBezTo>
                <a:cubicBezTo>
                  <a:pt x="1257967" y="1262158"/>
                  <a:pt x="1256824" y="1262539"/>
                  <a:pt x="1255681" y="1262825"/>
                </a:cubicBezTo>
                <a:lnTo>
                  <a:pt x="1255681" y="1254062"/>
                </a:lnTo>
                <a:lnTo>
                  <a:pt x="1339882" y="1180148"/>
                </a:lnTo>
                <a:lnTo>
                  <a:pt x="1354265" y="1180148"/>
                </a:lnTo>
                <a:cubicBezTo>
                  <a:pt x="1355407" y="1185577"/>
                  <a:pt x="1359980" y="1189673"/>
                  <a:pt x="1365695" y="1189673"/>
                </a:cubicBezTo>
                <a:cubicBezTo>
                  <a:pt x="1372267" y="1189673"/>
                  <a:pt x="1377601" y="1184339"/>
                  <a:pt x="1377601" y="1177766"/>
                </a:cubicBezTo>
                <a:cubicBezTo>
                  <a:pt x="1377601" y="1171194"/>
                  <a:pt x="1372267" y="1165860"/>
                  <a:pt x="1365695" y="1165860"/>
                </a:cubicBezTo>
                <a:cubicBezTo>
                  <a:pt x="1363980" y="1165860"/>
                  <a:pt x="1362361" y="1166241"/>
                  <a:pt x="1360932" y="1166908"/>
                </a:cubicBezTo>
                <a:lnTo>
                  <a:pt x="1352741" y="1159478"/>
                </a:lnTo>
                <a:lnTo>
                  <a:pt x="1352455" y="1006793"/>
                </a:lnTo>
                <a:lnTo>
                  <a:pt x="1243013" y="883444"/>
                </a:lnTo>
                <a:lnTo>
                  <a:pt x="1247299" y="883444"/>
                </a:lnTo>
                <a:cubicBezTo>
                  <a:pt x="1249394" y="883444"/>
                  <a:pt x="1251109" y="881729"/>
                  <a:pt x="1251109" y="879634"/>
                </a:cubicBezTo>
                <a:lnTo>
                  <a:pt x="1251109" y="870680"/>
                </a:lnTo>
                <a:cubicBezTo>
                  <a:pt x="1251109" y="868585"/>
                  <a:pt x="1249394" y="866870"/>
                  <a:pt x="1247299" y="866870"/>
                </a:cubicBezTo>
                <a:lnTo>
                  <a:pt x="1238822" y="866870"/>
                </a:lnTo>
                <a:lnTo>
                  <a:pt x="1238822" y="845820"/>
                </a:lnTo>
                <a:lnTo>
                  <a:pt x="1247299" y="845820"/>
                </a:lnTo>
                <a:cubicBezTo>
                  <a:pt x="1249394" y="845820"/>
                  <a:pt x="1251109" y="844106"/>
                  <a:pt x="1251109" y="842010"/>
                </a:cubicBezTo>
                <a:lnTo>
                  <a:pt x="1251109" y="833057"/>
                </a:lnTo>
                <a:cubicBezTo>
                  <a:pt x="1251109" y="830961"/>
                  <a:pt x="1249394" y="829247"/>
                  <a:pt x="1247299" y="829247"/>
                </a:cubicBezTo>
                <a:lnTo>
                  <a:pt x="1238441" y="829247"/>
                </a:lnTo>
                <a:lnTo>
                  <a:pt x="1238441" y="808196"/>
                </a:lnTo>
                <a:lnTo>
                  <a:pt x="1247299" y="808196"/>
                </a:lnTo>
                <a:cubicBezTo>
                  <a:pt x="1249394" y="808196"/>
                  <a:pt x="1251109" y="806482"/>
                  <a:pt x="1251109" y="804386"/>
                </a:cubicBezTo>
                <a:lnTo>
                  <a:pt x="1251109" y="795433"/>
                </a:lnTo>
                <a:cubicBezTo>
                  <a:pt x="1251109" y="793337"/>
                  <a:pt x="1249394" y="791623"/>
                  <a:pt x="1247299" y="791623"/>
                </a:cubicBezTo>
                <a:lnTo>
                  <a:pt x="1238441" y="791623"/>
                </a:lnTo>
                <a:lnTo>
                  <a:pt x="1238441" y="770573"/>
                </a:lnTo>
                <a:lnTo>
                  <a:pt x="1247299" y="770573"/>
                </a:lnTo>
                <a:cubicBezTo>
                  <a:pt x="1249394" y="770573"/>
                  <a:pt x="1251109" y="768858"/>
                  <a:pt x="1251109" y="766763"/>
                </a:cubicBezTo>
                <a:lnTo>
                  <a:pt x="1251109" y="757809"/>
                </a:lnTo>
                <a:cubicBezTo>
                  <a:pt x="1251109" y="755714"/>
                  <a:pt x="1249394" y="753999"/>
                  <a:pt x="1247299" y="753999"/>
                </a:cubicBezTo>
                <a:lnTo>
                  <a:pt x="1240441" y="753999"/>
                </a:lnTo>
                <a:lnTo>
                  <a:pt x="1239584" y="623126"/>
                </a:lnTo>
                <a:lnTo>
                  <a:pt x="1187387" y="560451"/>
                </a:lnTo>
                <a:lnTo>
                  <a:pt x="1081278" y="560070"/>
                </a:lnTo>
                <a:lnTo>
                  <a:pt x="1025271" y="508540"/>
                </a:lnTo>
                <a:close/>
                <a:moveTo>
                  <a:pt x="988124" y="516064"/>
                </a:moveTo>
                <a:cubicBezTo>
                  <a:pt x="985361" y="516064"/>
                  <a:pt x="983075" y="513779"/>
                  <a:pt x="983075" y="511112"/>
                </a:cubicBezTo>
                <a:cubicBezTo>
                  <a:pt x="983075" y="508445"/>
                  <a:pt x="985361" y="506063"/>
                  <a:pt x="988124" y="506063"/>
                </a:cubicBezTo>
                <a:cubicBezTo>
                  <a:pt x="990886" y="506063"/>
                  <a:pt x="993172" y="508349"/>
                  <a:pt x="993172" y="511112"/>
                </a:cubicBezTo>
                <a:cubicBezTo>
                  <a:pt x="993172" y="513874"/>
                  <a:pt x="990886" y="516064"/>
                  <a:pt x="988124" y="516064"/>
                </a:cubicBezTo>
                <a:close/>
                <a:moveTo>
                  <a:pt x="1259777" y="1267016"/>
                </a:moveTo>
                <a:cubicBezTo>
                  <a:pt x="1260824" y="1266825"/>
                  <a:pt x="1261872" y="1266825"/>
                  <a:pt x="1262825" y="1266825"/>
                </a:cubicBezTo>
                <a:cubicBezTo>
                  <a:pt x="1267016" y="1266825"/>
                  <a:pt x="1271111" y="1268159"/>
                  <a:pt x="1274540" y="1270730"/>
                </a:cubicBezTo>
                <a:cubicBezTo>
                  <a:pt x="1278827" y="1273874"/>
                  <a:pt x="1281684" y="1278541"/>
                  <a:pt x="1282446" y="1283780"/>
                </a:cubicBezTo>
                <a:cubicBezTo>
                  <a:pt x="1283208" y="1289018"/>
                  <a:pt x="1281970" y="1294257"/>
                  <a:pt x="1278827" y="1298639"/>
                </a:cubicBezTo>
                <a:cubicBezTo>
                  <a:pt x="1275683" y="1302925"/>
                  <a:pt x="1271016" y="1305782"/>
                  <a:pt x="1265777" y="1306544"/>
                </a:cubicBezTo>
                <a:cubicBezTo>
                  <a:pt x="1260539" y="1307306"/>
                  <a:pt x="1255300" y="1306068"/>
                  <a:pt x="1250918" y="1302925"/>
                </a:cubicBezTo>
                <a:cubicBezTo>
                  <a:pt x="1246632" y="1299782"/>
                  <a:pt x="1243870" y="1295114"/>
                  <a:pt x="1243013" y="1289876"/>
                </a:cubicBezTo>
                <a:cubicBezTo>
                  <a:pt x="1242251" y="1284637"/>
                  <a:pt x="1243489" y="1279398"/>
                  <a:pt x="1246632" y="1275017"/>
                </a:cubicBezTo>
                <a:cubicBezTo>
                  <a:pt x="1249775" y="1270730"/>
                  <a:pt x="1254443" y="1267873"/>
                  <a:pt x="1259681" y="1267111"/>
                </a:cubicBezTo>
                <a:close/>
                <a:moveTo>
                  <a:pt x="1365790" y="1171289"/>
                </a:moveTo>
                <a:cubicBezTo>
                  <a:pt x="1369695" y="1171289"/>
                  <a:pt x="1372934" y="1174528"/>
                  <a:pt x="1372934" y="1178433"/>
                </a:cubicBezTo>
                <a:cubicBezTo>
                  <a:pt x="1372934" y="1182338"/>
                  <a:pt x="1369695" y="1185577"/>
                  <a:pt x="1365790" y="1185577"/>
                </a:cubicBezTo>
                <a:cubicBezTo>
                  <a:pt x="1361885" y="1185577"/>
                  <a:pt x="1358646" y="1182338"/>
                  <a:pt x="1358646" y="1178433"/>
                </a:cubicBezTo>
                <a:cubicBezTo>
                  <a:pt x="1358646" y="1174528"/>
                  <a:pt x="1361885" y="1171289"/>
                  <a:pt x="1365790" y="1171289"/>
                </a:cubicBezTo>
                <a:close/>
                <a:moveTo>
                  <a:pt x="1234250" y="802291"/>
                </a:moveTo>
                <a:lnTo>
                  <a:pt x="1236155" y="803720"/>
                </a:lnTo>
                <a:lnTo>
                  <a:pt x="1228249" y="803720"/>
                </a:lnTo>
                <a:lnTo>
                  <a:pt x="1228249" y="796576"/>
                </a:lnTo>
                <a:lnTo>
                  <a:pt x="1236155" y="796576"/>
                </a:lnTo>
                <a:lnTo>
                  <a:pt x="1237869" y="797909"/>
                </a:lnTo>
                <a:lnTo>
                  <a:pt x="1234345" y="800291"/>
                </a:lnTo>
                <a:cubicBezTo>
                  <a:pt x="1234345" y="800291"/>
                  <a:pt x="1233869" y="800862"/>
                  <a:pt x="1233869" y="801243"/>
                </a:cubicBezTo>
                <a:cubicBezTo>
                  <a:pt x="1233869" y="801624"/>
                  <a:pt x="1234059" y="802005"/>
                  <a:pt x="1234345" y="802196"/>
                </a:cubicBezTo>
                <a:close/>
                <a:moveTo>
                  <a:pt x="1234250" y="840010"/>
                </a:moveTo>
                <a:lnTo>
                  <a:pt x="1236155" y="841439"/>
                </a:lnTo>
                <a:lnTo>
                  <a:pt x="1228249" y="841439"/>
                </a:lnTo>
                <a:lnTo>
                  <a:pt x="1228249" y="834295"/>
                </a:lnTo>
                <a:lnTo>
                  <a:pt x="1236155" y="834295"/>
                </a:lnTo>
                <a:lnTo>
                  <a:pt x="1237869" y="835628"/>
                </a:lnTo>
                <a:lnTo>
                  <a:pt x="1234345" y="838010"/>
                </a:lnTo>
                <a:cubicBezTo>
                  <a:pt x="1234345" y="838010"/>
                  <a:pt x="1233869" y="838581"/>
                  <a:pt x="1233869" y="838962"/>
                </a:cubicBezTo>
                <a:cubicBezTo>
                  <a:pt x="1233869" y="839343"/>
                  <a:pt x="1234059" y="839724"/>
                  <a:pt x="1234345" y="839915"/>
                </a:cubicBezTo>
                <a:close/>
                <a:moveTo>
                  <a:pt x="1234250" y="877729"/>
                </a:moveTo>
                <a:lnTo>
                  <a:pt x="1236155" y="879158"/>
                </a:lnTo>
                <a:lnTo>
                  <a:pt x="1228249" y="879158"/>
                </a:lnTo>
                <a:lnTo>
                  <a:pt x="1228249" y="872014"/>
                </a:lnTo>
                <a:lnTo>
                  <a:pt x="1236155" y="872014"/>
                </a:lnTo>
                <a:lnTo>
                  <a:pt x="1237869" y="873347"/>
                </a:lnTo>
                <a:lnTo>
                  <a:pt x="1234345" y="875729"/>
                </a:lnTo>
                <a:cubicBezTo>
                  <a:pt x="1234345" y="875729"/>
                  <a:pt x="1233869" y="876300"/>
                  <a:pt x="1233869" y="876681"/>
                </a:cubicBezTo>
                <a:cubicBezTo>
                  <a:pt x="1233869" y="877062"/>
                  <a:pt x="1234059" y="877443"/>
                  <a:pt x="1234345" y="877634"/>
                </a:cubicBezTo>
                <a:close/>
                <a:moveTo>
                  <a:pt x="1240631" y="872585"/>
                </a:moveTo>
                <a:lnTo>
                  <a:pt x="1240060" y="872109"/>
                </a:lnTo>
                <a:lnTo>
                  <a:pt x="1246537" y="872109"/>
                </a:lnTo>
                <a:lnTo>
                  <a:pt x="1246537" y="879253"/>
                </a:lnTo>
                <a:lnTo>
                  <a:pt x="1240155" y="879253"/>
                </a:lnTo>
                <a:lnTo>
                  <a:pt x="1237202" y="876872"/>
                </a:lnTo>
                <a:lnTo>
                  <a:pt x="1240727" y="874490"/>
                </a:lnTo>
                <a:cubicBezTo>
                  <a:pt x="1240727" y="874490"/>
                  <a:pt x="1241203" y="873919"/>
                  <a:pt x="1241203" y="873538"/>
                </a:cubicBezTo>
                <a:cubicBezTo>
                  <a:pt x="1241203" y="873157"/>
                  <a:pt x="1241012" y="872776"/>
                  <a:pt x="1240727" y="872585"/>
                </a:cubicBezTo>
                <a:close/>
                <a:moveTo>
                  <a:pt x="1240631" y="834866"/>
                </a:moveTo>
                <a:lnTo>
                  <a:pt x="1239965" y="834390"/>
                </a:lnTo>
                <a:lnTo>
                  <a:pt x="1246442" y="834390"/>
                </a:lnTo>
                <a:lnTo>
                  <a:pt x="1246442" y="841534"/>
                </a:lnTo>
                <a:lnTo>
                  <a:pt x="1240060" y="841534"/>
                </a:lnTo>
                <a:lnTo>
                  <a:pt x="1237107" y="839152"/>
                </a:lnTo>
                <a:lnTo>
                  <a:pt x="1240631" y="836771"/>
                </a:lnTo>
                <a:cubicBezTo>
                  <a:pt x="1240631" y="836771"/>
                  <a:pt x="1241107" y="836200"/>
                  <a:pt x="1241107" y="835819"/>
                </a:cubicBezTo>
                <a:cubicBezTo>
                  <a:pt x="1241107" y="835438"/>
                  <a:pt x="1240917" y="835057"/>
                  <a:pt x="1240631" y="834866"/>
                </a:cubicBezTo>
                <a:close/>
                <a:moveTo>
                  <a:pt x="1240631" y="797147"/>
                </a:moveTo>
                <a:lnTo>
                  <a:pt x="1239965" y="796671"/>
                </a:lnTo>
                <a:lnTo>
                  <a:pt x="1246442" y="796671"/>
                </a:lnTo>
                <a:lnTo>
                  <a:pt x="1246442" y="803815"/>
                </a:lnTo>
                <a:lnTo>
                  <a:pt x="1239965" y="803815"/>
                </a:lnTo>
                <a:lnTo>
                  <a:pt x="1237012" y="801529"/>
                </a:lnTo>
                <a:lnTo>
                  <a:pt x="1240536" y="799148"/>
                </a:lnTo>
                <a:cubicBezTo>
                  <a:pt x="1240536" y="799148"/>
                  <a:pt x="1241012" y="798576"/>
                  <a:pt x="1241012" y="798195"/>
                </a:cubicBezTo>
                <a:cubicBezTo>
                  <a:pt x="1241012" y="797814"/>
                  <a:pt x="1240822" y="797433"/>
                  <a:pt x="1240536" y="797243"/>
                </a:cubicBezTo>
                <a:close/>
                <a:moveTo>
                  <a:pt x="1246442" y="758952"/>
                </a:moveTo>
                <a:lnTo>
                  <a:pt x="1246442" y="766096"/>
                </a:lnTo>
                <a:lnTo>
                  <a:pt x="1239584" y="766096"/>
                </a:lnTo>
                <a:lnTo>
                  <a:pt x="1236631" y="763810"/>
                </a:lnTo>
                <a:lnTo>
                  <a:pt x="1240155" y="761429"/>
                </a:lnTo>
                <a:cubicBezTo>
                  <a:pt x="1240155" y="761429"/>
                  <a:pt x="1240631" y="760857"/>
                  <a:pt x="1240631" y="760476"/>
                </a:cubicBezTo>
                <a:cubicBezTo>
                  <a:pt x="1240631" y="760095"/>
                  <a:pt x="1240441" y="759714"/>
                  <a:pt x="1240155" y="759524"/>
                </a:cubicBezTo>
                <a:lnTo>
                  <a:pt x="1239488" y="759047"/>
                </a:lnTo>
                <a:lnTo>
                  <a:pt x="1246346" y="759047"/>
                </a:lnTo>
                <a:close/>
                <a:moveTo>
                  <a:pt x="1233964" y="762667"/>
                </a:moveTo>
                <a:cubicBezTo>
                  <a:pt x="1233964" y="762667"/>
                  <a:pt x="1233488" y="763238"/>
                  <a:pt x="1233488" y="763619"/>
                </a:cubicBezTo>
                <a:cubicBezTo>
                  <a:pt x="1233488" y="764000"/>
                  <a:pt x="1233678" y="764381"/>
                  <a:pt x="1233964" y="764572"/>
                </a:cubicBezTo>
                <a:lnTo>
                  <a:pt x="1235869" y="766001"/>
                </a:lnTo>
                <a:lnTo>
                  <a:pt x="1228344" y="766001"/>
                </a:lnTo>
                <a:lnTo>
                  <a:pt x="1228344" y="758857"/>
                </a:lnTo>
                <a:lnTo>
                  <a:pt x="1235869" y="758857"/>
                </a:lnTo>
                <a:lnTo>
                  <a:pt x="1237583" y="760190"/>
                </a:lnTo>
                <a:lnTo>
                  <a:pt x="1234059" y="762572"/>
                </a:lnTo>
                <a:close/>
                <a:moveTo>
                  <a:pt x="1072706" y="2755392"/>
                </a:moveTo>
                <a:lnTo>
                  <a:pt x="1133570" y="2705386"/>
                </a:lnTo>
                <a:lnTo>
                  <a:pt x="1133380" y="2698147"/>
                </a:lnTo>
                <a:lnTo>
                  <a:pt x="1213771" y="2638044"/>
                </a:lnTo>
                <a:lnTo>
                  <a:pt x="1236917" y="2638044"/>
                </a:lnTo>
                <a:cubicBezTo>
                  <a:pt x="1236917" y="2638044"/>
                  <a:pt x="1343787" y="2548414"/>
                  <a:pt x="1343787" y="2548414"/>
                </a:cubicBezTo>
                <a:cubicBezTo>
                  <a:pt x="1344835" y="2549271"/>
                  <a:pt x="1346073" y="2549843"/>
                  <a:pt x="1347502" y="2549843"/>
                </a:cubicBezTo>
                <a:lnTo>
                  <a:pt x="1361123" y="2549843"/>
                </a:lnTo>
                <a:cubicBezTo>
                  <a:pt x="1364361" y="2549843"/>
                  <a:pt x="1366933" y="2547271"/>
                  <a:pt x="1366933" y="2544032"/>
                </a:cubicBezTo>
                <a:lnTo>
                  <a:pt x="1366933" y="2530412"/>
                </a:lnTo>
                <a:cubicBezTo>
                  <a:pt x="1366933" y="2527173"/>
                  <a:pt x="1364361" y="2524601"/>
                  <a:pt x="1361123" y="2524601"/>
                </a:cubicBezTo>
                <a:lnTo>
                  <a:pt x="1347502" y="2524601"/>
                </a:lnTo>
                <a:cubicBezTo>
                  <a:pt x="1344263" y="2524601"/>
                  <a:pt x="1341692" y="2527173"/>
                  <a:pt x="1341692" y="2530412"/>
                </a:cubicBezTo>
                <a:lnTo>
                  <a:pt x="1341692" y="2543937"/>
                </a:lnTo>
                <a:lnTo>
                  <a:pt x="1235107" y="2633472"/>
                </a:lnTo>
                <a:lnTo>
                  <a:pt x="1212152" y="2633472"/>
                </a:lnTo>
                <a:cubicBezTo>
                  <a:pt x="1212152" y="2633472"/>
                  <a:pt x="1128522" y="2695861"/>
                  <a:pt x="1128522" y="2695861"/>
                </a:cubicBezTo>
                <a:lnTo>
                  <a:pt x="1128713" y="2703195"/>
                </a:lnTo>
                <a:lnTo>
                  <a:pt x="1070991" y="2750630"/>
                </a:lnTo>
                <a:lnTo>
                  <a:pt x="1036701" y="2750630"/>
                </a:lnTo>
                <a:lnTo>
                  <a:pt x="1037273" y="2630996"/>
                </a:lnTo>
                <a:lnTo>
                  <a:pt x="994315" y="2579465"/>
                </a:lnTo>
                <a:lnTo>
                  <a:pt x="997458" y="2576322"/>
                </a:lnTo>
                <a:cubicBezTo>
                  <a:pt x="998506" y="2575274"/>
                  <a:pt x="998506" y="2573560"/>
                  <a:pt x="997458" y="2572512"/>
                </a:cubicBezTo>
                <a:lnTo>
                  <a:pt x="988314" y="2563368"/>
                </a:lnTo>
                <a:cubicBezTo>
                  <a:pt x="987266" y="2562320"/>
                  <a:pt x="985552" y="2562320"/>
                  <a:pt x="984504" y="2563368"/>
                </a:cubicBezTo>
                <a:lnTo>
                  <a:pt x="975360" y="2572512"/>
                </a:lnTo>
                <a:cubicBezTo>
                  <a:pt x="974312" y="2573560"/>
                  <a:pt x="974312" y="2575274"/>
                  <a:pt x="975360" y="2576322"/>
                </a:cubicBezTo>
                <a:lnTo>
                  <a:pt x="984504" y="2585466"/>
                </a:lnTo>
                <a:cubicBezTo>
                  <a:pt x="985552" y="2586514"/>
                  <a:pt x="987266" y="2586514"/>
                  <a:pt x="988314" y="2585466"/>
                </a:cubicBezTo>
                <a:lnTo>
                  <a:pt x="990886" y="2582894"/>
                </a:lnTo>
                <a:lnTo>
                  <a:pt x="1032510" y="2632805"/>
                </a:lnTo>
                <a:lnTo>
                  <a:pt x="1031939" y="2755487"/>
                </a:lnTo>
                <a:lnTo>
                  <a:pt x="1072801" y="2755487"/>
                </a:lnTo>
                <a:close/>
                <a:moveTo>
                  <a:pt x="1346454" y="2530412"/>
                </a:moveTo>
                <a:cubicBezTo>
                  <a:pt x="1346454" y="2529840"/>
                  <a:pt x="1346930" y="2529364"/>
                  <a:pt x="1347502" y="2529364"/>
                </a:cubicBezTo>
                <a:lnTo>
                  <a:pt x="1361123" y="2529364"/>
                </a:lnTo>
                <a:cubicBezTo>
                  <a:pt x="1361694" y="2529364"/>
                  <a:pt x="1362170" y="2529840"/>
                  <a:pt x="1362170" y="2530412"/>
                </a:cubicBezTo>
                <a:lnTo>
                  <a:pt x="1362170" y="2544032"/>
                </a:lnTo>
                <a:cubicBezTo>
                  <a:pt x="1362170" y="2544604"/>
                  <a:pt x="1361694" y="2545080"/>
                  <a:pt x="1361123" y="2545080"/>
                </a:cubicBezTo>
                <a:lnTo>
                  <a:pt x="1347502" y="2545080"/>
                </a:lnTo>
                <a:cubicBezTo>
                  <a:pt x="1346930" y="2545080"/>
                  <a:pt x="1346454" y="2544604"/>
                  <a:pt x="1346454" y="2544032"/>
                </a:cubicBezTo>
                <a:lnTo>
                  <a:pt x="1346454" y="2530412"/>
                </a:lnTo>
                <a:close/>
                <a:moveTo>
                  <a:pt x="157925" y="1072420"/>
                </a:moveTo>
                <a:cubicBezTo>
                  <a:pt x="155448" y="1072039"/>
                  <a:pt x="152972" y="1072706"/>
                  <a:pt x="150876" y="1074230"/>
                </a:cubicBezTo>
                <a:cubicBezTo>
                  <a:pt x="149162" y="1075468"/>
                  <a:pt x="148114" y="1077373"/>
                  <a:pt x="147542" y="1079373"/>
                </a:cubicBezTo>
                <a:lnTo>
                  <a:pt x="65532" y="1079373"/>
                </a:lnTo>
                <a:lnTo>
                  <a:pt x="20479" y="1123569"/>
                </a:lnTo>
                <a:cubicBezTo>
                  <a:pt x="19050" y="1122712"/>
                  <a:pt x="17526" y="1122045"/>
                  <a:pt x="15716" y="1122045"/>
                </a:cubicBezTo>
                <a:cubicBezTo>
                  <a:pt x="10478" y="1122045"/>
                  <a:pt x="6287" y="1126236"/>
                  <a:pt x="6287" y="1131475"/>
                </a:cubicBezTo>
                <a:cubicBezTo>
                  <a:pt x="6287" y="1136714"/>
                  <a:pt x="10478" y="1140905"/>
                  <a:pt x="15716" y="1140905"/>
                </a:cubicBezTo>
                <a:cubicBezTo>
                  <a:pt x="20955" y="1140905"/>
                  <a:pt x="25146" y="1136714"/>
                  <a:pt x="25146" y="1131475"/>
                </a:cubicBezTo>
                <a:cubicBezTo>
                  <a:pt x="25146" y="1129760"/>
                  <a:pt x="24575" y="1128332"/>
                  <a:pt x="23813" y="1126903"/>
                </a:cubicBezTo>
                <a:lnTo>
                  <a:pt x="67437" y="1084040"/>
                </a:lnTo>
                <a:lnTo>
                  <a:pt x="147352" y="1084040"/>
                </a:lnTo>
                <a:cubicBezTo>
                  <a:pt x="147638" y="1085183"/>
                  <a:pt x="148209" y="1086326"/>
                  <a:pt x="148876" y="1087279"/>
                </a:cubicBezTo>
                <a:cubicBezTo>
                  <a:pt x="150400" y="1089279"/>
                  <a:pt x="152591" y="1090613"/>
                  <a:pt x="155067" y="1090994"/>
                </a:cubicBezTo>
                <a:cubicBezTo>
                  <a:pt x="155543" y="1090994"/>
                  <a:pt x="156020" y="1091089"/>
                  <a:pt x="156401" y="1091089"/>
                </a:cubicBezTo>
                <a:cubicBezTo>
                  <a:pt x="158401" y="1091089"/>
                  <a:pt x="160401" y="1090422"/>
                  <a:pt x="162020" y="1089184"/>
                </a:cubicBezTo>
                <a:cubicBezTo>
                  <a:pt x="164020" y="1087660"/>
                  <a:pt x="165354" y="1085469"/>
                  <a:pt x="165735" y="1082993"/>
                </a:cubicBezTo>
                <a:cubicBezTo>
                  <a:pt x="166116" y="1080516"/>
                  <a:pt x="165449" y="1078040"/>
                  <a:pt x="163925" y="1075944"/>
                </a:cubicBezTo>
                <a:cubicBezTo>
                  <a:pt x="162401" y="1073944"/>
                  <a:pt x="160211" y="1072610"/>
                  <a:pt x="157734" y="1072229"/>
                </a:cubicBezTo>
                <a:close/>
                <a:moveTo>
                  <a:pt x="15716" y="1136237"/>
                </a:moveTo>
                <a:cubicBezTo>
                  <a:pt x="13145" y="1136237"/>
                  <a:pt x="11049" y="1134142"/>
                  <a:pt x="11049" y="1131570"/>
                </a:cubicBezTo>
                <a:cubicBezTo>
                  <a:pt x="11049" y="1128998"/>
                  <a:pt x="13145" y="1126903"/>
                  <a:pt x="15716" y="1126903"/>
                </a:cubicBezTo>
                <a:cubicBezTo>
                  <a:pt x="18288" y="1126903"/>
                  <a:pt x="20384" y="1128998"/>
                  <a:pt x="20384" y="1131570"/>
                </a:cubicBezTo>
                <a:cubicBezTo>
                  <a:pt x="20384" y="1134142"/>
                  <a:pt x="18288" y="1136237"/>
                  <a:pt x="15716" y="1136237"/>
                </a:cubicBezTo>
                <a:close/>
                <a:moveTo>
                  <a:pt x="159353" y="1085564"/>
                </a:moveTo>
                <a:cubicBezTo>
                  <a:pt x="157258" y="1087088"/>
                  <a:pt x="154400" y="1086707"/>
                  <a:pt x="152781" y="1084612"/>
                </a:cubicBezTo>
                <a:cubicBezTo>
                  <a:pt x="151257" y="1082516"/>
                  <a:pt x="151638" y="1079564"/>
                  <a:pt x="153733" y="1078040"/>
                </a:cubicBezTo>
                <a:cubicBezTo>
                  <a:pt x="154591" y="1077373"/>
                  <a:pt x="155543" y="1077087"/>
                  <a:pt x="156496" y="1077087"/>
                </a:cubicBezTo>
                <a:cubicBezTo>
                  <a:pt x="157925" y="1077087"/>
                  <a:pt x="159353" y="1077754"/>
                  <a:pt x="160211" y="1078992"/>
                </a:cubicBezTo>
                <a:cubicBezTo>
                  <a:pt x="161735" y="1081088"/>
                  <a:pt x="161354" y="1084040"/>
                  <a:pt x="159258" y="1085564"/>
                </a:cubicBezTo>
                <a:close/>
                <a:moveTo>
                  <a:pt x="697230" y="4414838"/>
                </a:moveTo>
                <a:lnTo>
                  <a:pt x="694563" y="4417219"/>
                </a:lnTo>
                <a:cubicBezTo>
                  <a:pt x="693229" y="4416552"/>
                  <a:pt x="691801" y="4416171"/>
                  <a:pt x="690277" y="4416171"/>
                </a:cubicBezTo>
                <a:cubicBezTo>
                  <a:pt x="684848" y="4416171"/>
                  <a:pt x="680466" y="4420553"/>
                  <a:pt x="680466" y="4425982"/>
                </a:cubicBezTo>
                <a:cubicBezTo>
                  <a:pt x="680466" y="4431411"/>
                  <a:pt x="684848" y="4435793"/>
                  <a:pt x="690277" y="4435793"/>
                </a:cubicBezTo>
                <a:cubicBezTo>
                  <a:pt x="695706" y="4435793"/>
                  <a:pt x="700088" y="4431411"/>
                  <a:pt x="700088" y="4425982"/>
                </a:cubicBezTo>
                <a:cubicBezTo>
                  <a:pt x="700088" y="4424744"/>
                  <a:pt x="699802" y="4423696"/>
                  <a:pt x="699421" y="4422553"/>
                </a:cubicBezTo>
                <a:lnTo>
                  <a:pt x="701993" y="4420267"/>
                </a:lnTo>
                <a:lnTo>
                  <a:pt x="697230" y="4414933"/>
                </a:lnTo>
                <a:close/>
                <a:moveTo>
                  <a:pt x="690277" y="4430840"/>
                </a:moveTo>
                <a:cubicBezTo>
                  <a:pt x="687515" y="4430840"/>
                  <a:pt x="685229" y="4428554"/>
                  <a:pt x="685229" y="4425792"/>
                </a:cubicBezTo>
                <a:cubicBezTo>
                  <a:pt x="685229" y="4423029"/>
                  <a:pt x="687515" y="4420743"/>
                  <a:pt x="690277" y="4420743"/>
                </a:cubicBezTo>
                <a:cubicBezTo>
                  <a:pt x="693039" y="4420743"/>
                  <a:pt x="695325" y="4423029"/>
                  <a:pt x="695325" y="4425792"/>
                </a:cubicBezTo>
                <a:cubicBezTo>
                  <a:pt x="695325" y="4428554"/>
                  <a:pt x="693039" y="4430840"/>
                  <a:pt x="690277" y="4430840"/>
                </a:cubicBezTo>
                <a:close/>
                <a:moveTo>
                  <a:pt x="2188559" y="144304"/>
                </a:moveTo>
                <a:cubicBezTo>
                  <a:pt x="2188559" y="142018"/>
                  <a:pt x="2187702" y="139827"/>
                  <a:pt x="2186083" y="138113"/>
                </a:cubicBezTo>
                <a:cubicBezTo>
                  <a:pt x="2184464" y="136493"/>
                  <a:pt x="2182273" y="135541"/>
                  <a:pt x="2179987" y="135541"/>
                </a:cubicBezTo>
                <a:lnTo>
                  <a:pt x="2179987" y="135541"/>
                </a:lnTo>
                <a:cubicBezTo>
                  <a:pt x="2175224" y="135541"/>
                  <a:pt x="2171414" y="139351"/>
                  <a:pt x="2171319" y="144113"/>
                </a:cubicBezTo>
                <a:cubicBezTo>
                  <a:pt x="2171319" y="148019"/>
                  <a:pt x="2173891" y="151257"/>
                  <a:pt x="2177510" y="152305"/>
                </a:cubicBezTo>
                <a:lnTo>
                  <a:pt x="2177510" y="167545"/>
                </a:lnTo>
                <a:cubicBezTo>
                  <a:pt x="2177510" y="167545"/>
                  <a:pt x="2189417" y="178975"/>
                  <a:pt x="2189417" y="178975"/>
                </a:cubicBezTo>
                <a:lnTo>
                  <a:pt x="2189417" y="238220"/>
                </a:lnTo>
                <a:lnTo>
                  <a:pt x="2170748" y="262509"/>
                </a:lnTo>
                <a:lnTo>
                  <a:pt x="2171033" y="355473"/>
                </a:lnTo>
                <a:lnTo>
                  <a:pt x="2200085" y="393573"/>
                </a:lnTo>
                <a:lnTo>
                  <a:pt x="2200085" y="416624"/>
                </a:lnTo>
                <a:lnTo>
                  <a:pt x="2196179" y="416624"/>
                </a:lnTo>
                <a:cubicBezTo>
                  <a:pt x="2193227" y="416624"/>
                  <a:pt x="2190845" y="419005"/>
                  <a:pt x="2190845" y="421958"/>
                </a:cubicBezTo>
                <a:lnTo>
                  <a:pt x="2190845" y="434626"/>
                </a:lnTo>
                <a:cubicBezTo>
                  <a:pt x="2190845" y="437579"/>
                  <a:pt x="2193227" y="439960"/>
                  <a:pt x="2196179" y="439960"/>
                </a:cubicBezTo>
                <a:lnTo>
                  <a:pt x="2208848" y="439960"/>
                </a:lnTo>
                <a:cubicBezTo>
                  <a:pt x="2211800" y="439960"/>
                  <a:pt x="2214182" y="437579"/>
                  <a:pt x="2214182" y="434626"/>
                </a:cubicBezTo>
                <a:lnTo>
                  <a:pt x="2214182" y="421958"/>
                </a:lnTo>
                <a:cubicBezTo>
                  <a:pt x="2214182" y="419005"/>
                  <a:pt x="2211800" y="416624"/>
                  <a:pt x="2208848" y="416624"/>
                </a:cubicBezTo>
                <a:lnTo>
                  <a:pt x="2204942" y="416624"/>
                </a:lnTo>
                <a:lnTo>
                  <a:pt x="2204942" y="391954"/>
                </a:lnTo>
                <a:lnTo>
                  <a:pt x="2175891" y="353854"/>
                </a:lnTo>
                <a:lnTo>
                  <a:pt x="2175605" y="264128"/>
                </a:lnTo>
                <a:lnTo>
                  <a:pt x="2194274" y="239840"/>
                </a:lnTo>
                <a:lnTo>
                  <a:pt x="2194274" y="181166"/>
                </a:lnTo>
                <a:lnTo>
                  <a:pt x="2214944" y="160687"/>
                </a:lnTo>
                <a:lnTo>
                  <a:pt x="2214944" y="112586"/>
                </a:lnTo>
                <a:cubicBezTo>
                  <a:pt x="2215515" y="112300"/>
                  <a:pt x="2215991" y="112014"/>
                  <a:pt x="2216468" y="111633"/>
                </a:cubicBezTo>
                <a:lnTo>
                  <a:pt x="2222183" y="105918"/>
                </a:lnTo>
                <a:cubicBezTo>
                  <a:pt x="2224373" y="103727"/>
                  <a:pt x="2224373" y="100298"/>
                  <a:pt x="2222183" y="98108"/>
                </a:cubicBezTo>
                <a:lnTo>
                  <a:pt x="2216468" y="92392"/>
                </a:lnTo>
                <a:cubicBezTo>
                  <a:pt x="2214372" y="90202"/>
                  <a:pt x="2210848" y="90202"/>
                  <a:pt x="2208657" y="92392"/>
                </a:cubicBezTo>
                <a:lnTo>
                  <a:pt x="2202942" y="98108"/>
                </a:lnTo>
                <a:cubicBezTo>
                  <a:pt x="2200751" y="100298"/>
                  <a:pt x="2200751" y="103727"/>
                  <a:pt x="2202942" y="105918"/>
                </a:cubicBezTo>
                <a:lnTo>
                  <a:pt x="2208657" y="111633"/>
                </a:lnTo>
                <a:cubicBezTo>
                  <a:pt x="2208657" y="111633"/>
                  <a:pt x="2209610" y="112395"/>
                  <a:pt x="2210181" y="112681"/>
                </a:cubicBezTo>
                <a:lnTo>
                  <a:pt x="2210181" y="158782"/>
                </a:lnTo>
                <a:lnTo>
                  <a:pt x="2192941" y="175832"/>
                </a:lnTo>
                <a:lnTo>
                  <a:pt x="2182368" y="165640"/>
                </a:lnTo>
                <a:lnTo>
                  <a:pt x="2182368" y="152495"/>
                </a:lnTo>
                <a:cubicBezTo>
                  <a:pt x="2183702" y="152114"/>
                  <a:pt x="2185035" y="151543"/>
                  <a:pt x="2186083" y="150495"/>
                </a:cubicBezTo>
                <a:cubicBezTo>
                  <a:pt x="2187702" y="148876"/>
                  <a:pt x="2188655" y="146685"/>
                  <a:pt x="2188655" y="144399"/>
                </a:cubicBezTo>
                <a:close/>
                <a:moveTo>
                  <a:pt x="2208657" y="421481"/>
                </a:moveTo>
                <a:cubicBezTo>
                  <a:pt x="2208657" y="421481"/>
                  <a:pt x="2209229" y="421767"/>
                  <a:pt x="2209229" y="422053"/>
                </a:cubicBezTo>
                <a:lnTo>
                  <a:pt x="2209229" y="434721"/>
                </a:lnTo>
                <a:cubicBezTo>
                  <a:pt x="2209229" y="434721"/>
                  <a:pt x="2208943" y="435293"/>
                  <a:pt x="2208657" y="435293"/>
                </a:cubicBezTo>
                <a:lnTo>
                  <a:pt x="2195989" y="435293"/>
                </a:lnTo>
                <a:cubicBezTo>
                  <a:pt x="2195989" y="435293"/>
                  <a:pt x="2195417" y="435007"/>
                  <a:pt x="2195417" y="434721"/>
                </a:cubicBezTo>
                <a:lnTo>
                  <a:pt x="2195417" y="422053"/>
                </a:lnTo>
                <a:cubicBezTo>
                  <a:pt x="2195417" y="422053"/>
                  <a:pt x="2195703" y="421481"/>
                  <a:pt x="2195989" y="421481"/>
                </a:cubicBezTo>
                <a:lnTo>
                  <a:pt x="2208657" y="421481"/>
                </a:lnTo>
                <a:close/>
                <a:moveTo>
                  <a:pt x="2206181" y="102489"/>
                </a:moveTo>
                <a:cubicBezTo>
                  <a:pt x="2206181" y="102489"/>
                  <a:pt x="2205895" y="101727"/>
                  <a:pt x="2206181" y="101441"/>
                </a:cubicBezTo>
                <a:lnTo>
                  <a:pt x="2211896" y="95726"/>
                </a:lnTo>
                <a:cubicBezTo>
                  <a:pt x="2211896" y="95726"/>
                  <a:pt x="2212277" y="95536"/>
                  <a:pt x="2212372" y="95536"/>
                </a:cubicBezTo>
                <a:cubicBezTo>
                  <a:pt x="2212467" y="95536"/>
                  <a:pt x="2212753" y="95536"/>
                  <a:pt x="2212943" y="95726"/>
                </a:cubicBezTo>
                <a:lnTo>
                  <a:pt x="2218658" y="101441"/>
                </a:lnTo>
                <a:cubicBezTo>
                  <a:pt x="2218658" y="101441"/>
                  <a:pt x="2218944" y="102203"/>
                  <a:pt x="2218658" y="102489"/>
                </a:cubicBezTo>
                <a:lnTo>
                  <a:pt x="2212943" y="108204"/>
                </a:lnTo>
                <a:cubicBezTo>
                  <a:pt x="2212943" y="108204"/>
                  <a:pt x="2212181" y="108490"/>
                  <a:pt x="2211896" y="108204"/>
                </a:cubicBezTo>
                <a:lnTo>
                  <a:pt x="2206181" y="102489"/>
                </a:lnTo>
                <a:close/>
                <a:moveTo>
                  <a:pt x="2182559" y="146971"/>
                </a:moveTo>
                <a:cubicBezTo>
                  <a:pt x="2181797" y="147733"/>
                  <a:pt x="2180844" y="148114"/>
                  <a:pt x="2179796" y="148114"/>
                </a:cubicBezTo>
                <a:cubicBezTo>
                  <a:pt x="2178653" y="148114"/>
                  <a:pt x="2177796" y="147733"/>
                  <a:pt x="2177034" y="146971"/>
                </a:cubicBezTo>
                <a:cubicBezTo>
                  <a:pt x="2176272" y="146209"/>
                  <a:pt x="2175891" y="145256"/>
                  <a:pt x="2175891" y="144209"/>
                </a:cubicBezTo>
                <a:cubicBezTo>
                  <a:pt x="2175891" y="142113"/>
                  <a:pt x="2177701" y="140303"/>
                  <a:pt x="2179796" y="140303"/>
                </a:cubicBezTo>
                <a:lnTo>
                  <a:pt x="2179796" y="140303"/>
                </a:lnTo>
                <a:cubicBezTo>
                  <a:pt x="2180844" y="140303"/>
                  <a:pt x="2181797" y="140684"/>
                  <a:pt x="2182559" y="141446"/>
                </a:cubicBezTo>
                <a:cubicBezTo>
                  <a:pt x="2183321" y="142208"/>
                  <a:pt x="2183702" y="143161"/>
                  <a:pt x="2183702" y="144209"/>
                </a:cubicBezTo>
                <a:cubicBezTo>
                  <a:pt x="2183702" y="145256"/>
                  <a:pt x="2183321" y="146209"/>
                  <a:pt x="2182559" y="146971"/>
                </a:cubicBezTo>
                <a:close/>
                <a:moveTo>
                  <a:pt x="393478" y="2151412"/>
                </a:moveTo>
                <a:lnTo>
                  <a:pt x="400717" y="2144363"/>
                </a:lnTo>
                <a:lnTo>
                  <a:pt x="404051" y="2147792"/>
                </a:lnTo>
                <a:lnTo>
                  <a:pt x="396812" y="2154841"/>
                </a:lnTo>
                <a:lnTo>
                  <a:pt x="393478" y="2151412"/>
                </a:lnTo>
                <a:close/>
                <a:moveTo>
                  <a:pt x="415385" y="2130171"/>
                </a:moveTo>
                <a:lnTo>
                  <a:pt x="418719" y="2133600"/>
                </a:lnTo>
                <a:lnTo>
                  <a:pt x="411480" y="2140649"/>
                </a:lnTo>
                <a:lnTo>
                  <a:pt x="408146" y="2137220"/>
                </a:lnTo>
                <a:lnTo>
                  <a:pt x="415385" y="2130171"/>
                </a:lnTo>
                <a:close/>
                <a:moveTo>
                  <a:pt x="1597343" y="532352"/>
                </a:moveTo>
                <a:lnTo>
                  <a:pt x="1597343" y="539115"/>
                </a:lnTo>
                <a:cubicBezTo>
                  <a:pt x="1597343" y="540449"/>
                  <a:pt x="1596200" y="541592"/>
                  <a:pt x="1594866" y="541592"/>
                </a:cubicBezTo>
                <a:lnTo>
                  <a:pt x="1588103" y="541592"/>
                </a:lnTo>
                <a:cubicBezTo>
                  <a:pt x="1586770" y="541592"/>
                  <a:pt x="1585627" y="540449"/>
                  <a:pt x="1585627" y="539115"/>
                </a:cubicBezTo>
                <a:lnTo>
                  <a:pt x="1585627" y="532352"/>
                </a:lnTo>
                <a:cubicBezTo>
                  <a:pt x="1585627" y="531019"/>
                  <a:pt x="1586770" y="529876"/>
                  <a:pt x="1588103" y="529876"/>
                </a:cubicBezTo>
                <a:lnTo>
                  <a:pt x="1594866" y="529876"/>
                </a:lnTo>
                <a:cubicBezTo>
                  <a:pt x="1596200" y="529876"/>
                  <a:pt x="1597343" y="531019"/>
                  <a:pt x="1597343" y="532352"/>
                </a:cubicBezTo>
                <a:close/>
                <a:moveTo>
                  <a:pt x="1559052" y="939832"/>
                </a:moveTo>
                <a:lnTo>
                  <a:pt x="1559052" y="1017651"/>
                </a:lnTo>
                <a:lnTo>
                  <a:pt x="1583531" y="1038035"/>
                </a:lnTo>
                <a:lnTo>
                  <a:pt x="1638014" y="1038035"/>
                </a:lnTo>
                <a:lnTo>
                  <a:pt x="1643825" y="1043369"/>
                </a:lnTo>
                <a:cubicBezTo>
                  <a:pt x="1643825" y="1043369"/>
                  <a:pt x="1643634" y="1044035"/>
                  <a:pt x="1643634" y="1044416"/>
                </a:cubicBezTo>
                <a:lnTo>
                  <a:pt x="1643634" y="1060037"/>
                </a:lnTo>
                <a:cubicBezTo>
                  <a:pt x="1643634" y="1063085"/>
                  <a:pt x="1646111" y="1065562"/>
                  <a:pt x="1649159" y="1065562"/>
                </a:cubicBezTo>
                <a:lnTo>
                  <a:pt x="1664780" y="1065562"/>
                </a:lnTo>
                <a:cubicBezTo>
                  <a:pt x="1667828" y="1065562"/>
                  <a:pt x="1670304" y="1063085"/>
                  <a:pt x="1670304" y="1060037"/>
                </a:cubicBezTo>
                <a:lnTo>
                  <a:pt x="1670304" y="1054037"/>
                </a:lnTo>
                <a:lnTo>
                  <a:pt x="1776127" y="1054037"/>
                </a:lnTo>
                <a:lnTo>
                  <a:pt x="1800511" y="1077659"/>
                </a:lnTo>
                <a:lnTo>
                  <a:pt x="1897380" y="1077087"/>
                </a:lnTo>
                <a:lnTo>
                  <a:pt x="1919573" y="1053941"/>
                </a:lnTo>
                <a:lnTo>
                  <a:pt x="1919573" y="972122"/>
                </a:lnTo>
                <a:cubicBezTo>
                  <a:pt x="1919573" y="972122"/>
                  <a:pt x="1897190" y="947642"/>
                  <a:pt x="1897190" y="947642"/>
                </a:cubicBezTo>
                <a:cubicBezTo>
                  <a:pt x="1899761" y="943451"/>
                  <a:pt x="1899476" y="937927"/>
                  <a:pt x="1895761" y="934212"/>
                </a:cubicBezTo>
                <a:cubicBezTo>
                  <a:pt x="1891475" y="929926"/>
                  <a:pt x="1884521" y="929926"/>
                  <a:pt x="1880235" y="934212"/>
                </a:cubicBezTo>
                <a:cubicBezTo>
                  <a:pt x="1875949" y="938498"/>
                  <a:pt x="1875949" y="945452"/>
                  <a:pt x="1880235" y="949738"/>
                </a:cubicBezTo>
                <a:cubicBezTo>
                  <a:pt x="1882331" y="951833"/>
                  <a:pt x="1885188" y="952976"/>
                  <a:pt x="1887950" y="952976"/>
                </a:cubicBezTo>
                <a:cubicBezTo>
                  <a:pt x="1890046" y="952976"/>
                  <a:pt x="1891951" y="952214"/>
                  <a:pt x="1893761" y="951071"/>
                </a:cubicBezTo>
                <a:lnTo>
                  <a:pt x="1914620" y="973931"/>
                </a:lnTo>
                <a:lnTo>
                  <a:pt x="1914620" y="1052036"/>
                </a:lnTo>
                <a:cubicBezTo>
                  <a:pt x="1914620" y="1052036"/>
                  <a:pt x="1895285" y="1072420"/>
                  <a:pt x="1895285" y="1072420"/>
                </a:cubicBezTo>
                <a:lnTo>
                  <a:pt x="1802321" y="1072896"/>
                </a:lnTo>
                <a:lnTo>
                  <a:pt x="1777937" y="1049274"/>
                </a:lnTo>
                <a:lnTo>
                  <a:pt x="1670209" y="1049274"/>
                </a:lnTo>
                <a:lnTo>
                  <a:pt x="1670209" y="1044512"/>
                </a:lnTo>
                <a:cubicBezTo>
                  <a:pt x="1670209" y="1041464"/>
                  <a:pt x="1667732" y="1038987"/>
                  <a:pt x="1664684" y="1038987"/>
                </a:cubicBezTo>
                <a:lnTo>
                  <a:pt x="1649063" y="1038987"/>
                </a:lnTo>
                <a:cubicBezTo>
                  <a:pt x="1648206" y="1038987"/>
                  <a:pt x="1647349" y="1039273"/>
                  <a:pt x="1646587" y="1039654"/>
                </a:cubicBezTo>
                <a:lnTo>
                  <a:pt x="1639729" y="1033367"/>
                </a:lnTo>
                <a:lnTo>
                  <a:pt x="1585151" y="1033367"/>
                </a:lnTo>
                <a:lnTo>
                  <a:pt x="1563719" y="1015556"/>
                </a:lnTo>
                <a:lnTo>
                  <a:pt x="1563719" y="939927"/>
                </a:lnTo>
                <a:lnTo>
                  <a:pt x="1558957" y="939927"/>
                </a:lnTo>
                <a:close/>
                <a:moveTo>
                  <a:pt x="1892427" y="946404"/>
                </a:moveTo>
                <a:cubicBezTo>
                  <a:pt x="1890046" y="948785"/>
                  <a:pt x="1886045" y="948785"/>
                  <a:pt x="1883664" y="946404"/>
                </a:cubicBezTo>
                <a:cubicBezTo>
                  <a:pt x="1881283" y="944023"/>
                  <a:pt x="1881283" y="940022"/>
                  <a:pt x="1883664" y="937641"/>
                </a:cubicBezTo>
                <a:cubicBezTo>
                  <a:pt x="1884902" y="936403"/>
                  <a:pt x="1886426" y="935831"/>
                  <a:pt x="1888046" y="935831"/>
                </a:cubicBezTo>
                <a:cubicBezTo>
                  <a:pt x="1889665" y="935831"/>
                  <a:pt x="1891189" y="936403"/>
                  <a:pt x="1892427" y="937641"/>
                </a:cubicBezTo>
                <a:cubicBezTo>
                  <a:pt x="1894808" y="940022"/>
                  <a:pt x="1894808" y="944023"/>
                  <a:pt x="1892427" y="946404"/>
                </a:cubicBezTo>
                <a:close/>
                <a:moveTo>
                  <a:pt x="1648397" y="1044416"/>
                </a:moveTo>
                <a:cubicBezTo>
                  <a:pt x="1648397" y="1044416"/>
                  <a:pt x="1648682" y="1043654"/>
                  <a:pt x="1649159" y="1043654"/>
                </a:cubicBezTo>
                <a:lnTo>
                  <a:pt x="1664780" y="1043654"/>
                </a:lnTo>
                <a:cubicBezTo>
                  <a:pt x="1664780" y="1043654"/>
                  <a:pt x="1665542" y="1044035"/>
                  <a:pt x="1665542" y="1044416"/>
                </a:cubicBezTo>
                <a:lnTo>
                  <a:pt x="1665542" y="1060037"/>
                </a:lnTo>
                <a:cubicBezTo>
                  <a:pt x="1665542" y="1060037"/>
                  <a:pt x="1665256" y="1060799"/>
                  <a:pt x="1664780" y="1060799"/>
                </a:cubicBezTo>
                <a:lnTo>
                  <a:pt x="1649159" y="1060799"/>
                </a:lnTo>
                <a:cubicBezTo>
                  <a:pt x="1649159" y="1060799"/>
                  <a:pt x="1648397" y="1060514"/>
                  <a:pt x="1648397" y="1060037"/>
                </a:cubicBezTo>
                <a:lnTo>
                  <a:pt x="1648397" y="1044416"/>
                </a:lnTo>
                <a:close/>
                <a:moveTo>
                  <a:pt x="1919859" y="619792"/>
                </a:moveTo>
                <a:cubicBezTo>
                  <a:pt x="1914144" y="621411"/>
                  <a:pt x="1909953" y="626554"/>
                  <a:pt x="1909953" y="632746"/>
                </a:cubicBezTo>
                <a:cubicBezTo>
                  <a:pt x="1909953" y="640175"/>
                  <a:pt x="1915954" y="646176"/>
                  <a:pt x="1923383" y="646176"/>
                </a:cubicBezTo>
                <a:cubicBezTo>
                  <a:pt x="1930813" y="646176"/>
                  <a:pt x="1936814" y="640175"/>
                  <a:pt x="1936814" y="632746"/>
                </a:cubicBezTo>
                <a:cubicBezTo>
                  <a:pt x="1936814" y="626554"/>
                  <a:pt x="1932623" y="621411"/>
                  <a:pt x="1926907" y="619792"/>
                </a:cubicBezTo>
                <a:lnTo>
                  <a:pt x="1926907" y="616839"/>
                </a:lnTo>
                <a:lnTo>
                  <a:pt x="1919764" y="616839"/>
                </a:lnTo>
                <a:lnTo>
                  <a:pt x="1919764" y="619792"/>
                </a:lnTo>
                <a:close/>
                <a:moveTo>
                  <a:pt x="1932146" y="632651"/>
                </a:moveTo>
                <a:cubicBezTo>
                  <a:pt x="1932146" y="637413"/>
                  <a:pt x="1928241" y="641318"/>
                  <a:pt x="1923478" y="641318"/>
                </a:cubicBezTo>
                <a:cubicBezTo>
                  <a:pt x="1918716" y="641318"/>
                  <a:pt x="1914811" y="637413"/>
                  <a:pt x="1914811" y="632651"/>
                </a:cubicBezTo>
                <a:cubicBezTo>
                  <a:pt x="1914811" y="627888"/>
                  <a:pt x="1918716" y="623983"/>
                  <a:pt x="1923478" y="623983"/>
                </a:cubicBezTo>
                <a:cubicBezTo>
                  <a:pt x="1928241" y="623983"/>
                  <a:pt x="1932146" y="627888"/>
                  <a:pt x="1932146" y="632651"/>
                </a:cubicBezTo>
                <a:close/>
                <a:moveTo>
                  <a:pt x="335661" y="1984534"/>
                </a:moveTo>
                <a:lnTo>
                  <a:pt x="335661" y="1987487"/>
                </a:lnTo>
                <a:lnTo>
                  <a:pt x="342805" y="1987487"/>
                </a:lnTo>
                <a:lnTo>
                  <a:pt x="342805" y="1984534"/>
                </a:lnTo>
                <a:cubicBezTo>
                  <a:pt x="348520" y="1982915"/>
                  <a:pt x="352711" y="1977771"/>
                  <a:pt x="352711" y="1971580"/>
                </a:cubicBezTo>
                <a:cubicBezTo>
                  <a:pt x="352711" y="1964150"/>
                  <a:pt x="346710" y="1958150"/>
                  <a:pt x="339281" y="1958150"/>
                </a:cubicBezTo>
                <a:cubicBezTo>
                  <a:pt x="331851" y="1958150"/>
                  <a:pt x="325850" y="1964150"/>
                  <a:pt x="325850" y="1971580"/>
                </a:cubicBezTo>
                <a:cubicBezTo>
                  <a:pt x="325850" y="1977771"/>
                  <a:pt x="330041" y="1982915"/>
                  <a:pt x="335756" y="1984534"/>
                </a:cubicBezTo>
                <a:close/>
                <a:moveTo>
                  <a:pt x="339185" y="1962912"/>
                </a:moveTo>
                <a:cubicBezTo>
                  <a:pt x="343948" y="1962912"/>
                  <a:pt x="347853" y="1966817"/>
                  <a:pt x="347853" y="1971580"/>
                </a:cubicBezTo>
                <a:cubicBezTo>
                  <a:pt x="347853" y="1976342"/>
                  <a:pt x="343948" y="1980248"/>
                  <a:pt x="339185" y="1980248"/>
                </a:cubicBezTo>
                <a:cubicBezTo>
                  <a:pt x="334423" y="1980248"/>
                  <a:pt x="330518" y="1976342"/>
                  <a:pt x="330518" y="1971580"/>
                </a:cubicBezTo>
                <a:cubicBezTo>
                  <a:pt x="330518" y="1966817"/>
                  <a:pt x="334423" y="1962912"/>
                  <a:pt x="339185" y="1962912"/>
                </a:cubicBezTo>
                <a:close/>
                <a:moveTo>
                  <a:pt x="556736" y="744093"/>
                </a:moveTo>
                <a:lnTo>
                  <a:pt x="545497" y="734568"/>
                </a:lnTo>
                <a:lnTo>
                  <a:pt x="391382" y="734187"/>
                </a:lnTo>
                <a:lnTo>
                  <a:pt x="390715" y="734187"/>
                </a:lnTo>
                <a:lnTo>
                  <a:pt x="377381" y="742379"/>
                </a:lnTo>
                <a:cubicBezTo>
                  <a:pt x="375666" y="741045"/>
                  <a:pt x="373666" y="740093"/>
                  <a:pt x="371380" y="740093"/>
                </a:cubicBezTo>
                <a:cubicBezTo>
                  <a:pt x="366808" y="740093"/>
                  <a:pt x="363188" y="743236"/>
                  <a:pt x="362140" y="747522"/>
                </a:cubicBezTo>
                <a:lnTo>
                  <a:pt x="257080" y="747522"/>
                </a:lnTo>
                <a:lnTo>
                  <a:pt x="230219" y="765715"/>
                </a:lnTo>
                <a:lnTo>
                  <a:pt x="95" y="765715"/>
                </a:lnTo>
                <a:lnTo>
                  <a:pt x="95" y="770477"/>
                </a:lnTo>
                <a:lnTo>
                  <a:pt x="231743" y="770477"/>
                </a:lnTo>
                <a:lnTo>
                  <a:pt x="258604" y="752285"/>
                </a:lnTo>
                <a:lnTo>
                  <a:pt x="362140" y="752285"/>
                </a:lnTo>
                <a:cubicBezTo>
                  <a:pt x="363188" y="756476"/>
                  <a:pt x="366903" y="759619"/>
                  <a:pt x="371380" y="759619"/>
                </a:cubicBezTo>
                <a:cubicBezTo>
                  <a:pt x="376809" y="759619"/>
                  <a:pt x="381190" y="755237"/>
                  <a:pt x="381190" y="749903"/>
                </a:cubicBezTo>
                <a:cubicBezTo>
                  <a:pt x="381190" y="748570"/>
                  <a:pt x="380905" y="747236"/>
                  <a:pt x="380429" y="746093"/>
                </a:cubicBezTo>
                <a:lnTo>
                  <a:pt x="392049" y="738950"/>
                </a:lnTo>
                <a:lnTo>
                  <a:pt x="543687" y="739331"/>
                </a:lnTo>
                <a:lnTo>
                  <a:pt x="554927" y="748856"/>
                </a:lnTo>
                <a:lnTo>
                  <a:pt x="626554" y="748379"/>
                </a:lnTo>
                <a:lnTo>
                  <a:pt x="671513" y="709232"/>
                </a:lnTo>
                <a:cubicBezTo>
                  <a:pt x="673037" y="710184"/>
                  <a:pt x="674656" y="710851"/>
                  <a:pt x="676561" y="710851"/>
                </a:cubicBezTo>
                <a:cubicBezTo>
                  <a:pt x="681990" y="710851"/>
                  <a:pt x="686372" y="706469"/>
                  <a:pt x="686372" y="701135"/>
                </a:cubicBezTo>
                <a:cubicBezTo>
                  <a:pt x="686372" y="695801"/>
                  <a:pt x="681990" y="691325"/>
                  <a:pt x="676561" y="691325"/>
                </a:cubicBezTo>
                <a:cubicBezTo>
                  <a:pt x="671132" y="691325"/>
                  <a:pt x="666845" y="695706"/>
                  <a:pt x="666845" y="701135"/>
                </a:cubicBezTo>
                <a:cubicBezTo>
                  <a:pt x="666845" y="702945"/>
                  <a:pt x="667417" y="704469"/>
                  <a:pt x="668274" y="705898"/>
                </a:cubicBezTo>
                <a:lnTo>
                  <a:pt x="624840" y="743712"/>
                </a:lnTo>
                <a:lnTo>
                  <a:pt x="556736" y="744093"/>
                </a:lnTo>
                <a:close/>
                <a:moveTo>
                  <a:pt x="371475" y="754952"/>
                </a:moveTo>
                <a:cubicBezTo>
                  <a:pt x="368713" y="754952"/>
                  <a:pt x="366427" y="752666"/>
                  <a:pt x="366427" y="749999"/>
                </a:cubicBezTo>
                <a:cubicBezTo>
                  <a:pt x="366427" y="747332"/>
                  <a:pt x="368713" y="744950"/>
                  <a:pt x="371475" y="744950"/>
                </a:cubicBezTo>
                <a:cubicBezTo>
                  <a:pt x="374237" y="744950"/>
                  <a:pt x="376523" y="747236"/>
                  <a:pt x="376523" y="749999"/>
                </a:cubicBezTo>
                <a:cubicBezTo>
                  <a:pt x="376523" y="752761"/>
                  <a:pt x="374237" y="754952"/>
                  <a:pt x="371475" y="754952"/>
                </a:cubicBezTo>
                <a:close/>
                <a:moveTo>
                  <a:pt x="676656" y="696182"/>
                </a:moveTo>
                <a:cubicBezTo>
                  <a:pt x="679418" y="696182"/>
                  <a:pt x="681704" y="698468"/>
                  <a:pt x="681704" y="701231"/>
                </a:cubicBezTo>
                <a:cubicBezTo>
                  <a:pt x="681704" y="703993"/>
                  <a:pt x="679418" y="706184"/>
                  <a:pt x="676656" y="706184"/>
                </a:cubicBezTo>
                <a:cubicBezTo>
                  <a:pt x="673894" y="706184"/>
                  <a:pt x="671703" y="703898"/>
                  <a:pt x="671703" y="701231"/>
                </a:cubicBezTo>
                <a:cubicBezTo>
                  <a:pt x="671703" y="698564"/>
                  <a:pt x="673989" y="696182"/>
                  <a:pt x="676656" y="696182"/>
                </a:cubicBezTo>
                <a:close/>
                <a:moveTo>
                  <a:pt x="1565053" y="784479"/>
                </a:moveTo>
                <a:lnTo>
                  <a:pt x="1557909" y="784479"/>
                </a:lnTo>
                <a:lnTo>
                  <a:pt x="1557909" y="776002"/>
                </a:lnTo>
                <a:lnTo>
                  <a:pt x="1565053" y="776002"/>
                </a:lnTo>
                <a:lnTo>
                  <a:pt x="1565053" y="784479"/>
                </a:lnTo>
                <a:close/>
                <a:moveTo>
                  <a:pt x="1565053" y="801338"/>
                </a:moveTo>
                <a:lnTo>
                  <a:pt x="1557909" y="801338"/>
                </a:lnTo>
                <a:lnTo>
                  <a:pt x="1557909" y="792861"/>
                </a:lnTo>
                <a:lnTo>
                  <a:pt x="1565053" y="792861"/>
                </a:lnTo>
                <a:lnTo>
                  <a:pt x="1565053" y="801338"/>
                </a:lnTo>
                <a:close/>
                <a:moveTo>
                  <a:pt x="1565053" y="767620"/>
                </a:moveTo>
                <a:lnTo>
                  <a:pt x="1557909" y="767620"/>
                </a:lnTo>
                <a:lnTo>
                  <a:pt x="1557909" y="759143"/>
                </a:lnTo>
                <a:lnTo>
                  <a:pt x="1565053" y="759143"/>
                </a:lnTo>
                <a:lnTo>
                  <a:pt x="1565053" y="767620"/>
                </a:lnTo>
                <a:close/>
                <a:moveTo>
                  <a:pt x="1565053" y="750761"/>
                </a:moveTo>
                <a:lnTo>
                  <a:pt x="1557909" y="750761"/>
                </a:lnTo>
                <a:lnTo>
                  <a:pt x="1557909" y="742283"/>
                </a:lnTo>
                <a:lnTo>
                  <a:pt x="1565053" y="742283"/>
                </a:lnTo>
                <a:lnTo>
                  <a:pt x="1565053" y="750761"/>
                </a:lnTo>
                <a:close/>
                <a:moveTo>
                  <a:pt x="1166813" y="1118235"/>
                </a:moveTo>
                <a:lnTo>
                  <a:pt x="1166813" y="1106996"/>
                </a:lnTo>
                <a:cubicBezTo>
                  <a:pt x="1166813" y="1105091"/>
                  <a:pt x="1168337" y="1103567"/>
                  <a:pt x="1170242" y="1103567"/>
                </a:cubicBezTo>
                <a:lnTo>
                  <a:pt x="1181481" y="1103567"/>
                </a:lnTo>
                <a:cubicBezTo>
                  <a:pt x="1183386" y="1103567"/>
                  <a:pt x="1184910" y="1105091"/>
                  <a:pt x="1184910" y="1106996"/>
                </a:cubicBezTo>
                <a:lnTo>
                  <a:pt x="1184910" y="1118235"/>
                </a:lnTo>
                <a:cubicBezTo>
                  <a:pt x="1184910" y="1120140"/>
                  <a:pt x="1183386" y="1121664"/>
                  <a:pt x="1181481" y="1121664"/>
                </a:cubicBezTo>
                <a:lnTo>
                  <a:pt x="1170242" y="1121664"/>
                </a:lnTo>
                <a:cubicBezTo>
                  <a:pt x="1168337" y="1121664"/>
                  <a:pt x="1166813" y="1120140"/>
                  <a:pt x="1166813" y="1118235"/>
                </a:cubicBezTo>
                <a:close/>
                <a:moveTo>
                  <a:pt x="1557909" y="809816"/>
                </a:moveTo>
                <a:lnTo>
                  <a:pt x="1565053" y="809816"/>
                </a:lnTo>
                <a:lnTo>
                  <a:pt x="1565053" y="818293"/>
                </a:lnTo>
                <a:lnTo>
                  <a:pt x="1557909" y="818293"/>
                </a:lnTo>
                <a:lnTo>
                  <a:pt x="1557909" y="809816"/>
                </a:lnTo>
                <a:close/>
                <a:moveTo>
                  <a:pt x="1032891" y="1307782"/>
                </a:moveTo>
                <a:cubicBezTo>
                  <a:pt x="1039463" y="1307782"/>
                  <a:pt x="1044797" y="1313117"/>
                  <a:pt x="1044797" y="1319689"/>
                </a:cubicBezTo>
                <a:cubicBezTo>
                  <a:pt x="1044797" y="1326261"/>
                  <a:pt x="1039463" y="1331595"/>
                  <a:pt x="1032891" y="1331595"/>
                </a:cubicBezTo>
                <a:cubicBezTo>
                  <a:pt x="1026319" y="1331595"/>
                  <a:pt x="1020985" y="1326261"/>
                  <a:pt x="1020985" y="1319689"/>
                </a:cubicBezTo>
                <a:cubicBezTo>
                  <a:pt x="1020985" y="1313117"/>
                  <a:pt x="1026319" y="1307782"/>
                  <a:pt x="1032891" y="1307782"/>
                </a:cubicBezTo>
                <a:close/>
                <a:moveTo>
                  <a:pt x="1594199" y="657797"/>
                </a:moveTo>
                <a:lnTo>
                  <a:pt x="1594199" y="549783"/>
                </a:lnTo>
                <a:lnTo>
                  <a:pt x="1598676" y="549783"/>
                </a:lnTo>
                <a:cubicBezTo>
                  <a:pt x="1602391" y="549783"/>
                  <a:pt x="1605534" y="546735"/>
                  <a:pt x="1605534" y="542925"/>
                </a:cubicBezTo>
                <a:lnTo>
                  <a:pt x="1605534" y="528542"/>
                </a:lnTo>
                <a:cubicBezTo>
                  <a:pt x="1605534" y="524828"/>
                  <a:pt x="1602486" y="521684"/>
                  <a:pt x="1598676" y="521684"/>
                </a:cubicBezTo>
                <a:lnTo>
                  <a:pt x="1584293" y="521684"/>
                </a:lnTo>
                <a:cubicBezTo>
                  <a:pt x="1580578" y="521684"/>
                  <a:pt x="1577435" y="524732"/>
                  <a:pt x="1577435" y="528542"/>
                </a:cubicBezTo>
                <a:lnTo>
                  <a:pt x="1577435" y="542925"/>
                </a:lnTo>
                <a:cubicBezTo>
                  <a:pt x="1577435" y="546640"/>
                  <a:pt x="1580483" y="549783"/>
                  <a:pt x="1584293" y="549783"/>
                </a:cubicBezTo>
                <a:lnTo>
                  <a:pt x="1589437" y="549783"/>
                </a:lnTo>
                <a:lnTo>
                  <a:pt x="1589437" y="655701"/>
                </a:lnTo>
                <a:lnTo>
                  <a:pt x="1559052" y="683228"/>
                </a:lnTo>
                <a:lnTo>
                  <a:pt x="1559052" y="704850"/>
                </a:lnTo>
                <a:cubicBezTo>
                  <a:pt x="1552766" y="705993"/>
                  <a:pt x="1548003" y="711422"/>
                  <a:pt x="1548003" y="718090"/>
                </a:cubicBezTo>
                <a:cubicBezTo>
                  <a:pt x="1548003" y="724281"/>
                  <a:pt x="1552194" y="729425"/>
                  <a:pt x="1557909" y="731044"/>
                </a:cubicBezTo>
                <a:lnTo>
                  <a:pt x="1557909" y="733997"/>
                </a:lnTo>
                <a:lnTo>
                  <a:pt x="1565053" y="733997"/>
                </a:lnTo>
                <a:lnTo>
                  <a:pt x="1565053" y="731044"/>
                </a:lnTo>
                <a:cubicBezTo>
                  <a:pt x="1570768" y="729425"/>
                  <a:pt x="1574959" y="724281"/>
                  <a:pt x="1574959" y="718090"/>
                </a:cubicBezTo>
                <a:cubicBezTo>
                  <a:pt x="1574959" y="711518"/>
                  <a:pt x="1570196" y="705993"/>
                  <a:pt x="1563910" y="704850"/>
                </a:cubicBezTo>
                <a:lnTo>
                  <a:pt x="1563910" y="685324"/>
                </a:lnTo>
                <a:cubicBezTo>
                  <a:pt x="1563910" y="685324"/>
                  <a:pt x="1594295" y="657797"/>
                  <a:pt x="1594295" y="657797"/>
                </a:cubicBezTo>
                <a:close/>
                <a:moveTo>
                  <a:pt x="1584293" y="545021"/>
                </a:moveTo>
                <a:cubicBezTo>
                  <a:pt x="1583150" y="545021"/>
                  <a:pt x="1582198" y="544068"/>
                  <a:pt x="1582198" y="542925"/>
                </a:cubicBezTo>
                <a:lnTo>
                  <a:pt x="1582198" y="528542"/>
                </a:lnTo>
                <a:cubicBezTo>
                  <a:pt x="1582198" y="527399"/>
                  <a:pt x="1583150" y="526447"/>
                  <a:pt x="1584293" y="526447"/>
                </a:cubicBezTo>
                <a:lnTo>
                  <a:pt x="1598676" y="526447"/>
                </a:lnTo>
                <a:cubicBezTo>
                  <a:pt x="1599819" y="526447"/>
                  <a:pt x="1600772" y="527399"/>
                  <a:pt x="1600772" y="528542"/>
                </a:cubicBezTo>
                <a:lnTo>
                  <a:pt x="1600772" y="542925"/>
                </a:lnTo>
                <a:cubicBezTo>
                  <a:pt x="1600772" y="544068"/>
                  <a:pt x="1599819" y="545021"/>
                  <a:pt x="1598676" y="545021"/>
                </a:cubicBezTo>
                <a:lnTo>
                  <a:pt x="1584293" y="545021"/>
                </a:lnTo>
                <a:close/>
                <a:moveTo>
                  <a:pt x="1570196" y="718090"/>
                </a:moveTo>
                <a:cubicBezTo>
                  <a:pt x="1570196" y="722852"/>
                  <a:pt x="1566291" y="726758"/>
                  <a:pt x="1561528" y="726758"/>
                </a:cubicBezTo>
                <a:cubicBezTo>
                  <a:pt x="1556766" y="726758"/>
                  <a:pt x="1552861" y="722852"/>
                  <a:pt x="1552861" y="718090"/>
                </a:cubicBezTo>
                <a:cubicBezTo>
                  <a:pt x="1552861" y="713327"/>
                  <a:pt x="1556766" y="709422"/>
                  <a:pt x="1561528" y="709422"/>
                </a:cubicBezTo>
                <a:cubicBezTo>
                  <a:pt x="1566291" y="709422"/>
                  <a:pt x="1570196" y="713327"/>
                  <a:pt x="1570196" y="718090"/>
                </a:cubicBezTo>
                <a:close/>
                <a:moveTo>
                  <a:pt x="335661" y="2029682"/>
                </a:moveTo>
                <a:lnTo>
                  <a:pt x="342805" y="2029682"/>
                </a:lnTo>
                <a:lnTo>
                  <a:pt x="342805" y="2038160"/>
                </a:lnTo>
                <a:lnTo>
                  <a:pt x="335661" y="2038160"/>
                </a:lnTo>
                <a:lnTo>
                  <a:pt x="335661" y="2029682"/>
                </a:lnTo>
                <a:close/>
                <a:moveTo>
                  <a:pt x="342805" y="2004346"/>
                </a:moveTo>
                <a:lnTo>
                  <a:pt x="335661" y="2004346"/>
                </a:lnTo>
                <a:lnTo>
                  <a:pt x="335661" y="1995869"/>
                </a:lnTo>
                <a:lnTo>
                  <a:pt x="342805" y="1995869"/>
                </a:lnTo>
                <a:lnTo>
                  <a:pt x="342805" y="2004346"/>
                </a:lnTo>
                <a:close/>
                <a:moveTo>
                  <a:pt x="3114485" y="4803077"/>
                </a:moveTo>
                <a:cubicBezTo>
                  <a:pt x="3114485" y="4802505"/>
                  <a:pt x="3114675" y="4802029"/>
                  <a:pt x="3114770" y="4801457"/>
                </a:cubicBezTo>
                <a:lnTo>
                  <a:pt x="3114770" y="4804887"/>
                </a:lnTo>
                <a:cubicBezTo>
                  <a:pt x="3114675" y="4804315"/>
                  <a:pt x="3114485" y="4803744"/>
                  <a:pt x="3114485" y="4803077"/>
                </a:cubicBezTo>
                <a:close/>
                <a:moveTo>
                  <a:pt x="1406938" y="2808542"/>
                </a:moveTo>
                <a:cubicBezTo>
                  <a:pt x="1407890" y="2812352"/>
                  <a:pt x="1411129" y="2815400"/>
                  <a:pt x="1415320" y="2815876"/>
                </a:cubicBezTo>
                <a:cubicBezTo>
                  <a:pt x="1415701" y="2815876"/>
                  <a:pt x="1415987" y="2815876"/>
                  <a:pt x="1416368" y="2815876"/>
                </a:cubicBezTo>
                <a:cubicBezTo>
                  <a:pt x="1421321" y="2815876"/>
                  <a:pt x="1425512" y="2812161"/>
                  <a:pt x="1426083" y="2807113"/>
                </a:cubicBezTo>
                <a:cubicBezTo>
                  <a:pt x="1426369" y="2804541"/>
                  <a:pt x="1425607" y="2801969"/>
                  <a:pt x="1423988" y="2799969"/>
                </a:cubicBezTo>
                <a:cubicBezTo>
                  <a:pt x="1422368" y="2797969"/>
                  <a:pt x="1419987" y="2796635"/>
                  <a:pt x="1417415" y="2796350"/>
                </a:cubicBezTo>
                <a:cubicBezTo>
                  <a:pt x="1414844" y="2796064"/>
                  <a:pt x="1412272" y="2796826"/>
                  <a:pt x="1410272" y="2798445"/>
                </a:cubicBezTo>
                <a:cubicBezTo>
                  <a:pt x="1408652" y="2799779"/>
                  <a:pt x="1407605" y="2801684"/>
                  <a:pt x="1407128" y="2803684"/>
                </a:cubicBezTo>
                <a:lnTo>
                  <a:pt x="1325118" y="2803684"/>
                </a:lnTo>
                <a:lnTo>
                  <a:pt x="1255586" y="2858167"/>
                </a:lnTo>
                <a:cubicBezTo>
                  <a:pt x="1254062" y="2857214"/>
                  <a:pt x="1252347" y="2856452"/>
                  <a:pt x="1250442" y="2856452"/>
                </a:cubicBezTo>
                <a:cubicBezTo>
                  <a:pt x="1245108" y="2856452"/>
                  <a:pt x="1240727" y="2860834"/>
                  <a:pt x="1240727" y="2866263"/>
                </a:cubicBezTo>
                <a:cubicBezTo>
                  <a:pt x="1240727" y="2871692"/>
                  <a:pt x="1245108" y="2875979"/>
                  <a:pt x="1250442" y="2875979"/>
                </a:cubicBezTo>
                <a:cubicBezTo>
                  <a:pt x="1255776" y="2875979"/>
                  <a:pt x="1260253" y="2871597"/>
                  <a:pt x="1260253" y="2866263"/>
                </a:cubicBezTo>
                <a:cubicBezTo>
                  <a:pt x="1260253" y="2864549"/>
                  <a:pt x="1259681" y="2863025"/>
                  <a:pt x="1258919" y="2861691"/>
                </a:cubicBezTo>
                <a:lnTo>
                  <a:pt x="1326832" y="2808542"/>
                </a:lnTo>
                <a:lnTo>
                  <a:pt x="1407033" y="2808542"/>
                </a:lnTo>
                <a:close/>
                <a:moveTo>
                  <a:pt x="1413129" y="2802255"/>
                </a:moveTo>
                <a:cubicBezTo>
                  <a:pt x="1413986" y="2801493"/>
                  <a:pt x="1415129" y="2801112"/>
                  <a:pt x="1416272" y="2801112"/>
                </a:cubicBezTo>
                <a:cubicBezTo>
                  <a:pt x="1416463" y="2801112"/>
                  <a:pt x="1416653" y="2801112"/>
                  <a:pt x="1416844" y="2801112"/>
                </a:cubicBezTo>
                <a:cubicBezTo>
                  <a:pt x="1418177" y="2801207"/>
                  <a:pt x="1419416" y="2801874"/>
                  <a:pt x="1420178" y="2802922"/>
                </a:cubicBezTo>
                <a:cubicBezTo>
                  <a:pt x="1421035" y="2803970"/>
                  <a:pt x="1421416" y="2805303"/>
                  <a:pt x="1421225" y="2806637"/>
                </a:cubicBezTo>
                <a:cubicBezTo>
                  <a:pt x="1420940" y="2809399"/>
                  <a:pt x="1418463" y="2811304"/>
                  <a:pt x="1415701" y="2811113"/>
                </a:cubicBezTo>
                <a:cubicBezTo>
                  <a:pt x="1412939" y="2810828"/>
                  <a:pt x="1410938" y="2808351"/>
                  <a:pt x="1411224" y="2805589"/>
                </a:cubicBezTo>
                <a:cubicBezTo>
                  <a:pt x="1411415" y="2804255"/>
                  <a:pt x="1411986" y="2803112"/>
                  <a:pt x="1413034" y="2802255"/>
                </a:cubicBezTo>
                <a:close/>
                <a:moveTo>
                  <a:pt x="1250347" y="2871216"/>
                </a:moveTo>
                <a:cubicBezTo>
                  <a:pt x="1247585" y="2871216"/>
                  <a:pt x="1245394" y="2868930"/>
                  <a:pt x="1245394" y="2866263"/>
                </a:cubicBezTo>
                <a:cubicBezTo>
                  <a:pt x="1245394" y="2863596"/>
                  <a:pt x="1247680" y="2861215"/>
                  <a:pt x="1250347" y="2861215"/>
                </a:cubicBezTo>
                <a:cubicBezTo>
                  <a:pt x="1253014" y="2861215"/>
                  <a:pt x="1255395" y="2863501"/>
                  <a:pt x="1255395" y="2866263"/>
                </a:cubicBezTo>
                <a:cubicBezTo>
                  <a:pt x="1255395" y="2869025"/>
                  <a:pt x="1253109" y="2871216"/>
                  <a:pt x="1250347" y="2871216"/>
                </a:cubicBezTo>
                <a:close/>
                <a:moveTo>
                  <a:pt x="1990820" y="433292"/>
                </a:moveTo>
                <a:lnTo>
                  <a:pt x="1985105" y="439007"/>
                </a:lnTo>
                <a:cubicBezTo>
                  <a:pt x="1982915" y="441198"/>
                  <a:pt x="1982915" y="444627"/>
                  <a:pt x="1985105" y="446818"/>
                </a:cubicBezTo>
                <a:lnTo>
                  <a:pt x="1986344" y="448056"/>
                </a:lnTo>
                <a:lnTo>
                  <a:pt x="1954911" y="486537"/>
                </a:lnTo>
                <a:lnTo>
                  <a:pt x="1954911" y="543497"/>
                </a:lnTo>
                <a:cubicBezTo>
                  <a:pt x="1954340" y="543782"/>
                  <a:pt x="1953768" y="544068"/>
                  <a:pt x="1953292" y="544544"/>
                </a:cubicBezTo>
                <a:lnTo>
                  <a:pt x="1947577" y="550259"/>
                </a:lnTo>
                <a:cubicBezTo>
                  <a:pt x="1945481" y="552450"/>
                  <a:pt x="1945481" y="555879"/>
                  <a:pt x="1947577" y="558070"/>
                </a:cubicBezTo>
                <a:lnTo>
                  <a:pt x="1953197" y="563690"/>
                </a:lnTo>
                <a:cubicBezTo>
                  <a:pt x="1954244" y="564737"/>
                  <a:pt x="1955578" y="565309"/>
                  <a:pt x="1957102" y="565309"/>
                </a:cubicBezTo>
                <a:cubicBezTo>
                  <a:pt x="1958626" y="565309"/>
                  <a:pt x="1959959" y="564737"/>
                  <a:pt x="1961007" y="563690"/>
                </a:cubicBezTo>
                <a:lnTo>
                  <a:pt x="1966722" y="558070"/>
                </a:lnTo>
                <a:cubicBezTo>
                  <a:pt x="1968913" y="555879"/>
                  <a:pt x="1968913" y="552450"/>
                  <a:pt x="1966722" y="550259"/>
                </a:cubicBezTo>
                <a:lnTo>
                  <a:pt x="1961102" y="544640"/>
                </a:lnTo>
                <a:cubicBezTo>
                  <a:pt x="1961102" y="544640"/>
                  <a:pt x="1960245" y="543973"/>
                  <a:pt x="1959674" y="543687"/>
                </a:cubicBezTo>
                <a:lnTo>
                  <a:pt x="1959674" y="488252"/>
                </a:lnTo>
                <a:lnTo>
                  <a:pt x="1989773" y="451390"/>
                </a:lnTo>
                <a:lnTo>
                  <a:pt x="1990820" y="452438"/>
                </a:lnTo>
                <a:cubicBezTo>
                  <a:pt x="1991868" y="453485"/>
                  <a:pt x="1993297" y="454057"/>
                  <a:pt x="1994726" y="454057"/>
                </a:cubicBezTo>
                <a:cubicBezTo>
                  <a:pt x="1996154" y="454057"/>
                  <a:pt x="1997583" y="453485"/>
                  <a:pt x="1998631" y="452438"/>
                </a:cubicBezTo>
                <a:lnTo>
                  <a:pt x="2004346" y="446723"/>
                </a:lnTo>
                <a:cubicBezTo>
                  <a:pt x="2006537" y="444532"/>
                  <a:pt x="2006537" y="441103"/>
                  <a:pt x="2004346" y="438912"/>
                </a:cubicBezTo>
                <a:lnTo>
                  <a:pt x="1998631" y="433197"/>
                </a:lnTo>
                <a:cubicBezTo>
                  <a:pt x="1996440" y="431006"/>
                  <a:pt x="1993011" y="431006"/>
                  <a:pt x="1990820" y="433197"/>
                </a:cubicBezTo>
                <a:close/>
                <a:moveTo>
                  <a:pt x="1963388" y="553498"/>
                </a:moveTo>
                <a:cubicBezTo>
                  <a:pt x="1963388" y="553498"/>
                  <a:pt x="1963674" y="554260"/>
                  <a:pt x="1963388" y="554546"/>
                </a:cubicBezTo>
                <a:lnTo>
                  <a:pt x="1957673" y="560165"/>
                </a:lnTo>
                <a:lnTo>
                  <a:pt x="1956626" y="560165"/>
                </a:lnTo>
                <a:lnTo>
                  <a:pt x="1950911" y="554546"/>
                </a:lnTo>
                <a:cubicBezTo>
                  <a:pt x="1950911" y="554546"/>
                  <a:pt x="1950625" y="553784"/>
                  <a:pt x="1950911" y="553498"/>
                </a:cubicBezTo>
                <a:lnTo>
                  <a:pt x="1956626" y="547878"/>
                </a:lnTo>
                <a:lnTo>
                  <a:pt x="1957673" y="547878"/>
                </a:lnTo>
                <a:lnTo>
                  <a:pt x="1963293" y="553498"/>
                </a:lnTo>
                <a:close/>
                <a:moveTo>
                  <a:pt x="1995202" y="436626"/>
                </a:moveTo>
                <a:lnTo>
                  <a:pt x="2000917" y="442341"/>
                </a:lnTo>
                <a:cubicBezTo>
                  <a:pt x="2000917" y="442341"/>
                  <a:pt x="2001203" y="443103"/>
                  <a:pt x="2000917" y="443389"/>
                </a:cubicBezTo>
                <a:lnTo>
                  <a:pt x="1995202" y="449104"/>
                </a:lnTo>
                <a:cubicBezTo>
                  <a:pt x="1995202" y="449104"/>
                  <a:pt x="1994440" y="449389"/>
                  <a:pt x="1994154" y="449104"/>
                </a:cubicBezTo>
                <a:lnTo>
                  <a:pt x="1988439" y="443389"/>
                </a:lnTo>
                <a:cubicBezTo>
                  <a:pt x="1988439" y="443389"/>
                  <a:pt x="1988153" y="442627"/>
                  <a:pt x="1988439" y="442341"/>
                </a:cubicBezTo>
                <a:lnTo>
                  <a:pt x="1994154" y="436626"/>
                </a:lnTo>
                <a:cubicBezTo>
                  <a:pt x="1994154" y="436626"/>
                  <a:pt x="1994535" y="436436"/>
                  <a:pt x="1994726" y="436436"/>
                </a:cubicBezTo>
                <a:cubicBezTo>
                  <a:pt x="1994916" y="436436"/>
                  <a:pt x="1995107" y="436436"/>
                  <a:pt x="1995202" y="436626"/>
                </a:cubicBezTo>
                <a:close/>
                <a:moveTo>
                  <a:pt x="2980277" y="4178427"/>
                </a:moveTo>
                <a:lnTo>
                  <a:pt x="2987421" y="4178427"/>
                </a:lnTo>
                <a:lnTo>
                  <a:pt x="2987421" y="4068890"/>
                </a:lnTo>
                <a:cubicBezTo>
                  <a:pt x="2987421" y="4068032"/>
                  <a:pt x="2987135" y="4067270"/>
                  <a:pt x="2986659" y="4066604"/>
                </a:cubicBezTo>
                <a:lnTo>
                  <a:pt x="2898648" y="3969163"/>
                </a:lnTo>
                <a:cubicBezTo>
                  <a:pt x="2899124" y="3968592"/>
                  <a:pt x="2899696" y="3968115"/>
                  <a:pt x="2900172" y="3967544"/>
                </a:cubicBezTo>
                <a:lnTo>
                  <a:pt x="2900172" y="3967544"/>
                </a:lnTo>
                <a:cubicBezTo>
                  <a:pt x="2908554" y="3956018"/>
                  <a:pt x="2906078" y="3939826"/>
                  <a:pt x="2894648" y="3931444"/>
                </a:cubicBezTo>
                <a:cubicBezTo>
                  <a:pt x="2890171" y="3928110"/>
                  <a:pt x="2884837" y="3926396"/>
                  <a:pt x="2879408" y="3926396"/>
                </a:cubicBezTo>
                <a:cubicBezTo>
                  <a:pt x="2878074" y="3926396"/>
                  <a:pt x="2876741" y="3926491"/>
                  <a:pt x="2875407" y="3926681"/>
                </a:cubicBezTo>
                <a:cubicBezTo>
                  <a:pt x="2868549" y="3927729"/>
                  <a:pt x="2862548" y="3931349"/>
                  <a:pt x="2858453" y="3936968"/>
                </a:cubicBezTo>
                <a:cubicBezTo>
                  <a:pt x="2849975" y="3948494"/>
                  <a:pt x="2852547" y="3964686"/>
                  <a:pt x="2863977" y="3973068"/>
                </a:cubicBezTo>
                <a:cubicBezTo>
                  <a:pt x="2872835" y="3979545"/>
                  <a:pt x="2884551" y="3979545"/>
                  <a:pt x="2893219" y="3973830"/>
                </a:cubicBezTo>
                <a:lnTo>
                  <a:pt x="2980182" y="4070128"/>
                </a:lnTo>
                <a:lnTo>
                  <a:pt x="2980182" y="4178427"/>
                </a:lnTo>
                <a:close/>
                <a:moveTo>
                  <a:pt x="2866835" y="3969163"/>
                </a:moveTo>
                <a:cubicBezTo>
                  <a:pt x="2862263" y="3965829"/>
                  <a:pt x="2859310" y="3960971"/>
                  <a:pt x="2858453" y="3955352"/>
                </a:cubicBezTo>
                <a:cubicBezTo>
                  <a:pt x="2857595" y="3949827"/>
                  <a:pt x="2858929" y="3944207"/>
                  <a:pt x="2862263" y="3939635"/>
                </a:cubicBezTo>
                <a:cubicBezTo>
                  <a:pt x="2865596" y="3935063"/>
                  <a:pt x="2870454" y="3932111"/>
                  <a:pt x="2876074" y="3931253"/>
                </a:cubicBezTo>
                <a:cubicBezTo>
                  <a:pt x="2881598" y="3930396"/>
                  <a:pt x="2887218" y="3931730"/>
                  <a:pt x="2891790" y="3935063"/>
                </a:cubicBezTo>
                <a:cubicBezTo>
                  <a:pt x="2901125" y="3941921"/>
                  <a:pt x="2903220" y="3955161"/>
                  <a:pt x="2896362" y="3964591"/>
                </a:cubicBezTo>
                <a:cubicBezTo>
                  <a:pt x="2889504" y="3973925"/>
                  <a:pt x="2876264" y="3975926"/>
                  <a:pt x="2866835" y="3969068"/>
                </a:cubicBezTo>
                <a:close/>
                <a:moveTo>
                  <a:pt x="1189292" y="1307782"/>
                </a:moveTo>
                <a:cubicBezTo>
                  <a:pt x="1195864" y="1307782"/>
                  <a:pt x="1201198" y="1313117"/>
                  <a:pt x="1201198" y="1319689"/>
                </a:cubicBezTo>
                <a:cubicBezTo>
                  <a:pt x="1201198" y="1326261"/>
                  <a:pt x="1195864" y="1331595"/>
                  <a:pt x="1189292" y="1331595"/>
                </a:cubicBezTo>
                <a:cubicBezTo>
                  <a:pt x="1182719" y="1331595"/>
                  <a:pt x="1177385" y="1326261"/>
                  <a:pt x="1177385" y="1319689"/>
                </a:cubicBezTo>
                <a:cubicBezTo>
                  <a:pt x="1177385" y="1313117"/>
                  <a:pt x="1182719" y="1307782"/>
                  <a:pt x="1189292" y="1307782"/>
                </a:cubicBezTo>
                <a:close/>
                <a:moveTo>
                  <a:pt x="1919859" y="583121"/>
                </a:moveTo>
                <a:lnTo>
                  <a:pt x="1927003" y="583121"/>
                </a:lnTo>
                <a:lnTo>
                  <a:pt x="1927003" y="591598"/>
                </a:lnTo>
                <a:lnTo>
                  <a:pt x="1919859" y="591598"/>
                </a:lnTo>
                <a:lnTo>
                  <a:pt x="1919859" y="583121"/>
                </a:lnTo>
                <a:close/>
                <a:moveTo>
                  <a:pt x="1919859" y="519303"/>
                </a:moveTo>
                <a:lnTo>
                  <a:pt x="1927003" y="519303"/>
                </a:lnTo>
                <a:lnTo>
                  <a:pt x="1927003" y="524065"/>
                </a:lnTo>
                <a:lnTo>
                  <a:pt x="1919859" y="524065"/>
                </a:lnTo>
                <a:lnTo>
                  <a:pt x="1919859" y="519303"/>
                </a:lnTo>
                <a:close/>
                <a:moveTo>
                  <a:pt x="335661" y="2012728"/>
                </a:moveTo>
                <a:lnTo>
                  <a:pt x="342805" y="2012728"/>
                </a:lnTo>
                <a:lnTo>
                  <a:pt x="342805" y="2021205"/>
                </a:lnTo>
                <a:lnTo>
                  <a:pt x="335661" y="2021205"/>
                </a:lnTo>
                <a:lnTo>
                  <a:pt x="335661" y="2012728"/>
                </a:lnTo>
                <a:close/>
                <a:moveTo>
                  <a:pt x="1919859" y="599980"/>
                </a:moveTo>
                <a:lnTo>
                  <a:pt x="1927003" y="599980"/>
                </a:lnTo>
                <a:lnTo>
                  <a:pt x="1927003" y="608457"/>
                </a:lnTo>
                <a:lnTo>
                  <a:pt x="1919859" y="608457"/>
                </a:lnTo>
                <a:lnTo>
                  <a:pt x="1919859" y="599980"/>
                </a:lnTo>
                <a:close/>
                <a:moveTo>
                  <a:pt x="1919859" y="566261"/>
                </a:moveTo>
                <a:lnTo>
                  <a:pt x="1927003" y="566261"/>
                </a:lnTo>
                <a:lnTo>
                  <a:pt x="1927003" y="574739"/>
                </a:lnTo>
                <a:lnTo>
                  <a:pt x="1919859" y="574739"/>
                </a:lnTo>
                <a:lnTo>
                  <a:pt x="1919859" y="566261"/>
                </a:lnTo>
                <a:close/>
                <a:moveTo>
                  <a:pt x="1919859" y="549402"/>
                </a:moveTo>
                <a:lnTo>
                  <a:pt x="1927003" y="549402"/>
                </a:lnTo>
                <a:lnTo>
                  <a:pt x="1927003" y="557879"/>
                </a:lnTo>
                <a:lnTo>
                  <a:pt x="1919859" y="557879"/>
                </a:lnTo>
                <a:lnTo>
                  <a:pt x="1919859" y="549402"/>
                </a:lnTo>
                <a:close/>
                <a:moveTo>
                  <a:pt x="1919859" y="532543"/>
                </a:moveTo>
                <a:lnTo>
                  <a:pt x="1927003" y="532543"/>
                </a:lnTo>
                <a:lnTo>
                  <a:pt x="1927003" y="541020"/>
                </a:lnTo>
                <a:lnTo>
                  <a:pt x="1919859" y="541020"/>
                </a:lnTo>
                <a:lnTo>
                  <a:pt x="1919859" y="532543"/>
                </a:lnTo>
                <a:close/>
                <a:moveTo>
                  <a:pt x="118682" y="3842099"/>
                </a:moveTo>
                <a:lnTo>
                  <a:pt x="109442" y="3842099"/>
                </a:lnTo>
                <a:lnTo>
                  <a:pt x="109442" y="3846862"/>
                </a:lnTo>
                <a:lnTo>
                  <a:pt x="118682" y="3846862"/>
                </a:lnTo>
                <a:cubicBezTo>
                  <a:pt x="119348" y="3850577"/>
                  <a:pt x="121253" y="3853815"/>
                  <a:pt x="124301" y="3856006"/>
                </a:cubicBezTo>
                <a:cubicBezTo>
                  <a:pt x="130683" y="3860673"/>
                  <a:pt x="139637" y="3859340"/>
                  <a:pt x="144304" y="3852958"/>
                </a:cubicBezTo>
                <a:cubicBezTo>
                  <a:pt x="146209" y="3850386"/>
                  <a:pt x="147066" y="3847434"/>
                  <a:pt x="147066" y="3844480"/>
                </a:cubicBezTo>
                <a:cubicBezTo>
                  <a:pt x="147066" y="3842004"/>
                  <a:pt x="146399" y="3839623"/>
                  <a:pt x="145161" y="3837432"/>
                </a:cubicBezTo>
                <a:lnTo>
                  <a:pt x="145352" y="3837623"/>
                </a:lnTo>
                <a:lnTo>
                  <a:pt x="153067" y="3830098"/>
                </a:lnTo>
                <a:lnTo>
                  <a:pt x="357664" y="3830288"/>
                </a:lnTo>
                <a:lnTo>
                  <a:pt x="357664" y="3834289"/>
                </a:lnTo>
                <a:cubicBezTo>
                  <a:pt x="357664" y="3838004"/>
                  <a:pt x="360712" y="3841147"/>
                  <a:pt x="364522" y="3841147"/>
                </a:cubicBezTo>
                <a:lnTo>
                  <a:pt x="377190" y="3841147"/>
                </a:lnTo>
                <a:cubicBezTo>
                  <a:pt x="380905" y="3841147"/>
                  <a:pt x="384048" y="3838099"/>
                  <a:pt x="384048" y="3834289"/>
                </a:cubicBezTo>
                <a:lnTo>
                  <a:pt x="384048" y="3821621"/>
                </a:lnTo>
                <a:cubicBezTo>
                  <a:pt x="384048" y="3817906"/>
                  <a:pt x="381000" y="3814763"/>
                  <a:pt x="377190" y="3814763"/>
                </a:cubicBezTo>
                <a:lnTo>
                  <a:pt x="364522" y="3814763"/>
                </a:lnTo>
                <a:cubicBezTo>
                  <a:pt x="360807" y="3814763"/>
                  <a:pt x="357664" y="3817811"/>
                  <a:pt x="357664" y="3821621"/>
                </a:cubicBezTo>
                <a:lnTo>
                  <a:pt x="357664" y="3825526"/>
                </a:lnTo>
                <a:lnTo>
                  <a:pt x="151162" y="3825335"/>
                </a:lnTo>
                <a:lnTo>
                  <a:pt x="142399" y="3833908"/>
                </a:lnTo>
                <a:cubicBezTo>
                  <a:pt x="142399" y="3833908"/>
                  <a:pt x="141732" y="3833146"/>
                  <a:pt x="141256" y="3832860"/>
                </a:cubicBezTo>
                <a:cubicBezTo>
                  <a:pt x="134874" y="3828193"/>
                  <a:pt x="125921" y="3829526"/>
                  <a:pt x="121253" y="3835908"/>
                </a:cubicBezTo>
                <a:cubicBezTo>
                  <a:pt x="119920" y="3837718"/>
                  <a:pt x="119063" y="3839813"/>
                  <a:pt x="118777" y="3842004"/>
                </a:cubicBezTo>
                <a:close/>
                <a:moveTo>
                  <a:pt x="362426" y="3821621"/>
                </a:moveTo>
                <a:cubicBezTo>
                  <a:pt x="362426" y="3820478"/>
                  <a:pt x="363379" y="3819525"/>
                  <a:pt x="364522" y="3819525"/>
                </a:cubicBezTo>
                <a:lnTo>
                  <a:pt x="377190" y="3819525"/>
                </a:lnTo>
                <a:cubicBezTo>
                  <a:pt x="378333" y="3819525"/>
                  <a:pt x="379286" y="3820478"/>
                  <a:pt x="379286" y="3821621"/>
                </a:cubicBezTo>
                <a:lnTo>
                  <a:pt x="379286" y="3834289"/>
                </a:lnTo>
                <a:cubicBezTo>
                  <a:pt x="379286" y="3835432"/>
                  <a:pt x="378333" y="3836384"/>
                  <a:pt x="377190" y="3836384"/>
                </a:cubicBezTo>
                <a:lnTo>
                  <a:pt x="364522" y="3836384"/>
                </a:lnTo>
                <a:cubicBezTo>
                  <a:pt x="363379" y="3836384"/>
                  <a:pt x="362426" y="3835432"/>
                  <a:pt x="362426" y="3834289"/>
                </a:cubicBezTo>
                <a:lnTo>
                  <a:pt x="362426" y="3821621"/>
                </a:lnTo>
                <a:close/>
                <a:moveTo>
                  <a:pt x="123349" y="3837527"/>
                </a:moveTo>
                <a:cubicBezTo>
                  <a:pt x="127159" y="3832288"/>
                  <a:pt x="134493" y="3831241"/>
                  <a:pt x="139732" y="3835051"/>
                </a:cubicBezTo>
                <a:cubicBezTo>
                  <a:pt x="144875" y="3838861"/>
                  <a:pt x="146018" y="3846195"/>
                  <a:pt x="142208" y="3851434"/>
                </a:cubicBezTo>
                <a:cubicBezTo>
                  <a:pt x="140399" y="3853910"/>
                  <a:pt x="137636" y="3855625"/>
                  <a:pt x="134588" y="3856101"/>
                </a:cubicBezTo>
                <a:cubicBezTo>
                  <a:pt x="131540" y="3856577"/>
                  <a:pt x="128397" y="3855815"/>
                  <a:pt x="125921" y="3854005"/>
                </a:cubicBezTo>
                <a:cubicBezTo>
                  <a:pt x="123444" y="3852196"/>
                  <a:pt x="121730" y="3849434"/>
                  <a:pt x="121253" y="3846386"/>
                </a:cubicBezTo>
                <a:cubicBezTo>
                  <a:pt x="121253" y="3845814"/>
                  <a:pt x="121158" y="3845147"/>
                  <a:pt x="121158" y="3844576"/>
                </a:cubicBezTo>
                <a:cubicBezTo>
                  <a:pt x="121158" y="3842099"/>
                  <a:pt x="121920" y="3839718"/>
                  <a:pt x="123444" y="3837718"/>
                </a:cubicBezTo>
                <a:close/>
                <a:moveTo>
                  <a:pt x="1676114" y="831152"/>
                </a:moveTo>
                <a:lnTo>
                  <a:pt x="1784414" y="831152"/>
                </a:lnTo>
                <a:lnTo>
                  <a:pt x="1784414" y="835914"/>
                </a:lnTo>
                <a:lnTo>
                  <a:pt x="1676114" y="835914"/>
                </a:lnTo>
                <a:lnTo>
                  <a:pt x="1676114" y="831152"/>
                </a:lnTo>
                <a:close/>
                <a:moveTo>
                  <a:pt x="132779" y="3789521"/>
                </a:moveTo>
                <a:cubicBezTo>
                  <a:pt x="128873" y="3789521"/>
                  <a:pt x="125730" y="3786378"/>
                  <a:pt x="125730" y="3782473"/>
                </a:cubicBezTo>
                <a:cubicBezTo>
                  <a:pt x="125730" y="3778568"/>
                  <a:pt x="128873" y="3775424"/>
                  <a:pt x="132779" y="3775424"/>
                </a:cubicBezTo>
                <a:cubicBezTo>
                  <a:pt x="136684" y="3775424"/>
                  <a:pt x="139827" y="3778568"/>
                  <a:pt x="139827" y="3782473"/>
                </a:cubicBezTo>
                <a:cubicBezTo>
                  <a:pt x="139827" y="3786378"/>
                  <a:pt x="136684" y="3789521"/>
                  <a:pt x="132779" y="3789521"/>
                </a:cubicBezTo>
                <a:close/>
                <a:moveTo>
                  <a:pt x="2891980" y="3952209"/>
                </a:moveTo>
                <a:cubicBezTo>
                  <a:pt x="2891980" y="3959162"/>
                  <a:pt x="2886361" y="3964877"/>
                  <a:pt x="2879312" y="3964877"/>
                </a:cubicBezTo>
                <a:cubicBezTo>
                  <a:pt x="2872264" y="3964877"/>
                  <a:pt x="2866644" y="3959257"/>
                  <a:pt x="2866644" y="3952209"/>
                </a:cubicBezTo>
                <a:cubicBezTo>
                  <a:pt x="2866644" y="3945160"/>
                  <a:pt x="2872264" y="3939540"/>
                  <a:pt x="2879312" y="3939540"/>
                </a:cubicBezTo>
                <a:cubicBezTo>
                  <a:pt x="2886361" y="3939540"/>
                  <a:pt x="2891980" y="3945160"/>
                  <a:pt x="2891980" y="3952209"/>
                </a:cubicBezTo>
                <a:close/>
                <a:moveTo>
                  <a:pt x="1784604" y="792956"/>
                </a:moveTo>
                <a:lnTo>
                  <a:pt x="1675924" y="792956"/>
                </a:lnTo>
                <a:lnTo>
                  <a:pt x="1675924" y="788194"/>
                </a:lnTo>
                <a:lnTo>
                  <a:pt x="1784604" y="788194"/>
                </a:lnTo>
                <a:lnTo>
                  <a:pt x="1784604" y="792956"/>
                </a:lnTo>
                <a:close/>
                <a:moveTo>
                  <a:pt x="144304" y="3790950"/>
                </a:moveTo>
                <a:cubicBezTo>
                  <a:pt x="146209" y="3788378"/>
                  <a:pt x="147066" y="3785426"/>
                  <a:pt x="147066" y="3782473"/>
                </a:cubicBezTo>
                <a:cubicBezTo>
                  <a:pt x="147066" y="3778092"/>
                  <a:pt x="145066" y="3773710"/>
                  <a:pt x="141256" y="3770852"/>
                </a:cubicBezTo>
                <a:cubicBezTo>
                  <a:pt x="134874" y="3766185"/>
                  <a:pt x="125921" y="3767519"/>
                  <a:pt x="121253" y="3773900"/>
                </a:cubicBezTo>
                <a:cubicBezTo>
                  <a:pt x="119920" y="3775710"/>
                  <a:pt x="119063" y="3777805"/>
                  <a:pt x="118777" y="3779996"/>
                </a:cubicBezTo>
                <a:lnTo>
                  <a:pt x="109538" y="3779996"/>
                </a:lnTo>
                <a:lnTo>
                  <a:pt x="109538" y="3784759"/>
                </a:lnTo>
                <a:lnTo>
                  <a:pt x="118777" y="3784759"/>
                </a:lnTo>
                <a:cubicBezTo>
                  <a:pt x="119444" y="3788474"/>
                  <a:pt x="121348" y="3791712"/>
                  <a:pt x="124397" y="3793903"/>
                </a:cubicBezTo>
                <a:cubicBezTo>
                  <a:pt x="130778" y="3798570"/>
                  <a:pt x="139732" y="3797237"/>
                  <a:pt x="144399" y="3790855"/>
                </a:cubicBezTo>
                <a:close/>
                <a:moveTo>
                  <a:pt x="121158" y="3784283"/>
                </a:moveTo>
                <a:cubicBezTo>
                  <a:pt x="121158" y="3783711"/>
                  <a:pt x="121063" y="3783044"/>
                  <a:pt x="121063" y="3782473"/>
                </a:cubicBezTo>
                <a:cubicBezTo>
                  <a:pt x="121063" y="3779996"/>
                  <a:pt x="121825" y="3777615"/>
                  <a:pt x="123349" y="3775615"/>
                </a:cubicBezTo>
                <a:cubicBezTo>
                  <a:pt x="127159" y="3770376"/>
                  <a:pt x="134493" y="3769328"/>
                  <a:pt x="139732" y="3773138"/>
                </a:cubicBezTo>
                <a:cubicBezTo>
                  <a:pt x="144875" y="3776948"/>
                  <a:pt x="146018" y="3784283"/>
                  <a:pt x="142208" y="3789521"/>
                </a:cubicBezTo>
                <a:cubicBezTo>
                  <a:pt x="140399" y="3791998"/>
                  <a:pt x="137636" y="3793712"/>
                  <a:pt x="134588" y="3794188"/>
                </a:cubicBezTo>
                <a:cubicBezTo>
                  <a:pt x="131540" y="3794665"/>
                  <a:pt x="128397" y="3793903"/>
                  <a:pt x="125921" y="3792093"/>
                </a:cubicBezTo>
                <a:cubicBezTo>
                  <a:pt x="123444" y="3790284"/>
                  <a:pt x="121730" y="3787521"/>
                  <a:pt x="121253" y="3784473"/>
                </a:cubicBezTo>
                <a:close/>
                <a:moveTo>
                  <a:pt x="667988" y="4615815"/>
                </a:moveTo>
                <a:cubicBezTo>
                  <a:pt x="671036" y="4612386"/>
                  <a:pt x="670846" y="4607147"/>
                  <a:pt x="667417" y="4604099"/>
                </a:cubicBezTo>
                <a:cubicBezTo>
                  <a:pt x="663988" y="4601052"/>
                  <a:pt x="658749" y="4601242"/>
                  <a:pt x="655701" y="4604671"/>
                </a:cubicBezTo>
                <a:cubicBezTo>
                  <a:pt x="654749" y="4605719"/>
                  <a:pt x="654272" y="4606957"/>
                  <a:pt x="653891" y="4608195"/>
                </a:cubicBezTo>
                <a:lnTo>
                  <a:pt x="569690" y="4608195"/>
                </a:lnTo>
                <a:cubicBezTo>
                  <a:pt x="569690" y="4608195"/>
                  <a:pt x="545402" y="4586002"/>
                  <a:pt x="545402" y="4586002"/>
                </a:cubicBezTo>
                <a:cubicBezTo>
                  <a:pt x="544925" y="4585621"/>
                  <a:pt x="544354" y="4585335"/>
                  <a:pt x="543782" y="4585335"/>
                </a:cubicBezTo>
                <a:lnTo>
                  <a:pt x="455581" y="4585335"/>
                </a:lnTo>
                <a:cubicBezTo>
                  <a:pt x="455009" y="4585335"/>
                  <a:pt x="454533" y="4585526"/>
                  <a:pt x="454057" y="4585907"/>
                </a:cubicBezTo>
                <a:lnTo>
                  <a:pt x="416147" y="4616482"/>
                </a:lnTo>
                <a:lnTo>
                  <a:pt x="280321" y="4616006"/>
                </a:lnTo>
                <a:lnTo>
                  <a:pt x="252032" y="4592765"/>
                </a:lnTo>
                <a:cubicBezTo>
                  <a:pt x="252032" y="4592765"/>
                  <a:pt x="251079" y="4592193"/>
                  <a:pt x="250508" y="4592193"/>
                </a:cubicBezTo>
                <a:lnTo>
                  <a:pt x="154972" y="4592193"/>
                </a:lnTo>
                <a:cubicBezTo>
                  <a:pt x="154972" y="4592193"/>
                  <a:pt x="135065" y="4572095"/>
                  <a:pt x="135065" y="4572095"/>
                </a:cubicBezTo>
                <a:lnTo>
                  <a:pt x="105823" y="4571714"/>
                </a:lnTo>
                <a:cubicBezTo>
                  <a:pt x="105823" y="4571714"/>
                  <a:pt x="105442" y="4570953"/>
                  <a:pt x="105061" y="4570571"/>
                </a:cubicBezTo>
                <a:lnTo>
                  <a:pt x="99346" y="4564856"/>
                </a:lnTo>
                <a:cubicBezTo>
                  <a:pt x="97155" y="4562761"/>
                  <a:pt x="93726" y="4562761"/>
                  <a:pt x="91535" y="4564856"/>
                </a:cubicBezTo>
                <a:lnTo>
                  <a:pt x="85820" y="4570571"/>
                </a:lnTo>
                <a:cubicBezTo>
                  <a:pt x="83630" y="4572667"/>
                  <a:pt x="83630" y="4576191"/>
                  <a:pt x="85820" y="4578382"/>
                </a:cubicBezTo>
                <a:lnTo>
                  <a:pt x="91535" y="4584097"/>
                </a:lnTo>
                <a:cubicBezTo>
                  <a:pt x="92583" y="4585145"/>
                  <a:pt x="94012" y="4585716"/>
                  <a:pt x="95441" y="4585716"/>
                </a:cubicBezTo>
                <a:cubicBezTo>
                  <a:pt x="96869" y="4585716"/>
                  <a:pt x="98298" y="4585145"/>
                  <a:pt x="99346" y="4584097"/>
                </a:cubicBezTo>
                <a:lnTo>
                  <a:pt x="105061" y="4578382"/>
                </a:lnTo>
                <a:cubicBezTo>
                  <a:pt x="105632" y="4577811"/>
                  <a:pt x="106013" y="4577144"/>
                  <a:pt x="106299" y="4576477"/>
                </a:cubicBezTo>
                <a:lnTo>
                  <a:pt x="133064" y="4576858"/>
                </a:lnTo>
                <a:lnTo>
                  <a:pt x="150781" y="4594670"/>
                </a:lnTo>
                <a:lnTo>
                  <a:pt x="131826" y="4616958"/>
                </a:lnTo>
                <a:lnTo>
                  <a:pt x="115729" y="4616958"/>
                </a:lnTo>
                <a:cubicBezTo>
                  <a:pt x="114776" y="4614196"/>
                  <a:pt x="112205" y="4612291"/>
                  <a:pt x="109157" y="4612291"/>
                </a:cubicBezTo>
                <a:cubicBezTo>
                  <a:pt x="105251" y="4612291"/>
                  <a:pt x="102108" y="4615434"/>
                  <a:pt x="102108" y="4619339"/>
                </a:cubicBezTo>
                <a:cubicBezTo>
                  <a:pt x="102108" y="4623245"/>
                  <a:pt x="105251" y="4626388"/>
                  <a:pt x="109157" y="4626388"/>
                </a:cubicBezTo>
                <a:cubicBezTo>
                  <a:pt x="112205" y="4626388"/>
                  <a:pt x="114776" y="4624388"/>
                  <a:pt x="115729" y="4621721"/>
                </a:cubicBezTo>
                <a:lnTo>
                  <a:pt x="132969" y="4621721"/>
                </a:lnTo>
                <a:cubicBezTo>
                  <a:pt x="133636" y="4621721"/>
                  <a:pt x="134303" y="4621435"/>
                  <a:pt x="134779" y="4620863"/>
                </a:cubicBezTo>
                <a:lnTo>
                  <a:pt x="155162" y="4596956"/>
                </a:lnTo>
                <a:lnTo>
                  <a:pt x="249745" y="4596956"/>
                </a:lnTo>
                <a:cubicBezTo>
                  <a:pt x="249745" y="4596956"/>
                  <a:pt x="278035" y="4620292"/>
                  <a:pt x="278035" y="4620292"/>
                </a:cubicBezTo>
                <a:cubicBezTo>
                  <a:pt x="278416" y="4620673"/>
                  <a:pt x="278987" y="4620863"/>
                  <a:pt x="279559" y="4620863"/>
                </a:cubicBezTo>
                <a:lnTo>
                  <a:pt x="417100" y="4621340"/>
                </a:lnTo>
                <a:lnTo>
                  <a:pt x="417100" y="4621340"/>
                </a:lnTo>
                <a:cubicBezTo>
                  <a:pt x="417671" y="4621340"/>
                  <a:pt x="418148" y="4621149"/>
                  <a:pt x="418624" y="4620768"/>
                </a:cubicBezTo>
                <a:lnTo>
                  <a:pt x="456533" y="4590193"/>
                </a:lnTo>
                <a:lnTo>
                  <a:pt x="542925" y="4590193"/>
                </a:lnTo>
                <a:cubicBezTo>
                  <a:pt x="542925" y="4590193"/>
                  <a:pt x="567214" y="4612481"/>
                  <a:pt x="567214" y="4612481"/>
                </a:cubicBezTo>
                <a:cubicBezTo>
                  <a:pt x="567690" y="4612862"/>
                  <a:pt x="568262" y="4613148"/>
                  <a:pt x="568833" y="4613148"/>
                </a:cubicBezTo>
                <a:lnTo>
                  <a:pt x="654082" y="4613148"/>
                </a:lnTo>
                <a:cubicBezTo>
                  <a:pt x="654082" y="4613148"/>
                  <a:pt x="654082" y="4612862"/>
                  <a:pt x="654082" y="4612862"/>
                </a:cubicBezTo>
                <a:cubicBezTo>
                  <a:pt x="654558" y="4614196"/>
                  <a:pt x="655129" y="4615434"/>
                  <a:pt x="656273" y="4616482"/>
                </a:cubicBezTo>
                <a:cubicBezTo>
                  <a:pt x="659702" y="4619530"/>
                  <a:pt x="664940" y="4619339"/>
                  <a:pt x="667988" y="4615911"/>
                </a:cubicBezTo>
                <a:close/>
                <a:moveTo>
                  <a:pt x="102013" y="4574953"/>
                </a:moveTo>
                <a:lnTo>
                  <a:pt x="96298" y="4580668"/>
                </a:lnTo>
                <a:cubicBezTo>
                  <a:pt x="96298" y="4580668"/>
                  <a:pt x="95536" y="4580954"/>
                  <a:pt x="95250" y="4580668"/>
                </a:cubicBezTo>
                <a:lnTo>
                  <a:pt x="89535" y="4574953"/>
                </a:lnTo>
                <a:cubicBezTo>
                  <a:pt x="89535" y="4574953"/>
                  <a:pt x="89249" y="4574191"/>
                  <a:pt x="89535" y="4573905"/>
                </a:cubicBezTo>
                <a:lnTo>
                  <a:pt x="95250" y="4568190"/>
                </a:lnTo>
                <a:cubicBezTo>
                  <a:pt x="95250" y="4568190"/>
                  <a:pt x="95631" y="4568000"/>
                  <a:pt x="95726" y="4568000"/>
                </a:cubicBezTo>
                <a:cubicBezTo>
                  <a:pt x="95822" y="4568000"/>
                  <a:pt x="96107" y="4568000"/>
                  <a:pt x="96298" y="4568190"/>
                </a:cubicBezTo>
                <a:lnTo>
                  <a:pt x="102013" y="4573905"/>
                </a:lnTo>
                <a:cubicBezTo>
                  <a:pt x="102013" y="4573905"/>
                  <a:pt x="102298" y="4574667"/>
                  <a:pt x="102013" y="4574953"/>
                </a:cubicBezTo>
                <a:close/>
                <a:moveTo>
                  <a:pt x="48482" y="298990"/>
                </a:moveTo>
                <a:lnTo>
                  <a:pt x="95" y="298990"/>
                </a:lnTo>
                <a:lnTo>
                  <a:pt x="95" y="274987"/>
                </a:lnTo>
                <a:lnTo>
                  <a:pt x="48482" y="274987"/>
                </a:lnTo>
                <a:cubicBezTo>
                  <a:pt x="52007" y="274987"/>
                  <a:pt x="54864" y="277844"/>
                  <a:pt x="54864" y="281273"/>
                </a:cubicBezTo>
                <a:lnTo>
                  <a:pt x="54864" y="292608"/>
                </a:lnTo>
                <a:cubicBezTo>
                  <a:pt x="54864" y="296132"/>
                  <a:pt x="52007" y="298895"/>
                  <a:pt x="48482" y="298895"/>
                </a:cubicBezTo>
                <a:close/>
                <a:moveTo>
                  <a:pt x="1698689" y="574167"/>
                </a:moveTo>
                <a:lnTo>
                  <a:pt x="1735455" y="526066"/>
                </a:lnTo>
                <a:lnTo>
                  <a:pt x="1734884" y="526066"/>
                </a:lnTo>
                <a:lnTo>
                  <a:pt x="1734884" y="521303"/>
                </a:lnTo>
                <a:lnTo>
                  <a:pt x="1742027" y="521303"/>
                </a:lnTo>
                <a:lnTo>
                  <a:pt x="1742027" y="526066"/>
                </a:lnTo>
                <a:lnTo>
                  <a:pt x="1738408" y="526066"/>
                </a:lnTo>
                <a:lnTo>
                  <a:pt x="1740313" y="527495"/>
                </a:lnTo>
                <a:lnTo>
                  <a:pt x="1703451" y="575691"/>
                </a:lnTo>
                <a:lnTo>
                  <a:pt x="1703451" y="711232"/>
                </a:lnTo>
                <a:lnTo>
                  <a:pt x="1713643" y="725138"/>
                </a:lnTo>
                <a:lnTo>
                  <a:pt x="1725835" y="725424"/>
                </a:lnTo>
                <a:lnTo>
                  <a:pt x="1725835" y="721424"/>
                </a:lnTo>
                <a:cubicBezTo>
                  <a:pt x="1725835" y="719900"/>
                  <a:pt x="1727073" y="718757"/>
                  <a:pt x="1728502" y="718757"/>
                </a:cubicBezTo>
                <a:lnTo>
                  <a:pt x="1741456" y="718757"/>
                </a:lnTo>
                <a:cubicBezTo>
                  <a:pt x="1742980" y="718757"/>
                  <a:pt x="1744123" y="719995"/>
                  <a:pt x="1744123" y="721424"/>
                </a:cubicBezTo>
                <a:lnTo>
                  <a:pt x="1744123" y="734377"/>
                </a:lnTo>
                <a:cubicBezTo>
                  <a:pt x="1744123" y="735902"/>
                  <a:pt x="1742885" y="737045"/>
                  <a:pt x="1741456" y="737045"/>
                </a:cubicBezTo>
                <a:lnTo>
                  <a:pt x="1728502" y="737045"/>
                </a:lnTo>
                <a:cubicBezTo>
                  <a:pt x="1726978" y="737045"/>
                  <a:pt x="1725835" y="735806"/>
                  <a:pt x="1725835" y="734377"/>
                </a:cubicBezTo>
                <a:lnTo>
                  <a:pt x="1725835" y="730187"/>
                </a:lnTo>
                <a:lnTo>
                  <a:pt x="1711262" y="729901"/>
                </a:lnTo>
                <a:lnTo>
                  <a:pt x="1698689" y="712851"/>
                </a:lnTo>
                <a:lnTo>
                  <a:pt x="1698689" y="574072"/>
                </a:lnTo>
                <a:close/>
                <a:moveTo>
                  <a:pt x="125730" y="3844480"/>
                </a:moveTo>
                <a:cubicBezTo>
                  <a:pt x="125730" y="3840575"/>
                  <a:pt x="128873" y="3837432"/>
                  <a:pt x="132779" y="3837432"/>
                </a:cubicBezTo>
                <a:cubicBezTo>
                  <a:pt x="136684" y="3837432"/>
                  <a:pt x="139827" y="3840575"/>
                  <a:pt x="139827" y="3844480"/>
                </a:cubicBezTo>
                <a:cubicBezTo>
                  <a:pt x="139827" y="3848386"/>
                  <a:pt x="136684" y="3851529"/>
                  <a:pt x="132779" y="3851529"/>
                </a:cubicBezTo>
                <a:cubicBezTo>
                  <a:pt x="128873" y="3851529"/>
                  <a:pt x="125730" y="3848386"/>
                  <a:pt x="125730" y="3844480"/>
                </a:cubicBezTo>
                <a:close/>
                <a:moveTo>
                  <a:pt x="455009" y="4644676"/>
                </a:moveTo>
                <a:lnTo>
                  <a:pt x="455009" y="4644676"/>
                </a:lnTo>
                <a:cubicBezTo>
                  <a:pt x="454533" y="4644676"/>
                  <a:pt x="454057" y="4644867"/>
                  <a:pt x="453581" y="4645152"/>
                </a:cubicBezTo>
                <a:lnTo>
                  <a:pt x="411861" y="4675442"/>
                </a:lnTo>
                <a:lnTo>
                  <a:pt x="272891" y="4676109"/>
                </a:lnTo>
                <a:lnTo>
                  <a:pt x="237554" y="4647534"/>
                </a:lnTo>
                <a:cubicBezTo>
                  <a:pt x="237554" y="4647534"/>
                  <a:pt x="236601" y="4646962"/>
                  <a:pt x="236030" y="4646962"/>
                </a:cubicBezTo>
                <a:lnTo>
                  <a:pt x="236030" y="4646962"/>
                </a:lnTo>
                <a:lnTo>
                  <a:pt x="161639" y="4647438"/>
                </a:lnTo>
                <a:cubicBezTo>
                  <a:pt x="160973" y="4647438"/>
                  <a:pt x="160401" y="4647724"/>
                  <a:pt x="159925" y="4648200"/>
                </a:cubicBezTo>
                <a:lnTo>
                  <a:pt x="143828" y="4664774"/>
                </a:lnTo>
                <a:lnTo>
                  <a:pt x="128207" y="4664583"/>
                </a:lnTo>
                <a:cubicBezTo>
                  <a:pt x="127159" y="4659821"/>
                  <a:pt x="123063" y="4656106"/>
                  <a:pt x="117920" y="4656011"/>
                </a:cubicBezTo>
                <a:cubicBezTo>
                  <a:pt x="114872" y="4656106"/>
                  <a:pt x="112300" y="4657059"/>
                  <a:pt x="110204" y="4659059"/>
                </a:cubicBezTo>
                <a:cubicBezTo>
                  <a:pt x="108109" y="4661059"/>
                  <a:pt x="106966" y="4663821"/>
                  <a:pt x="106966" y="4666679"/>
                </a:cubicBezTo>
                <a:cubicBezTo>
                  <a:pt x="106966" y="4669536"/>
                  <a:pt x="108014" y="4672298"/>
                  <a:pt x="110014" y="4674394"/>
                </a:cubicBezTo>
                <a:cubicBezTo>
                  <a:pt x="112014" y="4676489"/>
                  <a:pt x="114776" y="4677632"/>
                  <a:pt x="117634" y="4677632"/>
                </a:cubicBezTo>
                <a:lnTo>
                  <a:pt x="117729" y="4677632"/>
                </a:lnTo>
                <a:cubicBezTo>
                  <a:pt x="120587" y="4677632"/>
                  <a:pt x="123254" y="4676489"/>
                  <a:pt x="125254" y="4674585"/>
                </a:cubicBezTo>
                <a:cubicBezTo>
                  <a:pt x="126683" y="4673156"/>
                  <a:pt x="127540" y="4671346"/>
                  <a:pt x="128016" y="4669346"/>
                </a:cubicBezTo>
                <a:lnTo>
                  <a:pt x="144685" y="4669631"/>
                </a:lnTo>
                <a:cubicBezTo>
                  <a:pt x="145352" y="4669536"/>
                  <a:pt x="146018" y="4669346"/>
                  <a:pt x="146399" y="4668870"/>
                </a:cubicBezTo>
                <a:lnTo>
                  <a:pt x="162497" y="4652296"/>
                </a:lnTo>
                <a:lnTo>
                  <a:pt x="235077" y="4651915"/>
                </a:lnTo>
                <a:lnTo>
                  <a:pt x="270415" y="4680490"/>
                </a:lnTo>
                <a:cubicBezTo>
                  <a:pt x="270415" y="4680490"/>
                  <a:pt x="271367" y="4681062"/>
                  <a:pt x="271939" y="4681062"/>
                </a:cubicBezTo>
                <a:lnTo>
                  <a:pt x="271939" y="4681062"/>
                </a:lnTo>
                <a:lnTo>
                  <a:pt x="412528" y="4680395"/>
                </a:lnTo>
                <a:cubicBezTo>
                  <a:pt x="413004" y="4680395"/>
                  <a:pt x="413480" y="4680204"/>
                  <a:pt x="413957" y="4679919"/>
                </a:cubicBezTo>
                <a:lnTo>
                  <a:pt x="455676" y="4649629"/>
                </a:lnTo>
                <a:lnTo>
                  <a:pt x="569595" y="4649820"/>
                </a:lnTo>
                <a:lnTo>
                  <a:pt x="606838" y="4678490"/>
                </a:lnTo>
                <a:cubicBezTo>
                  <a:pt x="606838" y="4678490"/>
                  <a:pt x="607790" y="4678966"/>
                  <a:pt x="608267" y="4678966"/>
                </a:cubicBezTo>
                <a:lnTo>
                  <a:pt x="650462" y="4678966"/>
                </a:lnTo>
                <a:cubicBezTo>
                  <a:pt x="650939" y="4680299"/>
                  <a:pt x="651510" y="4681443"/>
                  <a:pt x="652653" y="4682490"/>
                </a:cubicBezTo>
                <a:cubicBezTo>
                  <a:pt x="656082" y="4685538"/>
                  <a:pt x="661321" y="4685348"/>
                  <a:pt x="664369" y="4681919"/>
                </a:cubicBezTo>
                <a:cubicBezTo>
                  <a:pt x="667417" y="4678490"/>
                  <a:pt x="667226" y="4673251"/>
                  <a:pt x="663797" y="4670203"/>
                </a:cubicBezTo>
                <a:cubicBezTo>
                  <a:pt x="660368" y="4667155"/>
                  <a:pt x="655129" y="4667345"/>
                  <a:pt x="652082" y="4670774"/>
                </a:cubicBezTo>
                <a:cubicBezTo>
                  <a:pt x="651129" y="4671822"/>
                  <a:pt x="650653" y="4672965"/>
                  <a:pt x="650272" y="4674204"/>
                </a:cubicBezTo>
                <a:lnTo>
                  <a:pt x="609029" y="4674204"/>
                </a:lnTo>
                <a:lnTo>
                  <a:pt x="571786" y="4645533"/>
                </a:lnTo>
                <a:cubicBezTo>
                  <a:pt x="571786" y="4645533"/>
                  <a:pt x="570833" y="4645057"/>
                  <a:pt x="570357" y="4645057"/>
                </a:cubicBezTo>
                <a:lnTo>
                  <a:pt x="454914" y="4644867"/>
                </a:lnTo>
                <a:close/>
                <a:moveTo>
                  <a:pt x="117920" y="4672775"/>
                </a:moveTo>
                <a:lnTo>
                  <a:pt x="117920" y="4672775"/>
                </a:lnTo>
                <a:cubicBezTo>
                  <a:pt x="114586" y="4672775"/>
                  <a:pt x="111919" y="4670012"/>
                  <a:pt x="111919" y="4666679"/>
                </a:cubicBezTo>
                <a:cubicBezTo>
                  <a:pt x="111919" y="4665060"/>
                  <a:pt x="112586" y="4663536"/>
                  <a:pt x="113729" y="4662393"/>
                </a:cubicBezTo>
                <a:cubicBezTo>
                  <a:pt x="114872" y="4661249"/>
                  <a:pt x="116396" y="4660678"/>
                  <a:pt x="117920" y="4660678"/>
                </a:cubicBezTo>
                <a:lnTo>
                  <a:pt x="117920" y="4660678"/>
                </a:lnTo>
                <a:cubicBezTo>
                  <a:pt x="121253" y="4660678"/>
                  <a:pt x="123920" y="4663440"/>
                  <a:pt x="123920" y="4666774"/>
                </a:cubicBezTo>
                <a:cubicBezTo>
                  <a:pt x="123920" y="4670108"/>
                  <a:pt x="121158" y="4672775"/>
                  <a:pt x="117824" y="4672775"/>
                </a:cubicBezTo>
                <a:close/>
                <a:moveTo>
                  <a:pt x="1742027" y="445389"/>
                </a:moveTo>
                <a:lnTo>
                  <a:pt x="1734884" y="445389"/>
                </a:lnTo>
                <a:lnTo>
                  <a:pt x="1734884" y="436912"/>
                </a:lnTo>
                <a:lnTo>
                  <a:pt x="1742027" y="436912"/>
                </a:lnTo>
                <a:lnTo>
                  <a:pt x="1742027" y="445389"/>
                </a:lnTo>
                <a:close/>
                <a:moveTo>
                  <a:pt x="1734884" y="453866"/>
                </a:moveTo>
                <a:lnTo>
                  <a:pt x="1742027" y="453866"/>
                </a:lnTo>
                <a:lnTo>
                  <a:pt x="1742027" y="462344"/>
                </a:lnTo>
                <a:lnTo>
                  <a:pt x="1734884" y="462344"/>
                </a:lnTo>
                <a:lnTo>
                  <a:pt x="1734884" y="453866"/>
                </a:lnTo>
                <a:close/>
                <a:moveTo>
                  <a:pt x="87725" y="3918490"/>
                </a:moveTo>
                <a:cubicBezTo>
                  <a:pt x="88583" y="3920967"/>
                  <a:pt x="90392" y="3922967"/>
                  <a:pt x="92773" y="3924110"/>
                </a:cubicBezTo>
                <a:cubicBezTo>
                  <a:pt x="94107" y="3924776"/>
                  <a:pt x="95536" y="3925062"/>
                  <a:pt x="96965" y="3925062"/>
                </a:cubicBezTo>
                <a:cubicBezTo>
                  <a:pt x="98108" y="3925062"/>
                  <a:pt x="99251" y="3924872"/>
                  <a:pt x="100298" y="3924491"/>
                </a:cubicBezTo>
                <a:cubicBezTo>
                  <a:pt x="102775" y="3923634"/>
                  <a:pt x="104775" y="3921824"/>
                  <a:pt x="105918" y="3919347"/>
                </a:cubicBezTo>
                <a:cubicBezTo>
                  <a:pt x="107061" y="3916966"/>
                  <a:pt x="107156" y="3914299"/>
                  <a:pt x="106299" y="3911822"/>
                </a:cubicBezTo>
                <a:cubicBezTo>
                  <a:pt x="104489" y="3906679"/>
                  <a:pt x="98774" y="3904012"/>
                  <a:pt x="93631" y="3905822"/>
                </a:cubicBezTo>
                <a:cubicBezTo>
                  <a:pt x="91154" y="3906679"/>
                  <a:pt x="89154" y="3908488"/>
                  <a:pt x="88011" y="3910965"/>
                </a:cubicBezTo>
                <a:cubicBezTo>
                  <a:pt x="87725" y="3911537"/>
                  <a:pt x="87725" y="3912203"/>
                  <a:pt x="87535" y="3912775"/>
                </a:cubicBezTo>
                <a:lnTo>
                  <a:pt x="95" y="3912775"/>
                </a:lnTo>
                <a:lnTo>
                  <a:pt x="95" y="3917537"/>
                </a:lnTo>
                <a:lnTo>
                  <a:pt x="87630" y="3917537"/>
                </a:lnTo>
                <a:cubicBezTo>
                  <a:pt x="87630" y="3917537"/>
                  <a:pt x="87630" y="3918204"/>
                  <a:pt x="87821" y="3918490"/>
                </a:cubicBezTo>
                <a:close/>
                <a:moveTo>
                  <a:pt x="92392" y="3912965"/>
                </a:moveTo>
                <a:cubicBezTo>
                  <a:pt x="92964" y="3911727"/>
                  <a:pt x="94012" y="3910775"/>
                  <a:pt x="95345" y="3910298"/>
                </a:cubicBezTo>
                <a:cubicBezTo>
                  <a:pt x="95917" y="3910108"/>
                  <a:pt x="96488" y="3910013"/>
                  <a:pt x="97060" y="3910013"/>
                </a:cubicBezTo>
                <a:cubicBezTo>
                  <a:pt x="99155" y="3910013"/>
                  <a:pt x="101156" y="3911346"/>
                  <a:pt x="101917" y="3913442"/>
                </a:cubicBezTo>
                <a:cubicBezTo>
                  <a:pt x="102394" y="3914775"/>
                  <a:pt x="102298" y="3916109"/>
                  <a:pt x="101727" y="3917347"/>
                </a:cubicBezTo>
                <a:cubicBezTo>
                  <a:pt x="101156" y="3918585"/>
                  <a:pt x="100108" y="3919538"/>
                  <a:pt x="98774" y="3920014"/>
                </a:cubicBezTo>
                <a:cubicBezTo>
                  <a:pt x="97441" y="3920490"/>
                  <a:pt x="96107" y="3920395"/>
                  <a:pt x="94869" y="3919823"/>
                </a:cubicBezTo>
                <a:cubicBezTo>
                  <a:pt x="93631" y="3919252"/>
                  <a:pt x="92678" y="3918204"/>
                  <a:pt x="92202" y="3916871"/>
                </a:cubicBezTo>
                <a:cubicBezTo>
                  <a:pt x="91726" y="3915632"/>
                  <a:pt x="91821" y="3914204"/>
                  <a:pt x="92392" y="3912965"/>
                </a:cubicBezTo>
                <a:close/>
                <a:moveTo>
                  <a:pt x="398621" y="2480120"/>
                </a:moveTo>
                <a:lnTo>
                  <a:pt x="398621" y="2426684"/>
                </a:lnTo>
                <a:cubicBezTo>
                  <a:pt x="396526" y="2426113"/>
                  <a:pt x="394430" y="2424970"/>
                  <a:pt x="393097" y="2422970"/>
                </a:cubicBezTo>
                <a:cubicBezTo>
                  <a:pt x="391573" y="2420874"/>
                  <a:pt x="391001" y="2418302"/>
                  <a:pt x="391478" y="2415731"/>
                </a:cubicBezTo>
                <a:cubicBezTo>
                  <a:pt x="391954" y="2413159"/>
                  <a:pt x="393383" y="2410873"/>
                  <a:pt x="395573" y="2409444"/>
                </a:cubicBezTo>
                <a:cubicBezTo>
                  <a:pt x="397288" y="2408301"/>
                  <a:pt x="399193" y="2407825"/>
                  <a:pt x="401098" y="2407825"/>
                </a:cubicBezTo>
                <a:cubicBezTo>
                  <a:pt x="404146" y="2407825"/>
                  <a:pt x="407194" y="2409254"/>
                  <a:pt x="409099" y="2411921"/>
                </a:cubicBezTo>
                <a:cubicBezTo>
                  <a:pt x="410623" y="2414016"/>
                  <a:pt x="411194" y="2416588"/>
                  <a:pt x="410718" y="2419160"/>
                </a:cubicBezTo>
                <a:cubicBezTo>
                  <a:pt x="410242" y="2421731"/>
                  <a:pt x="408813" y="2424017"/>
                  <a:pt x="406622" y="2425446"/>
                </a:cubicBezTo>
                <a:cubicBezTo>
                  <a:pt x="405670" y="2426113"/>
                  <a:pt x="404622" y="2426494"/>
                  <a:pt x="403479" y="2426780"/>
                </a:cubicBezTo>
                <a:lnTo>
                  <a:pt x="403479" y="2478500"/>
                </a:lnTo>
                <a:cubicBezTo>
                  <a:pt x="403479" y="2478500"/>
                  <a:pt x="420148" y="2498598"/>
                  <a:pt x="420148" y="2498598"/>
                </a:cubicBezTo>
                <a:lnTo>
                  <a:pt x="482632" y="2498598"/>
                </a:lnTo>
                <a:cubicBezTo>
                  <a:pt x="482632" y="2498598"/>
                  <a:pt x="482632" y="2498408"/>
                  <a:pt x="482632" y="2498312"/>
                </a:cubicBezTo>
                <a:cubicBezTo>
                  <a:pt x="483108" y="2495741"/>
                  <a:pt x="484537" y="2493455"/>
                  <a:pt x="486728" y="2492026"/>
                </a:cubicBezTo>
                <a:cubicBezTo>
                  <a:pt x="488442" y="2490883"/>
                  <a:pt x="490347" y="2490407"/>
                  <a:pt x="492252" y="2490407"/>
                </a:cubicBezTo>
                <a:cubicBezTo>
                  <a:pt x="495300" y="2490407"/>
                  <a:pt x="498348" y="2491835"/>
                  <a:pt x="500253" y="2494502"/>
                </a:cubicBezTo>
                <a:cubicBezTo>
                  <a:pt x="501777" y="2496598"/>
                  <a:pt x="502349" y="2499170"/>
                  <a:pt x="501872" y="2501742"/>
                </a:cubicBezTo>
                <a:cubicBezTo>
                  <a:pt x="501396" y="2504313"/>
                  <a:pt x="499967" y="2506599"/>
                  <a:pt x="497777" y="2508028"/>
                </a:cubicBezTo>
                <a:cubicBezTo>
                  <a:pt x="493395" y="2510980"/>
                  <a:pt x="487299" y="2509933"/>
                  <a:pt x="484251" y="2505647"/>
                </a:cubicBezTo>
                <a:cubicBezTo>
                  <a:pt x="483775" y="2504980"/>
                  <a:pt x="483489" y="2504123"/>
                  <a:pt x="483203" y="2503361"/>
                </a:cubicBezTo>
                <a:lnTo>
                  <a:pt x="417862" y="2503361"/>
                </a:lnTo>
                <a:cubicBezTo>
                  <a:pt x="417862" y="2503361"/>
                  <a:pt x="398526" y="2480215"/>
                  <a:pt x="398526" y="2480215"/>
                </a:cubicBezTo>
                <a:close/>
                <a:moveTo>
                  <a:pt x="427863" y="2031302"/>
                </a:moveTo>
                <a:lnTo>
                  <a:pt x="435007" y="2031302"/>
                </a:lnTo>
                <a:lnTo>
                  <a:pt x="435007" y="2039779"/>
                </a:lnTo>
                <a:lnTo>
                  <a:pt x="427863" y="2039779"/>
                </a:lnTo>
                <a:lnTo>
                  <a:pt x="427863" y="2031302"/>
                </a:lnTo>
                <a:close/>
                <a:moveTo>
                  <a:pt x="1663922" y="948404"/>
                </a:moveTo>
                <a:lnTo>
                  <a:pt x="1623251" y="984599"/>
                </a:lnTo>
                <a:cubicBezTo>
                  <a:pt x="1621060" y="983075"/>
                  <a:pt x="1618488" y="982218"/>
                  <a:pt x="1615631" y="982218"/>
                </a:cubicBezTo>
                <a:cubicBezTo>
                  <a:pt x="1608201" y="982218"/>
                  <a:pt x="1602200" y="988219"/>
                  <a:pt x="1602200" y="995648"/>
                </a:cubicBezTo>
                <a:cubicBezTo>
                  <a:pt x="1602200" y="1003078"/>
                  <a:pt x="1608201" y="1009079"/>
                  <a:pt x="1615631" y="1009079"/>
                </a:cubicBezTo>
                <a:cubicBezTo>
                  <a:pt x="1623060" y="1009079"/>
                  <a:pt x="1629061" y="1003078"/>
                  <a:pt x="1629061" y="995648"/>
                </a:cubicBezTo>
                <a:cubicBezTo>
                  <a:pt x="1629061" y="992791"/>
                  <a:pt x="1628108" y="990124"/>
                  <a:pt x="1626584" y="987933"/>
                </a:cubicBezTo>
                <a:lnTo>
                  <a:pt x="1665732" y="953072"/>
                </a:lnTo>
                <a:lnTo>
                  <a:pt x="1686878" y="953072"/>
                </a:lnTo>
                <a:lnTo>
                  <a:pt x="1686878" y="958977"/>
                </a:lnTo>
                <a:lnTo>
                  <a:pt x="1711643" y="958977"/>
                </a:lnTo>
                <a:lnTo>
                  <a:pt x="1711643" y="934212"/>
                </a:lnTo>
                <a:lnTo>
                  <a:pt x="1686878" y="934212"/>
                </a:lnTo>
                <a:lnTo>
                  <a:pt x="1686878" y="940118"/>
                </a:lnTo>
                <a:lnTo>
                  <a:pt x="1665732" y="940118"/>
                </a:lnTo>
                <a:lnTo>
                  <a:pt x="1626394" y="905066"/>
                </a:lnTo>
                <a:cubicBezTo>
                  <a:pt x="1627632" y="903256"/>
                  <a:pt x="1628489" y="901256"/>
                  <a:pt x="1628489" y="898970"/>
                </a:cubicBezTo>
                <a:cubicBezTo>
                  <a:pt x="1628489" y="898112"/>
                  <a:pt x="1628203" y="897446"/>
                  <a:pt x="1628013" y="896684"/>
                </a:cubicBezTo>
                <a:lnTo>
                  <a:pt x="1659636" y="896684"/>
                </a:lnTo>
                <a:lnTo>
                  <a:pt x="1664875" y="903256"/>
                </a:lnTo>
                <a:lnTo>
                  <a:pt x="1669542" y="897541"/>
                </a:lnTo>
                <a:lnTo>
                  <a:pt x="1674209" y="903256"/>
                </a:lnTo>
                <a:lnTo>
                  <a:pt x="1678781" y="897541"/>
                </a:lnTo>
                <a:lnTo>
                  <a:pt x="1683353" y="903256"/>
                </a:lnTo>
                <a:lnTo>
                  <a:pt x="1687925" y="897541"/>
                </a:lnTo>
                <a:lnTo>
                  <a:pt x="1692497" y="903256"/>
                </a:lnTo>
                <a:lnTo>
                  <a:pt x="1697165" y="897541"/>
                </a:lnTo>
                <a:lnTo>
                  <a:pt x="1701832" y="903256"/>
                </a:lnTo>
                <a:lnTo>
                  <a:pt x="1706404" y="897541"/>
                </a:lnTo>
                <a:lnTo>
                  <a:pt x="1710976" y="903256"/>
                </a:lnTo>
                <a:lnTo>
                  <a:pt x="1715548" y="897541"/>
                </a:lnTo>
                <a:lnTo>
                  <a:pt x="1720120" y="903256"/>
                </a:lnTo>
                <a:lnTo>
                  <a:pt x="1724692" y="897541"/>
                </a:lnTo>
                <a:lnTo>
                  <a:pt x="1729264" y="903256"/>
                </a:lnTo>
                <a:lnTo>
                  <a:pt x="1733931" y="897541"/>
                </a:lnTo>
                <a:lnTo>
                  <a:pt x="1738598" y="903256"/>
                </a:lnTo>
                <a:lnTo>
                  <a:pt x="1743266" y="897541"/>
                </a:lnTo>
                <a:lnTo>
                  <a:pt x="1747933" y="903256"/>
                </a:lnTo>
                <a:lnTo>
                  <a:pt x="1752600" y="897541"/>
                </a:lnTo>
                <a:lnTo>
                  <a:pt x="1757267" y="903256"/>
                </a:lnTo>
                <a:lnTo>
                  <a:pt x="1761935" y="897541"/>
                </a:lnTo>
                <a:lnTo>
                  <a:pt x="1766602" y="903256"/>
                </a:lnTo>
                <a:lnTo>
                  <a:pt x="1771174" y="897541"/>
                </a:lnTo>
                <a:lnTo>
                  <a:pt x="1775841" y="903256"/>
                </a:lnTo>
                <a:lnTo>
                  <a:pt x="1780508" y="897541"/>
                </a:lnTo>
                <a:lnTo>
                  <a:pt x="1785176" y="903256"/>
                </a:lnTo>
                <a:lnTo>
                  <a:pt x="1789843" y="897541"/>
                </a:lnTo>
                <a:lnTo>
                  <a:pt x="1794510" y="903256"/>
                </a:lnTo>
                <a:lnTo>
                  <a:pt x="1799177" y="897541"/>
                </a:lnTo>
                <a:lnTo>
                  <a:pt x="1802035" y="901065"/>
                </a:lnTo>
                <a:lnTo>
                  <a:pt x="1805083" y="898589"/>
                </a:lnTo>
                <a:lnTo>
                  <a:pt x="1835849" y="898589"/>
                </a:lnTo>
                <a:cubicBezTo>
                  <a:pt x="1835849" y="898589"/>
                  <a:pt x="1835753" y="898970"/>
                  <a:pt x="1835753" y="899065"/>
                </a:cubicBezTo>
                <a:cubicBezTo>
                  <a:pt x="1835753" y="900398"/>
                  <a:pt x="1836039" y="901732"/>
                  <a:pt x="1836515" y="902970"/>
                </a:cubicBezTo>
                <a:lnTo>
                  <a:pt x="1794796" y="940118"/>
                </a:lnTo>
                <a:lnTo>
                  <a:pt x="1775270" y="940118"/>
                </a:lnTo>
                <a:lnTo>
                  <a:pt x="1775270" y="934402"/>
                </a:lnTo>
                <a:lnTo>
                  <a:pt x="1750505" y="934402"/>
                </a:lnTo>
                <a:lnTo>
                  <a:pt x="1750505" y="959168"/>
                </a:lnTo>
                <a:lnTo>
                  <a:pt x="1775270" y="959168"/>
                </a:lnTo>
                <a:lnTo>
                  <a:pt x="1775270" y="953167"/>
                </a:lnTo>
                <a:lnTo>
                  <a:pt x="1794796" y="953167"/>
                </a:lnTo>
                <a:lnTo>
                  <a:pt x="1833563" y="987647"/>
                </a:lnTo>
                <a:cubicBezTo>
                  <a:pt x="1832229" y="989743"/>
                  <a:pt x="1831372" y="992219"/>
                  <a:pt x="1831372" y="994982"/>
                </a:cubicBezTo>
                <a:cubicBezTo>
                  <a:pt x="1831372" y="1002411"/>
                  <a:pt x="1837373" y="1008412"/>
                  <a:pt x="1844802" y="1008412"/>
                </a:cubicBezTo>
                <a:cubicBezTo>
                  <a:pt x="1852232" y="1008412"/>
                  <a:pt x="1858232" y="1002411"/>
                  <a:pt x="1858232" y="994982"/>
                </a:cubicBezTo>
                <a:cubicBezTo>
                  <a:pt x="1858232" y="987552"/>
                  <a:pt x="1852232" y="981551"/>
                  <a:pt x="1844802" y="981551"/>
                </a:cubicBezTo>
                <a:cubicBezTo>
                  <a:pt x="1841754" y="981551"/>
                  <a:pt x="1839087" y="982599"/>
                  <a:pt x="1836801" y="984218"/>
                </a:cubicBezTo>
                <a:lnTo>
                  <a:pt x="1796606" y="948404"/>
                </a:lnTo>
                <a:lnTo>
                  <a:pt x="1775270" y="948404"/>
                </a:lnTo>
                <a:lnTo>
                  <a:pt x="1775270" y="944975"/>
                </a:lnTo>
                <a:lnTo>
                  <a:pt x="1796606" y="944975"/>
                </a:lnTo>
                <a:lnTo>
                  <a:pt x="1839087" y="907161"/>
                </a:lnTo>
                <a:cubicBezTo>
                  <a:pt x="1841087" y="909066"/>
                  <a:pt x="1843754" y="910304"/>
                  <a:pt x="1846802" y="910304"/>
                </a:cubicBezTo>
                <a:cubicBezTo>
                  <a:pt x="1852898" y="910304"/>
                  <a:pt x="1857851" y="905351"/>
                  <a:pt x="1857851" y="899255"/>
                </a:cubicBezTo>
                <a:cubicBezTo>
                  <a:pt x="1857851" y="893159"/>
                  <a:pt x="1852898" y="888206"/>
                  <a:pt x="1846802" y="888206"/>
                </a:cubicBezTo>
                <a:cubicBezTo>
                  <a:pt x="1841754" y="888206"/>
                  <a:pt x="1837563" y="891731"/>
                  <a:pt x="1836325" y="896398"/>
                </a:cubicBezTo>
                <a:lnTo>
                  <a:pt x="1804226" y="896398"/>
                </a:lnTo>
                <a:lnTo>
                  <a:pt x="1799177" y="890207"/>
                </a:lnTo>
                <a:lnTo>
                  <a:pt x="1794510" y="895922"/>
                </a:lnTo>
                <a:lnTo>
                  <a:pt x="1789843" y="890207"/>
                </a:lnTo>
                <a:lnTo>
                  <a:pt x="1785176" y="895922"/>
                </a:lnTo>
                <a:lnTo>
                  <a:pt x="1780508" y="890207"/>
                </a:lnTo>
                <a:lnTo>
                  <a:pt x="1775841" y="895922"/>
                </a:lnTo>
                <a:lnTo>
                  <a:pt x="1771174" y="890207"/>
                </a:lnTo>
                <a:lnTo>
                  <a:pt x="1766602" y="895922"/>
                </a:lnTo>
                <a:lnTo>
                  <a:pt x="1761935" y="890207"/>
                </a:lnTo>
                <a:lnTo>
                  <a:pt x="1757267" y="895922"/>
                </a:lnTo>
                <a:lnTo>
                  <a:pt x="1752600" y="890207"/>
                </a:lnTo>
                <a:lnTo>
                  <a:pt x="1747933" y="895922"/>
                </a:lnTo>
                <a:lnTo>
                  <a:pt x="1743266" y="890207"/>
                </a:lnTo>
                <a:lnTo>
                  <a:pt x="1738598" y="895922"/>
                </a:lnTo>
                <a:lnTo>
                  <a:pt x="1733931" y="890207"/>
                </a:lnTo>
                <a:lnTo>
                  <a:pt x="1729264" y="895922"/>
                </a:lnTo>
                <a:lnTo>
                  <a:pt x="1724692" y="890207"/>
                </a:lnTo>
                <a:lnTo>
                  <a:pt x="1720120" y="895922"/>
                </a:lnTo>
                <a:lnTo>
                  <a:pt x="1715548" y="890207"/>
                </a:lnTo>
                <a:lnTo>
                  <a:pt x="1710976" y="895922"/>
                </a:lnTo>
                <a:lnTo>
                  <a:pt x="1706404" y="890207"/>
                </a:lnTo>
                <a:lnTo>
                  <a:pt x="1701832" y="895922"/>
                </a:lnTo>
                <a:lnTo>
                  <a:pt x="1697165" y="890207"/>
                </a:lnTo>
                <a:lnTo>
                  <a:pt x="1692593" y="895922"/>
                </a:lnTo>
                <a:lnTo>
                  <a:pt x="1688021" y="890207"/>
                </a:lnTo>
                <a:lnTo>
                  <a:pt x="1683449" y="895922"/>
                </a:lnTo>
                <a:lnTo>
                  <a:pt x="1678877" y="890207"/>
                </a:lnTo>
                <a:lnTo>
                  <a:pt x="1674305" y="895922"/>
                </a:lnTo>
                <a:lnTo>
                  <a:pt x="1669637" y="890207"/>
                </a:lnTo>
                <a:lnTo>
                  <a:pt x="1664970" y="895922"/>
                </a:lnTo>
                <a:lnTo>
                  <a:pt x="1662208" y="892493"/>
                </a:lnTo>
                <a:lnTo>
                  <a:pt x="1659636" y="894588"/>
                </a:lnTo>
                <a:lnTo>
                  <a:pt x="1627442" y="894588"/>
                </a:lnTo>
                <a:cubicBezTo>
                  <a:pt x="1625632" y="890873"/>
                  <a:pt x="1621917" y="888206"/>
                  <a:pt x="1617440" y="888206"/>
                </a:cubicBezTo>
                <a:cubicBezTo>
                  <a:pt x="1611344" y="888206"/>
                  <a:pt x="1606391" y="893159"/>
                  <a:pt x="1606391" y="899255"/>
                </a:cubicBezTo>
                <a:cubicBezTo>
                  <a:pt x="1606391" y="905351"/>
                  <a:pt x="1611344" y="910304"/>
                  <a:pt x="1617440" y="910304"/>
                </a:cubicBezTo>
                <a:cubicBezTo>
                  <a:pt x="1619536" y="910304"/>
                  <a:pt x="1621346" y="909542"/>
                  <a:pt x="1622965" y="908590"/>
                </a:cubicBezTo>
                <a:lnTo>
                  <a:pt x="1664018" y="945166"/>
                </a:lnTo>
                <a:lnTo>
                  <a:pt x="1686973" y="945166"/>
                </a:lnTo>
                <a:lnTo>
                  <a:pt x="1686973" y="948595"/>
                </a:lnTo>
                <a:lnTo>
                  <a:pt x="1664018" y="948595"/>
                </a:lnTo>
                <a:close/>
                <a:moveTo>
                  <a:pt x="1615631" y="1004316"/>
                </a:moveTo>
                <a:cubicBezTo>
                  <a:pt x="1610868" y="1004316"/>
                  <a:pt x="1606963" y="1000411"/>
                  <a:pt x="1606963" y="995648"/>
                </a:cubicBezTo>
                <a:cubicBezTo>
                  <a:pt x="1606963" y="990886"/>
                  <a:pt x="1610868" y="986981"/>
                  <a:pt x="1615631" y="986981"/>
                </a:cubicBezTo>
                <a:cubicBezTo>
                  <a:pt x="1620393" y="986981"/>
                  <a:pt x="1624298" y="990886"/>
                  <a:pt x="1624298" y="995648"/>
                </a:cubicBezTo>
                <a:cubicBezTo>
                  <a:pt x="1624298" y="1000411"/>
                  <a:pt x="1620393" y="1004316"/>
                  <a:pt x="1615631" y="1004316"/>
                </a:cubicBezTo>
                <a:close/>
                <a:moveTo>
                  <a:pt x="1691735" y="939070"/>
                </a:moveTo>
                <a:lnTo>
                  <a:pt x="1706975" y="939070"/>
                </a:lnTo>
                <a:lnTo>
                  <a:pt x="1706975" y="954310"/>
                </a:lnTo>
                <a:lnTo>
                  <a:pt x="1691735" y="954310"/>
                </a:lnTo>
                <a:lnTo>
                  <a:pt x="1691735" y="939070"/>
                </a:lnTo>
                <a:close/>
                <a:moveTo>
                  <a:pt x="1770412" y="954215"/>
                </a:moveTo>
                <a:lnTo>
                  <a:pt x="1755172" y="954215"/>
                </a:lnTo>
                <a:lnTo>
                  <a:pt x="1755172" y="938975"/>
                </a:lnTo>
                <a:lnTo>
                  <a:pt x="1770412" y="938975"/>
                </a:lnTo>
                <a:lnTo>
                  <a:pt x="1770412" y="954215"/>
                </a:lnTo>
                <a:close/>
                <a:moveTo>
                  <a:pt x="1844707" y="986123"/>
                </a:moveTo>
                <a:cubicBezTo>
                  <a:pt x="1849469" y="986123"/>
                  <a:pt x="1853375" y="990029"/>
                  <a:pt x="1853375" y="994791"/>
                </a:cubicBezTo>
                <a:cubicBezTo>
                  <a:pt x="1853375" y="999554"/>
                  <a:pt x="1849469" y="1003459"/>
                  <a:pt x="1844707" y="1003459"/>
                </a:cubicBezTo>
                <a:cubicBezTo>
                  <a:pt x="1839944" y="1003459"/>
                  <a:pt x="1836039" y="999554"/>
                  <a:pt x="1836039" y="994791"/>
                </a:cubicBezTo>
                <a:cubicBezTo>
                  <a:pt x="1836039" y="990029"/>
                  <a:pt x="1839944" y="986123"/>
                  <a:pt x="1844707" y="986123"/>
                </a:cubicBezTo>
                <a:close/>
                <a:moveTo>
                  <a:pt x="1849374" y="717518"/>
                </a:moveTo>
                <a:lnTo>
                  <a:pt x="1853660" y="717518"/>
                </a:lnTo>
                <a:lnTo>
                  <a:pt x="1853375" y="636175"/>
                </a:lnTo>
                <a:lnTo>
                  <a:pt x="1833372" y="610648"/>
                </a:lnTo>
                <a:lnTo>
                  <a:pt x="1837087" y="607695"/>
                </a:lnTo>
                <a:lnTo>
                  <a:pt x="1858137" y="634556"/>
                </a:lnTo>
                <a:lnTo>
                  <a:pt x="1858423" y="717614"/>
                </a:lnTo>
                <a:lnTo>
                  <a:pt x="1862328" y="717614"/>
                </a:lnTo>
                <a:cubicBezTo>
                  <a:pt x="1863852" y="717614"/>
                  <a:pt x="1864995" y="718852"/>
                  <a:pt x="1864995" y="720281"/>
                </a:cubicBezTo>
                <a:lnTo>
                  <a:pt x="1864995" y="733235"/>
                </a:lnTo>
                <a:cubicBezTo>
                  <a:pt x="1864995" y="734759"/>
                  <a:pt x="1863757" y="735902"/>
                  <a:pt x="1862328" y="735902"/>
                </a:cubicBezTo>
                <a:lnTo>
                  <a:pt x="1849374" y="735902"/>
                </a:lnTo>
                <a:cubicBezTo>
                  <a:pt x="1847850" y="735902"/>
                  <a:pt x="1846707" y="734663"/>
                  <a:pt x="1846707" y="733235"/>
                </a:cubicBezTo>
                <a:lnTo>
                  <a:pt x="1846707" y="720281"/>
                </a:lnTo>
                <a:cubicBezTo>
                  <a:pt x="1846707" y="718757"/>
                  <a:pt x="1847945" y="717614"/>
                  <a:pt x="1849374" y="717614"/>
                </a:cubicBezTo>
                <a:close/>
                <a:moveTo>
                  <a:pt x="1743456" y="934307"/>
                </a:moveTo>
                <a:lnTo>
                  <a:pt x="1718691" y="934307"/>
                </a:lnTo>
                <a:lnTo>
                  <a:pt x="1718691" y="959072"/>
                </a:lnTo>
                <a:lnTo>
                  <a:pt x="1743456" y="959072"/>
                </a:lnTo>
                <a:lnTo>
                  <a:pt x="1743456" y="934307"/>
                </a:lnTo>
                <a:close/>
                <a:moveTo>
                  <a:pt x="1738694" y="954215"/>
                </a:moveTo>
                <a:lnTo>
                  <a:pt x="1723453" y="954215"/>
                </a:lnTo>
                <a:lnTo>
                  <a:pt x="1723453" y="938975"/>
                </a:lnTo>
                <a:lnTo>
                  <a:pt x="1738694" y="938975"/>
                </a:lnTo>
                <a:lnTo>
                  <a:pt x="1738694" y="954215"/>
                </a:lnTo>
                <a:close/>
                <a:moveTo>
                  <a:pt x="431387" y="1959864"/>
                </a:moveTo>
                <a:cubicBezTo>
                  <a:pt x="423958" y="1959864"/>
                  <a:pt x="417957" y="1965865"/>
                  <a:pt x="417957" y="1973294"/>
                </a:cubicBezTo>
                <a:cubicBezTo>
                  <a:pt x="417957" y="1979486"/>
                  <a:pt x="422148" y="1984629"/>
                  <a:pt x="427863" y="1986248"/>
                </a:cubicBezTo>
                <a:lnTo>
                  <a:pt x="427863" y="1989201"/>
                </a:lnTo>
                <a:lnTo>
                  <a:pt x="435007" y="1989201"/>
                </a:lnTo>
                <a:lnTo>
                  <a:pt x="435007" y="1986248"/>
                </a:lnTo>
                <a:cubicBezTo>
                  <a:pt x="440722" y="1984629"/>
                  <a:pt x="444913" y="1979486"/>
                  <a:pt x="444913" y="1973294"/>
                </a:cubicBezTo>
                <a:cubicBezTo>
                  <a:pt x="444913" y="1965865"/>
                  <a:pt x="438912" y="1959864"/>
                  <a:pt x="431483" y="1959864"/>
                </a:cubicBezTo>
                <a:close/>
                <a:moveTo>
                  <a:pt x="431387" y="1981962"/>
                </a:moveTo>
                <a:cubicBezTo>
                  <a:pt x="426625" y="1981962"/>
                  <a:pt x="422720" y="1978057"/>
                  <a:pt x="422720" y="1973294"/>
                </a:cubicBezTo>
                <a:cubicBezTo>
                  <a:pt x="422720" y="1968532"/>
                  <a:pt x="426625" y="1964627"/>
                  <a:pt x="431387" y="1964627"/>
                </a:cubicBezTo>
                <a:cubicBezTo>
                  <a:pt x="436150" y="1964627"/>
                  <a:pt x="440055" y="1968532"/>
                  <a:pt x="440055" y="1973294"/>
                </a:cubicBezTo>
                <a:cubicBezTo>
                  <a:pt x="440055" y="1978057"/>
                  <a:pt x="436150" y="1981962"/>
                  <a:pt x="431387" y="1981962"/>
                </a:cubicBezTo>
                <a:close/>
                <a:moveTo>
                  <a:pt x="427863" y="2065020"/>
                </a:moveTo>
                <a:lnTo>
                  <a:pt x="435007" y="2065020"/>
                </a:lnTo>
                <a:lnTo>
                  <a:pt x="435007" y="2073497"/>
                </a:lnTo>
                <a:lnTo>
                  <a:pt x="427863" y="2073497"/>
                </a:lnTo>
                <a:lnTo>
                  <a:pt x="427863" y="2065020"/>
                </a:lnTo>
                <a:close/>
                <a:moveTo>
                  <a:pt x="33433" y="350044"/>
                </a:moveTo>
                <a:lnTo>
                  <a:pt x="108109" y="350044"/>
                </a:lnTo>
                <a:lnTo>
                  <a:pt x="108109" y="352235"/>
                </a:lnTo>
                <a:cubicBezTo>
                  <a:pt x="108109" y="354330"/>
                  <a:pt x="109823" y="356045"/>
                  <a:pt x="111919" y="356045"/>
                </a:cubicBezTo>
                <a:lnTo>
                  <a:pt x="120777" y="356045"/>
                </a:lnTo>
                <a:lnTo>
                  <a:pt x="120777" y="377095"/>
                </a:lnTo>
                <a:lnTo>
                  <a:pt x="111919" y="377095"/>
                </a:lnTo>
                <a:cubicBezTo>
                  <a:pt x="109823" y="377095"/>
                  <a:pt x="108109" y="378809"/>
                  <a:pt x="108109" y="380905"/>
                </a:cubicBezTo>
                <a:lnTo>
                  <a:pt x="108109" y="383000"/>
                </a:lnTo>
                <a:lnTo>
                  <a:pt x="95" y="383000"/>
                </a:lnTo>
                <a:cubicBezTo>
                  <a:pt x="95" y="383000"/>
                  <a:pt x="95" y="387668"/>
                  <a:pt x="95" y="387668"/>
                </a:cubicBezTo>
                <a:lnTo>
                  <a:pt x="108109" y="387668"/>
                </a:lnTo>
                <a:lnTo>
                  <a:pt x="108109" y="389858"/>
                </a:lnTo>
                <a:cubicBezTo>
                  <a:pt x="108109" y="391954"/>
                  <a:pt x="109823" y="393668"/>
                  <a:pt x="111919" y="393668"/>
                </a:cubicBezTo>
                <a:lnTo>
                  <a:pt x="120777" y="393668"/>
                </a:lnTo>
                <a:lnTo>
                  <a:pt x="120777" y="414719"/>
                </a:lnTo>
                <a:lnTo>
                  <a:pt x="111919" y="414719"/>
                </a:lnTo>
                <a:cubicBezTo>
                  <a:pt x="109823" y="414719"/>
                  <a:pt x="108109" y="416433"/>
                  <a:pt x="108109" y="418529"/>
                </a:cubicBezTo>
                <a:lnTo>
                  <a:pt x="108109" y="419957"/>
                </a:lnTo>
                <a:lnTo>
                  <a:pt x="95" y="420243"/>
                </a:lnTo>
                <a:lnTo>
                  <a:pt x="95" y="425006"/>
                </a:lnTo>
                <a:lnTo>
                  <a:pt x="108109" y="424720"/>
                </a:lnTo>
                <a:lnTo>
                  <a:pt x="108109" y="427577"/>
                </a:lnTo>
                <a:cubicBezTo>
                  <a:pt x="108109" y="429673"/>
                  <a:pt x="109823" y="431387"/>
                  <a:pt x="111919" y="431387"/>
                </a:cubicBezTo>
                <a:lnTo>
                  <a:pt x="120777" y="431387"/>
                </a:lnTo>
                <a:lnTo>
                  <a:pt x="120777" y="452438"/>
                </a:lnTo>
                <a:lnTo>
                  <a:pt x="111919" y="452438"/>
                </a:lnTo>
                <a:cubicBezTo>
                  <a:pt x="109823" y="452438"/>
                  <a:pt x="108109" y="454152"/>
                  <a:pt x="108109" y="456248"/>
                </a:cubicBezTo>
                <a:lnTo>
                  <a:pt x="108109" y="458343"/>
                </a:lnTo>
                <a:lnTo>
                  <a:pt x="95" y="458343"/>
                </a:lnTo>
                <a:lnTo>
                  <a:pt x="95" y="463106"/>
                </a:lnTo>
                <a:lnTo>
                  <a:pt x="108109" y="463106"/>
                </a:lnTo>
                <a:lnTo>
                  <a:pt x="108109" y="465201"/>
                </a:lnTo>
                <a:cubicBezTo>
                  <a:pt x="108109" y="467297"/>
                  <a:pt x="109823" y="469011"/>
                  <a:pt x="111919" y="469011"/>
                </a:cubicBezTo>
                <a:lnTo>
                  <a:pt x="120396" y="469011"/>
                </a:lnTo>
                <a:lnTo>
                  <a:pt x="120396" y="490061"/>
                </a:lnTo>
                <a:lnTo>
                  <a:pt x="111919" y="490061"/>
                </a:lnTo>
                <a:cubicBezTo>
                  <a:pt x="109823" y="490061"/>
                  <a:pt x="108109" y="491776"/>
                  <a:pt x="108109" y="493871"/>
                </a:cubicBezTo>
                <a:lnTo>
                  <a:pt x="108109" y="495967"/>
                </a:lnTo>
                <a:lnTo>
                  <a:pt x="49435" y="495490"/>
                </a:lnTo>
                <a:lnTo>
                  <a:pt x="29909" y="478631"/>
                </a:lnTo>
                <a:lnTo>
                  <a:pt x="95" y="478631"/>
                </a:lnTo>
                <a:lnTo>
                  <a:pt x="95" y="483394"/>
                </a:lnTo>
                <a:lnTo>
                  <a:pt x="28099" y="483394"/>
                </a:lnTo>
                <a:cubicBezTo>
                  <a:pt x="28099" y="483394"/>
                  <a:pt x="47625" y="500253"/>
                  <a:pt x="47625" y="500253"/>
                </a:cubicBezTo>
                <a:lnTo>
                  <a:pt x="108014" y="500729"/>
                </a:lnTo>
                <a:lnTo>
                  <a:pt x="108014" y="502920"/>
                </a:lnTo>
                <a:cubicBezTo>
                  <a:pt x="108014" y="505015"/>
                  <a:pt x="109728" y="506730"/>
                  <a:pt x="111823" y="506730"/>
                </a:cubicBezTo>
                <a:lnTo>
                  <a:pt x="120682" y="506730"/>
                </a:lnTo>
                <a:lnTo>
                  <a:pt x="120682" y="527780"/>
                </a:lnTo>
                <a:lnTo>
                  <a:pt x="111823" y="527780"/>
                </a:lnTo>
                <a:cubicBezTo>
                  <a:pt x="109728" y="527780"/>
                  <a:pt x="108014" y="529495"/>
                  <a:pt x="108014" y="531590"/>
                </a:cubicBezTo>
                <a:lnTo>
                  <a:pt x="108014" y="532924"/>
                </a:lnTo>
                <a:lnTo>
                  <a:pt x="49340" y="532448"/>
                </a:lnTo>
                <a:lnTo>
                  <a:pt x="29813" y="515588"/>
                </a:lnTo>
                <a:lnTo>
                  <a:pt x="95" y="515588"/>
                </a:lnTo>
                <a:lnTo>
                  <a:pt x="95" y="520446"/>
                </a:lnTo>
                <a:lnTo>
                  <a:pt x="28099" y="520446"/>
                </a:lnTo>
                <a:cubicBezTo>
                  <a:pt x="28099" y="520446"/>
                  <a:pt x="47625" y="537210"/>
                  <a:pt x="47625" y="537210"/>
                </a:cubicBezTo>
                <a:lnTo>
                  <a:pt x="108014" y="537686"/>
                </a:lnTo>
                <a:lnTo>
                  <a:pt x="108014" y="540544"/>
                </a:lnTo>
                <a:cubicBezTo>
                  <a:pt x="108014" y="542639"/>
                  <a:pt x="109728" y="544354"/>
                  <a:pt x="111823" y="544354"/>
                </a:cubicBezTo>
                <a:lnTo>
                  <a:pt x="120682" y="544354"/>
                </a:lnTo>
                <a:lnTo>
                  <a:pt x="120682" y="565404"/>
                </a:lnTo>
                <a:lnTo>
                  <a:pt x="111823" y="565404"/>
                </a:lnTo>
                <a:cubicBezTo>
                  <a:pt x="109728" y="565404"/>
                  <a:pt x="108014" y="567119"/>
                  <a:pt x="108014" y="569214"/>
                </a:cubicBezTo>
                <a:lnTo>
                  <a:pt x="108014" y="571310"/>
                </a:lnTo>
                <a:lnTo>
                  <a:pt x="77819" y="571310"/>
                </a:lnTo>
                <a:lnTo>
                  <a:pt x="48578" y="587597"/>
                </a:lnTo>
                <a:lnTo>
                  <a:pt x="95" y="587597"/>
                </a:lnTo>
                <a:lnTo>
                  <a:pt x="95" y="592360"/>
                </a:lnTo>
                <a:lnTo>
                  <a:pt x="49816" y="592360"/>
                </a:lnTo>
                <a:lnTo>
                  <a:pt x="79058" y="576072"/>
                </a:lnTo>
                <a:lnTo>
                  <a:pt x="108014" y="576072"/>
                </a:lnTo>
                <a:lnTo>
                  <a:pt x="108014" y="578168"/>
                </a:lnTo>
                <a:cubicBezTo>
                  <a:pt x="108014" y="580263"/>
                  <a:pt x="109728" y="581978"/>
                  <a:pt x="111823" y="581978"/>
                </a:cubicBezTo>
                <a:lnTo>
                  <a:pt x="131921" y="581978"/>
                </a:lnTo>
                <a:cubicBezTo>
                  <a:pt x="134017" y="581978"/>
                  <a:pt x="135731" y="580263"/>
                  <a:pt x="135731" y="578168"/>
                </a:cubicBezTo>
                <a:lnTo>
                  <a:pt x="135731" y="569214"/>
                </a:lnTo>
                <a:cubicBezTo>
                  <a:pt x="135731" y="567119"/>
                  <a:pt x="134017" y="565404"/>
                  <a:pt x="131921" y="565404"/>
                </a:cubicBezTo>
                <a:lnTo>
                  <a:pt x="123063" y="565404"/>
                </a:lnTo>
                <a:lnTo>
                  <a:pt x="123063" y="544354"/>
                </a:lnTo>
                <a:lnTo>
                  <a:pt x="131921" y="544354"/>
                </a:lnTo>
                <a:cubicBezTo>
                  <a:pt x="134017" y="544354"/>
                  <a:pt x="135731" y="542639"/>
                  <a:pt x="135731" y="540544"/>
                </a:cubicBezTo>
                <a:lnTo>
                  <a:pt x="135731" y="531590"/>
                </a:lnTo>
                <a:cubicBezTo>
                  <a:pt x="135731" y="529495"/>
                  <a:pt x="134017" y="527780"/>
                  <a:pt x="131921" y="527780"/>
                </a:cubicBezTo>
                <a:lnTo>
                  <a:pt x="123063" y="527780"/>
                </a:lnTo>
                <a:lnTo>
                  <a:pt x="123063" y="506730"/>
                </a:lnTo>
                <a:lnTo>
                  <a:pt x="131921" y="506730"/>
                </a:lnTo>
                <a:cubicBezTo>
                  <a:pt x="134017" y="506730"/>
                  <a:pt x="135731" y="505015"/>
                  <a:pt x="135731" y="502920"/>
                </a:cubicBezTo>
                <a:lnTo>
                  <a:pt x="135731" y="493967"/>
                </a:lnTo>
                <a:cubicBezTo>
                  <a:pt x="135731" y="491871"/>
                  <a:pt x="134017" y="490157"/>
                  <a:pt x="131921" y="490157"/>
                </a:cubicBezTo>
                <a:lnTo>
                  <a:pt x="122682" y="490157"/>
                </a:lnTo>
                <a:lnTo>
                  <a:pt x="122682" y="469106"/>
                </a:lnTo>
                <a:lnTo>
                  <a:pt x="131921" y="469106"/>
                </a:lnTo>
                <a:cubicBezTo>
                  <a:pt x="134017" y="469106"/>
                  <a:pt x="135731" y="467392"/>
                  <a:pt x="135731" y="465296"/>
                </a:cubicBezTo>
                <a:lnTo>
                  <a:pt x="135731" y="456343"/>
                </a:lnTo>
                <a:cubicBezTo>
                  <a:pt x="135731" y="454247"/>
                  <a:pt x="134017" y="452533"/>
                  <a:pt x="131921" y="452533"/>
                </a:cubicBezTo>
                <a:lnTo>
                  <a:pt x="123063" y="452533"/>
                </a:lnTo>
                <a:lnTo>
                  <a:pt x="123063" y="431483"/>
                </a:lnTo>
                <a:lnTo>
                  <a:pt x="131921" y="431483"/>
                </a:lnTo>
                <a:cubicBezTo>
                  <a:pt x="134017" y="431483"/>
                  <a:pt x="135731" y="429768"/>
                  <a:pt x="135731" y="427673"/>
                </a:cubicBezTo>
                <a:lnTo>
                  <a:pt x="135731" y="418719"/>
                </a:lnTo>
                <a:cubicBezTo>
                  <a:pt x="135731" y="416624"/>
                  <a:pt x="134017" y="414909"/>
                  <a:pt x="131921" y="414909"/>
                </a:cubicBezTo>
                <a:lnTo>
                  <a:pt x="123063" y="414909"/>
                </a:lnTo>
                <a:lnTo>
                  <a:pt x="123063" y="393859"/>
                </a:lnTo>
                <a:lnTo>
                  <a:pt x="131921" y="393859"/>
                </a:lnTo>
                <a:cubicBezTo>
                  <a:pt x="134017" y="393859"/>
                  <a:pt x="135731" y="392144"/>
                  <a:pt x="135731" y="390049"/>
                </a:cubicBezTo>
                <a:lnTo>
                  <a:pt x="135731" y="381095"/>
                </a:lnTo>
                <a:cubicBezTo>
                  <a:pt x="135731" y="379000"/>
                  <a:pt x="134017" y="377285"/>
                  <a:pt x="131921" y="377285"/>
                </a:cubicBezTo>
                <a:lnTo>
                  <a:pt x="123063" y="377285"/>
                </a:lnTo>
                <a:lnTo>
                  <a:pt x="123063" y="356235"/>
                </a:lnTo>
                <a:lnTo>
                  <a:pt x="131921" y="356235"/>
                </a:lnTo>
                <a:cubicBezTo>
                  <a:pt x="134017" y="356235"/>
                  <a:pt x="135731" y="354521"/>
                  <a:pt x="135731" y="352425"/>
                </a:cubicBezTo>
                <a:lnTo>
                  <a:pt x="135731" y="343472"/>
                </a:lnTo>
                <a:cubicBezTo>
                  <a:pt x="135731" y="341376"/>
                  <a:pt x="134017" y="339662"/>
                  <a:pt x="131921" y="339662"/>
                </a:cubicBezTo>
                <a:lnTo>
                  <a:pt x="111823" y="339662"/>
                </a:lnTo>
                <a:cubicBezTo>
                  <a:pt x="109728" y="339662"/>
                  <a:pt x="108014" y="341376"/>
                  <a:pt x="108014" y="343472"/>
                </a:cubicBezTo>
                <a:lnTo>
                  <a:pt x="108014" y="345567"/>
                </a:lnTo>
                <a:lnTo>
                  <a:pt x="35243" y="345567"/>
                </a:lnTo>
                <a:cubicBezTo>
                  <a:pt x="35243" y="345567"/>
                  <a:pt x="19622" y="331280"/>
                  <a:pt x="19622" y="331280"/>
                </a:cubicBezTo>
                <a:lnTo>
                  <a:pt x="95" y="331280"/>
                </a:lnTo>
                <a:lnTo>
                  <a:pt x="95" y="336042"/>
                </a:lnTo>
                <a:lnTo>
                  <a:pt x="17812" y="336042"/>
                </a:lnTo>
                <a:cubicBezTo>
                  <a:pt x="17812" y="336042"/>
                  <a:pt x="33433" y="350234"/>
                  <a:pt x="33433" y="350234"/>
                </a:cubicBezTo>
                <a:close/>
                <a:moveTo>
                  <a:pt x="118682" y="388525"/>
                </a:moveTo>
                <a:lnTo>
                  <a:pt x="119348" y="389001"/>
                </a:lnTo>
                <a:lnTo>
                  <a:pt x="112871" y="389001"/>
                </a:lnTo>
                <a:lnTo>
                  <a:pt x="112871" y="381857"/>
                </a:lnTo>
                <a:lnTo>
                  <a:pt x="119348" y="381857"/>
                </a:lnTo>
                <a:lnTo>
                  <a:pt x="122301" y="384143"/>
                </a:lnTo>
                <a:lnTo>
                  <a:pt x="118777" y="386525"/>
                </a:lnTo>
                <a:cubicBezTo>
                  <a:pt x="118777" y="386525"/>
                  <a:pt x="118301" y="387096"/>
                  <a:pt x="118301" y="387477"/>
                </a:cubicBezTo>
                <a:cubicBezTo>
                  <a:pt x="118301" y="387858"/>
                  <a:pt x="118491" y="388239"/>
                  <a:pt x="118777" y="388430"/>
                </a:cubicBezTo>
                <a:close/>
                <a:moveTo>
                  <a:pt x="118682" y="426244"/>
                </a:moveTo>
                <a:lnTo>
                  <a:pt x="119253" y="426720"/>
                </a:lnTo>
                <a:lnTo>
                  <a:pt x="112776" y="426720"/>
                </a:lnTo>
                <a:lnTo>
                  <a:pt x="112776" y="419576"/>
                </a:lnTo>
                <a:lnTo>
                  <a:pt x="119253" y="419576"/>
                </a:lnTo>
                <a:lnTo>
                  <a:pt x="122206" y="421958"/>
                </a:lnTo>
                <a:lnTo>
                  <a:pt x="118682" y="424339"/>
                </a:lnTo>
                <a:cubicBezTo>
                  <a:pt x="118682" y="424339"/>
                  <a:pt x="118205" y="424910"/>
                  <a:pt x="118205" y="425291"/>
                </a:cubicBezTo>
                <a:cubicBezTo>
                  <a:pt x="118205" y="425672"/>
                  <a:pt x="118396" y="426053"/>
                  <a:pt x="118682" y="426244"/>
                </a:cubicBezTo>
                <a:close/>
                <a:moveTo>
                  <a:pt x="118682" y="464058"/>
                </a:moveTo>
                <a:lnTo>
                  <a:pt x="119348" y="464534"/>
                </a:lnTo>
                <a:lnTo>
                  <a:pt x="112871" y="464534"/>
                </a:lnTo>
                <a:lnTo>
                  <a:pt x="112871" y="457390"/>
                </a:lnTo>
                <a:lnTo>
                  <a:pt x="119348" y="457390"/>
                </a:lnTo>
                <a:lnTo>
                  <a:pt x="122301" y="459772"/>
                </a:lnTo>
                <a:lnTo>
                  <a:pt x="118777" y="462153"/>
                </a:lnTo>
                <a:cubicBezTo>
                  <a:pt x="118777" y="462153"/>
                  <a:pt x="118301" y="462725"/>
                  <a:pt x="118301" y="463106"/>
                </a:cubicBezTo>
                <a:cubicBezTo>
                  <a:pt x="118301" y="463487"/>
                  <a:pt x="118491" y="463868"/>
                  <a:pt x="118777" y="464058"/>
                </a:cubicBezTo>
                <a:close/>
                <a:moveTo>
                  <a:pt x="118682" y="501777"/>
                </a:moveTo>
                <a:lnTo>
                  <a:pt x="119348" y="502253"/>
                </a:lnTo>
                <a:lnTo>
                  <a:pt x="112871" y="502253"/>
                </a:lnTo>
                <a:lnTo>
                  <a:pt x="112871" y="495110"/>
                </a:lnTo>
                <a:lnTo>
                  <a:pt x="119348" y="495110"/>
                </a:lnTo>
                <a:lnTo>
                  <a:pt x="122301" y="497396"/>
                </a:lnTo>
                <a:lnTo>
                  <a:pt x="118777" y="499777"/>
                </a:lnTo>
                <a:cubicBezTo>
                  <a:pt x="118777" y="499777"/>
                  <a:pt x="118301" y="500348"/>
                  <a:pt x="118301" y="500729"/>
                </a:cubicBezTo>
                <a:cubicBezTo>
                  <a:pt x="118301" y="501110"/>
                  <a:pt x="118491" y="501491"/>
                  <a:pt x="118777" y="501682"/>
                </a:cubicBezTo>
                <a:close/>
                <a:moveTo>
                  <a:pt x="118682" y="539496"/>
                </a:moveTo>
                <a:lnTo>
                  <a:pt x="119253" y="539972"/>
                </a:lnTo>
                <a:lnTo>
                  <a:pt x="112776" y="539972"/>
                </a:lnTo>
                <a:lnTo>
                  <a:pt x="112776" y="532829"/>
                </a:lnTo>
                <a:lnTo>
                  <a:pt x="119253" y="532829"/>
                </a:lnTo>
                <a:lnTo>
                  <a:pt x="122206" y="535115"/>
                </a:lnTo>
                <a:lnTo>
                  <a:pt x="118682" y="537496"/>
                </a:lnTo>
                <a:cubicBezTo>
                  <a:pt x="118682" y="537496"/>
                  <a:pt x="118205" y="538067"/>
                  <a:pt x="118205" y="538448"/>
                </a:cubicBezTo>
                <a:cubicBezTo>
                  <a:pt x="118205" y="538829"/>
                  <a:pt x="118396" y="539210"/>
                  <a:pt x="118682" y="539401"/>
                </a:cubicBezTo>
                <a:close/>
                <a:moveTo>
                  <a:pt x="112871" y="577691"/>
                </a:moveTo>
                <a:lnTo>
                  <a:pt x="112871" y="570548"/>
                </a:lnTo>
                <a:lnTo>
                  <a:pt x="119729" y="570548"/>
                </a:lnTo>
                <a:lnTo>
                  <a:pt x="122682" y="572834"/>
                </a:lnTo>
                <a:lnTo>
                  <a:pt x="119158" y="575215"/>
                </a:lnTo>
                <a:cubicBezTo>
                  <a:pt x="119158" y="575215"/>
                  <a:pt x="118682" y="575786"/>
                  <a:pt x="118682" y="576167"/>
                </a:cubicBezTo>
                <a:cubicBezTo>
                  <a:pt x="118682" y="576548"/>
                  <a:pt x="118872" y="576929"/>
                  <a:pt x="119158" y="577120"/>
                </a:cubicBezTo>
                <a:lnTo>
                  <a:pt x="119825" y="577596"/>
                </a:lnTo>
                <a:lnTo>
                  <a:pt x="112967" y="577596"/>
                </a:lnTo>
                <a:close/>
                <a:moveTo>
                  <a:pt x="125444" y="571976"/>
                </a:moveTo>
                <a:lnTo>
                  <a:pt x="123539" y="570548"/>
                </a:lnTo>
                <a:lnTo>
                  <a:pt x="131064" y="570548"/>
                </a:lnTo>
                <a:lnTo>
                  <a:pt x="131064" y="577691"/>
                </a:lnTo>
                <a:lnTo>
                  <a:pt x="123539" y="577691"/>
                </a:lnTo>
                <a:lnTo>
                  <a:pt x="121825" y="576358"/>
                </a:lnTo>
                <a:lnTo>
                  <a:pt x="125349" y="573977"/>
                </a:lnTo>
                <a:cubicBezTo>
                  <a:pt x="125349" y="573977"/>
                  <a:pt x="125825" y="573405"/>
                  <a:pt x="125825" y="573024"/>
                </a:cubicBezTo>
                <a:cubicBezTo>
                  <a:pt x="125825" y="572643"/>
                  <a:pt x="125635" y="572262"/>
                  <a:pt x="125349" y="572072"/>
                </a:cubicBezTo>
                <a:close/>
                <a:moveTo>
                  <a:pt x="124968" y="534257"/>
                </a:moveTo>
                <a:lnTo>
                  <a:pt x="123063" y="532829"/>
                </a:lnTo>
                <a:lnTo>
                  <a:pt x="130969" y="532829"/>
                </a:lnTo>
                <a:lnTo>
                  <a:pt x="130969" y="539972"/>
                </a:lnTo>
                <a:lnTo>
                  <a:pt x="123063" y="539972"/>
                </a:lnTo>
                <a:lnTo>
                  <a:pt x="121348" y="538639"/>
                </a:lnTo>
                <a:lnTo>
                  <a:pt x="124873" y="536258"/>
                </a:lnTo>
                <a:cubicBezTo>
                  <a:pt x="124873" y="536258"/>
                  <a:pt x="125349" y="535686"/>
                  <a:pt x="125349" y="535305"/>
                </a:cubicBezTo>
                <a:cubicBezTo>
                  <a:pt x="125349" y="534924"/>
                  <a:pt x="125159" y="534543"/>
                  <a:pt x="124873" y="534353"/>
                </a:cubicBezTo>
                <a:close/>
                <a:moveTo>
                  <a:pt x="124968" y="496538"/>
                </a:moveTo>
                <a:lnTo>
                  <a:pt x="123063" y="495110"/>
                </a:lnTo>
                <a:lnTo>
                  <a:pt x="130969" y="495110"/>
                </a:lnTo>
                <a:lnTo>
                  <a:pt x="130969" y="502253"/>
                </a:lnTo>
                <a:lnTo>
                  <a:pt x="123063" y="502253"/>
                </a:lnTo>
                <a:lnTo>
                  <a:pt x="121348" y="500920"/>
                </a:lnTo>
                <a:lnTo>
                  <a:pt x="124873" y="498539"/>
                </a:lnTo>
                <a:cubicBezTo>
                  <a:pt x="124873" y="498539"/>
                  <a:pt x="125349" y="497967"/>
                  <a:pt x="125349" y="497586"/>
                </a:cubicBezTo>
                <a:cubicBezTo>
                  <a:pt x="125349" y="497205"/>
                  <a:pt x="125159" y="496824"/>
                  <a:pt x="124873" y="496634"/>
                </a:cubicBezTo>
                <a:close/>
                <a:moveTo>
                  <a:pt x="124968" y="458819"/>
                </a:moveTo>
                <a:lnTo>
                  <a:pt x="123063" y="457390"/>
                </a:lnTo>
                <a:lnTo>
                  <a:pt x="130969" y="457390"/>
                </a:lnTo>
                <a:lnTo>
                  <a:pt x="130969" y="464534"/>
                </a:lnTo>
                <a:lnTo>
                  <a:pt x="123063" y="464534"/>
                </a:lnTo>
                <a:lnTo>
                  <a:pt x="121348" y="463201"/>
                </a:lnTo>
                <a:lnTo>
                  <a:pt x="124873" y="460820"/>
                </a:lnTo>
                <a:cubicBezTo>
                  <a:pt x="124873" y="460820"/>
                  <a:pt x="125349" y="460248"/>
                  <a:pt x="125349" y="459867"/>
                </a:cubicBezTo>
                <a:cubicBezTo>
                  <a:pt x="125349" y="459486"/>
                  <a:pt x="125159" y="459105"/>
                  <a:pt x="124873" y="458914"/>
                </a:cubicBezTo>
                <a:close/>
                <a:moveTo>
                  <a:pt x="124968" y="421100"/>
                </a:moveTo>
                <a:lnTo>
                  <a:pt x="123063" y="419672"/>
                </a:lnTo>
                <a:lnTo>
                  <a:pt x="130969" y="419672"/>
                </a:lnTo>
                <a:lnTo>
                  <a:pt x="130969" y="426815"/>
                </a:lnTo>
                <a:lnTo>
                  <a:pt x="123063" y="426815"/>
                </a:lnTo>
                <a:lnTo>
                  <a:pt x="121348" y="425482"/>
                </a:lnTo>
                <a:lnTo>
                  <a:pt x="124873" y="423101"/>
                </a:lnTo>
                <a:cubicBezTo>
                  <a:pt x="124873" y="423101"/>
                  <a:pt x="125349" y="422529"/>
                  <a:pt x="125349" y="422148"/>
                </a:cubicBezTo>
                <a:cubicBezTo>
                  <a:pt x="125349" y="421767"/>
                  <a:pt x="125159" y="421386"/>
                  <a:pt x="124873" y="421196"/>
                </a:cubicBezTo>
                <a:close/>
                <a:moveTo>
                  <a:pt x="124968" y="383381"/>
                </a:moveTo>
                <a:lnTo>
                  <a:pt x="123063" y="381953"/>
                </a:lnTo>
                <a:lnTo>
                  <a:pt x="130969" y="381953"/>
                </a:lnTo>
                <a:lnTo>
                  <a:pt x="130969" y="389096"/>
                </a:lnTo>
                <a:lnTo>
                  <a:pt x="123063" y="389096"/>
                </a:lnTo>
                <a:lnTo>
                  <a:pt x="121348" y="387763"/>
                </a:lnTo>
                <a:lnTo>
                  <a:pt x="124873" y="385382"/>
                </a:lnTo>
                <a:cubicBezTo>
                  <a:pt x="124873" y="385382"/>
                  <a:pt x="125349" y="384810"/>
                  <a:pt x="125349" y="384429"/>
                </a:cubicBezTo>
                <a:cubicBezTo>
                  <a:pt x="125349" y="384048"/>
                  <a:pt x="125159" y="383667"/>
                  <a:pt x="124873" y="383477"/>
                </a:cubicBezTo>
                <a:close/>
                <a:moveTo>
                  <a:pt x="131064" y="344138"/>
                </a:moveTo>
                <a:lnTo>
                  <a:pt x="131064" y="351282"/>
                </a:lnTo>
                <a:lnTo>
                  <a:pt x="123158" y="351282"/>
                </a:lnTo>
                <a:lnTo>
                  <a:pt x="121444" y="349949"/>
                </a:lnTo>
                <a:lnTo>
                  <a:pt x="124968" y="347567"/>
                </a:lnTo>
                <a:cubicBezTo>
                  <a:pt x="124968" y="347567"/>
                  <a:pt x="125444" y="346996"/>
                  <a:pt x="125444" y="346615"/>
                </a:cubicBezTo>
                <a:cubicBezTo>
                  <a:pt x="125444" y="346234"/>
                  <a:pt x="125254" y="345853"/>
                  <a:pt x="124968" y="345662"/>
                </a:cubicBezTo>
                <a:lnTo>
                  <a:pt x="123063" y="344234"/>
                </a:lnTo>
                <a:lnTo>
                  <a:pt x="130969" y="344234"/>
                </a:lnTo>
                <a:close/>
                <a:moveTo>
                  <a:pt x="112871" y="344138"/>
                </a:moveTo>
                <a:lnTo>
                  <a:pt x="119348" y="344138"/>
                </a:lnTo>
                <a:lnTo>
                  <a:pt x="122301" y="346424"/>
                </a:lnTo>
                <a:lnTo>
                  <a:pt x="118777" y="348806"/>
                </a:lnTo>
                <a:cubicBezTo>
                  <a:pt x="118777" y="348806"/>
                  <a:pt x="118301" y="349377"/>
                  <a:pt x="118301" y="349758"/>
                </a:cubicBezTo>
                <a:cubicBezTo>
                  <a:pt x="118301" y="350139"/>
                  <a:pt x="118491" y="350520"/>
                  <a:pt x="118777" y="350711"/>
                </a:cubicBezTo>
                <a:lnTo>
                  <a:pt x="119348" y="351187"/>
                </a:lnTo>
                <a:lnTo>
                  <a:pt x="112871" y="351187"/>
                </a:lnTo>
                <a:lnTo>
                  <a:pt x="112871" y="344043"/>
                </a:lnTo>
                <a:close/>
                <a:moveTo>
                  <a:pt x="427863" y="2048161"/>
                </a:moveTo>
                <a:lnTo>
                  <a:pt x="435007" y="2048161"/>
                </a:lnTo>
                <a:lnTo>
                  <a:pt x="435007" y="2056638"/>
                </a:lnTo>
                <a:lnTo>
                  <a:pt x="427863" y="2056638"/>
                </a:lnTo>
                <a:lnTo>
                  <a:pt x="427863" y="2048161"/>
                </a:lnTo>
                <a:close/>
                <a:moveTo>
                  <a:pt x="1784604" y="927068"/>
                </a:moveTo>
                <a:lnTo>
                  <a:pt x="1675924" y="927068"/>
                </a:lnTo>
                <a:lnTo>
                  <a:pt x="1675924" y="922306"/>
                </a:lnTo>
                <a:lnTo>
                  <a:pt x="1784604" y="922306"/>
                </a:lnTo>
                <a:lnTo>
                  <a:pt x="1784604" y="927068"/>
                </a:lnTo>
                <a:close/>
                <a:moveTo>
                  <a:pt x="845249" y="2875407"/>
                </a:moveTo>
                <a:lnTo>
                  <a:pt x="961835" y="2875407"/>
                </a:lnTo>
                <a:cubicBezTo>
                  <a:pt x="964121" y="2875407"/>
                  <a:pt x="966121" y="2874455"/>
                  <a:pt x="967740" y="2873026"/>
                </a:cubicBezTo>
                <a:lnTo>
                  <a:pt x="1178814" y="2872645"/>
                </a:lnTo>
                <a:lnTo>
                  <a:pt x="1179671" y="2872645"/>
                </a:lnTo>
                <a:lnTo>
                  <a:pt x="1272635" y="2795302"/>
                </a:lnTo>
                <a:lnTo>
                  <a:pt x="1311402" y="2795302"/>
                </a:lnTo>
                <a:lnTo>
                  <a:pt x="1331405" y="2779681"/>
                </a:lnTo>
                <a:cubicBezTo>
                  <a:pt x="1332738" y="2780634"/>
                  <a:pt x="1334167" y="2781395"/>
                  <a:pt x="1335977" y="2781586"/>
                </a:cubicBezTo>
                <a:cubicBezTo>
                  <a:pt x="1336357" y="2781586"/>
                  <a:pt x="1336643" y="2781586"/>
                  <a:pt x="1337024" y="2781586"/>
                </a:cubicBezTo>
                <a:cubicBezTo>
                  <a:pt x="1341977" y="2781586"/>
                  <a:pt x="1346168" y="2777871"/>
                  <a:pt x="1346740" y="2772823"/>
                </a:cubicBezTo>
                <a:cubicBezTo>
                  <a:pt x="1347311" y="2767489"/>
                  <a:pt x="1343406" y="2762631"/>
                  <a:pt x="1338072" y="2762060"/>
                </a:cubicBezTo>
                <a:cubicBezTo>
                  <a:pt x="1332738" y="2761488"/>
                  <a:pt x="1327880" y="2765393"/>
                  <a:pt x="1327309" y="2770727"/>
                </a:cubicBezTo>
                <a:cubicBezTo>
                  <a:pt x="1327118" y="2772632"/>
                  <a:pt x="1327595" y="2774347"/>
                  <a:pt x="1328357" y="2775966"/>
                </a:cubicBezTo>
                <a:lnTo>
                  <a:pt x="1309783" y="2790444"/>
                </a:lnTo>
                <a:lnTo>
                  <a:pt x="1270921" y="2790444"/>
                </a:lnTo>
                <a:lnTo>
                  <a:pt x="1177957" y="2867787"/>
                </a:lnTo>
                <a:lnTo>
                  <a:pt x="970217" y="2868073"/>
                </a:lnTo>
                <a:cubicBezTo>
                  <a:pt x="970312" y="2867501"/>
                  <a:pt x="970502" y="2867025"/>
                  <a:pt x="970502" y="2866454"/>
                </a:cubicBezTo>
                <a:lnTo>
                  <a:pt x="970502" y="2847309"/>
                </a:lnTo>
                <a:cubicBezTo>
                  <a:pt x="970502" y="2847309"/>
                  <a:pt x="970502" y="2847023"/>
                  <a:pt x="970502" y="2846832"/>
                </a:cubicBezTo>
                <a:lnTo>
                  <a:pt x="1149001" y="2846165"/>
                </a:lnTo>
                <a:lnTo>
                  <a:pt x="1149858" y="2846165"/>
                </a:lnTo>
                <a:lnTo>
                  <a:pt x="1239869" y="2774347"/>
                </a:lnTo>
                <a:lnTo>
                  <a:pt x="1267206" y="2774537"/>
                </a:lnTo>
                <a:lnTo>
                  <a:pt x="1373696" y="2687765"/>
                </a:lnTo>
                <a:lnTo>
                  <a:pt x="1377887" y="2687765"/>
                </a:lnTo>
                <a:lnTo>
                  <a:pt x="1377887" y="2692242"/>
                </a:lnTo>
                <a:cubicBezTo>
                  <a:pt x="1377887" y="2695480"/>
                  <a:pt x="1380458" y="2698052"/>
                  <a:pt x="1383697" y="2698052"/>
                </a:cubicBezTo>
                <a:lnTo>
                  <a:pt x="1397318" y="2698052"/>
                </a:lnTo>
                <a:cubicBezTo>
                  <a:pt x="1400556" y="2698052"/>
                  <a:pt x="1403128" y="2695480"/>
                  <a:pt x="1403128" y="2692242"/>
                </a:cubicBezTo>
                <a:lnTo>
                  <a:pt x="1403128" y="2678621"/>
                </a:lnTo>
                <a:cubicBezTo>
                  <a:pt x="1403128" y="2675382"/>
                  <a:pt x="1400556" y="2672810"/>
                  <a:pt x="1397318" y="2672810"/>
                </a:cubicBezTo>
                <a:lnTo>
                  <a:pt x="1383697" y="2672810"/>
                </a:lnTo>
                <a:cubicBezTo>
                  <a:pt x="1380458" y="2672810"/>
                  <a:pt x="1377887" y="2675382"/>
                  <a:pt x="1377887" y="2678621"/>
                </a:cubicBezTo>
                <a:lnTo>
                  <a:pt x="1377887" y="2683097"/>
                </a:lnTo>
                <a:lnTo>
                  <a:pt x="1372076" y="2683097"/>
                </a:lnTo>
                <a:lnTo>
                  <a:pt x="1265587" y="2769870"/>
                </a:lnTo>
                <a:lnTo>
                  <a:pt x="1238345" y="2769680"/>
                </a:lnTo>
                <a:lnTo>
                  <a:pt x="1148334" y="2841498"/>
                </a:lnTo>
                <a:lnTo>
                  <a:pt x="968883" y="2842165"/>
                </a:lnTo>
                <a:cubicBezTo>
                  <a:pt x="967264" y="2840069"/>
                  <a:pt x="964883" y="2838641"/>
                  <a:pt x="962120" y="2838641"/>
                </a:cubicBezTo>
                <a:lnTo>
                  <a:pt x="845534" y="2838641"/>
                </a:lnTo>
                <a:cubicBezTo>
                  <a:pt x="840772" y="2838641"/>
                  <a:pt x="836771" y="2842546"/>
                  <a:pt x="836771" y="2847309"/>
                </a:cubicBezTo>
                <a:lnTo>
                  <a:pt x="836771" y="2855595"/>
                </a:lnTo>
                <a:lnTo>
                  <a:pt x="785622" y="2855119"/>
                </a:lnTo>
                <a:lnTo>
                  <a:pt x="753427" y="2888266"/>
                </a:lnTo>
                <a:lnTo>
                  <a:pt x="580073" y="2887885"/>
                </a:lnTo>
                <a:cubicBezTo>
                  <a:pt x="580358" y="2887028"/>
                  <a:pt x="580644" y="2886170"/>
                  <a:pt x="580644" y="2885218"/>
                </a:cubicBezTo>
                <a:cubicBezTo>
                  <a:pt x="580644" y="2882646"/>
                  <a:pt x="579787" y="2880170"/>
                  <a:pt x="577977" y="2878360"/>
                </a:cubicBezTo>
                <a:lnTo>
                  <a:pt x="562642" y="2862358"/>
                </a:lnTo>
                <a:cubicBezTo>
                  <a:pt x="559880" y="2859500"/>
                  <a:pt x="555879" y="2858738"/>
                  <a:pt x="552355" y="2859977"/>
                </a:cubicBezTo>
                <a:lnTo>
                  <a:pt x="555308" y="2836640"/>
                </a:lnTo>
                <a:lnTo>
                  <a:pt x="498824" y="2777585"/>
                </a:lnTo>
                <a:lnTo>
                  <a:pt x="498443" y="2777204"/>
                </a:lnTo>
                <a:lnTo>
                  <a:pt x="467297" y="2777204"/>
                </a:lnTo>
                <a:cubicBezTo>
                  <a:pt x="467297" y="2777204"/>
                  <a:pt x="409956" y="2717292"/>
                  <a:pt x="409956" y="2717292"/>
                </a:cubicBezTo>
                <a:cubicBezTo>
                  <a:pt x="410337" y="2716625"/>
                  <a:pt x="410623" y="2715959"/>
                  <a:pt x="410623" y="2715101"/>
                </a:cubicBezTo>
                <a:lnTo>
                  <a:pt x="410909" y="2700338"/>
                </a:lnTo>
                <a:cubicBezTo>
                  <a:pt x="410909" y="2697861"/>
                  <a:pt x="409004" y="2695766"/>
                  <a:pt x="406432" y="2695670"/>
                </a:cubicBezTo>
                <a:lnTo>
                  <a:pt x="401669" y="2695670"/>
                </a:lnTo>
                <a:cubicBezTo>
                  <a:pt x="401669" y="2695670"/>
                  <a:pt x="401860" y="2608136"/>
                  <a:pt x="401860" y="2608136"/>
                </a:cubicBezTo>
                <a:lnTo>
                  <a:pt x="468821" y="2545271"/>
                </a:lnTo>
                <a:cubicBezTo>
                  <a:pt x="470821" y="2546604"/>
                  <a:pt x="473202" y="2547652"/>
                  <a:pt x="475774" y="2547652"/>
                </a:cubicBezTo>
                <a:cubicBezTo>
                  <a:pt x="476060" y="2547652"/>
                  <a:pt x="476345" y="2547652"/>
                  <a:pt x="476726" y="2547652"/>
                </a:cubicBezTo>
                <a:cubicBezTo>
                  <a:pt x="480155" y="2547366"/>
                  <a:pt x="483203" y="2545842"/>
                  <a:pt x="485394" y="2543270"/>
                </a:cubicBezTo>
                <a:cubicBezTo>
                  <a:pt x="487585" y="2540699"/>
                  <a:pt x="488728" y="2537460"/>
                  <a:pt x="488442" y="2534031"/>
                </a:cubicBezTo>
                <a:cubicBezTo>
                  <a:pt x="488156" y="2530602"/>
                  <a:pt x="486632" y="2527554"/>
                  <a:pt x="484061" y="2525363"/>
                </a:cubicBezTo>
                <a:cubicBezTo>
                  <a:pt x="481489" y="2523173"/>
                  <a:pt x="478250" y="2522030"/>
                  <a:pt x="474821" y="2522315"/>
                </a:cubicBezTo>
                <a:cubicBezTo>
                  <a:pt x="471392" y="2522601"/>
                  <a:pt x="468344" y="2524125"/>
                  <a:pt x="466154" y="2526697"/>
                </a:cubicBezTo>
                <a:cubicBezTo>
                  <a:pt x="463963" y="2529269"/>
                  <a:pt x="462820" y="2532507"/>
                  <a:pt x="463106" y="2535936"/>
                </a:cubicBezTo>
                <a:lnTo>
                  <a:pt x="463106" y="2535936"/>
                </a:lnTo>
                <a:cubicBezTo>
                  <a:pt x="463296" y="2538222"/>
                  <a:pt x="464249" y="2540222"/>
                  <a:pt x="465392" y="2542032"/>
                </a:cubicBezTo>
                <a:lnTo>
                  <a:pt x="397097" y="2606135"/>
                </a:lnTo>
                <a:lnTo>
                  <a:pt x="396907" y="2695480"/>
                </a:lnTo>
                <a:lnTo>
                  <a:pt x="391573" y="2695480"/>
                </a:lnTo>
                <a:cubicBezTo>
                  <a:pt x="389096" y="2695289"/>
                  <a:pt x="387001" y="2697290"/>
                  <a:pt x="386906" y="2699766"/>
                </a:cubicBezTo>
                <a:lnTo>
                  <a:pt x="386620" y="2714530"/>
                </a:lnTo>
                <a:cubicBezTo>
                  <a:pt x="386620" y="2717006"/>
                  <a:pt x="388525" y="2719102"/>
                  <a:pt x="391097" y="2719197"/>
                </a:cubicBezTo>
                <a:lnTo>
                  <a:pt x="405860" y="2719483"/>
                </a:lnTo>
                <a:cubicBezTo>
                  <a:pt x="406718" y="2719483"/>
                  <a:pt x="407384" y="2719197"/>
                  <a:pt x="408146" y="2718911"/>
                </a:cubicBezTo>
                <a:lnTo>
                  <a:pt x="465868" y="2779300"/>
                </a:lnTo>
                <a:lnTo>
                  <a:pt x="466249" y="2779681"/>
                </a:lnTo>
                <a:lnTo>
                  <a:pt x="497396" y="2779681"/>
                </a:lnTo>
                <a:cubicBezTo>
                  <a:pt x="497396" y="2779681"/>
                  <a:pt x="552736" y="2837402"/>
                  <a:pt x="552736" y="2837402"/>
                </a:cubicBezTo>
                <a:lnTo>
                  <a:pt x="549688" y="2861596"/>
                </a:lnTo>
                <a:cubicBezTo>
                  <a:pt x="549688" y="2861596"/>
                  <a:pt x="549212" y="2861882"/>
                  <a:pt x="548926" y="2862072"/>
                </a:cubicBezTo>
                <a:lnTo>
                  <a:pt x="546545" y="2864358"/>
                </a:lnTo>
                <a:cubicBezTo>
                  <a:pt x="542735" y="2867978"/>
                  <a:pt x="542544" y="2874169"/>
                  <a:pt x="546259" y="2877979"/>
                </a:cubicBezTo>
                <a:lnTo>
                  <a:pt x="561594" y="2893981"/>
                </a:lnTo>
                <a:cubicBezTo>
                  <a:pt x="563499" y="2895981"/>
                  <a:pt x="565976" y="2896934"/>
                  <a:pt x="568547" y="2896934"/>
                </a:cubicBezTo>
                <a:cubicBezTo>
                  <a:pt x="570929" y="2896934"/>
                  <a:pt x="573310" y="2896076"/>
                  <a:pt x="575215" y="2894267"/>
                </a:cubicBezTo>
                <a:lnTo>
                  <a:pt x="576929" y="2892647"/>
                </a:lnTo>
                <a:lnTo>
                  <a:pt x="754380" y="2893124"/>
                </a:lnTo>
                <a:lnTo>
                  <a:pt x="755428" y="2893124"/>
                </a:lnTo>
                <a:lnTo>
                  <a:pt x="787622" y="2860072"/>
                </a:lnTo>
                <a:lnTo>
                  <a:pt x="836771" y="2860548"/>
                </a:lnTo>
                <a:lnTo>
                  <a:pt x="836771" y="2866644"/>
                </a:lnTo>
                <a:cubicBezTo>
                  <a:pt x="836771" y="2871407"/>
                  <a:pt x="840677" y="2875312"/>
                  <a:pt x="845534" y="2875312"/>
                </a:cubicBezTo>
                <a:close/>
                <a:moveTo>
                  <a:pt x="1333881" y="2768155"/>
                </a:moveTo>
                <a:cubicBezTo>
                  <a:pt x="1334929" y="2767298"/>
                  <a:pt x="1336167" y="2766822"/>
                  <a:pt x="1337596" y="2767108"/>
                </a:cubicBezTo>
                <a:cubicBezTo>
                  <a:pt x="1340358" y="2767394"/>
                  <a:pt x="1342358" y="2769870"/>
                  <a:pt x="1342073" y="2772632"/>
                </a:cubicBezTo>
                <a:cubicBezTo>
                  <a:pt x="1341787" y="2775395"/>
                  <a:pt x="1339406" y="2777395"/>
                  <a:pt x="1336548" y="2777109"/>
                </a:cubicBezTo>
                <a:cubicBezTo>
                  <a:pt x="1333786" y="2776823"/>
                  <a:pt x="1331786" y="2774347"/>
                  <a:pt x="1332071" y="2771585"/>
                </a:cubicBezTo>
                <a:cubicBezTo>
                  <a:pt x="1332262" y="2770251"/>
                  <a:pt x="1332833" y="2769108"/>
                  <a:pt x="1333881" y="2768251"/>
                </a:cubicBezTo>
                <a:close/>
                <a:moveTo>
                  <a:pt x="1382459" y="2678811"/>
                </a:moveTo>
                <a:cubicBezTo>
                  <a:pt x="1382459" y="2678240"/>
                  <a:pt x="1382935" y="2677763"/>
                  <a:pt x="1383506" y="2677763"/>
                </a:cubicBezTo>
                <a:lnTo>
                  <a:pt x="1397127" y="2677763"/>
                </a:lnTo>
                <a:cubicBezTo>
                  <a:pt x="1397699" y="2677763"/>
                  <a:pt x="1398175" y="2678240"/>
                  <a:pt x="1398175" y="2678811"/>
                </a:cubicBezTo>
                <a:lnTo>
                  <a:pt x="1398175" y="2692432"/>
                </a:lnTo>
                <a:cubicBezTo>
                  <a:pt x="1398175" y="2693003"/>
                  <a:pt x="1397699" y="2693480"/>
                  <a:pt x="1397127" y="2693480"/>
                </a:cubicBezTo>
                <a:lnTo>
                  <a:pt x="1383506" y="2693480"/>
                </a:lnTo>
                <a:cubicBezTo>
                  <a:pt x="1382935" y="2693480"/>
                  <a:pt x="1382459" y="2693003"/>
                  <a:pt x="1382459" y="2692432"/>
                </a:cubicBezTo>
                <a:lnTo>
                  <a:pt x="1382459" y="2678811"/>
                </a:lnTo>
                <a:close/>
                <a:moveTo>
                  <a:pt x="948404" y="2843594"/>
                </a:moveTo>
                <a:lnTo>
                  <a:pt x="961739" y="2843594"/>
                </a:lnTo>
                <a:cubicBezTo>
                  <a:pt x="963930" y="2843594"/>
                  <a:pt x="965740" y="2845403"/>
                  <a:pt x="965740" y="2847499"/>
                </a:cubicBezTo>
                <a:lnTo>
                  <a:pt x="965740" y="2866644"/>
                </a:lnTo>
                <a:cubicBezTo>
                  <a:pt x="965740" y="2868835"/>
                  <a:pt x="963930" y="2870549"/>
                  <a:pt x="961739" y="2870549"/>
                </a:cubicBezTo>
                <a:lnTo>
                  <a:pt x="948404" y="2870549"/>
                </a:lnTo>
                <a:lnTo>
                  <a:pt x="948404" y="2843498"/>
                </a:lnTo>
                <a:close/>
                <a:moveTo>
                  <a:pt x="941927" y="2843594"/>
                </a:moveTo>
                <a:lnTo>
                  <a:pt x="943642" y="2843594"/>
                </a:lnTo>
                <a:lnTo>
                  <a:pt x="943642" y="2870645"/>
                </a:lnTo>
                <a:lnTo>
                  <a:pt x="941927" y="2870645"/>
                </a:lnTo>
                <a:lnTo>
                  <a:pt x="941927" y="2843594"/>
                </a:lnTo>
                <a:close/>
                <a:moveTo>
                  <a:pt x="922306" y="2843594"/>
                </a:moveTo>
                <a:lnTo>
                  <a:pt x="937165" y="2843594"/>
                </a:lnTo>
                <a:lnTo>
                  <a:pt x="937165" y="2870645"/>
                </a:lnTo>
                <a:lnTo>
                  <a:pt x="922306" y="2870645"/>
                </a:lnTo>
                <a:lnTo>
                  <a:pt x="922306" y="2843594"/>
                </a:lnTo>
                <a:close/>
                <a:moveTo>
                  <a:pt x="896302" y="2843594"/>
                </a:moveTo>
                <a:lnTo>
                  <a:pt x="915829" y="2843594"/>
                </a:lnTo>
                <a:lnTo>
                  <a:pt x="915829" y="2870645"/>
                </a:lnTo>
                <a:lnTo>
                  <a:pt x="896302" y="2870645"/>
                </a:lnTo>
                <a:lnTo>
                  <a:pt x="896302" y="2843594"/>
                </a:lnTo>
                <a:close/>
                <a:moveTo>
                  <a:pt x="889826" y="2843594"/>
                </a:moveTo>
                <a:lnTo>
                  <a:pt x="891540" y="2843594"/>
                </a:lnTo>
                <a:lnTo>
                  <a:pt x="891540" y="2870645"/>
                </a:lnTo>
                <a:lnTo>
                  <a:pt x="889826" y="2870645"/>
                </a:lnTo>
                <a:lnTo>
                  <a:pt x="889826" y="2843594"/>
                </a:lnTo>
                <a:close/>
                <a:moveTo>
                  <a:pt x="865918" y="2843594"/>
                </a:moveTo>
                <a:lnTo>
                  <a:pt x="885063" y="2843594"/>
                </a:lnTo>
                <a:lnTo>
                  <a:pt x="885063" y="2870645"/>
                </a:lnTo>
                <a:lnTo>
                  <a:pt x="865918" y="2870645"/>
                </a:lnTo>
                <a:lnTo>
                  <a:pt x="865918" y="2843594"/>
                </a:lnTo>
                <a:close/>
                <a:moveTo>
                  <a:pt x="841248" y="2847594"/>
                </a:moveTo>
                <a:cubicBezTo>
                  <a:pt x="841248" y="2845403"/>
                  <a:pt x="843058" y="2843689"/>
                  <a:pt x="845249" y="2843689"/>
                </a:cubicBezTo>
                <a:lnTo>
                  <a:pt x="859727" y="2843689"/>
                </a:lnTo>
                <a:lnTo>
                  <a:pt x="859727" y="2870740"/>
                </a:lnTo>
                <a:lnTo>
                  <a:pt x="845249" y="2870740"/>
                </a:lnTo>
                <a:cubicBezTo>
                  <a:pt x="843058" y="2870740"/>
                  <a:pt x="841248" y="2868930"/>
                  <a:pt x="841248" y="2866835"/>
                </a:cubicBezTo>
                <a:lnTo>
                  <a:pt x="841248" y="2847689"/>
                </a:lnTo>
                <a:close/>
                <a:moveTo>
                  <a:pt x="469678" y="2529935"/>
                </a:moveTo>
                <a:cubicBezTo>
                  <a:pt x="471107" y="2528316"/>
                  <a:pt x="473012" y="2527363"/>
                  <a:pt x="475107" y="2527173"/>
                </a:cubicBezTo>
                <a:cubicBezTo>
                  <a:pt x="477203" y="2526983"/>
                  <a:pt x="479298" y="2527745"/>
                  <a:pt x="480917" y="2529078"/>
                </a:cubicBezTo>
                <a:cubicBezTo>
                  <a:pt x="482537" y="2530507"/>
                  <a:pt x="483489" y="2532412"/>
                  <a:pt x="483680" y="2534507"/>
                </a:cubicBezTo>
                <a:cubicBezTo>
                  <a:pt x="483870" y="2536603"/>
                  <a:pt x="483108" y="2538698"/>
                  <a:pt x="481775" y="2540318"/>
                </a:cubicBezTo>
                <a:cubicBezTo>
                  <a:pt x="480346" y="2541937"/>
                  <a:pt x="478441" y="2542889"/>
                  <a:pt x="476345" y="2543080"/>
                </a:cubicBezTo>
                <a:cubicBezTo>
                  <a:pt x="472059" y="2543366"/>
                  <a:pt x="468154" y="2540127"/>
                  <a:pt x="467868" y="2535746"/>
                </a:cubicBezTo>
                <a:cubicBezTo>
                  <a:pt x="467678" y="2533650"/>
                  <a:pt x="468439" y="2531555"/>
                  <a:pt x="469773" y="2529935"/>
                </a:cubicBezTo>
                <a:close/>
                <a:moveTo>
                  <a:pt x="549593" y="2867978"/>
                </a:moveTo>
                <a:lnTo>
                  <a:pt x="551974" y="2865692"/>
                </a:lnTo>
                <a:cubicBezTo>
                  <a:pt x="552926" y="2864834"/>
                  <a:pt x="554165" y="2864358"/>
                  <a:pt x="555308" y="2864358"/>
                </a:cubicBezTo>
                <a:cubicBezTo>
                  <a:pt x="556260" y="2864358"/>
                  <a:pt x="557117" y="2864739"/>
                  <a:pt x="557975" y="2865311"/>
                </a:cubicBezTo>
                <a:lnTo>
                  <a:pt x="548926" y="2873978"/>
                </a:lnTo>
                <a:cubicBezTo>
                  <a:pt x="547783" y="2872073"/>
                  <a:pt x="547973" y="2869597"/>
                  <a:pt x="549593" y="2867978"/>
                </a:cubicBezTo>
                <a:close/>
                <a:moveTo>
                  <a:pt x="560927" y="2886837"/>
                </a:moveTo>
                <a:lnTo>
                  <a:pt x="552641" y="2878169"/>
                </a:lnTo>
                <a:lnTo>
                  <a:pt x="562070" y="2869216"/>
                </a:lnTo>
                <a:lnTo>
                  <a:pt x="570357" y="2877884"/>
                </a:lnTo>
                <a:lnTo>
                  <a:pt x="560927" y="2886837"/>
                </a:lnTo>
                <a:close/>
                <a:moveTo>
                  <a:pt x="574072" y="2888742"/>
                </a:moveTo>
                <a:lnTo>
                  <a:pt x="571691" y="2891028"/>
                </a:lnTo>
                <a:cubicBezTo>
                  <a:pt x="569786" y="2892933"/>
                  <a:pt x="566642" y="2892838"/>
                  <a:pt x="564833" y="2890838"/>
                </a:cubicBezTo>
                <a:lnTo>
                  <a:pt x="564356" y="2890361"/>
                </a:lnTo>
                <a:lnTo>
                  <a:pt x="573786" y="2881408"/>
                </a:lnTo>
                <a:lnTo>
                  <a:pt x="574262" y="2881884"/>
                </a:lnTo>
                <a:cubicBezTo>
                  <a:pt x="575120" y="2882837"/>
                  <a:pt x="575596" y="2884075"/>
                  <a:pt x="575596" y="2885313"/>
                </a:cubicBezTo>
                <a:cubicBezTo>
                  <a:pt x="575596" y="2886647"/>
                  <a:pt x="575024" y="2887790"/>
                  <a:pt x="574072" y="2888742"/>
                </a:cubicBezTo>
                <a:close/>
                <a:moveTo>
                  <a:pt x="1687640" y="1022414"/>
                </a:moveTo>
                <a:cubicBezTo>
                  <a:pt x="1694212" y="1022414"/>
                  <a:pt x="1699736" y="1017651"/>
                  <a:pt x="1700879" y="1011365"/>
                </a:cubicBezTo>
                <a:lnTo>
                  <a:pt x="1789367" y="1011365"/>
                </a:lnTo>
                <a:cubicBezTo>
                  <a:pt x="1789367" y="1011365"/>
                  <a:pt x="1809369" y="1029557"/>
                  <a:pt x="1809369" y="1029557"/>
                </a:cubicBezTo>
                <a:lnTo>
                  <a:pt x="1858137" y="1029557"/>
                </a:lnTo>
                <a:cubicBezTo>
                  <a:pt x="1858709" y="1031939"/>
                  <a:pt x="1859852" y="1034129"/>
                  <a:pt x="1861947" y="1035558"/>
                </a:cubicBezTo>
                <a:cubicBezTo>
                  <a:pt x="1866519" y="1038892"/>
                  <a:pt x="1872901" y="1037939"/>
                  <a:pt x="1876235" y="1033367"/>
                </a:cubicBezTo>
                <a:lnTo>
                  <a:pt x="1876235" y="1033367"/>
                </a:lnTo>
                <a:cubicBezTo>
                  <a:pt x="1877854" y="1031177"/>
                  <a:pt x="1878521" y="1028414"/>
                  <a:pt x="1878140" y="1025747"/>
                </a:cubicBezTo>
                <a:cubicBezTo>
                  <a:pt x="1877759" y="1023080"/>
                  <a:pt x="1876235" y="1020699"/>
                  <a:pt x="1874044" y="1019080"/>
                </a:cubicBezTo>
                <a:cubicBezTo>
                  <a:pt x="1872234" y="1017746"/>
                  <a:pt x="1870139" y="1017079"/>
                  <a:pt x="1868043" y="1017079"/>
                </a:cubicBezTo>
                <a:cubicBezTo>
                  <a:pt x="1867472" y="1017079"/>
                  <a:pt x="1866995" y="1017079"/>
                  <a:pt x="1866424" y="1017175"/>
                </a:cubicBezTo>
                <a:cubicBezTo>
                  <a:pt x="1863757" y="1017556"/>
                  <a:pt x="1861376" y="1019080"/>
                  <a:pt x="1859756" y="1021271"/>
                </a:cubicBezTo>
                <a:cubicBezTo>
                  <a:pt x="1858899" y="1022414"/>
                  <a:pt x="1858328" y="1023652"/>
                  <a:pt x="1858042" y="1024985"/>
                </a:cubicBezTo>
                <a:lnTo>
                  <a:pt x="1811274" y="1024985"/>
                </a:lnTo>
                <a:cubicBezTo>
                  <a:pt x="1811274" y="1024985"/>
                  <a:pt x="1791272" y="1006602"/>
                  <a:pt x="1791272" y="1006602"/>
                </a:cubicBezTo>
                <a:lnTo>
                  <a:pt x="1700975" y="1006602"/>
                </a:lnTo>
                <a:cubicBezTo>
                  <a:pt x="1699832" y="1000411"/>
                  <a:pt x="1694402" y="995648"/>
                  <a:pt x="1687735" y="995648"/>
                </a:cubicBezTo>
                <a:cubicBezTo>
                  <a:pt x="1680305" y="995648"/>
                  <a:pt x="1674305" y="1001649"/>
                  <a:pt x="1674305" y="1009079"/>
                </a:cubicBezTo>
                <a:cubicBezTo>
                  <a:pt x="1674305" y="1016508"/>
                  <a:pt x="1680305" y="1022509"/>
                  <a:pt x="1687735" y="1022509"/>
                </a:cubicBezTo>
                <a:close/>
                <a:moveTo>
                  <a:pt x="1861185" y="1022223"/>
                </a:moveTo>
                <a:cubicBezTo>
                  <a:pt x="1862519" y="1020413"/>
                  <a:pt x="1864424" y="1019270"/>
                  <a:pt x="1866614" y="1018889"/>
                </a:cubicBezTo>
                <a:cubicBezTo>
                  <a:pt x="1868805" y="1018508"/>
                  <a:pt x="1870996" y="1019080"/>
                  <a:pt x="1872806" y="1020413"/>
                </a:cubicBezTo>
                <a:cubicBezTo>
                  <a:pt x="1874615" y="1021747"/>
                  <a:pt x="1875758" y="1023652"/>
                  <a:pt x="1876139" y="1025843"/>
                </a:cubicBezTo>
                <a:cubicBezTo>
                  <a:pt x="1876520" y="1028033"/>
                  <a:pt x="1875949" y="1030224"/>
                  <a:pt x="1874615" y="1032034"/>
                </a:cubicBezTo>
                <a:cubicBezTo>
                  <a:pt x="1871853" y="1035749"/>
                  <a:pt x="1866614" y="1036511"/>
                  <a:pt x="1862900" y="1033844"/>
                </a:cubicBezTo>
                <a:cubicBezTo>
                  <a:pt x="1861090" y="1032510"/>
                  <a:pt x="1859947" y="1030605"/>
                  <a:pt x="1859566" y="1028414"/>
                </a:cubicBezTo>
                <a:cubicBezTo>
                  <a:pt x="1859185" y="1026224"/>
                  <a:pt x="1859756" y="1024033"/>
                  <a:pt x="1861090" y="1022223"/>
                </a:cubicBezTo>
                <a:close/>
                <a:moveTo>
                  <a:pt x="1687640" y="1000220"/>
                </a:moveTo>
                <a:cubicBezTo>
                  <a:pt x="1692402" y="1000220"/>
                  <a:pt x="1696307" y="1004126"/>
                  <a:pt x="1696307" y="1008888"/>
                </a:cubicBezTo>
                <a:cubicBezTo>
                  <a:pt x="1696307" y="1013651"/>
                  <a:pt x="1692402" y="1017556"/>
                  <a:pt x="1687640" y="1017556"/>
                </a:cubicBezTo>
                <a:cubicBezTo>
                  <a:pt x="1682877" y="1017556"/>
                  <a:pt x="1678972" y="1013651"/>
                  <a:pt x="1678972" y="1008888"/>
                </a:cubicBezTo>
                <a:cubicBezTo>
                  <a:pt x="1678972" y="1004126"/>
                  <a:pt x="1682877" y="1000220"/>
                  <a:pt x="1687640" y="1000220"/>
                </a:cubicBezTo>
                <a:close/>
                <a:moveTo>
                  <a:pt x="435007" y="2005965"/>
                </a:moveTo>
                <a:lnTo>
                  <a:pt x="427863" y="2005965"/>
                </a:lnTo>
                <a:lnTo>
                  <a:pt x="427863" y="1997488"/>
                </a:lnTo>
                <a:lnTo>
                  <a:pt x="435007" y="1997488"/>
                </a:lnTo>
                <a:lnTo>
                  <a:pt x="435007" y="2005965"/>
                </a:lnTo>
                <a:close/>
                <a:moveTo>
                  <a:pt x="1862900" y="1027176"/>
                </a:moveTo>
                <a:cubicBezTo>
                  <a:pt x="1862900" y="1024414"/>
                  <a:pt x="1865186" y="1022128"/>
                  <a:pt x="1867948" y="1022128"/>
                </a:cubicBezTo>
                <a:cubicBezTo>
                  <a:pt x="1870710" y="1022128"/>
                  <a:pt x="1872996" y="1024414"/>
                  <a:pt x="1872996" y="1027176"/>
                </a:cubicBezTo>
                <a:cubicBezTo>
                  <a:pt x="1872996" y="1029938"/>
                  <a:pt x="1870710" y="1032224"/>
                  <a:pt x="1867948" y="1032224"/>
                </a:cubicBezTo>
                <a:cubicBezTo>
                  <a:pt x="1865186" y="1032224"/>
                  <a:pt x="1862900" y="1029938"/>
                  <a:pt x="1862900" y="1027176"/>
                </a:cubicBezTo>
                <a:close/>
                <a:moveTo>
                  <a:pt x="1676114" y="965264"/>
                </a:moveTo>
                <a:lnTo>
                  <a:pt x="1784414" y="965264"/>
                </a:lnTo>
                <a:lnTo>
                  <a:pt x="1784414" y="970026"/>
                </a:lnTo>
                <a:lnTo>
                  <a:pt x="1676114" y="970026"/>
                </a:lnTo>
                <a:lnTo>
                  <a:pt x="1676114" y="965264"/>
                </a:lnTo>
                <a:close/>
                <a:moveTo>
                  <a:pt x="1718691" y="824960"/>
                </a:moveTo>
                <a:lnTo>
                  <a:pt x="1743456" y="824960"/>
                </a:lnTo>
                <a:lnTo>
                  <a:pt x="1743456" y="800195"/>
                </a:lnTo>
                <a:lnTo>
                  <a:pt x="1718691" y="800195"/>
                </a:lnTo>
                <a:lnTo>
                  <a:pt x="1718691" y="824960"/>
                </a:lnTo>
                <a:close/>
                <a:moveTo>
                  <a:pt x="1723453" y="804958"/>
                </a:moveTo>
                <a:lnTo>
                  <a:pt x="1738694" y="804958"/>
                </a:lnTo>
                <a:lnTo>
                  <a:pt x="1738694" y="820198"/>
                </a:lnTo>
                <a:lnTo>
                  <a:pt x="1723453" y="820198"/>
                </a:lnTo>
                <a:lnTo>
                  <a:pt x="1723453" y="804958"/>
                </a:lnTo>
                <a:close/>
                <a:moveTo>
                  <a:pt x="1310640" y="392144"/>
                </a:moveTo>
                <a:lnTo>
                  <a:pt x="1317117" y="399098"/>
                </a:lnTo>
                <a:lnTo>
                  <a:pt x="1311878" y="403955"/>
                </a:lnTo>
                <a:lnTo>
                  <a:pt x="1305401" y="397002"/>
                </a:lnTo>
                <a:lnTo>
                  <a:pt x="1310640" y="392144"/>
                </a:lnTo>
                <a:close/>
                <a:moveTo>
                  <a:pt x="1276445" y="3941636"/>
                </a:moveTo>
                <a:cubicBezTo>
                  <a:pt x="1294543" y="3941636"/>
                  <a:pt x="1309307" y="3927920"/>
                  <a:pt x="1311212" y="3910298"/>
                </a:cubicBezTo>
                <a:lnTo>
                  <a:pt x="1318832" y="3910298"/>
                </a:lnTo>
                <a:cubicBezTo>
                  <a:pt x="1318832" y="3910298"/>
                  <a:pt x="1318832" y="3903155"/>
                  <a:pt x="1318832" y="3903155"/>
                </a:cubicBezTo>
                <a:lnTo>
                  <a:pt x="1311212" y="3903155"/>
                </a:lnTo>
                <a:cubicBezTo>
                  <a:pt x="1309402" y="3885629"/>
                  <a:pt x="1294733" y="3871722"/>
                  <a:pt x="1276636" y="3871627"/>
                </a:cubicBezTo>
                <a:cubicBezTo>
                  <a:pt x="1258538" y="3871627"/>
                  <a:pt x="1243679" y="3885438"/>
                  <a:pt x="1241870" y="3903059"/>
                </a:cubicBezTo>
                <a:lnTo>
                  <a:pt x="1233773" y="3903059"/>
                </a:lnTo>
                <a:lnTo>
                  <a:pt x="1233773" y="3910203"/>
                </a:lnTo>
                <a:lnTo>
                  <a:pt x="1241870" y="3910203"/>
                </a:lnTo>
                <a:cubicBezTo>
                  <a:pt x="1243679" y="3927729"/>
                  <a:pt x="1258348" y="3941540"/>
                  <a:pt x="1276350" y="3941636"/>
                </a:cubicBezTo>
                <a:close/>
                <a:moveTo>
                  <a:pt x="1276636" y="3878771"/>
                </a:moveTo>
                <a:cubicBezTo>
                  <a:pt x="1291971" y="3878771"/>
                  <a:pt x="1304449" y="3891344"/>
                  <a:pt x="1304353" y="3906679"/>
                </a:cubicBezTo>
                <a:cubicBezTo>
                  <a:pt x="1304353" y="3922014"/>
                  <a:pt x="1291781" y="3934492"/>
                  <a:pt x="1276445" y="3934397"/>
                </a:cubicBezTo>
                <a:cubicBezTo>
                  <a:pt x="1261110" y="3934301"/>
                  <a:pt x="1248632" y="3921824"/>
                  <a:pt x="1248728" y="3906488"/>
                </a:cubicBezTo>
                <a:cubicBezTo>
                  <a:pt x="1248728" y="3891153"/>
                  <a:pt x="1261301" y="3878675"/>
                  <a:pt x="1276636" y="3878675"/>
                </a:cubicBezTo>
                <a:close/>
                <a:moveTo>
                  <a:pt x="1316736" y="484061"/>
                </a:moveTo>
                <a:lnTo>
                  <a:pt x="1323880" y="484061"/>
                </a:lnTo>
                <a:cubicBezTo>
                  <a:pt x="1323880" y="484061"/>
                  <a:pt x="1323880" y="493586"/>
                  <a:pt x="1323880" y="493586"/>
                </a:cubicBezTo>
                <a:lnTo>
                  <a:pt x="1316736" y="493586"/>
                </a:lnTo>
                <a:cubicBezTo>
                  <a:pt x="1316736" y="493586"/>
                  <a:pt x="1316736" y="484061"/>
                  <a:pt x="1316736" y="484061"/>
                </a:cubicBezTo>
                <a:close/>
                <a:moveTo>
                  <a:pt x="2001393" y="570929"/>
                </a:moveTo>
                <a:lnTo>
                  <a:pt x="2001679" y="521875"/>
                </a:lnTo>
                <a:cubicBezTo>
                  <a:pt x="2006156" y="521113"/>
                  <a:pt x="2010156" y="518446"/>
                  <a:pt x="2012347" y="514160"/>
                </a:cubicBezTo>
                <a:cubicBezTo>
                  <a:pt x="2015871" y="507016"/>
                  <a:pt x="2012918" y="498253"/>
                  <a:pt x="2005775" y="494633"/>
                </a:cubicBezTo>
                <a:cubicBezTo>
                  <a:pt x="1998631" y="491109"/>
                  <a:pt x="1989868" y="494062"/>
                  <a:pt x="1986248" y="501206"/>
                </a:cubicBezTo>
                <a:cubicBezTo>
                  <a:pt x="1982724" y="508349"/>
                  <a:pt x="1985677" y="517112"/>
                  <a:pt x="1992821" y="520732"/>
                </a:cubicBezTo>
                <a:cubicBezTo>
                  <a:pt x="1994154" y="521399"/>
                  <a:pt x="1995488" y="521780"/>
                  <a:pt x="1996916" y="521970"/>
                </a:cubicBezTo>
                <a:lnTo>
                  <a:pt x="1996631" y="568833"/>
                </a:lnTo>
                <a:lnTo>
                  <a:pt x="1949577" y="608743"/>
                </a:lnTo>
                <a:lnTo>
                  <a:pt x="1949291" y="699992"/>
                </a:lnTo>
                <a:cubicBezTo>
                  <a:pt x="1949291" y="699992"/>
                  <a:pt x="1949006" y="699992"/>
                  <a:pt x="1948910" y="699992"/>
                </a:cubicBezTo>
                <a:cubicBezTo>
                  <a:pt x="1944529" y="700754"/>
                  <a:pt x="1940719" y="703136"/>
                  <a:pt x="1938147" y="706755"/>
                </a:cubicBezTo>
                <a:cubicBezTo>
                  <a:pt x="1935575" y="710375"/>
                  <a:pt x="1934528" y="714756"/>
                  <a:pt x="1935290" y="719138"/>
                </a:cubicBezTo>
                <a:cubicBezTo>
                  <a:pt x="1936623" y="727234"/>
                  <a:pt x="1943672" y="732949"/>
                  <a:pt x="1951577" y="732949"/>
                </a:cubicBezTo>
                <a:cubicBezTo>
                  <a:pt x="1952530" y="732949"/>
                  <a:pt x="1953387" y="732949"/>
                  <a:pt x="1954340" y="732758"/>
                </a:cubicBezTo>
                <a:cubicBezTo>
                  <a:pt x="1958721" y="731996"/>
                  <a:pt x="1962531" y="729615"/>
                  <a:pt x="1965103" y="725996"/>
                </a:cubicBezTo>
                <a:cubicBezTo>
                  <a:pt x="1967675" y="722376"/>
                  <a:pt x="1968722" y="717995"/>
                  <a:pt x="1967960" y="713613"/>
                </a:cubicBezTo>
                <a:cubicBezTo>
                  <a:pt x="1967198" y="709232"/>
                  <a:pt x="1964817" y="705422"/>
                  <a:pt x="1961198" y="702850"/>
                </a:cubicBezTo>
                <a:cubicBezTo>
                  <a:pt x="1959007" y="701326"/>
                  <a:pt x="1956530" y="700373"/>
                  <a:pt x="1953959" y="699992"/>
                </a:cubicBezTo>
                <a:lnTo>
                  <a:pt x="1954244" y="610934"/>
                </a:lnTo>
                <a:lnTo>
                  <a:pt x="2001298" y="571024"/>
                </a:lnTo>
                <a:close/>
                <a:moveTo>
                  <a:pt x="1995011" y="516350"/>
                </a:moveTo>
                <a:cubicBezTo>
                  <a:pt x="1990153" y="513969"/>
                  <a:pt x="1988153" y="508064"/>
                  <a:pt x="1990630" y="503206"/>
                </a:cubicBezTo>
                <a:cubicBezTo>
                  <a:pt x="1992344" y="499777"/>
                  <a:pt x="1995773" y="497777"/>
                  <a:pt x="1999393" y="497777"/>
                </a:cubicBezTo>
                <a:cubicBezTo>
                  <a:pt x="2000822" y="497777"/>
                  <a:pt x="2002346" y="498062"/>
                  <a:pt x="2003679" y="498824"/>
                </a:cubicBezTo>
                <a:cubicBezTo>
                  <a:pt x="2008537" y="501206"/>
                  <a:pt x="2010537" y="507111"/>
                  <a:pt x="2008061" y="511969"/>
                </a:cubicBezTo>
                <a:cubicBezTo>
                  <a:pt x="2005679" y="516827"/>
                  <a:pt x="1999774" y="518827"/>
                  <a:pt x="1994916" y="516350"/>
                </a:cubicBezTo>
                <a:close/>
                <a:moveTo>
                  <a:pt x="1958531" y="706660"/>
                </a:moveTo>
                <a:cubicBezTo>
                  <a:pt x="1961102" y="708470"/>
                  <a:pt x="1962817" y="711232"/>
                  <a:pt x="1963293" y="714280"/>
                </a:cubicBezTo>
                <a:cubicBezTo>
                  <a:pt x="1963769" y="717423"/>
                  <a:pt x="1963103" y="720471"/>
                  <a:pt x="1961293" y="723043"/>
                </a:cubicBezTo>
                <a:cubicBezTo>
                  <a:pt x="1959483" y="725615"/>
                  <a:pt x="1956721" y="727329"/>
                  <a:pt x="1953673" y="727805"/>
                </a:cubicBezTo>
                <a:cubicBezTo>
                  <a:pt x="1947196" y="728853"/>
                  <a:pt x="1941195" y="724567"/>
                  <a:pt x="1940147" y="718185"/>
                </a:cubicBezTo>
                <a:cubicBezTo>
                  <a:pt x="1939671" y="715042"/>
                  <a:pt x="1940338" y="711994"/>
                  <a:pt x="1942148" y="709422"/>
                </a:cubicBezTo>
                <a:cubicBezTo>
                  <a:pt x="1943957" y="706850"/>
                  <a:pt x="1946720" y="705136"/>
                  <a:pt x="1949768" y="704660"/>
                </a:cubicBezTo>
                <a:cubicBezTo>
                  <a:pt x="1950434" y="704564"/>
                  <a:pt x="1951101" y="704469"/>
                  <a:pt x="1951768" y="704469"/>
                </a:cubicBezTo>
                <a:cubicBezTo>
                  <a:pt x="1954149" y="704469"/>
                  <a:pt x="1956530" y="705231"/>
                  <a:pt x="1958531" y="706660"/>
                </a:cubicBezTo>
                <a:close/>
                <a:moveTo>
                  <a:pt x="1323975" y="474726"/>
                </a:moveTo>
                <a:lnTo>
                  <a:pt x="1316831" y="474726"/>
                </a:lnTo>
                <a:cubicBezTo>
                  <a:pt x="1316831" y="474726"/>
                  <a:pt x="1316831" y="465201"/>
                  <a:pt x="1316831" y="465201"/>
                </a:cubicBezTo>
                <a:lnTo>
                  <a:pt x="1323975" y="465201"/>
                </a:lnTo>
                <a:cubicBezTo>
                  <a:pt x="1323975" y="465201"/>
                  <a:pt x="1323975" y="474726"/>
                  <a:pt x="1323975" y="474726"/>
                </a:cubicBezTo>
                <a:close/>
                <a:moveTo>
                  <a:pt x="1941957" y="716280"/>
                </a:moveTo>
                <a:cubicBezTo>
                  <a:pt x="1941957" y="721709"/>
                  <a:pt x="1946339" y="726091"/>
                  <a:pt x="1951768" y="726091"/>
                </a:cubicBezTo>
                <a:cubicBezTo>
                  <a:pt x="1957197" y="726091"/>
                  <a:pt x="1961578" y="721709"/>
                  <a:pt x="1961578" y="716280"/>
                </a:cubicBezTo>
                <a:cubicBezTo>
                  <a:pt x="1961578" y="710851"/>
                  <a:pt x="1957197" y="706469"/>
                  <a:pt x="1951768" y="706469"/>
                </a:cubicBezTo>
                <a:cubicBezTo>
                  <a:pt x="1946339" y="706469"/>
                  <a:pt x="1941957" y="710851"/>
                  <a:pt x="1941957" y="716280"/>
                </a:cubicBezTo>
                <a:close/>
                <a:moveTo>
                  <a:pt x="1959102" y="716280"/>
                </a:moveTo>
                <a:cubicBezTo>
                  <a:pt x="1959102" y="720376"/>
                  <a:pt x="1955768" y="723710"/>
                  <a:pt x="1951673" y="723710"/>
                </a:cubicBezTo>
                <a:cubicBezTo>
                  <a:pt x="1947577" y="723710"/>
                  <a:pt x="1944243" y="720376"/>
                  <a:pt x="1944243" y="716280"/>
                </a:cubicBezTo>
                <a:cubicBezTo>
                  <a:pt x="1944243" y="712184"/>
                  <a:pt x="1947577" y="708851"/>
                  <a:pt x="1951673" y="708851"/>
                </a:cubicBezTo>
                <a:cubicBezTo>
                  <a:pt x="1955768" y="708851"/>
                  <a:pt x="1959102" y="712184"/>
                  <a:pt x="1959102" y="716280"/>
                </a:cubicBezTo>
                <a:close/>
                <a:moveTo>
                  <a:pt x="1710119" y="2112740"/>
                </a:moveTo>
                <a:lnTo>
                  <a:pt x="1697165" y="2112740"/>
                </a:lnTo>
                <a:cubicBezTo>
                  <a:pt x="1695641" y="2112740"/>
                  <a:pt x="1694498" y="2113979"/>
                  <a:pt x="1694498" y="2115407"/>
                </a:cubicBezTo>
                <a:lnTo>
                  <a:pt x="1694498" y="2120170"/>
                </a:lnTo>
                <a:lnTo>
                  <a:pt x="1629061" y="2119694"/>
                </a:lnTo>
                <a:lnTo>
                  <a:pt x="1601629" y="2093881"/>
                </a:lnTo>
                <a:lnTo>
                  <a:pt x="1532477" y="2093881"/>
                </a:lnTo>
                <a:cubicBezTo>
                  <a:pt x="1531811" y="2093119"/>
                  <a:pt x="1530858" y="2092643"/>
                  <a:pt x="1529715" y="2092643"/>
                </a:cubicBezTo>
                <a:cubicBezTo>
                  <a:pt x="1527715" y="2092643"/>
                  <a:pt x="1526096" y="2094262"/>
                  <a:pt x="1526096" y="2096262"/>
                </a:cubicBezTo>
                <a:cubicBezTo>
                  <a:pt x="1526096" y="2098262"/>
                  <a:pt x="1527715" y="2099882"/>
                  <a:pt x="1529715" y="2099882"/>
                </a:cubicBezTo>
                <a:cubicBezTo>
                  <a:pt x="1530858" y="2099882"/>
                  <a:pt x="1531811" y="2099405"/>
                  <a:pt x="1532477" y="2098643"/>
                </a:cubicBezTo>
                <a:lnTo>
                  <a:pt x="1599724" y="2098643"/>
                </a:lnTo>
                <a:lnTo>
                  <a:pt x="1627156" y="2124456"/>
                </a:lnTo>
                <a:lnTo>
                  <a:pt x="1694498" y="2124932"/>
                </a:lnTo>
                <a:lnTo>
                  <a:pt x="1694498" y="2128361"/>
                </a:lnTo>
                <a:cubicBezTo>
                  <a:pt x="1694498" y="2129885"/>
                  <a:pt x="1695736" y="2131028"/>
                  <a:pt x="1697165" y="2131028"/>
                </a:cubicBezTo>
                <a:lnTo>
                  <a:pt x="1709928" y="2131028"/>
                </a:lnTo>
                <a:lnTo>
                  <a:pt x="1781747" y="2201132"/>
                </a:lnTo>
                <a:lnTo>
                  <a:pt x="1781747" y="2210181"/>
                </a:lnTo>
                <a:cubicBezTo>
                  <a:pt x="1781747" y="2210181"/>
                  <a:pt x="1834134" y="2257997"/>
                  <a:pt x="1834134" y="2257997"/>
                </a:cubicBezTo>
                <a:lnTo>
                  <a:pt x="1843183" y="2258663"/>
                </a:lnTo>
                <a:lnTo>
                  <a:pt x="1927289" y="2341531"/>
                </a:lnTo>
                <a:lnTo>
                  <a:pt x="1927384" y="2341531"/>
                </a:lnTo>
                <a:cubicBezTo>
                  <a:pt x="1927384" y="2341531"/>
                  <a:pt x="1927384" y="2351913"/>
                  <a:pt x="1927384" y="2351913"/>
                </a:cubicBezTo>
                <a:cubicBezTo>
                  <a:pt x="1927384" y="2354675"/>
                  <a:pt x="1929670" y="2356961"/>
                  <a:pt x="1932432" y="2356961"/>
                </a:cubicBezTo>
                <a:lnTo>
                  <a:pt x="1945386" y="2356961"/>
                </a:lnTo>
                <a:cubicBezTo>
                  <a:pt x="1948148" y="2356961"/>
                  <a:pt x="1950434" y="2354675"/>
                  <a:pt x="1950434" y="2351913"/>
                </a:cubicBezTo>
                <a:lnTo>
                  <a:pt x="1950434" y="2338959"/>
                </a:lnTo>
                <a:cubicBezTo>
                  <a:pt x="1950434" y="2336197"/>
                  <a:pt x="1948148" y="2333911"/>
                  <a:pt x="1945386" y="2333911"/>
                </a:cubicBezTo>
                <a:lnTo>
                  <a:pt x="1932432" y="2333911"/>
                </a:lnTo>
                <a:cubicBezTo>
                  <a:pt x="1931670" y="2333911"/>
                  <a:pt x="1930908" y="2334101"/>
                  <a:pt x="1930241" y="2334482"/>
                </a:cubicBezTo>
                <a:lnTo>
                  <a:pt x="1846326" y="2251805"/>
                </a:lnTo>
                <a:lnTo>
                  <a:pt x="1837182" y="2251043"/>
                </a:lnTo>
                <a:lnTo>
                  <a:pt x="1788986" y="2206943"/>
                </a:lnTo>
                <a:lnTo>
                  <a:pt x="1788986" y="2198084"/>
                </a:lnTo>
                <a:cubicBezTo>
                  <a:pt x="1788986" y="2198084"/>
                  <a:pt x="1712881" y="2123885"/>
                  <a:pt x="1712881" y="2123885"/>
                </a:cubicBezTo>
                <a:lnTo>
                  <a:pt x="1712786" y="2123885"/>
                </a:lnTo>
                <a:cubicBezTo>
                  <a:pt x="1712786" y="2123885"/>
                  <a:pt x="1712786" y="2115407"/>
                  <a:pt x="1712786" y="2115407"/>
                </a:cubicBezTo>
                <a:cubicBezTo>
                  <a:pt x="1712786" y="2113883"/>
                  <a:pt x="1711547" y="2112740"/>
                  <a:pt x="1710119" y="2112740"/>
                </a:cubicBezTo>
                <a:close/>
                <a:moveTo>
                  <a:pt x="1932527" y="2338769"/>
                </a:moveTo>
                <a:lnTo>
                  <a:pt x="1945767" y="2339054"/>
                </a:lnTo>
                <a:lnTo>
                  <a:pt x="1945767" y="2352008"/>
                </a:lnTo>
                <a:cubicBezTo>
                  <a:pt x="1945767" y="2352008"/>
                  <a:pt x="1945577" y="2352294"/>
                  <a:pt x="1945481" y="2352294"/>
                </a:cubicBezTo>
                <a:lnTo>
                  <a:pt x="1932242" y="2352008"/>
                </a:lnTo>
                <a:lnTo>
                  <a:pt x="1932527" y="2338769"/>
                </a:lnTo>
                <a:close/>
                <a:moveTo>
                  <a:pt x="1258443" y="3906584"/>
                </a:moveTo>
                <a:cubicBezTo>
                  <a:pt x="1258443" y="3896582"/>
                  <a:pt x="1266635" y="3888486"/>
                  <a:pt x="1276636" y="3888581"/>
                </a:cubicBezTo>
                <a:cubicBezTo>
                  <a:pt x="1286637" y="3888581"/>
                  <a:pt x="1294733" y="3896773"/>
                  <a:pt x="1294638" y="3906774"/>
                </a:cubicBezTo>
                <a:cubicBezTo>
                  <a:pt x="1294638" y="3916775"/>
                  <a:pt x="1286447" y="3924872"/>
                  <a:pt x="1276445" y="3924776"/>
                </a:cubicBezTo>
                <a:cubicBezTo>
                  <a:pt x="1266444" y="3924776"/>
                  <a:pt x="1258348" y="3916585"/>
                  <a:pt x="1258443" y="3906584"/>
                </a:cubicBezTo>
                <a:close/>
                <a:moveTo>
                  <a:pt x="1394936" y="990981"/>
                </a:moveTo>
                <a:lnTo>
                  <a:pt x="1395222" y="1143953"/>
                </a:lnTo>
                <a:lnTo>
                  <a:pt x="1420654" y="1165860"/>
                </a:lnTo>
                <a:lnTo>
                  <a:pt x="1428941" y="1165860"/>
                </a:lnTo>
                <a:lnTo>
                  <a:pt x="1428941" y="1167956"/>
                </a:lnTo>
                <a:cubicBezTo>
                  <a:pt x="1428941" y="1170051"/>
                  <a:pt x="1430655" y="1171766"/>
                  <a:pt x="1432751" y="1171766"/>
                </a:cubicBezTo>
                <a:lnTo>
                  <a:pt x="1452848" y="1171766"/>
                </a:lnTo>
                <a:cubicBezTo>
                  <a:pt x="1454944" y="1171766"/>
                  <a:pt x="1456658" y="1170051"/>
                  <a:pt x="1456658" y="1167956"/>
                </a:cubicBezTo>
                <a:lnTo>
                  <a:pt x="1456658" y="1165860"/>
                </a:lnTo>
                <a:lnTo>
                  <a:pt x="1618869" y="1165860"/>
                </a:lnTo>
                <a:lnTo>
                  <a:pt x="1668399" y="1210532"/>
                </a:lnTo>
                <a:cubicBezTo>
                  <a:pt x="1665161" y="1214723"/>
                  <a:pt x="1664303" y="1220534"/>
                  <a:pt x="1666780" y="1225582"/>
                </a:cubicBezTo>
                <a:cubicBezTo>
                  <a:pt x="1668494" y="1229106"/>
                  <a:pt x="1671447" y="1231773"/>
                  <a:pt x="1675067" y="1233011"/>
                </a:cubicBezTo>
                <a:cubicBezTo>
                  <a:pt x="1676686" y="1233583"/>
                  <a:pt x="1678305" y="1233869"/>
                  <a:pt x="1679924" y="1233869"/>
                </a:cubicBezTo>
                <a:cubicBezTo>
                  <a:pt x="1682115" y="1233869"/>
                  <a:pt x="1684211" y="1233392"/>
                  <a:pt x="1686211" y="1232440"/>
                </a:cubicBezTo>
                <a:cubicBezTo>
                  <a:pt x="1689735" y="1230725"/>
                  <a:pt x="1692402" y="1227773"/>
                  <a:pt x="1693640" y="1224153"/>
                </a:cubicBezTo>
                <a:cubicBezTo>
                  <a:pt x="1694974" y="1220534"/>
                  <a:pt x="1694688" y="1216533"/>
                  <a:pt x="1693069" y="1213009"/>
                </a:cubicBezTo>
                <a:cubicBezTo>
                  <a:pt x="1691354" y="1209485"/>
                  <a:pt x="1688402" y="1206818"/>
                  <a:pt x="1684782" y="1205579"/>
                </a:cubicBezTo>
                <a:cubicBezTo>
                  <a:pt x="1681163" y="1204246"/>
                  <a:pt x="1677162" y="1204532"/>
                  <a:pt x="1673638" y="1206151"/>
                </a:cubicBezTo>
                <a:cubicBezTo>
                  <a:pt x="1672971" y="1206437"/>
                  <a:pt x="1672495" y="1206818"/>
                  <a:pt x="1671923" y="1207199"/>
                </a:cubicBezTo>
                <a:lnTo>
                  <a:pt x="1620679" y="1161098"/>
                </a:lnTo>
                <a:lnTo>
                  <a:pt x="1456563" y="1161098"/>
                </a:lnTo>
                <a:lnTo>
                  <a:pt x="1456563" y="1159002"/>
                </a:lnTo>
                <a:cubicBezTo>
                  <a:pt x="1456563" y="1156907"/>
                  <a:pt x="1454849" y="1155192"/>
                  <a:pt x="1452753" y="1155192"/>
                </a:cubicBezTo>
                <a:lnTo>
                  <a:pt x="1432655" y="1155192"/>
                </a:lnTo>
                <a:cubicBezTo>
                  <a:pt x="1430560" y="1155192"/>
                  <a:pt x="1428845" y="1156907"/>
                  <a:pt x="1428845" y="1159002"/>
                </a:cubicBezTo>
                <a:lnTo>
                  <a:pt x="1428845" y="1161098"/>
                </a:lnTo>
                <a:lnTo>
                  <a:pt x="1422368" y="1161098"/>
                </a:lnTo>
                <a:lnTo>
                  <a:pt x="1399889" y="1141762"/>
                </a:lnTo>
                <a:lnTo>
                  <a:pt x="1399603" y="989076"/>
                </a:lnTo>
                <a:lnTo>
                  <a:pt x="1286828" y="861822"/>
                </a:lnTo>
                <a:lnTo>
                  <a:pt x="1286828" y="854297"/>
                </a:lnTo>
                <a:lnTo>
                  <a:pt x="1291114" y="854297"/>
                </a:lnTo>
                <a:cubicBezTo>
                  <a:pt x="1294828" y="854297"/>
                  <a:pt x="1297972" y="851249"/>
                  <a:pt x="1297972" y="847439"/>
                </a:cubicBezTo>
                <a:lnTo>
                  <a:pt x="1297972" y="833057"/>
                </a:lnTo>
                <a:cubicBezTo>
                  <a:pt x="1297972" y="829342"/>
                  <a:pt x="1294924" y="826199"/>
                  <a:pt x="1291114" y="826199"/>
                </a:cubicBezTo>
                <a:lnTo>
                  <a:pt x="1286828" y="826199"/>
                </a:lnTo>
                <a:lnTo>
                  <a:pt x="1286828" y="767620"/>
                </a:lnTo>
                <a:lnTo>
                  <a:pt x="1304353" y="754571"/>
                </a:lnTo>
                <a:lnTo>
                  <a:pt x="1303115" y="598551"/>
                </a:lnTo>
                <a:lnTo>
                  <a:pt x="1322451" y="586073"/>
                </a:lnTo>
                <a:lnTo>
                  <a:pt x="1322451" y="531876"/>
                </a:lnTo>
                <a:cubicBezTo>
                  <a:pt x="1328642" y="530733"/>
                  <a:pt x="1333405" y="525304"/>
                  <a:pt x="1333405" y="518827"/>
                </a:cubicBezTo>
                <a:cubicBezTo>
                  <a:pt x="1333405" y="515207"/>
                  <a:pt x="1332071" y="511874"/>
                  <a:pt x="1329595" y="509302"/>
                </a:cubicBezTo>
                <a:cubicBezTo>
                  <a:pt x="1327976" y="507587"/>
                  <a:pt x="1325880" y="506635"/>
                  <a:pt x="1323689" y="505968"/>
                </a:cubicBezTo>
                <a:lnTo>
                  <a:pt x="1323689" y="502920"/>
                </a:lnTo>
                <a:cubicBezTo>
                  <a:pt x="1323689" y="502920"/>
                  <a:pt x="1316546" y="502920"/>
                  <a:pt x="1316546" y="502920"/>
                </a:cubicBezTo>
                <a:lnTo>
                  <a:pt x="1316546" y="505873"/>
                </a:lnTo>
                <a:cubicBezTo>
                  <a:pt x="1310831" y="507397"/>
                  <a:pt x="1306544" y="512540"/>
                  <a:pt x="1306544" y="518732"/>
                </a:cubicBezTo>
                <a:cubicBezTo>
                  <a:pt x="1306544" y="525399"/>
                  <a:pt x="1311307" y="531019"/>
                  <a:pt x="1317689" y="532067"/>
                </a:cubicBezTo>
                <a:lnTo>
                  <a:pt x="1317689" y="583692"/>
                </a:lnTo>
                <a:lnTo>
                  <a:pt x="1298353" y="596170"/>
                </a:lnTo>
                <a:lnTo>
                  <a:pt x="1299591" y="752380"/>
                </a:lnTo>
                <a:lnTo>
                  <a:pt x="1282065" y="765334"/>
                </a:lnTo>
                <a:lnTo>
                  <a:pt x="1282065" y="826294"/>
                </a:lnTo>
                <a:lnTo>
                  <a:pt x="1276636" y="826294"/>
                </a:lnTo>
                <a:cubicBezTo>
                  <a:pt x="1272921" y="826294"/>
                  <a:pt x="1269778" y="829342"/>
                  <a:pt x="1269778" y="833152"/>
                </a:cubicBezTo>
                <a:lnTo>
                  <a:pt x="1269778" y="847630"/>
                </a:lnTo>
                <a:cubicBezTo>
                  <a:pt x="1269778" y="851345"/>
                  <a:pt x="1272826" y="854488"/>
                  <a:pt x="1276636" y="854488"/>
                </a:cubicBezTo>
                <a:lnTo>
                  <a:pt x="1282065" y="854488"/>
                </a:lnTo>
                <a:lnTo>
                  <a:pt x="1282065" y="863822"/>
                </a:lnTo>
                <a:cubicBezTo>
                  <a:pt x="1282065" y="863822"/>
                  <a:pt x="1394841" y="991076"/>
                  <a:pt x="1394841" y="991076"/>
                </a:cubicBezTo>
                <a:close/>
                <a:moveTo>
                  <a:pt x="1675828" y="1210532"/>
                </a:moveTo>
                <a:cubicBezTo>
                  <a:pt x="1677162" y="1209866"/>
                  <a:pt x="1678591" y="1209580"/>
                  <a:pt x="1680020" y="1209580"/>
                </a:cubicBezTo>
                <a:cubicBezTo>
                  <a:pt x="1681067" y="1209580"/>
                  <a:pt x="1682210" y="1209770"/>
                  <a:pt x="1683258" y="1210151"/>
                </a:cubicBezTo>
                <a:cubicBezTo>
                  <a:pt x="1685735" y="1211009"/>
                  <a:pt x="1687735" y="1212818"/>
                  <a:pt x="1688782" y="1215104"/>
                </a:cubicBezTo>
                <a:cubicBezTo>
                  <a:pt x="1689926" y="1217486"/>
                  <a:pt x="1690021" y="1220153"/>
                  <a:pt x="1689164" y="1222629"/>
                </a:cubicBezTo>
                <a:cubicBezTo>
                  <a:pt x="1688306" y="1225106"/>
                  <a:pt x="1686497" y="1227106"/>
                  <a:pt x="1684211" y="1228153"/>
                </a:cubicBezTo>
                <a:cubicBezTo>
                  <a:pt x="1681829" y="1229297"/>
                  <a:pt x="1679162" y="1229392"/>
                  <a:pt x="1676686" y="1228535"/>
                </a:cubicBezTo>
                <a:cubicBezTo>
                  <a:pt x="1674209" y="1227677"/>
                  <a:pt x="1672209" y="1225868"/>
                  <a:pt x="1671066" y="1223582"/>
                </a:cubicBezTo>
                <a:cubicBezTo>
                  <a:pt x="1668780" y="1218724"/>
                  <a:pt x="1670780" y="1212818"/>
                  <a:pt x="1675638" y="1210532"/>
                </a:cubicBezTo>
                <a:close/>
                <a:moveTo>
                  <a:pt x="1451896" y="1159955"/>
                </a:moveTo>
                <a:lnTo>
                  <a:pt x="1451896" y="1167098"/>
                </a:lnTo>
                <a:lnTo>
                  <a:pt x="1445419" y="1167098"/>
                </a:lnTo>
                <a:lnTo>
                  <a:pt x="1442466" y="1164812"/>
                </a:lnTo>
                <a:lnTo>
                  <a:pt x="1445990" y="1162431"/>
                </a:lnTo>
                <a:cubicBezTo>
                  <a:pt x="1445990" y="1162431"/>
                  <a:pt x="1446467" y="1161860"/>
                  <a:pt x="1446467" y="1161479"/>
                </a:cubicBezTo>
                <a:cubicBezTo>
                  <a:pt x="1446467" y="1161098"/>
                  <a:pt x="1446276" y="1160717"/>
                  <a:pt x="1445990" y="1160526"/>
                </a:cubicBezTo>
                <a:lnTo>
                  <a:pt x="1445324" y="1160050"/>
                </a:lnTo>
                <a:lnTo>
                  <a:pt x="1451801" y="1160050"/>
                </a:lnTo>
                <a:close/>
                <a:moveTo>
                  <a:pt x="1433703" y="1159955"/>
                </a:moveTo>
                <a:lnTo>
                  <a:pt x="1441609" y="1159955"/>
                </a:lnTo>
                <a:lnTo>
                  <a:pt x="1443323" y="1161288"/>
                </a:lnTo>
                <a:lnTo>
                  <a:pt x="1439799" y="1163669"/>
                </a:lnTo>
                <a:cubicBezTo>
                  <a:pt x="1439799" y="1163669"/>
                  <a:pt x="1439323" y="1164241"/>
                  <a:pt x="1439323" y="1164622"/>
                </a:cubicBezTo>
                <a:cubicBezTo>
                  <a:pt x="1439323" y="1165003"/>
                  <a:pt x="1439513" y="1165384"/>
                  <a:pt x="1439799" y="1165574"/>
                </a:cubicBezTo>
                <a:lnTo>
                  <a:pt x="1441704" y="1167003"/>
                </a:lnTo>
                <a:lnTo>
                  <a:pt x="1433798" y="1167003"/>
                </a:lnTo>
                <a:lnTo>
                  <a:pt x="1433798" y="1159859"/>
                </a:lnTo>
                <a:close/>
                <a:moveTo>
                  <a:pt x="1311212" y="518827"/>
                </a:moveTo>
                <a:cubicBezTo>
                  <a:pt x="1311212" y="514064"/>
                  <a:pt x="1315117" y="510254"/>
                  <a:pt x="1319879" y="510254"/>
                </a:cubicBezTo>
                <a:lnTo>
                  <a:pt x="1319879" y="510254"/>
                </a:lnTo>
                <a:cubicBezTo>
                  <a:pt x="1322165" y="510254"/>
                  <a:pt x="1324356" y="511207"/>
                  <a:pt x="1325975" y="512826"/>
                </a:cubicBezTo>
                <a:cubicBezTo>
                  <a:pt x="1327595" y="514445"/>
                  <a:pt x="1328452" y="516636"/>
                  <a:pt x="1328452" y="519017"/>
                </a:cubicBezTo>
                <a:cubicBezTo>
                  <a:pt x="1328452" y="523780"/>
                  <a:pt x="1324547" y="527590"/>
                  <a:pt x="1319784" y="527590"/>
                </a:cubicBezTo>
                <a:lnTo>
                  <a:pt x="1319784" y="527590"/>
                </a:lnTo>
                <a:cubicBezTo>
                  <a:pt x="1315022" y="527590"/>
                  <a:pt x="1311116" y="523589"/>
                  <a:pt x="1311212" y="518827"/>
                </a:cubicBezTo>
                <a:close/>
                <a:moveTo>
                  <a:pt x="1276731" y="849630"/>
                </a:moveTo>
                <a:cubicBezTo>
                  <a:pt x="1275588" y="849630"/>
                  <a:pt x="1274636" y="848677"/>
                  <a:pt x="1274636" y="847535"/>
                </a:cubicBezTo>
                <a:lnTo>
                  <a:pt x="1274636" y="833057"/>
                </a:lnTo>
                <a:cubicBezTo>
                  <a:pt x="1274636" y="831914"/>
                  <a:pt x="1275588" y="830961"/>
                  <a:pt x="1276731" y="830961"/>
                </a:cubicBezTo>
                <a:lnTo>
                  <a:pt x="1291114" y="830961"/>
                </a:lnTo>
                <a:cubicBezTo>
                  <a:pt x="1292257" y="830961"/>
                  <a:pt x="1293209" y="831914"/>
                  <a:pt x="1293209" y="833057"/>
                </a:cubicBezTo>
                <a:lnTo>
                  <a:pt x="1293209" y="847439"/>
                </a:lnTo>
                <a:cubicBezTo>
                  <a:pt x="1293209" y="848582"/>
                  <a:pt x="1292257" y="849535"/>
                  <a:pt x="1291114" y="849535"/>
                </a:cubicBezTo>
                <a:lnTo>
                  <a:pt x="1276731" y="849535"/>
                </a:lnTo>
                <a:close/>
                <a:moveTo>
                  <a:pt x="1297781" y="378238"/>
                </a:moveTo>
                <a:lnTo>
                  <a:pt x="1304258" y="385191"/>
                </a:lnTo>
                <a:lnTo>
                  <a:pt x="1299020" y="390049"/>
                </a:lnTo>
                <a:lnTo>
                  <a:pt x="1292543" y="383096"/>
                </a:lnTo>
                <a:lnTo>
                  <a:pt x="1297781" y="378238"/>
                </a:lnTo>
                <a:close/>
                <a:moveTo>
                  <a:pt x="1324261" y="3910203"/>
                </a:moveTo>
                <a:lnTo>
                  <a:pt x="1321594" y="3910203"/>
                </a:lnTo>
                <a:cubicBezTo>
                  <a:pt x="1321594" y="3910203"/>
                  <a:pt x="1321594" y="3903059"/>
                  <a:pt x="1321594" y="3903059"/>
                </a:cubicBezTo>
                <a:lnTo>
                  <a:pt x="1324261" y="3903059"/>
                </a:lnTo>
                <a:cubicBezTo>
                  <a:pt x="1324261" y="3903059"/>
                  <a:pt x="1324261" y="3910203"/>
                  <a:pt x="1324261" y="3910203"/>
                </a:cubicBezTo>
                <a:close/>
                <a:moveTo>
                  <a:pt x="1324451" y="417957"/>
                </a:moveTo>
                <a:lnTo>
                  <a:pt x="1317307" y="417957"/>
                </a:lnTo>
                <a:cubicBezTo>
                  <a:pt x="1317307" y="417957"/>
                  <a:pt x="1317307" y="408623"/>
                  <a:pt x="1317307" y="408623"/>
                </a:cubicBezTo>
                <a:lnTo>
                  <a:pt x="1320737" y="408623"/>
                </a:lnTo>
                <a:cubicBezTo>
                  <a:pt x="1320737" y="408623"/>
                  <a:pt x="1323403" y="406146"/>
                  <a:pt x="1323403" y="406146"/>
                </a:cubicBezTo>
                <a:lnTo>
                  <a:pt x="1324356" y="407194"/>
                </a:lnTo>
                <a:lnTo>
                  <a:pt x="1324356" y="408718"/>
                </a:lnTo>
                <a:cubicBezTo>
                  <a:pt x="1324356" y="408718"/>
                  <a:pt x="1324356" y="418052"/>
                  <a:pt x="1324356" y="418052"/>
                </a:cubicBezTo>
                <a:close/>
                <a:moveTo>
                  <a:pt x="1317212" y="427292"/>
                </a:moveTo>
                <a:lnTo>
                  <a:pt x="1324356" y="427292"/>
                </a:lnTo>
                <a:cubicBezTo>
                  <a:pt x="1324356" y="427292"/>
                  <a:pt x="1324356" y="436817"/>
                  <a:pt x="1324356" y="436817"/>
                </a:cubicBezTo>
                <a:lnTo>
                  <a:pt x="1317212" y="436817"/>
                </a:lnTo>
                <a:cubicBezTo>
                  <a:pt x="1317212" y="436817"/>
                  <a:pt x="1317212" y="427292"/>
                  <a:pt x="1317212" y="427292"/>
                </a:cubicBezTo>
                <a:close/>
                <a:moveTo>
                  <a:pt x="1317022" y="446246"/>
                </a:moveTo>
                <a:lnTo>
                  <a:pt x="1324166" y="446246"/>
                </a:lnTo>
                <a:cubicBezTo>
                  <a:pt x="1324166" y="446246"/>
                  <a:pt x="1324166" y="455771"/>
                  <a:pt x="1324166" y="455771"/>
                </a:cubicBezTo>
                <a:lnTo>
                  <a:pt x="1317022" y="455771"/>
                </a:lnTo>
                <a:cubicBezTo>
                  <a:pt x="1317022" y="455771"/>
                  <a:pt x="1317022" y="446246"/>
                  <a:pt x="1317022" y="446246"/>
                </a:cubicBezTo>
                <a:close/>
                <a:moveTo>
                  <a:pt x="1167194" y="3787617"/>
                </a:moveTo>
                <a:cubicBezTo>
                  <a:pt x="1168146" y="3787617"/>
                  <a:pt x="1169194" y="3787521"/>
                  <a:pt x="1170242" y="3787235"/>
                </a:cubicBezTo>
                <a:cubicBezTo>
                  <a:pt x="1176052" y="3785616"/>
                  <a:pt x="1179386" y="3779520"/>
                  <a:pt x="1177766" y="3773710"/>
                </a:cubicBezTo>
                <a:cubicBezTo>
                  <a:pt x="1177576" y="3772853"/>
                  <a:pt x="1177004" y="3772186"/>
                  <a:pt x="1176623" y="3771519"/>
                </a:cubicBezTo>
                <a:lnTo>
                  <a:pt x="1199198" y="3752374"/>
                </a:lnTo>
                <a:lnTo>
                  <a:pt x="1265015" y="3752088"/>
                </a:lnTo>
                <a:lnTo>
                  <a:pt x="1265015" y="3754660"/>
                </a:lnTo>
                <a:cubicBezTo>
                  <a:pt x="1265015" y="3756755"/>
                  <a:pt x="1266730" y="3758565"/>
                  <a:pt x="1268921" y="3758565"/>
                </a:cubicBezTo>
                <a:lnTo>
                  <a:pt x="1278827" y="3758565"/>
                </a:lnTo>
                <a:cubicBezTo>
                  <a:pt x="1280922" y="3758565"/>
                  <a:pt x="1282732" y="3756851"/>
                  <a:pt x="1282732" y="3754660"/>
                </a:cubicBezTo>
                <a:lnTo>
                  <a:pt x="1282732" y="3744754"/>
                </a:lnTo>
                <a:cubicBezTo>
                  <a:pt x="1282732" y="3742659"/>
                  <a:pt x="1281017" y="3740849"/>
                  <a:pt x="1278827" y="3740849"/>
                </a:cubicBezTo>
                <a:lnTo>
                  <a:pt x="1268921" y="3740849"/>
                </a:lnTo>
                <a:cubicBezTo>
                  <a:pt x="1266825" y="3740849"/>
                  <a:pt x="1265015" y="3742563"/>
                  <a:pt x="1265015" y="3744754"/>
                </a:cubicBezTo>
                <a:lnTo>
                  <a:pt x="1265015" y="3747326"/>
                </a:lnTo>
                <a:lnTo>
                  <a:pt x="1198340" y="3747611"/>
                </a:lnTo>
                <a:lnTo>
                  <a:pt x="1197483" y="3747611"/>
                </a:lnTo>
                <a:lnTo>
                  <a:pt x="1173575" y="3767900"/>
                </a:lnTo>
                <a:cubicBezTo>
                  <a:pt x="1170908" y="3765995"/>
                  <a:pt x="1167670" y="3765233"/>
                  <a:pt x="1164336" y="3766185"/>
                </a:cubicBezTo>
                <a:cubicBezTo>
                  <a:pt x="1161479" y="3766947"/>
                  <a:pt x="1159193" y="3768852"/>
                  <a:pt x="1157764" y="3771424"/>
                </a:cubicBezTo>
                <a:cubicBezTo>
                  <a:pt x="1156335" y="3773996"/>
                  <a:pt x="1156049" y="3776948"/>
                  <a:pt x="1156811" y="3779806"/>
                </a:cubicBezTo>
                <a:cubicBezTo>
                  <a:pt x="1158145" y="3784568"/>
                  <a:pt x="1162622" y="3787712"/>
                  <a:pt x="1167384" y="3787712"/>
                </a:cubicBezTo>
                <a:close/>
                <a:moveTo>
                  <a:pt x="1161764" y="3773615"/>
                </a:moveTo>
                <a:cubicBezTo>
                  <a:pt x="1162526" y="3772186"/>
                  <a:pt x="1163860" y="3771138"/>
                  <a:pt x="1165479" y="3770662"/>
                </a:cubicBezTo>
                <a:cubicBezTo>
                  <a:pt x="1166051" y="3770471"/>
                  <a:pt x="1166622" y="3770376"/>
                  <a:pt x="1167194" y="3770376"/>
                </a:cubicBezTo>
                <a:cubicBezTo>
                  <a:pt x="1168241" y="3770376"/>
                  <a:pt x="1169289" y="3770662"/>
                  <a:pt x="1170146" y="3771138"/>
                </a:cubicBezTo>
                <a:cubicBezTo>
                  <a:pt x="1171575" y="3771900"/>
                  <a:pt x="1172623" y="3773234"/>
                  <a:pt x="1173099" y="3774853"/>
                </a:cubicBezTo>
                <a:cubicBezTo>
                  <a:pt x="1173575" y="3776472"/>
                  <a:pt x="1173385" y="3778092"/>
                  <a:pt x="1172528" y="3779520"/>
                </a:cubicBezTo>
                <a:cubicBezTo>
                  <a:pt x="1171766" y="3780949"/>
                  <a:pt x="1170432" y="3781997"/>
                  <a:pt x="1168813" y="3782473"/>
                </a:cubicBezTo>
                <a:cubicBezTo>
                  <a:pt x="1165574" y="3783425"/>
                  <a:pt x="1162145" y="3781520"/>
                  <a:pt x="1161193" y="3778187"/>
                </a:cubicBezTo>
                <a:cubicBezTo>
                  <a:pt x="1160717" y="3776567"/>
                  <a:pt x="1160907" y="3774948"/>
                  <a:pt x="1161764" y="3773519"/>
                </a:cubicBezTo>
                <a:close/>
                <a:moveTo>
                  <a:pt x="2538698" y="358521"/>
                </a:moveTo>
                <a:lnTo>
                  <a:pt x="2518029" y="358521"/>
                </a:lnTo>
                <a:cubicBezTo>
                  <a:pt x="2514410" y="358521"/>
                  <a:pt x="2511362" y="361474"/>
                  <a:pt x="2511362" y="365189"/>
                </a:cubicBezTo>
                <a:lnTo>
                  <a:pt x="2511362" y="385858"/>
                </a:lnTo>
                <a:cubicBezTo>
                  <a:pt x="2511362" y="389477"/>
                  <a:pt x="2514314" y="392525"/>
                  <a:pt x="2518029" y="392525"/>
                </a:cubicBezTo>
                <a:lnTo>
                  <a:pt x="2538698" y="392525"/>
                </a:lnTo>
                <a:cubicBezTo>
                  <a:pt x="2542318" y="392525"/>
                  <a:pt x="2545366" y="389573"/>
                  <a:pt x="2545366" y="385858"/>
                </a:cubicBezTo>
                <a:lnTo>
                  <a:pt x="2545366" y="365189"/>
                </a:lnTo>
                <a:cubicBezTo>
                  <a:pt x="2545366" y="361569"/>
                  <a:pt x="2542413" y="358521"/>
                  <a:pt x="2538698" y="358521"/>
                </a:cubicBezTo>
                <a:close/>
                <a:moveTo>
                  <a:pt x="2540603" y="385763"/>
                </a:moveTo>
                <a:cubicBezTo>
                  <a:pt x="2540603" y="386810"/>
                  <a:pt x="2539746" y="387668"/>
                  <a:pt x="2538698" y="387668"/>
                </a:cubicBezTo>
                <a:lnTo>
                  <a:pt x="2518029" y="387668"/>
                </a:lnTo>
                <a:cubicBezTo>
                  <a:pt x="2516981" y="387668"/>
                  <a:pt x="2516124" y="386810"/>
                  <a:pt x="2516124" y="385763"/>
                </a:cubicBezTo>
                <a:lnTo>
                  <a:pt x="2516124" y="365093"/>
                </a:lnTo>
                <a:cubicBezTo>
                  <a:pt x="2516124" y="364046"/>
                  <a:pt x="2516981" y="363188"/>
                  <a:pt x="2518029" y="363188"/>
                </a:cubicBezTo>
                <a:lnTo>
                  <a:pt x="2538698" y="363188"/>
                </a:lnTo>
                <a:cubicBezTo>
                  <a:pt x="2539746" y="363188"/>
                  <a:pt x="2540603" y="364046"/>
                  <a:pt x="2540603" y="365093"/>
                </a:cubicBezTo>
                <a:lnTo>
                  <a:pt x="2540603" y="385763"/>
                </a:lnTo>
                <a:close/>
                <a:moveTo>
                  <a:pt x="599027" y="3582924"/>
                </a:moveTo>
                <a:lnTo>
                  <a:pt x="619792" y="3582924"/>
                </a:lnTo>
                <a:cubicBezTo>
                  <a:pt x="619792" y="3582924"/>
                  <a:pt x="619792" y="3587592"/>
                  <a:pt x="619792" y="3587592"/>
                </a:cubicBezTo>
                <a:lnTo>
                  <a:pt x="599027" y="3587592"/>
                </a:lnTo>
                <a:cubicBezTo>
                  <a:pt x="599027" y="3587592"/>
                  <a:pt x="599027" y="3582924"/>
                  <a:pt x="599027" y="3582924"/>
                </a:cubicBezTo>
                <a:close/>
                <a:moveTo>
                  <a:pt x="557498" y="3583019"/>
                </a:moveTo>
                <a:lnTo>
                  <a:pt x="578263" y="3583019"/>
                </a:lnTo>
                <a:cubicBezTo>
                  <a:pt x="578263" y="3583019"/>
                  <a:pt x="578263" y="3587687"/>
                  <a:pt x="578263" y="3587687"/>
                </a:cubicBezTo>
                <a:lnTo>
                  <a:pt x="557498" y="3587687"/>
                </a:lnTo>
                <a:cubicBezTo>
                  <a:pt x="557498" y="3587687"/>
                  <a:pt x="557498" y="3583019"/>
                  <a:pt x="557498" y="3583019"/>
                </a:cubicBezTo>
                <a:close/>
                <a:moveTo>
                  <a:pt x="640461" y="3582734"/>
                </a:moveTo>
                <a:lnTo>
                  <a:pt x="661226" y="3582734"/>
                </a:lnTo>
                <a:cubicBezTo>
                  <a:pt x="661226" y="3582734"/>
                  <a:pt x="661226" y="3587401"/>
                  <a:pt x="661226" y="3587401"/>
                </a:cubicBezTo>
                <a:lnTo>
                  <a:pt x="640461" y="3587401"/>
                </a:lnTo>
                <a:cubicBezTo>
                  <a:pt x="640461" y="3587401"/>
                  <a:pt x="640461" y="3582734"/>
                  <a:pt x="640461" y="3582734"/>
                </a:cubicBezTo>
                <a:close/>
                <a:moveTo>
                  <a:pt x="703898" y="3575971"/>
                </a:moveTo>
                <a:cubicBezTo>
                  <a:pt x="708851" y="3577876"/>
                  <a:pt x="711327" y="3583496"/>
                  <a:pt x="709422" y="3588449"/>
                </a:cubicBezTo>
                <a:cubicBezTo>
                  <a:pt x="707517" y="3593402"/>
                  <a:pt x="701897" y="3595878"/>
                  <a:pt x="696944" y="3593973"/>
                </a:cubicBezTo>
                <a:cubicBezTo>
                  <a:pt x="693896" y="3592830"/>
                  <a:pt x="691991" y="3590259"/>
                  <a:pt x="691229" y="3587305"/>
                </a:cubicBezTo>
                <a:lnTo>
                  <a:pt x="681990" y="3587305"/>
                </a:lnTo>
                <a:cubicBezTo>
                  <a:pt x="681990" y="3587305"/>
                  <a:pt x="681990" y="3582543"/>
                  <a:pt x="681990" y="3582543"/>
                </a:cubicBezTo>
                <a:lnTo>
                  <a:pt x="691229" y="3582543"/>
                </a:lnTo>
                <a:cubicBezTo>
                  <a:pt x="691229" y="3582543"/>
                  <a:pt x="691229" y="3581781"/>
                  <a:pt x="691420" y="3581400"/>
                </a:cubicBezTo>
                <a:cubicBezTo>
                  <a:pt x="693325" y="3576447"/>
                  <a:pt x="698945" y="3573971"/>
                  <a:pt x="703898" y="3575876"/>
                </a:cubicBezTo>
                <a:close/>
                <a:moveTo>
                  <a:pt x="2553081" y="434816"/>
                </a:moveTo>
                <a:lnTo>
                  <a:pt x="2402967" y="437102"/>
                </a:lnTo>
                <a:lnTo>
                  <a:pt x="2378393" y="410909"/>
                </a:lnTo>
                <a:lnTo>
                  <a:pt x="2269427" y="410909"/>
                </a:lnTo>
                <a:lnTo>
                  <a:pt x="2022443" y="603980"/>
                </a:lnTo>
                <a:cubicBezTo>
                  <a:pt x="2018919" y="601409"/>
                  <a:pt x="2014442" y="599789"/>
                  <a:pt x="2009680" y="599980"/>
                </a:cubicBezTo>
                <a:cubicBezTo>
                  <a:pt x="1998440" y="600361"/>
                  <a:pt x="1989677" y="609791"/>
                  <a:pt x="1990058" y="621125"/>
                </a:cubicBezTo>
                <a:cubicBezTo>
                  <a:pt x="1990439" y="632365"/>
                  <a:pt x="1999869" y="641128"/>
                  <a:pt x="2011204" y="640747"/>
                </a:cubicBezTo>
                <a:cubicBezTo>
                  <a:pt x="2022443" y="640366"/>
                  <a:pt x="2031206" y="630936"/>
                  <a:pt x="2030825" y="619601"/>
                </a:cubicBezTo>
                <a:cubicBezTo>
                  <a:pt x="2030730" y="616553"/>
                  <a:pt x="2029873" y="613791"/>
                  <a:pt x="2028635" y="611219"/>
                </a:cubicBezTo>
                <a:lnTo>
                  <a:pt x="2272760" y="420434"/>
                </a:lnTo>
                <a:lnTo>
                  <a:pt x="2374202" y="420434"/>
                </a:lnTo>
                <a:lnTo>
                  <a:pt x="2398871" y="446627"/>
                </a:lnTo>
                <a:lnTo>
                  <a:pt x="2554415" y="444246"/>
                </a:lnTo>
                <a:lnTo>
                  <a:pt x="2581561" y="429673"/>
                </a:lnTo>
                <a:lnTo>
                  <a:pt x="2581561" y="392335"/>
                </a:lnTo>
                <a:lnTo>
                  <a:pt x="2556701" y="380905"/>
                </a:lnTo>
                <a:lnTo>
                  <a:pt x="2556701" y="367570"/>
                </a:lnTo>
                <a:lnTo>
                  <a:pt x="2556986" y="367856"/>
                </a:lnTo>
                <a:lnTo>
                  <a:pt x="2590800" y="330422"/>
                </a:lnTo>
                <a:lnTo>
                  <a:pt x="2889409" y="330422"/>
                </a:lnTo>
                <a:lnTo>
                  <a:pt x="2911221" y="368999"/>
                </a:lnTo>
                <a:lnTo>
                  <a:pt x="2952464" y="368999"/>
                </a:lnTo>
                <a:cubicBezTo>
                  <a:pt x="2954084" y="375380"/>
                  <a:pt x="2959799" y="380048"/>
                  <a:pt x="2966657" y="380048"/>
                </a:cubicBezTo>
                <a:cubicBezTo>
                  <a:pt x="2974753" y="380048"/>
                  <a:pt x="2981325" y="373475"/>
                  <a:pt x="2981325" y="365379"/>
                </a:cubicBezTo>
                <a:cubicBezTo>
                  <a:pt x="2981325" y="357283"/>
                  <a:pt x="2974753" y="350711"/>
                  <a:pt x="2966657" y="350711"/>
                </a:cubicBezTo>
                <a:cubicBezTo>
                  <a:pt x="2959799" y="350711"/>
                  <a:pt x="2954084" y="355473"/>
                  <a:pt x="2952464" y="361855"/>
                </a:cubicBezTo>
                <a:lnTo>
                  <a:pt x="2915412" y="361855"/>
                </a:lnTo>
                <a:lnTo>
                  <a:pt x="2893600" y="323279"/>
                </a:lnTo>
                <a:lnTo>
                  <a:pt x="2587657" y="323279"/>
                </a:lnTo>
                <a:lnTo>
                  <a:pt x="2556701" y="357473"/>
                </a:lnTo>
                <a:lnTo>
                  <a:pt x="2556701" y="354616"/>
                </a:lnTo>
                <a:cubicBezTo>
                  <a:pt x="2556701" y="350996"/>
                  <a:pt x="2553748" y="347948"/>
                  <a:pt x="2550033" y="347948"/>
                </a:cubicBezTo>
                <a:lnTo>
                  <a:pt x="2405920" y="347948"/>
                </a:lnTo>
                <a:cubicBezTo>
                  <a:pt x="2402300" y="347948"/>
                  <a:pt x="2399252" y="350901"/>
                  <a:pt x="2399252" y="354616"/>
                </a:cubicBezTo>
                <a:lnTo>
                  <a:pt x="2399252" y="375380"/>
                </a:lnTo>
                <a:lnTo>
                  <a:pt x="2399252" y="372999"/>
                </a:lnTo>
                <a:cubicBezTo>
                  <a:pt x="2399252" y="372999"/>
                  <a:pt x="2243519" y="374618"/>
                  <a:pt x="2243519" y="374618"/>
                </a:cubicBezTo>
                <a:lnTo>
                  <a:pt x="2223992" y="353473"/>
                </a:lnTo>
                <a:lnTo>
                  <a:pt x="2223992" y="280892"/>
                </a:lnTo>
                <a:cubicBezTo>
                  <a:pt x="2223992" y="280892"/>
                  <a:pt x="2247900" y="251651"/>
                  <a:pt x="2247900" y="251651"/>
                </a:cubicBezTo>
                <a:lnTo>
                  <a:pt x="2247900" y="156401"/>
                </a:lnTo>
                <a:cubicBezTo>
                  <a:pt x="2247900" y="156401"/>
                  <a:pt x="2248567" y="156210"/>
                  <a:pt x="2248948" y="156020"/>
                </a:cubicBezTo>
                <a:lnTo>
                  <a:pt x="2323433" y="225457"/>
                </a:lnTo>
                <a:lnTo>
                  <a:pt x="2375345" y="224981"/>
                </a:lnTo>
                <a:cubicBezTo>
                  <a:pt x="2375345" y="224981"/>
                  <a:pt x="2375345" y="225362"/>
                  <a:pt x="2375345" y="225552"/>
                </a:cubicBezTo>
                <a:cubicBezTo>
                  <a:pt x="2376107" y="228791"/>
                  <a:pt x="2378107" y="231553"/>
                  <a:pt x="2380964" y="233363"/>
                </a:cubicBezTo>
                <a:cubicBezTo>
                  <a:pt x="2382965" y="234601"/>
                  <a:pt x="2385251" y="235172"/>
                  <a:pt x="2387537" y="235172"/>
                </a:cubicBezTo>
                <a:cubicBezTo>
                  <a:pt x="2388489" y="235172"/>
                  <a:pt x="2389537" y="235077"/>
                  <a:pt x="2390489" y="234791"/>
                </a:cubicBezTo>
                <a:cubicBezTo>
                  <a:pt x="2393728" y="234029"/>
                  <a:pt x="2396490" y="232029"/>
                  <a:pt x="2398300" y="229076"/>
                </a:cubicBezTo>
                <a:cubicBezTo>
                  <a:pt x="2400014" y="226219"/>
                  <a:pt x="2400586" y="222885"/>
                  <a:pt x="2399824" y="219551"/>
                </a:cubicBezTo>
                <a:cubicBezTo>
                  <a:pt x="2399062" y="216313"/>
                  <a:pt x="2397062" y="213551"/>
                  <a:pt x="2394204" y="211741"/>
                </a:cubicBezTo>
                <a:cubicBezTo>
                  <a:pt x="2391347" y="210026"/>
                  <a:pt x="2387918" y="209455"/>
                  <a:pt x="2384679" y="210217"/>
                </a:cubicBezTo>
                <a:cubicBezTo>
                  <a:pt x="2381441" y="210979"/>
                  <a:pt x="2378678" y="212979"/>
                  <a:pt x="2376869" y="215932"/>
                </a:cubicBezTo>
                <a:cubicBezTo>
                  <a:pt x="2376107" y="217265"/>
                  <a:pt x="2375630" y="218694"/>
                  <a:pt x="2375345" y="220123"/>
                </a:cubicBezTo>
                <a:lnTo>
                  <a:pt x="2325338" y="220599"/>
                </a:lnTo>
                <a:lnTo>
                  <a:pt x="2252567" y="152781"/>
                </a:lnTo>
                <a:cubicBezTo>
                  <a:pt x="2253044" y="152019"/>
                  <a:pt x="2253520" y="151162"/>
                  <a:pt x="2253710" y="150209"/>
                </a:cubicBezTo>
                <a:cubicBezTo>
                  <a:pt x="2254853" y="145447"/>
                  <a:pt x="2251901" y="140780"/>
                  <a:pt x="2247233" y="139637"/>
                </a:cubicBezTo>
                <a:cubicBezTo>
                  <a:pt x="2242471" y="138494"/>
                  <a:pt x="2237804" y="141446"/>
                  <a:pt x="2236661" y="146114"/>
                </a:cubicBezTo>
                <a:cubicBezTo>
                  <a:pt x="2235518" y="150876"/>
                  <a:pt x="2238470" y="155543"/>
                  <a:pt x="2243138" y="156686"/>
                </a:cubicBezTo>
                <a:cubicBezTo>
                  <a:pt x="2243138" y="156686"/>
                  <a:pt x="2243138" y="156686"/>
                  <a:pt x="2243138" y="156686"/>
                </a:cubicBezTo>
                <a:lnTo>
                  <a:pt x="2243138" y="249936"/>
                </a:lnTo>
                <a:lnTo>
                  <a:pt x="2219325" y="279178"/>
                </a:lnTo>
                <a:lnTo>
                  <a:pt x="2219325" y="355378"/>
                </a:lnTo>
                <a:cubicBezTo>
                  <a:pt x="2219325" y="355378"/>
                  <a:pt x="2241423" y="379476"/>
                  <a:pt x="2241423" y="379476"/>
                </a:cubicBezTo>
                <a:lnTo>
                  <a:pt x="2399157" y="377857"/>
                </a:lnTo>
                <a:lnTo>
                  <a:pt x="2399157" y="396907"/>
                </a:lnTo>
                <a:cubicBezTo>
                  <a:pt x="2399157" y="400145"/>
                  <a:pt x="2401824" y="402812"/>
                  <a:pt x="2405063" y="402812"/>
                </a:cubicBezTo>
                <a:lnTo>
                  <a:pt x="2549938" y="402812"/>
                </a:lnTo>
                <a:cubicBezTo>
                  <a:pt x="2553557" y="402812"/>
                  <a:pt x="2556605" y="399860"/>
                  <a:pt x="2556605" y="396145"/>
                </a:cubicBezTo>
                <a:lnTo>
                  <a:pt x="2556605" y="391478"/>
                </a:lnTo>
                <a:lnTo>
                  <a:pt x="2571941" y="398526"/>
                </a:lnTo>
                <a:lnTo>
                  <a:pt x="2571941" y="424148"/>
                </a:lnTo>
                <a:lnTo>
                  <a:pt x="2552986" y="434816"/>
                </a:lnTo>
                <a:close/>
                <a:moveTo>
                  <a:pt x="2966657" y="357950"/>
                </a:moveTo>
                <a:cubicBezTo>
                  <a:pt x="2970848" y="357950"/>
                  <a:pt x="2974181" y="361283"/>
                  <a:pt x="2974181" y="365474"/>
                </a:cubicBezTo>
                <a:cubicBezTo>
                  <a:pt x="2974181" y="369665"/>
                  <a:pt x="2970848" y="372999"/>
                  <a:pt x="2966657" y="372999"/>
                </a:cubicBezTo>
                <a:cubicBezTo>
                  <a:pt x="2962466" y="372999"/>
                  <a:pt x="2959132" y="369665"/>
                  <a:pt x="2959132" y="365474"/>
                </a:cubicBezTo>
                <a:cubicBezTo>
                  <a:pt x="2959132" y="361283"/>
                  <a:pt x="2962466" y="357950"/>
                  <a:pt x="2966657" y="357950"/>
                </a:cubicBezTo>
                <a:close/>
                <a:moveTo>
                  <a:pt x="2381060" y="218504"/>
                </a:moveTo>
                <a:cubicBezTo>
                  <a:pt x="2382107" y="216694"/>
                  <a:pt x="2383822" y="215456"/>
                  <a:pt x="2385917" y="214979"/>
                </a:cubicBezTo>
                <a:cubicBezTo>
                  <a:pt x="2386489" y="214789"/>
                  <a:pt x="2387156" y="214789"/>
                  <a:pt x="2387727" y="214789"/>
                </a:cubicBezTo>
                <a:cubicBezTo>
                  <a:pt x="2389156" y="214789"/>
                  <a:pt x="2390585" y="215170"/>
                  <a:pt x="2391823" y="215932"/>
                </a:cubicBezTo>
                <a:cubicBezTo>
                  <a:pt x="2393633" y="216980"/>
                  <a:pt x="2394871" y="218789"/>
                  <a:pt x="2395347" y="220790"/>
                </a:cubicBezTo>
                <a:cubicBezTo>
                  <a:pt x="2395823" y="222790"/>
                  <a:pt x="2395538" y="224885"/>
                  <a:pt x="2394395" y="226695"/>
                </a:cubicBezTo>
                <a:cubicBezTo>
                  <a:pt x="2393347" y="228505"/>
                  <a:pt x="2391632" y="229743"/>
                  <a:pt x="2389537" y="230219"/>
                </a:cubicBezTo>
                <a:cubicBezTo>
                  <a:pt x="2387537" y="230695"/>
                  <a:pt x="2385441" y="230410"/>
                  <a:pt x="2383631" y="229267"/>
                </a:cubicBezTo>
                <a:cubicBezTo>
                  <a:pt x="2381822" y="228219"/>
                  <a:pt x="2380583" y="226505"/>
                  <a:pt x="2380107" y="224409"/>
                </a:cubicBezTo>
                <a:cubicBezTo>
                  <a:pt x="2379631" y="222409"/>
                  <a:pt x="2379917" y="220313"/>
                  <a:pt x="2381060" y="218504"/>
                </a:cubicBezTo>
                <a:close/>
                <a:moveTo>
                  <a:pt x="2448878" y="398050"/>
                </a:moveTo>
                <a:lnTo>
                  <a:pt x="2405253" y="398050"/>
                </a:lnTo>
                <a:cubicBezTo>
                  <a:pt x="2404586" y="398050"/>
                  <a:pt x="2404110" y="397478"/>
                  <a:pt x="2404110" y="396907"/>
                </a:cubicBezTo>
                <a:lnTo>
                  <a:pt x="2404110" y="354711"/>
                </a:lnTo>
                <a:cubicBezTo>
                  <a:pt x="2404110" y="353663"/>
                  <a:pt x="2404967" y="352806"/>
                  <a:pt x="2406015" y="352806"/>
                </a:cubicBezTo>
                <a:lnTo>
                  <a:pt x="2448973" y="352806"/>
                </a:lnTo>
                <a:lnTo>
                  <a:pt x="2448973" y="398050"/>
                </a:lnTo>
                <a:close/>
                <a:moveTo>
                  <a:pt x="2500694" y="398050"/>
                </a:moveTo>
                <a:lnTo>
                  <a:pt x="2453640" y="398050"/>
                </a:lnTo>
                <a:lnTo>
                  <a:pt x="2453640" y="352806"/>
                </a:lnTo>
                <a:lnTo>
                  <a:pt x="2500694" y="352806"/>
                </a:lnTo>
                <a:lnTo>
                  <a:pt x="2500694" y="398050"/>
                </a:lnTo>
                <a:close/>
                <a:moveTo>
                  <a:pt x="2551938" y="362807"/>
                </a:moveTo>
                <a:lnTo>
                  <a:pt x="2551652" y="363093"/>
                </a:lnTo>
                <a:lnTo>
                  <a:pt x="2551938" y="363379"/>
                </a:lnTo>
                <a:lnTo>
                  <a:pt x="2551938" y="387477"/>
                </a:lnTo>
                <a:lnTo>
                  <a:pt x="2551271" y="389001"/>
                </a:lnTo>
                <a:lnTo>
                  <a:pt x="2551938" y="389287"/>
                </a:lnTo>
                <a:lnTo>
                  <a:pt x="2551938" y="396145"/>
                </a:lnTo>
                <a:cubicBezTo>
                  <a:pt x="2551938" y="397193"/>
                  <a:pt x="2551081" y="398050"/>
                  <a:pt x="2550033" y="398050"/>
                </a:cubicBezTo>
                <a:lnTo>
                  <a:pt x="2505361" y="398050"/>
                </a:lnTo>
                <a:lnTo>
                  <a:pt x="2505361" y="352806"/>
                </a:lnTo>
                <a:lnTo>
                  <a:pt x="2550033" y="352806"/>
                </a:lnTo>
                <a:cubicBezTo>
                  <a:pt x="2551081" y="352806"/>
                  <a:pt x="2551938" y="353663"/>
                  <a:pt x="2551938" y="354711"/>
                </a:cubicBezTo>
                <a:lnTo>
                  <a:pt x="2551938" y="362807"/>
                </a:lnTo>
                <a:close/>
                <a:moveTo>
                  <a:pt x="306134" y="2236470"/>
                </a:moveTo>
                <a:lnTo>
                  <a:pt x="313373" y="2229422"/>
                </a:lnTo>
                <a:lnTo>
                  <a:pt x="316706" y="2232851"/>
                </a:lnTo>
                <a:lnTo>
                  <a:pt x="309467" y="2239899"/>
                </a:lnTo>
                <a:lnTo>
                  <a:pt x="306134" y="2236470"/>
                </a:lnTo>
                <a:close/>
                <a:moveTo>
                  <a:pt x="1218152" y="3925919"/>
                </a:moveTo>
                <a:lnTo>
                  <a:pt x="1225296" y="3925919"/>
                </a:lnTo>
                <a:lnTo>
                  <a:pt x="1225296" y="3935635"/>
                </a:lnTo>
                <a:lnTo>
                  <a:pt x="1218152" y="3935635"/>
                </a:lnTo>
                <a:lnTo>
                  <a:pt x="1218152" y="3925919"/>
                </a:lnTo>
                <a:close/>
                <a:moveTo>
                  <a:pt x="1225296" y="3916109"/>
                </a:moveTo>
                <a:lnTo>
                  <a:pt x="1218152" y="3916109"/>
                </a:lnTo>
                <a:lnTo>
                  <a:pt x="1218152" y="3906584"/>
                </a:lnTo>
                <a:cubicBezTo>
                  <a:pt x="1218152" y="3904584"/>
                  <a:pt x="1219772" y="3902964"/>
                  <a:pt x="1221772" y="3902964"/>
                </a:cubicBezTo>
                <a:lnTo>
                  <a:pt x="1231297" y="3902964"/>
                </a:lnTo>
                <a:lnTo>
                  <a:pt x="1231297" y="3910108"/>
                </a:lnTo>
                <a:lnTo>
                  <a:pt x="1225391" y="3910108"/>
                </a:lnTo>
                <a:lnTo>
                  <a:pt x="1225391" y="3916013"/>
                </a:lnTo>
                <a:close/>
                <a:moveTo>
                  <a:pt x="2415635" y="392430"/>
                </a:moveTo>
                <a:lnTo>
                  <a:pt x="2436305" y="392430"/>
                </a:lnTo>
                <a:cubicBezTo>
                  <a:pt x="2439924" y="392430"/>
                  <a:pt x="2442972" y="389477"/>
                  <a:pt x="2442972" y="385763"/>
                </a:cubicBezTo>
                <a:lnTo>
                  <a:pt x="2442972" y="365093"/>
                </a:lnTo>
                <a:cubicBezTo>
                  <a:pt x="2442972" y="361474"/>
                  <a:pt x="2440019" y="358426"/>
                  <a:pt x="2436305" y="358426"/>
                </a:cubicBezTo>
                <a:lnTo>
                  <a:pt x="2415635" y="358426"/>
                </a:lnTo>
                <a:cubicBezTo>
                  <a:pt x="2412016" y="358426"/>
                  <a:pt x="2408968" y="361379"/>
                  <a:pt x="2408968" y="365093"/>
                </a:cubicBezTo>
                <a:lnTo>
                  <a:pt x="2408968" y="385763"/>
                </a:lnTo>
                <a:cubicBezTo>
                  <a:pt x="2408968" y="389382"/>
                  <a:pt x="2411921" y="392430"/>
                  <a:pt x="2415635" y="392430"/>
                </a:cubicBezTo>
                <a:close/>
                <a:moveTo>
                  <a:pt x="2413826" y="365093"/>
                </a:moveTo>
                <a:cubicBezTo>
                  <a:pt x="2413826" y="364046"/>
                  <a:pt x="2414683" y="363188"/>
                  <a:pt x="2415731" y="363188"/>
                </a:cubicBezTo>
                <a:lnTo>
                  <a:pt x="2436400" y="363188"/>
                </a:lnTo>
                <a:cubicBezTo>
                  <a:pt x="2437448" y="363188"/>
                  <a:pt x="2438305" y="364046"/>
                  <a:pt x="2438305" y="365093"/>
                </a:cubicBezTo>
                <a:lnTo>
                  <a:pt x="2438305" y="385763"/>
                </a:lnTo>
                <a:cubicBezTo>
                  <a:pt x="2438305" y="386810"/>
                  <a:pt x="2437448" y="387668"/>
                  <a:pt x="2436400" y="387668"/>
                </a:cubicBezTo>
                <a:lnTo>
                  <a:pt x="2415731" y="387668"/>
                </a:lnTo>
                <a:cubicBezTo>
                  <a:pt x="2414683" y="387668"/>
                  <a:pt x="2413826" y="386810"/>
                  <a:pt x="2413826" y="385763"/>
                </a:cubicBezTo>
                <a:lnTo>
                  <a:pt x="2413826" y="365093"/>
                </a:lnTo>
                <a:close/>
                <a:moveTo>
                  <a:pt x="2466880" y="392430"/>
                </a:moveTo>
                <a:lnTo>
                  <a:pt x="2487549" y="392430"/>
                </a:lnTo>
                <a:cubicBezTo>
                  <a:pt x="2491169" y="392430"/>
                  <a:pt x="2494217" y="389477"/>
                  <a:pt x="2494217" y="385763"/>
                </a:cubicBezTo>
                <a:lnTo>
                  <a:pt x="2494217" y="365093"/>
                </a:lnTo>
                <a:cubicBezTo>
                  <a:pt x="2494217" y="361474"/>
                  <a:pt x="2491264" y="358426"/>
                  <a:pt x="2487549" y="358426"/>
                </a:cubicBezTo>
                <a:lnTo>
                  <a:pt x="2466880" y="358426"/>
                </a:lnTo>
                <a:cubicBezTo>
                  <a:pt x="2463260" y="358426"/>
                  <a:pt x="2460212" y="361379"/>
                  <a:pt x="2460212" y="365093"/>
                </a:cubicBezTo>
                <a:lnTo>
                  <a:pt x="2460212" y="385763"/>
                </a:lnTo>
                <a:cubicBezTo>
                  <a:pt x="2460212" y="389382"/>
                  <a:pt x="2463165" y="392430"/>
                  <a:pt x="2466880" y="392430"/>
                </a:cubicBezTo>
                <a:close/>
                <a:moveTo>
                  <a:pt x="2464975" y="365093"/>
                </a:moveTo>
                <a:cubicBezTo>
                  <a:pt x="2464975" y="364046"/>
                  <a:pt x="2465832" y="363188"/>
                  <a:pt x="2466880" y="363188"/>
                </a:cubicBezTo>
                <a:lnTo>
                  <a:pt x="2487549" y="363188"/>
                </a:lnTo>
                <a:cubicBezTo>
                  <a:pt x="2488597" y="363188"/>
                  <a:pt x="2489454" y="364046"/>
                  <a:pt x="2489454" y="365093"/>
                </a:cubicBezTo>
                <a:lnTo>
                  <a:pt x="2489454" y="385763"/>
                </a:lnTo>
                <a:cubicBezTo>
                  <a:pt x="2489454" y="386810"/>
                  <a:pt x="2488597" y="387668"/>
                  <a:pt x="2487549" y="387668"/>
                </a:cubicBezTo>
                <a:lnTo>
                  <a:pt x="2466880" y="387668"/>
                </a:lnTo>
                <a:cubicBezTo>
                  <a:pt x="2465832" y="387668"/>
                  <a:pt x="2464975" y="386810"/>
                  <a:pt x="2464975" y="385763"/>
                </a:cubicBezTo>
                <a:lnTo>
                  <a:pt x="2464975" y="365093"/>
                </a:lnTo>
                <a:close/>
                <a:moveTo>
                  <a:pt x="1332833" y="3897059"/>
                </a:moveTo>
                <a:lnTo>
                  <a:pt x="1339977" y="3897059"/>
                </a:lnTo>
                <a:lnTo>
                  <a:pt x="1339977" y="3906584"/>
                </a:lnTo>
                <a:cubicBezTo>
                  <a:pt x="1339977" y="3908584"/>
                  <a:pt x="1338358" y="3910108"/>
                  <a:pt x="1336453" y="3910203"/>
                </a:cubicBezTo>
                <a:lnTo>
                  <a:pt x="1326928" y="3910203"/>
                </a:lnTo>
                <a:cubicBezTo>
                  <a:pt x="1326928" y="3910203"/>
                  <a:pt x="1326928" y="3903059"/>
                  <a:pt x="1326928" y="3903059"/>
                </a:cubicBezTo>
                <a:lnTo>
                  <a:pt x="1332928" y="3903059"/>
                </a:lnTo>
                <a:lnTo>
                  <a:pt x="1332928" y="3897059"/>
                </a:lnTo>
                <a:close/>
                <a:moveTo>
                  <a:pt x="1232916" y="3903059"/>
                </a:moveTo>
                <a:lnTo>
                  <a:pt x="1232916" y="3910203"/>
                </a:lnTo>
                <a:lnTo>
                  <a:pt x="1232059" y="3903059"/>
                </a:lnTo>
                <a:lnTo>
                  <a:pt x="1232916" y="3903059"/>
                </a:lnTo>
                <a:close/>
                <a:moveTo>
                  <a:pt x="2372011" y="4263771"/>
                </a:moveTo>
                <a:cubicBezTo>
                  <a:pt x="2376869" y="4263771"/>
                  <a:pt x="2380869" y="4259771"/>
                  <a:pt x="2380869" y="4254913"/>
                </a:cubicBezTo>
                <a:cubicBezTo>
                  <a:pt x="2380869" y="4250055"/>
                  <a:pt x="2376869" y="4246055"/>
                  <a:pt x="2372011" y="4246055"/>
                </a:cubicBezTo>
                <a:cubicBezTo>
                  <a:pt x="2367915" y="4246055"/>
                  <a:pt x="2364677" y="4248817"/>
                  <a:pt x="2363629" y="4252532"/>
                </a:cubicBezTo>
                <a:lnTo>
                  <a:pt x="2308193" y="4252532"/>
                </a:lnTo>
                <a:lnTo>
                  <a:pt x="2289715" y="4226719"/>
                </a:lnTo>
                <a:lnTo>
                  <a:pt x="2289143" y="4162139"/>
                </a:lnTo>
                <a:lnTo>
                  <a:pt x="2309622" y="4142804"/>
                </a:lnTo>
                <a:cubicBezTo>
                  <a:pt x="2311337" y="4143947"/>
                  <a:pt x="2313337" y="4144804"/>
                  <a:pt x="2315623" y="4144804"/>
                </a:cubicBezTo>
                <a:cubicBezTo>
                  <a:pt x="2321814" y="4144804"/>
                  <a:pt x="2326862" y="4139755"/>
                  <a:pt x="2326862" y="4133564"/>
                </a:cubicBezTo>
                <a:cubicBezTo>
                  <a:pt x="2326862" y="4127373"/>
                  <a:pt x="2321814" y="4122325"/>
                  <a:pt x="2315623" y="4122325"/>
                </a:cubicBezTo>
                <a:cubicBezTo>
                  <a:pt x="2309432" y="4122325"/>
                  <a:pt x="2304383" y="4127373"/>
                  <a:pt x="2304383" y="4133564"/>
                </a:cubicBezTo>
                <a:cubicBezTo>
                  <a:pt x="2304383" y="4135755"/>
                  <a:pt x="2305145" y="4137755"/>
                  <a:pt x="2306288" y="4139470"/>
                </a:cubicBezTo>
                <a:lnTo>
                  <a:pt x="2284381" y="4160139"/>
                </a:lnTo>
                <a:lnTo>
                  <a:pt x="2284952" y="4228338"/>
                </a:lnTo>
                <a:lnTo>
                  <a:pt x="2305717" y="4257389"/>
                </a:lnTo>
                <a:lnTo>
                  <a:pt x="2363534" y="4257389"/>
                </a:lnTo>
                <a:cubicBezTo>
                  <a:pt x="2364581" y="4261104"/>
                  <a:pt x="2367915" y="4263867"/>
                  <a:pt x="2371916" y="4263867"/>
                </a:cubicBezTo>
                <a:close/>
                <a:moveTo>
                  <a:pt x="2315623" y="4126992"/>
                </a:moveTo>
                <a:cubicBezTo>
                  <a:pt x="2319242" y="4126992"/>
                  <a:pt x="2322100" y="4129945"/>
                  <a:pt x="2322100" y="4133469"/>
                </a:cubicBezTo>
                <a:cubicBezTo>
                  <a:pt x="2322100" y="4136993"/>
                  <a:pt x="2319147" y="4139946"/>
                  <a:pt x="2315623" y="4139946"/>
                </a:cubicBezTo>
                <a:cubicBezTo>
                  <a:pt x="2312099" y="4139946"/>
                  <a:pt x="2309146" y="4136993"/>
                  <a:pt x="2309146" y="4133469"/>
                </a:cubicBezTo>
                <a:cubicBezTo>
                  <a:pt x="2309146" y="4129945"/>
                  <a:pt x="2312099" y="4126992"/>
                  <a:pt x="2315623" y="4126992"/>
                </a:cubicBezTo>
                <a:close/>
                <a:moveTo>
                  <a:pt x="335661" y="2080260"/>
                </a:moveTo>
                <a:lnTo>
                  <a:pt x="342805" y="2080260"/>
                </a:lnTo>
                <a:lnTo>
                  <a:pt x="342805" y="2085023"/>
                </a:lnTo>
                <a:lnTo>
                  <a:pt x="335661" y="2085023"/>
                </a:lnTo>
                <a:lnTo>
                  <a:pt x="335661" y="2080260"/>
                </a:lnTo>
                <a:close/>
                <a:moveTo>
                  <a:pt x="1739551" y="2479072"/>
                </a:moveTo>
                <a:cubicBezTo>
                  <a:pt x="1744313" y="2479072"/>
                  <a:pt x="1748219" y="2475167"/>
                  <a:pt x="1748219" y="2470404"/>
                </a:cubicBezTo>
                <a:lnTo>
                  <a:pt x="1748219" y="2457164"/>
                </a:lnTo>
                <a:cubicBezTo>
                  <a:pt x="1748219" y="2452402"/>
                  <a:pt x="1744313" y="2448497"/>
                  <a:pt x="1739551" y="2448497"/>
                </a:cubicBezTo>
                <a:lnTo>
                  <a:pt x="1726311" y="2448497"/>
                </a:lnTo>
                <a:cubicBezTo>
                  <a:pt x="1721549" y="2448497"/>
                  <a:pt x="1717643" y="2452402"/>
                  <a:pt x="1717643" y="2457164"/>
                </a:cubicBezTo>
                <a:lnTo>
                  <a:pt x="1717643" y="2461451"/>
                </a:lnTo>
                <a:lnTo>
                  <a:pt x="1585722" y="2461451"/>
                </a:lnTo>
                <a:lnTo>
                  <a:pt x="1566577" y="2483644"/>
                </a:lnTo>
                <a:lnTo>
                  <a:pt x="1487900" y="2483644"/>
                </a:lnTo>
                <a:cubicBezTo>
                  <a:pt x="1487710" y="2482596"/>
                  <a:pt x="1487424" y="2481453"/>
                  <a:pt x="1487043" y="2480405"/>
                </a:cubicBezTo>
                <a:cubicBezTo>
                  <a:pt x="1483900" y="2472976"/>
                  <a:pt x="1475423" y="2469547"/>
                  <a:pt x="1467993" y="2472595"/>
                </a:cubicBezTo>
                <a:cubicBezTo>
                  <a:pt x="1460564" y="2475738"/>
                  <a:pt x="1457135" y="2484215"/>
                  <a:pt x="1460182" y="2491645"/>
                </a:cubicBezTo>
                <a:cubicBezTo>
                  <a:pt x="1462183" y="2496407"/>
                  <a:pt x="1466469" y="2499360"/>
                  <a:pt x="1471232" y="2500217"/>
                </a:cubicBezTo>
                <a:lnTo>
                  <a:pt x="1471232" y="2532602"/>
                </a:lnTo>
                <a:cubicBezTo>
                  <a:pt x="1471232" y="2532602"/>
                  <a:pt x="1511522" y="2576798"/>
                  <a:pt x="1511522" y="2576798"/>
                </a:cubicBezTo>
                <a:lnTo>
                  <a:pt x="1511522" y="2708243"/>
                </a:lnTo>
                <a:cubicBezTo>
                  <a:pt x="1511522" y="2708243"/>
                  <a:pt x="1458373" y="2772632"/>
                  <a:pt x="1458373" y="2772632"/>
                </a:cubicBezTo>
                <a:lnTo>
                  <a:pt x="1457801" y="2773299"/>
                </a:lnTo>
                <a:lnTo>
                  <a:pt x="1457801" y="2804636"/>
                </a:lnTo>
                <a:cubicBezTo>
                  <a:pt x="1453991" y="2805684"/>
                  <a:pt x="1451134" y="2808923"/>
                  <a:pt x="1450753" y="2812923"/>
                </a:cubicBezTo>
                <a:cubicBezTo>
                  <a:pt x="1450181" y="2818257"/>
                  <a:pt x="1454087" y="2823115"/>
                  <a:pt x="1459421" y="2823686"/>
                </a:cubicBezTo>
                <a:cubicBezTo>
                  <a:pt x="1459802" y="2823686"/>
                  <a:pt x="1460087" y="2823686"/>
                  <a:pt x="1460468" y="2823686"/>
                </a:cubicBezTo>
                <a:cubicBezTo>
                  <a:pt x="1462659" y="2823686"/>
                  <a:pt x="1464850" y="2822924"/>
                  <a:pt x="1466564" y="2821496"/>
                </a:cubicBezTo>
                <a:cubicBezTo>
                  <a:pt x="1468565" y="2819876"/>
                  <a:pt x="1469898" y="2817495"/>
                  <a:pt x="1470184" y="2814923"/>
                </a:cubicBezTo>
                <a:cubicBezTo>
                  <a:pt x="1470470" y="2812352"/>
                  <a:pt x="1469707" y="2809780"/>
                  <a:pt x="1468088" y="2807780"/>
                </a:cubicBezTo>
                <a:cubicBezTo>
                  <a:pt x="1466660" y="2806065"/>
                  <a:pt x="1464659" y="2805017"/>
                  <a:pt x="1462469" y="2804541"/>
                </a:cubicBezTo>
                <a:lnTo>
                  <a:pt x="1462469" y="2775013"/>
                </a:lnTo>
                <a:cubicBezTo>
                  <a:pt x="1462469" y="2775013"/>
                  <a:pt x="1516380" y="2709958"/>
                  <a:pt x="1516380" y="2709958"/>
                </a:cubicBezTo>
                <a:lnTo>
                  <a:pt x="1516380" y="2574893"/>
                </a:lnTo>
                <a:cubicBezTo>
                  <a:pt x="1516380" y="2574893"/>
                  <a:pt x="1475899" y="2530697"/>
                  <a:pt x="1475899" y="2530697"/>
                </a:cubicBezTo>
                <a:lnTo>
                  <a:pt x="1475899" y="2500313"/>
                </a:lnTo>
                <a:cubicBezTo>
                  <a:pt x="1477042" y="2500122"/>
                  <a:pt x="1478090" y="2499836"/>
                  <a:pt x="1479232" y="2499455"/>
                </a:cubicBezTo>
                <a:cubicBezTo>
                  <a:pt x="1483995" y="2497455"/>
                  <a:pt x="1487138" y="2493169"/>
                  <a:pt x="1487900" y="2488406"/>
                </a:cubicBezTo>
                <a:lnTo>
                  <a:pt x="1568768" y="2488406"/>
                </a:lnTo>
                <a:lnTo>
                  <a:pt x="1587913" y="2466213"/>
                </a:lnTo>
                <a:lnTo>
                  <a:pt x="1717739" y="2466213"/>
                </a:lnTo>
                <a:lnTo>
                  <a:pt x="1717739" y="2470499"/>
                </a:lnTo>
                <a:cubicBezTo>
                  <a:pt x="1717739" y="2475262"/>
                  <a:pt x="1721644" y="2479167"/>
                  <a:pt x="1726406" y="2479167"/>
                </a:cubicBezTo>
                <a:lnTo>
                  <a:pt x="1739646" y="2479167"/>
                </a:lnTo>
                <a:close/>
                <a:moveTo>
                  <a:pt x="1464278" y="2810732"/>
                </a:moveTo>
                <a:cubicBezTo>
                  <a:pt x="1465136" y="2811780"/>
                  <a:pt x="1465517" y="2813113"/>
                  <a:pt x="1465326" y="2814447"/>
                </a:cubicBezTo>
                <a:cubicBezTo>
                  <a:pt x="1465136" y="2815780"/>
                  <a:pt x="1464564" y="2816924"/>
                  <a:pt x="1463516" y="2817781"/>
                </a:cubicBezTo>
                <a:cubicBezTo>
                  <a:pt x="1462469" y="2818638"/>
                  <a:pt x="1461135" y="2819019"/>
                  <a:pt x="1459897" y="2818829"/>
                </a:cubicBezTo>
                <a:cubicBezTo>
                  <a:pt x="1457135" y="2818543"/>
                  <a:pt x="1455134" y="2816067"/>
                  <a:pt x="1455420" y="2813304"/>
                </a:cubicBezTo>
                <a:cubicBezTo>
                  <a:pt x="1455706" y="2810732"/>
                  <a:pt x="1457897" y="2808827"/>
                  <a:pt x="1460373" y="2808827"/>
                </a:cubicBezTo>
                <a:cubicBezTo>
                  <a:pt x="1460564" y="2808827"/>
                  <a:pt x="1460754" y="2808827"/>
                  <a:pt x="1460945" y="2808827"/>
                </a:cubicBezTo>
                <a:cubicBezTo>
                  <a:pt x="1462278" y="2808923"/>
                  <a:pt x="1463516" y="2809589"/>
                  <a:pt x="1464278" y="2810637"/>
                </a:cubicBezTo>
                <a:close/>
                <a:moveTo>
                  <a:pt x="1477232" y="2494979"/>
                </a:moveTo>
                <a:cubicBezTo>
                  <a:pt x="1472279" y="2497074"/>
                  <a:pt x="1466469" y="2494693"/>
                  <a:pt x="1464374" y="2489740"/>
                </a:cubicBezTo>
                <a:cubicBezTo>
                  <a:pt x="1462278" y="2484787"/>
                  <a:pt x="1464659" y="2478977"/>
                  <a:pt x="1469612" y="2476881"/>
                </a:cubicBezTo>
                <a:cubicBezTo>
                  <a:pt x="1470851" y="2476405"/>
                  <a:pt x="1472089" y="2476119"/>
                  <a:pt x="1473422" y="2476119"/>
                </a:cubicBezTo>
                <a:cubicBezTo>
                  <a:pt x="1477232" y="2476119"/>
                  <a:pt x="1480852" y="2478405"/>
                  <a:pt x="1482471" y="2482120"/>
                </a:cubicBezTo>
                <a:cubicBezTo>
                  <a:pt x="1484567" y="2487073"/>
                  <a:pt x="1482185" y="2492883"/>
                  <a:pt x="1477232" y="2494979"/>
                </a:cubicBezTo>
                <a:close/>
                <a:moveTo>
                  <a:pt x="1722406" y="2470404"/>
                </a:moveTo>
                <a:lnTo>
                  <a:pt x="1722406" y="2457164"/>
                </a:lnTo>
                <a:cubicBezTo>
                  <a:pt x="1722406" y="2455069"/>
                  <a:pt x="1724120" y="2453259"/>
                  <a:pt x="1726311" y="2453259"/>
                </a:cubicBezTo>
                <a:lnTo>
                  <a:pt x="1739551" y="2453259"/>
                </a:lnTo>
                <a:cubicBezTo>
                  <a:pt x="1741646" y="2453259"/>
                  <a:pt x="1743456" y="2454974"/>
                  <a:pt x="1743456" y="2457164"/>
                </a:cubicBezTo>
                <a:lnTo>
                  <a:pt x="1743456" y="2470404"/>
                </a:lnTo>
                <a:cubicBezTo>
                  <a:pt x="1743456" y="2472500"/>
                  <a:pt x="1741742" y="2474309"/>
                  <a:pt x="1739551" y="2474309"/>
                </a:cubicBezTo>
                <a:lnTo>
                  <a:pt x="1726311" y="2474309"/>
                </a:lnTo>
                <a:cubicBezTo>
                  <a:pt x="1724216" y="2474309"/>
                  <a:pt x="1722406" y="2472595"/>
                  <a:pt x="1722406" y="2470404"/>
                </a:cubicBezTo>
                <a:close/>
                <a:moveTo>
                  <a:pt x="2219801" y="4288251"/>
                </a:moveTo>
                <a:cubicBezTo>
                  <a:pt x="2218849" y="4283488"/>
                  <a:pt x="2221897" y="4278916"/>
                  <a:pt x="2226659" y="4277963"/>
                </a:cubicBezTo>
                <a:cubicBezTo>
                  <a:pt x="2231422" y="4277011"/>
                  <a:pt x="2235994" y="4280059"/>
                  <a:pt x="2236946" y="4284821"/>
                </a:cubicBezTo>
                <a:cubicBezTo>
                  <a:pt x="2237899" y="4289584"/>
                  <a:pt x="2234851" y="4294156"/>
                  <a:pt x="2230088" y="4295109"/>
                </a:cubicBezTo>
                <a:cubicBezTo>
                  <a:pt x="2225326" y="4296061"/>
                  <a:pt x="2220754" y="4293013"/>
                  <a:pt x="2219801" y="4288251"/>
                </a:cubicBezTo>
                <a:close/>
                <a:moveTo>
                  <a:pt x="2205609" y="4292632"/>
                </a:moveTo>
                <a:cubicBezTo>
                  <a:pt x="2207228" y="4290155"/>
                  <a:pt x="2207800" y="4287203"/>
                  <a:pt x="2207228" y="4284250"/>
                </a:cubicBezTo>
                <a:cubicBezTo>
                  <a:pt x="2206657" y="4281297"/>
                  <a:pt x="2204942" y="4278821"/>
                  <a:pt x="2202466" y="4277202"/>
                </a:cubicBezTo>
                <a:cubicBezTo>
                  <a:pt x="2199989" y="4275582"/>
                  <a:pt x="2197037" y="4275011"/>
                  <a:pt x="2194084" y="4275582"/>
                </a:cubicBezTo>
                <a:cubicBezTo>
                  <a:pt x="2188083" y="4276820"/>
                  <a:pt x="2184178" y="4282726"/>
                  <a:pt x="2185321" y="4288727"/>
                </a:cubicBezTo>
                <a:cubicBezTo>
                  <a:pt x="2185892" y="4291679"/>
                  <a:pt x="2187607" y="4294156"/>
                  <a:pt x="2190083" y="4295775"/>
                </a:cubicBezTo>
                <a:cubicBezTo>
                  <a:pt x="2191893" y="4297013"/>
                  <a:pt x="2194084" y="4297680"/>
                  <a:pt x="2196275" y="4297680"/>
                </a:cubicBezTo>
                <a:cubicBezTo>
                  <a:pt x="2197037" y="4297680"/>
                  <a:pt x="2197799" y="4297680"/>
                  <a:pt x="2198561" y="4297490"/>
                </a:cubicBezTo>
                <a:cubicBezTo>
                  <a:pt x="2201513" y="4296918"/>
                  <a:pt x="2203990" y="4295204"/>
                  <a:pt x="2205609" y="4292727"/>
                </a:cubicBezTo>
                <a:close/>
                <a:moveTo>
                  <a:pt x="2201609" y="4289965"/>
                </a:moveTo>
                <a:cubicBezTo>
                  <a:pt x="2200656" y="4291394"/>
                  <a:pt x="2199227" y="4292346"/>
                  <a:pt x="2197608" y="4292632"/>
                </a:cubicBezTo>
                <a:cubicBezTo>
                  <a:pt x="2195989" y="4292918"/>
                  <a:pt x="2194274" y="4292632"/>
                  <a:pt x="2192846" y="4291679"/>
                </a:cubicBezTo>
                <a:cubicBezTo>
                  <a:pt x="2191417" y="4290727"/>
                  <a:pt x="2190464" y="4289298"/>
                  <a:pt x="2190179" y="4287679"/>
                </a:cubicBezTo>
                <a:cubicBezTo>
                  <a:pt x="2189512" y="4284250"/>
                  <a:pt x="2191703" y="4280916"/>
                  <a:pt x="2195132" y="4280249"/>
                </a:cubicBezTo>
                <a:cubicBezTo>
                  <a:pt x="2195513" y="4280249"/>
                  <a:pt x="2195989" y="4280154"/>
                  <a:pt x="2196370" y="4280154"/>
                </a:cubicBezTo>
                <a:cubicBezTo>
                  <a:pt x="2197608" y="4280154"/>
                  <a:pt x="2198751" y="4280535"/>
                  <a:pt x="2199799" y="4281202"/>
                </a:cubicBezTo>
                <a:cubicBezTo>
                  <a:pt x="2201228" y="4282154"/>
                  <a:pt x="2202180" y="4283583"/>
                  <a:pt x="2202466" y="4285203"/>
                </a:cubicBezTo>
                <a:cubicBezTo>
                  <a:pt x="2202847" y="4286822"/>
                  <a:pt x="2202466" y="4288536"/>
                  <a:pt x="2201513" y="4289965"/>
                </a:cubicBezTo>
                <a:close/>
                <a:moveTo>
                  <a:pt x="328327" y="2094167"/>
                </a:moveTo>
                <a:lnTo>
                  <a:pt x="338042" y="2085689"/>
                </a:lnTo>
                <a:cubicBezTo>
                  <a:pt x="339185" y="2084737"/>
                  <a:pt x="340900" y="2084832"/>
                  <a:pt x="341852" y="2085975"/>
                </a:cubicBezTo>
                <a:lnTo>
                  <a:pt x="350330" y="2095691"/>
                </a:lnTo>
                <a:cubicBezTo>
                  <a:pt x="351282" y="2096834"/>
                  <a:pt x="351187" y="2098548"/>
                  <a:pt x="350044" y="2099501"/>
                </a:cubicBezTo>
                <a:lnTo>
                  <a:pt x="340328" y="2107978"/>
                </a:lnTo>
                <a:cubicBezTo>
                  <a:pt x="339185" y="2108930"/>
                  <a:pt x="337471" y="2108835"/>
                  <a:pt x="336518" y="2107692"/>
                </a:cubicBezTo>
                <a:lnTo>
                  <a:pt x="328041" y="2097977"/>
                </a:lnTo>
                <a:cubicBezTo>
                  <a:pt x="327089" y="2096834"/>
                  <a:pt x="327184" y="2095119"/>
                  <a:pt x="328327" y="2094167"/>
                </a:cubicBezTo>
                <a:close/>
                <a:moveTo>
                  <a:pt x="1656017" y="3846005"/>
                </a:moveTo>
                <a:cubicBezTo>
                  <a:pt x="1656017" y="3846005"/>
                  <a:pt x="1656398" y="3846005"/>
                  <a:pt x="1656588" y="3846005"/>
                </a:cubicBezTo>
                <a:cubicBezTo>
                  <a:pt x="1663827" y="3846005"/>
                  <a:pt x="1669923" y="3840290"/>
                  <a:pt x="1670209" y="3832955"/>
                </a:cubicBezTo>
                <a:cubicBezTo>
                  <a:pt x="1670399" y="3829336"/>
                  <a:pt x="1669066" y="3825812"/>
                  <a:pt x="1666589" y="3823145"/>
                </a:cubicBezTo>
                <a:cubicBezTo>
                  <a:pt x="1664113" y="3820478"/>
                  <a:pt x="1660779" y="3818859"/>
                  <a:pt x="1657064" y="3818763"/>
                </a:cubicBezTo>
                <a:cubicBezTo>
                  <a:pt x="1649635" y="3818382"/>
                  <a:pt x="1643158" y="3824288"/>
                  <a:pt x="1642777" y="3831812"/>
                </a:cubicBezTo>
                <a:cubicBezTo>
                  <a:pt x="1642682" y="3834384"/>
                  <a:pt x="1643348" y="3836765"/>
                  <a:pt x="1644396" y="3838861"/>
                </a:cubicBezTo>
                <a:lnTo>
                  <a:pt x="1577340" y="3898202"/>
                </a:lnTo>
                <a:lnTo>
                  <a:pt x="1576483" y="3898963"/>
                </a:lnTo>
                <a:lnTo>
                  <a:pt x="1577626" y="3960209"/>
                </a:lnTo>
                <a:lnTo>
                  <a:pt x="1484186" y="4068699"/>
                </a:lnTo>
                <a:lnTo>
                  <a:pt x="1484186" y="4078224"/>
                </a:lnTo>
                <a:cubicBezTo>
                  <a:pt x="1483328" y="4078415"/>
                  <a:pt x="1482471" y="4078415"/>
                  <a:pt x="1481709" y="4078796"/>
                </a:cubicBezTo>
                <a:cubicBezTo>
                  <a:pt x="1475803" y="4081463"/>
                  <a:pt x="1473137" y="4088511"/>
                  <a:pt x="1475803" y="4094417"/>
                </a:cubicBezTo>
                <a:cubicBezTo>
                  <a:pt x="1477804" y="4098798"/>
                  <a:pt x="1482090" y="4101370"/>
                  <a:pt x="1486662" y="4101370"/>
                </a:cubicBezTo>
                <a:cubicBezTo>
                  <a:pt x="1488281" y="4101370"/>
                  <a:pt x="1489901" y="4100989"/>
                  <a:pt x="1491520" y="4100322"/>
                </a:cubicBezTo>
                <a:cubicBezTo>
                  <a:pt x="1494377" y="4098988"/>
                  <a:pt x="1496568" y="4096703"/>
                  <a:pt x="1497711" y="4093750"/>
                </a:cubicBezTo>
                <a:cubicBezTo>
                  <a:pt x="1498854" y="4090797"/>
                  <a:pt x="1498759" y="4087559"/>
                  <a:pt x="1497425" y="4084701"/>
                </a:cubicBezTo>
                <a:cubicBezTo>
                  <a:pt x="1496092" y="4081844"/>
                  <a:pt x="1493806" y="4079558"/>
                  <a:pt x="1490853" y="4078510"/>
                </a:cubicBezTo>
                <a:cubicBezTo>
                  <a:pt x="1490282" y="4078319"/>
                  <a:pt x="1489615" y="4078319"/>
                  <a:pt x="1489043" y="4078224"/>
                </a:cubicBezTo>
                <a:lnTo>
                  <a:pt x="1489043" y="4070509"/>
                </a:lnTo>
                <a:lnTo>
                  <a:pt x="1581912" y="3962686"/>
                </a:lnTo>
                <a:lnTo>
                  <a:pt x="1582484" y="3962019"/>
                </a:lnTo>
                <a:lnTo>
                  <a:pt x="1581341" y="3901154"/>
                </a:lnTo>
                <a:lnTo>
                  <a:pt x="1647349" y="3842766"/>
                </a:lnTo>
                <a:cubicBezTo>
                  <a:pt x="1649635" y="3844767"/>
                  <a:pt x="1652492" y="3846100"/>
                  <a:pt x="1655731" y="3846290"/>
                </a:cubicBezTo>
                <a:close/>
                <a:moveTo>
                  <a:pt x="1656588" y="3823430"/>
                </a:moveTo>
                <a:cubicBezTo>
                  <a:pt x="1656588" y="3823430"/>
                  <a:pt x="1656874" y="3823430"/>
                  <a:pt x="1656969" y="3823430"/>
                </a:cubicBezTo>
                <a:cubicBezTo>
                  <a:pt x="1659350" y="3823526"/>
                  <a:pt x="1661541" y="3824573"/>
                  <a:pt x="1663160" y="3826288"/>
                </a:cubicBezTo>
                <a:cubicBezTo>
                  <a:pt x="1664780" y="3828002"/>
                  <a:pt x="1665637" y="3830288"/>
                  <a:pt x="1665446" y="3832670"/>
                </a:cubicBezTo>
                <a:cubicBezTo>
                  <a:pt x="1665256" y="3837527"/>
                  <a:pt x="1660970" y="3841528"/>
                  <a:pt x="1656207" y="3841147"/>
                </a:cubicBezTo>
                <a:cubicBezTo>
                  <a:pt x="1653921" y="3841052"/>
                  <a:pt x="1652016" y="3840004"/>
                  <a:pt x="1650492" y="3838575"/>
                </a:cubicBezTo>
                <a:lnTo>
                  <a:pt x="1649730" y="3837623"/>
                </a:lnTo>
                <a:cubicBezTo>
                  <a:pt x="1648492" y="3836003"/>
                  <a:pt x="1647635" y="3834003"/>
                  <a:pt x="1647730" y="3831812"/>
                </a:cubicBezTo>
                <a:cubicBezTo>
                  <a:pt x="1647920" y="3827050"/>
                  <a:pt x="1651921" y="3823335"/>
                  <a:pt x="1656588" y="3823335"/>
                </a:cubicBezTo>
                <a:close/>
                <a:moveTo>
                  <a:pt x="1489424" y="4082796"/>
                </a:moveTo>
                <a:cubicBezTo>
                  <a:pt x="1491234" y="4083463"/>
                  <a:pt x="1492568" y="4084796"/>
                  <a:pt x="1493425" y="4086511"/>
                </a:cubicBezTo>
                <a:cubicBezTo>
                  <a:pt x="1494187" y="4088225"/>
                  <a:pt x="1494282" y="4090130"/>
                  <a:pt x="1493615" y="4091940"/>
                </a:cubicBezTo>
                <a:cubicBezTo>
                  <a:pt x="1492949" y="4093750"/>
                  <a:pt x="1491615" y="4095084"/>
                  <a:pt x="1489901" y="4095941"/>
                </a:cubicBezTo>
                <a:cubicBezTo>
                  <a:pt x="1486376" y="4097560"/>
                  <a:pt x="1482185" y="4095941"/>
                  <a:pt x="1480566" y="4092417"/>
                </a:cubicBezTo>
                <a:cubicBezTo>
                  <a:pt x="1478947" y="4088892"/>
                  <a:pt x="1480566" y="4084701"/>
                  <a:pt x="1484090" y="4083082"/>
                </a:cubicBezTo>
                <a:cubicBezTo>
                  <a:pt x="1485805" y="4082320"/>
                  <a:pt x="1487710" y="4082225"/>
                  <a:pt x="1489520" y="4082892"/>
                </a:cubicBezTo>
                <a:close/>
                <a:moveTo>
                  <a:pt x="1869853" y="4136422"/>
                </a:moveTo>
                <a:cubicBezTo>
                  <a:pt x="1869853" y="4128802"/>
                  <a:pt x="1876044" y="4122611"/>
                  <a:pt x="1883664" y="4122611"/>
                </a:cubicBezTo>
                <a:cubicBezTo>
                  <a:pt x="1891284" y="4122611"/>
                  <a:pt x="1897475" y="4128802"/>
                  <a:pt x="1897475" y="4136422"/>
                </a:cubicBezTo>
                <a:cubicBezTo>
                  <a:pt x="1897475" y="4144042"/>
                  <a:pt x="1891284" y="4150233"/>
                  <a:pt x="1883664" y="4150233"/>
                </a:cubicBezTo>
                <a:cubicBezTo>
                  <a:pt x="1876044" y="4150233"/>
                  <a:pt x="1869853" y="4144042"/>
                  <a:pt x="1869853" y="4136422"/>
                </a:cubicBezTo>
                <a:close/>
                <a:moveTo>
                  <a:pt x="2272951" y="4116419"/>
                </a:moveTo>
                <a:cubicBezTo>
                  <a:pt x="2265998" y="4116419"/>
                  <a:pt x="2260283" y="4110800"/>
                  <a:pt x="2260283" y="4103751"/>
                </a:cubicBezTo>
                <a:cubicBezTo>
                  <a:pt x="2260283" y="4096703"/>
                  <a:pt x="2265902" y="4091083"/>
                  <a:pt x="2272951" y="4091083"/>
                </a:cubicBezTo>
                <a:cubicBezTo>
                  <a:pt x="2279999" y="4091083"/>
                  <a:pt x="2285619" y="4096703"/>
                  <a:pt x="2285619" y="4103751"/>
                </a:cubicBezTo>
                <a:cubicBezTo>
                  <a:pt x="2285619" y="4110800"/>
                  <a:pt x="2279999" y="4116419"/>
                  <a:pt x="2272951" y="4116419"/>
                </a:cubicBezTo>
                <a:close/>
                <a:moveTo>
                  <a:pt x="1303782" y="1045559"/>
                </a:moveTo>
                <a:cubicBezTo>
                  <a:pt x="1305878" y="1045559"/>
                  <a:pt x="1307592" y="1043845"/>
                  <a:pt x="1307592" y="1041749"/>
                </a:cubicBezTo>
                <a:lnTo>
                  <a:pt x="1307592" y="1032796"/>
                </a:lnTo>
                <a:cubicBezTo>
                  <a:pt x="1307592" y="1030700"/>
                  <a:pt x="1305878" y="1028986"/>
                  <a:pt x="1303782" y="1028986"/>
                </a:cubicBezTo>
                <a:lnTo>
                  <a:pt x="1293400" y="1028986"/>
                </a:lnTo>
                <a:cubicBezTo>
                  <a:pt x="1293400" y="1028986"/>
                  <a:pt x="1293400" y="1020127"/>
                  <a:pt x="1293400" y="1020127"/>
                </a:cubicBezTo>
                <a:lnTo>
                  <a:pt x="1183386" y="892874"/>
                </a:lnTo>
                <a:lnTo>
                  <a:pt x="1184053" y="811149"/>
                </a:lnTo>
                <a:lnTo>
                  <a:pt x="1129189" y="758762"/>
                </a:lnTo>
                <a:cubicBezTo>
                  <a:pt x="1129284" y="757714"/>
                  <a:pt x="1129475" y="756571"/>
                  <a:pt x="1129475" y="755523"/>
                </a:cubicBezTo>
                <a:cubicBezTo>
                  <a:pt x="1129475" y="736473"/>
                  <a:pt x="1113949" y="720852"/>
                  <a:pt x="1094804" y="720852"/>
                </a:cubicBezTo>
                <a:lnTo>
                  <a:pt x="935641" y="720852"/>
                </a:lnTo>
                <a:cubicBezTo>
                  <a:pt x="916972" y="720852"/>
                  <a:pt x="901827" y="735711"/>
                  <a:pt x="901160" y="754285"/>
                </a:cubicBezTo>
                <a:lnTo>
                  <a:pt x="880586" y="754285"/>
                </a:lnTo>
                <a:lnTo>
                  <a:pt x="880586" y="750475"/>
                </a:lnTo>
                <a:cubicBezTo>
                  <a:pt x="880586" y="746665"/>
                  <a:pt x="877443" y="743522"/>
                  <a:pt x="873633" y="743522"/>
                </a:cubicBezTo>
                <a:lnTo>
                  <a:pt x="852869" y="743522"/>
                </a:lnTo>
                <a:cubicBezTo>
                  <a:pt x="849059" y="743522"/>
                  <a:pt x="845915" y="746665"/>
                  <a:pt x="845915" y="750475"/>
                </a:cubicBezTo>
                <a:lnTo>
                  <a:pt x="845915" y="755333"/>
                </a:lnTo>
                <a:lnTo>
                  <a:pt x="821912" y="755047"/>
                </a:lnTo>
                <a:lnTo>
                  <a:pt x="779050" y="717137"/>
                </a:lnTo>
                <a:lnTo>
                  <a:pt x="718852" y="717137"/>
                </a:lnTo>
                <a:cubicBezTo>
                  <a:pt x="717804" y="712946"/>
                  <a:pt x="714089" y="709803"/>
                  <a:pt x="709613" y="709803"/>
                </a:cubicBezTo>
                <a:cubicBezTo>
                  <a:pt x="704183" y="709803"/>
                  <a:pt x="699802" y="714185"/>
                  <a:pt x="699802" y="719519"/>
                </a:cubicBezTo>
                <a:cubicBezTo>
                  <a:pt x="699802" y="724852"/>
                  <a:pt x="704183" y="729329"/>
                  <a:pt x="709613" y="729329"/>
                </a:cubicBezTo>
                <a:cubicBezTo>
                  <a:pt x="714185" y="729329"/>
                  <a:pt x="717804" y="726186"/>
                  <a:pt x="718852" y="721900"/>
                </a:cubicBezTo>
                <a:lnTo>
                  <a:pt x="777240" y="721900"/>
                </a:lnTo>
                <a:lnTo>
                  <a:pt x="820102" y="759809"/>
                </a:lnTo>
                <a:lnTo>
                  <a:pt x="845915" y="760095"/>
                </a:lnTo>
                <a:lnTo>
                  <a:pt x="845915" y="760476"/>
                </a:lnTo>
                <a:cubicBezTo>
                  <a:pt x="845915" y="764286"/>
                  <a:pt x="849059" y="767429"/>
                  <a:pt x="852869" y="767429"/>
                </a:cubicBezTo>
                <a:lnTo>
                  <a:pt x="873633" y="767429"/>
                </a:lnTo>
                <a:cubicBezTo>
                  <a:pt x="877443" y="767429"/>
                  <a:pt x="880586" y="764286"/>
                  <a:pt x="880586" y="760476"/>
                </a:cubicBezTo>
                <a:lnTo>
                  <a:pt x="880586" y="756666"/>
                </a:lnTo>
                <a:lnTo>
                  <a:pt x="901160" y="756666"/>
                </a:lnTo>
                <a:cubicBezTo>
                  <a:pt x="901827" y="775240"/>
                  <a:pt x="916972" y="790099"/>
                  <a:pt x="935641" y="790099"/>
                </a:cubicBezTo>
                <a:lnTo>
                  <a:pt x="943261" y="790099"/>
                </a:lnTo>
                <a:lnTo>
                  <a:pt x="943261" y="826389"/>
                </a:lnTo>
                <a:cubicBezTo>
                  <a:pt x="938594" y="826961"/>
                  <a:pt x="934879" y="830866"/>
                  <a:pt x="934879" y="835724"/>
                </a:cubicBezTo>
                <a:cubicBezTo>
                  <a:pt x="934879" y="840962"/>
                  <a:pt x="939165" y="845249"/>
                  <a:pt x="944404" y="845249"/>
                </a:cubicBezTo>
                <a:cubicBezTo>
                  <a:pt x="945071" y="845249"/>
                  <a:pt x="945642" y="844963"/>
                  <a:pt x="946214" y="844868"/>
                </a:cubicBezTo>
                <a:lnTo>
                  <a:pt x="968978" y="893064"/>
                </a:lnTo>
                <a:lnTo>
                  <a:pt x="969169" y="936308"/>
                </a:lnTo>
                <a:lnTo>
                  <a:pt x="1069943" y="1050322"/>
                </a:lnTo>
                <a:cubicBezTo>
                  <a:pt x="1068991" y="1052036"/>
                  <a:pt x="1068419" y="1053941"/>
                  <a:pt x="1068419" y="1056037"/>
                </a:cubicBezTo>
                <a:cubicBezTo>
                  <a:pt x="1068419" y="1062895"/>
                  <a:pt x="1074039" y="1068419"/>
                  <a:pt x="1080802" y="1068419"/>
                </a:cubicBezTo>
                <a:cubicBezTo>
                  <a:pt x="1087565" y="1068419"/>
                  <a:pt x="1093184" y="1062895"/>
                  <a:pt x="1093184" y="1056037"/>
                </a:cubicBezTo>
                <a:cubicBezTo>
                  <a:pt x="1093184" y="1049179"/>
                  <a:pt x="1087565" y="1043654"/>
                  <a:pt x="1080802" y="1043654"/>
                </a:cubicBezTo>
                <a:cubicBezTo>
                  <a:pt x="1077754" y="1043654"/>
                  <a:pt x="1075182" y="1044893"/>
                  <a:pt x="1072991" y="1046607"/>
                </a:cubicBezTo>
                <a:lnTo>
                  <a:pt x="973931" y="934593"/>
                </a:lnTo>
                <a:lnTo>
                  <a:pt x="973741" y="892588"/>
                </a:lnTo>
                <a:lnTo>
                  <a:pt x="950500" y="842867"/>
                </a:lnTo>
                <a:cubicBezTo>
                  <a:pt x="952500" y="841153"/>
                  <a:pt x="953929" y="838581"/>
                  <a:pt x="953929" y="835724"/>
                </a:cubicBezTo>
                <a:cubicBezTo>
                  <a:pt x="953929" y="830866"/>
                  <a:pt x="950214" y="827056"/>
                  <a:pt x="945547" y="826389"/>
                </a:cubicBezTo>
                <a:lnTo>
                  <a:pt x="945547" y="790099"/>
                </a:lnTo>
                <a:lnTo>
                  <a:pt x="989838" y="790099"/>
                </a:lnTo>
                <a:lnTo>
                  <a:pt x="989838" y="826389"/>
                </a:lnTo>
                <a:cubicBezTo>
                  <a:pt x="985171" y="826961"/>
                  <a:pt x="981456" y="830866"/>
                  <a:pt x="981456" y="835724"/>
                </a:cubicBezTo>
                <a:cubicBezTo>
                  <a:pt x="981456" y="840962"/>
                  <a:pt x="985742" y="845249"/>
                  <a:pt x="990981" y="845249"/>
                </a:cubicBezTo>
                <a:cubicBezTo>
                  <a:pt x="991934" y="845249"/>
                  <a:pt x="992696" y="844963"/>
                  <a:pt x="993553" y="844772"/>
                </a:cubicBezTo>
                <a:lnTo>
                  <a:pt x="1016032" y="888683"/>
                </a:lnTo>
                <a:lnTo>
                  <a:pt x="1015651" y="925640"/>
                </a:lnTo>
                <a:lnTo>
                  <a:pt x="1055942" y="970598"/>
                </a:lnTo>
                <a:cubicBezTo>
                  <a:pt x="1054322" y="972407"/>
                  <a:pt x="1053275" y="974789"/>
                  <a:pt x="1053275" y="977456"/>
                </a:cubicBezTo>
                <a:cubicBezTo>
                  <a:pt x="1053275" y="983171"/>
                  <a:pt x="1057942" y="987838"/>
                  <a:pt x="1063657" y="987838"/>
                </a:cubicBezTo>
                <a:cubicBezTo>
                  <a:pt x="1069372" y="987838"/>
                  <a:pt x="1074039" y="983171"/>
                  <a:pt x="1074039" y="977456"/>
                </a:cubicBezTo>
                <a:cubicBezTo>
                  <a:pt x="1074039" y="971741"/>
                  <a:pt x="1069372" y="967073"/>
                  <a:pt x="1063657" y="967073"/>
                </a:cubicBezTo>
                <a:cubicBezTo>
                  <a:pt x="1062323" y="967073"/>
                  <a:pt x="1060990" y="967359"/>
                  <a:pt x="1059752" y="967835"/>
                </a:cubicBezTo>
                <a:lnTo>
                  <a:pt x="1020318" y="923925"/>
                </a:lnTo>
                <a:lnTo>
                  <a:pt x="1020699" y="887635"/>
                </a:lnTo>
                <a:lnTo>
                  <a:pt x="997649" y="842582"/>
                </a:lnTo>
                <a:cubicBezTo>
                  <a:pt x="999363" y="840867"/>
                  <a:pt x="1000411" y="838486"/>
                  <a:pt x="1000411" y="835819"/>
                </a:cubicBezTo>
                <a:cubicBezTo>
                  <a:pt x="1000411" y="830961"/>
                  <a:pt x="996696" y="827151"/>
                  <a:pt x="992029" y="826484"/>
                </a:cubicBezTo>
                <a:lnTo>
                  <a:pt x="992029" y="790194"/>
                </a:lnTo>
                <a:lnTo>
                  <a:pt x="1036320" y="790194"/>
                </a:lnTo>
                <a:lnTo>
                  <a:pt x="1036320" y="826484"/>
                </a:lnTo>
                <a:cubicBezTo>
                  <a:pt x="1031653" y="827056"/>
                  <a:pt x="1027938" y="830961"/>
                  <a:pt x="1027938" y="835819"/>
                </a:cubicBezTo>
                <a:cubicBezTo>
                  <a:pt x="1027938" y="841058"/>
                  <a:pt x="1032224" y="845344"/>
                  <a:pt x="1037463" y="845344"/>
                </a:cubicBezTo>
                <a:cubicBezTo>
                  <a:pt x="1038035" y="845344"/>
                  <a:pt x="1038606" y="845153"/>
                  <a:pt x="1039177" y="844963"/>
                </a:cubicBezTo>
                <a:lnTo>
                  <a:pt x="1056513" y="883158"/>
                </a:lnTo>
                <a:lnTo>
                  <a:pt x="1056513" y="912590"/>
                </a:lnTo>
                <a:cubicBezTo>
                  <a:pt x="1056513" y="912590"/>
                  <a:pt x="1173004" y="1044226"/>
                  <a:pt x="1173004" y="1044226"/>
                </a:cubicBezTo>
                <a:lnTo>
                  <a:pt x="1173004" y="1096613"/>
                </a:lnTo>
                <a:cubicBezTo>
                  <a:pt x="1173004" y="1096613"/>
                  <a:pt x="1166146" y="1096613"/>
                  <a:pt x="1166146" y="1096613"/>
                </a:cubicBezTo>
                <a:cubicBezTo>
                  <a:pt x="1162431" y="1096613"/>
                  <a:pt x="1159288" y="1099661"/>
                  <a:pt x="1159288" y="1103471"/>
                </a:cubicBezTo>
                <a:lnTo>
                  <a:pt x="1159288" y="1122045"/>
                </a:lnTo>
                <a:cubicBezTo>
                  <a:pt x="1159288" y="1122998"/>
                  <a:pt x="1159478" y="1123855"/>
                  <a:pt x="1159859" y="1124712"/>
                </a:cubicBezTo>
                <a:lnTo>
                  <a:pt x="1136142" y="1144619"/>
                </a:lnTo>
                <a:lnTo>
                  <a:pt x="1130237" y="1137761"/>
                </a:lnTo>
                <a:cubicBezTo>
                  <a:pt x="1129570" y="1136999"/>
                  <a:pt x="1128617" y="1136523"/>
                  <a:pt x="1127665" y="1136428"/>
                </a:cubicBezTo>
                <a:cubicBezTo>
                  <a:pt x="1126522" y="1136333"/>
                  <a:pt x="1125665" y="1136714"/>
                  <a:pt x="1124903" y="1137380"/>
                </a:cubicBezTo>
                <a:lnTo>
                  <a:pt x="1118140" y="1143286"/>
                </a:lnTo>
                <a:lnTo>
                  <a:pt x="1118140" y="1143286"/>
                </a:lnTo>
                <a:cubicBezTo>
                  <a:pt x="1116521" y="1144715"/>
                  <a:pt x="1116425" y="1147096"/>
                  <a:pt x="1117759" y="1148715"/>
                </a:cubicBezTo>
                <a:lnTo>
                  <a:pt x="1123569" y="1155383"/>
                </a:lnTo>
                <a:lnTo>
                  <a:pt x="1107662" y="1169194"/>
                </a:lnTo>
                <a:lnTo>
                  <a:pt x="1101852" y="1162526"/>
                </a:lnTo>
                <a:cubicBezTo>
                  <a:pt x="1101185" y="1161764"/>
                  <a:pt x="1100233" y="1161288"/>
                  <a:pt x="1099185" y="1161193"/>
                </a:cubicBezTo>
                <a:cubicBezTo>
                  <a:pt x="1098137" y="1161098"/>
                  <a:pt x="1097185" y="1161479"/>
                  <a:pt x="1096423" y="1162145"/>
                </a:cubicBezTo>
                <a:lnTo>
                  <a:pt x="1089660" y="1168051"/>
                </a:lnTo>
                <a:cubicBezTo>
                  <a:pt x="1088041" y="1169384"/>
                  <a:pt x="1087850" y="1171861"/>
                  <a:pt x="1089279" y="1173480"/>
                </a:cubicBezTo>
                <a:lnTo>
                  <a:pt x="1095089" y="1180148"/>
                </a:lnTo>
                <a:lnTo>
                  <a:pt x="1079183" y="1193959"/>
                </a:lnTo>
                <a:lnTo>
                  <a:pt x="1073372" y="1187291"/>
                </a:lnTo>
                <a:cubicBezTo>
                  <a:pt x="1072706" y="1186529"/>
                  <a:pt x="1071753" y="1186053"/>
                  <a:pt x="1070801" y="1185958"/>
                </a:cubicBezTo>
                <a:cubicBezTo>
                  <a:pt x="1069753" y="1185863"/>
                  <a:pt x="1068800" y="1186244"/>
                  <a:pt x="1068038" y="1186910"/>
                </a:cubicBezTo>
                <a:lnTo>
                  <a:pt x="1061276" y="1192816"/>
                </a:lnTo>
                <a:lnTo>
                  <a:pt x="1061276" y="1192816"/>
                </a:lnTo>
                <a:cubicBezTo>
                  <a:pt x="1059656" y="1194245"/>
                  <a:pt x="1059466" y="1196626"/>
                  <a:pt x="1060895" y="1198245"/>
                </a:cubicBezTo>
                <a:lnTo>
                  <a:pt x="1066895" y="1205198"/>
                </a:lnTo>
                <a:lnTo>
                  <a:pt x="1050989" y="1219010"/>
                </a:lnTo>
                <a:lnTo>
                  <a:pt x="1044988" y="1212056"/>
                </a:lnTo>
                <a:cubicBezTo>
                  <a:pt x="1044321" y="1211294"/>
                  <a:pt x="1043369" y="1210818"/>
                  <a:pt x="1042416" y="1210723"/>
                </a:cubicBezTo>
                <a:cubicBezTo>
                  <a:pt x="1041368" y="1210628"/>
                  <a:pt x="1040416" y="1211009"/>
                  <a:pt x="1039654" y="1211675"/>
                </a:cubicBezTo>
                <a:lnTo>
                  <a:pt x="1032891" y="1217581"/>
                </a:lnTo>
                <a:lnTo>
                  <a:pt x="1032891" y="1217581"/>
                </a:lnTo>
                <a:cubicBezTo>
                  <a:pt x="1031272" y="1218914"/>
                  <a:pt x="1031177" y="1221391"/>
                  <a:pt x="1032510" y="1223010"/>
                </a:cubicBezTo>
                <a:lnTo>
                  <a:pt x="1037654" y="1228916"/>
                </a:lnTo>
                <a:lnTo>
                  <a:pt x="1030510" y="1234440"/>
                </a:lnTo>
                <a:lnTo>
                  <a:pt x="1030510" y="1295972"/>
                </a:lnTo>
                <a:cubicBezTo>
                  <a:pt x="1023842" y="1296638"/>
                  <a:pt x="1017461" y="1299877"/>
                  <a:pt x="1013174" y="1305687"/>
                </a:cubicBezTo>
                <a:cubicBezTo>
                  <a:pt x="1010507" y="1309307"/>
                  <a:pt x="1009079" y="1313402"/>
                  <a:pt x="1008602" y="1317784"/>
                </a:cubicBezTo>
                <a:lnTo>
                  <a:pt x="939927" y="1317784"/>
                </a:lnTo>
                <a:cubicBezTo>
                  <a:pt x="939927" y="1317784"/>
                  <a:pt x="916400" y="1341596"/>
                  <a:pt x="916400" y="1341596"/>
                </a:cubicBezTo>
                <a:lnTo>
                  <a:pt x="847344" y="1341215"/>
                </a:lnTo>
                <a:lnTo>
                  <a:pt x="742379" y="1421987"/>
                </a:lnTo>
                <a:cubicBezTo>
                  <a:pt x="738188" y="1418558"/>
                  <a:pt x="732092" y="1417796"/>
                  <a:pt x="727139" y="1420654"/>
                </a:cubicBezTo>
                <a:cubicBezTo>
                  <a:pt x="720757" y="1424369"/>
                  <a:pt x="718471" y="1432560"/>
                  <a:pt x="722186" y="1439037"/>
                </a:cubicBezTo>
                <a:cubicBezTo>
                  <a:pt x="722186" y="1439037"/>
                  <a:pt x="722281" y="1439132"/>
                  <a:pt x="722281" y="1439228"/>
                </a:cubicBezTo>
                <a:lnTo>
                  <a:pt x="702088" y="1457420"/>
                </a:lnTo>
                <a:lnTo>
                  <a:pt x="702088" y="1518285"/>
                </a:lnTo>
                <a:lnTo>
                  <a:pt x="688181" y="1533144"/>
                </a:lnTo>
                <a:lnTo>
                  <a:pt x="688181" y="1587818"/>
                </a:lnTo>
                <a:cubicBezTo>
                  <a:pt x="682466" y="1588961"/>
                  <a:pt x="678180" y="1593723"/>
                  <a:pt x="678180" y="1599724"/>
                </a:cubicBezTo>
                <a:cubicBezTo>
                  <a:pt x="678180" y="1606582"/>
                  <a:pt x="683800" y="1612106"/>
                  <a:pt x="690563" y="1612106"/>
                </a:cubicBezTo>
                <a:cubicBezTo>
                  <a:pt x="697325" y="1612106"/>
                  <a:pt x="702945" y="1606582"/>
                  <a:pt x="702945" y="1599724"/>
                </a:cubicBezTo>
                <a:cubicBezTo>
                  <a:pt x="702945" y="1593723"/>
                  <a:pt x="698564" y="1588961"/>
                  <a:pt x="692944" y="1587818"/>
                </a:cubicBezTo>
                <a:lnTo>
                  <a:pt x="692944" y="1535049"/>
                </a:lnTo>
                <a:lnTo>
                  <a:pt x="706850" y="1520190"/>
                </a:lnTo>
                <a:lnTo>
                  <a:pt x="706850" y="1459611"/>
                </a:lnTo>
                <a:lnTo>
                  <a:pt x="725424" y="1442942"/>
                </a:lnTo>
                <a:cubicBezTo>
                  <a:pt x="729615" y="1446276"/>
                  <a:pt x="735521" y="1446943"/>
                  <a:pt x="740474" y="1444085"/>
                </a:cubicBezTo>
                <a:cubicBezTo>
                  <a:pt x="746855" y="1440371"/>
                  <a:pt x="749141" y="1432179"/>
                  <a:pt x="745427" y="1425702"/>
                </a:cubicBezTo>
                <a:lnTo>
                  <a:pt x="848963" y="1346073"/>
                </a:lnTo>
                <a:lnTo>
                  <a:pt x="918401" y="1346454"/>
                </a:lnTo>
                <a:lnTo>
                  <a:pt x="942023" y="1322546"/>
                </a:lnTo>
                <a:lnTo>
                  <a:pt x="1008698" y="1322546"/>
                </a:lnTo>
                <a:cubicBezTo>
                  <a:pt x="1008698" y="1323118"/>
                  <a:pt x="1008698" y="1323499"/>
                  <a:pt x="1008698" y="1323975"/>
                </a:cubicBezTo>
                <a:cubicBezTo>
                  <a:pt x="1009650" y="1330452"/>
                  <a:pt x="1013174" y="1336072"/>
                  <a:pt x="1018413" y="1339977"/>
                </a:cubicBezTo>
                <a:cubicBezTo>
                  <a:pt x="1029272" y="1347978"/>
                  <a:pt x="1044607" y="1345597"/>
                  <a:pt x="1052513" y="1334738"/>
                </a:cubicBezTo>
                <a:cubicBezTo>
                  <a:pt x="1060514" y="1323880"/>
                  <a:pt x="1058132" y="1308545"/>
                  <a:pt x="1047274" y="1300639"/>
                </a:cubicBezTo>
                <a:cubicBezTo>
                  <a:pt x="1043654" y="1297972"/>
                  <a:pt x="1039463" y="1296543"/>
                  <a:pt x="1035272" y="1296067"/>
                </a:cubicBezTo>
                <a:lnTo>
                  <a:pt x="1035272" y="1237012"/>
                </a:lnTo>
                <a:lnTo>
                  <a:pt x="1040702" y="1232726"/>
                </a:lnTo>
                <a:lnTo>
                  <a:pt x="1045654" y="1238441"/>
                </a:lnTo>
                <a:cubicBezTo>
                  <a:pt x="1046321" y="1239203"/>
                  <a:pt x="1047274" y="1239679"/>
                  <a:pt x="1048322" y="1239774"/>
                </a:cubicBezTo>
                <a:cubicBezTo>
                  <a:pt x="1048322" y="1239774"/>
                  <a:pt x="1048512" y="1239774"/>
                  <a:pt x="1048607" y="1239774"/>
                </a:cubicBezTo>
                <a:cubicBezTo>
                  <a:pt x="1049560" y="1239774"/>
                  <a:pt x="1050417" y="1239488"/>
                  <a:pt x="1051084" y="1238822"/>
                </a:cubicBezTo>
                <a:lnTo>
                  <a:pt x="1057847" y="1232916"/>
                </a:lnTo>
                <a:cubicBezTo>
                  <a:pt x="1058609" y="1232249"/>
                  <a:pt x="1059085" y="1231297"/>
                  <a:pt x="1059180" y="1230249"/>
                </a:cubicBezTo>
                <a:cubicBezTo>
                  <a:pt x="1059180" y="1229201"/>
                  <a:pt x="1058894" y="1228249"/>
                  <a:pt x="1058228" y="1227487"/>
                </a:cubicBezTo>
                <a:lnTo>
                  <a:pt x="1052703" y="1221105"/>
                </a:lnTo>
                <a:lnTo>
                  <a:pt x="1068610" y="1207294"/>
                </a:lnTo>
                <a:lnTo>
                  <a:pt x="1074134" y="1213676"/>
                </a:lnTo>
                <a:cubicBezTo>
                  <a:pt x="1074801" y="1214438"/>
                  <a:pt x="1075754" y="1214914"/>
                  <a:pt x="1076801" y="1215009"/>
                </a:cubicBezTo>
                <a:cubicBezTo>
                  <a:pt x="1076801" y="1215009"/>
                  <a:pt x="1076992" y="1215009"/>
                  <a:pt x="1077087" y="1215009"/>
                </a:cubicBezTo>
                <a:cubicBezTo>
                  <a:pt x="1078040" y="1215009"/>
                  <a:pt x="1078897" y="1214723"/>
                  <a:pt x="1079564" y="1214057"/>
                </a:cubicBezTo>
                <a:lnTo>
                  <a:pt x="1086326" y="1208151"/>
                </a:lnTo>
                <a:cubicBezTo>
                  <a:pt x="1087088" y="1207484"/>
                  <a:pt x="1087565" y="1206532"/>
                  <a:pt x="1087660" y="1205579"/>
                </a:cubicBezTo>
                <a:cubicBezTo>
                  <a:pt x="1087660" y="1204532"/>
                  <a:pt x="1087374" y="1203579"/>
                  <a:pt x="1086707" y="1202817"/>
                </a:cubicBezTo>
                <a:lnTo>
                  <a:pt x="1080897" y="1196150"/>
                </a:lnTo>
                <a:lnTo>
                  <a:pt x="1096804" y="1182338"/>
                </a:lnTo>
                <a:lnTo>
                  <a:pt x="1102614" y="1189006"/>
                </a:lnTo>
                <a:cubicBezTo>
                  <a:pt x="1103376" y="1189863"/>
                  <a:pt x="1104424" y="1190339"/>
                  <a:pt x="1105472" y="1190339"/>
                </a:cubicBezTo>
                <a:cubicBezTo>
                  <a:pt x="1106329" y="1190339"/>
                  <a:pt x="1107281" y="1190054"/>
                  <a:pt x="1107948" y="1189387"/>
                </a:cubicBezTo>
                <a:lnTo>
                  <a:pt x="1114711" y="1183481"/>
                </a:lnTo>
                <a:cubicBezTo>
                  <a:pt x="1115473" y="1182815"/>
                  <a:pt x="1115949" y="1181862"/>
                  <a:pt x="1116044" y="1180910"/>
                </a:cubicBezTo>
                <a:cubicBezTo>
                  <a:pt x="1116044" y="1179862"/>
                  <a:pt x="1115759" y="1178909"/>
                  <a:pt x="1115092" y="1178147"/>
                </a:cubicBezTo>
                <a:lnTo>
                  <a:pt x="1109282" y="1171480"/>
                </a:lnTo>
                <a:lnTo>
                  <a:pt x="1125188" y="1157669"/>
                </a:lnTo>
                <a:lnTo>
                  <a:pt x="1130999" y="1164336"/>
                </a:lnTo>
                <a:cubicBezTo>
                  <a:pt x="1131665" y="1165098"/>
                  <a:pt x="1132618" y="1165574"/>
                  <a:pt x="1133666" y="1165670"/>
                </a:cubicBezTo>
                <a:cubicBezTo>
                  <a:pt x="1133666" y="1165670"/>
                  <a:pt x="1133856" y="1165670"/>
                  <a:pt x="1133951" y="1165670"/>
                </a:cubicBezTo>
                <a:cubicBezTo>
                  <a:pt x="1134904" y="1165670"/>
                  <a:pt x="1135761" y="1165384"/>
                  <a:pt x="1136428" y="1164717"/>
                </a:cubicBezTo>
                <a:lnTo>
                  <a:pt x="1143191" y="1158812"/>
                </a:lnTo>
                <a:cubicBezTo>
                  <a:pt x="1143953" y="1158145"/>
                  <a:pt x="1144429" y="1157192"/>
                  <a:pt x="1144524" y="1156145"/>
                </a:cubicBezTo>
                <a:cubicBezTo>
                  <a:pt x="1144524" y="1155097"/>
                  <a:pt x="1144238" y="1154144"/>
                  <a:pt x="1143572" y="1153382"/>
                </a:cubicBezTo>
                <a:lnTo>
                  <a:pt x="1139476" y="1148620"/>
                </a:lnTo>
                <a:lnTo>
                  <a:pt x="1163384" y="1128522"/>
                </a:lnTo>
                <a:cubicBezTo>
                  <a:pt x="1164336" y="1128998"/>
                  <a:pt x="1165289" y="1129284"/>
                  <a:pt x="1166336" y="1129284"/>
                </a:cubicBezTo>
                <a:lnTo>
                  <a:pt x="1184910" y="1129284"/>
                </a:lnTo>
                <a:cubicBezTo>
                  <a:pt x="1188625" y="1129284"/>
                  <a:pt x="1191768" y="1126236"/>
                  <a:pt x="1191768" y="1122426"/>
                </a:cubicBezTo>
                <a:lnTo>
                  <a:pt x="1191768" y="1103852"/>
                </a:lnTo>
                <a:cubicBezTo>
                  <a:pt x="1191768" y="1100138"/>
                  <a:pt x="1188720" y="1096994"/>
                  <a:pt x="1184910" y="1096994"/>
                </a:cubicBezTo>
                <a:lnTo>
                  <a:pt x="1177957" y="1096994"/>
                </a:lnTo>
                <a:lnTo>
                  <a:pt x="1177957" y="1042797"/>
                </a:lnTo>
                <a:cubicBezTo>
                  <a:pt x="1177957" y="1042797"/>
                  <a:pt x="1061276" y="911162"/>
                  <a:pt x="1061276" y="911162"/>
                </a:cubicBezTo>
                <a:lnTo>
                  <a:pt x="1061276" y="883634"/>
                </a:lnTo>
                <a:cubicBezTo>
                  <a:pt x="1061276" y="883634"/>
                  <a:pt x="1081373" y="847058"/>
                  <a:pt x="1081373" y="847058"/>
                </a:cubicBezTo>
                <a:cubicBezTo>
                  <a:pt x="1082326" y="847344"/>
                  <a:pt x="1083183" y="847630"/>
                  <a:pt x="1084231" y="847630"/>
                </a:cubicBezTo>
                <a:cubicBezTo>
                  <a:pt x="1089470" y="847630"/>
                  <a:pt x="1093756" y="843344"/>
                  <a:pt x="1093756" y="838105"/>
                </a:cubicBezTo>
                <a:cubicBezTo>
                  <a:pt x="1093756" y="833247"/>
                  <a:pt x="1090041" y="829437"/>
                  <a:pt x="1085374" y="828770"/>
                </a:cubicBezTo>
                <a:lnTo>
                  <a:pt x="1085374" y="790480"/>
                </a:lnTo>
                <a:lnTo>
                  <a:pt x="1094423" y="790480"/>
                </a:lnTo>
                <a:cubicBezTo>
                  <a:pt x="1110425" y="790480"/>
                  <a:pt x="1123760" y="779526"/>
                  <a:pt x="1127760" y="764762"/>
                </a:cubicBezTo>
                <a:lnTo>
                  <a:pt x="1178814" y="813435"/>
                </a:lnTo>
                <a:lnTo>
                  <a:pt x="1178147" y="894874"/>
                </a:lnTo>
                <a:lnTo>
                  <a:pt x="1288256" y="1022128"/>
                </a:lnTo>
                <a:lnTo>
                  <a:pt x="1288256" y="1029272"/>
                </a:lnTo>
                <a:cubicBezTo>
                  <a:pt x="1288256" y="1029272"/>
                  <a:pt x="1283303" y="1029272"/>
                  <a:pt x="1283303" y="1029272"/>
                </a:cubicBezTo>
                <a:cubicBezTo>
                  <a:pt x="1281208" y="1029272"/>
                  <a:pt x="1279493" y="1030986"/>
                  <a:pt x="1279493" y="1033082"/>
                </a:cubicBezTo>
                <a:lnTo>
                  <a:pt x="1279493" y="1042035"/>
                </a:lnTo>
                <a:cubicBezTo>
                  <a:pt x="1279493" y="1044131"/>
                  <a:pt x="1281208" y="1045845"/>
                  <a:pt x="1283303" y="1045845"/>
                </a:cubicBezTo>
                <a:lnTo>
                  <a:pt x="1292162" y="1045845"/>
                </a:lnTo>
                <a:cubicBezTo>
                  <a:pt x="1292162" y="1045845"/>
                  <a:pt x="1292162" y="1066895"/>
                  <a:pt x="1292162" y="1066895"/>
                </a:cubicBezTo>
                <a:lnTo>
                  <a:pt x="1283303" y="1066895"/>
                </a:lnTo>
                <a:cubicBezTo>
                  <a:pt x="1282256" y="1066705"/>
                  <a:pt x="1281303" y="1067276"/>
                  <a:pt x="1280636" y="1068038"/>
                </a:cubicBezTo>
                <a:cubicBezTo>
                  <a:pt x="1279874" y="1068800"/>
                  <a:pt x="1279493" y="1069753"/>
                  <a:pt x="1279493" y="1070801"/>
                </a:cubicBezTo>
                <a:lnTo>
                  <a:pt x="1279493" y="1079754"/>
                </a:lnTo>
                <a:cubicBezTo>
                  <a:pt x="1279493" y="1081850"/>
                  <a:pt x="1281208" y="1083564"/>
                  <a:pt x="1283303" y="1083564"/>
                </a:cubicBezTo>
                <a:lnTo>
                  <a:pt x="1292162" y="1083564"/>
                </a:lnTo>
                <a:cubicBezTo>
                  <a:pt x="1292162" y="1083564"/>
                  <a:pt x="1292162" y="1104614"/>
                  <a:pt x="1292162" y="1104614"/>
                </a:cubicBezTo>
                <a:lnTo>
                  <a:pt x="1283303" y="1104614"/>
                </a:lnTo>
                <a:cubicBezTo>
                  <a:pt x="1281208" y="1104614"/>
                  <a:pt x="1279493" y="1106329"/>
                  <a:pt x="1279493" y="1108424"/>
                </a:cubicBezTo>
                <a:lnTo>
                  <a:pt x="1279493" y="1117378"/>
                </a:lnTo>
                <a:cubicBezTo>
                  <a:pt x="1279493" y="1119473"/>
                  <a:pt x="1281208" y="1121188"/>
                  <a:pt x="1283303" y="1121188"/>
                </a:cubicBezTo>
                <a:lnTo>
                  <a:pt x="1292543" y="1121188"/>
                </a:lnTo>
                <a:cubicBezTo>
                  <a:pt x="1292543" y="1121188"/>
                  <a:pt x="1292543" y="1142238"/>
                  <a:pt x="1292543" y="1142238"/>
                </a:cubicBezTo>
                <a:lnTo>
                  <a:pt x="1283303" y="1142238"/>
                </a:lnTo>
                <a:cubicBezTo>
                  <a:pt x="1281208" y="1142238"/>
                  <a:pt x="1279493" y="1143953"/>
                  <a:pt x="1279493" y="1146048"/>
                </a:cubicBezTo>
                <a:lnTo>
                  <a:pt x="1279493" y="1155002"/>
                </a:lnTo>
                <a:cubicBezTo>
                  <a:pt x="1279493" y="1156049"/>
                  <a:pt x="1279874" y="1157002"/>
                  <a:pt x="1280636" y="1157764"/>
                </a:cubicBezTo>
                <a:cubicBezTo>
                  <a:pt x="1281398" y="1158526"/>
                  <a:pt x="1282351" y="1158907"/>
                  <a:pt x="1283399" y="1158907"/>
                </a:cubicBezTo>
                <a:lnTo>
                  <a:pt x="1291114" y="1158907"/>
                </a:lnTo>
                <a:lnTo>
                  <a:pt x="1291114" y="1171766"/>
                </a:lnTo>
                <a:lnTo>
                  <a:pt x="1274921" y="1171766"/>
                </a:lnTo>
                <a:cubicBezTo>
                  <a:pt x="1274350" y="1171766"/>
                  <a:pt x="1273778" y="1171956"/>
                  <a:pt x="1273397" y="1172337"/>
                </a:cubicBezTo>
                <a:lnTo>
                  <a:pt x="1187672" y="1246823"/>
                </a:lnTo>
                <a:cubicBezTo>
                  <a:pt x="1187196" y="1247299"/>
                  <a:pt x="1186815" y="1247966"/>
                  <a:pt x="1186815" y="1248632"/>
                </a:cubicBezTo>
                <a:lnTo>
                  <a:pt x="1186815" y="1295781"/>
                </a:lnTo>
                <a:cubicBezTo>
                  <a:pt x="1180148" y="1296448"/>
                  <a:pt x="1173766" y="1299686"/>
                  <a:pt x="1169480" y="1305497"/>
                </a:cubicBezTo>
                <a:cubicBezTo>
                  <a:pt x="1161479" y="1316355"/>
                  <a:pt x="1163860" y="1331690"/>
                  <a:pt x="1174718" y="1339596"/>
                </a:cubicBezTo>
                <a:cubicBezTo>
                  <a:pt x="1179957" y="1343501"/>
                  <a:pt x="1186434" y="1345025"/>
                  <a:pt x="1192911" y="1344073"/>
                </a:cubicBezTo>
                <a:cubicBezTo>
                  <a:pt x="1199388" y="1343120"/>
                  <a:pt x="1205008" y="1339596"/>
                  <a:pt x="1208913" y="1334357"/>
                </a:cubicBezTo>
                <a:cubicBezTo>
                  <a:pt x="1216914" y="1323499"/>
                  <a:pt x="1214533" y="1308164"/>
                  <a:pt x="1203674" y="1300258"/>
                </a:cubicBezTo>
                <a:cubicBezTo>
                  <a:pt x="1200055" y="1297591"/>
                  <a:pt x="1195864" y="1296162"/>
                  <a:pt x="1191673" y="1295686"/>
                </a:cubicBezTo>
                <a:lnTo>
                  <a:pt x="1191673" y="1249680"/>
                </a:lnTo>
                <a:lnTo>
                  <a:pt x="1275874" y="1176528"/>
                </a:lnTo>
                <a:lnTo>
                  <a:pt x="1293590" y="1176528"/>
                </a:lnTo>
                <a:cubicBezTo>
                  <a:pt x="1294924" y="1176528"/>
                  <a:pt x="1295972" y="1175480"/>
                  <a:pt x="1295972" y="1174147"/>
                </a:cubicBezTo>
                <a:lnTo>
                  <a:pt x="1295972" y="1158907"/>
                </a:lnTo>
                <a:lnTo>
                  <a:pt x="1303592" y="1158907"/>
                </a:lnTo>
                <a:cubicBezTo>
                  <a:pt x="1303592" y="1158907"/>
                  <a:pt x="1303592" y="1158907"/>
                  <a:pt x="1303592" y="1158907"/>
                </a:cubicBezTo>
                <a:cubicBezTo>
                  <a:pt x="1304639" y="1158907"/>
                  <a:pt x="1305592" y="1158526"/>
                  <a:pt x="1306259" y="1157764"/>
                </a:cubicBezTo>
                <a:cubicBezTo>
                  <a:pt x="1307021" y="1157002"/>
                  <a:pt x="1307402" y="1156049"/>
                  <a:pt x="1307402" y="1155002"/>
                </a:cubicBezTo>
                <a:lnTo>
                  <a:pt x="1307402" y="1146048"/>
                </a:lnTo>
                <a:cubicBezTo>
                  <a:pt x="1307402" y="1143953"/>
                  <a:pt x="1305687" y="1142238"/>
                  <a:pt x="1303592" y="1142238"/>
                </a:cubicBezTo>
                <a:lnTo>
                  <a:pt x="1295114" y="1142238"/>
                </a:lnTo>
                <a:cubicBezTo>
                  <a:pt x="1295114" y="1142238"/>
                  <a:pt x="1295114" y="1121188"/>
                  <a:pt x="1295114" y="1121188"/>
                </a:cubicBezTo>
                <a:lnTo>
                  <a:pt x="1303592" y="1121188"/>
                </a:lnTo>
                <a:cubicBezTo>
                  <a:pt x="1305687" y="1121188"/>
                  <a:pt x="1307402" y="1119473"/>
                  <a:pt x="1307402" y="1117378"/>
                </a:cubicBezTo>
                <a:lnTo>
                  <a:pt x="1307402" y="1108424"/>
                </a:lnTo>
                <a:cubicBezTo>
                  <a:pt x="1307402" y="1106329"/>
                  <a:pt x="1305687" y="1104614"/>
                  <a:pt x="1303592" y="1104614"/>
                </a:cubicBezTo>
                <a:lnTo>
                  <a:pt x="1294733" y="1104614"/>
                </a:lnTo>
                <a:cubicBezTo>
                  <a:pt x="1294733" y="1104614"/>
                  <a:pt x="1294733" y="1083564"/>
                  <a:pt x="1294733" y="1083564"/>
                </a:cubicBezTo>
                <a:lnTo>
                  <a:pt x="1303592" y="1083564"/>
                </a:lnTo>
                <a:cubicBezTo>
                  <a:pt x="1305687" y="1083564"/>
                  <a:pt x="1307402" y="1081850"/>
                  <a:pt x="1307402" y="1079754"/>
                </a:cubicBezTo>
                <a:lnTo>
                  <a:pt x="1307402" y="1070801"/>
                </a:lnTo>
                <a:cubicBezTo>
                  <a:pt x="1307402" y="1068705"/>
                  <a:pt x="1305687" y="1066991"/>
                  <a:pt x="1303592" y="1066991"/>
                </a:cubicBezTo>
                <a:lnTo>
                  <a:pt x="1294733" y="1066991"/>
                </a:lnTo>
                <a:cubicBezTo>
                  <a:pt x="1294733" y="1066991"/>
                  <a:pt x="1294733" y="1045940"/>
                  <a:pt x="1294733" y="1045940"/>
                </a:cubicBezTo>
                <a:lnTo>
                  <a:pt x="1303592" y="1045940"/>
                </a:lnTo>
                <a:close/>
                <a:moveTo>
                  <a:pt x="709517" y="724472"/>
                </a:moveTo>
                <a:cubicBezTo>
                  <a:pt x="706755" y="724472"/>
                  <a:pt x="704469" y="722186"/>
                  <a:pt x="704469" y="719423"/>
                </a:cubicBezTo>
                <a:cubicBezTo>
                  <a:pt x="704469" y="716661"/>
                  <a:pt x="706755" y="714470"/>
                  <a:pt x="709517" y="714470"/>
                </a:cubicBezTo>
                <a:cubicBezTo>
                  <a:pt x="712279" y="714470"/>
                  <a:pt x="714470" y="716756"/>
                  <a:pt x="714470" y="719423"/>
                </a:cubicBezTo>
                <a:cubicBezTo>
                  <a:pt x="714470" y="722090"/>
                  <a:pt x="712184" y="724472"/>
                  <a:pt x="709517" y="724472"/>
                </a:cubicBezTo>
                <a:close/>
                <a:moveTo>
                  <a:pt x="875824" y="760476"/>
                </a:moveTo>
                <a:cubicBezTo>
                  <a:pt x="875824" y="761714"/>
                  <a:pt x="874871" y="762667"/>
                  <a:pt x="873633" y="762667"/>
                </a:cubicBezTo>
                <a:lnTo>
                  <a:pt x="852869" y="762667"/>
                </a:lnTo>
                <a:cubicBezTo>
                  <a:pt x="851630" y="762667"/>
                  <a:pt x="850678" y="761714"/>
                  <a:pt x="850678" y="760476"/>
                </a:cubicBezTo>
                <a:lnTo>
                  <a:pt x="850678" y="750475"/>
                </a:lnTo>
                <a:cubicBezTo>
                  <a:pt x="850678" y="749237"/>
                  <a:pt x="851630" y="748284"/>
                  <a:pt x="852869" y="748284"/>
                </a:cubicBezTo>
                <a:lnTo>
                  <a:pt x="873633" y="748284"/>
                </a:lnTo>
                <a:cubicBezTo>
                  <a:pt x="874871" y="748284"/>
                  <a:pt x="875824" y="749237"/>
                  <a:pt x="875824" y="750475"/>
                </a:cubicBezTo>
                <a:lnTo>
                  <a:pt x="875824" y="760476"/>
                </a:lnTo>
                <a:close/>
                <a:moveTo>
                  <a:pt x="1080992" y="1048417"/>
                </a:moveTo>
                <a:cubicBezTo>
                  <a:pt x="1085183" y="1048417"/>
                  <a:pt x="1088612" y="1051846"/>
                  <a:pt x="1088612" y="1056037"/>
                </a:cubicBezTo>
                <a:cubicBezTo>
                  <a:pt x="1088612" y="1060228"/>
                  <a:pt x="1085183" y="1063657"/>
                  <a:pt x="1080992" y="1063657"/>
                </a:cubicBezTo>
                <a:cubicBezTo>
                  <a:pt x="1076801" y="1063657"/>
                  <a:pt x="1073372" y="1060228"/>
                  <a:pt x="1073372" y="1056037"/>
                </a:cubicBezTo>
                <a:cubicBezTo>
                  <a:pt x="1073372" y="1051846"/>
                  <a:pt x="1076801" y="1048417"/>
                  <a:pt x="1080992" y="1048417"/>
                </a:cubicBezTo>
                <a:close/>
                <a:moveTo>
                  <a:pt x="698278" y="1599152"/>
                </a:moveTo>
                <a:cubicBezTo>
                  <a:pt x="698278" y="1603343"/>
                  <a:pt x="694849" y="1606772"/>
                  <a:pt x="690658" y="1606772"/>
                </a:cubicBezTo>
                <a:cubicBezTo>
                  <a:pt x="686467" y="1606772"/>
                  <a:pt x="683038" y="1603343"/>
                  <a:pt x="683038" y="1599152"/>
                </a:cubicBezTo>
                <a:cubicBezTo>
                  <a:pt x="683038" y="1594961"/>
                  <a:pt x="686467" y="1591532"/>
                  <a:pt x="690658" y="1591532"/>
                </a:cubicBezTo>
                <a:cubicBezTo>
                  <a:pt x="694849" y="1591532"/>
                  <a:pt x="698278" y="1594961"/>
                  <a:pt x="698278" y="1599152"/>
                </a:cubicBezTo>
                <a:close/>
                <a:moveTo>
                  <a:pt x="1044702" y="1303687"/>
                </a:moveTo>
                <a:cubicBezTo>
                  <a:pt x="1053560" y="1310164"/>
                  <a:pt x="1055465" y="1322737"/>
                  <a:pt x="1048988" y="1331595"/>
                </a:cubicBezTo>
                <a:cubicBezTo>
                  <a:pt x="1045845" y="1335881"/>
                  <a:pt x="1041178" y="1338644"/>
                  <a:pt x="1035939" y="1339501"/>
                </a:cubicBezTo>
                <a:cubicBezTo>
                  <a:pt x="1030700" y="1340263"/>
                  <a:pt x="1025366" y="1339025"/>
                  <a:pt x="1021080" y="1335881"/>
                </a:cubicBezTo>
                <a:cubicBezTo>
                  <a:pt x="1016794" y="1332738"/>
                  <a:pt x="1013936" y="1328071"/>
                  <a:pt x="1013174" y="1322832"/>
                </a:cubicBezTo>
                <a:cubicBezTo>
                  <a:pt x="1012412" y="1317593"/>
                  <a:pt x="1013651" y="1312355"/>
                  <a:pt x="1016794" y="1307973"/>
                </a:cubicBezTo>
                <a:cubicBezTo>
                  <a:pt x="1019937" y="1303687"/>
                  <a:pt x="1024604" y="1300829"/>
                  <a:pt x="1029843" y="1300067"/>
                </a:cubicBezTo>
                <a:cubicBezTo>
                  <a:pt x="1035082" y="1299210"/>
                  <a:pt x="1040321" y="1300544"/>
                  <a:pt x="1044702" y="1303687"/>
                </a:cubicBezTo>
                <a:close/>
                <a:moveTo>
                  <a:pt x="1042226" y="1222915"/>
                </a:moveTo>
                <a:cubicBezTo>
                  <a:pt x="1042226" y="1222915"/>
                  <a:pt x="1041749" y="1223486"/>
                  <a:pt x="1041749" y="1223867"/>
                </a:cubicBezTo>
                <a:lnTo>
                  <a:pt x="1041749" y="1226249"/>
                </a:lnTo>
                <a:cubicBezTo>
                  <a:pt x="1041749" y="1226249"/>
                  <a:pt x="1036701" y="1220248"/>
                  <a:pt x="1036701" y="1220248"/>
                </a:cubicBezTo>
                <a:lnTo>
                  <a:pt x="1042130" y="1215581"/>
                </a:lnTo>
                <a:lnTo>
                  <a:pt x="1047274" y="1221581"/>
                </a:lnTo>
                <a:lnTo>
                  <a:pt x="1047274" y="1223772"/>
                </a:lnTo>
                <a:cubicBezTo>
                  <a:pt x="1047274" y="1223772"/>
                  <a:pt x="1043273" y="1222724"/>
                  <a:pt x="1043273" y="1222724"/>
                </a:cubicBezTo>
                <a:cubicBezTo>
                  <a:pt x="1042892" y="1222629"/>
                  <a:pt x="1042511" y="1222724"/>
                  <a:pt x="1042226" y="1222915"/>
                </a:cubicBezTo>
                <a:close/>
                <a:moveTo>
                  <a:pt x="1054037" y="1229392"/>
                </a:moveTo>
                <a:lnTo>
                  <a:pt x="1048607" y="1234059"/>
                </a:lnTo>
                <a:lnTo>
                  <a:pt x="1044416" y="1229201"/>
                </a:lnTo>
                <a:lnTo>
                  <a:pt x="1044226" y="1225391"/>
                </a:lnTo>
                <a:lnTo>
                  <a:pt x="1048322" y="1226439"/>
                </a:lnTo>
                <a:cubicBezTo>
                  <a:pt x="1048322" y="1226439"/>
                  <a:pt x="1049084" y="1226439"/>
                  <a:pt x="1049369" y="1226249"/>
                </a:cubicBezTo>
                <a:cubicBezTo>
                  <a:pt x="1049655" y="1225963"/>
                  <a:pt x="1049846" y="1225677"/>
                  <a:pt x="1049846" y="1225296"/>
                </a:cubicBezTo>
                <a:lnTo>
                  <a:pt x="1049846" y="1224534"/>
                </a:lnTo>
                <a:cubicBezTo>
                  <a:pt x="1049846" y="1224534"/>
                  <a:pt x="1054037" y="1229392"/>
                  <a:pt x="1054037" y="1229392"/>
                </a:cubicBezTo>
                <a:close/>
                <a:moveTo>
                  <a:pt x="1070705" y="1198150"/>
                </a:moveTo>
                <a:cubicBezTo>
                  <a:pt x="1070705" y="1198150"/>
                  <a:pt x="1070229" y="1198721"/>
                  <a:pt x="1070229" y="1199102"/>
                </a:cubicBezTo>
                <a:lnTo>
                  <a:pt x="1070229" y="1201484"/>
                </a:lnTo>
                <a:cubicBezTo>
                  <a:pt x="1070229" y="1201484"/>
                  <a:pt x="1065181" y="1195483"/>
                  <a:pt x="1065181" y="1195483"/>
                </a:cubicBezTo>
                <a:lnTo>
                  <a:pt x="1070610" y="1190816"/>
                </a:lnTo>
                <a:lnTo>
                  <a:pt x="1075754" y="1196816"/>
                </a:lnTo>
                <a:lnTo>
                  <a:pt x="1075754" y="1199007"/>
                </a:lnTo>
                <a:cubicBezTo>
                  <a:pt x="1075754" y="1199007"/>
                  <a:pt x="1071753" y="1197959"/>
                  <a:pt x="1071753" y="1197959"/>
                </a:cubicBezTo>
                <a:cubicBezTo>
                  <a:pt x="1071372" y="1197864"/>
                  <a:pt x="1070991" y="1197959"/>
                  <a:pt x="1070705" y="1198150"/>
                </a:cubicBezTo>
                <a:close/>
                <a:moveTo>
                  <a:pt x="1082612" y="1204627"/>
                </a:moveTo>
                <a:lnTo>
                  <a:pt x="1077182" y="1209294"/>
                </a:lnTo>
                <a:lnTo>
                  <a:pt x="1072991" y="1204436"/>
                </a:lnTo>
                <a:lnTo>
                  <a:pt x="1072801" y="1200626"/>
                </a:lnTo>
                <a:lnTo>
                  <a:pt x="1076897" y="1201674"/>
                </a:lnTo>
                <a:cubicBezTo>
                  <a:pt x="1076897" y="1201674"/>
                  <a:pt x="1077659" y="1201674"/>
                  <a:pt x="1077944" y="1201484"/>
                </a:cubicBezTo>
                <a:cubicBezTo>
                  <a:pt x="1078230" y="1201198"/>
                  <a:pt x="1078421" y="1200912"/>
                  <a:pt x="1078421" y="1200531"/>
                </a:cubicBezTo>
                <a:lnTo>
                  <a:pt x="1078421" y="1199769"/>
                </a:lnTo>
                <a:cubicBezTo>
                  <a:pt x="1078421" y="1199769"/>
                  <a:pt x="1082612" y="1204627"/>
                  <a:pt x="1082612" y="1204627"/>
                </a:cubicBezTo>
                <a:close/>
                <a:moveTo>
                  <a:pt x="1099280" y="1173480"/>
                </a:moveTo>
                <a:cubicBezTo>
                  <a:pt x="1099280" y="1173480"/>
                  <a:pt x="1098804" y="1174052"/>
                  <a:pt x="1098804" y="1174433"/>
                </a:cubicBezTo>
                <a:lnTo>
                  <a:pt x="1098804" y="1176814"/>
                </a:lnTo>
                <a:cubicBezTo>
                  <a:pt x="1098804" y="1176814"/>
                  <a:pt x="1093756" y="1170813"/>
                  <a:pt x="1093756" y="1170813"/>
                </a:cubicBezTo>
                <a:lnTo>
                  <a:pt x="1099185" y="1166146"/>
                </a:lnTo>
                <a:lnTo>
                  <a:pt x="1104329" y="1172147"/>
                </a:lnTo>
                <a:lnTo>
                  <a:pt x="1104329" y="1174337"/>
                </a:lnTo>
                <a:cubicBezTo>
                  <a:pt x="1104329" y="1174337"/>
                  <a:pt x="1100328" y="1173290"/>
                  <a:pt x="1100328" y="1173290"/>
                </a:cubicBezTo>
                <a:cubicBezTo>
                  <a:pt x="1099947" y="1173194"/>
                  <a:pt x="1099566" y="1173290"/>
                  <a:pt x="1099280" y="1173480"/>
                </a:cubicBezTo>
                <a:close/>
                <a:moveTo>
                  <a:pt x="1111091" y="1179957"/>
                </a:moveTo>
                <a:lnTo>
                  <a:pt x="1105662" y="1184624"/>
                </a:lnTo>
                <a:lnTo>
                  <a:pt x="1101471" y="1179767"/>
                </a:lnTo>
                <a:lnTo>
                  <a:pt x="1101281" y="1175957"/>
                </a:lnTo>
                <a:lnTo>
                  <a:pt x="1105376" y="1177004"/>
                </a:lnTo>
                <a:cubicBezTo>
                  <a:pt x="1105376" y="1177004"/>
                  <a:pt x="1106138" y="1177004"/>
                  <a:pt x="1106424" y="1176814"/>
                </a:cubicBezTo>
                <a:cubicBezTo>
                  <a:pt x="1106710" y="1176528"/>
                  <a:pt x="1106900" y="1176242"/>
                  <a:pt x="1106900" y="1175861"/>
                </a:cubicBezTo>
                <a:lnTo>
                  <a:pt x="1106900" y="1175099"/>
                </a:lnTo>
                <a:cubicBezTo>
                  <a:pt x="1106900" y="1175099"/>
                  <a:pt x="1111091" y="1179957"/>
                  <a:pt x="1111091" y="1179957"/>
                </a:cubicBezTo>
                <a:close/>
                <a:moveTo>
                  <a:pt x="1127474" y="1148429"/>
                </a:moveTo>
                <a:cubicBezTo>
                  <a:pt x="1127474" y="1148429"/>
                  <a:pt x="1126998" y="1149001"/>
                  <a:pt x="1126998" y="1149382"/>
                </a:cubicBezTo>
                <a:lnTo>
                  <a:pt x="1126998" y="1151763"/>
                </a:lnTo>
                <a:cubicBezTo>
                  <a:pt x="1126998" y="1151763"/>
                  <a:pt x="1122236" y="1146048"/>
                  <a:pt x="1122236" y="1146048"/>
                </a:cubicBezTo>
                <a:lnTo>
                  <a:pt x="1127665" y="1141381"/>
                </a:lnTo>
                <a:lnTo>
                  <a:pt x="1132618" y="1147096"/>
                </a:lnTo>
                <a:lnTo>
                  <a:pt x="1132618" y="1149287"/>
                </a:lnTo>
                <a:cubicBezTo>
                  <a:pt x="1132618" y="1149287"/>
                  <a:pt x="1128617" y="1148239"/>
                  <a:pt x="1128617" y="1148239"/>
                </a:cubicBezTo>
                <a:cubicBezTo>
                  <a:pt x="1128236" y="1148239"/>
                  <a:pt x="1127855" y="1148239"/>
                  <a:pt x="1127570" y="1148429"/>
                </a:cubicBezTo>
                <a:close/>
                <a:moveTo>
                  <a:pt x="1134237" y="1159955"/>
                </a:moveTo>
                <a:lnTo>
                  <a:pt x="1129760" y="1154811"/>
                </a:lnTo>
                <a:lnTo>
                  <a:pt x="1129570" y="1151001"/>
                </a:lnTo>
                <a:lnTo>
                  <a:pt x="1133666" y="1152049"/>
                </a:lnTo>
                <a:cubicBezTo>
                  <a:pt x="1133666" y="1152049"/>
                  <a:pt x="1134428" y="1152049"/>
                  <a:pt x="1134713" y="1151858"/>
                </a:cubicBezTo>
                <a:cubicBezTo>
                  <a:pt x="1134999" y="1151573"/>
                  <a:pt x="1135190" y="1151287"/>
                  <a:pt x="1135190" y="1150906"/>
                </a:cubicBezTo>
                <a:lnTo>
                  <a:pt x="1135190" y="1150144"/>
                </a:lnTo>
                <a:cubicBezTo>
                  <a:pt x="1135190" y="1150144"/>
                  <a:pt x="1139666" y="1155287"/>
                  <a:pt x="1139666" y="1155287"/>
                </a:cubicBezTo>
                <a:lnTo>
                  <a:pt x="1134237" y="1159955"/>
                </a:lnTo>
                <a:close/>
                <a:moveTo>
                  <a:pt x="1185196" y="1101281"/>
                </a:moveTo>
                <a:cubicBezTo>
                  <a:pt x="1186339" y="1101281"/>
                  <a:pt x="1187291" y="1102233"/>
                  <a:pt x="1187291" y="1103376"/>
                </a:cubicBezTo>
                <a:lnTo>
                  <a:pt x="1187291" y="1121950"/>
                </a:lnTo>
                <a:cubicBezTo>
                  <a:pt x="1187291" y="1123093"/>
                  <a:pt x="1186339" y="1124045"/>
                  <a:pt x="1185196" y="1124045"/>
                </a:cubicBezTo>
                <a:lnTo>
                  <a:pt x="1166622" y="1124045"/>
                </a:lnTo>
                <a:cubicBezTo>
                  <a:pt x="1165479" y="1124045"/>
                  <a:pt x="1164527" y="1123093"/>
                  <a:pt x="1164527" y="1121950"/>
                </a:cubicBezTo>
                <a:lnTo>
                  <a:pt x="1164527" y="1103376"/>
                </a:lnTo>
                <a:cubicBezTo>
                  <a:pt x="1164527" y="1102233"/>
                  <a:pt x="1165479" y="1101281"/>
                  <a:pt x="1166622" y="1101281"/>
                </a:cubicBezTo>
                <a:lnTo>
                  <a:pt x="1185196" y="1101281"/>
                </a:lnTo>
                <a:close/>
                <a:moveTo>
                  <a:pt x="951643" y="835724"/>
                </a:moveTo>
                <a:cubicBezTo>
                  <a:pt x="951643" y="839724"/>
                  <a:pt x="948404" y="842867"/>
                  <a:pt x="944499" y="842867"/>
                </a:cubicBezTo>
                <a:cubicBezTo>
                  <a:pt x="940594" y="842867"/>
                  <a:pt x="937355" y="839629"/>
                  <a:pt x="937355" y="835724"/>
                </a:cubicBezTo>
                <a:cubicBezTo>
                  <a:pt x="937355" y="831818"/>
                  <a:pt x="940594" y="828580"/>
                  <a:pt x="944499" y="828580"/>
                </a:cubicBezTo>
                <a:cubicBezTo>
                  <a:pt x="948404" y="828580"/>
                  <a:pt x="951643" y="831818"/>
                  <a:pt x="951643" y="835724"/>
                </a:cubicBezTo>
                <a:close/>
                <a:moveTo>
                  <a:pt x="932212" y="767810"/>
                </a:moveTo>
                <a:lnTo>
                  <a:pt x="932212" y="743236"/>
                </a:lnTo>
                <a:lnTo>
                  <a:pt x="956786" y="743236"/>
                </a:lnTo>
                <a:lnTo>
                  <a:pt x="956786" y="767810"/>
                </a:lnTo>
                <a:lnTo>
                  <a:pt x="932212" y="767810"/>
                </a:lnTo>
                <a:close/>
                <a:moveTo>
                  <a:pt x="998315" y="835724"/>
                </a:moveTo>
                <a:cubicBezTo>
                  <a:pt x="998315" y="839724"/>
                  <a:pt x="995077" y="842867"/>
                  <a:pt x="991172" y="842867"/>
                </a:cubicBezTo>
                <a:cubicBezTo>
                  <a:pt x="987266" y="842867"/>
                  <a:pt x="984028" y="839629"/>
                  <a:pt x="984028" y="835724"/>
                </a:cubicBezTo>
                <a:cubicBezTo>
                  <a:pt x="984028" y="831818"/>
                  <a:pt x="987266" y="828580"/>
                  <a:pt x="991172" y="828580"/>
                </a:cubicBezTo>
                <a:cubicBezTo>
                  <a:pt x="995077" y="828580"/>
                  <a:pt x="998315" y="831818"/>
                  <a:pt x="998315" y="835724"/>
                </a:cubicBezTo>
                <a:close/>
                <a:moveTo>
                  <a:pt x="978884" y="767810"/>
                </a:moveTo>
                <a:lnTo>
                  <a:pt x="978884" y="743236"/>
                </a:lnTo>
                <a:lnTo>
                  <a:pt x="1003459" y="743236"/>
                </a:lnTo>
                <a:lnTo>
                  <a:pt x="1003459" y="767810"/>
                </a:lnTo>
                <a:lnTo>
                  <a:pt x="978884" y="767810"/>
                </a:lnTo>
                <a:close/>
                <a:moveTo>
                  <a:pt x="1037844" y="842963"/>
                </a:moveTo>
                <a:cubicBezTo>
                  <a:pt x="1033844" y="842963"/>
                  <a:pt x="1030700" y="839724"/>
                  <a:pt x="1030700" y="835819"/>
                </a:cubicBezTo>
                <a:cubicBezTo>
                  <a:pt x="1030700" y="831914"/>
                  <a:pt x="1033939" y="828675"/>
                  <a:pt x="1037844" y="828675"/>
                </a:cubicBezTo>
                <a:cubicBezTo>
                  <a:pt x="1041749" y="828675"/>
                  <a:pt x="1044988" y="831914"/>
                  <a:pt x="1044988" y="835819"/>
                </a:cubicBezTo>
                <a:cubicBezTo>
                  <a:pt x="1044988" y="839724"/>
                  <a:pt x="1041749" y="842963"/>
                  <a:pt x="1037844" y="842963"/>
                </a:cubicBezTo>
                <a:close/>
                <a:moveTo>
                  <a:pt x="1059371" y="877538"/>
                </a:moveTo>
                <a:lnTo>
                  <a:pt x="1043845" y="843058"/>
                </a:lnTo>
                <a:cubicBezTo>
                  <a:pt x="1045940" y="841343"/>
                  <a:pt x="1047369" y="838772"/>
                  <a:pt x="1047369" y="835819"/>
                </a:cubicBezTo>
                <a:cubicBezTo>
                  <a:pt x="1047369" y="830961"/>
                  <a:pt x="1043654" y="827151"/>
                  <a:pt x="1038987" y="826484"/>
                </a:cubicBezTo>
                <a:lnTo>
                  <a:pt x="1038987" y="790194"/>
                </a:lnTo>
                <a:lnTo>
                  <a:pt x="1083278" y="790194"/>
                </a:lnTo>
                <a:lnTo>
                  <a:pt x="1083278" y="828485"/>
                </a:lnTo>
                <a:cubicBezTo>
                  <a:pt x="1078611" y="829056"/>
                  <a:pt x="1074896" y="832961"/>
                  <a:pt x="1074896" y="837819"/>
                </a:cubicBezTo>
                <a:cubicBezTo>
                  <a:pt x="1074896" y="840391"/>
                  <a:pt x="1075944" y="842582"/>
                  <a:pt x="1077563" y="844296"/>
                </a:cubicBezTo>
                <a:lnTo>
                  <a:pt x="1059275" y="877634"/>
                </a:lnTo>
                <a:close/>
                <a:moveTo>
                  <a:pt x="1025557" y="767810"/>
                </a:moveTo>
                <a:lnTo>
                  <a:pt x="1025557" y="743236"/>
                </a:lnTo>
                <a:lnTo>
                  <a:pt x="1050131" y="743236"/>
                </a:lnTo>
                <a:lnTo>
                  <a:pt x="1050131" y="767810"/>
                </a:lnTo>
                <a:lnTo>
                  <a:pt x="1025557" y="767810"/>
                </a:lnTo>
                <a:close/>
                <a:moveTo>
                  <a:pt x="1091756" y="837724"/>
                </a:moveTo>
                <a:cubicBezTo>
                  <a:pt x="1091756" y="841724"/>
                  <a:pt x="1088517" y="844868"/>
                  <a:pt x="1084612" y="844868"/>
                </a:cubicBezTo>
                <a:cubicBezTo>
                  <a:pt x="1080707" y="844868"/>
                  <a:pt x="1077468" y="841629"/>
                  <a:pt x="1077468" y="837724"/>
                </a:cubicBezTo>
                <a:cubicBezTo>
                  <a:pt x="1077468" y="833819"/>
                  <a:pt x="1080707" y="830580"/>
                  <a:pt x="1084612" y="830580"/>
                </a:cubicBezTo>
                <a:cubicBezTo>
                  <a:pt x="1088517" y="830580"/>
                  <a:pt x="1091756" y="833819"/>
                  <a:pt x="1091756" y="837724"/>
                </a:cubicBezTo>
                <a:close/>
                <a:moveTo>
                  <a:pt x="1072325" y="767810"/>
                </a:moveTo>
                <a:lnTo>
                  <a:pt x="1072325" y="743236"/>
                </a:lnTo>
                <a:lnTo>
                  <a:pt x="1096899" y="743236"/>
                </a:lnTo>
                <a:lnTo>
                  <a:pt x="1096899" y="767810"/>
                </a:lnTo>
                <a:lnTo>
                  <a:pt x="1072325" y="767810"/>
                </a:lnTo>
                <a:close/>
                <a:moveTo>
                  <a:pt x="1094804" y="785336"/>
                </a:moveTo>
                <a:lnTo>
                  <a:pt x="1085755" y="785336"/>
                </a:lnTo>
                <a:lnTo>
                  <a:pt x="1085755" y="772573"/>
                </a:lnTo>
                <a:lnTo>
                  <a:pt x="1099280" y="772573"/>
                </a:lnTo>
                <a:cubicBezTo>
                  <a:pt x="1100614" y="772573"/>
                  <a:pt x="1101662" y="771525"/>
                  <a:pt x="1101662" y="770192"/>
                </a:cubicBezTo>
                <a:lnTo>
                  <a:pt x="1101662" y="740854"/>
                </a:lnTo>
                <a:cubicBezTo>
                  <a:pt x="1101662" y="739521"/>
                  <a:pt x="1100614" y="738473"/>
                  <a:pt x="1099280" y="738473"/>
                </a:cubicBezTo>
                <a:lnTo>
                  <a:pt x="1069943" y="738473"/>
                </a:lnTo>
                <a:cubicBezTo>
                  <a:pt x="1068610" y="738473"/>
                  <a:pt x="1067562" y="739521"/>
                  <a:pt x="1067562" y="740854"/>
                </a:cubicBezTo>
                <a:lnTo>
                  <a:pt x="1067562" y="770192"/>
                </a:lnTo>
                <a:cubicBezTo>
                  <a:pt x="1067562" y="771525"/>
                  <a:pt x="1068610" y="772573"/>
                  <a:pt x="1069943" y="772573"/>
                </a:cubicBezTo>
                <a:lnTo>
                  <a:pt x="1083469" y="772573"/>
                </a:lnTo>
                <a:lnTo>
                  <a:pt x="1083469" y="785336"/>
                </a:lnTo>
                <a:lnTo>
                  <a:pt x="1039177" y="785336"/>
                </a:lnTo>
                <a:lnTo>
                  <a:pt x="1039177" y="772573"/>
                </a:lnTo>
                <a:lnTo>
                  <a:pt x="1052703" y="772573"/>
                </a:lnTo>
                <a:cubicBezTo>
                  <a:pt x="1054037" y="772573"/>
                  <a:pt x="1055084" y="771525"/>
                  <a:pt x="1055084" y="770192"/>
                </a:cubicBezTo>
                <a:lnTo>
                  <a:pt x="1055084" y="740854"/>
                </a:lnTo>
                <a:cubicBezTo>
                  <a:pt x="1055084" y="739521"/>
                  <a:pt x="1054037" y="738473"/>
                  <a:pt x="1052703" y="738473"/>
                </a:cubicBezTo>
                <a:lnTo>
                  <a:pt x="1023366" y="738473"/>
                </a:lnTo>
                <a:cubicBezTo>
                  <a:pt x="1022033" y="738473"/>
                  <a:pt x="1020985" y="739521"/>
                  <a:pt x="1020985" y="740854"/>
                </a:cubicBezTo>
                <a:lnTo>
                  <a:pt x="1020985" y="770192"/>
                </a:lnTo>
                <a:cubicBezTo>
                  <a:pt x="1020985" y="771525"/>
                  <a:pt x="1022033" y="772573"/>
                  <a:pt x="1023366" y="772573"/>
                </a:cubicBezTo>
                <a:lnTo>
                  <a:pt x="1036892" y="772573"/>
                </a:lnTo>
                <a:lnTo>
                  <a:pt x="1036892" y="785336"/>
                </a:lnTo>
                <a:lnTo>
                  <a:pt x="992600" y="785336"/>
                </a:lnTo>
                <a:lnTo>
                  <a:pt x="992600" y="772573"/>
                </a:lnTo>
                <a:lnTo>
                  <a:pt x="1006126" y="772573"/>
                </a:lnTo>
                <a:cubicBezTo>
                  <a:pt x="1007459" y="772573"/>
                  <a:pt x="1008507" y="771525"/>
                  <a:pt x="1008507" y="770192"/>
                </a:cubicBezTo>
                <a:lnTo>
                  <a:pt x="1008507" y="740854"/>
                </a:lnTo>
                <a:cubicBezTo>
                  <a:pt x="1008507" y="739521"/>
                  <a:pt x="1007459" y="738473"/>
                  <a:pt x="1006126" y="738473"/>
                </a:cubicBezTo>
                <a:lnTo>
                  <a:pt x="976789" y="738473"/>
                </a:lnTo>
                <a:cubicBezTo>
                  <a:pt x="975455" y="738473"/>
                  <a:pt x="974408" y="739521"/>
                  <a:pt x="974408" y="740854"/>
                </a:cubicBezTo>
                <a:lnTo>
                  <a:pt x="974408" y="770192"/>
                </a:lnTo>
                <a:cubicBezTo>
                  <a:pt x="974408" y="771525"/>
                  <a:pt x="975455" y="772573"/>
                  <a:pt x="976789" y="772573"/>
                </a:cubicBezTo>
                <a:lnTo>
                  <a:pt x="990314" y="772573"/>
                </a:lnTo>
                <a:lnTo>
                  <a:pt x="990314" y="785336"/>
                </a:lnTo>
                <a:lnTo>
                  <a:pt x="946023" y="785336"/>
                </a:lnTo>
                <a:lnTo>
                  <a:pt x="946023" y="772573"/>
                </a:lnTo>
                <a:lnTo>
                  <a:pt x="959549" y="772573"/>
                </a:lnTo>
                <a:cubicBezTo>
                  <a:pt x="960882" y="772573"/>
                  <a:pt x="961930" y="771525"/>
                  <a:pt x="961930" y="770192"/>
                </a:cubicBezTo>
                <a:lnTo>
                  <a:pt x="961930" y="740854"/>
                </a:lnTo>
                <a:cubicBezTo>
                  <a:pt x="961930" y="739521"/>
                  <a:pt x="960882" y="738473"/>
                  <a:pt x="959549" y="738473"/>
                </a:cubicBezTo>
                <a:lnTo>
                  <a:pt x="930212" y="738473"/>
                </a:lnTo>
                <a:cubicBezTo>
                  <a:pt x="928878" y="738473"/>
                  <a:pt x="927830" y="739521"/>
                  <a:pt x="927830" y="740854"/>
                </a:cubicBezTo>
                <a:lnTo>
                  <a:pt x="927830" y="770192"/>
                </a:lnTo>
                <a:cubicBezTo>
                  <a:pt x="927830" y="771525"/>
                  <a:pt x="928878" y="772573"/>
                  <a:pt x="930212" y="772573"/>
                </a:cubicBezTo>
                <a:lnTo>
                  <a:pt x="943737" y="772573"/>
                </a:lnTo>
                <a:lnTo>
                  <a:pt x="943737" y="785336"/>
                </a:lnTo>
                <a:lnTo>
                  <a:pt x="936117" y="785336"/>
                </a:lnTo>
                <a:cubicBezTo>
                  <a:pt x="919639" y="785336"/>
                  <a:pt x="906304" y="771906"/>
                  <a:pt x="906304" y="755428"/>
                </a:cubicBezTo>
                <a:cubicBezTo>
                  <a:pt x="906304" y="738950"/>
                  <a:pt x="919734" y="725519"/>
                  <a:pt x="936117" y="725519"/>
                </a:cubicBezTo>
                <a:lnTo>
                  <a:pt x="1095280" y="725519"/>
                </a:lnTo>
                <a:cubicBezTo>
                  <a:pt x="1111758" y="725519"/>
                  <a:pt x="1125188" y="738950"/>
                  <a:pt x="1125188" y="755428"/>
                </a:cubicBezTo>
                <a:cubicBezTo>
                  <a:pt x="1125188" y="771906"/>
                  <a:pt x="1111758" y="785336"/>
                  <a:pt x="1095280" y="785336"/>
                </a:cubicBezTo>
                <a:close/>
                <a:moveTo>
                  <a:pt x="1201103" y="1303687"/>
                </a:moveTo>
                <a:cubicBezTo>
                  <a:pt x="1205389" y="1306830"/>
                  <a:pt x="1208151" y="1311497"/>
                  <a:pt x="1209008" y="1316736"/>
                </a:cubicBezTo>
                <a:cubicBezTo>
                  <a:pt x="1209770" y="1321975"/>
                  <a:pt x="1208532" y="1327214"/>
                  <a:pt x="1205389" y="1331595"/>
                </a:cubicBezTo>
                <a:cubicBezTo>
                  <a:pt x="1202246" y="1335881"/>
                  <a:pt x="1197578" y="1338739"/>
                  <a:pt x="1192340" y="1339501"/>
                </a:cubicBezTo>
                <a:cubicBezTo>
                  <a:pt x="1191292" y="1339691"/>
                  <a:pt x="1190244" y="1339691"/>
                  <a:pt x="1189292" y="1339691"/>
                </a:cubicBezTo>
                <a:cubicBezTo>
                  <a:pt x="1185101" y="1339691"/>
                  <a:pt x="1181005" y="1338358"/>
                  <a:pt x="1177576" y="1335786"/>
                </a:cubicBezTo>
                <a:cubicBezTo>
                  <a:pt x="1168718" y="1329309"/>
                  <a:pt x="1166813" y="1316736"/>
                  <a:pt x="1173290" y="1307878"/>
                </a:cubicBezTo>
                <a:cubicBezTo>
                  <a:pt x="1179767" y="1299020"/>
                  <a:pt x="1192244" y="1297115"/>
                  <a:pt x="1201198" y="1303592"/>
                </a:cubicBezTo>
                <a:close/>
                <a:moveTo>
                  <a:pt x="1290257" y="1039273"/>
                </a:moveTo>
                <a:lnTo>
                  <a:pt x="1292162" y="1040702"/>
                </a:lnTo>
                <a:lnTo>
                  <a:pt x="1284637" y="1040702"/>
                </a:lnTo>
                <a:lnTo>
                  <a:pt x="1284637" y="1033558"/>
                </a:lnTo>
                <a:lnTo>
                  <a:pt x="1292162" y="1033558"/>
                </a:lnTo>
                <a:cubicBezTo>
                  <a:pt x="1292162" y="1033558"/>
                  <a:pt x="1293876" y="1034891"/>
                  <a:pt x="1293876" y="1034891"/>
                </a:cubicBezTo>
                <a:lnTo>
                  <a:pt x="1290352" y="1037273"/>
                </a:lnTo>
                <a:cubicBezTo>
                  <a:pt x="1290352" y="1037273"/>
                  <a:pt x="1289876" y="1037844"/>
                  <a:pt x="1289876" y="1038225"/>
                </a:cubicBezTo>
                <a:cubicBezTo>
                  <a:pt x="1289876" y="1038606"/>
                  <a:pt x="1290066" y="1038987"/>
                  <a:pt x="1290352" y="1039177"/>
                </a:cubicBezTo>
                <a:close/>
                <a:moveTo>
                  <a:pt x="1290638" y="1077087"/>
                </a:moveTo>
                <a:lnTo>
                  <a:pt x="1292543" y="1078516"/>
                </a:lnTo>
                <a:lnTo>
                  <a:pt x="1284637" y="1078516"/>
                </a:lnTo>
                <a:cubicBezTo>
                  <a:pt x="1284637" y="1078516"/>
                  <a:pt x="1284637" y="1071372"/>
                  <a:pt x="1284637" y="1071372"/>
                </a:cubicBezTo>
                <a:lnTo>
                  <a:pt x="1292543" y="1071372"/>
                </a:lnTo>
                <a:cubicBezTo>
                  <a:pt x="1292543" y="1071372"/>
                  <a:pt x="1294257" y="1072706"/>
                  <a:pt x="1294257" y="1072706"/>
                </a:cubicBezTo>
                <a:lnTo>
                  <a:pt x="1290733" y="1075087"/>
                </a:lnTo>
                <a:cubicBezTo>
                  <a:pt x="1290733" y="1075087"/>
                  <a:pt x="1290257" y="1075658"/>
                  <a:pt x="1290257" y="1076039"/>
                </a:cubicBezTo>
                <a:cubicBezTo>
                  <a:pt x="1290257" y="1076420"/>
                  <a:pt x="1290447" y="1076801"/>
                  <a:pt x="1290733" y="1076992"/>
                </a:cubicBezTo>
                <a:close/>
                <a:moveTo>
                  <a:pt x="1290638" y="1114806"/>
                </a:moveTo>
                <a:lnTo>
                  <a:pt x="1292543" y="1116235"/>
                </a:lnTo>
                <a:lnTo>
                  <a:pt x="1284637" y="1116235"/>
                </a:lnTo>
                <a:cubicBezTo>
                  <a:pt x="1284637" y="1116235"/>
                  <a:pt x="1284637" y="1109091"/>
                  <a:pt x="1284637" y="1109091"/>
                </a:cubicBezTo>
                <a:lnTo>
                  <a:pt x="1292543" y="1109091"/>
                </a:lnTo>
                <a:cubicBezTo>
                  <a:pt x="1292543" y="1109091"/>
                  <a:pt x="1294257" y="1110425"/>
                  <a:pt x="1294257" y="1110425"/>
                </a:cubicBezTo>
                <a:lnTo>
                  <a:pt x="1290733" y="1112806"/>
                </a:lnTo>
                <a:cubicBezTo>
                  <a:pt x="1290733" y="1112806"/>
                  <a:pt x="1290257" y="1113377"/>
                  <a:pt x="1290257" y="1113758"/>
                </a:cubicBezTo>
                <a:cubicBezTo>
                  <a:pt x="1290257" y="1114139"/>
                  <a:pt x="1290447" y="1114520"/>
                  <a:pt x="1290733" y="1114711"/>
                </a:cubicBezTo>
                <a:close/>
                <a:moveTo>
                  <a:pt x="1284542" y="1153954"/>
                </a:moveTo>
                <a:lnTo>
                  <a:pt x="1284542" y="1146810"/>
                </a:lnTo>
                <a:lnTo>
                  <a:pt x="1292447" y="1146810"/>
                </a:lnTo>
                <a:cubicBezTo>
                  <a:pt x="1292447" y="1146810"/>
                  <a:pt x="1294162" y="1148144"/>
                  <a:pt x="1294162" y="1148144"/>
                </a:cubicBezTo>
                <a:lnTo>
                  <a:pt x="1290638" y="1150525"/>
                </a:lnTo>
                <a:cubicBezTo>
                  <a:pt x="1290638" y="1150525"/>
                  <a:pt x="1290161" y="1151096"/>
                  <a:pt x="1290161" y="1151477"/>
                </a:cubicBezTo>
                <a:cubicBezTo>
                  <a:pt x="1290161" y="1151858"/>
                  <a:pt x="1290352" y="1152239"/>
                  <a:pt x="1290638" y="1152430"/>
                </a:cubicBezTo>
                <a:lnTo>
                  <a:pt x="1292543" y="1153859"/>
                </a:lnTo>
                <a:lnTo>
                  <a:pt x="1284637" y="1153859"/>
                </a:lnTo>
                <a:close/>
                <a:moveTo>
                  <a:pt x="1296924" y="1147286"/>
                </a:moveTo>
                <a:lnTo>
                  <a:pt x="1296353" y="1146810"/>
                </a:lnTo>
                <a:lnTo>
                  <a:pt x="1302830" y="1146810"/>
                </a:lnTo>
                <a:cubicBezTo>
                  <a:pt x="1302830" y="1146810"/>
                  <a:pt x="1302830" y="1153954"/>
                  <a:pt x="1302830" y="1153954"/>
                </a:cubicBezTo>
                <a:lnTo>
                  <a:pt x="1296353" y="1153954"/>
                </a:lnTo>
                <a:cubicBezTo>
                  <a:pt x="1296353" y="1153954"/>
                  <a:pt x="1293400" y="1151573"/>
                  <a:pt x="1293400" y="1151573"/>
                </a:cubicBezTo>
                <a:lnTo>
                  <a:pt x="1296924" y="1149191"/>
                </a:lnTo>
                <a:cubicBezTo>
                  <a:pt x="1296924" y="1149191"/>
                  <a:pt x="1297400" y="1148620"/>
                  <a:pt x="1297400" y="1148239"/>
                </a:cubicBezTo>
                <a:cubicBezTo>
                  <a:pt x="1297400" y="1147858"/>
                  <a:pt x="1297210" y="1147477"/>
                  <a:pt x="1296924" y="1147286"/>
                </a:cubicBezTo>
                <a:close/>
                <a:moveTo>
                  <a:pt x="1296924" y="1109567"/>
                </a:moveTo>
                <a:lnTo>
                  <a:pt x="1296353" y="1109091"/>
                </a:lnTo>
                <a:lnTo>
                  <a:pt x="1302830" y="1109091"/>
                </a:lnTo>
                <a:cubicBezTo>
                  <a:pt x="1302830" y="1109091"/>
                  <a:pt x="1302830" y="1116235"/>
                  <a:pt x="1302830" y="1116235"/>
                </a:cubicBezTo>
                <a:lnTo>
                  <a:pt x="1296448" y="1116235"/>
                </a:lnTo>
                <a:cubicBezTo>
                  <a:pt x="1296448" y="1116235"/>
                  <a:pt x="1293400" y="1113854"/>
                  <a:pt x="1293400" y="1113854"/>
                </a:cubicBezTo>
                <a:lnTo>
                  <a:pt x="1296924" y="1111472"/>
                </a:lnTo>
                <a:cubicBezTo>
                  <a:pt x="1296924" y="1111472"/>
                  <a:pt x="1297400" y="1110901"/>
                  <a:pt x="1297400" y="1110520"/>
                </a:cubicBezTo>
                <a:cubicBezTo>
                  <a:pt x="1297400" y="1110139"/>
                  <a:pt x="1297210" y="1109758"/>
                  <a:pt x="1296924" y="1109567"/>
                </a:cubicBezTo>
                <a:close/>
                <a:moveTo>
                  <a:pt x="1297019" y="1071848"/>
                </a:moveTo>
                <a:lnTo>
                  <a:pt x="1296448" y="1071372"/>
                </a:lnTo>
                <a:lnTo>
                  <a:pt x="1302925" y="1071372"/>
                </a:lnTo>
                <a:cubicBezTo>
                  <a:pt x="1302925" y="1071372"/>
                  <a:pt x="1302925" y="1078516"/>
                  <a:pt x="1302925" y="1078516"/>
                </a:cubicBezTo>
                <a:lnTo>
                  <a:pt x="1296448" y="1078516"/>
                </a:lnTo>
                <a:cubicBezTo>
                  <a:pt x="1296448" y="1078516"/>
                  <a:pt x="1293495" y="1076135"/>
                  <a:pt x="1293495" y="1076135"/>
                </a:cubicBezTo>
                <a:lnTo>
                  <a:pt x="1297019" y="1073753"/>
                </a:lnTo>
                <a:cubicBezTo>
                  <a:pt x="1297019" y="1073753"/>
                  <a:pt x="1297496" y="1073182"/>
                  <a:pt x="1297496" y="1072801"/>
                </a:cubicBezTo>
                <a:cubicBezTo>
                  <a:pt x="1297496" y="1072420"/>
                  <a:pt x="1297305" y="1072039"/>
                  <a:pt x="1297019" y="1071848"/>
                </a:cubicBezTo>
                <a:close/>
                <a:moveTo>
                  <a:pt x="1293019" y="1038416"/>
                </a:moveTo>
                <a:lnTo>
                  <a:pt x="1296543" y="1036034"/>
                </a:lnTo>
                <a:cubicBezTo>
                  <a:pt x="1296543" y="1036034"/>
                  <a:pt x="1297019" y="1035463"/>
                  <a:pt x="1297019" y="1035082"/>
                </a:cubicBezTo>
                <a:cubicBezTo>
                  <a:pt x="1297019" y="1034701"/>
                  <a:pt x="1296829" y="1034320"/>
                  <a:pt x="1296543" y="1034129"/>
                </a:cubicBezTo>
                <a:lnTo>
                  <a:pt x="1295972" y="1033653"/>
                </a:lnTo>
                <a:lnTo>
                  <a:pt x="1302830" y="1033653"/>
                </a:lnTo>
                <a:lnTo>
                  <a:pt x="1302830" y="1040797"/>
                </a:lnTo>
                <a:lnTo>
                  <a:pt x="1295972" y="1040797"/>
                </a:lnTo>
                <a:cubicBezTo>
                  <a:pt x="1295972" y="1040797"/>
                  <a:pt x="1293019" y="1038416"/>
                  <a:pt x="1293019" y="1038416"/>
                </a:cubicBezTo>
                <a:close/>
                <a:moveTo>
                  <a:pt x="335661" y="2046542"/>
                </a:moveTo>
                <a:lnTo>
                  <a:pt x="342805" y="2046542"/>
                </a:lnTo>
                <a:lnTo>
                  <a:pt x="342805" y="2055019"/>
                </a:lnTo>
                <a:lnTo>
                  <a:pt x="335661" y="2055019"/>
                </a:lnTo>
                <a:lnTo>
                  <a:pt x="335661" y="2046542"/>
                </a:lnTo>
                <a:close/>
                <a:moveTo>
                  <a:pt x="335661" y="2063401"/>
                </a:moveTo>
                <a:lnTo>
                  <a:pt x="342805" y="2063401"/>
                </a:lnTo>
                <a:lnTo>
                  <a:pt x="342805" y="2071878"/>
                </a:lnTo>
                <a:lnTo>
                  <a:pt x="335661" y="2071878"/>
                </a:lnTo>
                <a:lnTo>
                  <a:pt x="335661" y="2063401"/>
                </a:lnTo>
                <a:close/>
                <a:moveTo>
                  <a:pt x="2293811" y="4118991"/>
                </a:moveTo>
                <a:cubicBezTo>
                  <a:pt x="2297906" y="4113467"/>
                  <a:pt x="2299621" y="4106609"/>
                  <a:pt x="2298573" y="4099751"/>
                </a:cubicBezTo>
                <a:cubicBezTo>
                  <a:pt x="2297525" y="4092893"/>
                  <a:pt x="2293906" y="4086892"/>
                  <a:pt x="2288286" y="4082796"/>
                </a:cubicBezTo>
                <a:cubicBezTo>
                  <a:pt x="2283809" y="4079558"/>
                  <a:pt x="2278571" y="4077748"/>
                  <a:pt x="2273141" y="4077748"/>
                </a:cubicBezTo>
                <a:lnTo>
                  <a:pt x="2275523" y="4077748"/>
                </a:lnTo>
                <a:cubicBezTo>
                  <a:pt x="2275523" y="4077748"/>
                  <a:pt x="2276570" y="3899535"/>
                  <a:pt x="2276570" y="3899535"/>
                </a:cubicBezTo>
                <a:lnTo>
                  <a:pt x="2196656" y="3819144"/>
                </a:lnTo>
                <a:lnTo>
                  <a:pt x="2195989" y="3818477"/>
                </a:lnTo>
                <a:lnTo>
                  <a:pt x="2042827" y="3818668"/>
                </a:lnTo>
                <a:lnTo>
                  <a:pt x="2003298" y="3861816"/>
                </a:lnTo>
                <a:lnTo>
                  <a:pt x="2003298" y="3927253"/>
                </a:lnTo>
                <a:cubicBezTo>
                  <a:pt x="1996821" y="3928301"/>
                  <a:pt x="1991868" y="3934016"/>
                  <a:pt x="1991868" y="3940874"/>
                </a:cubicBezTo>
                <a:cubicBezTo>
                  <a:pt x="1991868" y="3948494"/>
                  <a:pt x="1998059" y="3954685"/>
                  <a:pt x="2005679" y="3954685"/>
                </a:cubicBezTo>
                <a:cubicBezTo>
                  <a:pt x="2013299" y="3954685"/>
                  <a:pt x="2019491" y="3948494"/>
                  <a:pt x="2019491" y="3940874"/>
                </a:cubicBezTo>
                <a:cubicBezTo>
                  <a:pt x="2019491" y="3934111"/>
                  <a:pt x="2014633" y="3928491"/>
                  <a:pt x="2008156" y="3927253"/>
                </a:cubicBezTo>
                <a:lnTo>
                  <a:pt x="2008156" y="3863626"/>
                </a:lnTo>
                <a:cubicBezTo>
                  <a:pt x="2008156" y="3863626"/>
                  <a:pt x="2044922" y="3823430"/>
                  <a:pt x="2044922" y="3823430"/>
                </a:cubicBezTo>
                <a:lnTo>
                  <a:pt x="2193989" y="3823240"/>
                </a:lnTo>
                <a:lnTo>
                  <a:pt x="2271808" y="3901535"/>
                </a:lnTo>
                <a:lnTo>
                  <a:pt x="2270760" y="4077748"/>
                </a:lnTo>
                <a:lnTo>
                  <a:pt x="2273141" y="4077748"/>
                </a:lnTo>
                <a:cubicBezTo>
                  <a:pt x="2271808" y="4077748"/>
                  <a:pt x="2270474" y="4077843"/>
                  <a:pt x="2269236" y="4078034"/>
                </a:cubicBezTo>
                <a:cubicBezTo>
                  <a:pt x="2262378" y="4079081"/>
                  <a:pt x="2256377" y="4082701"/>
                  <a:pt x="2252282" y="4088321"/>
                </a:cubicBezTo>
                <a:cubicBezTo>
                  <a:pt x="2248186" y="4093940"/>
                  <a:pt x="2246471" y="4100703"/>
                  <a:pt x="2247519" y="4107561"/>
                </a:cubicBezTo>
                <a:cubicBezTo>
                  <a:pt x="2248567" y="4114419"/>
                  <a:pt x="2252186" y="4120420"/>
                  <a:pt x="2257806" y="4124516"/>
                </a:cubicBezTo>
                <a:cubicBezTo>
                  <a:pt x="2269331" y="4132993"/>
                  <a:pt x="2285524" y="4130421"/>
                  <a:pt x="2293906" y="4118991"/>
                </a:cubicBezTo>
                <a:close/>
                <a:moveTo>
                  <a:pt x="2255996" y="4091273"/>
                </a:moveTo>
                <a:cubicBezTo>
                  <a:pt x="2259330" y="4086701"/>
                  <a:pt x="2264188" y="4083749"/>
                  <a:pt x="2269808" y="4082892"/>
                </a:cubicBezTo>
                <a:cubicBezTo>
                  <a:pt x="2275427" y="4082034"/>
                  <a:pt x="2280952" y="4083368"/>
                  <a:pt x="2285524" y="4086701"/>
                </a:cubicBezTo>
                <a:cubicBezTo>
                  <a:pt x="2290096" y="4090035"/>
                  <a:pt x="2293049" y="4094893"/>
                  <a:pt x="2293906" y="4100513"/>
                </a:cubicBezTo>
                <a:cubicBezTo>
                  <a:pt x="2294763" y="4106037"/>
                  <a:pt x="2293430" y="4111657"/>
                  <a:pt x="2290096" y="4116134"/>
                </a:cubicBezTo>
                <a:lnTo>
                  <a:pt x="2290096" y="4116134"/>
                </a:lnTo>
                <a:cubicBezTo>
                  <a:pt x="2286762" y="4120705"/>
                  <a:pt x="2281904" y="4123659"/>
                  <a:pt x="2276285" y="4124516"/>
                </a:cubicBezTo>
                <a:cubicBezTo>
                  <a:pt x="2275237" y="4124706"/>
                  <a:pt x="2274094" y="4124801"/>
                  <a:pt x="2273046" y="4124801"/>
                </a:cubicBezTo>
                <a:cubicBezTo>
                  <a:pt x="2268569" y="4124801"/>
                  <a:pt x="2264283" y="4123373"/>
                  <a:pt x="2260664" y="4120705"/>
                </a:cubicBezTo>
                <a:cubicBezTo>
                  <a:pt x="2251329" y="4113848"/>
                  <a:pt x="2249234" y="4100608"/>
                  <a:pt x="2256092" y="4091178"/>
                </a:cubicBezTo>
                <a:close/>
                <a:moveTo>
                  <a:pt x="386239" y="2158556"/>
                </a:moveTo>
                <a:lnTo>
                  <a:pt x="389573" y="2161985"/>
                </a:lnTo>
                <a:lnTo>
                  <a:pt x="382334" y="2169033"/>
                </a:lnTo>
                <a:lnTo>
                  <a:pt x="379000" y="2165604"/>
                </a:lnTo>
                <a:lnTo>
                  <a:pt x="386239" y="2158556"/>
                </a:lnTo>
                <a:close/>
                <a:moveTo>
                  <a:pt x="2260473" y="4297776"/>
                </a:moveTo>
                <a:cubicBezTo>
                  <a:pt x="2266664" y="4297776"/>
                  <a:pt x="2271713" y="4292727"/>
                  <a:pt x="2271713" y="4286536"/>
                </a:cubicBezTo>
                <a:cubicBezTo>
                  <a:pt x="2271713" y="4280345"/>
                  <a:pt x="2266664" y="4275296"/>
                  <a:pt x="2260473" y="4275296"/>
                </a:cubicBezTo>
                <a:cubicBezTo>
                  <a:pt x="2254282" y="4275296"/>
                  <a:pt x="2249234" y="4280345"/>
                  <a:pt x="2249234" y="4286536"/>
                </a:cubicBezTo>
                <a:cubicBezTo>
                  <a:pt x="2249234" y="4292727"/>
                  <a:pt x="2254282" y="4297776"/>
                  <a:pt x="2260473" y="4297776"/>
                </a:cubicBezTo>
                <a:close/>
                <a:moveTo>
                  <a:pt x="2260473" y="4280059"/>
                </a:moveTo>
                <a:cubicBezTo>
                  <a:pt x="2264093" y="4280059"/>
                  <a:pt x="2266950" y="4283012"/>
                  <a:pt x="2266950" y="4286536"/>
                </a:cubicBezTo>
                <a:cubicBezTo>
                  <a:pt x="2266950" y="4290060"/>
                  <a:pt x="2263997" y="4293013"/>
                  <a:pt x="2260473" y="4293013"/>
                </a:cubicBezTo>
                <a:cubicBezTo>
                  <a:pt x="2256949" y="4293013"/>
                  <a:pt x="2253996" y="4290060"/>
                  <a:pt x="2253996" y="4286536"/>
                </a:cubicBezTo>
                <a:cubicBezTo>
                  <a:pt x="2253996" y="4283012"/>
                  <a:pt x="2256949" y="4280059"/>
                  <a:pt x="2260473" y="4280059"/>
                </a:cubicBezTo>
                <a:close/>
                <a:moveTo>
                  <a:pt x="1316641" y="1305306"/>
                </a:moveTo>
                <a:cubicBezTo>
                  <a:pt x="1312736" y="1310545"/>
                  <a:pt x="1311212" y="1317022"/>
                  <a:pt x="1312164" y="1323499"/>
                </a:cubicBezTo>
                <a:cubicBezTo>
                  <a:pt x="1313117" y="1329976"/>
                  <a:pt x="1316641" y="1335596"/>
                  <a:pt x="1321880" y="1339501"/>
                </a:cubicBezTo>
                <a:cubicBezTo>
                  <a:pt x="1327118" y="1343406"/>
                  <a:pt x="1333595" y="1344930"/>
                  <a:pt x="1340072" y="1343978"/>
                </a:cubicBezTo>
                <a:cubicBezTo>
                  <a:pt x="1346549" y="1343025"/>
                  <a:pt x="1352169" y="1339501"/>
                  <a:pt x="1356074" y="1334262"/>
                </a:cubicBezTo>
                <a:cubicBezTo>
                  <a:pt x="1364075" y="1323403"/>
                  <a:pt x="1361694" y="1308068"/>
                  <a:pt x="1350836" y="1300067"/>
                </a:cubicBezTo>
                <a:cubicBezTo>
                  <a:pt x="1347121" y="1297305"/>
                  <a:pt x="1342930" y="1295876"/>
                  <a:pt x="1338644" y="1295495"/>
                </a:cubicBezTo>
                <a:lnTo>
                  <a:pt x="1338644" y="1262825"/>
                </a:lnTo>
                <a:cubicBezTo>
                  <a:pt x="1338644" y="1262825"/>
                  <a:pt x="1409033" y="1201007"/>
                  <a:pt x="1409033" y="1201007"/>
                </a:cubicBezTo>
                <a:lnTo>
                  <a:pt x="1473708" y="1201007"/>
                </a:lnTo>
                <a:lnTo>
                  <a:pt x="1473708" y="1203103"/>
                </a:lnTo>
                <a:cubicBezTo>
                  <a:pt x="1473708" y="1205198"/>
                  <a:pt x="1475423" y="1206913"/>
                  <a:pt x="1477518" y="1206913"/>
                </a:cubicBezTo>
                <a:lnTo>
                  <a:pt x="1497616" y="1206913"/>
                </a:lnTo>
                <a:cubicBezTo>
                  <a:pt x="1499711" y="1206913"/>
                  <a:pt x="1501426" y="1205198"/>
                  <a:pt x="1501426" y="1203103"/>
                </a:cubicBezTo>
                <a:lnTo>
                  <a:pt x="1501426" y="1201007"/>
                </a:lnTo>
                <a:lnTo>
                  <a:pt x="1601153" y="1201007"/>
                </a:lnTo>
                <a:lnTo>
                  <a:pt x="1670399" y="1267016"/>
                </a:lnTo>
                <a:lnTo>
                  <a:pt x="1719263" y="1267301"/>
                </a:lnTo>
                <a:cubicBezTo>
                  <a:pt x="1719358" y="1268063"/>
                  <a:pt x="1719548" y="1268825"/>
                  <a:pt x="1719834" y="1269587"/>
                </a:cubicBezTo>
                <a:cubicBezTo>
                  <a:pt x="1721072" y="1273302"/>
                  <a:pt x="1723644" y="1276255"/>
                  <a:pt x="1727168" y="1277969"/>
                </a:cubicBezTo>
                <a:cubicBezTo>
                  <a:pt x="1729264" y="1279017"/>
                  <a:pt x="1731455" y="1279493"/>
                  <a:pt x="1733550" y="1279493"/>
                </a:cubicBezTo>
                <a:cubicBezTo>
                  <a:pt x="1738884" y="1279493"/>
                  <a:pt x="1744123" y="1276541"/>
                  <a:pt x="1746599" y="1271397"/>
                </a:cubicBezTo>
                <a:cubicBezTo>
                  <a:pt x="1750124" y="1264253"/>
                  <a:pt x="1747171" y="1255490"/>
                  <a:pt x="1740027" y="1251871"/>
                </a:cubicBezTo>
                <a:cubicBezTo>
                  <a:pt x="1732883" y="1248347"/>
                  <a:pt x="1724120" y="1251299"/>
                  <a:pt x="1720501" y="1258443"/>
                </a:cubicBezTo>
                <a:cubicBezTo>
                  <a:pt x="1719834" y="1259777"/>
                  <a:pt x="1719453" y="1261110"/>
                  <a:pt x="1719263" y="1262539"/>
                </a:cubicBezTo>
                <a:lnTo>
                  <a:pt x="1672304" y="1262253"/>
                </a:lnTo>
                <a:lnTo>
                  <a:pt x="1603057" y="1196245"/>
                </a:lnTo>
                <a:lnTo>
                  <a:pt x="1501426" y="1196245"/>
                </a:lnTo>
                <a:lnTo>
                  <a:pt x="1501426" y="1194149"/>
                </a:lnTo>
                <a:cubicBezTo>
                  <a:pt x="1501426" y="1192054"/>
                  <a:pt x="1499711" y="1190339"/>
                  <a:pt x="1497616" y="1190339"/>
                </a:cubicBezTo>
                <a:lnTo>
                  <a:pt x="1477518" y="1190339"/>
                </a:lnTo>
                <a:cubicBezTo>
                  <a:pt x="1475423" y="1190339"/>
                  <a:pt x="1473708" y="1192054"/>
                  <a:pt x="1473708" y="1194149"/>
                </a:cubicBezTo>
                <a:lnTo>
                  <a:pt x="1473708" y="1196245"/>
                </a:lnTo>
                <a:lnTo>
                  <a:pt x="1407224" y="1196245"/>
                </a:lnTo>
                <a:lnTo>
                  <a:pt x="1334167" y="1260539"/>
                </a:lnTo>
                <a:lnTo>
                  <a:pt x="1334167" y="1260539"/>
                </a:lnTo>
                <a:cubicBezTo>
                  <a:pt x="1334167" y="1260539"/>
                  <a:pt x="1334072" y="1295591"/>
                  <a:pt x="1334072" y="1295591"/>
                </a:cubicBezTo>
                <a:cubicBezTo>
                  <a:pt x="1327309" y="1296257"/>
                  <a:pt x="1320927" y="1299401"/>
                  <a:pt x="1316641" y="1305306"/>
                </a:cubicBezTo>
                <a:close/>
                <a:moveTo>
                  <a:pt x="1724692" y="1260539"/>
                </a:moveTo>
                <a:cubicBezTo>
                  <a:pt x="1726406" y="1257110"/>
                  <a:pt x="1729835" y="1255109"/>
                  <a:pt x="1733455" y="1255109"/>
                </a:cubicBezTo>
                <a:cubicBezTo>
                  <a:pt x="1734884" y="1255109"/>
                  <a:pt x="1736407" y="1255395"/>
                  <a:pt x="1737741" y="1256157"/>
                </a:cubicBezTo>
                <a:cubicBezTo>
                  <a:pt x="1742599" y="1258538"/>
                  <a:pt x="1744599" y="1264444"/>
                  <a:pt x="1742123" y="1269302"/>
                </a:cubicBezTo>
                <a:cubicBezTo>
                  <a:pt x="1739741" y="1274159"/>
                  <a:pt x="1733836" y="1276160"/>
                  <a:pt x="1728978" y="1273683"/>
                </a:cubicBezTo>
                <a:cubicBezTo>
                  <a:pt x="1726597" y="1272540"/>
                  <a:pt x="1724882" y="1270540"/>
                  <a:pt x="1724025" y="1268063"/>
                </a:cubicBezTo>
                <a:cubicBezTo>
                  <a:pt x="1723168" y="1265587"/>
                  <a:pt x="1723358" y="1262920"/>
                  <a:pt x="1724501" y="1260634"/>
                </a:cubicBezTo>
                <a:close/>
                <a:moveTo>
                  <a:pt x="1496568" y="1195102"/>
                </a:moveTo>
                <a:lnTo>
                  <a:pt x="1496568" y="1202246"/>
                </a:lnTo>
                <a:lnTo>
                  <a:pt x="1490091" y="1202246"/>
                </a:lnTo>
                <a:lnTo>
                  <a:pt x="1487138" y="1199960"/>
                </a:lnTo>
                <a:lnTo>
                  <a:pt x="1490663" y="1197578"/>
                </a:lnTo>
                <a:cubicBezTo>
                  <a:pt x="1490663" y="1197578"/>
                  <a:pt x="1491139" y="1197007"/>
                  <a:pt x="1491139" y="1196626"/>
                </a:cubicBezTo>
                <a:cubicBezTo>
                  <a:pt x="1491139" y="1196245"/>
                  <a:pt x="1490948" y="1195864"/>
                  <a:pt x="1490663" y="1195673"/>
                </a:cubicBezTo>
                <a:lnTo>
                  <a:pt x="1489996" y="1195197"/>
                </a:lnTo>
                <a:lnTo>
                  <a:pt x="1496473" y="1195197"/>
                </a:lnTo>
                <a:close/>
                <a:moveTo>
                  <a:pt x="1478375" y="1195102"/>
                </a:moveTo>
                <a:lnTo>
                  <a:pt x="1486281" y="1195102"/>
                </a:lnTo>
                <a:lnTo>
                  <a:pt x="1487996" y="1196435"/>
                </a:lnTo>
                <a:lnTo>
                  <a:pt x="1484471" y="1198817"/>
                </a:lnTo>
                <a:cubicBezTo>
                  <a:pt x="1484471" y="1198817"/>
                  <a:pt x="1483995" y="1199388"/>
                  <a:pt x="1483995" y="1199769"/>
                </a:cubicBezTo>
                <a:cubicBezTo>
                  <a:pt x="1483995" y="1200150"/>
                  <a:pt x="1484186" y="1200531"/>
                  <a:pt x="1484471" y="1200722"/>
                </a:cubicBezTo>
                <a:lnTo>
                  <a:pt x="1486376" y="1202150"/>
                </a:lnTo>
                <a:lnTo>
                  <a:pt x="1478471" y="1202150"/>
                </a:lnTo>
                <a:lnTo>
                  <a:pt x="1478471" y="1195007"/>
                </a:lnTo>
                <a:close/>
                <a:moveTo>
                  <a:pt x="1348073" y="1303687"/>
                </a:moveTo>
                <a:cubicBezTo>
                  <a:pt x="1356932" y="1310164"/>
                  <a:pt x="1358837" y="1322642"/>
                  <a:pt x="1352360" y="1331500"/>
                </a:cubicBezTo>
                <a:cubicBezTo>
                  <a:pt x="1349216" y="1335786"/>
                  <a:pt x="1344549" y="1338644"/>
                  <a:pt x="1339310" y="1339406"/>
                </a:cubicBezTo>
                <a:cubicBezTo>
                  <a:pt x="1338263" y="1339596"/>
                  <a:pt x="1337215" y="1339596"/>
                  <a:pt x="1336262" y="1339596"/>
                </a:cubicBezTo>
                <a:cubicBezTo>
                  <a:pt x="1332071" y="1339596"/>
                  <a:pt x="1327976" y="1338263"/>
                  <a:pt x="1324547" y="1335691"/>
                </a:cubicBezTo>
                <a:cubicBezTo>
                  <a:pt x="1320260" y="1332548"/>
                  <a:pt x="1317403" y="1327880"/>
                  <a:pt x="1316641" y="1322642"/>
                </a:cubicBezTo>
                <a:cubicBezTo>
                  <a:pt x="1315879" y="1317403"/>
                  <a:pt x="1317117" y="1312164"/>
                  <a:pt x="1320260" y="1307782"/>
                </a:cubicBezTo>
                <a:cubicBezTo>
                  <a:pt x="1326737" y="1298924"/>
                  <a:pt x="1339310" y="1297019"/>
                  <a:pt x="1348073" y="1303496"/>
                </a:cubicBezTo>
                <a:close/>
                <a:moveTo>
                  <a:pt x="335280" y="2208181"/>
                </a:moveTo>
                <a:lnTo>
                  <a:pt x="342519" y="2201132"/>
                </a:lnTo>
                <a:lnTo>
                  <a:pt x="345853" y="2204561"/>
                </a:lnTo>
                <a:lnTo>
                  <a:pt x="338614" y="2211610"/>
                </a:lnTo>
                <a:lnTo>
                  <a:pt x="335280" y="2208181"/>
                </a:lnTo>
                <a:close/>
                <a:moveTo>
                  <a:pt x="1339977" y="3890010"/>
                </a:moveTo>
                <a:lnTo>
                  <a:pt x="1332833" y="3890010"/>
                </a:lnTo>
                <a:lnTo>
                  <a:pt x="1332833" y="3882962"/>
                </a:lnTo>
                <a:lnTo>
                  <a:pt x="1339977" y="3882962"/>
                </a:lnTo>
                <a:lnTo>
                  <a:pt x="1339977" y="3890010"/>
                </a:lnTo>
                <a:close/>
                <a:moveTo>
                  <a:pt x="1324356" y="1319784"/>
                </a:moveTo>
                <a:cubicBezTo>
                  <a:pt x="1324356" y="1313212"/>
                  <a:pt x="1329690" y="1307878"/>
                  <a:pt x="1336262" y="1307878"/>
                </a:cubicBezTo>
                <a:cubicBezTo>
                  <a:pt x="1342835" y="1307878"/>
                  <a:pt x="1348169" y="1313212"/>
                  <a:pt x="1348169" y="1319784"/>
                </a:cubicBezTo>
                <a:cubicBezTo>
                  <a:pt x="1348169" y="1326356"/>
                  <a:pt x="1342835" y="1331690"/>
                  <a:pt x="1336262" y="1331690"/>
                </a:cubicBezTo>
                <a:cubicBezTo>
                  <a:pt x="1329690" y="1331690"/>
                  <a:pt x="1324356" y="1326356"/>
                  <a:pt x="1324356" y="1319784"/>
                </a:cubicBezTo>
                <a:close/>
                <a:moveTo>
                  <a:pt x="320707" y="2222278"/>
                </a:moveTo>
                <a:lnTo>
                  <a:pt x="327946" y="2215229"/>
                </a:lnTo>
                <a:lnTo>
                  <a:pt x="331280" y="2218658"/>
                </a:lnTo>
                <a:lnTo>
                  <a:pt x="324040" y="2225707"/>
                </a:lnTo>
                <a:lnTo>
                  <a:pt x="320707" y="2222278"/>
                </a:lnTo>
                <a:close/>
                <a:moveTo>
                  <a:pt x="1836230" y="2520696"/>
                </a:moveTo>
                <a:lnTo>
                  <a:pt x="1882331" y="2466594"/>
                </a:lnTo>
                <a:lnTo>
                  <a:pt x="1882331" y="2426113"/>
                </a:lnTo>
                <a:cubicBezTo>
                  <a:pt x="1887760" y="2424970"/>
                  <a:pt x="1891856" y="2420398"/>
                  <a:pt x="1891856" y="2414683"/>
                </a:cubicBezTo>
                <a:cubicBezTo>
                  <a:pt x="1891856" y="2408111"/>
                  <a:pt x="1886522" y="2402777"/>
                  <a:pt x="1879949" y="2402777"/>
                </a:cubicBezTo>
                <a:cubicBezTo>
                  <a:pt x="1876806" y="2402777"/>
                  <a:pt x="1874044" y="2404015"/>
                  <a:pt x="1871948" y="2406015"/>
                </a:cubicBezTo>
                <a:lnTo>
                  <a:pt x="1872806" y="2405158"/>
                </a:lnTo>
                <a:lnTo>
                  <a:pt x="1869853" y="2402300"/>
                </a:lnTo>
                <a:lnTo>
                  <a:pt x="1866519" y="2405634"/>
                </a:lnTo>
                <a:lnTo>
                  <a:pt x="1869472" y="2408492"/>
                </a:lnTo>
                <a:lnTo>
                  <a:pt x="1871282" y="2406682"/>
                </a:lnTo>
                <a:cubicBezTo>
                  <a:pt x="1869281" y="2408777"/>
                  <a:pt x="1868043" y="2411635"/>
                  <a:pt x="1868043" y="2414683"/>
                </a:cubicBezTo>
                <a:cubicBezTo>
                  <a:pt x="1868043" y="2420398"/>
                  <a:pt x="1872234" y="2424970"/>
                  <a:pt x="1877568" y="2426113"/>
                </a:cubicBezTo>
                <a:lnTo>
                  <a:pt x="1877568" y="2464880"/>
                </a:lnTo>
                <a:lnTo>
                  <a:pt x="1834039" y="2515934"/>
                </a:lnTo>
                <a:lnTo>
                  <a:pt x="1803845" y="2515934"/>
                </a:lnTo>
                <a:lnTo>
                  <a:pt x="1803845" y="2495455"/>
                </a:lnTo>
                <a:cubicBezTo>
                  <a:pt x="1803845" y="2495455"/>
                  <a:pt x="1769078" y="2494979"/>
                  <a:pt x="1769078" y="2494979"/>
                </a:cubicBezTo>
                <a:cubicBezTo>
                  <a:pt x="1767840" y="2489740"/>
                  <a:pt x="1763268" y="2485835"/>
                  <a:pt x="1757648" y="2485835"/>
                </a:cubicBezTo>
                <a:cubicBezTo>
                  <a:pt x="1751076" y="2485835"/>
                  <a:pt x="1745742" y="2491169"/>
                  <a:pt x="1745742" y="2497741"/>
                </a:cubicBezTo>
                <a:cubicBezTo>
                  <a:pt x="1745742" y="2504313"/>
                  <a:pt x="1751076" y="2509647"/>
                  <a:pt x="1757648" y="2509647"/>
                </a:cubicBezTo>
                <a:cubicBezTo>
                  <a:pt x="1763554" y="2509647"/>
                  <a:pt x="1768221" y="2505266"/>
                  <a:pt x="1769174" y="2499646"/>
                </a:cubicBezTo>
                <a:lnTo>
                  <a:pt x="1799082" y="2500027"/>
                </a:lnTo>
                <a:lnTo>
                  <a:pt x="1799082" y="2520601"/>
                </a:lnTo>
                <a:cubicBezTo>
                  <a:pt x="1799082" y="2520601"/>
                  <a:pt x="1836230" y="2520601"/>
                  <a:pt x="1836230" y="2520601"/>
                </a:cubicBezTo>
                <a:close/>
                <a:moveTo>
                  <a:pt x="1872710" y="2414683"/>
                </a:moveTo>
                <a:cubicBezTo>
                  <a:pt x="1872710" y="2410682"/>
                  <a:pt x="1875949" y="2407539"/>
                  <a:pt x="1879854" y="2407539"/>
                </a:cubicBezTo>
                <a:cubicBezTo>
                  <a:pt x="1883759" y="2407539"/>
                  <a:pt x="1886998" y="2410778"/>
                  <a:pt x="1886998" y="2414683"/>
                </a:cubicBezTo>
                <a:cubicBezTo>
                  <a:pt x="1886998" y="2418588"/>
                  <a:pt x="1883759" y="2421827"/>
                  <a:pt x="1879854" y="2421827"/>
                </a:cubicBezTo>
                <a:cubicBezTo>
                  <a:pt x="1875949" y="2421827"/>
                  <a:pt x="1872710" y="2418588"/>
                  <a:pt x="1872710" y="2414683"/>
                </a:cubicBezTo>
                <a:close/>
                <a:moveTo>
                  <a:pt x="1757648" y="2504885"/>
                </a:moveTo>
                <a:cubicBezTo>
                  <a:pt x="1753648" y="2504885"/>
                  <a:pt x="1750505" y="2501646"/>
                  <a:pt x="1750505" y="2497741"/>
                </a:cubicBezTo>
                <a:cubicBezTo>
                  <a:pt x="1750505" y="2493836"/>
                  <a:pt x="1753743" y="2490597"/>
                  <a:pt x="1757648" y="2490597"/>
                </a:cubicBezTo>
                <a:cubicBezTo>
                  <a:pt x="1761553" y="2490597"/>
                  <a:pt x="1764792" y="2493836"/>
                  <a:pt x="1764792" y="2497741"/>
                </a:cubicBezTo>
                <a:cubicBezTo>
                  <a:pt x="1764792" y="2501646"/>
                  <a:pt x="1761553" y="2504885"/>
                  <a:pt x="1757648" y="2504885"/>
                </a:cubicBezTo>
                <a:close/>
                <a:moveTo>
                  <a:pt x="1356265" y="4100894"/>
                </a:moveTo>
                <a:cubicBezTo>
                  <a:pt x="1359122" y="4099560"/>
                  <a:pt x="1361313" y="4097274"/>
                  <a:pt x="1362456" y="4094321"/>
                </a:cubicBezTo>
                <a:cubicBezTo>
                  <a:pt x="1363599" y="4091369"/>
                  <a:pt x="1363504" y="4088130"/>
                  <a:pt x="1362170" y="4085273"/>
                </a:cubicBezTo>
                <a:cubicBezTo>
                  <a:pt x="1360837" y="4082415"/>
                  <a:pt x="1358551" y="4080224"/>
                  <a:pt x="1355598" y="4079081"/>
                </a:cubicBezTo>
                <a:cubicBezTo>
                  <a:pt x="1352645" y="4077938"/>
                  <a:pt x="1349407" y="4078034"/>
                  <a:pt x="1346549" y="4079367"/>
                </a:cubicBezTo>
                <a:cubicBezTo>
                  <a:pt x="1346168" y="4079558"/>
                  <a:pt x="1345978" y="4079843"/>
                  <a:pt x="1345692" y="4080034"/>
                </a:cubicBezTo>
                <a:lnTo>
                  <a:pt x="1311402" y="4042601"/>
                </a:lnTo>
                <a:lnTo>
                  <a:pt x="1227201" y="4042601"/>
                </a:lnTo>
                <a:lnTo>
                  <a:pt x="1227201" y="4040029"/>
                </a:lnTo>
                <a:cubicBezTo>
                  <a:pt x="1227201" y="4037934"/>
                  <a:pt x="1225487" y="4036124"/>
                  <a:pt x="1223296" y="4036124"/>
                </a:cubicBezTo>
                <a:lnTo>
                  <a:pt x="1213390" y="4036124"/>
                </a:lnTo>
                <a:cubicBezTo>
                  <a:pt x="1211294" y="4036124"/>
                  <a:pt x="1209485" y="4037838"/>
                  <a:pt x="1209485" y="4040029"/>
                </a:cubicBezTo>
                <a:lnTo>
                  <a:pt x="1209485" y="4049935"/>
                </a:lnTo>
                <a:cubicBezTo>
                  <a:pt x="1209485" y="4052030"/>
                  <a:pt x="1211199" y="4053840"/>
                  <a:pt x="1213390" y="4053840"/>
                </a:cubicBezTo>
                <a:lnTo>
                  <a:pt x="1223296" y="4053840"/>
                </a:lnTo>
                <a:cubicBezTo>
                  <a:pt x="1225391" y="4053840"/>
                  <a:pt x="1227201" y="4052126"/>
                  <a:pt x="1227201" y="4049935"/>
                </a:cubicBezTo>
                <a:lnTo>
                  <a:pt x="1227201" y="4047363"/>
                </a:lnTo>
                <a:lnTo>
                  <a:pt x="1309307" y="4047363"/>
                </a:lnTo>
                <a:lnTo>
                  <a:pt x="1342168" y="4083177"/>
                </a:lnTo>
                <a:cubicBezTo>
                  <a:pt x="1339691" y="4086511"/>
                  <a:pt x="1338929" y="4090988"/>
                  <a:pt x="1340739" y="4094988"/>
                </a:cubicBezTo>
                <a:cubicBezTo>
                  <a:pt x="1342073" y="4097846"/>
                  <a:pt x="1344359" y="4100036"/>
                  <a:pt x="1347311" y="4101179"/>
                </a:cubicBezTo>
                <a:cubicBezTo>
                  <a:pt x="1348645" y="4101655"/>
                  <a:pt x="1350074" y="4101942"/>
                  <a:pt x="1351502" y="4101942"/>
                </a:cubicBezTo>
                <a:cubicBezTo>
                  <a:pt x="1353122" y="4101942"/>
                  <a:pt x="1354836" y="4101560"/>
                  <a:pt x="1356360" y="4100894"/>
                </a:cubicBezTo>
                <a:close/>
                <a:moveTo>
                  <a:pt x="1344930" y="4092988"/>
                </a:moveTo>
                <a:cubicBezTo>
                  <a:pt x="1343311" y="4089463"/>
                  <a:pt x="1344930" y="4085273"/>
                  <a:pt x="1348454" y="4083653"/>
                </a:cubicBezTo>
                <a:cubicBezTo>
                  <a:pt x="1351978" y="4082034"/>
                  <a:pt x="1356170" y="4083653"/>
                  <a:pt x="1357789" y="4087178"/>
                </a:cubicBezTo>
                <a:cubicBezTo>
                  <a:pt x="1358551" y="4088892"/>
                  <a:pt x="1358646" y="4090797"/>
                  <a:pt x="1357979" y="4092607"/>
                </a:cubicBezTo>
                <a:cubicBezTo>
                  <a:pt x="1357313" y="4094417"/>
                  <a:pt x="1355979" y="4095750"/>
                  <a:pt x="1354265" y="4096512"/>
                </a:cubicBezTo>
                <a:cubicBezTo>
                  <a:pt x="1352550" y="4097274"/>
                  <a:pt x="1350645" y="4097369"/>
                  <a:pt x="1348835" y="4096703"/>
                </a:cubicBezTo>
                <a:cubicBezTo>
                  <a:pt x="1347026" y="4096036"/>
                  <a:pt x="1345692" y="4094702"/>
                  <a:pt x="1344930" y="4092988"/>
                </a:cubicBezTo>
                <a:close/>
                <a:moveTo>
                  <a:pt x="364427" y="2179796"/>
                </a:moveTo>
                <a:lnTo>
                  <a:pt x="371665" y="2172748"/>
                </a:lnTo>
                <a:lnTo>
                  <a:pt x="374999" y="2176177"/>
                </a:lnTo>
                <a:lnTo>
                  <a:pt x="367760" y="2183225"/>
                </a:lnTo>
                <a:lnTo>
                  <a:pt x="364427" y="2179796"/>
                </a:lnTo>
                <a:close/>
                <a:moveTo>
                  <a:pt x="1706023" y="2518124"/>
                </a:moveTo>
                <a:lnTo>
                  <a:pt x="1719263" y="2518124"/>
                </a:lnTo>
                <a:cubicBezTo>
                  <a:pt x="1722692" y="2518124"/>
                  <a:pt x="1725549" y="2515362"/>
                  <a:pt x="1725549" y="2511838"/>
                </a:cubicBezTo>
                <a:lnTo>
                  <a:pt x="1725549" y="2498598"/>
                </a:lnTo>
                <a:cubicBezTo>
                  <a:pt x="1725549" y="2495169"/>
                  <a:pt x="1722787" y="2492312"/>
                  <a:pt x="1719263" y="2492312"/>
                </a:cubicBezTo>
                <a:lnTo>
                  <a:pt x="1706023" y="2492312"/>
                </a:lnTo>
                <a:cubicBezTo>
                  <a:pt x="1702594" y="2492312"/>
                  <a:pt x="1699736" y="2495074"/>
                  <a:pt x="1699736" y="2498598"/>
                </a:cubicBezTo>
                <a:lnTo>
                  <a:pt x="1699736" y="2499646"/>
                </a:lnTo>
                <a:lnTo>
                  <a:pt x="1625441" y="2499455"/>
                </a:lnTo>
                <a:lnTo>
                  <a:pt x="1608106" y="2519553"/>
                </a:lnTo>
                <a:lnTo>
                  <a:pt x="1524667" y="2519934"/>
                </a:lnTo>
                <a:cubicBezTo>
                  <a:pt x="1524476" y="2518886"/>
                  <a:pt x="1524191" y="2517743"/>
                  <a:pt x="1523810" y="2516696"/>
                </a:cubicBezTo>
                <a:cubicBezTo>
                  <a:pt x="1520666" y="2509266"/>
                  <a:pt x="1512189" y="2505837"/>
                  <a:pt x="1504760" y="2508885"/>
                </a:cubicBezTo>
                <a:cubicBezTo>
                  <a:pt x="1497330" y="2512028"/>
                  <a:pt x="1493901" y="2520505"/>
                  <a:pt x="1496949" y="2527935"/>
                </a:cubicBezTo>
                <a:cubicBezTo>
                  <a:pt x="1499330" y="2533460"/>
                  <a:pt x="1504664" y="2536888"/>
                  <a:pt x="1510379" y="2536888"/>
                </a:cubicBezTo>
                <a:cubicBezTo>
                  <a:pt x="1512284" y="2536888"/>
                  <a:pt x="1514189" y="2536508"/>
                  <a:pt x="1515999" y="2535746"/>
                </a:cubicBezTo>
                <a:cubicBezTo>
                  <a:pt x="1517237" y="2535269"/>
                  <a:pt x="1518380" y="2534507"/>
                  <a:pt x="1519333" y="2533745"/>
                </a:cubicBezTo>
                <a:lnTo>
                  <a:pt x="1542002" y="2556510"/>
                </a:lnTo>
                <a:lnTo>
                  <a:pt x="1542002" y="2724245"/>
                </a:lnTo>
                <a:lnTo>
                  <a:pt x="1495235" y="2785872"/>
                </a:lnTo>
                <a:lnTo>
                  <a:pt x="1494758" y="2804827"/>
                </a:lnTo>
                <a:cubicBezTo>
                  <a:pt x="1490567" y="2805875"/>
                  <a:pt x="1487329" y="2809589"/>
                  <a:pt x="1487329" y="2814161"/>
                </a:cubicBezTo>
                <a:cubicBezTo>
                  <a:pt x="1487329" y="2819591"/>
                  <a:pt x="1491710" y="2823972"/>
                  <a:pt x="1497140" y="2823972"/>
                </a:cubicBezTo>
                <a:cubicBezTo>
                  <a:pt x="1502569" y="2823972"/>
                  <a:pt x="1506855" y="2819591"/>
                  <a:pt x="1506855" y="2814161"/>
                </a:cubicBezTo>
                <a:cubicBezTo>
                  <a:pt x="1506855" y="2809589"/>
                  <a:pt x="1503712" y="2805970"/>
                  <a:pt x="1499521" y="2804922"/>
                </a:cubicBezTo>
                <a:lnTo>
                  <a:pt x="1499902" y="2787682"/>
                </a:lnTo>
                <a:lnTo>
                  <a:pt x="1546670" y="2725960"/>
                </a:lnTo>
                <a:lnTo>
                  <a:pt x="1546670" y="2554700"/>
                </a:lnTo>
                <a:lnTo>
                  <a:pt x="1522476" y="2530412"/>
                </a:lnTo>
                <a:cubicBezTo>
                  <a:pt x="1523524" y="2528792"/>
                  <a:pt x="1524286" y="2526887"/>
                  <a:pt x="1524572" y="2524887"/>
                </a:cubicBezTo>
                <a:lnTo>
                  <a:pt x="1610201" y="2524506"/>
                </a:lnTo>
                <a:lnTo>
                  <a:pt x="1627442" y="2504409"/>
                </a:lnTo>
                <a:lnTo>
                  <a:pt x="1699546" y="2504599"/>
                </a:lnTo>
                <a:lnTo>
                  <a:pt x="1699546" y="2512124"/>
                </a:lnTo>
                <a:cubicBezTo>
                  <a:pt x="1699546" y="2515553"/>
                  <a:pt x="1702308" y="2518410"/>
                  <a:pt x="1705832" y="2518410"/>
                </a:cubicBezTo>
                <a:close/>
                <a:moveTo>
                  <a:pt x="1514285" y="2531269"/>
                </a:moveTo>
                <a:cubicBezTo>
                  <a:pt x="1509332" y="2533364"/>
                  <a:pt x="1503521" y="2530983"/>
                  <a:pt x="1501426" y="2526030"/>
                </a:cubicBezTo>
                <a:cubicBezTo>
                  <a:pt x="1499330" y="2521077"/>
                  <a:pt x="1501712" y="2515267"/>
                  <a:pt x="1506665" y="2513171"/>
                </a:cubicBezTo>
                <a:cubicBezTo>
                  <a:pt x="1507903" y="2512695"/>
                  <a:pt x="1509141" y="2512409"/>
                  <a:pt x="1510475" y="2512409"/>
                </a:cubicBezTo>
                <a:cubicBezTo>
                  <a:pt x="1514285" y="2512409"/>
                  <a:pt x="1517904" y="2514695"/>
                  <a:pt x="1519523" y="2518410"/>
                </a:cubicBezTo>
                <a:cubicBezTo>
                  <a:pt x="1521619" y="2523363"/>
                  <a:pt x="1519238" y="2529173"/>
                  <a:pt x="1514285" y="2531269"/>
                </a:cubicBezTo>
                <a:close/>
                <a:moveTo>
                  <a:pt x="1502188" y="2813876"/>
                </a:moveTo>
                <a:cubicBezTo>
                  <a:pt x="1502188" y="2816638"/>
                  <a:pt x="1499902" y="2818924"/>
                  <a:pt x="1497235" y="2818924"/>
                </a:cubicBezTo>
                <a:cubicBezTo>
                  <a:pt x="1494568" y="2818924"/>
                  <a:pt x="1492187" y="2816638"/>
                  <a:pt x="1492187" y="2813876"/>
                </a:cubicBezTo>
                <a:cubicBezTo>
                  <a:pt x="1492187" y="2811113"/>
                  <a:pt x="1494473" y="2808827"/>
                  <a:pt x="1497235" y="2808827"/>
                </a:cubicBezTo>
                <a:cubicBezTo>
                  <a:pt x="1499997" y="2808827"/>
                  <a:pt x="1502188" y="2811113"/>
                  <a:pt x="1502188" y="2813876"/>
                </a:cubicBezTo>
                <a:close/>
                <a:moveTo>
                  <a:pt x="1202817" y="1156049"/>
                </a:moveTo>
                <a:lnTo>
                  <a:pt x="1239584" y="1156049"/>
                </a:lnTo>
                <a:cubicBezTo>
                  <a:pt x="1240917" y="1156049"/>
                  <a:pt x="1241965" y="1155002"/>
                  <a:pt x="1241965" y="1153668"/>
                </a:cubicBezTo>
                <a:lnTo>
                  <a:pt x="1241965" y="1040225"/>
                </a:lnTo>
                <a:cubicBezTo>
                  <a:pt x="1241965" y="1039654"/>
                  <a:pt x="1241774" y="1039082"/>
                  <a:pt x="1241393" y="1038606"/>
                </a:cubicBezTo>
                <a:lnTo>
                  <a:pt x="1232630" y="1028795"/>
                </a:lnTo>
                <a:lnTo>
                  <a:pt x="1238345" y="1024128"/>
                </a:lnTo>
                <a:cubicBezTo>
                  <a:pt x="1239203" y="1023461"/>
                  <a:pt x="1239679" y="1022509"/>
                  <a:pt x="1239774" y="1021461"/>
                </a:cubicBezTo>
                <a:cubicBezTo>
                  <a:pt x="1239774" y="1020413"/>
                  <a:pt x="1239584" y="1019461"/>
                  <a:pt x="1238822" y="1018604"/>
                </a:cubicBezTo>
                <a:lnTo>
                  <a:pt x="1232821" y="1011746"/>
                </a:lnTo>
                <a:cubicBezTo>
                  <a:pt x="1231487" y="1010126"/>
                  <a:pt x="1229011" y="1009936"/>
                  <a:pt x="1227392" y="1011269"/>
                </a:cubicBezTo>
                <a:lnTo>
                  <a:pt x="1221486" y="1016032"/>
                </a:lnTo>
                <a:lnTo>
                  <a:pt x="1207484" y="999935"/>
                </a:lnTo>
                <a:lnTo>
                  <a:pt x="1213295" y="995267"/>
                </a:lnTo>
                <a:cubicBezTo>
                  <a:pt x="1214152" y="994601"/>
                  <a:pt x="1214628" y="993648"/>
                  <a:pt x="1214723" y="992600"/>
                </a:cubicBezTo>
                <a:cubicBezTo>
                  <a:pt x="1214723" y="991552"/>
                  <a:pt x="1214533" y="990600"/>
                  <a:pt x="1213771" y="989743"/>
                </a:cubicBezTo>
                <a:lnTo>
                  <a:pt x="1207770" y="982885"/>
                </a:lnTo>
                <a:cubicBezTo>
                  <a:pt x="1206437" y="981266"/>
                  <a:pt x="1203960" y="981075"/>
                  <a:pt x="1202341" y="982409"/>
                </a:cubicBezTo>
                <a:lnTo>
                  <a:pt x="1196150" y="987457"/>
                </a:lnTo>
                <a:lnTo>
                  <a:pt x="1182148" y="971360"/>
                </a:lnTo>
                <a:lnTo>
                  <a:pt x="1188244" y="966407"/>
                </a:lnTo>
                <a:cubicBezTo>
                  <a:pt x="1189006" y="965740"/>
                  <a:pt x="1189577" y="964787"/>
                  <a:pt x="1189673" y="963740"/>
                </a:cubicBezTo>
                <a:cubicBezTo>
                  <a:pt x="1189673" y="962692"/>
                  <a:pt x="1189482" y="961739"/>
                  <a:pt x="1188720" y="960882"/>
                </a:cubicBezTo>
                <a:lnTo>
                  <a:pt x="1182719" y="954024"/>
                </a:lnTo>
                <a:cubicBezTo>
                  <a:pt x="1181386" y="952500"/>
                  <a:pt x="1178909" y="952214"/>
                  <a:pt x="1177290" y="953548"/>
                </a:cubicBezTo>
                <a:lnTo>
                  <a:pt x="1171099" y="958596"/>
                </a:lnTo>
                <a:lnTo>
                  <a:pt x="1157097" y="942499"/>
                </a:lnTo>
                <a:lnTo>
                  <a:pt x="1163193" y="937546"/>
                </a:lnTo>
                <a:cubicBezTo>
                  <a:pt x="1164050" y="936879"/>
                  <a:pt x="1164527" y="935927"/>
                  <a:pt x="1164622" y="934879"/>
                </a:cubicBezTo>
                <a:cubicBezTo>
                  <a:pt x="1164622" y="933831"/>
                  <a:pt x="1164431" y="932879"/>
                  <a:pt x="1163669" y="932021"/>
                </a:cubicBezTo>
                <a:lnTo>
                  <a:pt x="1157669" y="925163"/>
                </a:lnTo>
                <a:cubicBezTo>
                  <a:pt x="1156335" y="923639"/>
                  <a:pt x="1153859" y="923354"/>
                  <a:pt x="1152239" y="924687"/>
                </a:cubicBezTo>
                <a:lnTo>
                  <a:pt x="1146715" y="929164"/>
                </a:lnTo>
                <a:lnTo>
                  <a:pt x="1137380" y="918115"/>
                </a:lnTo>
                <a:lnTo>
                  <a:pt x="1137380" y="836962"/>
                </a:lnTo>
                <a:cubicBezTo>
                  <a:pt x="1137380" y="836200"/>
                  <a:pt x="1136999" y="835533"/>
                  <a:pt x="1136428" y="835057"/>
                </a:cubicBezTo>
                <a:lnTo>
                  <a:pt x="1124045" y="825151"/>
                </a:lnTo>
                <a:cubicBezTo>
                  <a:pt x="1124617" y="824008"/>
                  <a:pt x="1124998" y="822865"/>
                  <a:pt x="1124998" y="821531"/>
                </a:cubicBezTo>
                <a:cubicBezTo>
                  <a:pt x="1124998" y="816864"/>
                  <a:pt x="1121283" y="813149"/>
                  <a:pt x="1116616" y="813149"/>
                </a:cubicBezTo>
                <a:cubicBezTo>
                  <a:pt x="1111949" y="813149"/>
                  <a:pt x="1108234" y="816864"/>
                  <a:pt x="1108234" y="821531"/>
                </a:cubicBezTo>
                <a:cubicBezTo>
                  <a:pt x="1108234" y="826199"/>
                  <a:pt x="1111949" y="829913"/>
                  <a:pt x="1116616" y="829913"/>
                </a:cubicBezTo>
                <a:cubicBezTo>
                  <a:pt x="1118140" y="829913"/>
                  <a:pt x="1119569" y="829342"/>
                  <a:pt x="1120807" y="828675"/>
                </a:cubicBezTo>
                <a:lnTo>
                  <a:pt x="1132618" y="838105"/>
                </a:lnTo>
                <a:lnTo>
                  <a:pt x="1132618" y="918972"/>
                </a:lnTo>
                <a:cubicBezTo>
                  <a:pt x="1132618" y="919544"/>
                  <a:pt x="1132904" y="920115"/>
                  <a:pt x="1133285" y="920496"/>
                </a:cubicBezTo>
                <a:lnTo>
                  <a:pt x="1143095" y="932117"/>
                </a:lnTo>
                <a:lnTo>
                  <a:pt x="1136333" y="937641"/>
                </a:lnTo>
                <a:cubicBezTo>
                  <a:pt x="1135475" y="938308"/>
                  <a:pt x="1134999" y="939260"/>
                  <a:pt x="1134904" y="940308"/>
                </a:cubicBezTo>
                <a:cubicBezTo>
                  <a:pt x="1134904" y="941356"/>
                  <a:pt x="1135094" y="942308"/>
                  <a:pt x="1135856" y="943166"/>
                </a:cubicBezTo>
                <a:lnTo>
                  <a:pt x="1141857" y="950024"/>
                </a:lnTo>
                <a:lnTo>
                  <a:pt x="1141857" y="950024"/>
                </a:lnTo>
                <a:cubicBezTo>
                  <a:pt x="1142619" y="950881"/>
                  <a:pt x="1143667" y="951357"/>
                  <a:pt x="1144810" y="951357"/>
                </a:cubicBezTo>
                <a:cubicBezTo>
                  <a:pt x="1145667" y="951357"/>
                  <a:pt x="1146524" y="951071"/>
                  <a:pt x="1147286" y="950500"/>
                </a:cubicBezTo>
                <a:lnTo>
                  <a:pt x="1153478" y="945452"/>
                </a:lnTo>
                <a:lnTo>
                  <a:pt x="1167479" y="961549"/>
                </a:lnTo>
                <a:lnTo>
                  <a:pt x="1161383" y="966502"/>
                </a:lnTo>
                <a:cubicBezTo>
                  <a:pt x="1160621" y="967169"/>
                  <a:pt x="1160050" y="968121"/>
                  <a:pt x="1159955" y="969169"/>
                </a:cubicBezTo>
                <a:cubicBezTo>
                  <a:pt x="1159955" y="970217"/>
                  <a:pt x="1160240" y="971169"/>
                  <a:pt x="1160907" y="971931"/>
                </a:cubicBezTo>
                <a:lnTo>
                  <a:pt x="1166908" y="978789"/>
                </a:lnTo>
                <a:cubicBezTo>
                  <a:pt x="1167670" y="979646"/>
                  <a:pt x="1168718" y="980123"/>
                  <a:pt x="1169861" y="980123"/>
                </a:cubicBezTo>
                <a:cubicBezTo>
                  <a:pt x="1170718" y="980123"/>
                  <a:pt x="1171575" y="979837"/>
                  <a:pt x="1172337" y="979265"/>
                </a:cubicBezTo>
                <a:lnTo>
                  <a:pt x="1178528" y="974217"/>
                </a:lnTo>
                <a:lnTo>
                  <a:pt x="1192530" y="990314"/>
                </a:lnTo>
                <a:lnTo>
                  <a:pt x="1186434" y="995267"/>
                </a:lnTo>
                <a:cubicBezTo>
                  <a:pt x="1185577" y="995934"/>
                  <a:pt x="1185101" y="996887"/>
                  <a:pt x="1185005" y="997934"/>
                </a:cubicBezTo>
                <a:cubicBezTo>
                  <a:pt x="1185005" y="998982"/>
                  <a:pt x="1185196" y="999935"/>
                  <a:pt x="1185958" y="1000792"/>
                </a:cubicBezTo>
                <a:lnTo>
                  <a:pt x="1191959" y="1007650"/>
                </a:lnTo>
                <a:cubicBezTo>
                  <a:pt x="1192721" y="1008507"/>
                  <a:pt x="1193768" y="1008983"/>
                  <a:pt x="1194911" y="1008983"/>
                </a:cubicBezTo>
                <a:cubicBezTo>
                  <a:pt x="1195769" y="1008983"/>
                  <a:pt x="1196626" y="1008698"/>
                  <a:pt x="1197388" y="1008126"/>
                </a:cubicBezTo>
                <a:lnTo>
                  <a:pt x="1203865" y="1002887"/>
                </a:lnTo>
                <a:lnTo>
                  <a:pt x="1217867" y="1018985"/>
                </a:lnTo>
                <a:lnTo>
                  <a:pt x="1211485" y="1024128"/>
                </a:lnTo>
                <a:cubicBezTo>
                  <a:pt x="1210628" y="1024795"/>
                  <a:pt x="1210151" y="1025747"/>
                  <a:pt x="1210056" y="1026795"/>
                </a:cubicBezTo>
                <a:cubicBezTo>
                  <a:pt x="1210056" y="1027843"/>
                  <a:pt x="1210247" y="1028795"/>
                  <a:pt x="1211009" y="1029652"/>
                </a:cubicBezTo>
                <a:lnTo>
                  <a:pt x="1217009" y="1036511"/>
                </a:lnTo>
                <a:lnTo>
                  <a:pt x="1217009" y="1036511"/>
                </a:lnTo>
                <a:cubicBezTo>
                  <a:pt x="1217771" y="1037368"/>
                  <a:pt x="1218819" y="1037844"/>
                  <a:pt x="1219962" y="1037844"/>
                </a:cubicBezTo>
                <a:cubicBezTo>
                  <a:pt x="1220819" y="1037844"/>
                  <a:pt x="1221677" y="1037558"/>
                  <a:pt x="1222439" y="1036987"/>
                </a:cubicBezTo>
                <a:lnTo>
                  <a:pt x="1229011" y="1031653"/>
                </a:lnTo>
                <a:lnTo>
                  <a:pt x="1237298" y="1040987"/>
                </a:lnTo>
                <a:lnTo>
                  <a:pt x="1237298" y="1151096"/>
                </a:lnTo>
                <a:lnTo>
                  <a:pt x="1202055" y="1151096"/>
                </a:lnTo>
                <a:cubicBezTo>
                  <a:pt x="1201484" y="1151096"/>
                  <a:pt x="1200912" y="1151287"/>
                  <a:pt x="1200531" y="1151668"/>
                </a:cubicBezTo>
                <a:lnTo>
                  <a:pt x="1113949" y="1227296"/>
                </a:lnTo>
                <a:cubicBezTo>
                  <a:pt x="1113473" y="1227773"/>
                  <a:pt x="1113092" y="1228439"/>
                  <a:pt x="1113092" y="1229106"/>
                </a:cubicBezTo>
                <a:lnTo>
                  <a:pt x="1113092" y="1262348"/>
                </a:lnTo>
                <a:cubicBezTo>
                  <a:pt x="1113092" y="1262348"/>
                  <a:pt x="1112615" y="1262348"/>
                  <a:pt x="1112330" y="1262348"/>
                </a:cubicBezTo>
                <a:cubicBezTo>
                  <a:pt x="1105853" y="1263301"/>
                  <a:pt x="1100233" y="1266825"/>
                  <a:pt x="1096328" y="1272064"/>
                </a:cubicBezTo>
                <a:cubicBezTo>
                  <a:pt x="1088327" y="1282922"/>
                  <a:pt x="1090708" y="1298257"/>
                  <a:pt x="1101566" y="1306163"/>
                </a:cubicBezTo>
                <a:cubicBezTo>
                  <a:pt x="1105281" y="1308926"/>
                  <a:pt x="1109472" y="1310354"/>
                  <a:pt x="1113758" y="1310735"/>
                </a:cubicBezTo>
                <a:lnTo>
                  <a:pt x="1113758" y="1342644"/>
                </a:lnTo>
                <a:cubicBezTo>
                  <a:pt x="1113758" y="1342644"/>
                  <a:pt x="1101852" y="1358075"/>
                  <a:pt x="1101852" y="1358075"/>
                </a:cubicBezTo>
                <a:lnTo>
                  <a:pt x="1009079" y="1358075"/>
                </a:lnTo>
                <a:lnTo>
                  <a:pt x="985552" y="1381982"/>
                </a:lnTo>
                <a:lnTo>
                  <a:pt x="869537" y="1381982"/>
                </a:lnTo>
                <a:lnTo>
                  <a:pt x="858488" y="1390936"/>
                </a:lnTo>
                <a:lnTo>
                  <a:pt x="854297" y="1386745"/>
                </a:lnTo>
                <a:cubicBezTo>
                  <a:pt x="852297" y="1384745"/>
                  <a:pt x="849059" y="1384745"/>
                  <a:pt x="847154" y="1386745"/>
                </a:cubicBezTo>
                <a:lnTo>
                  <a:pt x="835724" y="1398175"/>
                </a:lnTo>
                <a:cubicBezTo>
                  <a:pt x="834771" y="1399127"/>
                  <a:pt x="834200" y="1400461"/>
                  <a:pt x="834200" y="1401794"/>
                </a:cubicBezTo>
                <a:cubicBezTo>
                  <a:pt x="834200" y="1403128"/>
                  <a:pt x="834771" y="1404461"/>
                  <a:pt x="835724" y="1405414"/>
                </a:cubicBezTo>
                <a:lnTo>
                  <a:pt x="847154" y="1416844"/>
                </a:lnTo>
                <a:cubicBezTo>
                  <a:pt x="848106" y="1417796"/>
                  <a:pt x="849440" y="1418368"/>
                  <a:pt x="850773" y="1418368"/>
                </a:cubicBezTo>
                <a:cubicBezTo>
                  <a:pt x="852107" y="1418368"/>
                  <a:pt x="853345" y="1417892"/>
                  <a:pt x="854393" y="1416844"/>
                </a:cubicBezTo>
                <a:lnTo>
                  <a:pt x="865823" y="1405414"/>
                </a:lnTo>
                <a:cubicBezTo>
                  <a:pt x="866775" y="1404461"/>
                  <a:pt x="867347" y="1403223"/>
                  <a:pt x="867347" y="1401794"/>
                </a:cubicBezTo>
                <a:cubicBezTo>
                  <a:pt x="867347" y="1400461"/>
                  <a:pt x="866775" y="1399127"/>
                  <a:pt x="865823" y="1398175"/>
                </a:cubicBezTo>
                <a:lnTo>
                  <a:pt x="862013" y="1394365"/>
                </a:lnTo>
                <a:lnTo>
                  <a:pt x="871347" y="1386840"/>
                </a:lnTo>
                <a:lnTo>
                  <a:pt x="987647" y="1386840"/>
                </a:lnTo>
                <a:lnTo>
                  <a:pt x="1011174" y="1362932"/>
                </a:lnTo>
                <a:lnTo>
                  <a:pt x="1104329" y="1362932"/>
                </a:lnTo>
                <a:lnTo>
                  <a:pt x="1117854" y="1345311"/>
                </a:lnTo>
                <a:lnTo>
                  <a:pt x="1118330" y="1345311"/>
                </a:lnTo>
                <a:lnTo>
                  <a:pt x="1118330" y="1310640"/>
                </a:lnTo>
                <a:cubicBezTo>
                  <a:pt x="1125093" y="1309973"/>
                  <a:pt x="1131570" y="1306735"/>
                  <a:pt x="1135856" y="1300925"/>
                </a:cubicBezTo>
                <a:cubicBezTo>
                  <a:pt x="1139762" y="1295686"/>
                  <a:pt x="1141286" y="1289209"/>
                  <a:pt x="1140333" y="1282732"/>
                </a:cubicBezTo>
                <a:cubicBezTo>
                  <a:pt x="1139381" y="1276255"/>
                  <a:pt x="1135856" y="1270635"/>
                  <a:pt x="1130618" y="1266730"/>
                </a:cubicBezTo>
                <a:cubicBezTo>
                  <a:pt x="1126903" y="1263968"/>
                  <a:pt x="1122521" y="1262444"/>
                  <a:pt x="1117949" y="1262158"/>
                </a:cubicBezTo>
                <a:lnTo>
                  <a:pt x="1117949" y="1230154"/>
                </a:lnTo>
                <a:lnTo>
                  <a:pt x="1203103" y="1155764"/>
                </a:lnTo>
                <a:close/>
                <a:moveTo>
                  <a:pt x="1144810" y="946499"/>
                </a:moveTo>
                <a:lnTo>
                  <a:pt x="1140047" y="940975"/>
                </a:lnTo>
                <a:lnTo>
                  <a:pt x="1144524" y="937355"/>
                </a:lnTo>
                <a:lnTo>
                  <a:pt x="1146810" y="937355"/>
                </a:lnTo>
                <a:cubicBezTo>
                  <a:pt x="1146810" y="937355"/>
                  <a:pt x="1146048" y="939737"/>
                  <a:pt x="1146048" y="939737"/>
                </a:cubicBezTo>
                <a:cubicBezTo>
                  <a:pt x="1145858" y="940499"/>
                  <a:pt x="1146048" y="941261"/>
                  <a:pt x="1146429" y="941832"/>
                </a:cubicBezTo>
                <a:cubicBezTo>
                  <a:pt x="1146905" y="942404"/>
                  <a:pt x="1147572" y="942785"/>
                  <a:pt x="1148334" y="942785"/>
                </a:cubicBezTo>
                <a:lnTo>
                  <a:pt x="1149382" y="942785"/>
                </a:lnTo>
                <a:cubicBezTo>
                  <a:pt x="1149382" y="942785"/>
                  <a:pt x="1144905" y="946404"/>
                  <a:pt x="1144905" y="946404"/>
                </a:cubicBezTo>
                <a:close/>
                <a:moveTo>
                  <a:pt x="1151477" y="937927"/>
                </a:moveTo>
                <a:lnTo>
                  <a:pt x="1152239" y="935450"/>
                </a:lnTo>
                <a:cubicBezTo>
                  <a:pt x="1152430" y="934688"/>
                  <a:pt x="1152239" y="933926"/>
                  <a:pt x="1151858" y="933355"/>
                </a:cubicBezTo>
                <a:cubicBezTo>
                  <a:pt x="1151477" y="932879"/>
                  <a:pt x="1151001" y="932688"/>
                  <a:pt x="1150430" y="932593"/>
                </a:cubicBezTo>
                <a:lnTo>
                  <a:pt x="1154621" y="929164"/>
                </a:lnTo>
                <a:lnTo>
                  <a:pt x="1159383" y="934688"/>
                </a:lnTo>
                <a:lnTo>
                  <a:pt x="1155478" y="937832"/>
                </a:lnTo>
                <a:lnTo>
                  <a:pt x="1151573" y="938022"/>
                </a:lnTo>
                <a:close/>
                <a:moveTo>
                  <a:pt x="1169861" y="975265"/>
                </a:moveTo>
                <a:lnTo>
                  <a:pt x="1165098" y="969740"/>
                </a:lnTo>
                <a:lnTo>
                  <a:pt x="1169861" y="965835"/>
                </a:lnTo>
                <a:lnTo>
                  <a:pt x="1172147" y="965835"/>
                </a:lnTo>
                <a:cubicBezTo>
                  <a:pt x="1172147" y="965835"/>
                  <a:pt x="1171385" y="968216"/>
                  <a:pt x="1171385" y="968216"/>
                </a:cubicBezTo>
                <a:cubicBezTo>
                  <a:pt x="1171194" y="968978"/>
                  <a:pt x="1171385" y="969740"/>
                  <a:pt x="1171766" y="970312"/>
                </a:cubicBezTo>
                <a:cubicBezTo>
                  <a:pt x="1172242" y="970883"/>
                  <a:pt x="1172909" y="971264"/>
                  <a:pt x="1173671" y="971264"/>
                </a:cubicBezTo>
                <a:lnTo>
                  <a:pt x="1174718" y="971264"/>
                </a:lnTo>
                <a:cubicBezTo>
                  <a:pt x="1174718" y="971264"/>
                  <a:pt x="1169861" y="975170"/>
                  <a:pt x="1169861" y="975170"/>
                </a:cubicBezTo>
                <a:close/>
                <a:moveTo>
                  <a:pt x="1176814" y="966502"/>
                </a:moveTo>
                <a:lnTo>
                  <a:pt x="1177576" y="964025"/>
                </a:lnTo>
                <a:cubicBezTo>
                  <a:pt x="1177766" y="963263"/>
                  <a:pt x="1177576" y="962501"/>
                  <a:pt x="1177195" y="961930"/>
                </a:cubicBezTo>
                <a:cubicBezTo>
                  <a:pt x="1176814" y="961454"/>
                  <a:pt x="1176242" y="961358"/>
                  <a:pt x="1175671" y="961168"/>
                </a:cubicBezTo>
                <a:lnTo>
                  <a:pt x="1179671" y="957929"/>
                </a:lnTo>
                <a:lnTo>
                  <a:pt x="1184434" y="963454"/>
                </a:lnTo>
                <a:lnTo>
                  <a:pt x="1180814" y="966407"/>
                </a:lnTo>
                <a:lnTo>
                  <a:pt x="1176909" y="966597"/>
                </a:lnTo>
                <a:close/>
                <a:moveTo>
                  <a:pt x="1194816" y="1004126"/>
                </a:moveTo>
                <a:lnTo>
                  <a:pt x="1190054" y="998601"/>
                </a:lnTo>
                <a:lnTo>
                  <a:pt x="1194816" y="994696"/>
                </a:lnTo>
                <a:lnTo>
                  <a:pt x="1197102" y="994696"/>
                </a:lnTo>
                <a:cubicBezTo>
                  <a:pt x="1197102" y="994696"/>
                  <a:pt x="1196340" y="997077"/>
                  <a:pt x="1196340" y="997077"/>
                </a:cubicBezTo>
                <a:cubicBezTo>
                  <a:pt x="1196150" y="997839"/>
                  <a:pt x="1196340" y="998601"/>
                  <a:pt x="1196721" y="999173"/>
                </a:cubicBezTo>
                <a:cubicBezTo>
                  <a:pt x="1197197" y="999744"/>
                  <a:pt x="1197864" y="1000125"/>
                  <a:pt x="1198626" y="1000125"/>
                </a:cubicBezTo>
                <a:lnTo>
                  <a:pt x="1199579" y="1000125"/>
                </a:lnTo>
                <a:cubicBezTo>
                  <a:pt x="1199579" y="1000125"/>
                  <a:pt x="1194721" y="1004030"/>
                  <a:pt x="1194721" y="1004030"/>
                </a:cubicBezTo>
                <a:close/>
                <a:moveTo>
                  <a:pt x="1201865" y="995363"/>
                </a:moveTo>
                <a:lnTo>
                  <a:pt x="1202627" y="992886"/>
                </a:lnTo>
                <a:cubicBezTo>
                  <a:pt x="1202817" y="992124"/>
                  <a:pt x="1202627" y="991362"/>
                  <a:pt x="1202246" y="990791"/>
                </a:cubicBezTo>
                <a:cubicBezTo>
                  <a:pt x="1201865" y="990314"/>
                  <a:pt x="1201293" y="990219"/>
                  <a:pt x="1200722" y="990124"/>
                </a:cubicBezTo>
                <a:lnTo>
                  <a:pt x="1204627" y="986885"/>
                </a:lnTo>
                <a:lnTo>
                  <a:pt x="1209389" y="992410"/>
                </a:lnTo>
                <a:lnTo>
                  <a:pt x="1205770" y="995363"/>
                </a:lnTo>
                <a:lnTo>
                  <a:pt x="1201865" y="995553"/>
                </a:lnTo>
                <a:close/>
                <a:moveTo>
                  <a:pt x="1219867" y="1032986"/>
                </a:moveTo>
                <a:lnTo>
                  <a:pt x="1215104" y="1027462"/>
                </a:lnTo>
                <a:lnTo>
                  <a:pt x="1219867" y="1023557"/>
                </a:lnTo>
                <a:lnTo>
                  <a:pt x="1222153" y="1023557"/>
                </a:lnTo>
                <a:cubicBezTo>
                  <a:pt x="1222153" y="1023557"/>
                  <a:pt x="1221391" y="1025938"/>
                  <a:pt x="1221391" y="1025938"/>
                </a:cubicBezTo>
                <a:cubicBezTo>
                  <a:pt x="1221200" y="1026700"/>
                  <a:pt x="1221391" y="1027462"/>
                  <a:pt x="1221772" y="1028033"/>
                </a:cubicBezTo>
                <a:cubicBezTo>
                  <a:pt x="1222248" y="1028605"/>
                  <a:pt x="1222915" y="1028986"/>
                  <a:pt x="1223677" y="1028986"/>
                </a:cubicBezTo>
                <a:lnTo>
                  <a:pt x="1224629" y="1028986"/>
                </a:lnTo>
                <a:cubicBezTo>
                  <a:pt x="1224629" y="1028986"/>
                  <a:pt x="1219772" y="1032891"/>
                  <a:pt x="1219772" y="1032891"/>
                </a:cubicBezTo>
                <a:close/>
                <a:moveTo>
                  <a:pt x="1226915" y="1024128"/>
                </a:moveTo>
                <a:lnTo>
                  <a:pt x="1227677" y="1021652"/>
                </a:lnTo>
                <a:cubicBezTo>
                  <a:pt x="1227868" y="1020890"/>
                  <a:pt x="1227677" y="1020127"/>
                  <a:pt x="1227296" y="1019556"/>
                </a:cubicBezTo>
                <a:cubicBezTo>
                  <a:pt x="1226915" y="1019080"/>
                  <a:pt x="1226344" y="1018985"/>
                  <a:pt x="1225772" y="1018889"/>
                </a:cubicBezTo>
                <a:lnTo>
                  <a:pt x="1229678" y="1015651"/>
                </a:lnTo>
                <a:lnTo>
                  <a:pt x="1234440" y="1021175"/>
                </a:lnTo>
                <a:lnTo>
                  <a:pt x="1230821" y="1024128"/>
                </a:lnTo>
                <a:lnTo>
                  <a:pt x="1226915" y="1024319"/>
                </a:lnTo>
                <a:close/>
                <a:moveTo>
                  <a:pt x="862108" y="1402271"/>
                </a:moveTo>
                <a:lnTo>
                  <a:pt x="850202" y="1413701"/>
                </a:lnTo>
                <a:lnTo>
                  <a:pt x="838676" y="1402080"/>
                </a:lnTo>
                <a:cubicBezTo>
                  <a:pt x="838676" y="1402080"/>
                  <a:pt x="838676" y="1401890"/>
                  <a:pt x="838676" y="1401890"/>
                </a:cubicBezTo>
                <a:lnTo>
                  <a:pt x="850583" y="1390460"/>
                </a:lnTo>
                <a:lnTo>
                  <a:pt x="862013" y="1402366"/>
                </a:lnTo>
                <a:close/>
                <a:moveTo>
                  <a:pt x="1127665" y="1270635"/>
                </a:moveTo>
                <a:cubicBezTo>
                  <a:pt x="1131951" y="1273778"/>
                  <a:pt x="1134809" y="1278446"/>
                  <a:pt x="1135571" y="1283684"/>
                </a:cubicBezTo>
                <a:cubicBezTo>
                  <a:pt x="1136333" y="1288923"/>
                  <a:pt x="1135094" y="1294162"/>
                  <a:pt x="1131951" y="1298543"/>
                </a:cubicBezTo>
                <a:cubicBezTo>
                  <a:pt x="1128808" y="1302830"/>
                  <a:pt x="1124141" y="1305687"/>
                  <a:pt x="1118902" y="1306449"/>
                </a:cubicBezTo>
                <a:cubicBezTo>
                  <a:pt x="1113663" y="1307306"/>
                  <a:pt x="1108424" y="1305973"/>
                  <a:pt x="1104043" y="1302830"/>
                </a:cubicBezTo>
                <a:cubicBezTo>
                  <a:pt x="1099757" y="1299686"/>
                  <a:pt x="1096994" y="1295019"/>
                  <a:pt x="1096137" y="1289780"/>
                </a:cubicBezTo>
                <a:cubicBezTo>
                  <a:pt x="1095375" y="1284542"/>
                  <a:pt x="1096613" y="1279303"/>
                  <a:pt x="1099757" y="1274921"/>
                </a:cubicBezTo>
                <a:cubicBezTo>
                  <a:pt x="1102900" y="1270635"/>
                  <a:pt x="1107567" y="1267778"/>
                  <a:pt x="1112806" y="1267016"/>
                </a:cubicBezTo>
                <a:cubicBezTo>
                  <a:pt x="1113854" y="1266825"/>
                  <a:pt x="1114901" y="1266825"/>
                  <a:pt x="1115854" y="1266825"/>
                </a:cubicBezTo>
                <a:cubicBezTo>
                  <a:pt x="1120045" y="1266825"/>
                  <a:pt x="1124141" y="1268159"/>
                  <a:pt x="1127570" y="1270730"/>
                </a:cubicBezTo>
                <a:close/>
                <a:moveTo>
                  <a:pt x="1115854" y="1274731"/>
                </a:moveTo>
                <a:cubicBezTo>
                  <a:pt x="1122426" y="1274731"/>
                  <a:pt x="1127760" y="1280065"/>
                  <a:pt x="1127760" y="1286637"/>
                </a:cubicBezTo>
                <a:cubicBezTo>
                  <a:pt x="1127760" y="1293209"/>
                  <a:pt x="1122426" y="1298543"/>
                  <a:pt x="1115854" y="1298543"/>
                </a:cubicBezTo>
                <a:cubicBezTo>
                  <a:pt x="1109282" y="1298543"/>
                  <a:pt x="1103948" y="1293209"/>
                  <a:pt x="1103948" y="1286637"/>
                </a:cubicBezTo>
                <a:cubicBezTo>
                  <a:pt x="1103948" y="1280065"/>
                  <a:pt x="1109282" y="1274731"/>
                  <a:pt x="1115854" y="1274731"/>
                </a:cubicBezTo>
                <a:close/>
                <a:moveTo>
                  <a:pt x="1387602" y="4091083"/>
                </a:moveTo>
                <a:cubicBezTo>
                  <a:pt x="1388936" y="4091559"/>
                  <a:pt x="1390364" y="4091845"/>
                  <a:pt x="1391793" y="4091845"/>
                </a:cubicBezTo>
                <a:cubicBezTo>
                  <a:pt x="1393412" y="4091845"/>
                  <a:pt x="1395127" y="4091464"/>
                  <a:pt x="1396651" y="4090797"/>
                </a:cubicBezTo>
                <a:cubicBezTo>
                  <a:pt x="1396746" y="4090797"/>
                  <a:pt x="1396841" y="4090607"/>
                  <a:pt x="1396937" y="4090607"/>
                </a:cubicBezTo>
                <a:lnTo>
                  <a:pt x="1421606" y="4121849"/>
                </a:lnTo>
                <a:cubicBezTo>
                  <a:pt x="1422082" y="4122420"/>
                  <a:pt x="1422749" y="4122706"/>
                  <a:pt x="1423511" y="4122706"/>
                </a:cubicBezTo>
                <a:cubicBezTo>
                  <a:pt x="1423797" y="4122706"/>
                  <a:pt x="1423988" y="4122706"/>
                  <a:pt x="1424273" y="4122611"/>
                </a:cubicBezTo>
                <a:cubicBezTo>
                  <a:pt x="1425226" y="4122230"/>
                  <a:pt x="1425893" y="4121372"/>
                  <a:pt x="1425893" y="4120325"/>
                </a:cubicBezTo>
                <a:lnTo>
                  <a:pt x="1426274" y="4030599"/>
                </a:lnTo>
                <a:lnTo>
                  <a:pt x="1464850" y="3991832"/>
                </a:lnTo>
                <a:cubicBezTo>
                  <a:pt x="1464850" y="3991832"/>
                  <a:pt x="1465517" y="3990785"/>
                  <a:pt x="1465517" y="3990213"/>
                </a:cubicBezTo>
                <a:lnTo>
                  <a:pt x="1465707" y="3963829"/>
                </a:lnTo>
                <a:cubicBezTo>
                  <a:pt x="1469898" y="3962686"/>
                  <a:pt x="1473041" y="3958971"/>
                  <a:pt x="1472851" y="3954399"/>
                </a:cubicBezTo>
                <a:cubicBezTo>
                  <a:pt x="1472660" y="3950208"/>
                  <a:pt x="1469707" y="3946874"/>
                  <a:pt x="1465898" y="3945827"/>
                </a:cubicBezTo>
                <a:lnTo>
                  <a:pt x="1465898" y="3851910"/>
                </a:lnTo>
                <a:cubicBezTo>
                  <a:pt x="1465898" y="3851910"/>
                  <a:pt x="1533144" y="3790569"/>
                  <a:pt x="1533144" y="3790569"/>
                </a:cubicBezTo>
                <a:cubicBezTo>
                  <a:pt x="1534763" y="3791712"/>
                  <a:pt x="1536573" y="3792569"/>
                  <a:pt x="1538669" y="3792665"/>
                </a:cubicBezTo>
                <a:cubicBezTo>
                  <a:pt x="1538859" y="3792665"/>
                  <a:pt x="1539050" y="3792665"/>
                  <a:pt x="1539240" y="3792665"/>
                </a:cubicBezTo>
                <a:cubicBezTo>
                  <a:pt x="1541907" y="3792665"/>
                  <a:pt x="1544479" y="3791712"/>
                  <a:pt x="1546574" y="3789902"/>
                </a:cubicBezTo>
                <a:cubicBezTo>
                  <a:pt x="1548765" y="3787902"/>
                  <a:pt x="1550003" y="3785235"/>
                  <a:pt x="1550194" y="3782378"/>
                </a:cubicBezTo>
                <a:cubicBezTo>
                  <a:pt x="1550194" y="3780854"/>
                  <a:pt x="1550003" y="3779425"/>
                  <a:pt x="1549527" y="3777996"/>
                </a:cubicBezTo>
                <a:lnTo>
                  <a:pt x="1609535" y="3728942"/>
                </a:lnTo>
                <a:lnTo>
                  <a:pt x="1609344" y="3630644"/>
                </a:lnTo>
                <a:lnTo>
                  <a:pt x="1633633" y="3603974"/>
                </a:lnTo>
                <a:lnTo>
                  <a:pt x="1662875" y="3603974"/>
                </a:lnTo>
                <a:cubicBezTo>
                  <a:pt x="1664303" y="3609975"/>
                  <a:pt x="1669732" y="3614452"/>
                  <a:pt x="1676114" y="3614452"/>
                </a:cubicBezTo>
                <a:cubicBezTo>
                  <a:pt x="1682496" y="3614452"/>
                  <a:pt x="1688402" y="3609594"/>
                  <a:pt x="1689545" y="3603212"/>
                </a:cubicBezTo>
                <a:lnTo>
                  <a:pt x="1774793" y="3603212"/>
                </a:lnTo>
                <a:lnTo>
                  <a:pt x="1789557" y="3589877"/>
                </a:lnTo>
                <a:lnTo>
                  <a:pt x="1862900" y="3589877"/>
                </a:lnTo>
                <a:lnTo>
                  <a:pt x="1968437" y="3473005"/>
                </a:lnTo>
                <a:lnTo>
                  <a:pt x="1969008" y="3472339"/>
                </a:lnTo>
                <a:lnTo>
                  <a:pt x="1968627" y="3355562"/>
                </a:lnTo>
                <a:lnTo>
                  <a:pt x="1954340" y="3339465"/>
                </a:lnTo>
                <a:lnTo>
                  <a:pt x="1954340" y="3314034"/>
                </a:lnTo>
                <a:cubicBezTo>
                  <a:pt x="1954340" y="3314034"/>
                  <a:pt x="1962722" y="3314034"/>
                  <a:pt x="1962722" y="3314034"/>
                </a:cubicBezTo>
                <a:cubicBezTo>
                  <a:pt x="1966151" y="3314034"/>
                  <a:pt x="1968818" y="3311271"/>
                  <a:pt x="1968818" y="3307937"/>
                </a:cubicBezTo>
                <a:lnTo>
                  <a:pt x="1968818" y="3302318"/>
                </a:lnTo>
                <a:cubicBezTo>
                  <a:pt x="1968818" y="3298888"/>
                  <a:pt x="1966055" y="3296222"/>
                  <a:pt x="1962722" y="3296222"/>
                </a:cubicBezTo>
                <a:lnTo>
                  <a:pt x="1954911" y="3296222"/>
                </a:lnTo>
                <a:lnTo>
                  <a:pt x="1947291" y="3287173"/>
                </a:lnTo>
                <a:lnTo>
                  <a:pt x="1762030" y="3288030"/>
                </a:lnTo>
                <a:lnTo>
                  <a:pt x="1741075" y="3265551"/>
                </a:lnTo>
                <a:cubicBezTo>
                  <a:pt x="1741075" y="3265551"/>
                  <a:pt x="1741361" y="3264789"/>
                  <a:pt x="1741361" y="3264313"/>
                </a:cubicBezTo>
                <a:lnTo>
                  <a:pt x="1741361" y="3251835"/>
                </a:lnTo>
                <a:cubicBezTo>
                  <a:pt x="1741361" y="3248787"/>
                  <a:pt x="1738884" y="3246311"/>
                  <a:pt x="1735836" y="3246311"/>
                </a:cubicBezTo>
                <a:lnTo>
                  <a:pt x="1723358" y="3246311"/>
                </a:lnTo>
                <a:cubicBezTo>
                  <a:pt x="1720310" y="3246311"/>
                  <a:pt x="1717834" y="3248787"/>
                  <a:pt x="1717834" y="3251835"/>
                </a:cubicBezTo>
                <a:lnTo>
                  <a:pt x="1717834" y="3264313"/>
                </a:lnTo>
                <a:cubicBezTo>
                  <a:pt x="1717834" y="3267361"/>
                  <a:pt x="1720310" y="3269837"/>
                  <a:pt x="1723358" y="3269837"/>
                </a:cubicBezTo>
                <a:lnTo>
                  <a:pt x="1735836" y="3269837"/>
                </a:lnTo>
                <a:cubicBezTo>
                  <a:pt x="1736693" y="3269837"/>
                  <a:pt x="1737455" y="3269647"/>
                  <a:pt x="1738122" y="3269266"/>
                </a:cubicBezTo>
                <a:lnTo>
                  <a:pt x="1760030" y="3292697"/>
                </a:lnTo>
                <a:lnTo>
                  <a:pt x="1945100" y="3291935"/>
                </a:lnTo>
                <a:lnTo>
                  <a:pt x="1948720" y="3296222"/>
                </a:lnTo>
                <a:lnTo>
                  <a:pt x="1941100" y="3296222"/>
                </a:lnTo>
                <a:cubicBezTo>
                  <a:pt x="1937671" y="3296222"/>
                  <a:pt x="1935004" y="3298984"/>
                  <a:pt x="1935004" y="3302318"/>
                </a:cubicBezTo>
                <a:lnTo>
                  <a:pt x="1935004" y="3307937"/>
                </a:lnTo>
                <a:cubicBezTo>
                  <a:pt x="1935004" y="3311367"/>
                  <a:pt x="1937766" y="3314034"/>
                  <a:pt x="1941100" y="3314034"/>
                </a:cubicBezTo>
                <a:lnTo>
                  <a:pt x="1949577" y="3314034"/>
                </a:lnTo>
                <a:lnTo>
                  <a:pt x="1949577" y="3341275"/>
                </a:lnTo>
                <a:cubicBezTo>
                  <a:pt x="1949577" y="3341275"/>
                  <a:pt x="1963960" y="3357372"/>
                  <a:pt x="1963960" y="3357372"/>
                </a:cubicBezTo>
                <a:lnTo>
                  <a:pt x="1964341" y="3470529"/>
                </a:lnTo>
                <a:lnTo>
                  <a:pt x="1860804" y="3585210"/>
                </a:lnTo>
                <a:lnTo>
                  <a:pt x="1787747" y="3585210"/>
                </a:lnTo>
                <a:lnTo>
                  <a:pt x="1772984" y="3598545"/>
                </a:lnTo>
                <a:lnTo>
                  <a:pt x="1689545" y="3598545"/>
                </a:lnTo>
                <a:cubicBezTo>
                  <a:pt x="1688402" y="3592163"/>
                  <a:pt x="1682877" y="3587305"/>
                  <a:pt x="1676114" y="3587305"/>
                </a:cubicBezTo>
                <a:cubicBezTo>
                  <a:pt x="1669352" y="3587305"/>
                  <a:pt x="1663351" y="3592640"/>
                  <a:pt x="1662589" y="3599402"/>
                </a:cubicBezTo>
                <a:lnTo>
                  <a:pt x="1631537" y="3599402"/>
                </a:lnTo>
                <a:lnTo>
                  <a:pt x="1604582" y="3628930"/>
                </a:lnTo>
                <a:lnTo>
                  <a:pt x="1604772" y="3726847"/>
                </a:lnTo>
                <a:lnTo>
                  <a:pt x="1546860" y="3774186"/>
                </a:lnTo>
                <a:cubicBezTo>
                  <a:pt x="1544955" y="3772281"/>
                  <a:pt x="1542574" y="3771138"/>
                  <a:pt x="1539812" y="3770948"/>
                </a:cubicBezTo>
                <a:cubicBezTo>
                  <a:pt x="1536859" y="3770757"/>
                  <a:pt x="1534097" y="3771805"/>
                  <a:pt x="1531906" y="3773710"/>
                </a:cubicBezTo>
                <a:lnTo>
                  <a:pt x="1531906" y="3773710"/>
                </a:lnTo>
                <a:cubicBezTo>
                  <a:pt x="1528001" y="3777234"/>
                  <a:pt x="1527429" y="3782854"/>
                  <a:pt x="1529906" y="3787235"/>
                </a:cubicBezTo>
                <a:lnTo>
                  <a:pt x="1460945" y="3849910"/>
                </a:lnTo>
                <a:lnTo>
                  <a:pt x="1460945" y="3945922"/>
                </a:lnTo>
                <a:cubicBezTo>
                  <a:pt x="1456849" y="3946970"/>
                  <a:pt x="1453706" y="3950780"/>
                  <a:pt x="1453896" y="3955352"/>
                </a:cubicBezTo>
                <a:cubicBezTo>
                  <a:pt x="1454087" y="3959543"/>
                  <a:pt x="1457039" y="3962876"/>
                  <a:pt x="1460945" y="3963924"/>
                </a:cubicBezTo>
                <a:lnTo>
                  <a:pt x="1460754" y="3989261"/>
                </a:lnTo>
                <a:lnTo>
                  <a:pt x="1422178" y="4028027"/>
                </a:lnTo>
                <a:cubicBezTo>
                  <a:pt x="1422178" y="4028027"/>
                  <a:pt x="1421511" y="4029075"/>
                  <a:pt x="1421511" y="4029742"/>
                </a:cubicBezTo>
                <a:lnTo>
                  <a:pt x="1421130" y="4113562"/>
                </a:lnTo>
                <a:lnTo>
                  <a:pt x="1400651" y="4087749"/>
                </a:lnTo>
                <a:cubicBezTo>
                  <a:pt x="1403509" y="4084415"/>
                  <a:pt x="1404461" y="4079558"/>
                  <a:pt x="1402556" y="4075176"/>
                </a:cubicBezTo>
                <a:cubicBezTo>
                  <a:pt x="1399889" y="4069271"/>
                  <a:pt x="1392841" y="4066509"/>
                  <a:pt x="1386935" y="4069271"/>
                </a:cubicBezTo>
                <a:cubicBezTo>
                  <a:pt x="1381030" y="4071938"/>
                  <a:pt x="1378363" y="4078986"/>
                  <a:pt x="1381030" y="4084892"/>
                </a:cubicBezTo>
                <a:cubicBezTo>
                  <a:pt x="1382363" y="4087749"/>
                  <a:pt x="1384649" y="4089940"/>
                  <a:pt x="1387602" y="4091083"/>
                </a:cubicBezTo>
                <a:close/>
                <a:moveTo>
                  <a:pt x="1736789" y="3264122"/>
                </a:moveTo>
                <a:cubicBezTo>
                  <a:pt x="1736789" y="3264122"/>
                  <a:pt x="1736407" y="3264884"/>
                  <a:pt x="1736027" y="3264884"/>
                </a:cubicBezTo>
                <a:lnTo>
                  <a:pt x="1723549" y="3264884"/>
                </a:lnTo>
                <a:cubicBezTo>
                  <a:pt x="1723549" y="3264884"/>
                  <a:pt x="1722787" y="3264503"/>
                  <a:pt x="1722787" y="3264122"/>
                </a:cubicBezTo>
                <a:lnTo>
                  <a:pt x="1722787" y="3251645"/>
                </a:lnTo>
                <a:cubicBezTo>
                  <a:pt x="1722787" y="3251645"/>
                  <a:pt x="1723168" y="3250883"/>
                  <a:pt x="1723549" y="3250883"/>
                </a:cubicBezTo>
                <a:lnTo>
                  <a:pt x="1736027" y="3250883"/>
                </a:lnTo>
                <a:cubicBezTo>
                  <a:pt x="1736027" y="3250883"/>
                  <a:pt x="1736789" y="3251263"/>
                  <a:pt x="1736789" y="3251645"/>
                </a:cubicBezTo>
                <a:lnTo>
                  <a:pt x="1736789" y="3264122"/>
                </a:lnTo>
                <a:close/>
                <a:moveTo>
                  <a:pt x="1941290" y="3309176"/>
                </a:moveTo>
                <a:cubicBezTo>
                  <a:pt x="1940528" y="3309176"/>
                  <a:pt x="1939957" y="3308604"/>
                  <a:pt x="1939957" y="3307842"/>
                </a:cubicBezTo>
                <a:lnTo>
                  <a:pt x="1939957" y="3302222"/>
                </a:lnTo>
                <a:cubicBezTo>
                  <a:pt x="1939957" y="3301460"/>
                  <a:pt x="1940624" y="3300889"/>
                  <a:pt x="1941290" y="3300889"/>
                </a:cubicBezTo>
                <a:lnTo>
                  <a:pt x="1962912" y="3300889"/>
                </a:lnTo>
                <a:cubicBezTo>
                  <a:pt x="1963674" y="3300889"/>
                  <a:pt x="1964246" y="3301460"/>
                  <a:pt x="1964246" y="3302222"/>
                </a:cubicBezTo>
                <a:lnTo>
                  <a:pt x="1964246" y="3307842"/>
                </a:lnTo>
                <a:cubicBezTo>
                  <a:pt x="1964246" y="3308604"/>
                  <a:pt x="1963674" y="3309176"/>
                  <a:pt x="1962912" y="3309176"/>
                </a:cubicBezTo>
                <a:lnTo>
                  <a:pt x="1941290" y="3309176"/>
                </a:lnTo>
                <a:close/>
                <a:moveTo>
                  <a:pt x="1676210" y="3591878"/>
                </a:moveTo>
                <a:cubicBezTo>
                  <a:pt x="1681163" y="3591878"/>
                  <a:pt x="1685068" y="3595878"/>
                  <a:pt x="1685068" y="3600736"/>
                </a:cubicBezTo>
                <a:cubicBezTo>
                  <a:pt x="1685068" y="3605594"/>
                  <a:pt x="1681067" y="3609594"/>
                  <a:pt x="1676210" y="3609594"/>
                </a:cubicBezTo>
                <a:cubicBezTo>
                  <a:pt x="1671352" y="3609594"/>
                  <a:pt x="1667351" y="3605594"/>
                  <a:pt x="1667351" y="3600736"/>
                </a:cubicBezTo>
                <a:cubicBezTo>
                  <a:pt x="1667351" y="3595878"/>
                  <a:pt x="1671352" y="3591878"/>
                  <a:pt x="1676210" y="3591878"/>
                </a:cubicBezTo>
                <a:close/>
                <a:moveTo>
                  <a:pt x="1535144" y="3777234"/>
                </a:moveTo>
                <a:cubicBezTo>
                  <a:pt x="1536382" y="3776091"/>
                  <a:pt x="1538097" y="3775520"/>
                  <a:pt x="1539621" y="3775615"/>
                </a:cubicBezTo>
                <a:cubicBezTo>
                  <a:pt x="1541240" y="3775615"/>
                  <a:pt x="1542764" y="3776472"/>
                  <a:pt x="1543907" y="3777615"/>
                </a:cubicBezTo>
                <a:cubicBezTo>
                  <a:pt x="1545050" y="3778853"/>
                  <a:pt x="1545527" y="3780473"/>
                  <a:pt x="1545527" y="3782092"/>
                </a:cubicBezTo>
                <a:cubicBezTo>
                  <a:pt x="1545527" y="3783711"/>
                  <a:pt x="1544669" y="3785235"/>
                  <a:pt x="1543526" y="3786378"/>
                </a:cubicBezTo>
                <a:cubicBezTo>
                  <a:pt x="1542288" y="3787521"/>
                  <a:pt x="1540669" y="3787997"/>
                  <a:pt x="1539050" y="3787902"/>
                </a:cubicBezTo>
                <a:cubicBezTo>
                  <a:pt x="1537430" y="3787902"/>
                  <a:pt x="1535906" y="3787045"/>
                  <a:pt x="1534763" y="3785902"/>
                </a:cubicBezTo>
                <a:cubicBezTo>
                  <a:pt x="1532477" y="3783330"/>
                  <a:pt x="1532668" y="3779425"/>
                  <a:pt x="1535240" y="3777139"/>
                </a:cubicBezTo>
                <a:close/>
                <a:moveTo>
                  <a:pt x="1388840" y="4073557"/>
                </a:moveTo>
                <a:cubicBezTo>
                  <a:pt x="1389793" y="4073176"/>
                  <a:pt x="1390745" y="4072890"/>
                  <a:pt x="1391698" y="4072890"/>
                </a:cubicBezTo>
                <a:cubicBezTo>
                  <a:pt x="1394365" y="4072890"/>
                  <a:pt x="1396937" y="4074414"/>
                  <a:pt x="1398175" y="4077081"/>
                </a:cubicBezTo>
                <a:cubicBezTo>
                  <a:pt x="1399794" y="4080605"/>
                  <a:pt x="1398175" y="4084892"/>
                  <a:pt x="1394651" y="4086416"/>
                </a:cubicBezTo>
                <a:cubicBezTo>
                  <a:pt x="1391031" y="4088035"/>
                  <a:pt x="1386935" y="4086416"/>
                  <a:pt x="1385316" y="4082892"/>
                </a:cubicBezTo>
                <a:cubicBezTo>
                  <a:pt x="1383697" y="4079367"/>
                  <a:pt x="1385316" y="4075176"/>
                  <a:pt x="1388840" y="4073557"/>
                </a:cubicBezTo>
                <a:close/>
                <a:moveTo>
                  <a:pt x="1726882" y="1261396"/>
                </a:moveTo>
                <a:cubicBezTo>
                  <a:pt x="1728692" y="1257776"/>
                  <a:pt x="1733074" y="1256252"/>
                  <a:pt x="1736693" y="1258062"/>
                </a:cubicBezTo>
                <a:cubicBezTo>
                  <a:pt x="1740313" y="1259872"/>
                  <a:pt x="1741837" y="1264253"/>
                  <a:pt x="1740027" y="1267873"/>
                </a:cubicBezTo>
                <a:cubicBezTo>
                  <a:pt x="1738217" y="1271492"/>
                  <a:pt x="1733836" y="1273016"/>
                  <a:pt x="1730216" y="1271207"/>
                </a:cubicBezTo>
                <a:cubicBezTo>
                  <a:pt x="1726597" y="1269397"/>
                  <a:pt x="1725073" y="1265015"/>
                  <a:pt x="1726882" y="1261396"/>
                </a:cubicBezTo>
                <a:close/>
                <a:moveTo>
                  <a:pt x="349853" y="2193989"/>
                </a:moveTo>
                <a:lnTo>
                  <a:pt x="357092" y="2186940"/>
                </a:lnTo>
                <a:lnTo>
                  <a:pt x="360426" y="2190369"/>
                </a:lnTo>
                <a:lnTo>
                  <a:pt x="353187" y="2197418"/>
                </a:lnTo>
                <a:lnTo>
                  <a:pt x="349853" y="2193989"/>
                </a:lnTo>
                <a:close/>
                <a:moveTo>
                  <a:pt x="536448" y="991743"/>
                </a:moveTo>
                <a:cubicBezTo>
                  <a:pt x="536448" y="988028"/>
                  <a:pt x="533400" y="984885"/>
                  <a:pt x="529590" y="984885"/>
                </a:cubicBezTo>
                <a:lnTo>
                  <a:pt x="516922" y="984885"/>
                </a:lnTo>
                <a:cubicBezTo>
                  <a:pt x="513207" y="984885"/>
                  <a:pt x="510064" y="987933"/>
                  <a:pt x="510064" y="991743"/>
                </a:cubicBezTo>
                <a:lnTo>
                  <a:pt x="510064" y="997077"/>
                </a:lnTo>
                <a:lnTo>
                  <a:pt x="489014" y="997077"/>
                </a:lnTo>
                <a:cubicBezTo>
                  <a:pt x="489014" y="997077"/>
                  <a:pt x="433864" y="1047941"/>
                  <a:pt x="433864" y="1047941"/>
                </a:cubicBezTo>
                <a:lnTo>
                  <a:pt x="334994" y="1047941"/>
                </a:lnTo>
                <a:cubicBezTo>
                  <a:pt x="334994" y="1047941"/>
                  <a:pt x="314992" y="1028700"/>
                  <a:pt x="314992" y="1028700"/>
                </a:cubicBezTo>
                <a:lnTo>
                  <a:pt x="249174" y="1028700"/>
                </a:lnTo>
                <a:cubicBezTo>
                  <a:pt x="249174" y="1028700"/>
                  <a:pt x="215837" y="1056894"/>
                  <a:pt x="215837" y="1056894"/>
                </a:cubicBezTo>
                <a:cubicBezTo>
                  <a:pt x="214408" y="1056037"/>
                  <a:pt x="212789" y="1055370"/>
                  <a:pt x="210979" y="1055084"/>
                </a:cubicBezTo>
                <a:cubicBezTo>
                  <a:pt x="204026" y="1054132"/>
                  <a:pt x="197644" y="1058894"/>
                  <a:pt x="196691" y="1065848"/>
                </a:cubicBezTo>
                <a:cubicBezTo>
                  <a:pt x="195739" y="1072801"/>
                  <a:pt x="200501" y="1079183"/>
                  <a:pt x="207455" y="1080230"/>
                </a:cubicBezTo>
                <a:cubicBezTo>
                  <a:pt x="208026" y="1080230"/>
                  <a:pt x="208693" y="1080326"/>
                  <a:pt x="209264" y="1080326"/>
                </a:cubicBezTo>
                <a:cubicBezTo>
                  <a:pt x="215456" y="1080326"/>
                  <a:pt x="220885" y="1075754"/>
                  <a:pt x="221837" y="1069467"/>
                </a:cubicBezTo>
                <a:cubicBezTo>
                  <a:pt x="222314" y="1066038"/>
                  <a:pt x="221361" y="1062704"/>
                  <a:pt x="219456" y="1060133"/>
                </a:cubicBezTo>
                <a:lnTo>
                  <a:pt x="250984" y="1033463"/>
                </a:lnTo>
                <a:lnTo>
                  <a:pt x="313087" y="1033463"/>
                </a:lnTo>
                <a:cubicBezTo>
                  <a:pt x="313087" y="1033463"/>
                  <a:pt x="333089" y="1052703"/>
                  <a:pt x="333089" y="1052703"/>
                </a:cubicBezTo>
                <a:lnTo>
                  <a:pt x="435674" y="1052703"/>
                </a:lnTo>
                <a:cubicBezTo>
                  <a:pt x="435674" y="1052703"/>
                  <a:pt x="490823" y="1001840"/>
                  <a:pt x="490823" y="1001840"/>
                </a:cubicBezTo>
                <a:lnTo>
                  <a:pt x="510064" y="1001840"/>
                </a:lnTo>
                <a:cubicBezTo>
                  <a:pt x="510064" y="1001840"/>
                  <a:pt x="510064" y="1004316"/>
                  <a:pt x="510064" y="1004316"/>
                </a:cubicBezTo>
                <a:cubicBezTo>
                  <a:pt x="510064" y="1008031"/>
                  <a:pt x="513112" y="1011174"/>
                  <a:pt x="516922" y="1011174"/>
                </a:cubicBezTo>
                <a:lnTo>
                  <a:pt x="529590" y="1011174"/>
                </a:lnTo>
                <a:cubicBezTo>
                  <a:pt x="533305" y="1011174"/>
                  <a:pt x="536448" y="1008126"/>
                  <a:pt x="536448" y="1004316"/>
                </a:cubicBezTo>
                <a:lnTo>
                  <a:pt x="536448" y="991648"/>
                </a:lnTo>
                <a:close/>
                <a:moveTo>
                  <a:pt x="208217" y="1075468"/>
                </a:moveTo>
                <a:cubicBezTo>
                  <a:pt x="203930" y="1074896"/>
                  <a:pt x="200882" y="1070801"/>
                  <a:pt x="201549" y="1066514"/>
                </a:cubicBezTo>
                <a:cubicBezTo>
                  <a:pt x="202120" y="1062228"/>
                  <a:pt x="206216" y="1059180"/>
                  <a:pt x="210503" y="1059847"/>
                </a:cubicBezTo>
                <a:cubicBezTo>
                  <a:pt x="214789" y="1060418"/>
                  <a:pt x="217837" y="1064514"/>
                  <a:pt x="217170" y="1068800"/>
                </a:cubicBezTo>
                <a:cubicBezTo>
                  <a:pt x="216599" y="1073087"/>
                  <a:pt x="212598" y="1076135"/>
                  <a:pt x="208217" y="1075468"/>
                </a:cubicBezTo>
                <a:close/>
                <a:moveTo>
                  <a:pt x="531686" y="1004411"/>
                </a:moveTo>
                <a:cubicBezTo>
                  <a:pt x="531686" y="1005554"/>
                  <a:pt x="530733" y="1006507"/>
                  <a:pt x="529590" y="1006507"/>
                </a:cubicBezTo>
                <a:lnTo>
                  <a:pt x="516922" y="1006507"/>
                </a:lnTo>
                <a:cubicBezTo>
                  <a:pt x="515779" y="1006507"/>
                  <a:pt x="514826" y="1005554"/>
                  <a:pt x="514826" y="1004411"/>
                </a:cubicBezTo>
                <a:lnTo>
                  <a:pt x="514826" y="991743"/>
                </a:lnTo>
                <a:cubicBezTo>
                  <a:pt x="514826" y="990600"/>
                  <a:pt x="515779" y="989648"/>
                  <a:pt x="516922" y="989648"/>
                </a:cubicBezTo>
                <a:lnTo>
                  <a:pt x="529590" y="989648"/>
                </a:lnTo>
                <a:cubicBezTo>
                  <a:pt x="530733" y="989648"/>
                  <a:pt x="531686" y="990600"/>
                  <a:pt x="531686" y="991743"/>
                </a:cubicBezTo>
                <a:lnTo>
                  <a:pt x="531686" y="1004411"/>
                </a:lnTo>
                <a:close/>
                <a:moveTo>
                  <a:pt x="1758982" y="4393787"/>
                </a:moveTo>
                <a:cubicBezTo>
                  <a:pt x="1758982" y="4399979"/>
                  <a:pt x="1754029" y="4404932"/>
                  <a:pt x="1747838" y="4404932"/>
                </a:cubicBezTo>
                <a:cubicBezTo>
                  <a:pt x="1741646" y="4404932"/>
                  <a:pt x="1736693" y="4399979"/>
                  <a:pt x="1736693" y="4393787"/>
                </a:cubicBezTo>
                <a:cubicBezTo>
                  <a:pt x="1736693" y="4387596"/>
                  <a:pt x="1741646" y="4382643"/>
                  <a:pt x="1747838" y="4382643"/>
                </a:cubicBezTo>
                <a:cubicBezTo>
                  <a:pt x="1754029" y="4382643"/>
                  <a:pt x="1758982" y="4387596"/>
                  <a:pt x="1758982" y="4393787"/>
                </a:cubicBezTo>
                <a:close/>
                <a:moveTo>
                  <a:pt x="1759744" y="4343591"/>
                </a:moveTo>
                <a:cubicBezTo>
                  <a:pt x="1759744" y="4350068"/>
                  <a:pt x="1754505" y="4355402"/>
                  <a:pt x="1747933" y="4355402"/>
                </a:cubicBezTo>
                <a:cubicBezTo>
                  <a:pt x="1741361" y="4355402"/>
                  <a:pt x="1736122" y="4350163"/>
                  <a:pt x="1736122" y="4343591"/>
                </a:cubicBezTo>
                <a:cubicBezTo>
                  <a:pt x="1736122" y="4337019"/>
                  <a:pt x="1741361" y="4331780"/>
                  <a:pt x="1747933" y="4331780"/>
                </a:cubicBezTo>
                <a:cubicBezTo>
                  <a:pt x="1754505" y="4331780"/>
                  <a:pt x="1759744" y="4337019"/>
                  <a:pt x="1759744" y="4343591"/>
                </a:cubicBezTo>
                <a:close/>
                <a:moveTo>
                  <a:pt x="1757648" y="4494181"/>
                </a:moveTo>
                <a:cubicBezTo>
                  <a:pt x="1757648" y="4499610"/>
                  <a:pt x="1753267" y="4503992"/>
                  <a:pt x="1747838" y="4503992"/>
                </a:cubicBezTo>
                <a:cubicBezTo>
                  <a:pt x="1742408" y="4503992"/>
                  <a:pt x="1738027" y="4499610"/>
                  <a:pt x="1738027" y="4494181"/>
                </a:cubicBezTo>
                <a:cubicBezTo>
                  <a:pt x="1738027" y="4488752"/>
                  <a:pt x="1742408" y="4484370"/>
                  <a:pt x="1747838" y="4484370"/>
                </a:cubicBezTo>
                <a:cubicBezTo>
                  <a:pt x="1753267" y="4484370"/>
                  <a:pt x="1757648" y="4488752"/>
                  <a:pt x="1757648" y="4494181"/>
                </a:cubicBezTo>
                <a:close/>
                <a:moveTo>
                  <a:pt x="1804321" y="4496562"/>
                </a:moveTo>
                <a:cubicBezTo>
                  <a:pt x="1804321" y="4501992"/>
                  <a:pt x="1799939" y="4506373"/>
                  <a:pt x="1794510" y="4506373"/>
                </a:cubicBezTo>
                <a:cubicBezTo>
                  <a:pt x="1789081" y="4506373"/>
                  <a:pt x="1784699" y="4501992"/>
                  <a:pt x="1784699" y="4496562"/>
                </a:cubicBezTo>
                <a:cubicBezTo>
                  <a:pt x="1784699" y="4491133"/>
                  <a:pt x="1789081" y="4486752"/>
                  <a:pt x="1794510" y="4486752"/>
                </a:cubicBezTo>
                <a:cubicBezTo>
                  <a:pt x="1799939" y="4486752"/>
                  <a:pt x="1804321" y="4491133"/>
                  <a:pt x="1804321" y="4496562"/>
                </a:cubicBezTo>
                <a:close/>
                <a:moveTo>
                  <a:pt x="687038" y="2712815"/>
                </a:moveTo>
                <a:cubicBezTo>
                  <a:pt x="685705" y="2709672"/>
                  <a:pt x="683228" y="2707196"/>
                  <a:pt x="680085" y="2705957"/>
                </a:cubicBezTo>
                <a:cubicBezTo>
                  <a:pt x="676942" y="2704719"/>
                  <a:pt x="673513" y="2704719"/>
                  <a:pt x="670370" y="2705957"/>
                </a:cubicBezTo>
                <a:cubicBezTo>
                  <a:pt x="667226" y="2707291"/>
                  <a:pt x="664845" y="2709767"/>
                  <a:pt x="663512" y="2712911"/>
                </a:cubicBezTo>
                <a:cubicBezTo>
                  <a:pt x="662178" y="2716054"/>
                  <a:pt x="662273" y="2719483"/>
                  <a:pt x="663512" y="2722626"/>
                </a:cubicBezTo>
                <a:cubicBezTo>
                  <a:pt x="664845" y="2725769"/>
                  <a:pt x="667322" y="2728151"/>
                  <a:pt x="670465" y="2729484"/>
                </a:cubicBezTo>
                <a:cubicBezTo>
                  <a:pt x="671989" y="2730151"/>
                  <a:pt x="673608" y="2730437"/>
                  <a:pt x="675227" y="2730437"/>
                </a:cubicBezTo>
                <a:cubicBezTo>
                  <a:pt x="676847" y="2730437"/>
                  <a:pt x="678561" y="2730055"/>
                  <a:pt x="680180" y="2729484"/>
                </a:cubicBezTo>
                <a:cubicBezTo>
                  <a:pt x="681038" y="2729103"/>
                  <a:pt x="681609" y="2728532"/>
                  <a:pt x="682371" y="2728055"/>
                </a:cubicBezTo>
                <a:lnTo>
                  <a:pt x="716947" y="2759964"/>
                </a:lnTo>
                <a:cubicBezTo>
                  <a:pt x="716947" y="2759964"/>
                  <a:pt x="717995" y="2760631"/>
                  <a:pt x="718566" y="2760631"/>
                </a:cubicBezTo>
                <a:lnTo>
                  <a:pt x="718661" y="2760631"/>
                </a:lnTo>
                <a:cubicBezTo>
                  <a:pt x="719328" y="2760631"/>
                  <a:pt x="719900" y="2760345"/>
                  <a:pt x="720281" y="2759869"/>
                </a:cubicBezTo>
                <a:lnTo>
                  <a:pt x="763810" y="2711863"/>
                </a:lnTo>
                <a:lnTo>
                  <a:pt x="875729" y="2713768"/>
                </a:lnTo>
                <a:cubicBezTo>
                  <a:pt x="875729" y="2713768"/>
                  <a:pt x="875919" y="2714149"/>
                  <a:pt x="876110" y="2714339"/>
                </a:cubicBezTo>
                <a:lnTo>
                  <a:pt x="885254" y="2723484"/>
                </a:lnTo>
                <a:cubicBezTo>
                  <a:pt x="886206" y="2724436"/>
                  <a:pt x="887540" y="2725007"/>
                  <a:pt x="888873" y="2725007"/>
                </a:cubicBezTo>
                <a:cubicBezTo>
                  <a:pt x="890207" y="2725007"/>
                  <a:pt x="891445" y="2724531"/>
                  <a:pt x="892493" y="2723484"/>
                </a:cubicBezTo>
                <a:lnTo>
                  <a:pt x="901637" y="2714339"/>
                </a:lnTo>
                <a:cubicBezTo>
                  <a:pt x="903637" y="2712339"/>
                  <a:pt x="903637" y="2709101"/>
                  <a:pt x="901637" y="2707196"/>
                </a:cubicBezTo>
                <a:lnTo>
                  <a:pt x="892493" y="2698052"/>
                </a:lnTo>
                <a:lnTo>
                  <a:pt x="892493" y="2698052"/>
                </a:lnTo>
                <a:cubicBezTo>
                  <a:pt x="890492" y="2696051"/>
                  <a:pt x="887254" y="2696051"/>
                  <a:pt x="885349" y="2698052"/>
                </a:cubicBezTo>
                <a:lnTo>
                  <a:pt x="876205" y="2707196"/>
                </a:lnTo>
                <a:cubicBezTo>
                  <a:pt x="875633" y="2707767"/>
                  <a:pt x="875348" y="2708338"/>
                  <a:pt x="875062" y="2709005"/>
                </a:cubicBezTo>
                <a:lnTo>
                  <a:pt x="762857" y="2707100"/>
                </a:lnTo>
                <a:cubicBezTo>
                  <a:pt x="762191" y="2707100"/>
                  <a:pt x="761524" y="2707386"/>
                  <a:pt x="761048" y="2707862"/>
                </a:cubicBezTo>
                <a:lnTo>
                  <a:pt x="718471" y="2754916"/>
                </a:lnTo>
                <a:lnTo>
                  <a:pt x="685705" y="2724722"/>
                </a:lnTo>
                <a:cubicBezTo>
                  <a:pt x="686181" y="2724055"/>
                  <a:pt x="686752" y="2723484"/>
                  <a:pt x="687038" y="2722626"/>
                </a:cubicBezTo>
                <a:cubicBezTo>
                  <a:pt x="688372" y="2719483"/>
                  <a:pt x="688277" y="2716054"/>
                  <a:pt x="687038" y="2712911"/>
                </a:cubicBezTo>
                <a:close/>
                <a:moveTo>
                  <a:pt x="682752" y="2720721"/>
                </a:moveTo>
                <a:cubicBezTo>
                  <a:pt x="681990" y="2722721"/>
                  <a:pt x="680466" y="2724245"/>
                  <a:pt x="678466" y="2725103"/>
                </a:cubicBezTo>
                <a:cubicBezTo>
                  <a:pt x="676466" y="2725960"/>
                  <a:pt x="674370" y="2725960"/>
                  <a:pt x="672370" y="2725103"/>
                </a:cubicBezTo>
                <a:cubicBezTo>
                  <a:pt x="670370" y="2724341"/>
                  <a:pt x="668846" y="2722817"/>
                  <a:pt x="668084" y="2720817"/>
                </a:cubicBezTo>
                <a:cubicBezTo>
                  <a:pt x="667226" y="2718816"/>
                  <a:pt x="667226" y="2716721"/>
                  <a:pt x="668084" y="2714720"/>
                </a:cubicBezTo>
                <a:cubicBezTo>
                  <a:pt x="668846" y="2712720"/>
                  <a:pt x="670370" y="2711196"/>
                  <a:pt x="672370" y="2710339"/>
                </a:cubicBezTo>
                <a:cubicBezTo>
                  <a:pt x="673322" y="2709958"/>
                  <a:pt x="674370" y="2709672"/>
                  <a:pt x="675418" y="2709672"/>
                </a:cubicBezTo>
                <a:cubicBezTo>
                  <a:pt x="676466" y="2709672"/>
                  <a:pt x="677418" y="2709863"/>
                  <a:pt x="678466" y="2710244"/>
                </a:cubicBezTo>
                <a:cubicBezTo>
                  <a:pt x="680466" y="2711005"/>
                  <a:pt x="681990" y="2712530"/>
                  <a:pt x="682752" y="2714530"/>
                </a:cubicBezTo>
                <a:cubicBezTo>
                  <a:pt x="683609" y="2716530"/>
                  <a:pt x="683609" y="2718626"/>
                  <a:pt x="682752" y="2720626"/>
                </a:cubicBezTo>
                <a:close/>
                <a:moveTo>
                  <a:pt x="888683" y="2701290"/>
                </a:moveTo>
                <a:cubicBezTo>
                  <a:pt x="888683" y="2701290"/>
                  <a:pt x="888778" y="2701290"/>
                  <a:pt x="888873" y="2701290"/>
                </a:cubicBezTo>
                <a:cubicBezTo>
                  <a:pt x="888968" y="2701290"/>
                  <a:pt x="889064" y="2701290"/>
                  <a:pt x="889064" y="2701290"/>
                </a:cubicBezTo>
                <a:lnTo>
                  <a:pt x="898208" y="2710910"/>
                </a:lnTo>
                <a:lnTo>
                  <a:pt x="888587" y="2720054"/>
                </a:lnTo>
                <a:lnTo>
                  <a:pt x="879443" y="2710434"/>
                </a:lnTo>
                <a:lnTo>
                  <a:pt x="888587" y="2701290"/>
                </a:lnTo>
                <a:close/>
                <a:moveTo>
                  <a:pt x="1758315" y="4443984"/>
                </a:moveTo>
                <a:cubicBezTo>
                  <a:pt x="1758315" y="4449795"/>
                  <a:pt x="1753648" y="4454462"/>
                  <a:pt x="1747838" y="4454462"/>
                </a:cubicBezTo>
                <a:cubicBezTo>
                  <a:pt x="1742027" y="4454462"/>
                  <a:pt x="1737360" y="4449795"/>
                  <a:pt x="1737360" y="4443984"/>
                </a:cubicBezTo>
                <a:cubicBezTo>
                  <a:pt x="1737360" y="4438174"/>
                  <a:pt x="1742027" y="4433507"/>
                  <a:pt x="1747838" y="4433507"/>
                </a:cubicBezTo>
                <a:cubicBezTo>
                  <a:pt x="1753648" y="4433507"/>
                  <a:pt x="1758315" y="4438174"/>
                  <a:pt x="1758315" y="4443984"/>
                </a:cubicBezTo>
                <a:close/>
                <a:moveTo>
                  <a:pt x="1760411" y="4293394"/>
                </a:moveTo>
                <a:cubicBezTo>
                  <a:pt x="1760411" y="4300252"/>
                  <a:pt x="1754791" y="4305872"/>
                  <a:pt x="1747933" y="4305872"/>
                </a:cubicBezTo>
                <a:cubicBezTo>
                  <a:pt x="1741075" y="4305872"/>
                  <a:pt x="1735455" y="4300252"/>
                  <a:pt x="1735455" y="4293394"/>
                </a:cubicBezTo>
                <a:cubicBezTo>
                  <a:pt x="1735455" y="4286536"/>
                  <a:pt x="1741075" y="4280916"/>
                  <a:pt x="1747933" y="4280916"/>
                </a:cubicBezTo>
                <a:cubicBezTo>
                  <a:pt x="1754791" y="4280916"/>
                  <a:pt x="1760411" y="4286536"/>
                  <a:pt x="1760411" y="4293394"/>
                </a:cubicBezTo>
                <a:close/>
                <a:moveTo>
                  <a:pt x="1761744" y="4193000"/>
                </a:moveTo>
                <a:cubicBezTo>
                  <a:pt x="1761744" y="4200620"/>
                  <a:pt x="1755553" y="4206812"/>
                  <a:pt x="1747933" y="4206812"/>
                </a:cubicBezTo>
                <a:cubicBezTo>
                  <a:pt x="1740313" y="4206812"/>
                  <a:pt x="1734122" y="4200620"/>
                  <a:pt x="1734122" y="4193000"/>
                </a:cubicBezTo>
                <a:cubicBezTo>
                  <a:pt x="1734122" y="4185380"/>
                  <a:pt x="1740313" y="4179189"/>
                  <a:pt x="1747933" y="4179189"/>
                </a:cubicBezTo>
                <a:cubicBezTo>
                  <a:pt x="1755553" y="4179189"/>
                  <a:pt x="1761744" y="4185380"/>
                  <a:pt x="1761744" y="4193000"/>
                </a:cubicBezTo>
                <a:close/>
                <a:moveTo>
                  <a:pt x="1806988" y="4295775"/>
                </a:moveTo>
                <a:cubicBezTo>
                  <a:pt x="1806988" y="4302633"/>
                  <a:pt x="1801368" y="4308253"/>
                  <a:pt x="1794510" y="4308253"/>
                </a:cubicBezTo>
                <a:cubicBezTo>
                  <a:pt x="1787652" y="4308253"/>
                  <a:pt x="1782032" y="4302633"/>
                  <a:pt x="1782032" y="4295775"/>
                </a:cubicBezTo>
                <a:cubicBezTo>
                  <a:pt x="1782032" y="4288917"/>
                  <a:pt x="1787652" y="4283297"/>
                  <a:pt x="1794510" y="4283297"/>
                </a:cubicBezTo>
                <a:cubicBezTo>
                  <a:pt x="1801368" y="4283297"/>
                  <a:pt x="1806988" y="4288917"/>
                  <a:pt x="1806988" y="4295775"/>
                </a:cubicBezTo>
                <a:close/>
                <a:moveTo>
                  <a:pt x="1806321" y="4345972"/>
                </a:moveTo>
                <a:cubicBezTo>
                  <a:pt x="1806321" y="4352449"/>
                  <a:pt x="1801082" y="4357783"/>
                  <a:pt x="1794510" y="4357783"/>
                </a:cubicBezTo>
                <a:cubicBezTo>
                  <a:pt x="1787938" y="4357783"/>
                  <a:pt x="1782699" y="4352544"/>
                  <a:pt x="1782699" y="4345972"/>
                </a:cubicBezTo>
                <a:cubicBezTo>
                  <a:pt x="1782699" y="4339400"/>
                  <a:pt x="1787938" y="4334161"/>
                  <a:pt x="1794510" y="4334161"/>
                </a:cubicBezTo>
                <a:cubicBezTo>
                  <a:pt x="1801082" y="4334161"/>
                  <a:pt x="1806321" y="4339400"/>
                  <a:pt x="1806321" y="4345972"/>
                </a:cubicBezTo>
                <a:close/>
                <a:moveTo>
                  <a:pt x="1805654" y="4396169"/>
                </a:moveTo>
                <a:cubicBezTo>
                  <a:pt x="1805654" y="4402360"/>
                  <a:pt x="1800701" y="4407313"/>
                  <a:pt x="1794510" y="4407313"/>
                </a:cubicBezTo>
                <a:cubicBezTo>
                  <a:pt x="1788319" y="4407313"/>
                  <a:pt x="1783366" y="4402360"/>
                  <a:pt x="1783366" y="4396169"/>
                </a:cubicBezTo>
                <a:cubicBezTo>
                  <a:pt x="1783366" y="4389978"/>
                  <a:pt x="1788319" y="4385024"/>
                  <a:pt x="1794510" y="4385024"/>
                </a:cubicBezTo>
                <a:cubicBezTo>
                  <a:pt x="1800701" y="4385024"/>
                  <a:pt x="1805654" y="4389978"/>
                  <a:pt x="1805654" y="4396169"/>
                </a:cubicBezTo>
                <a:close/>
                <a:moveTo>
                  <a:pt x="1807655" y="4245579"/>
                </a:moveTo>
                <a:cubicBezTo>
                  <a:pt x="1807655" y="4252818"/>
                  <a:pt x="1801749" y="4258723"/>
                  <a:pt x="1794510" y="4258723"/>
                </a:cubicBezTo>
                <a:cubicBezTo>
                  <a:pt x="1787271" y="4258723"/>
                  <a:pt x="1781366" y="4252818"/>
                  <a:pt x="1781366" y="4245579"/>
                </a:cubicBezTo>
                <a:cubicBezTo>
                  <a:pt x="1781366" y="4238339"/>
                  <a:pt x="1787271" y="4232434"/>
                  <a:pt x="1794510" y="4232434"/>
                </a:cubicBezTo>
                <a:cubicBezTo>
                  <a:pt x="1801749" y="4232434"/>
                  <a:pt x="1807655" y="4238339"/>
                  <a:pt x="1807655" y="4245579"/>
                </a:cubicBezTo>
                <a:close/>
                <a:moveTo>
                  <a:pt x="245269" y="1937290"/>
                </a:moveTo>
                <a:lnTo>
                  <a:pt x="265652" y="1937290"/>
                </a:lnTo>
                <a:cubicBezTo>
                  <a:pt x="268510" y="1937290"/>
                  <a:pt x="270796" y="1935004"/>
                  <a:pt x="270796" y="1932146"/>
                </a:cubicBezTo>
                <a:lnTo>
                  <a:pt x="270796" y="1931289"/>
                </a:lnTo>
                <a:lnTo>
                  <a:pt x="355759" y="1931289"/>
                </a:lnTo>
                <a:lnTo>
                  <a:pt x="371856" y="1947482"/>
                </a:lnTo>
                <a:lnTo>
                  <a:pt x="444818" y="1947482"/>
                </a:lnTo>
                <a:lnTo>
                  <a:pt x="458153" y="1934432"/>
                </a:lnTo>
                <a:cubicBezTo>
                  <a:pt x="460439" y="1936147"/>
                  <a:pt x="463201" y="1937290"/>
                  <a:pt x="466344" y="1937290"/>
                </a:cubicBezTo>
                <a:cubicBezTo>
                  <a:pt x="473774" y="1937290"/>
                  <a:pt x="479774" y="1931289"/>
                  <a:pt x="479774" y="1923860"/>
                </a:cubicBezTo>
                <a:cubicBezTo>
                  <a:pt x="479774" y="1916430"/>
                  <a:pt x="473774" y="1910429"/>
                  <a:pt x="466344" y="1910429"/>
                </a:cubicBezTo>
                <a:cubicBezTo>
                  <a:pt x="458914" y="1910429"/>
                  <a:pt x="452914" y="1916430"/>
                  <a:pt x="452914" y="1923860"/>
                </a:cubicBezTo>
                <a:cubicBezTo>
                  <a:pt x="452914" y="1926527"/>
                  <a:pt x="453676" y="1928908"/>
                  <a:pt x="455009" y="1931003"/>
                </a:cubicBezTo>
                <a:lnTo>
                  <a:pt x="442913" y="1942814"/>
                </a:lnTo>
                <a:lnTo>
                  <a:pt x="373856" y="1942814"/>
                </a:lnTo>
                <a:lnTo>
                  <a:pt x="357759" y="1926622"/>
                </a:lnTo>
                <a:lnTo>
                  <a:pt x="270796" y="1926622"/>
                </a:lnTo>
                <a:lnTo>
                  <a:pt x="270796" y="1925765"/>
                </a:lnTo>
                <a:cubicBezTo>
                  <a:pt x="270796" y="1922907"/>
                  <a:pt x="268510" y="1920621"/>
                  <a:pt x="265652" y="1920621"/>
                </a:cubicBezTo>
                <a:lnTo>
                  <a:pt x="245269" y="1920621"/>
                </a:lnTo>
                <a:cubicBezTo>
                  <a:pt x="242411" y="1920621"/>
                  <a:pt x="240125" y="1922907"/>
                  <a:pt x="240125" y="1925765"/>
                </a:cubicBezTo>
                <a:lnTo>
                  <a:pt x="240125" y="1932242"/>
                </a:lnTo>
                <a:cubicBezTo>
                  <a:pt x="240125" y="1935099"/>
                  <a:pt x="242411" y="1937385"/>
                  <a:pt x="245269" y="1937385"/>
                </a:cubicBezTo>
                <a:close/>
                <a:moveTo>
                  <a:pt x="466344" y="1915001"/>
                </a:moveTo>
                <a:cubicBezTo>
                  <a:pt x="471107" y="1915001"/>
                  <a:pt x="475012" y="1918907"/>
                  <a:pt x="475012" y="1923669"/>
                </a:cubicBezTo>
                <a:cubicBezTo>
                  <a:pt x="475012" y="1928432"/>
                  <a:pt x="471107" y="1932337"/>
                  <a:pt x="466344" y="1932337"/>
                </a:cubicBezTo>
                <a:cubicBezTo>
                  <a:pt x="461582" y="1932337"/>
                  <a:pt x="457676" y="1928432"/>
                  <a:pt x="457676" y="1923669"/>
                </a:cubicBezTo>
                <a:cubicBezTo>
                  <a:pt x="457676" y="1918907"/>
                  <a:pt x="461582" y="1915001"/>
                  <a:pt x="466344" y="1915001"/>
                </a:cubicBezTo>
                <a:close/>
                <a:moveTo>
                  <a:pt x="264986" y="1922907"/>
                </a:moveTo>
                <a:lnTo>
                  <a:pt x="265652" y="1922907"/>
                </a:lnTo>
                <a:cubicBezTo>
                  <a:pt x="267081" y="1922907"/>
                  <a:pt x="268319" y="1924050"/>
                  <a:pt x="268319" y="1925574"/>
                </a:cubicBezTo>
                <a:lnTo>
                  <a:pt x="268319" y="1932051"/>
                </a:lnTo>
                <a:cubicBezTo>
                  <a:pt x="268319" y="1933480"/>
                  <a:pt x="267081" y="1934718"/>
                  <a:pt x="265652" y="1934718"/>
                </a:cubicBezTo>
                <a:lnTo>
                  <a:pt x="264986" y="1934718"/>
                </a:lnTo>
                <a:lnTo>
                  <a:pt x="264986" y="1922907"/>
                </a:lnTo>
                <a:close/>
                <a:moveTo>
                  <a:pt x="252127" y="1922907"/>
                </a:moveTo>
                <a:lnTo>
                  <a:pt x="261842" y="1922907"/>
                </a:lnTo>
                <a:lnTo>
                  <a:pt x="261842" y="1934718"/>
                </a:lnTo>
                <a:lnTo>
                  <a:pt x="252127" y="1934718"/>
                </a:lnTo>
                <a:lnTo>
                  <a:pt x="252127" y="1922907"/>
                </a:lnTo>
                <a:close/>
                <a:moveTo>
                  <a:pt x="247841" y="1922907"/>
                </a:moveTo>
                <a:lnTo>
                  <a:pt x="250603" y="1922907"/>
                </a:lnTo>
                <a:lnTo>
                  <a:pt x="250603" y="1934718"/>
                </a:lnTo>
                <a:lnTo>
                  <a:pt x="247841" y="1934718"/>
                </a:lnTo>
                <a:lnTo>
                  <a:pt x="247841" y="1922907"/>
                </a:lnTo>
                <a:close/>
                <a:moveTo>
                  <a:pt x="242602" y="1925574"/>
                </a:moveTo>
                <a:cubicBezTo>
                  <a:pt x="242602" y="1924145"/>
                  <a:pt x="243840" y="1922907"/>
                  <a:pt x="245269" y="1922907"/>
                </a:cubicBezTo>
                <a:lnTo>
                  <a:pt x="245364" y="1922907"/>
                </a:lnTo>
                <a:lnTo>
                  <a:pt x="245364" y="1934718"/>
                </a:lnTo>
                <a:lnTo>
                  <a:pt x="245269" y="1934718"/>
                </a:lnTo>
                <a:cubicBezTo>
                  <a:pt x="243840" y="1934718"/>
                  <a:pt x="242602" y="1933480"/>
                  <a:pt x="242602" y="1932051"/>
                </a:cubicBezTo>
                <a:lnTo>
                  <a:pt x="242602" y="1925574"/>
                </a:lnTo>
                <a:close/>
                <a:moveTo>
                  <a:pt x="1809464" y="4194048"/>
                </a:moveTo>
                <a:cubicBezTo>
                  <a:pt x="1809464" y="4202335"/>
                  <a:pt x="1802797" y="4209003"/>
                  <a:pt x="1794510" y="4209003"/>
                </a:cubicBezTo>
                <a:cubicBezTo>
                  <a:pt x="1786223" y="4209003"/>
                  <a:pt x="1779556" y="4202335"/>
                  <a:pt x="1779556" y="4194048"/>
                </a:cubicBezTo>
                <a:cubicBezTo>
                  <a:pt x="1779556" y="4185761"/>
                  <a:pt x="1786223" y="4179094"/>
                  <a:pt x="1794510" y="4179094"/>
                </a:cubicBezTo>
                <a:cubicBezTo>
                  <a:pt x="1802797" y="4179094"/>
                  <a:pt x="1809464" y="4185761"/>
                  <a:pt x="1809464" y="4194048"/>
                </a:cubicBezTo>
                <a:close/>
                <a:moveTo>
                  <a:pt x="1761077" y="4243197"/>
                </a:moveTo>
                <a:cubicBezTo>
                  <a:pt x="1761077" y="4250436"/>
                  <a:pt x="1755172" y="4256342"/>
                  <a:pt x="1747933" y="4256342"/>
                </a:cubicBezTo>
                <a:cubicBezTo>
                  <a:pt x="1740694" y="4256342"/>
                  <a:pt x="1734788" y="4250436"/>
                  <a:pt x="1734788" y="4243197"/>
                </a:cubicBezTo>
                <a:cubicBezTo>
                  <a:pt x="1734788" y="4235958"/>
                  <a:pt x="1740694" y="4230053"/>
                  <a:pt x="1747933" y="4230053"/>
                </a:cubicBezTo>
                <a:cubicBezTo>
                  <a:pt x="1755172" y="4230053"/>
                  <a:pt x="1761077" y="4235958"/>
                  <a:pt x="1761077" y="4243197"/>
                </a:cubicBezTo>
                <a:close/>
                <a:moveTo>
                  <a:pt x="1468850" y="4159663"/>
                </a:moveTo>
                <a:lnTo>
                  <a:pt x="1468850" y="4150138"/>
                </a:lnTo>
                <a:cubicBezTo>
                  <a:pt x="1468850" y="4147757"/>
                  <a:pt x="1470755" y="4145852"/>
                  <a:pt x="1473137" y="4145852"/>
                </a:cubicBezTo>
                <a:lnTo>
                  <a:pt x="1483424" y="4145852"/>
                </a:lnTo>
                <a:cubicBezTo>
                  <a:pt x="1485424" y="4145852"/>
                  <a:pt x="1486948" y="4147471"/>
                  <a:pt x="1486948" y="4149376"/>
                </a:cubicBezTo>
                <a:lnTo>
                  <a:pt x="1486948" y="4159663"/>
                </a:lnTo>
                <a:cubicBezTo>
                  <a:pt x="1486948" y="4162044"/>
                  <a:pt x="1485043" y="4163949"/>
                  <a:pt x="1482662" y="4163949"/>
                </a:cubicBezTo>
                <a:lnTo>
                  <a:pt x="1473137" y="4163949"/>
                </a:lnTo>
                <a:cubicBezTo>
                  <a:pt x="1470755" y="4163949"/>
                  <a:pt x="1468850" y="4162044"/>
                  <a:pt x="1468850" y="4159663"/>
                </a:cubicBezTo>
                <a:close/>
                <a:moveTo>
                  <a:pt x="1846707" y="770763"/>
                </a:moveTo>
                <a:cubicBezTo>
                  <a:pt x="1848136" y="770763"/>
                  <a:pt x="1849660" y="770192"/>
                  <a:pt x="1850707" y="769144"/>
                </a:cubicBezTo>
                <a:cubicBezTo>
                  <a:pt x="1852898" y="766953"/>
                  <a:pt x="1852898" y="763334"/>
                  <a:pt x="1850707" y="761048"/>
                </a:cubicBezTo>
                <a:cubicBezTo>
                  <a:pt x="1848517" y="758857"/>
                  <a:pt x="1844897" y="758857"/>
                  <a:pt x="1842611" y="761048"/>
                </a:cubicBezTo>
                <a:cubicBezTo>
                  <a:pt x="1840421" y="763238"/>
                  <a:pt x="1840421" y="766858"/>
                  <a:pt x="1842611" y="769144"/>
                </a:cubicBezTo>
                <a:cubicBezTo>
                  <a:pt x="1843754" y="770287"/>
                  <a:pt x="1845183" y="770763"/>
                  <a:pt x="1846612" y="770763"/>
                </a:cubicBezTo>
                <a:close/>
                <a:moveTo>
                  <a:pt x="1844326" y="762762"/>
                </a:moveTo>
                <a:cubicBezTo>
                  <a:pt x="1844993" y="762095"/>
                  <a:pt x="1845850" y="761810"/>
                  <a:pt x="1846707" y="761810"/>
                </a:cubicBezTo>
                <a:cubicBezTo>
                  <a:pt x="1847564" y="761810"/>
                  <a:pt x="1848422" y="762095"/>
                  <a:pt x="1849088" y="762762"/>
                </a:cubicBezTo>
                <a:cubicBezTo>
                  <a:pt x="1850422" y="764096"/>
                  <a:pt x="1850422" y="766191"/>
                  <a:pt x="1849088" y="767429"/>
                </a:cubicBezTo>
                <a:cubicBezTo>
                  <a:pt x="1847850" y="768763"/>
                  <a:pt x="1845755" y="768763"/>
                  <a:pt x="1844421" y="767429"/>
                </a:cubicBezTo>
                <a:cubicBezTo>
                  <a:pt x="1843088" y="766096"/>
                  <a:pt x="1843088" y="764000"/>
                  <a:pt x="1844421" y="762762"/>
                </a:cubicBezTo>
                <a:close/>
                <a:moveTo>
                  <a:pt x="1710595" y="3733800"/>
                </a:moveTo>
                <a:lnTo>
                  <a:pt x="1728121" y="3715703"/>
                </a:lnTo>
                <a:lnTo>
                  <a:pt x="1761649" y="3715703"/>
                </a:lnTo>
                <a:cubicBezTo>
                  <a:pt x="1761649" y="3716274"/>
                  <a:pt x="1761744" y="3716846"/>
                  <a:pt x="1761935" y="3717417"/>
                </a:cubicBezTo>
                <a:cubicBezTo>
                  <a:pt x="1762982" y="3721703"/>
                  <a:pt x="1765745" y="3725323"/>
                  <a:pt x="1769555" y="3727609"/>
                </a:cubicBezTo>
                <a:cubicBezTo>
                  <a:pt x="1772126" y="3729133"/>
                  <a:pt x="1775079" y="3729990"/>
                  <a:pt x="1778032" y="3729990"/>
                </a:cubicBezTo>
                <a:cubicBezTo>
                  <a:pt x="1779365" y="3729990"/>
                  <a:pt x="1780794" y="3729800"/>
                  <a:pt x="1782128" y="3729514"/>
                </a:cubicBezTo>
                <a:cubicBezTo>
                  <a:pt x="1790986" y="3727228"/>
                  <a:pt x="1796415" y="3718179"/>
                  <a:pt x="1794224" y="3709321"/>
                </a:cubicBezTo>
                <a:cubicBezTo>
                  <a:pt x="1792034" y="3700463"/>
                  <a:pt x="1782985" y="3695034"/>
                  <a:pt x="1774031" y="3697224"/>
                </a:cubicBezTo>
                <a:cubicBezTo>
                  <a:pt x="1767269" y="3698938"/>
                  <a:pt x="1762601" y="3704463"/>
                  <a:pt x="1761649" y="3710940"/>
                </a:cubicBezTo>
                <a:lnTo>
                  <a:pt x="1726216" y="3710940"/>
                </a:lnTo>
                <a:lnTo>
                  <a:pt x="1705928" y="3731800"/>
                </a:lnTo>
                <a:lnTo>
                  <a:pt x="1705928" y="3800475"/>
                </a:lnTo>
                <a:lnTo>
                  <a:pt x="1689068" y="3818382"/>
                </a:lnTo>
                <a:lnTo>
                  <a:pt x="1689259" y="3864293"/>
                </a:lnTo>
                <a:lnTo>
                  <a:pt x="1661351" y="3887819"/>
                </a:lnTo>
                <a:cubicBezTo>
                  <a:pt x="1660493" y="3887343"/>
                  <a:pt x="1659541" y="3886962"/>
                  <a:pt x="1658493" y="3886962"/>
                </a:cubicBezTo>
                <a:lnTo>
                  <a:pt x="1638205" y="3886962"/>
                </a:lnTo>
                <a:cubicBezTo>
                  <a:pt x="1634871" y="3886962"/>
                  <a:pt x="1632204" y="3889629"/>
                  <a:pt x="1632204" y="3892963"/>
                </a:cubicBezTo>
                <a:lnTo>
                  <a:pt x="1632204" y="3900583"/>
                </a:lnTo>
                <a:cubicBezTo>
                  <a:pt x="1632204" y="3901535"/>
                  <a:pt x="1632490" y="3902393"/>
                  <a:pt x="1632871" y="3903250"/>
                </a:cubicBezTo>
                <a:lnTo>
                  <a:pt x="1617440" y="3915728"/>
                </a:lnTo>
                <a:lnTo>
                  <a:pt x="1617440" y="3975640"/>
                </a:lnTo>
                <a:cubicBezTo>
                  <a:pt x="1617440" y="3975640"/>
                  <a:pt x="1525048" y="4082320"/>
                  <a:pt x="1525048" y="4082320"/>
                </a:cubicBezTo>
                <a:lnTo>
                  <a:pt x="1524476" y="4082987"/>
                </a:lnTo>
                <a:lnTo>
                  <a:pt x="1524476" y="4098893"/>
                </a:lnTo>
                <a:cubicBezTo>
                  <a:pt x="1524476" y="4098893"/>
                  <a:pt x="1492377" y="4137755"/>
                  <a:pt x="1492377" y="4137755"/>
                </a:cubicBezTo>
                <a:cubicBezTo>
                  <a:pt x="1491806" y="4137470"/>
                  <a:pt x="1491044" y="4137279"/>
                  <a:pt x="1490377" y="4137279"/>
                </a:cubicBezTo>
                <a:lnTo>
                  <a:pt x="1465993" y="4137279"/>
                </a:lnTo>
                <a:cubicBezTo>
                  <a:pt x="1465136" y="4137279"/>
                  <a:pt x="1464374" y="4137470"/>
                  <a:pt x="1463707" y="4137851"/>
                </a:cubicBezTo>
                <a:lnTo>
                  <a:pt x="1457230" y="4128707"/>
                </a:lnTo>
                <a:lnTo>
                  <a:pt x="1457516" y="4043172"/>
                </a:lnTo>
                <a:lnTo>
                  <a:pt x="1530477" y="3963257"/>
                </a:lnTo>
                <a:cubicBezTo>
                  <a:pt x="1530477" y="3963257"/>
                  <a:pt x="1531144" y="3963448"/>
                  <a:pt x="1531525" y="3963448"/>
                </a:cubicBezTo>
                <a:lnTo>
                  <a:pt x="1541431" y="3963448"/>
                </a:lnTo>
                <a:cubicBezTo>
                  <a:pt x="1543526" y="3963448"/>
                  <a:pt x="1545336" y="3961734"/>
                  <a:pt x="1545336" y="3959543"/>
                </a:cubicBezTo>
                <a:lnTo>
                  <a:pt x="1545336" y="3949637"/>
                </a:lnTo>
                <a:cubicBezTo>
                  <a:pt x="1545336" y="3947541"/>
                  <a:pt x="1543622" y="3945731"/>
                  <a:pt x="1541431" y="3945731"/>
                </a:cubicBezTo>
                <a:lnTo>
                  <a:pt x="1538859" y="3945731"/>
                </a:lnTo>
                <a:lnTo>
                  <a:pt x="1538859" y="3884867"/>
                </a:lnTo>
                <a:cubicBezTo>
                  <a:pt x="1538859" y="3884867"/>
                  <a:pt x="1580102" y="3847719"/>
                  <a:pt x="1580102" y="3847719"/>
                </a:cubicBezTo>
                <a:cubicBezTo>
                  <a:pt x="1581245" y="3848291"/>
                  <a:pt x="1582388" y="3848767"/>
                  <a:pt x="1583627" y="3848957"/>
                </a:cubicBezTo>
                <a:cubicBezTo>
                  <a:pt x="1584103" y="3848957"/>
                  <a:pt x="1584674" y="3849053"/>
                  <a:pt x="1585151" y="3849053"/>
                </a:cubicBezTo>
                <a:cubicBezTo>
                  <a:pt x="1587532" y="3849053"/>
                  <a:pt x="1589818" y="3848291"/>
                  <a:pt x="1591723" y="3846862"/>
                </a:cubicBezTo>
                <a:cubicBezTo>
                  <a:pt x="1595533" y="3844004"/>
                  <a:pt x="1596771" y="3839051"/>
                  <a:pt x="1595342" y="3834670"/>
                </a:cubicBezTo>
                <a:lnTo>
                  <a:pt x="1682496" y="3757803"/>
                </a:lnTo>
                <a:lnTo>
                  <a:pt x="1682306" y="3689033"/>
                </a:lnTo>
                <a:lnTo>
                  <a:pt x="1699832" y="3671126"/>
                </a:lnTo>
                <a:lnTo>
                  <a:pt x="1777365" y="3671126"/>
                </a:lnTo>
                <a:lnTo>
                  <a:pt x="1782509" y="3675698"/>
                </a:lnTo>
                <a:lnTo>
                  <a:pt x="1808702" y="3675698"/>
                </a:lnTo>
                <a:cubicBezTo>
                  <a:pt x="1809845" y="3682079"/>
                  <a:pt x="1815370" y="3686937"/>
                  <a:pt x="1822132" y="3686937"/>
                </a:cubicBezTo>
                <a:cubicBezTo>
                  <a:pt x="1828895" y="3686937"/>
                  <a:pt x="1834420" y="3682079"/>
                  <a:pt x="1835563" y="3675698"/>
                </a:cubicBezTo>
                <a:lnTo>
                  <a:pt x="1914620" y="3675698"/>
                </a:lnTo>
                <a:lnTo>
                  <a:pt x="1875187" y="3716560"/>
                </a:lnTo>
                <a:lnTo>
                  <a:pt x="1830229" y="3717227"/>
                </a:lnTo>
                <a:cubicBezTo>
                  <a:pt x="1829657" y="3717227"/>
                  <a:pt x="1829086" y="3717512"/>
                  <a:pt x="1828610" y="3717893"/>
                </a:cubicBezTo>
                <a:lnTo>
                  <a:pt x="1773650" y="3771043"/>
                </a:lnTo>
                <a:lnTo>
                  <a:pt x="1753267" y="3771043"/>
                </a:lnTo>
                <a:lnTo>
                  <a:pt x="1753267" y="3767138"/>
                </a:lnTo>
                <a:cubicBezTo>
                  <a:pt x="1753267" y="3765423"/>
                  <a:pt x="1751838" y="3763994"/>
                  <a:pt x="1750124" y="3763994"/>
                </a:cubicBezTo>
                <a:lnTo>
                  <a:pt x="1737646" y="3763994"/>
                </a:lnTo>
                <a:cubicBezTo>
                  <a:pt x="1735931" y="3763994"/>
                  <a:pt x="1734503" y="3765423"/>
                  <a:pt x="1734503" y="3767138"/>
                </a:cubicBezTo>
                <a:lnTo>
                  <a:pt x="1734503" y="3779615"/>
                </a:lnTo>
                <a:cubicBezTo>
                  <a:pt x="1734503" y="3781330"/>
                  <a:pt x="1735931" y="3782759"/>
                  <a:pt x="1737646" y="3782759"/>
                </a:cubicBezTo>
                <a:lnTo>
                  <a:pt x="1750124" y="3782759"/>
                </a:lnTo>
                <a:cubicBezTo>
                  <a:pt x="1751838" y="3782759"/>
                  <a:pt x="1753267" y="3781330"/>
                  <a:pt x="1753267" y="3779615"/>
                </a:cubicBezTo>
                <a:lnTo>
                  <a:pt x="1753267" y="3775710"/>
                </a:lnTo>
                <a:lnTo>
                  <a:pt x="1774698" y="3775710"/>
                </a:lnTo>
                <a:cubicBezTo>
                  <a:pt x="1775365" y="3775710"/>
                  <a:pt x="1775936" y="3775424"/>
                  <a:pt x="1776317" y="3775043"/>
                </a:cubicBezTo>
                <a:lnTo>
                  <a:pt x="1831277" y="3721894"/>
                </a:lnTo>
                <a:lnTo>
                  <a:pt x="1876235" y="3721227"/>
                </a:lnTo>
                <a:cubicBezTo>
                  <a:pt x="1876901" y="3721227"/>
                  <a:pt x="1877473" y="3720942"/>
                  <a:pt x="1877949" y="3720465"/>
                </a:cubicBezTo>
                <a:lnTo>
                  <a:pt x="1922050" y="3674840"/>
                </a:lnTo>
                <a:cubicBezTo>
                  <a:pt x="1922717" y="3674174"/>
                  <a:pt x="1922907" y="3673126"/>
                  <a:pt x="1922526" y="3672269"/>
                </a:cubicBezTo>
                <a:cubicBezTo>
                  <a:pt x="1922145" y="3671411"/>
                  <a:pt x="1921288" y="3670840"/>
                  <a:pt x="1920335" y="3670840"/>
                </a:cubicBezTo>
                <a:lnTo>
                  <a:pt x="1835658" y="3670840"/>
                </a:lnTo>
                <a:cubicBezTo>
                  <a:pt x="1834515" y="3664458"/>
                  <a:pt x="1828991" y="3659600"/>
                  <a:pt x="1822228" y="3659600"/>
                </a:cubicBezTo>
                <a:cubicBezTo>
                  <a:pt x="1815465" y="3659600"/>
                  <a:pt x="1809941" y="3664458"/>
                  <a:pt x="1808798" y="3670840"/>
                </a:cubicBezTo>
                <a:lnTo>
                  <a:pt x="1784414" y="3670840"/>
                </a:lnTo>
                <a:lnTo>
                  <a:pt x="1779270" y="3666268"/>
                </a:lnTo>
                <a:lnTo>
                  <a:pt x="1697927" y="3666268"/>
                </a:lnTo>
                <a:lnTo>
                  <a:pt x="1677638" y="3687032"/>
                </a:lnTo>
                <a:lnTo>
                  <a:pt x="1677829" y="3755612"/>
                </a:lnTo>
                <a:lnTo>
                  <a:pt x="1592866" y="3830479"/>
                </a:lnTo>
                <a:cubicBezTo>
                  <a:pt x="1589056" y="3826574"/>
                  <a:pt x="1582960" y="3825907"/>
                  <a:pt x="1578578" y="3829241"/>
                </a:cubicBezTo>
                <a:cubicBezTo>
                  <a:pt x="1576292" y="3831050"/>
                  <a:pt x="1574768" y="3833622"/>
                  <a:pt x="1574387" y="3836480"/>
                </a:cubicBezTo>
                <a:cubicBezTo>
                  <a:pt x="1574006" y="3839337"/>
                  <a:pt x="1574768" y="3842195"/>
                  <a:pt x="1576483" y="3844576"/>
                </a:cubicBezTo>
                <a:lnTo>
                  <a:pt x="1534097" y="3882580"/>
                </a:lnTo>
                <a:lnTo>
                  <a:pt x="1534097" y="3945541"/>
                </a:lnTo>
                <a:cubicBezTo>
                  <a:pt x="1534097" y="3945541"/>
                  <a:pt x="1531620" y="3945541"/>
                  <a:pt x="1531620" y="3945541"/>
                </a:cubicBezTo>
                <a:cubicBezTo>
                  <a:pt x="1529525" y="3945541"/>
                  <a:pt x="1527715" y="3947255"/>
                  <a:pt x="1527715" y="3949446"/>
                </a:cubicBezTo>
                <a:lnTo>
                  <a:pt x="1527715" y="3959067"/>
                </a:lnTo>
                <a:lnTo>
                  <a:pt x="1453420" y="4040410"/>
                </a:lnTo>
                <a:cubicBezTo>
                  <a:pt x="1453420" y="4040410"/>
                  <a:pt x="1452753" y="4041458"/>
                  <a:pt x="1452753" y="4042029"/>
                </a:cubicBezTo>
                <a:lnTo>
                  <a:pt x="1452467" y="4129278"/>
                </a:lnTo>
                <a:cubicBezTo>
                  <a:pt x="1452467" y="4129754"/>
                  <a:pt x="1452658" y="4130230"/>
                  <a:pt x="1452944" y="4130707"/>
                </a:cubicBezTo>
                <a:lnTo>
                  <a:pt x="1460849" y="4141851"/>
                </a:lnTo>
                <a:cubicBezTo>
                  <a:pt x="1460849" y="4141851"/>
                  <a:pt x="1460659" y="4142327"/>
                  <a:pt x="1460659" y="4142613"/>
                </a:cubicBezTo>
                <a:lnTo>
                  <a:pt x="1460659" y="4166521"/>
                </a:lnTo>
                <a:cubicBezTo>
                  <a:pt x="1460659" y="4169474"/>
                  <a:pt x="1463040" y="4171855"/>
                  <a:pt x="1465993" y="4171855"/>
                </a:cubicBezTo>
                <a:lnTo>
                  <a:pt x="1489901" y="4171855"/>
                </a:lnTo>
                <a:cubicBezTo>
                  <a:pt x="1492853" y="4171855"/>
                  <a:pt x="1495235" y="4169474"/>
                  <a:pt x="1495235" y="4166521"/>
                </a:cubicBezTo>
                <a:lnTo>
                  <a:pt x="1495235" y="4142137"/>
                </a:lnTo>
                <a:cubicBezTo>
                  <a:pt x="1495235" y="4142137"/>
                  <a:pt x="1495235" y="4141946"/>
                  <a:pt x="1495235" y="4141851"/>
                </a:cubicBezTo>
                <a:lnTo>
                  <a:pt x="1529334" y="4100608"/>
                </a:lnTo>
                <a:lnTo>
                  <a:pt x="1529334" y="4084796"/>
                </a:lnTo>
                <a:cubicBezTo>
                  <a:pt x="1529334" y="4084796"/>
                  <a:pt x="1621727" y="3978117"/>
                  <a:pt x="1621727" y="3978117"/>
                </a:cubicBezTo>
                <a:lnTo>
                  <a:pt x="1622298" y="3977450"/>
                </a:lnTo>
                <a:lnTo>
                  <a:pt x="1622298" y="3918013"/>
                </a:lnTo>
                <a:cubicBezTo>
                  <a:pt x="1622298" y="3918013"/>
                  <a:pt x="1636776" y="3906298"/>
                  <a:pt x="1636776" y="3906298"/>
                </a:cubicBezTo>
                <a:cubicBezTo>
                  <a:pt x="1637252" y="3906488"/>
                  <a:pt x="1637824" y="3906584"/>
                  <a:pt x="1638395" y="3906584"/>
                </a:cubicBezTo>
                <a:lnTo>
                  <a:pt x="1658684" y="3906584"/>
                </a:lnTo>
                <a:cubicBezTo>
                  <a:pt x="1662017" y="3906584"/>
                  <a:pt x="1664684" y="3903917"/>
                  <a:pt x="1664684" y="3900583"/>
                </a:cubicBezTo>
                <a:lnTo>
                  <a:pt x="1664684" y="3892963"/>
                </a:lnTo>
                <a:cubicBezTo>
                  <a:pt x="1664684" y="3892487"/>
                  <a:pt x="1664494" y="3892010"/>
                  <a:pt x="1664399" y="3891629"/>
                </a:cubicBezTo>
                <a:lnTo>
                  <a:pt x="1694212" y="3866484"/>
                </a:lnTo>
                <a:lnTo>
                  <a:pt x="1694021" y="3820287"/>
                </a:lnTo>
                <a:lnTo>
                  <a:pt x="1710881" y="3802380"/>
                </a:lnTo>
                <a:lnTo>
                  <a:pt x="1710881" y="3733800"/>
                </a:lnTo>
                <a:close/>
                <a:moveTo>
                  <a:pt x="1775174" y="3701892"/>
                </a:moveTo>
                <a:cubicBezTo>
                  <a:pt x="1776127" y="3701605"/>
                  <a:pt x="1777079" y="3701510"/>
                  <a:pt x="1778032" y="3701510"/>
                </a:cubicBezTo>
                <a:cubicBezTo>
                  <a:pt x="1783366" y="3701510"/>
                  <a:pt x="1788224" y="3705130"/>
                  <a:pt x="1789557" y="3710464"/>
                </a:cubicBezTo>
                <a:cubicBezTo>
                  <a:pt x="1791176" y="3716846"/>
                  <a:pt x="1787271" y="3723227"/>
                  <a:pt x="1780985" y="3724847"/>
                </a:cubicBezTo>
                <a:cubicBezTo>
                  <a:pt x="1777937" y="3725609"/>
                  <a:pt x="1774698" y="3725132"/>
                  <a:pt x="1772031" y="3723513"/>
                </a:cubicBezTo>
                <a:cubicBezTo>
                  <a:pt x="1769269" y="3721894"/>
                  <a:pt x="1767364" y="3719322"/>
                  <a:pt x="1766602" y="3716179"/>
                </a:cubicBezTo>
                <a:cubicBezTo>
                  <a:pt x="1764982" y="3709892"/>
                  <a:pt x="1768888" y="3703415"/>
                  <a:pt x="1775174" y="3701796"/>
                </a:cubicBezTo>
                <a:close/>
                <a:moveTo>
                  <a:pt x="1821942" y="3664744"/>
                </a:moveTo>
                <a:cubicBezTo>
                  <a:pt x="1826895" y="3664744"/>
                  <a:pt x="1830800" y="3668744"/>
                  <a:pt x="1830800" y="3673602"/>
                </a:cubicBezTo>
                <a:cubicBezTo>
                  <a:pt x="1830800" y="3678460"/>
                  <a:pt x="1826800" y="3682460"/>
                  <a:pt x="1821942" y="3682460"/>
                </a:cubicBezTo>
                <a:cubicBezTo>
                  <a:pt x="1817084" y="3682460"/>
                  <a:pt x="1813084" y="3678460"/>
                  <a:pt x="1813084" y="3673602"/>
                </a:cubicBezTo>
                <a:cubicBezTo>
                  <a:pt x="1813084" y="3668744"/>
                  <a:pt x="1817084" y="3664744"/>
                  <a:pt x="1821942" y="3664744"/>
                </a:cubicBezTo>
                <a:close/>
                <a:moveTo>
                  <a:pt x="1581245" y="3833527"/>
                </a:moveTo>
                <a:cubicBezTo>
                  <a:pt x="1582388" y="3832670"/>
                  <a:pt x="1583627" y="3832288"/>
                  <a:pt x="1584960" y="3832288"/>
                </a:cubicBezTo>
                <a:cubicBezTo>
                  <a:pt x="1586865" y="3832288"/>
                  <a:pt x="1588675" y="3833146"/>
                  <a:pt x="1589913" y="3834765"/>
                </a:cubicBezTo>
                <a:cubicBezTo>
                  <a:pt x="1592009" y="3837527"/>
                  <a:pt x="1591437" y="3841433"/>
                  <a:pt x="1588675" y="3843433"/>
                </a:cubicBezTo>
                <a:cubicBezTo>
                  <a:pt x="1587341" y="3844385"/>
                  <a:pt x="1585722" y="3844862"/>
                  <a:pt x="1584103" y="3844576"/>
                </a:cubicBezTo>
                <a:cubicBezTo>
                  <a:pt x="1582484" y="3844385"/>
                  <a:pt x="1581055" y="3843528"/>
                  <a:pt x="1580007" y="3842195"/>
                </a:cubicBezTo>
                <a:cubicBezTo>
                  <a:pt x="1579055" y="3840861"/>
                  <a:pt x="1578578" y="3839242"/>
                  <a:pt x="1578769" y="3837623"/>
                </a:cubicBezTo>
                <a:cubicBezTo>
                  <a:pt x="1578959" y="3836003"/>
                  <a:pt x="1579817" y="3834575"/>
                  <a:pt x="1581150" y="3833527"/>
                </a:cubicBezTo>
                <a:close/>
                <a:moveTo>
                  <a:pt x="1490282" y="4166807"/>
                </a:moveTo>
                <a:cubicBezTo>
                  <a:pt x="1490282" y="4166807"/>
                  <a:pt x="1490091" y="4167283"/>
                  <a:pt x="1489805" y="4167283"/>
                </a:cubicBezTo>
                <a:lnTo>
                  <a:pt x="1465898" y="4167283"/>
                </a:lnTo>
                <a:cubicBezTo>
                  <a:pt x="1465898" y="4167283"/>
                  <a:pt x="1465421" y="4167092"/>
                  <a:pt x="1465421" y="4166807"/>
                </a:cubicBezTo>
                <a:lnTo>
                  <a:pt x="1465421" y="4142899"/>
                </a:lnTo>
                <a:cubicBezTo>
                  <a:pt x="1465421" y="4142899"/>
                  <a:pt x="1465612" y="4142423"/>
                  <a:pt x="1465898" y="4142423"/>
                </a:cubicBezTo>
                <a:lnTo>
                  <a:pt x="1490282" y="4142423"/>
                </a:lnTo>
                <a:cubicBezTo>
                  <a:pt x="1490282" y="4142423"/>
                  <a:pt x="1490282" y="4166807"/>
                  <a:pt x="1490282" y="4166807"/>
                </a:cubicBezTo>
                <a:close/>
                <a:moveTo>
                  <a:pt x="1659731" y="3900773"/>
                </a:moveTo>
                <a:cubicBezTo>
                  <a:pt x="1659731" y="3901440"/>
                  <a:pt x="1659160" y="3902012"/>
                  <a:pt x="1658493" y="3902012"/>
                </a:cubicBezTo>
                <a:lnTo>
                  <a:pt x="1638205" y="3902012"/>
                </a:lnTo>
                <a:cubicBezTo>
                  <a:pt x="1637538" y="3902012"/>
                  <a:pt x="1636967" y="3901440"/>
                  <a:pt x="1636967" y="3900773"/>
                </a:cubicBezTo>
                <a:lnTo>
                  <a:pt x="1636967" y="3893153"/>
                </a:lnTo>
                <a:cubicBezTo>
                  <a:pt x="1636967" y="3892487"/>
                  <a:pt x="1637538" y="3891915"/>
                  <a:pt x="1638205" y="3891915"/>
                </a:cubicBezTo>
                <a:lnTo>
                  <a:pt x="1658493" y="3891915"/>
                </a:lnTo>
                <a:cubicBezTo>
                  <a:pt x="1659160" y="3891915"/>
                  <a:pt x="1659731" y="3892487"/>
                  <a:pt x="1659731" y="3893153"/>
                </a:cubicBezTo>
                <a:lnTo>
                  <a:pt x="1659731" y="3900773"/>
                </a:lnTo>
                <a:close/>
                <a:moveTo>
                  <a:pt x="1629347" y="539210"/>
                </a:moveTo>
                <a:lnTo>
                  <a:pt x="1636490" y="539210"/>
                </a:lnTo>
                <a:lnTo>
                  <a:pt x="1636490" y="543973"/>
                </a:lnTo>
                <a:lnTo>
                  <a:pt x="1629347" y="543973"/>
                </a:lnTo>
                <a:lnTo>
                  <a:pt x="1629347" y="539210"/>
                </a:lnTo>
                <a:close/>
                <a:moveTo>
                  <a:pt x="1632966" y="417100"/>
                </a:moveTo>
                <a:cubicBezTo>
                  <a:pt x="1625537" y="417100"/>
                  <a:pt x="1619536" y="423101"/>
                  <a:pt x="1619536" y="430530"/>
                </a:cubicBezTo>
                <a:cubicBezTo>
                  <a:pt x="1619536" y="436721"/>
                  <a:pt x="1623727" y="441865"/>
                  <a:pt x="1629442" y="443484"/>
                </a:cubicBezTo>
                <a:lnTo>
                  <a:pt x="1629442" y="446437"/>
                </a:lnTo>
                <a:lnTo>
                  <a:pt x="1636586" y="446437"/>
                </a:lnTo>
                <a:lnTo>
                  <a:pt x="1636586" y="443484"/>
                </a:lnTo>
                <a:cubicBezTo>
                  <a:pt x="1642301" y="441865"/>
                  <a:pt x="1646492" y="436721"/>
                  <a:pt x="1646492" y="430530"/>
                </a:cubicBezTo>
                <a:cubicBezTo>
                  <a:pt x="1646492" y="423101"/>
                  <a:pt x="1640491" y="417100"/>
                  <a:pt x="1633061" y="417100"/>
                </a:cubicBezTo>
                <a:close/>
                <a:moveTo>
                  <a:pt x="1632966" y="439293"/>
                </a:moveTo>
                <a:cubicBezTo>
                  <a:pt x="1628203" y="439293"/>
                  <a:pt x="1624298" y="435388"/>
                  <a:pt x="1624298" y="430625"/>
                </a:cubicBezTo>
                <a:cubicBezTo>
                  <a:pt x="1624298" y="425863"/>
                  <a:pt x="1628203" y="421958"/>
                  <a:pt x="1632966" y="421958"/>
                </a:cubicBezTo>
                <a:cubicBezTo>
                  <a:pt x="1637728" y="421958"/>
                  <a:pt x="1641634" y="425863"/>
                  <a:pt x="1641634" y="430625"/>
                </a:cubicBezTo>
                <a:cubicBezTo>
                  <a:pt x="1641634" y="435388"/>
                  <a:pt x="1637728" y="439293"/>
                  <a:pt x="1632966" y="439293"/>
                </a:cubicBezTo>
                <a:close/>
                <a:moveTo>
                  <a:pt x="1636490" y="530733"/>
                </a:moveTo>
                <a:lnTo>
                  <a:pt x="1629347" y="530733"/>
                </a:lnTo>
                <a:lnTo>
                  <a:pt x="1629347" y="522256"/>
                </a:lnTo>
                <a:lnTo>
                  <a:pt x="1636490" y="522256"/>
                </a:lnTo>
                <a:lnTo>
                  <a:pt x="1636490" y="530733"/>
                </a:lnTo>
                <a:close/>
                <a:moveTo>
                  <a:pt x="1636490" y="513874"/>
                </a:moveTo>
                <a:lnTo>
                  <a:pt x="1629347" y="513874"/>
                </a:lnTo>
                <a:lnTo>
                  <a:pt x="1629347" y="505397"/>
                </a:lnTo>
                <a:lnTo>
                  <a:pt x="1636490" y="505397"/>
                </a:lnTo>
                <a:lnTo>
                  <a:pt x="1636490" y="513874"/>
                </a:lnTo>
                <a:close/>
                <a:moveTo>
                  <a:pt x="1764221" y="4051173"/>
                </a:moveTo>
                <a:lnTo>
                  <a:pt x="1790510" y="4051173"/>
                </a:lnTo>
                <a:cubicBezTo>
                  <a:pt x="1791081" y="4052983"/>
                  <a:pt x="1792034" y="4054602"/>
                  <a:pt x="1793272" y="4056031"/>
                </a:cubicBezTo>
                <a:cubicBezTo>
                  <a:pt x="1795748" y="4058698"/>
                  <a:pt x="1799082" y="4060317"/>
                  <a:pt x="1802797" y="4060412"/>
                </a:cubicBezTo>
                <a:cubicBezTo>
                  <a:pt x="1802987" y="4060412"/>
                  <a:pt x="1803178" y="4060412"/>
                  <a:pt x="1803368" y="4060412"/>
                </a:cubicBezTo>
                <a:cubicBezTo>
                  <a:pt x="1810607" y="4060412"/>
                  <a:pt x="1816703" y="4054697"/>
                  <a:pt x="1816989" y="4047363"/>
                </a:cubicBezTo>
                <a:lnTo>
                  <a:pt x="1816989" y="4047363"/>
                </a:lnTo>
                <a:cubicBezTo>
                  <a:pt x="1817275" y="4039838"/>
                  <a:pt x="1811465" y="4033457"/>
                  <a:pt x="1803940" y="4033076"/>
                </a:cubicBezTo>
                <a:cubicBezTo>
                  <a:pt x="1801654" y="4032980"/>
                  <a:pt x="1799463" y="4033457"/>
                  <a:pt x="1797558" y="4034409"/>
                </a:cubicBezTo>
                <a:lnTo>
                  <a:pt x="1777556" y="4011359"/>
                </a:lnTo>
                <a:lnTo>
                  <a:pt x="1778127" y="3825907"/>
                </a:lnTo>
                <a:lnTo>
                  <a:pt x="1766411" y="3814382"/>
                </a:lnTo>
                <a:cubicBezTo>
                  <a:pt x="1766602" y="3813810"/>
                  <a:pt x="1766792" y="3813334"/>
                  <a:pt x="1766792" y="3812667"/>
                </a:cubicBezTo>
                <a:lnTo>
                  <a:pt x="1766792" y="3805047"/>
                </a:lnTo>
                <a:cubicBezTo>
                  <a:pt x="1766792" y="3801713"/>
                  <a:pt x="1764125" y="3799046"/>
                  <a:pt x="1760792" y="3799046"/>
                </a:cubicBezTo>
                <a:lnTo>
                  <a:pt x="1740503" y="3799046"/>
                </a:lnTo>
                <a:cubicBezTo>
                  <a:pt x="1737170" y="3799046"/>
                  <a:pt x="1734503" y="3801713"/>
                  <a:pt x="1734503" y="3805047"/>
                </a:cubicBezTo>
                <a:lnTo>
                  <a:pt x="1734503" y="3812667"/>
                </a:lnTo>
                <a:cubicBezTo>
                  <a:pt x="1734503" y="3813524"/>
                  <a:pt x="1734693" y="3814382"/>
                  <a:pt x="1735074" y="3815144"/>
                </a:cubicBezTo>
                <a:lnTo>
                  <a:pt x="1724120" y="3825907"/>
                </a:lnTo>
                <a:lnTo>
                  <a:pt x="1724120" y="3904964"/>
                </a:lnTo>
                <a:lnTo>
                  <a:pt x="1725168" y="3904964"/>
                </a:lnTo>
                <a:cubicBezTo>
                  <a:pt x="1719834" y="3905631"/>
                  <a:pt x="1715548" y="3909917"/>
                  <a:pt x="1715262" y="3915442"/>
                </a:cubicBezTo>
                <a:cubicBezTo>
                  <a:pt x="1714976" y="3921633"/>
                  <a:pt x="1719834" y="3926967"/>
                  <a:pt x="1726025" y="3927158"/>
                </a:cubicBezTo>
                <a:cubicBezTo>
                  <a:pt x="1732217" y="3927443"/>
                  <a:pt x="1737551" y="3922586"/>
                  <a:pt x="1737741" y="3916394"/>
                </a:cubicBezTo>
                <a:cubicBezTo>
                  <a:pt x="1738027" y="3910584"/>
                  <a:pt x="1733741" y="3905822"/>
                  <a:pt x="1728121" y="3904964"/>
                </a:cubicBezTo>
                <a:lnTo>
                  <a:pt x="1728788" y="3904964"/>
                </a:lnTo>
                <a:lnTo>
                  <a:pt x="1728788" y="3827907"/>
                </a:lnTo>
                <a:lnTo>
                  <a:pt x="1738598" y="3818287"/>
                </a:lnTo>
                <a:cubicBezTo>
                  <a:pt x="1739170" y="3818477"/>
                  <a:pt x="1739837" y="3818668"/>
                  <a:pt x="1740503" y="3818668"/>
                </a:cubicBezTo>
                <a:lnTo>
                  <a:pt x="1760792" y="3818668"/>
                </a:lnTo>
                <a:cubicBezTo>
                  <a:pt x="1761744" y="3818668"/>
                  <a:pt x="1762601" y="3818382"/>
                  <a:pt x="1763459" y="3818001"/>
                </a:cubicBezTo>
                <a:lnTo>
                  <a:pt x="1773460" y="3827812"/>
                </a:lnTo>
                <a:lnTo>
                  <a:pt x="1772888" y="4012121"/>
                </a:lnTo>
                <a:lnTo>
                  <a:pt x="1772888" y="4012978"/>
                </a:lnTo>
                <a:cubicBezTo>
                  <a:pt x="1772888" y="4012978"/>
                  <a:pt x="1793748" y="4036981"/>
                  <a:pt x="1793748" y="4036981"/>
                </a:cubicBezTo>
                <a:cubicBezTo>
                  <a:pt x="1791462" y="4039267"/>
                  <a:pt x="1789938" y="4042410"/>
                  <a:pt x="1789843" y="4045934"/>
                </a:cubicBezTo>
                <a:cubicBezTo>
                  <a:pt x="1789843" y="4045934"/>
                  <a:pt x="1789843" y="4046125"/>
                  <a:pt x="1789843" y="4046125"/>
                </a:cubicBezTo>
                <a:lnTo>
                  <a:pt x="1762030" y="4046125"/>
                </a:lnTo>
                <a:lnTo>
                  <a:pt x="1637728" y="4197954"/>
                </a:lnTo>
                <a:lnTo>
                  <a:pt x="1637728" y="4237292"/>
                </a:lnTo>
                <a:cubicBezTo>
                  <a:pt x="1631823" y="4238435"/>
                  <a:pt x="1627346" y="4243388"/>
                  <a:pt x="1627346" y="4249579"/>
                </a:cubicBezTo>
                <a:cubicBezTo>
                  <a:pt x="1627346" y="4255389"/>
                  <a:pt x="1631252" y="4260056"/>
                  <a:pt x="1636586" y="4261676"/>
                </a:cubicBezTo>
                <a:lnTo>
                  <a:pt x="1636586" y="4340352"/>
                </a:lnTo>
                <a:lnTo>
                  <a:pt x="1633157" y="4340352"/>
                </a:lnTo>
                <a:cubicBezTo>
                  <a:pt x="1626870" y="4340352"/>
                  <a:pt x="1621631" y="4345496"/>
                  <a:pt x="1621631" y="4351878"/>
                </a:cubicBezTo>
                <a:lnTo>
                  <a:pt x="1621631" y="4403217"/>
                </a:lnTo>
                <a:cubicBezTo>
                  <a:pt x="1621631" y="4409504"/>
                  <a:pt x="1626775" y="4414743"/>
                  <a:pt x="1633157" y="4414743"/>
                </a:cubicBezTo>
                <a:lnTo>
                  <a:pt x="1647158" y="4414743"/>
                </a:lnTo>
                <a:cubicBezTo>
                  <a:pt x="1653445" y="4414743"/>
                  <a:pt x="1658684" y="4409599"/>
                  <a:pt x="1658684" y="4403217"/>
                </a:cubicBezTo>
                <a:lnTo>
                  <a:pt x="1658684" y="4351878"/>
                </a:lnTo>
                <a:cubicBezTo>
                  <a:pt x="1658684" y="4345591"/>
                  <a:pt x="1653540" y="4340352"/>
                  <a:pt x="1647158" y="4340352"/>
                </a:cubicBezTo>
                <a:lnTo>
                  <a:pt x="1643729" y="4340352"/>
                </a:lnTo>
                <a:lnTo>
                  <a:pt x="1643729" y="4261676"/>
                </a:lnTo>
                <a:cubicBezTo>
                  <a:pt x="1649063" y="4260056"/>
                  <a:pt x="1652969" y="4255389"/>
                  <a:pt x="1652969" y="4249579"/>
                </a:cubicBezTo>
                <a:cubicBezTo>
                  <a:pt x="1652969" y="4243388"/>
                  <a:pt x="1648397" y="4238435"/>
                  <a:pt x="1642586" y="4237292"/>
                </a:cubicBezTo>
                <a:lnTo>
                  <a:pt x="1642586" y="4199573"/>
                </a:lnTo>
                <a:lnTo>
                  <a:pt x="1764411" y="4050792"/>
                </a:lnTo>
                <a:close/>
                <a:moveTo>
                  <a:pt x="1762030" y="3812762"/>
                </a:moveTo>
                <a:cubicBezTo>
                  <a:pt x="1762030" y="3813429"/>
                  <a:pt x="1761458" y="3814001"/>
                  <a:pt x="1760792" y="3814001"/>
                </a:cubicBezTo>
                <a:lnTo>
                  <a:pt x="1740503" y="3814001"/>
                </a:lnTo>
                <a:cubicBezTo>
                  <a:pt x="1739837" y="3814001"/>
                  <a:pt x="1739265" y="3813429"/>
                  <a:pt x="1739265" y="3812762"/>
                </a:cubicBezTo>
                <a:lnTo>
                  <a:pt x="1739265" y="3805142"/>
                </a:lnTo>
                <a:cubicBezTo>
                  <a:pt x="1739265" y="3804476"/>
                  <a:pt x="1739837" y="3803904"/>
                  <a:pt x="1740503" y="3803904"/>
                </a:cubicBezTo>
                <a:lnTo>
                  <a:pt x="1760792" y="3803904"/>
                </a:lnTo>
                <a:cubicBezTo>
                  <a:pt x="1761458" y="3803904"/>
                  <a:pt x="1762030" y="3804476"/>
                  <a:pt x="1762030" y="3805142"/>
                </a:cubicBezTo>
                <a:lnTo>
                  <a:pt x="1762030" y="3812762"/>
                </a:lnTo>
                <a:close/>
                <a:moveTo>
                  <a:pt x="1797177" y="4040505"/>
                </a:moveTo>
                <a:lnTo>
                  <a:pt x="1797558" y="4040219"/>
                </a:lnTo>
                <a:cubicBezTo>
                  <a:pt x="1799177" y="4038791"/>
                  <a:pt x="1801178" y="4037934"/>
                  <a:pt x="1803464" y="4037934"/>
                </a:cubicBezTo>
                <a:cubicBezTo>
                  <a:pt x="1803559" y="4037934"/>
                  <a:pt x="1803749" y="4037934"/>
                  <a:pt x="1803845" y="4037934"/>
                </a:cubicBezTo>
                <a:cubicBezTo>
                  <a:pt x="1808702" y="4038124"/>
                  <a:pt x="1812512" y="4042315"/>
                  <a:pt x="1812322" y="4047173"/>
                </a:cubicBezTo>
                <a:cubicBezTo>
                  <a:pt x="1812131" y="4052030"/>
                  <a:pt x="1807750" y="4055936"/>
                  <a:pt x="1803082" y="4055650"/>
                </a:cubicBezTo>
                <a:cubicBezTo>
                  <a:pt x="1800701" y="4055555"/>
                  <a:pt x="1798511" y="4054507"/>
                  <a:pt x="1796891" y="4052792"/>
                </a:cubicBezTo>
                <a:cubicBezTo>
                  <a:pt x="1795272" y="4051078"/>
                  <a:pt x="1794415" y="4048792"/>
                  <a:pt x="1794605" y="4046411"/>
                </a:cubicBezTo>
                <a:cubicBezTo>
                  <a:pt x="1794701" y="4044125"/>
                  <a:pt x="1795748" y="4042029"/>
                  <a:pt x="1797272" y="4040505"/>
                </a:cubicBezTo>
                <a:close/>
                <a:moveTo>
                  <a:pt x="1651349" y="4403503"/>
                </a:moveTo>
                <a:cubicBezTo>
                  <a:pt x="1651349" y="4405884"/>
                  <a:pt x="1649444" y="4407885"/>
                  <a:pt x="1646968" y="4407885"/>
                </a:cubicBezTo>
                <a:lnTo>
                  <a:pt x="1632966" y="4407885"/>
                </a:lnTo>
                <a:cubicBezTo>
                  <a:pt x="1630585" y="4407885"/>
                  <a:pt x="1628585" y="4405979"/>
                  <a:pt x="1628585" y="4403503"/>
                </a:cubicBezTo>
                <a:lnTo>
                  <a:pt x="1628585" y="4391787"/>
                </a:lnTo>
                <a:lnTo>
                  <a:pt x="1651254" y="4391787"/>
                </a:lnTo>
                <a:lnTo>
                  <a:pt x="1651254" y="4403503"/>
                </a:lnTo>
                <a:close/>
                <a:moveTo>
                  <a:pt x="1647063" y="4347877"/>
                </a:moveTo>
                <a:cubicBezTo>
                  <a:pt x="1649444" y="4347877"/>
                  <a:pt x="1651445" y="4349782"/>
                  <a:pt x="1651445" y="4352259"/>
                </a:cubicBezTo>
                <a:lnTo>
                  <a:pt x="1651445" y="4361212"/>
                </a:lnTo>
                <a:lnTo>
                  <a:pt x="1628775" y="4361212"/>
                </a:lnTo>
                <a:lnTo>
                  <a:pt x="1628775" y="4352259"/>
                </a:lnTo>
                <a:cubicBezTo>
                  <a:pt x="1628775" y="4349877"/>
                  <a:pt x="1630680" y="4347877"/>
                  <a:pt x="1633157" y="4347877"/>
                </a:cubicBezTo>
                <a:lnTo>
                  <a:pt x="1647158" y="4347877"/>
                </a:lnTo>
                <a:close/>
                <a:moveTo>
                  <a:pt x="1648111" y="4249960"/>
                </a:moveTo>
                <a:cubicBezTo>
                  <a:pt x="1648111" y="4254342"/>
                  <a:pt x="1644491" y="4257961"/>
                  <a:pt x="1640110" y="4257961"/>
                </a:cubicBezTo>
                <a:cubicBezTo>
                  <a:pt x="1635728" y="4257961"/>
                  <a:pt x="1632109" y="4254342"/>
                  <a:pt x="1632109" y="4249960"/>
                </a:cubicBezTo>
                <a:cubicBezTo>
                  <a:pt x="1632109" y="4245579"/>
                  <a:pt x="1635728" y="4241959"/>
                  <a:pt x="1640110" y="4241959"/>
                </a:cubicBezTo>
                <a:cubicBezTo>
                  <a:pt x="1644491" y="4241959"/>
                  <a:pt x="1648111" y="4245579"/>
                  <a:pt x="1648111" y="4249960"/>
                </a:cubicBezTo>
                <a:close/>
                <a:moveTo>
                  <a:pt x="1771745" y="3713321"/>
                </a:moveTo>
                <a:cubicBezTo>
                  <a:pt x="1771745" y="3709797"/>
                  <a:pt x="1774603" y="3707035"/>
                  <a:pt x="1778127" y="3707035"/>
                </a:cubicBezTo>
                <a:cubicBezTo>
                  <a:pt x="1781651" y="3707035"/>
                  <a:pt x="1784414" y="3709892"/>
                  <a:pt x="1784414" y="3713417"/>
                </a:cubicBezTo>
                <a:cubicBezTo>
                  <a:pt x="1784414" y="3716941"/>
                  <a:pt x="1781556" y="3719703"/>
                  <a:pt x="1778032" y="3719703"/>
                </a:cubicBezTo>
                <a:cubicBezTo>
                  <a:pt x="1774507" y="3719703"/>
                  <a:pt x="1771745" y="3716846"/>
                  <a:pt x="1771745" y="3713321"/>
                </a:cubicBezTo>
                <a:close/>
                <a:moveTo>
                  <a:pt x="1636490" y="497014"/>
                </a:moveTo>
                <a:lnTo>
                  <a:pt x="1629347" y="497014"/>
                </a:lnTo>
                <a:lnTo>
                  <a:pt x="1629347" y="488537"/>
                </a:lnTo>
                <a:lnTo>
                  <a:pt x="1636490" y="488537"/>
                </a:lnTo>
                <a:lnTo>
                  <a:pt x="1636490" y="497014"/>
                </a:lnTo>
                <a:close/>
                <a:moveTo>
                  <a:pt x="569405" y="2676144"/>
                </a:moveTo>
                <a:cubicBezTo>
                  <a:pt x="567500" y="2674239"/>
                  <a:pt x="564166" y="2674239"/>
                  <a:pt x="562166" y="2676144"/>
                </a:cubicBezTo>
                <a:lnTo>
                  <a:pt x="553022" y="2685288"/>
                </a:lnTo>
                <a:cubicBezTo>
                  <a:pt x="551021" y="2687288"/>
                  <a:pt x="551021" y="2690527"/>
                  <a:pt x="553022" y="2692432"/>
                </a:cubicBezTo>
                <a:lnTo>
                  <a:pt x="562166" y="2701576"/>
                </a:lnTo>
                <a:cubicBezTo>
                  <a:pt x="563118" y="2702528"/>
                  <a:pt x="564452" y="2703100"/>
                  <a:pt x="565785" y="2703100"/>
                </a:cubicBezTo>
                <a:cubicBezTo>
                  <a:pt x="567119" y="2703100"/>
                  <a:pt x="568452" y="2702528"/>
                  <a:pt x="569405" y="2701576"/>
                </a:cubicBezTo>
                <a:lnTo>
                  <a:pt x="578549" y="2692432"/>
                </a:lnTo>
                <a:cubicBezTo>
                  <a:pt x="580549" y="2690432"/>
                  <a:pt x="580549" y="2687193"/>
                  <a:pt x="578549" y="2685288"/>
                </a:cubicBezTo>
                <a:lnTo>
                  <a:pt x="575691" y="2682430"/>
                </a:lnTo>
                <a:lnTo>
                  <a:pt x="718757" y="2528030"/>
                </a:lnTo>
                <a:cubicBezTo>
                  <a:pt x="720471" y="2529078"/>
                  <a:pt x="722376" y="2529935"/>
                  <a:pt x="724567" y="2529935"/>
                </a:cubicBezTo>
                <a:cubicBezTo>
                  <a:pt x="730663" y="2529935"/>
                  <a:pt x="735616" y="2524982"/>
                  <a:pt x="735616" y="2518886"/>
                </a:cubicBezTo>
                <a:cubicBezTo>
                  <a:pt x="735616" y="2512790"/>
                  <a:pt x="730663" y="2507837"/>
                  <a:pt x="724567" y="2507837"/>
                </a:cubicBezTo>
                <a:cubicBezTo>
                  <a:pt x="718471" y="2507837"/>
                  <a:pt x="713518" y="2512790"/>
                  <a:pt x="713518" y="2518886"/>
                </a:cubicBezTo>
                <a:cubicBezTo>
                  <a:pt x="713518" y="2521077"/>
                  <a:pt x="714280" y="2522982"/>
                  <a:pt x="715423" y="2524792"/>
                </a:cubicBezTo>
                <a:lnTo>
                  <a:pt x="572453" y="2679097"/>
                </a:lnTo>
                <a:lnTo>
                  <a:pt x="569500" y="2676144"/>
                </a:lnTo>
                <a:close/>
                <a:moveTo>
                  <a:pt x="565499" y="2698147"/>
                </a:moveTo>
                <a:lnTo>
                  <a:pt x="556355" y="2688527"/>
                </a:lnTo>
                <a:lnTo>
                  <a:pt x="565690" y="2679287"/>
                </a:lnTo>
                <a:cubicBezTo>
                  <a:pt x="565690" y="2679287"/>
                  <a:pt x="565880" y="2679287"/>
                  <a:pt x="565880" y="2679383"/>
                </a:cubicBezTo>
                <a:lnTo>
                  <a:pt x="575024" y="2689003"/>
                </a:lnTo>
                <a:lnTo>
                  <a:pt x="565404" y="2698147"/>
                </a:lnTo>
                <a:close/>
                <a:moveTo>
                  <a:pt x="1636490" y="480155"/>
                </a:moveTo>
                <a:lnTo>
                  <a:pt x="1629347" y="480155"/>
                </a:lnTo>
                <a:lnTo>
                  <a:pt x="1629347" y="471678"/>
                </a:lnTo>
                <a:lnTo>
                  <a:pt x="1636490" y="471678"/>
                </a:lnTo>
                <a:lnTo>
                  <a:pt x="1636490" y="480155"/>
                </a:lnTo>
                <a:close/>
                <a:moveTo>
                  <a:pt x="1636490" y="463296"/>
                </a:moveTo>
                <a:lnTo>
                  <a:pt x="1629347" y="463296"/>
                </a:lnTo>
                <a:lnTo>
                  <a:pt x="1629347" y="454819"/>
                </a:lnTo>
                <a:lnTo>
                  <a:pt x="1636490" y="454819"/>
                </a:lnTo>
                <a:lnTo>
                  <a:pt x="1636490" y="463296"/>
                </a:lnTo>
                <a:close/>
                <a:moveTo>
                  <a:pt x="1812512" y="4136422"/>
                </a:moveTo>
                <a:cubicBezTo>
                  <a:pt x="1812512" y="4144042"/>
                  <a:pt x="1806321" y="4150233"/>
                  <a:pt x="1798701" y="4150233"/>
                </a:cubicBezTo>
                <a:cubicBezTo>
                  <a:pt x="1791081" y="4150233"/>
                  <a:pt x="1784890" y="4144042"/>
                  <a:pt x="1784890" y="4136422"/>
                </a:cubicBezTo>
                <a:cubicBezTo>
                  <a:pt x="1784890" y="4128802"/>
                  <a:pt x="1791081" y="4122611"/>
                  <a:pt x="1798701" y="4122611"/>
                </a:cubicBezTo>
                <a:cubicBezTo>
                  <a:pt x="1806321" y="4122611"/>
                  <a:pt x="1812512" y="4128802"/>
                  <a:pt x="1812512" y="4136422"/>
                </a:cubicBezTo>
                <a:close/>
                <a:moveTo>
                  <a:pt x="2098453" y="4341781"/>
                </a:moveTo>
                <a:lnTo>
                  <a:pt x="2100548" y="4341781"/>
                </a:lnTo>
                <a:cubicBezTo>
                  <a:pt x="2104739" y="4341781"/>
                  <a:pt x="2108168" y="4338352"/>
                  <a:pt x="2108168" y="4334161"/>
                </a:cubicBezTo>
                <a:lnTo>
                  <a:pt x="2108168" y="4312539"/>
                </a:lnTo>
                <a:cubicBezTo>
                  <a:pt x="2108168" y="4308348"/>
                  <a:pt x="2104739" y="4304919"/>
                  <a:pt x="2100548" y="4304919"/>
                </a:cubicBezTo>
                <a:lnTo>
                  <a:pt x="2098453" y="4304919"/>
                </a:lnTo>
                <a:cubicBezTo>
                  <a:pt x="2095214" y="4304919"/>
                  <a:pt x="2092547" y="4306920"/>
                  <a:pt x="2091404" y="4309682"/>
                </a:cubicBezTo>
                <a:lnTo>
                  <a:pt x="2030635" y="4234529"/>
                </a:lnTo>
                <a:lnTo>
                  <a:pt x="1938052" y="4235577"/>
                </a:lnTo>
                <a:lnTo>
                  <a:pt x="1908334" y="4262438"/>
                </a:lnTo>
                <a:lnTo>
                  <a:pt x="1908334" y="4227671"/>
                </a:lnTo>
                <a:lnTo>
                  <a:pt x="1908334" y="4227671"/>
                </a:lnTo>
                <a:cubicBezTo>
                  <a:pt x="1908334" y="4227671"/>
                  <a:pt x="1939957" y="4199096"/>
                  <a:pt x="1939957" y="4199096"/>
                </a:cubicBezTo>
                <a:lnTo>
                  <a:pt x="2039207" y="4199096"/>
                </a:lnTo>
                <a:cubicBezTo>
                  <a:pt x="2039207" y="4199096"/>
                  <a:pt x="2106740" y="4282536"/>
                  <a:pt x="2106740" y="4282536"/>
                </a:cubicBezTo>
                <a:cubicBezTo>
                  <a:pt x="2105597" y="4284250"/>
                  <a:pt x="2104644" y="4286060"/>
                  <a:pt x="2104454" y="4288155"/>
                </a:cubicBezTo>
                <a:cubicBezTo>
                  <a:pt x="2104073" y="4291394"/>
                  <a:pt x="2105025" y="4294632"/>
                  <a:pt x="2107121" y="4297204"/>
                </a:cubicBezTo>
                <a:cubicBezTo>
                  <a:pt x="2109216" y="4299776"/>
                  <a:pt x="2112074" y="4301395"/>
                  <a:pt x="2115312" y="4301681"/>
                </a:cubicBezTo>
                <a:cubicBezTo>
                  <a:pt x="2115788" y="4301681"/>
                  <a:pt x="2116169" y="4301681"/>
                  <a:pt x="2116646" y="4301681"/>
                </a:cubicBezTo>
                <a:cubicBezTo>
                  <a:pt x="2119408" y="4301681"/>
                  <a:pt x="2122075" y="4300728"/>
                  <a:pt x="2124266" y="4299014"/>
                </a:cubicBezTo>
                <a:cubicBezTo>
                  <a:pt x="2129504" y="4294823"/>
                  <a:pt x="2130362" y="4287012"/>
                  <a:pt x="2126171" y="4281773"/>
                </a:cubicBezTo>
                <a:cubicBezTo>
                  <a:pt x="2124075" y="4279202"/>
                  <a:pt x="2121218" y="4277582"/>
                  <a:pt x="2117979" y="4277297"/>
                </a:cubicBezTo>
                <a:cubicBezTo>
                  <a:pt x="2115217" y="4277011"/>
                  <a:pt x="2112645" y="4277773"/>
                  <a:pt x="2110359" y="4279202"/>
                </a:cubicBezTo>
                <a:lnTo>
                  <a:pt x="2041589" y="4194143"/>
                </a:lnTo>
                <a:lnTo>
                  <a:pt x="1938147" y="4194143"/>
                </a:lnTo>
                <a:cubicBezTo>
                  <a:pt x="1938147" y="4194143"/>
                  <a:pt x="1908334" y="4221004"/>
                  <a:pt x="1908334" y="4221004"/>
                </a:cubicBezTo>
                <a:lnTo>
                  <a:pt x="1908334" y="4190524"/>
                </a:lnTo>
                <a:lnTo>
                  <a:pt x="1908334" y="4190524"/>
                </a:lnTo>
                <a:cubicBezTo>
                  <a:pt x="1908334" y="4190524"/>
                  <a:pt x="1939957" y="4161949"/>
                  <a:pt x="1939957" y="4161949"/>
                </a:cubicBezTo>
                <a:lnTo>
                  <a:pt x="2056162" y="4161949"/>
                </a:lnTo>
                <a:lnTo>
                  <a:pt x="2128266" y="4251008"/>
                </a:lnTo>
                <a:lnTo>
                  <a:pt x="2128457" y="4250817"/>
                </a:lnTo>
                <a:lnTo>
                  <a:pt x="2128457" y="4262343"/>
                </a:lnTo>
                <a:cubicBezTo>
                  <a:pt x="2128457" y="4265771"/>
                  <a:pt x="2131219" y="4268629"/>
                  <a:pt x="2134743" y="4268629"/>
                </a:cubicBezTo>
                <a:lnTo>
                  <a:pt x="2134743" y="4268629"/>
                </a:lnTo>
                <a:cubicBezTo>
                  <a:pt x="2138172" y="4268629"/>
                  <a:pt x="2141030" y="4265867"/>
                  <a:pt x="2141030" y="4262343"/>
                </a:cubicBezTo>
                <a:lnTo>
                  <a:pt x="2141030" y="4242816"/>
                </a:lnTo>
                <a:cubicBezTo>
                  <a:pt x="2141030" y="4239387"/>
                  <a:pt x="2138267" y="4236530"/>
                  <a:pt x="2134743" y="4236530"/>
                </a:cubicBezTo>
                <a:cubicBezTo>
                  <a:pt x="2131219" y="4236530"/>
                  <a:pt x="2128457" y="4239292"/>
                  <a:pt x="2128457" y="4242816"/>
                </a:cubicBezTo>
                <a:lnTo>
                  <a:pt x="2128457" y="4243483"/>
                </a:lnTo>
                <a:lnTo>
                  <a:pt x="2058543" y="4156996"/>
                </a:lnTo>
                <a:lnTo>
                  <a:pt x="1938147" y="4156996"/>
                </a:lnTo>
                <a:lnTo>
                  <a:pt x="1908334" y="4183856"/>
                </a:lnTo>
                <a:lnTo>
                  <a:pt x="1908334" y="4182999"/>
                </a:lnTo>
                <a:cubicBezTo>
                  <a:pt x="1908334" y="4180713"/>
                  <a:pt x="1906524" y="4178903"/>
                  <a:pt x="1904238" y="4178903"/>
                </a:cubicBezTo>
                <a:lnTo>
                  <a:pt x="1875377" y="4178903"/>
                </a:lnTo>
                <a:cubicBezTo>
                  <a:pt x="1872901" y="4178903"/>
                  <a:pt x="1870805" y="4180904"/>
                  <a:pt x="1870805" y="4183475"/>
                </a:cubicBezTo>
                <a:lnTo>
                  <a:pt x="1870805" y="4282154"/>
                </a:lnTo>
                <a:cubicBezTo>
                  <a:pt x="1870805" y="4284631"/>
                  <a:pt x="1872806" y="4286727"/>
                  <a:pt x="1875377" y="4286727"/>
                </a:cubicBezTo>
                <a:lnTo>
                  <a:pt x="1903762" y="4286727"/>
                </a:lnTo>
                <a:cubicBezTo>
                  <a:pt x="1906238" y="4286727"/>
                  <a:pt x="1908334" y="4284726"/>
                  <a:pt x="1908334" y="4282154"/>
                </a:cubicBezTo>
                <a:lnTo>
                  <a:pt x="1908334" y="4268820"/>
                </a:lnTo>
                <a:lnTo>
                  <a:pt x="1908334" y="4268820"/>
                </a:lnTo>
                <a:cubicBezTo>
                  <a:pt x="1908334" y="4268820"/>
                  <a:pt x="1939957" y="4240245"/>
                  <a:pt x="1939957" y="4240245"/>
                </a:cubicBezTo>
                <a:lnTo>
                  <a:pt x="2028349" y="4239197"/>
                </a:lnTo>
                <a:lnTo>
                  <a:pt x="2090833" y="4316445"/>
                </a:lnTo>
                <a:lnTo>
                  <a:pt x="2090833" y="4333875"/>
                </a:lnTo>
                <a:cubicBezTo>
                  <a:pt x="2090833" y="4338066"/>
                  <a:pt x="2094262" y="4341495"/>
                  <a:pt x="2098453" y="4341495"/>
                </a:cubicBezTo>
                <a:close/>
                <a:moveTo>
                  <a:pt x="2095691" y="4312539"/>
                </a:moveTo>
                <a:cubicBezTo>
                  <a:pt x="2095691" y="4311015"/>
                  <a:pt x="2096929" y="4309777"/>
                  <a:pt x="2098453" y="4309777"/>
                </a:cubicBezTo>
                <a:lnTo>
                  <a:pt x="2100548" y="4309777"/>
                </a:lnTo>
                <a:cubicBezTo>
                  <a:pt x="2102072" y="4309777"/>
                  <a:pt x="2103311" y="4311015"/>
                  <a:pt x="2103311" y="4312539"/>
                </a:cubicBezTo>
                <a:lnTo>
                  <a:pt x="2103311" y="4334161"/>
                </a:lnTo>
                <a:cubicBezTo>
                  <a:pt x="2103311" y="4335685"/>
                  <a:pt x="2102072" y="4336923"/>
                  <a:pt x="2100548" y="4336923"/>
                </a:cubicBezTo>
                <a:lnTo>
                  <a:pt x="2098453" y="4336923"/>
                </a:lnTo>
                <a:cubicBezTo>
                  <a:pt x="2096929" y="4336923"/>
                  <a:pt x="2095691" y="4335685"/>
                  <a:pt x="2095691" y="4334161"/>
                </a:cubicBezTo>
                <a:lnTo>
                  <a:pt x="2095691" y="4312539"/>
                </a:lnTo>
                <a:close/>
                <a:moveTo>
                  <a:pt x="2111978" y="4283869"/>
                </a:moveTo>
                <a:cubicBezTo>
                  <a:pt x="2113312" y="4282821"/>
                  <a:pt x="2114931" y="4282250"/>
                  <a:pt x="2116550" y="4282250"/>
                </a:cubicBezTo>
                <a:cubicBezTo>
                  <a:pt x="2116836" y="4282250"/>
                  <a:pt x="2117122" y="4282250"/>
                  <a:pt x="2117312" y="4282250"/>
                </a:cubicBezTo>
                <a:cubicBezTo>
                  <a:pt x="2119313" y="4282440"/>
                  <a:pt x="2121027" y="4283393"/>
                  <a:pt x="2122265" y="4284917"/>
                </a:cubicBezTo>
                <a:cubicBezTo>
                  <a:pt x="2124837" y="4288060"/>
                  <a:pt x="2124266" y="4292727"/>
                  <a:pt x="2121122" y="4295299"/>
                </a:cubicBezTo>
                <a:cubicBezTo>
                  <a:pt x="2119598" y="4296537"/>
                  <a:pt x="2117693" y="4297109"/>
                  <a:pt x="2115693" y="4296918"/>
                </a:cubicBezTo>
                <a:cubicBezTo>
                  <a:pt x="2113693" y="4296728"/>
                  <a:pt x="2111978" y="4295775"/>
                  <a:pt x="2110740" y="4294251"/>
                </a:cubicBezTo>
                <a:lnTo>
                  <a:pt x="2110740" y="4294251"/>
                </a:lnTo>
                <a:cubicBezTo>
                  <a:pt x="2109502" y="4292727"/>
                  <a:pt x="2108930" y="4290822"/>
                  <a:pt x="2109121" y="4288822"/>
                </a:cubicBezTo>
                <a:cubicBezTo>
                  <a:pt x="2109311" y="4286822"/>
                  <a:pt x="2110264" y="4285107"/>
                  <a:pt x="2111788" y="4283869"/>
                </a:cubicBezTo>
                <a:close/>
                <a:moveTo>
                  <a:pt x="1905000" y="4265390"/>
                </a:moveTo>
                <a:lnTo>
                  <a:pt x="1905000" y="4265390"/>
                </a:lnTo>
                <a:cubicBezTo>
                  <a:pt x="1905000" y="4265390"/>
                  <a:pt x="1905000" y="4265390"/>
                  <a:pt x="1905000" y="4265390"/>
                </a:cubicBezTo>
                <a:lnTo>
                  <a:pt x="1905000" y="4282345"/>
                </a:lnTo>
                <a:cubicBezTo>
                  <a:pt x="1905000" y="4283012"/>
                  <a:pt x="1904428" y="4283583"/>
                  <a:pt x="1903762" y="4283583"/>
                </a:cubicBezTo>
                <a:lnTo>
                  <a:pt x="1875377" y="4283583"/>
                </a:lnTo>
                <a:cubicBezTo>
                  <a:pt x="1874711" y="4283583"/>
                  <a:pt x="1874139" y="4283012"/>
                  <a:pt x="1874139" y="4282345"/>
                </a:cubicBezTo>
                <a:lnTo>
                  <a:pt x="1874139" y="4251770"/>
                </a:lnTo>
                <a:lnTo>
                  <a:pt x="1905095" y="4251770"/>
                </a:lnTo>
                <a:lnTo>
                  <a:pt x="1905095" y="4265390"/>
                </a:lnTo>
                <a:close/>
                <a:moveTo>
                  <a:pt x="1905000" y="4224147"/>
                </a:moveTo>
                <a:lnTo>
                  <a:pt x="1905000" y="4224147"/>
                </a:lnTo>
                <a:cubicBezTo>
                  <a:pt x="1905000" y="4224147"/>
                  <a:pt x="1905000" y="4224147"/>
                  <a:pt x="1905000" y="4224147"/>
                </a:cubicBezTo>
                <a:lnTo>
                  <a:pt x="1905000" y="4248531"/>
                </a:lnTo>
                <a:lnTo>
                  <a:pt x="1874044" y="4248531"/>
                </a:lnTo>
                <a:lnTo>
                  <a:pt x="1874044" y="4216337"/>
                </a:lnTo>
                <a:lnTo>
                  <a:pt x="1905000" y="4216337"/>
                </a:lnTo>
                <a:lnTo>
                  <a:pt x="1905000" y="4224147"/>
                </a:lnTo>
                <a:close/>
                <a:moveTo>
                  <a:pt x="1905000" y="4187000"/>
                </a:moveTo>
                <a:lnTo>
                  <a:pt x="1905000" y="4187000"/>
                </a:lnTo>
                <a:cubicBezTo>
                  <a:pt x="1905000" y="4187000"/>
                  <a:pt x="1905000" y="4187000"/>
                  <a:pt x="1905000" y="4187000"/>
                </a:cubicBezTo>
                <a:lnTo>
                  <a:pt x="1905000" y="4213003"/>
                </a:lnTo>
                <a:lnTo>
                  <a:pt x="1874044" y="4213003"/>
                </a:lnTo>
                <a:lnTo>
                  <a:pt x="1874044" y="4183571"/>
                </a:lnTo>
                <a:cubicBezTo>
                  <a:pt x="1874044" y="4182904"/>
                  <a:pt x="1874615" y="4182332"/>
                  <a:pt x="1875282" y="4182332"/>
                </a:cubicBezTo>
                <a:lnTo>
                  <a:pt x="1904143" y="4182332"/>
                </a:lnTo>
                <a:cubicBezTo>
                  <a:pt x="1904143" y="4182332"/>
                  <a:pt x="1904905" y="4182713"/>
                  <a:pt x="1904905" y="4183094"/>
                </a:cubicBezTo>
                <a:lnTo>
                  <a:pt x="1904905" y="4186904"/>
                </a:lnTo>
                <a:close/>
                <a:moveTo>
                  <a:pt x="791623" y="2567559"/>
                </a:moveTo>
                <a:cubicBezTo>
                  <a:pt x="789623" y="2565559"/>
                  <a:pt x="786384" y="2565559"/>
                  <a:pt x="784479" y="2567559"/>
                </a:cubicBezTo>
                <a:lnTo>
                  <a:pt x="775335" y="2576703"/>
                </a:lnTo>
                <a:cubicBezTo>
                  <a:pt x="774383" y="2577655"/>
                  <a:pt x="773811" y="2578989"/>
                  <a:pt x="773811" y="2580323"/>
                </a:cubicBezTo>
                <a:cubicBezTo>
                  <a:pt x="773811" y="2581656"/>
                  <a:pt x="774383" y="2582990"/>
                  <a:pt x="775335" y="2583942"/>
                </a:cubicBezTo>
                <a:lnTo>
                  <a:pt x="784479" y="2593086"/>
                </a:lnTo>
                <a:cubicBezTo>
                  <a:pt x="785432" y="2594038"/>
                  <a:pt x="786765" y="2594610"/>
                  <a:pt x="788099" y="2594610"/>
                </a:cubicBezTo>
                <a:cubicBezTo>
                  <a:pt x="789432" y="2594610"/>
                  <a:pt x="790670" y="2594134"/>
                  <a:pt x="791718" y="2593086"/>
                </a:cubicBezTo>
                <a:lnTo>
                  <a:pt x="800862" y="2583942"/>
                </a:lnTo>
                <a:cubicBezTo>
                  <a:pt x="801815" y="2582990"/>
                  <a:pt x="802386" y="2581751"/>
                  <a:pt x="802386" y="2580323"/>
                </a:cubicBezTo>
                <a:cubicBezTo>
                  <a:pt x="802386" y="2578989"/>
                  <a:pt x="801815" y="2577655"/>
                  <a:pt x="800862" y="2576703"/>
                </a:cubicBezTo>
                <a:lnTo>
                  <a:pt x="798100" y="2573941"/>
                </a:lnTo>
                <a:lnTo>
                  <a:pt x="841820" y="2528030"/>
                </a:lnTo>
                <a:cubicBezTo>
                  <a:pt x="843534" y="2529078"/>
                  <a:pt x="845439" y="2529935"/>
                  <a:pt x="847630" y="2529935"/>
                </a:cubicBezTo>
                <a:cubicBezTo>
                  <a:pt x="853726" y="2529935"/>
                  <a:pt x="858679" y="2524982"/>
                  <a:pt x="858679" y="2518886"/>
                </a:cubicBezTo>
                <a:cubicBezTo>
                  <a:pt x="858679" y="2512790"/>
                  <a:pt x="853726" y="2507837"/>
                  <a:pt x="847630" y="2507837"/>
                </a:cubicBezTo>
                <a:cubicBezTo>
                  <a:pt x="841534" y="2507837"/>
                  <a:pt x="836581" y="2512790"/>
                  <a:pt x="836581" y="2518886"/>
                </a:cubicBezTo>
                <a:cubicBezTo>
                  <a:pt x="836581" y="2521077"/>
                  <a:pt x="837343" y="2522982"/>
                  <a:pt x="838486" y="2524697"/>
                </a:cubicBezTo>
                <a:lnTo>
                  <a:pt x="794766" y="2570607"/>
                </a:lnTo>
                <a:lnTo>
                  <a:pt x="791813" y="2567654"/>
                </a:lnTo>
                <a:close/>
                <a:moveTo>
                  <a:pt x="787813" y="2589657"/>
                </a:moveTo>
                <a:lnTo>
                  <a:pt x="778669" y="2580037"/>
                </a:lnTo>
                <a:lnTo>
                  <a:pt x="787813" y="2570893"/>
                </a:lnTo>
                <a:cubicBezTo>
                  <a:pt x="787813" y="2570893"/>
                  <a:pt x="787908" y="2570893"/>
                  <a:pt x="788003" y="2570893"/>
                </a:cubicBezTo>
                <a:cubicBezTo>
                  <a:pt x="788003" y="2570893"/>
                  <a:pt x="788194" y="2570893"/>
                  <a:pt x="788194" y="2570893"/>
                </a:cubicBezTo>
                <a:lnTo>
                  <a:pt x="797338" y="2580513"/>
                </a:lnTo>
                <a:lnTo>
                  <a:pt x="787718" y="2589657"/>
                </a:lnTo>
                <a:close/>
                <a:moveTo>
                  <a:pt x="529685" y="938689"/>
                </a:moveTo>
                <a:lnTo>
                  <a:pt x="517017" y="938689"/>
                </a:lnTo>
                <a:cubicBezTo>
                  <a:pt x="514540" y="938689"/>
                  <a:pt x="512540" y="940689"/>
                  <a:pt x="512540" y="943166"/>
                </a:cubicBezTo>
                <a:lnTo>
                  <a:pt x="512540" y="948976"/>
                </a:lnTo>
                <a:lnTo>
                  <a:pt x="512540" y="947071"/>
                </a:lnTo>
                <a:cubicBezTo>
                  <a:pt x="512540" y="947071"/>
                  <a:pt x="489014" y="947071"/>
                  <a:pt x="489014" y="947071"/>
                </a:cubicBezTo>
                <a:lnTo>
                  <a:pt x="428530" y="1004221"/>
                </a:lnTo>
                <a:lnTo>
                  <a:pt x="340900" y="1004221"/>
                </a:lnTo>
                <a:cubicBezTo>
                  <a:pt x="340900" y="1004221"/>
                  <a:pt x="317373" y="984790"/>
                  <a:pt x="317373" y="984790"/>
                </a:cubicBezTo>
                <a:lnTo>
                  <a:pt x="240030" y="984980"/>
                </a:lnTo>
                <a:lnTo>
                  <a:pt x="202406" y="1016318"/>
                </a:lnTo>
                <a:cubicBezTo>
                  <a:pt x="200501" y="1014603"/>
                  <a:pt x="198311" y="1013270"/>
                  <a:pt x="195739" y="1012889"/>
                </a:cubicBezTo>
                <a:cubicBezTo>
                  <a:pt x="192405" y="1012412"/>
                  <a:pt x="189071" y="1013270"/>
                  <a:pt x="186309" y="1015270"/>
                </a:cubicBezTo>
                <a:cubicBezTo>
                  <a:pt x="184118" y="1016889"/>
                  <a:pt x="182785" y="1019270"/>
                  <a:pt x="182023" y="1021842"/>
                </a:cubicBezTo>
                <a:lnTo>
                  <a:pt x="153638" y="1021842"/>
                </a:lnTo>
                <a:lnTo>
                  <a:pt x="115062" y="976122"/>
                </a:lnTo>
                <a:lnTo>
                  <a:pt x="95" y="976122"/>
                </a:lnTo>
                <a:lnTo>
                  <a:pt x="95" y="983266"/>
                </a:lnTo>
                <a:lnTo>
                  <a:pt x="111728" y="983266"/>
                </a:lnTo>
                <a:lnTo>
                  <a:pt x="150305" y="1028986"/>
                </a:lnTo>
                <a:lnTo>
                  <a:pt x="181832" y="1028986"/>
                </a:lnTo>
                <a:cubicBezTo>
                  <a:pt x="183166" y="1033558"/>
                  <a:pt x="187071" y="1037177"/>
                  <a:pt x="192119" y="1037939"/>
                </a:cubicBezTo>
                <a:cubicBezTo>
                  <a:pt x="192691" y="1037939"/>
                  <a:pt x="193358" y="1038035"/>
                  <a:pt x="193929" y="1038035"/>
                </a:cubicBezTo>
                <a:cubicBezTo>
                  <a:pt x="200120" y="1038035"/>
                  <a:pt x="205550" y="1033463"/>
                  <a:pt x="206502" y="1027176"/>
                </a:cubicBezTo>
                <a:cubicBezTo>
                  <a:pt x="206883" y="1024700"/>
                  <a:pt x="206216" y="1022318"/>
                  <a:pt x="205264" y="1020127"/>
                </a:cubicBezTo>
                <a:lnTo>
                  <a:pt x="241840" y="989648"/>
                </a:lnTo>
                <a:lnTo>
                  <a:pt x="315754" y="989457"/>
                </a:lnTo>
                <a:lnTo>
                  <a:pt x="339185" y="1008793"/>
                </a:lnTo>
                <a:lnTo>
                  <a:pt x="430435" y="1008793"/>
                </a:lnTo>
                <a:cubicBezTo>
                  <a:pt x="430435" y="1008793"/>
                  <a:pt x="490919" y="951833"/>
                  <a:pt x="490919" y="951833"/>
                </a:cubicBezTo>
                <a:lnTo>
                  <a:pt x="512540" y="951833"/>
                </a:lnTo>
                <a:cubicBezTo>
                  <a:pt x="512540" y="951833"/>
                  <a:pt x="512540" y="955739"/>
                  <a:pt x="512540" y="955739"/>
                </a:cubicBezTo>
                <a:cubicBezTo>
                  <a:pt x="512540" y="958215"/>
                  <a:pt x="514540" y="960215"/>
                  <a:pt x="517017" y="960215"/>
                </a:cubicBezTo>
                <a:lnTo>
                  <a:pt x="529685" y="960215"/>
                </a:lnTo>
                <a:cubicBezTo>
                  <a:pt x="532162" y="960215"/>
                  <a:pt x="534162" y="958215"/>
                  <a:pt x="534162" y="955739"/>
                </a:cubicBezTo>
                <a:lnTo>
                  <a:pt x="534162" y="943070"/>
                </a:lnTo>
                <a:cubicBezTo>
                  <a:pt x="534162" y="940594"/>
                  <a:pt x="532162" y="938594"/>
                  <a:pt x="529685" y="938594"/>
                </a:cubicBezTo>
                <a:close/>
                <a:moveTo>
                  <a:pt x="198692" y="1031748"/>
                </a:moveTo>
                <a:cubicBezTo>
                  <a:pt x="196977" y="1032986"/>
                  <a:pt x="194882" y="1033558"/>
                  <a:pt x="192881" y="1033272"/>
                </a:cubicBezTo>
                <a:cubicBezTo>
                  <a:pt x="188595" y="1032605"/>
                  <a:pt x="185547" y="1028605"/>
                  <a:pt x="186214" y="1024319"/>
                </a:cubicBezTo>
                <a:cubicBezTo>
                  <a:pt x="186500" y="1022223"/>
                  <a:pt x="187643" y="1020413"/>
                  <a:pt x="189262" y="1019080"/>
                </a:cubicBezTo>
                <a:cubicBezTo>
                  <a:pt x="190691" y="1018032"/>
                  <a:pt x="192310" y="1017461"/>
                  <a:pt x="194024" y="1017461"/>
                </a:cubicBezTo>
                <a:cubicBezTo>
                  <a:pt x="194405" y="1017461"/>
                  <a:pt x="194786" y="1017461"/>
                  <a:pt x="195167" y="1017461"/>
                </a:cubicBezTo>
                <a:cubicBezTo>
                  <a:pt x="197263" y="1017746"/>
                  <a:pt x="199073" y="1018889"/>
                  <a:pt x="200406" y="1020509"/>
                </a:cubicBezTo>
                <a:cubicBezTo>
                  <a:pt x="201644" y="1022223"/>
                  <a:pt x="202216" y="1024319"/>
                  <a:pt x="201930" y="1026319"/>
                </a:cubicBezTo>
                <a:cubicBezTo>
                  <a:pt x="201644" y="1028414"/>
                  <a:pt x="200501" y="1030224"/>
                  <a:pt x="198882" y="1031558"/>
                </a:cubicBezTo>
                <a:close/>
                <a:moveTo>
                  <a:pt x="2068354" y="4365594"/>
                </a:moveTo>
                <a:cubicBezTo>
                  <a:pt x="2070735" y="4368261"/>
                  <a:pt x="2074069" y="4369594"/>
                  <a:pt x="2077403" y="4369594"/>
                </a:cubicBezTo>
                <a:cubicBezTo>
                  <a:pt x="2080355" y="4369594"/>
                  <a:pt x="2083308" y="4368546"/>
                  <a:pt x="2085689" y="4366451"/>
                </a:cubicBezTo>
                <a:cubicBezTo>
                  <a:pt x="2088071" y="4364260"/>
                  <a:pt x="2089499" y="4361212"/>
                  <a:pt x="2089690" y="4357973"/>
                </a:cubicBezTo>
                <a:cubicBezTo>
                  <a:pt x="2089880" y="4354735"/>
                  <a:pt x="2088737" y="4351592"/>
                  <a:pt x="2086547" y="4349115"/>
                </a:cubicBezTo>
                <a:cubicBezTo>
                  <a:pt x="2084356" y="4346734"/>
                  <a:pt x="2081308" y="4345305"/>
                  <a:pt x="2078069" y="4345115"/>
                </a:cubicBezTo>
                <a:cubicBezTo>
                  <a:pt x="2075688" y="4345115"/>
                  <a:pt x="2073497" y="4345781"/>
                  <a:pt x="2071497" y="4346924"/>
                </a:cubicBezTo>
                <a:lnTo>
                  <a:pt x="2015681" y="4277868"/>
                </a:lnTo>
                <a:lnTo>
                  <a:pt x="1940433" y="4278726"/>
                </a:lnTo>
                <a:lnTo>
                  <a:pt x="1900523" y="4312920"/>
                </a:lnTo>
                <a:lnTo>
                  <a:pt x="1900523" y="4305681"/>
                </a:lnTo>
                <a:cubicBezTo>
                  <a:pt x="1900523" y="4301967"/>
                  <a:pt x="1897475" y="4299014"/>
                  <a:pt x="1893856" y="4299014"/>
                </a:cubicBezTo>
                <a:lnTo>
                  <a:pt x="1885378" y="4299014"/>
                </a:lnTo>
                <a:cubicBezTo>
                  <a:pt x="1881664" y="4299014"/>
                  <a:pt x="1878711" y="4302062"/>
                  <a:pt x="1878711" y="4305681"/>
                </a:cubicBezTo>
                <a:lnTo>
                  <a:pt x="1878711" y="4332161"/>
                </a:lnTo>
                <a:cubicBezTo>
                  <a:pt x="1878711" y="4335876"/>
                  <a:pt x="1881759" y="4338828"/>
                  <a:pt x="1885378" y="4338828"/>
                </a:cubicBezTo>
                <a:lnTo>
                  <a:pt x="1893856" y="4338828"/>
                </a:lnTo>
                <a:cubicBezTo>
                  <a:pt x="1897571" y="4338828"/>
                  <a:pt x="1900523" y="4335780"/>
                  <a:pt x="1900523" y="4332161"/>
                </a:cubicBezTo>
                <a:lnTo>
                  <a:pt x="1900523" y="4319302"/>
                </a:lnTo>
                <a:lnTo>
                  <a:pt x="1900523" y="4319302"/>
                </a:lnTo>
                <a:cubicBezTo>
                  <a:pt x="1900523" y="4319302"/>
                  <a:pt x="1942338" y="4283488"/>
                  <a:pt x="1942338" y="4283488"/>
                </a:cubicBezTo>
                <a:lnTo>
                  <a:pt x="2013299" y="4282631"/>
                </a:lnTo>
                <a:lnTo>
                  <a:pt x="2067782" y="4350068"/>
                </a:lnTo>
                <a:cubicBezTo>
                  <a:pt x="2064353" y="4354640"/>
                  <a:pt x="2064353" y="4361117"/>
                  <a:pt x="2068354" y="4365498"/>
                </a:cubicBezTo>
                <a:close/>
                <a:moveTo>
                  <a:pt x="2072450" y="4351878"/>
                </a:moveTo>
                <a:cubicBezTo>
                  <a:pt x="2073878" y="4350544"/>
                  <a:pt x="2075783" y="4349877"/>
                  <a:pt x="2077784" y="4349972"/>
                </a:cubicBezTo>
                <a:cubicBezTo>
                  <a:pt x="2079784" y="4349972"/>
                  <a:pt x="2081594" y="4350925"/>
                  <a:pt x="2082927" y="4352354"/>
                </a:cubicBezTo>
                <a:cubicBezTo>
                  <a:pt x="2085689" y="4355402"/>
                  <a:pt x="2085403" y="4360069"/>
                  <a:pt x="2082451" y="4362736"/>
                </a:cubicBezTo>
                <a:cubicBezTo>
                  <a:pt x="2079403" y="4365498"/>
                  <a:pt x="2074736" y="4365212"/>
                  <a:pt x="2072069" y="4362260"/>
                </a:cubicBezTo>
                <a:cubicBezTo>
                  <a:pt x="2069306" y="4359212"/>
                  <a:pt x="2069592" y="4354545"/>
                  <a:pt x="2072545" y="4351878"/>
                </a:cubicBezTo>
                <a:close/>
                <a:moveTo>
                  <a:pt x="1885283" y="4302347"/>
                </a:moveTo>
                <a:lnTo>
                  <a:pt x="1893761" y="4302347"/>
                </a:lnTo>
                <a:cubicBezTo>
                  <a:pt x="1894427" y="4302347"/>
                  <a:pt x="1895094" y="4302633"/>
                  <a:pt x="1895570" y="4302919"/>
                </a:cubicBezTo>
                <a:lnTo>
                  <a:pt x="1883378" y="4302919"/>
                </a:lnTo>
                <a:cubicBezTo>
                  <a:pt x="1883950" y="4302538"/>
                  <a:pt x="1884521" y="4302347"/>
                  <a:pt x="1885188" y="4302347"/>
                </a:cubicBezTo>
                <a:close/>
                <a:moveTo>
                  <a:pt x="1897190" y="4332256"/>
                </a:moveTo>
                <a:cubicBezTo>
                  <a:pt x="1897190" y="4334161"/>
                  <a:pt x="1895666" y="4335685"/>
                  <a:pt x="1893761" y="4335685"/>
                </a:cubicBezTo>
                <a:lnTo>
                  <a:pt x="1885283" y="4335685"/>
                </a:lnTo>
                <a:cubicBezTo>
                  <a:pt x="1883378" y="4335685"/>
                  <a:pt x="1881854" y="4334161"/>
                  <a:pt x="1881854" y="4332256"/>
                </a:cubicBezTo>
                <a:lnTo>
                  <a:pt x="1881854" y="4328351"/>
                </a:lnTo>
                <a:lnTo>
                  <a:pt x="1897190" y="4328351"/>
                </a:lnTo>
                <a:lnTo>
                  <a:pt x="1897190" y="4332256"/>
                </a:lnTo>
                <a:close/>
                <a:moveTo>
                  <a:pt x="1897190" y="4315778"/>
                </a:moveTo>
                <a:lnTo>
                  <a:pt x="1897190" y="4315778"/>
                </a:lnTo>
                <a:cubicBezTo>
                  <a:pt x="1897190" y="4315778"/>
                  <a:pt x="1897190" y="4315778"/>
                  <a:pt x="1897190" y="4315778"/>
                </a:cubicBezTo>
                <a:lnTo>
                  <a:pt x="1897190" y="4324255"/>
                </a:lnTo>
                <a:lnTo>
                  <a:pt x="1881854" y="4324255"/>
                </a:lnTo>
                <a:lnTo>
                  <a:pt x="1881854" y="4311587"/>
                </a:lnTo>
                <a:lnTo>
                  <a:pt x="1897190" y="4311587"/>
                </a:lnTo>
                <a:lnTo>
                  <a:pt x="1897190" y="4315682"/>
                </a:lnTo>
                <a:close/>
                <a:moveTo>
                  <a:pt x="1897190" y="4309682"/>
                </a:moveTo>
                <a:lnTo>
                  <a:pt x="1881854" y="4309682"/>
                </a:lnTo>
                <a:lnTo>
                  <a:pt x="1881854" y="4306157"/>
                </a:lnTo>
                <a:lnTo>
                  <a:pt x="1897190" y="4306157"/>
                </a:lnTo>
                <a:lnTo>
                  <a:pt x="1897190" y="4309682"/>
                </a:lnTo>
                <a:close/>
                <a:moveTo>
                  <a:pt x="1062895" y="470154"/>
                </a:moveTo>
                <a:cubicBezTo>
                  <a:pt x="1059275" y="467487"/>
                  <a:pt x="1054989" y="466154"/>
                  <a:pt x="1050798" y="466154"/>
                </a:cubicBezTo>
                <a:cubicBezTo>
                  <a:pt x="1044416" y="466154"/>
                  <a:pt x="1038225" y="469011"/>
                  <a:pt x="1034225" y="474536"/>
                </a:cubicBezTo>
                <a:cubicBezTo>
                  <a:pt x="1030986" y="478917"/>
                  <a:pt x="1029652" y="484346"/>
                  <a:pt x="1030510" y="489871"/>
                </a:cubicBezTo>
                <a:cubicBezTo>
                  <a:pt x="1031367" y="495300"/>
                  <a:pt x="1034225" y="500063"/>
                  <a:pt x="1038701" y="503301"/>
                </a:cubicBezTo>
                <a:cubicBezTo>
                  <a:pt x="1043178" y="506539"/>
                  <a:pt x="1048607" y="507873"/>
                  <a:pt x="1054037" y="507016"/>
                </a:cubicBezTo>
                <a:cubicBezTo>
                  <a:pt x="1059466" y="506159"/>
                  <a:pt x="1064228" y="503301"/>
                  <a:pt x="1067467" y="498824"/>
                </a:cubicBezTo>
                <a:cubicBezTo>
                  <a:pt x="1074134" y="489680"/>
                  <a:pt x="1072229" y="476822"/>
                  <a:pt x="1063085" y="470059"/>
                </a:cubicBezTo>
                <a:close/>
                <a:moveTo>
                  <a:pt x="1064324" y="496634"/>
                </a:moveTo>
                <a:cubicBezTo>
                  <a:pt x="1061657" y="500253"/>
                  <a:pt x="1057751" y="502634"/>
                  <a:pt x="1053370" y="503301"/>
                </a:cubicBezTo>
                <a:cubicBezTo>
                  <a:pt x="1048893" y="503968"/>
                  <a:pt x="1044512" y="502920"/>
                  <a:pt x="1040892" y="500253"/>
                </a:cubicBezTo>
                <a:cubicBezTo>
                  <a:pt x="1037273" y="497586"/>
                  <a:pt x="1034891" y="493681"/>
                  <a:pt x="1034225" y="489299"/>
                </a:cubicBezTo>
                <a:cubicBezTo>
                  <a:pt x="1033558" y="484918"/>
                  <a:pt x="1034606" y="480441"/>
                  <a:pt x="1037273" y="476822"/>
                </a:cubicBezTo>
                <a:cubicBezTo>
                  <a:pt x="1042797" y="469392"/>
                  <a:pt x="1053275" y="467773"/>
                  <a:pt x="1060704" y="473202"/>
                </a:cubicBezTo>
                <a:cubicBezTo>
                  <a:pt x="1068134" y="478727"/>
                  <a:pt x="1069753" y="489204"/>
                  <a:pt x="1064324" y="496634"/>
                </a:cubicBezTo>
                <a:close/>
                <a:moveTo>
                  <a:pt x="1288066" y="356521"/>
                </a:moveTo>
                <a:lnTo>
                  <a:pt x="1280922" y="356521"/>
                </a:lnTo>
                <a:lnTo>
                  <a:pt x="1280922" y="347091"/>
                </a:lnTo>
                <a:lnTo>
                  <a:pt x="1288066" y="347091"/>
                </a:lnTo>
                <a:lnTo>
                  <a:pt x="1288066" y="356521"/>
                </a:lnTo>
                <a:close/>
                <a:moveTo>
                  <a:pt x="1060799" y="486728"/>
                </a:moveTo>
                <a:cubicBezTo>
                  <a:pt x="1060799" y="492252"/>
                  <a:pt x="1056323" y="496824"/>
                  <a:pt x="1050703" y="496824"/>
                </a:cubicBezTo>
                <a:cubicBezTo>
                  <a:pt x="1045083" y="496824"/>
                  <a:pt x="1040606" y="492347"/>
                  <a:pt x="1040606" y="486728"/>
                </a:cubicBezTo>
                <a:cubicBezTo>
                  <a:pt x="1040606" y="481108"/>
                  <a:pt x="1045083" y="476631"/>
                  <a:pt x="1050703" y="476631"/>
                </a:cubicBezTo>
                <a:cubicBezTo>
                  <a:pt x="1056323" y="476631"/>
                  <a:pt x="1060799" y="481108"/>
                  <a:pt x="1060799" y="486728"/>
                </a:cubicBezTo>
                <a:close/>
                <a:moveTo>
                  <a:pt x="1896618" y="4185761"/>
                </a:moveTo>
                <a:lnTo>
                  <a:pt x="1882521" y="4185761"/>
                </a:lnTo>
                <a:cubicBezTo>
                  <a:pt x="1880045" y="4185761"/>
                  <a:pt x="1877949" y="4187762"/>
                  <a:pt x="1877949" y="4190334"/>
                </a:cubicBezTo>
                <a:lnTo>
                  <a:pt x="1877949" y="4204526"/>
                </a:lnTo>
                <a:cubicBezTo>
                  <a:pt x="1877949" y="4207002"/>
                  <a:pt x="1879949" y="4209098"/>
                  <a:pt x="1882521" y="4209098"/>
                </a:cubicBezTo>
                <a:lnTo>
                  <a:pt x="1896618" y="4209098"/>
                </a:lnTo>
                <a:cubicBezTo>
                  <a:pt x="1899095" y="4209098"/>
                  <a:pt x="1901190" y="4207097"/>
                  <a:pt x="1901190" y="4204526"/>
                </a:cubicBezTo>
                <a:lnTo>
                  <a:pt x="1901190" y="4190334"/>
                </a:lnTo>
                <a:cubicBezTo>
                  <a:pt x="1901190" y="4187857"/>
                  <a:pt x="1899190" y="4185761"/>
                  <a:pt x="1896618" y="4185761"/>
                </a:cubicBezTo>
                <a:close/>
                <a:moveTo>
                  <a:pt x="1897856" y="4204430"/>
                </a:moveTo>
                <a:cubicBezTo>
                  <a:pt x="1897856" y="4205097"/>
                  <a:pt x="1897285" y="4205669"/>
                  <a:pt x="1896618" y="4205669"/>
                </a:cubicBezTo>
                <a:lnTo>
                  <a:pt x="1882521" y="4205669"/>
                </a:lnTo>
                <a:cubicBezTo>
                  <a:pt x="1881854" y="4205669"/>
                  <a:pt x="1881283" y="4205097"/>
                  <a:pt x="1881283" y="4204430"/>
                </a:cubicBezTo>
                <a:lnTo>
                  <a:pt x="1881283" y="4190238"/>
                </a:lnTo>
                <a:cubicBezTo>
                  <a:pt x="1881283" y="4189571"/>
                  <a:pt x="1881854" y="4189000"/>
                  <a:pt x="1882521" y="4189000"/>
                </a:cubicBezTo>
                <a:lnTo>
                  <a:pt x="1896618" y="4189000"/>
                </a:lnTo>
                <a:cubicBezTo>
                  <a:pt x="1897285" y="4189000"/>
                  <a:pt x="1897856" y="4189571"/>
                  <a:pt x="1897856" y="4190238"/>
                </a:cubicBezTo>
                <a:lnTo>
                  <a:pt x="1897856" y="4204430"/>
                </a:lnTo>
                <a:close/>
                <a:moveTo>
                  <a:pt x="1882426" y="4279106"/>
                </a:moveTo>
                <a:lnTo>
                  <a:pt x="1896523" y="4279106"/>
                </a:lnTo>
                <a:cubicBezTo>
                  <a:pt x="1898999" y="4279106"/>
                  <a:pt x="1901095" y="4277106"/>
                  <a:pt x="1901095" y="4274535"/>
                </a:cubicBezTo>
                <a:lnTo>
                  <a:pt x="1901095" y="4260342"/>
                </a:lnTo>
                <a:cubicBezTo>
                  <a:pt x="1901095" y="4257866"/>
                  <a:pt x="1899095" y="4255770"/>
                  <a:pt x="1896523" y="4255770"/>
                </a:cubicBezTo>
                <a:lnTo>
                  <a:pt x="1882426" y="4255770"/>
                </a:lnTo>
                <a:cubicBezTo>
                  <a:pt x="1879949" y="4255770"/>
                  <a:pt x="1877854" y="4257770"/>
                  <a:pt x="1877854" y="4260342"/>
                </a:cubicBezTo>
                <a:lnTo>
                  <a:pt x="1877854" y="4274535"/>
                </a:lnTo>
                <a:cubicBezTo>
                  <a:pt x="1877854" y="4277011"/>
                  <a:pt x="1879854" y="4279106"/>
                  <a:pt x="1882426" y="4279106"/>
                </a:cubicBezTo>
                <a:close/>
                <a:moveTo>
                  <a:pt x="1881188" y="4260437"/>
                </a:moveTo>
                <a:cubicBezTo>
                  <a:pt x="1881188" y="4259771"/>
                  <a:pt x="1881759" y="4259199"/>
                  <a:pt x="1882426" y="4259199"/>
                </a:cubicBezTo>
                <a:lnTo>
                  <a:pt x="1896523" y="4259199"/>
                </a:lnTo>
                <a:cubicBezTo>
                  <a:pt x="1897190" y="4259199"/>
                  <a:pt x="1897761" y="4259771"/>
                  <a:pt x="1897761" y="4260437"/>
                </a:cubicBezTo>
                <a:lnTo>
                  <a:pt x="1897761" y="4274630"/>
                </a:lnTo>
                <a:cubicBezTo>
                  <a:pt x="1897761" y="4275296"/>
                  <a:pt x="1897190" y="4275868"/>
                  <a:pt x="1896523" y="4275868"/>
                </a:cubicBezTo>
                <a:lnTo>
                  <a:pt x="1882426" y="4275868"/>
                </a:lnTo>
                <a:cubicBezTo>
                  <a:pt x="1881759" y="4275868"/>
                  <a:pt x="1881188" y="4275296"/>
                  <a:pt x="1881188" y="4274630"/>
                </a:cubicBezTo>
                <a:lnTo>
                  <a:pt x="1881188" y="4260437"/>
                </a:lnTo>
                <a:close/>
                <a:moveTo>
                  <a:pt x="157163" y="597218"/>
                </a:moveTo>
                <a:cubicBezTo>
                  <a:pt x="155829" y="598075"/>
                  <a:pt x="154781" y="599218"/>
                  <a:pt x="154115" y="600647"/>
                </a:cubicBezTo>
                <a:cubicBezTo>
                  <a:pt x="153257" y="602647"/>
                  <a:pt x="153257" y="604838"/>
                  <a:pt x="154115" y="606838"/>
                </a:cubicBezTo>
                <a:cubicBezTo>
                  <a:pt x="155448" y="609981"/>
                  <a:pt x="158496" y="611886"/>
                  <a:pt x="161639" y="611886"/>
                </a:cubicBezTo>
                <a:cubicBezTo>
                  <a:pt x="162687" y="611886"/>
                  <a:pt x="163735" y="611696"/>
                  <a:pt x="164687" y="611315"/>
                </a:cubicBezTo>
                <a:cubicBezTo>
                  <a:pt x="168878" y="609600"/>
                  <a:pt x="170879" y="604838"/>
                  <a:pt x="169164" y="600742"/>
                </a:cubicBezTo>
                <a:cubicBezTo>
                  <a:pt x="168402" y="599027"/>
                  <a:pt x="167069" y="597694"/>
                  <a:pt x="165449" y="596741"/>
                </a:cubicBezTo>
                <a:cubicBezTo>
                  <a:pt x="165830" y="596456"/>
                  <a:pt x="166116" y="596170"/>
                  <a:pt x="166116" y="595598"/>
                </a:cubicBezTo>
                <a:cubicBezTo>
                  <a:pt x="166116" y="594646"/>
                  <a:pt x="165354" y="594170"/>
                  <a:pt x="164116" y="593979"/>
                </a:cubicBezTo>
                <a:cubicBezTo>
                  <a:pt x="165354" y="593693"/>
                  <a:pt x="166116" y="593312"/>
                  <a:pt x="166116" y="592360"/>
                </a:cubicBezTo>
                <a:cubicBezTo>
                  <a:pt x="166116" y="591407"/>
                  <a:pt x="165449" y="591026"/>
                  <a:pt x="164306" y="590741"/>
                </a:cubicBezTo>
                <a:cubicBezTo>
                  <a:pt x="165545" y="590455"/>
                  <a:pt x="166116" y="590074"/>
                  <a:pt x="166116" y="589121"/>
                </a:cubicBezTo>
                <a:cubicBezTo>
                  <a:pt x="166116" y="588169"/>
                  <a:pt x="165449" y="587788"/>
                  <a:pt x="164211" y="587502"/>
                </a:cubicBezTo>
                <a:cubicBezTo>
                  <a:pt x="165449" y="587216"/>
                  <a:pt x="166116" y="586835"/>
                  <a:pt x="166116" y="585883"/>
                </a:cubicBezTo>
                <a:cubicBezTo>
                  <a:pt x="166116" y="584930"/>
                  <a:pt x="165449" y="584549"/>
                  <a:pt x="164306" y="584264"/>
                </a:cubicBezTo>
                <a:cubicBezTo>
                  <a:pt x="165545" y="583978"/>
                  <a:pt x="166116" y="583597"/>
                  <a:pt x="166116" y="582644"/>
                </a:cubicBezTo>
                <a:cubicBezTo>
                  <a:pt x="166116" y="581692"/>
                  <a:pt x="165449" y="581311"/>
                  <a:pt x="164211" y="581025"/>
                </a:cubicBezTo>
                <a:cubicBezTo>
                  <a:pt x="165449" y="580739"/>
                  <a:pt x="166116" y="580358"/>
                  <a:pt x="166116" y="579406"/>
                </a:cubicBezTo>
                <a:cubicBezTo>
                  <a:pt x="166116" y="578453"/>
                  <a:pt x="165449" y="578072"/>
                  <a:pt x="164306" y="577787"/>
                </a:cubicBezTo>
                <a:cubicBezTo>
                  <a:pt x="165449" y="577501"/>
                  <a:pt x="166116" y="577120"/>
                  <a:pt x="166116" y="576167"/>
                </a:cubicBezTo>
                <a:cubicBezTo>
                  <a:pt x="166116" y="575215"/>
                  <a:pt x="165545" y="574834"/>
                  <a:pt x="164402" y="574548"/>
                </a:cubicBezTo>
                <a:cubicBezTo>
                  <a:pt x="165545" y="574262"/>
                  <a:pt x="166116" y="573881"/>
                  <a:pt x="166116" y="573024"/>
                </a:cubicBezTo>
                <a:cubicBezTo>
                  <a:pt x="166116" y="572167"/>
                  <a:pt x="165545" y="571691"/>
                  <a:pt x="164402" y="571500"/>
                </a:cubicBezTo>
                <a:cubicBezTo>
                  <a:pt x="165545" y="571214"/>
                  <a:pt x="166116" y="570833"/>
                  <a:pt x="166116" y="569976"/>
                </a:cubicBezTo>
                <a:cubicBezTo>
                  <a:pt x="166116" y="569119"/>
                  <a:pt x="165545" y="568643"/>
                  <a:pt x="164402" y="568452"/>
                </a:cubicBezTo>
                <a:cubicBezTo>
                  <a:pt x="165545" y="568166"/>
                  <a:pt x="166116" y="567785"/>
                  <a:pt x="166116" y="566928"/>
                </a:cubicBezTo>
                <a:cubicBezTo>
                  <a:pt x="166116" y="566071"/>
                  <a:pt x="165545" y="565595"/>
                  <a:pt x="164402" y="565309"/>
                </a:cubicBezTo>
                <a:cubicBezTo>
                  <a:pt x="165545" y="565023"/>
                  <a:pt x="166116" y="564642"/>
                  <a:pt x="166116" y="563690"/>
                </a:cubicBezTo>
                <a:cubicBezTo>
                  <a:pt x="166116" y="562737"/>
                  <a:pt x="165449" y="562356"/>
                  <a:pt x="164306" y="562070"/>
                </a:cubicBezTo>
                <a:cubicBezTo>
                  <a:pt x="165449" y="561785"/>
                  <a:pt x="166116" y="561404"/>
                  <a:pt x="166116" y="560451"/>
                </a:cubicBezTo>
                <a:cubicBezTo>
                  <a:pt x="166116" y="559499"/>
                  <a:pt x="165449" y="559118"/>
                  <a:pt x="164306" y="558832"/>
                </a:cubicBezTo>
                <a:cubicBezTo>
                  <a:pt x="165449" y="558546"/>
                  <a:pt x="166116" y="558165"/>
                  <a:pt x="166116" y="557213"/>
                </a:cubicBezTo>
                <a:cubicBezTo>
                  <a:pt x="166116" y="556260"/>
                  <a:pt x="165545" y="555879"/>
                  <a:pt x="164402" y="555593"/>
                </a:cubicBezTo>
                <a:cubicBezTo>
                  <a:pt x="165545" y="555308"/>
                  <a:pt x="166116" y="554927"/>
                  <a:pt x="166116" y="553974"/>
                </a:cubicBezTo>
                <a:cubicBezTo>
                  <a:pt x="166116" y="553022"/>
                  <a:pt x="165545" y="552641"/>
                  <a:pt x="164402" y="552355"/>
                </a:cubicBezTo>
                <a:cubicBezTo>
                  <a:pt x="165545" y="552069"/>
                  <a:pt x="166116" y="551688"/>
                  <a:pt x="166116" y="550736"/>
                </a:cubicBezTo>
                <a:cubicBezTo>
                  <a:pt x="166116" y="549783"/>
                  <a:pt x="165545" y="549402"/>
                  <a:pt x="164402" y="549212"/>
                </a:cubicBezTo>
                <a:cubicBezTo>
                  <a:pt x="165545" y="548926"/>
                  <a:pt x="166116" y="548545"/>
                  <a:pt x="166116" y="547592"/>
                </a:cubicBezTo>
                <a:cubicBezTo>
                  <a:pt x="166116" y="546640"/>
                  <a:pt x="165545" y="546259"/>
                  <a:pt x="164402" y="546068"/>
                </a:cubicBezTo>
                <a:cubicBezTo>
                  <a:pt x="165545" y="545783"/>
                  <a:pt x="166116" y="545402"/>
                  <a:pt x="166116" y="544544"/>
                </a:cubicBezTo>
                <a:cubicBezTo>
                  <a:pt x="166116" y="543687"/>
                  <a:pt x="165545" y="543211"/>
                  <a:pt x="164402" y="542925"/>
                </a:cubicBezTo>
                <a:cubicBezTo>
                  <a:pt x="165545" y="542639"/>
                  <a:pt x="166116" y="542258"/>
                  <a:pt x="166116" y="541306"/>
                </a:cubicBezTo>
                <a:cubicBezTo>
                  <a:pt x="166116" y="540353"/>
                  <a:pt x="165545" y="539972"/>
                  <a:pt x="164402" y="539687"/>
                </a:cubicBezTo>
                <a:cubicBezTo>
                  <a:pt x="165545" y="539401"/>
                  <a:pt x="166116" y="539020"/>
                  <a:pt x="166116" y="538067"/>
                </a:cubicBezTo>
                <a:cubicBezTo>
                  <a:pt x="166116" y="537115"/>
                  <a:pt x="165545" y="536734"/>
                  <a:pt x="164402" y="536448"/>
                </a:cubicBezTo>
                <a:cubicBezTo>
                  <a:pt x="165545" y="536162"/>
                  <a:pt x="166116" y="535781"/>
                  <a:pt x="166116" y="534829"/>
                </a:cubicBezTo>
                <a:cubicBezTo>
                  <a:pt x="166116" y="533876"/>
                  <a:pt x="165545" y="533495"/>
                  <a:pt x="164306" y="533210"/>
                </a:cubicBezTo>
                <a:cubicBezTo>
                  <a:pt x="165449" y="532924"/>
                  <a:pt x="166116" y="532543"/>
                  <a:pt x="166116" y="531590"/>
                </a:cubicBezTo>
                <a:cubicBezTo>
                  <a:pt x="166116" y="530638"/>
                  <a:pt x="165545" y="530257"/>
                  <a:pt x="164402" y="529971"/>
                </a:cubicBezTo>
                <a:cubicBezTo>
                  <a:pt x="165545" y="529685"/>
                  <a:pt x="166116" y="529304"/>
                  <a:pt x="166116" y="528352"/>
                </a:cubicBezTo>
                <a:cubicBezTo>
                  <a:pt x="166116" y="527399"/>
                  <a:pt x="165545" y="527018"/>
                  <a:pt x="164402" y="526828"/>
                </a:cubicBezTo>
                <a:cubicBezTo>
                  <a:pt x="165545" y="526542"/>
                  <a:pt x="166116" y="526161"/>
                  <a:pt x="166116" y="525304"/>
                </a:cubicBezTo>
                <a:cubicBezTo>
                  <a:pt x="166116" y="524447"/>
                  <a:pt x="165545" y="523970"/>
                  <a:pt x="164402" y="523780"/>
                </a:cubicBezTo>
                <a:cubicBezTo>
                  <a:pt x="165449" y="523494"/>
                  <a:pt x="166116" y="523113"/>
                  <a:pt x="166116" y="522256"/>
                </a:cubicBezTo>
                <a:cubicBezTo>
                  <a:pt x="166116" y="521399"/>
                  <a:pt x="165545" y="520922"/>
                  <a:pt x="164497" y="520732"/>
                </a:cubicBezTo>
                <a:cubicBezTo>
                  <a:pt x="165545" y="520446"/>
                  <a:pt x="166116" y="520065"/>
                  <a:pt x="166116" y="519208"/>
                </a:cubicBezTo>
                <a:cubicBezTo>
                  <a:pt x="166116" y="518351"/>
                  <a:pt x="165545" y="517970"/>
                  <a:pt x="164497" y="517684"/>
                </a:cubicBezTo>
                <a:cubicBezTo>
                  <a:pt x="165545" y="517398"/>
                  <a:pt x="166116" y="517017"/>
                  <a:pt x="166116" y="516160"/>
                </a:cubicBezTo>
                <a:cubicBezTo>
                  <a:pt x="166116" y="515303"/>
                  <a:pt x="165545" y="514922"/>
                  <a:pt x="164497" y="514636"/>
                </a:cubicBezTo>
                <a:cubicBezTo>
                  <a:pt x="165545" y="514350"/>
                  <a:pt x="166116" y="513969"/>
                  <a:pt x="166116" y="513112"/>
                </a:cubicBezTo>
                <a:cubicBezTo>
                  <a:pt x="166116" y="512255"/>
                  <a:pt x="165545" y="511874"/>
                  <a:pt x="164497" y="511588"/>
                </a:cubicBezTo>
                <a:cubicBezTo>
                  <a:pt x="165545" y="511302"/>
                  <a:pt x="166116" y="510921"/>
                  <a:pt x="166116" y="510064"/>
                </a:cubicBezTo>
                <a:cubicBezTo>
                  <a:pt x="166116" y="509207"/>
                  <a:pt x="165545" y="508826"/>
                  <a:pt x="164497" y="508540"/>
                </a:cubicBezTo>
                <a:cubicBezTo>
                  <a:pt x="165545" y="508254"/>
                  <a:pt x="166116" y="507873"/>
                  <a:pt x="166116" y="507016"/>
                </a:cubicBezTo>
                <a:cubicBezTo>
                  <a:pt x="166116" y="506159"/>
                  <a:pt x="165545" y="505778"/>
                  <a:pt x="164497" y="505492"/>
                </a:cubicBezTo>
                <a:cubicBezTo>
                  <a:pt x="165545" y="505206"/>
                  <a:pt x="166116" y="504825"/>
                  <a:pt x="166116" y="503968"/>
                </a:cubicBezTo>
                <a:cubicBezTo>
                  <a:pt x="166116" y="503111"/>
                  <a:pt x="165545" y="502730"/>
                  <a:pt x="164497" y="502444"/>
                </a:cubicBezTo>
                <a:cubicBezTo>
                  <a:pt x="165545" y="502158"/>
                  <a:pt x="166116" y="501777"/>
                  <a:pt x="166116" y="500920"/>
                </a:cubicBezTo>
                <a:cubicBezTo>
                  <a:pt x="166116" y="500063"/>
                  <a:pt x="165545" y="499682"/>
                  <a:pt x="164592" y="499396"/>
                </a:cubicBezTo>
                <a:cubicBezTo>
                  <a:pt x="165640" y="499110"/>
                  <a:pt x="166116" y="498729"/>
                  <a:pt x="166116" y="497872"/>
                </a:cubicBezTo>
                <a:cubicBezTo>
                  <a:pt x="166116" y="497014"/>
                  <a:pt x="165545" y="496634"/>
                  <a:pt x="164592" y="496348"/>
                </a:cubicBezTo>
                <a:cubicBezTo>
                  <a:pt x="165640" y="496062"/>
                  <a:pt x="166116" y="495681"/>
                  <a:pt x="166116" y="494824"/>
                </a:cubicBezTo>
                <a:cubicBezTo>
                  <a:pt x="166116" y="493967"/>
                  <a:pt x="165545" y="493586"/>
                  <a:pt x="164592" y="493300"/>
                </a:cubicBezTo>
                <a:cubicBezTo>
                  <a:pt x="165640" y="493014"/>
                  <a:pt x="166116" y="492633"/>
                  <a:pt x="166116" y="491776"/>
                </a:cubicBezTo>
                <a:cubicBezTo>
                  <a:pt x="166116" y="490919"/>
                  <a:pt x="165545" y="490538"/>
                  <a:pt x="164497" y="490252"/>
                </a:cubicBezTo>
                <a:cubicBezTo>
                  <a:pt x="165545" y="489966"/>
                  <a:pt x="166116" y="489585"/>
                  <a:pt x="166116" y="488728"/>
                </a:cubicBezTo>
                <a:cubicBezTo>
                  <a:pt x="166116" y="487871"/>
                  <a:pt x="165545" y="487489"/>
                  <a:pt x="164497" y="487204"/>
                </a:cubicBezTo>
                <a:cubicBezTo>
                  <a:pt x="164497" y="487204"/>
                  <a:pt x="164497" y="487204"/>
                  <a:pt x="164592" y="487204"/>
                </a:cubicBezTo>
                <a:cubicBezTo>
                  <a:pt x="164783" y="487204"/>
                  <a:pt x="164878" y="487013"/>
                  <a:pt x="164973" y="486918"/>
                </a:cubicBezTo>
                <a:cubicBezTo>
                  <a:pt x="165259" y="486823"/>
                  <a:pt x="165545" y="486632"/>
                  <a:pt x="165640" y="486442"/>
                </a:cubicBezTo>
                <a:cubicBezTo>
                  <a:pt x="168974" y="484346"/>
                  <a:pt x="170498" y="480251"/>
                  <a:pt x="168974" y="476536"/>
                </a:cubicBezTo>
                <a:cubicBezTo>
                  <a:pt x="167259" y="472345"/>
                  <a:pt x="162497" y="470345"/>
                  <a:pt x="158306" y="472059"/>
                </a:cubicBezTo>
                <a:cubicBezTo>
                  <a:pt x="154115" y="473774"/>
                  <a:pt x="152114" y="478536"/>
                  <a:pt x="153829" y="482727"/>
                </a:cubicBezTo>
                <a:cubicBezTo>
                  <a:pt x="154495" y="484346"/>
                  <a:pt x="155639" y="485680"/>
                  <a:pt x="157067" y="486537"/>
                </a:cubicBezTo>
                <a:cubicBezTo>
                  <a:pt x="156972" y="486728"/>
                  <a:pt x="156877" y="486918"/>
                  <a:pt x="156877" y="487204"/>
                </a:cubicBezTo>
                <a:cubicBezTo>
                  <a:pt x="156877" y="488061"/>
                  <a:pt x="157448" y="488442"/>
                  <a:pt x="158496" y="488728"/>
                </a:cubicBezTo>
                <a:cubicBezTo>
                  <a:pt x="157448" y="489014"/>
                  <a:pt x="156877" y="489395"/>
                  <a:pt x="156877" y="490252"/>
                </a:cubicBezTo>
                <a:cubicBezTo>
                  <a:pt x="156877" y="491109"/>
                  <a:pt x="157448" y="491490"/>
                  <a:pt x="158401" y="491776"/>
                </a:cubicBezTo>
                <a:cubicBezTo>
                  <a:pt x="157353" y="492062"/>
                  <a:pt x="156877" y="492443"/>
                  <a:pt x="156877" y="493300"/>
                </a:cubicBezTo>
                <a:cubicBezTo>
                  <a:pt x="156877" y="494157"/>
                  <a:pt x="157448" y="494538"/>
                  <a:pt x="158401" y="494824"/>
                </a:cubicBezTo>
                <a:cubicBezTo>
                  <a:pt x="157353" y="495110"/>
                  <a:pt x="156877" y="495490"/>
                  <a:pt x="156877" y="496348"/>
                </a:cubicBezTo>
                <a:cubicBezTo>
                  <a:pt x="156877" y="497205"/>
                  <a:pt x="157448" y="497586"/>
                  <a:pt x="158401" y="497872"/>
                </a:cubicBezTo>
                <a:cubicBezTo>
                  <a:pt x="157353" y="498158"/>
                  <a:pt x="156877" y="498539"/>
                  <a:pt x="156877" y="499396"/>
                </a:cubicBezTo>
                <a:cubicBezTo>
                  <a:pt x="156877" y="500253"/>
                  <a:pt x="157448" y="500634"/>
                  <a:pt x="158401" y="500920"/>
                </a:cubicBezTo>
                <a:cubicBezTo>
                  <a:pt x="157353" y="501206"/>
                  <a:pt x="156877" y="501587"/>
                  <a:pt x="156877" y="502444"/>
                </a:cubicBezTo>
                <a:cubicBezTo>
                  <a:pt x="156877" y="503301"/>
                  <a:pt x="157448" y="503682"/>
                  <a:pt x="158401" y="503968"/>
                </a:cubicBezTo>
                <a:cubicBezTo>
                  <a:pt x="157353" y="504254"/>
                  <a:pt x="156877" y="504635"/>
                  <a:pt x="156877" y="505492"/>
                </a:cubicBezTo>
                <a:cubicBezTo>
                  <a:pt x="156877" y="506349"/>
                  <a:pt x="157448" y="506730"/>
                  <a:pt x="158496" y="507016"/>
                </a:cubicBezTo>
                <a:cubicBezTo>
                  <a:pt x="157448" y="507302"/>
                  <a:pt x="156877" y="507683"/>
                  <a:pt x="156877" y="508540"/>
                </a:cubicBezTo>
                <a:cubicBezTo>
                  <a:pt x="156877" y="509397"/>
                  <a:pt x="157448" y="509778"/>
                  <a:pt x="158496" y="510064"/>
                </a:cubicBezTo>
                <a:cubicBezTo>
                  <a:pt x="157448" y="510350"/>
                  <a:pt x="156877" y="510731"/>
                  <a:pt x="156877" y="511588"/>
                </a:cubicBezTo>
                <a:cubicBezTo>
                  <a:pt x="156877" y="512445"/>
                  <a:pt x="157448" y="512826"/>
                  <a:pt x="158496" y="513112"/>
                </a:cubicBezTo>
                <a:cubicBezTo>
                  <a:pt x="157448" y="513398"/>
                  <a:pt x="156877" y="513779"/>
                  <a:pt x="156877" y="514636"/>
                </a:cubicBezTo>
                <a:cubicBezTo>
                  <a:pt x="156877" y="515493"/>
                  <a:pt x="157448" y="515874"/>
                  <a:pt x="158496" y="516160"/>
                </a:cubicBezTo>
                <a:cubicBezTo>
                  <a:pt x="157448" y="516446"/>
                  <a:pt x="156877" y="516827"/>
                  <a:pt x="156877" y="517684"/>
                </a:cubicBezTo>
                <a:cubicBezTo>
                  <a:pt x="156877" y="518541"/>
                  <a:pt x="157448" y="518922"/>
                  <a:pt x="158496" y="519208"/>
                </a:cubicBezTo>
                <a:cubicBezTo>
                  <a:pt x="157448" y="519494"/>
                  <a:pt x="156877" y="519875"/>
                  <a:pt x="156877" y="520732"/>
                </a:cubicBezTo>
                <a:cubicBezTo>
                  <a:pt x="156877" y="521589"/>
                  <a:pt x="157448" y="522065"/>
                  <a:pt x="158496" y="522256"/>
                </a:cubicBezTo>
                <a:cubicBezTo>
                  <a:pt x="157448" y="522542"/>
                  <a:pt x="156877" y="522923"/>
                  <a:pt x="156877" y="523780"/>
                </a:cubicBezTo>
                <a:cubicBezTo>
                  <a:pt x="156877" y="524637"/>
                  <a:pt x="157448" y="525113"/>
                  <a:pt x="158591" y="525304"/>
                </a:cubicBezTo>
                <a:cubicBezTo>
                  <a:pt x="157448" y="525590"/>
                  <a:pt x="156877" y="525971"/>
                  <a:pt x="156877" y="526828"/>
                </a:cubicBezTo>
                <a:cubicBezTo>
                  <a:pt x="156877" y="527685"/>
                  <a:pt x="157448" y="528161"/>
                  <a:pt x="158591" y="528352"/>
                </a:cubicBezTo>
                <a:cubicBezTo>
                  <a:pt x="157448" y="528638"/>
                  <a:pt x="156877" y="529019"/>
                  <a:pt x="156877" y="529971"/>
                </a:cubicBezTo>
                <a:cubicBezTo>
                  <a:pt x="156877" y="530924"/>
                  <a:pt x="157448" y="531305"/>
                  <a:pt x="158591" y="531590"/>
                </a:cubicBezTo>
                <a:cubicBezTo>
                  <a:pt x="157448" y="531876"/>
                  <a:pt x="156877" y="532257"/>
                  <a:pt x="156877" y="533210"/>
                </a:cubicBezTo>
                <a:cubicBezTo>
                  <a:pt x="156877" y="534162"/>
                  <a:pt x="157448" y="534543"/>
                  <a:pt x="158687" y="534829"/>
                </a:cubicBezTo>
                <a:cubicBezTo>
                  <a:pt x="157544" y="535115"/>
                  <a:pt x="156877" y="535496"/>
                  <a:pt x="156877" y="536448"/>
                </a:cubicBezTo>
                <a:cubicBezTo>
                  <a:pt x="156877" y="537401"/>
                  <a:pt x="157448" y="537782"/>
                  <a:pt x="158591" y="538067"/>
                </a:cubicBezTo>
                <a:cubicBezTo>
                  <a:pt x="157448" y="538353"/>
                  <a:pt x="156877" y="538734"/>
                  <a:pt x="156877" y="539687"/>
                </a:cubicBezTo>
                <a:cubicBezTo>
                  <a:pt x="156877" y="540639"/>
                  <a:pt x="157448" y="541020"/>
                  <a:pt x="158591" y="541306"/>
                </a:cubicBezTo>
                <a:cubicBezTo>
                  <a:pt x="157448" y="541592"/>
                  <a:pt x="156877" y="541973"/>
                  <a:pt x="156877" y="542925"/>
                </a:cubicBezTo>
                <a:cubicBezTo>
                  <a:pt x="156877" y="543878"/>
                  <a:pt x="157448" y="544259"/>
                  <a:pt x="158591" y="544544"/>
                </a:cubicBezTo>
                <a:cubicBezTo>
                  <a:pt x="157448" y="544830"/>
                  <a:pt x="156877" y="545211"/>
                  <a:pt x="156877" y="546068"/>
                </a:cubicBezTo>
                <a:cubicBezTo>
                  <a:pt x="156877" y="546926"/>
                  <a:pt x="157448" y="547402"/>
                  <a:pt x="158591" y="547592"/>
                </a:cubicBezTo>
                <a:cubicBezTo>
                  <a:pt x="157448" y="547878"/>
                  <a:pt x="156877" y="548259"/>
                  <a:pt x="156877" y="549212"/>
                </a:cubicBezTo>
                <a:cubicBezTo>
                  <a:pt x="156877" y="550164"/>
                  <a:pt x="157448" y="550545"/>
                  <a:pt x="158591" y="550736"/>
                </a:cubicBezTo>
                <a:cubicBezTo>
                  <a:pt x="157448" y="551021"/>
                  <a:pt x="156877" y="551402"/>
                  <a:pt x="156877" y="552355"/>
                </a:cubicBezTo>
                <a:cubicBezTo>
                  <a:pt x="156877" y="553307"/>
                  <a:pt x="157448" y="553688"/>
                  <a:pt x="158591" y="553974"/>
                </a:cubicBezTo>
                <a:cubicBezTo>
                  <a:pt x="157448" y="554260"/>
                  <a:pt x="156877" y="554641"/>
                  <a:pt x="156877" y="555593"/>
                </a:cubicBezTo>
                <a:cubicBezTo>
                  <a:pt x="156877" y="556546"/>
                  <a:pt x="157448" y="556927"/>
                  <a:pt x="158591" y="557213"/>
                </a:cubicBezTo>
                <a:cubicBezTo>
                  <a:pt x="157448" y="557498"/>
                  <a:pt x="156877" y="557879"/>
                  <a:pt x="156877" y="558832"/>
                </a:cubicBezTo>
                <a:cubicBezTo>
                  <a:pt x="156877" y="559784"/>
                  <a:pt x="157544" y="560165"/>
                  <a:pt x="158687" y="560451"/>
                </a:cubicBezTo>
                <a:cubicBezTo>
                  <a:pt x="157544" y="560737"/>
                  <a:pt x="156877" y="561118"/>
                  <a:pt x="156877" y="562070"/>
                </a:cubicBezTo>
                <a:cubicBezTo>
                  <a:pt x="156877" y="563023"/>
                  <a:pt x="157448" y="563404"/>
                  <a:pt x="158687" y="563690"/>
                </a:cubicBezTo>
                <a:cubicBezTo>
                  <a:pt x="157544" y="563975"/>
                  <a:pt x="156877" y="564356"/>
                  <a:pt x="156877" y="565309"/>
                </a:cubicBezTo>
                <a:cubicBezTo>
                  <a:pt x="156877" y="566261"/>
                  <a:pt x="157448" y="566642"/>
                  <a:pt x="158591" y="566928"/>
                </a:cubicBezTo>
                <a:cubicBezTo>
                  <a:pt x="157448" y="567214"/>
                  <a:pt x="156877" y="567595"/>
                  <a:pt x="156877" y="568452"/>
                </a:cubicBezTo>
                <a:cubicBezTo>
                  <a:pt x="156877" y="569309"/>
                  <a:pt x="157448" y="569786"/>
                  <a:pt x="158591" y="569976"/>
                </a:cubicBezTo>
                <a:cubicBezTo>
                  <a:pt x="157448" y="570262"/>
                  <a:pt x="156877" y="570643"/>
                  <a:pt x="156877" y="571500"/>
                </a:cubicBezTo>
                <a:cubicBezTo>
                  <a:pt x="156877" y="572357"/>
                  <a:pt x="157448" y="572834"/>
                  <a:pt x="158591" y="573024"/>
                </a:cubicBezTo>
                <a:cubicBezTo>
                  <a:pt x="157448" y="573310"/>
                  <a:pt x="156877" y="573691"/>
                  <a:pt x="156877" y="574548"/>
                </a:cubicBezTo>
                <a:cubicBezTo>
                  <a:pt x="156877" y="575405"/>
                  <a:pt x="157448" y="575882"/>
                  <a:pt x="158591" y="576167"/>
                </a:cubicBezTo>
                <a:cubicBezTo>
                  <a:pt x="157448" y="576453"/>
                  <a:pt x="156877" y="576834"/>
                  <a:pt x="156877" y="577787"/>
                </a:cubicBezTo>
                <a:cubicBezTo>
                  <a:pt x="156877" y="578739"/>
                  <a:pt x="157544" y="579120"/>
                  <a:pt x="158687" y="579406"/>
                </a:cubicBezTo>
                <a:cubicBezTo>
                  <a:pt x="157448" y="579692"/>
                  <a:pt x="156877" y="580073"/>
                  <a:pt x="156877" y="581025"/>
                </a:cubicBezTo>
                <a:cubicBezTo>
                  <a:pt x="156877" y="581978"/>
                  <a:pt x="157544" y="582359"/>
                  <a:pt x="158687" y="582644"/>
                </a:cubicBezTo>
                <a:cubicBezTo>
                  <a:pt x="157448" y="582930"/>
                  <a:pt x="156877" y="583311"/>
                  <a:pt x="156877" y="584264"/>
                </a:cubicBezTo>
                <a:cubicBezTo>
                  <a:pt x="156877" y="585216"/>
                  <a:pt x="157544" y="585597"/>
                  <a:pt x="158782" y="585883"/>
                </a:cubicBezTo>
                <a:cubicBezTo>
                  <a:pt x="157544" y="586169"/>
                  <a:pt x="156877" y="586550"/>
                  <a:pt x="156877" y="587502"/>
                </a:cubicBezTo>
                <a:cubicBezTo>
                  <a:pt x="156877" y="588455"/>
                  <a:pt x="157544" y="588836"/>
                  <a:pt x="158782" y="589121"/>
                </a:cubicBezTo>
                <a:cubicBezTo>
                  <a:pt x="157544" y="589407"/>
                  <a:pt x="156877" y="589788"/>
                  <a:pt x="156877" y="590741"/>
                </a:cubicBezTo>
                <a:cubicBezTo>
                  <a:pt x="156877" y="591693"/>
                  <a:pt x="157544" y="592074"/>
                  <a:pt x="158782" y="592360"/>
                </a:cubicBezTo>
                <a:cubicBezTo>
                  <a:pt x="157544" y="592646"/>
                  <a:pt x="156877" y="593027"/>
                  <a:pt x="156877" y="593979"/>
                </a:cubicBezTo>
                <a:cubicBezTo>
                  <a:pt x="156877" y="594932"/>
                  <a:pt x="157639" y="595408"/>
                  <a:pt x="158877" y="595598"/>
                </a:cubicBezTo>
                <a:cubicBezTo>
                  <a:pt x="157639" y="595884"/>
                  <a:pt x="156972" y="596265"/>
                  <a:pt x="156877" y="597122"/>
                </a:cubicBezTo>
                <a:close/>
                <a:moveTo>
                  <a:pt x="156305" y="482060"/>
                </a:moveTo>
                <a:cubicBezTo>
                  <a:pt x="155067" y="479108"/>
                  <a:pt x="156496" y="475774"/>
                  <a:pt x="159449" y="474536"/>
                </a:cubicBezTo>
                <a:cubicBezTo>
                  <a:pt x="160115" y="474250"/>
                  <a:pt x="160877" y="474059"/>
                  <a:pt x="161639" y="474059"/>
                </a:cubicBezTo>
                <a:cubicBezTo>
                  <a:pt x="163925" y="474059"/>
                  <a:pt x="166116" y="475393"/>
                  <a:pt x="166973" y="477679"/>
                </a:cubicBezTo>
                <a:cubicBezTo>
                  <a:pt x="168116" y="480536"/>
                  <a:pt x="166783" y="483775"/>
                  <a:pt x="164020" y="485013"/>
                </a:cubicBezTo>
                <a:cubicBezTo>
                  <a:pt x="163544" y="485204"/>
                  <a:pt x="162306" y="485299"/>
                  <a:pt x="161449" y="485394"/>
                </a:cubicBezTo>
                <a:cubicBezTo>
                  <a:pt x="161258" y="485394"/>
                  <a:pt x="161163" y="485394"/>
                  <a:pt x="160973" y="485394"/>
                </a:cubicBezTo>
                <a:cubicBezTo>
                  <a:pt x="158972" y="485204"/>
                  <a:pt x="157067" y="483965"/>
                  <a:pt x="156210" y="481965"/>
                </a:cubicBezTo>
                <a:close/>
                <a:moveTo>
                  <a:pt x="159449" y="598456"/>
                </a:moveTo>
                <a:cubicBezTo>
                  <a:pt x="160115" y="598170"/>
                  <a:pt x="160877" y="597980"/>
                  <a:pt x="161639" y="597980"/>
                </a:cubicBezTo>
                <a:cubicBezTo>
                  <a:pt x="162401" y="597980"/>
                  <a:pt x="163163" y="598170"/>
                  <a:pt x="163830" y="598456"/>
                </a:cubicBezTo>
                <a:cubicBezTo>
                  <a:pt x="165259" y="599027"/>
                  <a:pt x="166307" y="600170"/>
                  <a:pt x="166973" y="601599"/>
                </a:cubicBezTo>
                <a:cubicBezTo>
                  <a:pt x="167545" y="603028"/>
                  <a:pt x="167545" y="604552"/>
                  <a:pt x="166973" y="605981"/>
                </a:cubicBezTo>
                <a:cubicBezTo>
                  <a:pt x="166402" y="607409"/>
                  <a:pt x="165259" y="608457"/>
                  <a:pt x="163830" y="609124"/>
                </a:cubicBezTo>
                <a:cubicBezTo>
                  <a:pt x="160877" y="610362"/>
                  <a:pt x="157544" y="608933"/>
                  <a:pt x="156305" y="605981"/>
                </a:cubicBezTo>
                <a:cubicBezTo>
                  <a:pt x="155734" y="604552"/>
                  <a:pt x="155734" y="603028"/>
                  <a:pt x="156305" y="601599"/>
                </a:cubicBezTo>
                <a:cubicBezTo>
                  <a:pt x="156877" y="600170"/>
                  <a:pt x="158020" y="599123"/>
                  <a:pt x="159449" y="598456"/>
                </a:cubicBezTo>
                <a:close/>
                <a:moveTo>
                  <a:pt x="243078" y="597218"/>
                </a:moveTo>
                <a:cubicBezTo>
                  <a:pt x="241745" y="598075"/>
                  <a:pt x="240697" y="599218"/>
                  <a:pt x="240030" y="600647"/>
                </a:cubicBezTo>
                <a:cubicBezTo>
                  <a:pt x="239173" y="602647"/>
                  <a:pt x="239173" y="604838"/>
                  <a:pt x="240030" y="606838"/>
                </a:cubicBezTo>
                <a:cubicBezTo>
                  <a:pt x="240887" y="608838"/>
                  <a:pt x="242411" y="610457"/>
                  <a:pt x="244412" y="611219"/>
                </a:cubicBezTo>
                <a:cubicBezTo>
                  <a:pt x="245459" y="611600"/>
                  <a:pt x="246507" y="611886"/>
                  <a:pt x="247555" y="611886"/>
                </a:cubicBezTo>
                <a:cubicBezTo>
                  <a:pt x="248603" y="611886"/>
                  <a:pt x="249650" y="611696"/>
                  <a:pt x="250603" y="611315"/>
                </a:cubicBezTo>
                <a:cubicBezTo>
                  <a:pt x="252603" y="610457"/>
                  <a:pt x="254222" y="608933"/>
                  <a:pt x="254984" y="606933"/>
                </a:cubicBezTo>
                <a:cubicBezTo>
                  <a:pt x="255842" y="604933"/>
                  <a:pt x="255842" y="602742"/>
                  <a:pt x="254984" y="600742"/>
                </a:cubicBezTo>
                <a:cubicBezTo>
                  <a:pt x="254318" y="599027"/>
                  <a:pt x="252889" y="597694"/>
                  <a:pt x="251270" y="596741"/>
                </a:cubicBezTo>
                <a:cubicBezTo>
                  <a:pt x="251651" y="596456"/>
                  <a:pt x="251936" y="596170"/>
                  <a:pt x="251936" y="595598"/>
                </a:cubicBezTo>
                <a:cubicBezTo>
                  <a:pt x="251936" y="594646"/>
                  <a:pt x="251174" y="594170"/>
                  <a:pt x="249936" y="593979"/>
                </a:cubicBezTo>
                <a:cubicBezTo>
                  <a:pt x="251174" y="593693"/>
                  <a:pt x="251936" y="593312"/>
                  <a:pt x="251936" y="592360"/>
                </a:cubicBezTo>
                <a:cubicBezTo>
                  <a:pt x="251936" y="591407"/>
                  <a:pt x="251270" y="591026"/>
                  <a:pt x="250127" y="590741"/>
                </a:cubicBezTo>
                <a:cubicBezTo>
                  <a:pt x="251365" y="590455"/>
                  <a:pt x="251936" y="590074"/>
                  <a:pt x="251936" y="589121"/>
                </a:cubicBezTo>
                <a:cubicBezTo>
                  <a:pt x="251936" y="588169"/>
                  <a:pt x="251270" y="587788"/>
                  <a:pt x="250031" y="587502"/>
                </a:cubicBezTo>
                <a:cubicBezTo>
                  <a:pt x="251270" y="587216"/>
                  <a:pt x="251936" y="586835"/>
                  <a:pt x="251936" y="585883"/>
                </a:cubicBezTo>
                <a:cubicBezTo>
                  <a:pt x="251936" y="584930"/>
                  <a:pt x="251270" y="584549"/>
                  <a:pt x="250127" y="584264"/>
                </a:cubicBezTo>
                <a:cubicBezTo>
                  <a:pt x="251365" y="583978"/>
                  <a:pt x="251936" y="583597"/>
                  <a:pt x="251936" y="582644"/>
                </a:cubicBezTo>
                <a:cubicBezTo>
                  <a:pt x="251936" y="581692"/>
                  <a:pt x="251270" y="581311"/>
                  <a:pt x="250031" y="581025"/>
                </a:cubicBezTo>
                <a:cubicBezTo>
                  <a:pt x="251270" y="580739"/>
                  <a:pt x="251936" y="580358"/>
                  <a:pt x="251936" y="579406"/>
                </a:cubicBezTo>
                <a:cubicBezTo>
                  <a:pt x="251936" y="578453"/>
                  <a:pt x="251270" y="578072"/>
                  <a:pt x="250127" y="577787"/>
                </a:cubicBezTo>
                <a:cubicBezTo>
                  <a:pt x="251270" y="577501"/>
                  <a:pt x="251936" y="577120"/>
                  <a:pt x="251936" y="576167"/>
                </a:cubicBezTo>
                <a:cubicBezTo>
                  <a:pt x="251936" y="575215"/>
                  <a:pt x="251365" y="574834"/>
                  <a:pt x="250222" y="574548"/>
                </a:cubicBezTo>
                <a:cubicBezTo>
                  <a:pt x="251365" y="574262"/>
                  <a:pt x="251936" y="573881"/>
                  <a:pt x="251936" y="573024"/>
                </a:cubicBezTo>
                <a:cubicBezTo>
                  <a:pt x="251936" y="572167"/>
                  <a:pt x="251365" y="571691"/>
                  <a:pt x="250222" y="571500"/>
                </a:cubicBezTo>
                <a:cubicBezTo>
                  <a:pt x="251365" y="571214"/>
                  <a:pt x="251936" y="570833"/>
                  <a:pt x="251936" y="569976"/>
                </a:cubicBezTo>
                <a:cubicBezTo>
                  <a:pt x="251936" y="569119"/>
                  <a:pt x="251365" y="568643"/>
                  <a:pt x="250222" y="568452"/>
                </a:cubicBezTo>
                <a:cubicBezTo>
                  <a:pt x="251365" y="568166"/>
                  <a:pt x="251936" y="567785"/>
                  <a:pt x="251936" y="566928"/>
                </a:cubicBezTo>
                <a:cubicBezTo>
                  <a:pt x="251936" y="566071"/>
                  <a:pt x="251365" y="565595"/>
                  <a:pt x="250222" y="565309"/>
                </a:cubicBezTo>
                <a:cubicBezTo>
                  <a:pt x="251365" y="565023"/>
                  <a:pt x="251936" y="564642"/>
                  <a:pt x="251936" y="563690"/>
                </a:cubicBezTo>
                <a:cubicBezTo>
                  <a:pt x="251936" y="562737"/>
                  <a:pt x="251270" y="562356"/>
                  <a:pt x="250127" y="562070"/>
                </a:cubicBezTo>
                <a:cubicBezTo>
                  <a:pt x="251270" y="561785"/>
                  <a:pt x="251936" y="561404"/>
                  <a:pt x="251936" y="560451"/>
                </a:cubicBezTo>
                <a:cubicBezTo>
                  <a:pt x="251936" y="559499"/>
                  <a:pt x="251365" y="559118"/>
                  <a:pt x="250127" y="558832"/>
                </a:cubicBezTo>
                <a:cubicBezTo>
                  <a:pt x="251270" y="558546"/>
                  <a:pt x="251936" y="558165"/>
                  <a:pt x="251936" y="557213"/>
                </a:cubicBezTo>
                <a:cubicBezTo>
                  <a:pt x="251936" y="556260"/>
                  <a:pt x="251365" y="555879"/>
                  <a:pt x="250222" y="555593"/>
                </a:cubicBezTo>
                <a:cubicBezTo>
                  <a:pt x="251365" y="555308"/>
                  <a:pt x="251936" y="554927"/>
                  <a:pt x="251936" y="553974"/>
                </a:cubicBezTo>
                <a:cubicBezTo>
                  <a:pt x="251936" y="553022"/>
                  <a:pt x="251365" y="552641"/>
                  <a:pt x="250222" y="552355"/>
                </a:cubicBezTo>
                <a:cubicBezTo>
                  <a:pt x="251365" y="552069"/>
                  <a:pt x="251936" y="551688"/>
                  <a:pt x="251936" y="550736"/>
                </a:cubicBezTo>
                <a:cubicBezTo>
                  <a:pt x="251936" y="549783"/>
                  <a:pt x="251365" y="549402"/>
                  <a:pt x="250222" y="549212"/>
                </a:cubicBezTo>
                <a:cubicBezTo>
                  <a:pt x="251365" y="548926"/>
                  <a:pt x="251936" y="548545"/>
                  <a:pt x="251936" y="547592"/>
                </a:cubicBezTo>
                <a:cubicBezTo>
                  <a:pt x="251936" y="546640"/>
                  <a:pt x="251365" y="546259"/>
                  <a:pt x="250222" y="546068"/>
                </a:cubicBezTo>
                <a:cubicBezTo>
                  <a:pt x="251365" y="545783"/>
                  <a:pt x="251936" y="545402"/>
                  <a:pt x="251936" y="544544"/>
                </a:cubicBezTo>
                <a:cubicBezTo>
                  <a:pt x="251936" y="543687"/>
                  <a:pt x="251365" y="543211"/>
                  <a:pt x="250222" y="542925"/>
                </a:cubicBezTo>
                <a:cubicBezTo>
                  <a:pt x="251365" y="542639"/>
                  <a:pt x="251936" y="542258"/>
                  <a:pt x="251936" y="541306"/>
                </a:cubicBezTo>
                <a:cubicBezTo>
                  <a:pt x="251936" y="540353"/>
                  <a:pt x="251365" y="539972"/>
                  <a:pt x="250222" y="539687"/>
                </a:cubicBezTo>
                <a:cubicBezTo>
                  <a:pt x="251365" y="539401"/>
                  <a:pt x="251936" y="539020"/>
                  <a:pt x="251936" y="538067"/>
                </a:cubicBezTo>
                <a:cubicBezTo>
                  <a:pt x="251936" y="537115"/>
                  <a:pt x="251365" y="536734"/>
                  <a:pt x="250222" y="536448"/>
                </a:cubicBezTo>
                <a:cubicBezTo>
                  <a:pt x="251365" y="536162"/>
                  <a:pt x="251936" y="535781"/>
                  <a:pt x="251936" y="534829"/>
                </a:cubicBezTo>
                <a:cubicBezTo>
                  <a:pt x="251936" y="533876"/>
                  <a:pt x="251365" y="533495"/>
                  <a:pt x="250127" y="533210"/>
                </a:cubicBezTo>
                <a:cubicBezTo>
                  <a:pt x="251270" y="532924"/>
                  <a:pt x="251936" y="532543"/>
                  <a:pt x="251936" y="531590"/>
                </a:cubicBezTo>
                <a:cubicBezTo>
                  <a:pt x="251936" y="530638"/>
                  <a:pt x="251365" y="530257"/>
                  <a:pt x="250222" y="529971"/>
                </a:cubicBezTo>
                <a:cubicBezTo>
                  <a:pt x="251365" y="529685"/>
                  <a:pt x="251936" y="529304"/>
                  <a:pt x="251936" y="528352"/>
                </a:cubicBezTo>
                <a:cubicBezTo>
                  <a:pt x="251936" y="527399"/>
                  <a:pt x="251365" y="527018"/>
                  <a:pt x="250222" y="526828"/>
                </a:cubicBezTo>
                <a:cubicBezTo>
                  <a:pt x="251365" y="526542"/>
                  <a:pt x="251936" y="526161"/>
                  <a:pt x="251936" y="525304"/>
                </a:cubicBezTo>
                <a:cubicBezTo>
                  <a:pt x="251936" y="524447"/>
                  <a:pt x="251365" y="523970"/>
                  <a:pt x="250222" y="523780"/>
                </a:cubicBezTo>
                <a:cubicBezTo>
                  <a:pt x="251270" y="523494"/>
                  <a:pt x="251936" y="523113"/>
                  <a:pt x="251936" y="522256"/>
                </a:cubicBezTo>
                <a:cubicBezTo>
                  <a:pt x="251936" y="521399"/>
                  <a:pt x="251365" y="520922"/>
                  <a:pt x="250317" y="520732"/>
                </a:cubicBezTo>
                <a:cubicBezTo>
                  <a:pt x="251365" y="520446"/>
                  <a:pt x="251936" y="520065"/>
                  <a:pt x="251936" y="519208"/>
                </a:cubicBezTo>
                <a:cubicBezTo>
                  <a:pt x="251936" y="518351"/>
                  <a:pt x="251365" y="517970"/>
                  <a:pt x="250317" y="517684"/>
                </a:cubicBezTo>
                <a:cubicBezTo>
                  <a:pt x="251365" y="517398"/>
                  <a:pt x="251936" y="517017"/>
                  <a:pt x="251936" y="516160"/>
                </a:cubicBezTo>
                <a:cubicBezTo>
                  <a:pt x="251936" y="515303"/>
                  <a:pt x="251365" y="514922"/>
                  <a:pt x="250317" y="514636"/>
                </a:cubicBezTo>
                <a:cubicBezTo>
                  <a:pt x="251365" y="514350"/>
                  <a:pt x="251936" y="513969"/>
                  <a:pt x="251936" y="513112"/>
                </a:cubicBezTo>
                <a:cubicBezTo>
                  <a:pt x="251936" y="512255"/>
                  <a:pt x="251365" y="511874"/>
                  <a:pt x="250317" y="511588"/>
                </a:cubicBezTo>
                <a:cubicBezTo>
                  <a:pt x="251365" y="511302"/>
                  <a:pt x="251936" y="510921"/>
                  <a:pt x="251936" y="510064"/>
                </a:cubicBezTo>
                <a:cubicBezTo>
                  <a:pt x="251936" y="509207"/>
                  <a:pt x="251365" y="508826"/>
                  <a:pt x="250317" y="508540"/>
                </a:cubicBezTo>
                <a:cubicBezTo>
                  <a:pt x="251365" y="508254"/>
                  <a:pt x="251936" y="507873"/>
                  <a:pt x="251936" y="507016"/>
                </a:cubicBezTo>
                <a:cubicBezTo>
                  <a:pt x="251936" y="506159"/>
                  <a:pt x="251365" y="505778"/>
                  <a:pt x="250317" y="505492"/>
                </a:cubicBezTo>
                <a:cubicBezTo>
                  <a:pt x="251365" y="505206"/>
                  <a:pt x="251936" y="504825"/>
                  <a:pt x="251936" y="503968"/>
                </a:cubicBezTo>
                <a:cubicBezTo>
                  <a:pt x="251936" y="503111"/>
                  <a:pt x="251365" y="502730"/>
                  <a:pt x="250317" y="502444"/>
                </a:cubicBezTo>
                <a:cubicBezTo>
                  <a:pt x="251365" y="502158"/>
                  <a:pt x="251936" y="501777"/>
                  <a:pt x="251936" y="500920"/>
                </a:cubicBezTo>
                <a:cubicBezTo>
                  <a:pt x="251936" y="500063"/>
                  <a:pt x="251365" y="499682"/>
                  <a:pt x="250412" y="499396"/>
                </a:cubicBezTo>
                <a:cubicBezTo>
                  <a:pt x="251460" y="499110"/>
                  <a:pt x="251936" y="498729"/>
                  <a:pt x="251936" y="497872"/>
                </a:cubicBezTo>
                <a:cubicBezTo>
                  <a:pt x="251936" y="497014"/>
                  <a:pt x="251365" y="496634"/>
                  <a:pt x="250412" y="496348"/>
                </a:cubicBezTo>
                <a:cubicBezTo>
                  <a:pt x="251460" y="496062"/>
                  <a:pt x="251936" y="495681"/>
                  <a:pt x="251936" y="494824"/>
                </a:cubicBezTo>
                <a:cubicBezTo>
                  <a:pt x="251936" y="493967"/>
                  <a:pt x="251365" y="493586"/>
                  <a:pt x="250412" y="493300"/>
                </a:cubicBezTo>
                <a:cubicBezTo>
                  <a:pt x="251460" y="493014"/>
                  <a:pt x="251936" y="492633"/>
                  <a:pt x="251936" y="491776"/>
                </a:cubicBezTo>
                <a:cubicBezTo>
                  <a:pt x="251936" y="490919"/>
                  <a:pt x="251365" y="490538"/>
                  <a:pt x="250317" y="490252"/>
                </a:cubicBezTo>
                <a:cubicBezTo>
                  <a:pt x="251365" y="489966"/>
                  <a:pt x="251936" y="489585"/>
                  <a:pt x="251936" y="488728"/>
                </a:cubicBezTo>
                <a:cubicBezTo>
                  <a:pt x="251936" y="487871"/>
                  <a:pt x="251365" y="487489"/>
                  <a:pt x="250317" y="487204"/>
                </a:cubicBezTo>
                <a:cubicBezTo>
                  <a:pt x="250317" y="487204"/>
                  <a:pt x="250317" y="487204"/>
                  <a:pt x="250412" y="487204"/>
                </a:cubicBezTo>
                <a:cubicBezTo>
                  <a:pt x="250603" y="487204"/>
                  <a:pt x="250698" y="487013"/>
                  <a:pt x="250793" y="486918"/>
                </a:cubicBezTo>
                <a:cubicBezTo>
                  <a:pt x="251079" y="486823"/>
                  <a:pt x="251365" y="486632"/>
                  <a:pt x="251460" y="486442"/>
                </a:cubicBezTo>
                <a:cubicBezTo>
                  <a:pt x="254794" y="484346"/>
                  <a:pt x="256318" y="480251"/>
                  <a:pt x="254794" y="476536"/>
                </a:cubicBezTo>
                <a:cubicBezTo>
                  <a:pt x="253079" y="472345"/>
                  <a:pt x="248317" y="470345"/>
                  <a:pt x="244221" y="472059"/>
                </a:cubicBezTo>
                <a:cubicBezTo>
                  <a:pt x="240030" y="473774"/>
                  <a:pt x="238030" y="478536"/>
                  <a:pt x="239744" y="482727"/>
                </a:cubicBezTo>
                <a:cubicBezTo>
                  <a:pt x="240411" y="484346"/>
                  <a:pt x="241554" y="485489"/>
                  <a:pt x="242983" y="486442"/>
                </a:cubicBezTo>
                <a:cubicBezTo>
                  <a:pt x="242792" y="486632"/>
                  <a:pt x="242697" y="486918"/>
                  <a:pt x="242697" y="487204"/>
                </a:cubicBezTo>
                <a:cubicBezTo>
                  <a:pt x="242697" y="488061"/>
                  <a:pt x="243269" y="488442"/>
                  <a:pt x="244316" y="488728"/>
                </a:cubicBezTo>
                <a:cubicBezTo>
                  <a:pt x="243269" y="489014"/>
                  <a:pt x="242697" y="489395"/>
                  <a:pt x="242697" y="490252"/>
                </a:cubicBezTo>
                <a:cubicBezTo>
                  <a:pt x="242697" y="491109"/>
                  <a:pt x="243269" y="491490"/>
                  <a:pt x="244221" y="491776"/>
                </a:cubicBezTo>
                <a:cubicBezTo>
                  <a:pt x="243173" y="492062"/>
                  <a:pt x="242697" y="492443"/>
                  <a:pt x="242697" y="493300"/>
                </a:cubicBezTo>
                <a:cubicBezTo>
                  <a:pt x="242697" y="494157"/>
                  <a:pt x="243269" y="494538"/>
                  <a:pt x="244221" y="494824"/>
                </a:cubicBezTo>
                <a:cubicBezTo>
                  <a:pt x="243173" y="495110"/>
                  <a:pt x="242697" y="495490"/>
                  <a:pt x="242697" y="496348"/>
                </a:cubicBezTo>
                <a:cubicBezTo>
                  <a:pt x="242697" y="497205"/>
                  <a:pt x="243269" y="497586"/>
                  <a:pt x="244221" y="497872"/>
                </a:cubicBezTo>
                <a:cubicBezTo>
                  <a:pt x="243173" y="498158"/>
                  <a:pt x="242697" y="498539"/>
                  <a:pt x="242697" y="499396"/>
                </a:cubicBezTo>
                <a:cubicBezTo>
                  <a:pt x="242697" y="500253"/>
                  <a:pt x="243269" y="500634"/>
                  <a:pt x="244221" y="500920"/>
                </a:cubicBezTo>
                <a:cubicBezTo>
                  <a:pt x="243173" y="501206"/>
                  <a:pt x="242697" y="501587"/>
                  <a:pt x="242697" y="502444"/>
                </a:cubicBezTo>
                <a:cubicBezTo>
                  <a:pt x="242697" y="503301"/>
                  <a:pt x="243269" y="503682"/>
                  <a:pt x="244221" y="503968"/>
                </a:cubicBezTo>
                <a:cubicBezTo>
                  <a:pt x="243173" y="504254"/>
                  <a:pt x="242697" y="504635"/>
                  <a:pt x="242697" y="505492"/>
                </a:cubicBezTo>
                <a:cubicBezTo>
                  <a:pt x="242697" y="506349"/>
                  <a:pt x="243269" y="506730"/>
                  <a:pt x="244316" y="507016"/>
                </a:cubicBezTo>
                <a:cubicBezTo>
                  <a:pt x="243269" y="507302"/>
                  <a:pt x="242697" y="507683"/>
                  <a:pt x="242697" y="508540"/>
                </a:cubicBezTo>
                <a:cubicBezTo>
                  <a:pt x="242697" y="509397"/>
                  <a:pt x="243269" y="509778"/>
                  <a:pt x="244316" y="510064"/>
                </a:cubicBezTo>
                <a:cubicBezTo>
                  <a:pt x="243269" y="510350"/>
                  <a:pt x="242697" y="510731"/>
                  <a:pt x="242697" y="511588"/>
                </a:cubicBezTo>
                <a:cubicBezTo>
                  <a:pt x="242697" y="512445"/>
                  <a:pt x="243269" y="512826"/>
                  <a:pt x="244316" y="513112"/>
                </a:cubicBezTo>
                <a:cubicBezTo>
                  <a:pt x="243269" y="513398"/>
                  <a:pt x="242697" y="513779"/>
                  <a:pt x="242697" y="514636"/>
                </a:cubicBezTo>
                <a:cubicBezTo>
                  <a:pt x="242697" y="515493"/>
                  <a:pt x="243269" y="515874"/>
                  <a:pt x="244316" y="516160"/>
                </a:cubicBezTo>
                <a:cubicBezTo>
                  <a:pt x="243269" y="516446"/>
                  <a:pt x="242697" y="516827"/>
                  <a:pt x="242697" y="517684"/>
                </a:cubicBezTo>
                <a:cubicBezTo>
                  <a:pt x="242697" y="518541"/>
                  <a:pt x="243269" y="518922"/>
                  <a:pt x="244316" y="519208"/>
                </a:cubicBezTo>
                <a:cubicBezTo>
                  <a:pt x="243269" y="519494"/>
                  <a:pt x="242697" y="519875"/>
                  <a:pt x="242697" y="520732"/>
                </a:cubicBezTo>
                <a:cubicBezTo>
                  <a:pt x="242697" y="521589"/>
                  <a:pt x="243269" y="522065"/>
                  <a:pt x="244316" y="522256"/>
                </a:cubicBezTo>
                <a:cubicBezTo>
                  <a:pt x="243269" y="522542"/>
                  <a:pt x="242697" y="522923"/>
                  <a:pt x="242697" y="523780"/>
                </a:cubicBezTo>
                <a:cubicBezTo>
                  <a:pt x="242697" y="524637"/>
                  <a:pt x="243269" y="525113"/>
                  <a:pt x="244412" y="525304"/>
                </a:cubicBezTo>
                <a:cubicBezTo>
                  <a:pt x="243269" y="525590"/>
                  <a:pt x="242697" y="525971"/>
                  <a:pt x="242697" y="526828"/>
                </a:cubicBezTo>
                <a:cubicBezTo>
                  <a:pt x="242697" y="527685"/>
                  <a:pt x="243269" y="528161"/>
                  <a:pt x="244412" y="528352"/>
                </a:cubicBezTo>
                <a:cubicBezTo>
                  <a:pt x="243269" y="528638"/>
                  <a:pt x="242697" y="529019"/>
                  <a:pt x="242697" y="529971"/>
                </a:cubicBezTo>
                <a:cubicBezTo>
                  <a:pt x="242697" y="530924"/>
                  <a:pt x="243269" y="531305"/>
                  <a:pt x="244412" y="531590"/>
                </a:cubicBezTo>
                <a:cubicBezTo>
                  <a:pt x="243269" y="531876"/>
                  <a:pt x="242697" y="532257"/>
                  <a:pt x="242697" y="533210"/>
                </a:cubicBezTo>
                <a:cubicBezTo>
                  <a:pt x="242697" y="534162"/>
                  <a:pt x="243269" y="534543"/>
                  <a:pt x="244507" y="534829"/>
                </a:cubicBezTo>
                <a:cubicBezTo>
                  <a:pt x="243364" y="535115"/>
                  <a:pt x="242697" y="535496"/>
                  <a:pt x="242697" y="536448"/>
                </a:cubicBezTo>
                <a:cubicBezTo>
                  <a:pt x="242697" y="537401"/>
                  <a:pt x="243269" y="537782"/>
                  <a:pt x="244412" y="538067"/>
                </a:cubicBezTo>
                <a:cubicBezTo>
                  <a:pt x="243269" y="538353"/>
                  <a:pt x="242697" y="538734"/>
                  <a:pt x="242697" y="539687"/>
                </a:cubicBezTo>
                <a:cubicBezTo>
                  <a:pt x="242697" y="540639"/>
                  <a:pt x="243269" y="541020"/>
                  <a:pt x="244412" y="541306"/>
                </a:cubicBezTo>
                <a:cubicBezTo>
                  <a:pt x="243269" y="541592"/>
                  <a:pt x="242697" y="541973"/>
                  <a:pt x="242697" y="542925"/>
                </a:cubicBezTo>
                <a:cubicBezTo>
                  <a:pt x="242697" y="543878"/>
                  <a:pt x="243269" y="544259"/>
                  <a:pt x="244412" y="544544"/>
                </a:cubicBezTo>
                <a:cubicBezTo>
                  <a:pt x="243269" y="544830"/>
                  <a:pt x="242697" y="545211"/>
                  <a:pt x="242697" y="546068"/>
                </a:cubicBezTo>
                <a:cubicBezTo>
                  <a:pt x="242697" y="546926"/>
                  <a:pt x="243269" y="547402"/>
                  <a:pt x="244412" y="547592"/>
                </a:cubicBezTo>
                <a:cubicBezTo>
                  <a:pt x="243269" y="547878"/>
                  <a:pt x="242697" y="548259"/>
                  <a:pt x="242697" y="549212"/>
                </a:cubicBezTo>
                <a:cubicBezTo>
                  <a:pt x="242697" y="550164"/>
                  <a:pt x="243269" y="550545"/>
                  <a:pt x="244412" y="550736"/>
                </a:cubicBezTo>
                <a:cubicBezTo>
                  <a:pt x="243269" y="551021"/>
                  <a:pt x="242697" y="551402"/>
                  <a:pt x="242697" y="552355"/>
                </a:cubicBezTo>
                <a:cubicBezTo>
                  <a:pt x="242697" y="553307"/>
                  <a:pt x="243269" y="553688"/>
                  <a:pt x="244412" y="553974"/>
                </a:cubicBezTo>
                <a:cubicBezTo>
                  <a:pt x="243269" y="554260"/>
                  <a:pt x="242697" y="554641"/>
                  <a:pt x="242697" y="555593"/>
                </a:cubicBezTo>
                <a:cubicBezTo>
                  <a:pt x="242697" y="556546"/>
                  <a:pt x="243269" y="556927"/>
                  <a:pt x="244412" y="557213"/>
                </a:cubicBezTo>
                <a:cubicBezTo>
                  <a:pt x="243269" y="557498"/>
                  <a:pt x="242697" y="557879"/>
                  <a:pt x="242697" y="558832"/>
                </a:cubicBezTo>
                <a:cubicBezTo>
                  <a:pt x="242697" y="559784"/>
                  <a:pt x="243364" y="560165"/>
                  <a:pt x="244507" y="560451"/>
                </a:cubicBezTo>
                <a:cubicBezTo>
                  <a:pt x="243364" y="560737"/>
                  <a:pt x="242697" y="561118"/>
                  <a:pt x="242697" y="562070"/>
                </a:cubicBezTo>
                <a:cubicBezTo>
                  <a:pt x="242697" y="563023"/>
                  <a:pt x="243269" y="563404"/>
                  <a:pt x="244507" y="563690"/>
                </a:cubicBezTo>
                <a:cubicBezTo>
                  <a:pt x="243364" y="563975"/>
                  <a:pt x="242697" y="564356"/>
                  <a:pt x="242697" y="565309"/>
                </a:cubicBezTo>
                <a:cubicBezTo>
                  <a:pt x="242697" y="566261"/>
                  <a:pt x="243269" y="566642"/>
                  <a:pt x="244412" y="566928"/>
                </a:cubicBezTo>
                <a:cubicBezTo>
                  <a:pt x="243269" y="567214"/>
                  <a:pt x="242697" y="567595"/>
                  <a:pt x="242697" y="568452"/>
                </a:cubicBezTo>
                <a:cubicBezTo>
                  <a:pt x="242697" y="569309"/>
                  <a:pt x="243269" y="569786"/>
                  <a:pt x="244412" y="569976"/>
                </a:cubicBezTo>
                <a:cubicBezTo>
                  <a:pt x="243269" y="570262"/>
                  <a:pt x="242697" y="570643"/>
                  <a:pt x="242697" y="571500"/>
                </a:cubicBezTo>
                <a:cubicBezTo>
                  <a:pt x="242697" y="572357"/>
                  <a:pt x="243269" y="572834"/>
                  <a:pt x="244412" y="573024"/>
                </a:cubicBezTo>
                <a:cubicBezTo>
                  <a:pt x="243269" y="573310"/>
                  <a:pt x="242697" y="573691"/>
                  <a:pt x="242697" y="574548"/>
                </a:cubicBezTo>
                <a:cubicBezTo>
                  <a:pt x="242697" y="575405"/>
                  <a:pt x="243269" y="575882"/>
                  <a:pt x="244412" y="576167"/>
                </a:cubicBezTo>
                <a:cubicBezTo>
                  <a:pt x="243269" y="576453"/>
                  <a:pt x="242697" y="576834"/>
                  <a:pt x="242697" y="577787"/>
                </a:cubicBezTo>
                <a:cubicBezTo>
                  <a:pt x="242697" y="578739"/>
                  <a:pt x="243364" y="579120"/>
                  <a:pt x="244602" y="579406"/>
                </a:cubicBezTo>
                <a:cubicBezTo>
                  <a:pt x="243364" y="579692"/>
                  <a:pt x="242697" y="580073"/>
                  <a:pt x="242697" y="581025"/>
                </a:cubicBezTo>
                <a:cubicBezTo>
                  <a:pt x="242697" y="581978"/>
                  <a:pt x="243364" y="582359"/>
                  <a:pt x="244507" y="582644"/>
                </a:cubicBezTo>
                <a:cubicBezTo>
                  <a:pt x="243269" y="582930"/>
                  <a:pt x="242697" y="583311"/>
                  <a:pt x="242697" y="584264"/>
                </a:cubicBezTo>
                <a:cubicBezTo>
                  <a:pt x="242697" y="585216"/>
                  <a:pt x="243364" y="585597"/>
                  <a:pt x="244602" y="585883"/>
                </a:cubicBezTo>
                <a:cubicBezTo>
                  <a:pt x="243364" y="586169"/>
                  <a:pt x="242697" y="586550"/>
                  <a:pt x="242697" y="587502"/>
                </a:cubicBezTo>
                <a:cubicBezTo>
                  <a:pt x="242697" y="588455"/>
                  <a:pt x="243364" y="588836"/>
                  <a:pt x="244602" y="589121"/>
                </a:cubicBezTo>
                <a:cubicBezTo>
                  <a:pt x="243364" y="589407"/>
                  <a:pt x="242697" y="589788"/>
                  <a:pt x="242697" y="590741"/>
                </a:cubicBezTo>
                <a:cubicBezTo>
                  <a:pt x="242697" y="591693"/>
                  <a:pt x="243364" y="592074"/>
                  <a:pt x="244602" y="592360"/>
                </a:cubicBezTo>
                <a:cubicBezTo>
                  <a:pt x="243364" y="592646"/>
                  <a:pt x="242697" y="593027"/>
                  <a:pt x="242697" y="593979"/>
                </a:cubicBezTo>
                <a:cubicBezTo>
                  <a:pt x="242697" y="594932"/>
                  <a:pt x="243459" y="595408"/>
                  <a:pt x="244697" y="595598"/>
                </a:cubicBezTo>
                <a:cubicBezTo>
                  <a:pt x="243459" y="595884"/>
                  <a:pt x="242792" y="596265"/>
                  <a:pt x="242697" y="597122"/>
                </a:cubicBezTo>
                <a:close/>
                <a:moveTo>
                  <a:pt x="242221" y="482060"/>
                </a:moveTo>
                <a:cubicBezTo>
                  <a:pt x="240983" y="479108"/>
                  <a:pt x="242411" y="475774"/>
                  <a:pt x="245364" y="474536"/>
                </a:cubicBezTo>
                <a:cubicBezTo>
                  <a:pt x="246031" y="474250"/>
                  <a:pt x="246793" y="474059"/>
                  <a:pt x="247555" y="474059"/>
                </a:cubicBezTo>
                <a:cubicBezTo>
                  <a:pt x="248317" y="474059"/>
                  <a:pt x="249079" y="474250"/>
                  <a:pt x="249745" y="474536"/>
                </a:cubicBezTo>
                <a:cubicBezTo>
                  <a:pt x="251174" y="475107"/>
                  <a:pt x="252222" y="476250"/>
                  <a:pt x="252889" y="477679"/>
                </a:cubicBezTo>
                <a:cubicBezTo>
                  <a:pt x="254032" y="480536"/>
                  <a:pt x="252698" y="483775"/>
                  <a:pt x="249936" y="485013"/>
                </a:cubicBezTo>
                <a:cubicBezTo>
                  <a:pt x="249460" y="485204"/>
                  <a:pt x="248222" y="485299"/>
                  <a:pt x="247364" y="485394"/>
                </a:cubicBezTo>
                <a:cubicBezTo>
                  <a:pt x="247174" y="485394"/>
                  <a:pt x="247079" y="485394"/>
                  <a:pt x="246888" y="485394"/>
                </a:cubicBezTo>
                <a:cubicBezTo>
                  <a:pt x="246317" y="485394"/>
                  <a:pt x="245840" y="485299"/>
                  <a:pt x="245269" y="485108"/>
                </a:cubicBezTo>
                <a:cubicBezTo>
                  <a:pt x="243840" y="484537"/>
                  <a:pt x="242792" y="483394"/>
                  <a:pt x="242126" y="481965"/>
                </a:cubicBezTo>
                <a:close/>
                <a:moveTo>
                  <a:pt x="245364" y="598456"/>
                </a:moveTo>
                <a:cubicBezTo>
                  <a:pt x="246031" y="598170"/>
                  <a:pt x="246793" y="597980"/>
                  <a:pt x="247555" y="597980"/>
                </a:cubicBezTo>
                <a:cubicBezTo>
                  <a:pt x="248317" y="597980"/>
                  <a:pt x="249079" y="598170"/>
                  <a:pt x="249745" y="598456"/>
                </a:cubicBezTo>
                <a:cubicBezTo>
                  <a:pt x="251174" y="599027"/>
                  <a:pt x="252222" y="600170"/>
                  <a:pt x="252889" y="601599"/>
                </a:cubicBezTo>
                <a:cubicBezTo>
                  <a:pt x="253460" y="603028"/>
                  <a:pt x="253460" y="604552"/>
                  <a:pt x="252889" y="605981"/>
                </a:cubicBezTo>
                <a:cubicBezTo>
                  <a:pt x="252317" y="607409"/>
                  <a:pt x="251174" y="608457"/>
                  <a:pt x="249745" y="609124"/>
                </a:cubicBezTo>
                <a:cubicBezTo>
                  <a:pt x="248317" y="609695"/>
                  <a:pt x="246793" y="609695"/>
                  <a:pt x="245364" y="609124"/>
                </a:cubicBezTo>
                <a:cubicBezTo>
                  <a:pt x="243935" y="608552"/>
                  <a:pt x="242888" y="607409"/>
                  <a:pt x="242221" y="605981"/>
                </a:cubicBezTo>
                <a:cubicBezTo>
                  <a:pt x="241649" y="604552"/>
                  <a:pt x="241649" y="603028"/>
                  <a:pt x="242221" y="601599"/>
                </a:cubicBezTo>
                <a:cubicBezTo>
                  <a:pt x="242792" y="600170"/>
                  <a:pt x="243935" y="599123"/>
                  <a:pt x="245364" y="598456"/>
                </a:cubicBezTo>
                <a:close/>
                <a:moveTo>
                  <a:pt x="892207" y="2597849"/>
                </a:moveTo>
                <a:cubicBezTo>
                  <a:pt x="885730" y="2595182"/>
                  <a:pt x="878300" y="2598325"/>
                  <a:pt x="875633" y="2604802"/>
                </a:cubicBezTo>
                <a:cubicBezTo>
                  <a:pt x="874300" y="2607945"/>
                  <a:pt x="874395" y="2611374"/>
                  <a:pt x="875633" y="2614517"/>
                </a:cubicBezTo>
                <a:cubicBezTo>
                  <a:pt x="876967" y="2617661"/>
                  <a:pt x="879443" y="2620042"/>
                  <a:pt x="882587" y="2621375"/>
                </a:cubicBezTo>
                <a:cubicBezTo>
                  <a:pt x="884111" y="2622042"/>
                  <a:pt x="885730" y="2622328"/>
                  <a:pt x="887349" y="2622328"/>
                </a:cubicBezTo>
                <a:cubicBezTo>
                  <a:pt x="890207" y="2622328"/>
                  <a:pt x="892969" y="2621280"/>
                  <a:pt x="895160" y="2619470"/>
                </a:cubicBezTo>
                <a:lnTo>
                  <a:pt x="952500" y="2684907"/>
                </a:lnTo>
                <a:lnTo>
                  <a:pt x="952500" y="2692622"/>
                </a:lnTo>
                <a:cubicBezTo>
                  <a:pt x="951643" y="2692813"/>
                  <a:pt x="950786" y="2692813"/>
                  <a:pt x="949928" y="2693099"/>
                </a:cubicBezTo>
                <a:cubicBezTo>
                  <a:pt x="946785" y="2694432"/>
                  <a:pt x="944404" y="2696909"/>
                  <a:pt x="943070" y="2700052"/>
                </a:cubicBezTo>
                <a:cubicBezTo>
                  <a:pt x="940403" y="2706529"/>
                  <a:pt x="943547" y="2713959"/>
                  <a:pt x="950024" y="2716625"/>
                </a:cubicBezTo>
                <a:cubicBezTo>
                  <a:pt x="951548" y="2717292"/>
                  <a:pt x="953167" y="2717578"/>
                  <a:pt x="954786" y="2717578"/>
                </a:cubicBezTo>
                <a:cubicBezTo>
                  <a:pt x="956405" y="2717578"/>
                  <a:pt x="958120" y="2717197"/>
                  <a:pt x="959739" y="2716625"/>
                </a:cubicBezTo>
                <a:cubicBezTo>
                  <a:pt x="962882" y="2715292"/>
                  <a:pt x="965264" y="2712815"/>
                  <a:pt x="966597" y="2709672"/>
                </a:cubicBezTo>
                <a:cubicBezTo>
                  <a:pt x="967835" y="2706529"/>
                  <a:pt x="967835" y="2703100"/>
                  <a:pt x="966597" y="2699957"/>
                </a:cubicBezTo>
                <a:cubicBezTo>
                  <a:pt x="965264" y="2696813"/>
                  <a:pt x="962787" y="2694337"/>
                  <a:pt x="959644" y="2693099"/>
                </a:cubicBezTo>
                <a:cubicBezTo>
                  <a:pt x="958882" y="2692813"/>
                  <a:pt x="958025" y="2692813"/>
                  <a:pt x="957263" y="2692622"/>
                </a:cubicBezTo>
                <a:lnTo>
                  <a:pt x="957263" y="2683193"/>
                </a:lnTo>
                <a:lnTo>
                  <a:pt x="898303" y="2615851"/>
                </a:lnTo>
                <a:cubicBezTo>
                  <a:pt x="898303" y="2615851"/>
                  <a:pt x="898970" y="2614994"/>
                  <a:pt x="899160" y="2614422"/>
                </a:cubicBezTo>
                <a:cubicBezTo>
                  <a:pt x="901827" y="2607945"/>
                  <a:pt x="898684" y="2600516"/>
                  <a:pt x="892207" y="2597849"/>
                </a:cubicBezTo>
                <a:close/>
                <a:moveTo>
                  <a:pt x="894779" y="2612708"/>
                </a:moveTo>
                <a:cubicBezTo>
                  <a:pt x="893159" y="2616803"/>
                  <a:pt x="888397" y="2618709"/>
                  <a:pt x="884396" y="2617089"/>
                </a:cubicBezTo>
                <a:cubicBezTo>
                  <a:pt x="882396" y="2616327"/>
                  <a:pt x="880872" y="2614803"/>
                  <a:pt x="880110" y="2612803"/>
                </a:cubicBezTo>
                <a:cubicBezTo>
                  <a:pt x="879253" y="2610803"/>
                  <a:pt x="879253" y="2608707"/>
                  <a:pt x="880110" y="2606707"/>
                </a:cubicBezTo>
                <a:cubicBezTo>
                  <a:pt x="881348" y="2603659"/>
                  <a:pt x="884396" y="2601754"/>
                  <a:pt x="887444" y="2601754"/>
                </a:cubicBezTo>
                <a:cubicBezTo>
                  <a:pt x="888397" y="2601754"/>
                  <a:pt x="889445" y="2601944"/>
                  <a:pt x="890397" y="2602325"/>
                </a:cubicBezTo>
                <a:cubicBezTo>
                  <a:pt x="894493" y="2603945"/>
                  <a:pt x="896398" y="2608612"/>
                  <a:pt x="894779" y="2612708"/>
                </a:cubicBezTo>
                <a:close/>
                <a:moveTo>
                  <a:pt x="954977" y="2697004"/>
                </a:moveTo>
                <a:cubicBezTo>
                  <a:pt x="955929" y="2697004"/>
                  <a:pt x="956977" y="2697194"/>
                  <a:pt x="957929" y="2697575"/>
                </a:cubicBezTo>
                <a:cubicBezTo>
                  <a:pt x="959929" y="2698337"/>
                  <a:pt x="961454" y="2699861"/>
                  <a:pt x="962216" y="2701862"/>
                </a:cubicBezTo>
                <a:cubicBezTo>
                  <a:pt x="963073" y="2703862"/>
                  <a:pt x="963073" y="2705957"/>
                  <a:pt x="962216" y="2707958"/>
                </a:cubicBezTo>
                <a:cubicBezTo>
                  <a:pt x="961454" y="2709958"/>
                  <a:pt x="959929" y="2711482"/>
                  <a:pt x="957929" y="2712339"/>
                </a:cubicBezTo>
                <a:cubicBezTo>
                  <a:pt x="955929" y="2713196"/>
                  <a:pt x="953834" y="2713196"/>
                  <a:pt x="951833" y="2712339"/>
                </a:cubicBezTo>
                <a:cubicBezTo>
                  <a:pt x="947738" y="2710720"/>
                  <a:pt x="945833" y="2706053"/>
                  <a:pt x="947452" y="2701957"/>
                </a:cubicBezTo>
                <a:cubicBezTo>
                  <a:pt x="948214" y="2699957"/>
                  <a:pt x="949738" y="2698433"/>
                  <a:pt x="951738" y="2697671"/>
                </a:cubicBezTo>
                <a:cubicBezTo>
                  <a:pt x="952691" y="2697290"/>
                  <a:pt x="953643" y="2697099"/>
                  <a:pt x="954691" y="2697099"/>
                </a:cubicBezTo>
                <a:lnTo>
                  <a:pt x="954881" y="2697099"/>
                </a:lnTo>
                <a:close/>
                <a:moveTo>
                  <a:pt x="762000" y="561118"/>
                </a:moveTo>
                <a:cubicBezTo>
                  <a:pt x="760286" y="559594"/>
                  <a:pt x="758000" y="558546"/>
                  <a:pt x="755523" y="558546"/>
                </a:cubicBezTo>
                <a:cubicBezTo>
                  <a:pt x="750094" y="558546"/>
                  <a:pt x="745712" y="562928"/>
                  <a:pt x="745712" y="568357"/>
                </a:cubicBezTo>
                <a:cubicBezTo>
                  <a:pt x="745712" y="573786"/>
                  <a:pt x="750094" y="578072"/>
                  <a:pt x="755523" y="578072"/>
                </a:cubicBezTo>
                <a:cubicBezTo>
                  <a:pt x="760952" y="578072"/>
                  <a:pt x="765239" y="573691"/>
                  <a:pt x="765239" y="568357"/>
                </a:cubicBezTo>
                <a:cubicBezTo>
                  <a:pt x="765239" y="567214"/>
                  <a:pt x="764953" y="566166"/>
                  <a:pt x="764572" y="565118"/>
                </a:cubicBezTo>
                <a:lnTo>
                  <a:pt x="794290" y="540353"/>
                </a:lnTo>
                <a:lnTo>
                  <a:pt x="899255" y="541020"/>
                </a:lnTo>
                <a:lnTo>
                  <a:pt x="931259" y="512636"/>
                </a:lnTo>
                <a:cubicBezTo>
                  <a:pt x="932307" y="513017"/>
                  <a:pt x="933450" y="513302"/>
                  <a:pt x="934688" y="513302"/>
                </a:cubicBezTo>
                <a:cubicBezTo>
                  <a:pt x="940118" y="513302"/>
                  <a:pt x="944499" y="508921"/>
                  <a:pt x="944499" y="503492"/>
                </a:cubicBezTo>
                <a:cubicBezTo>
                  <a:pt x="944499" y="498062"/>
                  <a:pt x="940118" y="493681"/>
                  <a:pt x="934688" y="493681"/>
                </a:cubicBezTo>
                <a:cubicBezTo>
                  <a:pt x="929259" y="493681"/>
                  <a:pt x="924877" y="498062"/>
                  <a:pt x="924877" y="503492"/>
                </a:cubicBezTo>
                <a:cubicBezTo>
                  <a:pt x="924877" y="505873"/>
                  <a:pt x="925830" y="507968"/>
                  <a:pt x="927259" y="509683"/>
                </a:cubicBezTo>
                <a:lnTo>
                  <a:pt x="897446" y="536162"/>
                </a:lnTo>
                <a:lnTo>
                  <a:pt x="792575" y="535496"/>
                </a:lnTo>
                <a:lnTo>
                  <a:pt x="761905" y="561023"/>
                </a:lnTo>
                <a:close/>
                <a:moveTo>
                  <a:pt x="755618" y="573310"/>
                </a:moveTo>
                <a:cubicBezTo>
                  <a:pt x="752856" y="573310"/>
                  <a:pt x="750570" y="571024"/>
                  <a:pt x="750570" y="568357"/>
                </a:cubicBezTo>
                <a:cubicBezTo>
                  <a:pt x="750570" y="565690"/>
                  <a:pt x="752856" y="563309"/>
                  <a:pt x="755618" y="563309"/>
                </a:cubicBezTo>
                <a:cubicBezTo>
                  <a:pt x="758381" y="563309"/>
                  <a:pt x="760571" y="565595"/>
                  <a:pt x="760571" y="568357"/>
                </a:cubicBezTo>
                <a:cubicBezTo>
                  <a:pt x="760571" y="571119"/>
                  <a:pt x="758285" y="573310"/>
                  <a:pt x="755618" y="573310"/>
                </a:cubicBezTo>
                <a:close/>
                <a:moveTo>
                  <a:pt x="934879" y="498634"/>
                </a:moveTo>
                <a:cubicBezTo>
                  <a:pt x="937641" y="498634"/>
                  <a:pt x="939927" y="500920"/>
                  <a:pt x="939927" y="503682"/>
                </a:cubicBezTo>
                <a:cubicBezTo>
                  <a:pt x="939927" y="506444"/>
                  <a:pt x="937641" y="508730"/>
                  <a:pt x="934879" y="508730"/>
                </a:cubicBezTo>
                <a:cubicBezTo>
                  <a:pt x="932117" y="508730"/>
                  <a:pt x="929831" y="506444"/>
                  <a:pt x="929831" y="503682"/>
                </a:cubicBezTo>
                <a:cubicBezTo>
                  <a:pt x="929831" y="500920"/>
                  <a:pt x="932117" y="498634"/>
                  <a:pt x="934879" y="498634"/>
                </a:cubicBezTo>
                <a:close/>
                <a:moveTo>
                  <a:pt x="1882426" y="4244054"/>
                </a:moveTo>
                <a:lnTo>
                  <a:pt x="1896523" y="4244054"/>
                </a:lnTo>
                <a:cubicBezTo>
                  <a:pt x="1898999" y="4244054"/>
                  <a:pt x="1901095" y="4242054"/>
                  <a:pt x="1901095" y="4239482"/>
                </a:cubicBezTo>
                <a:lnTo>
                  <a:pt x="1901095" y="4225386"/>
                </a:lnTo>
                <a:cubicBezTo>
                  <a:pt x="1901095" y="4222909"/>
                  <a:pt x="1899095" y="4220813"/>
                  <a:pt x="1896523" y="4220813"/>
                </a:cubicBezTo>
                <a:lnTo>
                  <a:pt x="1882426" y="4220813"/>
                </a:lnTo>
                <a:cubicBezTo>
                  <a:pt x="1879949" y="4220813"/>
                  <a:pt x="1877854" y="4222814"/>
                  <a:pt x="1877854" y="4225386"/>
                </a:cubicBezTo>
                <a:lnTo>
                  <a:pt x="1877854" y="4239482"/>
                </a:lnTo>
                <a:cubicBezTo>
                  <a:pt x="1877854" y="4241959"/>
                  <a:pt x="1879854" y="4244054"/>
                  <a:pt x="1882426" y="4244054"/>
                </a:cubicBezTo>
                <a:close/>
                <a:moveTo>
                  <a:pt x="1881188" y="4225386"/>
                </a:moveTo>
                <a:cubicBezTo>
                  <a:pt x="1881188" y="4224719"/>
                  <a:pt x="1881759" y="4224147"/>
                  <a:pt x="1882426" y="4224147"/>
                </a:cubicBezTo>
                <a:lnTo>
                  <a:pt x="1896523" y="4224147"/>
                </a:lnTo>
                <a:cubicBezTo>
                  <a:pt x="1897190" y="4224147"/>
                  <a:pt x="1897761" y="4224719"/>
                  <a:pt x="1897761" y="4225386"/>
                </a:cubicBezTo>
                <a:lnTo>
                  <a:pt x="1897761" y="4239482"/>
                </a:lnTo>
                <a:cubicBezTo>
                  <a:pt x="1897761" y="4240149"/>
                  <a:pt x="1897190" y="4240721"/>
                  <a:pt x="1896523" y="4240721"/>
                </a:cubicBezTo>
                <a:lnTo>
                  <a:pt x="1882426" y="4240721"/>
                </a:lnTo>
                <a:cubicBezTo>
                  <a:pt x="1881759" y="4240721"/>
                  <a:pt x="1881188" y="4240149"/>
                  <a:pt x="1881188" y="4239482"/>
                </a:cubicBezTo>
                <a:lnTo>
                  <a:pt x="1881188" y="4225386"/>
                </a:lnTo>
                <a:close/>
                <a:moveTo>
                  <a:pt x="217932" y="1900047"/>
                </a:moveTo>
                <a:lnTo>
                  <a:pt x="363760" y="1900047"/>
                </a:lnTo>
                <a:lnTo>
                  <a:pt x="377095" y="1886998"/>
                </a:lnTo>
                <a:cubicBezTo>
                  <a:pt x="379381" y="1888712"/>
                  <a:pt x="382143" y="1889855"/>
                  <a:pt x="385286" y="1889855"/>
                </a:cubicBezTo>
                <a:cubicBezTo>
                  <a:pt x="392716" y="1889855"/>
                  <a:pt x="398717" y="1883855"/>
                  <a:pt x="398717" y="1876425"/>
                </a:cubicBezTo>
                <a:cubicBezTo>
                  <a:pt x="398717" y="1868996"/>
                  <a:pt x="392716" y="1862995"/>
                  <a:pt x="385286" y="1862995"/>
                </a:cubicBezTo>
                <a:cubicBezTo>
                  <a:pt x="377857" y="1862995"/>
                  <a:pt x="371856" y="1868996"/>
                  <a:pt x="371856" y="1876425"/>
                </a:cubicBezTo>
                <a:cubicBezTo>
                  <a:pt x="371856" y="1879092"/>
                  <a:pt x="372618" y="1881473"/>
                  <a:pt x="373952" y="1883569"/>
                </a:cubicBezTo>
                <a:lnTo>
                  <a:pt x="361855" y="1895380"/>
                </a:lnTo>
                <a:lnTo>
                  <a:pt x="216122" y="1895380"/>
                </a:lnTo>
                <a:lnTo>
                  <a:pt x="184976" y="1924336"/>
                </a:lnTo>
                <a:lnTo>
                  <a:pt x="95" y="1924336"/>
                </a:lnTo>
                <a:lnTo>
                  <a:pt x="95" y="1929098"/>
                </a:lnTo>
                <a:lnTo>
                  <a:pt x="186785" y="1929098"/>
                </a:lnTo>
                <a:lnTo>
                  <a:pt x="217932" y="1900142"/>
                </a:lnTo>
                <a:close/>
                <a:moveTo>
                  <a:pt x="385286" y="1867662"/>
                </a:moveTo>
                <a:cubicBezTo>
                  <a:pt x="390049" y="1867662"/>
                  <a:pt x="393954" y="1871567"/>
                  <a:pt x="393954" y="1876330"/>
                </a:cubicBezTo>
                <a:cubicBezTo>
                  <a:pt x="393954" y="1881092"/>
                  <a:pt x="390049" y="1884998"/>
                  <a:pt x="385286" y="1884998"/>
                </a:cubicBezTo>
                <a:cubicBezTo>
                  <a:pt x="380524" y="1884998"/>
                  <a:pt x="376619" y="1881092"/>
                  <a:pt x="376619" y="1876330"/>
                </a:cubicBezTo>
                <a:cubicBezTo>
                  <a:pt x="376619" y="1871567"/>
                  <a:pt x="380524" y="1867662"/>
                  <a:pt x="385286" y="1867662"/>
                </a:cubicBezTo>
                <a:close/>
                <a:moveTo>
                  <a:pt x="1610773" y="747141"/>
                </a:moveTo>
                <a:lnTo>
                  <a:pt x="1605915" y="747141"/>
                </a:lnTo>
                <a:cubicBezTo>
                  <a:pt x="1602200" y="747141"/>
                  <a:pt x="1599057" y="750189"/>
                  <a:pt x="1599057" y="753999"/>
                </a:cubicBezTo>
                <a:lnTo>
                  <a:pt x="1599057" y="768382"/>
                </a:lnTo>
                <a:cubicBezTo>
                  <a:pt x="1599057" y="772097"/>
                  <a:pt x="1602105" y="775240"/>
                  <a:pt x="1605915" y="775240"/>
                </a:cubicBezTo>
                <a:lnTo>
                  <a:pt x="1620298" y="775240"/>
                </a:lnTo>
                <a:cubicBezTo>
                  <a:pt x="1621536" y="775240"/>
                  <a:pt x="1622584" y="774859"/>
                  <a:pt x="1623632" y="774287"/>
                </a:cubicBezTo>
                <a:lnTo>
                  <a:pt x="1664208" y="810387"/>
                </a:lnTo>
                <a:lnTo>
                  <a:pt x="1686878" y="810387"/>
                </a:lnTo>
                <a:lnTo>
                  <a:pt x="1686878" y="813816"/>
                </a:lnTo>
                <a:lnTo>
                  <a:pt x="1664208" y="813816"/>
                </a:lnTo>
                <a:lnTo>
                  <a:pt x="1623822" y="849821"/>
                </a:lnTo>
                <a:cubicBezTo>
                  <a:pt x="1621536" y="848011"/>
                  <a:pt x="1618678" y="846963"/>
                  <a:pt x="1615631" y="846963"/>
                </a:cubicBezTo>
                <a:cubicBezTo>
                  <a:pt x="1608201" y="846963"/>
                  <a:pt x="1602200" y="852964"/>
                  <a:pt x="1602200" y="860393"/>
                </a:cubicBezTo>
                <a:cubicBezTo>
                  <a:pt x="1602200" y="867823"/>
                  <a:pt x="1608201" y="873824"/>
                  <a:pt x="1615631" y="873824"/>
                </a:cubicBezTo>
                <a:cubicBezTo>
                  <a:pt x="1623060" y="873824"/>
                  <a:pt x="1629061" y="867823"/>
                  <a:pt x="1629061" y="860489"/>
                </a:cubicBezTo>
                <a:lnTo>
                  <a:pt x="1658588" y="860489"/>
                </a:lnTo>
                <a:lnTo>
                  <a:pt x="1663922" y="867061"/>
                </a:lnTo>
                <a:lnTo>
                  <a:pt x="1668590" y="861346"/>
                </a:lnTo>
                <a:lnTo>
                  <a:pt x="1673257" y="867061"/>
                </a:lnTo>
                <a:lnTo>
                  <a:pt x="1677829" y="861346"/>
                </a:lnTo>
                <a:lnTo>
                  <a:pt x="1682401" y="867061"/>
                </a:lnTo>
                <a:lnTo>
                  <a:pt x="1686973" y="861346"/>
                </a:lnTo>
                <a:lnTo>
                  <a:pt x="1691545" y="867061"/>
                </a:lnTo>
                <a:lnTo>
                  <a:pt x="1696212" y="861346"/>
                </a:lnTo>
                <a:lnTo>
                  <a:pt x="1700879" y="867061"/>
                </a:lnTo>
                <a:lnTo>
                  <a:pt x="1705451" y="861346"/>
                </a:lnTo>
                <a:lnTo>
                  <a:pt x="1710023" y="867061"/>
                </a:lnTo>
                <a:lnTo>
                  <a:pt x="1714595" y="861346"/>
                </a:lnTo>
                <a:lnTo>
                  <a:pt x="1719167" y="867061"/>
                </a:lnTo>
                <a:lnTo>
                  <a:pt x="1723739" y="861346"/>
                </a:lnTo>
                <a:lnTo>
                  <a:pt x="1728311" y="867061"/>
                </a:lnTo>
                <a:lnTo>
                  <a:pt x="1732978" y="861346"/>
                </a:lnTo>
                <a:lnTo>
                  <a:pt x="1737646" y="867061"/>
                </a:lnTo>
                <a:lnTo>
                  <a:pt x="1742313" y="861346"/>
                </a:lnTo>
                <a:lnTo>
                  <a:pt x="1746980" y="867061"/>
                </a:lnTo>
                <a:lnTo>
                  <a:pt x="1751648" y="861346"/>
                </a:lnTo>
                <a:lnTo>
                  <a:pt x="1756315" y="867061"/>
                </a:lnTo>
                <a:lnTo>
                  <a:pt x="1760982" y="861346"/>
                </a:lnTo>
                <a:lnTo>
                  <a:pt x="1765649" y="867061"/>
                </a:lnTo>
                <a:lnTo>
                  <a:pt x="1770221" y="861346"/>
                </a:lnTo>
                <a:lnTo>
                  <a:pt x="1774889" y="867061"/>
                </a:lnTo>
                <a:lnTo>
                  <a:pt x="1779556" y="861346"/>
                </a:lnTo>
                <a:lnTo>
                  <a:pt x="1784223" y="867061"/>
                </a:lnTo>
                <a:lnTo>
                  <a:pt x="1788890" y="861346"/>
                </a:lnTo>
                <a:lnTo>
                  <a:pt x="1793557" y="867061"/>
                </a:lnTo>
                <a:lnTo>
                  <a:pt x="1798225" y="861346"/>
                </a:lnTo>
                <a:lnTo>
                  <a:pt x="1801082" y="864870"/>
                </a:lnTo>
                <a:lnTo>
                  <a:pt x="1802511" y="863727"/>
                </a:lnTo>
                <a:lnTo>
                  <a:pt x="1835182" y="863727"/>
                </a:lnTo>
                <a:lnTo>
                  <a:pt x="1835182" y="865442"/>
                </a:lnTo>
                <a:cubicBezTo>
                  <a:pt x="1835182" y="867918"/>
                  <a:pt x="1837182" y="869918"/>
                  <a:pt x="1839659" y="869918"/>
                </a:cubicBezTo>
                <a:lnTo>
                  <a:pt x="1854041" y="869918"/>
                </a:lnTo>
                <a:cubicBezTo>
                  <a:pt x="1856518" y="869918"/>
                  <a:pt x="1858518" y="867918"/>
                  <a:pt x="1858518" y="865442"/>
                </a:cubicBezTo>
                <a:lnTo>
                  <a:pt x="1858518" y="851059"/>
                </a:lnTo>
                <a:cubicBezTo>
                  <a:pt x="1858518" y="848582"/>
                  <a:pt x="1856518" y="846582"/>
                  <a:pt x="1854041" y="846582"/>
                </a:cubicBezTo>
                <a:lnTo>
                  <a:pt x="1839659" y="846582"/>
                </a:lnTo>
                <a:cubicBezTo>
                  <a:pt x="1838325" y="846582"/>
                  <a:pt x="1837087" y="847249"/>
                  <a:pt x="1836325" y="848201"/>
                </a:cubicBezTo>
                <a:lnTo>
                  <a:pt x="1797844" y="813911"/>
                </a:lnTo>
                <a:lnTo>
                  <a:pt x="1775365" y="813911"/>
                </a:lnTo>
                <a:lnTo>
                  <a:pt x="1775365" y="810482"/>
                </a:lnTo>
                <a:lnTo>
                  <a:pt x="1797844" y="810482"/>
                </a:lnTo>
                <a:lnTo>
                  <a:pt x="1837753" y="774954"/>
                </a:lnTo>
                <a:cubicBezTo>
                  <a:pt x="1840135" y="777240"/>
                  <a:pt x="1843373" y="778669"/>
                  <a:pt x="1846898" y="778669"/>
                </a:cubicBezTo>
                <a:cubicBezTo>
                  <a:pt x="1851279" y="778669"/>
                  <a:pt x="1855184" y="776478"/>
                  <a:pt x="1857661" y="773240"/>
                </a:cubicBezTo>
                <a:lnTo>
                  <a:pt x="1926050" y="829437"/>
                </a:lnTo>
                <a:lnTo>
                  <a:pt x="1926050" y="907733"/>
                </a:lnTo>
                <a:lnTo>
                  <a:pt x="1922621" y="907733"/>
                </a:lnTo>
                <a:cubicBezTo>
                  <a:pt x="1918907" y="907733"/>
                  <a:pt x="1915763" y="910781"/>
                  <a:pt x="1915763" y="914591"/>
                </a:cubicBezTo>
                <a:lnTo>
                  <a:pt x="1915763" y="926497"/>
                </a:lnTo>
                <a:cubicBezTo>
                  <a:pt x="1915763" y="930212"/>
                  <a:pt x="1918811" y="933355"/>
                  <a:pt x="1922621" y="933355"/>
                </a:cubicBezTo>
                <a:lnTo>
                  <a:pt x="1934528" y="933355"/>
                </a:lnTo>
                <a:cubicBezTo>
                  <a:pt x="1938242" y="933355"/>
                  <a:pt x="1941386" y="930307"/>
                  <a:pt x="1941386" y="926497"/>
                </a:cubicBezTo>
                <a:lnTo>
                  <a:pt x="1941386" y="914591"/>
                </a:lnTo>
                <a:cubicBezTo>
                  <a:pt x="1941386" y="910876"/>
                  <a:pt x="1938338" y="907733"/>
                  <a:pt x="1934528" y="907733"/>
                </a:cubicBezTo>
                <a:lnTo>
                  <a:pt x="1930813" y="907733"/>
                </a:lnTo>
                <a:lnTo>
                  <a:pt x="1930813" y="827151"/>
                </a:lnTo>
                <a:lnTo>
                  <a:pt x="1859852" y="768763"/>
                </a:lnTo>
                <a:cubicBezTo>
                  <a:pt x="1860137" y="767620"/>
                  <a:pt x="1860423" y="766382"/>
                  <a:pt x="1860423" y="765143"/>
                </a:cubicBezTo>
                <a:cubicBezTo>
                  <a:pt x="1860423" y="757714"/>
                  <a:pt x="1854422" y="751713"/>
                  <a:pt x="1846993" y="751713"/>
                </a:cubicBezTo>
                <a:cubicBezTo>
                  <a:pt x="1839563" y="751713"/>
                  <a:pt x="1833563" y="757714"/>
                  <a:pt x="1833563" y="765143"/>
                </a:cubicBezTo>
                <a:cubicBezTo>
                  <a:pt x="1833563" y="767239"/>
                  <a:pt x="1834134" y="769239"/>
                  <a:pt x="1834991" y="771049"/>
                </a:cubicBezTo>
                <a:lnTo>
                  <a:pt x="1796129" y="805625"/>
                </a:lnTo>
                <a:lnTo>
                  <a:pt x="1775460" y="805625"/>
                </a:lnTo>
                <a:lnTo>
                  <a:pt x="1775460" y="800195"/>
                </a:lnTo>
                <a:lnTo>
                  <a:pt x="1750695" y="800195"/>
                </a:lnTo>
                <a:lnTo>
                  <a:pt x="1750695" y="824960"/>
                </a:lnTo>
                <a:lnTo>
                  <a:pt x="1775460" y="824960"/>
                </a:lnTo>
                <a:lnTo>
                  <a:pt x="1775460" y="818579"/>
                </a:lnTo>
                <a:lnTo>
                  <a:pt x="1796129" y="818579"/>
                </a:lnTo>
                <a:lnTo>
                  <a:pt x="1835372" y="853535"/>
                </a:lnTo>
                <a:lnTo>
                  <a:pt x="1835372" y="861251"/>
                </a:lnTo>
                <a:lnTo>
                  <a:pt x="1804607" y="861251"/>
                </a:lnTo>
                <a:lnTo>
                  <a:pt x="1798511" y="853726"/>
                </a:lnTo>
                <a:lnTo>
                  <a:pt x="1793843" y="859441"/>
                </a:lnTo>
                <a:lnTo>
                  <a:pt x="1789176" y="853726"/>
                </a:lnTo>
                <a:lnTo>
                  <a:pt x="1784509" y="859441"/>
                </a:lnTo>
                <a:lnTo>
                  <a:pt x="1779842" y="853726"/>
                </a:lnTo>
                <a:lnTo>
                  <a:pt x="1775174" y="859441"/>
                </a:lnTo>
                <a:lnTo>
                  <a:pt x="1770507" y="853726"/>
                </a:lnTo>
                <a:lnTo>
                  <a:pt x="1765935" y="859441"/>
                </a:lnTo>
                <a:lnTo>
                  <a:pt x="1761268" y="853726"/>
                </a:lnTo>
                <a:lnTo>
                  <a:pt x="1756601" y="859441"/>
                </a:lnTo>
                <a:lnTo>
                  <a:pt x="1751933" y="853726"/>
                </a:lnTo>
                <a:lnTo>
                  <a:pt x="1747266" y="859441"/>
                </a:lnTo>
                <a:lnTo>
                  <a:pt x="1742599" y="853726"/>
                </a:lnTo>
                <a:lnTo>
                  <a:pt x="1737932" y="859441"/>
                </a:lnTo>
                <a:lnTo>
                  <a:pt x="1733264" y="853726"/>
                </a:lnTo>
                <a:lnTo>
                  <a:pt x="1728597" y="859441"/>
                </a:lnTo>
                <a:lnTo>
                  <a:pt x="1724025" y="853726"/>
                </a:lnTo>
                <a:lnTo>
                  <a:pt x="1719453" y="859441"/>
                </a:lnTo>
                <a:lnTo>
                  <a:pt x="1714881" y="853726"/>
                </a:lnTo>
                <a:lnTo>
                  <a:pt x="1710309" y="859441"/>
                </a:lnTo>
                <a:lnTo>
                  <a:pt x="1705737" y="853726"/>
                </a:lnTo>
                <a:lnTo>
                  <a:pt x="1701070" y="859441"/>
                </a:lnTo>
                <a:lnTo>
                  <a:pt x="1696403" y="853726"/>
                </a:lnTo>
                <a:lnTo>
                  <a:pt x="1691831" y="859441"/>
                </a:lnTo>
                <a:lnTo>
                  <a:pt x="1687259" y="853726"/>
                </a:lnTo>
                <a:lnTo>
                  <a:pt x="1682687" y="859441"/>
                </a:lnTo>
                <a:lnTo>
                  <a:pt x="1678115" y="853726"/>
                </a:lnTo>
                <a:lnTo>
                  <a:pt x="1673543" y="859441"/>
                </a:lnTo>
                <a:lnTo>
                  <a:pt x="1668875" y="853726"/>
                </a:lnTo>
                <a:lnTo>
                  <a:pt x="1664208" y="859441"/>
                </a:lnTo>
                <a:lnTo>
                  <a:pt x="1661446" y="856012"/>
                </a:lnTo>
                <a:lnTo>
                  <a:pt x="1658874" y="858107"/>
                </a:lnTo>
                <a:lnTo>
                  <a:pt x="1629156" y="858107"/>
                </a:lnTo>
                <a:cubicBezTo>
                  <a:pt x="1628870" y="856393"/>
                  <a:pt x="1628203" y="854774"/>
                  <a:pt x="1627346" y="853345"/>
                </a:cubicBezTo>
                <a:lnTo>
                  <a:pt x="1666399" y="818579"/>
                </a:lnTo>
                <a:lnTo>
                  <a:pt x="1687259" y="818579"/>
                </a:lnTo>
                <a:lnTo>
                  <a:pt x="1687259" y="824960"/>
                </a:lnTo>
                <a:lnTo>
                  <a:pt x="1712024" y="824960"/>
                </a:lnTo>
                <a:lnTo>
                  <a:pt x="1712024" y="800195"/>
                </a:lnTo>
                <a:lnTo>
                  <a:pt x="1687259" y="800195"/>
                </a:lnTo>
                <a:lnTo>
                  <a:pt x="1687259" y="805625"/>
                </a:lnTo>
                <a:lnTo>
                  <a:pt x="1666399" y="805625"/>
                </a:lnTo>
                <a:lnTo>
                  <a:pt x="1627061" y="770573"/>
                </a:lnTo>
                <a:cubicBezTo>
                  <a:pt x="1627251" y="769906"/>
                  <a:pt x="1627537" y="769144"/>
                  <a:pt x="1627537" y="768382"/>
                </a:cubicBezTo>
                <a:lnTo>
                  <a:pt x="1627537" y="753999"/>
                </a:lnTo>
                <a:cubicBezTo>
                  <a:pt x="1627537" y="750284"/>
                  <a:pt x="1624489" y="747141"/>
                  <a:pt x="1620679" y="747141"/>
                </a:cubicBezTo>
                <a:lnTo>
                  <a:pt x="1615821" y="747141"/>
                </a:lnTo>
                <a:lnTo>
                  <a:pt x="1616107" y="688658"/>
                </a:lnTo>
                <a:lnTo>
                  <a:pt x="1635919" y="667893"/>
                </a:lnTo>
                <a:lnTo>
                  <a:pt x="1635633" y="550069"/>
                </a:lnTo>
                <a:lnTo>
                  <a:pt x="1630871" y="550069"/>
                </a:lnTo>
                <a:cubicBezTo>
                  <a:pt x="1630871" y="550069"/>
                  <a:pt x="1631156" y="665988"/>
                  <a:pt x="1631156" y="665988"/>
                </a:cubicBezTo>
                <a:lnTo>
                  <a:pt x="1611440" y="686752"/>
                </a:lnTo>
                <a:lnTo>
                  <a:pt x="1611154" y="747141"/>
                </a:lnTo>
                <a:close/>
                <a:moveTo>
                  <a:pt x="1615631" y="869061"/>
                </a:moveTo>
                <a:cubicBezTo>
                  <a:pt x="1610868" y="869061"/>
                  <a:pt x="1606963" y="865156"/>
                  <a:pt x="1606963" y="860393"/>
                </a:cubicBezTo>
                <a:cubicBezTo>
                  <a:pt x="1606963" y="855631"/>
                  <a:pt x="1610868" y="851726"/>
                  <a:pt x="1615631" y="851726"/>
                </a:cubicBezTo>
                <a:cubicBezTo>
                  <a:pt x="1620393" y="851726"/>
                  <a:pt x="1624298" y="855631"/>
                  <a:pt x="1624298" y="860393"/>
                </a:cubicBezTo>
                <a:cubicBezTo>
                  <a:pt x="1624298" y="865156"/>
                  <a:pt x="1620393" y="869061"/>
                  <a:pt x="1615631" y="869061"/>
                </a:cubicBezTo>
                <a:close/>
                <a:moveTo>
                  <a:pt x="1934242" y="912304"/>
                </a:moveTo>
                <a:cubicBezTo>
                  <a:pt x="1935385" y="912304"/>
                  <a:pt x="1936337" y="913257"/>
                  <a:pt x="1936337" y="914400"/>
                </a:cubicBezTo>
                <a:lnTo>
                  <a:pt x="1936337" y="926306"/>
                </a:lnTo>
                <a:cubicBezTo>
                  <a:pt x="1936337" y="927449"/>
                  <a:pt x="1935385" y="928402"/>
                  <a:pt x="1934242" y="928402"/>
                </a:cubicBezTo>
                <a:lnTo>
                  <a:pt x="1922336" y="928402"/>
                </a:lnTo>
                <a:cubicBezTo>
                  <a:pt x="1921193" y="928402"/>
                  <a:pt x="1920240" y="927449"/>
                  <a:pt x="1920240" y="926306"/>
                </a:cubicBezTo>
                <a:lnTo>
                  <a:pt x="1920240" y="914400"/>
                </a:lnTo>
                <a:cubicBezTo>
                  <a:pt x="1920240" y="913257"/>
                  <a:pt x="1921193" y="912304"/>
                  <a:pt x="1922336" y="912304"/>
                </a:cubicBezTo>
                <a:lnTo>
                  <a:pt x="1934242" y="912304"/>
                </a:lnTo>
                <a:close/>
                <a:moveTo>
                  <a:pt x="1846707" y="756380"/>
                </a:moveTo>
                <a:cubicBezTo>
                  <a:pt x="1851470" y="756380"/>
                  <a:pt x="1855375" y="760286"/>
                  <a:pt x="1855375" y="765048"/>
                </a:cubicBezTo>
                <a:cubicBezTo>
                  <a:pt x="1855375" y="769811"/>
                  <a:pt x="1851470" y="773716"/>
                  <a:pt x="1846707" y="773716"/>
                </a:cubicBezTo>
                <a:cubicBezTo>
                  <a:pt x="1841945" y="773716"/>
                  <a:pt x="1838039" y="769811"/>
                  <a:pt x="1838039" y="765048"/>
                </a:cubicBezTo>
                <a:cubicBezTo>
                  <a:pt x="1838039" y="760286"/>
                  <a:pt x="1841945" y="756380"/>
                  <a:pt x="1846707" y="756380"/>
                </a:cubicBezTo>
                <a:close/>
                <a:moveTo>
                  <a:pt x="1770412" y="820198"/>
                </a:moveTo>
                <a:lnTo>
                  <a:pt x="1755172" y="820198"/>
                </a:lnTo>
                <a:lnTo>
                  <a:pt x="1755172" y="804958"/>
                </a:lnTo>
                <a:lnTo>
                  <a:pt x="1770412" y="804958"/>
                </a:lnTo>
                <a:lnTo>
                  <a:pt x="1770412" y="820198"/>
                </a:lnTo>
                <a:close/>
                <a:moveTo>
                  <a:pt x="1691735" y="804958"/>
                </a:moveTo>
                <a:lnTo>
                  <a:pt x="1706975" y="804958"/>
                </a:lnTo>
                <a:lnTo>
                  <a:pt x="1706975" y="820198"/>
                </a:lnTo>
                <a:lnTo>
                  <a:pt x="1691735" y="820198"/>
                </a:lnTo>
                <a:lnTo>
                  <a:pt x="1691735" y="804958"/>
                </a:lnTo>
                <a:close/>
                <a:moveTo>
                  <a:pt x="1620393" y="751904"/>
                </a:moveTo>
                <a:cubicBezTo>
                  <a:pt x="1621536" y="751904"/>
                  <a:pt x="1622489" y="752856"/>
                  <a:pt x="1622489" y="753999"/>
                </a:cubicBezTo>
                <a:lnTo>
                  <a:pt x="1622489" y="768382"/>
                </a:lnTo>
                <a:cubicBezTo>
                  <a:pt x="1622489" y="769525"/>
                  <a:pt x="1621536" y="770477"/>
                  <a:pt x="1620393" y="770477"/>
                </a:cubicBezTo>
                <a:lnTo>
                  <a:pt x="1606010" y="770477"/>
                </a:lnTo>
                <a:cubicBezTo>
                  <a:pt x="1604867" y="770477"/>
                  <a:pt x="1603915" y="769525"/>
                  <a:pt x="1603915" y="768382"/>
                </a:cubicBezTo>
                <a:lnTo>
                  <a:pt x="1603915" y="753999"/>
                </a:lnTo>
                <a:cubicBezTo>
                  <a:pt x="1603915" y="752856"/>
                  <a:pt x="1604867" y="751904"/>
                  <a:pt x="1606010" y="751904"/>
                </a:cubicBezTo>
                <a:lnTo>
                  <a:pt x="1620393" y="751904"/>
                </a:lnTo>
                <a:close/>
                <a:moveTo>
                  <a:pt x="1843373" y="4176713"/>
                </a:moveTo>
                <a:cubicBezTo>
                  <a:pt x="1833182" y="4176713"/>
                  <a:pt x="1824990" y="4184999"/>
                  <a:pt x="1824990" y="4195096"/>
                </a:cubicBezTo>
                <a:cubicBezTo>
                  <a:pt x="1824990" y="4205193"/>
                  <a:pt x="1833277" y="4213479"/>
                  <a:pt x="1843373" y="4213479"/>
                </a:cubicBezTo>
                <a:cubicBezTo>
                  <a:pt x="1853470" y="4213479"/>
                  <a:pt x="1861757" y="4205193"/>
                  <a:pt x="1861757" y="4195096"/>
                </a:cubicBezTo>
                <a:cubicBezTo>
                  <a:pt x="1861757" y="4184999"/>
                  <a:pt x="1853470" y="4176713"/>
                  <a:pt x="1843373" y="4176713"/>
                </a:cubicBezTo>
                <a:close/>
                <a:moveTo>
                  <a:pt x="1843373" y="4208812"/>
                </a:moveTo>
                <a:cubicBezTo>
                  <a:pt x="1835849" y="4208812"/>
                  <a:pt x="1829753" y="4202716"/>
                  <a:pt x="1829753" y="4195191"/>
                </a:cubicBezTo>
                <a:cubicBezTo>
                  <a:pt x="1829753" y="4187667"/>
                  <a:pt x="1835849" y="4181570"/>
                  <a:pt x="1843373" y="4181570"/>
                </a:cubicBezTo>
                <a:cubicBezTo>
                  <a:pt x="1850898" y="4181570"/>
                  <a:pt x="1856994" y="4187667"/>
                  <a:pt x="1856994" y="4195191"/>
                </a:cubicBezTo>
                <a:cubicBezTo>
                  <a:pt x="1856994" y="4202716"/>
                  <a:pt x="1850898" y="4208812"/>
                  <a:pt x="1843373" y="4208812"/>
                </a:cubicBezTo>
                <a:close/>
                <a:moveTo>
                  <a:pt x="1804988" y="4446365"/>
                </a:moveTo>
                <a:cubicBezTo>
                  <a:pt x="1804988" y="4452176"/>
                  <a:pt x="1800320" y="4456843"/>
                  <a:pt x="1794510" y="4456843"/>
                </a:cubicBezTo>
                <a:cubicBezTo>
                  <a:pt x="1788700" y="4456843"/>
                  <a:pt x="1784032" y="4452176"/>
                  <a:pt x="1784032" y="4446365"/>
                </a:cubicBezTo>
                <a:cubicBezTo>
                  <a:pt x="1784032" y="4440555"/>
                  <a:pt x="1788700" y="4435888"/>
                  <a:pt x="1794510" y="4435888"/>
                </a:cubicBezTo>
                <a:cubicBezTo>
                  <a:pt x="1800320" y="4435888"/>
                  <a:pt x="1804988" y="4440555"/>
                  <a:pt x="1804988" y="4446365"/>
                </a:cubicBezTo>
                <a:close/>
                <a:moveTo>
                  <a:pt x="1841182" y="4149757"/>
                </a:moveTo>
                <a:cubicBezTo>
                  <a:pt x="1848517" y="4149757"/>
                  <a:pt x="1854518" y="4143756"/>
                  <a:pt x="1854518" y="4136422"/>
                </a:cubicBezTo>
                <a:cubicBezTo>
                  <a:pt x="1854518" y="4129088"/>
                  <a:pt x="1848517" y="4123087"/>
                  <a:pt x="1841182" y="4123087"/>
                </a:cubicBezTo>
                <a:cubicBezTo>
                  <a:pt x="1833848" y="4123087"/>
                  <a:pt x="1827848" y="4129088"/>
                  <a:pt x="1827848" y="4136422"/>
                </a:cubicBezTo>
                <a:cubicBezTo>
                  <a:pt x="1827848" y="4143756"/>
                  <a:pt x="1833848" y="4149757"/>
                  <a:pt x="1841182" y="4149757"/>
                </a:cubicBezTo>
                <a:close/>
                <a:moveTo>
                  <a:pt x="1841182" y="4127849"/>
                </a:moveTo>
                <a:cubicBezTo>
                  <a:pt x="1845850" y="4127849"/>
                  <a:pt x="1849660" y="4131659"/>
                  <a:pt x="1849660" y="4136327"/>
                </a:cubicBezTo>
                <a:cubicBezTo>
                  <a:pt x="1849660" y="4140994"/>
                  <a:pt x="1845850" y="4144804"/>
                  <a:pt x="1841182" y="4144804"/>
                </a:cubicBezTo>
                <a:cubicBezTo>
                  <a:pt x="1836515" y="4144804"/>
                  <a:pt x="1832705" y="4140994"/>
                  <a:pt x="1832705" y="4136327"/>
                </a:cubicBezTo>
                <a:cubicBezTo>
                  <a:pt x="1832705" y="4131659"/>
                  <a:pt x="1836515" y="4127849"/>
                  <a:pt x="1841182" y="4127849"/>
                </a:cubicBezTo>
                <a:close/>
                <a:moveTo>
                  <a:pt x="1870329" y="4075176"/>
                </a:moveTo>
                <a:lnTo>
                  <a:pt x="1783366" y="4075176"/>
                </a:lnTo>
                <a:lnTo>
                  <a:pt x="1682972" y="4197287"/>
                </a:lnTo>
                <a:lnTo>
                  <a:pt x="1682972" y="4237006"/>
                </a:lnTo>
                <a:lnTo>
                  <a:pt x="1678781" y="4237006"/>
                </a:lnTo>
                <a:cubicBezTo>
                  <a:pt x="1677448" y="4237006"/>
                  <a:pt x="1676400" y="4238054"/>
                  <a:pt x="1676400" y="4239387"/>
                </a:cubicBezTo>
                <a:lnTo>
                  <a:pt x="1676400" y="4257389"/>
                </a:lnTo>
                <a:cubicBezTo>
                  <a:pt x="1676400" y="4258723"/>
                  <a:pt x="1677448" y="4259771"/>
                  <a:pt x="1678781" y="4259771"/>
                </a:cubicBezTo>
                <a:lnTo>
                  <a:pt x="1684211" y="4259771"/>
                </a:lnTo>
                <a:lnTo>
                  <a:pt x="1684211" y="4340638"/>
                </a:lnTo>
                <a:lnTo>
                  <a:pt x="1680782" y="4340638"/>
                </a:lnTo>
                <a:cubicBezTo>
                  <a:pt x="1674495" y="4340638"/>
                  <a:pt x="1669256" y="4345781"/>
                  <a:pt x="1669256" y="4352163"/>
                </a:cubicBezTo>
                <a:lnTo>
                  <a:pt x="1669256" y="4403503"/>
                </a:lnTo>
                <a:cubicBezTo>
                  <a:pt x="1669256" y="4409789"/>
                  <a:pt x="1674400" y="4415028"/>
                  <a:pt x="1680782" y="4415028"/>
                </a:cubicBezTo>
                <a:lnTo>
                  <a:pt x="1694783" y="4415028"/>
                </a:lnTo>
                <a:cubicBezTo>
                  <a:pt x="1701070" y="4415028"/>
                  <a:pt x="1706309" y="4409885"/>
                  <a:pt x="1706309" y="4403503"/>
                </a:cubicBezTo>
                <a:lnTo>
                  <a:pt x="1706309" y="4352163"/>
                </a:lnTo>
                <a:cubicBezTo>
                  <a:pt x="1706309" y="4345877"/>
                  <a:pt x="1701165" y="4340638"/>
                  <a:pt x="1694783" y="4340638"/>
                </a:cubicBezTo>
                <a:lnTo>
                  <a:pt x="1691354" y="4340638"/>
                </a:lnTo>
                <a:lnTo>
                  <a:pt x="1691354" y="4259771"/>
                </a:lnTo>
                <a:lnTo>
                  <a:pt x="1696784" y="4259771"/>
                </a:lnTo>
                <a:cubicBezTo>
                  <a:pt x="1698117" y="4259771"/>
                  <a:pt x="1699165" y="4258723"/>
                  <a:pt x="1699165" y="4257389"/>
                </a:cubicBezTo>
                <a:lnTo>
                  <a:pt x="1699165" y="4239387"/>
                </a:lnTo>
                <a:cubicBezTo>
                  <a:pt x="1699165" y="4238054"/>
                  <a:pt x="1698117" y="4237006"/>
                  <a:pt x="1696784" y="4237006"/>
                </a:cubicBezTo>
                <a:lnTo>
                  <a:pt x="1692593" y="4237006"/>
                </a:lnTo>
                <a:lnTo>
                  <a:pt x="1692593" y="4200620"/>
                </a:lnTo>
                <a:lnTo>
                  <a:pt x="1787938" y="4084606"/>
                </a:lnTo>
                <a:lnTo>
                  <a:pt x="1870424" y="4084606"/>
                </a:lnTo>
                <a:lnTo>
                  <a:pt x="1870424" y="4075081"/>
                </a:lnTo>
                <a:close/>
                <a:moveTo>
                  <a:pt x="1699070" y="4403503"/>
                </a:moveTo>
                <a:cubicBezTo>
                  <a:pt x="1699070" y="4405884"/>
                  <a:pt x="1697165" y="4407885"/>
                  <a:pt x="1694688" y="4407885"/>
                </a:cubicBezTo>
                <a:lnTo>
                  <a:pt x="1680686" y="4407885"/>
                </a:lnTo>
                <a:cubicBezTo>
                  <a:pt x="1678305" y="4407885"/>
                  <a:pt x="1676305" y="4405979"/>
                  <a:pt x="1676305" y="4403503"/>
                </a:cubicBezTo>
                <a:lnTo>
                  <a:pt x="1676305" y="4391787"/>
                </a:lnTo>
                <a:lnTo>
                  <a:pt x="1698974" y="4391787"/>
                </a:lnTo>
                <a:lnTo>
                  <a:pt x="1698974" y="4403503"/>
                </a:lnTo>
                <a:close/>
                <a:moveTo>
                  <a:pt x="1694688" y="4347877"/>
                </a:moveTo>
                <a:cubicBezTo>
                  <a:pt x="1697069" y="4347877"/>
                  <a:pt x="1699070" y="4349782"/>
                  <a:pt x="1699070" y="4352259"/>
                </a:cubicBezTo>
                <a:lnTo>
                  <a:pt x="1699070" y="4361212"/>
                </a:lnTo>
                <a:lnTo>
                  <a:pt x="1676400" y="4361212"/>
                </a:lnTo>
                <a:lnTo>
                  <a:pt x="1676400" y="4352259"/>
                </a:lnTo>
                <a:cubicBezTo>
                  <a:pt x="1676400" y="4349877"/>
                  <a:pt x="1678305" y="4347877"/>
                  <a:pt x="1680782" y="4347877"/>
                </a:cubicBezTo>
                <a:lnTo>
                  <a:pt x="1694783" y="4347877"/>
                </a:lnTo>
                <a:close/>
                <a:moveTo>
                  <a:pt x="1694402" y="4241864"/>
                </a:moveTo>
                <a:lnTo>
                  <a:pt x="1694402" y="4255104"/>
                </a:lnTo>
                <a:lnTo>
                  <a:pt x="1681163" y="4255104"/>
                </a:lnTo>
                <a:lnTo>
                  <a:pt x="1681163" y="4241864"/>
                </a:lnTo>
                <a:lnTo>
                  <a:pt x="1694402" y="4241864"/>
                </a:lnTo>
                <a:close/>
                <a:moveTo>
                  <a:pt x="1843373" y="4230243"/>
                </a:moveTo>
                <a:cubicBezTo>
                  <a:pt x="1834801" y="4230243"/>
                  <a:pt x="1827848" y="4237196"/>
                  <a:pt x="1827848" y="4245769"/>
                </a:cubicBezTo>
                <a:cubicBezTo>
                  <a:pt x="1827848" y="4254342"/>
                  <a:pt x="1834801" y="4261295"/>
                  <a:pt x="1843373" y="4261295"/>
                </a:cubicBezTo>
                <a:cubicBezTo>
                  <a:pt x="1851946" y="4261295"/>
                  <a:pt x="1858899" y="4254342"/>
                  <a:pt x="1858899" y="4245769"/>
                </a:cubicBezTo>
                <a:cubicBezTo>
                  <a:pt x="1858899" y="4237196"/>
                  <a:pt x="1851946" y="4230243"/>
                  <a:pt x="1843373" y="4230243"/>
                </a:cubicBezTo>
                <a:close/>
                <a:moveTo>
                  <a:pt x="1843373" y="4256532"/>
                </a:moveTo>
                <a:cubicBezTo>
                  <a:pt x="1837468" y="4256532"/>
                  <a:pt x="1832610" y="4251674"/>
                  <a:pt x="1832610" y="4245769"/>
                </a:cubicBezTo>
                <a:cubicBezTo>
                  <a:pt x="1832610" y="4239863"/>
                  <a:pt x="1837468" y="4235006"/>
                  <a:pt x="1843373" y="4235006"/>
                </a:cubicBezTo>
                <a:cubicBezTo>
                  <a:pt x="1849279" y="4235006"/>
                  <a:pt x="1854137" y="4239863"/>
                  <a:pt x="1854137" y="4245769"/>
                </a:cubicBezTo>
                <a:cubicBezTo>
                  <a:pt x="1854137" y="4251674"/>
                  <a:pt x="1849279" y="4256532"/>
                  <a:pt x="1843373" y="4256532"/>
                </a:cubicBezTo>
                <a:close/>
                <a:moveTo>
                  <a:pt x="699516" y="2672429"/>
                </a:moveTo>
                <a:cubicBezTo>
                  <a:pt x="699897" y="2673287"/>
                  <a:pt x="700754" y="2673858"/>
                  <a:pt x="701707" y="2673858"/>
                </a:cubicBezTo>
                <a:lnTo>
                  <a:pt x="863537" y="2674334"/>
                </a:lnTo>
                <a:lnTo>
                  <a:pt x="870204" y="2681288"/>
                </a:lnTo>
                <a:cubicBezTo>
                  <a:pt x="872014" y="2683097"/>
                  <a:pt x="874395" y="2684145"/>
                  <a:pt x="876967" y="2684240"/>
                </a:cubicBezTo>
                <a:lnTo>
                  <a:pt x="877157" y="2684240"/>
                </a:lnTo>
                <a:cubicBezTo>
                  <a:pt x="879634" y="2684240"/>
                  <a:pt x="882015" y="2683288"/>
                  <a:pt x="883825" y="2681573"/>
                </a:cubicBezTo>
                <a:lnTo>
                  <a:pt x="886206" y="2679287"/>
                </a:lnTo>
                <a:cubicBezTo>
                  <a:pt x="888016" y="2677478"/>
                  <a:pt x="889159" y="2675096"/>
                  <a:pt x="889159" y="2672525"/>
                </a:cubicBezTo>
                <a:cubicBezTo>
                  <a:pt x="889159" y="2669953"/>
                  <a:pt x="888302" y="2667476"/>
                  <a:pt x="886492" y="2665667"/>
                </a:cubicBezTo>
                <a:lnTo>
                  <a:pt x="871157" y="2649665"/>
                </a:lnTo>
                <a:cubicBezTo>
                  <a:pt x="867442" y="2645855"/>
                  <a:pt x="861441" y="2645664"/>
                  <a:pt x="857536" y="2649379"/>
                </a:cubicBezTo>
                <a:lnTo>
                  <a:pt x="855154" y="2651665"/>
                </a:lnTo>
                <a:cubicBezTo>
                  <a:pt x="853250" y="2653475"/>
                  <a:pt x="852202" y="2655856"/>
                  <a:pt x="852202" y="2658428"/>
                </a:cubicBezTo>
                <a:cubicBezTo>
                  <a:pt x="852202" y="2660999"/>
                  <a:pt x="853059" y="2663476"/>
                  <a:pt x="854869" y="2665286"/>
                </a:cubicBezTo>
                <a:lnTo>
                  <a:pt x="858965" y="2669572"/>
                </a:lnTo>
                <a:lnTo>
                  <a:pt x="707041" y="2669096"/>
                </a:lnTo>
                <a:lnTo>
                  <a:pt x="751142" y="2619851"/>
                </a:lnTo>
                <a:cubicBezTo>
                  <a:pt x="751999" y="2620518"/>
                  <a:pt x="752856" y="2620994"/>
                  <a:pt x="753904" y="2621471"/>
                </a:cubicBezTo>
                <a:cubicBezTo>
                  <a:pt x="755428" y="2622137"/>
                  <a:pt x="757047" y="2622423"/>
                  <a:pt x="758666" y="2622423"/>
                </a:cubicBezTo>
                <a:cubicBezTo>
                  <a:pt x="763715" y="2622423"/>
                  <a:pt x="768477" y="2619470"/>
                  <a:pt x="770477" y="2614517"/>
                </a:cubicBezTo>
                <a:cubicBezTo>
                  <a:pt x="773144" y="2608040"/>
                  <a:pt x="770001" y="2600611"/>
                  <a:pt x="763524" y="2597944"/>
                </a:cubicBezTo>
                <a:cubicBezTo>
                  <a:pt x="757047" y="2595277"/>
                  <a:pt x="749618" y="2598420"/>
                  <a:pt x="746951" y="2604897"/>
                </a:cubicBezTo>
                <a:cubicBezTo>
                  <a:pt x="745331" y="2608802"/>
                  <a:pt x="745903" y="2613088"/>
                  <a:pt x="747903" y="2616422"/>
                </a:cubicBezTo>
                <a:lnTo>
                  <a:pt x="699897" y="2669953"/>
                </a:lnTo>
                <a:cubicBezTo>
                  <a:pt x="699230" y="2670620"/>
                  <a:pt x="699135" y="2671667"/>
                  <a:pt x="699516" y="2672525"/>
                </a:cubicBezTo>
                <a:close/>
                <a:moveTo>
                  <a:pt x="882968" y="2669096"/>
                </a:moveTo>
                <a:cubicBezTo>
                  <a:pt x="883825" y="2670048"/>
                  <a:pt x="884301" y="2671286"/>
                  <a:pt x="884301" y="2672525"/>
                </a:cubicBezTo>
                <a:cubicBezTo>
                  <a:pt x="884301" y="2673858"/>
                  <a:pt x="883729" y="2675001"/>
                  <a:pt x="882777" y="2675954"/>
                </a:cubicBezTo>
                <a:lnTo>
                  <a:pt x="880396" y="2678240"/>
                </a:lnTo>
                <a:cubicBezTo>
                  <a:pt x="879443" y="2679097"/>
                  <a:pt x="878300" y="2679573"/>
                  <a:pt x="876967" y="2679573"/>
                </a:cubicBezTo>
                <a:cubicBezTo>
                  <a:pt x="875633" y="2679573"/>
                  <a:pt x="874490" y="2679002"/>
                  <a:pt x="873538" y="2678049"/>
                </a:cubicBezTo>
                <a:lnTo>
                  <a:pt x="873062" y="2677573"/>
                </a:lnTo>
                <a:lnTo>
                  <a:pt x="882491" y="2668619"/>
                </a:lnTo>
                <a:lnTo>
                  <a:pt x="882968" y="2669096"/>
                </a:lnTo>
                <a:close/>
                <a:moveTo>
                  <a:pt x="879062" y="2665000"/>
                </a:moveTo>
                <a:lnTo>
                  <a:pt x="869633" y="2673953"/>
                </a:lnTo>
                <a:lnTo>
                  <a:pt x="861346" y="2665286"/>
                </a:lnTo>
                <a:lnTo>
                  <a:pt x="870776" y="2656332"/>
                </a:lnTo>
                <a:lnTo>
                  <a:pt x="879062" y="2665000"/>
                </a:lnTo>
                <a:close/>
                <a:moveTo>
                  <a:pt x="857726" y="2661190"/>
                </a:moveTo>
                <a:cubicBezTo>
                  <a:pt x="857250" y="2660428"/>
                  <a:pt x="856964" y="2659571"/>
                  <a:pt x="856964" y="2658618"/>
                </a:cubicBezTo>
                <a:cubicBezTo>
                  <a:pt x="856964" y="2657285"/>
                  <a:pt x="857536" y="2656142"/>
                  <a:pt x="858488" y="2655189"/>
                </a:cubicBezTo>
                <a:lnTo>
                  <a:pt x="860870" y="2652903"/>
                </a:lnTo>
                <a:cubicBezTo>
                  <a:pt x="861822" y="2652046"/>
                  <a:pt x="863060" y="2651570"/>
                  <a:pt x="864203" y="2651570"/>
                </a:cubicBezTo>
                <a:cubicBezTo>
                  <a:pt x="865156" y="2651570"/>
                  <a:pt x="866013" y="2651951"/>
                  <a:pt x="866870" y="2652522"/>
                </a:cubicBezTo>
                <a:lnTo>
                  <a:pt x="857822" y="2661190"/>
                </a:lnTo>
                <a:close/>
                <a:moveTo>
                  <a:pt x="751332" y="2606612"/>
                </a:moveTo>
                <a:cubicBezTo>
                  <a:pt x="752951" y="2602516"/>
                  <a:pt x="757619" y="2600611"/>
                  <a:pt x="761714" y="2602230"/>
                </a:cubicBezTo>
                <a:cubicBezTo>
                  <a:pt x="765810" y="2603849"/>
                  <a:pt x="767715" y="2608517"/>
                  <a:pt x="766096" y="2612612"/>
                </a:cubicBezTo>
                <a:cubicBezTo>
                  <a:pt x="764477" y="2616708"/>
                  <a:pt x="759809" y="2618613"/>
                  <a:pt x="755714" y="2616994"/>
                </a:cubicBezTo>
                <a:cubicBezTo>
                  <a:pt x="751618" y="2615375"/>
                  <a:pt x="749713" y="2610707"/>
                  <a:pt x="751332" y="2606612"/>
                </a:cubicBezTo>
                <a:close/>
                <a:moveTo>
                  <a:pt x="1280922" y="334423"/>
                </a:moveTo>
                <a:lnTo>
                  <a:pt x="1280922" y="337566"/>
                </a:lnTo>
                <a:lnTo>
                  <a:pt x="1288066" y="337566"/>
                </a:lnTo>
                <a:lnTo>
                  <a:pt x="1288066" y="334423"/>
                </a:lnTo>
                <a:cubicBezTo>
                  <a:pt x="1292733" y="332899"/>
                  <a:pt x="1296257" y="328613"/>
                  <a:pt x="1296257" y="323374"/>
                </a:cubicBezTo>
                <a:cubicBezTo>
                  <a:pt x="1296257" y="316897"/>
                  <a:pt x="1291019" y="311658"/>
                  <a:pt x="1284542" y="311658"/>
                </a:cubicBezTo>
                <a:cubicBezTo>
                  <a:pt x="1278065" y="311658"/>
                  <a:pt x="1272826" y="316897"/>
                  <a:pt x="1272826" y="323374"/>
                </a:cubicBezTo>
                <a:cubicBezTo>
                  <a:pt x="1272826" y="328613"/>
                  <a:pt x="1276255" y="332899"/>
                  <a:pt x="1281017" y="334423"/>
                </a:cubicBezTo>
                <a:close/>
                <a:moveTo>
                  <a:pt x="1284446" y="316421"/>
                </a:moveTo>
                <a:cubicBezTo>
                  <a:pt x="1288256" y="316421"/>
                  <a:pt x="1291400" y="319564"/>
                  <a:pt x="1291400" y="323374"/>
                </a:cubicBezTo>
                <a:cubicBezTo>
                  <a:pt x="1291400" y="327184"/>
                  <a:pt x="1288256" y="330327"/>
                  <a:pt x="1284446" y="330327"/>
                </a:cubicBezTo>
                <a:cubicBezTo>
                  <a:pt x="1280636" y="330327"/>
                  <a:pt x="1277493" y="327184"/>
                  <a:pt x="1277493" y="323374"/>
                </a:cubicBezTo>
                <a:cubicBezTo>
                  <a:pt x="1277493" y="319564"/>
                  <a:pt x="1280636" y="316421"/>
                  <a:pt x="1284446" y="316421"/>
                </a:cubicBezTo>
                <a:close/>
                <a:moveTo>
                  <a:pt x="1843373" y="4382834"/>
                </a:moveTo>
                <a:cubicBezTo>
                  <a:pt x="1835944" y="4382834"/>
                  <a:pt x="1829848" y="4388930"/>
                  <a:pt x="1829848" y="4396359"/>
                </a:cubicBezTo>
                <a:cubicBezTo>
                  <a:pt x="1829848" y="4403789"/>
                  <a:pt x="1835944" y="4409885"/>
                  <a:pt x="1843373" y="4409885"/>
                </a:cubicBezTo>
                <a:cubicBezTo>
                  <a:pt x="1850803" y="4409885"/>
                  <a:pt x="1856899" y="4403789"/>
                  <a:pt x="1856899" y="4396359"/>
                </a:cubicBezTo>
                <a:cubicBezTo>
                  <a:pt x="1856899" y="4388930"/>
                  <a:pt x="1850803" y="4382834"/>
                  <a:pt x="1843373" y="4382834"/>
                </a:cubicBezTo>
                <a:close/>
                <a:moveTo>
                  <a:pt x="1843373" y="4405122"/>
                </a:moveTo>
                <a:cubicBezTo>
                  <a:pt x="1838516" y="4405122"/>
                  <a:pt x="1834610" y="4401217"/>
                  <a:pt x="1834610" y="4396359"/>
                </a:cubicBezTo>
                <a:cubicBezTo>
                  <a:pt x="1834610" y="4391502"/>
                  <a:pt x="1838516" y="4387596"/>
                  <a:pt x="1843373" y="4387596"/>
                </a:cubicBezTo>
                <a:cubicBezTo>
                  <a:pt x="1848231" y="4387596"/>
                  <a:pt x="1852136" y="4391502"/>
                  <a:pt x="1852136" y="4396359"/>
                </a:cubicBezTo>
                <a:cubicBezTo>
                  <a:pt x="1852136" y="4401217"/>
                  <a:pt x="1848231" y="4405122"/>
                  <a:pt x="1843373" y="4405122"/>
                </a:cubicBezTo>
                <a:close/>
                <a:moveTo>
                  <a:pt x="1477899" y="739616"/>
                </a:moveTo>
                <a:lnTo>
                  <a:pt x="1442657" y="769906"/>
                </a:lnTo>
                <a:cubicBezTo>
                  <a:pt x="1442657" y="769906"/>
                  <a:pt x="1442657" y="769906"/>
                  <a:pt x="1442657" y="769906"/>
                </a:cubicBezTo>
                <a:lnTo>
                  <a:pt x="1429703" y="769906"/>
                </a:lnTo>
                <a:cubicBezTo>
                  <a:pt x="1428178" y="769906"/>
                  <a:pt x="1427036" y="771144"/>
                  <a:pt x="1427036" y="772573"/>
                </a:cubicBezTo>
                <a:lnTo>
                  <a:pt x="1427036" y="785527"/>
                </a:lnTo>
                <a:cubicBezTo>
                  <a:pt x="1427036" y="787051"/>
                  <a:pt x="1428274" y="788194"/>
                  <a:pt x="1429703" y="788194"/>
                </a:cubicBezTo>
                <a:lnTo>
                  <a:pt x="1442657" y="788194"/>
                </a:lnTo>
                <a:cubicBezTo>
                  <a:pt x="1444181" y="788194"/>
                  <a:pt x="1445324" y="786956"/>
                  <a:pt x="1445324" y="785527"/>
                </a:cubicBezTo>
                <a:lnTo>
                  <a:pt x="1445324" y="773906"/>
                </a:lnTo>
                <a:lnTo>
                  <a:pt x="1482662" y="741807"/>
                </a:lnTo>
                <a:lnTo>
                  <a:pt x="1482662" y="647510"/>
                </a:lnTo>
                <a:lnTo>
                  <a:pt x="1502188" y="633603"/>
                </a:lnTo>
                <a:cubicBezTo>
                  <a:pt x="1504188" y="635508"/>
                  <a:pt x="1506855" y="636746"/>
                  <a:pt x="1509808" y="636746"/>
                </a:cubicBezTo>
                <a:cubicBezTo>
                  <a:pt x="1515809" y="636746"/>
                  <a:pt x="1520762" y="631793"/>
                  <a:pt x="1520762" y="625793"/>
                </a:cubicBezTo>
                <a:cubicBezTo>
                  <a:pt x="1520762" y="619792"/>
                  <a:pt x="1515809" y="614839"/>
                  <a:pt x="1509808" y="614839"/>
                </a:cubicBezTo>
                <a:cubicBezTo>
                  <a:pt x="1503807" y="614839"/>
                  <a:pt x="1498854" y="619792"/>
                  <a:pt x="1498854" y="625793"/>
                </a:cubicBezTo>
                <a:cubicBezTo>
                  <a:pt x="1498854" y="627126"/>
                  <a:pt x="1499140" y="628460"/>
                  <a:pt x="1499616" y="629602"/>
                </a:cubicBezTo>
                <a:lnTo>
                  <a:pt x="1477899" y="645033"/>
                </a:lnTo>
                <a:lnTo>
                  <a:pt x="1477899" y="739521"/>
                </a:lnTo>
                <a:close/>
                <a:moveTo>
                  <a:pt x="1509808" y="619601"/>
                </a:moveTo>
                <a:cubicBezTo>
                  <a:pt x="1513237" y="619601"/>
                  <a:pt x="1515999" y="622364"/>
                  <a:pt x="1515999" y="625793"/>
                </a:cubicBezTo>
                <a:cubicBezTo>
                  <a:pt x="1515999" y="629222"/>
                  <a:pt x="1513237" y="631984"/>
                  <a:pt x="1509808" y="631984"/>
                </a:cubicBezTo>
                <a:cubicBezTo>
                  <a:pt x="1506379" y="631984"/>
                  <a:pt x="1503617" y="629222"/>
                  <a:pt x="1503617" y="625793"/>
                </a:cubicBezTo>
                <a:cubicBezTo>
                  <a:pt x="1503617" y="622364"/>
                  <a:pt x="1506379" y="619601"/>
                  <a:pt x="1509808" y="619601"/>
                </a:cubicBezTo>
                <a:close/>
                <a:moveTo>
                  <a:pt x="1843373" y="4331970"/>
                </a:moveTo>
                <a:cubicBezTo>
                  <a:pt x="1835563" y="4331970"/>
                  <a:pt x="1829181" y="4338352"/>
                  <a:pt x="1829181" y="4346162"/>
                </a:cubicBezTo>
                <a:cubicBezTo>
                  <a:pt x="1829181" y="4353973"/>
                  <a:pt x="1835563" y="4360355"/>
                  <a:pt x="1843373" y="4360355"/>
                </a:cubicBezTo>
                <a:cubicBezTo>
                  <a:pt x="1851184" y="4360355"/>
                  <a:pt x="1857566" y="4353973"/>
                  <a:pt x="1857566" y="4346162"/>
                </a:cubicBezTo>
                <a:cubicBezTo>
                  <a:pt x="1857566" y="4338352"/>
                  <a:pt x="1851184" y="4331970"/>
                  <a:pt x="1843373" y="4331970"/>
                </a:cubicBezTo>
                <a:close/>
                <a:moveTo>
                  <a:pt x="1843373" y="4355592"/>
                </a:moveTo>
                <a:cubicBezTo>
                  <a:pt x="1838135" y="4355592"/>
                  <a:pt x="1833944" y="4351401"/>
                  <a:pt x="1833944" y="4346162"/>
                </a:cubicBezTo>
                <a:cubicBezTo>
                  <a:pt x="1833944" y="4340924"/>
                  <a:pt x="1838135" y="4336733"/>
                  <a:pt x="1843373" y="4336733"/>
                </a:cubicBezTo>
                <a:cubicBezTo>
                  <a:pt x="1848612" y="4336733"/>
                  <a:pt x="1852803" y="4340924"/>
                  <a:pt x="1852803" y="4346162"/>
                </a:cubicBezTo>
                <a:cubicBezTo>
                  <a:pt x="1852803" y="4351401"/>
                  <a:pt x="1848612" y="4355592"/>
                  <a:pt x="1843373" y="4355592"/>
                </a:cubicBezTo>
                <a:close/>
                <a:moveTo>
                  <a:pt x="1280922" y="365951"/>
                </a:moveTo>
                <a:lnTo>
                  <a:pt x="1288066" y="365951"/>
                </a:lnTo>
                <a:lnTo>
                  <a:pt x="1288066" y="367760"/>
                </a:lnTo>
                <a:lnTo>
                  <a:pt x="1291304" y="371285"/>
                </a:lnTo>
                <a:lnTo>
                  <a:pt x="1286066" y="376142"/>
                </a:lnTo>
                <a:lnTo>
                  <a:pt x="1280922" y="370523"/>
                </a:lnTo>
                <a:lnTo>
                  <a:pt x="1280922" y="365855"/>
                </a:lnTo>
                <a:close/>
                <a:moveTo>
                  <a:pt x="1843373" y="4281107"/>
                </a:moveTo>
                <a:cubicBezTo>
                  <a:pt x="1835182" y="4281107"/>
                  <a:pt x="1828514" y="4287774"/>
                  <a:pt x="1828514" y="4295966"/>
                </a:cubicBezTo>
                <a:cubicBezTo>
                  <a:pt x="1828514" y="4304157"/>
                  <a:pt x="1835182" y="4310825"/>
                  <a:pt x="1843373" y="4310825"/>
                </a:cubicBezTo>
                <a:cubicBezTo>
                  <a:pt x="1851565" y="4310825"/>
                  <a:pt x="1858232" y="4304157"/>
                  <a:pt x="1858232" y="4295966"/>
                </a:cubicBezTo>
                <a:cubicBezTo>
                  <a:pt x="1858232" y="4287774"/>
                  <a:pt x="1851565" y="4281107"/>
                  <a:pt x="1843373" y="4281107"/>
                </a:cubicBezTo>
                <a:close/>
                <a:moveTo>
                  <a:pt x="1843373" y="4306062"/>
                </a:moveTo>
                <a:cubicBezTo>
                  <a:pt x="1837849" y="4306062"/>
                  <a:pt x="1833277" y="4301490"/>
                  <a:pt x="1833277" y="4295966"/>
                </a:cubicBezTo>
                <a:cubicBezTo>
                  <a:pt x="1833277" y="4290441"/>
                  <a:pt x="1837849" y="4285869"/>
                  <a:pt x="1843373" y="4285869"/>
                </a:cubicBezTo>
                <a:cubicBezTo>
                  <a:pt x="1848898" y="4285869"/>
                  <a:pt x="1853470" y="4290441"/>
                  <a:pt x="1853470" y="4295966"/>
                </a:cubicBezTo>
                <a:cubicBezTo>
                  <a:pt x="1853470" y="4301490"/>
                  <a:pt x="1848898" y="4306062"/>
                  <a:pt x="1843373" y="4306062"/>
                </a:cubicBezTo>
                <a:close/>
                <a:moveTo>
                  <a:pt x="1808131" y="710756"/>
                </a:moveTo>
                <a:lnTo>
                  <a:pt x="1815275" y="710756"/>
                </a:lnTo>
                <a:cubicBezTo>
                  <a:pt x="1815275" y="710756"/>
                  <a:pt x="1815275" y="719042"/>
                  <a:pt x="1815275" y="719042"/>
                </a:cubicBezTo>
                <a:lnTo>
                  <a:pt x="1808131" y="719042"/>
                </a:lnTo>
                <a:cubicBezTo>
                  <a:pt x="1808131" y="719042"/>
                  <a:pt x="1808131" y="710756"/>
                  <a:pt x="1808131" y="710756"/>
                </a:cubicBezTo>
                <a:close/>
                <a:moveTo>
                  <a:pt x="553403" y="4313301"/>
                </a:moveTo>
                <a:lnTo>
                  <a:pt x="546259" y="4313301"/>
                </a:lnTo>
                <a:lnTo>
                  <a:pt x="546259" y="4305681"/>
                </a:lnTo>
                <a:lnTo>
                  <a:pt x="553403" y="4305681"/>
                </a:lnTo>
                <a:lnTo>
                  <a:pt x="553403" y="4313301"/>
                </a:lnTo>
                <a:close/>
                <a:moveTo>
                  <a:pt x="546259" y="4351592"/>
                </a:moveTo>
                <a:lnTo>
                  <a:pt x="553403" y="4351592"/>
                </a:lnTo>
                <a:lnTo>
                  <a:pt x="553403" y="4358069"/>
                </a:lnTo>
                <a:lnTo>
                  <a:pt x="548450" y="4362164"/>
                </a:lnTo>
                <a:lnTo>
                  <a:pt x="543878" y="4356640"/>
                </a:lnTo>
                <a:lnTo>
                  <a:pt x="546259" y="4354640"/>
                </a:lnTo>
                <a:lnTo>
                  <a:pt x="546259" y="4351592"/>
                </a:lnTo>
                <a:close/>
                <a:moveTo>
                  <a:pt x="1428178" y="3963734"/>
                </a:moveTo>
                <a:lnTo>
                  <a:pt x="1430750" y="3963734"/>
                </a:lnTo>
                <a:cubicBezTo>
                  <a:pt x="1432846" y="3963734"/>
                  <a:pt x="1434656" y="3962019"/>
                  <a:pt x="1434656" y="3959828"/>
                </a:cubicBezTo>
                <a:lnTo>
                  <a:pt x="1434656" y="3949922"/>
                </a:lnTo>
                <a:cubicBezTo>
                  <a:pt x="1434656" y="3947827"/>
                  <a:pt x="1432941" y="3946017"/>
                  <a:pt x="1430750" y="3946017"/>
                </a:cubicBezTo>
                <a:lnTo>
                  <a:pt x="1428178" y="3946017"/>
                </a:lnTo>
                <a:lnTo>
                  <a:pt x="1428369" y="3837337"/>
                </a:lnTo>
                <a:lnTo>
                  <a:pt x="1508570" y="3762756"/>
                </a:lnTo>
                <a:cubicBezTo>
                  <a:pt x="1509236" y="3763042"/>
                  <a:pt x="1509903" y="3763137"/>
                  <a:pt x="1510665" y="3763137"/>
                </a:cubicBezTo>
                <a:lnTo>
                  <a:pt x="1530953" y="3763137"/>
                </a:lnTo>
                <a:cubicBezTo>
                  <a:pt x="1534287" y="3763137"/>
                  <a:pt x="1536954" y="3760470"/>
                  <a:pt x="1536954" y="3757136"/>
                </a:cubicBezTo>
                <a:lnTo>
                  <a:pt x="1536954" y="3749517"/>
                </a:lnTo>
                <a:cubicBezTo>
                  <a:pt x="1536954" y="3749517"/>
                  <a:pt x="1536764" y="3748754"/>
                  <a:pt x="1536764" y="3748373"/>
                </a:cubicBezTo>
                <a:lnTo>
                  <a:pt x="1571053" y="3721418"/>
                </a:lnTo>
                <a:lnTo>
                  <a:pt x="1571053" y="3604641"/>
                </a:lnTo>
                <a:lnTo>
                  <a:pt x="1595342" y="3577971"/>
                </a:lnTo>
                <a:lnTo>
                  <a:pt x="1623155" y="3577971"/>
                </a:lnTo>
                <a:cubicBezTo>
                  <a:pt x="1624298" y="3584353"/>
                  <a:pt x="1629823" y="3589211"/>
                  <a:pt x="1636586" y="3589211"/>
                </a:cubicBezTo>
                <a:cubicBezTo>
                  <a:pt x="1644110" y="3589211"/>
                  <a:pt x="1650206" y="3583115"/>
                  <a:pt x="1650206" y="3575590"/>
                </a:cubicBezTo>
                <a:cubicBezTo>
                  <a:pt x="1650206" y="3568065"/>
                  <a:pt x="1644110" y="3561969"/>
                  <a:pt x="1636586" y="3561969"/>
                </a:cubicBezTo>
                <a:cubicBezTo>
                  <a:pt x="1629918" y="3561969"/>
                  <a:pt x="1624298" y="3566827"/>
                  <a:pt x="1623155" y="3573209"/>
                </a:cubicBezTo>
                <a:lnTo>
                  <a:pt x="1593247" y="3573209"/>
                </a:lnTo>
                <a:lnTo>
                  <a:pt x="1566291" y="3602736"/>
                </a:lnTo>
                <a:lnTo>
                  <a:pt x="1566291" y="3719036"/>
                </a:lnTo>
                <a:lnTo>
                  <a:pt x="1534001" y="3744373"/>
                </a:lnTo>
                <a:cubicBezTo>
                  <a:pt x="1533049" y="3743801"/>
                  <a:pt x="1532096" y="3743420"/>
                  <a:pt x="1530953" y="3743420"/>
                </a:cubicBezTo>
                <a:lnTo>
                  <a:pt x="1510665" y="3743420"/>
                </a:lnTo>
                <a:cubicBezTo>
                  <a:pt x="1507331" y="3743420"/>
                  <a:pt x="1504664" y="3746087"/>
                  <a:pt x="1504664" y="3749421"/>
                </a:cubicBezTo>
                <a:lnTo>
                  <a:pt x="1504664" y="3757041"/>
                </a:lnTo>
                <a:cubicBezTo>
                  <a:pt x="1504664" y="3757898"/>
                  <a:pt x="1504855" y="3758660"/>
                  <a:pt x="1505141" y="3759327"/>
                </a:cubicBezTo>
                <a:lnTo>
                  <a:pt x="1424464" y="3834384"/>
                </a:lnTo>
                <a:lnTo>
                  <a:pt x="1423702" y="3835051"/>
                </a:lnTo>
                <a:lnTo>
                  <a:pt x="1423511" y="3945827"/>
                </a:lnTo>
                <a:lnTo>
                  <a:pt x="1420940" y="3945827"/>
                </a:lnTo>
                <a:cubicBezTo>
                  <a:pt x="1418844" y="3945827"/>
                  <a:pt x="1417034" y="3947541"/>
                  <a:pt x="1417034" y="3949732"/>
                </a:cubicBezTo>
                <a:lnTo>
                  <a:pt x="1417034" y="3959638"/>
                </a:lnTo>
                <a:cubicBezTo>
                  <a:pt x="1417034" y="3961734"/>
                  <a:pt x="1418749" y="3963543"/>
                  <a:pt x="1420940" y="3963543"/>
                </a:cubicBezTo>
                <a:lnTo>
                  <a:pt x="1423511" y="3963543"/>
                </a:lnTo>
                <a:lnTo>
                  <a:pt x="1423511" y="3981450"/>
                </a:lnTo>
                <a:lnTo>
                  <a:pt x="1374172" y="4031361"/>
                </a:lnTo>
                <a:cubicBezTo>
                  <a:pt x="1373124" y="4030409"/>
                  <a:pt x="1371886" y="4029647"/>
                  <a:pt x="1370552" y="4029075"/>
                </a:cubicBezTo>
                <a:cubicBezTo>
                  <a:pt x="1367600" y="4027932"/>
                  <a:pt x="1364361" y="4028027"/>
                  <a:pt x="1361503" y="4029361"/>
                </a:cubicBezTo>
                <a:cubicBezTo>
                  <a:pt x="1358646" y="4030694"/>
                  <a:pt x="1356455" y="4032980"/>
                  <a:pt x="1355312" y="4035933"/>
                </a:cubicBezTo>
                <a:cubicBezTo>
                  <a:pt x="1354169" y="4038886"/>
                  <a:pt x="1354265" y="4042124"/>
                  <a:pt x="1355598" y="4044982"/>
                </a:cubicBezTo>
                <a:cubicBezTo>
                  <a:pt x="1356932" y="4047839"/>
                  <a:pt x="1359218" y="4050030"/>
                  <a:pt x="1362170" y="4051173"/>
                </a:cubicBezTo>
                <a:cubicBezTo>
                  <a:pt x="1363504" y="4051649"/>
                  <a:pt x="1364932" y="4051935"/>
                  <a:pt x="1366361" y="4051935"/>
                </a:cubicBezTo>
                <a:cubicBezTo>
                  <a:pt x="1367981" y="4051935"/>
                  <a:pt x="1369695" y="4051554"/>
                  <a:pt x="1371219" y="4050887"/>
                </a:cubicBezTo>
                <a:cubicBezTo>
                  <a:pt x="1374077" y="4049554"/>
                  <a:pt x="1376267" y="4047268"/>
                  <a:pt x="1377410" y="4044315"/>
                </a:cubicBezTo>
                <a:cubicBezTo>
                  <a:pt x="1378553" y="4041362"/>
                  <a:pt x="1378458" y="4038124"/>
                  <a:pt x="1377125" y="4035267"/>
                </a:cubicBezTo>
                <a:cubicBezTo>
                  <a:pt x="1377125" y="4035267"/>
                  <a:pt x="1377125" y="4035267"/>
                  <a:pt x="1377125" y="4035171"/>
                </a:cubicBezTo>
                <a:lnTo>
                  <a:pt x="1428274" y="3983355"/>
                </a:lnTo>
                <a:lnTo>
                  <a:pt x="1428274" y="3963448"/>
                </a:lnTo>
                <a:close/>
                <a:moveTo>
                  <a:pt x="1636490" y="3566732"/>
                </a:moveTo>
                <a:cubicBezTo>
                  <a:pt x="1641443" y="3566732"/>
                  <a:pt x="1645349" y="3570732"/>
                  <a:pt x="1645349" y="3575590"/>
                </a:cubicBezTo>
                <a:cubicBezTo>
                  <a:pt x="1645349" y="3580448"/>
                  <a:pt x="1641348" y="3584448"/>
                  <a:pt x="1636490" y="3584448"/>
                </a:cubicBezTo>
                <a:cubicBezTo>
                  <a:pt x="1631632" y="3584448"/>
                  <a:pt x="1627632" y="3580448"/>
                  <a:pt x="1627632" y="3575590"/>
                </a:cubicBezTo>
                <a:cubicBezTo>
                  <a:pt x="1627632" y="3570732"/>
                  <a:pt x="1631632" y="3566732"/>
                  <a:pt x="1636490" y="3566732"/>
                </a:cubicBezTo>
                <a:close/>
                <a:moveTo>
                  <a:pt x="1509427" y="3749517"/>
                </a:moveTo>
                <a:cubicBezTo>
                  <a:pt x="1509427" y="3748850"/>
                  <a:pt x="1509998" y="3748278"/>
                  <a:pt x="1510665" y="3748278"/>
                </a:cubicBezTo>
                <a:lnTo>
                  <a:pt x="1530953" y="3748278"/>
                </a:lnTo>
                <a:cubicBezTo>
                  <a:pt x="1531620" y="3748278"/>
                  <a:pt x="1532192" y="3748850"/>
                  <a:pt x="1532192" y="3749517"/>
                </a:cubicBezTo>
                <a:lnTo>
                  <a:pt x="1532192" y="3757136"/>
                </a:lnTo>
                <a:cubicBezTo>
                  <a:pt x="1532192" y="3757803"/>
                  <a:pt x="1531620" y="3758375"/>
                  <a:pt x="1530953" y="3758375"/>
                </a:cubicBezTo>
                <a:lnTo>
                  <a:pt x="1510665" y="3758375"/>
                </a:lnTo>
                <a:cubicBezTo>
                  <a:pt x="1509998" y="3758375"/>
                  <a:pt x="1509427" y="3757803"/>
                  <a:pt x="1509427" y="3757136"/>
                </a:cubicBezTo>
                <a:lnTo>
                  <a:pt x="1509427" y="3749517"/>
                </a:lnTo>
                <a:close/>
                <a:moveTo>
                  <a:pt x="1372934" y="4042982"/>
                </a:moveTo>
                <a:cubicBezTo>
                  <a:pt x="1372267" y="4044792"/>
                  <a:pt x="1370933" y="4046125"/>
                  <a:pt x="1369219" y="4046887"/>
                </a:cubicBezTo>
                <a:cubicBezTo>
                  <a:pt x="1367504" y="4047649"/>
                  <a:pt x="1365599" y="4047744"/>
                  <a:pt x="1363790" y="4047077"/>
                </a:cubicBezTo>
                <a:cubicBezTo>
                  <a:pt x="1361980" y="4046411"/>
                  <a:pt x="1360646" y="4045077"/>
                  <a:pt x="1359884" y="4043363"/>
                </a:cubicBezTo>
                <a:cubicBezTo>
                  <a:pt x="1359122" y="4041648"/>
                  <a:pt x="1359027" y="4039743"/>
                  <a:pt x="1359694" y="4037934"/>
                </a:cubicBezTo>
                <a:cubicBezTo>
                  <a:pt x="1360361" y="4036124"/>
                  <a:pt x="1361694" y="4034790"/>
                  <a:pt x="1363409" y="4033933"/>
                </a:cubicBezTo>
                <a:cubicBezTo>
                  <a:pt x="1364361" y="4033552"/>
                  <a:pt x="1365314" y="4033266"/>
                  <a:pt x="1366361" y="4033266"/>
                </a:cubicBezTo>
                <a:cubicBezTo>
                  <a:pt x="1367219" y="4033266"/>
                  <a:pt x="1368076" y="4033457"/>
                  <a:pt x="1368838" y="4033742"/>
                </a:cubicBezTo>
                <a:cubicBezTo>
                  <a:pt x="1370648" y="4034409"/>
                  <a:pt x="1371981" y="4035743"/>
                  <a:pt x="1372743" y="4037457"/>
                </a:cubicBezTo>
                <a:cubicBezTo>
                  <a:pt x="1373505" y="4039172"/>
                  <a:pt x="1373600" y="4041077"/>
                  <a:pt x="1372934" y="4042886"/>
                </a:cubicBezTo>
                <a:close/>
                <a:moveTo>
                  <a:pt x="2389918" y="291179"/>
                </a:moveTo>
                <a:cubicBezTo>
                  <a:pt x="2390585" y="293942"/>
                  <a:pt x="2392299" y="296228"/>
                  <a:pt x="2394680" y="297656"/>
                </a:cubicBezTo>
                <a:cubicBezTo>
                  <a:pt x="2396300" y="298704"/>
                  <a:pt x="2398205" y="299180"/>
                  <a:pt x="2400110" y="299180"/>
                </a:cubicBezTo>
                <a:cubicBezTo>
                  <a:pt x="2400967" y="299180"/>
                  <a:pt x="2401729" y="299085"/>
                  <a:pt x="2402586" y="298895"/>
                </a:cubicBezTo>
                <a:cubicBezTo>
                  <a:pt x="2408206" y="297561"/>
                  <a:pt x="2411635" y="291846"/>
                  <a:pt x="2410301" y="286226"/>
                </a:cubicBezTo>
                <a:cubicBezTo>
                  <a:pt x="2409635" y="283464"/>
                  <a:pt x="2408015" y="281178"/>
                  <a:pt x="2405539" y="279749"/>
                </a:cubicBezTo>
                <a:cubicBezTo>
                  <a:pt x="2403158" y="278321"/>
                  <a:pt x="2400395" y="277844"/>
                  <a:pt x="2397633" y="278511"/>
                </a:cubicBezTo>
                <a:cubicBezTo>
                  <a:pt x="2396490" y="278797"/>
                  <a:pt x="2395633" y="279368"/>
                  <a:pt x="2394680" y="279845"/>
                </a:cubicBezTo>
                <a:lnTo>
                  <a:pt x="2365153" y="252603"/>
                </a:lnTo>
                <a:lnTo>
                  <a:pt x="2292287" y="252603"/>
                </a:lnTo>
                <a:lnTo>
                  <a:pt x="2278952" y="241554"/>
                </a:lnTo>
                <a:cubicBezTo>
                  <a:pt x="2279428" y="240792"/>
                  <a:pt x="2279904" y="240030"/>
                  <a:pt x="2280095" y="239078"/>
                </a:cubicBezTo>
                <a:cubicBezTo>
                  <a:pt x="2281238" y="234315"/>
                  <a:pt x="2278380" y="229648"/>
                  <a:pt x="2273618" y="228505"/>
                </a:cubicBezTo>
                <a:cubicBezTo>
                  <a:pt x="2268855" y="227362"/>
                  <a:pt x="2264188" y="230219"/>
                  <a:pt x="2263045" y="234982"/>
                </a:cubicBezTo>
                <a:cubicBezTo>
                  <a:pt x="2261902" y="239744"/>
                  <a:pt x="2264855" y="244412"/>
                  <a:pt x="2269522" y="245555"/>
                </a:cubicBezTo>
                <a:cubicBezTo>
                  <a:pt x="2271617" y="246031"/>
                  <a:pt x="2273618" y="245650"/>
                  <a:pt x="2275427" y="244793"/>
                </a:cubicBezTo>
                <a:lnTo>
                  <a:pt x="2290667" y="257461"/>
                </a:lnTo>
                <a:lnTo>
                  <a:pt x="2363343" y="257461"/>
                </a:lnTo>
                <a:lnTo>
                  <a:pt x="2391251" y="283178"/>
                </a:lnTo>
                <a:cubicBezTo>
                  <a:pt x="2389823" y="285464"/>
                  <a:pt x="2389251" y="288322"/>
                  <a:pt x="2389918" y="291179"/>
                </a:cubicBezTo>
                <a:close/>
                <a:moveTo>
                  <a:pt x="2398776" y="283178"/>
                </a:moveTo>
                <a:cubicBezTo>
                  <a:pt x="2398776" y="283178"/>
                  <a:pt x="2399633" y="282988"/>
                  <a:pt x="2400110" y="282988"/>
                </a:cubicBezTo>
                <a:cubicBezTo>
                  <a:pt x="2401157" y="282988"/>
                  <a:pt x="2402205" y="283274"/>
                  <a:pt x="2403062" y="283845"/>
                </a:cubicBezTo>
                <a:cubicBezTo>
                  <a:pt x="2404396" y="284607"/>
                  <a:pt x="2405253" y="285941"/>
                  <a:pt x="2405634" y="287369"/>
                </a:cubicBezTo>
                <a:cubicBezTo>
                  <a:pt x="2406015" y="288893"/>
                  <a:pt x="2405729" y="290417"/>
                  <a:pt x="2404967" y="291656"/>
                </a:cubicBezTo>
                <a:cubicBezTo>
                  <a:pt x="2404205" y="292989"/>
                  <a:pt x="2402872" y="293846"/>
                  <a:pt x="2401443" y="294227"/>
                </a:cubicBezTo>
                <a:cubicBezTo>
                  <a:pt x="2399919" y="294608"/>
                  <a:pt x="2398395" y="294323"/>
                  <a:pt x="2397157" y="293561"/>
                </a:cubicBezTo>
                <a:cubicBezTo>
                  <a:pt x="2395823" y="292799"/>
                  <a:pt x="2394966" y="291465"/>
                  <a:pt x="2394585" y="290036"/>
                </a:cubicBezTo>
                <a:cubicBezTo>
                  <a:pt x="2393823" y="286988"/>
                  <a:pt x="2395728" y="283845"/>
                  <a:pt x="2398776" y="283178"/>
                </a:cubicBezTo>
                <a:close/>
                <a:moveTo>
                  <a:pt x="1663446" y="692849"/>
                </a:moveTo>
                <a:lnTo>
                  <a:pt x="1670590" y="692849"/>
                </a:lnTo>
                <a:lnTo>
                  <a:pt x="1670590" y="701326"/>
                </a:lnTo>
                <a:lnTo>
                  <a:pt x="1663446" y="701326"/>
                </a:lnTo>
                <a:lnTo>
                  <a:pt x="1663446" y="692849"/>
                </a:lnTo>
                <a:close/>
                <a:moveTo>
                  <a:pt x="537305" y="4362069"/>
                </a:moveTo>
                <a:lnTo>
                  <a:pt x="541877" y="4367594"/>
                </a:lnTo>
                <a:lnTo>
                  <a:pt x="535305" y="4373023"/>
                </a:lnTo>
                <a:lnTo>
                  <a:pt x="530733" y="4367498"/>
                </a:lnTo>
                <a:lnTo>
                  <a:pt x="537305" y="4362069"/>
                </a:lnTo>
                <a:close/>
                <a:moveTo>
                  <a:pt x="517493" y="4378452"/>
                </a:moveTo>
                <a:lnTo>
                  <a:pt x="524065" y="4373023"/>
                </a:lnTo>
                <a:lnTo>
                  <a:pt x="528638" y="4378547"/>
                </a:lnTo>
                <a:lnTo>
                  <a:pt x="522065" y="4383977"/>
                </a:lnTo>
                <a:lnTo>
                  <a:pt x="517493" y="4378452"/>
                </a:lnTo>
                <a:close/>
                <a:moveTo>
                  <a:pt x="1663446" y="729520"/>
                </a:moveTo>
                <a:cubicBezTo>
                  <a:pt x="1657731" y="731139"/>
                  <a:pt x="1653540" y="736283"/>
                  <a:pt x="1653540" y="742474"/>
                </a:cubicBezTo>
                <a:cubicBezTo>
                  <a:pt x="1653540" y="749903"/>
                  <a:pt x="1659541" y="755904"/>
                  <a:pt x="1666970" y="755904"/>
                </a:cubicBezTo>
                <a:cubicBezTo>
                  <a:pt x="1674400" y="755904"/>
                  <a:pt x="1680401" y="749903"/>
                  <a:pt x="1680401" y="742474"/>
                </a:cubicBezTo>
                <a:cubicBezTo>
                  <a:pt x="1680401" y="736283"/>
                  <a:pt x="1676210" y="731139"/>
                  <a:pt x="1670495" y="729520"/>
                </a:cubicBezTo>
                <a:lnTo>
                  <a:pt x="1670495" y="726567"/>
                </a:lnTo>
                <a:lnTo>
                  <a:pt x="1663351" y="726567"/>
                </a:lnTo>
                <a:lnTo>
                  <a:pt x="1663351" y="729520"/>
                </a:lnTo>
                <a:close/>
                <a:moveTo>
                  <a:pt x="1675733" y="742379"/>
                </a:moveTo>
                <a:cubicBezTo>
                  <a:pt x="1675733" y="747141"/>
                  <a:pt x="1671828" y="751046"/>
                  <a:pt x="1667066" y="751046"/>
                </a:cubicBezTo>
                <a:cubicBezTo>
                  <a:pt x="1662303" y="751046"/>
                  <a:pt x="1658398" y="747141"/>
                  <a:pt x="1658398" y="742379"/>
                </a:cubicBezTo>
                <a:cubicBezTo>
                  <a:pt x="1658398" y="737616"/>
                  <a:pt x="1662303" y="733711"/>
                  <a:pt x="1667066" y="733711"/>
                </a:cubicBezTo>
                <a:cubicBezTo>
                  <a:pt x="1671828" y="733711"/>
                  <a:pt x="1675733" y="737616"/>
                  <a:pt x="1675733" y="742379"/>
                </a:cubicBezTo>
                <a:close/>
                <a:moveTo>
                  <a:pt x="427863" y="2014442"/>
                </a:moveTo>
                <a:lnTo>
                  <a:pt x="435007" y="2014442"/>
                </a:lnTo>
                <a:lnTo>
                  <a:pt x="435007" y="2022920"/>
                </a:lnTo>
                <a:lnTo>
                  <a:pt x="427863" y="2022920"/>
                </a:lnTo>
                <a:lnTo>
                  <a:pt x="427863" y="2014442"/>
                </a:lnTo>
                <a:close/>
                <a:moveTo>
                  <a:pt x="553403" y="4343877"/>
                </a:moveTo>
                <a:lnTo>
                  <a:pt x="546259" y="4343877"/>
                </a:lnTo>
                <a:lnTo>
                  <a:pt x="546259" y="4336256"/>
                </a:lnTo>
                <a:lnTo>
                  <a:pt x="553403" y="4336256"/>
                </a:lnTo>
                <a:lnTo>
                  <a:pt x="553403" y="4343877"/>
                </a:lnTo>
                <a:close/>
                <a:moveTo>
                  <a:pt x="451866" y="2355247"/>
                </a:moveTo>
                <a:lnTo>
                  <a:pt x="447675" y="2355247"/>
                </a:lnTo>
                <a:cubicBezTo>
                  <a:pt x="446151" y="2355247"/>
                  <a:pt x="445008" y="2356485"/>
                  <a:pt x="445008" y="2357914"/>
                </a:cubicBezTo>
                <a:lnTo>
                  <a:pt x="445008" y="2370868"/>
                </a:lnTo>
                <a:cubicBezTo>
                  <a:pt x="445008" y="2372392"/>
                  <a:pt x="446246" y="2373535"/>
                  <a:pt x="447675" y="2373535"/>
                </a:cubicBezTo>
                <a:lnTo>
                  <a:pt x="460629" y="2373535"/>
                </a:lnTo>
                <a:cubicBezTo>
                  <a:pt x="462153" y="2373535"/>
                  <a:pt x="463296" y="2372297"/>
                  <a:pt x="463296" y="2370868"/>
                </a:cubicBezTo>
                <a:lnTo>
                  <a:pt x="463296" y="2357914"/>
                </a:lnTo>
                <a:cubicBezTo>
                  <a:pt x="463296" y="2356390"/>
                  <a:pt x="462058" y="2355247"/>
                  <a:pt x="460629" y="2355247"/>
                </a:cubicBezTo>
                <a:lnTo>
                  <a:pt x="456724" y="2355247"/>
                </a:lnTo>
                <a:lnTo>
                  <a:pt x="457010" y="2312575"/>
                </a:lnTo>
                <a:lnTo>
                  <a:pt x="578453" y="2185702"/>
                </a:lnTo>
                <a:cubicBezTo>
                  <a:pt x="580549" y="2187131"/>
                  <a:pt x="583121" y="2187893"/>
                  <a:pt x="585788" y="2187893"/>
                </a:cubicBezTo>
                <a:cubicBezTo>
                  <a:pt x="593217" y="2187893"/>
                  <a:pt x="599218" y="2181892"/>
                  <a:pt x="599218" y="2174462"/>
                </a:cubicBezTo>
                <a:cubicBezTo>
                  <a:pt x="599218" y="2167033"/>
                  <a:pt x="593217" y="2161032"/>
                  <a:pt x="585788" y="2161032"/>
                </a:cubicBezTo>
                <a:cubicBezTo>
                  <a:pt x="578358" y="2161032"/>
                  <a:pt x="572357" y="2167033"/>
                  <a:pt x="572357" y="2174462"/>
                </a:cubicBezTo>
                <a:cubicBezTo>
                  <a:pt x="572357" y="2177415"/>
                  <a:pt x="573405" y="2180177"/>
                  <a:pt x="575024" y="2182368"/>
                </a:cubicBezTo>
                <a:lnTo>
                  <a:pt x="452342" y="2310575"/>
                </a:lnTo>
                <a:lnTo>
                  <a:pt x="452057" y="2355152"/>
                </a:lnTo>
                <a:close/>
                <a:moveTo>
                  <a:pt x="585692" y="2165699"/>
                </a:moveTo>
                <a:cubicBezTo>
                  <a:pt x="590455" y="2165699"/>
                  <a:pt x="594360" y="2169605"/>
                  <a:pt x="594360" y="2174367"/>
                </a:cubicBezTo>
                <a:cubicBezTo>
                  <a:pt x="594360" y="2179130"/>
                  <a:pt x="590455" y="2183035"/>
                  <a:pt x="585692" y="2183035"/>
                </a:cubicBezTo>
                <a:cubicBezTo>
                  <a:pt x="580930" y="2183035"/>
                  <a:pt x="577025" y="2179130"/>
                  <a:pt x="577025" y="2174367"/>
                </a:cubicBezTo>
                <a:cubicBezTo>
                  <a:pt x="577025" y="2169605"/>
                  <a:pt x="580930" y="2165699"/>
                  <a:pt x="585692" y="2165699"/>
                </a:cubicBezTo>
                <a:close/>
                <a:moveTo>
                  <a:pt x="1663446" y="675989"/>
                </a:moveTo>
                <a:lnTo>
                  <a:pt x="1670590" y="675989"/>
                </a:lnTo>
                <a:lnTo>
                  <a:pt x="1670590" y="684467"/>
                </a:lnTo>
                <a:lnTo>
                  <a:pt x="1663446" y="684467"/>
                </a:lnTo>
                <a:lnTo>
                  <a:pt x="1663446" y="675989"/>
                </a:lnTo>
                <a:close/>
                <a:moveTo>
                  <a:pt x="1663446" y="709708"/>
                </a:moveTo>
                <a:lnTo>
                  <a:pt x="1670590" y="709708"/>
                </a:lnTo>
                <a:lnTo>
                  <a:pt x="1670590" y="718185"/>
                </a:lnTo>
                <a:lnTo>
                  <a:pt x="1663446" y="718185"/>
                </a:lnTo>
                <a:lnTo>
                  <a:pt x="1663446" y="709708"/>
                </a:lnTo>
                <a:close/>
                <a:moveTo>
                  <a:pt x="412433" y="4002786"/>
                </a:moveTo>
                <a:cubicBezTo>
                  <a:pt x="412814" y="4001929"/>
                  <a:pt x="413099" y="4000976"/>
                  <a:pt x="413099" y="3999929"/>
                </a:cubicBezTo>
                <a:lnTo>
                  <a:pt x="413099" y="3987260"/>
                </a:lnTo>
                <a:cubicBezTo>
                  <a:pt x="413099" y="3983546"/>
                  <a:pt x="410051" y="3980498"/>
                  <a:pt x="406241" y="3980498"/>
                </a:cubicBezTo>
                <a:lnTo>
                  <a:pt x="393573" y="3980498"/>
                </a:lnTo>
                <a:cubicBezTo>
                  <a:pt x="389858" y="3980498"/>
                  <a:pt x="386715" y="3983546"/>
                  <a:pt x="386715" y="3987260"/>
                </a:cubicBezTo>
                <a:lnTo>
                  <a:pt x="386715" y="3999929"/>
                </a:lnTo>
                <a:cubicBezTo>
                  <a:pt x="386715" y="4003643"/>
                  <a:pt x="389763" y="4006692"/>
                  <a:pt x="393573" y="4006692"/>
                </a:cubicBezTo>
                <a:lnTo>
                  <a:pt x="406241" y="4006692"/>
                </a:lnTo>
                <a:cubicBezTo>
                  <a:pt x="407194" y="4006692"/>
                  <a:pt x="408146" y="4006501"/>
                  <a:pt x="409004" y="4006120"/>
                </a:cubicBezTo>
                <a:lnTo>
                  <a:pt x="551974" y="4171664"/>
                </a:lnTo>
                <a:lnTo>
                  <a:pt x="551974" y="4230624"/>
                </a:lnTo>
                <a:lnTo>
                  <a:pt x="548164" y="4230624"/>
                </a:lnTo>
                <a:cubicBezTo>
                  <a:pt x="542735" y="4230624"/>
                  <a:pt x="538353" y="4235006"/>
                  <a:pt x="538353" y="4240435"/>
                </a:cubicBezTo>
                <a:lnTo>
                  <a:pt x="538353" y="4279106"/>
                </a:lnTo>
                <a:cubicBezTo>
                  <a:pt x="538353" y="4284536"/>
                  <a:pt x="542735" y="4288917"/>
                  <a:pt x="548164" y="4288917"/>
                </a:cubicBezTo>
                <a:lnTo>
                  <a:pt x="560546" y="4288917"/>
                </a:lnTo>
                <a:cubicBezTo>
                  <a:pt x="565976" y="4288917"/>
                  <a:pt x="570357" y="4284536"/>
                  <a:pt x="570357" y="4279106"/>
                </a:cubicBezTo>
                <a:lnTo>
                  <a:pt x="570357" y="4240435"/>
                </a:lnTo>
                <a:cubicBezTo>
                  <a:pt x="570357" y="4235006"/>
                  <a:pt x="565976" y="4230624"/>
                  <a:pt x="560546" y="4230624"/>
                </a:cubicBezTo>
                <a:lnTo>
                  <a:pt x="556832" y="4230624"/>
                </a:lnTo>
                <a:lnTo>
                  <a:pt x="556832" y="4169855"/>
                </a:lnTo>
                <a:lnTo>
                  <a:pt x="412528" y="4002786"/>
                </a:lnTo>
                <a:close/>
                <a:moveTo>
                  <a:pt x="408337" y="3999834"/>
                </a:moveTo>
                <a:cubicBezTo>
                  <a:pt x="408337" y="4000976"/>
                  <a:pt x="407384" y="4001834"/>
                  <a:pt x="406241" y="4001834"/>
                </a:cubicBezTo>
                <a:lnTo>
                  <a:pt x="393573" y="4001834"/>
                </a:lnTo>
                <a:cubicBezTo>
                  <a:pt x="392430" y="4001834"/>
                  <a:pt x="391478" y="4000881"/>
                  <a:pt x="391478" y="3999834"/>
                </a:cubicBezTo>
                <a:lnTo>
                  <a:pt x="391478" y="3987165"/>
                </a:lnTo>
                <a:cubicBezTo>
                  <a:pt x="391478" y="3986022"/>
                  <a:pt x="392430" y="3985165"/>
                  <a:pt x="393573" y="3985165"/>
                </a:cubicBezTo>
                <a:lnTo>
                  <a:pt x="406241" y="3985165"/>
                </a:lnTo>
                <a:cubicBezTo>
                  <a:pt x="407384" y="3985165"/>
                  <a:pt x="408337" y="3986117"/>
                  <a:pt x="408337" y="3987165"/>
                </a:cubicBezTo>
                <a:lnTo>
                  <a:pt x="408337" y="3999834"/>
                </a:lnTo>
                <a:close/>
                <a:moveTo>
                  <a:pt x="565499" y="4279011"/>
                </a:moveTo>
                <a:cubicBezTo>
                  <a:pt x="565499" y="4281773"/>
                  <a:pt x="563213" y="4284060"/>
                  <a:pt x="560451" y="4284060"/>
                </a:cubicBezTo>
                <a:lnTo>
                  <a:pt x="548069" y="4284060"/>
                </a:lnTo>
                <a:cubicBezTo>
                  <a:pt x="545306" y="4284060"/>
                  <a:pt x="543020" y="4281773"/>
                  <a:pt x="543020" y="4279011"/>
                </a:cubicBezTo>
                <a:lnTo>
                  <a:pt x="543020" y="4277678"/>
                </a:lnTo>
                <a:lnTo>
                  <a:pt x="565404" y="4277678"/>
                </a:lnTo>
                <a:lnTo>
                  <a:pt x="565404" y="4279011"/>
                </a:lnTo>
                <a:close/>
                <a:moveTo>
                  <a:pt x="565499" y="4271772"/>
                </a:moveTo>
                <a:lnTo>
                  <a:pt x="543116" y="4271772"/>
                </a:lnTo>
                <a:lnTo>
                  <a:pt x="543116" y="4253294"/>
                </a:lnTo>
                <a:lnTo>
                  <a:pt x="565499" y="4253294"/>
                </a:lnTo>
                <a:lnTo>
                  <a:pt x="565499" y="4271772"/>
                </a:lnTo>
                <a:close/>
                <a:moveTo>
                  <a:pt x="565499" y="4250436"/>
                </a:moveTo>
                <a:lnTo>
                  <a:pt x="543116" y="4250436"/>
                </a:lnTo>
                <a:lnTo>
                  <a:pt x="543116" y="4245197"/>
                </a:lnTo>
                <a:lnTo>
                  <a:pt x="565499" y="4245197"/>
                </a:lnTo>
                <a:lnTo>
                  <a:pt x="565499" y="4250436"/>
                </a:lnTo>
                <a:close/>
                <a:moveTo>
                  <a:pt x="560451" y="4235292"/>
                </a:moveTo>
                <a:cubicBezTo>
                  <a:pt x="563213" y="4235292"/>
                  <a:pt x="565499" y="4237578"/>
                  <a:pt x="565499" y="4240340"/>
                </a:cubicBezTo>
                <a:lnTo>
                  <a:pt x="565499" y="4240530"/>
                </a:lnTo>
                <a:lnTo>
                  <a:pt x="543116" y="4240530"/>
                </a:lnTo>
                <a:lnTo>
                  <a:pt x="543116" y="4240340"/>
                </a:lnTo>
                <a:cubicBezTo>
                  <a:pt x="543116" y="4237578"/>
                  <a:pt x="545402" y="4235292"/>
                  <a:pt x="548164" y="4235292"/>
                </a:cubicBezTo>
                <a:lnTo>
                  <a:pt x="560546" y="4235292"/>
                </a:lnTo>
                <a:close/>
                <a:moveTo>
                  <a:pt x="497681" y="4394740"/>
                </a:moveTo>
                <a:lnTo>
                  <a:pt x="502253" y="4400264"/>
                </a:lnTo>
                <a:lnTo>
                  <a:pt x="495681" y="4405694"/>
                </a:lnTo>
                <a:lnTo>
                  <a:pt x="491109" y="4400169"/>
                </a:lnTo>
                <a:lnTo>
                  <a:pt x="497681" y="4394740"/>
                </a:lnTo>
                <a:close/>
                <a:moveTo>
                  <a:pt x="449294" y="4443889"/>
                </a:moveTo>
                <a:lnTo>
                  <a:pt x="444722" y="4438364"/>
                </a:lnTo>
                <a:lnTo>
                  <a:pt x="441293" y="4441222"/>
                </a:lnTo>
                <a:cubicBezTo>
                  <a:pt x="436912" y="4437888"/>
                  <a:pt x="430721" y="4438269"/>
                  <a:pt x="426911" y="4442365"/>
                </a:cubicBezTo>
                <a:cubicBezTo>
                  <a:pt x="425006" y="4444461"/>
                  <a:pt x="424053" y="4447223"/>
                  <a:pt x="424148" y="4450080"/>
                </a:cubicBezTo>
                <a:cubicBezTo>
                  <a:pt x="424244" y="4452938"/>
                  <a:pt x="425482" y="4455510"/>
                  <a:pt x="427673" y="4457414"/>
                </a:cubicBezTo>
                <a:cubicBezTo>
                  <a:pt x="429673" y="4459224"/>
                  <a:pt x="432149" y="4460177"/>
                  <a:pt x="434816" y="4460177"/>
                </a:cubicBezTo>
                <a:cubicBezTo>
                  <a:pt x="435007" y="4460177"/>
                  <a:pt x="435197" y="4460177"/>
                  <a:pt x="435388" y="4460177"/>
                </a:cubicBezTo>
                <a:cubicBezTo>
                  <a:pt x="438245" y="4460081"/>
                  <a:pt x="440817" y="4458843"/>
                  <a:pt x="442722" y="4456653"/>
                </a:cubicBezTo>
                <a:cubicBezTo>
                  <a:pt x="444627" y="4454557"/>
                  <a:pt x="445580" y="4451795"/>
                  <a:pt x="445484" y="4448937"/>
                </a:cubicBezTo>
                <a:cubicBezTo>
                  <a:pt x="445484" y="4447794"/>
                  <a:pt x="445103" y="4446746"/>
                  <a:pt x="444627" y="4445699"/>
                </a:cubicBezTo>
                <a:lnTo>
                  <a:pt x="445580" y="4446842"/>
                </a:lnTo>
                <a:lnTo>
                  <a:pt x="449294" y="4443794"/>
                </a:lnTo>
                <a:close/>
                <a:moveTo>
                  <a:pt x="439198" y="4453509"/>
                </a:moveTo>
                <a:cubicBezTo>
                  <a:pt x="438150" y="4454652"/>
                  <a:pt x="436721" y="4455414"/>
                  <a:pt x="435102" y="4455414"/>
                </a:cubicBezTo>
                <a:cubicBezTo>
                  <a:pt x="433578" y="4455414"/>
                  <a:pt x="432054" y="4454938"/>
                  <a:pt x="430816" y="4453890"/>
                </a:cubicBezTo>
                <a:lnTo>
                  <a:pt x="430816" y="4453890"/>
                </a:lnTo>
                <a:cubicBezTo>
                  <a:pt x="429673" y="4452843"/>
                  <a:pt x="429006" y="4451414"/>
                  <a:pt x="428911" y="4449795"/>
                </a:cubicBezTo>
                <a:cubicBezTo>
                  <a:pt x="428911" y="4448175"/>
                  <a:pt x="429387" y="4446746"/>
                  <a:pt x="430435" y="4445508"/>
                </a:cubicBezTo>
                <a:cubicBezTo>
                  <a:pt x="431578" y="4444270"/>
                  <a:pt x="433197" y="4443603"/>
                  <a:pt x="434816" y="4443603"/>
                </a:cubicBezTo>
                <a:cubicBezTo>
                  <a:pt x="436245" y="4443603"/>
                  <a:pt x="437674" y="4444079"/>
                  <a:pt x="438817" y="4445127"/>
                </a:cubicBezTo>
                <a:cubicBezTo>
                  <a:pt x="439960" y="4446175"/>
                  <a:pt x="440627" y="4447604"/>
                  <a:pt x="440722" y="4449223"/>
                </a:cubicBezTo>
                <a:cubicBezTo>
                  <a:pt x="440722" y="4450842"/>
                  <a:pt x="440246" y="4452271"/>
                  <a:pt x="439198" y="4453509"/>
                </a:cubicBezTo>
                <a:close/>
                <a:moveTo>
                  <a:pt x="1703261" y="502539"/>
                </a:moveTo>
                <a:lnTo>
                  <a:pt x="1703261" y="515493"/>
                </a:lnTo>
                <a:cubicBezTo>
                  <a:pt x="1703261" y="517017"/>
                  <a:pt x="1702022" y="518160"/>
                  <a:pt x="1700594" y="518160"/>
                </a:cubicBezTo>
                <a:lnTo>
                  <a:pt x="1688782" y="518160"/>
                </a:lnTo>
                <a:lnTo>
                  <a:pt x="1669447" y="542925"/>
                </a:lnTo>
                <a:lnTo>
                  <a:pt x="1669447" y="623411"/>
                </a:lnTo>
                <a:lnTo>
                  <a:pt x="1664684" y="623411"/>
                </a:lnTo>
                <a:lnTo>
                  <a:pt x="1664684" y="541306"/>
                </a:lnTo>
                <a:lnTo>
                  <a:pt x="1684973" y="515303"/>
                </a:lnTo>
                <a:lnTo>
                  <a:pt x="1684973" y="502539"/>
                </a:lnTo>
                <a:cubicBezTo>
                  <a:pt x="1684973" y="501015"/>
                  <a:pt x="1686211" y="499872"/>
                  <a:pt x="1687640" y="499872"/>
                </a:cubicBezTo>
                <a:lnTo>
                  <a:pt x="1700594" y="499872"/>
                </a:lnTo>
                <a:cubicBezTo>
                  <a:pt x="1702118" y="499872"/>
                  <a:pt x="1703261" y="501110"/>
                  <a:pt x="1703261" y="502539"/>
                </a:cubicBezTo>
                <a:close/>
                <a:moveTo>
                  <a:pt x="1663446" y="629031"/>
                </a:moveTo>
                <a:lnTo>
                  <a:pt x="1670590" y="629031"/>
                </a:lnTo>
                <a:lnTo>
                  <a:pt x="1670590" y="633794"/>
                </a:lnTo>
                <a:lnTo>
                  <a:pt x="1663446" y="633794"/>
                </a:lnTo>
                <a:lnTo>
                  <a:pt x="1663446" y="629031"/>
                </a:lnTo>
                <a:close/>
                <a:moveTo>
                  <a:pt x="1734884" y="504444"/>
                </a:moveTo>
                <a:lnTo>
                  <a:pt x="1742027" y="504444"/>
                </a:lnTo>
                <a:lnTo>
                  <a:pt x="1742027" y="512921"/>
                </a:lnTo>
                <a:lnTo>
                  <a:pt x="1734884" y="512921"/>
                </a:lnTo>
                <a:lnTo>
                  <a:pt x="1734884" y="504444"/>
                </a:lnTo>
                <a:close/>
                <a:moveTo>
                  <a:pt x="1663446" y="659130"/>
                </a:moveTo>
                <a:lnTo>
                  <a:pt x="1670590" y="659130"/>
                </a:lnTo>
                <a:lnTo>
                  <a:pt x="1670590" y="667607"/>
                </a:lnTo>
                <a:lnTo>
                  <a:pt x="1663446" y="667607"/>
                </a:lnTo>
                <a:lnTo>
                  <a:pt x="1663446" y="659130"/>
                </a:lnTo>
                <a:close/>
                <a:moveTo>
                  <a:pt x="1734884" y="487585"/>
                </a:moveTo>
                <a:lnTo>
                  <a:pt x="1742027" y="487585"/>
                </a:lnTo>
                <a:lnTo>
                  <a:pt x="1742027" y="496062"/>
                </a:lnTo>
                <a:lnTo>
                  <a:pt x="1734884" y="496062"/>
                </a:lnTo>
                <a:lnTo>
                  <a:pt x="1734884" y="487585"/>
                </a:lnTo>
                <a:close/>
                <a:moveTo>
                  <a:pt x="133636" y="4421029"/>
                </a:moveTo>
                <a:cubicBezTo>
                  <a:pt x="139541" y="4421029"/>
                  <a:pt x="144399" y="4416171"/>
                  <a:pt x="144399" y="4410266"/>
                </a:cubicBezTo>
                <a:lnTo>
                  <a:pt x="144399" y="4365689"/>
                </a:lnTo>
                <a:lnTo>
                  <a:pt x="151162" y="4365689"/>
                </a:lnTo>
                <a:cubicBezTo>
                  <a:pt x="152495" y="4365689"/>
                  <a:pt x="153543" y="4364641"/>
                  <a:pt x="153543" y="4363307"/>
                </a:cubicBezTo>
                <a:lnTo>
                  <a:pt x="153543" y="4362260"/>
                </a:lnTo>
                <a:lnTo>
                  <a:pt x="208121" y="4361974"/>
                </a:lnTo>
                <a:lnTo>
                  <a:pt x="208979" y="4361974"/>
                </a:lnTo>
                <a:lnTo>
                  <a:pt x="353663" y="4237578"/>
                </a:lnTo>
                <a:cubicBezTo>
                  <a:pt x="354521" y="4238244"/>
                  <a:pt x="355283" y="4239102"/>
                  <a:pt x="356330" y="4239578"/>
                </a:cubicBezTo>
                <a:cubicBezTo>
                  <a:pt x="358045" y="4240435"/>
                  <a:pt x="359950" y="4240816"/>
                  <a:pt x="361760" y="4240816"/>
                </a:cubicBezTo>
                <a:cubicBezTo>
                  <a:pt x="363188" y="4240816"/>
                  <a:pt x="364617" y="4240530"/>
                  <a:pt x="365951" y="4240054"/>
                </a:cubicBezTo>
                <a:cubicBezTo>
                  <a:pt x="372523" y="4237768"/>
                  <a:pt x="376047" y="4230529"/>
                  <a:pt x="373666" y="4223957"/>
                </a:cubicBezTo>
                <a:cubicBezTo>
                  <a:pt x="371380" y="4217385"/>
                  <a:pt x="364141" y="4213955"/>
                  <a:pt x="357569" y="4216146"/>
                </a:cubicBezTo>
                <a:cubicBezTo>
                  <a:pt x="354425" y="4217289"/>
                  <a:pt x="351854" y="4219575"/>
                  <a:pt x="350330" y="4222623"/>
                </a:cubicBezTo>
                <a:cubicBezTo>
                  <a:pt x="348901" y="4225671"/>
                  <a:pt x="348710" y="4229100"/>
                  <a:pt x="349758" y="4232244"/>
                </a:cubicBezTo>
                <a:cubicBezTo>
                  <a:pt x="349949" y="4232815"/>
                  <a:pt x="350330" y="4233196"/>
                  <a:pt x="350615" y="4233768"/>
                </a:cubicBezTo>
                <a:lnTo>
                  <a:pt x="207169" y="4357116"/>
                </a:lnTo>
                <a:lnTo>
                  <a:pt x="153448" y="4357402"/>
                </a:lnTo>
                <a:lnTo>
                  <a:pt x="153448" y="4355211"/>
                </a:lnTo>
                <a:cubicBezTo>
                  <a:pt x="153448" y="4353878"/>
                  <a:pt x="152400" y="4352830"/>
                  <a:pt x="151067" y="4352830"/>
                </a:cubicBezTo>
                <a:lnTo>
                  <a:pt x="133826" y="4352830"/>
                </a:lnTo>
                <a:lnTo>
                  <a:pt x="111062" y="4330446"/>
                </a:lnTo>
                <a:lnTo>
                  <a:pt x="5429" y="4330732"/>
                </a:lnTo>
                <a:lnTo>
                  <a:pt x="4477" y="4330732"/>
                </a:lnTo>
                <a:lnTo>
                  <a:pt x="0" y="4335018"/>
                </a:lnTo>
                <a:lnTo>
                  <a:pt x="0" y="4341590"/>
                </a:lnTo>
                <a:lnTo>
                  <a:pt x="6382" y="4335495"/>
                </a:lnTo>
                <a:lnTo>
                  <a:pt x="109157" y="4335209"/>
                </a:lnTo>
                <a:lnTo>
                  <a:pt x="130492" y="4356259"/>
                </a:lnTo>
                <a:lnTo>
                  <a:pt x="130492" y="4363212"/>
                </a:lnTo>
                <a:cubicBezTo>
                  <a:pt x="130492" y="4364546"/>
                  <a:pt x="131540" y="4365594"/>
                  <a:pt x="132874" y="4365594"/>
                </a:cubicBezTo>
                <a:lnTo>
                  <a:pt x="139541" y="4365594"/>
                </a:lnTo>
                <a:lnTo>
                  <a:pt x="139541" y="4410170"/>
                </a:lnTo>
                <a:cubicBezTo>
                  <a:pt x="139541" y="4413504"/>
                  <a:pt x="136874" y="4416171"/>
                  <a:pt x="133541" y="4416171"/>
                </a:cubicBezTo>
                <a:cubicBezTo>
                  <a:pt x="130207" y="4416171"/>
                  <a:pt x="127540" y="4413504"/>
                  <a:pt x="127540" y="4410170"/>
                </a:cubicBezTo>
                <a:lnTo>
                  <a:pt x="127540" y="4372166"/>
                </a:lnTo>
                <a:cubicBezTo>
                  <a:pt x="127540" y="4366260"/>
                  <a:pt x="122682" y="4361403"/>
                  <a:pt x="116777" y="4361403"/>
                </a:cubicBezTo>
                <a:cubicBezTo>
                  <a:pt x="110871" y="4361403"/>
                  <a:pt x="106013" y="4366260"/>
                  <a:pt x="106013" y="4372166"/>
                </a:cubicBezTo>
                <a:lnTo>
                  <a:pt x="106013" y="4410170"/>
                </a:lnTo>
                <a:cubicBezTo>
                  <a:pt x="106013" y="4413504"/>
                  <a:pt x="103346" y="4416171"/>
                  <a:pt x="100013" y="4416171"/>
                </a:cubicBezTo>
                <a:cubicBezTo>
                  <a:pt x="96679" y="4416171"/>
                  <a:pt x="94012" y="4413504"/>
                  <a:pt x="94012" y="4410170"/>
                </a:cubicBezTo>
                <a:lnTo>
                  <a:pt x="94012" y="4372070"/>
                </a:lnTo>
                <a:cubicBezTo>
                  <a:pt x="94012" y="4366165"/>
                  <a:pt x="89154" y="4361307"/>
                  <a:pt x="83248" y="4361307"/>
                </a:cubicBezTo>
                <a:cubicBezTo>
                  <a:pt x="77343" y="4361307"/>
                  <a:pt x="72485" y="4366165"/>
                  <a:pt x="72485" y="4372070"/>
                </a:cubicBezTo>
                <a:lnTo>
                  <a:pt x="72485" y="4414552"/>
                </a:lnTo>
                <a:lnTo>
                  <a:pt x="65723" y="4414552"/>
                </a:lnTo>
                <a:cubicBezTo>
                  <a:pt x="64389" y="4414552"/>
                  <a:pt x="63341" y="4415600"/>
                  <a:pt x="63341" y="4416933"/>
                </a:cubicBezTo>
                <a:lnTo>
                  <a:pt x="63341" y="4424934"/>
                </a:lnTo>
                <a:cubicBezTo>
                  <a:pt x="63341" y="4426268"/>
                  <a:pt x="64389" y="4427315"/>
                  <a:pt x="65723" y="4427315"/>
                </a:cubicBezTo>
                <a:lnTo>
                  <a:pt x="74486" y="4427315"/>
                </a:lnTo>
                <a:lnTo>
                  <a:pt x="96965" y="4447699"/>
                </a:lnTo>
                <a:lnTo>
                  <a:pt x="147923" y="4447985"/>
                </a:lnTo>
                <a:lnTo>
                  <a:pt x="191833" y="4487513"/>
                </a:lnTo>
                <a:cubicBezTo>
                  <a:pt x="191548" y="4488371"/>
                  <a:pt x="191262" y="4489228"/>
                  <a:pt x="191262" y="4490085"/>
                </a:cubicBezTo>
                <a:cubicBezTo>
                  <a:pt x="191262" y="4494848"/>
                  <a:pt x="195072" y="4498753"/>
                  <a:pt x="199835" y="4498848"/>
                </a:cubicBezTo>
                <a:lnTo>
                  <a:pt x="199835" y="4498848"/>
                </a:lnTo>
                <a:cubicBezTo>
                  <a:pt x="204597" y="4498848"/>
                  <a:pt x="208502" y="4495038"/>
                  <a:pt x="208502" y="4490276"/>
                </a:cubicBezTo>
                <a:cubicBezTo>
                  <a:pt x="208502" y="4487990"/>
                  <a:pt x="207645" y="4485799"/>
                  <a:pt x="206026" y="4484085"/>
                </a:cubicBezTo>
                <a:cubicBezTo>
                  <a:pt x="204407" y="4482465"/>
                  <a:pt x="202216" y="4481513"/>
                  <a:pt x="199930" y="4481513"/>
                </a:cubicBezTo>
                <a:lnTo>
                  <a:pt x="199930" y="4481513"/>
                </a:lnTo>
                <a:cubicBezTo>
                  <a:pt x="197930" y="4481513"/>
                  <a:pt x="196120" y="4482275"/>
                  <a:pt x="194596" y="4483513"/>
                </a:cubicBezTo>
                <a:lnTo>
                  <a:pt x="149828" y="4443222"/>
                </a:lnTo>
                <a:lnTo>
                  <a:pt x="98870" y="4442937"/>
                </a:lnTo>
                <a:lnTo>
                  <a:pt x="81629" y="4427315"/>
                </a:lnTo>
                <a:lnTo>
                  <a:pt x="84011" y="4427315"/>
                </a:lnTo>
                <a:cubicBezTo>
                  <a:pt x="85344" y="4427315"/>
                  <a:pt x="86392" y="4426268"/>
                  <a:pt x="86392" y="4424934"/>
                </a:cubicBezTo>
                <a:lnTo>
                  <a:pt x="86392" y="4416933"/>
                </a:lnTo>
                <a:cubicBezTo>
                  <a:pt x="86392" y="4415600"/>
                  <a:pt x="85344" y="4414552"/>
                  <a:pt x="84011" y="4414552"/>
                </a:cubicBezTo>
                <a:lnTo>
                  <a:pt x="77248" y="4414552"/>
                </a:lnTo>
                <a:lnTo>
                  <a:pt x="77248" y="4372070"/>
                </a:lnTo>
                <a:cubicBezTo>
                  <a:pt x="77248" y="4368737"/>
                  <a:pt x="79915" y="4366070"/>
                  <a:pt x="83248" y="4366070"/>
                </a:cubicBezTo>
                <a:cubicBezTo>
                  <a:pt x="86582" y="4366070"/>
                  <a:pt x="89249" y="4368737"/>
                  <a:pt x="89249" y="4372070"/>
                </a:cubicBezTo>
                <a:lnTo>
                  <a:pt x="89249" y="4410170"/>
                </a:lnTo>
                <a:cubicBezTo>
                  <a:pt x="89249" y="4416076"/>
                  <a:pt x="94107" y="4420934"/>
                  <a:pt x="100013" y="4420934"/>
                </a:cubicBezTo>
                <a:cubicBezTo>
                  <a:pt x="105918" y="4420934"/>
                  <a:pt x="110776" y="4416076"/>
                  <a:pt x="110776" y="4410170"/>
                </a:cubicBezTo>
                <a:lnTo>
                  <a:pt x="110776" y="4372166"/>
                </a:lnTo>
                <a:cubicBezTo>
                  <a:pt x="110776" y="4368832"/>
                  <a:pt x="113443" y="4366165"/>
                  <a:pt x="116777" y="4366165"/>
                </a:cubicBezTo>
                <a:cubicBezTo>
                  <a:pt x="120110" y="4366165"/>
                  <a:pt x="122777" y="4368832"/>
                  <a:pt x="122777" y="4372166"/>
                </a:cubicBezTo>
                <a:lnTo>
                  <a:pt x="122777" y="4410170"/>
                </a:lnTo>
                <a:cubicBezTo>
                  <a:pt x="122777" y="4416076"/>
                  <a:pt x="127635" y="4420934"/>
                  <a:pt x="133541" y="4420934"/>
                </a:cubicBezTo>
                <a:close/>
                <a:moveTo>
                  <a:pt x="354711" y="4224719"/>
                </a:moveTo>
                <a:cubicBezTo>
                  <a:pt x="355664" y="4222814"/>
                  <a:pt x="357188" y="4221385"/>
                  <a:pt x="359188" y="4220718"/>
                </a:cubicBezTo>
                <a:cubicBezTo>
                  <a:pt x="360045" y="4220432"/>
                  <a:pt x="360902" y="4220242"/>
                  <a:pt x="361760" y="4220242"/>
                </a:cubicBezTo>
                <a:cubicBezTo>
                  <a:pt x="364998" y="4220242"/>
                  <a:pt x="368046" y="4222242"/>
                  <a:pt x="369189" y="4225481"/>
                </a:cubicBezTo>
                <a:cubicBezTo>
                  <a:pt x="370618" y="4229577"/>
                  <a:pt x="368427" y="4234053"/>
                  <a:pt x="364331" y="4235482"/>
                </a:cubicBezTo>
                <a:cubicBezTo>
                  <a:pt x="362331" y="4236244"/>
                  <a:pt x="360236" y="4236054"/>
                  <a:pt x="358331" y="4235196"/>
                </a:cubicBezTo>
                <a:cubicBezTo>
                  <a:pt x="356426" y="4234244"/>
                  <a:pt x="354997" y="4232720"/>
                  <a:pt x="354330" y="4230720"/>
                </a:cubicBezTo>
                <a:lnTo>
                  <a:pt x="354330" y="4230720"/>
                </a:lnTo>
                <a:cubicBezTo>
                  <a:pt x="353663" y="4228719"/>
                  <a:pt x="353759" y="4226624"/>
                  <a:pt x="354711" y="4224719"/>
                </a:cubicBezTo>
                <a:close/>
                <a:moveTo>
                  <a:pt x="135350" y="4360926"/>
                </a:moveTo>
                <a:lnTo>
                  <a:pt x="135350" y="4357688"/>
                </a:lnTo>
                <a:lnTo>
                  <a:pt x="148781" y="4357688"/>
                </a:lnTo>
                <a:lnTo>
                  <a:pt x="148781" y="4360926"/>
                </a:lnTo>
                <a:lnTo>
                  <a:pt x="135350" y="4360926"/>
                </a:lnTo>
                <a:close/>
                <a:moveTo>
                  <a:pt x="197168" y="4488085"/>
                </a:moveTo>
                <a:lnTo>
                  <a:pt x="197834" y="4487323"/>
                </a:lnTo>
                <a:cubicBezTo>
                  <a:pt x="198501" y="4486752"/>
                  <a:pt x="199358" y="4486370"/>
                  <a:pt x="200311" y="4486370"/>
                </a:cubicBezTo>
                <a:cubicBezTo>
                  <a:pt x="201358" y="4486370"/>
                  <a:pt x="202311" y="4486752"/>
                  <a:pt x="203073" y="4487513"/>
                </a:cubicBezTo>
                <a:cubicBezTo>
                  <a:pt x="203835" y="4488276"/>
                  <a:pt x="204216" y="4489228"/>
                  <a:pt x="204216" y="4490276"/>
                </a:cubicBezTo>
                <a:cubicBezTo>
                  <a:pt x="204216" y="4492371"/>
                  <a:pt x="202406" y="4494181"/>
                  <a:pt x="200311" y="4494181"/>
                </a:cubicBezTo>
                <a:lnTo>
                  <a:pt x="200311" y="4494181"/>
                </a:lnTo>
                <a:cubicBezTo>
                  <a:pt x="198120" y="4494181"/>
                  <a:pt x="196406" y="4492371"/>
                  <a:pt x="196406" y="4490276"/>
                </a:cubicBezTo>
                <a:cubicBezTo>
                  <a:pt x="196406" y="4489514"/>
                  <a:pt x="196691" y="4488752"/>
                  <a:pt x="197168" y="4488085"/>
                </a:cubicBezTo>
                <a:close/>
                <a:moveTo>
                  <a:pt x="81915" y="4419410"/>
                </a:moveTo>
                <a:lnTo>
                  <a:pt x="81915" y="4422648"/>
                </a:lnTo>
                <a:lnTo>
                  <a:pt x="68485" y="4422648"/>
                </a:lnTo>
                <a:lnTo>
                  <a:pt x="68485" y="4419410"/>
                </a:lnTo>
                <a:lnTo>
                  <a:pt x="81915" y="4419410"/>
                </a:lnTo>
                <a:close/>
                <a:moveTo>
                  <a:pt x="1793939" y="675037"/>
                </a:moveTo>
                <a:cubicBezTo>
                  <a:pt x="1793939" y="667607"/>
                  <a:pt x="1787938" y="661607"/>
                  <a:pt x="1780508" y="661607"/>
                </a:cubicBezTo>
                <a:cubicBezTo>
                  <a:pt x="1773079" y="661607"/>
                  <a:pt x="1767078" y="667607"/>
                  <a:pt x="1767078" y="675037"/>
                </a:cubicBezTo>
                <a:cubicBezTo>
                  <a:pt x="1767078" y="681609"/>
                  <a:pt x="1771841" y="687134"/>
                  <a:pt x="1778127" y="688277"/>
                </a:cubicBezTo>
                <a:lnTo>
                  <a:pt x="1778127" y="737711"/>
                </a:lnTo>
                <a:lnTo>
                  <a:pt x="1749171" y="761524"/>
                </a:lnTo>
                <a:lnTo>
                  <a:pt x="1706309" y="761524"/>
                </a:lnTo>
                <a:lnTo>
                  <a:pt x="1706309" y="757428"/>
                </a:lnTo>
                <a:cubicBezTo>
                  <a:pt x="1706309" y="755904"/>
                  <a:pt x="1705070" y="754761"/>
                  <a:pt x="1703642" y="754761"/>
                </a:cubicBezTo>
                <a:lnTo>
                  <a:pt x="1690688" y="754761"/>
                </a:lnTo>
                <a:cubicBezTo>
                  <a:pt x="1689164" y="754761"/>
                  <a:pt x="1688021" y="755999"/>
                  <a:pt x="1688021" y="757428"/>
                </a:cubicBezTo>
                <a:lnTo>
                  <a:pt x="1688021" y="770382"/>
                </a:lnTo>
                <a:cubicBezTo>
                  <a:pt x="1688021" y="771906"/>
                  <a:pt x="1689259" y="773049"/>
                  <a:pt x="1690688" y="773049"/>
                </a:cubicBezTo>
                <a:lnTo>
                  <a:pt x="1703642" y="773049"/>
                </a:lnTo>
                <a:cubicBezTo>
                  <a:pt x="1705166" y="773049"/>
                  <a:pt x="1706309" y="771811"/>
                  <a:pt x="1706309" y="770382"/>
                </a:cubicBezTo>
                <a:lnTo>
                  <a:pt x="1706309" y="766286"/>
                </a:lnTo>
                <a:lnTo>
                  <a:pt x="1750886" y="766286"/>
                </a:lnTo>
                <a:lnTo>
                  <a:pt x="1782890" y="739902"/>
                </a:lnTo>
                <a:lnTo>
                  <a:pt x="1782890" y="688277"/>
                </a:lnTo>
                <a:cubicBezTo>
                  <a:pt x="1789176" y="687134"/>
                  <a:pt x="1793939" y="681704"/>
                  <a:pt x="1793939" y="675037"/>
                </a:cubicBezTo>
                <a:close/>
                <a:moveTo>
                  <a:pt x="1780508" y="683704"/>
                </a:moveTo>
                <a:cubicBezTo>
                  <a:pt x="1775746" y="683704"/>
                  <a:pt x="1771841" y="679799"/>
                  <a:pt x="1771841" y="675037"/>
                </a:cubicBezTo>
                <a:cubicBezTo>
                  <a:pt x="1771841" y="670274"/>
                  <a:pt x="1775746" y="666369"/>
                  <a:pt x="1780508" y="666369"/>
                </a:cubicBezTo>
                <a:cubicBezTo>
                  <a:pt x="1785271" y="666369"/>
                  <a:pt x="1789176" y="670274"/>
                  <a:pt x="1789176" y="675037"/>
                </a:cubicBezTo>
                <a:cubicBezTo>
                  <a:pt x="1789176" y="679799"/>
                  <a:pt x="1785271" y="683704"/>
                  <a:pt x="1780508" y="683704"/>
                </a:cubicBezTo>
                <a:close/>
                <a:moveTo>
                  <a:pt x="1663446" y="642271"/>
                </a:moveTo>
                <a:lnTo>
                  <a:pt x="1670590" y="642271"/>
                </a:lnTo>
                <a:lnTo>
                  <a:pt x="1670590" y="650748"/>
                </a:lnTo>
                <a:lnTo>
                  <a:pt x="1663446" y="650748"/>
                </a:lnTo>
                <a:lnTo>
                  <a:pt x="1663446" y="642271"/>
                </a:lnTo>
                <a:close/>
                <a:moveTo>
                  <a:pt x="512445" y="4332256"/>
                </a:moveTo>
                <a:lnTo>
                  <a:pt x="512445" y="4319588"/>
                </a:lnTo>
                <a:cubicBezTo>
                  <a:pt x="512445" y="4315873"/>
                  <a:pt x="509397" y="4312730"/>
                  <a:pt x="505587" y="4312730"/>
                </a:cubicBezTo>
                <a:lnTo>
                  <a:pt x="501587" y="4312730"/>
                </a:lnTo>
                <a:lnTo>
                  <a:pt x="501587" y="4169855"/>
                </a:lnTo>
                <a:lnTo>
                  <a:pt x="357473" y="4002977"/>
                </a:lnTo>
                <a:cubicBezTo>
                  <a:pt x="358045" y="4002215"/>
                  <a:pt x="358807" y="4001548"/>
                  <a:pt x="359188" y="4000691"/>
                </a:cubicBezTo>
                <a:cubicBezTo>
                  <a:pt x="360617" y="3997643"/>
                  <a:pt x="360807" y="3994213"/>
                  <a:pt x="359759" y="3991070"/>
                </a:cubicBezTo>
                <a:cubicBezTo>
                  <a:pt x="358616" y="3987832"/>
                  <a:pt x="356330" y="3985355"/>
                  <a:pt x="353282" y="3983831"/>
                </a:cubicBezTo>
                <a:cubicBezTo>
                  <a:pt x="350234" y="3982403"/>
                  <a:pt x="346805" y="3982212"/>
                  <a:pt x="343662" y="3983260"/>
                </a:cubicBezTo>
                <a:cubicBezTo>
                  <a:pt x="337090" y="3985546"/>
                  <a:pt x="333565" y="3992785"/>
                  <a:pt x="335947" y="3999357"/>
                </a:cubicBezTo>
                <a:cubicBezTo>
                  <a:pt x="337757" y="4004596"/>
                  <a:pt x="342614" y="4007834"/>
                  <a:pt x="347853" y="4007834"/>
                </a:cubicBezTo>
                <a:cubicBezTo>
                  <a:pt x="349282" y="4007834"/>
                  <a:pt x="350615" y="4007644"/>
                  <a:pt x="352044" y="4007168"/>
                </a:cubicBezTo>
                <a:cubicBezTo>
                  <a:pt x="352711" y="4006882"/>
                  <a:pt x="353282" y="4006405"/>
                  <a:pt x="353854" y="4006120"/>
                </a:cubicBezTo>
                <a:lnTo>
                  <a:pt x="496919" y="4171664"/>
                </a:lnTo>
                <a:lnTo>
                  <a:pt x="496919" y="4312825"/>
                </a:lnTo>
                <a:lnTo>
                  <a:pt x="493014" y="4312825"/>
                </a:lnTo>
                <a:cubicBezTo>
                  <a:pt x="489299" y="4312825"/>
                  <a:pt x="486156" y="4315873"/>
                  <a:pt x="486156" y="4319683"/>
                </a:cubicBezTo>
                <a:lnTo>
                  <a:pt x="486156" y="4332351"/>
                </a:lnTo>
                <a:cubicBezTo>
                  <a:pt x="486156" y="4336066"/>
                  <a:pt x="489204" y="4339114"/>
                  <a:pt x="493014" y="4339114"/>
                </a:cubicBezTo>
                <a:lnTo>
                  <a:pt x="496919" y="4339114"/>
                </a:lnTo>
                <a:lnTo>
                  <a:pt x="496919" y="4352449"/>
                </a:lnTo>
                <a:lnTo>
                  <a:pt x="397193" y="4437793"/>
                </a:lnTo>
                <a:lnTo>
                  <a:pt x="269843" y="4438841"/>
                </a:lnTo>
                <a:lnTo>
                  <a:pt x="220790" y="4396836"/>
                </a:lnTo>
                <a:cubicBezTo>
                  <a:pt x="220790" y="4396836"/>
                  <a:pt x="221170" y="4396359"/>
                  <a:pt x="221266" y="4396073"/>
                </a:cubicBezTo>
                <a:cubicBezTo>
                  <a:pt x="222123" y="4393502"/>
                  <a:pt x="222028" y="4390835"/>
                  <a:pt x="220790" y="4388454"/>
                </a:cubicBezTo>
                <a:cubicBezTo>
                  <a:pt x="219647" y="4386072"/>
                  <a:pt x="217551" y="4384262"/>
                  <a:pt x="215075" y="4383310"/>
                </a:cubicBezTo>
                <a:cubicBezTo>
                  <a:pt x="212598" y="4382453"/>
                  <a:pt x="209836" y="4382548"/>
                  <a:pt x="207455" y="4383691"/>
                </a:cubicBezTo>
                <a:cubicBezTo>
                  <a:pt x="202502" y="4386072"/>
                  <a:pt x="200406" y="4392073"/>
                  <a:pt x="202787" y="4397121"/>
                </a:cubicBezTo>
                <a:cubicBezTo>
                  <a:pt x="203930" y="4399503"/>
                  <a:pt x="205931" y="4401312"/>
                  <a:pt x="208502" y="4402265"/>
                </a:cubicBezTo>
                <a:cubicBezTo>
                  <a:pt x="209550" y="4402646"/>
                  <a:pt x="210693" y="4402836"/>
                  <a:pt x="211836" y="4402836"/>
                </a:cubicBezTo>
                <a:cubicBezTo>
                  <a:pt x="213360" y="4402836"/>
                  <a:pt x="214789" y="4402455"/>
                  <a:pt x="216218" y="4401884"/>
                </a:cubicBezTo>
                <a:cubicBezTo>
                  <a:pt x="216884" y="4401598"/>
                  <a:pt x="217361" y="4401027"/>
                  <a:pt x="217837" y="4400645"/>
                </a:cubicBezTo>
                <a:lnTo>
                  <a:pt x="267462" y="4443222"/>
                </a:lnTo>
                <a:lnTo>
                  <a:pt x="268129" y="4443794"/>
                </a:lnTo>
                <a:lnTo>
                  <a:pt x="399002" y="4442651"/>
                </a:lnTo>
                <a:lnTo>
                  <a:pt x="500825" y="4355402"/>
                </a:lnTo>
                <a:lnTo>
                  <a:pt x="501682" y="4354735"/>
                </a:lnTo>
                <a:lnTo>
                  <a:pt x="501682" y="4339209"/>
                </a:lnTo>
                <a:lnTo>
                  <a:pt x="505682" y="4339209"/>
                </a:lnTo>
                <a:cubicBezTo>
                  <a:pt x="509397" y="4339209"/>
                  <a:pt x="512540" y="4336161"/>
                  <a:pt x="512540" y="4332446"/>
                </a:cubicBezTo>
                <a:close/>
                <a:moveTo>
                  <a:pt x="350520" y="4002596"/>
                </a:moveTo>
                <a:cubicBezTo>
                  <a:pt x="348520" y="4003262"/>
                  <a:pt x="346424" y="4003167"/>
                  <a:pt x="344519" y="4002215"/>
                </a:cubicBezTo>
                <a:cubicBezTo>
                  <a:pt x="342614" y="4001262"/>
                  <a:pt x="341186" y="3999738"/>
                  <a:pt x="340519" y="3997738"/>
                </a:cubicBezTo>
                <a:cubicBezTo>
                  <a:pt x="339090" y="3993642"/>
                  <a:pt x="341281" y="3989165"/>
                  <a:pt x="345377" y="3987737"/>
                </a:cubicBezTo>
                <a:cubicBezTo>
                  <a:pt x="346234" y="3987451"/>
                  <a:pt x="347091" y="3987260"/>
                  <a:pt x="347948" y="3987260"/>
                </a:cubicBezTo>
                <a:cubicBezTo>
                  <a:pt x="349091" y="3987260"/>
                  <a:pt x="350234" y="3987546"/>
                  <a:pt x="351377" y="3988022"/>
                </a:cubicBezTo>
                <a:cubicBezTo>
                  <a:pt x="353282" y="3988975"/>
                  <a:pt x="354711" y="3990499"/>
                  <a:pt x="355378" y="3992499"/>
                </a:cubicBezTo>
                <a:cubicBezTo>
                  <a:pt x="356807" y="3996595"/>
                  <a:pt x="354616" y="4001072"/>
                  <a:pt x="350520" y="4002500"/>
                </a:cubicBezTo>
                <a:close/>
                <a:moveTo>
                  <a:pt x="216789" y="4394454"/>
                </a:moveTo>
                <a:cubicBezTo>
                  <a:pt x="216313" y="4395788"/>
                  <a:pt x="215360" y="4396836"/>
                  <a:pt x="214122" y="4397407"/>
                </a:cubicBezTo>
                <a:cubicBezTo>
                  <a:pt x="212884" y="4397979"/>
                  <a:pt x="211455" y="4398074"/>
                  <a:pt x="210122" y="4397597"/>
                </a:cubicBezTo>
                <a:cubicBezTo>
                  <a:pt x="208788" y="4397121"/>
                  <a:pt x="207740" y="4396169"/>
                  <a:pt x="207169" y="4394930"/>
                </a:cubicBezTo>
                <a:cubicBezTo>
                  <a:pt x="205931" y="4392359"/>
                  <a:pt x="206978" y="4389120"/>
                  <a:pt x="209645" y="4387882"/>
                </a:cubicBezTo>
                <a:cubicBezTo>
                  <a:pt x="210407" y="4387501"/>
                  <a:pt x="211169" y="4387311"/>
                  <a:pt x="211931" y="4387311"/>
                </a:cubicBezTo>
                <a:cubicBezTo>
                  <a:pt x="212503" y="4387311"/>
                  <a:pt x="213074" y="4387406"/>
                  <a:pt x="213646" y="4387596"/>
                </a:cubicBezTo>
                <a:cubicBezTo>
                  <a:pt x="214979" y="4388072"/>
                  <a:pt x="216027" y="4389025"/>
                  <a:pt x="216694" y="4390263"/>
                </a:cubicBezTo>
                <a:cubicBezTo>
                  <a:pt x="217265" y="4391502"/>
                  <a:pt x="217361" y="4392930"/>
                  <a:pt x="216884" y="4394264"/>
                </a:cubicBezTo>
                <a:close/>
                <a:moveTo>
                  <a:pt x="492919" y="4334256"/>
                </a:moveTo>
                <a:cubicBezTo>
                  <a:pt x="491776" y="4334256"/>
                  <a:pt x="490823" y="4333304"/>
                  <a:pt x="490823" y="4332256"/>
                </a:cubicBezTo>
                <a:lnTo>
                  <a:pt x="490823" y="4319588"/>
                </a:lnTo>
                <a:cubicBezTo>
                  <a:pt x="490823" y="4318445"/>
                  <a:pt x="491776" y="4317492"/>
                  <a:pt x="492919" y="4317492"/>
                </a:cubicBezTo>
                <a:lnTo>
                  <a:pt x="505587" y="4317492"/>
                </a:lnTo>
                <a:cubicBezTo>
                  <a:pt x="506730" y="4317492"/>
                  <a:pt x="507683" y="4318445"/>
                  <a:pt x="507683" y="4319588"/>
                </a:cubicBezTo>
                <a:lnTo>
                  <a:pt x="507683" y="4332256"/>
                </a:lnTo>
                <a:cubicBezTo>
                  <a:pt x="507683" y="4333399"/>
                  <a:pt x="506730" y="4334256"/>
                  <a:pt x="505587" y="4334256"/>
                </a:cubicBezTo>
                <a:lnTo>
                  <a:pt x="492919" y="4334256"/>
                </a:lnTo>
                <a:close/>
                <a:moveTo>
                  <a:pt x="477774" y="4411123"/>
                </a:moveTo>
                <a:lnTo>
                  <a:pt x="484346" y="4405694"/>
                </a:lnTo>
                <a:lnTo>
                  <a:pt x="488918" y="4411218"/>
                </a:lnTo>
                <a:lnTo>
                  <a:pt x="482346" y="4416647"/>
                </a:lnTo>
                <a:lnTo>
                  <a:pt x="477774" y="4411123"/>
                </a:lnTo>
                <a:close/>
                <a:moveTo>
                  <a:pt x="451390" y="4432935"/>
                </a:moveTo>
                <a:lnTo>
                  <a:pt x="457962" y="4427506"/>
                </a:lnTo>
                <a:lnTo>
                  <a:pt x="462534" y="4433030"/>
                </a:lnTo>
                <a:lnTo>
                  <a:pt x="455962" y="4438460"/>
                </a:lnTo>
                <a:lnTo>
                  <a:pt x="451390" y="4432935"/>
                </a:lnTo>
                <a:close/>
                <a:moveTo>
                  <a:pt x="464630" y="4421981"/>
                </a:moveTo>
                <a:lnTo>
                  <a:pt x="471202" y="4416552"/>
                </a:lnTo>
                <a:lnTo>
                  <a:pt x="475774" y="4422077"/>
                </a:lnTo>
                <a:lnTo>
                  <a:pt x="469202" y="4427506"/>
                </a:lnTo>
                <a:lnTo>
                  <a:pt x="464630" y="4421981"/>
                </a:lnTo>
                <a:close/>
                <a:moveTo>
                  <a:pt x="553403" y="4298061"/>
                </a:moveTo>
                <a:lnTo>
                  <a:pt x="546259" y="4298061"/>
                </a:lnTo>
                <a:lnTo>
                  <a:pt x="546259" y="4293299"/>
                </a:lnTo>
                <a:lnTo>
                  <a:pt x="553403" y="4293299"/>
                </a:lnTo>
                <a:lnTo>
                  <a:pt x="553403" y="4298061"/>
                </a:lnTo>
                <a:close/>
                <a:moveTo>
                  <a:pt x="1832039" y="485489"/>
                </a:moveTo>
                <a:lnTo>
                  <a:pt x="1839182" y="485489"/>
                </a:lnTo>
                <a:lnTo>
                  <a:pt x="1839182" y="494157"/>
                </a:lnTo>
                <a:lnTo>
                  <a:pt x="1832039" y="494157"/>
                </a:lnTo>
                <a:lnTo>
                  <a:pt x="1832039" y="485489"/>
                </a:lnTo>
                <a:close/>
                <a:moveTo>
                  <a:pt x="1832039" y="502825"/>
                </a:moveTo>
                <a:lnTo>
                  <a:pt x="1839182" y="502825"/>
                </a:lnTo>
                <a:lnTo>
                  <a:pt x="1839182" y="511493"/>
                </a:lnTo>
                <a:lnTo>
                  <a:pt x="1832039" y="511493"/>
                </a:lnTo>
                <a:lnTo>
                  <a:pt x="1832039" y="502825"/>
                </a:lnTo>
                <a:close/>
                <a:moveTo>
                  <a:pt x="1832039" y="468249"/>
                </a:moveTo>
                <a:lnTo>
                  <a:pt x="1839182" y="468249"/>
                </a:lnTo>
                <a:lnTo>
                  <a:pt x="1839182" y="476917"/>
                </a:lnTo>
                <a:lnTo>
                  <a:pt x="1832039" y="476917"/>
                </a:lnTo>
                <a:lnTo>
                  <a:pt x="1832039" y="468249"/>
                </a:lnTo>
                <a:close/>
                <a:moveTo>
                  <a:pt x="1832039" y="451009"/>
                </a:moveTo>
                <a:lnTo>
                  <a:pt x="1839182" y="451009"/>
                </a:lnTo>
                <a:lnTo>
                  <a:pt x="1839182" y="459677"/>
                </a:lnTo>
                <a:lnTo>
                  <a:pt x="1832039" y="459677"/>
                </a:lnTo>
                <a:lnTo>
                  <a:pt x="1832039" y="451009"/>
                </a:lnTo>
                <a:close/>
                <a:moveTo>
                  <a:pt x="1826324" y="617696"/>
                </a:moveTo>
                <a:lnTo>
                  <a:pt x="1821656" y="624459"/>
                </a:lnTo>
                <a:lnTo>
                  <a:pt x="1815751" y="620363"/>
                </a:lnTo>
                <a:lnTo>
                  <a:pt x="1820418" y="613601"/>
                </a:lnTo>
                <a:lnTo>
                  <a:pt x="1826324" y="617696"/>
                </a:lnTo>
                <a:close/>
                <a:moveTo>
                  <a:pt x="521875" y="3823430"/>
                </a:moveTo>
                <a:cubicBezTo>
                  <a:pt x="521970" y="3824097"/>
                  <a:pt x="521875" y="3824859"/>
                  <a:pt x="522256" y="3825526"/>
                </a:cubicBezTo>
                <a:cubicBezTo>
                  <a:pt x="523399" y="3828669"/>
                  <a:pt x="525780" y="3831241"/>
                  <a:pt x="528828" y="3832574"/>
                </a:cubicBezTo>
                <a:cubicBezTo>
                  <a:pt x="530543" y="3833336"/>
                  <a:pt x="532257" y="3833717"/>
                  <a:pt x="534067" y="3833717"/>
                </a:cubicBezTo>
                <a:cubicBezTo>
                  <a:pt x="538829" y="3833717"/>
                  <a:pt x="543497" y="3830955"/>
                  <a:pt x="545592" y="3826288"/>
                </a:cubicBezTo>
                <a:cubicBezTo>
                  <a:pt x="547021" y="3823240"/>
                  <a:pt x="547116" y="3819811"/>
                  <a:pt x="545878" y="3816668"/>
                </a:cubicBezTo>
                <a:cubicBezTo>
                  <a:pt x="544735" y="3813524"/>
                  <a:pt x="542354" y="3810953"/>
                  <a:pt x="539306" y="3809619"/>
                </a:cubicBezTo>
                <a:cubicBezTo>
                  <a:pt x="532924" y="3806762"/>
                  <a:pt x="525494" y="3809619"/>
                  <a:pt x="522542" y="3815905"/>
                </a:cubicBezTo>
                <a:cubicBezTo>
                  <a:pt x="522161" y="3816858"/>
                  <a:pt x="522065" y="3817811"/>
                  <a:pt x="521875" y="3818763"/>
                </a:cubicBezTo>
                <a:lnTo>
                  <a:pt x="457581" y="3818763"/>
                </a:lnTo>
                <a:cubicBezTo>
                  <a:pt x="456438" y="3815905"/>
                  <a:pt x="453485" y="3813810"/>
                  <a:pt x="450056" y="3813810"/>
                </a:cubicBezTo>
                <a:lnTo>
                  <a:pt x="442532" y="3813810"/>
                </a:lnTo>
                <a:cubicBezTo>
                  <a:pt x="438055" y="3813810"/>
                  <a:pt x="434435" y="3817334"/>
                  <a:pt x="434435" y="3821525"/>
                </a:cubicBezTo>
                <a:lnTo>
                  <a:pt x="434435" y="3849243"/>
                </a:lnTo>
                <a:lnTo>
                  <a:pt x="391763" y="3849243"/>
                </a:lnTo>
                <a:cubicBezTo>
                  <a:pt x="385858" y="3849243"/>
                  <a:pt x="381000" y="3855053"/>
                  <a:pt x="381000" y="3862197"/>
                </a:cubicBezTo>
                <a:cubicBezTo>
                  <a:pt x="381000" y="3869341"/>
                  <a:pt x="385858" y="3875151"/>
                  <a:pt x="391763" y="3875151"/>
                </a:cubicBezTo>
                <a:lnTo>
                  <a:pt x="429863" y="3875151"/>
                </a:lnTo>
                <a:cubicBezTo>
                  <a:pt x="433102" y="3875151"/>
                  <a:pt x="435864" y="3878866"/>
                  <a:pt x="435864" y="3883343"/>
                </a:cubicBezTo>
                <a:cubicBezTo>
                  <a:pt x="435864" y="3887819"/>
                  <a:pt x="433102" y="3891534"/>
                  <a:pt x="429863" y="3891534"/>
                </a:cubicBezTo>
                <a:lnTo>
                  <a:pt x="337376" y="3891534"/>
                </a:lnTo>
                <a:cubicBezTo>
                  <a:pt x="337280" y="3890963"/>
                  <a:pt x="337376" y="3890296"/>
                  <a:pt x="337090" y="3889724"/>
                </a:cubicBezTo>
                <a:cubicBezTo>
                  <a:pt x="334804" y="3883152"/>
                  <a:pt x="327565" y="3879723"/>
                  <a:pt x="320993" y="3881914"/>
                </a:cubicBezTo>
                <a:cubicBezTo>
                  <a:pt x="314420" y="3884200"/>
                  <a:pt x="310896" y="3891439"/>
                  <a:pt x="313277" y="3898011"/>
                </a:cubicBezTo>
                <a:cubicBezTo>
                  <a:pt x="315087" y="3903250"/>
                  <a:pt x="320040" y="3906488"/>
                  <a:pt x="325184" y="3906488"/>
                </a:cubicBezTo>
                <a:cubicBezTo>
                  <a:pt x="326612" y="3906488"/>
                  <a:pt x="327946" y="3906298"/>
                  <a:pt x="329375" y="3905822"/>
                </a:cubicBezTo>
                <a:cubicBezTo>
                  <a:pt x="332518" y="3904679"/>
                  <a:pt x="335089" y="3902393"/>
                  <a:pt x="336614" y="3899345"/>
                </a:cubicBezTo>
                <a:cubicBezTo>
                  <a:pt x="337090" y="3898392"/>
                  <a:pt x="337185" y="3897249"/>
                  <a:pt x="337376" y="3896201"/>
                </a:cubicBezTo>
                <a:lnTo>
                  <a:pt x="429863" y="3896201"/>
                </a:lnTo>
                <a:cubicBezTo>
                  <a:pt x="435769" y="3896201"/>
                  <a:pt x="440627" y="3890391"/>
                  <a:pt x="440627" y="3883247"/>
                </a:cubicBezTo>
                <a:cubicBezTo>
                  <a:pt x="440627" y="3876104"/>
                  <a:pt x="435769" y="3870293"/>
                  <a:pt x="429863" y="3870293"/>
                </a:cubicBezTo>
                <a:lnTo>
                  <a:pt x="391763" y="3870293"/>
                </a:lnTo>
                <a:cubicBezTo>
                  <a:pt x="388430" y="3870293"/>
                  <a:pt x="385763" y="3866579"/>
                  <a:pt x="385763" y="3862102"/>
                </a:cubicBezTo>
                <a:cubicBezTo>
                  <a:pt x="385763" y="3857625"/>
                  <a:pt x="388525" y="3853910"/>
                  <a:pt x="391763" y="3853910"/>
                </a:cubicBezTo>
                <a:lnTo>
                  <a:pt x="434721" y="3853910"/>
                </a:lnTo>
                <a:cubicBezTo>
                  <a:pt x="435483" y="3857435"/>
                  <a:pt x="438626" y="3860197"/>
                  <a:pt x="442532" y="3860197"/>
                </a:cubicBezTo>
                <a:lnTo>
                  <a:pt x="450056" y="3860197"/>
                </a:lnTo>
                <a:cubicBezTo>
                  <a:pt x="453676" y="3860197"/>
                  <a:pt x="456629" y="3857911"/>
                  <a:pt x="457676" y="3854768"/>
                </a:cubicBezTo>
                <a:lnTo>
                  <a:pt x="464725" y="3854768"/>
                </a:lnTo>
                <a:lnTo>
                  <a:pt x="464725" y="3941731"/>
                </a:lnTo>
                <a:lnTo>
                  <a:pt x="446437" y="3957161"/>
                </a:lnTo>
                <a:lnTo>
                  <a:pt x="252413" y="3957161"/>
                </a:lnTo>
                <a:lnTo>
                  <a:pt x="175832" y="4026980"/>
                </a:lnTo>
                <a:cubicBezTo>
                  <a:pt x="174879" y="4026408"/>
                  <a:pt x="173736" y="4026027"/>
                  <a:pt x="172498" y="4026027"/>
                </a:cubicBezTo>
                <a:lnTo>
                  <a:pt x="159830" y="4026027"/>
                </a:lnTo>
                <a:cubicBezTo>
                  <a:pt x="156115" y="4026027"/>
                  <a:pt x="152972" y="4029075"/>
                  <a:pt x="152972" y="4032885"/>
                </a:cubicBezTo>
                <a:lnTo>
                  <a:pt x="152972" y="4045553"/>
                </a:lnTo>
                <a:cubicBezTo>
                  <a:pt x="152972" y="4049268"/>
                  <a:pt x="156020" y="4052316"/>
                  <a:pt x="159830" y="4052316"/>
                </a:cubicBezTo>
                <a:lnTo>
                  <a:pt x="172498" y="4052316"/>
                </a:lnTo>
                <a:cubicBezTo>
                  <a:pt x="176213" y="4052316"/>
                  <a:pt x="179356" y="4049268"/>
                  <a:pt x="179356" y="4045553"/>
                </a:cubicBezTo>
                <a:lnTo>
                  <a:pt x="179356" y="4032885"/>
                </a:lnTo>
                <a:cubicBezTo>
                  <a:pt x="179356" y="4032123"/>
                  <a:pt x="179165" y="4031361"/>
                  <a:pt x="178880" y="4030694"/>
                </a:cubicBezTo>
                <a:lnTo>
                  <a:pt x="254222" y="3962019"/>
                </a:lnTo>
                <a:lnTo>
                  <a:pt x="448151" y="3962019"/>
                </a:lnTo>
                <a:lnTo>
                  <a:pt x="469392" y="3944017"/>
                </a:lnTo>
                <a:lnTo>
                  <a:pt x="469392" y="3850100"/>
                </a:lnTo>
                <a:lnTo>
                  <a:pt x="458153" y="3850100"/>
                </a:lnTo>
                <a:lnTo>
                  <a:pt x="458153" y="3823430"/>
                </a:lnTo>
                <a:lnTo>
                  <a:pt x="521875" y="3823430"/>
                </a:lnTo>
                <a:close/>
                <a:moveTo>
                  <a:pt x="526923" y="3817715"/>
                </a:moveTo>
                <a:cubicBezTo>
                  <a:pt x="528257" y="3814858"/>
                  <a:pt x="531114" y="3813143"/>
                  <a:pt x="534067" y="3813143"/>
                </a:cubicBezTo>
                <a:cubicBezTo>
                  <a:pt x="535115" y="3813143"/>
                  <a:pt x="536258" y="3813334"/>
                  <a:pt x="537305" y="3813810"/>
                </a:cubicBezTo>
                <a:cubicBezTo>
                  <a:pt x="539210" y="3814667"/>
                  <a:pt x="540639" y="3816287"/>
                  <a:pt x="541401" y="3818192"/>
                </a:cubicBezTo>
                <a:cubicBezTo>
                  <a:pt x="542163" y="3820192"/>
                  <a:pt x="542068" y="3822287"/>
                  <a:pt x="541211" y="3824192"/>
                </a:cubicBezTo>
                <a:cubicBezTo>
                  <a:pt x="539401" y="3828098"/>
                  <a:pt x="534734" y="3829907"/>
                  <a:pt x="530733" y="3828098"/>
                </a:cubicBezTo>
                <a:cubicBezTo>
                  <a:pt x="528828" y="3827240"/>
                  <a:pt x="527399" y="3825621"/>
                  <a:pt x="526637" y="3823716"/>
                </a:cubicBezTo>
                <a:cubicBezTo>
                  <a:pt x="525875" y="3821716"/>
                  <a:pt x="525971" y="3819620"/>
                  <a:pt x="526828" y="3817715"/>
                </a:cubicBezTo>
                <a:close/>
                <a:moveTo>
                  <a:pt x="332232" y="3897249"/>
                </a:moveTo>
                <a:cubicBezTo>
                  <a:pt x="331280" y="3899154"/>
                  <a:pt x="329756" y="3900583"/>
                  <a:pt x="327755" y="3901250"/>
                </a:cubicBezTo>
                <a:cubicBezTo>
                  <a:pt x="323660" y="3902678"/>
                  <a:pt x="319183" y="3900488"/>
                  <a:pt x="317754" y="3896392"/>
                </a:cubicBezTo>
                <a:cubicBezTo>
                  <a:pt x="316325" y="3892296"/>
                  <a:pt x="318516" y="3887819"/>
                  <a:pt x="322612" y="3886391"/>
                </a:cubicBezTo>
                <a:cubicBezTo>
                  <a:pt x="323469" y="3886105"/>
                  <a:pt x="324326" y="3885914"/>
                  <a:pt x="325184" y="3885914"/>
                </a:cubicBezTo>
                <a:cubicBezTo>
                  <a:pt x="326327" y="3885914"/>
                  <a:pt x="327470" y="3886200"/>
                  <a:pt x="328613" y="3886676"/>
                </a:cubicBezTo>
                <a:cubicBezTo>
                  <a:pt x="330518" y="3887629"/>
                  <a:pt x="331946" y="3889153"/>
                  <a:pt x="332613" y="3891153"/>
                </a:cubicBezTo>
                <a:cubicBezTo>
                  <a:pt x="333280" y="3893153"/>
                  <a:pt x="333185" y="3895249"/>
                  <a:pt x="332232" y="3897154"/>
                </a:cubicBezTo>
                <a:close/>
                <a:moveTo>
                  <a:pt x="454438" y="3852482"/>
                </a:moveTo>
                <a:cubicBezTo>
                  <a:pt x="454438" y="3854768"/>
                  <a:pt x="452438" y="3856673"/>
                  <a:pt x="450056" y="3856673"/>
                </a:cubicBezTo>
                <a:lnTo>
                  <a:pt x="442532" y="3856673"/>
                </a:lnTo>
                <a:cubicBezTo>
                  <a:pt x="440150" y="3856673"/>
                  <a:pt x="438150" y="3854768"/>
                  <a:pt x="438150" y="3852482"/>
                </a:cubicBezTo>
                <a:lnTo>
                  <a:pt x="438150" y="3845909"/>
                </a:lnTo>
                <a:lnTo>
                  <a:pt x="454343" y="3845909"/>
                </a:lnTo>
                <a:lnTo>
                  <a:pt x="454343" y="3852482"/>
                </a:lnTo>
                <a:close/>
                <a:moveTo>
                  <a:pt x="454438" y="3826193"/>
                </a:moveTo>
                <a:lnTo>
                  <a:pt x="438245" y="3826193"/>
                </a:lnTo>
                <a:lnTo>
                  <a:pt x="438245" y="3821335"/>
                </a:lnTo>
                <a:cubicBezTo>
                  <a:pt x="438245" y="3819049"/>
                  <a:pt x="440246" y="3817144"/>
                  <a:pt x="442627" y="3817144"/>
                </a:cubicBezTo>
                <a:lnTo>
                  <a:pt x="450152" y="3817144"/>
                </a:lnTo>
                <a:cubicBezTo>
                  <a:pt x="452533" y="3817144"/>
                  <a:pt x="454533" y="3819049"/>
                  <a:pt x="454533" y="3821335"/>
                </a:cubicBezTo>
                <a:lnTo>
                  <a:pt x="454533" y="3826193"/>
                </a:lnTo>
                <a:close/>
                <a:moveTo>
                  <a:pt x="174593" y="4045553"/>
                </a:moveTo>
                <a:cubicBezTo>
                  <a:pt x="174593" y="4046696"/>
                  <a:pt x="173641" y="4047554"/>
                  <a:pt x="172498" y="4047554"/>
                </a:cubicBezTo>
                <a:lnTo>
                  <a:pt x="159830" y="4047554"/>
                </a:lnTo>
                <a:cubicBezTo>
                  <a:pt x="158687" y="4047554"/>
                  <a:pt x="157734" y="4046601"/>
                  <a:pt x="157734" y="4045553"/>
                </a:cubicBezTo>
                <a:lnTo>
                  <a:pt x="157734" y="4032885"/>
                </a:lnTo>
                <a:cubicBezTo>
                  <a:pt x="157734" y="4031742"/>
                  <a:pt x="158687" y="4030790"/>
                  <a:pt x="159830" y="4030790"/>
                </a:cubicBezTo>
                <a:lnTo>
                  <a:pt x="172498" y="4030790"/>
                </a:lnTo>
                <a:cubicBezTo>
                  <a:pt x="173641" y="4030790"/>
                  <a:pt x="174593" y="4031742"/>
                  <a:pt x="174593" y="4032885"/>
                </a:cubicBezTo>
                <a:lnTo>
                  <a:pt x="174593" y="4045553"/>
                </a:lnTo>
                <a:close/>
                <a:moveTo>
                  <a:pt x="1839182" y="442341"/>
                </a:moveTo>
                <a:lnTo>
                  <a:pt x="1832039" y="442341"/>
                </a:lnTo>
                <a:lnTo>
                  <a:pt x="1832039" y="433673"/>
                </a:lnTo>
                <a:lnTo>
                  <a:pt x="1839182" y="433673"/>
                </a:lnTo>
                <a:lnTo>
                  <a:pt x="1839182" y="442341"/>
                </a:lnTo>
                <a:close/>
                <a:moveTo>
                  <a:pt x="1832039" y="537305"/>
                </a:moveTo>
                <a:lnTo>
                  <a:pt x="1839182" y="537305"/>
                </a:lnTo>
                <a:lnTo>
                  <a:pt x="1839182" y="545973"/>
                </a:lnTo>
                <a:lnTo>
                  <a:pt x="1832039" y="545973"/>
                </a:lnTo>
                <a:lnTo>
                  <a:pt x="1832039" y="537305"/>
                </a:lnTo>
                <a:close/>
                <a:moveTo>
                  <a:pt x="1832039" y="520065"/>
                </a:moveTo>
                <a:lnTo>
                  <a:pt x="1839182" y="520065"/>
                </a:lnTo>
                <a:lnTo>
                  <a:pt x="1839182" y="528733"/>
                </a:lnTo>
                <a:lnTo>
                  <a:pt x="1832039" y="528733"/>
                </a:lnTo>
                <a:lnTo>
                  <a:pt x="1832039" y="520065"/>
                </a:lnTo>
                <a:close/>
                <a:moveTo>
                  <a:pt x="1832039" y="557594"/>
                </a:moveTo>
                <a:cubicBezTo>
                  <a:pt x="1826324" y="559213"/>
                  <a:pt x="1822132" y="564356"/>
                  <a:pt x="1822132" y="570548"/>
                </a:cubicBezTo>
                <a:cubicBezTo>
                  <a:pt x="1822132" y="577977"/>
                  <a:pt x="1828133" y="583978"/>
                  <a:pt x="1835563" y="583978"/>
                </a:cubicBezTo>
                <a:cubicBezTo>
                  <a:pt x="1842992" y="583978"/>
                  <a:pt x="1848993" y="577977"/>
                  <a:pt x="1848993" y="570548"/>
                </a:cubicBezTo>
                <a:cubicBezTo>
                  <a:pt x="1848993" y="564356"/>
                  <a:pt x="1844802" y="559213"/>
                  <a:pt x="1839087" y="557594"/>
                </a:cubicBezTo>
                <a:lnTo>
                  <a:pt x="1839087" y="554641"/>
                </a:lnTo>
                <a:lnTo>
                  <a:pt x="1831943" y="554641"/>
                </a:lnTo>
                <a:lnTo>
                  <a:pt x="1831943" y="557594"/>
                </a:lnTo>
                <a:close/>
                <a:moveTo>
                  <a:pt x="1844326" y="570452"/>
                </a:moveTo>
                <a:cubicBezTo>
                  <a:pt x="1844326" y="575215"/>
                  <a:pt x="1840421" y="579120"/>
                  <a:pt x="1835658" y="579120"/>
                </a:cubicBezTo>
                <a:cubicBezTo>
                  <a:pt x="1830896" y="579120"/>
                  <a:pt x="1826990" y="575215"/>
                  <a:pt x="1826990" y="570452"/>
                </a:cubicBezTo>
                <a:cubicBezTo>
                  <a:pt x="1826990" y="565690"/>
                  <a:pt x="1830896" y="561785"/>
                  <a:pt x="1835658" y="561785"/>
                </a:cubicBezTo>
                <a:cubicBezTo>
                  <a:pt x="1840421" y="561785"/>
                  <a:pt x="1844326" y="565690"/>
                  <a:pt x="1844326" y="570452"/>
                </a:cubicBezTo>
                <a:close/>
                <a:moveTo>
                  <a:pt x="1738503" y="401669"/>
                </a:moveTo>
                <a:cubicBezTo>
                  <a:pt x="1744599" y="401669"/>
                  <a:pt x="1749552" y="406622"/>
                  <a:pt x="1749552" y="412718"/>
                </a:cubicBezTo>
                <a:cubicBezTo>
                  <a:pt x="1749552" y="418814"/>
                  <a:pt x="1744599" y="423767"/>
                  <a:pt x="1738503" y="423767"/>
                </a:cubicBezTo>
                <a:lnTo>
                  <a:pt x="1742027" y="423767"/>
                </a:lnTo>
                <a:lnTo>
                  <a:pt x="1742027" y="428530"/>
                </a:lnTo>
                <a:lnTo>
                  <a:pt x="1734884" y="428530"/>
                </a:lnTo>
                <a:lnTo>
                  <a:pt x="1734884" y="423767"/>
                </a:lnTo>
                <a:lnTo>
                  <a:pt x="1738408" y="423767"/>
                </a:lnTo>
                <a:cubicBezTo>
                  <a:pt x="1732312" y="423767"/>
                  <a:pt x="1727359" y="418814"/>
                  <a:pt x="1727359" y="412718"/>
                </a:cubicBezTo>
                <a:cubicBezTo>
                  <a:pt x="1727359" y="406622"/>
                  <a:pt x="1732312" y="401669"/>
                  <a:pt x="1738408" y="401669"/>
                </a:cubicBezTo>
                <a:close/>
                <a:moveTo>
                  <a:pt x="1830991" y="610934"/>
                </a:moveTo>
                <a:lnTo>
                  <a:pt x="1825085" y="606838"/>
                </a:lnTo>
                <a:lnTo>
                  <a:pt x="1827848" y="602933"/>
                </a:lnTo>
                <a:lnTo>
                  <a:pt x="1833753" y="607028"/>
                </a:lnTo>
                <a:lnTo>
                  <a:pt x="1830991" y="610934"/>
                </a:lnTo>
                <a:close/>
                <a:moveTo>
                  <a:pt x="1045940" y="3867626"/>
                </a:moveTo>
                <a:lnTo>
                  <a:pt x="1045940" y="3867626"/>
                </a:lnTo>
                <a:cubicBezTo>
                  <a:pt x="1047274" y="3867626"/>
                  <a:pt x="1048322" y="3866579"/>
                  <a:pt x="1048322" y="3865245"/>
                </a:cubicBezTo>
                <a:lnTo>
                  <a:pt x="1048322" y="3847052"/>
                </a:lnTo>
                <a:cubicBezTo>
                  <a:pt x="1048322" y="3845719"/>
                  <a:pt x="1047274" y="3844671"/>
                  <a:pt x="1045940" y="3844671"/>
                </a:cubicBezTo>
                <a:lnTo>
                  <a:pt x="1037939" y="3844671"/>
                </a:lnTo>
                <a:cubicBezTo>
                  <a:pt x="1036606" y="3844671"/>
                  <a:pt x="1035558" y="3845719"/>
                  <a:pt x="1035558" y="3847052"/>
                </a:cubicBezTo>
                <a:lnTo>
                  <a:pt x="1035558" y="3853815"/>
                </a:lnTo>
                <a:lnTo>
                  <a:pt x="993077" y="3853815"/>
                </a:lnTo>
                <a:cubicBezTo>
                  <a:pt x="989743" y="3853815"/>
                  <a:pt x="987076" y="3851148"/>
                  <a:pt x="987076" y="3847814"/>
                </a:cubicBezTo>
                <a:cubicBezTo>
                  <a:pt x="987076" y="3844480"/>
                  <a:pt x="989743" y="3841813"/>
                  <a:pt x="993077" y="3841813"/>
                </a:cubicBezTo>
                <a:lnTo>
                  <a:pt x="1031177" y="3841813"/>
                </a:lnTo>
                <a:cubicBezTo>
                  <a:pt x="1037082" y="3841813"/>
                  <a:pt x="1041940" y="3836956"/>
                  <a:pt x="1041940" y="3831050"/>
                </a:cubicBezTo>
                <a:cubicBezTo>
                  <a:pt x="1041940" y="3825145"/>
                  <a:pt x="1037082" y="3820287"/>
                  <a:pt x="1031177" y="3820287"/>
                </a:cubicBezTo>
                <a:lnTo>
                  <a:pt x="993172" y="3820287"/>
                </a:lnTo>
                <a:cubicBezTo>
                  <a:pt x="989838" y="3820287"/>
                  <a:pt x="987171" y="3817620"/>
                  <a:pt x="987171" y="3814286"/>
                </a:cubicBezTo>
                <a:cubicBezTo>
                  <a:pt x="987171" y="3810953"/>
                  <a:pt x="989838" y="3808286"/>
                  <a:pt x="993172" y="3808286"/>
                </a:cubicBezTo>
                <a:lnTo>
                  <a:pt x="1031177" y="3808286"/>
                </a:lnTo>
                <a:cubicBezTo>
                  <a:pt x="1037082" y="3808286"/>
                  <a:pt x="1041940" y="3803428"/>
                  <a:pt x="1041940" y="3797522"/>
                </a:cubicBezTo>
                <a:cubicBezTo>
                  <a:pt x="1041940" y="3791617"/>
                  <a:pt x="1037082" y="3786759"/>
                  <a:pt x="1031177" y="3786759"/>
                </a:cubicBezTo>
                <a:lnTo>
                  <a:pt x="986600" y="3786759"/>
                </a:lnTo>
                <a:lnTo>
                  <a:pt x="986600" y="3779996"/>
                </a:lnTo>
                <a:cubicBezTo>
                  <a:pt x="986600" y="3778663"/>
                  <a:pt x="985552" y="3777615"/>
                  <a:pt x="984218" y="3777615"/>
                </a:cubicBezTo>
                <a:lnTo>
                  <a:pt x="976217" y="3777615"/>
                </a:lnTo>
                <a:cubicBezTo>
                  <a:pt x="974884" y="3777615"/>
                  <a:pt x="973836" y="3778663"/>
                  <a:pt x="973836" y="3779996"/>
                </a:cubicBezTo>
                <a:lnTo>
                  <a:pt x="973836" y="3786759"/>
                </a:lnTo>
                <a:lnTo>
                  <a:pt x="966216" y="3786759"/>
                </a:lnTo>
                <a:lnTo>
                  <a:pt x="966216" y="3779996"/>
                </a:lnTo>
                <a:cubicBezTo>
                  <a:pt x="966216" y="3778663"/>
                  <a:pt x="965168" y="3777615"/>
                  <a:pt x="963835" y="3777615"/>
                </a:cubicBezTo>
                <a:lnTo>
                  <a:pt x="955834" y="3777615"/>
                </a:lnTo>
                <a:cubicBezTo>
                  <a:pt x="954500" y="3777615"/>
                  <a:pt x="953452" y="3778663"/>
                  <a:pt x="953452" y="3779996"/>
                </a:cubicBezTo>
                <a:lnTo>
                  <a:pt x="953452" y="3786759"/>
                </a:lnTo>
                <a:lnTo>
                  <a:pt x="910971" y="3786759"/>
                </a:lnTo>
                <a:cubicBezTo>
                  <a:pt x="905066" y="3786759"/>
                  <a:pt x="900208" y="3791617"/>
                  <a:pt x="900208" y="3797522"/>
                </a:cubicBezTo>
                <a:cubicBezTo>
                  <a:pt x="900208" y="3803428"/>
                  <a:pt x="905066" y="3808286"/>
                  <a:pt x="910971" y="3808286"/>
                </a:cubicBezTo>
                <a:lnTo>
                  <a:pt x="949071" y="3808286"/>
                </a:lnTo>
                <a:cubicBezTo>
                  <a:pt x="952405" y="3808286"/>
                  <a:pt x="955072" y="3810953"/>
                  <a:pt x="955072" y="3814286"/>
                </a:cubicBezTo>
                <a:cubicBezTo>
                  <a:pt x="955072" y="3817620"/>
                  <a:pt x="952405" y="3820287"/>
                  <a:pt x="949071" y="3820287"/>
                </a:cubicBezTo>
                <a:lnTo>
                  <a:pt x="911066" y="3820287"/>
                </a:lnTo>
                <a:cubicBezTo>
                  <a:pt x="905161" y="3820287"/>
                  <a:pt x="900303" y="3825145"/>
                  <a:pt x="900303" y="3831050"/>
                </a:cubicBezTo>
                <a:cubicBezTo>
                  <a:pt x="900303" y="3836956"/>
                  <a:pt x="905161" y="3841813"/>
                  <a:pt x="911066" y="3841813"/>
                </a:cubicBezTo>
                <a:lnTo>
                  <a:pt x="949071" y="3841813"/>
                </a:lnTo>
                <a:cubicBezTo>
                  <a:pt x="952405" y="3841813"/>
                  <a:pt x="955072" y="3844480"/>
                  <a:pt x="955072" y="3847814"/>
                </a:cubicBezTo>
                <a:cubicBezTo>
                  <a:pt x="955072" y="3851148"/>
                  <a:pt x="952405" y="3853815"/>
                  <a:pt x="949071" y="3853815"/>
                </a:cubicBezTo>
                <a:lnTo>
                  <a:pt x="904494" y="3853815"/>
                </a:lnTo>
                <a:lnTo>
                  <a:pt x="904494" y="3847148"/>
                </a:lnTo>
                <a:cubicBezTo>
                  <a:pt x="904494" y="3845814"/>
                  <a:pt x="903446" y="3844767"/>
                  <a:pt x="902113" y="3844767"/>
                </a:cubicBezTo>
                <a:lnTo>
                  <a:pt x="894112" y="3844767"/>
                </a:lnTo>
                <a:cubicBezTo>
                  <a:pt x="892778" y="3844767"/>
                  <a:pt x="891731" y="3845814"/>
                  <a:pt x="891731" y="3847148"/>
                </a:cubicBezTo>
                <a:lnTo>
                  <a:pt x="891731" y="3853815"/>
                </a:lnTo>
                <a:lnTo>
                  <a:pt x="772573" y="3853815"/>
                </a:lnTo>
                <a:cubicBezTo>
                  <a:pt x="771430" y="3848005"/>
                  <a:pt x="766572" y="3843528"/>
                  <a:pt x="760381" y="3843528"/>
                </a:cubicBezTo>
                <a:cubicBezTo>
                  <a:pt x="753427" y="3843528"/>
                  <a:pt x="747713" y="3849243"/>
                  <a:pt x="747713" y="3856196"/>
                </a:cubicBezTo>
                <a:cubicBezTo>
                  <a:pt x="747713" y="3863150"/>
                  <a:pt x="753427" y="3868865"/>
                  <a:pt x="760381" y="3868865"/>
                </a:cubicBezTo>
                <a:cubicBezTo>
                  <a:pt x="766477" y="3868865"/>
                  <a:pt x="771430" y="3864388"/>
                  <a:pt x="772573" y="3858578"/>
                </a:cubicBezTo>
                <a:lnTo>
                  <a:pt x="891731" y="3858578"/>
                </a:lnTo>
                <a:lnTo>
                  <a:pt x="891731" y="3865340"/>
                </a:lnTo>
                <a:cubicBezTo>
                  <a:pt x="891731" y="3866674"/>
                  <a:pt x="892778" y="3867722"/>
                  <a:pt x="894112" y="3867722"/>
                </a:cubicBezTo>
                <a:lnTo>
                  <a:pt x="902113" y="3867722"/>
                </a:lnTo>
                <a:cubicBezTo>
                  <a:pt x="903446" y="3867722"/>
                  <a:pt x="904494" y="3866674"/>
                  <a:pt x="904494" y="3865340"/>
                </a:cubicBezTo>
                <a:lnTo>
                  <a:pt x="904494" y="3858578"/>
                </a:lnTo>
                <a:lnTo>
                  <a:pt x="949071" y="3858578"/>
                </a:lnTo>
                <a:cubicBezTo>
                  <a:pt x="954977" y="3858578"/>
                  <a:pt x="959834" y="3853720"/>
                  <a:pt x="959834" y="3847814"/>
                </a:cubicBezTo>
                <a:cubicBezTo>
                  <a:pt x="959834" y="3841909"/>
                  <a:pt x="954977" y="3837051"/>
                  <a:pt x="949071" y="3837051"/>
                </a:cubicBezTo>
                <a:lnTo>
                  <a:pt x="911066" y="3837051"/>
                </a:lnTo>
                <a:cubicBezTo>
                  <a:pt x="907733" y="3837051"/>
                  <a:pt x="905066" y="3834384"/>
                  <a:pt x="905066" y="3831050"/>
                </a:cubicBezTo>
                <a:cubicBezTo>
                  <a:pt x="905066" y="3827717"/>
                  <a:pt x="907733" y="3825050"/>
                  <a:pt x="911066" y="3825050"/>
                </a:cubicBezTo>
                <a:lnTo>
                  <a:pt x="949071" y="3825050"/>
                </a:lnTo>
                <a:cubicBezTo>
                  <a:pt x="954977" y="3825050"/>
                  <a:pt x="959834" y="3820192"/>
                  <a:pt x="959834" y="3814286"/>
                </a:cubicBezTo>
                <a:cubicBezTo>
                  <a:pt x="959834" y="3808381"/>
                  <a:pt x="954977" y="3803523"/>
                  <a:pt x="949071" y="3803523"/>
                </a:cubicBezTo>
                <a:lnTo>
                  <a:pt x="910971" y="3803523"/>
                </a:lnTo>
                <a:cubicBezTo>
                  <a:pt x="907637" y="3803523"/>
                  <a:pt x="904970" y="3800856"/>
                  <a:pt x="904970" y="3797522"/>
                </a:cubicBezTo>
                <a:cubicBezTo>
                  <a:pt x="904970" y="3794188"/>
                  <a:pt x="907637" y="3791522"/>
                  <a:pt x="910971" y="3791522"/>
                </a:cubicBezTo>
                <a:lnTo>
                  <a:pt x="953452" y="3791522"/>
                </a:lnTo>
                <a:lnTo>
                  <a:pt x="953452" y="3798284"/>
                </a:lnTo>
                <a:cubicBezTo>
                  <a:pt x="953452" y="3799618"/>
                  <a:pt x="954500" y="3800666"/>
                  <a:pt x="955834" y="3800666"/>
                </a:cubicBezTo>
                <a:lnTo>
                  <a:pt x="963835" y="3800666"/>
                </a:lnTo>
                <a:cubicBezTo>
                  <a:pt x="965168" y="3800666"/>
                  <a:pt x="966216" y="3799618"/>
                  <a:pt x="966216" y="3798284"/>
                </a:cubicBezTo>
                <a:lnTo>
                  <a:pt x="966216" y="3791522"/>
                </a:lnTo>
                <a:lnTo>
                  <a:pt x="973836" y="3791522"/>
                </a:lnTo>
                <a:lnTo>
                  <a:pt x="973836" y="3798284"/>
                </a:lnTo>
                <a:cubicBezTo>
                  <a:pt x="973836" y="3799618"/>
                  <a:pt x="974884" y="3800666"/>
                  <a:pt x="976217" y="3800666"/>
                </a:cubicBezTo>
                <a:lnTo>
                  <a:pt x="984218" y="3800666"/>
                </a:lnTo>
                <a:cubicBezTo>
                  <a:pt x="985552" y="3800666"/>
                  <a:pt x="986600" y="3799618"/>
                  <a:pt x="986600" y="3798284"/>
                </a:cubicBezTo>
                <a:lnTo>
                  <a:pt x="986600" y="3791617"/>
                </a:lnTo>
                <a:lnTo>
                  <a:pt x="1031177" y="3791617"/>
                </a:lnTo>
                <a:cubicBezTo>
                  <a:pt x="1034510" y="3791617"/>
                  <a:pt x="1037177" y="3794284"/>
                  <a:pt x="1037177" y="3797618"/>
                </a:cubicBezTo>
                <a:cubicBezTo>
                  <a:pt x="1037177" y="3800951"/>
                  <a:pt x="1034510" y="3803618"/>
                  <a:pt x="1031177" y="3803618"/>
                </a:cubicBezTo>
                <a:lnTo>
                  <a:pt x="993172" y="3803618"/>
                </a:lnTo>
                <a:cubicBezTo>
                  <a:pt x="987266" y="3803618"/>
                  <a:pt x="982409" y="3808476"/>
                  <a:pt x="982409" y="3814382"/>
                </a:cubicBezTo>
                <a:cubicBezTo>
                  <a:pt x="982409" y="3820287"/>
                  <a:pt x="987266" y="3825145"/>
                  <a:pt x="993172" y="3825145"/>
                </a:cubicBezTo>
                <a:lnTo>
                  <a:pt x="1031177" y="3825145"/>
                </a:lnTo>
                <a:cubicBezTo>
                  <a:pt x="1034510" y="3825145"/>
                  <a:pt x="1037177" y="3827812"/>
                  <a:pt x="1037177" y="3831146"/>
                </a:cubicBezTo>
                <a:cubicBezTo>
                  <a:pt x="1037177" y="3834479"/>
                  <a:pt x="1034510" y="3837146"/>
                  <a:pt x="1031177" y="3837146"/>
                </a:cubicBezTo>
                <a:lnTo>
                  <a:pt x="993077" y="3837146"/>
                </a:lnTo>
                <a:cubicBezTo>
                  <a:pt x="987171" y="3837146"/>
                  <a:pt x="982313" y="3842004"/>
                  <a:pt x="982313" y="3847910"/>
                </a:cubicBezTo>
                <a:cubicBezTo>
                  <a:pt x="982313" y="3853815"/>
                  <a:pt x="987171" y="3858673"/>
                  <a:pt x="993077" y="3858673"/>
                </a:cubicBezTo>
                <a:lnTo>
                  <a:pt x="1035558" y="3858673"/>
                </a:lnTo>
                <a:lnTo>
                  <a:pt x="1035558" y="3865436"/>
                </a:lnTo>
                <a:cubicBezTo>
                  <a:pt x="1035558" y="3866769"/>
                  <a:pt x="1036606" y="3867817"/>
                  <a:pt x="1037939" y="3867817"/>
                </a:cubicBezTo>
                <a:lnTo>
                  <a:pt x="1041083" y="3867817"/>
                </a:lnTo>
                <a:lnTo>
                  <a:pt x="1041083" y="3942874"/>
                </a:lnTo>
                <a:cubicBezTo>
                  <a:pt x="1041083" y="3942874"/>
                  <a:pt x="1019747" y="3967448"/>
                  <a:pt x="1019747" y="3967448"/>
                </a:cubicBezTo>
                <a:lnTo>
                  <a:pt x="1020890" y="4068509"/>
                </a:lnTo>
                <a:lnTo>
                  <a:pt x="1016603" y="4068509"/>
                </a:lnTo>
                <a:cubicBezTo>
                  <a:pt x="1013555" y="4068509"/>
                  <a:pt x="1011079" y="4070985"/>
                  <a:pt x="1011079" y="4074033"/>
                </a:cubicBezTo>
                <a:lnTo>
                  <a:pt x="1011079" y="4087463"/>
                </a:lnTo>
                <a:cubicBezTo>
                  <a:pt x="1011079" y="4090511"/>
                  <a:pt x="1013555" y="4092988"/>
                  <a:pt x="1016603" y="4092988"/>
                </a:cubicBezTo>
                <a:lnTo>
                  <a:pt x="1030034" y="4092988"/>
                </a:lnTo>
                <a:cubicBezTo>
                  <a:pt x="1033082" y="4092988"/>
                  <a:pt x="1035558" y="4090511"/>
                  <a:pt x="1035558" y="4087463"/>
                </a:cubicBezTo>
                <a:lnTo>
                  <a:pt x="1035558" y="4074033"/>
                </a:lnTo>
                <a:cubicBezTo>
                  <a:pt x="1035558" y="4070985"/>
                  <a:pt x="1033082" y="4068509"/>
                  <a:pt x="1030034" y="4068509"/>
                </a:cubicBezTo>
                <a:lnTo>
                  <a:pt x="1025652" y="4068509"/>
                </a:lnTo>
                <a:lnTo>
                  <a:pt x="1024509" y="3969258"/>
                </a:lnTo>
                <a:lnTo>
                  <a:pt x="1045750" y="3944779"/>
                </a:lnTo>
                <a:lnTo>
                  <a:pt x="1045750" y="3867912"/>
                </a:lnTo>
                <a:close/>
                <a:moveTo>
                  <a:pt x="760476" y="3864007"/>
                </a:moveTo>
                <a:cubicBezTo>
                  <a:pt x="756095" y="3864007"/>
                  <a:pt x="752570" y="3860483"/>
                  <a:pt x="752570" y="3856101"/>
                </a:cubicBezTo>
                <a:cubicBezTo>
                  <a:pt x="752570" y="3851720"/>
                  <a:pt x="756095" y="3848195"/>
                  <a:pt x="760476" y="3848195"/>
                </a:cubicBezTo>
                <a:cubicBezTo>
                  <a:pt x="764858" y="3848195"/>
                  <a:pt x="768382" y="3851720"/>
                  <a:pt x="768382" y="3856101"/>
                </a:cubicBezTo>
                <a:cubicBezTo>
                  <a:pt x="768382" y="3860483"/>
                  <a:pt x="764858" y="3864007"/>
                  <a:pt x="760476" y="3864007"/>
                </a:cubicBezTo>
                <a:close/>
                <a:moveTo>
                  <a:pt x="899827" y="3862864"/>
                </a:moveTo>
                <a:lnTo>
                  <a:pt x="896588" y="3862864"/>
                </a:lnTo>
                <a:lnTo>
                  <a:pt x="896588" y="3849434"/>
                </a:lnTo>
                <a:lnTo>
                  <a:pt x="899827" y="3849434"/>
                </a:lnTo>
                <a:lnTo>
                  <a:pt x="899827" y="3862864"/>
                </a:lnTo>
                <a:close/>
                <a:moveTo>
                  <a:pt x="961549" y="3795903"/>
                </a:moveTo>
                <a:lnTo>
                  <a:pt x="958310" y="3795903"/>
                </a:lnTo>
                <a:lnTo>
                  <a:pt x="958310" y="3782473"/>
                </a:lnTo>
                <a:lnTo>
                  <a:pt x="961549" y="3782473"/>
                </a:lnTo>
                <a:lnTo>
                  <a:pt x="961549" y="3795903"/>
                </a:lnTo>
                <a:close/>
                <a:moveTo>
                  <a:pt x="981932" y="3795903"/>
                </a:moveTo>
                <a:lnTo>
                  <a:pt x="978694" y="3795903"/>
                </a:lnTo>
                <a:lnTo>
                  <a:pt x="978694" y="3782473"/>
                </a:lnTo>
                <a:lnTo>
                  <a:pt x="981932" y="3782473"/>
                </a:lnTo>
                <a:lnTo>
                  <a:pt x="981932" y="3795903"/>
                </a:lnTo>
                <a:close/>
                <a:moveTo>
                  <a:pt x="1030224" y="4072985"/>
                </a:moveTo>
                <a:cubicBezTo>
                  <a:pt x="1030224" y="4072985"/>
                  <a:pt x="1030986" y="4073367"/>
                  <a:pt x="1030986" y="4073747"/>
                </a:cubicBezTo>
                <a:lnTo>
                  <a:pt x="1030986" y="4087178"/>
                </a:lnTo>
                <a:cubicBezTo>
                  <a:pt x="1030986" y="4087178"/>
                  <a:pt x="1030605" y="4087940"/>
                  <a:pt x="1030224" y="4087940"/>
                </a:cubicBezTo>
                <a:lnTo>
                  <a:pt x="1016794" y="4087940"/>
                </a:lnTo>
                <a:cubicBezTo>
                  <a:pt x="1016794" y="4087940"/>
                  <a:pt x="1016032" y="4087559"/>
                  <a:pt x="1016032" y="4087178"/>
                </a:cubicBezTo>
                <a:lnTo>
                  <a:pt x="1016032" y="4073747"/>
                </a:lnTo>
                <a:cubicBezTo>
                  <a:pt x="1016032" y="4073747"/>
                  <a:pt x="1016413" y="4072985"/>
                  <a:pt x="1016794" y="4072985"/>
                </a:cubicBezTo>
                <a:lnTo>
                  <a:pt x="1030224" y="4072985"/>
                </a:lnTo>
                <a:close/>
                <a:moveTo>
                  <a:pt x="1043654" y="3862864"/>
                </a:moveTo>
                <a:lnTo>
                  <a:pt x="1040416" y="3862864"/>
                </a:lnTo>
                <a:lnTo>
                  <a:pt x="1040416" y="3849434"/>
                </a:lnTo>
                <a:lnTo>
                  <a:pt x="1043654" y="3849434"/>
                </a:lnTo>
                <a:lnTo>
                  <a:pt x="1043654" y="3862864"/>
                </a:lnTo>
                <a:close/>
                <a:moveTo>
                  <a:pt x="609124" y="2307241"/>
                </a:moveTo>
                <a:cubicBezTo>
                  <a:pt x="607695" y="2304193"/>
                  <a:pt x="605123" y="2301812"/>
                  <a:pt x="601885" y="2300764"/>
                </a:cubicBezTo>
                <a:cubicBezTo>
                  <a:pt x="595313" y="2298383"/>
                  <a:pt x="587978" y="2301907"/>
                  <a:pt x="585597" y="2308479"/>
                </a:cubicBezTo>
                <a:cubicBezTo>
                  <a:pt x="584454" y="2311718"/>
                  <a:pt x="584645" y="2315147"/>
                  <a:pt x="586073" y="2318195"/>
                </a:cubicBezTo>
                <a:cubicBezTo>
                  <a:pt x="587502" y="2321243"/>
                  <a:pt x="590074" y="2323624"/>
                  <a:pt x="593312" y="2324672"/>
                </a:cubicBezTo>
                <a:cubicBezTo>
                  <a:pt x="594741" y="2325148"/>
                  <a:pt x="596170" y="2325434"/>
                  <a:pt x="597599" y="2325434"/>
                </a:cubicBezTo>
                <a:cubicBezTo>
                  <a:pt x="599504" y="2325434"/>
                  <a:pt x="601313" y="2325053"/>
                  <a:pt x="603028" y="2324195"/>
                </a:cubicBezTo>
                <a:cubicBezTo>
                  <a:pt x="603790" y="2323814"/>
                  <a:pt x="604457" y="2323148"/>
                  <a:pt x="605123" y="2322671"/>
                </a:cubicBezTo>
                <a:lnTo>
                  <a:pt x="669322" y="2393537"/>
                </a:lnTo>
                <a:lnTo>
                  <a:pt x="668655" y="2509552"/>
                </a:lnTo>
                <a:lnTo>
                  <a:pt x="535781" y="2649569"/>
                </a:lnTo>
                <a:cubicBezTo>
                  <a:pt x="534924" y="2648903"/>
                  <a:pt x="533876" y="2648236"/>
                  <a:pt x="532829" y="2647760"/>
                </a:cubicBezTo>
                <a:cubicBezTo>
                  <a:pt x="526352" y="2645093"/>
                  <a:pt x="518922" y="2648236"/>
                  <a:pt x="516255" y="2654713"/>
                </a:cubicBezTo>
                <a:cubicBezTo>
                  <a:pt x="514922" y="2657856"/>
                  <a:pt x="515017" y="2661285"/>
                  <a:pt x="516255" y="2664428"/>
                </a:cubicBezTo>
                <a:cubicBezTo>
                  <a:pt x="517589" y="2667572"/>
                  <a:pt x="520065" y="2669953"/>
                  <a:pt x="523208" y="2671286"/>
                </a:cubicBezTo>
                <a:cubicBezTo>
                  <a:pt x="524732" y="2671953"/>
                  <a:pt x="526352" y="2672239"/>
                  <a:pt x="527971" y="2672239"/>
                </a:cubicBezTo>
                <a:cubicBezTo>
                  <a:pt x="533019" y="2672239"/>
                  <a:pt x="537782" y="2669286"/>
                  <a:pt x="539782" y="2664333"/>
                </a:cubicBezTo>
                <a:cubicBezTo>
                  <a:pt x="541306" y="2660523"/>
                  <a:pt x="540830" y="2656427"/>
                  <a:pt x="538925" y="2653094"/>
                </a:cubicBezTo>
                <a:lnTo>
                  <a:pt x="672751" y="2512028"/>
                </a:lnTo>
                <a:lnTo>
                  <a:pt x="673418" y="2511362"/>
                </a:lnTo>
                <a:lnTo>
                  <a:pt x="674084" y="2391632"/>
                </a:lnTo>
                <a:lnTo>
                  <a:pt x="608267" y="2319052"/>
                </a:lnTo>
                <a:cubicBezTo>
                  <a:pt x="608648" y="2318385"/>
                  <a:pt x="609219" y="2317718"/>
                  <a:pt x="609505" y="2316956"/>
                </a:cubicBezTo>
                <a:cubicBezTo>
                  <a:pt x="610648" y="2313718"/>
                  <a:pt x="610457" y="2310289"/>
                  <a:pt x="609029" y="2307241"/>
                </a:cubicBezTo>
                <a:close/>
                <a:moveTo>
                  <a:pt x="605123" y="2315432"/>
                </a:moveTo>
                <a:cubicBezTo>
                  <a:pt x="603695" y="2319528"/>
                  <a:pt x="599123" y="2321719"/>
                  <a:pt x="594932" y="2320290"/>
                </a:cubicBezTo>
                <a:cubicBezTo>
                  <a:pt x="590836" y="2318861"/>
                  <a:pt x="588645" y="2314289"/>
                  <a:pt x="590074" y="2310098"/>
                </a:cubicBezTo>
                <a:cubicBezTo>
                  <a:pt x="591217" y="2306860"/>
                  <a:pt x="594265" y="2304764"/>
                  <a:pt x="597599" y="2304764"/>
                </a:cubicBezTo>
                <a:cubicBezTo>
                  <a:pt x="598456" y="2304764"/>
                  <a:pt x="599408" y="2304955"/>
                  <a:pt x="600266" y="2305241"/>
                </a:cubicBezTo>
                <a:cubicBezTo>
                  <a:pt x="602266" y="2305907"/>
                  <a:pt x="603885" y="2307431"/>
                  <a:pt x="604742" y="2309336"/>
                </a:cubicBezTo>
                <a:cubicBezTo>
                  <a:pt x="605695" y="2311241"/>
                  <a:pt x="605790" y="2313432"/>
                  <a:pt x="605028" y="2315432"/>
                </a:cubicBezTo>
                <a:close/>
                <a:moveTo>
                  <a:pt x="535496" y="2662619"/>
                </a:moveTo>
                <a:cubicBezTo>
                  <a:pt x="533876" y="2666714"/>
                  <a:pt x="529114" y="2668619"/>
                  <a:pt x="525113" y="2667000"/>
                </a:cubicBezTo>
                <a:cubicBezTo>
                  <a:pt x="523113" y="2666238"/>
                  <a:pt x="521589" y="2664714"/>
                  <a:pt x="520827" y="2662714"/>
                </a:cubicBezTo>
                <a:cubicBezTo>
                  <a:pt x="519970" y="2660713"/>
                  <a:pt x="519970" y="2658618"/>
                  <a:pt x="520827" y="2656618"/>
                </a:cubicBezTo>
                <a:cubicBezTo>
                  <a:pt x="522065" y="2653570"/>
                  <a:pt x="525113" y="2651665"/>
                  <a:pt x="528161" y="2651665"/>
                </a:cubicBezTo>
                <a:cubicBezTo>
                  <a:pt x="529209" y="2651665"/>
                  <a:pt x="530162" y="2651855"/>
                  <a:pt x="531114" y="2652236"/>
                </a:cubicBezTo>
                <a:cubicBezTo>
                  <a:pt x="535210" y="2653855"/>
                  <a:pt x="537115" y="2658523"/>
                  <a:pt x="535496" y="2662619"/>
                </a:cubicBezTo>
                <a:close/>
                <a:moveTo>
                  <a:pt x="1334072" y="4149662"/>
                </a:moveTo>
                <a:cubicBezTo>
                  <a:pt x="1337310" y="4153757"/>
                  <a:pt x="1343216" y="4154519"/>
                  <a:pt x="1347311" y="4151281"/>
                </a:cubicBezTo>
                <a:cubicBezTo>
                  <a:pt x="1351407" y="4148042"/>
                  <a:pt x="1352169" y="4142137"/>
                  <a:pt x="1348931" y="4138041"/>
                </a:cubicBezTo>
                <a:cubicBezTo>
                  <a:pt x="1346073" y="4134422"/>
                  <a:pt x="1341120" y="4133564"/>
                  <a:pt x="1337120" y="4135660"/>
                </a:cubicBezTo>
                <a:lnTo>
                  <a:pt x="1290352" y="4084701"/>
                </a:lnTo>
                <a:lnTo>
                  <a:pt x="1200150" y="4084701"/>
                </a:lnTo>
                <a:cubicBezTo>
                  <a:pt x="1200150" y="4084701"/>
                  <a:pt x="1185291" y="4071557"/>
                  <a:pt x="1185291" y="4071557"/>
                </a:cubicBezTo>
                <a:cubicBezTo>
                  <a:pt x="1188530" y="4066127"/>
                  <a:pt x="1188053" y="4059079"/>
                  <a:pt x="1183481" y="4054221"/>
                </a:cubicBezTo>
                <a:lnTo>
                  <a:pt x="1183481" y="4054221"/>
                </a:lnTo>
                <a:cubicBezTo>
                  <a:pt x="1180719" y="4051268"/>
                  <a:pt x="1177004" y="4049744"/>
                  <a:pt x="1173290" y="4049649"/>
                </a:cubicBezTo>
                <a:lnTo>
                  <a:pt x="1173290" y="3988308"/>
                </a:lnTo>
                <a:cubicBezTo>
                  <a:pt x="1173290" y="3988308"/>
                  <a:pt x="1195578" y="3966305"/>
                  <a:pt x="1195578" y="3966305"/>
                </a:cubicBezTo>
                <a:lnTo>
                  <a:pt x="1195578" y="3867722"/>
                </a:lnTo>
                <a:cubicBezTo>
                  <a:pt x="1195578" y="3867722"/>
                  <a:pt x="1196435" y="3867722"/>
                  <a:pt x="1196435" y="3867722"/>
                </a:cubicBezTo>
                <a:cubicBezTo>
                  <a:pt x="1197769" y="3867722"/>
                  <a:pt x="1198817" y="3866674"/>
                  <a:pt x="1198817" y="3865340"/>
                </a:cubicBezTo>
                <a:lnTo>
                  <a:pt x="1198817" y="3858578"/>
                </a:lnTo>
                <a:lnTo>
                  <a:pt x="1243394" y="3858578"/>
                </a:lnTo>
                <a:cubicBezTo>
                  <a:pt x="1249299" y="3858578"/>
                  <a:pt x="1254157" y="3853720"/>
                  <a:pt x="1254157" y="3847814"/>
                </a:cubicBezTo>
                <a:cubicBezTo>
                  <a:pt x="1254157" y="3841909"/>
                  <a:pt x="1249299" y="3837051"/>
                  <a:pt x="1243394" y="3837051"/>
                </a:cubicBezTo>
                <a:lnTo>
                  <a:pt x="1205389" y="3837051"/>
                </a:lnTo>
                <a:cubicBezTo>
                  <a:pt x="1202055" y="3837051"/>
                  <a:pt x="1199388" y="3834384"/>
                  <a:pt x="1199388" y="3831050"/>
                </a:cubicBezTo>
                <a:cubicBezTo>
                  <a:pt x="1199388" y="3827717"/>
                  <a:pt x="1202055" y="3825050"/>
                  <a:pt x="1205389" y="3825050"/>
                </a:cubicBezTo>
                <a:lnTo>
                  <a:pt x="1243394" y="3825050"/>
                </a:lnTo>
                <a:cubicBezTo>
                  <a:pt x="1249299" y="3825050"/>
                  <a:pt x="1254157" y="3820192"/>
                  <a:pt x="1254157" y="3814286"/>
                </a:cubicBezTo>
                <a:cubicBezTo>
                  <a:pt x="1254157" y="3808381"/>
                  <a:pt x="1249299" y="3803523"/>
                  <a:pt x="1243394" y="3803523"/>
                </a:cubicBezTo>
                <a:lnTo>
                  <a:pt x="1205294" y="3803523"/>
                </a:lnTo>
                <a:cubicBezTo>
                  <a:pt x="1201960" y="3803523"/>
                  <a:pt x="1199293" y="3800856"/>
                  <a:pt x="1199293" y="3797522"/>
                </a:cubicBezTo>
                <a:cubicBezTo>
                  <a:pt x="1199293" y="3794188"/>
                  <a:pt x="1201960" y="3791522"/>
                  <a:pt x="1205294" y="3791522"/>
                </a:cubicBezTo>
                <a:lnTo>
                  <a:pt x="1247775" y="3791522"/>
                </a:lnTo>
                <a:lnTo>
                  <a:pt x="1247775" y="3798284"/>
                </a:lnTo>
                <a:cubicBezTo>
                  <a:pt x="1247775" y="3799618"/>
                  <a:pt x="1248823" y="3800666"/>
                  <a:pt x="1250156" y="3800666"/>
                </a:cubicBezTo>
                <a:lnTo>
                  <a:pt x="1258157" y="3800666"/>
                </a:lnTo>
                <a:cubicBezTo>
                  <a:pt x="1259491" y="3800666"/>
                  <a:pt x="1260539" y="3799618"/>
                  <a:pt x="1260539" y="3798284"/>
                </a:cubicBezTo>
                <a:lnTo>
                  <a:pt x="1260539" y="3791522"/>
                </a:lnTo>
                <a:lnTo>
                  <a:pt x="1268159" y="3791522"/>
                </a:lnTo>
                <a:lnTo>
                  <a:pt x="1268159" y="3798284"/>
                </a:lnTo>
                <a:cubicBezTo>
                  <a:pt x="1268159" y="3799618"/>
                  <a:pt x="1269206" y="3800666"/>
                  <a:pt x="1270540" y="3800666"/>
                </a:cubicBezTo>
                <a:lnTo>
                  <a:pt x="1278541" y="3800666"/>
                </a:lnTo>
                <a:cubicBezTo>
                  <a:pt x="1279874" y="3800666"/>
                  <a:pt x="1280922" y="3799618"/>
                  <a:pt x="1280922" y="3798284"/>
                </a:cubicBezTo>
                <a:lnTo>
                  <a:pt x="1280922" y="3791617"/>
                </a:lnTo>
                <a:lnTo>
                  <a:pt x="1325499" y="3791617"/>
                </a:lnTo>
                <a:cubicBezTo>
                  <a:pt x="1328833" y="3791617"/>
                  <a:pt x="1331500" y="3794284"/>
                  <a:pt x="1331500" y="3797618"/>
                </a:cubicBezTo>
                <a:cubicBezTo>
                  <a:pt x="1331500" y="3800951"/>
                  <a:pt x="1328833" y="3803618"/>
                  <a:pt x="1325499" y="3803618"/>
                </a:cubicBezTo>
                <a:lnTo>
                  <a:pt x="1287494" y="3803618"/>
                </a:lnTo>
                <a:cubicBezTo>
                  <a:pt x="1281589" y="3803618"/>
                  <a:pt x="1276731" y="3808476"/>
                  <a:pt x="1276731" y="3814382"/>
                </a:cubicBezTo>
                <a:cubicBezTo>
                  <a:pt x="1276731" y="3820287"/>
                  <a:pt x="1281589" y="3825145"/>
                  <a:pt x="1287494" y="3825145"/>
                </a:cubicBezTo>
                <a:lnTo>
                  <a:pt x="1325499" y="3825145"/>
                </a:lnTo>
                <a:cubicBezTo>
                  <a:pt x="1328833" y="3825145"/>
                  <a:pt x="1331500" y="3827812"/>
                  <a:pt x="1331500" y="3831146"/>
                </a:cubicBezTo>
                <a:cubicBezTo>
                  <a:pt x="1331500" y="3834479"/>
                  <a:pt x="1328833" y="3837146"/>
                  <a:pt x="1325499" y="3837146"/>
                </a:cubicBezTo>
                <a:lnTo>
                  <a:pt x="1287399" y="3837146"/>
                </a:lnTo>
                <a:cubicBezTo>
                  <a:pt x="1281494" y="3837146"/>
                  <a:pt x="1276636" y="3842004"/>
                  <a:pt x="1276636" y="3847910"/>
                </a:cubicBezTo>
                <a:cubicBezTo>
                  <a:pt x="1276636" y="3853815"/>
                  <a:pt x="1281494" y="3858673"/>
                  <a:pt x="1287399" y="3858673"/>
                </a:cubicBezTo>
                <a:lnTo>
                  <a:pt x="1329881" y="3858673"/>
                </a:lnTo>
                <a:lnTo>
                  <a:pt x="1329881" y="3865436"/>
                </a:lnTo>
                <a:cubicBezTo>
                  <a:pt x="1329881" y="3866769"/>
                  <a:pt x="1330928" y="3867817"/>
                  <a:pt x="1332262" y="3867817"/>
                </a:cubicBezTo>
                <a:lnTo>
                  <a:pt x="1332643" y="3867817"/>
                </a:lnTo>
                <a:lnTo>
                  <a:pt x="1332643" y="3876199"/>
                </a:lnTo>
                <a:lnTo>
                  <a:pt x="1339787" y="3876199"/>
                </a:lnTo>
                <a:lnTo>
                  <a:pt x="1339787" y="3867817"/>
                </a:lnTo>
                <a:lnTo>
                  <a:pt x="1340168" y="3867817"/>
                </a:lnTo>
                <a:cubicBezTo>
                  <a:pt x="1341501" y="3867817"/>
                  <a:pt x="1342549" y="3866769"/>
                  <a:pt x="1342549" y="3865436"/>
                </a:cubicBezTo>
                <a:lnTo>
                  <a:pt x="1342549" y="3858673"/>
                </a:lnTo>
                <a:lnTo>
                  <a:pt x="1353598" y="3858673"/>
                </a:lnTo>
                <a:lnTo>
                  <a:pt x="1353598" y="3927062"/>
                </a:lnTo>
                <a:cubicBezTo>
                  <a:pt x="1353598" y="3927062"/>
                  <a:pt x="1325023" y="3962400"/>
                  <a:pt x="1325023" y="3962400"/>
                </a:cubicBezTo>
                <a:lnTo>
                  <a:pt x="1232821" y="3962210"/>
                </a:lnTo>
                <a:cubicBezTo>
                  <a:pt x="1232059" y="3958590"/>
                  <a:pt x="1229868" y="3955447"/>
                  <a:pt x="1226344" y="3953828"/>
                </a:cubicBezTo>
                <a:cubicBezTo>
                  <a:pt x="1225963" y="3953637"/>
                  <a:pt x="1225487" y="3953637"/>
                  <a:pt x="1225010" y="3953542"/>
                </a:cubicBezTo>
                <a:lnTo>
                  <a:pt x="1225010" y="3945636"/>
                </a:lnTo>
                <a:lnTo>
                  <a:pt x="1217867" y="3945636"/>
                </a:lnTo>
                <a:lnTo>
                  <a:pt x="1217867" y="3953447"/>
                </a:lnTo>
                <a:cubicBezTo>
                  <a:pt x="1217867" y="3953447"/>
                  <a:pt x="1217486" y="3953447"/>
                  <a:pt x="1217295" y="3953542"/>
                </a:cubicBezTo>
                <a:cubicBezTo>
                  <a:pt x="1214342" y="3954685"/>
                  <a:pt x="1211961" y="3956876"/>
                  <a:pt x="1210723" y="3959733"/>
                </a:cubicBezTo>
                <a:cubicBezTo>
                  <a:pt x="1208056" y="3965638"/>
                  <a:pt x="1210723" y="3972687"/>
                  <a:pt x="1216628" y="3975354"/>
                </a:cubicBezTo>
                <a:cubicBezTo>
                  <a:pt x="1218248" y="3976116"/>
                  <a:pt x="1219867" y="3976402"/>
                  <a:pt x="1221486" y="3976402"/>
                </a:cubicBezTo>
                <a:cubicBezTo>
                  <a:pt x="1225963" y="3976402"/>
                  <a:pt x="1230344" y="3973830"/>
                  <a:pt x="1232345" y="3969449"/>
                </a:cubicBezTo>
                <a:lnTo>
                  <a:pt x="1232345" y="3969449"/>
                </a:lnTo>
                <a:cubicBezTo>
                  <a:pt x="1232726" y="3968592"/>
                  <a:pt x="1232726" y="3967829"/>
                  <a:pt x="1232916" y="3966972"/>
                </a:cubicBezTo>
                <a:lnTo>
                  <a:pt x="1326261" y="3967163"/>
                </a:lnTo>
                <a:lnTo>
                  <a:pt x="1326261" y="3967163"/>
                </a:lnTo>
                <a:cubicBezTo>
                  <a:pt x="1327023" y="3967163"/>
                  <a:pt x="1327690" y="3966877"/>
                  <a:pt x="1328071" y="3966305"/>
                </a:cubicBezTo>
                <a:lnTo>
                  <a:pt x="1357979" y="3929444"/>
                </a:lnTo>
                <a:cubicBezTo>
                  <a:pt x="1357979" y="3929444"/>
                  <a:pt x="1358551" y="3928491"/>
                  <a:pt x="1358551" y="3927920"/>
                </a:cubicBezTo>
                <a:lnTo>
                  <a:pt x="1358551" y="3856292"/>
                </a:lnTo>
                <a:cubicBezTo>
                  <a:pt x="1358551" y="3854958"/>
                  <a:pt x="1357408" y="3853910"/>
                  <a:pt x="1356074" y="3853910"/>
                </a:cubicBezTo>
                <a:lnTo>
                  <a:pt x="1342644" y="3853910"/>
                </a:lnTo>
                <a:lnTo>
                  <a:pt x="1342644" y="3847148"/>
                </a:lnTo>
                <a:cubicBezTo>
                  <a:pt x="1342644" y="3845814"/>
                  <a:pt x="1341596" y="3844767"/>
                  <a:pt x="1340263" y="3844767"/>
                </a:cubicBezTo>
                <a:lnTo>
                  <a:pt x="1332262" y="3844767"/>
                </a:lnTo>
                <a:cubicBezTo>
                  <a:pt x="1330928" y="3844767"/>
                  <a:pt x="1329881" y="3845814"/>
                  <a:pt x="1329881" y="3847148"/>
                </a:cubicBezTo>
                <a:lnTo>
                  <a:pt x="1329881" y="3853910"/>
                </a:lnTo>
                <a:lnTo>
                  <a:pt x="1287399" y="3853910"/>
                </a:lnTo>
                <a:cubicBezTo>
                  <a:pt x="1284065" y="3853910"/>
                  <a:pt x="1281398" y="3851243"/>
                  <a:pt x="1281398" y="3847910"/>
                </a:cubicBezTo>
                <a:cubicBezTo>
                  <a:pt x="1281398" y="3844576"/>
                  <a:pt x="1284065" y="3841909"/>
                  <a:pt x="1287399" y="3841909"/>
                </a:cubicBezTo>
                <a:lnTo>
                  <a:pt x="1325499" y="3841909"/>
                </a:lnTo>
                <a:cubicBezTo>
                  <a:pt x="1331405" y="3841909"/>
                  <a:pt x="1336262" y="3837051"/>
                  <a:pt x="1336262" y="3831146"/>
                </a:cubicBezTo>
                <a:cubicBezTo>
                  <a:pt x="1336262" y="3825240"/>
                  <a:pt x="1331405" y="3820382"/>
                  <a:pt x="1325499" y="3820382"/>
                </a:cubicBezTo>
                <a:lnTo>
                  <a:pt x="1287494" y="3820382"/>
                </a:lnTo>
                <a:cubicBezTo>
                  <a:pt x="1284161" y="3820382"/>
                  <a:pt x="1281494" y="3817715"/>
                  <a:pt x="1281494" y="3814382"/>
                </a:cubicBezTo>
                <a:cubicBezTo>
                  <a:pt x="1281494" y="3811048"/>
                  <a:pt x="1284161" y="3808381"/>
                  <a:pt x="1287494" y="3808381"/>
                </a:cubicBezTo>
                <a:lnTo>
                  <a:pt x="1325499" y="3808381"/>
                </a:lnTo>
                <a:cubicBezTo>
                  <a:pt x="1331405" y="3808381"/>
                  <a:pt x="1336262" y="3803523"/>
                  <a:pt x="1336262" y="3797618"/>
                </a:cubicBezTo>
                <a:cubicBezTo>
                  <a:pt x="1336262" y="3791712"/>
                  <a:pt x="1331405" y="3786854"/>
                  <a:pt x="1325499" y="3786854"/>
                </a:cubicBezTo>
                <a:lnTo>
                  <a:pt x="1280922" y="3786854"/>
                </a:lnTo>
                <a:lnTo>
                  <a:pt x="1280922" y="3780092"/>
                </a:lnTo>
                <a:cubicBezTo>
                  <a:pt x="1280922" y="3778758"/>
                  <a:pt x="1279874" y="3777710"/>
                  <a:pt x="1278541" y="3777710"/>
                </a:cubicBezTo>
                <a:lnTo>
                  <a:pt x="1270540" y="3777710"/>
                </a:lnTo>
                <a:cubicBezTo>
                  <a:pt x="1269206" y="3777710"/>
                  <a:pt x="1268159" y="3778758"/>
                  <a:pt x="1268159" y="3780092"/>
                </a:cubicBezTo>
                <a:lnTo>
                  <a:pt x="1268159" y="3786854"/>
                </a:lnTo>
                <a:lnTo>
                  <a:pt x="1260539" y="3786854"/>
                </a:lnTo>
                <a:lnTo>
                  <a:pt x="1260539" y="3780092"/>
                </a:lnTo>
                <a:cubicBezTo>
                  <a:pt x="1260539" y="3778758"/>
                  <a:pt x="1259491" y="3777710"/>
                  <a:pt x="1258157" y="3777710"/>
                </a:cubicBezTo>
                <a:lnTo>
                  <a:pt x="1250156" y="3777710"/>
                </a:lnTo>
                <a:cubicBezTo>
                  <a:pt x="1248823" y="3777710"/>
                  <a:pt x="1247775" y="3778758"/>
                  <a:pt x="1247775" y="3780092"/>
                </a:cubicBezTo>
                <a:lnTo>
                  <a:pt x="1247775" y="3786854"/>
                </a:lnTo>
                <a:lnTo>
                  <a:pt x="1205294" y="3786854"/>
                </a:lnTo>
                <a:cubicBezTo>
                  <a:pt x="1199388" y="3786854"/>
                  <a:pt x="1194530" y="3791712"/>
                  <a:pt x="1194530" y="3797618"/>
                </a:cubicBezTo>
                <a:cubicBezTo>
                  <a:pt x="1194530" y="3803523"/>
                  <a:pt x="1199388" y="3808381"/>
                  <a:pt x="1205294" y="3808381"/>
                </a:cubicBezTo>
                <a:lnTo>
                  <a:pt x="1243394" y="3808381"/>
                </a:lnTo>
                <a:cubicBezTo>
                  <a:pt x="1246727" y="3808381"/>
                  <a:pt x="1249394" y="3811048"/>
                  <a:pt x="1249394" y="3814382"/>
                </a:cubicBezTo>
                <a:cubicBezTo>
                  <a:pt x="1249394" y="3817715"/>
                  <a:pt x="1246727" y="3820382"/>
                  <a:pt x="1243394" y="3820382"/>
                </a:cubicBezTo>
                <a:lnTo>
                  <a:pt x="1205389" y="3820382"/>
                </a:lnTo>
                <a:cubicBezTo>
                  <a:pt x="1199483" y="3820382"/>
                  <a:pt x="1194626" y="3825240"/>
                  <a:pt x="1194626" y="3831146"/>
                </a:cubicBezTo>
                <a:cubicBezTo>
                  <a:pt x="1194626" y="3837051"/>
                  <a:pt x="1199483" y="3841909"/>
                  <a:pt x="1205389" y="3841909"/>
                </a:cubicBezTo>
                <a:lnTo>
                  <a:pt x="1243394" y="3841909"/>
                </a:lnTo>
                <a:cubicBezTo>
                  <a:pt x="1246727" y="3841909"/>
                  <a:pt x="1249394" y="3844576"/>
                  <a:pt x="1249394" y="3847910"/>
                </a:cubicBezTo>
                <a:cubicBezTo>
                  <a:pt x="1249394" y="3851243"/>
                  <a:pt x="1246727" y="3853910"/>
                  <a:pt x="1243394" y="3853910"/>
                </a:cubicBezTo>
                <a:lnTo>
                  <a:pt x="1198817" y="3853910"/>
                </a:lnTo>
                <a:lnTo>
                  <a:pt x="1198817" y="3847243"/>
                </a:lnTo>
                <a:cubicBezTo>
                  <a:pt x="1198817" y="3845909"/>
                  <a:pt x="1197769" y="3844862"/>
                  <a:pt x="1196435" y="3844862"/>
                </a:cubicBezTo>
                <a:lnTo>
                  <a:pt x="1188434" y="3844862"/>
                </a:lnTo>
                <a:cubicBezTo>
                  <a:pt x="1187101" y="3844862"/>
                  <a:pt x="1186053" y="3845909"/>
                  <a:pt x="1186053" y="3847243"/>
                </a:cubicBezTo>
                <a:lnTo>
                  <a:pt x="1186053" y="3865436"/>
                </a:lnTo>
                <a:cubicBezTo>
                  <a:pt x="1186053" y="3866769"/>
                  <a:pt x="1187101" y="3867817"/>
                  <a:pt x="1188434" y="3867817"/>
                </a:cubicBezTo>
                <a:lnTo>
                  <a:pt x="1190720" y="3867817"/>
                </a:lnTo>
                <a:lnTo>
                  <a:pt x="1190720" y="3964400"/>
                </a:lnTo>
                <a:cubicBezTo>
                  <a:pt x="1190720" y="3964400"/>
                  <a:pt x="1168622" y="3986403"/>
                  <a:pt x="1168622" y="3986403"/>
                </a:cubicBezTo>
                <a:lnTo>
                  <a:pt x="1168622" y="4050411"/>
                </a:lnTo>
                <a:cubicBezTo>
                  <a:pt x="1166527" y="4051078"/>
                  <a:pt x="1164527" y="4052030"/>
                  <a:pt x="1162907" y="4053650"/>
                </a:cubicBezTo>
                <a:cubicBezTo>
                  <a:pt x="1160050" y="4056317"/>
                  <a:pt x="1158431" y="4059936"/>
                  <a:pt x="1158240" y="4063746"/>
                </a:cubicBezTo>
                <a:cubicBezTo>
                  <a:pt x="1158145" y="4067651"/>
                  <a:pt x="1159478" y="4071366"/>
                  <a:pt x="1162145" y="4074128"/>
                </a:cubicBezTo>
                <a:cubicBezTo>
                  <a:pt x="1164812" y="4076986"/>
                  <a:pt x="1168432" y="4078605"/>
                  <a:pt x="1172242" y="4078796"/>
                </a:cubicBezTo>
                <a:cubicBezTo>
                  <a:pt x="1172432" y="4078796"/>
                  <a:pt x="1172623" y="4078796"/>
                  <a:pt x="1172813" y="4078796"/>
                </a:cubicBezTo>
                <a:cubicBezTo>
                  <a:pt x="1176242" y="4078796"/>
                  <a:pt x="1179481" y="4077462"/>
                  <a:pt x="1182148" y="4075271"/>
                </a:cubicBezTo>
                <a:lnTo>
                  <a:pt x="1198245" y="4089559"/>
                </a:lnTo>
                <a:lnTo>
                  <a:pt x="1288161" y="4089559"/>
                </a:lnTo>
                <a:cubicBezTo>
                  <a:pt x="1288161" y="4089559"/>
                  <a:pt x="1333500" y="4138898"/>
                  <a:pt x="1333500" y="4138898"/>
                </a:cubicBezTo>
                <a:cubicBezTo>
                  <a:pt x="1331405" y="4142232"/>
                  <a:pt x="1331405" y="4146518"/>
                  <a:pt x="1333976" y="4149757"/>
                </a:cubicBezTo>
                <a:close/>
                <a:moveTo>
                  <a:pt x="1228535" y="3965543"/>
                </a:moveTo>
                <a:cubicBezTo>
                  <a:pt x="1228439" y="3966115"/>
                  <a:pt x="1228439" y="3966686"/>
                  <a:pt x="1228153" y="3967258"/>
                </a:cubicBezTo>
                <a:cubicBezTo>
                  <a:pt x="1226534" y="3970782"/>
                  <a:pt x="1222343" y="3972401"/>
                  <a:pt x="1218819" y="3970782"/>
                </a:cubicBezTo>
                <a:cubicBezTo>
                  <a:pt x="1215295" y="3969163"/>
                  <a:pt x="1213676" y="3964972"/>
                  <a:pt x="1215295" y="3961448"/>
                </a:cubicBezTo>
                <a:cubicBezTo>
                  <a:pt x="1216438" y="3958876"/>
                  <a:pt x="1219010" y="3957257"/>
                  <a:pt x="1221772" y="3957257"/>
                </a:cubicBezTo>
                <a:cubicBezTo>
                  <a:pt x="1222724" y="3957257"/>
                  <a:pt x="1223772" y="3957447"/>
                  <a:pt x="1224629" y="3957923"/>
                </a:cubicBezTo>
                <a:cubicBezTo>
                  <a:pt x="1226820" y="3958971"/>
                  <a:pt x="1228153" y="3960971"/>
                  <a:pt x="1228535" y="3963162"/>
                </a:cubicBezTo>
                <a:lnTo>
                  <a:pt x="1228535" y="3965543"/>
                </a:lnTo>
                <a:close/>
                <a:moveTo>
                  <a:pt x="1334834" y="3849338"/>
                </a:moveTo>
                <a:lnTo>
                  <a:pt x="1338072" y="3849338"/>
                </a:lnTo>
                <a:lnTo>
                  <a:pt x="1338072" y="3862769"/>
                </a:lnTo>
                <a:lnTo>
                  <a:pt x="1334834" y="3862769"/>
                </a:lnTo>
                <a:lnTo>
                  <a:pt x="1334834" y="3849338"/>
                </a:lnTo>
                <a:close/>
                <a:moveTo>
                  <a:pt x="1273016" y="3782378"/>
                </a:moveTo>
                <a:lnTo>
                  <a:pt x="1276255" y="3782378"/>
                </a:lnTo>
                <a:lnTo>
                  <a:pt x="1276255" y="3795903"/>
                </a:lnTo>
                <a:lnTo>
                  <a:pt x="1273016" y="3795903"/>
                </a:lnTo>
                <a:lnTo>
                  <a:pt x="1273016" y="3782378"/>
                </a:lnTo>
                <a:close/>
                <a:moveTo>
                  <a:pt x="1252728" y="3782473"/>
                </a:moveTo>
                <a:lnTo>
                  <a:pt x="1255967" y="3782473"/>
                </a:lnTo>
                <a:lnTo>
                  <a:pt x="1255967" y="3795903"/>
                </a:lnTo>
                <a:lnTo>
                  <a:pt x="1252728" y="3795903"/>
                </a:lnTo>
                <a:lnTo>
                  <a:pt x="1252728" y="3782473"/>
                </a:lnTo>
                <a:close/>
                <a:moveTo>
                  <a:pt x="1190911" y="3862864"/>
                </a:moveTo>
                <a:lnTo>
                  <a:pt x="1190911" y="3849434"/>
                </a:lnTo>
                <a:lnTo>
                  <a:pt x="1194149" y="3849434"/>
                </a:lnTo>
                <a:lnTo>
                  <a:pt x="1194149" y="3862864"/>
                </a:lnTo>
                <a:lnTo>
                  <a:pt x="1190911" y="3862864"/>
                </a:lnTo>
                <a:close/>
                <a:moveTo>
                  <a:pt x="1179671" y="4071176"/>
                </a:moveTo>
                <a:cubicBezTo>
                  <a:pt x="1177766" y="4072985"/>
                  <a:pt x="1175290" y="4073747"/>
                  <a:pt x="1172623" y="4073747"/>
                </a:cubicBezTo>
                <a:cubicBezTo>
                  <a:pt x="1170051" y="4073747"/>
                  <a:pt x="1167575" y="4072509"/>
                  <a:pt x="1165765" y="4070604"/>
                </a:cubicBezTo>
                <a:cubicBezTo>
                  <a:pt x="1163955" y="4068699"/>
                  <a:pt x="1163098" y="4066223"/>
                  <a:pt x="1163193" y="4063555"/>
                </a:cubicBezTo>
                <a:cubicBezTo>
                  <a:pt x="1163193" y="4060984"/>
                  <a:pt x="1164431" y="4058507"/>
                  <a:pt x="1166336" y="4056698"/>
                </a:cubicBezTo>
                <a:cubicBezTo>
                  <a:pt x="1168241" y="4054983"/>
                  <a:pt x="1170623" y="4054126"/>
                  <a:pt x="1173004" y="4054126"/>
                </a:cubicBezTo>
                <a:cubicBezTo>
                  <a:pt x="1175671" y="4054126"/>
                  <a:pt x="1178243" y="4055174"/>
                  <a:pt x="1180148" y="4057269"/>
                </a:cubicBezTo>
                <a:cubicBezTo>
                  <a:pt x="1183862" y="4061270"/>
                  <a:pt x="1183577" y="4067461"/>
                  <a:pt x="1179671" y="4071080"/>
                </a:cubicBezTo>
                <a:close/>
                <a:moveTo>
                  <a:pt x="428720" y="2109121"/>
                </a:moveTo>
                <a:lnTo>
                  <a:pt x="420243" y="2099405"/>
                </a:lnTo>
                <a:cubicBezTo>
                  <a:pt x="419290" y="2098262"/>
                  <a:pt x="419386" y="2096548"/>
                  <a:pt x="420529" y="2095595"/>
                </a:cubicBezTo>
                <a:lnTo>
                  <a:pt x="430244" y="2087118"/>
                </a:lnTo>
                <a:cubicBezTo>
                  <a:pt x="430244" y="2087118"/>
                  <a:pt x="431006" y="2086832"/>
                  <a:pt x="431483" y="2086737"/>
                </a:cubicBezTo>
                <a:lnTo>
                  <a:pt x="427863" y="2086737"/>
                </a:lnTo>
                <a:lnTo>
                  <a:pt x="427863" y="2081975"/>
                </a:lnTo>
                <a:lnTo>
                  <a:pt x="435007" y="2081975"/>
                </a:lnTo>
                <a:lnTo>
                  <a:pt x="435007" y="2086737"/>
                </a:lnTo>
                <a:lnTo>
                  <a:pt x="432721" y="2086737"/>
                </a:lnTo>
                <a:cubicBezTo>
                  <a:pt x="433197" y="2086832"/>
                  <a:pt x="433673" y="2087023"/>
                  <a:pt x="434054" y="2087404"/>
                </a:cubicBezTo>
                <a:lnTo>
                  <a:pt x="442532" y="2097119"/>
                </a:lnTo>
                <a:cubicBezTo>
                  <a:pt x="443484" y="2098262"/>
                  <a:pt x="443389" y="2099977"/>
                  <a:pt x="442246" y="2100929"/>
                </a:cubicBezTo>
                <a:lnTo>
                  <a:pt x="432530" y="2109407"/>
                </a:lnTo>
                <a:cubicBezTo>
                  <a:pt x="431387" y="2110359"/>
                  <a:pt x="429673" y="2110264"/>
                  <a:pt x="428720" y="2109121"/>
                </a:cubicBezTo>
                <a:close/>
                <a:moveTo>
                  <a:pt x="1811465" y="756571"/>
                </a:moveTo>
                <a:cubicBezTo>
                  <a:pt x="1812989" y="756571"/>
                  <a:pt x="1814513" y="756285"/>
                  <a:pt x="1816037" y="755714"/>
                </a:cubicBezTo>
                <a:cubicBezTo>
                  <a:pt x="1822990" y="753142"/>
                  <a:pt x="1826609" y="745427"/>
                  <a:pt x="1824038" y="738473"/>
                </a:cubicBezTo>
                <a:cubicBezTo>
                  <a:pt x="1822514" y="734187"/>
                  <a:pt x="1818989" y="731234"/>
                  <a:pt x="1814989" y="730187"/>
                </a:cubicBezTo>
                <a:lnTo>
                  <a:pt x="1814989" y="727329"/>
                </a:lnTo>
                <a:cubicBezTo>
                  <a:pt x="1814989" y="727329"/>
                  <a:pt x="1807845" y="727329"/>
                  <a:pt x="1807845" y="727329"/>
                </a:cubicBezTo>
                <a:lnTo>
                  <a:pt x="1807845" y="730282"/>
                </a:lnTo>
                <a:cubicBezTo>
                  <a:pt x="1807845" y="730282"/>
                  <a:pt x="1807083" y="730377"/>
                  <a:pt x="1806797" y="730568"/>
                </a:cubicBezTo>
                <a:cubicBezTo>
                  <a:pt x="1799844" y="733139"/>
                  <a:pt x="1796225" y="740854"/>
                  <a:pt x="1798796" y="747808"/>
                </a:cubicBezTo>
                <a:cubicBezTo>
                  <a:pt x="1800797" y="753237"/>
                  <a:pt x="1805940" y="756666"/>
                  <a:pt x="1811465" y="756666"/>
                </a:cubicBezTo>
                <a:close/>
                <a:moveTo>
                  <a:pt x="1808512" y="734949"/>
                </a:moveTo>
                <a:cubicBezTo>
                  <a:pt x="1812989" y="733330"/>
                  <a:pt x="1818037" y="735616"/>
                  <a:pt x="1819656" y="740188"/>
                </a:cubicBezTo>
                <a:cubicBezTo>
                  <a:pt x="1821275" y="744665"/>
                  <a:pt x="1818989" y="749713"/>
                  <a:pt x="1814417" y="751332"/>
                </a:cubicBezTo>
                <a:cubicBezTo>
                  <a:pt x="1812227" y="752094"/>
                  <a:pt x="1809845" y="751999"/>
                  <a:pt x="1807750" y="751046"/>
                </a:cubicBezTo>
                <a:cubicBezTo>
                  <a:pt x="1805654" y="750094"/>
                  <a:pt x="1804035" y="748284"/>
                  <a:pt x="1803273" y="746189"/>
                </a:cubicBezTo>
                <a:cubicBezTo>
                  <a:pt x="1801654" y="741712"/>
                  <a:pt x="1803940" y="736664"/>
                  <a:pt x="1808512" y="735044"/>
                </a:cubicBezTo>
                <a:close/>
                <a:moveTo>
                  <a:pt x="1803559" y="597884"/>
                </a:moveTo>
                <a:lnTo>
                  <a:pt x="1803559" y="545592"/>
                </a:lnTo>
                <a:cubicBezTo>
                  <a:pt x="1803559" y="545021"/>
                  <a:pt x="1803368" y="544544"/>
                  <a:pt x="1803082" y="544163"/>
                </a:cubicBezTo>
                <a:lnTo>
                  <a:pt x="1780032" y="514636"/>
                </a:lnTo>
                <a:cubicBezTo>
                  <a:pt x="1779556" y="514064"/>
                  <a:pt x="1778889" y="513683"/>
                  <a:pt x="1778127" y="513683"/>
                </a:cubicBezTo>
                <a:cubicBezTo>
                  <a:pt x="1777365" y="513588"/>
                  <a:pt x="1776698" y="514064"/>
                  <a:pt x="1776222" y="514636"/>
                </a:cubicBezTo>
                <a:lnTo>
                  <a:pt x="1745932" y="555308"/>
                </a:lnTo>
                <a:cubicBezTo>
                  <a:pt x="1745932" y="555308"/>
                  <a:pt x="1745456" y="556165"/>
                  <a:pt x="1745456" y="556736"/>
                </a:cubicBezTo>
                <a:lnTo>
                  <a:pt x="1744504" y="679514"/>
                </a:lnTo>
                <a:lnTo>
                  <a:pt x="1740503" y="679514"/>
                </a:lnTo>
                <a:cubicBezTo>
                  <a:pt x="1737741" y="679514"/>
                  <a:pt x="1735455" y="681800"/>
                  <a:pt x="1735455" y="684562"/>
                </a:cubicBezTo>
                <a:lnTo>
                  <a:pt x="1735455" y="697516"/>
                </a:lnTo>
                <a:cubicBezTo>
                  <a:pt x="1735455" y="700278"/>
                  <a:pt x="1737741" y="702564"/>
                  <a:pt x="1740503" y="702564"/>
                </a:cubicBezTo>
                <a:lnTo>
                  <a:pt x="1753457" y="702564"/>
                </a:lnTo>
                <a:cubicBezTo>
                  <a:pt x="1756220" y="702564"/>
                  <a:pt x="1758506" y="700278"/>
                  <a:pt x="1758506" y="697516"/>
                </a:cubicBezTo>
                <a:lnTo>
                  <a:pt x="1758506" y="684562"/>
                </a:lnTo>
                <a:cubicBezTo>
                  <a:pt x="1758506" y="681800"/>
                  <a:pt x="1756220" y="679514"/>
                  <a:pt x="1753457" y="679514"/>
                </a:cubicBezTo>
                <a:lnTo>
                  <a:pt x="1749362" y="679514"/>
                </a:lnTo>
                <a:lnTo>
                  <a:pt x="1750314" y="557594"/>
                </a:lnTo>
                <a:lnTo>
                  <a:pt x="1778222" y="520065"/>
                </a:lnTo>
                <a:lnTo>
                  <a:pt x="1798796" y="546449"/>
                </a:lnTo>
                <a:lnTo>
                  <a:pt x="1798796" y="597218"/>
                </a:lnTo>
                <a:lnTo>
                  <a:pt x="1784985" y="616553"/>
                </a:lnTo>
                <a:cubicBezTo>
                  <a:pt x="1783175" y="615601"/>
                  <a:pt x="1781080" y="615029"/>
                  <a:pt x="1778889" y="615029"/>
                </a:cubicBezTo>
                <a:cubicBezTo>
                  <a:pt x="1771460" y="615029"/>
                  <a:pt x="1765459" y="621030"/>
                  <a:pt x="1765459" y="628460"/>
                </a:cubicBezTo>
                <a:cubicBezTo>
                  <a:pt x="1765459" y="635889"/>
                  <a:pt x="1771460" y="641890"/>
                  <a:pt x="1778889" y="641890"/>
                </a:cubicBezTo>
                <a:cubicBezTo>
                  <a:pt x="1786319" y="641890"/>
                  <a:pt x="1792319" y="635889"/>
                  <a:pt x="1792319" y="628460"/>
                </a:cubicBezTo>
                <a:cubicBezTo>
                  <a:pt x="1792319" y="624935"/>
                  <a:pt x="1790986" y="621792"/>
                  <a:pt x="1788795" y="619411"/>
                </a:cubicBezTo>
                <a:lnTo>
                  <a:pt x="1803178" y="599313"/>
                </a:lnTo>
                <a:cubicBezTo>
                  <a:pt x="1803178" y="599313"/>
                  <a:pt x="1803654" y="598456"/>
                  <a:pt x="1803654" y="597884"/>
                </a:cubicBezTo>
                <a:close/>
                <a:moveTo>
                  <a:pt x="1753743" y="684562"/>
                </a:moveTo>
                <a:lnTo>
                  <a:pt x="1753457" y="697802"/>
                </a:lnTo>
                <a:lnTo>
                  <a:pt x="1740218" y="697516"/>
                </a:lnTo>
                <a:lnTo>
                  <a:pt x="1740218" y="684562"/>
                </a:lnTo>
                <a:cubicBezTo>
                  <a:pt x="1740218" y="684562"/>
                  <a:pt x="1740408" y="684276"/>
                  <a:pt x="1740503" y="684276"/>
                </a:cubicBezTo>
                <a:lnTo>
                  <a:pt x="1753743" y="684562"/>
                </a:lnTo>
                <a:close/>
                <a:moveTo>
                  <a:pt x="1778889" y="637032"/>
                </a:moveTo>
                <a:cubicBezTo>
                  <a:pt x="1774127" y="637032"/>
                  <a:pt x="1770221" y="633127"/>
                  <a:pt x="1770221" y="628364"/>
                </a:cubicBezTo>
                <a:cubicBezTo>
                  <a:pt x="1770221" y="623602"/>
                  <a:pt x="1774127" y="619697"/>
                  <a:pt x="1778889" y="619697"/>
                </a:cubicBezTo>
                <a:cubicBezTo>
                  <a:pt x="1783652" y="619697"/>
                  <a:pt x="1787557" y="623602"/>
                  <a:pt x="1787557" y="628364"/>
                </a:cubicBezTo>
                <a:cubicBezTo>
                  <a:pt x="1787557" y="633127"/>
                  <a:pt x="1783652" y="637032"/>
                  <a:pt x="1778889" y="637032"/>
                </a:cubicBezTo>
                <a:close/>
                <a:moveTo>
                  <a:pt x="591217" y="2219897"/>
                </a:moveTo>
                <a:lnTo>
                  <a:pt x="597408" y="2213515"/>
                </a:lnTo>
                <a:lnTo>
                  <a:pt x="600837" y="2216849"/>
                </a:lnTo>
                <a:lnTo>
                  <a:pt x="594646" y="2223230"/>
                </a:lnTo>
                <a:lnTo>
                  <a:pt x="591217" y="2219897"/>
                </a:lnTo>
                <a:close/>
                <a:moveTo>
                  <a:pt x="426053" y="2119789"/>
                </a:moveTo>
                <a:lnTo>
                  <a:pt x="429387" y="2123218"/>
                </a:lnTo>
                <a:lnTo>
                  <a:pt x="425958" y="2126552"/>
                </a:lnTo>
                <a:lnTo>
                  <a:pt x="422624" y="2123123"/>
                </a:lnTo>
                <a:lnTo>
                  <a:pt x="426053" y="2119789"/>
                </a:lnTo>
                <a:close/>
                <a:moveTo>
                  <a:pt x="897350" y="3598069"/>
                </a:moveTo>
                <a:lnTo>
                  <a:pt x="897350" y="3602355"/>
                </a:lnTo>
                <a:cubicBezTo>
                  <a:pt x="897350" y="3606260"/>
                  <a:pt x="900494" y="3609499"/>
                  <a:pt x="904494" y="3609499"/>
                </a:cubicBezTo>
                <a:lnTo>
                  <a:pt x="918020" y="3609499"/>
                </a:lnTo>
                <a:cubicBezTo>
                  <a:pt x="921925" y="3609499"/>
                  <a:pt x="925163" y="3606355"/>
                  <a:pt x="925163" y="3602355"/>
                </a:cubicBezTo>
                <a:lnTo>
                  <a:pt x="925163" y="3588830"/>
                </a:lnTo>
                <a:cubicBezTo>
                  <a:pt x="925163" y="3584924"/>
                  <a:pt x="921925" y="3581686"/>
                  <a:pt x="918020" y="3581686"/>
                </a:cubicBezTo>
                <a:lnTo>
                  <a:pt x="904494" y="3581686"/>
                </a:lnTo>
                <a:cubicBezTo>
                  <a:pt x="900589" y="3581686"/>
                  <a:pt x="897350" y="3584829"/>
                  <a:pt x="897350" y="3588830"/>
                </a:cubicBezTo>
                <a:lnTo>
                  <a:pt x="897350" y="3593306"/>
                </a:lnTo>
                <a:lnTo>
                  <a:pt x="873538" y="3593783"/>
                </a:lnTo>
                <a:lnTo>
                  <a:pt x="857631" y="3610356"/>
                </a:lnTo>
                <a:lnTo>
                  <a:pt x="858012" y="3736562"/>
                </a:lnTo>
                <a:lnTo>
                  <a:pt x="819055" y="3773615"/>
                </a:lnTo>
                <a:lnTo>
                  <a:pt x="698087" y="3772853"/>
                </a:lnTo>
                <a:lnTo>
                  <a:pt x="698087" y="3763899"/>
                </a:lnTo>
                <a:cubicBezTo>
                  <a:pt x="698087" y="3759137"/>
                  <a:pt x="694182" y="3755136"/>
                  <a:pt x="689324" y="3755136"/>
                </a:cubicBezTo>
                <a:lnTo>
                  <a:pt x="541306" y="3755136"/>
                </a:lnTo>
                <a:cubicBezTo>
                  <a:pt x="536543" y="3755136"/>
                  <a:pt x="532638" y="3759042"/>
                  <a:pt x="532638" y="3763899"/>
                </a:cubicBezTo>
                <a:lnTo>
                  <a:pt x="532638" y="3771710"/>
                </a:lnTo>
                <a:lnTo>
                  <a:pt x="452247" y="3771710"/>
                </a:lnTo>
                <a:lnTo>
                  <a:pt x="434054" y="3759137"/>
                </a:lnTo>
                <a:lnTo>
                  <a:pt x="364522" y="3759137"/>
                </a:lnTo>
                <a:lnTo>
                  <a:pt x="364522" y="3742754"/>
                </a:lnTo>
                <a:lnTo>
                  <a:pt x="434054" y="3742754"/>
                </a:lnTo>
                <a:lnTo>
                  <a:pt x="452247" y="3730180"/>
                </a:lnTo>
                <a:lnTo>
                  <a:pt x="534734" y="3730180"/>
                </a:lnTo>
                <a:lnTo>
                  <a:pt x="534734" y="3737324"/>
                </a:lnTo>
                <a:cubicBezTo>
                  <a:pt x="534734" y="3742087"/>
                  <a:pt x="538639" y="3746087"/>
                  <a:pt x="543497" y="3746087"/>
                </a:cubicBezTo>
                <a:lnTo>
                  <a:pt x="687229" y="3746087"/>
                </a:lnTo>
                <a:cubicBezTo>
                  <a:pt x="691991" y="3746087"/>
                  <a:pt x="695992" y="3742182"/>
                  <a:pt x="695992" y="3737324"/>
                </a:cubicBezTo>
                <a:lnTo>
                  <a:pt x="695992" y="3732848"/>
                </a:lnTo>
                <a:lnTo>
                  <a:pt x="795052" y="3732848"/>
                </a:lnTo>
                <a:cubicBezTo>
                  <a:pt x="795052" y="3732848"/>
                  <a:pt x="831818" y="3701225"/>
                  <a:pt x="831818" y="3701225"/>
                </a:cubicBezTo>
                <a:lnTo>
                  <a:pt x="831342" y="3588639"/>
                </a:lnTo>
                <a:lnTo>
                  <a:pt x="867061" y="3551015"/>
                </a:lnTo>
                <a:lnTo>
                  <a:pt x="892778" y="3550634"/>
                </a:lnTo>
                <a:cubicBezTo>
                  <a:pt x="893921" y="3554825"/>
                  <a:pt x="897541" y="3557969"/>
                  <a:pt x="902018" y="3557969"/>
                </a:cubicBezTo>
                <a:cubicBezTo>
                  <a:pt x="907352" y="3557969"/>
                  <a:pt x="911733" y="3553587"/>
                  <a:pt x="911733" y="3548253"/>
                </a:cubicBezTo>
                <a:cubicBezTo>
                  <a:pt x="911733" y="3542919"/>
                  <a:pt x="907352" y="3538538"/>
                  <a:pt x="902018" y="3538538"/>
                </a:cubicBezTo>
                <a:cubicBezTo>
                  <a:pt x="897446" y="3538538"/>
                  <a:pt x="893826" y="3541776"/>
                  <a:pt x="892778" y="3545967"/>
                </a:cubicBezTo>
                <a:lnTo>
                  <a:pt x="865061" y="3546443"/>
                </a:lnTo>
                <a:lnTo>
                  <a:pt x="826675" y="3586925"/>
                </a:lnTo>
                <a:lnTo>
                  <a:pt x="827151" y="3699224"/>
                </a:lnTo>
                <a:lnTo>
                  <a:pt x="793433" y="3728085"/>
                </a:lnTo>
                <a:lnTo>
                  <a:pt x="696182" y="3728085"/>
                </a:lnTo>
                <a:cubicBezTo>
                  <a:pt x="696182" y="3728085"/>
                  <a:pt x="696182" y="3718274"/>
                  <a:pt x="696182" y="3718274"/>
                </a:cubicBezTo>
                <a:cubicBezTo>
                  <a:pt x="696182" y="3713512"/>
                  <a:pt x="692277" y="3709511"/>
                  <a:pt x="687419" y="3709511"/>
                </a:cubicBezTo>
                <a:lnTo>
                  <a:pt x="543687" y="3709511"/>
                </a:lnTo>
                <a:cubicBezTo>
                  <a:pt x="538925" y="3709511"/>
                  <a:pt x="534924" y="3713417"/>
                  <a:pt x="534924" y="3718274"/>
                </a:cubicBezTo>
                <a:lnTo>
                  <a:pt x="534924" y="3725418"/>
                </a:lnTo>
                <a:lnTo>
                  <a:pt x="450914" y="3725418"/>
                </a:lnTo>
                <a:lnTo>
                  <a:pt x="432721" y="3737991"/>
                </a:lnTo>
                <a:lnTo>
                  <a:pt x="364617" y="3737991"/>
                </a:lnTo>
                <a:cubicBezTo>
                  <a:pt x="364617" y="3733610"/>
                  <a:pt x="360998" y="3730085"/>
                  <a:pt x="356521" y="3730085"/>
                </a:cubicBezTo>
                <a:lnTo>
                  <a:pt x="348996" y="3730085"/>
                </a:lnTo>
                <a:cubicBezTo>
                  <a:pt x="344519" y="3730085"/>
                  <a:pt x="340900" y="3733610"/>
                  <a:pt x="340900" y="3737896"/>
                </a:cubicBezTo>
                <a:lnTo>
                  <a:pt x="340900" y="3768947"/>
                </a:lnTo>
                <a:cubicBezTo>
                  <a:pt x="340900" y="3773234"/>
                  <a:pt x="344519" y="3776758"/>
                  <a:pt x="348996" y="3776758"/>
                </a:cubicBezTo>
                <a:lnTo>
                  <a:pt x="356521" y="3776758"/>
                </a:lnTo>
                <a:cubicBezTo>
                  <a:pt x="360998" y="3776758"/>
                  <a:pt x="364617" y="3773234"/>
                  <a:pt x="364617" y="3768947"/>
                </a:cubicBezTo>
                <a:lnTo>
                  <a:pt x="364617" y="3763804"/>
                </a:lnTo>
                <a:lnTo>
                  <a:pt x="432721" y="3763804"/>
                </a:lnTo>
                <a:lnTo>
                  <a:pt x="450914" y="3776377"/>
                </a:lnTo>
                <a:lnTo>
                  <a:pt x="532829" y="3776377"/>
                </a:lnTo>
                <a:lnTo>
                  <a:pt x="532829" y="3786378"/>
                </a:lnTo>
                <a:cubicBezTo>
                  <a:pt x="532829" y="3791141"/>
                  <a:pt x="536734" y="3795141"/>
                  <a:pt x="541496" y="3795141"/>
                </a:cubicBezTo>
                <a:lnTo>
                  <a:pt x="689515" y="3795141"/>
                </a:lnTo>
                <a:cubicBezTo>
                  <a:pt x="694277" y="3795141"/>
                  <a:pt x="698278" y="3791236"/>
                  <a:pt x="698278" y="3786378"/>
                </a:cubicBezTo>
                <a:lnTo>
                  <a:pt x="698278" y="3777615"/>
                </a:lnTo>
                <a:lnTo>
                  <a:pt x="820102" y="3778377"/>
                </a:lnTo>
                <a:lnTo>
                  <a:pt x="821055" y="3778377"/>
                </a:lnTo>
                <a:cubicBezTo>
                  <a:pt x="821055" y="3778377"/>
                  <a:pt x="862870" y="3738563"/>
                  <a:pt x="862870" y="3738563"/>
                </a:cubicBezTo>
                <a:lnTo>
                  <a:pt x="862489" y="3612261"/>
                </a:lnTo>
                <a:lnTo>
                  <a:pt x="875729" y="3598450"/>
                </a:lnTo>
                <a:lnTo>
                  <a:pt x="897446" y="3598069"/>
                </a:lnTo>
                <a:close/>
                <a:moveTo>
                  <a:pt x="902113" y="3588925"/>
                </a:moveTo>
                <a:cubicBezTo>
                  <a:pt x="902113" y="3587592"/>
                  <a:pt x="903161" y="3586544"/>
                  <a:pt x="904494" y="3586544"/>
                </a:cubicBezTo>
                <a:lnTo>
                  <a:pt x="918020" y="3586544"/>
                </a:lnTo>
                <a:cubicBezTo>
                  <a:pt x="919353" y="3586544"/>
                  <a:pt x="920401" y="3587592"/>
                  <a:pt x="920401" y="3588925"/>
                </a:cubicBezTo>
                <a:lnTo>
                  <a:pt x="920401" y="3602450"/>
                </a:lnTo>
                <a:cubicBezTo>
                  <a:pt x="920401" y="3603784"/>
                  <a:pt x="919353" y="3604832"/>
                  <a:pt x="918020" y="3604832"/>
                </a:cubicBezTo>
                <a:lnTo>
                  <a:pt x="904494" y="3604832"/>
                </a:lnTo>
                <a:cubicBezTo>
                  <a:pt x="903161" y="3604832"/>
                  <a:pt x="902113" y="3603784"/>
                  <a:pt x="902113" y="3602450"/>
                </a:cubicBezTo>
                <a:lnTo>
                  <a:pt x="902113" y="3588925"/>
                </a:lnTo>
                <a:close/>
                <a:moveTo>
                  <a:pt x="902113" y="3543300"/>
                </a:moveTo>
                <a:cubicBezTo>
                  <a:pt x="904875" y="3543300"/>
                  <a:pt x="907066" y="3545491"/>
                  <a:pt x="907066" y="3548253"/>
                </a:cubicBezTo>
                <a:cubicBezTo>
                  <a:pt x="907066" y="3551015"/>
                  <a:pt x="904875" y="3553206"/>
                  <a:pt x="902113" y="3553206"/>
                </a:cubicBezTo>
                <a:cubicBezTo>
                  <a:pt x="899351" y="3553206"/>
                  <a:pt x="897160" y="3551015"/>
                  <a:pt x="897160" y="3548253"/>
                </a:cubicBezTo>
                <a:cubicBezTo>
                  <a:pt x="897160" y="3545491"/>
                  <a:pt x="899351" y="3543300"/>
                  <a:pt x="902113" y="3543300"/>
                </a:cubicBezTo>
                <a:close/>
                <a:moveTo>
                  <a:pt x="539687" y="3718274"/>
                </a:moveTo>
                <a:cubicBezTo>
                  <a:pt x="539687" y="3716084"/>
                  <a:pt x="541496" y="3714274"/>
                  <a:pt x="543687" y="3714274"/>
                </a:cubicBezTo>
                <a:lnTo>
                  <a:pt x="687419" y="3714274"/>
                </a:lnTo>
                <a:cubicBezTo>
                  <a:pt x="689610" y="3714274"/>
                  <a:pt x="691420" y="3716084"/>
                  <a:pt x="691420" y="3718274"/>
                </a:cubicBezTo>
                <a:lnTo>
                  <a:pt x="691420" y="3737420"/>
                </a:lnTo>
                <a:cubicBezTo>
                  <a:pt x="691420" y="3739610"/>
                  <a:pt x="689610" y="3741420"/>
                  <a:pt x="687419" y="3741420"/>
                </a:cubicBezTo>
                <a:lnTo>
                  <a:pt x="543687" y="3741420"/>
                </a:lnTo>
                <a:cubicBezTo>
                  <a:pt x="541496" y="3741420"/>
                  <a:pt x="539687" y="3739610"/>
                  <a:pt x="539687" y="3737420"/>
                </a:cubicBezTo>
                <a:lnTo>
                  <a:pt x="539687" y="3718274"/>
                </a:lnTo>
                <a:close/>
                <a:moveTo>
                  <a:pt x="360998" y="3769043"/>
                </a:moveTo>
                <a:cubicBezTo>
                  <a:pt x="360998" y="3771329"/>
                  <a:pt x="358997" y="3773234"/>
                  <a:pt x="356616" y="3773234"/>
                </a:cubicBezTo>
                <a:lnTo>
                  <a:pt x="349091" y="3773234"/>
                </a:lnTo>
                <a:cubicBezTo>
                  <a:pt x="346710" y="3773234"/>
                  <a:pt x="344710" y="3771329"/>
                  <a:pt x="344710" y="3769043"/>
                </a:cubicBezTo>
                <a:lnTo>
                  <a:pt x="344710" y="3762470"/>
                </a:lnTo>
                <a:lnTo>
                  <a:pt x="360902" y="3762470"/>
                </a:lnTo>
                <a:lnTo>
                  <a:pt x="360902" y="3769043"/>
                </a:lnTo>
                <a:close/>
                <a:moveTo>
                  <a:pt x="360998" y="3742754"/>
                </a:moveTo>
                <a:lnTo>
                  <a:pt x="344805" y="3742754"/>
                </a:lnTo>
                <a:lnTo>
                  <a:pt x="344805" y="3737896"/>
                </a:lnTo>
                <a:cubicBezTo>
                  <a:pt x="344805" y="3735610"/>
                  <a:pt x="346805" y="3733705"/>
                  <a:pt x="349187" y="3733705"/>
                </a:cubicBezTo>
                <a:lnTo>
                  <a:pt x="356711" y="3733705"/>
                </a:lnTo>
                <a:cubicBezTo>
                  <a:pt x="359093" y="3733705"/>
                  <a:pt x="361093" y="3735610"/>
                  <a:pt x="361093" y="3737896"/>
                </a:cubicBezTo>
                <a:lnTo>
                  <a:pt x="361093" y="3742754"/>
                </a:lnTo>
                <a:close/>
                <a:moveTo>
                  <a:pt x="693515" y="3786473"/>
                </a:moveTo>
                <a:cubicBezTo>
                  <a:pt x="693515" y="3788664"/>
                  <a:pt x="691706" y="3790474"/>
                  <a:pt x="689515" y="3790474"/>
                </a:cubicBezTo>
                <a:lnTo>
                  <a:pt x="541496" y="3790474"/>
                </a:lnTo>
                <a:cubicBezTo>
                  <a:pt x="539306" y="3790474"/>
                  <a:pt x="537591" y="3788664"/>
                  <a:pt x="537591" y="3786473"/>
                </a:cubicBezTo>
                <a:lnTo>
                  <a:pt x="537591" y="3763994"/>
                </a:lnTo>
                <a:cubicBezTo>
                  <a:pt x="537591" y="3761804"/>
                  <a:pt x="539401" y="3759994"/>
                  <a:pt x="541496" y="3759994"/>
                </a:cubicBezTo>
                <a:lnTo>
                  <a:pt x="689515" y="3759994"/>
                </a:lnTo>
                <a:cubicBezTo>
                  <a:pt x="691706" y="3759994"/>
                  <a:pt x="693515" y="3761804"/>
                  <a:pt x="693515" y="3763994"/>
                </a:cubicBezTo>
                <a:lnTo>
                  <a:pt x="693515" y="3786473"/>
                </a:lnTo>
                <a:close/>
                <a:moveTo>
                  <a:pt x="1808607" y="661511"/>
                </a:moveTo>
                <a:lnTo>
                  <a:pt x="1815751" y="661511"/>
                </a:lnTo>
                <a:cubicBezTo>
                  <a:pt x="1815751" y="661511"/>
                  <a:pt x="1815751" y="669798"/>
                  <a:pt x="1815751" y="669798"/>
                </a:cubicBezTo>
                <a:lnTo>
                  <a:pt x="1808607" y="669798"/>
                </a:lnTo>
                <a:cubicBezTo>
                  <a:pt x="1808607" y="669798"/>
                  <a:pt x="1808607" y="661511"/>
                  <a:pt x="1808607" y="661511"/>
                </a:cubicBezTo>
                <a:close/>
                <a:moveTo>
                  <a:pt x="1734884" y="470726"/>
                </a:moveTo>
                <a:lnTo>
                  <a:pt x="1742027" y="470726"/>
                </a:lnTo>
                <a:lnTo>
                  <a:pt x="1742027" y="479203"/>
                </a:lnTo>
                <a:lnTo>
                  <a:pt x="1734884" y="479203"/>
                </a:lnTo>
                <a:lnTo>
                  <a:pt x="1734884" y="470726"/>
                </a:lnTo>
                <a:close/>
                <a:moveTo>
                  <a:pt x="1808417" y="677894"/>
                </a:moveTo>
                <a:lnTo>
                  <a:pt x="1815560" y="677894"/>
                </a:lnTo>
                <a:cubicBezTo>
                  <a:pt x="1815560" y="677894"/>
                  <a:pt x="1815560" y="686181"/>
                  <a:pt x="1815560" y="686181"/>
                </a:cubicBezTo>
                <a:lnTo>
                  <a:pt x="1808417" y="686181"/>
                </a:lnTo>
                <a:cubicBezTo>
                  <a:pt x="1808417" y="686181"/>
                  <a:pt x="1808417" y="677894"/>
                  <a:pt x="1808417" y="677894"/>
                </a:cubicBezTo>
                <a:close/>
                <a:moveTo>
                  <a:pt x="1808321" y="694373"/>
                </a:moveTo>
                <a:lnTo>
                  <a:pt x="1815465" y="694373"/>
                </a:lnTo>
                <a:cubicBezTo>
                  <a:pt x="1815465" y="694373"/>
                  <a:pt x="1815465" y="702659"/>
                  <a:pt x="1815465" y="702659"/>
                </a:cubicBezTo>
                <a:lnTo>
                  <a:pt x="1808321" y="702659"/>
                </a:lnTo>
                <a:cubicBezTo>
                  <a:pt x="1808321" y="702659"/>
                  <a:pt x="1808321" y="694373"/>
                  <a:pt x="1808321" y="694373"/>
                </a:cubicBezTo>
                <a:close/>
                <a:moveTo>
                  <a:pt x="1816037" y="636937"/>
                </a:moveTo>
                <a:lnTo>
                  <a:pt x="1808893" y="636937"/>
                </a:lnTo>
                <a:cubicBezTo>
                  <a:pt x="1808893" y="636937"/>
                  <a:pt x="1808893" y="630174"/>
                  <a:pt x="1808893" y="630174"/>
                </a:cubicBezTo>
                <a:lnTo>
                  <a:pt x="1810988" y="627126"/>
                </a:lnTo>
                <a:lnTo>
                  <a:pt x="1816894" y="631222"/>
                </a:lnTo>
                <a:lnTo>
                  <a:pt x="1816037" y="632460"/>
                </a:lnTo>
                <a:lnTo>
                  <a:pt x="1816037" y="636937"/>
                </a:lnTo>
                <a:close/>
                <a:moveTo>
                  <a:pt x="670274" y="3769519"/>
                </a:moveTo>
                <a:lnTo>
                  <a:pt x="670274" y="3780854"/>
                </a:lnTo>
                <a:cubicBezTo>
                  <a:pt x="670274" y="3784378"/>
                  <a:pt x="667417" y="3787235"/>
                  <a:pt x="663988" y="3787235"/>
                </a:cubicBezTo>
                <a:lnTo>
                  <a:pt x="567119" y="3787235"/>
                </a:lnTo>
                <a:cubicBezTo>
                  <a:pt x="563594" y="3787235"/>
                  <a:pt x="560737" y="3784378"/>
                  <a:pt x="560737" y="3780854"/>
                </a:cubicBezTo>
                <a:lnTo>
                  <a:pt x="560737" y="3769519"/>
                </a:lnTo>
                <a:cubicBezTo>
                  <a:pt x="560737" y="3765995"/>
                  <a:pt x="563594" y="3763137"/>
                  <a:pt x="567119" y="3763137"/>
                </a:cubicBezTo>
                <a:lnTo>
                  <a:pt x="663988" y="3763137"/>
                </a:lnTo>
                <a:cubicBezTo>
                  <a:pt x="667512" y="3763137"/>
                  <a:pt x="670274" y="3765995"/>
                  <a:pt x="670274" y="3769519"/>
                </a:cubicBezTo>
                <a:close/>
                <a:moveTo>
                  <a:pt x="1808798" y="645033"/>
                </a:moveTo>
                <a:lnTo>
                  <a:pt x="1815941" y="645033"/>
                </a:lnTo>
                <a:cubicBezTo>
                  <a:pt x="1815941" y="645033"/>
                  <a:pt x="1815941" y="653320"/>
                  <a:pt x="1815941" y="653320"/>
                </a:cubicBezTo>
                <a:lnTo>
                  <a:pt x="1808798" y="653320"/>
                </a:lnTo>
                <a:cubicBezTo>
                  <a:pt x="1808798" y="653320"/>
                  <a:pt x="1808798" y="645033"/>
                  <a:pt x="1808798" y="645033"/>
                </a:cubicBezTo>
                <a:close/>
                <a:moveTo>
                  <a:pt x="553403" y="4328637"/>
                </a:moveTo>
                <a:lnTo>
                  <a:pt x="546259" y="4328637"/>
                </a:lnTo>
                <a:lnTo>
                  <a:pt x="546259" y="4321017"/>
                </a:lnTo>
                <a:lnTo>
                  <a:pt x="553403" y="4321017"/>
                </a:lnTo>
                <a:lnTo>
                  <a:pt x="553403" y="4328637"/>
                </a:lnTo>
                <a:close/>
                <a:moveTo>
                  <a:pt x="1947291" y="5004816"/>
                </a:moveTo>
                <a:cubicBezTo>
                  <a:pt x="1944624" y="5002721"/>
                  <a:pt x="1941290" y="5001863"/>
                  <a:pt x="1937957" y="5002244"/>
                </a:cubicBezTo>
                <a:cubicBezTo>
                  <a:pt x="1934623" y="5002626"/>
                  <a:pt x="1931670" y="5004340"/>
                  <a:pt x="1929575" y="5007007"/>
                </a:cubicBezTo>
                <a:cubicBezTo>
                  <a:pt x="1927479" y="5009674"/>
                  <a:pt x="1926622" y="5013008"/>
                  <a:pt x="1927003" y="5016342"/>
                </a:cubicBezTo>
                <a:cubicBezTo>
                  <a:pt x="1927384" y="5019675"/>
                  <a:pt x="1929098" y="5022723"/>
                  <a:pt x="1931765" y="5024724"/>
                </a:cubicBezTo>
                <a:cubicBezTo>
                  <a:pt x="1933956" y="5026438"/>
                  <a:pt x="1936718" y="5027390"/>
                  <a:pt x="1939481" y="5027390"/>
                </a:cubicBezTo>
                <a:cubicBezTo>
                  <a:pt x="1940052" y="5027390"/>
                  <a:pt x="1940528" y="5027390"/>
                  <a:pt x="1941100" y="5027295"/>
                </a:cubicBezTo>
                <a:cubicBezTo>
                  <a:pt x="1946053" y="5026628"/>
                  <a:pt x="1949958" y="5023199"/>
                  <a:pt x="1951482" y="5018723"/>
                </a:cubicBezTo>
                <a:lnTo>
                  <a:pt x="1975295" y="5018723"/>
                </a:lnTo>
                <a:cubicBezTo>
                  <a:pt x="1975866" y="5018723"/>
                  <a:pt x="1976438" y="5018532"/>
                  <a:pt x="1976914" y="5018151"/>
                </a:cubicBezTo>
                <a:lnTo>
                  <a:pt x="2025587" y="4975289"/>
                </a:lnTo>
                <a:cubicBezTo>
                  <a:pt x="2026349" y="4974622"/>
                  <a:pt x="2026634" y="4973574"/>
                  <a:pt x="2026253" y="4972622"/>
                </a:cubicBezTo>
                <a:cubicBezTo>
                  <a:pt x="2025872" y="4971669"/>
                  <a:pt x="2025015" y="4971098"/>
                  <a:pt x="2024063" y="4971098"/>
                </a:cubicBezTo>
                <a:lnTo>
                  <a:pt x="1955006" y="4971098"/>
                </a:lnTo>
                <a:cubicBezTo>
                  <a:pt x="1953768" y="4966049"/>
                  <a:pt x="1949101" y="4962525"/>
                  <a:pt x="1943862" y="4963192"/>
                </a:cubicBezTo>
                <a:cubicBezTo>
                  <a:pt x="1938242" y="4963954"/>
                  <a:pt x="1934242" y="4969002"/>
                  <a:pt x="1935004" y="4974622"/>
                </a:cubicBezTo>
                <a:cubicBezTo>
                  <a:pt x="1935766" y="4980242"/>
                  <a:pt x="1940814" y="4984242"/>
                  <a:pt x="1946434" y="4983480"/>
                </a:cubicBezTo>
                <a:cubicBezTo>
                  <a:pt x="1950815" y="4982909"/>
                  <a:pt x="1954054" y="4979670"/>
                  <a:pt x="1955006" y="4975670"/>
                </a:cubicBezTo>
                <a:lnTo>
                  <a:pt x="2017681" y="4975670"/>
                </a:lnTo>
                <a:cubicBezTo>
                  <a:pt x="2017681" y="4975670"/>
                  <a:pt x="1974437" y="5013865"/>
                  <a:pt x="1974437" y="5013865"/>
                </a:cubicBezTo>
                <a:lnTo>
                  <a:pt x="1952149" y="5013865"/>
                </a:lnTo>
                <a:cubicBezTo>
                  <a:pt x="1952149" y="5013865"/>
                  <a:pt x="1952149" y="5013389"/>
                  <a:pt x="1952149" y="5013103"/>
                </a:cubicBezTo>
                <a:lnTo>
                  <a:pt x="1952149" y="5013103"/>
                </a:lnTo>
                <a:cubicBezTo>
                  <a:pt x="1951673" y="5009769"/>
                  <a:pt x="1950053" y="5006721"/>
                  <a:pt x="1947386" y="5004721"/>
                </a:cubicBezTo>
                <a:close/>
                <a:moveTo>
                  <a:pt x="1940624" y="5022628"/>
                </a:moveTo>
                <a:cubicBezTo>
                  <a:pt x="1938528" y="5022914"/>
                  <a:pt x="1936432" y="5022342"/>
                  <a:pt x="1934813" y="5021009"/>
                </a:cubicBezTo>
                <a:cubicBezTo>
                  <a:pt x="1933194" y="5019675"/>
                  <a:pt x="1932051" y="5017865"/>
                  <a:pt x="1931861" y="5015770"/>
                </a:cubicBezTo>
                <a:cubicBezTo>
                  <a:pt x="1931575" y="5013674"/>
                  <a:pt x="1932146" y="5011579"/>
                  <a:pt x="1933480" y="5009959"/>
                </a:cubicBezTo>
                <a:cubicBezTo>
                  <a:pt x="1934813" y="5008340"/>
                  <a:pt x="1936623" y="5007197"/>
                  <a:pt x="1938719" y="5007007"/>
                </a:cubicBezTo>
                <a:cubicBezTo>
                  <a:pt x="1939100" y="5007007"/>
                  <a:pt x="1939385" y="5007007"/>
                  <a:pt x="1939766" y="5007007"/>
                </a:cubicBezTo>
                <a:cubicBezTo>
                  <a:pt x="1941481" y="5007007"/>
                  <a:pt x="1943195" y="5007578"/>
                  <a:pt x="1944529" y="5008626"/>
                </a:cubicBezTo>
                <a:cubicBezTo>
                  <a:pt x="1946148" y="5009959"/>
                  <a:pt x="1947291" y="5011769"/>
                  <a:pt x="1947482" y="5013865"/>
                </a:cubicBezTo>
                <a:cubicBezTo>
                  <a:pt x="1948053" y="5018151"/>
                  <a:pt x="1945005" y="5022152"/>
                  <a:pt x="1940624" y="5022628"/>
                </a:cubicBezTo>
                <a:close/>
                <a:moveTo>
                  <a:pt x="139637" y="95"/>
                </a:moveTo>
                <a:lnTo>
                  <a:pt x="152495" y="95"/>
                </a:lnTo>
                <a:cubicBezTo>
                  <a:pt x="150686" y="1524"/>
                  <a:pt x="148590" y="2477"/>
                  <a:pt x="146114" y="2477"/>
                </a:cubicBezTo>
                <a:cubicBezTo>
                  <a:pt x="143637" y="2477"/>
                  <a:pt x="141446" y="1524"/>
                  <a:pt x="139637" y="95"/>
                </a:cubicBezTo>
                <a:close/>
                <a:moveTo>
                  <a:pt x="612172" y="2017776"/>
                </a:moveTo>
                <a:lnTo>
                  <a:pt x="619316" y="2017776"/>
                </a:lnTo>
                <a:lnTo>
                  <a:pt x="619316" y="2026253"/>
                </a:lnTo>
                <a:lnTo>
                  <a:pt x="612172" y="2026253"/>
                </a:lnTo>
                <a:lnTo>
                  <a:pt x="612172" y="2017776"/>
                </a:lnTo>
                <a:close/>
                <a:moveTo>
                  <a:pt x="2546223" y="5086732"/>
                </a:moveTo>
                <a:cubicBezTo>
                  <a:pt x="2545842" y="5085779"/>
                  <a:pt x="2545366" y="5084922"/>
                  <a:pt x="2544699" y="5084160"/>
                </a:cubicBezTo>
                <a:lnTo>
                  <a:pt x="2539937" y="5079397"/>
                </a:lnTo>
                <a:cubicBezTo>
                  <a:pt x="2538603" y="5078063"/>
                  <a:pt x="2536888" y="5077397"/>
                  <a:pt x="2535079" y="5077397"/>
                </a:cubicBezTo>
                <a:lnTo>
                  <a:pt x="2535079" y="5077397"/>
                </a:lnTo>
                <a:cubicBezTo>
                  <a:pt x="2533269" y="5077397"/>
                  <a:pt x="2531459" y="5078159"/>
                  <a:pt x="2530221" y="5079397"/>
                </a:cubicBezTo>
                <a:lnTo>
                  <a:pt x="2525459" y="5084160"/>
                </a:lnTo>
                <a:cubicBezTo>
                  <a:pt x="2522792" y="5086826"/>
                  <a:pt x="2522792" y="5091303"/>
                  <a:pt x="2525459" y="5093970"/>
                </a:cubicBezTo>
                <a:lnTo>
                  <a:pt x="2530221" y="5098733"/>
                </a:lnTo>
                <a:cubicBezTo>
                  <a:pt x="2531555" y="5100066"/>
                  <a:pt x="2533269" y="5100733"/>
                  <a:pt x="2535079" y="5100733"/>
                </a:cubicBezTo>
                <a:lnTo>
                  <a:pt x="2535079" y="5100733"/>
                </a:lnTo>
                <a:cubicBezTo>
                  <a:pt x="2536888" y="5100733"/>
                  <a:pt x="2538698" y="5099971"/>
                  <a:pt x="2540032" y="5098733"/>
                </a:cubicBezTo>
                <a:lnTo>
                  <a:pt x="2544794" y="5093970"/>
                </a:lnTo>
                <a:cubicBezTo>
                  <a:pt x="2545556" y="5093208"/>
                  <a:pt x="2546033" y="5092351"/>
                  <a:pt x="2546318" y="5091494"/>
                </a:cubicBezTo>
                <a:lnTo>
                  <a:pt x="2634615" y="5091494"/>
                </a:lnTo>
                <a:cubicBezTo>
                  <a:pt x="2635949" y="5091494"/>
                  <a:pt x="2636996" y="5090446"/>
                  <a:pt x="2636996" y="5089113"/>
                </a:cubicBezTo>
                <a:lnTo>
                  <a:pt x="2636996" y="5070063"/>
                </a:lnTo>
                <a:cubicBezTo>
                  <a:pt x="2636996" y="5069586"/>
                  <a:pt x="2636806" y="5069015"/>
                  <a:pt x="2636520" y="5068634"/>
                </a:cubicBezTo>
                <a:lnTo>
                  <a:pt x="2618327" y="5044535"/>
                </a:lnTo>
                <a:cubicBezTo>
                  <a:pt x="2618327" y="5044535"/>
                  <a:pt x="2618709" y="5044059"/>
                  <a:pt x="2618899" y="5043869"/>
                </a:cubicBezTo>
                <a:cubicBezTo>
                  <a:pt x="2619566" y="5042725"/>
                  <a:pt x="2619947" y="5041583"/>
                  <a:pt x="2620137" y="5040249"/>
                </a:cubicBezTo>
                <a:lnTo>
                  <a:pt x="2620137" y="5040249"/>
                </a:lnTo>
                <a:cubicBezTo>
                  <a:pt x="2620804" y="5035010"/>
                  <a:pt x="2617089" y="5030153"/>
                  <a:pt x="2611850" y="5029391"/>
                </a:cubicBezTo>
                <a:cubicBezTo>
                  <a:pt x="2609374" y="5029105"/>
                  <a:pt x="2606802" y="5029772"/>
                  <a:pt x="2604707" y="5031296"/>
                </a:cubicBezTo>
                <a:cubicBezTo>
                  <a:pt x="2602706" y="5032820"/>
                  <a:pt x="2601373" y="5035106"/>
                  <a:pt x="2600992" y="5037678"/>
                </a:cubicBezTo>
                <a:cubicBezTo>
                  <a:pt x="2600325" y="5042916"/>
                  <a:pt x="2604040" y="5047774"/>
                  <a:pt x="2609279" y="5048536"/>
                </a:cubicBezTo>
                <a:cubicBezTo>
                  <a:pt x="2609755" y="5048536"/>
                  <a:pt x="2610136" y="5048536"/>
                  <a:pt x="2610612" y="5048536"/>
                </a:cubicBezTo>
                <a:cubicBezTo>
                  <a:pt x="2612041" y="5048536"/>
                  <a:pt x="2613374" y="5048155"/>
                  <a:pt x="2614708" y="5047583"/>
                </a:cubicBezTo>
                <a:lnTo>
                  <a:pt x="2632234" y="5070824"/>
                </a:lnTo>
                <a:lnTo>
                  <a:pt x="2632234" y="5086636"/>
                </a:lnTo>
                <a:lnTo>
                  <a:pt x="2546318" y="5086636"/>
                </a:lnTo>
                <a:close/>
                <a:moveTo>
                  <a:pt x="2541270" y="5090637"/>
                </a:moveTo>
                <a:lnTo>
                  <a:pt x="2536508" y="5095399"/>
                </a:lnTo>
                <a:cubicBezTo>
                  <a:pt x="2536508" y="5095399"/>
                  <a:pt x="2535555" y="5096066"/>
                  <a:pt x="2534984" y="5096066"/>
                </a:cubicBezTo>
                <a:lnTo>
                  <a:pt x="2534984" y="5096066"/>
                </a:lnTo>
                <a:cubicBezTo>
                  <a:pt x="2534412" y="5096066"/>
                  <a:pt x="2533841" y="5095875"/>
                  <a:pt x="2533460" y="5095399"/>
                </a:cubicBezTo>
                <a:lnTo>
                  <a:pt x="2528697" y="5090637"/>
                </a:lnTo>
                <a:cubicBezTo>
                  <a:pt x="2527840" y="5089779"/>
                  <a:pt x="2527840" y="5088446"/>
                  <a:pt x="2528697" y="5087588"/>
                </a:cubicBezTo>
                <a:lnTo>
                  <a:pt x="2533460" y="5082826"/>
                </a:lnTo>
                <a:cubicBezTo>
                  <a:pt x="2533460" y="5082826"/>
                  <a:pt x="2534412" y="5082159"/>
                  <a:pt x="2534984" y="5082159"/>
                </a:cubicBezTo>
                <a:lnTo>
                  <a:pt x="2534984" y="5082159"/>
                </a:lnTo>
                <a:cubicBezTo>
                  <a:pt x="2535555" y="5082159"/>
                  <a:pt x="2536127" y="5082350"/>
                  <a:pt x="2536508" y="5082826"/>
                </a:cubicBezTo>
                <a:lnTo>
                  <a:pt x="2541270" y="5087588"/>
                </a:lnTo>
                <a:cubicBezTo>
                  <a:pt x="2542127" y="5088446"/>
                  <a:pt x="2542127" y="5089779"/>
                  <a:pt x="2541270" y="5090637"/>
                </a:cubicBezTo>
                <a:close/>
                <a:moveTo>
                  <a:pt x="2614708" y="5041488"/>
                </a:moveTo>
                <a:cubicBezTo>
                  <a:pt x="2613660" y="5043202"/>
                  <a:pt x="2611850" y="5044154"/>
                  <a:pt x="2609850" y="5043869"/>
                </a:cubicBezTo>
                <a:cubicBezTo>
                  <a:pt x="2607183" y="5043488"/>
                  <a:pt x="2605278" y="5041106"/>
                  <a:pt x="2605659" y="5038440"/>
                </a:cubicBezTo>
                <a:cubicBezTo>
                  <a:pt x="2605850" y="5037106"/>
                  <a:pt x="2606517" y="5035963"/>
                  <a:pt x="2607564" y="5035201"/>
                </a:cubicBezTo>
                <a:cubicBezTo>
                  <a:pt x="2608421" y="5034534"/>
                  <a:pt x="2609469" y="5034153"/>
                  <a:pt x="2610517" y="5034153"/>
                </a:cubicBezTo>
                <a:cubicBezTo>
                  <a:pt x="2610707" y="5034153"/>
                  <a:pt x="2610993" y="5034153"/>
                  <a:pt x="2611184" y="5034153"/>
                </a:cubicBezTo>
                <a:cubicBezTo>
                  <a:pt x="2613851" y="5034534"/>
                  <a:pt x="2615755" y="5036915"/>
                  <a:pt x="2615375" y="5039583"/>
                </a:cubicBezTo>
                <a:cubicBezTo>
                  <a:pt x="2615375" y="5040249"/>
                  <a:pt x="2615089" y="5040821"/>
                  <a:pt x="2614708" y="5041392"/>
                </a:cubicBezTo>
                <a:close/>
                <a:moveTo>
                  <a:pt x="206312" y="255937"/>
                </a:moveTo>
                <a:lnTo>
                  <a:pt x="206312" y="243269"/>
                </a:lnTo>
                <a:cubicBezTo>
                  <a:pt x="206312" y="240792"/>
                  <a:pt x="204311" y="238792"/>
                  <a:pt x="201835" y="238792"/>
                </a:cubicBezTo>
                <a:lnTo>
                  <a:pt x="189167" y="238792"/>
                </a:lnTo>
                <a:cubicBezTo>
                  <a:pt x="186690" y="238792"/>
                  <a:pt x="184690" y="240792"/>
                  <a:pt x="184690" y="243269"/>
                </a:cubicBezTo>
                <a:lnTo>
                  <a:pt x="184690" y="255937"/>
                </a:lnTo>
                <a:cubicBezTo>
                  <a:pt x="184690" y="258413"/>
                  <a:pt x="186690" y="260414"/>
                  <a:pt x="189167" y="260414"/>
                </a:cubicBezTo>
                <a:lnTo>
                  <a:pt x="201835" y="260414"/>
                </a:lnTo>
                <a:cubicBezTo>
                  <a:pt x="201835" y="260414"/>
                  <a:pt x="202406" y="260318"/>
                  <a:pt x="202597" y="260223"/>
                </a:cubicBezTo>
                <a:lnTo>
                  <a:pt x="349377" y="429292"/>
                </a:lnTo>
                <a:lnTo>
                  <a:pt x="349377" y="486537"/>
                </a:lnTo>
                <a:lnTo>
                  <a:pt x="346710" y="486537"/>
                </a:lnTo>
                <a:cubicBezTo>
                  <a:pt x="340709" y="486537"/>
                  <a:pt x="335756" y="490919"/>
                  <a:pt x="335756" y="496253"/>
                </a:cubicBezTo>
                <a:lnTo>
                  <a:pt x="335756" y="535115"/>
                </a:lnTo>
                <a:cubicBezTo>
                  <a:pt x="335756" y="540449"/>
                  <a:pt x="340709" y="544830"/>
                  <a:pt x="346710" y="544830"/>
                </a:cubicBezTo>
                <a:lnTo>
                  <a:pt x="356807" y="544830"/>
                </a:lnTo>
                <a:cubicBezTo>
                  <a:pt x="362807" y="544830"/>
                  <a:pt x="367760" y="540449"/>
                  <a:pt x="367760" y="535115"/>
                </a:cubicBezTo>
                <a:lnTo>
                  <a:pt x="367760" y="496253"/>
                </a:lnTo>
                <a:cubicBezTo>
                  <a:pt x="367760" y="490919"/>
                  <a:pt x="362807" y="486537"/>
                  <a:pt x="356807" y="486537"/>
                </a:cubicBezTo>
                <a:lnTo>
                  <a:pt x="354139" y="486537"/>
                </a:lnTo>
                <a:lnTo>
                  <a:pt x="354139" y="427482"/>
                </a:lnTo>
                <a:lnTo>
                  <a:pt x="206121" y="256794"/>
                </a:lnTo>
                <a:cubicBezTo>
                  <a:pt x="206121" y="256794"/>
                  <a:pt x="206312" y="256127"/>
                  <a:pt x="206312" y="255842"/>
                </a:cubicBezTo>
                <a:close/>
                <a:moveTo>
                  <a:pt x="362712" y="535210"/>
                </a:moveTo>
                <a:cubicBezTo>
                  <a:pt x="362712" y="538067"/>
                  <a:pt x="360045" y="540449"/>
                  <a:pt x="356807" y="540449"/>
                </a:cubicBezTo>
                <a:lnTo>
                  <a:pt x="346710" y="540449"/>
                </a:lnTo>
                <a:cubicBezTo>
                  <a:pt x="343472" y="540449"/>
                  <a:pt x="340805" y="538067"/>
                  <a:pt x="340805" y="535210"/>
                </a:cubicBezTo>
                <a:lnTo>
                  <a:pt x="340805" y="526923"/>
                </a:lnTo>
                <a:lnTo>
                  <a:pt x="362617" y="526923"/>
                </a:lnTo>
                <a:lnTo>
                  <a:pt x="362617" y="535210"/>
                </a:lnTo>
                <a:close/>
                <a:moveTo>
                  <a:pt x="356807" y="491014"/>
                </a:moveTo>
                <a:cubicBezTo>
                  <a:pt x="360045" y="491014"/>
                  <a:pt x="362712" y="493395"/>
                  <a:pt x="362712" y="496253"/>
                </a:cubicBezTo>
                <a:lnTo>
                  <a:pt x="362712" y="502349"/>
                </a:lnTo>
                <a:lnTo>
                  <a:pt x="340900" y="502349"/>
                </a:lnTo>
                <a:lnTo>
                  <a:pt x="340900" y="496253"/>
                </a:lnTo>
                <a:cubicBezTo>
                  <a:pt x="340900" y="493395"/>
                  <a:pt x="343567" y="491014"/>
                  <a:pt x="346805" y="491014"/>
                </a:cubicBezTo>
                <a:lnTo>
                  <a:pt x="356902" y="491014"/>
                </a:lnTo>
                <a:close/>
                <a:moveTo>
                  <a:pt x="231934" y="69056"/>
                </a:moveTo>
                <a:lnTo>
                  <a:pt x="235172" y="72581"/>
                </a:lnTo>
                <a:lnTo>
                  <a:pt x="230124" y="77248"/>
                </a:lnTo>
                <a:lnTo>
                  <a:pt x="224885" y="72866"/>
                </a:lnTo>
                <a:lnTo>
                  <a:pt x="227933" y="69247"/>
                </a:lnTo>
                <a:lnTo>
                  <a:pt x="229933" y="70961"/>
                </a:lnTo>
                <a:lnTo>
                  <a:pt x="231934" y="69152"/>
                </a:lnTo>
                <a:close/>
                <a:moveTo>
                  <a:pt x="1970056" y="5064157"/>
                </a:moveTo>
                <a:lnTo>
                  <a:pt x="2075878" y="4966240"/>
                </a:lnTo>
                <a:cubicBezTo>
                  <a:pt x="2075021" y="4965002"/>
                  <a:pt x="2074450" y="4963573"/>
                  <a:pt x="2074164" y="4961954"/>
                </a:cubicBezTo>
                <a:cubicBezTo>
                  <a:pt x="2073402" y="4956334"/>
                  <a:pt x="2077403" y="4951190"/>
                  <a:pt x="2083022" y="4950524"/>
                </a:cubicBezTo>
                <a:cubicBezTo>
                  <a:pt x="2088642" y="4949762"/>
                  <a:pt x="2093786" y="4953762"/>
                  <a:pt x="2094452" y="4959382"/>
                </a:cubicBezTo>
                <a:cubicBezTo>
                  <a:pt x="2095214" y="4965002"/>
                  <a:pt x="2091214" y="4970145"/>
                  <a:pt x="2085594" y="4970812"/>
                </a:cubicBezTo>
                <a:cubicBezTo>
                  <a:pt x="2083308" y="4971098"/>
                  <a:pt x="2081213" y="4970431"/>
                  <a:pt x="2079307" y="4969383"/>
                </a:cubicBezTo>
                <a:lnTo>
                  <a:pt x="1971770" y="5068824"/>
                </a:lnTo>
                <a:lnTo>
                  <a:pt x="1952149" y="5068824"/>
                </a:lnTo>
                <a:lnTo>
                  <a:pt x="1952149" y="5074253"/>
                </a:lnTo>
                <a:cubicBezTo>
                  <a:pt x="1952149" y="5076254"/>
                  <a:pt x="1950530" y="5077778"/>
                  <a:pt x="1948625" y="5077778"/>
                </a:cubicBezTo>
                <a:lnTo>
                  <a:pt x="1933003" y="5077778"/>
                </a:lnTo>
                <a:cubicBezTo>
                  <a:pt x="1931003" y="5077778"/>
                  <a:pt x="1929479" y="5076158"/>
                  <a:pt x="1929479" y="5074253"/>
                </a:cubicBezTo>
                <a:lnTo>
                  <a:pt x="1929479" y="5058633"/>
                </a:lnTo>
                <a:cubicBezTo>
                  <a:pt x="1929479" y="5056632"/>
                  <a:pt x="1931099" y="5055108"/>
                  <a:pt x="1933003" y="5055108"/>
                </a:cubicBezTo>
                <a:lnTo>
                  <a:pt x="1948625" y="5055108"/>
                </a:lnTo>
                <a:cubicBezTo>
                  <a:pt x="1950625" y="5055108"/>
                  <a:pt x="1952149" y="5056728"/>
                  <a:pt x="1952149" y="5058633"/>
                </a:cubicBezTo>
                <a:lnTo>
                  <a:pt x="1952149" y="5064062"/>
                </a:lnTo>
                <a:lnTo>
                  <a:pt x="1969865" y="5064062"/>
                </a:lnTo>
                <a:close/>
                <a:moveTo>
                  <a:pt x="234982" y="66199"/>
                </a:moveTo>
                <a:lnTo>
                  <a:pt x="238220" y="69723"/>
                </a:lnTo>
                <a:lnTo>
                  <a:pt x="236696" y="71152"/>
                </a:lnTo>
                <a:lnTo>
                  <a:pt x="233458" y="67628"/>
                </a:lnTo>
                <a:lnTo>
                  <a:pt x="234982" y="66199"/>
                </a:lnTo>
                <a:close/>
                <a:moveTo>
                  <a:pt x="2294858" y="5083302"/>
                </a:moveTo>
                <a:cubicBezTo>
                  <a:pt x="2296859" y="5085493"/>
                  <a:pt x="2296668" y="5088922"/>
                  <a:pt x="2294477" y="5090922"/>
                </a:cubicBezTo>
                <a:cubicBezTo>
                  <a:pt x="2292287" y="5092922"/>
                  <a:pt x="2288858" y="5092732"/>
                  <a:pt x="2286857" y="5090541"/>
                </a:cubicBezTo>
                <a:cubicBezTo>
                  <a:pt x="2284857" y="5088351"/>
                  <a:pt x="2285048" y="5084922"/>
                  <a:pt x="2287238" y="5082921"/>
                </a:cubicBezTo>
                <a:cubicBezTo>
                  <a:pt x="2289429" y="5080921"/>
                  <a:pt x="2292858" y="5081112"/>
                  <a:pt x="2294858" y="5083302"/>
                </a:cubicBezTo>
                <a:close/>
                <a:moveTo>
                  <a:pt x="612172" y="2034635"/>
                </a:moveTo>
                <a:lnTo>
                  <a:pt x="619316" y="2034635"/>
                </a:lnTo>
                <a:lnTo>
                  <a:pt x="619316" y="2043113"/>
                </a:lnTo>
                <a:lnTo>
                  <a:pt x="612172" y="2043113"/>
                </a:lnTo>
                <a:lnTo>
                  <a:pt x="612172" y="2034635"/>
                </a:lnTo>
                <a:close/>
                <a:moveTo>
                  <a:pt x="619316" y="2009299"/>
                </a:moveTo>
                <a:lnTo>
                  <a:pt x="612172" y="2009299"/>
                </a:lnTo>
                <a:lnTo>
                  <a:pt x="612172" y="2000822"/>
                </a:lnTo>
                <a:lnTo>
                  <a:pt x="619316" y="2000822"/>
                </a:lnTo>
                <a:lnTo>
                  <a:pt x="619316" y="2009299"/>
                </a:lnTo>
                <a:close/>
                <a:moveTo>
                  <a:pt x="2407063" y="5119783"/>
                </a:moveTo>
                <a:lnTo>
                  <a:pt x="2407063" y="5116449"/>
                </a:lnTo>
                <a:cubicBezTo>
                  <a:pt x="2407063" y="5112449"/>
                  <a:pt x="2410301" y="5109210"/>
                  <a:pt x="2414302" y="5109210"/>
                </a:cubicBezTo>
                <a:lnTo>
                  <a:pt x="2477072" y="5109210"/>
                </a:lnTo>
                <a:cubicBezTo>
                  <a:pt x="2481072" y="5109210"/>
                  <a:pt x="2484311" y="5112449"/>
                  <a:pt x="2484311" y="5116449"/>
                </a:cubicBezTo>
                <a:lnTo>
                  <a:pt x="2484311" y="5119783"/>
                </a:lnTo>
                <a:cubicBezTo>
                  <a:pt x="2484311" y="5123783"/>
                  <a:pt x="2481072" y="5127022"/>
                  <a:pt x="2477072" y="5127022"/>
                </a:cubicBezTo>
                <a:lnTo>
                  <a:pt x="2414302" y="5127022"/>
                </a:lnTo>
                <a:cubicBezTo>
                  <a:pt x="2410301" y="5127022"/>
                  <a:pt x="2407063" y="5123783"/>
                  <a:pt x="2407063" y="5119783"/>
                </a:cubicBezTo>
                <a:close/>
                <a:moveTo>
                  <a:pt x="2396204" y="5134833"/>
                </a:moveTo>
                <a:lnTo>
                  <a:pt x="2495264" y="5134833"/>
                </a:lnTo>
                <a:cubicBezTo>
                  <a:pt x="2500598" y="5134833"/>
                  <a:pt x="2504885" y="5130546"/>
                  <a:pt x="2504885" y="5125212"/>
                </a:cubicBezTo>
                <a:lnTo>
                  <a:pt x="2504885" y="5120545"/>
                </a:lnTo>
                <a:lnTo>
                  <a:pt x="2672048" y="5120545"/>
                </a:lnTo>
                <a:cubicBezTo>
                  <a:pt x="2673382" y="5120545"/>
                  <a:pt x="2674430" y="5119497"/>
                  <a:pt x="2674430" y="5118164"/>
                </a:cubicBezTo>
                <a:lnTo>
                  <a:pt x="2674430" y="5105019"/>
                </a:lnTo>
                <a:cubicBezTo>
                  <a:pt x="2679478" y="5104733"/>
                  <a:pt x="2683478" y="5100638"/>
                  <a:pt x="2683478" y="5095494"/>
                </a:cubicBezTo>
                <a:lnTo>
                  <a:pt x="2683478" y="5065967"/>
                </a:lnTo>
                <a:cubicBezTo>
                  <a:pt x="2683478" y="5060728"/>
                  <a:pt x="2679192" y="5056347"/>
                  <a:pt x="2673858" y="5056347"/>
                </a:cubicBezTo>
                <a:lnTo>
                  <a:pt x="2670620" y="5056347"/>
                </a:lnTo>
                <a:cubicBezTo>
                  <a:pt x="2669000" y="5056347"/>
                  <a:pt x="2667572" y="5056823"/>
                  <a:pt x="2666238" y="5057490"/>
                </a:cubicBezTo>
                <a:lnTo>
                  <a:pt x="2628424" y="5006245"/>
                </a:lnTo>
                <a:lnTo>
                  <a:pt x="2580418" y="5006245"/>
                </a:lnTo>
                <a:cubicBezTo>
                  <a:pt x="2580418" y="5006245"/>
                  <a:pt x="2580037" y="5005578"/>
                  <a:pt x="2579846" y="5005292"/>
                </a:cubicBezTo>
                <a:lnTo>
                  <a:pt x="2569369" y="4994815"/>
                </a:lnTo>
                <a:cubicBezTo>
                  <a:pt x="2567559" y="4993005"/>
                  <a:pt x="2564702" y="4993005"/>
                  <a:pt x="2562987" y="4994815"/>
                </a:cubicBezTo>
                <a:lnTo>
                  <a:pt x="2552510" y="5005292"/>
                </a:lnTo>
                <a:cubicBezTo>
                  <a:pt x="2551938" y="5005864"/>
                  <a:pt x="2551557" y="5006626"/>
                  <a:pt x="2551367" y="5007388"/>
                </a:cubicBezTo>
                <a:lnTo>
                  <a:pt x="2467356" y="5007388"/>
                </a:lnTo>
                <a:cubicBezTo>
                  <a:pt x="2467356" y="5007388"/>
                  <a:pt x="2445925" y="5030153"/>
                  <a:pt x="2445925" y="5030153"/>
                </a:cubicBezTo>
                <a:lnTo>
                  <a:pt x="2365915" y="5030343"/>
                </a:lnTo>
                <a:lnTo>
                  <a:pt x="2350484" y="5011388"/>
                </a:lnTo>
                <a:cubicBezTo>
                  <a:pt x="2350484" y="5011388"/>
                  <a:pt x="2350675" y="5010626"/>
                  <a:pt x="2350675" y="5010245"/>
                </a:cubicBezTo>
                <a:lnTo>
                  <a:pt x="2350675" y="5006912"/>
                </a:lnTo>
                <a:cubicBezTo>
                  <a:pt x="2350675" y="5004340"/>
                  <a:pt x="2349627" y="5001959"/>
                  <a:pt x="2347817" y="5000149"/>
                </a:cubicBezTo>
                <a:cubicBezTo>
                  <a:pt x="2346008" y="4998339"/>
                  <a:pt x="2343626" y="4997387"/>
                  <a:pt x="2341055" y="4997387"/>
                </a:cubicBezTo>
                <a:lnTo>
                  <a:pt x="2318861" y="4997387"/>
                </a:lnTo>
                <a:cubicBezTo>
                  <a:pt x="2316290" y="4997387"/>
                  <a:pt x="2313908" y="4998435"/>
                  <a:pt x="2312099" y="5000244"/>
                </a:cubicBezTo>
                <a:cubicBezTo>
                  <a:pt x="2310479" y="5001863"/>
                  <a:pt x="2309622" y="5004054"/>
                  <a:pt x="2309432" y="5006245"/>
                </a:cubicBezTo>
                <a:lnTo>
                  <a:pt x="2271141" y="5006245"/>
                </a:lnTo>
                <a:lnTo>
                  <a:pt x="2259902" y="4994624"/>
                </a:lnTo>
                <a:lnTo>
                  <a:pt x="2200847" y="4994624"/>
                </a:lnTo>
                <a:cubicBezTo>
                  <a:pt x="2198370" y="4990529"/>
                  <a:pt x="2193608" y="4987957"/>
                  <a:pt x="2188464" y="4988624"/>
                </a:cubicBezTo>
                <a:cubicBezTo>
                  <a:pt x="2185130" y="4989005"/>
                  <a:pt x="2182178" y="4990719"/>
                  <a:pt x="2180082" y="4993386"/>
                </a:cubicBezTo>
                <a:cubicBezTo>
                  <a:pt x="2178844" y="4995006"/>
                  <a:pt x="2178177" y="4996816"/>
                  <a:pt x="2177796" y="4998720"/>
                </a:cubicBezTo>
                <a:lnTo>
                  <a:pt x="2094071" y="4998720"/>
                </a:lnTo>
                <a:lnTo>
                  <a:pt x="1970056" y="5114925"/>
                </a:lnTo>
                <a:lnTo>
                  <a:pt x="1953387" y="5114925"/>
                </a:lnTo>
                <a:cubicBezTo>
                  <a:pt x="1952244" y="5108258"/>
                  <a:pt x="1946148" y="5103686"/>
                  <a:pt x="1939385" y="5104448"/>
                </a:cubicBezTo>
                <a:cubicBezTo>
                  <a:pt x="1936052" y="5104829"/>
                  <a:pt x="1933099" y="5106543"/>
                  <a:pt x="1931003" y="5109210"/>
                </a:cubicBezTo>
                <a:cubicBezTo>
                  <a:pt x="1928908" y="5111877"/>
                  <a:pt x="1928051" y="5115211"/>
                  <a:pt x="1928432" y="5118545"/>
                </a:cubicBezTo>
                <a:cubicBezTo>
                  <a:pt x="1929289" y="5124926"/>
                  <a:pt x="1934718" y="5129594"/>
                  <a:pt x="1941005" y="5129594"/>
                </a:cubicBezTo>
                <a:cubicBezTo>
                  <a:pt x="1941576" y="5129594"/>
                  <a:pt x="1942052" y="5129594"/>
                  <a:pt x="1942624" y="5129499"/>
                </a:cubicBezTo>
                <a:cubicBezTo>
                  <a:pt x="1948053" y="5128832"/>
                  <a:pt x="1952149" y="5124736"/>
                  <a:pt x="1953292" y="5119688"/>
                </a:cubicBezTo>
                <a:lnTo>
                  <a:pt x="1971961" y="5119688"/>
                </a:lnTo>
                <a:lnTo>
                  <a:pt x="2095976" y="5003483"/>
                </a:lnTo>
                <a:lnTo>
                  <a:pt x="2177796" y="5003483"/>
                </a:lnTo>
                <a:cubicBezTo>
                  <a:pt x="2178368" y="5006531"/>
                  <a:pt x="2179892" y="5009198"/>
                  <a:pt x="2182368" y="5011103"/>
                </a:cubicBezTo>
                <a:cubicBezTo>
                  <a:pt x="2184559" y="5012817"/>
                  <a:pt x="2187321" y="5013770"/>
                  <a:pt x="2190083" y="5013770"/>
                </a:cubicBezTo>
                <a:cubicBezTo>
                  <a:pt x="2190655" y="5013770"/>
                  <a:pt x="2191131" y="5013770"/>
                  <a:pt x="2191703" y="5013674"/>
                </a:cubicBezTo>
                <a:cubicBezTo>
                  <a:pt x="2198656" y="5012817"/>
                  <a:pt x="2203514" y="5006435"/>
                  <a:pt x="2202656" y="4999482"/>
                </a:cubicBezTo>
                <a:cubicBezTo>
                  <a:pt x="2202656" y="4999482"/>
                  <a:pt x="2202656" y="4999482"/>
                  <a:pt x="2202656" y="4999387"/>
                </a:cubicBezTo>
                <a:lnTo>
                  <a:pt x="2257997" y="4999387"/>
                </a:lnTo>
                <a:lnTo>
                  <a:pt x="2269236" y="5011008"/>
                </a:lnTo>
                <a:lnTo>
                  <a:pt x="2309527" y="5011008"/>
                </a:lnTo>
                <a:cubicBezTo>
                  <a:pt x="2309908" y="5015960"/>
                  <a:pt x="2314004" y="5019866"/>
                  <a:pt x="2319052" y="5019866"/>
                </a:cubicBezTo>
                <a:lnTo>
                  <a:pt x="2341245" y="5019866"/>
                </a:lnTo>
                <a:cubicBezTo>
                  <a:pt x="2345055" y="5019866"/>
                  <a:pt x="2348294" y="5017485"/>
                  <a:pt x="2349913" y="5014246"/>
                </a:cubicBezTo>
                <a:lnTo>
                  <a:pt x="2364962" y="5032724"/>
                </a:lnTo>
                <a:lnTo>
                  <a:pt x="2446592" y="5032534"/>
                </a:lnTo>
                <a:lnTo>
                  <a:pt x="2447068" y="5032534"/>
                </a:lnTo>
                <a:lnTo>
                  <a:pt x="2468499" y="5009865"/>
                </a:lnTo>
                <a:lnTo>
                  <a:pt x="2551462" y="5009865"/>
                </a:lnTo>
                <a:cubicBezTo>
                  <a:pt x="2551652" y="5010436"/>
                  <a:pt x="2552034" y="5011103"/>
                  <a:pt x="2552605" y="5011674"/>
                </a:cubicBezTo>
                <a:lnTo>
                  <a:pt x="2563082" y="5022152"/>
                </a:lnTo>
                <a:cubicBezTo>
                  <a:pt x="2564892" y="5023962"/>
                  <a:pt x="2567750" y="5023962"/>
                  <a:pt x="2569559" y="5022152"/>
                </a:cubicBezTo>
                <a:lnTo>
                  <a:pt x="2580037" y="5011674"/>
                </a:lnTo>
                <a:cubicBezTo>
                  <a:pt x="2580037" y="5011674"/>
                  <a:pt x="2580323" y="5011198"/>
                  <a:pt x="2580513" y="5010912"/>
                </a:cubicBezTo>
                <a:lnTo>
                  <a:pt x="2626233" y="5010912"/>
                </a:lnTo>
                <a:lnTo>
                  <a:pt x="2662904" y="5060728"/>
                </a:lnTo>
                <a:cubicBezTo>
                  <a:pt x="2661952" y="5062252"/>
                  <a:pt x="2661190" y="5063967"/>
                  <a:pt x="2661190" y="5065872"/>
                </a:cubicBezTo>
                <a:lnTo>
                  <a:pt x="2661190" y="5095399"/>
                </a:lnTo>
                <a:cubicBezTo>
                  <a:pt x="2661190" y="5100352"/>
                  <a:pt x="2665000" y="5104257"/>
                  <a:pt x="2669762" y="5104829"/>
                </a:cubicBezTo>
                <a:lnTo>
                  <a:pt x="2669762" y="5115687"/>
                </a:lnTo>
                <a:lnTo>
                  <a:pt x="2504980" y="5115687"/>
                </a:lnTo>
                <a:lnTo>
                  <a:pt x="2504980" y="5111020"/>
                </a:lnTo>
                <a:cubicBezTo>
                  <a:pt x="2504980" y="5105686"/>
                  <a:pt x="2500694" y="5101400"/>
                  <a:pt x="2495360" y="5101400"/>
                </a:cubicBezTo>
                <a:lnTo>
                  <a:pt x="2396300" y="5101400"/>
                </a:lnTo>
                <a:cubicBezTo>
                  <a:pt x="2390966" y="5101400"/>
                  <a:pt x="2386679" y="5105686"/>
                  <a:pt x="2386679" y="5111020"/>
                </a:cubicBezTo>
                <a:lnTo>
                  <a:pt x="2386679" y="5115687"/>
                </a:lnTo>
                <a:lnTo>
                  <a:pt x="2325338" y="5115687"/>
                </a:lnTo>
                <a:cubicBezTo>
                  <a:pt x="2325338" y="5115687"/>
                  <a:pt x="2301335" y="5093780"/>
                  <a:pt x="2301335" y="5093780"/>
                </a:cubicBezTo>
                <a:cubicBezTo>
                  <a:pt x="2303050" y="5091208"/>
                  <a:pt x="2303907" y="5088255"/>
                  <a:pt x="2303526" y="5085207"/>
                </a:cubicBezTo>
                <a:cubicBezTo>
                  <a:pt x="2302669" y="5078349"/>
                  <a:pt x="2296382" y="5073492"/>
                  <a:pt x="2289334" y="5074253"/>
                </a:cubicBezTo>
                <a:cubicBezTo>
                  <a:pt x="2282381" y="5075111"/>
                  <a:pt x="2277523" y="5081492"/>
                  <a:pt x="2278380" y="5088351"/>
                </a:cubicBezTo>
                <a:cubicBezTo>
                  <a:pt x="2278761" y="5091684"/>
                  <a:pt x="2280476" y="5094637"/>
                  <a:pt x="2283143" y="5096733"/>
                </a:cubicBezTo>
                <a:cubicBezTo>
                  <a:pt x="2285333" y="5098447"/>
                  <a:pt x="2288096" y="5099399"/>
                  <a:pt x="2290858" y="5099399"/>
                </a:cubicBezTo>
                <a:cubicBezTo>
                  <a:pt x="2291429" y="5099399"/>
                  <a:pt x="2291906" y="5099399"/>
                  <a:pt x="2292477" y="5099304"/>
                </a:cubicBezTo>
                <a:cubicBezTo>
                  <a:pt x="2294477" y="5099019"/>
                  <a:pt x="2296287" y="5098256"/>
                  <a:pt x="2297906" y="5097113"/>
                </a:cubicBezTo>
                <a:lnTo>
                  <a:pt x="2323433" y="5120354"/>
                </a:lnTo>
                <a:lnTo>
                  <a:pt x="2386679" y="5120354"/>
                </a:lnTo>
                <a:cubicBezTo>
                  <a:pt x="2386679" y="5120354"/>
                  <a:pt x="2386679" y="5125022"/>
                  <a:pt x="2386679" y="5125022"/>
                </a:cubicBezTo>
                <a:cubicBezTo>
                  <a:pt x="2386679" y="5130260"/>
                  <a:pt x="2390966" y="5134642"/>
                  <a:pt x="2396300" y="5134642"/>
                </a:cubicBezTo>
                <a:close/>
                <a:moveTo>
                  <a:pt x="1941957" y="5125022"/>
                </a:moveTo>
                <a:cubicBezTo>
                  <a:pt x="1937671" y="5125593"/>
                  <a:pt x="1933670" y="5122545"/>
                  <a:pt x="1933099" y="5118259"/>
                </a:cubicBezTo>
                <a:cubicBezTo>
                  <a:pt x="1932813" y="5116163"/>
                  <a:pt x="1933385" y="5114068"/>
                  <a:pt x="1934718" y="5112449"/>
                </a:cubicBezTo>
                <a:cubicBezTo>
                  <a:pt x="1936052" y="5110829"/>
                  <a:pt x="1937861" y="5109687"/>
                  <a:pt x="1939957" y="5109496"/>
                </a:cubicBezTo>
                <a:cubicBezTo>
                  <a:pt x="1940338" y="5109496"/>
                  <a:pt x="1940624" y="5109496"/>
                  <a:pt x="1940909" y="5109496"/>
                </a:cubicBezTo>
                <a:cubicBezTo>
                  <a:pt x="1944815" y="5109496"/>
                  <a:pt x="1948244" y="5112449"/>
                  <a:pt x="1948720" y="5116354"/>
                </a:cubicBezTo>
                <a:cubicBezTo>
                  <a:pt x="1949291" y="5120641"/>
                  <a:pt x="1946243" y="5124641"/>
                  <a:pt x="1941862" y="5125117"/>
                </a:cubicBezTo>
                <a:close/>
                <a:moveTo>
                  <a:pt x="2191131" y="5009103"/>
                </a:moveTo>
                <a:cubicBezTo>
                  <a:pt x="2189036" y="5009388"/>
                  <a:pt x="2186940" y="5008817"/>
                  <a:pt x="2185321" y="5007483"/>
                </a:cubicBezTo>
                <a:cubicBezTo>
                  <a:pt x="2183702" y="5006245"/>
                  <a:pt x="2182559" y="5004340"/>
                  <a:pt x="2182368" y="5002244"/>
                </a:cubicBezTo>
                <a:cubicBezTo>
                  <a:pt x="2182082" y="5000149"/>
                  <a:pt x="2182654" y="4998053"/>
                  <a:pt x="2183987" y="4996434"/>
                </a:cubicBezTo>
                <a:cubicBezTo>
                  <a:pt x="2185226" y="4994815"/>
                  <a:pt x="2187131" y="4993672"/>
                  <a:pt x="2189226" y="4993481"/>
                </a:cubicBezTo>
                <a:cubicBezTo>
                  <a:pt x="2189607" y="4993481"/>
                  <a:pt x="2189893" y="4993481"/>
                  <a:pt x="2190179" y="4993481"/>
                </a:cubicBezTo>
                <a:cubicBezTo>
                  <a:pt x="2194084" y="4993481"/>
                  <a:pt x="2197513" y="4996434"/>
                  <a:pt x="2197989" y="5000340"/>
                </a:cubicBezTo>
                <a:cubicBezTo>
                  <a:pt x="2198561" y="5004625"/>
                  <a:pt x="2195513" y="5008626"/>
                  <a:pt x="2191131" y="5009103"/>
                </a:cubicBezTo>
                <a:close/>
                <a:moveTo>
                  <a:pt x="2318957" y="5015294"/>
                </a:moveTo>
                <a:cubicBezTo>
                  <a:pt x="2316290" y="5015294"/>
                  <a:pt x="2314099" y="5013103"/>
                  <a:pt x="2314099" y="5010436"/>
                </a:cubicBezTo>
                <a:lnTo>
                  <a:pt x="2314099" y="5007102"/>
                </a:lnTo>
                <a:cubicBezTo>
                  <a:pt x="2314099" y="5005769"/>
                  <a:pt x="2314575" y="5004625"/>
                  <a:pt x="2315528" y="5003673"/>
                </a:cubicBezTo>
                <a:cubicBezTo>
                  <a:pt x="2316480" y="5002721"/>
                  <a:pt x="2317623" y="5002244"/>
                  <a:pt x="2318957" y="5002244"/>
                </a:cubicBezTo>
                <a:lnTo>
                  <a:pt x="2319623" y="5002244"/>
                </a:lnTo>
                <a:cubicBezTo>
                  <a:pt x="2319623" y="5002244"/>
                  <a:pt x="2319623" y="5015294"/>
                  <a:pt x="2319623" y="5015294"/>
                </a:cubicBezTo>
                <a:lnTo>
                  <a:pt x="2318957" y="5015294"/>
                </a:lnTo>
                <a:close/>
                <a:moveTo>
                  <a:pt x="2324576" y="5015294"/>
                </a:moveTo>
                <a:lnTo>
                  <a:pt x="2324576" y="5002340"/>
                </a:lnTo>
                <a:cubicBezTo>
                  <a:pt x="2324576" y="5002340"/>
                  <a:pt x="2336578" y="5002340"/>
                  <a:pt x="2336578" y="5002340"/>
                </a:cubicBezTo>
                <a:lnTo>
                  <a:pt x="2336578" y="5015294"/>
                </a:lnTo>
                <a:cubicBezTo>
                  <a:pt x="2336578" y="5015294"/>
                  <a:pt x="2324576" y="5015294"/>
                  <a:pt x="2324576" y="5015294"/>
                </a:cubicBezTo>
                <a:close/>
                <a:moveTo>
                  <a:pt x="2342198" y="5015008"/>
                </a:moveTo>
                <a:lnTo>
                  <a:pt x="2342198" y="5002435"/>
                </a:lnTo>
                <a:cubicBezTo>
                  <a:pt x="2343055" y="5002626"/>
                  <a:pt x="2343912" y="5003006"/>
                  <a:pt x="2344579" y="5003673"/>
                </a:cubicBezTo>
                <a:cubicBezTo>
                  <a:pt x="2345531" y="5004625"/>
                  <a:pt x="2346008" y="5005769"/>
                  <a:pt x="2346008" y="5007102"/>
                </a:cubicBezTo>
                <a:lnTo>
                  <a:pt x="2346008" y="5010436"/>
                </a:lnTo>
                <a:cubicBezTo>
                  <a:pt x="2346008" y="5012722"/>
                  <a:pt x="2344388" y="5014627"/>
                  <a:pt x="2342198" y="5015103"/>
                </a:cubicBezTo>
                <a:close/>
                <a:moveTo>
                  <a:pt x="2665857" y="5095590"/>
                </a:moveTo>
                <a:lnTo>
                  <a:pt x="2665857" y="5066062"/>
                </a:lnTo>
                <a:cubicBezTo>
                  <a:pt x="2665857" y="5063395"/>
                  <a:pt x="2668048" y="5061204"/>
                  <a:pt x="2670715" y="5061204"/>
                </a:cubicBezTo>
                <a:lnTo>
                  <a:pt x="2673953" y="5061204"/>
                </a:lnTo>
                <a:cubicBezTo>
                  <a:pt x="2676620" y="5061204"/>
                  <a:pt x="2678811" y="5063395"/>
                  <a:pt x="2678811" y="5066062"/>
                </a:cubicBezTo>
                <a:lnTo>
                  <a:pt x="2678811" y="5095590"/>
                </a:lnTo>
                <a:cubicBezTo>
                  <a:pt x="2678811" y="5098256"/>
                  <a:pt x="2676620" y="5100447"/>
                  <a:pt x="2673953" y="5100447"/>
                </a:cubicBezTo>
                <a:lnTo>
                  <a:pt x="2670715" y="5100447"/>
                </a:lnTo>
                <a:cubicBezTo>
                  <a:pt x="2668048" y="5100447"/>
                  <a:pt x="2665857" y="5098256"/>
                  <a:pt x="2665857" y="5095590"/>
                </a:cubicBezTo>
                <a:close/>
                <a:moveTo>
                  <a:pt x="2391347" y="5111020"/>
                </a:moveTo>
                <a:cubicBezTo>
                  <a:pt x="2391347" y="5108353"/>
                  <a:pt x="2393537" y="5106162"/>
                  <a:pt x="2396204" y="5106162"/>
                </a:cubicBezTo>
                <a:lnTo>
                  <a:pt x="2495264" y="5106162"/>
                </a:lnTo>
                <a:cubicBezTo>
                  <a:pt x="2497931" y="5106162"/>
                  <a:pt x="2500122" y="5108353"/>
                  <a:pt x="2500122" y="5111020"/>
                </a:cubicBezTo>
                <a:lnTo>
                  <a:pt x="2500122" y="5125212"/>
                </a:lnTo>
                <a:cubicBezTo>
                  <a:pt x="2500122" y="5127879"/>
                  <a:pt x="2497931" y="5130070"/>
                  <a:pt x="2495264" y="5130070"/>
                </a:cubicBezTo>
                <a:lnTo>
                  <a:pt x="2396204" y="5130070"/>
                </a:lnTo>
                <a:cubicBezTo>
                  <a:pt x="2393537" y="5130070"/>
                  <a:pt x="2391347" y="5127879"/>
                  <a:pt x="2391347" y="5125212"/>
                </a:cubicBezTo>
                <a:lnTo>
                  <a:pt x="2391347" y="5111020"/>
                </a:lnTo>
                <a:close/>
                <a:moveTo>
                  <a:pt x="2297049" y="5091684"/>
                </a:moveTo>
                <a:cubicBezTo>
                  <a:pt x="2295716" y="5093303"/>
                  <a:pt x="2293906" y="5094447"/>
                  <a:pt x="2291810" y="5094637"/>
                </a:cubicBezTo>
                <a:cubicBezTo>
                  <a:pt x="2289715" y="5094923"/>
                  <a:pt x="2287619" y="5094351"/>
                  <a:pt x="2286000" y="5093018"/>
                </a:cubicBezTo>
                <a:cubicBezTo>
                  <a:pt x="2284381" y="5091779"/>
                  <a:pt x="2283238" y="5089874"/>
                  <a:pt x="2283047" y="5087779"/>
                </a:cubicBezTo>
                <a:cubicBezTo>
                  <a:pt x="2282476" y="5083493"/>
                  <a:pt x="2285524" y="5079492"/>
                  <a:pt x="2289810" y="5079016"/>
                </a:cubicBezTo>
                <a:cubicBezTo>
                  <a:pt x="2290191" y="5079016"/>
                  <a:pt x="2290477" y="5079016"/>
                  <a:pt x="2290858" y="5079016"/>
                </a:cubicBezTo>
                <a:cubicBezTo>
                  <a:pt x="2294763" y="5079016"/>
                  <a:pt x="2298192" y="5081969"/>
                  <a:pt x="2298668" y="5085874"/>
                </a:cubicBezTo>
                <a:cubicBezTo>
                  <a:pt x="2298954" y="5087969"/>
                  <a:pt x="2298383" y="5090065"/>
                  <a:pt x="2297049" y="5091684"/>
                </a:cubicBezTo>
                <a:close/>
                <a:moveTo>
                  <a:pt x="67342" y="22955"/>
                </a:moveTo>
                <a:cubicBezTo>
                  <a:pt x="67342" y="28670"/>
                  <a:pt x="72009" y="33338"/>
                  <a:pt x="77724" y="33338"/>
                </a:cubicBezTo>
                <a:cubicBezTo>
                  <a:pt x="82582" y="33338"/>
                  <a:pt x="86582" y="29909"/>
                  <a:pt x="87630" y="25337"/>
                </a:cubicBezTo>
                <a:lnTo>
                  <a:pt x="133731" y="25337"/>
                </a:lnTo>
                <a:lnTo>
                  <a:pt x="146685" y="17336"/>
                </a:lnTo>
                <a:lnTo>
                  <a:pt x="199454" y="17336"/>
                </a:lnTo>
                <a:cubicBezTo>
                  <a:pt x="200692" y="20765"/>
                  <a:pt x="203740" y="23241"/>
                  <a:pt x="207550" y="23813"/>
                </a:cubicBezTo>
                <a:lnTo>
                  <a:pt x="206788" y="23813"/>
                </a:lnTo>
                <a:lnTo>
                  <a:pt x="206788" y="28575"/>
                </a:lnTo>
                <a:lnTo>
                  <a:pt x="211550" y="28575"/>
                </a:lnTo>
                <a:lnTo>
                  <a:pt x="211550" y="23813"/>
                </a:lnTo>
                <a:lnTo>
                  <a:pt x="210788" y="23813"/>
                </a:lnTo>
                <a:cubicBezTo>
                  <a:pt x="215741" y="22955"/>
                  <a:pt x="219551" y="18860"/>
                  <a:pt x="219551" y="13716"/>
                </a:cubicBezTo>
                <a:cubicBezTo>
                  <a:pt x="219551" y="8001"/>
                  <a:pt x="214884" y="3334"/>
                  <a:pt x="209169" y="3334"/>
                </a:cubicBezTo>
                <a:cubicBezTo>
                  <a:pt x="203835" y="3334"/>
                  <a:pt x="199644" y="7430"/>
                  <a:pt x="198977" y="12573"/>
                </a:cubicBezTo>
                <a:lnTo>
                  <a:pt x="145256" y="12573"/>
                </a:lnTo>
                <a:lnTo>
                  <a:pt x="132302" y="20574"/>
                </a:lnTo>
                <a:lnTo>
                  <a:pt x="87535" y="20574"/>
                </a:lnTo>
                <a:cubicBezTo>
                  <a:pt x="86392" y="16002"/>
                  <a:pt x="82487" y="12573"/>
                  <a:pt x="77629" y="12573"/>
                </a:cubicBezTo>
                <a:cubicBezTo>
                  <a:pt x="71914" y="12573"/>
                  <a:pt x="67247" y="17240"/>
                  <a:pt x="67247" y="22955"/>
                </a:cubicBezTo>
                <a:close/>
                <a:moveTo>
                  <a:pt x="209169" y="8096"/>
                </a:moveTo>
                <a:cubicBezTo>
                  <a:pt x="212312" y="8096"/>
                  <a:pt x="214789" y="10668"/>
                  <a:pt x="214789" y="13716"/>
                </a:cubicBezTo>
                <a:cubicBezTo>
                  <a:pt x="214789" y="16764"/>
                  <a:pt x="212217" y="19336"/>
                  <a:pt x="209169" y="19336"/>
                </a:cubicBezTo>
                <a:cubicBezTo>
                  <a:pt x="206121" y="19336"/>
                  <a:pt x="203549" y="16764"/>
                  <a:pt x="203549" y="13716"/>
                </a:cubicBezTo>
                <a:cubicBezTo>
                  <a:pt x="203549" y="10668"/>
                  <a:pt x="206121" y="8096"/>
                  <a:pt x="209169" y="8096"/>
                </a:cubicBezTo>
                <a:close/>
                <a:moveTo>
                  <a:pt x="83344" y="22955"/>
                </a:moveTo>
                <a:cubicBezTo>
                  <a:pt x="83344" y="26099"/>
                  <a:pt x="80772" y="28575"/>
                  <a:pt x="77724" y="28575"/>
                </a:cubicBezTo>
                <a:cubicBezTo>
                  <a:pt x="74676" y="28575"/>
                  <a:pt x="72104" y="26003"/>
                  <a:pt x="72104" y="22955"/>
                </a:cubicBezTo>
                <a:cubicBezTo>
                  <a:pt x="72104" y="19907"/>
                  <a:pt x="74676" y="17336"/>
                  <a:pt x="77724" y="17336"/>
                </a:cubicBezTo>
                <a:cubicBezTo>
                  <a:pt x="80772" y="17336"/>
                  <a:pt x="83344" y="19907"/>
                  <a:pt x="83344" y="22955"/>
                </a:cubicBezTo>
                <a:close/>
                <a:moveTo>
                  <a:pt x="636746" y="2158651"/>
                </a:moveTo>
                <a:lnTo>
                  <a:pt x="629412" y="2151602"/>
                </a:lnTo>
                <a:lnTo>
                  <a:pt x="634365" y="2146459"/>
                </a:lnTo>
                <a:lnTo>
                  <a:pt x="641699" y="2153507"/>
                </a:lnTo>
                <a:lnTo>
                  <a:pt x="636746" y="2158651"/>
                </a:lnTo>
                <a:close/>
                <a:moveTo>
                  <a:pt x="604933" y="2097500"/>
                </a:moveTo>
                <a:lnTo>
                  <a:pt x="613505" y="2089976"/>
                </a:lnTo>
                <a:lnTo>
                  <a:pt x="612267" y="2089976"/>
                </a:lnTo>
                <a:lnTo>
                  <a:pt x="612267" y="2085213"/>
                </a:lnTo>
                <a:lnTo>
                  <a:pt x="619411" y="2085213"/>
                </a:lnTo>
                <a:lnTo>
                  <a:pt x="619411" y="2089976"/>
                </a:lnTo>
                <a:lnTo>
                  <a:pt x="619125" y="2089976"/>
                </a:lnTo>
                <a:lnTo>
                  <a:pt x="626936" y="2098929"/>
                </a:lnTo>
                <a:cubicBezTo>
                  <a:pt x="627888" y="2100072"/>
                  <a:pt x="627793" y="2101787"/>
                  <a:pt x="626650" y="2102739"/>
                </a:cubicBezTo>
                <a:lnTo>
                  <a:pt x="616934" y="2111216"/>
                </a:lnTo>
                <a:cubicBezTo>
                  <a:pt x="615791" y="2112169"/>
                  <a:pt x="614077" y="2112074"/>
                  <a:pt x="613124" y="2110931"/>
                </a:cubicBezTo>
                <a:lnTo>
                  <a:pt x="604647" y="2101215"/>
                </a:lnTo>
                <a:cubicBezTo>
                  <a:pt x="603695" y="2100072"/>
                  <a:pt x="603790" y="2098358"/>
                  <a:pt x="604933" y="2097405"/>
                </a:cubicBezTo>
                <a:close/>
                <a:moveTo>
                  <a:pt x="463296" y="181356"/>
                </a:moveTo>
                <a:lnTo>
                  <a:pt x="458534" y="181356"/>
                </a:lnTo>
                <a:lnTo>
                  <a:pt x="458534" y="161639"/>
                </a:lnTo>
                <a:lnTo>
                  <a:pt x="463296" y="161639"/>
                </a:lnTo>
                <a:lnTo>
                  <a:pt x="463296" y="181356"/>
                </a:lnTo>
                <a:close/>
                <a:moveTo>
                  <a:pt x="612172" y="2051495"/>
                </a:moveTo>
                <a:lnTo>
                  <a:pt x="619316" y="2051495"/>
                </a:lnTo>
                <a:lnTo>
                  <a:pt x="619316" y="2059972"/>
                </a:lnTo>
                <a:lnTo>
                  <a:pt x="612172" y="2059972"/>
                </a:lnTo>
                <a:lnTo>
                  <a:pt x="612172" y="2051495"/>
                </a:lnTo>
                <a:close/>
                <a:moveTo>
                  <a:pt x="628174" y="2181320"/>
                </a:moveTo>
                <a:lnTo>
                  <a:pt x="634365" y="2174939"/>
                </a:lnTo>
                <a:lnTo>
                  <a:pt x="637794" y="2178272"/>
                </a:lnTo>
                <a:lnTo>
                  <a:pt x="631603" y="2184654"/>
                </a:lnTo>
                <a:lnTo>
                  <a:pt x="628174" y="2181320"/>
                </a:lnTo>
                <a:close/>
                <a:moveTo>
                  <a:pt x="2836259" y="4865751"/>
                </a:moveTo>
                <a:lnTo>
                  <a:pt x="2835497" y="4480274"/>
                </a:lnTo>
                <a:lnTo>
                  <a:pt x="2792159" y="4430459"/>
                </a:lnTo>
                <a:lnTo>
                  <a:pt x="2700242" y="4430459"/>
                </a:lnTo>
                <a:lnTo>
                  <a:pt x="2687193" y="4448366"/>
                </a:lnTo>
                <a:lnTo>
                  <a:pt x="2613565" y="4448366"/>
                </a:lnTo>
                <a:cubicBezTo>
                  <a:pt x="2611946" y="4444651"/>
                  <a:pt x="2608612" y="4441698"/>
                  <a:pt x="2604421" y="4440746"/>
                </a:cubicBezTo>
                <a:cubicBezTo>
                  <a:pt x="2597277" y="4439031"/>
                  <a:pt x="2590038" y="4443603"/>
                  <a:pt x="2588419" y="4450747"/>
                </a:cubicBezTo>
                <a:cubicBezTo>
                  <a:pt x="2586800" y="4457891"/>
                  <a:pt x="2591276" y="4465130"/>
                  <a:pt x="2598420" y="4466749"/>
                </a:cubicBezTo>
                <a:cubicBezTo>
                  <a:pt x="2599468" y="4467035"/>
                  <a:pt x="2600420" y="4467130"/>
                  <a:pt x="2601468" y="4467130"/>
                </a:cubicBezTo>
                <a:cubicBezTo>
                  <a:pt x="2607088" y="4467130"/>
                  <a:pt x="2612136" y="4463415"/>
                  <a:pt x="2614041" y="4457986"/>
                </a:cubicBezTo>
                <a:lnTo>
                  <a:pt x="2692146" y="4457986"/>
                </a:lnTo>
                <a:lnTo>
                  <a:pt x="2705195" y="4440079"/>
                </a:lnTo>
                <a:lnTo>
                  <a:pt x="2787872" y="4440079"/>
                </a:lnTo>
                <a:lnTo>
                  <a:pt x="2826068" y="4483989"/>
                </a:lnTo>
                <a:lnTo>
                  <a:pt x="2826830" y="4861941"/>
                </a:lnTo>
                <a:lnTo>
                  <a:pt x="2781586" y="4906328"/>
                </a:lnTo>
                <a:lnTo>
                  <a:pt x="2617756" y="4904899"/>
                </a:lnTo>
                <a:lnTo>
                  <a:pt x="2593086" y="4871371"/>
                </a:lnTo>
                <a:lnTo>
                  <a:pt x="2459831" y="4871371"/>
                </a:lnTo>
                <a:cubicBezTo>
                  <a:pt x="2458403" y="4867847"/>
                  <a:pt x="2454974" y="4865275"/>
                  <a:pt x="2450973" y="4865275"/>
                </a:cubicBezTo>
                <a:lnTo>
                  <a:pt x="2428780" y="4865275"/>
                </a:lnTo>
                <a:cubicBezTo>
                  <a:pt x="2423446" y="4865275"/>
                  <a:pt x="2419160" y="4869561"/>
                  <a:pt x="2419160" y="4874895"/>
                </a:cubicBezTo>
                <a:lnTo>
                  <a:pt x="2419160" y="4878229"/>
                </a:lnTo>
                <a:cubicBezTo>
                  <a:pt x="2419160" y="4883563"/>
                  <a:pt x="2423446" y="4887849"/>
                  <a:pt x="2428780" y="4887849"/>
                </a:cubicBezTo>
                <a:lnTo>
                  <a:pt x="2450973" y="4887849"/>
                </a:lnTo>
                <a:cubicBezTo>
                  <a:pt x="2455355" y="4887849"/>
                  <a:pt x="2458879" y="4884897"/>
                  <a:pt x="2460022" y="4880896"/>
                </a:cubicBezTo>
                <a:lnTo>
                  <a:pt x="2588228" y="4880896"/>
                </a:lnTo>
                <a:lnTo>
                  <a:pt x="2612898" y="4914424"/>
                </a:lnTo>
                <a:lnTo>
                  <a:pt x="2785396" y="4915948"/>
                </a:lnTo>
                <a:lnTo>
                  <a:pt x="2836259" y="4865942"/>
                </a:lnTo>
                <a:close/>
                <a:moveTo>
                  <a:pt x="2609755" y="4455700"/>
                </a:moveTo>
                <a:cubicBezTo>
                  <a:pt x="2608707" y="4460367"/>
                  <a:pt x="2604040" y="4463225"/>
                  <a:pt x="2599468" y="4462177"/>
                </a:cubicBezTo>
                <a:cubicBezTo>
                  <a:pt x="2594896" y="4461129"/>
                  <a:pt x="2591943" y="4456462"/>
                  <a:pt x="2593086" y="4451890"/>
                </a:cubicBezTo>
                <a:cubicBezTo>
                  <a:pt x="2594038" y="4447889"/>
                  <a:pt x="2597563" y="4445222"/>
                  <a:pt x="2601468" y="4445222"/>
                </a:cubicBezTo>
                <a:cubicBezTo>
                  <a:pt x="2602135" y="4445222"/>
                  <a:pt x="2602802" y="4445222"/>
                  <a:pt x="2603373" y="4445413"/>
                </a:cubicBezTo>
                <a:cubicBezTo>
                  <a:pt x="2607945" y="4446461"/>
                  <a:pt x="2610898" y="4451128"/>
                  <a:pt x="2609755" y="4455700"/>
                </a:cubicBezTo>
                <a:close/>
                <a:moveTo>
                  <a:pt x="2429447" y="4882896"/>
                </a:moveTo>
                <a:lnTo>
                  <a:pt x="2428780" y="4882896"/>
                </a:lnTo>
                <a:cubicBezTo>
                  <a:pt x="2426113" y="4882896"/>
                  <a:pt x="2423922" y="4880706"/>
                  <a:pt x="2423922" y="4878038"/>
                </a:cubicBezTo>
                <a:lnTo>
                  <a:pt x="2423922" y="4874705"/>
                </a:lnTo>
                <a:cubicBezTo>
                  <a:pt x="2423922" y="4872038"/>
                  <a:pt x="2426113" y="4869847"/>
                  <a:pt x="2428780" y="4869847"/>
                </a:cubicBezTo>
                <a:lnTo>
                  <a:pt x="2429447" y="4869847"/>
                </a:lnTo>
                <a:lnTo>
                  <a:pt x="2429447" y="4882801"/>
                </a:lnTo>
                <a:close/>
                <a:moveTo>
                  <a:pt x="2446401" y="4882896"/>
                </a:moveTo>
                <a:lnTo>
                  <a:pt x="2434400" y="4882896"/>
                </a:lnTo>
                <a:lnTo>
                  <a:pt x="2434400" y="4869942"/>
                </a:lnTo>
                <a:lnTo>
                  <a:pt x="2446401" y="4869942"/>
                </a:lnTo>
                <a:lnTo>
                  <a:pt x="2446401" y="4882896"/>
                </a:lnTo>
                <a:close/>
                <a:moveTo>
                  <a:pt x="2455736" y="4878038"/>
                </a:moveTo>
                <a:cubicBezTo>
                  <a:pt x="2455736" y="4880324"/>
                  <a:pt x="2454117" y="4882229"/>
                  <a:pt x="2451926" y="4882706"/>
                </a:cubicBezTo>
                <a:lnTo>
                  <a:pt x="2451926" y="4870133"/>
                </a:lnTo>
                <a:cubicBezTo>
                  <a:pt x="2454117" y="4870609"/>
                  <a:pt x="2455736" y="4872419"/>
                  <a:pt x="2455736" y="4874800"/>
                </a:cubicBezTo>
                <a:lnTo>
                  <a:pt x="2455736" y="4878134"/>
                </a:lnTo>
                <a:close/>
                <a:moveTo>
                  <a:pt x="458534" y="43339"/>
                </a:moveTo>
                <a:lnTo>
                  <a:pt x="463296" y="43339"/>
                </a:lnTo>
                <a:lnTo>
                  <a:pt x="463296" y="63056"/>
                </a:lnTo>
                <a:lnTo>
                  <a:pt x="458534" y="63056"/>
                </a:lnTo>
                <a:lnTo>
                  <a:pt x="458534" y="43339"/>
                </a:lnTo>
                <a:close/>
                <a:moveTo>
                  <a:pt x="463296" y="141923"/>
                </a:moveTo>
                <a:lnTo>
                  <a:pt x="458534" y="141923"/>
                </a:lnTo>
                <a:lnTo>
                  <a:pt x="458534" y="122206"/>
                </a:lnTo>
                <a:lnTo>
                  <a:pt x="463296" y="122206"/>
                </a:lnTo>
                <a:lnTo>
                  <a:pt x="463296" y="141923"/>
                </a:lnTo>
                <a:close/>
                <a:moveTo>
                  <a:pt x="463296" y="220885"/>
                </a:moveTo>
                <a:lnTo>
                  <a:pt x="458534" y="220885"/>
                </a:lnTo>
                <a:lnTo>
                  <a:pt x="458534" y="201168"/>
                </a:lnTo>
                <a:lnTo>
                  <a:pt x="463296" y="201168"/>
                </a:lnTo>
                <a:lnTo>
                  <a:pt x="463296" y="220885"/>
                </a:lnTo>
                <a:close/>
                <a:moveTo>
                  <a:pt x="621983" y="2187797"/>
                </a:moveTo>
                <a:lnTo>
                  <a:pt x="625412" y="2191131"/>
                </a:lnTo>
                <a:lnTo>
                  <a:pt x="619220" y="2197513"/>
                </a:lnTo>
                <a:lnTo>
                  <a:pt x="615791" y="2194179"/>
                </a:lnTo>
                <a:lnTo>
                  <a:pt x="621983" y="2187797"/>
                </a:lnTo>
                <a:close/>
                <a:moveTo>
                  <a:pt x="2309241" y="4965764"/>
                </a:moveTo>
                <a:cubicBezTo>
                  <a:pt x="2309241" y="4968335"/>
                  <a:pt x="2310289" y="4970717"/>
                  <a:pt x="2312099" y="4972526"/>
                </a:cubicBezTo>
                <a:cubicBezTo>
                  <a:pt x="2313908" y="4974336"/>
                  <a:pt x="2316290" y="4975289"/>
                  <a:pt x="2318861" y="4975289"/>
                </a:cubicBezTo>
                <a:lnTo>
                  <a:pt x="2341055" y="4975289"/>
                </a:lnTo>
                <a:cubicBezTo>
                  <a:pt x="2344960" y="4975289"/>
                  <a:pt x="2348389" y="4972812"/>
                  <a:pt x="2349818" y="4969478"/>
                </a:cubicBezTo>
                <a:lnTo>
                  <a:pt x="2364677" y="4987767"/>
                </a:lnTo>
                <a:lnTo>
                  <a:pt x="2446306" y="4987576"/>
                </a:lnTo>
                <a:lnTo>
                  <a:pt x="2446782" y="4987576"/>
                </a:lnTo>
                <a:lnTo>
                  <a:pt x="2468213" y="4964906"/>
                </a:lnTo>
                <a:lnTo>
                  <a:pt x="2551176" y="4964716"/>
                </a:lnTo>
                <a:cubicBezTo>
                  <a:pt x="2551367" y="4965478"/>
                  <a:pt x="2551748" y="4966145"/>
                  <a:pt x="2552319" y="4966716"/>
                </a:cubicBezTo>
                <a:lnTo>
                  <a:pt x="2562797" y="4977194"/>
                </a:lnTo>
                <a:cubicBezTo>
                  <a:pt x="2564606" y="4979003"/>
                  <a:pt x="2567464" y="4979003"/>
                  <a:pt x="2569178" y="4977194"/>
                </a:cubicBezTo>
                <a:lnTo>
                  <a:pt x="2579656" y="4966716"/>
                </a:lnTo>
                <a:cubicBezTo>
                  <a:pt x="2581466" y="4964906"/>
                  <a:pt x="2581466" y="4962049"/>
                  <a:pt x="2579656" y="4960239"/>
                </a:cubicBezTo>
                <a:lnTo>
                  <a:pt x="2569178" y="4949762"/>
                </a:lnTo>
                <a:cubicBezTo>
                  <a:pt x="2567369" y="4947952"/>
                  <a:pt x="2564511" y="4947952"/>
                  <a:pt x="2562797" y="4949762"/>
                </a:cubicBezTo>
                <a:lnTo>
                  <a:pt x="2552319" y="4960239"/>
                </a:lnTo>
                <a:cubicBezTo>
                  <a:pt x="2551748" y="4960811"/>
                  <a:pt x="2551462" y="4961573"/>
                  <a:pt x="2551176" y="4962240"/>
                </a:cubicBezTo>
                <a:lnTo>
                  <a:pt x="2467642" y="4962430"/>
                </a:lnTo>
                <a:lnTo>
                  <a:pt x="2467166" y="4962430"/>
                </a:lnTo>
                <a:lnTo>
                  <a:pt x="2445734" y="4985099"/>
                </a:lnTo>
                <a:lnTo>
                  <a:pt x="2365724" y="4985290"/>
                </a:lnTo>
                <a:lnTo>
                  <a:pt x="2350389" y="4966431"/>
                </a:lnTo>
                <a:cubicBezTo>
                  <a:pt x="2350389" y="4966431"/>
                  <a:pt x="2350580" y="4965859"/>
                  <a:pt x="2350580" y="4965573"/>
                </a:cubicBezTo>
                <a:lnTo>
                  <a:pt x="2350580" y="4962240"/>
                </a:lnTo>
                <a:cubicBezTo>
                  <a:pt x="2350580" y="4957000"/>
                  <a:pt x="2346198" y="4952619"/>
                  <a:pt x="2340959" y="4952619"/>
                </a:cubicBezTo>
                <a:lnTo>
                  <a:pt x="2318766" y="4952619"/>
                </a:lnTo>
                <a:cubicBezTo>
                  <a:pt x="2316194" y="4952619"/>
                  <a:pt x="2313813" y="4953667"/>
                  <a:pt x="2312003" y="4955477"/>
                </a:cubicBezTo>
                <a:cubicBezTo>
                  <a:pt x="2311813" y="4955667"/>
                  <a:pt x="2311718" y="4955953"/>
                  <a:pt x="2311527" y="4956144"/>
                </a:cubicBezTo>
                <a:lnTo>
                  <a:pt x="2293430" y="4941856"/>
                </a:lnTo>
                <a:lnTo>
                  <a:pt x="2198084" y="4941856"/>
                </a:lnTo>
                <a:lnTo>
                  <a:pt x="2177320" y="4962620"/>
                </a:lnTo>
                <a:lnTo>
                  <a:pt x="2148840" y="4962620"/>
                </a:lnTo>
                <a:cubicBezTo>
                  <a:pt x="2148840" y="4962620"/>
                  <a:pt x="2148840" y="4962049"/>
                  <a:pt x="2148840" y="4961858"/>
                </a:cubicBezTo>
                <a:cubicBezTo>
                  <a:pt x="2148459" y="4958525"/>
                  <a:pt x="2146745" y="4955477"/>
                  <a:pt x="2144078" y="4953476"/>
                </a:cubicBezTo>
                <a:cubicBezTo>
                  <a:pt x="2141411" y="4951381"/>
                  <a:pt x="2138077" y="4950524"/>
                  <a:pt x="2134743" y="4950905"/>
                </a:cubicBezTo>
                <a:cubicBezTo>
                  <a:pt x="2131409" y="4951286"/>
                  <a:pt x="2128457" y="4953000"/>
                  <a:pt x="2126361" y="4955667"/>
                </a:cubicBezTo>
                <a:cubicBezTo>
                  <a:pt x="2124266" y="4958334"/>
                  <a:pt x="2123408" y="4961668"/>
                  <a:pt x="2123789" y="4965002"/>
                </a:cubicBezTo>
                <a:cubicBezTo>
                  <a:pt x="2124266" y="4968335"/>
                  <a:pt x="2125885" y="4971288"/>
                  <a:pt x="2128647" y="4973384"/>
                </a:cubicBezTo>
                <a:cubicBezTo>
                  <a:pt x="2130838" y="4975098"/>
                  <a:pt x="2133600" y="4976050"/>
                  <a:pt x="2136362" y="4976050"/>
                </a:cubicBezTo>
                <a:cubicBezTo>
                  <a:pt x="2136934" y="4976050"/>
                  <a:pt x="2137410" y="4976050"/>
                  <a:pt x="2137982" y="4975956"/>
                </a:cubicBezTo>
                <a:cubicBezTo>
                  <a:pt x="2141315" y="4975479"/>
                  <a:pt x="2144268" y="4973860"/>
                  <a:pt x="2146364" y="4971193"/>
                </a:cubicBezTo>
                <a:cubicBezTo>
                  <a:pt x="2147221" y="4970050"/>
                  <a:pt x="2147792" y="4968717"/>
                  <a:pt x="2148269" y="4967383"/>
                </a:cubicBezTo>
                <a:lnTo>
                  <a:pt x="2179320" y="4967383"/>
                </a:lnTo>
                <a:lnTo>
                  <a:pt x="2200085" y="4946619"/>
                </a:lnTo>
                <a:lnTo>
                  <a:pt x="2291810" y="4946619"/>
                </a:lnTo>
                <a:lnTo>
                  <a:pt x="2309527" y="4960620"/>
                </a:lnTo>
                <a:cubicBezTo>
                  <a:pt x="2309432" y="4961192"/>
                  <a:pt x="2309241" y="4961668"/>
                  <a:pt x="2309241" y="4962240"/>
                </a:cubicBezTo>
                <a:lnTo>
                  <a:pt x="2309241" y="4965573"/>
                </a:lnTo>
                <a:close/>
                <a:moveTo>
                  <a:pt x="2345912" y="4962430"/>
                </a:moveTo>
                <a:lnTo>
                  <a:pt x="2345912" y="4965764"/>
                </a:lnTo>
                <a:cubicBezTo>
                  <a:pt x="2345912" y="4968050"/>
                  <a:pt x="2344293" y="4969955"/>
                  <a:pt x="2342102" y="4970431"/>
                </a:cubicBezTo>
                <a:lnTo>
                  <a:pt x="2342102" y="4957858"/>
                </a:lnTo>
                <a:cubicBezTo>
                  <a:pt x="2344293" y="4958334"/>
                  <a:pt x="2345912" y="4960144"/>
                  <a:pt x="2345912" y="4962525"/>
                </a:cubicBezTo>
                <a:close/>
                <a:moveTo>
                  <a:pt x="2336483" y="4957572"/>
                </a:moveTo>
                <a:lnTo>
                  <a:pt x="2336483" y="4970622"/>
                </a:lnTo>
                <a:cubicBezTo>
                  <a:pt x="2336483" y="4970622"/>
                  <a:pt x="2324481" y="4970622"/>
                  <a:pt x="2324481" y="4970622"/>
                </a:cubicBezTo>
                <a:lnTo>
                  <a:pt x="2324481" y="4957667"/>
                </a:lnTo>
                <a:cubicBezTo>
                  <a:pt x="2324481" y="4957667"/>
                  <a:pt x="2336483" y="4957667"/>
                  <a:pt x="2336483" y="4957667"/>
                </a:cubicBezTo>
                <a:close/>
                <a:moveTo>
                  <a:pt x="2315432" y="4959001"/>
                </a:moveTo>
                <a:cubicBezTo>
                  <a:pt x="2316385" y="4958049"/>
                  <a:pt x="2317528" y="4957572"/>
                  <a:pt x="2318861" y="4957572"/>
                </a:cubicBezTo>
                <a:lnTo>
                  <a:pt x="2319528" y="4957572"/>
                </a:lnTo>
                <a:cubicBezTo>
                  <a:pt x="2319528" y="4957572"/>
                  <a:pt x="2319528" y="4970526"/>
                  <a:pt x="2319528" y="4970526"/>
                </a:cubicBezTo>
                <a:lnTo>
                  <a:pt x="2318861" y="4970526"/>
                </a:lnTo>
                <a:cubicBezTo>
                  <a:pt x="2318861" y="4970526"/>
                  <a:pt x="2318861" y="4970526"/>
                  <a:pt x="2318861" y="4970526"/>
                </a:cubicBezTo>
                <a:cubicBezTo>
                  <a:pt x="2317528" y="4970526"/>
                  <a:pt x="2316385" y="4970050"/>
                  <a:pt x="2315432" y="4969097"/>
                </a:cubicBezTo>
                <a:cubicBezTo>
                  <a:pt x="2314480" y="4968145"/>
                  <a:pt x="2314004" y="4967002"/>
                  <a:pt x="2314004" y="4965669"/>
                </a:cubicBezTo>
                <a:lnTo>
                  <a:pt x="2314004" y="4962334"/>
                </a:lnTo>
                <a:cubicBezTo>
                  <a:pt x="2314004" y="4961001"/>
                  <a:pt x="2314480" y="4959858"/>
                  <a:pt x="2315432" y="4958906"/>
                </a:cubicBezTo>
                <a:close/>
                <a:moveTo>
                  <a:pt x="2144173" y="4962620"/>
                </a:moveTo>
                <a:cubicBezTo>
                  <a:pt x="2144459" y="4964716"/>
                  <a:pt x="2143887" y="4966812"/>
                  <a:pt x="2142554" y="4968431"/>
                </a:cubicBezTo>
                <a:cubicBezTo>
                  <a:pt x="2141220" y="4970050"/>
                  <a:pt x="2139410" y="4971193"/>
                  <a:pt x="2137315" y="4971383"/>
                </a:cubicBezTo>
                <a:cubicBezTo>
                  <a:pt x="2135219" y="4971669"/>
                  <a:pt x="2133219" y="4971098"/>
                  <a:pt x="2131505" y="4969764"/>
                </a:cubicBezTo>
                <a:cubicBezTo>
                  <a:pt x="2129885" y="4968526"/>
                  <a:pt x="2128742" y="4966621"/>
                  <a:pt x="2128457" y="4964526"/>
                </a:cubicBezTo>
                <a:cubicBezTo>
                  <a:pt x="2128171" y="4962430"/>
                  <a:pt x="2128742" y="4960335"/>
                  <a:pt x="2130076" y="4958716"/>
                </a:cubicBezTo>
                <a:cubicBezTo>
                  <a:pt x="2131409" y="4957096"/>
                  <a:pt x="2133219" y="4955953"/>
                  <a:pt x="2135315" y="4955763"/>
                </a:cubicBezTo>
                <a:cubicBezTo>
                  <a:pt x="2135696" y="4955763"/>
                  <a:pt x="2135981" y="4955763"/>
                  <a:pt x="2136362" y="4955763"/>
                </a:cubicBezTo>
                <a:cubicBezTo>
                  <a:pt x="2138077" y="4955763"/>
                  <a:pt x="2139791" y="4956334"/>
                  <a:pt x="2141125" y="4957382"/>
                </a:cubicBezTo>
                <a:cubicBezTo>
                  <a:pt x="2142744" y="4958620"/>
                  <a:pt x="2143887" y="4960525"/>
                  <a:pt x="2144078" y="4962620"/>
                </a:cubicBezTo>
                <a:lnTo>
                  <a:pt x="2144078" y="4962620"/>
                </a:lnTo>
                <a:close/>
                <a:moveTo>
                  <a:pt x="2350580" y="4917281"/>
                </a:moveTo>
                <a:cubicBezTo>
                  <a:pt x="2350580" y="4914709"/>
                  <a:pt x="2349532" y="4912328"/>
                  <a:pt x="2347722" y="4910519"/>
                </a:cubicBezTo>
                <a:cubicBezTo>
                  <a:pt x="2345912" y="4908709"/>
                  <a:pt x="2343531" y="4907756"/>
                  <a:pt x="2340959" y="4907756"/>
                </a:cubicBezTo>
                <a:lnTo>
                  <a:pt x="2318766" y="4907756"/>
                </a:lnTo>
                <a:cubicBezTo>
                  <a:pt x="2316385" y="4907756"/>
                  <a:pt x="2314289" y="4908804"/>
                  <a:pt x="2312575" y="4910233"/>
                </a:cubicBezTo>
                <a:lnTo>
                  <a:pt x="2282190" y="4888992"/>
                </a:lnTo>
                <a:lnTo>
                  <a:pt x="2153412" y="4888992"/>
                </a:lnTo>
                <a:lnTo>
                  <a:pt x="2127409" y="4912614"/>
                </a:lnTo>
                <a:cubicBezTo>
                  <a:pt x="2126742" y="4912328"/>
                  <a:pt x="2126075" y="4912233"/>
                  <a:pt x="2125313" y="4912233"/>
                </a:cubicBezTo>
                <a:lnTo>
                  <a:pt x="2113883" y="4912233"/>
                </a:lnTo>
                <a:cubicBezTo>
                  <a:pt x="2110645" y="4912233"/>
                  <a:pt x="2107978" y="4914900"/>
                  <a:pt x="2107978" y="4918139"/>
                </a:cubicBezTo>
                <a:lnTo>
                  <a:pt x="2107978" y="4929569"/>
                </a:lnTo>
                <a:cubicBezTo>
                  <a:pt x="2107978" y="4932807"/>
                  <a:pt x="2110645" y="4935474"/>
                  <a:pt x="2113883" y="4935474"/>
                </a:cubicBezTo>
                <a:lnTo>
                  <a:pt x="2125313" y="4935474"/>
                </a:lnTo>
                <a:cubicBezTo>
                  <a:pt x="2128552" y="4935474"/>
                  <a:pt x="2131219" y="4932807"/>
                  <a:pt x="2131219" y="4929569"/>
                </a:cubicBezTo>
                <a:lnTo>
                  <a:pt x="2131219" y="4918139"/>
                </a:lnTo>
                <a:cubicBezTo>
                  <a:pt x="2131219" y="4917377"/>
                  <a:pt x="2131028" y="4916615"/>
                  <a:pt x="2130743" y="4915948"/>
                </a:cubicBezTo>
                <a:lnTo>
                  <a:pt x="2155222" y="4893755"/>
                </a:lnTo>
                <a:lnTo>
                  <a:pt x="2280571" y="4893755"/>
                </a:lnTo>
                <a:lnTo>
                  <a:pt x="2309622" y="4914138"/>
                </a:lnTo>
                <a:cubicBezTo>
                  <a:pt x="2309241" y="4915186"/>
                  <a:pt x="2308955" y="4916329"/>
                  <a:pt x="2308955" y="4917472"/>
                </a:cubicBezTo>
                <a:lnTo>
                  <a:pt x="2308955" y="4920806"/>
                </a:lnTo>
                <a:cubicBezTo>
                  <a:pt x="2308955" y="4923378"/>
                  <a:pt x="2310003" y="4925759"/>
                  <a:pt x="2311813" y="4927569"/>
                </a:cubicBezTo>
                <a:cubicBezTo>
                  <a:pt x="2313623" y="4929378"/>
                  <a:pt x="2316004" y="4930331"/>
                  <a:pt x="2318576" y="4930331"/>
                </a:cubicBezTo>
                <a:lnTo>
                  <a:pt x="2340769" y="4930331"/>
                </a:lnTo>
                <a:cubicBezTo>
                  <a:pt x="2344674" y="4930331"/>
                  <a:pt x="2348103" y="4927854"/>
                  <a:pt x="2349532" y="4924520"/>
                </a:cubicBezTo>
                <a:lnTo>
                  <a:pt x="2364391" y="4942808"/>
                </a:lnTo>
                <a:lnTo>
                  <a:pt x="2446020" y="4942618"/>
                </a:lnTo>
                <a:lnTo>
                  <a:pt x="2446496" y="4942618"/>
                </a:lnTo>
                <a:lnTo>
                  <a:pt x="2467928" y="4919949"/>
                </a:lnTo>
                <a:lnTo>
                  <a:pt x="2550890" y="4919949"/>
                </a:lnTo>
                <a:cubicBezTo>
                  <a:pt x="2551081" y="4920520"/>
                  <a:pt x="2551462" y="4921282"/>
                  <a:pt x="2552034" y="4921853"/>
                </a:cubicBezTo>
                <a:lnTo>
                  <a:pt x="2562511" y="4932331"/>
                </a:lnTo>
                <a:cubicBezTo>
                  <a:pt x="2564321" y="4934141"/>
                  <a:pt x="2567178" y="4934141"/>
                  <a:pt x="2568893" y="4932331"/>
                </a:cubicBezTo>
                <a:lnTo>
                  <a:pt x="2579370" y="4921853"/>
                </a:lnTo>
                <a:cubicBezTo>
                  <a:pt x="2581180" y="4920044"/>
                  <a:pt x="2581180" y="4917186"/>
                  <a:pt x="2579370" y="4915472"/>
                </a:cubicBezTo>
                <a:lnTo>
                  <a:pt x="2568893" y="4904994"/>
                </a:lnTo>
                <a:cubicBezTo>
                  <a:pt x="2567083" y="4903185"/>
                  <a:pt x="2564225" y="4903185"/>
                  <a:pt x="2562511" y="4904994"/>
                </a:cubicBezTo>
                <a:lnTo>
                  <a:pt x="2552034" y="4915472"/>
                </a:lnTo>
                <a:cubicBezTo>
                  <a:pt x="2551462" y="4916043"/>
                  <a:pt x="2551176" y="4916805"/>
                  <a:pt x="2550890" y="4917472"/>
                </a:cubicBezTo>
                <a:lnTo>
                  <a:pt x="2466880" y="4917472"/>
                </a:lnTo>
                <a:cubicBezTo>
                  <a:pt x="2466880" y="4917472"/>
                  <a:pt x="2445449" y="4940237"/>
                  <a:pt x="2445449" y="4940237"/>
                </a:cubicBezTo>
                <a:lnTo>
                  <a:pt x="2365439" y="4940427"/>
                </a:lnTo>
                <a:lnTo>
                  <a:pt x="2350103" y="4921568"/>
                </a:lnTo>
                <a:cubicBezTo>
                  <a:pt x="2350103" y="4921568"/>
                  <a:pt x="2350294" y="4920996"/>
                  <a:pt x="2350294" y="4920710"/>
                </a:cubicBezTo>
                <a:lnTo>
                  <a:pt x="2350294" y="4917377"/>
                </a:lnTo>
                <a:close/>
                <a:moveTo>
                  <a:pt x="2126552" y="4929569"/>
                </a:moveTo>
                <a:cubicBezTo>
                  <a:pt x="2126552" y="4930235"/>
                  <a:pt x="2125980" y="4930712"/>
                  <a:pt x="2125409" y="4930712"/>
                </a:cubicBezTo>
                <a:lnTo>
                  <a:pt x="2113979" y="4930712"/>
                </a:lnTo>
                <a:cubicBezTo>
                  <a:pt x="2113312" y="4930712"/>
                  <a:pt x="2112836" y="4930141"/>
                  <a:pt x="2112836" y="4929569"/>
                </a:cubicBezTo>
                <a:lnTo>
                  <a:pt x="2112836" y="4918139"/>
                </a:lnTo>
                <a:cubicBezTo>
                  <a:pt x="2112836" y="4917472"/>
                  <a:pt x="2113407" y="4916996"/>
                  <a:pt x="2113979" y="4916996"/>
                </a:cubicBezTo>
                <a:lnTo>
                  <a:pt x="2125409" y="4916996"/>
                </a:lnTo>
                <a:cubicBezTo>
                  <a:pt x="2126075" y="4916996"/>
                  <a:pt x="2126552" y="4917567"/>
                  <a:pt x="2126552" y="4918139"/>
                </a:cubicBezTo>
                <a:lnTo>
                  <a:pt x="2126552" y="4929569"/>
                </a:lnTo>
                <a:close/>
                <a:moveTo>
                  <a:pt x="2318766" y="4925473"/>
                </a:moveTo>
                <a:lnTo>
                  <a:pt x="2318766" y="4925473"/>
                </a:lnTo>
                <a:cubicBezTo>
                  <a:pt x="2317433" y="4925473"/>
                  <a:pt x="2316290" y="4924997"/>
                  <a:pt x="2315337" y="4924044"/>
                </a:cubicBezTo>
                <a:cubicBezTo>
                  <a:pt x="2314385" y="4923092"/>
                  <a:pt x="2313908" y="4921949"/>
                  <a:pt x="2313908" y="4920616"/>
                </a:cubicBezTo>
                <a:lnTo>
                  <a:pt x="2313908" y="4917281"/>
                </a:lnTo>
                <a:cubicBezTo>
                  <a:pt x="2313908" y="4914615"/>
                  <a:pt x="2316099" y="4912424"/>
                  <a:pt x="2318766" y="4912424"/>
                </a:cubicBezTo>
                <a:lnTo>
                  <a:pt x="2319433" y="4912424"/>
                </a:lnTo>
                <a:cubicBezTo>
                  <a:pt x="2319433" y="4912424"/>
                  <a:pt x="2319433" y="4925378"/>
                  <a:pt x="2319433" y="4925378"/>
                </a:cubicBezTo>
                <a:lnTo>
                  <a:pt x="2318766" y="4925378"/>
                </a:lnTo>
                <a:close/>
                <a:moveTo>
                  <a:pt x="2324386" y="4925473"/>
                </a:moveTo>
                <a:lnTo>
                  <a:pt x="2324386" y="4912519"/>
                </a:lnTo>
                <a:cubicBezTo>
                  <a:pt x="2324386" y="4912519"/>
                  <a:pt x="2336387" y="4912519"/>
                  <a:pt x="2336387" y="4912519"/>
                </a:cubicBezTo>
                <a:lnTo>
                  <a:pt x="2336387" y="4925473"/>
                </a:lnTo>
                <a:cubicBezTo>
                  <a:pt x="2336387" y="4925473"/>
                  <a:pt x="2324386" y="4925473"/>
                  <a:pt x="2324386" y="4925473"/>
                </a:cubicBezTo>
                <a:close/>
                <a:moveTo>
                  <a:pt x="2342007" y="4925283"/>
                </a:moveTo>
                <a:lnTo>
                  <a:pt x="2342007" y="4912710"/>
                </a:lnTo>
                <a:cubicBezTo>
                  <a:pt x="2342864" y="4912900"/>
                  <a:pt x="2343722" y="4913281"/>
                  <a:pt x="2344388" y="4913948"/>
                </a:cubicBezTo>
                <a:cubicBezTo>
                  <a:pt x="2345341" y="4914900"/>
                  <a:pt x="2345817" y="4916043"/>
                  <a:pt x="2345817" y="4917377"/>
                </a:cubicBezTo>
                <a:lnTo>
                  <a:pt x="2345817" y="4920710"/>
                </a:lnTo>
                <a:cubicBezTo>
                  <a:pt x="2345817" y="4922997"/>
                  <a:pt x="2344198" y="4924901"/>
                  <a:pt x="2342007" y="4925378"/>
                </a:cubicBezTo>
                <a:close/>
                <a:moveTo>
                  <a:pt x="289084" y="203645"/>
                </a:moveTo>
                <a:lnTo>
                  <a:pt x="292799" y="206693"/>
                </a:lnTo>
                <a:lnTo>
                  <a:pt x="280035" y="222409"/>
                </a:lnTo>
                <a:lnTo>
                  <a:pt x="276320" y="219361"/>
                </a:lnTo>
                <a:lnTo>
                  <a:pt x="289084" y="203645"/>
                </a:lnTo>
                <a:close/>
                <a:moveTo>
                  <a:pt x="431768" y="206693"/>
                </a:moveTo>
                <a:cubicBezTo>
                  <a:pt x="431768" y="206693"/>
                  <a:pt x="432245" y="205740"/>
                  <a:pt x="432245" y="205264"/>
                </a:cubicBezTo>
                <a:lnTo>
                  <a:pt x="432245" y="95"/>
                </a:lnTo>
                <a:lnTo>
                  <a:pt x="427482" y="95"/>
                </a:lnTo>
                <a:lnTo>
                  <a:pt x="427482" y="204407"/>
                </a:lnTo>
                <a:lnTo>
                  <a:pt x="414623" y="221170"/>
                </a:lnTo>
                <a:cubicBezTo>
                  <a:pt x="414623" y="221170"/>
                  <a:pt x="414147" y="222123"/>
                  <a:pt x="414147" y="222599"/>
                </a:cubicBezTo>
                <a:lnTo>
                  <a:pt x="414147" y="236411"/>
                </a:lnTo>
                <a:lnTo>
                  <a:pt x="409385" y="236411"/>
                </a:lnTo>
                <a:cubicBezTo>
                  <a:pt x="405670" y="236411"/>
                  <a:pt x="402527" y="239458"/>
                  <a:pt x="402527" y="243269"/>
                </a:cubicBezTo>
                <a:lnTo>
                  <a:pt x="402527" y="255937"/>
                </a:lnTo>
                <a:cubicBezTo>
                  <a:pt x="402527" y="259652"/>
                  <a:pt x="405575" y="262795"/>
                  <a:pt x="409385" y="262795"/>
                </a:cubicBezTo>
                <a:lnTo>
                  <a:pt x="422053" y="262795"/>
                </a:lnTo>
                <a:cubicBezTo>
                  <a:pt x="423005" y="262795"/>
                  <a:pt x="423863" y="262604"/>
                  <a:pt x="424720" y="262223"/>
                </a:cubicBezTo>
                <a:lnTo>
                  <a:pt x="567690" y="427673"/>
                </a:lnTo>
                <a:lnTo>
                  <a:pt x="567690" y="486632"/>
                </a:lnTo>
                <a:lnTo>
                  <a:pt x="565023" y="486632"/>
                </a:lnTo>
                <a:cubicBezTo>
                  <a:pt x="559022" y="486632"/>
                  <a:pt x="554069" y="491014"/>
                  <a:pt x="554069" y="496348"/>
                </a:cubicBezTo>
                <a:lnTo>
                  <a:pt x="554069" y="535210"/>
                </a:lnTo>
                <a:cubicBezTo>
                  <a:pt x="554069" y="540544"/>
                  <a:pt x="559022" y="544925"/>
                  <a:pt x="565023" y="544925"/>
                </a:cubicBezTo>
                <a:lnTo>
                  <a:pt x="575120" y="544925"/>
                </a:lnTo>
                <a:cubicBezTo>
                  <a:pt x="581120" y="544925"/>
                  <a:pt x="586073" y="540544"/>
                  <a:pt x="586073" y="535210"/>
                </a:cubicBezTo>
                <a:lnTo>
                  <a:pt x="586073" y="496348"/>
                </a:lnTo>
                <a:cubicBezTo>
                  <a:pt x="586073" y="491014"/>
                  <a:pt x="581120" y="486632"/>
                  <a:pt x="575120" y="486632"/>
                </a:cubicBezTo>
                <a:lnTo>
                  <a:pt x="572453" y="486632"/>
                </a:lnTo>
                <a:lnTo>
                  <a:pt x="572453" y="425863"/>
                </a:lnTo>
                <a:lnTo>
                  <a:pt x="428149" y="258890"/>
                </a:lnTo>
                <a:cubicBezTo>
                  <a:pt x="428625" y="257937"/>
                  <a:pt x="428911" y="256985"/>
                  <a:pt x="428911" y="255937"/>
                </a:cubicBezTo>
                <a:lnTo>
                  <a:pt x="428911" y="243269"/>
                </a:lnTo>
                <a:cubicBezTo>
                  <a:pt x="428911" y="239554"/>
                  <a:pt x="425863" y="236411"/>
                  <a:pt x="422053" y="236411"/>
                </a:cubicBezTo>
                <a:lnTo>
                  <a:pt x="418910" y="236411"/>
                </a:lnTo>
                <a:lnTo>
                  <a:pt x="418910" y="223361"/>
                </a:lnTo>
                <a:lnTo>
                  <a:pt x="431768" y="206597"/>
                </a:lnTo>
                <a:close/>
                <a:moveTo>
                  <a:pt x="580930" y="535210"/>
                </a:moveTo>
                <a:cubicBezTo>
                  <a:pt x="580930" y="538067"/>
                  <a:pt x="578263" y="540449"/>
                  <a:pt x="575024" y="540449"/>
                </a:cubicBezTo>
                <a:lnTo>
                  <a:pt x="564928" y="540449"/>
                </a:lnTo>
                <a:cubicBezTo>
                  <a:pt x="561689" y="540449"/>
                  <a:pt x="559022" y="538067"/>
                  <a:pt x="559022" y="535210"/>
                </a:cubicBezTo>
                <a:lnTo>
                  <a:pt x="559022" y="526923"/>
                </a:lnTo>
                <a:lnTo>
                  <a:pt x="580835" y="526923"/>
                </a:lnTo>
                <a:lnTo>
                  <a:pt x="580835" y="535210"/>
                </a:lnTo>
                <a:close/>
                <a:moveTo>
                  <a:pt x="575024" y="491014"/>
                </a:moveTo>
                <a:cubicBezTo>
                  <a:pt x="578263" y="491014"/>
                  <a:pt x="580930" y="493395"/>
                  <a:pt x="580930" y="496253"/>
                </a:cubicBezTo>
                <a:lnTo>
                  <a:pt x="580930" y="502349"/>
                </a:lnTo>
                <a:lnTo>
                  <a:pt x="559118" y="502349"/>
                </a:lnTo>
                <a:lnTo>
                  <a:pt x="559118" y="496253"/>
                </a:lnTo>
                <a:cubicBezTo>
                  <a:pt x="559118" y="493395"/>
                  <a:pt x="561785" y="491014"/>
                  <a:pt x="565023" y="491014"/>
                </a:cubicBezTo>
                <a:lnTo>
                  <a:pt x="575120" y="491014"/>
                </a:lnTo>
                <a:close/>
                <a:moveTo>
                  <a:pt x="422053" y="241173"/>
                </a:moveTo>
                <a:cubicBezTo>
                  <a:pt x="423196" y="241173"/>
                  <a:pt x="424148" y="242126"/>
                  <a:pt x="424148" y="243269"/>
                </a:cubicBezTo>
                <a:lnTo>
                  <a:pt x="424148" y="255937"/>
                </a:lnTo>
                <a:cubicBezTo>
                  <a:pt x="424148" y="257080"/>
                  <a:pt x="423196" y="258032"/>
                  <a:pt x="422053" y="258032"/>
                </a:cubicBezTo>
                <a:lnTo>
                  <a:pt x="409385" y="258032"/>
                </a:lnTo>
                <a:cubicBezTo>
                  <a:pt x="408242" y="258032"/>
                  <a:pt x="407289" y="257080"/>
                  <a:pt x="407289" y="255937"/>
                </a:cubicBezTo>
                <a:lnTo>
                  <a:pt x="407289" y="243269"/>
                </a:lnTo>
                <a:cubicBezTo>
                  <a:pt x="407289" y="242126"/>
                  <a:pt x="408242" y="241173"/>
                  <a:pt x="409385" y="241173"/>
                </a:cubicBezTo>
                <a:lnTo>
                  <a:pt x="422053" y="241173"/>
                </a:lnTo>
                <a:close/>
                <a:moveTo>
                  <a:pt x="2423636" y="4739164"/>
                </a:moveTo>
                <a:cubicBezTo>
                  <a:pt x="2420303" y="4739164"/>
                  <a:pt x="2417540" y="4741926"/>
                  <a:pt x="2417540" y="4745260"/>
                </a:cubicBezTo>
                <a:lnTo>
                  <a:pt x="2417540" y="4755642"/>
                </a:lnTo>
                <a:cubicBezTo>
                  <a:pt x="2417540" y="4758976"/>
                  <a:pt x="2420303" y="4761738"/>
                  <a:pt x="2423636" y="4761738"/>
                </a:cubicBezTo>
                <a:lnTo>
                  <a:pt x="2434019" y="4761738"/>
                </a:lnTo>
                <a:cubicBezTo>
                  <a:pt x="2437352" y="4761738"/>
                  <a:pt x="2440115" y="4758976"/>
                  <a:pt x="2440115" y="4755642"/>
                </a:cubicBezTo>
                <a:lnTo>
                  <a:pt x="2440115" y="4745260"/>
                </a:lnTo>
                <a:cubicBezTo>
                  <a:pt x="2440115" y="4741926"/>
                  <a:pt x="2437352" y="4739164"/>
                  <a:pt x="2434019" y="4739164"/>
                </a:cubicBezTo>
                <a:lnTo>
                  <a:pt x="2431161" y="4739164"/>
                </a:lnTo>
                <a:lnTo>
                  <a:pt x="2431161" y="4620959"/>
                </a:lnTo>
                <a:lnTo>
                  <a:pt x="2407349" y="4598480"/>
                </a:lnTo>
                <a:lnTo>
                  <a:pt x="2350580" y="4598480"/>
                </a:lnTo>
                <a:lnTo>
                  <a:pt x="2336197" y="4579525"/>
                </a:lnTo>
                <a:lnTo>
                  <a:pt x="2336197" y="4476369"/>
                </a:lnTo>
                <a:lnTo>
                  <a:pt x="2314004" y="4452080"/>
                </a:lnTo>
                <a:lnTo>
                  <a:pt x="2303621" y="4452080"/>
                </a:lnTo>
                <a:cubicBezTo>
                  <a:pt x="2303621" y="4452080"/>
                  <a:pt x="2303621" y="4451509"/>
                  <a:pt x="2303526" y="4451128"/>
                </a:cubicBezTo>
                <a:cubicBezTo>
                  <a:pt x="2302478" y="4447889"/>
                  <a:pt x="2300192" y="4445318"/>
                  <a:pt x="2297144" y="4443889"/>
                </a:cubicBezTo>
                <a:cubicBezTo>
                  <a:pt x="2294096" y="4442365"/>
                  <a:pt x="2290763" y="4442174"/>
                  <a:pt x="2287524" y="4443222"/>
                </a:cubicBezTo>
                <a:cubicBezTo>
                  <a:pt x="2284286" y="4444270"/>
                  <a:pt x="2281714" y="4446556"/>
                  <a:pt x="2280190" y="4449604"/>
                </a:cubicBezTo>
                <a:cubicBezTo>
                  <a:pt x="2278666" y="4452652"/>
                  <a:pt x="2278475" y="4455986"/>
                  <a:pt x="2279523" y="4459224"/>
                </a:cubicBezTo>
                <a:cubicBezTo>
                  <a:pt x="2280571" y="4462463"/>
                  <a:pt x="2282857" y="4465035"/>
                  <a:pt x="2285905" y="4466559"/>
                </a:cubicBezTo>
                <a:cubicBezTo>
                  <a:pt x="2287715" y="4467416"/>
                  <a:pt x="2289620" y="4467892"/>
                  <a:pt x="2291525" y="4467892"/>
                </a:cubicBezTo>
                <a:cubicBezTo>
                  <a:pt x="2292858" y="4467892"/>
                  <a:pt x="2294192" y="4467702"/>
                  <a:pt x="2295525" y="4467225"/>
                </a:cubicBezTo>
                <a:cubicBezTo>
                  <a:pt x="2298764" y="4466178"/>
                  <a:pt x="2301335" y="4463892"/>
                  <a:pt x="2302859" y="4460844"/>
                </a:cubicBezTo>
                <a:cubicBezTo>
                  <a:pt x="2303431" y="4459605"/>
                  <a:pt x="2303717" y="4458367"/>
                  <a:pt x="2303907" y="4457034"/>
                </a:cubicBezTo>
                <a:lnTo>
                  <a:pt x="2312003" y="4457034"/>
                </a:lnTo>
                <a:cubicBezTo>
                  <a:pt x="2312003" y="4457034"/>
                  <a:pt x="2331530" y="4478274"/>
                  <a:pt x="2331530" y="4478274"/>
                </a:cubicBezTo>
                <a:lnTo>
                  <a:pt x="2331530" y="4581144"/>
                </a:lnTo>
                <a:lnTo>
                  <a:pt x="2348294" y="4603242"/>
                </a:lnTo>
                <a:lnTo>
                  <a:pt x="2405539" y="4603242"/>
                </a:lnTo>
                <a:lnTo>
                  <a:pt x="2426494" y="4623054"/>
                </a:lnTo>
                <a:lnTo>
                  <a:pt x="2426494" y="4739259"/>
                </a:lnTo>
                <a:lnTo>
                  <a:pt x="2423636" y="4739259"/>
                </a:lnTo>
                <a:close/>
                <a:moveTo>
                  <a:pt x="2298573" y="4458653"/>
                </a:moveTo>
                <a:cubicBezTo>
                  <a:pt x="2297621" y="4460558"/>
                  <a:pt x="2296001" y="4461891"/>
                  <a:pt x="2294001" y="4462558"/>
                </a:cubicBezTo>
                <a:cubicBezTo>
                  <a:pt x="2292001" y="4463225"/>
                  <a:pt x="2289905" y="4463034"/>
                  <a:pt x="2288000" y="4462177"/>
                </a:cubicBezTo>
                <a:lnTo>
                  <a:pt x="2288000" y="4462177"/>
                </a:lnTo>
                <a:cubicBezTo>
                  <a:pt x="2286095" y="4461224"/>
                  <a:pt x="2284762" y="4459605"/>
                  <a:pt x="2284095" y="4457605"/>
                </a:cubicBezTo>
                <a:cubicBezTo>
                  <a:pt x="2283428" y="4455605"/>
                  <a:pt x="2283619" y="4453509"/>
                  <a:pt x="2284476" y="4451604"/>
                </a:cubicBezTo>
                <a:cubicBezTo>
                  <a:pt x="2285429" y="4449699"/>
                  <a:pt x="2287048" y="4448366"/>
                  <a:pt x="2289048" y="4447604"/>
                </a:cubicBezTo>
                <a:cubicBezTo>
                  <a:pt x="2289905" y="4447318"/>
                  <a:pt x="2290667" y="4447223"/>
                  <a:pt x="2291525" y="4447223"/>
                </a:cubicBezTo>
                <a:cubicBezTo>
                  <a:pt x="2292763" y="4447223"/>
                  <a:pt x="2293906" y="4447509"/>
                  <a:pt x="2295049" y="4448080"/>
                </a:cubicBezTo>
                <a:cubicBezTo>
                  <a:pt x="2296954" y="4449032"/>
                  <a:pt x="2298287" y="4450652"/>
                  <a:pt x="2298954" y="4452652"/>
                </a:cubicBezTo>
                <a:cubicBezTo>
                  <a:pt x="2299621" y="4454652"/>
                  <a:pt x="2299430" y="4456748"/>
                  <a:pt x="2298573" y="4458653"/>
                </a:cubicBezTo>
                <a:close/>
                <a:moveTo>
                  <a:pt x="2434019" y="4743927"/>
                </a:moveTo>
                <a:cubicBezTo>
                  <a:pt x="2434781" y="4743927"/>
                  <a:pt x="2435352" y="4744498"/>
                  <a:pt x="2435352" y="4745260"/>
                </a:cubicBezTo>
                <a:lnTo>
                  <a:pt x="2435352" y="4755642"/>
                </a:lnTo>
                <a:cubicBezTo>
                  <a:pt x="2435352" y="4756404"/>
                  <a:pt x="2434781" y="4756976"/>
                  <a:pt x="2434019" y="4756976"/>
                </a:cubicBezTo>
                <a:lnTo>
                  <a:pt x="2423636" y="4756976"/>
                </a:lnTo>
                <a:cubicBezTo>
                  <a:pt x="2422874" y="4756976"/>
                  <a:pt x="2422303" y="4756404"/>
                  <a:pt x="2422303" y="4755642"/>
                </a:cubicBezTo>
                <a:lnTo>
                  <a:pt x="2422303" y="4745260"/>
                </a:lnTo>
                <a:cubicBezTo>
                  <a:pt x="2422303" y="4744498"/>
                  <a:pt x="2422874" y="4743927"/>
                  <a:pt x="2423636" y="4743927"/>
                </a:cubicBezTo>
                <a:lnTo>
                  <a:pt x="2434019" y="4743927"/>
                </a:lnTo>
                <a:close/>
                <a:moveTo>
                  <a:pt x="627698" y="2138363"/>
                </a:moveTo>
                <a:lnTo>
                  <a:pt x="626650" y="2139220"/>
                </a:lnTo>
                <a:lnTo>
                  <a:pt x="626936" y="2139506"/>
                </a:lnTo>
                <a:lnTo>
                  <a:pt x="621983" y="2144649"/>
                </a:lnTo>
                <a:lnTo>
                  <a:pt x="621221" y="2143982"/>
                </a:lnTo>
                <a:lnTo>
                  <a:pt x="617887" y="2146840"/>
                </a:lnTo>
                <a:cubicBezTo>
                  <a:pt x="616744" y="2147792"/>
                  <a:pt x="615029" y="2147697"/>
                  <a:pt x="614077" y="2146554"/>
                </a:cubicBezTo>
                <a:lnTo>
                  <a:pt x="605600" y="2136839"/>
                </a:lnTo>
                <a:cubicBezTo>
                  <a:pt x="604647" y="2135696"/>
                  <a:pt x="604742" y="2133981"/>
                  <a:pt x="605885" y="2133029"/>
                </a:cubicBezTo>
                <a:lnTo>
                  <a:pt x="615601" y="2124551"/>
                </a:lnTo>
                <a:cubicBezTo>
                  <a:pt x="616744" y="2123599"/>
                  <a:pt x="618458" y="2123694"/>
                  <a:pt x="619411" y="2124837"/>
                </a:cubicBezTo>
                <a:lnTo>
                  <a:pt x="627888" y="2134553"/>
                </a:lnTo>
                <a:cubicBezTo>
                  <a:pt x="628841" y="2135696"/>
                  <a:pt x="628745" y="2137410"/>
                  <a:pt x="627602" y="2138363"/>
                </a:cubicBezTo>
                <a:close/>
                <a:moveTo>
                  <a:pt x="3074956" y="4802315"/>
                </a:moveTo>
                <a:cubicBezTo>
                  <a:pt x="3074956" y="4796600"/>
                  <a:pt x="3070288" y="4791932"/>
                  <a:pt x="3064574" y="4791932"/>
                </a:cubicBezTo>
                <a:cubicBezTo>
                  <a:pt x="3058859" y="4791932"/>
                  <a:pt x="3054192" y="4796600"/>
                  <a:pt x="3054192" y="4802315"/>
                </a:cubicBezTo>
                <a:cubicBezTo>
                  <a:pt x="3054192" y="4807172"/>
                  <a:pt x="3057620" y="4811173"/>
                  <a:pt x="3062192" y="4812221"/>
                </a:cubicBezTo>
                <a:lnTo>
                  <a:pt x="3062954" y="4907185"/>
                </a:lnTo>
                <a:lnTo>
                  <a:pt x="3049048" y="4919472"/>
                </a:lnTo>
                <a:lnTo>
                  <a:pt x="3027807" y="4919472"/>
                </a:lnTo>
                <a:cubicBezTo>
                  <a:pt x="3026664" y="4914995"/>
                  <a:pt x="3022759" y="4911567"/>
                  <a:pt x="3017901" y="4911567"/>
                </a:cubicBezTo>
                <a:cubicBezTo>
                  <a:pt x="3012186" y="4911567"/>
                  <a:pt x="3007519" y="4916234"/>
                  <a:pt x="3007519" y="4921949"/>
                </a:cubicBezTo>
                <a:cubicBezTo>
                  <a:pt x="3007519" y="4927664"/>
                  <a:pt x="3012186" y="4932331"/>
                  <a:pt x="3017901" y="4932331"/>
                </a:cubicBezTo>
                <a:cubicBezTo>
                  <a:pt x="3022759" y="4932331"/>
                  <a:pt x="3026759" y="4928902"/>
                  <a:pt x="3027807" y="4924330"/>
                </a:cubicBezTo>
                <a:lnTo>
                  <a:pt x="3050858" y="4924330"/>
                </a:lnTo>
                <a:cubicBezTo>
                  <a:pt x="3050858" y="4924330"/>
                  <a:pt x="3067717" y="4909375"/>
                  <a:pt x="3067717" y="4909375"/>
                </a:cubicBezTo>
                <a:lnTo>
                  <a:pt x="3066955" y="4812221"/>
                </a:lnTo>
                <a:cubicBezTo>
                  <a:pt x="3071527" y="4811078"/>
                  <a:pt x="3074956" y="4807172"/>
                  <a:pt x="3074956" y="4802315"/>
                </a:cubicBezTo>
                <a:close/>
                <a:moveTo>
                  <a:pt x="3017901" y="4927664"/>
                </a:moveTo>
                <a:cubicBezTo>
                  <a:pt x="3014758" y="4927664"/>
                  <a:pt x="3012281" y="4925092"/>
                  <a:pt x="3012281" y="4922044"/>
                </a:cubicBezTo>
                <a:cubicBezTo>
                  <a:pt x="3012281" y="4918996"/>
                  <a:pt x="3014853" y="4916424"/>
                  <a:pt x="3017901" y="4916424"/>
                </a:cubicBezTo>
                <a:cubicBezTo>
                  <a:pt x="3020949" y="4916424"/>
                  <a:pt x="3023521" y="4918996"/>
                  <a:pt x="3023521" y="4922044"/>
                </a:cubicBezTo>
                <a:cubicBezTo>
                  <a:pt x="3023521" y="4925092"/>
                  <a:pt x="3020949" y="4927664"/>
                  <a:pt x="3017901" y="4927664"/>
                </a:cubicBezTo>
                <a:close/>
                <a:moveTo>
                  <a:pt x="3064574" y="4807935"/>
                </a:moveTo>
                <a:cubicBezTo>
                  <a:pt x="3061430" y="4807935"/>
                  <a:pt x="3058954" y="4805363"/>
                  <a:pt x="3058954" y="4802315"/>
                </a:cubicBezTo>
                <a:cubicBezTo>
                  <a:pt x="3058954" y="4799267"/>
                  <a:pt x="3061526" y="4796695"/>
                  <a:pt x="3064574" y="4796695"/>
                </a:cubicBezTo>
                <a:cubicBezTo>
                  <a:pt x="3067622" y="4796695"/>
                  <a:pt x="3070193" y="4799267"/>
                  <a:pt x="3070193" y="4802315"/>
                </a:cubicBezTo>
                <a:cubicBezTo>
                  <a:pt x="3070193" y="4805363"/>
                  <a:pt x="3067622" y="4807935"/>
                  <a:pt x="3064574" y="4807935"/>
                </a:cubicBezTo>
                <a:close/>
                <a:moveTo>
                  <a:pt x="3114770" y="4763548"/>
                </a:moveTo>
                <a:lnTo>
                  <a:pt x="3114770" y="4753737"/>
                </a:lnTo>
                <a:lnTo>
                  <a:pt x="3111532" y="4753737"/>
                </a:lnTo>
                <a:cubicBezTo>
                  <a:pt x="3111532" y="4753737"/>
                  <a:pt x="3026188" y="4670584"/>
                  <a:pt x="3026188" y="4670584"/>
                </a:cubicBezTo>
                <a:lnTo>
                  <a:pt x="3026664" y="4371689"/>
                </a:lnTo>
                <a:cubicBezTo>
                  <a:pt x="3027807" y="4371404"/>
                  <a:pt x="3029045" y="4371023"/>
                  <a:pt x="3030093" y="4370451"/>
                </a:cubicBezTo>
                <a:cubicBezTo>
                  <a:pt x="3032760" y="4368927"/>
                  <a:pt x="3034760" y="4366355"/>
                  <a:pt x="3035522" y="4363403"/>
                </a:cubicBezTo>
                <a:cubicBezTo>
                  <a:pt x="3036380" y="4360355"/>
                  <a:pt x="3035903" y="4357212"/>
                  <a:pt x="3034379" y="4354545"/>
                </a:cubicBezTo>
                <a:cubicBezTo>
                  <a:pt x="3031141" y="4348925"/>
                  <a:pt x="3023997" y="4347020"/>
                  <a:pt x="3018473" y="4350258"/>
                </a:cubicBezTo>
                <a:cubicBezTo>
                  <a:pt x="3012853" y="4353497"/>
                  <a:pt x="3010948" y="4360640"/>
                  <a:pt x="3014186" y="4366165"/>
                </a:cubicBezTo>
                <a:cubicBezTo>
                  <a:pt x="3015901" y="4369118"/>
                  <a:pt x="3018759" y="4371023"/>
                  <a:pt x="3021902" y="4371689"/>
                </a:cubicBezTo>
                <a:lnTo>
                  <a:pt x="3021425" y="4671632"/>
                </a:lnTo>
                <a:cubicBezTo>
                  <a:pt x="3021425" y="4672298"/>
                  <a:pt x="3021711" y="4672870"/>
                  <a:pt x="3022187" y="4673346"/>
                </a:cubicBezTo>
                <a:lnTo>
                  <a:pt x="3104769" y="4753737"/>
                </a:lnTo>
                <a:lnTo>
                  <a:pt x="3047905" y="4753452"/>
                </a:lnTo>
                <a:cubicBezTo>
                  <a:pt x="3046762" y="4753832"/>
                  <a:pt x="3045809" y="4753928"/>
                  <a:pt x="3045143" y="4754690"/>
                </a:cubicBezTo>
                <a:lnTo>
                  <a:pt x="3029522" y="4773168"/>
                </a:lnTo>
                <a:cubicBezTo>
                  <a:pt x="3028950" y="4773835"/>
                  <a:pt x="3028664" y="4774597"/>
                  <a:pt x="3028664" y="4775454"/>
                </a:cubicBezTo>
                <a:lnTo>
                  <a:pt x="3028664" y="4859084"/>
                </a:lnTo>
                <a:cubicBezTo>
                  <a:pt x="3028664" y="4859084"/>
                  <a:pt x="2985040" y="4905090"/>
                  <a:pt x="2985040" y="4905090"/>
                </a:cubicBezTo>
                <a:lnTo>
                  <a:pt x="2984754" y="4850892"/>
                </a:lnTo>
                <a:cubicBezTo>
                  <a:pt x="2988945" y="4849654"/>
                  <a:pt x="2992374" y="4846225"/>
                  <a:pt x="2993231" y="4841653"/>
                </a:cubicBezTo>
                <a:cubicBezTo>
                  <a:pt x="2993803" y="4838510"/>
                  <a:pt x="2993231" y="4835271"/>
                  <a:pt x="2991326" y="4832509"/>
                </a:cubicBezTo>
                <a:cubicBezTo>
                  <a:pt x="2989802" y="4830223"/>
                  <a:pt x="2987421" y="4828699"/>
                  <a:pt x="2984849" y="4827937"/>
                </a:cubicBezTo>
                <a:lnTo>
                  <a:pt x="2984849" y="4751356"/>
                </a:lnTo>
                <a:cubicBezTo>
                  <a:pt x="2984849" y="4751356"/>
                  <a:pt x="2995803" y="4751356"/>
                  <a:pt x="2995803" y="4751356"/>
                </a:cubicBezTo>
                <a:lnTo>
                  <a:pt x="2995803" y="4741640"/>
                </a:lnTo>
                <a:lnTo>
                  <a:pt x="2984754" y="4741640"/>
                </a:lnTo>
                <a:lnTo>
                  <a:pt x="2984754" y="4720114"/>
                </a:lnTo>
                <a:cubicBezTo>
                  <a:pt x="2984754" y="4720114"/>
                  <a:pt x="2995803" y="4720114"/>
                  <a:pt x="2995803" y="4720114"/>
                </a:cubicBezTo>
                <a:lnTo>
                  <a:pt x="2995803" y="4710398"/>
                </a:lnTo>
                <a:lnTo>
                  <a:pt x="2984754" y="4710398"/>
                </a:lnTo>
                <a:lnTo>
                  <a:pt x="2984754" y="4630198"/>
                </a:lnTo>
                <a:cubicBezTo>
                  <a:pt x="2984754" y="4630198"/>
                  <a:pt x="2995898" y="4630198"/>
                  <a:pt x="2995898" y="4630198"/>
                </a:cubicBezTo>
                <a:lnTo>
                  <a:pt x="2995898" y="4620482"/>
                </a:lnTo>
                <a:lnTo>
                  <a:pt x="2966371" y="4620482"/>
                </a:lnTo>
                <a:lnTo>
                  <a:pt x="2966371" y="4630198"/>
                </a:lnTo>
                <a:lnTo>
                  <a:pt x="2977610" y="4630198"/>
                </a:lnTo>
                <a:lnTo>
                  <a:pt x="2977610" y="4710398"/>
                </a:lnTo>
                <a:cubicBezTo>
                  <a:pt x="2977610" y="4710398"/>
                  <a:pt x="2966276" y="4710398"/>
                  <a:pt x="2966276" y="4710398"/>
                </a:cubicBezTo>
                <a:lnTo>
                  <a:pt x="2966276" y="4720114"/>
                </a:lnTo>
                <a:lnTo>
                  <a:pt x="2977610" y="4720114"/>
                </a:lnTo>
                <a:lnTo>
                  <a:pt x="2977610" y="4741640"/>
                </a:lnTo>
                <a:cubicBezTo>
                  <a:pt x="2977610" y="4741640"/>
                  <a:pt x="2966276" y="4741640"/>
                  <a:pt x="2966276" y="4741640"/>
                </a:cubicBezTo>
                <a:lnTo>
                  <a:pt x="2966276" y="4751356"/>
                </a:lnTo>
                <a:lnTo>
                  <a:pt x="2977705" y="4751356"/>
                </a:lnTo>
                <a:lnTo>
                  <a:pt x="2977705" y="4827937"/>
                </a:lnTo>
                <a:cubicBezTo>
                  <a:pt x="2973705" y="4829270"/>
                  <a:pt x="2970276" y="4832509"/>
                  <a:pt x="2969419" y="4837081"/>
                </a:cubicBezTo>
                <a:cubicBezTo>
                  <a:pt x="2968847" y="4840320"/>
                  <a:pt x="2969419" y="4843463"/>
                  <a:pt x="2971324" y="4846225"/>
                </a:cubicBezTo>
                <a:cubicBezTo>
                  <a:pt x="2972848" y="4848511"/>
                  <a:pt x="2975134" y="4849940"/>
                  <a:pt x="2977705" y="4850797"/>
                </a:cubicBezTo>
                <a:lnTo>
                  <a:pt x="2978087" y="4914138"/>
                </a:lnTo>
                <a:cubicBezTo>
                  <a:pt x="2978087" y="4915567"/>
                  <a:pt x="2978944" y="4916901"/>
                  <a:pt x="2980373" y="4917472"/>
                </a:cubicBezTo>
                <a:cubicBezTo>
                  <a:pt x="2980754" y="4917663"/>
                  <a:pt x="2981230" y="4917758"/>
                  <a:pt x="2981706" y="4917758"/>
                </a:cubicBezTo>
                <a:cubicBezTo>
                  <a:pt x="2982659" y="4917758"/>
                  <a:pt x="2983611" y="4917377"/>
                  <a:pt x="2984278" y="4916615"/>
                </a:cubicBezTo>
                <a:lnTo>
                  <a:pt x="3034951" y="4863179"/>
                </a:lnTo>
                <a:cubicBezTo>
                  <a:pt x="3035618" y="4862513"/>
                  <a:pt x="3035903" y="4861655"/>
                  <a:pt x="3035903" y="4860703"/>
                </a:cubicBezTo>
                <a:lnTo>
                  <a:pt x="3035903" y="4776978"/>
                </a:lnTo>
                <a:cubicBezTo>
                  <a:pt x="3035903" y="4776978"/>
                  <a:pt x="3049619" y="4760786"/>
                  <a:pt x="3049619" y="4760786"/>
                </a:cubicBezTo>
                <a:lnTo>
                  <a:pt x="3112199" y="4761071"/>
                </a:lnTo>
                <a:lnTo>
                  <a:pt x="3114961" y="4763738"/>
                </a:lnTo>
                <a:close/>
                <a:moveTo>
                  <a:pt x="3018187" y="4363784"/>
                </a:moveTo>
                <a:cubicBezTo>
                  <a:pt x="3016282" y="4360450"/>
                  <a:pt x="3017425" y="4356259"/>
                  <a:pt x="3020759" y="4354354"/>
                </a:cubicBezTo>
                <a:cubicBezTo>
                  <a:pt x="3021806" y="4353687"/>
                  <a:pt x="3023045" y="4353402"/>
                  <a:pt x="3024188" y="4353402"/>
                </a:cubicBezTo>
                <a:cubicBezTo>
                  <a:pt x="3026569" y="4353402"/>
                  <a:pt x="3028950" y="4354640"/>
                  <a:pt x="3030188" y="4356830"/>
                </a:cubicBezTo>
                <a:cubicBezTo>
                  <a:pt x="3031141" y="4358450"/>
                  <a:pt x="3031331" y="4360260"/>
                  <a:pt x="3030855" y="4362069"/>
                </a:cubicBezTo>
                <a:cubicBezTo>
                  <a:pt x="3030379" y="4363879"/>
                  <a:pt x="3029236" y="4365308"/>
                  <a:pt x="3027617" y="4366260"/>
                </a:cubicBezTo>
                <a:cubicBezTo>
                  <a:pt x="3024283" y="4368165"/>
                  <a:pt x="3020092" y="4367022"/>
                  <a:pt x="3018187" y="4363784"/>
                </a:cubicBezTo>
                <a:close/>
                <a:moveTo>
                  <a:pt x="2979801" y="4846511"/>
                </a:moveTo>
                <a:lnTo>
                  <a:pt x="2979801" y="4846511"/>
                </a:lnTo>
                <a:cubicBezTo>
                  <a:pt x="2977896" y="4846130"/>
                  <a:pt x="2976182" y="4845082"/>
                  <a:pt x="2975134" y="4843368"/>
                </a:cubicBezTo>
                <a:cubicBezTo>
                  <a:pt x="2973991" y="4841748"/>
                  <a:pt x="2973610" y="4839748"/>
                  <a:pt x="2973991" y="4837843"/>
                </a:cubicBezTo>
                <a:cubicBezTo>
                  <a:pt x="2974658" y="4834319"/>
                  <a:pt x="2977801" y="4831842"/>
                  <a:pt x="2981230" y="4831842"/>
                </a:cubicBezTo>
                <a:cubicBezTo>
                  <a:pt x="2981706" y="4831842"/>
                  <a:pt x="2982182" y="4831842"/>
                  <a:pt x="2982659" y="4831937"/>
                </a:cubicBezTo>
                <a:cubicBezTo>
                  <a:pt x="2984563" y="4832319"/>
                  <a:pt x="2986278" y="4833366"/>
                  <a:pt x="2987326" y="4834986"/>
                </a:cubicBezTo>
                <a:cubicBezTo>
                  <a:pt x="2988469" y="4836605"/>
                  <a:pt x="2988850" y="4838605"/>
                  <a:pt x="2988469" y="4840510"/>
                </a:cubicBezTo>
                <a:cubicBezTo>
                  <a:pt x="2987707" y="4844511"/>
                  <a:pt x="2983802" y="4847082"/>
                  <a:pt x="2979801" y="4846415"/>
                </a:cubicBezTo>
                <a:close/>
                <a:moveTo>
                  <a:pt x="12668" y="4999768"/>
                </a:moveTo>
                <a:cubicBezTo>
                  <a:pt x="17526" y="4999768"/>
                  <a:pt x="21527" y="4996339"/>
                  <a:pt x="22574" y="4991767"/>
                </a:cubicBezTo>
                <a:lnTo>
                  <a:pt x="107728" y="4991767"/>
                </a:lnTo>
                <a:lnTo>
                  <a:pt x="127445" y="4982147"/>
                </a:lnTo>
                <a:lnTo>
                  <a:pt x="284131" y="4982147"/>
                </a:lnTo>
                <a:lnTo>
                  <a:pt x="304705" y="4964906"/>
                </a:lnTo>
                <a:lnTo>
                  <a:pt x="304705" y="4836414"/>
                </a:lnTo>
                <a:cubicBezTo>
                  <a:pt x="309277" y="4835271"/>
                  <a:pt x="312706" y="4831366"/>
                  <a:pt x="312706" y="4826508"/>
                </a:cubicBezTo>
                <a:cubicBezTo>
                  <a:pt x="312706" y="4820793"/>
                  <a:pt x="308039" y="4816126"/>
                  <a:pt x="302324" y="4816126"/>
                </a:cubicBezTo>
                <a:cubicBezTo>
                  <a:pt x="296609" y="4816126"/>
                  <a:pt x="291941" y="4820793"/>
                  <a:pt x="291941" y="4826508"/>
                </a:cubicBezTo>
                <a:cubicBezTo>
                  <a:pt x="291941" y="4831366"/>
                  <a:pt x="295370" y="4835367"/>
                  <a:pt x="299942" y="4836414"/>
                </a:cubicBezTo>
                <a:lnTo>
                  <a:pt x="299942" y="4962716"/>
                </a:lnTo>
                <a:lnTo>
                  <a:pt x="282416" y="4977479"/>
                </a:lnTo>
                <a:lnTo>
                  <a:pt x="126873" y="4977479"/>
                </a:lnTo>
                <a:lnTo>
                  <a:pt x="106680" y="4987100"/>
                </a:lnTo>
                <a:lnTo>
                  <a:pt x="22574" y="4987100"/>
                </a:lnTo>
                <a:cubicBezTo>
                  <a:pt x="21431" y="4982528"/>
                  <a:pt x="17526" y="4979099"/>
                  <a:pt x="12668" y="4979099"/>
                </a:cubicBezTo>
                <a:cubicBezTo>
                  <a:pt x="6953" y="4979099"/>
                  <a:pt x="2286" y="4983766"/>
                  <a:pt x="2286" y="4989481"/>
                </a:cubicBezTo>
                <a:cubicBezTo>
                  <a:pt x="2286" y="4995196"/>
                  <a:pt x="6953" y="4999863"/>
                  <a:pt x="12668" y="4999863"/>
                </a:cubicBezTo>
                <a:close/>
                <a:moveTo>
                  <a:pt x="296704" y="4826413"/>
                </a:moveTo>
                <a:cubicBezTo>
                  <a:pt x="296704" y="4823270"/>
                  <a:pt x="299276" y="4820793"/>
                  <a:pt x="302324" y="4820793"/>
                </a:cubicBezTo>
                <a:cubicBezTo>
                  <a:pt x="305372" y="4820793"/>
                  <a:pt x="307943" y="4823365"/>
                  <a:pt x="307943" y="4826413"/>
                </a:cubicBezTo>
                <a:cubicBezTo>
                  <a:pt x="307943" y="4829461"/>
                  <a:pt x="305372" y="4832033"/>
                  <a:pt x="302324" y="4832033"/>
                </a:cubicBezTo>
                <a:cubicBezTo>
                  <a:pt x="299276" y="4832033"/>
                  <a:pt x="296704" y="4829461"/>
                  <a:pt x="296704" y="4826413"/>
                </a:cubicBezTo>
                <a:close/>
                <a:moveTo>
                  <a:pt x="12668" y="4983671"/>
                </a:moveTo>
                <a:cubicBezTo>
                  <a:pt x="15812" y="4983671"/>
                  <a:pt x="18288" y="4986242"/>
                  <a:pt x="18288" y="4989290"/>
                </a:cubicBezTo>
                <a:cubicBezTo>
                  <a:pt x="18288" y="4992338"/>
                  <a:pt x="15716" y="4994910"/>
                  <a:pt x="12668" y="4994910"/>
                </a:cubicBezTo>
                <a:cubicBezTo>
                  <a:pt x="9620" y="4994910"/>
                  <a:pt x="7049" y="4992338"/>
                  <a:pt x="7049" y="4989290"/>
                </a:cubicBezTo>
                <a:cubicBezTo>
                  <a:pt x="7049" y="4986242"/>
                  <a:pt x="9620" y="4983671"/>
                  <a:pt x="12668" y="4983671"/>
                </a:cubicBezTo>
                <a:close/>
                <a:moveTo>
                  <a:pt x="443675" y="2204466"/>
                </a:moveTo>
                <a:lnTo>
                  <a:pt x="436817" y="2211515"/>
                </a:lnTo>
                <a:lnTo>
                  <a:pt x="433388" y="2208181"/>
                </a:lnTo>
                <a:lnTo>
                  <a:pt x="440246" y="2201132"/>
                </a:lnTo>
                <a:lnTo>
                  <a:pt x="443675" y="2204466"/>
                </a:lnTo>
                <a:close/>
                <a:moveTo>
                  <a:pt x="429863" y="2218563"/>
                </a:moveTo>
                <a:lnTo>
                  <a:pt x="423005" y="2225612"/>
                </a:lnTo>
                <a:lnTo>
                  <a:pt x="419576" y="2222278"/>
                </a:lnTo>
                <a:lnTo>
                  <a:pt x="426434" y="2215229"/>
                </a:lnTo>
                <a:lnTo>
                  <a:pt x="429863" y="2218563"/>
                </a:lnTo>
                <a:close/>
                <a:moveTo>
                  <a:pt x="93155" y="3691795"/>
                </a:moveTo>
                <a:cubicBezTo>
                  <a:pt x="93821" y="3695510"/>
                  <a:pt x="95726" y="3698748"/>
                  <a:pt x="98774" y="3700939"/>
                </a:cubicBezTo>
                <a:cubicBezTo>
                  <a:pt x="105156" y="3705606"/>
                  <a:pt x="114110" y="3704273"/>
                  <a:pt x="118777" y="3697891"/>
                </a:cubicBezTo>
                <a:cubicBezTo>
                  <a:pt x="120682" y="3695319"/>
                  <a:pt x="121539" y="3692367"/>
                  <a:pt x="121539" y="3689413"/>
                </a:cubicBezTo>
                <a:cubicBezTo>
                  <a:pt x="121539" y="3685032"/>
                  <a:pt x="119539" y="3680651"/>
                  <a:pt x="115729" y="3677793"/>
                </a:cubicBezTo>
                <a:cubicBezTo>
                  <a:pt x="109347" y="3673126"/>
                  <a:pt x="100394" y="3674459"/>
                  <a:pt x="95726" y="3680841"/>
                </a:cubicBezTo>
                <a:cubicBezTo>
                  <a:pt x="94393" y="3682651"/>
                  <a:pt x="93536" y="3684746"/>
                  <a:pt x="93250" y="3686937"/>
                </a:cubicBezTo>
                <a:lnTo>
                  <a:pt x="95" y="3686937"/>
                </a:lnTo>
                <a:lnTo>
                  <a:pt x="95" y="3691700"/>
                </a:lnTo>
                <a:lnTo>
                  <a:pt x="93155" y="3691700"/>
                </a:lnTo>
                <a:close/>
                <a:moveTo>
                  <a:pt x="97822" y="3682555"/>
                </a:moveTo>
                <a:cubicBezTo>
                  <a:pt x="101632" y="3677317"/>
                  <a:pt x="108966" y="3676269"/>
                  <a:pt x="114205" y="3680079"/>
                </a:cubicBezTo>
                <a:cubicBezTo>
                  <a:pt x="119348" y="3683889"/>
                  <a:pt x="120491" y="3691223"/>
                  <a:pt x="116681" y="3696462"/>
                </a:cubicBezTo>
                <a:cubicBezTo>
                  <a:pt x="114872" y="3698938"/>
                  <a:pt x="112109" y="3700653"/>
                  <a:pt x="109061" y="3701129"/>
                </a:cubicBezTo>
                <a:cubicBezTo>
                  <a:pt x="106013" y="3701605"/>
                  <a:pt x="102870" y="3700844"/>
                  <a:pt x="100394" y="3699034"/>
                </a:cubicBezTo>
                <a:cubicBezTo>
                  <a:pt x="97917" y="3697224"/>
                  <a:pt x="96203" y="3694462"/>
                  <a:pt x="95726" y="3691414"/>
                </a:cubicBezTo>
                <a:cubicBezTo>
                  <a:pt x="95726" y="3690842"/>
                  <a:pt x="95631" y="3690176"/>
                  <a:pt x="95631" y="3689604"/>
                </a:cubicBezTo>
                <a:cubicBezTo>
                  <a:pt x="95631" y="3687128"/>
                  <a:pt x="96393" y="3684746"/>
                  <a:pt x="97917" y="3682746"/>
                </a:cubicBezTo>
                <a:close/>
                <a:moveTo>
                  <a:pt x="25622" y="4950524"/>
                </a:moveTo>
                <a:lnTo>
                  <a:pt x="95" y="4950524"/>
                </a:lnTo>
                <a:cubicBezTo>
                  <a:pt x="95" y="4950524"/>
                  <a:pt x="95" y="4945761"/>
                  <a:pt x="95" y="4945761"/>
                </a:cubicBezTo>
                <a:lnTo>
                  <a:pt x="24955" y="4945761"/>
                </a:lnTo>
                <a:cubicBezTo>
                  <a:pt x="24955" y="4945761"/>
                  <a:pt x="24955" y="4945571"/>
                  <a:pt x="24955" y="4945476"/>
                </a:cubicBezTo>
                <a:cubicBezTo>
                  <a:pt x="25432" y="4942904"/>
                  <a:pt x="26861" y="4940618"/>
                  <a:pt x="29051" y="4939189"/>
                </a:cubicBezTo>
                <a:cubicBezTo>
                  <a:pt x="30766" y="4938046"/>
                  <a:pt x="32671" y="4937570"/>
                  <a:pt x="34576" y="4937570"/>
                </a:cubicBezTo>
                <a:cubicBezTo>
                  <a:pt x="37624" y="4937570"/>
                  <a:pt x="40672" y="4938999"/>
                  <a:pt x="42577" y="4941665"/>
                </a:cubicBezTo>
                <a:cubicBezTo>
                  <a:pt x="44101" y="4943761"/>
                  <a:pt x="44672" y="4946333"/>
                  <a:pt x="44196" y="4948904"/>
                </a:cubicBezTo>
                <a:cubicBezTo>
                  <a:pt x="43720" y="4951476"/>
                  <a:pt x="42291" y="4953762"/>
                  <a:pt x="40100" y="4955191"/>
                </a:cubicBezTo>
                <a:cubicBezTo>
                  <a:pt x="35719" y="4958144"/>
                  <a:pt x="29623" y="4957096"/>
                  <a:pt x="26575" y="4952809"/>
                </a:cubicBezTo>
                <a:cubicBezTo>
                  <a:pt x="26099" y="4952143"/>
                  <a:pt x="25813" y="4951286"/>
                  <a:pt x="25527" y="4950524"/>
                </a:cubicBezTo>
                <a:close/>
                <a:moveTo>
                  <a:pt x="370237" y="4868609"/>
                </a:moveTo>
                <a:cubicBezTo>
                  <a:pt x="373952" y="4867942"/>
                  <a:pt x="377190" y="4866037"/>
                  <a:pt x="379381" y="4862989"/>
                </a:cubicBezTo>
                <a:cubicBezTo>
                  <a:pt x="384048" y="4856607"/>
                  <a:pt x="382714" y="4847654"/>
                  <a:pt x="376333" y="4842987"/>
                </a:cubicBezTo>
                <a:cubicBezTo>
                  <a:pt x="373761" y="4841081"/>
                  <a:pt x="370808" y="4840224"/>
                  <a:pt x="367856" y="4840224"/>
                </a:cubicBezTo>
                <a:cubicBezTo>
                  <a:pt x="363474" y="4840224"/>
                  <a:pt x="359093" y="4842224"/>
                  <a:pt x="356330" y="4846035"/>
                </a:cubicBezTo>
                <a:cubicBezTo>
                  <a:pt x="351663" y="4852416"/>
                  <a:pt x="352997" y="4861370"/>
                  <a:pt x="359378" y="4866037"/>
                </a:cubicBezTo>
                <a:cubicBezTo>
                  <a:pt x="361188" y="4867370"/>
                  <a:pt x="363284" y="4868228"/>
                  <a:pt x="365474" y="4868513"/>
                </a:cubicBezTo>
                <a:lnTo>
                  <a:pt x="365474" y="5143595"/>
                </a:lnTo>
                <a:lnTo>
                  <a:pt x="370237" y="5143595"/>
                </a:lnTo>
                <a:lnTo>
                  <a:pt x="370237" y="4868609"/>
                </a:lnTo>
                <a:close/>
                <a:moveTo>
                  <a:pt x="367856" y="4866132"/>
                </a:moveTo>
                <a:cubicBezTo>
                  <a:pt x="365379" y="4866132"/>
                  <a:pt x="362998" y="4865370"/>
                  <a:pt x="360998" y="4863846"/>
                </a:cubicBezTo>
                <a:cubicBezTo>
                  <a:pt x="355759" y="4860036"/>
                  <a:pt x="354711" y="4852702"/>
                  <a:pt x="358521" y="4847463"/>
                </a:cubicBezTo>
                <a:cubicBezTo>
                  <a:pt x="362331" y="4842320"/>
                  <a:pt x="369665" y="4841177"/>
                  <a:pt x="374904" y="4844987"/>
                </a:cubicBezTo>
                <a:cubicBezTo>
                  <a:pt x="377381" y="4846796"/>
                  <a:pt x="379095" y="4849559"/>
                  <a:pt x="379571" y="4852607"/>
                </a:cubicBezTo>
                <a:cubicBezTo>
                  <a:pt x="380048" y="4855655"/>
                  <a:pt x="379286" y="4858798"/>
                  <a:pt x="377476" y="4861274"/>
                </a:cubicBezTo>
                <a:cubicBezTo>
                  <a:pt x="375666" y="4863751"/>
                  <a:pt x="372904" y="4865465"/>
                  <a:pt x="369856" y="4865942"/>
                </a:cubicBezTo>
                <a:cubicBezTo>
                  <a:pt x="369284" y="4865942"/>
                  <a:pt x="368618" y="4866037"/>
                  <a:pt x="368046" y="4866037"/>
                </a:cubicBezTo>
                <a:close/>
                <a:moveTo>
                  <a:pt x="2910269" y="95"/>
                </a:moveTo>
                <a:lnTo>
                  <a:pt x="2910269" y="238220"/>
                </a:lnTo>
                <a:lnTo>
                  <a:pt x="2916746" y="247269"/>
                </a:lnTo>
                <a:lnTo>
                  <a:pt x="2907411" y="257651"/>
                </a:lnTo>
                <a:lnTo>
                  <a:pt x="2756916" y="257651"/>
                </a:lnTo>
                <a:lnTo>
                  <a:pt x="2756916" y="247841"/>
                </a:lnTo>
                <a:cubicBezTo>
                  <a:pt x="2756916" y="246126"/>
                  <a:pt x="2755487" y="244697"/>
                  <a:pt x="2753773" y="244697"/>
                </a:cubicBezTo>
                <a:lnTo>
                  <a:pt x="2729389" y="244697"/>
                </a:lnTo>
                <a:cubicBezTo>
                  <a:pt x="2727674" y="244697"/>
                  <a:pt x="2726246" y="246126"/>
                  <a:pt x="2726246" y="247841"/>
                </a:cubicBezTo>
                <a:lnTo>
                  <a:pt x="2726246" y="257651"/>
                </a:lnTo>
                <a:lnTo>
                  <a:pt x="2638139" y="257651"/>
                </a:lnTo>
                <a:cubicBezTo>
                  <a:pt x="2637092" y="253937"/>
                  <a:pt x="2633758" y="251079"/>
                  <a:pt x="2629662" y="251079"/>
                </a:cubicBezTo>
                <a:cubicBezTo>
                  <a:pt x="2624709" y="251079"/>
                  <a:pt x="2620709" y="255080"/>
                  <a:pt x="2620709" y="260033"/>
                </a:cubicBezTo>
                <a:cubicBezTo>
                  <a:pt x="2620709" y="264986"/>
                  <a:pt x="2624709" y="268986"/>
                  <a:pt x="2629662" y="268986"/>
                </a:cubicBezTo>
                <a:cubicBezTo>
                  <a:pt x="2633758" y="268986"/>
                  <a:pt x="2637092" y="266129"/>
                  <a:pt x="2638139" y="262414"/>
                </a:cubicBezTo>
                <a:lnTo>
                  <a:pt x="2726246" y="262414"/>
                </a:lnTo>
                <a:lnTo>
                  <a:pt x="2726246" y="272225"/>
                </a:lnTo>
                <a:cubicBezTo>
                  <a:pt x="2726246" y="273939"/>
                  <a:pt x="2727674" y="275368"/>
                  <a:pt x="2729389" y="275368"/>
                </a:cubicBezTo>
                <a:lnTo>
                  <a:pt x="2753773" y="275368"/>
                </a:lnTo>
                <a:cubicBezTo>
                  <a:pt x="2755487" y="275368"/>
                  <a:pt x="2756916" y="273939"/>
                  <a:pt x="2756916" y="272225"/>
                </a:cubicBezTo>
                <a:lnTo>
                  <a:pt x="2756916" y="262414"/>
                </a:lnTo>
                <a:lnTo>
                  <a:pt x="2909602" y="262414"/>
                </a:lnTo>
                <a:lnTo>
                  <a:pt x="2919698" y="251270"/>
                </a:lnTo>
                <a:lnTo>
                  <a:pt x="2923032" y="255842"/>
                </a:lnTo>
                <a:lnTo>
                  <a:pt x="2966561" y="255842"/>
                </a:lnTo>
                <a:cubicBezTo>
                  <a:pt x="2966847" y="256699"/>
                  <a:pt x="2966942" y="257556"/>
                  <a:pt x="2967419" y="258318"/>
                </a:cubicBezTo>
                <a:cubicBezTo>
                  <a:pt x="2969038" y="261080"/>
                  <a:pt x="2971610" y="263081"/>
                  <a:pt x="2974753" y="263938"/>
                </a:cubicBezTo>
                <a:cubicBezTo>
                  <a:pt x="2975801" y="264224"/>
                  <a:pt x="2976848" y="264319"/>
                  <a:pt x="2977896" y="264319"/>
                </a:cubicBezTo>
                <a:cubicBezTo>
                  <a:pt x="2979992" y="264319"/>
                  <a:pt x="2982087" y="263747"/>
                  <a:pt x="2983897" y="262700"/>
                </a:cubicBezTo>
                <a:cubicBezTo>
                  <a:pt x="2986659" y="261080"/>
                  <a:pt x="2988659" y="258508"/>
                  <a:pt x="2989517" y="255365"/>
                </a:cubicBezTo>
                <a:cubicBezTo>
                  <a:pt x="2989517" y="255080"/>
                  <a:pt x="2989517" y="254889"/>
                  <a:pt x="2989517" y="254603"/>
                </a:cubicBezTo>
                <a:lnTo>
                  <a:pt x="3114770" y="254603"/>
                </a:lnTo>
                <a:cubicBezTo>
                  <a:pt x="3114770" y="254603"/>
                  <a:pt x="3114770" y="249936"/>
                  <a:pt x="3114770" y="249936"/>
                </a:cubicBezTo>
                <a:lnTo>
                  <a:pt x="2989517" y="249936"/>
                </a:lnTo>
                <a:cubicBezTo>
                  <a:pt x="2989231" y="248603"/>
                  <a:pt x="2988945" y="247364"/>
                  <a:pt x="2988278" y="246126"/>
                </a:cubicBezTo>
                <a:cubicBezTo>
                  <a:pt x="2986659" y="243364"/>
                  <a:pt x="2984087" y="241364"/>
                  <a:pt x="2980944" y="240506"/>
                </a:cubicBezTo>
                <a:cubicBezTo>
                  <a:pt x="2977801" y="239649"/>
                  <a:pt x="2974562" y="240125"/>
                  <a:pt x="2971800" y="241745"/>
                </a:cubicBezTo>
                <a:cubicBezTo>
                  <a:pt x="2969133" y="243269"/>
                  <a:pt x="2967323" y="245745"/>
                  <a:pt x="2966371" y="248698"/>
                </a:cubicBezTo>
                <a:lnTo>
                  <a:pt x="2926747" y="248698"/>
                </a:lnTo>
                <a:cubicBezTo>
                  <a:pt x="2926747" y="248698"/>
                  <a:pt x="2924651" y="245745"/>
                  <a:pt x="2924651" y="245745"/>
                </a:cubicBezTo>
                <a:lnTo>
                  <a:pt x="2936843" y="232220"/>
                </a:lnTo>
                <a:lnTo>
                  <a:pt x="2936843" y="95"/>
                </a:lnTo>
                <a:lnTo>
                  <a:pt x="2932081" y="95"/>
                </a:lnTo>
                <a:lnTo>
                  <a:pt x="2932081" y="230410"/>
                </a:lnTo>
                <a:cubicBezTo>
                  <a:pt x="2932081" y="230410"/>
                  <a:pt x="2921889" y="241840"/>
                  <a:pt x="2921889" y="241840"/>
                </a:cubicBezTo>
                <a:lnTo>
                  <a:pt x="2917603" y="235934"/>
                </a:lnTo>
                <a:lnTo>
                  <a:pt x="2917603" y="95"/>
                </a:lnTo>
                <a:lnTo>
                  <a:pt x="2910459" y="95"/>
                </a:lnTo>
                <a:close/>
                <a:moveTo>
                  <a:pt x="2754630" y="272225"/>
                </a:moveTo>
                <a:cubicBezTo>
                  <a:pt x="2754630" y="272225"/>
                  <a:pt x="2754249" y="272987"/>
                  <a:pt x="2753868" y="272987"/>
                </a:cubicBezTo>
                <a:lnTo>
                  <a:pt x="2729484" y="272987"/>
                </a:lnTo>
                <a:cubicBezTo>
                  <a:pt x="2729484" y="272987"/>
                  <a:pt x="2728722" y="272606"/>
                  <a:pt x="2728722" y="272225"/>
                </a:cubicBezTo>
                <a:lnTo>
                  <a:pt x="2728722" y="247841"/>
                </a:lnTo>
                <a:cubicBezTo>
                  <a:pt x="2728722" y="247841"/>
                  <a:pt x="2729103" y="247079"/>
                  <a:pt x="2729484" y="247079"/>
                </a:cubicBezTo>
                <a:lnTo>
                  <a:pt x="2753868" y="247079"/>
                </a:lnTo>
                <a:cubicBezTo>
                  <a:pt x="2753868" y="247079"/>
                  <a:pt x="2754630" y="247460"/>
                  <a:pt x="2754630" y="247841"/>
                </a:cubicBezTo>
                <a:lnTo>
                  <a:pt x="2754630" y="272225"/>
                </a:lnTo>
                <a:close/>
                <a:moveTo>
                  <a:pt x="2970752" y="250412"/>
                </a:moveTo>
                <a:cubicBezTo>
                  <a:pt x="2971229" y="248507"/>
                  <a:pt x="2972467" y="246983"/>
                  <a:pt x="2974181" y="245936"/>
                </a:cubicBezTo>
                <a:cubicBezTo>
                  <a:pt x="2975324" y="245269"/>
                  <a:pt x="2976563" y="244983"/>
                  <a:pt x="2977801" y="244983"/>
                </a:cubicBezTo>
                <a:cubicBezTo>
                  <a:pt x="2978468" y="244983"/>
                  <a:pt x="2979039" y="244983"/>
                  <a:pt x="2979706" y="245269"/>
                </a:cubicBezTo>
                <a:cubicBezTo>
                  <a:pt x="2981611" y="245745"/>
                  <a:pt x="2983135" y="246983"/>
                  <a:pt x="2984183" y="248698"/>
                </a:cubicBezTo>
                <a:cubicBezTo>
                  <a:pt x="2985135" y="250412"/>
                  <a:pt x="2985421" y="252413"/>
                  <a:pt x="2984945" y="254222"/>
                </a:cubicBezTo>
                <a:cubicBezTo>
                  <a:pt x="2984468" y="256127"/>
                  <a:pt x="2983230" y="257651"/>
                  <a:pt x="2981516" y="258699"/>
                </a:cubicBezTo>
                <a:cubicBezTo>
                  <a:pt x="2979801" y="259652"/>
                  <a:pt x="2977801" y="259937"/>
                  <a:pt x="2975991" y="259461"/>
                </a:cubicBezTo>
                <a:cubicBezTo>
                  <a:pt x="2974086" y="258985"/>
                  <a:pt x="2972562" y="257747"/>
                  <a:pt x="2971514" y="256032"/>
                </a:cubicBezTo>
                <a:cubicBezTo>
                  <a:pt x="2970562" y="254318"/>
                  <a:pt x="2970276" y="252317"/>
                  <a:pt x="2970752" y="250508"/>
                </a:cubicBezTo>
                <a:close/>
                <a:moveTo>
                  <a:pt x="409289" y="2239709"/>
                </a:moveTo>
                <a:lnTo>
                  <a:pt x="405860" y="2236375"/>
                </a:lnTo>
                <a:lnTo>
                  <a:pt x="412718" y="2229326"/>
                </a:lnTo>
                <a:lnTo>
                  <a:pt x="416147" y="2232660"/>
                </a:lnTo>
                <a:lnTo>
                  <a:pt x="409289" y="2239709"/>
                </a:lnTo>
                <a:close/>
                <a:moveTo>
                  <a:pt x="374904" y="4854512"/>
                </a:moveTo>
                <a:cubicBezTo>
                  <a:pt x="374904" y="4858417"/>
                  <a:pt x="371761" y="4861560"/>
                  <a:pt x="367856" y="4861560"/>
                </a:cubicBezTo>
                <a:cubicBezTo>
                  <a:pt x="363950" y="4861560"/>
                  <a:pt x="360807" y="4858417"/>
                  <a:pt x="360807" y="4854512"/>
                </a:cubicBezTo>
                <a:cubicBezTo>
                  <a:pt x="360807" y="4850606"/>
                  <a:pt x="363950" y="4847463"/>
                  <a:pt x="367856" y="4847463"/>
                </a:cubicBezTo>
                <a:cubicBezTo>
                  <a:pt x="371761" y="4847463"/>
                  <a:pt x="374904" y="4850606"/>
                  <a:pt x="374904" y="4854512"/>
                </a:cubicBezTo>
                <a:close/>
                <a:moveTo>
                  <a:pt x="436912" y="4844987"/>
                </a:moveTo>
                <a:cubicBezTo>
                  <a:pt x="436912" y="4848892"/>
                  <a:pt x="433769" y="4852035"/>
                  <a:pt x="429863" y="4852035"/>
                </a:cubicBezTo>
                <a:cubicBezTo>
                  <a:pt x="425958" y="4852035"/>
                  <a:pt x="422815" y="4848892"/>
                  <a:pt x="422815" y="4844987"/>
                </a:cubicBezTo>
                <a:cubicBezTo>
                  <a:pt x="422815" y="4841081"/>
                  <a:pt x="425958" y="4837938"/>
                  <a:pt x="429863" y="4837938"/>
                </a:cubicBezTo>
                <a:cubicBezTo>
                  <a:pt x="433769" y="4837938"/>
                  <a:pt x="436912" y="4841081"/>
                  <a:pt x="436912" y="4844987"/>
                </a:cubicBezTo>
                <a:close/>
                <a:moveTo>
                  <a:pt x="77724" y="62675"/>
                </a:moveTo>
                <a:cubicBezTo>
                  <a:pt x="82582" y="62675"/>
                  <a:pt x="86582" y="59246"/>
                  <a:pt x="87630" y="54674"/>
                </a:cubicBezTo>
                <a:lnTo>
                  <a:pt x="133731" y="54674"/>
                </a:lnTo>
                <a:lnTo>
                  <a:pt x="146685" y="46673"/>
                </a:lnTo>
                <a:lnTo>
                  <a:pt x="170688" y="46673"/>
                </a:lnTo>
                <a:cubicBezTo>
                  <a:pt x="171831" y="51245"/>
                  <a:pt x="175736" y="54674"/>
                  <a:pt x="180594" y="54674"/>
                </a:cubicBezTo>
                <a:cubicBezTo>
                  <a:pt x="186309" y="54674"/>
                  <a:pt x="190976" y="50006"/>
                  <a:pt x="190976" y="44291"/>
                </a:cubicBezTo>
                <a:cubicBezTo>
                  <a:pt x="190976" y="38576"/>
                  <a:pt x="186309" y="33909"/>
                  <a:pt x="180594" y="33909"/>
                </a:cubicBezTo>
                <a:cubicBezTo>
                  <a:pt x="175736" y="33909"/>
                  <a:pt x="171736" y="37338"/>
                  <a:pt x="170688" y="41910"/>
                </a:cubicBezTo>
                <a:lnTo>
                  <a:pt x="145352" y="41910"/>
                </a:lnTo>
                <a:lnTo>
                  <a:pt x="132398" y="49911"/>
                </a:lnTo>
                <a:lnTo>
                  <a:pt x="87630" y="49911"/>
                </a:lnTo>
                <a:cubicBezTo>
                  <a:pt x="86487" y="45339"/>
                  <a:pt x="82582" y="41910"/>
                  <a:pt x="77724" y="41910"/>
                </a:cubicBezTo>
                <a:cubicBezTo>
                  <a:pt x="72009" y="41910"/>
                  <a:pt x="67342" y="46577"/>
                  <a:pt x="67342" y="52292"/>
                </a:cubicBezTo>
                <a:cubicBezTo>
                  <a:pt x="67342" y="58007"/>
                  <a:pt x="72009" y="62675"/>
                  <a:pt x="77724" y="62675"/>
                </a:cubicBezTo>
                <a:close/>
                <a:moveTo>
                  <a:pt x="180594" y="38576"/>
                </a:moveTo>
                <a:cubicBezTo>
                  <a:pt x="183737" y="38576"/>
                  <a:pt x="186214" y="41148"/>
                  <a:pt x="186214" y="44196"/>
                </a:cubicBezTo>
                <a:cubicBezTo>
                  <a:pt x="186214" y="47244"/>
                  <a:pt x="183642" y="49816"/>
                  <a:pt x="180594" y="49816"/>
                </a:cubicBezTo>
                <a:cubicBezTo>
                  <a:pt x="177546" y="49816"/>
                  <a:pt x="174974" y="47244"/>
                  <a:pt x="174974" y="44196"/>
                </a:cubicBezTo>
                <a:cubicBezTo>
                  <a:pt x="174974" y="41148"/>
                  <a:pt x="177546" y="38576"/>
                  <a:pt x="180594" y="38576"/>
                </a:cubicBezTo>
                <a:close/>
                <a:moveTo>
                  <a:pt x="77724" y="46673"/>
                </a:moveTo>
                <a:cubicBezTo>
                  <a:pt x="80867" y="46673"/>
                  <a:pt x="83344" y="49244"/>
                  <a:pt x="83344" y="52292"/>
                </a:cubicBezTo>
                <a:cubicBezTo>
                  <a:pt x="83344" y="55340"/>
                  <a:pt x="80772" y="57912"/>
                  <a:pt x="77724" y="57912"/>
                </a:cubicBezTo>
                <a:cubicBezTo>
                  <a:pt x="74676" y="57912"/>
                  <a:pt x="72104" y="55340"/>
                  <a:pt x="72104" y="52292"/>
                </a:cubicBezTo>
                <a:cubicBezTo>
                  <a:pt x="72104" y="49244"/>
                  <a:pt x="74676" y="46673"/>
                  <a:pt x="77724" y="46673"/>
                </a:cubicBezTo>
                <a:close/>
                <a:moveTo>
                  <a:pt x="457390" y="2190369"/>
                </a:moveTo>
                <a:lnTo>
                  <a:pt x="450533" y="2197418"/>
                </a:lnTo>
                <a:lnTo>
                  <a:pt x="447104" y="2194084"/>
                </a:lnTo>
                <a:lnTo>
                  <a:pt x="453962" y="2187035"/>
                </a:lnTo>
                <a:lnTo>
                  <a:pt x="457390" y="2190369"/>
                </a:lnTo>
                <a:close/>
                <a:moveTo>
                  <a:pt x="3108198" y="4923854"/>
                </a:moveTo>
                <a:lnTo>
                  <a:pt x="3114770" y="4923854"/>
                </a:lnTo>
                <a:cubicBezTo>
                  <a:pt x="3114770" y="4923854"/>
                  <a:pt x="3114770" y="4919091"/>
                  <a:pt x="3114770" y="4919091"/>
                </a:cubicBezTo>
                <a:lnTo>
                  <a:pt x="3110008" y="4919091"/>
                </a:lnTo>
                <a:cubicBezTo>
                  <a:pt x="3110008" y="4919091"/>
                  <a:pt x="3096101" y="4906804"/>
                  <a:pt x="3096101" y="4906804"/>
                </a:cubicBezTo>
                <a:lnTo>
                  <a:pt x="3096101" y="4812887"/>
                </a:lnTo>
                <a:cubicBezTo>
                  <a:pt x="3100673" y="4811745"/>
                  <a:pt x="3104102" y="4807839"/>
                  <a:pt x="3104102" y="4802981"/>
                </a:cubicBezTo>
                <a:cubicBezTo>
                  <a:pt x="3104102" y="4797267"/>
                  <a:pt x="3099435" y="4792599"/>
                  <a:pt x="3093720" y="4792599"/>
                </a:cubicBezTo>
                <a:cubicBezTo>
                  <a:pt x="3088005" y="4792599"/>
                  <a:pt x="3083338" y="4797267"/>
                  <a:pt x="3083338" y="4802981"/>
                </a:cubicBezTo>
                <a:cubicBezTo>
                  <a:pt x="3083338" y="4807839"/>
                  <a:pt x="3086767" y="4811840"/>
                  <a:pt x="3091339" y="4812887"/>
                </a:cubicBezTo>
                <a:lnTo>
                  <a:pt x="3091339" y="4908899"/>
                </a:lnTo>
                <a:lnTo>
                  <a:pt x="3108198" y="4923758"/>
                </a:lnTo>
                <a:close/>
                <a:moveTo>
                  <a:pt x="3088005" y="4803077"/>
                </a:moveTo>
                <a:cubicBezTo>
                  <a:pt x="3088005" y="4799934"/>
                  <a:pt x="3090577" y="4797457"/>
                  <a:pt x="3093625" y="4797457"/>
                </a:cubicBezTo>
                <a:cubicBezTo>
                  <a:pt x="3096673" y="4797457"/>
                  <a:pt x="3099245" y="4800029"/>
                  <a:pt x="3099245" y="4803077"/>
                </a:cubicBezTo>
                <a:cubicBezTo>
                  <a:pt x="3099245" y="4806125"/>
                  <a:pt x="3096673" y="4808696"/>
                  <a:pt x="3093625" y="4808696"/>
                </a:cubicBezTo>
                <a:cubicBezTo>
                  <a:pt x="3090577" y="4808696"/>
                  <a:pt x="3088005" y="4806125"/>
                  <a:pt x="3088005" y="4803077"/>
                </a:cubicBezTo>
                <a:close/>
                <a:moveTo>
                  <a:pt x="615791" y="1963103"/>
                </a:moveTo>
                <a:cubicBezTo>
                  <a:pt x="608362" y="1963103"/>
                  <a:pt x="602361" y="1969103"/>
                  <a:pt x="602361" y="1976533"/>
                </a:cubicBezTo>
                <a:cubicBezTo>
                  <a:pt x="602361" y="1982724"/>
                  <a:pt x="606552" y="1987868"/>
                  <a:pt x="612267" y="1989487"/>
                </a:cubicBezTo>
                <a:lnTo>
                  <a:pt x="612267" y="1992440"/>
                </a:lnTo>
                <a:lnTo>
                  <a:pt x="619411" y="1992440"/>
                </a:lnTo>
                <a:lnTo>
                  <a:pt x="619411" y="1989487"/>
                </a:lnTo>
                <a:cubicBezTo>
                  <a:pt x="625126" y="1987868"/>
                  <a:pt x="629317" y="1982724"/>
                  <a:pt x="629317" y="1976533"/>
                </a:cubicBezTo>
                <a:cubicBezTo>
                  <a:pt x="629317" y="1969103"/>
                  <a:pt x="623316" y="1963103"/>
                  <a:pt x="615887" y="1963103"/>
                </a:cubicBezTo>
                <a:close/>
                <a:moveTo>
                  <a:pt x="615791" y="1985296"/>
                </a:moveTo>
                <a:cubicBezTo>
                  <a:pt x="611029" y="1985296"/>
                  <a:pt x="607124" y="1981391"/>
                  <a:pt x="607124" y="1976628"/>
                </a:cubicBezTo>
                <a:cubicBezTo>
                  <a:pt x="607124" y="1971866"/>
                  <a:pt x="611029" y="1967960"/>
                  <a:pt x="615791" y="1967960"/>
                </a:cubicBezTo>
                <a:cubicBezTo>
                  <a:pt x="620554" y="1967960"/>
                  <a:pt x="624459" y="1971866"/>
                  <a:pt x="624459" y="1976628"/>
                </a:cubicBezTo>
                <a:cubicBezTo>
                  <a:pt x="624459" y="1981391"/>
                  <a:pt x="620554" y="1985296"/>
                  <a:pt x="615791" y="1985296"/>
                </a:cubicBezTo>
                <a:close/>
                <a:moveTo>
                  <a:pt x="603504" y="2207038"/>
                </a:moveTo>
                <a:lnTo>
                  <a:pt x="609695" y="2200656"/>
                </a:lnTo>
                <a:lnTo>
                  <a:pt x="613124" y="2203990"/>
                </a:lnTo>
                <a:lnTo>
                  <a:pt x="606933" y="2210372"/>
                </a:lnTo>
                <a:lnTo>
                  <a:pt x="603504" y="2207038"/>
                </a:lnTo>
                <a:close/>
                <a:moveTo>
                  <a:pt x="50673" y="100965"/>
                </a:moveTo>
                <a:cubicBezTo>
                  <a:pt x="50102" y="100965"/>
                  <a:pt x="49530" y="101156"/>
                  <a:pt x="49054" y="101632"/>
                </a:cubicBezTo>
                <a:lnTo>
                  <a:pt x="27623" y="121730"/>
                </a:lnTo>
                <a:cubicBezTo>
                  <a:pt x="27146" y="122206"/>
                  <a:pt x="26861" y="122777"/>
                  <a:pt x="26861" y="123444"/>
                </a:cubicBezTo>
                <a:lnTo>
                  <a:pt x="26861" y="145923"/>
                </a:lnTo>
                <a:lnTo>
                  <a:pt x="21336" y="145923"/>
                </a:lnTo>
                <a:cubicBezTo>
                  <a:pt x="17431" y="145923"/>
                  <a:pt x="14097" y="149257"/>
                  <a:pt x="14097" y="153162"/>
                </a:cubicBezTo>
                <a:lnTo>
                  <a:pt x="14097" y="168974"/>
                </a:lnTo>
                <a:cubicBezTo>
                  <a:pt x="14097" y="172974"/>
                  <a:pt x="17336" y="176213"/>
                  <a:pt x="21336" y="176213"/>
                </a:cubicBezTo>
                <a:lnTo>
                  <a:pt x="26861" y="176213"/>
                </a:lnTo>
                <a:lnTo>
                  <a:pt x="26861" y="196596"/>
                </a:lnTo>
                <a:cubicBezTo>
                  <a:pt x="26861" y="197263"/>
                  <a:pt x="27146" y="197930"/>
                  <a:pt x="27623" y="198311"/>
                </a:cubicBezTo>
                <a:lnTo>
                  <a:pt x="49054" y="218408"/>
                </a:lnTo>
                <a:cubicBezTo>
                  <a:pt x="49054" y="218408"/>
                  <a:pt x="50102" y="219075"/>
                  <a:pt x="50673" y="219075"/>
                </a:cubicBezTo>
                <a:lnTo>
                  <a:pt x="80677" y="219075"/>
                </a:lnTo>
                <a:cubicBezTo>
                  <a:pt x="81820" y="223647"/>
                  <a:pt x="85725" y="227076"/>
                  <a:pt x="90583" y="227076"/>
                </a:cubicBezTo>
                <a:cubicBezTo>
                  <a:pt x="96298" y="227076"/>
                  <a:pt x="100965" y="222409"/>
                  <a:pt x="100965" y="216694"/>
                </a:cubicBezTo>
                <a:cubicBezTo>
                  <a:pt x="100965" y="210979"/>
                  <a:pt x="96298" y="206312"/>
                  <a:pt x="90583" y="206312"/>
                </a:cubicBezTo>
                <a:cubicBezTo>
                  <a:pt x="85725" y="206312"/>
                  <a:pt x="81725" y="209741"/>
                  <a:pt x="80677" y="214313"/>
                </a:cubicBezTo>
                <a:lnTo>
                  <a:pt x="51626" y="214313"/>
                </a:lnTo>
                <a:lnTo>
                  <a:pt x="31623" y="195548"/>
                </a:lnTo>
                <a:lnTo>
                  <a:pt x="31623" y="176213"/>
                </a:lnTo>
                <a:lnTo>
                  <a:pt x="37148" y="176213"/>
                </a:lnTo>
                <a:cubicBezTo>
                  <a:pt x="41148" y="176213"/>
                  <a:pt x="44387" y="172974"/>
                  <a:pt x="44387" y="168974"/>
                </a:cubicBezTo>
                <a:lnTo>
                  <a:pt x="44387" y="153162"/>
                </a:lnTo>
                <a:cubicBezTo>
                  <a:pt x="44387" y="149162"/>
                  <a:pt x="41148" y="145923"/>
                  <a:pt x="37148" y="145923"/>
                </a:cubicBezTo>
                <a:lnTo>
                  <a:pt x="31623" y="145923"/>
                </a:lnTo>
                <a:lnTo>
                  <a:pt x="31623" y="124492"/>
                </a:lnTo>
                <a:lnTo>
                  <a:pt x="51626" y="105728"/>
                </a:lnTo>
                <a:lnTo>
                  <a:pt x="80677" y="105728"/>
                </a:lnTo>
                <a:cubicBezTo>
                  <a:pt x="81820" y="110395"/>
                  <a:pt x="85725" y="113919"/>
                  <a:pt x="90583" y="113919"/>
                </a:cubicBezTo>
                <a:cubicBezTo>
                  <a:pt x="96298" y="113919"/>
                  <a:pt x="100965" y="109252"/>
                  <a:pt x="100965" y="103537"/>
                </a:cubicBezTo>
                <a:cubicBezTo>
                  <a:pt x="100965" y="97822"/>
                  <a:pt x="96298" y="93155"/>
                  <a:pt x="90583" y="93155"/>
                </a:cubicBezTo>
                <a:cubicBezTo>
                  <a:pt x="85725" y="93155"/>
                  <a:pt x="81725" y="96584"/>
                  <a:pt x="80677" y="101156"/>
                </a:cubicBezTo>
                <a:lnTo>
                  <a:pt x="50673" y="101156"/>
                </a:lnTo>
                <a:cubicBezTo>
                  <a:pt x="50673" y="101156"/>
                  <a:pt x="50673" y="101060"/>
                  <a:pt x="50673" y="101060"/>
                </a:cubicBezTo>
                <a:close/>
                <a:moveTo>
                  <a:pt x="90583" y="210979"/>
                </a:moveTo>
                <a:cubicBezTo>
                  <a:pt x="93726" y="210979"/>
                  <a:pt x="96203" y="213551"/>
                  <a:pt x="96203" y="216599"/>
                </a:cubicBezTo>
                <a:cubicBezTo>
                  <a:pt x="96203" y="219647"/>
                  <a:pt x="93631" y="222218"/>
                  <a:pt x="90583" y="222218"/>
                </a:cubicBezTo>
                <a:cubicBezTo>
                  <a:pt x="87535" y="222218"/>
                  <a:pt x="84963" y="219647"/>
                  <a:pt x="84963" y="216599"/>
                </a:cubicBezTo>
                <a:cubicBezTo>
                  <a:pt x="84963" y="213551"/>
                  <a:pt x="87535" y="210979"/>
                  <a:pt x="90583" y="210979"/>
                </a:cubicBezTo>
                <a:close/>
                <a:moveTo>
                  <a:pt x="37148" y="149828"/>
                </a:moveTo>
                <a:cubicBezTo>
                  <a:pt x="38957" y="149828"/>
                  <a:pt x="40481" y="151257"/>
                  <a:pt x="40481" y="153067"/>
                </a:cubicBezTo>
                <a:lnTo>
                  <a:pt x="40481" y="168878"/>
                </a:lnTo>
                <a:cubicBezTo>
                  <a:pt x="40481" y="170688"/>
                  <a:pt x="39053" y="172117"/>
                  <a:pt x="37148" y="172117"/>
                </a:cubicBezTo>
                <a:lnTo>
                  <a:pt x="21336" y="172117"/>
                </a:lnTo>
                <a:cubicBezTo>
                  <a:pt x="19526" y="172117"/>
                  <a:pt x="18098" y="170688"/>
                  <a:pt x="18098" y="168878"/>
                </a:cubicBezTo>
                <a:lnTo>
                  <a:pt x="18098" y="153067"/>
                </a:lnTo>
                <a:cubicBezTo>
                  <a:pt x="18098" y="151257"/>
                  <a:pt x="19526" y="149828"/>
                  <a:pt x="21336" y="149828"/>
                </a:cubicBezTo>
                <a:lnTo>
                  <a:pt x="37148" y="149828"/>
                </a:lnTo>
                <a:close/>
                <a:moveTo>
                  <a:pt x="90583" y="97822"/>
                </a:moveTo>
                <a:cubicBezTo>
                  <a:pt x="93726" y="97822"/>
                  <a:pt x="96203" y="100394"/>
                  <a:pt x="96203" y="103442"/>
                </a:cubicBezTo>
                <a:cubicBezTo>
                  <a:pt x="96203" y="106490"/>
                  <a:pt x="93631" y="109061"/>
                  <a:pt x="90583" y="109061"/>
                </a:cubicBezTo>
                <a:cubicBezTo>
                  <a:pt x="87535" y="109061"/>
                  <a:pt x="84963" y="106490"/>
                  <a:pt x="84963" y="103442"/>
                </a:cubicBezTo>
                <a:cubicBezTo>
                  <a:pt x="84963" y="100394"/>
                  <a:pt x="87535" y="97822"/>
                  <a:pt x="90583" y="97822"/>
                </a:cubicBezTo>
                <a:close/>
                <a:moveTo>
                  <a:pt x="2879693" y="4583335"/>
                </a:moveTo>
                <a:lnTo>
                  <a:pt x="2879693" y="4596384"/>
                </a:lnTo>
                <a:cubicBezTo>
                  <a:pt x="2879693" y="4598385"/>
                  <a:pt x="2881313" y="4600004"/>
                  <a:pt x="2883313" y="4600004"/>
                </a:cubicBezTo>
                <a:lnTo>
                  <a:pt x="2912840" y="4600004"/>
                </a:lnTo>
                <a:cubicBezTo>
                  <a:pt x="2914841" y="4600004"/>
                  <a:pt x="2916460" y="4598385"/>
                  <a:pt x="2916460" y="4596384"/>
                </a:cubicBezTo>
                <a:lnTo>
                  <a:pt x="2916460" y="4583335"/>
                </a:lnTo>
                <a:cubicBezTo>
                  <a:pt x="2916460" y="4581335"/>
                  <a:pt x="2914841" y="4579715"/>
                  <a:pt x="2912840" y="4579715"/>
                </a:cubicBezTo>
                <a:lnTo>
                  <a:pt x="2912459" y="4579715"/>
                </a:lnTo>
                <a:cubicBezTo>
                  <a:pt x="2911602" y="4577048"/>
                  <a:pt x="2907125" y="4576382"/>
                  <a:pt x="2898553" y="4575429"/>
                </a:cubicBezTo>
                <a:cubicBezTo>
                  <a:pt x="2897410" y="4575334"/>
                  <a:pt x="2896172" y="4575144"/>
                  <a:pt x="2894934" y="4575048"/>
                </a:cubicBezTo>
                <a:cubicBezTo>
                  <a:pt x="2896172" y="4574858"/>
                  <a:pt x="2897505" y="4574762"/>
                  <a:pt x="2898553" y="4574572"/>
                </a:cubicBezTo>
                <a:cubicBezTo>
                  <a:pt x="2908078" y="4573429"/>
                  <a:pt x="2912840" y="4572953"/>
                  <a:pt x="2912840" y="4569429"/>
                </a:cubicBezTo>
                <a:cubicBezTo>
                  <a:pt x="2912840" y="4565904"/>
                  <a:pt x="2908078" y="4565333"/>
                  <a:pt x="2898553" y="4564285"/>
                </a:cubicBezTo>
                <a:cubicBezTo>
                  <a:pt x="2897410" y="4564190"/>
                  <a:pt x="2896172" y="4563999"/>
                  <a:pt x="2894934" y="4563904"/>
                </a:cubicBezTo>
                <a:cubicBezTo>
                  <a:pt x="2896172" y="4563713"/>
                  <a:pt x="2897505" y="4563618"/>
                  <a:pt x="2898553" y="4563428"/>
                </a:cubicBezTo>
                <a:cubicBezTo>
                  <a:pt x="2908078" y="4562285"/>
                  <a:pt x="2912840" y="4561809"/>
                  <a:pt x="2912840" y="4558284"/>
                </a:cubicBezTo>
                <a:cubicBezTo>
                  <a:pt x="2912840" y="4554760"/>
                  <a:pt x="2908078" y="4554188"/>
                  <a:pt x="2898553" y="4553141"/>
                </a:cubicBezTo>
                <a:cubicBezTo>
                  <a:pt x="2897505" y="4553045"/>
                  <a:pt x="2896172" y="4552855"/>
                  <a:pt x="2894934" y="4552760"/>
                </a:cubicBezTo>
                <a:cubicBezTo>
                  <a:pt x="2896172" y="4552569"/>
                  <a:pt x="2897410" y="4552474"/>
                  <a:pt x="2898553" y="4552379"/>
                </a:cubicBezTo>
                <a:cubicBezTo>
                  <a:pt x="2908078" y="4551236"/>
                  <a:pt x="2912840" y="4550760"/>
                  <a:pt x="2912840" y="4547235"/>
                </a:cubicBezTo>
                <a:cubicBezTo>
                  <a:pt x="2912840" y="4543711"/>
                  <a:pt x="2908078" y="4543139"/>
                  <a:pt x="2898553" y="4542092"/>
                </a:cubicBezTo>
                <a:cubicBezTo>
                  <a:pt x="2897410" y="4541996"/>
                  <a:pt x="2896172" y="4541806"/>
                  <a:pt x="2894934" y="4541711"/>
                </a:cubicBezTo>
                <a:cubicBezTo>
                  <a:pt x="2896172" y="4541520"/>
                  <a:pt x="2897410" y="4541425"/>
                  <a:pt x="2898553" y="4541235"/>
                </a:cubicBezTo>
                <a:cubicBezTo>
                  <a:pt x="2908078" y="4540092"/>
                  <a:pt x="2912840" y="4539615"/>
                  <a:pt x="2912840" y="4536091"/>
                </a:cubicBezTo>
                <a:cubicBezTo>
                  <a:pt x="2912840" y="4532567"/>
                  <a:pt x="2908078" y="4531995"/>
                  <a:pt x="2898553" y="4530947"/>
                </a:cubicBezTo>
                <a:cubicBezTo>
                  <a:pt x="2897410" y="4530852"/>
                  <a:pt x="2896172" y="4530662"/>
                  <a:pt x="2894934" y="4530567"/>
                </a:cubicBezTo>
                <a:cubicBezTo>
                  <a:pt x="2896172" y="4530376"/>
                  <a:pt x="2897505" y="4530281"/>
                  <a:pt x="2898553" y="4530090"/>
                </a:cubicBezTo>
                <a:cubicBezTo>
                  <a:pt x="2908078" y="4528947"/>
                  <a:pt x="2912840" y="4528376"/>
                  <a:pt x="2912840" y="4524947"/>
                </a:cubicBezTo>
                <a:cubicBezTo>
                  <a:pt x="2912840" y="4521422"/>
                  <a:pt x="2908078" y="4520851"/>
                  <a:pt x="2898553" y="4519803"/>
                </a:cubicBezTo>
                <a:cubicBezTo>
                  <a:pt x="2897505" y="4519708"/>
                  <a:pt x="2896267" y="4519518"/>
                  <a:pt x="2894934" y="4519422"/>
                </a:cubicBezTo>
                <a:cubicBezTo>
                  <a:pt x="2896172" y="4519232"/>
                  <a:pt x="2897410" y="4519137"/>
                  <a:pt x="2898553" y="4519041"/>
                </a:cubicBezTo>
                <a:cubicBezTo>
                  <a:pt x="2908078" y="4517898"/>
                  <a:pt x="2912840" y="4517422"/>
                  <a:pt x="2912840" y="4513898"/>
                </a:cubicBezTo>
                <a:cubicBezTo>
                  <a:pt x="2912840" y="4510373"/>
                  <a:pt x="2908078" y="4509897"/>
                  <a:pt x="2898553" y="4508754"/>
                </a:cubicBezTo>
                <a:cubicBezTo>
                  <a:pt x="2897505" y="4508659"/>
                  <a:pt x="2896267" y="4508469"/>
                  <a:pt x="2895029" y="4508373"/>
                </a:cubicBezTo>
                <a:cubicBezTo>
                  <a:pt x="2896267" y="4508183"/>
                  <a:pt x="2897505" y="4508087"/>
                  <a:pt x="2898553" y="4507992"/>
                </a:cubicBezTo>
                <a:cubicBezTo>
                  <a:pt x="2908078" y="4506849"/>
                  <a:pt x="2912840" y="4506373"/>
                  <a:pt x="2912840" y="4502849"/>
                </a:cubicBezTo>
                <a:cubicBezTo>
                  <a:pt x="2912840" y="4499324"/>
                  <a:pt x="2908078" y="4498753"/>
                  <a:pt x="2898553" y="4497705"/>
                </a:cubicBezTo>
                <a:cubicBezTo>
                  <a:pt x="2897505" y="4497610"/>
                  <a:pt x="2896267" y="4497420"/>
                  <a:pt x="2895029" y="4497324"/>
                </a:cubicBezTo>
                <a:cubicBezTo>
                  <a:pt x="2896267" y="4497134"/>
                  <a:pt x="2897505" y="4497038"/>
                  <a:pt x="2898553" y="4496943"/>
                </a:cubicBezTo>
                <a:cubicBezTo>
                  <a:pt x="2908078" y="4495800"/>
                  <a:pt x="2912840" y="4495324"/>
                  <a:pt x="2912840" y="4491800"/>
                </a:cubicBezTo>
                <a:cubicBezTo>
                  <a:pt x="2912840" y="4488276"/>
                  <a:pt x="2908078" y="4487704"/>
                  <a:pt x="2898553" y="4486656"/>
                </a:cubicBezTo>
                <a:cubicBezTo>
                  <a:pt x="2897410" y="4486561"/>
                  <a:pt x="2896172" y="4486370"/>
                  <a:pt x="2894838" y="4486180"/>
                </a:cubicBezTo>
                <a:cubicBezTo>
                  <a:pt x="2896172" y="4485989"/>
                  <a:pt x="2897410" y="4485894"/>
                  <a:pt x="2898553" y="4485704"/>
                </a:cubicBezTo>
                <a:cubicBezTo>
                  <a:pt x="2908078" y="4484561"/>
                  <a:pt x="2912840" y="4484085"/>
                  <a:pt x="2912840" y="4480560"/>
                </a:cubicBezTo>
                <a:cubicBezTo>
                  <a:pt x="2912840" y="4477036"/>
                  <a:pt x="2908078" y="4476464"/>
                  <a:pt x="2898553" y="4475417"/>
                </a:cubicBezTo>
                <a:cubicBezTo>
                  <a:pt x="2897410" y="4475321"/>
                  <a:pt x="2896172" y="4475131"/>
                  <a:pt x="2894934" y="4475036"/>
                </a:cubicBezTo>
                <a:cubicBezTo>
                  <a:pt x="2896172" y="4474845"/>
                  <a:pt x="2897505" y="4474750"/>
                  <a:pt x="2898553" y="4474560"/>
                </a:cubicBezTo>
                <a:cubicBezTo>
                  <a:pt x="2908078" y="4473417"/>
                  <a:pt x="2912840" y="4472940"/>
                  <a:pt x="2912840" y="4469416"/>
                </a:cubicBezTo>
                <a:cubicBezTo>
                  <a:pt x="2912840" y="4465892"/>
                  <a:pt x="2908078" y="4465320"/>
                  <a:pt x="2898553" y="4464272"/>
                </a:cubicBezTo>
                <a:cubicBezTo>
                  <a:pt x="2897410" y="4464177"/>
                  <a:pt x="2896172" y="4463987"/>
                  <a:pt x="2894838" y="4463796"/>
                </a:cubicBezTo>
                <a:cubicBezTo>
                  <a:pt x="2896172" y="4463606"/>
                  <a:pt x="2897410" y="4463511"/>
                  <a:pt x="2898553" y="4463320"/>
                </a:cubicBezTo>
                <a:cubicBezTo>
                  <a:pt x="2908078" y="4462177"/>
                  <a:pt x="2912840" y="4461605"/>
                  <a:pt x="2912840" y="4458081"/>
                </a:cubicBezTo>
                <a:cubicBezTo>
                  <a:pt x="2912840" y="4454557"/>
                  <a:pt x="2908078" y="4453986"/>
                  <a:pt x="2898553" y="4452938"/>
                </a:cubicBezTo>
                <a:cubicBezTo>
                  <a:pt x="2897410" y="4452843"/>
                  <a:pt x="2896172" y="4452652"/>
                  <a:pt x="2894838" y="4452557"/>
                </a:cubicBezTo>
                <a:cubicBezTo>
                  <a:pt x="2896076" y="4452366"/>
                  <a:pt x="2897410" y="4452271"/>
                  <a:pt x="2898553" y="4452080"/>
                </a:cubicBezTo>
                <a:cubicBezTo>
                  <a:pt x="2908078" y="4450937"/>
                  <a:pt x="2912840" y="4450366"/>
                  <a:pt x="2912840" y="4446842"/>
                </a:cubicBezTo>
                <a:cubicBezTo>
                  <a:pt x="2912840" y="4443318"/>
                  <a:pt x="2908078" y="4442746"/>
                  <a:pt x="2898553" y="4441698"/>
                </a:cubicBezTo>
                <a:cubicBezTo>
                  <a:pt x="2897410" y="4441603"/>
                  <a:pt x="2896172" y="4441412"/>
                  <a:pt x="2894838" y="4441222"/>
                </a:cubicBezTo>
                <a:cubicBezTo>
                  <a:pt x="2896076" y="4441031"/>
                  <a:pt x="2897410" y="4440936"/>
                  <a:pt x="2898553" y="4440746"/>
                </a:cubicBezTo>
                <a:cubicBezTo>
                  <a:pt x="2908078" y="4439603"/>
                  <a:pt x="2912840" y="4439031"/>
                  <a:pt x="2912840" y="4435602"/>
                </a:cubicBezTo>
                <a:cubicBezTo>
                  <a:pt x="2912840" y="4432078"/>
                  <a:pt x="2908078" y="4431506"/>
                  <a:pt x="2898553" y="4430459"/>
                </a:cubicBezTo>
                <a:cubicBezTo>
                  <a:pt x="2897410" y="4430363"/>
                  <a:pt x="2896172" y="4430173"/>
                  <a:pt x="2894838" y="4429982"/>
                </a:cubicBezTo>
                <a:cubicBezTo>
                  <a:pt x="2896172" y="4429792"/>
                  <a:pt x="2897410" y="4429697"/>
                  <a:pt x="2898553" y="4429506"/>
                </a:cubicBezTo>
                <a:cubicBezTo>
                  <a:pt x="2908078" y="4428363"/>
                  <a:pt x="2912840" y="4427792"/>
                  <a:pt x="2912840" y="4424268"/>
                </a:cubicBezTo>
                <a:cubicBezTo>
                  <a:pt x="2912840" y="4420743"/>
                  <a:pt x="2908078" y="4420172"/>
                  <a:pt x="2898553" y="4419124"/>
                </a:cubicBezTo>
                <a:cubicBezTo>
                  <a:pt x="2897410" y="4419029"/>
                  <a:pt x="2896076" y="4418838"/>
                  <a:pt x="2894743" y="4418648"/>
                </a:cubicBezTo>
                <a:cubicBezTo>
                  <a:pt x="2896076" y="4418457"/>
                  <a:pt x="2897410" y="4418267"/>
                  <a:pt x="2898553" y="4418171"/>
                </a:cubicBezTo>
                <a:cubicBezTo>
                  <a:pt x="2908078" y="4417029"/>
                  <a:pt x="2912840" y="4416457"/>
                  <a:pt x="2912840" y="4412933"/>
                </a:cubicBezTo>
                <a:cubicBezTo>
                  <a:pt x="2912840" y="4409409"/>
                  <a:pt x="2908078" y="4408837"/>
                  <a:pt x="2898553" y="4407789"/>
                </a:cubicBezTo>
                <a:cubicBezTo>
                  <a:pt x="2897410" y="4407694"/>
                  <a:pt x="2895981" y="4407504"/>
                  <a:pt x="2894648" y="4407313"/>
                </a:cubicBezTo>
                <a:cubicBezTo>
                  <a:pt x="2895219" y="4407313"/>
                  <a:pt x="2895695" y="4407218"/>
                  <a:pt x="2896172" y="4407122"/>
                </a:cubicBezTo>
                <a:cubicBezTo>
                  <a:pt x="2897124" y="4407313"/>
                  <a:pt x="2897981" y="4407408"/>
                  <a:pt x="2898934" y="4407408"/>
                </a:cubicBezTo>
                <a:cubicBezTo>
                  <a:pt x="2908268" y="4407408"/>
                  <a:pt x="2915888" y="4399788"/>
                  <a:pt x="2915888" y="4390454"/>
                </a:cubicBezTo>
                <a:cubicBezTo>
                  <a:pt x="2915888" y="4381119"/>
                  <a:pt x="2908268" y="4373499"/>
                  <a:pt x="2898934" y="4373499"/>
                </a:cubicBezTo>
                <a:cubicBezTo>
                  <a:pt x="2889599" y="4373499"/>
                  <a:pt x="2881979" y="4381119"/>
                  <a:pt x="2881979" y="4390454"/>
                </a:cubicBezTo>
                <a:cubicBezTo>
                  <a:pt x="2881979" y="4395788"/>
                  <a:pt x="2884456" y="4400455"/>
                  <a:pt x="2888361" y="4403598"/>
                </a:cubicBezTo>
                <a:cubicBezTo>
                  <a:pt x="2885313" y="4404360"/>
                  <a:pt x="2883599" y="4405313"/>
                  <a:pt x="2883694" y="4407313"/>
                </a:cubicBezTo>
                <a:cubicBezTo>
                  <a:pt x="2883694" y="4410837"/>
                  <a:pt x="2888456" y="4411409"/>
                  <a:pt x="2897981" y="4412456"/>
                </a:cubicBezTo>
                <a:cubicBezTo>
                  <a:pt x="2899124" y="4412552"/>
                  <a:pt x="2900458" y="4412742"/>
                  <a:pt x="2901792" y="4412933"/>
                </a:cubicBezTo>
                <a:cubicBezTo>
                  <a:pt x="2900458" y="4413123"/>
                  <a:pt x="2899124" y="4413314"/>
                  <a:pt x="2897886" y="4413409"/>
                </a:cubicBezTo>
                <a:cubicBezTo>
                  <a:pt x="2888361" y="4414552"/>
                  <a:pt x="2883599" y="4415123"/>
                  <a:pt x="2883599" y="4418648"/>
                </a:cubicBezTo>
                <a:cubicBezTo>
                  <a:pt x="2883599" y="4422172"/>
                  <a:pt x="2888361" y="4422744"/>
                  <a:pt x="2897886" y="4423791"/>
                </a:cubicBezTo>
                <a:cubicBezTo>
                  <a:pt x="2899029" y="4423887"/>
                  <a:pt x="2900363" y="4424077"/>
                  <a:pt x="2901601" y="4424268"/>
                </a:cubicBezTo>
                <a:cubicBezTo>
                  <a:pt x="2900267" y="4424458"/>
                  <a:pt x="2899029" y="4424553"/>
                  <a:pt x="2897886" y="4424744"/>
                </a:cubicBezTo>
                <a:cubicBezTo>
                  <a:pt x="2888361" y="4425887"/>
                  <a:pt x="2883599" y="4426458"/>
                  <a:pt x="2883599" y="4429982"/>
                </a:cubicBezTo>
                <a:cubicBezTo>
                  <a:pt x="2883599" y="4433507"/>
                  <a:pt x="2888361" y="4434078"/>
                  <a:pt x="2897886" y="4435126"/>
                </a:cubicBezTo>
                <a:cubicBezTo>
                  <a:pt x="2899029" y="4435221"/>
                  <a:pt x="2900267" y="4435412"/>
                  <a:pt x="2901601" y="4435507"/>
                </a:cubicBezTo>
                <a:cubicBezTo>
                  <a:pt x="2900267" y="4435697"/>
                  <a:pt x="2899029" y="4435793"/>
                  <a:pt x="2897886" y="4435983"/>
                </a:cubicBezTo>
                <a:cubicBezTo>
                  <a:pt x="2888361" y="4437126"/>
                  <a:pt x="2883599" y="4437603"/>
                  <a:pt x="2883599" y="4441127"/>
                </a:cubicBezTo>
                <a:cubicBezTo>
                  <a:pt x="2883599" y="4444651"/>
                  <a:pt x="2888361" y="4445222"/>
                  <a:pt x="2897886" y="4446270"/>
                </a:cubicBezTo>
                <a:cubicBezTo>
                  <a:pt x="2899029" y="4446365"/>
                  <a:pt x="2900267" y="4446556"/>
                  <a:pt x="2901601" y="4446746"/>
                </a:cubicBezTo>
                <a:cubicBezTo>
                  <a:pt x="2900267" y="4446937"/>
                  <a:pt x="2899029" y="4447032"/>
                  <a:pt x="2897886" y="4447223"/>
                </a:cubicBezTo>
                <a:cubicBezTo>
                  <a:pt x="2888361" y="4448366"/>
                  <a:pt x="2883599" y="4448937"/>
                  <a:pt x="2883599" y="4452366"/>
                </a:cubicBezTo>
                <a:cubicBezTo>
                  <a:pt x="2883599" y="4455890"/>
                  <a:pt x="2888361" y="4456462"/>
                  <a:pt x="2897886" y="4457510"/>
                </a:cubicBezTo>
                <a:cubicBezTo>
                  <a:pt x="2899029" y="4457605"/>
                  <a:pt x="2900267" y="4457795"/>
                  <a:pt x="2901601" y="4457986"/>
                </a:cubicBezTo>
                <a:cubicBezTo>
                  <a:pt x="2900267" y="4458177"/>
                  <a:pt x="2899029" y="4458272"/>
                  <a:pt x="2897886" y="4458462"/>
                </a:cubicBezTo>
                <a:cubicBezTo>
                  <a:pt x="2888361" y="4459605"/>
                  <a:pt x="2883599" y="4460177"/>
                  <a:pt x="2883599" y="4463701"/>
                </a:cubicBezTo>
                <a:cubicBezTo>
                  <a:pt x="2883599" y="4467225"/>
                  <a:pt x="2888361" y="4467797"/>
                  <a:pt x="2897886" y="4468845"/>
                </a:cubicBezTo>
                <a:cubicBezTo>
                  <a:pt x="2899029" y="4468940"/>
                  <a:pt x="2900267" y="4469130"/>
                  <a:pt x="2901505" y="4469226"/>
                </a:cubicBezTo>
                <a:cubicBezTo>
                  <a:pt x="2900267" y="4469416"/>
                  <a:pt x="2899029" y="4469511"/>
                  <a:pt x="2897886" y="4469702"/>
                </a:cubicBezTo>
                <a:cubicBezTo>
                  <a:pt x="2888361" y="4470845"/>
                  <a:pt x="2883599" y="4471416"/>
                  <a:pt x="2883599" y="4474845"/>
                </a:cubicBezTo>
                <a:cubicBezTo>
                  <a:pt x="2883599" y="4478370"/>
                  <a:pt x="2888361" y="4478941"/>
                  <a:pt x="2897886" y="4479989"/>
                </a:cubicBezTo>
                <a:cubicBezTo>
                  <a:pt x="2899029" y="4480084"/>
                  <a:pt x="2900267" y="4480274"/>
                  <a:pt x="2901601" y="4480370"/>
                </a:cubicBezTo>
                <a:cubicBezTo>
                  <a:pt x="2900363" y="4480560"/>
                  <a:pt x="2899029" y="4480655"/>
                  <a:pt x="2897886" y="4480846"/>
                </a:cubicBezTo>
                <a:cubicBezTo>
                  <a:pt x="2888361" y="4481989"/>
                  <a:pt x="2883599" y="4482465"/>
                  <a:pt x="2883599" y="4485989"/>
                </a:cubicBezTo>
                <a:cubicBezTo>
                  <a:pt x="2883599" y="4489514"/>
                  <a:pt x="2888361" y="4490085"/>
                  <a:pt x="2897886" y="4491133"/>
                </a:cubicBezTo>
                <a:cubicBezTo>
                  <a:pt x="2898934" y="4491228"/>
                  <a:pt x="2900267" y="4491419"/>
                  <a:pt x="2901505" y="4491514"/>
                </a:cubicBezTo>
                <a:cubicBezTo>
                  <a:pt x="2900267" y="4491704"/>
                  <a:pt x="2899029" y="4491800"/>
                  <a:pt x="2897886" y="4491895"/>
                </a:cubicBezTo>
                <a:cubicBezTo>
                  <a:pt x="2888361" y="4493038"/>
                  <a:pt x="2883599" y="4493514"/>
                  <a:pt x="2883599" y="4497038"/>
                </a:cubicBezTo>
                <a:cubicBezTo>
                  <a:pt x="2883599" y="4500563"/>
                  <a:pt x="2888361" y="4501039"/>
                  <a:pt x="2897886" y="4502182"/>
                </a:cubicBezTo>
                <a:cubicBezTo>
                  <a:pt x="2898934" y="4502277"/>
                  <a:pt x="2900172" y="4502468"/>
                  <a:pt x="2901410" y="4502563"/>
                </a:cubicBezTo>
                <a:cubicBezTo>
                  <a:pt x="2900172" y="4502754"/>
                  <a:pt x="2898934" y="4502849"/>
                  <a:pt x="2897886" y="4502944"/>
                </a:cubicBezTo>
                <a:cubicBezTo>
                  <a:pt x="2888361" y="4504087"/>
                  <a:pt x="2883599" y="4504563"/>
                  <a:pt x="2883599" y="4508087"/>
                </a:cubicBezTo>
                <a:cubicBezTo>
                  <a:pt x="2883599" y="4511612"/>
                  <a:pt x="2888361" y="4512183"/>
                  <a:pt x="2897886" y="4513231"/>
                </a:cubicBezTo>
                <a:cubicBezTo>
                  <a:pt x="2898934" y="4513326"/>
                  <a:pt x="2900172" y="4513517"/>
                  <a:pt x="2901410" y="4513612"/>
                </a:cubicBezTo>
                <a:cubicBezTo>
                  <a:pt x="2900172" y="4513803"/>
                  <a:pt x="2898934" y="4513898"/>
                  <a:pt x="2897886" y="4513993"/>
                </a:cubicBezTo>
                <a:cubicBezTo>
                  <a:pt x="2888361" y="4515136"/>
                  <a:pt x="2883599" y="4515612"/>
                  <a:pt x="2883599" y="4519137"/>
                </a:cubicBezTo>
                <a:cubicBezTo>
                  <a:pt x="2883599" y="4522661"/>
                  <a:pt x="2888361" y="4523232"/>
                  <a:pt x="2897886" y="4524280"/>
                </a:cubicBezTo>
                <a:cubicBezTo>
                  <a:pt x="2899029" y="4524375"/>
                  <a:pt x="2900267" y="4524566"/>
                  <a:pt x="2901505" y="4524661"/>
                </a:cubicBezTo>
                <a:cubicBezTo>
                  <a:pt x="2900267" y="4524852"/>
                  <a:pt x="2899029" y="4524947"/>
                  <a:pt x="2897886" y="4525137"/>
                </a:cubicBezTo>
                <a:cubicBezTo>
                  <a:pt x="2888361" y="4526280"/>
                  <a:pt x="2883599" y="4526852"/>
                  <a:pt x="2883599" y="4530281"/>
                </a:cubicBezTo>
                <a:cubicBezTo>
                  <a:pt x="2883599" y="4533805"/>
                  <a:pt x="2888361" y="4534377"/>
                  <a:pt x="2897886" y="4535424"/>
                </a:cubicBezTo>
                <a:cubicBezTo>
                  <a:pt x="2899029" y="4535520"/>
                  <a:pt x="2900267" y="4535710"/>
                  <a:pt x="2901505" y="4535805"/>
                </a:cubicBezTo>
                <a:cubicBezTo>
                  <a:pt x="2900267" y="4535996"/>
                  <a:pt x="2898934" y="4536091"/>
                  <a:pt x="2897886" y="4536281"/>
                </a:cubicBezTo>
                <a:cubicBezTo>
                  <a:pt x="2888361" y="4537424"/>
                  <a:pt x="2883599" y="4537901"/>
                  <a:pt x="2883599" y="4541425"/>
                </a:cubicBezTo>
                <a:cubicBezTo>
                  <a:pt x="2883599" y="4544949"/>
                  <a:pt x="2888361" y="4545521"/>
                  <a:pt x="2897886" y="4546569"/>
                </a:cubicBezTo>
                <a:cubicBezTo>
                  <a:pt x="2898934" y="4546664"/>
                  <a:pt x="2900172" y="4546854"/>
                  <a:pt x="2901505" y="4546949"/>
                </a:cubicBezTo>
                <a:cubicBezTo>
                  <a:pt x="2900267" y="4547140"/>
                  <a:pt x="2899029" y="4547235"/>
                  <a:pt x="2897886" y="4547330"/>
                </a:cubicBezTo>
                <a:cubicBezTo>
                  <a:pt x="2888361" y="4548473"/>
                  <a:pt x="2883599" y="4548950"/>
                  <a:pt x="2883599" y="4552474"/>
                </a:cubicBezTo>
                <a:cubicBezTo>
                  <a:pt x="2883599" y="4555998"/>
                  <a:pt x="2888361" y="4556570"/>
                  <a:pt x="2897886" y="4557618"/>
                </a:cubicBezTo>
                <a:cubicBezTo>
                  <a:pt x="2899029" y="4557713"/>
                  <a:pt x="2900267" y="4557903"/>
                  <a:pt x="2901505" y="4558094"/>
                </a:cubicBezTo>
                <a:cubicBezTo>
                  <a:pt x="2900267" y="4558284"/>
                  <a:pt x="2899029" y="4558379"/>
                  <a:pt x="2897886" y="4558570"/>
                </a:cubicBezTo>
                <a:cubicBezTo>
                  <a:pt x="2888361" y="4559713"/>
                  <a:pt x="2883599" y="4560189"/>
                  <a:pt x="2883599" y="4563713"/>
                </a:cubicBezTo>
                <a:cubicBezTo>
                  <a:pt x="2883599" y="4567238"/>
                  <a:pt x="2888361" y="4567809"/>
                  <a:pt x="2897886" y="4568857"/>
                </a:cubicBezTo>
                <a:cubicBezTo>
                  <a:pt x="2899029" y="4568952"/>
                  <a:pt x="2900267" y="4569143"/>
                  <a:pt x="2901505" y="4569238"/>
                </a:cubicBezTo>
                <a:cubicBezTo>
                  <a:pt x="2900267" y="4569429"/>
                  <a:pt x="2898934" y="4569524"/>
                  <a:pt x="2897886" y="4569714"/>
                </a:cubicBezTo>
                <a:cubicBezTo>
                  <a:pt x="2888361" y="4570857"/>
                  <a:pt x="2883599" y="4571429"/>
                  <a:pt x="2883599" y="4574858"/>
                </a:cubicBezTo>
                <a:cubicBezTo>
                  <a:pt x="2883599" y="4577906"/>
                  <a:pt x="2887409" y="4578763"/>
                  <a:pt x="2894457" y="4579620"/>
                </a:cubicBezTo>
                <a:lnTo>
                  <a:pt x="2883218" y="4579620"/>
                </a:lnTo>
                <a:cubicBezTo>
                  <a:pt x="2881217" y="4579620"/>
                  <a:pt x="2879598" y="4581239"/>
                  <a:pt x="2879598" y="4583240"/>
                </a:cubicBezTo>
                <a:close/>
                <a:moveTo>
                  <a:pt x="2888837" y="4390168"/>
                </a:moveTo>
                <a:cubicBezTo>
                  <a:pt x="2888837" y="4384739"/>
                  <a:pt x="2893219" y="4380357"/>
                  <a:pt x="2898648" y="4380357"/>
                </a:cubicBezTo>
                <a:cubicBezTo>
                  <a:pt x="2904077" y="4380357"/>
                  <a:pt x="2908459" y="4384739"/>
                  <a:pt x="2908459" y="4390168"/>
                </a:cubicBezTo>
                <a:cubicBezTo>
                  <a:pt x="2908459" y="4395597"/>
                  <a:pt x="2904077" y="4399979"/>
                  <a:pt x="2898648" y="4399979"/>
                </a:cubicBezTo>
                <a:cubicBezTo>
                  <a:pt x="2893219" y="4399979"/>
                  <a:pt x="2888837" y="4395597"/>
                  <a:pt x="2888837" y="4390168"/>
                </a:cubicBezTo>
                <a:close/>
                <a:moveTo>
                  <a:pt x="2886837" y="4586954"/>
                </a:moveTo>
                <a:lnTo>
                  <a:pt x="2909221" y="4586954"/>
                </a:lnTo>
                <a:lnTo>
                  <a:pt x="2909221" y="4592860"/>
                </a:lnTo>
                <a:lnTo>
                  <a:pt x="2886837" y="4592860"/>
                </a:lnTo>
                <a:lnTo>
                  <a:pt x="2886837" y="4586954"/>
                </a:lnTo>
                <a:close/>
                <a:moveTo>
                  <a:pt x="22384" y="166402"/>
                </a:moveTo>
                <a:lnTo>
                  <a:pt x="22384" y="155543"/>
                </a:lnTo>
                <a:cubicBezTo>
                  <a:pt x="22384" y="154781"/>
                  <a:pt x="23051" y="154115"/>
                  <a:pt x="23813" y="154115"/>
                </a:cubicBezTo>
                <a:lnTo>
                  <a:pt x="34671" y="154115"/>
                </a:lnTo>
                <a:cubicBezTo>
                  <a:pt x="35433" y="154115"/>
                  <a:pt x="36100" y="154781"/>
                  <a:pt x="36100" y="155543"/>
                </a:cubicBezTo>
                <a:lnTo>
                  <a:pt x="36100" y="166402"/>
                </a:lnTo>
                <a:cubicBezTo>
                  <a:pt x="36100" y="167164"/>
                  <a:pt x="35433" y="167831"/>
                  <a:pt x="34671" y="167831"/>
                </a:cubicBezTo>
                <a:lnTo>
                  <a:pt x="23813" y="167831"/>
                </a:lnTo>
                <a:cubicBezTo>
                  <a:pt x="23051" y="167831"/>
                  <a:pt x="22384" y="167164"/>
                  <a:pt x="22384" y="166402"/>
                </a:cubicBezTo>
                <a:close/>
                <a:moveTo>
                  <a:pt x="612172" y="2068354"/>
                </a:moveTo>
                <a:lnTo>
                  <a:pt x="619316" y="2068354"/>
                </a:lnTo>
                <a:lnTo>
                  <a:pt x="619316" y="2076831"/>
                </a:lnTo>
                <a:lnTo>
                  <a:pt x="612172" y="2076831"/>
                </a:lnTo>
                <a:lnTo>
                  <a:pt x="612172" y="2068354"/>
                </a:lnTo>
                <a:close/>
                <a:moveTo>
                  <a:pt x="45244" y="25813"/>
                </a:moveTo>
                <a:cubicBezTo>
                  <a:pt x="43720" y="25813"/>
                  <a:pt x="42291" y="26194"/>
                  <a:pt x="41053" y="26765"/>
                </a:cubicBezTo>
                <a:lnTo>
                  <a:pt x="20479" y="10192"/>
                </a:lnTo>
                <a:lnTo>
                  <a:pt x="95" y="10192"/>
                </a:lnTo>
                <a:lnTo>
                  <a:pt x="95" y="19717"/>
                </a:lnTo>
                <a:lnTo>
                  <a:pt x="17145" y="19717"/>
                </a:lnTo>
                <a:lnTo>
                  <a:pt x="35243" y="34290"/>
                </a:lnTo>
                <a:cubicBezTo>
                  <a:pt x="35147" y="34957"/>
                  <a:pt x="34862" y="35528"/>
                  <a:pt x="34862" y="36195"/>
                </a:cubicBezTo>
                <a:cubicBezTo>
                  <a:pt x="34862" y="41910"/>
                  <a:pt x="39529" y="46577"/>
                  <a:pt x="45244" y="46577"/>
                </a:cubicBezTo>
                <a:cubicBezTo>
                  <a:pt x="50959" y="46577"/>
                  <a:pt x="55626" y="41910"/>
                  <a:pt x="55626" y="36195"/>
                </a:cubicBezTo>
                <a:cubicBezTo>
                  <a:pt x="55626" y="30480"/>
                  <a:pt x="50959" y="25813"/>
                  <a:pt x="45244" y="25813"/>
                </a:cubicBezTo>
                <a:close/>
                <a:moveTo>
                  <a:pt x="45244" y="41910"/>
                </a:moveTo>
                <a:cubicBezTo>
                  <a:pt x="42101" y="41910"/>
                  <a:pt x="39624" y="39338"/>
                  <a:pt x="39624" y="36290"/>
                </a:cubicBezTo>
                <a:cubicBezTo>
                  <a:pt x="39624" y="33242"/>
                  <a:pt x="42196" y="30671"/>
                  <a:pt x="45244" y="30671"/>
                </a:cubicBezTo>
                <a:cubicBezTo>
                  <a:pt x="48292" y="30671"/>
                  <a:pt x="50864" y="33242"/>
                  <a:pt x="50864" y="36290"/>
                </a:cubicBezTo>
                <a:cubicBezTo>
                  <a:pt x="50864" y="39338"/>
                  <a:pt x="48292" y="41910"/>
                  <a:pt x="45244" y="41910"/>
                </a:cubicBezTo>
                <a:close/>
                <a:moveTo>
                  <a:pt x="2930557" y="4251103"/>
                </a:moveTo>
                <a:cubicBezTo>
                  <a:pt x="2936843" y="4251103"/>
                  <a:pt x="2942082" y="4245960"/>
                  <a:pt x="2942082" y="4239578"/>
                </a:cubicBezTo>
                <a:lnTo>
                  <a:pt x="2942082" y="4188238"/>
                </a:lnTo>
                <a:cubicBezTo>
                  <a:pt x="2942082" y="4181951"/>
                  <a:pt x="2936938" y="4176713"/>
                  <a:pt x="2930557" y="4176713"/>
                </a:cubicBezTo>
                <a:lnTo>
                  <a:pt x="2916555" y="4176713"/>
                </a:lnTo>
                <a:cubicBezTo>
                  <a:pt x="2910269" y="4176713"/>
                  <a:pt x="2905030" y="4181856"/>
                  <a:pt x="2905030" y="4188238"/>
                </a:cubicBezTo>
                <a:lnTo>
                  <a:pt x="2905030" y="4239578"/>
                </a:lnTo>
                <a:cubicBezTo>
                  <a:pt x="2905030" y="4245864"/>
                  <a:pt x="2910173" y="4251103"/>
                  <a:pt x="2916555" y="4251103"/>
                </a:cubicBezTo>
                <a:lnTo>
                  <a:pt x="2919984" y="4251103"/>
                </a:lnTo>
                <a:lnTo>
                  <a:pt x="2919984" y="4290727"/>
                </a:lnTo>
                <a:lnTo>
                  <a:pt x="2881884" y="4290727"/>
                </a:lnTo>
                <a:cubicBezTo>
                  <a:pt x="2880932" y="4290727"/>
                  <a:pt x="2880074" y="4291108"/>
                  <a:pt x="2879408" y="4291775"/>
                </a:cubicBezTo>
                <a:lnTo>
                  <a:pt x="2838260" y="4332351"/>
                </a:lnTo>
                <a:cubicBezTo>
                  <a:pt x="2836259" y="4331113"/>
                  <a:pt x="2834069" y="4330256"/>
                  <a:pt x="2831687" y="4330256"/>
                </a:cubicBezTo>
                <a:cubicBezTo>
                  <a:pt x="2824448" y="4330256"/>
                  <a:pt x="2818638" y="4336161"/>
                  <a:pt x="2818638" y="4343305"/>
                </a:cubicBezTo>
                <a:cubicBezTo>
                  <a:pt x="2818638" y="4350449"/>
                  <a:pt x="2824544" y="4356354"/>
                  <a:pt x="2831687" y="4356354"/>
                </a:cubicBezTo>
                <a:cubicBezTo>
                  <a:pt x="2838831" y="4356354"/>
                  <a:pt x="2844737" y="4350544"/>
                  <a:pt x="2844737" y="4343305"/>
                </a:cubicBezTo>
                <a:cubicBezTo>
                  <a:pt x="2844737" y="4341210"/>
                  <a:pt x="2844070" y="4339304"/>
                  <a:pt x="2843213" y="4337495"/>
                </a:cubicBezTo>
                <a:lnTo>
                  <a:pt x="2883408" y="4297871"/>
                </a:lnTo>
                <a:lnTo>
                  <a:pt x="2920079" y="4297871"/>
                </a:lnTo>
                <a:lnTo>
                  <a:pt x="2920079" y="4331875"/>
                </a:lnTo>
                <a:lnTo>
                  <a:pt x="2914650" y="4331875"/>
                </a:lnTo>
                <a:cubicBezTo>
                  <a:pt x="2913317" y="4331875"/>
                  <a:pt x="2912269" y="4332923"/>
                  <a:pt x="2912269" y="4334256"/>
                </a:cubicBezTo>
                <a:lnTo>
                  <a:pt x="2912269" y="4352259"/>
                </a:lnTo>
                <a:cubicBezTo>
                  <a:pt x="2912269" y="4353592"/>
                  <a:pt x="2913317" y="4354640"/>
                  <a:pt x="2914650" y="4354640"/>
                </a:cubicBezTo>
                <a:lnTo>
                  <a:pt x="2932652" y="4354640"/>
                </a:lnTo>
                <a:cubicBezTo>
                  <a:pt x="2933986" y="4354640"/>
                  <a:pt x="2935034" y="4353592"/>
                  <a:pt x="2935034" y="4352259"/>
                </a:cubicBezTo>
                <a:lnTo>
                  <a:pt x="2935034" y="4334256"/>
                </a:lnTo>
                <a:cubicBezTo>
                  <a:pt x="2935034" y="4332923"/>
                  <a:pt x="2933986" y="4331875"/>
                  <a:pt x="2932652" y="4331875"/>
                </a:cubicBezTo>
                <a:lnTo>
                  <a:pt x="2927223" y="4331875"/>
                </a:lnTo>
                <a:lnTo>
                  <a:pt x="2927223" y="4251008"/>
                </a:lnTo>
                <a:lnTo>
                  <a:pt x="2930652" y="4251008"/>
                </a:lnTo>
                <a:close/>
                <a:moveTo>
                  <a:pt x="2831687" y="4351592"/>
                </a:moveTo>
                <a:cubicBezTo>
                  <a:pt x="2827115" y="4351592"/>
                  <a:pt x="2823401" y="4347877"/>
                  <a:pt x="2823401" y="4343305"/>
                </a:cubicBezTo>
                <a:cubicBezTo>
                  <a:pt x="2823401" y="4338733"/>
                  <a:pt x="2827115" y="4335018"/>
                  <a:pt x="2831687" y="4335018"/>
                </a:cubicBezTo>
                <a:cubicBezTo>
                  <a:pt x="2833878" y="4335018"/>
                  <a:pt x="2835974" y="4335876"/>
                  <a:pt x="2837593" y="4337399"/>
                </a:cubicBezTo>
                <a:cubicBezTo>
                  <a:pt x="2839117" y="4339019"/>
                  <a:pt x="2840069" y="4341019"/>
                  <a:pt x="2840069" y="4343305"/>
                </a:cubicBezTo>
                <a:cubicBezTo>
                  <a:pt x="2840069" y="4347877"/>
                  <a:pt x="2836355" y="4351592"/>
                  <a:pt x="2831783" y="4351592"/>
                </a:cubicBezTo>
                <a:close/>
                <a:moveTo>
                  <a:pt x="2912269" y="4188333"/>
                </a:moveTo>
                <a:cubicBezTo>
                  <a:pt x="2912269" y="4185952"/>
                  <a:pt x="2914174" y="4183952"/>
                  <a:pt x="2916650" y="4183952"/>
                </a:cubicBezTo>
                <a:lnTo>
                  <a:pt x="2930652" y="4183952"/>
                </a:lnTo>
                <a:cubicBezTo>
                  <a:pt x="2933034" y="4183952"/>
                  <a:pt x="2935034" y="4185857"/>
                  <a:pt x="2935034" y="4188333"/>
                </a:cubicBezTo>
                <a:lnTo>
                  <a:pt x="2935034" y="4200049"/>
                </a:lnTo>
                <a:lnTo>
                  <a:pt x="2912364" y="4200049"/>
                </a:lnTo>
                <a:lnTo>
                  <a:pt x="2912364" y="4188333"/>
                </a:lnTo>
                <a:close/>
                <a:moveTo>
                  <a:pt x="2930271" y="4336733"/>
                </a:moveTo>
                <a:lnTo>
                  <a:pt x="2930271" y="4349972"/>
                </a:lnTo>
                <a:lnTo>
                  <a:pt x="2917031" y="4349972"/>
                </a:lnTo>
                <a:lnTo>
                  <a:pt x="2917031" y="4336733"/>
                </a:lnTo>
                <a:lnTo>
                  <a:pt x="2930271" y="4336733"/>
                </a:lnTo>
                <a:close/>
                <a:moveTo>
                  <a:pt x="2920079" y="4243959"/>
                </a:moveTo>
                <a:lnTo>
                  <a:pt x="2916650" y="4243959"/>
                </a:lnTo>
                <a:cubicBezTo>
                  <a:pt x="2914269" y="4243959"/>
                  <a:pt x="2912269" y="4242054"/>
                  <a:pt x="2912269" y="4239578"/>
                </a:cubicBezTo>
                <a:lnTo>
                  <a:pt x="2912269" y="4230624"/>
                </a:lnTo>
                <a:lnTo>
                  <a:pt x="2934938" y="4230624"/>
                </a:lnTo>
                <a:lnTo>
                  <a:pt x="2934938" y="4239578"/>
                </a:lnTo>
                <a:cubicBezTo>
                  <a:pt x="2934938" y="4241959"/>
                  <a:pt x="2933034" y="4243959"/>
                  <a:pt x="2930557" y="4243959"/>
                </a:cubicBezTo>
                <a:lnTo>
                  <a:pt x="2919984" y="4243959"/>
                </a:lnTo>
                <a:close/>
                <a:moveTo>
                  <a:pt x="2922365" y="4992815"/>
                </a:moveTo>
                <a:lnTo>
                  <a:pt x="2885123" y="4992815"/>
                </a:lnTo>
                <a:cubicBezTo>
                  <a:pt x="2880551" y="4992815"/>
                  <a:pt x="2876741" y="4996529"/>
                  <a:pt x="2876741" y="5001197"/>
                </a:cubicBezTo>
                <a:lnTo>
                  <a:pt x="2876741" y="5011388"/>
                </a:lnTo>
                <a:cubicBezTo>
                  <a:pt x="2876741" y="5015960"/>
                  <a:pt x="2880455" y="5019770"/>
                  <a:pt x="2885123" y="5019770"/>
                </a:cubicBezTo>
                <a:lnTo>
                  <a:pt x="2922365" y="5019770"/>
                </a:lnTo>
                <a:cubicBezTo>
                  <a:pt x="2926937" y="5019770"/>
                  <a:pt x="2930747" y="5016056"/>
                  <a:pt x="2930747" y="5011388"/>
                </a:cubicBezTo>
                <a:lnTo>
                  <a:pt x="2930747" y="5001197"/>
                </a:lnTo>
                <a:cubicBezTo>
                  <a:pt x="2930747" y="4996625"/>
                  <a:pt x="2927033" y="4992815"/>
                  <a:pt x="2922365" y="4992815"/>
                </a:cubicBezTo>
                <a:close/>
                <a:moveTo>
                  <a:pt x="2891600" y="5014437"/>
                </a:moveTo>
                <a:lnTo>
                  <a:pt x="2885123" y="5014437"/>
                </a:lnTo>
                <a:cubicBezTo>
                  <a:pt x="2883408" y="5014437"/>
                  <a:pt x="2881979" y="5013008"/>
                  <a:pt x="2881979" y="5011293"/>
                </a:cubicBezTo>
                <a:lnTo>
                  <a:pt x="2881979" y="5001101"/>
                </a:lnTo>
                <a:cubicBezTo>
                  <a:pt x="2881979" y="4999387"/>
                  <a:pt x="2883408" y="4997958"/>
                  <a:pt x="2885123" y="4997958"/>
                </a:cubicBezTo>
                <a:lnTo>
                  <a:pt x="2891600" y="4997958"/>
                </a:lnTo>
                <a:lnTo>
                  <a:pt x="2891600" y="5014437"/>
                </a:lnTo>
                <a:close/>
                <a:moveTo>
                  <a:pt x="2925509" y="5011293"/>
                </a:moveTo>
                <a:cubicBezTo>
                  <a:pt x="2925509" y="5013008"/>
                  <a:pt x="2924080" y="5014437"/>
                  <a:pt x="2922365" y="5014437"/>
                </a:cubicBezTo>
                <a:lnTo>
                  <a:pt x="2913888" y="5014437"/>
                </a:lnTo>
                <a:lnTo>
                  <a:pt x="2913888" y="4997958"/>
                </a:lnTo>
                <a:lnTo>
                  <a:pt x="2922365" y="4997958"/>
                </a:lnTo>
                <a:cubicBezTo>
                  <a:pt x="2924080" y="4997958"/>
                  <a:pt x="2925509" y="4999387"/>
                  <a:pt x="2925509" y="5001101"/>
                </a:cubicBezTo>
                <a:lnTo>
                  <a:pt x="2925509" y="5011293"/>
                </a:lnTo>
                <a:close/>
                <a:moveTo>
                  <a:pt x="100298" y="3689413"/>
                </a:moveTo>
                <a:cubicBezTo>
                  <a:pt x="100298" y="3685509"/>
                  <a:pt x="103442" y="3682365"/>
                  <a:pt x="107347" y="3682365"/>
                </a:cubicBezTo>
                <a:cubicBezTo>
                  <a:pt x="111252" y="3682365"/>
                  <a:pt x="114395" y="3685509"/>
                  <a:pt x="114395" y="3689413"/>
                </a:cubicBezTo>
                <a:cubicBezTo>
                  <a:pt x="114395" y="3693319"/>
                  <a:pt x="111252" y="3696462"/>
                  <a:pt x="107347" y="3696462"/>
                </a:cubicBezTo>
                <a:cubicBezTo>
                  <a:pt x="103442" y="3696462"/>
                  <a:pt x="100298" y="3693319"/>
                  <a:pt x="100298" y="3689413"/>
                </a:cubicBezTo>
                <a:close/>
                <a:moveTo>
                  <a:pt x="2930747" y="4961287"/>
                </a:moveTo>
                <a:cubicBezTo>
                  <a:pt x="2930747" y="4956715"/>
                  <a:pt x="2927033" y="4952905"/>
                  <a:pt x="2922365" y="4952905"/>
                </a:cubicBezTo>
                <a:lnTo>
                  <a:pt x="2885123" y="4952905"/>
                </a:lnTo>
                <a:cubicBezTo>
                  <a:pt x="2880551" y="4952905"/>
                  <a:pt x="2876741" y="4956620"/>
                  <a:pt x="2876741" y="4961287"/>
                </a:cubicBezTo>
                <a:lnTo>
                  <a:pt x="2876741" y="4971479"/>
                </a:lnTo>
                <a:cubicBezTo>
                  <a:pt x="2876741" y="4976050"/>
                  <a:pt x="2880455" y="4979861"/>
                  <a:pt x="2885123" y="4979861"/>
                </a:cubicBezTo>
                <a:lnTo>
                  <a:pt x="2922365" y="4979861"/>
                </a:lnTo>
                <a:cubicBezTo>
                  <a:pt x="2926937" y="4979861"/>
                  <a:pt x="2930747" y="4976146"/>
                  <a:pt x="2930747" y="4971479"/>
                </a:cubicBezTo>
                <a:lnTo>
                  <a:pt x="2930747" y="4961287"/>
                </a:lnTo>
                <a:close/>
                <a:moveTo>
                  <a:pt x="2891600" y="4974622"/>
                </a:moveTo>
                <a:lnTo>
                  <a:pt x="2885123" y="4974622"/>
                </a:lnTo>
                <a:cubicBezTo>
                  <a:pt x="2883408" y="4974622"/>
                  <a:pt x="2881979" y="4973193"/>
                  <a:pt x="2881979" y="4971479"/>
                </a:cubicBezTo>
                <a:lnTo>
                  <a:pt x="2881979" y="4961287"/>
                </a:lnTo>
                <a:cubicBezTo>
                  <a:pt x="2881979" y="4959572"/>
                  <a:pt x="2883408" y="4958144"/>
                  <a:pt x="2885123" y="4958144"/>
                </a:cubicBezTo>
                <a:lnTo>
                  <a:pt x="2891600" y="4958144"/>
                </a:lnTo>
                <a:lnTo>
                  <a:pt x="2891600" y="4974622"/>
                </a:lnTo>
                <a:close/>
                <a:moveTo>
                  <a:pt x="2925509" y="4971479"/>
                </a:moveTo>
                <a:cubicBezTo>
                  <a:pt x="2925509" y="4973193"/>
                  <a:pt x="2924080" y="4974622"/>
                  <a:pt x="2922365" y="4974622"/>
                </a:cubicBezTo>
                <a:lnTo>
                  <a:pt x="2913888" y="4974622"/>
                </a:lnTo>
                <a:lnTo>
                  <a:pt x="2913888" y="4958144"/>
                </a:lnTo>
                <a:lnTo>
                  <a:pt x="2922365" y="4958144"/>
                </a:lnTo>
                <a:cubicBezTo>
                  <a:pt x="2924080" y="4958144"/>
                  <a:pt x="2925509" y="4959572"/>
                  <a:pt x="2925509" y="4961287"/>
                </a:cubicBezTo>
                <a:lnTo>
                  <a:pt x="2925509" y="4971479"/>
                </a:lnTo>
                <a:close/>
                <a:moveTo>
                  <a:pt x="471202" y="2176272"/>
                </a:moveTo>
                <a:lnTo>
                  <a:pt x="464344" y="2183321"/>
                </a:lnTo>
                <a:lnTo>
                  <a:pt x="460915" y="2179987"/>
                </a:lnTo>
                <a:lnTo>
                  <a:pt x="467773" y="2172938"/>
                </a:lnTo>
                <a:lnTo>
                  <a:pt x="471202" y="2176272"/>
                </a:lnTo>
                <a:close/>
                <a:moveTo>
                  <a:pt x="49149" y="66866"/>
                </a:moveTo>
                <a:cubicBezTo>
                  <a:pt x="44291" y="66866"/>
                  <a:pt x="40291" y="70295"/>
                  <a:pt x="39243" y="74867"/>
                </a:cubicBezTo>
                <a:lnTo>
                  <a:pt x="95" y="74867"/>
                </a:lnTo>
                <a:lnTo>
                  <a:pt x="95" y="80486"/>
                </a:lnTo>
                <a:lnTo>
                  <a:pt x="1048" y="79629"/>
                </a:lnTo>
                <a:lnTo>
                  <a:pt x="39243" y="79629"/>
                </a:lnTo>
                <a:cubicBezTo>
                  <a:pt x="40386" y="84201"/>
                  <a:pt x="44291" y="87630"/>
                  <a:pt x="49149" y="87630"/>
                </a:cubicBezTo>
                <a:cubicBezTo>
                  <a:pt x="54864" y="87630"/>
                  <a:pt x="59531" y="82963"/>
                  <a:pt x="59531" y="77248"/>
                </a:cubicBezTo>
                <a:cubicBezTo>
                  <a:pt x="59531" y="71533"/>
                  <a:pt x="54864" y="66866"/>
                  <a:pt x="49149" y="66866"/>
                </a:cubicBezTo>
                <a:close/>
                <a:moveTo>
                  <a:pt x="49149" y="82963"/>
                </a:moveTo>
                <a:cubicBezTo>
                  <a:pt x="46006" y="82963"/>
                  <a:pt x="43529" y="80391"/>
                  <a:pt x="43529" y="77343"/>
                </a:cubicBezTo>
                <a:cubicBezTo>
                  <a:pt x="43529" y="74295"/>
                  <a:pt x="46101" y="71723"/>
                  <a:pt x="49149" y="71723"/>
                </a:cubicBezTo>
                <a:cubicBezTo>
                  <a:pt x="52197" y="71723"/>
                  <a:pt x="54769" y="74295"/>
                  <a:pt x="54769" y="77343"/>
                </a:cubicBezTo>
                <a:cubicBezTo>
                  <a:pt x="54769" y="80391"/>
                  <a:pt x="52197" y="82963"/>
                  <a:pt x="49149" y="82963"/>
                </a:cubicBezTo>
                <a:close/>
                <a:moveTo>
                  <a:pt x="648938" y="2160556"/>
                </a:moveTo>
                <a:lnTo>
                  <a:pt x="656273" y="2167604"/>
                </a:lnTo>
                <a:lnTo>
                  <a:pt x="651320" y="2172748"/>
                </a:lnTo>
                <a:lnTo>
                  <a:pt x="647033" y="2168652"/>
                </a:lnTo>
                <a:lnTo>
                  <a:pt x="643890" y="2171891"/>
                </a:lnTo>
                <a:lnTo>
                  <a:pt x="640461" y="2168557"/>
                </a:lnTo>
                <a:lnTo>
                  <a:pt x="643795" y="2165128"/>
                </a:lnTo>
                <a:lnTo>
                  <a:pt x="644176" y="2165509"/>
                </a:lnTo>
                <a:lnTo>
                  <a:pt x="648938" y="2160556"/>
                </a:lnTo>
                <a:close/>
                <a:moveTo>
                  <a:pt x="1304830" y="4186333"/>
                </a:moveTo>
                <a:cubicBezTo>
                  <a:pt x="1308068" y="4190429"/>
                  <a:pt x="1313974" y="4191191"/>
                  <a:pt x="1318070" y="4187952"/>
                </a:cubicBezTo>
                <a:cubicBezTo>
                  <a:pt x="1322165" y="4184713"/>
                  <a:pt x="1322927" y="4178808"/>
                  <a:pt x="1319689" y="4174712"/>
                </a:cubicBezTo>
                <a:cubicBezTo>
                  <a:pt x="1317117" y="4171379"/>
                  <a:pt x="1312736" y="4170426"/>
                  <a:pt x="1309021" y="4171760"/>
                </a:cubicBezTo>
                <a:lnTo>
                  <a:pt x="1266444" y="4124992"/>
                </a:lnTo>
                <a:lnTo>
                  <a:pt x="1156621" y="4124992"/>
                </a:lnTo>
                <a:lnTo>
                  <a:pt x="1128903" y="4100513"/>
                </a:lnTo>
                <a:cubicBezTo>
                  <a:pt x="1129951" y="4099370"/>
                  <a:pt x="1130903" y="4098131"/>
                  <a:pt x="1131475" y="4096607"/>
                </a:cubicBezTo>
                <a:cubicBezTo>
                  <a:pt x="1134618" y="4089178"/>
                  <a:pt x="1131094" y="4080701"/>
                  <a:pt x="1123664" y="4077557"/>
                </a:cubicBezTo>
                <a:cubicBezTo>
                  <a:pt x="1122617" y="4077081"/>
                  <a:pt x="1121474" y="4076795"/>
                  <a:pt x="1120426" y="4076700"/>
                </a:cubicBezTo>
                <a:lnTo>
                  <a:pt x="1120426" y="3994499"/>
                </a:lnTo>
                <a:lnTo>
                  <a:pt x="1145286" y="3968687"/>
                </a:lnTo>
                <a:lnTo>
                  <a:pt x="1145286" y="3830098"/>
                </a:lnTo>
                <a:lnTo>
                  <a:pt x="1146905" y="3830098"/>
                </a:lnTo>
                <a:cubicBezTo>
                  <a:pt x="1148239" y="3830098"/>
                  <a:pt x="1149287" y="3829050"/>
                  <a:pt x="1149287" y="3827717"/>
                </a:cubicBezTo>
                <a:lnTo>
                  <a:pt x="1149287" y="3809524"/>
                </a:lnTo>
                <a:cubicBezTo>
                  <a:pt x="1149287" y="3808190"/>
                  <a:pt x="1148239" y="3807143"/>
                  <a:pt x="1146905" y="3807143"/>
                </a:cubicBezTo>
                <a:lnTo>
                  <a:pt x="1138904" y="3807143"/>
                </a:lnTo>
                <a:cubicBezTo>
                  <a:pt x="1137571" y="3807143"/>
                  <a:pt x="1136523" y="3808190"/>
                  <a:pt x="1136523" y="3809524"/>
                </a:cubicBezTo>
                <a:lnTo>
                  <a:pt x="1136523" y="3827717"/>
                </a:lnTo>
                <a:cubicBezTo>
                  <a:pt x="1136523" y="3829050"/>
                  <a:pt x="1137571" y="3830098"/>
                  <a:pt x="1138904" y="3830098"/>
                </a:cubicBezTo>
                <a:lnTo>
                  <a:pt x="1140524" y="3830098"/>
                </a:lnTo>
                <a:lnTo>
                  <a:pt x="1140524" y="3966782"/>
                </a:lnTo>
                <a:lnTo>
                  <a:pt x="1115663" y="3992594"/>
                </a:lnTo>
                <a:lnTo>
                  <a:pt x="1115663" y="4076700"/>
                </a:lnTo>
                <a:cubicBezTo>
                  <a:pt x="1114616" y="4076891"/>
                  <a:pt x="1113568" y="4077176"/>
                  <a:pt x="1112520" y="4077557"/>
                </a:cubicBezTo>
                <a:cubicBezTo>
                  <a:pt x="1108901" y="4078986"/>
                  <a:pt x="1106138" y="4081844"/>
                  <a:pt x="1104614" y="4085368"/>
                </a:cubicBezTo>
                <a:cubicBezTo>
                  <a:pt x="1103090" y="4088987"/>
                  <a:pt x="1103090" y="4092893"/>
                  <a:pt x="1104614" y="4096512"/>
                </a:cubicBezTo>
                <a:cubicBezTo>
                  <a:pt x="1106043" y="4100132"/>
                  <a:pt x="1108901" y="4102894"/>
                  <a:pt x="1112425" y="4104418"/>
                </a:cubicBezTo>
                <a:cubicBezTo>
                  <a:pt x="1114235" y="4105180"/>
                  <a:pt x="1116140" y="4105561"/>
                  <a:pt x="1118045" y="4105561"/>
                </a:cubicBezTo>
                <a:cubicBezTo>
                  <a:pt x="1119950" y="4105561"/>
                  <a:pt x="1121759" y="4105180"/>
                  <a:pt x="1123569" y="4104513"/>
                </a:cubicBezTo>
                <a:cubicBezTo>
                  <a:pt x="1124141" y="4104323"/>
                  <a:pt x="1124522" y="4103846"/>
                  <a:pt x="1125093" y="4103561"/>
                </a:cubicBezTo>
                <a:lnTo>
                  <a:pt x="1154811" y="4129850"/>
                </a:lnTo>
                <a:lnTo>
                  <a:pt x="1264349" y="4129850"/>
                </a:lnTo>
                <a:lnTo>
                  <a:pt x="1305116" y="4174617"/>
                </a:lnTo>
                <a:cubicBezTo>
                  <a:pt x="1302353" y="4177951"/>
                  <a:pt x="1301972" y="4182809"/>
                  <a:pt x="1304830" y="4186428"/>
                </a:cubicBezTo>
                <a:close/>
                <a:moveTo>
                  <a:pt x="1141381" y="3811715"/>
                </a:moveTo>
                <a:lnTo>
                  <a:pt x="1144619" y="3811715"/>
                </a:lnTo>
                <a:lnTo>
                  <a:pt x="1144619" y="3825145"/>
                </a:lnTo>
                <a:lnTo>
                  <a:pt x="1141381" y="3825145"/>
                </a:lnTo>
                <a:lnTo>
                  <a:pt x="1141381" y="3811715"/>
                </a:lnTo>
                <a:close/>
                <a:moveTo>
                  <a:pt x="1127093" y="4094798"/>
                </a:moveTo>
                <a:cubicBezTo>
                  <a:pt x="1126046" y="4097179"/>
                  <a:pt x="1124236" y="4099084"/>
                  <a:pt x="1121759" y="4100036"/>
                </a:cubicBezTo>
                <a:cubicBezTo>
                  <a:pt x="1119378" y="4101084"/>
                  <a:pt x="1116711" y="4100989"/>
                  <a:pt x="1114235" y="4100036"/>
                </a:cubicBezTo>
                <a:cubicBezTo>
                  <a:pt x="1111853" y="4098988"/>
                  <a:pt x="1109948" y="4097179"/>
                  <a:pt x="1108996" y="4094702"/>
                </a:cubicBezTo>
                <a:cubicBezTo>
                  <a:pt x="1108043" y="4092321"/>
                  <a:pt x="1108043" y="4089654"/>
                  <a:pt x="1108996" y="4087178"/>
                </a:cubicBezTo>
                <a:cubicBezTo>
                  <a:pt x="1110615" y="4083463"/>
                  <a:pt x="1114235" y="4081177"/>
                  <a:pt x="1118045" y="4081177"/>
                </a:cubicBezTo>
                <a:cubicBezTo>
                  <a:pt x="1119283" y="4081177"/>
                  <a:pt x="1120616" y="4081463"/>
                  <a:pt x="1121855" y="4081939"/>
                </a:cubicBezTo>
                <a:cubicBezTo>
                  <a:pt x="1126808" y="4084034"/>
                  <a:pt x="1129189" y="4089749"/>
                  <a:pt x="1127093" y="4094702"/>
                </a:cubicBezTo>
                <a:close/>
                <a:moveTo>
                  <a:pt x="923258" y="2305526"/>
                </a:moveTo>
                <a:cubicBezTo>
                  <a:pt x="924211" y="2306669"/>
                  <a:pt x="924116" y="2308384"/>
                  <a:pt x="922973" y="2309336"/>
                </a:cubicBezTo>
                <a:lnTo>
                  <a:pt x="921734" y="2310384"/>
                </a:lnTo>
                <a:lnTo>
                  <a:pt x="922115" y="2310860"/>
                </a:lnTo>
                <a:lnTo>
                  <a:pt x="916877" y="2315718"/>
                </a:lnTo>
                <a:lnTo>
                  <a:pt x="916305" y="2315147"/>
                </a:lnTo>
                <a:lnTo>
                  <a:pt x="913162" y="2317909"/>
                </a:lnTo>
                <a:cubicBezTo>
                  <a:pt x="912019" y="2318861"/>
                  <a:pt x="910304" y="2318766"/>
                  <a:pt x="909352" y="2317623"/>
                </a:cubicBezTo>
                <a:lnTo>
                  <a:pt x="900875" y="2307908"/>
                </a:lnTo>
                <a:cubicBezTo>
                  <a:pt x="899922" y="2306765"/>
                  <a:pt x="900017" y="2305050"/>
                  <a:pt x="901160" y="2304098"/>
                </a:cubicBezTo>
                <a:lnTo>
                  <a:pt x="910876" y="2295620"/>
                </a:lnTo>
                <a:cubicBezTo>
                  <a:pt x="912019" y="2294668"/>
                  <a:pt x="913733" y="2294763"/>
                  <a:pt x="914686" y="2295906"/>
                </a:cubicBezTo>
                <a:lnTo>
                  <a:pt x="923163" y="2305622"/>
                </a:lnTo>
                <a:close/>
                <a:moveTo>
                  <a:pt x="679037" y="249841"/>
                </a:moveTo>
                <a:lnTo>
                  <a:pt x="718757" y="295085"/>
                </a:lnTo>
                <a:cubicBezTo>
                  <a:pt x="716090" y="299276"/>
                  <a:pt x="716375" y="304895"/>
                  <a:pt x="719995" y="308610"/>
                </a:cubicBezTo>
                <a:cubicBezTo>
                  <a:pt x="722090" y="310706"/>
                  <a:pt x="724948" y="311849"/>
                  <a:pt x="727710" y="311849"/>
                </a:cubicBezTo>
                <a:cubicBezTo>
                  <a:pt x="730472" y="311849"/>
                  <a:pt x="733330" y="310801"/>
                  <a:pt x="735425" y="308610"/>
                </a:cubicBezTo>
                <a:cubicBezTo>
                  <a:pt x="739712" y="304324"/>
                  <a:pt x="739712" y="297371"/>
                  <a:pt x="735425" y="293180"/>
                </a:cubicBezTo>
                <a:cubicBezTo>
                  <a:pt x="731806" y="289560"/>
                  <a:pt x="726281" y="289179"/>
                  <a:pt x="722090" y="291751"/>
                </a:cubicBezTo>
                <a:lnTo>
                  <a:pt x="683704" y="248031"/>
                </a:lnTo>
                <a:lnTo>
                  <a:pt x="683704" y="95"/>
                </a:lnTo>
                <a:lnTo>
                  <a:pt x="678942" y="95"/>
                </a:lnTo>
                <a:lnTo>
                  <a:pt x="678942" y="249841"/>
                </a:lnTo>
                <a:close/>
                <a:moveTo>
                  <a:pt x="723424" y="296609"/>
                </a:moveTo>
                <a:cubicBezTo>
                  <a:pt x="724662" y="295370"/>
                  <a:pt x="726186" y="294799"/>
                  <a:pt x="727805" y="294799"/>
                </a:cubicBezTo>
                <a:cubicBezTo>
                  <a:pt x="729425" y="294799"/>
                  <a:pt x="730949" y="295370"/>
                  <a:pt x="732187" y="296609"/>
                </a:cubicBezTo>
                <a:cubicBezTo>
                  <a:pt x="734568" y="298990"/>
                  <a:pt x="734568" y="302895"/>
                  <a:pt x="732187" y="305372"/>
                </a:cubicBezTo>
                <a:cubicBezTo>
                  <a:pt x="729806" y="307753"/>
                  <a:pt x="725900" y="307753"/>
                  <a:pt x="723424" y="305372"/>
                </a:cubicBezTo>
                <a:cubicBezTo>
                  <a:pt x="721043" y="302990"/>
                  <a:pt x="721043" y="299085"/>
                  <a:pt x="723424" y="296609"/>
                </a:cubicBezTo>
                <a:close/>
                <a:moveTo>
                  <a:pt x="1250728" y="4190429"/>
                </a:moveTo>
                <a:cubicBezTo>
                  <a:pt x="1253966" y="4194524"/>
                  <a:pt x="1259872" y="4195287"/>
                  <a:pt x="1263968" y="4192048"/>
                </a:cubicBezTo>
                <a:cubicBezTo>
                  <a:pt x="1268063" y="4188809"/>
                  <a:pt x="1268825" y="4182904"/>
                  <a:pt x="1265587" y="4178808"/>
                </a:cubicBezTo>
                <a:cubicBezTo>
                  <a:pt x="1263110" y="4175570"/>
                  <a:pt x="1258919" y="4174522"/>
                  <a:pt x="1255300" y="4175665"/>
                </a:cubicBezTo>
                <a:lnTo>
                  <a:pt x="1244346" y="4164140"/>
                </a:lnTo>
                <a:lnTo>
                  <a:pt x="1104805" y="4164140"/>
                </a:lnTo>
                <a:lnTo>
                  <a:pt x="1080135" y="4142709"/>
                </a:lnTo>
                <a:cubicBezTo>
                  <a:pt x="1081088" y="4141565"/>
                  <a:pt x="1082040" y="4140422"/>
                  <a:pt x="1082612" y="4138994"/>
                </a:cubicBezTo>
                <a:cubicBezTo>
                  <a:pt x="1085755" y="4131564"/>
                  <a:pt x="1082231" y="4123087"/>
                  <a:pt x="1074801" y="4119944"/>
                </a:cubicBezTo>
                <a:cubicBezTo>
                  <a:pt x="1073753" y="4119467"/>
                  <a:pt x="1072610" y="4119182"/>
                  <a:pt x="1071563" y="4118991"/>
                </a:cubicBezTo>
                <a:lnTo>
                  <a:pt x="1071563" y="3989927"/>
                </a:lnTo>
                <a:lnTo>
                  <a:pt x="1092994" y="3966020"/>
                </a:lnTo>
                <a:lnTo>
                  <a:pt x="1092994" y="3830574"/>
                </a:lnTo>
                <a:lnTo>
                  <a:pt x="1094613" y="3830574"/>
                </a:lnTo>
                <a:cubicBezTo>
                  <a:pt x="1095947" y="3830574"/>
                  <a:pt x="1096994" y="3829526"/>
                  <a:pt x="1096994" y="3828193"/>
                </a:cubicBezTo>
                <a:lnTo>
                  <a:pt x="1096994" y="3809905"/>
                </a:lnTo>
                <a:cubicBezTo>
                  <a:pt x="1096994" y="3808571"/>
                  <a:pt x="1095947" y="3807524"/>
                  <a:pt x="1094613" y="3807524"/>
                </a:cubicBezTo>
                <a:lnTo>
                  <a:pt x="1086612" y="3807524"/>
                </a:lnTo>
                <a:cubicBezTo>
                  <a:pt x="1085279" y="3807524"/>
                  <a:pt x="1084231" y="3808571"/>
                  <a:pt x="1084231" y="3809905"/>
                </a:cubicBezTo>
                <a:lnTo>
                  <a:pt x="1084231" y="3828193"/>
                </a:lnTo>
                <a:cubicBezTo>
                  <a:pt x="1084231" y="3829526"/>
                  <a:pt x="1085279" y="3830574"/>
                  <a:pt x="1086612" y="3830574"/>
                </a:cubicBezTo>
                <a:lnTo>
                  <a:pt x="1088231" y="3830574"/>
                </a:lnTo>
                <a:lnTo>
                  <a:pt x="1088231" y="3964210"/>
                </a:lnTo>
                <a:lnTo>
                  <a:pt x="1066800" y="3988118"/>
                </a:lnTo>
                <a:lnTo>
                  <a:pt x="1066800" y="4119086"/>
                </a:lnTo>
                <a:cubicBezTo>
                  <a:pt x="1062038" y="4119848"/>
                  <a:pt x="1057751" y="4122992"/>
                  <a:pt x="1055751" y="4127754"/>
                </a:cubicBezTo>
                <a:cubicBezTo>
                  <a:pt x="1052608" y="4135184"/>
                  <a:pt x="1056132" y="4143661"/>
                  <a:pt x="1063562" y="4146804"/>
                </a:cubicBezTo>
                <a:cubicBezTo>
                  <a:pt x="1065371" y="4147566"/>
                  <a:pt x="1067276" y="4147947"/>
                  <a:pt x="1069181" y="4147947"/>
                </a:cubicBezTo>
                <a:cubicBezTo>
                  <a:pt x="1071086" y="4147947"/>
                  <a:pt x="1072896" y="4147566"/>
                  <a:pt x="1074706" y="4146899"/>
                </a:cubicBezTo>
                <a:cubicBezTo>
                  <a:pt x="1075373" y="4146613"/>
                  <a:pt x="1075754" y="4146137"/>
                  <a:pt x="1076325" y="4145852"/>
                </a:cubicBezTo>
                <a:lnTo>
                  <a:pt x="1102995" y="4168997"/>
                </a:lnTo>
                <a:lnTo>
                  <a:pt x="1242251" y="4168997"/>
                </a:lnTo>
                <a:lnTo>
                  <a:pt x="1251299" y="4178427"/>
                </a:lnTo>
                <a:cubicBezTo>
                  <a:pt x="1248251" y="4181761"/>
                  <a:pt x="1247870" y="4186809"/>
                  <a:pt x="1250728" y="4190524"/>
                </a:cubicBezTo>
                <a:close/>
                <a:moveTo>
                  <a:pt x="1088993" y="3812381"/>
                </a:moveTo>
                <a:lnTo>
                  <a:pt x="1092232" y="3812381"/>
                </a:lnTo>
                <a:lnTo>
                  <a:pt x="1092232" y="3825907"/>
                </a:lnTo>
                <a:lnTo>
                  <a:pt x="1088993" y="3825907"/>
                </a:lnTo>
                <a:lnTo>
                  <a:pt x="1088993" y="3812381"/>
                </a:lnTo>
                <a:close/>
                <a:moveTo>
                  <a:pt x="1078230" y="4137184"/>
                </a:moveTo>
                <a:cubicBezTo>
                  <a:pt x="1076135" y="4142137"/>
                  <a:pt x="1070420" y="4144518"/>
                  <a:pt x="1065371" y="4142423"/>
                </a:cubicBezTo>
                <a:cubicBezTo>
                  <a:pt x="1060418" y="4140327"/>
                  <a:pt x="1058037" y="4134612"/>
                  <a:pt x="1060133" y="4129659"/>
                </a:cubicBezTo>
                <a:cubicBezTo>
                  <a:pt x="1061657" y="4125944"/>
                  <a:pt x="1065371" y="4123659"/>
                  <a:pt x="1069181" y="4123659"/>
                </a:cubicBezTo>
                <a:cubicBezTo>
                  <a:pt x="1070420" y="4123659"/>
                  <a:pt x="1071753" y="4123944"/>
                  <a:pt x="1072991" y="4124420"/>
                </a:cubicBezTo>
                <a:cubicBezTo>
                  <a:pt x="1077944" y="4126516"/>
                  <a:pt x="1080326" y="4132231"/>
                  <a:pt x="1078230" y="4137279"/>
                </a:cubicBezTo>
                <a:close/>
                <a:moveTo>
                  <a:pt x="710089" y="200787"/>
                </a:moveTo>
                <a:lnTo>
                  <a:pt x="714851" y="200787"/>
                </a:lnTo>
                <a:lnTo>
                  <a:pt x="714851" y="218885"/>
                </a:lnTo>
                <a:lnTo>
                  <a:pt x="710089" y="218885"/>
                </a:lnTo>
                <a:lnTo>
                  <a:pt x="710089" y="200787"/>
                </a:lnTo>
                <a:close/>
                <a:moveTo>
                  <a:pt x="648081" y="55245"/>
                </a:moveTo>
                <a:lnTo>
                  <a:pt x="652844" y="55245"/>
                </a:lnTo>
                <a:lnTo>
                  <a:pt x="652844" y="73628"/>
                </a:lnTo>
                <a:lnTo>
                  <a:pt x="648081" y="73628"/>
                </a:lnTo>
                <a:lnTo>
                  <a:pt x="648081" y="55245"/>
                </a:lnTo>
                <a:close/>
                <a:moveTo>
                  <a:pt x="710089" y="95"/>
                </a:moveTo>
                <a:lnTo>
                  <a:pt x="714851" y="95"/>
                </a:lnTo>
                <a:lnTo>
                  <a:pt x="714851" y="1334"/>
                </a:lnTo>
                <a:lnTo>
                  <a:pt x="710089" y="1334"/>
                </a:lnTo>
                <a:lnTo>
                  <a:pt x="710089" y="95"/>
                </a:lnTo>
                <a:close/>
                <a:moveTo>
                  <a:pt x="1451610" y="4529423"/>
                </a:moveTo>
                <a:lnTo>
                  <a:pt x="1451610" y="4414933"/>
                </a:lnTo>
                <a:lnTo>
                  <a:pt x="1456277" y="4414933"/>
                </a:lnTo>
                <a:cubicBezTo>
                  <a:pt x="1462564" y="4414933"/>
                  <a:pt x="1467707" y="4409789"/>
                  <a:pt x="1467707" y="4403408"/>
                </a:cubicBezTo>
                <a:lnTo>
                  <a:pt x="1467707" y="4352068"/>
                </a:lnTo>
                <a:cubicBezTo>
                  <a:pt x="1467707" y="4345781"/>
                  <a:pt x="1462564" y="4340543"/>
                  <a:pt x="1456277" y="4340543"/>
                </a:cubicBezTo>
                <a:lnTo>
                  <a:pt x="1452848" y="4340543"/>
                </a:lnTo>
                <a:lnTo>
                  <a:pt x="1452848" y="4261866"/>
                </a:lnTo>
                <a:cubicBezTo>
                  <a:pt x="1458182" y="4260247"/>
                  <a:pt x="1462088" y="4255580"/>
                  <a:pt x="1462088" y="4249770"/>
                </a:cubicBezTo>
                <a:cubicBezTo>
                  <a:pt x="1462088" y="4243578"/>
                  <a:pt x="1457516" y="4238625"/>
                  <a:pt x="1451705" y="4237482"/>
                </a:cubicBezTo>
                <a:lnTo>
                  <a:pt x="1451705" y="4198144"/>
                </a:lnTo>
                <a:lnTo>
                  <a:pt x="1395413" y="4129088"/>
                </a:lnTo>
                <a:cubicBezTo>
                  <a:pt x="1398365" y="4125754"/>
                  <a:pt x="1398842" y="4120705"/>
                  <a:pt x="1395984" y="4117086"/>
                </a:cubicBezTo>
                <a:cubicBezTo>
                  <a:pt x="1392746" y="4112990"/>
                  <a:pt x="1386840" y="4112228"/>
                  <a:pt x="1382744" y="4115467"/>
                </a:cubicBezTo>
                <a:cubicBezTo>
                  <a:pt x="1378649" y="4118705"/>
                  <a:pt x="1377887" y="4124611"/>
                  <a:pt x="1381125" y="4128707"/>
                </a:cubicBezTo>
                <a:cubicBezTo>
                  <a:pt x="1383697" y="4131945"/>
                  <a:pt x="1387888" y="4132993"/>
                  <a:pt x="1391507" y="4131755"/>
                </a:cubicBezTo>
                <a:lnTo>
                  <a:pt x="1447038" y="4199763"/>
                </a:lnTo>
                <a:lnTo>
                  <a:pt x="1447038" y="4237482"/>
                </a:lnTo>
                <a:cubicBezTo>
                  <a:pt x="1441132" y="4238625"/>
                  <a:pt x="1436656" y="4243578"/>
                  <a:pt x="1436656" y="4249770"/>
                </a:cubicBezTo>
                <a:cubicBezTo>
                  <a:pt x="1436656" y="4255580"/>
                  <a:pt x="1440561" y="4260247"/>
                  <a:pt x="1445895" y="4261866"/>
                </a:cubicBezTo>
                <a:lnTo>
                  <a:pt x="1445895" y="4340543"/>
                </a:lnTo>
                <a:lnTo>
                  <a:pt x="1442466" y="4340543"/>
                </a:lnTo>
                <a:cubicBezTo>
                  <a:pt x="1436180" y="4340543"/>
                  <a:pt x="1431036" y="4345686"/>
                  <a:pt x="1431036" y="4352068"/>
                </a:cubicBezTo>
                <a:lnTo>
                  <a:pt x="1431036" y="4403408"/>
                </a:lnTo>
                <a:cubicBezTo>
                  <a:pt x="1431036" y="4409694"/>
                  <a:pt x="1436180" y="4414933"/>
                  <a:pt x="1442466" y="4414933"/>
                </a:cubicBezTo>
                <a:lnTo>
                  <a:pt x="1444657" y="4414933"/>
                </a:lnTo>
                <a:lnTo>
                  <a:pt x="1444657" y="4527995"/>
                </a:lnTo>
                <a:lnTo>
                  <a:pt x="1379696" y="4599242"/>
                </a:lnTo>
                <a:cubicBezTo>
                  <a:pt x="1377125" y="4597908"/>
                  <a:pt x="1374267" y="4597146"/>
                  <a:pt x="1371219" y="4597146"/>
                </a:cubicBezTo>
                <a:cubicBezTo>
                  <a:pt x="1360932" y="4597146"/>
                  <a:pt x="1352455" y="4605528"/>
                  <a:pt x="1352455" y="4615911"/>
                </a:cubicBezTo>
                <a:cubicBezTo>
                  <a:pt x="1352455" y="4626293"/>
                  <a:pt x="1360837" y="4634675"/>
                  <a:pt x="1371219" y="4634675"/>
                </a:cubicBezTo>
                <a:cubicBezTo>
                  <a:pt x="1381601" y="4634675"/>
                  <a:pt x="1389983" y="4626293"/>
                  <a:pt x="1389983" y="4615911"/>
                </a:cubicBezTo>
                <a:cubicBezTo>
                  <a:pt x="1389983" y="4611243"/>
                  <a:pt x="1388174" y="4606957"/>
                  <a:pt x="1385316" y="4603719"/>
                </a:cubicBezTo>
                <a:lnTo>
                  <a:pt x="1450848" y="4531900"/>
                </a:lnTo>
                <a:cubicBezTo>
                  <a:pt x="1451420" y="4531233"/>
                  <a:pt x="1451801" y="4530376"/>
                  <a:pt x="1451801" y="4529519"/>
                </a:cubicBezTo>
                <a:close/>
                <a:moveTo>
                  <a:pt x="1371028" y="4628103"/>
                </a:moveTo>
                <a:cubicBezTo>
                  <a:pt x="1364266" y="4628103"/>
                  <a:pt x="1358837" y="4622578"/>
                  <a:pt x="1358837" y="4615911"/>
                </a:cubicBezTo>
                <a:cubicBezTo>
                  <a:pt x="1358837" y="4609243"/>
                  <a:pt x="1364361" y="4603719"/>
                  <a:pt x="1371028" y="4603719"/>
                </a:cubicBezTo>
                <a:cubicBezTo>
                  <a:pt x="1377696" y="4603719"/>
                  <a:pt x="1383221" y="4609243"/>
                  <a:pt x="1383221" y="4615911"/>
                </a:cubicBezTo>
                <a:cubicBezTo>
                  <a:pt x="1383221" y="4622578"/>
                  <a:pt x="1377696" y="4628103"/>
                  <a:pt x="1371028" y="4628103"/>
                </a:cubicBezTo>
                <a:close/>
                <a:moveTo>
                  <a:pt x="1441228" y="4249960"/>
                </a:moveTo>
                <a:cubicBezTo>
                  <a:pt x="1441228" y="4245483"/>
                  <a:pt x="1444847" y="4241959"/>
                  <a:pt x="1449229" y="4241959"/>
                </a:cubicBezTo>
                <a:cubicBezTo>
                  <a:pt x="1453610" y="4241959"/>
                  <a:pt x="1457230" y="4245579"/>
                  <a:pt x="1457230" y="4249960"/>
                </a:cubicBezTo>
                <a:cubicBezTo>
                  <a:pt x="1457230" y="4254342"/>
                  <a:pt x="1453610" y="4257961"/>
                  <a:pt x="1449229" y="4257961"/>
                </a:cubicBezTo>
                <a:cubicBezTo>
                  <a:pt x="1444847" y="4257961"/>
                  <a:pt x="1441228" y="4254342"/>
                  <a:pt x="1441228" y="4249960"/>
                </a:cubicBezTo>
                <a:close/>
                <a:moveTo>
                  <a:pt x="1437894" y="4352163"/>
                </a:moveTo>
                <a:cubicBezTo>
                  <a:pt x="1437894" y="4349782"/>
                  <a:pt x="1439799" y="4347782"/>
                  <a:pt x="1442180" y="4347782"/>
                </a:cubicBezTo>
                <a:lnTo>
                  <a:pt x="1456182" y="4347782"/>
                </a:lnTo>
                <a:cubicBezTo>
                  <a:pt x="1458563" y="4347782"/>
                  <a:pt x="1460468" y="4349687"/>
                  <a:pt x="1460468" y="4352163"/>
                </a:cubicBezTo>
                <a:lnTo>
                  <a:pt x="1460468" y="4361117"/>
                </a:lnTo>
                <a:lnTo>
                  <a:pt x="1437799" y="4361117"/>
                </a:lnTo>
                <a:lnTo>
                  <a:pt x="1437799" y="4352163"/>
                </a:lnTo>
                <a:close/>
                <a:moveTo>
                  <a:pt x="1442276" y="4407789"/>
                </a:moveTo>
                <a:cubicBezTo>
                  <a:pt x="1439894" y="4407789"/>
                  <a:pt x="1437989" y="4405884"/>
                  <a:pt x="1437989" y="4403408"/>
                </a:cubicBezTo>
                <a:lnTo>
                  <a:pt x="1437989" y="4391692"/>
                </a:lnTo>
                <a:lnTo>
                  <a:pt x="1460659" y="4391692"/>
                </a:lnTo>
                <a:lnTo>
                  <a:pt x="1460659" y="4403408"/>
                </a:lnTo>
                <a:cubicBezTo>
                  <a:pt x="1460659" y="4405789"/>
                  <a:pt x="1458754" y="4407789"/>
                  <a:pt x="1456373" y="4407789"/>
                </a:cubicBezTo>
                <a:lnTo>
                  <a:pt x="1442371" y="4407789"/>
                </a:lnTo>
                <a:close/>
                <a:moveTo>
                  <a:pt x="1172242" y="4475417"/>
                </a:moveTo>
                <a:lnTo>
                  <a:pt x="1139571" y="4446175"/>
                </a:lnTo>
                <a:lnTo>
                  <a:pt x="1073658" y="4446175"/>
                </a:lnTo>
                <a:cubicBezTo>
                  <a:pt x="1073182" y="4441984"/>
                  <a:pt x="1070610" y="4438174"/>
                  <a:pt x="1066514" y="4436364"/>
                </a:cubicBezTo>
                <a:cubicBezTo>
                  <a:pt x="1060323" y="4433793"/>
                  <a:pt x="1053179" y="4436650"/>
                  <a:pt x="1050608" y="4442841"/>
                </a:cubicBezTo>
                <a:cubicBezTo>
                  <a:pt x="1048036" y="4449032"/>
                  <a:pt x="1050893" y="4456176"/>
                  <a:pt x="1057085" y="4458748"/>
                </a:cubicBezTo>
                <a:cubicBezTo>
                  <a:pt x="1063276" y="4461320"/>
                  <a:pt x="1070420" y="4458462"/>
                  <a:pt x="1072991" y="4452271"/>
                </a:cubicBezTo>
                <a:cubicBezTo>
                  <a:pt x="1073182" y="4451795"/>
                  <a:pt x="1073182" y="4451319"/>
                  <a:pt x="1073277" y="4450842"/>
                </a:cubicBezTo>
                <a:lnTo>
                  <a:pt x="1137761" y="4450842"/>
                </a:lnTo>
                <a:lnTo>
                  <a:pt x="1170432" y="4480084"/>
                </a:lnTo>
                <a:lnTo>
                  <a:pt x="1227106" y="4479703"/>
                </a:lnTo>
                <a:lnTo>
                  <a:pt x="1227868" y="4479703"/>
                </a:lnTo>
                <a:lnTo>
                  <a:pt x="1245584" y="4467035"/>
                </a:lnTo>
                <a:lnTo>
                  <a:pt x="1245584" y="4365879"/>
                </a:lnTo>
                <a:cubicBezTo>
                  <a:pt x="1245584" y="4365879"/>
                  <a:pt x="1267682" y="4346734"/>
                  <a:pt x="1267682" y="4346734"/>
                </a:cubicBezTo>
                <a:lnTo>
                  <a:pt x="1267682" y="4285393"/>
                </a:lnTo>
                <a:cubicBezTo>
                  <a:pt x="1269778" y="4284726"/>
                  <a:pt x="1271683" y="4283774"/>
                  <a:pt x="1273302" y="4282250"/>
                </a:cubicBezTo>
                <a:cubicBezTo>
                  <a:pt x="1276160" y="4279583"/>
                  <a:pt x="1277779" y="4275963"/>
                  <a:pt x="1277969" y="4272153"/>
                </a:cubicBezTo>
                <a:cubicBezTo>
                  <a:pt x="1278065" y="4268248"/>
                  <a:pt x="1276731" y="4264533"/>
                  <a:pt x="1274064" y="4261771"/>
                </a:cubicBezTo>
                <a:cubicBezTo>
                  <a:pt x="1268540" y="4255865"/>
                  <a:pt x="1259396" y="4255580"/>
                  <a:pt x="1253490" y="4261009"/>
                </a:cubicBezTo>
                <a:cubicBezTo>
                  <a:pt x="1247585" y="4266438"/>
                  <a:pt x="1247299" y="4275678"/>
                  <a:pt x="1252728" y="4281583"/>
                </a:cubicBezTo>
                <a:lnTo>
                  <a:pt x="1252728" y="4281583"/>
                </a:lnTo>
                <a:cubicBezTo>
                  <a:pt x="1255395" y="4284440"/>
                  <a:pt x="1259015" y="4286060"/>
                  <a:pt x="1262825" y="4286250"/>
                </a:cubicBezTo>
                <a:cubicBezTo>
                  <a:pt x="1262825" y="4286250"/>
                  <a:pt x="1262825" y="4286250"/>
                  <a:pt x="1262825" y="4286250"/>
                </a:cubicBezTo>
                <a:lnTo>
                  <a:pt x="1262825" y="4344638"/>
                </a:lnTo>
                <a:lnTo>
                  <a:pt x="1240631" y="4363784"/>
                </a:lnTo>
                <a:lnTo>
                  <a:pt x="1240631" y="4464654"/>
                </a:lnTo>
                <a:cubicBezTo>
                  <a:pt x="1240631" y="4464654"/>
                  <a:pt x="1226344" y="4474940"/>
                  <a:pt x="1226344" y="4474940"/>
                </a:cubicBezTo>
                <a:lnTo>
                  <a:pt x="1172337" y="4475226"/>
                </a:lnTo>
                <a:close/>
                <a:moveTo>
                  <a:pt x="1256062" y="4278535"/>
                </a:moveTo>
                <a:cubicBezTo>
                  <a:pt x="1252347" y="4274630"/>
                  <a:pt x="1252633" y="4268343"/>
                  <a:pt x="1256538" y="4264724"/>
                </a:cubicBezTo>
                <a:cubicBezTo>
                  <a:pt x="1260539" y="4261009"/>
                  <a:pt x="1266730" y="4261295"/>
                  <a:pt x="1270349" y="4265200"/>
                </a:cubicBezTo>
                <a:cubicBezTo>
                  <a:pt x="1272159" y="4267105"/>
                  <a:pt x="1273016" y="4269581"/>
                  <a:pt x="1272921" y="4272248"/>
                </a:cubicBezTo>
                <a:cubicBezTo>
                  <a:pt x="1272921" y="4274820"/>
                  <a:pt x="1271683" y="4277297"/>
                  <a:pt x="1269778" y="4279106"/>
                </a:cubicBezTo>
                <a:cubicBezTo>
                  <a:pt x="1267873" y="4280916"/>
                  <a:pt x="1265301" y="4281678"/>
                  <a:pt x="1262729" y="4281773"/>
                </a:cubicBezTo>
                <a:cubicBezTo>
                  <a:pt x="1260157" y="4281773"/>
                  <a:pt x="1257681" y="4280535"/>
                  <a:pt x="1255967" y="4278630"/>
                </a:cubicBezTo>
                <a:close/>
                <a:moveTo>
                  <a:pt x="1500473" y="4541425"/>
                </a:moveTo>
                <a:lnTo>
                  <a:pt x="1500473" y="4415028"/>
                </a:lnTo>
                <a:lnTo>
                  <a:pt x="1503902" y="4415028"/>
                </a:lnTo>
                <a:cubicBezTo>
                  <a:pt x="1510189" y="4415028"/>
                  <a:pt x="1515332" y="4409885"/>
                  <a:pt x="1515332" y="4403503"/>
                </a:cubicBezTo>
                <a:lnTo>
                  <a:pt x="1515332" y="4352163"/>
                </a:lnTo>
                <a:cubicBezTo>
                  <a:pt x="1515332" y="4345877"/>
                  <a:pt x="1510189" y="4340638"/>
                  <a:pt x="1503902" y="4340638"/>
                </a:cubicBezTo>
                <a:lnTo>
                  <a:pt x="1500473" y="4340638"/>
                </a:lnTo>
                <a:lnTo>
                  <a:pt x="1500473" y="4257199"/>
                </a:lnTo>
                <a:cubicBezTo>
                  <a:pt x="1504474" y="4255770"/>
                  <a:pt x="1507331" y="4251960"/>
                  <a:pt x="1507331" y="4247484"/>
                </a:cubicBezTo>
                <a:cubicBezTo>
                  <a:pt x="1507331" y="4242626"/>
                  <a:pt x="1503902" y="4238720"/>
                  <a:pt x="1499426" y="4237578"/>
                </a:cubicBezTo>
                <a:lnTo>
                  <a:pt x="1499902" y="4200430"/>
                </a:lnTo>
                <a:lnTo>
                  <a:pt x="1568387" y="4116800"/>
                </a:lnTo>
                <a:lnTo>
                  <a:pt x="1568958" y="4098131"/>
                </a:lnTo>
                <a:lnTo>
                  <a:pt x="1667351" y="3982022"/>
                </a:lnTo>
                <a:lnTo>
                  <a:pt x="1667923" y="3981355"/>
                </a:lnTo>
                <a:lnTo>
                  <a:pt x="1667923" y="3972116"/>
                </a:lnTo>
                <a:lnTo>
                  <a:pt x="1677448" y="3972116"/>
                </a:lnTo>
                <a:cubicBezTo>
                  <a:pt x="1680401" y="3972116"/>
                  <a:pt x="1682782" y="3969734"/>
                  <a:pt x="1682782" y="3966782"/>
                </a:cubicBezTo>
                <a:lnTo>
                  <a:pt x="1682782" y="3942398"/>
                </a:lnTo>
                <a:cubicBezTo>
                  <a:pt x="1682782" y="3939730"/>
                  <a:pt x="1680591" y="3937540"/>
                  <a:pt x="1677924" y="3937540"/>
                </a:cubicBezTo>
                <a:lnTo>
                  <a:pt x="1653540" y="3937540"/>
                </a:lnTo>
                <a:cubicBezTo>
                  <a:pt x="1650587" y="3937540"/>
                  <a:pt x="1648206" y="3939921"/>
                  <a:pt x="1648206" y="3942874"/>
                </a:cubicBezTo>
                <a:lnTo>
                  <a:pt x="1648206" y="3966782"/>
                </a:lnTo>
                <a:cubicBezTo>
                  <a:pt x="1648206" y="3969734"/>
                  <a:pt x="1650587" y="3972116"/>
                  <a:pt x="1653540" y="3972116"/>
                </a:cubicBezTo>
                <a:lnTo>
                  <a:pt x="1663065" y="3972116"/>
                </a:lnTo>
                <a:lnTo>
                  <a:pt x="1663065" y="3979545"/>
                </a:lnTo>
                <a:cubicBezTo>
                  <a:pt x="1663065" y="3979545"/>
                  <a:pt x="1564672" y="4095655"/>
                  <a:pt x="1564672" y="4095655"/>
                </a:cubicBezTo>
                <a:lnTo>
                  <a:pt x="1564100" y="4096322"/>
                </a:lnTo>
                <a:lnTo>
                  <a:pt x="1563529" y="4114991"/>
                </a:lnTo>
                <a:lnTo>
                  <a:pt x="1495520" y="4198049"/>
                </a:lnTo>
                <a:lnTo>
                  <a:pt x="1494949" y="4198715"/>
                </a:lnTo>
                <a:lnTo>
                  <a:pt x="1494473" y="4237482"/>
                </a:lnTo>
                <a:cubicBezTo>
                  <a:pt x="1489805" y="4238530"/>
                  <a:pt x="1486281" y="4242530"/>
                  <a:pt x="1486281" y="4247484"/>
                </a:cubicBezTo>
                <a:cubicBezTo>
                  <a:pt x="1486281" y="4251960"/>
                  <a:pt x="1489139" y="4255675"/>
                  <a:pt x="1493139" y="4257199"/>
                </a:cubicBezTo>
                <a:lnTo>
                  <a:pt x="1493139" y="4340638"/>
                </a:lnTo>
                <a:lnTo>
                  <a:pt x="1489710" y="4340638"/>
                </a:lnTo>
                <a:cubicBezTo>
                  <a:pt x="1483424" y="4340638"/>
                  <a:pt x="1478185" y="4345781"/>
                  <a:pt x="1478185" y="4352163"/>
                </a:cubicBezTo>
                <a:lnTo>
                  <a:pt x="1478185" y="4403503"/>
                </a:lnTo>
                <a:cubicBezTo>
                  <a:pt x="1478185" y="4409789"/>
                  <a:pt x="1483328" y="4415028"/>
                  <a:pt x="1489710" y="4415028"/>
                </a:cubicBezTo>
                <a:lnTo>
                  <a:pt x="1493139" y="4415028"/>
                </a:lnTo>
                <a:lnTo>
                  <a:pt x="1493139" y="4540092"/>
                </a:lnTo>
                <a:lnTo>
                  <a:pt x="1439418" y="4600194"/>
                </a:lnTo>
                <a:cubicBezTo>
                  <a:pt x="1437323" y="4599337"/>
                  <a:pt x="1435037" y="4598861"/>
                  <a:pt x="1432655" y="4598861"/>
                </a:cubicBezTo>
                <a:cubicBezTo>
                  <a:pt x="1422368" y="4598861"/>
                  <a:pt x="1414082" y="4607147"/>
                  <a:pt x="1414082" y="4617244"/>
                </a:cubicBezTo>
                <a:cubicBezTo>
                  <a:pt x="1414082" y="4628388"/>
                  <a:pt x="1421416" y="4635627"/>
                  <a:pt x="1432655" y="4635627"/>
                </a:cubicBezTo>
                <a:cubicBezTo>
                  <a:pt x="1442942" y="4635627"/>
                  <a:pt x="1451229" y="4627340"/>
                  <a:pt x="1451229" y="4617244"/>
                </a:cubicBezTo>
                <a:cubicBezTo>
                  <a:pt x="1451229" y="4612101"/>
                  <a:pt x="1449038" y="4607338"/>
                  <a:pt x="1445514" y="4604004"/>
                </a:cubicBezTo>
                <a:lnTo>
                  <a:pt x="1499235" y="4543806"/>
                </a:lnTo>
                <a:cubicBezTo>
                  <a:pt x="1499807" y="4543139"/>
                  <a:pt x="1500188" y="4542282"/>
                  <a:pt x="1500188" y="4541425"/>
                </a:cubicBezTo>
                <a:close/>
                <a:moveTo>
                  <a:pt x="1653635" y="3967353"/>
                </a:moveTo>
                <a:cubicBezTo>
                  <a:pt x="1653635" y="3967353"/>
                  <a:pt x="1653159" y="3967163"/>
                  <a:pt x="1653159" y="3966877"/>
                </a:cubicBezTo>
                <a:lnTo>
                  <a:pt x="1653159" y="3942969"/>
                </a:lnTo>
                <a:cubicBezTo>
                  <a:pt x="1653159" y="3942969"/>
                  <a:pt x="1653350" y="3942493"/>
                  <a:pt x="1653635" y="3942493"/>
                </a:cubicBezTo>
                <a:lnTo>
                  <a:pt x="1678019" y="3942493"/>
                </a:lnTo>
                <a:cubicBezTo>
                  <a:pt x="1678019" y="3942493"/>
                  <a:pt x="1678019" y="3966877"/>
                  <a:pt x="1678019" y="3966877"/>
                </a:cubicBezTo>
                <a:cubicBezTo>
                  <a:pt x="1678019" y="3967163"/>
                  <a:pt x="1677829" y="3967353"/>
                  <a:pt x="1677543" y="3967353"/>
                </a:cubicBezTo>
                <a:lnTo>
                  <a:pt x="1653635" y="3967353"/>
                </a:lnTo>
                <a:close/>
                <a:moveTo>
                  <a:pt x="1432941" y="4629245"/>
                </a:moveTo>
                <a:cubicBezTo>
                  <a:pt x="1425226" y="4629245"/>
                  <a:pt x="1420844" y="4624864"/>
                  <a:pt x="1420844" y="4617244"/>
                </a:cubicBezTo>
                <a:cubicBezTo>
                  <a:pt x="1420844" y="4610672"/>
                  <a:pt x="1426274" y="4605243"/>
                  <a:pt x="1432941" y="4605243"/>
                </a:cubicBezTo>
                <a:cubicBezTo>
                  <a:pt x="1439609" y="4605243"/>
                  <a:pt x="1445038" y="4610577"/>
                  <a:pt x="1445038" y="4617244"/>
                </a:cubicBezTo>
                <a:cubicBezTo>
                  <a:pt x="1445038" y="4623912"/>
                  <a:pt x="1439609" y="4629245"/>
                  <a:pt x="1432941" y="4629245"/>
                </a:cubicBezTo>
                <a:close/>
                <a:moveTo>
                  <a:pt x="1485614" y="4352163"/>
                </a:moveTo>
                <a:cubicBezTo>
                  <a:pt x="1485614" y="4349782"/>
                  <a:pt x="1487519" y="4347782"/>
                  <a:pt x="1489996" y="4347782"/>
                </a:cubicBezTo>
                <a:lnTo>
                  <a:pt x="1503998" y="4347782"/>
                </a:lnTo>
                <a:cubicBezTo>
                  <a:pt x="1506379" y="4347782"/>
                  <a:pt x="1508284" y="4349687"/>
                  <a:pt x="1508284" y="4352163"/>
                </a:cubicBezTo>
                <a:lnTo>
                  <a:pt x="1508284" y="4361117"/>
                </a:lnTo>
                <a:lnTo>
                  <a:pt x="1485614" y="4361117"/>
                </a:lnTo>
                <a:lnTo>
                  <a:pt x="1485614" y="4352163"/>
                </a:lnTo>
                <a:close/>
                <a:moveTo>
                  <a:pt x="1489996" y="4407789"/>
                </a:moveTo>
                <a:cubicBezTo>
                  <a:pt x="1487615" y="4407789"/>
                  <a:pt x="1485614" y="4405884"/>
                  <a:pt x="1485614" y="4403408"/>
                </a:cubicBezTo>
                <a:lnTo>
                  <a:pt x="1485614" y="4391692"/>
                </a:lnTo>
                <a:lnTo>
                  <a:pt x="1508284" y="4391692"/>
                </a:lnTo>
                <a:lnTo>
                  <a:pt x="1508284" y="4403408"/>
                </a:lnTo>
                <a:cubicBezTo>
                  <a:pt x="1508284" y="4405789"/>
                  <a:pt x="1506379" y="4407789"/>
                  <a:pt x="1503998" y="4407789"/>
                </a:cubicBezTo>
                <a:lnTo>
                  <a:pt x="1489996" y="4407789"/>
                </a:lnTo>
                <a:close/>
                <a:moveTo>
                  <a:pt x="652844" y="110395"/>
                </a:moveTo>
                <a:lnTo>
                  <a:pt x="648081" y="110395"/>
                </a:lnTo>
                <a:lnTo>
                  <a:pt x="648081" y="92012"/>
                </a:lnTo>
                <a:lnTo>
                  <a:pt x="652844" y="92012"/>
                </a:lnTo>
                <a:lnTo>
                  <a:pt x="652844" y="110395"/>
                </a:lnTo>
                <a:close/>
                <a:moveTo>
                  <a:pt x="652844" y="183833"/>
                </a:moveTo>
                <a:lnTo>
                  <a:pt x="648081" y="183833"/>
                </a:lnTo>
                <a:lnTo>
                  <a:pt x="648081" y="165449"/>
                </a:lnTo>
                <a:lnTo>
                  <a:pt x="652844" y="165449"/>
                </a:lnTo>
                <a:lnTo>
                  <a:pt x="652844" y="183833"/>
                </a:lnTo>
                <a:close/>
                <a:moveTo>
                  <a:pt x="648081" y="18479"/>
                </a:moveTo>
                <a:lnTo>
                  <a:pt x="652844" y="18479"/>
                </a:lnTo>
                <a:lnTo>
                  <a:pt x="652844" y="36862"/>
                </a:lnTo>
                <a:lnTo>
                  <a:pt x="648081" y="36862"/>
                </a:lnTo>
                <a:lnTo>
                  <a:pt x="648081" y="18479"/>
                </a:lnTo>
                <a:close/>
                <a:moveTo>
                  <a:pt x="648081" y="128778"/>
                </a:moveTo>
                <a:lnTo>
                  <a:pt x="652844" y="128778"/>
                </a:lnTo>
                <a:lnTo>
                  <a:pt x="652844" y="147161"/>
                </a:lnTo>
                <a:lnTo>
                  <a:pt x="648081" y="147161"/>
                </a:lnTo>
                <a:lnTo>
                  <a:pt x="648081" y="128778"/>
                </a:lnTo>
                <a:close/>
                <a:moveTo>
                  <a:pt x="710089" y="164497"/>
                </a:moveTo>
                <a:lnTo>
                  <a:pt x="714851" y="164497"/>
                </a:lnTo>
                <a:lnTo>
                  <a:pt x="714851" y="182594"/>
                </a:lnTo>
                <a:lnTo>
                  <a:pt x="710089" y="182594"/>
                </a:lnTo>
                <a:lnTo>
                  <a:pt x="710089" y="164497"/>
                </a:lnTo>
                <a:close/>
                <a:moveTo>
                  <a:pt x="778097" y="1143"/>
                </a:moveTo>
                <a:cubicBezTo>
                  <a:pt x="776383" y="1143"/>
                  <a:pt x="774764" y="667"/>
                  <a:pt x="773144" y="95"/>
                </a:cubicBezTo>
                <a:lnTo>
                  <a:pt x="784098" y="95"/>
                </a:lnTo>
                <a:cubicBezTo>
                  <a:pt x="782384" y="762"/>
                  <a:pt x="780574" y="1238"/>
                  <a:pt x="778669" y="1238"/>
                </a:cubicBezTo>
                <a:cubicBezTo>
                  <a:pt x="778478" y="1238"/>
                  <a:pt x="778288" y="1238"/>
                  <a:pt x="778097" y="1238"/>
                </a:cubicBezTo>
                <a:close/>
                <a:moveTo>
                  <a:pt x="924020" y="2559177"/>
                </a:moveTo>
                <a:cubicBezTo>
                  <a:pt x="922020" y="2557177"/>
                  <a:pt x="918782" y="2557177"/>
                  <a:pt x="916877" y="2559177"/>
                </a:cubicBezTo>
                <a:lnTo>
                  <a:pt x="907733" y="2568321"/>
                </a:lnTo>
                <a:cubicBezTo>
                  <a:pt x="905732" y="2570321"/>
                  <a:pt x="905732" y="2573560"/>
                  <a:pt x="907733" y="2575465"/>
                </a:cubicBezTo>
                <a:lnTo>
                  <a:pt x="916877" y="2584609"/>
                </a:lnTo>
                <a:cubicBezTo>
                  <a:pt x="917829" y="2585561"/>
                  <a:pt x="919163" y="2586133"/>
                  <a:pt x="920496" y="2586133"/>
                </a:cubicBezTo>
                <a:cubicBezTo>
                  <a:pt x="921829" y="2586133"/>
                  <a:pt x="923163" y="2585561"/>
                  <a:pt x="924116" y="2584609"/>
                </a:cubicBezTo>
                <a:lnTo>
                  <a:pt x="926306" y="2582418"/>
                </a:lnTo>
                <a:lnTo>
                  <a:pt x="995077" y="2664905"/>
                </a:lnTo>
                <a:lnTo>
                  <a:pt x="994124" y="2758345"/>
                </a:lnTo>
                <a:lnTo>
                  <a:pt x="970598" y="2758345"/>
                </a:lnTo>
                <a:lnTo>
                  <a:pt x="970598" y="2749963"/>
                </a:lnTo>
                <a:cubicBezTo>
                  <a:pt x="970598" y="2745200"/>
                  <a:pt x="966692" y="2741295"/>
                  <a:pt x="961835" y="2741295"/>
                </a:cubicBezTo>
                <a:lnTo>
                  <a:pt x="845249" y="2741295"/>
                </a:lnTo>
                <a:cubicBezTo>
                  <a:pt x="840486" y="2741295"/>
                  <a:pt x="836486" y="2745200"/>
                  <a:pt x="836486" y="2749963"/>
                </a:cubicBezTo>
                <a:lnTo>
                  <a:pt x="836486" y="2758345"/>
                </a:lnTo>
                <a:lnTo>
                  <a:pt x="768001" y="2758535"/>
                </a:lnTo>
                <a:lnTo>
                  <a:pt x="702659" y="2826353"/>
                </a:lnTo>
                <a:lnTo>
                  <a:pt x="644271" y="2826163"/>
                </a:lnTo>
                <a:cubicBezTo>
                  <a:pt x="645319" y="2822924"/>
                  <a:pt x="644652" y="2819305"/>
                  <a:pt x="642176" y="2816638"/>
                </a:cubicBezTo>
                <a:lnTo>
                  <a:pt x="626840" y="2800636"/>
                </a:lnTo>
                <a:cubicBezTo>
                  <a:pt x="625031" y="2798731"/>
                  <a:pt x="622649" y="2797683"/>
                  <a:pt x="620077" y="2797683"/>
                </a:cubicBezTo>
                <a:cubicBezTo>
                  <a:pt x="619125" y="2797588"/>
                  <a:pt x="618077" y="2797874"/>
                  <a:pt x="617125" y="2798159"/>
                </a:cubicBezTo>
                <a:lnTo>
                  <a:pt x="620173" y="2774347"/>
                </a:lnTo>
                <a:lnTo>
                  <a:pt x="563690" y="2715292"/>
                </a:lnTo>
                <a:lnTo>
                  <a:pt x="563309" y="2714911"/>
                </a:lnTo>
                <a:lnTo>
                  <a:pt x="532162" y="2714911"/>
                </a:lnTo>
                <a:cubicBezTo>
                  <a:pt x="532162" y="2714911"/>
                  <a:pt x="479774" y="2659666"/>
                  <a:pt x="479774" y="2659666"/>
                </a:cubicBezTo>
                <a:cubicBezTo>
                  <a:pt x="480155" y="2658999"/>
                  <a:pt x="480441" y="2658332"/>
                  <a:pt x="480441" y="2657475"/>
                </a:cubicBezTo>
                <a:lnTo>
                  <a:pt x="480727" y="2642711"/>
                </a:lnTo>
                <a:cubicBezTo>
                  <a:pt x="480727" y="2640235"/>
                  <a:pt x="478822" y="2638139"/>
                  <a:pt x="476250" y="2638044"/>
                </a:cubicBezTo>
                <a:lnTo>
                  <a:pt x="461486" y="2637759"/>
                </a:lnTo>
                <a:cubicBezTo>
                  <a:pt x="459010" y="2637759"/>
                  <a:pt x="456914" y="2639663"/>
                  <a:pt x="456819" y="2642235"/>
                </a:cubicBezTo>
                <a:lnTo>
                  <a:pt x="456533" y="2656999"/>
                </a:lnTo>
                <a:cubicBezTo>
                  <a:pt x="456533" y="2659475"/>
                  <a:pt x="458438" y="2661571"/>
                  <a:pt x="461010" y="2661666"/>
                </a:cubicBezTo>
                <a:lnTo>
                  <a:pt x="475774" y="2661952"/>
                </a:lnTo>
                <a:cubicBezTo>
                  <a:pt x="476631" y="2661952"/>
                  <a:pt x="477393" y="2661666"/>
                  <a:pt x="478060" y="2661285"/>
                </a:cubicBezTo>
                <a:lnTo>
                  <a:pt x="531114" y="2717387"/>
                </a:lnTo>
                <a:lnTo>
                  <a:pt x="562261" y="2717387"/>
                </a:lnTo>
                <a:cubicBezTo>
                  <a:pt x="562261" y="2717387"/>
                  <a:pt x="617601" y="2775109"/>
                  <a:pt x="617601" y="2775109"/>
                </a:cubicBezTo>
                <a:lnTo>
                  <a:pt x="614458" y="2799493"/>
                </a:lnTo>
                <a:cubicBezTo>
                  <a:pt x="614458" y="2799493"/>
                  <a:pt x="613505" y="2799969"/>
                  <a:pt x="613124" y="2800350"/>
                </a:cubicBezTo>
                <a:lnTo>
                  <a:pt x="610743" y="2802636"/>
                </a:lnTo>
                <a:cubicBezTo>
                  <a:pt x="606933" y="2806255"/>
                  <a:pt x="606743" y="2812447"/>
                  <a:pt x="610457" y="2816257"/>
                </a:cubicBezTo>
                <a:lnTo>
                  <a:pt x="625793" y="2832259"/>
                </a:lnTo>
                <a:cubicBezTo>
                  <a:pt x="627602" y="2834164"/>
                  <a:pt x="629984" y="2835212"/>
                  <a:pt x="632555" y="2835212"/>
                </a:cubicBezTo>
                <a:cubicBezTo>
                  <a:pt x="632555" y="2835212"/>
                  <a:pt x="632746" y="2835212"/>
                  <a:pt x="632746" y="2835212"/>
                </a:cubicBezTo>
                <a:cubicBezTo>
                  <a:pt x="635222" y="2835212"/>
                  <a:pt x="637604" y="2834259"/>
                  <a:pt x="639413" y="2832545"/>
                </a:cubicBezTo>
                <a:lnTo>
                  <a:pt x="641128" y="2830925"/>
                </a:lnTo>
                <a:lnTo>
                  <a:pt x="704564" y="2831116"/>
                </a:lnTo>
                <a:lnTo>
                  <a:pt x="769906" y="2763298"/>
                </a:lnTo>
                <a:lnTo>
                  <a:pt x="836295" y="2763107"/>
                </a:lnTo>
                <a:lnTo>
                  <a:pt x="836295" y="2769108"/>
                </a:lnTo>
                <a:cubicBezTo>
                  <a:pt x="836295" y="2773871"/>
                  <a:pt x="840200" y="2777776"/>
                  <a:pt x="845058" y="2777776"/>
                </a:cubicBezTo>
                <a:lnTo>
                  <a:pt x="961644" y="2777776"/>
                </a:lnTo>
                <a:cubicBezTo>
                  <a:pt x="966407" y="2777776"/>
                  <a:pt x="970407" y="2773871"/>
                  <a:pt x="970407" y="2769108"/>
                </a:cubicBezTo>
                <a:lnTo>
                  <a:pt x="970407" y="2763107"/>
                </a:lnTo>
                <a:lnTo>
                  <a:pt x="996315" y="2763107"/>
                </a:lnTo>
                <a:cubicBezTo>
                  <a:pt x="997649" y="2763107"/>
                  <a:pt x="998696" y="2762060"/>
                  <a:pt x="998696" y="2760726"/>
                </a:cubicBezTo>
                <a:lnTo>
                  <a:pt x="999649" y="2664047"/>
                </a:lnTo>
                <a:cubicBezTo>
                  <a:pt x="999649" y="2663476"/>
                  <a:pt x="999458" y="2662904"/>
                  <a:pt x="999077" y="2662523"/>
                </a:cubicBezTo>
                <a:lnTo>
                  <a:pt x="929450" y="2578989"/>
                </a:lnTo>
                <a:lnTo>
                  <a:pt x="933069" y="2575370"/>
                </a:lnTo>
                <a:cubicBezTo>
                  <a:pt x="935069" y="2573369"/>
                  <a:pt x="935069" y="2570131"/>
                  <a:pt x="933069" y="2568226"/>
                </a:cubicBezTo>
                <a:lnTo>
                  <a:pt x="930212" y="2565368"/>
                </a:lnTo>
                <a:lnTo>
                  <a:pt x="983647" y="2505837"/>
                </a:lnTo>
                <a:cubicBezTo>
                  <a:pt x="985361" y="2506885"/>
                  <a:pt x="987266" y="2507647"/>
                  <a:pt x="989362" y="2507647"/>
                </a:cubicBezTo>
                <a:cubicBezTo>
                  <a:pt x="995458" y="2507647"/>
                  <a:pt x="1000411" y="2502694"/>
                  <a:pt x="1000411" y="2496598"/>
                </a:cubicBezTo>
                <a:cubicBezTo>
                  <a:pt x="1000411" y="2490502"/>
                  <a:pt x="995458" y="2485549"/>
                  <a:pt x="989362" y="2485549"/>
                </a:cubicBezTo>
                <a:cubicBezTo>
                  <a:pt x="983266" y="2485549"/>
                  <a:pt x="978313" y="2490502"/>
                  <a:pt x="978313" y="2496598"/>
                </a:cubicBezTo>
                <a:cubicBezTo>
                  <a:pt x="978313" y="2498788"/>
                  <a:pt x="979170" y="2500789"/>
                  <a:pt x="980218" y="2502503"/>
                </a:cubicBezTo>
                <a:lnTo>
                  <a:pt x="926783" y="2562035"/>
                </a:lnTo>
                <a:lnTo>
                  <a:pt x="923925" y="2559177"/>
                </a:lnTo>
                <a:close/>
                <a:moveTo>
                  <a:pt x="614172" y="2806255"/>
                </a:moveTo>
                <a:lnTo>
                  <a:pt x="616553" y="2803970"/>
                </a:lnTo>
                <a:cubicBezTo>
                  <a:pt x="617506" y="2803112"/>
                  <a:pt x="618649" y="2802636"/>
                  <a:pt x="619887" y="2802636"/>
                </a:cubicBezTo>
                <a:lnTo>
                  <a:pt x="619982" y="2802636"/>
                </a:lnTo>
                <a:cubicBezTo>
                  <a:pt x="620935" y="2802636"/>
                  <a:pt x="621792" y="2803017"/>
                  <a:pt x="622554" y="2803588"/>
                </a:cubicBezTo>
                <a:lnTo>
                  <a:pt x="613410" y="2812256"/>
                </a:lnTo>
                <a:cubicBezTo>
                  <a:pt x="612267" y="2810351"/>
                  <a:pt x="612458" y="2807875"/>
                  <a:pt x="614077" y="2806255"/>
                </a:cubicBezTo>
                <a:close/>
                <a:moveTo>
                  <a:pt x="625507" y="2825020"/>
                </a:moveTo>
                <a:lnTo>
                  <a:pt x="617220" y="2816352"/>
                </a:lnTo>
                <a:lnTo>
                  <a:pt x="626650" y="2807399"/>
                </a:lnTo>
                <a:lnTo>
                  <a:pt x="634937" y="2816067"/>
                </a:lnTo>
                <a:lnTo>
                  <a:pt x="625507" y="2825020"/>
                </a:lnTo>
                <a:close/>
                <a:moveTo>
                  <a:pt x="638651" y="2827020"/>
                </a:moveTo>
                <a:lnTo>
                  <a:pt x="636270" y="2829306"/>
                </a:lnTo>
                <a:cubicBezTo>
                  <a:pt x="635318" y="2830163"/>
                  <a:pt x="634270" y="2830735"/>
                  <a:pt x="632841" y="2830640"/>
                </a:cubicBezTo>
                <a:cubicBezTo>
                  <a:pt x="631508" y="2830640"/>
                  <a:pt x="630365" y="2830068"/>
                  <a:pt x="629412" y="2829116"/>
                </a:cubicBezTo>
                <a:lnTo>
                  <a:pt x="628936" y="2828639"/>
                </a:lnTo>
                <a:lnTo>
                  <a:pt x="638366" y="2819686"/>
                </a:lnTo>
                <a:lnTo>
                  <a:pt x="638842" y="2820162"/>
                </a:lnTo>
                <a:cubicBezTo>
                  <a:pt x="640652" y="2822067"/>
                  <a:pt x="640652" y="2825210"/>
                  <a:pt x="638651" y="2827020"/>
                </a:cubicBezTo>
                <a:close/>
                <a:moveTo>
                  <a:pt x="859727" y="2773204"/>
                </a:moveTo>
                <a:lnTo>
                  <a:pt x="845249" y="2773204"/>
                </a:lnTo>
                <a:cubicBezTo>
                  <a:pt x="843058" y="2773204"/>
                  <a:pt x="841248" y="2771394"/>
                  <a:pt x="841248" y="2769299"/>
                </a:cubicBezTo>
                <a:lnTo>
                  <a:pt x="841248" y="2750153"/>
                </a:lnTo>
                <a:cubicBezTo>
                  <a:pt x="841248" y="2747963"/>
                  <a:pt x="843058" y="2746248"/>
                  <a:pt x="845249" y="2746248"/>
                </a:cubicBezTo>
                <a:lnTo>
                  <a:pt x="859727" y="2746248"/>
                </a:lnTo>
                <a:lnTo>
                  <a:pt x="859727" y="2773299"/>
                </a:lnTo>
                <a:close/>
                <a:moveTo>
                  <a:pt x="885063" y="2773204"/>
                </a:moveTo>
                <a:lnTo>
                  <a:pt x="865918" y="2773204"/>
                </a:lnTo>
                <a:lnTo>
                  <a:pt x="865918" y="2746153"/>
                </a:lnTo>
                <a:lnTo>
                  <a:pt x="885063" y="2746153"/>
                </a:lnTo>
                <a:lnTo>
                  <a:pt x="885063" y="2773204"/>
                </a:lnTo>
                <a:close/>
                <a:moveTo>
                  <a:pt x="891540" y="2773204"/>
                </a:moveTo>
                <a:lnTo>
                  <a:pt x="889826" y="2773204"/>
                </a:lnTo>
                <a:lnTo>
                  <a:pt x="889826" y="2746153"/>
                </a:lnTo>
                <a:lnTo>
                  <a:pt x="891540" y="2746153"/>
                </a:lnTo>
                <a:lnTo>
                  <a:pt x="891540" y="2773204"/>
                </a:lnTo>
                <a:close/>
                <a:moveTo>
                  <a:pt x="915829" y="2773204"/>
                </a:moveTo>
                <a:lnTo>
                  <a:pt x="896302" y="2773204"/>
                </a:lnTo>
                <a:lnTo>
                  <a:pt x="896302" y="2746153"/>
                </a:lnTo>
                <a:lnTo>
                  <a:pt x="915829" y="2746153"/>
                </a:lnTo>
                <a:lnTo>
                  <a:pt x="915829" y="2773204"/>
                </a:lnTo>
                <a:close/>
                <a:moveTo>
                  <a:pt x="937165" y="2773204"/>
                </a:moveTo>
                <a:lnTo>
                  <a:pt x="922306" y="2773204"/>
                </a:lnTo>
                <a:lnTo>
                  <a:pt x="922306" y="2746153"/>
                </a:lnTo>
                <a:lnTo>
                  <a:pt x="937165" y="2746153"/>
                </a:lnTo>
                <a:lnTo>
                  <a:pt x="937165" y="2773204"/>
                </a:lnTo>
                <a:close/>
                <a:moveTo>
                  <a:pt x="943642" y="2773204"/>
                </a:moveTo>
                <a:lnTo>
                  <a:pt x="941927" y="2773204"/>
                </a:lnTo>
                <a:lnTo>
                  <a:pt x="941927" y="2746153"/>
                </a:lnTo>
                <a:lnTo>
                  <a:pt x="943642" y="2746153"/>
                </a:lnTo>
                <a:lnTo>
                  <a:pt x="943642" y="2773204"/>
                </a:lnTo>
                <a:close/>
                <a:moveTo>
                  <a:pt x="965740" y="2769299"/>
                </a:moveTo>
                <a:cubicBezTo>
                  <a:pt x="965740" y="2771489"/>
                  <a:pt x="963930" y="2773204"/>
                  <a:pt x="961739" y="2773204"/>
                </a:cubicBezTo>
                <a:lnTo>
                  <a:pt x="948404" y="2773204"/>
                </a:lnTo>
                <a:lnTo>
                  <a:pt x="948404" y="2746153"/>
                </a:lnTo>
                <a:lnTo>
                  <a:pt x="961739" y="2746153"/>
                </a:lnTo>
                <a:cubicBezTo>
                  <a:pt x="963930" y="2746153"/>
                  <a:pt x="965740" y="2747963"/>
                  <a:pt x="965740" y="2750058"/>
                </a:cubicBezTo>
                <a:lnTo>
                  <a:pt x="965740" y="2769203"/>
                </a:lnTo>
                <a:close/>
                <a:moveTo>
                  <a:pt x="920210" y="2581275"/>
                </a:moveTo>
                <a:lnTo>
                  <a:pt x="911066" y="2571655"/>
                </a:lnTo>
                <a:lnTo>
                  <a:pt x="920210" y="2562511"/>
                </a:lnTo>
                <a:cubicBezTo>
                  <a:pt x="920210" y="2562511"/>
                  <a:pt x="920306" y="2562511"/>
                  <a:pt x="920401" y="2562511"/>
                </a:cubicBezTo>
                <a:cubicBezTo>
                  <a:pt x="920496" y="2562511"/>
                  <a:pt x="920591" y="2562511"/>
                  <a:pt x="920591" y="2562511"/>
                </a:cubicBezTo>
                <a:lnTo>
                  <a:pt x="929735" y="2572131"/>
                </a:lnTo>
                <a:lnTo>
                  <a:pt x="920115" y="2581275"/>
                </a:lnTo>
                <a:close/>
                <a:moveTo>
                  <a:pt x="662083" y="4230529"/>
                </a:moveTo>
                <a:lnTo>
                  <a:pt x="659416" y="4230529"/>
                </a:lnTo>
                <a:cubicBezTo>
                  <a:pt x="653415" y="4230529"/>
                  <a:pt x="648462" y="4234911"/>
                  <a:pt x="648462" y="4240245"/>
                </a:cubicBezTo>
                <a:lnTo>
                  <a:pt x="648462" y="4279106"/>
                </a:lnTo>
                <a:cubicBezTo>
                  <a:pt x="648462" y="4284440"/>
                  <a:pt x="653415" y="4288822"/>
                  <a:pt x="659416" y="4288822"/>
                </a:cubicBezTo>
                <a:lnTo>
                  <a:pt x="669512" y="4288822"/>
                </a:lnTo>
                <a:cubicBezTo>
                  <a:pt x="675513" y="4288822"/>
                  <a:pt x="680466" y="4284440"/>
                  <a:pt x="680466" y="4279106"/>
                </a:cubicBezTo>
                <a:lnTo>
                  <a:pt x="680466" y="4240245"/>
                </a:lnTo>
                <a:cubicBezTo>
                  <a:pt x="680466" y="4234911"/>
                  <a:pt x="675513" y="4230529"/>
                  <a:pt x="669512" y="4230529"/>
                </a:cubicBezTo>
                <a:lnTo>
                  <a:pt x="666845" y="4230529"/>
                </a:lnTo>
                <a:lnTo>
                  <a:pt x="666845" y="4169855"/>
                </a:lnTo>
                <a:lnTo>
                  <a:pt x="505301" y="3982879"/>
                </a:lnTo>
                <a:lnTo>
                  <a:pt x="504539" y="3932777"/>
                </a:lnTo>
                <a:lnTo>
                  <a:pt x="506063" y="3932777"/>
                </a:lnTo>
                <a:cubicBezTo>
                  <a:pt x="507397" y="3932777"/>
                  <a:pt x="508445" y="3931730"/>
                  <a:pt x="508445" y="3930396"/>
                </a:cubicBezTo>
                <a:lnTo>
                  <a:pt x="508445" y="3923634"/>
                </a:lnTo>
                <a:lnTo>
                  <a:pt x="553022" y="3923634"/>
                </a:lnTo>
                <a:cubicBezTo>
                  <a:pt x="558927" y="3923634"/>
                  <a:pt x="563785" y="3918776"/>
                  <a:pt x="563785" y="3912870"/>
                </a:cubicBezTo>
                <a:cubicBezTo>
                  <a:pt x="563785" y="3906965"/>
                  <a:pt x="558927" y="3902107"/>
                  <a:pt x="553022" y="3902107"/>
                </a:cubicBezTo>
                <a:lnTo>
                  <a:pt x="515017" y="3902107"/>
                </a:lnTo>
                <a:cubicBezTo>
                  <a:pt x="511683" y="3902107"/>
                  <a:pt x="509016" y="3899440"/>
                  <a:pt x="509016" y="3896106"/>
                </a:cubicBezTo>
                <a:cubicBezTo>
                  <a:pt x="509016" y="3892772"/>
                  <a:pt x="511683" y="3890105"/>
                  <a:pt x="515017" y="3890105"/>
                </a:cubicBezTo>
                <a:lnTo>
                  <a:pt x="553022" y="3890105"/>
                </a:lnTo>
                <a:cubicBezTo>
                  <a:pt x="558927" y="3890105"/>
                  <a:pt x="563785" y="3885248"/>
                  <a:pt x="563785" y="3879342"/>
                </a:cubicBezTo>
                <a:cubicBezTo>
                  <a:pt x="563785" y="3873437"/>
                  <a:pt x="558927" y="3868579"/>
                  <a:pt x="553022" y="3868579"/>
                </a:cubicBezTo>
                <a:lnTo>
                  <a:pt x="515017" y="3868579"/>
                </a:lnTo>
                <a:cubicBezTo>
                  <a:pt x="511683" y="3868579"/>
                  <a:pt x="509016" y="3865912"/>
                  <a:pt x="509016" y="3862578"/>
                </a:cubicBezTo>
                <a:cubicBezTo>
                  <a:pt x="509016" y="3859244"/>
                  <a:pt x="511683" y="3856577"/>
                  <a:pt x="515017" y="3856577"/>
                </a:cubicBezTo>
                <a:lnTo>
                  <a:pt x="557498" y="3856577"/>
                </a:lnTo>
                <a:lnTo>
                  <a:pt x="557498" y="3863340"/>
                </a:lnTo>
                <a:cubicBezTo>
                  <a:pt x="557498" y="3864674"/>
                  <a:pt x="558546" y="3865721"/>
                  <a:pt x="559880" y="3865721"/>
                </a:cubicBezTo>
                <a:lnTo>
                  <a:pt x="567881" y="3865721"/>
                </a:lnTo>
                <a:cubicBezTo>
                  <a:pt x="569214" y="3865721"/>
                  <a:pt x="570262" y="3864674"/>
                  <a:pt x="570262" y="3863340"/>
                </a:cubicBezTo>
                <a:lnTo>
                  <a:pt x="570262" y="3855149"/>
                </a:lnTo>
                <a:lnTo>
                  <a:pt x="615029" y="3855149"/>
                </a:lnTo>
                <a:cubicBezTo>
                  <a:pt x="620935" y="3855149"/>
                  <a:pt x="625793" y="3850291"/>
                  <a:pt x="625793" y="3844385"/>
                </a:cubicBezTo>
                <a:cubicBezTo>
                  <a:pt x="625793" y="3838480"/>
                  <a:pt x="620935" y="3833622"/>
                  <a:pt x="615029" y="3833622"/>
                </a:cubicBezTo>
                <a:lnTo>
                  <a:pt x="577025" y="3833622"/>
                </a:lnTo>
                <a:cubicBezTo>
                  <a:pt x="573691" y="3833622"/>
                  <a:pt x="571024" y="3830955"/>
                  <a:pt x="571024" y="3827621"/>
                </a:cubicBezTo>
                <a:cubicBezTo>
                  <a:pt x="571024" y="3824288"/>
                  <a:pt x="573691" y="3821621"/>
                  <a:pt x="577025" y="3821621"/>
                </a:cubicBezTo>
                <a:lnTo>
                  <a:pt x="652939" y="3821621"/>
                </a:lnTo>
                <a:lnTo>
                  <a:pt x="667226" y="3831908"/>
                </a:lnTo>
                <a:cubicBezTo>
                  <a:pt x="667226" y="3831908"/>
                  <a:pt x="667036" y="3832574"/>
                  <a:pt x="667036" y="3832955"/>
                </a:cubicBezTo>
                <a:lnTo>
                  <a:pt x="667036" y="3840575"/>
                </a:lnTo>
                <a:cubicBezTo>
                  <a:pt x="667036" y="3843052"/>
                  <a:pt x="669036" y="3845052"/>
                  <a:pt x="671513" y="3845052"/>
                </a:cubicBezTo>
                <a:lnTo>
                  <a:pt x="679133" y="3845052"/>
                </a:lnTo>
                <a:cubicBezTo>
                  <a:pt x="681609" y="3845052"/>
                  <a:pt x="683609" y="3843052"/>
                  <a:pt x="683609" y="3840575"/>
                </a:cubicBezTo>
                <a:lnTo>
                  <a:pt x="683609" y="3833336"/>
                </a:lnTo>
                <a:lnTo>
                  <a:pt x="702754" y="3822954"/>
                </a:lnTo>
                <a:lnTo>
                  <a:pt x="782765" y="3822954"/>
                </a:lnTo>
                <a:lnTo>
                  <a:pt x="795052" y="3833908"/>
                </a:lnTo>
                <a:lnTo>
                  <a:pt x="852964" y="3833908"/>
                </a:lnTo>
                <a:cubicBezTo>
                  <a:pt x="853821" y="3837623"/>
                  <a:pt x="856488" y="3840956"/>
                  <a:pt x="860489" y="3842004"/>
                </a:cubicBezTo>
                <a:cubicBezTo>
                  <a:pt x="861441" y="3842290"/>
                  <a:pt x="862489" y="3842385"/>
                  <a:pt x="863537" y="3842385"/>
                </a:cubicBezTo>
                <a:cubicBezTo>
                  <a:pt x="865346" y="3842385"/>
                  <a:pt x="867156" y="3841909"/>
                  <a:pt x="868871" y="3841052"/>
                </a:cubicBezTo>
                <a:cubicBezTo>
                  <a:pt x="871442" y="3839623"/>
                  <a:pt x="873252" y="3837337"/>
                  <a:pt x="874109" y="3834479"/>
                </a:cubicBezTo>
                <a:cubicBezTo>
                  <a:pt x="874871" y="3831717"/>
                  <a:pt x="874586" y="3828764"/>
                  <a:pt x="873157" y="3826193"/>
                </a:cubicBezTo>
                <a:cubicBezTo>
                  <a:pt x="871728" y="3823621"/>
                  <a:pt x="869442" y="3821811"/>
                  <a:pt x="866585" y="3820954"/>
                </a:cubicBezTo>
                <a:cubicBezTo>
                  <a:pt x="860774" y="3819239"/>
                  <a:pt x="854678" y="3822668"/>
                  <a:pt x="853059" y="3828479"/>
                </a:cubicBezTo>
                <a:cubicBezTo>
                  <a:pt x="853059" y="3828669"/>
                  <a:pt x="853059" y="3828860"/>
                  <a:pt x="853059" y="3829145"/>
                </a:cubicBezTo>
                <a:lnTo>
                  <a:pt x="797052" y="3829145"/>
                </a:lnTo>
                <a:lnTo>
                  <a:pt x="787241" y="3820478"/>
                </a:lnTo>
                <a:lnTo>
                  <a:pt x="809339" y="3798094"/>
                </a:lnTo>
                <a:lnTo>
                  <a:pt x="866108" y="3798094"/>
                </a:lnTo>
                <a:cubicBezTo>
                  <a:pt x="866966" y="3801904"/>
                  <a:pt x="869633" y="3805142"/>
                  <a:pt x="873633" y="3806285"/>
                </a:cubicBezTo>
                <a:cubicBezTo>
                  <a:pt x="874681" y="3806571"/>
                  <a:pt x="875633" y="3806667"/>
                  <a:pt x="876681" y="3806667"/>
                </a:cubicBezTo>
                <a:cubicBezTo>
                  <a:pt x="881444" y="3806667"/>
                  <a:pt x="885825" y="3803523"/>
                  <a:pt x="887254" y="3798761"/>
                </a:cubicBezTo>
                <a:cubicBezTo>
                  <a:pt x="888873" y="3792950"/>
                  <a:pt x="885539" y="3786854"/>
                  <a:pt x="879729" y="3785235"/>
                </a:cubicBezTo>
                <a:cubicBezTo>
                  <a:pt x="873919" y="3783521"/>
                  <a:pt x="867823" y="3786950"/>
                  <a:pt x="866204" y="3792760"/>
                </a:cubicBezTo>
                <a:cubicBezTo>
                  <a:pt x="866204" y="3792950"/>
                  <a:pt x="866204" y="3793141"/>
                  <a:pt x="866204" y="3793427"/>
                </a:cubicBezTo>
                <a:lnTo>
                  <a:pt x="807529" y="3793427"/>
                </a:lnTo>
                <a:lnTo>
                  <a:pt x="782955" y="3818287"/>
                </a:lnTo>
                <a:lnTo>
                  <a:pt x="702374" y="3818287"/>
                </a:lnTo>
                <a:lnTo>
                  <a:pt x="681514" y="3829241"/>
                </a:lnTo>
                <a:cubicBezTo>
                  <a:pt x="680847" y="3828860"/>
                  <a:pt x="680180" y="3828574"/>
                  <a:pt x="679323" y="3828574"/>
                </a:cubicBezTo>
                <a:lnTo>
                  <a:pt x="671703" y="3828574"/>
                </a:lnTo>
                <a:cubicBezTo>
                  <a:pt x="671703" y="3828574"/>
                  <a:pt x="671227" y="3828669"/>
                  <a:pt x="671036" y="3828669"/>
                </a:cubicBezTo>
                <a:lnTo>
                  <a:pt x="654653" y="3816858"/>
                </a:lnTo>
                <a:lnTo>
                  <a:pt x="577215" y="3816858"/>
                </a:lnTo>
                <a:cubicBezTo>
                  <a:pt x="571310" y="3816858"/>
                  <a:pt x="566452" y="3821716"/>
                  <a:pt x="566452" y="3827621"/>
                </a:cubicBezTo>
                <a:cubicBezTo>
                  <a:pt x="566452" y="3833527"/>
                  <a:pt x="571310" y="3838385"/>
                  <a:pt x="577215" y="3838385"/>
                </a:cubicBezTo>
                <a:lnTo>
                  <a:pt x="615220" y="3838385"/>
                </a:lnTo>
                <a:cubicBezTo>
                  <a:pt x="618554" y="3838385"/>
                  <a:pt x="621221" y="3841052"/>
                  <a:pt x="621221" y="3844385"/>
                </a:cubicBezTo>
                <a:cubicBezTo>
                  <a:pt x="621221" y="3847719"/>
                  <a:pt x="618554" y="3850386"/>
                  <a:pt x="615220" y="3850386"/>
                </a:cubicBezTo>
                <a:lnTo>
                  <a:pt x="570452" y="3850386"/>
                </a:lnTo>
                <a:lnTo>
                  <a:pt x="570452" y="3845147"/>
                </a:lnTo>
                <a:cubicBezTo>
                  <a:pt x="570452" y="3843814"/>
                  <a:pt x="569405" y="3842766"/>
                  <a:pt x="568071" y="3842766"/>
                </a:cubicBezTo>
                <a:lnTo>
                  <a:pt x="560070" y="3842766"/>
                </a:lnTo>
                <a:cubicBezTo>
                  <a:pt x="558737" y="3842766"/>
                  <a:pt x="557689" y="3843814"/>
                  <a:pt x="557689" y="3845147"/>
                </a:cubicBezTo>
                <a:lnTo>
                  <a:pt x="557689" y="3851910"/>
                </a:lnTo>
                <a:lnTo>
                  <a:pt x="515207" y="3851910"/>
                </a:lnTo>
                <a:cubicBezTo>
                  <a:pt x="509302" y="3851910"/>
                  <a:pt x="504444" y="3856768"/>
                  <a:pt x="504444" y="3862673"/>
                </a:cubicBezTo>
                <a:cubicBezTo>
                  <a:pt x="504444" y="3868579"/>
                  <a:pt x="509302" y="3873437"/>
                  <a:pt x="515207" y="3873437"/>
                </a:cubicBezTo>
                <a:lnTo>
                  <a:pt x="553212" y="3873437"/>
                </a:lnTo>
                <a:cubicBezTo>
                  <a:pt x="556546" y="3873437"/>
                  <a:pt x="559213" y="3876104"/>
                  <a:pt x="559213" y="3879437"/>
                </a:cubicBezTo>
                <a:cubicBezTo>
                  <a:pt x="559213" y="3882771"/>
                  <a:pt x="556546" y="3885438"/>
                  <a:pt x="553212" y="3885438"/>
                </a:cubicBezTo>
                <a:lnTo>
                  <a:pt x="515207" y="3885438"/>
                </a:lnTo>
                <a:cubicBezTo>
                  <a:pt x="509302" y="3885438"/>
                  <a:pt x="504444" y="3890296"/>
                  <a:pt x="504444" y="3896201"/>
                </a:cubicBezTo>
                <a:cubicBezTo>
                  <a:pt x="504444" y="3902107"/>
                  <a:pt x="509302" y="3906965"/>
                  <a:pt x="515207" y="3906965"/>
                </a:cubicBezTo>
                <a:lnTo>
                  <a:pt x="553212" y="3906965"/>
                </a:lnTo>
                <a:cubicBezTo>
                  <a:pt x="556546" y="3906965"/>
                  <a:pt x="559213" y="3909632"/>
                  <a:pt x="559213" y="3912965"/>
                </a:cubicBezTo>
                <a:cubicBezTo>
                  <a:pt x="559213" y="3916299"/>
                  <a:pt x="556546" y="3918966"/>
                  <a:pt x="553212" y="3918966"/>
                </a:cubicBezTo>
                <a:lnTo>
                  <a:pt x="508635" y="3918966"/>
                </a:lnTo>
                <a:lnTo>
                  <a:pt x="508635" y="3912299"/>
                </a:lnTo>
                <a:cubicBezTo>
                  <a:pt x="508635" y="3910965"/>
                  <a:pt x="507587" y="3909917"/>
                  <a:pt x="506254" y="3909917"/>
                </a:cubicBezTo>
                <a:lnTo>
                  <a:pt x="498253" y="3909917"/>
                </a:lnTo>
                <a:cubicBezTo>
                  <a:pt x="496919" y="3909917"/>
                  <a:pt x="495872" y="3910965"/>
                  <a:pt x="495872" y="3912299"/>
                </a:cubicBezTo>
                <a:lnTo>
                  <a:pt x="495872" y="3930492"/>
                </a:lnTo>
                <a:cubicBezTo>
                  <a:pt x="495872" y="3931825"/>
                  <a:pt x="496919" y="3932873"/>
                  <a:pt x="498253" y="3932873"/>
                </a:cubicBezTo>
                <a:lnTo>
                  <a:pt x="499872" y="3932873"/>
                </a:lnTo>
                <a:lnTo>
                  <a:pt x="500729" y="3984784"/>
                </a:lnTo>
                <a:lnTo>
                  <a:pt x="662178" y="4171664"/>
                </a:lnTo>
                <a:lnTo>
                  <a:pt x="662178" y="4230624"/>
                </a:lnTo>
                <a:close/>
                <a:moveTo>
                  <a:pt x="857631" y="3830003"/>
                </a:moveTo>
                <a:cubicBezTo>
                  <a:pt x="858393" y="3827336"/>
                  <a:pt x="860870" y="3825526"/>
                  <a:pt x="863537" y="3825526"/>
                </a:cubicBezTo>
                <a:cubicBezTo>
                  <a:pt x="864108" y="3825526"/>
                  <a:pt x="864679" y="3825526"/>
                  <a:pt x="865251" y="3825812"/>
                </a:cubicBezTo>
                <a:cubicBezTo>
                  <a:pt x="866870" y="3826288"/>
                  <a:pt x="868204" y="3827336"/>
                  <a:pt x="868966" y="3828764"/>
                </a:cubicBezTo>
                <a:cubicBezTo>
                  <a:pt x="869728" y="3830193"/>
                  <a:pt x="869918" y="3831908"/>
                  <a:pt x="869537" y="3833432"/>
                </a:cubicBezTo>
                <a:lnTo>
                  <a:pt x="869537" y="3833432"/>
                </a:lnTo>
                <a:cubicBezTo>
                  <a:pt x="869061" y="3835051"/>
                  <a:pt x="868013" y="3836384"/>
                  <a:pt x="866585" y="3837146"/>
                </a:cubicBezTo>
                <a:cubicBezTo>
                  <a:pt x="865156" y="3837909"/>
                  <a:pt x="863441" y="3838099"/>
                  <a:pt x="861917" y="3837718"/>
                </a:cubicBezTo>
                <a:cubicBezTo>
                  <a:pt x="858679" y="3836765"/>
                  <a:pt x="856774" y="3833336"/>
                  <a:pt x="857631" y="3830098"/>
                </a:cubicBezTo>
                <a:close/>
                <a:moveTo>
                  <a:pt x="870680" y="3794188"/>
                </a:moveTo>
                <a:cubicBezTo>
                  <a:pt x="871442" y="3791522"/>
                  <a:pt x="873919" y="3789712"/>
                  <a:pt x="876586" y="3789712"/>
                </a:cubicBezTo>
                <a:cubicBezTo>
                  <a:pt x="877157" y="3789712"/>
                  <a:pt x="877729" y="3789712"/>
                  <a:pt x="878300" y="3789998"/>
                </a:cubicBezTo>
                <a:cubicBezTo>
                  <a:pt x="881539" y="3790950"/>
                  <a:pt x="883444" y="3794379"/>
                  <a:pt x="882587" y="3797618"/>
                </a:cubicBezTo>
                <a:cubicBezTo>
                  <a:pt x="881634" y="3800856"/>
                  <a:pt x="878205" y="3802761"/>
                  <a:pt x="874967" y="3801904"/>
                </a:cubicBezTo>
                <a:cubicBezTo>
                  <a:pt x="871728" y="3800951"/>
                  <a:pt x="869823" y="3797522"/>
                  <a:pt x="870680" y="3794284"/>
                </a:cubicBezTo>
                <a:close/>
                <a:moveTo>
                  <a:pt x="562261" y="3847624"/>
                </a:moveTo>
                <a:lnTo>
                  <a:pt x="565499" y="3847624"/>
                </a:lnTo>
                <a:lnTo>
                  <a:pt x="565499" y="3861054"/>
                </a:lnTo>
                <a:lnTo>
                  <a:pt x="562261" y="3861054"/>
                </a:lnTo>
                <a:lnTo>
                  <a:pt x="562261" y="3847624"/>
                </a:lnTo>
                <a:close/>
                <a:moveTo>
                  <a:pt x="503777" y="3928015"/>
                </a:moveTo>
                <a:lnTo>
                  <a:pt x="500539" y="3928015"/>
                </a:lnTo>
                <a:lnTo>
                  <a:pt x="500539" y="3914585"/>
                </a:lnTo>
                <a:lnTo>
                  <a:pt x="503777" y="3914585"/>
                </a:lnTo>
                <a:lnTo>
                  <a:pt x="503777" y="3928015"/>
                </a:lnTo>
                <a:close/>
                <a:moveTo>
                  <a:pt x="675418" y="4279202"/>
                </a:moveTo>
                <a:cubicBezTo>
                  <a:pt x="675418" y="4282059"/>
                  <a:pt x="672751" y="4284440"/>
                  <a:pt x="669512" y="4284440"/>
                </a:cubicBezTo>
                <a:lnTo>
                  <a:pt x="659416" y="4284440"/>
                </a:lnTo>
                <a:cubicBezTo>
                  <a:pt x="656177" y="4284440"/>
                  <a:pt x="653510" y="4282059"/>
                  <a:pt x="653510" y="4279202"/>
                </a:cubicBezTo>
                <a:lnTo>
                  <a:pt x="653510" y="4270915"/>
                </a:lnTo>
                <a:lnTo>
                  <a:pt x="675323" y="4270915"/>
                </a:lnTo>
                <a:lnTo>
                  <a:pt x="675323" y="4279202"/>
                </a:lnTo>
                <a:close/>
                <a:moveTo>
                  <a:pt x="669512" y="4235006"/>
                </a:moveTo>
                <a:cubicBezTo>
                  <a:pt x="672751" y="4235006"/>
                  <a:pt x="675418" y="4237387"/>
                  <a:pt x="675418" y="4240245"/>
                </a:cubicBezTo>
                <a:lnTo>
                  <a:pt x="675418" y="4246340"/>
                </a:lnTo>
                <a:lnTo>
                  <a:pt x="653606" y="4246340"/>
                </a:lnTo>
                <a:lnTo>
                  <a:pt x="653606" y="4240245"/>
                </a:lnTo>
                <a:cubicBezTo>
                  <a:pt x="653606" y="4237387"/>
                  <a:pt x="656273" y="4235006"/>
                  <a:pt x="659511" y="4235006"/>
                </a:cubicBezTo>
                <a:lnTo>
                  <a:pt x="669608" y="4235006"/>
                </a:lnTo>
                <a:close/>
                <a:moveTo>
                  <a:pt x="928497" y="2317528"/>
                </a:moveTo>
                <a:lnTo>
                  <a:pt x="934784" y="2324291"/>
                </a:lnTo>
                <a:lnTo>
                  <a:pt x="929545" y="2329148"/>
                </a:lnTo>
                <a:lnTo>
                  <a:pt x="923258" y="2322386"/>
                </a:lnTo>
                <a:lnTo>
                  <a:pt x="928497" y="2317528"/>
                </a:lnTo>
                <a:close/>
                <a:moveTo>
                  <a:pt x="611791" y="4339019"/>
                </a:moveTo>
                <a:lnTo>
                  <a:pt x="615887" y="4339019"/>
                </a:lnTo>
                <a:cubicBezTo>
                  <a:pt x="619601" y="4339019"/>
                  <a:pt x="622745" y="4335971"/>
                  <a:pt x="622745" y="4332256"/>
                </a:cubicBezTo>
                <a:lnTo>
                  <a:pt x="622745" y="4319588"/>
                </a:lnTo>
                <a:cubicBezTo>
                  <a:pt x="622745" y="4315873"/>
                  <a:pt x="619697" y="4312730"/>
                  <a:pt x="615887" y="4312730"/>
                </a:cubicBezTo>
                <a:lnTo>
                  <a:pt x="611791" y="4312730"/>
                </a:lnTo>
                <a:lnTo>
                  <a:pt x="611791" y="4169855"/>
                </a:lnTo>
                <a:lnTo>
                  <a:pt x="466058" y="4001167"/>
                </a:lnTo>
                <a:cubicBezTo>
                  <a:pt x="469011" y="3998500"/>
                  <a:pt x="470345" y="3994213"/>
                  <a:pt x="468916" y="3990118"/>
                </a:cubicBezTo>
                <a:cubicBezTo>
                  <a:pt x="467011" y="3984784"/>
                  <a:pt x="461201" y="3981926"/>
                  <a:pt x="455867" y="3983831"/>
                </a:cubicBezTo>
                <a:cubicBezTo>
                  <a:pt x="450533" y="3985736"/>
                  <a:pt x="447675" y="3991547"/>
                  <a:pt x="449580" y="3996880"/>
                </a:cubicBezTo>
                <a:cubicBezTo>
                  <a:pt x="451485" y="4002215"/>
                  <a:pt x="457295" y="4005072"/>
                  <a:pt x="462629" y="4003167"/>
                </a:cubicBezTo>
                <a:cubicBezTo>
                  <a:pt x="463010" y="4003072"/>
                  <a:pt x="463296" y="4002786"/>
                  <a:pt x="463677" y="4002596"/>
                </a:cubicBezTo>
                <a:lnTo>
                  <a:pt x="462248" y="4003834"/>
                </a:lnTo>
                <a:lnTo>
                  <a:pt x="607124" y="4171569"/>
                </a:lnTo>
                <a:lnTo>
                  <a:pt x="607124" y="4312730"/>
                </a:lnTo>
                <a:lnTo>
                  <a:pt x="603314" y="4312730"/>
                </a:lnTo>
                <a:cubicBezTo>
                  <a:pt x="599599" y="4312730"/>
                  <a:pt x="596456" y="4315778"/>
                  <a:pt x="596456" y="4319588"/>
                </a:cubicBezTo>
                <a:lnTo>
                  <a:pt x="596456" y="4332256"/>
                </a:lnTo>
                <a:cubicBezTo>
                  <a:pt x="596456" y="4335971"/>
                  <a:pt x="599504" y="4339019"/>
                  <a:pt x="603314" y="4339019"/>
                </a:cubicBezTo>
                <a:lnTo>
                  <a:pt x="607124" y="4339019"/>
                </a:lnTo>
                <a:lnTo>
                  <a:pt x="607124" y="4351496"/>
                </a:lnTo>
                <a:lnTo>
                  <a:pt x="458819" y="4478084"/>
                </a:lnTo>
                <a:lnTo>
                  <a:pt x="250508" y="4479608"/>
                </a:lnTo>
                <a:lnTo>
                  <a:pt x="190691" y="4427696"/>
                </a:lnTo>
                <a:cubicBezTo>
                  <a:pt x="190976" y="4427220"/>
                  <a:pt x="191357" y="4426744"/>
                  <a:pt x="191548" y="4426172"/>
                </a:cubicBezTo>
                <a:cubicBezTo>
                  <a:pt x="192405" y="4423696"/>
                  <a:pt x="192310" y="4421029"/>
                  <a:pt x="191167" y="4418648"/>
                </a:cubicBezTo>
                <a:cubicBezTo>
                  <a:pt x="190024" y="4416267"/>
                  <a:pt x="188024" y="4414552"/>
                  <a:pt x="185547" y="4413599"/>
                </a:cubicBezTo>
                <a:cubicBezTo>
                  <a:pt x="183070" y="4412742"/>
                  <a:pt x="180404" y="4412837"/>
                  <a:pt x="178022" y="4413980"/>
                </a:cubicBezTo>
                <a:cubicBezTo>
                  <a:pt x="175641" y="4415123"/>
                  <a:pt x="173927" y="4417124"/>
                  <a:pt x="172974" y="4419600"/>
                </a:cubicBezTo>
                <a:cubicBezTo>
                  <a:pt x="171164" y="4424744"/>
                  <a:pt x="173927" y="4430268"/>
                  <a:pt x="178975" y="4432078"/>
                </a:cubicBezTo>
                <a:cubicBezTo>
                  <a:pt x="180023" y="4432459"/>
                  <a:pt x="181166" y="4432649"/>
                  <a:pt x="182213" y="4432649"/>
                </a:cubicBezTo>
                <a:cubicBezTo>
                  <a:pt x="183642" y="4432649"/>
                  <a:pt x="185166" y="4432364"/>
                  <a:pt x="186500" y="4431697"/>
                </a:cubicBezTo>
                <a:cubicBezTo>
                  <a:pt x="186785" y="4431506"/>
                  <a:pt x="187071" y="4431221"/>
                  <a:pt x="187357" y="4431030"/>
                </a:cubicBezTo>
                <a:lnTo>
                  <a:pt x="248031" y="4483608"/>
                </a:lnTo>
                <a:lnTo>
                  <a:pt x="248698" y="4484180"/>
                </a:lnTo>
                <a:lnTo>
                  <a:pt x="459677" y="4482561"/>
                </a:lnTo>
                <a:lnTo>
                  <a:pt x="460534" y="4482561"/>
                </a:lnTo>
                <a:cubicBezTo>
                  <a:pt x="460534" y="4482561"/>
                  <a:pt x="611886" y="4353402"/>
                  <a:pt x="611886" y="4353402"/>
                </a:cubicBezTo>
                <a:lnTo>
                  <a:pt x="611886" y="4338733"/>
                </a:lnTo>
                <a:close/>
                <a:moveTo>
                  <a:pt x="186976" y="4424744"/>
                </a:moveTo>
                <a:lnTo>
                  <a:pt x="186976" y="4424744"/>
                </a:lnTo>
                <a:cubicBezTo>
                  <a:pt x="186500" y="4425982"/>
                  <a:pt x="185642" y="4427030"/>
                  <a:pt x="184404" y="4427601"/>
                </a:cubicBezTo>
                <a:cubicBezTo>
                  <a:pt x="183166" y="4428173"/>
                  <a:pt x="181832" y="4428268"/>
                  <a:pt x="180499" y="4427792"/>
                </a:cubicBezTo>
                <a:cubicBezTo>
                  <a:pt x="177832" y="4426839"/>
                  <a:pt x="176498" y="4423982"/>
                  <a:pt x="177356" y="4421315"/>
                </a:cubicBezTo>
                <a:cubicBezTo>
                  <a:pt x="177832" y="4420077"/>
                  <a:pt x="178689" y="4419029"/>
                  <a:pt x="179927" y="4418457"/>
                </a:cubicBezTo>
                <a:cubicBezTo>
                  <a:pt x="180594" y="4418076"/>
                  <a:pt x="181356" y="4417981"/>
                  <a:pt x="182118" y="4417981"/>
                </a:cubicBezTo>
                <a:cubicBezTo>
                  <a:pt x="182690" y="4417981"/>
                  <a:pt x="183261" y="4417981"/>
                  <a:pt x="183833" y="4418267"/>
                </a:cubicBezTo>
                <a:cubicBezTo>
                  <a:pt x="185071" y="4418743"/>
                  <a:pt x="186119" y="4419600"/>
                  <a:pt x="186690" y="4420838"/>
                </a:cubicBezTo>
                <a:cubicBezTo>
                  <a:pt x="187262" y="4422077"/>
                  <a:pt x="187357" y="4423410"/>
                  <a:pt x="186881" y="4424744"/>
                </a:cubicBezTo>
                <a:close/>
                <a:moveTo>
                  <a:pt x="603218" y="4334256"/>
                </a:moveTo>
                <a:cubicBezTo>
                  <a:pt x="602075" y="4334256"/>
                  <a:pt x="601123" y="4333304"/>
                  <a:pt x="601123" y="4332256"/>
                </a:cubicBezTo>
                <a:lnTo>
                  <a:pt x="601123" y="4319588"/>
                </a:lnTo>
                <a:cubicBezTo>
                  <a:pt x="601123" y="4318445"/>
                  <a:pt x="602075" y="4317492"/>
                  <a:pt x="603218" y="4317492"/>
                </a:cubicBezTo>
                <a:lnTo>
                  <a:pt x="615887" y="4317492"/>
                </a:lnTo>
                <a:cubicBezTo>
                  <a:pt x="617029" y="4317492"/>
                  <a:pt x="617982" y="4318445"/>
                  <a:pt x="617982" y="4319588"/>
                </a:cubicBezTo>
                <a:lnTo>
                  <a:pt x="617982" y="4332256"/>
                </a:lnTo>
                <a:cubicBezTo>
                  <a:pt x="617982" y="4333399"/>
                  <a:pt x="617029" y="4334256"/>
                  <a:pt x="615887" y="4334256"/>
                </a:cubicBezTo>
                <a:lnTo>
                  <a:pt x="603218" y="4334256"/>
                </a:lnTo>
                <a:close/>
                <a:moveTo>
                  <a:pt x="627221" y="4379119"/>
                </a:moveTo>
                <a:lnTo>
                  <a:pt x="633984" y="4373213"/>
                </a:lnTo>
                <a:lnTo>
                  <a:pt x="638747" y="4378547"/>
                </a:lnTo>
                <a:lnTo>
                  <a:pt x="631984" y="4384453"/>
                </a:lnTo>
                <a:lnTo>
                  <a:pt x="627221" y="4379119"/>
                </a:lnTo>
                <a:close/>
                <a:moveTo>
                  <a:pt x="914972" y="11240"/>
                </a:moveTo>
                <a:lnTo>
                  <a:pt x="1066324" y="11240"/>
                </a:lnTo>
                <a:lnTo>
                  <a:pt x="1075087" y="20574"/>
                </a:lnTo>
                <a:lnTo>
                  <a:pt x="1075087" y="105537"/>
                </a:lnTo>
                <a:cubicBezTo>
                  <a:pt x="1069181" y="106680"/>
                  <a:pt x="1064609" y="111633"/>
                  <a:pt x="1064609" y="117920"/>
                </a:cubicBezTo>
                <a:cubicBezTo>
                  <a:pt x="1064609" y="124968"/>
                  <a:pt x="1070324" y="130778"/>
                  <a:pt x="1077468" y="130778"/>
                </a:cubicBezTo>
                <a:cubicBezTo>
                  <a:pt x="1084612" y="130778"/>
                  <a:pt x="1090327" y="125063"/>
                  <a:pt x="1090327" y="117920"/>
                </a:cubicBezTo>
                <a:cubicBezTo>
                  <a:pt x="1090327" y="111728"/>
                  <a:pt x="1085755" y="106680"/>
                  <a:pt x="1079849" y="105537"/>
                </a:cubicBezTo>
                <a:lnTo>
                  <a:pt x="1079849" y="18764"/>
                </a:lnTo>
                <a:lnTo>
                  <a:pt x="1068324" y="6477"/>
                </a:lnTo>
                <a:lnTo>
                  <a:pt x="917067" y="6477"/>
                </a:lnTo>
                <a:lnTo>
                  <a:pt x="911543" y="95"/>
                </a:lnTo>
                <a:lnTo>
                  <a:pt x="905256" y="95"/>
                </a:lnTo>
                <a:lnTo>
                  <a:pt x="914876" y="11240"/>
                </a:lnTo>
                <a:close/>
                <a:moveTo>
                  <a:pt x="1085660" y="117920"/>
                </a:moveTo>
                <a:cubicBezTo>
                  <a:pt x="1085660" y="122396"/>
                  <a:pt x="1082040" y="126016"/>
                  <a:pt x="1077563" y="126016"/>
                </a:cubicBezTo>
                <a:cubicBezTo>
                  <a:pt x="1073087" y="126016"/>
                  <a:pt x="1069467" y="122396"/>
                  <a:pt x="1069467" y="117920"/>
                </a:cubicBezTo>
                <a:cubicBezTo>
                  <a:pt x="1069467" y="113443"/>
                  <a:pt x="1073087" y="109823"/>
                  <a:pt x="1077563" y="109823"/>
                </a:cubicBezTo>
                <a:cubicBezTo>
                  <a:pt x="1082040" y="109823"/>
                  <a:pt x="1085660" y="113443"/>
                  <a:pt x="1085660" y="117920"/>
                </a:cubicBezTo>
                <a:close/>
                <a:moveTo>
                  <a:pt x="838772" y="4401407"/>
                </a:moveTo>
                <a:lnTo>
                  <a:pt x="1052132" y="4401407"/>
                </a:lnTo>
                <a:lnTo>
                  <a:pt x="1071277" y="4423601"/>
                </a:lnTo>
                <a:lnTo>
                  <a:pt x="1191101" y="4423601"/>
                </a:lnTo>
                <a:cubicBezTo>
                  <a:pt x="1191292" y="4424648"/>
                  <a:pt x="1191578" y="4425696"/>
                  <a:pt x="1191959" y="4426744"/>
                </a:cubicBezTo>
                <a:cubicBezTo>
                  <a:pt x="1193387" y="4430363"/>
                  <a:pt x="1196245" y="4433126"/>
                  <a:pt x="1199769" y="4434650"/>
                </a:cubicBezTo>
                <a:cubicBezTo>
                  <a:pt x="1201579" y="4435412"/>
                  <a:pt x="1203484" y="4435793"/>
                  <a:pt x="1205389" y="4435793"/>
                </a:cubicBezTo>
                <a:cubicBezTo>
                  <a:pt x="1207294" y="4435793"/>
                  <a:pt x="1209104" y="4435412"/>
                  <a:pt x="1210913" y="4434745"/>
                </a:cubicBezTo>
                <a:cubicBezTo>
                  <a:pt x="1214533" y="4433316"/>
                  <a:pt x="1217295" y="4430459"/>
                  <a:pt x="1218819" y="4426935"/>
                </a:cubicBezTo>
                <a:cubicBezTo>
                  <a:pt x="1220343" y="4423315"/>
                  <a:pt x="1220343" y="4419410"/>
                  <a:pt x="1218819" y="4415790"/>
                </a:cubicBezTo>
                <a:cubicBezTo>
                  <a:pt x="1217390" y="4412171"/>
                  <a:pt x="1214533" y="4409409"/>
                  <a:pt x="1211009" y="4407885"/>
                </a:cubicBezTo>
                <a:cubicBezTo>
                  <a:pt x="1207389" y="4406361"/>
                  <a:pt x="1203484" y="4406361"/>
                  <a:pt x="1199864" y="4407885"/>
                </a:cubicBezTo>
                <a:cubicBezTo>
                  <a:pt x="1196245" y="4409313"/>
                  <a:pt x="1193483" y="4412171"/>
                  <a:pt x="1191959" y="4415695"/>
                </a:cubicBezTo>
                <a:cubicBezTo>
                  <a:pt x="1191482" y="4416743"/>
                  <a:pt x="1191197" y="4417886"/>
                  <a:pt x="1191101" y="4418934"/>
                </a:cubicBezTo>
                <a:lnTo>
                  <a:pt x="1073468" y="4418934"/>
                </a:lnTo>
                <a:lnTo>
                  <a:pt x="1054322" y="4396740"/>
                </a:lnTo>
                <a:lnTo>
                  <a:pt x="840772" y="4396740"/>
                </a:lnTo>
                <a:lnTo>
                  <a:pt x="832104" y="4388072"/>
                </a:lnTo>
                <a:lnTo>
                  <a:pt x="832104" y="4331875"/>
                </a:lnTo>
                <a:cubicBezTo>
                  <a:pt x="836295" y="4330827"/>
                  <a:pt x="839534" y="4327112"/>
                  <a:pt x="839534" y="4322636"/>
                </a:cubicBezTo>
                <a:cubicBezTo>
                  <a:pt x="839534" y="4318159"/>
                  <a:pt x="836390" y="4314444"/>
                  <a:pt x="832104" y="4313396"/>
                </a:cubicBezTo>
                <a:lnTo>
                  <a:pt x="832104" y="4170045"/>
                </a:lnTo>
                <a:lnTo>
                  <a:pt x="670560" y="3983450"/>
                </a:lnTo>
                <a:cubicBezTo>
                  <a:pt x="674275" y="3980117"/>
                  <a:pt x="675799" y="3974783"/>
                  <a:pt x="674084" y="3969925"/>
                </a:cubicBezTo>
                <a:cubicBezTo>
                  <a:pt x="671798" y="3963353"/>
                  <a:pt x="664559" y="3959924"/>
                  <a:pt x="657987" y="3962114"/>
                </a:cubicBezTo>
                <a:cubicBezTo>
                  <a:pt x="651415" y="3964400"/>
                  <a:pt x="647891" y="3971639"/>
                  <a:pt x="650272" y="3978212"/>
                </a:cubicBezTo>
                <a:cubicBezTo>
                  <a:pt x="652082" y="3983450"/>
                  <a:pt x="657035" y="3986689"/>
                  <a:pt x="662178" y="3986689"/>
                </a:cubicBezTo>
                <a:cubicBezTo>
                  <a:pt x="663512" y="3986689"/>
                  <a:pt x="664940" y="3986498"/>
                  <a:pt x="666369" y="3986022"/>
                </a:cubicBezTo>
                <a:lnTo>
                  <a:pt x="666369" y="3986022"/>
                </a:lnTo>
                <a:cubicBezTo>
                  <a:pt x="666369" y="3986022"/>
                  <a:pt x="666369" y="3986022"/>
                  <a:pt x="666464" y="3986022"/>
                </a:cubicBezTo>
                <a:lnTo>
                  <a:pt x="827437" y="4171950"/>
                </a:lnTo>
                <a:lnTo>
                  <a:pt x="827437" y="4313587"/>
                </a:lnTo>
                <a:cubicBezTo>
                  <a:pt x="823246" y="4314635"/>
                  <a:pt x="820007" y="4318349"/>
                  <a:pt x="820007" y="4322826"/>
                </a:cubicBezTo>
                <a:cubicBezTo>
                  <a:pt x="820007" y="4327303"/>
                  <a:pt x="823151" y="4331018"/>
                  <a:pt x="827437" y="4332065"/>
                </a:cubicBezTo>
                <a:lnTo>
                  <a:pt x="827437" y="4390263"/>
                </a:lnTo>
                <a:lnTo>
                  <a:pt x="838962" y="4401788"/>
                </a:lnTo>
                <a:close/>
                <a:moveTo>
                  <a:pt x="1196340" y="4417505"/>
                </a:moveTo>
                <a:cubicBezTo>
                  <a:pt x="1197388" y="4415123"/>
                  <a:pt x="1199198" y="4413219"/>
                  <a:pt x="1201674" y="4412266"/>
                </a:cubicBezTo>
                <a:cubicBezTo>
                  <a:pt x="1202912" y="4411790"/>
                  <a:pt x="1204151" y="4411504"/>
                  <a:pt x="1205389" y="4411504"/>
                </a:cubicBezTo>
                <a:cubicBezTo>
                  <a:pt x="1206627" y="4411504"/>
                  <a:pt x="1207961" y="4411790"/>
                  <a:pt x="1209199" y="4412266"/>
                </a:cubicBezTo>
                <a:cubicBezTo>
                  <a:pt x="1211580" y="4413314"/>
                  <a:pt x="1213485" y="4415123"/>
                  <a:pt x="1214438" y="4417600"/>
                </a:cubicBezTo>
                <a:cubicBezTo>
                  <a:pt x="1215390" y="4419981"/>
                  <a:pt x="1215390" y="4422648"/>
                  <a:pt x="1214438" y="4425125"/>
                </a:cubicBezTo>
                <a:cubicBezTo>
                  <a:pt x="1213390" y="4427506"/>
                  <a:pt x="1211580" y="4429411"/>
                  <a:pt x="1209104" y="4430363"/>
                </a:cubicBezTo>
                <a:cubicBezTo>
                  <a:pt x="1206722" y="4431411"/>
                  <a:pt x="1204055" y="4431316"/>
                  <a:pt x="1201579" y="4430363"/>
                </a:cubicBezTo>
                <a:cubicBezTo>
                  <a:pt x="1199198" y="4429316"/>
                  <a:pt x="1197293" y="4427506"/>
                  <a:pt x="1196340" y="4425029"/>
                </a:cubicBezTo>
                <a:cubicBezTo>
                  <a:pt x="1195388" y="4422648"/>
                  <a:pt x="1195388" y="4419981"/>
                  <a:pt x="1196340" y="4417505"/>
                </a:cubicBezTo>
                <a:close/>
                <a:moveTo>
                  <a:pt x="664654" y="3981260"/>
                </a:moveTo>
                <a:cubicBezTo>
                  <a:pt x="660559" y="3982688"/>
                  <a:pt x="656082" y="3980498"/>
                  <a:pt x="654653" y="3976402"/>
                </a:cubicBezTo>
                <a:cubicBezTo>
                  <a:pt x="653987" y="3974402"/>
                  <a:pt x="654082" y="3972306"/>
                  <a:pt x="655034" y="3970401"/>
                </a:cubicBezTo>
                <a:cubicBezTo>
                  <a:pt x="655987" y="3968496"/>
                  <a:pt x="657511" y="3967067"/>
                  <a:pt x="659511" y="3966401"/>
                </a:cubicBezTo>
                <a:cubicBezTo>
                  <a:pt x="660368" y="3966115"/>
                  <a:pt x="661226" y="3965924"/>
                  <a:pt x="662083" y="3965924"/>
                </a:cubicBezTo>
                <a:cubicBezTo>
                  <a:pt x="665321" y="3965924"/>
                  <a:pt x="668369" y="3967925"/>
                  <a:pt x="669512" y="3971163"/>
                </a:cubicBezTo>
                <a:cubicBezTo>
                  <a:pt x="670941" y="3975259"/>
                  <a:pt x="668750" y="3979736"/>
                  <a:pt x="664654" y="3981164"/>
                </a:cubicBezTo>
                <a:close/>
                <a:moveTo>
                  <a:pt x="824675" y="4322445"/>
                </a:moveTo>
                <a:cubicBezTo>
                  <a:pt x="824675" y="4319683"/>
                  <a:pt x="826961" y="4317397"/>
                  <a:pt x="829723" y="4317397"/>
                </a:cubicBezTo>
                <a:cubicBezTo>
                  <a:pt x="832485" y="4317397"/>
                  <a:pt x="834771" y="4319683"/>
                  <a:pt x="834771" y="4322445"/>
                </a:cubicBezTo>
                <a:cubicBezTo>
                  <a:pt x="834771" y="4325207"/>
                  <a:pt x="832485" y="4327494"/>
                  <a:pt x="829723" y="4327494"/>
                </a:cubicBezTo>
                <a:cubicBezTo>
                  <a:pt x="826961" y="4327494"/>
                  <a:pt x="824675" y="4325207"/>
                  <a:pt x="824675" y="4322445"/>
                </a:cubicBezTo>
                <a:close/>
                <a:moveTo>
                  <a:pt x="710089" y="92012"/>
                </a:moveTo>
                <a:lnTo>
                  <a:pt x="714851" y="92012"/>
                </a:lnTo>
                <a:lnTo>
                  <a:pt x="714851" y="110109"/>
                </a:lnTo>
                <a:lnTo>
                  <a:pt x="710089" y="110109"/>
                </a:lnTo>
                <a:lnTo>
                  <a:pt x="710089" y="92012"/>
                </a:lnTo>
                <a:close/>
                <a:moveTo>
                  <a:pt x="652844" y="220599"/>
                </a:moveTo>
                <a:lnTo>
                  <a:pt x="648081" y="220599"/>
                </a:lnTo>
                <a:lnTo>
                  <a:pt x="648081" y="202216"/>
                </a:lnTo>
                <a:lnTo>
                  <a:pt x="652844" y="202216"/>
                </a:lnTo>
                <a:lnTo>
                  <a:pt x="652844" y="220599"/>
                </a:lnTo>
                <a:close/>
                <a:moveTo>
                  <a:pt x="710089" y="128302"/>
                </a:moveTo>
                <a:lnTo>
                  <a:pt x="714851" y="128302"/>
                </a:lnTo>
                <a:lnTo>
                  <a:pt x="714851" y="146399"/>
                </a:lnTo>
                <a:lnTo>
                  <a:pt x="710089" y="146399"/>
                </a:lnTo>
                <a:lnTo>
                  <a:pt x="710089" y="128302"/>
                </a:lnTo>
                <a:close/>
                <a:moveTo>
                  <a:pt x="714851" y="37624"/>
                </a:moveTo>
                <a:lnTo>
                  <a:pt x="710089" y="37624"/>
                </a:lnTo>
                <a:lnTo>
                  <a:pt x="710089" y="19526"/>
                </a:lnTo>
                <a:lnTo>
                  <a:pt x="714851" y="19526"/>
                </a:lnTo>
                <a:lnTo>
                  <a:pt x="714851" y="37624"/>
                </a:lnTo>
                <a:close/>
                <a:moveTo>
                  <a:pt x="741045" y="167069"/>
                </a:moveTo>
                <a:lnTo>
                  <a:pt x="741045" y="168021"/>
                </a:lnTo>
                <a:lnTo>
                  <a:pt x="754285" y="182499"/>
                </a:lnTo>
                <a:lnTo>
                  <a:pt x="754285" y="221552"/>
                </a:lnTo>
                <a:lnTo>
                  <a:pt x="733520" y="240030"/>
                </a:lnTo>
                <a:cubicBezTo>
                  <a:pt x="729996" y="237744"/>
                  <a:pt x="725615" y="237744"/>
                  <a:pt x="722090" y="239935"/>
                </a:cubicBezTo>
                <a:lnTo>
                  <a:pt x="716947" y="234410"/>
                </a:lnTo>
                <a:lnTo>
                  <a:pt x="713423" y="237649"/>
                </a:lnTo>
                <a:lnTo>
                  <a:pt x="718661" y="243269"/>
                </a:lnTo>
                <a:cubicBezTo>
                  <a:pt x="715994" y="247460"/>
                  <a:pt x="716280" y="253079"/>
                  <a:pt x="719995" y="256794"/>
                </a:cubicBezTo>
                <a:cubicBezTo>
                  <a:pt x="722090" y="258890"/>
                  <a:pt x="724948" y="260033"/>
                  <a:pt x="727710" y="260033"/>
                </a:cubicBezTo>
                <a:cubicBezTo>
                  <a:pt x="730091" y="260033"/>
                  <a:pt x="732473" y="259080"/>
                  <a:pt x="734473" y="257461"/>
                </a:cubicBezTo>
                <a:lnTo>
                  <a:pt x="748094" y="272606"/>
                </a:lnTo>
                <a:lnTo>
                  <a:pt x="747903" y="326612"/>
                </a:lnTo>
                <a:lnTo>
                  <a:pt x="831818" y="425863"/>
                </a:lnTo>
                <a:lnTo>
                  <a:pt x="915638" y="425863"/>
                </a:lnTo>
                <a:cubicBezTo>
                  <a:pt x="915829" y="426720"/>
                  <a:pt x="915924" y="427577"/>
                  <a:pt x="916400" y="428435"/>
                </a:cubicBezTo>
                <a:cubicBezTo>
                  <a:pt x="917734" y="431006"/>
                  <a:pt x="920020" y="433007"/>
                  <a:pt x="922782" y="433864"/>
                </a:cubicBezTo>
                <a:cubicBezTo>
                  <a:pt x="923925" y="434245"/>
                  <a:pt x="925068" y="434435"/>
                  <a:pt x="926211" y="434435"/>
                </a:cubicBezTo>
                <a:cubicBezTo>
                  <a:pt x="927926" y="434435"/>
                  <a:pt x="929545" y="434054"/>
                  <a:pt x="931164" y="433292"/>
                </a:cubicBezTo>
                <a:cubicBezTo>
                  <a:pt x="936593" y="430530"/>
                  <a:pt x="938689" y="423958"/>
                  <a:pt x="936022" y="418624"/>
                </a:cubicBezTo>
                <a:cubicBezTo>
                  <a:pt x="933260" y="413290"/>
                  <a:pt x="926687" y="411099"/>
                  <a:pt x="921353" y="413766"/>
                </a:cubicBezTo>
                <a:cubicBezTo>
                  <a:pt x="918782" y="415100"/>
                  <a:pt x="916781" y="417386"/>
                  <a:pt x="915924" y="420148"/>
                </a:cubicBezTo>
                <a:cubicBezTo>
                  <a:pt x="915829" y="420529"/>
                  <a:pt x="915924" y="420814"/>
                  <a:pt x="915829" y="421196"/>
                </a:cubicBezTo>
                <a:lnTo>
                  <a:pt x="834295" y="421196"/>
                </a:lnTo>
                <a:lnTo>
                  <a:pt x="752951" y="324993"/>
                </a:lnTo>
                <a:lnTo>
                  <a:pt x="753142" y="270891"/>
                </a:lnTo>
                <a:lnTo>
                  <a:pt x="737711" y="253841"/>
                </a:lnTo>
                <a:cubicBezTo>
                  <a:pt x="739235" y="250508"/>
                  <a:pt x="739045" y="246698"/>
                  <a:pt x="737045" y="243554"/>
                </a:cubicBezTo>
                <a:lnTo>
                  <a:pt x="759238" y="223838"/>
                </a:lnTo>
                <a:lnTo>
                  <a:pt x="759238" y="180880"/>
                </a:lnTo>
                <a:lnTo>
                  <a:pt x="745998" y="166307"/>
                </a:lnTo>
                <a:lnTo>
                  <a:pt x="745808" y="286"/>
                </a:lnTo>
                <a:lnTo>
                  <a:pt x="741045" y="286"/>
                </a:lnTo>
                <a:lnTo>
                  <a:pt x="741236" y="167259"/>
                </a:lnTo>
                <a:close/>
                <a:moveTo>
                  <a:pt x="732187" y="253365"/>
                </a:moveTo>
                <a:cubicBezTo>
                  <a:pt x="729806" y="255746"/>
                  <a:pt x="725900" y="255746"/>
                  <a:pt x="723424" y="253365"/>
                </a:cubicBezTo>
                <a:cubicBezTo>
                  <a:pt x="721043" y="250984"/>
                  <a:pt x="721043" y="247079"/>
                  <a:pt x="723424" y="244602"/>
                </a:cubicBezTo>
                <a:cubicBezTo>
                  <a:pt x="724662" y="243364"/>
                  <a:pt x="726186" y="242792"/>
                  <a:pt x="727805" y="242792"/>
                </a:cubicBezTo>
                <a:cubicBezTo>
                  <a:pt x="729425" y="242792"/>
                  <a:pt x="730949" y="243364"/>
                  <a:pt x="732187" y="244602"/>
                </a:cubicBezTo>
                <a:cubicBezTo>
                  <a:pt x="734568" y="246983"/>
                  <a:pt x="734568" y="250889"/>
                  <a:pt x="732187" y="253365"/>
                </a:cubicBezTo>
                <a:close/>
                <a:moveTo>
                  <a:pt x="920306" y="421577"/>
                </a:moveTo>
                <a:cubicBezTo>
                  <a:pt x="920782" y="419957"/>
                  <a:pt x="921925" y="418719"/>
                  <a:pt x="923354" y="417957"/>
                </a:cubicBezTo>
                <a:cubicBezTo>
                  <a:pt x="924211" y="417481"/>
                  <a:pt x="925163" y="417290"/>
                  <a:pt x="926116" y="417290"/>
                </a:cubicBezTo>
                <a:cubicBezTo>
                  <a:pt x="928402" y="417290"/>
                  <a:pt x="930593" y="418529"/>
                  <a:pt x="931640" y="420719"/>
                </a:cubicBezTo>
                <a:cubicBezTo>
                  <a:pt x="933164" y="423767"/>
                  <a:pt x="931926" y="427482"/>
                  <a:pt x="928878" y="429006"/>
                </a:cubicBezTo>
                <a:cubicBezTo>
                  <a:pt x="927449" y="429768"/>
                  <a:pt x="925735" y="429863"/>
                  <a:pt x="924116" y="429387"/>
                </a:cubicBezTo>
                <a:cubicBezTo>
                  <a:pt x="922592" y="428911"/>
                  <a:pt x="921258" y="427768"/>
                  <a:pt x="920496" y="426339"/>
                </a:cubicBezTo>
                <a:cubicBezTo>
                  <a:pt x="919734" y="424910"/>
                  <a:pt x="919639" y="423196"/>
                  <a:pt x="920115" y="421577"/>
                </a:cubicBezTo>
                <a:close/>
                <a:moveTo>
                  <a:pt x="710089" y="55721"/>
                </a:moveTo>
                <a:lnTo>
                  <a:pt x="714851" y="55721"/>
                </a:lnTo>
                <a:lnTo>
                  <a:pt x="714851" y="73819"/>
                </a:lnTo>
                <a:lnTo>
                  <a:pt x="710089" y="73819"/>
                </a:lnTo>
                <a:lnTo>
                  <a:pt x="710089" y="55721"/>
                </a:lnTo>
                <a:close/>
                <a:moveTo>
                  <a:pt x="2016728" y="4403408"/>
                </a:moveTo>
                <a:cubicBezTo>
                  <a:pt x="2014252" y="4405408"/>
                  <a:pt x="2012728" y="4408265"/>
                  <a:pt x="2012347" y="4411504"/>
                </a:cubicBezTo>
                <a:cubicBezTo>
                  <a:pt x="2011966" y="4414743"/>
                  <a:pt x="2012918" y="4417981"/>
                  <a:pt x="2015014" y="4420553"/>
                </a:cubicBezTo>
                <a:cubicBezTo>
                  <a:pt x="2017109" y="4423124"/>
                  <a:pt x="2019967" y="4424744"/>
                  <a:pt x="2023205" y="4425029"/>
                </a:cubicBezTo>
                <a:cubicBezTo>
                  <a:pt x="2023682" y="4425029"/>
                  <a:pt x="2024063" y="4425029"/>
                  <a:pt x="2024539" y="4425029"/>
                </a:cubicBezTo>
                <a:cubicBezTo>
                  <a:pt x="2024634" y="4425029"/>
                  <a:pt x="2024825" y="4425029"/>
                  <a:pt x="2024920" y="4425029"/>
                </a:cubicBezTo>
                <a:lnTo>
                  <a:pt x="2025587" y="4453319"/>
                </a:lnTo>
                <a:lnTo>
                  <a:pt x="2048637" y="4482084"/>
                </a:lnTo>
                <a:lnTo>
                  <a:pt x="2175129" y="4482465"/>
                </a:lnTo>
                <a:lnTo>
                  <a:pt x="2183511" y="4475321"/>
                </a:lnTo>
                <a:cubicBezTo>
                  <a:pt x="2184559" y="4476274"/>
                  <a:pt x="2185607" y="4477131"/>
                  <a:pt x="2186940" y="4477607"/>
                </a:cubicBezTo>
                <a:cubicBezTo>
                  <a:pt x="2188464" y="4478274"/>
                  <a:pt x="2190083" y="4478560"/>
                  <a:pt x="2191703" y="4478560"/>
                </a:cubicBezTo>
                <a:cubicBezTo>
                  <a:pt x="2193322" y="4478560"/>
                  <a:pt x="2194846" y="4478274"/>
                  <a:pt x="2196370" y="4477607"/>
                </a:cubicBezTo>
                <a:cubicBezTo>
                  <a:pt x="2202656" y="4475036"/>
                  <a:pt x="2205609" y="4467892"/>
                  <a:pt x="2203037" y="4461605"/>
                </a:cubicBezTo>
                <a:cubicBezTo>
                  <a:pt x="2201799" y="4458557"/>
                  <a:pt x="2199418" y="4456176"/>
                  <a:pt x="2196465" y="4454938"/>
                </a:cubicBezTo>
                <a:cubicBezTo>
                  <a:pt x="2193417" y="4453700"/>
                  <a:pt x="2190083" y="4453700"/>
                  <a:pt x="2187131" y="4454938"/>
                </a:cubicBezTo>
                <a:cubicBezTo>
                  <a:pt x="2184083" y="4456176"/>
                  <a:pt x="2181701" y="4458557"/>
                  <a:pt x="2180463" y="4461510"/>
                </a:cubicBezTo>
                <a:cubicBezTo>
                  <a:pt x="2179225" y="4464558"/>
                  <a:pt x="2179225" y="4467892"/>
                  <a:pt x="2180463" y="4470845"/>
                </a:cubicBezTo>
                <a:cubicBezTo>
                  <a:pt x="2180463" y="4471035"/>
                  <a:pt x="2180654" y="4471130"/>
                  <a:pt x="2180749" y="4471226"/>
                </a:cubicBezTo>
                <a:lnTo>
                  <a:pt x="2173510" y="4477417"/>
                </a:lnTo>
                <a:lnTo>
                  <a:pt x="2051209" y="4477036"/>
                </a:lnTo>
                <a:lnTo>
                  <a:pt x="2030730" y="4451414"/>
                </a:lnTo>
                <a:lnTo>
                  <a:pt x="2030063" y="4423601"/>
                </a:lnTo>
                <a:cubicBezTo>
                  <a:pt x="2030921" y="4423220"/>
                  <a:pt x="2031778" y="4422839"/>
                  <a:pt x="2032445" y="4422267"/>
                </a:cubicBezTo>
                <a:cubicBezTo>
                  <a:pt x="2035016" y="4420172"/>
                  <a:pt x="2036636" y="4417314"/>
                  <a:pt x="2036921" y="4414076"/>
                </a:cubicBezTo>
                <a:cubicBezTo>
                  <a:pt x="2037302" y="4410837"/>
                  <a:pt x="2036350" y="4407599"/>
                  <a:pt x="2034254" y="4405027"/>
                </a:cubicBezTo>
                <a:cubicBezTo>
                  <a:pt x="2032159" y="4402455"/>
                  <a:pt x="2029301" y="4400836"/>
                  <a:pt x="2026063" y="4400550"/>
                </a:cubicBezTo>
                <a:cubicBezTo>
                  <a:pt x="2024444" y="4400360"/>
                  <a:pt x="2022920" y="4400550"/>
                  <a:pt x="2021396" y="4400931"/>
                </a:cubicBezTo>
                <a:lnTo>
                  <a:pt x="2004251" y="4381786"/>
                </a:lnTo>
                <a:lnTo>
                  <a:pt x="1971103" y="4382262"/>
                </a:lnTo>
                <a:lnTo>
                  <a:pt x="1955673" y="4400455"/>
                </a:lnTo>
                <a:lnTo>
                  <a:pt x="1955673" y="4493419"/>
                </a:lnTo>
                <a:cubicBezTo>
                  <a:pt x="1953482" y="4494371"/>
                  <a:pt x="1951863" y="4496562"/>
                  <a:pt x="1951863" y="4499134"/>
                </a:cubicBezTo>
                <a:lnTo>
                  <a:pt x="1951863" y="4518660"/>
                </a:lnTo>
                <a:cubicBezTo>
                  <a:pt x="1951863" y="4522089"/>
                  <a:pt x="1954625" y="4524947"/>
                  <a:pt x="1958150" y="4524947"/>
                </a:cubicBezTo>
                <a:cubicBezTo>
                  <a:pt x="1961674" y="4524947"/>
                  <a:pt x="1964436" y="4522185"/>
                  <a:pt x="1964436" y="4518660"/>
                </a:cubicBezTo>
                <a:lnTo>
                  <a:pt x="1964436" y="4499134"/>
                </a:lnTo>
                <a:cubicBezTo>
                  <a:pt x="1964436" y="4496562"/>
                  <a:pt x="1962912" y="4494371"/>
                  <a:pt x="1960626" y="4493419"/>
                </a:cubicBezTo>
                <a:lnTo>
                  <a:pt x="1960626" y="4402170"/>
                </a:lnTo>
                <a:lnTo>
                  <a:pt x="1973675" y="4387215"/>
                </a:lnTo>
                <a:lnTo>
                  <a:pt x="2001965" y="4386834"/>
                </a:lnTo>
                <a:lnTo>
                  <a:pt x="2017014" y="4403408"/>
                </a:lnTo>
                <a:close/>
                <a:moveTo>
                  <a:pt x="2188845" y="4459510"/>
                </a:moveTo>
                <a:cubicBezTo>
                  <a:pt x="2189702" y="4459129"/>
                  <a:pt x="2190655" y="4458938"/>
                  <a:pt x="2191607" y="4458938"/>
                </a:cubicBezTo>
                <a:cubicBezTo>
                  <a:pt x="2192560" y="4458938"/>
                  <a:pt x="2193512" y="4459129"/>
                  <a:pt x="2194465" y="4459510"/>
                </a:cubicBezTo>
                <a:cubicBezTo>
                  <a:pt x="2196275" y="4460272"/>
                  <a:pt x="2197703" y="4461701"/>
                  <a:pt x="2198465" y="4463511"/>
                </a:cubicBezTo>
                <a:cubicBezTo>
                  <a:pt x="2199989" y="4467225"/>
                  <a:pt x="2198180" y="4471607"/>
                  <a:pt x="2194465" y="4473131"/>
                </a:cubicBezTo>
                <a:cubicBezTo>
                  <a:pt x="2192655" y="4473893"/>
                  <a:pt x="2190655" y="4473893"/>
                  <a:pt x="2188845" y="4473131"/>
                </a:cubicBezTo>
                <a:cubicBezTo>
                  <a:pt x="2187035" y="4472369"/>
                  <a:pt x="2185607" y="4470940"/>
                  <a:pt x="2184845" y="4469130"/>
                </a:cubicBezTo>
                <a:cubicBezTo>
                  <a:pt x="2183321" y="4465415"/>
                  <a:pt x="2185130" y="4461034"/>
                  <a:pt x="2188845" y="4459510"/>
                </a:cubicBezTo>
                <a:close/>
                <a:moveTo>
                  <a:pt x="2019872" y="4407027"/>
                </a:moveTo>
                <a:cubicBezTo>
                  <a:pt x="2021205" y="4405979"/>
                  <a:pt x="2022824" y="4405408"/>
                  <a:pt x="2024444" y="4405408"/>
                </a:cubicBezTo>
                <a:cubicBezTo>
                  <a:pt x="2024729" y="4405408"/>
                  <a:pt x="2025015" y="4405408"/>
                  <a:pt x="2025206" y="4405408"/>
                </a:cubicBezTo>
                <a:cubicBezTo>
                  <a:pt x="2027206" y="4405598"/>
                  <a:pt x="2028920" y="4406551"/>
                  <a:pt x="2030159" y="4408075"/>
                </a:cubicBezTo>
                <a:cubicBezTo>
                  <a:pt x="2031397" y="4409599"/>
                  <a:pt x="2031968" y="4411504"/>
                  <a:pt x="2031778" y="4413504"/>
                </a:cubicBezTo>
                <a:cubicBezTo>
                  <a:pt x="2031587" y="4415504"/>
                  <a:pt x="2030635" y="4417219"/>
                  <a:pt x="2029111" y="4418457"/>
                </a:cubicBezTo>
                <a:cubicBezTo>
                  <a:pt x="2027587" y="4419695"/>
                  <a:pt x="2025682" y="4420267"/>
                  <a:pt x="2023682" y="4420077"/>
                </a:cubicBezTo>
                <a:cubicBezTo>
                  <a:pt x="2021681" y="4419886"/>
                  <a:pt x="2019967" y="4418934"/>
                  <a:pt x="2018728" y="4417410"/>
                </a:cubicBezTo>
                <a:cubicBezTo>
                  <a:pt x="2017490" y="4415886"/>
                  <a:pt x="2016919" y="4413980"/>
                  <a:pt x="2017109" y="4411980"/>
                </a:cubicBezTo>
                <a:cubicBezTo>
                  <a:pt x="2017300" y="4409980"/>
                  <a:pt x="2018252" y="4408265"/>
                  <a:pt x="2019776" y="4407027"/>
                </a:cubicBezTo>
                <a:close/>
                <a:moveTo>
                  <a:pt x="523970" y="10097"/>
                </a:moveTo>
                <a:lnTo>
                  <a:pt x="523970" y="95"/>
                </a:lnTo>
                <a:lnTo>
                  <a:pt x="528733" y="95"/>
                </a:lnTo>
                <a:lnTo>
                  <a:pt x="528733" y="10097"/>
                </a:lnTo>
                <a:lnTo>
                  <a:pt x="523970" y="10097"/>
                </a:lnTo>
                <a:close/>
                <a:moveTo>
                  <a:pt x="1954721" y="4629817"/>
                </a:moveTo>
                <a:cubicBezTo>
                  <a:pt x="1951577" y="4636008"/>
                  <a:pt x="1954149" y="4643628"/>
                  <a:pt x="1960340" y="4646771"/>
                </a:cubicBezTo>
                <a:cubicBezTo>
                  <a:pt x="1962150" y="4647629"/>
                  <a:pt x="1964055" y="4648105"/>
                  <a:pt x="1965960" y="4648105"/>
                </a:cubicBezTo>
                <a:cubicBezTo>
                  <a:pt x="1970627" y="4648105"/>
                  <a:pt x="1975104" y="4645533"/>
                  <a:pt x="1977295" y="4641152"/>
                </a:cubicBezTo>
                <a:cubicBezTo>
                  <a:pt x="1980438" y="4634961"/>
                  <a:pt x="1977866" y="4627340"/>
                  <a:pt x="1971675" y="4624197"/>
                </a:cubicBezTo>
                <a:cubicBezTo>
                  <a:pt x="1970627" y="4623721"/>
                  <a:pt x="1969484" y="4623530"/>
                  <a:pt x="1968437" y="4623340"/>
                </a:cubicBezTo>
                <a:lnTo>
                  <a:pt x="1968437" y="4584764"/>
                </a:lnTo>
                <a:lnTo>
                  <a:pt x="1960245" y="4571810"/>
                </a:lnTo>
                <a:lnTo>
                  <a:pt x="1960245" y="4525042"/>
                </a:lnTo>
                <a:lnTo>
                  <a:pt x="1955482" y="4525042"/>
                </a:lnTo>
                <a:lnTo>
                  <a:pt x="1955482" y="4573143"/>
                </a:lnTo>
                <a:lnTo>
                  <a:pt x="1963674" y="4586097"/>
                </a:lnTo>
                <a:lnTo>
                  <a:pt x="1963674" y="4623340"/>
                </a:lnTo>
                <a:cubicBezTo>
                  <a:pt x="1959959" y="4624102"/>
                  <a:pt x="1956530" y="4626293"/>
                  <a:pt x="1954721" y="4629912"/>
                </a:cubicBezTo>
                <a:close/>
                <a:moveTo>
                  <a:pt x="1966055" y="4627626"/>
                </a:moveTo>
                <a:cubicBezTo>
                  <a:pt x="1967294" y="4627626"/>
                  <a:pt x="1968437" y="4627912"/>
                  <a:pt x="1969580" y="4628484"/>
                </a:cubicBezTo>
                <a:cubicBezTo>
                  <a:pt x="1971485" y="4629436"/>
                  <a:pt x="1972818" y="4631055"/>
                  <a:pt x="1973485" y="4633055"/>
                </a:cubicBezTo>
                <a:cubicBezTo>
                  <a:pt x="1974152" y="4635056"/>
                  <a:pt x="1973961" y="4637151"/>
                  <a:pt x="1973104" y="4639056"/>
                </a:cubicBezTo>
                <a:cubicBezTo>
                  <a:pt x="1971199" y="4642962"/>
                  <a:pt x="1966436" y="4644486"/>
                  <a:pt x="1962531" y="4642580"/>
                </a:cubicBezTo>
                <a:cubicBezTo>
                  <a:pt x="1960626" y="4641628"/>
                  <a:pt x="1959293" y="4640009"/>
                  <a:pt x="1958626" y="4638009"/>
                </a:cubicBezTo>
                <a:cubicBezTo>
                  <a:pt x="1957959" y="4636008"/>
                  <a:pt x="1958150" y="4633913"/>
                  <a:pt x="1959007" y="4632008"/>
                </a:cubicBezTo>
                <a:cubicBezTo>
                  <a:pt x="1959959" y="4630103"/>
                  <a:pt x="1961578" y="4628769"/>
                  <a:pt x="1963579" y="4628103"/>
                </a:cubicBezTo>
                <a:cubicBezTo>
                  <a:pt x="1964436" y="4627817"/>
                  <a:pt x="1965198" y="4627721"/>
                  <a:pt x="1966055" y="4627721"/>
                </a:cubicBezTo>
                <a:close/>
                <a:moveTo>
                  <a:pt x="692944" y="2202656"/>
                </a:moveTo>
                <a:lnTo>
                  <a:pt x="700278" y="2209705"/>
                </a:lnTo>
                <a:lnTo>
                  <a:pt x="695325" y="2214848"/>
                </a:lnTo>
                <a:lnTo>
                  <a:pt x="687991" y="2207800"/>
                </a:lnTo>
                <a:lnTo>
                  <a:pt x="692944" y="2202656"/>
                </a:lnTo>
                <a:close/>
                <a:moveTo>
                  <a:pt x="555022" y="222599"/>
                </a:moveTo>
                <a:lnTo>
                  <a:pt x="573691" y="243840"/>
                </a:lnTo>
                <a:cubicBezTo>
                  <a:pt x="572167" y="246793"/>
                  <a:pt x="571881" y="250317"/>
                  <a:pt x="573024" y="253651"/>
                </a:cubicBezTo>
                <a:cubicBezTo>
                  <a:pt x="574167" y="256794"/>
                  <a:pt x="576453" y="259366"/>
                  <a:pt x="579501" y="260890"/>
                </a:cubicBezTo>
                <a:cubicBezTo>
                  <a:pt x="581216" y="261747"/>
                  <a:pt x="583121" y="262128"/>
                  <a:pt x="584930" y="262128"/>
                </a:cubicBezTo>
                <a:cubicBezTo>
                  <a:pt x="586359" y="262128"/>
                  <a:pt x="587788" y="261938"/>
                  <a:pt x="589121" y="261366"/>
                </a:cubicBezTo>
                <a:cubicBezTo>
                  <a:pt x="589121" y="261366"/>
                  <a:pt x="589121" y="261366"/>
                  <a:pt x="589217" y="261366"/>
                </a:cubicBezTo>
                <a:lnTo>
                  <a:pt x="732758" y="427577"/>
                </a:lnTo>
                <a:lnTo>
                  <a:pt x="732758" y="531495"/>
                </a:lnTo>
                <a:cubicBezTo>
                  <a:pt x="728567" y="532543"/>
                  <a:pt x="725329" y="536258"/>
                  <a:pt x="725329" y="540734"/>
                </a:cubicBezTo>
                <a:cubicBezTo>
                  <a:pt x="725329" y="546164"/>
                  <a:pt x="729710" y="550545"/>
                  <a:pt x="735140" y="550545"/>
                </a:cubicBezTo>
                <a:cubicBezTo>
                  <a:pt x="740569" y="550545"/>
                  <a:pt x="744950" y="546164"/>
                  <a:pt x="744950" y="540734"/>
                </a:cubicBezTo>
                <a:cubicBezTo>
                  <a:pt x="744950" y="536162"/>
                  <a:pt x="741807" y="532543"/>
                  <a:pt x="737521" y="531495"/>
                </a:cubicBezTo>
                <a:lnTo>
                  <a:pt x="737521" y="425863"/>
                </a:lnTo>
                <a:lnTo>
                  <a:pt x="593312" y="258985"/>
                </a:lnTo>
                <a:cubicBezTo>
                  <a:pt x="594551" y="257937"/>
                  <a:pt x="595503" y="256604"/>
                  <a:pt x="596265" y="255080"/>
                </a:cubicBezTo>
                <a:cubicBezTo>
                  <a:pt x="597694" y="252032"/>
                  <a:pt x="597884" y="248603"/>
                  <a:pt x="596837" y="245459"/>
                </a:cubicBezTo>
                <a:cubicBezTo>
                  <a:pt x="595694" y="242316"/>
                  <a:pt x="593503" y="239935"/>
                  <a:pt x="590741" y="238506"/>
                </a:cubicBezTo>
                <a:lnTo>
                  <a:pt x="590741" y="231553"/>
                </a:lnTo>
                <a:lnTo>
                  <a:pt x="585978" y="231553"/>
                </a:lnTo>
                <a:lnTo>
                  <a:pt x="585978" y="237077"/>
                </a:lnTo>
                <a:cubicBezTo>
                  <a:pt x="584264" y="236887"/>
                  <a:pt x="582454" y="237077"/>
                  <a:pt x="580739" y="237744"/>
                </a:cubicBezTo>
                <a:cubicBezTo>
                  <a:pt x="579215" y="238316"/>
                  <a:pt x="577787" y="239173"/>
                  <a:pt x="576644" y="240125"/>
                </a:cubicBezTo>
                <a:lnTo>
                  <a:pt x="559784" y="220885"/>
                </a:lnTo>
                <a:lnTo>
                  <a:pt x="559784" y="95"/>
                </a:lnTo>
                <a:lnTo>
                  <a:pt x="555022" y="95"/>
                </a:lnTo>
                <a:lnTo>
                  <a:pt x="555022" y="222599"/>
                </a:lnTo>
                <a:close/>
                <a:moveTo>
                  <a:pt x="740188" y="540830"/>
                </a:moveTo>
                <a:cubicBezTo>
                  <a:pt x="740188" y="543592"/>
                  <a:pt x="737902" y="545878"/>
                  <a:pt x="735140" y="545878"/>
                </a:cubicBezTo>
                <a:cubicBezTo>
                  <a:pt x="732377" y="545878"/>
                  <a:pt x="730091" y="543592"/>
                  <a:pt x="730091" y="540830"/>
                </a:cubicBezTo>
                <a:cubicBezTo>
                  <a:pt x="730091" y="538067"/>
                  <a:pt x="732377" y="535877"/>
                  <a:pt x="735140" y="535877"/>
                </a:cubicBezTo>
                <a:cubicBezTo>
                  <a:pt x="737902" y="535877"/>
                  <a:pt x="740188" y="538163"/>
                  <a:pt x="740188" y="540830"/>
                </a:cubicBezTo>
                <a:close/>
                <a:moveTo>
                  <a:pt x="582359" y="242126"/>
                </a:moveTo>
                <a:cubicBezTo>
                  <a:pt x="583216" y="241840"/>
                  <a:pt x="584073" y="241649"/>
                  <a:pt x="584930" y="241649"/>
                </a:cubicBezTo>
                <a:cubicBezTo>
                  <a:pt x="588169" y="241649"/>
                  <a:pt x="591217" y="243650"/>
                  <a:pt x="592360" y="246888"/>
                </a:cubicBezTo>
                <a:cubicBezTo>
                  <a:pt x="593027" y="248888"/>
                  <a:pt x="592931" y="250984"/>
                  <a:pt x="591979" y="252889"/>
                </a:cubicBezTo>
                <a:cubicBezTo>
                  <a:pt x="591026" y="254794"/>
                  <a:pt x="589502" y="256223"/>
                  <a:pt x="587502" y="256889"/>
                </a:cubicBezTo>
                <a:cubicBezTo>
                  <a:pt x="585502" y="257556"/>
                  <a:pt x="583406" y="257461"/>
                  <a:pt x="581501" y="256508"/>
                </a:cubicBezTo>
                <a:cubicBezTo>
                  <a:pt x="579596" y="255556"/>
                  <a:pt x="578168" y="254032"/>
                  <a:pt x="577501" y="252032"/>
                </a:cubicBezTo>
                <a:cubicBezTo>
                  <a:pt x="576072" y="247936"/>
                  <a:pt x="578263" y="243459"/>
                  <a:pt x="582359" y="242030"/>
                </a:cubicBezTo>
                <a:close/>
                <a:moveTo>
                  <a:pt x="458534" y="82772"/>
                </a:moveTo>
                <a:lnTo>
                  <a:pt x="463296" y="82772"/>
                </a:lnTo>
                <a:lnTo>
                  <a:pt x="463296" y="102489"/>
                </a:lnTo>
                <a:lnTo>
                  <a:pt x="458534" y="102489"/>
                </a:lnTo>
                <a:lnTo>
                  <a:pt x="458534" y="82772"/>
                </a:lnTo>
                <a:close/>
                <a:moveTo>
                  <a:pt x="38862" y="1672400"/>
                </a:moveTo>
                <a:lnTo>
                  <a:pt x="95" y="1672400"/>
                </a:lnTo>
                <a:lnTo>
                  <a:pt x="95" y="1677162"/>
                </a:lnTo>
                <a:lnTo>
                  <a:pt x="40386" y="1677162"/>
                </a:lnTo>
                <a:lnTo>
                  <a:pt x="46292" y="1673066"/>
                </a:lnTo>
                <a:lnTo>
                  <a:pt x="53531" y="1673066"/>
                </a:lnTo>
                <a:cubicBezTo>
                  <a:pt x="54864" y="1673066"/>
                  <a:pt x="55912" y="1672019"/>
                  <a:pt x="55912" y="1670685"/>
                </a:cubicBezTo>
                <a:lnTo>
                  <a:pt x="55912" y="1663922"/>
                </a:lnTo>
                <a:lnTo>
                  <a:pt x="100489" y="1663922"/>
                </a:lnTo>
                <a:cubicBezTo>
                  <a:pt x="106394" y="1663922"/>
                  <a:pt x="111252" y="1659065"/>
                  <a:pt x="111252" y="1653159"/>
                </a:cubicBezTo>
                <a:cubicBezTo>
                  <a:pt x="111252" y="1647253"/>
                  <a:pt x="106394" y="1642396"/>
                  <a:pt x="100489" y="1642396"/>
                </a:cubicBezTo>
                <a:lnTo>
                  <a:pt x="62484" y="1642396"/>
                </a:lnTo>
                <a:cubicBezTo>
                  <a:pt x="59150" y="1642396"/>
                  <a:pt x="56483" y="1639729"/>
                  <a:pt x="56483" y="1636395"/>
                </a:cubicBezTo>
                <a:cubicBezTo>
                  <a:pt x="56483" y="1633061"/>
                  <a:pt x="59150" y="1630394"/>
                  <a:pt x="62484" y="1630394"/>
                </a:cubicBezTo>
                <a:lnTo>
                  <a:pt x="100489" y="1630394"/>
                </a:lnTo>
                <a:cubicBezTo>
                  <a:pt x="106394" y="1630394"/>
                  <a:pt x="111252" y="1625537"/>
                  <a:pt x="111252" y="1619631"/>
                </a:cubicBezTo>
                <a:cubicBezTo>
                  <a:pt x="111252" y="1613726"/>
                  <a:pt x="106394" y="1608868"/>
                  <a:pt x="100489" y="1608868"/>
                </a:cubicBezTo>
                <a:lnTo>
                  <a:pt x="62484" y="1608868"/>
                </a:lnTo>
                <a:cubicBezTo>
                  <a:pt x="59150" y="1608868"/>
                  <a:pt x="56483" y="1606201"/>
                  <a:pt x="56483" y="1602867"/>
                </a:cubicBezTo>
                <a:cubicBezTo>
                  <a:pt x="56483" y="1599533"/>
                  <a:pt x="59150" y="1596866"/>
                  <a:pt x="62484" y="1596866"/>
                </a:cubicBezTo>
                <a:lnTo>
                  <a:pt x="104966" y="1596866"/>
                </a:lnTo>
                <a:lnTo>
                  <a:pt x="104966" y="1603629"/>
                </a:lnTo>
                <a:cubicBezTo>
                  <a:pt x="104966" y="1604963"/>
                  <a:pt x="106013" y="1606010"/>
                  <a:pt x="107347" y="1606010"/>
                </a:cubicBezTo>
                <a:lnTo>
                  <a:pt x="115348" y="1606010"/>
                </a:lnTo>
                <a:cubicBezTo>
                  <a:pt x="116681" y="1606010"/>
                  <a:pt x="117729" y="1604963"/>
                  <a:pt x="117729" y="1603629"/>
                </a:cubicBezTo>
                <a:lnTo>
                  <a:pt x="117729" y="1596866"/>
                </a:lnTo>
                <a:lnTo>
                  <a:pt x="125349" y="1596866"/>
                </a:lnTo>
                <a:lnTo>
                  <a:pt x="125349" y="1603629"/>
                </a:lnTo>
                <a:cubicBezTo>
                  <a:pt x="125349" y="1604963"/>
                  <a:pt x="126397" y="1606010"/>
                  <a:pt x="127730" y="1606010"/>
                </a:cubicBezTo>
                <a:lnTo>
                  <a:pt x="135731" y="1606010"/>
                </a:lnTo>
                <a:cubicBezTo>
                  <a:pt x="137065" y="1606010"/>
                  <a:pt x="138113" y="1604963"/>
                  <a:pt x="138113" y="1603629"/>
                </a:cubicBezTo>
                <a:lnTo>
                  <a:pt x="138113" y="1596962"/>
                </a:lnTo>
                <a:lnTo>
                  <a:pt x="182690" y="1596962"/>
                </a:lnTo>
                <a:cubicBezTo>
                  <a:pt x="186023" y="1596962"/>
                  <a:pt x="188690" y="1599628"/>
                  <a:pt x="188690" y="1602962"/>
                </a:cubicBezTo>
                <a:cubicBezTo>
                  <a:pt x="188690" y="1606296"/>
                  <a:pt x="186023" y="1608963"/>
                  <a:pt x="182690" y="1608963"/>
                </a:cubicBezTo>
                <a:lnTo>
                  <a:pt x="144685" y="1608963"/>
                </a:lnTo>
                <a:cubicBezTo>
                  <a:pt x="138779" y="1608963"/>
                  <a:pt x="133922" y="1613821"/>
                  <a:pt x="133922" y="1619726"/>
                </a:cubicBezTo>
                <a:cubicBezTo>
                  <a:pt x="133922" y="1625632"/>
                  <a:pt x="138779" y="1630490"/>
                  <a:pt x="144685" y="1630490"/>
                </a:cubicBezTo>
                <a:lnTo>
                  <a:pt x="182690" y="1630490"/>
                </a:lnTo>
                <a:cubicBezTo>
                  <a:pt x="186023" y="1630490"/>
                  <a:pt x="188690" y="1633157"/>
                  <a:pt x="188690" y="1636490"/>
                </a:cubicBezTo>
                <a:cubicBezTo>
                  <a:pt x="188690" y="1639824"/>
                  <a:pt x="186023" y="1642491"/>
                  <a:pt x="182690" y="1642491"/>
                </a:cubicBezTo>
                <a:lnTo>
                  <a:pt x="144685" y="1642491"/>
                </a:lnTo>
                <a:cubicBezTo>
                  <a:pt x="138779" y="1642491"/>
                  <a:pt x="133922" y="1647349"/>
                  <a:pt x="133922" y="1653254"/>
                </a:cubicBezTo>
                <a:cubicBezTo>
                  <a:pt x="133922" y="1659160"/>
                  <a:pt x="138779" y="1664018"/>
                  <a:pt x="144685" y="1664018"/>
                </a:cubicBezTo>
                <a:lnTo>
                  <a:pt x="187166" y="1664018"/>
                </a:lnTo>
                <a:lnTo>
                  <a:pt x="187166" y="1670780"/>
                </a:lnTo>
                <a:cubicBezTo>
                  <a:pt x="187166" y="1672114"/>
                  <a:pt x="188214" y="1673162"/>
                  <a:pt x="189548" y="1673162"/>
                </a:cubicBezTo>
                <a:lnTo>
                  <a:pt x="197549" y="1673162"/>
                </a:lnTo>
                <a:cubicBezTo>
                  <a:pt x="198882" y="1673162"/>
                  <a:pt x="199930" y="1672114"/>
                  <a:pt x="199930" y="1670780"/>
                </a:cubicBezTo>
                <a:lnTo>
                  <a:pt x="199930" y="1652588"/>
                </a:lnTo>
                <a:cubicBezTo>
                  <a:pt x="199930" y="1651254"/>
                  <a:pt x="198882" y="1650206"/>
                  <a:pt x="197549" y="1650206"/>
                </a:cubicBezTo>
                <a:lnTo>
                  <a:pt x="189548" y="1650206"/>
                </a:lnTo>
                <a:cubicBezTo>
                  <a:pt x="188214" y="1650206"/>
                  <a:pt x="187166" y="1651254"/>
                  <a:pt x="187166" y="1652588"/>
                </a:cubicBezTo>
                <a:lnTo>
                  <a:pt x="187166" y="1659350"/>
                </a:lnTo>
                <a:lnTo>
                  <a:pt x="144685" y="1659350"/>
                </a:lnTo>
                <a:cubicBezTo>
                  <a:pt x="141351" y="1659350"/>
                  <a:pt x="138684" y="1656683"/>
                  <a:pt x="138684" y="1653350"/>
                </a:cubicBezTo>
                <a:cubicBezTo>
                  <a:pt x="138684" y="1650016"/>
                  <a:pt x="141351" y="1647349"/>
                  <a:pt x="144685" y="1647349"/>
                </a:cubicBezTo>
                <a:lnTo>
                  <a:pt x="182690" y="1647349"/>
                </a:lnTo>
                <a:cubicBezTo>
                  <a:pt x="188595" y="1647349"/>
                  <a:pt x="193453" y="1642491"/>
                  <a:pt x="193453" y="1636586"/>
                </a:cubicBezTo>
                <a:cubicBezTo>
                  <a:pt x="193453" y="1630680"/>
                  <a:pt x="188595" y="1625822"/>
                  <a:pt x="182690" y="1625822"/>
                </a:cubicBezTo>
                <a:lnTo>
                  <a:pt x="144685" y="1625822"/>
                </a:lnTo>
                <a:cubicBezTo>
                  <a:pt x="141351" y="1625822"/>
                  <a:pt x="138684" y="1623155"/>
                  <a:pt x="138684" y="1619822"/>
                </a:cubicBezTo>
                <a:cubicBezTo>
                  <a:pt x="138684" y="1616488"/>
                  <a:pt x="141351" y="1613821"/>
                  <a:pt x="144685" y="1613821"/>
                </a:cubicBezTo>
                <a:lnTo>
                  <a:pt x="182690" y="1613821"/>
                </a:lnTo>
                <a:cubicBezTo>
                  <a:pt x="188595" y="1613821"/>
                  <a:pt x="193453" y="1608963"/>
                  <a:pt x="193453" y="1603057"/>
                </a:cubicBezTo>
                <a:cubicBezTo>
                  <a:pt x="193453" y="1597152"/>
                  <a:pt x="188595" y="1592294"/>
                  <a:pt x="182690" y="1592294"/>
                </a:cubicBezTo>
                <a:lnTo>
                  <a:pt x="138113" y="1592294"/>
                </a:lnTo>
                <a:lnTo>
                  <a:pt x="138113" y="1585532"/>
                </a:lnTo>
                <a:cubicBezTo>
                  <a:pt x="138113" y="1584198"/>
                  <a:pt x="137065" y="1583150"/>
                  <a:pt x="135731" y="1583150"/>
                </a:cubicBezTo>
                <a:lnTo>
                  <a:pt x="127730" y="1583150"/>
                </a:lnTo>
                <a:cubicBezTo>
                  <a:pt x="126397" y="1583150"/>
                  <a:pt x="125349" y="1584198"/>
                  <a:pt x="125349" y="1585532"/>
                </a:cubicBezTo>
                <a:lnTo>
                  <a:pt x="125349" y="1592294"/>
                </a:lnTo>
                <a:lnTo>
                  <a:pt x="117729" y="1592294"/>
                </a:lnTo>
                <a:lnTo>
                  <a:pt x="117729" y="1585532"/>
                </a:lnTo>
                <a:cubicBezTo>
                  <a:pt x="117729" y="1584198"/>
                  <a:pt x="116681" y="1583150"/>
                  <a:pt x="115348" y="1583150"/>
                </a:cubicBezTo>
                <a:lnTo>
                  <a:pt x="107347" y="1583150"/>
                </a:lnTo>
                <a:cubicBezTo>
                  <a:pt x="106013" y="1583150"/>
                  <a:pt x="104966" y="1584198"/>
                  <a:pt x="104966" y="1585532"/>
                </a:cubicBezTo>
                <a:lnTo>
                  <a:pt x="104966" y="1592294"/>
                </a:lnTo>
                <a:lnTo>
                  <a:pt x="62484" y="1592294"/>
                </a:lnTo>
                <a:cubicBezTo>
                  <a:pt x="56579" y="1592294"/>
                  <a:pt x="51721" y="1597152"/>
                  <a:pt x="51721" y="1603057"/>
                </a:cubicBezTo>
                <a:cubicBezTo>
                  <a:pt x="51721" y="1608963"/>
                  <a:pt x="56579" y="1613821"/>
                  <a:pt x="62484" y="1613821"/>
                </a:cubicBezTo>
                <a:lnTo>
                  <a:pt x="100489" y="1613821"/>
                </a:lnTo>
                <a:cubicBezTo>
                  <a:pt x="103823" y="1613821"/>
                  <a:pt x="106490" y="1616488"/>
                  <a:pt x="106490" y="1619822"/>
                </a:cubicBezTo>
                <a:cubicBezTo>
                  <a:pt x="106490" y="1623155"/>
                  <a:pt x="103823" y="1625822"/>
                  <a:pt x="100489" y="1625822"/>
                </a:cubicBezTo>
                <a:lnTo>
                  <a:pt x="62484" y="1625822"/>
                </a:lnTo>
                <a:cubicBezTo>
                  <a:pt x="56579" y="1625822"/>
                  <a:pt x="51721" y="1630680"/>
                  <a:pt x="51721" y="1636586"/>
                </a:cubicBezTo>
                <a:cubicBezTo>
                  <a:pt x="51721" y="1642491"/>
                  <a:pt x="56579" y="1647349"/>
                  <a:pt x="62484" y="1647349"/>
                </a:cubicBezTo>
                <a:lnTo>
                  <a:pt x="100489" y="1647349"/>
                </a:lnTo>
                <a:cubicBezTo>
                  <a:pt x="103823" y="1647349"/>
                  <a:pt x="106490" y="1650016"/>
                  <a:pt x="106490" y="1653350"/>
                </a:cubicBezTo>
                <a:cubicBezTo>
                  <a:pt x="106490" y="1656683"/>
                  <a:pt x="103823" y="1659350"/>
                  <a:pt x="100489" y="1659350"/>
                </a:cubicBezTo>
                <a:lnTo>
                  <a:pt x="55912" y="1659350"/>
                </a:lnTo>
                <a:lnTo>
                  <a:pt x="55912" y="1652683"/>
                </a:lnTo>
                <a:cubicBezTo>
                  <a:pt x="55912" y="1651349"/>
                  <a:pt x="54864" y="1650302"/>
                  <a:pt x="53531" y="1650302"/>
                </a:cubicBezTo>
                <a:lnTo>
                  <a:pt x="46292" y="1650302"/>
                </a:lnTo>
                <a:lnTo>
                  <a:pt x="40386" y="1645920"/>
                </a:lnTo>
                <a:lnTo>
                  <a:pt x="95" y="1645920"/>
                </a:lnTo>
                <a:lnTo>
                  <a:pt x="95" y="1650682"/>
                </a:lnTo>
                <a:lnTo>
                  <a:pt x="38862" y="1650682"/>
                </a:lnTo>
                <a:lnTo>
                  <a:pt x="43148" y="1653921"/>
                </a:lnTo>
                <a:lnTo>
                  <a:pt x="43148" y="1669732"/>
                </a:lnTo>
                <a:lnTo>
                  <a:pt x="38862" y="1672685"/>
                </a:lnTo>
                <a:close/>
                <a:moveTo>
                  <a:pt x="191833" y="1654874"/>
                </a:moveTo>
                <a:lnTo>
                  <a:pt x="195072" y="1654874"/>
                </a:lnTo>
                <a:lnTo>
                  <a:pt x="195072" y="1668304"/>
                </a:lnTo>
                <a:lnTo>
                  <a:pt x="191833" y="1668304"/>
                </a:lnTo>
                <a:lnTo>
                  <a:pt x="191833" y="1654874"/>
                </a:lnTo>
                <a:close/>
                <a:moveTo>
                  <a:pt x="130016" y="1587913"/>
                </a:moveTo>
                <a:lnTo>
                  <a:pt x="133255" y="1587913"/>
                </a:lnTo>
                <a:lnTo>
                  <a:pt x="133255" y="1601343"/>
                </a:lnTo>
                <a:lnTo>
                  <a:pt x="130016" y="1601343"/>
                </a:lnTo>
                <a:lnTo>
                  <a:pt x="130016" y="1587913"/>
                </a:lnTo>
                <a:close/>
                <a:moveTo>
                  <a:pt x="109728" y="1587913"/>
                </a:moveTo>
                <a:lnTo>
                  <a:pt x="112967" y="1587913"/>
                </a:lnTo>
                <a:lnTo>
                  <a:pt x="112967" y="1601343"/>
                </a:lnTo>
                <a:lnTo>
                  <a:pt x="109728" y="1601343"/>
                </a:lnTo>
                <a:lnTo>
                  <a:pt x="109728" y="1587913"/>
                </a:lnTo>
                <a:close/>
                <a:moveTo>
                  <a:pt x="47911" y="1654874"/>
                </a:moveTo>
                <a:lnTo>
                  <a:pt x="51149" y="1654874"/>
                </a:lnTo>
                <a:lnTo>
                  <a:pt x="51149" y="1668304"/>
                </a:lnTo>
                <a:lnTo>
                  <a:pt x="47911" y="1668304"/>
                </a:lnTo>
                <a:lnTo>
                  <a:pt x="47911" y="1654874"/>
                </a:lnTo>
                <a:close/>
                <a:moveTo>
                  <a:pt x="1721739" y="4029647"/>
                </a:moveTo>
                <a:lnTo>
                  <a:pt x="1721739" y="4020122"/>
                </a:lnTo>
                <a:cubicBezTo>
                  <a:pt x="1721739" y="4017740"/>
                  <a:pt x="1723644" y="4015835"/>
                  <a:pt x="1726025" y="4015835"/>
                </a:cubicBezTo>
                <a:lnTo>
                  <a:pt x="1736312" y="4015835"/>
                </a:lnTo>
                <a:cubicBezTo>
                  <a:pt x="1738313" y="4015835"/>
                  <a:pt x="1739837" y="4017455"/>
                  <a:pt x="1739837" y="4019360"/>
                </a:cubicBezTo>
                <a:lnTo>
                  <a:pt x="1739837" y="4029647"/>
                </a:lnTo>
                <a:cubicBezTo>
                  <a:pt x="1739837" y="4032028"/>
                  <a:pt x="1737932" y="4033933"/>
                  <a:pt x="1735550" y="4033933"/>
                </a:cubicBezTo>
                <a:lnTo>
                  <a:pt x="1726025" y="4033933"/>
                </a:lnTo>
                <a:cubicBezTo>
                  <a:pt x="1723644" y="4033933"/>
                  <a:pt x="1721739" y="4032028"/>
                  <a:pt x="1721739" y="4029647"/>
                </a:cubicBezTo>
                <a:close/>
                <a:moveTo>
                  <a:pt x="646938" y="2212658"/>
                </a:moveTo>
                <a:cubicBezTo>
                  <a:pt x="640842" y="2212658"/>
                  <a:pt x="635889" y="2217611"/>
                  <a:pt x="635889" y="2223707"/>
                </a:cubicBezTo>
                <a:cubicBezTo>
                  <a:pt x="635889" y="2225897"/>
                  <a:pt x="636651" y="2227802"/>
                  <a:pt x="637794" y="2229517"/>
                </a:cubicBezTo>
                <a:lnTo>
                  <a:pt x="602456" y="2266950"/>
                </a:lnTo>
                <a:lnTo>
                  <a:pt x="599504" y="2263997"/>
                </a:lnTo>
                <a:cubicBezTo>
                  <a:pt x="598551" y="2263045"/>
                  <a:pt x="597313" y="2262473"/>
                  <a:pt x="595884" y="2262473"/>
                </a:cubicBezTo>
                <a:lnTo>
                  <a:pt x="595884" y="2262473"/>
                </a:lnTo>
                <a:cubicBezTo>
                  <a:pt x="594551" y="2262473"/>
                  <a:pt x="593217" y="2263045"/>
                  <a:pt x="592265" y="2263997"/>
                </a:cubicBezTo>
                <a:lnTo>
                  <a:pt x="583121" y="2273141"/>
                </a:lnTo>
                <a:cubicBezTo>
                  <a:pt x="581120" y="2275142"/>
                  <a:pt x="581120" y="2278380"/>
                  <a:pt x="583121" y="2280285"/>
                </a:cubicBezTo>
                <a:lnTo>
                  <a:pt x="592265" y="2289429"/>
                </a:lnTo>
                <a:cubicBezTo>
                  <a:pt x="593217" y="2290382"/>
                  <a:pt x="594455" y="2290953"/>
                  <a:pt x="595884" y="2290953"/>
                </a:cubicBezTo>
                <a:lnTo>
                  <a:pt x="595884" y="2290953"/>
                </a:lnTo>
                <a:cubicBezTo>
                  <a:pt x="597218" y="2290953"/>
                  <a:pt x="598551" y="2290382"/>
                  <a:pt x="599504" y="2289429"/>
                </a:cubicBezTo>
                <a:lnTo>
                  <a:pt x="608648" y="2280285"/>
                </a:lnTo>
                <a:cubicBezTo>
                  <a:pt x="610648" y="2278285"/>
                  <a:pt x="610648" y="2275046"/>
                  <a:pt x="608648" y="2273141"/>
                </a:cubicBezTo>
                <a:lnTo>
                  <a:pt x="605790" y="2270284"/>
                </a:lnTo>
                <a:lnTo>
                  <a:pt x="641128" y="2232851"/>
                </a:lnTo>
                <a:cubicBezTo>
                  <a:pt x="642842" y="2233898"/>
                  <a:pt x="644747" y="2234756"/>
                  <a:pt x="646938" y="2234756"/>
                </a:cubicBezTo>
                <a:cubicBezTo>
                  <a:pt x="653034" y="2234756"/>
                  <a:pt x="657987" y="2229803"/>
                  <a:pt x="657987" y="2223707"/>
                </a:cubicBezTo>
                <a:cubicBezTo>
                  <a:pt x="657987" y="2217611"/>
                  <a:pt x="653034" y="2212658"/>
                  <a:pt x="646938" y="2212658"/>
                </a:cubicBezTo>
                <a:close/>
                <a:moveTo>
                  <a:pt x="595694" y="2286191"/>
                </a:moveTo>
                <a:lnTo>
                  <a:pt x="586550" y="2276570"/>
                </a:lnTo>
                <a:lnTo>
                  <a:pt x="595884" y="2267331"/>
                </a:lnTo>
                <a:cubicBezTo>
                  <a:pt x="595884" y="2267331"/>
                  <a:pt x="596075" y="2267331"/>
                  <a:pt x="596075" y="2267331"/>
                </a:cubicBezTo>
                <a:lnTo>
                  <a:pt x="605219" y="2276951"/>
                </a:lnTo>
                <a:lnTo>
                  <a:pt x="595598" y="2286095"/>
                </a:lnTo>
                <a:close/>
                <a:moveTo>
                  <a:pt x="2257711" y="4536186"/>
                </a:moveTo>
                <a:cubicBezTo>
                  <a:pt x="2263235" y="4540282"/>
                  <a:pt x="2270093" y="4541901"/>
                  <a:pt x="2276951" y="4540854"/>
                </a:cubicBezTo>
                <a:cubicBezTo>
                  <a:pt x="2283809" y="4539806"/>
                  <a:pt x="2289810" y="4536186"/>
                  <a:pt x="2293906" y="4530567"/>
                </a:cubicBezTo>
                <a:cubicBezTo>
                  <a:pt x="2298002" y="4525042"/>
                  <a:pt x="2299716" y="4518184"/>
                  <a:pt x="2298668" y="4511326"/>
                </a:cubicBezTo>
                <a:cubicBezTo>
                  <a:pt x="2297621" y="4504468"/>
                  <a:pt x="2294001" y="4498467"/>
                  <a:pt x="2288381" y="4494371"/>
                </a:cubicBezTo>
                <a:cubicBezTo>
                  <a:pt x="2283905" y="4491038"/>
                  <a:pt x="2278571" y="4489323"/>
                  <a:pt x="2273141" y="4489323"/>
                </a:cubicBezTo>
                <a:cubicBezTo>
                  <a:pt x="2271808" y="4489323"/>
                  <a:pt x="2270474" y="4489419"/>
                  <a:pt x="2269141" y="4489609"/>
                </a:cubicBezTo>
                <a:cubicBezTo>
                  <a:pt x="2262283" y="4490657"/>
                  <a:pt x="2256282" y="4494276"/>
                  <a:pt x="2252186" y="4499896"/>
                </a:cubicBezTo>
                <a:cubicBezTo>
                  <a:pt x="2248091" y="4505420"/>
                  <a:pt x="2246376" y="4512279"/>
                  <a:pt x="2247424" y="4519137"/>
                </a:cubicBezTo>
                <a:cubicBezTo>
                  <a:pt x="2247900" y="4522470"/>
                  <a:pt x="2249043" y="4525518"/>
                  <a:pt x="2250758" y="4528280"/>
                </a:cubicBezTo>
                <a:lnTo>
                  <a:pt x="2201990" y="4577334"/>
                </a:lnTo>
                <a:lnTo>
                  <a:pt x="2202275" y="4687062"/>
                </a:lnTo>
                <a:lnTo>
                  <a:pt x="2219135" y="4708112"/>
                </a:lnTo>
                <a:lnTo>
                  <a:pt x="2219516" y="4766596"/>
                </a:lnTo>
                <a:lnTo>
                  <a:pt x="2209705" y="4776788"/>
                </a:lnTo>
                <a:cubicBezTo>
                  <a:pt x="2209038" y="4776216"/>
                  <a:pt x="2208371" y="4775549"/>
                  <a:pt x="2207609" y="4775169"/>
                </a:cubicBezTo>
                <a:cubicBezTo>
                  <a:pt x="2201418" y="4772025"/>
                  <a:pt x="2193798" y="4774597"/>
                  <a:pt x="2190655" y="4780788"/>
                </a:cubicBezTo>
                <a:cubicBezTo>
                  <a:pt x="2189131" y="4783836"/>
                  <a:pt x="2188940" y="4787265"/>
                  <a:pt x="2189988" y="4790409"/>
                </a:cubicBezTo>
                <a:cubicBezTo>
                  <a:pt x="2191036" y="4793552"/>
                  <a:pt x="2193322" y="4796219"/>
                  <a:pt x="2196370" y="4797647"/>
                </a:cubicBezTo>
                <a:cubicBezTo>
                  <a:pt x="2198180" y="4798505"/>
                  <a:pt x="2200085" y="4798981"/>
                  <a:pt x="2201990" y="4798981"/>
                </a:cubicBezTo>
                <a:cubicBezTo>
                  <a:pt x="2206657" y="4798981"/>
                  <a:pt x="2211134" y="4796409"/>
                  <a:pt x="2213324" y="4792028"/>
                </a:cubicBezTo>
                <a:cubicBezTo>
                  <a:pt x="2214848" y="4788980"/>
                  <a:pt x="2215039" y="4785551"/>
                  <a:pt x="2213991" y="4782407"/>
                </a:cubicBezTo>
                <a:cubicBezTo>
                  <a:pt x="2213705" y="4781645"/>
                  <a:pt x="2213229" y="4781074"/>
                  <a:pt x="2212848" y="4780407"/>
                </a:cubicBezTo>
                <a:lnTo>
                  <a:pt x="2224278" y="4768406"/>
                </a:lnTo>
                <a:lnTo>
                  <a:pt x="2223897" y="4706303"/>
                </a:lnTo>
                <a:lnTo>
                  <a:pt x="2207038" y="4685253"/>
                </a:lnTo>
                <a:lnTo>
                  <a:pt x="2206752" y="4579144"/>
                </a:lnTo>
                <a:lnTo>
                  <a:pt x="2253615" y="4531995"/>
                </a:lnTo>
                <a:cubicBezTo>
                  <a:pt x="2254853" y="4533424"/>
                  <a:pt x="2256187" y="4534662"/>
                  <a:pt x="2257711" y="4535805"/>
                </a:cubicBezTo>
                <a:close/>
                <a:moveTo>
                  <a:pt x="2208943" y="4790313"/>
                </a:moveTo>
                <a:cubicBezTo>
                  <a:pt x="2207038" y="4794219"/>
                  <a:pt x="2202275" y="4795743"/>
                  <a:pt x="2198370" y="4793837"/>
                </a:cubicBezTo>
                <a:cubicBezTo>
                  <a:pt x="2196465" y="4792885"/>
                  <a:pt x="2195132" y="4791266"/>
                  <a:pt x="2194465" y="4789265"/>
                </a:cubicBezTo>
                <a:cubicBezTo>
                  <a:pt x="2193798" y="4787265"/>
                  <a:pt x="2193989" y="4785170"/>
                  <a:pt x="2194846" y="4783265"/>
                </a:cubicBezTo>
                <a:cubicBezTo>
                  <a:pt x="2195798" y="4781360"/>
                  <a:pt x="2197418" y="4780026"/>
                  <a:pt x="2199418" y="4779360"/>
                </a:cubicBezTo>
                <a:cubicBezTo>
                  <a:pt x="2200275" y="4779074"/>
                  <a:pt x="2201037" y="4778979"/>
                  <a:pt x="2201894" y="4778979"/>
                </a:cubicBezTo>
                <a:cubicBezTo>
                  <a:pt x="2203133" y="4778979"/>
                  <a:pt x="2204276" y="4779264"/>
                  <a:pt x="2205419" y="4779836"/>
                </a:cubicBezTo>
                <a:cubicBezTo>
                  <a:pt x="2207324" y="4780788"/>
                  <a:pt x="2208657" y="4782407"/>
                  <a:pt x="2209324" y="4784408"/>
                </a:cubicBezTo>
                <a:cubicBezTo>
                  <a:pt x="2209991" y="4786408"/>
                  <a:pt x="2209800" y="4788504"/>
                  <a:pt x="2208943" y="4790409"/>
                </a:cubicBezTo>
                <a:close/>
                <a:moveTo>
                  <a:pt x="2255996" y="4502849"/>
                </a:moveTo>
                <a:cubicBezTo>
                  <a:pt x="2259330" y="4498277"/>
                  <a:pt x="2264188" y="4495324"/>
                  <a:pt x="2269808" y="4494467"/>
                </a:cubicBezTo>
                <a:cubicBezTo>
                  <a:pt x="2275332" y="4493610"/>
                  <a:pt x="2280952" y="4494943"/>
                  <a:pt x="2285524" y="4498277"/>
                </a:cubicBezTo>
                <a:cubicBezTo>
                  <a:pt x="2290096" y="4501611"/>
                  <a:pt x="2293049" y="4506468"/>
                  <a:pt x="2293906" y="4512088"/>
                </a:cubicBezTo>
                <a:cubicBezTo>
                  <a:pt x="2294763" y="4517612"/>
                  <a:pt x="2293430" y="4523232"/>
                  <a:pt x="2290096" y="4527804"/>
                </a:cubicBezTo>
                <a:cubicBezTo>
                  <a:pt x="2286762" y="4532376"/>
                  <a:pt x="2281904" y="4535329"/>
                  <a:pt x="2276285" y="4536186"/>
                </a:cubicBezTo>
                <a:cubicBezTo>
                  <a:pt x="2275237" y="4536377"/>
                  <a:pt x="2274094" y="4536472"/>
                  <a:pt x="2273046" y="4536472"/>
                </a:cubicBezTo>
                <a:cubicBezTo>
                  <a:pt x="2268569" y="4536472"/>
                  <a:pt x="2264283" y="4535043"/>
                  <a:pt x="2260664" y="4532376"/>
                </a:cubicBezTo>
                <a:cubicBezTo>
                  <a:pt x="2256092" y="4529043"/>
                  <a:pt x="2253139" y="4524185"/>
                  <a:pt x="2252282" y="4518565"/>
                </a:cubicBezTo>
                <a:cubicBezTo>
                  <a:pt x="2251424" y="4513040"/>
                  <a:pt x="2252758" y="4507421"/>
                  <a:pt x="2256092" y="4502849"/>
                </a:cubicBezTo>
                <a:close/>
                <a:moveTo>
                  <a:pt x="458534" y="3810"/>
                </a:moveTo>
                <a:lnTo>
                  <a:pt x="463296" y="3810"/>
                </a:lnTo>
                <a:lnTo>
                  <a:pt x="463296" y="23527"/>
                </a:lnTo>
                <a:lnTo>
                  <a:pt x="458534" y="23527"/>
                </a:lnTo>
                <a:lnTo>
                  <a:pt x="458534" y="3810"/>
                </a:lnTo>
                <a:close/>
                <a:moveTo>
                  <a:pt x="2260378" y="4515327"/>
                </a:moveTo>
                <a:cubicBezTo>
                  <a:pt x="2260378" y="4508373"/>
                  <a:pt x="2265998" y="4502658"/>
                  <a:pt x="2273046" y="4502658"/>
                </a:cubicBezTo>
                <a:cubicBezTo>
                  <a:pt x="2280095" y="4502658"/>
                  <a:pt x="2285714" y="4508278"/>
                  <a:pt x="2285714" y="4515327"/>
                </a:cubicBezTo>
                <a:cubicBezTo>
                  <a:pt x="2285714" y="4522375"/>
                  <a:pt x="2280095" y="4527995"/>
                  <a:pt x="2273046" y="4527995"/>
                </a:cubicBezTo>
                <a:cubicBezTo>
                  <a:pt x="2265998" y="4527995"/>
                  <a:pt x="2260378" y="4522375"/>
                  <a:pt x="2260378" y="4515327"/>
                </a:cubicBezTo>
                <a:close/>
                <a:moveTo>
                  <a:pt x="2024444" y="4623435"/>
                </a:moveTo>
                <a:lnTo>
                  <a:pt x="2009680" y="4623435"/>
                </a:lnTo>
                <a:cubicBezTo>
                  <a:pt x="2007108" y="4623435"/>
                  <a:pt x="2005013" y="4625531"/>
                  <a:pt x="2005013" y="4628103"/>
                </a:cubicBezTo>
                <a:lnTo>
                  <a:pt x="2005013" y="4642866"/>
                </a:lnTo>
                <a:cubicBezTo>
                  <a:pt x="2005013" y="4645438"/>
                  <a:pt x="2007108" y="4647534"/>
                  <a:pt x="2009680" y="4647534"/>
                </a:cubicBezTo>
                <a:lnTo>
                  <a:pt x="2024444" y="4647534"/>
                </a:lnTo>
                <a:cubicBezTo>
                  <a:pt x="2027015" y="4647534"/>
                  <a:pt x="2029111" y="4645438"/>
                  <a:pt x="2029111" y="4642866"/>
                </a:cubicBezTo>
                <a:lnTo>
                  <a:pt x="2029111" y="4630484"/>
                </a:lnTo>
                <a:lnTo>
                  <a:pt x="2115312" y="4564571"/>
                </a:lnTo>
                <a:cubicBezTo>
                  <a:pt x="2115884" y="4564095"/>
                  <a:pt x="2116265" y="4563428"/>
                  <a:pt x="2116265" y="4562666"/>
                </a:cubicBezTo>
                <a:lnTo>
                  <a:pt x="2116265" y="4552760"/>
                </a:lnTo>
                <a:cubicBezTo>
                  <a:pt x="2116265" y="4551426"/>
                  <a:pt x="2115217" y="4550379"/>
                  <a:pt x="2113883" y="4550379"/>
                </a:cubicBezTo>
                <a:lnTo>
                  <a:pt x="2017395" y="4550379"/>
                </a:lnTo>
                <a:cubicBezTo>
                  <a:pt x="2016919" y="4546283"/>
                  <a:pt x="2014728" y="4542473"/>
                  <a:pt x="2010728" y="4540472"/>
                </a:cubicBezTo>
                <a:cubicBezTo>
                  <a:pt x="2004536" y="4537329"/>
                  <a:pt x="1996916" y="4539901"/>
                  <a:pt x="1993773" y="4546092"/>
                </a:cubicBezTo>
                <a:cubicBezTo>
                  <a:pt x="1990630" y="4552284"/>
                  <a:pt x="1993202" y="4559904"/>
                  <a:pt x="1999393" y="4563047"/>
                </a:cubicBezTo>
                <a:cubicBezTo>
                  <a:pt x="2001203" y="4563904"/>
                  <a:pt x="2003107" y="4564380"/>
                  <a:pt x="2005013" y="4564380"/>
                </a:cubicBezTo>
                <a:cubicBezTo>
                  <a:pt x="2009680" y="4564380"/>
                  <a:pt x="2014157" y="4561809"/>
                  <a:pt x="2016347" y="4557427"/>
                </a:cubicBezTo>
                <a:cubicBezTo>
                  <a:pt x="2016728" y="4556665"/>
                  <a:pt x="2016728" y="4555903"/>
                  <a:pt x="2016919" y="4555236"/>
                </a:cubicBezTo>
                <a:lnTo>
                  <a:pt x="2111407" y="4555236"/>
                </a:lnTo>
                <a:lnTo>
                  <a:pt x="2111407" y="4561618"/>
                </a:lnTo>
                <a:cubicBezTo>
                  <a:pt x="2111407" y="4561618"/>
                  <a:pt x="2027968" y="4625436"/>
                  <a:pt x="2027968" y="4625436"/>
                </a:cubicBezTo>
                <a:cubicBezTo>
                  <a:pt x="2027111" y="4624388"/>
                  <a:pt x="2025872" y="4623626"/>
                  <a:pt x="2024348" y="4623626"/>
                </a:cubicBezTo>
                <a:close/>
                <a:moveTo>
                  <a:pt x="2012061" y="4555141"/>
                </a:moveTo>
                <a:cubicBezTo>
                  <a:pt x="2011109" y="4557046"/>
                  <a:pt x="2009489" y="4558379"/>
                  <a:pt x="2007489" y="4559046"/>
                </a:cubicBezTo>
                <a:cubicBezTo>
                  <a:pt x="2005489" y="4559713"/>
                  <a:pt x="2003393" y="4559522"/>
                  <a:pt x="2001488" y="4558665"/>
                </a:cubicBezTo>
                <a:cubicBezTo>
                  <a:pt x="1999583" y="4557713"/>
                  <a:pt x="1998250" y="4556094"/>
                  <a:pt x="1997583" y="4554093"/>
                </a:cubicBezTo>
                <a:cubicBezTo>
                  <a:pt x="1996916" y="4552093"/>
                  <a:pt x="1997107" y="4549997"/>
                  <a:pt x="1997964" y="4548093"/>
                </a:cubicBezTo>
                <a:cubicBezTo>
                  <a:pt x="1999298" y="4545330"/>
                  <a:pt x="2002155" y="4543711"/>
                  <a:pt x="2005013" y="4543711"/>
                </a:cubicBezTo>
                <a:cubicBezTo>
                  <a:pt x="2006156" y="4543711"/>
                  <a:pt x="2007394" y="4543997"/>
                  <a:pt x="2008537" y="4544568"/>
                </a:cubicBezTo>
                <a:cubicBezTo>
                  <a:pt x="2010442" y="4545521"/>
                  <a:pt x="2011775" y="4547140"/>
                  <a:pt x="2012442" y="4549140"/>
                </a:cubicBezTo>
                <a:cubicBezTo>
                  <a:pt x="2013109" y="4551140"/>
                  <a:pt x="2012918" y="4553236"/>
                  <a:pt x="2012061" y="4555141"/>
                </a:cubicBezTo>
                <a:close/>
                <a:moveTo>
                  <a:pt x="494348" y="95"/>
                </a:moveTo>
                <a:lnTo>
                  <a:pt x="489585" y="95"/>
                </a:lnTo>
                <a:lnTo>
                  <a:pt x="489585" y="222314"/>
                </a:lnTo>
                <a:lnTo>
                  <a:pt x="476440" y="239458"/>
                </a:lnTo>
                <a:cubicBezTo>
                  <a:pt x="475107" y="239268"/>
                  <a:pt x="473869" y="239458"/>
                  <a:pt x="472535" y="239744"/>
                </a:cubicBezTo>
                <a:lnTo>
                  <a:pt x="470821" y="237077"/>
                </a:lnTo>
                <a:lnTo>
                  <a:pt x="466820" y="239554"/>
                </a:lnTo>
                <a:lnTo>
                  <a:pt x="468344" y="241935"/>
                </a:lnTo>
                <a:cubicBezTo>
                  <a:pt x="465392" y="244602"/>
                  <a:pt x="464249" y="248888"/>
                  <a:pt x="465582" y="252889"/>
                </a:cubicBezTo>
                <a:cubicBezTo>
                  <a:pt x="467297" y="257842"/>
                  <a:pt x="472440" y="260414"/>
                  <a:pt x="477488" y="259366"/>
                </a:cubicBezTo>
                <a:lnTo>
                  <a:pt x="622840" y="427577"/>
                </a:lnTo>
                <a:lnTo>
                  <a:pt x="622840" y="570833"/>
                </a:lnTo>
                <a:lnTo>
                  <a:pt x="618839" y="570833"/>
                </a:lnTo>
                <a:cubicBezTo>
                  <a:pt x="615125" y="570833"/>
                  <a:pt x="611981" y="573881"/>
                  <a:pt x="611981" y="577691"/>
                </a:cubicBezTo>
                <a:lnTo>
                  <a:pt x="611981" y="590360"/>
                </a:lnTo>
                <a:cubicBezTo>
                  <a:pt x="611981" y="594074"/>
                  <a:pt x="615029" y="597218"/>
                  <a:pt x="618839" y="597218"/>
                </a:cubicBezTo>
                <a:lnTo>
                  <a:pt x="631508" y="597218"/>
                </a:lnTo>
                <a:cubicBezTo>
                  <a:pt x="635222" y="597218"/>
                  <a:pt x="638366" y="594170"/>
                  <a:pt x="638366" y="590360"/>
                </a:cubicBezTo>
                <a:lnTo>
                  <a:pt x="638366" y="577691"/>
                </a:lnTo>
                <a:cubicBezTo>
                  <a:pt x="638366" y="573977"/>
                  <a:pt x="635318" y="570833"/>
                  <a:pt x="631508" y="570833"/>
                </a:cubicBezTo>
                <a:lnTo>
                  <a:pt x="627507" y="570833"/>
                </a:lnTo>
                <a:lnTo>
                  <a:pt x="627507" y="425768"/>
                </a:lnTo>
                <a:lnTo>
                  <a:pt x="481870" y="257175"/>
                </a:lnTo>
                <a:cubicBezTo>
                  <a:pt x="485013" y="254508"/>
                  <a:pt x="486347" y="250127"/>
                  <a:pt x="484918" y="246031"/>
                </a:cubicBezTo>
                <a:cubicBezTo>
                  <a:pt x="484156" y="243935"/>
                  <a:pt x="482727" y="242316"/>
                  <a:pt x="481013" y="241173"/>
                </a:cubicBezTo>
                <a:lnTo>
                  <a:pt x="494348" y="223838"/>
                </a:lnTo>
                <a:lnTo>
                  <a:pt x="494348" y="95"/>
                </a:lnTo>
                <a:close/>
                <a:moveTo>
                  <a:pt x="631412" y="575596"/>
                </a:moveTo>
                <a:cubicBezTo>
                  <a:pt x="632555" y="575596"/>
                  <a:pt x="633508" y="576548"/>
                  <a:pt x="633508" y="577691"/>
                </a:cubicBezTo>
                <a:lnTo>
                  <a:pt x="633508" y="590360"/>
                </a:lnTo>
                <a:cubicBezTo>
                  <a:pt x="633508" y="591503"/>
                  <a:pt x="632555" y="592455"/>
                  <a:pt x="631412" y="592455"/>
                </a:cubicBezTo>
                <a:lnTo>
                  <a:pt x="618744" y="592455"/>
                </a:lnTo>
                <a:cubicBezTo>
                  <a:pt x="617601" y="592455"/>
                  <a:pt x="616649" y="591503"/>
                  <a:pt x="616649" y="590360"/>
                </a:cubicBezTo>
                <a:lnTo>
                  <a:pt x="616649" y="577691"/>
                </a:lnTo>
                <a:cubicBezTo>
                  <a:pt x="616649" y="576548"/>
                  <a:pt x="617601" y="575596"/>
                  <a:pt x="618744" y="575596"/>
                </a:cubicBezTo>
                <a:lnTo>
                  <a:pt x="631412" y="575596"/>
                </a:lnTo>
                <a:close/>
                <a:moveTo>
                  <a:pt x="2204085" y="4525804"/>
                </a:moveTo>
                <a:lnTo>
                  <a:pt x="2035969" y="4525804"/>
                </a:lnTo>
                <a:lnTo>
                  <a:pt x="1999964" y="4475226"/>
                </a:lnTo>
                <a:cubicBezTo>
                  <a:pt x="1998345" y="4475893"/>
                  <a:pt x="1996535" y="4476274"/>
                  <a:pt x="1994630" y="4476274"/>
                </a:cubicBezTo>
                <a:cubicBezTo>
                  <a:pt x="1987010" y="4476274"/>
                  <a:pt x="1980819" y="4470083"/>
                  <a:pt x="1980819" y="4462463"/>
                </a:cubicBezTo>
                <a:cubicBezTo>
                  <a:pt x="1980819" y="4454843"/>
                  <a:pt x="1987010" y="4448652"/>
                  <a:pt x="1994630" y="4448652"/>
                </a:cubicBezTo>
                <a:cubicBezTo>
                  <a:pt x="2002250" y="4448652"/>
                  <a:pt x="2008442" y="4454843"/>
                  <a:pt x="2008442" y="4462463"/>
                </a:cubicBezTo>
                <a:cubicBezTo>
                  <a:pt x="2008442" y="4466463"/>
                  <a:pt x="2006727" y="4470083"/>
                  <a:pt x="2003965" y="4472559"/>
                </a:cubicBezTo>
                <a:lnTo>
                  <a:pt x="2038255" y="4520946"/>
                </a:lnTo>
                <a:lnTo>
                  <a:pt x="2201894" y="4520946"/>
                </a:lnTo>
                <a:lnTo>
                  <a:pt x="2255330" y="4464463"/>
                </a:lnTo>
                <a:lnTo>
                  <a:pt x="2255711" y="4328637"/>
                </a:lnTo>
                <a:cubicBezTo>
                  <a:pt x="2250758" y="4327589"/>
                  <a:pt x="2247043" y="4323398"/>
                  <a:pt x="2247043" y="4318159"/>
                </a:cubicBezTo>
                <a:cubicBezTo>
                  <a:pt x="2247043" y="4312158"/>
                  <a:pt x="2251901" y="4307205"/>
                  <a:pt x="2257997" y="4307205"/>
                </a:cubicBezTo>
                <a:cubicBezTo>
                  <a:pt x="2264093" y="4307205"/>
                  <a:pt x="2268950" y="4312063"/>
                  <a:pt x="2268950" y="4318159"/>
                </a:cubicBezTo>
                <a:cubicBezTo>
                  <a:pt x="2268950" y="4323303"/>
                  <a:pt x="2265426" y="4327303"/>
                  <a:pt x="2260664" y="4328541"/>
                </a:cubicBezTo>
                <a:lnTo>
                  <a:pt x="2260283" y="4466368"/>
                </a:lnTo>
                <a:lnTo>
                  <a:pt x="2203990" y="4525804"/>
                </a:lnTo>
                <a:close/>
                <a:moveTo>
                  <a:pt x="1920621" y="4627150"/>
                </a:moveTo>
                <a:cubicBezTo>
                  <a:pt x="1919192" y="4627150"/>
                  <a:pt x="1917954" y="4627817"/>
                  <a:pt x="1917097" y="4628960"/>
                </a:cubicBezTo>
                <a:lnTo>
                  <a:pt x="1779746" y="4628960"/>
                </a:lnTo>
                <a:cubicBezTo>
                  <a:pt x="1779746" y="4628960"/>
                  <a:pt x="1741170" y="4596289"/>
                  <a:pt x="1741170" y="4596289"/>
                </a:cubicBezTo>
                <a:lnTo>
                  <a:pt x="1644968" y="4596289"/>
                </a:lnTo>
                <a:cubicBezTo>
                  <a:pt x="1643825" y="4588193"/>
                  <a:pt x="1636871" y="4581906"/>
                  <a:pt x="1628394" y="4581906"/>
                </a:cubicBezTo>
                <a:cubicBezTo>
                  <a:pt x="1625537" y="4581906"/>
                  <a:pt x="1622774" y="4582668"/>
                  <a:pt x="1620393" y="4584002"/>
                </a:cubicBezTo>
                <a:lnTo>
                  <a:pt x="1595152" y="4548569"/>
                </a:lnTo>
                <a:lnTo>
                  <a:pt x="1595819" y="4415028"/>
                </a:lnTo>
                <a:lnTo>
                  <a:pt x="1599248" y="4415028"/>
                </a:lnTo>
                <a:cubicBezTo>
                  <a:pt x="1605534" y="4415028"/>
                  <a:pt x="1610773" y="4409885"/>
                  <a:pt x="1610773" y="4403503"/>
                </a:cubicBezTo>
                <a:lnTo>
                  <a:pt x="1610773" y="4352163"/>
                </a:lnTo>
                <a:cubicBezTo>
                  <a:pt x="1610773" y="4345877"/>
                  <a:pt x="1605629" y="4340638"/>
                  <a:pt x="1599248" y="4340638"/>
                </a:cubicBezTo>
                <a:lnTo>
                  <a:pt x="1595819" y="4340638"/>
                </a:lnTo>
                <a:lnTo>
                  <a:pt x="1595819" y="4257199"/>
                </a:lnTo>
                <a:cubicBezTo>
                  <a:pt x="1599533" y="4255865"/>
                  <a:pt x="1602296" y="4252437"/>
                  <a:pt x="1602677" y="4248245"/>
                </a:cubicBezTo>
                <a:cubicBezTo>
                  <a:pt x="1603057" y="4243197"/>
                  <a:pt x="1599628" y="4238816"/>
                  <a:pt x="1594866" y="4237578"/>
                </a:cubicBezTo>
                <a:lnTo>
                  <a:pt x="1595152" y="4191000"/>
                </a:lnTo>
                <a:lnTo>
                  <a:pt x="1717357" y="4041743"/>
                </a:lnTo>
                <a:cubicBezTo>
                  <a:pt x="1717357" y="4041743"/>
                  <a:pt x="1718215" y="4042029"/>
                  <a:pt x="1718691" y="4042029"/>
                </a:cubicBezTo>
                <a:lnTo>
                  <a:pt x="1742599" y="4042029"/>
                </a:lnTo>
                <a:cubicBezTo>
                  <a:pt x="1745552" y="4042029"/>
                  <a:pt x="1747933" y="4039648"/>
                  <a:pt x="1747933" y="4036695"/>
                </a:cubicBezTo>
                <a:lnTo>
                  <a:pt x="1747933" y="4012311"/>
                </a:lnTo>
                <a:cubicBezTo>
                  <a:pt x="1747933" y="4009644"/>
                  <a:pt x="1745742" y="4007453"/>
                  <a:pt x="1743075" y="4007453"/>
                </a:cubicBezTo>
                <a:lnTo>
                  <a:pt x="1718691" y="4007453"/>
                </a:lnTo>
                <a:cubicBezTo>
                  <a:pt x="1715738" y="4007453"/>
                  <a:pt x="1713357" y="4009835"/>
                  <a:pt x="1713357" y="4012787"/>
                </a:cubicBezTo>
                <a:lnTo>
                  <a:pt x="1713357" y="4036695"/>
                </a:lnTo>
                <a:cubicBezTo>
                  <a:pt x="1713357" y="4037362"/>
                  <a:pt x="1713548" y="4038029"/>
                  <a:pt x="1713738" y="4038600"/>
                </a:cubicBezTo>
                <a:lnTo>
                  <a:pt x="1590294" y="4189286"/>
                </a:lnTo>
                <a:lnTo>
                  <a:pt x="1590008" y="4237387"/>
                </a:lnTo>
                <a:cubicBezTo>
                  <a:pt x="1585627" y="4238339"/>
                  <a:pt x="1582103" y="4241864"/>
                  <a:pt x="1581817" y="4246626"/>
                </a:cubicBezTo>
                <a:cubicBezTo>
                  <a:pt x="1581436" y="4251389"/>
                  <a:pt x="1584389" y="4255485"/>
                  <a:pt x="1588675" y="4257009"/>
                </a:cubicBezTo>
                <a:lnTo>
                  <a:pt x="1588675" y="4340543"/>
                </a:lnTo>
                <a:lnTo>
                  <a:pt x="1585246" y="4340543"/>
                </a:lnTo>
                <a:cubicBezTo>
                  <a:pt x="1578959" y="4340543"/>
                  <a:pt x="1573721" y="4345686"/>
                  <a:pt x="1573721" y="4352068"/>
                </a:cubicBezTo>
                <a:lnTo>
                  <a:pt x="1573721" y="4403408"/>
                </a:lnTo>
                <a:cubicBezTo>
                  <a:pt x="1573721" y="4409694"/>
                  <a:pt x="1578864" y="4414933"/>
                  <a:pt x="1585246" y="4414933"/>
                </a:cubicBezTo>
                <a:lnTo>
                  <a:pt x="1588580" y="4414933"/>
                </a:lnTo>
                <a:lnTo>
                  <a:pt x="1587913" y="4549902"/>
                </a:lnTo>
                <a:cubicBezTo>
                  <a:pt x="1587913" y="4550855"/>
                  <a:pt x="1588294" y="4551712"/>
                  <a:pt x="1588961" y="4552379"/>
                </a:cubicBezTo>
                <a:lnTo>
                  <a:pt x="1614964" y="4588479"/>
                </a:lnTo>
                <a:cubicBezTo>
                  <a:pt x="1612868" y="4591336"/>
                  <a:pt x="1611535" y="4594765"/>
                  <a:pt x="1611535" y="4598575"/>
                </a:cubicBezTo>
                <a:cubicBezTo>
                  <a:pt x="1611535" y="4607814"/>
                  <a:pt x="1619060" y="4615339"/>
                  <a:pt x="1628299" y="4615339"/>
                </a:cubicBezTo>
                <a:cubicBezTo>
                  <a:pt x="1636776" y="4615339"/>
                  <a:pt x="1643729" y="4609053"/>
                  <a:pt x="1644872" y="4600956"/>
                </a:cubicBezTo>
                <a:lnTo>
                  <a:pt x="1739265" y="4600956"/>
                </a:lnTo>
                <a:lnTo>
                  <a:pt x="1777841" y="4633627"/>
                </a:lnTo>
                <a:lnTo>
                  <a:pt x="1917002" y="4633627"/>
                </a:lnTo>
                <a:cubicBezTo>
                  <a:pt x="1917764" y="4634675"/>
                  <a:pt x="1918811" y="4635342"/>
                  <a:pt x="1920145" y="4635437"/>
                </a:cubicBezTo>
                <a:cubicBezTo>
                  <a:pt x="1922431" y="4635532"/>
                  <a:pt x="1924336" y="4633722"/>
                  <a:pt x="1924431" y="4631436"/>
                </a:cubicBezTo>
                <a:cubicBezTo>
                  <a:pt x="1924526" y="4629150"/>
                  <a:pt x="1922717" y="4627245"/>
                  <a:pt x="1920431" y="4627150"/>
                </a:cubicBezTo>
                <a:close/>
                <a:moveTo>
                  <a:pt x="1718405" y="4012883"/>
                </a:moveTo>
                <a:cubicBezTo>
                  <a:pt x="1718405" y="4012883"/>
                  <a:pt x="1718596" y="4012406"/>
                  <a:pt x="1718882" y="4012406"/>
                </a:cubicBezTo>
                <a:lnTo>
                  <a:pt x="1743266" y="4012406"/>
                </a:lnTo>
                <a:cubicBezTo>
                  <a:pt x="1743266" y="4012406"/>
                  <a:pt x="1743266" y="4036790"/>
                  <a:pt x="1743266" y="4036790"/>
                </a:cubicBezTo>
                <a:cubicBezTo>
                  <a:pt x="1743266" y="4037076"/>
                  <a:pt x="1743075" y="4037267"/>
                  <a:pt x="1742789" y="4037267"/>
                </a:cubicBezTo>
                <a:lnTo>
                  <a:pt x="1718882" y="4037267"/>
                </a:lnTo>
                <a:cubicBezTo>
                  <a:pt x="1718882" y="4037267"/>
                  <a:pt x="1718405" y="4037076"/>
                  <a:pt x="1718405" y="4036790"/>
                </a:cubicBezTo>
                <a:lnTo>
                  <a:pt x="1718405" y="4012883"/>
                </a:lnTo>
                <a:close/>
                <a:moveTo>
                  <a:pt x="1581055" y="4352163"/>
                </a:moveTo>
                <a:cubicBezTo>
                  <a:pt x="1581055" y="4349782"/>
                  <a:pt x="1582960" y="4347782"/>
                  <a:pt x="1585436" y="4347782"/>
                </a:cubicBezTo>
                <a:lnTo>
                  <a:pt x="1599438" y="4347782"/>
                </a:lnTo>
                <a:cubicBezTo>
                  <a:pt x="1601819" y="4347782"/>
                  <a:pt x="1603820" y="4349687"/>
                  <a:pt x="1603820" y="4352163"/>
                </a:cubicBezTo>
                <a:lnTo>
                  <a:pt x="1603820" y="4361117"/>
                </a:lnTo>
                <a:lnTo>
                  <a:pt x="1581150" y="4361117"/>
                </a:lnTo>
                <a:lnTo>
                  <a:pt x="1581150" y="4352163"/>
                </a:lnTo>
                <a:close/>
                <a:moveTo>
                  <a:pt x="1588770" y="4407789"/>
                </a:moveTo>
                <a:lnTo>
                  <a:pt x="1585341" y="4407789"/>
                </a:lnTo>
                <a:cubicBezTo>
                  <a:pt x="1582960" y="4407789"/>
                  <a:pt x="1580960" y="4405884"/>
                  <a:pt x="1580960" y="4403408"/>
                </a:cubicBezTo>
                <a:lnTo>
                  <a:pt x="1580960" y="4391692"/>
                </a:lnTo>
                <a:lnTo>
                  <a:pt x="1603629" y="4391692"/>
                </a:lnTo>
                <a:lnTo>
                  <a:pt x="1603629" y="4403408"/>
                </a:lnTo>
                <a:cubicBezTo>
                  <a:pt x="1603629" y="4405789"/>
                  <a:pt x="1601724" y="4407789"/>
                  <a:pt x="1599248" y="4407789"/>
                </a:cubicBezTo>
                <a:lnTo>
                  <a:pt x="1588675" y="4407789"/>
                </a:lnTo>
                <a:close/>
                <a:moveTo>
                  <a:pt x="1628489" y="4609624"/>
                </a:moveTo>
                <a:cubicBezTo>
                  <a:pt x="1622489" y="4609624"/>
                  <a:pt x="1617536" y="4604766"/>
                  <a:pt x="1617536" y="4598670"/>
                </a:cubicBezTo>
                <a:cubicBezTo>
                  <a:pt x="1617536" y="4592574"/>
                  <a:pt x="1622489" y="4587717"/>
                  <a:pt x="1628489" y="4587717"/>
                </a:cubicBezTo>
                <a:cubicBezTo>
                  <a:pt x="1634490" y="4587717"/>
                  <a:pt x="1639443" y="4592670"/>
                  <a:pt x="1639443" y="4598670"/>
                </a:cubicBezTo>
                <a:cubicBezTo>
                  <a:pt x="1639443" y="4604671"/>
                  <a:pt x="1634490" y="4609624"/>
                  <a:pt x="1628489" y="4609624"/>
                </a:cubicBezTo>
                <a:close/>
                <a:moveTo>
                  <a:pt x="1674686" y="3949446"/>
                </a:moveTo>
                <a:lnTo>
                  <a:pt x="1674686" y="3959733"/>
                </a:lnTo>
                <a:cubicBezTo>
                  <a:pt x="1674686" y="3962114"/>
                  <a:pt x="1672781" y="3964019"/>
                  <a:pt x="1670399" y="3964019"/>
                </a:cubicBezTo>
                <a:lnTo>
                  <a:pt x="1660874" y="3964019"/>
                </a:lnTo>
                <a:cubicBezTo>
                  <a:pt x="1658493" y="3964019"/>
                  <a:pt x="1656588" y="3962114"/>
                  <a:pt x="1656588" y="3959733"/>
                </a:cubicBezTo>
                <a:lnTo>
                  <a:pt x="1656588" y="3950208"/>
                </a:lnTo>
                <a:cubicBezTo>
                  <a:pt x="1656588" y="3947827"/>
                  <a:pt x="1658493" y="3945922"/>
                  <a:pt x="1660874" y="3945922"/>
                </a:cubicBezTo>
                <a:lnTo>
                  <a:pt x="1671161" y="3945922"/>
                </a:lnTo>
                <a:cubicBezTo>
                  <a:pt x="1673162" y="3945922"/>
                  <a:pt x="1674686" y="3947541"/>
                  <a:pt x="1674686" y="3949446"/>
                </a:cubicBezTo>
                <a:close/>
                <a:moveTo>
                  <a:pt x="1547241" y="4557618"/>
                </a:moveTo>
                <a:lnTo>
                  <a:pt x="1548194" y="4414933"/>
                </a:lnTo>
                <a:lnTo>
                  <a:pt x="1551623" y="4414933"/>
                </a:lnTo>
                <a:cubicBezTo>
                  <a:pt x="1557909" y="4414933"/>
                  <a:pt x="1563148" y="4409789"/>
                  <a:pt x="1563148" y="4403408"/>
                </a:cubicBezTo>
                <a:lnTo>
                  <a:pt x="1563148" y="4352068"/>
                </a:lnTo>
                <a:cubicBezTo>
                  <a:pt x="1563148" y="4345781"/>
                  <a:pt x="1558004" y="4340543"/>
                  <a:pt x="1551623" y="4340543"/>
                </a:cubicBezTo>
                <a:lnTo>
                  <a:pt x="1548194" y="4340543"/>
                </a:lnTo>
                <a:lnTo>
                  <a:pt x="1548194" y="4259676"/>
                </a:lnTo>
                <a:lnTo>
                  <a:pt x="1553623" y="4259676"/>
                </a:lnTo>
                <a:cubicBezTo>
                  <a:pt x="1554956" y="4259676"/>
                  <a:pt x="1556004" y="4258628"/>
                  <a:pt x="1556004" y="4257294"/>
                </a:cubicBezTo>
                <a:lnTo>
                  <a:pt x="1556004" y="4239292"/>
                </a:lnTo>
                <a:cubicBezTo>
                  <a:pt x="1556004" y="4237959"/>
                  <a:pt x="1554956" y="4236911"/>
                  <a:pt x="1553623" y="4236911"/>
                </a:cubicBezTo>
                <a:lnTo>
                  <a:pt x="1547051" y="4236911"/>
                </a:lnTo>
                <a:lnTo>
                  <a:pt x="1547622" y="4196811"/>
                </a:lnTo>
                <a:lnTo>
                  <a:pt x="1616107" y="4113181"/>
                </a:lnTo>
                <a:lnTo>
                  <a:pt x="1616678" y="4094512"/>
                </a:lnTo>
                <a:lnTo>
                  <a:pt x="1715738" y="3977545"/>
                </a:lnTo>
                <a:cubicBezTo>
                  <a:pt x="1717834" y="3978974"/>
                  <a:pt x="1720120" y="3980021"/>
                  <a:pt x="1722692" y="3980117"/>
                </a:cubicBezTo>
                <a:cubicBezTo>
                  <a:pt x="1722882" y="3980117"/>
                  <a:pt x="1723073" y="3980117"/>
                  <a:pt x="1723358" y="3980117"/>
                </a:cubicBezTo>
                <a:cubicBezTo>
                  <a:pt x="1726787" y="3980117"/>
                  <a:pt x="1730026" y="3978878"/>
                  <a:pt x="1732598" y="3976497"/>
                </a:cubicBezTo>
                <a:cubicBezTo>
                  <a:pt x="1735265" y="3974021"/>
                  <a:pt x="1736884" y="3970687"/>
                  <a:pt x="1736979" y="3966972"/>
                </a:cubicBezTo>
                <a:cubicBezTo>
                  <a:pt x="1737170" y="3963353"/>
                  <a:pt x="1735836" y="3959828"/>
                  <a:pt x="1733360" y="3957161"/>
                </a:cubicBezTo>
                <a:cubicBezTo>
                  <a:pt x="1730883" y="3954494"/>
                  <a:pt x="1727549" y="3952875"/>
                  <a:pt x="1723930" y="3952780"/>
                </a:cubicBezTo>
                <a:cubicBezTo>
                  <a:pt x="1720310" y="3952589"/>
                  <a:pt x="1716786" y="3953923"/>
                  <a:pt x="1714119" y="3956399"/>
                </a:cubicBezTo>
                <a:cubicBezTo>
                  <a:pt x="1711452" y="3958876"/>
                  <a:pt x="1709833" y="3962210"/>
                  <a:pt x="1709738" y="3965924"/>
                </a:cubicBezTo>
                <a:cubicBezTo>
                  <a:pt x="1709642" y="3968972"/>
                  <a:pt x="1710690" y="3971830"/>
                  <a:pt x="1712405" y="3974211"/>
                </a:cubicBezTo>
                <a:lnTo>
                  <a:pt x="1612011" y="4092702"/>
                </a:lnTo>
                <a:lnTo>
                  <a:pt x="1611440" y="4111371"/>
                </a:lnTo>
                <a:lnTo>
                  <a:pt x="1543431" y="4194429"/>
                </a:lnTo>
                <a:lnTo>
                  <a:pt x="1542860" y="4195096"/>
                </a:lnTo>
                <a:lnTo>
                  <a:pt x="1542288" y="4236911"/>
                </a:lnTo>
                <a:lnTo>
                  <a:pt x="1535621" y="4236911"/>
                </a:lnTo>
                <a:cubicBezTo>
                  <a:pt x="1534287" y="4236911"/>
                  <a:pt x="1533239" y="4237959"/>
                  <a:pt x="1533239" y="4239292"/>
                </a:cubicBezTo>
                <a:lnTo>
                  <a:pt x="1533239" y="4257294"/>
                </a:lnTo>
                <a:cubicBezTo>
                  <a:pt x="1533239" y="4258628"/>
                  <a:pt x="1534287" y="4259676"/>
                  <a:pt x="1535621" y="4259676"/>
                </a:cubicBezTo>
                <a:lnTo>
                  <a:pt x="1541050" y="4259676"/>
                </a:lnTo>
                <a:lnTo>
                  <a:pt x="1541050" y="4340543"/>
                </a:lnTo>
                <a:lnTo>
                  <a:pt x="1537621" y="4340543"/>
                </a:lnTo>
                <a:cubicBezTo>
                  <a:pt x="1531334" y="4340543"/>
                  <a:pt x="1526096" y="4345686"/>
                  <a:pt x="1526096" y="4352068"/>
                </a:cubicBezTo>
                <a:lnTo>
                  <a:pt x="1526096" y="4403408"/>
                </a:lnTo>
                <a:cubicBezTo>
                  <a:pt x="1526096" y="4409694"/>
                  <a:pt x="1531239" y="4414933"/>
                  <a:pt x="1537621" y="4414933"/>
                </a:cubicBezTo>
                <a:lnTo>
                  <a:pt x="1540955" y="4414933"/>
                </a:lnTo>
                <a:lnTo>
                  <a:pt x="1540002" y="4556474"/>
                </a:lnTo>
                <a:lnTo>
                  <a:pt x="1503426" y="4600861"/>
                </a:lnTo>
                <a:cubicBezTo>
                  <a:pt x="1500664" y="4599242"/>
                  <a:pt x="1497521" y="4598194"/>
                  <a:pt x="1494092" y="4598194"/>
                </a:cubicBezTo>
                <a:cubicBezTo>
                  <a:pt x="1483900" y="4598194"/>
                  <a:pt x="1475708" y="4606481"/>
                  <a:pt x="1475708" y="4616577"/>
                </a:cubicBezTo>
                <a:cubicBezTo>
                  <a:pt x="1475708" y="4626674"/>
                  <a:pt x="1483995" y="4634961"/>
                  <a:pt x="1494092" y="4634961"/>
                </a:cubicBezTo>
                <a:cubicBezTo>
                  <a:pt x="1504188" y="4634961"/>
                  <a:pt x="1512475" y="4626674"/>
                  <a:pt x="1512475" y="4616577"/>
                </a:cubicBezTo>
                <a:cubicBezTo>
                  <a:pt x="1512475" y="4612386"/>
                  <a:pt x="1511046" y="4608671"/>
                  <a:pt x="1508760" y="4605528"/>
                </a:cubicBezTo>
                <a:lnTo>
                  <a:pt x="1546193" y="4560094"/>
                </a:lnTo>
                <a:cubicBezTo>
                  <a:pt x="1546860" y="4559427"/>
                  <a:pt x="1547241" y="4558570"/>
                  <a:pt x="1547241" y="4557618"/>
                </a:cubicBezTo>
                <a:close/>
                <a:moveTo>
                  <a:pt x="1717357" y="3960209"/>
                </a:moveTo>
                <a:cubicBezTo>
                  <a:pt x="1718977" y="3958685"/>
                  <a:pt x="1721168" y="3957828"/>
                  <a:pt x="1723358" y="3957828"/>
                </a:cubicBezTo>
                <a:cubicBezTo>
                  <a:pt x="1723453" y="3957828"/>
                  <a:pt x="1723644" y="3957828"/>
                  <a:pt x="1723739" y="3957828"/>
                </a:cubicBezTo>
                <a:cubicBezTo>
                  <a:pt x="1726121" y="3957923"/>
                  <a:pt x="1728311" y="3958971"/>
                  <a:pt x="1729931" y="3960686"/>
                </a:cubicBezTo>
                <a:cubicBezTo>
                  <a:pt x="1731550" y="3962400"/>
                  <a:pt x="1732407" y="3964686"/>
                  <a:pt x="1732217" y="3967067"/>
                </a:cubicBezTo>
                <a:cubicBezTo>
                  <a:pt x="1732121" y="3969449"/>
                  <a:pt x="1731074" y="3971639"/>
                  <a:pt x="1729359" y="3973259"/>
                </a:cubicBezTo>
                <a:cubicBezTo>
                  <a:pt x="1727645" y="3974878"/>
                  <a:pt x="1725359" y="3975640"/>
                  <a:pt x="1722977" y="3975545"/>
                </a:cubicBezTo>
                <a:cubicBezTo>
                  <a:pt x="1720596" y="3975449"/>
                  <a:pt x="1718405" y="3974402"/>
                  <a:pt x="1716786" y="3972687"/>
                </a:cubicBezTo>
                <a:cubicBezTo>
                  <a:pt x="1715167" y="3970973"/>
                  <a:pt x="1714310" y="3968687"/>
                  <a:pt x="1714500" y="3966305"/>
                </a:cubicBezTo>
                <a:cubicBezTo>
                  <a:pt x="1714595" y="3963924"/>
                  <a:pt x="1715643" y="3961734"/>
                  <a:pt x="1717357" y="3960114"/>
                </a:cubicBezTo>
                <a:close/>
                <a:moveTo>
                  <a:pt x="1494187" y="4627912"/>
                </a:moveTo>
                <a:cubicBezTo>
                  <a:pt x="1487996" y="4627912"/>
                  <a:pt x="1482947" y="4622864"/>
                  <a:pt x="1482947" y="4616672"/>
                </a:cubicBezTo>
                <a:cubicBezTo>
                  <a:pt x="1482947" y="4610481"/>
                  <a:pt x="1487996" y="4605433"/>
                  <a:pt x="1494187" y="4605433"/>
                </a:cubicBezTo>
                <a:cubicBezTo>
                  <a:pt x="1500378" y="4605433"/>
                  <a:pt x="1505426" y="4610481"/>
                  <a:pt x="1505426" y="4616672"/>
                </a:cubicBezTo>
                <a:cubicBezTo>
                  <a:pt x="1505426" y="4622864"/>
                  <a:pt x="1500378" y="4627912"/>
                  <a:pt x="1494187" y="4627912"/>
                </a:cubicBezTo>
                <a:close/>
                <a:moveTo>
                  <a:pt x="1538002" y="4255104"/>
                </a:moveTo>
                <a:lnTo>
                  <a:pt x="1538002" y="4241864"/>
                </a:lnTo>
                <a:lnTo>
                  <a:pt x="1551242" y="4241864"/>
                </a:lnTo>
                <a:lnTo>
                  <a:pt x="1551242" y="4255104"/>
                </a:lnTo>
                <a:lnTo>
                  <a:pt x="1538002" y="4255104"/>
                </a:lnTo>
                <a:close/>
                <a:moveTo>
                  <a:pt x="1533335" y="4352163"/>
                </a:moveTo>
                <a:cubicBezTo>
                  <a:pt x="1533335" y="4349782"/>
                  <a:pt x="1535240" y="4347782"/>
                  <a:pt x="1537716" y="4347782"/>
                </a:cubicBezTo>
                <a:lnTo>
                  <a:pt x="1551718" y="4347782"/>
                </a:lnTo>
                <a:cubicBezTo>
                  <a:pt x="1554099" y="4347782"/>
                  <a:pt x="1556099" y="4349687"/>
                  <a:pt x="1556099" y="4352163"/>
                </a:cubicBezTo>
                <a:lnTo>
                  <a:pt x="1556099" y="4361117"/>
                </a:lnTo>
                <a:lnTo>
                  <a:pt x="1533430" y="4361117"/>
                </a:lnTo>
                <a:lnTo>
                  <a:pt x="1533430" y="4352163"/>
                </a:lnTo>
                <a:close/>
                <a:moveTo>
                  <a:pt x="1537621" y="4407789"/>
                </a:moveTo>
                <a:cubicBezTo>
                  <a:pt x="1535240" y="4407789"/>
                  <a:pt x="1533239" y="4405884"/>
                  <a:pt x="1533239" y="4403408"/>
                </a:cubicBezTo>
                <a:lnTo>
                  <a:pt x="1533239" y="4391692"/>
                </a:lnTo>
                <a:lnTo>
                  <a:pt x="1555909" y="4391692"/>
                </a:lnTo>
                <a:lnTo>
                  <a:pt x="1555909" y="4403408"/>
                </a:lnTo>
                <a:cubicBezTo>
                  <a:pt x="1555909" y="4405789"/>
                  <a:pt x="1554004" y="4407789"/>
                  <a:pt x="1551527" y="4407789"/>
                </a:cubicBezTo>
                <a:lnTo>
                  <a:pt x="1537526" y="4407789"/>
                </a:lnTo>
                <a:close/>
                <a:moveTo>
                  <a:pt x="586073" y="19812"/>
                </a:moveTo>
                <a:lnTo>
                  <a:pt x="590836" y="19812"/>
                </a:lnTo>
                <a:lnTo>
                  <a:pt x="590836" y="37433"/>
                </a:lnTo>
                <a:lnTo>
                  <a:pt x="586073" y="37433"/>
                </a:lnTo>
                <a:lnTo>
                  <a:pt x="586073" y="19812"/>
                </a:lnTo>
                <a:close/>
                <a:moveTo>
                  <a:pt x="692849" y="2275523"/>
                </a:moveTo>
                <a:lnTo>
                  <a:pt x="704469" y="2275523"/>
                </a:lnTo>
                <a:cubicBezTo>
                  <a:pt x="704469" y="2275523"/>
                  <a:pt x="704469" y="2282571"/>
                  <a:pt x="704469" y="2282571"/>
                </a:cubicBezTo>
                <a:lnTo>
                  <a:pt x="692849" y="2282571"/>
                </a:lnTo>
                <a:cubicBezTo>
                  <a:pt x="692849" y="2282571"/>
                  <a:pt x="692849" y="2275523"/>
                  <a:pt x="692849" y="2275523"/>
                </a:cubicBezTo>
                <a:close/>
                <a:moveTo>
                  <a:pt x="586073" y="90392"/>
                </a:moveTo>
                <a:lnTo>
                  <a:pt x="590836" y="90392"/>
                </a:lnTo>
                <a:lnTo>
                  <a:pt x="590836" y="108014"/>
                </a:lnTo>
                <a:lnTo>
                  <a:pt x="586073" y="108014"/>
                </a:lnTo>
                <a:lnTo>
                  <a:pt x="586073" y="90392"/>
                </a:lnTo>
                <a:close/>
                <a:moveTo>
                  <a:pt x="617029" y="235458"/>
                </a:moveTo>
                <a:lnTo>
                  <a:pt x="624269" y="242602"/>
                </a:lnTo>
                <a:cubicBezTo>
                  <a:pt x="624269" y="242602"/>
                  <a:pt x="624173" y="243078"/>
                  <a:pt x="624173" y="243269"/>
                </a:cubicBezTo>
                <a:lnTo>
                  <a:pt x="624173" y="255937"/>
                </a:lnTo>
                <a:cubicBezTo>
                  <a:pt x="624173" y="258413"/>
                  <a:pt x="626174" y="260414"/>
                  <a:pt x="628650" y="260414"/>
                </a:cubicBezTo>
                <a:lnTo>
                  <a:pt x="641318" y="260414"/>
                </a:lnTo>
                <a:cubicBezTo>
                  <a:pt x="641890" y="260414"/>
                  <a:pt x="642366" y="260318"/>
                  <a:pt x="642842" y="260128"/>
                </a:cubicBezTo>
                <a:lnTo>
                  <a:pt x="773240" y="411385"/>
                </a:lnTo>
                <a:lnTo>
                  <a:pt x="773240" y="460820"/>
                </a:lnTo>
                <a:lnTo>
                  <a:pt x="772668" y="460820"/>
                </a:lnTo>
                <a:cubicBezTo>
                  <a:pt x="766667" y="460820"/>
                  <a:pt x="761714" y="465201"/>
                  <a:pt x="761714" y="470535"/>
                </a:cubicBezTo>
                <a:lnTo>
                  <a:pt x="761714" y="509397"/>
                </a:lnTo>
                <a:cubicBezTo>
                  <a:pt x="761714" y="514731"/>
                  <a:pt x="766667" y="519113"/>
                  <a:pt x="772668" y="519113"/>
                </a:cubicBezTo>
                <a:lnTo>
                  <a:pt x="782765" y="519113"/>
                </a:lnTo>
                <a:cubicBezTo>
                  <a:pt x="788765" y="519113"/>
                  <a:pt x="793718" y="514731"/>
                  <a:pt x="793718" y="509397"/>
                </a:cubicBezTo>
                <a:lnTo>
                  <a:pt x="793718" y="470535"/>
                </a:lnTo>
                <a:cubicBezTo>
                  <a:pt x="793718" y="465201"/>
                  <a:pt x="788765" y="460820"/>
                  <a:pt x="782765" y="460820"/>
                </a:cubicBezTo>
                <a:lnTo>
                  <a:pt x="778002" y="460820"/>
                </a:lnTo>
                <a:lnTo>
                  <a:pt x="778002" y="409670"/>
                </a:lnTo>
                <a:lnTo>
                  <a:pt x="645795" y="256318"/>
                </a:lnTo>
                <a:cubicBezTo>
                  <a:pt x="645795" y="256318"/>
                  <a:pt x="645795" y="256223"/>
                  <a:pt x="645795" y="256127"/>
                </a:cubicBezTo>
                <a:lnTo>
                  <a:pt x="645795" y="243459"/>
                </a:lnTo>
                <a:cubicBezTo>
                  <a:pt x="645795" y="242888"/>
                  <a:pt x="645700" y="242316"/>
                  <a:pt x="645509" y="241840"/>
                </a:cubicBezTo>
                <a:lnTo>
                  <a:pt x="647510" y="238982"/>
                </a:lnTo>
                <a:lnTo>
                  <a:pt x="643604" y="236220"/>
                </a:lnTo>
                <a:lnTo>
                  <a:pt x="641604" y="239078"/>
                </a:lnTo>
                <a:cubicBezTo>
                  <a:pt x="641604" y="239078"/>
                  <a:pt x="641414" y="239078"/>
                  <a:pt x="641318" y="239078"/>
                </a:cubicBezTo>
                <a:lnTo>
                  <a:pt x="628650" y="239078"/>
                </a:lnTo>
                <a:cubicBezTo>
                  <a:pt x="628650" y="239078"/>
                  <a:pt x="627888" y="239173"/>
                  <a:pt x="627507" y="239268"/>
                </a:cubicBezTo>
                <a:lnTo>
                  <a:pt x="621887" y="233744"/>
                </a:lnTo>
                <a:lnTo>
                  <a:pt x="621887" y="95"/>
                </a:lnTo>
                <a:lnTo>
                  <a:pt x="617125" y="95"/>
                </a:lnTo>
                <a:lnTo>
                  <a:pt x="617125" y="235458"/>
                </a:lnTo>
                <a:close/>
                <a:moveTo>
                  <a:pt x="788479" y="509302"/>
                </a:moveTo>
                <a:cubicBezTo>
                  <a:pt x="788479" y="512159"/>
                  <a:pt x="785813" y="514540"/>
                  <a:pt x="782574" y="514540"/>
                </a:cubicBezTo>
                <a:lnTo>
                  <a:pt x="772477" y="514540"/>
                </a:lnTo>
                <a:cubicBezTo>
                  <a:pt x="769239" y="514540"/>
                  <a:pt x="766572" y="512159"/>
                  <a:pt x="766572" y="509302"/>
                </a:cubicBezTo>
                <a:lnTo>
                  <a:pt x="766572" y="501015"/>
                </a:lnTo>
                <a:lnTo>
                  <a:pt x="788384" y="501015"/>
                </a:lnTo>
                <a:lnTo>
                  <a:pt x="788384" y="509302"/>
                </a:lnTo>
                <a:close/>
                <a:moveTo>
                  <a:pt x="782669" y="465201"/>
                </a:moveTo>
                <a:cubicBezTo>
                  <a:pt x="785908" y="465201"/>
                  <a:pt x="788575" y="467582"/>
                  <a:pt x="788575" y="470440"/>
                </a:cubicBezTo>
                <a:lnTo>
                  <a:pt x="788575" y="476536"/>
                </a:lnTo>
                <a:lnTo>
                  <a:pt x="766763" y="476536"/>
                </a:lnTo>
                <a:lnTo>
                  <a:pt x="766763" y="470440"/>
                </a:lnTo>
                <a:cubicBezTo>
                  <a:pt x="766763" y="467582"/>
                  <a:pt x="769429" y="465201"/>
                  <a:pt x="772668" y="465201"/>
                </a:cubicBezTo>
                <a:lnTo>
                  <a:pt x="782765" y="465201"/>
                </a:lnTo>
                <a:close/>
                <a:moveTo>
                  <a:pt x="590836" y="143256"/>
                </a:moveTo>
                <a:lnTo>
                  <a:pt x="586073" y="143256"/>
                </a:lnTo>
                <a:lnTo>
                  <a:pt x="586073" y="125635"/>
                </a:lnTo>
                <a:lnTo>
                  <a:pt x="590836" y="125635"/>
                </a:lnTo>
                <a:lnTo>
                  <a:pt x="590836" y="143256"/>
                </a:lnTo>
                <a:close/>
                <a:moveTo>
                  <a:pt x="1923764" y="4647438"/>
                </a:moveTo>
                <a:cubicBezTo>
                  <a:pt x="1923669" y="4649248"/>
                  <a:pt x="1922050" y="4650677"/>
                  <a:pt x="1920240" y="4650581"/>
                </a:cubicBezTo>
                <a:cubicBezTo>
                  <a:pt x="1918430" y="4650486"/>
                  <a:pt x="1917002" y="4648867"/>
                  <a:pt x="1917097" y="4647057"/>
                </a:cubicBezTo>
                <a:cubicBezTo>
                  <a:pt x="1917192" y="4645247"/>
                  <a:pt x="1918811" y="4643819"/>
                  <a:pt x="1920621" y="4643914"/>
                </a:cubicBezTo>
                <a:cubicBezTo>
                  <a:pt x="1922431" y="4644009"/>
                  <a:pt x="1923860" y="4645629"/>
                  <a:pt x="1923764" y="4647438"/>
                </a:cubicBezTo>
                <a:close/>
                <a:moveTo>
                  <a:pt x="586073" y="55150"/>
                </a:moveTo>
                <a:lnTo>
                  <a:pt x="590836" y="55150"/>
                </a:lnTo>
                <a:lnTo>
                  <a:pt x="590836" y="72771"/>
                </a:lnTo>
                <a:lnTo>
                  <a:pt x="586073" y="72771"/>
                </a:lnTo>
                <a:lnTo>
                  <a:pt x="586073" y="55150"/>
                </a:lnTo>
                <a:close/>
                <a:moveTo>
                  <a:pt x="590836" y="178594"/>
                </a:moveTo>
                <a:lnTo>
                  <a:pt x="586073" y="178594"/>
                </a:lnTo>
                <a:lnTo>
                  <a:pt x="586073" y="160973"/>
                </a:lnTo>
                <a:lnTo>
                  <a:pt x="590836" y="160973"/>
                </a:lnTo>
                <a:lnTo>
                  <a:pt x="590836" y="178594"/>
                </a:lnTo>
                <a:close/>
                <a:moveTo>
                  <a:pt x="707612" y="2216753"/>
                </a:moveTo>
                <a:lnTo>
                  <a:pt x="714947" y="2223802"/>
                </a:lnTo>
                <a:lnTo>
                  <a:pt x="709994" y="2228945"/>
                </a:lnTo>
                <a:lnTo>
                  <a:pt x="702659" y="2221897"/>
                </a:lnTo>
                <a:lnTo>
                  <a:pt x="707612" y="2216753"/>
                </a:lnTo>
                <a:close/>
                <a:moveTo>
                  <a:pt x="590836" y="213836"/>
                </a:moveTo>
                <a:lnTo>
                  <a:pt x="586073" y="213836"/>
                </a:lnTo>
                <a:lnTo>
                  <a:pt x="586073" y="196215"/>
                </a:lnTo>
                <a:lnTo>
                  <a:pt x="590836" y="196215"/>
                </a:lnTo>
                <a:lnTo>
                  <a:pt x="590836" y="213836"/>
                </a:lnTo>
                <a:close/>
                <a:moveTo>
                  <a:pt x="586073" y="2191"/>
                </a:moveTo>
                <a:lnTo>
                  <a:pt x="586073" y="95"/>
                </a:lnTo>
                <a:lnTo>
                  <a:pt x="590836" y="95"/>
                </a:lnTo>
                <a:lnTo>
                  <a:pt x="590836" y="2191"/>
                </a:lnTo>
                <a:lnTo>
                  <a:pt x="586073" y="2191"/>
                </a:lnTo>
                <a:close/>
                <a:moveTo>
                  <a:pt x="600266" y="4402931"/>
                </a:moveTo>
                <a:lnTo>
                  <a:pt x="607028" y="4397026"/>
                </a:lnTo>
                <a:lnTo>
                  <a:pt x="611791" y="4402360"/>
                </a:lnTo>
                <a:lnTo>
                  <a:pt x="605028" y="4408265"/>
                </a:lnTo>
                <a:lnTo>
                  <a:pt x="600266" y="4402931"/>
                </a:lnTo>
                <a:close/>
                <a:moveTo>
                  <a:pt x="688467" y="4874419"/>
                </a:moveTo>
                <a:cubicBezTo>
                  <a:pt x="688467" y="4878324"/>
                  <a:pt x="685324" y="4881467"/>
                  <a:pt x="681419" y="4881467"/>
                </a:cubicBezTo>
                <a:cubicBezTo>
                  <a:pt x="677513" y="4881467"/>
                  <a:pt x="674370" y="4878324"/>
                  <a:pt x="674370" y="4874419"/>
                </a:cubicBezTo>
                <a:cubicBezTo>
                  <a:pt x="674370" y="4870514"/>
                  <a:pt x="677513" y="4867370"/>
                  <a:pt x="681419" y="4867370"/>
                </a:cubicBezTo>
                <a:cubicBezTo>
                  <a:pt x="685324" y="4867370"/>
                  <a:pt x="688467" y="4870514"/>
                  <a:pt x="688467" y="4874419"/>
                </a:cubicBezTo>
                <a:close/>
                <a:moveTo>
                  <a:pt x="2824067" y="5092446"/>
                </a:moveTo>
                <a:lnTo>
                  <a:pt x="2723388" y="4965859"/>
                </a:lnTo>
                <a:cubicBezTo>
                  <a:pt x="2724531" y="4964811"/>
                  <a:pt x="2725579" y="4963668"/>
                  <a:pt x="2726246" y="4962240"/>
                </a:cubicBezTo>
                <a:cubicBezTo>
                  <a:pt x="2729389" y="4956048"/>
                  <a:pt x="2726817" y="4948428"/>
                  <a:pt x="2720626" y="4945285"/>
                </a:cubicBezTo>
                <a:cubicBezTo>
                  <a:pt x="2714435" y="4942142"/>
                  <a:pt x="2706815" y="4944713"/>
                  <a:pt x="2703671" y="4950905"/>
                </a:cubicBezTo>
                <a:cubicBezTo>
                  <a:pt x="2700528" y="4957096"/>
                  <a:pt x="2703100" y="4964716"/>
                  <a:pt x="2709291" y="4967859"/>
                </a:cubicBezTo>
                <a:cubicBezTo>
                  <a:pt x="2711101" y="4968717"/>
                  <a:pt x="2713006" y="4969193"/>
                  <a:pt x="2714911" y="4969193"/>
                </a:cubicBezTo>
                <a:cubicBezTo>
                  <a:pt x="2716435" y="4969193"/>
                  <a:pt x="2717863" y="4968812"/>
                  <a:pt x="2719197" y="4968335"/>
                </a:cubicBezTo>
                <a:lnTo>
                  <a:pt x="2819305" y="5094161"/>
                </a:lnTo>
                <a:lnTo>
                  <a:pt x="2819591" y="5143691"/>
                </a:lnTo>
                <a:lnTo>
                  <a:pt x="2824353" y="5143691"/>
                </a:lnTo>
                <a:lnTo>
                  <a:pt x="2824067" y="5092542"/>
                </a:lnTo>
                <a:close/>
                <a:moveTo>
                  <a:pt x="2721959" y="4960049"/>
                </a:moveTo>
                <a:cubicBezTo>
                  <a:pt x="2721007" y="4961954"/>
                  <a:pt x="2719388" y="4963287"/>
                  <a:pt x="2717387" y="4963954"/>
                </a:cubicBezTo>
                <a:cubicBezTo>
                  <a:pt x="2715387" y="4964621"/>
                  <a:pt x="2713292" y="4964430"/>
                  <a:pt x="2711387" y="4963573"/>
                </a:cubicBezTo>
                <a:cubicBezTo>
                  <a:pt x="2709482" y="4962620"/>
                  <a:pt x="2708148" y="4961001"/>
                  <a:pt x="2707481" y="4959001"/>
                </a:cubicBezTo>
                <a:cubicBezTo>
                  <a:pt x="2706815" y="4957000"/>
                  <a:pt x="2707005" y="4954905"/>
                  <a:pt x="2707862" y="4953000"/>
                </a:cubicBezTo>
                <a:cubicBezTo>
                  <a:pt x="2709196" y="4950238"/>
                  <a:pt x="2712053" y="4948619"/>
                  <a:pt x="2714911" y="4948619"/>
                </a:cubicBezTo>
                <a:cubicBezTo>
                  <a:pt x="2716054" y="4948619"/>
                  <a:pt x="2717292" y="4948904"/>
                  <a:pt x="2718435" y="4949476"/>
                </a:cubicBezTo>
                <a:cubicBezTo>
                  <a:pt x="2722340" y="4951381"/>
                  <a:pt x="2723864" y="4956144"/>
                  <a:pt x="2721959" y="4960049"/>
                </a:cubicBezTo>
                <a:close/>
                <a:moveTo>
                  <a:pt x="23241" y="1013174"/>
                </a:moveTo>
                <a:lnTo>
                  <a:pt x="83630" y="1013174"/>
                </a:lnTo>
                <a:cubicBezTo>
                  <a:pt x="84677" y="1017175"/>
                  <a:pt x="88202" y="1020223"/>
                  <a:pt x="92583" y="1020223"/>
                </a:cubicBezTo>
                <a:cubicBezTo>
                  <a:pt x="97822" y="1020223"/>
                  <a:pt x="102013" y="1016032"/>
                  <a:pt x="102013" y="1010793"/>
                </a:cubicBezTo>
                <a:cubicBezTo>
                  <a:pt x="102013" y="1005554"/>
                  <a:pt x="97822" y="1001363"/>
                  <a:pt x="92583" y="1001363"/>
                </a:cubicBezTo>
                <a:cubicBezTo>
                  <a:pt x="88202" y="1001363"/>
                  <a:pt x="84677" y="1004411"/>
                  <a:pt x="83630" y="1008412"/>
                </a:cubicBezTo>
                <a:lnTo>
                  <a:pt x="21241" y="1008412"/>
                </a:lnTo>
                <a:lnTo>
                  <a:pt x="6001" y="1024414"/>
                </a:lnTo>
                <a:lnTo>
                  <a:pt x="6001" y="1047369"/>
                </a:lnTo>
                <a:lnTo>
                  <a:pt x="21622" y="1061371"/>
                </a:lnTo>
                <a:lnTo>
                  <a:pt x="75819" y="1061371"/>
                </a:lnTo>
                <a:lnTo>
                  <a:pt x="86011" y="1054322"/>
                </a:lnTo>
                <a:lnTo>
                  <a:pt x="116015" y="1054322"/>
                </a:lnTo>
                <a:cubicBezTo>
                  <a:pt x="117062" y="1058323"/>
                  <a:pt x="120587" y="1061371"/>
                  <a:pt x="124968" y="1061371"/>
                </a:cubicBezTo>
                <a:cubicBezTo>
                  <a:pt x="130207" y="1061371"/>
                  <a:pt x="134398" y="1057180"/>
                  <a:pt x="134398" y="1051941"/>
                </a:cubicBezTo>
                <a:cubicBezTo>
                  <a:pt x="134398" y="1046702"/>
                  <a:pt x="130207" y="1042511"/>
                  <a:pt x="124968" y="1042511"/>
                </a:cubicBezTo>
                <a:cubicBezTo>
                  <a:pt x="120587" y="1042511"/>
                  <a:pt x="117062" y="1045559"/>
                  <a:pt x="116015" y="1049560"/>
                </a:cubicBezTo>
                <a:lnTo>
                  <a:pt x="84487" y="1049560"/>
                </a:lnTo>
                <a:lnTo>
                  <a:pt x="74295" y="1056608"/>
                </a:lnTo>
                <a:lnTo>
                  <a:pt x="23432" y="1056608"/>
                </a:lnTo>
                <a:lnTo>
                  <a:pt x="10763" y="1045274"/>
                </a:lnTo>
                <a:lnTo>
                  <a:pt x="10763" y="1026319"/>
                </a:lnTo>
                <a:lnTo>
                  <a:pt x="23241" y="1013174"/>
                </a:lnTo>
                <a:close/>
                <a:moveTo>
                  <a:pt x="92678" y="1006126"/>
                </a:moveTo>
                <a:cubicBezTo>
                  <a:pt x="95250" y="1006126"/>
                  <a:pt x="97346" y="1008221"/>
                  <a:pt x="97346" y="1010793"/>
                </a:cubicBezTo>
                <a:cubicBezTo>
                  <a:pt x="97346" y="1013365"/>
                  <a:pt x="95250" y="1015460"/>
                  <a:pt x="92678" y="1015460"/>
                </a:cubicBezTo>
                <a:cubicBezTo>
                  <a:pt x="90107" y="1015460"/>
                  <a:pt x="88011" y="1013365"/>
                  <a:pt x="88011" y="1010793"/>
                </a:cubicBezTo>
                <a:cubicBezTo>
                  <a:pt x="88011" y="1008221"/>
                  <a:pt x="90107" y="1006126"/>
                  <a:pt x="92678" y="1006126"/>
                </a:cubicBezTo>
                <a:close/>
                <a:moveTo>
                  <a:pt x="125063" y="1047274"/>
                </a:moveTo>
                <a:cubicBezTo>
                  <a:pt x="127635" y="1047274"/>
                  <a:pt x="129731" y="1049369"/>
                  <a:pt x="129731" y="1051941"/>
                </a:cubicBezTo>
                <a:cubicBezTo>
                  <a:pt x="129731" y="1054513"/>
                  <a:pt x="127635" y="1056608"/>
                  <a:pt x="125063" y="1056608"/>
                </a:cubicBezTo>
                <a:cubicBezTo>
                  <a:pt x="122492" y="1056608"/>
                  <a:pt x="120396" y="1054513"/>
                  <a:pt x="120396" y="1051941"/>
                </a:cubicBezTo>
                <a:cubicBezTo>
                  <a:pt x="120396" y="1049369"/>
                  <a:pt x="122492" y="1047274"/>
                  <a:pt x="125063" y="1047274"/>
                </a:cubicBezTo>
                <a:close/>
                <a:moveTo>
                  <a:pt x="2781491" y="5143595"/>
                </a:moveTo>
                <a:lnTo>
                  <a:pt x="2781491" y="5092446"/>
                </a:lnTo>
                <a:lnTo>
                  <a:pt x="2681002" y="4965383"/>
                </a:lnTo>
                <a:cubicBezTo>
                  <a:pt x="2681954" y="4964430"/>
                  <a:pt x="2682717" y="4963383"/>
                  <a:pt x="2683288" y="4962240"/>
                </a:cubicBezTo>
                <a:cubicBezTo>
                  <a:pt x="2686431" y="4956048"/>
                  <a:pt x="2683859" y="4948428"/>
                  <a:pt x="2677668" y="4945285"/>
                </a:cubicBezTo>
                <a:cubicBezTo>
                  <a:pt x="2671477" y="4942142"/>
                  <a:pt x="2663857" y="4944713"/>
                  <a:pt x="2660713" y="4950905"/>
                </a:cubicBezTo>
                <a:cubicBezTo>
                  <a:pt x="2657570" y="4957096"/>
                  <a:pt x="2660142" y="4964716"/>
                  <a:pt x="2666334" y="4967859"/>
                </a:cubicBezTo>
                <a:cubicBezTo>
                  <a:pt x="2668143" y="4968717"/>
                  <a:pt x="2670048" y="4969193"/>
                  <a:pt x="2671953" y="4969193"/>
                </a:cubicBezTo>
                <a:cubicBezTo>
                  <a:pt x="2673668" y="4969193"/>
                  <a:pt x="2675382" y="4968717"/>
                  <a:pt x="2677001" y="4968050"/>
                </a:cubicBezTo>
                <a:lnTo>
                  <a:pt x="2776728" y="5094161"/>
                </a:lnTo>
                <a:lnTo>
                  <a:pt x="2776728" y="5143691"/>
                </a:lnTo>
                <a:lnTo>
                  <a:pt x="2781491" y="5143691"/>
                </a:lnTo>
                <a:close/>
                <a:moveTo>
                  <a:pt x="2679002" y="4960049"/>
                </a:moveTo>
                <a:cubicBezTo>
                  <a:pt x="2678049" y="4961954"/>
                  <a:pt x="2676430" y="4963287"/>
                  <a:pt x="2674430" y="4963954"/>
                </a:cubicBezTo>
                <a:cubicBezTo>
                  <a:pt x="2672429" y="4964621"/>
                  <a:pt x="2670334" y="4964430"/>
                  <a:pt x="2668429" y="4963573"/>
                </a:cubicBezTo>
                <a:cubicBezTo>
                  <a:pt x="2666524" y="4962620"/>
                  <a:pt x="2665190" y="4961001"/>
                  <a:pt x="2664524" y="4959001"/>
                </a:cubicBezTo>
                <a:cubicBezTo>
                  <a:pt x="2663857" y="4957000"/>
                  <a:pt x="2664047" y="4954905"/>
                  <a:pt x="2664905" y="4953000"/>
                </a:cubicBezTo>
                <a:cubicBezTo>
                  <a:pt x="2666238" y="4950238"/>
                  <a:pt x="2669096" y="4948619"/>
                  <a:pt x="2671953" y="4948619"/>
                </a:cubicBezTo>
                <a:cubicBezTo>
                  <a:pt x="2673096" y="4948619"/>
                  <a:pt x="2674334" y="4948904"/>
                  <a:pt x="2675477" y="4949476"/>
                </a:cubicBezTo>
                <a:cubicBezTo>
                  <a:pt x="2679383" y="4951381"/>
                  <a:pt x="2680907" y="4956144"/>
                  <a:pt x="2679002" y="4960049"/>
                </a:cubicBezTo>
                <a:close/>
                <a:moveTo>
                  <a:pt x="1724882" y="5078635"/>
                </a:moveTo>
                <a:lnTo>
                  <a:pt x="1724882" y="5012722"/>
                </a:lnTo>
                <a:cubicBezTo>
                  <a:pt x="1727930" y="5012151"/>
                  <a:pt x="1730597" y="5010626"/>
                  <a:pt x="1732502" y="5008150"/>
                </a:cubicBezTo>
                <a:cubicBezTo>
                  <a:pt x="1734598" y="5005483"/>
                  <a:pt x="1735455" y="5002149"/>
                  <a:pt x="1735074" y="4998815"/>
                </a:cubicBezTo>
                <a:cubicBezTo>
                  <a:pt x="1734693" y="4995482"/>
                  <a:pt x="1732978" y="4992529"/>
                  <a:pt x="1730312" y="4990433"/>
                </a:cubicBezTo>
                <a:cubicBezTo>
                  <a:pt x="1727645" y="4988338"/>
                  <a:pt x="1724311" y="4987481"/>
                  <a:pt x="1720977" y="4987862"/>
                </a:cubicBezTo>
                <a:cubicBezTo>
                  <a:pt x="1714024" y="4988719"/>
                  <a:pt x="1709166" y="4995100"/>
                  <a:pt x="1710023" y="5001959"/>
                </a:cubicBezTo>
                <a:cubicBezTo>
                  <a:pt x="1710404" y="5005292"/>
                  <a:pt x="1712119" y="5008245"/>
                  <a:pt x="1714786" y="5010341"/>
                </a:cubicBezTo>
                <a:cubicBezTo>
                  <a:pt x="1716405" y="5011579"/>
                  <a:pt x="1718215" y="5012246"/>
                  <a:pt x="1720120" y="5012627"/>
                </a:cubicBezTo>
                <a:lnTo>
                  <a:pt x="1720120" y="5076920"/>
                </a:lnTo>
                <a:lnTo>
                  <a:pt x="1708023" y="5092637"/>
                </a:lnTo>
                <a:lnTo>
                  <a:pt x="1707642" y="5143500"/>
                </a:lnTo>
                <a:lnTo>
                  <a:pt x="1712405" y="5143500"/>
                </a:lnTo>
                <a:lnTo>
                  <a:pt x="1712690" y="5094256"/>
                </a:lnTo>
                <a:lnTo>
                  <a:pt x="1724787" y="5078540"/>
                </a:lnTo>
                <a:close/>
                <a:moveTo>
                  <a:pt x="1717643" y="5006721"/>
                </a:moveTo>
                <a:cubicBezTo>
                  <a:pt x="1716024" y="5005483"/>
                  <a:pt x="1714881" y="5003578"/>
                  <a:pt x="1714691" y="5001483"/>
                </a:cubicBezTo>
                <a:cubicBezTo>
                  <a:pt x="1714119" y="4997196"/>
                  <a:pt x="1717167" y="4993196"/>
                  <a:pt x="1721549" y="4992719"/>
                </a:cubicBezTo>
                <a:cubicBezTo>
                  <a:pt x="1721930" y="4992719"/>
                  <a:pt x="1722215" y="4992719"/>
                  <a:pt x="1722596" y="4992719"/>
                </a:cubicBezTo>
                <a:cubicBezTo>
                  <a:pt x="1724311" y="4992719"/>
                  <a:pt x="1726025" y="4993291"/>
                  <a:pt x="1727359" y="4994339"/>
                </a:cubicBezTo>
                <a:cubicBezTo>
                  <a:pt x="1728978" y="4995577"/>
                  <a:pt x="1730121" y="4997482"/>
                  <a:pt x="1730312" y="4999578"/>
                </a:cubicBezTo>
                <a:lnTo>
                  <a:pt x="1730312" y="4999578"/>
                </a:lnTo>
                <a:cubicBezTo>
                  <a:pt x="1730597" y="5001673"/>
                  <a:pt x="1730026" y="5003769"/>
                  <a:pt x="1728692" y="5005388"/>
                </a:cubicBezTo>
                <a:cubicBezTo>
                  <a:pt x="1727454" y="5007007"/>
                  <a:pt x="1725549" y="5008150"/>
                  <a:pt x="1723453" y="5008340"/>
                </a:cubicBezTo>
                <a:cubicBezTo>
                  <a:pt x="1721358" y="5008626"/>
                  <a:pt x="1719263" y="5008055"/>
                  <a:pt x="1717643" y="5006721"/>
                </a:cubicBezTo>
                <a:close/>
                <a:moveTo>
                  <a:pt x="2738914" y="5143595"/>
                </a:moveTo>
                <a:lnTo>
                  <a:pt x="2738914" y="5092446"/>
                </a:lnTo>
                <a:lnTo>
                  <a:pt x="2738438" y="5091779"/>
                </a:lnTo>
                <a:cubicBezTo>
                  <a:pt x="2734628" y="5087017"/>
                  <a:pt x="2652236" y="4982528"/>
                  <a:pt x="2638330" y="4965097"/>
                </a:cubicBezTo>
                <a:cubicBezTo>
                  <a:pt x="2639092" y="4964240"/>
                  <a:pt x="2639854" y="4963287"/>
                  <a:pt x="2640425" y="4962144"/>
                </a:cubicBezTo>
                <a:cubicBezTo>
                  <a:pt x="2643569" y="4955953"/>
                  <a:pt x="2640997" y="4948333"/>
                  <a:pt x="2634805" y="4945190"/>
                </a:cubicBezTo>
                <a:cubicBezTo>
                  <a:pt x="2628614" y="4942047"/>
                  <a:pt x="2620994" y="4944618"/>
                  <a:pt x="2617851" y="4950810"/>
                </a:cubicBezTo>
                <a:cubicBezTo>
                  <a:pt x="2616327" y="4953858"/>
                  <a:pt x="2616137" y="4957287"/>
                  <a:pt x="2617184" y="4960430"/>
                </a:cubicBezTo>
                <a:cubicBezTo>
                  <a:pt x="2618232" y="4963573"/>
                  <a:pt x="2620518" y="4966240"/>
                  <a:pt x="2623566" y="4967669"/>
                </a:cubicBezTo>
                <a:cubicBezTo>
                  <a:pt x="2625376" y="4968526"/>
                  <a:pt x="2627281" y="4969002"/>
                  <a:pt x="2629186" y="4969002"/>
                </a:cubicBezTo>
                <a:cubicBezTo>
                  <a:pt x="2631091" y="4969002"/>
                  <a:pt x="2632805" y="4968526"/>
                  <a:pt x="2634520" y="4967669"/>
                </a:cubicBezTo>
                <a:cubicBezTo>
                  <a:pt x="2647379" y="4983766"/>
                  <a:pt x="2727103" y="5084826"/>
                  <a:pt x="2734247" y="5093875"/>
                </a:cubicBezTo>
                <a:lnTo>
                  <a:pt x="2734247" y="5143405"/>
                </a:lnTo>
                <a:lnTo>
                  <a:pt x="2739009" y="5143405"/>
                </a:lnTo>
                <a:close/>
                <a:moveTo>
                  <a:pt x="2636139" y="4960049"/>
                </a:moveTo>
                <a:cubicBezTo>
                  <a:pt x="2635187" y="4961954"/>
                  <a:pt x="2633567" y="4963287"/>
                  <a:pt x="2631567" y="4963954"/>
                </a:cubicBezTo>
                <a:cubicBezTo>
                  <a:pt x="2629567" y="4964621"/>
                  <a:pt x="2627471" y="4964430"/>
                  <a:pt x="2625567" y="4963573"/>
                </a:cubicBezTo>
                <a:cubicBezTo>
                  <a:pt x="2623661" y="4962620"/>
                  <a:pt x="2622328" y="4961001"/>
                  <a:pt x="2621661" y="4959001"/>
                </a:cubicBezTo>
                <a:cubicBezTo>
                  <a:pt x="2620994" y="4957000"/>
                  <a:pt x="2621185" y="4954905"/>
                  <a:pt x="2622042" y="4953000"/>
                </a:cubicBezTo>
                <a:cubicBezTo>
                  <a:pt x="2622995" y="4951095"/>
                  <a:pt x="2624614" y="4949762"/>
                  <a:pt x="2626614" y="4949095"/>
                </a:cubicBezTo>
                <a:cubicBezTo>
                  <a:pt x="2627471" y="4948809"/>
                  <a:pt x="2628234" y="4948714"/>
                  <a:pt x="2629091" y="4948714"/>
                </a:cubicBezTo>
                <a:cubicBezTo>
                  <a:pt x="2630329" y="4948714"/>
                  <a:pt x="2631472" y="4949000"/>
                  <a:pt x="2632615" y="4949571"/>
                </a:cubicBezTo>
                <a:cubicBezTo>
                  <a:pt x="2636520" y="4951476"/>
                  <a:pt x="2638044" y="4956239"/>
                  <a:pt x="2636139" y="4960144"/>
                </a:cubicBezTo>
                <a:close/>
                <a:moveTo>
                  <a:pt x="719423" y="4915662"/>
                </a:moveTo>
                <a:cubicBezTo>
                  <a:pt x="719423" y="4919567"/>
                  <a:pt x="716280" y="4922711"/>
                  <a:pt x="712375" y="4922711"/>
                </a:cubicBezTo>
                <a:cubicBezTo>
                  <a:pt x="708470" y="4922711"/>
                  <a:pt x="705326" y="4919567"/>
                  <a:pt x="705326" y="4915662"/>
                </a:cubicBezTo>
                <a:cubicBezTo>
                  <a:pt x="705326" y="4911757"/>
                  <a:pt x="708470" y="4908614"/>
                  <a:pt x="712375" y="4908614"/>
                </a:cubicBezTo>
                <a:cubicBezTo>
                  <a:pt x="716280" y="4908614"/>
                  <a:pt x="719423" y="4911757"/>
                  <a:pt x="719423" y="4915662"/>
                </a:cubicBezTo>
                <a:close/>
                <a:moveTo>
                  <a:pt x="2979230" y="5096351"/>
                </a:moveTo>
                <a:lnTo>
                  <a:pt x="3079337" y="4970526"/>
                </a:lnTo>
                <a:cubicBezTo>
                  <a:pt x="3080671" y="4971003"/>
                  <a:pt x="3082195" y="4971383"/>
                  <a:pt x="3083624" y="4971383"/>
                </a:cubicBezTo>
                <a:cubicBezTo>
                  <a:pt x="3085529" y="4971383"/>
                  <a:pt x="3087434" y="4971003"/>
                  <a:pt x="3089243" y="4970050"/>
                </a:cubicBezTo>
                <a:cubicBezTo>
                  <a:pt x="3095435" y="4966907"/>
                  <a:pt x="3098006" y="4959382"/>
                  <a:pt x="3094863" y="4953095"/>
                </a:cubicBezTo>
                <a:cubicBezTo>
                  <a:pt x="3091720" y="4946904"/>
                  <a:pt x="3084195" y="4944333"/>
                  <a:pt x="3077909" y="4947475"/>
                </a:cubicBezTo>
                <a:cubicBezTo>
                  <a:pt x="3071717" y="4950619"/>
                  <a:pt x="3069146" y="4958144"/>
                  <a:pt x="3072289" y="4964430"/>
                </a:cubicBezTo>
                <a:cubicBezTo>
                  <a:pt x="3073051" y="4965859"/>
                  <a:pt x="3074003" y="4967097"/>
                  <a:pt x="3075146" y="4968050"/>
                </a:cubicBezTo>
                <a:lnTo>
                  <a:pt x="2974467" y="5094637"/>
                </a:lnTo>
                <a:lnTo>
                  <a:pt x="2974181" y="5143595"/>
                </a:lnTo>
                <a:lnTo>
                  <a:pt x="2978944" y="5143595"/>
                </a:lnTo>
                <a:lnTo>
                  <a:pt x="2979230" y="5096351"/>
                </a:lnTo>
                <a:close/>
                <a:moveTo>
                  <a:pt x="3076099" y="4956239"/>
                </a:moveTo>
                <a:cubicBezTo>
                  <a:pt x="3076766" y="4954238"/>
                  <a:pt x="3078194" y="4952619"/>
                  <a:pt x="3080004" y="4951667"/>
                </a:cubicBezTo>
                <a:cubicBezTo>
                  <a:pt x="3081147" y="4951095"/>
                  <a:pt x="3082290" y="4950810"/>
                  <a:pt x="3083528" y="4950810"/>
                </a:cubicBezTo>
                <a:cubicBezTo>
                  <a:pt x="3086386" y="4950810"/>
                  <a:pt x="3089243" y="4952429"/>
                  <a:pt x="3090577" y="4955191"/>
                </a:cubicBezTo>
                <a:cubicBezTo>
                  <a:pt x="3091529" y="4957096"/>
                  <a:pt x="3091625" y="4959192"/>
                  <a:pt x="3090958" y="4961192"/>
                </a:cubicBezTo>
                <a:cubicBezTo>
                  <a:pt x="3090291" y="4963192"/>
                  <a:pt x="3088862" y="4964811"/>
                  <a:pt x="3087053" y="4965764"/>
                </a:cubicBezTo>
                <a:cubicBezTo>
                  <a:pt x="3085148" y="4966716"/>
                  <a:pt x="3083052" y="4966812"/>
                  <a:pt x="3081052" y="4966145"/>
                </a:cubicBezTo>
                <a:cubicBezTo>
                  <a:pt x="3079052" y="4965478"/>
                  <a:pt x="3077432" y="4964049"/>
                  <a:pt x="3076480" y="4962240"/>
                </a:cubicBezTo>
                <a:cubicBezTo>
                  <a:pt x="3075527" y="4960335"/>
                  <a:pt x="3075432" y="4958239"/>
                  <a:pt x="3076099" y="4956239"/>
                </a:cubicBezTo>
                <a:close/>
                <a:moveTo>
                  <a:pt x="750761" y="4946714"/>
                </a:moveTo>
                <a:cubicBezTo>
                  <a:pt x="750761" y="4950619"/>
                  <a:pt x="747617" y="4953762"/>
                  <a:pt x="743712" y="4953762"/>
                </a:cubicBezTo>
                <a:cubicBezTo>
                  <a:pt x="739807" y="4953762"/>
                  <a:pt x="736664" y="4950619"/>
                  <a:pt x="736664" y="4946714"/>
                </a:cubicBezTo>
                <a:cubicBezTo>
                  <a:pt x="736664" y="4942808"/>
                  <a:pt x="739807" y="4939666"/>
                  <a:pt x="743712" y="4939666"/>
                </a:cubicBezTo>
                <a:cubicBezTo>
                  <a:pt x="747617" y="4939666"/>
                  <a:pt x="750761" y="4942808"/>
                  <a:pt x="750761" y="4946714"/>
                </a:cubicBezTo>
                <a:close/>
                <a:moveTo>
                  <a:pt x="1968532" y="4712208"/>
                </a:moveTo>
                <a:cubicBezTo>
                  <a:pt x="1968627" y="4713256"/>
                  <a:pt x="1968627" y="4714304"/>
                  <a:pt x="1969103" y="4715256"/>
                </a:cubicBezTo>
                <a:cubicBezTo>
                  <a:pt x="1971008" y="4720304"/>
                  <a:pt x="1975866" y="4723353"/>
                  <a:pt x="1980914" y="4723353"/>
                </a:cubicBezTo>
                <a:cubicBezTo>
                  <a:pt x="1982438" y="4723353"/>
                  <a:pt x="1983962" y="4723067"/>
                  <a:pt x="1985486" y="4722495"/>
                </a:cubicBezTo>
                <a:lnTo>
                  <a:pt x="1985486" y="4722495"/>
                </a:lnTo>
                <a:cubicBezTo>
                  <a:pt x="1989963" y="4720781"/>
                  <a:pt x="1992725" y="4716685"/>
                  <a:pt x="1993297" y="4712208"/>
                </a:cubicBezTo>
                <a:lnTo>
                  <a:pt x="2039493" y="4712208"/>
                </a:lnTo>
                <a:lnTo>
                  <a:pt x="2168176" y="4610481"/>
                </a:lnTo>
                <a:cubicBezTo>
                  <a:pt x="2169128" y="4611338"/>
                  <a:pt x="2170081" y="4612196"/>
                  <a:pt x="2171224" y="4612862"/>
                </a:cubicBezTo>
                <a:cubicBezTo>
                  <a:pt x="2173034" y="4613720"/>
                  <a:pt x="2174939" y="4614196"/>
                  <a:pt x="2176844" y="4614196"/>
                </a:cubicBezTo>
                <a:cubicBezTo>
                  <a:pt x="2181511" y="4614196"/>
                  <a:pt x="2185988" y="4611624"/>
                  <a:pt x="2188178" y="4607243"/>
                </a:cubicBezTo>
                <a:cubicBezTo>
                  <a:pt x="2191322" y="4601052"/>
                  <a:pt x="2188750" y="4593431"/>
                  <a:pt x="2182559" y="4590288"/>
                </a:cubicBezTo>
                <a:cubicBezTo>
                  <a:pt x="2179511" y="4588764"/>
                  <a:pt x="2176082" y="4588574"/>
                  <a:pt x="2172938" y="4589621"/>
                </a:cubicBezTo>
                <a:cubicBezTo>
                  <a:pt x="2169700" y="4590669"/>
                  <a:pt x="2167128" y="4592955"/>
                  <a:pt x="2165604" y="4595908"/>
                </a:cubicBezTo>
                <a:cubicBezTo>
                  <a:pt x="2164080" y="4598956"/>
                  <a:pt x="2163890" y="4602385"/>
                  <a:pt x="2164937" y="4605528"/>
                </a:cubicBezTo>
                <a:cubicBezTo>
                  <a:pt x="2165033" y="4605909"/>
                  <a:pt x="2165318" y="4606195"/>
                  <a:pt x="2165509" y="4606576"/>
                </a:cubicBezTo>
                <a:lnTo>
                  <a:pt x="2037874" y="4707541"/>
                </a:lnTo>
                <a:lnTo>
                  <a:pt x="1992916" y="4707541"/>
                </a:lnTo>
                <a:cubicBezTo>
                  <a:pt x="1992916" y="4707541"/>
                  <a:pt x="1992916" y="4706684"/>
                  <a:pt x="1992725" y="4706303"/>
                </a:cubicBezTo>
                <a:cubicBezTo>
                  <a:pt x="1990249" y="4699826"/>
                  <a:pt x="1982915" y="4696587"/>
                  <a:pt x="1976438" y="4699064"/>
                </a:cubicBezTo>
                <a:cubicBezTo>
                  <a:pt x="1971770" y="4700873"/>
                  <a:pt x="1968818" y="4705255"/>
                  <a:pt x="1968532" y="4709922"/>
                </a:cubicBezTo>
                <a:lnTo>
                  <a:pt x="1778032" y="4709446"/>
                </a:lnTo>
                <a:lnTo>
                  <a:pt x="1778032" y="4693825"/>
                </a:lnTo>
                <a:lnTo>
                  <a:pt x="1800511" y="4671155"/>
                </a:lnTo>
                <a:lnTo>
                  <a:pt x="1915859" y="4671155"/>
                </a:lnTo>
                <a:cubicBezTo>
                  <a:pt x="1917002" y="4672584"/>
                  <a:pt x="1918716" y="4673632"/>
                  <a:pt x="1920716" y="4673632"/>
                </a:cubicBezTo>
                <a:cubicBezTo>
                  <a:pt x="1923288" y="4673632"/>
                  <a:pt x="1925574" y="4672013"/>
                  <a:pt x="1926527" y="4669727"/>
                </a:cubicBezTo>
                <a:lnTo>
                  <a:pt x="2039684" y="4669727"/>
                </a:lnTo>
                <a:lnTo>
                  <a:pt x="2040350" y="4669251"/>
                </a:lnTo>
                <a:cubicBezTo>
                  <a:pt x="2045684" y="4665060"/>
                  <a:pt x="2164271" y="4571238"/>
                  <a:pt x="2179225" y="4559332"/>
                </a:cubicBezTo>
                <a:cubicBezTo>
                  <a:pt x="2179987" y="4559999"/>
                  <a:pt x="2180749" y="4560761"/>
                  <a:pt x="2181701" y="4561237"/>
                </a:cubicBezTo>
                <a:cubicBezTo>
                  <a:pt x="2183511" y="4562094"/>
                  <a:pt x="2185416" y="4562570"/>
                  <a:pt x="2187321" y="4562570"/>
                </a:cubicBezTo>
                <a:cubicBezTo>
                  <a:pt x="2191988" y="4562570"/>
                  <a:pt x="2196465" y="4559999"/>
                  <a:pt x="2198656" y="4555617"/>
                </a:cubicBezTo>
                <a:cubicBezTo>
                  <a:pt x="2201799" y="4549426"/>
                  <a:pt x="2199227" y="4541806"/>
                  <a:pt x="2193036" y="4538663"/>
                </a:cubicBezTo>
                <a:cubicBezTo>
                  <a:pt x="2186845" y="4535520"/>
                  <a:pt x="2179225" y="4538091"/>
                  <a:pt x="2176082" y="4544282"/>
                </a:cubicBezTo>
                <a:cubicBezTo>
                  <a:pt x="2174272" y="4547997"/>
                  <a:pt x="2174558" y="4552093"/>
                  <a:pt x="2176272" y="4555522"/>
                </a:cubicBezTo>
                <a:cubicBezTo>
                  <a:pt x="2161985" y="4566857"/>
                  <a:pt x="2047685" y="4657249"/>
                  <a:pt x="2037969" y="4664964"/>
                </a:cubicBezTo>
                <a:lnTo>
                  <a:pt x="1926431" y="4664964"/>
                </a:lnTo>
                <a:cubicBezTo>
                  <a:pt x="1925479" y="4662678"/>
                  <a:pt x="1923288" y="4661059"/>
                  <a:pt x="1920621" y="4661059"/>
                </a:cubicBezTo>
                <a:cubicBezTo>
                  <a:pt x="1918430" y="4661059"/>
                  <a:pt x="1916621" y="4662297"/>
                  <a:pt x="1915478" y="4663917"/>
                </a:cubicBezTo>
                <a:lnTo>
                  <a:pt x="1798987" y="4663917"/>
                </a:lnTo>
                <a:cubicBezTo>
                  <a:pt x="1798034" y="4663917"/>
                  <a:pt x="1797082" y="4664297"/>
                  <a:pt x="1796415" y="4664964"/>
                </a:cubicBezTo>
                <a:lnTo>
                  <a:pt x="1771841" y="4689729"/>
                </a:lnTo>
                <a:cubicBezTo>
                  <a:pt x="1771174" y="4690396"/>
                  <a:pt x="1770793" y="4691348"/>
                  <a:pt x="1770793" y="4692206"/>
                </a:cubicBezTo>
                <a:lnTo>
                  <a:pt x="1770793" y="4709255"/>
                </a:lnTo>
                <a:lnTo>
                  <a:pt x="1728407" y="4709255"/>
                </a:lnTo>
                <a:cubicBezTo>
                  <a:pt x="1728407" y="4709255"/>
                  <a:pt x="1728407" y="4646676"/>
                  <a:pt x="1728407" y="4646676"/>
                </a:cubicBezTo>
                <a:cubicBezTo>
                  <a:pt x="1728407" y="4646295"/>
                  <a:pt x="1728216" y="4646010"/>
                  <a:pt x="1728026" y="4645819"/>
                </a:cubicBezTo>
                <a:lnTo>
                  <a:pt x="1716215" y="4635246"/>
                </a:lnTo>
                <a:cubicBezTo>
                  <a:pt x="1716215" y="4635246"/>
                  <a:pt x="1715738" y="4634961"/>
                  <a:pt x="1715453" y="4634961"/>
                </a:cubicBezTo>
                <a:lnTo>
                  <a:pt x="1574292" y="4634198"/>
                </a:lnTo>
                <a:lnTo>
                  <a:pt x="1574292" y="4631151"/>
                </a:lnTo>
                <a:cubicBezTo>
                  <a:pt x="1574292" y="4627245"/>
                  <a:pt x="1571149" y="4624102"/>
                  <a:pt x="1567244" y="4624102"/>
                </a:cubicBezTo>
                <a:lnTo>
                  <a:pt x="1558195" y="4624102"/>
                </a:lnTo>
                <a:cubicBezTo>
                  <a:pt x="1554290" y="4624102"/>
                  <a:pt x="1551146" y="4627245"/>
                  <a:pt x="1551146" y="4631151"/>
                </a:cubicBezTo>
                <a:lnTo>
                  <a:pt x="1551146" y="4633532"/>
                </a:lnTo>
                <a:lnTo>
                  <a:pt x="1536859" y="4633818"/>
                </a:lnTo>
                <a:lnTo>
                  <a:pt x="1518571" y="4651248"/>
                </a:lnTo>
                <a:lnTo>
                  <a:pt x="1339596" y="4651248"/>
                </a:lnTo>
                <a:cubicBezTo>
                  <a:pt x="1339596" y="4651248"/>
                  <a:pt x="1302449" y="4609243"/>
                  <a:pt x="1302449" y="4609243"/>
                </a:cubicBezTo>
                <a:lnTo>
                  <a:pt x="1211294" y="4609243"/>
                </a:lnTo>
                <a:lnTo>
                  <a:pt x="1211294" y="4602195"/>
                </a:lnTo>
                <a:cubicBezTo>
                  <a:pt x="1211294" y="4600861"/>
                  <a:pt x="1210247" y="4599813"/>
                  <a:pt x="1208913" y="4599813"/>
                </a:cubicBezTo>
                <a:lnTo>
                  <a:pt x="1200912" y="4599813"/>
                </a:lnTo>
                <a:cubicBezTo>
                  <a:pt x="1199579" y="4599813"/>
                  <a:pt x="1198531" y="4600861"/>
                  <a:pt x="1198531" y="4602195"/>
                </a:cubicBezTo>
                <a:lnTo>
                  <a:pt x="1198531" y="4608957"/>
                </a:lnTo>
                <a:lnTo>
                  <a:pt x="1156049" y="4608957"/>
                </a:lnTo>
                <a:cubicBezTo>
                  <a:pt x="1152716" y="4608957"/>
                  <a:pt x="1150049" y="4606290"/>
                  <a:pt x="1150049" y="4602956"/>
                </a:cubicBezTo>
                <a:cubicBezTo>
                  <a:pt x="1150049" y="4599623"/>
                  <a:pt x="1152716" y="4596956"/>
                  <a:pt x="1156049" y="4596956"/>
                </a:cubicBezTo>
                <a:lnTo>
                  <a:pt x="1194054" y="4596956"/>
                </a:lnTo>
                <a:cubicBezTo>
                  <a:pt x="1199960" y="4596956"/>
                  <a:pt x="1204817" y="4592098"/>
                  <a:pt x="1204817" y="4586193"/>
                </a:cubicBezTo>
                <a:cubicBezTo>
                  <a:pt x="1204817" y="4580287"/>
                  <a:pt x="1199960" y="4575429"/>
                  <a:pt x="1194054" y="4575429"/>
                </a:cubicBezTo>
                <a:lnTo>
                  <a:pt x="1156049" y="4575429"/>
                </a:lnTo>
                <a:cubicBezTo>
                  <a:pt x="1152716" y="4575429"/>
                  <a:pt x="1150049" y="4572762"/>
                  <a:pt x="1150049" y="4569429"/>
                </a:cubicBezTo>
                <a:cubicBezTo>
                  <a:pt x="1150049" y="4566095"/>
                  <a:pt x="1152716" y="4563428"/>
                  <a:pt x="1156049" y="4563428"/>
                </a:cubicBezTo>
                <a:lnTo>
                  <a:pt x="1194054" y="4563428"/>
                </a:lnTo>
                <a:cubicBezTo>
                  <a:pt x="1199960" y="4563428"/>
                  <a:pt x="1204817" y="4558570"/>
                  <a:pt x="1204817" y="4552664"/>
                </a:cubicBezTo>
                <a:cubicBezTo>
                  <a:pt x="1204817" y="4546759"/>
                  <a:pt x="1199960" y="4541901"/>
                  <a:pt x="1194054" y="4541901"/>
                </a:cubicBezTo>
                <a:lnTo>
                  <a:pt x="1149477" y="4541901"/>
                </a:lnTo>
                <a:lnTo>
                  <a:pt x="1149477" y="4535138"/>
                </a:lnTo>
                <a:cubicBezTo>
                  <a:pt x="1149477" y="4533805"/>
                  <a:pt x="1148429" y="4532757"/>
                  <a:pt x="1147096" y="4532757"/>
                </a:cubicBezTo>
                <a:lnTo>
                  <a:pt x="1145667" y="4532757"/>
                </a:lnTo>
                <a:lnTo>
                  <a:pt x="1145667" y="4516946"/>
                </a:lnTo>
                <a:lnTo>
                  <a:pt x="1265396" y="4516946"/>
                </a:lnTo>
                <a:lnTo>
                  <a:pt x="1287018" y="4500182"/>
                </a:lnTo>
                <a:lnTo>
                  <a:pt x="1287018" y="4375690"/>
                </a:lnTo>
                <a:cubicBezTo>
                  <a:pt x="1287018" y="4375690"/>
                  <a:pt x="1309116" y="4356545"/>
                  <a:pt x="1309116" y="4356545"/>
                </a:cubicBezTo>
                <a:lnTo>
                  <a:pt x="1309116" y="4238625"/>
                </a:lnTo>
                <a:cubicBezTo>
                  <a:pt x="1310164" y="4238435"/>
                  <a:pt x="1311212" y="4238149"/>
                  <a:pt x="1312259" y="4237768"/>
                </a:cubicBezTo>
                <a:cubicBezTo>
                  <a:pt x="1315879" y="4236339"/>
                  <a:pt x="1318641" y="4233482"/>
                  <a:pt x="1320165" y="4229957"/>
                </a:cubicBezTo>
                <a:cubicBezTo>
                  <a:pt x="1323308" y="4222528"/>
                  <a:pt x="1319784" y="4214051"/>
                  <a:pt x="1312355" y="4210907"/>
                </a:cubicBezTo>
                <a:cubicBezTo>
                  <a:pt x="1308735" y="4209384"/>
                  <a:pt x="1304830" y="4209384"/>
                  <a:pt x="1301210" y="4210907"/>
                </a:cubicBezTo>
                <a:cubicBezTo>
                  <a:pt x="1297591" y="4212336"/>
                  <a:pt x="1294828" y="4215194"/>
                  <a:pt x="1293305" y="4218718"/>
                </a:cubicBezTo>
                <a:cubicBezTo>
                  <a:pt x="1292828" y="4219956"/>
                  <a:pt x="1292543" y="4221195"/>
                  <a:pt x="1292352" y="4222528"/>
                </a:cubicBezTo>
                <a:lnTo>
                  <a:pt x="1211866" y="4222528"/>
                </a:lnTo>
                <a:lnTo>
                  <a:pt x="1189958" y="4202145"/>
                </a:lnTo>
                <a:lnTo>
                  <a:pt x="1089374" y="4202145"/>
                </a:lnTo>
                <a:cubicBezTo>
                  <a:pt x="1089089" y="4200906"/>
                  <a:pt x="1088517" y="4199763"/>
                  <a:pt x="1087660" y="4198715"/>
                </a:cubicBezTo>
                <a:cubicBezTo>
                  <a:pt x="1084421" y="4194620"/>
                  <a:pt x="1078516" y="4193858"/>
                  <a:pt x="1074420" y="4197096"/>
                </a:cubicBezTo>
                <a:cubicBezTo>
                  <a:pt x="1070324" y="4200335"/>
                  <a:pt x="1069562" y="4206240"/>
                  <a:pt x="1072801" y="4210336"/>
                </a:cubicBezTo>
                <a:cubicBezTo>
                  <a:pt x="1076039" y="4214432"/>
                  <a:pt x="1081945" y="4215194"/>
                  <a:pt x="1086041" y="4211955"/>
                </a:cubicBezTo>
                <a:cubicBezTo>
                  <a:pt x="1087755" y="4210622"/>
                  <a:pt x="1088708" y="4208812"/>
                  <a:pt x="1089184" y="4206907"/>
                </a:cubicBezTo>
                <a:lnTo>
                  <a:pt x="1188053" y="4206907"/>
                </a:lnTo>
                <a:lnTo>
                  <a:pt x="1209961" y="4227290"/>
                </a:lnTo>
                <a:lnTo>
                  <a:pt x="1292447" y="4227290"/>
                </a:lnTo>
                <a:cubicBezTo>
                  <a:pt x="1292638" y="4228148"/>
                  <a:pt x="1292828" y="4229005"/>
                  <a:pt x="1293209" y="4229862"/>
                </a:cubicBezTo>
                <a:cubicBezTo>
                  <a:pt x="1294638" y="4233482"/>
                  <a:pt x="1297496" y="4236244"/>
                  <a:pt x="1301020" y="4237768"/>
                </a:cubicBezTo>
                <a:cubicBezTo>
                  <a:pt x="1302068" y="4238244"/>
                  <a:pt x="1303211" y="4238530"/>
                  <a:pt x="1304258" y="4238720"/>
                </a:cubicBezTo>
                <a:lnTo>
                  <a:pt x="1304258" y="4354449"/>
                </a:lnTo>
                <a:lnTo>
                  <a:pt x="1282065" y="4373595"/>
                </a:lnTo>
                <a:lnTo>
                  <a:pt x="1282065" y="4497896"/>
                </a:lnTo>
                <a:cubicBezTo>
                  <a:pt x="1282065" y="4497896"/>
                  <a:pt x="1263682" y="4512183"/>
                  <a:pt x="1263682" y="4512183"/>
                </a:cubicBezTo>
                <a:lnTo>
                  <a:pt x="1140809" y="4512183"/>
                </a:lnTo>
                <a:lnTo>
                  <a:pt x="1140809" y="4532757"/>
                </a:lnTo>
                <a:lnTo>
                  <a:pt x="1139000" y="4532757"/>
                </a:lnTo>
                <a:cubicBezTo>
                  <a:pt x="1137666" y="4532757"/>
                  <a:pt x="1136618" y="4533805"/>
                  <a:pt x="1136618" y="4535138"/>
                </a:cubicBezTo>
                <a:lnTo>
                  <a:pt x="1136618" y="4541901"/>
                </a:lnTo>
                <a:lnTo>
                  <a:pt x="1128998" y="4541901"/>
                </a:lnTo>
                <a:lnTo>
                  <a:pt x="1128998" y="4535138"/>
                </a:lnTo>
                <a:cubicBezTo>
                  <a:pt x="1128998" y="4533805"/>
                  <a:pt x="1127951" y="4532757"/>
                  <a:pt x="1126617" y="4532757"/>
                </a:cubicBezTo>
                <a:lnTo>
                  <a:pt x="1124807" y="4532757"/>
                </a:lnTo>
                <a:lnTo>
                  <a:pt x="1124807" y="4494753"/>
                </a:lnTo>
                <a:lnTo>
                  <a:pt x="1103948" y="4474845"/>
                </a:lnTo>
                <a:lnTo>
                  <a:pt x="1023652" y="4474560"/>
                </a:lnTo>
                <a:cubicBezTo>
                  <a:pt x="1023557" y="4455414"/>
                  <a:pt x="1008031" y="4439793"/>
                  <a:pt x="988790" y="4439793"/>
                </a:cubicBezTo>
                <a:cubicBezTo>
                  <a:pt x="970121" y="4439793"/>
                  <a:pt x="954977" y="4454367"/>
                  <a:pt x="953929" y="4472750"/>
                </a:cubicBezTo>
                <a:lnTo>
                  <a:pt x="932117" y="4472750"/>
                </a:lnTo>
                <a:cubicBezTo>
                  <a:pt x="932117" y="4472750"/>
                  <a:pt x="931831" y="4434554"/>
                  <a:pt x="931831" y="4434554"/>
                </a:cubicBezTo>
                <a:cubicBezTo>
                  <a:pt x="931831" y="4432554"/>
                  <a:pt x="930212" y="4431030"/>
                  <a:pt x="928307" y="4431030"/>
                </a:cubicBezTo>
                <a:lnTo>
                  <a:pt x="902970" y="4431030"/>
                </a:lnTo>
                <a:cubicBezTo>
                  <a:pt x="902018" y="4431030"/>
                  <a:pt x="901065" y="4431316"/>
                  <a:pt x="900398" y="4431983"/>
                </a:cubicBezTo>
                <a:cubicBezTo>
                  <a:pt x="899732" y="4432649"/>
                  <a:pt x="899351" y="4433602"/>
                  <a:pt x="899351" y="4434554"/>
                </a:cubicBezTo>
                <a:lnTo>
                  <a:pt x="899922" y="4511040"/>
                </a:lnTo>
                <a:lnTo>
                  <a:pt x="883539" y="4511040"/>
                </a:lnTo>
                <a:cubicBezTo>
                  <a:pt x="883539" y="4511040"/>
                  <a:pt x="883729" y="4443127"/>
                  <a:pt x="883729" y="4443127"/>
                </a:cubicBezTo>
                <a:cubicBezTo>
                  <a:pt x="883729" y="4441127"/>
                  <a:pt x="882110" y="4439507"/>
                  <a:pt x="880205" y="4439507"/>
                </a:cubicBezTo>
                <a:lnTo>
                  <a:pt x="858107" y="4439507"/>
                </a:lnTo>
                <a:cubicBezTo>
                  <a:pt x="857155" y="4439507"/>
                  <a:pt x="856202" y="4439793"/>
                  <a:pt x="855536" y="4440460"/>
                </a:cubicBezTo>
                <a:cubicBezTo>
                  <a:pt x="854869" y="4441127"/>
                  <a:pt x="854488" y="4442079"/>
                  <a:pt x="854488" y="4443032"/>
                </a:cubicBezTo>
                <a:lnTo>
                  <a:pt x="854488" y="4510850"/>
                </a:lnTo>
                <a:cubicBezTo>
                  <a:pt x="854488" y="4510850"/>
                  <a:pt x="837152" y="4510850"/>
                  <a:pt x="837152" y="4510850"/>
                </a:cubicBezTo>
                <a:lnTo>
                  <a:pt x="837152" y="4453509"/>
                </a:lnTo>
                <a:cubicBezTo>
                  <a:pt x="837152" y="4451509"/>
                  <a:pt x="835628" y="4449985"/>
                  <a:pt x="833628" y="4449890"/>
                </a:cubicBezTo>
                <a:lnTo>
                  <a:pt x="811435" y="4449890"/>
                </a:lnTo>
                <a:cubicBezTo>
                  <a:pt x="810482" y="4449890"/>
                  <a:pt x="809530" y="4450176"/>
                  <a:pt x="808863" y="4450842"/>
                </a:cubicBezTo>
                <a:cubicBezTo>
                  <a:pt x="808196" y="4451509"/>
                  <a:pt x="807815" y="4452462"/>
                  <a:pt x="807815" y="4453414"/>
                </a:cubicBezTo>
                <a:lnTo>
                  <a:pt x="808196" y="4510754"/>
                </a:lnTo>
                <a:lnTo>
                  <a:pt x="790670" y="4510754"/>
                </a:lnTo>
                <a:cubicBezTo>
                  <a:pt x="790670" y="4510754"/>
                  <a:pt x="790670" y="4465035"/>
                  <a:pt x="790670" y="4465035"/>
                </a:cubicBezTo>
                <a:cubicBezTo>
                  <a:pt x="790670" y="4463034"/>
                  <a:pt x="789051" y="4461510"/>
                  <a:pt x="787146" y="4461415"/>
                </a:cubicBezTo>
                <a:lnTo>
                  <a:pt x="767048" y="4461415"/>
                </a:lnTo>
                <a:cubicBezTo>
                  <a:pt x="766096" y="4461415"/>
                  <a:pt x="765143" y="4461701"/>
                  <a:pt x="764477" y="4462368"/>
                </a:cubicBezTo>
                <a:cubicBezTo>
                  <a:pt x="763810" y="4463034"/>
                  <a:pt x="763429" y="4463987"/>
                  <a:pt x="763429" y="4464939"/>
                </a:cubicBezTo>
                <a:lnTo>
                  <a:pt x="763429" y="4495610"/>
                </a:lnTo>
                <a:cubicBezTo>
                  <a:pt x="763429" y="4495610"/>
                  <a:pt x="733616" y="4495419"/>
                  <a:pt x="733616" y="4495419"/>
                </a:cubicBezTo>
                <a:cubicBezTo>
                  <a:pt x="733330" y="4490847"/>
                  <a:pt x="731520" y="4486561"/>
                  <a:pt x="728282" y="4483322"/>
                </a:cubicBezTo>
                <a:cubicBezTo>
                  <a:pt x="724757" y="4479798"/>
                  <a:pt x="719995" y="4477798"/>
                  <a:pt x="715042" y="4477798"/>
                </a:cubicBezTo>
                <a:lnTo>
                  <a:pt x="715042" y="4477798"/>
                </a:lnTo>
                <a:cubicBezTo>
                  <a:pt x="704755" y="4477798"/>
                  <a:pt x="696277" y="4486180"/>
                  <a:pt x="696277" y="4496467"/>
                </a:cubicBezTo>
                <a:cubicBezTo>
                  <a:pt x="696277" y="4496657"/>
                  <a:pt x="696277" y="4496753"/>
                  <a:pt x="696277" y="4496943"/>
                </a:cubicBezTo>
                <a:lnTo>
                  <a:pt x="678085" y="4496943"/>
                </a:lnTo>
                <a:lnTo>
                  <a:pt x="656749" y="4477703"/>
                </a:lnTo>
                <a:lnTo>
                  <a:pt x="532829" y="4477703"/>
                </a:lnTo>
                <a:lnTo>
                  <a:pt x="498634" y="4505706"/>
                </a:lnTo>
                <a:lnTo>
                  <a:pt x="389287" y="4505706"/>
                </a:lnTo>
                <a:lnTo>
                  <a:pt x="375285" y="4517898"/>
                </a:lnTo>
                <a:cubicBezTo>
                  <a:pt x="373285" y="4516184"/>
                  <a:pt x="370808" y="4515231"/>
                  <a:pt x="368046" y="4515422"/>
                </a:cubicBezTo>
                <a:cubicBezTo>
                  <a:pt x="365189" y="4515517"/>
                  <a:pt x="362617" y="4516755"/>
                  <a:pt x="360712" y="4518946"/>
                </a:cubicBezTo>
                <a:cubicBezTo>
                  <a:pt x="358807" y="4521042"/>
                  <a:pt x="357854" y="4523804"/>
                  <a:pt x="357950" y="4526661"/>
                </a:cubicBezTo>
                <a:cubicBezTo>
                  <a:pt x="358045" y="4529519"/>
                  <a:pt x="359283" y="4532090"/>
                  <a:pt x="361474" y="4533995"/>
                </a:cubicBezTo>
                <a:cubicBezTo>
                  <a:pt x="363474" y="4535805"/>
                  <a:pt x="366046" y="4536758"/>
                  <a:pt x="368618" y="4536758"/>
                </a:cubicBezTo>
                <a:cubicBezTo>
                  <a:pt x="371570" y="4536758"/>
                  <a:pt x="374428" y="4535615"/>
                  <a:pt x="376523" y="4533234"/>
                </a:cubicBezTo>
                <a:cubicBezTo>
                  <a:pt x="378428" y="4531138"/>
                  <a:pt x="379381" y="4528376"/>
                  <a:pt x="379286" y="4525518"/>
                </a:cubicBezTo>
                <a:cubicBezTo>
                  <a:pt x="379286" y="4524185"/>
                  <a:pt x="378905" y="4522851"/>
                  <a:pt x="378333" y="4521613"/>
                </a:cubicBezTo>
                <a:lnTo>
                  <a:pt x="391192" y="4510469"/>
                </a:lnTo>
                <a:lnTo>
                  <a:pt x="500444" y="4510469"/>
                </a:lnTo>
                <a:lnTo>
                  <a:pt x="534638" y="4482465"/>
                </a:lnTo>
                <a:lnTo>
                  <a:pt x="655034" y="4482465"/>
                </a:lnTo>
                <a:lnTo>
                  <a:pt x="676370" y="4501706"/>
                </a:lnTo>
                <a:lnTo>
                  <a:pt x="697135" y="4501706"/>
                </a:lnTo>
                <a:cubicBezTo>
                  <a:pt x="699421" y="4509516"/>
                  <a:pt x="706469" y="4515231"/>
                  <a:pt x="715042" y="4515327"/>
                </a:cubicBezTo>
                <a:lnTo>
                  <a:pt x="715042" y="4515327"/>
                </a:lnTo>
                <a:cubicBezTo>
                  <a:pt x="719995" y="4515327"/>
                  <a:pt x="724757" y="4513421"/>
                  <a:pt x="728282" y="4509897"/>
                </a:cubicBezTo>
                <a:cubicBezTo>
                  <a:pt x="730377" y="4507802"/>
                  <a:pt x="731806" y="4505325"/>
                  <a:pt x="732758" y="4502563"/>
                </a:cubicBezTo>
                <a:lnTo>
                  <a:pt x="767239" y="4502754"/>
                </a:lnTo>
                <a:cubicBezTo>
                  <a:pt x="767906" y="4502468"/>
                  <a:pt x="769144" y="4502372"/>
                  <a:pt x="769811" y="4501706"/>
                </a:cubicBezTo>
                <a:cubicBezTo>
                  <a:pt x="770477" y="4501039"/>
                  <a:pt x="770858" y="4500087"/>
                  <a:pt x="770858" y="4499134"/>
                </a:cubicBezTo>
                <a:lnTo>
                  <a:pt x="770858" y="4468463"/>
                </a:lnTo>
                <a:cubicBezTo>
                  <a:pt x="770858" y="4468463"/>
                  <a:pt x="783717" y="4468463"/>
                  <a:pt x="783717" y="4468463"/>
                </a:cubicBezTo>
                <a:lnTo>
                  <a:pt x="783717" y="4514088"/>
                </a:lnTo>
                <a:cubicBezTo>
                  <a:pt x="783717" y="4516088"/>
                  <a:pt x="785336" y="4517612"/>
                  <a:pt x="787241" y="4517708"/>
                </a:cubicBezTo>
                <a:lnTo>
                  <a:pt x="812006" y="4517708"/>
                </a:lnTo>
                <a:cubicBezTo>
                  <a:pt x="812959" y="4517708"/>
                  <a:pt x="813911" y="4517422"/>
                  <a:pt x="814578" y="4516755"/>
                </a:cubicBezTo>
                <a:cubicBezTo>
                  <a:pt x="815245" y="4516088"/>
                  <a:pt x="815626" y="4515136"/>
                  <a:pt x="815626" y="4514184"/>
                </a:cubicBezTo>
                <a:lnTo>
                  <a:pt x="815245" y="4456843"/>
                </a:lnTo>
                <a:lnTo>
                  <a:pt x="830294" y="4456843"/>
                </a:lnTo>
                <a:cubicBezTo>
                  <a:pt x="830294" y="4456843"/>
                  <a:pt x="830294" y="4514279"/>
                  <a:pt x="830294" y="4514279"/>
                </a:cubicBezTo>
                <a:cubicBezTo>
                  <a:pt x="830294" y="4516279"/>
                  <a:pt x="831914" y="4517803"/>
                  <a:pt x="833819" y="4517898"/>
                </a:cubicBezTo>
                <a:lnTo>
                  <a:pt x="858202" y="4517898"/>
                </a:lnTo>
                <a:cubicBezTo>
                  <a:pt x="859155" y="4517898"/>
                  <a:pt x="860108" y="4517612"/>
                  <a:pt x="860774" y="4516946"/>
                </a:cubicBezTo>
                <a:cubicBezTo>
                  <a:pt x="861441" y="4516279"/>
                  <a:pt x="861822" y="4515327"/>
                  <a:pt x="861822" y="4514374"/>
                </a:cubicBezTo>
                <a:lnTo>
                  <a:pt x="861822" y="4446556"/>
                </a:lnTo>
                <a:cubicBezTo>
                  <a:pt x="861822" y="4446556"/>
                  <a:pt x="876872" y="4446556"/>
                  <a:pt x="876872" y="4446556"/>
                </a:cubicBezTo>
                <a:lnTo>
                  <a:pt x="876681" y="4514374"/>
                </a:lnTo>
                <a:cubicBezTo>
                  <a:pt x="876681" y="4516374"/>
                  <a:pt x="878300" y="4517994"/>
                  <a:pt x="880205" y="4517994"/>
                </a:cubicBezTo>
                <a:lnTo>
                  <a:pt x="903827" y="4517994"/>
                </a:lnTo>
                <a:cubicBezTo>
                  <a:pt x="904780" y="4517994"/>
                  <a:pt x="905732" y="4517708"/>
                  <a:pt x="906399" y="4517041"/>
                </a:cubicBezTo>
                <a:cubicBezTo>
                  <a:pt x="907066" y="4516374"/>
                  <a:pt x="907447" y="4515422"/>
                  <a:pt x="907447" y="4514469"/>
                </a:cubicBezTo>
                <a:lnTo>
                  <a:pt x="906875" y="4437984"/>
                </a:lnTo>
                <a:lnTo>
                  <a:pt x="925068" y="4437984"/>
                </a:lnTo>
                <a:cubicBezTo>
                  <a:pt x="925068" y="4437984"/>
                  <a:pt x="925354" y="4476179"/>
                  <a:pt x="925354" y="4476179"/>
                </a:cubicBezTo>
                <a:cubicBezTo>
                  <a:pt x="925354" y="4478179"/>
                  <a:pt x="926973" y="4479703"/>
                  <a:pt x="928878" y="4479703"/>
                </a:cubicBezTo>
                <a:lnTo>
                  <a:pt x="954596" y="4479703"/>
                </a:lnTo>
                <a:cubicBezTo>
                  <a:pt x="956882" y="4495229"/>
                  <a:pt x="969169" y="4507326"/>
                  <a:pt x="984695" y="4509230"/>
                </a:cubicBezTo>
                <a:lnTo>
                  <a:pt x="984695" y="4576001"/>
                </a:lnTo>
                <a:cubicBezTo>
                  <a:pt x="984695" y="4576001"/>
                  <a:pt x="1017079" y="4612862"/>
                  <a:pt x="1017079" y="4612862"/>
                </a:cubicBezTo>
                <a:lnTo>
                  <a:pt x="1054989" y="4612672"/>
                </a:lnTo>
                <a:lnTo>
                  <a:pt x="1054989" y="4620197"/>
                </a:lnTo>
                <a:cubicBezTo>
                  <a:pt x="1054989" y="4621530"/>
                  <a:pt x="1056037" y="4622578"/>
                  <a:pt x="1057370" y="4622578"/>
                </a:cubicBezTo>
                <a:lnTo>
                  <a:pt x="1065371" y="4622578"/>
                </a:lnTo>
                <a:cubicBezTo>
                  <a:pt x="1066705" y="4622578"/>
                  <a:pt x="1067753" y="4621530"/>
                  <a:pt x="1067753" y="4620197"/>
                </a:cubicBezTo>
                <a:lnTo>
                  <a:pt x="1067753" y="4613434"/>
                </a:lnTo>
                <a:lnTo>
                  <a:pt x="1112330" y="4613434"/>
                </a:lnTo>
                <a:cubicBezTo>
                  <a:pt x="1118235" y="4613434"/>
                  <a:pt x="1123093" y="4608576"/>
                  <a:pt x="1123093" y="4602671"/>
                </a:cubicBezTo>
                <a:cubicBezTo>
                  <a:pt x="1123093" y="4596765"/>
                  <a:pt x="1118235" y="4591907"/>
                  <a:pt x="1112330" y="4591907"/>
                </a:cubicBezTo>
                <a:lnTo>
                  <a:pt x="1074325" y="4591907"/>
                </a:lnTo>
                <a:cubicBezTo>
                  <a:pt x="1070991" y="4591907"/>
                  <a:pt x="1068324" y="4589240"/>
                  <a:pt x="1068324" y="4585907"/>
                </a:cubicBezTo>
                <a:cubicBezTo>
                  <a:pt x="1068324" y="4582573"/>
                  <a:pt x="1070991" y="4579906"/>
                  <a:pt x="1074325" y="4579906"/>
                </a:cubicBezTo>
                <a:lnTo>
                  <a:pt x="1112330" y="4579906"/>
                </a:lnTo>
                <a:cubicBezTo>
                  <a:pt x="1118235" y="4579906"/>
                  <a:pt x="1123093" y="4575048"/>
                  <a:pt x="1123093" y="4569143"/>
                </a:cubicBezTo>
                <a:cubicBezTo>
                  <a:pt x="1123093" y="4563237"/>
                  <a:pt x="1118235" y="4558379"/>
                  <a:pt x="1112330" y="4558379"/>
                </a:cubicBezTo>
                <a:lnTo>
                  <a:pt x="1074325" y="4558379"/>
                </a:lnTo>
                <a:cubicBezTo>
                  <a:pt x="1070991" y="4558379"/>
                  <a:pt x="1068324" y="4555712"/>
                  <a:pt x="1068324" y="4552379"/>
                </a:cubicBezTo>
                <a:cubicBezTo>
                  <a:pt x="1068324" y="4549045"/>
                  <a:pt x="1070991" y="4546378"/>
                  <a:pt x="1074325" y="4546378"/>
                </a:cubicBezTo>
                <a:lnTo>
                  <a:pt x="1116806" y="4546378"/>
                </a:lnTo>
                <a:lnTo>
                  <a:pt x="1116806" y="4553141"/>
                </a:lnTo>
                <a:cubicBezTo>
                  <a:pt x="1116806" y="4554474"/>
                  <a:pt x="1117854" y="4555522"/>
                  <a:pt x="1119188" y="4555522"/>
                </a:cubicBezTo>
                <a:lnTo>
                  <a:pt x="1127189" y="4555522"/>
                </a:lnTo>
                <a:cubicBezTo>
                  <a:pt x="1128522" y="4555522"/>
                  <a:pt x="1129570" y="4554474"/>
                  <a:pt x="1129570" y="4553141"/>
                </a:cubicBezTo>
                <a:lnTo>
                  <a:pt x="1129570" y="4546378"/>
                </a:lnTo>
                <a:lnTo>
                  <a:pt x="1137190" y="4546378"/>
                </a:lnTo>
                <a:lnTo>
                  <a:pt x="1137190" y="4553141"/>
                </a:lnTo>
                <a:cubicBezTo>
                  <a:pt x="1137190" y="4554474"/>
                  <a:pt x="1138238" y="4555522"/>
                  <a:pt x="1139571" y="4555522"/>
                </a:cubicBezTo>
                <a:lnTo>
                  <a:pt x="1147572" y="4555522"/>
                </a:lnTo>
                <a:cubicBezTo>
                  <a:pt x="1148906" y="4555522"/>
                  <a:pt x="1149953" y="4554474"/>
                  <a:pt x="1149953" y="4553141"/>
                </a:cubicBezTo>
                <a:lnTo>
                  <a:pt x="1149953" y="4546473"/>
                </a:lnTo>
                <a:lnTo>
                  <a:pt x="1194530" y="4546473"/>
                </a:lnTo>
                <a:cubicBezTo>
                  <a:pt x="1197864" y="4546473"/>
                  <a:pt x="1200531" y="4549140"/>
                  <a:pt x="1200531" y="4552474"/>
                </a:cubicBezTo>
                <a:cubicBezTo>
                  <a:pt x="1200531" y="4555808"/>
                  <a:pt x="1197864" y="4558475"/>
                  <a:pt x="1194530" y="4558475"/>
                </a:cubicBezTo>
                <a:lnTo>
                  <a:pt x="1156526" y="4558475"/>
                </a:lnTo>
                <a:cubicBezTo>
                  <a:pt x="1150620" y="4558475"/>
                  <a:pt x="1145762" y="4563332"/>
                  <a:pt x="1145762" y="4569238"/>
                </a:cubicBezTo>
                <a:cubicBezTo>
                  <a:pt x="1145762" y="4575144"/>
                  <a:pt x="1150620" y="4580001"/>
                  <a:pt x="1156526" y="4580001"/>
                </a:cubicBezTo>
                <a:lnTo>
                  <a:pt x="1194530" y="4580001"/>
                </a:lnTo>
                <a:cubicBezTo>
                  <a:pt x="1197864" y="4580001"/>
                  <a:pt x="1200531" y="4582668"/>
                  <a:pt x="1200531" y="4586002"/>
                </a:cubicBezTo>
                <a:cubicBezTo>
                  <a:pt x="1200531" y="4589336"/>
                  <a:pt x="1197864" y="4592003"/>
                  <a:pt x="1194530" y="4592003"/>
                </a:cubicBezTo>
                <a:lnTo>
                  <a:pt x="1156526" y="4592003"/>
                </a:lnTo>
                <a:cubicBezTo>
                  <a:pt x="1150620" y="4592003"/>
                  <a:pt x="1145762" y="4596861"/>
                  <a:pt x="1145762" y="4602766"/>
                </a:cubicBezTo>
                <a:cubicBezTo>
                  <a:pt x="1145762" y="4608671"/>
                  <a:pt x="1150620" y="4613529"/>
                  <a:pt x="1156526" y="4613529"/>
                </a:cubicBezTo>
                <a:lnTo>
                  <a:pt x="1199007" y="4613529"/>
                </a:lnTo>
                <a:lnTo>
                  <a:pt x="1199007" y="4620292"/>
                </a:lnTo>
                <a:cubicBezTo>
                  <a:pt x="1199007" y="4621626"/>
                  <a:pt x="1200055" y="4622673"/>
                  <a:pt x="1201388" y="4622673"/>
                </a:cubicBezTo>
                <a:lnTo>
                  <a:pt x="1209389" y="4622673"/>
                </a:lnTo>
                <a:cubicBezTo>
                  <a:pt x="1210723" y="4622673"/>
                  <a:pt x="1211771" y="4621626"/>
                  <a:pt x="1211771" y="4620292"/>
                </a:cubicBezTo>
                <a:lnTo>
                  <a:pt x="1211771" y="4613910"/>
                </a:lnTo>
                <a:lnTo>
                  <a:pt x="1300734" y="4613910"/>
                </a:lnTo>
                <a:lnTo>
                  <a:pt x="1337882" y="4656011"/>
                </a:lnTo>
                <a:lnTo>
                  <a:pt x="1520952" y="4656011"/>
                </a:lnTo>
                <a:cubicBezTo>
                  <a:pt x="1520952" y="4656011"/>
                  <a:pt x="1539240" y="4638485"/>
                  <a:pt x="1539240" y="4638485"/>
                </a:cubicBezTo>
                <a:lnTo>
                  <a:pt x="1551623" y="4638199"/>
                </a:lnTo>
                <a:lnTo>
                  <a:pt x="1551623" y="4640104"/>
                </a:lnTo>
                <a:cubicBezTo>
                  <a:pt x="1551623" y="4644009"/>
                  <a:pt x="1554766" y="4647153"/>
                  <a:pt x="1558671" y="4647153"/>
                </a:cubicBezTo>
                <a:lnTo>
                  <a:pt x="1567720" y="4647153"/>
                </a:lnTo>
                <a:cubicBezTo>
                  <a:pt x="1571625" y="4647153"/>
                  <a:pt x="1574768" y="4644009"/>
                  <a:pt x="1574768" y="4640104"/>
                </a:cubicBezTo>
                <a:lnTo>
                  <a:pt x="1574768" y="4636580"/>
                </a:lnTo>
                <a:lnTo>
                  <a:pt x="1715548" y="4637342"/>
                </a:lnTo>
                <a:lnTo>
                  <a:pt x="1726597" y="4647248"/>
                </a:lnTo>
                <a:lnTo>
                  <a:pt x="1726597" y="4709160"/>
                </a:lnTo>
                <a:cubicBezTo>
                  <a:pt x="1726597" y="4709160"/>
                  <a:pt x="1704118" y="4709160"/>
                  <a:pt x="1704118" y="4709160"/>
                </a:cubicBezTo>
                <a:lnTo>
                  <a:pt x="1698498" y="4703921"/>
                </a:lnTo>
                <a:lnTo>
                  <a:pt x="1698498" y="4680490"/>
                </a:lnTo>
                <a:cubicBezTo>
                  <a:pt x="1698498" y="4680490"/>
                  <a:pt x="1698307" y="4679823"/>
                  <a:pt x="1698117" y="4679633"/>
                </a:cubicBezTo>
                <a:lnTo>
                  <a:pt x="1686306" y="4669060"/>
                </a:lnTo>
                <a:cubicBezTo>
                  <a:pt x="1686306" y="4669060"/>
                  <a:pt x="1685830" y="4668774"/>
                  <a:pt x="1685544" y="4668774"/>
                </a:cubicBezTo>
                <a:lnTo>
                  <a:pt x="1685544" y="4668774"/>
                </a:lnTo>
                <a:lnTo>
                  <a:pt x="1574864" y="4669536"/>
                </a:lnTo>
                <a:lnTo>
                  <a:pt x="1574864" y="4666488"/>
                </a:lnTo>
                <a:cubicBezTo>
                  <a:pt x="1574864" y="4662583"/>
                  <a:pt x="1571720" y="4659440"/>
                  <a:pt x="1567815" y="4659440"/>
                </a:cubicBezTo>
                <a:lnTo>
                  <a:pt x="1558766" y="4659440"/>
                </a:lnTo>
                <a:cubicBezTo>
                  <a:pt x="1554861" y="4659440"/>
                  <a:pt x="1551718" y="4662583"/>
                  <a:pt x="1551718" y="4666488"/>
                </a:cubicBezTo>
                <a:lnTo>
                  <a:pt x="1551718" y="4668107"/>
                </a:lnTo>
                <a:lnTo>
                  <a:pt x="1540097" y="4668107"/>
                </a:lnTo>
                <a:cubicBezTo>
                  <a:pt x="1540097" y="4668107"/>
                  <a:pt x="1521047" y="4688396"/>
                  <a:pt x="1521047" y="4688396"/>
                </a:cubicBezTo>
                <a:lnTo>
                  <a:pt x="1318165" y="4687824"/>
                </a:lnTo>
                <a:lnTo>
                  <a:pt x="1290923" y="4654868"/>
                </a:lnTo>
                <a:cubicBezTo>
                  <a:pt x="1291971" y="4653820"/>
                  <a:pt x="1292828" y="4652772"/>
                  <a:pt x="1293495" y="4651439"/>
                </a:cubicBezTo>
                <a:cubicBezTo>
                  <a:pt x="1294924" y="4648391"/>
                  <a:pt x="1295114" y="4644962"/>
                  <a:pt x="1294067" y="4641819"/>
                </a:cubicBezTo>
                <a:cubicBezTo>
                  <a:pt x="1292924" y="4638675"/>
                  <a:pt x="1290638" y="4636104"/>
                  <a:pt x="1287590" y="4634579"/>
                </a:cubicBezTo>
                <a:cubicBezTo>
                  <a:pt x="1284542" y="4633151"/>
                  <a:pt x="1281113" y="4632960"/>
                  <a:pt x="1277969" y="4634008"/>
                </a:cubicBezTo>
                <a:cubicBezTo>
                  <a:pt x="1271397" y="4636294"/>
                  <a:pt x="1267873" y="4643533"/>
                  <a:pt x="1270254" y="4650105"/>
                </a:cubicBezTo>
                <a:cubicBezTo>
                  <a:pt x="1272064" y="4655344"/>
                  <a:pt x="1277017" y="4658582"/>
                  <a:pt x="1282160" y="4658582"/>
                </a:cubicBezTo>
                <a:cubicBezTo>
                  <a:pt x="1283589" y="4658582"/>
                  <a:pt x="1284923" y="4658392"/>
                  <a:pt x="1286351" y="4657916"/>
                </a:cubicBezTo>
                <a:cubicBezTo>
                  <a:pt x="1286542" y="4657916"/>
                  <a:pt x="1286732" y="4657630"/>
                  <a:pt x="1287018" y="4657535"/>
                </a:cubicBezTo>
                <a:lnTo>
                  <a:pt x="1316069" y="4692587"/>
                </a:lnTo>
                <a:lnTo>
                  <a:pt x="1522190" y="4693158"/>
                </a:lnTo>
                <a:lnTo>
                  <a:pt x="1523238" y="4693158"/>
                </a:lnTo>
                <a:lnTo>
                  <a:pt x="1542288" y="4672870"/>
                </a:lnTo>
                <a:lnTo>
                  <a:pt x="1551908" y="4672870"/>
                </a:lnTo>
                <a:cubicBezTo>
                  <a:pt x="1551908" y="4672870"/>
                  <a:pt x="1551908" y="4675442"/>
                  <a:pt x="1551908" y="4675442"/>
                </a:cubicBezTo>
                <a:cubicBezTo>
                  <a:pt x="1551908" y="4679347"/>
                  <a:pt x="1555052" y="4682490"/>
                  <a:pt x="1558957" y="4682490"/>
                </a:cubicBezTo>
                <a:lnTo>
                  <a:pt x="1568006" y="4682490"/>
                </a:lnTo>
                <a:cubicBezTo>
                  <a:pt x="1571911" y="4682490"/>
                  <a:pt x="1575054" y="4679347"/>
                  <a:pt x="1575054" y="4675442"/>
                </a:cubicBezTo>
                <a:lnTo>
                  <a:pt x="1575054" y="4671822"/>
                </a:lnTo>
                <a:lnTo>
                  <a:pt x="1685258" y="4671060"/>
                </a:lnTo>
                <a:lnTo>
                  <a:pt x="1696307" y="4680966"/>
                </a:lnTo>
                <a:lnTo>
                  <a:pt x="1696307" y="4704303"/>
                </a:lnTo>
                <a:cubicBezTo>
                  <a:pt x="1696307" y="4704303"/>
                  <a:pt x="1696498" y="4704969"/>
                  <a:pt x="1696688" y="4705160"/>
                </a:cubicBezTo>
                <a:lnTo>
                  <a:pt x="1703070" y="4711065"/>
                </a:lnTo>
                <a:cubicBezTo>
                  <a:pt x="1703070" y="4711065"/>
                  <a:pt x="1703546" y="4711351"/>
                  <a:pt x="1703927" y="4711351"/>
                </a:cubicBezTo>
                <a:lnTo>
                  <a:pt x="1726882" y="4711351"/>
                </a:lnTo>
                <a:cubicBezTo>
                  <a:pt x="1726882" y="4711351"/>
                  <a:pt x="1726882" y="4745831"/>
                  <a:pt x="1726882" y="4745831"/>
                </a:cubicBezTo>
                <a:lnTo>
                  <a:pt x="1705451" y="4745831"/>
                </a:lnTo>
                <a:cubicBezTo>
                  <a:pt x="1705451" y="4745831"/>
                  <a:pt x="1699832" y="4740593"/>
                  <a:pt x="1699832" y="4740593"/>
                </a:cubicBezTo>
                <a:lnTo>
                  <a:pt x="1699832" y="4717256"/>
                </a:lnTo>
                <a:cubicBezTo>
                  <a:pt x="1699832" y="4717256"/>
                  <a:pt x="1699641" y="4716590"/>
                  <a:pt x="1699451" y="4716399"/>
                </a:cubicBezTo>
                <a:lnTo>
                  <a:pt x="1687640" y="4705827"/>
                </a:lnTo>
                <a:cubicBezTo>
                  <a:pt x="1687640" y="4705827"/>
                  <a:pt x="1687163" y="4705541"/>
                  <a:pt x="1686878" y="4705541"/>
                </a:cubicBezTo>
                <a:lnTo>
                  <a:pt x="1686878" y="4705541"/>
                </a:lnTo>
                <a:lnTo>
                  <a:pt x="1575054" y="4706207"/>
                </a:lnTo>
                <a:lnTo>
                  <a:pt x="1575054" y="4701636"/>
                </a:lnTo>
                <a:cubicBezTo>
                  <a:pt x="1575054" y="4697730"/>
                  <a:pt x="1571911" y="4694587"/>
                  <a:pt x="1568006" y="4694587"/>
                </a:cubicBezTo>
                <a:lnTo>
                  <a:pt x="1558957" y="4694587"/>
                </a:lnTo>
                <a:cubicBezTo>
                  <a:pt x="1555052" y="4694587"/>
                  <a:pt x="1551908" y="4697730"/>
                  <a:pt x="1551908" y="4701636"/>
                </a:cubicBezTo>
                <a:lnTo>
                  <a:pt x="1551908" y="4705255"/>
                </a:lnTo>
                <a:lnTo>
                  <a:pt x="1532763" y="4705255"/>
                </a:lnTo>
                <a:cubicBezTo>
                  <a:pt x="1531430" y="4705255"/>
                  <a:pt x="1530382" y="4706303"/>
                  <a:pt x="1530382" y="4707636"/>
                </a:cubicBezTo>
                <a:lnTo>
                  <a:pt x="1530382" y="4752213"/>
                </a:lnTo>
                <a:lnTo>
                  <a:pt x="1517428" y="4767168"/>
                </a:lnTo>
                <a:lnTo>
                  <a:pt x="1466469" y="4767168"/>
                </a:lnTo>
                <a:cubicBezTo>
                  <a:pt x="1465802" y="4763738"/>
                  <a:pt x="1463516" y="4760690"/>
                  <a:pt x="1459992" y="4759452"/>
                </a:cubicBezTo>
                <a:cubicBezTo>
                  <a:pt x="1454658" y="4757547"/>
                  <a:pt x="1448753" y="4760405"/>
                  <a:pt x="1446943" y="4765739"/>
                </a:cubicBezTo>
                <a:cubicBezTo>
                  <a:pt x="1445038" y="4771073"/>
                  <a:pt x="1447895" y="4776978"/>
                  <a:pt x="1453229" y="4778788"/>
                </a:cubicBezTo>
                <a:cubicBezTo>
                  <a:pt x="1458563" y="4780598"/>
                  <a:pt x="1464469" y="4777836"/>
                  <a:pt x="1466278" y="4772502"/>
                </a:cubicBezTo>
                <a:cubicBezTo>
                  <a:pt x="1466278" y="4772311"/>
                  <a:pt x="1466278" y="4772120"/>
                  <a:pt x="1466278" y="4771835"/>
                </a:cubicBezTo>
                <a:lnTo>
                  <a:pt x="1518380" y="4771835"/>
                </a:lnTo>
                <a:cubicBezTo>
                  <a:pt x="1519047" y="4771835"/>
                  <a:pt x="1519714" y="4771549"/>
                  <a:pt x="1520190" y="4770978"/>
                </a:cubicBezTo>
                <a:lnTo>
                  <a:pt x="1534478" y="4754499"/>
                </a:lnTo>
                <a:cubicBezTo>
                  <a:pt x="1534478" y="4754499"/>
                  <a:pt x="1535049" y="4753547"/>
                  <a:pt x="1535049" y="4752975"/>
                </a:cubicBezTo>
                <a:lnTo>
                  <a:pt x="1535049" y="4709922"/>
                </a:lnTo>
                <a:lnTo>
                  <a:pt x="1551813" y="4709922"/>
                </a:lnTo>
                <a:lnTo>
                  <a:pt x="1551813" y="4710589"/>
                </a:lnTo>
                <a:cubicBezTo>
                  <a:pt x="1551813" y="4714494"/>
                  <a:pt x="1554956" y="4717637"/>
                  <a:pt x="1558862" y="4717637"/>
                </a:cubicBezTo>
                <a:lnTo>
                  <a:pt x="1567910" y="4717637"/>
                </a:lnTo>
                <a:cubicBezTo>
                  <a:pt x="1571816" y="4717637"/>
                  <a:pt x="1574959" y="4714494"/>
                  <a:pt x="1574959" y="4710589"/>
                </a:cubicBezTo>
                <a:lnTo>
                  <a:pt x="1574959" y="4708494"/>
                </a:lnTo>
                <a:lnTo>
                  <a:pt x="1686306" y="4707827"/>
                </a:lnTo>
                <a:lnTo>
                  <a:pt x="1697355" y="4717733"/>
                </a:lnTo>
                <a:lnTo>
                  <a:pt x="1697355" y="4741069"/>
                </a:lnTo>
                <a:cubicBezTo>
                  <a:pt x="1697355" y="4741069"/>
                  <a:pt x="1697546" y="4741736"/>
                  <a:pt x="1697736" y="4741926"/>
                </a:cubicBezTo>
                <a:lnTo>
                  <a:pt x="1704118" y="4747832"/>
                </a:lnTo>
                <a:cubicBezTo>
                  <a:pt x="1704118" y="4747832"/>
                  <a:pt x="1704594" y="4748118"/>
                  <a:pt x="1704975" y="4748118"/>
                </a:cubicBezTo>
                <a:lnTo>
                  <a:pt x="1726882" y="4748118"/>
                </a:lnTo>
                <a:cubicBezTo>
                  <a:pt x="1726882" y="4748118"/>
                  <a:pt x="1726882" y="4808125"/>
                  <a:pt x="1726882" y="4808125"/>
                </a:cubicBezTo>
                <a:lnTo>
                  <a:pt x="1714881" y="4808125"/>
                </a:lnTo>
                <a:cubicBezTo>
                  <a:pt x="1711262" y="4808125"/>
                  <a:pt x="1708309" y="4811078"/>
                  <a:pt x="1708309" y="4814697"/>
                </a:cubicBezTo>
                <a:lnTo>
                  <a:pt x="1708309" y="4819364"/>
                </a:lnTo>
                <a:cubicBezTo>
                  <a:pt x="1708309" y="4822984"/>
                  <a:pt x="1711262" y="4825937"/>
                  <a:pt x="1714881" y="4825937"/>
                </a:cubicBezTo>
                <a:lnTo>
                  <a:pt x="1725930" y="4825937"/>
                </a:lnTo>
                <a:lnTo>
                  <a:pt x="1725930" y="4952143"/>
                </a:lnTo>
                <a:cubicBezTo>
                  <a:pt x="1725930" y="4952143"/>
                  <a:pt x="1756029" y="4982909"/>
                  <a:pt x="1756029" y="4982909"/>
                </a:cubicBezTo>
                <a:lnTo>
                  <a:pt x="1755648" y="5030629"/>
                </a:lnTo>
                <a:cubicBezTo>
                  <a:pt x="1752791" y="5031296"/>
                  <a:pt x="1750219" y="5032724"/>
                  <a:pt x="1748409" y="5035010"/>
                </a:cubicBezTo>
                <a:cubicBezTo>
                  <a:pt x="1746314" y="5037678"/>
                  <a:pt x="1745456" y="5041011"/>
                  <a:pt x="1745837" y="5044345"/>
                </a:cubicBezTo>
                <a:cubicBezTo>
                  <a:pt x="1746218" y="5047679"/>
                  <a:pt x="1747933" y="5050727"/>
                  <a:pt x="1750600" y="5052727"/>
                </a:cubicBezTo>
                <a:cubicBezTo>
                  <a:pt x="1751933" y="5053775"/>
                  <a:pt x="1753362" y="5054346"/>
                  <a:pt x="1754886" y="5054822"/>
                </a:cubicBezTo>
                <a:lnTo>
                  <a:pt x="1754886" y="5079969"/>
                </a:lnTo>
                <a:lnTo>
                  <a:pt x="1745932" y="5092542"/>
                </a:lnTo>
                <a:lnTo>
                  <a:pt x="1745932" y="5143309"/>
                </a:lnTo>
                <a:cubicBezTo>
                  <a:pt x="1745932" y="5143309"/>
                  <a:pt x="1750600" y="5143309"/>
                  <a:pt x="1750600" y="5143309"/>
                </a:cubicBezTo>
                <a:lnTo>
                  <a:pt x="1750600" y="5094065"/>
                </a:lnTo>
                <a:cubicBezTo>
                  <a:pt x="1750600" y="5094065"/>
                  <a:pt x="1759649" y="5081492"/>
                  <a:pt x="1759649" y="5081492"/>
                </a:cubicBezTo>
                <a:lnTo>
                  <a:pt x="1759649" y="5055299"/>
                </a:lnTo>
                <a:cubicBezTo>
                  <a:pt x="1759649" y="5055299"/>
                  <a:pt x="1759839" y="5055299"/>
                  <a:pt x="1759934" y="5055299"/>
                </a:cubicBezTo>
                <a:cubicBezTo>
                  <a:pt x="1766888" y="5054442"/>
                  <a:pt x="1771745" y="5048059"/>
                  <a:pt x="1770888" y="5041106"/>
                </a:cubicBezTo>
                <a:cubicBezTo>
                  <a:pt x="1770126" y="5035487"/>
                  <a:pt x="1765745" y="5031391"/>
                  <a:pt x="1760315" y="5030438"/>
                </a:cubicBezTo>
                <a:lnTo>
                  <a:pt x="1760696" y="4980908"/>
                </a:lnTo>
                <a:lnTo>
                  <a:pt x="1730693" y="4950047"/>
                </a:lnTo>
                <a:lnTo>
                  <a:pt x="1730693" y="4825746"/>
                </a:lnTo>
                <a:cubicBezTo>
                  <a:pt x="1730693" y="4825746"/>
                  <a:pt x="1741551" y="4825746"/>
                  <a:pt x="1741551" y="4825746"/>
                </a:cubicBezTo>
                <a:cubicBezTo>
                  <a:pt x="1745171" y="4825746"/>
                  <a:pt x="1748123" y="4822794"/>
                  <a:pt x="1748123" y="4819174"/>
                </a:cubicBezTo>
                <a:lnTo>
                  <a:pt x="1748123" y="4814507"/>
                </a:lnTo>
                <a:cubicBezTo>
                  <a:pt x="1748123" y="4810887"/>
                  <a:pt x="1745171" y="4807935"/>
                  <a:pt x="1741551" y="4807935"/>
                </a:cubicBezTo>
                <a:lnTo>
                  <a:pt x="1729169" y="4807935"/>
                </a:lnTo>
                <a:lnTo>
                  <a:pt x="1729169" y="4747927"/>
                </a:lnTo>
                <a:cubicBezTo>
                  <a:pt x="1729169" y="4747927"/>
                  <a:pt x="1771460" y="4747927"/>
                  <a:pt x="1771460" y="4747927"/>
                </a:cubicBezTo>
                <a:lnTo>
                  <a:pt x="1771460" y="4796695"/>
                </a:lnTo>
                <a:lnTo>
                  <a:pt x="1766697" y="4796695"/>
                </a:lnTo>
                <a:cubicBezTo>
                  <a:pt x="1763459" y="4796695"/>
                  <a:pt x="1760792" y="4799362"/>
                  <a:pt x="1760792" y="4802601"/>
                </a:cubicBezTo>
                <a:lnTo>
                  <a:pt x="1760792" y="4818221"/>
                </a:lnTo>
                <a:cubicBezTo>
                  <a:pt x="1760792" y="4821460"/>
                  <a:pt x="1763459" y="4824127"/>
                  <a:pt x="1766697" y="4824127"/>
                </a:cubicBezTo>
                <a:lnTo>
                  <a:pt x="1772126" y="4824127"/>
                </a:lnTo>
                <a:lnTo>
                  <a:pt x="1772126" y="4941570"/>
                </a:lnTo>
                <a:cubicBezTo>
                  <a:pt x="1772126" y="4941570"/>
                  <a:pt x="1802130" y="4972432"/>
                  <a:pt x="1802130" y="4972432"/>
                </a:cubicBezTo>
                <a:lnTo>
                  <a:pt x="1801844" y="5068634"/>
                </a:lnTo>
                <a:cubicBezTo>
                  <a:pt x="1799177" y="5069396"/>
                  <a:pt x="1796796" y="5070729"/>
                  <a:pt x="1795177" y="5072920"/>
                </a:cubicBezTo>
                <a:cubicBezTo>
                  <a:pt x="1793081" y="5075587"/>
                  <a:pt x="1792224" y="5078921"/>
                  <a:pt x="1792605" y="5082254"/>
                </a:cubicBezTo>
                <a:cubicBezTo>
                  <a:pt x="1793462" y="5088636"/>
                  <a:pt x="1798892" y="5093303"/>
                  <a:pt x="1805178" y="5093303"/>
                </a:cubicBezTo>
                <a:cubicBezTo>
                  <a:pt x="1805750" y="5093303"/>
                  <a:pt x="1806226" y="5093303"/>
                  <a:pt x="1806797" y="5093208"/>
                </a:cubicBezTo>
                <a:cubicBezTo>
                  <a:pt x="1813751" y="5092351"/>
                  <a:pt x="1818608" y="5085969"/>
                  <a:pt x="1817751" y="5079111"/>
                </a:cubicBezTo>
                <a:lnTo>
                  <a:pt x="1817751" y="5079111"/>
                </a:lnTo>
                <a:cubicBezTo>
                  <a:pt x="1816989" y="5073301"/>
                  <a:pt x="1812322" y="5069110"/>
                  <a:pt x="1806702" y="5068443"/>
                </a:cubicBezTo>
                <a:lnTo>
                  <a:pt x="1806988" y="4970622"/>
                </a:lnTo>
                <a:lnTo>
                  <a:pt x="1776984" y="4939760"/>
                </a:lnTo>
                <a:lnTo>
                  <a:pt x="1776984" y="4824222"/>
                </a:lnTo>
                <a:cubicBezTo>
                  <a:pt x="1776984" y="4824222"/>
                  <a:pt x="1782318" y="4824222"/>
                  <a:pt x="1782318" y="4824222"/>
                </a:cubicBezTo>
                <a:cubicBezTo>
                  <a:pt x="1785557" y="4824222"/>
                  <a:pt x="1788224" y="4821555"/>
                  <a:pt x="1788224" y="4818317"/>
                </a:cubicBezTo>
                <a:lnTo>
                  <a:pt x="1788224" y="4802696"/>
                </a:lnTo>
                <a:cubicBezTo>
                  <a:pt x="1788224" y="4799457"/>
                  <a:pt x="1785557" y="4796790"/>
                  <a:pt x="1782318" y="4796790"/>
                </a:cubicBezTo>
                <a:lnTo>
                  <a:pt x="1778699" y="4796790"/>
                </a:lnTo>
                <a:lnTo>
                  <a:pt x="1778699" y="4748022"/>
                </a:lnTo>
                <a:lnTo>
                  <a:pt x="1812512" y="4748022"/>
                </a:lnTo>
                <a:cubicBezTo>
                  <a:pt x="1812512" y="4748022"/>
                  <a:pt x="1820894" y="4756976"/>
                  <a:pt x="1820894" y="4756976"/>
                </a:cubicBezTo>
                <a:lnTo>
                  <a:pt x="1821085" y="4808125"/>
                </a:lnTo>
                <a:lnTo>
                  <a:pt x="1809369" y="4808125"/>
                </a:lnTo>
                <a:cubicBezTo>
                  <a:pt x="1805750" y="4808125"/>
                  <a:pt x="1802797" y="4811078"/>
                  <a:pt x="1802797" y="4814697"/>
                </a:cubicBezTo>
                <a:lnTo>
                  <a:pt x="1802797" y="4819174"/>
                </a:lnTo>
                <a:cubicBezTo>
                  <a:pt x="1802797" y="4822794"/>
                  <a:pt x="1805750" y="4825746"/>
                  <a:pt x="1809369" y="4825746"/>
                </a:cubicBezTo>
                <a:lnTo>
                  <a:pt x="1820418" y="4825746"/>
                </a:lnTo>
                <a:lnTo>
                  <a:pt x="1820418" y="4938713"/>
                </a:lnTo>
                <a:lnTo>
                  <a:pt x="1850422" y="4967288"/>
                </a:lnTo>
                <a:lnTo>
                  <a:pt x="1850136" y="5101209"/>
                </a:lnTo>
                <a:lnTo>
                  <a:pt x="1844993" y="5101209"/>
                </a:lnTo>
                <a:cubicBezTo>
                  <a:pt x="1842992" y="5101209"/>
                  <a:pt x="1841468" y="5102828"/>
                  <a:pt x="1841468" y="5104733"/>
                </a:cubicBezTo>
                <a:lnTo>
                  <a:pt x="1841468" y="5120354"/>
                </a:lnTo>
                <a:cubicBezTo>
                  <a:pt x="1841468" y="5122355"/>
                  <a:pt x="1843088" y="5123879"/>
                  <a:pt x="1844993" y="5123879"/>
                </a:cubicBezTo>
                <a:lnTo>
                  <a:pt x="1860614" y="5123879"/>
                </a:lnTo>
                <a:cubicBezTo>
                  <a:pt x="1862614" y="5123879"/>
                  <a:pt x="1864138" y="5122260"/>
                  <a:pt x="1864138" y="5120354"/>
                </a:cubicBezTo>
                <a:lnTo>
                  <a:pt x="1864138" y="5104733"/>
                </a:lnTo>
                <a:cubicBezTo>
                  <a:pt x="1864138" y="5102733"/>
                  <a:pt x="1862519" y="5101209"/>
                  <a:pt x="1860614" y="5101209"/>
                </a:cubicBezTo>
                <a:lnTo>
                  <a:pt x="1854899" y="5101209"/>
                </a:lnTo>
                <a:lnTo>
                  <a:pt x="1855184" y="4966335"/>
                </a:lnTo>
                <a:lnTo>
                  <a:pt x="1855184" y="4965288"/>
                </a:lnTo>
                <a:lnTo>
                  <a:pt x="1825181" y="4936713"/>
                </a:lnTo>
                <a:lnTo>
                  <a:pt x="1825181" y="4825842"/>
                </a:lnTo>
                <a:lnTo>
                  <a:pt x="1836230" y="4825842"/>
                </a:lnTo>
                <a:cubicBezTo>
                  <a:pt x="1839849" y="4825842"/>
                  <a:pt x="1842802" y="4822889"/>
                  <a:pt x="1842802" y="4819269"/>
                </a:cubicBezTo>
                <a:lnTo>
                  <a:pt x="1842802" y="4814793"/>
                </a:lnTo>
                <a:cubicBezTo>
                  <a:pt x="1842802" y="4811173"/>
                  <a:pt x="1839849" y="4808220"/>
                  <a:pt x="1836230" y="4808220"/>
                </a:cubicBezTo>
                <a:lnTo>
                  <a:pt x="1823561" y="4808220"/>
                </a:lnTo>
                <a:lnTo>
                  <a:pt x="1823371" y="4756595"/>
                </a:lnTo>
                <a:cubicBezTo>
                  <a:pt x="1823371" y="4756595"/>
                  <a:pt x="1823276" y="4756023"/>
                  <a:pt x="1823085" y="4755737"/>
                </a:cubicBezTo>
                <a:lnTo>
                  <a:pt x="1813941" y="4746022"/>
                </a:lnTo>
                <a:cubicBezTo>
                  <a:pt x="1813941" y="4746022"/>
                  <a:pt x="1813370" y="4745641"/>
                  <a:pt x="1813084" y="4745641"/>
                </a:cubicBezTo>
                <a:lnTo>
                  <a:pt x="1778794" y="4745641"/>
                </a:lnTo>
                <a:cubicBezTo>
                  <a:pt x="1778794" y="4745641"/>
                  <a:pt x="1778794" y="4711446"/>
                  <a:pt x="1778794" y="4711446"/>
                </a:cubicBezTo>
                <a:lnTo>
                  <a:pt x="1969484" y="4711922"/>
                </a:lnTo>
                <a:close/>
                <a:moveTo>
                  <a:pt x="2169700" y="4598004"/>
                </a:moveTo>
                <a:cubicBezTo>
                  <a:pt x="2170652" y="4596098"/>
                  <a:pt x="2172272" y="4594765"/>
                  <a:pt x="2174272" y="4594098"/>
                </a:cubicBezTo>
                <a:cubicBezTo>
                  <a:pt x="2176272" y="4593431"/>
                  <a:pt x="2178368" y="4593622"/>
                  <a:pt x="2180273" y="4594479"/>
                </a:cubicBezTo>
                <a:cubicBezTo>
                  <a:pt x="2184178" y="4596384"/>
                  <a:pt x="2185702" y="4601147"/>
                  <a:pt x="2183797" y="4605052"/>
                </a:cubicBezTo>
                <a:cubicBezTo>
                  <a:pt x="2182844" y="4606957"/>
                  <a:pt x="2181225" y="4608290"/>
                  <a:pt x="2179225" y="4608957"/>
                </a:cubicBezTo>
                <a:cubicBezTo>
                  <a:pt x="2177225" y="4609624"/>
                  <a:pt x="2175129" y="4609434"/>
                  <a:pt x="2173224" y="4608576"/>
                </a:cubicBezTo>
                <a:cubicBezTo>
                  <a:pt x="2171319" y="4607624"/>
                  <a:pt x="2169986" y="4606004"/>
                  <a:pt x="2169319" y="4604004"/>
                </a:cubicBezTo>
                <a:cubicBezTo>
                  <a:pt x="2168652" y="4602004"/>
                  <a:pt x="2168843" y="4599909"/>
                  <a:pt x="2169700" y="4598004"/>
                </a:cubicBezTo>
                <a:close/>
                <a:moveTo>
                  <a:pt x="1977962" y="4703445"/>
                </a:moveTo>
                <a:cubicBezTo>
                  <a:pt x="1978914" y="4703064"/>
                  <a:pt x="1979867" y="4702874"/>
                  <a:pt x="1980819" y="4702874"/>
                </a:cubicBezTo>
                <a:cubicBezTo>
                  <a:pt x="1983962" y="4702874"/>
                  <a:pt x="1986915" y="4704779"/>
                  <a:pt x="1988153" y="4707922"/>
                </a:cubicBezTo>
                <a:cubicBezTo>
                  <a:pt x="1989677" y="4711922"/>
                  <a:pt x="1987677" y="4716495"/>
                  <a:pt x="1983677" y="4718114"/>
                </a:cubicBezTo>
                <a:cubicBezTo>
                  <a:pt x="1979676" y="4719733"/>
                  <a:pt x="1975104" y="4717637"/>
                  <a:pt x="1973485" y="4713637"/>
                </a:cubicBezTo>
                <a:cubicBezTo>
                  <a:pt x="1971961" y="4709637"/>
                  <a:pt x="1973961" y="4705064"/>
                  <a:pt x="1977962" y="4703445"/>
                </a:cubicBezTo>
                <a:close/>
                <a:moveTo>
                  <a:pt x="2180082" y="4546378"/>
                </a:moveTo>
                <a:cubicBezTo>
                  <a:pt x="2181416" y="4543616"/>
                  <a:pt x="2184273" y="4541996"/>
                  <a:pt x="2187131" y="4541996"/>
                </a:cubicBezTo>
                <a:cubicBezTo>
                  <a:pt x="2188274" y="4541996"/>
                  <a:pt x="2189512" y="4542282"/>
                  <a:pt x="2190655" y="4542854"/>
                </a:cubicBezTo>
                <a:cubicBezTo>
                  <a:pt x="2192560" y="4543806"/>
                  <a:pt x="2193893" y="4545426"/>
                  <a:pt x="2194560" y="4547426"/>
                </a:cubicBezTo>
                <a:cubicBezTo>
                  <a:pt x="2195227" y="4549426"/>
                  <a:pt x="2195036" y="4551521"/>
                  <a:pt x="2194179" y="4553427"/>
                </a:cubicBezTo>
                <a:cubicBezTo>
                  <a:pt x="2193227" y="4555331"/>
                  <a:pt x="2191607" y="4556665"/>
                  <a:pt x="2189607" y="4557332"/>
                </a:cubicBezTo>
                <a:cubicBezTo>
                  <a:pt x="2187607" y="4557998"/>
                  <a:pt x="2185511" y="4557808"/>
                  <a:pt x="2183606" y="4556951"/>
                </a:cubicBezTo>
                <a:cubicBezTo>
                  <a:pt x="2181701" y="4555998"/>
                  <a:pt x="2180368" y="4554379"/>
                  <a:pt x="2179701" y="4552379"/>
                </a:cubicBezTo>
                <a:cubicBezTo>
                  <a:pt x="2179034" y="4550379"/>
                  <a:pt x="2179225" y="4548283"/>
                  <a:pt x="2180082" y="4546378"/>
                </a:cubicBezTo>
                <a:close/>
                <a:moveTo>
                  <a:pt x="1302925" y="4233577"/>
                </a:moveTo>
                <a:cubicBezTo>
                  <a:pt x="1297972" y="4231481"/>
                  <a:pt x="1295591" y="4225767"/>
                  <a:pt x="1297686" y="4220718"/>
                </a:cubicBezTo>
                <a:cubicBezTo>
                  <a:pt x="1298734" y="4218337"/>
                  <a:pt x="1300544" y="4216432"/>
                  <a:pt x="1303020" y="4215479"/>
                </a:cubicBezTo>
                <a:cubicBezTo>
                  <a:pt x="1304163" y="4215003"/>
                  <a:pt x="1305497" y="4214718"/>
                  <a:pt x="1306735" y="4214718"/>
                </a:cubicBezTo>
                <a:cubicBezTo>
                  <a:pt x="1307973" y="4214718"/>
                  <a:pt x="1309307" y="4215003"/>
                  <a:pt x="1310545" y="4215479"/>
                </a:cubicBezTo>
                <a:cubicBezTo>
                  <a:pt x="1315498" y="4217575"/>
                  <a:pt x="1317879" y="4223290"/>
                  <a:pt x="1315784" y="4228243"/>
                </a:cubicBezTo>
                <a:cubicBezTo>
                  <a:pt x="1314736" y="4230624"/>
                  <a:pt x="1312831" y="4232529"/>
                  <a:pt x="1310450" y="4233482"/>
                </a:cubicBezTo>
                <a:cubicBezTo>
                  <a:pt x="1308068" y="4234434"/>
                  <a:pt x="1305401" y="4234434"/>
                  <a:pt x="1302925" y="4233482"/>
                </a:cubicBezTo>
                <a:close/>
                <a:moveTo>
                  <a:pt x="372713" y="4530186"/>
                </a:moveTo>
                <a:cubicBezTo>
                  <a:pt x="370523" y="4532567"/>
                  <a:pt x="366808" y="4532757"/>
                  <a:pt x="364331" y="4530567"/>
                </a:cubicBezTo>
                <a:cubicBezTo>
                  <a:pt x="363188" y="4529519"/>
                  <a:pt x="362522" y="4528090"/>
                  <a:pt x="362426" y="4526471"/>
                </a:cubicBezTo>
                <a:cubicBezTo>
                  <a:pt x="362426" y="4524852"/>
                  <a:pt x="362903" y="4523423"/>
                  <a:pt x="363950" y="4522185"/>
                </a:cubicBezTo>
                <a:cubicBezTo>
                  <a:pt x="364998" y="4521042"/>
                  <a:pt x="366427" y="4520375"/>
                  <a:pt x="368046" y="4520279"/>
                </a:cubicBezTo>
                <a:cubicBezTo>
                  <a:pt x="368141" y="4520279"/>
                  <a:pt x="368237" y="4520279"/>
                  <a:pt x="368332" y="4520279"/>
                </a:cubicBezTo>
                <a:cubicBezTo>
                  <a:pt x="369761" y="4520279"/>
                  <a:pt x="371189" y="4520851"/>
                  <a:pt x="372332" y="4521804"/>
                </a:cubicBezTo>
                <a:cubicBezTo>
                  <a:pt x="373475" y="4522851"/>
                  <a:pt x="374142" y="4524280"/>
                  <a:pt x="374237" y="4525899"/>
                </a:cubicBezTo>
                <a:cubicBezTo>
                  <a:pt x="374237" y="4527423"/>
                  <a:pt x="373761" y="4528947"/>
                  <a:pt x="372713" y="4530186"/>
                </a:cubicBezTo>
                <a:close/>
                <a:moveTo>
                  <a:pt x="714756" y="4505992"/>
                </a:moveTo>
                <a:lnTo>
                  <a:pt x="714756" y="4505992"/>
                </a:lnTo>
                <a:cubicBezTo>
                  <a:pt x="712279" y="4505992"/>
                  <a:pt x="709994" y="4505039"/>
                  <a:pt x="708279" y="4503230"/>
                </a:cubicBezTo>
                <a:cubicBezTo>
                  <a:pt x="706565" y="4501515"/>
                  <a:pt x="705612" y="4499134"/>
                  <a:pt x="705612" y="4496657"/>
                </a:cubicBezTo>
                <a:cubicBezTo>
                  <a:pt x="705612" y="4491609"/>
                  <a:pt x="709803" y="4487418"/>
                  <a:pt x="714851" y="4487418"/>
                </a:cubicBezTo>
                <a:lnTo>
                  <a:pt x="714851" y="4487418"/>
                </a:lnTo>
                <a:cubicBezTo>
                  <a:pt x="717328" y="4487418"/>
                  <a:pt x="719614" y="4488371"/>
                  <a:pt x="721424" y="4490180"/>
                </a:cubicBezTo>
                <a:cubicBezTo>
                  <a:pt x="723138" y="4491895"/>
                  <a:pt x="724091" y="4494276"/>
                  <a:pt x="724091" y="4496753"/>
                </a:cubicBezTo>
                <a:cubicBezTo>
                  <a:pt x="724091" y="4501801"/>
                  <a:pt x="719900" y="4505992"/>
                  <a:pt x="714851" y="4505992"/>
                </a:cubicBezTo>
                <a:close/>
                <a:moveTo>
                  <a:pt x="960787" y="4474845"/>
                </a:moveTo>
                <a:cubicBezTo>
                  <a:pt x="960787" y="4459510"/>
                  <a:pt x="973360" y="4447032"/>
                  <a:pt x="988695" y="4447032"/>
                </a:cubicBezTo>
                <a:cubicBezTo>
                  <a:pt x="1004030" y="4447032"/>
                  <a:pt x="1016508" y="4459605"/>
                  <a:pt x="1016508" y="4474940"/>
                </a:cubicBezTo>
                <a:cubicBezTo>
                  <a:pt x="1016508" y="4490276"/>
                  <a:pt x="1003935" y="4502754"/>
                  <a:pt x="988600" y="4502658"/>
                </a:cubicBezTo>
                <a:cubicBezTo>
                  <a:pt x="973265" y="4502658"/>
                  <a:pt x="960787" y="4490085"/>
                  <a:pt x="960787" y="4474750"/>
                </a:cubicBezTo>
                <a:close/>
                <a:moveTo>
                  <a:pt x="1062514" y="4618101"/>
                </a:moveTo>
                <a:lnTo>
                  <a:pt x="1059275" y="4618101"/>
                </a:lnTo>
                <a:lnTo>
                  <a:pt x="1059275" y="4604671"/>
                </a:lnTo>
                <a:lnTo>
                  <a:pt x="1062514" y="4604671"/>
                </a:lnTo>
                <a:lnTo>
                  <a:pt x="1062514" y="4618101"/>
                </a:lnTo>
                <a:close/>
                <a:moveTo>
                  <a:pt x="1120045" y="4532948"/>
                </a:moveTo>
                <a:lnTo>
                  <a:pt x="1118711" y="4532948"/>
                </a:lnTo>
                <a:cubicBezTo>
                  <a:pt x="1117378" y="4532948"/>
                  <a:pt x="1116330" y="4533995"/>
                  <a:pt x="1116330" y="4535329"/>
                </a:cubicBezTo>
                <a:lnTo>
                  <a:pt x="1116330" y="4542092"/>
                </a:lnTo>
                <a:lnTo>
                  <a:pt x="1073849" y="4542092"/>
                </a:lnTo>
                <a:cubicBezTo>
                  <a:pt x="1067943" y="4542092"/>
                  <a:pt x="1063085" y="4546949"/>
                  <a:pt x="1063085" y="4552855"/>
                </a:cubicBezTo>
                <a:cubicBezTo>
                  <a:pt x="1063085" y="4558761"/>
                  <a:pt x="1067943" y="4563618"/>
                  <a:pt x="1073849" y="4563618"/>
                </a:cubicBezTo>
                <a:lnTo>
                  <a:pt x="1111853" y="4563618"/>
                </a:lnTo>
                <a:cubicBezTo>
                  <a:pt x="1115187" y="4563618"/>
                  <a:pt x="1117854" y="4566285"/>
                  <a:pt x="1117854" y="4569619"/>
                </a:cubicBezTo>
                <a:cubicBezTo>
                  <a:pt x="1117854" y="4572953"/>
                  <a:pt x="1115187" y="4575620"/>
                  <a:pt x="1111853" y="4575620"/>
                </a:cubicBezTo>
                <a:lnTo>
                  <a:pt x="1073849" y="4575620"/>
                </a:lnTo>
                <a:cubicBezTo>
                  <a:pt x="1067943" y="4575620"/>
                  <a:pt x="1063085" y="4580478"/>
                  <a:pt x="1063085" y="4586383"/>
                </a:cubicBezTo>
                <a:cubicBezTo>
                  <a:pt x="1063085" y="4592288"/>
                  <a:pt x="1067943" y="4597146"/>
                  <a:pt x="1073849" y="4597146"/>
                </a:cubicBezTo>
                <a:lnTo>
                  <a:pt x="1111853" y="4597146"/>
                </a:lnTo>
                <a:cubicBezTo>
                  <a:pt x="1115187" y="4597146"/>
                  <a:pt x="1117854" y="4599813"/>
                  <a:pt x="1117854" y="4603147"/>
                </a:cubicBezTo>
                <a:cubicBezTo>
                  <a:pt x="1117854" y="4606481"/>
                  <a:pt x="1115187" y="4609148"/>
                  <a:pt x="1111853" y="4609148"/>
                </a:cubicBezTo>
                <a:lnTo>
                  <a:pt x="1067276" y="4609148"/>
                </a:lnTo>
                <a:lnTo>
                  <a:pt x="1067276" y="4602480"/>
                </a:lnTo>
                <a:cubicBezTo>
                  <a:pt x="1067276" y="4601147"/>
                  <a:pt x="1066229" y="4600099"/>
                  <a:pt x="1064895" y="4600099"/>
                </a:cubicBezTo>
                <a:lnTo>
                  <a:pt x="1056894" y="4600099"/>
                </a:lnTo>
                <a:cubicBezTo>
                  <a:pt x="1055561" y="4600099"/>
                  <a:pt x="1054513" y="4601147"/>
                  <a:pt x="1054513" y="4602480"/>
                </a:cubicBezTo>
                <a:lnTo>
                  <a:pt x="1054513" y="4608386"/>
                </a:lnTo>
                <a:lnTo>
                  <a:pt x="1018794" y="4608576"/>
                </a:lnTo>
                <a:lnTo>
                  <a:pt x="989076" y="4574667"/>
                </a:lnTo>
                <a:lnTo>
                  <a:pt x="989076" y="4510088"/>
                </a:lnTo>
                <a:cubicBezTo>
                  <a:pt x="1006507" y="4509897"/>
                  <a:pt x="1020890" y="4496753"/>
                  <a:pt x="1023176" y="4479703"/>
                </a:cubicBezTo>
                <a:lnTo>
                  <a:pt x="1102043" y="4479989"/>
                </a:lnTo>
                <a:lnTo>
                  <a:pt x="1120045" y="4497134"/>
                </a:lnTo>
                <a:lnTo>
                  <a:pt x="1120045" y="4533138"/>
                </a:lnTo>
                <a:close/>
                <a:moveTo>
                  <a:pt x="1124236" y="4551140"/>
                </a:moveTo>
                <a:lnTo>
                  <a:pt x="1120997" y="4551140"/>
                </a:lnTo>
                <a:lnTo>
                  <a:pt x="1120997" y="4537710"/>
                </a:lnTo>
                <a:lnTo>
                  <a:pt x="1124236" y="4537710"/>
                </a:lnTo>
                <a:lnTo>
                  <a:pt x="1124236" y="4551140"/>
                </a:lnTo>
                <a:close/>
                <a:moveTo>
                  <a:pt x="1144619" y="4551140"/>
                </a:moveTo>
                <a:lnTo>
                  <a:pt x="1141381" y="4551140"/>
                </a:lnTo>
                <a:lnTo>
                  <a:pt x="1141381" y="4537615"/>
                </a:lnTo>
                <a:lnTo>
                  <a:pt x="1144619" y="4537615"/>
                </a:lnTo>
                <a:lnTo>
                  <a:pt x="1144619" y="4551140"/>
                </a:lnTo>
                <a:close/>
                <a:moveTo>
                  <a:pt x="1206341" y="4618101"/>
                </a:moveTo>
                <a:lnTo>
                  <a:pt x="1203103" y="4618101"/>
                </a:lnTo>
                <a:lnTo>
                  <a:pt x="1203103" y="4604576"/>
                </a:lnTo>
                <a:lnTo>
                  <a:pt x="1206341" y="4604576"/>
                </a:lnTo>
                <a:lnTo>
                  <a:pt x="1206341" y="4618101"/>
                </a:lnTo>
                <a:close/>
                <a:moveTo>
                  <a:pt x="1569244" y="4640199"/>
                </a:moveTo>
                <a:cubicBezTo>
                  <a:pt x="1569244" y="4641437"/>
                  <a:pt x="1568196" y="4642485"/>
                  <a:pt x="1566958" y="4642485"/>
                </a:cubicBezTo>
                <a:lnTo>
                  <a:pt x="1557909" y="4642485"/>
                </a:lnTo>
                <a:cubicBezTo>
                  <a:pt x="1556671" y="4642485"/>
                  <a:pt x="1555623" y="4641437"/>
                  <a:pt x="1555623" y="4640199"/>
                </a:cubicBezTo>
                <a:lnTo>
                  <a:pt x="1555623" y="4631151"/>
                </a:lnTo>
                <a:cubicBezTo>
                  <a:pt x="1555623" y="4629912"/>
                  <a:pt x="1556671" y="4628864"/>
                  <a:pt x="1557909" y="4628864"/>
                </a:cubicBezTo>
                <a:lnTo>
                  <a:pt x="1566958" y="4628864"/>
                </a:lnTo>
                <a:cubicBezTo>
                  <a:pt x="1568196" y="4628864"/>
                  <a:pt x="1569244" y="4629912"/>
                  <a:pt x="1569244" y="4631151"/>
                </a:cubicBezTo>
                <a:lnTo>
                  <a:pt x="1569244" y="4640199"/>
                </a:lnTo>
                <a:close/>
                <a:moveTo>
                  <a:pt x="1288542" y="4649438"/>
                </a:moveTo>
                <a:cubicBezTo>
                  <a:pt x="1287590" y="4651344"/>
                  <a:pt x="1286066" y="4652772"/>
                  <a:pt x="1284065" y="4653439"/>
                </a:cubicBezTo>
                <a:cubicBezTo>
                  <a:pt x="1279970" y="4654963"/>
                  <a:pt x="1275493" y="4652677"/>
                  <a:pt x="1274064" y="4648581"/>
                </a:cubicBezTo>
                <a:cubicBezTo>
                  <a:pt x="1272635" y="4644486"/>
                  <a:pt x="1274826" y="4640009"/>
                  <a:pt x="1278922" y="4638580"/>
                </a:cubicBezTo>
                <a:cubicBezTo>
                  <a:pt x="1279779" y="4638294"/>
                  <a:pt x="1280636" y="4638104"/>
                  <a:pt x="1281494" y="4638104"/>
                </a:cubicBezTo>
                <a:cubicBezTo>
                  <a:pt x="1284732" y="4638104"/>
                  <a:pt x="1287780" y="4640104"/>
                  <a:pt x="1288923" y="4643343"/>
                </a:cubicBezTo>
                <a:cubicBezTo>
                  <a:pt x="1289590" y="4645343"/>
                  <a:pt x="1289495" y="4647438"/>
                  <a:pt x="1288542" y="4649343"/>
                </a:cubicBezTo>
                <a:close/>
                <a:moveTo>
                  <a:pt x="1569244" y="4675537"/>
                </a:moveTo>
                <a:cubicBezTo>
                  <a:pt x="1569244" y="4676775"/>
                  <a:pt x="1568196" y="4677823"/>
                  <a:pt x="1566958" y="4677823"/>
                </a:cubicBezTo>
                <a:lnTo>
                  <a:pt x="1557909" y="4677823"/>
                </a:lnTo>
                <a:cubicBezTo>
                  <a:pt x="1556671" y="4677823"/>
                  <a:pt x="1555623" y="4676775"/>
                  <a:pt x="1555623" y="4675537"/>
                </a:cubicBezTo>
                <a:lnTo>
                  <a:pt x="1555623" y="4666488"/>
                </a:lnTo>
                <a:cubicBezTo>
                  <a:pt x="1555623" y="4665250"/>
                  <a:pt x="1556671" y="4664202"/>
                  <a:pt x="1557909" y="4664202"/>
                </a:cubicBezTo>
                <a:lnTo>
                  <a:pt x="1566958" y="4664202"/>
                </a:lnTo>
                <a:cubicBezTo>
                  <a:pt x="1568196" y="4664202"/>
                  <a:pt x="1569244" y="4665250"/>
                  <a:pt x="1569244" y="4666488"/>
                </a:cubicBezTo>
                <a:lnTo>
                  <a:pt x="1569244" y="4675537"/>
                </a:lnTo>
                <a:close/>
                <a:moveTo>
                  <a:pt x="1569244" y="4710779"/>
                </a:moveTo>
                <a:cubicBezTo>
                  <a:pt x="1569244" y="4712018"/>
                  <a:pt x="1568196" y="4713065"/>
                  <a:pt x="1566958" y="4713065"/>
                </a:cubicBezTo>
                <a:lnTo>
                  <a:pt x="1557909" y="4713065"/>
                </a:lnTo>
                <a:cubicBezTo>
                  <a:pt x="1556671" y="4713065"/>
                  <a:pt x="1555623" y="4712018"/>
                  <a:pt x="1555623" y="4710779"/>
                </a:cubicBezTo>
                <a:lnTo>
                  <a:pt x="1555623" y="4701731"/>
                </a:lnTo>
                <a:cubicBezTo>
                  <a:pt x="1555623" y="4700493"/>
                  <a:pt x="1556671" y="4699445"/>
                  <a:pt x="1557909" y="4699445"/>
                </a:cubicBezTo>
                <a:lnTo>
                  <a:pt x="1566958" y="4699445"/>
                </a:lnTo>
                <a:cubicBezTo>
                  <a:pt x="1568196" y="4699445"/>
                  <a:pt x="1569244" y="4700493"/>
                  <a:pt x="1569244" y="4701731"/>
                </a:cubicBezTo>
                <a:lnTo>
                  <a:pt x="1569244" y="4710779"/>
                </a:lnTo>
                <a:close/>
                <a:moveTo>
                  <a:pt x="1757458" y="5035106"/>
                </a:moveTo>
                <a:cubicBezTo>
                  <a:pt x="1761363" y="5035106"/>
                  <a:pt x="1764792" y="5038058"/>
                  <a:pt x="1765268" y="5041964"/>
                </a:cubicBezTo>
                <a:cubicBezTo>
                  <a:pt x="1765840" y="5046250"/>
                  <a:pt x="1762792" y="5050251"/>
                  <a:pt x="1758410" y="5050727"/>
                </a:cubicBezTo>
                <a:cubicBezTo>
                  <a:pt x="1756315" y="5051013"/>
                  <a:pt x="1754219" y="5050441"/>
                  <a:pt x="1752600" y="5049108"/>
                </a:cubicBezTo>
                <a:cubicBezTo>
                  <a:pt x="1750981" y="5047869"/>
                  <a:pt x="1749838" y="5045964"/>
                  <a:pt x="1749647" y="5043869"/>
                </a:cubicBezTo>
                <a:cubicBezTo>
                  <a:pt x="1749362" y="5041773"/>
                  <a:pt x="1749933" y="5039678"/>
                  <a:pt x="1751267" y="5038058"/>
                </a:cubicBezTo>
                <a:cubicBezTo>
                  <a:pt x="1752505" y="5036439"/>
                  <a:pt x="1754410" y="5035296"/>
                  <a:pt x="1756505" y="5035106"/>
                </a:cubicBezTo>
                <a:cubicBezTo>
                  <a:pt x="1756886" y="5035106"/>
                  <a:pt x="1757172" y="5035106"/>
                  <a:pt x="1757458" y="5035106"/>
                </a:cubicBezTo>
                <a:close/>
                <a:moveTo>
                  <a:pt x="1804226" y="5073206"/>
                </a:moveTo>
                <a:cubicBezTo>
                  <a:pt x="1808131" y="5073206"/>
                  <a:pt x="1811560" y="5076158"/>
                  <a:pt x="1812036" y="5080064"/>
                </a:cubicBezTo>
                <a:cubicBezTo>
                  <a:pt x="1812607" y="5084350"/>
                  <a:pt x="1809560" y="5088351"/>
                  <a:pt x="1805178" y="5088827"/>
                </a:cubicBezTo>
                <a:cubicBezTo>
                  <a:pt x="1800892" y="5089494"/>
                  <a:pt x="1796891" y="5086350"/>
                  <a:pt x="1796320" y="5082064"/>
                </a:cubicBezTo>
                <a:cubicBezTo>
                  <a:pt x="1796034" y="5079969"/>
                  <a:pt x="1796606" y="5077873"/>
                  <a:pt x="1797939" y="5076254"/>
                </a:cubicBezTo>
                <a:cubicBezTo>
                  <a:pt x="1799273" y="5074635"/>
                  <a:pt x="1801082" y="5073492"/>
                  <a:pt x="1803178" y="5073301"/>
                </a:cubicBezTo>
                <a:cubicBezTo>
                  <a:pt x="1803559" y="5073301"/>
                  <a:pt x="1803845" y="5073301"/>
                  <a:pt x="1804130" y="5073301"/>
                </a:cubicBezTo>
                <a:close/>
                <a:moveTo>
                  <a:pt x="1742503" y="4819650"/>
                </a:moveTo>
                <a:cubicBezTo>
                  <a:pt x="1742503" y="4820603"/>
                  <a:pt x="1741742" y="4821460"/>
                  <a:pt x="1740694" y="4821460"/>
                </a:cubicBezTo>
                <a:lnTo>
                  <a:pt x="1713833" y="4821460"/>
                </a:lnTo>
                <a:cubicBezTo>
                  <a:pt x="1712881" y="4821460"/>
                  <a:pt x="1712024" y="4820698"/>
                  <a:pt x="1712024" y="4819650"/>
                </a:cubicBezTo>
                <a:lnTo>
                  <a:pt x="1712024" y="4818888"/>
                </a:lnTo>
                <a:lnTo>
                  <a:pt x="1742408" y="4818888"/>
                </a:lnTo>
                <a:lnTo>
                  <a:pt x="1742408" y="4819650"/>
                </a:lnTo>
                <a:close/>
                <a:moveTo>
                  <a:pt x="1740694" y="4813173"/>
                </a:moveTo>
                <a:cubicBezTo>
                  <a:pt x="1741646" y="4813173"/>
                  <a:pt x="1742503" y="4813935"/>
                  <a:pt x="1742503" y="4814983"/>
                </a:cubicBezTo>
                <a:lnTo>
                  <a:pt x="1742503" y="4815459"/>
                </a:lnTo>
                <a:lnTo>
                  <a:pt x="1712119" y="4815459"/>
                </a:lnTo>
                <a:lnTo>
                  <a:pt x="1712119" y="4814983"/>
                </a:lnTo>
                <a:cubicBezTo>
                  <a:pt x="1712119" y="4814030"/>
                  <a:pt x="1712881" y="4813173"/>
                  <a:pt x="1713928" y="4813173"/>
                </a:cubicBezTo>
                <a:lnTo>
                  <a:pt x="1740789" y="4813173"/>
                </a:lnTo>
                <a:close/>
                <a:moveTo>
                  <a:pt x="1728311" y="4746022"/>
                </a:moveTo>
                <a:lnTo>
                  <a:pt x="1728311" y="4711637"/>
                </a:lnTo>
                <a:cubicBezTo>
                  <a:pt x="1728311" y="4711637"/>
                  <a:pt x="1770698" y="4711732"/>
                  <a:pt x="1770698" y="4711732"/>
                </a:cubicBezTo>
                <a:lnTo>
                  <a:pt x="1770698" y="4746022"/>
                </a:lnTo>
                <a:lnTo>
                  <a:pt x="1728311" y="4746022"/>
                </a:lnTo>
                <a:close/>
                <a:moveTo>
                  <a:pt x="1781461" y="4801934"/>
                </a:moveTo>
                <a:cubicBezTo>
                  <a:pt x="1782128" y="4801934"/>
                  <a:pt x="1782604" y="4802505"/>
                  <a:pt x="1782604" y="4803077"/>
                </a:cubicBezTo>
                <a:lnTo>
                  <a:pt x="1782604" y="4818698"/>
                </a:lnTo>
                <a:cubicBezTo>
                  <a:pt x="1782604" y="4819364"/>
                  <a:pt x="1782032" y="4819841"/>
                  <a:pt x="1781461" y="4819841"/>
                </a:cubicBezTo>
                <a:lnTo>
                  <a:pt x="1765840" y="4819841"/>
                </a:lnTo>
                <a:cubicBezTo>
                  <a:pt x="1765173" y="4819841"/>
                  <a:pt x="1764697" y="4819269"/>
                  <a:pt x="1764697" y="4818698"/>
                </a:cubicBezTo>
                <a:lnTo>
                  <a:pt x="1764697" y="4803077"/>
                </a:lnTo>
                <a:cubicBezTo>
                  <a:pt x="1764697" y="4802410"/>
                  <a:pt x="1765268" y="4801934"/>
                  <a:pt x="1765840" y="4801934"/>
                </a:cubicBezTo>
                <a:lnTo>
                  <a:pt x="1781461" y="4801934"/>
                </a:lnTo>
                <a:close/>
                <a:moveTo>
                  <a:pt x="1836992" y="4819460"/>
                </a:moveTo>
                <a:cubicBezTo>
                  <a:pt x="1836992" y="4820412"/>
                  <a:pt x="1836230" y="4821270"/>
                  <a:pt x="1835182" y="4821270"/>
                </a:cubicBezTo>
                <a:lnTo>
                  <a:pt x="1808417" y="4821270"/>
                </a:lnTo>
                <a:cubicBezTo>
                  <a:pt x="1807464" y="4821270"/>
                  <a:pt x="1806607" y="4820507"/>
                  <a:pt x="1806607" y="4819460"/>
                </a:cubicBezTo>
                <a:lnTo>
                  <a:pt x="1806607" y="4818793"/>
                </a:lnTo>
                <a:lnTo>
                  <a:pt x="1836992" y="4818793"/>
                </a:lnTo>
                <a:lnTo>
                  <a:pt x="1836992" y="4819460"/>
                </a:lnTo>
                <a:close/>
                <a:moveTo>
                  <a:pt x="1835277" y="4813269"/>
                </a:moveTo>
                <a:cubicBezTo>
                  <a:pt x="1836230" y="4813269"/>
                  <a:pt x="1837087" y="4814030"/>
                  <a:pt x="1837087" y="4815078"/>
                </a:cubicBezTo>
                <a:lnTo>
                  <a:pt x="1837087" y="4815459"/>
                </a:lnTo>
                <a:lnTo>
                  <a:pt x="1806702" y="4815459"/>
                </a:lnTo>
                <a:lnTo>
                  <a:pt x="1806702" y="4815078"/>
                </a:lnTo>
                <a:cubicBezTo>
                  <a:pt x="1806702" y="4814126"/>
                  <a:pt x="1807464" y="4813269"/>
                  <a:pt x="1808512" y="4813269"/>
                </a:cubicBezTo>
                <a:lnTo>
                  <a:pt x="1835277" y="4813269"/>
                </a:lnTo>
                <a:close/>
                <a:moveTo>
                  <a:pt x="2936748" y="5096351"/>
                </a:moveTo>
                <a:lnTo>
                  <a:pt x="3036284" y="4970526"/>
                </a:lnTo>
                <a:cubicBezTo>
                  <a:pt x="3037713" y="4971098"/>
                  <a:pt x="3039237" y="4971479"/>
                  <a:pt x="3040761" y="4971479"/>
                </a:cubicBezTo>
                <a:cubicBezTo>
                  <a:pt x="3042666" y="4971479"/>
                  <a:pt x="3044571" y="4971098"/>
                  <a:pt x="3046381" y="4970145"/>
                </a:cubicBezTo>
                <a:cubicBezTo>
                  <a:pt x="3052572" y="4967002"/>
                  <a:pt x="3055144" y="4959477"/>
                  <a:pt x="3052001" y="4953191"/>
                </a:cubicBezTo>
                <a:cubicBezTo>
                  <a:pt x="3048857" y="4946999"/>
                  <a:pt x="3041333" y="4944428"/>
                  <a:pt x="3035046" y="4947571"/>
                </a:cubicBezTo>
                <a:cubicBezTo>
                  <a:pt x="3032093" y="4949000"/>
                  <a:pt x="3029998" y="4951572"/>
                  <a:pt x="3028950" y="4954429"/>
                </a:cubicBezTo>
                <a:lnTo>
                  <a:pt x="2977705" y="4954429"/>
                </a:lnTo>
                <a:lnTo>
                  <a:pt x="2933700" y="4911757"/>
                </a:lnTo>
                <a:lnTo>
                  <a:pt x="2933700" y="4850987"/>
                </a:lnTo>
                <a:cubicBezTo>
                  <a:pt x="2934748" y="4850606"/>
                  <a:pt x="2935891" y="4850130"/>
                  <a:pt x="2936938" y="4849463"/>
                </a:cubicBezTo>
                <a:cubicBezTo>
                  <a:pt x="2939605" y="4847654"/>
                  <a:pt x="2941415" y="4844892"/>
                  <a:pt x="2942082" y="4841653"/>
                </a:cubicBezTo>
                <a:cubicBezTo>
                  <a:pt x="2942654" y="4838510"/>
                  <a:pt x="2942082" y="4835271"/>
                  <a:pt x="2940177" y="4832509"/>
                </a:cubicBezTo>
                <a:cubicBezTo>
                  <a:pt x="2938558" y="4830128"/>
                  <a:pt x="2936177" y="4828604"/>
                  <a:pt x="2933510" y="4827842"/>
                </a:cubicBezTo>
                <a:lnTo>
                  <a:pt x="2933795" y="4827842"/>
                </a:lnTo>
                <a:lnTo>
                  <a:pt x="2933795" y="4778407"/>
                </a:lnTo>
                <a:cubicBezTo>
                  <a:pt x="2933795" y="4778407"/>
                  <a:pt x="2945035" y="4778407"/>
                  <a:pt x="2945035" y="4778407"/>
                </a:cubicBezTo>
                <a:lnTo>
                  <a:pt x="2945035" y="4768692"/>
                </a:lnTo>
                <a:lnTo>
                  <a:pt x="2933795" y="4768692"/>
                </a:lnTo>
                <a:lnTo>
                  <a:pt x="2933795" y="4720114"/>
                </a:lnTo>
                <a:cubicBezTo>
                  <a:pt x="2933795" y="4720114"/>
                  <a:pt x="2944844" y="4720114"/>
                  <a:pt x="2944844" y="4720114"/>
                </a:cubicBezTo>
                <a:lnTo>
                  <a:pt x="2944844" y="4710398"/>
                </a:lnTo>
                <a:lnTo>
                  <a:pt x="2933700" y="4710398"/>
                </a:lnTo>
                <a:lnTo>
                  <a:pt x="2933700" y="4630198"/>
                </a:lnTo>
                <a:cubicBezTo>
                  <a:pt x="2933700" y="4630198"/>
                  <a:pt x="2944940" y="4630198"/>
                  <a:pt x="2944940" y="4630198"/>
                </a:cubicBezTo>
                <a:lnTo>
                  <a:pt x="2944940" y="4620482"/>
                </a:lnTo>
                <a:lnTo>
                  <a:pt x="2915412" y="4620482"/>
                </a:lnTo>
                <a:lnTo>
                  <a:pt x="2915412" y="4630198"/>
                </a:lnTo>
                <a:lnTo>
                  <a:pt x="2926556" y="4630198"/>
                </a:lnTo>
                <a:lnTo>
                  <a:pt x="2926556" y="4710398"/>
                </a:lnTo>
                <a:cubicBezTo>
                  <a:pt x="2926556" y="4710398"/>
                  <a:pt x="2915317" y="4710398"/>
                  <a:pt x="2915317" y="4710398"/>
                </a:cubicBezTo>
                <a:lnTo>
                  <a:pt x="2915317" y="4720114"/>
                </a:lnTo>
                <a:lnTo>
                  <a:pt x="2926556" y="4720114"/>
                </a:lnTo>
                <a:lnTo>
                  <a:pt x="2926556" y="4768692"/>
                </a:lnTo>
                <a:cubicBezTo>
                  <a:pt x="2926556" y="4768692"/>
                  <a:pt x="2915412" y="4768692"/>
                  <a:pt x="2915412" y="4768692"/>
                </a:cubicBezTo>
                <a:lnTo>
                  <a:pt x="2915412" y="4778407"/>
                </a:lnTo>
                <a:lnTo>
                  <a:pt x="2926556" y="4778407"/>
                </a:lnTo>
                <a:lnTo>
                  <a:pt x="2926556" y="4827842"/>
                </a:lnTo>
                <a:lnTo>
                  <a:pt x="2926652" y="4827842"/>
                </a:lnTo>
                <a:cubicBezTo>
                  <a:pt x="2922461" y="4829080"/>
                  <a:pt x="2919032" y="4832509"/>
                  <a:pt x="2918174" y="4837081"/>
                </a:cubicBezTo>
                <a:cubicBezTo>
                  <a:pt x="2917603" y="4840224"/>
                  <a:pt x="2918174" y="4843463"/>
                  <a:pt x="2920079" y="4846225"/>
                </a:cubicBezTo>
                <a:cubicBezTo>
                  <a:pt x="2921603" y="4848511"/>
                  <a:pt x="2923985" y="4850035"/>
                  <a:pt x="2926556" y="4850797"/>
                </a:cubicBezTo>
                <a:lnTo>
                  <a:pt x="2926556" y="4914805"/>
                </a:lnTo>
                <a:cubicBezTo>
                  <a:pt x="2926556" y="4914805"/>
                  <a:pt x="2974848" y="4961573"/>
                  <a:pt x="2974848" y="4961573"/>
                </a:cubicBezTo>
                <a:lnTo>
                  <a:pt x="3028664" y="4961573"/>
                </a:lnTo>
                <a:cubicBezTo>
                  <a:pt x="3028855" y="4962525"/>
                  <a:pt x="3028950" y="4963573"/>
                  <a:pt x="3029426" y="4964430"/>
                </a:cubicBezTo>
                <a:cubicBezTo>
                  <a:pt x="3030093" y="4965859"/>
                  <a:pt x="3031141" y="4967002"/>
                  <a:pt x="3032188" y="4967954"/>
                </a:cubicBezTo>
                <a:lnTo>
                  <a:pt x="2932462" y="5093970"/>
                </a:lnTo>
                <a:lnTo>
                  <a:pt x="2931986" y="5094637"/>
                </a:lnTo>
                <a:lnTo>
                  <a:pt x="2931986" y="5143595"/>
                </a:lnTo>
                <a:lnTo>
                  <a:pt x="2936748" y="5143595"/>
                </a:lnTo>
                <a:lnTo>
                  <a:pt x="2936748" y="5096351"/>
                </a:lnTo>
                <a:close/>
                <a:moveTo>
                  <a:pt x="2928747" y="4846511"/>
                </a:moveTo>
                <a:cubicBezTo>
                  <a:pt x="2926842" y="4846130"/>
                  <a:pt x="2925128" y="4845082"/>
                  <a:pt x="2924080" y="4843463"/>
                </a:cubicBezTo>
                <a:cubicBezTo>
                  <a:pt x="2922937" y="4841844"/>
                  <a:pt x="2922556" y="4839843"/>
                  <a:pt x="2922937" y="4837938"/>
                </a:cubicBezTo>
                <a:cubicBezTo>
                  <a:pt x="2923604" y="4834414"/>
                  <a:pt x="2926747" y="4831937"/>
                  <a:pt x="2930176" y="4831937"/>
                </a:cubicBezTo>
                <a:cubicBezTo>
                  <a:pt x="2930652" y="4831937"/>
                  <a:pt x="2931128" y="4831937"/>
                  <a:pt x="2931605" y="4832033"/>
                </a:cubicBezTo>
                <a:cubicBezTo>
                  <a:pt x="2933510" y="4832414"/>
                  <a:pt x="2935224" y="4833462"/>
                  <a:pt x="2936272" y="4835081"/>
                </a:cubicBezTo>
                <a:cubicBezTo>
                  <a:pt x="2937415" y="4836700"/>
                  <a:pt x="2937796" y="4838700"/>
                  <a:pt x="2937415" y="4840605"/>
                </a:cubicBezTo>
                <a:cubicBezTo>
                  <a:pt x="2937034" y="4842510"/>
                  <a:pt x="2935986" y="4844225"/>
                  <a:pt x="2934272" y="4845368"/>
                </a:cubicBezTo>
                <a:cubicBezTo>
                  <a:pt x="2932652" y="4846511"/>
                  <a:pt x="2930652" y="4846892"/>
                  <a:pt x="2928747" y="4846511"/>
                </a:cubicBezTo>
                <a:lnTo>
                  <a:pt x="2928747" y="4846511"/>
                </a:lnTo>
                <a:close/>
                <a:moveTo>
                  <a:pt x="3033236" y="4956239"/>
                </a:moveTo>
                <a:cubicBezTo>
                  <a:pt x="3033903" y="4954238"/>
                  <a:pt x="3035332" y="4952619"/>
                  <a:pt x="3037142" y="4951667"/>
                </a:cubicBezTo>
                <a:cubicBezTo>
                  <a:pt x="3039047" y="4950714"/>
                  <a:pt x="3041142" y="4950619"/>
                  <a:pt x="3043142" y="4951286"/>
                </a:cubicBezTo>
                <a:cubicBezTo>
                  <a:pt x="3045143" y="4951953"/>
                  <a:pt x="3046762" y="4953382"/>
                  <a:pt x="3047714" y="4955191"/>
                </a:cubicBezTo>
                <a:cubicBezTo>
                  <a:pt x="3048667" y="4957096"/>
                  <a:pt x="3048762" y="4959192"/>
                  <a:pt x="3048095" y="4961192"/>
                </a:cubicBezTo>
                <a:cubicBezTo>
                  <a:pt x="3047429" y="4963192"/>
                  <a:pt x="3046000" y="4964811"/>
                  <a:pt x="3044190" y="4965764"/>
                </a:cubicBezTo>
                <a:cubicBezTo>
                  <a:pt x="3040285" y="4967669"/>
                  <a:pt x="3035618" y="4966145"/>
                  <a:pt x="3033617" y="4962240"/>
                </a:cubicBezTo>
                <a:cubicBezTo>
                  <a:pt x="3032665" y="4960335"/>
                  <a:pt x="3032570" y="4958239"/>
                  <a:pt x="3033236" y="4956239"/>
                </a:cubicBezTo>
                <a:close/>
                <a:moveTo>
                  <a:pt x="2866549" y="5143595"/>
                </a:moveTo>
                <a:lnTo>
                  <a:pt x="2866549" y="5092446"/>
                </a:lnTo>
                <a:cubicBezTo>
                  <a:pt x="2866549" y="5092446"/>
                  <a:pt x="2766346" y="4965764"/>
                  <a:pt x="2766346" y="4965764"/>
                </a:cubicBezTo>
                <a:cubicBezTo>
                  <a:pt x="2767394" y="4964716"/>
                  <a:pt x="2768442" y="4963573"/>
                  <a:pt x="2769108" y="4962240"/>
                </a:cubicBezTo>
                <a:cubicBezTo>
                  <a:pt x="2769394" y="4961573"/>
                  <a:pt x="2769489" y="4960906"/>
                  <a:pt x="2769680" y="4960144"/>
                </a:cubicBezTo>
                <a:lnTo>
                  <a:pt x="2828544" y="4960144"/>
                </a:lnTo>
                <a:lnTo>
                  <a:pt x="2882551" y="4908233"/>
                </a:lnTo>
                <a:lnTo>
                  <a:pt x="2882551" y="4850797"/>
                </a:lnTo>
                <a:cubicBezTo>
                  <a:pt x="2886742" y="4849463"/>
                  <a:pt x="2890076" y="4846130"/>
                  <a:pt x="2890933" y="4841558"/>
                </a:cubicBezTo>
                <a:cubicBezTo>
                  <a:pt x="2891504" y="4838414"/>
                  <a:pt x="2890933" y="4835176"/>
                  <a:pt x="2889028" y="4832414"/>
                </a:cubicBezTo>
                <a:cubicBezTo>
                  <a:pt x="2887409" y="4830032"/>
                  <a:pt x="2885027" y="4828509"/>
                  <a:pt x="2882360" y="4827746"/>
                </a:cubicBezTo>
                <a:lnTo>
                  <a:pt x="2882742" y="4827746"/>
                </a:lnTo>
                <a:lnTo>
                  <a:pt x="2882742" y="4815173"/>
                </a:lnTo>
                <a:cubicBezTo>
                  <a:pt x="2882742" y="4815173"/>
                  <a:pt x="2893981" y="4815173"/>
                  <a:pt x="2893981" y="4815173"/>
                </a:cubicBezTo>
                <a:lnTo>
                  <a:pt x="2893981" y="4805458"/>
                </a:lnTo>
                <a:lnTo>
                  <a:pt x="2882742" y="4805458"/>
                </a:lnTo>
                <a:lnTo>
                  <a:pt x="2882742" y="4720019"/>
                </a:lnTo>
                <a:cubicBezTo>
                  <a:pt x="2882742" y="4720019"/>
                  <a:pt x="2893790" y="4720019"/>
                  <a:pt x="2893790" y="4720019"/>
                </a:cubicBezTo>
                <a:lnTo>
                  <a:pt x="2893790" y="4710303"/>
                </a:lnTo>
                <a:lnTo>
                  <a:pt x="2882646" y="4710303"/>
                </a:lnTo>
                <a:lnTo>
                  <a:pt x="2882646" y="4630103"/>
                </a:lnTo>
                <a:cubicBezTo>
                  <a:pt x="2882646" y="4630103"/>
                  <a:pt x="2893886" y="4630103"/>
                  <a:pt x="2893886" y="4630103"/>
                </a:cubicBezTo>
                <a:lnTo>
                  <a:pt x="2893886" y="4620387"/>
                </a:lnTo>
                <a:lnTo>
                  <a:pt x="2864358" y="4620387"/>
                </a:lnTo>
                <a:lnTo>
                  <a:pt x="2864358" y="4630103"/>
                </a:lnTo>
                <a:lnTo>
                  <a:pt x="2875502" y="4630103"/>
                </a:lnTo>
                <a:lnTo>
                  <a:pt x="2875502" y="4710303"/>
                </a:lnTo>
                <a:cubicBezTo>
                  <a:pt x="2875502" y="4710303"/>
                  <a:pt x="2864263" y="4710303"/>
                  <a:pt x="2864263" y="4710303"/>
                </a:cubicBezTo>
                <a:lnTo>
                  <a:pt x="2864263" y="4720019"/>
                </a:lnTo>
                <a:lnTo>
                  <a:pt x="2875502" y="4720019"/>
                </a:lnTo>
                <a:lnTo>
                  <a:pt x="2875502" y="4805458"/>
                </a:lnTo>
                <a:cubicBezTo>
                  <a:pt x="2875502" y="4805458"/>
                  <a:pt x="2864358" y="4805458"/>
                  <a:pt x="2864358" y="4805458"/>
                </a:cubicBezTo>
                <a:lnTo>
                  <a:pt x="2864358" y="4815173"/>
                </a:lnTo>
                <a:lnTo>
                  <a:pt x="2875598" y="4815173"/>
                </a:lnTo>
                <a:lnTo>
                  <a:pt x="2875598" y="4827746"/>
                </a:lnTo>
                <a:cubicBezTo>
                  <a:pt x="2871407" y="4828985"/>
                  <a:pt x="2867978" y="4832414"/>
                  <a:pt x="2867120" y="4836986"/>
                </a:cubicBezTo>
                <a:cubicBezTo>
                  <a:pt x="2866549" y="4840224"/>
                  <a:pt x="2867120" y="4843368"/>
                  <a:pt x="2869025" y="4846130"/>
                </a:cubicBezTo>
                <a:cubicBezTo>
                  <a:pt x="2870549" y="4848416"/>
                  <a:pt x="2872930" y="4849845"/>
                  <a:pt x="2875502" y="4850702"/>
                </a:cubicBezTo>
                <a:lnTo>
                  <a:pt x="2875502" y="4905184"/>
                </a:lnTo>
                <a:cubicBezTo>
                  <a:pt x="2875502" y="4905184"/>
                  <a:pt x="2825687" y="4953000"/>
                  <a:pt x="2825687" y="4953000"/>
                </a:cubicBezTo>
                <a:lnTo>
                  <a:pt x="2769870" y="4953000"/>
                </a:lnTo>
                <a:cubicBezTo>
                  <a:pt x="2768918" y="4949762"/>
                  <a:pt x="2766727" y="4946904"/>
                  <a:pt x="2763488" y="4945285"/>
                </a:cubicBezTo>
                <a:cubicBezTo>
                  <a:pt x="2757297" y="4942142"/>
                  <a:pt x="2749677" y="4944713"/>
                  <a:pt x="2746534" y="4950905"/>
                </a:cubicBezTo>
                <a:cubicBezTo>
                  <a:pt x="2743391" y="4957096"/>
                  <a:pt x="2745962" y="4964716"/>
                  <a:pt x="2752154" y="4967859"/>
                </a:cubicBezTo>
                <a:cubicBezTo>
                  <a:pt x="2753963" y="4968717"/>
                  <a:pt x="2755868" y="4969193"/>
                  <a:pt x="2757773" y="4969193"/>
                </a:cubicBezTo>
                <a:cubicBezTo>
                  <a:pt x="2759297" y="4969193"/>
                  <a:pt x="2760821" y="4968812"/>
                  <a:pt x="2762250" y="4968241"/>
                </a:cubicBezTo>
                <a:lnTo>
                  <a:pt x="2861786" y="5094065"/>
                </a:lnTo>
                <a:lnTo>
                  <a:pt x="2861786" y="5143595"/>
                </a:lnTo>
                <a:cubicBezTo>
                  <a:pt x="2861786" y="5143595"/>
                  <a:pt x="2866549" y="5143595"/>
                  <a:pt x="2866549" y="5143595"/>
                </a:cubicBezTo>
                <a:close/>
                <a:moveTo>
                  <a:pt x="2872930" y="4843463"/>
                </a:moveTo>
                <a:cubicBezTo>
                  <a:pt x="2871788" y="4841844"/>
                  <a:pt x="2871407" y="4839843"/>
                  <a:pt x="2871788" y="4837938"/>
                </a:cubicBezTo>
                <a:cubicBezTo>
                  <a:pt x="2872454" y="4834414"/>
                  <a:pt x="2875598" y="4831937"/>
                  <a:pt x="2879027" y="4831937"/>
                </a:cubicBezTo>
                <a:cubicBezTo>
                  <a:pt x="2879503" y="4831937"/>
                  <a:pt x="2879979" y="4831937"/>
                  <a:pt x="2880455" y="4832033"/>
                </a:cubicBezTo>
                <a:cubicBezTo>
                  <a:pt x="2882360" y="4832414"/>
                  <a:pt x="2884075" y="4833462"/>
                  <a:pt x="2885123" y="4835081"/>
                </a:cubicBezTo>
                <a:cubicBezTo>
                  <a:pt x="2886266" y="4836700"/>
                  <a:pt x="2886647" y="4838700"/>
                  <a:pt x="2886266" y="4840605"/>
                </a:cubicBezTo>
                <a:cubicBezTo>
                  <a:pt x="2885504" y="4844606"/>
                  <a:pt x="2881694" y="4847178"/>
                  <a:pt x="2877598" y="4846511"/>
                </a:cubicBezTo>
                <a:lnTo>
                  <a:pt x="2877598" y="4846511"/>
                </a:lnTo>
                <a:cubicBezTo>
                  <a:pt x="2875693" y="4846130"/>
                  <a:pt x="2873978" y="4845082"/>
                  <a:pt x="2872930" y="4843368"/>
                </a:cubicBezTo>
                <a:close/>
                <a:moveTo>
                  <a:pt x="2764822" y="4960049"/>
                </a:moveTo>
                <a:cubicBezTo>
                  <a:pt x="2762917" y="4963954"/>
                  <a:pt x="2758154" y="4965478"/>
                  <a:pt x="2754249" y="4963573"/>
                </a:cubicBezTo>
                <a:cubicBezTo>
                  <a:pt x="2752344" y="4962620"/>
                  <a:pt x="2751011" y="4961001"/>
                  <a:pt x="2750344" y="4959001"/>
                </a:cubicBezTo>
                <a:cubicBezTo>
                  <a:pt x="2749677" y="4957000"/>
                  <a:pt x="2749868" y="4954905"/>
                  <a:pt x="2750725" y="4953000"/>
                </a:cubicBezTo>
                <a:cubicBezTo>
                  <a:pt x="2751677" y="4951095"/>
                  <a:pt x="2753297" y="4949762"/>
                  <a:pt x="2755297" y="4949095"/>
                </a:cubicBezTo>
                <a:cubicBezTo>
                  <a:pt x="2756154" y="4948809"/>
                  <a:pt x="2756916" y="4948714"/>
                  <a:pt x="2757773" y="4948714"/>
                </a:cubicBezTo>
                <a:cubicBezTo>
                  <a:pt x="2759012" y="4948714"/>
                  <a:pt x="2760155" y="4949000"/>
                  <a:pt x="2761298" y="4949571"/>
                </a:cubicBezTo>
                <a:cubicBezTo>
                  <a:pt x="2765203" y="4951476"/>
                  <a:pt x="2766727" y="4956239"/>
                  <a:pt x="2764822" y="4960144"/>
                </a:cubicBezTo>
                <a:close/>
                <a:moveTo>
                  <a:pt x="1120712" y="5143595"/>
                </a:moveTo>
                <a:lnTo>
                  <a:pt x="1120712" y="5125498"/>
                </a:lnTo>
                <a:lnTo>
                  <a:pt x="1107758" y="5112068"/>
                </a:lnTo>
                <a:lnTo>
                  <a:pt x="934117" y="5112068"/>
                </a:lnTo>
                <a:lnTo>
                  <a:pt x="914972" y="5089874"/>
                </a:lnTo>
                <a:lnTo>
                  <a:pt x="790289" y="5089874"/>
                </a:lnTo>
                <a:cubicBezTo>
                  <a:pt x="790099" y="5090637"/>
                  <a:pt x="790099" y="5091399"/>
                  <a:pt x="789813" y="5092160"/>
                </a:cubicBezTo>
                <a:cubicBezTo>
                  <a:pt x="787241" y="5098352"/>
                  <a:pt x="780098" y="5101304"/>
                  <a:pt x="773906" y="5098638"/>
                </a:cubicBezTo>
                <a:cubicBezTo>
                  <a:pt x="767715" y="5096066"/>
                  <a:pt x="764762" y="5088922"/>
                  <a:pt x="767429" y="5082731"/>
                </a:cubicBezTo>
                <a:cubicBezTo>
                  <a:pt x="770001" y="5076540"/>
                  <a:pt x="777145" y="5073587"/>
                  <a:pt x="783336" y="5076254"/>
                </a:cubicBezTo>
                <a:cubicBezTo>
                  <a:pt x="787146" y="5077873"/>
                  <a:pt x="789527" y="5081302"/>
                  <a:pt x="790289" y="5085112"/>
                </a:cubicBezTo>
                <a:lnTo>
                  <a:pt x="917067" y="5085112"/>
                </a:lnTo>
                <a:lnTo>
                  <a:pt x="936212" y="5107305"/>
                </a:lnTo>
                <a:lnTo>
                  <a:pt x="1109663" y="5107305"/>
                </a:lnTo>
                <a:lnTo>
                  <a:pt x="1125379" y="5123498"/>
                </a:lnTo>
                <a:lnTo>
                  <a:pt x="1125379" y="5143595"/>
                </a:lnTo>
                <a:lnTo>
                  <a:pt x="1120616" y="5143595"/>
                </a:lnTo>
                <a:close/>
                <a:moveTo>
                  <a:pt x="1817942" y="5143595"/>
                </a:moveTo>
                <a:lnTo>
                  <a:pt x="1817942" y="5140833"/>
                </a:lnTo>
                <a:cubicBezTo>
                  <a:pt x="1824228" y="5139691"/>
                  <a:pt x="1828991" y="5134261"/>
                  <a:pt x="1828991" y="5127594"/>
                </a:cubicBezTo>
                <a:cubicBezTo>
                  <a:pt x="1828991" y="5120164"/>
                  <a:pt x="1822990" y="5114163"/>
                  <a:pt x="1815560" y="5114163"/>
                </a:cubicBezTo>
                <a:cubicBezTo>
                  <a:pt x="1808131" y="5114163"/>
                  <a:pt x="1802130" y="5120164"/>
                  <a:pt x="1802130" y="5127594"/>
                </a:cubicBezTo>
                <a:cubicBezTo>
                  <a:pt x="1802130" y="5134166"/>
                  <a:pt x="1806893" y="5139691"/>
                  <a:pt x="1813179" y="5140833"/>
                </a:cubicBezTo>
                <a:lnTo>
                  <a:pt x="1813179" y="5143595"/>
                </a:lnTo>
                <a:lnTo>
                  <a:pt x="1817942" y="5143595"/>
                </a:lnTo>
                <a:close/>
                <a:moveTo>
                  <a:pt x="1806893" y="5127594"/>
                </a:moveTo>
                <a:cubicBezTo>
                  <a:pt x="1806893" y="5122831"/>
                  <a:pt x="1810798" y="5118925"/>
                  <a:pt x="1815560" y="5118925"/>
                </a:cubicBezTo>
                <a:cubicBezTo>
                  <a:pt x="1820323" y="5118925"/>
                  <a:pt x="1824228" y="5122831"/>
                  <a:pt x="1824228" y="5127594"/>
                </a:cubicBezTo>
                <a:cubicBezTo>
                  <a:pt x="1824228" y="5132356"/>
                  <a:pt x="1820323" y="5136261"/>
                  <a:pt x="1815560" y="5136261"/>
                </a:cubicBezTo>
                <a:cubicBezTo>
                  <a:pt x="1810798" y="5136261"/>
                  <a:pt x="1806893" y="5132356"/>
                  <a:pt x="1806893" y="5127594"/>
                </a:cubicBezTo>
                <a:close/>
                <a:moveTo>
                  <a:pt x="1776317" y="5143595"/>
                </a:moveTo>
                <a:lnTo>
                  <a:pt x="1776317" y="5118069"/>
                </a:lnTo>
                <a:cubicBezTo>
                  <a:pt x="1781747" y="5117021"/>
                  <a:pt x="1785842" y="5112449"/>
                  <a:pt x="1785842" y="5106734"/>
                </a:cubicBezTo>
                <a:cubicBezTo>
                  <a:pt x="1785842" y="5100162"/>
                  <a:pt x="1780508" y="5094923"/>
                  <a:pt x="1774031" y="5094923"/>
                </a:cubicBezTo>
                <a:cubicBezTo>
                  <a:pt x="1767554" y="5094923"/>
                  <a:pt x="1762220" y="5100257"/>
                  <a:pt x="1762220" y="5106734"/>
                </a:cubicBezTo>
                <a:cubicBezTo>
                  <a:pt x="1762220" y="5112353"/>
                  <a:pt x="1766316" y="5116926"/>
                  <a:pt x="1771555" y="5118069"/>
                </a:cubicBezTo>
                <a:lnTo>
                  <a:pt x="1771555" y="5143595"/>
                </a:lnTo>
                <a:lnTo>
                  <a:pt x="1776317" y="5143595"/>
                </a:lnTo>
                <a:close/>
                <a:moveTo>
                  <a:pt x="1766983" y="5106638"/>
                </a:moveTo>
                <a:cubicBezTo>
                  <a:pt x="1766983" y="5102733"/>
                  <a:pt x="1770126" y="5099590"/>
                  <a:pt x="1774031" y="5099590"/>
                </a:cubicBezTo>
                <a:cubicBezTo>
                  <a:pt x="1777937" y="5099590"/>
                  <a:pt x="1781080" y="5102733"/>
                  <a:pt x="1781080" y="5106638"/>
                </a:cubicBezTo>
                <a:cubicBezTo>
                  <a:pt x="1781080" y="5110544"/>
                  <a:pt x="1777937" y="5113687"/>
                  <a:pt x="1774031" y="5113687"/>
                </a:cubicBezTo>
                <a:cubicBezTo>
                  <a:pt x="1770126" y="5113687"/>
                  <a:pt x="1766983" y="5110544"/>
                  <a:pt x="1766983" y="5106638"/>
                </a:cubicBezTo>
                <a:close/>
                <a:moveTo>
                  <a:pt x="1961769" y="4850035"/>
                </a:moveTo>
                <a:cubicBezTo>
                  <a:pt x="1963293" y="4850035"/>
                  <a:pt x="1964817" y="4849749"/>
                  <a:pt x="1966341" y="4849178"/>
                </a:cubicBezTo>
                <a:lnTo>
                  <a:pt x="1966341" y="4849178"/>
                </a:lnTo>
                <a:cubicBezTo>
                  <a:pt x="1970532" y="4847559"/>
                  <a:pt x="1973104" y="4843844"/>
                  <a:pt x="1973961" y="4839748"/>
                </a:cubicBezTo>
                <a:lnTo>
                  <a:pt x="2039493" y="4839748"/>
                </a:lnTo>
                <a:lnTo>
                  <a:pt x="2173319" y="4733925"/>
                </a:lnTo>
                <a:lnTo>
                  <a:pt x="2183416" y="4733925"/>
                </a:lnTo>
                <a:cubicBezTo>
                  <a:pt x="2184178" y="4736497"/>
                  <a:pt x="2185988" y="4738783"/>
                  <a:pt x="2188559" y="4740117"/>
                </a:cubicBezTo>
                <a:cubicBezTo>
                  <a:pt x="2193608" y="4742593"/>
                  <a:pt x="2199799" y="4740593"/>
                  <a:pt x="2202275" y="4735545"/>
                </a:cubicBezTo>
                <a:cubicBezTo>
                  <a:pt x="2204752" y="4730496"/>
                  <a:pt x="2202752" y="4724305"/>
                  <a:pt x="2197703" y="4721829"/>
                </a:cubicBezTo>
                <a:cubicBezTo>
                  <a:pt x="2192655" y="4719352"/>
                  <a:pt x="2186464" y="4721352"/>
                  <a:pt x="2183987" y="4726401"/>
                </a:cubicBezTo>
                <a:cubicBezTo>
                  <a:pt x="2183511" y="4727258"/>
                  <a:pt x="2183416" y="4728210"/>
                  <a:pt x="2183225" y="4729163"/>
                </a:cubicBezTo>
                <a:lnTo>
                  <a:pt x="2171605" y="4729163"/>
                </a:lnTo>
                <a:cubicBezTo>
                  <a:pt x="2171605" y="4729163"/>
                  <a:pt x="2037778" y="4834986"/>
                  <a:pt x="2037778" y="4834986"/>
                </a:cubicBezTo>
                <a:lnTo>
                  <a:pt x="1973961" y="4834986"/>
                </a:lnTo>
                <a:cubicBezTo>
                  <a:pt x="1973866" y="4834223"/>
                  <a:pt x="1973866" y="4833557"/>
                  <a:pt x="1973580" y="4832795"/>
                </a:cubicBezTo>
                <a:cubicBezTo>
                  <a:pt x="1971103" y="4826318"/>
                  <a:pt x="1963674" y="4823079"/>
                  <a:pt x="1957292" y="4825556"/>
                </a:cubicBezTo>
                <a:cubicBezTo>
                  <a:pt x="1950815" y="4828032"/>
                  <a:pt x="1947577" y="4835367"/>
                  <a:pt x="1950053" y="4841844"/>
                </a:cubicBezTo>
                <a:cubicBezTo>
                  <a:pt x="1951958" y="4846796"/>
                  <a:pt x="1956816" y="4849940"/>
                  <a:pt x="1961864" y="4849940"/>
                </a:cubicBezTo>
                <a:close/>
                <a:moveTo>
                  <a:pt x="1958912" y="4830032"/>
                </a:moveTo>
                <a:cubicBezTo>
                  <a:pt x="1959864" y="4829652"/>
                  <a:pt x="1960817" y="4829461"/>
                  <a:pt x="1961769" y="4829461"/>
                </a:cubicBezTo>
                <a:cubicBezTo>
                  <a:pt x="1964912" y="4829461"/>
                  <a:pt x="1967865" y="4831366"/>
                  <a:pt x="1969103" y="4834509"/>
                </a:cubicBezTo>
                <a:cubicBezTo>
                  <a:pt x="1970627" y="4838510"/>
                  <a:pt x="1968627" y="4843082"/>
                  <a:pt x="1964627" y="4844701"/>
                </a:cubicBezTo>
                <a:cubicBezTo>
                  <a:pt x="1960531" y="4846320"/>
                  <a:pt x="1956054" y="4844225"/>
                  <a:pt x="1954435" y="4840224"/>
                </a:cubicBezTo>
                <a:cubicBezTo>
                  <a:pt x="1952911" y="4836224"/>
                  <a:pt x="1954911" y="4831652"/>
                  <a:pt x="1958912" y="4830032"/>
                </a:cubicBezTo>
                <a:close/>
                <a:moveTo>
                  <a:pt x="2752820" y="252698"/>
                </a:moveTo>
                <a:lnTo>
                  <a:pt x="2752820" y="267367"/>
                </a:lnTo>
                <a:cubicBezTo>
                  <a:pt x="2752820" y="269462"/>
                  <a:pt x="2751106" y="271177"/>
                  <a:pt x="2749010" y="271177"/>
                </a:cubicBezTo>
                <a:lnTo>
                  <a:pt x="2734342" y="271177"/>
                </a:lnTo>
                <a:cubicBezTo>
                  <a:pt x="2732246" y="271177"/>
                  <a:pt x="2730532" y="269462"/>
                  <a:pt x="2730532" y="267367"/>
                </a:cubicBezTo>
                <a:lnTo>
                  <a:pt x="2730532" y="252698"/>
                </a:lnTo>
                <a:cubicBezTo>
                  <a:pt x="2730532" y="250603"/>
                  <a:pt x="2732246" y="248888"/>
                  <a:pt x="2734342" y="248888"/>
                </a:cubicBezTo>
                <a:lnTo>
                  <a:pt x="2749010" y="248888"/>
                </a:lnTo>
                <a:cubicBezTo>
                  <a:pt x="2751106" y="248888"/>
                  <a:pt x="2752820" y="250603"/>
                  <a:pt x="2752820" y="252698"/>
                </a:cubicBezTo>
                <a:close/>
                <a:moveTo>
                  <a:pt x="480441" y="1725740"/>
                </a:moveTo>
                <a:lnTo>
                  <a:pt x="480441" y="1677162"/>
                </a:lnTo>
                <a:cubicBezTo>
                  <a:pt x="485489" y="1676019"/>
                  <a:pt x="489204" y="1671828"/>
                  <a:pt x="489204" y="1666589"/>
                </a:cubicBezTo>
                <a:cubicBezTo>
                  <a:pt x="489204" y="1660493"/>
                  <a:pt x="484251" y="1655540"/>
                  <a:pt x="478155" y="1655540"/>
                </a:cubicBezTo>
                <a:cubicBezTo>
                  <a:pt x="472059" y="1655540"/>
                  <a:pt x="467011" y="1660493"/>
                  <a:pt x="467011" y="1666589"/>
                </a:cubicBezTo>
                <a:cubicBezTo>
                  <a:pt x="467011" y="1671923"/>
                  <a:pt x="470821" y="1676114"/>
                  <a:pt x="475869" y="1677257"/>
                </a:cubicBezTo>
                <a:lnTo>
                  <a:pt x="475869" y="1723835"/>
                </a:lnTo>
                <a:cubicBezTo>
                  <a:pt x="475869" y="1723835"/>
                  <a:pt x="392906" y="1811274"/>
                  <a:pt x="392906" y="1811274"/>
                </a:cubicBezTo>
                <a:cubicBezTo>
                  <a:pt x="391954" y="1810798"/>
                  <a:pt x="390906" y="1810417"/>
                  <a:pt x="389858" y="1810417"/>
                </a:cubicBezTo>
                <a:lnTo>
                  <a:pt x="377190" y="1810417"/>
                </a:lnTo>
                <a:cubicBezTo>
                  <a:pt x="373475" y="1810417"/>
                  <a:pt x="370332" y="1813465"/>
                  <a:pt x="370332" y="1817275"/>
                </a:cubicBezTo>
                <a:lnTo>
                  <a:pt x="370332" y="1829943"/>
                </a:lnTo>
                <a:cubicBezTo>
                  <a:pt x="370332" y="1833658"/>
                  <a:pt x="373380" y="1836801"/>
                  <a:pt x="377190" y="1836801"/>
                </a:cubicBezTo>
                <a:lnTo>
                  <a:pt x="389858" y="1836801"/>
                </a:lnTo>
                <a:cubicBezTo>
                  <a:pt x="393573" y="1836801"/>
                  <a:pt x="396716" y="1833753"/>
                  <a:pt x="396716" y="1829943"/>
                </a:cubicBezTo>
                <a:lnTo>
                  <a:pt x="396716" y="1817275"/>
                </a:lnTo>
                <a:cubicBezTo>
                  <a:pt x="396716" y="1816418"/>
                  <a:pt x="396526" y="1815560"/>
                  <a:pt x="396240" y="1814798"/>
                </a:cubicBezTo>
                <a:lnTo>
                  <a:pt x="479965" y="1726406"/>
                </a:lnTo>
                <a:lnTo>
                  <a:pt x="480632" y="1725740"/>
                </a:lnTo>
                <a:close/>
                <a:moveTo>
                  <a:pt x="391763" y="1829943"/>
                </a:moveTo>
                <a:cubicBezTo>
                  <a:pt x="391763" y="1831086"/>
                  <a:pt x="390811" y="1832039"/>
                  <a:pt x="389668" y="1832039"/>
                </a:cubicBezTo>
                <a:lnTo>
                  <a:pt x="377000" y="1832039"/>
                </a:lnTo>
                <a:cubicBezTo>
                  <a:pt x="375857" y="1832039"/>
                  <a:pt x="374904" y="1831086"/>
                  <a:pt x="374904" y="1829943"/>
                </a:cubicBezTo>
                <a:lnTo>
                  <a:pt x="374904" y="1817275"/>
                </a:lnTo>
                <a:cubicBezTo>
                  <a:pt x="374904" y="1816132"/>
                  <a:pt x="375857" y="1815179"/>
                  <a:pt x="377000" y="1815179"/>
                </a:cubicBezTo>
                <a:lnTo>
                  <a:pt x="389668" y="1815179"/>
                </a:lnTo>
                <a:cubicBezTo>
                  <a:pt x="390811" y="1815179"/>
                  <a:pt x="391763" y="1816132"/>
                  <a:pt x="391763" y="1817275"/>
                </a:cubicBezTo>
                <a:lnTo>
                  <a:pt x="391763" y="1829943"/>
                </a:lnTo>
                <a:close/>
                <a:moveTo>
                  <a:pt x="471678" y="1666589"/>
                </a:moveTo>
                <a:cubicBezTo>
                  <a:pt x="471678" y="1663065"/>
                  <a:pt x="474536" y="1660303"/>
                  <a:pt x="478060" y="1660303"/>
                </a:cubicBezTo>
                <a:cubicBezTo>
                  <a:pt x="481584" y="1660303"/>
                  <a:pt x="484346" y="1663160"/>
                  <a:pt x="484346" y="1666589"/>
                </a:cubicBezTo>
                <a:cubicBezTo>
                  <a:pt x="484346" y="1670018"/>
                  <a:pt x="481489" y="1672971"/>
                  <a:pt x="478060" y="1672971"/>
                </a:cubicBezTo>
                <a:cubicBezTo>
                  <a:pt x="474631" y="1672971"/>
                  <a:pt x="471678" y="1670114"/>
                  <a:pt x="471678" y="1666589"/>
                </a:cubicBezTo>
                <a:close/>
                <a:moveTo>
                  <a:pt x="793052" y="5127879"/>
                </a:moveTo>
                <a:cubicBezTo>
                  <a:pt x="792575" y="5125117"/>
                  <a:pt x="791337" y="5122450"/>
                  <a:pt x="789337" y="5120354"/>
                </a:cubicBezTo>
                <a:cubicBezTo>
                  <a:pt x="783908" y="5114544"/>
                  <a:pt x="774668" y="5114163"/>
                  <a:pt x="768763" y="5119592"/>
                </a:cubicBezTo>
                <a:cubicBezTo>
                  <a:pt x="765905" y="5122260"/>
                  <a:pt x="764286" y="5125879"/>
                  <a:pt x="764096" y="5129689"/>
                </a:cubicBezTo>
                <a:cubicBezTo>
                  <a:pt x="764000" y="5133594"/>
                  <a:pt x="765334" y="5137309"/>
                  <a:pt x="768001" y="5140071"/>
                </a:cubicBezTo>
                <a:cubicBezTo>
                  <a:pt x="769429" y="5141595"/>
                  <a:pt x="771049" y="5142738"/>
                  <a:pt x="772859" y="5143500"/>
                </a:cubicBezTo>
                <a:lnTo>
                  <a:pt x="784289" y="5143500"/>
                </a:lnTo>
                <a:cubicBezTo>
                  <a:pt x="785813" y="5142833"/>
                  <a:pt x="787337" y="5141976"/>
                  <a:pt x="788575" y="5140833"/>
                </a:cubicBezTo>
                <a:cubicBezTo>
                  <a:pt x="790956" y="5138642"/>
                  <a:pt x="792385" y="5135690"/>
                  <a:pt x="792956" y="5132547"/>
                </a:cubicBezTo>
                <a:lnTo>
                  <a:pt x="895922" y="5132547"/>
                </a:lnTo>
                <a:lnTo>
                  <a:pt x="905351" y="5143500"/>
                </a:lnTo>
                <a:lnTo>
                  <a:pt x="911638" y="5143500"/>
                </a:lnTo>
                <a:lnTo>
                  <a:pt x="898112" y="5127784"/>
                </a:lnTo>
                <a:lnTo>
                  <a:pt x="792956" y="5127784"/>
                </a:lnTo>
                <a:close/>
                <a:moveTo>
                  <a:pt x="785336" y="5137404"/>
                </a:moveTo>
                <a:cubicBezTo>
                  <a:pt x="781431" y="5141024"/>
                  <a:pt x="775240" y="5140833"/>
                  <a:pt x="771525" y="5136928"/>
                </a:cubicBezTo>
                <a:cubicBezTo>
                  <a:pt x="769715" y="5135023"/>
                  <a:pt x="768858" y="5132547"/>
                  <a:pt x="768953" y="5129879"/>
                </a:cubicBezTo>
                <a:cubicBezTo>
                  <a:pt x="768953" y="5127308"/>
                  <a:pt x="770192" y="5124832"/>
                  <a:pt x="772097" y="5123022"/>
                </a:cubicBezTo>
                <a:cubicBezTo>
                  <a:pt x="774002" y="5121307"/>
                  <a:pt x="776383" y="5120450"/>
                  <a:pt x="778764" y="5120450"/>
                </a:cubicBezTo>
                <a:cubicBezTo>
                  <a:pt x="781431" y="5120450"/>
                  <a:pt x="784003" y="5121497"/>
                  <a:pt x="785908" y="5123593"/>
                </a:cubicBezTo>
                <a:cubicBezTo>
                  <a:pt x="787718" y="5125498"/>
                  <a:pt x="788670" y="5127974"/>
                  <a:pt x="788575" y="5130642"/>
                </a:cubicBezTo>
                <a:cubicBezTo>
                  <a:pt x="788575" y="5133213"/>
                  <a:pt x="787337" y="5135690"/>
                  <a:pt x="785432" y="5137499"/>
                </a:cubicBezTo>
                <a:close/>
                <a:moveTo>
                  <a:pt x="1690402" y="5082826"/>
                </a:moveTo>
                <a:lnTo>
                  <a:pt x="1690402" y="5067015"/>
                </a:lnTo>
                <a:cubicBezTo>
                  <a:pt x="1693640" y="5065967"/>
                  <a:pt x="1695926" y="5063109"/>
                  <a:pt x="1695926" y="5059585"/>
                </a:cubicBezTo>
                <a:cubicBezTo>
                  <a:pt x="1695926" y="5056537"/>
                  <a:pt x="1694117" y="5053870"/>
                  <a:pt x="1691545" y="5052632"/>
                </a:cubicBezTo>
                <a:lnTo>
                  <a:pt x="1691545" y="4790028"/>
                </a:lnTo>
                <a:lnTo>
                  <a:pt x="1673543" y="4770120"/>
                </a:lnTo>
                <a:lnTo>
                  <a:pt x="1627442" y="4770120"/>
                </a:lnTo>
                <a:lnTo>
                  <a:pt x="1627442" y="4763357"/>
                </a:lnTo>
                <a:cubicBezTo>
                  <a:pt x="1627442" y="4763357"/>
                  <a:pt x="1627442" y="4762786"/>
                  <a:pt x="1627156" y="4762595"/>
                </a:cubicBezTo>
                <a:lnTo>
                  <a:pt x="1608868" y="4740021"/>
                </a:lnTo>
                <a:cubicBezTo>
                  <a:pt x="1608868" y="4740021"/>
                  <a:pt x="1608296" y="4739545"/>
                  <a:pt x="1607915" y="4739545"/>
                </a:cubicBezTo>
                <a:lnTo>
                  <a:pt x="1573911" y="4739545"/>
                </a:lnTo>
                <a:lnTo>
                  <a:pt x="1573911" y="4737259"/>
                </a:lnTo>
                <a:cubicBezTo>
                  <a:pt x="1573911" y="4733354"/>
                  <a:pt x="1570768" y="4730211"/>
                  <a:pt x="1566863" y="4730211"/>
                </a:cubicBezTo>
                <a:lnTo>
                  <a:pt x="1557814" y="4730211"/>
                </a:lnTo>
                <a:cubicBezTo>
                  <a:pt x="1553909" y="4730211"/>
                  <a:pt x="1550765" y="4733354"/>
                  <a:pt x="1550765" y="4737259"/>
                </a:cubicBezTo>
                <a:lnTo>
                  <a:pt x="1550765" y="4746308"/>
                </a:lnTo>
                <a:cubicBezTo>
                  <a:pt x="1550765" y="4750213"/>
                  <a:pt x="1553909" y="4753356"/>
                  <a:pt x="1557814" y="4753356"/>
                </a:cubicBezTo>
                <a:lnTo>
                  <a:pt x="1559719" y="4753356"/>
                </a:lnTo>
                <a:lnTo>
                  <a:pt x="1559719" y="4782979"/>
                </a:lnTo>
                <a:lnTo>
                  <a:pt x="1542955" y="4802791"/>
                </a:lnTo>
                <a:lnTo>
                  <a:pt x="1463516" y="4802791"/>
                </a:lnTo>
                <a:cubicBezTo>
                  <a:pt x="1463231" y="4798886"/>
                  <a:pt x="1460659" y="4795362"/>
                  <a:pt x="1456753" y="4793933"/>
                </a:cubicBezTo>
                <a:cubicBezTo>
                  <a:pt x="1451420" y="4792028"/>
                  <a:pt x="1445514" y="4794885"/>
                  <a:pt x="1443704" y="4800219"/>
                </a:cubicBezTo>
                <a:cubicBezTo>
                  <a:pt x="1441799" y="4805553"/>
                  <a:pt x="1444657" y="4811459"/>
                  <a:pt x="1449991" y="4813269"/>
                </a:cubicBezTo>
                <a:cubicBezTo>
                  <a:pt x="1455134" y="4815078"/>
                  <a:pt x="1460659" y="4812411"/>
                  <a:pt x="1462754" y="4807458"/>
                </a:cubicBezTo>
                <a:lnTo>
                  <a:pt x="1545241" y="4807458"/>
                </a:lnTo>
                <a:lnTo>
                  <a:pt x="1564577" y="4784694"/>
                </a:lnTo>
                <a:lnTo>
                  <a:pt x="1564577" y="4753356"/>
                </a:lnTo>
                <a:lnTo>
                  <a:pt x="1566958" y="4753356"/>
                </a:lnTo>
                <a:cubicBezTo>
                  <a:pt x="1570863" y="4753356"/>
                  <a:pt x="1574006" y="4750213"/>
                  <a:pt x="1574006" y="4746308"/>
                </a:cubicBezTo>
                <a:lnTo>
                  <a:pt x="1574006" y="4741926"/>
                </a:lnTo>
                <a:lnTo>
                  <a:pt x="1607439" y="4741926"/>
                </a:lnTo>
                <a:lnTo>
                  <a:pt x="1625060" y="4763738"/>
                </a:lnTo>
                <a:lnTo>
                  <a:pt x="1625060" y="4770120"/>
                </a:lnTo>
                <a:lnTo>
                  <a:pt x="1593628" y="4770120"/>
                </a:lnTo>
                <a:lnTo>
                  <a:pt x="1576197" y="4793361"/>
                </a:lnTo>
                <a:lnTo>
                  <a:pt x="1576197" y="4826222"/>
                </a:lnTo>
                <a:lnTo>
                  <a:pt x="1478471" y="4826222"/>
                </a:lnTo>
                <a:cubicBezTo>
                  <a:pt x="1460182" y="4826222"/>
                  <a:pt x="1445324" y="4840510"/>
                  <a:pt x="1444085" y="4858512"/>
                </a:cubicBezTo>
                <a:lnTo>
                  <a:pt x="1416653" y="4858703"/>
                </a:lnTo>
                <a:lnTo>
                  <a:pt x="1416939" y="4760214"/>
                </a:lnTo>
                <a:lnTo>
                  <a:pt x="1441799" y="4730211"/>
                </a:lnTo>
                <a:lnTo>
                  <a:pt x="1487805" y="4730687"/>
                </a:lnTo>
                <a:lnTo>
                  <a:pt x="1487805" y="4730401"/>
                </a:lnTo>
                <a:cubicBezTo>
                  <a:pt x="1488662" y="4734592"/>
                  <a:pt x="1491615" y="4738212"/>
                  <a:pt x="1495997" y="4739736"/>
                </a:cubicBezTo>
                <a:cubicBezTo>
                  <a:pt x="1497330" y="4740212"/>
                  <a:pt x="1498759" y="4740402"/>
                  <a:pt x="1500188" y="4740402"/>
                </a:cubicBezTo>
                <a:cubicBezTo>
                  <a:pt x="1505426" y="4740402"/>
                  <a:pt x="1510284" y="4737164"/>
                  <a:pt x="1512094" y="4731925"/>
                </a:cubicBezTo>
                <a:cubicBezTo>
                  <a:pt x="1513237" y="4728782"/>
                  <a:pt x="1513046" y="4725353"/>
                  <a:pt x="1511522" y="4722305"/>
                </a:cubicBezTo>
                <a:cubicBezTo>
                  <a:pt x="1510094" y="4719257"/>
                  <a:pt x="1507522" y="4716971"/>
                  <a:pt x="1504283" y="4715828"/>
                </a:cubicBezTo>
                <a:cubicBezTo>
                  <a:pt x="1501045" y="4714685"/>
                  <a:pt x="1497711" y="4714875"/>
                  <a:pt x="1494663" y="4716399"/>
                </a:cubicBezTo>
                <a:cubicBezTo>
                  <a:pt x="1491615" y="4717828"/>
                  <a:pt x="1489329" y="4720400"/>
                  <a:pt x="1488186" y="4723638"/>
                </a:cubicBezTo>
                <a:cubicBezTo>
                  <a:pt x="1487900" y="4724400"/>
                  <a:pt x="1487710" y="4725162"/>
                  <a:pt x="1487615" y="4725924"/>
                </a:cubicBezTo>
                <a:lnTo>
                  <a:pt x="1440656" y="4725448"/>
                </a:lnTo>
                <a:cubicBezTo>
                  <a:pt x="1440180" y="4725257"/>
                  <a:pt x="1439228" y="4725734"/>
                  <a:pt x="1438847" y="4726305"/>
                </a:cubicBezTo>
                <a:lnTo>
                  <a:pt x="1412748" y="4757833"/>
                </a:lnTo>
                <a:cubicBezTo>
                  <a:pt x="1412748" y="4757833"/>
                  <a:pt x="1412177" y="4758786"/>
                  <a:pt x="1412177" y="4759357"/>
                </a:cubicBezTo>
                <a:lnTo>
                  <a:pt x="1411796" y="4861179"/>
                </a:lnTo>
                <a:cubicBezTo>
                  <a:pt x="1411796" y="4861846"/>
                  <a:pt x="1412081" y="4862418"/>
                  <a:pt x="1412462" y="4862894"/>
                </a:cubicBezTo>
                <a:cubicBezTo>
                  <a:pt x="1412939" y="4863370"/>
                  <a:pt x="1413510" y="4863561"/>
                  <a:pt x="1414177" y="4863561"/>
                </a:cubicBezTo>
                <a:lnTo>
                  <a:pt x="1414177" y="4863561"/>
                </a:lnTo>
                <a:lnTo>
                  <a:pt x="1443895" y="4863275"/>
                </a:lnTo>
                <a:cubicBezTo>
                  <a:pt x="1445133" y="4881277"/>
                  <a:pt x="1459992" y="4895469"/>
                  <a:pt x="1478280" y="4895469"/>
                </a:cubicBezTo>
                <a:lnTo>
                  <a:pt x="1485805" y="4895469"/>
                </a:lnTo>
                <a:lnTo>
                  <a:pt x="1485614" y="4906709"/>
                </a:lnTo>
                <a:lnTo>
                  <a:pt x="1474756" y="4915853"/>
                </a:lnTo>
                <a:lnTo>
                  <a:pt x="1401699" y="4915853"/>
                </a:lnTo>
                <a:cubicBezTo>
                  <a:pt x="1401699" y="4915853"/>
                  <a:pt x="1386459" y="4895374"/>
                  <a:pt x="1386459" y="4895374"/>
                </a:cubicBezTo>
                <a:lnTo>
                  <a:pt x="1386745" y="4817555"/>
                </a:lnTo>
                <a:cubicBezTo>
                  <a:pt x="1390841" y="4816602"/>
                  <a:pt x="1394365" y="4813745"/>
                  <a:pt x="1395889" y="4809554"/>
                </a:cubicBezTo>
                <a:cubicBezTo>
                  <a:pt x="1397032" y="4806411"/>
                  <a:pt x="1396841" y="4802981"/>
                  <a:pt x="1395317" y="4799934"/>
                </a:cubicBezTo>
                <a:cubicBezTo>
                  <a:pt x="1393889" y="4796886"/>
                  <a:pt x="1391317" y="4794599"/>
                  <a:pt x="1388078" y="4793456"/>
                </a:cubicBezTo>
                <a:cubicBezTo>
                  <a:pt x="1384840" y="4792313"/>
                  <a:pt x="1381506" y="4792504"/>
                  <a:pt x="1378458" y="4794028"/>
                </a:cubicBezTo>
                <a:cubicBezTo>
                  <a:pt x="1375410" y="4795457"/>
                  <a:pt x="1373124" y="4798029"/>
                  <a:pt x="1371981" y="4801267"/>
                </a:cubicBezTo>
                <a:cubicBezTo>
                  <a:pt x="1370838" y="4804410"/>
                  <a:pt x="1371028" y="4807839"/>
                  <a:pt x="1372553" y="4810887"/>
                </a:cubicBezTo>
                <a:cubicBezTo>
                  <a:pt x="1373981" y="4813935"/>
                  <a:pt x="1376553" y="4816221"/>
                  <a:pt x="1379792" y="4817364"/>
                </a:cubicBezTo>
                <a:cubicBezTo>
                  <a:pt x="1380553" y="4817650"/>
                  <a:pt x="1381316" y="4817650"/>
                  <a:pt x="1382078" y="4817745"/>
                </a:cubicBezTo>
                <a:lnTo>
                  <a:pt x="1381792" y="4896232"/>
                </a:lnTo>
                <a:cubicBezTo>
                  <a:pt x="1381792" y="4896708"/>
                  <a:pt x="1381982" y="4897279"/>
                  <a:pt x="1382268" y="4897660"/>
                </a:cubicBezTo>
                <a:lnTo>
                  <a:pt x="1398746" y="4919663"/>
                </a:lnTo>
                <a:cubicBezTo>
                  <a:pt x="1399223" y="4920234"/>
                  <a:pt x="1399889" y="4920616"/>
                  <a:pt x="1400651" y="4920616"/>
                </a:cubicBezTo>
                <a:lnTo>
                  <a:pt x="1475803" y="4920616"/>
                </a:lnTo>
                <a:cubicBezTo>
                  <a:pt x="1476375" y="4920616"/>
                  <a:pt x="1476947" y="4920520"/>
                  <a:pt x="1477328" y="4920139"/>
                </a:cubicBezTo>
                <a:lnTo>
                  <a:pt x="1489710" y="4909757"/>
                </a:lnTo>
                <a:cubicBezTo>
                  <a:pt x="1490282" y="4909281"/>
                  <a:pt x="1490567" y="4908614"/>
                  <a:pt x="1490567" y="4907947"/>
                </a:cubicBezTo>
                <a:lnTo>
                  <a:pt x="1490758" y="4895565"/>
                </a:lnTo>
                <a:lnTo>
                  <a:pt x="1532477" y="4895565"/>
                </a:lnTo>
                <a:lnTo>
                  <a:pt x="1532096" y="4922997"/>
                </a:lnTo>
                <a:lnTo>
                  <a:pt x="1507712" y="4948714"/>
                </a:lnTo>
                <a:lnTo>
                  <a:pt x="1375029" y="4948714"/>
                </a:lnTo>
                <a:cubicBezTo>
                  <a:pt x="1375029" y="4948714"/>
                  <a:pt x="1362170" y="4937189"/>
                  <a:pt x="1362170" y="4937189"/>
                </a:cubicBezTo>
                <a:cubicBezTo>
                  <a:pt x="1361980" y="4936998"/>
                  <a:pt x="1361694" y="4936903"/>
                  <a:pt x="1361408" y="4936903"/>
                </a:cubicBezTo>
                <a:lnTo>
                  <a:pt x="1290542" y="4936713"/>
                </a:lnTo>
                <a:cubicBezTo>
                  <a:pt x="1289971" y="4932331"/>
                  <a:pt x="1286542" y="4928616"/>
                  <a:pt x="1281970" y="4928235"/>
                </a:cubicBezTo>
                <a:cubicBezTo>
                  <a:pt x="1277112" y="4927759"/>
                  <a:pt x="1273016" y="4930997"/>
                  <a:pt x="1271778" y="4935569"/>
                </a:cubicBezTo>
                <a:lnTo>
                  <a:pt x="1227677" y="4935569"/>
                </a:lnTo>
                <a:lnTo>
                  <a:pt x="1203103" y="4910424"/>
                </a:lnTo>
                <a:lnTo>
                  <a:pt x="1081564" y="4910424"/>
                </a:lnTo>
                <a:lnTo>
                  <a:pt x="1056608" y="4933283"/>
                </a:lnTo>
                <a:lnTo>
                  <a:pt x="914686" y="4933283"/>
                </a:lnTo>
                <a:lnTo>
                  <a:pt x="914686" y="4930235"/>
                </a:lnTo>
                <a:cubicBezTo>
                  <a:pt x="914686" y="4927473"/>
                  <a:pt x="912400" y="4925187"/>
                  <a:pt x="909638" y="4925187"/>
                </a:cubicBezTo>
                <a:lnTo>
                  <a:pt x="896684" y="4925187"/>
                </a:lnTo>
                <a:cubicBezTo>
                  <a:pt x="893921" y="4925187"/>
                  <a:pt x="891635" y="4927473"/>
                  <a:pt x="891635" y="4930235"/>
                </a:cubicBezTo>
                <a:lnTo>
                  <a:pt x="891635" y="4933283"/>
                </a:lnTo>
                <a:lnTo>
                  <a:pt x="829913" y="4933283"/>
                </a:lnTo>
                <a:cubicBezTo>
                  <a:pt x="829913" y="4933283"/>
                  <a:pt x="774764" y="4871466"/>
                  <a:pt x="774764" y="4871466"/>
                </a:cubicBezTo>
                <a:lnTo>
                  <a:pt x="695230" y="4871466"/>
                </a:lnTo>
                <a:cubicBezTo>
                  <a:pt x="694468" y="4868228"/>
                  <a:pt x="692658" y="4865275"/>
                  <a:pt x="689801" y="4863179"/>
                </a:cubicBezTo>
                <a:cubicBezTo>
                  <a:pt x="687229" y="4861274"/>
                  <a:pt x="684276" y="4860417"/>
                  <a:pt x="681323" y="4860417"/>
                </a:cubicBezTo>
                <a:cubicBezTo>
                  <a:pt x="676942" y="4860417"/>
                  <a:pt x="672560" y="4862418"/>
                  <a:pt x="669703" y="4866228"/>
                </a:cubicBezTo>
                <a:cubicBezTo>
                  <a:pt x="665036" y="4872609"/>
                  <a:pt x="666369" y="4881563"/>
                  <a:pt x="672751" y="4886230"/>
                </a:cubicBezTo>
                <a:cubicBezTo>
                  <a:pt x="674561" y="4887563"/>
                  <a:pt x="676656" y="4888421"/>
                  <a:pt x="678847" y="4888706"/>
                </a:cubicBezTo>
                <a:lnTo>
                  <a:pt x="678847" y="5143786"/>
                </a:lnTo>
                <a:lnTo>
                  <a:pt x="683609" y="5143786"/>
                </a:lnTo>
                <a:lnTo>
                  <a:pt x="683609" y="4888706"/>
                </a:lnTo>
                <a:cubicBezTo>
                  <a:pt x="687324" y="4888040"/>
                  <a:pt x="690563" y="4886134"/>
                  <a:pt x="692753" y="4883087"/>
                </a:cubicBezTo>
                <a:cubicBezTo>
                  <a:pt x="694277" y="4880991"/>
                  <a:pt x="695135" y="4878610"/>
                  <a:pt x="695420" y="4876134"/>
                </a:cubicBezTo>
                <a:lnTo>
                  <a:pt x="772477" y="4876134"/>
                </a:lnTo>
                <a:cubicBezTo>
                  <a:pt x="772477" y="4876134"/>
                  <a:pt x="827627" y="4937950"/>
                  <a:pt x="827627" y="4937950"/>
                </a:cubicBezTo>
                <a:lnTo>
                  <a:pt x="891445" y="4937950"/>
                </a:lnTo>
                <a:cubicBezTo>
                  <a:pt x="891445" y="4937950"/>
                  <a:pt x="891445" y="4942999"/>
                  <a:pt x="891445" y="4942999"/>
                </a:cubicBezTo>
                <a:cubicBezTo>
                  <a:pt x="891445" y="4945761"/>
                  <a:pt x="893731" y="4948047"/>
                  <a:pt x="896493" y="4948047"/>
                </a:cubicBezTo>
                <a:lnTo>
                  <a:pt x="909447" y="4948047"/>
                </a:lnTo>
                <a:cubicBezTo>
                  <a:pt x="912209" y="4948047"/>
                  <a:pt x="914495" y="4945761"/>
                  <a:pt x="914495" y="4942999"/>
                </a:cubicBezTo>
                <a:lnTo>
                  <a:pt x="914495" y="4937856"/>
                </a:lnTo>
                <a:lnTo>
                  <a:pt x="1058228" y="4937856"/>
                </a:lnTo>
                <a:lnTo>
                  <a:pt x="1083183" y="4914995"/>
                </a:lnTo>
                <a:lnTo>
                  <a:pt x="1200817" y="4914995"/>
                </a:lnTo>
                <a:lnTo>
                  <a:pt x="1225391" y="4940142"/>
                </a:lnTo>
                <a:lnTo>
                  <a:pt x="1271397" y="4940142"/>
                </a:lnTo>
                <a:cubicBezTo>
                  <a:pt x="1272350" y="4944047"/>
                  <a:pt x="1275683" y="4947095"/>
                  <a:pt x="1279874" y="4947475"/>
                </a:cubicBezTo>
                <a:cubicBezTo>
                  <a:pt x="1285113" y="4947952"/>
                  <a:pt x="1289780" y="4944142"/>
                  <a:pt x="1290447" y="4938903"/>
                </a:cubicBezTo>
                <a:lnTo>
                  <a:pt x="1360742" y="4939094"/>
                </a:lnTo>
                <a:lnTo>
                  <a:pt x="1373600" y="4950524"/>
                </a:lnTo>
                <a:cubicBezTo>
                  <a:pt x="1373600" y="4950524"/>
                  <a:pt x="1374077" y="4950810"/>
                  <a:pt x="1374362" y="4950810"/>
                </a:cubicBezTo>
                <a:lnTo>
                  <a:pt x="1507998" y="4950810"/>
                </a:lnTo>
                <a:cubicBezTo>
                  <a:pt x="1507998" y="4950810"/>
                  <a:pt x="1508665" y="4950810"/>
                  <a:pt x="1508855" y="4950524"/>
                </a:cubicBezTo>
                <a:lnTo>
                  <a:pt x="1533906" y="4924140"/>
                </a:lnTo>
                <a:cubicBezTo>
                  <a:pt x="1533906" y="4924140"/>
                  <a:pt x="1534192" y="4923663"/>
                  <a:pt x="1534192" y="4923378"/>
                </a:cubicBezTo>
                <a:lnTo>
                  <a:pt x="1534573" y="4895469"/>
                </a:lnTo>
                <a:lnTo>
                  <a:pt x="1579245" y="4895469"/>
                </a:lnTo>
                <a:lnTo>
                  <a:pt x="1579245" y="4951095"/>
                </a:lnTo>
                <a:cubicBezTo>
                  <a:pt x="1579245" y="4951095"/>
                  <a:pt x="1545146" y="4987004"/>
                  <a:pt x="1545146" y="4987004"/>
                </a:cubicBezTo>
                <a:lnTo>
                  <a:pt x="1417796" y="4987004"/>
                </a:lnTo>
                <a:cubicBezTo>
                  <a:pt x="1417796" y="4987004"/>
                  <a:pt x="1405033" y="4976146"/>
                  <a:pt x="1405033" y="4976146"/>
                </a:cubicBezTo>
                <a:cubicBezTo>
                  <a:pt x="1404842" y="4975956"/>
                  <a:pt x="1404557" y="4975860"/>
                  <a:pt x="1404271" y="4975860"/>
                </a:cubicBezTo>
                <a:lnTo>
                  <a:pt x="1314450" y="4975670"/>
                </a:lnTo>
                <a:lnTo>
                  <a:pt x="1314450" y="4969288"/>
                </a:lnTo>
                <a:cubicBezTo>
                  <a:pt x="1314450" y="4966525"/>
                  <a:pt x="1312164" y="4964240"/>
                  <a:pt x="1309402" y="4964240"/>
                </a:cubicBezTo>
                <a:lnTo>
                  <a:pt x="1296448" y="4964240"/>
                </a:lnTo>
                <a:cubicBezTo>
                  <a:pt x="1293686" y="4964240"/>
                  <a:pt x="1291400" y="4966525"/>
                  <a:pt x="1291400" y="4969288"/>
                </a:cubicBezTo>
                <a:lnTo>
                  <a:pt x="1291400" y="4974431"/>
                </a:lnTo>
                <a:lnTo>
                  <a:pt x="1215485" y="4974146"/>
                </a:lnTo>
                <a:lnTo>
                  <a:pt x="1189101" y="4947095"/>
                </a:lnTo>
                <a:lnTo>
                  <a:pt x="1103376" y="4947571"/>
                </a:lnTo>
                <a:lnTo>
                  <a:pt x="1102519" y="4947571"/>
                </a:lnTo>
                <a:lnTo>
                  <a:pt x="1069277" y="4974431"/>
                </a:lnTo>
                <a:lnTo>
                  <a:pt x="912304" y="4974146"/>
                </a:lnTo>
                <a:cubicBezTo>
                  <a:pt x="911828" y="4969193"/>
                  <a:pt x="907828" y="4965383"/>
                  <a:pt x="902779" y="4965383"/>
                </a:cubicBezTo>
                <a:cubicBezTo>
                  <a:pt x="897731" y="4965383"/>
                  <a:pt x="894112" y="4968907"/>
                  <a:pt x="893350" y="4973574"/>
                </a:cubicBezTo>
                <a:lnTo>
                  <a:pt x="819626" y="4973765"/>
                </a:lnTo>
                <a:lnTo>
                  <a:pt x="765524" y="4911662"/>
                </a:lnTo>
                <a:lnTo>
                  <a:pt x="725710" y="4911662"/>
                </a:lnTo>
                <a:cubicBezTo>
                  <a:pt x="724852" y="4908804"/>
                  <a:pt x="723138" y="4906042"/>
                  <a:pt x="720471" y="4904137"/>
                </a:cubicBezTo>
                <a:cubicBezTo>
                  <a:pt x="717899" y="4902232"/>
                  <a:pt x="714947" y="4901375"/>
                  <a:pt x="711994" y="4901375"/>
                </a:cubicBezTo>
                <a:cubicBezTo>
                  <a:pt x="707612" y="4901375"/>
                  <a:pt x="703231" y="4903375"/>
                  <a:pt x="700373" y="4907185"/>
                </a:cubicBezTo>
                <a:cubicBezTo>
                  <a:pt x="695706" y="4913567"/>
                  <a:pt x="697040" y="4922520"/>
                  <a:pt x="703421" y="4927188"/>
                </a:cubicBezTo>
                <a:cubicBezTo>
                  <a:pt x="705231" y="4928521"/>
                  <a:pt x="707327" y="4929378"/>
                  <a:pt x="709517" y="4929664"/>
                </a:cubicBezTo>
                <a:lnTo>
                  <a:pt x="709517" y="4938903"/>
                </a:lnTo>
                <a:lnTo>
                  <a:pt x="714280" y="4938903"/>
                </a:lnTo>
                <a:lnTo>
                  <a:pt x="714280" y="4929664"/>
                </a:lnTo>
                <a:cubicBezTo>
                  <a:pt x="717995" y="4928997"/>
                  <a:pt x="721233" y="4927092"/>
                  <a:pt x="723424" y="4924044"/>
                </a:cubicBezTo>
                <a:cubicBezTo>
                  <a:pt x="725138" y="4921663"/>
                  <a:pt x="725996" y="4918996"/>
                  <a:pt x="726186" y="4916329"/>
                </a:cubicBezTo>
                <a:lnTo>
                  <a:pt x="763238" y="4916329"/>
                </a:lnTo>
                <a:cubicBezTo>
                  <a:pt x="763238" y="4916329"/>
                  <a:pt x="817340" y="4978432"/>
                  <a:pt x="817340" y="4978432"/>
                </a:cubicBezTo>
                <a:lnTo>
                  <a:pt x="893540" y="4978242"/>
                </a:lnTo>
                <a:cubicBezTo>
                  <a:pt x="894874" y="4982051"/>
                  <a:pt x="898398" y="4984814"/>
                  <a:pt x="902684" y="4984814"/>
                </a:cubicBezTo>
                <a:cubicBezTo>
                  <a:pt x="906971" y="4984814"/>
                  <a:pt x="910209" y="4982337"/>
                  <a:pt x="911638" y="4978813"/>
                </a:cubicBezTo>
                <a:lnTo>
                  <a:pt x="1070039" y="4979099"/>
                </a:lnTo>
                <a:lnTo>
                  <a:pt x="1070896" y="4979099"/>
                </a:lnTo>
                <a:lnTo>
                  <a:pt x="1104138" y="4952238"/>
                </a:lnTo>
                <a:lnTo>
                  <a:pt x="1187006" y="4951762"/>
                </a:lnTo>
                <a:lnTo>
                  <a:pt x="1213390" y="4978813"/>
                </a:lnTo>
                <a:lnTo>
                  <a:pt x="1291400" y="4979099"/>
                </a:lnTo>
                <a:lnTo>
                  <a:pt x="1291400" y="4982051"/>
                </a:lnTo>
                <a:cubicBezTo>
                  <a:pt x="1291400" y="4984814"/>
                  <a:pt x="1293686" y="4987100"/>
                  <a:pt x="1296448" y="4987100"/>
                </a:cubicBezTo>
                <a:lnTo>
                  <a:pt x="1309402" y="4987100"/>
                </a:lnTo>
                <a:cubicBezTo>
                  <a:pt x="1312164" y="4987100"/>
                  <a:pt x="1314450" y="4984814"/>
                  <a:pt x="1314450" y="4982051"/>
                </a:cubicBezTo>
                <a:lnTo>
                  <a:pt x="1314450" y="4977860"/>
                </a:lnTo>
                <a:lnTo>
                  <a:pt x="1403890" y="4978051"/>
                </a:lnTo>
                <a:lnTo>
                  <a:pt x="1416653" y="4988719"/>
                </a:lnTo>
                <a:cubicBezTo>
                  <a:pt x="1416653" y="4988719"/>
                  <a:pt x="1417130" y="4989005"/>
                  <a:pt x="1417415" y="4989005"/>
                </a:cubicBezTo>
                <a:lnTo>
                  <a:pt x="1545622" y="4989005"/>
                </a:lnTo>
                <a:cubicBezTo>
                  <a:pt x="1545622" y="4989005"/>
                  <a:pt x="1546289" y="4989005"/>
                  <a:pt x="1546479" y="4988719"/>
                </a:cubicBezTo>
                <a:lnTo>
                  <a:pt x="1581245" y="4952048"/>
                </a:lnTo>
                <a:cubicBezTo>
                  <a:pt x="1581245" y="4952048"/>
                  <a:pt x="1581531" y="4951572"/>
                  <a:pt x="1581531" y="4951190"/>
                </a:cubicBezTo>
                <a:lnTo>
                  <a:pt x="1581531" y="4895088"/>
                </a:lnTo>
                <a:lnTo>
                  <a:pt x="1626013" y="4895088"/>
                </a:lnTo>
                <a:lnTo>
                  <a:pt x="1626013" y="4969002"/>
                </a:lnTo>
                <a:cubicBezTo>
                  <a:pt x="1626013" y="4969002"/>
                  <a:pt x="1568006" y="5029486"/>
                  <a:pt x="1568006" y="5029486"/>
                </a:cubicBezTo>
                <a:lnTo>
                  <a:pt x="1407605" y="5029486"/>
                </a:lnTo>
                <a:cubicBezTo>
                  <a:pt x="1407605" y="5029486"/>
                  <a:pt x="1389602" y="5013484"/>
                  <a:pt x="1389602" y="5013484"/>
                </a:cubicBezTo>
                <a:cubicBezTo>
                  <a:pt x="1389412" y="5013294"/>
                  <a:pt x="1389126" y="5013198"/>
                  <a:pt x="1388840" y="5013198"/>
                </a:cubicBezTo>
                <a:lnTo>
                  <a:pt x="1290352" y="5013008"/>
                </a:lnTo>
                <a:cubicBezTo>
                  <a:pt x="1290066" y="5007864"/>
                  <a:pt x="1285875" y="5003673"/>
                  <a:pt x="1280636" y="5003673"/>
                </a:cubicBezTo>
                <a:cubicBezTo>
                  <a:pt x="1276064" y="5003673"/>
                  <a:pt x="1272350" y="5006912"/>
                  <a:pt x="1271302" y="5011198"/>
                </a:cubicBezTo>
                <a:lnTo>
                  <a:pt x="1207199" y="5011198"/>
                </a:lnTo>
                <a:lnTo>
                  <a:pt x="1182148" y="4985862"/>
                </a:lnTo>
                <a:lnTo>
                  <a:pt x="1124998" y="4985862"/>
                </a:lnTo>
                <a:cubicBezTo>
                  <a:pt x="1124998" y="4985862"/>
                  <a:pt x="1094994" y="5011103"/>
                  <a:pt x="1094994" y="5011103"/>
                </a:cubicBezTo>
                <a:lnTo>
                  <a:pt x="911828" y="5011103"/>
                </a:lnTo>
                <a:lnTo>
                  <a:pt x="911828" y="5007007"/>
                </a:lnTo>
                <a:cubicBezTo>
                  <a:pt x="911828" y="5005483"/>
                  <a:pt x="910590" y="5004340"/>
                  <a:pt x="909161" y="5004340"/>
                </a:cubicBezTo>
                <a:lnTo>
                  <a:pt x="896207" y="5004340"/>
                </a:lnTo>
                <a:cubicBezTo>
                  <a:pt x="894683" y="5004340"/>
                  <a:pt x="893540" y="5005578"/>
                  <a:pt x="893540" y="5007007"/>
                </a:cubicBezTo>
                <a:lnTo>
                  <a:pt x="893540" y="5010912"/>
                </a:lnTo>
                <a:lnTo>
                  <a:pt x="807053" y="5010912"/>
                </a:lnTo>
                <a:lnTo>
                  <a:pt x="756095" y="4952715"/>
                </a:lnTo>
                <a:cubicBezTo>
                  <a:pt x="759047" y="4946619"/>
                  <a:pt x="757428" y="4939094"/>
                  <a:pt x="751713" y="4934903"/>
                </a:cubicBezTo>
                <a:cubicBezTo>
                  <a:pt x="749141" y="4932998"/>
                  <a:pt x="746189" y="4932140"/>
                  <a:pt x="743236" y="4932140"/>
                </a:cubicBezTo>
                <a:cubicBezTo>
                  <a:pt x="738854" y="4932140"/>
                  <a:pt x="734473" y="4934141"/>
                  <a:pt x="731615" y="4937950"/>
                </a:cubicBezTo>
                <a:cubicBezTo>
                  <a:pt x="726948" y="4944333"/>
                  <a:pt x="728282" y="4953286"/>
                  <a:pt x="734663" y="4957953"/>
                </a:cubicBezTo>
                <a:cubicBezTo>
                  <a:pt x="736283" y="4959192"/>
                  <a:pt x="738188" y="4959953"/>
                  <a:pt x="740093" y="4960335"/>
                </a:cubicBezTo>
                <a:lnTo>
                  <a:pt x="740283" y="5143215"/>
                </a:lnTo>
                <a:lnTo>
                  <a:pt x="745046" y="5143215"/>
                </a:lnTo>
                <a:lnTo>
                  <a:pt x="744855" y="4960525"/>
                </a:lnTo>
                <a:cubicBezTo>
                  <a:pt x="744855" y="4960525"/>
                  <a:pt x="745141" y="4960525"/>
                  <a:pt x="745236" y="4960525"/>
                </a:cubicBezTo>
                <a:cubicBezTo>
                  <a:pt x="748189" y="4960049"/>
                  <a:pt x="750761" y="4958525"/>
                  <a:pt x="752856" y="4956429"/>
                </a:cubicBezTo>
                <a:lnTo>
                  <a:pt x="804672" y="5015579"/>
                </a:lnTo>
                <a:lnTo>
                  <a:pt x="893254" y="5015579"/>
                </a:lnTo>
                <a:lnTo>
                  <a:pt x="893254" y="5019770"/>
                </a:lnTo>
                <a:cubicBezTo>
                  <a:pt x="893254" y="5021294"/>
                  <a:pt x="894493" y="5022438"/>
                  <a:pt x="895922" y="5022438"/>
                </a:cubicBezTo>
                <a:lnTo>
                  <a:pt x="908876" y="5022438"/>
                </a:lnTo>
                <a:cubicBezTo>
                  <a:pt x="910400" y="5022438"/>
                  <a:pt x="911543" y="5021199"/>
                  <a:pt x="911543" y="5019770"/>
                </a:cubicBezTo>
                <a:lnTo>
                  <a:pt x="911543" y="5015770"/>
                </a:lnTo>
                <a:lnTo>
                  <a:pt x="1096518" y="5015770"/>
                </a:lnTo>
                <a:lnTo>
                  <a:pt x="1126522" y="4990624"/>
                </a:lnTo>
                <a:lnTo>
                  <a:pt x="1179862" y="4990624"/>
                </a:lnTo>
                <a:cubicBezTo>
                  <a:pt x="1179862" y="4990624"/>
                  <a:pt x="1204913" y="5015866"/>
                  <a:pt x="1204913" y="5015866"/>
                </a:cubicBezTo>
                <a:lnTo>
                  <a:pt x="1271016" y="5015866"/>
                </a:lnTo>
                <a:cubicBezTo>
                  <a:pt x="1272159" y="5020057"/>
                  <a:pt x="1275778" y="5023104"/>
                  <a:pt x="1280255" y="5023104"/>
                </a:cubicBezTo>
                <a:cubicBezTo>
                  <a:pt x="1284732" y="5023104"/>
                  <a:pt x="1288732" y="5019675"/>
                  <a:pt x="1289590" y="5015294"/>
                </a:cubicBezTo>
                <a:lnTo>
                  <a:pt x="1387983" y="5015484"/>
                </a:lnTo>
                <a:lnTo>
                  <a:pt x="1405985" y="5031391"/>
                </a:lnTo>
                <a:cubicBezTo>
                  <a:pt x="1405985" y="5031391"/>
                  <a:pt x="1406462" y="5031677"/>
                  <a:pt x="1406747" y="5031677"/>
                </a:cubicBezTo>
                <a:lnTo>
                  <a:pt x="1568101" y="5031677"/>
                </a:lnTo>
                <a:cubicBezTo>
                  <a:pt x="1568101" y="5031677"/>
                  <a:pt x="1568768" y="5031677"/>
                  <a:pt x="1568958" y="5031391"/>
                </a:cubicBezTo>
                <a:lnTo>
                  <a:pt x="1627727" y="4970145"/>
                </a:lnTo>
                <a:cubicBezTo>
                  <a:pt x="1627727" y="4970145"/>
                  <a:pt x="1628013" y="4969669"/>
                  <a:pt x="1628013" y="4969288"/>
                </a:cubicBezTo>
                <a:lnTo>
                  <a:pt x="1628013" y="4894898"/>
                </a:lnTo>
                <a:cubicBezTo>
                  <a:pt x="1628013" y="4894898"/>
                  <a:pt x="1636681" y="4894898"/>
                  <a:pt x="1636681" y="4894898"/>
                </a:cubicBezTo>
                <a:cubicBezTo>
                  <a:pt x="1655731" y="4894898"/>
                  <a:pt x="1671352" y="4879372"/>
                  <a:pt x="1671352" y="4860227"/>
                </a:cubicBezTo>
                <a:cubicBezTo>
                  <a:pt x="1671352" y="4841081"/>
                  <a:pt x="1655826" y="4825651"/>
                  <a:pt x="1636681" y="4825651"/>
                </a:cubicBezTo>
                <a:lnTo>
                  <a:pt x="1626394" y="4825651"/>
                </a:lnTo>
                <a:lnTo>
                  <a:pt x="1626394" y="4776693"/>
                </a:lnTo>
                <a:lnTo>
                  <a:pt x="1669352" y="4776693"/>
                </a:lnTo>
                <a:lnTo>
                  <a:pt x="1683353" y="4792218"/>
                </a:lnTo>
                <a:lnTo>
                  <a:pt x="1683353" y="4992148"/>
                </a:lnTo>
                <a:lnTo>
                  <a:pt x="1661636" y="4992148"/>
                </a:lnTo>
                <a:lnTo>
                  <a:pt x="1617059" y="5043488"/>
                </a:lnTo>
                <a:cubicBezTo>
                  <a:pt x="1614869" y="5042440"/>
                  <a:pt x="1612487" y="5041773"/>
                  <a:pt x="1610011" y="5042059"/>
                </a:cubicBezTo>
                <a:cubicBezTo>
                  <a:pt x="1606677" y="5042440"/>
                  <a:pt x="1603724" y="5044154"/>
                  <a:pt x="1601629" y="5046822"/>
                </a:cubicBezTo>
                <a:cubicBezTo>
                  <a:pt x="1599533" y="5049488"/>
                  <a:pt x="1598676" y="5052822"/>
                  <a:pt x="1599057" y="5056156"/>
                </a:cubicBezTo>
                <a:cubicBezTo>
                  <a:pt x="1599343" y="5058157"/>
                  <a:pt x="1600200" y="5059966"/>
                  <a:pt x="1601248" y="5061585"/>
                </a:cubicBezTo>
                <a:lnTo>
                  <a:pt x="1594295" y="5071015"/>
                </a:lnTo>
                <a:lnTo>
                  <a:pt x="1594771" y="5143215"/>
                </a:lnTo>
                <a:lnTo>
                  <a:pt x="1599533" y="5143215"/>
                </a:lnTo>
                <a:lnTo>
                  <a:pt x="1599057" y="5072634"/>
                </a:lnTo>
                <a:lnTo>
                  <a:pt x="1604677" y="5065014"/>
                </a:lnTo>
                <a:cubicBezTo>
                  <a:pt x="1606677" y="5066348"/>
                  <a:pt x="1609058" y="5067300"/>
                  <a:pt x="1611535" y="5067300"/>
                </a:cubicBezTo>
                <a:cubicBezTo>
                  <a:pt x="1612106" y="5067300"/>
                  <a:pt x="1612582" y="5067300"/>
                  <a:pt x="1613154" y="5067205"/>
                </a:cubicBezTo>
                <a:cubicBezTo>
                  <a:pt x="1615535" y="5066919"/>
                  <a:pt x="1617631" y="5065872"/>
                  <a:pt x="1619345" y="5064538"/>
                </a:cubicBezTo>
                <a:lnTo>
                  <a:pt x="1623822" y="5068348"/>
                </a:lnTo>
                <a:lnTo>
                  <a:pt x="1623822" y="5143215"/>
                </a:lnTo>
                <a:cubicBezTo>
                  <a:pt x="1623822" y="5143215"/>
                  <a:pt x="1628585" y="5143215"/>
                  <a:pt x="1628585" y="5143215"/>
                </a:cubicBezTo>
                <a:lnTo>
                  <a:pt x="1628585" y="5066062"/>
                </a:lnTo>
                <a:cubicBezTo>
                  <a:pt x="1628585" y="5066062"/>
                  <a:pt x="1622489" y="5060823"/>
                  <a:pt x="1622489" y="5060823"/>
                </a:cubicBezTo>
                <a:cubicBezTo>
                  <a:pt x="1623822" y="5058537"/>
                  <a:pt x="1624489" y="5055775"/>
                  <a:pt x="1624108" y="5053013"/>
                </a:cubicBezTo>
                <a:cubicBezTo>
                  <a:pt x="1623917" y="5051298"/>
                  <a:pt x="1623251" y="5049679"/>
                  <a:pt x="1622393" y="5048155"/>
                </a:cubicBezTo>
                <a:lnTo>
                  <a:pt x="1664875" y="4999292"/>
                </a:lnTo>
                <a:lnTo>
                  <a:pt x="1683353" y="4999292"/>
                </a:lnTo>
                <a:lnTo>
                  <a:pt x="1683353" y="5052156"/>
                </a:lnTo>
                <a:cubicBezTo>
                  <a:pt x="1680782" y="5053489"/>
                  <a:pt x="1678972" y="5056061"/>
                  <a:pt x="1678972" y="5059109"/>
                </a:cubicBezTo>
                <a:cubicBezTo>
                  <a:pt x="1678972" y="5062633"/>
                  <a:pt x="1681353" y="5065586"/>
                  <a:pt x="1684496" y="5066538"/>
                </a:cubicBezTo>
                <a:lnTo>
                  <a:pt x="1684496" y="5080635"/>
                </a:lnTo>
                <a:lnTo>
                  <a:pt x="1677067" y="5089208"/>
                </a:lnTo>
                <a:lnTo>
                  <a:pt x="1677067" y="5143215"/>
                </a:lnTo>
                <a:lnTo>
                  <a:pt x="1681829" y="5143215"/>
                </a:lnTo>
                <a:lnTo>
                  <a:pt x="1681829" y="5091017"/>
                </a:lnTo>
                <a:lnTo>
                  <a:pt x="1689259" y="5082445"/>
                </a:lnTo>
                <a:close/>
                <a:moveTo>
                  <a:pt x="1569244" y="4746117"/>
                </a:moveTo>
                <a:cubicBezTo>
                  <a:pt x="1569244" y="4747355"/>
                  <a:pt x="1568196" y="4748403"/>
                  <a:pt x="1566958" y="4748403"/>
                </a:cubicBezTo>
                <a:lnTo>
                  <a:pt x="1557909" y="4748403"/>
                </a:lnTo>
                <a:cubicBezTo>
                  <a:pt x="1556671" y="4748403"/>
                  <a:pt x="1555623" y="4747355"/>
                  <a:pt x="1555623" y="4746117"/>
                </a:cubicBezTo>
                <a:lnTo>
                  <a:pt x="1555623" y="4737069"/>
                </a:lnTo>
                <a:cubicBezTo>
                  <a:pt x="1555623" y="4735830"/>
                  <a:pt x="1556671" y="4734782"/>
                  <a:pt x="1557909" y="4734782"/>
                </a:cubicBezTo>
                <a:lnTo>
                  <a:pt x="1566958" y="4734782"/>
                </a:lnTo>
                <a:cubicBezTo>
                  <a:pt x="1568196" y="4734782"/>
                  <a:pt x="1569244" y="4735830"/>
                  <a:pt x="1569244" y="4737069"/>
                </a:cubicBezTo>
                <a:lnTo>
                  <a:pt x="1569244" y="4746117"/>
                </a:lnTo>
                <a:close/>
                <a:moveTo>
                  <a:pt x="1492853" y="4724972"/>
                </a:moveTo>
                <a:cubicBezTo>
                  <a:pt x="1493520" y="4722971"/>
                  <a:pt x="1494949" y="4721352"/>
                  <a:pt x="1496854" y="4720495"/>
                </a:cubicBezTo>
                <a:cubicBezTo>
                  <a:pt x="1497902" y="4720019"/>
                  <a:pt x="1499045" y="4719733"/>
                  <a:pt x="1500283" y="4719733"/>
                </a:cubicBezTo>
                <a:cubicBezTo>
                  <a:pt x="1501140" y="4719733"/>
                  <a:pt x="1501997" y="4719923"/>
                  <a:pt x="1502855" y="4720209"/>
                </a:cubicBezTo>
                <a:cubicBezTo>
                  <a:pt x="1506950" y="4721638"/>
                  <a:pt x="1509141" y="4726115"/>
                  <a:pt x="1507712" y="4730211"/>
                </a:cubicBezTo>
                <a:cubicBezTo>
                  <a:pt x="1507046" y="4732211"/>
                  <a:pt x="1505617" y="4733830"/>
                  <a:pt x="1503712" y="4734687"/>
                </a:cubicBezTo>
                <a:cubicBezTo>
                  <a:pt x="1501807" y="4735640"/>
                  <a:pt x="1499711" y="4735735"/>
                  <a:pt x="1497711" y="4735068"/>
                </a:cubicBezTo>
                <a:cubicBezTo>
                  <a:pt x="1493615" y="4733639"/>
                  <a:pt x="1491425" y="4729163"/>
                  <a:pt x="1492853" y="4725067"/>
                </a:cubicBezTo>
                <a:close/>
                <a:moveTo>
                  <a:pt x="1381601" y="4812697"/>
                </a:moveTo>
                <a:cubicBezTo>
                  <a:pt x="1377506" y="4811268"/>
                  <a:pt x="1375315" y="4806792"/>
                  <a:pt x="1376744" y="4802696"/>
                </a:cubicBezTo>
                <a:cubicBezTo>
                  <a:pt x="1377887" y="4799457"/>
                  <a:pt x="1380935" y="4797457"/>
                  <a:pt x="1384173" y="4797457"/>
                </a:cubicBezTo>
                <a:cubicBezTo>
                  <a:pt x="1385030" y="4797457"/>
                  <a:pt x="1385888" y="4797552"/>
                  <a:pt x="1386745" y="4797933"/>
                </a:cubicBezTo>
                <a:cubicBezTo>
                  <a:pt x="1390841" y="4799362"/>
                  <a:pt x="1393031" y="4803839"/>
                  <a:pt x="1391603" y="4807935"/>
                </a:cubicBezTo>
                <a:cubicBezTo>
                  <a:pt x="1390174" y="4812030"/>
                  <a:pt x="1385697" y="4814221"/>
                  <a:pt x="1381601" y="4812792"/>
                </a:cubicBezTo>
                <a:close/>
                <a:moveTo>
                  <a:pt x="690848" y="4881372"/>
                </a:moveTo>
                <a:cubicBezTo>
                  <a:pt x="689039" y="4883849"/>
                  <a:pt x="686276" y="4885563"/>
                  <a:pt x="683228" y="4886040"/>
                </a:cubicBezTo>
                <a:cubicBezTo>
                  <a:pt x="682657" y="4886040"/>
                  <a:pt x="681990" y="4886134"/>
                  <a:pt x="681419" y="4886134"/>
                </a:cubicBezTo>
                <a:cubicBezTo>
                  <a:pt x="678942" y="4886134"/>
                  <a:pt x="676561" y="4885373"/>
                  <a:pt x="674561" y="4883849"/>
                </a:cubicBezTo>
                <a:cubicBezTo>
                  <a:pt x="669322" y="4880039"/>
                  <a:pt x="668274" y="4872704"/>
                  <a:pt x="672084" y="4867466"/>
                </a:cubicBezTo>
                <a:cubicBezTo>
                  <a:pt x="675894" y="4862322"/>
                  <a:pt x="683228" y="4861179"/>
                  <a:pt x="688467" y="4864989"/>
                </a:cubicBezTo>
                <a:cubicBezTo>
                  <a:pt x="690944" y="4866799"/>
                  <a:pt x="692658" y="4869561"/>
                  <a:pt x="693134" y="4872609"/>
                </a:cubicBezTo>
                <a:cubicBezTo>
                  <a:pt x="693611" y="4875657"/>
                  <a:pt x="692849" y="4878801"/>
                  <a:pt x="691039" y="4881277"/>
                </a:cubicBezTo>
                <a:close/>
                <a:moveTo>
                  <a:pt x="909923" y="4942904"/>
                </a:moveTo>
                <a:cubicBezTo>
                  <a:pt x="909923" y="4942904"/>
                  <a:pt x="909733" y="4943190"/>
                  <a:pt x="909638" y="4943190"/>
                </a:cubicBezTo>
                <a:lnTo>
                  <a:pt x="896398" y="4942904"/>
                </a:lnTo>
                <a:lnTo>
                  <a:pt x="896684" y="4929664"/>
                </a:lnTo>
                <a:lnTo>
                  <a:pt x="909923" y="4929950"/>
                </a:lnTo>
                <a:lnTo>
                  <a:pt x="909923" y="4942904"/>
                </a:lnTo>
                <a:close/>
                <a:moveTo>
                  <a:pt x="721900" y="4922615"/>
                </a:moveTo>
                <a:cubicBezTo>
                  <a:pt x="720090" y="4925092"/>
                  <a:pt x="717328" y="4926806"/>
                  <a:pt x="714280" y="4927283"/>
                </a:cubicBezTo>
                <a:cubicBezTo>
                  <a:pt x="713708" y="4927283"/>
                  <a:pt x="713042" y="4927378"/>
                  <a:pt x="712470" y="4927378"/>
                </a:cubicBezTo>
                <a:cubicBezTo>
                  <a:pt x="709994" y="4927378"/>
                  <a:pt x="707612" y="4926616"/>
                  <a:pt x="705612" y="4925092"/>
                </a:cubicBezTo>
                <a:cubicBezTo>
                  <a:pt x="700373" y="4921282"/>
                  <a:pt x="699326" y="4913948"/>
                  <a:pt x="703136" y="4908709"/>
                </a:cubicBezTo>
                <a:cubicBezTo>
                  <a:pt x="706946" y="4903565"/>
                  <a:pt x="714280" y="4902422"/>
                  <a:pt x="719519" y="4906233"/>
                </a:cubicBezTo>
                <a:cubicBezTo>
                  <a:pt x="721995" y="4908042"/>
                  <a:pt x="723710" y="4910804"/>
                  <a:pt x="724186" y="4913853"/>
                </a:cubicBezTo>
                <a:cubicBezTo>
                  <a:pt x="724662" y="4916901"/>
                  <a:pt x="723900" y="4920044"/>
                  <a:pt x="722090" y="4922520"/>
                </a:cubicBezTo>
                <a:close/>
                <a:moveTo>
                  <a:pt x="1310164" y="4982147"/>
                </a:moveTo>
                <a:cubicBezTo>
                  <a:pt x="1310164" y="4982147"/>
                  <a:pt x="1310069" y="4982433"/>
                  <a:pt x="1309878" y="4982433"/>
                </a:cubicBezTo>
                <a:lnTo>
                  <a:pt x="1296638" y="4982147"/>
                </a:lnTo>
                <a:lnTo>
                  <a:pt x="1296924" y="4968907"/>
                </a:lnTo>
                <a:lnTo>
                  <a:pt x="1310164" y="4969193"/>
                </a:lnTo>
                <a:lnTo>
                  <a:pt x="1310164" y="4982051"/>
                </a:lnTo>
                <a:close/>
                <a:moveTo>
                  <a:pt x="753237" y="4953667"/>
                </a:moveTo>
                <a:cubicBezTo>
                  <a:pt x="751427" y="4956144"/>
                  <a:pt x="748665" y="4957858"/>
                  <a:pt x="745617" y="4958334"/>
                </a:cubicBezTo>
                <a:cubicBezTo>
                  <a:pt x="745046" y="4958334"/>
                  <a:pt x="744379" y="4958429"/>
                  <a:pt x="743807" y="4958429"/>
                </a:cubicBezTo>
                <a:cubicBezTo>
                  <a:pt x="741331" y="4958429"/>
                  <a:pt x="738950" y="4957667"/>
                  <a:pt x="736949" y="4956144"/>
                </a:cubicBezTo>
                <a:cubicBezTo>
                  <a:pt x="731711" y="4952333"/>
                  <a:pt x="730663" y="4944999"/>
                  <a:pt x="734473" y="4939760"/>
                </a:cubicBezTo>
                <a:cubicBezTo>
                  <a:pt x="738283" y="4934617"/>
                  <a:pt x="745617" y="4933474"/>
                  <a:pt x="750856" y="4937284"/>
                </a:cubicBezTo>
                <a:cubicBezTo>
                  <a:pt x="753332" y="4939094"/>
                  <a:pt x="755047" y="4941856"/>
                  <a:pt x="755523" y="4944904"/>
                </a:cubicBezTo>
                <a:cubicBezTo>
                  <a:pt x="755999" y="4947952"/>
                  <a:pt x="755237" y="4951095"/>
                  <a:pt x="753427" y="4953572"/>
                </a:cubicBezTo>
                <a:close/>
                <a:moveTo>
                  <a:pt x="1583436" y="4795647"/>
                </a:moveTo>
                <a:lnTo>
                  <a:pt x="1597343" y="4777169"/>
                </a:lnTo>
                <a:lnTo>
                  <a:pt x="1625156" y="4777169"/>
                </a:lnTo>
                <a:lnTo>
                  <a:pt x="1625156" y="4826127"/>
                </a:lnTo>
                <a:lnTo>
                  <a:pt x="1583436" y="4826127"/>
                </a:lnTo>
                <a:lnTo>
                  <a:pt x="1583436" y="4795647"/>
                </a:lnTo>
                <a:close/>
                <a:moveTo>
                  <a:pt x="1475137" y="4873086"/>
                </a:moveTo>
                <a:lnTo>
                  <a:pt x="1475137" y="4848511"/>
                </a:lnTo>
                <a:lnTo>
                  <a:pt x="1499711" y="4848511"/>
                </a:lnTo>
                <a:lnTo>
                  <a:pt x="1499711" y="4873086"/>
                </a:lnTo>
                <a:lnTo>
                  <a:pt x="1475137" y="4873086"/>
                </a:lnTo>
                <a:close/>
                <a:moveTo>
                  <a:pt x="1521809" y="4873086"/>
                </a:moveTo>
                <a:lnTo>
                  <a:pt x="1521809" y="4848511"/>
                </a:lnTo>
                <a:lnTo>
                  <a:pt x="1546384" y="4848511"/>
                </a:lnTo>
                <a:lnTo>
                  <a:pt x="1546384" y="4873086"/>
                </a:lnTo>
                <a:lnTo>
                  <a:pt x="1521809" y="4873086"/>
                </a:lnTo>
                <a:close/>
                <a:moveTo>
                  <a:pt x="1579626" y="4890612"/>
                </a:moveTo>
                <a:lnTo>
                  <a:pt x="1534954" y="4890612"/>
                </a:lnTo>
                <a:lnTo>
                  <a:pt x="1535144" y="4877848"/>
                </a:lnTo>
                <a:lnTo>
                  <a:pt x="1548670" y="4877848"/>
                </a:lnTo>
                <a:cubicBezTo>
                  <a:pt x="1550003" y="4877848"/>
                  <a:pt x="1551051" y="4876800"/>
                  <a:pt x="1551051" y="4875467"/>
                </a:cubicBezTo>
                <a:lnTo>
                  <a:pt x="1551051" y="4846130"/>
                </a:lnTo>
                <a:cubicBezTo>
                  <a:pt x="1551051" y="4844796"/>
                  <a:pt x="1550003" y="4843748"/>
                  <a:pt x="1548670" y="4843748"/>
                </a:cubicBezTo>
                <a:lnTo>
                  <a:pt x="1519333" y="4843748"/>
                </a:lnTo>
                <a:cubicBezTo>
                  <a:pt x="1517999" y="4843748"/>
                  <a:pt x="1516952" y="4844796"/>
                  <a:pt x="1516952" y="4846130"/>
                </a:cubicBezTo>
                <a:lnTo>
                  <a:pt x="1516952" y="4875467"/>
                </a:lnTo>
                <a:cubicBezTo>
                  <a:pt x="1516952" y="4876800"/>
                  <a:pt x="1517999" y="4877848"/>
                  <a:pt x="1519333" y="4877848"/>
                </a:cubicBezTo>
                <a:lnTo>
                  <a:pt x="1532763" y="4877848"/>
                </a:lnTo>
                <a:lnTo>
                  <a:pt x="1532573" y="4890612"/>
                </a:lnTo>
                <a:lnTo>
                  <a:pt x="1490853" y="4890612"/>
                </a:lnTo>
                <a:lnTo>
                  <a:pt x="1491044" y="4877848"/>
                </a:lnTo>
                <a:lnTo>
                  <a:pt x="1502093" y="4877848"/>
                </a:lnTo>
                <a:cubicBezTo>
                  <a:pt x="1503426" y="4877848"/>
                  <a:pt x="1504474" y="4876800"/>
                  <a:pt x="1504474" y="4875467"/>
                </a:cubicBezTo>
                <a:lnTo>
                  <a:pt x="1504474" y="4846130"/>
                </a:lnTo>
                <a:cubicBezTo>
                  <a:pt x="1504474" y="4844796"/>
                  <a:pt x="1503426" y="4843748"/>
                  <a:pt x="1502093" y="4843748"/>
                </a:cubicBezTo>
                <a:lnTo>
                  <a:pt x="1472756" y="4843748"/>
                </a:lnTo>
                <a:cubicBezTo>
                  <a:pt x="1471422" y="4843748"/>
                  <a:pt x="1470374" y="4844796"/>
                  <a:pt x="1470374" y="4846130"/>
                </a:cubicBezTo>
                <a:lnTo>
                  <a:pt x="1470374" y="4875467"/>
                </a:lnTo>
                <a:cubicBezTo>
                  <a:pt x="1470374" y="4876800"/>
                  <a:pt x="1471422" y="4877848"/>
                  <a:pt x="1472756" y="4877848"/>
                </a:cubicBezTo>
                <a:lnTo>
                  <a:pt x="1486376" y="4877848"/>
                </a:lnTo>
                <a:lnTo>
                  <a:pt x="1486186" y="4890612"/>
                </a:lnTo>
                <a:lnTo>
                  <a:pt x="1478661" y="4890612"/>
                </a:lnTo>
                <a:cubicBezTo>
                  <a:pt x="1462183" y="4890612"/>
                  <a:pt x="1448848" y="4877182"/>
                  <a:pt x="1448848" y="4860703"/>
                </a:cubicBezTo>
                <a:cubicBezTo>
                  <a:pt x="1448848" y="4844225"/>
                  <a:pt x="1462278" y="4830890"/>
                  <a:pt x="1478661" y="4830890"/>
                </a:cubicBezTo>
                <a:lnTo>
                  <a:pt x="1576388" y="4830890"/>
                </a:lnTo>
                <a:lnTo>
                  <a:pt x="1576388" y="4843653"/>
                </a:lnTo>
                <a:lnTo>
                  <a:pt x="1566291" y="4843653"/>
                </a:lnTo>
                <a:cubicBezTo>
                  <a:pt x="1564957" y="4843653"/>
                  <a:pt x="1563910" y="4844701"/>
                  <a:pt x="1563910" y="4846035"/>
                </a:cubicBezTo>
                <a:lnTo>
                  <a:pt x="1563910" y="4875371"/>
                </a:lnTo>
                <a:cubicBezTo>
                  <a:pt x="1563910" y="4876705"/>
                  <a:pt x="1564957" y="4877753"/>
                  <a:pt x="1566291" y="4877753"/>
                </a:cubicBezTo>
                <a:lnTo>
                  <a:pt x="1579817" y="4877753"/>
                </a:lnTo>
                <a:lnTo>
                  <a:pt x="1579817" y="4890516"/>
                </a:lnTo>
                <a:close/>
                <a:moveTo>
                  <a:pt x="1568482" y="4873086"/>
                </a:moveTo>
                <a:lnTo>
                  <a:pt x="1568482" y="4848511"/>
                </a:lnTo>
                <a:lnTo>
                  <a:pt x="1593056" y="4848511"/>
                </a:lnTo>
                <a:lnTo>
                  <a:pt x="1593056" y="4873086"/>
                </a:lnTo>
                <a:lnTo>
                  <a:pt x="1568482" y="4873086"/>
                </a:lnTo>
                <a:close/>
                <a:moveTo>
                  <a:pt x="1582007" y="4890612"/>
                </a:moveTo>
                <a:lnTo>
                  <a:pt x="1582007" y="4877848"/>
                </a:lnTo>
                <a:lnTo>
                  <a:pt x="1595438" y="4877848"/>
                </a:lnTo>
                <a:cubicBezTo>
                  <a:pt x="1596771" y="4877848"/>
                  <a:pt x="1597819" y="4876800"/>
                  <a:pt x="1597819" y="4875467"/>
                </a:cubicBezTo>
                <a:lnTo>
                  <a:pt x="1597819" y="4846130"/>
                </a:lnTo>
                <a:cubicBezTo>
                  <a:pt x="1597819" y="4844796"/>
                  <a:pt x="1596771" y="4843748"/>
                  <a:pt x="1595438" y="4843748"/>
                </a:cubicBezTo>
                <a:lnTo>
                  <a:pt x="1583341" y="4843748"/>
                </a:lnTo>
                <a:lnTo>
                  <a:pt x="1583341" y="4830985"/>
                </a:lnTo>
                <a:lnTo>
                  <a:pt x="1625060" y="4830985"/>
                </a:lnTo>
                <a:lnTo>
                  <a:pt x="1625060" y="4843748"/>
                </a:lnTo>
                <a:lnTo>
                  <a:pt x="1612773" y="4843748"/>
                </a:lnTo>
                <a:cubicBezTo>
                  <a:pt x="1611440" y="4843748"/>
                  <a:pt x="1610392" y="4844796"/>
                  <a:pt x="1610392" y="4846130"/>
                </a:cubicBezTo>
                <a:lnTo>
                  <a:pt x="1610392" y="4875467"/>
                </a:lnTo>
                <a:cubicBezTo>
                  <a:pt x="1610392" y="4876800"/>
                  <a:pt x="1611440" y="4877848"/>
                  <a:pt x="1612773" y="4877848"/>
                </a:cubicBezTo>
                <a:lnTo>
                  <a:pt x="1626489" y="4877848"/>
                </a:lnTo>
                <a:lnTo>
                  <a:pt x="1626489" y="4890612"/>
                </a:lnTo>
                <a:cubicBezTo>
                  <a:pt x="1626489" y="4890612"/>
                  <a:pt x="1582007" y="4890612"/>
                  <a:pt x="1582007" y="4890612"/>
                </a:cubicBezTo>
                <a:close/>
                <a:moveTo>
                  <a:pt x="1615250" y="4873086"/>
                </a:moveTo>
                <a:lnTo>
                  <a:pt x="1615250" y="4848511"/>
                </a:lnTo>
                <a:lnTo>
                  <a:pt x="1639824" y="4848511"/>
                </a:lnTo>
                <a:lnTo>
                  <a:pt x="1639824" y="4873086"/>
                </a:lnTo>
                <a:lnTo>
                  <a:pt x="1615250" y="4873086"/>
                </a:lnTo>
                <a:close/>
                <a:moveTo>
                  <a:pt x="1637728" y="4830890"/>
                </a:moveTo>
                <a:cubicBezTo>
                  <a:pt x="1654207" y="4830890"/>
                  <a:pt x="1667637" y="4844320"/>
                  <a:pt x="1667637" y="4860703"/>
                </a:cubicBezTo>
                <a:cubicBezTo>
                  <a:pt x="1667637" y="4877086"/>
                  <a:pt x="1654207" y="4890612"/>
                  <a:pt x="1637728" y="4890612"/>
                </a:cubicBezTo>
                <a:lnTo>
                  <a:pt x="1628870" y="4890612"/>
                </a:lnTo>
                <a:lnTo>
                  <a:pt x="1628870" y="4877848"/>
                </a:lnTo>
                <a:cubicBezTo>
                  <a:pt x="1628870" y="4877848"/>
                  <a:pt x="1642110" y="4877848"/>
                  <a:pt x="1642110" y="4877848"/>
                </a:cubicBezTo>
                <a:cubicBezTo>
                  <a:pt x="1643444" y="4877848"/>
                  <a:pt x="1644491" y="4876800"/>
                  <a:pt x="1644491" y="4875467"/>
                </a:cubicBezTo>
                <a:lnTo>
                  <a:pt x="1644491" y="4846130"/>
                </a:lnTo>
                <a:cubicBezTo>
                  <a:pt x="1644491" y="4844796"/>
                  <a:pt x="1643444" y="4843748"/>
                  <a:pt x="1642110" y="4843748"/>
                </a:cubicBezTo>
                <a:lnTo>
                  <a:pt x="1627442" y="4843748"/>
                </a:lnTo>
                <a:lnTo>
                  <a:pt x="1627442" y="4830985"/>
                </a:lnTo>
                <a:lnTo>
                  <a:pt x="1637728" y="4830985"/>
                </a:lnTo>
                <a:close/>
                <a:moveTo>
                  <a:pt x="1620488" y="5054060"/>
                </a:moveTo>
                <a:cubicBezTo>
                  <a:pt x="1621060" y="5058347"/>
                  <a:pt x="1618012" y="5062347"/>
                  <a:pt x="1613726" y="5062824"/>
                </a:cubicBezTo>
                <a:cubicBezTo>
                  <a:pt x="1609439" y="5063395"/>
                  <a:pt x="1605439" y="5060347"/>
                  <a:pt x="1604867" y="5055965"/>
                </a:cubicBezTo>
                <a:cubicBezTo>
                  <a:pt x="1604582" y="5053870"/>
                  <a:pt x="1605153" y="5051774"/>
                  <a:pt x="1606487" y="5050155"/>
                </a:cubicBezTo>
                <a:cubicBezTo>
                  <a:pt x="1607725" y="5048536"/>
                  <a:pt x="1609630" y="5047393"/>
                  <a:pt x="1611725" y="5047203"/>
                </a:cubicBezTo>
                <a:cubicBezTo>
                  <a:pt x="1612106" y="5047203"/>
                  <a:pt x="1612392" y="5047203"/>
                  <a:pt x="1612773" y="5047203"/>
                </a:cubicBezTo>
                <a:cubicBezTo>
                  <a:pt x="1614488" y="5047203"/>
                  <a:pt x="1616202" y="5047774"/>
                  <a:pt x="1617536" y="5048822"/>
                </a:cubicBezTo>
                <a:cubicBezTo>
                  <a:pt x="1619155" y="5050060"/>
                  <a:pt x="1620298" y="5051965"/>
                  <a:pt x="1620488" y="5054060"/>
                </a:cubicBezTo>
                <a:lnTo>
                  <a:pt x="1620488" y="5054060"/>
                </a:lnTo>
                <a:close/>
                <a:moveTo>
                  <a:pt x="1684877" y="5059490"/>
                </a:moveTo>
                <a:cubicBezTo>
                  <a:pt x="1684877" y="5057775"/>
                  <a:pt x="1686306" y="5056347"/>
                  <a:pt x="1688021" y="5056347"/>
                </a:cubicBezTo>
                <a:cubicBezTo>
                  <a:pt x="1689735" y="5056347"/>
                  <a:pt x="1691164" y="5057775"/>
                  <a:pt x="1691164" y="5059490"/>
                </a:cubicBezTo>
                <a:cubicBezTo>
                  <a:pt x="1691164" y="5061204"/>
                  <a:pt x="1689735" y="5062633"/>
                  <a:pt x="1688021" y="5062633"/>
                </a:cubicBezTo>
                <a:cubicBezTo>
                  <a:pt x="1686306" y="5062633"/>
                  <a:pt x="1684877" y="5061204"/>
                  <a:pt x="1684877" y="5059490"/>
                </a:cubicBezTo>
                <a:close/>
                <a:moveTo>
                  <a:pt x="95" y="1603820"/>
                </a:moveTo>
                <a:lnTo>
                  <a:pt x="23813" y="1603629"/>
                </a:lnTo>
                <a:lnTo>
                  <a:pt x="60008" y="1568577"/>
                </a:lnTo>
                <a:lnTo>
                  <a:pt x="170593" y="1568577"/>
                </a:lnTo>
                <a:cubicBezTo>
                  <a:pt x="170593" y="1568577"/>
                  <a:pt x="188690" y="1555718"/>
                  <a:pt x="188690" y="1555718"/>
                </a:cubicBezTo>
                <a:cubicBezTo>
                  <a:pt x="191072" y="1557909"/>
                  <a:pt x="194310" y="1559338"/>
                  <a:pt x="197834" y="1559338"/>
                </a:cubicBezTo>
                <a:cubicBezTo>
                  <a:pt x="199358" y="1559338"/>
                  <a:pt x="200787" y="1559052"/>
                  <a:pt x="202120" y="1558576"/>
                </a:cubicBezTo>
                <a:lnTo>
                  <a:pt x="216884" y="1575626"/>
                </a:lnTo>
                <a:lnTo>
                  <a:pt x="216884" y="1668494"/>
                </a:lnTo>
                <a:cubicBezTo>
                  <a:pt x="214789" y="1669161"/>
                  <a:pt x="213265" y="1671066"/>
                  <a:pt x="213265" y="1673352"/>
                </a:cubicBezTo>
                <a:lnTo>
                  <a:pt x="213265" y="1679829"/>
                </a:lnTo>
                <a:cubicBezTo>
                  <a:pt x="213265" y="1682687"/>
                  <a:pt x="215551" y="1684973"/>
                  <a:pt x="218408" y="1684973"/>
                </a:cubicBezTo>
                <a:lnTo>
                  <a:pt x="238792" y="1684973"/>
                </a:lnTo>
                <a:cubicBezTo>
                  <a:pt x="241649" y="1684973"/>
                  <a:pt x="243935" y="1682687"/>
                  <a:pt x="243935" y="1679829"/>
                </a:cubicBezTo>
                <a:lnTo>
                  <a:pt x="243935" y="1673352"/>
                </a:lnTo>
                <a:cubicBezTo>
                  <a:pt x="243935" y="1670780"/>
                  <a:pt x="241935" y="1668685"/>
                  <a:pt x="239458" y="1668304"/>
                </a:cubicBezTo>
                <a:lnTo>
                  <a:pt x="239458" y="1574292"/>
                </a:lnTo>
                <a:lnTo>
                  <a:pt x="270415" y="1534001"/>
                </a:lnTo>
                <a:cubicBezTo>
                  <a:pt x="272415" y="1535144"/>
                  <a:pt x="274701" y="1535906"/>
                  <a:pt x="277178" y="1535906"/>
                </a:cubicBezTo>
                <a:cubicBezTo>
                  <a:pt x="284607" y="1535906"/>
                  <a:pt x="290608" y="1529906"/>
                  <a:pt x="290608" y="1522476"/>
                </a:cubicBezTo>
                <a:cubicBezTo>
                  <a:pt x="290608" y="1515047"/>
                  <a:pt x="284607" y="1509046"/>
                  <a:pt x="277178" y="1509046"/>
                </a:cubicBezTo>
                <a:cubicBezTo>
                  <a:pt x="270605" y="1509046"/>
                  <a:pt x="265081" y="1513808"/>
                  <a:pt x="263938" y="1520095"/>
                </a:cubicBezTo>
                <a:lnTo>
                  <a:pt x="229648" y="1520095"/>
                </a:lnTo>
                <a:lnTo>
                  <a:pt x="216599" y="1505522"/>
                </a:lnTo>
                <a:lnTo>
                  <a:pt x="137351" y="1505522"/>
                </a:lnTo>
                <a:lnTo>
                  <a:pt x="102108" y="1531144"/>
                </a:lnTo>
                <a:cubicBezTo>
                  <a:pt x="101251" y="1530668"/>
                  <a:pt x="100298" y="1530287"/>
                  <a:pt x="99251" y="1530287"/>
                </a:cubicBezTo>
                <a:lnTo>
                  <a:pt x="91916" y="1530287"/>
                </a:lnTo>
                <a:cubicBezTo>
                  <a:pt x="88678" y="1530287"/>
                  <a:pt x="86106" y="1532858"/>
                  <a:pt x="86106" y="1536097"/>
                </a:cubicBezTo>
                <a:lnTo>
                  <a:pt x="86106" y="1543431"/>
                </a:lnTo>
                <a:cubicBezTo>
                  <a:pt x="86106" y="1546670"/>
                  <a:pt x="88678" y="1549241"/>
                  <a:pt x="91916" y="1549241"/>
                </a:cubicBezTo>
                <a:lnTo>
                  <a:pt x="99251" y="1549241"/>
                </a:lnTo>
                <a:cubicBezTo>
                  <a:pt x="102489" y="1549241"/>
                  <a:pt x="105061" y="1546670"/>
                  <a:pt x="105061" y="1543431"/>
                </a:cubicBezTo>
                <a:lnTo>
                  <a:pt x="105061" y="1536097"/>
                </a:lnTo>
                <a:cubicBezTo>
                  <a:pt x="105061" y="1536097"/>
                  <a:pt x="104870" y="1535335"/>
                  <a:pt x="104870" y="1535049"/>
                </a:cubicBezTo>
                <a:lnTo>
                  <a:pt x="138875" y="1510379"/>
                </a:lnTo>
                <a:lnTo>
                  <a:pt x="214408" y="1510379"/>
                </a:lnTo>
                <a:lnTo>
                  <a:pt x="227457" y="1524953"/>
                </a:lnTo>
                <a:lnTo>
                  <a:pt x="263843" y="1524953"/>
                </a:lnTo>
                <a:cubicBezTo>
                  <a:pt x="264224" y="1527239"/>
                  <a:pt x="265271" y="1529334"/>
                  <a:pt x="266700" y="1531049"/>
                </a:cubicBezTo>
                <a:lnTo>
                  <a:pt x="234601" y="1572768"/>
                </a:lnTo>
                <a:lnTo>
                  <a:pt x="234601" y="1668304"/>
                </a:lnTo>
                <a:lnTo>
                  <a:pt x="226219" y="1668304"/>
                </a:lnTo>
                <a:lnTo>
                  <a:pt x="226219" y="1572197"/>
                </a:lnTo>
                <a:lnTo>
                  <a:pt x="209264" y="1552575"/>
                </a:lnTo>
                <a:cubicBezTo>
                  <a:pt x="210407" y="1550575"/>
                  <a:pt x="211074" y="1548384"/>
                  <a:pt x="211074" y="1546003"/>
                </a:cubicBezTo>
                <a:cubicBezTo>
                  <a:pt x="211074" y="1538573"/>
                  <a:pt x="205073" y="1532573"/>
                  <a:pt x="197644" y="1532573"/>
                </a:cubicBezTo>
                <a:cubicBezTo>
                  <a:pt x="190214" y="1532573"/>
                  <a:pt x="184214" y="1538573"/>
                  <a:pt x="184214" y="1546003"/>
                </a:cubicBezTo>
                <a:cubicBezTo>
                  <a:pt x="184214" y="1548194"/>
                  <a:pt x="184785" y="1550194"/>
                  <a:pt x="185738" y="1552003"/>
                </a:cubicBezTo>
                <a:lnTo>
                  <a:pt x="168974" y="1564005"/>
                </a:lnTo>
                <a:lnTo>
                  <a:pt x="58103" y="1564005"/>
                </a:lnTo>
                <a:cubicBezTo>
                  <a:pt x="58103" y="1564005"/>
                  <a:pt x="21908" y="1598962"/>
                  <a:pt x="21908" y="1598962"/>
                </a:cubicBezTo>
                <a:lnTo>
                  <a:pt x="95" y="1599152"/>
                </a:lnTo>
                <a:lnTo>
                  <a:pt x="95" y="1603915"/>
                </a:lnTo>
                <a:close/>
                <a:moveTo>
                  <a:pt x="100489" y="1543431"/>
                </a:moveTo>
                <a:cubicBezTo>
                  <a:pt x="100489" y="1544003"/>
                  <a:pt x="100013" y="1544479"/>
                  <a:pt x="99441" y="1544479"/>
                </a:cubicBezTo>
                <a:lnTo>
                  <a:pt x="92107" y="1544479"/>
                </a:lnTo>
                <a:cubicBezTo>
                  <a:pt x="91535" y="1544479"/>
                  <a:pt x="91059" y="1544003"/>
                  <a:pt x="91059" y="1543431"/>
                </a:cubicBezTo>
                <a:lnTo>
                  <a:pt x="91059" y="1536097"/>
                </a:lnTo>
                <a:cubicBezTo>
                  <a:pt x="91059" y="1535525"/>
                  <a:pt x="91535" y="1535049"/>
                  <a:pt x="92107" y="1535049"/>
                </a:cubicBezTo>
                <a:lnTo>
                  <a:pt x="99441" y="1535049"/>
                </a:lnTo>
                <a:cubicBezTo>
                  <a:pt x="100013" y="1535049"/>
                  <a:pt x="100489" y="1535525"/>
                  <a:pt x="100489" y="1536097"/>
                </a:cubicBezTo>
                <a:lnTo>
                  <a:pt x="100489" y="1543431"/>
                </a:lnTo>
                <a:close/>
                <a:moveTo>
                  <a:pt x="277273" y="1513808"/>
                </a:moveTo>
                <a:cubicBezTo>
                  <a:pt x="282035" y="1513808"/>
                  <a:pt x="285941" y="1517714"/>
                  <a:pt x="285941" y="1522476"/>
                </a:cubicBezTo>
                <a:cubicBezTo>
                  <a:pt x="285941" y="1527239"/>
                  <a:pt x="282035" y="1531144"/>
                  <a:pt x="277273" y="1531144"/>
                </a:cubicBezTo>
                <a:cubicBezTo>
                  <a:pt x="272510" y="1531144"/>
                  <a:pt x="268605" y="1527239"/>
                  <a:pt x="268605" y="1522476"/>
                </a:cubicBezTo>
                <a:cubicBezTo>
                  <a:pt x="268605" y="1517714"/>
                  <a:pt x="272510" y="1513808"/>
                  <a:pt x="277273" y="1513808"/>
                </a:cubicBezTo>
                <a:close/>
                <a:moveTo>
                  <a:pt x="238220" y="1670685"/>
                </a:moveTo>
                <a:lnTo>
                  <a:pt x="238887" y="1670685"/>
                </a:lnTo>
                <a:cubicBezTo>
                  <a:pt x="240316" y="1670685"/>
                  <a:pt x="241554" y="1671828"/>
                  <a:pt x="241554" y="1673352"/>
                </a:cubicBezTo>
                <a:lnTo>
                  <a:pt x="241554" y="1679829"/>
                </a:lnTo>
                <a:cubicBezTo>
                  <a:pt x="241554" y="1681258"/>
                  <a:pt x="240316" y="1682496"/>
                  <a:pt x="238887" y="1682496"/>
                </a:cubicBezTo>
                <a:lnTo>
                  <a:pt x="238220" y="1682496"/>
                </a:lnTo>
                <a:lnTo>
                  <a:pt x="238220" y="1670685"/>
                </a:lnTo>
                <a:close/>
                <a:moveTo>
                  <a:pt x="225362" y="1670685"/>
                </a:moveTo>
                <a:lnTo>
                  <a:pt x="235077" y="1670685"/>
                </a:lnTo>
                <a:lnTo>
                  <a:pt x="235077" y="1682496"/>
                </a:lnTo>
                <a:lnTo>
                  <a:pt x="225362" y="1682496"/>
                </a:lnTo>
                <a:lnTo>
                  <a:pt x="225362" y="1670685"/>
                </a:lnTo>
                <a:close/>
                <a:moveTo>
                  <a:pt x="221075" y="1670685"/>
                </a:moveTo>
                <a:lnTo>
                  <a:pt x="223838" y="1670685"/>
                </a:lnTo>
                <a:lnTo>
                  <a:pt x="223838" y="1682496"/>
                </a:lnTo>
                <a:lnTo>
                  <a:pt x="221075" y="1682496"/>
                </a:lnTo>
                <a:lnTo>
                  <a:pt x="221075" y="1670685"/>
                </a:lnTo>
                <a:close/>
                <a:moveTo>
                  <a:pt x="218599" y="1670685"/>
                </a:moveTo>
                <a:lnTo>
                  <a:pt x="218599" y="1682496"/>
                </a:lnTo>
                <a:lnTo>
                  <a:pt x="218504" y="1682496"/>
                </a:lnTo>
                <a:cubicBezTo>
                  <a:pt x="217075" y="1682496"/>
                  <a:pt x="215837" y="1681258"/>
                  <a:pt x="215837" y="1679829"/>
                </a:cubicBezTo>
                <a:lnTo>
                  <a:pt x="215837" y="1673352"/>
                </a:lnTo>
                <a:cubicBezTo>
                  <a:pt x="215837" y="1671923"/>
                  <a:pt x="217075" y="1670685"/>
                  <a:pt x="218504" y="1670685"/>
                </a:cubicBezTo>
                <a:lnTo>
                  <a:pt x="218599" y="1670685"/>
                </a:lnTo>
                <a:close/>
                <a:moveTo>
                  <a:pt x="197834" y="1537145"/>
                </a:moveTo>
                <a:cubicBezTo>
                  <a:pt x="202597" y="1537145"/>
                  <a:pt x="206502" y="1541050"/>
                  <a:pt x="206502" y="1545812"/>
                </a:cubicBezTo>
                <a:cubicBezTo>
                  <a:pt x="206502" y="1550575"/>
                  <a:pt x="202597" y="1554480"/>
                  <a:pt x="197834" y="1554480"/>
                </a:cubicBezTo>
                <a:cubicBezTo>
                  <a:pt x="193072" y="1554480"/>
                  <a:pt x="189167" y="1550575"/>
                  <a:pt x="189167" y="1545812"/>
                </a:cubicBezTo>
                <a:cubicBezTo>
                  <a:pt x="189167" y="1541050"/>
                  <a:pt x="193072" y="1537145"/>
                  <a:pt x="197834" y="1537145"/>
                </a:cubicBezTo>
                <a:close/>
                <a:moveTo>
                  <a:pt x="1369886" y="5081112"/>
                </a:moveTo>
                <a:cubicBezTo>
                  <a:pt x="1371028" y="5081778"/>
                  <a:pt x="1372267" y="5082159"/>
                  <a:pt x="1373600" y="5082159"/>
                </a:cubicBezTo>
                <a:cubicBezTo>
                  <a:pt x="1377982" y="5082159"/>
                  <a:pt x="1381506" y="5078635"/>
                  <a:pt x="1381506" y="5074253"/>
                </a:cubicBezTo>
                <a:cubicBezTo>
                  <a:pt x="1381506" y="5069872"/>
                  <a:pt x="1377982" y="5066348"/>
                  <a:pt x="1373600" y="5066348"/>
                </a:cubicBezTo>
                <a:cubicBezTo>
                  <a:pt x="1369219" y="5066348"/>
                  <a:pt x="1365695" y="5069872"/>
                  <a:pt x="1365695" y="5074253"/>
                </a:cubicBezTo>
                <a:cubicBezTo>
                  <a:pt x="1365695" y="5075492"/>
                  <a:pt x="1366076" y="5076634"/>
                  <a:pt x="1366552" y="5077683"/>
                </a:cubicBezTo>
                <a:lnTo>
                  <a:pt x="1345502" y="5093208"/>
                </a:lnTo>
                <a:lnTo>
                  <a:pt x="1345502" y="5143595"/>
                </a:lnTo>
                <a:lnTo>
                  <a:pt x="1350264" y="5143595"/>
                </a:lnTo>
                <a:lnTo>
                  <a:pt x="1350264" y="5095590"/>
                </a:lnTo>
                <a:lnTo>
                  <a:pt x="1369886" y="5081112"/>
                </a:lnTo>
                <a:close/>
                <a:moveTo>
                  <a:pt x="1373600" y="5071015"/>
                </a:moveTo>
                <a:cubicBezTo>
                  <a:pt x="1375315" y="5071015"/>
                  <a:pt x="1376744" y="5072444"/>
                  <a:pt x="1376744" y="5074158"/>
                </a:cubicBezTo>
                <a:cubicBezTo>
                  <a:pt x="1376744" y="5075873"/>
                  <a:pt x="1375315" y="5077301"/>
                  <a:pt x="1373600" y="5077301"/>
                </a:cubicBezTo>
                <a:cubicBezTo>
                  <a:pt x="1371886" y="5077301"/>
                  <a:pt x="1370457" y="5075873"/>
                  <a:pt x="1370457" y="5074158"/>
                </a:cubicBezTo>
                <a:cubicBezTo>
                  <a:pt x="1370457" y="5072444"/>
                  <a:pt x="1371886" y="5071015"/>
                  <a:pt x="1373600" y="5071015"/>
                </a:cubicBezTo>
                <a:close/>
                <a:moveTo>
                  <a:pt x="1648682" y="5079873"/>
                </a:moveTo>
                <a:lnTo>
                  <a:pt x="1648682" y="5143595"/>
                </a:lnTo>
                <a:lnTo>
                  <a:pt x="1653445" y="5143595"/>
                </a:lnTo>
                <a:lnTo>
                  <a:pt x="1653445" y="5081969"/>
                </a:lnTo>
                <a:lnTo>
                  <a:pt x="1659636" y="5076158"/>
                </a:lnTo>
                <a:lnTo>
                  <a:pt x="1659636" y="5050441"/>
                </a:lnTo>
                <a:cubicBezTo>
                  <a:pt x="1662875" y="5049393"/>
                  <a:pt x="1665161" y="5046536"/>
                  <a:pt x="1665161" y="5043012"/>
                </a:cubicBezTo>
                <a:cubicBezTo>
                  <a:pt x="1665161" y="5038630"/>
                  <a:pt x="1661636" y="5035106"/>
                  <a:pt x="1657255" y="5035106"/>
                </a:cubicBezTo>
                <a:cubicBezTo>
                  <a:pt x="1652873" y="5035106"/>
                  <a:pt x="1649349" y="5038630"/>
                  <a:pt x="1649349" y="5043012"/>
                </a:cubicBezTo>
                <a:cubicBezTo>
                  <a:pt x="1649349" y="5046536"/>
                  <a:pt x="1651730" y="5049393"/>
                  <a:pt x="1654874" y="5050441"/>
                </a:cubicBezTo>
                <a:lnTo>
                  <a:pt x="1654874" y="5074063"/>
                </a:lnTo>
                <a:lnTo>
                  <a:pt x="1648682" y="5079873"/>
                </a:lnTo>
                <a:close/>
                <a:moveTo>
                  <a:pt x="1654112" y="5043012"/>
                </a:moveTo>
                <a:cubicBezTo>
                  <a:pt x="1654112" y="5041297"/>
                  <a:pt x="1655540" y="5039868"/>
                  <a:pt x="1657255" y="5039868"/>
                </a:cubicBezTo>
                <a:cubicBezTo>
                  <a:pt x="1658969" y="5039868"/>
                  <a:pt x="1660398" y="5041297"/>
                  <a:pt x="1660398" y="5043012"/>
                </a:cubicBezTo>
                <a:cubicBezTo>
                  <a:pt x="1660398" y="5044726"/>
                  <a:pt x="1658969" y="5046155"/>
                  <a:pt x="1657255" y="5046155"/>
                </a:cubicBezTo>
                <a:cubicBezTo>
                  <a:pt x="1655540" y="5046155"/>
                  <a:pt x="1654112" y="5044726"/>
                  <a:pt x="1654112" y="5043012"/>
                </a:cubicBezTo>
                <a:close/>
                <a:moveTo>
                  <a:pt x="2180082" y="4808982"/>
                </a:moveTo>
                <a:cubicBezTo>
                  <a:pt x="2173891" y="4805839"/>
                  <a:pt x="2166271" y="4808411"/>
                  <a:pt x="2163128" y="4814602"/>
                </a:cubicBezTo>
                <a:cubicBezTo>
                  <a:pt x="2159984" y="4820793"/>
                  <a:pt x="2162556" y="4828413"/>
                  <a:pt x="2168747" y="4831556"/>
                </a:cubicBezTo>
                <a:cubicBezTo>
                  <a:pt x="2170557" y="4832414"/>
                  <a:pt x="2172462" y="4832890"/>
                  <a:pt x="2174367" y="4832890"/>
                </a:cubicBezTo>
                <a:cubicBezTo>
                  <a:pt x="2179034" y="4832890"/>
                  <a:pt x="2183511" y="4830318"/>
                  <a:pt x="2185702" y="4825937"/>
                </a:cubicBezTo>
                <a:cubicBezTo>
                  <a:pt x="2186178" y="4824889"/>
                  <a:pt x="2186369" y="4823746"/>
                  <a:pt x="2186559" y="4822698"/>
                </a:cubicBezTo>
                <a:lnTo>
                  <a:pt x="2351913" y="4822698"/>
                </a:lnTo>
                <a:lnTo>
                  <a:pt x="2390489" y="4779264"/>
                </a:lnTo>
                <a:lnTo>
                  <a:pt x="2390489" y="4654772"/>
                </a:lnTo>
                <a:cubicBezTo>
                  <a:pt x="2394966" y="4653915"/>
                  <a:pt x="2398871" y="4650677"/>
                  <a:pt x="2400205" y="4646010"/>
                </a:cubicBezTo>
                <a:cubicBezTo>
                  <a:pt x="2402110" y="4639342"/>
                  <a:pt x="2398205" y="4632294"/>
                  <a:pt x="2391537" y="4630388"/>
                </a:cubicBezTo>
                <a:cubicBezTo>
                  <a:pt x="2384870" y="4628484"/>
                  <a:pt x="2377821" y="4632389"/>
                  <a:pt x="2375916" y="4639056"/>
                </a:cubicBezTo>
                <a:cubicBezTo>
                  <a:pt x="2374964" y="4642295"/>
                  <a:pt x="2375345" y="4645724"/>
                  <a:pt x="2377059" y="4648677"/>
                </a:cubicBezTo>
                <a:cubicBezTo>
                  <a:pt x="2378678" y="4651629"/>
                  <a:pt x="2381345" y="4653725"/>
                  <a:pt x="2384584" y="4654677"/>
                </a:cubicBezTo>
                <a:cubicBezTo>
                  <a:pt x="2384965" y="4654772"/>
                  <a:pt x="2385346" y="4654677"/>
                  <a:pt x="2385632" y="4654868"/>
                </a:cubicBezTo>
                <a:lnTo>
                  <a:pt x="2385632" y="4777454"/>
                </a:lnTo>
                <a:lnTo>
                  <a:pt x="2349627" y="4817936"/>
                </a:lnTo>
                <a:lnTo>
                  <a:pt x="2186464" y="4817936"/>
                </a:lnTo>
                <a:cubicBezTo>
                  <a:pt x="2185702" y="4814221"/>
                  <a:pt x="2183511" y="4810887"/>
                  <a:pt x="2179892" y="4808982"/>
                </a:cubicBezTo>
                <a:close/>
                <a:moveTo>
                  <a:pt x="2181416" y="4823746"/>
                </a:moveTo>
                <a:cubicBezTo>
                  <a:pt x="2179511" y="4827651"/>
                  <a:pt x="2174748" y="4829175"/>
                  <a:pt x="2170843" y="4827270"/>
                </a:cubicBezTo>
                <a:cubicBezTo>
                  <a:pt x="2168938" y="4826318"/>
                  <a:pt x="2167604" y="4824698"/>
                  <a:pt x="2166938" y="4822698"/>
                </a:cubicBezTo>
                <a:cubicBezTo>
                  <a:pt x="2166271" y="4820698"/>
                  <a:pt x="2166461" y="4818603"/>
                  <a:pt x="2167319" y="4816697"/>
                </a:cubicBezTo>
                <a:cubicBezTo>
                  <a:pt x="2168271" y="4814793"/>
                  <a:pt x="2169890" y="4813459"/>
                  <a:pt x="2171891" y="4812792"/>
                </a:cubicBezTo>
                <a:cubicBezTo>
                  <a:pt x="2172748" y="4812506"/>
                  <a:pt x="2173510" y="4812411"/>
                  <a:pt x="2174367" y="4812411"/>
                </a:cubicBezTo>
                <a:cubicBezTo>
                  <a:pt x="2175605" y="4812411"/>
                  <a:pt x="2176748" y="4812697"/>
                  <a:pt x="2177891" y="4813269"/>
                </a:cubicBezTo>
                <a:cubicBezTo>
                  <a:pt x="2181797" y="4815173"/>
                  <a:pt x="2183321" y="4819936"/>
                  <a:pt x="2181416" y="4823841"/>
                </a:cubicBezTo>
                <a:close/>
                <a:moveTo>
                  <a:pt x="2381250" y="4646390"/>
                </a:moveTo>
                <a:cubicBezTo>
                  <a:pt x="2380202" y="4644581"/>
                  <a:pt x="2380012" y="4642390"/>
                  <a:pt x="2380583" y="4640390"/>
                </a:cubicBezTo>
                <a:cubicBezTo>
                  <a:pt x="2381726" y="4636199"/>
                  <a:pt x="2386108" y="4633818"/>
                  <a:pt x="2390299" y="4634961"/>
                </a:cubicBezTo>
                <a:cubicBezTo>
                  <a:pt x="2394490" y="4636104"/>
                  <a:pt x="2396871" y="4640485"/>
                  <a:pt x="2395728" y="4644676"/>
                </a:cubicBezTo>
                <a:cubicBezTo>
                  <a:pt x="2394585" y="4648867"/>
                  <a:pt x="2390204" y="4651248"/>
                  <a:pt x="2386013" y="4650105"/>
                </a:cubicBezTo>
                <a:cubicBezTo>
                  <a:pt x="2384012" y="4649534"/>
                  <a:pt x="2382298" y="4648200"/>
                  <a:pt x="2381345" y="4646390"/>
                </a:cubicBezTo>
                <a:close/>
                <a:moveTo>
                  <a:pt x="2240756" y="5082921"/>
                </a:moveTo>
                <a:lnTo>
                  <a:pt x="2305907" y="5143595"/>
                </a:lnTo>
                <a:lnTo>
                  <a:pt x="2298954" y="5143595"/>
                </a:lnTo>
                <a:lnTo>
                  <a:pt x="2238185" y="5087017"/>
                </a:lnTo>
                <a:lnTo>
                  <a:pt x="2145411" y="5087017"/>
                </a:lnTo>
                <a:lnTo>
                  <a:pt x="2145411" y="5092446"/>
                </a:lnTo>
                <a:cubicBezTo>
                  <a:pt x="2145411" y="5094447"/>
                  <a:pt x="2143792" y="5095970"/>
                  <a:pt x="2141887" y="5095970"/>
                </a:cubicBezTo>
                <a:lnTo>
                  <a:pt x="2126266" y="5095970"/>
                </a:lnTo>
                <a:cubicBezTo>
                  <a:pt x="2124266" y="5095970"/>
                  <a:pt x="2122742" y="5094351"/>
                  <a:pt x="2122742" y="5092446"/>
                </a:cubicBezTo>
                <a:lnTo>
                  <a:pt x="2122742" y="5076825"/>
                </a:lnTo>
                <a:cubicBezTo>
                  <a:pt x="2122742" y="5074825"/>
                  <a:pt x="2124361" y="5073301"/>
                  <a:pt x="2126266" y="5073301"/>
                </a:cubicBezTo>
                <a:lnTo>
                  <a:pt x="2141887" y="5073301"/>
                </a:lnTo>
                <a:cubicBezTo>
                  <a:pt x="2143887" y="5073301"/>
                  <a:pt x="2145411" y="5074920"/>
                  <a:pt x="2145411" y="5076825"/>
                </a:cubicBezTo>
                <a:lnTo>
                  <a:pt x="2145411" y="5082254"/>
                </a:lnTo>
                <a:lnTo>
                  <a:pt x="2239994" y="5082254"/>
                </a:lnTo>
                <a:lnTo>
                  <a:pt x="2240661" y="5082921"/>
                </a:lnTo>
                <a:close/>
                <a:moveTo>
                  <a:pt x="2115598" y="5044535"/>
                </a:moveTo>
                <a:lnTo>
                  <a:pt x="2200180" y="5044821"/>
                </a:lnTo>
                <a:cubicBezTo>
                  <a:pt x="2200847" y="5047679"/>
                  <a:pt x="2202275" y="5050346"/>
                  <a:pt x="2204657" y="5052156"/>
                </a:cubicBezTo>
                <a:cubicBezTo>
                  <a:pt x="2206847" y="5053870"/>
                  <a:pt x="2209610" y="5054822"/>
                  <a:pt x="2212372" y="5054822"/>
                </a:cubicBezTo>
                <a:cubicBezTo>
                  <a:pt x="2212943" y="5054822"/>
                  <a:pt x="2213420" y="5054822"/>
                  <a:pt x="2213991" y="5054727"/>
                </a:cubicBezTo>
                <a:cubicBezTo>
                  <a:pt x="2217325" y="5054346"/>
                  <a:pt x="2220278" y="5052632"/>
                  <a:pt x="2222373" y="5049965"/>
                </a:cubicBezTo>
                <a:cubicBezTo>
                  <a:pt x="2223611" y="5048345"/>
                  <a:pt x="2224278" y="5046536"/>
                  <a:pt x="2224659" y="5044631"/>
                </a:cubicBezTo>
                <a:lnTo>
                  <a:pt x="2258854" y="5044631"/>
                </a:lnTo>
                <a:lnTo>
                  <a:pt x="2269522" y="5056251"/>
                </a:lnTo>
                <a:lnTo>
                  <a:pt x="2309622" y="5056251"/>
                </a:lnTo>
                <a:cubicBezTo>
                  <a:pt x="2309908" y="5058347"/>
                  <a:pt x="2310670" y="5060347"/>
                  <a:pt x="2312194" y="5061871"/>
                </a:cubicBezTo>
                <a:cubicBezTo>
                  <a:pt x="2314004" y="5063681"/>
                  <a:pt x="2316385" y="5064633"/>
                  <a:pt x="2318957" y="5064633"/>
                </a:cubicBezTo>
                <a:lnTo>
                  <a:pt x="2341150" y="5064633"/>
                </a:lnTo>
                <a:cubicBezTo>
                  <a:pt x="2343722" y="5064633"/>
                  <a:pt x="2346103" y="5063585"/>
                  <a:pt x="2347913" y="5061775"/>
                </a:cubicBezTo>
                <a:cubicBezTo>
                  <a:pt x="2348675" y="5061014"/>
                  <a:pt x="2349151" y="5060156"/>
                  <a:pt x="2349627" y="5059299"/>
                </a:cubicBezTo>
                <a:lnTo>
                  <a:pt x="2364772" y="5077968"/>
                </a:lnTo>
                <a:lnTo>
                  <a:pt x="2446401" y="5077778"/>
                </a:lnTo>
                <a:lnTo>
                  <a:pt x="2446877" y="5077778"/>
                </a:lnTo>
                <a:lnTo>
                  <a:pt x="2468309" y="5055108"/>
                </a:lnTo>
                <a:lnTo>
                  <a:pt x="2551367" y="5055108"/>
                </a:lnTo>
                <a:cubicBezTo>
                  <a:pt x="2551557" y="5055680"/>
                  <a:pt x="2551938" y="5056347"/>
                  <a:pt x="2552414" y="5056918"/>
                </a:cubicBezTo>
                <a:lnTo>
                  <a:pt x="2562892" y="5067395"/>
                </a:lnTo>
                <a:cubicBezTo>
                  <a:pt x="2564702" y="5069205"/>
                  <a:pt x="2567559" y="5069205"/>
                  <a:pt x="2569274" y="5067395"/>
                </a:cubicBezTo>
                <a:lnTo>
                  <a:pt x="2579751" y="5056918"/>
                </a:lnTo>
                <a:cubicBezTo>
                  <a:pt x="2581561" y="5055108"/>
                  <a:pt x="2581561" y="5052250"/>
                  <a:pt x="2579751" y="5050536"/>
                </a:cubicBezTo>
                <a:lnTo>
                  <a:pt x="2569274" y="5040059"/>
                </a:lnTo>
                <a:cubicBezTo>
                  <a:pt x="2567464" y="5038249"/>
                  <a:pt x="2564606" y="5038249"/>
                  <a:pt x="2562797" y="5040059"/>
                </a:cubicBezTo>
                <a:lnTo>
                  <a:pt x="2552319" y="5050536"/>
                </a:lnTo>
                <a:cubicBezTo>
                  <a:pt x="2551748" y="5051108"/>
                  <a:pt x="2551367" y="5051870"/>
                  <a:pt x="2551176" y="5052632"/>
                </a:cubicBezTo>
                <a:lnTo>
                  <a:pt x="2467166" y="5052632"/>
                </a:lnTo>
                <a:cubicBezTo>
                  <a:pt x="2467166" y="5052632"/>
                  <a:pt x="2445734" y="5075397"/>
                  <a:pt x="2445734" y="5075397"/>
                </a:cubicBezTo>
                <a:lnTo>
                  <a:pt x="2365724" y="5075587"/>
                </a:lnTo>
                <a:lnTo>
                  <a:pt x="2350199" y="5056537"/>
                </a:lnTo>
                <a:cubicBezTo>
                  <a:pt x="2350199" y="5056061"/>
                  <a:pt x="2350484" y="5055489"/>
                  <a:pt x="2350484" y="5055013"/>
                </a:cubicBezTo>
                <a:lnTo>
                  <a:pt x="2350484" y="5051774"/>
                </a:lnTo>
                <a:cubicBezTo>
                  <a:pt x="2350484" y="5049203"/>
                  <a:pt x="2349437" y="5046822"/>
                  <a:pt x="2347627" y="5045012"/>
                </a:cubicBezTo>
                <a:cubicBezTo>
                  <a:pt x="2345817" y="5043202"/>
                  <a:pt x="2343341" y="5042154"/>
                  <a:pt x="2340864" y="5042249"/>
                </a:cubicBezTo>
                <a:lnTo>
                  <a:pt x="2318671" y="5042249"/>
                </a:lnTo>
                <a:cubicBezTo>
                  <a:pt x="2316099" y="5042249"/>
                  <a:pt x="2313718" y="5043297"/>
                  <a:pt x="2311908" y="5045107"/>
                </a:cubicBezTo>
                <a:cubicBezTo>
                  <a:pt x="2310194" y="5046822"/>
                  <a:pt x="2309241" y="5049108"/>
                  <a:pt x="2309146" y="5051584"/>
                </a:cubicBezTo>
                <a:lnTo>
                  <a:pt x="2271332" y="5051584"/>
                </a:lnTo>
                <a:lnTo>
                  <a:pt x="2260664" y="5039963"/>
                </a:lnTo>
                <a:lnTo>
                  <a:pt x="2224373" y="5039963"/>
                </a:lnTo>
                <a:cubicBezTo>
                  <a:pt x="2223802" y="5036915"/>
                  <a:pt x="2222278" y="5034249"/>
                  <a:pt x="2219801" y="5032344"/>
                </a:cubicBezTo>
                <a:cubicBezTo>
                  <a:pt x="2217134" y="5030248"/>
                  <a:pt x="2213801" y="5029391"/>
                  <a:pt x="2210467" y="5029772"/>
                </a:cubicBezTo>
                <a:cubicBezTo>
                  <a:pt x="2207133" y="5030153"/>
                  <a:pt x="2204180" y="5031867"/>
                  <a:pt x="2202085" y="5034534"/>
                </a:cubicBezTo>
                <a:cubicBezTo>
                  <a:pt x="2200847" y="5036249"/>
                  <a:pt x="2200180" y="5038154"/>
                  <a:pt x="2199799" y="5040154"/>
                </a:cubicBezTo>
                <a:lnTo>
                  <a:pt x="2113407" y="5039868"/>
                </a:lnTo>
                <a:lnTo>
                  <a:pt x="2001488" y="5143691"/>
                </a:lnTo>
                <a:lnTo>
                  <a:pt x="2008537" y="5143691"/>
                </a:lnTo>
                <a:lnTo>
                  <a:pt x="2115312" y="5044631"/>
                </a:lnTo>
                <a:close/>
                <a:moveTo>
                  <a:pt x="2344674" y="5048345"/>
                </a:moveTo>
                <a:cubicBezTo>
                  <a:pt x="2345627" y="5049298"/>
                  <a:pt x="2346103" y="5050441"/>
                  <a:pt x="2346103" y="5051774"/>
                </a:cubicBezTo>
                <a:lnTo>
                  <a:pt x="2346103" y="5055013"/>
                </a:lnTo>
                <a:cubicBezTo>
                  <a:pt x="2346103" y="5056347"/>
                  <a:pt x="2345627" y="5057584"/>
                  <a:pt x="2344674" y="5058442"/>
                </a:cubicBezTo>
                <a:cubicBezTo>
                  <a:pt x="2344007" y="5059109"/>
                  <a:pt x="2343150" y="5059490"/>
                  <a:pt x="2342293" y="5059680"/>
                </a:cubicBezTo>
                <a:lnTo>
                  <a:pt x="2342293" y="5047107"/>
                </a:lnTo>
                <a:cubicBezTo>
                  <a:pt x="2343150" y="5047298"/>
                  <a:pt x="2344007" y="5047679"/>
                  <a:pt x="2344674" y="5048345"/>
                </a:cubicBezTo>
                <a:close/>
                <a:moveTo>
                  <a:pt x="2336673" y="5046917"/>
                </a:moveTo>
                <a:lnTo>
                  <a:pt x="2336673" y="5059871"/>
                </a:lnTo>
                <a:cubicBezTo>
                  <a:pt x="2336673" y="5059871"/>
                  <a:pt x="2324672" y="5059871"/>
                  <a:pt x="2324672" y="5059871"/>
                </a:cubicBezTo>
                <a:lnTo>
                  <a:pt x="2324672" y="5046917"/>
                </a:lnTo>
                <a:cubicBezTo>
                  <a:pt x="2324672" y="5046917"/>
                  <a:pt x="2336673" y="5046917"/>
                  <a:pt x="2336673" y="5046917"/>
                </a:cubicBezTo>
                <a:close/>
                <a:moveTo>
                  <a:pt x="2315623" y="5048345"/>
                </a:moveTo>
                <a:cubicBezTo>
                  <a:pt x="2316575" y="5047393"/>
                  <a:pt x="2317718" y="5046917"/>
                  <a:pt x="2319052" y="5046917"/>
                </a:cubicBezTo>
                <a:lnTo>
                  <a:pt x="2319719" y="5046917"/>
                </a:lnTo>
                <a:cubicBezTo>
                  <a:pt x="2319719" y="5046917"/>
                  <a:pt x="2319719" y="5059871"/>
                  <a:pt x="2319719" y="5059871"/>
                </a:cubicBezTo>
                <a:lnTo>
                  <a:pt x="2319052" y="5059871"/>
                </a:lnTo>
                <a:cubicBezTo>
                  <a:pt x="2319052" y="5059871"/>
                  <a:pt x="2319052" y="5059871"/>
                  <a:pt x="2319052" y="5059871"/>
                </a:cubicBezTo>
                <a:cubicBezTo>
                  <a:pt x="2317718" y="5059871"/>
                  <a:pt x="2316575" y="5059394"/>
                  <a:pt x="2315623" y="5058442"/>
                </a:cubicBezTo>
                <a:cubicBezTo>
                  <a:pt x="2314670" y="5057490"/>
                  <a:pt x="2314194" y="5056347"/>
                  <a:pt x="2314194" y="5055013"/>
                </a:cubicBezTo>
                <a:lnTo>
                  <a:pt x="2314194" y="5051679"/>
                </a:lnTo>
                <a:cubicBezTo>
                  <a:pt x="2314194" y="5050346"/>
                  <a:pt x="2314670" y="5049203"/>
                  <a:pt x="2315623" y="5048250"/>
                </a:cubicBezTo>
                <a:close/>
                <a:moveTo>
                  <a:pt x="2206181" y="5037392"/>
                </a:moveTo>
                <a:cubicBezTo>
                  <a:pt x="2207514" y="5035772"/>
                  <a:pt x="2209324" y="5034629"/>
                  <a:pt x="2211419" y="5034439"/>
                </a:cubicBezTo>
                <a:cubicBezTo>
                  <a:pt x="2211800" y="5034439"/>
                  <a:pt x="2212086" y="5034439"/>
                  <a:pt x="2212467" y="5034439"/>
                </a:cubicBezTo>
                <a:cubicBezTo>
                  <a:pt x="2214182" y="5034439"/>
                  <a:pt x="2215896" y="5035010"/>
                  <a:pt x="2217230" y="5036058"/>
                </a:cubicBezTo>
                <a:cubicBezTo>
                  <a:pt x="2218849" y="5037297"/>
                  <a:pt x="2219992" y="5039201"/>
                  <a:pt x="2220182" y="5041297"/>
                </a:cubicBezTo>
                <a:cubicBezTo>
                  <a:pt x="2220468" y="5043392"/>
                  <a:pt x="2219897" y="5045488"/>
                  <a:pt x="2218563" y="5047107"/>
                </a:cubicBezTo>
                <a:cubicBezTo>
                  <a:pt x="2217230" y="5048726"/>
                  <a:pt x="2215420" y="5049869"/>
                  <a:pt x="2213324" y="5050060"/>
                </a:cubicBezTo>
                <a:cubicBezTo>
                  <a:pt x="2211229" y="5050346"/>
                  <a:pt x="2209133" y="5049774"/>
                  <a:pt x="2207514" y="5048441"/>
                </a:cubicBezTo>
                <a:cubicBezTo>
                  <a:pt x="2205895" y="5047203"/>
                  <a:pt x="2204752" y="5045297"/>
                  <a:pt x="2204561" y="5043202"/>
                </a:cubicBezTo>
                <a:cubicBezTo>
                  <a:pt x="2204276" y="5041106"/>
                  <a:pt x="2204847" y="5039011"/>
                  <a:pt x="2206181" y="5037392"/>
                </a:cubicBezTo>
                <a:close/>
                <a:moveTo>
                  <a:pt x="2104549" y="5119592"/>
                </a:moveTo>
                <a:lnTo>
                  <a:pt x="2186178" y="5119592"/>
                </a:lnTo>
                <a:cubicBezTo>
                  <a:pt x="2187321" y="5125498"/>
                  <a:pt x="2192465" y="5129879"/>
                  <a:pt x="2198465" y="5129879"/>
                </a:cubicBezTo>
                <a:cubicBezTo>
                  <a:pt x="2199037" y="5129879"/>
                  <a:pt x="2199513" y="5129879"/>
                  <a:pt x="2200085" y="5129784"/>
                </a:cubicBezTo>
                <a:cubicBezTo>
                  <a:pt x="2206943" y="5128927"/>
                  <a:pt x="2211896" y="5122545"/>
                  <a:pt x="2211038" y="5115687"/>
                </a:cubicBezTo>
                <a:lnTo>
                  <a:pt x="2211038" y="5115687"/>
                </a:lnTo>
                <a:cubicBezTo>
                  <a:pt x="2210181" y="5108734"/>
                  <a:pt x="2203799" y="5103972"/>
                  <a:pt x="2196941" y="5104733"/>
                </a:cubicBezTo>
                <a:cubicBezTo>
                  <a:pt x="2193608" y="5105115"/>
                  <a:pt x="2190655" y="5106829"/>
                  <a:pt x="2188559" y="5109496"/>
                </a:cubicBezTo>
                <a:cubicBezTo>
                  <a:pt x="2187321" y="5111116"/>
                  <a:pt x="2186654" y="5112925"/>
                  <a:pt x="2186273" y="5114830"/>
                </a:cubicBezTo>
                <a:lnTo>
                  <a:pt x="2102834" y="5114830"/>
                </a:lnTo>
                <a:lnTo>
                  <a:pt x="2071973" y="5143595"/>
                </a:lnTo>
                <a:lnTo>
                  <a:pt x="2078927" y="5143595"/>
                </a:lnTo>
                <a:lnTo>
                  <a:pt x="2104739" y="5119592"/>
                </a:lnTo>
                <a:close/>
                <a:moveTo>
                  <a:pt x="2192274" y="5112353"/>
                </a:moveTo>
                <a:cubicBezTo>
                  <a:pt x="2193608" y="5110734"/>
                  <a:pt x="2195417" y="5109591"/>
                  <a:pt x="2197513" y="5109400"/>
                </a:cubicBezTo>
                <a:cubicBezTo>
                  <a:pt x="2197894" y="5109400"/>
                  <a:pt x="2198180" y="5109400"/>
                  <a:pt x="2198465" y="5109400"/>
                </a:cubicBezTo>
                <a:cubicBezTo>
                  <a:pt x="2202371" y="5109400"/>
                  <a:pt x="2205800" y="5112353"/>
                  <a:pt x="2206276" y="5116259"/>
                </a:cubicBezTo>
                <a:cubicBezTo>
                  <a:pt x="2206847" y="5120545"/>
                  <a:pt x="2203799" y="5124545"/>
                  <a:pt x="2199418" y="5125022"/>
                </a:cubicBezTo>
                <a:cubicBezTo>
                  <a:pt x="2195132" y="5125593"/>
                  <a:pt x="2191131" y="5122545"/>
                  <a:pt x="2190560" y="5118259"/>
                </a:cubicBezTo>
                <a:cubicBezTo>
                  <a:pt x="2190274" y="5116163"/>
                  <a:pt x="2190845" y="5114068"/>
                  <a:pt x="2192179" y="5112449"/>
                </a:cubicBezTo>
                <a:close/>
                <a:moveTo>
                  <a:pt x="321183" y="1869662"/>
                </a:moveTo>
                <a:lnTo>
                  <a:pt x="334613" y="1856423"/>
                </a:lnTo>
                <a:cubicBezTo>
                  <a:pt x="336899" y="1858232"/>
                  <a:pt x="339757" y="1859375"/>
                  <a:pt x="342900" y="1859375"/>
                </a:cubicBezTo>
                <a:cubicBezTo>
                  <a:pt x="350330" y="1859375"/>
                  <a:pt x="356330" y="1853375"/>
                  <a:pt x="356330" y="1845945"/>
                </a:cubicBezTo>
                <a:cubicBezTo>
                  <a:pt x="356330" y="1838516"/>
                  <a:pt x="350330" y="1832515"/>
                  <a:pt x="342900" y="1832515"/>
                </a:cubicBezTo>
                <a:cubicBezTo>
                  <a:pt x="335471" y="1832515"/>
                  <a:pt x="329470" y="1838516"/>
                  <a:pt x="329470" y="1845945"/>
                </a:cubicBezTo>
                <a:cubicBezTo>
                  <a:pt x="329470" y="1848517"/>
                  <a:pt x="330232" y="1850898"/>
                  <a:pt x="331470" y="1852898"/>
                </a:cubicBezTo>
                <a:lnTo>
                  <a:pt x="319183" y="1864900"/>
                </a:lnTo>
                <a:lnTo>
                  <a:pt x="184499" y="1864900"/>
                </a:lnTo>
                <a:lnTo>
                  <a:pt x="175832" y="1873663"/>
                </a:lnTo>
                <a:cubicBezTo>
                  <a:pt x="174879" y="1873091"/>
                  <a:pt x="173736" y="1872710"/>
                  <a:pt x="172498" y="1872710"/>
                </a:cubicBezTo>
                <a:lnTo>
                  <a:pt x="159830" y="1872710"/>
                </a:lnTo>
                <a:cubicBezTo>
                  <a:pt x="156115" y="1872710"/>
                  <a:pt x="152972" y="1875758"/>
                  <a:pt x="152972" y="1879568"/>
                </a:cubicBezTo>
                <a:lnTo>
                  <a:pt x="152972" y="1892237"/>
                </a:lnTo>
                <a:cubicBezTo>
                  <a:pt x="152972" y="1895951"/>
                  <a:pt x="156020" y="1899095"/>
                  <a:pt x="159830" y="1899095"/>
                </a:cubicBezTo>
                <a:lnTo>
                  <a:pt x="172498" y="1899095"/>
                </a:lnTo>
                <a:cubicBezTo>
                  <a:pt x="176213" y="1899095"/>
                  <a:pt x="179356" y="1896047"/>
                  <a:pt x="179356" y="1892237"/>
                </a:cubicBezTo>
                <a:lnTo>
                  <a:pt x="179356" y="1879568"/>
                </a:lnTo>
                <a:cubicBezTo>
                  <a:pt x="179356" y="1878806"/>
                  <a:pt x="179165" y="1878044"/>
                  <a:pt x="178880" y="1877378"/>
                </a:cubicBezTo>
                <a:lnTo>
                  <a:pt x="186500" y="1869662"/>
                </a:lnTo>
                <a:lnTo>
                  <a:pt x="321088" y="1869662"/>
                </a:lnTo>
                <a:close/>
                <a:moveTo>
                  <a:pt x="342900" y="1837277"/>
                </a:moveTo>
                <a:cubicBezTo>
                  <a:pt x="347663" y="1837277"/>
                  <a:pt x="351568" y="1841182"/>
                  <a:pt x="351568" y="1845945"/>
                </a:cubicBezTo>
                <a:cubicBezTo>
                  <a:pt x="351568" y="1850707"/>
                  <a:pt x="347663" y="1854613"/>
                  <a:pt x="342900" y="1854613"/>
                </a:cubicBezTo>
                <a:cubicBezTo>
                  <a:pt x="338138" y="1854613"/>
                  <a:pt x="334232" y="1850707"/>
                  <a:pt x="334232" y="1845945"/>
                </a:cubicBezTo>
                <a:cubicBezTo>
                  <a:pt x="334232" y="1841182"/>
                  <a:pt x="338138" y="1837277"/>
                  <a:pt x="342900" y="1837277"/>
                </a:cubicBezTo>
                <a:close/>
                <a:moveTo>
                  <a:pt x="174593" y="1892141"/>
                </a:moveTo>
                <a:cubicBezTo>
                  <a:pt x="174593" y="1893284"/>
                  <a:pt x="173641" y="1894237"/>
                  <a:pt x="172498" y="1894237"/>
                </a:cubicBezTo>
                <a:lnTo>
                  <a:pt x="159830" y="1894237"/>
                </a:lnTo>
                <a:cubicBezTo>
                  <a:pt x="158687" y="1894237"/>
                  <a:pt x="157734" y="1893284"/>
                  <a:pt x="157734" y="1892141"/>
                </a:cubicBezTo>
                <a:lnTo>
                  <a:pt x="157734" y="1879473"/>
                </a:lnTo>
                <a:cubicBezTo>
                  <a:pt x="157734" y="1878330"/>
                  <a:pt x="158687" y="1877378"/>
                  <a:pt x="159830" y="1877378"/>
                </a:cubicBezTo>
                <a:lnTo>
                  <a:pt x="172498" y="1877378"/>
                </a:lnTo>
                <a:cubicBezTo>
                  <a:pt x="173641" y="1877378"/>
                  <a:pt x="174593" y="1878330"/>
                  <a:pt x="174593" y="1879473"/>
                </a:cubicBezTo>
                <a:lnTo>
                  <a:pt x="174593" y="1892141"/>
                </a:lnTo>
                <a:close/>
                <a:moveTo>
                  <a:pt x="102870" y="1901762"/>
                </a:moveTo>
                <a:lnTo>
                  <a:pt x="115538" y="1901762"/>
                </a:lnTo>
                <a:cubicBezTo>
                  <a:pt x="119253" y="1901762"/>
                  <a:pt x="122396" y="1898714"/>
                  <a:pt x="122396" y="1894903"/>
                </a:cubicBezTo>
                <a:lnTo>
                  <a:pt x="122396" y="1882235"/>
                </a:lnTo>
                <a:cubicBezTo>
                  <a:pt x="122396" y="1878521"/>
                  <a:pt x="119348" y="1875377"/>
                  <a:pt x="115538" y="1875377"/>
                </a:cubicBezTo>
                <a:lnTo>
                  <a:pt x="102870" y="1875377"/>
                </a:lnTo>
                <a:cubicBezTo>
                  <a:pt x="99155" y="1875377"/>
                  <a:pt x="96012" y="1878425"/>
                  <a:pt x="96012" y="1882235"/>
                </a:cubicBezTo>
                <a:lnTo>
                  <a:pt x="96012" y="1886141"/>
                </a:lnTo>
                <a:lnTo>
                  <a:pt x="95" y="1886141"/>
                </a:lnTo>
                <a:lnTo>
                  <a:pt x="95" y="1890903"/>
                </a:lnTo>
                <a:lnTo>
                  <a:pt x="96107" y="1890903"/>
                </a:lnTo>
                <a:lnTo>
                  <a:pt x="96107" y="1894903"/>
                </a:lnTo>
                <a:cubicBezTo>
                  <a:pt x="96107" y="1898618"/>
                  <a:pt x="99155" y="1901762"/>
                  <a:pt x="102965" y="1901762"/>
                </a:cubicBezTo>
                <a:close/>
                <a:moveTo>
                  <a:pt x="100870" y="1882235"/>
                </a:moveTo>
                <a:cubicBezTo>
                  <a:pt x="100870" y="1881092"/>
                  <a:pt x="101822" y="1880140"/>
                  <a:pt x="102965" y="1880140"/>
                </a:cubicBezTo>
                <a:lnTo>
                  <a:pt x="115634" y="1880140"/>
                </a:lnTo>
                <a:cubicBezTo>
                  <a:pt x="116777" y="1880140"/>
                  <a:pt x="117729" y="1881092"/>
                  <a:pt x="117729" y="1882235"/>
                </a:cubicBezTo>
                <a:lnTo>
                  <a:pt x="117729" y="1894903"/>
                </a:lnTo>
                <a:cubicBezTo>
                  <a:pt x="117729" y="1896047"/>
                  <a:pt x="116777" y="1896999"/>
                  <a:pt x="115634" y="1896999"/>
                </a:cubicBezTo>
                <a:lnTo>
                  <a:pt x="102965" y="1896999"/>
                </a:lnTo>
                <a:cubicBezTo>
                  <a:pt x="101822" y="1896999"/>
                  <a:pt x="100870" y="1896047"/>
                  <a:pt x="100870" y="1894903"/>
                </a:cubicBezTo>
                <a:lnTo>
                  <a:pt x="100870" y="1882235"/>
                </a:lnTo>
                <a:close/>
                <a:moveTo>
                  <a:pt x="50292" y="1496949"/>
                </a:moveTo>
                <a:lnTo>
                  <a:pt x="27337" y="1496949"/>
                </a:lnTo>
                <a:lnTo>
                  <a:pt x="11335" y="1512189"/>
                </a:lnTo>
                <a:lnTo>
                  <a:pt x="11335" y="1555623"/>
                </a:lnTo>
                <a:cubicBezTo>
                  <a:pt x="7334" y="1556671"/>
                  <a:pt x="4286" y="1560195"/>
                  <a:pt x="4286" y="1564577"/>
                </a:cubicBezTo>
                <a:cubicBezTo>
                  <a:pt x="4286" y="1569815"/>
                  <a:pt x="8477" y="1574006"/>
                  <a:pt x="13716" y="1574006"/>
                </a:cubicBezTo>
                <a:cubicBezTo>
                  <a:pt x="18955" y="1574006"/>
                  <a:pt x="23146" y="1569815"/>
                  <a:pt x="23146" y="1564577"/>
                </a:cubicBezTo>
                <a:cubicBezTo>
                  <a:pt x="23146" y="1560195"/>
                  <a:pt x="20098" y="1556671"/>
                  <a:pt x="16097" y="1555623"/>
                </a:cubicBezTo>
                <a:lnTo>
                  <a:pt x="16097" y="1514285"/>
                </a:lnTo>
                <a:lnTo>
                  <a:pt x="29242" y="1501807"/>
                </a:lnTo>
                <a:lnTo>
                  <a:pt x="48197" y="1501807"/>
                </a:lnTo>
                <a:lnTo>
                  <a:pt x="59531" y="1514475"/>
                </a:lnTo>
                <a:lnTo>
                  <a:pt x="59531" y="1530858"/>
                </a:lnTo>
                <a:cubicBezTo>
                  <a:pt x="55531" y="1531906"/>
                  <a:pt x="52483" y="1535430"/>
                  <a:pt x="52483" y="1539812"/>
                </a:cubicBezTo>
                <a:cubicBezTo>
                  <a:pt x="52483" y="1545050"/>
                  <a:pt x="56769" y="1549241"/>
                  <a:pt x="61912" y="1549241"/>
                </a:cubicBezTo>
                <a:cubicBezTo>
                  <a:pt x="67056" y="1549241"/>
                  <a:pt x="71342" y="1545050"/>
                  <a:pt x="71342" y="1539812"/>
                </a:cubicBezTo>
                <a:cubicBezTo>
                  <a:pt x="71342" y="1535430"/>
                  <a:pt x="68294" y="1531906"/>
                  <a:pt x="64294" y="1530858"/>
                </a:cubicBezTo>
                <a:lnTo>
                  <a:pt x="64294" y="1512570"/>
                </a:lnTo>
                <a:lnTo>
                  <a:pt x="50292" y="1496949"/>
                </a:lnTo>
                <a:close/>
                <a:moveTo>
                  <a:pt x="18383" y="1564577"/>
                </a:moveTo>
                <a:cubicBezTo>
                  <a:pt x="18383" y="1567148"/>
                  <a:pt x="16288" y="1569244"/>
                  <a:pt x="13716" y="1569244"/>
                </a:cubicBezTo>
                <a:cubicBezTo>
                  <a:pt x="11144" y="1569244"/>
                  <a:pt x="9049" y="1567148"/>
                  <a:pt x="9049" y="1564577"/>
                </a:cubicBezTo>
                <a:cubicBezTo>
                  <a:pt x="9049" y="1562005"/>
                  <a:pt x="11144" y="1559909"/>
                  <a:pt x="13716" y="1559909"/>
                </a:cubicBezTo>
                <a:cubicBezTo>
                  <a:pt x="16288" y="1559909"/>
                  <a:pt x="18383" y="1562005"/>
                  <a:pt x="18383" y="1564577"/>
                </a:cubicBezTo>
                <a:close/>
                <a:moveTo>
                  <a:pt x="66580" y="1539716"/>
                </a:moveTo>
                <a:cubicBezTo>
                  <a:pt x="66580" y="1542288"/>
                  <a:pt x="64484" y="1544384"/>
                  <a:pt x="61912" y="1544384"/>
                </a:cubicBezTo>
                <a:cubicBezTo>
                  <a:pt x="59341" y="1544384"/>
                  <a:pt x="57245" y="1542288"/>
                  <a:pt x="57245" y="1539716"/>
                </a:cubicBezTo>
                <a:cubicBezTo>
                  <a:pt x="57245" y="1537145"/>
                  <a:pt x="59341" y="1535049"/>
                  <a:pt x="61912" y="1535049"/>
                </a:cubicBezTo>
                <a:cubicBezTo>
                  <a:pt x="64484" y="1535049"/>
                  <a:pt x="66580" y="1537145"/>
                  <a:pt x="66580" y="1539716"/>
                </a:cubicBezTo>
                <a:close/>
                <a:moveTo>
                  <a:pt x="399669" y="1301306"/>
                </a:moveTo>
                <a:lnTo>
                  <a:pt x="435102" y="1301306"/>
                </a:lnTo>
                <a:cubicBezTo>
                  <a:pt x="435674" y="1301306"/>
                  <a:pt x="436245" y="1301020"/>
                  <a:pt x="436721" y="1300639"/>
                </a:cubicBezTo>
                <a:lnTo>
                  <a:pt x="480346" y="1259300"/>
                </a:lnTo>
                <a:lnTo>
                  <a:pt x="489395" y="1259300"/>
                </a:lnTo>
                <a:cubicBezTo>
                  <a:pt x="489776" y="1261015"/>
                  <a:pt x="490538" y="1262729"/>
                  <a:pt x="491776" y="1264063"/>
                </a:cubicBezTo>
                <a:cubicBezTo>
                  <a:pt x="493681" y="1266158"/>
                  <a:pt x="496253" y="1267301"/>
                  <a:pt x="499110" y="1267397"/>
                </a:cubicBezTo>
                <a:cubicBezTo>
                  <a:pt x="499205" y="1267397"/>
                  <a:pt x="499396" y="1267397"/>
                  <a:pt x="499491" y="1267397"/>
                </a:cubicBezTo>
                <a:cubicBezTo>
                  <a:pt x="502158" y="1267397"/>
                  <a:pt x="504635" y="1266444"/>
                  <a:pt x="506635" y="1264539"/>
                </a:cubicBezTo>
                <a:cubicBezTo>
                  <a:pt x="508730" y="1262634"/>
                  <a:pt x="509873" y="1260062"/>
                  <a:pt x="509969" y="1257205"/>
                </a:cubicBezTo>
                <a:cubicBezTo>
                  <a:pt x="510064" y="1254443"/>
                  <a:pt x="509111" y="1251680"/>
                  <a:pt x="507206" y="1249680"/>
                </a:cubicBezTo>
                <a:cubicBezTo>
                  <a:pt x="505301" y="1247585"/>
                  <a:pt x="502730" y="1246442"/>
                  <a:pt x="499872" y="1246346"/>
                </a:cubicBezTo>
                <a:cubicBezTo>
                  <a:pt x="497110" y="1246346"/>
                  <a:pt x="494348" y="1247203"/>
                  <a:pt x="492347" y="1249109"/>
                </a:cubicBezTo>
                <a:cubicBezTo>
                  <a:pt x="490823" y="1250537"/>
                  <a:pt x="489966" y="1252442"/>
                  <a:pt x="489490" y="1254443"/>
                </a:cubicBezTo>
                <a:lnTo>
                  <a:pt x="479489" y="1254443"/>
                </a:lnTo>
                <a:cubicBezTo>
                  <a:pt x="478917" y="1254443"/>
                  <a:pt x="478346" y="1254728"/>
                  <a:pt x="477869" y="1255109"/>
                </a:cubicBezTo>
                <a:lnTo>
                  <a:pt x="434245" y="1296448"/>
                </a:lnTo>
                <a:lnTo>
                  <a:pt x="398907" y="1296448"/>
                </a:lnTo>
                <a:cubicBezTo>
                  <a:pt x="398336" y="1296448"/>
                  <a:pt x="397859" y="1296734"/>
                  <a:pt x="397383" y="1297019"/>
                </a:cubicBezTo>
                <a:lnTo>
                  <a:pt x="338995" y="1344835"/>
                </a:lnTo>
                <a:cubicBezTo>
                  <a:pt x="338423" y="1345311"/>
                  <a:pt x="338138" y="1345978"/>
                  <a:pt x="338138" y="1346645"/>
                </a:cubicBezTo>
                <a:lnTo>
                  <a:pt x="338138" y="1401509"/>
                </a:lnTo>
                <a:cubicBezTo>
                  <a:pt x="336233" y="1401985"/>
                  <a:pt x="334423" y="1402747"/>
                  <a:pt x="332899" y="1404176"/>
                </a:cubicBezTo>
                <a:cubicBezTo>
                  <a:pt x="328708" y="1408367"/>
                  <a:pt x="328708" y="1415225"/>
                  <a:pt x="332899" y="1419416"/>
                </a:cubicBezTo>
                <a:cubicBezTo>
                  <a:pt x="334423" y="1420940"/>
                  <a:pt x="336233" y="1421702"/>
                  <a:pt x="338138" y="1422082"/>
                </a:cubicBezTo>
                <a:lnTo>
                  <a:pt x="338138" y="1449038"/>
                </a:lnTo>
                <a:cubicBezTo>
                  <a:pt x="338138" y="1449038"/>
                  <a:pt x="389668" y="1505045"/>
                  <a:pt x="389668" y="1505045"/>
                </a:cubicBezTo>
                <a:lnTo>
                  <a:pt x="389954" y="1603439"/>
                </a:lnTo>
                <a:cubicBezTo>
                  <a:pt x="388620" y="1603439"/>
                  <a:pt x="387382" y="1603534"/>
                  <a:pt x="386048" y="1603724"/>
                </a:cubicBezTo>
                <a:cubicBezTo>
                  <a:pt x="379190" y="1604772"/>
                  <a:pt x="373189" y="1608392"/>
                  <a:pt x="369094" y="1614011"/>
                </a:cubicBezTo>
                <a:cubicBezTo>
                  <a:pt x="360617" y="1625537"/>
                  <a:pt x="363188" y="1641729"/>
                  <a:pt x="374618" y="1650111"/>
                </a:cubicBezTo>
                <a:cubicBezTo>
                  <a:pt x="386144" y="1658588"/>
                  <a:pt x="402336" y="1656017"/>
                  <a:pt x="410718" y="1644587"/>
                </a:cubicBezTo>
                <a:lnTo>
                  <a:pt x="410718" y="1644587"/>
                </a:lnTo>
                <a:cubicBezTo>
                  <a:pt x="417195" y="1635824"/>
                  <a:pt x="417195" y="1624298"/>
                  <a:pt x="411766" y="1615535"/>
                </a:cubicBezTo>
                <a:lnTo>
                  <a:pt x="439293" y="1595152"/>
                </a:lnTo>
                <a:lnTo>
                  <a:pt x="439007" y="1506665"/>
                </a:lnTo>
                <a:lnTo>
                  <a:pt x="383096" y="1445990"/>
                </a:lnTo>
                <a:lnTo>
                  <a:pt x="383096" y="1424940"/>
                </a:lnTo>
                <a:cubicBezTo>
                  <a:pt x="383096" y="1424940"/>
                  <a:pt x="387001" y="1424940"/>
                  <a:pt x="387001" y="1424940"/>
                </a:cubicBezTo>
                <a:cubicBezTo>
                  <a:pt x="390715" y="1424940"/>
                  <a:pt x="393859" y="1421892"/>
                  <a:pt x="393859" y="1418082"/>
                </a:cubicBezTo>
                <a:lnTo>
                  <a:pt x="393859" y="1405414"/>
                </a:lnTo>
                <a:cubicBezTo>
                  <a:pt x="393859" y="1401699"/>
                  <a:pt x="390811" y="1398556"/>
                  <a:pt x="387001" y="1398556"/>
                </a:cubicBezTo>
                <a:lnTo>
                  <a:pt x="383000" y="1398556"/>
                </a:lnTo>
                <a:lnTo>
                  <a:pt x="383000" y="1358265"/>
                </a:lnTo>
                <a:lnTo>
                  <a:pt x="422434" y="1327595"/>
                </a:lnTo>
                <a:lnTo>
                  <a:pt x="471392" y="1327309"/>
                </a:lnTo>
                <a:cubicBezTo>
                  <a:pt x="471964" y="1327309"/>
                  <a:pt x="472535" y="1327118"/>
                  <a:pt x="473012" y="1326642"/>
                </a:cubicBezTo>
                <a:lnTo>
                  <a:pt x="535686" y="1268159"/>
                </a:lnTo>
                <a:lnTo>
                  <a:pt x="537591" y="1268159"/>
                </a:lnTo>
                <a:cubicBezTo>
                  <a:pt x="539020" y="1272254"/>
                  <a:pt x="542830" y="1275302"/>
                  <a:pt x="547402" y="1275302"/>
                </a:cubicBezTo>
                <a:cubicBezTo>
                  <a:pt x="553212" y="1275302"/>
                  <a:pt x="557975" y="1270540"/>
                  <a:pt x="557975" y="1264730"/>
                </a:cubicBezTo>
                <a:cubicBezTo>
                  <a:pt x="557975" y="1258919"/>
                  <a:pt x="553212" y="1254157"/>
                  <a:pt x="547402" y="1254157"/>
                </a:cubicBezTo>
                <a:cubicBezTo>
                  <a:pt x="542068" y="1254157"/>
                  <a:pt x="537877" y="1258157"/>
                  <a:pt x="537115" y="1263301"/>
                </a:cubicBezTo>
                <a:lnTo>
                  <a:pt x="534734" y="1263301"/>
                </a:lnTo>
                <a:cubicBezTo>
                  <a:pt x="534162" y="1263301"/>
                  <a:pt x="533591" y="1263491"/>
                  <a:pt x="533114" y="1263968"/>
                </a:cubicBezTo>
                <a:lnTo>
                  <a:pt x="470440" y="1322451"/>
                </a:lnTo>
                <a:lnTo>
                  <a:pt x="421577" y="1322737"/>
                </a:lnTo>
                <a:cubicBezTo>
                  <a:pt x="421005" y="1322737"/>
                  <a:pt x="420529" y="1322927"/>
                  <a:pt x="420148" y="1323213"/>
                </a:cubicBezTo>
                <a:lnTo>
                  <a:pt x="379190" y="1355122"/>
                </a:lnTo>
                <a:cubicBezTo>
                  <a:pt x="378619" y="1355598"/>
                  <a:pt x="378238" y="1356265"/>
                  <a:pt x="378238" y="1357027"/>
                </a:cubicBezTo>
                <a:lnTo>
                  <a:pt x="378238" y="1398461"/>
                </a:lnTo>
                <a:lnTo>
                  <a:pt x="374333" y="1398461"/>
                </a:lnTo>
                <a:cubicBezTo>
                  <a:pt x="370618" y="1398461"/>
                  <a:pt x="367475" y="1401509"/>
                  <a:pt x="367475" y="1405319"/>
                </a:cubicBezTo>
                <a:lnTo>
                  <a:pt x="367475" y="1417987"/>
                </a:lnTo>
                <a:cubicBezTo>
                  <a:pt x="367475" y="1421702"/>
                  <a:pt x="370523" y="1424845"/>
                  <a:pt x="374333" y="1424845"/>
                </a:cubicBezTo>
                <a:lnTo>
                  <a:pt x="378238" y="1424845"/>
                </a:lnTo>
                <a:lnTo>
                  <a:pt x="378238" y="1447800"/>
                </a:lnTo>
                <a:cubicBezTo>
                  <a:pt x="378238" y="1447800"/>
                  <a:pt x="434150" y="1508570"/>
                  <a:pt x="434150" y="1508570"/>
                </a:cubicBezTo>
                <a:lnTo>
                  <a:pt x="434435" y="1592771"/>
                </a:lnTo>
                <a:lnTo>
                  <a:pt x="408813" y="1611821"/>
                </a:lnTo>
                <a:cubicBezTo>
                  <a:pt x="407670" y="1610582"/>
                  <a:pt x="406527" y="1609535"/>
                  <a:pt x="405098" y="1608487"/>
                </a:cubicBezTo>
                <a:cubicBezTo>
                  <a:pt x="400622" y="1605248"/>
                  <a:pt x="395383" y="1603534"/>
                  <a:pt x="389954" y="1603439"/>
                </a:cubicBezTo>
                <a:lnTo>
                  <a:pt x="394526" y="1603439"/>
                </a:lnTo>
                <a:cubicBezTo>
                  <a:pt x="394526" y="1603439"/>
                  <a:pt x="394145" y="1503140"/>
                  <a:pt x="394145" y="1503140"/>
                </a:cubicBezTo>
                <a:lnTo>
                  <a:pt x="342614" y="1447133"/>
                </a:lnTo>
                <a:lnTo>
                  <a:pt x="342614" y="1421987"/>
                </a:lnTo>
                <a:cubicBezTo>
                  <a:pt x="344519" y="1421511"/>
                  <a:pt x="346329" y="1420749"/>
                  <a:pt x="347853" y="1419320"/>
                </a:cubicBezTo>
                <a:cubicBezTo>
                  <a:pt x="352044" y="1415129"/>
                  <a:pt x="352044" y="1408271"/>
                  <a:pt x="347853" y="1404080"/>
                </a:cubicBezTo>
                <a:cubicBezTo>
                  <a:pt x="346329" y="1402556"/>
                  <a:pt x="344519" y="1401794"/>
                  <a:pt x="342614" y="1401413"/>
                </a:cubicBezTo>
                <a:lnTo>
                  <a:pt x="342614" y="1347692"/>
                </a:lnTo>
                <a:lnTo>
                  <a:pt x="399479" y="1301210"/>
                </a:lnTo>
                <a:close/>
                <a:moveTo>
                  <a:pt x="495586" y="1252633"/>
                </a:moveTo>
                <a:cubicBezTo>
                  <a:pt x="496634" y="1251680"/>
                  <a:pt x="498062" y="1251109"/>
                  <a:pt x="499491" y="1251109"/>
                </a:cubicBezTo>
                <a:cubicBezTo>
                  <a:pt x="499491" y="1251109"/>
                  <a:pt x="499682" y="1251109"/>
                  <a:pt x="499682" y="1251109"/>
                </a:cubicBezTo>
                <a:cubicBezTo>
                  <a:pt x="501206" y="1251109"/>
                  <a:pt x="502634" y="1251776"/>
                  <a:pt x="503682" y="1252919"/>
                </a:cubicBezTo>
                <a:lnTo>
                  <a:pt x="503682" y="1252919"/>
                </a:lnTo>
                <a:cubicBezTo>
                  <a:pt x="504730" y="1254062"/>
                  <a:pt x="505301" y="1255490"/>
                  <a:pt x="505206" y="1257014"/>
                </a:cubicBezTo>
                <a:cubicBezTo>
                  <a:pt x="505206" y="1258538"/>
                  <a:pt x="504539" y="1259967"/>
                  <a:pt x="503396" y="1261015"/>
                </a:cubicBezTo>
                <a:cubicBezTo>
                  <a:pt x="502253" y="1262063"/>
                  <a:pt x="500729" y="1262539"/>
                  <a:pt x="499301" y="1262539"/>
                </a:cubicBezTo>
                <a:cubicBezTo>
                  <a:pt x="497777" y="1262539"/>
                  <a:pt x="496348" y="1261872"/>
                  <a:pt x="495300" y="1260729"/>
                </a:cubicBezTo>
                <a:cubicBezTo>
                  <a:pt x="494252" y="1259586"/>
                  <a:pt x="493681" y="1258157"/>
                  <a:pt x="493776" y="1256633"/>
                </a:cubicBezTo>
                <a:cubicBezTo>
                  <a:pt x="493776" y="1255109"/>
                  <a:pt x="494443" y="1253681"/>
                  <a:pt x="495586" y="1252633"/>
                </a:cubicBezTo>
                <a:close/>
                <a:moveTo>
                  <a:pt x="547497" y="1259205"/>
                </a:moveTo>
                <a:cubicBezTo>
                  <a:pt x="550640" y="1259205"/>
                  <a:pt x="553307" y="1261777"/>
                  <a:pt x="553307" y="1265015"/>
                </a:cubicBezTo>
                <a:cubicBezTo>
                  <a:pt x="553307" y="1268254"/>
                  <a:pt x="550736" y="1270826"/>
                  <a:pt x="547497" y="1270826"/>
                </a:cubicBezTo>
                <a:cubicBezTo>
                  <a:pt x="544259" y="1270826"/>
                  <a:pt x="541687" y="1268254"/>
                  <a:pt x="541687" y="1265015"/>
                </a:cubicBezTo>
                <a:cubicBezTo>
                  <a:pt x="541687" y="1261777"/>
                  <a:pt x="544259" y="1259205"/>
                  <a:pt x="547497" y="1259205"/>
                </a:cubicBezTo>
                <a:close/>
                <a:moveTo>
                  <a:pt x="374428" y="1420273"/>
                </a:moveTo>
                <a:cubicBezTo>
                  <a:pt x="373285" y="1420273"/>
                  <a:pt x="372332" y="1419320"/>
                  <a:pt x="372332" y="1418177"/>
                </a:cubicBezTo>
                <a:lnTo>
                  <a:pt x="372332" y="1405509"/>
                </a:lnTo>
                <a:cubicBezTo>
                  <a:pt x="372332" y="1404366"/>
                  <a:pt x="373285" y="1403414"/>
                  <a:pt x="374428" y="1403414"/>
                </a:cubicBezTo>
                <a:lnTo>
                  <a:pt x="387096" y="1403414"/>
                </a:lnTo>
                <a:cubicBezTo>
                  <a:pt x="388239" y="1403414"/>
                  <a:pt x="389192" y="1404366"/>
                  <a:pt x="389192" y="1405509"/>
                </a:cubicBezTo>
                <a:lnTo>
                  <a:pt x="389192" y="1418177"/>
                </a:lnTo>
                <a:cubicBezTo>
                  <a:pt x="389192" y="1419320"/>
                  <a:pt x="388239" y="1420273"/>
                  <a:pt x="387096" y="1420273"/>
                </a:cubicBezTo>
                <a:lnTo>
                  <a:pt x="374428" y="1420273"/>
                </a:lnTo>
                <a:close/>
                <a:moveTo>
                  <a:pt x="402431" y="1612392"/>
                </a:moveTo>
                <a:cubicBezTo>
                  <a:pt x="407003" y="1615726"/>
                  <a:pt x="409956" y="1620584"/>
                  <a:pt x="410813" y="1626203"/>
                </a:cubicBezTo>
                <a:cubicBezTo>
                  <a:pt x="411671" y="1631728"/>
                  <a:pt x="410337" y="1637348"/>
                  <a:pt x="407003" y="1641920"/>
                </a:cubicBezTo>
                <a:cubicBezTo>
                  <a:pt x="400145" y="1651254"/>
                  <a:pt x="386906" y="1653254"/>
                  <a:pt x="377476" y="1646396"/>
                </a:cubicBezTo>
                <a:cubicBezTo>
                  <a:pt x="372904" y="1643063"/>
                  <a:pt x="369951" y="1638205"/>
                  <a:pt x="369094" y="1632585"/>
                </a:cubicBezTo>
                <a:cubicBezTo>
                  <a:pt x="368237" y="1627061"/>
                  <a:pt x="369570" y="1621441"/>
                  <a:pt x="372904" y="1616869"/>
                </a:cubicBezTo>
                <a:cubicBezTo>
                  <a:pt x="376238" y="1612297"/>
                  <a:pt x="381095" y="1609344"/>
                  <a:pt x="386715" y="1608487"/>
                </a:cubicBezTo>
                <a:cubicBezTo>
                  <a:pt x="392239" y="1607630"/>
                  <a:pt x="397859" y="1608963"/>
                  <a:pt x="402431" y="1612297"/>
                </a:cubicBezTo>
                <a:close/>
                <a:moveTo>
                  <a:pt x="344710" y="1407605"/>
                </a:moveTo>
                <a:cubicBezTo>
                  <a:pt x="347091" y="1409986"/>
                  <a:pt x="347091" y="1413796"/>
                  <a:pt x="344710" y="1416082"/>
                </a:cubicBezTo>
                <a:cubicBezTo>
                  <a:pt x="342329" y="1418463"/>
                  <a:pt x="338519" y="1418463"/>
                  <a:pt x="336233" y="1416082"/>
                </a:cubicBezTo>
                <a:cubicBezTo>
                  <a:pt x="333947" y="1413701"/>
                  <a:pt x="333851" y="1409891"/>
                  <a:pt x="336233" y="1407605"/>
                </a:cubicBezTo>
                <a:cubicBezTo>
                  <a:pt x="337376" y="1406462"/>
                  <a:pt x="338995" y="1405890"/>
                  <a:pt x="340519" y="1405890"/>
                </a:cubicBezTo>
                <a:cubicBezTo>
                  <a:pt x="342043" y="1405890"/>
                  <a:pt x="343567" y="1406462"/>
                  <a:pt x="344805" y="1407605"/>
                </a:cubicBezTo>
                <a:close/>
                <a:moveTo>
                  <a:pt x="275177" y="5133784"/>
                </a:moveTo>
                <a:lnTo>
                  <a:pt x="275177" y="5055108"/>
                </a:lnTo>
                <a:lnTo>
                  <a:pt x="255270" y="5038534"/>
                </a:lnTo>
                <a:lnTo>
                  <a:pt x="126778" y="5038534"/>
                </a:lnTo>
                <a:lnTo>
                  <a:pt x="106775" y="5049012"/>
                </a:lnTo>
                <a:lnTo>
                  <a:pt x="22574" y="5049012"/>
                </a:lnTo>
                <a:cubicBezTo>
                  <a:pt x="21527" y="5044345"/>
                  <a:pt x="17621" y="5040726"/>
                  <a:pt x="12573" y="5040726"/>
                </a:cubicBezTo>
                <a:cubicBezTo>
                  <a:pt x="6858" y="5040726"/>
                  <a:pt x="2191" y="5045393"/>
                  <a:pt x="2191" y="5051108"/>
                </a:cubicBezTo>
                <a:cubicBezTo>
                  <a:pt x="2191" y="5056823"/>
                  <a:pt x="6858" y="5061490"/>
                  <a:pt x="12573" y="5061490"/>
                </a:cubicBezTo>
                <a:cubicBezTo>
                  <a:pt x="17431" y="5061490"/>
                  <a:pt x="21241" y="5058157"/>
                  <a:pt x="22479" y="5053679"/>
                </a:cubicBezTo>
                <a:lnTo>
                  <a:pt x="107442" y="5053679"/>
                </a:lnTo>
                <a:lnTo>
                  <a:pt x="127445" y="5043202"/>
                </a:lnTo>
                <a:lnTo>
                  <a:pt x="253556" y="5043202"/>
                </a:lnTo>
                <a:lnTo>
                  <a:pt x="270415" y="5057299"/>
                </a:lnTo>
                <a:lnTo>
                  <a:pt x="270415" y="5133404"/>
                </a:lnTo>
                <a:cubicBezTo>
                  <a:pt x="265462" y="5134166"/>
                  <a:pt x="261557" y="5138357"/>
                  <a:pt x="261557" y="5143500"/>
                </a:cubicBezTo>
                <a:lnTo>
                  <a:pt x="266319" y="5143500"/>
                </a:lnTo>
                <a:cubicBezTo>
                  <a:pt x="266319" y="5140357"/>
                  <a:pt x="268891" y="5137881"/>
                  <a:pt x="271939" y="5137881"/>
                </a:cubicBezTo>
                <a:cubicBezTo>
                  <a:pt x="274987" y="5137881"/>
                  <a:pt x="277559" y="5140452"/>
                  <a:pt x="277559" y="5143500"/>
                </a:cubicBezTo>
                <a:lnTo>
                  <a:pt x="282321" y="5143500"/>
                </a:lnTo>
                <a:cubicBezTo>
                  <a:pt x="282321" y="5138928"/>
                  <a:pt x="279273" y="5135118"/>
                  <a:pt x="275082" y="5133690"/>
                </a:cubicBezTo>
                <a:close/>
                <a:moveTo>
                  <a:pt x="12668" y="5056918"/>
                </a:moveTo>
                <a:cubicBezTo>
                  <a:pt x="9525" y="5056918"/>
                  <a:pt x="7049" y="5054346"/>
                  <a:pt x="7049" y="5051298"/>
                </a:cubicBezTo>
                <a:cubicBezTo>
                  <a:pt x="7049" y="5048250"/>
                  <a:pt x="9620" y="5045678"/>
                  <a:pt x="12668" y="5045678"/>
                </a:cubicBezTo>
                <a:cubicBezTo>
                  <a:pt x="15716" y="5045678"/>
                  <a:pt x="18288" y="5048250"/>
                  <a:pt x="18288" y="5051298"/>
                </a:cubicBezTo>
                <a:cubicBezTo>
                  <a:pt x="18288" y="5054346"/>
                  <a:pt x="15716" y="5056918"/>
                  <a:pt x="12668" y="5056918"/>
                </a:cubicBezTo>
                <a:close/>
                <a:moveTo>
                  <a:pt x="304705" y="5133690"/>
                </a:moveTo>
                <a:lnTo>
                  <a:pt x="304705" y="5027200"/>
                </a:lnTo>
                <a:lnTo>
                  <a:pt x="284131" y="5009959"/>
                </a:lnTo>
                <a:lnTo>
                  <a:pt x="126873" y="5009959"/>
                </a:lnTo>
                <a:lnTo>
                  <a:pt x="107633" y="5018723"/>
                </a:lnTo>
                <a:lnTo>
                  <a:pt x="22574" y="5018723"/>
                </a:lnTo>
                <a:cubicBezTo>
                  <a:pt x="21431" y="5014150"/>
                  <a:pt x="17526" y="5010722"/>
                  <a:pt x="12668" y="5010722"/>
                </a:cubicBezTo>
                <a:cubicBezTo>
                  <a:pt x="6953" y="5010722"/>
                  <a:pt x="2286" y="5015389"/>
                  <a:pt x="2286" y="5021104"/>
                </a:cubicBezTo>
                <a:cubicBezTo>
                  <a:pt x="2286" y="5026819"/>
                  <a:pt x="6953" y="5031486"/>
                  <a:pt x="12668" y="5031486"/>
                </a:cubicBezTo>
                <a:cubicBezTo>
                  <a:pt x="17526" y="5031486"/>
                  <a:pt x="21527" y="5028057"/>
                  <a:pt x="22574" y="5023485"/>
                </a:cubicBezTo>
                <a:lnTo>
                  <a:pt x="108109" y="5023485"/>
                </a:lnTo>
                <a:lnTo>
                  <a:pt x="127349" y="5014722"/>
                </a:lnTo>
                <a:lnTo>
                  <a:pt x="282321" y="5014722"/>
                </a:lnTo>
                <a:lnTo>
                  <a:pt x="299847" y="5029486"/>
                </a:lnTo>
                <a:lnTo>
                  <a:pt x="299847" y="5133784"/>
                </a:lnTo>
                <a:cubicBezTo>
                  <a:pt x="295275" y="5134928"/>
                  <a:pt x="291846" y="5138833"/>
                  <a:pt x="291846" y="5143691"/>
                </a:cubicBezTo>
                <a:lnTo>
                  <a:pt x="296609" y="5143691"/>
                </a:lnTo>
                <a:cubicBezTo>
                  <a:pt x="296609" y="5140547"/>
                  <a:pt x="299180" y="5138071"/>
                  <a:pt x="302228" y="5138071"/>
                </a:cubicBezTo>
                <a:cubicBezTo>
                  <a:pt x="305276" y="5138071"/>
                  <a:pt x="307848" y="5140643"/>
                  <a:pt x="307848" y="5143691"/>
                </a:cubicBezTo>
                <a:lnTo>
                  <a:pt x="312611" y="5143691"/>
                </a:lnTo>
                <a:cubicBezTo>
                  <a:pt x="312611" y="5138833"/>
                  <a:pt x="309182" y="5134833"/>
                  <a:pt x="304610" y="5133784"/>
                </a:cubicBezTo>
                <a:close/>
                <a:moveTo>
                  <a:pt x="12668" y="5026724"/>
                </a:moveTo>
                <a:cubicBezTo>
                  <a:pt x="9525" y="5026724"/>
                  <a:pt x="7049" y="5024152"/>
                  <a:pt x="7049" y="5021104"/>
                </a:cubicBezTo>
                <a:cubicBezTo>
                  <a:pt x="7049" y="5018056"/>
                  <a:pt x="9620" y="5015484"/>
                  <a:pt x="12668" y="5015484"/>
                </a:cubicBezTo>
                <a:cubicBezTo>
                  <a:pt x="15716" y="5015484"/>
                  <a:pt x="18288" y="5018056"/>
                  <a:pt x="18288" y="5021104"/>
                </a:cubicBezTo>
                <a:cubicBezTo>
                  <a:pt x="18288" y="5024152"/>
                  <a:pt x="15716" y="5026724"/>
                  <a:pt x="12668" y="5026724"/>
                </a:cubicBezTo>
                <a:close/>
                <a:moveTo>
                  <a:pt x="205169" y="5084255"/>
                </a:moveTo>
                <a:lnTo>
                  <a:pt x="180118" y="5084255"/>
                </a:lnTo>
                <a:cubicBezTo>
                  <a:pt x="177737" y="5084255"/>
                  <a:pt x="175546" y="5085303"/>
                  <a:pt x="174117" y="5087017"/>
                </a:cubicBezTo>
                <a:lnTo>
                  <a:pt x="167831" y="5094447"/>
                </a:lnTo>
                <a:cubicBezTo>
                  <a:pt x="166592" y="5095875"/>
                  <a:pt x="166021" y="5097685"/>
                  <a:pt x="166021" y="5099495"/>
                </a:cubicBezTo>
                <a:lnTo>
                  <a:pt x="166021" y="5123307"/>
                </a:lnTo>
                <a:cubicBezTo>
                  <a:pt x="166021" y="5127689"/>
                  <a:pt x="169545" y="5131213"/>
                  <a:pt x="173927" y="5131213"/>
                </a:cubicBezTo>
                <a:lnTo>
                  <a:pt x="187166" y="5131213"/>
                </a:lnTo>
                <a:cubicBezTo>
                  <a:pt x="187166" y="5131213"/>
                  <a:pt x="187166" y="5131213"/>
                  <a:pt x="187166" y="5131213"/>
                </a:cubicBezTo>
                <a:lnTo>
                  <a:pt x="205169" y="5131213"/>
                </a:lnTo>
                <a:cubicBezTo>
                  <a:pt x="209550" y="5131213"/>
                  <a:pt x="213074" y="5127689"/>
                  <a:pt x="213074" y="5123307"/>
                </a:cubicBezTo>
                <a:lnTo>
                  <a:pt x="213074" y="5103400"/>
                </a:lnTo>
                <a:lnTo>
                  <a:pt x="213265" y="5103114"/>
                </a:lnTo>
                <a:lnTo>
                  <a:pt x="213074" y="5102924"/>
                </a:lnTo>
                <a:lnTo>
                  <a:pt x="213074" y="5091970"/>
                </a:lnTo>
                <a:cubicBezTo>
                  <a:pt x="213074" y="5087588"/>
                  <a:pt x="209550" y="5084064"/>
                  <a:pt x="205169" y="5084064"/>
                </a:cubicBezTo>
                <a:close/>
                <a:moveTo>
                  <a:pt x="170783" y="5099590"/>
                </a:moveTo>
                <a:cubicBezTo>
                  <a:pt x="170783" y="5098828"/>
                  <a:pt x="171069" y="5098161"/>
                  <a:pt x="171545" y="5097590"/>
                </a:cubicBezTo>
                <a:lnTo>
                  <a:pt x="177832" y="5090160"/>
                </a:lnTo>
                <a:cubicBezTo>
                  <a:pt x="178403" y="5089494"/>
                  <a:pt x="179261" y="5089017"/>
                  <a:pt x="180213" y="5089017"/>
                </a:cubicBezTo>
                <a:lnTo>
                  <a:pt x="192691" y="5089017"/>
                </a:lnTo>
                <a:lnTo>
                  <a:pt x="170879" y="5112449"/>
                </a:lnTo>
                <a:lnTo>
                  <a:pt x="170879" y="5099590"/>
                </a:lnTo>
                <a:close/>
                <a:moveTo>
                  <a:pt x="208312" y="5123403"/>
                </a:moveTo>
                <a:cubicBezTo>
                  <a:pt x="208312" y="5125117"/>
                  <a:pt x="206883" y="5126546"/>
                  <a:pt x="205169" y="5126546"/>
                </a:cubicBezTo>
                <a:lnTo>
                  <a:pt x="191643" y="5126546"/>
                </a:lnTo>
                <a:lnTo>
                  <a:pt x="208312" y="5108639"/>
                </a:lnTo>
                <a:lnTo>
                  <a:pt x="208312" y="5123403"/>
                </a:lnTo>
                <a:close/>
                <a:moveTo>
                  <a:pt x="208312" y="5098638"/>
                </a:moveTo>
                <a:lnTo>
                  <a:pt x="208121" y="5098447"/>
                </a:lnTo>
                <a:lnTo>
                  <a:pt x="181928" y="5126546"/>
                </a:lnTo>
                <a:lnTo>
                  <a:pt x="181928" y="5126546"/>
                </a:lnTo>
                <a:cubicBezTo>
                  <a:pt x="181928" y="5126546"/>
                  <a:pt x="173927" y="5126546"/>
                  <a:pt x="173927" y="5126546"/>
                </a:cubicBezTo>
                <a:cubicBezTo>
                  <a:pt x="172212" y="5126546"/>
                  <a:pt x="170783" y="5125117"/>
                  <a:pt x="170783" y="5123403"/>
                </a:cubicBezTo>
                <a:lnTo>
                  <a:pt x="170783" y="5121402"/>
                </a:lnTo>
                <a:lnTo>
                  <a:pt x="171545" y="5122164"/>
                </a:lnTo>
                <a:lnTo>
                  <a:pt x="201930" y="5089589"/>
                </a:lnTo>
                <a:lnTo>
                  <a:pt x="201358" y="5089017"/>
                </a:lnTo>
                <a:lnTo>
                  <a:pt x="205169" y="5089017"/>
                </a:lnTo>
                <a:cubicBezTo>
                  <a:pt x="206883" y="5089017"/>
                  <a:pt x="208312" y="5090446"/>
                  <a:pt x="208312" y="5092160"/>
                </a:cubicBezTo>
                <a:lnTo>
                  <a:pt x="208312" y="5098638"/>
                </a:lnTo>
                <a:close/>
                <a:moveTo>
                  <a:pt x="1944529" y="4920996"/>
                </a:moveTo>
                <a:lnTo>
                  <a:pt x="1929765" y="4920996"/>
                </a:lnTo>
                <a:cubicBezTo>
                  <a:pt x="1927193" y="4920996"/>
                  <a:pt x="1925098" y="4923092"/>
                  <a:pt x="1925098" y="4925663"/>
                </a:cubicBezTo>
                <a:lnTo>
                  <a:pt x="1925098" y="4940427"/>
                </a:lnTo>
                <a:cubicBezTo>
                  <a:pt x="1925098" y="4942999"/>
                  <a:pt x="1927193" y="4945094"/>
                  <a:pt x="1929765" y="4945094"/>
                </a:cubicBezTo>
                <a:lnTo>
                  <a:pt x="1944529" y="4945094"/>
                </a:lnTo>
                <a:cubicBezTo>
                  <a:pt x="1947101" y="4945094"/>
                  <a:pt x="1949196" y="4942999"/>
                  <a:pt x="1949196" y="4940427"/>
                </a:cubicBezTo>
                <a:lnTo>
                  <a:pt x="1949196" y="4934998"/>
                </a:lnTo>
                <a:lnTo>
                  <a:pt x="2039684" y="4935569"/>
                </a:lnTo>
                <a:lnTo>
                  <a:pt x="2040541" y="4935569"/>
                </a:lnTo>
                <a:cubicBezTo>
                  <a:pt x="2040541" y="4935569"/>
                  <a:pt x="2139506" y="4856321"/>
                  <a:pt x="2139506" y="4856321"/>
                </a:cubicBezTo>
                <a:lnTo>
                  <a:pt x="2260378" y="4855179"/>
                </a:lnTo>
                <a:lnTo>
                  <a:pt x="2274380" y="4865561"/>
                </a:lnTo>
                <a:lnTo>
                  <a:pt x="2380488" y="4866037"/>
                </a:lnTo>
                <a:lnTo>
                  <a:pt x="2381536" y="4866037"/>
                </a:lnTo>
                <a:lnTo>
                  <a:pt x="2415540" y="4830223"/>
                </a:lnTo>
                <a:cubicBezTo>
                  <a:pt x="2416302" y="4830890"/>
                  <a:pt x="2416969" y="4831652"/>
                  <a:pt x="2417826" y="4832319"/>
                </a:cubicBezTo>
                <a:cubicBezTo>
                  <a:pt x="2429351" y="4840796"/>
                  <a:pt x="2445544" y="4838224"/>
                  <a:pt x="2453926" y="4826794"/>
                </a:cubicBezTo>
                <a:lnTo>
                  <a:pt x="2453926" y="4826794"/>
                </a:lnTo>
                <a:cubicBezTo>
                  <a:pt x="2462403" y="4815269"/>
                  <a:pt x="2459831" y="4799076"/>
                  <a:pt x="2448401" y="4790694"/>
                </a:cubicBezTo>
                <a:cubicBezTo>
                  <a:pt x="2443829" y="4787361"/>
                  <a:pt x="2438495" y="4785646"/>
                  <a:pt x="2433161" y="4785646"/>
                </a:cubicBezTo>
                <a:cubicBezTo>
                  <a:pt x="2425256" y="4785646"/>
                  <a:pt x="2417350" y="4789265"/>
                  <a:pt x="2412302" y="4796219"/>
                </a:cubicBezTo>
                <a:cubicBezTo>
                  <a:pt x="2405444" y="4805553"/>
                  <a:pt x="2405920" y="4817840"/>
                  <a:pt x="2412302" y="4826699"/>
                </a:cubicBezTo>
                <a:lnTo>
                  <a:pt x="2379440" y="4861370"/>
                </a:lnTo>
                <a:lnTo>
                  <a:pt x="2275904" y="4860894"/>
                </a:lnTo>
                <a:lnTo>
                  <a:pt x="2261902" y="4850511"/>
                </a:lnTo>
                <a:lnTo>
                  <a:pt x="2137791" y="4851654"/>
                </a:lnTo>
                <a:lnTo>
                  <a:pt x="2038922" y="4930902"/>
                </a:lnTo>
                <a:lnTo>
                  <a:pt x="1949291" y="4930331"/>
                </a:lnTo>
                <a:lnTo>
                  <a:pt x="1949291" y="4925759"/>
                </a:lnTo>
                <a:cubicBezTo>
                  <a:pt x="1949291" y="4923187"/>
                  <a:pt x="1947196" y="4921092"/>
                  <a:pt x="1944624" y="4921092"/>
                </a:cubicBezTo>
                <a:close/>
                <a:moveTo>
                  <a:pt x="2416016" y="4798886"/>
                </a:moveTo>
                <a:cubicBezTo>
                  <a:pt x="2419350" y="4794314"/>
                  <a:pt x="2424208" y="4791361"/>
                  <a:pt x="2429828" y="4790504"/>
                </a:cubicBezTo>
                <a:cubicBezTo>
                  <a:pt x="2435447" y="4789646"/>
                  <a:pt x="2440972" y="4790980"/>
                  <a:pt x="2445544" y="4794314"/>
                </a:cubicBezTo>
                <a:cubicBezTo>
                  <a:pt x="2450116" y="4797647"/>
                  <a:pt x="2453069" y="4802505"/>
                  <a:pt x="2453926" y="4808125"/>
                </a:cubicBezTo>
                <a:cubicBezTo>
                  <a:pt x="2454783" y="4813649"/>
                  <a:pt x="2453450" y="4819269"/>
                  <a:pt x="2450116" y="4823746"/>
                </a:cubicBezTo>
                <a:cubicBezTo>
                  <a:pt x="2443258" y="4833176"/>
                  <a:pt x="2430018" y="4835176"/>
                  <a:pt x="2420588" y="4828318"/>
                </a:cubicBezTo>
                <a:cubicBezTo>
                  <a:pt x="2411254" y="4821460"/>
                  <a:pt x="2409158" y="4808220"/>
                  <a:pt x="2416112" y="4798790"/>
                </a:cubicBezTo>
                <a:close/>
                <a:moveTo>
                  <a:pt x="194120" y="1406843"/>
                </a:moveTo>
                <a:lnTo>
                  <a:pt x="201454" y="1406843"/>
                </a:lnTo>
                <a:cubicBezTo>
                  <a:pt x="204692" y="1406843"/>
                  <a:pt x="207264" y="1404271"/>
                  <a:pt x="207264" y="1401032"/>
                </a:cubicBezTo>
                <a:lnTo>
                  <a:pt x="207264" y="1393698"/>
                </a:lnTo>
                <a:cubicBezTo>
                  <a:pt x="207264" y="1390460"/>
                  <a:pt x="204692" y="1387888"/>
                  <a:pt x="201454" y="1387888"/>
                </a:cubicBezTo>
                <a:lnTo>
                  <a:pt x="194120" y="1387888"/>
                </a:lnTo>
                <a:cubicBezTo>
                  <a:pt x="190881" y="1387888"/>
                  <a:pt x="188309" y="1390460"/>
                  <a:pt x="188309" y="1393698"/>
                </a:cubicBezTo>
                <a:lnTo>
                  <a:pt x="188309" y="1393698"/>
                </a:lnTo>
                <a:cubicBezTo>
                  <a:pt x="188309" y="1393698"/>
                  <a:pt x="120110" y="1393698"/>
                  <a:pt x="120110" y="1393698"/>
                </a:cubicBezTo>
                <a:lnTo>
                  <a:pt x="90011" y="1416844"/>
                </a:lnTo>
                <a:lnTo>
                  <a:pt x="95" y="1416653"/>
                </a:lnTo>
                <a:lnTo>
                  <a:pt x="95" y="1421416"/>
                </a:lnTo>
                <a:lnTo>
                  <a:pt x="91631" y="1421606"/>
                </a:lnTo>
                <a:lnTo>
                  <a:pt x="121730" y="1398461"/>
                </a:lnTo>
                <a:lnTo>
                  <a:pt x="188309" y="1398461"/>
                </a:lnTo>
                <a:lnTo>
                  <a:pt x="188309" y="1401032"/>
                </a:lnTo>
                <a:cubicBezTo>
                  <a:pt x="188309" y="1404271"/>
                  <a:pt x="190881" y="1406843"/>
                  <a:pt x="194120" y="1406843"/>
                </a:cubicBezTo>
                <a:close/>
                <a:moveTo>
                  <a:pt x="193072" y="1393698"/>
                </a:moveTo>
                <a:cubicBezTo>
                  <a:pt x="193072" y="1393127"/>
                  <a:pt x="193548" y="1392650"/>
                  <a:pt x="194120" y="1392650"/>
                </a:cubicBezTo>
                <a:lnTo>
                  <a:pt x="201454" y="1392650"/>
                </a:lnTo>
                <a:cubicBezTo>
                  <a:pt x="202025" y="1392650"/>
                  <a:pt x="202502" y="1393127"/>
                  <a:pt x="202502" y="1393698"/>
                </a:cubicBezTo>
                <a:lnTo>
                  <a:pt x="202502" y="1401032"/>
                </a:lnTo>
                <a:cubicBezTo>
                  <a:pt x="202502" y="1401604"/>
                  <a:pt x="202025" y="1402080"/>
                  <a:pt x="201454" y="1402080"/>
                </a:cubicBezTo>
                <a:lnTo>
                  <a:pt x="194120" y="1402080"/>
                </a:lnTo>
                <a:cubicBezTo>
                  <a:pt x="193548" y="1402080"/>
                  <a:pt x="193072" y="1401604"/>
                  <a:pt x="193072" y="1401032"/>
                </a:cubicBezTo>
                <a:lnTo>
                  <a:pt x="193072" y="1393698"/>
                </a:lnTo>
                <a:close/>
                <a:moveTo>
                  <a:pt x="244031" y="5133690"/>
                </a:moveTo>
                <a:lnTo>
                  <a:pt x="244031" y="5081492"/>
                </a:lnTo>
                <a:lnTo>
                  <a:pt x="229648" y="5068348"/>
                </a:lnTo>
                <a:lnTo>
                  <a:pt x="126111" y="5068348"/>
                </a:lnTo>
                <a:lnTo>
                  <a:pt x="107537" y="5080825"/>
                </a:lnTo>
                <a:lnTo>
                  <a:pt x="22574" y="5080825"/>
                </a:lnTo>
                <a:cubicBezTo>
                  <a:pt x="21431" y="5076158"/>
                  <a:pt x="17526" y="5072729"/>
                  <a:pt x="12668" y="5072729"/>
                </a:cubicBezTo>
                <a:cubicBezTo>
                  <a:pt x="6953" y="5072729"/>
                  <a:pt x="2286" y="5077397"/>
                  <a:pt x="2286" y="5083112"/>
                </a:cubicBezTo>
                <a:cubicBezTo>
                  <a:pt x="2286" y="5088827"/>
                  <a:pt x="6953" y="5093494"/>
                  <a:pt x="12668" y="5093494"/>
                </a:cubicBezTo>
                <a:cubicBezTo>
                  <a:pt x="17526" y="5093494"/>
                  <a:pt x="21527" y="5090065"/>
                  <a:pt x="22574" y="5085493"/>
                </a:cubicBezTo>
                <a:lnTo>
                  <a:pt x="109061" y="5085493"/>
                </a:lnTo>
                <a:cubicBezTo>
                  <a:pt x="109061" y="5085493"/>
                  <a:pt x="127635" y="5073110"/>
                  <a:pt x="127635" y="5073110"/>
                </a:cubicBezTo>
                <a:lnTo>
                  <a:pt x="227838" y="5073110"/>
                </a:lnTo>
                <a:lnTo>
                  <a:pt x="239363" y="5083588"/>
                </a:lnTo>
                <a:lnTo>
                  <a:pt x="239363" y="5133690"/>
                </a:lnTo>
                <a:cubicBezTo>
                  <a:pt x="234791" y="5134833"/>
                  <a:pt x="231362" y="5138738"/>
                  <a:pt x="231362" y="5143595"/>
                </a:cubicBezTo>
                <a:lnTo>
                  <a:pt x="236125" y="5143595"/>
                </a:lnTo>
                <a:cubicBezTo>
                  <a:pt x="236125" y="5140452"/>
                  <a:pt x="238697" y="5137975"/>
                  <a:pt x="241745" y="5137975"/>
                </a:cubicBezTo>
                <a:cubicBezTo>
                  <a:pt x="244793" y="5137975"/>
                  <a:pt x="247364" y="5140547"/>
                  <a:pt x="247364" y="5143595"/>
                </a:cubicBezTo>
                <a:lnTo>
                  <a:pt x="252127" y="5143595"/>
                </a:lnTo>
                <a:cubicBezTo>
                  <a:pt x="252127" y="5138738"/>
                  <a:pt x="248698" y="5134737"/>
                  <a:pt x="244126" y="5133690"/>
                </a:cubicBezTo>
                <a:close/>
                <a:moveTo>
                  <a:pt x="12668" y="5088731"/>
                </a:moveTo>
                <a:cubicBezTo>
                  <a:pt x="9525" y="5088731"/>
                  <a:pt x="7049" y="5086159"/>
                  <a:pt x="7049" y="5083112"/>
                </a:cubicBezTo>
                <a:cubicBezTo>
                  <a:pt x="7049" y="5080064"/>
                  <a:pt x="9620" y="5077492"/>
                  <a:pt x="12668" y="5077492"/>
                </a:cubicBezTo>
                <a:cubicBezTo>
                  <a:pt x="15716" y="5077492"/>
                  <a:pt x="18288" y="5080064"/>
                  <a:pt x="18288" y="5083112"/>
                </a:cubicBezTo>
                <a:cubicBezTo>
                  <a:pt x="18288" y="5086159"/>
                  <a:pt x="15716" y="5088731"/>
                  <a:pt x="12668" y="5088731"/>
                </a:cubicBezTo>
                <a:close/>
                <a:moveTo>
                  <a:pt x="1006697" y="4475036"/>
                </a:moveTo>
                <a:cubicBezTo>
                  <a:pt x="1006697" y="4485037"/>
                  <a:pt x="998506" y="4493133"/>
                  <a:pt x="988504" y="4493038"/>
                </a:cubicBezTo>
                <a:cubicBezTo>
                  <a:pt x="978503" y="4493038"/>
                  <a:pt x="970407" y="4484846"/>
                  <a:pt x="970502" y="4474845"/>
                </a:cubicBezTo>
                <a:cubicBezTo>
                  <a:pt x="970502" y="4464844"/>
                  <a:pt x="978694" y="4456748"/>
                  <a:pt x="988695" y="4456843"/>
                </a:cubicBezTo>
                <a:cubicBezTo>
                  <a:pt x="998696" y="4456843"/>
                  <a:pt x="1006793" y="4465035"/>
                  <a:pt x="1006697" y="4475036"/>
                </a:cubicBezTo>
                <a:close/>
                <a:moveTo>
                  <a:pt x="2917412" y="5143595"/>
                </a:moveTo>
                <a:lnTo>
                  <a:pt x="2917412" y="5062442"/>
                </a:lnTo>
                <a:lnTo>
                  <a:pt x="2921127" y="5062442"/>
                </a:lnTo>
                <a:cubicBezTo>
                  <a:pt x="2925699" y="5062442"/>
                  <a:pt x="2929509" y="5058728"/>
                  <a:pt x="2929509" y="5054060"/>
                </a:cubicBezTo>
                <a:lnTo>
                  <a:pt x="2929509" y="5043869"/>
                </a:lnTo>
                <a:cubicBezTo>
                  <a:pt x="2929509" y="5039297"/>
                  <a:pt x="2925794" y="5035487"/>
                  <a:pt x="2921127" y="5035487"/>
                </a:cubicBezTo>
                <a:lnTo>
                  <a:pt x="2883884" y="5035487"/>
                </a:lnTo>
                <a:cubicBezTo>
                  <a:pt x="2879312" y="5035487"/>
                  <a:pt x="2875502" y="5039201"/>
                  <a:pt x="2875502" y="5043869"/>
                </a:cubicBezTo>
                <a:lnTo>
                  <a:pt x="2875502" y="5054060"/>
                </a:lnTo>
                <a:cubicBezTo>
                  <a:pt x="2875502" y="5058633"/>
                  <a:pt x="2879217" y="5062442"/>
                  <a:pt x="2883884" y="5062442"/>
                </a:cubicBezTo>
                <a:lnTo>
                  <a:pt x="2886837" y="5062442"/>
                </a:lnTo>
                <a:lnTo>
                  <a:pt x="2886837" y="5143595"/>
                </a:lnTo>
                <a:lnTo>
                  <a:pt x="2893981" y="5143595"/>
                </a:lnTo>
                <a:lnTo>
                  <a:pt x="2893981" y="5062442"/>
                </a:lnTo>
                <a:lnTo>
                  <a:pt x="2910364" y="5062442"/>
                </a:lnTo>
                <a:lnTo>
                  <a:pt x="2910364" y="5143595"/>
                </a:lnTo>
                <a:lnTo>
                  <a:pt x="2917508" y="5143595"/>
                </a:lnTo>
                <a:close/>
                <a:moveTo>
                  <a:pt x="2890361" y="5057204"/>
                </a:moveTo>
                <a:lnTo>
                  <a:pt x="2883884" y="5057204"/>
                </a:lnTo>
                <a:cubicBezTo>
                  <a:pt x="2882170" y="5057204"/>
                  <a:pt x="2880741" y="5055775"/>
                  <a:pt x="2880741" y="5054060"/>
                </a:cubicBezTo>
                <a:lnTo>
                  <a:pt x="2880741" y="5043869"/>
                </a:lnTo>
                <a:cubicBezTo>
                  <a:pt x="2880741" y="5042154"/>
                  <a:pt x="2882170" y="5040726"/>
                  <a:pt x="2883884" y="5040726"/>
                </a:cubicBezTo>
                <a:lnTo>
                  <a:pt x="2890361" y="5040726"/>
                </a:lnTo>
                <a:lnTo>
                  <a:pt x="2890361" y="5057204"/>
                </a:lnTo>
                <a:close/>
                <a:moveTo>
                  <a:pt x="2912650" y="5040821"/>
                </a:moveTo>
                <a:lnTo>
                  <a:pt x="2921127" y="5040821"/>
                </a:lnTo>
                <a:cubicBezTo>
                  <a:pt x="2922842" y="5040821"/>
                  <a:pt x="2924270" y="5042249"/>
                  <a:pt x="2924270" y="5043964"/>
                </a:cubicBezTo>
                <a:lnTo>
                  <a:pt x="2924270" y="5054156"/>
                </a:lnTo>
                <a:cubicBezTo>
                  <a:pt x="2924270" y="5055870"/>
                  <a:pt x="2922842" y="5057299"/>
                  <a:pt x="2921127" y="5057299"/>
                </a:cubicBezTo>
                <a:lnTo>
                  <a:pt x="2912650" y="5057299"/>
                </a:lnTo>
                <a:lnTo>
                  <a:pt x="2912650" y="5040821"/>
                </a:lnTo>
                <a:close/>
                <a:moveTo>
                  <a:pt x="1876520" y="4807649"/>
                </a:moveTo>
                <a:lnTo>
                  <a:pt x="1876520" y="4814126"/>
                </a:lnTo>
                <a:cubicBezTo>
                  <a:pt x="1876520" y="4815554"/>
                  <a:pt x="1875377" y="4816697"/>
                  <a:pt x="1873949" y="4816697"/>
                </a:cubicBezTo>
                <a:lnTo>
                  <a:pt x="1867472" y="4816697"/>
                </a:lnTo>
                <a:cubicBezTo>
                  <a:pt x="1866043" y="4816697"/>
                  <a:pt x="1864900" y="4815554"/>
                  <a:pt x="1864900" y="4814126"/>
                </a:cubicBezTo>
                <a:lnTo>
                  <a:pt x="1864900" y="4807649"/>
                </a:lnTo>
                <a:cubicBezTo>
                  <a:pt x="1864900" y="4806220"/>
                  <a:pt x="1866043" y="4805077"/>
                  <a:pt x="1867472" y="4805077"/>
                </a:cubicBezTo>
                <a:lnTo>
                  <a:pt x="1873949" y="4805077"/>
                </a:lnTo>
                <a:cubicBezTo>
                  <a:pt x="1875377" y="4805077"/>
                  <a:pt x="1876520" y="4806220"/>
                  <a:pt x="1876520" y="4807649"/>
                </a:cubicBezTo>
                <a:close/>
                <a:moveTo>
                  <a:pt x="1902905" y="5128450"/>
                </a:moveTo>
                <a:lnTo>
                  <a:pt x="1903190" y="4965002"/>
                </a:lnTo>
                <a:lnTo>
                  <a:pt x="1903190" y="4963954"/>
                </a:lnTo>
                <a:lnTo>
                  <a:pt x="1873187" y="4935379"/>
                </a:lnTo>
                <a:lnTo>
                  <a:pt x="1873187" y="4824698"/>
                </a:lnTo>
                <a:lnTo>
                  <a:pt x="1878616" y="4824698"/>
                </a:lnTo>
                <a:cubicBezTo>
                  <a:pt x="1881854" y="4824698"/>
                  <a:pt x="1884521" y="4822031"/>
                  <a:pt x="1884521" y="4818793"/>
                </a:cubicBezTo>
                <a:lnTo>
                  <a:pt x="1884521" y="4803172"/>
                </a:lnTo>
                <a:cubicBezTo>
                  <a:pt x="1884521" y="4799934"/>
                  <a:pt x="1881854" y="4797267"/>
                  <a:pt x="1878616" y="4797267"/>
                </a:cubicBezTo>
                <a:lnTo>
                  <a:pt x="1874139" y="4797267"/>
                </a:lnTo>
                <a:lnTo>
                  <a:pt x="1874139" y="4756499"/>
                </a:lnTo>
                <a:lnTo>
                  <a:pt x="1886045" y="4744593"/>
                </a:lnTo>
                <a:lnTo>
                  <a:pt x="1915097" y="4744593"/>
                </a:lnTo>
                <a:lnTo>
                  <a:pt x="1922145" y="4754880"/>
                </a:lnTo>
                <a:lnTo>
                  <a:pt x="1920716" y="4880324"/>
                </a:lnTo>
                <a:cubicBezTo>
                  <a:pt x="1920716" y="4881372"/>
                  <a:pt x="1921097" y="4882325"/>
                  <a:pt x="1921859" y="4882992"/>
                </a:cubicBezTo>
                <a:lnTo>
                  <a:pt x="1932337" y="4892707"/>
                </a:lnTo>
                <a:cubicBezTo>
                  <a:pt x="1933003" y="4893278"/>
                  <a:pt x="1933861" y="4893660"/>
                  <a:pt x="1934718" y="4893660"/>
                </a:cubicBezTo>
                <a:lnTo>
                  <a:pt x="1966341" y="4894231"/>
                </a:lnTo>
                <a:lnTo>
                  <a:pt x="1966341" y="4898898"/>
                </a:lnTo>
                <a:cubicBezTo>
                  <a:pt x="1966341" y="4901470"/>
                  <a:pt x="1968437" y="4903565"/>
                  <a:pt x="1971008" y="4903565"/>
                </a:cubicBezTo>
                <a:lnTo>
                  <a:pt x="1985772" y="4903565"/>
                </a:lnTo>
                <a:cubicBezTo>
                  <a:pt x="1988344" y="4903565"/>
                  <a:pt x="1990439" y="4901470"/>
                  <a:pt x="1990439" y="4898898"/>
                </a:cubicBezTo>
                <a:lnTo>
                  <a:pt x="1990439" y="4893850"/>
                </a:lnTo>
                <a:lnTo>
                  <a:pt x="2028444" y="4893850"/>
                </a:lnTo>
                <a:lnTo>
                  <a:pt x="2029111" y="4893374"/>
                </a:lnTo>
                <a:cubicBezTo>
                  <a:pt x="2034540" y="4889088"/>
                  <a:pt x="2160270" y="4789742"/>
                  <a:pt x="2169128" y="4782598"/>
                </a:cubicBezTo>
                <a:cubicBezTo>
                  <a:pt x="2169414" y="4782788"/>
                  <a:pt x="2169605" y="4783074"/>
                  <a:pt x="2169986" y="4783265"/>
                </a:cubicBezTo>
                <a:cubicBezTo>
                  <a:pt x="2175034" y="4785741"/>
                  <a:pt x="2181225" y="4783741"/>
                  <a:pt x="2183702" y="4778693"/>
                </a:cubicBezTo>
                <a:cubicBezTo>
                  <a:pt x="2186178" y="4773645"/>
                  <a:pt x="2184178" y="4767453"/>
                  <a:pt x="2179130" y="4764977"/>
                </a:cubicBezTo>
                <a:cubicBezTo>
                  <a:pt x="2174081" y="4762500"/>
                  <a:pt x="2167890" y="4764501"/>
                  <a:pt x="2165414" y="4769549"/>
                </a:cubicBezTo>
                <a:cubicBezTo>
                  <a:pt x="2163794" y="4772692"/>
                  <a:pt x="2164175" y="4776216"/>
                  <a:pt x="2165890" y="4779169"/>
                </a:cubicBezTo>
                <a:cubicBezTo>
                  <a:pt x="2155127" y="4787742"/>
                  <a:pt x="2036826" y="4881277"/>
                  <a:pt x="2026920" y="4889088"/>
                </a:cubicBezTo>
                <a:lnTo>
                  <a:pt x="1990535" y="4889088"/>
                </a:lnTo>
                <a:lnTo>
                  <a:pt x="1990535" y="4884135"/>
                </a:lnTo>
                <a:cubicBezTo>
                  <a:pt x="1990535" y="4881563"/>
                  <a:pt x="1988439" y="4879467"/>
                  <a:pt x="1985867" y="4879467"/>
                </a:cubicBezTo>
                <a:lnTo>
                  <a:pt x="1971103" y="4879467"/>
                </a:lnTo>
                <a:cubicBezTo>
                  <a:pt x="1968532" y="4879467"/>
                  <a:pt x="1966436" y="4881563"/>
                  <a:pt x="1966436" y="4884135"/>
                </a:cubicBezTo>
                <a:lnTo>
                  <a:pt x="1966436" y="4887087"/>
                </a:lnTo>
                <a:lnTo>
                  <a:pt x="1936242" y="4886611"/>
                </a:lnTo>
                <a:lnTo>
                  <a:pt x="1927955" y="4878896"/>
                </a:lnTo>
                <a:lnTo>
                  <a:pt x="1929384" y="4753928"/>
                </a:lnTo>
                <a:cubicBezTo>
                  <a:pt x="1929384" y="4753166"/>
                  <a:pt x="1929194" y="4752499"/>
                  <a:pt x="1928717" y="4751832"/>
                </a:cubicBezTo>
                <a:lnTo>
                  <a:pt x="1919954" y="4739069"/>
                </a:lnTo>
                <a:cubicBezTo>
                  <a:pt x="1919288" y="4738116"/>
                  <a:pt x="1918145" y="4737545"/>
                  <a:pt x="1917002" y="4737545"/>
                </a:cubicBezTo>
                <a:lnTo>
                  <a:pt x="1884617" y="4737545"/>
                </a:lnTo>
                <a:cubicBezTo>
                  <a:pt x="1883664" y="4737545"/>
                  <a:pt x="1882807" y="4737926"/>
                  <a:pt x="1882045" y="4738593"/>
                </a:cubicBezTo>
                <a:lnTo>
                  <a:pt x="1868043" y="4752594"/>
                </a:lnTo>
                <a:cubicBezTo>
                  <a:pt x="1867376" y="4753261"/>
                  <a:pt x="1866995" y="4754213"/>
                  <a:pt x="1866995" y="4755166"/>
                </a:cubicBezTo>
                <a:lnTo>
                  <a:pt x="1866995" y="4797362"/>
                </a:lnTo>
                <a:lnTo>
                  <a:pt x="1862995" y="4797362"/>
                </a:lnTo>
                <a:cubicBezTo>
                  <a:pt x="1859756" y="4797362"/>
                  <a:pt x="1857089" y="4800029"/>
                  <a:pt x="1857089" y="4803267"/>
                </a:cubicBezTo>
                <a:lnTo>
                  <a:pt x="1857089" y="4818888"/>
                </a:lnTo>
                <a:cubicBezTo>
                  <a:pt x="1857089" y="4822127"/>
                  <a:pt x="1859756" y="4824794"/>
                  <a:pt x="1862995" y="4824794"/>
                </a:cubicBezTo>
                <a:lnTo>
                  <a:pt x="1868424" y="4824794"/>
                </a:lnTo>
                <a:lnTo>
                  <a:pt x="1868424" y="4937570"/>
                </a:lnTo>
                <a:lnTo>
                  <a:pt x="1898428" y="4966145"/>
                </a:lnTo>
                <a:lnTo>
                  <a:pt x="1898142" y="5128260"/>
                </a:lnTo>
                <a:cubicBezTo>
                  <a:pt x="1894523" y="5128546"/>
                  <a:pt x="1890903" y="5129975"/>
                  <a:pt x="1888141" y="5132737"/>
                </a:cubicBezTo>
                <a:cubicBezTo>
                  <a:pt x="1885093" y="5135785"/>
                  <a:pt x="1883569" y="5139785"/>
                  <a:pt x="1883569" y="5143786"/>
                </a:cubicBezTo>
                <a:lnTo>
                  <a:pt x="1888331" y="5143786"/>
                </a:lnTo>
                <a:cubicBezTo>
                  <a:pt x="1888331" y="5141024"/>
                  <a:pt x="1889379" y="5138166"/>
                  <a:pt x="1891475" y="5136071"/>
                </a:cubicBezTo>
                <a:cubicBezTo>
                  <a:pt x="1893570" y="5133975"/>
                  <a:pt x="1896428" y="5132928"/>
                  <a:pt x="1899190" y="5132928"/>
                </a:cubicBezTo>
                <a:cubicBezTo>
                  <a:pt x="1901952" y="5132928"/>
                  <a:pt x="1904810" y="5133975"/>
                  <a:pt x="1906905" y="5136071"/>
                </a:cubicBezTo>
                <a:cubicBezTo>
                  <a:pt x="1909001" y="5138166"/>
                  <a:pt x="1910048" y="5141024"/>
                  <a:pt x="1910048" y="5143786"/>
                </a:cubicBezTo>
                <a:lnTo>
                  <a:pt x="1914811" y="5143786"/>
                </a:lnTo>
                <a:cubicBezTo>
                  <a:pt x="1914811" y="5139785"/>
                  <a:pt x="1913287" y="5135785"/>
                  <a:pt x="1910239" y="5132737"/>
                </a:cubicBezTo>
                <a:cubicBezTo>
                  <a:pt x="1908143" y="5130642"/>
                  <a:pt x="1905572" y="5129308"/>
                  <a:pt x="1902809" y="5128641"/>
                </a:cubicBezTo>
                <a:close/>
                <a:moveTo>
                  <a:pt x="1862995" y="4819841"/>
                </a:moveTo>
                <a:cubicBezTo>
                  <a:pt x="1862328" y="4819841"/>
                  <a:pt x="1861852" y="4819269"/>
                  <a:pt x="1861852" y="4818698"/>
                </a:cubicBezTo>
                <a:lnTo>
                  <a:pt x="1861852" y="4803077"/>
                </a:lnTo>
                <a:cubicBezTo>
                  <a:pt x="1861852" y="4802410"/>
                  <a:pt x="1862423" y="4801934"/>
                  <a:pt x="1862995" y="4801934"/>
                </a:cubicBezTo>
                <a:lnTo>
                  <a:pt x="1878616" y="4801934"/>
                </a:lnTo>
                <a:cubicBezTo>
                  <a:pt x="1879282" y="4801934"/>
                  <a:pt x="1879759" y="4802505"/>
                  <a:pt x="1879759" y="4803077"/>
                </a:cubicBezTo>
                <a:lnTo>
                  <a:pt x="1879759" y="4818698"/>
                </a:lnTo>
                <a:cubicBezTo>
                  <a:pt x="1879759" y="4819364"/>
                  <a:pt x="1879187" y="4819841"/>
                  <a:pt x="1878616" y="4819841"/>
                </a:cubicBezTo>
                <a:lnTo>
                  <a:pt x="1862995" y="4819841"/>
                </a:lnTo>
                <a:close/>
                <a:moveTo>
                  <a:pt x="389954" y="1616774"/>
                </a:moveTo>
                <a:cubicBezTo>
                  <a:pt x="396907" y="1616774"/>
                  <a:pt x="402622" y="1622393"/>
                  <a:pt x="402622" y="1629442"/>
                </a:cubicBezTo>
                <a:cubicBezTo>
                  <a:pt x="402622" y="1636490"/>
                  <a:pt x="397002" y="1642110"/>
                  <a:pt x="389954" y="1642110"/>
                </a:cubicBezTo>
                <a:cubicBezTo>
                  <a:pt x="382905" y="1642110"/>
                  <a:pt x="377285" y="1636490"/>
                  <a:pt x="377285" y="1629442"/>
                </a:cubicBezTo>
                <a:cubicBezTo>
                  <a:pt x="377285" y="1622393"/>
                  <a:pt x="382905" y="1616774"/>
                  <a:pt x="389954" y="1616774"/>
                </a:cubicBezTo>
                <a:close/>
                <a:moveTo>
                  <a:pt x="2240947" y="5143595"/>
                </a:moveTo>
                <a:lnTo>
                  <a:pt x="2240947" y="5141405"/>
                </a:lnTo>
                <a:cubicBezTo>
                  <a:pt x="2240947" y="5141405"/>
                  <a:pt x="2240661" y="5140643"/>
                  <a:pt x="2240185" y="5140643"/>
                </a:cubicBezTo>
                <a:lnTo>
                  <a:pt x="2229231" y="5140643"/>
                </a:lnTo>
                <a:cubicBezTo>
                  <a:pt x="2229231" y="5140643"/>
                  <a:pt x="2228469" y="5141024"/>
                  <a:pt x="2228469" y="5141405"/>
                </a:cubicBezTo>
                <a:lnTo>
                  <a:pt x="2228469" y="5143595"/>
                </a:lnTo>
                <a:lnTo>
                  <a:pt x="2223707" y="5143595"/>
                </a:lnTo>
                <a:lnTo>
                  <a:pt x="2223707" y="5141405"/>
                </a:lnTo>
                <a:cubicBezTo>
                  <a:pt x="2223707" y="5138357"/>
                  <a:pt x="2226183" y="5135880"/>
                  <a:pt x="2229231" y="5135880"/>
                </a:cubicBezTo>
                <a:lnTo>
                  <a:pt x="2240185" y="5135880"/>
                </a:lnTo>
                <a:cubicBezTo>
                  <a:pt x="2243233" y="5135880"/>
                  <a:pt x="2245709" y="5138357"/>
                  <a:pt x="2245709" y="5141405"/>
                </a:cubicBezTo>
                <a:lnTo>
                  <a:pt x="2245709" y="5143595"/>
                </a:lnTo>
                <a:lnTo>
                  <a:pt x="2240947" y="5143595"/>
                </a:lnTo>
                <a:close/>
                <a:moveTo>
                  <a:pt x="1767840" y="4814126"/>
                </a:moveTo>
                <a:lnTo>
                  <a:pt x="1767840" y="4807649"/>
                </a:lnTo>
                <a:cubicBezTo>
                  <a:pt x="1767840" y="4806220"/>
                  <a:pt x="1768983" y="4805077"/>
                  <a:pt x="1770412" y="4805077"/>
                </a:cubicBezTo>
                <a:lnTo>
                  <a:pt x="1776889" y="4805077"/>
                </a:lnTo>
                <a:cubicBezTo>
                  <a:pt x="1778318" y="4805077"/>
                  <a:pt x="1779461" y="4806220"/>
                  <a:pt x="1779461" y="4807649"/>
                </a:cubicBezTo>
                <a:lnTo>
                  <a:pt x="1779461" y="4814126"/>
                </a:lnTo>
                <a:cubicBezTo>
                  <a:pt x="1779461" y="4815554"/>
                  <a:pt x="1778318" y="4816697"/>
                  <a:pt x="1776889" y="4816697"/>
                </a:cubicBezTo>
                <a:lnTo>
                  <a:pt x="1770412" y="4816697"/>
                </a:lnTo>
                <a:cubicBezTo>
                  <a:pt x="1768983" y="4816697"/>
                  <a:pt x="1767840" y="4815554"/>
                  <a:pt x="1767840" y="4814126"/>
                </a:cubicBezTo>
                <a:close/>
                <a:moveTo>
                  <a:pt x="2420398" y="4811459"/>
                </a:moveTo>
                <a:cubicBezTo>
                  <a:pt x="2420398" y="4804505"/>
                  <a:pt x="2426018" y="4798790"/>
                  <a:pt x="2433066" y="4798790"/>
                </a:cubicBezTo>
                <a:cubicBezTo>
                  <a:pt x="2440115" y="4798790"/>
                  <a:pt x="2445734" y="4804410"/>
                  <a:pt x="2445734" y="4811459"/>
                </a:cubicBezTo>
                <a:cubicBezTo>
                  <a:pt x="2445734" y="4818507"/>
                  <a:pt x="2440115" y="4824127"/>
                  <a:pt x="2433066" y="4824127"/>
                </a:cubicBezTo>
                <a:cubicBezTo>
                  <a:pt x="2426018" y="4824127"/>
                  <a:pt x="2420398" y="4818507"/>
                  <a:pt x="2420398" y="4811459"/>
                </a:cubicBezTo>
                <a:close/>
                <a:moveTo>
                  <a:pt x="16764" y="1817275"/>
                </a:moveTo>
                <a:cubicBezTo>
                  <a:pt x="22669" y="1817275"/>
                  <a:pt x="27527" y="1812417"/>
                  <a:pt x="27527" y="1806512"/>
                </a:cubicBezTo>
                <a:lnTo>
                  <a:pt x="27527" y="1764030"/>
                </a:lnTo>
                <a:lnTo>
                  <a:pt x="34290" y="1764030"/>
                </a:lnTo>
                <a:cubicBezTo>
                  <a:pt x="35624" y="1764030"/>
                  <a:pt x="36671" y="1762982"/>
                  <a:pt x="36671" y="1761649"/>
                </a:cubicBezTo>
                <a:lnTo>
                  <a:pt x="36671" y="1760030"/>
                </a:lnTo>
                <a:lnTo>
                  <a:pt x="90964" y="1760030"/>
                </a:lnTo>
                <a:lnTo>
                  <a:pt x="99441" y="1751838"/>
                </a:lnTo>
                <a:lnTo>
                  <a:pt x="122301" y="1751838"/>
                </a:lnTo>
                <a:cubicBezTo>
                  <a:pt x="125159" y="1751838"/>
                  <a:pt x="127445" y="1749552"/>
                  <a:pt x="127445" y="1746695"/>
                </a:cubicBezTo>
                <a:lnTo>
                  <a:pt x="127445" y="1743742"/>
                </a:lnTo>
                <a:lnTo>
                  <a:pt x="224981" y="1743742"/>
                </a:lnTo>
                <a:lnTo>
                  <a:pt x="242030" y="1760696"/>
                </a:lnTo>
                <a:lnTo>
                  <a:pt x="333375" y="1760696"/>
                </a:lnTo>
                <a:lnTo>
                  <a:pt x="382143" y="1708499"/>
                </a:lnTo>
                <a:cubicBezTo>
                  <a:pt x="382619" y="1708595"/>
                  <a:pt x="383191" y="1708785"/>
                  <a:pt x="383667" y="1708785"/>
                </a:cubicBezTo>
                <a:lnTo>
                  <a:pt x="396335" y="1708785"/>
                </a:lnTo>
                <a:cubicBezTo>
                  <a:pt x="400050" y="1708785"/>
                  <a:pt x="403193" y="1705737"/>
                  <a:pt x="403193" y="1701927"/>
                </a:cubicBezTo>
                <a:lnTo>
                  <a:pt x="403193" y="1689259"/>
                </a:lnTo>
                <a:cubicBezTo>
                  <a:pt x="403193" y="1685544"/>
                  <a:pt x="400145" y="1682401"/>
                  <a:pt x="396335" y="1682401"/>
                </a:cubicBezTo>
                <a:lnTo>
                  <a:pt x="383667" y="1682401"/>
                </a:lnTo>
                <a:cubicBezTo>
                  <a:pt x="379952" y="1682401"/>
                  <a:pt x="376809" y="1685449"/>
                  <a:pt x="376809" y="1689259"/>
                </a:cubicBezTo>
                <a:lnTo>
                  <a:pt x="376809" y="1701927"/>
                </a:lnTo>
                <a:cubicBezTo>
                  <a:pt x="376809" y="1703356"/>
                  <a:pt x="377381" y="1704594"/>
                  <a:pt x="378143" y="1705737"/>
                </a:cubicBezTo>
                <a:lnTo>
                  <a:pt x="331280" y="1755934"/>
                </a:lnTo>
                <a:lnTo>
                  <a:pt x="244031" y="1755934"/>
                </a:lnTo>
                <a:lnTo>
                  <a:pt x="226981" y="1738979"/>
                </a:lnTo>
                <a:lnTo>
                  <a:pt x="127445" y="1738979"/>
                </a:lnTo>
                <a:lnTo>
                  <a:pt x="127445" y="1736693"/>
                </a:lnTo>
                <a:cubicBezTo>
                  <a:pt x="127445" y="1733836"/>
                  <a:pt x="125159" y="1731550"/>
                  <a:pt x="122301" y="1731550"/>
                </a:cubicBezTo>
                <a:lnTo>
                  <a:pt x="98489" y="1731550"/>
                </a:lnTo>
                <a:cubicBezTo>
                  <a:pt x="95631" y="1731550"/>
                  <a:pt x="93345" y="1733836"/>
                  <a:pt x="93345" y="1736693"/>
                </a:cubicBezTo>
                <a:lnTo>
                  <a:pt x="93345" y="1746790"/>
                </a:lnTo>
                <a:cubicBezTo>
                  <a:pt x="93345" y="1748028"/>
                  <a:pt x="93821" y="1749076"/>
                  <a:pt x="94583" y="1749933"/>
                </a:cubicBezTo>
                <a:lnTo>
                  <a:pt x="89059" y="1755267"/>
                </a:lnTo>
                <a:lnTo>
                  <a:pt x="36671" y="1755267"/>
                </a:lnTo>
                <a:lnTo>
                  <a:pt x="36671" y="1753648"/>
                </a:lnTo>
                <a:cubicBezTo>
                  <a:pt x="36671" y="1752314"/>
                  <a:pt x="35624" y="1751267"/>
                  <a:pt x="34290" y="1751267"/>
                </a:cubicBezTo>
                <a:lnTo>
                  <a:pt x="16097" y="1751267"/>
                </a:lnTo>
                <a:cubicBezTo>
                  <a:pt x="14764" y="1751267"/>
                  <a:pt x="13716" y="1752314"/>
                  <a:pt x="13716" y="1753648"/>
                </a:cubicBezTo>
                <a:lnTo>
                  <a:pt x="13716" y="1761649"/>
                </a:lnTo>
                <a:cubicBezTo>
                  <a:pt x="13716" y="1762982"/>
                  <a:pt x="14764" y="1764030"/>
                  <a:pt x="16097" y="1764030"/>
                </a:cubicBezTo>
                <a:lnTo>
                  <a:pt x="22860" y="1764030"/>
                </a:lnTo>
                <a:lnTo>
                  <a:pt x="22860" y="1806512"/>
                </a:lnTo>
                <a:cubicBezTo>
                  <a:pt x="22860" y="1809845"/>
                  <a:pt x="20193" y="1812512"/>
                  <a:pt x="16859" y="1812512"/>
                </a:cubicBezTo>
                <a:cubicBezTo>
                  <a:pt x="13526" y="1812512"/>
                  <a:pt x="10859" y="1809845"/>
                  <a:pt x="10859" y="1806512"/>
                </a:cubicBezTo>
                <a:lnTo>
                  <a:pt x="10859" y="1768507"/>
                </a:lnTo>
                <a:cubicBezTo>
                  <a:pt x="10859" y="1762601"/>
                  <a:pt x="6001" y="1757744"/>
                  <a:pt x="95" y="1757744"/>
                </a:cubicBezTo>
                <a:lnTo>
                  <a:pt x="95" y="1762506"/>
                </a:lnTo>
                <a:cubicBezTo>
                  <a:pt x="3429" y="1762506"/>
                  <a:pt x="6096" y="1765173"/>
                  <a:pt x="6096" y="1768507"/>
                </a:cubicBezTo>
                <a:lnTo>
                  <a:pt x="6096" y="1806512"/>
                </a:lnTo>
                <a:cubicBezTo>
                  <a:pt x="6096" y="1812417"/>
                  <a:pt x="10954" y="1817275"/>
                  <a:pt x="16859" y="1817275"/>
                </a:cubicBezTo>
                <a:close/>
                <a:moveTo>
                  <a:pt x="381572" y="1689449"/>
                </a:moveTo>
                <a:cubicBezTo>
                  <a:pt x="381572" y="1688306"/>
                  <a:pt x="382524" y="1687354"/>
                  <a:pt x="383667" y="1687354"/>
                </a:cubicBezTo>
                <a:lnTo>
                  <a:pt x="396335" y="1687354"/>
                </a:lnTo>
                <a:cubicBezTo>
                  <a:pt x="397478" y="1687354"/>
                  <a:pt x="398431" y="1688306"/>
                  <a:pt x="398431" y="1689449"/>
                </a:cubicBezTo>
                <a:lnTo>
                  <a:pt x="398431" y="1702118"/>
                </a:lnTo>
                <a:cubicBezTo>
                  <a:pt x="398431" y="1703261"/>
                  <a:pt x="397478" y="1704213"/>
                  <a:pt x="396335" y="1704213"/>
                </a:cubicBezTo>
                <a:lnTo>
                  <a:pt x="383667" y="1704213"/>
                </a:lnTo>
                <a:cubicBezTo>
                  <a:pt x="382524" y="1704213"/>
                  <a:pt x="381572" y="1703261"/>
                  <a:pt x="381572" y="1702118"/>
                </a:cubicBezTo>
                <a:lnTo>
                  <a:pt x="381572" y="1689449"/>
                </a:lnTo>
                <a:close/>
                <a:moveTo>
                  <a:pt x="121348" y="1736789"/>
                </a:moveTo>
                <a:lnTo>
                  <a:pt x="122492" y="1736789"/>
                </a:lnTo>
                <a:lnTo>
                  <a:pt x="122492" y="1746885"/>
                </a:lnTo>
                <a:cubicBezTo>
                  <a:pt x="122492" y="1746885"/>
                  <a:pt x="122301" y="1747266"/>
                  <a:pt x="122111" y="1747266"/>
                </a:cubicBezTo>
                <a:lnTo>
                  <a:pt x="121253" y="1747266"/>
                </a:lnTo>
                <a:lnTo>
                  <a:pt x="121253" y="1736884"/>
                </a:lnTo>
                <a:close/>
                <a:moveTo>
                  <a:pt x="108204" y="1736598"/>
                </a:moveTo>
                <a:lnTo>
                  <a:pt x="112871" y="1736598"/>
                </a:lnTo>
                <a:lnTo>
                  <a:pt x="112871" y="1747076"/>
                </a:lnTo>
                <a:lnTo>
                  <a:pt x="108204" y="1747076"/>
                </a:lnTo>
                <a:lnTo>
                  <a:pt x="108204" y="1736598"/>
                </a:lnTo>
                <a:close/>
                <a:moveTo>
                  <a:pt x="98489" y="1736503"/>
                </a:moveTo>
                <a:lnTo>
                  <a:pt x="100108" y="1736503"/>
                </a:lnTo>
                <a:lnTo>
                  <a:pt x="100108" y="1746980"/>
                </a:lnTo>
                <a:lnTo>
                  <a:pt x="98108" y="1746980"/>
                </a:lnTo>
                <a:cubicBezTo>
                  <a:pt x="98108" y="1746980"/>
                  <a:pt x="98489" y="1736503"/>
                  <a:pt x="98489" y="1736503"/>
                </a:cubicBezTo>
                <a:close/>
                <a:moveTo>
                  <a:pt x="18383" y="1759363"/>
                </a:moveTo>
                <a:lnTo>
                  <a:pt x="18383" y="1756124"/>
                </a:lnTo>
                <a:lnTo>
                  <a:pt x="31814" y="1756124"/>
                </a:lnTo>
                <a:lnTo>
                  <a:pt x="31814" y="1759363"/>
                </a:lnTo>
                <a:lnTo>
                  <a:pt x="18383" y="1759363"/>
                </a:lnTo>
                <a:close/>
                <a:moveTo>
                  <a:pt x="3114770" y="5122545"/>
                </a:moveTo>
                <a:lnTo>
                  <a:pt x="3111627" y="5122545"/>
                </a:lnTo>
                <a:cubicBezTo>
                  <a:pt x="3110484" y="5117973"/>
                  <a:pt x="3106579" y="5114544"/>
                  <a:pt x="3101721" y="5114544"/>
                </a:cubicBezTo>
                <a:cubicBezTo>
                  <a:pt x="3096006" y="5114544"/>
                  <a:pt x="3091339" y="5119212"/>
                  <a:pt x="3091339" y="5124926"/>
                </a:cubicBezTo>
                <a:cubicBezTo>
                  <a:pt x="3091339" y="5130642"/>
                  <a:pt x="3096006" y="5135309"/>
                  <a:pt x="3101721" y="5135309"/>
                </a:cubicBezTo>
                <a:cubicBezTo>
                  <a:pt x="3106579" y="5135309"/>
                  <a:pt x="3110579" y="5131880"/>
                  <a:pt x="3111627" y="5127308"/>
                </a:cubicBezTo>
                <a:lnTo>
                  <a:pt x="3114770" y="5127308"/>
                </a:lnTo>
                <a:lnTo>
                  <a:pt x="3114770" y="5122545"/>
                </a:lnTo>
                <a:close/>
                <a:moveTo>
                  <a:pt x="3101721" y="5130642"/>
                </a:moveTo>
                <a:cubicBezTo>
                  <a:pt x="3098578" y="5130642"/>
                  <a:pt x="3096101" y="5128070"/>
                  <a:pt x="3096101" y="5125022"/>
                </a:cubicBezTo>
                <a:cubicBezTo>
                  <a:pt x="3096101" y="5121974"/>
                  <a:pt x="3098673" y="5119402"/>
                  <a:pt x="3101721" y="5119402"/>
                </a:cubicBezTo>
                <a:cubicBezTo>
                  <a:pt x="3104769" y="5119402"/>
                  <a:pt x="3107341" y="5121974"/>
                  <a:pt x="3107341" y="5125022"/>
                </a:cubicBezTo>
                <a:cubicBezTo>
                  <a:pt x="3107341" y="5128070"/>
                  <a:pt x="3104769" y="5130642"/>
                  <a:pt x="3101721" y="5130642"/>
                </a:cubicBezTo>
                <a:close/>
                <a:moveTo>
                  <a:pt x="1889474" y="11144"/>
                </a:moveTo>
                <a:cubicBezTo>
                  <a:pt x="1886426" y="8096"/>
                  <a:pt x="1884902" y="4096"/>
                  <a:pt x="1884902" y="95"/>
                </a:cubicBezTo>
                <a:lnTo>
                  <a:pt x="1889665" y="95"/>
                </a:lnTo>
                <a:cubicBezTo>
                  <a:pt x="1889665" y="2858"/>
                  <a:pt x="1890713" y="5715"/>
                  <a:pt x="1892808" y="7811"/>
                </a:cubicBezTo>
                <a:cubicBezTo>
                  <a:pt x="1897094" y="12002"/>
                  <a:pt x="1903952" y="12097"/>
                  <a:pt x="1908239" y="7811"/>
                </a:cubicBezTo>
                <a:cubicBezTo>
                  <a:pt x="1910334" y="5715"/>
                  <a:pt x="1911382" y="2858"/>
                  <a:pt x="1911382" y="95"/>
                </a:cubicBezTo>
                <a:lnTo>
                  <a:pt x="1916144" y="95"/>
                </a:lnTo>
                <a:cubicBezTo>
                  <a:pt x="1916144" y="4096"/>
                  <a:pt x="1914620" y="8096"/>
                  <a:pt x="1911572" y="11144"/>
                </a:cubicBezTo>
                <a:cubicBezTo>
                  <a:pt x="1908524" y="14192"/>
                  <a:pt x="1904524" y="15716"/>
                  <a:pt x="1900523" y="15716"/>
                </a:cubicBezTo>
                <a:cubicBezTo>
                  <a:pt x="1896523" y="15716"/>
                  <a:pt x="1892522" y="14192"/>
                  <a:pt x="1889474" y="11144"/>
                </a:cubicBezTo>
                <a:close/>
                <a:moveTo>
                  <a:pt x="3064288" y="5143595"/>
                </a:moveTo>
                <a:lnTo>
                  <a:pt x="3059525" y="5143595"/>
                </a:lnTo>
                <a:lnTo>
                  <a:pt x="3059525" y="5094637"/>
                </a:lnTo>
                <a:lnTo>
                  <a:pt x="3060002" y="5093970"/>
                </a:lnTo>
                <a:cubicBezTo>
                  <a:pt x="3062097" y="5091303"/>
                  <a:pt x="3089053" y="5057204"/>
                  <a:pt x="3114675" y="5024724"/>
                </a:cubicBezTo>
                <a:lnTo>
                  <a:pt x="3114675" y="5032439"/>
                </a:lnTo>
                <a:cubicBezTo>
                  <a:pt x="3091339" y="5061966"/>
                  <a:pt x="3068003" y="5091589"/>
                  <a:pt x="3064193" y="5096351"/>
                </a:cubicBezTo>
                <a:lnTo>
                  <a:pt x="3064193" y="5143595"/>
                </a:lnTo>
                <a:close/>
                <a:moveTo>
                  <a:pt x="3021806" y="5143595"/>
                </a:moveTo>
                <a:lnTo>
                  <a:pt x="3017044" y="5143595"/>
                </a:lnTo>
                <a:lnTo>
                  <a:pt x="3017044" y="5094637"/>
                </a:lnTo>
                <a:lnTo>
                  <a:pt x="3017520" y="5093970"/>
                </a:lnTo>
                <a:lnTo>
                  <a:pt x="3114770" y="4971003"/>
                </a:lnTo>
                <a:lnTo>
                  <a:pt x="3114770" y="4978718"/>
                </a:lnTo>
                <a:lnTo>
                  <a:pt x="3021806" y="5096257"/>
                </a:lnTo>
                <a:lnTo>
                  <a:pt x="3021806" y="5143500"/>
                </a:lnTo>
                <a:close/>
                <a:moveTo>
                  <a:pt x="224885" y="1284065"/>
                </a:moveTo>
                <a:lnTo>
                  <a:pt x="224504" y="1355884"/>
                </a:lnTo>
                <a:lnTo>
                  <a:pt x="216408" y="1361980"/>
                </a:lnTo>
                <a:lnTo>
                  <a:pt x="50959" y="1361980"/>
                </a:lnTo>
                <a:lnTo>
                  <a:pt x="28099" y="1379411"/>
                </a:lnTo>
                <a:lnTo>
                  <a:pt x="10668" y="1379411"/>
                </a:lnTo>
                <a:cubicBezTo>
                  <a:pt x="10478" y="1378744"/>
                  <a:pt x="10478" y="1378077"/>
                  <a:pt x="10287" y="1377506"/>
                </a:cubicBezTo>
                <a:cubicBezTo>
                  <a:pt x="9144" y="1374839"/>
                  <a:pt x="7049" y="1372838"/>
                  <a:pt x="4382" y="1371791"/>
                </a:cubicBezTo>
                <a:cubicBezTo>
                  <a:pt x="3048" y="1371219"/>
                  <a:pt x="1619" y="1371028"/>
                  <a:pt x="191" y="1371028"/>
                </a:cubicBezTo>
                <a:lnTo>
                  <a:pt x="191" y="1375791"/>
                </a:lnTo>
                <a:cubicBezTo>
                  <a:pt x="191" y="1375791"/>
                  <a:pt x="381" y="1375791"/>
                  <a:pt x="476" y="1375791"/>
                </a:cubicBezTo>
                <a:cubicBezTo>
                  <a:pt x="1238" y="1375791"/>
                  <a:pt x="2000" y="1375886"/>
                  <a:pt x="2667" y="1376172"/>
                </a:cubicBezTo>
                <a:cubicBezTo>
                  <a:pt x="4191" y="1376744"/>
                  <a:pt x="5334" y="1377887"/>
                  <a:pt x="6001" y="1379411"/>
                </a:cubicBezTo>
                <a:cubicBezTo>
                  <a:pt x="6668" y="1380839"/>
                  <a:pt x="6668" y="1382554"/>
                  <a:pt x="6001" y="1383982"/>
                </a:cubicBezTo>
                <a:cubicBezTo>
                  <a:pt x="5429" y="1385507"/>
                  <a:pt x="4286" y="1386650"/>
                  <a:pt x="2762" y="1387316"/>
                </a:cubicBezTo>
                <a:cubicBezTo>
                  <a:pt x="1905" y="1387697"/>
                  <a:pt x="1048" y="1387793"/>
                  <a:pt x="95" y="1387793"/>
                </a:cubicBezTo>
                <a:lnTo>
                  <a:pt x="95" y="1392555"/>
                </a:lnTo>
                <a:cubicBezTo>
                  <a:pt x="95" y="1392555"/>
                  <a:pt x="286" y="1392555"/>
                  <a:pt x="381" y="1392555"/>
                </a:cubicBezTo>
                <a:cubicBezTo>
                  <a:pt x="1810" y="1392555"/>
                  <a:pt x="3334" y="1392269"/>
                  <a:pt x="4667" y="1391698"/>
                </a:cubicBezTo>
                <a:lnTo>
                  <a:pt x="4667" y="1391698"/>
                </a:lnTo>
                <a:cubicBezTo>
                  <a:pt x="7334" y="1390555"/>
                  <a:pt x="9335" y="1388459"/>
                  <a:pt x="10382" y="1385792"/>
                </a:cubicBezTo>
                <a:cubicBezTo>
                  <a:pt x="10573" y="1385316"/>
                  <a:pt x="10573" y="1384745"/>
                  <a:pt x="10668" y="1384268"/>
                </a:cubicBezTo>
                <a:lnTo>
                  <a:pt x="29718" y="1384268"/>
                </a:lnTo>
                <a:lnTo>
                  <a:pt x="52578" y="1366838"/>
                </a:lnTo>
                <a:lnTo>
                  <a:pt x="218123" y="1366838"/>
                </a:lnTo>
                <a:lnTo>
                  <a:pt x="227171" y="1359980"/>
                </a:lnTo>
                <a:lnTo>
                  <a:pt x="238411" y="1369314"/>
                </a:lnTo>
                <a:lnTo>
                  <a:pt x="238411" y="1386459"/>
                </a:lnTo>
                <a:cubicBezTo>
                  <a:pt x="237744" y="1386650"/>
                  <a:pt x="237077" y="1386650"/>
                  <a:pt x="236506" y="1386840"/>
                </a:cubicBezTo>
                <a:cubicBezTo>
                  <a:pt x="231077" y="1389221"/>
                  <a:pt x="228600" y="1395603"/>
                  <a:pt x="230981" y="1401032"/>
                </a:cubicBezTo>
                <a:cubicBezTo>
                  <a:pt x="232791" y="1405033"/>
                  <a:pt x="236696" y="1407509"/>
                  <a:pt x="240887" y="1407509"/>
                </a:cubicBezTo>
                <a:cubicBezTo>
                  <a:pt x="242316" y="1407509"/>
                  <a:pt x="243745" y="1407224"/>
                  <a:pt x="245174" y="1406652"/>
                </a:cubicBezTo>
                <a:cubicBezTo>
                  <a:pt x="247841" y="1405509"/>
                  <a:pt x="249841" y="1403414"/>
                  <a:pt x="250889" y="1400747"/>
                </a:cubicBezTo>
                <a:cubicBezTo>
                  <a:pt x="251936" y="1398080"/>
                  <a:pt x="251936" y="1395127"/>
                  <a:pt x="250698" y="1392460"/>
                </a:cubicBezTo>
                <a:lnTo>
                  <a:pt x="250698" y="1392460"/>
                </a:lnTo>
                <a:cubicBezTo>
                  <a:pt x="249555" y="1389793"/>
                  <a:pt x="247460" y="1387793"/>
                  <a:pt x="244793" y="1386745"/>
                </a:cubicBezTo>
                <a:cubicBezTo>
                  <a:pt x="244316" y="1386554"/>
                  <a:pt x="243745" y="1386554"/>
                  <a:pt x="243269" y="1386459"/>
                </a:cubicBezTo>
                <a:lnTo>
                  <a:pt x="243269" y="1367123"/>
                </a:lnTo>
                <a:lnTo>
                  <a:pt x="229457" y="1355598"/>
                </a:lnTo>
                <a:lnTo>
                  <a:pt x="229838" y="1286351"/>
                </a:lnTo>
                <a:lnTo>
                  <a:pt x="326612" y="1209199"/>
                </a:lnTo>
                <a:cubicBezTo>
                  <a:pt x="327279" y="1209770"/>
                  <a:pt x="327851" y="1210437"/>
                  <a:pt x="328708" y="1210818"/>
                </a:cubicBezTo>
                <a:cubicBezTo>
                  <a:pt x="330422" y="1211675"/>
                  <a:pt x="332232" y="1212056"/>
                  <a:pt x="334042" y="1212056"/>
                </a:cubicBezTo>
                <a:cubicBezTo>
                  <a:pt x="338423" y="1212056"/>
                  <a:pt x="342710" y="1209580"/>
                  <a:pt x="344805" y="1205389"/>
                </a:cubicBezTo>
                <a:cubicBezTo>
                  <a:pt x="347758" y="1199483"/>
                  <a:pt x="345377" y="1192244"/>
                  <a:pt x="339376" y="1189292"/>
                </a:cubicBezTo>
                <a:cubicBezTo>
                  <a:pt x="333470" y="1186339"/>
                  <a:pt x="326231" y="1188720"/>
                  <a:pt x="323279" y="1194721"/>
                </a:cubicBezTo>
                <a:cubicBezTo>
                  <a:pt x="321469" y="1198340"/>
                  <a:pt x="321850" y="1202246"/>
                  <a:pt x="323564" y="1205579"/>
                </a:cubicBezTo>
                <a:lnTo>
                  <a:pt x="226028" y="1283399"/>
                </a:lnTo>
                <a:lnTo>
                  <a:pt x="225171" y="1284065"/>
                </a:lnTo>
                <a:close/>
                <a:moveTo>
                  <a:pt x="242888" y="1391126"/>
                </a:moveTo>
                <a:cubicBezTo>
                  <a:pt x="244412" y="1391698"/>
                  <a:pt x="245555" y="1392841"/>
                  <a:pt x="246221" y="1394365"/>
                </a:cubicBezTo>
                <a:cubicBezTo>
                  <a:pt x="246888" y="1395794"/>
                  <a:pt x="246888" y="1397508"/>
                  <a:pt x="246221" y="1398937"/>
                </a:cubicBezTo>
                <a:cubicBezTo>
                  <a:pt x="245650" y="1400461"/>
                  <a:pt x="244507" y="1401604"/>
                  <a:pt x="242983" y="1402271"/>
                </a:cubicBezTo>
                <a:cubicBezTo>
                  <a:pt x="239935" y="1403604"/>
                  <a:pt x="236411" y="1402271"/>
                  <a:pt x="235077" y="1399127"/>
                </a:cubicBezTo>
                <a:cubicBezTo>
                  <a:pt x="233744" y="1396079"/>
                  <a:pt x="235077" y="1392555"/>
                  <a:pt x="238220" y="1391222"/>
                </a:cubicBezTo>
                <a:cubicBezTo>
                  <a:pt x="238982" y="1390841"/>
                  <a:pt x="239840" y="1390745"/>
                  <a:pt x="240602" y="1390745"/>
                </a:cubicBezTo>
                <a:cubicBezTo>
                  <a:pt x="241364" y="1390745"/>
                  <a:pt x="242126" y="1390841"/>
                  <a:pt x="242792" y="1391126"/>
                </a:cubicBezTo>
                <a:close/>
                <a:moveTo>
                  <a:pt x="327374" y="1196816"/>
                </a:moveTo>
                <a:cubicBezTo>
                  <a:pt x="328613" y="1194245"/>
                  <a:pt x="331184" y="1192816"/>
                  <a:pt x="333851" y="1192816"/>
                </a:cubicBezTo>
                <a:cubicBezTo>
                  <a:pt x="334899" y="1192816"/>
                  <a:pt x="336042" y="1193102"/>
                  <a:pt x="337090" y="1193578"/>
                </a:cubicBezTo>
                <a:cubicBezTo>
                  <a:pt x="340709" y="1195388"/>
                  <a:pt x="342138" y="1199769"/>
                  <a:pt x="340328" y="1203293"/>
                </a:cubicBezTo>
                <a:cubicBezTo>
                  <a:pt x="338519" y="1206913"/>
                  <a:pt x="334137" y="1208342"/>
                  <a:pt x="330613" y="1206532"/>
                </a:cubicBezTo>
                <a:cubicBezTo>
                  <a:pt x="326993" y="1204722"/>
                  <a:pt x="325564" y="1200341"/>
                  <a:pt x="327374" y="1196816"/>
                </a:cubicBezTo>
                <a:close/>
                <a:moveTo>
                  <a:pt x="211360" y="1256062"/>
                </a:moveTo>
                <a:lnTo>
                  <a:pt x="192215" y="1256062"/>
                </a:lnTo>
                <a:lnTo>
                  <a:pt x="192215" y="1233583"/>
                </a:lnTo>
                <a:cubicBezTo>
                  <a:pt x="192215" y="1230725"/>
                  <a:pt x="189929" y="1228439"/>
                  <a:pt x="187071" y="1228439"/>
                </a:cubicBezTo>
                <a:lnTo>
                  <a:pt x="176975" y="1228439"/>
                </a:lnTo>
                <a:cubicBezTo>
                  <a:pt x="175546" y="1228439"/>
                  <a:pt x="174308" y="1229011"/>
                  <a:pt x="173450" y="1229868"/>
                </a:cubicBezTo>
                <a:lnTo>
                  <a:pt x="147447" y="1229868"/>
                </a:lnTo>
                <a:lnTo>
                  <a:pt x="124778" y="1252633"/>
                </a:lnTo>
                <a:lnTo>
                  <a:pt x="124778" y="1297210"/>
                </a:lnTo>
                <a:cubicBezTo>
                  <a:pt x="120777" y="1298257"/>
                  <a:pt x="117729" y="1301782"/>
                  <a:pt x="117729" y="1306163"/>
                </a:cubicBezTo>
                <a:cubicBezTo>
                  <a:pt x="117729" y="1311402"/>
                  <a:pt x="121920" y="1315593"/>
                  <a:pt x="127159" y="1315593"/>
                </a:cubicBezTo>
                <a:cubicBezTo>
                  <a:pt x="132398" y="1315593"/>
                  <a:pt x="136589" y="1311402"/>
                  <a:pt x="136589" y="1306163"/>
                </a:cubicBezTo>
                <a:cubicBezTo>
                  <a:pt x="136589" y="1301782"/>
                  <a:pt x="133541" y="1298257"/>
                  <a:pt x="129540" y="1297210"/>
                </a:cubicBezTo>
                <a:lnTo>
                  <a:pt x="129540" y="1254633"/>
                </a:lnTo>
                <a:lnTo>
                  <a:pt x="149447" y="1234631"/>
                </a:lnTo>
                <a:lnTo>
                  <a:pt x="171926" y="1234631"/>
                </a:lnTo>
                <a:lnTo>
                  <a:pt x="171926" y="1257300"/>
                </a:lnTo>
                <a:cubicBezTo>
                  <a:pt x="171926" y="1260157"/>
                  <a:pt x="174212" y="1262444"/>
                  <a:pt x="177070" y="1262444"/>
                </a:cubicBezTo>
                <a:lnTo>
                  <a:pt x="187166" y="1262444"/>
                </a:lnTo>
                <a:cubicBezTo>
                  <a:pt x="188595" y="1262444"/>
                  <a:pt x="189929" y="1261777"/>
                  <a:pt x="190881" y="1260824"/>
                </a:cubicBezTo>
                <a:lnTo>
                  <a:pt x="213074" y="1260824"/>
                </a:lnTo>
                <a:lnTo>
                  <a:pt x="257747" y="1225963"/>
                </a:lnTo>
                <a:lnTo>
                  <a:pt x="257747" y="1195197"/>
                </a:lnTo>
                <a:cubicBezTo>
                  <a:pt x="261747" y="1194149"/>
                  <a:pt x="264795" y="1190625"/>
                  <a:pt x="264795" y="1186244"/>
                </a:cubicBezTo>
                <a:cubicBezTo>
                  <a:pt x="264795" y="1181005"/>
                  <a:pt x="260604" y="1176814"/>
                  <a:pt x="255365" y="1176814"/>
                </a:cubicBezTo>
                <a:cubicBezTo>
                  <a:pt x="250127" y="1176814"/>
                  <a:pt x="245936" y="1181005"/>
                  <a:pt x="245936" y="1186244"/>
                </a:cubicBezTo>
                <a:cubicBezTo>
                  <a:pt x="245936" y="1190625"/>
                  <a:pt x="248983" y="1194149"/>
                  <a:pt x="252984" y="1195197"/>
                </a:cubicBezTo>
                <a:lnTo>
                  <a:pt x="252984" y="1223582"/>
                </a:lnTo>
                <a:lnTo>
                  <a:pt x="211455" y="1256062"/>
                </a:lnTo>
                <a:close/>
                <a:moveTo>
                  <a:pt x="131921" y="1306259"/>
                </a:moveTo>
                <a:cubicBezTo>
                  <a:pt x="131921" y="1308830"/>
                  <a:pt x="129826" y="1310926"/>
                  <a:pt x="127254" y="1310926"/>
                </a:cubicBezTo>
                <a:cubicBezTo>
                  <a:pt x="124682" y="1310926"/>
                  <a:pt x="122587" y="1308830"/>
                  <a:pt x="122587" y="1306259"/>
                </a:cubicBezTo>
                <a:cubicBezTo>
                  <a:pt x="122587" y="1303687"/>
                  <a:pt x="124682" y="1301591"/>
                  <a:pt x="127254" y="1301591"/>
                </a:cubicBezTo>
                <a:cubicBezTo>
                  <a:pt x="129826" y="1301591"/>
                  <a:pt x="131921" y="1303687"/>
                  <a:pt x="131921" y="1306259"/>
                </a:cubicBezTo>
                <a:close/>
                <a:moveTo>
                  <a:pt x="187071" y="1257681"/>
                </a:moveTo>
                <a:lnTo>
                  <a:pt x="176975" y="1257681"/>
                </a:lnTo>
                <a:cubicBezTo>
                  <a:pt x="176975" y="1257681"/>
                  <a:pt x="176594" y="1257491"/>
                  <a:pt x="176594" y="1257300"/>
                </a:cubicBezTo>
                <a:lnTo>
                  <a:pt x="176594" y="1256443"/>
                </a:lnTo>
                <a:lnTo>
                  <a:pt x="186976" y="1256443"/>
                </a:lnTo>
                <a:lnTo>
                  <a:pt x="186976" y="1257586"/>
                </a:lnTo>
                <a:close/>
                <a:moveTo>
                  <a:pt x="187262" y="1247966"/>
                </a:moveTo>
                <a:lnTo>
                  <a:pt x="176879" y="1247966"/>
                </a:lnTo>
                <a:lnTo>
                  <a:pt x="176879" y="1243298"/>
                </a:lnTo>
                <a:lnTo>
                  <a:pt x="187357" y="1243298"/>
                </a:lnTo>
                <a:lnTo>
                  <a:pt x="187357" y="1247966"/>
                </a:lnTo>
                <a:close/>
                <a:moveTo>
                  <a:pt x="187452" y="1235202"/>
                </a:moveTo>
                <a:lnTo>
                  <a:pt x="177070" y="1235202"/>
                </a:lnTo>
                <a:lnTo>
                  <a:pt x="177070" y="1233202"/>
                </a:lnTo>
                <a:cubicBezTo>
                  <a:pt x="177070" y="1233202"/>
                  <a:pt x="187547" y="1233583"/>
                  <a:pt x="187547" y="1233583"/>
                </a:cubicBezTo>
                <a:lnTo>
                  <a:pt x="187547" y="1235202"/>
                </a:lnTo>
                <a:close/>
                <a:moveTo>
                  <a:pt x="250603" y="1186244"/>
                </a:moveTo>
                <a:cubicBezTo>
                  <a:pt x="250603" y="1183672"/>
                  <a:pt x="252698" y="1181576"/>
                  <a:pt x="255270" y="1181576"/>
                </a:cubicBezTo>
                <a:cubicBezTo>
                  <a:pt x="257842" y="1181576"/>
                  <a:pt x="259937" y="1183672"/>
                  <a:pt x="259937" y="1186244"/>
                </a:cubicBezTo>
                <a:cubicBezTo>
                  <a:pt x="259937" y="1188815"/>
                  <a:pt x="257842" y="1190911"/>
                  <a:pt x="255270" y="1190911"/>
                </a:cubicBezTo>
                <a:cubicBezTo>
                  <a:pt x="252698" y="1190911"/>
                  <a:pt x="250603" y="1188815"/>
                  <a:pt x="250603" y="1186244"/>
                </a:cubicBezTo>
                <a:close/>
                <a:moveTo>
                  <a:pt x="43244" y="5137975"/>
                </a:moveTo>
                <a:cubicBezTo>
                  <a:pt x="46387" y="5137975"/>
                  <a:pt x="48863" y="5140547"/>
                  <a:pt x="48863" y="5143595"/>
                </a:cubicBezTo>
                <a:lnTo>
                  <a:pt x="82296" y="5143595"/>
                </a:lnTo>
                <a:lnTo>
                  <a:pt x="91345" y="5137975"/>
                </a:lnTo>
                <a:lnTo>
                  <a:pt x="136112" y="5137975"/>
                </a:lnTo>
                <a:cubicBezTo>
                  <a:pt x="136684" y="5140262"/>
                  <a:pt x="137922" y="5142167"/>
                  <a:pt x="139541" y="5143595"/>
                </a:cubicBezTo>
                <a:lnTo>
                  <a:pt x="152400" y="5143595"/>
                </a:lnTo>
                <a:cubicBezTo>
                  <a:pt x="154781" y="5141690"/>
                  <a:pt x="156401" y="5138833"/>
                  <a:pt x="156401" y="5135594"/>
                </a:cubicBezTo>
                <a:cubicBezTo>
                  <a:pt x="156401" y="5129879"/>
                  <a:pt x="151733" y="5125212"/>
                  <a:pt x="146018" y="5125212"/>
                </a:cubicBezTo>
                <a:cubicBezTo>
                  <a:pt x="141161" y="5125212"/>
                  <a:pt x="137160" y="5128641"/>
                  <a:pt x="136112" y="5133213"/>
                </a:cubicBezTo>
                <a:lnTo>
                  <a:pt x="90011" y="5133213"/>
                </a:lnTo>
                <a:lnTo>
                  <a:pt x="77057" y="5141214"/>
                </a:lnTo>
                <a:lnTo>
                  <a:pt x="53054" y="5141214"/>
                </a:lnTo>
                <a:cubicBezTo>
                  <a:pt x="51911" y="5136642"/>
                  <a:pt x="48006" y="5133213"/>
                  <a:pt x="43148" y="5133213"/>
                </a:cubicBezTo>
                <a:cubicBezTo>
                  <a:pt x="37433" y="5133213"/>
                  <a:pt x="32766" y="5137881"/>
                  <a:pt x="32766" y="5143595"/>
                </a:cubicBezTo>
                <a:lnTo>
                  <a:pt x="37529" y="5143595"/>
                </a:lnTo>
                <a:cubicBezTo>
                  <a:pt x="37529" y="5140452"/>
                  <a:pt x="40100" y="5137975"/>
                  <a:pt x="43148" y="5137975"/>
                </a:cubicBezTo>
                <a:close/>
                <a:moveTo>
                  <a:pt x="146114" y="5129879"/>
                </a:moveTo>
                <a:cubicBezTo>
                  <a:pt x="149257" y="5129879"/>
                  <a:pt x="151733" y="5132451"/>
                  <a:pt x="151733" y="5135499"/>
                </a:cubicBezTo>
                <a:cubicBezTo>
                  <a:pt x="151733" y="5138547"/>
                  <a:pt x="149162" y="5141119"/>
                  <a:pt x="146114" y="5141119"/>
                </a:cubicBezTo>
                <a:cubicBezTo>
                  <a:pt x="143066" y="5141119"/>
                  <a:pt x="140494" y="5138547"/>
                  <a:pt x="140494" y="5135499"/>
                </a:cubicBezTo>
                <a:cubicBezTo>
                  <a:pt x="140494" y="5132451"/>
                  <a:pt x="143066" y="5129879"/>
                  <a:pt x="146114" y="5129879"/>
                </a:cubicBezTo>
                <a:close/>
                <a:moveTo>
                  <a:pt x="299942" y="10192"/>
                </a:moveTo>
                <a:lnTo>
                  <a:pt x="299752" y="109061"/>
                </a:lnTo>
                <a:lnTo>
                  <a:pt x="283940" y="126683"/>
                </a:lnTo>
                <a:cubicBezTo>
                  <a:pt x="283940" y="126683"/>
                  <a:pt x="283369" y="127730"/>
                  <a:pt x="283369" y="128302"/>
                </a:cubicBezTo>
                <a:lnTo>
                  <a:pt x="283369" y="169164"/>
                </a:lnTo>
                <a:lnTo>
                  <a:pt x="258223" y="197358"/>
                </a:lnTo>
                <a:cubicBezTo>
                  <a:pt x="258223" y="197358"/>
                  <a:pt x="257842" y="196977"/>
                  <a:pt x="257651" y="196882"/>
                </a:cubicBezTo>
                <a:cubicBezTo>
                  <a:pt x="255365" y="195739"/>
                  <a:pt x="252794" y="195644"/>
                  <a:pt x="250412" y="196501"/>
                </a:cubicBezTo>
                <a:cubicBezTo>
                  <a:pt x="245459" y="198215"/>
                  <a:pt x="242792" y="203645"/>
                  <a:pt x="244602" y="208598"/>
                </a:cubicBezTo>
                <a:cubicBezTo>
                  <a:pt x="245936" y="212503"/>
                  <a:pt x="249650" y="214979"/>
                  <a:pt x="253556" y="214979"/>
                </a:cubicBezTo>
                <a:cubicBezTo>
                  <a:pt x="254603" y="214979"/>
                  <a:pt x="255651" y="214789"/>
                  <a:pt x="256699" y="214408"/>
                </a:cubicBezTo>
                <a:cubicBezTo>
                  <a:pt x="259080" y="213551"/>
                  <a:pt x="260985" y="211836"/>
                  <a:pt x="262128" y="209550"/>
                </a:cubicBezTo>
                <a:cubicBezTo>
                  <a:pt x="263271" y="207264"/>
                  <a:pt x="263366" y="204692"/>
                  <a:pt x="262509" y="202311"/>
                </a:cubicBezTo>
                <a:cubicBezTo>
                  <a:pt x="262319" y="201740"/>
                  <a:pt x="261938" y="201263"/>
                  <a:pt x="261557" y="200787"/>
                </a:cubicBezTo>
                <a:lnTo>
                  <a:pt x="287560" y="171736"/>
                </a:lnTo>
                <a:cubicBezTo>
                  <a:pt x="287560" y="171736"/>
                  <a:pt x="288131" y="170783"/>
                  <a:pt x="288131" y="170117"/>
                </a:cubicBezTo>
                <a:lnTo>
                  <a:pt x="288131" y="129254"/>
                </a:lnTo>
                <a:lnTo>
                  <a:pt x="303943" y="111633"/>
                </a:lnTo>
                <a:cubicBezTo>
                  <a:pt x="303943" y="111633"/>
                  <a:pt x="304514" y="110681"/>
                  <a:pt x="304514" y="110014"/>
                </a:cubicBezTo>
                <a:lnTo>
                  <a:pt x="304705" y="10192"/>
                </a:lnTo>
                <a:cubicBezTo>
                  <a:pt x="309277" y="9144"/>
                  <a:pt x="312706" y="4953"/>
                  <a:pt x="312706" y="95"/>
                </a:cubicBezTo>
                <a:lnTo>
                  <a:pt x="307943" y="95"/>
                </a:lnTo>
                <a:cubicBezTo>
                  <a:pt x="307943" y="3239"/>
                  <a:pt x="305372" y="5715"/>
                  <a:pt x="302324" y="5715"/>
                </a:cubicBezTo>
                <a:cubicBezTo>
                  <a:pt x="299276" y="5715"/>
                  <a:pt x="296704" y="3143"/>
                  <a:pt x="296704" y="95"/>
                </a:cubicBezTo>
                <a:lnTo>
                  <a:pt x="291941" y="95"/>
                </a:lnTo>
                <a:cubicBezTo>
                  <a:pt x="291941" y="5048"/>
                  <a:pt x="295370" y="9144"/>
                  <a:pt x="299942" y="10192"/>
                </a:cubicBezTo>
                <a:close/>
                <a:moveTo>
                  <a:pt x="257651" y="207645"/>
                </a:moveTo>
                <a:cubicBezTo>
                  <a:pt x="257080" y="208788"/>
                  <a:pt x="256127" y="209645"/>
                  <a:pt x="254889" y="210026"/>
                </a:cubicBezTo>
                <a:cubicBezTo>
                  <a:pt x="253651" y="210407"/>
                  <a:pt x="252413" y="210407"/>
                  <a:pt x="251270" y="209836"/>
                </a:cubicBezTo>
                <a:cubicBezTo>
                  <a:pt x="250127" y="209264"/>
                  <a:pt x="249269" y="208312"/>
                  <a:pt x="248888" y="207169"/>
                </a:cubicBezTo>
                <a:cubicBezTo>
                  <a:pt x="248031" y="204692"/>
                  <a:pt x="249365" y="201930"/>
                  <a:pt x="251841" y="201073"/>
                </a:cubicBezTo>
                <a:cubicBezTo>
                  <a:pt x="252317" y="200882"/>
                  <a:pt x="252889" y="200787"/>
                  <a:pt x="253460" y="200787"/>
                </a:cubicBezTo>
                <a:cubicBezTo>
                  <a:pt x="254127" y="200787"/>
                  <a:pt x="254889" y="200978"/>
                  <a:pt x="255556" y="201263"/>
                </a:cubicBezTo>
                <a:cubicBezTo>
                  <a:pt x="256699" y="201835"/>
                  <a:pt x="257556" y="202787"/>
                  <a:pt x="257937" y="204026"/>
                </a:cubicBezTo>
                <a:cubicBezTo>
                  <a:pt x="258318" y="205264"/>
                  <a:pt x="258318" y="206502"/>
                  <a:pt x="257747" y="207645"/>
                </a:cubicBezTo>
                <a:close/>
                <a:moveTo>
                  <a:pt x="32766" y="95"/>
                </a:moveTo>
                <a:lnTo>
                  <a:pt x="37529" y="95"/>
                </a:lnTo>
                <a:cubicBezTo>
                  <a:pt x="37529" y="3239"/>
                  <a:pt x="40100" y="5715"/>
                  <a:pt x="43148" y="5715"/>
                </a:cubicBezTo>
                <a:cubicBezTo>
                  <a:pt x="46196" y="5715"/>
                  <a:pt x="48768" y="3143"/>
                  <a:pt x="48768" y="95"/>
                </a:cubicBezTo>
                <a:lnTo>
                  <a:pt x="82201" y="95"/>
                </a:lnTo>
                <a:lnTo>
                  <a:pt x="78391" y="2477"/>
                </a:lnTo>
                <a:lnTo>
                  <a:pt x="53054" y="2477"/>
                </a:lnTo>
                <a:cubicBezTo>
                  <a:pt x="51911" y="7049"/>
                  <a:pt x="48006" y="10478"/>
                  <a:pt x="43148" y="10478"/>
                </a:cubicBezTo>
                <a:cubicBezTo>
                  <a:pt x="37433" y="10478"/>
                  <a:pt x="32766" y="5810"/>
                  <a:pt x="32766" y="95"/>
                </a:cubicBezTo>
                <a:close/>
                <a:moveTo>
                  <a:pt x="1088136" y="4492752"/>
                </a:moveTo>
                <a:cubicBezTo>
                  <a:pt x="1083469" y="4494181"/>
                  <a:pt x="1080326" y="4497991"/>
                  <a:pt x="1079468" y="4502468"/>
                </a:cubicBezTo>
                <a:lnTo>
                  <a:pt x="1051179" y="4502468"/>
                </a:lnTo>
                <a:lnTo>
                  <a:pt x="1018318" y="4530757"/>
                </a:lnTo>
                <a:lnTo>
                  <a:pt x="1018318" y="4557332"/>
                </a:lnTo>
                <a:cubicBezTo>
                  <a:pt x="1018318" y="4557332"/>
                  <a:pt x="1017746" y="4557332"/>
                  <a:pt x="1017461" y="4557332"/>
                </a:cubicBezTo>
                <a:cubicBezTo>
                  <a:pt x="1014222" y="4558284"/>
                  <a:pt x="1011555" y="4560475"/>
                  <a:pt x="1009936" y="4563428"/>
                </a:cubicBezTo>
                <a:cubicBezTo>
                  <a:pt x="1008317" y="4566380"/>
                  <a:pt x="1008031" y="4569810"/>
                  <a:pt x="1008983" y="4573048"/>
                </a:cubicBezTo>
                <a:cubicBezTo>
                  <a:pt x="1009936" y="4576287"/>
                  <a:pt x="1012127" y="4578954"/>
                  <a:pt x="1015079" y="4580573"/>
                </a:cubicBezTo>
                <a:cubicBezTo>
                  <a:pt x="1016984" y="4581525"/>
                  <a:pt x="1018985" y="4582097"/>
                  <a:pt x="1021080" y="4582097"/>
                </a:cubicBezTo>
                <a:cubicBezTo>
                  <a:pt x="1022318" y="4582097"/>
                  <a:pt x="1023557" y="4581906"/>
                  <a:pt x="1024795" y="4581525"/>
                </a:cubicBezTo>
                <a:cubicBezTo>
                  <a:pt x="1028033" y="4580573"/>
                  <a:pt x="1030700" y="4578382"/>
                  <a:pt x="1032320" y="4575429"/>
                </a:cubicBezTo>
                <a:cubicBezTo>
                  <a:pt x="1033939" y="4572477"/>
                  <a:pt x="1034225" y="4569047"/>
                  <a:pt x="1033272" y="4565809"/>
                </a:cubicBezTo>
                <a:cubicBezTo>
                  <a:pt x="1032320" y="4562570"/>
                  <a:pt x="1030129" y="4559904"/>
                  <a:pt x="1027176" y="4558284"/>
                </a:cubicBezTo>
                <a:cubicBezTo>
                  <a:pt x="1025938" y="4557618"/>
                  <a:pt x="1024509" y="4557237"/>
                  <a:pt x="1023176" y="4557046"/>
                </a:cubicBezTo>
                <a:lnTo>
                  <a:pt x="1023176" y="4532853"/>
                </a:lnTo>
                <a:cubicBezTo>
                  <a:pt x="1023176" y="4532853"/>
                  <a:pt x="1053084" y="4507135"/>
                  <a:pt x="1053084" y="4507135"/>
                </a:cubicBezTo>
                <a:lnTo>
                  <a:pt x="1079564" y="4507135"/>
                </a:lnTo>
                <a:cubicBezTo>
                  <a:pt x="1079564" y="4507135"/>
                  <a:pt x="1079659" y="4507992"/>
                  <a:pt x="1079849" y="4508373"/>
                </a:cubicBezTo>
                <a:cubicBezTo>
                  <a:pt x="1081469" y="4513803"/>
                  <a:pt x="1086517" y="4517327"/>
                  <a:pt x="1091946" y="4517327"/>
                </a:cubicBezTo>
                <a:cubicBezTo>
                  <a:pt x="1093184" y="4517327"/>
                  <a:pt x="1094423" y="4517136"/>
                  <a:pt x="1095566" y="4516755"/>
                </a:cubicBezTo>
                <a:cubicBezTo>
                  <a:pt x="1098804" y="4515803"/>
                  <a:pt x="1101471" y="4513612"/>
                  <a:pt x="1103090" y="4510659"/>
                </a:cubicBezTo>
                <a:cubicBezTo>
                  <a:pt x="1104710" y="4507706"/>
                  <a:pt x="1104995" y="4504278"/>
                  <a:pt x="1104043" y="4501039"/>
                </a:cubicBezTo>
                <a:cubicBezTo>
                  <a:pt x="1102043" y="4494371"/>
                  <a:pt x="1094994" y="4490562"/>
                  <a:pt x="1088327" y="4492562"/>
                </a:cubicBezTo>
                <a:close/>
                <a:moveTo>
                  <a:pt x="1024795" y="4562475"/>
                </a:moveTo>
                <a:cubicBezTo>
                  <a:pt x="1026604" y="4563428"/>
                  <a:pt x="1028033" y="4565142"/>
                  <a:pt x="1028605" y="4567143"/>
                </a:cubicBezTo>
                <a:cubicBezTo>
                  <a:pt x="1029843" y="4571334"/>
                  <a:pt x="1027462" y="4575715"/>
                  <a:pt x="1023366" y="4576953"/>
                </a:cubicBezTo>
                <a:cubicBezTo>
                  <a:pt x="1021366" y="4577525"/>
                  <a:pt x="1019270" y="4577334"/>
                  <a:pt x="1017365" y="4576382"/>
                </a:cubicBezTo>
                <a:cubicBezTo>
                  <a:pt x="1015556" y="4575429"/>
                  <a:pt x="1014127" y="4573715"/>
                  <a:pt x="1013555" y="4571714"/>
                </a:cubicBezTo>
                <a:cubicBezTo>
                  <a:pt x="1012317" y="4567523"/>
                  <a:pt x="1014698" y="4563142"/>
                  <a:pt x="1018794" y="4561904"/>
                </a:cubicBezTo>
                <a:cubicBezTo>
                  <a:pt x="1019556" y="4561713"/>
                  <a:pt x="1020318" y="4561523"/>
                  <a:pt x="1021080" y="4561523"/>
                </a:cubicBezTo>
                <a:cubicBezTo>
                  <a:pt x="1022318" y="4561523"/>
                  <a:pt x="1023652" y="4561809"/>
                  <a:pt x="1024795" y="4562475"/>
                </a:cubicBezTo>
                <a:close/>
                <a:moveTo>
                  <a:pt x="1094042" y="4512374"/>
                </a:moveTo>
                <a:cubicBezTo>
                  <a:pt x="1089851" y="4513612"/>
                  <a:pt x="1085469" y="4511231"/>
                  <a:pt x="1084231" y="4507135"/>
                </a:cubicBezTo>
                <a:cubicBezTo>
                  <a:pt x="1082993" y="4502944"/>
                  <a:pt x="1085374" y="4498562"/>
                  <a:pt x="1089470" y="4497324"/>
                </a:cubicBezTo>
                <a:cubicBezTo>
                  <a:pt x="1090232" y="4497134"/>
                  <a:pt x="1090994" y="4496943"/>
                  <a:pt x="1091756" y="4496943"/>
                </a:cubicBezTo>
                <a:cubicBezTo>
                  <a:pt x="1092994" y="4496943"/>
                  <a:pt x="1094327" y="4497229"/>
                  <a:pt x="1095470" y="4497896"/>
                </a:cubicBezTo>
                <a:cubicBezTo>
                  <a:pt x="1097280" y="4498848"/>
                  <a:pt x="1098709" y="4500563"/>
                  <a:pt x="1099280" y="4502563"/>
                </a:cubicBezTo>
                <a:cubicBezTo>
                  <a:pt x="1100519" y="4506754"/>
                  <a:pt x="1098137" y="4511136"/>
                  <a:pt x="1094042" y="4512374"/>
                </a:cubicBezTo>
                <a:close/>
                <a:moveTo>
                  <a:pt x="269653" y="10192"/>
                </a:moveTo>
                <a:lnTo>
                  <a:pt x="269653" y="84487"/>
                </a:lnTo>
                <a:lnTo>
                  <a:pt x="247364" y="113919"/>
                </a:lnTo>
                <a:lnTo>
                  <a:pt x="247364" y="161258"/>
                </a:lnTo>
                <a:cubicBezTo>
                  <a:pt x="247364" y="161258"/>
                  <a:pt x="246888" y="161258"/>
                  <a:pt x="246602" y="161354"/>
                </a:cubicBezTo>
                <a:cubicBezTo>
                  <a:pt x="244221" y="162211"/>
                  <a:pt x="242316" y="163925"/>
                  <a:pt x="241173" y="166211"/>
                </a:cubicBezTo>
                <a:cubicBezTo>
                  <a:pt x="240030" y="168497"/>
                  <a:pt x="239935" y="171069"/>
                  <a:pt x="240792" y="173450"/>
                </a:cubicBezTo>
                <a:cubicBezTo>
                  <a:pt x="241649" y="175832"/>
                  <a:pt x="243364" y="177737"/>
                  <a:pt x="245650" y="178880"/>
                </a:cubicBezTo>
                <a:cubicBezTo>
                  <a:pt x="246983" y="179546"/>
                  <a:pt x="248412" y="179832"/>
                  <a:pt x="249745" y="179832"/>
                </a:cubicBezTo>
                <a:cubicBezTo>
                  <a:pt x="250793" y="179832"/>
                  <a:pt x="251841" y="179642"/>
                  <a:pt x="252889" y="179261"/>
                </a:cubicBezTo>
                <a:cubicBezTo>
                  <a:pt x="257842" y="177546"/>
                  <a:pt x="260509" y="172117"/>
                  <a:pt x="258699" y="167164"/>
                </a:cubicBezTo>
                <a:cubicBezTo>
                  <a:pt x="257651" y="164116"/>
                  <a:pt x="255080" y="162020"/>
                  <a:pt x="252127" y="161258"/>
                </a:cubicBezTo>
                <a:lnTo>
                  <a:pt x="252127" y="115443"/>
                </a:lnTo>
                <a:lnTo>
                  <a:pt x="274415" y="86011"/>
                </a:lnTo>
                <a:lnTo>
                  <a:pt x="274415" y="10192"/>
                </a:lnTo>
                <a:cubicBezTo>
                  <a:pt x="278987" y="9144"/>
                  <a:pt x="282416" y="4953"/>
                  <a:pt x="282416" y="95"/>
                </a:cubicBezTo>
                <a:lnTo>
                  <a:pt x="277654" y="95"/>
                </a:lnTo>
                <a:cubicBezTo>
                  <a:pt x="277654" y="3239"/>
                  <a:pt x="275082" y="5715"/>
                  <a:pt x="272034" y="5715"/>
                </a:cubicBezTo>
                <a:cubicBezTo>
                  <a:pt x="268986" y="5715"/>
                  <a:pt x="266414" y="3143"/>
                  <a:pt x="266414" y="95"/>
                </a:cubicBezTo>
                <a:lnTo>
                  <a:pt x="261652" y="95"/>
                </a:lnTo>
                <a:cubicBezTo>
                  <a:pt x="261652" y="5048"/>
                  <a:pt x="265081" y="9144"/>
                  <a:pt x="269653" y="10192"/>
                </a:cubicBezTo>
                <a:close/>
                <a:moveTo>
                  <a:pt x="254222" y="168783"/>
                </a:moveTo>
                <a:cubicBezTo>
                  <a:pt x="254603" y="170021"/>
                  <a:pt x="254603" y="171260"/>
                  <a:pt x="254032" y="172403"/>
                </a:cubicBezTo>
                <a:cubicBezTo>
                  <a:pt x="253460" y="173545"/>
                  <a:pt x="252508" y="174403"/>
                  <a:pt x="251270" y="174784"/>
                </a:cubicBezTo>
                <a:cubicBezTo>
                  <a:pt x="250031" y="175165"/>
                  <a:pt x="248793" y="175165"/>
                  <a:pt x="247650" y="174593"/>
                </a:cubicBezTo>
                <a:cubicBezTo>
                  <a:pt x="246507" y="174022"/>
                  <a:pt x="245650" y="173069"/>
                  <a:pt x="245269" y="171831"/>
                </a:cubicBezTo>
                <a:cubicBezTo>
                  <a:pt x="244888" y="170593"/>
                  <a:pt x="244888" y="169355"/>
                  <a:pt x="245459" y="168212"/>
                </a:cubicBezTo>
                <a:cubicBezTo>
                  <a:pt x="246031" y="167069"/>
                  <a:pt x="246983" y="166211"/>
                  <a:pt x="248222" y="165830"/>
                </a:cubicBezTo>
                <a:cubicBezTo>
                  <a:pt x="248698" y="165640"/>
                  <a:pt x="249269" y="165545"/>
                  <a:pt x="249745" y="165545"/>
                </a:cubicBezTo>
                <a:cubicBezTo>
                  <a:pt x="251746" y="165545"/>
                  <a:pt x="253556" y="166783"/>
                  <a:pt x="254222" y="168688"/>
                </a:cubicBezTo>
                <a:close/>
                <a:moveTo>
                  <a:pt x="231267" y="95"/>
                </a:moveTo>
                <a:lnTo>
                  <a:pt x="236030" y="95"/>
                </a:lnTo>
                <a:cubicBezTo>
                  <a:pt x="236030" y="3239"/>
                  <a:pt x="238601" y="5715"/>
                  <a:pt x="241649" y="5715"/>
                </a:cubicBezTo>
                <a:cubicBezTo>
                  <a:pt x="244697" y="5715"/>
                  <a:pt x="247269" y="3143"/>
                  <a:pt x="247269" y="95"/>
                </a:cubicBezTo>
                <a:lnTo>
                  <a:pt x="252032" y="95"/>
                </a:lnTo>
                <a:cubicBezTo>
                  <a:pt x="252032" y="4953"/>
                  <a:pt x="248603" y="8954"/>
                  <a:pt x="244031" y="10001"/>
                </a:cubicBezTo>
                <a:lnTo>
                  <a:pt x="244031" y="11716"/>
                </a:lnTo>
                <a:lnTo>
                  <a:pt x="239268" y="11716"/>
                </a:lnTo>
                <a:lnTo>
                  <a:pt x="239268" y="10001"/>
                </a:lnTo>
                <a:cubicBezTo>
                  <a:pt x="234696" y="8858"/>
                  <a:pt x="231267" y="4953"/>
                  <a:pt x="231267" y="95"/>
                </a:cubicBezTo>
                <a:close/>
                <a:moveTo>
                  <a:pt x="201549" y="1829753"/>
                </a:moveTo>
                <a:cubicBezTo>
                  <a:pt x="203073" y="1830515"/>
                  <a:pt x="204692" y="1830991"/>
                  <a:pt x="206502" y="1830991"/>
                </a:cubicBezTo>
                <a:cubicBezTo>
                  <a:pt x="212884" y="1830991"/>
                  <a:pt x="218027" y="1825847"/>
                  <a:pt x="218027" y="1819466"/>
                </a:cubicBezTo>
                <a:cubicBezTo>
                  <a:pt x="218027" y="1813084"/>
                  <a:pt x="212884" y="1807940"/>
                  <a:pt x="206502" y="1807940"/>
                </a:cubicBezTo>
                <a:cubicBezTo>
                  <a:pt x="200120" y="1807940"/>
                  <a:pt x="194977" y="1813084"/>
                  <a:pt x="194977" y="1819466"/>
                </a:cubicBezTo>
                <a:cubicBezTo>
                  <a:pt x="194977" y="1822323"/>
                  <a:pt x="196120" y="1824800"/>
                  <a:pt x="197834" y="1826800"/>
                </a:cubicBezTo>
                <a:lnTo>
                  <a:pt x="191167" y="1833277"/>
                </a:lnTo>
                <a:lnTo>
                  <a:pt x="100298" y="1833277"/>
                </a:lnTo>
                <a:lnTo>
                  <a:pt x="83534" y="1848231"/>
                </a:lnTo>
                <a:lnTo>
                  <a:pt x="95" y="1848231"/>
                </a:lnTo>
                <a:cubicBezTo>
                  <a:pt x="95" y="1848231"/>
                  <a:pt x="95" y="1852994"/>
                  <a:pt x="95" y="1852994"/>
                </a:cubicBezTo>
                <a:lnTo>
                  <a:pt x="85344" y="1852994"/>
                </a:lnTo>
                <a:cubicBezTo>
                  <a:pt x="85344" y="1852994"/>
                  <a:pt x="102108" y="1838135"/>
                  <a:pt x="102108" y="1838135"/>
                </a:cubicBezTo>
                <a:lnTo>
                  <a:pt x="193072" y="1838135"/>
                </a:lnTo>
                <a:lnTo>
                  <a:pt x="201549" y="1829848"/>
                </a:lnTo>
                <a:close/>
                <a:moveTo>
                  <a:pt x="206502" y="1812798"/>
                </a:moveTo>
                <a:cubicBezTo>
                  <a:pt x="210217" y="1812798"/>
                  <a:pt x="213265" y="1815846"/>
                  <a:pt x="213265" y="1819561"/>
                </a:cubicBezTo>
                <a:cubicBezTo>
                  <a:pt x="213265" y="1823276"/>
                  <a:pt x="210217" y="1826324"/>
                  <a:pt x="206502" y="1826324"/>
                </a:cubicBezTo>
                <a:cubicBezTo>
                  <a:pt x="202787" y="1826324"/>
                  <a:pt x="199739" y="1823276"/>
                  <a:pt x="199739" y="1819561"/>
                </a:cubicBezTo>
                <a:cubicBezTo>
                  <a:pt x="199739" y="1815846"/>
                  <a:pt x="202787" y="1812798"/>
                  <a:pt x="206502" y="1812798"/>
                </a:cubicBezTo>
                <a:close/>
                <a:moveTo>
                  <a:pt x="590741" y="4957858"/>
                </a:moveTo>
                <a:lnTo>
                  <a:pt x="585978" y="4957858"/>
                </a:lnTo>
                <a:lnTo>
                  <a:pt x="585978" y="4936427"/>
                </a:lnTo>
                <a:lnTo>
                  <a:pt x="590741" y="4936427"/>
                </a:lnTo>
                <a:lnTo>
                  <a:pt x="590741" y="4957858"/>
                </a:lnTo>
                <a:close/>
                <a:moveTo>
                  <a:pt x="339281" y="120301"/>
                </a:moveTo>
                <a:lnTo>
                  <a:pt x="334518" y="120301"/>
                </a:lnTo>
                <a:lnTo>
                  <a:pt x="334518" y="100013"/>
                </a:lnTo>
                <a:lnTo>
                  <a:pt x="339281" y="100013"/>
                </a:lnTo>
                <a:lnTo>
                  <a:pt x="339281" y="120301"/>
                </a:lnTo>
                <a:close/>
                <a:moveTo>
                  <a:pt x="339281" y="79820"/>
                </a:moveTo>
                <a:lnTo>
                  <a:pt x="334518" y="79820"/>
                </a:lnTo>
                <a:lnTo>
                  <a:pt x="334518" y="59531"/>
                </a:lnTo>
                <a:lnTo>
                  <a:pt x="339281" y="59531"/>
                </a:lnTo>
                <a:lnTo>
                  <a:pt x="339281" y="79820"/>
                </a:lnTo>
                <a:close/>
                <a:moveTo>
                  <a:pt x="339281" y="39338"/>
                </a:moveTo>
                <a:lnTo>
                  <a:pt x="334518" y="39338"/>
                </a:lnTo>
                <a:lnTo>
                  <a:pt x="334518" y="19050"/>
                </a:lnTo>
                <a:lnTo>
                  <a:pt x="339281" y="19050"/>
                </a:lnTo>
                <a:lnTo>
                  <a:pt x="339281" y="39338"/>
                </a:lnTo>
                <a:close/>
                <a:moveTo>
                  <a:pt x="585978" y="4915091"/>
                </a:moveTo>
                <a:lnTo>
                  <a:pt x="585978" y="4893660"/>
                </a:lnTo>
                <a:cubicBezTo>
                  <a:pt x="585978" y="4893660"/>
                  <a:pt x="590741" y="4893660"/>
                  <a:pt x="590741" y="4893660"/>
                </a:cubicBezTo>
                <a:lnTo>
                  <a:pt x="590741" y="4915091"/>
                </a:lnTo>
                <a:cubicBezTo>
                  <a:pt x="590741" y="4915091"/>
                  <a:pt x="585978" y="4915091"/>
                  <a:pt x="585978" y="4915091"/>
                </a:cubicBezTo>
                <a:close/>
                <a:moveTo>
                  <a:pt x="301847" y="187928"/>
                </a:moveTo>
                <a:lnTo>
                  <a:pt x="314611" y="172212"/>
                </a:lnTo>
                <a:lnTo>
                  <a:pt x="318326" y="175260"/>
                </a:lnTo>
                <a:lnTo>
                  <a:pt x="305562" y="190976"/>
                </a:lnTo>
                <a:lnTo>
                  <a:pt x="301847" y="187928"/>
                </a:lnTo>
                <a:close/>
                <a:moveTo>
                  <a:pt x="263462" y="235077"/>
                </a:moveTo>
                <a:lnTo>
                  <a:pt x="259366" y="240125"/>
                </a:lnTo>
                <a:cubicBezTo>
                  <a:pt x="256318" y="238506"/>
                  <a:pt x="252698" y="238030"/>
                  <a:pt x="249174" y="239268"/>
                </a:cubicBezTo>
                <a:cubicBezTo>
                  <a:pt x="246031" y="240411"/>
                  <a:pt x="243459" y="242697"/>
                  <a:pt x="241935" y="245745"/>
                </a:cubicBezTo>
                <a:cubicBezTo>
                  <a:pt x="240506" y="248793"/>
                  <a:pt x="240316" y="252222"/>
                  <a:pt x="241364" y="255365"/>
                </a:cubicBezTo>
                <a:cubicBezTo>
                  <a:pt x="243173" y="260604"/>
                  <a:pt x="248031" y="263843"/>
                  <a:pt x="253270" y="263843"/>
                </a:cubicBezTo>
                <a:cubicBezTo>
                  <a:pt x="254699" y="263843"/>
                  <a:pt x="256032" y="263652"/>
                  <a:pt x="257461" y="263176"/>
                </a:cubicBezTo>
                <a:cubicBezTo>
                  <a:pt x="258128" y="262890"/>
                  <a:pt x="258794" y="262604"/>
                  <a:pt x="259461" y="262223"/>
                </a:cubicBezTo>
                <a:lnTo>
                  <a:pt x="402336" y="427673"/>
                </a:lnTo>
                <a:lnTo>
                  <a:pt x="402336" y="570929"/>
                </a:lnTo>
                <a:lnTo>
                  <a:pt x="398431" y="570929"/>
                </a:lnTo>
                <a:cubicBezTo>
                  <a:pt x="394716" y="570929"/>
                  <a:pt x="391573" y="573977"/>
                  <a:pt x="391573" y="577787"/>
                </a:cubicBezTo>
                <a:lnTo>
                  <a:pt x="391573" y="590455"/>
                </a:lnTo>
                <a:cubicBezTo>
                  <a:pt x="391573" y="594170"/>
                  <a:pt x="394621" y="597313"/>
                  <a:pt x="398431" y="597313"/>
                </a:cubicBezTo>
                <a:lnTo>
                  <a:pt x="411099" y="597313"/>
                </a:lnTo>
                <a:cubicBezTo>
                  <a:pt x="414814" y="597313"/>
                  <a:pt x="417957" y="594265"/>
                  <a:pt x="417957" y="590455"/>
                </a:cubicBezTo>
                <a:lnTo>
                  <a:pt x="417957" y="577787"/>
                </a:lnTo>
                <a:cubicBezTo>
                  <a:pt x="417957" y="574072"/>
                  <a:pt x="414909" y="570929"/>
                  <a:pt x="411099" y="570929"/>
                </a:cubicBezTo>
                <a:lnTo>
                  <a:pt x="407099" y="570929"/>
                </a:lnTo>
                <a:lnTo>
                  <a:pt x="407099" y="425863"/>
                </a:lnTo>
                <a:lnTo>
                  <a:pt x="263081" y="259175"/>
                </a:lnTo>
                <a:cubicBezTo>
                  <a:pt x="265748" y="255842"/>
                  <a:pt x="266700" y="251365"/>
                  <a:pt x="265271" y="247079"/>
                </a:cubicBezTo>
                <a:cubicBezTo>
                  <a:pt x="264795" y="245650"/>
                  <a:pt x="263938" y="244316"/>
                  <a:pt x="263081" y="243173"/>
                </a:cubicBezTo>
                <a:lnTo>
                  <a:pt x="267176" y="238125"/>
                </a:lnTo>
                <a:lnTo>
                  <a:pt x="263462" y="235077"/>
                </a:lnTo>
                <a:close/>
                <a:moveTo>
                  <a:pt x="411099" y="575596"/>
                </a:moveTo>
                <a:cubicBezTo>
                  <a:pt x="412242" y="575596"/>
                  <a:pt x="413195" y="576548"/>
                  <a:pt x="413195" y="577691"/>
                </a:cubicBezTo>
                <a:lnTo>
                  <a:pt x="413195" y="590360"/>
                </a:lnTo>
                <a:cubicBezTo>
                  <a:pt x="413195" y="591503"/>
                  <a:pt x="412242" y="592455"/>
                  <a:pt x="411099" y="592455"/>
                </a:cubicBezTo>
                <a:lnTo>
                  <a:pt x="398431" y="592455"/>
                </a:lnTo>
                <a:cubicBezTo>
                  <a:pt x="397288" y="592455"/>
                  <a:pt x="396335" y="591503"/>
                  <a:pt x="396335" y="590360"/>
                </a:cubicBezTo>
                <a:lnTo>
                  <a:pt x="396335" y="577691"/>
                </a:lnTo>
                <a:cubicBezTo>
                  <a:pt x="396335" y="576548"/>
                  <a:pt x="397288" y="575596"/>
                  <a:pt x="398431" y="575596"/>
                </a:cubicBezTo>
                <a:lnTo>
                  <a:pt x="411099" y="575596"/>
                </a:lnTo>
                <a:close/>
                <a:moveTo>
                  <a:pt x="255937" y="258604"/>
                </a:moveTo>
                <a:cubicBezTo>
                  <a:pt x="251841" y="260033"/>
                  <a:pt x="247364" y="257842"/>
                  <a:pt x="245936" y="253746"/>
                </a:cubicBezTo>
                <a:cubicBezTo>
                  <a:pt x="245269" y="251746"/>
                  <a:pt x="245364" y="249650"/>
                  <a:pt x="246317" y="247745"/>
                </a:cubicBezTo>
                <a:cubicBezTo>
                  <a:pt x="247269" y="245840"/>
                  <a:pt x="248793" y="244412"/>
                  <a:pt x="250793" y="243745"/>
                </a:cubicBezTo>
                <a:cubicBezTo>
                  <a:pt x="251651" y="243459"/>
                  <a:pt x="252508" y="243269"/>
                  <a:pt x="253365" y="243269"/>
                </a:cubicBezTo>
                <a:cubicBezTo>
                  <a:pt x="256604" y="243269"/>
                  <a:pt x="259652" y="245269"/>
                  <a:pt x="260795" y="248507"/>
                </a:cubicBezTo>
                <a:cubicBezTo>
                  <a:pt x="262223" y="252603"/>
                  <a:pt x="260033" y="257080"/>
                  <a:pt x="255937" y="258508"/>
                </a:cubicBezTo>
                <a:close/>
                <a:moveTo>
                  <a:pt x="334518" y="140494"/>
                </a:moveTo>
                <a:lnTo>
                  <a:pt x="339281" y="140494"/>
                </a:lnTo>
                <a:lnTo>
                  <a:pt x="339281" y="149447"/>
                </a:lnTo>
                <a:lnTo>
                  <a:pt x="331089" y="159544"/>
                </a:lnTo>
                <a:lnTo>
                  <a:pt x="327374" y="156496"/>
                </a:lnTo>
                <a:lnTo>
                  <a:pt x="334518" y="147733"/>
                </a:lnTo>
                <a:lnTo>
                  <a:pt x="334518" y="140494"/>
                </a:lnTo>
                <a:close/>
                <a:moveTo>
                  <a:pt x="585978" y="4979289"/>
                </a:moveTo>
                <a:lnTo>
                  <a:pt x="590741" y="4979289"/>
                </a:lnTo>
                <a:lnTo>
                  <a:pt x="590741" y="5000720"/>
                </a:lnTo>
                <a:lnTo>
                  <a:pt x="585978" y="5000720"/>
                </a:lnTo>
                <a:lnTo>
                  <a:pt x="585978" y="4979289"/>
                </a:lnTo>
                <a:close/>
                <a:moveTo>
                  <a:pt x="244031" y="25051"/>
                </a:moveTo>
                <a:lnTo>
                  <a:pt x="239268" y="25051"/>
                </a:lnTo>
                <a:lnTo>
                  <a:pt x="239268" y="18383"/>
                </a:lnTo>
                <a:lnTo>
                  <a:pt x="244031" y="18383"/>
                </a:lnTo>
                <a:lnTo>
                  <a:pt x="244031" y="25051"/>
                </a:lnTo>
                <a:close/>
                <a:moveTo>
                  <a:pt x="239268" y="31814"/>
                </a:moveTo>
                <a:lnTo>
                  <a:pt x="244031" y="31814"/>
                </a:lnTo>
                <a:lnTo>
                  <a:pt x="244031" y="38481"/>
                </a:lnTo>
                <a:lnTo>
                  <a:pt x="239268" y="38481"/>
                </a:lnTo>
                <a:lnTo>
                  <a:pt x="239268" y="31814"/>
                </a:lnTo>
                <a:close/>
                <a:moveTo>
                  <a:pt x="239268" y="45149"/>
                </a:moveTo>
                <a:lnTo>
                  <a:pt x="244031" y="45149"/>
                </a:lnTo>
                <a:lnTo>
                  <a:pt x="244031" y="51816"/>
                </a:lnTo>
                <a:lnTo>
                  <a:pt x="239268" y="51816"/>
                </a:lnTo>
                <a:lnTo>
                  <a:pt x="239268" y="45149"/>
                </a:lnTo>
                <a:close/>
                <a:moveTo>
                  <a:pt x="585978" y="5043488"/>
                </a:moveTo>
                <a:lnTo>
                  <a:pt x="585978" y="5022056"/>
                </a:lnTo>
                <a:cubicBezTo>
                  <a:pt x="585978" y="5022056"/>
                  <a:pt x="590741" y="5022056"/>
                  <a:pt x="590741" y="5022056"/>
                </a:cubicBezTo>
                <a:lnTo>
                  <a:pt x="590741" y="5043488"/>
                </a:lnTo>
                <a:cubicBezTo>
                  <a:pt x="590741" y="5043488"/>
                  <a:pt x="585978" y="5043488"/>
                  <a:pt x="585978" y="5043488"/>
                </a:cubicBezTo>
                <a:close/>
                <a:moveTo>
                  <a:pt x="239268" y="58579"/>
                </a:moveTo>
                <a:lnTo>
                  <a:pt x="244031" y="58579"/>
                </a:lnTo>
                <a:lnTo>
                  <a:pt x="244031" y="64389"/>
                </a:lnTo>
                <a:lnTo>
                  <a:pt x="239744" y="68294"/>
                </a:lnTo>
                <a:lnTo>
                  <a:pt x="236506" y="64770"/>
                </a:lnTo>
                <a:lnTo>
                  <a:pt x="239268" y="62294"/>
                </a:lnTo>
                <a:lnTo>
                  <a:pt x="239268" y="58579"/>
                </a:lnTo>
                <a:close/>
                <a:moveTo>
                  <a:pt x="559784" y="4831366"/>
                </a:moveTo>
                <a:cubicBezTo>
                  <a:pt x="563499" y="4830699"/>
                  <a:pt x="566738" y="4828794"/>
                  <a:pt x="568928" y="4825746"/>
                </a:cubicBezTo>
                <a:cubicBezTo>
                  <a:pt x="570548" y="4823460"/>
                  <a:pt x="571405" y="4820888"/>
                  <a:pt x="571595" y="4818317"/>
                </a:cubicBezTo>
                <a:lnTo>
                  <a:pt x="626936" y="4818317"/>
                </a:lnTo>
                <a:cubicBezTo>
                  <a:pt x="626936" y="4818317"/>
                  <a:pt x="627793" y="4818221"/>
                  <a:pt x="628174" y="4817936"/>
                </a:cubicBezTo>
                <a:lnTo>
                  <a:pt x="719328" y="4761071"/>
                </a:lnTo>
                <a:cubicBezTo>
                  <a:pt x="719328" y="4761071"/>
                  <a:pt x="719328" y="4761071"/>
                  <a:pt x="719328" y="4761071"/>
                </a:cubicBezTo>
                <a:lnTo>
                  <a:pt x="719328" y="4761071"/>
                </a:lnTo>
                <a:cubicBezTo>
                  <a:pt x="721328" y="4762881"/>
                  <a:pt x="723900" y="4763834"/>
                  <a:pt x="726472" y="4763834"/>
                </a:cubicBezTo>
                <a:cubicBezTo>
                  <a:pt x="729425" y="4763834"/>
                  <a:pt x="732282" y="4762691"/>
                  <a:pt x="734377" y="4760310"/>
                </a:cubicBezTo>
                <a:cubicBezTo>
                  <a:pt x="738283" y="4755928"/>
                  <a:pt x="737997" y="4749165"/>
                  <a:pt x="733616" y="4745260"/>
                </a:cubicBezTo>
                <a:cubicBezTo>
                  <a:pt x="729234" y="4741355"/>
                  <a:pt x="722471" y="4741640"/>
                  <a:pt x="718566" y="4746022"/>
                </a:cubicBezTo>
                <a:cubicBezTo>
                  <a:pt x="715804" y="4749070"/>
                  <a:pt x="715232" y="4753356"/>
                  <a:pt x="716661" y="4757071"/>
                </a:cubicBezTo>
                <a:lnTo>
                  <a:pt x="626174" y="4813459"/>
                </a:lnTo>
                <a:lnTo>
                  <a:pt x="571024" y="4813459"/>
                </a:lnTo>
                <a:cubicBezTo>
                  <a:pt x="570167" y="4810411"/>
                  <a:pt x="568452" y="4807649"/>
                  <a:pt x="565785" y="4805648"/>
                </a:cubicBezTo>
                <a:cubicBezTo>
                  <a:pt x="563213" y="4803744"/>
                  <a:pt x="560261" y="4802886"/>
                  <a:pt x="557308" y="4802886"/>
                </a:cubicBezTo>
                <a:cubicBezTo>
                  <a:pt x="552926" y="4802886"/>
                  <a:pt x="548545" y="4804887"/>
                  <a:pt x="545687" y="4808696"/>
                </a:cubicBezTo>
                <a:cubicBezTo>
                  <a:pt x="541020" y="4815078"/>
                  <a:pt x="542354" y="4824032"/>
                  <a:pt x="548735" y="4828699"/>
                </a:cubicBezTo>
                <a:cubicBezTo>
                  <a:pt x="550545" y="4830032"/>
                  <a:pt x="552641" y="4830890"/>
                  <a:pt x="554831" y="4831176"/>
                </a:cubicBezTo>
                <a:lnTo>
                  <a:pt x="554831" y="5143405"/>
                </a:lnTo>
                <a:lnTo>
                  <a:pt x="559594" y="5143405"/>
                </a:lnTo>
                <a:lnTo>
                  <a:pt x="559594" y="4831176"/>
                </a:lnTo>
                <a:close/>
                <a:moveTo>
                  <a:pt x="722281" y="4749261"/>
                </a:moveTo>
                <a:cubicBezTo>
                  <a:pt x="724472" y="4746879"/>
                  <a:pt x="728186" y="4746689"/>
                  <a:pt x="730663" y="4748879"/>
                </a:cubicBezTo>
                <a:cubicBezTo>
                  <a:pt x="733044" y="4751070"/>
                  <a:pt x="733235" y="4754785"/>
                  <a:pt x="731044" y="4757262"/>
                </a:cubicBezTo>
                <a:cubicBezTo>
                  <a:pt x="728853" y="4759643"/>
                  <a:pt x="725138" y="4759833"/>
                  <a:pt x="722662" y="4757643"/>
                </a:cubicBezTo>
                <a:cubicBezTo>
                  <a:pt x="720281" y="4755452"/>
                  <a:pt x="720090" y="4751737"/>
                  <a:pt x="722281" y="4749261"/>
                </a:cubicBezTo>
                <a:close/>
                <a:moveTo>
                  <a:pt x="557403" y="4828985"/>
                </a:moveTo>
                <a:cubicBezTo>
                  <a:pt x="554927" y="4828985"/>
                  <a:pt x="552545" y="4828223"/>
                  <a:pt x="550545" y="4826699"/>
                </a:cubicBezTo>
                <a:cubicBezTo>
                  <a:pt x="545306" y="4822889"/>
                  <a:pt x="544259" y="4815554"/>
                  <a:pt x="548069" y="4810316"/>
                </a:cubicBezTo>
                <a:cubicBezTo>
                  <a:pt x="551879" y="4805172"/>
                  <a:pt x="559213" y="4804029"/>
                  <a:pt x="564452" y="4807839"/>
                </a:cubicBezTo>
                <a:cubicBezTo>
                  <a:pt x="566928" y="4809649"/>
                  <a:pt x="568643" y="4812411"/>
                  <a:pt x="569119" y="4815459"/>
                </a:cubicBezTo>
                <a:cubicBezTo>
                  <a:pt x="569595" y="4818507"/>
                  <a:pt x="568833" y="4821651"/>
                  <a:pt x="567023" y="4824127"/>
                </a:cubicBezTo>
                <a:cubicBezTo>
                  <a:pt x="565214" y="4826604"/>
                  <a:pt x="562451" y="4828318"/>
                  <a:pt x="559403" y="4828794"/>
                </a:cubicBezTo>
                <a:cubicBezTo>
                  <a:pt x="558832" y="4828794"/>
                  <a:pt x="558165" y="4828889"/>
                  <a:pt x="557594" y="4828889"/>
                </a:cubicBezTo>
                <a:close/>
                <a:moveTo>
                  <a:pt x="498920" y="4778312"/>
                </a:moveTo>
                <a:cubicBezTo>
                  <a:pt x="498920" y="4782217"/>
                  <a:pt x="495776" y="4785360"/>
                  <a:pt x="491871" y="4785360"/>
                </a:cubicBezTo>
                <a:cubicBezTo>
                  <a:pt x="487966" y="4785360"/>
                  <a:pt x="484823" y="4782217"/>
                  <a:pt x="484823" y="4778312"/>
                </a:cubicBezTo>
                <a:cubicBezTo>
                  <a:pt x="484823" y="4774406"/>
                  <a:pt x="487966" y="4771263"/>
                  <a:pt x="491871" y="4771263"/>
                </a:cubicBezTo>
                <a:cubicBezTo>
                  <a:pt x="495776" y="4771263"/>
                  <a:pt x="498920" y="4774406"/>
                  <a:pt x="498920" y="4778312"/>
                </a:cubicBezTo>
                <a:close/>
                <a:moveTo>
                  <a:pt x="484918" y="2162175"/>
                </a:moveTo>
                <a:lnTo>
                  <a:pt x="478060" y="2169224"/>
                </a:lnTo>
                <a:lnTo>
                  <a:pt x="474631" y="2165890"/>
                </a:lnTo>
                <a:lnTo>
                  <a:pt x="481489" y="2158841"/>
                </a:lnTo>
                <a:lnTo>
                  <a:pt x="484918" y="2162175"/>
                </a:lnTo>
                <a:close/>
                <a:moveTo>
                  <a:pt x="89345" y="5109210"/>
                </a:moveTo>
                <a:lnTo>
                  <a:pt x="134112" y="5109210"/>
                </a:lnTo>
                <a:cubicBezTo>
                  <a:pt x="135255" y="5113782"/>
                  <a:pt x="139160" y="5117211"/>
                  <a:pt x="144018" y="5117211"/>
                </a:cubicBezTo>
                <a:cubicBezTo>
                  <a:pt x="149733" y="5117211"/>
                  <a:pt x="154400" y="5112544"/>
                  <a:pt x="154400" y="5106829"/>
                </a:cubicBezTo>
                <a:cubicBezTo>
                  <a:pt x="154400" y="5101114"/>
                  <a:pt x="149733" y="5096447"/>
                  <a:pt x="144018" y="5096447"/>
                </a:cubicBezTo>
                <a:cubicBezTo>
                  <a:pt x="139160" y="5096447"/>
                  <a:pt x="135160" y="5099875"/>
                  <a:pt x="134112" y="5104448"/>
                </a:cubicBezTo>
                <a:lnTo>
                  <a:pt x="88011" y="5104448"/>
                </a:lnTo>
                <a:lnTo>
                  <a:pt x="75057" y="5112449"/>
                </a:lnTo>
                <a:lnTo>
                  <a:pt x="22574" y="5112449"/>
                </a:lnTo>
                <a:cubicBezTo>
                  <a:pt x="21431" y="5107877"/>
                  <a:pt x="17526" y="5104448"/>
                  <a:pt x="12668" y="5104448"/>
                </a:cubicBezTo>
                <a:cubicBezTo>
                  <a:pt x="6953" y="5104448"/>
                  <a:pt x="2286" y="5109115"/>
                  <a:pt x="2286" y="5114830"/>
                </a:cubicBezTo>
                <a:cubicBezTo>
                  <a:pt x="2286" y="5120545"/>
                  <a:pt x="6953" y="5125212"/>
                  <a:pt x="12668" y="5125212"/>
                </a:cubicBezTo>
                <a:cubicBezTo>
                  <a:pt x="17526" y="5125212"/>
                  <a:pt x="21527" y="5121783"/>
                  <a:pt x="22574" y="5117211"/>
                </a:cubicBezTo>
                <a:lnTo>
                  <a:pt x="76486" y="5117211"/>
                </a:lnTo>
                <a:lnTo>
                  <a:pt x="89440" y="5109210"/>
                </a:lnTo>
                <a:close/>
                <a:moveTo>
                  <a:pt x="144113" y="5101209"/>
                </a:moveTo>
                <a:cubicBezTo>
                  <a:pt x="147257" y="5101209"/>
                  <a:pt x="149733" y="5103781"/>
                  <a:pt x="149733" y="5106829"/>
                </a:cubicBezTo>
                <a:cubicBezTo>
                  <a:pt x="149733" y="5109877"/>
                  <a:pt x="147161" y="5112449"/>
                  <a:pt x="144113" y="5112449"/>
                </a:cubicBezTo>
                <a:cubicBezTo>
                  <a:pt x="141065" y="5112449"/>
                  <a:pt x="138494" y="5109877"/>
                  <a:pt x="138494" y="5106829"/>
                </a:cubicBezTo>
                <a:cubicBezTo>
                  <a:pt x="138494" y="5103781"/>
                  <a:pt x="141065" y="5101209"/>
                  <a:pt x="144113" y="5101209"/>
                </a:cubicBezTo>
                <a:close/>
                <a:moveTo>
                  <a:pt x="12668" y="5120545"/>
                </a:moveTo>
                <a:cubicBezTo>
                  <a:pt x="9525" y="5120545"/>
                  <a:pt x="7049" y="5117973"/>
                  <a:pt x="7049" y="5114925"/>
                </a:cubicBezTo>
                <a:cubicBezTo>
                  <a:pt x="7049" y="5111877"/>
                  <a:pt x="9620" y="5109306"/>
                  <a:pt x="12668" y="5109306"/>
                </a:cubicBezTo>
                <a:cubicBezTo>
                  <a:pt x="15716" y="5109306"/>
                  <a:pt x="18288" y="5111877"/>
                  <a:pt x="18288" y="5114925"/>
                </a:cubicBezTo>
                <a:cubicBezTo>
                  <a:pt x="18288" y="5117973"/>
                  <a:pt x="15716" y="5120545"/>
                  <a:pt x="12668" y="5120545"/>
                </a:cubicBezTo>
                <a:close/>
                <a:moveTo>
                  <a:pt x="1956530" y="4806411"/>
                </a:moveTo>
                <a:cubicBezTo>
                  <a:pt x="1958150" y="4807172"/>
                  <a:pt x="1959864" y="4807458"/>
                  <a:pt x="1961578" y="4807458"/>
                </a:cubicBezTo>
                <a:cubicBezTo>
                  <a:pt x="1963103" y="4807458"/>
                  <a:pt x="1964627" y="4807172"/>
                  <a:pt x="1966151" y="4806601"/>
                </a:cubicBezTo>
                <a:cubicBezTo>
                  <a:pt x="1969294" y="4805363"/>
                  <a:pt x="1971770" y="4802981"/>
                  <a:pt x="1973104" y="4799934"/>
                </a:cubicBezTo>
                <a:cubicBezTo>
                  <a:pt x="1973485" y="4799076"/>
                  <a:pt x="1973580" y="4798124"/>
                  <a:pt x="1973675" y="4797171"/>
                </a:cubicBezTo>
                <a:lnTo>
                  <a:pt x="2039303" y="4797171"/>
                </a:lnTo>
                <a:cubicBezTo>
                  <a:pt x="2039303" y="4797171"/>
                  <a:pt x="2166176" y="4696873"/>
                  <a:pt x="2166176" y="4696873"/>
                </a:cubicBezTo>
                <a:cubicBezTo>
                  <a:pt x="2167223" y="4698016"/>
                  <a:pt x="2168462" y="4699064"/>
                  <a:pt x="2169890" y="4699730"/>
                </a:cubicBezTo>
                <a:cubicBezTo>
                  <a:pt x="2171700" y="4700588"/>
                  <a:pt x="2173605" y="4701064"/>
                  <a:pt x="2175510" y="4701064"/>
                </a:cubicBezTo>
                <a:cubicBezTo>
                  <a:pt x="2180177" y="4701064"/>
                  <a:pt x="2184654" y="4698492"/>
                  <a:pt x="2186845" y="4694111"/>
                </a:cubicBezTo>
                <a:cubicBezTo>
                  <a:pt x="2188369" y="4691063"/>
                  <a:pt x="2188559" y="4687634"/>
                  <a:pt x="2187512" y="4684490"/>
                </a:cubicBezTo>
                <a:cubicBezTo>
                  <a:pt x="2186464" y="4681347"/>
                  <a:pt x="2184178" y="4678680"/>
                  <a:pt x="2181130" y="4677252"/>
                </a:cubicBezTo>
                <a:cubicBezTo>
                  <a:pt x="2174939" y="4674108"/>
                  <a:pt x="2167319" y="4676680"/>
                  <a:pt x="2164175" y="4682871"/>
                </a:cubicBezTo>
                <a:cubicBezTo>
                  <a:pt x="2162556" y="4686110"/>
                  <a:pt x="2162556" y="4689634"/>
                  <a:pt x="2163699" y="4692777"/>
                </a:cubicBezTo>
                <a:lnTo>
                  <a:pt x="2037683" y="4792504"/>
                </a:lnTo>
                <a:lnTo>
                  <a:pt x="1973675" y="4792504"/>
                </a:lnTo>
                <a:cubicBezTo>
                  <a:pt x="1973485" y="4791742"/>
                  <a:pt x="1973580" y="4790980"/>
                  <a:pt x="1973294" y="4790313"/>
                </a:cubicBezTo>
                <a:cubicBezTo>
                  <a:pt x="1972056" y="4787170"/>
                  <a:pt x="1969675" y="4784694"/>
                  <a:pt x="1966627" y="4783360"/>
                </a:cubicBezTo>
                <a:cubicBezTo>
                  <a:pt x="1963579" y="4782027"/>
                  <a:pt x="1960150" y="4781931"/>
                  <a:pt x="1957007" y="4783170"/>
                </a:cubicBezTo>
                <a:cubicBezTo>
                  <a:pt x="1953863" y="4784408"/>
                  <a:pt x="1951387" y="4786789"/>
                  <a:pt x="1950053" y="4789837"/>
                </a:cubicBezTo>
                <a:cubicBezTo>
                  <a:pt x="1948720" y="4792885"/>
                  <a:pt x="1948625" y="4796314"/>
                  <a:pt x="1949863" y="4799457"/>
                </a:cubicBezTo>
                <a:cubicBezTo>
                  <a:pt x="1951101" y="4802601"/>
                  <a:pt x="1953482" y="4805077"/>
                  <a:pt x="1956530" y="4806411"/>
                </a:cubicBezTo>
                <a:close/>
                <a:moveTo>
                  <a:pt x="2168557" y="4685062"/>
                </a:moveTo>
                <a:cubicBezTo>
                  <a:pt x="2169509" y="4683157"/>
                  <a:pt x="2171129" y="4681823"/>
                  <a:pt x="2173129" y="4681157"/>
                </a:cubicBezTo>
                <a:cubicBezTo>
                  <a:pt x="2173986" y="4680871"/>
                  <a:pt x="2174748" y="4680776"/>
                  <a:pt x="2175605" y="4680776"/>
                </a:cubicBezTo>
                <a:cubicBezTo>
                  <a:pt x="2176844" y="4680776"/>
                  <a:pt x="2177987" y="4681062"/>
                  <a:pt x="2179130" y="4681633"/>
                </a:cubicBezTo>
                <a:cubicBezTo>
                  <a:pt x="2181035" y="4682586"/>
                  <a:pt x="2182368" y="4684205"/>
                  <a:pt x="2183035" y="4686205"/>
                </a:cubicBezTo>
                <a:cubicBezTo>
                  <a:pt x="2183702" y="4688205"/>
                  <a:pt x="2183511" y="4690301"/>
                  <a:pt x="2182654" y="4692206"/>
                </a:cubicBezTo>
                <a:cubicBezTo>
                  <a:pt x="2181701" y="4694111"/>
                  <a:pt x="2180082" y="4695444"/>
                  <a:pt x="2178082" y="4696111"/>
                </a:cubicBezTo>
                <a:cubicBezTo>
                  <a:pt x="2176082" y="4696778"/>
                  <a:pt x="2173986" y="4696587"/>
                  <a:pt x="2172081" y="4695730"/>
                </a:cubicBezTo>
                <a:cubicBezTo>
                  <a:pt x="2170176" y="4694778"/>
                  <a:pt x="2168843" y="4693158"/>
                  <a:pt x="2168176" y="4691158"/>
                </a:cubicBezTo>
                <a:cubicBezTo>
                  <a:pt x="2167509" y="4689158"/>
                  <a:pt x="2167700" y="4687062"/>
                  <a:pt x="2168557" y="4685157"/>
                </a:cubicBezTo>
                <a:close/>
                <a:moveTo>
                  <a:pt x="1954435" y="4791647"/>
                </a:moveTo>
                <a:cubicBezTo>
                  <a:pt x="1955292" y="4789742"/>
                  <a:pt x="1956816" y="4788218"/>
                  <a:pt x="1958816" y="4787456"/>
                </a:cubicBezTo>
                <a:cubicBezTo>
                  <a:pt x="1959769" y="4787075"/>
                  <a:pt x="1960721" y="4786884"/>
                  <a:pt x="1961674" y="4786884"/>
                </a:cubicBezTo>
                <a:cubicBezTo>
                  <a:pt x="1962722" y="4786884"/>
                  <a:pt x="1963865" y="4787075"/>
                  <a:pt x="1964817" y="4787551"/>
                </a:cubicBezTo>
                <a:cubicBezTo>
                  <a:pt x="1966722" y="4788408"/>
                  <a:pt x="1968246" y="4789932"/>
                  <a:pt x="1969008" y="4791932"/>
                </a:cubicBezTo>
                <a:cubicBezTo>
                  <a:pt x="1969770" y="4793933"/>
                  <a:pt x="1969675" y="4796028"/>
                  <a:pt x="1968913" y="4797933"/>
                </a:cubicBezTo>
                <a:cubicBezTo>
                  <a:pt x="1968056" y="4799838"/>
                  <a:pt x="1966532" y="4801362"/>
                  <a:pt x="1964531" y="4802124"/>
                </a:cubicBezTo>
                <a:lnTo>
                  <a:pt x="1964531" y="4802124"/>
                </a:lnTo>
                <a:cubicBezTo>
                  <a:pt x="1962531" y="4802886"/>
                  <a:pt x="1960436" y="4802886"/>
                  <a:pt x="1958531" y="4802029"/>
                </a:cubicBezTo>
                <a:cubicBezTo>
                  <a:pt x="1956626" y="4801172"/>
                  <a:pt x="1955102" y="4799648"/>
                  <a:pt x="1954340" y="4797647"/>
                </a:cubicBezTo>
                <a:cubicBezTo>
                  <a:pt x="1953578" y="4795647"/>
                  <a:pt x="1953673" y="4793552"/>
                  <a:pt x="1954530" y="4791647"/>
                </a:cubicBezTo>
                <a:close/>
                <a:moveTo>
                  <a:pt x="1916811" y="90011"/>
                </a:moveTo>
                <a:cubicBezTo>
                  <a:pt x="1918526" y="92869"/>
                  <a:pt x="1921288" y="94869"/>
                  <a:pt x="1924622" y="95631"/>
                </a:cubicBezTo>
                <a:cubicBezTo>
                  <a:pt x="1925574" y="95822"/>
                  <a:pt x="1926622" y="96012"/>
                  <a:pt x="1927574" y="96012"/>
                </a:cubicBezTo>
                <a:cubicBezTo>
                  <a:pt x="1929860" y="96012"/>
                  <a:pt x="1932146" y="95345"/>
                  <a:pt x="1934147" y="94202"/>
                </a:cubicBezTo>
                <a:cubicBezTo>
                  <a:pt x="1937004" y="92488"/>
                  <a:pt x="1939004" y="89726"/>
                  <a:pt x="1939862" y="86392"/>
                </a:cubicBezTo>
                <a:cubicBezTo>
                  <a:pt x="1939862" y="86201"/>
                  <a:pt x="1939862" y="86011"/>
                  <a:pt x="1939862" y="85820"/>
                </a:cubicBezTo>
                <a:lnTo>
                  <a:pt x="1986915" y="85820"/>
                </a:lnTo>
                <a:lnTo>
                  <a:pt x="2078927" y="95"/>
                </a:lnTo>
                <a:lnTo>
                  <a:pt x="2071973" y="95"/>
                </a:lnTo>
                <a:lnTo>
                  <a:pt x="1985105" y="81058"/>
                </a:lnTo>
                <a:lnTo>
                  <a:pt x="1939957" y="81058"/>
                </a:lnTo>
                <a:cubicBezTo>
                  <a:pt x="1939671" y="79629"/>
                  <a:pt x="1939195" y="78200"/>
                  <a:pt x="1938433" y="76867"/>
                </a:cubicBezTo>
                <a:cubicBezTo>
                  <a:pt x="1936718" y="74009"/>
                  <a:pt x="1933956" y="72009"/>
                  <a:pt x="1930622" y="71247"/>
                </a:cubicBezTo>
                <a:cubicBezTo>
                  <a:pt x="1927384" y="70485"/>
                  <a:pt x="1923955" y="70961"/>
                  <a:pt x="1921097" y="72771"/>
                </a:cubicBezTo>
                <a:cubicBezTo>
                  <a:pt x="1918240" y="74486"/>
                  <a:pt x="1916240" y="77248"/>
                  <a:pt x="1915382" y="80582"/>
                </a:cubicBezTo>
                <a:cubicBezTo>
                  <a:pt x="1914620" y="83820"/>
                  <a:pt x="1915097" y="87249"/>
                  <a:pt x="1916906" y="90107"/>
                </a:cubicBezTo>
                <a:close/>
                <a:moveTo>
                  <a:pt x="1919954" y="81629"/>
                </a:moveTo>
                <a:cubicBezTo>
                  <a:pt x="1920431" y="79629"/>
                  <a:pt x="1921669" y="77915"/>
                  <a:pt x="1923478" y="76772"/>
                </a:cubicBezTo>
                <a:cubicBezTo>
                  <a:pt x="1925288" y="75724"/>
                  <a:pt x="1927384" y="75343"/>
                  <a:pt x="1929384" y="75819"/>
                </a:cubicBezTo>
                <a:cubicBezTo>
                  <a:pt x="1931384" y="76295"/>
                  <a:pt x="1933099" y="77534"/>
                  <a:pt x="1934242" y="79343"/>
                </a:cubicBezTo>
                <a:cubicBezTo>
                  <a:pt x="1935290" y="81153"/>
                  <a:pt x="1935671" y="83248"/>
                  <a:pt x="1935194" y="85249"/>
                </a:cubicBezTo>
                <a:cubicBezTo>
                  <a:pt x="1934147" y="89440"/>
                  <a:pt x="1929956" y="92012"/>
                  <a:pt x="1925765" y="90964"/>
                </a:cubicBezTo>
                <a:cubicBezTo>
                  <a:pt x="1923764" y="90488"/>
                  <a:pt x="1922050" y="89249"/>
                  <a:pt x="1920907" y="87440"/>
                </a:cubicBezTo>
                <a:cubicBezTo>
                  <a:pt x="1919859" y="85630"/>
                  <a:pt x="1919478" y="83534"/>
                  <a:pt x="1919954" y="81534"/>
                </a:cubicBezTo>
                <a:close/>
                <a:moveTo>
                  <a:pt x="432245" y="4859084"/>
                </a:moveTo>
                <a:cubicBezTo>
                  <a:pt x="435959" y="4858417"/>
                  <a:pt x="439198" y="4856512"/>
                  <a:pt x="441389" y="4853464"/>
                </a:cubicBezTo>
                <a:cubicBezTo>
                  <a:pt x="446056" y="4847082"/>
                  <a:pt x="444722" y="4838129"/>
                  <a:pt x="438340" y="4833462"/>
                </a:cubicBezTo>
                <a:cubicBezTo>
                  <a:pt x="435769" y="4831556"/>
                  <a:pt x="432816" y="4830699"/>
                  <a:pt x="429863" y="4830699"/>
                </a:cubicBezTo>
                <a:cubicBezTo>
                  <a:pt x="425482" y="4830699"/>
                  <a:pt x="421100" y="4832699"/>
                  <a:pt x="418243" y="4836510"/>
                </a:cubicBezTo>
                <a:cubicBezTo>
                  <a:pt x="413576" y="4842891"/>
                  <a:pt x="414909" y="4851845"/>
                  <a:pt x="421291" y="4856512"/>
                </a:cubicBezTo>
                <a:cubicBezTo>
                  <a:pt x="423101" y="4857845"/>
                  <a:pt x="425196" y="4858703"/>
                  <a:pt x="427387" y="4858988"/>
                </a:cubicBezTo>
                <a:lnTo>
                  <a:pt x="427387" y="5143595"/>
                </a:lnTo>
                <a:lnTo>
                  <a:pt x="432149" y="5143595"/>
                </a:lnTo>
                <a:lnTo>
                  <a:pt x="432149" y="4859084"/>
                </a:lnTo>
                <a:close/>
                <a:moveTo>
                  <a:pt x="429863" y="4856607"/>
                </a:moveTo>
                <a:cubicBezTo>
                  <a:pt x="427387" y="4856607"/>
                  <a:pt x="425006" y="4855845"/>
                  <a:pt x="423005" y="4854321"/>
                </a:cubicBezTo>
                <a:cubicBezTo>
                  <a:pt x="417767" y="4850511"/>
                  <a:pt x="416719" y="4843177"/>
                  <a:pt x="420529" y="4837938"/>
                </a:cubicBezTo>
                <a:cubicBezTo>
                  <a:pt x="424339" y="4832795"/>
                  <a:pt x="431673" y="4831652"/>
                  <a:pt x="436912" y="4835462"/>
                </a:cubicBezTo>
                <a:cubicBezTo>
                  <a:pt x="439388" y="4837271"/>
                  <a:pt x="441103" y="4840034"/>
                  <a:pt x="441579" y="4843082"/>
                </a:cubicBezTo>
                <a:cubicBezTo>
                  <a:pt x="442055" y="4846130"/>
                  <a:pt x="441293" y="4849273"/>
                  <a:pt x="439484" y="4851749"/>
                </a:cubicBezTo>
                <a:cubicBezTo>
                  <a:pt x="437674" y="4854226"/>
                  <a:pt x="434912" y="4855940"/>
                  <a:pt x="431864" y="4856417"/>
                </a:cubicBezTo>
                <a:cubicBezTo>
                  <a:pt x="431292" y="4856417"/>
                  <a:pt x="430625" y="4856512"/>
                  <a:pt x="430054" y="4856512"/>
                </a:cubicBezTo>
                <a:close/>
                <a:moveTo>
                  <a:pt x="1899857" y="53150"/>
                </a:moveTo>
                <a:cubicBezTo>
                  <a:pt x="1899857" y="45720"/>
                  <a:pt x="1893856" y="39719"/>
                  <a:pt x="1886426" y="39719"/>
                </a:cubicBezTo>
                <a:cubicBezTo>
                  <a:pt x="1878997" y="39719"/>
                  <a:pt x="1872996" y="45720"/>
                  <a:pt x="1872996" y="53150"/>
                </a:cubicBezTo>
                <a:cubicBezTo>
                  <a:pt x="1872996" y="59722"/>
                  <a:pt x="1877759" y="65246"/>
                  <a:pt x="1884045" y="66389"/>
                </a:cubicBezTo>
                <a:lnTo>
                  <a:pt x="1884045" y="144209"/>
                </a:lnTo>
                <a:lnTo>
                  <a:pt x="1894999" y="155543"/>
                </a:lnTo>
                <a:lnTo>
                  <a:pt x="1894999" y="232696"/>
                </a:lnTo>
                <a:cubicBezTo>
                  <a:pt x="1890046" y="233839"/>
                  <a:pt x="1886331" y="238030"/>
                  <a:pt x="1886331" y="243269"/>
                </a:cubicBezTo>
                <a:cubicBezTo>
                  <a:pt x="1886331" y="249365"/>
                  <a:pt x="1891284" y="254318"/>
                  <a:pt x="1897380" y="254318"/>
                </a:cubicBezTo>
                <a:cubicBezTo>
                  <a:pt x="1903476" y="254318"/>
                  <a:pt x="1908429" y="249365"/>
                  <a:pt x="1908429" y="243269"/>
                </a:cubicBezTo>
                <a:cubicBezTo>
                  <a:pt x="1908429" y="238030"/>
                  <a:pt x="1904714" y="233744"/>
                  <a:pt x="1899761" y="232696"/>
                </a:cubicBezTo>
                <a:lnTo>
                  <a:pt x="1899761" y="153638"/>
                </a:lnTo>
                <a:lnTo>
                  <a:pt x="1888807" y="142304"/>
                </a:lnTo>
                <a:lnTo>
                  <a:pt x="1888807" y="66389"/>
                </a:lnTo>
                <a:cubicBezTo>
                  <a:pt x="1895094" y="65246"/>
                  <a:pt x="1899857" y="59817"/>
                  <a:pt x="1899857" y="53150"/>
                </a:cubicBezTo>
                <a:close/>
                <a:moveTo>
                  <a:pt x="1886426" y="61912"/>
                </a:moveTo>
                <a:cubicBezTo>
                  <a:pt x="1881664" y="61912"/>
                  <a:pt x="1877759" y="58007"/>
                  <a:pt x="1877759" y="53245"/>
                </a:cubicBezTo>
                <a:cubicBezTo>
                  <a:pt x="1877759" y="48482"/>
                  <a:pt x="1881664" y="44577"/>
                  <a:pt x="1886426" y="44577"/>
                </a:cubicBezTo>
                <a:cubicBezTo>
                  <a:pt x="1891189" y="44577"/>
                  <a:pt x="1895094" y="48482"/>
                  <a:pt x="1895094" y="53245"/>
                </a:cubicBezTo>
                <a:cubicBezTo>
                  <a:pt x="1895094" y="58007"/>
                  <a:pt x="1891189" y="61912"/>
                  <a:pt x="1886426" y="61912"/>
                </a:cubicBezTo>
                <a:close/>
                <a:moveTo>
                  <a:pt x="1196626" y="85058"/>
                </a:moveTo>
                <a:lnTo>
                  <a:pt x="1196626" y="116110"/>
                </a:lnTo>
                <a:cubicBezTo>
                  <a:pt x="1190720" y="117253"/>
                  <a:pt x="1186244" y="122206"/>
                  <a:pt x="1186244" y="128492"/>
                </a:cubicBezTo>
                <a:cubicBezTo>
                  <a:pt x="1186244" y="135541"/>
                  <a:pt x="1191959" y="141351"/>
                  <a:pt x="1199102" y="141351"/>
                </a:cubicBezTo>
                <a:cubicBezTo>
                  <a:pt x="1206246" y="141351"/>
                  <a:pt x="1211961" y="135636"/>
                  <a:pt x="1211961" y="128492"/>
                </a:cubicBezTo>
                <a:cubicBezTo>
                  <a:pt x="1211961" y="122301"/>
                  <a:pt x="1207389" y="117253"/>
                  <a:pt x="1201484" y="116110"/>
                </a:cubicBezTo>
                <a:lnTo>
                  <a:pt x="1201484" y="87059"/>
                </a:lnTo>
                <a:lnTo>
                  <a:pt x="1212437" y="75724"/>
                </a:lnTo>
                <a:lnTo>
                  <a:pt x="1212437" y="95"/>
                </a:lnTo>
                <a:lnTo>
                  <a:pt x="1207675" y="95"/>
                </a:lnTo>
                <a:lnTo>
                  <a:pt x="1207675" y="73724"/>
                </a:lnTo>
                <a:lnTo>
                  <a:pt x="1196721" y="85058"/>
                </a:lnTo>
                <a:close/>
                <a:moveTo>
                  <a:pt x="1207103" y="128397"/>
                </a:moveTo>
                <a:cubicBezTo>
                  <a:pt x="1207103" y="132874"/>
                  <a:pt x="1203484" y="136493"/>
                  <a:pt x="1199007" y="136493"/>
                </a:cubicBezTo>
                <a:cubicBezTo>
                  <a:pt x="1194530" y="136493"/>
                  <a:pt x="1190911" y="132874"/>
                  <a:pt x="1190911" y="128397"/>
                </a:cubicBezTo>
                <a:cubicBezTo>
                  <a:pt x="1190911" y="123920"/>
                  <a:pt x="1194530" y="120301"/>
                  <a:pt x="1199007" y="120301"/>
                </a:cubicBezTo>
                <a:cubicBezTo>
                  <a:pt x="1203484" y="120301"/>
                  <a:pt x="1207103" y="123920"/>
                  <a:pt x="1207103" y="128397"/>
                </a:cubicBezTo>
                <a:close/>
                <a:moveTo>
                  <a:pt x="1678305" y="95"/>
                </a:moveTo>
                <a:lnTo>
                  <a:pt x="1678305" y="92012"/>
                </a:lnTo>
                <a:lnTo>
                  <a:pt x="1698784" y="114014"/>
                </a:lnTo>
                <a:cubicBezTo>
                  <a:pt x="1695831" y="116205"/>
                  <a:pt x="1693736" y="119539"/>
                  <a:pt x="1693736" y="123444"/>
                </a:cubicBezTo>
                <a:cubicBezTo>
                  <a:pt x="1693736" y="130016"/>
                  <a:pt x="1699070" y="135255"/>
                  <a:pt x="1705547" y="135255"/>
                </a:cubicBezTo>
                <a:cubicBezTo>
                  <a:pt x="1712024" y="135255"/>
                  <a:pt x="1717357" y="129921"/>
                  <a:pt x="1717357" y="123444"/>
                </a:cubicBezTo>
                <a:cubicBezTo>
                  <a:pt x="1717357" y="121063"/>
                  <a:pt x="1716500" y="119063"/>
                  <a:pt x="1715262" y="117158"/>
                </a:cubicBezTo>
                <a:lnTo>
                  <a:pt x="1721930" y="110014"/>
                </a:lnTo>
                <a:lnTo>
                  <a:pt x="1721930" y="55436"/>
                </a:lnTo>
                <a:lnTo>
                  <a:pt x="1712024" y="42767"/>
                </a:lnTo>
                <a:lnTo>
                  <a:pt x="1712309" y="95"/>
                </a:lnTo>
                <a:lnTo>
                  <a:pt x="1707547" y="95"/>
                </a:lnTo>
                <a:lnTo>
                  <a:pt x="1707261" y="44387"/>
                </a:lnTo>
                <a:lnTo>
                  <a:pt x="1717167" y="57055"/>
                </a:lnTo>
                <a:lnTo>
                  <a:pt x="1717167" y="108204"/>
                </a:lnTo>
                <a:lnTo>
                  <a:pt x="1711928" y="113824"/>
                </a:lnTo>
                <a:cubicBezTo>
                  <a:pt x="1710023" y="112586"/>
                  <a:pt x="1707928" y="111633"/>
                  <a:pt x="1705451" y="111633"/>
                </a:cubicBezTo>
                <a:cubicBezTo>
                  <a:pt x="1704689" y="111633"/>
                  <a:pt x="1704023" y="111919"/>
                  <a:pt x="1703356" y="112014"/>
                </a:cubicBezTo>
                <a:lnTo>
                  <a:pt x="1682972" y="90107"/>
                </a:lnTo>
                <a:lnTo>
                  <a:pt x="1682972" y="95"/>
                </a:lnTo>
                <a:lnTo>
                  <a:pt x="1678210" y="95"/>
                </a:lnTo>
                <a:close/>
                <a:moveTo>
                  <a:pt x="1705547" y="116396"/>
                </a:moveTo>
                <a:cubicBezTo>
                  <a:pt x="1709452" y="116396"/>
                  <a:pt x="1712595" y="119539"/>
                  <a:pt x="1712595" y="123444"/>
                </a:cubicBezTo>
                <a:cubicBezTo>
                  <a:pt x="1712595" y="127349"/>
                  <a:pt x="1709452" y="130492"/>
                  <a:pt x="1705547" y="130492"/>
                </a:cubicBezTo>
                <a:cubicBezTo>
                  <a:pt x="1701641" y="130492"/>
                  <a:pt x="1698498" y="127349"/>
                  <a:pt x="1698498" y="123444"/>
                </a:cubicBezTo>
                <a:cubicBezTo>
                  <a:pt x="1698498" y="119539"/>
                  <a:pt x="1701641" y="116396"/>
                  <a:pt x="1705547" y="116396"/>
                </a:cubicBezTo>
                <a:close/>
                <a:moveTo>
                  <a:pt x="564356" y="4817269"/>
                </a:moveTo>
                <a:cubicBezTo>
                  <a:pt x="564356" y="4821174"/>
                  <a:pt x="561213" y="4824318"/>
                  <a:pt x="557308" y="4824318"/>
                </a:cubicBezTo>
                <a:cubicBezTo>
                  <a:pt x="553403" y="4824318"/>
                  <a:pt x="550259" y="4821174"/>
                  <a:pt x="550259" y="4817269"/>
                </a:cubicBezTo>
                <a:cubicBezTo>
                  <a:pt x="550259" y="4813364"/>
                  <a:pt x="553403" y="4810220"/>
                  <a:pt x="557308" y="4810220"/>
                </a:cubicBezTo>
                <a:cubicBezTo>
                  <a:pt x="561213" y="4810220"/>
                  <a:pt x="564356" y="4813364"/>
                  <a:pt x="564356" y="4817269"/>
                </a:cubicBezTo>
                <a:close/>
                <a:moveTo>
                  <a:pt x="292322" y="243173"/>
                </a:moveTo>
                <a:lnTo>
                  <a:pt x="292322" y="255842"/>
                </a:lnTo>
                <a:cubicBezTo>
                  <a:pt x="292322" y="259556"/>
                  <a:pt x="295370" y="262700"/>
                  <a:pt x="299180" y="262700"/>
                </a:cubicBezTo>
                <a:lnTo>
                  <a:pt x="311849" y="262700"/>
                </a:lnTo>
                <a:cubicBezTo>
                  <a:pt x="312801" y="262700"/>
                  <a:pt x="313754" y="262509"/>
                  <a:pt x="314611" y="262128"/>
                </a:cubicBezTo>
                <a:lnTo>
                  <a:pt x="457581" y="427673"/>
                </a:lnTo>
                <a:lnTo>
                  <a:pt x="457581" y="486632"/>
                </a:lnTo>
                <a:lnTo>
                  <a:pt x="453771" y="486632"/>
                </a:lnTo>
                <a:cubicBezTo>
                  <a:pt x="448342" y="486632"/>
                  <a:pt x="443960" y="491014"/>
                  <a:pt x="443960" y="496443"/>
                </a:cubicBezTo>
                <a:lnTo>
                  <a:pt x="443960" y="535115"/>
                </a:lnTo>
                <a:cubicBezTo>
                  <a:pt x="443960" y="540544"/>
                  <a:pt x="448342" y="544925"/>
                  <a:pt x="453771" y="544925"/>
                </a:cubicBezTo>
                <a:lnTo>
                  <a:pt x="466154" y="544925"/>
                </a:lnTo>
                <a:cubicBezTo>
                  <a:pt x="471583" y="544925"/>
                  <a:pt x="475964" y="540544"/>
                  <a:pt x="475964" y="535115"/>
                </a:cubicBezTo>
                <a:lnTo>
                  <a:pt x="475964" y="496443"/>
                </a:lnTo>
                <a:cubicBezTo>
                  <a:pt x="475964" y="491014"/>
                  <a:pt x="471583" y="486632"/>
                  <a:pt x="466154" y="486632"/>
                </a:cubicBezTo>
                <a:lnTo>
                  <a:pt x="462439" y="486632"/>
                </a:lnTo>
                <a:lnTo>
                  <a:pt x="462439" y="425863"/>
                </a:lnTo>
                <a:lnTo>
                  <a:pt x="318135" y="258794"/>
                </a:lnTo>
                <a:cubicBezTo>
                  <a:pt x="318516" y="257937"/>
                  <a:pt x="318802" y="256985"/>
                  <a:pt x="318802" y="255937"/>
                </a:cubicBezTo>
                <a:lnTo>
                  <a:pt x="318802" y="243269"/>
                </a:lnTo>
                <a:cubicBezTo>
                  <a:pt x="318802" y="242316"/>
                  <a:pt x="318611" y="241459"/>
                  <a:pt x="318230" y="240602"/>
                </a:cubicBezTo>
                <a:lnTo>
                  <a:pt x="318516" y="240792"/>
                </a:lnTo>
                <a:lnTo>
                  <a:pt x="370237" y="177451"/>
                </a:lnTo>
                <a:lnTo>
                  <a:pt x="370808" y="176784"/>
                </a:lnTo>
                <a:lnTo>
                  <a:pt x="370808" y="95"/>
                </a:lnTo>
                <a:lnTo>
                  <a:pt x="365951" y="95"/>
                </a:lnTo>
                <a:lnTo>
                  <a:pt x="365951" y="175070"/>
                </a:lnTo>
                <a:cubicBezTo>
                  <a:pt x="365951" y="175070"/>
                  <a:pt x="315278" y="237363"/>
                  <a:pt x="315278" y="237363"/>
                </a:cubicBezTo>
                <a:cubicBezTo>
                  <a:pt x="314325" y="236887"/>
                  <a:pt x="313277" y="236506"/>
                  <a:pt x="312134" y="236506"/>
                </a:cubicBezTo>
                <a:lnTo>
                  <a:pt x="299466" y="236506"/>
                </a:lnTo>
                <a:cubicBezTo>
                  <a:pt x="295751" y="236506"/>
                  <a:pt x="292608" y="239554"/>
                  <a:pt x="292608" y="243364"/>
                </a:cubicBezTo>
                <a:close/>
                <a:moveTo>
                  <a:pt x="471011" y="535019"/>
                </a:moveTo>
                <a:cubicBezTo>
                  <a:pt x="471011" y="537782"/>
                  <a:pt x="468725" y="540068"/>
                  <a:pt x="465963" y="540068"/>
                </a:cubicBezTo>
                <a:lnTo>
                  <a:pt x="453581" y="540068"/>
                </a:lnTo>
                <a:cubicBezTo>
                  <a:pt x="450818" y="540068"/>
                  <a:pt x="448532" y="537782"/>
                  <a:pt x="448532" y="535019"/>
                </a:cubicBezTo>
                <a:lnTo>
                  <a:pt x="448532" y="533686"/>
                </a:lnTo>
                <a:lnTo>
                  <a:pt x="470916" y="533686"/>
                </a:lnTo>
                <a:lnTo>
                  <a:pt x="470916" y="535019"/>
                </a:lnTo>
                <a:close/>
                <a:moveTo>
                  <a:pt x="471011" y="527780"/>
                </a:moveTo>
                <a:lnTo>
                  <a:pt x="448628" y="527780"/>
                </a:lnTo>
                <a:lnTo>
                  <a:pt x="448628" y="509302"/>
                </a:lnTo>
                <a:lnTo>
                  <a:pt x="471011" y="509302"/>
                </a:lnTo>
                <a:lnTo>
                  <a:pt x="471011" y="527780"/>
                </a:lnTo>
                <a:close/>
                <a:moveTo>
                  <a:pt x="471011" y="506444"/>
                </a:moveTo>
                <a:lnTo>
                  <a:pt x="448628" y="506444"/>
                </a:lnTo>
                <a:lnTo>
                  <a:pt x="448628" y="501206"/>
                </a:lnTo>
                <a:lnTo>
                  <a:pt x="471011" y="501206"/>
                </a:lnTo>
                <a:lnTo>
                  <a:pt x="471011" y="506444"/>
                </a:lnTo>
                <a:close/>
                <a:moveTo>
                  <a:pt x="465963" y="491395"/>
                </a:moveTo>
                <a:cubicBezTo>
                  <a:pt x="468725" y="491395"/>
                  <a:pt x="471011" y="493681"/>
                  <a:pt x="471011" y="496443"/>
                </a:cubicBezTo>
                <a:lnTo>
                  <a:pt x="471011" y="496634"/>
                </a:lnTo>
                <a:lnTo>
                  <a:pt x="448628" y="496634"/>
                </a:lnTo>
                <a:lnTo>
                  <a:pt x="448628" y="496443"/>
                </a:lnTo>
                <a:cubicBezTo>
                  <a:pt x="448628" y="493681"/>
                  <a:pt x="450914" y="491395"/>
                  <a:pt x="453676" y="491395"/>
                </a:cubicBezTo>
                <a:lnTo>
                  <a:pt x="466058" y="491395"/>
                </a:lnTo>
                <a:close/>
                <a:moveTo>
                  <a:pt x="313849" y="243173"/>
                </a:moveTo>
                <a:lnTo>
                  <a:pt x="313849" y="255842"/>
                </a:lnTo>
                <a:cubicBezTo>
                  <a:pt x="313849" y="256985"/>
                  <a:pt x="312896" y="257937"/>
                  <a:pt x="311753" y="257937"/>
                </a:cubicBezTo>
                <a:lnTo>
                  <a:pt x="299085" y="257937"/>
                </a:lnTo>
                <a:cubicBezTo>
                  <a:pt x="297942" y="257937"/>
                  <a:pt x="296990" y="256985"/>
                  <a:pt x="296990" y="255842"/>
                </a:cubicBezTo>
                <a:lnTo>
                  <a:pt x="296990" y="243173"/>
                </a:lnTo>
                <a:cubicBezTo>
                  <a:pt x="296990" y="242030"/>
                  <a:pt x="297942" y="241078"/>
                  <a:pt x="299085" y="241078"/>
                </a:cubicBezTo>
                <a:lnTo>
                  <a:pt x="311753" y="241078"/>
                </a:lnTo>
                <a:cubicBezTo>
                  <a:pt x="312896" y="241078"/>
                  <a:pt x="313849" y="242030"/>
                  <a:pt x="313849" y="243173"/>
                </a:cubicBezTo>
                <a:close/>
                <a:moveTo>
                  <a:pt x="1596104" y="95"/>
                </a:moveTo>
                <a:lnTo>
                  <a:pt x="1600867" y="95"/>
                </a:lnTo>
                <a:lnTo>
                  <a:pt x="1600867" y="10001"/>
                </a:lnTo>
                <a:cubicBezTo>
                  <a:pt x="1600867" y="10001"/>
                  <a:pt x="1591056" y="22669"/>
                  <a:pt x="1591056" y="22669"/>
                </a:cubicBezTo>
                <a:lnTo>
                  <a:pt x="1591056" y="73819"/>
                </a:lnTo>
                <a:lnTo>
                  <a:pt x="1597914" y="81153"/>
                </a:lnTo>
                <a:cubicBezTo>
                  <a:pt x="1599343" y="80296"/>
                  <a:pt x="1600962" y="79629"/>
                  <a:pt x="1602772" y="79629"/>
                </a:cubicBezTo>
                <a:cubicBezTo>
                  <a:pt x="1603724" y="79629"/>
                  <a:pt x="1604677" y="79915"/>
                  <a:pt x="1605534" y="80201"/>
                </a:cubicBezTo>
                <a:lnTo>
                  <a:pt x="1625060" y="59246"/>
                </a:lnTo>
                <a:lnTo>
                  <a:pt x="1625060" y="95"/>
                </a:lnTo>
                <a:lnTo>
                  <a:pt x="1629823" y="95"/>
                </a:lnTo>
                <a:lnTo>
                  <a:pt x="1629823" y="61055"/>
                </a:lnTo>
                <a:cubicBezTo>
                  <a:pt x="1629823" y="61055"/>
                  <a:pt x="1609630" y="82772"/>
                  <a:pt x="1609630" y="82772"/>
                </a:cubicBezTo>
                <a:cubicBezTo>
                  <a:pt x="1611154" y="84487"/>
                  <a:pt x="1612202" y="86678"/>
                  <a:pt x="1612202" y="89059"/>
                </a:cubicBezTo>
                <a:cubicBezTo>
                  <a:pt x="1612202" y="94298"/>
                  <a:pt x="1608011" y="98489"/>
                  <a:pt x="1602772" y="98489"/>
                </a:cubicBezTo>
                <a:cubicBezTo>
                  <a:pt x="1597533" y="98489"/>
                  <a:pt x="1593342" y="94298"/>
                  <a:pt x="1593342" y="89059"/>
                </a:cubicBezTo>
                <a:cubicBezTo>
                  <a:pt x="1593342" y="87440"/>
                  <a:pt x="1593914" y="85916"/>
                  <a:pt x="1594676" y="84582"/>
                </a:cubicBezTo>
                <a:lnTo>
                  <a:pt x="1586389" y="75724"/>
                </a:lnTo>
                <a:lnTo>
                  <a:pt x="1586389" y="21050"/>
                </a:lnTo>
                <a:lnTo>
                  <a:pt x="1596295" y="8382"/>
                </a:lnTo>
                <a:lnTo>
                  <a:pt x="1596295" y="95"/>
                </a:lnTo>
                <a:close/>
                <a:moveTo>
                  <a:pt x="494252" y="4792409"/>
                </a:moveTo>
                <a:cubicBezTo>
                  <a:pt x="497967" y="4791742"/>
                  <a:pt x="501206" y="4789837"/>
                  <a:pt x="503396" y="4786789"/>
                </a:cubicBezTo>
                <a:cubicBezTo>
                  <a:pt x="508064" y="4780407"/>
                  <a:pt x="506730" y="4771454"/>
                  <a:pt x="500348" y="4766787"/>
                </a:cubicBezTo>
                <a:cubicBezTo>
                  <a:pt x="497777" y="4764881"/>
                  <a:pt x="494824" y="4764024"/>
                  <a:pt x="491871" y="4764024"/>
                </a:cubicBezTo>
                <a:cubicBezTo>
                  <a:pt x="487489" y="4764024"/>
                  <a:pt x="483108" y="4766024"/>
                  <a:pt x="480251" y="4769835"/>
                </a:cubicBezTo>
                <a:cubicBezTo>
                  <a:pt x="475583" y="4776216"/>
                  <a:pt x="476917" y="4785170"/>
                  <a:pt x="483299" y="4789837"/>
                </a:cubicBezTo>
                <a:cubicBezTo>
                  <a:pt x="485108" y="4791170"/>
                  <a:pt x="487204" y="4792028"/>
                  <a:pt x="489395" y="4792313"/>
                </a:cubicBezTo>
                <a:lnTo>
                  <a:pt x="489395" y="5143595"/>
                </a:lnTo>
                <a:lnTo>
                  <a:pt x="494157" y="5143595"/>
                </a:lnTo>
                <a:lnTo>
                  <a:pt x="494157" y="4792409"/>
                </a:lnTo>
                <a:close/>
                <a:moveTo>
                  <a:pt x="491871" y="4790028"/>
                </a:moveTo>
                <a:cubicBezTo>
                  <a:pt x="489395" y="4790028"/>
                  <a:pt x="487013" y="4789265"/>
                  <a:pt x="485013" y="4787742"/>
                </a:cubicBezTo>
                <a:cubicBezTo>
                  <a:pt x="479774" y="4783931"/>
                  <a:pt x="478727" y="4776597"/>
                  <a:pt x="482537" y="4771359"/>
                </a:cubicBezTo>
                <a:cubicBezTo>
                  <a:pt x="486347" y="4766215"/>
                  <a:pt x="493681" y="4765072"/>
                  <a:pt x="498920" y="4768882"/>
                </a:cubicBezTo>
                <a:cubicBezTo>
                  <a:pt x="501396" y="4770692"/>
                  <a:pt x="503111" y="4773454"/>
                  <a:pt x="503587" y="4776502"/>
                </a:cubicBezTo>
                <a:cubicBezTo>
                  <a:pt x="504063" y="4779550"/>
                  <a:pt x="503301" y="4782693"/>
                  <a:pt x="501491" y="4785170"/>
                </a:cubicBezTo>
                <a:cubicBezTo>
                  <a:pt x="499682" y="4787646"/>
                  <a:pt x="496919" y="4789361"/>
                  <a:pt x="493871" y="4789837"/>
                </a:cubicBezTo>
                <a:cubicBezTo>
                  <a:pt x="493300" y="4789837"/>
                  <a:pt x="492633" y="4789932"/>
                  <a:pt x="492062" y="4789932"/>
                </a:cubicBezTo>
                <a:close/>
                <a:moveTo>
                  <a:pt x="1916811" y="38481"/>
                </a:moveTo>
                <a:cubicBezTo>
                  <a:pt x="1918526" y="41339"/>
                  <a:pt x="1921288" y="43339"/>
                  <a:pt x="1924622" y="44101"/>
                </a:cubicBezTo>
                <a:cubicBezTo>
                  <a:pt x="1925574" y="44291"/>
                  <a:pt x="1926622" y="44482"/>
                  <a:pt x="1927574" y="44482"/>
                </a:cubicBezTo>
                <a:cubicBezTo>
                  <a:pt x="1933289" y="44482"/>
                  <a:pt x="1938433" y="40577"/>
                  <a:pt x="1939766" y="34862"/>
                </a:cubicBezTo>
                <a:cubicBezTo>
                  <a:pt x="1939766" y="34671"/>
                  <a:pt x="1939766" y="34481"/>
                  <a:pt x="1939766" y="34290"/>
                </a:cubicBezTo>
                <a:lnTo>
                  <a:pt x="1971866" y="34290"/>
                </a:lnTo>
                <a:lnTo>
                  <a:pt x="2008537" y="95"/>
                </a:lnTo>
                <a:lnTo>
                  <a:pt x="2001584" y="95"/>
                </a:lnTo>
                <a:lnTo>
                  <a:pt x="1969961" y="29528"/>
                </a:lnTo>
                <a:lnTo>
                  <a:pt x="1939766" y="29528"/>
                </a:lnTo>
                <a:cubicBezTo>
                  <a:pt x="1938814" y="24860"/>
                  <a:pt x="1935290" y="20860"/>
                  <a:pt x="1930432" y="19717"/>
                </a:cubicBezTo>
                <a:cubicBezTo>
                  <a:pt x="1927193" y="18955"/>
                  <a:pt x="1923764" y="19431"/>
                  <a:pt x="1920907" y="21241"/>
                </a:cubicBezTo>
                <a:cubicBezTo>
                  <a:pt x="1918049" y="22955"/>
                  <a:pt x="1916049" y="25718"/>
                  <a:pt x="1915192" y="29051"/>
                </a:cubicBezTo>
                <a:cubicBezTo>
                  <a:pt x="1914430" y="32290"/>
                  <a:pt x="1914906" y="35719"/>
                  <a:pt x="1916716" y="38576"/>
                </a:cubicBezTo>
                <a:close/>
                <a:moveTo>
                  <a:pt x="1919954" y="30099"/>
                </a:moveTo>
                <a:cubicBezTo>
                  <a:pt x="1920431" y="28099"/>
                  <a:pt x="1921669" y="26384"/>
                  <a:pt x="1923478" y="25241"/>
                </a:cubicBezTo>
                <a:cubicBezTo>
                  <a:pt x="1925288" y="24194"/>
                  <a:pt x="1927384" y="23813"/>
                  <a:pt x="1929384" y="24289"/>
                </a:cubicBezTo>
                <a:cubicBezTo>
                  <a:pt x="1933575" y="25337"/>
                  <a:pt x="1936147" y="29528"/>
                  <a:pt x="1935099" y="33719"/>
                </a:cubicBezTo>
                <a:cubicBezTo>
                  <a:pt x="1934051" y="37910"/>
                  <a:pt x="1929860" y="40481"/>
                  <a:pt x="1925669" y="39434"/>
                </a:cubicBezTo>
                <a:cubicBezTo>
                  <a:pt x="1923669" y="38957"/>
                  <a:pt x="1921955" y="37719"/>
                  <a:pt x="1920812" y="35909"/>
                </a:cubicBezTo>
                <a:cubicBezTo>
                  <a:pt x="1919764" y="34100"/>
                  <a:pt x="1919383" y="32004"/>
                  <a:pt x="1919859" y="30004"/>
                </a:cubicBezTo>
                <a:close/>
                <a:moveTo>
                  <a:pt x="1329595" y="5044917"/>
                </a:moveTo>
                <a:cubicBezTo>
                  <a:pt x="1329595" y="5041011"/>
                  <a:pt x="1332738" y="5037868"/>
                  <a:pt x="1336643" y="5037868"/>
                </a:cubicBezTo>
                <a:cubicBezTo>
                  <a:pt x="1340549" y="5037868"/>
                  <a:pt x="1343692" y="5041011"/>
                  <a:pt x="1343692" y="5044917"/>
                </a:cubicBezTo>
                <a:cubicBezTo>
                  <a:pt x="1343692" y="5048822"/>
                  <a:pt x="1340549" y="5051965"/>
                  <a:pt x="1336643" y="5051965"/>
                </a:cubicBezTo>
                <a:cubicBezTo>
                  <a:pt x="1332738" y="5051965"/>
                  <a:pt x="1329595" y="5048822"/>
                  <a:pt x="1329595" y="5044917"/>
                </a:cubicBezTo>
                <a:close/>
                <a:moveTo>
                  <a:pt x="621792" y="4888516"/>
                </a:moveTo>
                <a:cubicBezTo>
                  <a:pt x="625507" y="4887849"/>
                  <a:pt x="628745" y="4885944"/>
                  <a:pt x="630936" y="4882896"/>
                </a:cubicBezTo>
                <a:cubicBezTo>
                  <a:pt x="635603" y="4876514"/>
                  <a:pt x="634270" y="4867561"/>
                  <a:pt x="627888" y="4862894"/>
                </a:cubicBezTo>
                <a:cubicBezTo>
                  <a:pt x="625316" y="4860989"/>
                  <a:pt x="622364" y="4860131"/>
                  <a:pt x="619411" y="4860131"/>
                </a:cubicBezTo>
                <a:cubicBezTo>
                  <a:pt x="615029" y="4860131"/>
                  <a:pt x="610648" y="4862132"/>
                  <a:pt x="607790" y="4865942"/>
                </a:cubicBezTo>
                <a:cubicBezTo>
                  <a:pt x="603123" y="4872323"/>
                  <a:pt x="604457" y="4881277"/>
                  <a:pt x="610838" y="4885944"/>
                </a:cubicBezTo>
                <a:cubicBezTo>
                  <a:pt x="612648" y="4887278"/>
                  <a:pt x="614744" y="4888135"/>
                  <a:pt x="616934" y="4888421"/>
                </a:cubicBezTo>
                <a:lnTo>
                  <a:pt x="616934" y="5143500"/>
                </a:lnTo>
                <a:lnTo>
                  <a:pt x="621697" y="5143500"/>
                </a:lnTo>
                <a:lnTo>
                  <a:pt x="621697" y="4888421"/>
                </a:lnTo>
                <a:close/>
                <a:moveTo>
                  <a:pt x="619411" y="4886134"/>
                </a:moveTo>
                <a:cubicBezTo>
                  <a:pt x="616934" y="4886134"/>
                  <a:pt x="614553" y="4885373"/>
                  <a:pt x="612553" y="4883849"/>
                </a:cubicBezTo>
                <a:cubicBezTo>
                  <a:pt x="607314" y="4880039"/>
                  <a:pt x="606266" y="4872704"/>
                  <a:pt x="610076" y="4867466"/>
                </a:cubicBezTo>
                <a:cubicBezTo>
                  <a:pt x="613886" y="4862322"/>
                  <a:pt x="621221" y="4861179"/>
                  <a:pt x="626459" y="4864989"/>
                </a:cubicBezTo>
                <a:cubicBezTo>
                  <a:pt x="628936" y="4866799"/>
                  <a:pt x="630650" y="4869561"/>
                  <a:pt x="631127" y="4872609"/>
                </a:cubicBezTo>
                <a:cubicBezTo>
                  <a:pt x="631603" y="4875657"/>
                  <a:pt x="630841" y="4878801"/>
                  <a:pt x="629031" y="4881277"/>
                </a:cubicBezTo>
                <a:cubicBezTo>
                  <a:pt x="627221" y="4883753"/>
                  <a:pt x="624459" y="4885468"/>
                  <a:pt x="621411" y="4885944"/>
                </a:cubicBezTo>
                <a:cubicBezTo>
                  <a:pt x="620840" y="4885944"/>
                  <a:pt x="620173" y="4886040"/>
                  <a:pt x="619601" y="4886040"/>
                </a:cubicBezTo>
                <a:close/>
                <a:moveTo>
                  <a:pt x="1453039" y="5143595"/>
                </a:moveTo>
                <a:lnTo>
                  <a:pt x="1453039" y="5071015"/>
                </a:lnTo>
                <a:lnTo>
                  <a:pt x="1457135" y="5071015"/>
                </a:lnTo>
                <a:cubicBezTo>
                  <a:pt x="1459897" y="5071015"/>
                  <a:pt x="1462183" y="5068729"/>
                  <a:pt x="1462183" y="5065967"/>
                </a:cubicBezTo>
                <a:lnTo>
                  <a:pt x="1462183" y="5053013"/>
                </a:lnTo>
                <a:cubicBezTo>
                  <a:pt x="1462183" y="5050251"/>
                  <a:pt x="1459897" y="5047965"/>
                  <a:pt x="1457135" y="5047965"/>
                </a:cubicBezTo>
                <a:lnTo>
                  <a:pt x="1444181" y="5047965"/>
                </a:lnTo>
                <a:cubicBezTo>
                  <a:pt x="1441418" y="5047965"/>
                  <a:pt x="1439132" y="5050251"/>
                  <a:pt x="1439132" y="5053013"/>
                </a:cubicBezTo>
                <a:lnTo>
                  <a:pt x="1439132" y="5065967"/>
                </a:lnTo>
                <a:cubicBezTo>
                  <a:pt x="1439132" y="5068729"/>
                  <a:pt x="1441418" y="5071015"/>
                  <a:pt x="1444181" y="5071015"/>
                </a:cubicBezTo>
                <a:lnTo>
                  <a:pt x="1448276" y="5071015"/>
                </a:lnTo>
                <a:lnTo>
                  <a:pt x="1448276" y="5143595"/>
                </a:lnTo>
                <a:lnTo>
                  <a:pt x="1453039" y="5143595"/>
                </a:lnTo>
                <a:close/>
                <a:moveTo>
                  <a:pt x="1443895" y="5065967"/>
                </a:moveTo>
                <a:lnTo>
                  <a:pt x="1444181" y="5052727"/>
                </a:lnTo>
                <a:lnTo>
                  <a:pt x="1457420" y="5053013"/>
                </a:lnTo>
                <a:lnTo>
                  <a:pt x="1457420" y="5065967"/>
                </a:lnTo>
                <a:cubicBezTo>
                  <a:pt x="1457420" y="5065967"/>
                  <a:pt x="1457230" y="5066253"/>
                  <a:pt x="1457135" y="5066253"/>
                </a:cubicBezTo>
                <a:lnTo>
                  <a:pt x="1443895" y="5065967"/>
                </a:lnTo>
                <a:close/>
                <a:moveTo>
                  <a:pt x="1323213" y="5143595"/>
                </a:moveTo>
                <a:lnTo>
                  <a:pt x="1323213" y="5097209"/>
                </a:lnTo>
                <a:lnTo>
                  <a:pt x="1327309" y="5097209"/>
                </a:lnTo>
                <a:cubicBezTo>
                  <a:pt x="1330071" y="5097209"/>
                  <a:pt x="1332357" y="5094923"/>
                  <a:pt x="1332357" y="5092160"/>
                </a:cubicBezTo>
                <a:lnTo>
                  <a:pt x="1332357" y="5079206"/>
                </a:lnTo>
                <a:cubicBezTo>
                  <a:pt x="1332357" y="5076444"/>
                  <a:pt x="1330071" y="5074158"/>
                  <a:pt x="1327309" y="5074158"/>
                </a:cubicBezTo>
                <a:lnTo>
                  <a:pt x="1314355" y="5074158"/>
                </a:lnTo>
                <a:cubicBezTo>
                  <a:pt x="1311593" y="5074158"/>
                  <a:pt x="1309307" y="5076444"/>
                  <a:pt x="1309307" y="5079206"/>
                </a:cubicBezTo>
                <a:lnTo>
                  <a:pt x="1309307" y="5092160"/>
                </a:lnTo>
                <a:cubicBezTo>
                  <a:pt x="1309307" y="5094923"/>
                  <a:pt x="1311593" y="5097209"/>
                  <a:pt x="1314355" y="5097209"/>
                </a:cubicBezTo>
                <a:lnTo>
                  <a:pt x="1318451" y="5097209"/>
                </a:lnTo>
                <a:lnTo>
                  <a:pt x="1318451" y="5143595"/>
                </a:lnTo>
                <a:cubicBezTo>
                  <a:pt x="1318451" y="5143595"/>
                  <a:pt x="1323213" y="5143595"/>
                  <a:pt x="1323213" y="5143595"/>
                </a:cubicBezTo>
                <a:close/>
                <a:moveTo>
                  <a:pt x="1314164" y="5092160"/>
                </a:moveTo>
                <a:lnTo>
                  <a:pt x="1314450" y="5078921"/>
                </a:lnTo>
                <a:lnTo>
                  <a:pt x="1327690" y="5079206"/>
                </a:lnTo>
                <a:lnTo>
                  <a:pt x="1327690" y="5092160"/>
                </a:lnTo>
                <a:cubicBezTo>
                  <a:pt x="1327690" y="5092160"/>
                  <a:pt x="1327499" y="5092446"/>
                  <a:pt x="1327404" y="5092446"/>
                </a:cubicBezTo>
                <a:lnTo>
                  <a:pt x="1314164" y="5092160"/>
                </a:lnTo>
                <a:close/>
                <a:moveTo>
                  <a:pt x="626459" y="4874419"/>
                </a:moveTo>
                <a:cubicBezTo>
                  <a:pt x="626459" y="4878324"/>
                  <a:pt x="623316" y="4881467"/>
                  <a:pt x="619411" y="4881467"/>
                </a:cubicBezTo>
                <a:cubicBezTo>
                  <a:pt x="615506" y="4881467"/>
                  <a:pt x="612362" y="4878324"/>
                  <a:pt x="612362" y="4874419"/>
                </a:cubicBezTo>
                <a:cubicBezTo>
                  <a:pt x="612362" y="4870514"/>
                  <a:pt x="615506" y="4867370"/>
                  <a:pt x="619411" y="4867370"/>
                </a:cubicBezTo>
                <a:cubicBezTo>
                  <a:pt x="623316" y="4867370"/>
                  <a:pt x="626459" y="4870514"/>
                  <a:pt x="626459" y="4874419"/>
                </a:cubicBezTo>
                <a:close/>
                <a:moveTo>
                  <a:pt x="1404747" y="5143595"/>
                </a:moveTo>
                <a:lnTo>
                  <a:pt x="1404747" y="5059204"/>
                </a:lnTo>
                <a:lnTo>
                  <a:pt x="1384268" y="5042249"/>
                </a:lnTo>
                <a:cubicBezTo>
                  <a:pt x="1384649" y="5041297"/>
                  <a:pt x="1384840" y="5040344"/>
                  <a:pt x="1384840" y="5039297"/>
                </a:cubicBezTo>
                <a:cubicBezTo>
                  <a:pt x="1384840" y="5034916"/>
                  <a:pt x="1381316" y="5031391"/>
                  <a:pt x="1376934" y="5031391"/>
                </a:cubicBezTo>
                <a:cubicBezTo>
                  <a:pt x="1372553" y="5031391"/>
                  <a:pt x="1369028" y="5034916"/>
                  <a:pt x="1369028" y="5039297"/>
                </a:cubicBezTo>
                <a:cubicBezTo>
                  <a:pt x="1369028" y="5043678"/>
                  <a:pt x="1372553" y="5047203"/>
                  <a:pt x="1376934" y="5047203"/>
                </a:cubicBezTo>
                <a:cubicBezTo>
                  <a:pt x="1378553" y="5047203"/>
                  <a:pt x="1379887" y="5046631"/>
                  <a:pt x="1381220" y="5045774"/>
                </a:cubicBezTo>
                <a:lnTo>
                  <a:pt x="1400080" y="5061299"/>
                </a:lnTo>
                <a:lnTo>
                  <a:pt x="1400080" y="5143500"/>
                </a:lnTo>
                <a:lnTo>
                  <a:pt x="1404842" y="5143500"/>
                </a:lnTo>
                <a:close/>
                <a:moveTo>
                  <a:pt x="1376934" y="5042535"/>
                </a:moveTo>
                <a:cubicBezTo>
                  <a:pt x="1375220" y="5042535"/>
                  <a:pt x="1373791" y="5041106"/>
                  <a:pt x="1373791" y="5039392"/>
                </a:cubicBezTo>
                <a:cubicBezTo>
                  <a:pt x="1373791" y="5037678"/>
                  <a:pt x="1375220" y="5036249"/>
                  <a:pt x="1376934" y="5036249"/>
                </a:cubicBezTo>
                <a:cubicBezTo>
                  <a:pt x="1378649" y="5036249"/>
                  <a:pt x="1380077" y="5037678"/>
                  <a:pt x="1380077" y="5039392"/>
                </a:cubicBezTo>
                <a:cubicBezTo>
                  <a:pt x="1380077" y="5041106"/>
                  <a:pt x="1378649" y="5042535"/>
                  <a:pt x="1376934" y="5042535"/>
                </a:cubicBezTo>
                <a:close/>
                <a:moveTo>
                  <a:pt x="1338739" y="5059109"/>
                </a:moveTo>
                <a:cubicBezTo>
                  <a:pt x="1342549" y="5058537"/>
                  <a:pt x="1345882" y="5056537"/>
                  <a:pt x="1348073" y="5053394"/>
                </a:cubicBezTo>
                <a:cubicBezTo>
                  <a:pt x="1352741" y="5047012"/>
                  <a:pt x="1351407" y="5038058"/>
                  <a:pt x="1345025" y="5033391"/>
                </a:cubicBezTo>
                <a:cubicBezTo>
                  <a:pt x="1342453" y="5031486"/>
                  <a:pt x="1339501" y="5030629"/>
                  <a:pt x="1336548" y="5030629"/>
                </a:cubicBezTo>
                <a:cubicBezTo>
                  <a:pt x="1332167" y="5030629"/>
                  <a:pt x="1327785" y="5032629"/>
                  <a:pt x="1325023" y="5036439"/>
                </a:cubicBezTo>
                <a:cubicBezTo>
                  <a:pt x="1320356" y="5042821"/>
                  <a:pt x="1321689" y="5051774"/>
                  <a:pt x="1328071" y="5056442"/>
                </a:cubicBezTo>
                <a:cubicBezTo>
                  <a:pt x="1331119" y="5058728"/>
                  <a:pt x="1334929" y="5059585"/>
                  <a:pt x="1338739" y="5059013"/>
                </a:cubicBezTo>
                <a:close/>
                <a:moveTo>
                  <a:pt x="1327118" y="5037963"/>
                </a:moveTo>
                <a:cubicBezTo>
                  <a:pt x="1330928" y="5032820"/>
                  <a:pt x="1338263" y="5031677"/>
                  <a:pt x="1343501" y="5035487"/>
                </a:cubicBezTo>
                <a:cubicBezTo>
                  <a:pt x="1345978" y="5037297"/>
                  <a:pt x="1347692" y="5040059"/>
                  <a:pt x="1348169" y="5043107"/>
                </a:cubicBezTo>
                <a:cubicBezTo>
                  <a:pt x="1348645" y="5046155"/>
                  <a:pt x="1347883" y="5049298"/>
                  <a:pt x="1346073" y="5051774"/>
                </a:cubicBezTo>
                <a:cubicBezTo>
                  <a:pt x="1344263" y="5054251"/>
                  <a:pt x="1341501" y="5055965"/>
                  <a:pt x="1338453" y="5056442"/>
                </a:cubicBezTo>
                <a:cubicBezTo>
                  <a:pt x="1337882" y="5056442"/>
                  <a:pt x="1337215" y="5056537"/>
                  <a:pt x="1336643" y="5056537"/>
                </a:cubicBezTo>
                <a:cubicBezTo>
                  <a:pt x="1334167" y="5056537"/>
                  <a:pt x="1331786" y="5055775"/>
                  <a:pt x="1329785" y="5054251"/>
                </a:cubicBezTo>
                <a:cubicBezTo>
                  <a:pt x="1324547" y="5050441"/>
                  <a:pt x="1323499" y="5043107"/>
                  <a:pt x="1327309" y="5037868"/>
                </a:cubicBezTo>
                <a:close/>
                <a:moveTo>
                  <a:pt x="337376" y="1537907"/>
                </a:moveTo>
                <a:cubicBezTo>
                  <a:pt x="336423" y="1537526"/>
                  <a:pt x="335375" y="1537907"/>
                  <a:pt x="334709" y="1538573"/>
                </a:cubicBezTo>
                <a:lnTo>
                  <a:pt x="283750" y="1597819"/>
                </a:lnTo>
                <a:cubicBezTo>
                  <a:pt x="283750" y="1597819"/>
                  <a:pt x="283178" y="1598771"/>
                  <a:pt x="283178" y="1599343"/>
                </a:cubicBezTo>
                <a:lnTo>
                  <a:pt x="283178" y="1627727"/>
                </a:lnTo>
                <a:lnTo>
                  <a:pt x="279178" y="1627727"/>
                </a:lnTo>
                <a:cubicBezTo>
                  <a:pt x="275463" y="1627727"/>
                  <a:pt x="272320" y="1630775"/>
                  <a:pt x="272320" y="1634585"/>
                </a:cubicBezTo>
                <a:lnTo>
                  <a:pt x="272320" y="1647253"/>
                </a:lnTo>
                <a:cubicBezTo>
                  <a:pt x="272320" y="1650968"/>
                  <a:pt x="275368" y="1654112"/>
                  <a:pt x="279178" y="1654112"/>
                </a:cubicBezTo>
                <a:lnTo>
                  <a:pt x="291846" y="1654112"/>
                </a:lnTo>
                <a:cubicBezTo>
                  <a:pt x="295561" y="1654112"/>
                  <a:pt x="298704" y="1651064"/>
                  <a:pt x="298704" y="1647253"/>
                </a:cubicBezTo>
                <a:lnTo>
                  <a:pt x="298704" y="1634585"/>
                </a:lnTo>
                <a:cubicBezTo>
                  <a:pt x="298704" y="1630871"/>
                  <a:pt x="295656" y="1627727"/>
                  <a:pt x="291846" y="1627727"/>
                </a:cubicBezTo>
                <a:lnTo>
                  <a:pt x="287846" y="1627727"/>
                </a:lnTo>
                <a:lnTo>
                  <a:pt x="287846" y="1600200"/>
                </a:lnTo>
                <a:lnTo>
                  <a:pt x="334042" y="1546574"/>
                </a:lnTo>
                <a:lnTo>
                  <a:pt x="334042" y="1600486"/>
                </a:lnTo>
                <a:lnTo>
                  <a:pt x="330041" y="1600486"/>
                </a:lnTo>
                <a:cubicBezTo>
                  <a:pt x="327565" y="1600486"/>
                  <a:pt x="325564" y="1602486"/>
                  <a:pt x="325564" y="1604963"/>
                </a:cubicBezTo>
                <a:lnTo>
                  <a:pt x="325564" y="1617631"/>
                </a:lnTo>
                <a:cubicBezTo>
                  <a:pt x="325564" y="1620107"/>
                  <a:pt x="327565" y="1622107"/>
                  <a:pt x="330041" y="1622107"/>
                </a:cubicBezTo>
                <a:lnTo>
                  <a:pt x="342710" y="1622107"/>
                </a:lnTo>
                <a:cubicBezTo>
                  <a:pt x="345186" y="1622107"/>
                  <a:pt x="347186" y="1620107"/>
                  <a:pt x="347186" y="1617631"/>
                </a:cubicBezTo>
                <a:lnTo>
                  <a:pt x="347186" y="1604963"/>
                </a:lnTo>
                <a:cubicBezTo>
                  <a:pt x="347186" y="1602486"/>
                  <a:pt x="345186" y="1600486"/>
                  <a:pt x="342710" y="1600486"/>
                </a:cubicBezTo>
                <a:lnTo>
                  <a:pt x="338709" y="1600486"/>
                </a:lnTo>
                <a:lnTo>
                  <a:pt x="338709" y="1540193"/>
                </a:lnTo>
                <a:cubicBezTo>
                  <a:pt x="338709" y="1539240"/>
                  <a:pt x="338138" y="1538288"/>
                  <a:pt x="337185" y="1538002"/>
                </a:cubicBezTo>
                <a:close/>
                <a:moveTo>
                  <a:pt x="292037" y="1632490"/>
                </a:moveTo>
                <a:cubicBezTo>
                  <a:pt x="293180" y="1632490"/>
                  <a:pt x="294132" y="1633442"/>
                  <a:pt x="294132" y="1634585"/>
                </a:cubicBezTo>
                <a:lnTo>
                  <a:pt x="294132" y="1647253"/>
                </a:lnTo>
                <a:cubicBezTo>
                  <a:pt x="294132" y="1648397"/>
                  <a:pt x="293180" y="1649349"/>
                  <a:pt x="292037" y="1649349"/>
                </a:cubicBezTo>
                <a:lnTo>
                  <a:pt x="279368" y="1649349"/>
                </a:lnTo>
                <a:cubicBezTo>
                  <a:pt x="278225" y="1649349"/>
                  <a:pt x="277273" y="1648397"/>
                  <a:pt x="277273" y="1647253"/>
                </a:cubicBezTo>
                <a:lnTo>
                  <a:pt x="277273" y="1634585"/>
                </a:lnTo>
                <a:cubicBezTo>
                  <a:pt x="277273" y="1633442"/>
                  <a:pt x="278225" y="1632490"/>
                  <a:pt x="279368" y="1632490"/>
                </a:cubicBezTo>
                <a:lnTo>
                  <a:pt x="292037" y="1632490"/>
                </a:lnTo>
                <a:close/>
                <a:moveTo>
                  <a:pt x="523494" y="1748695"/>
                </a:moveTo>
                <a:lnTo>
                  <a:pt x="523494" y="1694402"/>
                </a:lnTo>
                <a:cubicBezTo>
                  <a:pt x="528161" y="1693259"/>
                  <a:pt x="531686" y="1689259"/>
                  <a:pt x="531686" y="1684306"/>
                </a:cubicBezTo>
                <a:cubicBezTo>
                  <a:pt x="531686" y="1678496"/>
                  <a:pt x="526923" y="1673733"/>
                  <a:pt x="521113" y="1673733"/>
                </a:cubicBezTo>
                <a:cubicBezTo>
                  <a:pt x="515303" y="1673733"/>
                  <a:pt x="510540" y="1678496"/>
                  <a:pt x="510540" y="1684306"/>
                </a:cubicBezTo>
                <a:cubicBezTo>
                  <a:pt x="510540" y="1689354"/>
                  <a:pt x="514064" y="1693355"/>
                  <a:pt x="518732" y="1694402"/>
                </a:cubicBezTo>
                <a:lnTo>
                  <a:pt x="518732" y="1746885"/>
                </a:lnTo>
                <a:cubicBezTo>
                  <a:pt x="518732" y="1746885"/>
                  <a:pt x="420719" y="1850612"/>
                  <a:pt x="420719" y="1850612"/>
                </a:cubicBezTo>
                <a:lnTo>
                  <a:pt x="420719" y="1898714"/>
                </a:lnTo>
                <a:cubicBezTo>
                  <a:pt x="414433" y="1899857"/>
                  <a:pt x="409670" y="1905286"/>
                  <a:pt x="409670" y="1911953"/>
                </a:cubicBezTo>
                <a:cubicBezTo>
                  <a:pt x="409670" y="1919383"/>
                  <a:pt x="415671" y="1925384"/>
                  <a:pt x="423101" y="1925384"/>
                </a:cubicBezTo>
                <a:cubicBezTo>
                  <a:pt x="430530" y="1925384"/>
                  <a:pt x="436531" y="1919383"/>
                  <a:pt x="436531" y="1911953"/>
                </a:cubicBezTo>
                <a:cubicBezTo>
                  <a:pt x="436531" y="1905381"/>
                  <a:pt x="431768" y="1899857"/>
                  <a:pt x="425482" y="1898714"/>
                </a:cubicBezTo>
                <a:lnTo>
                  <a:pt x="425482" y="1852517"/>
                </a:lnTo>
                <a:lnTo>
                  <a:pt x="523494" y="1748790"/>
                </a:lnTo>
                <a:close/>
                <a:moveTo>
                  <a:pt x="515303" y="1684211"/>
                </a:moveTo>
                <a:cubicBezTo>
                  <a:pt x="515303" y="1680972"/>
                  <a:pt x="517874" y="1678400"/>
                  <a:pt x="521113" y="1678400"/>
                </a:cubicBezTo>
                <a:cubicBezTo>
                  <a:pt x="524351" y="1678400"/>
                  <a:pt x="526923" y="1680972"/>
                  <a:pt x="526923" y="1684211"/>
                </a:cubicBezTo>
                <a:cubicBezTo>
                  <a:pt x="526923" y="1687449"/>
                  <a:pt x="524351" y="1690021"/>
                  <a:pt x="521113" y="1690021"/>
                </a:cubicBezTo>
                <a:cubicBezTo>
                  <a:pt x="517874" y="1690021"/>
                  <a:pt x="515303" y="1687449"/>
                  <a:pt x="515303" y="1684211"/>
                </a:cubicBezTo>
                <a:close/>
                <a:moveTo>
                  <a:pt x="431768" y="1911763"/>
                </a:moveTo>
                <a:cubicBezTo>
                  <a:pt x="431768" y="1916525"/>
                  <a:pt x="427863" y="1920431"/>
                  <a:pt x="423101" y="1920431"/>
                </a:cubicBezTo>
                <a:cubicBezTo>
                  <a:pt x="418338" y="1920431"/>
                  <a:pt x="414433" y="1916525"/>
                  <a:pt x="414433" y="1911763"/>
                </a:cubicBezTo>
                <a:cubicBezTo>
                  <a:pt x="414433" y="1907000"/>
                  <a:pt x="418338" y="1903095"/>
                  <a:pt x="423101" y="1903095"/>
                </a:cubicBezTo>
                <a:cubicBezTo>
                  <a:pt x="427863" y="1903095"/>
                  <a:pt x="431768" y="1907000"/>
                  <a:pt x="431768" y="1911763"/>
                </a:cubicBezTo>
                <a:close/>
                <a:moveTo>
                  <a:pt x="1212342" y="5143595"/>
                </a:moveTo>
                <a:lnTo>
                  <a:pt x="1212342" y="5059394"/>
                </a:lnTo>
                <a:lnTo>
                  <a:pt x="1191292" y="5043869"/>
                </a:lnTo>
                <a:cubicBezTo>
                  <a:pt x="1191768" y="5042821"/>
                  <a:pt x="1192149" y="5041678"/>
                  <a:pt x="1192149" y="5040440"/>
                </a:cubicBezTo>
                <a:cubicBezTo>
                  <a:pt x="1192149" y="5036058"/>
                  <a:pt x="1188625" y="5032534"/>
                  <a:pt x="1184243" y="5032534"/>
                </a:cubicBezTo>
                <a:cubicBezTo>
                  <a:pt x="1179862" y="5032534"/>
                  <a:pt x="1176338" y="5036058"/>
                  <a:pt x="1176338" y="5040440"/>
                </a:cubicBezTo>
                <a:cubicBezTo>
                  <a:pt x="1176338" y="5044821"/>
                  <a:pt x="1179862" y="5048345"/>
                  <a:pt x="1184243" y="5048345"/>
                </a:cubicBezTo>
                <a:cubicBezTo>
                  <a:pt x="1185672" y="5048345"/>
                  <a:pt x="1186910" y="5047869"/>
                  <a:pt x="1187958" y="5047298"/>
                </a:cubicBezTo>
                <a:lnTo>
                  <a:pt x="1207580" y="5061775"/>
                </a:lnTo>
                <a:lnTo>
                  <a:pt x="1207580" y="5143595"/>
                </a:lnTo>
                <a:lnTo>
                  <a:pt x="1212342" y="5143595"/>
                </a:lnTo>
                <a:close/>
                <a:moveTo>
                  <a:pt x="1184148" y="5043583"/>
                </a:moveTo>
                <a:cubicBezTo>
                  <a:pt x="1182434" y="5043583"/>
                  <a:pt x="1181005" y="5042154"/>
                  <a:pt x="1181005" y="5040440"/>
                </a:cubicBezTo>
                <a:cubicBezTo>
                  <a:pt x="1181005" y="5038725"/>
                  <a:pt x="1182434" y="5037297"/>
                  <a:pt x="1184148" y="5037297"/>
                </a:cubicBezTo>
                <a:cubicBezTo>
                  <a:pt x="1185863" y="5037297"/>
                  <a:pt x="1187291" y="5038725"/>
                  <a:pt x="1187291" y="5040440"/>
                </a:cubicBezTo>
                <a:cubicBezTo>
                  <a:pt x="1187291" y="5042154"/>
                  <a:pt x="1185863" y="5043583"/>
                  <a:pt x="1184148" y="5043583"/>
                </a:cubicBezTo>
                <a:close/>
                <a:moveTo>
                  <a:pt x="1172623" y="5143595"/>
                </a:moveTo>
                <a:lnTo>
                  <a:pt x="1172623" y="5075968"/>
                </a:lnTo>
                <a:lnTo>
                  <a:pt x="1161098" y="5064443"/>
                </a:lnTo>
                <a:lnTo>
                  <a:pt x="947738" y="5064443"/>
                </a:lnTo>
                <a:lnTo>
                  <a:pt x="928592" y="5042249"/>
                </a:lnTo>
                <a:lnTo>
                  <a:pt x="792956" y="5042249"/>
                </a:lnTo>
                <a:cubicBezTo>
                  <a:pt x="792766" y="5041202"/>
                  <a:pt x="792480" y="5040154"/>
                  <a:pt x="792099" y="5039107"/>
                </a:cubicBezTo>
                <a:cubicBezTo>
                  <a:pt x="790670" y="5035487"/>
                  <a:pt x="787813" y="5032724"/>
                  <a:pt x="784289" y="5031201"/>
                </a:cubicBezTo>
                <a:cubicBezTo>
                  <a:pt x="780669" y="5029676"/>
                  <a:pt x="776764" y="5029676"/>
                  <a:pt x="773144" y="5031201"/>
                </a:cubicBezTo>
                <a:cubicBezTo>
                  <a:pt x="769525" y="5032629"/>
                  <a:pt x="766763" y="5035487"/>
                  <a:pt x="765239" y="5039011"/>
                </a:cubicBezTo>
                <a:cubicBezTo>
                  <a:pt x="763715" y="5042631"/>
                  <a:pt x="763715" y="5046536"/>
                  <a:pt x="765239" y="5050155"/>
                </a:cubicBezTo>
                <a:cubicBezTo>
                  <a:pt x="766667" y="5053775"/>
                  <a:pt x="769525" y="5056537"/>
                  <a:pt x="773049" y="5058061"/>
                </a:cubicBezTo>
                <a:cubicBezTo>
                  <a:pt x="774859" y="5058823"/>
                  <a:pt x="776764" y="5059204"/>
                  <a:pt x="778669" y="5059204"/>
                </a:cubicBezTo>
                <a:cubicBezTo>
                  <a:pt x="780574" y="5059204"/>
                  <a:pt x="782384" y="5058823"/>
                  <a:pt x="784193" y="5058157"/>
                </a:cubicBezTo>
                <a:cubicBezTo>
                  <a:pt x="787813" y="5056728"/>
                  <a:pt x="790575" y="5053870"/>
                  <a:pt x="792099" y="5050346"/>
                </a:cubicBezTo>
                <a:cubicBezTo>
                  <a:pt x="792575" y="5049298"/>
                  <a:pt x="792861" y="5048155"/>
                  <a:pt x="792956" y="5047107"/>
                </a:cubicBezTo>
                <a:lnTo>
                  <a:pt x="926402" y="5047107"/>
                </a:lnTo>
                <a:lnTo>
                  <a:pt x="945547" y="5069301"/>
                </a:lnTo>
                <a:lnTo>
                  <a:pt x="1159097" y="5069301"/>
                </a:lnTo>
                <a:lnTo>
                  <a:pt x="1167765" y="5077968"/>
                </a:lnTo>
                <a:lnTo>
                  <a:pt x="1167765" y="5143595"/>
                </a:lnTo>
                <a:lnTo>
                  <a:pt x="1172528" y="5143595"/>
                </a:lnTo>
                <a:close/>
                <a:moveTo>
                  <a:pt x="787718" y="5048441"/>
                </a:moveTo>
                <a:cubicBezTo>
                  <a:pt x="786670" y="5050822"/>
                  <a:pt x="784860" y="5052727"/>
                  <a:pt x="782384" y="5053679"/>
                </a:cubicBezTo>
                <a:cubicBezTo>
                  <a:pt x="780002" y="5054727"/>
                  <a:pt x="777335" y="5054632"/>
                  <a:pt x="774859" y="5053679"/>
                </a:cubicBezTo>
                <a:cubicBezTo>
                  <a:pt x="772477" y="5052632"/>
                  <a:pt x="770573" y="5050822"/>
                  <a:pt x="769620" y="5048345"/>
                </a:cubicBezTo>
                <a:cubicBezTo>
                  <a:pt x="768668" y="5045964"/>
                  <a:pt x="768668" y="5043297"/>
                  <a:pt x="769620" y="5040821"/>
                </a:cubicBezTo>
                <a:cubicBezTo>
                  <a:pt x="771144" y="5037106"/>
                  <a:pt x="774859" y="5034820"/>
                  <a:pt x="778669" y="5034820"/>
                </a:cubicBezTo>
                <a:cubicBezTo>
                  <a:pt x="779907" y="5034820"/>
                  <a:pt x="781241" y="5035106"/>
                  <a:pt x="782479" y="5035582"/>
                </a:cubicBezTo>
                <a:cubicBezTo>
                  <a:pt x="784860" y="5036630"/>
                  <a:pt x="786765" y="5038440"/>
                  <a:pt x="787718" y="5040916"/>
                </a:cubicBezTo>
                <a:cubicBezTo>
                  <a:pt x="788670" y="5043297"/>
                  <a:pt x="788670" y="5045964"/>
                  <a:pt x="787718" y="5048441"/>
                </a:cubicBezTo>
                <a:close/>
                <a:moveTo>
                  <a:pt x="1280636" y="5143595"/>
                </a:moveTo>
                <a:lnTo>
                  <a:pt x="1286256" y="5143595"/>
                </a:lnTo>
                <a:lnTo>
                  <a:pt x="1286256" y="5066633"/>
                </a:lnTo>
                <a:cubicBezTo>
                  <a:pt x="1289495" y="5065586"/>
                  <a:pt x="1291781" y="5062728"/>
                  <a:pt x="1291781" y="5059204"/>
                </a:cubicBezTo>
                <a:cubicBezTo>
                  <a:pt x="1291781" y="5054822"/>
                  <a:pt x="1288256" y="5051298"/>
                  <a:pt x="1283875" y="5051298"/>
                </a:cubicBezTo>
                <a:cubicBezTo>
                  <a:pt x="1279493" y="5051298"/>
                  <a:pt x="1275969" y="5054822"/>
                  <a:pt x="1275969" y="5059204"/>
                </a:cubicBezTo>
                <a:cubicBezTo>
                  <a:pt x="1275969" y="5062728"/>
                  <a:pt x="1278350" y="5065681"/>
                  <a:pt x="1281494" y="5066633"/>
                </a:cubicBezTo>
                <a:lnTo>
                  <a:pt x="1281494" y="5142738"/>
                </a:lnTo>
                <a:lnTo>
                  <a:pt x="1280636" y="5143595"/>
                </a:lnTo>
                <a:close/>
                <a:moveTo>
                  <a:pt x="1280636" y="5059204"/>
                </a:moveTo>
                <a:cubicBezTo>
                  <a:pt x="1280636" y="5057490"/>
                  <a:pt x="1282065" y="5056061"/>
                  <a:pt x="1283780" y="5056061"/>
                </a:cubicBezTo>
                <a:cubicBezTo>
                  <a:pt x="1285494" y="5056061"/>
                  <a:pt x="1286923" y="5057490"/>
                  <a:pt x="1286923" y="5059204"/>
                </a:cubicBezTo>
                <a:cubicBezTo>
                  <a:pt x="1286923" y="5060919"/>
                  <a:pt x="1285494" y="5062347"/>
                  <a:pt x="1283780" y="5062347"/>
                </a:cubicBezTo>
                <a:cubicBezTo>
                  <a:pt x="1282065" y="5062347"/>
                  <a:pt x="1280636" y="5060919"/>
                  <a:pt x="1280636" y="5059204"/>
                </a:cubicBezTo>
                <a:close/>
                <a:moveTo>
                  <a:pt x="1245965" y="5067015"/>
                </a:moveTo>
                <a:lnTo>
                  <a:pt x="1250061" y="5067015"/>
                </a:lnTo>
                <a:cubicBezTo>
                  <a:pt x="1252823" y="5067015"/>
                  <a:pt x="1255109" y="5064728"/>
                  <a:pt x="1255109" y="5061966"/>
                </a:cubicBezTo>
                <a:lnTo>
                  <a:pt x="1255109" y="5049108"/>
                </a:lnTo>
                <a:cubicBezTo>
                  <a:pt x="1255109" y="5046345"/>
                  <a:pt x="1252823" y="5044059"/>
                  <a:pt x="1250061" y="5044059"/>
                </a:cubicBezTo>
                <a:lnTo>
                  <a:pt x="1237107" y="5044059"/>
                </a:lnTo>
                <a:cubicBezTo>
                  <a:pt x="1234345" y="5044059"/>
                  <a:pt x="1232059" y="5046345"/>
                  <a:pt x="1232059" y="5049108"/>
                </a:cubicBezTo>
                <a:lnTo>
                  <a:pt x="1232059" y="5061966"/>
                </a:lnTo>
                <a:cubicBezTo>
                  <a:pt x="1232059" y="5064728"/>
                  <a:pt x="1234345" y="5067015"/>
                  <a:pt x="1237107" y="5067015"/>
                </a:cubicBezTo>
                <a:lnTo>
                  <a:pt x="1241203" y="5067015"/>
                </a:lnTo>
                <a:lnTo>
                  <a:pt x="1241203" y="5143595"/>
                </a:lnTo>
                <a:lnTo>
                  <a:pt x="1246061" y="5143595"/>
                </a:lnTo>
                <a:lnTo>
                  <a:pt x="1246061" y="5067015"/>
                </a:lnTo>
                <a:close/>
                <a:moveTo>
                  <a:pt x="1237107" y="5062252"/>
                </a:moveTo>
                <a:lnTo>
                  <a:pt x="1236821" y="5061966"/>
                </a:lnTo>
                <a:lnTo>
                  <a:pt x="1237107" y="5048726"/>
                </a:lnTo>
                <a:lnTo>
                  <a:pt x="1250347" y="5049012"/>
                </a:lnTo>
                <a:lnTo>
                  <a:pt x="1250061" y="5062252"/>
                </a:lnTo>
                <a:lnTo>
                  <a:pt x="1237107" y="5062252"/>
                </a:lnTo>
                <a:close/>
                <a:moveTo>
                  <a:pt x="1972056" y="4740688"/>
                </a:moveTo>
                <a:lnTo>
                  <a:pt x="1957292" y="4740688"/>
                </a:lnTo>
                <a:cubicBezTo>
                  <a:pt x="1954721" y="4740688"/>
                  <a:pt x="1952625" y="4742784"/>
                  <a:pt x="1952625" y="4745355"/>
                </a:cubicBezTo>
                <a:lnTo>
                  <a:pt x="1952625" y="4760119"/>
                </a:lnTo>
                <a:cubicBezTo>
                  <a:pt x="1952625" y="4762691"/>
                  <a:pt x="1954721" y="4764786"/>
                  <a:pt x="1957292" y="4764786"/>
                </a:cubicBezTo>
                <a:lnTo>
                  <a:pt x="1972056" y="4764786"/>
                </a:lnTo>
                <a:cubicBezTo>
                  <a:pt x="1974628" y="4764786"/>
                  <a:pt x="1976723" y="4762691"/>
                  <a:pt x="1976723" y="4760119"/>
                </a:cubicBezTo>
                <a:lnTo>
                  <a:pt x="1976723" y="4755071"/>
                </a:lnTo>
                <a:lnTo>
                  <a:pt x="2038636" y="4754785"/>
                </a:lnTo>
                <a:lnTo>
                  <a:pt x="2039493" y="4754785"/>
                </a:lnTo>
                <a:lnTo>
                  <a:pt x="2165509" y="4654487"/>
                </a:lnTo>
                <a:cubicBezTo>
                  <a:pt x="2166461" y="4655535"/>
                  <a:pt x="2167509" y="4656392"/>
                  <a:pt x="2168843" y="4657059"/>
                </a:cubicBezTo>
                <a:cubicBezTo>
                  <a:pt x="2170652" y="4657916"/>
                  <a:pt x="2172557" y="4658392"/>
                  <a:pt x="2174462" y="4658392"/>
                </a:cubicBezTo>
                <a:cubicBezTo>
                  <a:pt x="2179130" y="4658392"/>
                  <a:pt x="2183606" y="4655820"/>
                  <a:pt x="2185797" y="4651439"/>
                </a:cubicBezTo>
                <a:cubicBezTo>
                  <a:pt x="2188940" y="4645247"/>
                  <a:pt x="2186369" y="4637628"/>
                  <a:pt x="2180177" y="4634484"/>
                </a:cubicBezTo>
                <a:cubicBezTo>
                  <a:pt x="2173986" y="4631341"/>
                  <a:pt x="2166366" y="4633913"/>
                  <a:pt x="2163223" y="4640104"/>
                </a:cubicBezTo>
                <a:cubicBezTo>
                  <a:pt x="2161508" y="4643438"/>
                  <a:pt x="2161604" y="4647153"/>
                  <a:pt x="2162937" y="4650391"/>
                </a:cubicBezTo>
                <a:lnTo>
                  <a:pt x="2037874" y="4749927"/>
                </a:lnTo>
                <a:lnTo>
                  <a:pt x="1976819" y="4750213"/>
                </a:lnTo>
                <a:lnTo>
                  <a:pt x="1976819" y="4745260"/>
                </a:lnTo>
                <a:cubicBezTo>
                  <a:pt x="1976819" y="4742688"/>
                  <a:pt x="1974723" y="4740593"/>
                  <a:pt x="1972151" y="4740593"/>
                </a:cubicBezTo>
                <a:close/>
                <a:moveTo>
                  <a:pt x="2167414" y="4642295"/>
                </a:moveTo>
                <a:cubicBezTo>
                  <a:pt x="2168747" y="4639532"/>
                  <a:pt x="2171605" y="4637913"/>
                  <a:pt x="2174462" y="4637913"/>
                </a:cubicBezTo>
                <a:cubicBezTo>
                  <a:pt x="2175605" y="4637913"/>
                  <a:pt x="2176844" y="4638199"/>
                  <a:pt x="2177987" y="4638770"/>
                </a:cubicBezTo>
                <a:cubicBezTo>
                  <a:pt x="2179892" y="4639723"/>
                  <a:pt x="2181225" y="4641342"/>
                  <a:pt x="2181892" y="4643343"/>
                </a:cubicBezTo>
                <a:cubicBezTo>
                  <a:pt x="2182559" y="4645343"/>
                  <a:pt x="2182368" y="4647438"/>
                  <a:pt x="2181511" y="4649343"/>
                </a:cubicBezTo>
                <a:cubicBezTo>
                  <a:pt x="2180558" y="4651248"/>
                  <a:pt x="2178939" y="4652582"/>
                  <a:pt x="2176939" y="4653248"/>
                </a:cubicBezTo>
                <a:cubicBezTo>
                  <a:pt x="2174939" y="4653915"/>
                  <a:pt x="2172843" y="4653725"/>
                  <a:pt x="2170938" y="4652868"/>
                </a:cubicBezTo>
                <a:cubicBezTo>
                  <a:pt x="2169033" y="4651915"/>
                  <a:pt x="2167700" y="4650296"/>
                  <a:pt x="2167033" y="4648295"/>
                </a:cubicBezTo>
                <a:cubicBezTo>
                  <a:pt x="2166366" y="4646295"/>
                  <a:pt x="2166557" y="4644200"/>
                  <a:pt x="2167414" y="4642295"/>
                </a:cubicBezTo>
                <a:close/>
                <a:moveTo>
                  <a:pt x="714851" y="5126641"/>
                </a:moveTo>
                <a:lnTo>
                  <a:pt x="714851" y="5143595"/>
                </a:lnTo>
                <a:lnTo>
                  <a:pt x="710089" y="5143595"/>
                </a:lnTo>
                <a:lnTo>
                  <a:pt x="710089" y="5126641"/>
                </a:lnTo>
                <a:lnTo>
                  <a:pt x="714851" y="5126641"/>
                </a:lnTo>
                <a:close/>
                <a:moveTo>
                  <a:pt x="710089" y="4990148"/>
                </a:moveTo>
                <a:lnTo>
                  <a:pt x="714851" y="4990148"/>
                </a:lnTo>
                <a:lnTo>
                  <a:pt x="714851" y="5007197"/>
                </a:lnTo>
                <a:lnTo>
                  <a:pt x="710089" y="5007197"/>
                </a:lnTo>
                <a:lnTo>
                  <a:pt x="710089" y="4990148"/>
                </a:lnTo>
                <a:close/>
                <a:moveTo>
                  <a:pt x="596837" y="4837462"/>
                </a:moveTo>
                <a:cubicBezTo>
                  <a:pt x="594265" y="4835557"/>
                  <a:pt x="591312" y="4834700"/>
                  <a:pt x="588359" y="4834700"/>
                </a:cubicBezTo>
                <a:cubicBezTo>
                  <a:pt x="583978" y="4834700"/>
                  <a:pt x="579596" y="4836700"/>
                  <a:pt x="576739" y="4840510"/>
                </a:cubicBezTo>
                <a:cubicBezTo>
                  <a:pt x="572072" y="4846892"/>
                  <a:pt x="573405" y="4855845"/>
                  <a:pt x="579787" y="4860512"/>
                </a:cubicBezTo>
                <a:cubicBezTo>
                  <a:pt x="581597" y="4861846"/>
                  <a:pt x="583692" y="4862703"/>
                  <a:pt x="585883" y="4862989"/>
                </a:cubicBezTo>
                <a:lnTo>
                  <a:pt x="585883" y="4872228"/>
                </a:lnTo>
                <a:lnTo>
                  <a:pt x="590645" y="4872228"/>
                </a:lnTo>
                <a:lnTo>
                  <a:pt x="590645" y="4862989"/>
                </a:lnTo>
                <a:cubicBezTo>
                  <a:pt x="594360" y="4862322"/>
                  <a:pt x="597599" y="4860417"/>
                  <a:pt x="599789" y="4857369"/>
                </a:cubicBezTo>
                <a:cubicBezTo>
                  <a:pt x="604457" y="4850987"/>
                  <a:pt x="603123" y="4842034"/>
                  <a:pt x="596741" y="4837367"/>
                </a:cubicBezTo>
                <a:close/>
                <a:moveTo>
                  <a:pt x="590169" y="4860512"/>
                </a:moveTo>
                <a:cubicBezTo>
                  <a:pt x="589598" y="4860512"/>
                  <a:pt x="588931" y="4860608"/>
                  <a:pt x="588359" y="4860608"/>
                </a:cubicBezTo>
                <a:cubicBezTo>
                  <a:pt x="585883" y="4860608"/>
                  <a:pt x="583502" y="4859846"/>
                  <a:pt x="581501" y="4858322"/>
                </a:cubicBezTo>
                <a:cubicBezTo>
                  <a:pt x="576263" y="4854512"/>
                  <a:pt x="575215" y="4847178"/>
                  <a:pt x="579025" y="4841939"/>
                </a:cubicBezTo>
                <a:cubicBezTo>
                  <a:pt x="582835" y="4836795"/>
                  <a:pt x="590169" y="4835652"/>
                  <a:pt x="595408" y="4839462"/>
                </a:cubicBezTo>
                <a:cubicBezTo>
                  <a:pt x="597884" y="4841272"/>
                  <a:pt x="599599" y="4844034"/>
                  <a:pt x="600075" y="4847082"/>
                </a:cubicBezTo>
                <a:cubicBezTo>
                  <a:pt x="600551" y="4850130"/>
                  <a:pt x="599789" y="4853273"/>
                  <a:pt x="597980" y="4855750"/>
                </a:cubicBezTo>
                <a:cubicBezTo>
                  <a:pt x="596170" y="4858227"/>
                  <a:pt x="593408" y="4859941"/>
                  <a:pt x="590360" y="4860417"/>
                </a:cubicBezTo>
                <a:close/>
                <a:moveTo>
                  <a:pt x="714851" y="5041392"/>
                </a:moveTo>
                <a:lnTo>
                  <a:pt x="710089" y="5041392"/>
                </a:lnTo>
                <a:lnTo>
                  <a:pt x="710089" y="5024342"/>
                </a:lnTo>
                <a:lnTo>
                  <a:pt x="714851" y="5024342"/>
                </a:lnTo>
                <a:lnTo>
                  <a:pt x="714851" y="5041392"/>
                </a:lnTo>
                <a:close/>
                <a:moveTo>
                  <a:pt x="590741" y="5129117"/>
                </a:moveTo>
                <a:lnTo>
                  <a:pt x="585978" y="5129117"/>
                </a:lnTo>
                <a:lnTo>
                  <a:pt x="585978" y="5107686"/>
                </a:lnTo>
                <a:lnTo>
                  <a:pt x="590741" y="5107686"/>
                </a:lnTo>
                <a:lnTo>
                  <a:pt x="590741" y="5129117"/>
                </a:lnTo>
                <a:close/>
                <a:moveTo>
                  <a:pt x="710089" y="4956048"/>
                </a:moveTo>
                <a:lnTo>
                  <a:pt x="714851" y="4956048"/>
                </a:lnTo>
                <a:lnTo>
                  <a:pt x="714851" y="4973098"/>
                </a:lnTo>
                <a:lnTo>
                  <a:pt x="710089" y="4973098"/>
                </a:lnTo>
                <a:lnTo>
                  <a:pt x="710089" y="4956048"/>
                </a:lnTo>
                <a:close/>
                <a:moveTo>
                  <a:pt x="714851" y="5109591"/>
                </a:moveTo>
                <a:lnTo>
                  <a:pt x="710089" y="5109591"/>
                </a:lnTo>
                <a:lnTo>
                  <a:pt x="710089" y="5092542"/>
                </a:lnTo>
                <a:lnTo>
                  <a:pt x="714851" y="5092542"/>
                </a:lnTo>
                <a:lnTo>
                  <a:pt x="714851" y="5109591"/>
                </a:lnTo>
                <a:close/>
                <a:moveTo>
                  <a:pt x="714851" y="5075492"/>
                </a:moveTo>
                <a:lnTo>
                  <a:pt x="710089" y="5075492"/>
                </a:lnTo>
                <a:lnTo>
                  <a:pt x="710089" y="5058442"/>
                </a:lnTo>
                <a:lnTo>
                  <a:pt x="714851" y="5058442"/>
                </a:lnTo>
                <a:lnTo>
                  <a:pt x="714851" y="5075492"/>
                </a:lnTo>
                <a:close/>
                <a:moveTo>
                  <a:pt x="1537049" y="5143595"/>
                </a:moveTo>
                <a:lnTo>
                  <a:pt x="1537049" y="5072825"/>
                </a:lnTo>
                <a:lnTo>
                  <a:pt x="1516856" y="5056061"/>
                </a:lnTo>
                <a:cubicBezTo>
                  <a:pt x="1517237" y="5055203"/>
                  <a:pt x="1517428" y="5054251"/>
                  <a:pt x="1517428" y="5053299"/>
                </a:cubicBezTo>
                <a:cubicBezTo>
                  <a:pt x="1517428" y="5048917"/>
                  <a:pt x="1513903" y="5045393"/>
                  <a:pt x="1509522" y="5045393"/>
                </a:cubicBezTo>
                <a:cubicBezTo>
                  <a:pt x="1505141" y="5045393"/>
                  <a:pt x="1501616" y="5048917"/>
                  <a:pt x="1501616" y="5053299"/>
                </a:cubicBezTo>
                <a:cubicBezTo>
                  <a:pt x="1501616" y="5057680"/>
                  <a:pt x="1505141" y="5061204"/>
                  <a:pt x="1509522" y="5061204"/>
                </a:cubicBezTo>
                <a:cubicBezTo>
                  <a:pt x="1511141" y="5061204"/>
                  <a:pt x="1512570" y="5060633"/>
                  <a:pt x="1513808" y="5059776"/>
                </a:cubicBezTo>
                <a:lnTo>
                  <a:pt x="1532287" y="5075111"/>
                </a:lnTo>
                <a:lnTo>
                  <a:pt x="1532287" y="5143595"/>
                </a:lnTo>
                <a:lnTo>
                  <a:pt x="1537049" y="5143595"/>
                </a:lnTo>
                <a:close/>
                <a:moveTo>
                  <a:pt x="1509522" y="5056442"/>
                </a:moveTo>
                <a:cubicBezTo>
                  <a:pt x="1507807" y="5056442"/>
                  <a:pt x="1506379" y="5055013"/>
                  <a:pt x="1506379" y="5053299"/>
                </a:cubicBezTo>
                <a:cubicBezTo>
                  <a:pt x="1506379" y="5051584"/>
                  <a:pt x="1507807" y="5050155"/>
                  <a:pt x="1509522" y="5050155"/>
                </a:cubicBezTo>
                <a:cubicBezTo>
                  <a:pt x="1511237" y="5050155"/>
                  <a:pt x="1512665" y="5051584"/>
                  <a:pt x="1512665" y="5053299"/>
                </a:cubicBezTo>
                <a:cubicBezTo>
                  <a:pt x="1512665" y="5055013"/>
                  <a:pt x="1511237" y="5056442"/>
                  <a:pt x="1509522" y="5056442"/>
                </a:cubicBezTo>
                <a:close/>
                <a:moveTo>
                  <a:pt x="557784" y="1760601"/>
                </a:moveTo>
                <a:cubicBezTo>
                  <a:pt x="563499" y="1759553"/>
                  <a:pt x="567976" y="1754696"/>
                  <a:pt x="567976" y="1748600"/>
                </a:cubicBezTo>
                <a:cubicBezTo>
                  <a:pt x="567976" y="1741742"/>
                  <a:pt x="562356" y="1736217"/>
                  <a:pt x="555593" y="1736217"/>
                </a:cubicBezTo>
                <a:cubicBezTo>
                  <a:pt x="548831" y="1736217"/>
                  <a:pt x="543211" y="1741837"/>
                  <a:pt x="543211" y="1748600"/>
                </a:cubicBezTo>
                <a:cubicBezTo>
                  <a:pt x="543211" y="1754505"/>
                  <a:pt x="547497" y="1759268"/>
                  <a:pt x="553117" y="1760506"/>
                </a:cubicBezTo>
                <a:lnTo>
                  <a:pt x="553117" y="1781080"/>
                </a:lnTo>
                <a:cubicBezTo>
                  <a:pt x="553117" y="1781080"/>
                  <a:pt x="470821" y="1867948"/>
                  <a:pt x="470821" y="1867948"/>
                </a:cubicBezTo>
                <a:cubicBezTo>
                  <a:pt x="469868" y="1867472"/>
                  <a:pt x="468916" y="1867186"/>
                  <a:pt x="467773" y="1867186"/>
                </a:cubicBezTo>
                <a:lnTo>
                  <a:pt x="455105" y="1867186"/>
                </a:lnTo>
                <a:cubicBezTo>
                  <a:pt x="451390" y="1867186"/>
                  <a:pt x="448247" y="1870234"/>
                  <a:pt x="448247" y="1874044"/>
                </a:cubicBezTo>
                <a:lnTo>
                  <a:pt x="448247" y="1886712"/>
                </a:lnTo>
                <a:cubicBezTo>
                  <a:pt x="448247" y="1890427"/>
                  <a:pt x="451295" y="1893570"/>
                  <a:pt x="455105" y="1893570"/>
                </a:cubicBezTo>
                <a:lnTo>
                  <a:pt x="467773" y="1893570"/>
                </a:lnTo>
                <a:cubicBezTo>
                  <a:pt x="471488" y="1893570"/>
                  <a:pt x="474631" y="1890522"/>
                  <a:pt x="474631" y="1886712"/>
                </a:cubicBezTo>
                <a:lnTo>
                  <a:pt x="474631" y="1874044"/>
                </a:lnTo>
                <a:cubicBezTo>
                  <a:pt x="474631" y="1873187"/>
                  <a:pt x="474440" y="1872329"/>
                  <a:pt x="474155" y="1871472"/>
                </a:cubicBezTo>
                <a:lnTo>
                  <a:pt x="557879" y="1782985"/>
                </a:lnTo>
                <a:lnTo>
                  <a:pt x="557879" y="1760601"/>
                </a:lnTo>
                <a:close/>
                <a:moveTo>
                  <a:pt x="469773" y="1886617"/>
                </a:moveTo>
                <a:cubicBezTo>
                  <a:pt x="469773" y="1887760"/>
                  <a:pt x="468821" y="1888712"/>
                  <a:pt x="467678" y="1888712"/>
                </a:cubicBezTo>
                <a:lnTo>
                  <a:pt x="455009" y="1888712"/>
                </a:lnTo>
                <a:cubicBezTo>
                  <a:pt x="453866" y="1888712"/>
                  <a:pt x="452914" y="1887760"/>
                  <a:pt x="452914" y="1886617"/>
                </a:cubicBezTo>
                <a:lnTo>
                  <a:pt x="452914" y="1873949"/>
                </a:lnTo>
                <a:cubicBezTo>
                  <a:pt x="452914" y="1872806"/>
                  <a:pt x="453866" y="1871853"/>
                  <a:pt x="455009" y="1871853"/>
                </a:cubicBezTo>
                <a:lnTo>
                  <a:pt x="467678" y="1871853"/>
                </a:lnTo>
                <a:cubicBezTo>
                  <a:pt x="468821" y="1871853"/>
                  <a:pt x="469773" y="1872806"/>
                  <a:pt x="469773" y="1873949"/>
                </a:cubicBezTo>
                <a:lnTo>
                  <a:pt x="469773" y="1886617"/>
                </a:lnTo>
                <a:close/>
                <a:moveTo>
                  <a:pt x="547878" y="1748600"/>
                </a:moveTo>
                <a:cubicBezTo>
                  <a:pt x="547878" y="1744409"/>
                  <a:pt x="551307" y="1740980"/>
                  <a:pt x="555498" y="1740980"/>
                </a:cubicBezTo>
                <a:cubicBezTo>
                  <a:pt x="559689" y="1740980"/>
                  <a:pt x="563118" y="1744409"/>
                  <a:pt x="563118" y="1748600"/>
                </a:cubicBezTo>
                <a:cubicBezTo>
                  <a:pt x="563118" y="1752791"/>
                  <a:pt x="559689" y="1756220"/>
                  <a:pt x="555498" y="1756220"/>
                </a:cubicBezTo>
                <a:cubicBezTo>
                  <a:pt x="551307" y="1756220"/>
                  <a:pt x="547878" y="1752791"/>
                  <a:pt x="547878" y="1748600"/>
                </a:cubicBezTo>
                <a:close/>
                <a:moveTo>
                  <a:pt x="1499330" y="5143595"/>
                </a:moveTo>
                <a:lnTo>
                  <a:pt x="1499330" y="5096733"/>
                </a:lnTo>
                <a:cubicBezTo>
                  <a:pt x="1502569" y="5095684"/>
                  <a:pt x="1504855" y="5092827"/>
                  <a:pt x="1504855" y="5089303"/>
                </a:cubicBezTo>
                <a:cubicBezTo>
                  <a:pt x="1504855" y="5084922"/>
                  <a:pt x="1501331" y="5081397"/>
                  <a:pt x="1496949" y="5081397"/>
                </a:cubicBezTo>
                <a:cubicBezTo>
                  <a:pt x="1492568" y="5081397"/>
                  <a:pt x="1489043" y="5084922"/>
                  <a:pt x="1489043" y="5089303"/>
                </a:cubicBezTo>
                <a:cubicBezTo>
                  <a:pt x="1489043" y="5092827"/>
                  <a:pt x="1491425" y="5095684"/>
                  <a:pt x="1494568" y="5096733"/>
                </a:cubicBezTo>
                <a:lnTo>
                  <a:pt x="1494568" y="5143595"/>
                </a:lnTo>
                <a:lnTo>
                  <a:pt x="1499330" y="5143595"/>
                </a:lnTo>
                <a:close/>
                <a:moveTo>
                  <a:pt x="1493806" y="5089303"/>
                </a:moveTo>
                <a:cubicBezTo>
                  <a:pt x="1493806" y="5087588"/>
                  <a:pt x="1495235" y="5086159"/>
                  <a:pt x="1496949" y="5086159"/>
                </a:cubicBezTo>
                <a:cubicBezTo>
                  <a:pt x="1498664" y="5086159"/>
                  <a:pt x="1500092" y="5087588"/>
                  <a:pt x="1500092" y="5089303"/>
                </a:cubicBezTo>
                <a:cubicBezTo>
                  <a:pt x="1500092" y="5091017"/>
                  <a:pt x="1498664" y="5092446"/>
                  <a:pt x="1496949" y="5092446"/>
                </a:cubicBezTo>
                <a:cubicBezTo>
                  <a:pt x="1495235" y="5092446"/>
                  <a:pt x="1493806" y="5091017"/>
                  <a:pt x="1493806" y="5089303"/>
                </a:cubicBezTo>
                <a:close/>
                <a:moveTo>
                  <a:pt x="595408" y="4848987"/>
                </a:moveTo>
                <a:cubicBezTo>
                  <a:pt x="595408" y="4852893"/>
                  <a:pt x="592265" y="4856036"/>
                  <a:pt x="588359" y="4856036"/>
                </a:cubicBezTo>
                <a:cubicBezTo>
                  <a:pt x="584454" y="4856036"/>
                  <a:pt x="581311" y="4852893"/>
                  <a:pt x="581311" y="4848987"/>
                </a:cubicBezTo>
                <a:cubicBezTo>
                  <a:pt x="581311" y="4845082"/>
                  <a:pt x="584454" y="4841939"/>
                  <a:pt x="588359" y="4841939"/>
                </a:cubicBezTo>
                <a:cubicBezTo>
                  <a:pt x="592265" y="4841939"/>
                  <a:pt x="595408" y="4845082"/>
                  <a:pt x="595408" y="4848987"/>
                </a:cubicBezTo>
                <a:close/>
                <a:moveTo>
                  <a:pt x="1557147" y="5081397"/>
                </a:moveTo>
                <a:lnTo>
                  <a:pt x="1575149" y="5060823"/>
                </a:lnTo>
                <a:cubicBezTo>
                  <a:pt x="1575816" y="5061014"/>
                  <a:pt x="1576388" y="5061204"/>
                  <a:pt x="1577054" y="5061204"/>
                </a:cubicBezTo>
                <a:cubicBezTo>
                  <a:pt x="1581436" y="5061204"/>
                  <a:pt x="1584960" y="5057680"/>
                  <a:pt x="1584960" y="5053299"/>
                </a:cubicBezTo>
                <a:cubicBezTo>
                  <a:pt x="1584960" y="5048917"/>
                  <a:pt x="1581436" y="5045393"/>
                  <a:pt x="1577054" y="5045393"/>
                </a:cubicBezTo>
                <a:cubicBezTo>
                  <a:pt x="1572673" y="5045393"/>
                  <a:pt x="1569149" y="5048917"/>
                  <a:pt x="1569149" y="5053299"/>
                </a:cubicBezTo>
                <a:cubicBezTo>
                  <a:pt x="1569149" y="5055203"/>
                  <a:pt x="1569911" y="5056918"/>
                  <a:pt x="1571053" y="5058251"/>
                </a:cubicBezTo>
                <a:lnTo>
                  <a:pt x="1552385" y="5079588"/>
                </a:lnTo>
                <a:lnTo>
                  <a:pt x="1552385" y="5143595"/>
                </a:lnTo>
                <a:lnTo>
                  <a:pt x="1557242" y="5143595"/>
                </a:lnTo>
                <a:lnTo>
                  <a:pt x="1557242" y="5081397"/>
                </a:lnTo>
                <a:close/>
                <a:moveTo>
                  <a:pt x="1577054" y="5050155"/>
                </a:moveTo>
                <a:cubicBezTo>
                  <a:pt x="1578769" y="5050155"/>
                  <a:pt x="1580198" y="5051584"/>
                  <a:pt x="1580198" y="5053299"/>
                </a:cubicBezTo>
                <a:cubicBezTo>
                  <a:pt x="1580198" y="5055013"/>
                  <a:pt x="1578769" y="5056442"/>
                  <a:pt x="1577054" y="5056442"/>
                </a:cubicBezTo>
                <a:cubicBezTo>
                  <a:pt x="1575340" y="5056442"/>
                  <a:pt x="1573911" y="5055013"/>
                  <a:pt x="1573911" y="5053299"/>
                </a:cubicBezTo>
                <a:cubicBezTo>
                  <a:pt x="1573911" y="5051584"/>
                  <a:pt x="1575340" y="5050155"/>
                  <a:pt x="1577054" y="5050155"/>
                </a:cubicBezTo>
                <a:close/>
                <a:moveTo>
                  <a:pt x="590741" y="5086255"/>
                </a:moveTo>
                <a:lnTo>
                  <a:pt x="585978" y="5086255"/>
                </a:lnTo>
                <a:lnTo>
                  <a:pt x="585978" y="5064824"/>
                </a:lnTo>
                <a:lnTo>
                  <a:pt x="590741" y="5064824"/>
                </a:lnTo>
                <a:lnTo>
                  <a:pt x="590741" y="5086255"/>
                </a:lnTo>
                <a:close/>
                <a:moveTo>
                  <a:pt x="789432" y="4541806"/>
                </a:moveTo>
                <a:cubicBezTo>
                  <a:pt x="787527" y="4536472"/>
                  <a:pt x="781717" y="4533614"/>
                  <a:pt x="776383" y="4535520"/>
                </a:cubicBezTo>
                <a:cubicBezTo>
                  <a:pt x="771049" y="4537424"/>
                  <a:pt x="768191" y="4543235"/>
                  <a:pt x="770096" y="4548569"/>
                </a:cubicBezTo>
                <a:cubicBezTo>
                  <a:pt x="772001" y="4553903"/>
                  <a:pt x="777812" y="4556760"/>
                  <a:pt x="783146" y="4554855"/>
                </a:cubicBezTo>
                <a:cubicBezTo>
                  <a:pt x="783812" y="4554570"/>
                  <a:pt x="784384" y="4554093"/>
                  <a:pt x="784955" y="4553807"/>
                </a:cubicBezTo>
                <a:lnTo>
                  <a:pt x="899160" y="4686586"/>
                </a:lnTo>
                <a:lnTo>
                  <a:pt x="899160" y="4750404"/>
                </a:lnTo>
                <a:lnTo>
                  <a:pt x="894969" y="4750404"/>
                </a:lnTo>
                <a:cubicBezTo>
                  <a:pt x="892207" y="4750404"/>
                  <a:pt x="889921" y="4752689"/>
                  <a:pt x="889921" y="4755452"/>
                </a:cubicBezTo>
                <a:lnTo>
                  <a:pt x="889921" y="4768406"/>
                </a:lnTo>
                <a:cubicBezTo>
                  <a:pt x="889921" y="4771168"/>
                  <a:pt x="892207" y="4773454"/>
                  <a:pt x="894969" y="4773454"/>
                </a:cubicBezTo>
                <a:lnTo>
                  <a:pt x="899255" y="4773454"/>
                </a:lnTo>
                <a:lnTo>
                  <a:pt x="898684" y="4822984"/>
                </a:lnTo>
                <a:lnTo>
                  <a:pt x="929735" y="4860322"/>
                </a:lnTo>
                <a:cubicBezTo>
                  <a:pt x="928783" y="4861846"/>
                  <a:pt x="928116" y="4863561"/>
                  <a:pt x="928116" y="4865465"/>
                </a:cubicBezTo>
                <a:cubicBezTo>
                  <a:pt x="928116" y="4870895"/>
                  <a:pt x="932498" y="4875181"/>
                  <a:pt x="937832" y="4875181"/>
                </a:cubicBezTo>
                <a:cubicBezTo>
                  <a:pt x="943166" y="4875181"/>
                  <a:pt x="947547" y="4870799"/>
                  <a:pt x="947547" y="4865465"/>
                </a:cubicBezTo>
                <a:cubicBezTo>
                  <a:pt x="947547" y="4860131"/>
                  <a:pt x="943166" y="4855750"/>
                  <a:pt x="937832" y="4855750"/>
                </a:cubicBezTo>
                <a:cubicBezTo>
                  <a:pt x="936117" y="4855750"/>
                  <a:pt x="934593" y="4856321"/>
                  <a:pt x="933164" y="4857084"/>
                </a:cubicBezTo>
                <a:lnTo>
                  <a:pt x="903446" y="4821365"/>
                </a:lnTo>
                <a:lnTo>
                  <a:pt x="903923" y="4773549"/>
                </a:lnTo>
                <a:lnTo>
                  <a:pt x="907733" y="4773549"/>
                </a:lnTo>
                <a:cubicBezTo>
                  <a:pt x="910495" y="4773549"/>
                  <a:pt x="912781" y="4771263"/>
                  <a:pt x="912781" y="4768501"/>
                </a:cubicBezTo>
                <a:lnTo>
                  <a:pt x="912781" y="4755547"/>
                </a:lnTo>
                <a:cubicBezTo>
                  <a:pt x="912781" y="4752785"/>
                  <a:pt x="910495" y="4750499"/>
                  <a:pt x="907733" y="4750499"/>
                </a:cubicBezTo>
                <a:lnTo>
                  <a:pt x="903732" y="4750499"/>
                </a:lnTo>
                <a:lnTo>
                  <a:pt x="903732" y="4684871"/>
                </a:lnTo>
                <a:lnTo>
                  <a:pt x="788289" y="4550569"/>
                </a:lnTo>
                <a:lnTo>
                  <a:pt x="788003" y="4550855"/>
                </a:lnTo>
                <a:cubicBezTo>
                  <a:pt x="789718" y="4548283"/>
                  <a:pt x="790385" y="4545045"/>
                  <a:pt x="789337" y="4541901"/>
                </a:cubicBezTo>
                <a:close/>
                <a:moveTo>
                  <a:pt x="908209" y="4755547"/>
                </a:moveTo>
                <a:lnTo>
                  <a:pt x="908209" y="4768501"/>
                </a:lnTo>
                <a:cubicBezTo>
                  <a:pt x="908209" y="4768501"/>
                  <a:pt x="908018" y="4768787"/>
                  <a:pt x="907923" y="4768787"/>
                </a:cubicBezTo>
                <a:lnTo>
                  <a:pt x="894683" y="4768501"/>
                </a:lnTo>
                <a:lnTo>
                  <a:pt x="894969" y="4755261"/>
                </a:lnTo>
                <a:lnTo>
                  <a:pt x="908209" y="4755547"/>
                </a:lnTo>
                <a:close/>
                <a:moveTo>
                  <a:pt x="548259" y="629602"/>
                </a:moveTo>
                <a:lnTo>
                  <a:pt x="543020" y="633889"/>
                </a:lnTo>
                <a:lnTo>
                  <a:pt x="538448" y="628364"/>
                </a:lnTo>
                <a:lnTo>
                  <a:pt x="543687" y="624078"/>
                </a:lnTo>
                <a:lnTo>
                  <a:pt x="548259" y="629602"/>
                </a:lnTo>
                <a:close/>
                <a:moveTo>
                  <a:pt x="561975" y="560165"/>
                </a:moveTo>
                <a:lnTo>
                  <a:pt x="569119" y="560165"/>
                </a:lnTo>
                <a:lnTo>
                  <a:pt x="569119" y="567785"/>
                </a:lnTo>
                <a:lnTo>
                  <a:pt x="561975" y="567785"/>
                </a:lnTo>
                <a:lnTo>
                  <a:pt x="561975" y="560165"/>
                </a:lnTo>
                <a:close/>
                <a:moveTo>
                  <a:pt x="523970" y="70485"/>
                </a:moveTo>
                <a:lnTo>
                  <a:pt x="528733" y="70485"/>
                </a:lnTo>
                <a:lnTo>
                  <a:pt x="528733" y="90583"/>
                </a:lnTo>
                <a:lnTo>
                  <a:pt x="523970" y="90583"/>
                </a:lnTo>
                <a:lnTo>
                  <a:pt x="523970" y="70485"/>
                </a:lnTo>
                <a:close/>
                <a:moveTo>
                  <a:pt x="569119" y="552545"/>
                </a:moveTo>
                <a:lnTo>
                  <a:pt x="561975" y="552545"/>
                </a:lnTo>
                <a:lnTo>
                  <a:pt x="561975" y="547783"/>
                </a:lnTo>
                <a:lnTo>
                  <a:pt x="569119" y="547783"/>
                </a:lnTo>
                <a:lnTo>
                  <a:pt x="569119" y="552545"/>
                </a:lnTo>
                <a:close/>
                <a:moveTo>
                  <a:pt x="561975" y="606076"/>
                </a:moveTo>
                <a:lnTo>
                  <a:pt x="569119" y="606076"/>
                </a:lnTo>
                <a:lnTo>
                  <a:pt x="569119" y="612553"/>
                </a:lnTo>
                <a:lnTo>
                  <a:pt x="564166" y="616649"/>
                </a:lnTo>
                <a:lnTo>
                  <a:pt x="559594" y="611124"/>
                </a:lnTo>
                <a:lnTo>
                  <a:pt x="561975" y="609219"/>
                </a:lnTo>
                <a:lnTo>
                  <a:pt x="561975" y="606171"/>
                </a:lnTo>
                <a:close/>
                <a:moveTo>
                  <a:pt x="561975" y="575405"/>
                </a:moveTo>
                <a:lnTo>
                  <a:pt x="569119" y="575405"/>
                </a:lnTo>
                <a:lnTo>
                  <a:pt x="569119" y="583025"/>
                </a:lnTo>
                <a:lnTo>
                  <a:pt x="561975" y="583025"/>
                </a:lnTo>
                <a:lnTo>
                  <a:pt x="561975" y="575405"/>
                </a:lnTo>
                <a:close/>
                <a:moveTo>
                  <a:pt x="561975" y="590741"/>
                </a:moveTo>
                <a:lnTo>
                  <a:pt x="569119" y="590741"/>
                </a:lnTo>
                <a:lnTo>
                  <a:pt x="569119" y="598361"/>
                </a:lnTo>
                <a:lnTo>
                  <a:pt x="561975" y="598361"/>
                </a:lnTo>
                <a:lnTo>
                  <a:pt x="561975" y="590741"/>
                </a:lnTo>
                <a:close/>
                <a:moveTo>
                  <a:pt x="558832" y="620935"/>
                </a:moveTo>
                <a:lnTo>
                  <a:pt x="553593" y="625221"/>
                </a:lnTo>
                <a:lnTo>
                  <a:pt x="549021" y="619697"/>
                </a:lnTo>
                <a:lnTo>
                  <a:pt x="554260" y="615410"/>
                </a:lnTo>
                <a:lnTo>
                  <a:pt x="558832" y="620935"/>
                </a:lnTo>
                <a:close/>
                <a:moveTo>
                  <a:pt x="396526" y="53340"/>
                </a:moveTo>
                <a:lnTo>
                  <a:pt x="401288" y="53340"/>
                </a:lnTo>
                <a:lnTo>
                  <a:pt x="401288" y="73152"/>
                </a:lnTo>
                <a:lnTo>
                  <a:pt x="396526" y="73152"/>
                </a:lnTo>
                <a:lnTo>
                  <a:pt x="396526" y="53340"/>
                </a:lnTo>
                <a:close/>
                <a:moveTo>
                  <a:pt x="396526" y="13811"/>
                </a:moveTo>
                <a:lnTo>
                  <a:pt x="401288" y="13811"/>
                </a:lnTo>
                <a:lnTo>
                  <a:pt x="401288" y="33623"/>
                </a:lnTo>
                <a:lnTo>
                  <a:pt x="396526" y="33623"/>
                </a:lnTo>
                <a:lnTo>
                  <a:pt x="396526" y="13811"/>
                </a:lnTo>
                <a:close/>
                <a:moveTo>
                  <a:pt x="396526" y="171926"/>
                </a:moveTo>
                <a:lnTo>
                  <a:pt x="401288" y="171926"/>
                </a:lnTo>
                <a:lnTo>
                  <a:pt x="401288" y="191738"/>
                </a:lnTo>
                <a:lnTo>
                  <a:pt x="396526" y="191738"/>
                </a:lnTo>
                <a:lnTo>
                  <a:pt x="396526" y="171926"/>
                </a:lnTo>
                <a:close/>
                <a:moveTo>
                  <a:pt x="396526" y="92869"/>
                </a:moveTo>
                <a:lnTo>
                  <a:pt x="401288" y="92869"/>
                </a:lnTo>
                <a:lnTo>
                  <a:pt x="401288" y="112681"/>
                </a:lnTo>
                <a:lnTo>
                  <a:pt x="396526" y="112681"/>
                </a:lnTo>
                <a:lnTo>
                  <a:pt x="396526" y="92869"/>
                </a:lnTo>
                <a:close/>
                <a:moveTo>
                  <a:pt x="401288" y="152210"/>
                </a:moveTo>
                <a:lnTo>
                  <a:pt x="396526" y="152210"/>
                </a:lnTo>
                <a:lnTo>
                  <a:pt x="396526" y="132398"/>
                </a:lnTo>
                <a:lnTo>
                  <a:pt x="401288" y="132398"/>
                </a:lnTo>
                <a:lnTo>
                  <a:pt x="401288" y="152210"/>
                </a:lnTo>
                <a:close/>
                <a:moveTo>
                  <a:pt x="522637" y="641318"/>
                </a:moveTo>
                <a:lnTo>
                  <a:pt x="520637" y="642938"/>
                </a:lnTo>
                <a:cubicBezTo>
                  <a:pt x="519017" y="641795"/>
                  <a:pt x="517208" y="640937"/>
                  <a:pt x="515112" y="640937"/>
                </a:cubicBezTo>
                <a:cubicBezTo>
                  <a:pt x="509683" y="640937"/>
                  <a:pt x="505301" y="645319"/>
                  <a:pt x="505301" y="650748"/>
                </a:cubicBezTo>
                <a:cubicBezTo>
                  <a:pt x="505301" y="656177"/>
                  <a:pt x="509683" y="660559"/>
                  <a:pt x="515112" y="660559"/>
                </a:cubicBezTo>
                <a:cubicBezTo>
                  <a:pt x="520541" y="660559"/>
                  <a:pt x="524923" y="656177"/>
                  <a:pt x="524923" y="650748"/>
                </a:cubicBezTo>
                <a:cubicBezTo>
                  <a:pt x="524923" y="650177"/>
                  <a:pt x="524637" y="649605"/>
                  <a:pt x="524542" y="649034"/>
                </a:cubicBezTo>
                <a:lnTo>
                  <a:pt x="527209" y="646843"/>
                </a:lnTo>
                <a:lnTo>
                  <a:pt x="522637" y="641318"/>
                </a:lnTo>
                <a:close/>
                <a:moveTo>
                  <a:pt x="515112" y="655796"/>
                </a:moveTo>
                <a:cubicBezTo>
                  <a:pt x="512350" y="655796"/>
                  <a:pt x="510064" y="653510"/>
                  <a:pt x="510064" y="650748"/>
                </a:cubicBezTo>
                <a:cubicBezTo>
                  <a:pt x="510064" y="647986"/>
                  <a:pt x="512350" y="645700"/>
                  <a:pt x="515112" y="645700"/>
                </a:cubicBezTo>
                <a:cubicBezTo>
                  <a:pt x="517874" y="645700"/>
                  <a:pt x="520160" y="647986"/>
                  <a:pt x="520160" y="650748"/>
                </a:cubicBezTo>
                <a:cubicBezTo>
                  <a:pt x="520160" y="653510"/>
                  <a:pt x="517874" y="655796"/>
                  <a:pt x="515112" y="655796"/>
                </a:cubicBezTo>
                <a:close/>
                <a:moveTo>
                  <a:pt x="527971" y="637032"/>
                </a:moveTo>
                <a:lnTo>
                  <a:pt x="533210" y="632746"/>
                </a:lnTo>
                <a:lnTo>
                  <a:pt x="537782" y="638270"/>
                </a:lnTo>
                <a:lnTo>
                  <a:pt x="532543" y="642557"/>
                </a:lnTo>
                <a:lnTo>
                  <a:pt x="527971" y="637032"/>
                </a:lnTo>
                <a:close/>
                <a:moveTo>
                  <a:pt x="680180" y="598361"/>
                </a:moveTo>
                <a:lnTo>
                  <a:pt x="673037" y="598361"/>
                </a:lnTo>
                <a:lnTo>
                  <a:pt x="673037" y="590741"/>
                </a:lnTo>
                <a:lnTo>
                  <a:pt x="680180" y="590741"/>
                </a:lnTo>
                <a:lnTo>
                  <a:pt x="680180" y="598361"/>
                </a:lnTo>
                <a:close/>
                <a:moveTo>
                  <a:pt x="514922" y="243173"/>
                </a:moveTo>
                <a:lnTo>
                  <a:pt x="514922" y="255842"/>
                </a:lnTo>
                <a:cubicBezTo>
                  <a:pt x="514922" y="258318"/>
                  <a:pt x="516922" y="260318"/>
                  <a:pt x="519398" y="260318"/>
                </a:cubicBezTo>
                <a:lnTo>
                  <a:pt x="532067" y="260318"/>
                </a:lnTo>
                <a:cubicBezTo>
                  <a:pt x="532067" y="260318"/>
                  <a:pt x="532733" y="260223"/>
                  <a:pt x="533114" y="260128"/>
                </a:cubicBezTo>
                <a:lnTo>
                  <a:pt x="677799" y="427577"/>
                </a:lnTo>
                <a:lnTo>
                  <a:pt x="677799" y="487204"/>
                </a:lnTo>
                <a:lnTo>
                  <a:pt x="673989" y="487204"/>
                </a:lnTo>
                <a:cubicBezTo>
                  <a:pt x="668560" y="487204"/>
                  <a:pt x="664178" y="491585"/>
                  <a:pt x="664178" y="497014"/>
                </a:cubicBezTo>
                <a:lnTo>
                  <a:pt x="664178" y="535686"/>
                </a:lnTo>
                <a:cubicBezTo>
                  <a:pt x="664178" y="541115"/>
                  <a:pt x="668560" y="545497"/>
                  <a:pt x="673989" y="545497"/>
                </a:cubicBezTo>
                <a:lnTo>
                  <a:pt x="686372" y="545497"/>
                </a:lnTo>
                <a:cubicBezTo>
                  <a:pt x="691801" y="545497"/>
                  <a:pt x="696182" y="541115"/>
                  <a:pt x="696182" y="535686"/>
                </a:cubicBezTo>
                <a:lnTo>
                  <a:pt x="696182" y="497014"/>
                </a:lnTo>
                <a:cubicBezTo>
                  <a:pt x="696182" y="491585"/>
                  <a:pt x="691801" y="487204"/>
                  <a:pt x="686372" y="487204"/>
                </a:cubicBezTo>
                <a:lnTo>
                  <a:pt x="682562" y="487204"/>
                </a:lnTo>
                <a:lnTo>
                  <a:pt x="682562" y="425768"/>
                </a:lnTo>
                <a:lnTo>
                  <a:pt x="536543" y="256699"/>
                </a:lnTo>
                <a:lnTo>
                  <a:pt x="536353" y="256889"/>
                </a:lnTo>
                <a:cubicBezTo>
                  <a:pt x="536353" y="256889"/>
                  <a:pt x="536543" y="256223"/>
                  <a:pt x="536543" y="255746"/>
                </a:cubicBezTo>
                <a:lnTo>
                  <a:pt x="536543" y="243078"/>
                </a:lnTo>
                <a:cubicBezTo>
                  <a:pt x="536543" y="240602"/>
                  <a:pt x="534543" y="238601"/>
                  <a:pt x="532067" y="238601"/>
                </a:cubicBezTo>
                <a:lnTo>
                  <a:pt x="528828" y="238601"/>
                </a:lnTo>
                <a:lnTo>
                  <a:pt x="528828" y="231267"/>
                </a:lnTo>
                <a:lnTo>
                  <a:pt x="524065" y="231267"/>
                </a:lnTo>
                <a:lnTo>
                  <a:pt x="524065" y="238601"/>
                </a:lnTo>
                <a:lnTo>
                  <a:pt x="519398" y="238601"/>
                </a:lnTo>
                <a:cubicBezTo>
                  <a:pt x="516922" y="238601"/>
                  <a:pt x="514922" y="240602"/>
                  <a:pt x="514922" y="243078"/>
                </a:cubicBezTo>
                <a:close/>
                <a:moveTo>
                  <a:pt x="691325" y="535781"/>
                </a:moveTo>
                <a:cubicBezTo>
                  <a:pt x="691325" y="538544"/>
                  <a:pt x="689039" y="540830"/>
                  <a:pt x="686276" y="540830"/>
                </a:cubicBezTo>
                <a:lnTo>
                  <a:pt x="673894" y="540830"/>
                </a:lnTo>
                <a:cubicBezTo>
                  <a:pt x="671132" y="540830"/>
                  <a:pt x="668846" y="538544"/>
                  <a:pt x="668846" y="535781"/>
                </a:cubicBezTo>
                <a:lnTo>
                  <a:pt x="668846" y="534448"/>
                </a:lnTo>
                <a:lnTo>
                  <a:pt x="691229" y="534448"/>
                </a:lnTo>
                <a:lnTo>
                  <a:pt x="691229" y="535781"/>
                </a:lnTo>
                <a:close/>
                <a:moveTo>
                  <a:pt x="691325" y="528542"/>
                </a:moveTo>
                <a:lnTo>
                  <a:pt x="668941" y="528542"/>
                </a:lnTo>
                <a:lnTo>
                  <a:pt x="668941" y="510064"/>
                </a:lnTo>
                <a:lnTo>
                  <a:pt x="691325" y="510064"/>
                </a:lnTo>
                <a:lnTo>
                  <a:pt x="691325" y="528542"/>
                </a:lnTo>
                <a:close/>
                <a:moveTo>
                  <a:pt x="691325" y="507111"/>
                </a:moveTo>
                <a:lnTo>
                  <a:pt x="668941" y="507111"/>
                </a:lnTo>
                <a:lnTo>
                  <a:pt x="668941" y="501872"/>
                </a:lnTo>
                <a:lnTo>
                  <a:pt x="691325" y="501872"/>
                </a:lnTo>
                <a:lnTo>
                  <a:pt x="691325" y="507111"/>
                </a:lnTo>
                <a:close/>
                <a:moveTo>
                  <a:pt x="686276" y="492062"/>
                </a:moveTo>
                <a:cubicBezTo>
                  <a:pt x="689039" y="492062"/>
                  <a:pt x="691325" y="494348"/>
                  <a:pt x="691325" y="497110"/>
                </a:cubicBezTo>
                <a:lnTo>
                  <a:pt x="691325" y="497300"/>
                </a:lnTo>
                <a:lnTo>
                  <a:pt x="668941" y="497300"/>
                </a:lnTo>
                <a:lnTo>
                  <a:pt x="668941" y="497110"/>
                </a:lnTo>
                <a:cubicBezTo>
                  <a:pt x="668941" y="494348"/>
                  <a:pt x="671227" y="492062"/>
                  <a:pt x="673989" y="492062"/>
                </a:cubicBezTo>
                <a:lnTo>
                  <a:pt x="686372" y="492062"/>
                </a:lnTo>
                <a:close/>
                <a:moveTo>
                  <a:pt x="2944463" y="4600004"/>
                </a:moveTo>
                <a:lnTo>
                  <a:pt x="2973991" y="4600004"/>
                </a:lnTo>
                <a:cubicBezTo>
                  <a:pt x="2975991" y="4600004"/>
                  <a:pt x="2977610" y="4598385"/>
                  <a:pt x="2977610" y="4596384"/>
                </a:cubicBezTo>
                <a:lnTo>
                  <a:pt x="2977610" y="4583335"/>
                </a:lnTo>
                <a:cubicBezTo>
                  <a:pt x="2977610" y="4581335"/>
                  <a:pt x="2975991" y="4579715"/>
                  <a:pt x="2973991" y="4579715"/>
                </a:cubicBezTo>
                <a:lnTo>
                  <a:pt x="2973610" y="4579715"/>
                </a:lnTo>
                <a:cubicBezTo>
                  <a:pt x="2972753" y="4577048"/>
                  <a:pt x="2968276" y="4576382"/>
                  <a:pt x="2959703" y="4575429"/>
                </a:cubicBezTo>
                <a:cubicBezTo>
                  <a:pt x="2958560" y="4575334"/>
                  <a:pt x="2957322" y="4575144"/>
                  <a:pt x="2956084" y="4575048"/>
                </a:cubicBezTo>
                <a:cubicBezTo>
                  <a:pt x="2957322" y="4574858"/>
                  <a:pt x="2958655" y="4574762"/>
                  <a:pt x="2959703" y="4574572"/>
                </a:cubicBezTo>
                <a:cubicBezTo>
                  <a:pt x="2969228" y="4573429"/>
                  <a:pt x="2973991" y="4572953"/>
                  <a:pt x="2973991" y="4569429"/>
                </a:cubicBezTo>
                <a:cubicBezTo>
                  <a:pt x="2973991" y="4565904"/>
                  <a:pt x="2969228" y="4565333"/>
                  <a:pt x="2959703" y="4564285"/>
                </a:cubicBezTo>
                <a:cubicBezTo>
                  <a:pt x="2958560" y="4564190"/>
                  <a:pt x="2957322" y="4563999"/>
                  <a:pt x="2956084" y="4563904"/>
                </a:cubicBezTo>
                <a:cubicBezTo>
                  <a:pt x="2957322" y="4563713"/>
                  <a:pt x="2958655" y="4563618"/>
                  <a:pt x="2959703" y="4563428"/>
                </a:cubicBezTo>
                <a:cubicBezTo>
                  <a:pt x="2969228" y="4562285"/>
                  <a:pt x="2973991" y="4561809"/>
                  <a:pt x="2973991" y="4558284"/>
                </a:cubicBezTo>
                <a:cubicBezTo>
                  <a:pt x="2973991" y="4554760"/>
                  <a:pt x="2969228" y="4554188"/>
                  <a:pt x="2959703" y="4553141"/>
                </a:cubicBezTo>
                <a:cubicBezTo>
                  <a:pt x="2958655" y="4553045"/>
                  <a:pt x="2957322" y="4552855"/>
                  <a:pt x="2956084" y="4552760"/>
                </a:cubicBezTo>
                <a:cubicBezTo>
                  <a:pt x="2957322" y="4552569"/>
                  <a:pt x="2958560" y="4552474"/>
                  <a:pt x="2959703" y="4552379"/>
                </a:cubicBezTo>
                <a:cubicBezTo>
                  <a:pt x="2969228" y="4551236"/>
                  <a:pt x="2973991" y="4550760"/>
                  <a:pt x="2973991" y="4547235"/>
                </a:cubicBezTo>
                <a:cubicBezTo>
                  <a:pt x="2973991" y="4543711"/>
                  <a:pt x="2969228" y="4543139"/>
                  <a:pt x="2959703" y="4542092"/>
                </a:cubicBezTo>
                <a:cubicBezTo>
                  <a:pt x="2958560" y="4541996"/>
                  <a:pt x="2957322" y="4541806"/>
                  <a:pt x="2956084" y="4541711"/>
                </a:cubicBezTo>
                <a:cubicBezTo>
                  <a:pt x="2957322" y="4541520"/>
                  <a:pt x="2958560" y="4541425"/>
                  <a:pt x="2959703" y="4541235"/>
                </a:cubicBezTo>
                <a:cubicBezTo>
                  <a:pt x="2969228" y="4540092"/>
                  <a:pt x="2973991" y="4539615"/>
                  <a:pt x="2973991" y="4536091"/>
                </a:cubicBezTo>
                <a:cubicBezTo>
                  <a:pt x="2973991" y="4532567"/>
                  <a:pt x="2969228" y="4531995"/>
                  <a:pt x="2959703" y="4530947"/>
                </a:cubicBezTo>
                <a:cubicBezTo>
                  <a:pt x="2958560" y="4530852"/>
                  <a:pt x="2957322" y="4530662"/>
                  <a:pt x="2956084" y="4530567"/>
                </a:cubicBezTo>
                <a:cubicBezTo>
                  <a:pt x="2957322" y="4530376"/>
                  <a:pt x="2958655" y="4530281"/>
                  <a:pt x="2959703" y="4530090"/>
                </a:cubicBezTo>
                <a:cubicBezTo>
                  <a:pt x="2969228" y="4528947"/>
                  <a:pt x="2973991" y="4528376"/>
                  <a:pt x="2973991" y="4524947"/>
                </a:cubicBezTo>
                <a:cubicBezTo>
                  <a:pt x="2973991" y="4521422"/>
                  <a:pt x="2969228" y="4520851"/>
                  <a:pt x="2959703" y="4519803"/>
                </a:cubicBezTo>
                <a:cubicBezTo>
                  <a:pt x="2958655" y="4519708"/>
                  <a:pt x="2957417" y="4519518"/>
                  <a:pt x="2956084" y="4519422"/>
                </a:cubicBezTo>
                <a:cubicBezTo>
                  <a:pt x="2957322" y="4519232"/>
                  <a:pt x="2958560" y="4519137"/>
                  <a:pt x="2959703" y="4519041"/>
                </a:cubicBezTo>
                <a:cubicBezTo>
                  <a:pt x="2969228" y="4517898"/>
                  <a:pt x="2973991" y="4517422"/>
                  <a:pt x="2973991" y="4513898"/>
                </a:cubicBezTo>
                <a:cubicBezTo>
                  <a:pt x="2973991" y="4510373"/>
                  <a:pt x="2969228" y="4509802"/>
                  <a:pt x="2959703" y="4508754"/>
                </a:cubicBezTo>
                <a:cubicBezTo>
                  <a:pt x="2958655" y="4508659"/>
                  <a:pt x="2957417" y="4508469"/>
                  <a:pt x="2956179" y="4508373"/>
                </a:cubicBezTo>
                <a:cubicBezTo>
                  <a:pt x="2957417" y="4508183"/>
                  <a:pt x="2958655" y="4508087"/>
                  <a:pt x="2959703" y="4507992"/>
                </a:cubicBezTo>
                <a:cubicBezTo>
                  <a:pt x="2969228" y="4506849"/>
                  <a:pt x="2973991" y="4506373"/>
                  <a:pt x="2973991" y="4502849"/>
                </a:cubicBezTo>
                <a:cubicBezTo>
                  <a:pt x="2973991" y="4499324"/>
                  <a:pt x="2969228" y="4498753"/>
                  <a:pt x="2959703" y="4497705"/>
                </a:cubicBezTo>
                <a:cubicBezTo>
                  <a:pt x="2958655" y="4497610"/>
                  <a:pt x="2957417" y="4497420"/>
                  <a:pt x="2956179" y="4497324"/>
                </a:cubicBezTo>
                <a:cubicBezTo>
                  <a:pt x="2957417" y="4497134"/>
                  <a:pt x="2958655" y="4497038"/>
                  <a:pt x="2959799" y="4496943"/>
                </a:cubicBezTo>
                <a:cubicBezTo>
                  <a:pt x="2969324" y="4495800"/>
                  <a:pt x="2974086" y="4495324"/>
                  <a:pt x="2974086" y="4491800"/>
                </a:cubicBezTo>
                <a:cubicBezTo>
                  <a:pt x="2974086" y="4488276"/>
                  <a:pt x="2969324" y="4487704"/>
                  <a:pt x="2959799" y="4486656"/>
                </a:cubicBezTo>
                <a:cubicBezTo>
                  <a:pt x="2958655" y="4486561"/>
                  <a:pt x="2957417" y="4486370"/>
                  <a:pt x="2956084" y="4486180"/>
                </a:cubicBezTo>
                <a:cubicBezTo>
                  <a:pt x="2957417" y="4485989"/>
                  <a:pt x="2958655" y="4485894"/>
                  <a:pt x="2959799" y="4485704"/>
                </a:cubicBezTo>
                <a:cubicBezTo>
                  <a:pt x="2969324" y="4484561"/>
                  <a:pt x="2974086" y="4484085"/>
                  <a:pt x="2974086" y="4480560"/>
                </a:cubicBezTo>
                <a:cubicBezTo>
                  <a:pt x="2974086" y="4477036"/>
                  <a:pt x="2969324" y="4476464"/>
                  <a:pt x="2959799" y="4475417"/>
                </a:cubicBezTo>
                <a:cubicBezTo>
                  <a:pt x="2958655" y="4475321"/>
                  <a:pt x="2957417" y="4475131"/>
                  <a:pt x="2956179" y="4475036"/>
                </a:cubicBezTo>
                <a:cubicBezTo>
                  <a:pt x="2957417" y="4474845"/>
                  <a:pt x="2958751" y="4474750"/>
                  <a:pt x="2959799" y="4474560"/>
                </a:cubicBezTo>
                <a:cubicBezTo>
                  <a:pt x="2969324" y="4473417"/>
                  <a:pt x="2974086" y="4472940"/>
                  <a:pt x="2974086" y="4469416"/>
                </a:cubicBezTo>
                <a:cubicBezTo>
                  <a:pt x="2974086" y="4465892"/>
                  <a:pt x="2969324" y="4465320"/>
                  <a:pt x="2959799" y="4464272"/>
                </a:cubicBezTo>
                <a:cubicBezTo>
                  <a:pt x="2958655" y="4464177"/>
                  <a:pt x="2957417" y="4463987"/>
                  <a:pt x="2956084" y="4463796"/>
                </a:cubicBezTo>
                <a:cubicBezTo>
                  <a:pt x="2957417" y="4463606"/>
                  <a:pt x="2958655" y="4463511"/>
                  <a:pt x="2959799" y="4463320"/>
                </a:cubicBezTo>
                <a:cubicBezTo>
                  <a:pt x="2969324" y="4462177"/>
                  <a:pt x="2974086" y="4461605"/>
                  <a:pt x="2974086" y="4458081"/>
                </a:cubicBezTo>
                <a:cubicBezTo>
                  <a:pt x="2974086" y="4454557"/>
                  <a:pt x="2969324" y="4453986"/>
                  <a:pt x="2959799" y="4452938"/>
                </a:cubicBezTo>
                <a:cubicBezTo>
                  <a:pt x="2958655" y="4452843"/>
                  <a:pt x="2957417" y="4452652"/>
                  <a:pt x="2956084" y="4452557"/>
                </a:cubicBezTo>
                <a:cubicBezTo>
                  <a:pt x="2957322" y="4452366"/>
                  <a:pt x="2958655" y="4452271"/>
                  <a:pt x="2959799" y="4452080"/>
                </a:cubicBezTo>
                <a:cubicBezTo>
                  <a:pt x="2969324" y="4450937"/>
                  <a:pt x="2974086" y="4450366"/>
                  <a:pt x="2974086" y="4446842"/>
                </a:cubicBezTo>
                <a:cubicBezTo>
                  <a:pt x="2974086" y="4443318"/>
                  <a:pt x="2969324" y="4442746"/>
                  <a:pt x="2959799" y="4441698"/>
                </a:cubicBezTo>
                <a:cubicBezTo>
                  <a:pt x="2958655" y="4441603"/>
                  <a:pt x="2957417" y="4441412"/>
                  <a:pt x="2956084" y="4441222"/>
                </a:cubicBezTo>
                <a:cubicBezTo>
                  <a:pt x="2957322" y="4441031"/>
                  <a:pt x="2958655" y="4440936"/>
                  <a:pt x="2959799" y="4440746"/>
                </a:cubicBezTo>
                <a:cubicBezTo>
                  <a:pt x="2969324" y="4439603"/>
                  <a:pt x="2974086" y="4439031"/>
                  <a:pt x="2974086" y="4435602"/>
                </a:cubicBezTo>
                <a:cubicBezTo>
                  <a:pt x="2974086" y="4432078"/>
                  <a:pt x="2969324" y="4431506"/>
                  <a:pt x="2959799" y="4430459"/>
                </a:cubicBezTo>
                <a:cubicBezTo>
                  <a:pt x="2958655" y="4430363"/>
                  <a:pt x="2957417" y="4430173"/>
                  <a:pt x="2956084" y="4429982"/>
                </a:cubicBezTo>
                <a:cubicBezTo>
                  <a:pt x="2957417" y="4429792"/>
                  <a:pt x="2958655" y="4429697"/>
                  <a:pt x="2959799" y="4429506"/>
                </a:cubicBezTo>
                <a:cubicBezTo>
                  <a:pt x="2969324" y="4428363"/>
                  <a:pt x="2974086" y="4427792"/>
                  <a:pt x="2974086" y="4424268"/>
                </a:cubicBezTo>
                <a:cubicBezTo>
                  <a:pt x="2974086" y="4420743"/>
                  <a:pt x="2969324" y="4420172"/>
                  <a:pt x="2959799" y="4419124"/>
                </a:cubicBezTo>
                <a:cubicBezTo>
                  <a:pt x="2958655" y="4419029"/>
                  <a:pt x="2957322" y="4418838"/>
                  <a:pt x="2955988" y="4418648"/>
                </a:cubicBezTo>
                <a:cubicBezTo>
                  <a:pt x="2957322" y="4418457"/>
                  <a:pt x="2958655" y="4418267"/>
                  <a:pt x="2959799" y="4418171"/>
                </a:cubicBezTo>
                <a:cubicBezTo>
                  <a:pt x="2969324" y="4417029"/>
                  <a:pt x="2974086" y="4416457"/>
                  <a:pt x="2974086" y="4412933"/>
                </a:cubicBezTo>
                <a:cubicBezTo>
                  <a:pt x="2974086" y="4409409"/>
                  <a:pt x="2969324" y="4408837"/>
                  <a:pt x="2959799" y="4407789"/>
                </a:cubicBezTo>
                <a:cubicBezTo>
                  <a:pt x="2958655" y="4407694"/>
                  <a:pt x="2957227" y="4407504"/>
                  <a:pt x="2955893" y="4407313"/>
                </a:cubicBezTo>
                <a:cubicBezTo>
                  <a:pt x="2956846" y="4407218"/>
                  <a:pt x="2957703" y="4407122"/>
                  <a:pt x="2958560" y="4407027"/>
                </a:cubicBezTo>
                <a:cubicBezTo>
                  <a:pt x="2959703" y="4407313"/>
                  <a:pt x="2960942" y="4407408"/>
                  <a:pt x="2962180" y="4407408"/>
                </a:cubicBezTo>
                <a:cubicBezTo>
                  <a:pt x="2971514" y="4407408"/>
                  <a:pt x="2979134" y="4399788"/>
                  <a:pt x="2979134" y="4390454"/>
                </a:cubicBezTo>
                <a:cubicBezTo>
                  <a:pt x="2979134" y="4381119"/>
                  <a:pt x="2971514" y="4373499"/>
                  <a:pt x="2962180" y="4373499"/>
                </a:cubicBezTo>
                <a:cubicBezTo>
                  <a:pt x="2952845" y="4373499"/>
                  <a:pt x="2945225" y="4381119"/>
                  <a:pt x="2945225" y="4390454"/>
                </a:cubicBezTo>
                <a:cubicBezTo>
                  <a:pt x="2945225" y="4395597"/>
                  <a:pt x="2947607" y="4400169"/>
                  <a:pt x="2951226" y="4403217"/>
                </a:cubicBezTo>
                <a:cubicBezTo>
                  <a:pt x="2947226" y="4403979"/>
                  <a:pt x="2944940" y="4405027"/>
                  <a:pt x="2944940" y="4407313"/>
                </a:cubicBezTo>
                <a:cubicBezTo>
                  <a:pt x="2944940" y="4410837"/>
                  <a:pt x="2949702" y="4411409"/>
                  <a:pt x="2959227" y="4412456"/>
                </a:cubicBezTo>
                <a:cubicBezTo>
                  <a:pt x="2960370" y="4412552"/>
                  <a:pt x="2961704" y="4412742"/>
                  <a:pt x="2963037" y="4412933"/>
                </a:cubicBezTo>
                <a:cubicBezTo>
                  <a:pt x="2961704" y="4413123"/>
                  <a:pt x="2960370" y="4413314"/>
                  <a:pt x="2959132" y="4413409"/>
                </a:cubicBezTo>
                <a:cubicBezTo>
                  <a:pt x="2949607" y="4414552"/>
                  <a:pt x="2944844" y="4415123"/>
                  <a:pt x="2944844" y="4418648"/>
                </a:cubicBezTo>
                <a:cubicBezTo>
                  <a:pt x="2944844" y="4422172"/>
                  <a:pt x="2949607" y="4422744"/>
                  <a:pt x="2959132" y="4423791"/>
                </a:cubicBezTo>
                <a:cubicBezTo>
                  <a:pt x="2960275" y="4423887"/>
                  <a:pt x="2961609" y="4424077"/>
                  <a:pt x="2962847" y="4424268"/>
                </a:cubicBezTo>
                <a:cubicBezTo>
                  <a:pt x="2961513" y="4424458"/>
                  <a:pt x="2960275" y="4424553"/>
                  <a:pt x="2959132" y="4424744"/>
                </a:cubicBezTo>
                <a:cubicBezTo>
                  <a:pt x="2949607" y="4425887"/>
                  <a:pt x="2944844" y="4426458"/>
                  <a:pt x="2944844" y="4429982"/>
                </a:cubicBezTo>
                <a:cubicBezTo>
                  <a:pt x="2944844" y="4433507"/>
                  <a:pt x="2949607" y="4434078"/>
                  <a:pt x="2959132" y="4435126"/>
                </a:cubicBezTo>
                <a:cubicBezTo>
                  <a:pt x="2960275" y="4435221"/>
                  <a:pt x="2961513" y="4435412"/>
                  <a:pt x="2962847" y="4435507"/>
                </a:cubicBezTo>
                <a:cubicBezTo>
                  <a:pt x="2961513" y="4435697"/>
                  <a:pt x="2960275" y="4435793"/>
                  <a:pt x="2959132" y="4435983"/>
                </a:cubicBezTo>
                <a:cubicBezTo>
                  <a:pt x="2949607" y="4437126"/>
                  <a:pt x="2944844" y="4437603"/>
                  <a:pt x="2944844" y="4441127"/>
                </a:cubicBezTo>
                <a:cubicBezTo>
                  <a:pt x="2944844" y="4444651"/>
                  <a:pt x="2949607" y="4445222"/>
                  <a:pt x="2959132" y="4446270"/>
                </a:cubicBezTo>
                <a:cubicBezTo>
                  <a:pt x="2960275" y="4446365"/>
                  <a:pt x="2961513" y="4446556"/>
                  <a:pt x="2962847" y="4446746"/>
                </a:cubicBezTo>
                <a:cubicBezTo>
                  <a:pt x="2961513" y="4446937"/>
                  <a:pt x="2960275" y="4447032"/>
                  <a:pt x="2959132" y="4447223"/>
                </a:cubicBezTo>
                <a:cubicBezTo>
                  <a:pt x="2949607" y="4448366"/>
                  <a:pt x="2944844" y="4448937"/>
                  <a:pt x="2944844" y="4452366"/>
                </a:cubicBezTo>
                <a:cubicBezTo>
                  <a:pt x="2944844" y="4455890"/>
                  <a:pt x="2949607" y="4456462"/>
                  <a:pt x="2959132" y="4457510"/>
                </a:cubicBezTo>
                <a:cubicBezTo>
                  <a:pt x="2960275" y="4457605"/>
                  <a:pt x="2961513" y="4457795"/>
                  <a:pt x="2962847" y="4457986"/>
                </a:cubicBezTo>
                <a:cubicBezTo>
                  <a:pt x="2961513" y="4458177"/>
                  <a:pt x="2960275" y="4458272"/>
                  <a:pt x="2959132" y="4458462"/>
                </a:cubicBezTo>
                <a:cubicBezTo>
                  <a:pt x="2949607" y="4459605"/>
                  <a:pt x="2944844" y="4460177"/>
                  <a:pt x="2944844" y="4463701"/>
                </a:cubicBezTo>
                <a:cubicBezTo>
                  <a:pt x="2944844" y="4467225"/>
                  <a:pt x="2949607" y="4467797"/>
                  <a:pt x="2959132" y="4468845"/>
                </a:cubicBezTo>
                <a:cubicBezTo>
                  <a:pt x="2960275" y="4468940"/>
                  <a:pt x="2961513" y="4469130"/>
                  <a:pt x="2962751" y="4469226"/>
                </a:cubicBezTo>
                <a:cubicBezTo>
                  <a:pt x="2961513" y="4469416"/>
                  <a:pt x="2960275" y="4469511"/>
                  <a:pt x="2959132" y="4469702"/>
                </a:cubicBezTo>
                <a:cubicBezTo>
                  <a:pt x="2949607" y="4470845"/>
                  <a:pt x="2944844" y="4471416"/>
                  <a:pt x="2944844" y="4474845"/>
                </a:cubicBezTo>
                <a:cubicBezTo>
                  <a:pt x="2944844" y="4478370"/>
                  <a:pt x="2949607" y="4478941"/>
                  <a:pt x="2959132" y="4479989"/>
                </a:cubicBezTo>
                <a:cubicBezTo>
                  <a:pt x="2960275" y="4480084"/>
                  <a:pt x="2961513" y="4480274"/>
                  <a:pt x="2962847" y="4480370"/>
                </a:cubicBezTo>
                <a:cubicBezTo>
                  <a:pt x="2961609" y="4480560"/>
                  <a:pt x="2960275" y="4480655"/>
                  <a:pt x="2959132" y="4480846"/>
                </a:cubicBezTo>
                <a:cubicBezTo>
                  <a:pt x="2949607" y="4481989"/>
                  <a:pt x="2944844" y="4482465"/>
                  <a:pt x="2944844" y="4485989"/>
                </a:cubicBezTo>
                <a:cubicBezTo>
                  <a:pt x="2944844" y="4489514"/>
                  <a:pt x="2949607" y="4490085"/>
                  <a:pt x="2959132" y="4491133"/>
                </a:cubicBezTo>
                <a:cubicBezTo>
                  <a:pt x="2960180" y="4491228"/>
                  <a:pt x="2961513" y="4491419"/>
                  <a:pt x="2962751" y="4491514"/>
                </a:cubicBezTo>
                <a:cubicBezTo>
                  <a:pt x="2961513" y="4491704"/>
                  <a:pt x="2960275" y="4491800"/>
                  <a:pt x="2959132" y="4491895"/>
                </a:cubicBezTo>
                <a:cubicBezTo>
                  <a:pt x="2949607" y="4493038"/>
                  <a:pt x="2944844" y="4493514"/>
                  <a:pt x="2944844" y="4497038"/>
                </a:cubicBezTo>
                <a:cubicBezTo>
                  <a:pt x="2944844" y="4500563"/>
                  <a:pt x="2949607" y="4501134"/>
                  <a:pt x="2959132" y="4502182"/>
                </a:cubicBezTo>
                <a:cubicBezTo>
                  <a:pt x="2960180" y="4502277"/>
                  <a:pt x="2961418" y="4502468"/>
                  <a:pt x="2962656" y="4502563"/>
                </a:cubicBezTo>
                <a:cubicBezTo>
                  <a:pt x="2961418" y="4502754"/>
                  <a:pt x="2960180" y="4502849"/>
                  <a:pt x="2959132" y="4502944"/>
                </a:cubicBezTo>
                <a:cubicBezTo>
                  <a:pt x="2949607" y="4504087"/>
                  <a:pt x="2944844" y="4504563"/>
                  <a:pt x="2944844" y="4508087"/>
                </a:cubicBezTo>
                <a:cubicBezTo>
                  <a:pt x="2944844" y="4511612"/>
                  <a:pt x="2949607" y="4512183"/>
                  <a:pt x="2959132" y="4513231"/>
                </a:cubicBezTo>
                <a:cubicBezTo>
                  <a:pt x="2960180" y="4513326"/>
                  <a:pt x="2961418" y="4513517"/>
                  <a:pt x="2962656" y="4513612"/>
                </a:cubicBezTo>
                <a:cubicBezTo>
                  <a:pt x="2961418" y="4513803"/>
                  <a:pt x="2960180" y="4513898"/>
                  <a:pt x="2959132" y="4513993"/>
                </a:cubicBezTo>
                <a:cubicBezTo>
                  <a:pt x="2949607" y="4515136"/>
                  <a:pt x="2944844" y="4515612"/>
                  <a:pt x="2944844" y="4519137"/>
                </a:cubicBezTo>
                <a:cubicBezTo>
                  <a:pt x="2944844" y="4522661"/>
                  <a:pt x="2949607" y="4523232"/>
                  <a:pt x="2959132" y="4524280"/>
                </a:cubicBezTo>
                <a:cubicBezTo>
                  <a:pt x="2960275" y="4524375"/>
                  <a:pt x="2961513" y="4524566"/>
                  <a:pt x="2962751" y="4524661"/>
                </a:cubicBezTo>
                <a:cubicBezTo>
                  <a:pt x="2961513" y="4524852"/>
                  <a:pt x="2960275" y="4524947"/>
                  <a:pt x="2959132" y="4525137"/>
                </a:cubicBezTo>
                <a:cubicBezTo>
                  <a:pt x="2949607" y="4526280"/>
                  <a:pt x="2944844" y="4526852"/>
                  <a:pt x="2944844" y="4530281"/>
                </a:cubicBezTo>
                <a:cubicBezTo>
                  <a:pt x="2944844" y="4533805"/>
                  <a:pt x="2949607" y="4534377"/>
                  <a:pt x="2959132" y="4535424"/>
                </a:cubicBezTo>
                <a:cubicBezTo>
                  <a:pt x="2960275" y="4535520"/>
                  <a:pt x="2961513" y="4535710"/>
                  <a:pt x="2962751" y="4535805"/>
                </a:cubicBezTo>
                <a:cubicBezTo>
                  <a:pt x="2961513" y="4535996"/>
                  <a:pt x="2960180" y="4536091"/>
                  <a:pt x="2959132" y="4536281"/>
                </a:cubicBezTo>
                <a:cubicBezTo>
                  <a:pt x="2949607" y="4537424"/>
                  <a:pt x="2944844" y="4537901"/>
                  <a:pt x="2944844" y="4541425"/>
                </a:cubicBezTo>
                <a:cubicBezTo>
                  <a:pt x="2944844" y="4544949"/>
                  <a:pt x="2949607" y="4545521"/>
                  <a:pt x="2959132" y="4546569"/>
                </a:cubicBezTo>
                <a:cubicBezTo>
                  <a:pt x="2960180" y="4546664"/>
                  <a:pt x="2961418" y="4546854"/>
                  <a:pt x="2962751" y="4546949"/>
                </a:cubicBezTo>
                <a:cubicBezTo>
                  <a:pt x="2961513" y="4547140"/>
                  <a:pt x="2960275" y="4547235"/>
                  <a:pt x="2959132" y="4547330"/>
                </a:cubicBezTo>
                <a:cubicBezTo>
                  <a:pt x="2949607" y="4548473"/>
                  <a:pt x="2944844" y="4548950"/>
                  <a:pt x="2944844" y="4552474"/>
                </a:cubicBezTo>
                <a:cubicBezTo>
                  <a:pt x="2944844" y="4555998"/>
                  <a:pt x="2949607" y="4556570"/>
                  <a:pt x="2959132" y="4557618"/>
                </a:cubicBezTo>
                <a:cubicBezTo>
                  <a:pt x="2960275" y="4557713"/>
                  <a:pt x="2961513" y="4557903"/>
                  <a:pt x="2962751" y="4558094"/>
                </a:cubicBezTo>
                <a:cubicBezTo>
                  <a:pt x="2961513" y="4558284"/>
                  <a:pt x="2960275" y="4558379"/>
                  <a:pt x="2959132" y="4558570"/>
                </a:cubicBezTo>
                <a:cubicBezTo>
                  <a:pt x="2949607" y="4559713"/>
                  <a:pt x="2944844" y="4560189"/>
                  <a:pt x="2944844" y="4563713"/>
                </a:cubicBezTo>
                <a:cubicBezTo>
                  <a:pt x="2944844" y="4567238"/>
                  <a:pt x="2949607" y="4567809"/>
                  <a:pt x="2959132" y="4568857"/>
                </a:cubicBezTo>
                <a:cubicBezTo>
                  <a:pt x="2960275" y="4568952"/>
                  <a:pt x="2961513" y="4569143"/>
                  <a:pt x="2962751" y="4569238"/>
                </a:cubicBezTo>
                <a:cubicBezTo>
                  <a:pt x="2961513" y="4569429"/>
                  <a:pt x="2960180" y="4569524"/>
                  <a:pt x="2959132" y="4569714"/>
                </a:cubicBezTo>
                <a:cubicBezTo>
                  <a:pt x="2949607" y="4570857"/>
                  <a:pt x="2944844" y="4571429"/>
                  <a:pt x="2944844" y="4574858"/>
                </a:cubicBezTo>
                <a:cubicBezTo>
                  <a:pt x="2944844" y="4577906"/>
                  <a:pt x="2948654" y="4578763"/>
                  <a:pt x="2955703" y="4579620"/>
                </a:cubicBezTo>
                <a:lnTo>
                  <a:pt x="2944463" y="4579620"/>
                </a:lnTo>
                <a:cubicBezTo>
                  <a:pt x="2942463" y="4579620"/>
                  <a:pt x="2940844" y="4581239"/>
                  <a:pt x="2940844" y="4583240"/>
                </a:cubicBezTo>
                <a:lnTo>
                  <a:pt x="2940844" y="4596289"/>
                </a:lnTo>
                <a:cubicBezTo>
                  <a:pt x="2940844" y="4598289"/>
                  <a:pt x="2942463" y="4599909"/>
                  <a:pt x="2944463" y="4599909"/>
                </a:cubicBezTo>
                <a:close/>
                <a:moveTo>
                  <a:pt x="2951988" y="4390168"/>
                </a:moveTo>
                <a:cubicBezTo>
                  <a:pt x="2951988" y="4384739"/>
                  <a:pt x="2956370" y="4380357"/>
                  <a:pt x="2961799" y="4380357"/>
                </a:cubicBezTo>
                <a:cubicBezTo>
                  <a:pt x="2967228" y="4380357"/>
                  <a:pt x="2971610" y="4384739"/>
                  <a:pt x="2971610" y="4390168"/>
                </a:cubicBezTo>
                <a:cubicBezTo>
                  <a:pt x="2971610" y="4395597"/>
                  <a:pt x="2967228" y="4399979"/>
                  <a:pt x="2961799" y="4399979"/>
                </a:cubicBezTo>
                <a:cubicBezTo>
                  <a:pt x="2956370" y="4399979"/>
                  <a:pt x="2951988" y="4395597"/>
                  <a:pt x="2951988" y="4390168"/>
                </a:cubicBezTo>
                <a:close/>
                <a:moveTo>
                  <a:pt x="2948083" y="4586954"/>
                </a:moveTo>
                <a:lnTo>
                  <a:pt x="2970467" y="4586954"/>
                </a:lnTo>
                <a:lnTo>
                  <a:pt x="2970467" y="4592860"/>
                </a:lnTo>
                <a:lnTo>
                  <a:pt x="2948083" y="4592860"/>
                </a:lnTo>
                <a:lnTo>
                  <a:pt x="2948083" y="4586954"/>
                </a:lnTo>
                <a:close/>
                <a:moveTo>
                  <a:pt x="528733" y="50387"/>
                </a:moveTo>
                <a:lnTo>
                  <a:pt x="523970" y="50387"/>
                </a:lnTo>
                <a:lnTo>
                  <a:pt x="523970" y="30290"/>
                </a:lnTo>
                <a:lnTo>
                  <a:pt x="528733" y="30290"/>
                </a:lnTo>
                <a:lnTo>
                  <a:pt x="528733" y="50387"/>
                </a:lnTo>
                <a:close/>
                <a:moveTo>
                  <a:pt x="680180" y="583121"/>
                </a:moveTo>
                <a:lnTo>
                  <a:pt x="673037" y="583121"/>
                </a:lnTo>
                <a:lnTo>
                  <a:pt x="673037" y="575501"/>
                </a:lnTo>
                <a:lnTo>
                  <a:pt x="680180" y="575501"/>
                </a:lnTo>
                <a:lnTo>
                  <a:pt x="680180" y="583121"/>
                </a:lnTo>
                <a:close/>
                <a:moveTo>
                  <a:pt x="680180" y="552545"/>
                </a:moveTo>
                <a:lnTo>
                  <a:pt x="673037" y="552545"/>
                </a:lnTo>
                <a:lnTo>
                  <a:pt x="673037" y="547783"/>
                </a:lnTo>
                <a:lnTo>
                  <a:pt x="680180" y="547783"/>
                </a:lnTo>
                <a:lnTo>
                  <a:pt x="680180" y="552545"/>
                </a:lnTo>
                <a:close/>
                <a:moveTo>
                  <a:pt x="680180" y="567785"/>
                </a:moveTo>
                <a:lnTo>
                  <a:pt x="673037" y="567785"/>
                </a:lnTo>
                <a:lnTo>
                  <a:pt x="673037" y="560165"/>
                </a:lnTo>
                <a:lnTo>
                  <a:pt x="680180" y="560165"/>
                </a:lnTo>
                <a:lnTo>
                  <a:pt x="680180" y="567785"/>
                </a:lnTo>
                <a:close/>
                <a:moveTo>
                  <a:pt x="673037" y="606076"/>
                </a:moveTo>
                <a:lnTo>
                  <a:pt x="680180" y="606076"/>
                </a:lnTo>
                <a:lnTo>
                  <a:pt x="680180" y="612553"/>
                </a:lnTo>
                <a:lnTo>
                  <a:pt x="675227" y="616649"/>
                </a:lnTo>
                <a:lnTo>
                  <a:pt x="670655" y="611124"/>
                </a:lnTo>
                <a:lnTo>
                  <a:pt x="673037" y="609124"/>
                </a:lnTo>
                <a:lnTo>
                  <a:pt x="673037" y="606076"/>
                </a:lnTo>
                <a:close/>
                <a:moveTo>
                  <a:pt x="528733" y="171069"/>
                </a:moveTo>
                <a:lnTo>
                  <a:pt x="523970" y="171069"/>
                </a:lnTo>
                <a:lnTo>
                  <a:pt x="523970" y="150971"/>
                </a:lnTo>
                <a:lnTo>
                  <a:pt x="528733" y="150971"/>
                </a:lnTo>
                <a:lnTo>
                  <a:pt x="528733" y="171069"/>
                </a:lnTo>
                <a:close/>
                <a:moveTo>
                  <a:pt x="523970" y="191167"/>
                </a:moveTo>
                <a:lnTo>
                  <a:pt x="528733" y="191167"/>
                </a:lnTo>
                <a:lnTo>
                  <a:pt x="528733" y="211265"/>
                </a:lnTo>
                <a:lnTo>
                  <a:pt x="523970" y="211265"/>
                </a:lnTo>
                <a:lnTo>
                  <a:pt x="523970" y="191167"/>
                </a:lnTo>
                <a:close/>
                <a:moveTo>
                  <a:pt x="523970" y="110776"/>
                </a:moveTo>
                <a:lnTo>
                  <a:pt x="528733" y="110776"/>
                </a:lnTo>
                <a:lnTo>
                  <a:pt x="528733" y="130873"/>
                </a:lnTo>
                <a:cubicBezTo>
                  <a:pt x="528733" y="130873"/>
                  <a:pt x="523970" y="130873"/>
                  <a:pt x="523970" y="130873"/>
                </a:cubicBezTo>
                <a:lnTo>
                  <a:pt x="523970" y="110776"/>
                </a:lnTo>
                <a:close/>
                <a:moveTo>
                  <a:pt x="3114770" y="4962811"/>
                </a:moveTo>
                <a:cubicBezTo>
                  <a:pt x="3113818" y="4959953"/>
                  <a:pt x="3113723" y="4957000"/>
                  <a:pt x="3114770" y="4954334"/>
                </a:cubicBezTo>
                <a:lnTo>
                  <a:pt x="3114770" y="4962811"/>
                </a:lnTo>
                <a:close/>
                <a:moveTo>
                  <a:pt x="204311" y="1191006"/>
                </a:moveTo>
                <a:cubicBezTo>
                  <a:pt x="199835" y="1191006"/>
                  <a:pt x="196310" y="1194149"/>
                  <a:pt x="195263" y="1198340"/>
                </a:cubicBezTo>
                <a:lnTo>
                  <a:pt x="120110" y="1198340"/>
                </a:lnTo>
                <a:lnTo>
                  <a:pt x="94107" y="1226153"/>
                </a:lnTo>
                <a:lnTo>
                  <a:pt x="94107" y="1323308"/>
                </a:lnTo>
                <a:cubicBezTo>
                  <a:pt x="90107" y="1324356"/>
                  <a:pt x="87059" y="1327880"/>
                  <a:pt x="87059" y="1332262"/>
                </a:cubicBezTo>
                <a:cubicBezTo>
                  <a:pt x="87059" y="1337501"/>
                  <a:pt x="91250" y="1341692"/>
                  <a:pt x="96488" y="1341692"/>
                </a:cubicBezTo>
                <a:cubicBezTo>
                  <a:pt x="101727" y="1341692"/>
                  <a:pt x="105918" y="1337501"/>
                  <a:pt x="105918" y="1332262"/>
                </a:cubicBezTo>
                <a:cubicBezTo>
                  <a:pt x="105918" y="1327880"/>
                  <a:pt x="102870" y="1324356"/>
                  <a:pt x="98870" y="1323308"/>
                </a:cubicBezTo>
                <a:lnTo>
                  <a:pt x="98870" y="1228058"/>
                </a:lnTo>
                <a:lnTo>
                  <a:pt x="122111" y="1203198"/>
                </a:lnTo>
                <a:lnTo>
                  <a:pt x="195263" y="1203198"/>
                </a:lnTo>
                <a:cubicBezTo>
                  <a:pt x="196406" y="1207103"/>
                  <a:pt x="199930" y="1209961"/>
                  <a:pt x="204216" y="1209961"/>
                </a:cubicBezTo>
                <a:cubicBezTo>
                  <a:pt x="209455" y="1209961"/>
                  <a:pt x="213646" y="1205770"/>
                  <a:pt x="213646" y="1200531"/>
                </a:cubicBezTo>
                <a:cubicBezTo>
                  <a:pt x="213646" y="1195292"/>
                  <a:pt x="209455" y="1191101"/>
                  <a:pt x="204216" y="1191101"/>
                </a:cubicBezTo>
                <a:close/>
                <a:moveTo>
                  <a:pt x="101251" y="1332262"/>
                </a:moveTo>
                <a:cubicBezTo>
                  <a:pt x="101251" y="1334834"/>
                  <a:pt x="99155" y="1336929"/>
                  <a:pt x="96584" y="1336929"/>
                </a:cubicBezTo>
                <a:cubicBezTo>
                  <a:pt x="94012" y="1336929"/>
                  <a:pt x="91916" y="1334834"/>
                  <a:pt x="91916" y="1332262"/>
                </a:cubicBezTo>
                <a:cubicBezTo>
                  <a:pt x="91916" y="1329690"/>
                  <a:pt x="94012" y="1327595"/>
                  <a:pt x="96584" y="1327595"/>
                </a:cubicBezTo>
                <a:cubicBezTo>
                  <a:pt x="99155" y="1327595"/>
                  <a:pt x="101251" y="1329690"/>
                  <a:pt x="101251" y="1332262"/>
                </a:cubicBezTo>
                <a:close/>
                <a:moveTo>
                  <a:pt x="204311" y="1205198"/>
                </a:moveTo>
                <a:cubicBezTo>
                  <a:pt x="201740" y="1205198"/>
                  <a:pt x="199644" y="1203103"/>
                  <a:pt x="199644" y="1200531"/>
                </a:cubicBezTo>
                <a:cubicBezTo>
                  <a:pt x="199644" y="1197959"/>
                  <a:pt x="201740" y="1195864"/>
                  <a:pt x="204311" y="1195864"/>
                </a:cubicBezTo>
                <a:cubicBezTo>
                  <a:pt x="206883" y="1195864"/>
                  <a:pt x="208979" y="1197959"/>
                  <a:pt x="208979" y="1200531"/>
                </a:cubicBezTo>
                <a:cubicBezTo>
                  <a:pt x="208979" y="1203103"/>
                  <a:pt x="206883" y="1205198"/>
                  <a:pt x="204311" y="1205198"/>
                </a:cubicBezTo>
                <a:close/>
                <a:moveTo>
                  <a:pt x="3101721" y="572"/>
                </a:moveTo>
                <a:cubicBezTo>
                  <a:pt x="3096006" y="572"/>
                  <a:pt x="3091339" y="5239"/>
                  <a:pt x="3091339" y="10954"/>
                </a:cubicBezTo>
                <a:cubicBezTo>
                  <a:pt x="3091339" y="16669"/>
                  <a:pt x="3096006" y="21336"/>
                  <a:pt x="3101721" y="21336"/>
                </a:cubicBezTo>
                <a:cubicBezTo>
                  <a:pt x="3106579" y="21336"/>
                  <a:pt x="3110579" y="17907"/>
                  <a:pt x="3111627" y="13335"/>
                </a:cubicBezTo>
                <a:lnTo>
                  <a:pt x="3114770" y="13335"/>
                </a:lnTo>
                <a:lnTo>
                  <a:pt x="3114770" y="8573"/>
                </a:lnTo>
                <a:lnTo>
                  <a:pt x="3111627" y="8573"/>
                </a:lnTo>
                <a:cubicBezTo>
                  <a:pt x="3110484" y="4001"/>
                  <a:pt x="3106579" y="572"/>
                  <a:pt x="3101721" y="572"/>
                </a:cubicBezTo>
                <a:close/>
                <a:moveTo>
                  <a:pt x="3101721" y="16669"/>
                </a:moveTo>
                <a:cubicBezTo>
                  <a:pt x="3098578" y="16669"/>
                  <a:pt x="3096101" y="14097"/>
                  <a:pt x="3096101" y="11049"/>
                </a:cubicBezTo>
                <a:cubicBezTo>
                  <a:pt x="3096101" y="8001"/>
                  <a:pt x="3098673" y="5429"/>
                  <a:pt x="3101721" y="5429"/>
                </a:cubicBezTo>
                <a:cubicBezTo>
                  <a:pt x="3104769" y="5429"/>
                  <a:pt x="3107341" y="8001"/>
                  <a:pt x="3107341" y="11049"/>
                </a:cubicBezTo>
                <a:cubicBezTo>
                  <a:pt x="3107341" y="14097"/>
                  <a:pt x="3104769" y="16669"/>
                  <a:pt x="3101721" y="16669"/>
                </a:cubicBezTo>
                <a:close/>
                <a:moveTo>
                  <a:pt x="451771" y="607600"/>
                </a:moveTo>
                <a:lnTo>
                  <a:pt x="458914" y="607600"/>
                </a:lnTo>
                <a:lnTo>
                  <a:pt x="458914" y="614077"/>
                </a:lnTo>
                <a:lnTo>
                  <a:pt x="453962" y="618173"/>
                </a:lnTo>
                <a:lnTo>
                  <a:pt x="449389" y="612648"/>
                </a:lnTo>
                <a:lnTo>
                  <a:pt x="451771" y="610648"/>
                </a:lnTo>
                <a:lnTo>
                  <a:pt x="451771" y="607600"/>
                </a:lnTo>
                <a:close/>
                <a:moveTo>
                  <a:pt x="314325" y="644081"/>
                </a:moveTo>
                <a:lnTo>
                  <a:pt x="309753" y="638556"/>
                </a:lnTo>
                <a:lnTo>
                  <a:pt x="314992" y="634270"/>
                </a:lnTo>
                <a:lnTo>
                  <a:pt x="319564" y="639794"/>
                </a:lnTo>
                <a:lnTo>
                  <a:pt x="314325" y="644081"/>
                </a:lnTo>
                <a:close/>
                <a:moveTo>
                  <a:pt x="309086" y="648462"/>
                </a:moveTo>
                <a:lnTo>
                  <a:pt x="304514" y="642938"/>
                </a:lnTo>
                <a:lnTo>
                  <a:pt x="301181" y="645700"/>
                </a:lnTo>
                <a:cubicBezTo>
                  <a:pt x="296799" y="642461"/>
                  <a:pt x="290703" y="642842"/>
                  <a:pt x="286988" y="646938"/>
                </a:cubicBezTo>
                <a:cubicBezTo>
                  <a:pt x="286512" y="647510"/>
                  <a:pt x="286226" y="648176"/>
                  <a:pt x="285845" y="648843"/>
                </a:cubicBezTo>
                <a:lnTo>
                  <a:pt x="178403" y="648843"/>
                </a:lnTo>
                <a:lnTo>
                  <a:pt x="159925" y="631508"/>
                </a:lnTo>
                <a:lnTo>
                  <a:pt x="34766" y="631508"/>
                </a:lnTo>
                <a:lnTo>
                  <a:pt x="34766" y="632936"/>
                </a:lnTo>
                <a:cubicBezTo>
                  <a:pt x="27527" y="621316"/>
                  <a:pt x="14764" y="613505"/>
                  <a:pt x="95" y="613505"/>
                </a:cubicBezTo>
                <a:lnTo>
                  <a:pt x="95" y="615887"/>
                </a:lnTo>
                <a:cubicBezTo>
                  <a:pt x="15431" y="615887"/>
                  <a:pt x="28480" y="624935"/>
                  <a:pt x="34766" y="637889"/>
                </a:cubicBezTo>
                <a:lnTo>
                  <a:pt x="34766" y="638651"/>
                </a:lnTo>
                <a:lnTo>
                  <a:pt x="35147" y="638651"/>
                </a:lnTo>
                <a:cubicBezTo>
                  <a:pt x="37338" y="643509"/>
                  <a:pt x="38672" y="648938"/>
                  <a:pt x="38672" y="654653"/>
                </a:cubicBezTo>
                <a:cubicBezTo>
                  <a:pt x="38672" y="661035"/>
                  <a:pt x="36957" y="666845"/>
                  <a:pt x="34290" y="672179"/>
                </a:cubicBezTo>
                <a:lnTo>
                  <a:pt x="32576" y="672179"/>
                </a:lnTo>
                <a:lnTo>
                  <a:pt x="32576" y="675418"/>
                </a:lnTo>
                <a:cubicBezTo>
                  <a:pt x="25718" y="686181"/>
                  <a:pt x="13811" y="693325"/>
                  <a:pt x="95" y="693420"/>
                </a:cubicBezTo>
                <a:lnTo>
                  <a:pt x="95" y="695801"/>
                </a:lnTo>
                <a:cubicBezTo>
                  <a:pt x="13430" y="695801"/>
                  <a:pt x="25146" y="689229"/>
                  <a:pt x="32576" y="679323"/>
                </a:cubicBezTo>
                <a:lnTo>
                  <a:pt x="154877" y="679323"/>
                </a:lnTo>
                <a:lnTo>
                  <a:pt x="173355" y="696659"/>
                </a:lnTo>
                <a:lnTo>
                  <a:pt x="307181" y="696659"/>
                </a:lnTo>
                <a:cubicBezTo>
                  <a:pt x="307181" y="697230"/>
                  <a:pt x="307181" y="697802"/>
                  <a:pt x="307181" y="698373"/>
                </a:cubicBezTo>
                <a:cubicBezTo>
                  <a:pt x="308039" y="703802"/>
                  <a:pt x="310896" y="708565"/>
                  <a:pt x="315373" y="711803"/>
                </a:cubicBezTo>
                <a:cubicBezTo>
                  <a:pt x="317659" y="713518"/>
                  <a:pt x="320326" y="714661"/>
                  <a:pt x="323088" y="715232"/>
                </a:cubicBezTo>
                <a:lnTo>
                  <a:pt x="313277" y="722567"/>
                </a:lnTo>
                <a:lnTo>
                  <a:pt x="211836" y="722567"/>
                </a:lnTo>
                <a:cubicBezTo>
                  <a:pt x="211836" y="722567"/>
                  <a:pt x="211360" y="722567"/>
                  <a:pt x="211169" y="722757"/>
                </a:cubicBezTo>
                <a:lnTo>
                  <a:pt x="180118" y="744855"/>
                </a:lnTo>
                <a:lnTo>
                  <a:pt x="95" y="745427"/>
                </a:lnTo>
                <a:lnTo>
                  <a:pt x="95" y="747808"/>
                </a:lnTo>
                <a:lnTo>
                  <a:pt x="180499" y="747236"/>
                </a:lnTo>
                <a:cubicBezTo>
                  <a:pt x="180499" y="747236"/>
                  <a:pt x="180975" y="747236"/>
                  <a:pt x="181166" y="747046"/>
                </a:cubicBezTo>
                <a:lnTo>
                  <a:pt x="212217" y="724948"/>
                </a:lnTo>
                <a:lnTo>
                  <a:pt x="313658" y="724948"/>
                </a:lnTo>
                <a:cubicBezTo>
                  <a:pt x="313658" y="724948"/>
                  <a:pt x="314135" y="724948"/>
                  <a:pt x="314325" y="724757"/>
                </a:cubicBezTo>
                <a:lnTo>
                  <a:pt x="326422" y="715804"/>
                </a:lnTo>
                <a:cubicBezTo>
                  <a:pt x="327851" y="715804"/>
                  <a:pt x="329279" y="715804"/>
                  <a:pt x="330708" y="715613"/>
                </a:cubicBezTo>
                <a:cubicBezTo>
                  <a:pt x="336137" y="714756"/>
                  <a:pt x="340900" y="711899"/>
                  <a:pt x="344138" y="707422"/>
                </a:cubicBezTo>
                <a:cubicBezTo>
                  <a:pt x="347567" y="702754"/>
                  <a:pt x="348710" y="697135"/>
                  <a:pt x="347758" y="691801"/>
                </a:cubicBezTo>
                <a:lnTo>
                  <a:pt x="446532" y="691801"/>
                </a:lnTo>
                <a:lnTo>
                  <a:pt x="464725" y="708089"/>
                </a:lnTo>
                <a:lnTo>
                  <a:pt x="558927" y="708089"/>
                </a:lnTo>
                <a:lnTo>
                  <a:pt x="572453" y="693896"/>
                </a:lnTo>
                <a:lnTo>
                  <a:pt x="572453" y="667322"/>
                </a:lnTo>
                <a:lnTo>
                  <a:pt x="580358" y="667322"/>
                </a:lnTo>
                <a:lnTo>
                  <a:pt x="580358" y="693229"/>
                </a:lnTo>
                <a:lnTo>
                  <a:pt x="593693" y="705993"/>
                </a:lnTo>
                <a:lnTo>
                  <a:pt x="617029" y="705802"/>
                </a:lnTo>
                <a:lnTo>
                  <a:pt x="716471" y="618363"/>
                </a:lnTo>
                <a:lnTo>
                  <a:pt x="717233" y="617696"/>
                </a:lnTo>
                <a:lnTo>
                  <a:pt x="717233" y="610934"/>
                </a:lnTo>
                <a:cubicBezTo>
                  <a:pt x="721424" y="609886"/>
                  <a:pt x="724662" y="606171"/>
                  <a:pt x="724662" y="601694"/>
                </a:cubicBezTo>
                <a:cubicBezTo>
                  <a:pt x="724662" y="600647"/>
                  <a:pt x="724376" y="599789"/>
                  <a:pt x="724091" y="598837"/>
                </a:cubicBezTo>
                <a:lnTo>
                  <a:pt x="737902" y="587883"/>
                </a:lnTo>
                <a:lnTo>
                  <a:pt x="842963" y="588550"/>
                </a:lnTo>
                <a:lnTo>
                  <a:pt x="874586" y="560546"/>
                </a:lnTo>
                <a:cubicBezTo>
                  <a:pt x="876205" y="561594"/>
                  <a:pt x="877919" y="562451"/>
                  <a:pt x="880015" y="562451"/>
                </a:cubicBezTo>
                <a:cubicBezTo>
                  <a:pt x="885444" y="562451"/>
                  <a:pt x="889826" y="558070"/>
                  <a:pt x="889826" y="552736"/>
                </a:cubicBezTo>
                <a:cubicBezTo>
                  <a:pt x="889826" y="547402"/>
                  <a:pt x="885444" y="542925"/>
                  <a:pt x="880015" y="542925"/>
                </a:cubicBezTo>
                <a:cubicBezTo>
                  <a:pt x="874586" y="542925"/>
                  <a:pt x="870299" y="547307"/>
                  <a:pt x="870299" y="552736"/>
                </a:cubicBezTo>
                <a:cubicBezTo>
                  <a:pt x="870299" y="554355"/>
                  <a:pt x="870776" y="555784"/>
                  <a:pt x="871442" y="557117"/>
                </a:cubicBezTo>
                <a:lnTo>
                  <a:pt x="841248" y="583883"/>
                </a:lnTo>
                <a:lnTo>
                  <a:pt x="736378" y="583216"/>
                </a:lnTo>
                <a:lnTo>
                  <a:pt x="721709" y="594741"/>
                </a:lnTo>
                <a:cubicBezTo>
                  <a:pt x="719995" y="593027"/>
                  <a:pt x="717614" y="591979"/>
                  <a:pt x="714947" y="591979"/>
                </a:cubicBezTo>
                <a:cubicBezTo>
                  <a:pt x="709517" y="591979"/>
                  <a:pt x="705136" y="596360"/>
                  <a:pt x="705136" y="601790"/>
                </a:cubicBezTo>
                <a:cubicBezTo>
                  <a:pt x="705136" y="606362"/>
                  <a:pt x="708279" y="609981"/>
                  <a:pt x="712565" y="611029"/>
                </a:cubicBezTo>
                <a:lnTo>
                  <a:pt x="712565" y="615601"/>
                </a:lnTo>
                <a:lnTo>
                  <a:pt x="615315" y="701135"/>
                </a:lnTo>
                <a:lnTo>
                  <a:pt x="595694" y="701326"/>
                </a:lnTo>
                <a:lnTo>
                  <a:pt x="585216" y="691325"/>
                </a:lnTo>
                <a:lnTo>
                  <a:pt x="585216" y="666941"/>
                </a:lnTo>
                <a:cubicBezTo>
                  <a:pt x="587788" y="665988"/>
                  <a:pt x="589693" y="663512"/>
                  <a:pt x="589693" y="660654"/>
                </a:cubicBezTo>
                <a:lnTo>
                  <a:pt x="589693" y="647986"/>
                </a:lnTo>
                <a:cubicBezTo>
                  <a:pt x="589693" y="644271"/>
                  <a:pt x="586645" y="641128"/>
                  <a:pt x="582835" y="641128"/>
                </a:cubicBezTo>
                <a:lnTo>
                  <a:pt x="570167" y="641128"/>
                </a:lnTo>
                <a:cubicBezTo>
                  <a:pt x="566452" y="641128"/>
                  <a:pt x="563309" y="644176"/>
                  <a:pt x="563309" y="647986"/>
                </a:cubicBezTo>
                <a:lnTo>
                  <a:pt x="563309" y="660654"/>
                </a:lnTo>
                <a:cubicBezTo>
                  <a:pt x="563309" y="663607"/>
                  <a:pt x="565118" y="665988"/>
                  <a:pt x="567785" y="666941"/>
                </a:cubicBezTo>
                <a:lnTo>
                  <a:pt x="567785" y="692087"/>
                </a:lnTo>
                <a:lnTo>
                  <a:pt x="557022" y="703421"/>
                </a:lnTo>
                <a:lnTo>
                  <a:pt x="466725" y="703421"/>
                </a:lnTo>
                <a:lnTo>
                  <a:pt x="448532" y="687134"/>
                </a:lnTo>
                <a:lnTo>
                  <a:pt x="346424" y="687134"/>
                </a:lnTo>
                <a:cubicBezTo>
                  <a:pt x="344996" y="683895"/>
                  <a:pt x="342900" y="680942"/>
                  <a:pt x="339852" y="678752"/>
                </a:cubicBezTo>
                <a:cubicBezTo>
                  <a:pt x="336233" y="676085"/>
                  <a:pt x="331946" y="674751"/>
                  <a:pt x="327755" y="674751"/>
                </a:cubicBezTo>
                <a:cubicBezTo>
                  <a:pt x="321374" y="674751"/>
                  <a:pt x="315182" y="677609"/>
                  <a:pt x="311182" y="683133"/>
                </a:cubicBezTo>
                <a:cubicBezTo>
                  <a:pt x="309753" y="685133"/>
                  <a:pt x="308705" y="687324"/>
                  <a:pt x="308039" y="689610"/>
                </a:cubicBezTo>
                <a:lnTo>
                  <a:pt x="176308" y="689610"/>
                </a:lnTo>
                <a:lnTo>
                  <a:pt x="157829" y="672275"/>
                </a:lnTo>
                <a:lnTo>
                  <a:pt x="36957" y="672275"/>
                </a:lnTo>
                <a:cubicBezTo>
                  <a:pt x="39529" y="666941"/>
                  <a:pt x="41053" y="661035"/>
                  <a:pt x="41053" y="654749"/>
                </a:cubicBezTo>
                <a:cubicBezTo>
                  <a:pt x="41053" y="649129"/>
                  <a:pt x="39910" y="643700"/>
                  <a:pt x="37814" y="638747"/>
                </a:cubicBezTo>
                <a:lnTo>
                  <a:pt x="157163" y="638747"/>
                </a:lnTo>
                <a:lnTo>
                  <a:pt x="175641" y="656082"/>
                </a:lnTo>
                <a:lnTo>
                  <a:pt x="284607" y="656082"/>
                </a:lnTo>
                <a:cubicBezTo>
                  <a:pt x="284988" y="658368"/>
                  <a:pt x="285941" y="660464"/>
                  <a:pt x="287750" y="662178"/>
                </a:cubicBezTo>
                <a:cubicBezTo>
                  <a:pt x="289751" y="663988"/>
                  <a:pt x="292322" y="664940"/>
                  <a:pt x="294894" y="664940"/>
                </a:cubicBezTo>
                <a:cubicBezTo>
                  <a:pt x="297847" y="664940"/>
                  <a:pt x="300704" y="663797"/>
                  <a:pt x="302800" y="661416"/>
                </a:cubicBezTo>
                <a:cubicBezTo>
                  <a:pt x="304705" y="659321"/>
                  <a:pt x="305657" y="656558"/>
                  <a:pt x="305562" y="653701"/>
                </a:cubicBezTo>
                <a:cubicBezTo>
                  <a:pt x="305562" y="652653"/>
                  <a:pt x="305181" y="651796"/>
                  <a:pt x="304895" y="650843"/>
                </a:cubicBezTo>
                <a:lnTo>
                  <a:pt x="305467" y="651605"/>
                </a:lnTo>
                <a:lnTo>
                  <a:pt x="309182" y="648557"/>
                </a:lnTo>
                <a:close/>
                <a:moveTo>
                  <a:pt x="880015" y="547592"/>
                </a:moveTo>
                <a:cubicBezTo>
                  <a:pt x="882777" y="547592"/>
                  <a:pt x="885063" y="549878"/>
                  <a:pt x="885063" y="552641"/>
                </a:cubicBezTo>
                <a:cubicBezTo>
                  <a:pt x="885063" y="555403"/>
                  <a:pt x="882777" y="557594"/>
                  <a:pt x="880015" y="557594"/>
                </a:cubicBezTo>
                <a:cubicBezTo>
                  <a:pt x="877252" y="557594"/>
                  <a:pt x="875062" y="555308"/>
                  <a:pt x="875062" y="552641"/>
                </a:cubicBezTo>
                <a:cubicBezTo>
                  <a:pt x="875062" y="549974"/>
                  <a:pt x="877348" y="547592"/>
                  <a:pt x="880015" y="547592"/>
                </a:cubicBezTo>
                <a:close/>
                <a:moveTo>
                  <a:pt x="709898" y="601599"/>
                </a:moveTo>
                <a:cubicBezTo>
                  <a:pt x="709898" y="598837"/>
                  <a:pt x="712184" y="596551"/>
                  <a:pt x="714947" y="596551"/>
                </a:cubicBezTo>
                <a:cubicBezTo>
                  <a:pt x="717709" y="596551"/>
                  <a:pt x="719995" y="598837"/>
                  <a:pt x="719995" y="601599"/>
                </a:cubicBezTo>
                <a:cubicBezTo>
                  <a:pt x="719995" y="604361"/>
                  <a:pt x="717709" y="606647"/>
                  <a:pt x="714947" y="606647"/>
                </a:cubicBezTo>
                <a:cubicBezTo>
                  <a:pt x="712184" y="606647"/>
                  <a:pt x="709898" y="604361"/>
                  <a:pt x="709898" y="601599"/>
                </a:cubicBezTo>
                <a:close/>
                <a:moveTo>
                  <a:pt x="568071" y="647795"/>
                </a:moveTo>
                <a:cubicBezTo>
                  <a:pt x="568071" y="646652"/>
                  <a:pt x="569024" y="645700"/>
                  <a:pt x="570167" y="645700"/>
                </a:cubicBezTo>
                <a:lnTo>
                  <a:pt x="582835" y="645700"/>
                </a:lnTo>
                <a:cubicBezTo>
                  <a:pt x="583978" y="645700"/>
                  <a:pt x="584930" y="646652"/>
                  <a:pt x="584930" y="647795"/>
                </a:cubicBezTo>
                <a:lnTo>
                  <a:pt x="584930" y="660464"/>
                </a:lnTo>
                <a:cubicBezTo>
                  <a:pt x="584930" y="661607"/>
                  <a:pt x="583978" y="662559"/>
                  <a:pt x="582835" y="662559"/>
                </a:cubicBezTo>
                <a:lnTo>
                  <a:pt x="570167" y="662559"/>
                </a:lnTo>
                <a:cubicBezTo>
                  <a:pt x="569024" y="662559"/>
                  <a:pt x="568071" y="661607"/>
                  <a:pt x="568071" y="660464"/>
                </a:cubicBezTo>
                <a:lnTo>
                  <a:pt x="568071" y="647795"/>
                </a:lnTo>
                <a:close/>
                <a:moveTo>
                  <a:pt x="314135" y="685133"/>
                </a:moveTo>
                <a:cubicBezTo>
                  <a:pt x="319659" y="677704"/>
                  <a:pt x="330137" y="676085"/>
                  <a:pt x="337566" y="681514"/>
                </a:cubicBezTo>
                <a:cubicBezTo>
                  <a:pt x="344996" y="687038"/>
                  <a:pt x="346615" y="697516"/>
                  <a:pt x="341186" y="704945"/>
                </a:cubicBezTo>
                <a:cubicBezTo>
                  <a:pt x="338519" y="708565"/>
                  <a:pt x="334613" y="710946"/>
                  <a:pt x="330232" y="711613"/>
                </a:cubicBezTo>
                <a:cubicBezTo>
                  <a:pt x="325755" y="712279"/>
                  <a:pt x="321374" y="711232"/>
                  <a:pt x="317754" y="708565"/>
                </a:cubicBezTo>
                <a:cubicBezTo>
                  <a:pt x="314135" y="705898"/>
                  <a:pt x="311753" y="701993"/>
                  <a:pt x="311087" y="697611"/>
                </a:cubicBezTo>
                <a:cubicBezTo>
                  <a:pt x="310420" y="693229"/>
                  <a:pt x="311468" y="688753"/>
                  <a:pt x="314135" y="685133"/>
                </a:cubicBezTo>
                <a:close/>
                <a:moveTo>
                  <a:pt x="299180" y="658082"/>
                </a:moveTo>
                <a:cubicBezTo>
                  <a:pt x="296990" y="660464"/>
                  <a:pt x="293275" y="660654"/>
                  <a:pt x="290798" y="658463"/>
                </a:cubicBezTo>
                <a:cubicBezTo>
                  <a:pt x="288417" y="656273"/>
                  <a:pt x="288227" y="652558"/>
                  <a:pt x="290417" y="650081"/>
                </a:cubicBezTo>
                <a:cubicBezTo>
                  <a:pt x="292608" y="647700"/>
                  <a:pt x="296323" y="647510"/>
                  <a:pt x="298799" y="649700"/>
                </a:cubicBezTo>
                <a:cubicBezTo>
                  <a:pt x="299942" y="650748"/>
                  <a:pt x="300609" y="652177"/>
                  <a:pt x="300704" y="653796"/>
                </a:cubicBezTo>
                <a:cubicBezTo>
                  <a:pt x="300704" y="655415"/>
                  <a:pt x="300228" y="656844"/>
                  <a:pt x="299180" y="658082"/>
                </a:cubicBezTo>
                <a:close/>
                <a:moveTo>
                  <a:pt x="330137" y="631127"/>
                </a:moveTo>
                <a:lnTo>
                  <a:pt x="324898" y="635413"/>
                </a:lnTo>
                <a:lnTo>
                  <a:pt x="320326" y="629888"/>
                </a:lnTo>
                <a:lnTo>
                  <a:pt x="325564" y="625602"/>
                </a:lnTo>
                <a:lnTo>
                  <a:pt x="330137" y="631127"/>
                </a:lnTo>
                <a:close/>
                <a:moveTo>
                  <a:pt x="343757" y="561689"/>
                </a:moveTo>
                <a:lnTo>
                  <a:pt x="350901" y="561689"/>
                </a:lnTo>
                <a:lnTo>
                  <a:pt x="350901" y="569309"/>
                </a:lnTo>
                <a:lnTo>
                  <a:pt x="343757" y="569309"/>
                </a:lnTo>
                <a:lnTo>
                  <a:pt x="343757" y="561689"/>
                </a:lnTo>
                <a:close/>
                <a:moveTo>
                  <a:pt x="343757" y="577025"/>
                </a:moveTo>
                <a:lnTo>
                  <a:pt x="350901" y="577025"/>
                </a:lnTo>
                <a:lnTo>
                  <a:pt x="350901" y="584645"/>
                </a:lnTo>
                <a:lnTo>
                  <a:pt x="343757" y="584645"/>
                </a:lnTo>
                <a:lnTo>
                  <a:pt x="343757" y="577025"/>
                </a:lnTo>
                <a:close/>
                <a:moveTo>
                  <a:pt x="350901" y="554069"/>
                </a:moveTo>
                <a:lnTo>
                  <a:pt x="343757" y="554069"/>
                </a:lnTo>
                <a:lnTo>
                  <a:pt x="343757" y="549307"/>
                </a:lnTo>
                <a:lnTo>
                  <a:pt x="350901" y="549307"/>
                </a:lnTo>
                <a:lnTo>
                  <a:pt x="350901" y="554069"/>
                </a:lnTo>
                <a:close/>
                <a:moveTo>
                  <a:pt x="2886837" y="196882"/>
                </a:moveTo>
                <a:lnTo>
                  <a:pt x="2867882" y="213646"/>
                </a:lnTo>
                <a:lnTo>
                  <a:pt x="2757011" y="213646"/>
                </a:lnTo>
                <a:lnTo>
                  <a:pt x="2757011" y="204978"/>
                </a:lnTo>
                <a:cubicBezTo>
                  <a:pt x="2757011" y="203264"/>
                  <a:pt x="2755583" y="201835"/>
                  <a:pt x="2753868" y="201835"/>
                </a:cubicBezTo>
                <a:lnTo>
                  <a:pt x="2729484" y="201835"/>
                </a:lnTo>
                <a:cubicBezTo>
                  <a:pt x="2727770" y="201835"/>
                  <a:pt x="2726341" y="203264"/>
                  <a:pt x="2726341" y="204978"/>
                </a:cubicBezTo>
                <a:lnTo>
                  <a:pt x="2726341" y="214789"/>
                </a:lnTo>
                <a:lnTo>
                  <a:pt x="2627852" y="214789"/>
                </a:lnTo>
                <a:cubicBezTo>
                  <a:pt x="2626900" y="209550"/>
                  <a:pt x="2622423" y="205454"/>
                  <a:pt x="2616899" y="205454"/>
                </a:cubicBezTo>
                <a:cubicBezTo>
                  <a:pt x="2610612" y="205454"/>
                  <a:pt x="2605564" y="210503"/>
                  <a:pt x="2605564" y="216789"/>
                </a:cubicBezTo>
                <a:cubicBezTo>
                  <a:pt x="2605564" y="223076"/>
                  <a:pt x="2610612" y="228124"/>
                  <a:pt x="2616899" y="228124"/>
                </a:cubicBezTo>
                <a:cubicBezTo>
                  <a:pt x="2622137" y="228124"/>
                  <a:pt x="2626424" y="224409"/>
                  <a:pt x="2627662" y="219551"/>
                </a:cubicBezTo>
                <a:lnTo>
                  <a:pt x="2726246" y="219551"/>
                </a:lnTo>
                <a:lnTo>
                  <a:pt x="2726246" y="229362"/>
                </a:lnTo>
                <a:cubicBezTo>
                  <a:pt x="2726246" y="231077"/>
                  <a:pt x="2727674" y="232505"/>
                  <a:pt x="2729389" y="232505"/>
                </a:cubicBezTo>
                <a:lnTo>
                  <a:pt x="2753773" y="232505"/>
                </a:lnTo>
                <a:cubicBezTo>
                  <a:pt x="2755487" y="232505"/>
                  <a:pt x="2756916" y="231077"/>
                  <a:pt x="2756916" y="229362"/>
                </a:cubicBezTo>
                <a:lnTo>
                  <a:pt x="2756916" y="220694"/>
                </a:lnTo>
                <a:lnTo>
                  <a:pt x="2870549" y="220694"/>
                </a:lnTo>
                <a:lnTo>
                  <a:pt x="2893886" y="200025"/>
                </a:lnTo>
                <a:lnTo>
                  <a:pt x="2893886" y="95"/>
                </a:lnTo>
                <a:lnTo>
                  <a:pt x="2886742" y="95"/>
                </a:lnTo>
                <a:lnTo>
                  <a:pt x="2886742" y="196882"/>
                </a:lnTo>
                <a:close/>
                <a:moveTo>
                  <a:pt x="2616803" y="223266"/>
                </a:moveTo>
                <a:cubicBezTo>
                  <a:pt x="2613184" y="223266"/>
                  <a:pt x="2610231" y="220313"/>
                  <a:pt x="2610231" y="216694"/>
                </a:cubicBezTo>
                <a:cubicBezTo>
                  <a:pt x="2610231" y="213074"/>
                  <a:pt x="2613184" y="210122"/>
                  <a:pt x="2616803" y="210122"/>
                </a:cubicBezTo>
                <a:cubicBezTo>
                  <a:pt x="2620423" y="210122"/>
                  <a:pt x="2623376" y="213074"/>
                  <a:pt x="2623376" y="216694"/>
                </a:cubicBezTo>
                <a:cubicBezTo>
                  <a:pt x="2623376" y="220313"/>
                  <a:pt x="2620423" y="223266"/>
                  <a:pt x="2616803" y="223266"/>
                </a:cubicBezTo>
                <a:close/>
                <a:moveTo>
                  <a:pt x="2754630" y="229362"/>
                </a:moveTo>
                <a:cubicBezTo>
                  <a:pt x="2754630" y="229362"/>
                  <a:pt x="2754249" y="230124"/>
                  <a:pt x="2753868" y="230124"/>
                </a:cubicBezTo>
                <a:lnTo>
                  <a:pt x="2729484" y="230124"/>
                </a:lnTo>
                <a:cubicBezTo>
                  <a:pt x="2729484" y="230124"/>
                  <a:pt x="2728722" y="229743"/>
                  <a:pt x="2728722" y="229362"/>
                </a:cubicBezTo>
                <a:lnTo>
                  <a:pt x="2728722" y="204978"/>
                </a:lnTo>
                <a:cubicBezTo>
                  <a:pt x="2728722" y="204978"/>
                  <a:pt x="2729103" y="204216"/>
                  <a:pt x="2729484" y="204216"/>
                </a:cubicBezTo>
                <a:lnTo>
                  <a:pt x="2753868" y="204216"/>
                </a:lnTo>
                <a:cubicBezTo>
                  <a:pt x="2753868" y="204216"/>
                  <a:pt x="2754630" y="204597"/>
                  <a:pt x="2754630" y="204978"/>
                </a:cubicBezTo>
                <a:lnTo>
                  <a:pt x="2754630" y="229362"/>
                </a:lnTo>
                <a:close/>
                <a:moveTo>
                  <a:pt x="340709" y="622459"/>
                </a:moveTo>
                <a:lnTo>
                  <a:pt x="335471" y="626745"/>
                </a:lnTo>
                <a:lnTo>
                  <a:pt x="330899" y="621221"/>
                </a:lnTo>
                <a:lnTo>
                  <a:pt x="336137" y="616934"/>
                </a:lnTo>
                <a:lnTo>
                  <a:pt x="340709" y="622459"/>
                </a:lnTo>
                <a:close/>
                <a:moveTo>
                  <a:pt x="2861691" y="135350"/>
                </a:moveTo>
                <a:lnTo>
                  <a:pt x="2819591" y="171831"/>
                </a:lnTo>
                <a:lnTo>
                  <a:pt x="2757011" y="171831"/>
                </a:lnTo>
                <a:lnTo>
                  <a:pt x="2757011" y="162020"/>
                </a:lnTo>
                <a:cubicBezTo>
                  <a:pt x="2757011" y="160306"/>
                  <a:pt x="2755583" y="158877"/>
                  <a:pt x="2753868" y="158877"/>
                </a:cubicBezTo>
                <a:lnTo>
                  <a:pt x="2729484" y="158877"/>
                </a:lnTo>
                <a:cubicBezTo>
                  <a:pt x="2727770" y="158877"/>
                  <a:pt x="2726341" y="160306"/>
                  <a:pt x="2726341" y="162020"/>
                </a:cubicBezTo>
                <a:lnTo>
                  <a:pt x="2726341" y="171831"/>
                </a:lnTo>
                <a:lnTo>
                  <a:pt x="2643950" y="171831"/>
                </a:lnTo>
                <a:cubicBezTo>
                  <a:pt x="2642902" y="168116"/>
                  <a:pt x="2639568" y="165259"/>
                  <a:pt x="2635472" y="165259"/>
                </a:cubicBezTo>
                <a:cubicBezTo>
                  <a:pt x="2630519" y="165259"/>
                  <a:pt x="2626519" y="169259"/>
                  <a:pt x="2626519" y="174212"/>
                </a:cubicBezTo>
                <a:cubicBezTo>
                  <a:pt x="2626519" y="179165"/>
                  <a:pt x="2630519" y="183166"/>
                  <a:pt x="2635472" y="183166"/>
                </a:cubicBezTo>
                <a:cubicBezTo>
                  <a:pt x="2639568" y="183166"/>
                  <a:pt x="2642902" y="180404"/>
                  <a:pt x="2643950" y="176594"/>
                </a:cubicBezTo>
                <a:lnTo>
                  <a:pt x="2726341" y="176594"/>
                </a:lnTo>
                <a:lnTo>
                  <a:pt x="2726341" y="186404"/>
                </a:lnTo>
                <a:cubicBezTo>
                  <a:pt x="2726341" y="188119"/>
                  <a:pt x="2727770" y="189548"/>
                  <a:pt x="2729484" y="189548"/>
                </a:cubicBezTo>
                <a:lnTo>
                  <a:pt x="2753868" y="189548"/>
                </a:lnTo>
                <a:cubicBezTo>
                  <a:pt x="2755583" y="189548"/>
                  <a:pt x="2757011" y="188119"/>
                  <a:pt x="2757011" y="186404"/>
                </a:cubicBezTo>
                <a:lnTo>
                  <a:pt x="2757011" y="176594"/>
                </a:lnTo>
                <a:lnTo>
                  <a:pt x="2821400" y="176594"/>
                </a:lnTo>
                <a:lnTo>
                  <a:pt x="2866454" y="137446"/>
                </a:lnTo>
                <a:lnTo>
                  <a:pt x="2866454" y="95"/>
                </a:lnTo>
                <a:cubicBezTo>
                  <a:pt x="2866454" y="95"/>
                  <a:pt x="2861786" y="95"/>
                  <a:pt x="2861786" y="95"/>
                </a:cubicBezTo>
                <a:lnTo>
                  <a:pt x="2861786" y="135350"/>
                </a:lnTo>
                <a:close/>
                <a:moveTo>
                  <a:pt x="2754630" y="186500"/>
                </a:moveTo>
                <a:cubicBezTo>
                  <a:pt x="2754630" y="186500"/>
                  <a:pt x="2754249" y="187262"/>
                  <a:pt x="2753868" y="187262"/>
                </a:cubicBezTo>
                <a:lnTo>
                  <a:pt x="2729484" y="187262"/>
                </a:lnTo>
                <a:cubicBezTo>
                  <a:pt x="2729484" y="187262"/>
                  <a:pt x="2728722" y="186881"/>
                  <a:pt x="2728722" y="186500"/>
                </a:cubicBezTo>
                <a:lnTo>
                  <a:pt x="2728722" y="162116"/>
                </a:lnTo>
                <a:cubicBezTo>
                  <a:pt x="2728722" y="162116"/>
                  <a:pt x="2729103" y="161354"/>
                  <a:pt x="2729484" y="161354"/>
                </a:cubicBezTo>
                <a:lnTo>
                  <a:pt x="2753868" y="161354"/>
                </a:lnTo>
                <a:cubicBezTo>
                  <a:pt x="2753868" y="161354"/>
                  <a:pt x="2754630" y="161735"/>
                  <a:pt x="2754630" y="162116"/>
                </a:cubicBezTo>
                <a:lnTo>
                  <a:pt x="2754630" y="186500"/>
                </a:lnTo>
                <a:close/>
                <a:moveTo>
                  <a:pt x="1525905" y="2111502"/>
                </a:moveTo>
                <a:cubicBezTo>
                  <a:pt x="1525905" y="2109311"/>
                  <a:pt x="1527620" y="2107597"/>
                  <a:pt x="1529810" y="2107597"/>
                </a:cubicBezTo>
                <a:cubicBezTo>
                  <a:pt x="1532001" y="2107597"/>
                  <a:pt x="1533716" y="2109311"/>
                  <a:pt x="1533716" y="2111502"/>
                </a:cubicBezTo>
                <a:cubicBezTo>
                  <a:pt x="1533716" y="2113693"/>
                  <a:pt x="1532001" y="2115407"/>
                  <a:pt x="1529810" y="2115407"/>
                </a:cubicBezTo>
                <a:cubicBezTo>
                  <a:pt x="1527620" y="2115407"/>
                  <a:pt x="1525905" y="2113693"/>
                  <a:pt x="1525905" y="2111502"/>
                </a:cubicBezTo>
                <a:close/>
                <a:moveTo>
                  <a:pt x="155639" y="246983"/>
                </a:moveTo>
                <a:cubicBezTo>
                  <a:pt x="154495" y="243840"/>
                  <a:pt x="152210" y="241268"/>
                  <a:pt x="149162" y="239744"/>
                </a:cubicBezTo>
                <a:cubicBezTo>
                  <a:pt x="146114" y="238316"/>
                  <a:pt x="142685" y="238125"/>
                  <a:pt x="139541" y="239173"/>
                </a:cubicBezTo>
                <a:cubicBezTo>
                  <a:pt x="136398" y="240316"/>
                  <a:pt x="133826" y="242602"/>
                  <a:pt x="132302" y="245650"/>
                </a:cubicBezTo>
                <a:cubicBezTo>
                  <a:pt x="130873" y="248698"/>
                  <a:pt x="130683" y="252127"/>
                  <a:pt x="131731" y="255270"/>
                </a:cubicBezTo>
                <a:cubicBezTo>
                  <a:pt x="133541" y="260509"/>
                  <a:pt x="138494" y="263747"/>
                  <a:pt x="143637" y="263747"/>
                </a:cubicBezTo>
                <a:cubicBezTo>
                  <a:pt x="144971" y="263747"/>
                  <a:pt x="146399" y="263557"/>
                  <a:pt x="147828" y="263081"/>
                </a:cubicBezTo>
                <a:cubicBezTo>
                  <a:pt x="148400" y="262890"/>
                  <a:pt x="148971" y="262604"/>
                  <a:pt x="149447" y="262319"/>
                </a:cubicBezTo>
                <a:lnTo>
                  <a:pt x="292227" y="427577"/>
                </a:lnTo>
                <a:lnTo>
                  <a:pt x="292227" y="570833"/>
                </a:lnTo>
                <a:lnTo>
                  <a:pt x="288227" y="570833"/>
                </a:lnTo>
                <a:cubicBezTo>
                  <a:pt x="284512" y="570833"/>
                  <a:pt x="281369" y="573881"/>
                  <a:pt x="281369" y="577691"/>
                </a:cubicBezTo>
                <a:lnTo>
                  <a:pt x="281369" y="590360"/>
                </a:lnTo>
                <a:cubicBezTo>
                  <a:pt x="281369" y="594074"/>
                  <a:pt x="284417" y="597218"/>
                  <a:pt x="288227" y="597218"/>
                </a:cubicBezTo>
                <a:lnTo>
                  <a:pt x="300895" y="597218"/>
                </a:lnTo>
                <a:cubicBezTo>
                  <a:pt x="304610" y="597218"/>
                  <a:pt x="307753" y="594170"/>
                  <a:pt x="307753" y="590360"/>
                </a:cubicBezTo>
                <a:lnTo>
                  <a:pt x="307753" y="577691"/>
                </a:lnTo>
                <a:cubicBezTo>
                  <a:pt x="307753" y="573977"/>
                  <a:pt x="304705" y="570833"/>
                  <a:pt x="300895" y="570833"/>
                </a:cubicBezTo>
                <a:lnTo>
                  <a:pt x="296894" y="570833"/>
                </a:lnTo>
                <a:lnTo>
                  <a:pt x="296894" y="425768"/>
                </a:lnTo>
                <a:lnTo>
                  <a:pt x="153067" y="259366"/>
                </a:lnTo>
                <a:cubicBezTo>
                  <a:pt x="155924" y="256032"/>
                  <a:pt x="156972" y="251365"/>
                  <a:pt x="155448" y="246983"/>
                </a:cubicBezTo>
                <a:close/>
                <a:moveTo>
                  <a:pt x="150781" y="254603"/>
                </a:moveTo>
                <a:cubicBezTo>
                  <a:pt x="149828" y="256508"/>
                  <a:pt x="148304" y="257937"/>
                  <a:pt x="146304" y="258604"/>
                </a:cubicBezTo>
                <a:cubicBezTo>
                  <a:pt x="142208" y="260033"/>
                  <a:pt x="137732" y="257842"/>
                  <a:pt x="136303" y="253746"/>
                </a:cubicBezTo>
                <a:cubicBezTo>
                  <a:pt x="135636" y="251746"/>
                  <a:pt x="135731" y="249650"/>
                  <a:pt x="136684" y="247745"/>
                </a:cubicBezTo>
                <a:cubicBezTo>
                  <a:pt x="137636" y="245840"/>
                  <a:pt x="139160" y="244412"/>
                  <a:pt x="141161" y="243745"/>
                </a:cubicBezTo>
                <a:cubicBezTo>
                  <a:pt x="142018" y="243459"/>
                  <a:pt x="142875" y="243269"/>
                  <a:pt x="143732" y="243269"/>
                </a:cubicBezTo>
                <a:cubicBezTo>
                  <a:pt x="144875" y="243269"/>
                  <a:pt x="146018" y="243554"/>
                  <a:pt x="147161" y="244031"/>
                </a:cubicBezTo>
                <a:cubicBezTo>
                  <a:pt x="149066" y="244983"/>
                  <a:pt x="150495" y="246507"/>
                  <a:pt x="151162" y="248507"/>
                </a:cubicBezTo>
                <a:cubicBezTo>
                  <a:pt x="151829" y="250508"/>
                  <a:pt x="151733" y="252603"/>
                  <a:pt x="150781" y="254508"/>
                </a:cubicBezTo>
                <a:close/>
                <a:moveTo>
                  <a:pt x="300990" y="575596"/>
                </a:moveTo>
                <a:cubicBezTo>
                  <a:pt x="302133" y="575596"/>
                  <a:pt x="303086" y="576548"/>
                  <a:pt x="303086" y="577691"/>
                </a:cubicBezTo>
                <a:lnTo>
                  <a:pt x="303086" y="590360"/>
                </a:lnTo>
                <a:cubicBezTo>
                  <a:pt x="303086" y="591503"/>
                  <a:pt x="302133" y="592455"/>
                  <a:pt x="300990" y="592455"/>
                </a:cubicBezTo>
                <a:lnTo>
                  <a:pt x="288322" y="592455"/>
                </a:lnTo>
                <a:cubicBezTo>
                  <a:pt x="287179" y="592455"/>
                  <a:pt x="286226" y="591503"/>
                  <a:pt x="286226" y="590360"/>
                </a:cubicBezTo>
                <a:lnTo>
                  <a:pt x="286226" y="577691"/>
                </a:lnTo>
                <a:cubicBezTo>
                  <a:pt x="286226" y="576548"/>
                  <a:pt x="287179" y="575596"/>
                  <a:pt x="288322" y="575596"/>
                </a:cubicBezTo>
                <a:lnTo>
                  <a:pt x="300990" y="575596"/>
                </a:lnTo>
                <a:close/>
                <a:moveTo>
                  <a:pt x="2752820" y="166973"/>
                </a:moveTo>
                <a:lnTo>
                  <a:pt x="2752820" y="181642"/>
                </a:lnTo>
                <a:cubicBezTo>
                  <a:pt x="2752820" y="183737"/>
                  <a:pt x="2751106" y="185452"/>
                  <a:pt x="2749010" y="185452"/>
                </a:cubicBezTo>
                <a:lnTo>
                  <a:pt x="2734342" y="185452"/>
                </a:lnTo>
                <a:cubicBezTo>
                  <a:pt x="2732246" y="185452"/>
                  <a:pt x="2730532" y="183737"/>
                  <a:pt x="2730532" y="181642"/>
                </a:cubicBezTo>
                <a:lnTo>
                  <a:pt x="2730532" y="166973"/>
                </a:lnTo>
                <a:cubicBezTo>
                  <a:pt x="2730532" y="164878"/>
                  <a:pt x="2732246" y="163163"/>
                  <a:pt x="2734342" y="163163"/>
                </a:cubicBezTo>
                <a:lnTo>
                  <a:pt x="2749010" y="163163"/>
                </a:lnTo>
                <a:cubicBezTo>
                  <a:pt x="2751106" y="163163"/>
                  <a:pt x="2752820" y="164878"/>
                  <a:pt x="2752820" y="166973"/>
                </a:cubicBezTo>
                <a:close/>
                <a:moveTo>
                  <a:pt x="317564" y="695135"/>
                </a:moveTo>
                <a:cubicBezTo>
                  <a:pt x="317564" y="689610"/>
                  <a:pt x="322040" y="685038"/>
                  <a:pt x="327660" y="685038"/>
                </a:cubicBezTo>
                <a:cubicBezTo>
                  <a:pt x="333280" y="685038"/>
                  <a:pt x="337757" y="689515"/>
                  <a:pt x="337757" y="695135"/>
                </a:cubicBezTo>
                <a:cubicBezTo>
                  <a:pt x="337757" y="700754"/>
                  <a:pt x="333280" y="705231"/>
                  <a:pt x="327660" y="705231"/>
                </a:cubicBezTo>
                <a:cubicBezTo>
                  <a:pt x="322040" y="705231"/>
                  <a:pt x="317564" y="700754"/>
                  <a:pt x="317564" y="695135"/>
                </a:cubicBezTo>
                <a:close/>
                <a:moveTo>
                  <a:pt x="1897952" y="2365248"/>
                </a:moveTo>
                <a:cubicBezTo>
                  <a:pt x="1895761" y="2360486"/>
                  <a:pt x="1890236" y="2358390"/>
                  <a:pt x="1885474" y="2360486"/>
                </a:cubicBezTo>
                <a:cubicBezTo>
                  <a:pt x="1884998" y="2360676"/>
                  <a:pt x="1884712" y="2361057"/>
                  <a:pt x="1884331" y="2361343"/>
                </a:cubicBezTo>
                <a:lnTo>
                  <a:pt x="1812703" y="2290667"/>
                </a:lnTo>
                <a:lnTo>
                  <a:pt x="1812036" y="2283809"/>
                </a:lnTo>
                <a:lnTo>
                  <a:pt x="1775270" y="2245233"/>
                </a:lnTo>
                <a:lnTo>
                  <a:pt x="1768507" y="2245233"/>
                </a:lnTo>
                <a:cubicBezTo>
                  <a:pt x="1768507" y="2245233"/>
                  <a:pt x="1713643" y="2191417"/>
                  <a:pt x="1713643" y="2191417"/>
                </a:cubicBezTo>
                <a:cubicBezTo>
                  <a:pt x="1713643" y="2191226"/>
                  <a:pt x="1713738" y="2191036"/>
                  <a:pt x="1713738" y="2190750"/>
                </a:cubicBezTo>
                <a:lnTo>
                  <a:pt x="1713738" y="2177796"/>
                </a:lnTo>
                <a:cubicBezTo>
                  <a:pt x="1713738" y="2175034"/>
                  <a:pt x="1711452" y="2172748"/>
                  <a:pt x="1708690" y="2172748"/>
                </a:cubicBezTo>
                <a:lnTo>
                  <a:pt x="1695736" y="2172748"/>
                </a:lnTo>
                <a:cubicBezTo>
                  <a:pt x="1695069" y="2172748"/>
                  <a:pt x="1694402" y="2172938"/>
                  <a:pt x="1693831" y="2173129"/>
                </a:cubicBezTo>
                <a:lnTo>
                  <a:pt x="1663541" y="2145030"/>
                </a:lnTo>
                <a:lnTo>
                  <a:pt x="1582674" y="2144459"/>
                </a:lnTo>
                <a:cubicBezTo>
                  <a:pt x="1582007" y="2139506"/>
                  <a:pt x="1577912" y="2135600"/>
                  <a:pt x="1572768" y="2135600"/>
                </a:cubicBezTo>
                <a:cubicBezTo>
                  <a:pt x="1567148" y="2135600"/>
                  <a:pt x="1562576" y="2140172"/>
                  <a:pt x="1562576" y="2145792"/>
                </a:cubicBezTo>
                <a:cubicBezTo>
                  <a:pt x="1562576" y="2150555"/>
                  <a:pt x="1565910" y="2154365"/>
                  <a:pt x="1570387" y="2155508"/>
                </a:cubicBezTo>
                <a:lnTo>
                  <a:pt x="1570387" y="2254282"/>
                </a:lnTo>
                <a:lnTo>
                  <a:pt x="1560576" y="2254282"/>
                </a:lnTo>
                <a:cubicBezTo>
                  <a:pt x="1558862" y="2254282"/>
                  <a:pt x="1557433" y="2255711"/>
                  <a:pt x="1557433" y="2257425"/>
                </a:cubicBezTo>
                <a:lnTo>
                  <a:pt x="1557433" y="2281809"/>
                </a:lnTo>
                <a:cubicBezTo>
                  <a:pt x="1557433" y="2283524"/>
                  <a:pt x="1558862" y="2284952"/>
                  <a:pt x="1560576" y="2284952"/>
                </a:cubicBezTo>
                <a:lnTo>
                  <a:pt x="1584960" y="2284952"/>
                </a:lnTo>
                <a:cubicBezTo>
                  <a:pt x="1586675" y="2284952"/>
                  <a:pt x="1588103" y="2283524"/>
                  <a:pt x="1588103" y="2281809"/>
                </a:cubicBezTo>
                <a:lnTo>
                  <a:pt x="1588103" y="2257425"/>
                </a:lnTo>
                <a:cubicBezTo>
                  <a:pt x="1588103" y="2255711"/>
                  <a:pt x="1586675" y="2254282"/>
                  <a:pt x="1584960" y="2254282"/>
                </a:cubicBezTo>
                <a:lnTo>
                  <a:pt x="1575149" y="2254282"/>
                </a:lnTo>
                <a:lnTo>
                  <a:pt x="1575149" y="2155508"/>
                </a:lnTo>
                <a:cubicBezTo>
                  <a:pt x="1578483" y="2154650"/>
                  <a:pt x="1581150" y="2152364"/>
                  <a:pt x="1582293" y="2149221"/>
                </a:cubicBezTo>
                <a:lnTo>
                  <a:pt x="1661732" y="2149793"/>
                </a:lnTo>
                <a:lnTo>
                  <a:pt x="1690878" y="2176939"/>
                </a:lnTo>
                <a:cubicBezTo>
                  <a:pt x="1690878" y="2176939"/>
                  <a:pt x="1690688" y="2177606"/>
                  <a:pt x="1690688" y="2177891"/>
                </a:cubicBezTo>
                <a:lnTo>
                  <a:pt x="1690688" y="2190845"/>
                </a:lnTo>
                <a:cubicBezTo>
                  <a:pt x="1690688" y="2193608"/>
                  <a:pt x="1692974" y="2195894"/>
                  <a:pt x="1695736" y="2195894"/>
                </a:cubicBezTo>
                <a:lnTo>
                  <a:pt x="1708690" y="2195894"/>
                </a:lnTo>
                <a:cubicBezTo>
                  <a:pt x="1709452" y="2195894"/>
                  <a:pt x="1710214" y="2195703"/>
                  <a:pt x="1710881" y="2195417"/>
                </a:cubicBezTo>
                <a:lnTo>
                  <a:pt x="1766602" y="2250186"/>
                </a:lnTo>
                <a:lnTo>
                  <a:pt x="1773269" y="2250186"/>
                </a:lnTo>
                <a:cubicBezTo>
                  <a:pt x="1773269" y="2250186"/>
                  <a:pt x="1807464" y="2286000"/>
                  <a:pt x="1807464" y="2286000"/>
                </a:cubicBezTo>
                <a:lnTo>
                  <a:pt x="1808131" y="2292858"/>
                </a:lnTo>
                <a:lnTo>
                  <a:pt x="1881092" y="2364867"/>
                </a:lnTo>
                <a:cubicBezTo>
                  <a:pt x="1879759" y="2367344"/>
                  <a:pt x="1879473" y="2370296"/>
                  <a:pt x="1880711" y="2373059"/>
                </a:cubicBezTo>
                <a:cubicBezTo>
                  <a:pt x="1882902" y="2377821"/>
                  <a:pt x="1888427" y="2379917"/>
                  <a:pt x="1893189" y="2377821"/>
                </a:cubicBezTo>
                <a:cubicBezTo>
                  <a:pt x="1897952" y="2375630"/>
                  <a:pt x="1900047" y="2370106"/>
                  <a:pt x="1897952" y="2365343"/>
                </a:cubicBezTo>
                <a:close/>
                <a:moveTo>
                  <a:pt x="1584960" y="2256758"/>
                </a:moveTo>
                <a:cubicBezTo>
                  <a:pt x="1584960" y="2256758"/>
                  <a:pt x="1585722" y="2257139"/>
                  <a:pt x="1585722" y="2257520"/>
                </a:cubicBezTo>
                <a:lnTo>
                  <a:pt x="1585722" y="2281904"/>
                </a:lnTo>
                <a:cubicBezTo>
                  <a:pt x="1585722" y="2281904"/>
                  <a:pt x="1585341" y="2282666"/>
                  <a:pt x="1584960" y="2282666"/>
                </a:cubicBezTo>
                <a:lnTo>
                  <a:pt x="1560576" y="2282666"/>
                </a:lnTo>
                <a:cubicBezTo>
                  <a:pt x="1560576" y="2282666"/>
                  <a:pt x="1559814" y="2282285"/>
                  <a:pt x="1559814" y="2281904"/>
                </a:cubicBezTo>
                <a:lnTo>
                  <a:pt x="1559814" y="2257520"/>
                </a:lnTo>
                <a:cubicBezTo>
                  <a:pt x="1559814" y="2257520"/>
                  <a:pt x="1560195" y="2256758"/>
                  <a:pt x="1560576" y="2256758"/>
                </a:cubicBezTo>
                <a:lnTo>
                  <a:pt x="1584960" y="2256758"/>
                </a:lnTo>
                <a:close/>
                <a:moveTo>
                  <a:pt x="1572768" y="2151317"/>
                </a:moveTo>
                <a:cubicBezTo>
                  <a:pt x="1569815" y="2151317"/>
                  <a:pt x="1567339" y="2148840"/>
                  <a:pt x="1567339" y="2145887"/>
                </a:cubicBezTo>
                <a:cubicBezTo>
                  <a:pt x="1567339" y="2142935"/>
                  <a:pt x="1569720" y="2140458"/>
                  <a:pt x="1572768" y="2140458"/>
                </a:cubicBezTo>
                <a:cubicBezTo>
                  <a:pt x="1575816" y="2140458"/>
                  <a:pt x="1578197" y="2142839"/>
                  <a:pt x="1578197" y="2145887"/>
                </a:cubicBezTo>
                <a:cubicBezTo>
                  <a:pt x="1578197" y="2148935"/>
                  <a:pt x="1575721" y="2151317"/>
                  <a:pt x="1572768" y="2151317"/>
                </a:cubicBezTo>
                <a:close/>
                <a:moveTo>
                  <a:pt x="1708976" y="2190845"/>
                </a:moveTo>
                <a:cubicBezTo>
                  <a:pt x="1708976" y="2190845"/>
                  <a:pt x="1708785" y="2191131"/>
                  <a:pt x="1708690" y="2191131"/>
                </a:cubicBezTo>
                <a:lnTo>
                  <a:pt x="1695450" y="2190845"/>
                </a:lnTo>
                <a:lnTo>
                  <a:pt x="1695736" y="2177606"/>
                </a:lnTo>
                <a:lnTo>
                  <a:pt x="1708976" y="2177891"/>
                </a:lnTo>
                <a:lnTo>
                  <a:pt x="1708976" y="2190845"/>
                </a:lnTo>
                <a:close/>
                <a:moveTo>
                  <a:pt x="417100" y="648462"/>
                </a:moveTo>
                <a:lnTo>
                  <a:pt x="412528" y="642938"/>
                </a:lnTo>
                <a:lnTo>
                  <a:pt x="409099" y="645795"/>
                </a:lnTo>
                <a:cubicBezTo>
                  <a:pt x="404717" y="642461"/>
                  <a:pt x="398526" y="642842"/>
                  <a:pt x="394716" y="646938"/>
                </a:cubicBezTo>
                <a:cubicBezTo>
                  <a:pt x="390715" y="651320"/>
                  <a:pt x="391097" y="658082"/>
                  <a:pt x="395478" y="661988"/>
                </a:cubicBezTo>
                <a:cubicBezTo>
                  <a:pt x="397478" y="663797"/>
                  <a:pt x="400050" y="664750"/>
                  <a:pt x="402622" y="664750"/>
                </a:cubicBezTo>
                <a:cubicBezTo>
                  <a:pt x="405575" y="664750"/>
                  <a:pt x="408432" y="663607"/>
                  <a:pt x="410528" y="661226"/>
                </a:cubicBezTo>
                <a:cubicBezTo>
                  <a:pt x="413290" y="658177"/>
                  <a:pt x="413861" y="653891"/>
                  <a:pt x="412528" y="650272"/>
                </a:cubicBezTo>
                <a:lnTo>
                  <a:pt x="413480" y="651415"/>
                </a:lnTo>
                <a:lnTo>
                  <a:pt x="417195" y="648367"/>
                </a:lnTo>
                <a:close/>
                <a:moveTo>
                  <a:pt x="407003" y="658082"/>
                </a:moveTo>
                <a:cubicBezTo>
                  <a:pt x="404813" y="660464"/>
                  <a:pt x="401098" y="660654"/>
                  <a:pt x="398621" y="658463"/>
                </a:cubicBezTo>
                <a:cubicBezTo>
                  <a:pt x="396240" y="656273"/>
                  <a:pt x="396050" y="652558"/>
                  <a:pt x="398240" y="650081"/>
                </a:cubicBezTo>
                <a:cubicBezTo>
                  <a:pt x="399383" y="648843"/>
                  <a:pt x="401003" y="648176"/>
                  <a:pt x="402622" y="648176"/>
                </a:cubicBezTo>
                <a:cubicBezTo>
                  <a:pt x="404051" y="648176"/>
                  <a:pt x="405479" y="648652"/>
                  <a:pt x="406622" y="649700"/>
                </a:cubicBezTo>
                <a:cubicBezTo>
                  <a:pt x="409004" y="651891"/>
                  <a:pt x="409194" y="655606"/>
                  <a:pt x="407003" y="658082"/>
                </a:cubicBezTo>
                <a:close/>
                <a:moveTo>
                  <a:pt x="665417" y="615410"/>
                </a:moveTo>
                <a:lnTo>
                  <a:pt x="669989" y="620935"/>
                </a:lnTo>
                <a:lnTo>
                  <a:pt x="664750" y="625221"/>
                </a:lnTo>
                <a:lnTo>
                  <a:pt x="660178" y="619697"/>
                </a:lnTo>
                <a:lnTo>
                  <a:pt x="665417" y="615410"/>
                </a:lnTo>
                <a:close/>
                <a:moveTo>
                  <a:pt x="451771" y="592265"/>
                </a:moveTo>
                <a:lnTo>
                  <a:pt x="458914" y="592265"/>
                </a:lnTo>
                <a:lnTo>
                  <a:pt x="458914" y="599885"/>
                </a:lnTo>
                <a:lnTo>
                  <a:pt x="451771" y="599885"/>
                </a:lnTo>
                <a:lnTo>
                  <a:pt x="451771" y="592265"/>
                </a:lnTo>
                <a:close/>
                <a:moveTo>
                  <a:pt x="451771" y="577025"/>
                </a:moveTo>
                <a:lnTo>
                  <a:pt x="458914" y="577025"/>
                </a:lnTo>
                <a:lnTo>
                  <a:pt x="458914" y="584645"/>
                </a:lnTo>
                <a:lnTo>
                  <a:pt x="451771" y="584645"/>
                </a:lnTo>
                <a:lnTo>
                  <a:pt x="451771" y="577025"/>
                </a:lnTo>
                <a:close/>
                <a:moveTo>
                  <a:pt x="2752820" y="209836"/>
                </a:moveTo>
                <a:lnTo>
                  <a:pt x="2752820" y="224504"/>
                </a:lnTo>
                <a:cubicBezTo>
                  <a:pt x="2752820" y="226600"/>
                  <a:pt x="2751106" y="228314"/>
                  <a:pt x="2749010" y="228314"/>
                </a:cubicBezTo>
                <a:lnTo>
                  <a:pt x="2734342" y="228314"/>
                </a:lnTo>
                <a:cubicBezTo>
                  <a:pt x="2732246" y="228314"/>
                  <a:pt x="2730532" y="226600"/>
                  <a:pt x="2730532" y="224504"/>
                </a:cubicBezTo>
                <a:lnTo>
                  <a:pt x="2730532" y="209836"/>
                </a:lnTo>
                <a:cubicBezTo>
                  <a:pt x="2730532" y="207740"/>
                  <a:pt x="2732246" y="206026"/>
                  <a:pt x="2734342" y="206026"/>
                </a:cubicBezTo>
                <a:lnTo>
                  <a:pt x="2749010" y="206026"/>
                </a:lnTo>
                <a:cubicBezTo>
                  <a:pt x="2751106" y="206026"/>
                  <a:pt x="2752820" y="207740"/>
                  <a:pt x="2752820" y="209836"/>
                </a:cubicBezTo>
                <a:close/>
                <a:moveTo>
                  <a:pt x="508540" y="570833"/>
                </a:moveTo>
                <a:cubicBezTo>
                  <a:pt x="504825" y="570833"/>
                  <a:pt x="501682" y="573881"/>
                  <a:pt x="501682" y="577691"/>
                </a:cubicBezTo>
                <a:lnTo>
                  <a:pt x="501682" y="590360"/>
                </a:lnTo>
                <a:cubicBezTo>
                  <a:pt x="501682" y="594074"/>
                  <a:pt x="504730" y="597218"/>
                  <a:pt x="508540" y="597218"/>
                </a:cubicBezTo>
                <a:lnTo>
                  <a:pt x="521208" y="597218"/>
                </a:lnTo>
                <a:cubicBezTo>
                  <a:pt x="524923" y="597218"/>
                  <a:pt x="528066" y="594170"/>
                  <a:pt x="528066" y="590360"/>
                </a:cubicBezTo>
                <a:lnTo>
                  <a:pt x="528066" y="577691"/>
                </a:lnTo>
                <a:cubicBezTo>
                  <a:pt x="528066" y="573977"/>
                  <a:pt x="525018" y="570833"/>
                  <a:pt x="521208" y="570833"/>
                </a:cubicBezTo>
                <a:lnTo>
                  <a:pt x="517208" y="570833"/>
                </a:lnTo>
                <a:lnTo>
                  <a:pt x="517208" y="425768"/>
                </a:lnTo>
                <a:lnTo>
                  <a:pt x="371475" y="257080"/>
                </a:lnTo>
                <a:cubicBezTo>
                  <a:pt x="374428" y="254413"/>
                  <a:pt x="375666" y="250127"/>
                  <a:pt x="374333" y="246031"/>
                </a:cubicBezTo>
                <a:cubicBezTo>
                  <a:pt x="373189" y="242602"/>
                  <a:pt x="370332" y="240411"/>
                  <a:pt x="366998" y="239649"/>
                </a:cubicBezTo>
                <a:lnTo>
                  <a:pt x="366998" y="238030"/>
                </a:lnTo>
                <a:lnTo>
                  <a:pt x="362236" y="238030"/>
                </a:lnTo>
                <a:lnTo>
                  <a:pt x="362236" y="239649"/>
                </a:lnTo>
                <a:cubicBezTo>
                  <a:pt x="362236" y="239649"/>
                  <a:pt x="361569" y="239649"/>
                  <a:pt x="361188" y="239744"/>
                </a:cubicBezTo>
                <a:cubicBezTo>
                  <a:pt x="355854" y="241649"/>
                  <a:pt x="352997" y="247460"/>
                  <a:pt x="354902" y="252794"/>
                </a:cubicBezTo>
                <a:cubicBezTo>
                  <a:pt x="356616" y="257842"/>
                  <a:pt x="361950" y="260509"/>
                  <a:pt x="366998" y="259175"/>
                </a:cubicBezTo>
                <a:lnTo>
                  <a:pt x="512350" y="427387"/>
                </a:lnTo>
                <a:lnTo>
                  <a:pt x="512350" y="570643"/>
                </a:lnTo>
                <a:lnTo>
                  <a:pt x="508349" y="570643"/>
                </a:lnTo>
                <a:close/>
                <a:moveTo>
                  <a:pt x="521208" y="575596"/>
                </a:moveTo>
                <a:cubicBezTo>
                  <a:pt x="522351" y="575596"/>
                  <a:pt x="523304" y="576548"/>
                  <a:pt x="523304" y="577691"/>
                </a:cubicBezTo>
                <a:lnTo>
                  <a:pt x="523304" y="590360"/>
                </a:lnTo>
                <a:cubicBezTo>
                  <a:pt x="523304" y="591503"/>
                  <a:pt x="522351" y="592455"/>
                  <a:pt x="521208" y="592455"/>
                </a:cubicBezTo>
                <a:lnTo>
                  <a:pt x="508540" y="592455"/>
                </a:lnTo>
                <a:cubicBezTo>
                  <a:pt x="507397" y="592455"/>
                  <a:pt x="506444" y="591503"/>
                  <a:pt x="506444" y="590360"/>
                </a:cubicBezTo>
                <a:lnTo>
                  <a:pt x="506444" y="577691"/>
                </a:lnTo>
                <a:cubicBezTo>
                  <a:pt x="506444" y="576548"/>
                  <a:pt x="507397" y="575596"/>
                  <a:pt x="508540" y="575596"/>
                </a:cubicBezTo>
                <a:lnTo>
                  <a:pt x="521208" y="575596"/>
                </a:lnTo>
                <a:close/>
                <a:moveTo>
                  <a:pt x="343757" y="592265"/>
                </a:moveTo>
                <a:lnTo>
                  <a:pt x="350901" y="592265"/>
                </a:lnTo>
                <a:lnTo>
                  <a:pt x="350901" y="599885"/>
                </a:lnTo>
                <a:lnTo>
                  <a:pt x="343757" y="599885"/>
                </a:lnTo>
                <a:lnTo>
                  <a:pt x="343757" y="592265"/>
                </a:lnTo>
                <a:close/>
                <a:moveTo>
                  <a:pt x="458914" y="554069"/>
                </a:moveTo>
                <a:lnTo>
                  <a:pt x="451771" y="554069"/>
                </a:lnTo>
                <a:lnTo>
                  <a:pt x="451771" y="549307"/>
                </a:lnTo>
                <a:lnTo>
                  <a:pt x="458914" y="549307"/>
                </a:lnTo>
                <a:lnTo>
                  <a:pt x="458914" y="554069"/>
                </a:lnTo>
                <a:close/>
                <a:moveTo>
                  <a:pt x="427577" y="639794"/>
                </a:moveTo>
                <a:lnTo>
                  <a:pt x="422339" y="644081"/>
                </a:lnTo>
                <a:lnTo>
                  <a:pt x="417767" y="638556"/>
                </a:lnTo>
                <a:lnTo>
                  <a:pt x="423005" y="634270"/>
                </a:lnTo>
                <a:lnTo>
                  <a:pt x="427577" y="639794"/>
                </a:lnTo>
                <a:close/>
                <a:moveTo>
                  <a:pt x="376333" y="223647"/>
                </a:moveTo>
                <a:lnTo>
                  <a:pt x="372713" y="220504"/>
                </a:lnTo>
                <a:lnTo>
                  <a:pt x="385763" y="205645"/>
                </a:lnTo>
                <a:lnTo>
                  <a:pt x="389382" y="208788"/>
                </a:lnTo>
                <a:lnTo>
                  <a:pt x="376333" y="223647"/>
                </a:lnTo>
                <a:close/>
                <a:moveTo>
                  <a:pt x="343757" y="607600"/>
                </a:moveTo>
                <a:lnTo>
                  <a:pt x="350901" y="607600"/>
                </a:lnTo>
                <a:lnTo>
                  <a:pt x="350901" y="614077"/>
                </a:lnTo>
                <a:lnTo>
                  <a:pt x="345948" y="618173"/>
                </a:lnTo>
                <a:lnTo>
                  <a:pt x="341376" y="612648"/>
                </a:lnTo>
                <a:lnTo>
                  <a:pt x="343757" y="610648"/>
                </a:lnTo>
                <a:lnTo>
                  <a:pt x="343757" y="607600"/>
                </a:lnTo>
                <a:close/>
                <a:moveTo>
                  <a:pt x="451771" y="561689"/>
                </a:moveTo>
                <a:lnTo>
                  <a:pt x="458914" y="561689"/>
                </a:lnTo>
                <a:lnTo>
                  <a:pt x="458914" y="569309"/>
                </a:lnTo>
                <a:lnTo>
                  <a:pt x="451771" y="569309"/>
                </a:lnTo>
                <a:lnTo>
                  <a:pt x="451771" y="561689"/>
                </a:lnTo>
                <a:close/>
                <a:moveTo>
                  <a:pt x="438150" y="631127"/>
                </a:moveTo>
                <a:lnTo>
                  <a:pt x="432911" y="635413"/>
                </a:lnTo>
                <a:lnTo>
                  <a:pt x="428339" y="629888"/>
                </a:lnTo>
                <a:lnTo>
                  <a:pt x="433578" y="625602"/>
                </a:lnTo>
                <a:lnTo>
                  <a:pt x="438150" y="631127"/>
                </a:lnTo>
                <a:close/>
                <a:moveTo>
                  <a:pt x="448723" y="622459"/>
                </a:moveTo>
                <a:lnTo>
                  <a:pt x="443484" y="626745"/>
                </a:lnTo>
                <a:lnTo>
                  <a:pt x="438912" y="621221"/>
                </a:lnTo>
                <a:lnTo>
                  <a:pt x="444151" y="616934"/>
                </a:lnTo>
                <a:lnTo>
                  <a:pt x="448723" y="622459"/>
                </a:lnTo>
                <a:close/>
                <a:moveTo>
                  <a:pt x="439864" y="2393537"/>
                </a:moveTo>
                <a:lnTo>
                  <a:pt x="516827" y="2393537"/>
                </a:lnTo>
                <a:cubicBezTo>
                  <a:pt x="517493" y="2393537"/>
                  <a:pt x="518065" y="2393728"/>
                  <a:pt x="518541" y="2394204"/>
                </a:cubicBezTo>
                <a:cubicBezTo>
                  <a:pt x="519017" y="2394680"/>
                  <a:pt x="519208" y="2395252"/>
                  <a:pt x="519208" y="2395919"/>
                </a:cubicBezTo>
                <a:lnTo>
                  <a:pt x="519208" y="2473071"/>
                </a:lnTo>
                <a:cubicBezTo>
                  <a:pt x="521208" y="2473643"/>
                  <a:pt x="523113" y="2474690"/>
                  <a:pt x="524447" y="2476500"/>
                </a:cubicBezTo>
                <a:cubicBezTo>
                  <a:pt x="525971" y="2478596"/>
                  <a:pt x="526542" y="2481167"/>
                  <a:pt x="526066" y="2483739"/>
                </a:cubicBezTo>
                <a:cubicBezTo>
                  <a:pt x="525590" y="2486311"/>
                  <a:pt x="524161" y="2488597"/>
                  <a:pt x="521970" y="2490026"/>
                </a:cubicBezTo>
                <a:cubicBezTo>
                  <a:pt x="517589" y="2492978"/>
                  <a:pt x="511493" y="2491930"/>
                  <a:pt x="508445" y="2487644"/>
                </a:cubicBezTo>
                <a:cubicBezTo>
                  <a:pt x="506921" y="2485549"/>
                  <a:pt x="506349" y="2482977"/>
                  <a:pt x="506825" y="2480405"/>
                </a:cubicBezTo>
                <a:cubicBezTo>
                  <a:pt x="507302" y="2477834"/>
                  <a:pt x="508730" y="2475548"/>
                  <a:pt x="510921" y="2474119"/>
                </a:cubicBezTo>
                <a:cubicBezTo>
                  <a:pt x="511969" y="2473452"/>
                  <a:pt x="513112" y="2473071"/>
                  <a:pt x="514255" y="2472785"/>
                </a:cubicBezTo>
                <a:lnTo>
                  <a:pt x="514255" y="2398300"/>
                </a:lnTo>
                <a:cubicBezTo>
                  <a:pt x="514255" y="2398300"/>
                  <a:pt x="439388" y="2398300"/>
                  <a:pt x="439388" y="2398300"/>
                </a:cubicBezTo>
                <a:cubicBezTo>
                  <a:pt x="438722" y="2400300"/>
                  <a:pt x="437579" y="2402110"/>
                  <a:pt x="435769" y="2403348"/>
                </a:cubicBezTo>
                <a:cubicBezTo>
                  <a:pt x="431387" y="2406301"/>
                  <a:pt x="425291" y="2405253"/>
                  <a:pt x="422243" y="2400967"/>
                </a:cubicBezTo>
                <a:cubicBezTo>
                  <a:pt x="420719" y="2398871"/>
                  <a:pt x="420148" y="2396300"/>
                  <a:pt x="420624" y="2393728"/>
                </a:cubicBezTo>
                <a:cubicBezTo>
                  <a:pt x="421100" y="2391156"/>
                  <a:pt x="422529" y="2388870"/>
                  <a:pt x="424720" y="2387441"/>
                </a:cubicBezTo>
                <a:cubicBezTo>
                  <a:pt x="426434" y="2386298"/>
                  <a:pt x="428339" y="2385822"/>
                  <a:pt x="430244" y="2385822"/>
                </a:cubicBezTo>
                <a:cubicBezTo>
                  <a:pt x="433292" y="2385822"/>
                  <a:pt x="436340" y="2387251"/>
                  <a:pt x="438245" y="2389918"/>
                </a:cubicBezTo>
                <a:cubicBezTo>
                  <a:pt x="439103" y="2391061"/>
                  <a:pt x="439579" y="2392394"/>
                  <a:pt x="439864" y="2393728"/>
                </a:cubicBezTo>
                <a:close/>
                <a:moveTo>
                  <a:pt x="1211485" y="254984"/>
                </a:moveTo>
                <a:lnTo>
                  <a:pt x="1218629" y="254984"/>
                </a:lnTo>
                <a:cubicBezTo>
                  <a:pt x="1218629" y="254984"/>
                  <a:pt x="1218629" y="264128"/>
                  <a:pt x="1218629" y="264128"/>
                </a:cubicBezTo>
                <a:lnTo>
                  <a:pt x="1211485" y="264128"/>
                </a:lnTo>
                <a:cubicBezTo>
                  <a:pt x="1211485" y="264128"/>
                  <a:pt x="1211485" y="254984"/>
                  <a:pt x="1211485" y="254984"/>
                </a:cubicBezTo>
                <a:close/>
                <a:moveTo>
                  <a:pt x="586835" y="4414838"/>
                </a:moveTo>
                <a:lnTo>
                  <a:pt x="593598" y="4408932"/>
                </a:lnTo>
                <a:lnTo>
                  <a:pt x="598361" y="4414266"/>
                </a:lnTo>
                <a:lnTo>
                  <a:pt x="591598" y="4420172"/>
                </a:lnTo>
                <a:lnTo>
                  <a:pt x="586835" y="4414838"/>
                </a:lnTo>
                <a:close/>
                <a:moveTo>
                  <a:pt x="1218914" y="209455"/>
                </a:moveTo>
                <a:lnTo>
                  <a:pt x="1211771" y="209455"/>
                </a:lnTo>
                <a:cubicBezTo>
                  <a:pt x="1211771" y="209455"/>
                  <a:pt x="1211771" y="200311"/>
                  <a:pt x="1211771" y="200311"/>
                </a:cubicBezTo>
                <a:lnTo>
                  <a:pt x="1218914" y="200311"/>
                </a:lnTo>
                <a:cubicBezTo>
                  <a:pt x="1218914" y="200311"/>
                  <a:pt x="1218914" y="209455"/>
                  <a:pt x="1218914" y="209455"/>
                </a:cubicBezTo>
                <a:close/>
                <a:moveTo>
                  <a:pt x="1211294" y="273272"/>
                </a:moveTo>
                <a:lnTo>
                  <a:pt x="1218438" y="273272"/>
                </a:lnTo>
                <a:cubicBezTo>
                  <a:pt x="1218438" y="273272"/>
                  <a:pt x="1218438" y="282416"/>
                  <a:pt x="1218438" y="282416"/>
                </a:cubicBezTo>
                <a:lnTo>
                  <a:pt x="1211294" y="282416"/>
                </a:lnTo>
                <a:cubicBezTo>
                  <a:pt x="1211294" y="282416"/>
                  <a:pt x="1211294" y="273272"/>
                  <a:pt x="1211294" y="273272"/>
                </a:cubicBezTo>
                <a:close/>
                <a:moveTo>
                  <a:pt x="1205865" y="335756"/>
                </a:moveTo>
                <a:lnTo>
                  <a:pt x="1210628" y="341090"/>
                </a:lnTo>
                <a:lnTo>
                  <a:pt x="1207961" y="343472"/>
                </a:lnTo>
                <a:lnTo>
                  <a:pt x="1203198" y="338138"/>
                </a:lnTo>
                <a:lnTo>
                  <a:pt x="1205865" y="335756"/>
                </a:lnTo>
                <a:close/>
                <a:moveTo>
                  <a:pt x="1211009" y="328041"/>
                </a:moveTo>
                <a:lnTo>
                  <a:pt x="1218152" y="328041"/>
                </a:lnTo>
                <a:cubicBezTo>
                  <a:pt x="1218152" y="328041"/>
                  <a:pt x="1218152" y="334423"/>
                  <a:pt x="1218152" y="334423"/>
                </a:cubicBezTo>
                <a:lnTo>
                  <a:pt x="1213390" y="338709"/>
                </a:lnTo>
                <a:lnTo>
                  <a:pt x="1208627" y="333375"/>
                </a:lnTo>
                <a:lnTo>
                  <a:pt x="1211009" y="331280"/>
                </a:lnTo>
                <a:lnTo>
                  <a:pt x="1211009" y="328136"/>
                </a:lnTo>
                <a:close/>
                <a:moveTo>
                  <a:pt x="1211104" y="309753"/>
                </a:moveTo>
                <a:lnTo>
                  <a:pt x="1218248" y="309753"/>
                </a:lnTo>
                <a:cubicBezTo>
                  <a:pt x="1218248" y="309753"/>
                  <a:pt x="1218248" y="318897"/>
                  <a:pt x="1218248" y="318897"/>
                </a:cubicBezTo>
                <a:lnTo>
                  <a:pt x="1211104" y="318897"/>
                </a:lnTo>
                <a:cubicBezTo>
                  <a:pt x="1211104" y="318897"/>
                  <a:pt x="1211104" y="309753"/>
                  <a:pt x="1211104" y="309753"/>
                </a:cubicBezTo>
                <a:close/>
                <a:moveTo>
                  <a:pt x="1211199" y="291560"/>
                </a:moveTo>
                <a:lnTo>
                  <a:pt x="1218343" y="291560"/>
                </a:lnTo>
                <a:cubicBezTo>
                  <a:pt x="1218343" y="291560"/>
                  <a:pt x="1218343" y="300704"/>
                  <a:pt x="1218343" y="300704"/>
                </a:cubicBezTo>
                <a:lnTo>
                  <a:pt x="1211199" y="300704"/>
                </a:lnTo>
                <a:cubicBezTo>
                  <a:pt x="1211199" y="300704"/>
                  <a:pt x="1211199" y="291560"/>
                  <a:pt x="1211199" y="291560"/>
                </a:cubicBezTo>
                <a:close/>
                <a:moveTo>
                  <a:pt x="1082421" y="273653"/>
                </a:moveTo>
                <a:lnTo>
                  <a:pt x="1082421" y="441198"/>
                </a:lnTo>
                <a:lnTo>
                  <a:pt x="1092899" y="459391"/>
                </a:lnTo>
                <a:lnTo>
                  <a:pt x="1092899" y="523018"/>
                </a:lnTo>
                <a:cubicBezTo>
                  <a:pt x="1092899" y="523018"/>
                  <a:pt x="1092327" y="523018"/>
                  <a:pt x="1092327" y="523018"/>
                </a:cubicBezTo>
                <a:cubicBezTo>
                  <a:pt x="1090803" y="523018"/>
                  <a:pt x="1089660" y="524256"/>
                  <a:pt x="1089660" y="525685"/>
                </a:cubicBezTo>
                <a:lnTo>
                  <a:pt x="1089660" y="538639"/>
                </a:lnTo>
                <a:cubicBezTo>
                  <a:pt x="1089660" y="540163"/>
                  <a:pt x="1090898" y="541306"/>
                  <a:pt x="1092327" y="541306"/>
                </a:cubicBezTo>
                <a:lnTo>
                  <a:pt x="1098328" y="541306"/>
                </a:lnTo>
                <a:cubicBezTo>
                  <a:pt x="1099852" y="541306"/>
                  <a:pt x="1100995" y="540068"/>
                  <a:pt x="1100995" y="538639"/>
                </a:cubicBezTo>
                <a:lnTo>
                  <a:pt x="1100995" y="525685"/>
                </a:lnTo>
                <a:cubicBezTo>
                  <a:pt x="1100995" y="524161"/>
                  <a:pt x="1099757" y="523018"/>
                  <a:pt x="1098328" y="523018"/>
                </a:cubicBezTo>
                <a:lnTo>
                  <a:pt x="1097852" y="523018"/>
                </a:lnTo>
                <a:lnTo>
                  <a:pt x="1097852" y="458153"/>
                </a:lnTo>
                <a:cubicBezTo>
                  <a:pt x="1097852" y="458153"/>
                  <a:pt x="1087184" y="439960"/>
                  <a:pt x="1087184" y="439960"/>
                </a:cubicBezTo>
                <a:lnTo>
                  <a:pt x="1087184" y="275463"/>
                </a:lnTo>
                <a:lnTo>
                  <a:pt x="1101852" y="258413"/>
                </a:lnTo>
                <a:lnTo>
                  <a:pt x="1101852" y="187262"/>
                </a:lnTo>
                <a:lnTo>
                  <a:pt x="1106710" y="187262"/>
                </a:lnTo>
                <a:cubicBezTo>
                  <a:pt x="1110425" y="187262"/>
                  <a:pt x="1113568" y="184214"/>
                  <a:pt x="1113568" y="180404"/>
                </a:cubicBezTo>
                <a:lnTo>
                  <a:pt x="1113568" y="166021"/>
                </a:lnTo>
                <a:cubicBezTo>
                  <a:pt x="1113568" y="162306"/>
                  <a:pt x="1110520" y="159163"/>
                  <a:pt x="1106710" y="159163"/>
                </a:cubicBezTo>
                <a:lnTo>
                  <a:pt x="1101852" y="159163"/>
                </a:lnTo>
                <a:lnTo>
                  <a:pt x="1101376" y="135160"/>
                </a:lnTo>
                <a:lnTo>
                  <a:pt x="1128427" y="105442"/>
                </a:lnTo>
                <a:lnTo>
                  <a:pt x="1128998" y="30099"/>
                </a:lnTo>
                <a:cubicBezTo>
                  <a:pt x="1134904" y="28956"/>
                  <a:pt x="1139476" y="24003"/>
                  <a:pt x="1139476" y="17717"/>
                </a:cubicBezTo>
                <a:cubicBezTo>
                  <a:pt x="1139476" y="10668"/>
                  <a:pt x="1133761" y="4858"/>
                  <a:pt x="1126617" y="4858"/>
                </a:cubicBezTo>
                <a:cubicBezTo>
                  <a:pt x="1119473" y="4858"/>
                  <a:pt x="1113758" y="10573"/>
                  <a:pt x="1113758" y="17717"/>
                </a:cubicBezTo>
                <a:cubicBezTo>
                  <a:pt x="1113758" y="23908"/>
                  <a:pt x="1118330" y="28861"/>
                  <a:pt x="1124236" y="30099"/>
                </a:cubicBezTo>
                <a:lnTo>
                  <a:pt x="1123664" y="103537"/>
                </a:lnTo>
                <a:lnTo>
                  <a:pt x="1096518" y="133350"/>
                </a:lnTo>
                <a:lnTo>
                  <a:pt x="1097090" y="159163"/>
                </a:lnTo>
                <a:lnTo>
                  <a:pt x="1092327" y="159163"/>
                </a:lnTo>
                <a:cubicBezTo>
                  <a:pt x="1088612" y="159163"/>
                  <a:pt x="1085469" y="162211"/>
                  <a:pt x="1085469" y="166021"/>
                </a:cubicBezTo>
                <a:lnTo>
                  <a:pt x="1085469" y="180404"/>
                </a:lnTo>
                <a:cubicBezTo>
                  <a:pt x="1085469" y="184118"/>
                  <a:pt x="1088517" y="187262"/>
                  <a:pt x="1092327" y="187262"/>
                </a:cubicBezTo>
                <a:lnTo>
                  <a:pt x="1097185" y="187262"/>
                </a:lnTo>
                <a:lnTo>
                  <a:pt x="1097185" y="256699"/>
                </a:lnTo>
                <a:lnTo>
                  <a:pt x="1082516" y="273749"/>
                </a:lnTo>
                <a:close/>
                <a:moveTo>
                  <a:pt x="1118521" y="17717"/>
                </a:moveTo>
                <a:cubicBezTo>
                  <a:pt x="1118521" y="13240"/>
                  <a:pt x="1122140" y="9620"/>
                  <a:pt x="1126617" y="9620"/>
                </a:cubicBezTo>
                <a:cubicBezTo>
                  <a:pt x="1131094" y="9620"/>
                  <a:pt x="1134713" y="13240"/>
                  <a:pt x="1134713" y="17717"/>
                </a:cubicBezTo>
                <a:cubicBezTo>
                  <a:pt x="1134713" y="22193"/>
                  <a:pt x="1131094" y="25813"/>
                  <a:pt x="1126617" y="25813"/>
                </a:cubicBezTo>
                <a:cubicBezTo>
                  <a:pt x="1122140" y="25813"/>
                  <a:pt x="1118521" y="22193"/>
                  <a:pt x="1118521" y="17717"/>
                </a:cubicBezTo>
                <a:close/>
                <a:moveTo>
                  <a:pt x="1092327" y="182404"/>
                </a:moveTo>
                <a:cubicBezTo>
                  <a:pt x="1091184" y="182404"/>
                  <a:pt x="1090232" y="181451"/>
                  <a:pt x="1090232" y="180308"/>
                </a:cubicBezTo>
                <a:lnTo>
                  <a:pt x="1090232" y="165926"/>
                </a:lnTo>
                <a:cubicBezTo>
                  <a:pt x="1090232" y="164783"/>
                  <a:pt x="1091184" y="163830"/>
                  <a:pt x="1092327" y="163830"/>
                </a:cubicBezTo>
                <a:lnTo>
                  <a:pt x="1106805" y="163830"/>
                </a:lnTo>
                <a:cubicBezTo>
                  <a:pt x="1107948" y="163830"/>
                  <a:pt x="1108901" y="164783"/>
                  <a:pt x="1108901" y="165926"/>
                </a:cubicBezTo>
                <a:lnTo>
                  <a:pt x="1108901" y="180308"/>
                </a:lnTo>
                <a:cubicBezTo>
                  <a:pt x="1108901" y="181451"/>
                  <a:pt x="1107948" y="182404"/>
                  <a:pt x="1106805" y="182404"/>
                </a:cubicBezTo>
                <a:lnTo>
                  <a:pt x="1092422" y="182404"/>
                </a:lnTo>
                <a:close/>
                <a:moveTo>
                  <a:pt x="1105376" y="169736"/>
                </a:moveTo>
                <a:lnTo>
                  <a:pt x="1105376" y="176498"/>
                </a:lnTo>
                <a:cubicBezTo>
                  <a:pt x="1105376" y="177832"/>
                  <a:pt x="1104233" y="178975"/>
                  <a:pt x="1102900" y="178975"/>
                </a:cubicBezTo>
                <a:lnTo>
                  <a:pt x="1096137" y="178975"/>
                </a:lnTo>
                <a:cubicBezTo>
                  <a:pt x="1094804" y="178975"/>
                  <a:pt x="1093661" y="177832"/>
                  <a:pt x="1093661" y="176498"/>
                </a:cubicBezTo>
                <a:lnTo>
                  <a:pt x="1093661" y="169736"/>
                </a:lnTo>
                <a:cubicBezTo>
                  <a:pt x="1093661" y="168402"/>
                  <a:pt x="1094804" y="167259"/>
                  <a:pt x="1096137" y="167259"/>
                </a:cubicBezTo>
                <a:lnTo>
                  <a:pt x="1102900" y="167259"/>
                </a:lnTo>
                <a:cubicBezTo>
                  <a:pt x="1104233" y="167259"/>
                  <a:pt x="1105376" y="168402"/>
                  <a:pt x="1105376" y="169736"/>
                </a:cubicBezTo>
                <a:close/>
                <a:moveTo>
                  <a:pt x="2633186" y="4800791"/>
                </a:moveTo>
                <a:lnTo>
                  <a:pt x="2608612" y="4773835"/>
                </a:lnTo>
                <a:lnTo>
                  <a:pt x="2506694" y="4774216"/>
                </a:lnTo>
                <a:lnTo>
                  <a:pt x="2505932" y="4774216"/>
                </a:lnTo>
                <a:lnTo>
                  <a:pt x="2487835" y="4787361"/>
                </a:lnTo>
                <a:lnTo>
                  <a:pt x="2487835" y="4812411"/>
                </a:lnTo>
                <a:lnTo>
                  <a:pt x="2499551" y="4823174"/>
                </a:lnTo>
                <a:cubicBezTo>
                  <a:pt x="2500217" y="4827842"/>
                  <a:pt x="2504027" y="4831461"/>
                  <a:pt x="2508885" y="4831461"/>
                </a:cubicBezTo>
                <a:lnTo>
                  <a:pt x="2531078" y="4831461"/>
                </a:lnTo>
                <a:cubicBezTo>
                  <a:pt x="2535746" y="4831461"/>
                  <a:pt x="2539365" y="4828128"/>
                  <a:pt x="2540318" y="4823746"/>
                </a:cubicBezTo>
                <a:lnTo>
                  <a:pt x="2593562" y="4823746"/>
                </a:lnTo>
                <a:lnTo>
                  <a:pt x="2625471" y="4861560"/>
                </a:lnTo>
                <a:lnTo>
                  <a:pt x="2694337" y="4861560"/>
                </a:lnTo>
                <a:cubicBezTo>
                  <a:pt x="2696337" y="4865465"/>
                  <a:pt x="2700338" y="4868228"/>
                  <a:pt x="2705005" y="4868228"/>
                </a:cubicBezTo>
                <a:cubicBezTo>
                  <a:pt x="2711672" y="4868228"/>
                  <a:pt x="2717197" y="4862798"/>
                  <a:pt x="2717197" y="4856036"/>
                </a:cubicBezTo>
                <a:cubicBezTo>
                  <a:pt x="2717197" y="4849273"/>
                  <a:pt x="2711768" y="4843844"/>
                  <a:pt x="2705005" y="4843844"/>
                </a:cubicBezTo>
                <a:cubicBezTo>
                  <a:pt x="2698909" y="4843844"/>
                  <a:pt x="2694051" y="4848416"/>
                  <a:pt x="2693194" y="4854321"/>
                </a:cubicBezTo>
                <a:lnTo>
                  <a:pt x="2628805" y="4854321"/>
                </a:lnTo>
                <a:lnTo>
                  <a:pt x="2596896" y="4816507"/>
                </a:lnTo>
                <a:lnTo>
                  <a:pt x="2540318" y="4816507"/>
                </a:lnTo>
                <a:cubicBezTo>
                  <a:pt x="2539365" y="4812126"/>
                  <a:pt x="2535746" y="4808792"/>
                  <a:pt x="2531078" y="4808792"/>
                </a:cubicBezTo>
                <a:lnTo>
                  <a:pt x="2508885" y="4808792"/>
                </a:lnTo>
                <a:cubicBezTo>
                  <a:pt x="2504218" y="4808792"/>
                  <a:pt x="2500503" y="4812221"/>
                  <a:pt x="2499646" y="4816602"/>
                </a:cubicBezTo>
                <a:lnTo>
                  <a:pt x="2492597" y="4810125"/>
                </a:lnTo>
                <a:lnTo>
                  <a:pt x="2492597" y="4789551"/>
                </a:lnTo>
                <a:lnTo>
                  <a:pt x="2507552" y="4778693"/>
                </a:lnTo>
                <a:lnTo>
                  <a:pt x="2606612" y="4778312"/>
                </a:lnTo>
                <a:lnTo>
                  <a:pt x="2631186" y="4805268"/>
                </a:lnTo>
                <a:lnTo>
                  <a:pt x="2664428" y="4805268"/>
                </a:lnTo>
                <a:lnTo>
                  <a:pt x="2671763" y="4799171"/>
                </a:lnTo>
                <a:cubicBezTo>
                  <a:pt x="2673858" y="4800886"/>
                  <a:pt x="2676335" y="4802029"/>
                  <a:pt x="2679192" y="4802029"/>
                </a:cubicBezTo>
                <a:cubicBezTo>
                  <a:pt x="2685764" y="4802029"/>
                  <a:pt x="2691003" y="4796695"/>
                  <a:pt x="2691003" y="4790218"/>
                </a:cubicBezTo>
                <a:cubicBezTo>
                  <a:pt x="2691003" y="4783741"/>
                  <a:pt x="2685669" y="4778407"/>
                  <a:pt x="2679192" y="4778407"/>
                </a:cubicBezTo>
                <a:cubicBezTo>
                  <a:pt x="2672715" y="4778407"/>
                  <a:pt x="2667381" y="4783741"/>
                  <a:pt x="2667381" y="4790218"/>
                </a:cubicBezTo>
                <a:cubicBezTo>
                  <a:pt x="2667381" y="4792123"/>
                  <a:pt x="2667953" y="4793933"/>
                  <a:pt x="2668810" y="4795552"/>
                </a:cubicBezTo>
                <a:lnTo>
                  <a:pt x="2662809" y="4800505"/>
                </a:lnTo>
                <a:lnTo>
                  <a:pt x="2633377" y="4800505"/>
                </a:lnTo>
                <a:close/>
                <a:moveTo>
                  <a:pt x="2704910" y="4848797"/>
                </a:moveTo>
                <a:cubicBezTo>
                  <a:pt x="2709005" y="4848797"/>
                  <a:pt x="2712339" y="4852130"/>
                  <a:pt x="2712339" y="4856226"/>
                </a:cubicBezTo>
                <a:cubicBezTo>
                  <a:pt x="2712339" y="4860322"/>
                  <a:pt x="2709005" y="4863656"/>
                  <a:pt x="2704910" y="4863656"/>
                </a:cubicBezTo>
                <a:cubicBezTo>
                  <a:pt x="2700814" y="4863656"/>
                  <a:pt x="2697480" y="4860322"/>
                  <a:pt x="2697480" y="4856226"/>
                </a:cubicBezTo>
                <a:cubicBezTo>
                  <a:pt x="2697480" y="4852130"/>
                  <a:pt x="2700814" y="4848797"/>
                  <a:pt x="2704910" y="4848797"/>
                </a:cubicBezTo>
                <a:close/>
                <a:moveTo>
                  <a:pt x="2532031" y="4814030"/>
                </a:moveTo>
                <a:cubicBezTo>
                  <a:pt x="2534222" y="4814507"/>
                  <a:pt x="2535841" y="4816317"/>
                  <a:pt x="2535841" y="4818698"/>
                </a:cubicBezTo>
                <a:lnTo>
                  <a:pt x="2535841" y="4822031"/>
                </a:lnTo>
                <a:cubicBezTo>
                  <a:pt x="2535841" y="4824318"/>
                  <a:pt x="2534222" y="4826222"/>
                  <a:pt x="2532031" y="4826699"/>
                </a:cubicBezTo>
                <a:lnTo>
                  <a:pt x="2532031" y="4814126"/>
                </a:lnTo>
                <a:close/>
                <a:moveTo>
                  <a:pt x="2514505" y="4813840"/>
                </a:moveTo>
                <a:lnTo>
                  <a:pt x="2526506" y="4813840"/>
                </a:lnTo>
                <a:lnTo>
                  <a:pt x="2526506" y="4826794"/>
                </a:lnTo>
                <a:lnTo>
                  <a:pt x="2514505" y="4826794"/>
                </a:lnTo>
                <a:lnTo>
                  <a:pt x="2514505" y="4813840"/>
                </a:lnTo>
                <a:close/>
                <a:moveTo>
                  <a:pt x="2504027" y="4818603"/>
                </a:moveTo>
                <a:cubicBezTo>
                  <a:pt x="2504027" y="4815936"/>
                  <a:pt x="2506218" y="4813745"/>
                  <a:pt x="2508885" y="4813745"/>
                </a:cubicBezTo>
                <a:lnTo>
                  <a:pt x="2509552" y="4813745"/>
                </a:lnTo>
                <a:lnTo>
                  <a:pt x="2509552" y="4826699"/>
                </a:lnTo>
                <a:lnTo>
                  <a:pt x="2508885" y="4826699"/>
                </a:lnTo>
                <a:cubicBezTo>
                  <a:pt x="2506218" y="4826699"/>
                  <a:pt x="2504027" y="4824508"/>
                  <a:pt x="2504027" y="4821841"/>
                </a:cubicBezTo>
                <a:lnTo>
                  <a:pt x="2504027" y="4818507"/>
                </a:lnTo>
                <a:close/>
                <a:moveTo>
                  <a:pt x="2679097" y="4783455"/>
                </a:moveTo>
                <a:cubicBezTo>
                  <a:pt x="2683002" y="4783455"/>
                  <a:pt x="2686145" y="4786598"/>
                  <a:pt x="2686145" y="4790504"/>
                </a:cubicBezTo>
                <a:cubicBezTo>
                  <a:pt x="2686145" y="4794409"/>
                  <a:pt x="2683002" y="4797552"/>
                  <a:pt x="2679097" y="4797552"/>
                </a:cubicBezTo>
                <a:cubicBezTo>
                  <a:pt x="2675192" y="4797552"/>
                  <a:pt x="2672048" y="4794409"/>
                  <a:pt x="2672048" y="4790504"/>
                </a:cubicBezTo>
                <a:cubicBezTo>
                  <a:pt x="2672048" y="4786598"/>
                  <a:pt x="2675192" y="4783455"/>
                  <a:pt x="2679097" y="4783455"/>
                </a:cubicBezTo>
                <a:close/>
                <a:moveTo>
                  <a:pt x="1144905" y="126968"/>
                </a:moveTo>
                <a:lnTo>
                  <a:pt x="1144905" y="166592"/>
                </a:lnTo>
                <a:lnTo>
                  <a:pt x="1143095" y="166592"/>
                </a:lnTo>
                <a:cubicBezTo>
                  <a:pt x="1141571" y="166592"/>
                  <a:pt x="1140428" y="167831"/>
                  <a:pt x="1140428" y="169259"/>
                </a:cubicBezTo>
                <a:lnTo>
                  <a:pt x="1140428" y="182213"/>
                </a:lnTo>
                <a:cubicBezTo>
                  <a:pt x="1140428" y="183737"/>
                  <a:pt x="1141667" y="184880"/>
                  <a:pt x="1143095" y="184880"/>
                </a:cubicBezTo>
                <a:lnTo>
                  <a:pt x="1149096" y="184880"/>
                </a:lnTo>
                <a:cubicBezTo>
                  <a:pt x="1150620" y="184880"/>
                  <a:pt x="1151763" y="183642"/>
                  <a:pt x="1151763" y="182213"/>
                </a:cubicBezTo>
                <a:lnTo>
                  <a:pt x="1151763" y="169259"/>
                </a:lnTo>
                <a:cubicBezTo>
                  <a:pt x="1151763" y="168021"/>
                  <a:pt x="1150811" y="167069"/>
                  <a:pt x="1149668" y="166783"/>
                </a:cubicBezTo>
                <a:lnTo>
                  <a:pt x="1149668" y="128778"/>
                </a:lnTo>
                <a:lnTo>
                  <a:pt x="1177004" y="99060"/>
                </a:lnTo>
                <a:lnTo>
                  <a:pt x="1177004" y="44196"/>
                </a:lnTo>
                <a:cubicBezTo>
                  <a:pt x="1182910" y="43053"/>
                  <a:pt x="1187482" y="38100"/>
                  <a:pt x="1187482" y="31814"/>
                </a:cubicBezTo>
                <a:cubicBezTo>
                  <a:pt x="1187482" y="24765"/>
                  <a:pt x="1181767" y="18955"/>
                  <a:pt x="1174623" y="18955"/>
                </a:cubicBezTo>
                <a:cubicBezTo>
                  <a:pt x="1167479" y="18955"/>
                  <a:pt x="1161764" y="24670"/>
                  <a:pt x="1161764" y="31814"/>
                </a:cubicBezTo>
                <a:cubicBezTo>
                  <a:pt x="1161764" y="38005"/>
                  <a:pt x="1166336" y="43053"/>
                  <a:pt x="1172242" y="44196"/>
                </a:cubicBezTo>
                <a:lnTo>
                  <a:pt x="1172242" y="97155"/>
                </a:lnTo>
                <a:lnTo>
                  <a:pt x="1144905" y="126873"/>
                </a:lnTo>
                <a:close/>
                <a:moveTo>
                  <a:pt x="1166527" y="31909"/>
                </a:moveTo>
                <a:cubicBezTo>
                  <a:pt x="1166527" y="27432"/>
                  <a:pt x="1170146" y="23813"/>
                  <a:pt x="1174623" y="23813"/>
                </a:cubicBezTo>
                <a:cubicBezTo>
                  <a:pt x="1179100" y="23813"/>
                  <a:pt x="1182719" y="27432"/>
                  <a:pt x="1182719" y="31909"/>
                </a:cubicBezTo>
                <a:cubicBezTo>
                  <a:pt x="1182719" y="36386"/>
                  <a:pt x="1179100" y="40005"/>
                  <a:pt x="1174623" y="40005"/>
                </a:cubicBezTo>
                <a:cubicBezTo>
                  <a:pt x="1170146" y="40005"/>
                  <a:pt x="1166527" y="36386"/>
                  <a:pt x="1166527" y="31909"/>
                </a:cubicBezTo>
                <a:close/>
                <a:moveTo>
                  <a:pt x="809720" y="519017"/>
                </a:moveTo>
                <a:cubicBezTo>
                  <a:pt x="809720" y="524447"/>
                  <a:pt x="814102" y="528828"/>
                  <a:pt x="819531" y="528828"/>
                </a:cubicBezTo>
                <a:cubicBezTo>
                  <a:pt x="824960" y="528828"/>
                  <a:pt x="829342" y="524447"/>
                  <a:pt x="829342" y="519017"/>
                </a:cubicBezTo>
                <a:cubicBezTo>
                  <a:pt x="829342" y="518065"/>
                  <a:pt x="829056" y="517112"/>
                  <a:pt x="828770" y="516255"/>
                </a:cubicBezTo>
                <a:lnTo>
                  <a:pt x="859536" y="491395"/>
                </a:lnTo>
                <a:lnTo>
                  <a:pt x="987552" y="491966"/>
                </a:lnTo>
                <a:lnTo>
                  <a:pt x="1050131" y="436531"/>
                </a:lnTo>
                <a:cubicBezTo>
                  <a:pt x="1052036" y="437960"/>
                  <a:pt x="1054322" y="438817"/>
                  <a:pt x="1056608" y="438817"/>
                </a:cubicBezTo>
                <a:cubicBezTo>
                  <a:pt x="1058228" y="438817"/>
                  <a:pt x="1059942" y="438436"/>
                  <a:pt x="1061561" y="437674"/>
                </a:cubicBezTo>
                <a:cubicBezTo>
                  <a:pt x="1066895" y="434912"/>
                  <a:pt x="1069086" y="428339"/>
                  <a:pt x="1066419" y="423005"/>
                </a:cubicBezTo>
                <a:cubicBezTo>
                  <a:pt x="1063657" y="417671"/>
                  <a:pt x="1057085" y="415481"/>
                  <a:pt x="1051751" y="418148"/>
                </a:cubicBezTo>
                <a:cubicBezTo>
                  <a:pt x="1049179" y="419481"/>
                  <a:pt x="1047179" y="421767"/>
                  <a:pt x="1046321" y="424529"/>
                </a:cubicBezTo>
                <a:cubicBezTo>
                  <a:pt x="1045464" y="427292"/>
                  <a:pt x="1045654" y="430244"/>
                  <a:pt x="1046988" y="432911"/>
                </a:cubicBezTo>
                <a:cubicBezTo>
                  <a:pt x="1046988" y="432911"/>
                  <a:pt x="1046988" y="433007"/>
                  <a:pt x="1047083" y="433102"/>
                </a:cubicBezTo>
                <a:lnTo>
                  <a:pt x="985933" y="487299"/>
                </a:lnTo>
                <a:lnTo>
                  <a:pt x="858012" y="486728"/>
                </a:lnTo>
                <a:lnTo>
                  <a:pt x="826579" y="512159"/>
                </a:lnTo>
                <a:cubicBezTo>
                  <a:pt x="824865" y="510445"/>
                  <a:pt x="822389" y="509397"/>
                  <a:pt x="819722" y="509397"/>
                </a:cubicBezTo>
                <a:cubicBezTo>
                  <a:pt x="814292" y="509397"/>
                  <a:pt x="809911" y="513779"/>
                  <a:pt x="809911" y="519113"/>
                </a:cubicBezTo>
                <a:close/>
                <a:moveTo>
                  <a:pt x="1050608" y="425863"/>
                </a:moveTo>
                <a:cubicBezTo>
                  <a:pt x="1051084" y="424339"/>
                  <a:pt x="1052227" y="423005"/>
                  <a:pt x="1053656" y="422243"/>
                </a:cubicBezTo>
                <a:cubicBezTo>
                  <a:pt x="1054513" y="421767"/>
                  <a:pt x="1055465" y="421577"/>
                  <a:pt x="1056418" y="421577"/>
                </a:cubicBezTo>
                <a:cubicBezTo>
                  <a:pt x="1058704" y="421577"/>
                  <a:pt x="1060895" y="422815"/>
                  <a:pt x="1061942" y="425006"/>
                </a:cubicBezTo>
                <a:cubicBezTo>
                  <a:pt x="1063466" y="428054"/>
                  <a:pt x="1062228" y="431768"/>
                  <a:pt x="1059180" y="433292"/>
                </a:cubicBezTo>
                <a:cubicBezTo>
                  <a:pt x="1056132" y="434816"/>
                  <a:pt x="1052417" y="433578"/>
                  <a:pt x="1050893" y="430530"/>
                </a:cubicBezTo>
                <a:cubicBezTo>
                  <a:pt x="1050131" y="429101"/>
                  <a:pt x="1050036" y="427387"/>
                  <a:pt x="1050512" y="425768"/>
                </a:cubicBezTo>
                <a:close/>
                <a:moveTo>
                  <a:pt x="819531" y="514064"/>
                </a:moveTo>
                <a:cubicBezTo>
                  <a:pt x="822293" y="514064"/>
                  <a:pt x="824579" y="516350"/>
                  <a:pt x="824579" y="519017"/>
                </a:cubicBezTo>
                <a:cubicBezTo>
                  <a:pt x="824579" y="521684"/>
                  <a:pt x="822293" y="524065"/>
                  <a:pt x="819531" y="524065"/>
                </a:cubicBezTo>
                <a:cubicBezTo>
                  <a:pt x="816769" y="524065"/>
                  <a:pt x="814483" y="521780"/>
                  <a:pt x="814483" y="519017"/>
                </a:cubicBezTo>
                <a:cubicBezTo>
                  <a:pt x="814483" y="516255"/>
                  <a:pt x="816769" y="514064"/>
                  <a:pt x="819531" y="514064"/>
                </a:cubicBezTo>
                <a:close/>
                <a:moveTo>
                  <a:pt x="481965" y="2417445"/>
                </a:moveTo>
                <a:cubicBezTo>
                  <a:pt x="486632" y="2417445"/>
                  <a:pt x="490442" y="2421255"/>
                  <a:pt x="490442" y="2425922"/>
                </a:cubicBezTo>
                <a:lnTo>
                  <a:pt x="490442" y="2474119"/>
                </a:lnTo>
                <a:cubicBezTo>
                  <a:pt x="490442" y="2478786"/>
                  <a:pt x="486632" y="2482596"/>
                  <a:pt x="481965" y="2482596"/>
                </a:cubicBezTo>
                <a:lnTo>
                  <a:pt x="443389" y="2482596"/>
                </a:lnTo>
                <a:cubicBezTo>
                  <a:pt x="440912" y="2482596"/>
                  <a:pt x="438531" y="2481453"/>
                  <a:pt x="436912" y="2479548"/>
                </a:cubicBezTo>
                <a:lnTo>
                  <a:pt x="427292" y="2468118"/>
                </a:lnTo>
                <a:cubicBezTo>
                  <a:pt x="425958" y="2466594"/>
                  <a:pt x="425291" y="2464689"/>
                  <a:pt x="425291" y="2462689"/>
                </a:cubicBezTo>
                <a:lnTo>
                  <a:pt x="425291" y="2425922"/>
                </a:lnTo>
                <a:cubicBezTo>
                  <a:pt x="425291" y="2421255"/>
                  <a:pt x="429101" y="2417445"/>
                  <a:pt x="433769" y="2417445"/>
                </a:cubicBezTo>
                <a:lnTo>
                  <a:pt x="481965" y="2417445"/>
                </a:lnTo>
                <a:close/>
                <a:moveTo>
                  <a:pt x="1211675" y="218504"/>
                </a:moveTo>
                <a:lnTo>
                  <a:pt x="1218819" y="218504"/>
                </a:lnTo>
                <a:cubicBezTo>
                  <a:pt x="1218819" y="218504"/>
                  <a:pt x="1218819" y="227648"/>
                  <a:pt x="1218819" y="227648"/>
                </a:cubicBezTo>
                <a:lnTo>
                  <a:pt x="1211675" y="227648"/>
                </a:lnTo>
                <a:cubicBezTo>
                  <a:pt x="1211675" y="227648"/>
                  <a:pt x="1211675" y="218504"/>
                  <a:pt x="1211675" y="218504"/>
                </a:cubicBezTo>
                <a:close/>
                <a:moveTo>
                  <a:pt x="1195864" y="499682"/>
                </a:moveTo>
                <a:lnTo>
                  <a:pt x="1195864" y="489109"/>
                </a:lnTo>
                <a:cubicBezTo>
                  <a:pt x="1195864" y="489109"/>
                  <a:pt x="1203008" y="489109"/>
                  <a:pt x="1203008" y="489109"/>
                </a:cubicBezTo>
                <a:lnTo>
                  <a:pt x="1203008" y="499682"/>
                </a:lnTo>
                <a:cubicBezTo>
                  <a:pt x="1203008" y="499682"/>
                  <a:pt x="1195864" y="499682"/>
                  <a:pt x="1195864" y="499682"/>
                </a:cubicBezTo>
                <a:close/>
                <a:moveTo>
                  <a:pt x="585026" y="2226278"/>
                </a:moveTo>
                <a:lnTo>
                  <a:pt x="588455" y="2229612"/>
                </a:lnTo>
                <a:lnTo>
                  <a:pt x="582263" y="2235994"/>
                </a:lnTo>
                <a:lnTo>
                  <a:pt x="578834" y="2232660"/>
                </a:lnTo>
                <a:lnTo>
                  <a:pt x="585026" y="2226278"/>
                </a:lnTo>
                <a:close/>
                <a:moveTo>
                  <a:pt x="2611374" y="27051"/>
                </a:moveTo>
                <a:lnTo>
                  <a:pt x="2611374" y="30385"/>
                </a:lnTo>
                <a:cubicBezTo>
                  <a:pt x="2611374" y="34385"/>
                  <a:pt x="2608136" y="37624"/>
                  <a:pt x="2604135" y="37624"/>
                </a:cubicBezTo>
                <a:lnTo>
                  <a:pt x="2541365" y="37624"/>
                </a:lnTo>
                <a:cubicBezTo>
                  <a:pt x="2537365" y="37624"/>
                  <a:pt x="2534126" y="34385"/>
                  <a:pt x="2534126" y="30385"/>
                </a:cubicBezTo>
                <a:lnTo>
                  <a:pt x="2534126" y="27051"/>
                </a:lnTo>
                <a:cubicBezTo>
                  <a:pt x="2534126" y="23051"/>
                  <a:pt x="2537365" y="19812"/>
                  <a:pt x="2541365" y="19812"/>
                </a:cubicBezTo>
                <a:lnTo>
                  <a:pt x="2604135" y="19812"/>
                </a:lnTo>
                <a:cubicBezTo>
                  <a:pt x="2608136" y="19812"/>
                  <a:pt x="2611374" y="23051"/>
                  <a:pt x="2611374" y="27051"/>
                </a:cubicBezTo>
                <a:close/>
                <a:moveTo>
                  <a:pt x="1185863" y="525971"/>
                </a:moveTo>
                <a:cubicBezTo>
                  <a:pt x="1185863" y="533400"/>
                  <a:pt x="1191768" y="539496"/>
                  <a:pt x="1199198" y="539591"/>
                </a:cubicBezTo>
                <a:lnTo>
                  <a:pt x="1199293" y="539591"/>
                </a:lnTo>
                <a:cubicBezTo>
                  <a:pt x="1202817" y="539591"/>
                  <a:pt x="1206151" y="538258"/>
                  <a:pt x="1208723" y="535781"/>
                </a:cubicBezTo>
                <a:cubicBezTo>
                  <a:pt x="1211294" y="533305"/>
                  <a:pt x="1212723" y="529876"/>
                  <a:pt x="1212723" y="526256"/>
                </a:cubicBezTo>
                <a:cubicBezTo>
                  <a:pt x="1212723" y="520065"/>
                  <a:pt x="1208627" y="514826"/>
                  <a:pt x="1202912" y="513207"/>
                </a:cubicBezTo>
                <a:lnTo>
                  <a:pt x="1202912" y="510254"/>
                </a:lnTo>
                <a:lnTo>
                  <a:pt x="1195769" y="510254"/>
                </a:lnTo>
                <a:lnTo>
                  <a:pt x="1195769" y="513112"/>
                </a:lnTo>
                <a:cubicBezTo>
                  <a:pt x="1190054" y="514636"/>
                  <a:pt x="1185863" y="519779"/>
                  <a:pt x="1185767" y="525971"/>
                </a:cubicBezTo>
                <a:close/>
                <a:moveTo>
                  <a:pt x="1199293" y="517398"/>
                </a:moveTo>
                <a:lnTo>
                  <a:pt x="1199293" y="517398"/>
                </a:lnTo>
                <a:cubicBezTo>
                  <a:pt x="1204055" y="517398"/>
                  <a:pt x="1207961" y="521399"/>
                  <a:pt x="1207865" y="526161"/>
                </a:cubicBezTo>
                <a:cubicBezTo>
                  <a:pt x="1207865" y="528447"/>
                  <a:pt x="1206913" y="530638"/>
                  <a:pt x="1205294" y="532257"/>
                </a:cubicBezTo>
                <a:cubicBezTo>
                  <a:pt x="1203674" y="533876"/>
                  <a:pt x="1201484" y="534543"/>
                  <a:pt x="1199102" y="534734"/>
                </a:cubicBezTo>
                <a:cubicBezTo>
                  <a:pt x="1194340" y="534734"/>
                  <a:pt x="1190435" y="530733"/>
                  <a:pt x="1190530" y="525971"/>
                </a:cubicBezTo>
                <a:cubicBezTo>
                  <a:pt x="1190530" y="521208"/>
                  <a:pt x="1194435" y="517398"/>
                  <a:pt x="1199198" y="517398"/>
                </a:cubicBezTo>
                <a:close/>
                <a:moveTo>
                  <a:pt x="1142524" y="211265"/>
                </a:moveTo>
                <a:lnTo>
                  <a:pt x="1149668" y="211265"/>
                </a:lnTo>
                <a:lnTo>
                  <a:pt x="1149668" y="221552"/>
                </a:lnTo>
                <a:lnTo>
                  <a:pt x="1142524" y="221552"/>
                </a:lnTo>
                <a:lnTo>
                  <a:pt x="1142524" y="211265"/>
                </a:lnTo>
                <a:close/>
                <a:moveTo>
                  <a:pt x="1180529" y="207550"/>
                </a:moveTo>
                <a:cubicBezTo>
                  <a:pt x="1174242" y="207550"/>
                  <a:pt x="1169194" y="212693"/>
                  <a:pt x="1169194" y="218885"/>
                </a:cubicBezTo>
                <a:cubicBezTo>
                  <a:pt x="1169194" y="224314"/>
                  <a:pt x="1173099" y="228600"/>
                  <a:pt x="1178147" y="229743"/>
                </a:cubicBezTo>
                <a:lnTo>
                  <a:pt x="1178147" y="325850"/>
                </a:lnTo>
                <a:lnTo>
                  <a:pt x="1162812" y="341662"/>
                </a:lnTo>
                <a:lnTo>
                  <a:pt x="1162812" y="455200"/>
                </a:lnTo>
                <a:lnTo>
                  <a:pt x="1152335" y="463201"/>
                </a:lnTo>
                <a:lnTo>
                  <a:pt x="1152335" y="528638"/>
                </a:lnTo>
                <a:lnTo>
                  <a:pt x="1151668" y="528638"/>
                </a:lnTo>
                <a:cubicBezTo>
                  <a:pt x="1150144" y="528638"/>
                  <a:pt x="1149001" y="529876"/>
                  <a:pt x="1149001" y="531305"/>
                </a:cubicBezTo>
                <a:lnTo>
                  <a:pt x="1149001" y="544259"/>
                </a:lnTo>
                <a:cubicBezTo>
                  <a:pt x="1149001" y="545783"/>
                  <a:pt x="1150239" y="546926"/>
                  <a:pt x="1151668" y="546926"/>
                </a:cubicBezTo>
                <a:lnTo>
                  <a:pt x="1157669" y="546926"/>
                </a:lnTo>
                <a:cubicBezTo>
                  <a:pt x="1159193" y="546926"/>
                  <a:pt x="1160336" y="545687"/>
                  <a:pt x="1160336" y="544259"/>
                </a:cubicBezTo>
                <a:lnTo>
                  <a:pt x="1160336" y="531305"/>
                </a:lnTo>
                <a:cubicBezTo>
                  <a:pt x="1160336" y="529781"/>
                  <a:pt x="1159097" y="528638"/>
                  <a:pt x="1157669" y="528638"/>
                </a:cubicBezTo>
                <a:lnTo>
                  <a:pt x="1157002" y="528638"/>
                </a:lnTo>
                <a:lnTo>
                  <a:pt x="1157002" y="465582"/>
                </a:lnTo>
                <a:cubicBezTo>
                  <a:pt x="1157002" y="465582"/>
                  <a:pt x="1167670" y="457581"/>
                  <a:pt x="1167670" y="457581"/>
                </a:cubicBezTo>
                <a:lnTo>
                  <a:pt x="1167670" y="343567"/>
                </a:lnTo>
                <a:lnTo>
                  <a:pt x="1183005" y="327755"/>
                </a:lnTo>
                <a:lnTo>
                  <a:pt x="1183005" y="229743"/>
                </a:lnTo>
                <a:cubicBezTo>
                  <a:pt x="1188053" y="228600"/>
                  <a:pt x="1191959" y="224314"/>
                  <a:pt x="1191959" y="218885"/>
                </a:cubicBezTo>
                <a:cubicBezTo>
                  <a:pt x="1191959" y="212598"/>
                  <a:pt x="1186815" y="207550"/>
                  <a:pt x="1180624" y="207550"/>
                </a:cubicBezTo>
                <a:close/>
                <a:moveTo>
                  <a:pt x="1180529" y="225552"/>
                </a:moveTo>
                <a:cubicBezTo>
                  <a:pt x="1176909" y="225552"/>
                  <a:pt x="1173956" y="222599"/>
                  <a:pt x="1173956" y="218980"/>
                </a:cubicBezTo>
                <a:cubicBezTo>
                  <a:pt x="1173956" y="215360"/>
                  <a:pt x="1176909" y="212408"/>
                  <a:pt x="1180529" y="212408"/>
                </a:cubicBezTo>
                <a:cubicBezTo>
                  <a:pt x="1184148" y="212408"/>
                  <a:pt x="1187101" y="215360"/>
                  <a:pt x="1187101" y="218980"/>
                </a:cubicBezTo>
                <a:cubicBezTo>
                  <a:pt x="1187101" y="222599"/>
                  <a:pt x="1184148" y="225552"/>
                  <a:pt x="1180529" y="225552"/>
                </a:cubicBezTo>
                <a:close/>
                <a:moveTo>
                  <a:pt x="1202912" y="414814"/>
                </a:moveTo>
                <a:lnTo>
                  <a:pt x="1195769" y="414814"/>
                </a:lnTo>
                <a:lnTo>
                  <a:pt x="1195769" y="404241"/>
                </a:lnTo>
                <a:lnTo>
                  <a:pt x="1202912" y="404241"/>
                </a:lnTo>
                <a:lnTo>
                  <a:pt x="1202912" y="414814"/>
                </a:lnTo>
                <a:close/>
                <a:moveTo>
                  <a:pt x="1195769" y="478441"/>
                </a:moveTo>
                <a:lnTo>
                  <a:pt x="1195769" y="467868"/>
                </a:lnTo>
                <a:cubicBezTo>
                  <a:pt x="1195769" y="467868"/>
                  <a:pt x="1202912" y="467868"/>
                  <a:pt x="1202912" y="467868"/>
                </a:cubicBezTo>
                <a:lnTo>
                  <a:pt x="1202912" y="478441"/>
                </a:lnTo>
                <a:cubicBezTo>
                  <a:pt x="1202912" y="478441"/>
                  <a:pt x="1195769" y="478441"/>
                  <a:pt x="1195769" y="478441"/>
                </a:cubicBezTo>
                <a:close/>
                <a:moveTo>
                  <a:pt x="1195769" y="393573"/>
                </a:moveTo>
                <a:lnTo>
                  <a:pt x="1195769" y="383000"/>
                </a:lnTo>
                <a:cubicBezTo>
                  <a:pt x="1195769" y="383000"/>
                  <a:pt x="1202912" y="383000"/>
                  <a:pt x="1202912" y="383000"/>
                </a:cubicBezTo>
                <a:lnTo>
                  <a:pt x="1202912" y="393573"/>
                </a:lnTo>
                <a:cubicBezTo>
                  <a:pt x="1202912" y="393573"/>
                  <a:pt x="1195769" y="393573"/>
                  <a:pt x="1195769" y="393573"/>
                </a:cubicBezTo>
                <a:close/>
                <a:moveTo>
                  <a:pt x="1200531" y="340614"/>
                </a:moveTo>
                <a:lnTo>
                  <a:pt x="1205294" y="345948"/>
                </a:lnTo>
                <a:lnTo>
                  <a:pt x="1202912" y="348044"/>
                </a:lnTo>
                <a:lnTo>
                  <a:pt x="1202912" y="351187"/>
                </a:lnTo>
                <a:cubicBezTo>
                  <a:pt x="1202912" y="351187"/>
                  <a:pt x="1195769" y="351187"/>
                  <a:pt x="1195769" y="351187"/>
                </a:cubicBezTo>
                <a:lnTo>
                  <a:pt x="1195769" y="344805"/>
                </a:lnTo>
                <a:cubicBezTo>
                  <a:pt x="1195769" y="344805"/>
                  <a:pt x="1200531" y="340519"/>
                  <a:pt x="1200531" y="340519"/>
                </a:cubicBezTo>
                <a:close/>
                <a:moveTo>
                  <a:pt x="1202912" y="361760"/>
                </a:moveTo>
                <a:lnTo>
                  <a:pt x="1202912" y="372332"/>
                </a:lnTo>
                <a:cubicBezTo>
                  <a:pt x="1202912" y="372332"/>
                  <a:pt x="1195769" y="372332"/>
                  <a:pt x="1195769" y="372332"/>
                </a:cubicBezTo>
                <a:lnTo>
                  <a:pt x="1195769" y="361760"/>
                </a:lnTo>
                <a:cubicBezTo>
                  <a:pt x="1195769" y="361760"/>
                  <a:pt x="1202912" y="361760"/>
                  <a:pt x="1202912" y="361760"/>
                </a:cubicBezTo>
                <a:close/>
                <a:moveTo>
                  <a:pt x="1195769" y="436055"/>
                </a:moveTo>
                <a:lnTo>
                  <a:pt x="1195769" y="425482"/>
                </a:lnTo>
                <a:cubicBezTo>
                  <a:pt x="1195769" y="425482"/>
                  <a:pt x="1202912" y="425482"/>
                  <a:pt x="1202912" y="425482"/>
                </a:cubicBezTo>
                <a:lnTo>
                  <a:pt x="1202912" y="436055"/>
                </a:lnTo>
                <a:cubicBezTo>
                  <a:pt x="1202912" y="436055"/>
                  <a:pt x="1195769" y="436055"/>
                  <a:pt x="1195769" y="436055"/>
                </a:cubicBezTo>
                <a:close/>
                <a:moveTo>
                  <a:pt x="1202912" y="457200"/>
                </a:moveTo>
                <a:lnTo>
                  <a:pt x="1195769" y="457200"/>
                </a:lnTo>
                <a:lnTo>
                  <a:pt x="1195769" y="446627"/>
                </a:lnTo>
                <a:lnTo>
                  <a:pt x="1202912" y="446627"/>
                </a:lnTo>
                <a:lnTo>
                  <a:pt x="1202912" y="457200"/>
                </a:lnTo>
                <a:close/>
                <a:moveTo>
                  <a:pt x="1211580" y="236792"/>
                </a:moveTo>
                <a:lnTo>
                  <a:pt x="1218724" y="236792"/>
                </a:lnTo>
                <a:cubicBezTo>
                  <a:pt x="1218724" y="236792"/>
                  <a:pt x="1218724" y="245936"/>
                  <a:pt x="1218724" y="245936"/>
                </a:cubicBezTo>
                <a:lnTo>
                  <a:pt x="1211580" y="245936"/>
                </a:lnTo>
                <a:cubicBezTo>
                  <a:pt x="1211580" y="245936"/>
                  <a:pt x="1211580" y="236792"/>
                  <a:pt x="1211580" y="236792"/>
                </a:cubicBezTo>
                <a:close/>
                <a:moveTo>
                  <a:pt x="862584" y="375095"/>
                </a:moveTo>
                <a:lnTo>
                  <a:pt x="862584" y="386906"/>
                </a:lnTo>
                <a:cubicBezTo>
                  <a:pt x="862584" y="390715"/>
                  <a:pt x="865727" y="393859"/>
                  <a:pt x="869537" y="393859"/>
                </a:cubicBezTo>
                <a:lnTo>
                  <a:pt x="881348" y="393859"/>
                </a:lnTo>
                <a:cubicBezTo>
                  <a:pt x="885158" y="393859"/>
                  <a:pt x="888302" y="390715"/>
                  <a:pt x="888302" y="386906"/>
                </a:cubicBezTo>
                <a:lnTo>
                  <a:pt x="888302" y="375095"/>
                </a:lnTo>
                <a:cubicBezTo>
                  <a:pt x="888302" y="371285"/>
                  <a:pt x="885158" y="368141"/>
                  <a:pt x="881348" y="368141"/>
                </a:cubicBezTo>
                <a:lnTo>
                  <a:pt x="880491" y="368141"/>
                </a:lnTo>
                <a:cubicBezTo>
                  <a:pt x="879158" y="365189"/>
                  <a:pt x="875824" y="363379"/>
                  <a:pt x="873062" y="361950"/>
                </a:cubicBezTo>
                <a:cubicBezTo>
                  <a:pt x="869633" y="360140"/>
                  <a:pt x="867442" y="358902"/>
                  <a:pt x="867442" y="356997"/>
                </a:cubicBezTo>
                <a:cubicBezTo>
                  <a:pt x="867442" y="355092"/>
                  <a:pt x="869537" y="353854"/>
                  <a:pt x="873062" y="352044"/>
                </a:cubicBezTo>
                <a:cubicBezTo>
                  <a:pt x="876681" y="350139"/>
                  <a:pt x="881253" y="347853"/>
                  <a:pt x="881253" y="342805"/>
                </a:cubicBezTo>
                <a:cubicBezTo>
                  <a:pt x="881253" y="337757"/>
                  <a:pt x="876776" y="335471"/>
                  <a:pt x="873062" y="333565"/>
                </a:cubicBezTo>
                <a:cubicBezTo>
                  <a:pt x="869633" y="331756"/>
                  <a:pt x="867442" y="330518"/>
                  <a:pt x="867442" y="328613"/>
                </a:cubicBezTo>
                <a:cubicBezTo>
                  <a:pt x="867442" y="326708"/>
                  <a:pt x="869537" y="325469"/>
                  <a:pt x="873062" y="323660"/>
                </a:cubicBezTo>
                <a:cubicBezTo>
                  <a:pt x="876681" y="321755"/>
                  <a:pt x="881253" y="319469"/>
                  <a:pt x="881253" y="314515"/>
                </a:cubicBezTo>
                <a:cubicBezTo>
                  <a:pt x="881253" y="309563"/>
                  <a:pt x="876776" y="307181"/>
                  <a:pt x="873062" y="305276"/>
                </a:cubicBezTo>
                <a:cubicBezTo>
                  <a:pt x="869633" y="303467"/>
                  <a:pt x="867442" y="302228"/>
                  <a:pt x="867442" y="300323"/>
                </a:cubicBezTo>
                <a:cubicBezTo>
                  <a:pt x="867442" y="298418"/>
                  <a:pt x="869537" y="297180"/>
                  <a:pt x="873062" y="295370"/>
                </a:cubicBezTo>
                <a:cubicBezTo>
                  <a:pt x="876681" y="293465"/>
                  <a:pt x="881253" y="291179"/>
                  <a:pt x="881253" y="286226"/>
                </a:cubicBezTo>
                <a:cubicBezTo>
                  <a:pt x="881253" y="281273"/>
                  <a:pt x="876776" y="278892"/>
                  <a:pt x="873062" y="277082"/>
                </a:cubicBezTo>
                <a:cubicBezTo>
                  <a:pt x="869633" y="275273"/>
                  <a:pt x="867442" y="274034"/>
                  <a:pt x="867442" y="272129"/>
                </a:cubicBezTo>
                <a:cubicBezTo>
                  <a:pt x="867442" y="270224"/>
                  <a:pt x="869537" y="268986"/>
                  <a:pt x="873062" y="267176"/>
                </a:cubicBezTo>
                <a:cubicBezTo>
                  <a:pt x="876681" y="265271"/>
                  <a:pt x="881253" y="262985"/>
                  <a:pt x="881253" y="258032"/>
                </a:cubicBezTo>
                <a:cubicBezTo>
                  <a:pt x="881253" y="253079"/>
                  <a:pt x="876776" y="250698"/>
                  <a:pt x="873062" y="248888"/>
                </a:cubicBezTo>
                <a:cubicBezTo>
                  <a:pt x="869633" y="247079"/>
                  <a:pt x="867537" y="245936"/>
                  <a:pt x="867537" y="243935"/>
                </a:cubicBezTo>
                <a:cubicBezTo>
                  <a:pt x="867537" y="241935"/>
                  <a:pt x="869633" y="240792"/>
                  <a:pt x="873157" y="238982"/>
                </a:cubicBezTo>
                <a:cubicBezTo>
                  <a:pt x="876776" y="237077"/>
                  <a:pt x="881348" y="234791"/>
                  <a:pt x="881348" y="229838"/>
                </a:cubicBezTo>
                <a:cubicBezTo>
                  <a:pt x="881348" y="224885"/>
                  <a:pt x="876872" y="222504"/>
                  <a:pt x="873157" y="220694"/>
                </a:cubicBezTo>
                <a:cubicBezTo>
                  <a:pt x="869728" y="218885"/>
                  <a:pt x="867537" y="217646"/>
                  <a:pt x="867537" y="215741"/>
                </a:cubicBezTo>
                <a:cubicBezTo>
                  <a:pt x="867537" y="213836"/>
                  <a:pt x="869633" y="212598"/>
                  <a:pt x="873157" y="210788"/>
                </a:cubicBezTo>
                <a:cubicBezTo>
                  <a:pt x="876776" y="208883"/>
                  <a:pt x="881348" y="206597"/>
                  <a:pt x="881348" y="201644"/>
                </a:cubicBezTo>
                <a:cubicBezTo>
                  <a:pt x="881348" y="196691"/>
                  <a:pt x="876872" y="194310"/>
                  <a:pt x="873157" y="192500"/>
                </a:cubicBezTo>
                <a:cubicBezTo>
                  <a:pt x="869728" y="190691"/>
                  <a:pt x="867537" y="189452"/>
                  <a:pt x="867537" y="187547"/>
                </a:cubicBezTo>
                <a:cubicBezTo>
                  <a:pt x="867537" y="185642"/>
                  <a:pt x="869633" y="184404"/>
                  <a:pt x="873157" y="182594"/>
                </a:cubicBezTo>
                <a:cubicBezTo>
                  <a:pt x="876776" y="180689"/>
                  <a:pt x="881348" y="178403"/>
                  <a:pt x="881348" y="173450"/>
                </a:cubicBezTo>
                <a:cubicBezTo>
                  <a:pt x="881348" y="168497"/>
                  <a:pt x="876872" y="166116"/>
                  <a:pt x="873157" y="164306"/>
                </a:cubicBezTo>
                <a:cubicBezTo>
                  <a:pt x="869728" y="162497"/>
                  <a:pt x="867537" y="161258"/>
                  <a:pt x="867537" y="159353"/>
                </a:cubicBezTo>
                <a:cubicBezTo>
                  <a:pt x="867537" y="157448"/>
                  <a:pt x="869633" y="156210"/>
                  <a:pt x="873157" y="154400"/>
                </a:cubicBezTo>
                <a:cubicBezTo>
                  <a:pt x="875919" y="152972"/>
                  <a:pt x="879158" y="151257"/>
                  <a:pt x="880586" y="148400"/>
                </a:cubicBezTo>
                <a:cubicBezTo>
                  <a:pt x="884396" y="146209"/>
                  <a:pt x="887063" y="142304"/>
                  <a:pt x="887063" y="137541"/>
                </a:cubicBezTo>
                <a:cubicBezTo>
                  <a:pt x="887063" y="130588"/>
                  <a:pt x="881348" y="124873"/>
                  <a:pt x="874395" y="124873"/>
                </a:cubicBezTo>
                <a:cubicBezTo>
                  <a:pt x="867442" y="124873"/>
                  <a:pt x="861727" y="130588"/>
                  <a:pt x="861727" y="137541"/>
                </a:cubicBezTo>
                <a:cubicBezTo>
                  <a:pt x="861727" y="143637"/>
                  <a:pt x="866108" y="148495"/>
                  <a:pt x="871823" y="149733"/>
                </a:cubicBezTo>
                <a:cubicBezTo>
                  <a:pt x="871538" y="149924"/>
                  <a:pt x="871252" y="150019"/>
                  <a:pt x="870966" y="150209"/>
                </a:cubicBezTo>
                <a:cubicBezTo>
                  <a:pt x="867347" y="152114"/>
                  <a:pt x="862775" y="154400"/>
                  <a:pt x="862775" y="159353"/>
                </a:cubicBezTo>
                <a:cubicBezTo>
                  <a:pt x="862775" y="164306"/>
                  <a:pt x="867251" y="166688"/>
                  <a:pt x="870966" y="168497"/>
                </a:cubicBezTo>
                <a:cubicBezTo>
                  <a:pt x="874395" y="170307"/>
                  <a:pt x="876586" y="171545"/>
                  <a:pt x="876586" y="173450"/>
                </a:cubicBezTo>
                <a:cubicBezTo>
                  <a:pt x="876586" y="175355"/>
                  <a:pt x="874490" y="176594"/>
                  <a:pt x="870966" y="178403"/>
                </a:cubicBezTo>
                <a:cubicBezTo>
                  <a:pt x="867347" y="180308"/>
                  <a:pt x="862775" y="182594"/>
                  <a:pt x="862775" y="187547"/>
                </a:cubicBezTo>
                <a:cubicBezTo>
                  <a:pt x="862775" y="192500"/>
                  <a:pt x="867251" y="194882"/>
                  <a:pt x="870966" y="196691"/>
                </a:cubicBezTo>
                <a:cubicBezTo>
                  <a:pt x="874395" y="198501"/>
                  <a:pt x="876586" y="199739"/>
                  <a:pt x="876586" y="201644"/>
                </a:cubicBezTo>
                <a:cubicBezTo>
                  <a:pt x="876586" y="203549"/>
                  <a:pt x="874490" y="204788"/>
                  <a:pt x="870966" y="206597"/>
                </a:cubicBezTo>
                <a:cubicBezTo>
                  <a:pt x="867347" y="208502"/>
                  <a:pt x="862775" y="210788"/>
                  <a:pt x="862775" y="215741"/>
                </a:cubicBezTo>
                <a:cubicBezTo>
                  <a:pt x="862775" y="220694"/>
                  <a:pt x="867251" y="223076"/>
                  <a:pt x="870966" y="224885"/>
                </a:cubicBezTo>
                <a:cubicBezTo>
                  <a:pt x="874395" y="226695"/>
                  <a:pt x="876491" y="227933"/>
                  <a:pt x="876491" y="229838"/>
                </a:cubicBezTo>
                <a:cubicBezTo>
                  <a:pt x="876491" y="231743"/>
                  <a:pt x="874395" y="232982"/>
                  <a:pt x="870966" y="234791"/>
                </a:cubicBezTo>
                <a:cubicBezTo>
                  <a:pt x="867347" y="236696"/>
                  <a:pt x="862775" y="238982"/>
                  <a:pt x="862775" y="243935"/>
                </a:cubicBezTo>
                <a:cubicBezTo>
                  <a:pt x="862775" y="248888"/>
                  <a:pt x="867251" y="251270"/>
                  <a:pt x="870966" y="253079"/>
                </a:cubicBezTo>
                <a:cubicBezTo>
                  <a:pt x="874395" y="254889"/>
                  <a:pt x="876491" y="256032"/>
                  <a:pt x="876491" y="258032"/>
                </a:cubicBezTo>
                <a:cubicBezTo>
                  <a:pt x="876491" y="260033"/>
                  <a:pt x="874395" y="261176"/>
                  <a:pt x="870871" y="262985"/>
                </a:cubicBezTo>
                <a:cubicBezTo>
                  <a:pt x="867251" y="264890"/>
                  <a:pt x="862679" y="267176"/>
                  <a:pt x="862679" y="272129"/>
                </a:cubicBezTo>
                <a:cubicBezTo>
                  <a:pt x="862679" y="277082"/>
                  <a:pt x="867156" y="279464"/>
                  <a:pt x="870871" y="281273"/>
                </a:cubicBezTo>
                <a:cubicBezTo>
                  <a:pt x="874300" y="283083"/>
                  <a:pt x="876491" y="284321"/>
                  <a:pt x="876491" y="286226"/>
                </a:cubicBezTo>
                <a:cubicBezTo>
                  <a:pt x="876491" y="288131"/>
                  <a:pt x="874395" y="289370"/>
                  <a:pt x="870871" y="291179"/>
                </a:cubicBezTo>
                <a:cubicBezTo>
                  <a:pt x="867251" y="293084"/>
                  <a:pt x="862679" y="295370"/>
                  <a:pt x="862679" y="300323"/>
                </a:cubicBezTo>
                <a:cubicBezTo>
                  <a:pt x="862679" y="305276"/>
                  <a:pt x="867156" y="307658"/>
                  <a:pt x="870871" y="309467"/>
                </a:cubicBezTo>
                <a:cubicBezTo>
                  <a:pt x="874300" y="311277"/>
                  <a:pt x="876491" y="312515"/>
                  <a:pt x="876491" y="314420"/>
                </a:cubicBezTo>
                <a:cubicBezTo>
                  <a:pt x="876491" y="316325"/>
                  <a:pt x="874395" y="317564"/>
                  <a:pt x="870871" y="319373"/>
                </a:cubicBezTo>
                <a:cubicBezTo>
                  <a:pt x="867251" y="321278"/>
                  <a:pt x="862679" y="323564"/>
                  <a:pt x="862679" y="328517"/>
                </a:cubicBezTo>
                <a:cubicBezTo>
                  <a:pt x="862679" y="333470"/>
                  <a:pt x="867156" y="335852"/>
                  <a:pt x="870871" y="337757"/>
                </a:cubicBezTo>
                <a:cubicBezTo>
                  <a:pt x="874300" y="339566"/>
                  <a:pt x="876491" y="340805"/>
                  <a:pt x="876491" y="342710"/>
                </a:cubicBezTo>
                <a:cubicBezTo>
                  <a:pt x="876491" y="344614"/>
                  <a:pt x="874395" y="345853"/>
                  <a:pt x="870871" y="347663"/>
                </a:cubicBezTo>
                <a:cubicBezTo>
                  <a:pt x="867251" y="349568"/>
                  <a:pt x="862679" y="351854"/>
                  <a:pt x="862679" y="356902"/>
                </a:cubicBezTo>
                <a:cubicBezTo>
                  <a:pt x="862679" y="361950"/>
                  <a:pt x="867156" y="364236"/>
                  <a:pt x="870871" y="366141"/>
                </a:cubicBezTo>
                <a:cubicBezTo>
                  <a:pt x="872300" y="366903"/>
                  <a:pt x="873347" y="367475"/>
                  <a:pt x="874300" y="368141"/>
                </a:cubicBezTo>
                <a:lnTo>
                  <a:pt x="869633" y="368141"/>
                </a:lnTo>
                <a:cubicBezTo>
                  <a:pt x="865823" y="368141"/>
                  <a:pt x="862679" y="371285"/>
                  <a:pt x="862679" y="375095"/>
                </a:cubicBezTo>
                <a:close/>
                <a:moveTo>
                  <a:pt x="881444" y="371570"/>
                </a:moveTo>
                <a:cubicBezTo>
                  <a:pt x="883349" y="371570"/>
                  <a:pt x="884968" y="373189"/>
                  <a:pt x="884968" y="375095"/>
                </a:cubicBezTo>
                <a:lnTo>
                  <a:pt x="884968" y="386906"/>
                </a:lnTo>
                <a:cubicBezTo>
                  <a:pt x="884968" y="388811"/>
                  <a:pt x="883349" y="390430"/>
                  <a:pt x="881444" y="390430"/>
                </a:cubicBezTo>
                <a:lnTo>
                  <a:pt x="869633" y="390430"/>
                </a:lnTo>
                <a:cubicBezTo>
                  <a:pt x="867727" y="390430"/>
                  <a:pt x="866108" y="388811"/>
                  <a:pt x="866108" y="386906"/>
                </a:cubicBezTo>
                <a:lnTo>
                  <a:pt x="866108" y="375095"/>
                </a:lnTo>
                <a:cubicBezTo>
                  <a:pt x="866108" y="373189"/>
                  <a:pt x="867727" y="371570"/>
                  <a:pt x="869633" y="371570"/>
                </a:cubicBezTo>
                <a:lnTo>
                  <a:pt x="881444" y="371570"/>
                </a:lnTo>
                <a:close/>
                <a:moveTo>
                  <a:pt x="951738" y="77343"/>
                </a:moveTo>
                <a:cubicBezTo>
                  <a:pt x="951738" y="70295"/>
                  <a:pt x="946023" y="64484"/>
                  <a:pt x="938879" y="64484"/>
                </a:cubicBezTo>
                <a:cubicBezTo>
                  <a:pt x="932688" y="64484"/>
                  <a:pt x="927735" y="69056"/>
                  <a:pt x="926497" y="74962"/>
                </a:cubicBezTo>
                <a:lnTo>
                  <a:pt x="829532" y="74962"/>
                </a:lnTo>
                <a:lnTo>
                  <a:pt x="818864" y="85916"/>
                </a:lnTo>
                <a:lnTo>
                  <a:pt x="818864" y="100489"/>
                </a:lnTo>
                <a:cubicBezTo>
                  <a:pt x="812959" y="101632"/>
                  <a:pt x="808387" y="106585"/>
                  <a:pt x="808387" y="112871"/>
                </a:cubicBezTo>
                <a:cubicBezTo>
                  <a:pt x="808387" y="119920"/>
                  <a:pt x="814102" y="125730"/>
                  <a:pt x="821246" y="125730"/>
                </a:cubicBezTo>
                <a:cubicBezTo>
                  <a:pt x="828389" y="125730"/>
                  <a:pt x="834104" y="120015"/>
                  <a:pt x="834104" y="112871"/>
                </a:cubicBezTo>
                <a:cubicBezTo>
                  <a:pt x="834104" y="106680"/>
                  <a:pt x="829532" y="101632"/>
                  <a:pt x="823627" y="100489"/>
                </a:cubicBezTo>
                <a:lnTo>
                  <a:pt x="823627" y="87916"/>
                </a:lnTo>
                <a:lnTo>
                  <a:pt x="831533" y="79820"/>
                </a:lnTo>
                <a:lnTo>
                  <a:pt x="926497" y="79820"/>
                </a:lnTo>
                <a:cubicBezTo>
                  <a:pt x="927640" y="85725"/>
                  <a:pt x="932593" y="90297"/>
                  <a:pt x="938879" y="90297"/>
                </a:cubicBezTo>
                <a:cubicBezTo>
                  <a:pt x="945928" y="90297"/>
                  <a:pt x="951738" y="84582"/>
                  <a:pt x="951738" y="77438"/>
                </a:cubicBezTo>
                <a:close/>
                <a:moveTo>
                  <a:pt x="829437" y="112776"/>
                </a:moveTo>
                <a:cubicBezTo>
                  <a:pt x="829437" y="117253"/>
                  <a:pt x="825818" y="120872"/>
                  <a:pt x="821341" y="120872"/>
                </a:cubicBezTo>
                <a:cubicBezTo>
                  <a:pt x="816864" y="120872"/>
                  <a:pt x="813245" y="117253"/>
                  <a:pt x="813245" y="112776"/>
                </a:cubicBezTo>
                <a:cubicBezTo>
                  <a:pt x="813245" y="108299"/>
                  <a:pt x="816864" y="104680"/>
                  <a:pt x="821341" y="104680"/>
                </a:cubicBezTo>
                <a:cubicBezTo>
                  <a:pt x="825818" y="104680"/>
                  <a:pt x="829437" y="108299"/>
                  <a:pt x="829437" y="112776"/>
                </a:cubicBezTo>
                <a:close/>
                <a:moveTo>
                  <a:pt x="930878" y="77343"/>
                </a:moveTo>
                <a:cubicBezTo>
                  <a:pt x="930878" y="72866"/>
                  <a:pt x="934498" y="69247"/>
                  <a:pt x="938975" y="69247"/>
                </a:cubicBezTo>
                <a:cubicBezTo>
                  <a:pt x="943451" y="69247"/>
                  <a:pt x="947071" y="72866"/>
                  <a:pt x="947071" y="77343"/>
                </a:cubicBezTo>
                <a:cubicBezTo>
                  <a:pt x="947071" y="81820"/>
                  <a:pt x="943451" y="85439"/>
                  <a:pt x="938975" y="85439"/>
                </a:cubicBezTo>
                <a:cubicBezTo>
                  <a:pt x="934498" y="85439"/>
                  <a:pt x="930878" y="81820"/>
                  <a:pt x="930878" y="77343"/>
                </a:cubicBezTo>
                <a:close/>
                <a:moveTo>
                  <a:pt x="2632043" y="4602576"/>
                </a:moveTo>
                <a:cubicBezTo>
                  <a:pt x="2632043" y="4597718"/>
                  <a:pt x="2635949" y="4593812"/>
                  <a:pt x="2640806" y="4593812"/>
                </a:cubicBezTo>
                <a:cubicBezTo>
                  <a:pt x="2645664" y="4593812"/>
                  <a:pt x="2649569" y="4597718"/>
                  <a:pt x="2649569" y="4602576"/>
                </a:cubicBezTo>
                <a:cubicBezTo>
                  <a:pt x="2649569" y="4607433"/>
                  <a:pt x="2645664" y="4611338"/>
                  <a:pt x="2640806" y="4611338"/>
                </a:cubicBezTo>
                <a:cubicBezTo>
                  <a:pt x="2635949" y="4611338"/>
                  <a:pt x="2632043" y="4607433"/>
                  <a:pt x="2632043" y="4602576"/>
                </a:cubicBezTo>
                <a:close/>
                <a:moveTo>
                  <a:pt x="2618327" y="4623626"/>
                </a:moveTo>
                <a:cubicBezTo>
                  <a:pt x="2618327" y="4618768"/>
                  <a:pt x="2622233" y="4614863"/>
                  <a:pt x="2627090" y="4614863"/>
                </a:cubicBezTo>
                <a:cubicBezTo>
                  <a:pt x="2631948" y="4614863"/>
                  <a:pt x="2635853" y="4618768"/>
                  <a:pt x="2635853" y="4623626"/>
                </a:cubicBezTo>
                <a:cubicBezTo>
                  <a:pt x="2635853" y="4628484"/>
                  <a:pt x="2631948" y="4632389"/>
                  <a:pt x="2627090" y="4632389"/>
                </a:cubicBezTo>
                <a:cubicBezTo>
                  <a:pt x="2622233" y="4632389"/>
                  <a:pt x="2618327" y="4628484"/>
                  <a:pt x="2618327" y="4623626"/>
                </a:cubicBezTo>
                <a:close/>
                <a:moveTo>
                  <a:pt x="2658904" y="4602576"/>
                </a:moveTo>
                <a:cubicBezTo>
                  <a:pt x="2658904" y="4597718"/>
                  <a:pt x="2662809" y="4593812"/>
                  <a:pt x="2667667" y="4593812"/>
                </a:cubicBezTo>
                <a:cubicBezTo>
                  <a:pt x="2672525" y="4593812"/>
                  <a:pt x="2676430" y="4597718"/>
                  <a:pt x="2676430" y="4602576"/>
                </a:cubicBezTo>
                <a:cubicBezTo>
                  <a:pt x="2676430" y="4607433"/>
                  <a:pt x="2672525" y="4611338"/>
                  <a:pt x="2667667" y="4611338"/>
                </a:cubicBezTo>
                <a:cubicBezTo>
                  <a:pt x="2662809" y="4611338"/>
                  <a:pt x="2658904" y="4607433"/>
                  <a:pt x="2658904" y="4602576"/>
                </a:cubicBezTo>
                <a:close/>
                <a:moveTo>
                  <a:pt x="845820" y="161449"/>
                </a:moveTo>
                <a:lnTo>
                  <a:pt x="845820" y="148685"/>
                </a:lnTo>
                <a:cubicBezTo>
                  <a:pt x="845820" y="144590"/>
                  <a:pt x="842486" y="141161"/>
                  <a:pt x="838295" y="141161"/>
                </a:cubicBezTo>
                <a:lnTo>
                  <a:pt x="825532" y="141161"/>
                </a:lnTo>
                <a:cubicBezTo>
                  <a:pt x="821436" y="141161"/>
                  <a:pt x="818007" y="144494"/>
                  <a:pt x="818007" y="148685"/>
                </a:cubicBezTo>
                <a:lnTo>
                  <a:pt x="818007" y="161449"/>
                </a:lnTo>
                <a:cubicBezTo>
                  <a:pt x="818007" y="165545"/>
                  <a:pt x="821341" y="168974"/>
                  <a:pt x="825532" y="168974"/>
                </a:cubicBezTo>
                <a:lnTo>
                  <a:pt x="829247" y="168974"/>
                </a:lnTo>
                <a:lnTo>
                  <a:pt x="829532" y="267176"/>
                </a:lnTo>
                <a:lnTo>
                  <a:pt x="814578" y="285274"/>
                </a:lnTo>
                <a:lnTo>
                  <a:pt x="814578" y="352044"/>
                </a:lnTo>
                <a:lnTo>
                  <a:pt x="825818" y="363474"/>
                </a:lnTo>
                <a:cubicBezTo>
                  <a:pt x="823436" y="366713"/>
                  <a:pt x="822865" y="370999"/>
                  <a:pt x="824770" y="374809"/>
                </a:cubicBezTo>
                <a:cubicBezTo>
                  <a:pt x="826675" y="378619"/>
                  <a:pt x="830580" y="380810"/>
                  <a:pt x="834581" y="380810"/>
                </a:cubicBezTo>
                <a:cubicBezTo>
                  <a:pt x="836200" y="380810"/>
                  <a:pt x="837914" y="380429"/>
                  <a:pt x="839534" y="379667"/>
                </a:cubicBezTo>
                <a:cubicBezTo>
                  <a:pt x="844868" y="376904"/>
                  <a:pt x="847058" y="370332"/>
                  <a:pt x="844391" y="364998"/>
                </a:cubicBezTo>
                <a:cubicBezTo>
                  <a:pt x="841629" y="359569"/>
                  <a:pt x="835057" y="357473"/>
                  <a:pt x="829723" y="360140"/>
                </a:cubicBezTo>
                <a:cubicBezTo>
                  <a:pt x="829723" y="360140"/>
                  <a:pt x="829627" y="360236"/>
                  <a:pt x="829532" y="360331"/>
                </a:cubicBezTo>
                <a:lnTo>
                  <a:pt x="819531" y="350139"/>
                </a:lnTo>
                <a:lnTo>
                  <a:pt x="819531" y="286988"/>
                </a:lnTo>
                <a:lnTo>
                  <a:pt x="834485" y="268891"/>
                </a:lnTo>
                <a:lnTo>
                  <a:pt x="834200" y="168974"/>
                </a:lnTo>
                <a:lnTo>
                  <a:pt x="838486" y="168974"/>
                </a:lnTo>
                <a:cubicBezTo>
                  <a:pt x="842582" y="168974"/>
                  <a:pt x="846011" y="165640"/>
                  <a:pt x="846011" y="161449"/>
                </a:cubicBezTo>
                <a:close/>
                <a:moveTo>
                  <a:pt x="831723" y="364331"/>
                </a:moveTo>
                <a:cubicBezTo>
                  <a:pt x="832580" y="363855"/>
                  <a:pt x="833533" y="363664"/>
                  <a:pt x="834485" y="363664"/>
                </a:cubicBezTo>
                <a:cubicBezTo>
                  <a:pt x="836771" y="363664"/>
                  <a:pt x="838962" y="364903"/>
                  <a:pt x="840010" y="367094"/>
                </a:cubicBezTo>
                <a:cubicBezTo>
                  <a:pt x="841534" y="370142"/>
                  <a:pt x="840296" y="373856"/>
                  <a:pt x="837248" y="375380"/>
                </a:cubicBezTo>
                <a:cubicBezTo>
                  <a:pt x="834200" y="376904"/>
                  <a:pt x="830485" y="375666"/>
                  <a:pt x="828961" y="372618"/>
                </a:cubicBezTo>
                <a:cubicBezTo>
                  <a:pt x="827437" y="369570"/>
                  <a:pt x="828675" y="365855"/>
                  <a:pt x="831723" y="364331"/>
                </a:cubicBezTo>
                <a:close/>
                <a:moveTo>
                  <a:pt x="825627" y="165164"/>
                </a:moveTo>
                <a:cubicBezTo>
                  <a:pt x="823532" y="165164"/>
                  <a:pt x="821817" y="163449"/>
                  <a:pt x="821817" y="161354"/>
                </a:cubicBezTo>
                <a:lnTo>
                  <a:pt x="821817" y="148590"/>
                </a:lnTo>
                <a:cubicBezTo>
                  <a:pt x="821817" y="146495"/>
                  <a:pt x="823532" y="144780"/>
                  <a:pt x="825627" y="144780"/>
                </a:cubicBezTo>
                <a:lnTo>
                  <a:pt x="838391" y="144780"/>
                </a:lnTo>
                <a:cubicBezTo>
                  <a:pt x="840486" y="144780"/>
                  <a:pt x="842201" y="146495"/>
                  <a:pt x="842201" y="148590"/>
                </a:cubicBezTo>
                <a:lnTo>
                  <a:pt x="842201" y="161354"/>
                </a:lnTo>
                <a:cubicBezTo>
                  <a:pt x="842201" y="163449"/>
                  <a:pt x="840486" y="165164"/>
                  <a:pt x="838391" y="165164"/>
                </a:cubicBezTo>
                <a:lnTo>
                  <a:pt x="825627" y="165164"/>
                </a:lnTo>
                <a:close/>
                <a:moveTo>
                  <a:pt x="2653855" y="4614863"/>
                </a:moveTo>
                <a:cubicBezTo>
                  <a:pt x="2658713" y="4614863"/>
                  <a:pt x="2662619" y="4618768"/>
                  <a:pt x="2662619" y="4623626"/>
                </a:cubicBezTo>
                <a:cubicBezTo>
                  <a:pt x="2662619" y="4628484"/>
                  <a:pt x="2658713" y="4632389"/>
                  <a:pt x="2653855" y="4632389"/>
                </a:cubicBezTo>
                <a:cubicBezTo>
                  <a:pt x="2648998" y="4632389"/>
                  <a:pt x="2645093" y="4628484"/>
                  <a:pt x="2645093" y="4623626"/>
                </a:cubicBezTo>
                <a:cubicBezTo>
                  <a:pt x="2645093" y="4618768"/>
                  <a:pt x="2648998" y="4614863"/>
                  <a:pt x="2653855" y="4614863"/>
                </a:cubicBezTo>
                <a:close/>
                <a:moveTo>
                  <a:pt x="914591" y="390715"/>
                </a:moveTo>
                <a:cubicBezTo>
                  <a:pt x="916496" y="394526"/>
                  <a:pt x="920401" y="396716"/>
                  <a:pt x="924401" y="396716"/>
                </a:cubicBezTo>
                <a:cubicBezTo>
                  <a:pt x="926021" y="396716"/>
                  <a:pt x="927735" y="396335"/>
                  <a:pt x="929354" y="395573"/>
                </a:cubicBezTo>
                <a:cubicBezTo>
                  <a:pt x="931926" y="394240"/>
                  <a:pt x="933926" y="391954"/>
                  <a:pt x="934784" y="389192"/>
                </a:cubicBezTo>
                <a:cubicBezTo>
                  <a:pt x="935641" y="386429"/>
                  <a:pt x="935450" y="383477"/>
                  <a:pt x="934117" y="380810"/>
                </a:cubicBezTo>
                <a:cubicBezTo>
                  <a:pt x="931736" y="376142"/>
                  <a:pt x="926497" y="374142"/>
                  <a:pt x="921639" y="375380"/>
                </a:cubicBezTo>
                <a:lnTo>
                  <a:pt x="914495" y="363664"/>
                </a:lnTo>
                <a:lnTo>
                  <a:pt x="914495" y="300228"/>
                </a:lnTo>
                <a:lnTo>
                  <a:pt x="929450" y="282131"/>
                </a:lnTo>
                <a:lnTo>
                  <a:pt x="929450" y="172593"/>
                </a:lnTo>
                <a:cubicBezTo>
                  <a:pt x="929450" y="172593"/>
                  <a:pt x="922115" y="160306"/>
                  <a:pt x="922115" y="160306"/>
                </a:cubicBezTo>
                <a:lnTo>
                  <a:pt x="922115" y="134112"/>
                </a:lnTo>
                <a:cubicBezTo>
                  <a:pt x="922687" y="133922"/>
                  <a:pt x="923258" y="133922"/>
                  <a:pt x="923830" y="133636"/>
                </a:cubicBezTo>
                <a:cubicBezTo>
                  <a:pt x="928497" y="131255"/>
                  <a:pt x="930307" y="125635"/>
                  <a:pt x="927926" y="121063"/>
                </a:cubicBezTo>
                <a:cubicBezTo>
                  <a:pt x="925544" y="116396"/>
                  <a:pt x="919925" y="114586"/>
                  <a:pt x="915352" y="116967"/>
                </a:cubicBezTo>
                <a:cubicBezTo>
                  <a:pt x="910685" y="119348"/>
                  <a:pt x="908876" y="124968"/>
                  <a:pt x="911257" y="129540"/>
                </a:cubicBezTo>
                <a:cubicBezTo>
                  <a:pt x="912495" y="132017"/>
                  <a:pt x="914781" y="133636"/>
                  <a:pt x="917258" y="134303"/>
                </a:cubicBezTo>
                <a:lnTo>
                  <a:pt x="917258" y="161735"/>
                </a:lnTo>
                <a:cubicBezTo>
                  <a:pt x="917258" y="161735"/>
                  <a:pt x="924782" y="174022"/>
                  <a:pt x="924782" y="174022"/>
                </a:cubicBezTo>
                <a:lnTo>
                  <a:pt x="924782" y="280511"/>
                </a:lnTo>
                <a:cubicBezTo>
                  <a:pt x="924782" y="280511"/>
                  <a:pt x="909638" y="298609"/>
                  <a:pt x="909638" y="298609"/>
                </a:cubicBezTo>
                <a:lnTo>
                  <a:pt x="909638" y="365093"/>
                </a:lnTo>
                <a:lnTo>
                  <a:pt x="917353" y="377666"/>
                </a:lnTo>
                <a:cubicBezTo>
                  <a:pt x="915829" y="379000"/>
                  <a:pt x="914591" y="380524"/>
                  <a:pt x="913924" y="382429"/>
                </a:cubicBezTo>
                <a:cubicBezTo>
                  <a:pt x="912971" y="385191"/>
                  <a:pt x="913257" y="388144"/>
                  <a:pt x="914591" y="390811"/>
                </a:cubicBezTo>
                <a:close/>
                <a:moveTo>
                  <a:pt x="918496" y="383858"/>
                </a:moveTo>
                <a:cubicBezTo>
                  <a:pt x="918972" y="382334"/>
                  <a:pt x="920115" y="381000"/>
                  <a:pt x="921544" y="380238"/>
                </a:cubicBezTo>
                <a:cubicBezTo>
                  <a:pt x="922401" y="379762"/>
                  <a:pt x="923354" y="379571"/>
                  <a:pt x="924306" y="379571"/>
                </a:cubicBezTo>
                <a:cubicBezTo>
                  <a:pt x="926592" y="379571"/>
                  <a:pt x="928783" y="380810"/>
                  <a:pt x="929831" y="383000"/>
                </a:cubicBezTo>
                <a:cubicBezTo>
                  <a:pt x="930593" y="384429"/>
                  <a:pt x="930688" y="386144"/>
                  <a:pt x="930212" y="387763"/>
                </a:cubicBezTo>
                <a:cubicBezTo>
                  <a:pt x="929735" y="389287"/>
                  <a:pt x="928592" y="390620"/>
                  <a:pt x="927164" y="391382"/>
                </a:cubicBezTo>
                <a:cubicBezTo>
                  <a:pt x="924116" y="392906"/>
                  <a:pt x="920401" y="391668"/>
                  <a:pt x="918877" y="388620"/>
                </a:cubicBezTo>
                <a:cubicBezTo>
                  <a:pt x="918115" y="387191"/>
                  <a:pt x="918020" y="385477"/>
                  <a:pt x="918496" y="383858"/>
                </a:cubicBezTo>
                <a:close/>
                <a:moveTo>
                  <a:pt x="633794" y="641318"/>
                </a:moveTo>
                <a:lnTo>
                  <a:pt x="630936" y="643700"/>
                </a:lnTo>
                <a:cubicBezTo>
                  <a:pt x="629602" y="643033"/>
                  <a:pt x="628174" y="642557"/>
                  <a:pt x="626650" y="642557"/>
                </a:cubicBezTo>
                <a:cubicBezTo>
                  <a:pt x="621221" y="642557"/>
                  <a:pt x="616839" y="646938"/>
                  <a:pt x="616839" y="652367"/>
                </a:cubicBezTo>
                <a:cubicBezTo>
                  <a:pt x="616839" y="657797"/>
                  <a:pt x="621221" y="662178"/>
                  <a:pt x="626650" y="662178"/>
                </a:cubicBezTo>
                <a:cubicBezTo>
                  <a:pt x="632079" y="662178"/>
                  <a:pt x="636461" y="657797"/>
                  <a:pt x="636461" y="652367"/>
                </a:cubicBezTo>
                <a:cubicBezTo>
                  <a:pt x="636461" y="651224"/>
                  <a:pt x="636175" y="650081"/>
                  <a:pt x="635794" y="649034"/>
                </a:cubicBezTo>
                <a:lnTo>
                  <a:pt x="638366" y="646938"/>
                </a:lnTo>
                <a:lnTo>
                  <a:pt x="633794" y="641414"/>
                </a:lnTo>
                <a:close/>
                <a:moveTo>
                  <a:pt x="626650" y="657320"/>
                </a:moveTo>
                <a:cubicBezTo>
                  <a:pt x="623888" y="657320"/>
                  <a:pt x="621602" y="655034"/>
                  <a:pt x="621602" y="652272"/>
                </a:cubicBezTo>
                <a:cubicBezTo>
                  <a:pt x="621602" y="649510"/>
                  <a:pt x="623888" y="647224"/>
                  <a:pt x="626650" y="647224"/>
                </a:cubicBezTo>
                <a:cubicBezTo>
                  <a:pt x="629412" y="647224"/>
                  <a:pt x="631698" y="649510"/>
                  <a:pt x="631698" y="652272"/>
                </a:cubicBezTo>
                <a:cubicBezTo>
                  <a:pt x="631698" y="655034"/>
                  <a:pt x="629412" y="657320"/>
                  <a:pt x="626650" y="657320"/>
                </a:cubicBezTo>
                <a:close/>
                <a:moveTo>
                  <a:pt x="1561528" y="2277142"/>
                </a:moveTo>
                <a:lnTo>
                  <a:pt x="1561528" y="2262473"/>
                </a:lnTo>
                <a:cubicBezTo>
                  <a:pt x="1561528" y="2260378"/>
                  <a:pt x="1563243" y="2258663"/>
                  <a:pt x="1565339" y="2258663"/>
                </a:cubicBezTo>
                <a:lnTo>
                  <a:pt x="1580007" y="2258663"/>
                </a:lnTo>
                <a:cubicBezTo>
                  <a:pt x="1582103" y="2258663"/>
                  <a:pt x="1583817" y="2260378"/>
                  <a:pt x="1583817" y="2262473"/>
                </a:cubicBezTo>
                <a:lnTo>
                  <a:pt x="1583817" y="2277142"/>
                </a:lnTo>
                <a:cubicBezTo>
                  <a:pt x="1583817" y="2279237"/>
                  <a:pt x="1582103" y="2280952"/>
                  <a:pt x="1580007" y="2280952"/>
                </a:cubicBezTo>
                <a:lnTo>
                  <a:pt x="1565339" y="2280952"/>
                </a:lnTo>
                <a:cubicBezTo>
                  <a:pt x="1563243" y="2280952"/>
                  <a:pt x="1561528" y="2279237"/>
                  <a:pt x="1561528" y="2277142"/>
                </a:cubicBezTo>
                <a:close/>
                <a:moveTo>
                  <a:pt x="639032" y="637032"/>
                </a:moveTo>
                <a:lnTo>
                  <a:pt x="644271" y="632746"/>
                </a:lnTo>
                <a:lnTo>
                  <a:pt x="648843" y="638270"/>
                </a:lnTo>
                <a:lnTo>
                  <a:pt x="643604" y="642557"/>
                </a:lnTo>
                <a:lnTo>
                  <a:pt x="639032" y="637032"/>
                </a:lnTo>
                <a:close/>
                <a:moveTo>
                  <a:pt x="782098" y="96679"/>
                </a:moveTo>
                <a:cubicBezTo>
                  <a:pt x="785146" y="95155"/>
                  <a:pt x="788670" y="93155"/>
                  <a:pt x="789718" y="89630"/>
                </a:cubicBezTo>
                <a:cubicBezTo>
                  <a:pt x="792671" y="87344"/>
                  <a:pt x="794671" y="83915"/>
                  <a:pt x="794671" y="79820"/>
                </a:cubicBezTo>
                <a:cubicBezTo>
                  <a:pt x="794671" y="72866"/>
                  <a:pt x="788956" y="67151"/>
                  <a:pt x="782002" y="67151"/>
                </a:cubicBezTo>
                <a:cubicBezTo>
                  <a:pt x="775049" y="67151"/>
                  <a:pt x="769334" y="72866"/>
                  <a:pt x="769334" y="79820"/>
                </a:cubicBezTo>
                <a:cubicBezTo>
                  <a:pt x="769334" y="86201"/>
                  <a:pt x="774192" y="91345"/>
                  <a:pt x="780383" y="92202"/>
                </a:cubicBezTo>
                <a:cubicBezTo>
                  <a:pt x="780193" y="92202"/>
                  <a:pt x="780098" y="92392"/>
                  <a:pt x="779907" y="92488"/>
                </a:cubicBezTo>
                <a:cubicBezTo>
                  <a:pt x="776288" y="94393"/>
                  <a:pt x="771716" y="96679"/>
                  <a:pt x="771716" y="101632"/>
                </a:cubicBezTo>
                <a:cubicBezTo>
                  <a:pt x="771716" y="106585"/>
                  <a:pt x="776192" y="108966"/>
                  <a:pt x="779907" y="110776"/>
                </a:cubicBezTo>
                <a:cubicBezTo>
                  <a:pt x="783336" y="112586"/>
                  <a:pt x="785527" y="113824"/>
                  <a:pt x="785527" y="115729"/>
                </a:cubicBezTo>
                <a:cubicBezTo>
                  <a:pt x="785527" y="117634"/>
                  <a:pt x="783431" y="118872"/>
                  <a:pt x="779907" y="120682"/>
                </a:cubicBezTo>
                <a:cubicBezTo>
                  <a:pt x="776288" y="122587"/>
                  <a:pt x="771716" y="124873"/>
                  <a:pt x="771716" y="129826"/>
                </a:cubicBezTo>
                <a:cubicBezTo>
                  <a:pt x="771716" y="134779"/>
                  <a:pt x="776192" y="137160"/>
                  <a:pt x="779907" y="138970"/>
                </a:cubicBezTo>
                <a:cubicBezTo>
                  <a:pt x="783336" y="140780"/>
                  <a:pt x="785527" y="142018"/>
                  <a:pt x="785527" y="143923"/>
                </a:cubicBezTo>
                <a:cubicBezTo>
                  <a:pt x="785527" y="145828"/>
                  <a:pt x="783431" y="147066"/>
                  <a:pt x="779907" y="148876"/>
                </a:cubicBezTo>
                <a:cubicBezTo>
                  <a:pt x="776288" y="150781"/>
                  <a:pt x="771716" y="153067"/>
                  <a:pt x="771716" y="158020"/>
                </a:cubicBezTo>
                <a:cubicBezTo>
                  <a:pt x="771716" y="162973"/>
                  <a:pt x="776192" y="165354"/>
                  <a:pt x="779907" y="167164"/>
                </a:cubicBezTo>
                <a:cubicBezTo>
                  <a:pt x="783336" y="168974"/>
                  <a:pt x="785432" y="170212"/>
                  <a:pt x="785432" y="172117"/>
                </a:cubicBezTo>
                <a:cubicBezTo>
                  <a:pt x="785432" y="174022"/>
                  <a:pt x="783336" y="175260"/>
                  <a:pt x="779907" y="177070"/>
                </a:cubicBezTo>
                <a:cubicBezTo>
                  <a:pt x="776288" y="178975"/>
                  <a:pt x="771716" y="181261"/>
                  <a:pt x="771716" y="186214"/>
                </a:cubicBezTo>
                <a:cubicBezTo>
                  <a:pt x="771716" y="191167"/>
                  <a:pt x="776192" y="193548"/>
                  <a:pt x="779907" y="195358"/>
                </a:cubicBezTo>
                <a:cubicBezTo>
                  <a:pt x="783336" y="197168"/>
                  <a:pt x="785432" y="198311"/>
                  <a:pt x="785432" y="200311"/>
                </a:cubicBezTo>
                <a:cubicBezTo>
                  <a:pt x="785432" y="202311"/>
                  <a:pt x="783336" y="203454"/>
                  <a:pt x="779812" y="205264"/>
                </a:cubicBezTo>
                <a:cubicBezTo>
                  <a:pt x="776192" y="207169"/>
                  <a:pt x="771620" y="209455"/>
                  <a:pt x="771620" y="214408"/>
                </a:cubicBezTo>
                <a:cubicBezTo>
                  <a:pt x="771620" y="219361"/>
                  <a:pt x="776097" y="221742"/>
                  <a:pt x="779812" y="223552"/>
                </a:cubicBezTo>
                <a:cubicBezTo>
                  <a:pt x="783241" y="225362"/>
                  <a:pt x="785432" y="226600"/>
                  <a:pt x="785432" y="228505"/>
                </a:cubicBezTo>
                <a:cubicBezTo>
                  <a:pt x="785432" y="230410"/>
                  <a:pt x="783336" y="231648"/>
                  <a:pt x="779812" y="233458"/>
                </a:cubicBezTo>
                <a:cubicBezTo>
                  <a:pt x="776192" y="235363"/>
                  <a:pt x="771620" y="237649"/>
                  <a:pt x="771620" y="242602"/>
                </a:cubicBezTo>
                <a:cubicBezTo>
                  <a:pt x="771620" y="247555"/>
                  <a:pt x="776097" y="249936"/>
                  <a:pt x="779812" y="251746"/>
                </a:cubicBezTo>
                <a:cubicBezTo>
                  <a:pt x="783241" y="253556"/>
                  <a:pt x="785432" y="254794"/>
                  <a:pt x="785432" y="256699"/>
                </a:cubicBezTo>
                <a:cubicBezTo>
                  <a:pt x="785432" y="258604"/>
                  <a:pt x="783336" y="259842"/>
                  <a:pt x="779812" y="261652"/>
                </a:cubicBezTo>
                <a:cubicBezTo>
                  <a:pt x="776192" y="263557"/>
                  <a:pt x="771620" y="265843"/>
                  <a:pt x="771620" y="270796"/>
                </a:cubicBezTo>
                <a:cubicBezTo>
                  <a:pt x="771620" y="275749"/>
                  <a:pt x="776097" y="278130"/>
                  <a:pt x="779812" y="280035"/>
                </a:cubicBezTo>
                <a:cubicBezTo>
                  <a:pt x="783241" y="281845"/>
                  <a:pt x="785432" y="283083"/>
                  <a:pt x="785432" y="284988"/>
                </a:cubicBezTo>
                <a:cubicBezTo>
                  <a:pt x="785432" y="286893"/>
                  <a:pt x="783336" y="288131"/>
                  <a:pt x="779812" y="289941"/>
                </a:cubicBezTo>
                <a:cubicBezTo>
                  <a:pt x="776192" y="291846"/>
                  <a:pt x="771620" y="294132"/>
                  <a:pt x="771620" y="299180"/>
                </a:cubicBezTo>
                <a:cubicBezTo>
                  <a:pt x="771620" y="304229"/>
                  <a:pt x="776097" y="306514"/>
                  <a:pt x="779812" y="308420"/>
                </a:cubicBezTo>
                <a:cubicBezTo>
                  <a:pt x="781241" y="309182"/>
                  <a:pt x="782288" y="309753"/>
                  <a:pt x="783241" y="310420"/>
                </a:cubicBezTo>
                <a:lnTo>
                  <a:pt x="776288" y="310420"/>
                </a:lnTo>
                <a:cubicBezTo>
                  <a:pt x="772573" y="310420"/>
                  <a:pt x="769620" y="313373"/>
                  <a:pt x="769620" y="317087"/>
                </a:cubicBezTo>
                <a:lnTo>
                  <a:pt x="769620" y="328422"/>
                </a:lnTo>
                <a:cubicBezTo>
                  <a:pt x="769620" y="332137"/>
                  <a:pt x="772573" y="335089"/>
                  <a:pt x="776288" y="335089"/>
                </a:cubicBezTo>
                <a:lnTo>
                  <a:pt x="787622" y="335089"/>
                </a:lnTo>
                <a:cubicBezTo>
                  <a:pt x="791337" y="335089"/>
                  <a:pt x="794290" y="332137"/>
                  <a:pt x="794290" y="328422"/>
                </a:cubicBezTo>
                <a:lnTo>
                  <a:pt x="794290" y="317087"/>
                </a:lnTo>
                <a:cubicBezTo>
                  <a:pt x="794290" y="314135"/>
                  <a:pt x="792290" y="311658"/>
                  <a:pt x="789623" y="310801"/>
                </a:cubicBezTo>
                <a:cubicBezTo>
                  <a:pt x="788384" y="307562"/>
                  <a:pt x="784955" y="305753"/>
                  <a:pt x="782098" y="304229"/>
                </a:cubicBezTo>
                <a:cubicBezTo>
                  <a:pt x="778669" y="302419"/>
                  <a:pt x="776478" y="301181"/>
                  <a:pt x="776478" y="299276"/>
                </a:cubicBezTo>
                <a:cubicBezTo>
                  <a:pt x="776478" y="297371"/>
                  <a:pt x="778574" y="296132"/>
                  <a:pt x="782098" y="294323"/>
                </a:cubicBezTo>
                <a:cubicBezTo>
                  <a:pt x="785717" y="292418"/>
                  <a:pt x="790289" y="290132"/>
                  <a:pt x="790289" y="285083"/>
                </a:cubicBezTo>
                <a:cubicBezTo>
                  <a:pt x="790289" y="280035"/>
                  <a:pt x="785813" y="277749"/>
                  <a:pt x="782098" y="275844"/>
                </a:cubicBezTo>
                <a:cubicBezTo>
                  <a:pt x="778669" y="274034"/>
                  <a:pt x="776478" y="272796"/>
                  <a:pt x="776478" y="270891"/>
                </a:cubicBezTo>
                <a:cubicBezTo>
                  <a:pt x="776478" y="268986"/>
                  <a:pt x="778574" y="267748"/>
                  <a:pt x="782098" y="265938"/>
                </a:cubicBezTo>
                <a:cubicBezTo>
                  <a:pt x="785717" y="264033"/>
                  <a:pt x="790289" y="261747"/>
                  <a:pt x="790289" y="256794"/>
                </a:cubicBezTo>
                <a:cubicBezTo>
                  <a:pt x="790289" y="251841"/>
                  <a:pt x="785813" y="249460"/>
                  <a:pt x="782098" y="247555"/>
                </a:cubicBezTo>
                <a:cubicBezTo>
                  <a:pt x="778669" y="245745"/>
                  <a:pt x="776478" y="244507"/>
                  <a:pt x="776478" y="242602"/>
                </a:cubicBezTo>
                <a:cubicBezTo>
                  <a:pt x="776478" y="240697"/>
                  <a:pt x="778574" y="239458"/>
                  <a:pt x="782098" y="237649"/>
                </a:cubicBezTo>
                <a:cubicBezTo>
                  <a:pt x="785717" y="235744"/>
                  <a:pt x="790289" y="233458"/>
                  <a:pt x="790289" y="228505"/>
                </a:cubicBezTo>
                <a:cubicBezTo>
                  <a:pt x="790289" y="223552"/>
                  <a:pt x="785813" y="221170"/>
                  <a:pt x="782098" y="219361"/>
                </a:cubicBezTo>
                <a:cubicBezTo>
                  <a:pt x="778669" y="217551"/>
                  <a:pt x="776478" y="216313"/>
                  <a:pt x="776478" y="214408"/>
                </a:cubicBezTo>
                <a:cubicBezTo>
                  <a:pt x="776478" y="212503"/>
                  <a:pt x="778574" y="211265"/>
                  <a:pt x="782098" y="209455"/>
                </a:cubicBezTo>
                <a:cubicBezTo>
                  <a:pt x="785717" y="207550"/>
                  <a:pt x="790289" y="205264"/>
                  <a:pt x="790289" y="200311"/>
                </a:cubicBezTo>
                <a:cubicBezTo>
                  <a:pt x="790289" y="195358"/>
                  <a:pt x="785813" y="192977"/>
                  <a:pt x="782098" y="191167"/>
                </a:cubicBezTo>
                <a:cubicBezTo>
                  <a:pt x="778669" y="189357"/>
                  <a:pt x="776573" y="188214"/>
                  <a:pt x="776573" y="186214"/>
                </a:cubicBezTo>
                <a:cubicBezTo>
                  <a:pt x="776573" y="184214"/>
                  <a:pt x="778669" y="183070"/>
                  <a:pt x="782193" y="181261"/>
                </a:cubicBezTo>
                <a:cubicBezTo>
                  <a:pt x="785813" y="179356"/>
                  <a:pt x="790385" y="177070"/>
                  <a:pt x="790385" y="172117"/>
                </a:cubicBezTo>
                <a:cubicBezTo>
                  <a:pt x="790385" y="167164"/>
                  <a:pt x="785908" y="164783"/>
                  <a:pt x="782193" y="162973"/>
                </a:cubicBezTo>
                <a:cubicBezTo>
                  <a:pt x="778764" y="161163"/>
                  <a:pt x="776573" y="159925"/>
                  <a:pt x="776573" y="158020"/>
                </a:cubicBezTo>
                <a:cubicBezTo>
                  <a:pt x="776573" y="156115"/>
                  <a:pt x="778669" y="154877"/>
                  <a:pt x="782193" y="153067"/>
                </a:cubicBezTo>
                <a:cubicBezTo>
                  <a:pt x="785813" y="151162"/>
                  <a:pt x="790385" y="148876"/>
                  <a:pt x="790385" y="143923"/>
                </a:cubicBezTo>
                <a:cubicBezTo>
                  <a:pt x="790385" y="138970"/>
                  <a:pt x="785908" y="136589"/>
                  <a:pt x="782193" y="134779"/>
                </a:cubicBezTo>
                <a:cubicBezTo>
                  <a:pt x="778764" y="132969"/>
                  <a:pt x="776573" y="131731"/>
                  <a:pt x="776573" y="129826"/>
                </a:cubicBezTo>
                <a:cubicBezTo>
                  <a:pt x="776573" y="127921"/>
                  <a:pt x="778669" y="126683"/>
                  <a:pt x="782193" y="124873"/>
                </a:cubicBezTo>
                <a:cubicBezTo>
                  <a:pt x="785813" y="122968"/>
                  <a:pt x="790385" y="120682"/>
                  <a:pt x="790385" y="115729"/>
                </a:cubicBezTo>
                <a:cubicBezTo>
                  <a:pt x="790385" y="110776"/>
                  <a:pt x="785908" y="108395"/>
                  <a:pt x="782193" y="106585"/>
                </a:cubicBezTo>
                <a:cubicBezTo>
                  <a:pt x="778764" y="104775"/>
                  <a:pt x="776573" y="103537"/>
                  <a:pt x="776573" y="101632"/>
                </a:cubicBezTo>
                <a:cubicBezTo>
                  <a:pt x="776573" y="99727"/>
                  <a:pt x="778669" y="98489"/>
                  <a:pt x="782193" y="96679"/>
                </a:cubicBezTo>
                <a:close/>
                <a:moveTo>
                  <a:pt x="791051" y="317373"/>
                </a:moveTo>
                <a:lnTo>
                  <a:pt x="791051" y="328708"/>
                </a:lnTo>
                <a:cubicBezTo>
                  <a:pt x="791051" y="330518"/>
                  <a:pt x="789527" y="332042"/>
                  <a:pt x="787718" y="332042"/>
                </a:cubicBezTo>
                <a:lnTo>
                  <a:pt x="776383" y="332042"/>
                </a:lnTo>
                <a:cubicBezTo>
                  <a:pt x="774573" y="332042"/>
                  <a:pt x="773049" y="330518"/>
                  <a:pt x="773049" y="328708"/>
                </a:cubicBezTo>
                <a:lnTo>
                  <a:pt x="773049" y="317373"/>
                </a:lnTo>
                <a:cubicBezTo>
                  <a:pt x="773049" y="315563"/>
                  <a:pt x="774573" y="314039"/>
                  <a:pt x="776383" y="314039"/>
                </a:cubicBezTo>
                <a:lnTo>
                  <a:pt x="787718" y="314039"/>
                </a:lnTo>
                <a:cubicBezTo>
                  <a:pt x="789527" y="314039"/>
                  <a:pt x="791051" y="315563"/>
                  <a:pt x="791051" y="317373"/>
                </a:cubicBezTo>
                <a:close/>
                <a:moveTo>
                  <a:pt x="2846165" y="4411313"/>
                </a:moveTo>
                <a:lnTo>
                  <a:pt x="2846165" y="4383786"/>
                </a:lnTo>
                <a:cubicBezTo>
                  <a:pt x="2846165" y="4377690"/>
                  <a:pt x="2841212" y="4372737"/>
                  <a:pt x="2835117" y="4372737"/>
                </a:cubicBezTo>
                <a:lnTo>
                  <a:pt x="2807589" y="4372737"/>
                </a:lnTo>
                <a:cubicBezTo>
                  <a:pt x="2801493" y="4372737"/>
                  <a:pt x="2796540" y="4377690"/>
                  <a:pt x="2796540" y="4383786"/>
                </a:cubicBezTo>
                <a:lnTo>
                  <a:pt x="2796540" y="4394835"/>
                </a:lnTo>
                <a:lnTo>
                  <a:pt x="2581370" y="4394835"/>
                </a:lnTo>
                <a:lnTo>
                  <a:pt x="2551176" y="4421601"/>
                </a:lnTo>
                <a:lnTo>
                  <a:pt x="2551176" y="4604004"/>
                </a:lnTo>
                <a:lnTo>
                  <a:pt x="2571560" y="4625531"/>
                </a:lnTo>
                <a:lnTo>
                  <a:pt x="2605278" y="4625531"/>
                </a:lnTo>
                <a:lnTo>
                  <a:pt x="2605278" y="4649057"/>
                </a:lnTo>
                <a:cubicBezTo>
                  <a:pt x="2605278" y="4662393"/>
                  <a:pt x="2616137" y="4673251"/>
                  <a:pt x="2629472" y="4673251"/>
                </a:cubicBezTo>
                <a:lnTo>
                  <a:pt x="2732056" y="4673251"/>
                </a:lnTo>
                <a:cubicBezTo>
                  <a:pt x="2745391" y="4673251"/>
                  <a:pt x="2756249" y="4662393"/>
                  <a:pt x="2756249" y="4649057"/>
                </a:cubicBezTo>
                <a:lnTo>
                  <a:pt x="2756249" y="4601432"/>
                </a:lnTo>
                <a:cubicBezTo>
                  <a:pt x="2756249" y="4588097"/>
                  <a:pt x="2745391" y="4577239"/>
                  <a:pt x="2732056" y="4577239"/>
                </a:cubicBezTo>
                <a:lnTo>
                  <a:pt x="2629472" y="4577239"/>
                </a:lnTo>
                <a:cubicBezTo>
                  <a:pt x="2616137" y="4577239"/>
                  <a:pt x="2605278" y="4588097"/>
                  <a:pt x="2605278" y="4601432"/>
                </a:cubicBezTo>
                <a:lnTo>
                  <a:pt x="2605278" y="4618387"/>
                </a:lnTo>
                <a:lnTo>
                  <a:pt x="2574703" y="4618387"/>
                </a:lnTo>
                <a:lnTo>
                  <a:pt x="2558415" y="4601147"/>
                </a:lnTo>
                <a:lnTo>
                  <a:pt x="2558415" y="4424839"/>
                </a:lnTo>
                <a:lnTo>
                  <a:pt x="2584133" y="4401979"/>
                </a:lnTo>
                <a:lnTo>
                  <a:pt x="2796635" y="4401979"/>
                </a:lnTo>
                <a:lnTo>
                  <a:pt x="2796635" y="4411313"/>
                </a:lnTo>
                <a:cubicBezTo>
                  <a:pt x="2796635" y="4417410"/>
                  <a:pt x="2801588" y="4422362"/>
                  <a:pt x="2807684" y="4422362"/>
                </a:cubicBezTo>
                <a:lnTo>
                  <a:pt x="2835212" y="4422362"/>
                </a:lnTo>
                <a:cubicBezTo>
                  <a:pt x="2841308" y="4422362"/>
                  <a:pt x="2846261" y="4417410"/>
                  <a:pt x="2846261" y="4411313"/>
                </a:cubicBezTo>
                <a:close/>
                <a:moveTo>
                  <a:pt x="2610041" y="4601432"/>
                </a:moveTo>
                <a:cubicBezTo>
                  <a:pt x="2610041" y="4590764"/>
                  <a:pt x="2618709" y="4582002"/>
                  <a:pt x="2629472" y="4582002"/>
                </a:cubicBezTo>
                <a:lnTo>
                  <a:pt x="2732056" y="4582002"/>
                </a:lnTo>
                <a:cubicBezTo>
                  <a:pt x="2742724" y="4582002"/>
                  <a:pt x="2751487" y="4590669"/>
                  <a:pt x="2751487" y="4601432"/>
                </a:cubicBezTo>
                <a:lnTo>
                  <a:pt x="2751487" y="4649057"/>
                </a:lnTo>
                <a:cubicBezTo>
                  <a:pt x="2751487" y="4659726"/>
                  <a:pt x="2742724" y="4668488"/>
                  <a:pt x="2732056" y="4668488"/>
                </a:cubicBezTo>
                <a:lnTo>
                  <a:pt x="2629472" y="4668488"/>
                </a:lnTo>
                <a:cubicBezTo>
                  <a:pt x="2618804" y="4668488"/>
                  <a:pt x="2610041" y="4659821"/>
                  <a:pt x="2610041" y="4649057"/>
                </a:cubicBezTo>
                <a:lnTo>
                  <a:pt x="2610041" y="4601432"/>
                </a:lnTo>
                <a:close/>
                <a:moveTo>
                  <a:pt x="1480661" y="2587847"/>
                </a:moveTo>
                <a:lnTo>
                  <a:pt x="1430655" y="2530697"/>
                </a:lnTo>
                <a:lnTo>
                  <a:pt x="1430846" y="2461070"/>
                </a:lnTo>
                <a:cubicBezTo>
                  <a:pt x="1433036" y="2460688"/>
                  <a:pt x="1435227" y="2460022"/>
                  <a:pt x="1437037" y="2458593"/>
                </a:cubicBezTo>
                <a:cubicBezTo>
                  <a:pt x="1440561" y="2456021"/>
                  <a:pt x="1442466" y="2452211"/>
                  <a:pt x="1442847" y="2448116"/>
                </a:cubicBezTo>
                <a:lnTo>
                  <a:pt x="1547622" y="2449163"/>
                </a:lnTo>
                <a:lnTo>
                  <a:pt x="1566767" y="2426970"/>
                </a:lnTo>
                <a:lnTo>
                  <a:pt x="1680305" y="2425827"/>
                </a:lnTo>
                <a:lnTo>
                  <a:pt x="1680305" y="2430113"/>
                </a:lnTo>
                <a:cubicBezTo>
                  <a:pt x="1680305" y="2433542"/>
                  <a:pt x="1683068" y="2436400"/>
                  <a:pt x="1686592" y="2436400"/>
                </a:cubicBezTo>
                <a:lnTo>
                  <a:pt x="1699832" y="2436400"/>
                </a:lnTo>
                <a:cubicBezTo>
                  <a:pt x="1703261" y="2436400"/>
                  <a:pt x="1706118" y="2433638"/>
                  <a:pt x="1706118" y="2430113"/>
                </a:cubicBezTo>
                <a:lnTo>
                  <a:pt x="1706118" y="2416874"/>
                </a:lnTo>
                <a:cubicBezTo>
                  <a:pt x="1706118" y="2413445"/>
                  <a:pt x="1703356" y="2410587"/>
                  <a:pt x="1699832" y="2410587"/>
                </a:cubicBezTo>
                <a:lnTo>
                  <a:pt x="1686592" y="2410587"/>
                </a:lnTo>
                <a:cubicBezTo>
                  <a:pt x="1683163" y="2410587"/>
                  <a:pt x="1680305" y="2413349"/>
                  <a:pt x="1680305" y="2416874"/>
                </a:cubicBezTo>
                <a:lnTo>
                  <a:pt x="1680305" y="2421160"/>
                </a:lnTo>
                <a:lnTo>
                  <a:pt x="1564577" y="2422303"/>
                </a:lnTo>
                <a:lnTo>
                  <a:pt x="1545431" y="2444496"/>
                </a:lnTo>
                <a:lnTo>
                  <a:pt x="1442561" y="2443448"/>
                </a:lnTo>
                <a:cubicBezTo>
                  <a:pt x="1442085" y="2441638"/>
                  <a:pt x="1441323" y="2439924"/>
                  <a:pt x="1440180" y="2438305"/>
                </a:cubicBezTo>
                <a:cubicBezTo>
                  <a:pt x="1437894" y="2435162"/>
                  <a:pt x="1434465" y="2433066"/>
                  <a:pt x="1430655" y="2432495"/>
                </a:cubicBezTo>
                <a:cubicBezTo>
                  <a:pt x="1426845" y="2431923"/>
                  <a:pt x="1422940" y="2432876"/>
                  <a:pt x="1419797" y="2435162"/>
                </a:cubicBezTo>
                <a:cubicBezTo>
                  <a:pt x="1413320" y="2439924"/>
                  <a:pt x="1411891" y="2448973"/>
                  <a:pt x="1416653" y="2455450"/>
                </a:cubicBezTo>
                <a:cubicBezTo>
                  <a:pt x="1418939" y="2458593"/>
                  <a:pt x="1422273" y="2460593"/>
                  <a:pt x="1425988" y="2461165"/>
                </a:cubicBezTo>
                <a:lnTo>
                  <a:pt x="1425797" y="2532412"/>
                </a:lnTo>
                <a:lnTo>
                  <a:pt x="1475803" y="2589562"/>
                </a:lnTo>
                <a:lnTo>
                  <a:pt x="1475803" y="2696051"/>
                </a:lnTo>
                <a:lnTo>
                  <a:pt x="1419797" y="2761107"/>
                </a:lnTo>
                <a:lnTo>
                  <a:pt x="1389602" y="2761107"/>
                </a:lnTo>
                <a:cubicBezTo>
                  <a:pt x="1388650" y="2757297"/>
                  <a:pt x="1385411" y="2754249"/>
                  <a:pt x="1381220" y="2753773"/>
                </a:cubicBezTo>
                <a:cubicBezTo>
                  <a:pt x="1375791" y="2753201"/>
                  <a:pt x="1371028" y="2757107"/>
                  <a:pt x="1370457" y="2762441"/>
                </a:cubicBezTo>
                <a:cubicBezTo>
                  <a:pt x="1369886" y="2767775"/>
                  <a:pt x="1373791" y="2772632"/>
                  <a:pt x="1379125" y="2773204"/>
                </a:cubicBezTo>
                <a:cubicBezTo>
                  <a:pt x="1379506" y="2773204"/>
                  <a:pt x="1379792" y="2773204"/>
                  <a:pt x="1380173" y="2773204"/>
                </a:cubicBezTo>
                <a:cubicBezTo>
                  <a:pt x="1384649" y="2773204"/>
                  <a:pt x="1388364" y="2770061"/>
                  <a:pt x="1389507" y="2765774"/>
                </a:cubicBezTo>
                <a:lnTo>
                  <a:pt x="1421987" y="2765774"/>
                </a:lnTo>
                <a:cubicBezTo>
                  <a:pt x="1421987" y="2765774"/>
                  <a:pt x="1480566" y="2697671"/>
                  <a:pt x="1480566" y="2697671"/>
                </a:cubicBezTo>
                <a:lnTo>
                  <a:pt x="1480566" y="2587657"/>
                </a:lnTo>
                <a:close/>
                <a:moveTo>
                  <a:pt x="1420559" y="2452688"/>
                </a:moveTo>
                <a:cubicBezTo>
                  <a:pt x="1417415" y="2448306"/>
                  <a:pt x="1418368" y="2442210"/>
                  <a:pt x="1422654" y="2438972"/>
                </a:cubicBezTo>
                <a:cubicBezTo>
                  <a:pt x="1424369" y="2437733"/>
                  <a:pt x="1426369" y="2437067"/>
                  <a:pt x="1428369" y="2437067"/>
                </a:cubicBezTo>
                <a:cubicBezTo>
                  <a:pt x="1428845" y="2437067"/>
                  <a:pt x="1429417" y="2437067"/>
                  <a:pt x="1429893" y="2437162"/>
                </a:cubicBezTo>
                <a:cubicBezTo>
                  <a:pt x="1432465" y="2437543"/>
                  <a:pt x="1434751" y="2438972"/>
                  <a:pt x="1436275" y="2441067"/>
                </a:cubicBezTo>
                <a:cubicBezTo>
                  <a:pt x="1439418" y="2445449"/>
                  <a:pt x="1438466" y="2451545"/>
                  <a:pt x="1434179" y="2454783"/>
                </a:cubicBezTo>
                <a:cubicBezTo>
                  <a:pt x="1432084" y="2456307"/>
                  <a:pt x="1429512" y="2456974"/>
                  <a:pt x="1426940" y="2456593"/>
                </a:cubicBezTo>
                <a:cubicBezTo>
                  <a:pt x="1424369" y="2456212"/>
                  <a:pt x="1422082" y="2454783"/>
                  <a:pt x="1420559" y="2452688"/>
                </a:cubicBezTo>
                <a:close/>
                <a:moveTo>
                  <a:pt x="1383506" y="2767394"/>
                </a:moveTo>
                <a:cubicBezTo>
                  <a:pt x="1382459" y="2768251"/>
                  <a:pt x="1381125" y="2768632"/>
                  <a:pt x="1379792" y="2768442"/>
                </a:cubicBezTo>
                <a:cubicBezTo>
                  <a:pt x="1377029" y="2768155"/>
                  <a:pt x="1375029" y="2765679"/>
                  <a:pt x="1375315" y="2762917"/>
                </a:cubicBezTo>
                <a:cubicBezTo>
                  <a:pt x="1375601" y="2760155"/>
                  <a:pt x="1378077" y="2758154"/>
                  <a:pt x="1380839" y="2758440"/>
                </a:cubicBezTo>
                <a:cubicBezTo>
                  <a:pt x="1383602" y="2758726"/>
                  <a:pt x="1385602" y="2761202"/>
                  <a:pt x="1385316" y="2763965"/>
                </a:cubicBezTo>
                <a:cubicBezTo>
                  <a:pt x="1385126" y="2765298"/>
                  <a:pt x="1384554" y="2766441"/>
                  <a:pt x="1383506" y="2767298"/>
                </a:cubicBezTo>
                <a:close/>
                <a:moveTo>
                  <a:pt x="2730055" y="4645724"/>
                </a:moveTo>
                <a:cubicBezTo>
                  <a:pt x="2730055" y="4650581"/>
                  <a:pt x="2726150" y="4654487"/>
                  <a:pt x="2721293" y="4654487"/>
                </a:cubicBezTo>
                <a:cubicBezTo>
                  <a:pt x="2716435" y="4654487"/>
                  <a:pt x="2712530" y="4650581"/>
                  <a:pt x="2712530" y="4645724"/>
                </a:cubicBezTo>
                <a:cubicBezTo>
                  <a:pt x="2712530" y="4640866"/>
                  <a:pt x="2716435" y="4636961"/>
                  <a:pt x="2721293" y="4636961"/>
                </a:cubicBezTo>
                <a:cubicBezTo>
                  <a:pt x="2726150" y="4636961"/>
                  <a:pt x="2730055" y="4640866"/>
                  <a:pt x="2730055" y="4645724"/>
                </a:cubicBezTo>
                <a:close/>
                <a:moveTo>
                  <a:pt x="2703195" y="4645724"/>
                </a:moveTo>
                <a:cubicBezTo>
                  <a:pt x="2703195" y="4650581"/>
                  <a:pt x="2699290" y="4654487"/>
                  <a:pt x="2694432" y="4654487"/>
                </a:cubicBezTo>
                <a:cubicBezTo>
                  <a:pt x="2689574" y="4654487"/>
                  <a:pt x="2685669" y="4650581"/>
                  <a:pt x="2685669" y="4645724"/>
                </a:cubicBezTo>
                <a:cubicBezTo>
                  <a:pt x="2685669" y="4640866"/>
                  <a:pt x="2689574" y="4636961"/>
                  <a:pt x="2694432" y="4636961"/>
                </a:cubicBezTo>
                <a:cubicBezTo>
                  <a:pt x="2699290" y="4636961"/>
                  <a:pt x="2703195" y="4640866"/>
                  <a:pt x="2703195" y="4645724"/>
                </a:cubicBezTo>
                <a:close/>
                <a:moveTo>
                  <a:pt x="2649569" y="4645724"/>
                </a:moveTo>
                <a:cubicBezTo>
                  <a:pt x="2649569" y="4650581"/>
                  <a:pt x="2645664" y="4654487"/>
                  <a:pt x="2640806" y="4654487"/>
                </a:cubicBezTo>
                <a:cubicBezTo>
                  <a:pt x="2635949" y="4654487"/>
                  <a:pt x="2632043" y="4650581"/>
                  <a:pt x="2632043" y="4645724"/>
                </a:cubicBezTo>
                <a:cubicBezTo>
                  <a:pt x="2632043" y="4640866"/>
                  <a:pt x="2635949" y="4636961"/>
                  <a:pt x="2640806" y="4636961"/>
                </a:cubicBezTo>
                <a:cubicBezTo>
                  <a:pt x="2645664" y="4636961"/>
                  <a:pt x="2649569" y="4640866"/>
                  <a:pt x="2649569" y="4645724"/>
                </a:cubicBezTo>
                <a:close/>
                <a:moveTo>
                  <a:pt x="981456" y="179737"/>
                </a:moveTo>
                <a:lnTo>
                  <a:pt x="981456" y="166973"/>
                </a:lnTo>
                <a:cubicBezTo>
                  <a:pt x="981456" y="162878"/>
                  <a:pt x="978122" y="159449"/>
                  <a:pt x="973931" y="159449"/>
                </a:cubicBezTo>
                <a:lnTo>
                  <a:pt x="961168" y="159449"/>
                </a:lnTo>
                <a:cubicBezTo>
                  <a:pt x="957072" y="159449"/>
                  <a:pt x="953643" y="162782"/>
                  <a:pt x="953643" y="166973"/>
                </a:cubicBezTo>
                <a:lnTo>
                  <a:pt x="953643" y="179737"/>
                </a:lnTo>
                <a:cubicBezTo>
                  <a:pt x="953643" y="182690"/>
                  <a:pt x="955358" y="185071"/>
                  <a:pt x="957834" y="186404"/>
                </a:cubicBezTo>
                <a:cubicBezTo>
                  <a:pt x="958977" y="189929"/>
                  <a:pt x="962406" y="191929"/>
                  <a:pt x="965454" y="193453"/>
                </a:cubicBezTo>
                <a:cubicBezTo>
                  <a:pt x="968883" y="195263"/>
                  <a:pt x="971074" y="196501"/>
                  <a:pt x="971074" y="198406"/>
                </a:cubicBezTo>
                <a:cubicBezTo>
                  <a:pt x="971074" y="200311"/>
                  <a:pt x="968978" y="201549"/>
                  <a:pt x="965454" y="203359"/>
                </a:cubicBezTo>
                <a:cubicBezTo>
                  <a:pt x="961835" y="205264"/>
                  <a:pt x="957263" y="207550"/>
                  <a:pt x="957263" y="212598"/>
                </a:cubicBezTo>
                <a:cubicBezTo>
                  <a:pt x="957263" y="217646"/>
                  <a:pt x="961739" y="219932"/>
                  <a:pt x="965454" y="221837"/>
                </a:cubicBezTo>
                <a:cubicBezTo>
                  <a:pt x="968883" y="223647"/>
                  <a:pt x="971074" y="224885"/>
                  <a:pt x="971074" y="226790"/>
                </a:cubicBezTo>
                <a:cubicBezTo>
                  <a:pt x="971074" y="228695"/>
                  <a:pt x="968978" y="229933"/>
                  <a:pt x="965454" y="231743"/>
                </a:cubicBezTo>
                <a:cubicBezTo>
                  <a:pt x="961835" y="233648"/>
                  <a:pt x="957263" y="235934"/>
                  <a:pt x="957263" y="240887"/>
                </a:cubicBezTo>
                <a:cubicBezTo>
                  <a:pt x="957263" y="245840"/>
                  <a:pt x="961739" y="248222"/>
                  <a:pt x="965454" y="250127"/>
                </a:cubicBezTo>
                <a:cubicBezTo>
                  <a:pt x="968883" y="251936"/>
                  <a:pt x="971074" y="253175"/>
                  <a:pt x="971074" y="255080"/>
                </a:cubicBezTo>
                <a:cubicBezTo>
                  <a:pt x="971074" y="256985"/>
                  <a:pt x="968978" y="258223"/>
                  <a:pt x="965454" y="260033"/>
                </a:cubicBezTo>
                <a:cubicBezTo>
                  <a:pt x="961835" y="261938"/>
                  <a:pt x="957263" y="264224"/>
                  <a:pt x="957263" y="269177"/>
                </a:cubicBezTo>
                <a:cubicBezTo>
                  <a:pt x="957263" y="274130"/>
                  <a:pt x="961739" y="276511"/>
                  <a:pt x="965454" y="278321"/>
                </a:cubicBezTo>
                <a:cubicBezTo>
                  <a:pt x="968883" y="280130"/>
                  <a:pt x="971074" y="281369"/>
                  <a:pt x="971074" y="283274"/>
                </a:cubicBezTo>
                <a:cubicBezTo>
                  <a:pt x="971074" y="285179"/>
                  <a:pt x="968978" y="286417"/>
                  <a:pt x="965454" y="288227"/>
                </a:cubicBezTo>
                <a:cubicBezTo>
                  <a:pt x="961835" y="290132"/>
                  <a:pt x="957263" y="292418"/>
                  <a:pt x="957263" y="297371"/>
                </a:cubicBezTo>
                <a:cubicBezTo>
                  <a:pt x="957263" y="302324"/>
                  <a:pt x="961739" y="304705"/>
                  <a:pt x="965454" y="306514"/>
                </a:cubicBezTo>
                <a:cubicBezTo>
                  <a:pt x="968883" y="308324"/>
                  <a:pt x="970979" y="309467"/>
                  <a:pt x="970979" y="311468"/>
                </a:cubicBezTo>
                <a:cubicBezTo>
                  <a:pt x="970979" y="313468"/>
                  <a:pt x="968883" y="314611"/>
                  <a:pt x="965359" y="316421"/>
                </a:cubicBezTo>
                <a:cubicBezTo>
                  <a:pt x="961739" y="318326"/>
                  <a:pt x="957167" y="320612"/>
                  <a:pt x="957167" y="325564"/>
                </a:cubicBezTo>
                <a:cubicBezTo>
                  <a:pt x="957167" y="330518"/>
                  <a:pt x="961644" y="332899"/>
                  <a:pt x="965359" y="334709"/>
                </a:cubicBezTo>
                <a:cubicBezTo>
                  <a:pt x="968788" y="336518"/>
                  <a:pt x="970979" y="337757"/>
                  <a:pt x="970979" y="339662"/>
                </a:cubicBezTo>
                <a:cubicBezTo>
                  <a:pt x="970979" y="341567"/>
                  <a:pt x="968883" y="342805"/>
                  <a:pt x="965359" y="344614"/>
                </a:cubicBezTo>
                <a:cubicBezTo>
                  <a:pt x="961739" y="346520"/>
                  <a:pt x="957167" y="348806"/>
                  <a:pt x="957167" y="353759"/>
                </a:cubicBezTo>
                <a:cubicBezTo>
                  <a:pt x="957167" y="358712"/>
                  <a:pt x="961644" y="361093"/>
                  <a:pt x="965359" y="362903"/>
                </a:cubicBezTo>
                <a:cubicBezTo>
                  <a:pt x="968788" y="364712"/>
                  <a:pt x="970979" y="365951"/>
                  <a:pt x="970979" y="367856"/>
                </a:cubicBezTo>
                <a:cubicBezTo>
                  <a:pt x="970979" y="369761"/>
                  <a:pt x="968883" y="370999"/>
                  <a:pt x="965359" y="372809"/>
                </a:cubicBezTo>
                <a:cubicBezTo>
                  <a:pt x="961739" y="374714"/>
                  <a:pt x="957167" y="377000"/>
                  <a:pt x="957167" y="381953"/>
                </a:cubicBezTo>
                <a:cubicBezTo>
                  <a:pt x="957167" y="386906"/>
                  <a:pt x="961644" y="389287"/>
                  <a:pt x="965359" y="391097"/>
                </a:cubicBezTo>
                <a:cubicBezTo>
                  <a:pt x="968788" y="392906"/>
                  <a:pt x="970979" y="394145"/>
                  <a:pt x="970979" y="396050"/>
                </a:cubicBezTo>
                <a:cubicBezTo>
                  <a:pt x="970979" y="397955"/>
                  <a:pt x="968883" y="399193"/>
                  <a:pt x="965359" y="401003"/>
                </a:cubicBezTo>
                <a:cubicBezTo>
                  <a:pt x="961739" y="402908"/>
                  <a:pt x="957167" y="405194"/>
                  <a:pt x="957167" y="410147"/>
                </a:cubicBezTo>
                <a:lnTo>
                  <a:pt x="957548" y="410147"/>
                </a:lnTo>
                <a:cubicBezTo>
                  <a:pt x="955834" y="412337"/>
                  <a:pt x="954691" y="414909"/>
                  <a:pt x="954691" y="417767"/>
                </a:cubicBezTo>
                <a:cubicBezTo>
                  <a:pt x="954691" y="424720"/>
                  <a:pt x="960406" y="430435"/>
                  <a:pt x="967359" y="430435"/>
                </a:cubicBezTo>
                <a:cubicBezTo>
                  <a:pt x="974312" y="430435"/>
                  <a:pt x="980027" y="424720"/>
                  <a:pt x="980027" y="417767"/>
                </a:cubicBezTo>
                <a:cubicBezTo>
                  <a:pt x="980027" y="410813"/>
                  <a:pt x="974408" y="405289"/>
                  <a:pt x="967550" y="405098"/>
                </a:cubicBezTo>
                <a:cubicBezTo>
                  <a:pt x="971169" y="403193"/>
                  <a:pt x="975646" y="400907"/>
                  <a:pt x="975646" y="395954"/>
                </a:cubicBezTo>
                <a:cubicBezTo>
                  <a:pt x="975646" y="391001"/>
                  <a:pt x="971169" y="388620"/>
                  <a:pt x="967454" y="386810"/>
                </a:cubicBezTo>
                <a:cubicBezTo>
                  <a:pt x="964025" y="385001"/>
                  <a:pt x="961930" y="383762"/>
                  <a:pt x="961930" y="381857"/>
                </a:cubicBezTo>
                <a:cubicBezTo>
                  <a:pt x="961930" y="379952"/>
                  <a:pt x="964025" y="378714"/>
                  <a:pt x="967454" y="376904"/>
                </a:cubicBezTo>
                <a:cubicBezTo>
                  <a:pt x="971074" y="374999"/>
                  <a:pt x="975646" y="372713"/>
                  <a:pt x="975646" y="367760"/>
                </a:cubicBezTo>
                <a:cubicBezTo>
                  <a:pt x="975646" y="362807"/>
                  <a:pt x="971169" y="360426"/>
                  <a:pt x="967454" y="358616"/>
                </a:cubicBezTo>
                <a:cubicBezTo>
                  <a:pt x="964025" y="356807"/>
                  <a:pt x="961930" y="355568"/>
                  <a:pt x="961930" y="353663"/>
                </a:cubicBezTo>
                <a:cubicBezTo>
                  <a:pt x="961930" y="351758"/>
                  <a:pt x="964025" y="350520"/>
                  <a:pt x="967454" y="348710"/>
                </a:cubicBezTo>
                <a:cubicBezTo>
                  <a:pt x="971074" y="346805"/>
                  <a:pt x="975646" y="344519"/>
                  <a:pt x="975646" y="339566"/>
                </a:cubicBezTo>
                <a:cubicBezTo>
                  <a:pt x="975646" y="334613"/>
                  <a:pt x="971169" y="332232"/>
                  <a:pt x="967454" y="330422"/>
                </a:cubicBezTo>
                <a:cubicBezTo>
                  <a:pt x="964025" y="328613"/>
                  <a:pt x="961930" y="327374"/>
                  <a:pt x="961930" y="325469"/>
                </a:cubicBezTo>
                <a:cubicBezTo>
                  <a:pt x="961930" y="323564"/>
                  <a:pt x="964025" y="322326"/>
                  <a:pt x="967454" y="320516"/>
                </a:cubicBezTo>
                <a:cubicBezTo>
                  <a:pt x="971074" y="318611"/>
                  <a:pt x="975646" y="316325"/>
                  <a:pt x="975646" y="311372"/>
                </a:cubicBezTo>
                <a:cubicBezTo>
                  <a:pt x="975646" y="306419"/>
                  <a:pt x="971169" y="304038"/>
                  <a:pt x="967454" y="302228"/>
                </a:cubicBezTo>
                <a:cubicBezTo>
                  <a:pt x="964025" y="300419"/>
                  <a:pt x="961930" y="299276"/>
                  <a:pt x="961930" y="297275"/>
                </a:cubicBezTo>
                <a:cubicBezTo>
                  <a:pt x="961930" y="295275"/>
                  <a:pt x="964025" y="294132"/>
                  <a:pt x="967454" y="292322"/>
                </a:cubicBezTo>
                <a:cubicBezTo>
                  <a:pt x="971074" y="290417"/>
                  <a:pt x="975646" y="288131"/>
                  <a:pt x="975646" y="283178"/>
                </a:cubicBezTo>
                <a:cubicBezTo>
                  <a:pt x="975646" y="278225"/>
                  <a:pt x="971169" y="275844"/>
                  <a:pt x="967454" y="274034"/>
                </a:cubicBezTo>
                <a:cubicBezTo>
                  <a:pt x="964025" y="272225"/>
                  <a:pt x="961930" y="270986"/>
                  <a:pt x="961930" y="269081"/>
                </a:cubicBezTo>
                <a:cubicBezTo>
                  <a:pt x="961930" y="267176"/>
                  <a:pt x="964025" y="265938"/>
                  <a:pt x="967454" y="264128"/>
                </a:cubicBezTo>
                <a:cubicBezTo>
                  <a:pt x="971074" y="262223"/>
                  <a:pt x="975646" y="259937"/>
                  <a:pt x="975646" y="254984"/>
                </a:cubicBezTo>
                <a:cubicBezTo>
                  <a:pt x="975646" y="250031"/>
                  <a:pt x="971169" y="247650"/>
                  <a:pt x="967454" y="245840"/>
                </a:cubicBezTo>
                <a:cubicBezTo>
                  <a:pt x="964025" y="244031"/>
                  <a:pt x="961930" y="242792"/>
                  <a:pt x="961930" y="240887"/>
                </a:cubicBezTo>
                <a:cubicBezTo>
                  <a:pt x="961930" y="238982"/>
                  <a:pt x="964025" y="237744"/>
                  <a:pt x="967454" y="235934"/>
                </a:cubicBezTo>
                <a:cubicBezTo>
                  <a:pt x="971074" y="234029"/>
                  <a:pt x="975646" y="231743"/>
                  <a:pt x="975646" y="226790"/>
                </a:cubicBezTo>
                <a:cubicBezTo>
                  <a:pt x="975646" y="221837"/>
                  <a:pt x="971169" y="219456"/>
                  <a:pt x="967454" y="217551"/>
                </a:cubicBezTo>
                <a:cubicBezTo>
                  <a:pt x="964025" y="215741"/>
                  <a:pt x="961930" y="214503"/>
                  <a:pt x="961930" y="212598"/>
                </a:cubicBezTo>
                <a:cubicBezTo>
                  <a:pt x="961930" y="210693"/>
                  <a:pt x="964025" y="209455"/>
                  <a:pt x="967454" y="207645"/>
                </a:cubicBezTo>
                <a:cubicBezTo>
                  <a:pt x="971074" y="205740"/>
                  <a:pt x="975646" y="203454"/>
                  <a:pt x="975646" y="198406"/>
                </a:cubicBezTo>
                <a:cubicBezTo>
                  <a:pt x="975646" y="193358"/>
                  <a:pt x="971169" y="191072"/>
                  <a:pt x="967454" y="189167"/>
                </a:cubicBezTo>
                <a:cubicBezTo>
                  <a:pt x="966026" y="188405"/>
                  <a:pt x="964978" y="187833"/>
                  <a:pt x="964025" y="187166"/>
                </a:cubicBezTo>
                <a:lnTo>
                  <a:pt x="973646" y="187166"/>
                </a:lnTo>
                <a:cubicBezTo>
                  <a:pt x="977741" y="187166"/>
                  <a:pt x="981170" y="183833"/>
                  <a:pt x="981170" y="179642"/>
                </a:cubicBezTo>
                <a:close/>
                <a:moveTo>
                  <a:pt x="961168" y="183452"/>
                </a:moveTo>
                <a:cubicBezTo>
                  <a:pt x="959072" y="183452"/>
                  <a:pt x="957358" y="181737"/>
                  <a:pt x="957358" y="179642"/>
                </a:cubicBezTo>
                <a:lnTo>
                  <a:pt x="957358" y="166878"/>
                </a:lnTo>
                <a:cubicBezTo>
                  <a:pt x="957358" y="164783"/>
                  <a:pt x="959072" y="163068"/>
                  <a:pt x="961168" y="163068"/>
                </a:cubicBezTo>
                <a:lnTo>
                  <a:pt x="973931" y="163068"/>
                </a:lnTo>
                <a:cubicBezTo>
                  <a:pt x="976027" y="163068"/>
                  <a:pt x="977741" y="164783"/>
                  <a:pt x="977741" y="166878"/>
                </a:cubicBezTo>
                <a:lnTo>
                  <a:pt x="977741" y="179642"/>
                </a:lnTo>
                <a:cubicBezTo>
                  <a:pt x="977741" y="181737"/>
                  <a:pt x="976027" y="183452"/>
                  <a:pt x="973931" y="183452"/>
                </a:cubicBezTo>
                <a:lnTo>
                  <a:pt x="961168" y="183452"/>
                </a:lnTo>
                <a:close/>
                <a:moveTo>
                  <a:pt x="839724" y="455771"/>
                </a:moveTo>
                <a:cubicBezTo>
                  <a:pt x="836962" y="450437"/>
                  <a:pt x="830390" y="448247"/>
                  <a:pt x="825056" y="450914"/>
                </a:cubicBezTo>
                <a:cubicBezTo>
                  <a:pt x="822484" y="452247"/>
                  <a:pt x="820484" y="454533"/>
                  <a:pt x="819626" y="457295"/>
                </a:cubicBezTo>
                <a:cubicBezTo>
                  <a:pt x="818769" y="460058"/>
                  <a:pt x="818960" y="463010"/>
                  <a:pt x="820293" y="465677"/>
                </a:cubicBezTo>
                <a:cubicBezTo>
                  <a:pt x="821627" y="468249"/>
                  <a:pt x="823913" y="470249"/>
                  <a:pt x="826675" y="471107"/>
                </a:cubicBezTo>
                <a:cubicBezTo>
                  <a:pt x="827818" y="471488"/>
                  <a:pt x="828961" y="471678"/>
                  <a:pt x="830104" y="471678"/>
                </a:cubicBezTo>
                <a:cubicBezTo>
                  <a:pt x="831818" y="471678"/>
                  <a:pt x="833438" y="471297"/>
                  <a:pt x="835057" y="470535"/>
                </a:cubicBezTo>
                <a:cubicBezTo>
                  <a:pt x="838105" y="469011"/>
                  <a:pt x="840010" y="466154"/>
                  <a:pt x="840677" y="463010"/>
                </a:cubicBezTo>
                <a:lnTo>
                  <a:pt x="967740" y="463582"/>
                </a:lnTo>
                <a:lnTo>
                  <a:pt x="1011936" y="425291"/>
                </a:lnTo>
                <a:lnTo>
                  <a:pt x="1012508" y="342710"/>
                </a:lnTo>
                <a:cubicBezTo>
                  <a:pt x="1013174" y="342519"/>
                  <a:pt x="1013841" y="342329"/>
                  <a:pt x="1014508" y="341948"/>
                </a:cubicBezTo>
                <a:cubicBezTo>
                  <a:pt x="1017079" y="340614"/>
                  <a:pt x="1019080" y="338423"/>
                  <a:pt x="1019937" y="335566"/>
                </a:cubicBezTo>
                <a:cubicBezTo>
                  <a:pt x="1020890" y="332804"/>
                  <a:pt x="1020604" y="329851"/>
                  <a:pt x="1019270" y="327184"/>
                </a:cubicBezTo>
                <a:cubicBezTo>
                  <a:pt x="1017937" y="324612"/>
                  <a:pt x="1015651" y="322612"/>
                  <a:pt x="1012889" y="321755"/>
                </a:cubicBezTo>
                <a:cubicBezTo>
                  <a:pt x="1010126" y="320897"/>
                  <a:pt x="1007174" y="321088"/>
                  <a:pt x="1004507" y="322421"/>
                </a:cubicBezTo>
                <a:cubicBezTo>
                  <a:pt x="999077" y="325184"/>
                  <a:pt x="996982" y="331756"/>
                  <a:pt x="999649" y="337090"/>
                </a:cubicBezTo>
                <a:cubicBezTo>
                  <a:pt x="1001268" y="340328"/>
                  <a:pt x="1004316" y="342233"/>
                  <a:pt x="1007554" y="342805"/>
                </a:cubicBezTo>
                <a:lnTo>
                  <a:pt x="1006983" y="423005"/>
                </a:lnTo>
                <a:lnTo>
                  <a:pt x="965740" y="458724"/>
                </a:lnTo>
                <a:lnTo>
                  <a:pt x="840296" y="458153"/>
                </a:lnTo>
                <a:cubicBezTo>
                  <a:pt x="840105" y="457295"/>
                  <a:pt x="840010" y="456533"/>
                  <a:pt x="839629" y="455676"/>
                </a:cubicBezTo>
                <a:close/>
                <a:moveTo>
                  <a:pt x="832771" y="466154"/>
                </a:moveTo>
                <a:cubicBezTo>
                  <a:pt x="831342" y="466915"/>
                  <a:pt x="829627" y="467011"/>
                  <a:pt x="828008" y="466535"/>
                </a:cubicBezTo>
                <a:cubicBezTo>
                  <a:pt x="826484" y="466058"/>
                  <a:pt x="825151" y="464915"/>
                  <a:pt x="824389" y="463487"/>
                </a:cubicBezTo>
                <a:cubicBezTo>
                  <a:pt x="823627" y="462058"/>
                  <a:pt x="823532" y="460343"/>
                  <a:pt x="824008" y="458724"/>
                </a:cubicBezTo>
                <a:cubicBezTo>
                  <a:pt x="824484" y="457105"/>
                  <a:pt x="825627" y="455867"/>
                  <a:pt x="827056" y="455105"/>
                </a:cubicBezTo>
                <a:cubicBezTo>
                  <a:pt x="827913" y="454628"/>
                  <a:pt x="828866" y="454438"/>
                  <a:pt x="829818" y="454438"/>
                </a:cubicBezTo>
                <a:cubicBezTo>
                  <a:pt x="832104" y="454438"/>
                  <a:pt x="834295" y="455676"/>
                  <a:pt x="835343" y="457867"/>
                </a:cubicBezTo>
                <a:cubicBezTo>
                  <a:pt x="836867" y="460915"/>
                  <a:pt x="835628" y="464630"/>
                  <a:pt x="832580" y="466154"/>
                </a:cubicBezTo>
                <a:close/>
                <a:moveTo>
                  <a:pt x="1003935" y="334899"/>
                </a:moveTo>
                <a:cubicBezTo>
                  <a:pt x="1002411" y="331851"/>
                  <a:pt x="1003649" y="328136"/>
                  <a:pt x="1006697" y="326612"/>
                </a:cubicBezTo>
                <a:cubicBezTo>
                  <a:pt x="1007554" y="326136"/>
                  <a:pt x="1008507" y="325946"/>
                  <a:pt x="1009460" y="325946"/>
                </a:cubicBezTo>
                <a:cubicBezTo>
                  <a:pt x="1010126" y="325946"/>
                  <a:pt x="1010793" y="326041"/>
                  <a:pt x="1011365" y="326231"/>
                </a:cubicBezTo>
                <a:cubicBezTo>
                  <a:pt x="1012889" y="326708"/>
                  <a:pt x="1014222" y="327851"/>
                  <a:pt x="1014984" y="329279"/>
                </a:cubicBezTo>
                <a:cubicBezTo>
                  <a:pt x="1015746" y="330708"/>
                  <a:pt x="1015841" y="332423"/>
                  <a:pt x="1015365" y="334042"/>
                </a:cubicBezTo>
                <a:cubicBezTo>
                  <a:pt x="1014889" y="335566"/>
                  <a:pt x="1013746" y="336899"/>
                  <a:pt x="1012317" y="337661"/>
                </a:cubicBezTo>
                <a:cubicBezTo>
                  <a:pt x="1009269" y="339185"/>
                  <a:pt x="1005554" y="337947"/>
                  <a:pt x="1004030" y="334899"/>
                </a:cubicBezTo>
                <a:close/>
                <a:moveTo>
                  <a:pt x="2676430" y="4645724"/>
                </a:moveTo>
                <a:cubicBezTo>
                  <a:pt x="2676430" y="4650581"/>
                  <a:pt x="2672525" y="4654487"/>
                  <a:pt x="2667667" y="4654487"/>
                </a:cubicBezTo>
                <a:cubicBezTo>
                  <a:pt x="2662809" y="4654487"/>
                  <a:pt x="2658904" y="4650581"/>
                  <a:pt x="2658904" y="4645724"/>
                </a:cubicBezTo>
                <a:cubicBezTo>
                  <a:pt x="2658904" y="4640866"/>
                  <a:pt x="2662809" y="4636961"/>
                  <a:pt x="2667667" y="4636961"/>
                </a:cubicBezTo>
                <a:cubicBezTo>
                  <a:pt x="2672525" y="4636961"/>
                  <a:pt x="2676430" y="4640866"/>
                  <a:pt x="2676430" y="4645724"/>
                </a:cubicBezTo>
                <a:close/>
                <a:moveTo>
                  <a:pt x="2733294" y="4614863"/>
                </a:moveTo>
                <a:cubicBezTo>
                  <a:pt x="2738152" y="4614863"/>
                  <a:pt x="2742057" y="4618768"/>
                  <a:pt x="2742057" y="4623626"/>
                </a:cubicBezTo>
                <a:cubicBezTo>
                  <a:pt x="2742057" y="4628484"/>
                  <a:pt x="2738152" y="4632389"/>
                  <a:pt x="2733294" y="4632389"/>
                </a:cubicBezTo>
                <a:cubicBezTo>
                  <a:pt x="2728436" y="4632389"/>
                  <a:pt x="2724531" y="4628484"/>
                  <a:pt x="2724531" y="4623626"/>
                </a:cubicBezTo>
                <a:cubicBezTo>
                  <a:pt x="2724531" y="4618768"/>
                  <a:pt x="2728436" y="4614863"/>
                  <a:pt x="2733294" y="4614863"/>
                </a:cubicBezTo>
                <a:close/>
                <a:moveTo>
                  <a:pt x="899922" y="50292"/>
                </a:moveTo>
                <a:lnTo>
                  <a:pt x="1012412" y="50292"/>
                </a:lnTo>
                <a:lnTo>
                  <a:pt x="1026795" y="67437"/>
                </a:lnTo>
                <a:cubicBezTo>
                  <a:pt x="1025366" y="69533"/>
                  <a:pt x="1024319" y="71914"/>
                  <a:pt x="1024319" y="74676"/>
                </a:cubicBezTo>
                <a:cubicBezTo>
                  <a:pt x="1024319" y="81725"/>
                  <a:pt x="1030034" y="87535"/>
                  <a:pt x="1037177" y="87535"/>
                </a:cubicBezTo>
                <a:cubicBezTo>
                  <a:pt x="1044321" y="87535"/>
                  <a:pt x="1050036" y="81820"/>
                  <a:pt x="1050036" y="74676"/>
                </a:cubicBezTo>
                <a:cubicBezTo>
                  <a:pt x="1050036" y="67532"/>
                  <a:pt x="1044321" y="61817"/>
                  <a:pt x="1037177" y="61817"/>
                </a:cubicBezTo>
                <a:cubicBezTo>
                  <a:pt x="1034606" y="61817"/>
                  <a:pt x="1032320" y="62770"/>
                  <a:pt x="1030319" y="64103"/>
                </a:cubicBezTo>
                <a:lnTo>
                  <a:pt x="1014698" y="45530"/>
                </a:lnTo>
                <a:lnTo>
                  <a:pt x="902399" y="45530"/>
                </a:lnTo>
                <a:lnTo>
                  <a:pt x="888206" y="26194"/>
                </a:lnTo>
                <a:lnTo>
                  <a:pt x="791909" y="26194"/>
                </a:lnTo>
                <a:cubicBezTo>
                  <a:pt x="790766" y="20288"/>
                  <a:pt x="785813" y="15716"/>
                  <a:pt x="779526" y="15716"/>
                </a:cubicBezTo>
                <a:cubicBezTo>
                  <a:pt x="772477" y="15716"/>
                  <a:pt x="766667" y="21431"/>
                  <a:pt x="766667" y="28575"/>
                </a:cubicBezTo>
                <a:cubicBezTo>
                  <a:pt x="766667" y="35719"/>
                  <a:pt x="772382" y="41434"/>
                  <a:pt x="779526" y="41434"/>
                </a:cubicBezTo>
                <a:cubicBezTo>
                  <a:pt x="785717" y="41434"/>
                  <a:pt x="790766" y="36862"/>
                  <a:pt x="791909" y="30956"/>
                </a:cubicBezTo>
                <a:lnTo>
                  <a:pt x="885825" y="30956"/>
                </a:lnTo>
                <a:lnTo>
                  <a:pt x="900017" y="50292"/>
                </a:lnTo>
                <a:close/>
                <a:moveTo>
                  <a:pt x="1037082" y="66675"/>
                </a:moveTo>
                <a:cubicBezTo>
                  <a:pt x="1041559" y="66675"/>
                  <a:pt x="1045178" y="70295"/>
                  <a:pt x="1045178" y="74771"/>
                </a:cubicBezTo>
                <a:cubicBezTo>
                  <a:pt x="1045178" y="79248"/>
                  <a:pt x="1041559" y="82867"/>
                  <a:pt x="1037082" y="82867"/>
                </a:cubicBezTo>
                <a:cubicBezTo>
                  <a:pt x="1032605" y="82867"/>
                  <a:pt x="1028986" y="79248"/>
                  <a:pt x="1028986" y="74771"/>
                </a:cubicBezTo>
                <a:cubicBezTo>
                  <a:pt x="1028986" y="70295"/>
                  <a:pt x="1032605" y="66675"/>
                  <a:pt x="1037082" y="66675"/>
                </a:cubicBezTo>
                <a:close/>
                <a:moveTo>
                  <a:pt x="779526" y="36767"/>
                </a:moveTo>
                <a:cubicBezTo>
                  <a:pt x="775049" y="36767"/>
                  <a:pt x="771430" y="33147"/>
                  <a:pt x="771430" y="28670"/>
                </a:cubicBezTo>
                <a:cubicBezTo>
                  <a:pt x="771430" y="24194"/>
                  <a:pt x="775049" y="20574"/>
                  <a:pt x="779526" y="20574"/>
                </a:cubicBezTo>
                <a:cubicBezTo>
                  <a:pt x="784003" y="20574"/>
                  <a:pt x="787622" y="24194"/>
                  <a:pt x="787622" y="28670"/>
                </a:cubicBezTo>
                <a:cubicBezTo>
                  <a:pt x="787622" y="33147"/>
                  <a:pt x="784003" y="36767"/>
                  <a:pt x="779526" y="36767"/>
                </a:cubicBezTo>
                <a:close/>
                <a:moveTo>
                  <a:pt x="2680716" y="4614863"/>
                </a:moveTo>
                <a:cubicBezTo>
                  <a:pt x="2685574" y="4614863"/>
                  <a:pt x="2689479" y="4618768"/>
                  <a:pt x="2689479" y="4623626"/>
                </a:cubicBezTo>
                <a:cubicBezTo>
                  <a:pt x="2689479" y="4628484"/>
                  <a:pt x="2685574" y="4632389"/>
                  <a:pt x="2680716" y="4632389"/>
                </a:cubicBezTo>
                <a:cubicBezTo>
                  <a:pt x="2675859" y="4632389"/>
                  <a:pt x="2671953" y="4628484"/>
                  <a:pt x="2671953" y="4623626"/>
                </a:cubicBezTo>
                <a:cubicBezTo>
                  <a:pt x="2671953" y="4618768"/>
                  <a:pt x="2675859" y="4614863"/>
                  <a:pt x="2680716" y="4614863"/>
                </a:cubicBezTo>
                <a:close/>
                <a:moveTo>
                  <a:pt x="2685669" y="4602576"/>
                </a:moveTo>
                <a:cubicBezTo>
                  <a:pt x="2685669" y="4597718"/>
                  <a:pt x="2689574" y="4593812"/>
                  <a:pt x="2694432" y="4593812"/>
                </a:cubicBezTo>
                <a:cubicBezTo>
                  <a:pt x="2699290" y="4593812"/>
                  <a:pt x="2703195" y="4597718"/>
                  <a:pt x="2703195" y="4602576"/>
                </a:cubicBezTo>
                <a:cubicBezTo>
                  <a:pt x="2703195" y="4607433"/>
                  <a:pt x="2699290" y="4611338"/>
                  <a:pt x="2694432" y="4611338"/>
                </a:cubicBezTo>
                <a:cubicBezTo>
                  <a:pt x="2689574" y="4611338"/>
                  <a:pt x="2685669" y="4607433"/>
                  <a:pt x="2685669" y="4602576"/>
                </a:cubicBezTo>
                <a:close/>
                <a:moveTo>
                  <a:pt x="2707481" y="4614863"/>
                </a:moveTo>
                <a:cubicBezTo>
                  <a:pt x="2712339" y="4614863"/>
                  <a:pt x="2716244" y="4618768"/>
                  <a:pt x="2716244" y="4623626"/>
                </a:cubicBezTo>
                <a:cubicBezTo>
                  <a:pt x="2716244" y="4628484"/>
                  <a:pt x="2712339" y="4632389"/>
                  <a:pt x="2707481" y="4632389"/>
                </a:cubicBezTo>
                <a:cubicBezTo>
                  <a:pt x="2702624" y="4632389"/>
                  <a:pt x="2698718" y="4628484"/>
                  <a:pt x="2698718" y="4623626"/>
                </a:cubicBezTo>
                <a:cubicBezTo>
                  <a:pt x="2698718" y="4618768"/>
                  <a:pt x="2702624" y="4614863"/>
                  <a:pt x="2707481" y="4614863"/>
                </a:cubicBezTo>
                <a:close/>
                <a:moveTo>
                  <a:pt x="2712530" y="4602576"/>
                </a:moveTo>
                <a:cubicBezTo>
                  <a:pt x="2712530" y="4597718"/>
                  <a:pt x="2716435" y="4593812"/>
                  <a:pt x="2721293" y="4593812"/>
                </a:cubicBezTo>
                <a:cubicBezTo>
                  <a:pt x="2726150" y="4593812"/>
                  <a:pt x="2730055" y="4597718"/>
                  <a:pt x="2730055" y="4602576"/>
                </a:cubicBezTo>
                <a:cubicBezTo>
                  <a:pt x="2730055" y="4607433"/>
                  <a:pt x="2726150" y="4611338"/>
                  <a:pt x="2721293" y="4611338"/>
                </a:cubicBezTo>
                <a:cubicBezTo>
                  <a:pt x="2716435" y="4611338"/>
                  <a:pt x="2712530" y="4607433"/>
                  <a:pt x="2712530" y="4602576"/>
                </a:cubicBezTo>
                <a:close/>
                <a:moveTo>
                  <a:pt x="1025557" y="206883"/>
                </a:moveTo>
                <a:lnTo>
                  <a:pt x="1025557" y="150590"/>
                </a:lnTo>
                <a:lnTo>
                  <a:pt x="985171" y="107823"/>
                </a:lnTo>
                <a:cubicBezTo>
                  <a:pt x="987171" y="105061"/>
                  <a:pt x="987743" y="101346"/>
                  <a:pt x="986028" y="98108"/>
                </a:cubicBezTo>
                <a:cubicBezTo>
                  <a:pt x="983647" y="93440"/>
                  <a:pt x="978027" y="91631"/>
                  <a:pt x="973455" y="94012"/>
                </a:cubicBezTo>
                <a:cubicBezTo>
                  <a:pt x="968883" y="96393"/>
                  <a:pt x="966978" y="102013"/>
                  <a:pt x="969359" y="106585"/>
                </a:cubicBezTo>
                <a:cubicBezTo>
                  <a:pt x="971645" y="111062"/>
                  <a:pt x="976979" y="112871"/>
                  <a:pt x="981551" y="110871"/>
                </a:cubicBezTo>
                <a:lnTo>
                  <a:pt x="1020890" y="152495"/>
                </a:lnTo>
                <a:lnTo>
                  <a:pt x="1020890" y="205169"/>
                </a:lnTo>
                <a:lnTo>
                  <a:pt x="1005935" y="223266"/>
                </a:lnTo>
                <a:lnTo>
                  <a:pt x="1005935" y="286798"/>
                </a:lnTo>
                <a:cubicBezTo>
                  <a:pt x="1005078" y="286988"/>
                  <a:pt x="1004221" y="287084"/>
                  <a:pt x="1003364" y="287560"/>
                </a:cubicBezTo>
                <a:cubicBezTo>
                  <a:pt x="998029" y="290322"/>
                  <a:pt x="995839" y="296894"/>
                  <a:pt x="998506" y="302228"/>
                </a:cubicBezTo>
                <a:cubicBezTo>
                  <a:pt x="999839" y="304800"/>
                  <a:pt x="1002125" y="306800"/>
                  <a:pt x="1004888" y="307658"/>
                </a:cubicBezTo>
                <a:cubicBezTo>
                  <a:pt x="1006031" y="308039"/>
                  <a:pt x="1007174" y="308229"/>
                  <a:pt x="1008317" y="308229"/>
                </a:cubicBezTo>
                <a:cubicBezTo>
                  <a:pt x="1010031" y="308229"/>
                  <a:pt x="1011650" y="307848"/>
                  <a:pt x="1013270" y="307086"/>
                </a:cubicBezTo>
                <a:cubicBezTo>
                  <a:pt x="1018699" y="304324"/>
                  <a:pt x="1020794" y="297752"/>
                  <a:pt x="1018127" y="292418"/>
                </a:cubicBezTo>
                <a:cubicBezTo>
                  <a:pt x="1016794" y="289846"/>
                  <a:pt x="1014508" y="287846"/>
                  <a:pt x="1011746" y="286988"/>
                </a:cubicBezTo>
                <a:cubicBezTo>
                  <a:pt x="1011365" y="286893"/>
                  <a:pt x="1011079" y="286988"/>
                  <a:pt x="1010698" y="286893"/>
                </a:cubicBezTo>
                <a:lnTo>
                  <a:pt x="1010698" y="225076"/>
                </a:lnTo>
                <a:lnTo>
                  <a:pt x="1025652" y="206978"/>
                </a:lnTo>
                <a:close/>
                <a:moveTo>
                  <a:pt x="1013651" y="294513"/>
                </a:moveTo>
                <a:cubicBezTo>
                  <a:pt x="1015175" y="297561"/>
                  <a:pt x="1013936" y="301276"/>
                  <a:pt x="1010888" y="302800"/>
                </a:cubicBezTo>
                <a:cubicBezTo>
                  <a:pt x="1007840" y="304324"/>
                  <a:pt x="1004126" y="303086"/>
                  <a:pt x="1002602" y="300038"/>
                </a:cubicBezTo>
                <a:cubicBezTo>
                  <a:pt x="1001077" y="296990"/>
                  <a:pt x="1002316" y="293275"/>
                  <a:pt x="1005364" y="291751"/>
                </a:cubicBezTo>
                <a:cubicBezTo>
                  <a:pt x="1006221" y="291275"/>
                  <a:pt x="1007174" y="291084"/>
                  <a:pt x="1008126" y="291084"/>
                </a:cubicBezTo>
                <a:cubicBezTo>
                  <a:pt x="1008793" y="291084"/>
                  <a:pt x="1009460" y="291179"/>
                  <a:pt x="1010031" y="291370"/>
                </a:cubicBezTo>
                <a:cubicBezTo>
                  <a:pt x="1011650" y="291846"/>
                  <a:pt x="1012889" y="292989"/>
                  <a:pt x="1013651" y="294418"/>
                </a:cubicBezTo>
                <a:close/>
                <a:moveTo>
                  <a:pt x="1050893" y="164973"/>
                </a:moveTo>
                <a:cubicBezTo>
                  <a:pt x="1054037" y="163354"/>
                  <a:pt x="1057561" y="161354"/>
                  <a:pt x="1058609" y="157639"/>
                </a:cubicBezTo>
                <a:cubicBezTo>
                  <a:pt x="1060990" y="155353"/>
                  <a:pt x="1062514" y="152114"/>
                  <a:pt x="1062514" y="148590"/>
                </a:cubicBezTo>
                <a:cubicBezTo>
                  <a:pt x="1062514" y="141637"/>
                  <a:pt x="1056799" y="135922"/>
                  <a:pt x="1049846" y="135922"/>
                </a:cubicBezTo>
                <a:cubicBezTo>
                  <a:pt x="1042892" y="135922"/>
                  <a:pt x="1037177" y="141637"/>
                  <a:pt x="1037177" y="148590"/>
                </a:cubicBezTo>
                <a:cubicBezTo>
                  <a:pt x="1037177" y="155067"/>
                  <a:pt x="1042035" y="160115"/>
                  <a:pt x="1048322" y="160973"/>
                </a:cubicBezTo>
                <a:cubicBezTo>
                  <a:pt x="1044797" y="162782"/>
                  <a:pt x="1040606" y="165164"/>
                  <a:pt x="1040606" y="169926"/>
                </a:cubicBezTo>
                <a:cubicBezTo>
                  <a:pt x="1040606" y="174689"/>
                  <a:pt x="1045083" y="177260"/>
                  <a:pt x="1048798" y="179070"/>
                </a:cubicBezTo>
                <a:cubicBezTo>
                  <a:pt x="1052227" y="180880"/>
                  <a:pt x="1054418" y="182118"/>
                  <a:pt x="1054418" y="184023"/>
                </a:cubicBezTo>
                <a:cubicBezTo>
                  <a:pt x="1054418" y="185928"/>
                  <a:pt x="1052322" y="187166"/>
                  <a:pt x="1048798" y="188976"/>
                </a:cubicBezTo>
                <a:cubicBezTo>
                  <a:pt x="1045178" y="190881"/>
                  <a:pt x="1040606" y="193167"/>
                  <a:pt x="1040606" y="198120"/>
                </a:cubicBezTo>
                <a:cubicBezTo>
                  <a:pt x="1040606" y="203073"/>
                  <a:pt x="1045083" y="205454"/>
                  <a:pt x="1048798" y="207264"/>
                </a:cubicBezTo>
                <a:cubicBezTo>
                  <a:pt x="1052227" y="209074"/>
                  <a:pt x="1054418" y="210312"/>
                  <a:pt x="1054418" y="212217"/>
                </a:cubicBezTo>
                <a:cubicBezTo>
                  <a:pt x="1054418" y="214122"/>
                  <a:pt x="1052322" y="215360"/>
                  <a:pt x="1048798" y="217170"/>
                </a:cubicBezTo>
                <a:cubicBezTo>
                  <a:pt x="1045178" y="219075"/>
                  <a:pt x="1040606" y="221361"/>
                  <a:pt x="1040606" y="226314"/>
                </a:cubicBezTo>
                <a:cubicBezTo>
                  <a:pt x="1040606" y="231267"/>
                  <a:pt x="1045083" y="233648"/>
                  <a:pt x="1048798" y="235458"/>
                </a:cubicBezTo>
                <a:cubicBezTo>
                  <a:pt x="1052227" y="237268"/>
                  <a:pt x="1054322" y="238506"/>
                  <a:pt x="1054322" y="240411"/>
                </a:cubicBezTo>
                <a:cubicBezTo>
                  <a:pt x="1054322" y="242316"/>
                  <a:pt x="1052227" y="243554"/>
                  <a:pt x="1048798" y="245364"/>
                </a:cubicBezTo>
                <a:cubicBezTo>
                  <a:pt x="1045178" y="247269"/>
                  <a:pt x="1040606" y="249555"/>
                  <a:pt x="1040606" y="254508"/>
                </a:cubicBezTo>
                <a:cubicBezTo>
                  <a:pt x="1040606" y="259461"/>
                  <a:pt x="1045083" y="261842"/>
                  <a:pt x="1048798" y="263652"/>
                </a:cubicBezTo>
                <a:cubicBezTo>
                  <a:pt x="1052227" y="265462"/>
                  <a:pt x="1054322" y="266605"/>
                  <a:pt x="1054322" y="268605"/>
                </a:cubicBezTo>
                <a:cubicBezTo>
                  <a:pt x="1054322" y="270605"/>
                  <a:pt x="1052227" y="271748"/>
                  <a:pt x="1048703" y="273558"/>
                </a:cubicBezTo>
                <a:cubicBezTo>
                  <a:pt x="1045083" y="275463"/>
                  <a:pt x="1040511" y="277749"/>
                  <a:pt x="1040511" y="282702"/>
                </a:cubicBezTo>
                <a:cubicBezTo>
                  <a:pt x="1040511" y="287655"/>
                  <a:pt x="1044988" y="290036"/>
                  <a:pt x="1048703" y="291846"/>
                </a:cubicBezTo>
                <a:cubicBezTo>
                  <a:pt x="1052132" y="293656"/>
                  <a:pt x="1054322" y="294894"/>
                  <a:pt x="1054322" y="296799"/>
                </a:cubicBezTo>
                <a:cubicBezTo>
                  <a:pt x="1054322" y="298704"/>
                  <a:pt x="1052227" y="299942"/>
                  <a:pt x="1048703" y="301752"/>
                </a:cubicBezTo>
                <a:cubicBezTo>
                  <a:pt x="1045083" y="303657"/>
                  <a:pt x="1040511" y="305943"/>
                  <a:pt x="1040511" y="310896"/>
                </a:cubicBezTo>
                <a:cubicBezTo>
                  <a:pt x="1040511" y="315849"/>
                  <a:pt x="1044988" y="318230"/>
                  <a:pt x="1048703" y="320040"/>
                </a:cubicBezTo>
                <a:cubicBezTo>
                  <a:pt x="1052132" y="321850"/>
                  <a:pt x="1054322" y="323088"/>
                  <a:pt x="1054322" y="324993"/>
                </a:cubicBezTo>
                <a:cubicBezTo>
                  <a:pt x="1054322" y="326898"/>
                  <a:pt x="1052227" y="328136"/>
                  <a:pt x="1048703" y="329946"/>
                </a:cubicBezTo>
                <a:cubicBezTo>
                  <a:pt x="1045083" y="331851"/>
                  <a:pt x="1040511" y="334137"/>
                  <a:pt x="1040511" y="339090"/>
                </a:cubicBezTo>
                <a:cubicBezTo>
                  <a:pt x="1040511" y="344043"/>
                  <a:pt x="1044988" y="346424"/>
                  <a:pt x="1048703" y="348329"/>
                </a:cubicBezTo>
                <a:cubicBezTo>
                  <a:pt x="1052132" y="350139"/>
                  <a:pt x="1054322" y="351377"/>
                  <a:pt x="1054322" y="353282"/>
                </a:cubicBezTo>
                <a:cubicBezTo>
                  <a:pt x="1054322" y="355187"/>
                  <a:pt x="1052227" y="356426"/>
                  <a:pt x="1048703" y="358235"/>
                </a:cubicBezTo>
                <a:cubicBezTo>
                  <a:pt x="1045083" y="360140"/>
                  <a:pt x="1040511" y="362426"/>
                  <a:pt x="1040511" y="367475"/>
                </a:cubicBezTo>
                <a:cubicBezTo>
                  <a:pt x="1040511" y="372523"/>
                  <a:pt x="1044988" y="374809"/>
                  <a:pt x="1048703" y="376714"/>
                </a:cubicBezTo>
                <a:cubicBezTo>
                  <a:pt x="1050131" y="377476"/>
                  <a:pt x="1051179" y="378047"/>
                  <a:pt x="1052132" y="378714"/>
                </a:cubicBezTo>
                <a:lnTo>
                  <a:pt x="1045464" y="378714"/>
                </a:lnTo>
                <a:cubicBezTo>
                  <a:pt x="1041940" y="378714"/>
                  <a:pt x="1039082" y="381572"/>
                  <a:pt x="1039082" y="385096"/>
                </a:cubicBezTo>
                <a:lnTo>
                  <a:pt x="1039082" y="395954"/>
                </a:lnTo>
                <a:cubicBezTo>
                  <a:pt x="1039082" y="399479"/>
                  <a:pt x="1041940" y="402336"/>
                  <a:pt x="1045464" y="402336"/>
                </a:cubicBezTo>
                <a:lnTo>
                  <a:pt x="1056323" y="402336"/>
                </a:lnTo>
                <a:cubicBezTo>
                  <a:pt x="1059847" y="402336"/>
                  <a:pt x="1062704" y="399479"/>
                  <a:pt x="1062704" y="395954"/>
                </a:cubicBezTo>
                <a:lnTo>
                  <a:pt x="1062704" y="385096"/>
                </a:lnTo>
                <a:cubicBezTo>
                  <a:pt x="1062704" y="382334"/>
                  <a:pt x="1060990" y="380048"/>
                  <a:pt x="1058513" y="379190"/>
                </a:cubicBezTo>
                <a:cubicBezTo>
                  <a:pt x="1057275" y="375952"/>
                  <a:pt x="1053846" y="374047"/>
                  <a:pt x="1050989" y="372523"/>
                </a:cubicBezTo>
                <a:cubicBezTo>
                  <a:pt x="1047560" y="370713"/>
                  <a:pt x="1045369" y="369475"/>
                  <a:pt x="1045369" y="367570"/>
                </a:cubicBezTo>
                <a:cubicBezTo>
                  <a:pt x="1045369" y="365665"/>
                  <a:pt x="1047464" y="364427"/>
                  <a:pt x="1050989" y="362617"/>
                </a:cubicBezTo>
                <a:cubicBezTo>
                  <a:pt x="1054608" y="360712"/>
                  <a:pt x="1059180" y="358426"/>
                  <a:pt x="1059180" y="353378"/>
                </a:cubicBezTo>
                <a:cubicBezTo>
                  <a:pt x="1059180" y="348329"/>
                  <a:pt x="1054703" y="346043"/>
                  <a:pt x="1050989" y="344138"/>
                </a:cubicBezTo>
                <a:cubicBezTo>
                  <a:pt x="1047560" y="342329"/>
                  <a:pt x="1045369" y="341090"/>
                  <a:pt x="1045369" y="339185"/>
                </a:cubicBezTo>
                <a:cubicBezTo>
                  <a:pt x="1045369" y="337280"/>
                  <a:pt x="1047464" y="336042"/>
                  <a:pt x="1050989" y="334232"/>
                </a:cubicBezTo>
                <a:cubicBezTo>
                  <a:pt x="1054608" y="332327"/>
                  <a:pt x="1059180" y="330041"/>
                  <a:pt x="1059180" y="325088"/>
                </a:cubicBezTo>
                <a:cubicBezTo>
                  <a:pt x="1059180" y="320135"/>
                  <a:pt x="1054703" y="317754"/>
                  <a:pt x="1050989" y="315849"/>
                </a:cubicBezTo>
                <a:cubicBezTo>
                  <a:pt x="1047560" y="314039"/>
                  <a:pt x="1045369" y="312801"/>
                  <a:pt x="1045369" y="310896"/>
                </a:cubicBezTo>
                <a:cubicBezTo>
                  <a:pt x="1045369" y="308991"/>
                  <a:pt x="1047464" y="307753"/>
                  <a:pt x="1050989" y="305943"/>
                </a:cubicBezTo>
                <a:cubicBezTo>
                  <a:pt x="1054608" y="304038"/>
                  <a:pt x="1059180" y="301752"/>
                  <a:pt x="1059180" y="296799"/>
                </a:cubicBezTo>
                <a:cubicBezTo>
                  <a:pt x="1059180" y="291846"/>
                  <a:pt x="1054703" y="289465"/>
                  <a:pt x="1050989" y="287655"/>
                </a:cubicBezTo>
                <a:cubicBezTo>
                  <a:pt x="1047560" y="285845"/>
                  <a:pt x="1045369" y="284607"/>
                  <a:pt x="1045369" y="282702"/>
                </a:cubicBezTo>
                <a:cubicBezTo>
                  <a:pt x="1045369" y="280797"/>
                  <a:pt x="1047464" y="279559"/>
                  <a:pt x="1050989" y="277749"/>
                </a:cubicBezTo>
                <a:cubicBezTo>
                  <a:pt x="1054608" y="275844"/>
                  <a:pt x="1059180" y="273558"/>
                  <a:pt x="1059180" y="268605"/>
                </a:cubicBezTo>
                <a:cubicBezTo>
                  <a:pt x="1059180" y="263652"/>
                  <a:pt x="1054703" y="261271"/>
                  <a:pt x="1050989" y="259461"/>
                </a:cubicBezTo>
                <a:cubicBezTo>
                  <a:pt x="1047560" y="257651"/>
                  <a:pt x="1045464" y="256508"/>
                  <a:pt x="1045464" y="254508"/>
                </a:cubicBezTo>
                <a:cubicBezTo>
                  <a:pt x="1045464" y="252508"/>
                  <a:pt x="1047560" y="251365"/>
                  <a:pt x="1051084" y="249555"/>
                </a:cubicBezTo>
                <a:cubicBezTo>
                  <a:pt x="1054703" y="247650"/>
                  <a:pt x="1059275" y="245364"/>
                  <a:pt x="1059275" y="240411"/>
                </a:cubicBezTo>
                <a:cubicBezTo>
                  <a:pt x="1059275" y="235458"/>
                  <a:pt x="1054799" y="233077"/>
                  <a:pt x="1051084" y="231267"/>
                </a:cubicBezTo>
                <a:cubicBezTo>
                  <a:pt x="1047655" y="229457"/>
                  <a:pt x="1045464" y="228219"/>
                  <a:pt x="1045464" y="226314"/>
                </a:cubicBezTo>
                <a:cubicBezTo>
                  <a:pt x="1045464" y="224409"/>
                  <a:pt x="1047560" y="223171"/>
                  <a:pt x="1051084" y="221361"/>
                </a:cubicBezTo>
                <a:cubicBezTo>
                  <a:pt x="1054703" y="219456"/>
                  <a:pt x="1059275" y="217170"/>
                  <a:pt x="1059275" y="212217"/>
                </a:cubicBezTo>
                <a:cubicBezTo>
                  <a:pt x="1059275" y="207264"/>
                  <a:pt x="1054799" y="204883"/>
                  <a:pt x="1051084" y="203073"/>
                </a:cubicBezTo>
                <a:cubicBezTo>
                  <a:pt x="1047655" y="201263"/>
                  <a:pt x="1045464" y="200025"/>
                  <a:pt x="1045464" y="198120"/>
                </a:cubicBezTo>
                <a:cubicBezTo>
                  <a:pt x="1045464" y="196215"/>
                  <a:pt x="1047560" y="194977"/>
                  <a:pt x="1051084" y="193167"/>
                </a:cubicBezTo>
                <a:cubicBezTo>
                  <a:pt x="1054703" y="191262"/>
                  <a:pt x="1059275" y="188976"/>
                  <a:pt x="1059275" y="184023"/>
                </a:cubicBezTo>
                <a:cubicBezTo>
                  <a:pt x="1059275" y="179070"/>
                  <a:pt x="1054799" y="176689"/>
                  <a:pt x="1051084" y="174879"/>
                </a:cubicBezTo>
                <a:cubicBezTo>
                  <a:pt x="1047655" y="173069"/>
                  <a:pt x="1045464" y="171831"/>
                  <a:pt x="1045464" y="169926"/>
                </a:cubicBezTo>
                <a:cubicBezTo>
                  <a:pt x="1045464" y="168021"/>
                  <a:pt x="1047560" y="166783"/>
                  <a:pt x="1051084" y="164973"/>
                </a:cubicBezTo>
                <a:close/>
                <a:moveTo>
                  <a:pt x="1059371" y="385286"/>
                </a:moveTo>
                <a:lnTo>
                  <a:pt x="1059371" y="396145"/>
                </a:lnTo>
                <a:cubicBezTo>
                  <a:pt x="1059371" y="397955"/>
                  <a:pt x="1057942" y="399383"/>
                  <a:pt x="1056132" y="399383"/>
                </a:cubicBezTo>
                <a:lnTo>
                  <a:pt x="1045274" y="399383"/>
                </a:lnTo>
                <a:cubicBezTo>
                  <a:pt x="1043464" y="399383"/>
                  <a:pt x="1042035" y="397955"/>
                  <a:pt x="1042035" y="396145"/>
                </a:cubicBezTo>
                <a:lnTo>
                  <a:pt x="1042035" y="385286"/>
                </a:lnTo>
                <a:cubicBezTo>
                  <a:pt x="1042035" y="383477"/>
                  <a:pt x="1043464" y="382048"/>
                  <a:pt x="1045274" y="382048"/>
                </a:cubicBezTo>
                <a:lnTo>
                  <a:pt x="1056132" y="382048"/>
                </a:lnTo>
                <a:cubicBezTo>
                  <a:pt x="1057942" y="382048"/>
                  <a:pt x="1059371" y="383477"/>
                  <a:pt x="1059371" y="385286"/>
                </a:cubicBezTo>
                <a:close/>
                <a:moveTo>
                  <a:pt x="649605" y="628364"/>
                </a:moveTo>
                <a:lnTo>
                  <a:pt x="654844" y="624078"/>
                </a:lnTo>
                <a:lnTo>
                  <a:pt x="659416" y="629602"/>
                </a:lnTo>
                <a:lnTo>
                  <a:pt x="654177" y="633889"/>
                </a:lnTo>
                <a:lnTo>
                  <a:pt x="649605" y="628364"/>
                </a:lnTo>
                <a:close/>
                <a:moveTo>
                  <a:pt x="523970" y="4835081"/>
                </a:moveTo>
                <a:lnTo>
                  <a:pt x="528733" y="4835081"/>
                </a:lnTo>
                <a:lnTo>
                  <a:pt x="528733" y="4854988"/>
                </a:lnTo>
                <a:lnTo>
                  <a:pt x="523970" y="4854988"/>
                </a:lnTo>
                <a:lnTo>
                  <a:pt x="523970" y="4835081"/>
                </a:lnTo>
                <a:close/>
                <a:moveTo>
                  <a:pt x="652748" y="5002626"/>
                </a:moveTo>
                <a:lnTo>
                  <a:pt x="647986" y="5002626"/>
                </a:lnTo>
                <a:lnTo>
                  <a:pt x="647986" y="4985099"/>
                </a:lnTo>
                <a:lnTo>
                  <a:pt x="652748" y="4985099"/>
                </a:lnTo>
                <a:lnTo>
                  <a:pt x="652748" y="5002626"/>
                </a:lnTo>
                <a:close/>
                <a:moveTo>
                  <a:pt x="729710" y="4790980"/>
                </a:moveTo>
                <a:cubicBezTo>
                  <a:pt x="726281" y="4787932"/>
                  <a:pt x="721043" y="4788122"/>
                  <a:pt x="717995" y="4791552"/>
                </a:cubicBezTo>
                <a:cubicBezTo>
                  <a:pt x="714947" y="4794980"/>
                  <a:pt x="715137" y="4800219"/>
                  <a:pt x="718566" y="4803267"/>
                </a:cubicBezTo>
                <a:cubicBezTo>
                  <a:pt x="721995" y="4806315"/>
                  <a:pt x="727234" y="4806125"/>
                  <a:pt x="730282" y="4802696"/>
                </a:cubicBezTo>
                <a:cubicBezTo>
                  <a:pt x="731044" y="4801838"/>
                  <a:pt x="731615" y="4800791"/>
                  <a:pt x="731996" y="4799743"/>
                </a:cubicBezTo>
                <a:lnTo>
                  <a:pt x="769429" y="4800410"/>
                </a:lnTo>
                <a:lnTo>
                  <a:pt x="769049" y="4743450"/>
                </a:lnTo>
                <a:lnTo>
                  <a:pt x="681133" y="4639818"/>
                </a:lnTo>
                <a:lnTo>
                  <a:pt x="651701" y="4639818"/>
                </a:lnTo>
                <a:cubicBezTo>
                  <a:pt x="651415" y="4637437"/>
                  <a:pt x="650367" y="4635151"/>
                  <a:pt x="648462" y="4633341"/>
                </a:cubicBezTo>
                <a:cubicBezTo>
                  <a:pt x="644081" y="4629436"/>
                  <a:pt x="637318" y="4629722"/>
                  <a:pt x="633413" y="4634103"/>
                </a:cubicBezTo>
                <a:cubicBezTo>
                  <a:pt x="629507" y="4638485"/>
                  <a:pt x="629793" y="4645247"/>
                  <a:pt x="634175" y="4649153"/>
                </a:cubicBezTo>
                <a:lnTo>
                  <a:pt x="634175" y="4649153"/>
                </a:lnTo>
                <a:cubicBezTo>
                  <a:pt x="636175" y="4650962"/>
                  <a:pt x="638747" y="4651915"/>
                  <a:pt x="641318" y="4651915"/>
                </a:cubicBezTo>
                <a:cubicBezTo>
                  <a:pt x="644271" y="4651915"/>
                  <a:pt x="647129" y="4650772"/>
                  <a:pt x="649224" y="4648391"/>
                </a:cubicBezTo>
                <a:cubicBezTo>
                  <a:pt x="650272" y="4647248"/>
                  <a:pt x="650939" y="4645914"/>
                  <a:pt x="651415" y="4644486"/>
                </a:cubicBezTo>
                <a:lnTo>
                  <a:pt x="678942" y="4644486"/>
                </a:lnTo>
                <a:lnTo>
                  <a:pt x="764286" y="4745165"/>
                </a:lnTo>
                <a:lnTo>
                  <a:pt x="764572" y="4795457"/>
                </a:lnTo>
                <a:lnTo>
                  <a:pt x="731996" y="4794885"/>
                </a:lnTo>
                <a:cubicBezTo>
                  <a:pt x="731615" y="4793361"/>
                  <a:pt x="730949" y="4791932"/>
                  <a:pt x="729710" y="4790885"/>
                </a:cubicBezTo>
                <a:close/>
                <a:moveTo>
                  <a:pt x="645604" y="4645247"/>
                </a:moveTo>
                <a:cubicBezTo>
                  <a:pt x="643414" y="4647629"/>
                  <a:pt x="639699" y="4647819"/>
                  <a:pt x="637223" y="4645629"/>
                </a:cubicBezTo>
                <a:cubicBezTo>
                  <a:pt x="634841" y="4643438"/>
                  <a:pt x="634651" y="4639723"/>
                  <a:pt x="636842" y="4637246"/>
                </a:cubicBezTo>
                <a:cubicBezTo>
                  <a:pt x="637889" y="4636104"/>
                  <a:pt x="639318" y="4635437"/>
                  <a:pt x="640937" y="4635342"/>
                </a:cubicBezTo>
                <a:cubicBezTo>
                  <a:pt x="642461" y="4635151"/>
                  <a:pt x="643985" y="4635818"/>
                  <a:pt x="645224" y="4636865"/>
                </a:cubicBezTo>
                <a:cubicBezTo>
                  <a:pt x="647605" y="4639056"/>
                  <a:pt x="647795" y="4642771"/>
                  <a:pt x="645604" y="4645247"/>
                </a:cubicBezTo>
                <a:close/>
                <a:moveTo>
                  <a:pt x="647986" y="4950143"/>
                </a:moveTo>
                <a:lnTo>
                  <a:pt x="652748" y="4950143"/>
                </a:lnTo>
                <a:lnTo>
                  <a:pt x="652748" y="4967669"/>
                </a:lnTo>
                <a:lnTo>
                  <a:pt x="647986" y="4967669"/>
                </a:lnTo>
                <a:lnTo>
                  <a:pt x="647986" y="4950143"/>
                </a:lnTo>
                <a:close/>
                <a:moveTo>
                  <a:pt x="523970" y="4954810"/>
                </a:moveTo>
                <a:lnTo>
                  <a:pt x="528733" y="4954810"/>
                </a:lnTo>
                <a:lnTo>
                  <a:pt x="528733" y="4974813"/>
                </a:lnTo>
                <a:lnTo>
                  <a:pt x="523970" y="4974813"/>
                </a:lnTo>
                <a:lnTo>
                  <a:pt x="523970" y="4954810"/>
                </a:lnTo>
                <a:close/>
                <a:moveTo>
                  <a:pt x="523970" y="4874990"/>
                </a:moveTo>
                <a:lnTo>
                  <a:pt x="528733" y="4874990"/>
                </a:lnTo>
                <a:lnTo>
                  <a:pt x="528733" y="4894993"/>
                </a:lnTo>
                <a:lnTo>
                  <a:pt x="523970" y="4894993"/>
                </a:lnTo>
                <a:lnTo>
                  <a:pt x="523970" y="4874990"/>
                </a:lnTo>
                <a:close/>
                <a:moveTo>
                  <a:pt x="523970" y="5034725"/>
                </a:moveTo>
                <a:lnTo>
                  <a:pt x="528733" y="5034725"/>
                </a:lnTo>
                <a:lnTo>
                  <a:pt x="528733" y="5054727"/>
                </a:lnTo>
                <a:lnTo>
                  <a:pt x="523970" y="5054727"/>
                </a:lnTo>
                <a:lnTo>
                  <a:pt x="523970" y="5034725"/>
                </a:lnTo>
                <a:close/>
                <a:moveTo>
                  <a:pt x="941165" y="2331053"/>
                </a:moveTo>
                <a:lnTo>
                  <a:pt x="947452" y="2337816"/>
                </a:lnTo>
                <a:lnTo>
                  <a:pt x="942213" y="2342674"/>
                </a:lnTo>
                <a:lnTo>
                  <a:pt x="935927" y="2335911"/>
                </a:lnTo>
                <a:lnTo>
                  <a:pt x="941165" y="2331053"/>
                </a:lnTo>
                <a:close/>
                <a:moveTo>
                  <a:pt x="648081" y="5055108"/>
                </a:moveTo>
                <a:lnTo>
                  <a:pt x="652844" y="5055108"/>
                </a:lnTo>
                <a:lnTo>
                  <a:pt x="652844" y="5072634"/>
                </a:lnTo>
                <a:lnTo>
                  <a:pt x="648081" y="5072634"/>
                </a:lnTo>
                <a:lnTo>
                  <a:pt x="648081" y="5055108"/>
                </a:lnTo>
                <a:close/>
                <a:moveTo>
                  <a:pt x="648081" y="5125022"/>
                </a:moveTo>
                <a:lnTo>
                  <a:pt x="652844" y="5125022"/>
                </a:lnTo>
                <a:lnTo>
                  <a:pt x="652844" y="5142548"/>
                </a:lnTo>
                <a:lnTo>
                  <a:pt x="648081" y="5142548"/>
                </a:lnTo>
                <a:lnTo>
                  <a:pt x="648081" y="5125022"/>
                </a:lnTo>
                <a:close/>
                <a:moveTo>
                  <a:pt x="652844" y="5107496"/>
                </a:moveTo>
                <a:lnTo>
                  <a:pt x="648081" y="5107496"/>
                </a:lnTo>
                <a:lnTo>
                  <a:pt x="648081" y="5089970"/>
                </a:lnTo>
                <a:cubicBezTo>
                  <a:pt x="648081" y="5089970"/>
                  <a:pt x="652844" y="5089970"/>
                  <a:pt x="652844" y="5089970"/>
                </a:cubicBezTo>
                <a:lnTo>
                  <a:pt x="652844" y="5107496"/>
                </a:lnTo>
                <a:close/>
                <a:moveTo>
                  <a:pt x="647986" y="4915186"/>
                </a:moveTo>
                <a:lnTo>
                  <a:pt x="652748" y="4915186"/>
                </a:lnTo>
                <a:lnTo>
                  <a:pt x="652748" y="4932712"/>
                </a:lnTo>
                <a:cubicBezTo>
                  <a:pt x="652748" y="4932712"/>
                  <a:pt x="647986" y="4932712"/>
                  <a:pt x="647986" y="4932712"/>
                </a:cubicBezTo>
                <a:lnTo>
                  <a:pt x="647986" y="4915186"/>
                </a:lnTo>
                <a:close/>
                <a:moveTo>
                  <a:pt x="652844" y="5037582"/>
                </a:moveTo>
                <a:lnTo>
                  <a:pt x="648081" y="5037582"/>
                </a:lnTo>
                <a:lnTo>
                  <a:pt x="648081" y="5020151"/>
                </a:lnTo>
                <a:lnTo>
                  <a:pt x="652844" y="5020151"/>
                </a:lnTo>
                <a:lnTo>
                  <a:pt x="652844" y="5037582"/>
                </a:lnTo>
                <a:close/>
                <a:moveTo>
                  <a:pt x="652748" y="4897755"/>
                </a:moveTo>
                <a:lnTo>
                  <a:pt x="647986" y="4897755"/>
                </a:lnTo>
                <a:lnTo>
                  <a:pt x="647986" y="4880324"/>
                </a:lnTo>
                <a:lnTo>
                  <a:pt x="652748" y="4880324"/>
                </a:lnTo>
                <a:lnTo>
                  <a:pt x="652748" y="4897755"/>
                </a:lnTo>
                <a:close/>
                <a:moveTo>
                  <a:pt x="458534" y="4890231"/>
                </a:moveTo>
                <a:lnTo>
                  <a:pt x="463296" y="4890231"/>
                </a:lnTo>
                <a:lnTo>
                  <a:pt x="463296" y="4909185"/>
                </a:lnTo>
                <a:lnTo>
                  <a:pt x="458534" y="4909185"/>
                </a:lnTo>
                <a:lnTo>
                  <a:pt x="458534" y="4890231"/>
                </a:lnTo>
                <a:close/>
                <a:moveTo>
                  <a:pt x="458534" y="5042154"/>
                </a:moveTo>
                <a:lnTo>
                  <a:pt x="463296" y="5042154"/>
                </a:lnTo>
                <a:lnTo>
                  <a:pt x="463296" y="5061109"/>
                </a:lnTo>
                <a:lnTo>
                  <a:pt x="458534" y="5061109"/>
                </a:lnTo>
                <a:lnTo>
                  <a:pt x="458534" y="5042154"/>
                </a:lnTo>
                <a:close/>
                <a:moveTo>
                  <a:pt x="548926" y="4757643"/>
                </a:moveTo>
                <a:lnTo>
                  <a:pt x="473297" y="4758023"/>
                </a:lnTo>
                <a:lnTo>
                  <a:pt x="424625" y="4793076"/>
                </a:lnTo>
                <a:lnTo>
                  <a:pt x="265176" y="4793076"/>
                </a:lnTo>
                <a:lnTo>
                  <a:pt x="232124" y="4768882"/>
                </a:lnTo>
                <a:lnTo>
                  <a:pt x="160306" y="4768882"/>
                </a:lnTo>
                <a:cubicBezTo>
                  <a:pt x="160306" y="4768882"/>
                  <a:pt x="123635" y="4811363"/>
                  <a:pt x="123635" y="4811363"/>
                </a:cubicBezTo>
                <a:lnTo>
                  <a:pt x="95" y="4811363"/>
                </a:lnTo>
                <a:lnTo>
                  <a:pt x="95" y="4801838"/>
                </a:lnTo>
                <a:lnTo>
                  <a:pt x="119348" y="4801838"/>
                </a:lnTo>
                <a:lnTo>
                  <a:pt x="156020" y="4759357"/>
                </a:lnTo>
                <a:lnTo>
                  <a:pt x="235363" y="4759357"/>
                </a:lnTo>
                <a:cubicBezTo>
                  <a:pt x="235363" y="4759357"/>
                  <a:pt x="268415" y="4783551"/>
                  <a:pt x="268415" y="4783551"/>
                </a:cubicBezTo>
                <a:lnTo>
                  <a:pt x="421672" y="4783551"/>
                </a:lnTo>
                <a:lnTo>
                  <a:pt x="470249" y="4748498"/>
                </a:lnTo>
                <a:lnTo>
                  <a:pt x="552260" y="4748118"/>
                </a:lnTo>
                <a:lnTo>
                  <a:pt x="577691" y="4767929"/>
                </a:lnTo>
                <a:lnTo>
                  <a:pt x="633127" y="4767929"/>
                </a:lnTo>
                <a:cubicBezTo>
                  <a:pt x="633508" y="4767263"/>
                  <a:pt x="633794" y="4766501"/>
                  <a:pt x="634365" y="4765929"/>
                </a:cubicBezTo>
                <a:cubicBezTo>
                  <a:pt x="638270" y="4761548"/>
                  <a:pt x="645033" y="4761262"/>
                  <a:pt x="649415" y="4765167"/>
                </a:cubicBezTo>
                <a:cubicBezTo>
                  <a:pt x="653796" y="4769168"/>
                  <a:pt x="654082" y="4775835"/>
                  <a:pt x="650177" y="4780217"/>
                </a:cubicBezTo>
                <a:cubicBezTo>
                  <a:pt x="646176" y="4784598"/>
                  <a:pt x="639509" y="4784884"/>
                  <a:pt x="635127" y="4780979"/>
                </a:cubicBezTo>
                <a:cubicBezTo>
                  <a:pt x="633984" y="4779931"/>
                  <a:pt x="633222" y="4778788"/>
                  <a:pt x="632555" y="4777454"/>
                </a:cubicBezTo>
                <a:lnTo>
                  <a:pt x="574453" y="4777454"/>
                </a:lnTo>
                <a:lnTo>
                  <a:pt x="549021" y="4757643"/>
                </a:lnTo>
                <a:close/>
                <a:moveTo>
                  <a:pt x="1346359" y="4778979"/>
                </a:moveTo>
                <a:lnTo>
                  <a:pt x="1345597" y="4898708"/>
                </a:lnTo>
                <a:lnTo>
                  <a:pt x="1338548" y="4898708"/>
                </a:lnTo>
                <a:cubicBezTo>
                  <a:pt x="1337405" y="4893278"/>
                  <a:pt x="1332738" y="4889088"/>
                  <a:pt x="1326928" y="4889088"/>
                </a:cubicBezTo>
                <a:cubicBezTo>
                  <a:pt x="1321118" y="4889088"/>
                  <a:pt x="1316450" y="4893374"/>
                  <a:pt x="1315307" y="4898898"/>
                </a:cubicBezTo>
                <a:lnTo>
                  <a:pt x="1243965" y="4899089"/>
                </a:lnTo>
                <a:lnTo>
                  <a:pt x="1214247" y="4871180"/>
                </a:lnTo>
                <a:lnTo>
                  <a:pt x="1069181" y="4870799"/>
                </a:lnTo>
                <a:lnTo>
                  <a:pt x="1068324" y="4870799"/>
                </a:lnTo>
                <a:lnTo>
                  <a:pt x="1037273" y="4895755"/>
                </a:lnTo>
                <a:lnTo>
                  <a:pt x="914972" y="4895374"/>
                </a:lnTo>
                <a:cubicBezTo>
                  <a:pt x="913829" y="4889849"/>
                  <a:pt x="909161" y="4885658"/>
                  <a:pt x="903351" y="4885658"/>
                </a:cubicBezTo>
                <a:cubicBezTo>
                  <a:pt x="897541" y="4885658"/>
                  <a:pt x="892874" y="4889945"/>
                  <a:pt x="891731" y="4895469"/>
                </a:cubicBezTo>
                <a:lnTo>
                  <a:pt x="844010" y="4895659"/>
                </a:lnTo>
                <a:lnTo>
                  <a:pt x="790194" y="4835462"/>
                </a:lnTo>
                <a:lnTo>
                  <a:pt x="664274" y="4835462"/>
                </a:lnTo>
                <a:cubicBezTo>
                  <a:pt x="663416" y="4832604"/>
                  <a:pt x="661702" y="4829842"/>
                  <a:pt x="659035" y="4827937"/>
                </a:cubicBezTo>
                <a:cubicBezTo>
                  <a:pt x="656463" y="4826032"/>
                  <a:pt x="653510" y="4825175"/>
                  <a:pt x="650558" y="4825175"/>
                </a:cubicBezTo>
                <a:cubicBezTo>
                  <a:pt x="646176" y="4825175"/>
                  <a:pt x="641795" y="4827175"/>
                  <a:pt x="638937" y="4830985"/>
                </a:cubicBezTo>
                <a:cubicBezTo>
                  <a:pt x="634270" y="4837367"/>
                  <a:pt x="635603" y="4846320"/>
                  <a:pt x="641985" y="4850987"/>
                </a:cubicBezTo>
                <a:cubicBezTo>
                  <a:pt x="643795" y="4852321"/>
                  <a:pt x="645890" y="4853178"/>
                  <a:pt x="648081" y="4853464"/>
                </a:cubicBezTo>
                <a:lnTo>
                  <a:pt x="648081" y="4862703"/>
                </a:lnTo>
                <a:lnTo>
                  <a:pt x="652844" y="4862703"/>
                </a:lnTo>
                <a:lnTo>
                  <a:pt x="652844" y="4853464"/>
                </a:lnTo>
                <a:cubicBezTo>
                  <a:pt x="656558" y="4852797"/>
                  <a:pt x="659797" y="4850892"/>
                  <a:pt x="661988" y="4847844"/>
                </a:cubicBezTo>
                <a:cubicBezTo>
                  <a:pt x="663702" y="4845463"/>
                  <a:pt x="664559" y="4842796"/>
                  <a:pt x="664750" y="4840129"/>
                </a:cubicBezTo>
                <a:lnTo>
                  <a:pt x="787908" y="4840129"/>
                </a:lnTo>
                <a:cubicBezTo>
                  <a:pt x="787908" y="4840129"/>
                  <a:pt x="841724" y="4900327"/>
                  <a:pt x="841724" y="4900327"/>
                </a:cubicBezTo>
                <a:lnTo>
                  <a:pt x="891540" y="4900041"/>
                </a:lnTo>
                <a:cubicBezTo>
                  <a:pt x="892683" y="4905566"/>
                  <a:pt x="897350" y="4909757"/>
                  <a:pt x="903161" y="4909757"/>
                </a:cubicBezTo>
                <a:cubicBezTo>
                  <a:pt x="908971" y="4909757"/>
                  <a:pt x="913638" y="4905566"/>
                  <a:pt x="914781" y="4900041"/>
                </a:cubicBezTo>
                <a:lnTo>
                  <a:pt x="1037939" y="4900422"/>
                </a:lnTo>
                <a:lnTo>
                  <a:pt x="1038797" y="4900422"/>
                </a:lnTo>
                <a:lnTo>
                  <a:pt x="1069848" y="4875467"/>
                </a:lnTo>
                <a:lnTo>
                  <a:pt x="1212247" y="4875848"/>
                </a:lnTo>
                <a:lnTo>
                  <a:pt x="1241965" y="4903756"/>
                </a:lnTo>
                <a:lnTo>
                  <a:pt x="1315117" y="4903565"/>
                </a:lnTo>
                <a:cubicBezTo>
                  <a:pt x="1316260" y="4909090"/>
                  <a:pt x="1320927" y="4913281"/>
                  <a:pt x="1326737" y="4913281"/>
                </a:cubicBezTo>
                <a:cubicBezTo>
                  <a:pt x="1332548" y="4913281"/>
                  <a:pt x="1337310" y="4908995"/>
                  <a:pt x="1338358" y="4903470"/>
                </a:cubicBezTo>
                <a:lnTo>
                  <a:pt x="1347788" y="4903470"/>
                </a:lnTo>
                <a:cubicBezTo>
                  <a:pt x="1349121" y="4903375"/>
                  <a:pt x="1350169" y="4902327"/>
                  <a:pt x="1350169" y="4900994"/>
                </a:cubicBezTo>
                <a:lnTo>
                  <a:pt x="1350931" y="4779740"/>
                </a:lnTo>
                <a:lnTo>
                  <a:pt x="1389221" y="4733925"/>
                </a:lnTo>
                <a:cubicBezTo>
                  <a:pt x="1389793" y="4734306"/>
                  <a:pt x="1390460" y="4734592"/>
                  <a:pt x="1391126" y="4734878"/>
                </a:cubicBezTo>
                <a:cubicBezTo>
                  <a:pt x="1392460" y="4735354"/>
                  <a:pt x="1393889" y="4735545"/>
                  <a:pt x="1395317" y="4735545"/>
                </a:cubicBezTo>
                <a:cubicBezTo>
                  <a:pt x="1400556" y="4735545"/>
                  <a:pt x="1405414" y="4732306"/>
                  <a:pt x="1407224" y="4727067"/>
                </a:cubicBezTo>
                <a:cubicBezTo>
                  <a:pt x="1408367" y="4723924"/>
                  <a:pt x="1408176" y="4720495"/>
                  <a:pt x="1406652" y="4717447"/>
                </a:cubicBezTo>
                <a:cubicBezTo>
                  <a:pt x="1405223" y="4714399"/>
                  <a:pt x="1402652" y="4712113"/>
                  <a:pt x="1399413" y="4710970"/>
                </a:cubicBezTo>
                <a:cubicBezTo>
                  <a:pt x="1396175" y="4709827"/>
                  <a:pt x="1392841" y="4710018"/>
                  <a:pt x="1389793" y="4711542"/>
                </a:cubicBezTo>
                <a:cubicBezTo>
                  <a:pt x="1386745" y="4712970"/>
                  <a:pt x="1384459" y="4715542"/>
                  <a:pt x="1383316" y="4718780"/>
                </a:cubicBezTo>
                <a:cubicBezTo>
                  <a:pt x="1381792" y="4723067"/>
                  <a:pt x="1382840" y="4727639"/>
                  <a:pt x="1385507" y="4730877"/>
                </a:cubicBezTo>
                <a:lnTo>
                  <a:pt x="1346645" y="4777359"/>
                </a:lnTo>
                <a:cubicBezTo>
                  <a:pt x="1346645" y="4777359"/>
                  <a:pt x="1346073" y="4778312"/>
                  <a:pt x="1346073" y="4778883"/>
                </a:cubicBezTo>
                <a:close/>
                <a:moveTo>
                  <a:pt x="659797" y="4846415"/>
                </a:moveTo>
                <a:cubicBezTo>
                  <a:pt x="657987" y="4848892"/>
                  <a:pt x="655225" y="4850606"/>
                  <a:pt x="652177" y="4851083"/>
                </a:cubicBezTo>
                <a:cubicBezTo>
                  <a:pt x="651605" y="4851083"/>
                  <a:pt x="650939" y="4851178"/>
                  <a:pt x="650367" y="4851178"/>
                </a:cubicBezTo>
                <a:cubicBezTo>
                  <a:pt x="647891" y="4851178"/>
                  <a:pt x="645509" y="4850416"/>
                  <a:pt x="643509" y="4848892"/>
                </a:cubicBezTo>
                <a:cubicBezTo>
                  <a:pt x="638270" y="4845082"/>
                  <a:pt x="637223" y="4837748"/>
                  <a:pt x="641033" y="4832509"/>
                </a:cubicBezTo>
                <a:cubicBezTo>
                  <a:pt x="644843" y="4827365"/>
                  <a:pt x="652177" y="4826222"/>
                  <a:pt x="657416" y="4830032"/>
                </a:cubicBezTo>
                <a:cubicBezTo>
                  <a:pt x="659892" y="4831842"/>
                  <a:pt x="661607" y="4834604"/>
                  <a:pt x="662083" y="4837653"/>
                </a:cubicBezTo>
                <a:cubicBezTo>
                  <a:pt x="662559" y="4840701"/>
                  <a:pt x="661797" y="4843844"/>
                  <a:pt x="659987" y="4846320"/>
                </a:cubicBezTo>
                <a:close/>
                <a:moveTo>
                  <a:pt x="903161" y="4905090"/>
                </a:moveTo>
                <a:cubicBezTo>
                  <a:pt x="899065" y="4905090"/>
                  <a:pt x="895826" y="4901756"/>
                  <a:pt x="895826" y="4897755"/>
                </a:cubicBezTo>
                <a:cubicBezTo>
                  <a:pt x="895826" y="4893755"/>
                  <a:pt x="899160" y="4890421"/>
                  <a:pt x="903161" y="4890421"/>
                </a:cubicBezTo>
                <a:cubicBezTo>
                  <a:pt x="907161" y="4890421"/>
                  <a:pt x="910495" y="4893755"/>
                  <a:pt x="910495" y="4897755"/>
                </a:cubicBezTo>
                <a:cubicBezTo>
                  <a:pt x="910495" y="4901756"/>
                  <a:pt x="907161" y="4905090"/>
                  <a:pt x="903161" y="4905090"/>
                </a:cubicBezTo>
                <a:close/>
                <a:moveTo>
                  <a:pt x="1326832" y="4908614"/>
                </a:moveTo>
                <a:cubicBezTo>
                  <a:pt x="1322737" y="4908614"/>
                  <a:pt x="1319498" y="4905280"/>
                  <a:pt x="1319498" y="4901279"/>
                </a:cubicBezTo>
                <a:cubicBezTo>
                  <a:pt x="1319498" y="4897279"/>
                  <a:pt x="1322832" y="4893945"/>
                  <a:pt x="1326832" y="4893945"/>
                </a:cubicBezTo>
                <a:cubicBezTo>
                  <a:pt x="1330833" y="4893945"/>
                  <a:pt x="1334167" y="4897279"/>
                  <a:pt x="1334167" y="4901279"/>
                </a:cubicBezTo>
                <a:cubicBezTo>
                  <a:pt x="1334167" y="4905280"/>
                  <a:pt x="1330833" y="4908614"/>
                  <a:pt x="1326832" y="4908614"/>
                </a:cubicBezTo>
                <a:close/>
                <a:moveTo>
                  <a:pt x="1388078" y="4720495"/>
                </a:moveTo>
                <a:cubicBezTo>
                  <a:pt x="1388745" y="4718495"/>
                  <a:pt x="1390174" y="4716876"/>
                  <a:pt x="1392079" y="4716018"/>
                </a:cubicBezTo>
                <a:cubicBezTo>
                  <a:pt x="1393127" y="4715542"/>
                  <a:pt x="1394270" y="4715256"/>
                  <a:pt x="1395508" y="4715256"/>
                </a:cubicBezTo>
                <a:cubicBezTo>
                  <a:pt x="1396365" y="4715256"/>
                  <a:pt x="1397318" y="4715447"/>
                  <a:pt x="1398080" y="4715732"/>
                </a:cubicBezTo>
                <a:cubicBezTo>
                  <a:pt x="1402175" y="4717161"/>
                  <a:pt x="1404366" y="4721638"/>
                  <a:pt x="1402937" y="4725734"/>
                </a:cubicBezTo>
                <a:cubicBezTo>
                  <a:pt x="1402271" y="4727734"/>
                  <a:pt x="1400842" y="4729353"/>
                  <a:pt x="1398937" y="4730211"/>
                </a:cubicBezTo>
                <a:cubicBezTo>
                  <a:pt x="1397032" y="4731068"/>
                  <a:pt x="1394936" y="4731258"/>
                  <a:pt x="1392936" y="4730592"/>
                </a:cubicBezTo>
                <a:cubicBezTo>
                  <a:pt x="1388840" y="4729163"/>
                  <a:pt x="1386650" y="4724686"/>
                  <a:pt x="1388078" y="4720590"/>
                </a:cubicBezTo>
                <a:close/>
                <a:moveTo>
                  <a:pt x="458534" y="4966145"/>
                </a:moveTo>
                <a:lnTo>
                  <a:pt x="463296" y="4966145"/>
                </a:lnTo>
                <a:lnTo>
                  <a:pt x="463296" y="4985099"/>
                </a:lnTo>
                <a:lnTo>
                  <a:pt x="458534" y="4985099"/>
                </a:lnTo>
                <a:lnTo>
                  <a:pt x="458534" y="4966145"/>
                </a:lnTo>
                <a:close/>
                <a:moveTo>
                  <a:pt x="463296" y="5023104"/>
                </a:moveTo>
                <a:lnTo>
                  <a:pt x="458534" y="5023104"/>
                </a:lnTo>
                <a:lnTo>
                  <a:pt x="458534" y="5004149"/>
                </a:lnTo>
                <a:lnTo>
                  <a:pt x="463296" y="5004149"/>
                </a:lnTo>
                <a:lnTo>
                  <a:pt x="463296" y="5023104"/>
                </a:lnTo>
                <a:close/>
                <a:moveTo>
                  <a:pt x="463296" y="4947190"/>
                </a:moveTo>
                <a:lnTo>
                  <a:pt x="458534" y="4947190"/>
                </a:lnTo>
                <a:lnTo>
                  <a:pt x="458534" y="4928235"/>
                </a:lnTo>
                <a:lnTo>
                  <a:pt x="463296" y="4928235"/>
                </a:lnTo>
                <a:lnTo>
                  <a:pt x="463296" y="4947190"/>
                </a:lnTo>
                <a:close/>
                <a:moveTo>
                  <a:pt x="458534" y="4852226"/>
                </a:moveTo>
                <a:lnTo>
                  <a:pt x="463296" y="4852226"/>
                </a:lnTo>
                <a:lnTo>
                  <a:pt x="463296" y="4871180"/>
                </a:lnTo>
                <a:lnTo>
                  <a:pt x="458534" y="4871180"/>
                </a:lnTo>
                <a:lnTo>
                  <a:pt x="458534" y="4852226"/>
                </a:lnTo>
                <a:close/>
                <a:moveTo>
                  <a:pt x="528733" y="4934903"/>
                </a:moveTo>
                <a:lnTo>
                  <a:pt x="523970" y="4934903"/>
                </a:lnTo>
                <a:lnTo>
                  <a:pt x="523970" y="4914995"/>
                </a:lnTo>
                <a:lnTo>
                  <a:pt x="528733" y="4914995"/>
                </a:lnTo>
                <a:lnTo>
                  <a:pt x="528733" y="4934903"/>
                </a:lnTo>
                <a:close/>
                <a:moveTo>
                  <a:pt x="534829" y="4780217"/>
                </a:moveTo>
                <a:cubicBezTo>
                  <a:pt x="532257" y="4778312"/>
                  <a:pt x="529304" y="4777454"/>
                  <a:pt x="526352" y="4777454"/>
                </a:cubicBezTo>
                <a:cubicBezTo>
                  <a:pt x="521970" y="4777454"/>
                  <a:pt x="517589" y="4779455"/>
                  <a:pt x="514731" y="4783265"/>
                </a:cubicBezTo>
                <a:cubicBezTo>
                  <a:pt x="510064" y="4789646"/>
                  <a:pt x="511397" y="4798600"/>
                  <a:pt x="517779" y="4803267"/>
                </a:cubicBezTo>
                <a:cubicBezTo>
                  <a:pt x="519589" y="4804601"/>
                  <a:pt x="521684" y="4805458"/>
                  <a:pt x="523875" y="4805744"/>
                </a:cubicBezTo>
                <a:lnTo>
                  <a:pt x="523875" y="4814983"/>
                </a:lnTo>
                <a:lnTo>
                  <a:pt x="528638" y="4814983"/>
                </a:lnTo>
                <a:lnTo>
                  <a:pt x="528638" y="4805744"/>
                </a:lnTo>
                <a:cubicBezTo>
                  <a:pt x="532352" y="4805077"/>
                  <a:pt x="535591" y="4803172"/>
                  <a:pt x="537782" y="4800124"/>
                </a:cubicBezTo>
                <a:cubicBezTo>
                  <a:pt x="542449" y="4793742"/>
                  <a:pt x="541115" y="4784789"/>
                  <a:pt x="534734" y="4780121"/>
                </a:cubicBezTo>
                <a:close/>
                <a:moveTo>
                  <a:pt x="528161" y="4803362"/>
                </a:moveTo>
                <a:cubicBezTo>
                  <a:pt x="527590" y="4803362"/>
                  <a:pt x="526923" y="4803458"/>
                  <a:pt x="526352" y="4803458"/>
                </a:cubicBezTo>
                <a:cubicBezTo>
                  <a:pt x="523875" y="4803458"/>
                  <a:pt x="521494" y="4802696"/>
                  <a:pt x="519494" y="4801172"/>
                </a:cubicBezTo>
                <a:cubicBezTo>
                  <a:pt x="514255" y="4797362"/>
                  <a:pt x="513207" y="4790028"/>
                  <a:pt x="517017" y="4784789"/>
                </a:cubicBezTo>
                <a:cubicBezTo>
                  <a:pt x="520827" y="4779645"/>
                  <a:pt x="528161" y="4778502"/>
                  <a:pt x="533400" y="4782312"/>
                </a:cubicBezTo>
                <a:cubicBezTo>
                  <a:pt x="535877" y="4784122"/>
                  <a:pt x="537591" y="4786884"/>
                  <a:pt x="538067" y="4789932"/>
                </a:cubicBezTo>
                <a:cubicBezTo>
                  <a:pt x="538544" y="4792980"/>
                  <a:pt x="537782" y="4796123"/>
                  <a:pt x="535972" y="4798600"/>
                </a:cubicBezTo>
                <a:cubicBezTo>
                  <a:pt x="534162" y="4801077"/>
                  <a:pt x="531400" y="4802791"/>
                  <a:pt x="528352" y="4803267"/>
                </a:cubicBezTo>
                <a:close/>
                <a:moveTo>
                  <a:pt x="528733" y="5134451"/>
                </a:moveTo>
                <a:lnTo>
                  <a:pt x="523970" y="5134451"/>
                </a:lnTo>
                <a:lnTo>
                  <a:pt x="523970" y="5114449"/>
                </a:lnTo>
                <a:lnTo>
                  <a:pt x="528733" y="5114449"/>
                </a:lnTo>
                <a:lnTo>
                  <a:pt x="528733" y="5134451"/>
                </a:lnTo>
                <a:close/>
                <a:moveTo>
                  <a:pt x="528733" y="5014722"/>
                </a:moveTo>
                <a:lnTo>
                  <a:pt x="523970" y="5014722"/>
                </a:lnTo>
                <a:lnTo>
                  <a:pt x="523970" y="4994815"/>
                </a:lnTo>
                <a:lnTo>
                  <a:pt x="528733" y="4994815"/>
                </a:lnTo>
                <a:lnTo>
                  <a:pt x="528733" y="5014722"/>
                </a:lnTo>
                <a:close/>
                <a:moveTo>
                  <a:pt x="528733" y="5094542"/>
                </a:moveTo>
                <a:lnTo>
                  <a:pt x="523970" y="5094542"/>
                </a:lnTo>
                <a:lnTo>
                  <a:pt x="523970" y="5074635"/>
                </a:lnTo>
                <a:lnTo>
                  <a:pt x="528733" y="5074635"/>
                </a:lnTo>
                <a:lnTo>
                  <a:pt x="528733" y="5094542"/>
                </a:lnTo>
                <a:close/>
                <a:moveTo>
                  <a:pt x="1101947" y="2593848"/>
                </a:moveTo>
                <a:cubicBezTo>
                  <a:pt x="1094518" y="2596992"/>
                  <a:pt x="1091089" y="2605469"/>
                  <a:pt x="1094137" y="2612898"/>
                </a:cubicBezTo>
                <a:cubicBezTo>
                  <a:pt x="1095661" y="2616518"/>
                  <a:pt x="1098423" y="2619280"/>
                  <a:pt x="1102043" y="2620709"/>
                </a:cubicBezTo>
                <a:cubicBezTo>
                  <a:pt x="1103852" y="2621471"/>
                  <a:pt x="1105662" y="2621756"/>
                  <a:pt x="1107567" y="2621756"/>
                </a:cubicBezTo>
                <a:cubicBezTo>
                  <a:pt x="1109472" y="2621756"/>
                  <a:pt x="1111377" y="2621375"/>
                  <a:pt x="1113187" y="2620613"/>
                </a:cubicBezTo>
                <a:cubicBezTo>
                  <a:pt x="1120616" y="2617470"/>
                  <a:pt x="1124045" y="2608993"/>
                  <a:pt x="1120997" y="2601563"/>
                </a:cubicBezTo>
                <a:cubicBezTo>
                  <a:pt x="1120712" y="2600897"/>
                  <a:pt x="1120331" y="2600230"/>
                  <a:pt x="1119950" y="2599563"/>
                </a:cubicBezTo>
                <a:lnTo>
                  <a:pt x="1193959" y="2540413"/>
                </a:lnTo>
                <a:lnTo>
                  <a:pt x="1221296" y="2540603"/>
                </a:lnTo>
                <a:lnTo>
                  <a:pt x="1319117" y="2458974"/>
                </a:lnTo>
                <a:lnTo>
                  <a:pt x="1326452" y="2458974"/>
                </a:lnTo>
                <a:cubicBezTo>
                  <a:pt x="1326737" y="2463546"/>
                  <a:pt x="1330452" y="2467166"/>
                  <a:pt x="1335024" y="2467166"/>
                </a:cubicBezTo>
                <a:lnTo>
                  <a:pt x="1361980" y="2467166"/>
                </a:lnTo>
                <a:cubicBezTo>
                  <a:pt x="1366742" y="2467166"/>
                  <a:pt x="1370648" y="2463260"/>
                  <a:pt x="1370648" y="2458498"/>
                </a:cubicBezTo>
                <a:lnTo>
                  <a:pt x="1370648" y="2450687"/>
                </a:lnTo>
                <a:cubicBezTo>
                  <a:pt x="1370648" y="2445925"/>
                  <a:pt x="1366742" y="2441924"/>
                  <a:pt x="1361980" y="2441924"/>
                </a:cubicBezTo>
                <a:lnTo>
                  <a:pt x="1335024" y="2441924"/>
                </a:lnTo>
                <a:cubicBezTo>
                  <a:pt x="1330262" y="2441924"/>
                  <a:pt x="1326261" y="2445830"/>
                  <a:pt x="1326261" y="2450687"/>
                </a:cubicBezTo>
                <a:lnTo>
                  <a:pt x="1326261" y="2454307"/>
                </a:lnTo>
                <a:lnTo>
                  <a:pt x="1317307" y="2454307"/>
                </a:lnTo>
                <a:lnTo>
                  <a:pt x="1219486" y="2535936"/>
                </a:lnTo>
                <a:lnTo>
                  <a:pt x="1192244" y="2535746"/>
                </a:lnTo>
                <a:lnTo>
                  <a:pt x="1116806" y="2596039"/>
                </a:lnTo>
                <a:cubicBezTo>
                  <a:pt x="1112806" y="2592800"/>
                  <a:pt x="1107091" y="2591657"/>
                  <a:pt x="1102043" y="2593848"/>
                </a:cubicBezTo>
                <a:close/>
                <a:moveTo>
                  <a:pt x="1331024" y="2450687"/>
                </a:moveTo>
                <a:cubicBezTo>
                  <a:pt x="1331024" y="2448497"/>
                  <a:pt x="1332833" y="2446687"/>
                  <a:pt x="1335024" y="2446687"/>
                </a:cubicBezTo>
                <a:lnTo>
                  <a:pt x="1361980" y="2446687"/>
                </a:lnTo>
                <a:cubicBezTo>
                  <a:pt x="1364171" y="2446687"/>
                  <a:pt x="1365885" y="2448497"/>
                  <a:pt x="1365885" y="2450687"/>
                </a:cubicBezTo>
                <a:lnTo>
                  <a:pt x="1365885" y="2458498"/>
                </a:lnTo>
                <a:cubicBezTo>
                  <a:pt x="1365885" y="2460688"/>
                  <a:pt x="1364075" y="2462403"/>
                  <a:pt x="1361980" y="2462403"/>
                </a:cubicBezTo>
                <a:lnTo>
                  <a:pt x="1335024" y="2462403"/>
                </a:lnTo>
                <a:cubicBezTo>
                  <a:pt x="1332833" y="2462403"/>
                  <a:pt x="1331024" y="2460593"/>
                  <a:pt x="1331024" y="2458498"/>
                </a:cubicBezTo>
                <a:lnTo>
                  <a:pt x="1331024" y="2450687"/>
                </a:lnTo>
                <a:close/>
                <a:moveTo>
                  <a:pt x="1111377" y="2616232"/>
                </a:moveTo>
                <a:cubicBezTo>
                  <a:pt x="1108996" y="2617280"/>
                  <a:pt x="1106329" y="2617280"/>
                  <a:pt x="1103852" y="2616232"/>
                </a:cubicBezTo>
                <a:cubicBezTo>
                  <a:pt x="1101471" y="2615279"/>
                  <a:pt x="1099566" y="2613374"/>
                  <a:pt x="1098518" y="2610993"/>
                </a:cubicBezTo>
                <a:cubicBezTo>
                  <a:pt x="1096423" y="2606040"/>
                  <a:pt x="1098804" y="2600230"/>
                  <a:pt x="1103757" y="2598134"/>
                </a:cubicBezTo>
                <a:cubicBezTo>
                  <a:pt x="1104995" y="2597658"/>
                  <a:pt x="1106234" y="2597372"/>
                  <a:pt x="1107567" y="2597372"/>
                </a:cubicBezTo>
                <a:cubicBezTo>
                  <a:pt x="1111377" y="2597372"/>
                  <a:pt x="1114997" y="2599659"/>
                  <a:pt x="1116616" y="2603373"/>
                </a:cubicBezTo>
                <a:cubicBezTo>
                  <a:pt x="1118711" y="2608326"/>
                  <a:pt x="1116330" y="2614041"/>
                  <a:pt x="1111377" y="2616137"/>
                </a:cubicBezTo>
                <a:close/>
                <a:moveTo>
                  <a:pt x="533400" y="4791837"/>
                </a:moveTo>
                <a:cubicBezTo>
                  <a:pt x="533400" y="4795743"/>
                  <a:pt x="530257" y="4798886"/>
                  <a:pt x="526352" y="4798886"/>
                </a:cubicBezTo>
                <a:cubicBezTo>
                  <a:pt x="522446" y="4798886"/>
                  <a:pt x="519303" y="4795743"/>
                  <a:pt x="519303" y="4791837"/>
                </a:cubicBezTo>
                <a:cubicBezTo>
                  <a:pt x="519303" y="4787932"/>
                  <a:pt x="522446" y="4784789"/>
                  <a:pt x="526352" y="4784789"/>
                </a:cubicBezTo>
                <a:cubicBezTo>
                  <a:pt x="530257" y="4784789"/>
                  <a:pt x="533400" y="4787932"/>
                  <a:pt x="533400" y="4791837"/>
                </a:cubicBezTo>
                <a:close/>
                <a:moveTo>
                  <a:pt x="223838" y="1475518"/>
                </a:moveTo>
                <a:lnTo>
                  <a:pt x="208217" y="1461326"/>
                </a:lnTo>
                <a:lnTo>
                  <a:pt x="128492" y="1461326"/>
                </a:lnTo>
                <a:cubicBezTo>
                  <a:pt x="128492" y="1461326"/>
                  <a:pt x="104870" y="1478375"/>
                  <a:pt x="104870" y="1478375"/>
                </a:cubicBezTo>
                <a:cubicBezTo>
                  <a:pt x="104204" y="1478090"/>
                  <a:pt x="103442" y="1477804"/>
                  <a:pt x="102680" y="1477804"/>
                </a:cubicBezTo>
                <a:lnTo>
                  <a:pt x="78867" y="1477804"/>
                </a:lnTo>
                <a:cubicBezTo>
                  <a:pt x="78296" y="1477804"/>
                  <a:pt x="77819" y="1477994"/>
                  <a:pt x="77343" y="1478090"/>
                </a:cubicBezTo>
                <a:lnTo>
                  <a:pt x="59341" y="1463993"/>
                </a:lnTo>
                <a:lnTo>
                  <a:pt x="8096" y="1464278"/>
                </a:lnTo>
                <a:lnTo>
                  <a:pt x="95" y="1471422"/>
                </a:lnTo>
                <a:lnTo>
                  <a:pt x="95" y="1477804"/>
                </a:lnTo>
                <a:lnTo>
                  <a:pt x="9906" y="1469041"/>
                </a:lnTo>
                <a:lnTo>
                  <a:pt x="57722" y="1468755"/>
                </a:lnTo>
                <a:lnTo>
                  <a:pt x="74009" y="1481519"/>
                </a:lnTo>
                <a:cubicBezTo>
                  <a:pt x="74009" y="1481519"/>
                  <a:pt x="73724" y="1482376"/>
                  <a:pt x="73724" y="1482852"/>
                </a:cubicBezTo>
                <a:lnTo>
                  <a:pt x="73724" y="1492949"/>
                </a:lnTo>
                <a:cubicBezTo>
                  <a:pt x="73724" y="1495806"/>
                  <a:pt x="76010" y="1498092"/>
                  <a:pt x="78867" y="1498092"/>
                </a:cubicBezTo>
                <a:lnTo>
                  <a:pt x="102680" y="1498092"/>
                </a:lnTo>
                <a:cubicBezTo>
                  <a:pt x="105537" y="1498092"/>
                  <a:pt x="107823" y="1495806"/>
                  <a:pt x="107823" y="1492949"/>
                </a:cubicBezTo>
                <a:lnTo>
                  <a:pt x="107823" y="1482852"/>
                </a:lnTo>
                <a:cubicBezTo>
                  <a:pt x="107823" y="1482852"/>
                  <a:pt x="107728" y="1482376"/>
                  <a:pt x="107633" y="1482185"/>
                </a:cubicBezTo>
                <a:lnTo>
                  <a:pt x="130016" y="1465898"/>
                </a:lnTo>
                <a:lnTo>
                  <a:pt x="206312" y="1465898"/>
                </a:lnTo>
                <a:cubicBezTo>
                  <a:pt x="206312" y="1465898"/>
                  <a:pt x="221933" y="1480185"/>
                  <a:pt x="221933" y="1480185"/>
                </a:cubicBezTo>
                <a:lnTo>
                  <a:pt x="309658" y="1480185"/>
                </a:lnTo>
                <a:cubicBezTo>
                  <a:pt x="309658" y="1480185"/>
                  <a:pt x="331851" y="1504474"/>
                  <a:pt x="331851" y="1504474"/>
                </a:cubicBezTo>
                <a:cubicBezTo>
                  <a:pt x="328898" y="1506950"/>
                  <a:pt x="326898" y="1510665"/>
                  <a:pt x="326898" y="1514761"/>
                </a:cubicBezTo>
                <a:cubicBezTo>
                  <a:pt x="326898" y="1522190"/>
                  <a:pt x="332899" y="1528191"/>
                  <a:pt x="340328" y="1528191"/>
                </a:cubicBezTo>
                <a:cubicBezTo>
                  <a:pt x="347758" y="1528191"/>
                  <a:pt x="353759" y="1522190"/>
                  <a:pt x="353759" y="1514761"/>
                </a:cubicBezTo>
                <a:cubicBezTo>
                  <a:pt x="353759" y="1507331"/>
                  <a:pt x="347758" y="1501331"/>
                  <a:pt x="340328" y="1501331"/>
                </a:cubicBezTo>
                <a:cubicBezTo>
                  <a:pt x="338709" y="1501331"/>
                  <a:pt x="337185" y="1501616"/>
                  <a:pt x="335756" y="1502188"/>
                </a:cubicBezTo>
                <a:lnTo>
                  <a:pt x="335947" y="1501997"/>
                </a:lnTo>
                <a:lnTo>
                  <a:pt x="311658" y="1475232"/>
                </a:lnTo>
                <a:lnTo>
                  <a:pt x="223647" y="1475232"/>
                </a:lnTo>
                <a:close/>
                <a:moveTo>
                  <a:pt x="80486" y="1493044"/>
                </a:moveTo>
                <a:lnTo>
                  <a:pt x="78486" y="1493044"/>
                </a:lnTo>
                <a:cubicBezTo>
                  <a:pt x="78486" y="1493044"/>
                  <a:pt x="78867" y="1482566"/>
                  <a:pt x="78867" y="1482566"/>
                </a:cubicBezTo>
                <a:lnTo>
                  <a:pt x="80486" y="1482566"/>
                </a:lnTo>
                <a:lnTo>
                  <a:pt x="80486" y="1493044"/>
                </a:lnTo>
                <a:close/>
                <a:moveTo>
                  <a:pt x="93345" y="1493234"/>
                </a:moveTo>
                <a:lnTo>
                  <a:pt x="88678" y="1493234"/>
                </a:lnTo>
                <a:lnTo>
                  <a:pt x="88678" y="1482757"/>
                </a:lnTo>
                <a:lnTo>
                  <a:pt x="93345" y="1482757"/>
                </a:lnTo>
                <a:lnTo>
                  <a:pt x="93345" y="1493234"/>
                </a:lnTo>
                <a:close/>
                <a:moveTo>
                  <a:pt x="103061" y="1493044"/>
                </a:moveTo>
                <a:cubicBezTo>
                  <a:pt x="103061" y="1493044"/>
                  <a:pt x="102870" y="1493425"/>
                  <a:pt x="102680" y="1493425"/>
                </a:cubicBezTo>
                <a:lnTo>
                  <a:pt x="101822" y="1493425"/>
                </a:lnTo>
                <a:lnTo>
                  <a:pt x="101822" y="1483043"/>
                </a:lnTo>
                <a:lnTo>
                  <a:pt x="102965" y="1483043"/>
                </a:lnTo>
                <a:lnTo>
                  <a:pt x="102965" y="1493139"/>
                </a:lnTo>
                <a:close/>
                <a:moveTo>
                  <a:pt x="340424" y="1506188"/>
                </a:moveTo>
                <a:cubicBezTo>
                  <a:pt x="345186" y="1506188"/>
                  <a:pt x="349091" y="1510094"/>
                  <a:pt x="349091" y="1514856"/>
                </a:cubicBezTo>
                <a:cubicBezTo>
                  <a:pt x="349091" y="1519619"/>
                  <a:pt x="345186" y="1523524"/>
                  <a:pt x="340424" y="1523524"/>
                </a:cubicBezTo>
                <a:cubicBezTo>
                  <a:pt x="335661" y="1523524"/>
                  <a:pt x="331756" y="1519619"/>
                  <a:pt x="331756" y="1514856"/>
                </a:cubicBezTo>
                <a:cubicBezTo>
                  <a:pt x="331756" y="1510094"/>
                  <a:pt x="335661" y="1506188"/>
                  <a:pt x="340424" y="1506188"/>
                </a:cubicBezTo>
                <a:close/>
                <a:moveTo>
                  <a:pt x="1345597" y="95"/>
                </a:moveTo>
                <a:lnTo>
                  <a:pt x="1345597" y="78391"/>
                </a:lnTo>
                <a:lnTo>
                  <a:pt x="1356551" y="89726"/>
                </a:lnTo>
                <a:lnTo>
                  <a:pt x="1356551" y="169069"/>
                </a:lnTo>
                <a:cubicBezTo>
                  <a:pt x="1350645" y="170117"/>
                  <a:pt x="1346168" y="175070"/>
                  <a:pt x="1345597" y="181070"/>
                </a:cubicBezTo>
                <a:lnTo>
                  <a:pt x="1287685" y="181070"/>
                </a:lnTo>
                <a:lnTo>
                  <a:pt x="1279112" y="170688"/>
                </a:lnTo>
                <a:lnTo>
                  <a:pt x="1229487" y="170688"/>
                </a:lnTo>
                <a:lnTo>
                  <a:pt x="1229487" y="165830"/>
                </a:lnTo>
                <a:cubicBezTo>
                  <a:pt x="1229487" y="162116"/>
                  <a:pt x="1226439" y="158972"/>
                  <a:pt x="1222629" y="158972"/>
                </a:cubicBezTo>
                <a:lnTo>
                  <a:pt x="1208246" y="158972"/>
                </a:lnTo>
                <a:cubicBezTo>
                  <a:pt x="1204532" y="158972"/>
                  <a:pt x="1201388" y="162020"/>
                  <a:pt x="1201388" y="165830"/>
                </a:cubicBezTo>
                <a:lnTo>
                  <a:pt x="1201388" y="180213"/>
                </a:lnTo>
                <a:cubicBezTo>
                  <a:pt x="1201388" y="183928"/>
                  <a:pt x="1204436" y="187071"/>
                  <a:pt x="1208246" y="187071"/>
                </a:cubicBezTo>
                <a:lnTo>
                  <a:pt x="1211866" y="187071"/>
                </a:lnTo>
                <a:lnTo>
                  <a:pt x="1211866" y="191072"/>
                </a:lnTo>
                <a:cubicBezTo>
                  <a:pt x="1211866" y="191072"/>
                  <a:pt x="1219010" y="191072"/>
                  <a:pt x="1219010" y="191072"/>
                </a:cubicBezTo>
                <a:lnTo>
                  <a:pt x="1219010" y="187071"/>
                </a:lnTo>
                <a:lnTo>
                  <a:pt x="1222724" y="187071"/>
                </a:lnTo>
                <a:cubicBezTo>
                  <a:pt x="1226439" y="187071"/>
                  <a:pt x="1229582" y="184023"/>
                  <a:pt x="1229582" y="180213"/>
                </a:cubicBezTo>
                <a:lnTo>
                  <a:pt x="1229582" y="175355"/>
                </a:lnTo>
                <a:lnTo>
                  <a:pt x="1277017" y="175355"/>
                </a:lnTo>
                <a:lnTo>
                  <a:pt x="1285589" y="185738"/>
                </a:lnTo>
                <a:lnTo>
                  <a:pt x="1346168" y="185738"/>
                </a:lnTo>
                <a:cubicBezTo>
                  <a:pt x="1347692" y="191453"/>
                  <a:pt x="1352931" y="195644"/>
                  <a:pt x="1359122" y="195644"/>
                </a:cubicBezTo>
                <a:cubicBezTo>
                  <a:pt x="1366552" y="195644"/>
                  <a:pt x="1372553" y="189643"/>
                  <a:pt x="1372553" y="182213"/>
                </a:cubicBezTo>
                <a:cubicBezTo>
                  <a:pt x="1372553" y="175641"/>
                  <a:pt x="1367790" y="170117"/>
                  <a:pt x="1361503" y="168974"/>
                </a:cubicBezTo>
                <a:lnTo>
                  <a:pt x="1361503" y="87630"/>
                </a:lnTo>
                <a:lnTo>
                  <a:pt x="1350550" y="76295"/>
                </a:lnTo>
                <a:lnTo>
                  <a:pt x="1350550" y="95"/>
                </a:lnTo>
                <a:lnTo>
                  <a:pt x="1345787" y="95"/>
                </a:lnTo>
                <a:close/>
                <a:moveTo>
                  <a:pt x="1224725" y="180404"/>
                </a:moveTo>
                <a:cubicBezTo>
                  <a:pt x="1224725" y="181547"/>
                  <a:pt x="1223772" y="182499"/>
                  <a:pt x="1222629" y="182499"/>
                </a:cubicBezTo>
                <a:lnTo>
                  <a:pt x="1208246" y="182499"/>
                </a:lnTo>
                <a:cubicBezTo>
                  <a:pt x="1207103" y="182499"/>
                  <a:pt x="1206151" y="181547"/>
                  <a:pt x="1206151" y="180404"/>
                </a:cubicBezTo>
                <a:lnTo>
                  <a:pt x="1206151" y="166021"/>
                </a:lnTo>
                <a:cubicBezTo>
                  <a:pt x="1206151" y="164878"/>
                  <a:pt x="1207103" y="163925"/>
                  <a:pt x="1208246" y="163925"/>
                </a:cubicBezTo>
                <a:lnTo>
                  <a:pt x="1222629" y="163925"/>
                </a:lnTo>
                <a:cubicBezTo>
                  <a:pt x="1223772" y="163925"/>
                  <a:pt x="1224725" y="164878"/>
                  <a:pt x="1224725" y="166021"/>
                </a:cubicBezTo>
                <a:lnTo>
                  <a:pt x="1224725" y="180404"/>
                </a:lnTo>
                <a:close/>
                <a:moveTo>
                  <a:pt x="1367600" y="182308"/>
                </a:moveTo>
                <a:cubicBezTo>
                  <a:pt x="1367600" y="187071"/>
                  <a:pt x="1363694" y="190976"/>
                  <a:pt x="1358932" y="190976"/>
                </a:cubicBezTo>
                <a:cubicBezTo>
                  <a:pt x="1354169" y="190976"/>
                  <a:pt x="1350264" y="187071"/>
                  <a:pt x="1350264" y="182308"/>
                </a:cubicBezTo>
                <a:cubicBezTo>
                  <a:pt x="1350264" y="177546"/>
                  <a:pt x="1354169" y="173641"/>
                  <a:pt x="1358932" y="173641"/>
                </a:cubicBezTo>
                <a:cubicBezTo>
                  <a:pt x="1363694" y="173641"/>
                  <a:pt x="1367600" y="177546"/>
                  <a:pt x="1367600" y="182308"/>
                </a:cubicBezTo>
                <a:close/>
                <a:moveTo>
                  <a:pt x="1149668" y="200978"/>
                </a:moveTo>
                <a:lnTo>
                  <a:pt x="1142524" y="200978"/>
                </a:lnTo>
                <a:lnTo>
                  <a:pt x="1142524" y="190691"/>
                </a:lnTo>
                <a:lnTo>
                  <a:pt x="1149668" y="190691"/>
                </a:lnTo>
                <a:lnTo>
                  <a:pt x="1149668" y="200978"/>
                </a:lnTo>
                <a:close/>
                <a:moveTo>
                  <a:pt x="1400080" y="95"/>
                </a:moveTo>
                <a:lnTo>
                  <a:pt x="1404842" y="95"/>
                </a:lnTo>
                <a:lnTo>
                  <a:pt x="1404842" y="40481"/>
                </a:lnTo>
                <a:lnTo>
                  <a:pt x="1393889" y="51816"/>
                </a:lnTo>
                <a:lnTo>
                  <a:pt x="1393889" y="128969"/>
                </a:lnTo>
                <a:cubicBezTo>
                  <a:pt x="1398842" y="130112"/>
                  <a:pt x="1402556" y="134303"/>
                  <a:pt x="1402556" y="139541"/>
                </a:cubicBezTo>
                <a:cubicBezTo>
                  <a:pt x="1402556" y="145637"/>
                  <a:pt x="1397603" y="150590"/>
                  <a:pt x="1391507" y="150590"/>
                </a:cubicBezTo>
                <a:cubicBezTo>
                  <a:pt x="1385411" y="150590"/>
                  <a:pt x="1380458" y="145637"/>
                  <a:pt x="1380458" y="139541"/>
                </a:cubicBezTo>
                <a:cubicBezTo>
                  <a:pt x="1380458" y="134303"/>
                  <a:pt x="1384173" y="130016"/>
                  <a:pt x="1389126" y="128969"/>
                </a:cubicBezTo>
                <a:lnTo>
                  <a:pt x="1389126" y="49816"/>
                </a:lnTo>
                <a:lnTo>
                  <a:pt x="1400080" y="38481"/>
                </a:lnTo>
                <a:lnTo>
                  <a:pt x="1400080" y="95"/>
                </a:lnTo>
                <a:close/>
                <a:moveTo>
                  <a:pt x="1323213" y="33338"/>
                </a:moveTo>
                <a:lnTo>
                  <a:pt x="1323213" y="95"/>
                </a:lnTo>
                <a:cubicBezTo>
                  <a:pt x="1323213" y="95"/>
                  <a:pt x="1318451" y="95"/>
                  <a:pt x="1318451" y="95"/>
                </a:cubicBezTo>
                <a:lnTo>
                  <a:pt x="1318451" y="31337"/>
                </a:lnTo>
                <a:cubicBezTo>
                  <a:pt x="1318451" y="31337"/>
                  <a:pt x="1307402" y="42672"/>
                  <a:pt x="1307402" y="42672"/>
                </a:cubicBezTo>
                <a:lnTo>
                  <a:pt x="1307402" y="126873"/>
                </a:lnTo>
                <a:cubicBezTo>
                  <a:pt x="1301115" y="128016"/>
                  <a:pt x="1296353" y="133445"/>
                  <a:pt x="1296353" y="140113"/>
                </a:cubicBezTo>
                <a:cubicBezTo>
                  <a:pt x="1296353" y="147542"/>
                  <a:pt x="1302353" y="153543"/>
                  <a:pt x="1309783" y="153543"/>
                </a:cubicBezTo>
                <a:cubicBezTo>
                  <a:pt x="1317212" y="153543"/>
                  <a:pt x="1323213" y="147542"/>
                  <a:pt x="1323213" y="140113"/>
                </a:cubicBezTo>
                <a:cubicBezTo>
                  <a:pt x="1323213" y="133541"/>
                  <a:pt x="1318451" y="128016"/>
                  <a:pt x="1312164" y="126873"/>
                </a:cubicBezTo>
                <a:lnTo>
                  <a:pt x="1312164" y="44577"/>
                </a:lnTo>
                <a:lnTo>
                  <a:pt x="1323118" y="33242"/>
                </a:lnTo>
                <a:close/>
                <a:moveTo>
                  <a:pt x="1318641" y="140113"/>
                </a:moveTo>
                <a:cubicBezTo>
                  <a:pt x="1318641" y="144875"/>
                  <a:pt x="1314736" y="148781"/>
                  <a:pt x="1309973" y="148781"/>
                </a:cubicBezTo>
                <a:cubicBezTo>
                  <a:pt x="1305211" y="148781"/>
                  <a:pt x="1301306" y="144875"/>
                  <a:pt x="1301306" y="140113"/>
                </a:cubicBezTo>
                <a:cubicBezTo>
                  <a:pt x="1301306" y="135350"/>
                  <a:pt x="1305211" y="131445"/>
                  <a:pt x="1309973" y="131445"/>
                </a:cubicBezTo>
                <a:cubicBezTo>
                  <a:pt x="1314736" y="131445"/>
                  <a:pt x="1318641" y="135350"/>
                  <a:pt x="1318641" y="140113"/>
                </a:cubicBezTo>
                <a:close/>
                <a:moveTo>
                  <a:pt x="1221296" y="169736"/>
                </a:moveTo>
                <a:lnTo>
                  <a:pt x="1221296" y="176498"/>
                </a:lnTo>
                <a:cubicBezTo>
                  <a:pt x="1221296" y="177832"/>
                  <a:pt x="1220153" y="178975"/>
                  <a:pt x="1218819" y="178975"/>
                </a:cubicBezTo>
                <a:lnTo>
                  <a:pt x="1212056" y="178975"/>
                </a:lnTo>
                <a:cubicBezTo>
                  <a:pt x="1210723" y="178975"/>
                  <a:pt x="1209580" y="177832"/>
                  <a:pt x="1209580" y="176498"/>
                </a:cubicBezTo>
                <a:lnTo>
                  <a:pt x="1209580" y="169736"/>
                </a:lnTo>
                <a:cubicBezTo>
                  <a:pt x="1209580" y="168402"/>
                  <a:pt x="1210723" y="167259"/>
                  <a:pt x="1212056" y="167259"/>
                </a:cubicBezTo>
                <a:lnTo>
                  <a:pt x="1218819" y="167259"/>
                </a:lnTo>
                <a:cubicBezTo>
                  <a:pt x="1220153" y="167259"/>
                  <a:pt x="1221296" y="168402"/>
                  <a:pt x="1221296" y="169736"/>
                </a:cubicBezTo>
                <a:close/>
                <a:moveTo>
                  <a:pt x="64770" y="1712786"/>
                </a:moveTo>
                <a:lnTo>
                  <a:pt x="64770" y="1715453"/>
                </a:lnTo>
                <a:cubicBezTo>
                  <a:pt x="64770" y="1718310"/>
                  <a:pt x="67056" y="1720596"/>
                  <a:pt x="69914" y="1720596"/>
                </a:cubicBezTo>
                <a:lnTo>
                  <a:pt x="80010" y="1720596"/>
                </a:lnTo>
                <a:cubicBezTo>
                  <a:pt x="82867" y="1720596"/>
                  <a:pt x="85154" y="1718310"/>
                  <a:pt x="85154" y="1715453"/>
                </a:cubicBezTo>
                <a:lnTo>
                  <a:pt x="85154" y="1696307"/>
                </a:lnTo>
                <a:lnTo>
                  <a:pt x="149924" y="1696307"/>
                </a:lnTo>
                <a:lnTo>
                  <a:pt x="166973" y="1713262"/>
                </a:lnTo>
                <a:lnTo>
                  <a:pt x="258318" y="1713262"/>
                </a:lnTo>
                <a:lnTo>
                  <a:pt x="295656" y="1673257"/>
                </a:lnTo>
                <a:lnTo>
                  <a:pt x="327279" y="1672971"/>
                </a:lnTo>
                <a:cubicBezTo>
                  <a:pt x="328422" y="1679257"/>
                  <a:pt x="333851" y="1684020"/>
                  <a:pt x="340519" y="1684020"/>
                </a:cubicBezTo>
                <a:cubicBezTo>
                  <a:pt x="347948" y="1684020"/>
                  <a:pt x="353949" y="1678019"/>
                  <a:pt x="353949" y="1670590"/>
                </a:cubicBezTo>
                <a:cubicBezTo>
                  <a:pt x="353949" y="1663160"/>
                  <a:pt x="347948" y="1657160"/>
                  <a:pt x="340519" y="1657160"/>
                </a:cubicBezTo>
                <a:cubicBezTo>
                  <a:pt x="333947" y="1657160"/>
                  <a:pt x="328422" y="1661922"/>
                  <a:pt x="327279" y="1668209"/>
                </a:cubicBezTo>
                <a:lnTo>
                  <a:pt x="293561" y="1668494"/>
                </a:lnTo>
                <a:lnTo>
                  <a:pt x="256223" y="1708499"/>
                </a:lnTo>
                <a:lnTo>
                  <a:pt x="168974" y="1708499"/>
                </a:lnTo>
                <a:lnTo>
                  <a:pt x="151924" y="1691545"/>
                </a:lnTo>
                <a:lnTo>
                  <a:pt x="85154" y="1691545"/>
                </a:lnTo>
                <a:cubicBezTo>
                  <a:pt x="85154" y="1688782"/>
                  <a:pt x="82867" y="1686592"/>
                  <a:pt x="80105" y="1686592"/>
                </a:cubicBezTo>
                <a:lnTo>
                  <a:pt x="70009" y="1686592"/>
                </a:lnTo>
                <a:cubicBezTo>
                  <a:pt x="67151" y="1686592"/>
                  <a:pt x="64865" y="1688878"/>
                  <a:pt x="64865" y="1691735"/>
                </a:cubicBezTo>
                <a:lnTo>
                  <a:pt x="64865" y="1708023"/>
                </a:lnTo>
                <a:lnTo>
                  <a:pt x="95" y="1708023"/>
                </a:lnTo>
                <a:lnTo>
                  <a:pt x="95" y="1712786"/>
                </a:lnTo>
                <a:lnTo>
                  <a:pt x="64770" y="1712786"/>
                </a:lnTo>
                <a:close/>
                <a:moveTo>
                  <a:pt x="340424" y="1662017"/>
                </a:moveTo>
                <a:cubicBezTo>
                  <a:pt x="345186" y="1662017"/>
                  <a:pt x="349091" y="1665923"/>
                  <a:pt x="349091" y="1670685"/>
                </a:cubicBezTo>
                <a:cubicBezTo>
                  <a:pt x="349091" y="1675448"/>
                  <a:pt x="345186" y="1679353"/>
                  <a:pt x="340424" y="1679353"/>
                </a:cubicBezTo>
                <a:cubicBezTo>
                  <a:pt x="335661" y="1679353"/>
                  <a:pt x="331756" y="1675448"/>
                  <a:pt x="331756" y="1670685"/>
                </a:cubicBezTo>
                <a:cubicBezTo>
                  <a:pt x="331756" y="1665923"/>
                  <a:pt x="335661" y="1662017"/>
                  <a:pt x="340424" y="1662017"/>
                </a:cubicBezTo>
                <a:close/>
                <a:moveTo>
                  <a:pt x="69914" y="1691354"/>
                </a:moveTo>
                <a:lnTo>
                  <a:pt x="80010" y="1691354"/>
                </a:lnTo>
                <a:cubicBezTo>
                  <a:pt x="80010" y="1691354"/>
                  <a:pt x="80391" y="1691545"/>
                  <a:pt x="80391" y="1691735"/>
                </a:cubicBezTo>
                <a:lnTo>
                  <a:pt x="80391" y="1692593"/>
                </a:lnTo>
                <a:lnTo>
                  <a:pt x="70009" y="1692593"/>
                </a:lnTo>
                <a:lnTo>
                  <a:pt x="70009" y="1691450"/>
                </a:lnTo>
                <a:close/>
                <a:moveTo>
                  <a:pt x="69818" y="1701070"/>
                </a:moveTo>
                <a:lnTo>
                  <a:pt x="80201" y="1701070"/>
                </a:lnTo>
                <a:lnTo>
                  <a:pt x="80201" y="1705737"/>
                </a:lnTo>
                <a:lnTo>
                  <a:pt x="69723" y="1705737"/>
                </a:lnTo>
                <a:lnTo>
                  <a:pt x="69723" y="1701070"/>
                </a:lnTo>
                <a:close/>
                <a:moveTo>
                  <a:pt x="69628" y="1713833"/>
                </a:moveTo>
                <a:lnTo>
                  <a:pt x="80010" y="1713833"/>
                </a:lnTo>
                <a:lnTo>
                  <a:pt x="80010" y="1715834"/>
                </a:lnTo>
                <a:cubicBezTo>
                  <a:pt x="80010" y="1715834"/>
                  <a:pt x="69533" y="1715453"/>
                  <a:pt x="69533" y="1715453"/>
                </a:cubicBezTo>
                <a:lnTo>
                  <a:pt x="69533" y="1713833"/>
                </a:lnTo>
                <a:close/>
                <a:moveTo>
                  <a:pt x="852964" y="4541425"/>
                </a:moveTo>
                <a:cubicBezTo>
                  <a:pt x="851821" y="4538282"/>
                  <a:pt x="849535" y="4535710"/>
                  <a:pt x="846487" y="4534186"/>
                </a:cubicBezTo>
                <a:cubicBezTo>
                  <a:pt x="843439" y="4532757"/>
                  <a:pt x="840010" y="4532567"/>
                  <a:pt x="836867" y="4533614"/>
                </a:cubicBezTo>
                <a:cubicBezTo>
                  <a:pt x="830294" y="4535901"/>
                  <a:pt x="826770" y="4543139"/>
                  <a:pt x="829151" y="4549712"/>
                </a:cubicBezTo>
                <a:cubicBezTo>
                  <a:pt x="830961" y="4554951"/>
                  <a:pt x="835819" y="4558189"/>
                  <a:pt x="841058" y="4558189"/>
                </a:cubicBezTo>
                <a:cubicBezTo>
                  <a:pt x="842486" y="4558189"/>
                  <a:pt x="843820" y="4557998"/>
                  <a:pt x="845249" y="4557522"/>
                </a:cubicBezTo>
                <a:cubicBezTo>
                  <a:pt x="845629" y="4557427"/>
                  <a:pt x="845915" y="4557141"/>
                  <a:pt x="846296" y="4557046"/>
                </a:cubicBezTo>
                <a:lnTo>
                  <a:pt x="937832" y="4663345"/>
                </a:lnTo>
                <a:lnTo>
                  <a:pt x="937832" y="4714589"/>
                </a:lnTo>
                <a:lnTo>
                  <a:pt x="933069" y="4714589"/>
                </a:lnTo>
                <a:cubicBezTo>
                  <a:pt x="930307" y="4714589"/>
                  <a:pt x="928021" y="4716876"/>
                  <a:pt x="928021" y="4719638"/>
                </a:cubicBezTo>
                <a:lnTo>
                  <a:pt x="928021" y="4732496"/>
                </a:lnTo>
                <a:cubicBezTo>
                  <a:pt x="928021" y="4735259"/>
                  <a:pt x="930307" y="4737545"/>
                  <a:pt x="933069" y="4737545"/>
                </a:cubicBezTo>
                <a:lnTo>
                  <a:pt x="937832" y="4737545"/>
                </a:lnTo>
                <a:lnTo>
                  <a:pt x="937546" y="4816317"/>
                </a:lnTo>
                <a:lnTo>
                  <a:pt x="970407" y="4855179"/>
                </a:lnTo>
                <a:cubicBezTo>
                  <a:pt x="970407" y="4855179"/>
                  <a:pt x="970217" y="4855845"/>
                  <a:pt x="970217" y="4856226"/>
                </a:cubicBezTo>
                <a:lnTo>
                  <a:pt x="970217" y="4869180"/>
                </a:lnTo>
                <a:cubicBezTo>
                  <a:pt x="970217" y="4871943"/>
                  <a:pt x="972502" y="4874229"/>
                  <a:pt x="975265" y="4874229"/>
                </a:cubicBezTo>
                <a:lnTo>
                  <a:pt x="988219" y="4874229"/>
                </a:lnTo>
                <a:cubicBezTo>
                  <a:pt x="990981" y="4874229"/>
                  <a:pt x="993267" y="4871943"/>
                  <a:pt x="993267" y="4869180"/>
                </a:cubicBezTo>
                <a:lnTo>
                  <a:pt x="993267" y="4856226"/>
                </a:lnTo>
                <a:cubicBezTo>
                  <a:pt x="993267" y="4853464"/>
                  <a:pt x="990981" y="4851178"/>
                  <a:pt x="988219" y="4851178"/>
                </a:cubicBezTo>
                <a:lnTo>
                  <a:pt x="975265" y="4851178"/>
                </a:lnTo>
                <a:cubicBezTo>
                  <a:pt x="974693" y="4851178"/>
                  <a:pt x="974027" y="4851369"/>
                  <a:pt x="973550" y="4851559"/>
                </a:cubicBezTo>
                <a:lnTo>
                  <a:pt x="942308" y="4814602"/>
                </a:lnTo>
                <a:lnTo>
                  <a:pt x="942594" y="4737545"/>
                </a:lnTo>
                <a:lnTo>
                  <a:pt x="946023" y="4737545"/>
                </a:lnTo>
                <a:cubicBezTo>
                  <a:pt x="948785" y="4737545"/>
                  <a:pt x="951071" y="4735259"/>
                  <a:pt x="951071" y="4732496"/>
                </a:cubicBezTo>
                <a:lnTo>
                  <a:pt x="951071" y="4719638"/>
                </a:lnTo>
                <a:cubicBezTo>
                  <a:pt x="951071" y="4716876"/>
                  <a:pt x="948785" y="4714589"/>
                  <a:pt x="946023" y="4714589"/>
                </a:cubicBezTo>
                <a:lnTo>
                  <a:pt x="942594" y="4714589"/>
                </a:lnTo>
                <a:lnTo>
                  <a:pt x="942594" y="4661535"/>
                </a:lnTo>
                <a:lnTo>
                  <a:pt x="850106" y="4554188"/>
                </a:lnTo>
                <a:cubicBezTo>
                  <a:pt x="853250" y="4550855"/>
                  <a:pt x="854488" y="4545997"/>
                  <a:pt x="852869" y="4541330"/>
                </a:cubicBezTo>
                <a:close/>
                <a:moveTo>
                  <a:pt x="975360" y="4856036"/>
                </a:moveTo>
                <a:lnTo>
                  <a:pt x="988600" y="4856321"/>
                </a:lnTo>
                <a:lnTo>
                  <a:pt x="988600" y="4869276"/>
                </a:lnTo>
                <a:cubicBezTo>
                  <a:pt x="988600" y="4869276"/>
                  <a:pt x="988504" y="4869561"/>
                  <a:pt x="988314" y="4869561"/>
                </a:cubicBezTo>
                <a:lnTo>
                  <a:pt x="975074" y="4869276"/>
                </a:lnTo>
                <a:lnTo>
                  <a:pt x="975360" y="4856036"/>
                </a:lnTo>
                <a:close/>
                <a:moveTo>
                  <a:pt x="946404" y="4719638"/>
                </a:moveTo>
                <a:lnTo>
                  <a:pt x="946404" y="4732496"/>
                </a:lnTo>
                <a:cubicBezTo>
                  <a:pt x="946404" y="4732496"/>
                  <a:pt x="946309" y="4732782"/>
                  <a:pt x="946118" y="4732782"/>
                </a:cubicBezTo>
                <a:lnTo>
                  <a:pt x="932879" y="4732496"/>
                </a:lnTo>
                <a:lnTo>
                  <a:pt x="933164" y="4719257"/>
                </a:lnTo>
                <a:lnTo>
                  <a:pt x="946404" y="4719543"/>
                </a:lnTo>
                <a:close/>
                <a:moveTo>
                  <a:pt x="843629" y="4552950"/>
                </a:moveTo>
                <a:cubicBezTo>
                  <a:pt x="839534" y="4554474"/>
                  <a:pt x="835057" y="4552188"/>
                  <a:pt x="833628" y="4548093"/>
                </a:cubicBezTo>
                <a:cubicBezTo>
                  <a:pt x="832199" y="4543997"/>
                  <a:pt x="834390" y="4539520"/>
                  <a:pt x="838486" y="4538091"/>
                </a:cubicBezTo>
                <a:cubicBezTo>
                  <a:pt x="839343" y="4537805"/>
                  <a:pt x="840200" y="4537615"/>
                  <a:pt x="841058" y="4537615"/>
                </a:cubicBezTo>
                <a:cubicBezTo>
                  <a:pt x="844296" y="4537615"/>
                  <a:pt x="847344" y="4539615"/>
                  <a:pt x="848487" y="4542854"/>
                </a:cubicBezTo>
                <a:cubicBezTo>
                  <a:pt x="849916" y="4546949"/>
                  <a:pt x="847725" y="4551426"/>
                  <a:pt x="843629" y="4552855"/>
                </a:cubicBezTo>
                <a:close/>
                <a:moveTo>
                  <a:pt x="729234" y="4541044"/>
                </a:moveTo>
                <a:cubicBezTo>
                  <a:pt x="728091" y="4537901"/>
                  <a:pt x="725805" y="4535329"/>
                  <a:pt x="722757" y="4533805"/>
                </a:cubicBezTo>
                <a:cubicBezTo>
                  <a:pt x="719709" y="4532376"/>
                  <a:pt x="716280" y="4532186"/>
                  <a:pt x="713137" y="4533234"/>
                </a:cubicBezTo>
                <a:cubicBezTo>
                  <a:pt x="706565" y="4535520"/>
                  <a:pt x="703040" y="4542759"/>
                  <a:pt x="705422" y="4549331"/>
                </a:cubicBezTo>
                <a:cubicBezTo>
                  <a:pt x="707231" y="4554570"/>
                  <a:pt x="712184" y="4557808"/>
                  <a:pt x="717328" y="4557808"/>
                </a:cubicBezTo>
                <a:cubicBezTo>
                  <a:pt x="718661" y="4557808"/>
                  <a:pt x="720090" y="4557618"/>
                  <a:pt x="721519" y="4557141"/>
                </a:cubicBezTo>
                <a:cubicBezTo>
                  <a:pt x="722567" y="4556760"/>
                  <a:pt x="723424" y="4556094"/>
                  <a:pt x="724281" y="4555522"/>
                </a:cubicBezTo>
                <a:lnTo>
                  <a:pt x="855345" y="4707541"/>
                </a:lnTo>
                <a:lnTo>
                  <a:pt x="855345" y="4794028"/>
                </a:lnTo>
                <a:cubicBezTo>
                  <a:pt x="855345" y="4794028"/>
                  <a:pt x="850964" y="4794028"/>
                  <a:pt x="850964" y="4794028"/>
                </a:cubicBezTo>
                <a:cubicBezTo>
                  <a:pt x="848201" y="4794028"/>
                  <a:pt x="845915" y="4796314"/>
                  <a:pt x="845915" y="4799076"/>
                </a:cubicBezTo>
                <a:lnTo>
                  <a:pt x="845915" y="4812030"/>
                </a:lnTo>
                <a:cubicBezTo>
                  <a:pt x="845915" y="4814793"/>
                  <a:pt x="848201" y="4817079"/>
                  <a:pt x="850964" y="4817079"/>
                </a:cubicBezTo>
                <a:lnTo>
                  <a:pt x="863918" y="4817079"/>
                </a:lnTo>
                <a:cubicBezTo>
                  <a:pt x="866680" y="4817079"/>
                  <a:pt x="868966" y="4814793"/>
                  <a:pt x="868966" y="4812030"/>
                </a:cubicBezTo>
                <a:lnTo>
                  <a:pt x="868966" y="4799076"/>
                </a:lnTo>
                <a:cubicBezTo>
                  <a:pt x="868966" y="4796314"/>
                  <a:pt x="866680" y="4794028"/>
                  <a:pt x="863918" y="4794028"/>
                </a:cubicBezTo>
                <a:lnTo>
                  <a:pt x="860298" y="4794028"/>
                </a:lnTo>
                <a:lnTo>
                  <a:pt x="860298" y="4705731"/>
                </a:lnTo>
                <a:cubicBezTo>
                  <a:pt x="860298" y="4705731"/>
                  <a:pt x="727710" y="4552093"/>
                  <a:pt x="727710" y="4552093"/>
                </a:cubicBezTo>
                <a:cubicBezTo>
                  <a:pt x="727996" y="4551617"/>
                  <a:pt x="728472" y="4551236"/>
                  <a:pt x="728758" y="4550664"/>
                </a:cubicBezTo>
                <a:cubicBezTo>
                  <a:pt x="730187" y="4547616"/>
                  <a:pt x="730377" y="4544187"/>
                  <a:pt x="729329" y="4541044"/>
                </a:cubicBezTo>
                <a:close/>
                <a:moveTo>
                  <a:pt x="719900" y="4552569"/>
                </a:moveTo>
                <a:cubicBezTo>
                  <a:pt x="717899" y="4553236"/>
                  <a:pt x="715804" y="4553141"/>
                  <a:pt x="713899" y="4552188"/>
                </a:cubicBezTo>
                <a:cubicBezTo>
                  <a:pt x="711994" y="4551236"/>
                  <a:pt x="710565" y="4549712"/>
                  <a:pt x="709898" y="4547712"/>
                </a:cubicBezTo>
                <a:cubicBezTo>
                  <a:pt x="708470" y="4543616"/>
                  <a:pt x="710660" y="4539139"/>
                  <a:pt x="714756" y="4537710"/>
                </a:cubicBezTo>
                <a:cubicBezTo>
                  <a:pt x="715613" y="4537424"/>
                  <a:pt x="716471" y="4537234"/>
                  <a:pt x="717328" y="4537234"/>
                </a:cubicBezTo>
                <a:cubicBezTo>
                  <a:pt x="718471" y="4537234"/>
                  <a:pt x="719614" y="4537520"/>
                  <a:pt x="720757" y="4537996"/>
                </a:cubicBezTo>
                <a:cubicBezTo>
                  <a:pt x="722662" y="4538948"/>
                  <a:pt x="724091" y="4540472"/>
                  <a:pt x="724757" y="4542473"/>
                </a:cubicBezTo>
                <a:cubicBezTo>
                  <a:pt x="726186" y="4546569"/>
                  <a:pt x="723995" y="4551045"/>
                  <a:pt x="719900" y="4552474"/>
                </a:cubicBezTo>
                <a:close/>
                <a:moveTo>
                  <a:pt x="864108" y="4799076"/>
                </a:moveTo>
                <a:lnTo>
                  <a:pt x="864108" y="4812030"/>
                </a:lnTo>
                <a:cubicBezTo>
                  <a:pt x="864108" y="4812030"/>
                  <a:pt x="863918" y="4812316"/>
                  <a:pt x="863822" y="4812316"/>
                </a:cubicBezTo>
                <a:lnTo>
                  <a:pt x="850583" y="4812030"/>
                </a:lnTo>
                <a:lnTo>
                  <a:pt x="850868" y="4798790"/>
                </a:lnTo>
                <a:lnTo>
                  <a:pt x="864108" y="4799076"/>
                </a:lnTo>
                <a:close/>
                <a:moveTo>
                  <a:pt x="559975" y="4438650"/>
                </a:moveTo>
                <a:lnTo>
                  <a:pt x="566738" y="4432745"/>
                </a:lnTo>
                <a:lnTo>
                  <a:pt x="571500" y="4438079"/>
                </a:lnTo>
                <a:lnTo>
                  <a:pt x="564737" y="4443984"/>
                </a:lnTo>
                <a:lnTo>
                  <a:pt x="559975" y="4438650"/>
                </a:lnTo>
                <a:close/>
                <a:moveTo>
                  <a:pt x="1241298" y="34100"/>
                </a:moveTo>
                <a:lnTo>
                  <a:pt x="1252252" y="45434"/>
                </a:lnTo>
                <a:lnTo>
                  <a:pt x="1252252" y="127826"/>
                </a:lnTo>
                <a:cubicBezTo>
                  <a:pt x="1246346" y="128969"/>
                  <a:pt x="1241774" y="133922"/>
                  <a:pt x="1241774" y="140208"/>
                </a:cubicBezTo>
                <a:cubicBezTo>
                  <a:pt x="1241774" y="147257"/>
                  <a:pt x="1247489" y="153067"/>
                  <a:pt x="1254633" y="153067"/>
                </a:cubicBezTo>
                <a:cubicBezTo>
                  <a:pt x="1261777" y="153067"/>
                  <a:pt x="1267492" y="147352"/>
                  <a:pt x="1267492" y="140208"/>
                </a:cubicBezTo>
                <a:cubicBezTo>
                  <a:pt x="1267492" y="134017"/>
                  <a:pt x="1262920" y="128969"/>
                  <a:pt x="1257014" y="127826"/>
                </a:cubicBezTo>
                <a:lnTo>
                  <a:pt x="1257014" y="43434"/>
                </a:lnTo>
                <a:lnTo>
                  <a:pt x="1246061" y="32099"/>
                </a:lnTo>
                <a:lnTo>
                  <a:pt x="1246061" y="95"/>
                </a:lnTo>
                <a:lnTo>
                  <a:pt x="1241298" y="95"/>
                </a:lnTo>
                <a:lnTo>
                  <a:pt x="1241298" y="34100"/>
                </a:lnTo>
                <a:close/>
                <a:moveTo>
                  <a:pt x="1262729" y="140113"/>
                </a:moveTo>
                <a:cubicBezTo>
                  <a:pt x="1262729" y="144590"/>
                  <a:pt x="1259110" y="148209"/>
                  <a:pt x="1254633" y="148209"/>
                </a:cubicBezTo>
                <a:cubicBezTo>
                  <a:pt x="1250156" y="148209"/>
                  <a:pt x="1246537" y="144590"/>
                  <a:pt x="1246537" y="140113"/>
                </a:cubicBezTo>
                <a:cubicBezTo>
                  <a:pt x="1246537" y="135636"/>
                  <a:pt x="1250156" y="132017"/>
                  <a:pt x="1254633" y="132017"/>
                </a:cubicBezTo>
                <a:cubicBezTo>
                  <a:pt x="1259110" y="132017"/>
                  <a:pt x="1262729" y="135636"/>
                  <a:pt x="1262729" y="140113"/>
                </a:cubicBezTo>
                <a:close/>
                <a:moveTo>
                  <a:pt x="573405" y="4426744"/>
                </a:moveTo>
                <a:lnTo>
                  <a:pt x="580168" y="4420838"/>
                </a:lnTo>
                <a:lnTo>
                  <a:pt x="584930" y="4426172"/>
                </a:lnTo>
                <a:lnTo>
                  <a:pt x="578168" y="4432078"/>
                </a:lnTo>
                <a:lnTo>
                  <a:pt x="573405" y="4426744"/>
                </a:lnTo>
                <a:close/>
                <a:moveTo>
                  <a:pt x="644938" y="4510278"/>
                </a:moveTo>
                <a:cubicBezTo>
                  <a:pt x="643033" y="4504944"/>
                  <a:pt x="637223" y="4502087"/>
                  <a:pt x="631889" y="4503992"/>
                </a:cubicBezTo>
                <a:cubicBezTo>
                  <a:pt x="626554" y="4505897"/>
                  <a:pt x="623697" y="4511707"/>
                  <a:pt x="625602" y="4517041"/>
                </a:cubicBezTo>
                <a:cubicBezTo>
                  <a:pt x="627507" y="4522375"/>
                  <a:pt x="633317" y="4525232"/>
                  <a:pt x="638651" y="4523328"/>
                </a:cubicBezTo>
                <a:cubicBezTo>
                  <a:pt x="639223" y="4523137"/>
                  <a:pt x="639604" y="4522756"/>
                  <a:pt x="640080" y="4522470"/>
                </a:cubicBezTo>
                <a:lnTo>
                  <a:pt x="809339" y="4718685"/>
                </a:lnTo>
                <a:lnTo>
                  <a:pt x="809339" y="4806792"/>
                </a:lnTo>
                <a:lnTo>
                  <a:pt x="855154" y="4857560"/>
                </a:lnTo>
                <a:lnTo>
                  <a:pt x="868680" y="4857560"/>
                </a:lnTo>
                <a:lnTo>
                  <a:pt x="868680" y="4861846"/>
                </a:lnTo>
                <a:cubicBezTo>
                  <a:pt x="868680" y="4864608"/>
                  <a:pt x="870966" y="4866894"/>
                  <a:pt x="873728" y="4866894"/>
                </a:cubicBezTo>
                <a:lnTo>
                  <a:pt x="886682" y="4866894"/>
                </a:lnTo>
                <a:cubicBezTo>
                  <a:pt x="889445" y="4866894"/>
                  <a:pt x="891731" y="4864608"/>
                  <a:pt x="891731" y="4861846"/>
                </a:cubicBezTo>
                <a:lnTo>
                  <a:pt x="891731" y="4848892"/>
                </a:lnTo>
                <a:cubicBezTo>
                  <a:pt x="891731" y="4846130"/>
                  <a:pt x="889445" y="4843844"/>
                  <a:pt x="886682" y="4843844"/>
                </a:cubicBezTo>
                <a:lnTo>
                  <a:pt x="873728" y="4843844"/>
                </a:lnTo>
                <a:cubicBezTo>
                  <a:pt x="870966" y="4843844"/>
                  <a:pt x="868680" y="4846130"/>
                  <a:pt x="868680" y="4848892"/>
                </a:cubicBezTo>
                <a:lnTo>
                  <a:pt x="868680" y="4852797"/>
                </a:lnTo>
                <a:lnTo>
                  <a:pt x="857250" y="4852797"/>
                </a:lnTo>
                <a:lnTo>
                  <a:pt x="814102" y="4804982"/>
                </a:lnTo>
                <a:lnTo>
                  <a:pt x="814102" y="4716971"/>
                </a:lnTo>
                <a:lnTo>
                  <a:pt x="643604" y="4519327"/>
                </a:lnTo>
                <a:cubicBezTo>
                  <a:pt x="645319" y="4516755"/>
                  <a:pt x="645986" y="4513517"/>
                  <a:pt x="644938" y="4510278"/>
                </a:cubicBezTo>
                <a:close/>
                <a:moveTo>
                  <a:pt x="873824" y="4848511"/>
                </a:moveTo>
                <a:lnTo>
                  <a:pt x="887063" y="4848797"/>
                </a:lnTo>
                <a:lnTo>
                  <a:pt x="887063" y="4861751"/>
                </a:lnTo>
                <a:cubicBezTo>
                  <a:pt x="887063" y="4861751"/>
                  <a:pt x="886873" y="4862037"/>
                  <a:pt x="886777" y="4862037"/>
                </a:cubicBezTo>
                <a:lnTo>
                  <a:pt x="873538" y="4861751"/>
                </a:lnTo>
                <a:lnTo>
                  <a:pt x="873824" y="4848511"/>
                </a:lnTo>
                <a:close/>
                <a:moveTo>
                  <a:pt x="553307" y="4444556"/>
                </a:moveTo>
                <a:lnTo>
                  <a:pt x="551402" y="4446175"/>
                </a:lnTo>
                <a:cubicBezTo>
                  <a:pt x="549783" y="4445032"/>
                  <a:pt x="547973" y="4444270"/>
                  <a:pt x="545878" y="4444270"/>
                </a:cubicBezTo>
                <a:cubicBezTo>
                  <a:pt x="540449" y="4444270"/>
                  <a:pt x="536067" y="4448652"/>
                  <a:pt x="536067" y="4454081"/>
                </a:cubicBezTo>
                <a:cubicBezTo>
                  <a:pt x="536067" y="4459510"/>
                  <a:pt x="540449" y="4463796"/>
                  <a:pt x="545878" y="4463796"/>
                </a:cubicBezTo>
                <a:cubicBezTo>
                  <a:pt x="551307" y="4463796"/>
                  <a:pt x="555593" y="4459415"/>
                  <a:pt x="555593" y="4454081"/>
                </a:cubicBezTo>
                <a:cubicBezTo>
                  <a:pt x="555593" y="4453414"/>
                  <a:pt x="555308" y="4452938"/>
                  <a:pt x="555212" y="4452271"/>
                </a:cubicBezTo>
                <a:lnTo>
                  <a:pt x="557879" y="4449890"/>
                </a:lnTo>
                <a:lnTo>
                  <a:pt x="553117" y="4444556"/>
                </a:lnTo>
                <a:close/>
                <a:moveTo>
                  <a:pt x="545878" y="4459034"/>
                </a:moveTo>
                <a:cubicBezTo>
                  <a:pt x="543116" y="4459034"/>
                  <a:pt x="540830" y="4456748"/>
                  <a:pt x="540830" y="4454081"/>
                </a:cubicBezTo>
                <a:cubicBezTo>
                  <a:pt x="540830" y="4451414"/>
                  <a:pt x="543116" y="4449032"/>
                  <a:pt x="545878" y="4449032"/>
                </a:cubicBezTo>
                <a:cubicBezTo>
                  <a:pt x="548640" y="4449032"/>
                  <a:pt x="550831" y="4451319"/>
                  <a:pt x="550831" y="4454081"/>
                </a:cubicBezTo>
                <a:cubicBezTo>
                  <a:pt x="550831" y="4456843"/>
                  <a:pt x="548545" y="4459034"/>
                  <a:pt x="545878" y="4459034"/>
                </a:cubicBezTo>
                <a:close/>
                <a:moveTo>
                  <a:pt x="1526857" y="2124266"/>
                </a:moveTo>
                <a:cubicBezTo>
                  <a:pt x="1528572" y="2122551"/>
                  <a:pt x="1531239" y="2122551"/>
                  <a:pt x="1532953" y="2124266"/>
                </a:cubicBezTo>
                <a:cubicBezTo>
                  <a:pt x="1534668" y="2125980"/>
                  <a:pt x="1534668" y="2128647"/>
                  <a:pt x="1532953" y="2130362"/>
                </a:cubicBezTo>
                <a:cubicBezTo>
                  <a:pt x="1531239" y="2132076"/>
                  <a:pt x="1528572" y="2132076"/>
                  <a:pt x="1526857" y="2130362"/>
                </a:cubicBezTo>
                <a:cubicBezTo>
                  <a:pt x="1525143" y="2128647"/>
                  <a:pt x="1525143" y="2125980"/>
                  <a:pt x="1526857" y="2124266"/>
                </a:cubicBezTo>
                <a:close/>
                <a:moveTo>
                  <a:pt x="1453134" y="45625"/>
                </a:moveTo>
                <a:lnTo>
                  <a:pt x="1453134" y="95"/>
                </a:lnTo>
                <a:lnTo>
                  <a:pt x="1448372" y="95"/>
                </a:lnTo>
                <a:lnTo>
                  <a:pt x="1448372" y="43720"/>
                </a:lnTo>
                <a:lnTo>
                  <a:pt x="1437418" y="55055"/>
                </a:lnTo>
                <a:lnTo>
                  <a:pt x="1437418" y="131540"/>
                </a:lnTo>
                <a:cubicBezTo>
                  <a:pt x="1431131" y="132683"/>
                  <a:pt x="1426369" y="138113"/>
                  <a:pt x="1426369" y="144780"/>
                </a:cubicBezTo>
                <a:cubicBezTo>
                  <a:pt x="1426369" y="152210"/>
                  <a:pt x="1432370" y="158210"/>
                  <a:pt x="1439799" y="158210"/>
                </a:cubicBezTo>
                <a:cubicBezTo>
                  <a:pt x="1447228" y="158210"/>
                  <a:pt x="1453229" y="152210"/>
                  <a:pt x="1453229" y="144780"/>
                </a:cubicBezTo>
                <a:cubicBezTo>
                  <a:pt x="1453229" y="138208"/>
                  <a:pt x="1448467" y="132683"/>
                  <a:pt x="1442180" y="131540"/>
                </a:cubicBezTo>
                <a:lnTo>
                  <a:pt x="1442180" y="57055"/>
                </a:lnTo>
                <a:lnTo>
                  <a:pt x="1453134" y="45720"/>
                </a:lnTo>
                <a:close/>
                <a:moveTo>
                  <a:pt x="1448467" y="144685"/>
                </a:moveTo>
                <a:cubicBezTo>
                  <a:pt x="1448467" y="149447"/>
                  <a:pt x="1444562" y="153353"/>
                  <a:pt x="1439799" y="153353"/>
                </a:cubicBezTo>
                <a:cubicBezTo>
                  <a:pt x="1435037" y="153353"/>
                  <a:pt x="1431131" y="149447"/>
                  <a:pt x="1431131" y="144685"/>
                </a:cubicBezTo>
                <a:cubicBezTo>
                  <a:pt x="1431131" y="139922"/>
                  <a:pt x="1435037" y="136017"/>
                  <a:pt x="1439799" y="136017"/>
                </a:cubicBezTo>
                <a:cubicBezTo>
                  <a:pt x="1444562" y="136017"/>
                  <a:pt x="1448467" y="139922"/>
                  <a:pt x="1448467" y="144685"/>
                </a:cubicBezTo>
                <a:close/>
                <a:moveTo>
                  <a:pt x="1215676" y="4842891"/>
                </a:moveTo>
                <a:lnTo>
                  <a:pt x="1215676" y="4833938"/>
                </a:lnTo>
                <a:cubicBezTo>
                  <a:pt x="1215676" y="4832414"/>
                  <a:pt x="1216914" y="4831271"/>
                  <a:pt x="1218343" y="4831271"/>
                </a:cubicBezTo>
                <a:lnTo>
                  <a:pt x="1227296" y="4831271"/>
                </a:lnTo>
                <a:cubicBezTo>
                  <a:pt x="1228820" y="4831271"/>
                  <a:pt x="1229963" y="4832509"/>
                  <a:pt x="1229963" y="4833938"/>
                </a:cubicBezTo>
                <a:lnTo>
                  <a:pt x="1229963" y="4842891"/>
                </a:lnTo>
                <a:cubicBezTo>
                  <a:pt x="1229963" y="4844415"/>
                  <a:pt x="1228725" y="4845558"/>
                  <a:pt x="1227296" y="4845558"/>
                </a:cubicBezTo>
                <a:lnTo>
                  <a:pt x="1218343" y="4845558"/>
                </a:lnTo>
                <a:cubicBezTo>
                  <a:pt x="1216819" y="4845558"/>
                  <a:pt x="1215676" y="4844320"/>
                  <a:pt x="1215676" y="4842891"/>
                </a:cubicBezTo>
                <a:close/>
                <a:moveTo>
                  <a:pt x="1237583" y="4640295"/>
                </a:moveTo>
                <a:cubicBezTo>
                  <a:pt x="1235678" y="4634961"/>
                  <a:pt x="1229868" y="4632103"/>
                  <a:pt x="1224534" y="4634008"/>
                </a:cubicBezTo>
                <a:cubicBezTo>
                  <a:pt x="1219200" y="4635913"/>
                  <a:pt x="1216343" y="4641723"/>
                  <a:pt x="1218248" y="4647057"/>
                </a:cubicBezTo>
                <a:cubicBezTo>
                  <a:pt x="1220153" y="4652391"/>
                  <a:pt x="1225963" y="4655249"/>
                  <a:pt x="1231297" y="4653344"/>
                </a:cubicBezTo>
                <a:cubicBezTo>
                  <a:pt x="1231678" y="4653248"/>
                  <a:pt x="1231964" y="4652868"/>
                  <a:pt x="1232345" y="4652677"/>
                </a:cubicBezTo>
                <a:lnTo>
                  <a:pt x="1269492" y="4698683"/>
                </a:lnTo>
                <a:lnTo>
                  <a:pt x="1269492" y="4858512"/>
                </a:lnTo>
                <a:cubicBezTo>
                  <a:pt x="1269492" y="4858512"/>
                  <a:pt x="1282160" y="4872323"/>
                  <a:pt x="1282160" y="4872323"/>
                </a:cubicBezTo>
                <a:lnTo>
                  <a:pt x="1307306" y="4872323"/>
                </a:lnTo>
                <a:lnTo>
                  <a:pt x="1319117" y="4856512"/>
                </a:lnTo>
                <a:lnTo>
                  <a:pt x="1319689" y="4756785"/>
                </a:lnTo>
                <a:lnTo>
                  <a:pt x="1339596" y="4732306"/>
                </a:lnTo>
                <a:cubicBezTo>
                  <a:pt x="1340168" y="4732592"/>
                  <a:pt x="1340739" y="4733163"/>
                  <a:pt x="1341406" y="4733354"/>
                </a:cubicBezTo>
                <a:cubicBezTo>
                  <a:pt x="1342739" y="4733830"/>
                  <a:pt x="1344168" y="4734020"/>
                  <a:pt x="1345597" y="4734020"/>
                </a:cubicBezTo>
                <a:cubicBezTo>
                  <a:pt x="1350836" y="4734020"/>
                  <a:pt x="1355693" y="4730782"/>
                  <a:pt x="1357503" y="4725543"/>
                </a:cubicBezTo>
                <a:cubicBezTo>
                  <a:pt x="1358646" y="4722400"/>
                  <a:pt x="1358456" y="4718971"/>
                  <a:pt x="1356932" y="4715923"/>
                </a:cubicBezTo>
                <a:cubicBezTo>
                  <a:pt x="1355503" y="4712875"/>
                  <a:pt x="1352931" y="4710589"/>
                  <a:pt x="1349693" y="4709446"/>
                </a:cubicBezTo>
                <a:cubicBezTo>
                  <a:pt x="1346454" y="4708303"/>
                  <a:pt x="1343120" y="4708494"/>
                  <a:pt x="1340072" y="4710018"/>
                </a:cubicBezTo>
                <a:cubicBezTo>
                  <a:pt x="1337024" y="4711446"/>
                  <a:pt x="1334738" y="4714018"/>
                  <a:pt x="1333595" y="4717256"/>
                </a:cubicBezTo>
                <a:cubicBezTo>
                  <a:pt x="1332452" y="4720400"/>
                  <a:pt x="1332643" y="4723829"/>
                  <a:pt x="1334167" y="4726877"/>
                </a:cubicBezTo>
                <a:cubicBezTo>
                  <a:pt x="1334643" y="4727829"/>
                  <a:pt x="1335310" y="4728496"/>
                  <a:pt x="1335977" y="4729258"/>
                </a:cubicBezTo>
                <a:lnTo>
                  <a:pt x="1315022" y="4755071"/>
                </a:lnTo>
                <a:lnTo>
                  <a:pt x="1314450" y="4854893"/>
                </a:lnTo>
                <a:lnTo>
                  <a:pt x="1305020" y="4867561"/>
                </a:lnTo>
                <a:lnTo>
                  <a:pt x="1284256" y="4867561"/>
                </a:lnTo>
                <a:lnTo>
                  <a:pt x="1274159" y="4856607"/>
                </a:lnTo>
                <a:lnTo>
                  <a:pt x="1274159" y="4696968"/>
                </a:lnTo>
                <a:cubicBezTo>
                  <a:pt x="1274159" y="4696968"/>
                  <a:pt x="1236059" y="4649629"/>
                  <a:pt x="1236059" y="4649629"/>
                </a:cubicBezTo>
                <a:cubicBezTo>
                  <a:pt x="1237964" y="4646962"/>
                  <a:pt x="1238822" y="4643628"/>
                  <a:pt x="1237678" y="4640295"/>
                </a:cubicBezTo>
                <a:close/>
                <a:moveTo>
                  <a:pt x="1338167" y="4718876"/>
                </a:moveTo>
                <a:cubicBezTo>
                  <a:pt x="1338834" y="4716876"/>
                  <a:pt x="1340263" y="4715256"/>
                  <a:pt x="1342168" y="4714399"/>
                </a:cubicBezTo>
                <a:cubicBezTo>
                  <a:pt x="1343216" y="4713923"/>
                  <a:pt x="1344359" y="4713637"/>
                  <a:pt x="1345597" y="4713637"/>
                </a:cubicBezTo>
                <a:cubicBezTo>
                  <a:pt x="1346454" y="4713637"/>
                  <a:pt x="1347311" y="4713828"/>
                  <a:pt x="1348169" y="4714113"/>
                </a:cubicBezTo>
                <a:cubicBezTo>
                  <a:pt x="1352264" y="4715542"/>
                  <a:pt x="1354455" y="4720019"/>
                  <a:pt x="1353026" y="4724114"/>
                </a:cubicBezTo>
                <a:cubicBezTo>
                  <a:pt x="1351598" y="4728210"/>
                  <a:pt x="1347121" y="4730401"/>
                  <a:pt x="1343025" y="4728972"/>
                </a:cubicBezTo>
                <a:cubicBezTo>
                  <a:pt x="1338929" y="4727544"/>
                  <a:pt x="1336739" y="4723067"/>
                  <a:pt x="1338167" y="4718971"/>
                </a:cubicBezTo>
                <a:close/>
                <a:moveTo>
                  <a:pt x="1189863" y="4640866"/>
                </a:moveTo>
                <a:cubicBezTo>
                  <a:pt x="1187577" y="4634294"/>
                  <a:pt x="1180338" y="4630865"/>
                  <a:pt x="1173766" y="4633151"/>
                </a:cubicBezTo>
                <a:cubicBezTo>
                  <a:pt x="1167194" y="4635437"/>
                  <a:pt x="1163669" y="4642676"/>
                  <a:pt x="1166051" y="4649248"/>
                </a:cubicBezTo>
                <a:cubicBezTo>
                  <a:pt x="1167860" y="4654487"/>
                  <a:pt x="1172813" y="4657725"/>
                  <a:pt x="1177957" y="4657725"/>
                </a:cubicBezTo>
                <a:cubicBezTo>
                  <a:pt x="1179386" y="4657725"/>
                  <a:pt x="1180719" y="4657535"/>
                  <a:pt x="1182148" y="4657059"/>
                </a:cubicBezTo>
                <a:cubicBezTo>
                  <a:pt x="1182815" y="4656773"/>
                  <a:pt x="1183481" y="4656487"/>
                  <a:pt x="1184053" y="4656106"/>
                </a:cubicBezTo>
                <a:lnTo>
                  <a:pt x="1219867" y="4699445"/>
                </a:lnTo>
                <a:lnTo>
                  <a:pt x="1220153" y="4824032"/>
                </a:lnTo>
                <a:lnTo>
                  <a:pt x="1213866" y="4824032"/>
                </a:lnTo>
                <a:cubicBezTo>
                  <a:pt x="1211104" y="4824032"/>
                  <a:pt x="1208818" y="4826318"/>
                  <a:pt x="1208818" y="4829080"/>
                </a:cubicBezTo>
                <a:lnTo>
                  <a:pt x="1208818" y="4847463"/>
                </a:lnTo>
                <a:cubicBezTo>
                  <a:pt x="1208818" y="4850226"/>
                  <a:pt x="1211104" y="4852512"/>
                  <a:pt x="1213866" y="4852512"/>
                </a:cubicBezTo>
                <a:lnTo>
                  <a:pt x="1232249" y="4852512"/>
                </a:lnTo>
                <a:cubicBezTo>
                  <a:pt x="1235012" y="4852512"/>
                  <a:pt x="1237298" y="4850226"/>
                  <a:pt x="1237298" y="4847463"/>
                </a:cubicBezTo>
                <a:lnTo>
                  <a:pt x="1237298" y="4829080"/>
                </a:lnTo>
                <a:cubicBezTo>
                  <a:pt x="1237298" y="4826318"/>
                  <a:pt x="1235012" y="4824032"/>
                  <a:pt x="1232249" y="4824032"/>
                </a:cubicBezTo>
                <a:lnTo>
                  <a:pt x="1225010" y="4824032"/>
                </a:lnTo>
                <a:lnTo>
                  <a:pt x="1224725" y="4698587"/>
                </a:lnTo>
                <a:lnTo>
                  <a:pt x="1224725" y="4697730"/>
                </a:lnTo>
                <a:lnTo>
                  <a:pt x="1187768" y="4653058"/>
                </a:lnTo>
                <a:cubicBezTo>
                  <a:pt x="1190435" y="4649724"/>
                  <a:pt x="1191482" y="4645247"/>
                  <a:pt x="1189958" y="4640866"/>
                </a:cubicBezTo>
                <a:close/>
                <a:moveTo>
                  <a:pt x="1185005" y="4648486"/>
                </a:moveTo>
                <a:cubicBezTo>
                  <a:pt x="1184053" y="4650391"/>
                  <a:pt x="1182529" y="4651820"/>
                  <a:pt x="1180529" y="4652487"/>
                </a:cubicBezTo>
                <a:cubicBezTo>
                  <a:pt x="1176433" y="4653915"/>
                  <a:pt x="1171956" y="4651724"/>
                  <a:pt x="1170527" y="4647629"/>
                </a:cubicBezTo>
                <a:cubicBezTo>
                  <a:pt x="1169099" y="4643533"/>
                  <a:pt x="1171289" y="4639056"/>
                  <a:pt x="1175385" y="4637628"/>
                </a:cubicBezTo>
                <a:cubicBezTo>
                  <a:pt x="1176242" y="4637342"/>
                  <a:pt x="1177100" y="4637151"/>
                  <a:pt x="1177957" y="4637151"/>
                </a:cubicBezTo>
                <a:cubicBezTo>
                  <a:pt x="1181195" y="4637151"/>
                  <a:pt x="1184243" y="4639152"/>
                  <a:pt x="1185386" y="4642390"/>
                </a:cubicBezTo>
                <a:cubicBezTo>
                  <a:pt x="1186053" y="4644390"/>
                  <a:pt x="1185958" y="4646486"/>
                  <a:pt x="1185005" y="4648391"/>
                </a:cubicBezTo>
                <a:close/>
                <a:moveTo>
                  <a:pt x="1232630" y="4829080"/>
                </a:moveTo>
                <a:lnTo>
                  <a:pt x="1232630" y="4847463"/>
                </a:lnTo>
                <a:cubicBezTo>
                  <a:pt x="1232630" y="4847463"/>
                  <a:pt x="1232440" y="4847749"/>
                  <a:pt x="1232345" y="4847749"/>
                </a:cubicBezTo>
                <a:lnTo>
                  <a:pt x="1213676" y="4847463"/>
                </a:lnTo>
                <a:lnTo>
                  <a:pt x="1213961" y="4828794"/>
                </a:lnTo>
                <a:lnTo>
                  <a:pt x="1232630" y="4829080"/>
                </a:lnTo>
                <a:close/>
                <a:moveTo>
                  <a:pt x="1552575" y="10478"/>
                </a:moveTo>
                <a:lnTo>
                  <a:pt x="1563529" y="21812"/>
                </a:lnTo>
                <a:lnTo>
                  <a:pt x="1563529" y="104299"/>
                </a:lnTo>
                <a:cubicBezTo>
                  <a:pt x="1558671" y="105442"/>
                  <a:pt x="1554861" y="109633"/>
                  <a:pt x="1554861" y="114872"/>
                </a:cubicBezTo>
                <a:cubicBezTo>
                  <a:pt x="1554861" y="120967"/>
                  <a:pt x="1559814" y="125921"/>
                  <a:pt x="1565910" y="125921"/>
                </a:cubicBezTo>
                <a:cubicBezTo>
                  <a:pt x="1572006" y="125921"/>
                  <a:pt x="1576959" y="120967"/>
                  <a:pt x="1576959" y="114872"/>
                </a:cubicBezTo>
                <a:cubicBezTo>
                  <a:pt x="1576959" y="109633"/>
                  <a:pt x="1573244" y="105442"/>
                  <a:pt x="1568291" y="104299"/>
                </a:cubicBezTo>
                <a:lnTo>
                  <a:pt x="1568291" y="19812"/>
                </a:lnTo>
                <a:lnTo>
                  <a:pt x="1557338" y="8477"/>
                </a:lnTo>
                <a:lnTo>
                  <a:pt x="1557338" y="95"/>
                </a:lnTo>
                <a:lnTo>
                  <a:pt x="1552575" y="95"/>
                </a:lnTo>
                <a:lnTo>
                  <a:pt x="1552575" y="10478"/>
                </a:lnTo>
                <a:close/>
                <a:moveTo>
                  <a:pt x="1572197" y="114776"/>
                </a:moveTo>
                <a:cubicBezTo>
                  <a:pt x="1572197" y="118205"/>
                  <a:pt x="1569339" y="121063"/>
                  <a:pt x="1565910" y="121063"/>
                </a:cubicBezTo>
                <a:cubicBezTo>
                  <a:pt x="1562481" y="121063"/>
                  <a:pt x="1559624" y="118205"/>
                  <a:pt x="1559624" y="114776"/>
                </a:cubicBezTo>
                <a:cubicBezTo>
                  <a:pt x="1559624" y="111347"/>
                  <a:pt x="1562386" y="108490"/>
                  <a:pt x="1565910" y="108490"/>
                </a:cubicBezTo>
                <a:cubicBezTo>
                  <a:pt x="1569434" y="108490"/>
                  <a:pt x="1572197" y="111252"/>
                  <a:pt x="1572197" y="114776"/>
                </a:cubicBezTo>
                <a:close/>
                <a:moveTo>
                  <a:pt x="909542" y="4542187"/>
                </a:moveTo>
                <a:cubicBezTo>
                  <a:pt x="907637" y="4536853"/>
                  <a:pt x="901827" y="4533995"/>
                  <a:pt x="896493" y="4535901"/>
                </a:cubicBezTo>
                <a:cubicBezTo>
                  <a:pt x="891159" y="4537805"/>
                  <a:pt x="888302" y="4543616"/>
                  <a:pt x="890207" y="4548950"/>
                </a:cubicBezTo>
                <a:cubicBezTo>
                  <a:pt x="892112" y="4554284"/>
                  <a:pt x="897922" y="4557141"/>
                  <a:pt x="903256" y="4555236"/>
                </a:cubicBezTo>
                <a:cubicBezTo>
                  <a:pt x="904018" y="4554951"/>
                  <a:pt x="904494" y="4554474"/>
                  <a:pt x="905161" y="4554093"/>
                </a:cubicBezTo>
                <a:lnTo>
                  <a:pt x="976884" y="4636580"/>
                </a:lnTo>
                <a:lnTo>
                  <a:pt x="976884" y="4672965"/>
                </a:lnTo>
                <a:lnTo>
                  <a:pt x="972502" y="4672965"/>
                </a:lnTo>
                <a:cubicBezTo>
                  <a:pt x="969740" y="4672965"/>
                  <a:pt x="967454" y="4675251"/>
                  <a:pt x="967454" y="4678013"/>
                </a:cubicBezTo>
                <a:lnTo>
                  <a:pt x="967454" y="4690968"/>
                </a:lnTo>
                <a:cubicBezTo>
                  <a:pt x="967454" y="4693730"/>
                  <a:pt x="969740" y="4696016"/>
                  <a:pt x="972502" y="4696016"/>
                </a:cubicBezTo>
                <a:lnTo>
                  <a:pt x="976598" y="4696016"/>
                </a:lnTo>
                <a:lnTo>
                  <a:pt x="975551" y="4800029"/>
                </a:lnTo>
                <a:lnTo>
                  <a:pt x="1015937" y="4847844"/>
                </a:lnTo>
                <a:cubicBezTo>
                  <a:pt x="1014222" y="4849940"/>
                  <a:pt x="1012984" y="4852512"/>
                  <a:pt x="1012984" y="4855464"/>
                </a:cubicBezTo>
                <a:cubicBezTo>
                  <a:pt x="1012984" y="4862132"/>
                  <a:pt x="1018413" y="4867561"/>
                  <a:pt x="1025081" y="4867561"/>
                </a:cubicBezTo>
                <a:cubicBezTo>
                  <a:pt x="1031748" y="4867561"/>
                  <a:pt x="1037177" y="4862132"/>
                  <a:pt x="1037177" y="4855464"/>
                </a:cubicBezTo>
                <a:cubicBezTo>
                  <a:pt x="1037177" y="4848797"/>
                  <a:pt x="1031748" y="4843368"/>
                  <a:pt x="1025081" y="4843368"/>
                </a:cubicBezTo>
                <a:cubicBezTo>
                  <a:pt x="1023080" y="4843368"/>
                  <a:pt x="1021175" y="4844034"/>
                  <a:pt x="1019556" y="4844892"/>
                </a:cubicBezTo>
                <a:lnTo>
                  <a:pt x="980218" y="4798410"/>
                </a:lnTo>
                <a:lnTo>
                  <a:pt x="981266" y="4696111"/>
                </a:lnTo>
                <a:lnTo>
                  <a:pt x="985266" y="4696111"/>
                </a:lnTo>
                <a:cubicBezTo>
                  <a:pt x="988028" y="4696111"/>
                  <a:pt x="990314" y="4693825"/>
                  <a:pt x="990314" y="4691063"/>
                </a:cubicBezTo>
                <a:lnTo>
                  <a:pt x="990314" y="4678109"/>
                </a:lnTo>
                <a:cubicBezTo>
                  <a:pt x="990314" y="4675346"/>
                  <a:pt x="988028" y="4673061"/>
                  <a:pt x="985266" y="4673061"/>
                </a:cubicBezTo>
                <a:lnTo>
                  <a:pt x="981551" y="4673061"/>
                </a:lnTo>
                <a:lnTo>
                  <a:pt x="981551" y="4634961"/>
                </a:lnTo>
                <a:lnTo>
                  <a:pt x="908399" y="4550855"/>
                </a:lnTo>
                <a:cubicBezTo>
                  <a:pt x="909923" y="4548283"/>
                  <a:pt x="910495" y="4545235"/>
                  <a:pt x="909447" y="4542282"/>
                </a:cubicBezTo>
                <a:close/>
                <a:moveTo>
                  <a:pt x="1025271" y="4848035"/>
                </a:moveTo>
                <a:cubicBezTo>
                  <a:pt x="1029367" y="4848035"/>
                  <a:pt x="1032605" y="4851369"/>
                  <a:pt x="1032605" y="4855369"/>
                </a:cubicBezTo>
                <a:cubicBezTo>
                  <a:pt x="1032605" y="4859370"/>
                  <a:pt x="1029272" y="4862703"/>
                  <a:pt x="1025271" y="4862703"/>
                </a:cubicBezTo>
                <a:cubicBezTo>
                  <a:pt x="1021271" y="4862703"/>
                  <a:pt x="1017937" y="4859370"/>
                  <a:pt x="1017937" y="4855369"/>
                </a:cubicBezTo>
                <a:cubicBezTo>
                  <a:pt x="1017937" y="4851369"/>
                  <a:pt x="1021271" y="4848035"/>
                  <a:pt x="1025271" y="4848035"/>
                </a:cubicBezTo>
                <a:close/>
                <a:moveTo>
                  <a:pt x="985742" y="4678013"/>
                </a:moveTo>
                <a:lnTo>
                  <a:pt x="985742" y="4690968"/>
                </a:lnTo>
                <a:cubicBezTo>
                  <a:pt x="985742" y="4690968"/>
                  <a:pt x="985552" y="4691253"/>
                  <a:pt x="985457" y="4691253"/>
                </a:cubicBezTo>
                <a:lnTo>
                  <a:pt x="972217" y="4690968"/>
                </a:lnTo>
                <a:lnTo>
                  <a:pt x="972502" y="4677728"/>
                </a:lnTo>
                <a:lnTo>
                  <a:pt x="985742" y="4678013"/>
                </a:lnTo>
                <a:close/>
                <a:moveTo>
                  <a:pt x="1648778" y="79439"/>
                </a:moveTo>
                <a:lnTo>
                  <a:pt x="1620774" y="100679"/>
                </a:lnTo>
                <a:lnTo>
                  <a:pt x="1620774" y="101822"/>
                </a:lnTo>
                <a:cubicBezTo>
                  <a:pt x="1620774" y="102584"/>
                  <a:pt x="1620679" y="117824"/>
                  <a:pt x="1620774" y="123730"/>
                </a:cubicBezTo>
                <a:cubicBezTo>
                  <a:pt x="1615440" y="124873"/>
                  <a:pt x="1611344" y="129445"/>
                  <a:pt x="1611344" y="135065"/>
                </a:cubicBezTo>
                <a:cubicBezTo>
                  <a:pt x="1611344" y="140684"/>
                  <a:pt x="1615440" y="145256"/>
                  <a:pt x="1620774" y="146399"/>
                </a:cubicBezTo>
                <a:lnTo>
                  <a:pt x="1620774" y="245269"/>
                </a:lnTo>
                <a:lnTo>
                  <a:pt x="1609820" y="256604"/>
                </a:lnTo>
                <a:lnTo>
                  <a:pt x="1609820" y="340519"/>
                </a:lnTo>
                <a:lnTo>
                  <a:pt x="1608487" y="340519"/>
                </a:lnTo>
                <a:cubicBezTo>
                  <a:pt x="1605629" y="340519"/>
                  <a:pt x="1603343" y="342805"/>
                  <a:pt x="1603343" y="345662"/>
                </a:cubicBezTo>
                <a:lnTo>
                  <a:pt x="1603343" y="366046"/>
                </a:lnTo>
                <a:cubicBezTo>
                  <a:pt x="1603343" y="368903"/>
                  <a:pt x="1605629" y="371189"/>
                  <a:pt x="1608487" y="371189"/>
                </a:cubicBezTo>
                <a:lnTo>
                  <a:pt x="1614964" y="371189"/>
                </a:lnTo>
                <a:cubicBezTo>
                  <a:pt x="1617821" y="371189"/>
                  <a:pt x="1620107" y="368903"/>
                  <a:pt x="1620107" y="366046"/>
                </a:cubicBezTo>
                <a:lnTo>
                  <a:pt x="1620107" y="345662"/>
                </a:lnTo>
                <a:cubicBezTo>
                  <a:pt x="1620107" y="342805"/>
                  <a:pt x="1617821" y="340519"/>
                  <a:pt x="1614964" y="340519"/>
                </a:cubicBezTo>
                <a:lnTo>
                  <a:pt x="1614488" y="340519"/>
                </a:lnTo>
                <a:lnTo>
                  <a:pt x="1614488" y="258508"/>
                </a:lnTo>
                <a:lnTo>
                  <a:pt x="1625441" y="247174"/>
                </a:lnTo>
                <a:lnTo>
                  <a:pt x="1625441" y="146399"/>
                </a:lnTo>
                <a:cubicBezTo>
                  <a:pt x="1630775" y="145256"/>
                  <a:pt x="1634871" y="140684"/>
                  <a:pt x="1634871" y="135065"/>
                </a:cubicBezTo>
                <a:cubicBezTo>
                  <a:pt x="1634871" y="129445"/>
                  <a:pt x="1630775" y="124778"/>
                  <a:pt x="1625346" y="123730"/>
                </a:cubicBezTo>
                <a:cubicBezTo>
                  <a:pt x="1625346" y="119348"/>
                  <a:pt x="1625346" y="108585"/>
                  <a:pt x="1625346" y="103061"/>
                </a:cubicBezTo>
                <a:lnTo>
                  <a:pt x="1653445" y="81820"/>
                </a:lnTo>
                <a:lnTo>
                  <a:pt x="1653445" y="95"/>
                </a:lnTo>
                <a:lnTo>
                  <a:pt x="1648682" y="95"/>
                </a:lnTo>
                <a:lnTo>
                  <a:pt x="1648682" y="79439"/>
                </a:lnTo>
                <a:close/>
                <a:moveTo>
                  <a:pt x="1617631" y="366046"/>
                </a:moveTo>
                <a:cubicBezTo>
                  <a:pt x="1617631" y="367475"/>
                  <a:pt x="1616393" y="368713"/>
                  <a:pt x="1614964" y="368713"/>
                </a:cubicBezTo>
                <a:lnTo>
                  <a:pt x="1608487" y="368713"/>
                </a:lnTo>
                <a:cubicBezTo>
                  <a:pt x="1607058" y="368713"/>
                  <a:pt x="1605820" y="367475"/>
                  <a:pt x="1605820" y="366046"/>
                </a:cubicBezTo>
                <a:lnTo>
                  <a:pt x="1605820" y="366046"/>
                </a:lnTo>
                <a:cubicBezTo>
                  <a:pt x="1605820" y="366046"/>
                  <a:pt x="1617631" y="365951"/>
                  <a:pt x="1617631" y="365951"/>
                </a:cubicBezTo>
                <a:lnTo>
                  <a:pt x="1617631" y="365951"/>
                </a:lnTo>
                <a:close/>
                <a:moveTo>
                  <a:pt x="1617631" y="363474"/>
                </a:moveTo>
                <a:lnTo>
                  <a:pt x="1605820" y="363474"/>
                </a:lnTo>
                <a:lnTo>
                  <a:pt x="1605820" y="360712"/>
                </a:lnTo>
                <a:lnTo>
                  <a:pt x="1617631" y="360712"/>
                </a:lnTo>
                <a:lnTo>
                  <a:pt x="1617631" y="363474"/>
                </a:lnTo>
                <a:close/>
                <a:moveTo>
                  <a:pt x="1617631" y="359188"/>
                </a:moveTo>
                <a:lnTo>
                  <a:pt x="1605820" y="359188"/>
                </a:lnTo>
                <a:lnTo>
                  <a:pt x="1605820" y="349472"/>
                </a:lnTo>
                <a:lnTo>
                  <a:pt x="1617631" y="349472"/>
                </a:lnTo>
                <a:lnTo>
                  <a:pt x="1617631" y="359188"/>
                </a:lnTo>
                <a:close/>
                <a:moveTo>
                  <a:pt x="1614964" y="342995"/>
                </a:moveTo>
                <a:cubicBezTo>
                  <a:pt x="1616393" y="342995"/>
                  <a:pt x="1617631" y="344234"/>
                  <a:pt x="1617631" y="345662"/>
                </a:cubicBezTo>
                <a:lnTo>
                  <a:pt x="1617631" y="346329"/>
                </a:lnTo>
                <a:lnTo>
                  <a:pt x="1605820" y="346329"/>
                </a:lnTo>
                <a:lnTo>
                  <a:pt x="1605820" y="345662"/>
                </a:lnTo>
                <a:cubicBezTo>
                  <a:pt x="1605820" y="344234"/>
                  <a:pt x="1606963" y="342995"/>
                  <a:pt x="1608487" y="342995"/>
                </a:cubicBezTo>
                <a:lnTo>
                  <a:pt x="1614964" y="342995"/>
                </a:lnTo>
                <a:close/>
                <a:moveTo>
                  <a:pt x="1630204" y="135065"/>
                </a:moveTo>
                <a:cubicBezTo>
                  <a:pt x="1630204" y="138970"/>
                  <a:pt x="1627061" y="142113"/>
                  <a:pt x="1623155" y="142113"/>
                </a:cubicBezTo>
                <a:cubicBezTo>
                  <a:pt x="1619250" y="142113"/>
                  <a:pt x="1616107" y="138970"/>
                  <a:pt x="1616107" y="135065"/>
                </a:cubicBezTo>
                <a:cubicBezTo>
                  <a:pt x="1616107" y="131159"/>
                  <a:pt x="1619250" y="128016"/>
                  <a:pt x="1623155" y="128016"/>
                </a:cubicBezTo>
                <a:cubicBezTo>
                  <a:pt x="1627061" y="128016"/>
                  <a:pt x="1630204" y="131159"/>
                  <a:pt x="1630204" y="135065"/>
                </a:cubicBezTo>
                <a:close/>
                <a:moveTo>
                  <a:pt x="657416" y="4839462"/>
                </a:moveTo>
                <a:cubicBezTo>
                  <a:pt x="657416" y="4843368"/>
                  <a:pt x="654272" y="4846511"/>
                  <a:pt x="650367" y="4846511"/>
                </a:cubicBezTo>
                <a:cubicBezTo>
                  <a:pt x="646462" y="4846511"/>
                  <a:pt x="643319" y="4843368"/>
                  <a:pt x="643319" y="4839462"/>
                </a:cubicBezTo>
                <a:cubicBezTo>
                  <a:pt x="643319" y="4835557"/>
                  <a:pt x="646462" y="4832414"/>
                  <a:pt x="650367" y="4832414"/>
                </a:cubicBezTo>
                <a:cubicBezTo>
                  <a:pt x="654272" y="4832414"/>
                  <a:pt x="657416" y="4835557"/>
                  <a:pt x="657416" y="4839462"/>
                </a:cubicBezTo>
                <a:close/>
                <a:moveTo>
                  <a:pt x="1494663" y="95"/>
                </a:moveTo>
                <a:lnTo>
                  <a:pt x="1499426" y="95"/>
                </a:lnTo>
                <a:lnTo>
                  <a:pt x="1499426" y="7430"/>
                </a:lnTo>
                <a:lnTo>
                  <a:pt x="1488472" y="18764"/>
                </a:lnTo>
                <a:lnTo>
                  <a:pt x="1488472" y="95917"/>
                </a:lnTo>
                <a:cubicBezTo>
                  <a:pt x="1493425" y="97060"/>
                  <a:pt x="1497140" y="101251"/>
                  <a:pt x="1497140" y="106490"/>
                </a:cubicBezTo>
                <a:cubicBezTo>
                  <a:pt x="1497140" y="111728"/>
                  <a:pt x="1493330" y="116015"/>
                  <a:pt x="1488472" y="117062"/>
                </a:cubicBezTo>
                <a:lnTo>
                  <a:pt x="1488472" y="160687"/>
                </a:lnTo>
                <a:lnTo>
                  <a:pt x="1470660" y="182594"/>
                </a:lnTo>
                <a:lnTo>
                  <a:pt x="1413034" y="182594"/>
                </a:lnTo>
                <a:cubicBezTo>
                  <a:pt x="1411891" y="187547"/>
                  <a:pt x="1407700" y="191262"/>
                  <a:pt x="1402461" y="191262"/>
                </a:cubicBezTo>
                <a:cubicBezTo>
                  <a:pt x="1396365" y="191262"/>
                  <a:pt x="1391412" y="186309"/>
                  <a:pt x="1391412" y="180213"/>
                </a:cubicBezTo>
                <a:cubicBezTo>
                  <a:pt x="1391412" y="174117"/>
                  <a:pt x="1396365" y="169164"/>
                  <a:pt x="1402461" y="169164"/>
                </a:cubicBezTo>
                <a:cubicBezTo>
                  <a:pt x="1407700" y="169164"/>
                  <a:pt x="1411986" y="172879"/>
                  <a:pt x="1413034" y="177832"/>
                </a:cubicBezTo>
                <a:lnTo>
                  <a:pt x="1468374" y="177832"/>
                </a:lnTo>
                <a:lnTo>
                  <a:pt x="1483709" y="158972"/>
                </a:lnTo>
                <a:lnTo>
                  <a:pt x="1483709" y="116967"/>
                </a:lnTo>
                <a:cubicBezTo>
                  <a:pt x="1478756" y="115824"/>
                  <a:pt x="1475042" y="111633"/>
                  <a:pt x="1475042" y="106394"/>
                </a:cubicBezTo>
                <a:cubicBezTo>
                  <a:pt x="1475042" y="101156"/>
                  <a:pt x="1478852" y="96869"/>
                  <a:pt x="1483709" y="95822"/>
                </a:cubicBezTo>
                <a:lnTo>
                  <a:pt x="1483709" y="16764"/>
                </a:lnTo>
                <a:lnTo>
                  <a:pt x="1494663" y="5429"/>
                </a:lnTo>
                <a:lnTo>
                  <a:pt x="1494663" y="0"/>
                </a:lnTo>
                <a:close/>
                <a:moveTo>
                  <a:pt x="1532382" y="70580"/>
                </a:moveTo>
                <a:lnTo>
                  <a:pt x="1512761" y="86868"/>
                </a:lnTo>
                <a:lnTo>
                  <a:pt x="1512761" y="211265"/>
                </a:lnTo>
                <a:lnTo>
                  <a:pt x="1507903" y="211265"/>
                </a:lnTo>
                <a:cubicBezTo>
                  <a:pt x="1504188" y="211265"/>
                  <a:pt x="1501045" y="214313"/>
                  <a:pt x="1501045" y="218123"/>
                </a:cubicBezTo>
                <a:lnTo>
                  <a:pt x="1501045" y="232505"/>
                </a:lnTo>
                <a:cubicBezTo>
                  <a:pt x="1501045" y="236220"/>
                  <a:pt x="1504093" y="239363"/>
                  <a:pt x="1507903" y="239363"/>
                </a:cubicBezTo>
                <a:lnTo>
                  <a:pt x="1522286" y="239363"/>
                </a:lnTo>
                <a:cubicBezTo>
                  <a:pt x="1526000" y="239363"/>
                  <a:pt x="1529144" y="236315"/>
                  <a:pt x="1529144" y="232505"/>
                </a:cubicBezTo>
                <a:lnTo>
                  <a:pt x="1529144" y="232505"/>
                </a:lnTo>
                <a:cubicBezTo>
                  <a:pt x="1529144" y="232505"/>
                  <a:pt x="1572482" y="274987"/>
                  <a:pt x="1572482" y="274987"/>
                </a:cubicBezTo>
                <a:lnTo>
                  <a:pt x="1572482" y="301371"/>
                </a:lnTo>
                <a:cubicBezTo>
                  <a:pt x="1566196" y="302514"/>
                  <a:pt x="1561433" y="307943"/>
                  <a:pt x="1561433" y="314611"/>
                </a:cubicBezTo>
                <a:cubicBezTo>
                  <a:pt x="1561433" y="322040"/>
                  <a:pt x="1567434" y="328041"/>
                  <a:pt x="1574864" y="328041"/>
                </a:cubicBezTo>
                <a:cubicBezTo>
                  <a:pt x="1582293" y="328041"/>
                  <a:pt x="1588294" y="322040"/>
                  <a:pt x="1588294" y="314611"/>
                </a:cubicBezTo>
                <a:cubicBezTo>
                  <a:pt x="1588294" y="308039"/>
                  <a:pt x="1583531" y="302514"/>
                  <a:pt x="1577245" y="301371"/>
                </a:cubicBezTo>
                <a:lnTo>
                  <a:pt x="1577245" y="272987"/>
                </a:lnTo>
                <a:lnTo>
                  <a:pt x="1529144" y="225743"/>
                </a:lnTo>
                <a:lnTo>
                  <a:pt x="1529144" y="218027"/>
                </a:lnTo>
                <a:cubicBezTo>
                  <a:pt x="1529144" y="214313"/>
                  <a:pt x="1526096" y="211169"/>
                  <a:pt x="1522286" y="211169"/>
                </a:cubicBezTo>
                <a:lnTo>
                  <a:pt x="1517428" y="211169"/>
                </a:lnTo>
                <a:lnTo>
                  <a:pt x="1517428" y="88964"/>
                </a:lnTo>
                <a:lnTo>
                  <a:pt x="1537049" y="72676"/>
                </a:lnTo>
                <a:lnTo>
                  <a:pt x="1537049" y="95"/>
                </a:lnTo>
                <a:lnTo>
                  <a:pt x="1532287" y="95"/>
                </a:lnTo>
                <a:lnTo>
                  <a:pt x="1532287" y="70580"/>
                </a:lnTo>
                <a:close/>
                <a:moveTo>
                  <a:pt x="1583531" y="314706"/>
                </a:moveTo>
                <a:cubicBezTo>
                  <a:pt x="1583531" y="319469"/>
                  <a:pt x="1579626" y="323374"/>
                  <a:pt x="1574864" y="323374"/>
                </a:cubicBezTo>
                <a:cubicBezTo>
                  <a:pt x="1570101" y="323374"/>
                  <a:pt x="1566196" y="319469"/>
                  <a:pt x="1566196" y="314706"/>
                </a:cubicBezTo>
                <a:cubicBezTo>
                  <a:pt x="1566196" y="309944"/>
                  <a:pt x="1570101" y="306038"/>
                  <a:pt x="1574864" y="306038"/>
                </a:cubicBezTo>
                <a:cubicBezTo>
                  <a:pt x="1579626" y="306038"/>
                  <a:pt x="1583531" y="309944"/>
                  <a:pt x="1583531" y="314706"/>
                </a:cubicBezTo>
                <a:close/>
                <a:moveTo>
                  <a:pt x="1522286" y="216122"/>
                </a:moveTo>
                <a:cubicBezTo>
                  <a:pt x="1523428" y="216122"/>
                  <a:pt x="1524381" y="217075"/>
                  <a:pt x="1524381" y="218218"/>
                </a:cubicBezTo>
                <a:lnTo>
                  <a:pt x="1524381" y="232601"/>
                </a:lnTo>
                <a:cubicBezTo>
                  <a:pt x="1524381" y="233744"/>
                  <a:pt x="1523428" y="234696"/>
                  <a:pt x="1522286" y="234696"/>
                </a:cubicBezTo>
                <a:lnTo>
                  <a:pt x="1507903" y="234696"/>
                </a:lnTo>
                <a:cubicBezTo>
                  <a:pt x="1506760" y="234696"/>
                  <a:pt x="1505807" y="233744"/>
                  <a:pt x="1505807" y="232601"/>
                </a:cubicBezTo>
                <a:lnTo>
                  <a:pt x="1505807" y="218218"/>
                </a:lnTo>
                <a:cubicBezTo>
                  <a:pt x="1505807" y="217075"/>
                  <a:pt x="1506760" y="216122"/>
                  <a:pt x="1507903" y="216122"/>
                </a:cubicBezTo>
                <a:lnTo>
                  <a:pt x="1522381" y="216122"/>
                </a:lnTo>
                <a:close/>
                <a:moveTo>
                  <a:pt x="463296" y="5099114"/>
                </a:moveTo>
                <a:lnTo>
                  <a:pt x="458534" y="5099114"/>
                </a:lnTo>
                <a:lnTo>
                  <a:pt x="458534" y="5080159"/>
                </a:lnTo>
                <a:lnTo>
                  <a:pt x="463296" y="5080159"/>
                </a:lnTo>
                <a:lnTo>
                  <a:pt x="463296" y="5099114"/>
                </a:lnTo>
                <a:close/>
                <a:moveTo>
                  <a:pt x="1136523" y="4643057"/>
                </a:moveTo>
                <a:cubicBezTo>
                  <a:pt x="1134618" y="4637723"/>
                  <a:pt x="1128808" y="4634865"/>
                  <a:pt x="1123474" y="4636770"/>
                </a:cubicBezTo>
                <a:cubicBezTo>
                  <a:pt x="1118140" y="4638675"/>
                  <a:pt x="1115282" y="4644486"/>
                  <a:pt x="1117187" y="4649820"/>
                </a:cubicBezTo>
                <a:cubicBezTo>
                  <a:pt x="1119092" y="4655154"/>
                  <a:pt x="1124903" y="4658011"/>
                  <a:pt x="1130237" y="4656106"/>
                </a:cubicBezTo>
                <a:cubicBezTo>
                  <a:pt x="1130522" y="4656011"/>
                  <a:pt x="1130808" y="4655725"/>
                  <a:pt x="1131094" y="4655630"/>
                </a:cubicBezTo>
                <a:lnTo>
                  <a:pt x="1175004" y="4706874"/>
                </a:lnTo>
                <a:lnTo>
                  <a:pt x="1174623" y="4824794"/>
                </a:lnTo>
                <a:cubicBezTo>
                  <a:pt x="1170051" y="4825842"/>
                  <a:pt x="1166622" y="4829842"/>
                  <a:pt x="1166622" y="4834700"/>
                </a:cubicBezTo>
                <a:cubicBezTo>
                  <a:pt x="1166622" y="4840415"/>
                  <a:pt x="1171289" y="4845082"/>
                  <a:pt x="1177004" y="4845082"/>
                </a:cubicBezTo>
                <a:cubicBezTo>
                  <a:pt x="1182719" y="4845082"/>
                  <a:pt x="1187387" y="4840415"/>
                  <a:pt x="1187387" y="4834700"/>
                </a:cubicBezTo>
                <a:cubicBezTo>
                  <a:pt x="1187387" y="4829842"/>
                  <a:pt x="1183958" y="4825937"/>
                  <a:pt x="1179481" y="4824794"/>
                </a:cubicBezTo>
                <a:lnTo>
                  <a:pt x="1179862" y="4705064"/>
                </a:lnTo>
                <a:lnTo>
                  <a:pt x="1134904" y="4652582"/>
                </a:lnTo>
                <a:cubicBezTo>
                  <a:pt x="1136999" y="4649915"/>
                  <a:pt x="1137857" y="4646390"/>
                  <a:pt x="1136618" y="4643057"/>
                </a:cubicBezTo>
                <a:close/>
                <a:moveTo>
                  <a:pt x="1182434" y="4834700"/>
                </a:moveTo>
                <a:cubicBezTo>
                  <a:pt x="1182434" y="4837748"/>
                  <a:pt x="1179957" y="4840320"/>
                  <a:pt x="1176814" y="4840320"/>
                </a:cubicBezTo>
                <a:cubicBezTo>
                  <a:pt x="1173671" y="4840320"/>
                  <a:pt x="1171194" y="4837843"/>
                  <a:pt x="1171194" y="4834700"/>
                </a:cubicBezTo>
                <a:cubicBezTo>
                  <a:pt x="1171194" y="4831556"/>
                  <a:pt x="1173671" y="4829080"/>
                  <a:pt x="1176814" y="4829080"/>
                </a:cubicBezTo>
                <a:cubicBezTo>
                  <a:pt x="1179957" y="4829080"/>
                  <a:pt x="1182434" y="4831556"/>
                  <a:pt x="1182434" y="4834700"/>
                </a:cubicBezTo>
                <a:close/>
                <a:moveTo>
                  <a:pt x="1014603" y="4782312"/>
                </a:moveTo>
                <a:cubicBezTo>
                  <a:pt x="1014603" y="4784217"/>
                  <a:pt x="1016222" y="4785170"/>
                  <a:pt x="1018889" y="4785837"/>
                </a:cubicBezTo>
                <a:cubicBezTo>
                  <a:pt x="1018413" y="4786789"/>
                  <a:pt x="1018032" y="4787837"/>
                  <a:pt x="1018032" y="4788980"/>
                </a:cubicBezTo>
                <a:lnTo>
                  <a:pt x="1018032" y="4807839"/>
                </a:lnTo>
                <a:cubicBezTo>
                  <a:pt x="1018032" y="4811554"/>
                  <a:pt x="1020985" y="4814507"/>
                  <a:pt x="1024700" y="4814507"/>
                </a:cubicBezTo>
                <a:lnTo>
                  <a:pt x="1029557" y="4814507"/>
                </a:lnTo>
                <a:cubicBezTo>
                  <a:pt x="1030319" y="4814507"/>
                  <a:pt x="1030891" y="4814316"/>
                  <a:pt x="1031558" y="4814126"/>
                </a:cubicBezTo>
                <a:lnTo>
                  <a:pt x="1048322" y="4835938"/>
                </a:lnTo>
                <a:lnTo>
                  <a:pt x="1119664" y="4835652"/>
                </a:lnTo>
                <a:lnTo>
                  <a:pt x="1119664" y="4839843"/>
                </a:lnTo>
                <a:cubicBezTo>
                  <a:pt x="1119664" y="4841367"/>
                  <a:pt x="1120902" y="4842510"/>
                  <a:pt x="1122331" y="4842510"/>
                </a:cubicBezTo>
                <a:lnTo>
                  <a:pt x="1135285" y="4842510"/>
                </a:lnTo>
                <a:cubicBezTo>
                  <a:pt x="1136809" y="4842510"/>
                  <a:pt x="1137952" y="4841272"/>
                  <a:pt x="1137952" y="4839843"/>
                </a:cubicBezTo>
                <a:lnTo>
                  <a:pt x="1137952" y="4826889"/>
                </a:lnTo>
                <a:cubicBezTo>
                  <a:pt x="1137952" y="4825365"/>
                  <a:pt x="1136714" y="4824222"/>
                  <a:pt x="1135285" y="4824222"/>
                </a:cubicBezTo>
                <a:lnTo>
                  <a:pt x="1131284" y="4824222"/>
                </a:lnTo>
                <a:lnTo>
                  <a:pt x="1131284" y="4706874"/>
                </a:lnTo>
                <a:cubicBezTo>
                  <a:pt x="1131284" y="4706874"/>
                  <a:pt x="1086993" y="4654011"/>
                  <a:pt x="1086993" y="4654011"/>
                </a:cubicBezTo>
                <a:cubicBezTo>
                  <a:pt x="1087565" y="4653344"/>
                  <a:pt x="1088136" y="4652772"/>
                  <a:pt x="1088517" y="4651915"/>
                </a:cubicBezTo>
                <a:cubicBezTo>
                  <a:pt x="1089946" y="4648867"/>
                  <a:pt x="1090136" y="4645438"/>
                  <a:pt x="1089089" y="4642295"/>
                </a:cubicBezTo>
                <a:cubicBezTo>
                  <a:pt x="1087946" y="4639152"/>
                  <a:pt x="1085660" y="4636580"/>
                  <a:pt x="1082612" y="4635056"/>
                </a:cubicBezTo>
                <a:cubicBezTo>
                  <a:pt x="1079564" y="4633627"/>
                  <a:pt x="1076135" y="4633437"/>
                  <a:pt x="1072991" y="4634484"/>
                </a:cubicBezTo>
                <a:cubicBezTo>
                  <a:pt x="1069848" y="4635627"/>
                  <a:pt x="1067276" y="4637913"/>
                  <a:pt x="1065752" y="4640961"/>
                </a:cubicBezTo>
                <a:cubicBezTo>
                  <a:pt x="1064324" y="4644009"/>
                  <a:pt x="1064133" y="4647438"/>
                  <a:pt x="1065181" y="4650581"/>
                </a:cubicBezTo>
                <a:cubicBezTo>
                  <a:pt x="1066991" y="4655820"/>
                  <a:pt x="1071944" y="4659059"/>
                  <a:pt x="1077087" y="4659059"/>
                </a:cubicBezTo>
                <a:cubicBezTo>
                  <a:pt x="1078516" y="4659059"/>
                  <a:pt x="1079849" y="4658868"/>
                  <a:pt x="1081278" y="4658392"/>
                </a:cubicBezTo>
                <a:cubicBezTo>
                  <a:pt x="1082040" y="4658106"/>
                  <a:pt x="1082612" y="4657535"/>
                  <a:pt x="1083374" y="4657154"/>
                </a:cubicBezTo>
                <a:lnTo>
                  <a:pt x="1126522" y="4708589"/>
                </a:lnTo>
                <a:lnTo>
                  <a:pt x="1126522" y="4824127"/>
                </a:lnTo>
                <a:lnTo>
                  <a:pt x="1122331" y="4824127"/>
                </a:lnTo>
                <a:cubicBezTo>
                  <a:pt x="1120807" y="4824127"/>
                  <a:pt x="1119664" y="4825365"/>
                  <a:pt x="1119664" y="4826794"/>
                </a:cubicBezTo>
                <a:lnTo>
                  <a:pt x="1119664" y="4830699"/>
                </a:lnTo>
                <a:lnTo>
                  <a:pt x="1050608" y="4830985"/>
                </a:lnTo>
                <a:lnTo>
                  <a:pt x="1035177" y="4810982"/>
                </a:lnTo>
                <a:cubicBezTo>
                  <a:pt x="1035749" y="4810030"/>
                  <a:pt x="1036129" y="4808887"/>
                  <a:pt x="1036129" y="4807744"/>
                </a:cubicBezTo>
                <a:lnTo>
                  <a:pt x="1036129" y="4788885"/>
                </a:lnTo>
                <a:cubicBezTo>
                  <a:pt x="1036129" y="4785170"/>
                  <a:pt x="1033177" y="4782217"/>
                  <a:pt x="1029462" y="4782217"/>
                </a:cubicBezTo>
                <a:lnTo>
                  <a:pt x="1028224" y="4782217"/>
                </a:lnTo>
                <a:cubicBezTo>
                  <a:pt x="1034129" y="4781455"/>
                  <a:pt x="1037463" y="4780788"/>
                  <a:pt x="1037463" y="4777931"/>
                </a:cubicBezTo>
                <a:cubicBezTo>
                  <a:pt x="1037463" y="4774883"/>
                  <a:pt x="1033939" y="4774311"/>
                  <a:pt x="1027557" y="4773549"/>
                </a:cubicBezTo>
                <a:cubicBezTo>
                  <a:pt x="1033939" y="4772787"/>
                  <a:pt x="1037463" y="4772120"/>
                  <a:pt x="1037463" y="4769168"/>
                </a:cubicBezTo>
                <a:cubicBezTo>
                  <a:pt x="1037463" y="4766120"/>
                  <a:pt x="1033939" y="4765548"/>
                  <a:pt x="1027557" y="4764691"/>
                </a:cubicBezTo>
                <a:cubicBezTo>
                  <a:pt x="1033939" y="4763929"/>
                  <a:pt x="1037463" y="4763262"/>
                  <a:pt x="1037463" y="4760310"/>
                </a:cubicBezTo>
                <a:cubicBezTo>
                  <a:pt x="1037463" y="4757262"/>
                  <a:pt x="1033939" y="4756690"/>
                  <a:pt x="1027557" y="4755833"/>
                </a:cubicBezTo>
                <a:cubicBezTo>
                  <a:pt x="1033939" y="4755071"/>
                  <a:pt x="1037463" y="4754499"/>
                  <a:pt x="1037463" y="4751451"/>
                </a:cubicBezTo>
                <a:cubicBezTo>
                  <a:pt x="1037463" y="4748403"/>
                  <a:pt x="1033939" y="4747832"/>
                  <a:pt x="1027557" y="4746974"/>
                </a:cubicBezTo>
                <a:cubicBezTo>
                  <a:pt x="1033939" y="4746212"/>
                  <a:pt x="1037463" y="4745546"/>
                  <a:pt x="1037463" y="4742593"/>
                </a:cubicBezTo>
                <a:cubicBezTo>
                  <a:pt x="1037463" y="4739545"/>
                  <a:pt x="1034034" y="4738973"/>
                  <a:pt x="1027652" y="4738212"/>
                </a:cubicBezTo>
                <a:cubicBezTo>
                  <a:pt x="1034034" y="4737449"/>
                  <a:pt x="1037463" y="4736878"/>
                  <a:pt x="1037463" y="4733830"/>
                </a:cubicBezTo>
                <a:cubicBezTo>
                  <a:pt x="1037463" y="4730782"/>
                  <a:pt x="1034034" y="4730211"/>
                  <a:pt x="1027652" y="4729448"/>
                </a:cubicBezTo>
                <a:cubicBezTo>
                  <a:pt x="1034034" y="4728687"/>
                  <a:pt x="1037463" y="4728115"/>
                  <a:pt x="1037463" y="4725067"/>
                </a:cubicBezTo>
                <a:cubicBezTo>
                  <a:pt x="1037463" y="4722019"/>
                  <a:pt x="1034034" y="4721447"/>
                  <a:pt x="1027652" y="4720686"/>
                </a:cubicBezTo>
                <a:cubicBezTo>
                  <a:pt x="1033939" y="4719923"/>
                  <a:pt x="1037463" y="4719257"/>
                  <a:pt x="1037463" y="4716304"/>
                </a:cubicBezTo>
                <a:cubicBezTo>
                  <a:pt x="1037463" y="4713351"/>
                  <a:pt x="1034034" y="4712685"/>
                  <a:pt x="1027652" y="4711922"/>
                </a:cubicBezTo>
                <a:cubicBezTo>
                  <a:pt x="1034034" y="4711161"/>
                  <a:pt x="1037463" y="4710589"/>
                  <a:pt x="1037463" y="4707541"/>
                </a:cubicBezTo>
                <a:cubicBezTo>
                  <a:pt x="1037463" y="4704588"/>
                  <a:pt x="1034034" y="4703921"/>
                  <a:pt x="1027652" y="4703160"/>
                </a:cubicBezTo>
                <a:cubicBezTo>
                  <a:pt x="1034034" y="4702397"/>
                  <a:pt x="1037463" y="4701731"/>
                  <a:pt x="1037463" y="4698778"/>
                </a:cubicBezTo>
                <a:cubicBezTo>
                  <a:pt x="1037463" y="4695730"/>
                  <a:pt x="1033939" y="4695159"/>
                  <a:pt x="1027652" y="4694396"/>
                </a:cubicBezTo>
                <a:cubicBezTo>
                  <a:pt x="1034034" y="4693635"/>
                  <a:pt x="1037558" y="4692968"/>
                  <a:pt x="1037558" y="4690015"/>
                </a:cubicBezTo>
                <a:cubicBezTo>
                  <a:pt x="1037558" y="4686967"/>
                  <a:pt x="1034034" y="4686395"/>
                  <a:pt x="1027652" y="4685538"/>
                </a:cubicBezTo>
                <a:cubicBezTo>
                  <a:pt x="1034034" y="4684776"/>
                  <a:pt x="1037558" y="4684205"/>
                  <a:pt x="1037558" y="4681157"/>
                </a:cubicBezTo>
                <a:cubicBezTo>
                  <a:pt x="1037558" y="4678109"/>
                  <a:pt x="1034034" y="4677537"/>
                  <a:pt x="1027652" y="4676680"/>
                </a:cubicBezTo>
                <a:cubicBezTo>
                  <a:pt x="1034034" y="4675918"/>
                  <a:pt x="1037558" y="4675346"/>
                  <a:pt x="1037558" y="4672298"/>
                </a:cubicBezTo>
                <a:cubicBezTo>
                  <a:pt x="1037558" y="4669346"/>
                  <a:pt x="1034225" y="4668679"/>
                  <a:pt x="1028319" y="4667917"/>
                </a:cubicBezTo>
                <a:lnTo>
                  <a:pt x="1029367" y="4667917"/>
                </a:lnTo>
                <a:cubicBezTo>
                  <a:pt x="1033082" y="4667917"/>
                  <a:pt x="1036034" y="4664964"/>
                  <a:pt x="1036034" y="4661249"/>
                </a:cubicBezTo>
                <a:lnTo>
                  <a:pt x="1036034" y="4656773"/>
                </a:lnTo>
                <a:lnTo>
                  <a:pt x="1075754" y="4704493"/>
                </a:lnTo>
                <a:lnTo>
                  <a:pt x="1076039" y="4785932"/>
                </a:lnTo>
                <a:lnTo>
                  <a:pt x="1071372" y="4785932"/>
                </a:lnTo>
                <a:cubicBezTo>
                  <a:pt x="1068610" y="4785932"/>
                  <a:pt x="1066324" y="4788218"/>
                  <a:pt x="1066324" y="4790980"/>
                </a:cubicBezTo>
                <a:lnTo>
                  <a:pt x="1066324" y="4803934"/>
                </a:lnTo>
                <a:cubicBezTo>
                  <a:pt x="1066324" y="4806696"/>
                  <a:pt x="1068610" y="4808982"/>
                  <a:pt x="1071372" y="4808982"/>
                </a:cubicBezTo>
                <a:lnTo>
                  <a:pt x="1084326" y="4808982"/>
                </a:lnTo>
                <a:cubicBezTo>
                  <a:pt x="1087088" y="4808982"/>
                  <a:pt x="1089374" y="4806696"/>
                  <a:pt x="1089374" y="4803934"/>
                </a:cubicBezTo>
                <a:lnTo>
                  <a:pt x="1089374" y="4790980"/>
                </a:lnTo>
                <a:cubicBezTo>
                  <a:pt x="1089374" y="4788218"/>
                  <a:pt x="1087088" y="4785932"/>
                  <a:pt x="1084326" y="4785932"/>
                </a:cubicBezTo>
                <a:lnTo>
                  <a:pt x="1080802" y="4785932"/>
                </a:lnTo>
                <a:lnTo>
                  <a:pt x="1080516" y="4702779"/>
                </a:lnTo>
                <a:lnTo>
                  <a:pt x="1036129" y="4649438"/>
                </a:lnTo>
                <a:lnTo>
                  <a:pt x="1036129" y="4649438"/>
                </a:lnTo>
                <a:cubicBezTo>
                  <a:pt x="1036129" y="4649438"/>
                  <a:pt x="1036129" y="4642390"/>
                  <a:pt x="1036129" y="4642390"/>
                </a:cubicBezTo>
                <a:cubicBezTo>
                  <a:pt x="1036129" y="4638675"/>
                  <a:pt x="1033177" y="4635722"/>
                  <a:pt x="1029462" y="4635722"/>
                </a:cubicBezTo>
                <a:lnTo>
                  <a:pt x="1024604" y="4635722"/>
                </a:lnTo>
                <a:cubicBezTo>
                  <a:pt x="1020890" y="4635722"/>
                  <a:pt x="1017937" y="4638675"/>
                  <a:pt x="1017937" y="4642390"/>
                </a:cubicBezTo>
                <a:lnTo>
                  <a:pt x="1017937" y="4661249"/>
                </a:lnTo>
                <a:cubicBezTo>
                  <a:pt x="1017937" y="4662393"/>
                  <a:pt x="1018318" y="4663440"/>
                  <a:pt x="1018794" y="4664393"/>
                </a:cubicBezTo>
                <a:cubicBezTo>
                  <a:pt x="1016222" y="4665060"/>
                  <a:pt x="1014698" y="4665917"/>
                  <a:pt x="1014698" y="4667822"/>
                </a:cubicBezTo>
                <a:cubicBezTo>
                  <a:pt x="1014698" y="4670870"/>
                  <a:pt x="1018223" y="4671441"/>
                  <a:pt x="1024509" y="4672203"/>
                </a:cubicBezTo>
                <a:cubicBezTo>
                  <a:pt x="1018127" y="4672965"/>
                  <a:pt x="1014603" y="4673632"/>
                  <a:pt x="1014603" y="4676585"/>
                </a:cubicBezTo>
                <a:cubicBezTo>
                  <a:pt x="1014603" y="4679633"/>
                  <a:pt x="1018127" y="4680204"/>
                  <a:pt x="1024509" y="4680966"/>
                </a:cubicBezTo>
                <a:cubicBezTo>
                  <a:pt x="1018127" y="4681728"/>
                  <a:pt x="1014603" y="4682395"/>
                  <a:pt x="1014603" y="4685348"/>
                </a:cubicBezTo>
                <a:cubicBezTo>
                  <a:pt x="1014603" y="4688396"/>
                  <a:pt x="1018127" y="4688967"/>
                  <a:pt x="1024509" y="4689729"/>
                </a:cubicBezTo>
                <a:cubicBezTo>
                  <a:pt x="1018127" y="4690491"/>
                  <a:pt x="1014603" y="4691158"/>
                  <a:pt x="1014603" y="4694111"/>
                </a:cubicBezTo>
                <a:cubicBezTo>
                  <a:pt x="1014603" y="4697159"/>
                  <a:pt x="1018032" y="4697730"/>
                  <a:pt x="1024414" y="4698492"/>
                </a:cubicBezTo>
                <a:cubicBezTo>
                  <a:pt x="1018032" y="4699254"/>
                  <a:pt x="1014603" y="4699826"/>
                  <a:pt x="1014603" y="4702874"/>
                </a:cubicBezTo>
                <a:cubicBezTo>
                  <a:pt x="1014603" y="4705922"/>
                  <a:pt x="1018032" y="4706493"/>
                  <a:pt x="1024414" y="4707255"/>
                </a:cubicBezTo>
                <a:cubicBezTo>
                  <a:pt x="1018032" y="4708017"/>
                  <a:pt x="1014603" y="4708589"/>
                  <a:pt x="1014603" y="4711637"/>
                </a:cubicBezTo>
                <a:cubicBezTo>
                  <a:pt x="1014603" y="4714685"/>
                  <a:pt x="1018032" y="4715256"/>
                  <a:pt x="1024414" y="4716018"/>
                </a:cubicBezTo>
                <a:cubicBezTo>
                  <a:pt x="1018032" y="4716780"/>
                  <a:pt x="1014603" y="4717352"/>
                  <a:pt x="1014603" y="4720400"/>
                </a:cubicBezTo>
                <a:cubicBezTo>
                  <a:pt x="1014603" y="4723448"/>
                  <a:pt x="1018032" y="4724019"/>
                  <a:pt x="1024414" y="4724781"/>
                </a:cubicBezTo>
                <a:cubicBezTo>
                  <a:pt x="1018127" y="4725543"/>
                  <a:pt x="1014603" y="4726210"/>
                  <a:pt x="1014603" y="4729163"/>
                </a:cubicBezTo>
                <a:cubicBezTo>
                  <a:pt x="1014603" y="4732211"/>
                  <a:pt x="1018032" y="4732782"/>
                  <a:pt x="1024414" y="4733544"/>
                </a:cubicBezTo>
                <a:cubicBezTo>
                  <a:pt x="1018032" y="4734306"/>
                  <a:pt x="1014603" y="4734878"/>
                  <a:pt x="1014603" y="4737926"/>
                </a:cubicBezTo>
                <a:cubicBezTo>
                  <a:pt x="1014603" y="4740974"/>
                  <a:pt x="1018127" y="4741545"/>
                  <a:pt x="1024414" y="4742307"/>
                </a:cubicBezTo>
                <a:cubicBezTo>
                  <a:pt x="1018032" y="4743069"/>
                  <a:pt x="1014508" y="4743736"/>
                  <a:pt x="1014508" y="4746689"/>
                </a:cubicBezTo>
                <a:cubicBezTo>
                  <a:pt x="1014508" y="4749737"/>
                  <a:pt x="1018032" y="4750308"/>
                  <a:pt x="1024414" y="4751070"/>
                </a:cubicBezTo>
                <a:cubicBezTo>
                  <a:pt x="1018032" y="4751832"/>
                  <a:pt x="1014508" y="4752404"/>
                  <a:pt x="1014508" y="4755452"/>
                </a:cubicBezTo>
                <a:cubicBezTo>
                  <a:pt x="1014508" y="4758500"/>
                  <a:pt x="1018032" y="4759071"/>
                  <a:pt x="1024414" y="4759929"/>
                </a:cubicBezTo>
                <a:cubicBezTo>
                  <a:pt x="1018032" y="4760690"/>
                  <a:pt x="1014508" y="4761262"/>
                  <a:pt x="1014508" y="4764310"/>
                </a:cubicBezTo>
                <a:cubicBezTo>
                  <a:pt x="1014508" y="4767358"/>
                  <a:pt x="1018032" y="4767929"/>
                  <a:pt x="1024414" y="4768787"/>
                </a:cubicBezTo>
                <a:cubicBezTo>
                  <a:pt x="1018032" y="4769549"/>
                  <a:pt x="1014508" y="4770120"/>
                  <a:pt x="1014508" y="4773168"/>
                </a:cubicBezTo>
                <a:cubicBezTo>
                  <a:pt x="1014508" y="4776216"/>
                  <a:pt x="1018032" y="4776788"/>
                  <a:pt x="1024319" y="4777550"/>
                </a:cubicBezTo>
                <a:cubicBezTo>
                  <a:pt x="1017937" y="4778312"/>
                  <a:pt x="1014413" y="4778979"/>
                  <a:pt x="1014413" y="4781931"/>
                </a:cubicBezTo>
                <a:close/>
                <a:moveTo>
                  <a:pt x="1079659" y="4653915"/>
                </a:moveTo>
                <a:cubicBezTo>
                  <a:pt x="1075563" y="4655344"/>
                  <a:pt x="1071086" y="4653153"/>
                  <a:pt x="1069658" y="4649057"/>
                </a:cubicBezTo>
                <a:cubicBezTo>
                  <a:pt x="1068229" y="4644962"/>
                  <a:pt x="1070420" y="4640485"/>
                  <a:pt x="1074515" y="4639056"/>
                </a:cubicBezTo>
                <a:cubicBezTo>
                  <a:pt x="1075373" y="4638770"/>
                  <a:pt x="1076230" y="4638580"/>
                  <a:pt x="1077087" y="4638580"/>
                </a:cubicBezTo>
                <a:cubicBezTo>
                  <a:pt x="1080326" y="4638580"/>
                  <a:pt x="1083374" y="4640580"/>
                  <a:pt x="1084517" y="4643819"/>
                </a:cubicBezTo>
                <a:cubicBezTo>
                  <a:pt x="1085945" y="4647914"/>
                  <a:pt x="1083755" y="4652391"/>
                  <a:pt x="1079659" y="4653820"/>
                </a:cubicBezTo>
                <a:close/>
                <a:moveTo>
                  <a:pt x="1084802" y="4790885"/>
                </a:moveTo>
                <a:lnTo>
                  <a:pt x="1084802" y="4803839"/>
                </a:lnTo>
                <a:cubicBezTo>
                  <a:pt x="1084802" y="4803839"/>
                  <a:pt x="1084707" y="4804124"/>
                  <a:pt x="1084517" y="4804124"/>
                </a:cubicBezTo>
                <a:lnTo>
                  <a:pt x="1071277" y="4803839"/>
                </a:lnTo>
                <a:lnTo>
                  <a:pt x="1071563" y="4790599"/>
                </a:lnTo>
                <a:lnTo>
                  <a:pt x="1084802" y="4790885"/>
                </a:lnTo>
                <a:close/>
                <a:moveTo>
                  <a:pt x="1022699" y="4661154"/>
                </a:moveTo>
                <a:lnTo>
                  <a:pt x="1022699" y="4642295"/>
                </a:lnTo>
                <a:cubicBezTo>
                  <a:pt x="1022699" y="4641247"/>
                  <a:pt x="1023557" y="4640390"/>
                  <a:pt x="1024604" y="4640390"/>
                </a:cubicBezTo>
                <a:lnTo>
                  <a:pt x="1029462" y="4640390"/>
                </a:lnTo>
                <a:cubicBezTo>
                  <a:pt x="1030510" y="4640390"/>
                  <a:pt x="1031367" y="4641247"/>
                  <a:pt x="1031367" y="4642295"/>
                </a:cubicBezTo>
                <a:lnTo>
                  <a:pt x="1031367" y="4661154"/>
                </a:lnTo>
                <a:cubicBezTo>
                  <a:pt x="1031367" y="4662202"/>
                  <a:pt x="1030510" y="4663059"/>
                  <a:pt x="1029462" y="4663059"/>
                </a:cubicBezTo>
                <a:lnTo>
                  <a:pt x="1024604" y="4663059"/>
                </a:lnTo>
                <a:cubicBezTo>
                  <a:pt x="1023557" y="4663059"/>
                  <a:pt x="1022699" y="4662202"/>
                  <a:pt x="1022699" y="4661154"/>
                </a:cubicBezTo>
                <a:close/>
                <a:moveTo>
                  <a:pt x="1022699" y="4788885"/>
                </a:moveTo>
                <a:cubicBezTo>
                  <a:pt x="1022699" y="4787837"/>
                  <a:pt x="1023557" y="4786979"/>
                  <a:pt x="1024604" y="4786979"/>
                </a:cubicBezTo>
                <a:lnTo>
                  <a:pt x="1029462" y="4786979"/>
                </a:lnTo>
                <a:cubicBezTo>
                  <a:pt x="1030510" y="4786979"/>
                  <a:pt x="1031367" y="4787837"/>
                  <a:pt x="1031367" y="4788885"/>
                </a:cubicBezTo>
                <a:lnTo>
                  <a:pt x="1031367" y="4807744"/>
                </a:lnTo>
                <a:cubicBezTo>
                  <a:pt x="1031367" y="4808792"/>
                  <a:pt x="1030510" y="4809649"/>
                  <a:pt x="1029462" y="4809649"/>
                </a:cubicBezTo>
                <a:lnTo>
                  <a:pt x="1024604" y="4809649"/>
                </a:lnTo>
                <a:cubicBezTo>
                  <a:pt x="1023557" y="4809649"/>
                  <a:pt x="1022699" y="4808792"/>
                  <a:pt x="1022699" y="4807744"/>
                </a:cubicBezTo>
                <a:lnTo>
                  <a:pt x="1022699" y="4788885"/>
                </a:lnTo>
                <a:close/>
                <a:moveTo>
                  <a:pt x="1509332" y="228791"/>
                </a:moveTo>
                <a:lnTo>
                  <a:pt x="1509332" y="222028"/>
                </a:lnTo>
                <a:cubicBezTo>
                  <a:pt x="1509332" y="220694"/>
                  <a:pt x="1510475" y="219551"/>
                  <a:pt x="1511808" y="219551"/>
                </a:cubicBezTo>
                <a:lnTo>
                  <a:pt x="1518571" y="219551"/>
                </a:lnTo>
                <a:cubicBezTo>
                  <a:pt x="1519904" y="219551"/>
                  <a:pt x="1521047" y="220694"/>
                  <a:pt x="1521047" y="222028"/>
                </a:cubicBezTo>
                <a:lnTo>
                  <a:pt x="1521047" y="228791"/>
                </a:lnTo>
                <a:cubicBezTo>
                  <a:pt x="1521047" y="230124"/>
                  <a:pt x="1519904" y="231267"/>
                  <a:pt x="1518571" y="231267"/>
                </a:cubicBezTo>
                <a:lnTo>
                  <a:pt x="1511808" y="231267"/>
                </a:lnTo>
                <a:cubicBezTo>
                  <a:pt x="1510475" y="231267"/>
                  <a:pt x="1509332" y="230124"/>
                  <a:pt x="1509332" y="228791"/>
                </a:cubicBezTo>
                <a:close/>
                <a:moveTo>
                  <a:pt x="1281398" y="95"/>
                </a:moveTo>
                <a:lnTo>
                  <a:pt x="1286161" y="95"/>
                </a:lnTo>
                <a:lnTo>
                  <a:pt x="1286161" y="8382"/>
                </a:lnTo>
                <a:lnTo>
                  <a:pt x="1275207" y="19717"/>
                </a:lnTo>
                <a:lnTo>
                  <a:pt x="1275207" y="103251"/>
                </a:lnTo>
                <a:cubicBezTo>
                  <a:pt x="1277684" y="104204"/>
                  <a:pt x="1279398" y="106585"/>
                  <a:pt x="1279398" y="109347"/>
                </a:cubicBezTo>
                <a:cubicBezTo>
                  <a:pt x="1279398" y="112967"/>
                  <a:pt x="1276445" y="115919"/>
                  <a:pt x="1272826" y="115919"/>
                </a:cubicBezTo>
                <a:cubicBezTo>
                  <a:pt x="1269206" y="115919"/>
                  <a:pt x="1266253" y="112967"/>
                  <a:pt x="1266253" y="109347"/>
                </a:cubicBezTo>
                <a:cubicBezTo>
                  <a:pt x="1266253" y="106585"/>
                  <a:pt x="1267968" y="104204"/>
                  <a:pt x="1270445" y="103251"/>
                </a:cubicBezTo>
                <a:lnTo>
                  <a:pt x="1270445" y="17717"/>
                </a:lnTo>
                <a:lnTo>
                  <a:pt x="1281398" y="6382"/>
                </a:lnTo>
                <a:lnTo>
                  <a:pt x="1281398" y="95"/>
                </a:lnTo>
                <a:close/>
                <a:moveTo>
                  <a:pt x="69437" y="3656171"/>
                </a:moveTo>
                <a:lnTo>
                  <a:pt x="89440" y="3656171"/>
                </a:lnTo>
                <a:cubicBezTo>
                  <a:pt x="89440" y="3656171"/>
                  <a:pt x="89440" y="3660934"/>
                  <a:pt x="89440" y="3660934"/>
                </a:cubicBezTo>
                <a:lnTo>
                  <a:pt x="69437" y="3660934"/>
                </a:lnTo>
                <a:cubicBezTo>
                  <a:pt x="69437" y="3660934"/>
                  <a:pt x="69437" y="3656171"/>
                  <a:pt x="69437" y="3656171"/>
                </a:cubicBezTo>
                <a:close/>
                <a:moveTo>
                  <a:pt x="1886426" y="430530"/>
                </a:moveTo>
                <a:cubicBezTo>
                  <a:pt x="1884236" y="428435"/>
                  <a:pt x="1880807" y="428339"/>
                  <a:pt x="1878616" y="430530"/>
                </a:cubicBezTo>
                <a:lnTo>
                  <a:pt x="1872901" y="436245"/>
                </a:lnTo>
                <a:cubicBezTo>
                  <a:pt x="1870710" y="438436"/>
                  <a:pt x="1870710" y="441865"/>
                  <a:pt x="1872901" y="444056"/>
                </a:cubicBezTo>
                <a:lnTo>
                  <a:pt x="1878616" y="449771"/>
                </a:lnTo>
                <a:cubicBezTo>
                  <a:pt x="1879664" y="450818"/>
                  <a:pt x="1881092" y="451390"/>
                  <a:pt x="1882521" y="451390"/>
                </a:cubicBezTo>
                <a:cubicBezTo>
                  <a:pt x="1883950" y="451390"/>
                  <a:pt x="1885378" y="450818"/>
                  <a:pt x="1886426" y="449771"/>
                </a:cubicBezTo>
                <a:lnTo>
                  <a:pt x="1892141" y="444056"/>
                </a:lnTo>
                <a:cubicBezTo>
                  <a:pt x="1894332" y="441865"/>
                  <a:pt x="1894332" y="438436"/>
                  <a:pt x="1892141" y="436245"/>
                </a:cubicBezTo>
                <a:lnTo>
                  <a:pt x="1890903" y="435007"/>
                </a:lnTo>
                <a:lnTo>
                  <a:pt x="1922336" y="396526"/>
                </a:lnTo>
                <a:lnTo>
                  <a:pt x="1922336" y="273844"/>
                </a:lnTo>
                <a:lnTo>
                  <a:pt x="1940814" y="248507"/>
                </a:lnTo>
                <a:lnTo>
                  <a:pt x="1941767" y="182880"/>
                </a:lnTo>
                <a:cubicBezTo>
                  <a:pt x="1942624" y="182690"/>
                  <a:pt x="1943481" y="182404"/>
                  <a:pt x="1944338" y="182023"/>
                </a:cubicBezTo>
                <a:cubicBezTo>
                  <a:pt x="1947196" y="180689"/>
                  <a:pt x="1949387" y="178403"/>
                  <a:pt x="1950434" y="175451"/>
                </a:cubicBezTo>
                <a:cubicBezTo>
                  <a:pt x="1951482" y="172498"/>
                  <a:pt x="1951387" y="169355"/>
                  <a:pt x="1950053" y="166497"/>
                </a:cubicBezTo>
                <a:cubicBezTo>
                  <a:pt x="1948720" y="163640"/>
                  <a:pt x="1946434" y="161449"/>
                  <a:pt x="1943481" y="160401"/>
                </a:cubicBezTo>
                <a:cubicBezTo>
                  <a:pt x="1937385" y="158115"/>
                  <a:pt x="1930622" y="161258"/>
                  <a:pt x="1928336" y="167354"/>
                </a:cubicBezTo>
                <a:cubicBezTo>
                  <a:pt x="1926050" y="173450"/>
                  <a:pt x="1929194" y="180213"/>
                  <a:pt x="1935290" y="182499"/>
                </a:cubicBezTo>
                <a:cubicBezTo>
                  <a:pt x="1935861" y="182690"/>
                  <a:pt x="1936432" y="182690"/>
                  <a:pt x="1936909" y="182785"/>
                </a:cubicBezTo>
                <a:lnTo>
                  <a:pt x="1935956" y="247079"/>
                </a:lnTo>
                <a:lnTo>
                  <a:pt x="1917478" y="272510"/>
                </a:lnTo>
                <a:lnTo>
                  <a:pt x="1917478" y="395097"/>
                </a:lnTo>
                <a:lnTo>
                  <a:pt x="1887379" y="431959"/>
                </a:lnTo>
                <a:lnTo>
                  <a:pt x="1886331" y="430911"/>
                </a:lnTo>
                <a:close/>
                <a:moveTo>
                  <a:pt x="1932813" y="168783"/>
                </a:moveTo>
                <a:cubicBezTo>
                  <a:pt x="1933861" y="165926"/>
                  <a:pt x="1936528" y="164211"/>
                  <a:pt x="1939385" y="164211"/>
                </a:cubicBezTo>
                <a:cubicBezTo>
                  <a:pt x="1940243" y="164211"/>
                  <a:pt x="1941005" y="164402"/>
                  <a:pt x="1941767" y="164687"/>
                </a:cubicBezTo>
                <a:cubicBezTo>
                  <a:pt x="1943481" y="165354"/>
                  <a:pt x="1944910" y="166592"/>
                  <a:pt x="1945672" y="168307"/>
                </a:cubicBezTo>
                <a:cubicBezTo>
                  <a:pt x="1946434" y="170021"/>
                  <a:pt x="1946529" y="171926"/>
                  <a:pt x="1945862" y="173641"/>
                </a:cubicBezTo>
                <a:cubicBezTo>
                  <a:pt x="1945196" y="175355"/>
                  <a:pt x="1943957" y="176784"/>
                  <a:pt x="1942243" y="177546"/>
                </a:cubicBezTo>
                <a:cubicBezTo>
                  <a:pt x="1940528" y="178308"/>
                  <a:pt x="1938623" y="178403"/>
                  <a:pt x="1936909" y="177737"/>
                </a:cubicBezTo>
                <a:cubicBezTo>
                  <a:pt x="1933289" y="176403"/>
                  <a:pt x="1931480" y="172403"/>
                  <a:pt x="1932813" y="168783"/>
                </a:cubicBezTo>
                <a:close/>
                <a:moveTo>
                  <a:pt x="1888712" y="440627"/>
                </a:moveTo>
                <a:lnTo>
                  <a:pt x="1882997" y="446342"/>
                </a:lnTo>
                <a:cubicBezTo>
                  <a:pt x="1882997" y="446342"/>
                  <a:pt x="1882235" y="446627"/>
                  <a:pt x="1881950" y="446342"/>
                </a:cubicBezTo>
                <a:lnTo>
                  <a:pt x="1876235" y="440627"/>
                </a:lnTo>
                <a:cubicBezTo>
                  <a:pt x="1876235" y="440627"/>
                  <a:pt x="1875949" y="439864"/>
                  <a:pt x="1876235" y="439579"/>
                </a:cubicBezTo>
                <a:lnTo>
                  <a:pt x="1881950" y="433864"/>
                </a:lnTo>
                <a:cubicBezTo>
                  <a:pt x="1881950" y="433864"/>
                  <a:pt x="1882331" y="433673"/>
                  <a:pt x="1882426" y="433673"/>
                </a:cubicBezTo>
                <a:cubicBezTo>
                  <a:pt x="1882521" y="433673"/>
                  <a:pt x="1882807" y="433673"/>
                  <a:pt x="1882997" y="433864"/>
                </a:cubicBezTo>
                <a:lnTo>
                  <a:pt x="1888712" y="439579"/>
                </a:lnTo>
                <a:cubicBezTo>
                  <a:pt x="1888712" y="439579"/>
                  <a:pt x="1888998" y="440341"/>
                  <a:pt x="1888712" y="440627"/>
                </a:cubicBezTo>
                <a:close/>
                <a:moveTo>
                  <a:pt x="93917" y="3606546"/>
                </a:moveTo>
                <a:lnTo>
                  <a:pt x="114586" y="3606355"/>
                </a:lnTo>
                <a:cubicBezTo>
                  <a:pt x="114872" y="3608070"/>
                  <a:pt x="115538" y="3609785"/>
                  <a:pt x="116491" y="3611309"/>
                </a:cubicBezTo>
                <a:cubicBezTo>
                  <a:pt x="118396" y="3614071"/>
                  <a:pt x="121253" y="3615976"/>
                  <a:pt x="124587" y="3616643"/>
                </a:cubicBezTo>
                <a:cubicBezTo>
                  <a:pt x="125349" y="3616833"/>
                  <a:pt x="126206" y="3616833"/>
                  <a:pt x="126968" y="3616833"/>
                </a:cubicBezTo>
                <a:cubicBezTo>
                  <a:pt x="129445" y="3616833"/>
                  <a:pt x="131921" y="3616071"/>
                  <a:pt x="134112" y="3614642"/>
                </a:cubicBezTo>
                <a:cubicBezTo>
                  <a:pt x="136874" y="3612737"/>
                  <a:pt x="138779" y="3609880"/>
                  <a:pt x="139446" y="3606546"/>
                </a:cubicBezTo>
                <a:cubicBezTo>
                  <a:pt x="140113" y="3603212"/>
                  <a:pt x="139446" y="3599879"/>
                  <a:pt x="137446" y="3597021"/>
                </a:cubicBezTo>
                <a:cubicBezTo>
                  <a:pt x="135541" y="3594259"/>
                  <a:pt x="132683" y="3592354"/>
                  <a:pt x="129350" y="3591782"/>
                </a:cubicBezTo>
                <a:cubicBezTo>
                  <a:pt x="126016" y="3591211"/>
                  <a:pt x="122682" y="3591782"/>
                  <a:pt x="119920" y="3593783"/>
                </a:cubicBezTo>
                <a:cubicBezTo>
                  <a:pt x="117158" y="3595592"/>
                  <a:pt x="115348" y="3598450"/>
                  <a:pt x="114681" y="3601688"/>
                </a:cubicBezTo>
                <a:lnTo>
                  <a:pt x="95726" y="3601879"/>
                </a:lnTo>
                <a:lnTo>
                  <a:pt x="191" y="3519107"/>
                </a:lnTo>
                <a:lnTo>
                  <a:pt x="191" y="3525393"/>
                </a:lnTo>
                <a:lnTo>
                  <a:pt x="93345" y="3606070"/>
                </a:lnTo>
                <a:lnTo>
                  <a:pt x="94012" y="3606642"/>
                </a:lnTo>
                <a:close/>
                <a:moveTo>
                  <a:pt x="122492" y="3597593"/>
                </a:moveTo>
                <a:lnTo>
                  <a:pt x="122492" y="3597593"/>
                </a:lnTo>
                <a:cubicBezTo>
                  <a:pt x="123825" y="3596640"/>
                  <a:pt x="125349" y="3596259"/>
                  <a:pt x="126968" y="3596259"/>
                </a:cubicBezTo>
                <a:cubicBezTo>
                  <a:pt x="129445" y="3596259"/>
                  <a:pt x="131921" y="3597497"/>
                  <a:pt x="133445" y="3599688"/>
                </a:cubicBezTo>
                <a:cubicBezTo>
                  <a:pt x="134588" y="3601403"/>
                  <a:pt x="135065" y="3603498"/>
                  <a:pt x="134684" y="3605594"/>
                </a:cubicBezTo>
                <a:cubicBezTo>
                  <a:pt x="134303" y="3607689"/>
                  <a:pt x="133160" y="3609499"/>
                  <a:pt x="131350" y="3610642"/>
                </a:cubicBezTo>
                <a:cubicBezTo>
                  <a:pt x="129635" y="3611785"/>
                  <a:pt x="127540" y="3612261"/>
                  <a:pt x="125444" y="3611880"/>
                </a:cubicBezTo>
                <a:cubicBezTo>
                  <a:pt x="123349" y="3611499"/>
                  <a:pt x="121634" y="3610356"/>
                  <a:pt x="120396" y="3608546"/>
                </a:cubicBezTo>
                <a:cubicBezTo>
                  <a:pt x="119253" y="3606832"/>
                  <a:pt x="118777" y="3604736"/>
                  <a:pt x="119158" y="3602641"/>
                </a:cubicBezTo>
                <a:cubicBezTo>
                  <a:pt x="119539" y="3600545"/>
                  <a:pt x="120682" y="3598736"/>
                  <a:pt x="122492" y="3597593"/>
                </a:cubicBezTo>
                <a:close/>
                <a:moveTo>
                  <a:pt x="29528" y="3656171"/>
                </a:moveTo>
                <a:lnTo>
                  <a:pt x="49530" y="3656171"/>
                </a:lnTo>
                <a:cubicBezTo>
                  <a:pt x="49530" y="3656171"/>
                  <a:pt x="49530" y="3660934"/>
                  <a:pt x="49530" y="3660934"/>
                </a:cubicBezTo>
                <a:lnTo>
                  <a:pt x="29528" y="3660934"/>
                </a:lnTo>
                <a:cubicBezTo>
                  <a:pt x="29528" y="3660934"/>
                  <a:pt x="29528" y="3656171"/>
                  <a:pt x="29528" y="3656171"/>
                </a:cubicBezTo>
                <a:close/>
                <a:moveTo>
                  <a:pt x="1446181" y="2361629"/>
                </a:moveTo>
                <a:cubicBezTo>
                  <a:pt x="1444657" y="2358009"/>
                  <a:pt x="1441895" y="2355247"/>
                  <a:pt x="1438275" y="2353818"/>
                </a:cubicBezTo>
                <a:cubicBezTo>
                  <a:pt x="1434656" y="2352389"/>
                  <a:pt x="1430750" y="2352389"/>
                  <a:pt x="1427131" y="2353818"/>
                </a:cubicBezTo>
                <a:cubicBezTo>
                  <a:pt x="1423511" y="2355342"/>
                  <a:pt x="1420749" y="2358104"/>
                  <a:pt x="1419320" y="2361724"/>
                </a:cubicBezTo>
                <a:cubicBezTo>
                  <a:pt x="1418844" y="2362962"/>
                  <a:pt x="1418558" y="2364200"/>
                  <a:pt x="1418368" y="2365439"/>
                </a:cubicBezTo>
                <a:lnTo>
                  <a:pt x="1365695" y="2365439"/>
                </a:lnTo>
                <a:lnTo>
                  <a:pt x="1290638" y="2431161"/>
                </a:lnTo>
                <a:lnTo>
                  <a:pt x="1267778" y="2431352"/>
                </a:lnTo>
                <a:lnTo>
                  <a:pt x="1170908" y="2508695"/>
                </a:lnTo>
                <a:cubicBezTo>
                  <a:pt x="1166813" y="2505170"/>
                  <a:pt x="1161002" y="2503932"/>
                  <a:pt x="1155668" y="2506123"/>
                </a:cubicBezTo>
                <a:cubicBezTo>
                  <a:pt x="1148239" y="2509266"/>
                  <a:pt x="1144810" y="2517743"/>
                  <a:pt x="1147858" y="2525173"/>
                </a:cubicBezTo>
                <a:cubicBezTo>
                  <a:pt x="1150239" y="2530697"/>
                  <a:pt x="1155573" y="2534126"/>
                  <a:pt x="1161288" y="2534126"/>
                </a:cubicBezTo>
                <a:cubicBezTo>
                  <a:pt x="1163193" y="2534126"/>
                  <a:pt x="1165098" y="2533745"/>
                  <a:pt x="1166908" y="2532984"/>
                </a:cubicBezTo>
                <a:cubicBezTo>
                  <a:pt x="1174337" y="2529840"/>
                  <a:pt x="1177766" y="2521363"/>
                  <a:pt x="1174718" y="2513934"/>
                </a:cubicBezTo>
                <a:cubicBezTo>
                  <a:pt x="1174528" y="2513362"/>
                  <a:pt x="1174147" y="2512886"/>
                  <a:pt x="1173861" y="2512409"/>
                </a:cubicBezTo>
                <a:lnTo>
                  <a:pt x="1269492" y="2436114"/>
                </a:lnTo>
                <a:lnTo>
                  <a:pt x="1292543" y="2435924"/>
                </a:lnTo>
                <a:lnTo>
                  <a:pt x="1367504" y="2370201"/>
                </a:lnTo>
                <a:lnTo>
                  <a:pt x="1418558" y="2370201"/>
                </a:lnTo>
                <a:cubicBezTo>
                  <a:pt x="1418749" y="2371058"/>
                  <a:pt x="1419035" y="2372011"/>
                  <a:pt x="1419416" y="2372868"/>
                </a:cubicBezTo>
                <a:cubicBezTo>
                  <a:pt x="1421797" y="2378393"/>
                  <a:pt x="1427131" y="2381822"/>
                  <a:pt x="1432846" y="2381822"/>
                </a:cubicBezTo>
                <a:cubicBezTo>
                  <a:pt x="1434751" y="2381822"/>
                  <a:pt x="1436656" y="2381441"/>
                  <a:pt x="1438466" y="2380679"/>
                </a:cubicBezTo>
                <a:cubicBezTo>
                  <a:pt x="1442085" y="2379155"/>
                  <a:pt x="1444847" y="2376392"/>
                  <a:pt x="1446276" y="2372773"/>
                </a:cubicBezTo>
                <a:cubicBezTo>
                  <a:pt x="1446657" y="2371820"/>
                  <a:pt x="1446943" y="2370963"/>
                  <a:pt x="1447133" y="2370011"/>
                </a:cubicBezTo>
                <a:lnTo>
                  <a:pt x="1523714" y="2370011"/>
                </a:lnTo>
                <a:lnTo>
                  <a:pt x="1542860" y="2347817"/>
                </a:lnTo>
                <a:lnTo>
                  <a:pt x="1607153" y="2347817"/>
                </a:lnTo>
                <a:lnTo>
                  <a:pt x="1607153" y="2350770"/>
                </a:lnTo>
                <a:cubicBezTo>
                  <a:pt x="1607153" y="2354199"/>
                  <a:pt x="1609916" y="2357057"/>
                  <a:pt x="1613440" y="2357057"/>
                </a:cubicBezTo>
                <a:lnTo>
                  <a:pt x="1626680" y="2357057"/>
                </a:lnTo>
                <a:cubicBezTo>
                  <a:pt x="1630109" y="2357057"/>
                  <a:pt x="1632966" y="2354294"/>
                  <a:pt x="1632966" y="2350770"/>
                </a:cubicBezTo>
                <a:lnTo>
                  <a:pt x="1632966" y="2337530"/>
                </a:lnTo>
                <a:cubicBezTo>
                  <a:pt x="1632966" y="2334101"/>
                  <a:pt x="1630204" y="2331244"/>
                  <a:pt x="1626680" y="2331244"/>
                </a:cubicBezTo>
                <a:lnTo>
                  <a:pt x="1613440" y="2331244"/>
                </a:lnTo>
                <a:cubicBezTo>
                  <a:pt x="1610011" y="2331244"/>
                  <a:pt x="1607153" y="2334006"/>
                  <a:pt x="1607153" y="2337530"/>
                </a:cubicBezTo>
                <a:lnTo>
                  <a:pt x="1607153" y="2343055"/>
                </a:lnTo>
                <a:lnTo>
                  <a:pt x="1540669" y="2343055"/>
                </a:lnTo>
                <a:lnTo>
                  <a:pt x="1521524" y="2365248"/>
                </a:lnTo>
                <a:lnTo>
                  <a:pt x="1447228" y="2365248"/>
                </a:lnTo>
                <a:cubicBezTo>
                  <a:pt x="1447038" y="2364010"/>
                  <a:pt x="1446752" y="2362867"/>
                  <a:pt x="1446276" y="2361629"/>
                </a:cubicBezTo>
                <a:close/>
                <a:moveTo>
                  <a:pt x="1165193" y="2528602"/>
                </a:moveTo>
                <a:cubicBezTo>
                  <a:pt x="1160240" y="2530697"/>
                  <a:pt x="1154430" y="2528316"/>
                  <a:pt x="1152335" y="2523363"/>
                </a:cubicBezTo>
                <a:cubicBezTo>
                  <a:pt x="1150239" y="2518410"/>
                  <a:pt x="1152620" y="2512600"/>
                  <a:pt x="1157573" y="2510504"/>
                </a:cubicBezTo>
                <a:cubicBezTo>
                  <a:pt x="1158812" y="2510028"/>
                  <a:pt x="1160050" y="2509742"/>
                  <a:pt x="1161383" y="2509742"/>
                </a:cubicBezTo>
                <a:cubicBezTo>
                  <a:pt x="1165193" y="2509742"/>
                  <a:pt x="1168813" y="2512028"/>
                  <a:pt x="1170432" y="2515743"/>
                </a:cubicBezTo>
                <a:cubicBezTo>
                  <a:pt x="1172528" y="2520696"/>
                  <a:pt x="1170146" y="2526506"/>
                  <a:pt x="1165193" y="2528602"/>
                </a:cubicBezTo>
                <a:close/>
                <a:moveTo>
                  <a:pt x="1441895" y="2370963"/>
                </a:moveTo>
                <a:cubicBezTo>
                  <a:pt x="1440942" y="2373344"/>
                  <a:pt x="1439037" y="2375249"/>
                  <a:pt x="1436656" y="2376297"/>
                </a:cubicBezTo>
                <a:cubicBezTo>
                  <a:pt x="1431703" y="2378393"/>
                  <a:pt x="1425893" y="2376011"/>
                  <a:pt x="1423892" y="2371058"/>
                </a:cubicBezTo>
                <a:cubicBezTo>
                  <a:pt x="1422845" y="2368677"/>
                  <a:pt x="1422845" y="2366010"/>
                  <a:pt x="1423892" y="2363534"/>
                </a:cubicBezTo>
                <a:cubicBezTo>
                  <a:pt x="1424845" y="2361152"/>
                  <a:pt x="1426750" y="2359247"/>
                  <a:pt x="1429131" y="2358200"/>
                </a:cubicBezTo>
                <a:cubicBezTo>
                  <a:pt x="1430369" y="2357723"/>
                  <a:pt x="1431607" y="2357438"/>
                  <a:pt x="1432941" y="2357438"/>
                </a:cubicBezTo>
                <a:cubicBezTo>
                  <a:pt x="1434275" y="2357438"/>
                  <a:pt x="1435418" y="2357723"/>
                  <a:pt x="1436656" y="2358200"/>
                </a:cubicBezTo>
                <a:cubicBezTo>
                  <a:pt x="1439037" y="2359152"/>
                  <a:pt x="1440942" y="2361057"/>
                  <a:pt x="1441990" y="2363438"/>
                </a:cubicBezTo>
                <a:cubicBezTo>
                  <a:pt x="1443038" y="2365820"/>
                  <a:pt x="1443038" y="2368487"/>
                  <a:pt x="1441990" y="2370963"/>
                </a:cubicBezTo>
                <a:close/>
                <a:moveTo>
                  <a:pt x="49149" y="249745"/>
                </a:moveTo>
                <a:cubicBezTo>
                  <a:pt x="54864" y="249745"/>
                  <a:pt x="59531" y="245078"/>
                  <a:pt x="59531" y="239363"/>
                </a:cubicBezTo>
                <a:cubicBezTo>
                  <a:pt x="59531" y="233648"/>
                  <a:pt x="54864" y="228981"/>
                  <a:pt x="49149" y="228981"/>
                </a:cubicBezTo>
                <a:cubicBezTo>
                  <a:pt x="44291" y="228981"/>
                  <a:pt x="40291" y="232410"/>
                  <a:pt x="39243" y="236982"/>
                </a:cubicBezTo>
                <a:lnTo>
                  <a:pt x="1048" y="236982"/>
                </a:lnTo>
                <a:lnTo>
                  <a:pt x="95" y="236125"/>
                </a:lnTo>
                <a:lnTo>
                  <a:pt x="95" y="241745"/>
                </a:lnTo>
                <a:lnTo>
                  <a:pt x="39243" y="241745"/>
                </a:lnTo>
                <a:cubicBezTo>
                  <a:pt x="40386" y="246317"/>
                  <a:pt x="44291" y="249745"/>
                  <a:pt x="49149" y="249745"/>
                </a:cubicBezTo>
                <a:close/>
                <a:moveTo>
                  <a:pt x="49149" y="233648"/>
                </a:moveTo>
                <a:cubicBezTo>
                  <a:pt x="52292" y="233648"/>
                  <a:pt x="54769" y="236220"/>
                  <a:pt x="54769" y="239268"/>
                </a:cubicBezTo>
                <a:cubicBezTo>
                  <a:pt x="54769" y="242316"/>
                  <a:pt x="52197" y="244888"/>
                  <a:pt x="49149" y="244888"/>
                </a:cubicBezTo>
                <a:cubicBezTo>
                  <a:pt x="46101" y="244888"/>
                  <a:pt x="43529" y="242316"/>
                  <a:pt x="43529" y="239268"/>
                </a:cubicBezTo>
                <a:cubicBezTo>
                  <a:pt x="43529" y="236220"/>
                  <a:pt x="46101" y="233648"/>
                  <a:pt x="49149" y="233648"/>
                </a:cubicBezTo>
                <a:close/>
                <a:moveTo>
                  <a:pt x="1439513" y="2364391"/>
                </a:moveTo>
                <a:cubicBezTo>
                  <a:pt x="1441037" y="2368106"/>
                  <a:pt x="1439323" y="2372297"/>
                  <a:pt x="1435703" y="2373821"/>
                </a:cubicBezTo>
                <a:cubicBezTo>
                  <a:pt x="1431989" y="2375345"/>
                  <a:pt x="1427798" y="2373630"/>
                  <a:pt x="1426274" y="2370011"/>
                </a:cubicBezTo>
                <a:cubicBezTo>
                  <a:pt x="1424750" y="2366296"/>
                  <a:pt x="1426464" y="2362105"/>
                  <a:pt x="1430179" y="2360581"/>
                </a:cubicBezTo>
                <a:cubicBezTo>
                  <a:pt x="1433894" y="2359057"/>
                  <a:pt x="1438085" y="2360771"/>
                  <a:pt x="1439609" y="2364391"/>
                </a:cubicBezTo>
                <a:close/>
                <a:moveTo>
                  <a:pt x="60770" y="3621596"/>
                </a:moveTo>
                <a:cubicBezTo>
                  <a:pt x="58007" y="3615214"/>
                  <a:pt x="50483" y="3612261"/>
                  <a:pt x="44101" y="3615119"/>
                </a:cubicBezTo>
                <a:lnTo>
                  <a:pt x="44101" y="3615119"/>
                </a:lnTo>
                <a:cubicBezTo>
                  <a:pt x="43339" y="3615404"/>
                  <a:pt x="42862" y="3615976"/>
                  <a:pt x="42291" y="3616452"/>
                </a:cubicBezTo>
                <a:lnTo>
                  <a:pt x="95" y="3579590"/>
                </a:lnTo>
                <a:lnTo>
                  <a:pt x="95" y="3585877"/>
                </a:lnTo>
                <a:lnTo>
                  <a:pt x="38862" y="3619786"/>
                </a:lnTo>
                <a:cubicBezTo>
                  <a:pt x="36576" y="3623215"/>
                  <a:pt x="35814" y="3627692"/>
                  <a:pt x="37624" y="3631787"/>
                </a:cubicBezTo>
                <a:cubicBezTo>
                  <a:pt x="39719" y="3636550"/>
                  <a:pt x="44387" y="3639312"/>
                  <a:pt x="49244" y="3639312"/>
                </a:cubicBezTo>
                <a:cubicBezTo>
                  <a:pt x="50959" y="3639312"/>
                  <a:pt x="52673" y="3638931"/>
                  <a:pt x="54293" y="3638264"/>
                </a:cubicBezTo>
                <a:cubicBezTo>
                  <a:pt x="60674" y="3635502"/>
                  <a:pt x="63532" y="3627977"/>
                  <a:pt x="60770" y="3621596"/>
                </a:cubicBezTo>
                <a:close/>
                <a:moveTo>
                  <a:pt x="42005" y="3629787"/>
                </a:moveTo>
                <a:cubicBezTo>
                  <a:pt x="40291" y="3625787"/>
                  <a:pt x="42005" y="3621119"/>
                  <a:pt x="46006" y="3619405"/>
                </a:cubicBezTo>
                <a:cubicBezTo>
                  <a:pt x="50006" y="3617690"/>
                  <a:pt x="54674" y="3619405"/>
                  <a:pt x="56388" y="3623405"/>
                </a:cubicBezTo>
                <a:cubicBezTo>
                  <a:pt x="58103" y="3627406"/>
                  <a:pt x="56388" y="3632073"/>
                  <a:pt x="52387" y="3633788"/>
                </a:cubicBezTo>
                <a:cubicBezTo>
                  <a:pt x="48387" y="3635502"/>
                  <a:pt x="43720" y="3633788"/>
                  <a:pt x="42005" y="3629787"/>
                </a:cubicBezTo>
                <a:close/>
                <a:moveTo>
                  <a:pt x="91059" y="3718084"/>
                </a:moveTo>
                <a:lnTo>
                  <a:pt x="91059" y="3722846"/>
                </a:lnTo>
                <a:lnTo>
                  <a:pt x="72676" y="3722846"/>
                </a:lnTo>
                <a:lnTo>
                  <a:pt x="72676" y="3718084"/>
                </a:lnTo>
                <a:lnTo>
                  <a:pt x="91059" y="3718084"/>
                </a:lnTo>
                <a:close/>
                <a:moveTo>
                  <a:pt x="96869" y="1165860"/>
                </a:moveTo>
                <a:lnTo>
                  <a:pt x="186595" y="1165860"/>
                </a:lnTo>
                <a:cubicBezTo>
                  <a:pt x="187643" y="1169861"/>
                  <a:pt x="191167" y="1172909"/>
                  <a:pt x="195548" y="1172909"/>
                </a:cubicBezTo>
                <a:cubicBezTo>
                  <a:pt x="200787" y="1172909"/>
                  <a:pt x="204978" y="1168718"/>
                  <a:pt x="204978" y="1163479"/>
                </a:cubicBezTo>
                <a:cubicBezTo>
                  <a:pt x="204978" y="1158240"/>
                  <a:pt x="200787" y="1154049"/>
                  <a:pt x="195548" y="1154049"/>
                </a:cubicBezTo>
                <a:cubicBezTo>
                  <a:pt x="191167" y="1154049"/>
                  <a:pt x="187643" y="1157097"/>
                  <a:pt x="186595" y="1161098"/>
                </a:cubicBezTo>
                <a:lnTo>
                  <a:pt x="94774" y="1161098"/>
                </a:lnTo>
                <a:lnTo>
                  <a:pt x="61722" y="1196150"/>
                </a:lnTo>
                <a:lnTo>
                  <a:pt x="61722" y="1293305"/>
                </a:lnTo>
                <a:cubicBezTo>
                  <a:pt x="57722" y="1294352"/>
                  <a:pt x="54674" y="1297877"/>
                  <a:pt x="54674" y="1302258"/>
                </a:cubicBezTo>
                <a:cubicBezTo>
                  <a:pt x="54674" y="1307497"/>
                  <a:pt x="58865" y="1311688"/>
                  <a:pt x="64103" y="1311688"/>
                </a:cubicBezTo>
                <a:cubicBezTo>
                  <a:pt x="69342" y="1311688"/>
                  <a:pt x="73533" y="1307497"/>
                  <a:pt x="73533" y="1302258"/>
                </a:cubicBezTo>
                <a:cubicBezTo>
                  <a:pt x="73533" y="1297877"/>
                  <a:pt x="70485" y="1294352"/>
                  <a:pt x="66485" y="1293305"/>
                </a:cubicBezTo>
                <a:lnTo>
                  <a:pt x="66485" y="1198055"/>
                </a:lnTo>
                <a:lnTo>
                  <a:pt x="96869" y="1165860"/>
                </a:lnTo>
                <a:close/>
                <a:moveTo>
                  <a:pt x="195548" y="1158812"/>
                </a:moveTo>
                <a:cubicBezTo>
                  <a:pt x="198120" y="1158812"/>
                  <a:pt x="200216" y="1160907"/>
                  <a:pt x="200216" y="1163479"/>
                </a:cubicBezTo>
                <a:cubicBezTo>
                  <a:pt x="200216" y="1166051"/>
                  <a:pt x="198120" y="1168146"/>
                  <a:pt x="195548" y="1168146"/>
                </a:cubicBezTo>
                <a:cubicBezTo>
                  <a:pt x="192977" y="1168146"/>
                  <a:pt x="190881" y="1166051"/>
                  <a:pt x="190881" y="1163479"/>
                </a:cubicBezTo>
                <a:cubicBezTo>
                  <a:pt x="190881" y="1160907"/>
                  <a:pt x="192977" y="1158812"/>
                  <a:pt x="195548" y="1158812"/>
                </a:cubicBezTo>
                <a:close/>
                <a:moveTo>
                  <a:pt x="68866" y="1302353"/>
                </a:moveTo>
                <a:cubicBezTo>
                  <a:pt x="68866" y="1304925"/>
                  <a:pt x="66770" y="1307021"/>
                  <a:pt x="64199" y="1307021"/>
                </a:cubicBezTo>
                <a:cubicBezTo>
                  <a:pt x="61627" y="1307021"/>
                  <a:pt x="59531" y="1304925"/>
                  <a:pt x="59531" y="1302353"/>
                </a:cubicBezTo>
                <a:cubicBezTo>
                  <a:pt x="59531" y="1299782"/>
                  <a:pt x="61627" y="1297686"/>
                  <a:pt x="64199" y="1297686"/>
                </a:cubicBezTo>
                <a:cubicBezTo>
                  <a:pt x="66770" y="1297686"/>
                  <a:pt x="68866" y="1299782"/>
                  <a:pt x="68866" y="1302353"/>
                </a:cubicBezTo>
                <a:close/>
                <a:moveTo>
                  <a:pt x="56579" y="4919949"/>
                </a:moveTo>
                <a:lnTo>
                  <a:pt x="56579" y="4845558"/>
                </a:lnTo>
                <a:cubicBezTo>
                  <a:pt x="56579" y="4845558"/>
                  <a:pt x="95" y="4845558"/>
                  <a:pt x="95" y="4845558"/>
                </a:cubicBezTo>
                <a:lnTo>
                  <a:pt x="95" y="4840796"/>
                </a:lnTo>
                <a:lnTo>
                  <a:pt x="59150" y="4840796"/>
                </a:lnTo>
                <a:cubicBezTo>
                  <a:pt x="59817" y="4840796"/>
                  <a:pt x="60389" y="4840986"/>
                  <a:pt x="60865" y="4841462"/>
                </a:cubicBezTo>
                <a:cubicBezTo>
                  <a:pt x="61341" y="4841939"/>
                  <a:pt x="61532" y="4842510"/>
                  <a:pt x="61532" y="4843177"/>
                </a:cubicBezTo>
                <a:lnTo>
                  <a:pt x="61532" y="4920329"/>
                </a:lnTo>
                <a:cubicBezTo>
                  <a:pt x="63437" y="4920901"/>
                  <a:pt x="65437" y="4921949"/>
                  <a:pt x="66770" y="4923758"/>
                </a:cubicBezTo>
                <a:cubicBezTo>
                  <a:pt x="68294" y="4925854"/>
                  <a:pt x="68866" y="4928425"/>
                  <a:pt x="68390" y="4930997"/>
                </a:cubicBezTo>
                <a:cubicBezTo>
                  <a:pt x="67913" y="4933569"/>
                  <a:pt x="66485" y="4935855"/>
                  <a:pt x="64294" y="4937284"/>
                </a:cubicBezTo>
                <a:cubicBezTo>
                  <a:pt x="59912" y="4940237"/>
                  <a:pt x="53816" y="4939189"/>
                  <a:pt x="50768" y="4934903"/>
                </a:cubicBezTo>
                <a:cubicBezTo>
                  <a:pt x="49244" y="4932807"/>
                  <a:pt x="48673" y="4930235"/>
                  <a:pt x="49149" y="4927664"/>
                </a:cubicBezTo>
                <a:cubicBezTo>
                  <a:pt x="49625" y="4925092"/>
                  <a:pt x="51054" y="4922806"/>
                  <a:pt x="53245" y="4921377"/>
                </a:cubicBezTo>
                <a:cubicBezTo>
                  <a:pt x="54293" y="4920710"/>
                  <a:pt x="55436" y="4920329"/>
                  <a:pt x="56579" y="4920044"/>
                </a:cubicBezTo>
                <a:close/>
                <a:moveTo>
                  <a:pt x="165259" y="4864704"/>
                </a:moveTo>
                <a:cubicBezTo>
                  <a:pt x="169926" y="4864704"/>
                  <a:pt x="173736" y="4868513"/>
                  <a:pt x="173736" y="4873181"/>
                </a:cubicBezTo>
                <a:lnTo>
                  <a:pt x="173736" y="4921377"/>
                </a:lnTo>
                <a:cubicBezTo>
                  <a:pt x="173736" y="4926044"/>
                  <a:pt x="169926" y="4929854"/>
                  <a:pt x="165259" y="4929854"/>
                </a:cubicBezTo>
                <a:lnTo>
                  <a:pt x="126683" y="4929854"/>
                </a:lnTo>
                <a:cubicBezTo>
                  <a:pt x="124206" y="4929854"/>
                  <a:pt x="121825" y="4928712"/>
                  <a:pt x="120206" y="4926806"/>
                </a:cubicBezTo>
                <a:lnTo>
                  <a:pt x="110585" y="4915376"/>
                </a:lnTo>
                <a:cubicBezTo>
                  <a:pt x="109252" y="4913853"/>
                  <a:pt x="108585" y="4911947"/>
                  <a:pt x="108585" y="4909947"/>
                </a:cubicBezTo>
                <a:lnTo>
                  <a:pt x="108585" y="4873181"/>
                </a:lnTo>
                <a:cubicBezTo>
                  <a:pt x="108585" y="4868513"/>
                  <a:pt x="112395" y="4864704"/>
                  <a:pt x="117062" y="4864704"/>
                </a:cubicBezTo>
                <a:lnTo>
                  <a:pt x="165259" y="4864704"/>
                </a:lnTo>
                <a:close/>
                <a:moveTo>
                  <a:pt x="95" y="3753803"/>
                </a:moveTo>
                <a:lnTo>
                  <a:pt x="93155" y="3753803"/>
                </a:lnTo>
                <a:cubicBezTo>
                  <a:pt x="93821" y="3757517"/>
                  <a:pt x="95726" y="3760756"/>
                  <a:pt x="98774" y="3762947"/>
                </a:cubicBezTo>
                <a:cubicBezTo>
                  <a:pt x="105156" y="3767614"/>
                  <a:pt x="114110" y="3766280"/>
                  <a:pt x="118777" y="3759899"/>
                </a:cubicBezTo>
                <a:cubicBezTo>
                  <a:pt x="120682" y="3757327"/>
                  <a:pt x="121539" y="3754374"/>
                  <a:pt x="121539" y="3751421"/>
                </a:cubicBezTo>
                <a:cubicBezTo>
                  <a:pt x="121539" y="3747040"/>
                  <a:pt x="119539" y="3742659"/>
                  <a:pt x="115729" y="3739801"/>
                </a:cubicBezTo>
                <a:cubicBezTo>
                  <a:pt x="109347" y="3735134"/>
                  <a:pt x="100394" y="3736467"/>
                  <a:pt x="95726" y="3742849"/>
                </a:cubicBezTo>
                <a:cubicBezTo>
                  <a:pt x="94393" y="3744659"/>
                  <a:pt x="93536" y="3746754"/>
                  <a:pt x="93250" y="3748945"/>
                </a:cubicBezTo>
                <a:lnTo>
                  <a:pt x="95" y="3748945"/>
                </a:lnTo>
                <a:lnTo>
                  <a:pt x="95" y="3753707"/>
                </a:lnTo>
                <a:close/>
                <a:moveTo>
                  <a:pt x="97822" y="3744563"/>
                </a:moveTo>
                <a:cubicBezTo>
                  <a:pt x="101632" y="3739325"/>
                  <a:pt x="108966" y="3738277"/>
                  <a:pt x="114205" y="3742087"/>
                </a:cubicBezTo>
                <a:cubicBezTo>
                  <a:pt x="119348" y="3745897"/>
                  <a:pt x="120491" y="3753231"/>
                  <a:pt x="116681" y="3758470"/>
                </a:cubicBezTo>
                <a:cubicBezTo>
                  <a:pt x="114872" y="3760946"/>
                  <a:pt x="112109" y="3762661"/>
                  <a:pt x="109061" y="3763137"/>
                </a:cubicBezTo>
                <a:cubicBezTo>
                  <a:pt x="106013" y="3763613"/>
                  <a:pt x="102870" y="3762851"/>
                  <a:pt x="100394" y="3761042"/>
                </a:cubicBezTo>
                <a:cubicBezTo>
                  <a:pt x="97917" y="3759232"/>
                  <a:pt x="96203" y="3756470"/>
                  <a:pt x="95726" y="3753422"/>
                </a:cubicBezTo>
                <a:cubicBezTo>
                  <a:pt x="95726" y="3752850"/>
                  <a:pt x="95631" y="3752184"/>
                  <a:pt x="95631" y="3751612"/>
                </a:cubicBezTo>
                <a:cubicBezTo>
                  <a:pt x="95631" y="3749135"/>
                  <a:pt x="96393" y="3746754"/>
                  <a:pt x="97917" y="3744754"/>
                </a:cubicBezTo>
                <a:close/>
                <a:moveTo>
                  <a:pt x="54293" y="3718084"/>
                </a:moveTo>
                <a:lnTo>
                  <a:pt x="54293" y="3722846"/>
                </a:lnTo>
                <a:lnTo>
                  <a:pt x="35909" y="3722846"/>
                </a:lnTo>
                <a:lnTo>
                  <a:pt x="35909" y="3718084"/>
                </a:lnTo>
                <a:lnTo>
                  <a:pt x="54293" y="3718084"/>
                </a:lnTo>
                <a:close/>
                <a:moveTo>
                  <a:pt x="100298" y="3751421"/>
                </a:moveTo>
                <a:cubicBezTo>
                  <a:pt x="100298" y="3747516"/>
                  <a:pt x="103442" y="3744373"/>
                  <a:pt x="107347" y="3744373"/>
                </a:cubicBezTo>
                <a:cubicBezTo>
                  <a:pt x="111252" y="3744373"/>
                  <a:pt x="114395" y="3747516"/>
                  <a:pt x="114395" y="3751421"/>
                </a:cubicBezTo>
                <a:cubicBezTo>
                  <a:pt x="114395" y="3755327"/>
                  <a:pt x="111252" y="3758470"/>
                  <a:pt x="107347" y="3758470"/>
                </a:cubicBezTo>
                <a:cubicBezTo>
                  <a:pt x="103442" y="3758470"/>
                  <a:pt x="100298" y="3755327"/>
                  <a:pt x="100298" y="3751421"/>
                </a:cubicBezTo>
                <a:close/>
                <a:moveTo>
                  <a:pt x="223361" y="65342"/>
                </a:moveTo>
                <a:lnTo>
                  <a:pt x="220313" y="68961"/>
                </a:lnTo>
                <a:lnTo>
                  <a:pt x="215837" y="65151"/>
                </a:lnTo>
                <a:lnTo>
                  <a:pt x="218885" y="61532"/>
                </a:lnTo>
                <a:lnTo>
                  <a:pt x="223361" y="65342"/>
                </a:lnTo>
                <a:close/>
                <a:moveTo>
                  <a:pt x="1501331" y="2318195"/>
                </a:moveTo>
                <a:lnTo>
                  <a:pt x="1501331" y="2308479"/>
                </a:lnTo>
                <a:cubicBezTo>
                  <a:pt x="1501331" y="2306955"/>
                  <a:pt x="1502569" y="2305812"/>
                  <a:pt x="1503998" y="2305812"/>
                </a:cubicBezTo>
                <a:lnTo>
                  <a:pt x="1513713" y="2305812"/>
                </a:lnTo>
                <a:cubicBezTo>
                  <a:pt x="1515237" y="2305812"/>
                  <a:pt x="1516380" y="2307050"/>
                  <a:pt x="1516380" y="2308479"/>
                </a:cubicBezTo>
                <a:lnTo>
                  <a:pt x="1516380" y="2318195"/>
                </a:lnTo>
                <a:cubicBezTo>
                  <a:pt x="1516380" y="2319719"/>
                  <a:pt x="1515142" y="2320862"/>
                  <a:pt x="1513713" y="2320862"/>
                </a:cubicBezTo>
                <a:lnTo>
                  <a:pt x="1503998" y="2320862"/>
                </a:lnTo>
                <a:cubicBezTo>
                  <a:pt x="1502474" y="2320862"/>
                  <a:pt x="1501331" y="2319623"/>
                  <a:pt x="1501331" y="2318195"/>
                </a:cubicBezTo>
                <a:close/>
                <a:moveTo>
                  <a:pt x="1525048" y="2143887"/>
                </a:moveTo>
                <a:cubicBezTo>
                  <a:pt x="1525048" y="2141220"/>
                  <a:pt x="1527143" y="2139125"/>
                  <a:pt x="1529810" y="2139125"/>
                </a:cubicBezTo>
                <a:cubicBezTo>
                  <a:pt x="1532477" y="2139125"/>
                  <a:pt x="1534573" y="2141315"/>
                  <a:pt x="1534573" y="2143887"/>
                </a:cubicBezTo>
                <a:cubicBezTo>
                  <a:pt x="1534573" y="2146459"/>
                  <a:pt x="1532477" y="2148650"/>
                  <a:pt x="1529810" y="2148650"/>
                </a:cubicBezTo>
                <a:cubicBezTo>
                  <a:pt x="1527143" y="2148650"/>
                  <a:pt x="1525048" y="2146554"/>
                  <a:pt x="1525048" y="2143887"/>
                </a:cubicBezTo>
                <a:close/>
                <a:moveTo>
                  <a:pt x="2370677" y="67056"/>
                </a:moveTo>
                <a:lnTo>
                  <a:pt x="2371344" y="67723"/>
                </a:lnTo>
                <a:lnTo>
                  <a:pt x="2413635" y="67723"/>
                </a:lnTo>
                <a:cubicBezTo>
                  <a:pt x="2413635" y="67723"/>
                  <a:pt x="2413635" y="68104"/>
                  <a:pt x="2413635" y="68294"/>
                </a:cubicBezTo>
                <a:cubicBezTo>
                  <a:pt x="2414397" y="71533"/>
                  <a:pt x="2416397" y="74295"/>
                  <a:pt x="2419255" y="76105"/>
                </a:cubicBezTo>
                <a:cubicBezTo>
                  <a:pt x="2421255" y="77343"/>
                  <a:pt x="2423541" y="77915"/>
                  <a:pt x="2425827" y="77915"/>
                </a:cubicBezTo>
                <a:cubicBezTo>
                  <a:pt x="2426780" y="77915"/>
                  <a:pt x="2427827" y="77819"/>
                  <a:pt x="2428780" y="77534"/>
                </a:cubicBezTo>
                <a:cubicBezTo>
                  <a:pt x="2432018" y="76772"/>
                  <a:pt x="2434781" y="74771"/>
                  <a:pt x="2436590" y="71819"/>
                </a:cubicBezTo>
                <a:cubicBezTo>
                  <a:pt x="2438305" y="68961"/>
                  <a:pt x="2438876" y="65627"/>
                  <a:pt x="2438114" y="62294"/>
                </a:cubicBezTo>
                <a:cubicBezTo>
                  <a:pt x="2437352" y="59055"/>
                  <a:pt x="2435352" y="56293"/>
                  <a:pt x="2432495" y="54483"/>
                </a:cubicBezTo>
                <a:cubicBezTo>
                  <a:pt x="2429637" y="52769"/>
                  <a:pt x="2426208" y="52197"/>
                  <a:pt x="2422970" y="52959"/>
                </a:cubicBezTo>
                <a:cubicBezTo>
                  <a:pt x="2419731" y="53721"/>
                  <a:pt x="2416969" y="55721"/>
                  <a:pt x="2415159" y="58674"/>
                </a:cubicBezTo>
                <a:cubicBezTo>
                  <a:pt x="2414397" y="60008"/>
                  <a:pt x="2413921" y="61436"/>
                  <a:pt x="2413635" y="62865"/>
                </a:cubicBezTo>
                <a:lnTo>
                  <a:pt x="2373249" y="62865"/>
                </a:lnTo>
                <a:lnTo>
                  <a:pt x="2305622" y="95"/>
                </a:lnTo>
                <a:lnTo>
                  <a:pt x="2298668" y="95"/>
                </a:lnTo>
                <a:lnTo>
                  <a:pt x="2370773" y="67056"/>
                </a:lnTo>
                <a:close/>
                <a:moveTo>
                  <a:pt x="2424113" y="57722"/>
                </a:moveTo>
                <a:cubicBezTo>
                  <a:pt x="2424684" y="57531"/>
                  <a:pt x="2425351" y="57531"/>
                  <a:pt x="2425922" y="57531"/>
                </a:cubicBezTo>
                <a:cubicBezTo>
                  <a:pt x="2427351" y="57531"/>
                  <a:pt x="2428780" y="57912"/>
                  <a:pt x="2430018" y="58674"/>
                </a:cubicBezTo>
                <a:cubicBezTo>
                  <a:pt x="2431828" y="59722"/>
                  <a:pt x="2433066" y="61436"/>
                  <a:pt x="2433542" y="63532"/>
                </a:cubicBezTo>
                <a:cubicBezTo>
                  <a:pt x="2434019" y="65532"/>
                  <a:pt x="2433733" y="67628"/>
                  <a:pt x="2432590" y="69437"/>
                </a:cubicBezTo>
                <a:cubicBezTo>
                  <a:pt x="2431542" y="71247"/>
                  <a:pt x="2429828" y="72485"/>
                  <a:pt x="2427732" y="72962"/>
                </a:cubicBezTo>
                <a:cubicBezTo>
                  <a:pt x="2425732" y="73438"/>
                  <a:pt x="2423636" y="73152"/>
                  <a:pt x="2421827" y="72009"/>
                </a:cubicBezTo>
                <a:cubicBezTo>
                  <a:pt x="2420017" y="70961"/>
                  <a:pt x="2418779" y="69247"/>
                  <a:pt x="2418302" y="67151"/>
                </a:cubicBezTo>
                <a:cubicBezTo>
                  <a:pt x="2417255" y="62960"/>
                  <a:pt x="2419922" y="58769"/>
                  <a:pt x="2424017" y="57722"/>
                </a:cubicBezTo>
                <a:close/>
                <a:moveTo>
                  <a:pt x="78867" y="136493"/>
                </a:moveTo>
                <a:cubicBezTo>
                  <a:pt x="76581" y="136493"/>
                  <a:pt x="74295" y="137541"/>
                  <a:pt x="72866" y="139256"/>
                </a:cubicBezTo>
                <a:lnTo>
                  <a:pt x="66580" y="146685"/>
                </a:lnTo>
                <a:cubicBezTo>
                  <a:pt x="65342" y="148114"/>
                  <a:pt x="64770" y="149924"/>
                  <a:pt x="64770" y="151733"/>
                </a:cubicBezTo>
                <a:lnTo>
                  <a:pt x="64770" y="175546"/>
                </a:lnTo>
                <a:cubicBezTo>
                  <a:pt x="64770" y="179927"/>
                  <a:pt x="68294" y="183452"/>
                  <a:pt x="72676" y="183452"/>
                </a:cubicBezTo>
                <a:lnTo>
                  <a:pt x="85916" y="183452"/>
                </a:lnTo>
                <a:cubicBezTo>
                  <a:pt x="85916" y="183452"/>
                  <a:pt x="85916" y="183452"/>
                  <a:pt x="85916" y="183452"/>
                </a:cubicBezTo>
                <a:lnTo>
                  <a:pt x="103918" y="183452"/>
                </a:lnTo>
                <a:cubicBezTo>
                  <a:pt x="108299" y="183452"/>
                  <a:pt x="111823" y="179927"/>
                  <a:pt x="111823" y="175546"/>
                </a:cubicBezTo>
                <a:lnTo>
                  <a:pt x="111823" y="155639"/>
                </a:lnTo>
                <a:lnTo>
                  <a:pt x="112014" y="155353"/>
                </a:lnTo>
                <a:lnTo>
                  <a:pt x="111823" y="155162"/>
                </a:lnTo>
                <a:lnTo>
                  <a:pt x="111823" y="144494"/>
                </a:lnTo>
                <a:lnTo>
                  <a:pt x="181928" y="144494"/>
                </a:lnTo>
                <a:lnTo>
                  <a:pt x="204026" y="122111"/>
                </a:lnTo>
                <a:lnTo>
                  <a:pt x="185833" y="106680"/>
                </a:lnTo>
                <a:lnTo>
                  <a:pt x="143637" y="106680"/>
                </a:lnTo>
                <a:cubicBezTo>
                  <a:pt x="143637" y="105918"/>
                  <a:pt x="143637" y="105156"/>
                  <a:pt x="143351" y="104394"/>
                </a:cubicBezTo>
                <a:cubicBezTo>
                  <a:pt x="142494" y="102013"/>
                  <a:pt x="140780" y="100108"/>
                  <a:pt x="138494" y="98965"/>
                </a:cubicBezTo>
                <a:cubicBezTo>
                  <a:pt x="136208" y="97822"/>
                  <a:pt x="133636" y="97727"/>
                  <a:pt x="131255" y="98584"/>
                </a:cubicBezTo>
                <a:cubicBezTo>
                  <a:pt x="126302" y="100298"/>
                  <a:pt x="123635" y="105728"/>
                  <a:pt x="125444" y="110681"/>
                </a:cubicBezTo>
                <a:cubicBezTo>
                  <a:pt x="126302" y="113062"/>
                  <a:pt x="128016" y="114967"/>
                  <a:pt x="130302" y="116110"/>
                </a:cubicBezTo>
                <a:cubicBezTo>
                  <a:pt x="131636" y="116777"/>
                  <a:pt x="132969" y="117062"/>
                  <a:pt x="134398" y="117062"/>
                </a:cubicBezTo>
                <a:cubicBezTo>
                  <a:pt x="135446" y="117062"/>
                  <a:pt x="136493" y="116872"/>
                  <a:pt x="137541" y="116491"/>
                </a:cubicBezTo>
                <a:cubicBezTo>
                  <a:pt x="139922" y="115634"/>
                  <a:pt x="141827" y="113919"/>
                  <a:pt x="142970" y="111633"/>
                </a:cubicBezTo>
                <a:cubicBezTo>
                  <a:pt x="142970" y="111633"/>
                  <a:pt x="142970" y="111538"/>
                  <a:pt x="142970" y="111442"/>
                </a:cubicBezTo>
                <a:lnTo>
                  <a:pt x="184118" y="111442"/>
                </a:lnTo>
                <a:lnTo>
                  <a:pt x="197072" y="122396"/>
                </a:lnTo>
                <a:lnTo>
                  <a:pt x="179927" y="139732"/>
                </a:lnTo>
                <a:lnTo>
                  <a:pt x="110204" y="139732"/>
                </a:lnTo>
                <a:cubicBezTo>
                  <a:pt x="108776" y="137732"/>
                  <a:pt x="106585" y="136303"/>
                  <a:pt x="103918" y="136303"/>
                </a:cubicBezTo>
                <a:lnTo>
                  <a:pt x="78867" y="136303"/>
                </a:lnTo>
                <a:close/>
                <a:moveTo>
                  <a:pt x="138684" y="109728"/>
                </a:moveTo>
                <a:cubicBezTo>
                  <a:pt x="138113" y="110871"/>
                  <a:pt x="137160" y="111728"/>
                  <a:pt x="135922" y="112109"/>
                </a:cubicBezTo>
                <a:cubicBezTo>
                  <a:pt x="134684" y="112490"/>
                  <a:pt x="133445" y="112490"/>
                  <a:pt x="132302" y="111919"/>
                </a:cubicBezTo>
                <a:cubicBezTo>
                  <a:pt x="131159" y="111347"/>
                  <a:pt x="130302" y="110395"/>
                  <a:pt x="129921" y="109157"/>
                </a:cubicBezTo>
                <a:cubicBezTo>
                  <a:pt x="129064" y="106680"/>
                  <a:pt x="130397" y="103918"/>
                  <a:pt x="132874" y="103061"/>
                </a:cubicBezTo>
                <a:cubicBezTo>
                  <a:pt x="133350" y="102870"/>
                  <a:pt x="133922" y="102775"/>
                  <a:pt x="134398" y="102775"/>
                </a:cubicBezTo>
                <a:cubicBezTo>
                  <a:pt x="136398" y="102775"/>
                  <a:pt x="138208" y="104013"/>
                  <a:pt x="138875" y="105918"/>
                </a:cubicBezTo>
                <a:cubicBezTo>
                  <a:pt x="139256" y="107156"/>
                  <a:pt x="139256" y="108395"/>
                  <a:pt x="138684" y="109538"/>
                </a:cubicBezTo>
                <a:close/>
                <a:moveTo>
                  <a:pt x="69533" y="151829"/>
                </a:moveTo>
                <a:cubicBezTo>
                  <a:pt x="69533" y="151067"/>
                  <a:pt x="69818" y="150400"/>
                  <a:pt x="70295" y="149828"/>
                </a:cubicBezTo>
                <a:lnTo>
                  <a:pt x="76581" y="142399"/>
                </a:lnTo>
                <a:cubicBezTo>
                  <a:pt x="77153" y="141732"/>
                  <a:pt x="78010" y="141256"/>
                  <a:pt x="78962" y="141256"/>
                </a:cubicBezTo>
                <a:lnTo>
                  <a:pt x="91440" y="141256"/>
                </a:lnTo>
                <a:lnTo>
                  <a:pt x="69628" y="164687"/>
                </a:lnTo>
                <a:lnTo>
                  <a:pt x="69628" y="151829"/>
                </a:lnTo>
                <a:close/>
                <a:moveTo>
                  <a:pt x="107061" y="175641"/>
                </a:moveTo>
                <a:cubicBezTo>
                  <a:pt x="107061" y="177356"/>
                  <a:pt x="105632" y="178784"/>
                  <a:pt x="103918" y="178784"/>
                </a:cubicBezTo>
                <a:lnTo>
                  <a:pt x="90392" y="178784"/>
                </a:lnTo>
                <a:lnTo>
                  <a:pt x="107061" y="160877"/>
                </a:lnTo>
                <a:lnTo>
                  <a:pt x="107061" y="175641"/>
                </a:lnTo>
                <a:close/>
                <a:moveTo>
                  <a:pt x="107061" y="144399"/>
                </a:moveTo>
                <a:lnTo>
                  <a:pt x="107061" y="150876"/>
                </a:lnTo>
                <a:lnTo>
                  <a:pt x="106871" y="150686"/>
                </a:lnTo>
                <a:lnTo>
                  <a:pt x="80677" y="178784"/>
                </a:lnTo>
                <a:lnTo>
                  <a:pt x="80677" y="178784"/>
                </a:lnTo>
                <a:cubicBezTo>
                  <a:pt x="80677" y="178784"/>
                  <a:pt x="72676" y="178784"/>
                  <a:pt x="72676" y="178784"/>
                </a:cubicBezTo>
                <a:cubicBezTo>
                  <a:pt x="70961" y="178784"/>
                  <a:pt x="69533" y="177356"/>
                  <a:pt x="69533" y="175641"/>
                </a:cubicBezTo>
                <a:lnTo>
                  <a:pt x="69533" y="173641"/>
                </a:lnTo>
                <a:lnTo>
                  <a:pt x="70295" y="174403"/>
                </a:lnTo>
                <a:lnTo>
                  <a:pt x="100679" y="141827"/>
                </a:lnTo>
                <a:lnTo>
                  <a:pt x="100108" y="141256"/>
                </a:lnTo>
                <a:lnTo>
                  <a:pt x="103918" y="141256"/>
                </a:lnTo>
                <a:cubicBezTo>
                  <a:pt x="105632" y="141256"/>
                  <a:pt x="107061" y="142685"/>
                  <a:pt x="107061" y="144399"/>
                </a:cubicBezTo>
                <a:close/>
                <a:moveTo>
                  <a:pt x="1495711" y="2304193"/>
                </a:moveTo>
                <a:lnTo>
                  <a:pt x="1495711" y="2322576"/>
                </a:lnTo>
                <a:cubicBezTo>
                  <a:pt x="1495711" y="2324767"/>
                  <a:pt x="1497425" y="2326481"/>
                  <a:pt x="1499616" y="2326481"/>
                </a:cubicBezTo>
                <a:lnTo>
                  <a:pt x="1517999" y="2326481"/>
                </a:lnTo>
                <a:cubicBezTo>
                  <a:pt x="1520190" y="2326481"/>
                  <a:pt x="1521905" y="2324767"/>
                  <a:pt x="1521905" y="2322576"/>
                </a:cubicBezTo>
                <a:lnTo>
                  <a:pt x="1521905" y="2304193"/>
                </a:lnTo>
                <a:cubicBezTo>
                  <a:pt x="1521905" y="2302002"/>
                  <a:pt x="1520190" y="2300288"/>
                  <a:pt x="1517999" y="2300288"/>
                </a:cubicBezTo>
                <a:lnTo>
                  <a:pt x="1499616" y="2300288"/>
                </a:lnTo>
                <a:cubicBezTo>
                  <a:pt x="1497425" y="2300288"/>
                  <a:pt x="1495711" y="2302002"/>
                  <a:pt x="1495711" y="2304193"/>
                </a:cubicBezTo>
                <a:close/>
                <a:moveTo>
                  <a:pt x="1519523" y="2304193"/>
                </a:moveTo>
                <a:lnTo>
                  <a:pt x="1519523" y="2322576"/>
                </a:lnTo>
                <a:cubicBezTo>
                  <a:pt x="1519523" y="2323433"/>
                  <a:pt x="1518857" y="2324100"/>
                  <a:pt x="1517999" y="2324100"/>
                </a:cubicBezTo>
                <a:lnTo>
                  <a:pt x="1499616" y="2324100"/>
                </a:lnTo>
                <a:cubicBezTo>
                  <a:pt x="1498759" y="2324100"/>
                  <a:pt x="1498092" y="2323433"/>
                  <a:pt x="1498092" y="2322576"/>
                </a:cubicBezTo>
                <a:lnTo>
                  <a:pt x="1498092" y="2304193"/>
                </a:lnTo>
                <a:cubicBezTo>
                  <a:pt x="1498092" y="2303336"/>
                  <a:pt x="1498759" y="2302669"/>
                  <a:pt x="1499616" y="2302669"/>
                </a:cubicBezTo>
                <a:lnTo>
                  <a:pt x="1517999" y="2302669"/>
                </a:lnTo>
                <a:cubicBezTo>
                  <a:pt x="1518857" y="2302669"/>
                  <a:pt x="1519523" y="2303336"/>
                  <a:pt x="1519523" y="2304193"/>
                </a:cubicBezTo>
                <a:close/>
                <a:moveTo>
                  <a:pt x="463296" y="5137023"/>
                </a:moveTo>
                <a:lnTo>
                  <a:pt x="458534" y="5137023"/>
                </a:lnTo>
                <a:lnTo>
                  <a:pt x="458534" y="5118069"/>
                </a:lnTo>
                <a:lnTo>
                  <a:pt x="463296" y="5118069"/>
                </a:lnTo>
                <a:lnTo>
                  <a:pt x="463296" y="5137023"/>
                </a:lnTo>
                <a:close/>
                <a:moveTo>
                  <a:pt x="125635" y="74962"/>
                </a:moveTo>
                <a:cubicBezTo>
                  <a:pt x="125635" y="74962"/>
                  <a:pt x="125635" y="74486"/>
                  <a:pt x="125540" y="74200"/>
                </a:cubicBezTo>
                <a:cubicBezTo>
                  <a:pt x="123825" y="69247"/>
                  <a:pt x="118396" y="66580"/>
                  <a:pt x="113443" y="68390"/>
                </a:cubicBezTo>
                <a:cubicBezTo>
                  <a:pt x="108490" y="70104"/>
                  <a:pt x="105823" y="75533"/>
                  <a:pt x="107633" y="80486"/>
                </a:cubicBezTo>
                <a:cubicBezTo>
                  <a:pt x="108966" y="84392"/>
                  <a:pt x="112681" y="86868"/>
                  <a:pt x="116586" y="86868"/>
                </a:cubicBezTo>
                <a:cubicBezTo>
                  <a:pt x="117634" y="86868"/>
                  <a:pt x="118682" y="86678"/>
                  <a:pt x="119729" y="86297"/>
                </a:cubicBezTo>
                <a:cubicBezTo>
                  <a:pt x="122111" y="85439"/>
                  <a:pt x="124016" y="83725"/>
                  <a:pt x="125159" y="81439"/>
                </a:cubicBezTo>
                <a:cubicBezTo>
                  <a:pt x="125444" y="80867"/>
                  <a:pt x="125444" y="80296"/>
                  <a:pt x="125635" y="79724"/>
                </a:cubicBezTo>
                <a:lnTo>
                  <a:pt x="194405" y="79724"/>
                </a:lnTo>
                <a:lnTo>
                  <a:pt x="221266" y="101251"/>
                </a:lnTo>
                <a:lnTo>
                  <a:pt x="221266" y="143256"/>
                </a:lnTo>
                <a:lnTo>
                  <a:pt x="194596" y="169545"/>
                </a:lnTo>
                <a:lnTo>
                  <a:pt x="143732" y="169545"/>
                </a:lnTo>
                <a:cubicBezTo>
                  <a:pt x="143732" y="168783"/>
                  <a:pt x="143732" y="168021"/>
                  <a:pt x="143447" y="167259"/>
                </a:cubicBezTo>
                <a:cubicBezTo>
                  <a:pt x="141732" y="162306"/>
                  <a:pt x="136303" y="159639"/>
                  <a:pt x="131350" y="161449"/>
                </a:cubicBezTo>
                <a:cubicBezTo>
                  <a:pt x="126397" y="163163"/>
                  <a:pt x="123730" y="168593"/>
                  <a:pt x="125540" y="173545"/>
                </a:cubicBezTo>
                <a:cubicBezTo>
                  <a:pt x="126873" y="177451"/>
                  <a:pt x="130588" y="179927"/>
                  <a:pt x="134493" y="179927"/>
                </a:cubicBezTo>
                <a:cubicBezTo>
                  <a:pt x="135541" y="179927"/>
                  <a:pt x="136589" y="179737"/>
                  <a:pt x="137636" y="179356"/>
                </a:cubicBezTo>
                <a:cubicBezTo>
                  <a:pt x="140018" y="178499"/>
                  <a:pt x="141923" y="176784"/>
                  <a:pt x="143066" y="174498"/>
                </a:cubicBezTo>
                <a:cubicBezTo>
                  <a:pt x="143066" y="174498"/>
                  <a:pt x="143066" y="174403"/>
                  <a:pt x="143066" y="174308"/>
                </a:cubicBezTo>
                <a:lnTo>
                  <a:pt x="196596" y="174308"/>
                </a:lnTo>
                <a:lnTo>
                  <a:pt x="226028" y="145256"/>
                </a:lnTo>
                <a:lnTo>
                  <a:pt x="226028" y="98965"/>
                </a:lnTo>
                <a:lnTo>
                  <a:pt x="196120" y="74962"/>
                </a:lnTo>
                <a:lnTo>
                  <a:pt x="125730" y="74962"/>
                </a:lnTo>
                <a:close/>
                <a:moveTo>
                  <a:pt x="120872" y="79343"/>
                </a:moveTo>
                <a:cubicBezTo>
                  <a:pt x="120301" y="80486"/>
                  <a:pt x="119348" y="81344"/>
                  <a:pt x="118110" y="81725"/>
                </a:cubicBezTo>
                <a:cubicBezTo>
                  <a:pt x="115634" y="82582"/>
                  <a:pt x="112871" y="81248"/>
                  <a:pt x="112014" y="78772"/>
                </a:cubicBezTo>
                <a:cubicBezTo>
                  <a:pt x="111157" y="76295"/>
                  <a:pt x="112490" y="73533"/>
                  <a:pt x="114967" y="72676"/>
                </a:cubicBezTo>
                <a:cubicBezTo>
                  <a:pt x="115443" y="72485"/>
                  <a:pt x="116015" y="72390"/>
                  <a:pt x="116586" y="72390"/>
                </a:cubicBezTo>
                <a:cubicBezTo>
                  <a:pt x="117253" y="72390"/>
                  <a:pt x="118015" y="72581"/>
                  <a:pt x="118682" y="72866"/>
                </a:cubicBezTo>
                <a:cubicBezTo>
                  <a:pt x="119825" y="73438"/>
                  <a:pt x="120682" y="74390"/>
                  <a:pt x="121063" y="75629"/>
                </a:cubicBezTo>
                <a:cubicBezTo>
                  <a:pt x="121444" y="76867"/>
                  <a:pt x="121444" y="78105"/>
                  <a:pt x="120872" y="79248"/>
                </a:cubicBezTo>
                <a:close/>
                <a:moveTo>
                  <a:pt x="138684" y="172403"/>
                </a:moveTo>
                <a:cubicBezTo>
                  <a:pt x="138113" y="173545"/>
                  <a:pt x="137160" y="174403"/>
                  <a:pt x="135922" y="174784"/>
                </a:cubicBezTo>
                <a:cubicBezTo>
                  <a:pt x="134684" y="175165"/>
                  <a:pt x="133445" y="175165"/>
                  <a:pt x="132302" y="174593"/>
                </a:cubicBezTo>
                <a:cubicBezTo>
                  <a:pt x="131159" y="174022"/>
                  <a:pt x="130302" y="173069"/>
                  <a:pt x="129921" y="171831"/>
                </a:cubicBezTo>
                <a:cubicBezTo>
                  <a:pt x="129064" y="169355"/>
                  <a:pt x="130397" y="166592"/>
                  <a:pt x="132874" y="165735"/>
                </a:cubicBezTo>
                <a:cubicBezTo>
                  <a:pt x="133350" y="165545"/>
                  <a:pt x="133922" y="165449"/>
                  <a:pt x="134398" y="165449"/>
                </a:cubicBezTo>
                <a:cubicBezTo>
                  <a:pt x="136398" y="165449"/>
                  <a:pt x="138208" y="166688"/>
                  <a:pt x="138875" y="168593"/>
                </a:cubicBezTo>
                <a:cubicBezTo>
                  <a:pt x="139256" y="169831"/>
                  <a:pt x="139256" y="171069"/>
                  <a:pt x="138684" y="172212"/>
                </a:cubicBezTo>
                <a:close/>
                <a:moveTo>
                  <a:pt x="211550" y="43910"/>
                </a:moveTo>
                <a:lnTo>
                  <a:pt x="206788" y="43910"/>
                </a:lnTo>
                <a:lnTo>
                  <a:pt x="206788" y="36195"/>
                </a:lnTo>
                <a:lnTo>
                  <a:pt x="211550" y="36195"/>
                </a:lnTo>
                <a:lnTo>
                  <a:pt x="211550" y="43910"/>
                </a:lnTo>
                <a:close/>
                <a:moveTo>
                  <a:pt x="74105" y="271844"/>
                </a:moveTo>
                <a:cubicBezTo>
                  <a:pt x="76295" y="271844"/>
                  <a:pt x="78105" y="273653"/>
                  <a:pt x="78105" y="275844"/>
                </a:cubicBezTo>
                <a:lnTo>
                  <a:pt x="78105" y="298323"/>
                </a:lnTo>
                <a:cubicBezTo>
                  <a:pt x="78105" y="300514"/>
                  <a:pt x="76295" y="302324"/>
                  <a:pt x="74105" y="302324"/>
                </a:cubicBezTo>
                <a:lnTo>
                  <a:pt x="95" y="302324"/>
                </a:lnTo>
                <a:lnTo>
                  <a:pt x="95" y="307086"/>
                </a:lnTo>
                <a:lnTo>
                  <a:pt x="74105" y="307086"/>
                </a:lnTo>
                <a:cubicBezTo>
                  <a:pt x="78867" y="307086"/>
                  <a:pt x="82867" y="303181"/>
                  <a:pt x="82867" y="298323"/>
                </a:cubicBezTo>
                <a:lnTo>
                  <a:pt x="82867" y="289465"/>
                </a:lnTo>
                <a:lnTo>
                  <a:pt x="124301" y="289751"/>
                </a:lnTo>
                <a:lnTo>
                  <a:pt x="202692" y="386620"/>
                </a:lnTo>
                <a:lnTo>
                  <a:pt x="202025" y="472250"/>
                </a:lnTo>
                <a:cubicBezTo>
                  <a:pt x="202025" y="472250"/>
                  <a:pt x="201740" y="472250"/>
                  <a:pt x="201644" y="472250"/>
                </a:cubicBezTo>
                <a:cubicBezTo>
                  <a:pt x="197453" y="473964"/>
                  <a:pt x="195453" y="478727"/>
                  <a:pt x="197168" y="482918"/>
                </a:cubicBezTo>
                <a:cubicBezTo>
                  <a:pt x="197834" y="484537"/>
                  <a:pt x="198977" y="485680"/>
                  <a:pt x="200406" y="486632"/>
                </a:cubicBezTo>
                <a:cubicBezTo>
                  <a:pt x="200216" y="486823"/>
                  <a:pt x="200120" y="487109"/>
                  <a:pt x="200120" y="487394"/>
                </a:cubicBezTo>
                <a:cubicBezTo>
                  <a:pt x="200120" y="488252"/>
                  <a:pt x="200692" y="488633"/>
                  <a:pt x="201740" y="488918"/>
                </a:cubicBezTo>
                <a:cubicBezTo>
                  <a:pt x="200692" y="489204"/>
                  <a:pt x="200120" y="489585"/>
                  <a:pt x="200120" y="490442"/>
                </a:cubicBezTo>
                <a:cubicBezTo>
                  <a:pt x="200120" y="491300"/>
                  <a:pt x="200692" y="491681"/>
                  <a:pt x="201644" y="491966"/>
                </a:cubicBezTo>
                <a:cubicBezTo>
                  <a:pt x="200597" y="492252"/>
                  <a:pt x="200120" y="492633"/>
                  <a:pt x="200120" y="493490"/>
                </a:cubicBezTo>
                <a:cubicBezTo>
                  <a:pt x="200120" y="494348"/>
                  <a:pt x="200692" y="494729"/>
                  <a:pt x="201644" y="495014"/>
                </a:cubicBezTo>
                <a:cubicBezTo>
                  <a:pt x="200597" y="495300"/>
                  <a:pt x="200120" y="495681"/>
                  <a:pt x="200120" y="496538"/>
                </a:cubicBezTo>
                <a:cubicBezTo>
                  <a:pt x="200120" y="497396"/>
                  <a:pt x="200692" y="497777"/>
                  <a:pt x="201644" y="498062"/>
                </a:cubicBezTo>
                <a:cubicBezTo>
                  <a:pt x="200597" y="498348"/>
                  <a:pt x="200120" y="498729"/>
                  <a:pt x="200120" y="499586"/>
                </a:cubicBezTo>
                <a:cubicBezTo>
                  <a:pt x="200120" y="500444"/>
                  <a:pt x="200692" y="500825"/>
                  <a:pt x="201644" y="501110"/>
                </a:cubicBezTo>
                <a:cubicBezTo>
                  <a:pt x="200597" y="501396"/>
                  <a:pt x="200120" y="501777"/>
                  <a:pt x="200120" y="502634"/>
                </a:cubicBezTo>
                <a:cubicBezTo>
                  <a:pt x="200120" y="503492"/>
                  <a:pt x="200692" y="503873"/>
                  <a:pt x="201644" y="504158"/>
                </a:cubicBezTo>
                <a:cubicBezTo>
                  <a:pt x="200597" y="504444"/>
                  <a:pt x="200120" y="504825"/>
                  <a:pt x="200120" y="505682"/>
                </a:cubicBezTo>
                <a:cubicBezTo>
                  <a:pt x="200120" y="506539"/>
                  <a:pt x="200692" y="506921"/>
                  <a:pt x="201740" y="507206"/>
                </a:cubicBezTo>
                <a:cubicBezTo>
                  <a:pt x="200692" y="507492"/>
                  <a:pt x="200120" y="507873"/>
                  <a:pt x="200120" y="508730"/>
                </a:cubicBezTo>
                <a:cubicBezTo>
                  <a:pt x="200120" y="509588"/>
                  <a:pt x="200692" y="509969"/>
                  <a:pt x="201740" y="510254"/>
                </a:cubicBezTo>
                <a:cubicBezTo>
                  <a:pt x="200692" y="510540"/>
                  <a:pt x="200120" y="510921"/>
                  <a:pt x="200120" y="511778"/>
                </a:cubicBezTo>
                <a:cubicBezTo>
                  <a:pt x="200120" y="512636"/>
                  <a:pt x="200692" y="513017"/>
                  <a:pt x="201740" y="513302"/>
                </a:cubicBezTo>
                <a:cubicBezTo>
                  <a:pt x="200692" y="513588"/>
                  <a:pt x="200120" y="513969"/>
                  <a:pt x="200120" y="514826"/>
                </a:cubicBezTo>
                <a:cubicBezTo>
                  <a:pt x="200120" y="515684"/>
                  <a:pt x="200692" y="516064"/>
                  <a:pt x="201740" y="516350"/>
                </a:cubicBezTo>
                <a:cubicBezTo>
                  <a:pt x="200692" y="516636"/>
                  <a:pt x="200120" y="517017"/>
                  <a:pt x="200120" y="517874"/>
                </a:cubicBezTo>
                <a:cubicBezTo>
                  <a:pt x="200120" y="518732"/>
                  <a:pt x="200692" y="519113"/>
                  <a:pt x="201740" y="519398"/>
                </a:cubicBezTo>
                <a:cubicBezTo>
                  <a:pt x="200692" y="519684"/>
                  <a:pt x="200120" y="520065"/>
                  <a:pt x="200120" y="520922"/>
                </a:cubicBezTo>
                <a:cubicBezTo>
                  <a:pt x="200120" y="521780"/>
                  <a:pt x="200692" y="522256"/>
                  <a:pt x="201740" y="522446"/>
                </a:cubicBezTo>
                <a:cubicBezTo>
                  <a:pt x="200692" y="522732"/>
                  <a:pt x="200120" y="523113"/>
                  <a:pt x="200120" y="523970"/>
                </a:cubicBezTo>
                <a:cubicBezTo>
                  <a:pt x="200120" y="524828"/>
                  <a:pt x="200692" y="525304"/>
                  <a:pt x="201835" y="525494"/>
                </a:cubicBezTo>
                <a:cubicBezTo>
                  <a:pt x="200692" y="525780"/>
                  <a:pt x="200120" y="526161"/>
                  <a:pt x="200120" y="527018"/>
                </a:cubicBezTo>
                <a:cubicBezTo>
                  <a:pt x="200120" y="527876"/>
                  <a:pt x="200692" y="528352"/>
                  <a:pt x="201835" y="528542"/>
                </a:cubicBezTo>
                <a:cubicBezTo>
                  <a:pt x="200692" y="528828"/>
                  <a:pt x="200120" y="529209"/>
                  <a:pt x="200120" y="530162"/>
                </a:cubicBezTo>
                <a:cubicBezTo>
                  <a:pt x="200120" y="531114"/>
                  <a:pt x="200692" y="531495"/>
                  <a:pt x="201835" y="531781"/>
                </a:cubicBezTo>
                <a:cubicBezTo>
                  <a:pt x="200692" y="532067"/>
                  <a:pt x="200120" y="532448"/>
                  <a:pt x="200120" y="533400"/>
                </a:cubicBezTo>
                <a:cubicBezTo>
                  <a:pt x="200120" y="534353"/>
                  <a:pt x="200692" y="534734"/>
                  <a:pt x="201930" y="535019"/>
                </a:cubicBezTo>
                <a:cubicBezTo>
                  <a:pt x="200787" y="535305"/>
                  <a:pt x="200120" y="535686"/>
                  <a:pt x="200120" y="536639"/>
                </a:cubicBezTo>
                <a:cubicBezTo>
                  <a:pt x="200120" y="537591"/>
                  <a:pt x="200692" y="537972"/>
                  <a:pt x="201835" y="538258"/>
                </a:cubicBezTo>
                <a:cubicBezTo>
                  <a:pt x="200692" y="538544"/>
                  <a:pt x="200120" y="538925"/>
                  <a:pt x="200120" y="539877"/>
                </a:cubicBezTo>
                <a:cubicBezTo>
                  <a:pt x="200120" y="540830"/>
                  <a:pt x="200692" y="541211"/>
                  <a:pt x="201835" y="541496"/>
                </a:cubicBezTo>
                <a:cubicBezTo>
                  <a:pt x="200692" y="541782"/>
                  <a:pt x="200120" y="542163"/>
                  <a:pt x="200120" y="543116"/>
                </a:cubicBezTo>
                <a:cubicBezTo>
                  <a:pt x="200120" y="544068"/>
                  <a:pt x="200692" y="544449"/>
                  <a:pt x="201835" y="544735"/>
                </a:cubicBezTo>
                <a:cubicBezTo>
                  <a:pt x="200692" y="545021"/>
                  <a:pt x="200120" y="545402"/>
                  <a:pt x="200120" y="546259"/>
                </a:cubicBezTo>
                <a:cubicBezTo>
                  <a:pt x="200120" y="547116"/>
                  <a:pt x="200692" y="547592"/>
                  <a:pt x="201835" y="547783"/>
                </a:cubicBezTo>
                <a:cubicBezTo>
                  <a:pt x="200692" y="548069"/>
                  <a:pt x="200120" y="548450"/>
                  <a:pt x="200120" y="549402"/>
                </a:cubicBezTo>
                <a:cubicBezTo>
                  <a:pt x="200120" y="550355"/>
                  <a:pt x="200692" y="550736"/>
                  <a:pt x="201835" y="550926"/>
                </a:cubicBezTo>
                <a:cubicBezTo>
                  <a:pt x="200692" y="551212"/>
                  <a:pt x="200120" y="551593"/>
                  <a:pt x="200120" y="552545"/>
                </a:cubicBezTo>
                <a:cubicBezTo>
                  <a:pt x="200120" y="553498"/>
                  <a:pt x="200692" y="553879"/>
                  <a:pt x="201835" y="554165"/>
                </a:cubicBezTo>
                <a:cubicBezTo>
                  <a:pt x="200692" y="554450"/>
                  <a:pt x="200120" y="554831"/>
                  <a:pt x="200120" y="555784"/>
                </a:cubicBezTo>
                <a:cubicBezTo>
                  <a:pt x="200120" y="556736"/>
                  <a:pt x="200692" y="557117"/>
                  <a:pt x="201835" y="557403"/>
                </a:cubicBezTo>
                <a:cubicBezTo>
                  <a:pt x="200692" y="557689"/>
                  <a:pt x="200120" y="558070"/>
                  <a:pt x="200120" y="559022"/>
                </a:cubicBezTo>
                <a:cubicBezTo>
                  <a:pt x="200120" y="559975"/>
                  <a:pt x="200787" y="560356"/>
                  <a:pt x="201930" y="560642"/>
                </a:cubicBezTo>
                <a:cubicBezTo>
                  <a:pt x="200787" y="560927"/>
                  <a:pt x="200120" y="561308"/>
                  <a:pt x="200120" y="562261"/>
                </a:cubicBezTo>
                <a:cubicBezTo>
                  <a:pt x="200120" y="563213"/>
                  <a:pt x="200692" y="563594"/>
                  <a:pt x="201930" y="563880"/>
                </a:cubicBezTo>
                <a:cubicBezTo>
                  <a:pt x="200787" y="564166"/>
                  <a:pt x="200120" y="564547"/>
                  <a:pt x="200120" y="565499"/>
                </a:cubicBezTo>
                <a:cubicBezTo>
                  <a:pt x="200120" y="566452"/>
                  <a:pt x="200692" y="566833"/>
                  <a:pt x="201835" y="567119"/>
                </a:cubicBezTo>
                <a:cubicBezTo>
                  <a:pt x="200692" y="567404"/>
                  <a:pt x="200120" y="567785"/>
                  <a:pt x="200120" y="568643"/>
                </a:cubicBezTo>
                <a:cubicBezTo>
                  <a:pt x="200120" y="569500"/>
                  <a:pt x="200692" y="569976"/>
                  <a:pt x="201835" y="570167"/>
                </a:cubicBezTo>
                <a:cubicBezTo>
                  <a:pt x="200692" y="570452"/>
                  <a:pt x="200120" y="570833"/>
                  <a:pt x="200120" y="571691"/>
                </a:cubicBezTo>
                <a:cubicBezTo>
                  <a:pt x="200120" y="572548"/>
                  <a:pt x="200692" y="573024"/>
                  <a:pt x="201835" y="573215"/>
                </a:cubicBezTo>
                <a:cubicBezTo>
                  <a:pt x="200692" y="573500"/>
                  <a:pt x="200120" y="573881"/>
                  <a:pt x="200120" y="574739"/>
                </a:cubicBezTo>
                <a:cubicBezTo>
                  <a:pt x="200120" y="575596"/>
                  <a:pt x="200692" y="576072"/>
                  <a:pt x="201835" y="576358"/>
                </a:cubicBezTo>
                <a:cubicBezTo>
                  <a:pt x="200692" y="576644"/>
                  <a:pt x="200120" y="577025"/>
                  <a:pt x="200120" y="577977"/>
                </a:cubicBezTo>
                <a:cubicBezTo>
                  <a:pt x="200120" y="578930"/>
                  <a:pt x="200787" y="579311"/>
                  <a:pt x="202025" y="579596"/>
                </a:cubicBezTo>
                <a:cubicBezTo>
                  <a:pt x="200787" y="579882"/>
                  <a:pt x="200120" y="580263"/>
                  <a:pt x="200120" y="581216"/>
                </a:cubicBezTo>
                <a:cubicBezTo>
                  <a:pt x="200120" y="582168"/>
                  <a:pt x="200787" y="582549"/>
                  <a:pt x="201930" y="582835"/>
                </a:cubicBezTo>
                <a:cubicBezTo>
                  <a:pt x="200692" y="583121"/>
                  <a:pt x="200120" y="583502"/>
                  <a:pt x="200120" y="584454"/>
                </a:cubicBezTo>
                <a:cubicBezTo>
                  <a:pt x="200120" y="585407"/>
                  <a:pt x="200787" y="585788"/>
                  <a:pt x="202025" y="586073"/>
                </a:cubicBezTo>
                <a:cubicBezTo>
                  <a:pt x="200787" y="586359"/>
                  <a:pt x="200120" y="586740"/>
                  <a:pt x="200120" y="587693"/>
                </a:cubicBezTo>
                <a:cubicBezTo>
                  <a:pt x="200120" y="588645"/>
                  <a:pt x="200787" y="589026"/>
                  <a:pt x="202025" y="589312"/>
                </a:cubicBezTo>
                <a:cubicBezTo>
                  <a:pt x="200787" y="589598"/>
                  <a:pt x="200120" y="589979"/>
                  <a:pt x="200120" y="590931"/>
                </a:cubicBezTo>
                <a:cubicBezTo>
                  <a:pt x="200120" y="591884"/>
                  <a:pt x="200787" y="592265"/>
                  <a:pt x="202025" y="592550"/>
                </a:cubicBezTo>
                <a:cubicBezTo>
                  <a:pt x="200787" y="592836"/>
                  <a:pt x="200120" y="593217"/>
                  <a:pt x="200120" y="594170"/>
                </a:cubicBezTo>
                <a:cubicBezTo>
                  <a:pt x="200120" y="595122"/>
                  <a:pt x="200882" y="595598"/>
                  <a:pt x="202120" y="595789"/>
                </a:cubicBezTo>
                <a:cubicBezTo>
                  <a:pt x="200882" y="596075"/>
                  <a:pt x="200216" y="596456"/>
                  <a:pt x="200216" y="597313"/>
                </a:cubicBezTo>
                <a:cubicBezTo>
                  <a:pt x="198882" y="598170"/>
                  <a:pt x="197834" y="599313"/>
                  <a:pt x="197168" y="600742"/>
                </a:cubicBezTo>
                <a:cubicBezTo>
                  <a:pt x="196310" y="602742"/>
                  <a:pt x="196310" y="604933"/>
                  <a:pt x="197168" y="606933"/>
                </a:cubicBezTo>
                <a:cubicBezTo>
                  <a:pt x="198025" y="608933"/>
                  <a:pt x="199549" y="610552"/>
                  <a:pt x="201549" y="611315"/>
                </a:cubicBezTo>
                <a:cubicBezTo>
                  <a:pt x="202597" y="611696"/>
                  <a:pt x="203645" y="611981"/>
                  <a:pt x="204692" y="611981"/>
                </a:cubicBezTo>
                <a:cubicBezTo>
                  <a:pt x="205740" y="611981"/>
                  <a:pt x="206788" y="611791"/>
                  <a:pt x="207740" y="611410"/>
                </a:cubicBezTo>
                <a:cubicBezTo>
                  <a:pt x="209741" y="610552"/>
                  <a:pt x="211360" y="609029"/>
                  <a:pt x="212122" y="607028"/>
                </a:cubicBezTo>
                <a:cubicBezTo>
                  <a:pt x="212979" y="605028"/>
                  <a:pt x="212979" y="602837"/>
                  <a:pt x="212122" y="600837"/>
                </a:cubicBezTo>
                <a:cubicBezTo>
                  <a:pt x="211360" y="599123"/>
                  <a:pt x="210026" y="597789"/>
                  <a:pt x="208407" y="596837"/>
                </a:cubicBezTo>
                <a:cubicBezTo>
                  <a:pt x="208788" y="596551"/>
                  <a:pt x="209074" y="596265"/>
                  <a:pt x="209074" y="595694"/>
                </a:cubicBezTo>
                <a:cubicBezTo>
                  <a:pt x="209074" y="594741"/>
                  <a:pt x="208312" y="594265"/>
                  <a:pt x="207074" y="594074"/>
                </a:cubicBezTo>
                <a:cubicBezTo>
                  <a:pt x="208312" y="593789"/>
                  <a:pt x="209074" y="593408"/>
                  <a:pt x="209074" y="592455"/>
                </a:cubicBezTo>
                <a:cubicBezTo>
                  <a:pt x="209074" y="591503"/>
                  <a:pt x="208407" y="591122"/>
                  <a:pt x="207264" y="590836"/>
                </a:cubicBezTo>
                <a:cubicBezTo>
                  <a:pt x="208502" y="590550"/>
                  <a:pt x="209074" y="590169"/>
                  <a:pt x="209074" y="589217"/>
                </a:cubicBezTo>
                <a:cubicBezTo>
                  <a:pt x="209074" y="588264"/>
                  <a:pt x="208407" y="587883"/>
                  <a:pt x="207169" y="587597"/>
                </a:cubicBezTo>
                <a:cubicBezTo>
                  <a:pt x="208407" y="587312"/>
                  <a:pt x="209074" y="586931"/>
                  <a:pt x="209074" y="585978"/>
                </a:cubicBezTo>
                <a:cubicBezTo>
                  <a:pt x="209074" y="585026"/>
                  <a:pt x="208407" y="584645"/>
                  <a:pt x="207264" y="584359"/>
                </a:cubicBezTo>
                <a:cubicBezTo>
                  <a:pt x="208502" y="584073"/>
                  <a:pt x="209074" y="583692"/>
                  <a:pt x="209074" y="582740"/>
                </a:cubicBezTo>
                <a:cubicBezTo>
                  <a:pt x="209074" y="581787"/>
                  <a:pt x="208407" y="581406"/>
                  <a:pt x="207169" y="581120"/>
                </a:cubicBezTo>
                <a:cubicBezTo>
                  <a:pt x="208407" y="580835"/>
                  <a:pt x="209074" y="580454"/>
                  <a:pt x="209074" y="579501"/>
                </a:cubicBezTo>
                <a:cubicBezTo>
                  <a:pt x="209074" y="578549"/>
                  <a:pt x="208407" y="578168"/>
                  <a:pt x="207264" y="577882"/>
                </a:cubicBezTo>
                <a:cubicBezTo>
                  <a:pt x="208407" y="577596"/>
                  <a:pt x="209074" y="577215"/>
                  <a:pt x="209074" y="576263"/>
                </a:cubicBezTo>
                <a:cubicBezTo>
                  <a:pt x="209074" y="575310"/>
                  <a:pt x="208502" y="574929"/>
                  <a:pt x="207359" y="574643"/>
                </a:cubicBezTo>
                <a:cubicBezTo>
                  <a:pt x="208502" y="574358"/>
                  <a:pt x="209074" y="573977"/>
                  <a:pt x="209074" y="573119"/>
                </a:cubicBezTo>
                <a:cubicBezTo>
                  <a:pt x="209074" y="572262"/>
                  <a:pt x="208502" y="571786"/>
                  <a:pt x="207359" y="571595"/>
                </a:cubicBezTo>
                <a:cubicBezTo>
                  <a:pt x="208502" y="571310"/>
                  <a:pt x="209074" y="570929"/>
                  <a:pt x="209074" y="570071"/>
                </a:cubicBezTo>
                <a:cubicBezTo>
                  <a:pt x="209074" y="569214"/>
                  <a:pt x="208502" y="568738"/>
                  <a:pt x="207359" y="568547"/>
                </a:cubicBezTo>
                <a:cubicBezTo>
                  <a:pt x="208502" y="568262"/>
                  <a:pt x="209074" y="567881"/>
                  <a:pt x="209074" y="567023"/>
                </a:cubicBezTo>
                <a:cubicBezTo>
                  <a:pt x="209074" y="566166"/>
                  <a:pt x="208502" y="565690"/>
                  <a:pt x="207359" y="565404"/>
                </a:cubicBezTo>
                <a:cubicBezTo>
                  <a:pt x="208502" y="565118"/>
                  <a:pt x="209074" y="564737"/>
                  <a:pt x="209074" y="563785"/>
                </a:cubicBezTo>
                <a:cubicBezTo>
                  <a:pt x="209074" y="562832"/>
                  <a:pt x="208407" y="562451"/>
                  <a:pt x="207264" y="562166"/>
                </a:cubicBezTo>
                <a:cubicBezTo>
                  <a:pt x="208407" y="561880"/>
                  <a:pt x="209074" y="561499"/>
                  <a:pt x="209074" y="560546"/>
                </a:cubicBezTo>
                <a:cubicBezTo>
                  <a:pt x="209074" y="559594"/>
                  <a:pt x="208502" y="559213"/>
                  <a:pt x="207264" y="558927"/>
                </a:cubicBezTo>
                <a:cubicBezTo>
                  <a:pt x="208407" y="558641"/>
                  <a:pt x="209074" y="558260"/>
                  <a:pt x="209074" y="557308"/>
                </a:cubicBezTo>
                <a:cubicBezTo>
                  <a:pt x="209074" y="556355"/>
                  <a:pt x="208502" y="555974"/>
                  <a:pt x="207359" y="555689"/>
                </a:cubicBezTo>
                <a:cubicBezTo>
                  <a:pt x="208502" y="555403"/>
                  <a:pt x="209074" y="555022"/>
                  <a:pt x="209074" y="554069"/>
                </a:cubicBezTo>
                <a:cubicBezTo>
                  <a:pt x="209074" y="553117"/>
                  <a:pt x="208502" y="552736"/>
                  <a:pt x="207359" y="552450"/>
                </a:cubicBezTo>
                <a:cubicBezTo>
                  <a:pt x="208502" y="552164"/>
                  <a:pt x="209074" y="551783"/>
                  <a:pt x="209074" y="550831"/>
                </a:cubicBezTo>
                <a:cubicBezTo>
                  <a:pt x="209074" y="549878"/>
                  <a:pt x="208502" y="549497"/>
                  <a:pt x="207359" y="549307"/>
                </a:cubicBezTo>
                <a:cubicBezTo>
                  <a:pt x="208502" y="549021"/>
                  <a:pt x="209074" y="548640"/>
                  <a:pt x="209074" y="547688"/>
                </a:cubicBezTo>
                <a:cubicBezTo>
                  <a:pt x="209074" y="546735"/>
                  <a:pt x="208502" y="546354"/>
                  <a:pt x="207359" y="546164"/>
                </a:cubicBezTo>
                <a:cubicBezTo>
                  <a:pt x="208502" y="545878"/>
                  <a:pt x="209074" y="545497"/>
                  <a:pt x="209074" y="544640"/>
                </a:cubicBezTo>
                <a:cubicBezTo>
                  <a:pt x="209074" y="543782"/>
                  <a:pt x="208502" y="543306"/>
                  <a:pt x="207359" y="543020"/>
                </a:cubicBezTo>
                <a:cubicBezTo>
                  <a:pt x="208502" y="542735"/>
                  <a:pt x="209074" y="542354"/>
                  <a:pt x="209074" y="541401"/>
                </a:cubicBezTo>
                <a:cubicBezTo>
                  <a:pt x="209074" y="540449"/>
                  <a:pt x="208502" y="540068"/>
                  <a:pt x="207359" y="539782"/>
                </a:cubicBezTo>
                <a:cubicBezTo>
                  <a:pt x="208502" y="539496"/>
                  <a:pt x="209074" y="539115"/>
                  <a:pt x="209074" y="538163"/>
                </a:cubicBezTo>
                <a:cubicBezTo>
                  <a:pt x="209074" y="537210"/>
                  <a:pt x="208502" y="536829"/>
                  <a:pt x="207359" y="536543"/>
                </a:cubicBezTo>
                <a:cubicBezTo>
                  <a:pt x="208502" y="536258"/>
                  <a:pt x="209074" y="535877"/>
                  <a:pt x="209074" y="534924"/>
                </a:cubicBezTo>
                <a:cubicBezTo>
                  <a:pt x="209074" y="533972"/>
                  <a:pt x="208502" y="533591"/>
                  <a:pt x="207264" y="533305"/>
                </a:cubicBezTo>
                <a:cubicBezTo>
                  <a:pt x="208407" y="533019"/>
                  <a:pt x="209074" y="532638"/>
                  <a:pt x="209074" y="531686"/>
                </a:cubicBezTo>
                <a:cubicBezTo>
                  <a:pt x="209074" y="530733"/>
                  <a:pt x="208502" y="530352"/>
                  <a:pt x="207359" y="530066"/>
                </a:cubicBezTo>
                <a:cubicBezTo>
                  <a:pt x="208502" y="529781"/>
                  <a:pt x="209074" y="529400"/>
                  <a:pt x="209074" y="528447"/>
                </a:cubicBezTo>
                <a:cubicBezTo>
                  <a:pt x="209074" y="527495"/>
                  <a:pt x="208502" y="527114"/>
                  <a:pt x="207359" y="526923"/>
                </a:cubicBezTo>
                <a:cubicBezTo>
                  <a:pt x="208502" y="526637"/>
                  <a:pt x="209074" y="526256"/>
                  <a:pt x="209074" y="525399"/>
                </a:cubicBezTo>
                <a:cubicBezTo>
                  <a:pt x="209074" y="524542"/>
                  <a:pt x="208502" y="524065"/>
                  <a:pt x="207359" y="523875"/>
                </a:cubicBezTo>
                <a:cubicBezTo>
                  <a:pt x="208407" y="523589"/>
                  <a:pt x="209074" y="523208"/>
                  <a:pt x="209074" y="522351"/>
                </a:cubicBezTo>
                <a:cubicBezTo>
                  <a:pt x="209074" y="521494"/>
                  <a:pt x="208502" y="521018"/>
                  <a:pt x="207455" y="520827"/>
                </a:cubicBezTo>
                <a:cubicBezTo>
                  <a:pt x="208502" y="520541"/>
                  <a:pt x="209074" y="520160"/>
                  <a:pt x="209074" y="519303"/>
                </a:cubicBezTo>
                <a:cubicBezTo>
                  <a:pt x="209074" y="518446"/>
                  <a:pt x="208502" y="518065"/>
                  <a:pt x="207455" y="517779"/>
                </a:cubicBezTo>
                <a:cubicBezTo>
                  <a:pt x="208502" y="517493"/>
                  <a:pt x="209074" y="517112"/>
                  <a:pt x="209074" y="516255"/>
                </a:cubicBezTo>
                <a:cubicBezTo>
                  <a:pt x="209074" y="515398"/>
                  <a:pt x="208502" y="515017"/>
                  <a:pt x="207455" y="514731"/>
                </a:cubicBezTo>
                <a:cubicBezTo>
                  <a:pt x="208502" y="514445"/>
                  <a:pt x="209074" y="514064"/>
                  <a:pt x="209074" y="513207"/>
                </a:cubicBezTo>
                <a:cubicBezTo>
                  <a:pt x="209074" y="512350"/>
                  <a:pt x="208502" y="511969"/>
                  <a:pt x="207455" y="511683"/>
                </a:cubicBezTo>
                <a:cubicBezTo>
                  <a:pt x="208502" y="511397"/>
                  <a:pt x="209074" y="511016"/>
                  <a:pt x="209074" y="510159"/>
                </a:cubicBezTo>
                <a:cubicBezTo>
                  <a:pt x="209074" y="509302"/>
                  <a:pt x="208502" y="508921"/>
                  <a:pt x="207455" y="508635"/>
                </a:cubicBezTo>
                <a:cubicBezTo>
                  <a:pt x="208502" y="508349"/>
                  <a:pt x="209074" y="507968"/>
                  <a:pt x="209074" y="507111"/>
                </a:cubicBezTo>
                <a:cubicBezTo>
                  <a:pt x="209074" y="506254"/>
                  <a:pt x="208502" y="505873"/>
                  <a:pt x="207455" y="505587"/>
                </a:cubicBezTo>
                <a:cubicBezTo>
                  <a:pt x="208502" y="505301"/>
                  <a:pt x="209074" y="504920"/>
                  <a:pt x="209074" y="504063"/>
                </a:cubicBezTo>
                <a:cubicBezTo>
                  <a:pt x="209074" y="503206"/>
                  <a:pt x="208502" y="502825"/>
                  <a:pt x="207550" y="502539"/>
                </a:cubicBezTo>
                <a:cubicBezTo>
                  <a:pt x="208598" y="502253"/>
                  <a:pt x="209074" y="501872"/>
                  <a:pt x="209074" y="501015"/>
                </a:cubicBezTo>
                <a:cubicBezTo>
                  <a:pt x="209074" y="500158"/>
                  <a:pt x="208502" y="499777"/>
                  <a:pt x="207550" y="499491"/>
                </a:cubicBezTo>
                <a:cubicBezTo>
                  <a:pt x="208598" y="499205"/>
                  <a:pt x="209074" y="498824"/>
                  <a:pt x="209074" y="497967"/>
                </a:cubicBezTo>
                <a:cubicBezTo>
                  <a:pt x="209074" y="497110"/>
                  <a:pt x="208502" y="496729"/>
                  <a:pt x="207550" y="496443"/>
                </a:cubicBezTo>
                <a:cubicBezTo>
                  <a:pt x="208598" y="496157"/>
                  <a:pt x="209074" y="495776"/>
                  <a:pt x="209074" y="494919"/>
                </a:cubicBezTo>
                <a:cubicBezTo>
                  <a:pt x="209074" y="494062"/>
                  <a:pt x="208502" y="493681"/>
                  <a:pt x="207550" y="493395"/>
                </a:cubicBezTo>
                <a:cubicBezTo>
                  <a:pt x="208598" y="493109"/>
                  <a:pt x="209074" y="492728"/>
                  <a:pt x="209074" y="491871"/>
                </a:cubicBezTo>
                <a:cubicBezTo>
                  <a:pt x="209074" y="491014"/>
                  <a:pt x="208502" y="490633"/>
                  <a:pt x="207550" y="490347"/>
                </a:cubicBezTo>
                <a:cubicBezTo>
                  <a:pt x="208598" y="490061"/>
                  <a:pt x="209074" y="489680"/>
                  <a:pt x="209074" y="488823"/>
                </a:cubicBezTo>
                <a:cubicBezTo>
                  <a:pt x="209074" y="487966"/>
                  <a:pt x="208502" y="487585"/>
                  <a:pt x="207455" y="487299"/>
                </a:cubicBezTo>
                <a:cubicBezTo>
                  <a:pt x="207455" y="487299"/>
                  <a:pt x="207455" y="487299"/>
                  <a:pt x="207550" y="487299"/>
                </a:cubicBezTo>
                <a:cubicBezTo>
                  <a:pt x="207740" y="487299"/>
                  <a:pt x="207836" y="487109"/>
                  <a:pt x="207931" y="487013"/>
                </a:cubicBezTo>
                <a:cubicBezTo>
                  <a:pt x="208217" y="486918"/>
                  <a:pt x="208502" y="486728"/>
                  <a:pt x="208598" y="486537"/>
                </a:cubicBezTo>
                <a:cubicBezTo>
                  <a:pt x="211931" y="484442"/>
                  <a:pt x="213455" y="480346"/>
                  <a:pt x="211931" y="476631"/>
                </a:cubicBezTo>
                <a:cubicBezTo>
                  <a:pt x="210979" y="474155"/>
                  <a:pt x="208883" y="472631"/>
                  <a:pt x="206502" y="471964"/>
                </a:cubicBezTo>
                <a:lnTo>
                  <a:pt x="207169" y="384810"/>
                </a:lnTo>
                <a:lnTo>
                  <a:pt x="126302" y="284893"/>
                </a:lnTo>
                <a:lnTo>
                  <a:pt x="82582" y="284607"/>
                </a:lnTo>
                <a:lnTo>
                  <a:pt x="82582" y="275749"/>
                </a:lnTo>
                <a:cubicBezTo>
                  <a:pt x="82582" y="274606"/>
                  <a:pt x="82296" y="273558"/>
                  <a:pt x="81915" y="272606"/>
                </a:cubicBezTo>
                <a:lnTo>
                  <a:pt x="140303" y="207455"/>
                </a:lnTo>
                <a:lnTo>
                  <a:pt x="200787" y="207455"/>
                </a:lnTo>
                <a:cubicBezTo>
                  <a:pt x="200787" y="208026"/>
                  <a:pt x="200787" y="208693"/>
                  <a:pt x="201073" y="209264"/>
                </a:cubicBezTo>
                <a:cubicBezTo>
                  <a:pt x="201930" y="211645"/>
                  <a:pt x="203645" y="213551"/>
                  <a:pt x="205931" y="214694"/>
                </a:cubicBezTo>
                <a:cubicBezTo>
                  <a:pt x="207264" y="215360"/>
                  <a:pt x="208598" y="215646"/>
                  <a:pt x="210026" y="215646"/>
                </a:cubicBezTo>
                <a:cubicBezTo>
                  <a:pt x="211074" y="215646"/>
                  <a:pt x="212122" y="215456"/>
                  <a:pt x="213170" y="215075"/>
                </a:cubicBezTo>
                <a:cubicBezTo>
                  <a:pt x="218123" y="213360"/>
                  <a:pt x="220790" y="207931"/>
                  <a:pt x="218980" y="202978"/>
                </a:cubicBezTo>
                <a:cubicBezTo>
                  <a:pt x="218123" y="200597"/>
                  <a:pt x="216408" y="198692"/>
                  <a:pt x="214122" y="197549"/>
                </a:cubicBezTo>
                <a:cubicBezTo>
                  <a:pt x="211836" y="196406"/>
                  <a:pt x="209264" y="196310"/>
                  <a:pt x="206883" y="197168"/>
                </a:cubicBezTo>
                <a:cubicBezTo>
                  <a:pt x="204121" y="198120"/>
                  <a:pt x="202216" y="200216"/>
                  <a:pt x="201263" y="202692"/>
                </a:cubicBezTo>
                <a:lnTo>
                  <a:pt x="139256" y="202692"/>
                </a:lnTo>
                <a:cubicBezTo>
                  <a:pt x="138589" y="202692"/>
                  <a:pt x="137922" y="202978"/>
                  <a:pt x="137446" y="203454"/>
                </a:cubicBezTo>
                <a:lnTo>
                  <a:pt x="78867" y="268796"/>
                </a:lnTo>
                <a:cubicBezTo>
                  <a:pt x="77438" y="267748"/>
                  <a:pt x="75724" y="266986"/>
                  <a:pt x="73819" y="266986"/>
                </a:cubicBezTo>
                <a:lnTo>
                  <a:pt x="95" y="266986"/>
                </a:lnTo>
                <a:lnTo>
                  <a:pt x="95" y="271748"/>
                </a:lnTo>
                <a:lnTo>
                  <a:pt x="74105" y="271748"/>
                </a:lnTo>
                <a:close/>
                <a:moveTo>
                  <a:pt x="209931" y="601599"/>
                </a:moveTo>
                <a:cubicBezTo>
                  <a:pt x="210503" y="603028"/>
                  <a:pt x="210503" y="604552"/>
                  <a:pt x="209931" y="605981"/>
                </a:cubicBezTo>
                <a:cubicBezTo>
                  <a:pt x="209360" y="607409"/>
                  <a:pt x="208217" y="608457"/>
                  <a:pt x="206788" y="609124"/>
                </a:cubicBezTo>
                <a:cubicBezTo>
                  <a:pt x="205359" y="609695"/>
                  <a:pt x="203835" y="609695"/>
                  <a:pt x="202406" y="609124"/>
                </a:cubicBezTo>
                <a:cubicBezTo>
                  <a:pt x="200978" y="608552"/>
                  <a:pt x="199930" y="607409"/>
                  <a:pt x="199263" y="605981"/>
                </a:cubicBezTo>
                <a:cubicBezTo>
                  <a:pt x="198692" y="604552"/>
                  <a:pt x="198692" y="603028"/>
                  <a:pt x="199263" y="601599"/>
                </a:cubicBezTo>
                <a:cubicBezTo>
                  <a:pt x="199835" y="600170"/>
                  <a:pt x="200978" y="599027"/>
                  <a:pt x="202406" y="598456"/>
                </a:cubicBezTo>
                <a:cubicBezTo>
                  <a:pt x="203073" y="598170"/>
                  <a:pt x="203835" y="597980"/>
                  <a:pt x="204597" y="597980"/>
                </a:cubicBezTo>
                <a:cubicBezTo>
                  <a:pt x="205359" y="597980"/>
                  <a:pt x="206121" y="598170"/>
                  <a:pt x="206788" y="598456"/>
                </a:cubicBezTo>
                <a:cubicBezTo>
                  <a:pt x="208217" y="599027"/>
                  <a:pt x="209264" y="600170"/>
                  <a:pt x="209931" y="601599"/>
                </a:cubicBezTo>
                <a:close/>
                <a:moveTo>
                  <a:pt x="209931" y="477679"/>
                </a:moveTo>
                <a:cubicBezTo>
                  <a:pt x="211074" y="480536"/>
                  <a:pt x="209741" y="483775"/>
                  <a:pt x="206978" y="485013"/>
                </a:cubicBezTo>
                <a:cubicBezTo>
                  <a:pt x="206502" y="485204"/>
                  <a:pt x="205264" y="485299"/>
                  <a:pt x="204407" y="485394"/>
                </a:cubicBezTo>
                <a:cubicBezTo>
                  <a:pt x="204216" y="485394"/>
                  <a:pt x="204121" y="485394"/>
                  <a:pt x="203930" y="485394"/>
                </a:cubicBezTo>
                <a:cubicBezTo>
                  <a:pt x="203359" y="485394"/>
                  <a:pt x="202883" y="485299"/>
                  <a:pt x="202311" y="485108"/>
                </a:cubicBezTo>
                <a:cubicBezTo>
                  <a:pt x="200882" y="484537"/>
                  <a:pt x="199835" y="483394"/>
                  <a:pt x="199168" y="481965"/>
                </a:cubicBezTo>
                <a:cubicBezTo>
                  <a:pt x="197930" y="479012"/>
                  <a:pt x="199358" y="475679"/>
                  <a:pt x="202311" y="474440"/>
                </a:cubicBezTo>
                <a:cubicBezTo>
                  <a:pt x="202978" y="474155"/>
                  <a:pt x="203740" y="473964"/>
                  <a:pt x="204502" y="473964"/>
                </a:cubicBezTo>
                <a:cubicBezTo>
                  <a:pt x="206788" y="473964"/>
                  <a:pt x="208979" y="475298"/>
                  <a:pt x="209836" y="477584"/>
                </a:cubicBezTo>
                <a:close/>
                <a:moveTo>
                  <a:pt x="205931" y="204026"/>
                </a:moveTo>
                <a:cubicBezTo>
                  <a:pt x="206502" y="202883"/>
                  <a:pt x="207455" y="202025"/>
                  <a:pt x="208693" y="201644"/>
                </a:cubicBezTo>
                <a:cubicBezTo>
                  <a:pt x="209169" y="201454"/>
                  <a:pt x="209741" y="201358"/>
                  <a:pt x="210312" y="201358"/>
                </a:cubicBezTo>
                <a:cubicBezTo>
                  <a:pt x="210979" y="201358"/>
                  <a:pt x="211741" y="201549"/>
                  <a:pt x="212408" y="201835"/>
                </a:cubicBezTo>
                <a:cubicBezTo>
                  <a:pt x="213551" y="202406"/>
                  <a:pt x="214408" y="203359"/>
                  <a:pt x="214789" y="204597"/>
                </a:cubicBezTo>
                <a:cubicBezTo>
                  <a:pt x="215646" y="207074"/>
                  <a:pt x="214313" y="209836"/>
                  <a:pt x="211836" y="210693"/>
                </a:cubicBezTo>
                <a:cubicBezTo>
                  <a:pt x="210598" y="211074"/>
                  <a:pt x="209360" y="211074"/>
                  <a:pt x="208217" y="210503"/>
                </a:cubicBezTo>
                <a:cubicBezTo>
                  <a:pt x="207074" y="209931"/>
                  <a:pt x="206216" y="208979"/>
                  <a:pt x="205835" y="207740"/>
                </a:cubicBezTo>
                <a:cubicBezTo>
                  <a:pt x="205454" y="206502"/>
                  <a:pt x="205454" y="205264"/>
                  <a:pt x="206026" y="204121"/>
                </a:cubicBezTo>
                <a:close/>
                <a:moveTo>
                  <a:pt x="206788" y="51626"/>
                </a:moveTo>
                <a:lnTo>
                  <a:pt x="211550" y="51626"/>
                </a:lnTo>
                <a:lnTo>
                  <a:pt x="211550" y="55245"/>
                </a:lnTo>
                <a:lnTo>
                  <a:pt x="214313" y="57626"/>
                </a:lnTo>
                <a:lnTo>
                  <a:pt x="211265" y="61246"/>
                </a:lnTo>
                <a:lnTo>
                  <a:pt x="206788" y="57436"/>
                </a:lnTo>
                <a:lnTo>
                  <a:pt x="206788" y="51530"/>
                </a:lnTo>
                <a:close/>
                <a:moveTo>
                  <a:pt x="183070" y="1336072"/>
                </a:moveTo>
                <a:lnTo>
                  <a:pt x="141732" y="1336072"/>
                </a:lnTo>
                <a:cubicBezTo>
                  <a:pt x="140684" y="1332071"/>
                  <a:pt x="137160" y="1329023"/>
                  <a:pt x="132779" y="1329023"/>
                </a:cubicBezTo>
                <a:cubicBezTo>
                  <a:pt x="127540" y="1329023"/>
                  <a:pt x="123349" y="1333214"/>
                  <a:pt x="123349" y="1338453"/>
                </a:cubicBezTo>
                <a:cubicBezTo>
                  <a:pt x="123349" y="1343692"/>
                  <a:pt x="127540" y="1347883"/>
                  <a:pt x="132779" y="1347883"/>
                </a:cubicBezTo>
                <a:cubicBezTo>
                  <a:pt x="137160" y="1347883"/>
                  <a:pt x="140684" y="1344835"/>
                  <a:pt x="141732" y="1340834"/>
                </a:cubicBezTo>
                <a:lnTo>
                  <a:pt x="185166" y="1340834"/>
                </a:lnTo>
                <a:lnTo>
                  <a:pt x="200406" y="1324832"/>
                </a:lnTo>
                <a:lnTo>
                  <a:pt x="200406" y="1301877"/>
                </a:lnTo>
                <a:lnTo>
                  <a:pt x="184785" y="1287875"/>
                </a:lnTo>
                <a:lnTo>
                  <a:pt x="166497" y="1287875"/>
                </a:lnTo>
                <a:cubicBezTo>
                  <a:pt x="165449" y="1283875"/>
                  <a:pt x="161925" y="1280827"/>
                  <a:pt x="157544" y="1280827"/>
                </a:cubicBezTo>
                <a:cubicBezTo>
                  <a:pt x="152305" y="1280827"/>
                  <a:pt x="148114" y="1285018"/>
                  <a:pt x="148114" y="1290257"/>
                </a:cubicBezTo>
                <a:cubicBezTo>
                  <a:pt x="148114" y="1295495"/>
                  <a:pt x="152305" y="1299686"/>
                  <a:pt x="157544" y="1299686"/>
                </a:cubicBezTo>
                <a:cubicBezTo>
                  <a:pt x="161925" y="1299686"/>
                  <a:pt x="165449" y="1296638"/>
                  <a:pt x="166497" y="1292638"/>
                </a:cubicBezTo>
                <a:lnTo>
                  <a:pt x="182880" y="1292638"/>
                </a:lnTo>
                <a:lnTo>
                  <a:pt x="195548" y="1303973"/>
                </a:lnTo>
                <a:lnTo>
                  <a:pt x="195548" y="1322927"/>
                </a:lnTo>
                <a:lnTo>
                  <a:pt x="183070" y="1336072"/>
                </a:lnTo>
                <a:close/>
                <a:moveTo>
                  <a:pt x="132779" y="1343120"/>
                </a:moveTo>
                <a:cubicBezTo>
                  <a:pt x="130207" y="1343120"/>
                  <a:pt x="128111" y="1341025"/>
                  <a:pt x="128111" y="1338453"/>
                </a:cubicBezTo>
                <a:cubicBezTo>
                  <a:pt x="128111" y="1335881"/>
                  <a:pt x="130207" y="1333786"/>
                  <a:pt x="132779" y="1333786"/>
                </a:cubicBezTo>
                <a:cubicBezTo>
                  <a:pt x="135350" y="1333786"/>
                  <a:pt x="137446" y="1335881"/>
                  <a:pt x="137446" y="1338453"/>
                </a:cubicBezTo>
                <a:cubicBezTo>
                  <a:pt x="137446" y="1341025"/>
                  <a:pt x="135350" y="1343120"/>
                  <a:pt x="132779" y="1343120"/>
                </a:cubicBezTo>
                <a:close/>
                <a:moveTo>
                  <a:pt x="157544" y="1294924"/>
                </a:moveTo>
                <a:cubicBezTo>
                  <a:pt x="154972" y="1294924"/>
                  <a:pt x="152876" y="1292828"/>
                  <a:pt x="152876" y="1290257"/>
                </a:cubicBezTo>
                <a:cubicBezTo>
                  <a:pt x="152876" y="1287685"/>
                  <a:pt x="154972" y="1285589"/>
                  <a:pt x="157544" y="1285589"/>
                </a:cubicBezTo>
                <a:cubicBezTo>
                  <a:pt x="160115" y="1285589"/>
                  <a:pt x="162211" y="1287685"/>
                  <a:pt x="162211" y="1290257"/>
                </a:cubicBezTo>
                <a:cubicBezTo>
                  <a:pt x="162211" y="1292828"/>
                  <a:pt x="160115" y="1294924"/>
                  <a:pt x="157544" y="1294924"/>
                </a:cubicBezTo>
                <a:close/>
                <a:moveTo>
                  <a:pt x="2223707" y="95"/>
                </a:moveTo>
                <a:lnTo>
                  <a:pt x="2223707" y="1048"/>
                </a:lnTo>
                <a:lnTo>
                  <a:pt x="2182559" y="1048"/>
                </a:lnTo>
                <a:lnTo>
                  <a:pt x="2155793" y="29623"/>
                </a:lnTo>
                <a:lnTo>
                  <a:pt x="2115407" y="29623"/>
                </a:lnTo>
                <a:cubicBezTo>
                  <a:pt x="2114931" y="27623"/>
                  <a:pt x="2114169" y="25813"/>
                  <a:pt x="2112740" y="24384"/>
                </a:cubicBezTo>
                <a:cubicBezTo>
                  <a:pt x="2110740" y="22289"/>
                  <a:pt x="2107978" y="21146"/>
                  <a:pt x="2105120" y="21146"/>
                </a:cubicBezTo>
                <a:cubicBezTo>
                  <a:pt x="2102358" y="21146"/>
                  <a:pt x="2099501" y="22193"/>
                  <a:pt x="2097405" y="24194"/>
                </a:cubicBezTo>
                <a:cubicBezTo>
                  <a:pt x="2095310" y="26194"/>
                  <a:pt x="2094167" y="28956"/>
                  <a:pt x="2094167" y="31814"/>
                </a:cubicBezTo>
                <a:cubicBezTo>
                  <a:pt x="2094167" y="34671"/>
                  <a:pt x="2095214" y="37433"/>
                  <a:pt x="2097310" y="39529"/>
                </a:cubicBezTo>
                <a:cubicBezTo>
                  <a:pt x="2099310" y="41624"/>
                  <a:pt x="2102072" y="42767"/>
                  <a:pt x="2104930" y="42767"/>
                </a:cubicBezTo>
                <a:lnTo>
                  <a:pt x="2105025" y="42767"/>
                </a:lnTo>
                <a:cubicBezTo>
                  <a:pt x="2107883" y="42767"/>
                  <a:pt x="2110550" y="41624"/>
                  <a:pt x="2112645" y="39624"/>
                </a:cubicBezTo>
                <a:cubicBezTo>
                  <a:pt x="2114074" y="38195"/>
                  <a:pt x="2114931" y="36290"/>
                  <a:pt x="2115407" y="34385"/>
                </a:cubicBezTo>
                <a:lnTo>
                  <a:pt x="2157889" y="34385"/>
                </a:lnTo>
                <a:lnTo>
                  <a:pt x="2184654" y="5810"/>
                </a:lnTo>
                <a:lnTo>
                  <a:pt x="2223707" y="5810"/>
                </a:lnTo>
                <a:lnTo>
                  <a:pt x="2223707" y="8954"/>
                </a:lnTo>
                <a:cubicBezTo>
                  <a:pt x="2223707" y="12002"/>
                  <a:pt x="2226183" y="14478"/>
                  <a:pt x="2229231" y="14478"/>
                </a:cubicBezTo>
                <a:lnTo>
                  <a:pt x="2240185" y="14478"/>
                </a:lnTo>
                <a:cubicBezTo>
                  <a:pt x="2240185" y="14478"/>
                  <a:pt x="2240661" y="14383"/>
                  <a:pt x="2240947" y="14288"/>
                </a:cubicBezTo>
                <a:lnTo>
                  <a:pt x="2356009" y="120777"/>
                </a:lnTo>
                <a:lnTo>
                  <a:pt x="2397252" y="120777"/>
                </a:lnTo>
                <a:cubicBezTo>
                  <a:pt x="2397252" y="120777"/>
                  <a:pt x="2397252" y="121158"/>
                  <a:pt x="2397252" y="121348"/>
                </a:cubicBezTo>
                <a:cubicBezTo>
                  <a:pt x="2398014" y="124587"/>
                  <a:pt x="2400014" y="127349"/>
                  <a:pt x="2402872" y="129159"/>
                </a:cubicBezTo>
                <a:cubicBezTo>
                  <a:pt x="2404872" y="130397"/>
                  <a:pt x="2407158" y="130969"/>
                  <a:pt x="2409444" y="130969"/>
                </a:cubicBezTo>
                <a:cubicBezTo>
                  <a:pt x="2410397" y="130969"/>
                  <a:pt x="2411444" y="130873"/>
                  <a:pt x="2412397" y="130588"/>
                </a:cubicBezTo>
                <a:cubicBezTo>
                  <a:pt x="2415635" y="129826"/>
                  <a:pt x="2418398" y="127826"/>
                  <a:pt x="2420207" y="124873"/>
                </a:cubicBezTo>
                <a:cubicBezTo>
                  <a:pt x="2421922" y="122015"/>
                  <a:pt x="2422493" y="118682"/>
                  <a:pt x="2421731" y="115348"/>
                </a:cubicBezTo>
                <a:cubicBezTo>
                  <a:pt x="2420969" y="112109"/>
                  <a:pt x="2418969" y="109347"/>
                  <a:pt x="2416112" y="107537"/>
                </a:cubicBezTo>
                <a:cubicBezTo>
                  <a:pt x="2413254" y="105823"/>
                  <a:pt x="2409825" y="105251"/>
                  <a:pt x="2406587" y="106013"/>
                </a:cubicBezTo>
                <a:cubicBezTo>
                  <a:pt x="2403348" y="106775"/>
                  <a:pt x="2400586" y="108776"/>
                  <a:pt x="2398776" y="111728"/>
                </a:cubicBezTo>
                <a:cubicBezTo>
                  <a:pt x="2398014" y="113062"/>
                  <a:pt x="2397538" y="114491"/>
                  <a:pt x="2397252" y="115919"/>
                </a:cubicBezTo>
                <a:lnTo>
                  <a:pt x="2357914" y="115919"/>
                </a:lnTo>
                <a:lnTo>
                  <a:pt x="2245043" y="11430"/>
                </a:lnTo>
                <a:cubicBezTo>
                  <a:pt x="2245424" y="10668"/>
                  <a:pt x="2245805" y="9811"/>
                  <a:pt x="2245805" y="8858"/>
                </a:cubicBezTo>
                <a:lnTo>
                  <a:pt x="2245805" y="0"/>
                </a:lnTo>
                <a:lnTo>
                  <a:pt x="2241042" y="0"/>
                </a:lnTo>
                <a:lnTo>
                  <a:pt x="2241042" y="8858"/>
                </a:lnTo>
                <a:cubicBezTo>
                  <a:pt x="2241042" y="8858"/>
                  <a:pt x="2240756" y="9620"/>
                  <a:pt x="2240280" y="9620"/>
                </a:cubicBezTo>
                <a:lnTo>
                  <a:pt x="2229326" y="9620"/>
                </a:lnTo>
                <a:cubicBezTo>
                  <a:pt x="2229326" y="9620"/>
                  <a:pt x="2228564" y="9335"/>
                  <a:pt x="2228564" y="8858"/>
                </a:cubicBezTo>
                <a:lnTo>
                  <a:pt x="2228564" y="0"/>
                </a:lnTo>
                <a:lnTo>
                  <a:pt x="2223802" y="0"/>
                </a:lnTo>
                <a:close/>
                <a:moveTo>
                  <a:pt x="2109311" y="36195"/>
                </a:moveTo>
                <a:cubicBezTo>
                  <a:pt x="2108168" y="37338"/>
                  <a:pt x="2106644" y="37719"/>
                  <a:pt x="2105025" y="37910"/>
                </a:cubicBezTo>
                <a:cubicBezTo>
                  <a:pt x="2101691" y="37910"/>
                  <a:pt x="2099024" y="35147"/>
                  <a:pt x="2099024" y="31814"/>
                </a:cubicBezTo>
                <a:cubicBezTo>
                  <a:pt x="2099024" y="28480"/>
                  <a:pt x="2101787" y="25813"/>
                  <a:pt x="2105120" y="25813"/>
                </a:cubicBezTo>
                <a:lnTo>
                  <a:pt x="2105120" y="25813"/>
                </a:lnTo>
                <a:cubicBezTo>
                  <a:pt x="2106740" y="25813"/>
                  <a:pt x="2108264" y="26480"/>
                  <a:pt x="2109407" y="27623"/>
                </a:cubicBezTo>
                <a:cubicBezTo>
                  <a:pt x="2110550" y="28766"/>
                  <a:pt x="2111121" y="30290"/>
                  <a:pt x="2111121" y="31909"/>
                </a:cubicBezTo>
                <a:cubicBezTo>
                  <a:pt x="2111121" y="33528"/>
                  <a:pt x="2110454" y="35052"/>
                  <a:pt x="2109311" y="36195"/>
                </a:cubicBezTo>
                <a:close/>
                <a:moveTo>
                  <a:pt x="2407730" y="110871"/>
                </a:moveTo>
                <a:cubicBezTo>
                  <a:pt x="2408301" y="110681"/>
                  <a:pt x="2408968" y="110681"/>
                  <a:pt x="2409539" y="110681"/>
                </a:cubicBezTo>
                <a:cubicBezTo>
                  <a:pt x="2410968" y="110681"/>
                  <a:pt x="2412397" y="111062"/>
                  <a:pt x="2413635" y="111823"/>
                </a:cubicBezTo>
                <a:cubicBezTo>
                  <a:pt x="2415445" y="112871"/>
                  <a:pt x="2416683" y="114586"/>
                  <a:pt x="2417159" y="116681"/>
                </a:cubicBezTo>
                <a:cubicBezTo>
                  <a:pt x="2417636" y="118682"/>
                  <a:pt x="2417350" y="120777"/>
                  <a:pt x="2416207" y="122587"/>
                </a:cubicBezTo>
                <a:cubicBezTo>
                  <a:pt x="2415159" y="124397"/>
                  <a:pt x="2413445" y="125635"/>
                  <a:pt x="2411349" y="126111"/>
                </a:cubicBezTo>
                <a:cubicBezTo>
                  <a:pt x="2409349" y="126587"/>
                  <a:pt x="2407253" y="126302"/>
                  <a:pt x="2405444" y="125159"/>
                </a:cubicBezTo>
                <a:cubicBezTo>
                  <a:pt x="2403634" y="124111"/>
                  <a:pt x="2402396" y="122396"/>
                  <a:pt x="2401919" y="120301"/>
                </a:cubicBezTo>
                <a:cubicBezTo>
                  <a:pt x="2400872" y="116110"/>
                  <a:pt x="2403539" y="111919"/>
                  <a:pt x="2407634" y="110871"/>
                </a:cubicBezTo>
                <a:close/>
                <a:moveTo>
                  <a:pt x="2720721" y="26289"/>
                </a:moveTo>
                <a:lnTo>
                  <a:pt x="2631853" y="26289"/>
                </a:lnTo>
                <a:lnTo>
                  <a:pt x="2631853" y="21622"/>
                </a:lnTo>
                <a:cubicBezTo>
                  <a:pt x="2631853" y="16288"/>
                  <a:pt x="2627567" y="12002"/>
                  <a:pt x="2622233" y="12002"/>
                </a:cubicBezTo>
                <a:lnTo>
                  <a:pt x="2523173" y="12002"/>
                </a:lnTo>
                <a:cubicBezTo>
                  <a:pt x="2517838" y="12002"/>
                  <a:pt x="2513552" y="16288"/>
                  <a:pt x="2513552" y="21622"/>
                </a:cubicBezTo>
                <a:lnTo>
                  <a:pt x="2513552" y="26289"/>
                </a:lnTo>
                <a:lnTo>
                  <a:pt x="2452211" y="26289"/>
                </a:lnTo>
                <a:cubicBezTo>
                  <a:pt x="2452211" y="26289"/>
                  <a:pt x="2437448" y="12478"/>
                  <a:pt x="2437448" y="12478"/>
                </a:cubicBezTo>
                <a:lnTo>
                  <a:pt x="2394204" y="12478"/>
                </a:lnTo>
                <a:cubicBezTo>
                  <a:pt x="2393918" y="11430"/>
                  <a:pt x="2393633" y="10382"/>
                  <a:pt x="2393061" y="9430"/>
                </a:cubicBezTo>
                <a:cubicBezTo>
                  <a:pt x="2391632" y="7049"/>
                  <a:pt x="2389251" y="5334"/>
                  <a:pt x="2386584" y="4667"/>
                </a:cubicBezTo>
                <a:cubicBezTo>
                  <a:pt x="2380964" y="3334"/>
                  <a:pt x="2375345" y="6763"/>
                  <a:pt x="2373916" y="12383"/>
                </a:cubicBezTo>
                <a:cubicBezTo>
                  <a:pt x="2373249" y="15145"/>
                  <a:pt x="2373725" y="17907"/>
                  <a:pt x="2375154" y="20288"/>
                </a:cubicBezTo>
                <a:cubicBezTo>
                  <a:pt x="2376583" y="22669"/>
                  <a:pt x="2378869" y="24384"/>
                  <a:pt x="2381631" y="25051"/>
                </a:cubicBezTo>
                <a:cubicBezTo>
                  <a:pt x="2382488" y="25241"/>
                  <a:pt x="2383250" y="25337"/>
                  <a:pt x="2384108" y="25337"/>
                </a:cubicBezTo>
                <a:cubicBezTo>
                  <a:pt x="2388870" y="25337"/>
                  <a:pt x="2393156" y="22098"/>
                  <a:pt x="2394299" y="17336"/>
                </a:cubicBezTo>
                <a:cubicBezTo>
                  <a:pt x="2394299" y="17336"/>
                  <a:pt x="2394299" y="17336"/>
                  <a:pt x="2394299" y="17336"/>
                </a:cubicBezTo>
                <a:lnTo>
                  <a:pt x="2435543" y="17336"/>
                </a:lnTo>
                <a:lnTo>
                  <a:pt x="2450306" y="31147"/>
                </a:lnTo>
                <a:lnTo>
                  <a:pt x="2513552" y="31147"/>
                </a:lnTo>
                <a:cubicBezTo>
                  <a:pt x="2513552" y="31147"/>
                  <a:pt x="2513552" y="35814"/>
                  <a:pt x="2513552" y="35814"/>
                </a:cubicBezTo>
                <a:cubicBezTo>
                  <a:pt x="2513552" y="41148"/>
                  <a:pt x="2517838" y="45434"/>
                  <a:pt x="2523173" y="45434"/>
                </a:cubicBezTo>
                <a:lnTo>
                  <a:pt x="2622233" y="45434"/>
                </a:lnTo>
                <a:cubicBezTo>
                  <a:pt x="2627567" y="45434"/>
                  <a:pt x="2631853" y="41148"/>
                  <a:pt x="2631853" y="35814"/>
                </a:cubicBezTo>
                <a:lnTo>
                  <a:pt x="2631853" y="31147"/>
                </a:lnTo>
                <a:lnTo>
                  <a:pt x="2722912" y="31147"/>
                </a:lnTo>
                <a:lnTo>
                  <a:pt x="2738914" y="11525"/>
                </a:lnTo>
                <a:lnTo>
                  <a:pt x="2738914" y="95"/>
                </a:lnTo>
                <a:lnTo>
                  <a:pt x="2734151" y="95"/>
                </a:lnTo>
                <a:lnTo>
                  <a:pt x="2734151" y="9811"/>
                </a:lnTo>
                <a:lnTo>
                  <a:pt x="2720721" y="26384"/>
                </a:lnTo>
                <a:close/>
                <a:moveTo>
                  <a:pt x="2389727" y="16288"/>
                </a:moveTo>
                <a:cubicBezTo>
                  <a:pt x="2388965" y="19336"/>
                  <a:pt x="2385917" y="21241"/>
                  <a:pt x="2382869" y="20479"/>
                </a:cubicBezTo>
                <a:cubicBezTo>
                  <a:pt x="2381345" y="20098"/>
                  <a:pt x="2380107" y="19241"/>
                  <a:pt x="2379345" y="17907"/>
                </a:cubicBezTo>
                <a:cubicBezTo>
                  <a:pt x="2378583" y="16574"/>
                  <a:pt x="2378297" y="15050"/>
                  <a:pt x="2378678" y="13621"/>
                </a:cubicBezTo>
                <a:cubicBezTo>
                  <a:pt x="2379059" y="12097"/>
                  <a:pt x="2379917" y="10859"/>
                  <a:pt x="2381250" y="10097"/>
                </a:cubicBezTo>
                <a:cubicBezTo>
                  <a:pt x="2382203" y="9525"/>
                  <a:pt x="2383155" y="9239"/>
                  <a:pt x="2384203" y="9239"/>
                </a:cubicBezTo>
                <a:cubicBezTo>
                  <a:pt x="2384679" y="9239"/>
                  <a:pt x="2385060" y="9239"/>
                  <a:pt x="2385536" y="9430"/>
                </a:cubicBezTo>
                <a:cubicBezTo>
                  <a:pt x="2387060" y="9811"/>
                  <a:pt x="2388299" y="10668"/>
                  <a:pt x="2389061" y="12002"/>
                </a:cubicBezTo>
                <a:cubicBezTo>
                  <a:pt x="2389823" y="13335"/>
                  <a:pt x="2390108" y="14859"/>
                  <a:pt x="2389727" y="16288"/>
                </a:cubicBezTo>
                <a:close/>
                <a:moveTo>
                  <a:pt x="2627090" y="35814"/>
                </a:moveTo>
                <a:cubicBezTo>
                  <a:pt x="2627090" y="38481"/>
                  <a:pt x="2624900" y="40672"/>
                  <a:pt x="2622233" y="40672"/>
                </a:cubicBezTo>
                <a:lnTo>
                  <a:pt x="2523173" y="40672"/>
                </a:lnTo>
                <a:cubicBezTo>
                  <a:pt x="2520505" y="40672"/>
                  <a:pt x="2518315" y="38481"/>
                  <a:pt x="2518315" y="35814"/>
                </a:cubicBezTo>
                <a:lnTo>
                  <a:pt x="2518315" y="21622"/>
                </a:lnTo>
                <a:cubicBezTo>
                  <a:pt x="2518315" y="18955"/>
                  <a:pt x="2520505" y="16764"/>
                  <a:pt x="2523173" y="16764"/>
                </a:cubicBezTo>
                <a:lnTo>
                  <a:pt x="2622233" y="16764"/>
                </a:lnTo>
                <a:cubicBezTo>
                  <a:pt x="2624900" y="16764"/>
                  <a:pt x="2627090" y="18955"/>
                  <a:pt x="2627090" y="21622"/>
                </a:cubicBezTo>
                <a:lnTo>
                  <a:pt x="2627090" y="35814"/>
                </a:lnTo>
                <a:close/>
                <a:moveTo>
                  <a:pt x="401288" y="4989957"/>
                </a:moveTo>
                <a:lnTo>
                  <a:pt x="396526" y="4989957"/>
                </a:lnTo>
                <a:lnTo>
                  <a:pt x="396526" y="4971574"/>
                </a:lnTo>
                <a:lnTo>
                  <a:pt x="401288" y="4971574"/>
                </a:lnTo>
                <a:lnTo>
                  <a:pt x="401288" y="4989957"/>
                </a:lnTo>
                <a:close/>
                <a:moveTo>
                  <a:pt x="396526" y="4934808"/>
                </a:moveTo>
                <a:lnTo>
                  <a:pt x="401288" y="4934808"/>
                </a:lnTo>
                <a:lnTo>
                  <a:pt x="401288" y="4953191"/>
                </a:lnTo>
                <a:lnTo>
                  <a:pt x="396526" y="4953191"/>
                </a:lnTo>
                <a:lnTo>
                  <a:pt x="396526" y="4934808"/>
                </a:lnTo>
                <a:close/>
                <a:moveTo>
                  <a:pt x="401288" y="5026724"/>
                </a:moveTo>
                <a:lnTo>
                  <a:pt x="396526" y="5026724"/>
                </a:lnTo>
                <a:lnTo>
                  <a:pt x="396526" y="5008340"/>
                </a:lnTo>
                <a:lnTo>
                  <a:pt x="401288" y="5008340"/>
                </a:lnTo>
                <a:lnTo>
                  <a:pt x="401288" y="5026724"/>
                </a:lnTo>
                <a:close/>
                <a:moveTo>
                  <a:pt x="396526" y="5045202"/>
                </a:moveTo>
                <a:lnTo>
                  <a:pt x="401288" y="5045202"/>
                </a:lnTo>
                <a:lnTo>
                  <a:pt x="401288" y="5063585"/>
                </a:lnTo>
                <a:lnTo>
                  <a:pt x="396526" y="5063585"/>
                </a:lnTo>
                <a:lnTo>
                  <a:pt x="396526" y="5045202"/>
                </a:lnTo>
                <a:close/>
                <a:moveTo>
                  <a:pt x="407384" y="4807935"/>
                </a:moveTo>
                <a:cubicBezTo>
                  <a:pt x="404813" y="4806029"/>
                  <a:pt x="401860" y="4805172"/>
                  <a:pt x="398907" y="4805172"/>
                </a:cubicBezTo>
                <a:cubicBezTo>
                  <a:pt x="394526" y="4805172"/>
                  <a:pt x="390144" y="4807172"/>
                  <a:pt x="387287" y="4810982"/>
                </a:cubicBezTo>
                <a:cubicBezTo>
                  <a:pt x="382619" y="4817364"/>
                  <a:pt x="383953" y="4826318"/>
                  <a:pt x="390335" y="4830985"/>
                </a:cubicBezTo>
                <a:cubicBezTo>
                  <a:pt x="392144" y="4832319"/>
                  <a:pt x="394240" y="4833176"/>
                  <a:pt x="396431" y="4833462"/>
                </a:cubicBezTo>
                <a:lnTo>
                  <a:pt x="396431" y="4842701"/>
                </a:lnTo>
                <a:lnTo>
                  <a:pt x="401193" y="4842701"/>
                </a:lnTo>
                <a:lnTo>
                  <a:pt x="401193" y="4833462"/>
                </a:lnTo>
                <a:cubicBezTo>
                  <a:pt x="404908" y="4832795"/>
                  <a:pt x="408146" y="4830890"/>
                  <a:pt x="410337" y="4827842"/>
                </a:cubicBezTo>
                <a:cubicBezTo>
                  <a:pt x="415004" y="4821460"/>
                  <a:pt x="413671" y="4812506"/>
                  <a:pt x="407289" y="4807839"/>
                </a:cubicBezTo>
                <a:close/>
                <a:moveTo>
                  <a:pt x="400717" y="4831080"/>
                </a:moveTo>
                <a:cubicBezTo>
                  <a:pt x="400145" y="4831080"/>
                  <a:pt x="399479" y="4831176"/>
                  <a:pt x="398907" y="4831176"/>
                </a:cubicBezTo>
                <a:cubicBezTo>
                  <a:pt x="396431" y="4831176"/>
                  <a:pt x="394049" y="4830413"/>
                  <a:pt x="392049" y="4828889"/>
                </a:cubicBezTo>
                <a:cubicBezTo>
                  <a:pt x="386810" y="4825079"/>
                  <a:pt x="385763" y="4817745"/>
                  <a:pt x="389573" y="4812506"/>
                </a:cubicBezTo>
                <a:cubicBezTo>
                  <a:pt x="393383" y="4807363"/>
                  <a:pt x="400717" y="4806220"/>
                  <a:pt x="405956" y="4810030"/>
                </a:cubicBezTo>
                <a:cubicBezTo>
                  <a:pt x="408432" y="4811840"/>
                  <a:pt x="410147" y="4814602"/>
                  <a:pt x="410623" y="4817650"/>
                </a:cubicBezTo>
                <a:cubicBezTo>
                  <a:pt x="411099" y="4820698"/>
                  <a:pt x="410337" y="4823841"/>
                  <a:pt x="408527" y="4826318"/>
                </a:cubicBezTo>
                <a:cubicBezTo>
                  <a:pt x="406718" y="4828794"/>
                  <a:pt x="403955" y="4830509"/>
                  <a:pt x="400907" y="4830985"/>
                </a:cubicBezTo>
                <a:close/>
                <a:moveTo>
                  <a:pt x="1749743" y="90869"/>
                </a:moveTo>
                <a:lnTo>
                  <a:pt x="1749743" y="95"/>
                </a:lnTo>
                <a:cubicBezTo>
                  <a:pt x="1749743" y="95"/>
                  <a:pt x="1745075" y="95"/>
                  <a:pt x="1745075" y="95"/>
                </a:cubicBezTo>
                <a:lnTo>
                  <a:pt x="1745075" y="88964"/>
                </a:lnTo>
                <a:cubicBezTo>
                  <a:pt x="1745075" y="88964"/>
                  <a:pt x="1734026" y="100298"/>
                  <a:pt x="1734026" y="100298"/>
                </a:cubicBezTo>
                <a:lnTo>
                  <a:pt x="1734026" y="184499"/>
                </a:lnTo>
                <a:cubicBezTo>
                  <a:pt x="1727740" y="185642"/>
                  <a:pt x="1722977" y="191072"/>
                  <a:pt x="1722977" y="197739"/>
                </a:cubicBezTo>
                <a:cubicBezTo>
                  <a:pt x="1722977" y="205169"/>
                  <a:pt x="1728978" y="211169"/>
                  <a:pt x="1736407" y="211169"/>
                </a:cubicBezTo>
                <a:cubicBezTo>
                  <a:pt x="1743837" y="211169"/>
                  <a:pt x="1749838" y="205169"/>
                  <a:pt x="1749838" y="197739"/>
                </a:cubicBezTo>
                <a:cubicBezTo>
                  <a:pt x="1749838" y="191167"/>
                  <a:pt x="1745075" y="185642"/>
                  <a:pt x="1738789" y="184499"/>
                </a:cubicBezTo>
                <a:lnTo>
                  <a:pt x="1738789" y="102203"/>
                </a:lnTo>
                <a:lnTo>
                  <a:pt x="1749743" y="90869"/>
                </a:lnTo>
                <a:close/>
                <a:moveTo>
                  <a:pt x="1745075" y="197739"/>
                </a:moveTo>
                <a:cubicBezTo>
                  <a:pt x="1745075" y="202502"/>
                  <a:pt x="1741170" y="206407"/>
                  <a:pt x="1736407" y="206407"/>
                </a:cubicBezTo>
                <a:cubicBezTo>
                  <a:pt x="1731645" y="206407"/>
                  <a:pt x="1727740" y="202502"/>
                  <a:pt x="1727740" y="197739"/>
                </a:cubicBezTo>
                <a:cubicBezTo>
                  <a:pt x="1727740" y="192977"/>
                  <a:pt x="1731645" y="189071"/>
                  <a:pt x="1736407" y="189071"/>
                </a:cubicBezTo>
                <a:cubicBezTo>
                  <a:pt x="1741170" y="189071"/>
                  <a:pt x="1745075" y="192977"/>
                  <a:pt x="1745075" y="197739"/>
                </a:cubicBezTo>
                <a:close/>
                <a:moveTo>
                  <a:pt x="405956" y="4819460"/>
                </a:moveTo>
                <a:cubicBezTo>
                  <a:pt x="405956" y="4823365"/>
                  <a:pt x="402812" y="4826508"/>
                  <a:pt x="398907" y="4826508"/>
                </a:cubicBezTo>
                <a:cubicBezTo>
                  <a:pt x="395002" y="4826508"/>
                  <a:pt x="391859" y="4823365"/>
                  <a:pt x="391859" y="4819460"/>
                </a:cubicBezTo>
                <a:cubicBezTo>
                  <a:pt x="391859" y="4815554"/>
                  <a:pt x="395002" y="4812411"/>
                  <a:pt x="398907" y="4812411"/>
                </a:cubicBezTo>
                <a:cubicBezTo>
                  <a:pt x="402812" y="4812411"/>
                  <a:pt x="405956" y="4815554"/>
                  <a:pt x="405956" y="4819460"/>
                </a:cubicBezTo>
                <a:close/>
                <a:moveTo>
                  <a:pt x="401288" y="5100352"/>
                </a:moveTo>
                <a:lnTo>
                  <a:pt x="396526" y="5100352"/>
                </a:lnTo>
                <a:lnTo>
                  <a:pt x="396526" y="5081969"/>
                </a:lnTo>
                <a:cubicBezTo>
                  <a:pt x="396526" y="5081969"/>
                  <a:pt x="401288" y="5081969"/>
                  <a:pt x="401288" y="5081969"/>
                </a:cubicBezTo>
                <a:lnTo>
                  <a:pt x="401288" y="5100352"/>
                </a:lnTo>
                <a:close/>
                <a:moveTo>
                  <a:pt x="401288" y="4879563"/>
                </a:moveTo>
                <a:lnTo>
                  <a:pt x="396526" y="4879563"/>
                </a:lnTo>
                <a:lnTo>
                  <a:pt x="396526" y="4861179"/>
                </a:lnTo>
                <a:lnTo>
                  <a:pt x="401288" y="4861179"/>
                </a:lnTo>
                <a:lnTo>
                  <a:pt x="401288" y="4879563"/>
                </a:lnTo>
                <a:close/>
                <a:moveTo>
                  <a:pt x="467963" y="4809935"/>
                </a:moveTo>
                <a:cubicBezTo>
                  <a:pt x="467963" y="4813840"/>
                  <a:pt x="464820" y="4816983"/>
                  <a:pt x="460915" y="4816983"/>
                </a:cubicBezTo>
                <a:cubicBezTo>
                  <a:pt x="457010" y="4816983"/>
                  <a:pt x="453866" y="4813840"/>
                  <a:pt x="453866" y="4809935"/>
                </a:cubicBezTo>
                <a:cubicBezTo>
                  <a:pt x="453866" y="4806029"/>
                  <a:pt x="457010" y="4802886"/>
                  <a:pt x="460915" y="4802886"/>
                </a:cubicBezTo>
                <a:cubicBezTo>
                  <a:pt x="464820" y="4802886"/>
                  <a:pt x="467963" y="4806029"/>
                  <a:pt x="467963" y="4809935"/>
                </a:cubicBezTo>
                <a:close/>
                <a:moveTo>
                  <a:pt x="334518" y="4971955"/>
                </a:moveTo>
                <a:lnTo>
                  <a:pt x="339281" y="4971955"/>
                </a:lnTo>
                <a:lnTo>
                  <a:pt x="339281" y="4990433"/>
                </a:lnTo>
                <a:lnTo>
                  <a:pt x="334518" y="4990433"/>
                </a:lnTo>
                <a:lnTo>
                  <a:pt x="334518" y="4971955"/>
                </a:lnTo>
                <a:close/>
                <a:moveTo>
                  <a:pt x="201740" y="4841462"/>
                </a:moveTo>
                <a:cubicBezTo>
                  <a:pt x="201740" y="4841462"/>
                  <a:pt x="200692" y="4840796"/>
                  <a:pt x="200025" y="4840796"/>
                </a:cubicBezTo>
                <a:lnTo>
                  <a:pt x="123063" y="4840796"/>
                </a:lnTo>
                <a:cubicBezTo>
                  <a:pt x="122777" y="4839462"/>
                  <a:pt x="122301" y="4838129"/>
                  <a:pt x="121444" y="4836986"/>
                </a:cubicBezTo>
                <a:cubicBezTo>
                  <a:pt x="119539" y="4834319"/>
                  <a:pt x="116491" y="4832890"/>
                  <a:pt x="113443" y="4832890"/>
                </a:cubicBezTo>
                <a:cubicBezTo>
                  <a:pt x="111538" y="4832890"/>
                  <a:pt x="109633" y="4833462"/>
                  <a:pt x="107918" y="4834509"/>
                </a:cubicBezTo>
                <a:cubicBezTo>
                  <a:pt x="105728" y="4835938"/>
                  <a:pt x="104204" y="4838224"/>
                  <a:pt x="103823" y="4840796"/>
                </a:cubicBezTo>
                <a:cubicBezTo>
                  <a:pt x="103346" y="4843368"/>
                  <a:pt x="103918" y="4845939"/>
                  <a:pt x="105442" y="4848035"/>
                </a:cubicBezTo>
                <a:cubicBezTo>
                  <a:pt x="108490" y="4852321"/>
                  <a:pt x="114586" y="4853369"/>
                  <a:pt x="118967" y="4850416"/>
                </a:cubicBezTo>
                <a:cubicBezTo>
                  <a:pt x="120777" y="4849178"/>
                  <a:pt x="121920" y="4847368"/>
                  <a:pt x="122587" y="4845368"/>
                </a:cubicBezTo>
                <a:lnTo>
                  <a:pt x="197644" y="4845368"/>
                </a:lnTo>
                <a:cubicBezTo>
                  <a:pt x="197644" y="4845368"/>
                  <a:pt x="197549" y="4919758"/>
                  <a:pt x="197549" y="4919758"/>
                </a:cubicBezTo>
                <a:cubicBezTo>
                  <a:pt x="196406" y="4920044"/>
                  <a:pt x="195263" y="4920425"/>
                  <a:pt x="194215" y="4921092"/>
                </a:cubicBezTo>
                <a:cubicBezTo>
                  <a:pt x="192024" y="4922520"/>
                  <a:pt x="190500" y="4924807"/>
                  <a:pt x="190024" y="4927378"/>
                </a:cubicBezTo>
                <a:cubicBezTo>
                  <a:pt x="189548" y="4929950"/>
                  <a:pt x="190119" y="4932522"/>
                  <a:pt x="191643" y="4934617"/>
                </a:cubicBezTo>
                <a:cubicBezTo>
                  <a:pt x="194691" y="4938903"/>
                  <a:pt x="200787" y="4939951"/>
                  <a:pt x="205169" y="4936998"/>
                </a:cubicBezTo>
                <a:cubicBezTo>
                  <a:pt x="207359" y="4935474"/>
                  <a:pt x="208883" y="4933283"/>
                  <a:pt x="209264" y="4930712"/>
                </a:cubicBezTo>
                <a:cubicBezTo>
                  <a:pt x="209360" y="4930141"/>
                  <a:pt x="209264" y="4929569"/>
                  <a:pt x="209264" y="4928902"/>
                </a:cubicBezTo>
                <a:lnTo>
                  <a:pt x="243935" y="4897279"/>
                </a:lnTo>
                <a:lnTo>
                  <a:pt x="243935" y="4836033"/>
                </a:lnTo>
                <a:cubicBezTo>
                  <a:pt x="248507" y="4834890"/>
                  <a:pt x="251936" y="4830985"/>
                  <a:pt x="251936" y="4826127"/>
                </a:cubicBezTo>
                <a:cubicBezTo>
                  <a:pt x="251936" y="4820412"/>
                  <a:pt x="247269" y="4815745"/>
                  <a:pt x="241554" y="4815745"/>
                </a:cubicBezTo>
                <a:cubicBezTo>
                  <a:pt x="235839" y="4815745"/>
                  <a:pt x="231172" y="4820412"/>
                  <a:pt x="231172" y="4826127"/>
                </a:cubicBezTo>
                <a:cubicBezTo>
                  <a:pt x="231172" y="4830985"/>
                  <a:pt x="234601" y="4834986"/>
                  <a:pt x="239173" y="4836033"/>
                </a:cubicBezTo>
                <a:lnTo>
                  <a:pt x="239173" y="4895183"/>
                </a:lnTo>
                <a:lnTo>
                  <a:pt x="207740" y="4923854"/>
                </a:lnTo>
                <a:cubicBezTo>
                  <a:pt x="207740" y="4923854"/>
                  <a:pt x="207740" y="4923568"/>
                  <a:pt x="207550" y="4923473"/>
                </a:cubicBezTo>
                <a:cubicBezTo>
                  <a:pt x="206216" y="4921663"/>
                  <a:pt x="204216" y="4920616"/>
                  <a:pt x="202120" y="4920044"/>
                </a:cubicBezTo>
                <a:lnTo>
                  <a:pt x="202120" y="4842891"/>
                </a:lnTo>
                <a:cubicBezTo>
                  <a:pt x="202216" y="4842224"/>
                  <a:pt x="202025" y="4841653"/>
                  <a:pt x="201549" y="4841177"/>
                </a:cubicBezTo>
                <a:close/>
                <a:moveTo>
                  <a:pt x="236030" y="4826413"/>
                </a:moveTo>
                <a:cubicBezTo>
                  <a:pt x="236030" y="4823270"/>
                  <a:pt x="238601" y="4820793"/>
                  <a:pt x="241649" y="4820793"/>
                </a:cubicBezTo>
                <a:cubicBezTo>
                  <a:pt x="244697" y="4820793"/>
                  <a:pt x="247269" y="4823365"/>
                  <a:pt x="247269" y="4826413"/>
                </a:cubicBezTo>
                <a:cubicBezTo>
                  <a:pt x="247269" y="4829461"/>
                  <a:pt x="244697" y="4832033"/>
                  <a:pt x="241649" y="4832033"/>
                </a:cubicBezTo>
                <a:cubicBezTo>
                  <a:pt x="238601" y="4832033"/>
                  <a:pt x="236030" y="4829461"/>
                  <a:pt x="236030" y="4826413"/>
                </a:cubicBezTo>
                <a:close/>
                <a:moveTo>
                  <a:pt x="396526" y="4897946"/>
                </a:moveTo>
                <a:lnTo>
                  <a:pt x="401288" y="4897946"/>
                </a:lnTo>
                <a:lnTo>
                  <a:pt x="401288" y="4916329"/>
                </a:lnTo>
                <a:cubicBezTo>
                  <a:pt x="401288" y="4916329"/>
                  <a:pt x="396526" y="4916329"/>
                  <a:pt x="396526" y="4916329"/>
                </a:cubicBezTo>
                <a:lnTo>
                  <a:pt x="396526" y="4897946"/>
                </a:lnTo>
                <a:close/>
                <a:moveTo>
                  <a:pt x="396526" y="5118735"/>
                </a:moveTo>
                <a:lnTo>
                  <a:pt x="401288" y="5118735"/>
                </a:lnTo>
                <a:lnTo>
                  <a:pt x="401288" y="5137119"/>
                </a:lnTo>
                <a:lnTo>
                  <a:pt x="396526" y="5137119"/>
                </a:lnTo>
                <a:lnTo>
                  <a:pt x="396526" y="5118735"/>
                </a:lnTo>
                <a:close/>
                <a:moveTo>
                  <a:pt x="469392" y="4798410"/>
                </a:moveTo>
                <a:cubicBezTo>
                  <a:pt x="466820" y="4796504"/>
                  <a:pt x="463868" y="4795647"/>
                  <a:pt x="460915" y="4795647"/>
                </a:cubicBezTo>
                <a:cubicBezTo>
                  <a:pt x="456533" y="4795647"/>
                  <a:pt x="452152" y="4797647"/>
                  <a:pt x="449389" y="4801457"/>
                </a:cubicBezTo>
                <a:cubicBezTo>
                  <a:pt x="444722" y="4807839"/>
                  <a:pt x="446056" y="4816793"/>
                  <a:pt x="452438" y="4821460"/>
                </a:cubicBezTo>
                <a:cubicBezTo>
                  <a:pt x="454247" y="4822794"/>
                  <a:pt x="456343" y="4823651"/>
                  <a:pt x="458534" y="4823937"/>
                </a:cubicBezTo>
                <a:lnTo>
                  <a:pt x="458534" y="4833176"/>
                </a:lnTo>
                <a:lnTo>
                  <a:pt x="463296" y="4833176"/>
                </a:lnTo>
                <a:lnTo>
                  <a:pt x="463296" y="4823937"/>
                </a:lnTo>
                <a:cubicBezTo>
                  <a:pt x="467011" y="4823270"/>
                  <a:pt x="470249" y="4821365"/>
                  <a:pt x="472440" y="4818317"/>
                </a:cubicBezTo>
                <a:cubicBezTo>
                  <a:pt x="477107" y="4811935"/>
                  <a:pt x="475774" y="4802981"/>
                  <a:pt x="469392" y="4798314"/>
                </a:cubicBezTo>
                <a:close/>
                <a:moveTo>
                  <a:pt x="462725" y="4821555"/>
                </a:moveTo>
                <a:cubicBezTo>
                  <a:pt x="462153" y="4821555"/>
                  <a:pt x="461486" y="4821651"/>
                  <a:pt x="460915" y="4821651"/>
                </a:cubicBezTo>
                <a:cubicBezTo>
                  <a:pt x="458438" y="4821651"/>
                  <a:pt x="456057" y="4820888"/>
                  <a:pt x="454057" y="4819364"/>
                </a:cubicBezTo>
                <a:cubicBezTo>
                  <a:pt x="448818" y="4815554"/>
                  <a:pt x="447770" y="4808220"/>
                  <a:pt x="451580" y="4802981"/>
                </a:cubicBezTo>
                <a:cubicBezTo>
                  <a:pt x="455390" y="4797838"/>
                  <a:pt x="462725" y="4796695"/>
                  <a:pt x="467963" y="4800505"/>
                </a:cubicBezTo>
                <a:cubicBezTo>
                  <a:pt x="470440" y="4802315"/>
                  <a:pt x="472154" y="4805077"/>
                  <a:pt x="472631" y="4808125"/>
                </a:cubicBezTo>
                <a:cubicBezTo>
                  <a:pt x="473107" y="4811173"/>
                  <a:pt x="472345" y="4814316"/>
                  <a:pt x="470535" y="4816793"/>
                </a:cubicBezTo>
                <a:cubicBezTo>
                  <a:pt x="468725" y="4819269"/>
                  <a:pt x="465963" y="4820984"/>
                  <a:pt x="462915" y="4821460"/>
                </a:cubicBezTo>
                <a:close/>
                <a:moveTo>
                  <a:pt x="345377" y="4807935"/>
                </a:moveTo>
                <a:cubicBezTo>
                  <a:pt x="342805" y="4806029"/>
                  <a:pt x="339852" y="4805172"/>
                  <a:pt x="336899" y="4805172"/>
                </a:cubicBezTo>
                <a:cubicBezTo>
                  <a:pt x="332518" y="4805172"/>
                  <a:pt x="328136" y="4807172"/>
                  <a:pt x="325279" y="4810982"/>
                </a:cubicBezTo>
                <a:cubicBezTo>
                  <a:pt x="320612" y="4817364"/>
                  <a:pt x="321945" y="4826318"/>
                  <a:pt x="328327" y="4830985"/>
                </a:cubicBezTo>
                <a:cubicBezTo>
                  <a:pt x="330137" y="4832319"/>
                  <a:pt x="332232" y="4833176"/>
                  <a:pt x="334423" y="4833462"/>
                </a:cubicBezTo>
                <a:lnTo>
                  <a:pt x="334423" y="4842701"/>
                </a:lnTo>
                <a:lnTo>
                  <a:pt x="339185" y="4842701"/>
                </a:lnTo>
                <a:lnTo>
                  <a:pt x="339185" y="4833462"/>
                </a:lnTo>
                <a:cubicBezTo>
                  <a:pt x="342900" y="4832795"/>
                  <a:pt x="346139" y="4830890"/>
                  <a:pt x="348329" y="4827842"/>
                </a:cubicBezTo>
                <a:cubicBezTo>
                  <a:pt x="352997" y="4821460"/>
                  <a:pt x="351663" y="4812506"/>
                  <a:pt x="345281" y="4807839"/>
                </a:cubicBezTo>
                <a:close/>
                <a:moveTo>
                  <a:pt x="338614" y="4830985"/>
                </a:moveTo>
                <a:cubicBezTo>
                  <a:pt x="338042" y="4830985"/>
                  <a:pt x="337376" y="4831080"/>
                  <a:pt x="336804" y="4831080"/>
                </a:cubicBezTo>
                <a:cubicBezTo>
                  <a:pt x="334328" y="4831080"/>
                  <a:pt x="331946" y="4830318"/>
                  <a:pt x="329946" y="4828794"/>
                </a:cubicBezTo>
                <a:cubicBezTo>
                  <a:pt x="324707" y="4824984"/>
                  <a:pt x="323660" y="4817650"/>
                  <a:pt x="327470" y="4812411"/>
                </a:cubicBezTo>
                <a:cubicBezTo>
                  <a:pt x="331280" y="4807268"/>
                  <a:pt x="338614" y="4806125"/>
                  <a:pt x="343853" y="4809935"/>
                </a:cubicBezTo>
                <a:cubicBezTo>
                  <a:pt x="346329" y="4811745"/>
                  <a:pt x="348044" y="4814507"/>
                  <a:pt x="348520" y="4817555"/>
                </a:cubicBezTo>
                <a:cubicBezTo>
                  <a:pt x="348996" y="4820603"/>
                  <a:pt x="348234" y="4823746"/>
                  <a:pt x="346424" y="4826222"/>
                </a:cubicBezTo>
                <a:cubicBezTo>
                  <a:pt x="344614" y="4828699"/>
                  <a:pt x="341852" y="4830413"/>
                  <a:pt x="338804" y="4830890"/>
                </a:cubicBezTo>
                <a:close/>
                <a:moveTo>
                  <a:pt x="1113187" y="2607278"/>
                </a:moveTo>
                <a:cubicBezTo>
                  <a:pt x="1113187" y="2610326"/>
                  <a:pt x="1110710" y="2612803"/>
                  <a:pt x="1107662" y="2612803"/>
                </a:cubicBezTo>
                <a:cubicBezTo>
                  <a:pt x="1104614" y="2612803"/>
                  <a:pt x="1102138" y="2610326"/>
                  <a:pt x="1102138" y="2607278"/>
                </a:cubicBezTo>
                <a:cubicBezTo>
                  <a:pt x="1102138" y="2604230"/>
                  <a:pt x="1104614" y="2601754"/>
                  <a:pt x="1107662" y="2601754"/>
                </a:cubicBezTo>
                <a:cubicBezTo>
                  <a:pt x="1110710" y="2601754"/>
                  <a:pt x="1113187" y="2604230"/>
                  <a:pt x="1113187" y="2607278"/>
                </a:cubicBezTo>
                <a:close/>
                <a:moveTo>
                  <a:pt x="1771555" y="206693"/>
                </a:moveTo>
                <a:lnTo>
                  <a:pt x="1771555" y="95"/>
                </a:lnTo>
                <a:lnTo>
                  <a:pt x="1776317" y="95"/>
                </a:lnTo>
                <a:lnTo>
                  <a:pt x="1776317" y="208598"/>
                </a:lnTo>
                <a:lnTo>
                  <a:pt x="1765364" y="219932"/>
                </a:lnTo>
                <a:lnTo>
                  <a:pt x="1765364" y="297085"/>
                </a:lnTo>
                <a:cubicBezTo>
                  <a:pt x="1770317" y="298228"/>
                  <a:pt x="1774031" y="302419"/>
                  <a:pt x="1774031" y="307658"/>
                </a:cubicBezTo>
                <a:cubicBezTo>
                  <a:pt x="1774031" y="313754"/>
                  <a:pt x="1769078" y="318707"/>
                  <a:pt x="1762982" y="318707"/>
                </a:cubicBezTo>
                <a:cubicBezTo>
                  <a:pt x="1756886" y="318707"/>
                  <a:pt x="1751933" y="313754"/>
                  <a:pt x="1751933" y="307658"/>
                </a:cubicBezTo>
                <a:cubicBezTo>
                  <a:pt x="1751933" y="302419"/>
                  <a:pt x="1755648" y="298133"/>
                  <a:pt x="1760601" y="297085"/>
                </a:cubicBezTo>
                <a:lnTo>
                  <a:pt x="1760601" y="218027"/>
                </a:lnTo>
                <a:lnTo>
                  <a:pt x="1771555" y="206693"/>
                </a:lnTo>
                <a:close/>
                <a:moveTo>
                  <a:pt x="334518" y="5045774"/>
                </a:moveTo>
                <a:lnTo>
                  <a:pt x="339281" y="5045774"/>
                </a:lnTo>
                <a:lnTo>
                  <a:pt x="339281" y="5064252"/>
                </a:lnTo>
                <a:lnTo>
                  <a:pt x="334518" y="5064252"/>
                </a:lnTo>
                <a:lnTo>
                  <a:pt x="334518" y="5045774"/>
                </a:lnTo>
                <a:close/>
                <a:moveTo>
                  <a:pt x="1802225" y="215360"/>
                </a:moveTo>
                <a:lnTo>
                  <a:pt x="1802225" y="299276"/>
                </a:lnTo>
                <a:lnTo>
                  <a:pt x="1800892" y="299276"/>
                </a:lnTo>
                <a:cubicBezTo>
                  <a:pt x="1798034" y="299276"/>
                  <a:pt x="1795748" y="301562"/>
                  <a:pt x="1795748" y="304419"/>
                </a:cubicBezTo>
                <a:lnTo>
                  <a:pt x="1795748" y="324803"/>
                </a:lnTo>
                <a:cubicBezTo>
                  <a:pt x="1795748" y="327660"/>
                  <a:pt x="1798034" y="329946"/>
                  <a:pt x="1800892" y="329946"/>
                </a:cubicBezTo>
                <a:lnTo>
                  <a:pt x="1807369" y="329946"/>
                </a:lnTo>
                <a:cubicBezTo>
                  <a:pt x="1810226" y="329946"/>
                  <a:pt x="1812512" y="327660"/>
                  <a:pt x="1812512" y="324803"/>
                </a:cubicBezTo>
                <a:lnTo>
                  <a:pt x="1812512" y="304419"/>
                </a:lnTo>
                <a:cubicBezTo>
                  <a:pt x="1812512" y="301562"/>
                  <a:pt x="1810226" y="299276"/>
                  <a:pt x="1807369" y="299276"/>
                </a:cubicBezTo>
                <a:lnTo>
                  <a:pt x="1806893" y="299276"/>
                </a:lnTo>
                <a:lnTo>
                  <a:pt x="1806893" y="217265"/>
                </a:lnTo>
                <a:lnTo>
                  <a:pt x="1817846" y="205931"/>
                </a:lnTo>
                <a:lnTo>
                  <a:pt x="1817846" y="95"/>
                </a:lnTo>
                <a:lnTo>
                  <a:pt x="1813084" y="95"/>
                </a:lnTo>
                <a:lnTo>
                  <a:pt x="1813084" y="204026"/>
                </a:lnTo>
                <a:lnTo>
                  <a:pt x="1802130" y="215360"/>
                </a:lnTo>
                <a:close/>
                <a:moveTo>
                  <a:pt x="1810131" y="324803"/>
                </a:moveTo>
                <a:cubicBezTo>
                  <a:pt x="1810131" y="326231"/>
                  <a:pt x="1808893" y="327470"/>
                  <a:pt x="1807464" y="327470"/>
                </a:cubicBezTo>
                <a:lnTo>
                  <a:pt x="1800987" y="327470"/>
                </a:lnTo>
                <a:cubicBezTo>
                  <a:pt x="1799558" y="327470"/>
                  <a:pt x="1798320" y="326231"/>
                  <a:pt x="1798320" y="324803"/>
                </a:cubicBezTo>
                <a:lnTo>
                  <a:pt x="1798320" y="324803"/>
                </a:lnTo>
                <a:cubicBezTo>
                  <a:pt x="1798320" y="324803"/>
                  <a:pt x="1810131" y="324707"/>
                  <a:pt x="1810131" y="324707"/>
                </a:cubicBezTo>
                <a:lnTo>
                  <a:pt x="1810131" y="324707"/>
                </a:lnTo>
                <a:close/>
                <a:moveTo>
                  <a:pt x="1810131" y="322231"/>
                </a:moveTo>
                <a:lnTo>
                  <a:pt x="1798320" y="322231"/>
                </a:lnTo>
                <a:lnTo>
                  <a:pt x="1798320" y="319469"/>
                </a:lnTo>
                <a:lnTo>
                  <a:pt x="1810131" y="319469"/>
                </a:lnTo>
                <a:lnTo>
                  <a:pt x="1810131" y="322231"/>
                </a:lnTo>
                <a:close/>
                <a:moveTo>
                  <a:pt x="1810131" y="317945"/>
                </a:moveTo>
                <a:lnTo>
                  <a:pt x="1798320" y="317945"/>
                </a:lnTo>
                <a:lnTo>
                  <a:pt x="1798320" y="308229"/>
                </a:lnTo>
                <a:lnTo>
                  <a:pt x="1810131" y="308229"/>
                </a:lnTo>
                <a:lnTo>
                  <a:pt x="1810131" y="317945"/>
                </a:lnTo>
                <a:close/>
                <a:moveTo>
                  <a:pt x="1807464" y="301752"/>
                </a:moveTo>
                <a:cubicBezTo>
                  <a:pt x="1808893" y="301752"/>
                  <a:pt x="1810131" y="302990"/>
                  <a:pt x="1810131" y="304419"/>
                </a:cubicBezTo>
                <a:lnTo>
                  <a:pt x="1810131" y="305086"/>
                </a:lnTo>
                <a:lnTo>
                  <a:pt x="1798320" y="305086"/>
                </a:lnTo>
                <a:lnTo>
                  <a:pt x="1798320" y="304419"/>
                </a:lnTo>
                <a:cubicBezTo>
                  <a:pt x="1798320" y="302990"/>
                  <a:pt x="1799463" y="301752"/>
                  <a:pt x="1800987" y="301752"/>
                </a:cubicBezTo>
                <a:lnTo>
                  <a:pt x="1807464" y="301752"/>
                </a:lnTo>
                <a:close/>
                <a:moveTo>
                  <a:pt x="101251" y="4950524"/>
                </a:moveTo>
                <a:lnTo>
                  <a:pt x="166592" y="4950524"/>
                </a:lnTo>
                <a:cubicBezTo>
                  <a:pt x="166878" y="4951286"/>
                  <a:pt x="167164" y="4952048"/>
                  <a:pt x="167640" y="4952715"/>
                </a:cubicBezTo>
                <a:cubicBezTo>
                  <a:pt x="170688" y="4957000"/>
                  <a:pt x="176784" y="4958049"/>
                  <a:pt x="181166" y="4955096"/>
                </a:cubicBezTo>
                <a:cubicBezTo>
                  <a:pt x="182975" y="4953858"/>
                  <a:pt x="184214" y="4951953"/>
                  <a:pt x="184880" y="4949952"/>
                </a:cubicBezTo>
                <a:lnTo>
                  <a:pt x="255365" y="4949952"/>
                </a:lnTo>
                <a:lnTo>
                  <a:pt x="275939" y="4932712"/>
                </a:lnTo>
                <a:lnTo>
                  <a:pt x="275939" y="4836319"/>
                </a:lnTo>
                <a:cubicBezTo>
                  <a:pt x="280511" y="4835176"/>
                  <a:pt x="283940" y="4831271"/>
                  <a:pt x="283940" y="4826413"/>
                </a:cubicBezTo>
                <a:cubicBezTo>
                  <a:pt x="283940" y="4820698"/>
                  <a:pt x="279273" y="4816031"/>
                  <a:pt x="273558" y="4816031"/>
                </a:cubicBezTo>
                <a:cubicBezTo>
                  <a:pt x="267843" y="4816031"/>
                  <a:pt x="263176" y="4820698"/>
                  <a:pt x="263176" y="4826413"/>
                </a:cubicBezTo>
                <a:cubicBezTo>
                  <a:pt x="263176" y="4831271"/>
                  <a:pt x="266605" y="4835271"/>
                  <a:pt x="271177" y="4836319"/>
                </a:cubicBezTo>
                <a:lnTo>
                  <a:pt x="271177" y="4930521"/>
                </a:lnTo>
                <a:lnTo>
                  <a:pt x="253651" y="4945285"/>
                </a:lnTo>
                <a:lnTo>
                  <a:pt x="185261" y="4945285"/>
                </a:lnTo>
                <a:cubicBezTo>
                  <a:pt x="184976" y="4943951"/>
                  <a:pt x="184499" y="4942713"/>
                  <a:pt x="183642" y="4941665"/>
                </a:cubicBezTo>
                <a:cubicBezTo>
                  <a:pt x="181737" y="4938999"/>
                  <a:pt x="178689" y="4937570"/>
                  <a:pt x="175641" y="4937570"/>
                </a:cubicBezTo>
                <a:cubicBezTo>
                  <a:pt x="173736" y="4937570"/>
                  <a:pt x="171831" y="4938141"/>
                  <a:pt x="170117" y="4939189"/>
                </a:cubicBezTo>
                <a:cubicBezTo>
                  <a:pt x="167926" y="4940618"/>
                  <a:pt x="166402" y="4942904"/>
                  <a:pt x="166021" y="4945476"/>
                </a:cubicBezTo>
                <a:cubicBezTo>
                  <a:pt x="166021" y="4945476"/>
                  <a:pt x="166021" y="4945666"/>
                  <a:pt x="166021" y="4945761"/>
                </a:cubicBezTo>
                <a:lnTo>
                  <a:pt x="103537" y="4945761"/>
                </a:lnTo>
                <a:cubicBezTo>
                  <a:pt x="103537" y="4945761"/>
                  <a:pt x="86773" y="4925663"/>
                  <a:pt x="86773" y="4925663"/>
                </a:cubicBezTo>
                <a:lnTo>
                  <a:pt x="86773" y="4873943"/>
                </a:lnTo>
                <a:cubicBezTo>
                  <a:pt x="87916" y="4873657"/>
                  <a:pt x="88964" y="4873276"/>
                  <a:pt x="90011" y="4872609"/>
                </a:cubicBezTo>
                <a:cubicBezTo>
                  <a:pt x="92202" y="4871085"/>
                  <a:pt x="93726" y="4868895"/>
                  <a:pt x="94107" y="4866323"/>
                </a:cubicBezTo>
                <a:cubicBezTo>
                  <a:pt x="94583" y="4863751"/>
                  <a:pt x="94012" y="4861179"/>
                  <a:pt x="92488" y="4859084"/>
                </a:cubicBezTo>
                <a:cubicBezTo>
                  <a:pt x="90583" y="4856417"/>
                  <a:pt x="87535" y="4854988"/>
                  <a:pt x="84487" y="4854988"/>
                </a:cubicBezTo>
                <a:cubicBezTo>
                  <a:pt x="82582" y="4854988"/>
                  <a:pt x="80677" y="4855560"/>
                  <a:pt x="78962" y="4856607"/>
                </a:cubicBezTo>
                <a:cubicBezTo>
                  <a:pt x="76772" y="4858036"/>
                  <a:pt x="75248" y="4860322"/>
                  <a:pt x="74867" y="4862894"/>
                </a:cubicBezTo>
                <a:cubicBezTo>
                  <a:pt x="74390" y="4865465"/>
                  <a:pt x="74962" y="4868037"/>
                  <a:pt x="76486" y="4870133"/>
                </a:cubicBezTo>
                <a:cubicBezTo>
                  <a:pt x="77915" y="4872038"/>
                  <a:pt x="79915" y="4873276"/>
                  <a:pt x="82106" y="4873847"/>
                </a:cubicBezTo>
                <a:lnTo>
                  <a:pt x="82106" y="4927283"/>
                </a:lnTo>
                <a:cubicBezTo>
                  <a:pt x="82106" y="4927283"/>
                  <a:pt x="101346" y="4950428"/>
                  <a:pt x="101346" y="4950428"/>
                </a:cubicBezTo>
                <a:close/>
                <a:moveTo>
                  <a:pt x="267843" y="4826413"/>
                </a:moveTo>
                <a:cubicBezTo>
                  <a:pt x="267843" y="4823270"/>
                  <a:pt x="270415" y="4820793"/>
                  <a:pt x="273463" y="4820793"/>
                </a:cubicBezTo>
                <a:cubicBezTo>
                  <a:pt x="276511" y="4820793"/>
                  <a:pt x="279083" y="4823365"/>
                  <a:pt x="279083" y="4826413"/>
                </a:cubicBezTo>
                <a:cubicBezTo>
                  <a:pt x="279083" y="4829461"/>
                  <a:pt x="276511" y="4832033"/>
                  <a:pt x="273463" y="4832033"/>
                </a:cubicBezTo>
                <a:cubicBezTo>
                  <a:pt x="270415" y="4832033"/>
                  <a:pt x="267843" y="4829461"/>
                  <a:pt x="267843" y="4826413"/>
                </a:cubicBezTo>
                <a:close/>
                <a:moveTo>
                  <a:pt x="343853" y="4819460"/>
                </a:moveTo>
                <a:cubicBezTo>
                  <a:pt x="343853" y="4823365"/>
                  <a:pt x="340709" y="4826508"/>
                  <a:pt x="336804" y="4826508"/>
                </a:cubicBezTo>
                <a:cubicBezTo>
                  <a:pt x="332899" y="4826508"/>
                  <a:pt x="329756" y="4823365"/>
                  <a:pt x="329756" y="4819460"/>
                </a:cubicBezTo>
                <a:cubicBezTo>
                  <a:pt x="329756" y="4815554"/>
                  <a:pt x="332899" y="4812411"/>
                  <a:pt x="336804" y="4812411"/>
                </a:cubicBezTo>
                <a:cubicBezTo>
                  <a:pt x="340709" y="4812411"/>
                  <a:pt x="343853" y="4815554"/>
                  <a:pt x="343853" y="4819460"/>
                </a:cubicBezTo>
                <a:close/>
                <a:moveTo>
                  <a:pt x="334518" y="4861274"/>
                </a:moveTo>
                <a:lnTo>
                  <a:pt x="339281" y="4861274"/>
                </a:lnTo>
                <a:lnTo>
                  <a:pt x="339281" y="4879753"/>
                </a:lnTo>
                <a:lnTo>
                  <a:pt x="334518" y="4879753"/>
                </a:lnTo>
                <a:lnTo>
                  <a:pt x="334518" y="4861274"/>
                </a:lnTo>
                <a:close/>
                <a:moveTo>
                  <a:pt x="339281" y="5138071"/>
                </a:moveTo>
                <a:lnTo>
                  <a:pt x="334518" y="5138071"/>
                </a:lnTo>
                <a:lnTo>
                  <a:pt x="334518" y="5119592"/>
                </a:lnTo>
                <a:lnTo>
                  <a:pt x="339281" y="5119592"/>
                </a:lnTo>
                <a:lnTo>
                  <a:pt x="339281" y="5138071"/>
                </a:lnTo>
                <a:close/>
                <a:moveTo>
                  <a:pt x="339281" y="4953476"/>
                </a:moveTo>
                <a:lnTo>
                  <a:pt x="334518" y="4953476"/>
                </a:lnTo>
                <a:lnTo>
                  <a:pt x="334518" y="4934998"/>
                </a:lnTo>
                <a:lnTo>
                  <a:pt x="339281" y="4934998"/>
                </a:lnTo>
                <a:lnTo>
                  <a:pt x="339281" y="4953476"/>
                </a:lnTo>
                <a:close/>
                <a:moveTo>
                  <a:pt x="334518" y="4898136"/>
                </a:moveTo>
                <a:lnTo>
                  <a:pt x="339281" y="4898136"/>
                </a:lnTo>
                <a:lnTo>
                  <a:pt x="339281" y="4916615"/>
                </a:lnTo>
                <a:lnTo>
                  <a:pt x="334518" y="4916615"/>
                </a:lnTo>
                <a:lnTo>
                  <a:pt x="334518" y="4898136"/>
                </a:lnTo>
                <a:close/>
                <a:moveTo>
                  <a:pt x="339281" y="5027295"/>
                </a:moveTo>
                <a:lnTo>
                  <a:pt x="334518" y="5027295"/>
                </a:lnTo>
                <a:lnTo>
                  <a:pt x="334518" y="5008817"/>
                </a:lnTo>
                <a:lnTo>
                  <a:pt x="339281" y="5008817"/>
                </a:lnTo>
                <a:lnTo>
                  <a:pt x="339281" y="5027295"/>
                </a:lnTo>
                <a:close/>
                <a:moveTo>
                  <a:pt x="339281" y="5101114"/>
                </a:moveTo>
                <a:lnTo>
                  <a:pt x="334518" y="5101114"/>
                </a:lnTo>
                <a:lnTo>
                  <a:pt x="334518" y="5082635"/>
                </a:lnTo>
                <a:lnTo>
                  <a:pt x="339281" y="5082635"/>
                </a:lnTo>
                <a:lnTo>
                  <a:pt x="339281" y="5101114"/>
                </a:lnTo>
                <a:close/>
                <a:moveTo>
                  <a:pt x="383286" y="3230594"/>
                </a:moveTo>
                <a:cubicBezTo>
                  <a:pt x="383286" y="3234119"/>
                  <a:pt x="386144" y="3236976"/>
                  <a:pt x="389668" y="3236976"/>
                </a:cubicBezTo>
                <a:lnTo>
                  <a:pt x="390239" y="3236976"/>
                </a:lnTo>
                <a:lnTo>
                  <a:pt x="390239" y="3261836"/>
                </a:lnTo>
                <a:cubicBezTo>
                  <a:pt x="390239" y="3261836"/>
                  <a:pt x="409670" y="3281553"/>
                  <a:pt x="409670" y="3281553"/>
                </a:cubicBezTo>
                <a:lnTo>
                  <a:pt x="567309" y="3281744"/>
                </a:lnTo>
                <a:lnTo>
                  <a:pt x="594360" y="3260503"/>
                </a:lnTo>
                <a:lnTo>
                  <a:pt x="684562" y="3260503"/>
                </a:lnTo>
                <a:cubicBezTo>
                  <a:pt x="685705" y="3264599"/>
                  <a:pt x="689324" y="3267647"/>
                  <a:pt x="693801" y="3267647"/>
                </a:cubicBezTo>
                <a:lnTo>
                  <a:pt x="693801" y="3267647"/>
                </a:lnTo>
                <a:cubicBezTo>
                  <a:pt x="699135" y="3267647"/>
                  <a:pt x="703517" y="3263265"/>
                  <a:pt x="703612" y="3257931"/>
                </a:cubicBezTo>
                <a:cubicBezTo>
                  <a:pt x="703612" y="3252502"/>
                  <a:pt x="699230" y="3248120"/>
                  <a:pt x="693896" y="3248120"/>
                </a:cubicBezTo>
                <a:lnTo>
                  <a:pt x="693896" y="3248120"/>
                </a:lnTo>
                <a:cubicBezTo>
                  <a:pt x="689324" y="3248120"/>
                  <a:pt x="685610" y="3251359"/>
                  <a:pt x="684562" y="3255740"/>
                </a:cubicBezTo>
                <a:lnTo>
                  <a:pt x="592836" y="3255740"/>
                </a:lnTo>
                <a:cubicBezTo>
                  <a:pt x="592836" y="3255740"/>
                  <a:pt x="565785" y="3276981"/>
                  <a:pt x="565785" y="3276981"/>
                </a:cubicBezTo>
                <a:lnTo>
                  <a:pt x="411766" y="3276791"/>
                </a:lnTo>
                <a:lnTo>
                  <a:pt x="395192" y="3259931"/>
                </a:lnTo>
                <a:lnTo>
                  <a:pt x="395192" y="3237071"/>
                </a:lnTo>
                <a:cubicBezTo>
                  <a:pt x="395192" y="3237071"/>
                  <a:pt x="397574" y="3237071"/>
                  <a:pt x="397574" y="3237071"/>
                </a:cubicBezTo>
                <a:cubicBezTo>
                  <a:pt x="401098" y="3237071"/>
                  <a:pt x="403955" y="3234214"/>
                  <a:pt x="403955" y="3230690"/>
                </a:cubicBezTo>
                <a:lnTo>
                  <a:pt x="403955" y="3203734"/>
                </a:lnTo>
                <a:cubicBezTo>
                  <a:pt x="403955" y="3200210"/>
                  <a:pt x="401098" y="3197352"/>
                  <a:pt x="397574" y="3197352"/>
                </a:cubicBezTo>
                <a:lnTo>
                  <a:pt x="389763" y="3197352"/>
                </a:lnTo>
                <a:cubicBezTo>
                  <a:pt x="389001" y="3197352"/>
                  <a:pt x="388334" y="3197543"/>
                  <a:pt x="387668" y="3197733"/>
                </a:cubicBezTo>
                <a:lnTo>
                  <a:pt x="388525" y="3197257"/>
                </a:lnTo>
                <a:lnTo>
                  <a:pt x="375095" y="3175826"/>
                </a:lnTo>
                <a:lnTo>
                  <a:pt x="375095" y="3030474"/>
                </a:lnTo>
                <a:lnTo>
                  <a:pt x="380810" y="3030474"/>
                </a:lnTo>
                <a:cubicBezTo>
                  <a:pt x="384524" y="3030474"/>
                  <a:pt x="387668" y="3027426"/>
                  <a:pt x="387668" y="3023616"/>
                </a:cubicBezTo>
                <a:lnTo>
                  <a:pt x="387668" y="3009234"/>
                </a:lnTo>
                <a:cubicBezTo>
                  <a:pt x="387668" y="3005519"/>
                  <a:pt x="384620" y="3002375"/>
                  <a:pt x="380810" y="3002375"/>
                </a:cubicBezTo>
                <a:lnTo>
                  <a:pt x="375952" y="3002375"/>
                </a:lnTo>
                <a:lnTo>
                  <a:pt x="375952" y="2976467"/>
                </a:lnTo>
                <a:lnTo>
                  <a:pt x="308324" y="2910364"/>
                </a:lnTo>
                <a:lnTo>
                  <a:pt x="308324" y="2895695"/>
                </a:lnTo>
                <a:cubicBezTo>
                  <a:pt x="308324" y="2893695"/>
                  <a:pt x="306705" y="2892171"/>
                  <a:pt x="304800" y="2892171"/>
                </a:cubicBezTo>
                <a:lnTo>
                  <a:pt x="299180" y="2892171"/>
                </a:lnTo>
                <a:lnTo>
                  <a:pt x="299466" y="2776919"/>
                </a:lnTo>
                <a:lnTo>
                  <a:pt x="299466" y="2775966"/>
                </a:lnTo>
                <a:lnTo>
                  <a:pt x="269272" y="2742914"/>
                </a:lnTo>
                <a:lnTo>
                  <a:pt x="269462" y="2635758"/>
                </a:lnTo>
                <a:lnTo>
                  <a:pt x="280511" y="2635758"/>
                </a:lnTo>
                <a:cubicBezTo>
                  <a:pt x="284131" y="2635758"/>
                  <a:pt x="287084" y="2632805"/>
                  <a:pt x="287084" y="2629186"/>
                </a:cubicBezTo>
                <a:lnTo>
                  <a:pt x="287084" y="2624709"/>
                </a:lnTo>
                <a:cubicBezTo>
                  <a:pt x="287084" y="2621090"/>
                  <a:pt x="284131" y="2618137"/>
                  <a:pt x="280511" y="2618137"/>
                </a:cubicBezTo>
                <a:lnTo>
                  <a:pt x="270701" y="2618137"/>
                </a:lnTo>
                <a:lnTo>
                  <a:pt x="270510" y="2587371"/>
                </a:lnTo>
                <a:lnTo>
                  <a:pt x="257080" y="2574988"/>
                </a:lnTo>
                <a:lnTo>
                  <a:pt x="69628" y="2574988"/>
                </a:lnTo>
                <a:lnTo>
                  <a:pt x="50673" y="2549843"/>
                </a:lnTo>
                <a:lnTo>
                  <a:pt x="95" y="2549843"/>
                </a:lnTo>
                <a:lnTo>
                  <a:pt x="95" y="2556986"/>
                </a:lnTo>
                <a:lnTo>
                  <a:pt x="47054" y="2556986"/>
                </a:lnTo>
                <a:lnTo>
                  <a:pt x="66008" y="2582132"/>
                </a:lnTo>
                <a:lnTo>
                  <a:pt x="253841" y="2582132"/>
                </a:lnTo>
                <a:lnTo>
                  <a:pt x="262890" y="2590514"/>
                </a:lnTo>
                <a:lnTo>
                  <a:pt x="263081" y="2618137"/>
                </a:lnTo>
                <a:lnTo>
                  <a:pt x="253270" y="2618137"/>
                </a:lnTo>
                <a:cubicBezTo>
                  <a:pt x="249650" y="2618137"/>
                  <a:pt x="246698" y="2621090"/>
                  <a:pt x="246698" y="2624709"/>
                </a:cubicBezTo>
                <a:lnTo>
                  <a:pt x="246698" y="2629186"/>
                </a:lnTo>
                <a:cubicBezTo>
                  <a:pt x="246698" y="2632805"/>
                  <a:pt x="249650" y="2635758"/>
                  <a:pt x="253270" y="2635758"/>
                </a:cubicBezTo>
                <a:lnTo>
                  <a:pt x="264319" y="2635758"/>
                </a:lnTo>
                <a:lnTo>
                  <a:pt x="264128" y="2744724"/>
                </a:lnTo>
                <a:lnTo>
                  <a:pt x="294323" y="2777776"/>
                </a:lnTo>
                <a:lnTo>
                  <a:pt x="294037" y="2892076"/>
                </a:lnTo>
                <a:lnTo>
                  <a:pt x="288893" y="2892076"/>
                </a:lnTo>
                <a:cubicBezTo>
                  <a:pt x="286893" y="2892076"/>
                  <a:pt x="285369" y="2893695"/>
                  <a:pt x="285369" y="2895600"/>
                </a:cubicBezTo>
                <a:lnTo>
                  <a:pt x="285369" y="2911221"/>
                </a:lnTo>
                <a:cubicBezTo>
                  <a:pt x="285369" y="2913221"/>
                  <a:pt x="286988" y="2914745"/>
                  <a:pt x="288893" y="2914745"/>
                </a:cubicBezTo>
                <a:lnTo>
                  <a:pt x="298799" y="2914745"/>
                </a:lnTo>
                <a:cubicBezTo>
                  <a:pt x="298799" y="2914745"/>
                  <a:pt x="298799" y="2914745"/>
                  <a:pt x="298799" y="2914745"/>
                </a:cubicBezTo>
                <a:lnTo>
                  <a:pt x="304514" y="2914745"/>
                </a:lnTo>
                <a:cubicBezTo>
                  <a:pt x="304514" y="2914745"/>
                  <a:pt x="305276" y="2914650"/>
                  <a:pt x="305657" y="2914555"/>
                </a:cubicBezTo>
                <a:lnTo>
                  <a:pt x="370904" y="2978372"/>
                </a:lnTo>
                <a:lnTo>
                  <a:pt x="370904" y="3002280"/>
                </a:lnTo>
                <a:lnTo>
                  <a:pt x="366046" y="3002280"/>
                </a:lnTo>
                <a:cubicBezTo>
                  <a:pt x="362331" y="3002280"/>
                  <a:pt x="359188" y="3005328"/>
                  <a:pt x="359188" y="3009138"/>
                </a:cubicBezTo>
                <a:lnTo>
                  <a:pt x="359188" y="3023521"/>
                </a:lnTo>
                <a:cubicBezTo>
                  <a:pt x="359188" y="3027236"/>
                  <a:pt x="362236" y="3030379"/>
                  <a:pt x="366046" y="3030379"/>
                </a:cubicBezTo>
                <a:lnTo>
                  <a:pt x="370046" y="3030379"/>
                </a:lnTo>
                <a:lnTo>
                  <a:pt x="370046" y="3177064"/>
                </a:lnTo>
                <a:lnTo>
                  <a:pt x="384239" y="3199734"/>
                </a:lnTo>
                <a:lnTo>
                  <a:pt x="385001" y="3199257"/>
                </a:lnTo>
                <a:cubicBezTo>
                  <a:pt x="383858" y="3200400"/>
                  <a:pt x="383191" y="3201924"/>
                  <a:pt x="383191" y="3203638"/>
                </a:cubicBezTo>
                <a:lnTo>
                  <a:pt x="383191" y="3230594"/>
                </a:lnTo>
                <a:close/>
                <a:moveTo>
                  <a:pt x="693706" y="3252883"/>
                </a:moveTo>
                <a:lnTo>
                  <a:pt x="693706" y="3252883"/>
                </a:lnTo>
                <a:cubicBezTo>
                  <a:pt x="696468" y="3252883"/>
                  <a:pt x="698659" y="3255169"/>
                  <a:pt x="698659" y="3257931"/>
                </a:cubicBezTo>
                <a:cubicBezTo>
                  <a:pt x="698659" y="3260693"/>
                  <a:pt x="696373" y="3262884"/>
                  <a:pt x="693611" y="3262884"/>
                </a:cubicBezTo>
                <a:lnTo>
                  <a:pt x="693611" y="3262884"/>
                </a:lnTo>
                <a:cubicBezTo>
                  <a:pt x="690848" y="3262884"/>
                  <a:pt x="688658" y="3260598"/>
                  <a:pt x="688658" y="3257836"/>
                </a:cubicBezTo>
                <a:cubicBezTo>
                  <a:pt x="688658" y="3255074"/>
                  <a:pt x="690944" y="3252883"/>
                  <a:pt x="693611" y="3252883"/>
                </a:cubicBezTo>
                <a:close/>
                <a:moveTo>
                  <a:pt x="251555" y="2624900"/>
                </a:moveTo>
                <a:cubicBezTo>
                  <a:pt x="251555" y="2623947"/>
                  <a:pt x="252317" y="2623090"/>
                  <a:pt x="253365" y="2623090"/>
                </a:cubicBezTo>
                <a:lnTo>
                  <a:pt x="280130" y="2623090"/>
                </a:lnTo>
                <a:cubicBezTo>
                  <a:pt x="281083" y="2623090"/>
                  <a:pt x="281940" y="2623852"/>
                  <a:pt x="281940" y="2624900"/>
                </a:cubicBezTo>
                <a:lnTo>
                  <a:pt x="281940" y="2625280"/>
                </a:lnTo>
                <a:lnTo>
                  <a:pt x="251555" y="2625280"/>
                </a:lnTo>
                <a:lnTo>
                  <a:pt x="251555" y="2624900"/>
                </a:lnTo>
                <a:close/>
                <a:moveTo>
                  <a:pt x="253365" y="2631186"/>
                </a:moveTo>
                <a:cubicBezTo>
                  <a:pt x="252413" y="2631186"/>
                  <a:pt x="251555" y="2630424"/>
                  <a:pt x="251555" y="2629376"/>
                </a:cubicBezTo>
                <a:lnTo>
                  <a:pt x="251555" y="2628710"/>
                </a:lnTo>
                <a:lnTo>
                  <a:pt x="281940" y="2628710"/>
                </a:lnTo>
                <a:lnTo>
                  <a:pt x="281940" y="2629376"/>
                </a:lnTo>
                <a:cubicBezTo>
                  <a:pt x="281940" y="2630329"/>
                  <a:pt x="281178" y="2631186"/>
                  <a:pt x="280130" y="2631186"/>
                </a:cubicBezTo>
                <a:lnTo>
                  <a:pt x="253365" y="2631186"/>
                </a:lnTo>
                <a:close/>
                <a:moveTo>
                  <a:pt x="366141" y="3025712"/>
                </a:moveTo>
                <a:cubicBezTo>
                  <a:pt x="364998" y="3025712"/>
                  <a:pt x="364046" y="3024759"/>
                  <a:pt x="364046" y="3023616"/>
                </a:cubicBezTo>
                <a:lnTo>
                  <a:pt x="364046" y="3009234"/>
                </a:lnTo>
                <a:cubicBezTo>
                  <a:pt x="364046" y="3008090"/>
                  <a:pt x="364998" y="3007138"/>
                  <a:pt x="366141" y="3007138"/>
                </a:cubicBezTo>
                <a:lnTo>
                  <a:pt x="380524" y="3007138"/>
                </a:lnTo>
                <a:cubicBezTo>
                  <a:pt x="381667" y="3007138"/>
                  <a:pt x="382619" y="3008090"/>
                  <a:pt x="382619" y="3009234"/>
                </a:cubicBezTo>
                <a:lnTo>
                  <a:pt x="382619" y="3023616"/>
                </a:lnTo>
                <a:cubicBezTo>
                  <a:pt x="382619" y="3024759"/>
                  <a:pt x="381667" y="3025712"/>
                  <a:pt x="380524" y="3025712"/>
                </a:cubicBezTo>
                <a:lnTo>
                  <a:pt x="366141" y="3025712"/>
                </a:lnTo>
                <a:close/>
                <a:moveTo>
                  <a:pt x="2911983" y="1455515"/>
                </a:moveTo>
                <a:lnTo>
                  <a:pt x="2881694" y="1455515"/>
                </a:lnTo>
                <a:cubicBezTo>
                  <a:pt x="2877788" y="1455515"/>
                  <a:pt x="2874455" y="1457801"/>
                  <a:pt x="2872740" y="1461040"/>
                </a:cubicBezTo>
                <a:lnTo>
                  <a:pt x="2839403" y="1461040"/>
                </a:lnTo>
                <a:lnTo>
                  <a:pt x="2817209" y="1441514"/>
                </a:lnTo>
                <a:lnTo>
                  <a:pt x="2757011" y="1440656"/>
                </a:lnTo>
                <a:lnTo>
                  <a:pt x="2726341" y="1480757"/>
                </a:lnTo>
                <a:lnTo>
                  <a:pt x="2726341" y="1656969"/>
                </a:lnTo>
                <a:lnTo>
                  <a:pt x="2757202" y="1702784"/>
                </a:lnTo>
                <a:lnTo>
                  <a:pt x="2985897" y="1702784"/>
                </a:lnTo>
                <a:cubicBezTo>
                  <a:pt x="2985897" y="1702784"/>
                  <a:pt x="3013424" y="1730883"/>
                  <a:pt x="3013424" y="1730883"/>
                </a:cubicBezTo>
                <a:lnTo>
                  <a:pt x="3101054" y="1728121"/>
                </a:lnTo>
                <a:lnTo>
                  <a:pt x="3101054" y="1741170"/>
                </a:lnTo>
                <a:cubicBezTo>
                  <a:pt x="3101054" y="1746885"/>
                  <a:pt x="3105722" y="1751457"/>
                  <a:pt x="3111342" y="1751457"/>
                </a:cubicBezTo>
                <a:lnTo>
                  <a:pt x="3114770" y="1751457"/>
                </a:lnTo>
                <a:lnTo>
                  <a:pt x="3114770" y="1746695"/>
                </a:lnTo>
                <a:lnTo>
                  <a:pt x="3111342" y="1746695"/>
                </a:lnTo>
                <a:cubicBezTo>
                  <a:pt x="3108293" y="1746695"/>
                  <a:pt x="3105817" y="1744218"/>
                  <a:pt x="3105817" y="1741170"/>
                </a:cubicBezTo>
                <a:lnTo>
                  <a:pt x="3105817" y="1710881"/>
                </a:lnTo>
                <a:cubicBezTo>
                  <a:pt x="3105817" y="1707832"/>
                  <a:pt x="3108293" y="1705356"/>
                  <a:pt x="3111342" y="1705356"/>
                </a:cubicBezTo>
                <a:lnTo>
                  <a:pt x="3114770" y="1705356"/>
                </a:lnTo>
                <a:lnTo>
                  <a:pt x="3114770" y="1700594"/>
                </a:lnTo>
                <a:lnTo>
                  <a:pt x="3111342" y="1700594"/>
                </a:lnTo>
                <a:cubicBezTo>
                  <a:pt x="3105626" y="1700594"/>
                  <a:pt x="3101054" y="1705261"/>
                  <a:pt x="3101054" y="1710881"/>
                </a:cubicBezTo>
                <a:lnTo>
                  <a:pt x="3101054" y="1718501"/>
                </a:lnTo>
                <a:lnTo>
                  <a:pt x="3017330" y="1721168"/>
                </a:lnTo>
                <a:lnTo>
                  <a:pt x="2989898" y="1693259"/>
                </a:lnTo>
                <a:lnTo>
                  <a:pt x="2762250" y="1693259"/>
                </a:lnTo>
                <a:cubicBezTo>
                  <a:pt x="2762250" y="1693259"/>
                  <a:pt x="2735771" y="1653921"/>
                  <a:pt x="2735771" y="1653921"/>
                </a:cubicBezTo>
                <a:lnTo>
                  <a:pt x="2735771" y="1483805"/>
                </a:lnTo>
                <a:lnTo>
                  <a:pt x="2761584" y="1449991"/>
                </a:lnTo>
                <a:lnTo>
                  <a:pt x="2813495" y="1450753"/>
                </a:lnTo>
                <a:lnTo>
                  <a:pt x="2835688" y="1470279"/>
                </a:lnTo>
                <a:lnTo>
                  <a:pt x="2871311" y="1470279"/>
                </a:lnTo>
                <a:lnTo>
                  <a:pt x="2871311" y="1485519"/>
                </a:lnTo>
                <a:lnTo>
                  <a:pt x="2780634" y="1485519"/>
                </a:lnTo>
                <a:lnTo>
                  <a:pt x="2759107" y="1514951"/>
                </a:lnTo>
                <a:lnTo>
                  <a:pt x="2759107" y="1626965"/>
                </a:lnTo>
                <a:lnTo>
                  <a:pt x="2782348" y="1659160"/>
                </a:lnTo>
                <a:lnTo>
                  <a:pt x="2973419" y="1659160"/>
                </a:lnTo>
                <a:cubicBezTo>
                  <a:pt x="2974562" y="1663827"/>
                  <a:pt x="2978849" y="1667256"/>
                  <a:pt x="2983706" y="1666875"/>
                </a:cubicBezTo>
                <a:cubicBezTo>
                  <a:pt x="2988183" y="1666589"/>
                  <a:pt x="2991707" y="1663351"/>
                  <a:pt x="2992755" y="1659160"/>
                </a:cubicBezTo>
                <a:lnTo>
                  <a:pt x="3029807" y="1659636"/>
                </a:lnTo>
                <a:lnTo>
                  <a:pt x="3036856" y="1670399"/>
                </a:lnTo>
                <a:lnTo>
                  <a:pt x="3108008" y="1670399"/>
                </a:lnTo>
                <a:lnTo>
                  <a:pt x="3108008" y="1676305"/>
                </a:lnTo>
                <a:cubicBezTo>
                  <a:pt x="3108008" y="1680972"/>
                  <a:pt x="3110770" y="1684877"/>
                  <a:pt x="3114770" y="1686687"/>
                </a:cubicBezTo>
                <a:lnTo>
                  <a:pt x="3114770" y="1614583"/>
                </a:lnTo>
                <a:cubicBezTo>
                  <a:pt x="3110770" y="1616393"/>
                  <a:pt x="3108008" y="1620298"/>
                  <a:pt x="3108008" y="1624965"/>
                </a:cubicBezTo>
                <a:lnTo>
                  <a:pt x="3108008" y="1631537"/>
                </a:lnTo>
                <a:lnTo>
                  <a:pt x="3039809" y="1631537"/>
                </a:lnTo>
                <a:lnTo>
                  <a:pt x="3032760" y="1620869"/>
                </a:lnTo>
                <a:lnTo>
                  <a:pt x="2992565" y="1620393"/>
                </a:lnTo>
                <a:cubicBezTo>
                  <a:pt x="2991993" y="1618583"/>
                  <a:pt x="2991136" y="1616964"/>
                  <a:pt x="2989707" y="1615631"/>
                </a:cubicBezTo>
                <a:cubicBezTo>
                  <a:pt x="2987802" y="1614011"/>
                  <a:pt x="2985516" y="1613154"/>
                  <a:pt x="2983040" y="1613154"/>
                </a:cubicBezTo>
                <a:cubicBezTo>
                  <a:pt x="2982849" y="1613154"/>
                  <a:pt x="2982563" y="1613154"/>
                  <a:pt x="2982373" y="1613154"/>
                </a:cubicBezTo>
                <a:cubicBezTo>
                  <a:pt x="2977896" y="1613440"/>
                  <a:pt x="2974372" y="1616678"/>
                  <a:pt x="2973324" y="1620869"/>
                </a:cubicBezTo>
                <a:lnTo>
                  <a:pt x="2806255" y="1620869"/>
                </a:lnTo>
                <a:lnTo>
                  <a:pt x="2792730" y="1602391"/>
                </a:lnTo>
                <a:lnTo>
                  <a:pt x="2792730" y="1544955"/>
                </a:lnTo>
                <a:lnTo>
                  <a:pt x="2807494" y="1528191"/>
                </a:lnTo>
                <a:lnTo>
                  <a:pt x="2888647" y="1528191"/>
                </a:lnTo>
                <a:lnTo>
                  <a:pt x="2899029" y="1519809"/>
                </a:lnTo>
                <a:lnTo>
                  <a:pt x="2899029" y="1506093"/>
                </a:lnTo>
                <a:lnTo>
                  <a:pt x="2911793" y="1506093"/>
                </a:lnTo>
                <a:cubicBezTo>
                  <a:pt x="2917508" y="1506093"/>
                  <a:pt x="2922080" y="1501426"/>
                  <a:pt x="2922080" y="1495806"/>
                </a:cubicBezTo>
                <a:lnTo>
                  <a:pt x="2922080" y="1485138"/>
                </a:lnTo>
                <a:lnTo>
                  <a:pt x="2922365" y="1485138"/>
                </a:lnTo>
                <a:cubicBezTo>
                  <a:pt x="2922365" y="1485138"/>
                  <a:pt x="2922080" y="1485519"/>
                  <a:pt x="2922080" y="1485519"/>
                </a:cubicBezTo>
                <a:lnTo>
                  <a:pt x="3047524" y="1594009"/>
                </a:lnTo>
                <a:lnTo>
                  <a:pt x="3047524" y="1595628"/>
                </a:lnTo>
                <a:cubicBezTo>
                  <a:pt x="3047524" y="1601819"/>
                  <a:pt x="3052572" y="1606772"/>
                  <a:pt x="3058668" y="1606772"/>
                </a:cubicBezTo>
                <a:lnTo>
                  <a:pt x="3090291" y="1606772"/>
                </a:lnTo>
                <a:cubicBezTo>
                  <a:pt x="3096482" y="1606772"/>
                  <a:pt x="3101435" y="1601724"/>
                  <a:pt x="3101435" y="1595628"/>
                </a:cubicBezTo>
                <a:lnTo>
                  <a:pt x="3101435" y="1592580"/>
                </a:lnTo>
                <a:cubicBezTo>
                  <a:pt x="3101435" y="1586389"/>
                  <a:pt x="3096387" y="1581436"/>
                  <a:pt x="3090291" y="1581436"/>
                </a:cubicBezTo>
                <a:lnTo>
                  <a:pt x="3058668" y="1581436"/>
                </a:lnTo>
                <a:cubicBezTo>
                  <a:pt x="3054001" y="1581436"/>
                  <a:pt x="3050000" y="1584389"/>
                  <a:pt x="3048381" y="1588484"/>
                </a:cubicBezTo>
                <a:lnTo>
                  <a:pt x="2943606" y="1497902"/>
                </a:lnTo>
                <a:lnTo>
                  <a:pt x="3047048" y="1556861"/>
                </a:lnTo>
                <a:lnTo>
                  <a:pt x="3047048" y="1558385"/>
                </a:lnTo>
                <a:cubicBezTo>
                  <a:pt x="3047048" y="1564577"/>
                  <a:pt x="3052096" y="1569530"/>
                  <a:pt x="3058192" y="1569530"/>
                </a:cubicBezTo>
                <a:lnTo>
                  <a:pt x="3089815" y="1569530"/>
                </a:lnTo>
                <a:cubicBezTo>
                  <a:pt x="3096006" y="1569530"/>
                  <a:pt x="3100959" y="1564481"/>
                  <a:pt x="3100959" y="1558385"/>
                </a:cubicBezTo>
                <a:lnTo>
                  <a:pt x="3100959" y="1555337"/>
                </a:lnTo>
                <a:cubicBezTo>
                  <a:pt x="3100959" y="1549146"/>
                  <a:pt x="3095911" y="1544193"/>
                  <a:pt x="3089815" y="1544193"/>
                </a:cubicBezTo>
                <a:lnTo>
                  <a:pt x="3058192" y="1544193"/>
                </a:lnTo>
                <a:cubicBezTo>
                  <a:pt x="3053239" y="1544193"/>
                  <a:pt x="3049238" y="1547432"/>
                  <a:pt x="3047714" y="1551813"/>
                </a:cubicBezTo>
                <a:lnTo>
                  <a:pt x="2939701" y="1490282"/>
                </a:lnTo>
                <a:lnTo>
                  <a:pt x="3046476" y="1520762"/>
                </a:lnTo>
                <a:lnTo>
                  <a:pt x="3046476" y="1521143"/>
                </a:lnTo>
                <a:cubicBezTo>
                  <a:pt x="3046476" y="1527334"/>
                  <a:pt x="3051524" y="1532287"/>
                  <a:pt x="3057620" y="1532287"/>
                </a:cubicBezTo>
                <a:lnTo>
                  <a:pt x="3089243" y="1532287"/>
                </a:lnTo>
                <a:cubicBezTo>
                  <a:pt x="3095435" y="1532287"/>
                  <a:pt x="3100388" y="1527239"/>
                  <a:pt x="3100388" y="1521143"/>
                </a:cubicBezTo>
                <a:lnTo>
                  <a:pt x="3100388" y="1518095"/>
                </a:lnTo>
                <a:cubicBezTo>
                  <a:pt x="3100388" y="1511903"/>
                  <a:pt x="3095339" y="1506950"/>
                  <a:pt x="3089243" y="1506950"/>
                </a:cubicBezTo>
                <a:lnTo>
                  <a:pt x="3057620" y="1506950"/>
                </a:lnTo>
                <a:cubicBezTo>
                  <a:pt x="3052191" y="1506950"/>
                  <a:pt x="3047905" y="1510856"/>
                  <a:pt x="3046857" y="1515999"/>
                </a:cubicBezTo>
                <a:lnTo>
                  <a:pt x="2931986" y="1483138"/>
                </a:lnTo>
                <a:lnTo>
                  <a:pt x="3046000" y="1483138"/>
                </a:lnTo>
                <a:lnTo>
                  <a:pt x="3046000" y="1483805"/>
                </a:lnTo>
                <a:cubicBezTo>
                  <a:pt x="3046000" y="1489996"/>
                  <a:pt x="3051048" y="1494949"/>
                  <a:pt x="3057144" y="1494949"/>
                </a:cubicBezTo>
                <a:lnTo>
                  <a:pt x="3088767" y="1494949"/>
                </a:lnTo>
                <a:cubicBezTo>
                  <a:pt x="3094959" y="1494949"/>
                  <a:pt x="3099911" y="1489901"/>
                  <a:pt x="3099911" y="1483805"/>
                </a:cubicBezTo>
                <a:lnTo>
                  <a:pt x="3099911" y="1480757"/>
                </a:lnTo>
                <a:cubicBezTo>
                  <a:pt x="3099911" y="1474565"/>
                  <a:pt x="3094863" y="1469612"/>
                  <a:pt x="3088767" y="1469612"/>
                </a:cubicBezTo>
                <a:lnTo>
                  <a:pt x="3057144" y="1469612"/>
                </a:lnTo>
                <a:cubicBezTo>
                  <a:pt x="3051810" y="1469612"/>
                  <a:pt x="3047619" y="1473422"/>
                  <a:pt x="3046476" y="1478375"/>
                </a:cubicBezTo>
                <a:lnTo>
                  <a:pt x="2942844" y="1478375"/>
                </a:lnTo>
                <a:lnTo>
                  <a:pt x="3046000" y="1448943"/>
                </a:lnTo>
                <a:cubicBezTo>
                  <a:pt x="3047143" y="1453896"/>
                  <a:pt x="3051334" y="1457706"/>
                  <a:pt x="3056668" y="1457706"/>
                </a:cubicBezTo>
                <a:lnTo>
                  <a:pt x="3088291" y="1457706"/>
                </a:lnTo>
                <a:cubicBezTo>
                  <a:pt x="3094482" y="1457706"/>
                  <a:pt x="3099435" y="1452658"/>
                  <a:pt x="3099435" y="1446562"/>
                </a:cubicBezTo>
                <a:lnTo>
                  <a:pt x="3099435" y="1443514"/>
                </a:lnTo>
                <a:cubicBezTo>
                  <a:pt x="3099435" y="1437323"/>
                  <a:pt x="3094387" y="1432370"/>
                  <a:pt x="3088291" y="1432370"/>
                </a:cubicBezTo>
                <a:lnTo>
                  <a:pt x="3056668" y="1432370"/>
                </a:lnTo>
                <a:cubicBezTo>
                  <a:pt x="3050477" y="1432370"/>
                  <a:pt x="3045524" y="1437418"/>
                  <a:pt x="3045524" y="1443514"/>
                </a:cubicBezTo>
                <a:lnTo>
                  <a:pt x="3045524" y="1444181"/>
                </a:lnTo>
                <a:lnTo>
                  <a:pt x="2938748" y="1474661"/>
                </a:lnTo>
                <a:lnTo>
                  <a:pt x="3045809" y="1413605"/>
                </a:lnTo>
                <a:cubicBezTo>
                  <a:pt x="3047524" y="1417606"/>
                  <a:pt x="3051429" y="1420463"/>
                  <a:pt x="3056096" y="1420463"/>
                </a:cubicBezTo>
                <a:lnTo>
                  <a:pt x="3087719" y="1420463"/>
                </a:lnTo>
                <a:cubicBezTo>
                  <a:pt x="3093911" y="1420463"/>
                  <a:pt x="3098863" y="1415415"/>
                  <a:pt x="3098863" y="1409319"/>
                </a:cubicBezTo>
                <a:lnTo>
                  <a:pt x="3098863" y="1406271"/>
                </a:lnTo>
                <a:cubicBezTo>
                  <a:pt x="3098863" y="1400080"/>
                  <a:pt x="3093815" y="1395127"/>
                  <a:pt x="3087719" y="1395127"/>
                </a:cubicBezTo>
                <a:lnTo>
                  <a:pt x="3056096" y="1395127"/>
                </a:lnTo>
                <a:cubicBezTo>
                  <a:pt x="3049905" y="1395127"/>
                  <a:pt x="3044952" y="1400175"/>
                  <a:pt x="3044952" y="1406271"/>
                </a:cubicBezTo>
                <a:lnTo>
                  <a:pt x="3044952" y="1408652"/>
                </a:lnTo>
                <a:lnTo>
                  <a:pt x="2940368" y="1468279"/>
                </a:lnTo>
                <a:lnTo>
                  <a:pt x="3045809" y="1377125"/>
                </a:lnTo>
                <a:cubicBezTo>
                  <a:pt x="3047714" y="1380744"/>
                  <a:pt x="3051334" y="1383221"/>
                  <a:pt x="3055620" y="1383221"/>
                </a:cubicBezTo>
                <a:lnTo>
                  <a:pt x="3087243" y="1383221"/>
                </a:lnTo>
                <a:cubicBezTo>
                  <a:pt x="3093434" y="1383221"/>
                  <a:pt x="3098387" y="1378172"/>
                  <a:pt x="3098387" y="1372076"/>
                </a:cubicBezTo>
                <a:lnTo>
                  <a:pt x="3098387" y="1369028"/>
                </a:lnTo>
                <a:cubicBezTo>
                  <a:pt x="3098387" y="1362837"/>
                  <a:pt x="3093339" y="1357884"/>
                  <a:pt x="3087243" y="1357884"/>
                </a:cubicBezTo>
                <a:lnTo>
                  <a:pt x="3055620" y="1357884"/>
                </a:lnTo>
                <a:cubicBezTo>
                  <a:pt x="3049429" y="1357884"/>
                  <a:pt x="3044476" y="1362932"/>
                  <a:pt x="3044476" y="1369028"/>
                </a:cubicBezTo>
                <a:lnTo>
                  <a:pt x="3044476" y="1372076"/>
                </a:lnTo>
                <a:lnTo>
                  <a:pt x="2922080" y="1477899"/>
                </a:lnTo>
                <a:lnTo>
                  <a:pt x="2922080" y="1465802"/>
                </a:lnTo>
                <a:cubicBezTo>
                  <a:pt x="2922080" y="1460087"/>
                  <a:pt x="2917412" y="1455515"/>
                  <a:pt x="2911793" y="1455515"/>
                </a:cubicBezTo>
                <a:close/>
                <a:moveTo>
                  <a:pt x="2983421" y="1662398"/>
                </a:moveTo>
                <a:cubicBezTo>
                  <a:pt x="2981992" y="1662494"/>
                  <a:pt x="2980659" y="1662017"/>
                  <a:pt x="2979515" y="1661065"/>
                </a:cubicBezTo>
                <a:cubicBezTo>
                  <a:pt x="2978468" y="1660207"/>
                  <a:pt x="2977896" y="1658874"/>
                  <a:pt x="2977705" y="1657541"/>
                </a:cubicBezTo>
                <a:lnTo>
                  <a:pt x="2977705" y="1657064"/>
                </a:lnTo>
                <a:cubicBezTo>
                  <a:pt x="2977705" y="1654302"/>
                  <a:pt x="2979801" y="1651921"/>
                  <a:pt x="2982659" y="1651730"/>
                </a:cubicBezTo>
                <a:cubicBezTo>
                  <a:pt x="2985326" y="1651540"/>
                  <a:pt x="2988183" y="1653731"/>
                  <a:pt x="2988374" y="1656683"/>
                </a:cubicBezTo>
                <a:cubicBezTo>
                  <a:pt x="2988564" y="1659636"/>
                  <a:pt x="2986373" y="1662208"/>
                  <a:pt x="2983421" y="1662398"/>
                </a:cubicBezTo>
                <a:close/>
                <a:moveTo>
                  <a:pt x="2977801" y="1623536"/>
                </a:moveTo>
                <a:cubicBezTo>
                  <a:pt x="2977801" y="1622203"/>
                  <a:pt x="2978182" y="1620965"/>
                  <a:pt x="2979039" y="1620012"/>
                </a:cubicBezTo>
                <a:cubicBezTo>
                  <a:pt x="2979992" y="1618964"/>
                  <a:pt x="2981325" y="1618298"/>
                  <a:pt x="2982754" y="1618202"/>
                </a:cubicBezTo>
                <a:cubicBezTo>
                  <a:pt x="2984183" y="1618202"/>
                  <a:pt x="2985516" y="1618583"/>
                  <a:pt x="2986659" y="1619536"/>
                </a:cubicBezTo>
                <a:cubicBezTo>
                  <a:pt x="2987707" y="1620488"/>
                  <a:pt x="2988374" y="1621822"/>
                  <a:pt x="2988469" y="1623251"/>
                </a:cubicBezTo>
                <a:cubicBezTo>
                  <a:pt x="2988469" y="1624679"/>
                  <a:pt x="2988088" y="1626013"/>
                  <a:pt x="2987135" y="1627156"/>
                </a:cubicBezTo>
                <a:cubicBezTo>
                  <a:pt x="2986183" y="1628203"/>
                  <a:pt x="2984849" y="1628870"/>
                  <a:pt x="2983421" y="1628966"/>
                </a:cubicBezTo>
                <a:cubicBezTo>
                  <a:pt x="2983325" y="1628966"/>
                  <a:pt x="2983230" y="1628966"/>
                  <a:pt x="2983040" y="1628966"/>
                </a:cubicBezTo>
                <a:cubicBezTo>
                  <a:pt x="2981706" y="1628966"/>
                  <a:pt x="2980468" y="1628489"/>
                  <a:pt x="2979515" y="1627632"/>
                </a:cubicBezTo>
                <a:cubicBezTo>
                  <a:pt x="2978468" y="1626775"/>
                  <a:pt x="2977896" y="1625441"/>
                  <a:pt x="2977705" y="1624108"/>
                </a:cubicBezTo>
                <a:lnTo>
                  <a:pt x="2977705" y="1623536"/>
                </a:lnTo>
                <a:close/>
                <a:moveTo>
                  <a:pt x="2894457" y="1517809"/>
                </a:moveTo>
                <a:lnTo>
                  <a:pt x="2887218" y="1523714"/>
                </a:lnTo>
                <a:lnTo>
                  <a:pt x="2805589" y="1523714"/>
                </a:lnTo>
                <a:lnTo>
                  <a:pt x="2788253" y="1543431"/>
                </a:lnTo>
                <a:lnTo>
                  <a:pt x="2788253" y="1604201"/>
                </a:lnTo>
                <a:lnTo>
                  <a:pt x="2804065" y="1625822"/>
                </a:lnTo>
                <a:lnTo>
                  <a:pt x="2973610" y="1625822"/>
                </a:lnTo>
                <a:cubicBezTo>
                  <a:pt x="2974086" y="1627823"/>
                  <a:pt x="2975038" y="1629632"/>
                  <a:pt x="2976563" y="1631061"/>
                </a:cubicBezTo>
                <a:cubicBezTo>
                  <a:pt x="2978563" y="1632871"/>
                  <a:pt x="2981135" y="1633728"/>
                  <a:pt x="2983897" y="1633538"/>
                </a:cubicBezTo>
                <a:cubicBezTo>
                  <a:pt x="2986564" y="1633347"/>
                  <a:pt x="2989040" y="1632109"/>
                  <a:pt x="2990850" y="1630109"/>
                </a:cubicBezTo>
                <a:cubicBezTo>
                  <a:pt x="2992088" y="1628775"/>
                  <a:pt x="2992660" y="1627061"/>
                  <a:pt x="2993041" y="1625346"/>
                </a:cubicBezTo>
                <a:lnTo>
                  <a:pt x="3030379" y="1625822"/>
                </a:lnTo>
                <a:lnTo>
                  <a:pt x="3037427" y="1636586"/>
                </a:lnTo>
                <a:lnTo>
                  <a:pt x="3108198" y="1636586"/>
                </a:lnTo>
                <a:lnTo>
                  <a:pt x="3108198" y="1665923"/>
                </a:lnTo>
                <a:lnTo>
                  <a:pt x="3039618" y="1665923"/>
                </a:lnTo>
                <a:lnTo>
                  <a:pt x="3032570" y="1655255"/>
                </a:lnTo>
                <a:lnTo>
                  <a:pt x="2992850" y="1654778"/>
                </a:lnTo>
                <a:cubicBezTo>
                  <a:pt x="2992374" y="1652778"/>
                  <a:pt x="2991422" y="1650873"/>
                  <a:pt x="2989898" y="1649540"/>
                </a:cubicBezTo>
                <a:cubicBezTo>
                  <a:pt x="2987993" y="1647920"/>
                  <a:pt x="2985707" y="1647063"/>
                  <a:pt x="2983230" y="1647063"/>
                </a:cubicBezTo>
                <a:cubicBezTo>
                  <a:pt x="2983040" y="1647063"/>
                  <a:pt x="2982754" y="1647063"/>
                  <a:pt x="2982563" y="1647063"/>
                </a:cubicBezTo>
                <a:cubicBezTo>
                  <a:pt x="2978087" y="1647349"/>
                  <a:pt x="2974562" y="1650587"/>
                  <a:pt x="2973515" y="1654778"/>
                </a:cubicBezTo>
                <a:lnTo>
                  <a:pt x="2784920" y="1654778"/>
                </a:lnTo>
                <a:lnTo>
                  <a:pt x="2764060" y="1625822"/>
                </a:lnTo>
                <a:lnTo>
                  <a:pt x="2764060" y="1516856"/>
                </a:lnTo>
                <a:lnTo>
                  <a:pt x="2783205" y="1490567"/>
                </a:lnTo>
                <a:lnTo>
                  <a:pt x="2871502" y="1490567"/>
                </a:lnTo>
                <a:lnTo>
                  <a:pt x="2871502" y="1496092"/>
                </a:lnTo>
                <a:cubicBezTo>
                  <a:pt x="2871502" y="1501807"/>
                  <a:pt x="2876169" y="1506379"/>
                  <a:pt x="2881789" y="1506379"/>
                </a:cubicBezTo>
                <a:lnTo>
                  <a:pt x="2894552" y="1506379"/>
                </a:lnTo>
                <a:lnTo>
                  <a:pt x="2894552" y="1517809"/>
                </a:lnTo>
                <a:close/>
                <a:moveTo>
                  <a:pt x="2917508" y="1496092"/>
                </a:moveTo>
                <a:cubicBezTo>
                  <a:pt x="2917508" y="1499140"/>
                  <a:pt x="2915031" y="1501616"/>
                  <a:pt x="2911983" y="1501616"/>
                </a:cubicBezTo>
                <a:lnTo>
                  <a:pt x="2881694" y="1501616"/>
                </a:lnTo>
                <a:cubicBezTo>
                  <a:pt x="2878646" y="1501616"/>
                  <a:pt x="2876169" y="1499140"/>
                  <a:pt x="2876169" y="1496092"/>
                </a:cubicBezTo>
                <a:lnTo>
                  <a:pt x="2876169" y="1465802"/>
                </a:lnTo>
                <a:cubicBezTo>
                  <a:pt x="2876169" y="1462754"/>
                  <a:pt x="2878646" y="1460278"/>
                  <a:pt x="2881694" y="1460278"/>
                </a:cubicBezTo>
                <a:lnTo>
                  <a:pt x="2911983" y="1460278"/>
                </a:lnTo>
                <a:cubicBezTo>
                  <a:pt x="2915031" y="1460278"/>
                  <a:pt x="2917508" y="1462754"/>
                  <a:pt x="2917508" y="1465802"/>
                </a:cubicBezTo>
                <a:lnTo>
                  <a:pt x="2917508" y="1496092"/>
                </a:lnTo>
                <a:close/>
                <a:moveTo>
                  <a:pt x="3054858" y="1592771"/>
                </a:moveTo>
                <a:cubicBezTo>
                  <a:pt x="3054858" y="1590580"/>
                  <a:pt x="3056668" y="1588770"/>
                  <a:pt x="3058859" y="1588770"/>
                </a:cubicBezTo>
                <a:lnTo>
                  <a:pt x="3090482" y="1588770"/>
                </a:lnTo>
                <a:cubicBezTo>
                  <a:pt x="3092672" y="1588770"/>
                  <a:pt x="3094482" y="1590580"/>
                  <a:pt x="3094482" y="1592771"/>
                </a:cubicBezTo>
                <a:lnTo>
                  <a:pt x="3094482" y="1595819"/>
                </a:lnTo>
                <a:cubicBezTo>
                  <a:pt x="3094482" y="1598009"/>
                  <a:pt x="3092672" y="1599819"/>
                  <a:pt x="3090482" y="1599819"/>
                </a:cubicBezTo>
                <a:lnTo>
                  <a:pt x="3058859" y="1599819"/>
                </a:lnTo>
                <a:cubicBezTo>
                  <a:pt x="3056668" y="1599819"/>
                  <a:pt x="3054858" y="1598009"/>
                  <a:pt x="3054858" y="1595819"/>
                </a:cubicBezTo>
                <a:lnTo>
                  <a:pt x="3054858" y="1592771"/>
                </a:lnTo>
                <a:close/>
                <a:moveTo>
                  <a:pt x="3054382" y="1555528"/>
                </a:moveTo>
                <a:cubicBezTo>
                  <a:pt x="3054382" y="1553337"/>
                  <a:pt x="3056192" y="1551527"/>
                  <a:pt x="3058382" y="1551527"/>
                </a:cubicBezTo>
                <a:lnTo>
                  <a:pt x="3090005" y="1551527"/>
                </a:lnTo>
                <a:cubicBezTo>
                  <a:pt x="3092196" y="1551527"/>
                  <a:pt x="3094006" y="1553337"/>
                  <a:pt x="3094006" y="1555528"/>
                </a:cubicBezTo>
                <a:lnTo>
                  <a:pt x="3094006" y="1558576"/>
                </a:lnTo>
                <a:cubicBezTo>
                  <a:pt x="3094006" y="1560767"/>
                  <a:pt x="3092196" y="1562576"/>
                  <a:pt x="3090005" y="1562576"/>
                </a:cubicBezTo>
                <a:lnTo>
                  <a:pt x="3058382" y="1562576"/>
                </a:lnTo>
                <a:cubicBezTo>
                  <a:pt x="3056192" y="1562576"/>
                  <a:pt x="3054382" y="1560767"/>
                  <a:pt x="3054382" y="1558576"/>
                </a:cubicBezTo>
                <a:lnTo>
                  <a:pt x="3054382" y="1555528"/>
                </a:lnTo>
                <a:close/>
                <a:moveTo>
                  <a:pt x="3053810" y="1518190"/>
                </a:moveTo>
                <a:cubicBezTo>
                  <a:pt x="3053810" y="1515999"/>
                  <a:pt x="3055620" y="1514189"/>
                  <a:pt x="3057811" y="1514189"/>
                </a:cubicBezTo>
                <a:lnTo>
                  <a:pt x="3089434" y="1514189"/>
                </a:lnTo>
                <a:cubicBezTo>
                  <a:pt x="3091625" y="1514189"/>
                  <a:pt x="3093434" y="1515999"/>
                  <a:pt x="3093434" y="1518190"/>
                </a:cubicBezTo>
                <a:lnTo>
                  <a:pt x="3093434" y="1521238"/>
                </a:lnTo>
                <a:cubicBezTo>
                  <a:pt x="3093434" y="1523428"/>
                  <a:pt x="3091625" y="1525238"/>
                  <a:pt x="3089434" y="1525238"/>
                </a:cubicBezTo>
                <a:lnTo>
                  <a:pt x="3057811" y="1525238"/>
                </a:lnTo>
                <a:cubicBezTo>
                  <a:pt x="3055620" y="1525238"/>
                  <a:pt x="3053810" y="1523428"/>
                  <a:pt x="3053810" y="1521238"/>
                </a:cubicBezTo>
                <a:lnTo>
                  <a:pt x="3053810" y="1518190"/>
                </a:lnTo>
                <a:close/>
                <a:moveTo>
                  <a:pt x="3053334" y="1480947"/>
                </a:moveTo>
                <a:cubicBezTo>
                  <a:pt x="3053334" y="1478756"/>
                  <a:pt x="3055144" y="1476947"/>
                  <a:pt x="3057335" y="1476947"/>
                </a:cubicBezTo>
                <a:lnTo>
                  <a:pt x="3088958" y="1476947"/>
                </a:lnTo>
                <a:cubicBezTo>
                  <a:pt x="3091148" y="1476947"/>
                  <a:pt x="3092958" y="1478756"/>
                  <a:pt x="3092958" y="1480947"/>
                </a:cubicBezTo>
                <a:lnTo>
                  <a:pt x="3092958" y="1483995"/>
                </a:lnTo>
                <a:cubicBezTo>
                  <a:pt x="3092958" y="1486186"/>
                  <a:pt x="3091148" y="1487996"/>
                  <a:pt x="3088958" y="1487996"/>
                </a:cubicBezTo>
                <a:lnTo>
                  <a:pt x="3057335" y="1487996"/>
                </a:lnTo>
                <a:cubicBezTo>
                  <a:pt x="3055144" y="1487996"/>
                  <a:pt x="3053334" y="1486186"/>
                  <a:pt x="3053334" y="1483995"/>
                </a:cubicBezTo>
                <a:lnTo>
                  <a:pt x="3053334" y="1480947"/>
                </a:lnTo>
                <a:close/>
                <a:moveTo>
                  <a:pt x="3052858" y="1443609"/>
                </a:moveTo>
                <a:cubicBezTo>
                  <a:pt x="3052858" y="1441418"/>
                  <a:pt x="3054668" y="1439609"/>
                  <a:pt x="3056859" y="1439609"/>
                </a:cubicBezTo>
                <a:lnTo>
                  <a:pt x="3088481" y="1439609"/>
                </a:lnTo>
                <a:cubicBezTo>
                  <a:pt x="3090672" y="1439609"/>
                  <a:pt x="3092482" y="1441418"/>
                  <a:pt x="3092482" y="1443609"/>
                </a:cubicBezTo>
                <a:lnTo>
                  <a:pt x="3092482" y="1446657"/>
                </a:lnTo>
                <a:cubicBezTo>
                  <a:pt x="3092482" y="1448848"/>
                  <a:pt x="3090672" y="1450657"/>
                  <a:pt x="3088481" y="1450657"/>
                </a:cubicBezTo>
                <a:lnTo>
                  <a:pt x="3056859" y="1450657"/>
                </a:lnTo>
                <a:cubicBezTo>
                  <a:pt x="3054668" y="1450657"/>
                  <a:pt x="3052858" y="1448848"/>
                  <a:pt x="3052858" y="1446657"/>
                </a:cubicBezTo>
                <a:lnTo>
                  <a:pt x="3052858" y="1443609"/>
                </a:lnTo>
                <a:close/>
                <a:moveTo>
                  <a:pt x="3052286" y="1406366"/>
                </a:moveTo>
                <a:cubicBezTo>
                  <a:pt x="3052286" y="1404176"/>
                  <a:pt x="3054096" y="1402366"/>
                  <a:pt x="3056287" y="1402366"/>
                </a:cubicBezTo>
                <a:lnTo>
                  <a:pt x="3087910" y="1402366"/>
                </a:lnTo>
                <a:cubicBezTo>
                  <a:pt x="3090101" y="1402366"/>
                  <a:pt x="3091910" y="1404176"/>
                  <a:pt x="3091910" y="1406366"/>
                </a:cubicBezTo>
                <a:lnTo>
                  <a:pt x="3091910" y="1409414"/>
                </a:lnTo>
                <a:cubicBezTo>
                  <a:pt x="3091910" y="1411605"/>
                  <a:pt x="3090101" y="1413415"/>
                  <a:pt x="3087910" y="1413415"/>
                </a:cubicBezTo>
                <a:lnTo>
                  <a:pt x="3056287" y="1413415"/>
                </a:lnTo>
                <a:cubicBezTo>
                  <a:pt x="3054096" y="1413415"/>
                  <a:pt x="3052286" y="1411605"/>
                  <a:pt x="3052286" y="1409414"/>
                </a:cubicBezTo>
                <a:lnTo>
                  <a:pt x="3052286" y="1406366"/>
                </a:lnTo>
                <a:close/>
                <a:moveTo>
                  <a:pt x="3051810" y="1369028"/>
                </a:moveTo>
                <a:cubicBezTo>
                  <a:pt x="3051810" y="1366838"/>
                  <a:pt x="3053620" y="1365028"/>
                  <a:pt x="3055811" y="1365028"/>
                </a:cubicBezTo>
                <a:lnTo>
                  <a:pt x="3087434" y="1365028"/>
                </a:lnTo>
                <a:cubicBezTo>
                  <a:pt x="3089624" y="1365028"/>
                  <a:pt x="3091434" y="1366838"/>
                  <a:pt x="3091434" y="1369028"/>
                </a:cubicBezTo>
                <a:lnTo>
                  <a:pt x="3091434" y="1372076"/>
                </a:lnTo>
                <a:cubicBezTo>
                  <a:pt x="3091434" y="1374267"/>
                  <a:pt x="3089624" y="1376077"/>
                  <a:pt x="3087434" y="1376077"/>
                </a:cubicBezTo>
                <a:lnTo>
                  <a:pt x="3055811" y="1376077"/>
                </a:lnTo>
                <a:cubicBezTo>
                  <a:pt x="3053620" y="1376077"/>
                  <a:pt x="3051810" y="1374267"/>
                  <a:pt x="3051810" y="1372076"/>
                </a:cubicBezTo>
                <a:lnTo>
                  <a:pt x="3051810" y="1369028"/>
                </a:lnTo>
                <a:close/>
                <a:moveTo>
                  <a:pt x="2249996" y="2829497"/>
                </a:moveTo>
                <a:cubicBezTo>
                  <a:pt x="2256187" y="2829497"/>
                  <a:pt x="2261235" y="2824448"/>
                  <a:pt x="2261235" y="2818257"/>
                </a:cubicBezTo>
                <a:cubicBezTo>
                  <a:pt x="2261235" y="2812066"/>
                  <a:pt x="2256187" y="2807018"/>
                  <a:pt x="2249996" y="2807018"/>
                </a:cubicBezTo>
                <a:cubicBezTo>
                  <a:pt x="2247233" y="2807018"/>
                  <a:pt x="2244757" y="2808161"/>
                  <a:pt x="2242852" y="2809780"/>
                </a:cubicBezTo>
                <a:lnTo>
                  <a:pt x="2107025" y="2686050"/>
                </a:lnTo>
                <a:lnTo>
                  <a:pt x="2107025" y="2667762"/>
                </a:lnTo>
                <a:cubicBezTo>
                  <a:pt x="2107025" y="2665667"/>
                  <a:pt x="2105311" y="2663857"/>
                  <a:pt x="2103120" y="2663857"/>
                </a:cubicBezTo>
                <a:lnTo>
                  <a:pt x="2084737" y="2663857"/>
                </a:lnTo>
                <a:cubicBezTo>
                  <a:pt x="2083499" y="2663857"/>
                  <a:pt x="2082451" y="2664428"/>
                  <a:pt x="2081784" y="2665381"/>
                </a:cubicBezTo>
                <a:lnTo>
                  <a:pt x="1993964" y="2665381"/>
                </a:lnTo>
                <a:cubicBezTo>
                  <a:pt x="1993964" y="2665381"/>
                  <a:pt x="1972913" y="2640711"/>
                  <a:pt x="1972913" y="2640711"/>
                </a:cubicBezTo>
                <a:lnTo>
                  <a:pt x="1959578" y="2640711"/>
                </a:lnTo>
                <a:cubicBezTo>
                  <a:pt x="1959578" y="2640711"/>
                  <a:pt x="1939290" y="2665381"/>
                  <a:pt x="1939290" y="2665381"/>
                </a:cubicBezTo>
                <a:lnTo>
                  <a:pt x="1854613" y="2665381"/>
                </a:lnTo>
                <a:cubicBezTo>
                  <a:pt x="1854422" y="2664905"/>
                  <a:pt x="1854422" y="2664333"/>
                  <a:pt x="1854137" y="2663857"/>
                </a:cubicBezTo>
                <a:cubicBezTo>
                  <a:pt x="1852041" y="2659856"/>
                  <a:pt x="1846993" y="2658332"/>
                  <a:pt x="1842992" y="2660523"/>
                </a:cubicBezTo>
                <a:cubicBezTo>
                  <a:pt x="1841087" y="2661571"/>
                  <a:pt x="1839659" y="2663285"/>
                  <a:pt x="1838992" y="2665381"/>
                </a:cubicBezTo>
                <a:lnTo>
                  <a:pt x="1773460" y="2665381"/>
                </a:lnTo>
                <a:lnTo>
                  <a:pt x="1760696" y="2677287"/>
                </a:lnTo>
                <a:lnTo>
                  <a:pt x="1700022" y="2677287"/>
                </a:lnTo>
                <a:lnTo>
                  <a:pt x="1700022" y="2677097"/>
                </a:lnTo>
                <a:cubicBezTo>
                  <a:pt x="1700022" y="2674144"/>
                  <a:pt x="1697927" y="2671763"/>
                  <a:pt x="1695260" y="2671763"/>
                </a:cubicBezTo>
                <a:lnTo>
                  <a:pt x="1676114" y="2671763"/>
                </a:lnTo>
                <a:cubicBezTo>
                  <a:pt x="1673447" y="2671763"/>
                  <a:pt x="1671352" y="2674144"/>
                  <a:pt x="1671352" y="2677097"/>
                </a:cubicBezTo>
                <a:lnTo>
                  <a:pt x="1671352" y="2678430"/>
                </a:lnTo>
                <a:lnTo>
                  <a:pt x="1645634" y="2678430"/>
                </a:lnTo>
                <a:lnTo>
                  <a:pt x="1635538" y="2670238"/>
                </a:lnTo>
                <a:lnTo>
                  <a:pt x="1635538" y="2618899"/>
                </a:lnTo>
                <a:lnTo>
                  <a:pt x="1697069" y="2618899"/>
                </a:lnTo>
                <a:lnTo>
                  <a:pt x="1697069" y="2636996"/>
                </a:lnTo>
                <a:lnTo>
                  <a:pt x="1704689" y="2645093"/>
                </a:lnTo>
                <a:lnTo>
                  <a:pt x="1722215" y="2645093"/>
                </a:lnTo>
                <a:lnTo>
                  <a:pt x="1722215" y="2653284"/>
                </a:lnTo>
                <a:cubicBezTo>
                  <a:pt x="1722215" y="2655380"/>
                  <a:pt x="1723930" y="2657189"/>
                  <a:pt x="1726121" y="2657189"/>
                </a:cubicBezTo>
                <a:lnTo>
                  <a:pt x="1744504" y="2657189"/>
                </a:lnTo>
                <a:cubicBezTo>
                  <a:pt x="1746695" y="2657189"/>
                  <a:pt x="1748409" y="2655475"/>
                  <a:pt x="1748409" y="2653284"/>
                </a:cubicBezTo>
                <a:lnTo>
                  <a:pt x="1748409" y="2646426"/>
                </a:lnTo>
                <a:lnTo>
                  <a:pt x="1824323" y="2646426"/>
                </a:lnTo>
                <a:lnTo>
                  <a:pt x="1837468" y="2634710"/>
                </a:lnTo>
                <a:lnTo>
                  <a:pt x="1868234" y="2634710"/>
                </a:lnTo>
                <a:lnTo>
                  <a:pt x="1868234" y="2635663"/>
                </a:lnTo>
                <a:cubicBezTo>
                  <a:pt x="1868234" y="2638425"/>
                  <a:pt x="1870520" y="2640711"/>
                  <a:pt x="1873282" y="2640711"/>
                </a:cubicBezTo>
                <a:lnTo>
                  <a:pt x="1880045" y="2640711"/>
                </a:lnTo>
                <a:cubicBezTo>
                  <a:pt x="1882807" y="2640711"/>
                  <a:pt x="1885093" y="2638425"/>
                  <a:pt x="1885093" y="2635663"/>
                </a:cubicBezTo>
                <a:lnTo>
                  <a:pt x="1885093" y="2634710"/>
                </a:lnTo>
                <a:lnTo>
                  <a:pt x="1941576" y="2634710"/>
                </a:lnTo>
                <a:lnTo>
                  <a:pt x="1961864" y="2609850"/>
                </a:lnTo>
                <a:lnTo>
                  <a:pt x="1970818" y="2609850"/>
                </a:lnTo>
                <a:cubicBezTo>
                  <a:pt x="1970818" y="2609850"/>
                  <a:pt x="1991868" y="2634425"/>
                  <a:pt x="1991868" y="2634425"/>
                </a:cubicBezTo>
                <a:lnTo>
                  <a:pt x="2034921" y="2634615"/>
                </a:lnTo>
                <a:lnTo>
                  <a:pt x="2034921" y="2635568"/>
                </a:lnTo>
                <a:cubicBezTo>
                  <a:pt x="2034921" y="2638330"/>
                  <a:pt x="2037207" y="2640616"/>
                  <a:pt x="2039969" y="2640616"/>
                </a:cubicBezTo>
                <a:lnTo>
                  <a:pt x="2046732" y="2640616"/>
                </a:lnTo>
                <a:cubicBezTo>
                  <a:pt x="2049494" y="2640616"/>
                  <a:pt x="2051780" y="2638330"/>
                  <a:pt x="2051780" y="2635568"/>
                </a:cubicBezTo>
                <a:lnTo>
                  <a:pt x="2051780" y="2628805"/>
                </a:lnTo>
                <a:cubicBezTo>
                  <a:pt x="2051780" y="2626043"/>
                  <a:pt x="2049494" y="2623757"/>
                  <a:pt x="2046732" y="2623757"/>
                </a:cubicBezTo>
                <a:lnTo>
                  <a:pt x="2039969" y="2623757"/>
                </a:lnTo>
                <a:cubicBezTo>
                  <a:pt x="2037207" y="2623757"/>
                  <a:pt x="2034921" y="2626043"/>
                  <a:pt x="2034921" y="2628805"/>
                </a:cubicBezTo>
                <a:lnTo>
                  <a:pt x="2034921" y="2629757"/>
                </a:lnTo>
                <a:lnTo>
                  <a:pt x="1994059" y="2629567"/>
                </a:lnTo>
                <a:lnTo>
                  <a:pt x="1973009" y="2604992"/>
                </a:lnTo>
                <a:lnTo>
                  <a:pt x="1959578" y="2604992"/>
                </a:lnTo>
                <a:cubicBezTo>
                  <a:pt x="1959578" y="2604992"/>
                  <a:pt x="1939290" y="2629853"/>
                  <a:pt x="1939290" y="2629853"/>
                </a:cubicBezTo>
                <a:lnTo>
                  <a:pt x="1885093" y="2629853"/>
                </a:lnTo>
                <a:lnTo>
                  <a:pt x="1885093" y="2628900"/>
                </a:lnTo>
                <a:cubicBezTo>
                  <a:pt x="1885093" y="2626138"/>
                  <a:pt x="1882807" y="2623852"/>
                  <a:pt x="1880045" y="2623852"/>
                </a:cubicBezTo>
                <a:lnTo>
                  <a:pt x="1873282" y="2623852"/>
                </a:lnTo>
                <a:cubicBezTo>
                  <a:pt x="1870520" y="2623852"/>
                  <a:pt x="1868234" y="2626138"/>
                  <a:pt x="1868234" y="2628900"/>
                </a:cubicBezTo>
                <a:lnTo>
                  <a:pt x="1868234" y="2629853"/>
                </a:lnTo>
                <a:lnTo>
                  <a:pt x="1835658" y="2629853"/>
                </a:lnTo>
                <a:lnTo>
                  <a:pt x="1822514" y="2641568"/>
                </a:lnTo>
                <a:lnTo>
                  <a:pt x="1748409" y="2641568"/>
                </a:lnTo>
                <a:lnTo>
                  <a:pt x="1748409" y="2634710"/>
                </a:lnTo>
                <a:cubicBezTo>
                  <a:pt x="1748409" y="2632615"/>
                  <a:pt x="1746695" y="2630805"/>
                  <a:pt x="1744504" y="2630805"/>
                </a:cubicBezTo>
                <a:lnTo>
                  <a:pt x="1726121" y="2630805"/>
                </a:lnTo>
                <a:cubicBezTo>
                  <a:pt x="1723930" y="2630805"/>
                  <a:pt x="1722215" y="2632520"/>
                  <a:pt x="1722215" y="2634710"/>
                </a:cubicBezTo>
                <a:lnTo>
                  <a:pt x="1722215" y="2642711"/>
                </a:lnTo>
                <a:lnTo>
                  <a:pt x="1705737" y="2642711"/>
                </a:lnTo>
                <a:cubicBezTo>
                  <a:pt x="1705737" y="2642711"/>
                  <a:pt x="1699451" y="2635853"/>
                  <a:pt x="1699451" y="2635853"/>
                </a:cubicBezTo>
                <a:lnTo>
                  <a:pt x="1699451" y="2618804"/>
                </a:lnTo>
                <a:lnTo>
                  <a:pt x="1751648" y="2618804"/>
                </a:lnTo>
                <a:cubicBezTo>
                  <a:pt x="1751648" y="2618804"/>
                  <a:pt x="1753934" y="2618899"/>
                  <a:pt x="1753934" y="2618899"/>
                </a:cubicBezTo>
                <a:lnTo>
                  <a:pt x="1754124" y="2613088"/>
                </a:lnTo>
                <a:lnTo>
                  <a:pt x="1854994" y="2613088"/>
                </a:lnTo>
                <a:cubicBezTo>
                  <a:pt x="1854994" y="2613088"/>
                  <a:pt x="1952149" y="2498693"/>
                  <a:pt x="1952149" y="2498693"/>
                </a:cubicBezTo>
                <a:lnTo>
                  <a:pt x="1963388" y="2498693"/>
                </a:lnTo>
                <a:lnTo>
                  <a:pt x="1963388" y="2505551"/>
                </a:lnTo>
                <a:cubicBezTo>
                  <a:pt x="1963388" y="2507647"/>
                  <a:pt x="1965103" y="2509457"/>
                  <a:pt x="1967294" y="2509457"/>
                </a:cubicBezTo>
                <a:lnTo>
                  <a:pt x="1985677" y="2509457"/>
                </a:lnTo>
                <a:cubicBezTo>
                  <a:pt x="1985677" y="2509457"/>
                  <a:pt x="1986248" y="2509361"/>
                  <a:pt x="1986534" y="2509266"/>
                </a:cubicBezTo>
                <a:lnTo>
                  <a:pt x="2022920" y="2547080"/>
                </a:lnTo>
                <a:lnTo>
                  <a:pt x="2023205" y="2557463"/>
                </a:lnTo>
                <a:lnTo>
                  <a:pt x="2062258" y="2597944"/>
                </a:lnTo>
                <a:lnTo>
                  <a:pt x="2070735" y="2597944"/>
                </a:lnTo>
                <a:lnTo>
                  <a:pt x="2082832" y="2610231"/>
                </a:lnTo>
                <a:cubicBezTo>
                  <a:pt x="2082070" y="2611755"/>
                  <a:pt x="2081498" y="2613374"/>
                  <a:pt x="2081498" y="2615184"/>
                </a:cubicBezTo>
                <a:cubicBezTo>
                  <a:pt x="2081498" y="2621375"/>
                  <a:pt x="2086547" y="2626424"/>
                  <a:pt x="2092738" y="2626424"/>
                </a:cubicBezTo>
                <a:cubicBezTo>
                  <a:pt x="2095119" y="2626424"/>
                  <a:pt x="2097215" y="2625471"/>
                  <a:pt x="2099024" y="2624233"/>
                </a:cubicBezTo>
                <a:lnTo>
                  <a:pt x="2110740" y="2634996"/>
                </a:lnTo>
                <a:lnTo>
                  <a:pt x="2113979" y="2631472"/>
                </a:lnTo>
                <a:lnTo>
                  <a:pt x="2102263" y="2620709"/>
                </a:lnTo>
                <a:cubicBezTo>
                  <a:pt x="2103215" y="2618994"/>
                  <a:pt x="2103977" y="2617184"/>
                  <a:pt x="2103977" y="2615089"/>
                </a:cubicBezTo>
                <a:cubicBezTo>
                  <a:pt x="2103977" y="2608898"/>
                  <a:pt x="2098929" y="2603849"/>
                  <a:pt x="2092738" y="2603849"/>
                </a:cubicBezTo>
                <a:cubicBezTo>
                  <a:pt x="2090071" y="2603849"/>
                  <a:pt x="2087785" y="2604897"/>
                  <a:pt x="2085880" y="2606421"/>
                </a:cubicBezTo>
                <a:lnTo>
                  <a:pt x="2072735" y="2593086"/>
                </a:lnTo>
                <a:lnTo>
                  <a:pt x="2064353" y="2593086"/>
                </a:lnTo>
                <a:lnTo>
                  <a:pt x="2027968" y="2555367"/>
                </a:lnTo>
                <a:lnTo>
                  <a:pt x="2027682" y="2544985"/>
                </a:lnTo>
                <a:lnTo>
                  <a:pt x="1989582" y="2505456"/>
                </a:lnTo>
                <a:cubicBezTo>
                  <a:pt x="1989582" y="2505456"/>
                  <a:pt x="1989582" y="2505456"/>
                  <a:pt x="1989582" y="2505456"/>
                </a:cubicBezTo>
                <a:lnTo>
                  <a:pt x="1989582" y="2487073"/>
                </a:lnTo>
                <a:cubicBezTo>
                  <a:pt x="1989582" y="2484882"/>
                  <a:pt x="1987868" y="2483168"/>
                  <a:pt x="1985677" y="2483168"/>
                </a:cubicBezTo>
                <a:lnTo>
                  <a:pt x="1967294" y="2483168"/>
                </a:lnTo>
                <a:cubicBezTo>
                  <a:pt x="1965103" y="2483168"/>
                  <a:pt x="1963388" y="2484882"/>
                  <a:pt x="1963388" y="2487073"/>
                </a:cubicBezTo>
                <a:lnTo>
                  <a:pt x="1963388" y="2493931"/>
                </a:lnTo>
                <a:lnTo>
                  <a:pt x="1949958" y="2493931"/>
                </a:lnTo>
                <a:lnTo>
                  <a:pt x="1852803" y="2608421"/>
                </a:lnTo>
                <a:lnTo>
                  <a:pt x="1749552" y="2608421"/>
                </a:lnTo>
                <a:cubicBezTo>
                  <a:pt x="1749552" y="2608421"/>
                  <a:pt x="1749362" y="2614232"/>
                  <a:pt x="1749362" y="2614232"/>
                </a:cubicBezTo>
                <a:lnTo>
                  <a:pt x="1699451" y="2614232"/>
                </a:lnTo>
                <a:lnTo>
                  <a:pt x="1699451" y="2608040"/>
                </a:lnTo>
                <a:lnTo>
                  <a:pt x="1710595" y="2608040"/>
                </a:lnTo>
                <a:lnTo>
                  <a:pt x="1710595" y="2583275"/>
                </a:lnTo>
                <a:lnTo>
                  <a:pt x="1685830" y="2583275"/>
                </a:lnTo>
                <a:lnTo>
                  <a:pt x="1685830" y="2608040"/>
                </a:lnTo>
                <a:lnTo>
                  <a:pt x="1696974" y="2608040"/>
                </a:lnTo>
                <a:lnTo>
                  <a:pt x="1696974" y="2614136"/>
                </a:lnTo>
                <a:lnTo>
                  <a:pt x="1635443" y="2614136"/>
                </a:lnTo>
                <a:lnTo>
                  <a:pt x="1635443" y="2608040"/>
                </a:lnTo>
                <a:lnTo>
                  <a:pt x="1646587" y="2608040"/>
                </a:lnTo>
                <a:lnTo>
                  <a:pt x="1646587" y="2583275"/>
                </a:lnTo>
                <a:lnTo>
                  <a:pt x="1621822" y="2583275"/>
                </a:lnTo>
                <a:lnTo>
                  <a:pt x="1621822" y="2608040"/>
                </a:lnTo>
                <a:lnTo>
                  <a:pt x="1632966" y="2608040"/>
                </a:lnTo>
                <a:lnTo>
                  <a:pt x="1632966" y="2614041"/>
                </a:lnTo>
                <a:lnTo>
                  <a:pt x="1603629" y="2614041"/>
                </a:lnTo>
                <a:lnTo>
                  <a:pt x="1603629" y="2608040"/>
                </a:lnTo>
                <a:lnTo>
                  <a:pt x="1614773" y="2608040"/>
                </a:lnTo>
                <a:lnTo>
                  <a:pt x="1614773" y="2583275"/>
                </a:lnTo>
                <a:lnTo>
                  <a:pt x="1590008" y="2583275"/>
                </a:lnTo>
                <a:lnTo>
                  <a:pt x="1590008" y="2608040"/>
                </a:lnTo>
                <a:lnTo>
                  <a:pt x="1601153" y="2608040"/>
                </a:lnTo>
                <a:lnTo>
                  <a:pt x="1601153" y="2613946"/>
                </a:lnTo>
                <a:lnTo>
                  <a:pt x="1580198" y="2613946"/>
                </a:lnTo>
                <a:cubicBezTo>
                  <a:pt x="1580198" y="2613946"/>
                  <a:pt x="1579245" y="2613946"/>
                  <a:pt x="1579245" y="2613946"/>
                </a:cubicBezTo>
                <a:lnTo>
                  <a:pt x="1575626" y="2617565"/>
                </a:lnTo>
                <a:lnTo>
                  <a:pt x="1575626" y="2721102"/>
                </a:lnTo>
                <a:lnTo>
                  <a:pt x="1594485" y="2739580"/>
                </a:lnTo>
                <a:lnTo>
                  <a:pt x="1786319" y="2739962"/>
                </a:lnTo>
                <a:lnTo>
                  <a:pt x="1809464" y="2761679"/>
                </a:lnTo>
                <a:lnTo>
                  <a:pt x="1901190" y="2762441"/>
                </a:lnTo>
                <a:lnTo>
                  <a:pt x="1901190" y="2765870"/>
                </a:lnTo>
                <a:cubicBezTo>
                  <a:pt x="1901190" y="2768632"/>
                  <a:pt x="1903476" y="2770918"/>
                  <a:pt x="1906238" y="2770918"/>
                </a:cubicBezTo>
                <a:lnTo>
                  <a:pt x="1919192" y="2770918"/>
                </a:lnTo>
                <a:cubicBezTo>
                  <a:pt x="1921955" y="2770918"/>
                  <a:pt x="1924241" y="2768632"/>
                  <a:pt x="1924241" y="2765870"/>
                </a:cubicBezTo>
                <a:lnTo>
                  <a:pt x="1924241" y="2761774"/>
                </a:lnTo>
                <a:lnTo>
                  <a:pt x="1936814" y="2761774"/>
                </a:lnTo>
                <a:lnTo>
                  <a:pt x="1961388" y="2732723"/>
                </a:lnTo>
                <a:lnTo>
                  <a:pt x="1973104" y="2732532"/>
                </a:lnTo>
                <a:lnTo>
                  <a:pt x="1997297" y="2761488"/>
                </a:lnTo>
                <a:lnTo>
                  <a:pt x="2018538" y="2761679"/>
                </a:lnTo>
                <a:lnTo>
                  <a:pt x="2018538" y="2765774"/>
                </a:lnTo>
                <a:cubicBezTo>
                  <a:pt x="2018538" y="2768537"/>
                  <a:pt x="2020824" y="2770823"/>
                  <a:pt x="2023586" y="2770823"/>
                </a:cubicBezTo>
                <a:lnTo>
                  <a:pt x="2036445" y="2770823"/>
                </a:lnTo>
                <a:cubicBezTo>
                  <a:pt x="2039207" y="2770823"/>
                  <a:pt x="2041493" y="2768537"/>
                  <a:pt x="2041493" y="2765774"/>
                </a:cubicBezTo>
                <a:lnTo>
                  <a:pt x="2041493" y="2761679"/>
                </a:lnTo>
                <a:lnTo>
                  <a:pt x="2059305" y="2761679"/>
                </a:lnTo>
                <a:lnTo>
                  <a:pt x="2059305" y="2756916"/>
                </a:lnTo>
                <a:lnTo>
                  <a:pt x="2041493" y="2756916"/>
                </a:lnTo>
                <a:lnTo>
                  <a:pt x="2041493" y="2752820"/>
                </a:lnTo>
                <a:cubicBezTo>
                  <a:pt x="2041493" y="2750058"/>
                  <a:pt x="2039207" y="2747772"/>
                  <a:pt x="2036445" y="2747772"/>
                </a:cubicBezTo>
                <a:lnTo>
                  <a:pt x="2023586" y="2747772"/>
                </a:lnTo>
                <a:cubicBezTo>
                  <a:pt x="2020824" y="2747772"/>
                  <a:pt x="2018538" y="2750058"/>
                  <a:pt x="2018538" y="2752820"/>
                </a:cubicBezTo>
                <a:lnTo>
                  <a:pt x="2018538" y="2756916"/>
                </a:lnTo>
                <a:lnTo>
                  <a:pt x="1999583" y="2756726"/>
                </a:lnTo>
                <a:lnTo>
                  <a:pt x="1975390" y="2727674"/>
                </a:lnTo>
                <a:lnTo>
                  <a:pt x="1959197" y="2727960"/>
                </a:lnTo>
                <a:lnTo>
                  <a:pt x="1934623" y="2757011"/>
                </a:lnTo>
                <a:lnTo>
                  <a:pt x="1924241" y="2757011"/>
                </a:lnTo>
                <a:lnTo>
                  <a:pt x="1924241" y="2752916"/>
                </a:lnTo>
                <a:cubicBezTo>
                  <a:pt x="1924241" y="2750153"/>
                  <a:pt x="1921955" y="2747867"/>
                  <a:pt x="1919192" y="2747867"/>
                </a:cubicBezTo>
                <a:lnTo>
                  <a:pt x="1906238" y="2747867"/>
                </a:lnTo>
                <a:cubicBezTo>
                  <a:pt x="1903476" y="2747867"/>
                  <a:pt x="1901190" y="2750153"/>
                  <a:pt x="1901190" y="2752916"/>
                </a:cubicBezTo>
                <a:lnTo>
                  <a:pt x="1901190" y="2757678"/>
                </a:lnTo>
                <a:lnTo>
                  <a:pt x="1811369" y="2756916"/>
                </a:lnTo>
                <a:lnTo>
                  <a:pt x="1788128" y="2735199"/>
                </a:lnTo>
                <a:lnTo>
                  <a:pt x="1596390" y="2734818"/>
                </a:lnTo>
                <a:lnTo>
                  <a:pt x="1580388" y="2719102"/>
                </a:lnTo>
                <a:lnTo>
                  <a:pt x="1580388" y="2619470"/>
                </a:lnTo>
                <a:lnTo>
                  <a:pt x="1581150" y="2618709"/>
                </a:lnTo>
                <a:lnTo>
                  <a:pt x="1601153" y="2618709"/>
                </a:lnTo>
                <a:lnTo>
                  <a:pt x="1601153" y="2697861"/>
                </a:lnTo>
                <a:lnTo>
                  <a:pt x="1611821" y="2708624"/>
                </a:lnTo>
                <a:lnTo>
                  <a:pt x="1629823" y="2708624"/>
                </a:lnTo>
                <a:lnTo>
                  <a:pt x="1629823" y="2709958"/>
                </a:lnTo>
                <a:cubicBezTo>
                  <a:pt x="1629823" y="2713006"/>
                  <a:pt x="1632014" y="2715482"/>
                  <a:pt x="1634776" y="2715482"/>
                </a:cubicBezTo>
                <a:lnTo>
                  <a:pt x="1654493" y="2715482"/>
                </a:lnTo>
                <a:cubicBezTo>
                  <a:pt x="1657255" y="2715482"/>
                  <a:pt x="1659446" y="2713006"/>
                  <a:pt x="1659446" y="2709958"/>
                </a:cubicBezTo>
                <a:lnTo>
                  <a:pt x="1659446" y="2709767"/>
                </a:lnTo>
                <a:lnTo>
                  <a:pt x="1809464" y="2709767"/>
                </a:lnTo>
                <a:lnTo>
                  <a:pt x="1809464" y="2710720"/>
                </a:lnTo>
                <a:cubicBezTo>
                  <a:pt x="1809464" y="2713482"/>
                  <a:pt x="1811750" y="2715768"/>
                  <a:pt x="1814513" y="2715768"/>
                </a:cubicBezTo>
                <a:lnTo>
                  <a:pt x="1821275" y="2715768"/>
                </a:lnTo>
                <a:cubicBezTo>
                  <a:pt x="1824038" y="2715768"/>
                  <a:pt x="1826324" y="2713482"/>
                  <a:pt x="1826324" y="2710720"/>
                </a:cubicBezTo>
                <a:lnTo>
                  <a:pt x="1826324" y="2709101"/>
                </a:lnTo>
                <a:lnTo>
                  <a:pt x="1942148" y="2709101"/>
                </a:lnTo>
                <a:lnTo>
                  <a:pt x="1962436" y="2684431"/>
                </a:lnTo>
                <a:lnTo>
                  <a:pt x="1971389" y="2684431"/>
                </a:lnTo>
                <a:cubicBezTo>
                  <a:pt x="1971389" y="2684431"/>
                  <a:pt x="1992440" y="2709005"/>
                  <a:pt x="1992440" y="2709005"/>
                </a:cubicBezTo>
                <a:lnTo>
                  <a:pt x="2070830" y="2709005"/>
                </a:lnTo>
                <a:cubicBezTo>
                  <a:pt x="2070830" y="2709005"/>
                  <a:pt x="2082546" y="2721864"/>
                  <a:pt x="2082546" y="2721864"/>
                </a:cubicBezTo>
                <a:cubicBezTo>
                  <a:pt x="2082546" y="2721959"/>
                  <a:pt x="2082546" y="2722150"/>
                  <a:pt x="2082546" y="2722245"/>
                </a:cubicBezTo>
                <a:lnTo>
                  <a:pt x="2082546" y="2740628"/>
                </a:lnTo>
                <a:cubicBezTo>
                  <a:pt x="2082546" y="2742724"/>
                  <a:pt x="2084261" y="2744534"/>
                  <a:pt x="2086451" y="2744534"/>
                </a:cubicBezTo>
                <a:lnTo>
                  <a:pt x="2104835" y="2744534"/>
                </a:lnTo>
                <a:cubicBezTo>
                  <a:pt x="2107025" y="2744534"/>
                  <a:pt x="2108740" y="2742819"/>
                  <a:pt x="2108740" y="2740628"/>
                </a:cubicBezTo>
                <a:lnTo>
                  <a:pt x="2108740" y="2722245"/>
                </a:lnTo>
                <a:cubicBezTo>
                  <a:pt x="2108740" y="2720150"/>
                  <a:pt x="2107025" y="2718340"/>
                  <a:pt x="2104835" y="2718340"/>
                </a:cubicBezTo>
                <a:lnTo>
                  <a:pt x="2086451" y="2718340"/>
                </a:lnTo>
                <a:cubicBezTo>
                  <a:pt x="2086451" y="2718340"/>
                  <a:pt x="2086166" y="2718340"/>
                  <a:pt x="2085975" y="2718340"/>
                </a:cubicBezTo>
                <a:lnTo>
                  <a:pt x="2073021" y="2704243"/>
                </a:lnTo>
                <a:lnTo>
                  <a:pt x="1994726" y="2704243"/>
                </a:lnTo>
                <a:cubicBezTo>
                  <a:pt x="1994726" y="2704243"/>
                  <a:pt x="1973675" y="2679573"/>
                  <a:pt x="1973675" y="2679573"/>
                </a:cubicBezTo>
                <a:lnTo>
                  <a:pt x="1960340" y="2679573"/>
                </a:lnTo>
                <a:cubicBezTo>
                  <a:pt x="1960340" y="2679573"/>
                  <a:pt x="1940052" y="2704243"/>
                  <a:pt x="1940052" y="2704243"/>
                </a:cubicBezTo>
                <a:lnTo>
                  <a:pt x="1826419" y="2704243"/>
                </a:lnTo>
                <a:lnTo>
                  <a:pt x="1826419" y="2703862"/>
                </a:lnTo>
                <a:cubicBezTo>
                  <a:pt x="1826419" y="2701100"/>
                  <a:pt x="1824133" y="2698813"/>
                  <a:pt x="1821371" y="2698813"/>
                </a:cubicBezTo>
                <a:lnTo>
                  <a:pt x="1814608" y="2698813"/>
                </a:lnTo>
                <a:cubicBezTo>
                  <a:pt x="1811846" y="2698813"/>
                  <a:pt x="1809560" y="2701100"/>
                  <a:pt x="1809560" y="2703862"/>
                </a:cubicBezTo>
                <a:lnTo>
                  <a:pt x="1809560" y="2704814"/>
                </a:lnTo>
                <a:lnTo>
                  <a:pt x="1659541" y="2704814"/>
                </a:lnTo>
                <a:lnTo>
                  <a:pt x="1659541" y="2704624"/>
                </a:lnTo>
                <a:cubicBezTo>
                  <a:pt x="1659541" y="2701576"/>
                  <a:pt x="1657350" y="2699099"/>
                  <a:pt x="1654588" y="2699099"/>
                </a:cubicBezTo>
                <a:lnTo>
                  <a:pt x="1634871" y="2699099"/>
                </a:lnTo>
                <a:cubicBezTo>
                  <a:pt x="1632109" y="2699099"/>
                  <a:pt x="1629918" y="2701576"/>
                  <a:pt x="1629918" y="2704624"/>
                </a:cubicBezTo>
                <a:lnTo>
                  <a:pt x="1629918" y="2705957"/>
                </a:lnTo>
                <a:lnTo>
                  <a:pt x="1612868" y="2705957"/>
                </a:lnTo>
                <a:lnTo>
                  <a:pt x="1603534" y="2696623"/>
                </a:lnTo>
                <a:lnTo>
                  <a:pt x="1603534" y="2618518"/>
                </a:lnTo>
                <a:lnTo>
                  <a:pt x="1632871" y="2618518"/>
                </a:lnTo>
                <a:lnTo>
                  <a:pt x="1632871" y="2671001"/>
                </a:lnTo>
                <a:lnTo>
                  <a:pt x="1644491" y="2680526"/>
                </a:lnTo>
                <a:lnTo>
                  <a:pt x="1671066" y="2680526"/>
                </a:lnTo>
                <a:lnTo>
                  <a:pt x="1671066" y="2681764"/>
                </a:lnTo>
                <a:cubicBezTo>
                  <a:pt x="1671066" y="2684717"/>
                  <a:pt x="1673162" y="2687098"/>
                  <a:pt x="1675828" y="2687098"/>
                </a:cubicBezTo>
                <a:lnTo>
                  <a:pt x="1694974" y="2687098"/>
                </a:lnTo>
                <a:cubicBezTo>
                  <a:pt x="1697546" y="2687098"/>
                  <a:pt x="1699736" y="2684717"/>
                  <a:pt x="1699736" y="2681764"/>
                </a:cubicBezTo>
                <a:lnTo>
                  <a:pt x="1762220" y="2681764"/>
                </a:lnTo>
                <a:lnTo>
                  <a:pt x="1774984" y="2669858"/>
                </a:lnTo>
                <a:lnTo>
                  <a:pt x="1838801" y="2669858"/>
                </a:lnTo>
                <a:cubicBezTo>
                  <a:pt x="1838992" y="2670334"/>
                  <a:pt x="1838992" y="2670905"/>
                  <a:pt x="1839278" y="2671382"/>
                </a:cubicBezTo>
                <a:cubicBezTo>
                  <a:pt x="1840802" y="2674144"/>
                  <a:pt x="1843564" y="2675763"/>
                  <a:pt x="1846517" y="2675763"/>
                </a:cubicBezTo>
                <a:cubicBezTo>
                  <a:pt x="1847850" y="2675763"/>
                  <a:pt x="1849184" y="2675477"/>
                  <a:pt x="1850422" y="2674811"/>
                </a:cubicBezTo>
                <a:cubicBezTo>
                  <a:pt x="1852422" y="2673763"/>
                  <a:pt x="1853756" y="2671953"/>
                  <a:pt x="1854422" y="2669953"/>
                </a:cubicBezTo>
                <a:lnTo>
                  <a:pt x="1941195" y="2669953"/>
                </a:lnTo>
                <a:lnTo>
                  <a:pt x="1961483" y="2645283"/>
                </a:lnTo>
                <a:lnTo>
                  <a:pt x="1970437" y="2645283"/>
                </a:lnTo>
                <a:cubicBezTo>
                  <a:pt x="1970437" y="2645283"/>
                  <a:pt x="1991487" y="2669858"/>
                  <a:pt x="1991487" y="2669858"/>
                </a:cubicBezTo>
                <a:lnTo>
                  <a:pt x="2080641" y="2669858"/>
                </a:lnTo>
                <a:lnTo>
                  <a:pt x="2080641" y="2685955"/>
                </a:lnTo>
                <a:cubicBezTo>
                  <a:pt x="2080641" y="2688050"/>
                  <a:pt x="2082356" y="2689860"/>
                  <a:pt x="2084546" y="2689860"/>
                </a:cubicBezTo>
                <a:lnTo>
                  <a:pt x="2102930" y="2689860"/>
                </a:lnTo>
                <a:cubicBezTo>
                  <a:pt x="2102930" y="2689860"/>
                  <a:pt x="2103596" y="2689765"/>
                  <a:pt x="2103882" y="2689670"/>
                </a:cubicBezTo>
                <a:lnTo>
                  <a:pt x="2239709" y="2813399"/>
                </a:lnTo>
                <a:cubicBezTo>
                  <a:pt x="2239042" y="2814828"/>
                  <a:pt x="2238566" y="2816447"/>
                  <a:pt x="2238566" y="2818067"/>
                </a:cubicBezTo>
                <a:cubicBezTo>
                  <a:pt x="2238566" y="2822258"/>
                  <a:pt x="2241042" y="2825877"/>
                  <a:pt x="2244471" y="2827782"/>
                </a:cubicBezTo>
                <a:lnTo>
                  <a:pt x="2139315" y="2944559"/>
                </a:lnTo>
                <a:lnTo>
                  <a:pt x="2138744" y="2945225"/>
                </a:lnTo>
                <a:lnTo>
                  <a:pt x="2138267" y="3099530"/>
                </a:lnTo>
                <a:lnTo>
                  <a:pt x="2143030" y="3099530"/>
                </a:lnTo>
                <a:cubicBezTo>
                  <a:pt x="2143030" y="3099530"/>
                  <a:pt x="2143506" y="2947035"/>
                  <a:pt x="2143506" y="2947035"/>
                </a:cubicBezTo>
                <a:lnTo>
                  <a:pt x="2249615" y="2829211"/>
                </a:lnTo>
                <a:cubicBezTo>
                  <a:pt x="2249615" y="2829211"/>
                  <a:pt x="2249805" y="2829211"/>
                  <a:pt x="2249900" y="2829211"/>
                </a:cubicBezTo>
                <a:close/>
                <a:moveTo>
                  <a:pt x="2039684" y="2628424"/>
                </a:moveTo>
                <a:lnTo>
                  <a:pt x="2046732" y="2628710"/>
                </a:lnTo>
                <a:lnTo>
                  <a:pt x="2046732" y="2635472"/>
                </a:lnTo>
                <a:cubicBezTo>
                  <a:pt x="2046732" y="2635472"/>
                  <a:pt x="2046637" y="2635758"/>
                  <a:pt x="2046446" y="2635758"/>
                </a:cubicBezTo>
                <a:lnTo>
                  <a:pt x="2039398" y="2635472"/>
                </a:lnTo>
                <a:lnTo>
                  <a:pt x="2039684" y="2628424"/>
                </a:lnTo>
                <a:close/>
                <a:moveTo>
                  <a:pt x="1872901" y="2628424"/>
                </a:moveTo>
                <a:lnTo>
                  <a:pt x="1879949" y="2628710"/>
                </a:lnTo>
                <a:lnTo>
                  <a:pt x="1879949" y="2635472"/>
                </a:lnTo>
                <a:cubicBezTo>
                  <a:pt x="1879949" y="2635472"/>
                  <a:pt x="1879759" y="2635758"/>
                  <a:pt x="1879664" y="2635758"/>
                </a:cubicBezTo>
                <a:lnTo>
                  <a:pt x="1872615" y="2635472"/>
                </a:lnTo>
                <a:lnTo>
                  <a:pt x="1872901" y="2628424"/>
                </a:lnTo>
                <a:close/>
                <a:moveTo>
                  <a:pt x="1724216" y="2634710"/>
                </a:moveTo>
                <a:cubicBezTo>
                  <a:pt x="1724216" y="2633853"/>
                  <a:pt x="1724882" y="2633186"/>
                  <a:pt x="1725740" y="2633186"/>
                </a:cubicBezTo>
                <a:lnTo>
                  <a:pt x="1744123" y="2633186"/>
                </a:lnTo>
                <a:cubicBezTo>
                  <a:pt x="1744980" y="2633186"/>
                  <a:pt x="1745647" y="2633853"/>
                  <a:pt x="1745647" y="2634710"/>
                </a:cubicBezTo>
                <a:lnTo>
                  <a:pt x="1745647" y="2653094"/>
                </a:lnTo>
                <a:cubicBezTo>
                  <a:pt x="1745647" y="2653951"/>
                  <a:pt x="1744980" y="2654618"/>
                  <a:pt x="1744123" y="2654618"/>
                </a:cubicBezTo>
                <a:lnTo>
                  <a:pt x="1725740" y="2654618"/>
                </a:lnTo>
                <a:cubicBezTo>
                  <a:pt x="1724882" y="2654618"/>
                  <a:pt x="1724216" y="2653951"/>
                  <a:pt x="1724216" y="2653094"/>
                </a:cubicBezTo>
                <a:lnTo>
                  <a:pt x="1724216" y="2634710"/>
                </a:lnTo>
                <a:close/>
                <a:moveTo>
                  <a:pt x="2092452" y="2608707"/>
                </a:moveTo>
                <a:cubicBezTo>
                  <a:pt x="2096072" y="2608707"/>
                  <a:pt x="2098929" y="2611565"/>
                  <a:pt x="2098929" y="2615184"/>
                </a:cubicBezTo>
                <a:cubicBezTo>
                  <a:pt x="2098929" y="2618804"/>
                  <a:pt x="2095976" y="2621661"/>
                  <a:pt x="2092452" y="2621661"/>
                </a:cubicBezTo>
                <a:cubicBezTo>
                  <a:pt x="2088928" y="2621661"/>
                  <a:pt x="2085975" y="2618709"/>
                  <a:pt x="2085975" y="2615184"/>
                </a:cubicBezTo>
                <a:cubicBezTo>
                  <a:pt x="2085975" y="2611660"/>
                  <a:pt x="2088928" y="2608707"/>
                  <a:pt x="2092452" y="2608707"/>
                </a:cubicBezTo>
                <a:close/>
                <a:moveTo>
                  <a:pt x="1965484" y="2487073"/>
                </a:moveTo>
                <a:cubicBezTo>
                  <a:pt x="1965484" y="2486216"/>
                  <a:pt x="1966151" y="2485549"/>
                  <a:pt x="1967008" y="2485549"/>
                </a:cubicBezTo>
                <a:lnTo>
                  <a:pt x="1985391" y="2485549"/>
                </a:lnTo>
                <a:cubicBezTo>
                  <a:pt x="1986248" y="2485549"/>
                  <a:pt x="1986915" y="2486216"/>
                  <a:pt x="1986915" y="2487073"/>
                </a:cubicBezTo>
                <a:lnTo>
                  <a:pt x="1986915" y="2505456"/>
                </a:lnTo>
                <a:cubicBezTo>
                  <a:pt x="1986915" y="2506313"/>
                  <a:pt x="1986248" y="2506980"/>
                  <a:pt x="1985391" y="2506980"/>
                </a:cubicBezTo>
                <a:lnTo>
                  <a:pt x="1967008" y="2506980"/>
                </a:lnTo>
                <a:cubicBezTo>
                  <a:pt x="1966151" y="2506980"/>
                  <a:pt x="1965484" y="2506313"/>
                  <a:pt x="1965484" y="2505456"/>
                </a:cubicBezTo>
                <a:lnTo>
                  <a:pt x="1965484" y="2487073"/>
                </a:lnTo>
                <a:close/>
                <a:moveTo>
                  <a:pt x="1690307" y="2603183"/>
                </a:moveTo>
                <a:lnTo>
                  <a:pt x="1690307" y="2587943"/>
                </a:lnTo>
                <a:lnTo>
                  <a:pt x="1705547" y="2587943"/>
                </a:lnTo>
                <a:lnTo>
                  <a:pt x="1705547" y="2603183"/>
                </a:lnTo>
                <a:lnTo>
                  <a:pt x="1690307" y="2603183"/>
                </a:lnTo>
                <a:close/>
                <a:moveTo>
                  <a:pt x="2023682" y="2752439"/>
                </a:moveTo>
                <a:lnTo>
                  <a:pt x="2036921" y="2752725"/>
                </a:lnTo>
                <a:lnTo>
                  <a:pt x="2036921" y="2765679"/>
                </a:lnTo>
                <a:cubicBezTo>
                  <a:pt x="2036921" y="2765679"/>
                  <a:pt x="2036731" y="2765965"/>
                  <a:pt x="2036636" y="2765965"/>
                </a:cubicBezTo>
                <a:lnTo>
                  <a:pt x="2023396" y="2765679"/>
                </a:lnTo>
                <a:lnTo>
                  <a:pt x="2023682" y="2752439"/>
                </a:lnTo>
                <a:close/>
                <a:moveTo>
                  <a:pt x="1906334" y="2752439"/>
                </a:moveTo>
                <a:lnTo>
                  <a:pt x="1919573" y="2752725"/>
                </a:lnTo>
                <a:lnTo>
                  <a:pt x="1919573" y="2765679"/>
                </a:lnTo>
                <a:cubicBezTo>
                  <a:pt x="1919573" y="2765679"/>
                  <a:pt x="1919383" y="2765965"/>
                  <a:pt x="1919288" y="2765965"/>
                </a:cubicBezTo>
                <a:lnTo>
                  <a:pt x="1906048" y="2765679"/>
                </a:lnTo>
                <a:lnTo>
                  <a:pt x="1906334" y="2752439"/>
                </a:lnTo>
                <a:close/>
                <a:moveTo>
                  <a:pt x="2084927" y="2722340"/>
                </a:moveTo>
                <a:cubicBezTo>
                  <a:pt x="2084927" y="2721483"/>
                  <a:pt x="2085594" y="2720817"/>
                  <a:pt x="2086451" y="2720817"/>
                </a:cubicBezTo>
                <a:lnTo>
                  <a:pt x="2104835" y="2720817"/>
                </a:lnTo>
                <a:cubicBezTo>
                  <a:pt x="2105692" y="2720817"/>
                  <a:pt x="2106359" y="2721483"/>
                  <a:pt x="2106359" y="2722340"/>
                </a:cubicBezTo>
                <a:lnTo>
                  <a:pt x="2106359" y="2740724"/>
                </a:lnTo>
                <a:cubicBezTo>
                  <a:pt x="2106359" y="2741581"/>
                  <a:pt x="2105692" y="2742248"/>
                  <a:pt x="2104835" y="2742248"/>
                </a:cubicBezTo>
                <a:lnTo>
                  <a:pt x="2086451" y="2742248"/>
                </a:lnTo>
                <a:cubicBezTo>
                  <a:pt x="2085594" y="2742248"/>
                  <a:pt x="2084927" y="2741581"/>
                  <a:pt x="2084927" y="2740724"/>
                </a:cubicBezTo>
                <a:lnTo>
                  <a:pt x="2084927" y="2722340"/>
                </a:lnTo>
                <a:close/>
                <a:moveTo>
                  <a:pt x="1814513" y="2703671"/>
                </a:moveTo>
                <a:lnTo>
                  <a:pt x="1821561" y="2703957"/>
                </a:lnTo>
                <a:lnTo>
                  <a:pt x="1821561" y="2710720"/>
                </a:lnTo>
                <a:cubicBezTo>
                  <a:pt x="1821561" y="2710720"/>
                  <a:pt x="1821371" y="2711005"/>
                  <a:pt x="1821275" y="2711005"/>
                </a:cubicBezTo>
                <a:lnTo>
                  <a:pt x="1814227" y="2710720"/>
                </a:lnTo>
                <a:lnTo>
                  <a:pt x="1814513" y="2703671"/>
                </a:lnTo>
                <a:close/>
                <a:moveTo>
                  <a:pt x="1651445" y="2701767"/>
                </a:moveTo>
                <a:lnTo>
                  <a:pt x="1654493" y="2701767"/>
                </a:lnTo>
                <a:cubicBezTo>
                  <a:pt x="1655921" y="2701767"/>
                  <a:pt x="1657160" y="2703100"/>
                  <a:pt x="1657160" y="2704719"/>
                </a:cubicBezTo>
                <a:lnTo>
                  <a:pt x="1657160" y="2709863"/>
                </a:lnTo>
                <a:cubicBezTo>
                  <a:pt x="1657160" y="2711482"/>
                  <a:pt x="1656017" y="2712815"/>
                  <a:pt x="1654493" y="2712815"/>
                </a:cubicBezTo>
                <a:lnTo>
                  <a:pt x="1651445" y="2712815"/>
                </a:lnTo>
                <a:lnTo>
                  <a:pt x="1651445" y="2701767"/>
                </a:lnTo>
                <a:close/>
                <a:moveTo>
                  <a:pt x="1632109" y="2704814"/>
                </a:moveTo>
                <a:cubicBezTo>
                  <a:pt x="1632109" y="2703195"/>
                  <a:pt x="1633252" y="2701862"/>
                  <a:pt x="1634776" y="2701862"/>
                </a:cubicBezTo>
                <a:lnTo>
                  <a:pt x="1638967" y="2701862"/>
                </a:lnTo>
                <a:lnTo>
                  <a:pt x="1638967" y="2712911"/>
                </a:lnTo>
                <a:lnTo>
                  <a:pt x="1634776" y="2712911"/>
                </a:lnTo>
                <a:cubicBezTo>
                  <a:pt x="1633347" y="2712911"/>
                  <a:pt x="1632109" y="2711577"/>
                  <a:pt x="1632109" y="2709958"/>
                </a:cubicBezTo>
                <a:lnTo>
                  <a:pt x="1632109" y="2704814"/>
                </a:lnTo>
                <a:close/>
                <a:moveTo>
                  <a:pt x="1594676" y="2603183"/>
                </a:moveTo>
                <a:lnTo>
                  <a:pt x="1594676" y="2587943"/>
                </a:lnTo>
                <a:lnTo>
                  <a:pt x="1609916" y="2587943"/>
                </a:lnTo>
                <a:lnTo>
                  <a:pt x="1609916" y="2603183"/>
                </a:lnTo>
                <a:lnTo>
                  <a:pt x="1594676" y="2603183"/>
                </a:lnTo>
                <a:close/>
                <a:moveTo>
                  <a:pt x="1626489" y="2603183"/>
                </a:moveTo>
                <a:lnTo>
                  <a:pt x="1626489" y="2587943"/>
                </a:lnTo>
                <a:lnTo>
                  <a:pt x="1641729" y="2587943"/>
                </a:lnTo>
                <a:lnTo>
                  <a:pt x="1641729" y="2603183"/>
                </a:lnTo>
                <a:lnTo>
                  <a:pt x="1626489" y="2603183"/>
                </a:lnTo>
                <a:close/>
                <a:moveTo>
                  <a:pt x="1679924" y="2684812"/>
                </a:moveTo>
                <a:lnTo>
                  <a:pt x="1675828" y="2684812"/>
                </a:lnTo>
                <a:cubicBezTo>
                  <a:pt x="1674400" y="2684812"/>
                  <a:pt x="1673257" y="2683478"/>
                  <a:pt x="1673257" y="2681954"/>
                </a:cubicBezTo>
                <a:lnTo>
                  <a:pt x="1673257" y="2677001"/>
                </a:lnTo>
                <a:cubicBezTo>
                  <a:pt x="1673257" y="2675382"/>
                  <a:pt x="1674400" y="2674144"/>
                  <a:pt x="1675828" y="2674144"/>
                </a:cubicBezTo>
                <a:lnTo>
                  <a:pt x="1679924" y="2674144"/>
                </a:lnTo>
                <a:lnTo>
                  <a:pt x="1679924" y="2684907"/>
                </a:lnTo>
                <a:close/>
                <a:moveTo>
                  <a:pt x="1697546" y="2681954"/>
                </a:moveTo>
                <a:cubicBezTo>
                  <a:pt x="1697546" y="2683574"/>
                  <a:pt x="1696403" y="2684812"/>
                  <a:pt x="1694974" y="2684812"/>
                </a:cubicBezTo>
                <a:lnTo>
                  <a:pt x="1692021" y="2684812"/>
                </a:lnTo>
                <a:lnTo>
                  <a:pt x="1692021" y="2674049"/>
                </a:lnTo>
                <a:lnTo>
                  <a:pt x="1694974" y="2674049"/>
                </a:lnTo>
                <a:cubicBezTo>
                  <a:pt x="1696403" y="2674049"/>
                  <a:pt x="1697546" y="2675382"/>
                  <a:pt x="1697546" y="2676906"/>
                </a:cubicBezTo>
                <a:lnTo>
                  <a:pt x="1697546" y="2681859"/>
                </a:lnTo>
                <a:close/>
                <a:moveTo>
                  <a:pt x="1848231" y="2670810"/>
                </a:moveTo>
                <a:cubicBezTo>
                  <a:pt x="1846517" y="2671763"/>
                  <a:pt x="1844421" y="2671096"/>
                  <a:pt x="1843564" y="2669381"/>
                </a:cubicBezTo>
                <a:cubicBezTo>
                  <a:pt x="1843088" y="2668524"/>
                  <a:pt x="1842992" y="2667667"/>
                  <a:pt x="1843278" y="2666714"/>
                </a:cubicBezTo>
                <a:cubicBezTo>
                  <a:pt x="1843564" y="2665857"/>
                  <a:pt x="1844135" y="2665095"/>
                  <a:pt x="1844993" y="2664714"/>
                </a:cubicBezTo>
                <a:lnTo>
                  <a:pt x="1844993" y="2664714"/>
                </a:lnTo>
                <a:cubicBezTo>
                  <a:pt x="1845469" y="2664428"/>
                  <a:pt x="1846040" y="2664333"/>
                  <a:pt x="1846612" y="2664333"/>
                </a:cubicBezTo>
                <a:cubicBezTo>
                  <a:pt x="1847850" y="2664333"/>
                  <a:pt x="1849088" y="2665000"/>
                  <a:pt x="1849660" y="2666143"/>
                </a:cubicBezTo>
                <a:cubicBezTo>
                  <a:pt x="1850517" y="2667857"/>
                  <a:pt x="1849946" y="2669953"/>
                  <a:pt x="1848231" y="2670810"/>
                </a:cubicBezTo>
                <a:close/>
                <a:moveTo>
                  <a:pt x="2104549" y="2686145"/>
                </a:moveTo>
                <a:cubicBezTo>
                  <a:pt x="2104549" y="2687003"/>
                  <a:pt x="2103882" y="2687669"/>
                  <a:pt x="2103025" y="2687669"/>
                </a:cubicBezTo>
                <a:lnTo>
                  <a:pt x="2084642" y="2687669"/>
                </a:lnTo>
                <a:cubicBezTo>
                  <a:pt x="2083784" y="2687669"/>
                  <a:pt x="2083118" y="2687003"/>
                  <a:pt x="2083118" y="2686145"/>
                </a:cubicBezTo>
                <a:lnTo>
                  <a:pt x="2083118" y="2667762"/>
                </a:lnTo>
                <a:cubicBezTo>
                  <a:pt x="2083118" y="2666905"/>
                  <a:pt x="2083784" y="2666238"/>
                  <a:pt x="2084642" y="2666238"/>
                </a:cubicBezTo>
                <a:lnTo>
                  <a:pt x="2103025" y="2666238"/>
                </a:lnTo>
                <a:cubicBezTo>
                  <a:pt x="2103882" y="2666238"/>
                  <a:pt x="2104549" y="2666905"/>
                  <a:pt x="2104549" y="2667762"/>
                </a:cubicBezTo>
                <a:lnTo>
                  <a:pt x="2104549" y="2686145"/>
                </a:lnTo>
                <a:close/>
                <a:moveTo>
                  <a:pt x="2243519" y="2818257"/>
                </a:moveTo>
                <a:cubicBezTo>
                  <a:pt x="2243519" y="2814638"/>
                  <a:pt x="2246471" y="2811780"/>
                  <a:pt x="2249996" y="2811780"/>
                </a:cubicBezTo>
                <a:cubicBezTo>
                  <a:pt x="2253520" y="2811780"/>
                  <a:pt x="2256473" y="2814638"/>
                  <a:pt x="2256473" y="2818257"/>
                </a:cubicBezTo>
                <a:cubicBezTo>
                  <a:pt x="2256473" y="2821877"/>
                  <a:pt x="2253520" y="2824734"/>
                  <a:pt x="2249996" y="2824734"/>
                </a:cubicBezTo>
                <a:cubicBezTo>
                  <a:pt x="2246471" y="2824734"/>
                  <a:pt x="2243519" y="2821781"/>
                  <a:pt x="2243519" y="2818257"/>
                </a:cubicBezTo>
                <a:close/>
                <a:moveTo>
                  <a:pt x="2101215" y="3098102"/>
                </a:moveTo>
                <a:cubicBezTo>
                  <a:pt x="2104263" y="3100388"/>
                  <a:pt x="2108073" y="3101245"/>
                  <a:pt x="2111883" y="3100673"/>
                </a:cubicBezTo>
                <a:cubicBezTo>
                  <a:pt x="2115693" y="3100102"/>
                  <a:pt x="2119027" y="3098102"/>
                  <a:pt x="2121218" y="3094959"/>
                </a:cubicBezTo>
                <a:cubicBezTo>
                  <a:pt x="2125885" y="3088577"/>
                  <a:pt x="2124551" y="3079623"/>
                  <a:pt x="2118170" y="3074956"/>
                </a:cubicBezTo>
                <a:cubicBezTo>
                  <a:pt x="2116265" y="3073622"/>
                  <a:pt x="2114169" y="3072955"/>
                  <a:pt x="2112074" y="3072575"/>
                </a:cubicBezTo>
                <a:lnTo>
                  <a:pt x="2112074" y="3054096"/>
                </a:lnTo>
                <a:lnTo>
                  <a:pt x="2107311" y="3054096"/>
                </a:lnTo>
                <a:lnTo>
                  <a:pt x="2107311" y="3072479"/>
                </a:lnTo>
                <a:cubicBezTo>
                  <a:pt x="2103787" y="3073051"/>
                  <a:pt x="2100453" y="3074956"/>
                  <a:pt x="2098167" y="3078099"/>
                </a:cubicBezTo>
                <a:cubicBezTo>
                  <a:pt x="2093500" y="3084481"/>
                  <a:pt x="2094833" y="3093434"/>
                  <a:pt x="2101215" y="3098102"/>
                </a:cubicBezTo>
                <a:close/>
                <a:moveTo>
                  <a:pt x="2100263" y="3079623"/>
                </a:moveTo>
                <a:cubicBezTo>
                  <a:pt x="2104073" y="3074480"/>
                  <a:pt x="2111407" y="3073337"/>
                  <a:pt x="2116646" y="3077147"/>
                </a:cubicBezTo>
                <a:cubicBezTo>
                  <a:pt x="2119122" y="3078956"/>
                  <a:pt x="2120837" y="3081719"/>
                  <a:pt x="2121313" y="3084767"/>
                </a:cubicBezTo>
                <a:cubicBezTo>
                  <a:pt x="2121789" y="3087815"/>
                  <a:pt x="2121027" y="3090958"/>
                  <a:pt x="2119217" y="3093434"/>
                </a:cubicBezTo>
                <a:cubicBezTo>
                  <a:pt x="2117408" y="3095911"/>
                  <a:pt x="2114645" y="3097625"/>
                  <a:pt x="2111597" y="3098102"/>
                </a:cubicBezTo>
                <a:cubicBezTo>
                  <a:pt x="2111026" y="3098102"/>
                  <a:pt x="2110359" y="3098197"/>
                  <a:pt x="2109788" y="3098197"/>
                </a:cubicBezTo>
                <a:cubicBezTo>
                  <a:pt x="2107311" y="3098197"/>
                  <a:pt x="2104930" y="3097435"/>
                  <a:pt x="2102930" y="3095911"/>
                </a:cubicBezTo>
                <a:cubicBezTo>
                  <a:pt x="2097691" y="3092101"/>
                  <a:pt x="2096643" y="3084767"/>
                  <a:pt x="2100453" y="3079528"/>
                </a:cubicBezTo>
                <a:close/>
                <a:moveTo>
                  <a:pt x="3079052" y="4104227"/>
                </a:moveTo>
                <a:lnTo>
                  <a:pt x="3079052" y="4104227"/>
                </a:lnTo>
                <a:cubicBezTo>
                  <a:pt x="3073813" y="4101179"/>
                  <a:pt x="3067145" y="4102989"/>
                  <a:pt x="3064097" y="4108228"/>
                </a:cubicBezTo>
                <a:cubicBezTo>
                  <a:pt x="3061049" y="4113467"/>
                  <a:pt x="3062859" y="4120134"/>
                  <a:pt x="3068098" y="4123182"/>
                </a:cubicBezTo>
                <a:cubicBezTo>
                  <a:pt x="3069812" y="4124135"/>
                  <a:pt x="3071717" y="4124611"/>
                  <a:pt x="3073527" y="4124611"/>
                </a:cubicBezTo>
                <a:cubicBezTo>
                  <a:pt x="3077337" y="4124611"/>
                  <a:pt x="3080957" y="4122611"/>
                  <a:pt x="3083052" y="4119182"/>
                </a:cubicBezTo>
                <a:cubicBezTo>
                  <a:pt x="3083624" y="4118229"/>
                  <a:pt x="3083814" y="4117181"/>
                  <a:pt x="3084100" y="4116038"/>
                </a:cubicBezTo>
                <a:lnTo>
                  <a:pt x="3114866" y="4116038"/>
                </a:lnTo>
                <a:lnTo>
                  <a:pt x="3114866" y="4111180"/>
                </a:lnTo>
                <a:lnTo>
                  <a:pt x="3084195" y="4111180"/>
                </a:lnTo>
                <a:cubicBezTo>
                  <a:pt x="3083528" y="4108323"/>
                  <a:pt x="3081814" y="4105751"/>
                  <a:pt x="3079052" y="4104132"/>
                </a:cubicBezTo>
                <a:close/>
                <a:moveTo>
                  <a:pt x="3078861" y="4116800"/>
                </a:moveTo>
                <a:cubicBezTo>
                  <a:pt x="3077147" y="4119753"/>
                  <a:pt x="3073337" y="4120801"/>
                  <a:pt x="3070384" y="4119086"/>
                </a:cubicBezTo>
                <a:cubicBezTo>
                  <a:pt x="3067431" y="4117372"/>
                  <a:pt x="3066384" y="4113562"/>
                  <a:pt x="3068098" y="4110609"/>
                </a:cubicBezTo>
                <a:cubicBezTo>
                  <a:pt x="3069241" y="4108609"/>
                  <a:pt x="3071336" y="4107561"/>
                  <a:pt x="3073432" y="4107561"/>
                </a:cubicBezTo>
                <a:cubicBezTo>
                  <a:pt x="3074480" y="4107561"/>
                  <a:pt x="3075527" y="4107847"/>
                  <a:pt x="3076480" y="4108418"/>
                </a:cubicBezTo>
                <a:cubicBezTo>
                  <a:pt x="3079433" y="4110133"/>
                  <a:pt x="3080480" y="4113943"/>
                  <a:pt x="3078766" y="4116896"/>
                </a:cubicBezTo>
                <a:close/>
                <a:moveTo>
                  <a:pt x="682466" y="3504819"/>
                </a:moveTo>
                <a:lnTo>
                  <a:pt x="665321" y="3504819"/>
                </a:lnTo>
                <a:cubicBezTo>
                  <a:pt x="665321" y="3504819"/>
                  <a:pt x="665321" y="3500057"/>
                  <a:pt x="665321" y="3500057"/>
                </a:cubicBezTo>
                <a:lnTo>
                  <a:pt x="682466" y="3500057"/>
                </a:lnTo>
                <a:cubicBezTo>
                  <a:pt x="682466" y="3500057"/>
                  <a:pt x="682466" y="3504819"/>
                  <a:pt x="682466" y="3504819"/>
                </a:cubicBezTo>
                <a:close/>
                <a:moveTo>
                  <a:pt x="2867787" y="1592961"/>
                </a:moveTo>
                <a:cubicBezTo>
                  <a:pt x="2873217" y="1592961"/>
                  <a:pt x="2877598" y="1588580"/>
                  <a:pt x="2877788" y="1583246"/>
                </a:cubicBezTo>
                <a:lnTo>
                  <a:pt x="2928366" y="1582960"/>
                </a:lnTo>
                <a:lnTo>
                  <a:pt x="2934843" y="1597057"/>
                </a:lnTo>
                <a:lnTo>
                  <a:pt x="3003995" y="1597057"/>
                </a:lnTo>
                <a:cubicBezTo>
                  <a:pt x="3004185" y="1597724"/>
                  <a:pt x="3004185" y="1598295"/>
                  <a:pt x="3004471" y="1598962"/>
                </a:cubicBezTo>
                <a:cubicBezTo>
                  <a:pt x="3006852" y="1604010"/>
                  <a:pt x="3012853" y="1606201"/>
                  <a:pt x="3017901" y="1603915"/>
                </a:cubicBezTo>
                <a:lnTo>
                  <a:pt x="3017901" y="1603915"/>
                </a:lnTo>
                <a:cubicBezTo>
                  <a:pt x="3022949" y="1601534"/>
                  <a:pt x="3025140" y="1595533"/>
                  <a:pt x="3022854" y="1590485"/>
                </a:cubicBezTo>
                <a:cubicBezTo>
                  <a:pt x="3021140" y="1586770"/>
                  <a:pt x="3017520" y="1584579"/>
                  <a:pt x="3013615" y="1584579"/>
                </a:cubicBezTo>
                <a:cubicBezTo>
                  <a:pt x="3012186" y="1584579"/>
                  <a:pt x="3010757" y="1584865"/>
                  <a:pt x="3009329" y="1585532"/>
                </a:cubicBezTo>
                <a:cubicBezTo>
                  <a:pt x="3006852" y="1586675"/>
                  <a:pt x="3005042" y="1588675"/>
                  <a:pt x="3004090" y="1591247"/>
                </a:cubicBezTo>
                <a:cubicBezTo>
                  <a:pt x="3003995" y="1591628"/>
                  <a:pt x="3004090" y="1592009"/>
                  <a:pt x="3003899" y="1592294"/>
                </a:cubicBezTo>
                <a:lnTo>
                  <a:pt x="2937796" y="1592294"/>
                </a:lnTo>
                <a:lnTo>
                  <a:pt x="2931224" y="1578197"/>
                </a:lnTo>
                <a:lnTo>
                  <a:pt x="2876550" y="1578483"/>
                </a:lnTo>
                <a:cubicBezTo>
                  <a:pt x="2874931" y="1575149"/>
                  <a:pt x="2871502" y="1572768"/>
                  <a:pt x="2867501" y="1572768"/>
                </a:cubicBezTo>
                <a:cubicBezTo>
                  <a:pt x="2861977" y="1572768"/>
                  <a:pt x="2857405" y="1577340"/>
                  <a:pt x="2857405" y="1582865"/>
                </a:cubicBezTo>
                <a:cubicBezTo>
                  <a:pt x="2857405" y="1588389"/>
                  <a:pt x="2861977" y="1592961"/>
                  <a:pt x="2867501" y="1592961"/>
                </a:cubicBezTo>
                <a:close/>
                <a:moveTo>
                  <a:pt x="3008757" y="1592866"/>
                </a:moveTo>
                <a:cubicBezTo>
                  <a:pt x="3009234" y="1591532"/>
                  <a:pt x="3010281" y="1590485"/>
                  <a:pt x="3011519" y="1589818"/>
                </a:cubicBezTo>
                <a:cubicBezTo>
                  <a:pt x="3014186" y="1588580"/>
                  <a:pt x="3017425" y="1589818"/>
                  <a:pt x="3018663" y="1592390"/>
                </a:cubicBezTo>
                <a:cubicBezTo>
                  <a:pt x="3019901" y="1595057"/>
                  <a:pt x="3018663" y="1598295"/>
                  <a:pt x="3016092" y="1599533"/>
                </a:cubicBezTo>
                <a:cubicBezTo>
                  <a:pt x="3013424" y="1600772"/>
                  <a:pt x="3010186" y="1599533"/>
                  <a:pt x="3008948" y="1596962"/>
                </a:cubicBezTo>
                <a:cubicBezTo>
                  <a:pt x="3008376" y="1595628"/>
                  <a:pt x="3008281" y="1594199"/>
                  <a:pt x="3008757" y="1592866"/>
                </a:cubicBezTo>
                <a:close/>
                <a:moveTo>
                  <a:pt x="2867787" y="1577531"/>
                </a:moveTo>
                <a:cubicBezTo>
                  <a:pt x="2870740" y="1577531"/>
                  <a:pt x="2873121" y="1579912"/>
                  <a:pt x="2873121" y="1582865"/>
                </a:cubicBezTo>
                <a:cubicBezTo>
                  <a:pt x="2873121" y="1585817"/>
                  <a:pt x="2870740" y="1588199"/>
                  <a:pt x="2867787" y="1588199"/>
                </a:cubicBezTo>
                <a:cubicBezTo>
                  <a:pt x="2864834" y="1588199"/>
                  <a:pt x="2862453" y="1585817"/>
                  <a:pt x="2862453" y="1582865"/>
                </a:cubicBezTo>
                <a:cubicBezTo>
                  <a:pt x="2862453" y="1579912"/>
                  <a:pt x="2864834" y="1577531"/>
                  <a:pt x="2867787" y="1577531"/>
                </a:cubicBezTo>
                <a:close/>
                <a:moveTo>
                  <a:pt x="3068098" y="363093"/>
                </a:moveTo>
                <a:lnTo>
                  <a:pt x="3114770" y="410718"/>
                </a:lnTo>
                <a:lnTo>
                  <a:pt x="3114770" y="417481"/>
                </a:lnTo>
                <a:lnTo>
                  <a:pt x="3066098" y="367760"/>
                </a:lnTo>
                <a:lnTo>
                  <a:pt x="3032093" y="367760"/>
                </a:lnTo>
                <a:cubicBezTo>
                  <a:pt x="3031617" y="370904"/>
                  <a:pt x="3030188" y="373952"/>
                  <a:pt x="3027807" y="376333"/>
                </a:cubicBezTo>
                <a:cubicBezTo>
                  <a:pt x="3021711" y="382429"/>
                  <a:pt x="3011900" y="382429"/>
                  <a:pt x="3005804" y="376333"/>
                </a:cubicBezTo>
                <a:cubicBezTo>
                  <a:pt x="2999709" y="370237"/>
                  <a:pt x="2999709" y="360426"/>
                  <a:pt x="3005804" y="354330"/>
                </a:cubicBezTo>
                <a:cubicBezTo>
                  <a:pt x="3011900" y="348234"/>
                  <a:pt x="3021711" y="348234"/>
                  <a:pt x="3027807" y="354330"/>
                </a:cubicBezTo>
                <a:cubicBezTo>
                  <a:pt x="3030188" y="356711"/>
                  <a:pt x="3031617" y="359759"/>
                  <a:pt x="3032093" y="362903"/>
                </a:cubicBezTo>
                <a:lnTo>
                  <a:pt x="3068098" y="362903"/>
                </a:lnTo>
                <a:close/>
                <a:moveTo>
                  <a:pt x="2131981" y="2911507"/>
                </a:moveTo>
                <a:lnTo>
                  <a:pt x="2118932" y="2925413"/>
                </a:lnTo>
                <a:lnTo>
                  <a:pt x="2115407" y="2922175"/>
                </a:lnTo>
                <a:lnTo>
                  <a:pt x="2128457" y="2908268"/>
                </a:lnTo>
                <a:lnTo>
                  <a:pt x="2131981" y="2911507"/>
                </a:lnTo>
                <a:close/>
                <a:moveTo>
                  <a:pt x="2254663" y="2855690"/>
                </a:moveTo>
                <a:lnTo>
                  <a:pt x="2258187" y="2858834"/>
                </a:lnTo>
                <a:lnTo>
                  <a:pt x="2245519" y="2873121"/>
                </a:lnTo>
                <a:lnTo>
                  <a:pt x="2241995" y="2869978"/>
                </a:lnTo>
                <a:lnTo>
                  <a:pt x="2254663" y="2855690"/>
                </a:lnTo>
                <a:close/>
                <a:moveTo>
                  <a:pt x="2132267" y="3125629"/>
                </a:moveTo>
                <a:cubicBezTo>
                  <a:pt x="2135315" y="3127915"/>
                  <a:pt x="2139125" y="3128772"/>
                  <a:pt x="2142935" y="3128201"/>
                </a:cubicBezTo>
                <a:cubicBezTo>
                  <a:pt x="2146745" y="3127629"/>
                  <a:pt x="2150078" y="3125629"/>
                  <a:pt x="2152269" y="3122486"/>
                </a:cubicBezTo>
                <a:cubicBezTo>
                  <a:pt x="2156936" y="3116104"/>
                  <a:pt x="2155603" y="3107150"/>
                  <a:pt x="2149221" y="3102483"/>
                </a:cubicBezTo>
                <a:cubicBezTo>
                  <a:pt x="2146649" y="3100578"/>
                  <a:pt x="2143697" y="3099721"/>
                  <a:pt x="2140744" y="3099721"/>
                </a:cubicBezTo>
                <a:cubicBezTo>
                  <a:pt x="2136362" y="3099721"/>
                  <a:pt x="2131981" y="3101721"/>
                  <a:pt x="2129123" y="3105531"/>
                </a:cubicBezTo>
                <a:cubicBezTo>
                  <a:pt x="2124456" y="3111913"/>
                  <a:pt x="2125790" y="3120867"/>
                  <a:pt x="2132171" y="3125534"/>
                </a:cubicBezTo>
                <a:close/>
                <a:moveTo>
                  <a:pt x="2131314" y="3107150"/>
                </a:moveTo>
                <a:cubicBezTo>
                  <a:pt x="2135124" y="3102007"/>
                  <a:pt x="2142458" y="3100864"/>
                  <a:pt x="2147697" y="3104674"/>
                </a:cubicBezTo>
                <a:cubicBezTo>
                  <a:pt x="2150174" y="3106484"/>
                  <a:pt x="2151888" y="3109246"/>
                  <a:pt x="2152364" y="3112294"/>
                </a:cubicBezTo>
                <a:cubicBezTo>
                  <a:pt x="2152841" y="3115342"/>
                  <a:pt x="2152079" y="3118485"/>
                  <a:pt x="2150269" y="3120962"/>
                </a:cubicBezTo>
                <a:cubicBezTo>
                  <a:pt x="2148459" y="3123438"/>
                  <a:pt x="2145697" y="3125153"/>
                  <a:pt x="2142649" y="3125629"/>
                </a:cubicBezTo>
                <a:cubicBezTo>
                  <a:pt x="2142077" y="3125629"/>
                  <a:pt x="2141411" y="3125724"/>
                  <a:pt x="2140839" y="3125724"/>
                </a:cubicBezTo>
                <a:cubicBezTo>
                  <a:pt x="2138363" y="3125724"/>
                  <a:pt x="2135981" y="3124962"/>
                  <a:pt x="2133981" y="3123438"/>
                </a:cubicBezTo>
                <a:cubicBezTo>
                  <a:pt x="2128742" y="3119628"/>
                  <a:pt x="2127695" y="3112294"/>
                  <a:pt x="2131505" y="3107055"/>
                </a:cubicBezTo>
                <a:close/>
                <a:moveTo>
                  <a:pt x="2133695" y="3114104"/>
                </a:moveTo>
                <a:cubicBezTo>
                  <a:pt x="2133695" y="3110198"/>
                  <a:pt x="2136839" y="3107055"/>
                  <a:pt x="2140744" y="3107055"/>
                </a:cubicBezTo>
                <a:cubicBezTo>
                  <a:pt x="2144649" y="3107055"/>
                  <a:pt x="2147792" y="3110198"/>
                  <a:pt x="2147792" y="3114104"/>
                </a:cubicBezTo>
                <a:cubicBezTo>
                  <a:pt x="2147792" y="3118009"/>
                  <a:pt x="2144649" y="3121152"/>
                  <a:pt x="2140744" y="3121152"/>
                </a:cubicBezTo>
                <a:cubicBezTo>
                  <a:pt x="2136839" y="3121152"/>
                  <a:pt x="2133695" y="3118009"/>
                  <a:pt x="2133695" y="3114104"/>
                </a:cubicBezTo>
                <a:close/>
                <a:moveTo>
                  <a:pt x="2731294" y="919448"/>
                </a:moveTo>
                <a:cubicBezTo>
                  <a:pt x="2741295" y="919448"/>
                  <a:pt x="2749392" y="911352"/>
                  <a:pt x="2749392" y="901351"/>
                </a:cubicBezTo>
                <a:cubicBezTo>
                  <a:pt x="2749392" y="891350"/>
                  <a:pt x="2741295" y="883253"/>
                  <a:pt x="2731294" y="883253"/>
                </a:cubicBezTo>
                <a:cubicBezTo>
                  <a:pt x="2721293" y="883253"/>
                  <a:pt x="2713196" y="891350"/>
                  <a:pt x="2713196" y="901351"/>
                </a:cubicBezTo>
                <a:cubicBezTo>
                  <a:pt x="2713196" y="904208"/>
                  <a:pt x="2713959" y="906875"/>
                  <a:pt x="2715101" y="909257"/>
                </a:cubicBezTo>
                <a:lnTo>
                  <a:pt x="2689479" y="935355"/>
                </a:lnTo>
                <a:lnTo>
                  <a:pt x="2689479" y="1026795"/>
                </a:lnTo>
                <a:cubicBezTo>
                  <a:pt x="2689479" y="1026795"/>
                  <a:pt x="2627757" y="1089851"/>
                  <a:pt x="2627757" y="1089851"/>
                </a:cubicBezTo>
                <a:lnTo>
                  <a:pt x="2514981" y="1089851"/>
                </a:lnTo>
                <a:lnTo>
                  <a:pt x="2498979" y="1071563"/>
                </a:lnTo>
                <a:lnTo>
                  <a:pt x="2313908" y="1071563"/>
                </a:lnTo>
                <a:cubicBezTo>
                  <a:pt x="2312956" y="1066419"/>
                  <a:pt x="2308574" y="1062419"/>
                  <a:pt x="2303145" y="1062419"/>
                </a:cubicBezTo>
                <a:lnTo>
                  <a:pt x="2271522" y="1062419"/>
                </a:lnTo>
                <a:cubicBezTo>
                  <a:pt x="2266283" y="1062419"/>
                  <a:pt x="2262092" y="1066133"/>
                  <a:pt x="2260854" y="1070991"/>
                </a:cubicBezTo>
                <a:lnTo>
                  <a:pt x="2170367" y="1072325"/>
                </a:lnTo>
                <a:lnTo>
                  <a:pt x="2146268" y="1093756"/>
                </a:lnTo>
                <a:lnTo>
                  <a:pt x="2145411" y="1152906"/>
                </a:lnTo>
                <a:lnTo>
                  <a:pt x="2128076" y="1166717"/>
                </a:lnTo>
                <a:cubicBezTo>
                  <a:pt x="2124742" y="1163384"/>
                  <a:pt x="2120456" y="1161288"/>
                  <a:pt x="2115693" y="1160907"/>
                </a:cubicBezTo>
                <a:cubicBezTo>
                  <a:pt x="2115122" y="1160907"/>
                  <a:pt x="2114645" y="1160907"/>
                  <a:pt x="2114074" y="1160907"/>
                </a:cubicBezTo>
                <a:cubicBezTo>
                  <a:pt x="2109311" y="1160907"/>
                  <a:pt x="2104835" y="1162622"/>
                  <a:pt x="2101120" y="1165670"/>
                </a:cubicBezTo>
                <a:cubicBezTo>
                  <a:pt x="2097024" y="1169099"/>
                  <a:pt x="2094643" y="1173956"/>
                  <a:pt x="2094167" y="1179290"/>
                </a:cubicBezTo>
                <a:cubicBezTo>
                  <a:pt x="2093976" y="1182148"/>
                  <a:pt x="2094357" y="1185005"/>
                  <a:pt x="2095310" y="1187577"/>
                </a:cubicBezTo>
                <a:lnTo>
                  <a:pt x="1994821" y="1272731"/>
                </a:lnTo>
                <a:lnTo>
                  <a:pt x="1937480" y="1271873"/>
                </a:lnTo>
                <a:lnTo>
                  <a:pt x="1926336" y="1252633"/>
                </a:lnTo>
                <a:lnTo>
                  <a:pt x="1800225" y="1252633"/>
                </a:lnTo>
                <a:cubicBezTo>
                  <a:pt x="1800035" y="1251871"/>
                  <a:pt x="1800035" y="1251014"/>
                  <a:pt x="1799653" y="1250252"/>
                </a:cubicBezTo>
                <a:cubicBezTo>
                  <a:pt x="1796796" y="1244156"/>
                  <a:pt x="1789462" y="1241679"/>
                  <a:pt x="1783461" y="1244537"/>
                </a:cubicBezTo>
                <a:cubicBezTo>
                  <a:pt x="1777365" y="1247394"/>
                  <a:pt x="1774889" y="1254728"/>
                  <a:pt x="1777746" y="1260729"/>
                </a:cubicBezTo>
                <a:cubicBezTo>
                  <a:pt x="1780603" y="1266825"/>
                  <a:pt x="1787938" y="1269302"/>
                  <a:pt x="1793939" y="1266444"/>
                </a:cubicBezTo>
                <a:cubicBezTo>
                  <a:pt x="1796891" y="1265015"/>
                  <a:pt x="1798987" y="1262539"/>
                  <a:pt x="1800035" y="1259681"/>
                </a:cubicBezTo>
                <a:lnTo>
                  <a:pt x="1922240" y="1259681"/>
                </a:lnTo>
                <a:cubicBezTo>
                  <a:pt x="1922240" y="1259681"/>
                  <a:pt x="1933289" y="1278827"/>
                  <a:pt x="1933289" y="1278827"/>
                </a:cubicBezTo>
                <a:lnTo>
                  <a:pt x="1997393" y="1279779"/>
                </a:lnTo>
                <a:lnTo>
                  <a:pt x="2099024" y="1193768"/>
                </a:lnTo>
                <a:cubicBezTo>
                  <a:pt x="2106168" y="1202055"/>
                  <a:pt x="2118741" y="1203008"/>
                  <a:pt x="2127123" y="1195959"/>
                </a:cubicBezTo>
                <a:cubicBezTo>
                  <a:pt x="2131219" y="1192530"/>
                  <a:pt x="2133600" y="1187672"/>
                  <a:pt x="2134076" y="1182338"/>
                </a:cubicBezTo>
                <a:cubicBezTo>
                  <a:pt x="2134362" y="1178909"/>
                  <a:pt x="2133695" y="1175576"/>
                  <a:pt x="2132267" y="1172528"/>
                </a:cubicBezTo>
                <a:lnTo>
                  <a:pt x="2152650" y="1156526"/>
                </a:lnTo>
                <a:lnTo>
                  <a:pt x="2153507" y="1096899"/>
                </a:lnTo>
                <a:lnTo>
                  <a:pt x="2173224" y="1079373"/>
                </a:lnTo>
                <a:lnTo>
                  <a:pt x="2260759" y="1078135"/>
                </a:lnTo>
                <a:cubicBezTo>
                  <a:pt x="2261521" y="1083564"/>
                  <a:pt x="2265998" y="1087850"/>
                  <a:pt x="2271617" y="1087850"/>
                </a:cubicBezTo>
                <a:lnTo>
                  <a:pt x="2303240" y="1087850"/>
                </a:lnTo>
                <a:cubicBezTo>
                  <a:pt x="2308670" y="1087850"/>
                  <a:pt x="2313051" y="1083850"/>
                  <a:pt x="2314004" y="1078706"/>
                </a:cubicBezTo>
                <a:lnTo>
                  <a:pt x="2495836" y="1078706"/>
                </a:lnTo>
                <a:lnTo>
                  <a:pt x="2511838" y="1096994"/>
                </a:lnTo>
                <a:lnTo>
                  <a:pt x="2630805" y="1096994"/>
                </a:lnTo>
                <a:lnTo>
                  <a:pt x="2696909" y="1029652"/>
                </a:lnTo>
                <a:lnTo>
                  <a:pt x="2696909" y="938594"/>
                </a:lnTo>
                <a:cubicBezTo>
                  <a:pt x="2696909" y="938594"/>
                  <a:pt x="2719578" y="914972"/>
                  <a:pt x="2719578" y="914972"/>
                </a:cubicBezTo>
                <a:cubicBezTo>
                  <a:pt x="2722721" y="917734"/>
                  <a:pt x="2726817" y="919448"/>
                  <a:pt x="2731389" y="919448"/>
                </a:cubicBezTo>
                <a:close/>
                <a:moveTo>
                  <a:pt x="2122456" y="1190530"/>
                </a:moveTo>
                <a:cubicBezTo>
                  <a:pt x="2120075" y="1192625"/>
                  <a:pt x="2117122" y="1193578"/>
                  <a:pt x="2114169" y="1193578"/>
                </a:cubicBezTo>
                <a:cubicBezTo>
                  <a:pt x="2110550" y="1193578"/>
                  <a:pt x="2106930" y="1192054"/>
                  <a:pt x="2104358" y="1189101"/>
                </a:cubicBezTo>
                <a:cubicBezTo>
                  <a:pt x="2102168" y="1186529"/>
                  <a:pt x="2101025" y="1183196"/>
                  <a:pt x="2101310" y="1179767"/>
                </a:cubicBezTo>
                <a:cubicBezTo>
                  <a:pt x="2101596" y="1176338"/>
                  <a:pt x="2103120" y="1173290"/>
                  <a:pt x="2105787" y="1171004"/>
                </a:cubicBezTo>
                <a:cubicBezTo>
                  <a:pt x="2108359" y="1168813"/>
                  <a:pt x="2111693" y="1167765"/>
                  <a:pt x="2115122" y="1167956"/>
                </a:cubicBezTo>
                <a:cubicBezTo>
                  <a:pt x="2118551" y="1168241"/>
                  <a:pt x="2121599" y="1169765"/>
                  <a:pt x="2123885" y="1172432"/>
                </a:cubicBezTo>
                <a:cubicBezTo>
                  <a:pt x="2126075" y="1175004"/>
                  <a:pt x="2127218" y="1178338"/>
                  <a:pt x="2126933" y="1181767"/>
                </a:cubicBezTo>
                <a:cubicBezTo>
                  <a:pt x="2126647" y="1185196"/>
                  <a:pt x="2125123" y="1188244"/>
                  <a:pt x="2122456" y="1190530"/>
                </a:cubicBezTo>
                <a:close/>
                <a:moveTo>
                  <a:pt x="2307241" y="1076706"/>
                </a:moveTo>
                <a:cubicBezTo>
                  <a:pt x="2307241" y="1078897"/>
                  <a:pt x="2305431" y="1080707"/>
                  <a:pt x="2303240" y="1080707"/>
                </a:cubicBezTo>
                <a:lnTo>
                  <a:pt x="2271617" y="1080707"/>
                </a:lnTo>
                <a:cubicBezTo>
                  <a:pt x="2269427" y="1080707"/>
                  <a:pt x="2267617" y="1078897"/>
                  <a:pt x="2267617" y="1076706"/>
                </a:cubicBezTo>
                <a:lnTo>
                  <a:pt x="2267617" y="1073658"/>
                </a:lnTo>
                <a:cubicBezTo>
                  <a:pt x="2267617" y="1071467"/>
                  <a:pt x="2269427" y="1069658"/>
                  <a:pt x="2271617" y="1069658"/>
                </a:cubicBezTo>
                <a:lnTo>
                  <a:pt x="2303240" y="1069658"/>
                </a:lnTo>
                <a:cubicBezTo>
                  <a:pt x="2305431" y="1069658"/>
                  <a:pt x="2307241" y="1071467"/>
                  <a:pt x="2307241" y="1073658"/>
                </a:cubicBezTo>
                <a:lnTo>
                  <a:pt x="2307241" y="1076706"/>
                </a:lnTo>
                <a:close/>
                <a:moveTo>
                  <a:pt x="2731294" y="888302"/>
                </a:moveTo>
                <a:cubicBezTo>
                  <a:pt x="2738438" y="888302"/>
                  <a:pt x="2744248" y="894112"/>
                  <a:pt x="2744248" y="901256"/>
                </a:cubicBezTo>
                <a:cubicBezTo>
                  <a:pt x="2744248" y="908399"/>
                  <a:pt x="2738438" y="914210"/>
                  <a:pt x="2731294" y="914210"/>
                </a:cubicBezTo>
                <a:cubicBezTo>
                  <a:pt x="2724150" y="914210"/>
                  <a:pt x="2718340" y="908399"/>
                  <a:pt x="2718340" y="901256"/>
                </a:cubicBezTo>
                <a:cubicBezTo>
                  <a:pt x="2718340" y="894112"/>
                  <a:pt x="2724150" y="888302"/>
                  <a:pt x="2731294" y="888302"/>
                </a:cubicBezTo>
                <a:close/>
                <a:moveTo>
                  <a:pt x="2569559" y="1041940"/>
                </a:moveTo>
                <a:cubicBezTo>
                  <a:pt x="2570512" y="1049655"/>
                  <a:pt x="2565083" y="1056704"/>
                  <a:pt x="2557367" y="1057751"/>
                </a:cubicBezTo>
                <a:cubicBezTo>
                  <a:pt x="2549652" y="1058799"/>
                  <a:pt x="2542604" y="1053275"/>
                  <a:pt x="2541556" y="1045559"/>
                </a:cubicBezTo>
                <a:cubicBezTo>
                  <a:pt x="2540603" y="1037844"/>
                  <a:pt x="2546033" y="1030796"/>
                  <a:pt x="2553748" y="1029748"/>
                </a:cubicBezTo>
                <a:cubicBezTo>
                  <a:pt x="2561463" y="1028795"/>
                  <a:pt x="2568512" y="1034225"/>
                  <a:pt x="2569559" y="1041940"/>
                </a:cubicBezTo>
                <a:close/>
                <a:moveTo>
                  <a:pt x="2133029" y="2763584"/>
                </a:moveTo>
                <a:lnTo>
                  <a:pt x="2130933" y="2761584"/>
                </a:lnTo>
                <a:lnTo>
                  <a:pt x="2116646" y="2761584"/>
                </a:lnTo>
                <a:lnTo>
                  <a:pt x="2116646" y="2756821"/>
                </a:lnTo>
                <a:lnTo>
                  <a:pt x="2132838" y="2756821"/>
                </a:lnTo>
                <a:lnTo>
                  <a:pt x="2136267" y="2760059"/>
                </a:lnTo>
                <a:lnTo>
                  <a:pt x="2133029" y="2763584"/>
                </a:lnTo>
                <a:close/>
                <a:moveTo>
                  <a:pt x="2912269" y="1473422"/>
                </a:moveTo>
                <a:lnTo>
                  <a:pt x="2912269" y="1488472"/>
                </a:lnTo>
                <a:cubicBezTo>
                  <a:pt x="2912269" y="1492853"/>
                  <a:pt x="2908745" y="1496378"/>
                  <a:pt x="2904363" y="1496378"/>
                </a:cubicBezTo>
                <a:lnTo>
                  <a:pt x="2889313" y="1496378"/>
                </a:lnTo>
                <a:cubicBezTo>
                  <a:pt x="2884932" y="1496378"/>
                  <a:pt x="2881408" y="1492853"/>
                  <a:pt x="2881408" y="1488472"/>
                </a:cubicBezTo>
                <a:lnTo>
                  <a:pt x="2881408" y="1473422"/>
                </a:lnTo>
                <a:cubicBezTo>
                  <a:pt x="2881408" y="1469041"/>
                  <a:pt x="2884932" y="1465517"/>
                  <a:pt x="2889313" y="1465517"/>
                </a:cubicBezTo>
                <a:lnTo>
                  <a:pt x="2904363" y="1465517"/>
                </a:lnTo>
                <a:cubicBezTo>
                  <a:pt x="2908745" y="1465517"/>
                  <a:pt x="2912269" y="1469041"/>
                  <a:pt x="2912269" y="1473422"/>
                </a:cubicBezTo>
                <a:close/>
                <a:moveTo>
                  <a:pt x="3024759" y="3625787"/>
                </a:moveTo>
                <a:lnTo>
                  <a:pt x="3114770" y="3625787"/>
                </a:lnTo>
                <a:lnTo>
                  <a:pt x="3114770" y="3621024"/>
                </a:lnTo>
                <a:lnTo>
                  <a:pt x="3026474" y="3621024"/>
                </a:lnTo>
                <a:lnTo>
                  <a:pt x="2996565" y="3595021"/>
                </a:lnTo>
                <a:lnTo>
                  <a:pt x="2996565" y="3505676"/>
                </a:lnTo>
                <a:cubicBezTo>
                  <a:pt x="2999423" y="3505200"/>
                  <a:pt x="3001899" y="3503771"/>
                  <a:pt x="3003613" y="3501485"/>
                </a:cubicBezTo>
                <a:cubicBezTo>
                  <a:pt x="3007233" y="3496723"/>
                  <a:pt x="3006280" y="3489770"/>
                  <a:pt x="3001518" y="3486150"/>
                </a:cubicBezTo>
                <a:cubicBezTo>
                  <a:pt x="2999137" y="3484340"/>
                  <a:pt x="2996279" y="3483674"/>
                  <a:pt x="2993422" y="3484055"/>
                </a:cubicBezTo>
                <a:cubicBezTo>
                  <a:pt x="2990564" y="3484436"/>
                  <a:pt x="2987993" y="3485960"/>
                  <a:pt x="2986183" y="3488341"/>
                </a:cubicBezTo>
                <a:cubicBezTo>
                  <a:pt x="2982563" y="3493103"/>
                  <a:pt x="2983516" y="3500057"/>
                  <a:pt x="2988278" y="3503676"/>
                </a:cubicBezTo>
                <a:cubicBezTo>
                  <a:pt x="2989326" y="3504534"/>
                  <a:pt x="2990564" y="3505010"/>
                  <a:pt x="2991803" y="3505391"/>
                </a:cubicBezTo>
                <a:lnTo>
                  <a:pt x="2991803" y="3597307"/>
                </a:lnTo>
                <a:lnTo>
                  <a:pt x="3024664" y="3625882"/>
                </a:lnTo>
                <a:close/>
                <a:moveTo>
                  <a:pt x="2991136" y="3499866"/>
                </a:moveTo>
                <a:cubicBezTo>
                  <a:pt x="2988374" y="3497771"/>
                  <a:pt x="2987897" y="3493961"/>
                  <a:pt x="2989898" y="3491198"/>
                </a:cubicBezTo>
                <a:cubicBezTo>
                  <a:pt x="2990850" y="3489865"/>
                  <a:pt x="2992374" y="3489008"/>
                  <a:pt x="2993993" y="3488817"/>
                </a:cubicBezTo>
                <a:cubicBezTo>
                  <a:pt x="2994279" y="3488817"/>
                  <a:pt x="2994565" y="3488817"/>
                  <a:pt x="2994851" y="3488817"/>
                </a:cubicBezTo>
                <a:cubicBezTo>
                  <a:pt x="2996184" y="3488817"/>
                  <a:pt x="2997518" y="3489293"/>
                  <a:pt x="2998565" y="3490055"/>
                </a:cubicBezTo>
                <a:cubicBezTo>
                  <a:pt x="3001328" y="3492151"/>
                  <a:pt x="3001804" y="3495961"/>
                  <a:pt x="2999804" y="3498723"/>
                </a:cubicBezTo>
                <a:cubicBezTo>
                  <a:pt x="2998851" y="3500057"/>
                  <a:pt x="2997327" y="3500914"/>
                  <a:pt x="2995708" y="3501104"/>
                </a:cubicBezTo>
                <a:cubicBezTo>
                  <a:pt x="2994088" y="3501390"/>
                  <a:pt x="2992469" y="3500914"/>
                  <a:pt x="2991136" y="3499961"/>
                </a:cubicBezTo>
                <a:close/>
                <a:moveTo>
                  <a:pt x="2669000" y="3384423"/>
                </a:moveTo>
                <a:cubicBezTo>
                  <a:pt x="2669953" y="3384613"/>
                  <a:pt x="2671001" y="3384804"/>
                  <a:pt x="2671953" y="3384804"/>
                </a:cubicBezTo>
                <a:cubicBezTo>
                  <a:pt x="2674239" y="3384804"/>
                  <a:pt x="2676525" y="3384137"/>
                  <a:pt x="2678525" y="3382994"/>
                </a:cubicBezTo>
                <a:cubicBezTo>
                  <a:pt x="2678811" y="3382804"/>
                  <a:pt x="2679002" y="3382518"/>
                  <a:pt x="2679192" y="3382328"/>
                </a:cubicBezTo>
                <a:lnTo>
                  <a:pt x="2772251" y="3467576"/>
                </a:lnTo>
                <a:lnTo>
                  <a:pt x="2772918" y="3468243"/>
                </a:lnTo>
                <a:lnTo>
                  <a:pt x="2883599" y="3468243"/>
                </a:lnTo>
                <a:cubicBezTo>
                  <a:pt x="2883599" y="3468243"/>
                  <a:pt x="2922270" y="3499390"/>
                  <a:pt x="2922270" y="3499390"/>
                </a:cubicBezTo>
                <a:lnTo>
                  <a:pt x="2922651" y="3584734"/>
                </a:lnTo>
                <a:lnTo>
                  <a:pt x="2919413" y="3584734"/>
                </a:lnTo>
                <a:cubicBezTo>
                  <a:pt x="2916079" y="3584734"/>
                  <a:pt x="2913412" y="3587401"/>
                  <a:pt x="2913412" y="3590735"/>
                </a:cubicBezTo>
                <a:lnTo>
                  <a:pt x="2913412" y="3601784"/>
                </a:lnTo>
                <a:cubicBezTo>
                  <a:pt x="2913412" y="3605117"/>
                  <a:pt x="2916079" y="3607784"/>
                  <a:pt x="2919413" y="3607784"/>
                </a:cubicBezTo>
                <a:lnTo>
                  <a:pt x="2930462" y="3607784"/>
                </a:lnTo>
                <a:cubicBezTo>
                  <a:pt x="2933795" y="3607784"/>
                  <a:pt x="2936462" y="3605117"/>
                  <a:pt x="2936462" y="3601784"/>
                </a:cubicBezTo>
                <a:lnTo>
                  <a:pt x="2936462" y="3590735"/>
                </a:lnTo>
                <a:cubicBezTo>
                  <a:pt x="2936462" y="3587401"/>
                  <a:pt x="2933795" y="3584734"/>
                  <a:pt x="2930462" y="3584734"/>
                </a:cubicBezTo>
                <a:lnTo>
                  <a:pt x="2927413" y="3584734"/>
                </a:lnTo>
                <a:lnTo>
                  <a:pt x="2927033" y="3497104"/>
                </a:lnTo>
                <a:lnTo>
                  <a:pt x="2885980" y="3464052"/>
                </a:lnTo>
                <a:lnTo>
                  <a:pt x="2885313" y="3463480"/>
                </a:lnTo>
                <a:lnTo>
                  <a:pt x="2774728" y="3463480"/>
                </a:lnTo>
                <a:cubicBezTo>
                  <a:pt x="2774728" y="3463480"/>
                  <a:pt x="2682430" y="3378803"/>
                  <a:pt x="2682430" y="3378803"/>
                </a:cubicBezTo>
                <a:cubicBezTo>
                  <a:pt x="2683097" y="3377660"/>
                  <a:pt x="2683764" y="3376517"/>
                  <a:pt x="2684145" y="3375184"/>
                </a:cubicBezTo>
                <a:cubicBezTo>
                  <a:pt x="2684907" y="3371945"/>
                  <a:pt x="2684431" y="3368517"/>
                  <a:pt x="2682621" y="3365659"/>
                </a:cubicBezTo>
                <a:cubicBezTo>
                  <a:pt x="2680907" y="3362801"/>
                  <a:pt x="2678144" y="3360801"/>
                  <a:pt x="2674811" y="3360039"/>
                </a:cubicBezTo>
                <a:cubicBezTo>
                  <a:pt x="2671572" y="3359277"/>
                  <a:pt x="2668143" y="3359753"/>
                  <a:pt x="2665286" y="3361563"/>
                </a:cubicBezTo>
                <a:cubicBezTo>
                  <a:pt x="2662428" y="3363278"/>
                  <a:pt x="2660428" y="3366040"/>
                  <a:pt x="2659571" y="3369374"/>
                </a:cubicBezTo>
                <a:cubicBezTo>
                  <a:pt x="2658809" y="3372612"/>
                  <a:pt x="2659285" y="3376041"/>
                  <a:pt x="2661095" y="3378899"/>
                </a:cubicBezTo>
                <a:cubicBezTo>
                  <a:pt x="2662809" y="3381756"/>
                  <a:pt x="2665571" y="3383756"/>
                  <a:pt x="2668905" y="3384518"/>
                </a:cubicBezTo>
                <a:close/>
                <a:moveTo>
                  <a:pt x="2930557" y="3589401"/>
                </a:moveTo>
                <a:cubicBezTo>
                  <a:pt x="2931224" y="3589401"/>
                  <a:pt x="2931795" y="3589973"/>
                  <a:pt x="2931795" y="3590639"/>
                </a:cubicBezTo>
                <a:lnTo>
                  <a:pt x="2931795" y="3601688"/>
                </a:lnTo>
                <a:cubicBezTo>
                  <a:pt x="2931795" y="3602355"/>
                  <a:pt x="2931224" y="3602927"/>
                  <a:pt x="2930557" y="3602927"/>
                </a:cubicBezTo>
                <a:lnTo>
                  <a:pt x="2919508" y="3602927"/>
                </a:lnTo>
                <a:cubicBezTo>
                  <a:pt x="2918841" y="3602927"/>
                  <a:pt x="2918270" y="3602355"/>
                  <a:pt x="2918270" y="3601688"/>
                </a:cubicBezTo>
                <a:lnTo>
                  <a:pt x="2918270" y="3590639"/>
                </a:lnTo>
                <a:cubicBezTo>
                  <a:pt x="2918270" y="3589973"/>
                  <a:pt x="2918841" y="3589401"/>
                  <a:pt x="2919508" y="3589401"/>
                </a:cubicBezTo>
                <a:lnTo>
                  <a:pt x="2930557" y="3589401"/>
                </a:lnTo>
                <a:close/>
                <a:moveTo>
                  <a:pt x="2664333" y="3370421"/>
                </a:moveTo>
                <a:cubicBezTo>
                  <a:pt x="2664809" y="3368421"/>
                  <a:pt x="2666048" y="3366707"/>
                  <a:pt x="2667857" y="3365563"/>
                </a:cubicBezTo>
                <a:cubicBezTo>
                  <a:pt x="2669096" y="3364802"/>
                  <a:pt x="2670524" y="3364421"/>
                  <a:pt x="2671953" y="3364421"/>
                </a:cubicBezTo>
                <a:cubicBezTo>
                  <a:pt x="2672525" y="3364421"/>
                  <a:pt x="2673192" y="3364421"/>
                  <a:pt x="2673763" y="3364611"/>
                </a:cubicBezTo>
                <a:lnTo>
                  <a:pt x="2673763" y="3364611"/>
                </a:lnTo>
                <a:cubicBezTo>
                  <a:pt x="2675763" y="3365087"/>
                  <a:pt x="2677478" y="3366326"/>
                  <a:pt x="2678621" y="3368135"/>
                </a:cubicBezTo>
                <a:cubicBezTo>
                  <a:pt x="2679668" y="3369945"/>
                  <a:pt x="2680049" y="3372041"/>
                  <a:pt x="2679573" y="3374041"/>
                </a:cubicBezTo>
                <a:cubicBezTo>
                  <a:pt x="2679097" y="3376041"/>
                  <a:pt x="2677859" y="3377755"/>
                  <a:pt x="2676049" y="3378899"/>
                </a:cubicBezTo>
                <a:cubicBezTo>
                  <a:pt x="2674239" y="3379946"/>
                  <a:pt x="2672144" y="3380327"/>
                  <a:pt x="2670143" y="3379851"/>
                </a:cubicBezTo>
                <a:cubicBezTo>
                  <a:pt x="2668143" y="3379375"/>
                  <a:pt x="2666429" y="3378137"/>
                  <a:pt x="2665286" y="3376327"/>
                </a:cubicBezTo>
                <a:cubicBezTo>
                  <a:pt x="2664238" y="3374517"/>
                  <a:pt x="2663857" y="3372422"/>
                  <a:pt x="2664333" y="3370421"/>
                </a:cubicBezTo>
                <a:close/>
                <a:moveTo>
                  <a:pt x="2899791" y="1550956"/>
                </a:moveTo>
                <a:lnTo>
                  <a:pt x="2955988" y="1550956"/>
                </a:lnTo>
                <a:cubicBezTo>
                  <a:pt x="2957132" y="1555337"/>
                  <a:pt x="2960846" y="1558671"/>
                  <a:pt x="2965609" y="1558671"/>
                </a:cubicBezTo>
                <a:cubicBezTo>
                  <a:pt x="2971229" y="1558671"/>
                  <a:pt x="2975705" y="1554099"/>
                  <a:pt x="2975705" y="1548575"/>
                </a:cubicBezTo>
                <a:cubicBezTo>
                  <a:pt x="2975705" y="1543050"/>
                  <a:pt x="2971134" y="1538478"/>
                  <a:pt x="2965609" y="1538478"/>
                </a:cubicBezTo>
                <a:cubicBezTo>
                  <a:pt x="2960846" y="1538478"/>
                  <a:pt x="2957036" y="1541812"/>
                  <a:pt x="2955988" y="1546193"/>
                </a:cubicBezTo>
                <a:lnTo>
                  <a:pt x="2896743" y="1546193"/>
                </a:lnTo>
                <a:lnTo>
                  <a:pt x="2890266" y="1560290"/>
                </a:lnTo>
                <a:lnTo>
                  <a:pt x="2828925" y="1560100"/>
                </a:lnTo>
                <a:cubicBezTo>
                  <a:pt x="2827782" y="1555814"/>
                  <a:pt x="2823972" y="1552575"/>
                  <a:pt x="2819305" y="1552575"/>
                </a:cubicBezTo>
                <a:cubicBezTo>
                  <a:pt x="2813685" y="1552575"/>
                  <a:pt x="2809209" y="1557147"/>
                  <a:pt x="2809209" y="1562672"/>
                </a:cubicBezTo>
                <a:cubicBezTo>
                  <a:pt x="2809209" y="1568196"/>
                  <a:pt x="2813780" y="1572768"/>
                  <a:pt x="2819305" y="1572768"/>
                </a:cubicBezTo>
                <a:cubicBezTo>
                  <a:pt x="2824067" y="1572768"/>
                  <a:pt x="2827973" y="1569339"/>
                  <a:pt x="2829020" y="1564862"/>
                </a:cubicBezTo>
                <a:lnTo>
                  <a:pt x="2893314" y="1565053"/>
                </a:lnTo>
                <a:lnTo>
                  <a:pt x="2899791" y="1550956"/>
                </a:lnTo>
                <a:close/>
                <a:moveTo>
                  <a:pt x="2965704" y="1543241"/>
                </a:moveTo>
                <a:cubicBezTo>
                  <a:pt x="2968657" y="1543241"/>
                  <a:pt x="2971038" y="1545622"/>
                  <a:pt x="2971038" y="1548575"/>
                </a:cubicBezTo>
                <a:cubicBezTo>
                  <a:pt x="2971038" y="1551527"/>
                  <a:pt x="2968657" y="1553909"/>
                  <a:pt x="2965704" y="1553909"/>
                </a:cubicBezTo>
                <a:cubicBezTo>
                  <a:pt x="2962751" y="1553909"/>
                  <a:pt x="2960370" y="1551527"/>
                  <a:pt x="2960370" y="1548575"/>
                </a:cubicBezTo>
                <a:cubicBezTo>
                  <a:pt x="2960370" y="1545622"/>
                  <a:pt x="2962751" y="1543241"/>
                  <a:pt x="2965704" y="1543241"/>
                </a:cubicBezTo>
                <a:close/>
                <a:moveTo>
                  <a:pt x="2819305" y="1568101"/>
                </a:moveTo>
                <a:cubicBezTo>
                  <a:pt x="2816352" y="1568101"/>
                  <a:pt x="2813971" y="1565720"/>
                  <a:pt x="2813971" y="1562767"/>
                </a:cubicBezTo>
                <a:cubicBezTo>
                  <a:pt x="2813971" y="1559814"/>
                  <a:pt x="2816352" y="1557433"/>
                  <a:pt x="2819305" y="1557433"/>
                </a:cubicBezTo>
                <a:cubicBezTo>
                  <a:pt x="2822258" y="1557433"/>
                  <a:pt x="2824639" y="1559814"/>
                  <a:pt x="2824639" y="1562767"/>
                </a:cubicBezTo>
                <a:cubicBezTo>
                  <a:pt x="2824639" y="1565720"/>
                  <a:pt x="2822258" y="1568101"/>
                  <a:pt x="2819305" y="1568101"/>
                </a:cubicBezTo>
                <a:close/>
                <a:moveTo>
                  <a:pt x="2107311" y="3015996"/>
                </a:moveTo>
                <a:lnTo>
                  <a:pt x="2112074" y="3015996"/>
                </a:lnTo>
                <a:lnTo>
                  <a:pt x="2112074" y="3035046"/>
                </a:lnTo>
                <a:lnTo>
                  <a:pt x="2107311" y="3035046"/>
                </a:lnTo>
                <a:lnTo>
                  <a:pt x="2107311" y="3015996"/>
                </a:lnTo>
                <a:close/>
                <a:moveTo>
                  <a:pt x="2592134" y="3414427"/>
                </a:moveTo>
                <a:lnTo>
                  <a:pt x="2642140" y="3414808"/>
                </a:lnTo>
                <a:cubicBezTo>
                  <a:pt x="2643569" y="3419189"/>
                  <a:pt x="2647569" y="3422142"/>
                  <a:pt x="2652141" y="3422142"/>
                </a:cubicBezTo>
                <a:cubicBezTo>
                  <a:pt x="2652903" y="3422142"/>
                  <a:pt x="2653665" y="3422142"/>
                  <a:pt x="2654427" y="3421856"/>
                </a:cubicBezTo>
                <a:cubicBezTo>
                  <a:pt x="2657189" y="3421190"/>
                  <a:pt x="2659571" y="3419570"/>
                  <a:pt x="2661095" y="3417189"/>
                </a:cubicBezTo>
                <a:cubicBezTo>
                  <a:pt x="2662619" y="3414808"/>
                  <a:pt x="2663095" y="3411950"/>
                  <a:pt x="2662523" y="3409188"/>
                </a:cubicBezTo>
                <a:cubicBezTo>
                  <a:pt x="2661285" y="3403473"/>
                  <a:pt x="2655570" y="3399854"/>
                  <a:pt x="2649855" y="3401092"/>
                </a:cubicBezTo>
                <a:cubicBezTo>
                  <a:pt x="2647093" y="3401759"/>
                  <a:pt x="2644712" y="3403378"/>
                  <a:pt x="2643188" y="3405759"/>
                </a:cubicBezTo>
                <a:cubicBezTo>
                  <a:pt x="2642330" y="3407093"/>
                  <a:pt x="2641949" y="3408521"/>
                  <a:pt x="2641663" y="3409950"/>
                </a:cubicBezTo>
                <a:lnTo>
                  <a:pt x="2590229" y="3409569"/>
                </a:lnTo>
                <a:lnTo>
                  <a:pt x="2575084" y="3423952"/>
                </a:lnTo>
                <a:lnTo>
                  <a:pt x="2495169" y="3423952"/>
                </a:lnTo>
                <a:cubicBezTo>
                  <a:pt x="2495169" y="3423952"/>
                  <a:pt x="2478881" y="3406902"/>
                  <a:pt x="2478881" y="3406902"/>
                </a:cubicBezTo>
                <a:lnTo>
                  <a:pt x="2414207" y="3406712"/>
                </a:lnTo>
                <a:lnTo>
                  <a:pt x="2414207" y="3404426"/>
                </a:lnTo>
                <a:cubicBezTo>
                  <a:pt x="2414207" y="3400711"/>
                  <a:pt x="2411159" y="3397568"/>
                  <a:pt x="2407349" y="3397568"/>
                </a:cubicBezTo>
                <a:lnTo>
                  <a:pt x="2399252" y="3397568"/>
                </a:lnTo>
                <a:cubicBezTo>
                  <a:pt x="2395538" y="3397568"/>
                  <a:pt x="2392394" y="3400616"/>
                  <a:pt x="2392394" y="3404426"/>
                </a:cubicBezTo>
                <a:lnTo>
                  <a:pt x="2392394" y="3412522"/>
                </a:lnTo>
                <a:cubicBezTo>
                  <a:pt x="2392394" y="3416237"/>
                  <a:pt x="2395442" y="3419380"/>
                  <a:pt x="2399252" y="3419380"/>
                </a:cubicBezTo>
                <a:lnTo>
                  <a:pt x="2407349" y="3419380"/>
                </a:lnTo>
                <a:cubicBezTo>
                  <a:pt x="2411063" y="3419380"/>
                  <a:pt x="2414207" y="3416332"/>
                  <a:pt x="2414207" y="3412522"/>
                </a:cubicBezTo>
                <a:lnTo>
                  <a:pt x="2414207" y="3411569"/>
                </a:lnTo>
                <a:lnTo>
                  <a:pt x="2476881" y="3411760"/>
                </a:lnTo>
                <a:lnTo>
                  <a:pt x="2493169" y="3428810"/>
                </a:lnTo>
                <a:lnTo>
                  <a:pt x="2577084" y="3428810"/>
                </a:lnTo>
                <a:cubicBezTo>
                  <a:pt x="2577084" y="3428810"/>
                  <a:pt x="2592229" y="3414332"/>
                  <a:pt x="2592229" y="3414332"/>
                </a:cubicBezTo>
                <a:close/>
                <a:moveTo>
                  <a:pt x="2647188" y="3408426"/>
                </a:moveTo>
                <a:cubicBezTo>
                  <a:pt x="2648045" y="3407093"/>
                  <a:pt x="2649379" y="3406235"/>
                  <a:pt x="2650903" y="3405854"/>
                </a:cubicBezTo>
                <a:cubicBezTo>
                  <a:pt x="2651284" y="3405854"/>
                  <a:pt x="2651760" y="3405759"/>
                  <a:pt x="2652141" y="3405759"/>
                </a:cubicBezTo>
                <a:cubicBezTo>
                  <a:pt x="2654808" y="3405759"/>
                  <a:pt x="2657285" y="3407664"/>
                  <a:pt x="2657856" y="3410331"/>
                </a:cubicBezTo>
                <a:cubicBezTo>
                  <a:pt x="2658237" y="3411855"/>
                  <a:pt x="2657856" y="3413474"/>
                  <a:pt x="2657094" y="3414713"/>
                </a:cubicBezTo>
                <a:cubicBezTo>
                  <a:pt x="2656237" y="3416046"/>
                  <a:pt x="2654999" y="3416903"/>
                  <a:pt x="2653379" y="3417284"/>
                </a:cubicBezTo>
                <a:cubicBezTo>
                  <a:pt x="2650236" y="3418046"/>
                  <a:pt x="2647093" y="3416046"/>
                  <a:pt x="2646426" y="3412808"/>
                </a:cubicBezTo>
                <a:cubicBezTo>
                  <a:pt x="2646045" y="3411284"/>
                  <a:pt x="2646426" y="3409664"/>
                  <a:pt x="2647188" y="3408426"/>
                </a:cubicBezTo>
                <a:close/>
                <a:moveTo>
                  <a:pt x="2409444" y="3412617"/>
                </a:moveTo>
                <a:cubicBezTo>
                  <a:pt x="2409444" y="3413760"/>
                  <a:pt x="2408492" y="3414713"/>
                  <a:pt x="2407349" y="3414713"/>
                </a:cubicBezTo>
                <a:lnTo>
                  <a:pt x="2399252" y="3414713"/>
                </a:lnTo>
                <a:cubicBezTo>
                  <a:pt x="2398109" y="3414713"/>
                  <a:pt x="2397157" y="3413760"/>
                  <a:pt x="2397157" y="3412617"/>
                </a:cubicBezTo>
                <a:lnTo>
                  <a:pt x="2397157" y="3404521"/>
                </a:lnTo>
                <a:cubicBezTo>
                  <a:pt x="2397157" y="3403378"/>
                  <a:pt x="2398109" y="3402425"/>
                  <a:pt x="2399252" y="3402425"/>
                </a:cubicBezTo>
                <a:lnTo>
                  <a:pt x="2407349" y="3402425"/>
                </a:lnTo>
                <a:cubicBezTo>
                  <a:pt x="2408492" y="3402425"/>
                  <a:pt x="2409444" y="3403378"/>
                  <a:pt x="2409444" y="3404521"/>
                </a:cubicBezTo>
                <a:lnTo>
                  <a:pt x="2409444" y="3412617"/>
                </a:lnTo>
                <a:close/>
                <a:moveTo>
                  <a:pt x="2981706" y="3438335"/>
                </a:moveTo>
                <a:lnTo>
                  <a:pt x="2970657" y="3438335"/>
                </a:lnTo>
                <a:cubicBezTo>
                  <a:pt x="2967323" y="3438335"/>
                  <a:pt x="2964656" y="3441002"/>
                  <a:pt x="2964656" y="3444335"/>
                </a:cubicBezTo>
                <a:lnTo>
                  <a:pt x="2964656" y="3455384"/>
                </a:lnTo>
                <a:cubicBezTo>
                  <a:pt x="2964656" y="3458718"/>
                  <a:pt x="2967323" y="3461385"/>
                  <a:pt x="2970657" y="3461385"/>
                </a:cubicBezTo>
                <a:lnTo>
                  <a:pt x="2981706" y="3461385"/>
                </a:lnTo>
                <a:cubicBezTo>
                  <a:pt x="2985040" y="3461385"/>
                  <a:pt x="2987707" y="3458718"/>
                  <a:pt x="2987707" y="3455384"/>
                </a:cubicBezTo>
                <a:lnTo>
                  <a:pt x="2987707" y="3452241"/>
                </a:lnTo>
                <a:lnTo>
                  <a:pt x="3009805" y="3452241"/>
                </a:lnTo>
                <a:lnTo>
                  <a:pt x="3024378" y="3466338"/>
                </a:lnTo>
                <a:lnTo>
                  <a:pt x="3024378" y="3569494"/>
                </a:lnTo>
                <a:lnTo>
                  <a:pt x="3048667" y="3591973"/>
                </a:lnTo>
                <a:lnTo>
                  <a:pt x="3114770" y="3591973"/>
                </a:lnTo>
                <a:lnTo>
                  <a:pt x="3114770" y="3587210"/>
                </a:lnTo>
                <a:lnTo>
                  <a:pt x="3050477" y="3587210"/>
                </a:lnTo>
                <a:lnTo>
                  <a:pt x="3029045" y="3567398"/>
                </a:lnTo>
                <a:lnTo>
                  <a:pt x="3029045" y="3464243"/>
                </a:lnTo>
                <a:lnTo>
                  <a:pt x="3011615" y="3447479"/>
                </a:lnTo>
                <a:lnTo>
                  <a:pt x="2987612" y="3447479"/>
                </a:lnTo>
                <a:lnTo>
                  <a:pt x="2987612" y="3444335"/>
                </a:lnTo>
                <a:cubicBezTo>
                  <a:pt x="2987612" y="3441002"/>
                  <a:pt x="2984945" y="3438335"/>
                  <a:pt x="2981611" y="3438335"/>
                </a:cubicBezTo>
                <a:close/>
                <a:moveTo>
                  <a:pt x="2982849" y="3455384"/>
                </a:moveTo>
                <a:cubicBezTo>
                  <a:pt x="2982849" y="3456051"/>
                  <a:pt x="2982278" y="3456623"/>
                  <a:pt x="2981611" y="3456623"/>
                </a:cubicBezTo>
                <a:lnTo>
                  <a:pt x="2970562" y="3456623"/>
                </a:lnTo>
                <a:cubicBezTo>
                  <a:pt x="2969895" y="3456623"/>
                  <a:pt x="2969324" y="3456051"/>
                  <a:pt x="2969324" y="3455384"/>
                </a:cubicBezTo>
                <a:lnTo>
                  <a:pt x="2969324" y="3444335"/>
                </a:lnTo>
                <a:cubicBezTo>
                  <a:pt x="2969324" y="3443669"/>
                  <a:pt x="2969895" y="3443097"/>
                  <a:pt x="2970562" y="3443097"/>
                </a:cubicBezTo>
                <a:lnTo>
                  <a:pt x="2981611" y="3443097"/>
                </a:lnTo>
                <a:cubicBezTo>
                  <a:pt x="2982278" y="3443097"/>
                  <a:pt x="2982849" y="3443669"/>
                  <a:pt x="2982849" y="3444335"/>
                </a:cubicBezTo>
                <a:lnTo>
                  <a:pt x="2982849" y="3455384"/>
                </a:lnTo>
                <a:close/>
                <a:moveTo>
                  <a:pt x="2112074" y="2996946"/>
                </a:moveTo>
                <a:lnTo>
                  <a:pt x="2107311" y="2996946"/>
                </a:lnTo>
                <a:lnTo>
                  <a:pt x="2107311" y="2977896"/>
                </a:lnTo>
                <a:lnTo>
                  <a:pt x="2112074" y="2977896"/>
                </a:lnTo>
                <a:lnTo>
                  <a:pt x="2112074" y="2996946"/>
                </a:lnTo>
                <a:close/>
                <a:moveTo>
                  <a:pt x="3054096" y="879348"/>
                </a:moveTo>
                <a:lnTo>
                  <a:pt x="3092958" y="879348"/>
                </a:lnTo>
                <a:cubicBezTo>
                  <a:pt x="3097721" y="879348"/>
                  <a:pt x="3101626" y="875443"/>
                  <a:pt x="3101626" y="870680"/>
                </a:cubicBezTo>
                <a:lnTo>
                  <a:pt x="3101626" y="857060"/>
                </a:lnTo>
                <a:cubicBezTo>
                  <a:pt x="3101626" y="852297"/>
                  <a:pt x="3097721" y="848392"/>
                  <a:pt x="3093053" y="848392"/>
                </a:cubicBezTo>
                <a:lnTo>
                  <a:pt x="3054192" y="848392"/>
                </a:lnTo>
                <a:cubicBezTo>
                  <a:pt x="3049429" y="848392"/>
                  <a:pt x="3045524" y="852297"/>
                  <a:pt x="3045524" y="856964"/>
                </a:cubicBezTo>
                <a:lnTo>
                  <a:pt x="3045524" y="870585"/>
                </a:lnTo>
                <a:cubicBezTo>
                  <a:pt x="3045524" y="875348"/>
                  <a:pt x="3049429" y="879253"/>
                  <a:pt x="3054192" y="879253"/>
                </a:cubicBezTo>
                <a:close/>
                <a:moveTo>
                  <a:pt x="3087053" y="853250"/>
                </a:moveTo>
                <a:lnTo>
                  <a:pt x="3092958" y="853250"/>
                </a:lnTo>
                <a:cubicBezTo>
                  <a:pt x="3095054" y="853250"/>
                  <a:pt x="3096863" y="854964"/>
                  <a:pt x="3096863" y="857155"/>
                </a:cubicBezTo>
                <a:lnTo>
                  <a:pt x="3096863" y="870776"/>
                </a:lnTo>
                <a:cubicBezTo>
                  <a:pt x="3096863" y="872871"/>
                  <a:pt x="3095149" y="874681"/>
                  <a:pt x="3092958" y="874681"/>
                </a:cubicBezTo>
                <a:lnTo>
                  <a:pt x="3087053" y="874681"/>
                </a:lnTo>
                <a:cubicBezTo>
                  <a:pt x="3087053" y="874681"/>
                  <a:pt x="3087053" y="853345"/>
                  <a:pt x="3087053" y="853345"/>
                </a:cubicBezTo>
                <a:close/>
                <a:moveTo>
                  <a:pt x="3050286" y="857060"/>
                </a:moveTo>
                <a:cubicBezTo>
                  <a:pt x="3050286" y="854964"/>
                  <a:pt x="3052001" y="853154"/>
                  <a:pt x="3054192" y="853154"/>
                </a:cubicBezTo>
                <a:lnTo>
                  <a:pt x="3061811" y="853154"/>
                </a:lnTo>
                <a:cubicBezTo>
                  <a:pt x="3061811" y="853154"/>
                  <a:pt x="3061811" y="874490"/>
                  <a:pt x="3061811" y="874490"/>
                </a:cubicBezTo>
                <a:lnTo>
                  <a:pt x="3054192" y="874490"/>
                </a:lnTo>
                <a:cubicBezTo>
                  <a:pt x="3052096" y="874490"/>
                  <a:pt x="3050286" y="872776"/>
                  <a:pt x="3050286" y="870585"/>
                </a:cubicBezTo>
                <a:lnTo>
                  <a:pt x="3050286" y="856964"/>
                </a:lnTo>
                <a:close/>
                <a:moveTo>
                  <a:pt x="2102739" y="3086576"/>
                </a:moveTo>
                <a:cubicBezTo>
                  <a:pt x="2102739" y="3082671"/>
                  <a:pt x="2105882" y="3079528"/>
                  <a:pt x="2109788" y="3079528"/>
                </a:cubicBezTo>
                <a:cubicBezTo>
                  <a:pt x="2113693" y="3079528"/>
                  <a:pt x="2116836" y="3082671"/>
                  <a:pt x="2116836" y="3086576"/>
                </a:cubicBezTo>
                <a:cubicBezTo>
                  <a:pt x="2116836" y="3090482"/>
                  <a:pt x="2113693" y="3093625"/>
                  <a:pt x="2109788" y="3093625"/>
                </a:cubicBezTo>
                <a:cubicBezTo>
                  <a:pt x="2105882" y="3093625"/>
                  <a:pt x="2102739" y="3090482"/>
                  <a:pt x="2102739" y="3086576"/>
                </a:cubicBezTo>
                <a:close/>
                <a:moveTo>
                  <a:pt x="3061526" y="1121093"/>
                </a:moveTo>
                <a:lnTo>
                  <a:pt x="3114770" y="1122236"/>
                </a:lnTo>
                <a:lnTo>
                  <a:pt x="3114770" y="1117473"/>
                </a:lnTo>
                <a:lnTo>
                  <a:pt x="3060002" y="1116235"/>
                </a:lnTo>
                <a:lnTo>
                  <a:pt x="3032379" y="1139762"/>
                </a:lnTo>
                <a:lnTo>
                  <a:pt x="3032379" y="1203579"/>
                </a:lnTo>
                <a:cubicBezTo>
                  <a:pt x="3025140" y="1204532"/>
                  <a:pt x="3019520" y="1210628"/>
                  <a:pt x="3019520" y="1218057"/>
                </a:cubicBezTo>
                <a:cubicBezTo>
                  <a:pt x="3019520" y="1225487"/>
                  <a:pt x="3025140" y="1231582"/>
                  <a:pt x="3032284" y="1232535"/>
                </a:cubicBezTo>
                <a:lnTo>
                  <a:pt x="3032284" y="1277493"/>
                </a:lnTo>
                <a:lnTo>
                  <a:pt x="2951036" y="1349121"/>
                </a:lnTo>
                <a:lnTo>
                  <a:pt x="2809113" y="1349121"/>
                </a:lnTo>
                <a:cubicBezTo>
                  <a:pt x="2809113" y="1349121"/>
                  <a:pt x="2809113" y="1342073"/>
                  <a:pt x="2809113" y="1342073"/>
                </a:cubicBezTo>
                <a:cubicBezTo>
                  <a:pt x="2809113" y="1337786"/>
                  <a:pt x="2805589" y="1334262"/>
                  <a:pt x="2801303" y="1334262"/>
                </a:cubicBezTo>
                <a:lnTo>
                  <a:pt x="2779776" y="1334262"/>
                </a:lnTo>
                <a:cubicBezTo>
                  <a:pt x="2775490" y="1334262"/>
                  <a:pt x="2771966" y="1337786"/>
                  <a:pt x="2771966" y="1342073"/>
                </a:cubicBezTo>
                <a:lnTo>
                  <a:pt x="2771966" y="1346930"/>
                </a:lnTo>
                <a:lnTo>
                  <a:pt x="2737866" y="1346930"/>
                </a:lnTo>
                <a:cubicBezTo>
                  <a:pt x="2737866" y="1346930"/>
                  <a:pt x="2737866" y="1346835"/>
                  <a:pt x="2737866" y="1346835"/>
                </a:cubicBezTo>
                <a:cubicBezTo>
                  <a:pt x="2736913" y="1346835"/>
                  <a:pt x="2735961" y="1347216"/>
                  <a:pt x="2735294" y="1347883"/>
                </a:cubicBezTo>
                <a:cubicBezTo>
                  <a:pt x="2734628" y="1348550"/>
                  <a:pt x="2734247" y="1349502"/>
                  <a:pt x="2734247" y="1350455"/>
                </a:cubicBezTo>
                <a:lnTo>
                  <a:pt x="2734437" y="1378649"/>
                </a:lnTo>
                <a:lnTo>
                  <a:pt x="2722055" y="1378649"/>
                </a:lnTo>
                <a:lnTo>
                  <a:pt x="2722055" y="1336548"/>
                </a:lnTo>
                <a:cubicBezTo>
                  <a:pt x="2721864" y="1334548"/>
                  <a:pt x="2720340" y="1333024"/>
                  <a:pt x="2718340" y="1333024"/>
                </a:cubicBezTo>
                <a:lnTo>
                  <a:pt x="2694242" y="1333024"/>
                </a:lnTo>
                <a:cubicBezTo>
                  <a:pt x="2693289" y="1333024"/>
                  <a:pt x="2692337" y="1333405"/>
                  <a:pt x="2691670" y="1334072"/>
                </a:cubicBezTo>
                <a:cubicBezTo>
                  <a:pt x="2691003" y="1334738"/>
                  <a:pt x="2690622" y="1335691"/>
                  <a:pt x="2690622" y="1336643"/>
                </a:cubicBezTo>
                <a:lnTo>
                  <a:pt x="2691194" y="1389602"/>
                </a:lnTo>
                <a:lnTo>
                  <a:pt x="2676716" y="1389602"/>
                </a:lnTo>
                <a:lnTo>
                  <a:pt x="2676716" y="1336548"/>
                </a:lnTo>
                <a:cubicBezTo>
                  <a:pt x="2676525" y="1334548"/>
                  <a:pt x="2675001" y="1333024"/>
                  <a:pt x="2673001" y="1333024"/>
                </a:cubicBezTo>
                <a:lnTo>
                  <a:pt x="2649188" y="1333024"/>
                </a:lnTo>
                <a:cubicBezTo>
                  <a:pt x="2648236" y="1333024"/>
                  <a:pt x="2647284" y="1333405"/>
                  <a:pt x="2646617" y="1334072"/>
                </a:cubicBezTo>
                <a:cubicBezTo>
                  <a:pt x="2645950" y="1334738"/>
                  <a:pt x="2645569" y="1335691"/>
                  <a:pt x="2645569" y="1336643"/>
                </a:cubicBezTo>
                <a:lnTo>
                  <a:pt x="2645569" y="1399413"/>
                </a:lnTo>
                <a:cubicBezTo>
                  <a:pt x="2645569" y="1399413"/>
                  <a:pt x="2631377" y="1399413"/>
                  <a:pt x="2631377" y="1399413"/>
                </a:cubicBezTo>
                <a:lnTo>
                  <a:pt x="2631377" y="1336643"/>
                </a:lnTo>
                <a:cubicBezTo>
                  <a:pt x="2631377" y="1334643"/>
                  <a:pt x="2629757" y="1333024"/>
                  <a:pt x="2627757" y="1333024"/>
                </a:cubicBezTo>
                <a:lnTo>
                  <a:pt x="2604802" y="1333024"/>
                </a:lnTo>
                <a:cubicBezTo>
                  <a:pt x="2603849" y="1333024"/>
                  <a:pt x="2602897" y="1333405"/>
                  <a:pt x="2602230" y="1334072"/>
                </a:cubicBezTo>
                <a:cubicBezTo>
                  <a:pt x="2601563" y="1334738"/>
                  <a:pt x="2601182" y="1335691"/>
                  <a:pt x="2601182" y="1336643"/>
                </a:cubicBezTo>
                <a:lnTo>
                  <a:pt x="2601944" y="1407414"/>
                </a:lnTo>
                <a:lnTo>
                  <a:pt x="2584418" y="1407414"/>
                </a:lnTo>
                <a:lnTo>
                  <a:pt x="2584037" y="1372267"/>
                </a:lnTo>
                <a:cubicBezTo>
                  <a:pt x="2584037" y="1370267"/>
                  <a:pt x="2582418" y="1368743"/>
                  <a:pt x="2580418" y="1368743"/>
                </a:cubicBezTo>
                <a:lnTo>
                  <a:pt x="2561082" y="1368743"/>
                </a:lnTo>
                <a:lnTo>
                  <a:pt x="2561082" y="1361503"/>
                </a:lnTo>
                <a:cubicBezTo>
                  <a:pt x="2561082" y="1359122"/>
                  <a:pt x="2559177" y="1357217"/>
                  <a:pt x="2556796" y="1357217"/>
                </a:cubicBezTo>
                <a:lnTo>
                  <a:pt x="2535269" y="1357217"/>
                </a:lnTo>
                <a:cubicBezTo>
                  <a:pt x="2532888" y="1357217"/>
                  <a:pt x="2530983" y="1359122"/>
                  <a:pt x="2530983" y="1361503"/>
                </a:cubicBezTo>
                <a:lnTo>
                  <a:pt x="2530983" y="1383697"/>
                </a:lnTo>
                <a:cubicBezTo>
                  <a:pt x="2530983" y="1385697"/>
                  <a:pt x="2532602" y="1387221"/>
                  <a:pt x="2534507" y="1387221"/>
                </a:cubicBezTo>
                <a:lnTo>
                  <a:pt x="2556701" y="1387221"/>
                </a:lnTo>
                <a:cubicBezTo>
                  <a:pt x="2559082" y="1387221"/>
                  <a:pt x="2560987" y="1385316"/>
                  <a:pt x="2560987" y="1382935"/>
                </a:cubicBezTo>
                <a:lnTo>
                  <a:pt x="2560987" y="1375696"/>
                </a:lnTo>
                <a:lnTo>
                  <a:pt x="2576798" y="1375696"/>
                </a:lnTo>
                <a:lnTo>
                  <a:pt x="2577179" y="1410843"/>
                </a:lnTo>
                <a:cubicBezTo>
                  <a:pt x="2577179" y="1412843"/>
                  <a:pt x="2578799" y="1414367"/>
                  <a:pt x="2580799" y="1414367"/>
                </a:cubicBezTo>
                <a:lnTo>
                  <a:pt x="2605469" y="1414367"/>
                </a:lnTo>
                <a:cubicBezTo>
                  <a:pt x="2606421" y="1414367"/>
                  <a:pt x="2607374" y="1413986"/>
                  <a:pt x="2608040" y="1413320"/>
                </a:cubicBezTo>
                <a:cubicBezTo>
                  <a:pt x="2608707" y="1412653"/>
                  <a:pt x="2609088" y="1411700"/>
                  <a:pt x="2609088" y="1410748"/>
                </a:cubicBezTo>
                <a:lnTo>
                  <a:pt x="2608326" y="1339977"/>
                </a:lnTo>
                <a:lnTo>
                  <a:pt x="2624042" y="1339977"/>
                </a:lnTo>
                <a:lnTo>
                  <a:pt x="2624042" y="1402747"/>
                </a:lnTo>
                <a:cubicBezTo>
                  <a:pt x="2624042" y="1404747"/>
                  <a:pt x="2625662" y="1406366"/>
                  <a:pt x="2627662" y="1406366"/>
                </a:cubicBezTo>
                <a:lnTo>
                  <a:pt x="2649188" y="1406366"/>
                </a:lnTo>
                <a:cubicBezTo>
                  <a:pt x="2650141" y="1406366"/>
                  <a:pt x="2651093" y="1405985"/>
                  <a:pt x="2651760" y="1405319"/>
                </a:cubicBezTo>
                <a:cubicBezTo>
                  <a:pt x="2652427" y="1404652"/>
                  <a:pt x="2652808" y="1403699"/>
                  <a:pt x="2652808" y="1402747"/>
                </a:cubicBezTo>
                <a:lnTo>
                  <a:pt x="2652808" y="1339977"/>
                </a:lnTo>
                <a:cubicBezTo>
                  <a:pt x="2652808" y="1339977"/>
                  <a:pt x="2669286" y="1339977"/>
                  <a:pt x="2669286" y="1339977"/>
                </a:cubicBezTo>
                <a:lnTo>
                  <a:pt x="2669286" y="1393031"/>
                </a:lnTo>
                <a:cubicBezTo>
                  <a:pt x="2669477" y="1395032"/>
                  <a:pt x="2671001" y="1396556"/>
                  <a:pt x="2673001" y="1396556"/>
                </a:cubicBezTo>
                <a:lnTo>
                  <a:pt x="2694623" y="1396556"/>
                </a:lnTo>
                <a:cubicBezTo>
                  <a:pt x="2695575" y="1396556"/>
                  <a:pt x="2696528" y="1396175"/>
                  <a:pt x="2697194" y="1395508"/>
                </a:cubicBezTo>
                <a:cubicBezTo>
                  <a:pt x="2697861" y="1394841"/>
                  <a:pt x="2698242" y="1393889"/>
                  <a:pt x="2698242" y="1392936"/>
                </a:cubicBezTo>
                <a:lnTo>
                  <a:pt x="2697671" y="1339977"/>
                </a:lnTo>
                <a:lnTo>
                  <a:pt x="2714530" y="1339977"/>
                </a:lnTo>
                <a:lnTo>
                  <a:pt x="2714530" y="1382078"/>
                </a:lnTo>
                <a:cubicBezTo>
                  <a:pt x="2714720" y="1384078"/>
                  <a:pt x="2716244" y="1385602"/>
                  <a:pt x="2718245" y="1385602"/>
                </a:cubicBezTo>
                <a:lnTo>
                  <a:pt x="2737771" y="1385602"/>
                </a:lnTo>
                <a:cubicBezTo>
                  <a:pt x="2738723" y="1385602"/>
                  <a:pt x="2739676" y="1385221"/>
                  <a:pt x="2740343" y="1384554"/>
                </a:cubicBezTo>
                <a:cubicBezTo>
                  <a:pt x="2741009" y="1383887"/>
                  <a:pt x="2741390" y="1382935"/>
                  <a:pt x="2741390" y="1381982"/>
                </a:cubicBezTo>
                <a:lnTo>
                  <a:pt x="2741200" y="1353788"/>
                </a:lnTo>
                <a:lnTo>
                  <a:pt x="2771680" y="1353788"/>
                </a:lnTo>
                <a:lnTo>
                  <a:pt x="2771680" y="1364171"/>
                </a:lnTo>
                <a:cubicBezTo>
                  <a:pt x="2771680" y="1368076"/>
                  <a:pt x="2774918" y="1371314"/>
                  <a:pt x="2778824" y="1371314"/>
                </a:cubicBezTo>
                <a:lnTo>
                  <a:pt x="2801017" y="1371314"/>
                </a:lnTo>
                <a:cubicBezTo>
                  <a:pt x="2805303" y="1371314"/>
                  <a:pt x="2808827" y="1367790"/>
                  <a:pt x="2808827" y="1363504"/>
                </a:cubicBezTo>
                <a:lnTo>
                  <a:pt x="2808827" y="1353788"/>
                </a:lnTo>
                <a:lnTo>
                  <a:pt x="2952560" y="1353788"/>
                </a:lnTo>
                <a:cubicBezTo>
                  <a:pt x="2952560" y="1353788"/>
                  <a:pt x="3036761" y="1279493"/>
                  <a:pt x="3036761" y="1279493"/>
                </a:cubicBezTo>
                <a:lnTo>
                  <a:pt x="3036761" y="1232345"/>
                </a:lnTo>
                <a:cubicBezTo>
                  <a:pt x="3043428" y="1231011"/>
                  <a:pt x="3048476" y="1225106"/>
                  <a:pt x="3048476" y="1217962"/>
                </a:cubicBezTo>
                <a:cubicBezTo>
                  <a:pt x="3048476" y="1210818"/>
                  <a:pt x="3043428" y="1205008"/>
                  <a:pt x="3036761" y="1203579"/>
                </a:cubicBezTo>
                <a:lnTo>
                  <a:pt x="3036761" y="1142048"/>
                </a:lnTo>
                <a:cubicBezTo>
                  <a:pt x="3036761" y="1142048"/>
                  <a:pt x="3061240" y="1120902"/>
                  <a:pt x="3061240" y="1120902"/>
                </a:cubicBezTo>
                <a:close/>
                <a:moveTo>
                  <a:pt x="2801969" y="1363599"/>
                </a:moveTo>
                <a:cubicBezTo>
                  <a:pt x="2801969" y="1363599"/>
                  <a:pt x="2801684" y="1364266"/>
                  <a:pt x="2801303" y="1364266"/>
                </a:cubicBezTo>
                <a:lnTo>
                  <a:pt x="2779109" y="1364266"/>
                </a:lnTo>
                <a:cubicBezTo>
                  <a:pt x="2779109" y="1364266"/>
                  <a:pt x="2779109" y="1342073"/>
                  <a:pt x="2779109" y="1342073"/>
                </a:cubicBezTo>
                <a:cubicBezTo>
                  <a:pt x="2779109" y="1341692"/>
                  <a:pt x="2779395" y="1341406"/>
                  <a:pt x="2779776" y="1341406"/>
                </a:cubicBezTo>
                <a:lnTo>
                  <a:pt x="2801303" y="1341406"/>
                </a:lnTo>
                <a:cubicBezTo>
                  <a:pt x="2801303" y="1341406"/>
                  <a:pt x="2801969" y="1341692"/>
                  <a:pt x="2801969" y="1342073"/>
                </a:cubicBezTo>
                <a:lnTo>
                  <a:pt x="2801969" y="1363599"/>
                </a:lnTo>
                <a:close/>
                <a:moveTo>
                  <a:pt x="3044000" y="1218057"/>
                </a:moveTo>
                <a:cubicBezTo>
                  <a:pt x="3044000" y="1223486"/>
                  <a:pt x="3039618" y="1227963"/>
                  <a:pt x="3034094" y="1227963"/>
                </a:cubicBezTo>
                <a:cubicBezTo>
                  <a:pt x="3028569" y="1227963"/>
                  <a:pt x="3024188" y="1223582"/>
                  <a:pt x="3024188" y="1218057"/>
                </a:cubicBezTo>
                <a:cubicBezTo>
                  <a:pt x="3024188" y="1213199"/>
                  <a:pt x="3027807" y="1209294"/>
                  <a:pt x="3032379" y="1208532"/>
                </a:cubicBezTo>
                <a:lnTo>
                  <a:pt x="3035713" y="1208532"/>
                </a:lnTo>
                <a:cubicBezTo>
                  <a:pt x="3040380" y="1209389"/>
                  <a:pt x="3043904" y="1213199"/>
                  <a:pt x="3043904" y="1218057"/>
                </a:cubicBezTo>
                <a:close/>
                <a:moveTo>
                  <a:pt x="3067812" y="4063175"/>
                </a:moveTo>
                <a:cubicBezTo>
                  <a:pt x="3068765" y="4063175"/>
                  <a:pt x="3069812" y="4063079"/>
                  <a:pt x="3070860" y="4062794"/>
                </a:cubicBezTo>
                <a:cubicBezTo>
                  <a:pt x="3075051" y="4061555"/>
                  <a:pt x="3077909" y="4058031"/>
                  <a:pt x="3078575" y="4054030"/>
                </a:cubicBezTo>
                <a:lnTo>
                  <a:pt x="3114770" y="4054221"/>
                </a:lnTo>
                <a:lnTo>
                  <a:pt x="3114770" y="4049459"/>
                </a:lnTo>
                <a:lnTo>
                  <a:pt x="3078385" y="4049268"/>
                </a:lnTo>
                <a:cubicBezTo>
                  <a:pt x="3078385" y="4049268"/>
                  <a:pt x="3078385" y="4049268"/>
                  <a:pt x="3078385" y="4049268"/>
                </a:cubicBezTo>
                <a:lnTo>
                  <a:pt x="3078385" y="4049268"/>
                </a:lnTo>
                <a:cubicBezTo>
                  <a:pt x="3076766" y="4043458"/>
                  <a:pt x="3070670" y="4040124"/>
                  <a:pt x="3064859" y="4041743"/>
                </a:cubicBezTo>
                <a:cubicBezTo>
                  <a:pt x="3059049" y="4043363"/>
                  <a:pt x="3055715" y="4049459"/>
                  <a:pt x="3057335" y="4055269"/>
                </a:cubicBezTo>
                <a:cubicBezTo>
                  <a:pt x="3058668" y="4060031"/>
                  <a:pt x="3063145" y="4063175"/>
                  <a:pt x="3067907" y="4063175"/>
                </a:cubicBezTo>
                <a:close/>
                <a:moveTo>
                  <a:pt x="3066193" y="4046220"/>
                </a:moveTo>
                <a:cubicBezTo>
                  <a:pt x="3066764" y="4046030"/>
                  <a:pt x="3067336" y="4045934"/>
                  <a:pt x="3067907" y="4045934"/>
                </a:cubicBezTo>
                <a:cubicBezTo>
                  <a:pt x="3070574" y="4045934"/>
                  <a:pt x="3073051" y="4047744"/>
                  <a:pt x="3073908" y="4050411"/>
                </a:cubicBezTo>
                <a:cubicBezTo>
                  <a:pt x="3074861" y="4053745"/>
                  <a:pt x="3072955" y="4057174"/>
                  <a:pt x="3069622" y="4058031"/>
                </a:cubicBezTo>
                <a:cubicBezTo>
                  <a:pt x="3066288" y="4058888"/>
                  <a:pt x="3062954" y="4057079"/>
                  <a:pt x="3062002" y="4053745"/>
                </a:cubicBezTo>
                <a:cubicBezTo>
                  <a:pt x="3061049" y="4050411"/>
                  <a:pt x="3062954" y="4046982"/>
                  <a:pt x="3066288" y="4046125"/>
                </a:cubicBezTo>
                <a:close/>
                <a:moveTo>
                  <a:pt x="3028569" y="919925"/>
                </a:moveTo>
                <a:lnTo>
                  <a:pt x="3046571" y="901637"/>
                </a:lnTo>
                <a:lnTo>
                  <a:pt x="3047524" y="901637"/>
                </a:lnTo>
                <a:lnTo>
                  <a:pt x="3114770" y="901446"/>
                </a:lnTo>
                <a:lnTo>
                  <a:pt x="3114770" y="906209"/>
                </a:lnTo>
                <a:lnTo>
                  <a:pt x="3048572" y="906209"/>
                </a:lnTo>
                <a:cubicBezTo>
                  <a:pt x="3048572" y="906209"/>
                  <a:pt x="3033332" y="921829"/>
                  <a:pt x="3033332" y="921829"/>
                </a:cubicBezTo>
                <a:lnTo>
                  <a:pt x="3033332" y="1050989"/>
                </a:lnTo>
                <a:cubicBezTo>
                  <a:pt x="3033332" y="1050989"/>
                  <a:pt x="3072194" y="1082516"/>
                  <a:pt x="3072194" y="1082516"/>
                </a:cubicBezTo>
                <a:lnTo>
                  <a:pt x="3114770" y="1082516"/>
                </a:lnTo>
                <a:lnTo>
                  <a:pt x="3114770" y="1087279"/>
                </a:lnTo>
                <a:lnTo>
                  <a:pt x="3070479" y="1087279"/>
                </a:lnTo>
                <a:lnTo>
                  <a:pt x="3028474" y="1053275"/>
                </a:lnTo>
                <a:lnTo>
                  <a:pt x="3028474" y="919925"/>
                </a:lnTo>
                <a:close/>
                <a:moveTo>
                  <a:pt x="2107311" y="2939796"/>
                </a:moveTo>
                <a:lnTo>
                  <a:pt x="2112074" y="2939796"/>
                </a:lnTo>
                <a:lnTo>
                  <a:pt x="2112074" y="2958846"/>
                </a:lnTo>
                <a:lnTo>
                  <a:pt x="2107311" y="2958846"/>
                </a:lnTo>
                <a:lnTo>
                  <a:pt x="2107311" y="2939796"/>
                </a:lnTo>
                <a:close/>
                <a:moveTo>
                  <a:pt x="3045524" y="4037457"/>
                </a:moveTo>
                <a:cubicBezTo>
                  <a:pt x="3046476" y="4037457"/>
                  <a:pt x="3047524" y="4037362"/>
                  <a:pt x="3048572" y="4037076"/>
                </a:cubicBezTo>
                <a:cubicBezTo>
                  <a:pt x="3051334" y="4036314"/>
                  <a:pt x="3053715" y="4034409"/>
                  <a:pt x="3055144" y="4031837"/>
                </a:cubicBezTo>
                <a:cubicBezTo>
                  <a:pt x="3055620" y="4030885"/>
                  <a:pt x="3055906" y="4029932"/>
                  <a:pt x="3056096" y="4028885"/>
                </a:cubicBezTo>
                <a:lnTo>
                  <a:pt x="3114770" y="4029170"/>
                </a:lnTo>
                <a:lnTo>
                  <a:pt x="3114770" y="4024408"/>
                </a:lnTo>
                <a:lnTo>
                  <a:pt x="3056096" y="4024122"/>
                </a:lnTo>
                <a:cubicBezTo>
                  <a:pt x="3056096" y="4024122"/>
                  <a:pt x="3056096" y="4023741"/>
                  <a:pt x="3056096" y="4023455"/>
                </a:cubicBezTo>
                <a:cubicBezTo>
                  <a:pt x="3054477" y="4017645"/>
                  <a:pt x="3048381" y="4014216"/>
                  <a:pt x="3042571" y="4015930"/>
                </a:cubicBezTo>
                <a:cubicBezTo>
                  <a:pt x="3039713" y="4016693"/>
                  <a:pt x="3037427" y="4018598"/>
                  <a:pt x="3035999" y="4021169"/>
                </a:cubicBezTo>
                <a:cubicBezTo>
                  <a:pt x="3034570" y="4023741"/>
                  <a:pt x="3034284" y="4026694"/>
                  <a:pt x="3035046" y="4029551"/>
                </a:cubicBezTo>
                <a:cubicBezTo>
                  <a:pt x="3036380" y="4034314"/>
                  <a:pt x="3040856" y="4037457"/>
                  <a:pt x="3045619" y="4037457"/>
                </a:cubicBezTo>
                <a:close/>
                <a:moveTo>
                  <a:pt x="3040094" y="4023551"/>
                </a:moveTo>
                <a:cubicBezTo>
                  <a:pt x="3040856" y="4022122"/>
                  <a:pt x="3042190" y="4021074"/>
                  <a:pt x="3043809" y="4020598"/>
                </a:cubicBezTo>
                <a:cubicBezTo>
                  <a:pt x="3044380" y="4020407"/>
                  <a:pt x="3044952" y="4020312"/>
                  <a:pt x="3045524" y="4020312"/>
                </a:cubicBezTo>
                <a:cubicBezTo>
                  <a:pt x="3046571" y="4020312"/>
                  <a:pt x="3047619" y="4020598"/>
                  <a:pt x="3048476" y="4021074"/>
                </a:cubicBezTo>
                <a:cubicBezTo>
                  <a:pt x="3049905" y="4021836"/>
                  <a:pt x="3050953" y="4023170"/>
                  <a:pt x="3051429" y="4024789"/>
                </a:cubicBezTo>
                <a:cubicBezTo>
                  <a:pt x="3052382" y="4028027"/>
                  <a:pt x="3050477" y="4031552"/>
                  <a:pt x="3047143" y="4032409"/>
                </a:cubicBezTo>
                <a:cubicBezTo>
                  <a:pt x="3043904" y="4033361"/>
                  <a:pt x="3040475" y="4031456"/>
                  <a:pt x="3039523" y="4028123"/>
                </a:cubicBezTo>
                <a:cubicBezTo>
                  <a:pt x="3039047" y="4026503"/>
                  <a:pt x="3039237" y="4024884"/>
                  <a:pt x="3040094" y="4023455"/>
                </a:cubicBezTo>
                <a:close/>
                <a:moveTo>
                  <a:pt x="2216658" y="2898362"/>
                </a:moveTo>
                <a:lnTo>
                  <a:pt x="2229326" y="2884075"/>
                </a:lnTo>
                <a:lnTo>
                  <a:pt x="2232851" y="2887218"/>
                </a:lnTo>
                <a:lnTo>
                  <a:pt x="2220182" y="2901505"/>
                </a:lnTo>
                <a:lnTo>
                  <a:pt x="2216658" y="2898362"/>
                </a:lnTo>
                <a:close/>
                <a:moveTo>
                  <a:pt x="2141506" y="2894362"/>
                </a:moveTo>
                <a:lnTo>
                  <a:pt x="2154555" y="2880455"/>
                </a:lnTo>
                <a:lnTo>
                  <a:pt x="2158079" y="2883694"/>
                </a:lnTo>
                <a:lnTo>
                  <a:pt x="2145030" y="2897600"/>
                </a:lnTo>
                <a:lnTo>
                  <a:pt x="2141506" y="2894362"/>
                </a:lnTo>
                <a:close/>
                <a:moveTo>
                  <a:pt x="2197799" y="2708910"/>
                </a:moveTo>
                <a:lnTo>
                  <a:pt x="2194560" y="2712434"/>
                </a:lnTo>
                <a:lnTo>
                  <a:pt x="2180558" y="2699576"/>
                </a:lnTo>
                <a:lnTo>
                  <a:pt x="2183797" y="2696051"/>
                </a:lnTo>
                <a:lnTo>
                  <a:pt x="2197799" y="2708910"/>
                </a:lnTo>
                <a:close/>
                <a:moveTo>
                  <a:pt x="2225897" y="2734723"/>
                </a:moveTo>
                <a:lnTo>
                  <a:pt x="2222659" y="2738247"/>
                </a:lnTo>
                <a:lnTo>
                  <a:pt x="2208657" y="2725388"/>
                </a:lnTo>
                <a:lnTo>
                  <a:pt x="2211896" y="2721864"/>
                </a:lnTo>
                <a:lnTo>
                  <a:pt x="2225897" y="2734723"/>
                </a:lnTo>
                <a:close/>
                <a:moveTo>
                  <a:pt x="2303812" y="1809178"/>
                </a:moveTo>
                <a:lnTo>
                  <a:pt x="2303812" y="1797844"/>
                </a:lnTo>
                <a:cubicBezTo>
                  <a:pt x="2303812" y="1794320"/>
                  <a:pt x="2306669" y="1791462"/>
                  <a:pt x="2310194" y="1791462"/>
                </a:cubicBezTo>
                <a:lnTo>
                  <a:pt x="2407063" y="1791462"/>
                </a:lnTo>
                <a:cubicBezTo>
                  <a:pt x="2410587" y="1791462"/>
                  <a:pt x="2413349" y="1794320"/>
                  <a:pt x="2413349" y="1797844"/>
                </a:cubicBezTo>
                <a:lnTo>
                  <a:pt x="2413349" y="1809178"/>
                </a:lnTo>
                <a:cubicBezTo>
                  <a:pt x="2413349" y="1812703"/>
                  <a:pt x="2410492" y="1815560"/>
                  <a:pt x="2407063" y="1815560"/>
                </a:cubicBezTo>
                <a:lnTo>
                  <a:pt x="2310194" y="1815560"/>
                </a:lnTo>
                <a:cubicBezTo>
                  <a:pt x="2306669" y="1815560"/>
                  <a:pt x="2303812" y="1812703"/>
                  <a:pt x="2303812" y="1809178"/>
                </a:cubicBezTo>
                <a:close/>
                <a:moveTo>
                  <a:pt x="1610011" y="2809875"/>
                </a:moveTo>
                <a:lnTo>
                  <a:pt x="1579531" y="2809589"/>
                </a:lnTo>
                <a:cubicBezTo>
                  <a:pt x="1577912" y="2806446"/>
                  <a:pt x="1574673" y="2804160"/>
                  <a:pt x="1570863" y="2804160"/>
                </a:cubicBezTo>
                <a:cubicBezTo>
                  <a:pt x="1565434" y="2804160"/>
                  <a:pt x="1561052" y="2808542"/>
                  <a:pt x="1561052" y="2813971"/>
                </a:cubicBezTo>
                <a:cubicBezTo>
                  <a:pt x="1561052" y="2819400"/>
                  <a:pt x="1565434" y="2823782"/>
                  <a:pt x="1570863" y="2823782"/>
                </a:cubicBezTo>
                <a:cubicBezTo>
                  <a:pt x="1576292" y="2823782"/>
                  <a:pt x="1580293" y="2819591"/>
                  <a:pt x="1580578" y="2814447"/>
                </a:cubicBezTo>
                <a:lnTo>
                  <a:pt x="1608201" y="2814733"/>
                </a:lnTo>
                <a:lnTo>
                  <a:pt x="1622679" y="2827306"/>
                </a:lnTo>
                <a:lnTo>
                  <a:pt x="1719263" y="2827592"/>
                </a:lnTo>
                <a:lnTo>
                  <a:pt x="1719263" y="2832068"/>
                </a:lnTo>
                <a:cubicBezTo>
                  <a:pt x="1719263" y="2835974"/>
                  <a:pt x="1722501" y="2839212"/>
                  <a:pt x="1726406" y="2839117"/>
                </a:cubicBezTo>
                <a:lnTo>
                  <a:pt x="1739932" y="2839117"/>
                </a:lnTo>
                <a:cubicBezTo>
                  <a:pt x="1743837" y="2839117"/>
                  <a:pt x="1747076" y="2835878"/>
                  <a:pt x="1746980" y="2831878"/>
                </a:cubicBezTo>
                <a:lnTo>
                  <a:pt x="1746980" y="2818352"/>
                </a:lnTo>
                <a:cubicBezTo>
                  <a:pt x="1746980" y="2814447"/>
                  <a:pt x="1743742" y="2811209"/>
                  <a:pt x="1739837" y="2811304"/>
                </a:cubicBezTo>
                <a:lnTo>
                  <a:pt x="1726311" y="2811304"/>
                </a:lnTo>
                <a:cubicBezTo>
                  <a:pt x="1722406" y="2811304"/>
                  <a:pt x="1719167" y="2814542"/>
                  <a:pt x="1719263" y="2818543"/>
                </a:cubicBezTo>
                <a:lnTo>
                  <a:pt x="1719263" y="2822829"/>
                </a:lnTo>
                <a:cubicBezTo>
                  <a:pt x="1719263" y="2822829"/>
                  <a:pt x="1624489" y="2822543"/>
                  <a:pt x="1624489" y="2822543"/>
                </a:cubicBezTo>
                <a:lnTo>
                  <a:pt x="1610011" y="2809970"/>
                </a:lnTo>
                <a:close/>
                <a:moveTo>
                  <a:pt x="1570958" y="2818924"/>
                </a:moveTo>
                <a:cubicBezTo>
                  <a:pt x="1568196" y="2818924"/>
                  <a:pt x="1565910" y="2816638"/>
                  <a:pt x="1565910" y="2813876"/>
                </a:cubicBezTo>
                <a:cubicBezTo>
                  <a:pt x="1565910" y="2811113"/>
                  <a:pt x="1568196" y="2808827"/>
                  <a:pt x="1570958" y="2808827"/>
                </a:cubicBezTo>
                <a:cubicBezTo>
                  <a:pt x="1573721" y="2808827"/>
                  <a:pt x="1575911" y="2811113"/>
                  <a:pt x="1575911" y="2813876"/>
                </a:cubicBezTo>
                <a:cubicBezTo>
                  <a:pt x="1575911" y="2816638"/>
                  <a:pt x="1573625" y="2818924"/>
                  <a:pt x="1570958" y="2818924"/>
                </a:cubicBezTo>
                <a:close/>
                <a:moveTo>
                  <a:pt x="1726406" y="2816067"/>
                </a:moveTo>
                <a:lnTo>
                  <a:pt x="1739932" y="2816067"/>
                </a:lnTo>
                <a:cubicBezTo>
                  <a:pt x="1741265" y="2816067"/>
                  <a:pt x="1742313" y="2817019"/>
                  <a:pt x="1742313" y="2818352"/>
                </a:cubicBezTo>
                <a:lnTo>
                  <a:pt x="1742313" y="2831878"/>
                </a:lnTo>
                <a:cubicBezTo>
                  <a:pt x="1742313" y="2833211"/>
                  <a:pt x="1741361" y="2834259"/>
                  <a:pt x="1740027" y="2834259"/>
                </a:cubicBezTo>
                <a:lnTo>
                  <a:pt x="1726502" y="2834259"/>
                </a:lnTo>
                <a:cubicBezTo>
                  <a:pt x="1725168" y="2834259"/>
                  <a:pt x="1724120" y="2833307"/>
                  <a:pt x="1724120" y="2831973"/>
                </a:cubicBezTo>
                <a:lnTo>
                  <a:pt x="1724120" y="2818448"/>
                </a:lnTo>
                <a:cubicBezTo>
                  <a:pt x="1724120" y="2817114"/>
                  <a:pt x="1725073" y="2816067"/>
                  <a:pt x="1726406" y="2816067"/>
                </a:cubicBezTo>
                <a:close/>
                <a:moveTo>
                  <a:pt x="2089023" y="1070039"/>
                </a:moveTo>
                <a:lnTo>
                  <a:pt x="2089023" y="1073087"/>
                </a:lnTo>
                <a:cubicBezTo>
                  <a:pt x="2089023" y="1079278"/>
                  <a:pt x="2094071" y="1084231"/>
                  <a:pt x="2100167" y="1084231"/>
                </a:cubicBezTo>
                <a:lnTo>
                  <a:pt x="2112455" y="1084231"/>
                </a:lnTo>
                <a:lnTo>
                  <a:pt x="2112455" y="1112139"/>
                </a:lnTo>
                <a:cubicBezTo>
                  <a:pt x="2112455" y="1112139"/>
                  <a:pt x="2096548" y="1126427"/>
                  <a:pt x="2096548" y="1126427"/>
                </a:cubicBezTo>
                <a:cubicBezTo>
                  <a:pt x="2093976" y="1124045"/>
                  <a:pt x="2090833" y="1122521"/>
                  <a:pt x="2087213" y="1122236"/>
                </a:cubicBezTo>
                <a:cubicBezTo>
                  <a:pt x="2086832" y="1122236"/>
                  <a:pt x="2086356" y="1122236"/>
                  <a:pt x="2085975" y="1122236"/>
                </a:cubicBezTo>
                <a:cubicBezTo>
                  <a:pt x="2082356" y="1122236"/>
                  <a:pt x="2078831" y="1123474"/>
                  <a:pt x="2076069" y="1125950"/>
                </a:cubicBezTo>
                <a:cubicBezTo>
                  <a:pt x="2069687" y="1131475"/>
                  <a:pt x="2068925" y="1141095"/>
                  <a:pt x="2074355" y="1147572"/>
                </a:cubicBezTo>
                <a:cubicBezTo>
                  <a:pt x="2079879" y="1154049"/>
                  <a:pt x="2089499" y="1154716"/>
                  <a:pt x="2095976" y="1149287"/>
                </a:cubicBezTo>
                <a:cubicBezTo>
                  <a:pt x="2099120" y="1146620"/>
                  <a:pt x="2101025" y="1142905"/>
                  <a:pt x="2101310" y="1138809"/>
                </a:cubicBezTo>
                <a:cubicBezTo>
                  <a:pt x="2101501" y="1136714"/>
                  <a:pt x="2101215" y="1134618"/>
                  <a:pt x="2100453" y="1132618"/>
                </a:cubicBezTo>
                <a:lnTo>
                  <a:pt x="2119598" y="1115854"/>
                </a:lnTo>
                <a:lnTo>
                  <a:pt x="2119598" y="1084326"/>
                </a:lnTo>
                <a:cubicBezTo>
                  <a:pt x="2119598" y="1084326"/>
                  <a:pt x="2131790" y="1084326"/>
                  <a:pt x="2131790" y="1084326"/>
                </a:cubicBezTo>
                <a:cubicBezTo>
                  <a:pt x="2137982" y="1084326"/>
                  <a:pt x="2142935" y="1079278"/>
                  <a:pt x="2142935" y="1073182"/>
                </a:cubicBezTo>
                <a:lnTo>
                  <a:pt x="2142935" y="1070134"/>
                </a:lnTo>
                <a:cubicBezTo>
                  <a:pt x="2142935" y="1063943"/>
                  <a:pt x="2137886" y="1058990"/>
                  <a:pt x="2131790" y="1058990"/>
                </a:cubicBezTo>
                <a:lnTo>
                  <a:pt x="2100167" y="1058990"/>
                </a:lnTo>
                <a:cubicBezTo>
                  <a:pt x="2093976" y="1058990"/>
                  <a:pt x="2089023" y="1064038"/>
                  <a:pt x="2089023" y="1070134"/>
                </a:cubicBezTo>
                <a:close/>
                <a:moveTo>
                  <a:pt x="2092357" y="1145000"/>
                </a:moveTo>
                <a:cubicBezTo>
                  <a:pt x="2090547" y="1146524"/>
                  <a:pt x="2088356" y="1147382"/>
                  <a:pt x="2085975" y="1147382"/>
                </a:cubicBezTo>
                <a:cubicBezTo>
                  <a:pt x="2085689" y="1147382"/>
                  <a:pt x="2085403" y="1147382"/>
                  <a:pt x="2085213" y="1147382"/>
                </a:cubicBezTo>
                <a:cubicBezTo>
                  <a:pt x="2082546" y="1147191"/>
                  <a:pt x="2080165" y="1145953"/>
                  <a:pt x="2078546" y="1143953"/>
                </a:cubicBezTo>
                <a:cubicBezTo>
                  <a:pt x="2075021" y="1139857"/>
                  <a:pt x="2075498" y="1133570"/>
                  <a:pt x="2079593" y="1130046"/>
                </a:cubicBezTo>
                <a:cubicBezTo>
                  <a:pt x="2081594" y="1128332"/>
                  <a:pt x="2084165" y="1127570"/>
                  <a:pt x="2086737" y="1127760"/>
                </a:cubicBezTo>
                <a:cubicBezTo>
                  <a:pt x="2089404" y="1127951"/>
                  <a:pt x="2091785" y="1129189"/>
                  <a:pt x="2093405" y="1131189"/>
                </a:cubicBezTo>
                <a:cubicBezTo>
                  <a:pt x="2095119" y="1133189"/>
                  <a:pt x="2095976" y="1135761"/>
                  <a:pt x="2095691" y="1138333"/>
                </a:cubicBezTo>
                <a:cubicBezTo>
                  <a:pt x="2095500" y="1141000"/>
                  <a:pt x="2094262" y="1143381"/>
                  <a:pt x="2092262" y="1145000"/>
                </a:cubicBezTo>
                <a:close/>
                <a:moveTo>
                  <a:pt x="2135791" y="1070039"/>
                </a:moveTo>
                <a:lnTo>
                  <a:pt x="2135791" y="1073087"/>
                </a:lnTo>
                <a:cubicBezTo>
                  <a:pt x="2135791" y="1075277"/>
                  <a:pt x="2133981" y="1077087"/>
                  <a:pt x="2131790" y="1077087"/>
                </a:cubicBezTo>
                <a:lnTo>
                  <a:pt x="2100167" y="1077087"/>
                </a:lnTo>
                <a:cubicBezTo>
                  <a:pt x="2097977" y="1077087"/>
                  <a:pt x="2096167" y="1075277"/>
                  <a:pt x="2096167" y="1073087"/>
                </a:cubicBezTo>
                <a:lnTo>
                  <a:pt x="2096167" y="1070039"/>
                </a:lnTo>
                <a:cubicBezTo>
                  <a:pt x="2096167" y="1067848"/>
                  <a:pt x="2097977" y="1066038"/>
                  <a:pt x="2100167" y="1066038"/>
                </a:cubicBezTo>
                <a:lnTo>
                  <a:pt x="2131790" y="1066038"/>
                </a:lnTo>
                <a:cubicBezTo>
                  <a:pt x="2133981" y="1066038"/>
                  <a:pt x="2135791" y="1067848"/>
                  <a:pt x="2135791" y="1070039"/>
                </a:cubicBezTo>
                <a:close/>
                <a:moveTo>
                  <a:pt x="2787301" y="876872"/>
                </a:moveTo>
                <a:cubicBezTo>
                  <a:pt x="2779586" y="877824"/>
                  <a:pt x="2772537" y="872395"/>
                  <a:pt x="2771489" y="864679"/>
                </a:cubicBezTo>
                <a:cubicBezTo>
                  <a:pt x="2770537" y="856964"/>
                  <a:pt x="2775966" y="849916"/>
                  <a:pt x="2783681" y="848868"/>
                </a:cubicBezTo>
                <a:cubicBezTo>
                  <a:pt x="2791397" y="847916"/>
                  <a:pt x="2798445" y="853345"/>
                  <a:pt x="2799493" y="861060"/>
                </a:cubicBezTo>
                <a:cubicBezTo>
                  <a:pt x="2800445" y="868775"/>
                  <a:pt x="2795016" y="875824"/>
                  <a:pt x="2787301" y="876872"/>
                </a:cubicBezTo>
                <a:close/>
                <a:moveTo>
                  <a:pt x="2169795" y="2683097"/>
                </a:moveTo>
                <a:lnTo>
                  <a:pt x="2166557" y="2686622"/>
                </a:lnTo>
                <a:lnTo>
                  <a:pt x="2152555" y="2673763"/>
                </a:lnTo>
                <a:lnTo>
                  <a:pt x="2155793" y="2670238"/>
                </a:lnTo>
                <a:lnTo>
                  <a:pt x="2169795" y="2683097"/>
                </a:lnTo>
                <a:close/>
                <a:moveTo>
                  <a:pt x="2219516" y="1873568"/>
                </a:moveTo>
                <a:cubicBezTo>
                  <a:pt x="2226088" y="1872425"/>
                  <a:pt x="2231136" y="1866710"/>
                  <a:pt x="2231136" y="1859852"/>
                </a:cubicBezTo>
                <a:cubicBezTo>
                  <a:pt x="2231136" y="1852136"/>
                  <a:pt x="2224850" y="1845850"/>
                  <a:pt x="2217134" y="1845850"/>
                </a:cubicBezTo>
                <a:cubicBezTo>
                  <a:pt x="2209419" y="1845850"/>
                  <a:pt x="2203133" y="1852136"/>
                  <a:pt x="2203133" y="1859852"/>
                </a:cubicBezTo>
                <a:cubicBezTo>
                  <a:pt x="2203133" y="1866710"/>
                  <a:pt x="2208181" y="1872425"/>
                  <a:pt x="2214753" y="1873568"/>
                </a:cubicBezTo>
                <a:lnTo>
                  <a:pt x="2214753" y="2114836"/>
                </a:lnTo>
                <a:lnTo>
                  <a:pt x="2156651" y="2179892"/>
                </a:lnTo>
                <a:lnTo>
                  <a:pt x="2156651" y="2377535"/>
                </a:lnTo>
                <a:lnTo>
                  <a:pt x="2161413" y="2377535"/>
                </a:lnTo>
                <a:lnTo>
                  <a:pt x="2161413" y="2181701"/>
                </a:lnTo>
                <a:lnTo>
                  <a:pt x="2219516" y="2116646"/>
                </a:lnTo>
                <a:lnTo>
                  <a:pt x="2219516" y="1873568"/>
                </a:lnTo>
                <a:close/>
                <a:moveTo>
                  <a:pt x="2207895" y="1859852"/>
                </a:moveTo>
                <a:cubicBezTo>
                  <a:pt x="2207895" y="1854803"/>
                  <a:pt x="2211991" y="1850612"/>
                  <a:pt x="2217134" y="1850612"/>
                </a:cubicBezTo>
                <a:cubicBezTo>
                  <a:pt x="2222278" y="1850612"/>
                  <a:pt x="2226374" y="1854708"/>
                  <a:pt x="2226374" y="1859852"/>
                </a:cubicBezTo>
                <a:cubicBezTo>
                  <a:pt x="2226374" y="1864995"/>
                  <a:pt x="2222278" y="1869091"/>
                  <a:pt x="2217134" y="1869091"/>
                </a:cubicBezTo>
                <a:cubicBezTo>
                  <a:pt x="2211991" y="1869091"/>
                  <a:pt x="2207895" y="1864995"/>
                  <a:pt x="2207895" y="1859852"/>
                </a:cubicBezTo>
                <a:close/>
                <a:moveTo>
                  <a:pt x="2165223" y="1871472"/>
                </a:moveTo>
                <a:cubicBezTo>
                  <a:pt x="2158841" y="1871472"/>
                  <a:pt x="2153603" y="1866233"/>
                  <a:pt x="2153603" y="1859852"/>
                </a:cubicBezTo>
                <a:cubicBezTo>
                  <a:pt x="2153603" y="1853470"/>
                  <a:pt x="2158841" y="1848231"/>
                  <a:pt x="2165223" y="1848231"/>
                </a:cubicBezTo>
                <a:cubicBezTo>
                  <a:pt x="2171605" y="1848231"/>
                  <a:pt x="2176844" y="1853470"/>
                  <a:pt x="2176844" y="1859852"/>
                </a:cubicBezTo>
                <a:cubicBezTo>
                  <a:pt x="2176844" y="1866233"/>
                  <a:pt x="2171605" y="1871472"/>
                  <a:pt x="2165223" y="1871472"/>
                </a:cubicBezTo>
                <a:close/>
                <a:moveTo>
                  <a:pt x="1765268" y="1317974"/>
                </a:moveTo>
                <a:cubicBezTo>
                  <a:pt x="1767364" y="1317974"/>
                  <a:pt x="1769555" y="1317498"/>
                  <a:pt x="1771555" y="1316546"/>
                </a:cubicBezTo>
                <a:cubicBezTo>
                  <a:pt x="1775079" y="1314831"/>
                  <a:pt x="1777746" y="1311878"/>
                  <a:pt x="1778984" y="1308259"/>
                </a:cubicBezTo>
                <a:cubicBezTo>
                  <a:pt x="1779270" y="1307402"/>
                  <a:pt x="1779461" y="1306544"/>
                  <a:pt x="1779651" y="1305687"/>
                </a:cubicBezTo>
                <a:lnTo>
                  <a:pt x="1902428" y="1305687"/>
                </a:lnTo>
                <a:cubicBezTo>
                  <a:pt x="1902428" y="1305687"/>
                  <a:pt x="1915097" y="1326928"/>
                  <a:pt x="1915097" y="1326928"/>
                </a:cubicBezTo>
                <a:lnTo>
                  <a:pt x="2035112" y="1326928"/>
                </a:lnTo>
                <a:lnTo>
                  <a:pt x="2135886" y="1243013"/>
                </a:lnTo>
                <a:cubicBezTo>
                  <a:pt x="2139220" y="1246156"/>
                  <a:pt x="2143411" y="1248156"/>
                  <a:pt x="2148078" y="1248537"/>
                </a:cubicBezTo>
                <a:cubicBezTo>
                  <a:pt x="2153412" y="1248918"/>
                  <a:pt x="2158556" y="1247299"/>
                  <a:pt x="2162651" y="1243775"/>
                </a:cubicBezTo>
                <a:cubicBezTo>
                  <a:pt x="2166747" y="1240346"/>
                  <a:pt x="2169128" y="1235488"/>
                  <a:pt x="2169605" y="1230154"/>
                </a:cubicBezTo>
                <a:cubicBezTo>
                  <a:pt x="2169795" y="1227677"/>
                  <a:pt x="2169509" y="1225201"/>
                  <a:pt x="2168843" y="1222915"/>
                </a:cubicBezTo>
                <a:lnTo>
                  <a:pt x="2189702" y="1206437"/>
                </a:lnTo>
                <a:lnTo>
                  <a:pt x="2190369" y="1128903"/>
                </a:lnTo>
                <a:lnTo>
                  <a:pt x="2205990" y="1115378"/>
                </a:lnTo>
                <a:lnTo>
                  <a:pt x="2299335" y="1115378"/>
                </a:lnTo>
                <a:cubicBezTo>
                  <a:pt x="2300288" y="1120426"/>
                  <a:pt x="2304669" y="1124426"/>
                  <a:pt x="2310098" y="1124426"/>
                </a:cubicBezTo>
                <a:lnTo>
                  <a:pt x="2341721" y="1124426"/>
                </a:lnTo>
                <a:cubicBezTo>
                  <a:pt x="2347151" y="1124426"/>
                  <a:pt x="2351532" y="1120426"/>
                  <a:pt x="2352485" y="1115282"/>
                </a:cubicBezTo>
                <a:lnTo>
                  <a:pt x="2479167" y="1115282"/>
                </a:lnTo>
                <a:lnTo>
                  <a:pt x="2495169" y="1133570"/>
                </a:lnTo>
                <a:lnTo>
                  <a:pt x="2661666" y="1133570"/>
                </a:lnTo>
                <a:lnTo>
                  <a:pt x="2743391" y="1053275"/>
                </a:lnTo>
                <a:lnTo>
                  <a:pt x="2743867" y="961644"/>
                </a:lnTo>
                <a:lnTo>
                  <a:pt x="2789396" y="917829"/>
                </a:lnTo>
                <a:lnTo>
                  <a:pt x="2789396" y="883539"/>
                </a:lnTo>
                <a:cubicBezTo>
                  <a:pt x="2799302" y="881825"/>
                  <a:pt x="2806922" y="873252"/>
                  <a:pt x="2806922" y="862870"/>
                </a:cubicBezTo>
                <a:cubicBezTo>
                  <a:pt x="2806922" y="851249"/>
                  <a:pt x="2797493" y="841820"/>
                  <a:pt x="2785872" y="841820"/>
                </a:cubicBezTo>
                <a:cubicBezTo>
                  <a:pt x="2774252" y="841820"/>
                  <a:pt x="2764822" y="851249"/>
                  <a:pt x="2764822" y="862870"/>
                </a:cubicBezTo>
                <a:cubicBezTo>
                  <a:pt x="2764822" y="873252"/>
                  <a:pt x="2772442" y="881825"/>
                  <a:pt x="2782348" y="883539"/>
                </a:cubicBezTo>
                <a:lnTo>
                  <a:pt x="2782348" y="914305"/>
                </a:lnTo>
                <a:cubicBezTo>
                  <a:pt x="2782348" y="914305"/>
                  <a:pt x="2736818" y="958120"/>
                  <a:pt x="2736818" y="958120"/>
                </a:cubicBezTo>
                <a:lnTo>
                  <a:pt x="2736342" y="1050322"/>
                </a:lnTo>
                <a:lnTo>
                  <a:pt x="2658904" y="1126522"/>
                </a:lnTo>
                <a:lnTo>
                  <a:pt x="2498598" y="1126522"/>
                </a:lnTo>
                <a:lnTo>
                  <a:pt x="2482596" y="1108234"/>
                </a:lnTo>
                <a:lnTo>
                  <a:pt x="2352675" y="1108234"/>
                </a:lnTo>
                <a:cubicBezTo>
                  <a:pt x="2351723" y="1103090"/>
                  <a:pt x="2347341" y="1099090"/>
                  <a:pt x="2341912" y="1099090"/>
                </a:cubicBezTo>
                <a:lnTo>
                  <a:pt x="2310289" y="1099090"/>
                </a:lnTo>
                <a:cubicBezTo>
                  <a:pt x="2304860" y="1099090"/>
                  <a:pt x="2300573" y="1102995"/>
                  <a:pt x="2299526" y="1108139"/>
                </a:cubicBezTo>
                <a:lnTo>
                  <a:pt x="2203418" y="1108139"/>
                </a:lnTo>
                <a:cubicBezTo>
                  <a:pt x="2203418" y="1108139"/>
                  <a:pt x="2183321" y="1125665"/>
                  <a:pt x="2183321" y="1125665"/>
                </a:cubicBezTo>
                <a:lnTo>
                  <a:pt x="2182654" y="1203008"/>
                </a:lnTo>
                <a:lnTo>
                  <a:pt x="2165604" y="1216533"/>
                </a:lnTo>
                <a:cubicBezTo>
                  <a:pt x="2165604" y="1216533"/>
                  <a:pt x="2165223" y="1215962"/>
                  <a:pt x="2165033" y="1215771"/>
                </a:cubicBezTo>
                <a:cubicBezTo>
                  <a:pt x="2161127" y="1211199"/>
                  <a:pt x="2155508" y="1208818"/>
                  <a:pt x="2149793" y="1208818"/>
                </a:cubicBezTo>
                <a:cubicBezTo>
                  <a:pt x="2145221" y="1208818"/>
                  <a:pt x="2140553" y="1210437"/>
                  <a:pt x="2136839" y="1213580"/>
                </a:cubicBezTo>
                <a:cubicBezTo>
                  <a:pt x="2129219" y="1220153"/>
                  <a:pt x="2127790" y="1231202"/>
                  <a:pt x="2133029" y="1239393"/>
                </a:cubicBezTo>
                <a:lnTo>
                  <a:pt x="2033588" y="1322261"/>
                </a:lnTo>
                <a:lnTo>
                  <a:pt x="1917954" y="1322261"/>
                </a:lnTo>
                <a:lnTo>
                  <a:pt x="1905286" y="1300925"/>
                </a:lnTo>
                <a:lnTo>
                  <a:pt x="1779746" y="1300925"/>
                </a:lnTo>
                <a:cubicBezTo>
                  <a:pt x="1779556" y="1299686"/>
                  <a:pt x="1779175" y="1298448"/>
                  <a:pt x="1778603" y="1297210"/>
                </a:cubicBezTo>
                <a:cubicBezTo>
                  <a:pt x="1775174" y="1289971"/>
                  <a:pt x="1766411" y="1286923"/>
                  <a:pt x="1759172" y="1290352"/>
                </a:cubicBezTo>
                <a:cubicBezTo>
                  <a:pt x="1751933" y="1293781"/>
                  <a:pt x="1748885" y="1302544"/>
                  <a:pt x="1752314" y="1309783"/>
                </a:cubicBezTo>
                <a:cubicBezTo>
                  <a:pt x="1754791" y="1315022"/>
                  <a:pt x="1760030" y="1318070"/>
                  <a:pt x="1765459" y="1318070"/>
                </a:cubicBezTo>
                <a:close/>
                <a:moveTo>
                  <a:pt x="2770442" y="862870"/>
                </a:moveTo>
                <a:cubicBezTo>
                  <a:pt x="2770442" y="854583"/>
                  <a:pt x="2777204" y="847725"/>
                  <a:pt x="2785586" y="847725"/>
                </a:cubicBezTo>
                <a:cubicBezTo>
                  <a:pt x="2793968" y="847725"/>
                  <a:pt x="2800731" y="854488"/>
                  <a:pt x="2800731" y="862870"/>
                </a:cubicBezTo>
                <a:cubicBezTo>
                  <a:pt x="2800731" y="871252"/>
                  <a:pt x="2793968" y="878015"/>
                  <a:pt x="2785586" y="878015"/>
                </a:cubicBezTo>
                <a:cubicBezTo>
                  <a:pt x="2777204" y="878015"/>
                  <a:pt x="2770442" y="871252"/>
                  <a:pt x="2770442" y="862870"/>
                </a:cubicBezTo>
                <a:close/>
                <a:moveTo>
                  <a:pt x="2305907" y="1110329"/>
                </a:moveTo>
                <a:cubicBezTo>
                  <a:pt x="2305907" y="1108139"/>
                  <a:pt x="2307717" y="1106329"/>
                  <a:pt x="2309908" y="1106329"/>
                </a:cubicBezTo>
                <a:lnTo>
                  <a:pt x="2341531" y="1106329"/>
                </a:lnTo>
                <a:cubicBezTo>
                  <a:pt x="2343722" y="1106329"/>
                  <a:pt x="2345531" y="1108139"/>
                  <a:pt x="2345531" y="1110329"/>
                </a:cubicBezTo>
                <a:lnTo>
                  <a:pt x="2345531" y="1113377"/>
                </a:lnTo>
                <a:cubicBezTo>
                  <a:pt x="2345531" y="1115568"/>
                  <a:pt x="2343722" y="1117378"/>
                  <a:pt x="2341531" y="1117378"/>
                </a:cubicBezTo>
                <a:lnTo>
                  <a:pt x="2309908" y="1117378"/>
                </a:lnTo>
                <a:cubicBezTo>
                  <a:pt x="2307717" y="1117378"/>
                  <a:pt x="2305907" y="1115568"/>
                  <a:pt x="2305907" y="1113377"/>
                </a:cubicBezTo>
                <a:lnTo>
                  <a:pt x="2305907" y="1110329"/>
                </a:lnTo>
                <a:close/>
                <a:moveTo>
                  <a:pt x="2141220" y="1219010"/>
                </a:moveTo>
                <a:cubicBezTo>
                  <a:pt x="2143792" y="1216819"/>
                  <a:pt x="2147126" y="1215771"/>
                  <a:pt x="2150555" y="1215962"/>
                </a:cubicBezTo>
                <a:cubicBezTo>
                  <a:pt x="2153984" y="1216247"/>
                  <a:pt x="2157032" y="1217771"/>
                  <a:pt x="2159318" y="1220438"/>
                </a:cubicBezTo>
                <a:cubicBezTo>
                  <a:pt x="2161508" y="1223010"/>
                  <a:pt x="2162651" y="1226344"/>
                  <a:pt x="2162366" y="1229773"/>
                </a:cubicBezTo>
                <a:cubicBezTo>
                  <a:pt x="2162080" y="1233202"/>
                  <a:pt x="2160556" y="1236250"/>
                  <a:pt x="2157889" y="1238536"/>
                </a:cubicBezTo>
                <a:cubicBezTo>
                  <a:pt x="2155508" y="1240536"/>
                  <a:pt x="2152650" y="1241584"/>
                  <a:pt x="2149602" y="1241584"/>
                </a:cubicBezTo>
                <a:cubicBezTo>
                  <a:pt x="2149221" y="1241584"/>
                  <a:pt x="2148935" y="1241584"/>
                  <a:pt x="2148554" y="1241584"/>
                </a:cubicBezTo>
                <a:cubicBezTo>
                  <a:pt x="2145125" y="1241298"/>
                  <a:pt x="2142077" y="1239774"/>
                  <a:pt x="2139791" y="1237107"/>
                </a:cubicBezTo>
                <a:cubicBezTo>
                  <a:pt x="2137601" y="1234535"/>
                  <a:pt x="2136458" y="1231202"/>
                  <a:pt x="2136743" y="1227773"/>
                </a:cubicBezTo>
                <a:cubicBezTo>
                  <a:pt x="2137029" y="1224344"/>
                  <a:pt x="2138553" y="1221296"/>
                  <a:pt x="2141220" y="1219010"/>
                </a:cubicBezTo>
                <a:close/>
                <a:moveTo>
                  <a:pt x="1756029" y="1300258"/>
                </a:moveTo>
                <a:cubicBezTo>
                  <a:pt x="1756886" y="1297781"/>
                  <a:pt x="1758696" y="1295781"/>
                  <a:pt x="1760982" y="1294638"/>
                </a:cubicBezTo>
                <a:cubicBezTo>
                  <a:pt x="1762316" y="1293971"/>
                  <a:pt x="1763744" y="1293686"/>
                  <a:pt x="1765173" y="1293686"/>
                </a:cubicBezTo>
                <a:cubicBezTo>
                  <a:pt x="1768793" y="1293686"/>
                  <a:pt x="1772317" y="1295781"/>
                  <a:pt x="1774031" y="1299210"/>
                </a:cubicBezTo>
                <a:cubicBezTo>
                  <a:pt x="1775174" y="1301591"/>
                  <a:pt x="1775270" y="1304258"/>
                  <a:pt x="1774412" y="1306735"/>
                </a:cubicBezTo>
                <a:cubicBezTo>
                  <a:pt x="1773555" y="1309211"/>
                  <a:pt x="1771745" y="1311212"/>
                  <a:pt x="1769459" y="1312355"/>
                </a:cubicBezTo>
                <a:cubicBezTo>
                  <a:pt x="1764602" y="1314641"/>
                  <a:pt x="1758696" y="1312640"/>
                  <a:pt x="1756410" y="1307782"/>
                </a:cubicBezTo>
                <a:cubicBezTo>
                  <a:pt x="1755267" y="1305401"/>
                  <a:pt x="1755172" y="1302734"/>
                  <a:pt x="1756029" y="1300258"/>
                </a:cubicBezTo>
                <a:close/>
                <a:moveTo>
                  <a:pt x="2169033" y="2059781"/>
                </a:moveTo>
                <a:lnTo>
                  <a:pt x="2171891" y="2059781"/>
                </a:lnTo>
                <a:cubicBezTo>
                  <a:pt x="2174653" y="2059781"/>
                  <a:pt x="2176939" y="2057495"/>
                  <a:pt x="2176939" y="2054733"/>
                </a:cubicBezTo>
                <a:lnTo>
                  <a:pt x="2176939" y="2041779"/>
                </a:lnTo>
                <a:cubicBezTo>
                  <a:pt x="2176939" y="2039017"/>
                  <a:pt x="2174653" y="2036731"/>
                  <a:pt x="2171891" y="2036731"/>
                </a:cubicBezTo>
                <a:lnTo>
                  <a:pt x="2169033" y="2036731"/>
                </a:lnTo>
                <a:lnTo>
                  <a:pt x="2169033" y="1871472"/>
                </a:lnTo>
                <a:lnTo>
                  <a:pt x="2161889" y="1871472"/>
                </a:lnTo>
                <a:lnTo>
                  <a:pt x="2161889" y="2036731"/>
                </a:lnTo>
                <a:lnTo>
                  <a:pt x="2159032" y="2036731"/>
                </a:lnTo>
                <a:cubicBezTo>
                  <a:pt x="2156270" y="2036731"/>
                  <a:pt x="2153984" y="2039017"/>
                  <a:pt x="2153984" y="2041779"/>
                </a:cubicBezTo>
                <a:lnTo>
                  <a:pt x="2153984" y="2054733"/>
                </a:lnTo>
                <a:cubicBezTo>
                  <a:pt x="2153984" y="2057495"/>
                  <a:pt x="2156270" y="2059781"/>
                  <a:pt x="2159032" y="2059781"/>
                </a:cubicBezTo>
                <a:lnTo>
                  <a:pt x="2161889" y="2059781"/>
                </a:lnTo>
                <a:lnTo>
                  <a:pt x="2161889" y="2114360"/>
                </a:lnTo>
                <a:lnTo>
                  <a:pt x="2103787" y="2176272"/>
                </a:lnTo>
                <a:lnTo>
                  <a:pt x="2104549" y="2392585"/>
                </a:lnTo>
                <a:lnTo>
                  <a:pt x="2111693" y="2392585"/>
                </a:lnTo>
                <a:cubicBezTo>
                  <a:pt x="2111693" y="2392585"/>
                  <a:pt x="2110931" y="2179130"/>
                  <a:pt x="2110931" y="2179130"/>
                </a:cubicBezTo>
                <a:lnTo>
                  <a:pt x="2169033" y="2117217"/>
                </a:lnTo>
                <a:lnTo>
                  <a:pt x="2169033" y="2059781"/>
                </a:lnTo>
                <a:close/>
                <a:moveTo>
                  <a:pt x="2158651" y="2054638"/>
                </a:moveTo>
                <a:lnTo>
                  <a:pt x="2158937" y="2041398"/>
                </a:lnTo>
                <a:lnTo>
                  <a:pt x="2172176" y="2041684"/>
                </a:lnTo>
                <a:lnTo>
                  <a:pt x="2172176" y="2054638"/>
                </a:lnTo>
                <a:cubicBezTo>
                  <a:pt x="2172176" y="2054638"/>
                  <a:pt x="2171986" y="2054924"/>
                  <a:pt x="2171891" y="2054924"/>
                </a:cubicBezTo>
                <a:lnTo>
                  <a:pt x="2158651" y="2054638"/>
                </a:lnTo>
                <a:close/>
                <a:moveTo>
                  <a:pt x="2126837" y="2417064"/>
                </a:moveTo>
                <a:lnTo>
                  <a:pt x="2130076" y="2413635"/>
                </a:lnTo>
                <a:lnTo>
                  <a:pt x="2143506" y="2426399"/>
                </a:lnTo>
                <a:lnTo>
                  <a:pt x="2140268" y="2429828"/>
                </a:lnTo>
                <a:lnTo>
                  <a:pt x="2126837" y="2417064"/>
                </a:lnTo>
                <a:close/>
                <a:moveTo>
                  <a:pt x="1747076" y="2771775"/>
                </a:moveTo>
                <a:cubicBezTo>
                  <a:pt x="1747076" y="2767870"/>
                  <a:pt x="1743837" y="2764631"/>
                  <a:pt x="1739932" y="2764727"/>
                </a:cubicBezTo>
                <a:lnTo>
                  <a:pt x="1726406" y="2764727"/>
                </a:lnTo>
                <a:cubicBezTo>
                  <a:pt x="1722501" y="2764727"/>
                  <a:pt x="1719263" y="2767965"/>
                  <a:pt x="1719358" y="2771966"/>
                </a:cubicBezTo>
                <a:lnTo>
                  <a:pt x="1719358" y="2776252"/>
                </a:lnTo>
                <a:cubicBezTo>
                  <a:pt x="1719358" y="2776252"/>
                  <a:pt x="1623060" y="2775966"/>
                  <a:pt x="1623060" y="2775966"/>
                </a:cubicBezTo>
                <a:lnTo>
                  <a:pt x="1606963" y="2761679"/>
                </a:lnTo>
                <a:lnTo>
                  <a:pt x="1555623" y="2761679"/>
                </a:lnTo>
                <a:cubicBezTo>
                  <a:pt x="1555623" y="2761679"/>
                  <a:pt x="1531715" y="2793492"/>
                  <a:pt x="1531715" y="2793492"/>
                </a:cubicBezTo>
                <a:lnTo>
                  <a:pt x="1531715" y="2804732"/>
                </a:lnTo>
                <a:cubicBezTo>
                  <a:pt x="1527524" y="2805779"/>
                  <a:pt x="1524381" y="2809494"/>
                  <a:pt x="1524381" y="2813971"/>
                </a:cubicBezTo>
                <a:cubicBezTo>
                  <a:pt x="1524381" y="2819400"/>
                  <a:pt x="1528763" y="2823782"/>
                  <a:pt x="1534192" y="2823782"/>
                </a:cubicBezTo>
                <a:cubicBezTo>
                  <a:pt x="1539621" y="2823782"/>
                  <a:pt x="1543907" y="2819400"/>
                  <a:pt x="1543907" y="2813971"/>
                </a:cubicBezTo>
                <a:cubicBezTo>
                  <a:pt x="1543907" y="2809399"/>
                  <a:pt x="1540764" y="2805779"/>
                  <a:pt x="1536573" y="2804732"/>
                </a:cubicBezTo>
                <a:lnTo>
                  <a:pt x="1536573" y="2795016"/>
                </a:lnTo>
                <a:cubicBezTo>
                  <a:pt x="1536573" y="2795016"/>
                  <a:pt x="1558100" y="2766346"/>
                  <a:pt x="1558100" y="2766346"/>
                </a:cubicBezTo>
                <a:lnTo>
                  <a:pt x="1605153" y="2766346"/>
                </a:lnTo>
                <a:cubicBezTo>
                  <a:pt x="1605153" y="2766346"/>
                  <a:pt x="1621250" y="2780729"/>
                  <a:pt x="1621250" y="2780729"/>
                </a:cubicBezTo>
                <a:lnTo>
                  <a:pt x="1719453" y="2781014"/>
                </a:lnTo>
                <a:lnTo>
                  <a:pt x="1719453" y="2785491"/>
                </a:lnTo>
                <a:cubicBezTo>
                  <a:pt x="1719453" y="2789396"/>
                  <a:pt x="1722692" y="2792635"/>
                  <a:pt x="1726597" y="2792540"/>
                </a:cubicBezTo>
                <a:lnTo>
                  <a:pt x="1740122" y="2792540"/>
                </a:lnTo>
                <a:cubicBezTo>
                  <a:pt x="1744028" y="2792540"/>
                  <a:pt x="1747266" y="2789301"/>
                  <a:pt x="1747171" y="2785396"/>
                </a:cubicBezTo>
                <a:lnTo>
                  <a:pt x="1747171" y="2771870"/>
                </a:lnTo>
                <a:close/>
                <a:moveTo>
                  <a:pt x="1539050" y="2813876"/>
                </a:moveTo>
                <a:cubicBezTo>
                  <a:pt x="1539050" y="2816638"/>
                  <a:pt x="1536764" y="2818924"/>
                  <a:pt x="1534097" y="2818924"/>
                </a:cubicBezTo>
                <a:cubicBezTo>
                  <a:pt x="1531430" y="2818924"/>
                  <a:pt x="1529048" y="2816638"/>
                  <a:pt x="1529048" y="2813876"/>
                </a:cubicBezTo>
                <a:cubicBezTo>
                  <a:pt x="1529048" y="2811113"/>
                  <a:pt x="1531334" y="2808827"/>
                  <a:pt x="1534097" y="2808827"/>
                </a:cubicBezTo>
                <a:cubicBezTo>
                  <a:pt x="1536859" y="2808827"/>
                  <a:pt x="1539050" y="2811113"/>
                  <a:pt x="1539050" y="2813876"/>
                </a:cubicBezTo>
                <a:close/>
                <a:moveTo>
                  <a:pt x="1740027" y="2787682"/>
                </a:moveTo>
                <a:lnTo>
                  <a:pt x="1726502" y="2787682"/>
                </a:lnTo>
                <a:cubicBezTo>
                  <a:pt x="1725168" y="2787682"/>
                  <a:pt x="1724120" y="2786729"/>
                  <a:pt x="1724120" y="2785396"/>
                </a:cubicBezTo>
                <a:lnTo>
                  <a:pt x="1724120" y="2771870"/>
                </a:lnTo>
                <a:cubicBezTo>
                  <a:pt x="1724120" y="2770537"/>
                  <a:pt x="1725073" y="2769489"/>
                  <a:pt x="1726406" y="2769489"/>
                </a:cubicBezTo>
                <a:lnTo>
                  <a:pt x="1739932" y="2769489"/>
                </a:lnTo>
                <a:cubicBezTo>
                  <a:pt x="1741265" y="2769489"/>
                  <a:pt x="1742313" y="2770442"/>
                  <a:pt x="1742313" y="2771775"/>
                </a:cubicBezTo>
                <a:lnTo>
                  <a:pt x="1742313" y="2785301"/>
                </a:lnTo>
                <a:cubicBezTo>
                  <a:pt x="1742313" y="2786634"/>
                  <a:pt x="1741361" y="2787682"/>
                  <a:pt x="1740027" y="2787682"/>
                </a:cubicBezTo>
                <a:close/>
                <a:moveTo>
                  <a:pt x="2109788" y="2394204"/>
                </a:moveTo>
                <a:lnTo>
                  <a:pt x="2116646" y="2400776"/>
                </a:lnTo>
                <a:lnTo>
                  <a:pt x="2113407" y="2404205"/>
                </a:lnTo>
                <a:lnTo>
                  <a:pt x="2106549" y="2397633"/>
                </a:lnTo>
                <a:lnTo>
                  <a:pt x="2109788" y="2394204"/>
                </a:lnTo>
                <a:close/>
                <a:moveTo>
                  <a:pt x="2250662" y="2763965"/>
                </a:moveTo>
                <a:lnTo>
                  <a:pt x="2236661" y="2751106"/>
                </a:lnTo>
                <a:lnTo>
                  <a:pt x="2239899" y="2747582"/>
                </a:lnTo>
                <a:lnTo>
                  <a:pt x="2253901" y="2760440"/>
                </a:lnTo>
                <a:lnTo>
                  <a:pt x="2250662" y="2763965"/>
                </a:lnTo>
                <a:close/>
                <a:moveTo>
                  <a:pt x="2193608" y="2838736"/>
                </a:moveTo>
                <a:lnTo>
                  <a:pt x="2203133" y="2828639"/>
                </a:lnTo>
                <a:lnTo>
                  <a:pt x="2202847" y="2828354"/>
                </a:lnTo>
                <a:lnTo>
                  <a:pt x="2206085" y="2824829"/>
                </a:lnTo>
                <a:lnTo>
                  <a:pt x="2209895" y="2828354"/>
                </a:lnTo>
                <a:lnTo>
                  <a:pt x="2197132" y="2841974"/>
                </a:lnTo>
                <a:lnTo>
                  <a:pt x="2193608" y="2838736"/>
                </a:lnTo>
                <a:close/>
                <a:moveTo>
                  <a:pt x="2046065" y="1745266"/>
                </a:moveTo>
                <a:cubicBezTo>
                  <a:pt x="2047113" y="1745266"/>
                  <a:pt x="2048256" y="1745075"/>
                  <a:pt x="2049304" y="1744599"/>
                </a:cubicBezTo>
                <a:cubicBezTo>
                  <a:pt x="2051018" y="1743932"/>
                  <a:pt x="2052257" y="1742599"/>
                  <a:pt x="2053209" y="1741170"/>
                </a:cubicBezTo>
                <a:cubicBezTo>
                  <a:pt x="2053400" y="1741361"/>
                  <a:pt x="2053685" y="1741456"/>
                  <a:pt x="2054066" y="1741456"/>
                </a:cubicBezTo>
                <a:cubicBezTo>
                  <a:pt x="2055019" y="1741456"/>
                  <a:pt x="2055400" y="1740789"/>
                  <a:pt x="2055686" y="1739551"/>
                </a:cubicBezTo>
                <a:cubicBezTo>
                  <a:pt x="2055971" y="1740789"/>
                  <a:pt x="2056352" y="1741456"/>
                  <a:pt x="2057305" y="1741456"/>
                </a:cubicBezTo>
                <a:cubicBezTo>
                  <a:pt x="2058257" y="1741456"/>
                  <a:pt x="2058638" y="1740789"/>
                  <a:pt x="2058924" y="1739551"/>
                </a:cubicBezTo>
                <a:cubicBezTo>
                  <a:pt x="2059210" y="1740789"/>
                  <a:pt x="2059591" y="1741456"/>
                  <a:pt x="2060543" y="1741456"/>
                </a:cubicBezTo>
                <a:cubicBezTo>
                  <a:pt x="2061496" y="1741456"/>
                  <a:pt x="2061877" y="1740789"/>
                  <a:pt x="2062163" y="1739551"/>
                </a:cubicBezTo>
                <a:cubicBezTo>
                  <a:pt x="2062448" y="1740789"/>
                  <a:pt x="2062829" y="1741456"/>
                  <a:pt x="2063782" y="1741456"/>
                </a:cubicBezTo>
                <a:cubicBezTo>
                  <a:pt x="2064734" y="1741456"/>
                  <a:pt x="2065115" y="1740789"/>
                  <a:pt x="2065401" y="1739551"/>
                </a:cubicBezTo>
                <a:cubicBezTo>
                  <a:pt x="2065687" y="1740789"/>
                  <a:pt x="2066068" y="1741456"/>
                  <a:pt x="2067020" y="1741456"/>
                </a:cubicBezTo>
                <a:cubicBezTo>
                  <a:pt x="2067973" y="1741456"/>
                  <a:pt x="2068354" y="1740789"/>
                  <a:pt x="2068640" y="1739551"/>
                </a:cubicBezTo>
                <a:cubicBezTo>
                  <a:pt x="2068925" y="1740789"/>
                  <a:pt x="2069306" y="1741456"/>
                  <a:pt x="2070259" y="1741456"/>
                </a:cubicBezTo>
                <a:cubicBezTo>
                  <a:pt x="2071211" y="1741456"/>
                  <a:pt x="2071592" y="1740789"/>
                  <a:pt x="2071878" y="1739551"/>
                </a:cubicBezTo>
                <a:cubicBezTo>
                  <a:pt x="2072164" y="1740789"/>
                  <a:pt x="2072545" y="1741456"/>
                  <a:pt x="2073497" y="1741456"/>
                </a:cubicBezTo>
                <a:cubicBezTo>
                  <a:pt x="2074450" y="1741456"/>
                  <a:pt x="2074831" y="1740789"/>
                  <a:pt x="2075117" y="1739551"/>
                </a:cubicBezTo>
                <a:cubicBezTo>
                  <a:pt x="2075402" y="1740789"/>
                  <a:pt x="2075783" y="1741456"/>
                  <a:pt x="2076736" y="1741456"/>
                </a:cubicBezTo>
                <a:cubicBezTo>
                  <a:pt x="2077688" y="1741456"/>
                  <a:pt x="2078069" y="1740789"/>
                  <a:pt x="2078355" y="1739551"/>
                </a:cubicBezTo>
                <a:cubicBezTo>
                  <a:pt x="2078641" y="1740789"/>
                  <a:pt x="2079022" y="1741456"/>
                  <a:pt x="2079974" y="1741456"/>
                </a:cubicBezTo>
                <a:cubicBezTo>
                  <a:pt x="2080927" y="1741456"/>
                  <a:pt x="2081308" y="1740789"/>
                  <a:pt x="2081594" y="1739551"/>
                </a:cubicBezTo>
                <a:cubicBezTo>
                  <a:pt x="2081879" y="1740789"/>
                  <a:pt x="2082260" y="1741456"/>
                  <a:pt x="2083213" y="1741456"/>
                </a:cubicBezTo>
                <a:cubicBezTo>
                  <a:pt x="2084165" y="1741456"/>
                  <a:pt x="2084546" y="1740789"/>
                  <a:pt x="2084832" y="1739551"/>
                </a:cubicBezTo>
                <a:cubicBezTo>
                  <a:pt x="2085118" y="1740789"/>
                  <a:pt x="2085499" y="1741456"/>
                  <a:pt x="2086451" y="1741456"/>
                </a:cubicBezTo>
                <a:cubicBezTo>
                  <a:pt x="2087404" y="1741456"/>
                  <a:pt x="2087785" y="1740789"/>
                  <a:pt x="2088071" y="1739551"/>
                </a:cubicBezTo>
                <a:cubicBezTo>
                  <a:pt x="2088356" y="1740789"/>
                  <a:pt x="2088737" y="1741456"/>
                  <a:pt x="2089690" y="1741456"/>
                </a:cubicBezTo>
                <a:cubicBezTo>
                  <a:pt x="2090642" y="1741456"/>
                  <a:pt x="2091023" y="1740789"/>
                  <a:pt x="2091309" y="1739456"/>
                </a:cubicBezTo>
                <a:cubicBezTo>
                  <a:pt x="2091595" y="1740789"/>
                  <a:pt x="2091976" y="1741456"/>
                  <a:pt x="2092928" y="1741456"/>
                </a:cubicBezTo>
                <a:cubicBezTo>
                  <a:pt x="2093881" y="1741456"/>
                  <a:pt x="2094262" y="1740789"/>
                  <a:pt x="2094548" y="1739456"/>
                </a:cubicBezTo>
                <a:cubicBezTo>
                  <a:pt x="2094833" y="1740789"/>
                  <a:pt x="2095214" y="1741456"/>
                  <a:pt x="2096167" y="1741456"/>
                </a:cubicBezTo>
                <a:cubicBezTo>
                  <a:pt x="2097119" y="1741456"/>
                  <a:pt x="2097596" y="1740694"/>
                  <a:pt x="2097786" y="1739360"/>
                </a:cubicBezTo>
                <a:cubicBezTo>
                  <a:pt x="2098072" y="1740694"/>
                  <a:pt x="2098453" y="1741456"/>
                  <a:pt x="2099405" y="1741456"/>
                </a:cubicBezTo>
                <a:cubicBezTo>
                  <a:pt x="2100358" y="1741456"/>
                  <a:pt x="2100834" y="1740694"/>
                  <a:pt x="2101120" y="1739360"/>
                </a:cubicBezTo>
                <a:cubicBezTo>
                  <a:pt x="2101406" y="1740694"/>
                  <a:pt x="2101787" y="1741456"/>
                  <a:pt x="2102834" y="1741456"/>
                </a:cubicBezTo>
                <a:cubicBezTo>
                  <a:pt x="2103882" y="1741456"/>
                  <a:pt x="2104263" y="1740694"/>
                  <a:pt x="2104549" y="1739360"/>
                </a:cubicBezTo>
                <a:cubicBezTo>
                  <a:pt x="2104835" y="1740694"/>
                  <a:pt x="2105216" y="1741456"/>
                  <a:pt x="2106263" y="1741456"/>
                </a:cubicBezTo>
                <a:cubicBezTo>
                  <a:pt x="2107311" y="1741456"/>
                  <a:pt x="2107692" y="1740694"/>
                  <a:pt x="2107978" y="1739360"/>
                </a:cubicBezTo>
                <a:cubicBezTo>
                  <a:pt x="2108264" y="1740694"/>
                  <a:pt x="2108645" y="1741456"/>
                  <a:pt x="2109597" y="1741456"/>
                </a:cubicBezTo>
                <a:cubicBezTo>
                  <a:pt x="2110550" y="1741456"/>
                  <a:pt x="2111026" y="1740694"/>
                  <a:pt x="2111216" y="1739360"/>
                </a:cubicBezTo>
                <a:cubicBezTo>
                  <a:pt x="2111502" y="1740694"/>
                  <a:pt x="2111883" y="1741456"/>
                  <a:pt x="2112836" y="1741456"/>
                </a:cubicBezTo>
                <a:cubicBezTo>
                  <a:pt x="2113788" y="1741456"/>
                  <a:pt x="2114264" y="1740789"/>
                  <a:pt x="2114455" y="1739456"/>
                </a:cubicBezTo>
                <a:cubicBezTo>
                  <a:pt x="2114741" y="1740789"/>
                  <a:pt x="2115122" y="1741456"/>
                  <a:pt x="2116074" y="1741456"/>
                </a:cubicBezTo>
                <a:cubicBezTo>
                  <a:pt x="2117027" y="1741456"/>
                  <a:pt x="2117503" y="1740789"/>
                  <a:pt x="2117693" y="1739456"/>
                </a:cubicBezTo>
                <a:cubicBezTo>
                  <a:pt x="2117979" y="1740789"/>
                  <a:pt x="2118360" y="1741456"/>
                  <a:pt x="2119313" y="1741456"/>
                </a:cubicBezTo>
                <a:cubicBezTo>
                  <a:pt x="2120265" y="1741456"/>
                  <a:pt x="2120741" y="1740789"/>
                  <a:pt x="2120932" y="1739456"/>
                </a:cubicBezTo>
                <a:cubicBezTo>
                  <a:pt x="2121218" y="1740789"/>
                  <a:pt x="2121599" y="1741456"/>
                  <a:pt x="2122551" y="1741456"/>
                </a:cubicBezTo>
                <a:cubicBezTo>
                  <a:pt x="2123504" y="1741456"/>
                  <a:pt x="2123980" y="1740694"/>
                  <a:pt x="2124170" y="1739360"/>
                </a:cubicBezTo>
                <a:cubicBezTo>
                  <a:pt x="2124456" y="1740694"/>
                  <a:pt x="2124837" y="1741456"/>
                  <a:pt x="2125790" y="1741456"/>
                </a:cubicBezTo>
                <a:cubicBezTo>
                  <a:pt x="2126742" y="1741456"/>
                  <a:pt x="2127218" y="1740694"/>
                  <a:pt x="2127504" y="1739360"/>
                </a:cubicBezTo>
                <a:cubicBezTo>
                  <a:pt x="2127790" y="1740694"/>
                  <a:pt x="2128171" y="1741456"/>
                  <a:pt x="2129219" y="1741456"/>
                </a:cubicBezTo>
                <a:cubicBezTo>
                  <a:pt x="2130266" y="1741456"/>
                  <a:pt x="2130647" y="1740694"/>
                  <a:pt x="2130933" y="1739265"/>
                </a:cubicBezTo>
                <a:cubicBezTo>
                  <a:pt x="2131219" y="1740694"/>
                  <a:pt x="2131600" y="1741456"/>
                  <a:pt x="2132648" y="1741456"/>
                </a:cubicBezTo>
                <a:cubicBezTo>
                  <a:pt x="2133695" y="1741456"/>
                  <a:pt x="2134076" y="1740694"/>
                  <a:pt x="2134362" y="1739360"/>
                </a:cubicBezTo>
                <a:cubicBezTo>
                  <a:pt x="2134648" y="1740789"/>
                  <a:pt x="2135029" y="1741456"/>
                  <a:pt x="2136077" y="1741456"/>
                </a:cubicBezTo>
                <a:cubicBezTo>
                  <a:pt x="2137124" y="1741456"/>
                  <a:pt x="2137505" y="1740789"/>
                  <a:pt x="2137696" y="1739456"/>
                </a:cubicBezTo>
                <a:cubicBezTo>
                  <a:pt x="2137982" y="1740789"/>
                  <a:pt x="2138363" y="1741456"/>
                  <a:pt x="2139315" y="1741456"/>
                </a:cubicBezTo>
                <a:cubicBezTo>
                  <a:pt x="2140268" y="1741456"/>
                  <a:pt x="2140649" y="1740789"/>
                  <a:pt x="2140934" y="1739456"/>
                </a:cubicBezTo>
                <a:cubicBezTo>
                  <a:pt x="2141220" y="1740789"/>
                  <a:pt x="2141601" y="1741456"/>
                  <a:pt x="2142554" y="1741456"/>
                </a:cubicBezTo>
                <a:cubicBezTo>
                  <a:pt x="2143506" y="1741456"/>
                  <a:pt x="2143982" y="1740789"/>
                  <a:pt x="2144173" y="1739456"/>
                </a:cubicBezTo>
                <a:cubicBezTo>
                  <a:pt x="2144459" y="1740789"/>
                  <a:pt x="2144840" y="1741456"/>
                  <a:pt x="2145792" y="1741456"/>
                </a:cubicBezTo>
                <a:cubicBezTo>
                  <a:pt x="2146745" y="1741456"/>
                  <a:pt x="2147221" y="1740694"/>
                  <a:pt x="2147411" y="1739360"/>
                </a:cubicBezTo>
                <a:cubicBezTo>
                  <a:pt x="2147697" y="1740694"/>
                  <a:pt x="2148078" y="1741456"/>
                  <a:pt x="2149126" y="1741456"/>
                </a:cubicBezTo>
                <a:cubicBezTo>
                  <a:pt x="2150174" y="1741456"/>
                  <a:pt x="2150555" y="1740694"/>
                  <a:pt x="2150840" y="1739265"/>
                </a:cubicBezTo>
                <a:cubicBezTo>
                  <a:pt x="2151126" y="1740694"/>
                  <a:pt x="2151507" y="1741456"/>
                  <a:pt x="2152555" y="1741456"/>
                </a:cubicBezTo>
                <a:cubicBezTo>
                  <a:pt x="2153603" y="1741456"/>
                  <a:pt x="2153984" y="1740694"/>
                  <a:pt x="2154269" y="1739265"/>
                </a:cubicBezTo>
                <a:cubicBezTo>
                  <a:pt x="2154555" y="1740694"/>
                  <a:pt x="2154936" y="1741456"/>
                  <a:pt x="2155984" y="1741456"/>
                </a:cubicBezTo>
                <a:cubicBezTo>
                  <a:pt x="2157032" y="1741456"/>
                  <a:pt x="2157413" y="1740694"/>
                  <a:pt x="2157698" y="1739265"/>
                </a:cubicBezTo>
                <a:cubicBezTo>
                  <a:pt x="2157984" y="1740694"/>
                  <a:pt x="2158365" y="1741456"/>
                  <a:pt x="2159413" y="1741456"/>
                </a:cubicBezTo>
                <a:cubicBezTo>
                  <a:pt x="2160461" y="1741456"/>
                  <a:pt x="2160842" y="1740694"/>
                  <a:pt x="2161127" y="1739265"/>
                </a:cubicBezTo>
                <a:cubicBezTo>
                  <a:pt x="2161413" y="1740694"/>
                  <a:pt x="2161794" y="1741456"/>
                  <a:pt x="2162842" y="1741456"/>
                </a:cubicBezTo>
                <a:cubicBezTo>
                  <a:pt x="2163890" y="1741456"/>
                  <a:pt x="2164271" y="1740694"/>
                  <a:pt x="2164556" y="1739170"/>
                </a:cubicBezTo>
                <a:cubicBezTo>
                  <a:pt x="2164842" y="1740694"/>
                  <a:pt x="2165223" y="1741456"/>
                  <a:pt x="2166271" y="1741456"/>
                </a:cubicBezTo>
                <a:cubicBezTo>
                  <a:pt x="2167319" y="1741456"/>
                  <a:pt x="2167700" y="1740599"/>
                  <a:pt x="2167985" y="1739075"/>
                </a:cubicBezTo>
                <a:cubicBezTo>
                  <a:pt x="2168271" y="1740503"/>
                  <a:pt x="2168652" y="1741361"/>
                  <a:pt x="2169700" y="1741456"/>
                </a:cubicBezTo>
                <a:cubicBezTo>
                  <a:pt x="2170652" y="1742789"/>
                  <a:pt x="2171795" y="1744028"/>
                  <a:pt x="2173319" y="1744599"/>
                </a:cubicBezTo>
                <a:cubicBezTo>
                  <a:pt x="2174367" y="1745075"/>
                  <a:pt x="2175510" y="1745266"/>
                  <a:pt x="2176653" y="1745266"/>
                </a:cubicBezTo>
                <a:cubicBezTo>
                  <a:pt x="2177796" y="1745266"/>
                  <a:pt x="2178844" y="1745075"/>
                  <a:pt x="2179892" y="1744599"/>
                </a:cubicBezTo>
                <a:cubicBezTo>
                  <a:pt x="2184273" y="1742789"/>
                  <a:pt x="2186369" y="1737836"/>
                  <a:pt x="2184559" y="1733455"/>
                </a:cubicBezTo>
                <a:cubicBezTo>
                  <a:pt x="2182749" y="1729073"/>
                  <a:pt x="2177796" y="1726978"/>
                  <a:pt x="2173415" y="1728788"/>
                </a:cubicBezTo>
                <a:cubicBezTo>
                  <a:pt x="2171510" y="1729550"/>
                  <a:pt x="2170081" y="1731074"/>
                  <a:pt x="2169224" y="1732693"/>
                </a:cubicBezTo>
                <a:cubicBezTo>
                  <a:pt x="2168938" y="1732217"/>
                  <a:pt x="2168557" y="1731931"/>
                  <a:pt x="2168081" y="1731931"/>
                </a:cubicBezTo>
                <a:cubicBezTo>
                  <a:pt x="2167033" y="1731931"/>
                  <a:pt x="2166652" y="1732788"/>
                  <a:pt x="2166366" y="1734312"/>
                </a:cubicBezTo>
                <a:cubicBezTo>
                  <a:pt x="2166080" y="1732788"/>
                  <a:pt x="2165699" y="1731931"/>
                  <a:pt x="2164652" y="1731931"/>
                </a:cubicBezTo>
                <a:cubicBezTo>
                  <a:pt x="2163604" y="1731931"/>
                  <a:pt x="2163223" y="1732693"/>
                  <a:pt x="2162937" y="1734122"/>
                </a:cubicBezTo>
                <a:cubicBezTo>
                  <a:pt x="2162651" y="1732693"/>
                  <a:pt x="2162270" y="1731931"/>
                  <a:pt x="2161223" y="1731931"/>
                </a:cubicBezTo>
                <a:cubicBezTo>
                  <a:pt x="2160175" y="1731931"/>
                  <a:pt x="2159794" y="1732693"/>
                  <a:pt x="2159508" y="1734217"/>
                </a:cubicBezTo>
                <a:cubicBezTo>
                  <a:pt x="2159222" y="1732788"/>
                  <a:pt x="2158841" y="1731931"/>
                  <a:pt x="2157794" y="1731931"/>
                </a:cubicBezTo>
                <a:cubicBezTo>
                  <a:pt x="2156746" y="1731931"/>
                  <a:pt x="2156365" y="1732693"/>
                  <a:pt x="2156079" y="1734122"/>
                </a:cubicBezTo>
                <a:cubicBezTo>
                  <a:pt x="2155793" y="1732693"/>
                  <a:pt x="2155412" y="1731931"/>
                  <a:pt x="2154365" y="1731931"/>
                </a:cubicBezTo>
                <a:cubicBezTo>
                  <a:pt x="2153317" y="1731931"/>
                  <a:pt x="2152936" y="1732693"/>
                  <a:pt x="2152650" y="1734122"/>
                </a:cubicBezTo>
                <a:cubicBezTo>
                  <a:pt x="2152364" y="1732693"/>
                  <a:pt x="2151983" y="1731931"/>
                  <a:pt x="2150936" y="1731931"/>
                </a:cubicBezTo>
                <a:cubicBezTo>
                  <a:pt x="2149888" y="1731931"/>
                  <a:pt x="2149507" y="1732693"/>
                  <a:pt x="2149221" y="1734026"/>
                </a:cubicBezTo>
                <a:cubicBezTo>
                  <a:pt x="2148935" y="1732598"/>
                  <a:pt x="2148554" y="1731931"/>
                  <a:pt x="2147507" y="1731931"/>
                </a:cubicBezTo>
                <a:cubicBezTo>
                  <a:pt x="2146459" y="1731931"/>
                  <a:pt x="2146078" y="1732598"/>
                  <a:pt x="2145887" y="1733931"/>
                </a:cubicBezTo>
                <a:cubicBezTo>
                  <a:pt x="2145602" y="1732598"/>
                  <a:pt x="2145221" y="1731931"/>
                  <a:pt x="2144268" y="1731931"/>
                </a:cubicBezTo>
                <a:cubicBezTo>
                  <a:pt x="2143316" y="1731931"/>
                  <a:pt x="2142935" y="1732598"/>
                  <a:pt x="2142649" y="1733931"/>
                </a:cubicBezTo>
                <a:cubicBezTo>
                  <a:pt x="2142363" y="1732598"/>
                  <a:pt x="2141982" y="1731931"/>
                  <a:pt x="2141030" y="1731931"/>
                </a:cubicBezTo>
                <a:cubicBezTo>
                  <a:pt x="2140077" y="1731931"/>
                  <a:pt x="2139601" y="1732598"/>
                  <a:pt x="2139410" y="1733931"/>
                </a:cubicBezTo>
                <a:cubicBezTo>
                  <a:pt x="2139125" y="1732598"/>
                  <a:pt x="2138744" y="1731931"/>
                  <a:pt x="2137791" y="1731931"/>
                </a:cubicBezTo>
                <a:cubicBezTo>
                  <a:pt x="2136839" y="1731931"/>
                  <a:pt x="2136362" y="1732693"/>
                  <a:pt x="2136172" y="1734026"/>
                </a:cubicBezTo>
                <a:cubicBezTo>
                  <a:pt x="2135886" y="1732693"/>
                  <a:pt x="2135505" y="1731931"/>
                  <a:pt x="2134457" y="1731931"/>
                </a:cubicBezTo>
                <a:cubicBezTo>
                  <a:pt x="2133410" y="1731931"/>
                  <a:pt x="2133029" y="1732693"/>
                  <a:pt x="2132743" y="1734122"/>
                </a:cubicBezTo>
                <a:cubicBezTo>
                  <a:pt x="2132457" y="1732693"/>
                  <a:pt x="2132076" y="1731931"/>
                  <a:pt x="2131028" y="1731931"/>
                </a:cubicBezTo>
                <a:cubicBezTo>
                  <a:pt x="2129981" y="1731931"/>
                  <a:pt x="2129600" y="1732693"/>
                  <a:pt x="2129314" y="1734026"/>
                </a:cubicBezTo>
                <a:cubicBezTo>
                  <a:pt x="2129028" y="1732598"/>
                  <a:pt x="2128647" y="1731931"/>
                  <a:pt x="2127599" y="1731931"/>
                </a:cubicBezTo>
                <a:cubicBezTo>
                  <a:pt x="2126552" y="1731931"/>
                  <a:pt x="2126171" y="1732693"/>
                  <a:pt x="2125885" y="1734026"/>
                </a:cubicBezTo>
                <a:cubicBezTo>
                  <a:pt x="2125599" y="1732693"/>
                  <a:pt x="2125218" y="1731931"/>
                  <a:pt x="2124170" y="1731931"/>
                </a:cubicBezTo>
                <a:cubicBezTo>
                  <a:pt x="2123123" y="1731931"/>
                  <a:pt x="2122742" y="1732693"/>
                  <a:pt x="2122551" y="1734026"/>
                </a:cubicBezTo>
                <a:cubicBezTo>
                  <a:pt x="2122265" y="1732693"/>
                  <a:pt x="2121884" y="1731931"/>
                  <a:pt x="2120932" y="1731931"/>
                </a:cubicBezTo>
                <a:cubicBezTo>
                  <a:pt x="2119979" y="1731931"/>
                  <a:pt x="2119503" y="1732598"/>
                  <a:pt x="2119313" y="1733931"/>
                </a:cubicBezTo>
                <a:cubicBezTo>
                  <a:pt x="2119027" y="1732598"/>
                  <a:pt x="2118646" y="1731931"/>
                  <a:pt x="2117693" y="1731931"/>
                </a:cubicBezTo>
                <a:cubicBezTo>
                  <a:pt x="2116741" y="1731931"/>
                  <a:pt x="2116265" y="1732598"/>
                  <a:pt x="2116074" y="1733931"/>
                </a:cubicBezTo>
                <a:cubicBezTo>
                  <a:pt x="2115788" y="1732598"/>
                  <a:pt x="2115407" y="1731931"/>
                  <a:pt x="2114455" y="1731931"/>
                </a:cubicBezTo>
                <a:cubicBezTo>
                  <a:pt x="2113502" y="1731931"/>
                  <a:pt x="2113026" y="1732598"/>
                  <a:pt x="2112836" y="1733931"/>
                </a:cubicBezTo>
                <a:cubicBezTo>
                  <a:pt x="2112550" y="1732598"/>
                  <a:pt x="2112169" y="1731931"/>
                  <a:pt x="2111216" y="1731931"/>
                </a:cubicBezTo>
                <a:cubicBezTo>
                  <a:pt x="2110264" y="1731931"/>
                  <a:pt x="2109788" y="1732693"/>
                  <a:pt x="2109597" y="1734026"/>
                </a:cubicBezTo>
                <a:cubicBezTo>
                  <a:pt x="2109311" y="1732693"/>
                  <a:pt x="2108930" y="1731931"/>
                  <a:pt x="2107978" y="1731931"/>
                </a:cubicBezTo>
                <a:cubicBezTo>
                  <a:pt x="2107025" y="1731931"/>
                  <a:pt x="2106549" y="1732693"/>
                  <a:pt x="2106263" y="1734026"/>
                </a:cubicBezTo>
                <a:cubicBezTo>
                  <a:pt x="2105978" y="1732693"/>
                  <a:pt x="2105597" y="1731931"/>
                  <a:pt x="2104549" y="1731931"/>
                </a:cubicBezTo>
                <a:cubicBezTo>
                  <a:pt x="2103501" y="1731931"/>
                  <a:pt x="2103120" y="1732693"/>
                  <a:pt x="2102834" y="1734026"/>
                </a:cubicBezTo>
                <a:cubicBezTo>
                  <a:pt x="2102549" y="1732598"/>
                  <a:pt x="2102168" y="1731931"/>
                  <a:pt x="2101120" y="1731931"/>
                </a:cubicBezTo>
                <a:cubicBezTo>
                  <a:pt x="2100072" y="1731931"/>
                  <a:pt x="2099691" y="1732693"/>
                  <a:pt x="2099501" y="1734026"/>
                </a:cubicBezTo>
                <a:cubicBezTo>
                  <a:pt x="2099215" y="1732693"/>
                  <a:pt x="2098834" y="1731931"/>
                  <a:pt x="2097881" y="1731931"/>
                </a:cubicBezTo>
                <a:cubicBezTo>
                  <a:pt x="2096929" y="1731931"/>
                  <a:pt x="2096453" y="1732598"/>
                  <a:pt x="2096262" y="1733931"/>
                </a:cubicBezTo>
                <a:cubicBezTo>
                  <a:pt x="2095976" y="1732598"/>
                  <a:pt x="2095595" y="1731931"/>
                  <a:pt x="2094643" y="1731931"/>
                </a:cubicBezTo>
                <a:cubicBezTo>
                  <a:pt x="2093690" y="1731931"/>
                  <a:pt x="2093309" y="1732598"/>
                  <a:pt x="2093024" y="1733931"/>
                </a:cubicBezTo>
                <a:cubicBezTo>
                  <a:pt x="2092738" y="1732598"/>
                  <a:pt x="2092357" y="1731931"/>
                  <a:pt x="2091404" y="1731931"/>
                </a:cubicBezTo>
                <a:cubicBezTo>
                  <a:pt x="2090452" y="1731931"/>
                  <a:pt x="2090071" y="1732598"/>
                  <a:pt x="2089785" y="1733931"/>
                </a:cubicBezTo>
                <a:cubicBezTo>
                  <a:pt x="2089499" y="1732693"/>
                  <a:pt x="2089118" y="1731931"/>
                  <a:pt x="2088166" y="1731931"/>
                </a:cubicBezTo>
                <a:cubicBezTo>
                  <a:pt x="2087213" y="1731931"/>
                  <a:pt x="2086832" y="1732598"/>
                  <a:pt x="2086547" y="1733836"/>
                </a:cubicBezTo>
                <a:cubicBezTo>
                  <a:pt x="2086261" y="1732598"/>
                  <a:pt x="2085880" y="1731931"/>
                  <a:pt x="2084927" y="1731931"/>
                </a:cubicBezTo>
                <a:cubicBezTo>
                  <a:pt x="2083975" y="1731931"/>
                  <a:pt x="2083594" y="1732598"/>
                  <a:pt x="2083308" y="1733836"/>
                </a:cubicBezTo>
                <a:cubicBezTo>
                  <a:pt x="2083022" y="1732598"/>
                  <a:pt x="2082641" y="1731931"/>
                  <a:pt x="2081689" y="1731931"/>
                </a:cubicBezTo>
                <a:cubicBezTo>
                  <a:pt x="2080736" y="1731931"/>
                  <a:pt x="2080355" y="1732598"/>
                  <a:pt x="2080070" y="1733836"/>
                </a:cubicBezTo>
                <a:cubicBezTo>
                  <a:pt x="2079784" y="1732598"/>
                  <a:pt x="2079403" y="1731931"/>
                  <a:pt x="2078450" y="1731931"/>
                </a:cubicBezTo>
                <a:cubicBezTo>
                  <a:pt x="2077498" y="1731931"/>
                  <a:pt x="2077117" y="1732598"/>
                  <a:pt x="2076831" y="1733836"/>
                </a:cubicBezTo>
                <a:cubicBezTo>
                  <a:pt x="2076545" y="1732598"/>
                  <a:pt x="2076164" y="1731931"/>
                  <a:pt x="2075212" y="1731931"/>
                </a:cubicBezTo>
                <a:cubicBezTo>
                  <a:pt x="2074259" y="1731931"/>
                  <a:pt x="2073878" y="1732598"/>
                  <a:pt x="2073593" y="1733836"/>
                </a:cubicBezTo>
                <a:cubicBezTo>
                  <a:pt x="2073307" y="1732598"/>
                  <a:pt x="2072926" y="1731931"/>
                  <a:pt x="2071973" y="1731931"/>
                </a:cubicBezTo>
                <a:cubicBezTo>
                  <a:pt x="2071021" y="1731931"/>
                  <a:pt x="2070640" y="1732598"/>
                  <a:pt x="2070354" y="1733836"/>
                </a:cubicBezTo>
                <a:cubicBezTo>
                  <a:pt x="2070068" y="1732598"/>
                  <a:pt x="2069687" y="1731931"/>
                  <a:pt x="2068735" y="1731931"/>
                </a:cubicBezTo>
                <a:cubicBezTo>
                  <a:pt x="2067782" y="1731931"/>
                  <a:pt x="2067401" y="1732598"/>
                  <a:pt x="2067116" y="1733836"/>
                </a:cubicBezTo>
                <a:cubicBezTo>
                  <a:pt x="2066830" y="1732598"/>
                  <a:pt x="2066449" y="1731931"/>
                  <a:pt x="2065496" y="1731931"/>
                </a:cubicBezTo>
                <a:cubicBezTo>
                  <a:pt x="2064544" y="1731931"/>
                  <a:pt x="2064163" y="1732598"/>
                  <a:pt x="2063877" y="1733836"/>
                </a:cubicBezTo>
                <a:cubicBezTo>
                  <a:pt x="2063591" y="1732598"/>
                  <a:pt x="2063210" y="1731931"/>
                  <a:pt x="2062258" y="1731931"/>
                </a:cubicBezTo>
                <a:cubicBezTo>
                  <a:pt x="2061305" y="1731931"/>
                  <a:pt x="2060924" y="1732598"/>
                  <a:pt x="2060639" y="1733836"/>
                </a:cubicBezTo>
                <a:cubicBezTo>
                  <a:pt x="2060353" y="1732598"/>
                  <a:pt x="2059972" y="1731931"/>
                  <a:pt x="2059019" y="1731931"/>
                </a:cubicBezTo>
                <a:cubicBezTo>
                  <a:pt x="2058067" y="1731931"/>
                  <a:pt x="2057686" y="1732598"/>
                  <a:pt x="2057400" y="1733836"/>
                </a:cubicBezTo>
                <a:cubicBezTo>
                  <a:pt x="2057114" y="1732598"/>
                  <a:pt x="2056733" y="1731931"/>
                  <a:pt x="2055781" y="1731931"/>
                </a:cubicBezTo>
                <a:cubicBezTo>
                  <a:pt x="2054828" y="1731931"/>
                  <a:pt x="2054447" y="1732598"/>
                  <a:pt x="2054162" y="1733836"/>
                </a:cubicBezTo>
                <a:cubicBezTo>
                  <a:pt x="2054162" y="1733741"/>
                  <a:pt x="2054162" y="1733550"/>
                  <a:pt x="2054162" y="1733455"/>
                </a:cubicBezTo>
                <a:cubicBezTo>
                  <a:pt x="2054162" y="1733264"/>
                  <a:pt x="2053971" y="1733169"/>
                  <a:pt x="2053876" y="1732978"/>
                </a:cubicBezTo>
                <a:cubicBezTo>
                  <a:pt x="2053781" y="1732693"/>
                  <a:pt x="2053590" y="1732502"/>
                  <a:pt x="2053495" y="1732312"/>
                </a:cubicBezTo>
                <a:cubicBezTo>
                  <a:pt x="2051399" y="1728788"/>
                  <a:pt x="2047018" y="1727168"/>
                  <a:pt x="2043113" y="1728692"/>
                </a:cubicBezTo>
                <a:cubicBezTo>
                  <a:pt x="2038731" y="1730502"/>
                  <a:pt x="2036636" y="1735455"/>
                  <a:pt x="2038445" y="1739837"/>
                </a:cubicBezTo>
                <a:cubicBezTo>
                  <a:pt x="2039779" y="1743170"/>
                  <a:pt x="2043017" y="1745171"/>
                  <a:pt x="2046351" y="1745171"/>
                </a:cubicBezTo>
                <a:close/>
                <a:moveTo>
                  <a:pt x="2171033" y="1734407"/>
                </a:moveTo>
                <a:cubicBezTo>
                  <a:pt x="2171700" y="1732883"/>
                  <a:pt x="2172843" y="1731740"/>
                  <a:pt x="2174367" y="1731074"/>
                </a:cubicBezTo>
                <a:cubicBezTo>
                  <a:pt x="2177510" y="1729835"/>
                  <a:pt x="2181130" y="1731264"/>
                  <a:pt x="2182368" y="1734407"/>
                </a:cubicBezTo>
                <a:cubicBezTo>
                  <a:pt x="2182940" y="1735931"/>
                  <a:pt x="2182940" y="1737551"/>
                  <a:pt x="2182368" y="1739075"/>
                </a:cubicBezTo>
                <a:cubicBezTo>
                  <a:pt x="2181701" y="1740599"/>
                  <a:pt x="2180558" y="1741742"/>
                  <a:pt x="2179034" y="1742408"/>
                </a:cubicBezTo>
                <a:cubicBezTo>
                  <a:pt x="2177510" y="1743075"/>
                  <a:pt x="2175891" y="1742980"/>
                  <a:pt x="2174367" y="1742408"/>
                </a:cubicBezTo>
                <a:cubicBezTo>
                  <a:pt x="2172843" y="1741742"/>
                  <a:pt x="2171700" y="1740599"/>
                  <a:pt x="2171033" y="1739075"/>
                </a:cubicBezTo>
                <a:cubicBezTo>
                  <a:pt x="2170462" y="1737551"/>
                  <a:pt x="2170462" y="1735931"/>
                  <a:pt x="2171033" y="1734407"/>
                </a:cubicBezTo>
                <a:close/>
                <a:moveTo>
                  <a:pt x="2043779" y="1731074"/>
                </a:moveTo>
                <a:cubicBezTo>
                  <a:pt x="2046827" y="1729835"/>
                  <a:pt x="2050256" y="1731264"/>
                  <a:pt x="2051590" y="1734217"/>
                </a:cubicBezTo>
                <a:cubicBezTo>
                  <a:pt x="2051780" y="1734693"/>
                  <a:pt x="2051876" y="1736027"/>
                  <a:pt x="2051971" y="1736884"/>
                </a:cubicBezTo>
                <a:cubicBezTo>
                  <a:pt x="2051971" y="1737074"/>
                  <a:pt x="2051971" y="1737265"/>
                  <a:pt x="2051971" y="1737455"/>
                </a:cubicBezTo>
                <a:cubicBezTo>
                  <a:pt x="2051971" y="1738027"/>
                  <a:pt x="2051876" y="1738598"/>
                  <a:pt x="2051590" y="1739170"/>
                </a:cubicBezTo>
                <a:cubicBezTo>
                  <a:pt x="2050923" y="1740694"/>
                  <a:pt x="2049780" y="1741837"/>
                  <a:pt x="2048256" y="1742503"/>
                </a:cubicBezTo>
                <a:cubicBezTo>
                  <a:pt x="2046732" y="1743170"/>
                  <a:pt x="2045113" y="1743075"/>
                  <a:pt x="2043589" y="1742503"/>
                </a:cubicBezTo>
                <a:cubicBezTo>
                  <a:pt x="2042065" y="1741837"/>
                  <a:pt x="2040922" y="1740694"/>
                  <a:pt x="2040255" y="1739170"/>
                </a:cubicBezTo>
                <a:cubicBezTo>
                  <a:pt x="2039017" y="1736027"/>
                  <a:pt x="2040446" y="1732407"/>
                  <a:pt x="2043589" y="1731169"/>
                </a:cubicBezTo>
                <a:close/>
                <a:moveTo>
                  <a:pt x="2188845" y="2815400"/>
                </a:moveTo>
                <a:lnTo>
                  <a:pt x="2174843" y="2802446"/>
                </a:lnTo>
                <a:lnTo>
                  <a:pt x="2178082" y="2798921"/>
                </a:lnTo>
                <a:lnTo>
                  <a:pt x="2192084" y="2811875"/>
                </a:lnTo>
                <a:lnTo>
                  <a:pt x="2188845" y="2815400"/>
                </a:lnTo>
                <a:close/>
                <a:moveTo>
                  <a:pt x="2167604" y="2866549"/>
                </a:moveTo>
                <a:lnTo>
                  <a:pt x="2180654" y="2852642"/>
                </a:lnTo>
                <a:lnTo>
                  <a:pt x="2184178" y="2855881"/>
                </a:lnTo>
                <a:lnTo>
                  <a:pt x="2171129" y="2869787"/>
                </a:lnTo>
                <a:lnTo>
                  <a:pt x="2167604" y="2866549"/>
                </a:lnTo>
                <a:close/>
                <a:moveTo>
                  <a:pt x="2160937" y="2789492"/>
                </a:moveTo>
                <a:lnTo>
                  <a:pt x="2146935" y="2776538"/>
                </a:lnTo>
                <a:lnTo>
                  <a:pt x="2150174" y="2773013"/>
                </a:lnTo>
                <a:lnTo>
                  <a:pt x="2164175" y="2785967"/>
                </a:lnTo>
                <a:lnTo>
                  <a:pt x="2160937" y="2789492"/>
                </a:lnTo>
                <a:close/>
                <a:moveTo>
                  <a:pt x="2767108" y="791718"/>
                </a:moveTo>
                <a:lnTo>
                  <a:pt x="2767394" y="643128"/>
                </a:lnTo>
                <a:lnTo>
                  <a:pt x="2770823" y="643128"/>
                </a:lnTo>
                <a:cubicBezTo>
                  <a:pt x="2777109" y="643128"/>
                  <a:pt x="2782348" y="637985"/>
                  <a:pt x="2782348" y="631603"/>
                </a:cubicBezTo>
                <a:lnTo>
                  <a:pt x="2782348" y="580263"/>
                </a:lnTo>
                <a:cubicBezTo>
                  <a:pt x="2782348" y="573977"/>
                  <a:pt x="2777204" y="568738"/>
                  <a:pt x="2770823" y="568738"/>
                </a:cubicBezTo>
                <a:lnTo>
                  <a:pt x="2767394" y="568738"/>
                </a:lnTo>
                <a:lnTo>
                  <a:pt x="2767394" y="487871"/>
                </a:lnTo>
                <a:lnTo>
                  <a:pt x="2772823" y="487871"/>
                </a:lnTo>
                <a:cubicBezTo>
                  <a:pt x="2774156" y="487871"/>
                  <a:pt x="2775204" y="486823"/>
                  <a:pt x="2775204" y="485489"/>
                </a:cubicBezTo>
                <a:lnTo>
                  <a:pt x="2775204" y="467487"/>
                </a:lnTo>
                <a:cubicBezTo>
                  <a:pt x="2775204" y="466154"/>
                  <a:pt x="2774156" y="465106"/>
                  <a:pt x="2772823" y="465106"/>
                </a:cubicBezTo>
                <a:lnTo>
                  <a:pt x="2754821" y="465106"/>
                </a:lnTo>
                <a:cubicBezTo>
                  <a:pt x="2753487" y="465106"/>
                  <a:pt x="2752439" y="466154"/>
                  <a:pt x="2752439" y="467487"/>
                </a:cubicBezTo>
                <a:lnTo>
                  <a:pt x="2752439" y="485489"/>
                </a:lnTo>
                <a:cubicBezTo>
                  <a:pt x="2752439" y="486823"/>
                  <a:pt x="2753487" y="487871"/>
                  <a:pt x="2754821" y="487871"/>
                </a:cubicBezTo>
                <a:lnTo>
                  <a:pt x="2760250" y="487871"/>
                </a:lnTo>
                <a:lnTo>
                  <a:pt x="2760250" y="568738"/>
                </a:lnTo>
                <a:lnTo>
                  <a:pt x="2756821" y="568738"/>
                </a:lnTo>
                <a:cubicBezTo>
                  <a:pt x="2750534" y="568738"/>
                  <a:pt x="2745296" y="573881"/>
                  <a:pt x="2745296" y="580263"/>
                </a:cubicBezTo>
                <a:lnTo>
                  <a:pt x="2745296" y="631603"/>
                </a:lnTo>
                <a:cubicBezTo>
                  <a:pt x="2745296" y="637889"/>
                  <a:pt x="2750439" y="643128"/>
                  <a:pt x="2756821" y="643128"/>
                </a:cubicBezTo>
                <a:lnTo>
                  <a:pt x="2760250" y="643128"/>
                </a:lnTo>
                <a:lnTo>
                  <a:pt x="2759964" y="790575"/>
                </a:lnTo>
                <a:lnTo>
                  <a:pt x="2713959" y="838676"/>
                </a:lnTo>
                <a:cubicBezTo>
                  <a:pt x="2711101" y="836962"/>
                  <a:pt x="2707862" y="835914"/>
                  <a:pt x="2704338" y="835914"/>
                </a:cubicBezTo>
                <a:cubicBezTo>
                  <a:pt x="2694146" y="835914"/>
                  <a:pt x="2685955" y="844201"/>
                  <a:pt x="2685955" y="854297"/>
                </a:cubicBezTo>
                <a:cubicBezTo>
                  <a:pt x="2685955" y="857822"/>
                  <a:pt x="2687003" y="861060"/>
                  <a:pt x="2688717" y="863918"/>
                </a:cubicBezTo>
                <a:cubicBezTo>
                  <a:pt x="2688717" y="863918"/>
                  <a:pt x="2688622" y="863918"/>
                  <a:pt x="2688527" y="863918"/>
                </a:cubicBezTo>
                <a:lnTo>
                  <a:pt x="2656618" y="896874"/>
                </a:lnTo>
                <a:lnTo>
                  <a:pt x="2657189" y="998506"/>
                </a:lnTo>
                <a:lnTo>
                  <a:pt x="2613184" y="1040130"/>
                </a:lnTo>
                <a:lnTo>
                  <a:pt x="2576227" y="1040130"/>
                </a:lnTo>
                <a:cubicBezTo>
                  <a:pt x="2574512" y="1030224"/>
                  <a:pt x="2565940" y="1022604"/>
                  <a:pt x="2555558" y="1022604"/>
                </a:cubicBezTo>
                <a:cubicBezTo>
                  <a:pt x="2543937" y="1022604"/>
                  <a:pt x="2534507" y="1032034"/>
                  <a:pt x="2534507" y="1043654"/>
                </a:cubicBezTo>
                <a:cubicBezTo>
                  <a:pt x="2534507" y="1055275"/>
                  <a:pt x="2543937" y="1064705"/>
                  <a:pt x="2555558" y="1064705"/>
                </a:cubicBezTo>
                <a:cubicBezTo>
                  <a:pt x="2565940" y="1064705"/>
                  <a:pt x="2574512" y="1057085"/>
                  <a:pt x="2576227" y="1047179"/>
                </a:cubicBezTo>
                <a:lnTo>
                  <a:pt x="2615946" y="1047179"/>
                </a:lnTo>
                <a:lnTo>
                  <a:pt x="2664238" y="1001459"/>
                </a:lnTo>
                <a:lnTo>
                  <a:pt x="2663667" y="899732"/>
                </a:lnTo>
                <a:lnTo>
                  <a:pt x="2693384" y="868966"/>
                </a:lnTo>
                <a:cubicBezTo>
                  <a:pt x="2696432" y="871252"/>
                  <a:pt x="2700147" y="872585"/>
                  <a:pt x="2704243" y="872585"/>
                </a:cubicBezTo>
                <a:cubicBezTo>
                  <a:pt x="2714435" y="872585"/>
                  <a:pt x="2722626" y="864299"/>
                  <a:pt x="2722626" y="854202"/>
                </a:cubicBezTo>
                <a:cubicBezTo>
                  <a:pt x="2722626" y="850202"/>
                  <a:pt x="2721293" y="846487"/>
                  <a:pt x="2719102" y="843439"/>
                </a:cubicBezTo>
                <a:lnTo>
                  <a:pt x="2765965" y="794099"/>
                </a:lnTo>
                <a:cubicBezTo>
                  <a:pt x="2766632" y="793433"/>
                  <a:pt x="2767013" y="792575"/>
                  <a:pt x="2767013" y="791623"/>
                </a:cubicBezTo>
                <a:close/>
                <a:moveTo>
                  <a:pt x="2555558" y="1058799"/>
                </a:moveTo>
                <a:cubicBezTo>
                  <a:pt x="2547271" y="1058799"/>
                  <a:pt x="2540413" y="1052036"/>
                  <a:pt x="2540413" y="1043654"/>
                </a:cubicBezTo>
                <a:cubicBezTo>
                  <a:pt x="2540413" y="1035272"/>
                  <a:pt x="2547176" y="1028510"/>
                  <a:pt x="2555558" y="1028510"/>
                </a:cubicBezTo>
                <a:cubicBezTo>
                  <a:pt x="2563940" y="1028510"/>
                  <a:pt x="2570702" y="1035272"/>
                  <a:pt x="2570702" y="1043654"/>
                </a:cubicBezTo>
                <a:cubicBezTo>
                  <a:pt x="2570702" y="1052036"/>
                  <a:pt x="2563940" y="1058799"/>
                  <a:pt x="2555558" y="1058799"/>
                </a:cubicBezTo>
                <a:close/>
                <a:moveTo>
                  <a:pt x="2704338" y="865537"/>
                </a:moveTo>
                <a:cubicBezTo>
                  <a:pt x="2698147" y="865537"/>
                  <a:pt x="2693099" y="860489"/>
                  <a:pt x="2693099" y="854297"/>
                </a:cubicBezTo>
                <a:cubicBezTo>
                  <a:pt x="2693099" y="848106"/>
                  <a:pt x="2698147" y="843058"/>
                  <a:pt x="2704338" y="843058"/>
                </a:cubicBezTo>
                <a:cubicBezTo>
                  <a:pt x="2710529" y="843058"/>
                  <a:pt x="2715578" y="848106"/>
                  <a:pt x="2715578" y="854297"/>
                </a:cubicBezTo>
                <a:cubicBezTo>
                  <a:pt x="2715578" y="860489"/>
                  <a:pt x="2710529" y="865537"/>
                  <a:pt x="2704338" y="865537"/>
                </a:cubicBezTo>
                <a:close/>
                <a:moveTo>
                  <a:pt x="2757202" y="483203"/>
                </a:moveTo>
                <a:lnTo>
                  <a:pt x="2757202" y="469964"/>
                </a:lnTo>
                <a:lnTo>
                  <a:pt x="2770442" y="469964"/>
                </a:lnTo>
                <a:lnTo>
                  <a:pt x="2770442" y="483203"/>
                </a:lnTo>
                <a:lnTo>
                  <a:pt x="2757202" y="483203"/>
                </a:lnTo>
                <a:close/>
                <a:moveTo>
                  <a:pt x="2752535" y="580263"/>
                </a:moveTo>
                <a:cubicBezTo>
                  <a:pt x="2752535" y="577882"/>
                  <a:pt x="2754440" y="575882"/>
                  <a:pt x="2756916" y="575882"/>
                </a:cubicBezTo>
                <a:lnTo>
                  <a:pt x="2770918" y="575882"/>
                </a:lnTo>
                <a:cubicBezTo>
                  <a:pt x="2773299" y="575882"/>
                  <a:pt x="2775299" y="577787"/>
                  <a:pt x="2775299" y="580263"/>
                </a:cubicBezTo>
                <a:lnTo>
                  <a:pt x="2775299" y="589217"/>
                </a:lnTo>
                <a:lnTo>
                  <a:pt x="2752630" y="589217"/>
                </a:lnTo>
                <a:lnTo>
                  <a:pt x="2752630" y="580263"/>
                </a:lnTo>
                <a:close/>
                <a:moveTo>
                  <a:pt x="2756821" y="635889"/>
                </a:moveTo>
                <a:cubicBezTo>
                  <a:pt x="2754440" y="635889"/>
                  <a:pt x="2752439" y="633984"/>
                  <a:pt x="2752439" y="631508"/>
                </a:cubicBezTo>
                <a:lnTo>
                  <a:pt x="2752439" y="619792"/>
                </a:lnTo>
                <a:lnTo>
                  <a:pt x="2775109" y="619792"/>
                </a:lnTo>
                <a:lnTo>
                  <a:pt x="2775109" y="631508"/>
                </a:lnTo>
                <a:cubicBezTo>
                  <a:pt x="2775109" y="633889"/>
                  <a:pt x="2773204" y="635889"/>
                  <a:pt x="2770727" y="635889"/>
                </a:cubicBezTo>
                <a:lnTo>
                  <a:pt x="2756726" y="635889"/>
                </a:lnTo>
                <a:close/>
                <a:moveTo>
                  <a:pt x="2024253" y="1917287"/>
                </a:moveTo>
                <a:lnTo>
                  <a:pt x="2010728" y="1917287"/>
                </a:lnTo>
                <a:cubicBezTo>
                  <a:pt x="2006822" y="1917287"/>
                  <a:pt x="2003584" y="1920431"/>
                  <a:pt x="2003584" y="1924431"/>
                </a:cubicBezTo>
                <a:lnTo>
                  <a:pt x="2003584" y="1937957"/>
                </a:lnTo>
                <a:cubicBezTo>
                  <a:pt x="2003584" y="1941862"/>
                  <a:pt x="2006822" y="1945100"/>
                  <a:pt x="2010728" y="1945100"/>
                </a:cubicBezTo>
                <a:lnTo>
                  <a:pt x="2024253" y="1945100"/>
                </a:lnTo>
                <a:cubicBezTo>
                  <a:pt x="2028158" y="1945100"/>
                  <a:pt x="2031397" y="1941957"/>
                  <a:pt x="2031397" y="1937957"/>
                </a:cubicBezTo>
                <a:lnTo>
                  <a:pt x="2031397" y="1931384"/>
                </a:lnTo>
                <a:lnTo>
                  <a:pt x="2048637" y="1931384"/>
                </a:lnTo>
                <a:lnTo>
                  <a:pt x="2063401" y="1916811"/>
                </a:lnTo>
                <a:lnTo>
                  <a:pt x="2063401" y="1860518"/>
                </a:lnTo>
                <a:lnTo>
                  <a:pt x="2067782" y="1860518"/>
                </a:lnTo>
                <a:cubicBezTo>
                  <a:pt x="2070354" y="1860518"/>
                  <a:pt x="2072545" y="1858423"/>
                  <a:pt x="2072545" y="1855756"/>
                </a:cubicBezTo>
                <a:lnTo>
                  <a:pt x="2072545" y="1842230"/>
                </a:lnTo>
                <a:cubicBezTo>
                  <a:pt x="2072545" y="1839659"/>
                  <a:pt x="2070449" y="1837468"/>
                  <a:pt x="2067782" y="1837468"/>
                </a:cubicBezTo>
                <a:lnTo>
                  <a:pt x="2054257" y="1837468"/>
                </a:lnTo>
                <a:cubicBezTo>
                  <a:pt x="2051685" y="1837468"/>
                  <a:pt x="2049494" y="1839563"/>
                  <a:pt x="2049494" y="1842230"/>
                </a:cubicBezTo>
                <a:lnTo>
                  <a:pt x="2049494" y="1855756"/>
                </a:lnTo>
                <a:cubicBezTo>
                  <a:pt x="2049494" y="1858328"/>
                  <a:pt x="2051590" y="1860518"/>
                  <a:pt x="2054257" y="1860518"/>
                </a:cubicBezTo>
                <a:lnTo>
                  <a:pt x="2058638" y="1860518"/>
                </a:lnTo>
                <a:lnTo>
                  <a:pt x="2058638" y="1914906"/>
                </a:lnTo>
                <a:lnTo>
                  <a:pt x="2046732" y="1926622"/>
                </a:lnTo>
                <a:lnTo>
                  <a:pt x="2031492" y="1926622"/>
                </a:lnTo>
                <a:lnTo>
                  <a:pt x="2031492" y="1924431"/>
                </a:lnTo>
                <a:cubicBezTo>
                  <a:pt x="2031492" y="1920526"/>
                  <a:pt x="2028349" y="1917287"/>
                  <a:pt x="2024348" y="1917287"/>
                </a:cubicBezTo>
                <a:close/>
                <a:moveTo>
                  <a:pt x="2026634" y="1937957"/>
                </a:moveTo>
                <a:cubicBezTo>
                  <a:pt x="2026634" y="1939290"/>
                  <a:pt x="2025587" y="1940338"/>
                  <a:pt x="2024253" y="1940338"/>
                </a:cubicBezTo>
                <a:lnTo>
                  <a:pt x="2010728" y="1940338"/>
                </a:lnTo>
                <a:cubicBezTo>
                  <a:pt x="2009394" y="1940338"/>
                  <a:pt x="2008346" y="1939290"/>
                  <a:pt x="2008346" y="1937957"/>
                </a:cubicBezTo>
                <a:lnTo>
                  <a:pt x="2008346" y="1924431"/>
                </a:lnTo>
                <a:cubicBezTo>
                  <a:pt x="2008346" y="1923098"/>
                  <a:pt x="2009394" y="1922050"/>
                  <a:pt x="2010728" y="1922050"/>
                </a:cubicBezTo>
                <a:lnTo>
                  <a:pt x="2024253" y="1922050"/>
                </a:lnTo>
                <a:cubicBezTo>
                  <a:pt x="2025587" y="1922050"/>
                  <a:pt x="2026634" y="1923098"/>
                  <a:pt x="2026634" y="1924431"/>
                </a:cubicBezTo>
                <a:lnTo>
                  <a:pt x="2026634" y="1937957"/>
                </a:lnTo>
                <a:close/>
                <a:moveTo>
                  <a:pt x="2133029" y="1032129"/>
                </a:moveTo>
                <a:cubicBezTo>
                  <a:pt x="2139791" y="1041273"/>
                  <a:pt x="2152650" y="1043273"/>
                  <a:pt x="2161794" y="1036511"/>
                </a:cubicBezTo>
                <a:cubicBezTo>
                  <a:pt x="2164556" y="1034510"/>
                  <a:pt x="2166652" y="1031843"/>
                  <a:pt x="2167985" y="1028891"/>
                </a:cubicBezTo>
                <a:lnTo>
                  <a:pt x="2186845" y="1038225"/>
                </a:lnTo>
                <a:cubicBezTo>
                  <a:pt x="2187321" y="1038511"/>
                  <a:pt x="2187893" y="1038606"/>
                  <a:pt x="2188464" y="1038606"/>
                </a:cubicBezTo>
                <a:lnTo>
                  <a:pt x="2426684" y="1038606"/>
                </a:lnTo>
                <a:cubicBezTo>
                  <a:pt x="2427637" y="1038606"/>
                  <a:pt x="2428589" y="1038225"/>
                  <a:pt x="2429256" y="1037558"/>
                </a:cubicBezTo>
                <a:lnTo>
                  <a:pt x="2466689" y="999839"/>
                </a:lnTo>
                <a:lnTo>
                  <a:pt x="2582132" y="998315"/>
                </a:lnTo>
                <a:cubicBezTo>
                  <a:pt x="2582990" y="998315"/>
                  <a:pt x="2583942" y="997934"/>
                  <a:pt x="2584513" y="997363"/>
                </a:cubicBezTo>
                <a:lnTo>
                  <a:pt x="2621280" y="962216"/>
                </a:lnTo>
                <a:cubicBezTo>
                  <a:pt x="2621947" y="961549"/>
                  <a:pt x="2622423" y="960596"/>
                  <a:pt x="2622423" y="959644"/>
                </a:cubicBezTo>
                <a:lnTo>
                  <a:pt x="2622137" y="886111"/>
                </a:lnTo>
                <a:lnTo>
                  <a:pt x="2628995" y="877919"/>
                </a:lnTo>
                <a:cubicBezTo>
                  <a:pt x="2631186" y="878681"/>
                  <a:pt x="2633663" y="879158"/>
                  <a:pt x="2636330" y="879158"/>
                </a:cubicBezTo>
                <a:cubicBezTo>
                  <a:pt x="2646617" y="879158"/>
                  <a:pt x="2654903" y="870871"/>
                  <a:pt x="2654903" y="860774"/>
                </a:cubicBezTo>
                <a:cubicBezTo>
                  <a:pt x="2654903" y="855631"/>
                  <a:pt x="2652713" y="850964"/>
                  <a:pt x="2649188" y="847630"/>
                </a:cubicBezTo>
                <a:lnTo>
                  <a:pt x="2718721" y="772097"/>
                </a:lnTo>
                <a:cubicBezTo>
                  <a:pt x="2719292" y="771430"/>
                  <a:pt x="2719673" y="770573"/>
                  <a:pt x="2719673" y="769715"/>
                </a:cubicBezTo>
                <a:lnTo>
                  <a:pt x="2719673" y="643319"/>
                </a:lnTo>
                <a:lnTo>
                  <a:pt x="2723102" y="643319"/>
                </a:lnTo>
                <a:cubicBezTo>
                  <a:pt x="2729389" y="643319"/>
                  <a:pt x="2734628" y="638175"/>
                  <a:pt x="2734628" y="631793"/>
                </a:cubicBezTo>
                <a:lnTo>
                  <a:pt x="2734628" y="580454"/>
                </a:lnTo>
                <a:cubicBezTo>
                  <a:pt x="2734628" y="574167"/>
                  <a:pt x="2729484" y="568928"/>
                  <a:pt x="2723102" y="568928"/>
                </a:cubicBezTo>
                <a:lnTo>
                  <a:pt x="2719673" y="568928"/>
                </a:lnTo>
                <a:lnTo>
                  <a:pt x="2719673" y="487871"/>
                </a:lnTo>
                <a:cubicBezTo>
                  <a:pt x="2723674" y="486442"/>
                  <a:pt x="2726531" y="482632"/>
                  <a:pt x="2726531" y="478155"/>
                </a:cubicBezTo>
                <a:cubicBezTo>
                  <a:pt x="2726531" y="472440"/>
                  <a:pt x="2721864" y="467773"/>
                  <a:pt x="2716149" y="467773"/>
                </a:cubicBezTo>
                <a:cubicBezTo>
                  <a:pt x="2710434" y="467773"/>
                  <a:pt x="2705767" y="472440"/>
                  <a:pt x="2705767" y="478155"/>
                </a:cubicBezTo>
                <a:cubicBezTo>
                  <a:pt x="2705767" y="482632"/>
                  <a:pt x="2708624" y="486347"/>
                  <a:pt x="2712625" y="487871"/>
                </a:cubicBezTo>
                <a:lnTo>
                  <a:pt x="2712625" y="568928"/>
                </a:lnTo>
                <a:lnTo>
                  <a:pt x="2709196" y="568928"/>
                </a:lnTo>
                <a:cubicBezTo>
                  <a:pt x="2702909" y="568928"/>
                  <a:pt x="2697671" y="574072"/>
                  <a:pt x="2697671" y="580454"/>
                </a:cubicBezTo>
                <a:lnTo>
                  <a:pt x="2697671" y="631793"/>
                </a:lnTo>
                <a:cubicBezTo>
                  <a:pt x="2697671" y="638080"/>
                  <a:pt x="2702814" y="643319"/>
                  <a:pt x="2709196" y="643319"/>
                </a:cubicBezTo>
                <a:lnTo>
                  <a:pt x="2712625" y="643319"/>
                </a:lnTo>
                <a:lnTo>
                  <a:pt x="2712625" y="768382"/>
                </a:lnTo>
                <a:lnTo>
                  <a:pt x="2643092" y="843915"/>
                </a:lnTo>
                <a:cubicBezTo>
                  <a:pt x="2640997" y="843058"/>
                  <a:pt x="2638711" y="842582"/>
                  <a:pt x="2636330" y="842582"/>
                </a:cubicBezTo>
                <a:cubicBezTo>
                  <a:pt x="2626043" y="842582"/>
                  <a:pt x="2617756" y="850868"/>
                  <a:pt x="2617756" y="860965"/>
                </a:cubicBezTo>
                <a:cubicBezTo>
                  <a:pt x="2617756" y="866585"/>
                  <a:pt x="2619566" y="871157"/>
                  <a:pt x="2622804" y="874300"/>
                </a:cubicBezTo>
                <a:lnTo>
                  <a:pt x="2615755" y="882682"/>
                </a:lnTo>
                <a:cubicBezTo>
                  <a:pt x="2615184" y="883349"/>
                  <a:pt x="2614898" y="884111"/>
                  <a:pt x="2614898" y="884968"/>
                </a:cubicBezTo>
                <a:lnTo>
                  <a:pt x="2615184" y="958310"/>
                </a:lnTo>
                <a:lnTo>
                  <a:pt x="2580513" y="991457"/>
                </a:lnTo>
                <a:lnTo>
                  <a:pt x="2465070" y="992981"/>
                </a:lnTo>
                <a:cubicBezTo>
                  <a:pt x="2464118" y="992981"/>
                  <a:pt x="2463260" y="993362"/>
                  <a:pt x="2462594" y="994029"/>
                </a:cubicBezTo>
                <a:lnTo>
                  <a:pt x="2425160" y="1031748"/>
                </a:lnTo>
                <a:lnTo>
                  <a:pt x="2189226" y="1031748"/>
                </a:lnTo>
                <a:lnTo>
                  <a:pt x="2169890" y="1022223"/>
                </a:lnTo>
                <a:cubicBezTo>
                  <a:pt x="2170367" y="1017365"/>
                  <a:pt x="2169224" y="1012317"/>
                  <a:pt x="2166080" y="1008126"/>
                </a:cubicBezTo>
                <a:cubicBezTo>
                  <a:pt x="2162080" y="1002602"/>
                  <a:pt x="2155793" y="999744"/>
                  <a:pt x="2149507" y="999744"/>
                </a:cubicBezTo>
                <a:cubicBezTo>
                  <a:pt x="2145316" y="999744"/>
                  <a:pt x="2141030" y="1001077"/>
                  <a:pt x="2137410" y="1003745"/>
                </a:cubicBezTo>
                <a:cubicBezTo>
                  <a:pt x="2128266" y="1010412"/>
                  <a:pt x="2126266" y="1023366"/>
                  <a:pt x="2133029" y="1032510"/>
                </a:cubicBezTo>
                <a:close/>
                <a:moveTo>
                  <a:pt x="2704814" y="580263"/>
                </a:moveTo>
                <a:cubicBezTo>
                  <a:pt x="2704814" y="577882"/>
                  <a:pt x="2706719" y="575882"/>
                  <a:pt x="2709196" y="575882"/>
                </a:cubicBezTo>
                <a:lnTo>
                  <a:pt x="2723198" y="575882"/>
                </a:lnTo>
                <a:cubicBezTo>
                  <a:pt x="2725579" y="575882"/>
                  <a:pt x="2727579" y="577787"/>
                  <a:pt x="2727579" y="580263"/>
                </a:cubicBezTo>
                <a:lnTo>
                  <a:pt x="2727579" y="589217"/>
                </a:lnTo>
                <a:lnTo>
                  <a:pt x="2704910" y="589217"/>
                </a:lnTo>
                <a:lnTo>
                  <a:pt x="2704910" y="580263"/>
                </a:lnTo>
                <a:close/>
                <a:moveTo>
                  <a:pt x="2709196" y="635889"/>
                </a:moveTo>
                <a:cubicBezTo>
                  <a:pt x="2706815" y="635889"/>
                  <a:pt x="2704814" y="633984"/>
                  <a:pt x="2704814" y="631508"/>
                </a:cubicBezTo>
                <a:lnTo>
                  <a:pt x="2704814" y="619792"/>
                </a:lnTo>
                <a:lnTo>
                  <a:pt x="2727484" y="619792"/>
                </a:lnTo>
                <a:lnTo>
                  <a:pt x="2727484" y="631508"/>
                </a:lnTo>
                <a:cubicBezTo>
                  <a:pt x="2727484" y="633889"/>
                  <a:pt x="2725579" y="635889"/>
                  <a:pt x="2723102" y="635889"/>
                </a:cubicBezTo>
                <a:lnTo>
                  <a:pt x="2709101" y="635889"/>
                </a:lnTo>
                <a:close/>
                <a:moveTo>
                  <a:pt x="2636330" y="848677"/>
                </a:moveTo>
                <a:cubicBezTo>
                  <a:pt x="2642997" y="848677"/>
                  <a:pt x="2648426" y="854012"/>
                  <a:pt x="2648426" y="860679"/>
                </a:cubicBezTo>
                <a:cubicBezTo>
                  <a:pt x="2648426" y="867347"/>
                  <a:pt x="2642997" y="872681"/>
                  <a:pt x="2636330" y="872681"/>
                </a:cubicBezTo>
                <a:cubicBezTo>
                  <a:pt x="2628614" y="872681"/>
                  <a:pt x="2624233" y="868299"/>
                  <a:pt x="2624233" y="860679"/>
                </a:cubicBezTo>
                <a:cubicBezTo>
                  <a:pt x="2624233" y="854107"/>
                  <a:pt x="2629662" y="848677"/>
                  <a:pt x="2636330" y="848677"/>
                </a:cubicBezTo>
                <a:close/>
                <a:moveTo>
                  <a:pt x="2141601" y="1009174"/>
                </a:moveTo>
                <a:cubicBezTo>
                  <a:pt x="2147507" y="1004792"/>
                  <a:pt x="2155984" y="1006126"/>
                  <a:pt x="2160365" y="1012031"/>
                </a:cubicBezTo>
                <a:cubicBezTo>
                  <a:pt x="2164747" y="1018032"/>
                  <a:pt x="2163413" y="1026414"/>
                  <a:pt x="2157508" y="1030796"/>
                </a:cubicBezTo>
                <a:cubicBezTo>
                  <a:pt x="2155127" y="1032510"/>
                  <a:pt x="2152364" y="1033367"/>
                  <a:pt x="2149602" y="1033367"/>
                </a:cubicBezTo>
                <a:cubicBezTo>
                  <a:pt x="2145506" y="1033367"/>
                  <a:pt x="2141411" y="1031462"/>
                  <a:pt x="2138744" y="1027938"/>
                </a:cubicBezTo>
                <a:cubicBezTo>
                  <a:pt x="2134362" y="1021937"/>
                  <a:pt x="2135696" y="1013555"/>
                  <a:pt x="2141601" y="1009174"/>
                </a:cubicBezTo>
                <a:close/>
                <a:moveTo>
                  <a:pt x="1986248" y="2052352"/>
                </a:moveTo>
                <a:lnTo>
                  <a:pt x="2030825" y="2095976"/>
                </a:lnTo>
                <a:cubicBezTo>
                  <a:pt x="2030825" y="2095976"/>
                  <a:pt x="2031873" y="2096643"/>
                  <a:pt x="2032445" y="2096643"/>
                </a:cubicBezTo>
                <a:lnTo>
                  <a:pt x="2032445" y="2096643"/>
                </a:lnTo>
                <a:cubicBezTo>
                  <a:pt x="2033111" y="2096643"/>
                  <a:pt x="2033683" y="2096357"/>
                  <a:pt x="2034159" y="2095881"/>
                </a:cubicBezTo>
                <a:lnTo>
                  <a:pt x="2065020" y="2061401"/>
                </a:lnTo>
                <a:cubicBezTo>
                  <a:pt x="2065020" y="2061401"/>
                  <a:pt x="2065592" y="2060353"/>
                  <a:pt x="2065592" y="2059781"/>
                </a:cubicBezTo>
                <a:lnTo>
                  <a:pt x="2065592" y="1979867"/>
                </a:lnTo>
                <a:lnTo>
                  <a:pt x="2070354" y="1979867"/>
                </a:lnTo>
                <a:cubicBezTo>
                  <a:pt x="2074069" y="1979867"/>
                  <a:pt x="2077117" y="1976819"/>
                  <a:pt x="2077117" y="1973104"/>
                </a:cubicBezTo>
                <a:lnTo>
                  <a:pt x="2077117" y="1969580"/>
                </a:lnTo>
                <a:cubicBezTo>
                  <a:pt x="2077117" y="1965865"/>
                  <a:pt x="2074069" y="1962817"/>
                  <a:pt x="2070354" y="1962817"/>
                </a:cubicBezTo>
                <a:lnTo>
                  <a:pt x="2056162" y="1962817"/>
                </a:lnTo>
                <a:cubicBezTo>
                  <a:pt x="2052447" y="1962817"/>
                  <a:pt x="2049399" y="1965865"/>
                  <a:pt x="2049399" y="1969580"/>
                </a:cubicBezTo>
                <a:lnTo>
                  <a:pt x="2049399" y="1973104"/>
                </a:lnTo>
                <a:cubicBezTo>
                  <a:pt x="2049399" y="1976819"/>
                  <a:pt x="2052447" y="1979867"/>
                  <a:pt x="2056162" y="1979867"/>
                </a:cubicBezTo>
                <a:lnTo>
                  <a:pt x="2060924" y="1979867"/>
                </a:lnTo>
                <a:lnTo>
                  <a:pt x="2060924" y="2058829"/>
                </a:lnTo>
                <a:lnTo>
                  <a:pt x="2032254" y="2090833"/>
                </a:lnTo>
                <a:lnTo>
                  <a:pt x="1990153" y="2049590"/>
                </a:lnTo>
                <a:lnTo>
                  <a:pt x="1990153" y="2002441"/>
                </a:lnTo>
                <a:cubicBezTo>
                  <a:pt x="1992059" y="2001679"/>
                  <a:pt x="1993678" y="2000060"/>
                  <a:pt x="1994154" y="1997964"/>
                </a:cubicBezTo>
                <a:cubicBezTo>
                  <a:pt x="1995011" y="1994440"/>
                  <a:pt x="1992725" y="1990916"/>
                  <a:pt x="1989201" y="1990058"/>
                </a:cubicBezTo>
                <a:cubicBezTo>
                  <a:pt x="1985677" y="1989201"/>
                  <a:pt x="1982153" y="1991487"/>
                  <a:pt x="1981295" y="1995011"/>
                </a:cubicBezTo>
                <a:cubicBezTo>
                  <a:pt x="1980533" y="1998250"/>
                  <a:pt x="1982343" y="2001298"/>
                  <a:pt x="1985296" y="2002536"/>
                </a:cubicBezTo>
                <a:lnTo>
                  <a:pt x="1985296" y="2050732"/>
                </a:lnTo>
                <a:cubicBezTo>
                  <a:pt x="1985296" y="2051399"/>
                  <a:pt x="1985582" y="2051971"/>
                  <a:pt x="1986058" y="2052447"/>
                </a:cubicBezTo>
                <a:close/>
                <a:moveTo>
                  <a:pt x="2056257" y="1975104"/>
                </a:moveTo>
                <a:cubicBezTo>
                  <a:pt x="2055114" y="1975104"/>
                  <a:pt x="2054257" y="1974247"/>
                  <a:pt x="2054257" y="1973104"/>
                </a:cubicBezTo>
                <a:lnTo>
                  <a:pt x="2054257" y="1969580"/>
                </a:lnTo>
                <a:cubicBezTo>
                  <a:pt x="2054257" y="1968437"/>
                  <a:pt x="2055114" y="1967579"/>
                  <a:pt x="2056257" y="1967579"/>
                </a:cubicBezTo>
                <a:lnTo>
                  <a:pt x="2070449" y="1967579"/>
                </a:lnTo>
                <a:cubicBezTo>
                  <a:pt x="2071592" y="1967579"/>
                  <a:pt x="2072450" y="1968437"/>
                  <a:pt x="2072450" y="1969580"/>
                </a:cubicBezTo>
                <a:lnTo>
                  <a:pt x="2072450" y="1973104"/>
                </a:lnTo>
                <a:cubicBezTo>
                  <a:pt x="2072450" y="1974247"/>
                  <a:pt x="2071592" y="1975104"/>
                  <a:pt x="2070449" y="1975104"/>
                </a:cubicBezTo>
                <a:lnTo>
                  <a:pt x="2056257" y="1975104"/>
                </a:lnTo>
                <a:close/>
                <a:moveTo>
                  <a:pt x="2140363" y="1019937"/>
                </a:moveTo>
                <a:cubicBezTo>
                  <a:pt x="2140363" y="1014889"/>
                  <a:pt x="2144459" y="1010793"/>
                  <a:pt x="2149507" y="1010793"/>
                </a:cubicBezTo>
                <a:cubicBezTo>
                  <a:pt x="2154555" y="1010793"/>
                  <a:pt x="2158651" y="1014889"/>
                  <a:pt x="2158651" y="1019937"/>
                </a:cubicBezTo>
                <a:cubicBezTo>
                  <a:pt x="2158651" y="1024985"/>
                  <a:pt x="2154555" y="1029081"/>
                  <a:pt x="2149507" y="1029081"/>
                </a:cubicBezTo>
                <a:cubicBezTo>
                  <a:pt x="2144459" y="1029081"/>
                  <a:pt x="2140363" y="1024985"/>
                  <a:pt x="2140363" y="1019937"/>
                </a:cubicBezTo>
                <a:close/>
                <a:moveTo>
                  <a:pt x="2111216" y="1805083"/>
                </a:moveTo>
                <a:lnTo>
                  <a:pt x="2118741" y="1805083"/>
                </a:lnTo>
                <a:cubicBezTo>
                  <a:pt x="2123218" y="1805083"/>
                  <a:pt x="2126837" y="1801559"/>
                  <a:pt x="2126837" y="1797272"/>
                </a:cubicBezTo>
                <a:lnTo>
                  <a:pt x="2126837" y="1792129"/>
                </a:lnTo>
                <a:lnTo>
                  <a:pt x="2175891" y="1792129"/>
                </a:lnTo>
                <a:lnTo>
                  <a:pt x="2194084" y="1804702"/>
                </a:lnTo>
                <a:lnTo>
                  <a:pt x="2275999" y="1804702"/>
                </a:lnTo>
                <a:lnTo>
                  <a:pt x="2275999" y="1814703"/>
                </a:lnTo>
                <a:cubicBezTo>
                  <a:pt x="2275999" y="1819466"/>
                  <a:pt x="2279904" y="1823466"/>
                  <a:pt x="2284667" y="1823466"/>
                </a:cubicBezTo>
                <a:lnTo>
                  <a:pt x="2432685" y="1823466"/>
                </a:lnTo>
                <a:cubicBezTo>
                  <a:pt x="2437448" y="1823466"/>
                  <a:pt x="2441448" y="1819561"/>
                  <a:pt x="2441448" y="1814703"/>
                </a:cubicBezTo>
                <a:lnTo>
                  <a:pt x="2441448" y="1805940"/>
                </a:lnTo>
                <a:lnTo>
                  <a:pt x="2564321" y="1806702"/>
                </a:lnTo>
                <a:lnTo>
                  <a:pt x="2606135" y="1766888"/>
                </a:lnTo>
                <a:lnTo>
                  <a:pt x="2605754" y="1640586"/>
                </a:lnTo>
                <a:lnTo>
                  <a:pt x="2626709" y="1618964"/>
                </a:lnTo>
                <a:lnTo>
                  <a:pt x="2649093" y="1618583"/>
                </a:lnTo>
                <a:lnTo>
                  <a:pt x="2649093" y="1620869"/>
                </a:lnTo>
                <a:cubicBezTo>
                  <a:pt x="2649093" y="1624775"/>
                  <a:pt x="2652332" y="1628013"/>
                  <a:pt x="2656237" y="1628013"/>
                </a:cubicBezTo>
                <a:lnTo>
                  <a:pt x="2669762" y="1628013"/>
                </a:lnTo>
                <a:cubicBezTo>
                  <a:pt x="2673668" y="1628013"/>
                  <a:pt x="2676906" y="1624870"/>
                  <a:pt x="2676906" y="1620869"/>
                </a:cubicBezTo>
                <a:lnTo>
                  <a:pt x="2676906" y="1618678"/>
                </a:lnTo>
                <a:lnTo>
                  <a:pt x="2692146" y="1618678"/>
                </a:lnTo>
                <a:lnTo>
                  <a:pt x="2704052" y="1630394"/>
                </a:lnTo>
                <a:lnTo>
                  <a:pt x="2704052" y="1684782"/>
                </a:lnTo>
                <a:lnTo>
                  <a:pt x="2699671" y="1684782"/>
                </a:lnTo>
                <a:cubicBezTo>
                  <a:pt x="2697099" y="1684782"/>
                  <a:pt x="2694909" y="1686878"/>
                  <a:pt x="2694909" y="1689545"/>
                </a:cubicBezTo>
                <a:lnTo>
                  <a:pt x="2694909" y="1703070"/>
                </a:lnTo>
                <a:cubicBezTo>
                  <a:pt x="2694909" y="1705642"/>
                  <a:pt x="2697004" y="1707832"/>
                  <a:pt x="2699671" y="1707832"/>
                </a:cubicBezTo>
                <a:lnTo>
                  <a:pt x="2713196" y="1707832"/>
                </a:lnTo>
                <a:cubicBezTo>
                  <a:pt x="2715768" y="1707832"/>
                  <a:pt x="2717959" y="1705737"/>
                  <a:pt x="2717959" y="1703070"/>
                </a:cubicBezTo>
                <a:lnTo>
                  <a:pt x="2717959" y="1689545"/>
                </a:lnTo>
                <a:cubicBezTo>
                  <a:pt x="2717959" y="1686973"/>
                  <a:pt x="2715863" y="1684782"/>
                  <a:pt x="2713196" y="1684782"/>
                </a:cubicBezTo>
                <a:lnTo>
                  <a:pt x="2708815" y="1684782"/>
                </a:lnTo>
                <a:lnTo>
                  <a:pt x="2708815" y="1628489"/>
                </a:lnTo>
                <a:lnTo>
                  <a:pt x="2694051" y="1613916"/>
                </a:lnTo>
                <a:lnTo>
                  <a:pt x="2676811" y="1613916"/>
                </a:lnTo>
                <a:lnTo>
                  <a:pt x="2676811" y="1607344"/>
                </a:lnTo>
                <a:cubicBezTo>
                  <a:pt x="2676811" y="1603439"/>
                  <a:pt x="2673668" y="1600200"/>
                  <a:pt x="2669667" y="1600200"/>
                </a:cubicBezTo>
                <a:lnTo>
                  <a:pt x="2656142" y="1600200"/>
                </a:lnTo>
                <a:cubicBezTo>
                  <a:pt x="2652236" y="1600200"/>
                  <a:pt x="2648998" y="1603343"/>
                  <a:pt x="2648998" y="1607344"/>
                </a:cubicBezTo>
                <a:lnTo>
                  <a:pt x="2648998" y="1613821"/>
                </a:lnTo>
                <a:lnTo>
                  <a:pt x="2624519" y="1614297"/>
                </a:lnTo>
                <a:lnTo>
                  <a:pt x="2600897" y="1638776"/>
                </a:lnTo>
                <a:lnTo>
                  <a:pt x="2601278" y="1764982"/>
                </a:lnTo>
                <a:lnTo>
                  <a:pt x="2562320" y="1802035"/>
                </a:lnTo>
                <a:lnTo>
                  <a:pt x="2441353" y="1801273"/>
                </a:lnTo>
                <a:lnTo>
                  <a:pt x="2441353" y="1792319"/>
                </a:lnTo>
                <a:cubicBezTo>
                  <a:pt x="2441353" y="1787557"/>
                  <a:pt x="2437448" y="1783556"/>
                  <a:pt x="2432590" y="1783556"/>
                </a:cubicBezTo>
                <a:lnTo>
                  <a:pt x="2284571" y="1783556"/>
                </a:lnTo>
                <a:cubicBezTo>
                  <a:pt x="2279809" y="1783556"/>
                  <a:pt x="2275904" y="1787462"/>
                  <a:pt x="2275904" y="1792319"/>
                </a:cubicBezTo>
                <a:lnTo>
                  <a:pt x="2275904" y="1800130"/>
                </a:lnTo>
                <a:lnTo>
                  <a:pt x="2195513" y="1800130"/>
                </a:lnTo>
                <a:lnTo>
                  <a:pt x="2177320" y="1787557"/>
                </a:lnTo>
                <a:lnTo>
                  <a:pt x="2126837" y="1787557"/>
                </a:lnTo>
                <a:lnTo>
                  <a:pt x="2126837" y="1771269"/>
                </a:lnTo>
                <a:lnTo>
                  <a:pt x="2177320" y="1771269"/>
                </a:lnTo>
                <a:lnTo>
                  <a:pt x="2195513" y="1758696"/>
                </a:lnTo>
                <a:lnTo>
                  <a:pt x="2277999" y="1758696"/>
                </a:lnTo>
                <a:lnTo>
                  <a:pt x="2277999" y="1765840"/>
                </a:lnTo>
                <a:cubicBezTo>
                  <a:pt x="2277999" y="1770602"/>
                  <a:pt x="2281904" y="1774603"/>
                  <a:pt x="2286762" y="1774603"/>
                </a:cubicBezTo>
                <a:lnTo>
                  <a:pt x="2430494" y="1774603"/>
                </a:lnTo>
                <a:cubicBezTo>
                  <a:pt x="2435257" y="1774603"/>
                  <a:pt x="2439257" y="1770698"/>
                  <a:pt x="2439257" y="1765840"/>
                </a:cubicBezTo>
                <a:lnTo>
                  <a:pt x="2439257" y="1761363"/>
                </a:lnTo>
                <a:lnTo>
                  <a:pt x="2538317" y="1761363"/>
                </a:lnTo>
                <a:cubicBezTo>
                  <a:pt x="2538317" y="1761363"/>
                  <a:pt x="2575084" y="1729740"/>
                  <a:pt x="2575084" y="1729740"/>
                </a:cubicBezTo>
                <a:lnTo>
                  <a:pt x="2574608" y="1617155"/>
                </a:lnTo>
                <a:lnTo>
                  <a:pt x="2599563" y="1591342"/>
                </a:lnTo>
                <a:lnTo>
                  <a:pt x="2621947" y="1590961"/>
                </a:lnTo>
                <a:cubicBezTo>
                  <a:pt x="2623090" y="1595152"/>
                  <a:pt x="2626709" y="1598295"/>
                  <a:pt x="2631186" y="1598295"/>
                </a:cubicBezTo>
                <a:cubicBezTo>
                  <a:pt x="2636520" y="1598295"/>
                  <a:pt x="2640902" y="1593914"/>
                  <a:pt x="2640902" y="1588580"/>
                </a:cubicBezTo>
                <a:cubicBezTo>
                  <a:pt x="2640902" y="1583246"/>
                  <a:pt x="2636520" y="1578864"/>
                  <a:pt x="2631186" y="1578864"/>
                </a:cubicBezTo>
                <a:cubicBezTo>
                  <a:pt x="2626614" y="1578864"/>
                  <a:pt x="2622995" y="1582103"/>
                  <a:pt x="2621947" y="1586294"/>
                </a:cubicBezTo>
                <a:lnTo>
                  <a:pt x="2597563" y="1586770"/>
                </a:lnTo>
                <a:lnTo>
                  <a:pt x="2569940" y="1615345"/>
                </a:lnTo>
                <a:lnTo>
                  <a:pt x="2570417" y="1727645"/>
                </a:lnTo>
                <a:lnTo>
                  <a:pt x="2536698" y="1756505"/>
                </a:lnTo>
                <a:lnTo>
                  <a:pt x="2439448" y="1756505"/>
                </a:lnTo>
                <a:cubicBezTo>
                  <a:pt x="2439448" y="1756505"/>
                  <a:pt x="2439448" y="1746695"/>
                  <a:pt x="2439448" y="1746695"/>
                </a:cubicBezTo>
                <a:cubicBezTo>
                  <a:pt x="2439448" y="1741932"/>
                  <a:pt x="2435543" y="1737932"/>
                  <a:pt x="2430685" y="1737932"/>
                </a:cubicBezTo>
                <a:lnTo>
                  <a:pt x="2286953" y="1737932"/>
                </a:lnTo>
                <a:cubicBezTo>
                  <a:pt x="2282190" y="1737932"/>
                  <a:pt x="2278190" y="1741837"/>
                  <a:pt x="2278190" y="1746695"/>
                </a:cubicBezTo>
                <a:lnTo>
                  <a:pt x="2278190" y="1753838"/>
                </a:lnTo>
                <a:lnTo>
                  <a:pt x="2194179" y="1753838"/>
                </a:lnTo>
                <a:lnTo>
                  <a:pt x="2175986" y="1766411"/>
                </a:lnTo>
                <a:lnTo>
                  <a:pt x="2126933" y="1766411"/>
                </a:lnTo>
                <a:cubicBezTo>
                  <a:pt x="2126933" y="1762030"/>
                  <a:pt x="2123313" y="1758506"/>
                  <a:pt x="2118836" y="1758506"/>
                </a:cubicBezTo>
                <a:lnTo>
                  <a:pt x="2111312" y="1758506"/>
                </a:lnTo>
                <a:cubicBezTo>
                  <a:pt x="2106835" y="1758506"/>
                  <a:pt x="2103215" y="1762030"/>
                  <a:pt x="2103215" y="1766316"/>
                </a:cubicBezTo>
                <a:lnTo>
                  <a:pt x="2103215" y="1779461"/>
                </a:lnTo>
                <a:lnTo>
                  <a:pt x="2054543" y="1778222"/>
                </a:lnTo>
                <a:lnTo>
                  <a:pt x="1950911" y="1927955"/>
                </a:lnTo>
                <a:lnTo>
                  <a:pt x="1882331" y="1927955"/>
                </a:lnTo>
                <a:cubicBezTo>
                  <a:pt x="1882331" y="1927955"/>
                  <a:pt x="1864424" y="1908239"/>
                  <a:pt x="1864424" y="1908239"/>
                </a:cubicBezTo>
                <a:lnTo>
                  <a:pt x="1801463" y="1908524"/>
                </a:lnTo>
                <a:lnTo>
                  <a:pt x="1801463" y="1906429"/>
                </a:lnTo>
                <a:cubicBezTo>
                  <a:pt x="1801463" y="1901476"/>
                  <a:pt x="1797463" y="1897380"/>
                  <a:pt x="1792415" y="1897380"/>
                </a:cubicBezTo>
                <a:lnTo>
                  <a:pt x="1782128" y="1897380"/>
                </a:lnTo>
                <a:cubicBezTo>
                  <a:pt x="1777175" y="1897380"/>
                  <a:pt x="1773079" y="1901381"/>
                  <a:pt x="1773079" y="1906429"/>
                </a:cubicBezTo>
                <a:lnTo>
                  <a:pt x="1773079" y="1916716"/>
                </a:lnTo>
                <a:cubicBezTo>
                  <a:pt x="1773079" y="1921669"/>
                  <a:pt x="1777079" y="1925765"/>
                  <a:pt x="1782128" y="1925765"/>
                </a:cubicBezTo>
                <a:lnTo>
                  <a:pt x="1792415" y="1925765"/>
                </a:lnTo>
                <a:cubicBezTo>
                  <a:pt x="1797368" y="1925765"/>
                  <a:pt x="1801463" y="1921764"/>
                  <a:pt x="1801463" y="1916716"/>
                </a:cubicBezTo>
                <a:lnTo>
                  <a:pt x="1801463" y="1913287"/>
                </a:lnTo>
                <a:lnTo>
                  <a:pt x="1862328" y="1913001"/>
                </a:lnTo>
                <a:lnTo>
                  <a:pt x="1880235" y="1932813"/>
                </a:lnTo>
                <a:lnTo>
                  <a:pt x="1953387" y="1932813"/>
                </a:lnTo>
                <a:cubicBezTo>
                  <a:pt x="1953387" y="1932813"/>
                  <a:pt x="2056924" y="1783080"/>
                  <a:pt x="2056924" y="1783080"/>
                </a:cubicBezTo>
                <a:lnTo>
                  <a:pt x="2103025" y="1784223"/>
                </a:lnTo>
                <a:lnTo>
                  <a:pt x="2103025" y="1781937"/>
                </a:lnTo>
                <a:cubicBezTo>
                  <a:pt x="2103025" y="1781937"/>
                  <a:pt x="2103025" y="1797368"/>
                  <a:pt x="2103025" y="1797368"/>
                </a:cubicBezTo>
                <a:cubicBezTo>
                  <a:pt x="2103025" y="1801654"/>
                  <a:pt x="2106644" y="1805178"/>
                  <a:pt x="2111121" y="1805178"/>
                </a:cubicBezTo>
                <a:close/>
                <a:moveTo>
                  <a:pt x="2653570" y="1607344"/>
                </a:moveTo>
                <a:cubicBezTo>
                  <a:pt x="2653570" y="1606010"/>
                  <a:pt x="2654618" y="1604963"/>
                  <a:pt x="2655951" y="1604963"/>
                </a:cubicBezTo>
                <a:lnTo>
                  <a:pt x="2669477" y="1604963"/>
                </a:lnTo>
                <a:cubicBezTo>
                  <a:pt x="2670810" y="1604963"/>
                  <a:pt x="2671858" y="1606010"/>
                  <a:pt x="2671858" y="1607344"/>
                </a:cubicBezTo>
                <a:lnTo>
                  <a:pt x="2671858" y="1620869"/>
                </a:lnTo>
                <a:cubicBezTo>
                  <a:pt x="2671858" y="1622203"/>
                  <a:pt x="2670810" y="1623251"/>
                  <a:pt x="2669477" y="1623251"/>
                </a:cubicBezTo>
                <a:lnTo>
                  <a:pt x="2655951" y="1623251"/>
                </a:lnTo>
                <a:cubicBezTo>
                  <a:pt x="2654618" y="1623251"/>
                  <a:pt x="2653570" y="1622203"/>
                  <a:pt x="2653570" y="1620869"/>
                </a:cubicBezTo>
                <a:lnTo>
                  <a:pt x="2653570" y="1607344"/>
                </a:lnTo>
                <a:close/>
                <a:moveTo>
                  <a:pt x="2280666" y="1792319"/>
                </a:moveTo>
                <a:cubicBezTo>
                  <a:pt x="2280666" y="1790128"/>
                  <a:pt x="2282476" y="1788319"/>
                  <a:pt x="2284571" y="1788319"/>
                </a:cubicBezTo>
                <a:lnTo>
                  <a:pt x="2432590" y="1788319"/>
                </a:lnTo>
                <a:cubicBezTo>
                  <a:pt x="2434781" y="1788319"/>
                  <a:pt x="2436590" y="1790128"/>
                  <a:pt x="2436590" y="1792319"/>
                </a:cubicBezTo>
                <a:lnTo>
                  <a:pt x="2436590" y="1814798"/>
                </a:lnTo>
                <a:cubicBezTo>
                  <a:pt x="2436590" y="1816989"/>
                  <a:pt x="2434781" y="1818799"/>
                  <a:pt x="2432590" y="1818799"/>
                </a:cubicBezTo>
                <a:lnTo>
                  <a:pt x="2284571" y="1818799"/>
                </a:lnTo>
                <a:cubicBezTo>
                  <a:pt x="2282381" y="1818799"/>
                  <a:pt x="2280666" y="1816989"/>
                  <a:pt x="2280666" y="1814798"/>
                </a:cubicBezTo>
                <a:lnTo>
                  <a:pt x="2280666" y="1792319"/>
                </a:lnTo>
                <a:close/>
                <a:moveTo>
                  <a:pt x="2631091" y="1583436"/>
                </a:moveTo>
                <a:cubicBezTo>
                  <a:pt x="2633853" y="1583436"/>
                  <a:pt x="2636044" y="1585627"/>
                  <a:pt x="2636044" y="1588389"/>
                </a:cubicBezTo>
                <a:cubicBezTo>
                  <a:pt x="2636044" y="1591151"/>
                  <a:pt x="2633853" y="1593342"/>
                  <a:pt x="2631091" y="1593342"/>
                </a:cubicBezTo>
                <a:cubicBezTo>
                  <a:pt x="2628329" y="1593342"/>
                  <a:pt x="2626138" y="1591151"/>
                  <a:pt x="2626138" y="1588389"/>
                </a:cubicBezTo>
                <a:cubicBezTo>
                  <a:pt x="2626138" y="1585627"/>
                  <a:pt x="2628329" y="1583436"/>
                  <a:pt x="2631091" y="1583436"/>
                </a:cubicBezTo>
                <a:close/>
                <a:moveTo>
                  <a:pt x="2282762" y="1746599"/>
                </a:moveTo>
                <a:cubicBezTo>
                  <a:pt x="2282762" y="1744409"/>
                  <a:pt x="2284571" y="1742599"/>
                  <a:pt x="2286762" y="1742599"/>
                </a:cubicBezTo>
                <a:lnTo>
                  <a:pt x="2430494" y="1742599"/>
                </a:lnTo>
                <a:cubicBezTo>
                  <a:pt x="2432685" y="1742599"/>
                  <a:pt x="2434495" y="1744409"/>
                  <a:pt x="2434495" y="1746599"/>
                </a:cubicBezTo>
                <a:lnTo>
                  <a:pt x="2434495" y="1765745"/>
                </a:lnTo>
                <a:cubicBezTo>
                  <a:pt x="2434495" y="1767935"/>
                  <a:pt x="2432685" y="1769745"/>
                  <a:pt x="2430494" y="1769745"/>
                </a:cubicBezTo>
                <a:lnTo>
                  <a:pt x="2286762" y="1769745"/>
                </a:lnTo>
                <a:cubicBezTo>
                  <a:pt x="2284571" y="1769745"/>
                  <a:pt x="2282762" y="1767935"/>
                  <a:pt x="2282762" y="1765745"/>
                </a:cubicBezTo>
                <a:lnTo>
                  <a:pt x="2282762" y="1746599"/>
                </a:lnTo>
                <a:close/>
                <a:moveTo>
                  <a:pt x="2106835" y="1766221"/>
                </a:moveTo>
                <a:cubicBezTo>
                  <a:pt x="2106835" y="1763935"/>
                  <a:pt x="2108835" y="1762030"/>
                  <a:pt x="2111216" y="1762030"/>
                </a:cubicBezTo>
                <a:lnTo>
                  <a:pt x="2118741" y="1762030"/>
                </a:lnTo>
                <a:cubicBezTo>
                  <a:pt x="2121122" y="1762030"/>
                  <a:pt x="2123123" y="1763935"/>
                  <a:pt x="2123123" y="1766221"/>
                </a:cubicBezTo>
                <a:lnTo>
                  <a:pt x="2123123" y="1771078"/>
                </a:lnTo>
                <a:lnTo>
                  <a:pt x="2106930" y="1771078"/>
                </a:lnTo>
                <a:lnTo>
                  <a:pt x="2106930" y="1766221"/>
                </a:lnTo>
                <a:close/>
                <a:moveTo>
                  <a:pt x="2106835" y="1790700"/>
                </a:moveTo>
                <a:lnTo>
                  <a:pt x="2123027" y="1790700"/>
                </a:lnTo>
                <a:lnTo>
                  <a:pt x="2123027" y="1797272"/>
                </a:lnTo>
                <a:cubicBezTo>
                  <a:pt x="2123027" y="1799558"/>
                  <a:pt x="2121027" y="1801463"/>
                  <a:pt x="2118646" y="1801463"/>
                </a:cubicBezTo>
                <a:lnTo>
                  <a:pt x="2111121" y="1801463"/>
                </a:lnTo>
                <a:cubicBezTo>
                  <a:pt x="2108740" y="1801463"/>
                  <a:pt x="2106740" y="1799558"/>
                  <a:pt x="2106740" y="1797272"/>
                </a:cubicBezTo>
                <a:lnTo>
                  <a:pt x="2106740" y="1790700"/>
                </a:lnTo>
                <a:close/>
                <a:moveTo>
                  <a:pt x="1796701" y="1916621"/>
                </a:moveTo>
                <a:cubicBezTo>
                  <a:pt x="1796701" y="1919002"/>
                  <a:pt x="1794796" y="1920907"/>
                  <a:pt x="1792415" y="1920907"/>
                </a:cubicBezTo>
                <a:lnTo>
                  <a:pt x="1782128" y="1920907"/>
                </a:lnTo>
                <a:cubicBezTo>
                  <a:pt x="1779746" y="1920907"/>
                  <a:pt x="1777841" y="1919002"/>
                  <a:pt x="1777841" y="1916621"/>
                </a:cubicBezTo>
                <a:lnTo>
                  <a:pt x="1777841" y="1906334"/>
                </a:lnTo>
                <a:cubicBezTo>
                  <a:pt x="1777841" y="1903952"/>
                  <a:pt x="1779746" y="1902047"/>
                  <a:pt x="1782128" y="1902047"/>
                </a:cubicBezTo>
                <a:lnTo>
                  <a:pt x="1792415" y="1902047"/>
                </a:lnTo>
                <a:cubicBezTo>
                  <a:pt x="1794796" y="1902047"/>
                  <a:pt x="1796701" y="1903952"/>
                  <a:pt x="1796701" y="1906334"/>
                </a:cubicBezTo>
                <a:lnTo>
                  <a:pt x="1796701" y="1916621"/>
                </a:lnTo>
                <a:close/>
                <a:moveTo>
                  <a:pt x="2078546" y="2756821"/>
                </a:moveTo>
                <a:lnTo>
                  <a:pt x="2097596" y="2756821"/>
                </a:lnTo>
                <a:lnTo>
                  <a:pt x="2097596" y="2761584"/>
                </a:lnTo>
                <a:lnTo>
                  <a:pt x="2078546" y="2761584"/>
                </a:lnTo>
                <a:lnTo>
                  <a:pt x="2078546" y="2756821"/>
                </a:lnTo>
                <a:close/>
                <a:moveTo>
                  <a:pt x="1974342" y="1965865"/>
                </a:moveTo>
                <a:lnTo>
                  <a:pt x="2002155" y="1965865"/>
                </a:lnTo>
                <a:cubicBezTo>
                  <a:pt x="2002155" y="1965865"/>
                  <a:pt x="2025396" y="1988915"/>
                  <a:pt x="2025396" y="1988915"/>
                </a:cubicBezTo>
                <a:lnTo>
                  <a:pt x="2025396" y="2023015"/>
                </a:lnTo>
                <a:cubicBezTo>
                  <a:pt x="2022253" y="2024444"/>
                  <a:pt x="2019967" y="2027587"/>
                  <a:pt x="2019967" y="2031206"/>
                </a:cubicBezTo>
                <a:cubicBezTo>
                  <a:pt x="2019967" y="2036159"/>
                  <a:pt x="2023967" y="2040160"/>
                  <a:pt x="2028920" y="2040160"/>
                </a:cubicBezTo>
                <a:cubicBezTo>
                  <a:pt x="2033873" y="2040160"/>
                  <a:pt x="2037874" y="2036159"/>
                  <a:pt x="2037874" y="2031206"/>
                </a:cubicBezTo>
                <a:cubicBezTo>
                  <a:pt x="2037874" y="2027492"/>
                  <a:pt x="2035683" y="2024444"/>
                  <a:pt x="2032445" y="2023015"/>
                </a:cubicBezTo>
                <a:lnTo>
                  <a:pt x="2032445" y="1985963"/>
                </a:lnTo>
                <a:lnTo>
                  <a:pt x="2004917" y="1958626"/>
                </a:lnTo>
                <a:lnTo>
                  <a:pt x="1971580" y="1958626"/>
                </a:lnTo>
                <a:cubicBezTo>
                  <a:pt x="1971580" y="1958626"/>
                  <a:pt x="1943005" y="1982343"/>
                  <a:pt x="1943005" y="1982343"/>
                </a:cubicBezTo>
                <a:lnTo>
                  <a:pt x="1943005" y="2014157"/>
                </a:lnTo>
                <a:lnTo>
                  <a:pt x="1939481" y="2014157"/>
                </a:lnTo>
                <a:cubicBezTo>
                  <a:pt x="1937099" y="2014157"/>
                  <a:pt x="1935099" y="2016157"/>
                  <a:pt x="1935099" y="2018538"/>
                </a:cubicBezTo>
                <a:lnTo>
                  <a:pt x="1935099" y="2022062"/>
                </a:lnTo>
                <a:cubicBezTo>
                  <a:pt x="1935099" y="2024444"/>
                  <a:pt x="1937099" y="2026444"/>
                  <a:pt x="1939481" y="2026444"/>
                </a:cubicBezTo>
                <a:lnTo>
                  <a:pt x="1953673" y="2026444"/>
                </a:lnTo>
                <a:cubicBezTo>
                  <a:pt x="1956054" y="2026444"/>
                  <a:pt x="1958054" y="2024444"/>
                  <a:pt x="1958054" y="2022062"/>
                </a:cubicBezTo>
                <a:lnTo>
                  <a:pt x="1958054" y="2018538"/>
                </a:lnTo>
                <a:cubicBezTo>
                  <a:pt x="1958054" y="2016157"/>
                  <a:pt x="1956054" y="2014157"/>
                  <a:pt x="1953673" y="2014157"/>
                </a:cubicBezTo>
                <a:lnTo>
                  <a:pt x="1950149" y="2014157"/>
                </a:lnTo>
                <a:lnTo>
                  <a:pt x="1950149" y="1985677"/>
                </a:lnTo>
                <a:lnTo>
                  <a:pt x="1974152" y="1965865"/>
                </a:lnTo>
                <a:close/>
                <a:moveTo>
                  <a:pt x="2029016" y="2027015"/>
                </a:moveTo>
                <a:cubicBezTo>
                  <a:pt x="2031302" y="2027015"/>
                  <a:pt x="2033207" y="2028920"/>
                  <a:pt x="2033207" y="2031206"/>
                </a:cubicBezTo>
                <a:cubicBezTo>
                  <a:pt x="2033207" y="2033492"/>
                  <a:pt x="2031302" y="2035397"/>
                  <a:pt x="2029016" y="2035397"/>
                </a:cubicBezTo>
                <a:cubicBezTo>
                  <a:pt x="2026730" y="2035397"/>
                  <a:pt x="2024825" y="2033492"/>
                  <a:pt x="2024825" y="2031206"/>
                </a:cubicBezTo>
                <a:cubicBezTo>
                  <a:pt x="2024825" y="2028920"/>
                  <a:pt x="2026730" y="2027015"/>
                  <a:pt x="2029016" y="2027015"/>
                </a:cubicBezTo>
                <a:close/>
                <a:moveTo>
                  <a:pt x="2149221" y="3216402"/>
                </a:moveTo>
                <a:cubicBezTo>
                  <a:pt x="2146649" y="3214497"/>
                  <a:pt x="2143697" y="3213640"/>
                  <a:pt x="2140744" y="3213640"/>
                </a:cubicBezTo>
                <a:cubicBezTo>
                  <a:pt x="2136362" y="3213640"/>
                  <a:pt x="2131981" y="3215640"/>
                  <a:pt x="2129219" y="3219450"/>
                </a:cubicBezTo>
                <a:cubicBezTo>
                  <a:pt x="2124551" y="3225832"/>
                  <a:pt x="2125885" y="3234785"/>
                  <a:pt x="2132267" y="3239453"/>
                </a:cubicBezTo>
                <a:cubicBezTo>
                  <a:pt x="2134076" y="3240786"/>
                  <a:pt x="2136172" y="3241643"/>
                  <a:pt x="2138363" y="3241929"/>
                </a:cubicBezTo>
                <a:lnTo>
                  <a:pt x="2138363" y="3251168"/>
                </a:lnTo>
                <a:lnTo>
                  <a:pt x="2143125" y="3251168"/>
                </a:lnTo>
                <a:lnTo>
                  <a:pt x="2143125" y="3241929"/>
                </a:lnTo>
                <a:cubicBezTo>
                  <a:pt x="2146840" y="3241262"/>
                  <a:pt x="2150078" y="3239357"/>
                  <a:pt x="2152269" y="3236309"/>
                </a:cubicBezTo>
                <a:cubicBezTo>
                  <a:pt x="2156936" y="3229928"/>
                  <a:pt x="2155603" y="3220974"/>
                  <a:pt x="2149221" y="3216307"/>
                </a:cubicBezTo>
                <a:close/>
                <a:moveTo>
                  <a:pt x="2142554" y="3239548"/>
                </a:moveTo>
                <a:cubicBezTo>
                  <a:pt x="2141982" y="3239548"/>
                  <a:pt x="2141315" y="3239643"/>
                  <a:pt x="2140744" y="3239643"/>
                </a:cubicBezTo>
                <a:cubicBezTo>
                  <a:pt x="2138267" y="3239643"/>
                  <a:pt x="2135886" y="3238881"/>
                  <a:pt x="2133886" y="3237357"/>
                </a:cubicBezTo>
                <a:cubicBezTo>
                  <a:pt x="2128647" y="3233547"/>
                  <a:pt x="2127599" y="3226213"/>
                  <a:pt x="2131409" y="3220974"/>
                </a:cubicBezTo>
                <a:cubicBezTo>
                  <a:pt x="2135219" y="3215830"/>
                  <a:pt x="2142554" y="3214688"/>
                  <a:pt x="2147792" y="3218498"/>
                </a:cubicBezTo>
                <a:cubicBezTo>
                  <a:pt x="2150269" y="3220307"/>
                  <a:pt x="2151983" y="3223070"/>
                  <a:pt x="2152460" y="3226118"/>
                </a:cubicBezTo>
                <a:cubicBezTo>
                  <a:pt x="2152936" y="3229166"/>
                  <a:pt x="2152174" y="3232309"/>
                  <a:pt x="2150364" y="3234785"/>
                </a:cubicBezTo>
                <a:cubicBezTo>
                  <a:pt x="2148554" y="3237262"/>
                  <a:pt x="2145792" y="3238976"/>
                  <a:pt x="2142744" y="3239453"/>
                </a:cubicBezTo>
                <a:close/>
                <a:moveTo>
                  <a:pt x="2716149" y="3228404"/>
                </a:moveTo>
                <a:lnTo>
                  <a:pt x="2721864" y="3234023"/>
                </a:lnTo>
                <a:cubicBezTo>
                  <a:pt x="2722912" y="3235071"/>
                  <a:pt x="2724341" y="3235643"/>
                  <a:pt x="2725769" y="3235643"/>
                </a:cubicBezTo>
                <a:cubicBezTo>
                  <a:pt x="2727198" y="3235643"/>
                  <a:pt x="2728627" y="3235071"/>
                  <a:pt x="2729675" y="3234023"/>
                </a:cubicBezTo>
                <a:lnTo>
                  <a:pt x="2735390" y="3228309"/>
                </a:lnTo>
                <a:cubicBezTo>
                  <a:pt x="2737485" y="3226118"/>
                  <a:pt x="2737485" y="3222688"/>
                  <a:pt x="2735390" y="3220498"/>
                </a:cubicBezTo>
                <a:lnTo>
                  <a:pt x="2729675" y="3214783"/>
                </a:lnTo>
                <a:cubicBezTo>
                  <a:pt x="2729675" y="3214783"/>
                  <a:pt x="2728722" y="3214021"/>
                  <a:pt x="2728151" y="3213830"/>
                </a:cubicBezTo>
                <a:lnTo>
                  <a:pt x="2728151" y="3148679"/>
                </a:lnTo>
                <a:lnTo>
                  <a:pt x="2746343" y="3130677"/>
                </a:lnTo>
                <a:lnTo>
                  <a:pt x="2756440" y="3140393"/>
                </a:lnTo>
                <a:lnTo>
                  <a:pt x="2756440" y="3153728"/>
                </a:lnTo>
                <a:cubicBezTo>
                  <a:pt x="2754916" y="3154109"/>
                  <a:pt x="2753392" y="3154680"/>
                  <a:pt x="2752249" y="3155823"/>
                </a:cubicBezTo>
                <a:cubicBezTo>
                  <a:pt x="2750630" y="3157442"/>
                  <a:pt x="2749677" y="3159633"/>
                  <a:pt x="2749677" y="3161919"/>
                </a:cubicBezTo>
                <a:cubicBezTo>
                  <a:pt x="2749677" y="3164205"/>
                  <a:pt x="2750534" y="3166396"/>
                  <a:pt x="2752154" y="3168110"/>
                </a:cubicBezTo>
                <a:cubicBezTo>
                  <a:pt x="2753773" y="3169730"/>
                  <a:pt x="2755963" y="3170682"/>
                  <a:pt x="2758250" y="3170682"/>
                </a:cubicBezTo>
                <a:lnTo>
                  <a:pt x="2758250" y="3170682"/>
                </a:lnTo>
                <a:cubicBezTo>
                  <a:pt x="2763012" y="3170682"/>
                  <a:pt x="2766822" y="3166872"/>
                  <a:pt x="2766917" y="3162110"/>
                </a:cubicBezTo>
                <a:cubicBezTo>
                  <a:pt x="2766917" y="3159824"/>
                  <a:pt x="2766060" y="3157633"/>
                  <a:pt x="2764441" y="3155918"/>
                </a:cubicBezTo>
                <a:cubicBezTo>
                  <a:pt x="2763488" y="3154966"/>
                  <a:pt x="2762345" y="3154394"/>
                  <a:pt x="2761202" y="3153918"/>
                </a:cubicBezTo>
                <a:lnTo>
                  <a:pt x="2761202" y="3138392"/>
                </a:lnTo>
                <a:cubicBezTo>
                  <a:pt x="2761202" y="3138392"/>
                  <a:pt x="2749296" y="3126962"/>
                  <a:pt x="2749296" y="3126962"/>
                </a:cubicBezTo>
                <a:lnTo>
                  <a:pt x="2749296" y="3072479"/>
                </a:lnTo>
                <a:cubicBezTo>
                  <a:pt x="2749296" y="3072479"/>
                  <a:pt x="2771013" y="3047810"/>
                  <a:pt x="2771013" y="3047810"/>
                </a:cubicBezTo>
                <a:lnTo>
                  <a:pt x="2771299" y="2910840"/>
                </a:lnTo>
                <a:lnTo>
                  <a:pt x="2771299" y="2909983"/>
                </a:lnTo>
                <a:lnTo>
                  <a:pt x="2739295" y="2872550"/>
                </a:lnTo>
                <a:lnTo>
                  <a:pt x="2739295" y="2757678"/>
                </a:lnTo>
                <a:lnTo>
                  <a:pt x="2751392" y="2741486"/>
                </a:lnTo>
                <a:lnTo>
                  <a:pt x="2751392" y="2659856"/>
                </a:lnTo>
                <a:lnTo>
                  <a:pt x="2757869" y="2659856"/>
                </a:lnTo>
                <a:cubicBezTo>
                  <a:pt x="2761202" y="2659856"/>
                  <a:pt x="2763869" y="2657189"/>
                  <a:pt x="2763869" y="2653855"/>
                </a:cubicBezTo>
                <a:lnTo>
                  <a:pt x="2763869" y="2633758"/>
                </a:lnTo>
                <a:cubicBezTo>
                  <a:pt x="2763869" y="2630424"/>
                  <a:pt x="2761202" y="2627757"/>
                  <a:pt x="2757869" y="2627757"/>
                </a:cubicBezTo>
                <a:lnTo>
                  <a:pt x="2737771" y="2627757"/>
                </a:lnTo>
                <a:cubicBezTo>
                  <a:pt x="2734437" y="2627757"/>
                  <a:pt x="2731770" y="2630424"/>
                  <a:pt x="2731770" y="2633758"/>
                </a:cubicBezTo>
                <a:lnTo>
                  <a:pt x="2731770" y="2653855"/>
                </a:lnTo>
                <a:cubicBezTo>
                  <a:pt x="2731770" y="2657189"/>
                  <a:pt x="2734437" y="2659856"/>
                  <a:pt x="2737771" y="2659856"/>
                </a:cubicBezTo>
                <a:lnTo>
                  <a:pt x="2746629" y="2659856"/>
                </a:lnTo>
                <a:lnTo>
                  <a:pt x="2746629" y="2739867"/>
                </a:lnTo>
                <a:lnTo>
                  <a:pt x="2734532" y="2756059"/>
                </a:lnTo>
                <a:lnTo>
                  <a:pt x="2734532" y="2874264"/>
                </a:lnTo>
                <a:lnTo>
                  <a:pt x="2766536" y="2911697"/>
                </a:lnTo>
                <a:lnTo>
                  <a:pt x="2766251" y="3046000"/>
                </a:lnTo>
                <a:lnTo>
                  <a:pt x="2744629" y="3070670"/>
                </a:lnTo>
                <a:lnTo>
                  <a:pt x="2744629" y="3125819"/>
                </a:lnTo>
                <a:cubicBezTo>
                  <a:pt x="2744629" y="3125819"/>
                  <a:pt x="2723388" y="3146774"/>
                  <a:pt x="2723388" y="3146774"/>
                </a:cubicBezTo>
                <a:lnTo>
                  <a:pt x="2723388" y="3213926"/>
                </a:lnTo>
                <a:cubicBezTo>
                  <a:pt x="2722817" y="3214211"/>
                  <a:pt x="2722340" y="3214497"/>
                  <a:pt x="2721864" y="3214878"/>
                </a:cubicBezTo>
                <a:lnTo>
                  <a:pt x="2716149" y="3220593"/>
                </a:lnTo>
                <a:cubicBezTo>
                  <a:pt x="2714054" y="3222688"/>
                  <a:pt x="2714054" y="3226213"/>
                  <a:pt x="2716149" y="3228404"/>
                </a:cubicBezTo>
                <a:close/>
                <a:moveTo>
                  <a:pt x="2758250" y="3158204"/>
                </a:moveTo>
                <a:lnTo>
                  <a:pt x="2758250" y="3158204"/>
                </a:lnTo>
                <a:cubicBezTo>
                  <a:pt x="2759297" y="3158204"/>
                  <a:pt x="2760250" y="3158585"/>
                  <a:pt x="2761012" y="3159347"/>
                </a:cubicBezTo>
                <a:cubicBezTo>
                  <a:pt x="2761774" y="3160109"/>
                  <a:pt x="2762155" y="3161062"/>
                  <a:pt x="2762155" y="3162110"/>
                </a:cubicBezTo>
                <a:cubicBezTo>
                  <a:pt x="2762155" y="3164205"/>
                  <a:pt x="2760345" y="3166015"/>
                  <a:pt x="2758250" y="3166015"/>
                </a:cubicBezTo>
                <a:lnTo>
                  <a:pt x="2758250" y="3166015"/>
                </a:lnTo>
                <a:cubicBezTo>
                  <a:pt x="2757202" y="3166015"/>
                  <a:pt x="2756249" y="3165634"/>
                  <a:pt x="2755487" y="3164872"/>
                </a:cubicBezTo>
                <a:cubicBezTo>
                  <a:pt x="2754725" y="3164110"/>
                  <a:pt x="2754344" y="3163157"/>
                  <a:pt x="2754344" y="3162110"/>
                </a:cubicBezTo>
                <a:cubicBezTo>
                  <a:pt x="2754344" y="3161062"/>
                  <a:pt x="2754725" y="3160109"/>
                  <a:pt x="2755487" y="3159347"/>
                </a:cubicBezTo>
                <a:cubicBezTo>
                  <a:pt x="2756249" y="3158585"/>
                  <a:pt x="2757202" y="3158204"/>
                  <a:pt x="2758250" y="3158204"/>
                </a:cubicBezTo>
                <a:lnTo>
                  <a:pt x="2758250" y="3158204"/>
                </a:lnTo>
                <a:close/>
                <a:moveTo>
                  <a:pt x="2725198" y="3218307"/>
                </a:moveTo>
                <a:cubicBezTo>
                  <a:pt x="2725198" y="3218307"/>
                  <a:pt x="2725579" y="3218117"/>
                  <a:pt x="2725769" y="3218117"/>
                </a:cubicBezTo>
                <a:cubicBezTo>
                  <a:pt x="2725960" y="3218117"/>
                  <a:pt x="2726150" y="3218117"/>
                  <a:pt x="2726246" y="3218307"/>
                </a:cubicBezTo>
                <a:lnTo>
                  <a:pt x="2731961" y="3224022"/>
                </a:lnTo>
                <a:cubicBezTo>
                  <a:pt x="2731961" y="3224022"/>
                  <a:pt x="2732246" y="3224784"/>
                  <a:pt x="2731961" y="3225070"/>
                </a:cubicBezTo>
                <a:lnTo>
                  <a:pt x="2726246" y="3230690"/>
                </a:lnTo>
                <a:cubicBezTo>
                  <a:pt x="2726246" y="3230690"/>
                  <a:pt x="2725484" y="3230975"/>
                  <a:pt x="2725198" y="3230690"/>
                </a:cubicBezTo>
                <a:lnTo>
                  <a:pt x="2719578" y="3225070"/>
                </a:lnTo>
                <a:cubicBezTo>
                  <a:pt x="2719578" y="3225070"/>
                  <a:pt x="2719292" y="3224308"/>
                  <a:pt x="2719578" y="3224022"/>
                </a:cubicBezTo>
                <a:lnTo>
                  <a:pt x="2725293" y="3218307"/>
                </a:lnTo>
                <a:close/>
                <a:moveTo>
                  <a:pt x="2088071" y="2736342"/>
                </a:moveTo>
                <a:lnTo>
                  <a:pt x="2088071" y="2726627"/>
                </a:lnTo>
                <a:cubicBezTo>
                  <a:pt x="2088071" y="2725103"/>
                  <a:pt x="2089309" y="2723960"/>
                  <a:pt x="2090738" y="2723960"/>
                </a:cubicBezTo>
                <a:lnTo>
                  <a:pt x="2100453" y="2723960"/>
                </a:lnTo>
                <a:cubicBezTo>
                  <a:pt x="2101977" y="2723960"/>
                  <a:pt x="2103120" y="2725198"/>
                  <a:pt x="2103120" y="2726627"/>
                </a:cubicBezTo>
                <a:lnTo>
                  <a:pt x="2103120" y="2736342"/>
                </a:lnTo>
                <a:cubicBezTo>
                  <a:pt x="2103120" y="2737866"/>
                  <a:pt x="2101882" y="2739009"/>
                  <a:pt x="2100453" y="2739009"/>
                </a:cubicBezTo>
                <a:lnTo>
                  <a:pt x="2090738" y="2739009"/>
                </a:lnTo>
                <a:cubicBezTo>
                  <a:pt x="2089214" y="2739009"/>
                  <a:pt x="2088071" y="2737771"/>
                  <a:pt x="2088071" y="2736342"/>
                </a:cubicBezTo>
                <a:close/>
                <a:moveTo>
                  <a:pt x="3055525" y="2039207"/>
                </a:moveTo>
                <a:lnTo>
                  <a:pt x="3114770" y="2039207"/>
                </a:lnTo>
                <a:lnTo>
                  <a:pt x="3114770" y="2029682"/>
                </a:lnTo>
                <a:lnTo>
                  <a:pt x="3052096" y="2029682"/>
                </a:lnTo>
                <a:lnTo>
                  <a:pt x="3013234" y="2061496"/>
                </a:lnTo>
                <a:lnTo>
                  <a:pt x="2791492" y="2061496"/>
                </a:lnTo>
                <a:lnTo>
                  <a:pt x="2774252" y="2044446"/>
                </a:lnTo>
                <a:cubicBezTo>
                  <a:pt x="2776061" y="2041303"/>
                  <a:pt x="2777204" y="2037588"/>
                  <a:pt x="2777204" y="2033683"/>
                </a:cubicBezTo>
                <a:cubicBezTo>
                  <a:pt x="2777204" y="2021777"/>
                  <a:pt x="2767489" y="2012061"/>
                  <a:pt x="2755583" y="2012061"/>
                </a:cubicBezTo>
                <a:cubicBezTo>
                  <a:pt x="2743676" y="2012061"/>
                  <a:pt x="2733961" y="2021777"/>
                  <a:pt x="2733961" y="2033683"/>
                </a:cubicBezTo>
                <a:cubicBezTo>
                  <a:pt x="2733961" y="2045589"/>
                  <a:pt x="2743676" y="2055305"/>
                  <a:pt x="2755583" y="2055305"/>
                </a:cubicBezTo>
                <a:cubicBezTo>
                  <a:pt x="2760059" y="2055305"/>
                  <a:pt x="2764250" y="2053876"/>
                  <a:pt x="2767775" y="2051495"/>
                </a:cubicBezTo>
                <a:lnTo>
                  <a:pt x="2787587" y="2071021"/>
                </a:lnTo>
                <a:lnTo>
                  <a:pt x="3016663" y="2071021"/>
                </a:lnTo>
                <a:lnTo>
                  <a:pt x="3055525" y="2039207"/>
                </a:lnTo>
                <a:close/>
                <a:moveTo>
                  <a:pt x="2755678" y="2047303"/>
                </a:moveTo>
                <a:cubicBezTo>
                  <a:pt x="2748153" y="2047303"/>
                  <a:pt x="2742057" y="2041207"/>
                  <a:pt x="2742057" y="2033683"/>
                </a:cubicBezTo>
                <a:cubicBezTo>
                  <a:pt x="2742057" y="2026158"/>
                  <a:pt x="2748153" y="2020062"/>
                  <a:pt x="2755678" y="2020062"/>
                </a:cubicBezTo>
                <a:cubicBezTo>
                  <a:pt x="2763203" y="2020062"/>
                  <a:pt x="2769299" y="2026158"/>
                  <a:pt x="2769299" y="2033683"/>
                </a:cubicBezTo>
                <a:cubicBezTo>
                  <a:pt x="2769299" y="2041207"/>
                  <a:pt x="2763203" y="2047303"/>
                  <a:pt x="2755678" y="2047303"/>
                </a:cubicBezTo>
                <a:close/>
                <a:moveTo>
                  <a:pt x="2257711" y="3114104"/>
                </a:moveTo>
                <a:cubicBezTo>
                  <a:pt x="2257711" y="3110198"/>
                  <a:pt x="2260854" y="3107055"/>
                  <a:pt x="2264759" y="3107055"/>
                </a:cubicBezTo>
                <a:cubicBezTo>
                  <a:pt x="2268665" y="3107055"/>
                  <a:pt x="2271808" y="3110198"/>
                  <a:pt x="2271808" y="3114104"/>
                </a:cubicBezTo>
                <a:cubicBezTo>
                  <a:pt x="2271808" y="3118009"/>
                  <a:pt x="2268665" y="3121152"/>
                  <a:pt x="2264759" y="3121152"/>
                </a:cubicBezTo>
                <a:cubicBezTo>
                  <a:pt x="2260854" y="3121152"/>
                  <a:pt x="2257711" y="3118009"/>
                  <a:pt x="2257711" y="3114104"/>
                </a:cubicBezTo>
                <a:close/>
                <a:moveTo>
                  <a:pt x="2719578" y="1871663"/>
                </a:moveTo>
                <a:lnTo>
                  <a:pt x="2733009" y="1871663"/>
                </a:lnTo>
                <a:lnTo>
                  <a:pt x="2773680" y="1912715"/>
                </a:lnTo>
                <a:lnTo>
                  <a:pt x="2866263" y="1912715"/>
                </a:lnTo>
                <a:lnTo>
                  <a:pt x="2874740" y="1921002"/>
                </a:lnTo>
                <a:lnTo>
                  <a:pt x="2955703" y="1921002"/>
                </a:lnTo>
                <a:cubicBezTo>
                  <a:pt x="2956846" y="1927003"/>
                  <a:pt x="2962085" y="1931480"/>
                  <a:pt x="2968371" y="1931480"/>
                </a:cubicBezTo>
                <a:cubicBezTo>
                  <a:pt x="2975515" y="1931480"/>
                  <a:pt x="2981230" y="1925669"/>
                  <a:pt x="2981230" y="1918621"/>
                </a:cubicBezTo>
                <a:cubicBezTo>
                  <a:pt x="2981230" y="1911572"/>
                  <a:pt x="2975420" y="1905762"/>
                  <a:pt x="2968371" y="1905762"/>
                </a:cubicBezTo>
                <a:cubicBezTo>
                  <a:pt x="2962085" y="1905762"/>
                  <a:pt x="2956846" y="1910334"/>
                  <a:pt x="2955703" y="1916240"/>
                </a:cubicBezTo>
                <a:lnTo>
                  <a:pt x="2876645" y="1916240"/>
                </a:lnTo>
                <a:lnTo>
                  <a:pt x="2868168" y="1907953"/>
                </a:lnTo>
                <a:lnTo>
                  <a:pt x="2775585" y="1907953"/>
                </a:lnTo>
                <a:lnTo>
                  <a:pt x="2737104" y="1869186"/>
                </a:lnTo>
                <a:cubicBezTo>
                  <a:pt x="2737485" y="1868519"/>
                  <a:pt x="2737771" y="1867757"/>
                  <a:pt x="2737771" y="1866995"/>
                </a:cubicBezTo>
                <a:lnTo>
                  <a:pt x="2737771" y="1853470"/>
                </a:lnTo>
                <a:cubicBezTo>
                  <a:pt x="2737771" y="1850898"/>
                  <a:pt x="2735675" y="1848707"/>
                  <a:pt x="2733009" y="1848707"/>
                </a:cubicBezTo>
                <a:lnTo>
                  <a:pt x="2719483" y="1848707"/>
                </a:lnTo>
                <a:cubicBezTo>
                  <a:pt x="2716911" y="1848707"/>
                  <a:pt x="2714720" y="1850803"/>
                  <a:pt x="2714720" y="1853470"/>
                </a:cubicBezTo>
                <a:lnTo>
                  <a:pt x="2714720" y="1859947"/>
                </a:lnTo>
                <a:lnTo>
                  <a:pt x="2691194" y="1859947"/>
                </a:lnTo>
                <a:lnTo>
                  <a:pt x="2644997" y="1900047"/>
                </a:lnTo>
                <a:lnTo>
                  <a:pt x="2644617" y="2207800"/>
                </a:lnTo>
                <a:lnTo>
                  <a:pt x="2644617" y="2208657"/>
                </a:lnTo>
                <a:lnTo>
                  <a:pt x="2667953" y="2235518"/>
                </a:lnTo>
                <a:lnTo>
                  <a:pt x="2667667" y="2298764"/>
                </a:lnTo>
                <a:lnTo>
                  <a:pt x="2692622" y="2326100"/>
                </a:lnTo>
                <a:cubicBezTo>
                  <a:pt x="2690432" y="2329339"/>
                  <a:pt x="2689384" y="2333339"/>
                  <a:pt x="2690336" y="2337435"/>
                </a:cubicBezTo>
                <a:cubicBezTo>
                  <a:pt x="2691194" y="2341245"/>
                  <a:pt x="2693384" y="2344388"/>
                  <a:pt x="2696718" y="2346484"/>
                </a:cubicBezTo>
                <a:cubicBezTo>
                  <a:pt x="2699099" y="2348008"/>
                  <a:pt x="2701767" y="2348770"/>
                  <a:pt x="2704434" y="2348770"/>
                </a:cubicBezTo>
                <a:cubicBezTo>
                  <a:pt x="2705481" y="2348770"/>
                  <a:pt x="2706529" y="2348675"/>
                  <a:pt x="2707577" y="2348389"/>
                </a:cubicBezTo>
                <a:cubicBezTo>
                  <a:pt x="2711387" y="2347532"/>
                  <a:pt x="2714530" y="2345341"/>
                  <a:pt x="2716625" y="2342007"/>
                </a:cubicBezTo>
                <a:cubicBezTo>
                  <a:pt x="2718721" y="2338769"/>
                  <a:pt x="2719388" y="2334863"/>
                  <a:pt x="2718530" y="2331149"/>
                </a:cubicBezTo>
                <a:cubicBezTo>
                  <a:pt x="2717673" y="2327339"/>
                  <a:pt x="2715482" y="2324195"/>
                  <a:pt x="2712149" y="2322100"/>
                </a:cubicBezTo>
                <a:cubicBezTo>
                  <a:pt x="2708910" y="2320004"/>
                  <a:pt x="2705100" y="2319338"/>
                  <a:pt x="2701290" y="2320195"/>
                </a:cubicBezTo>
                <a:cubicBezTo>
                  <a:pt x="2699290" y="2320671"/>
                  <a:pt x="2697480" y="2321528"/>
                  <a:pt x="2695956" y="2322671"/>
                </a:cubicBezTo>
                <a:lnTo>
                  <a:pt x="2672429" y="2296954"/>
                </a:lnTo>
                <a:lnTo>
                  <a:pt x="2672715" y="2233803"/>
                </a:lnTo>
                <a:lnTo>
                  <a:pt x="2649379" y="2206943"/>
                </a:lnTo>
                <a:lnTo>
                  <a:pt x="2649760" y="1902238"/>
                </a:lnTo>
                <a:lnTo>
                  <a:pt x="2693003" y="1864805"/>
                </a:lnTo>
                <a:lnTo>
                  <a:pt x="2714720" y="1864805"/>
                </a:lnTo>
                <a:lnTo>
                  <a:pt x="2714720" y="1867091"/>
                </a:lnTo>
                <a:cubicBezTo>
                  <a:pt x="2714720" y="1869662"/>
                  <a:pt x="2716816" y="1871853"/>
                  <a:pt x="2719483" y="1871853"/>
                </a:cubicBezTo>
                <a:close/>
                <a:moveTo>
                  <a:pt x="2968467" y="1910525"/>
                </a:moveTo>
                <a:cubicBezTo>
                  <a:pt x="2972943" y="1910525"/>
                  <a:pt x="2976563" y="1914144"/>
                  <a:pt x="2976563" y="1918621"/>
                </a:cubicBezTo>
                <a:cubicBezTo>
                  <a:pt x="2976563" y="1923098"/>
                  <a:pt x="2972943" y="1926717"/>
                  <a:pt x="2968467" y="1926717"/>
                </a:cubicBezTo>
                <a:cubicBezTo>
                  <a:pt x="2963990" y="1926717"/>
                  <a:pt x="2960370" y="1923098"/>
                  <a:pt x="2960370" y="1918621"/>
                </a:cubicBezTo>
                <a:cubicBezTo>
                  <a:pt x="2960370" y="1914144"/>
                  <a:pt x="2963990" y="1910525"/>
                  <a:pt x="2968467" y="1910525"/>
                </a:cubicBezTo>
                <a:close/>
                <a:moveTo>
                  <a:pt x="2702528" y="2324767"/>
                </a:moveTo>
                <a:cubicBezTo>
                  <a:pt x="2703195" y="2324576"/>
                  <a:pt x="2703957" y="2324576"/>
                  <a:pt x="2704624" y="2324576"/>
                </a:cubicBezTo>
                <a:cubicBezTo>
                  <a:pt x="2709101" y="2324576"/>
                  <a:pt x="2713101" y="2327624"/>
                  <a:pt x="2714054" y="2332196"/>
                </a:cubicBezTo>
                <a:cubicBezTo>
                  <a:pt x="2714625" y="2334768"/>
                  <a:pt x="2714149" y="2337340"/>
                  <a:pt x="2712720" y="2339531"/>
                </a:cubicBezTo>
                <a:cubicBezTo>
                  <a:pt x="2711292" y="2341721"/>
                  <a:pt x="2709196" y="2343245"/>
                  <a:pt x="2706624" y="2343817"/>
                </a:cubicBezTo>
                <a:cubicBezTo>
                  <a:pt x="2704052" y="2344388"/>
                  <a:pt x="2701480" y="2343912"/>
                  <a:pt x="2699290" y="2342579"/>
                </a:cubicBezTo>
                <a:cubicBezTo>
                  <a:pt x="2697099" y="2341150"/>
                  <a:pt x="2695575" y="2339054"/>
                  <a:pt x="2695004" y="2336483"/>
                </a:cubicBezTo>
                <a:cubicBezTo>
                  <a:pt x="2693861" y="2331244"/>
                  <a:pt x="2697194" y="2326100"/>
                  <a:pt x="2702338" y="2324957"/>
                </a:cubicBezTo>
                <a:close/>
                <a:moveTo>
                  <a:pt x="2700242" y="2013395"/>
                </a:moveTo>
                <a:cubicBezTo>
                  <a:pt x="2700242" y="2010918"/>
                  <a:pt x="2702243" y="2008918"/>
                  <a:pt x="2704719" y="2008918"/>
                </a:cubicBezTo>
                <a:cubicBezTo>
                  <a:pt x="2707196" y="2008918"/>
                  <a:pt x="2709196" y="2010918"/>
                  <a:pt x="2709196" y="2013395"/>
                </a:cubicBezTo>
                <a:cubicBezTo>
                  <a:pt x="2709196" y="2015871"/>
                  <a:pt x="2707196" y="2017871"/>
                  <a:pt x="2704719" y="2017871"/>
                </a:cubicBezTo>
                <a:cubicBezTo>
                  <a:pt x="2702243" y="2017871"/>
                  <a:pt x="2700242" y="2015871"/>
                  <a:pt x="2700242" y="2013395"/>
                </a:cubicBezTo>
                <a:close/>
                <a:moveTo>
                  <a:pt x="2701195" y="2273903"/>
                </a:moveTo>
                <a:cubicBezTo>
                  <a:pt x="2701195" y="2271427"/>
                  <a:pt x="2703195" y="2269427"/>
                  <a:pt x="2705672" y="2269427"/>
                </a:cubicBezTo>
                <a:cubicBezTo>
                  <a:pt x="2708148" y="2269427"/>
                  <a:pt x="2710148" y="2271427"/>
                  <a:pt x="2710148" y="2273903"/>
                </a:cubicBezTo>
                <a:cubicBezTo>
                  <a:pt x="2710148" y="2276380"/>
                  <a:pt x="2708148" y="2278380"/>
                  <a:pt x="2705672" y="2278380"/>
                </a:cubicBezTo>
                <a:cubicBezTo>
                  <a:pt x="2703195" y="2278380"/>
                  <a:pt x="2701195" y="2276380"/>
                  <a:pt x="2701195" y="2273903"/>
                </a:cubicBezTo>
                <a:close/>
                <a:moveTo>
                  <a:pt x="2256568" y="2929223"/>
                </a:moveTo>
                <a:lnTo>
                  <a:pt x="2269236" y="2914936"/>
                </a:lnTo>
                <a:lnTo>
                  <a:pt x="2272760" y="2918079"/>
                </a:lnTo>
                <a:lnTo>
                  <a:pt x="2260092" y="2932367"/>
                </a:lnTo>
                <a:lnTo>
                  <a:pt x="2256568" y="2929223"/>
                </a:lnTo>
                <a:close/>
                <a:moveTo>
                  <a:pt x="2281904" y="2900744"/>
                </a:moveTo>
                <a:lnTo>
                  <a:pt x="2294573" y="2886456"/>
                </a:lnTo>
                <a:lnTo>
                  <a:pt x="2298097" y="2889599"/>
                </a:lnTo>
                <a:lnTo>
                  <a:pt x="2285429" y="2903887"/>
                </a:lnTo>
                <a:lnTo>
                  <a:pt x="2281904" y="2900744"/>
                </a:lnTo>
                <a:close/>
                <a:moveTo>
                  <a:pt x="2755678" y="2023110"/>
                </a:moveTo>
                <a:cubicBezTo>
                  <a:pt x="2749868" y="2023110"/>
                  <a:pt x="2745200" y="2027873"/>
                  <a:pt x="2745200" y="2033588"/>
                </a:cubicBezTo>
                <a:cubicBezTo>
                  <a:pt x="2745200" y="2039303"/>
                  <a:pt x="2749963" y="2044065"/>
                  <a:pt x="2755678" y="2044065"/>
                </a:cubicBezTo>
                <a:cubicBezTo>
                  <a:pt x="2761393" y="2044065"/>
                  <a:pt x="2766155" y="2039303"/>
                  <a:pt x="2766155" y="2033588"/>
                </a:cubicBezTo>
                <a:cubicBezTo>
                  <a:pt x="2766155" y="2027873"/>
                  <a:pt x="2761393" y="2023110"/>
                  <a:pt x="2755678" y="2023110"/>
                </a:cubicBezTo>
                <a:close/>
                <a:moveTo>
                  <a:pt x="2755678" y="2040255"/>
                </a:moveTo>
                <a:cubicBezTo>
                  <a:pt x="2752059" y="2040255"/>
                  <a:pt x="2749010" y="2037302"/>
                  <a:pt x="2749010" y="2033588"/>
                </a:cubicBezTo>
                <a:cubicBezTo>
                  <a:pt x="2749010" y="2029873"/>
                  <a:pt x="2751963" y="2026920"/>
                  <a:pt x="2755678" y="2026920"/>
                </a:cubicBezTo>
                <a:cubicBezTo>
                  <a:pt x="2759393" y="2026920"/>
                  <a:pt x="2762345" y="2029873"/>
                  <a:pt x="2762345" y="2033588"/>
                </a:cubicBezTo>
                <a:cubicBezTo>
                  <a:pt x="2762345" y="2037302"/>
                  <a:pt x="2759393" y="2040255"/>
                  <a:pt x="2755678" y="2040255"/>
                </a:cubicBezTo>
                <a:close/>
                <a:moveTo>
                  <a:pt x="2801303" y="2331434"/>
                </a:moveTo>
                <a:lnTo>
                  <a:pt x="2808446" y="2331434"/>
                </a:lnTo>
                <a:lnTo>
                  <a:pt x="2808446" y="2335911"/>
                </a:lnTo>
                <a:lnTo>
                  <a:pt x="2814923" y="2335911"/>
                </a:lnTo>
                <a:cubicBezTo>
                  <a:pt x="2818257" y="2335911"/>
                  <a:pt x="2820924" y="2338578"/>
                  <a:pt x="2820924" y="2341912"/>
                </a:cubicBezTo>
                <a:lnTo>
                  <a:pt x="2820924" y="2362010"/>
                </a:lnTo>
                <a:cubicBezTo>
                  <a:pt x="2820924" y="2365343"/>
                  <a:pt x="2818257" y="2368010"/>
                  <a:pt x="2814923" y="2368010"/>
                </a:cubicBezTo>
                <a:lnTo>
                  <a:pt x="2794826" y="2368010"/>
                </a:lnTo>
                <a:cubicBezTo>
                  <a:pt x="2791492" y="2368010"/>
                  <a:pt x="2788825" y="2365343"/>
                  <a:pt x="2788825" y="2362010"/>
                </a:cubicBezTo>
                <a:lnTo>
                  <a:pt x="2788825" y="2341912"/>
                </a:lnTo>
                <a:cubicBezTo>
                  <a:pt x="2788825" y="2338578"/>
                  <a:pt x="2791492" y="2335911"/>
                  <a:pt x="2794826" y="2335911"/>
                </a:cubicBezTo>
                <a:lnTo>
                  <a:pt x="2801303" y="2335911"/>
                </a:lnTo>
                <a:lnTo>
                  <a:pt x="2801303" y="2331434"/>
                </a:lnTo>
                <a:close/>
                <a:moveTo>
                  <a:pt x="2796921" y="2113217"/>
                </a:moveTo>
                <a:lnTo>
                  <a:pt x="2796921" y="2103596"/>
                </a:lnTo>
                <a:cubicBezTo>
                  <a:pt x="2796921" y="2101787"/>
                  <a:pt x="2798350" y="2100358"/>
                  <a:pt x="2800160" y="2100358"/>
                </a:cubicBezTo>
                <a:lnTo>
                  <a:pt x="2809780" y="2100358"/>
                </a:lnTo>
                <a:cubicBezTo>
                  <a:pt x="2811590" y="2100358"/>
                  <a:pt x="2813018" y="2101787"/>
                  <a:pt x="2813018" y="2103596"/>
                </a:cubicBezTo>
                <a:lnTo>
                  <a:pt x="2813018" y="2113217"/>
                </a:lnTo>
                <a:cubicBezTo>
                  <a:pt x="2813018" y="2114931"/>
                  <a:pt x="2811590" y="2116455"/>
                  <a:pt x="2809780" y="2116455"/>
                </a:cubicBezTo>
                <a:lnTo>
                  <a:pt x="2800160" y="2116455"/>
                </a:lnTo>
                <a:cubicBezTo>
                  <a:pt x="2798445" y="2116455"/>
                  <a:pt x="2796921" y="2115026"/>
                  <a:pt x="2796921" y="2113217"/>
                </a:cubicBezTo>
                <a:close/>
                <a:moveTo>
                  <a:pt x="2256282" y="3125629"/>
                </a:moveTo>
                <a:cubicBezTo>
                  <a:pt x="2259330" y="3127915"/>
                  <a:pt x="2263140" y="3128772"/>
                  <a:pt x="2266950" y="3128201"/>
                </a:cubicBezTo>
                <a:cubicBezTo>
                  <a:pt x="2270760" y="3127629"/>
                  <a:pt x="2274094" y="3125629"/>
                  <a:pt x="2276285" y="3122486"/>
                </a:cubicBezTo>
                <a:cubicBezTo>
                  <a:pt x="2280952" y="3116104"/>
                  <a:pt x="2279618" y="3107150"/>
                  <a:pt x="2273237" y="3102483"/>
                </a:cubicBezTo>
                <a:cubicBezTo>
                  <a:pt x="2270665" y="3100578"/>
                  <a:pt x="2267712" y="3099721"/>
                  <a:pt x="2264759" y="3099721"/>
                </a:cubicBezTo>
                <a:cubicBezTo>
                  <a:pt x="2260378" y="3099721"/>
                  <a:pt x="2255996" y="3101721"/>
                  <a:pt x="2253139" y="3105531"/>
                </a:cubicBezTo>
                <a:cubicBezTo>
                  <a:pt x="2248472" y="3111913"/>
                  <a:pt x="2249805" y="3120867"/>
                  <a:pt x="2256187" y="3125534"/>
                </a:cubicBezTo>
                <a:close/>
                <a:moveTo>
                  <a:pt x="2255330" y="3107150"/>
                </a:moveTo>
                <a:cubicBezTo>
                  <a:pt x="2259140" y="3102007"/>
                  <a:pt x="2266474" y="3100864"/>
                  <a:pt x="2271713" y="3104674"/>
                </a:cubicBezTo>
                <a:cubicBezTo>
                  <a:pt x="2274189" y="3106484"/>
                  <a:pt x="2275904" y="3109246"/>
                  <a:pt x="2276380" y="3112294"/>
                </a:cubicBezTo>
                <a:cubicBezTo>
                  <a:pt x="2276856" y="3115342"/>
                  <a:pt x="2276094" y="3118485"/>
                  <a:pt x="2274284" y="3120962"/>
                </a:cubicBezTo>
                <a:cubicBezTo>
                  <a:pt x="2272475" y="3123438"/>
                  <a:pt x="2269712" y="3125153"/>
                  <a:pt x="2266664" y="3125629"/>
                </a:cubicBezTo>
                <a:cubicBezTo>
                  <a:pt x="2266093" y="3125629"/>
                  <a:pt x="2265426" y="3125724"/>
                  <a:pt x="2264855" y="3125724"/>
                </a:cubicBezTo>
                <a:cubicBezTo>
                  <a:pt x="2262378" y="3125724"/>
                  <a:pt x="2259997" y="3124962"/>
                  <a:pt x="2257997" y="3123438"/>
                </a:cubicBezTo>
                <a:cubicBezTo>
                  <a:pt x="2252758" y="3119628"/>
                  <a:pt x="2251710" y="3112294"/>
                  <a:pt x="2255520" y="3107055"/>
                </a:cubicBezTo>
                <a:close/>
                <a:moveTo>
                  <a:pt x="2823305" y="2124456"/>
                </a:moveTo>
                <a:lnTo>
                  <a:pt x="2823305" y="2092452"/>
                </a:lnTo>
                <a:cubicBezTo>
                  <a:pt x="2823305" y="2091119"/>
                  <a:pt x="2822258" y="2090071"/>
                  <a:pt x="2820924" y="2090071"/>
                </a:cubicBezTo>
                <a:lnTo>
                  <a:pt x="2788920" y="2090071"/>
                </a:lnTo>
                <a:cubicBezTo>
                  <a:pt x="2787587" y="2090071"/>
                  <a:pt x="2786539" y="2091119"/>
                  <a:pt x="2786539" y="2092452"/>
                </a:cubicBezTo>
                <a:lnTo>
                  <a:pt x="2786539" y="2124456"/>
                </a:lnTo>
                <a:cubicBezTo>
                  <a:pt x="2786539" y="2125790"/>
                  <a:pt x="2787587" y="2126837"/>
                  <a:pt x="2788920" y="2126837"/>
                </a:cubicBezTo>
                <a:lnTo>
                  <a:pt x="2802541" y="2126837"/>
                </a:lnTo>
                <a:lnTo>
                  <a:pt x="2802541" y="2234089"/>
                </a:lnTo>
                <a:lnTo>
                  <a:pt x="2801398" y="2234089"/>
                </a:lnTo>
                <a:lnTo>
                  <a:pt x="2801398" y="2238851"/>
                </a:lnTo>
                <a:lnTo>
                  <a:pt x="2808542" y="2238851"/>
                </a:lnTo>
                <a:lnTo>
                  <a:pt x="2808542" y="2234089"/>
                </a:lnTo>
                <a:lnTo>
                  <a:pt x="2807399" y="2234089"/>
                </a:lnTo>
                <a:lnTo>
                  <a:pt x="2807399" y="2126837"/>
                </a:lnTo>
                <a:lnTo>
                  <a:pt x="2821019" y="2126837"/>
                </a:lnTo>
                <a:cubicBezTo>
                  <a:pt x="2822353" y="2126837"/>
                  <a:pt x="2823401" y="2125790"/>
                  <a:pt x="2823401" y="2124456"/>
                </a:cubicBezTo>
                <a:close/>
                <a:moveTo>
                  <a:pt x="2818543" y="2122075"/>
                </a:moveTo>
                <a:lnTo>
                  <a:pt x="2791301" y="2122075"/>
                </a:lnTo>
                <a:lnTo>
                  <a:pt x="2791301" y="2094833"/>
                </a:lnTo>
                <a:lnTo>
                  <a:pt x="2818543" y="2094833"/>
                </a:lnTo>
                <a:lnTo>
                  <a:pt x="2818543" y="2122075"/>
                </a:lnTo>
                <a:close/>
                <a:moveTo>
                  <a:pt x="2138363" y="3268313"/>
                </a:moveTo>
                <a:lnTo>
                  <a:pt x="2143125" y="3268313"/>
                </a:lnTo>
                <a:lnTo>
                  <a:pt x="2143125" y="3285363"/>
                </a:lnTo>
                <a:lnTo>
                  <a:pt x="2138363" y="3285363"/>
                </a:lnTo>
                <a:lnTo>
                  <a:pt x="2138363" y="3268313"/>
                </a:lnTo>
                <a:close/>
                <a:moveTo>
                  <a:pt x="2943701" y="3352991"/>
                </a:moveTo>
                <a:lnTo>
                  <a:pt x="2923413" y="3352991"/>
                </a:lnTo>
                <a:cubicBezTo>
                  <a:pt x="2920079" y="3352991"/>
                  <a:pt x="2917412" y="3355658"/>
                  <a:pt x="2917412" y="3358992"/>
                </a:cubicBezTo>
                <a:lnTo>
                  <a:pt x="2917412" y="3366611"/>
                </a:lnTo>
                <a:cubicBezTo>
                  <a:pt x="2917412" y="3369945"/>
                  <a:pt x="2920079" y="3372612"/>
                  <a:pt x="2923413" y="3372612"/>
                </a:cubicBezTo>
                <a:lnTo>
                  <a:pt x="2943701" y="3372612"/>
                </a:lnTo>
                <a:cubicBezTo>
                  <a:pt x="2947035" y="3372612"/>
                  <a:pt x="2949702" y="3369945"/>
                  <a:pt x="2949702" y="3366611"/>
                </a:cubicBezTo>
                <a:lnTo>
                  <a:pt x="2949702" y="3364421"/>
                </a:lnTo>
                <a:cubicBezTo>
                  <a:pt x="2953131" y="3364706"/>
                  <a:pt x="2962085" y="3364611"/>
                  <a:pt x="2987421" y="3364421"/>
                </a:cubicBezTo>
                <a:lnTo>
                  <a:pt x="3061240" y="3434239"/>
                </a:lnTo>
                <a:lnTo>
                  <a:pt x="3060954" y="3532918"/>
                </a:lnTo>
                <a:lnTo>
                  <a:pt x="3080099" y="3551301"/>
                </a:lnTo>
                <a:lnTo>
                  <a:pt x="3114770" y="3551301"/>
                </a:lnTo>
                <a:lnTo>
                  <a:pt x="3114770" y="3546538"/>
                </a:lnTo>
                <a:lnTo>
                  <a:pt x="3082004" y="3546538"/>
                </a:lnTo>
                <a:lnTo>
                  <a:pt x="3065717" y="3530918"/>
                </a:lnTo>
                <a:lnTo>
                  <a:pt x="3066002" y="3432238"/>
                </a:lnTo>
                <a:lnTo>
                  <a:pt x="2989326" y="3359658"/>
                </a:lnTo>
                <a:lnTo>
                  <a:pt x="2988374" y="3359658"/>
                </a:lnTo>
                <a:cubicBezTo>
                  <a:pt x="2974181" y="3359753"/>
                  <a:pt x="2952845" y="3359849"/>
                  <a:pt x="2949797" y="3359658"/>
                </a:cubicBezTo>
                <a:lnTo>
                  <a:pt x="2949797" y="3358896"/>
                </a:lnTo>
                <a:cubicBezTo>
                  <a:pt x="2949797" y="3355562"/>
                  <a:pt x="2947130" y="3352895"/>
                  <a:pt x="2943797" y="3352895"/>
                </a:cubicBezTo>
                <a:close/>
                <a:moveTo>
                  <a:pt x="2927033" y="3367945"/>
                </a:moveTo>
                <a:lnTo>
                  <a:pt x="2923413" y="3367945"/>
                </a:lnTo>
                <a:cubicBezTo>
                  <a:pt x="2922746" y="3367945"/>
                  <a:pt x="2922175" y="3367373"/>
                  <a:pt x="2922175" y="3366707"/>
                </a:cubicBezTo>
                <a:lnTo>
                  <a:pt x="2922175" y="3359087"/>
                </a:lnTo>
                <a:cubicBezTo>
                  <a:pt x="2922175" y="3358420"/>
                  <a:pt x="2922746" y="3357848"/>
                  <a:pt x="2923413" y="3357848"/>
                </a:cubicBezTo>
                <a:lnTo>
                  <a:pt x="2927033" y="3357848"/>
                </a:lnTo>
                <a:lnTo>
                  <a:pt x="2927033" y="3368040"/>
                </a:lnTo>
                <a:close/>
                <a:moveTo>
                  <a:pt x="2936748" y="3366421"/>
                </a:moveTo>
                <a:lnTo>
                  <a:pt x="2931795" y="3366421"/>
                </a:lnTo>
                <a:lnTo>
                  <a:pt x="2931795" y="3357753"/>
                </a:lnTo>
                <a:lnTo>
                  <a:pt x="2936748" y="3357753"/>
                </a:lnTo>
                <a:lnTo>
                  <a:pt x="2936748" y="3366421"/>
                </a:lnTo>
                <a:close/>
                <a:moveTo>
                  <a:pt x="2944940" y="3366611"/>
                </a:moveTo>
                <a:cubicBezTo>
                  <a:pt x="2944940" y="3367278"/>
                  <a:pt x="2944368" y="3367850"/>
                  <a:pt x="2943701" y="3367850"/>
                </a:cubicBezTo>
                <a:lnTo>
                  <a:pt x="2941511" y="3367850"/>
                </a:lnTo>
                <a:lnTo>
                  <a:pt x="2941511" y="3357658"/>
                </a:lnTo>
                <a:lnTo>
                  <a:pt x="2943701" y="3357658"/>
                </a:lnTo>
                <a:cubicBezTo>
                  <a:pt x="2944368" y="3357658"/>
                  <a:pt x="2944940" y="3358229"/>
                  <a:pt x="2944940" y="3358896"/>
                </a:cubicBezTo>
                <a:lnTo>
                  <a:pt x="2944940" y="3366516"/>
                </a:lnTo>
                <a:close/>
                <a:moveTo>
                  <a:pt x="2129885" y="3453955"/>
                </a:moveTo>
                <a:lnTo>
                  <a:pt x="2129885" y="3462052"/>
                </a:lnTo>
                <a:cubicBezTo>
                  <a:pt x="2129885" y="3465767"/>
                  <a:pt x="2132933" y="3468910"/>
                  <a:pt x="2136743" y="3468910"/>
                </a:cubicBezTo>
                <a:lnTo>
                  <a:pt x="2144840" y="3468910"/>
                </a:lnTo>
                <a:cubicBezTo>
                  <a:pt x="2148554" y="3468910"/>
                  <a:pt x="2151698" y="3465862"/>
                  <a:pt x="2151698" y="3462052"/>
                </a:cubicBezTo>
                <a:lnTo>
                  <a:pt x="2151698" y="3453955"/>
                </a:lnTo>
                <a:cubicBezTo>
                  <a:pt x="2151698" y="3450241"/>
                  <a:pt x="2148650" y="3447098"/>
                  <a:pt x="2144840" y="3447098"/>
                </a:cubicBezTo>
                <a:lnTo>
                  <a:pt x="2143220" y="3447098"/>
                </a:lnTo>
                <a:lnTo>
                  <a:pt x="2143220" y="3438906"/>
                </a:lnTo>
                <a:lnTo>
                  <a:pt x="2138458" y="3438906"/>
                </a:lnTo>
                <a:lnTo>
                  <a:pt x="2138458" y="3447098"/>
                </a:lnTo>
                <a:lnTo>
                  <a:pt x="2136743" y="3447098"/>
                </a:lnTo>
                <a:cubicBezTo>
                  <a:pt x="2133029" y="3447098"/>
                  <a:pt x="2129885" y="3450146"/>
                  <a:pt x="2129885" y="3453955"/>
                </a:cubicBezTo>
                <a:close/>
                <a:moveTo>
                  <a:pt x="2144744" y="3451955"/>
                </a:moveTo>
                <a:cubicBezTo>
                  <a:pt x="2145887" y="3451955"/>
                  <a:pt x="2146840" y="3452908"/>
                  <a:pt x="2146840" y="3454051"/>
                </a:cubicBezTo>
                <a:lnTo>
                  <a:pt x="2146840" y="3462147"/>
                </a:lnTo>
                <a:cubicBezTo>
                  <a:pt x="2146840" y="3463290"/>
                  <a:pt x="2145887" y="3464243"/>
                  <a:pt x="2144744" y="3464243"/>
                </a:cubicBezTo>
                <a:lnTo>
                  <a:pt x="2136648" y="3464243"/>
                </a:lnTo>
                <a:cubicBezTo>
                  <a:pt x="2135505" y="3464243"/>
                  <a:pt x="2134553" y="3463290"/>
                  <a:pt x="2134553" y="3462147"/>
                </a:cubicBezTo>
                <a:lnTo>
                  <a:pt x="2134553" y="3454051"/>
                </a:lnTo>
                <a:cubicBezTo>
                  <a:pt x="2134553" y="3452908"/>
                  <a:pt x="2135505" y="3451955"/>
                  <a:pt x="2136648" y="3451955"/>
                </a:cubicBezTo>
                <a:lnTo>
                  <a:pt x="2144744" y="3451955"/>
                </a:lnTo>
                <a:close/>
                <a:moveTo>
                  <a:pt x="2327815" y="2935986"/>
                </a:moveTo>
                <a:lnTo>
                  <a:pt x="2324291" y="2932843"/>
                </a:lnTo>
                <a:lnTo>
                  <a:pt x="2336959" y="2918651"/>
                </a:lnTo>
                <a:lnTo>
                  <a:pt x="2340483" y="2921794"/>
                </a:lnTo>
                <a:lnTo>
                  <a:pt x="2327815" y="2935986"/>
                </a:lnTo>
                <a:close/>
                <a:moveTo>
                  <a:pt x="2682430" y="1823371"/>
                </a:moveTo>
                <a:lnTo>
                  <a:pt x="2743391" y="1823371"/>
                </a:lnTo>
                <a:cubicBezTo>
                  <a:pt x="2744915" y="1828705"/>
                  <a:pt x="2749868" y="1832705"/>
                  <a:pt x="2755773" y="1832705"/>
                </a:cubicBezTo>
                <a:cubicBezTo>
                  <a:pt x="2762917" y="1832705"/>
                  <a:pt x="2768632" y="1826895"/>
                  <a:pt x="2768632" y="1819847"/>
                </a:cubicBezTo>
                <a:cubicBezTo>
                  <a:pt x="2768632" y="1812798"/>
                  <a:pt x="2762822" y="1806988"/>
                  <a:pt x="2755773" y="1806988"/>
                </a:cubicBezTo>
                <a:cubicBezTo>
                  <a:pt x="2749868" y="1806988"/>
                  <a:pt x="2745010" y="1810988"/>
                  <a:pt x="2743391" y="1816322"/>
                </a:cubicBezTo>
                <a:lnTo>
                  <a:pt x="2679763" y="1816322"/>
                </a:lnTo>
                <a:lnTo>
                  <a:pt x="2601468" y="1884331"/>
                </a:lnTo>
                <a:lnTo>
                  <a:pt x="2601468" y="1977581"/>
                </a:lnTo>
                <a:lnTo>
                  <a:pt x="2598896" y="1977581"/>
                </a:lnTo>
                <a:cubicBezTo>
                  <a:pt x="2593467" y="1977581"/>
                  <a:pt x="2589086" y="1981962"/>
                  <a:pt x="2589086" y="1987391"/>
                </a:cubicBezTo>
                <a:lnTo>
                  <a:pt x="2589086" y="2026063"/>
                </a:lnTo>
                <a:cubicBezTo>
                  <a:pt x="2589086" y="2031492"/>
                  <a:pt x="2593467" y="2035874"/>
                  <a:pt x="2598896" y="2035874"/>
                </a:cubicBezTo>
                <a:lnTo>
                  <a:pt x="2602706" y="2035874"/>
                </a:lnTo>
                <a:lnTo>
                  <a:pt x="2602706" y="2227517"/>
                </a:lnTo>
                <a:lnTo>
                  <a:pt x="2619756" y="2248091"/>
                </a:lnTo>
                <a:lnTo>
                  <a:pt x="2619756" y="2330101"/>
                </a:lnTo>
                <a:cubicBezTo>
                  <a:pt x="2612898" y="2331911"/>
                  <a:pt x="2608136" y="2338483"/>
                  <a:pt x="2608993" y="2345722"/>
                </a:cubicBezTo>
                <a:cubicBezTo>
                  <a:pt x="2609469" y="2349532"/>
                  <a:pt x="2611374" y="2352961"/>
                  <a:pt x="2614422" y="2355342"/>
                </a:cubicBezTo>
                <a:cubicBezTo>
                  <a:pt x="2616994" y="2357342"/>
                  <a:pt x="2620137" y="2358390"/>
                  <a:pt x="2623280" y="2358390"/>
                </a:cubicBezTo>
                <a:cubicBezTo>
                  <a:pt x="2623852" y="2358390"/>
                  <a:pt x="2624423" y="2358390"/>
                  <a:pt x="2624995" y="2358295"/>
                </a:cubicBezTo>
                <a:cubicBezTo>
                  <a:pt x="2628805" y="2357819"/>
                  <a:pt x="2632234" y="2355914"/>
                  <a:pt x="2634615" y="2352866"/>
                </a:cubicBezTo>
                <a:cubicBezTo>
                  <a:pt x="2636996" y="2349818"/>
                  <a:pt x="2638044" y="2346008"/>
                  <a:pt x="2637568" y="2342198"/>
                </a:cubicBezTo>
                <a:cubicBezTo>
                  <a:pt x="2637092" y="2338388"/>
                  <a:pt x="2635187" y="2334959"/>
                  <a:pt x="2632138" y="2332577"/>
                </a:cubicBezTo>
                <a:cubicBezTo>
                  <a:pt x="2629853" y="2330768"/>
                  <a:pt x="2627186" y="2329720"/>
                  <a:pt x="2624423" y="2329529"/>
                </a:cubicBezTo>
                <a:lnTo>
                  <a:pt x="2624423" y="2246281"/>
                </a:lnTo>
                <a:lnTo>
                  <a:pt x="2607374" y="2225707"/>
                </a:lnTo>
                <a:lnTo>
                  <a:pt x="2607374" y="2035778"/>
                </a:lnTo>
                <a:lnTo>
                  <a:pt x="2611184" y="2035778"/>
                </a:lnTo>
                <a:cubicBezTo>
                  <a:pt x="2616613" y="2035778"/>
                  <a:pt x="2620994" y="2031397"/>
                  <a:pt x="2620994" y="2025968"/>
                </a:cubicBezTo>
                <a:lnTo>
                  <a:pt x="2620994" y="1987296"/>
                </a:lnTo>
                <a:cubicBezTo>
                  <a:pt x="2620994" y="1981867"/>
                  <a:pt x="2616613" y="1977485"/>
                  <a:pt x="2611184" y="1977485"/>
                </a:cubicBezTo>
                <a:lnTo>
                  <a:pt x="2608612" y="1977485"/>
                </a:lnTo>
                <a:lnTo>
                  <a:pt x="2608612" y="1887474"/>
                </a:lnTo>
                <a:lnTo>
                  <a:pt x="2682430" y="1823371"/>
                </a:lnTo>
                <a:close/>
                <a:moveTo>
                  <a:pt x="2747582" y="1819847"/>
                </a:moveTo>
                <a:cubicBezTo>
                  <a:pt x="2747582" y="1815370"/>
                  <a:pt x="2751201" y="1811750"/>
                  <a:pt x="2755678" y="1811750"/>
                </a:cubicBezTo>
                <a:cubicBezTo>
                  <a:pt x="2760155" y="1811750"/>
                  <a:pt x="2763774" y="1815370"/>
                  <a:pt x="2763774" y="1819847"/>
                </a:cubicBezTo>
                <a:cubicBezTo>
                  <a:pt x="2763774" y="1824323"/>
                  <a:pt x="2760155" y="1827943"/>
                  <a:pt x="2755678" y="1827943"/>
                </a:cubicBezTo>
                <a:cubicBezTo>
                  <a:pt x="2751201" y="1827943"/>
                  <a:pt x="2747582" y="1824323"/>
                  <a:pt x="2747582" y="1819847"/>
                </a:cubicBezTo>
                <a:lnTo>
                  <a:pt x="2747582" y="1819847"/>
                </a:lnTo>
                <a:close/>
                <a:moveTo>
                  <a:pt x="2623185" y="2334292"/>
                </a:moveTo>
                <a:cubicBezTo>
                  <a:pt x="2625376" y="2334292"/>
                  <a:pt x="2627471" y="2335054"/>
                  <a:pt x="2629186" y="2336387"/>
                </a:cubicBezTo>
                <a:cubicBezTo>
                  <a:pt x="2631186" y="2338007"/>
                  <a:pt x="2632520" y="2340293"/>
                  <a:pt x="2632805" y="2342864"/>
                </a:cubicBezTo>
                <a:cubicBezTo>
                  <a:pt x="2633091" y="2345436"/>
                  <a:pt x="2632424" y="2348008"/>
                  <a:pt x="2630805" y="2350008"/>
                </a:cubicBezTo>
                <a:cubicBezTo>
                  <a:pt x="2629186" y="2352008"/>
                  <a:pt x="2626900" y="2353342"/>
                  <a:pt x="2624328" y="2353628"/>
                </a:cubicBezTo>
                <a:cubicBezTo>
                  <a:pt x="2618994" y="2354199"/>
                  <a:pt x="2614232" y="2350484"/>
                  <a:pt x="2613565" y="2345150"/>
                </a:cubicBezTo>
                <a:cubicBezTo>
                  <a:pt x="2612898" y="2339816"/>
                  <a:pt x="2616708" y="2335054"/>
                  <a:pt x="2622042" y="2334387"/>
                </a:cubicBezTo>
                <a:cubicBezTo>
                  <a:pt x="2622423" y="2334387"/>
                  <a:pt x="2622804" y="2334387"/>
                  <a:pt x="2623185" y="2334387"/>
                </a:cubicBezTo>
                <a:close/>
                <a:moveTo>
                  <a:pt x="2616137" y="2025968"/>
                </a:moveTo>
                <a:cubicBezTo>
                  <a:pt x="2616137" y="2028730"/>
                  <a:pt x="2613851" y="2031016"/>
                  <a:pt x="2611088" y="2031016"/>
                </a:cubicBezTo>
                <a:lnTo>
                  <a:pt x="2598706" y="2031016"/>
                </a:lnTo>
                <a:cubicBezTo>
                  <a:pt x="2595944" y="2031016"/>
                  <a:pt x="2593658" y="2028730"/>
                  <a:pt x="2593658" y="2025968"/>
                </a:cubicBezTo>
                <a:lnTo>
                  <a:pt x="2593658" y="2024634"/>
                </a:lnTo>
                <a:lnTo>
                  <a:pt x="2616042" y="2024634"/>
                </a:lnTo>
                <a:lnTo>
                  <a:pt x="2616042" y="2025968"/>
                </a:lnTo>
                <a:close/>
                <a:moveTo>
                  <a:pt x="2616137" y="2018728"/>
                </a:moveTo>
                <a:lnTo>
                  <a:pt x="2593753" y="2018728"/>
                </a:lnTo>
                <a:lnTo>
                  <a:pt x="2593753" y="2000250"/>
                </a:lnTo>
                <a:lnTo>
                  <a:pt x="2616137" y="2000250"/>
                </a:lnTo>
                <a:lnTo>
                  <a:pt x="2616137" y="2018728"/>
                </a:lnTo>
                <a:close/>
                <a:moveTo>
                  <a:pt x="2616137" y="1997297"/>
                </a:moveTo>
                <a:lnTo>
                  <a:pt x="2593753" y="1997297"/>
                </a:lnTo>
                <a:lnTo>
                  <a:pt x="2593753" y="1992059"/>
                </a:lnTo>
                <a:lnTo>
                  <a:pt x="2616137" y="1992059"/>
                </a:lnTo>
                <a:lnTo>
                  <a:pt x="2616137" y="1997297"/>
                </a:lnTo>
                <a:close/>
                <a:moveTo>
                  <a:pt x="2611184" y="1982248"/>
                </a:moveTo>
                <a:cubicBezTo>
                  <a:pt x="2613946" y="1982248"/>
                  <a:pt x="2616232" y="1984534"/>
                  <a:pt x="2616232" y="1987296"/>
                </a:cubicBezTo>
                <a:lnTo>
                  <a:pt x="2616232" y="1987487"/>
                </a:lnTo>
                <a:lnTo>
                  <a:pt x="2593848" y="1987487"/>
                </a:lnTo>
                <a:lnTo>
                  <a:pt x="2593848" y="1987296"/>
                </a:lnTo>
                <a:cubicBezTo>
                  <a:pt x="2593848" y="1984534"/>
                  <a:pt x="2596134" y="1982248"/>
                  <a:pt x="2598896" y="1982248"/>
                </a:cubicBezTo>
                <a:lnTo>
                  <a:pt x="2611279" y="1982248"/>
                </a:lnTo>
                <a:close/>
                <a:moveTo>
                  <a:pt x="2138363" y="3302508"/>
                </a:moveTo>
                <a:lnTo>
                  <a:pt x="2143125" y="3302508"/>
                </a:lnTo>
                <a:lnTo>
                  <a:pt x="2143125" y="3319558"/>
                </a:lnTo>
                <a:lnTo>
                  <a:pt x="2138363" y="3319558"/>
                </a:lnTo>
                <a:lnTo>
                  <a:pt x="2138363" y="3302508"/>
                </a:lnTo>
                <a:close/>
                <a:moveTo>
                  <a:pt x="2801303" y="2314670"/>
                </a:moveTo>
                <a:lnTo>
                  <a:pt x="2808446" y="2314670"/>
                </a:lnTo>
                <a:lnTo>
                  <a:pt x="2808446" y="2323052"/>
                </a:lnTo>
                <a:lnTo>
                  <a:pt x="2801303" y="2323052"/>
                </a:lnTo>
                <a:lnTo>
                  <a:pt x="2801303" y="2314670"/>
                </a:lnTo>
                <a:close/>
                <a:moveTo>
                  <a:pt x="3091720" y="3274600"/>
                </a:moveTo>
                <a:cubicBezTo>
                  <a:pt x="3090005" y="3271742"/>
                  <a:pt x="3087243" y="3269742"/>
                  <a:pt x="3083909" y="3268980"/>
                </a:cubicBezTo>
                <a:cubicBezTo>
                  <a:pt x="3077147" y="3267361"/>
                  <a:pt x="3070384" y="3271552"/>
                  <a:pt x="3068765" y="3278219"/>
                </a:cubicBezTo>
                <a:cubicBezTo>
                  <a:pt x="3068003" y="3281458"/>
                  <a:pt x="3068479" y="3284887"/>
                  <a:pt x="3070288" y="3287744"/>
                </a:cubicBezTo>
                <a:cubicBezTo>
                  <a:pt x="3072003" y="3290602"/>
                  <a:pt x="3074765" y="3292602"/>
                  <a:pt x="3078099" y="3293364"/>
                </a:cubicBezTo>
                <a:cubicBezTo>
                  <a:pt x="3079052" y="3293555"/>
                  <a:pt x="3080099" y="3293745"/>
                  <a:pt x="3081052" y="3293745"/>
                </a:cubicBezTo>
                <a:cubicBezTo>
                  <a:pt x="3084481" y="3293745"/>
                  <a:pt x="3087624" y="3292221"/>
                  <a:pt x="3090005" y="3289745"/>
                </a:cubicBezTo>
                <a:lnTo>
                  <a:pt x="3114770" y="3311367"/>
                </a:lnTo>
                <a:lnTo>
                  <a:pt x="3114770" y="3305080"/>
                </a:lnTo>
                <a:lnTo>
                  <a:pt x="3092577" y="3285649"/>
                </a:lnTo>
                <a:cubicBezTo>
                  <a:pt x="3092768" y="3285077"/>
                  <a:pt x="3093149" y="3284696"/>
                  <a:pt x="3093244" y="3284030"/>
                </a:cubicBezTo>
                <a:cubicBezTo>
                  <a:pt x="3094006" y="3280791"/>
                  <a:pt x="3093530" y="3277362"/>
                  <a:pt x="3091720" y="3274505"/>
                </a:cubicBezTo>
                <a:close/>
                <a:moveTo>
                  <a:pt x="3088672" y="3282982"/>
                </a:moveTo>
                <a:cubicBezTo>
                  <a:pt x="3087624" y="3287173"/>
                  <a:pt x="3083433" y="3289745"/>
                  <a:pt x="3079242" y="3288697"/>
                </a:cubicBezTo>
                <a:cubicBezTo>
                  <a:pt x="3077242" y="3288221"/>
                  <a:pt x="3075527" y="3286982"/>
                  <a:pt x="3074384" y="3285173"/>
                </a:cubicBezTo>
                <a:cubicBezTo>
                  <a:pt x="3073337" y="3283363"/>
                  <a:pt x="3072955" y="3281267"/>
                  <a:pt x="3073432" y="3279267"/>
                </a:cubicBezTo>
                <a:cubicBezTo>
                  <a:pt x="3074289" y="3275648"/>
                  <a:pt x="3077528" y="3273267"/>
                  <a:pt x="3081052" y="3273267"/>
                </a:cubicBezTo>
                <a:cubicBezTo>
                  <a:pt x="3081623" y="3273267"/>
                  <a:pt x="3082290" y="3273267"/>
                  <a:pt x="3082862" y="3273457"/>
                </a:cubicBezTo>
                <a:cubicBezTo>
                  <a:pt x="3084862" y="3273933"/>
                  <a:pt x="3086576" y="3275171"/>
                  <a:pt x="3087719" y="3276981"/>
                </a:cubicBezTo>
                <a:cubicBezTo>
                  <a:pt x="3088767" y="3278791"/>
                  <a:pt x="3089148" y="3280886"/>
                  <a:pt x="3088672" y="3282887"/>
                </a:cubicBezTo>
                <a:close/>
                <a:moveTo>
                  <a:pt x="2340102" y="2842355"/>
                </a:moveTo>
                <a:lnTo>
                  <a:pt x="2336102" y="2846927"/>
                </a:lnTo>
                <a:lnTo>
                  <a:pt x="2332577" y="2843784"/>
                </a:lnTo>
                <a:lnTo>
                  <a:pt x="2338007" y="2837688"/>
                </a:lnTo>
                <a:lnTo>
                  <a:pt x="2350961" y="2837688"/>
                </a:lnTo>
                <a:lnTo>
                  <a:pt x="2350961" y="2842451"/>
                </a:lnTo>
                <a:lnTo>
                  <a:pt x="2340102" y="2842451"/>
                </a:lnTo>
                <a:close/>
                <a:moveTo>
                  <a:pt x="2679573" y="2155222"/>
                </a:moveTo>
                <a:lnTo>
                  <a:pt x="2702052" y="2180558"/>
                </a:lnTo>
                <a:lnTo>
                  <a:pt x="2702052" y="2261521"/>
                </a:lnTo>
                <a:cubicBezTo>
                  <a:pt x="2696718" y="2263045"/>
                  <a:pt x="2692718" y="2267998"/>
                  <a:pt x="2692718" y="2273903"/>
                </a:cubicBezTo>
                <a:cubicBezTo>
                  <a:pt x="2692718" y="2281047"/>
                  <a:pt x="2698528" y="2286762"/>
                  <a:pt x="2705576" y="2286762"/>
                </a:cubicBezTo>
                <a:cubicBezTo>
                  <a:pt x="2712625" y="2286762"/>
                  <a:pt x="2718435" y="2280952"/>
                  <a:pt x="2718435" y="2273903"/>
                </a:cubicBezTo>
                <a:cubicBezTo>
                  <a:pt x="2718435" y="2267998"/>
                  <a:pt x="2714435" y="2263140"/>
                  <a:pt x="2709101" y="2261521"/>
                </a:cubicBezTo>
                <a:lnTo>
                  <a:pt x="2709101" y="2177891"/>
                </a:lnTo>
                <a:lnTo>
                  <a:pt x="2686622" y="2152555"/>
                </a:lnTo>
                <a:lnTo>
                  <a:pt x="2686622" y="2035112"/>
                </a:lnTo>
                <a:lnTo>
                  <a:pt x="2697385" y="2024158"/>
                </a:lnTo>
                <a:cubicBezTo>
                  <a:pt x="2699480" y="2025587"/>
                  <a:pt x="2701957" y="2026349"/>
                  <a:pt x="2704529" y="2026349"/>
                </a:cubicBezTo>
                <a:cubicBezTo>
                  <a:pt x="2711672" y="2026349"/>
                  <a:pt x="2717387" y="2020538"/>
                  <a:pt x="2717387" y="2013490"/>
                </a:cubicBezTo>
                <a:cubicBezTo>
                  <a:pt x="2717387" y="2006441"/>
                  <a:pt x="2711577" y="2000631"/>
                  <a:pt x="2704529" y="2000631"/>
                </a:cubicBezTo>
                <a:cubicBezTo>
                  <a:pt x="2697480" y="2000631"/>
                  <a:pt x="2691670" y="2006441"/>
                  <a:pt x="2691670" y="2013490"/>
                </a:cubicBezTo>
                <a:cubicBezTo>
                  <a:pt x="2691670" y="2015300"/>
                  <a:pt x="2692051" y="2017109"/>
                  <a:pt x="2692813" y="2018728"/>
                </a:cubicBezTo>
                <a:lnTo>
                  <a:pt x="2679478" y="2032349"/>
                </a:lnTo>
                <a:lnTo>
                  <a:pt x="2679478" y="2155412"/>
                </a:lnTo>
                <a:close/>
                <a:moveTo>
                  <a:pt x="2713768" y="2273903"/>
                </a:moveTo>
                <a:cubicBezTo>
                  <a:pt x="2713768" y="2278380"/>
                  <a:pt x="2710148" y="2282000"/>
                  <a:pt x="2705672" y="2282000"/>
                </a:cubicBezTo>
                <a:cubicBezTo>
                  <a:pt x="2701195" y="2282000"/>
                  <a:pt x="2697575" y="2278380"/>
                  <a:pt x="2697575" y="2273903"/>
                </a:cubicBezTo>
                <a:cubicBezTo>
                  <a:pt x="2697575" y="2269427"/>
                  <a:pt x="2701195" y="2265807"/>
                  <a:pt x="2705672" y="2265807"/>
                </a:cubicBezTo>
                <a:cubicBezTo>
                  <a:pt x="2710148" y="2265807"/>
                  <a:pt x="2713768" y="2269427"/>
                  <a:pt x="2713768" y="2273903"/>
                </a:cubicBezTo>
                <a:close/>
                <a:moveTo>
                  <a:pt x="2704719" y="2005298"/>
                </a:moveTo>
                <a:cubicBezTo>
                  <a:pt x="2709196" y="2005298"/>
                  <a:pt x="2712815" y="2008918"/>
                  <a:pt x="2712815" y="2013395"/>
                </a:cubicBezTo>
                <a:cubicBezTo>
                  <a:pt x="2712815" y="2017871"/>
                  <a:pt x="2709196" y="2021491"/>
                  <a:pt x="2704719" y="2021491"/>
                </a:cubicBezTo>
                <a:cubicBezTo>
                  <a:pt x="2700242" y="2021491"/>
                  <a:pt x="2696623" y="2017871"/>
                  <a:pt x="2696623" y="2013395"/>
                </a:cubicBezTo>
                <a:cubicBezTo>
                  <a:pt x="2696623" y="2008918"/>
                  <a:pt x="2700242" y="2005298"/>
                  <a:pt x="2704719" y="2005298"/>
                </a:cubicBezTo>
                <a:close/>
                <a:moveTo>
                  <a:pt x="2147792" y="3228023"/>
                </a:moveTo>
                <a:cubicBezTo>
                  <a:pt x="2147792" y="3231928"/>
                  <a:pt x="2144649" y="3235071"/>
                  <a:pt x="2140744" y="3235071"/>
                </a:cubicBezTo>
                <a:cubicBezTo>
                  <a:pt x="2136839" y="3235071"/>
                  <a:pt x="2133695" y="3231928"/>
                  <a:pt x="2133695" y="3228023"/>
                </a:cubicBezTo>
                <a:cubicBezTo>
                  <a:pt x="2133695" y="3224117"/>
                  <a:pt x="2136839" y="3220974"/>
                  <a:pt x="2140744" y="3220974"/>
                </a:cubicBezTo>
                <a:cubicBezTo>
                  <a:pt x="2144649" y="3220974"/>
                  <a:pt x="2147792" y="3224117"/>
                  <a:pt x="2147792" y="3228023"/>
                </a:cubicBezTo>
                <a:close/>
                <a:moveTo>
                  <a:pt x="2341150" y="3081147"/>
                </a:moveTo>
                <a:lnTo>
                  <a:pt x="2350294" y="3072003"/>
                </a:lnTo>
                <a:cubicBezTo>
                  <a:pt x="2350770" y="3071527"/>
                  <a:pt x="2351151" y="3070955"/>
                  <a:pt x="2351437" y="3070288"/>
                </a:cubicBezTo>
                <a:lnTo>
                  <a:pt x="2448878" y="3070765"/>
                </a:lnTo>
                <a:lnTo>
                  <a:pt x="2449925" y="3070765"/>
                </a:lnTo>
                <a:cubicBezTo>
                  <a:pt x="2449925" y="3070765"/>
                  <a:pt x="2489073" y="3030760"/>
                  <a:pt x="2489073" y="3030760"/>
                </a:cubicBezTo>
                <a:lnTo>
                  <a:pt x="2547461" y="3031141"/>
                </a:lnTo>
                <a:cubicBezTo>
                  <a:pt x="2548128" y="3033713"/>
                  <a:pt x="2549652" y="3035903"/>
                  <a:pt x="2551938" y="3037427"/>
                </a:cubicBezTo>
                <a:cubicBezTo>
                  <a:pt x="2553653" y="3038475"/>
                  <a:pt x="2555653" y="3039047"/>
                  <a:pt x="2557653" y="3039047"/>
                </a:cubicBezTo>
                <a:cubicBezTo>
                  <a:pt x="2558415" y="3039047"/>
                  <a:pt x="2559177" y="3039047"/>
                  <a:pt x="2560034" y="3038761"/>
                </a:cubicBezTo>
                <a:cubicBezTo>
                  <a:pt x="2565749" y="3037523"/>
                  <a:pt x="2569369" y="3031808"/>
                  <a:pt x="2568130" y="3026093"/>
                </a:cubicBezTo>
                <a:cubicBezTo>
                  <a:pt x="2567464" y="3023330"/>
                  <a:pt x="2565845" y="3020949"/>
                  <a:pt x="2563463" y="3019425"/>
                </a:cubicBezTo>
                <a:cubicBezTo>
                  <a:pt x="2561082" y="3017901"/>
                  <a:pt x="2558225" y="3017425"/>
                  <a:pt x="2555462" y="3017996"/>
                </a:cubicBezTo>
                <a:cubicBezTo>
                  <a:pt x="2552700" y="3018568"/>
                  <a:pt x="2550319" y="3020282"/>
                  <a:pt x="2548795" y="3022663"/>
                </a:cubicBezTo>
                <a:cubicBezTo>
                  <a:pt x="2548033" y="3023807"/>
                  <a:pt x="2547652" y="3025045"/>
                  <a:pt x="2547366" y="3026283"/>
                </a:cubicBezTo>
                <a:lnTo>
                  <a:pt x="2487263" y="3025902"/>
                </a:lnTo>
                <a:lnTo>
                  <a:pt x="2448116" y="3066002"/>
                </a:lnTo>
                <a:lnTo>
                  <a:pt x="2350961" y="3065526"/>
                </a:lnTo>
                <a:cubicBezTo>
                  <a:pt x="2350961" y="3065526"/>
                  <a:pt x="2350675" y="3065050"/>
                  <a:pt x="2350484" y="3064859"/>
                </a:cubicBezTo>
                <a:lnTo>
                  <a:pt x="2341340" y="3055715"/>
                </a:lnTo>
                <a:cubicBezTo>
                  <a:pt x="2339340" y="3053715"/>
                  <a:pt x="2336102" y="3053715"/>
                  <a:pt x="2334197" y="3055715"/>
                </a:cubicBezTo>
                <a:lnTo>
                  <a:pt x="2325053" y="3064859"/>
                </a:lnTo>
                <a:cubicBezTo>
                  <a:pt x="2324100" y="3065812"/>
                  <a:pt x="2323529" y="3067050"/>
                  <a:pt x="2323529" y="3068479"/>
                </a:cubicBezTo>
                <a:cubicBezTo>
                  <a:pt x="2323529" y="3069908"/>
                  <a:pt x="2324100" y="3071146"/>
                  <a:pt x="2325053" y="3072098"/>
                </a:cubicBezTo>
                <a:lnTo>
                  <a:pt x="2334197" y="3081242"/>
                </a:lnTo>
                <a:cubicBezTo>
                  <a:pt x="2335149" y="3082195"/>
                  <a:pt x="2336483" y="3082767"/>
                  <a:pt x="2337816" y="3082767"/>
                </a:cubicBezTo>
                <a:cubicBezTo>
                  <a:pt x="2339150" y="3082767"/>
                  <a:pt x="2340388" y="3082290"/>
                  <a:pt x="2341436" y="3081242"/>
                </a:cubicBezTo>
                <a:close/>
                <a:moveTo>
                  <a:pt x="2552605" y="3025235"/>
                </a:moveTo>
                <a:cubicBezTo>
                  <a:pt x="2553462" y="3023902"/>
                  <a:pt x="2554700" y="3023045"/>
                  <a:pt x="2556224" y="3022663"/>
                </a:cubicBezTo>
                <a:cubicBezTo>
                  <a:pt x="2556701" y="3022568"/>
                  <a:pt x="2557082" y="3022473"/>
                  <a:pt x="2557558" y="3022473"/>
                </a:cubicBezTo>
                <a:cubicBezTo>
                  <a:pt x="2558701" y="3022473"/>
                  <a:pt x="2559749" y="3022759"/>
                  <a:pt x="2560701" y="3023426"/>
                </a:cubicBezTo>
                <a:cubicBezTo>
                  <a:pt x="2562035" y="3024283"/>
                  <a:pt x="2562892" y="3025617"/>
                  <a:pt x="2563273" y="3027140"/>
                </a:cubicBezTo>
                <a:cubicBezTo>
                  <a:pt x="2563940" y="3030284"/>
                  <a:pt x="2561939" y="3033427"/>
                  <a:pt x="2558796" y="3034094"/>
                </a:cubicBezTo>
                <a:cubicBezTo>
                  <a:pt x="2557272" y="3034475"/>
                  <a:pt x="2555653" y="3034094"/>
                  <a:pt x="2554415" y="3033332"/>
                </a:cubicBezTo>
                <a:cubicBezTo>
                  <a:pt x="2553081" y="3032474"/>
                  <a:pt x="2552224" y="3031236"/>
                  <a:pt x="2551843" y="3029712"/>
                </a:cubicBezTo>
                <a:cubicBezTo>
                  <a:pt x="2551462" y="3028188"/>
                  <a:pt x="2551843" y="3026569"/>
                  <a:pt x="2552605" y="3025330"/>
                </a:cubicBezTo>
                <a:close/>
                <a:moveTo>
                  <a:pt x="2328196" y="3068193"/>
                </a:moveTo>
                <a:lnTo>
                  <a:pt x="2337816" y="3059049"/>
                </a:lnTo>
                <a:lnTo>
                  <a:pt x="2346960" y="3068193"/>
                </a:lnTo>
                <a:cubicBezTo>
                  <a:pt x="2346960" y="3068193"/>
                  <a:pt x="2347055" y="3068479"/>
                  <a:pt x="2346960" y="3068669"/>
                </a:cubicBezTo>
                <a:lnTo>
                  <a:pt x="2337340" y="3077813"/>
                </a:lnTo>
                <a:lnTo>
                  <a:pt x="2328196" y="3068193"/>
                </a:lnTo>
                <a:close/>
                <a:moveTo>
                  <a:pt x="2349627" y="2904363"/>
                </a:moveTo>
                <a:lnTo>
                  <a:pt x="2362295" y="2890171"/>
                </a:lnTo>
                <a:lnTo>
                  <a:pt x="2365820" y="2893314"/>
                </a:lnTo>
                <a:lnTo>
                  <a:pt x="2353151" y="2907506"/>
                </a:lnTo>
                <a:lnTo>
                  <a:pt x="2349627" y="2904363"/>
                </a:lnTo>
                <a:close/>
                <a:moveTo>
                  <a:pt x="1968627" y="2501170"/>
                </a:moveTo>
                <a:lnTo>
                  <a:pt x="1968627" y="2491454"/>
                </a:lnTo>
                <a:cubicBezTo>
                  <a:pt x="1968627" y="2489930"/>
                  <a:pt x="1969865" y="2488787"/>
                  <a:pt x="1971294" y="2488787"/>
                </a:cubicBezTo>
                <a:lnTo>
                  <a:pt x="1981010" y="2488787"/>
                </a:lnTo>
                <a:cubicBezTo>
                  <a:pt x="1982534" y="2488787"/>
                  <a:pt x="1983677" y="2490026"/>
                  <a:pt x="1983677" y="2491454"/>
                </a:cubicBezTo>
                <a:lnTo>
                  <a:pt x="1983677" y="2501170"/>
                </a:lnTo>
                <a:cubicBezTo>
                  <a:pt x="1983677" y="2502694"/>
                  <a:pt x="1982438" y="2503837"/>
                  <a:pt x="1981010" y="2503837"/>
                </a:cubicBezTo>
                <a:lnTo>
                  <a:pt x="1971294" y="2503837"/>
                </a:lnTo>
                <a:cubicBezTo>
                  <a:pt x="1969770" y="2503837"/>
                  <a:pt x="1968627" y="2502599"/>
                  <a:pt x="1968627" y="2501170"/>
                </a:cubicBezTo>
                <a:close/>
                <a:moveTo>
                  <a:pt x="2189798" y="2418683"/>
                </a:moveTo>
                <a:lnTo>
                  <a:pt x="2177034" y="2406587"/>
                </a:lnTo>
                <a:lnTo>
                  <a:pt x="2180273" y="2403158"/>
                </a:lnTo>
                <a:lnTo>
                  <a:pt x="2193036" y="2415254"/>
                </a:lnTo>
                <a:lnTo>
                  <a:pt x="2189798" y="2418683"/>
                </a:lnTo>
                <a:close/>
                <a:moveTo>
                  <a:pt x="3096197" y="950500"/>
                </a:moveTo>
                <a:lnTo>
                  <a:pt x="3070098" y="950500"/>
                </a:lnTo>
                <a:cubicBezTo>
                  <a:pt x="3066384" y="950500"/>
                  <a:pt x="3063430" y="953548"/>
                  <a:pt x="3063430" y="957167"/>
                </a:cubicBezTo>
                <a:lnTo>
                  <a:pt x="3063430" y="965549"/>
                </a:lnTo>
                <a:cubicBezTo>
                  <a:pt x="3063430" y="969264"/>
                  <a:pt x="3066384" y="972217"/>
                  <a:pt x="3070098" y="972217"/>
                </a:cubicBezTo>
                <a:lnTo>
                  <a:pt x="3096197" y="972217"/>
                </a:lnTo>
                <a:cubicBezTo>
                  <a:pt x="3097435" y="972217"/>
                  <a:pt x="3098483" y="971836"/>
                  <a:pt x="3099530" y="971169"/>
                </a:cubicBezTo>
                <a:cubicBezTo>
                  <a:pt x="3100292" y="974217"/>
                  <a:pt x="3101245" y="976027"/>
                  <a:pt x="3103245" y="976027"/>
                </a:cubicBezTo>
                <a:cubicBezTo>
                  <a:pt x="3106769" y="976027"/>
                  <a:pt x="3107341" y="971264"/>
                  <a:pt x="3108388" y="961739"/>
                </a:cubicBezTo>
                <a:cubicBezTo>
                  <a:pt x="3108484" y="960692"/>
                  <a:pt x="3108674" y="959358"/>
                  <a:pt x="3108770" y="958120"/>
                </a:cubicBezTo>
                <a:cubicBezTo>
                  <a:pt x="3108960" y="959358"/>
                  <a:pt x="3109055" y="960596"/>
                  <a:pt x="3109246" y="961739"/>
                </a:cubicBezTo>
                <a:cubicBezTo>
                  <a:pt x="3110389" y="971264"/>
                  <a:pt x="3110960" y="976027"/>
                  <a:pt x="3114389" y="976027"/>
                </a:cubicBezTo>
                <a:lnTo>
                  <a:pt x="3114389" y="976027"/>
                </a:lnTo>
                <a:cubicBezTo>
                  <a:pt x="3114389" y="976027"/>
                  <a:pt x="3114580" y="975932"/>
                  <a:pt x="3114675" y="975932"/>
                </a:cubicBezTo>
                <a:lnTo>
                  <a:pt x="3114675" y="962216"/>
                </a:lnTo>
                <a:cubicBezTo>
                  <a:pt x="3114580" y="963073"/>
                  <a:pt x="3114485" y="963930"/>
                  <a:pt x="3114389" y="964883"/>
                </a:cubicBezTo>
                <a:cubicBezTo>
                  <a:pt x="3114199" y="963644"/>
                  <a:pt x="3114104" y="962311"/>
                  <a:pt x="3113913" y="961263"/>
                </a:cubicBezTo>
                <a:cubicBezTo>
                  <a:pt x="3112770" y="951738"/>
                  <a:pt x="3112199" y="946976"/>
                  <a:pt x="3108770" y="946976"/>
                </a:cubicBezTo>
                <a:cubicBezTo>
                  <a:pt x="3105055" y="946976"/>
                  <a:pt x="3104674" y="951738"/>
                  <a:pt x="3103626" y="961263"/>
                </a:cubicBezTo>
                <a:cubicBezTo>
                  <a:pt x="3103531" y="962311"/>
                  <a:pt x="3103340" y="963644"/>
                  <a:pt x="3103245" y="964883"/>
                </a:cubicBezTo>
                <a:cubicBezTo>
                  <a:pt x="3103150" y="963740"/>
                  <a:pt x="3102959" y="962787"/>
                  <a:pt x="3102864" y="961835"/>
                </a:cubicBezTo>
                <a:lnTo>
                  <a:pt x="3102864" y="957167"/>
                </a:lnTo>
                <a:cubicBezTo>
                  <a:pt x="3102864" y="953452"/>
                  <a:pt x="3099911" y="950500"/>
                  <a:pt x="3096197" y="950500"/>
                </a:cubicBezTo>
                <a:close/>
                <a:moveTo>
                  <a:pt x="3098197" y="965549"/>
                </a:moveTo>
                <a:cubicBezTo>
                  <a:pt x="3098197" y="966597"/>
                  <a:pt x="3097340" y="967454"/>
                  <a:pt x="3096292" y="967454"/>
                </a:cubicBezTo>
                <a:lnTo>
                  <a:pt x="3070193" y="967454"/>
                </a:lnTo>
                <a:cubicBezTo>
                  <a:pt x="3069146" y="967454"/>
                  <a:pt x="3068288" y="966597"/>
                  <a:pt x="3068288" y="965549"/>
                </a:cubicBezTo>
                <a:lnTo>
                  <a:pt x="3068288" y="957167"/>
                </a:lnTo>
                <a:cubicBezTo>
                  <a:pt x="3068288" y="956120"/>
                  <a:pt x="3069146" y="955262"/>
                  <a:pt x="3070193" y="955262"/>
                </a:cubicBezTo>
                <a:lnTo>
                  <a:pt x="3096292" y="955262"/>
                </a:lnTo>
                <a:cubicBezTo>
                  <a:pt x="3097340" y="955262"/>
                  <a:pt x="3098197" y="956120"/>
                  <a:pt x="3098197" y="957167"/>
                </a:cubicBezTo>
                <a:lnTo>
                  <a:pt x="3098197" y="965549"/>
                </a:lnTo>
                <a:close/>
                <a:moveTo>
                  <a:pt x="2101310" y="2672144"/>
                </a:moveTo>
                <a:lnTo>
                  <a:pt x="2101310" y="2681859"/>
                </a:lnTo>
                <a:cubicBezTo>
                  <a:pt x="2101310" y="2683383"/>
                  <a:pt x="2100072" y="2684526"/>
                  <a:pt x="2098643" y="2684526"/>
                </a:cubicBezTo>
                <a:lnTo>
                  <a:pt x="2088928" y="2684526"/>
                </a:lnTo>
                <a:cubicBezTo>
                  <a:pt x="2087404" y="2684526"/>
                  <a:pt x="2086261" y="2683288"/>
                  <a:pt x="2086261" y="2681859"/>
                </a:cubicBezTo>
                <a:lnTo>
                  <a:pt x="2086261" y="2672144"/>
                </a:lnTo>
                <a:cubicBezTo>
                  <a:pt x="2086261" y="2670620"/>
                  <a:pt x="2087499" y="2669477"/>
                  <a:pt x="2088928" y="2669477"/>
                </a:cubicBezTo>
                <a:lnTo>
                  <a:pt x="2098643" y="2669477"/>
                </a:lnTo>
                <a:cubicBezTo>
                  <a:pt x="2100167" y="2669477"/>
                  <a:pt x="2101310" y="2670715"/>
                  <a:pt x="2101310" y="2672144"/>
                </a:cubicBezTo>
                <a:close/>
                <a:moveTo>
                  <a:pt x="2938367" y="2395442"/>
                </a:moveTo>
                <a:cubicBezTo>
                  <a:pt x="2933795" y="2395442"/>
                  <a:pt x="2930176" y="2399157"/>
                  <a:pt x="2930176" y="2403634"/>
                </a:cubicBezTo>
                <a:cubicBezTo>
                  <a:pt x="2930176" y="2408111"/>
                  <a:pt x="2933891" y="2411825"/>
                  <a:pt x="2938367" y="2411825"/>
                </a:cubicBezTo>
                <a:cubicBezTo>
                  <a:pt x="2939701" y="2411825"/>
                  <a:pt x="2940844" y="2411444"/>
                  <a:pt x="2941892" y="2410968"/>
                </a:cubicBezTo>
                <a:lnTo>
                  <a:pt x="2960561" y="2429637"/>
                </a:lnTo>
                <a:lnTo>
                  <a:pt x="2959703" y="2527268"/>
                </a:lnTo>
                <a:cubicBezTo>
                  <a:pt x="2957894" y="2528221"/>
                  <a:pt x="2956655" y="2530030"/>
                  <a:pt x="2956655" y="2532221"/>
                </a:cubicBezTo>
                <a:cubicBezTo>
                  <a:pt x="2956655" y="2535365"/>
                  <a:pt x="2959227" y="2537936"/>
                  <a:pt x="2962370" y="2537936"/>
                </a:cubicBezTo>
                <a:cubicBezTo>
                  <a:pt x="2965513" y="2537936"/>
                  <a:pt x="2968085" y="2535365"/>
                  <a:pt x="2968085" y="2532221"/>
                </a:cubicBezTo>
                <a:cubicBezTo>
                  <a:pt x="2968085" y="2529840"/>
                  <a:pt x="2966657" y="2527840"/>
                  <a:pt x="2964561" y="2526983"/>
                </a:cubicBezTo>
                <a:lnTo>
                  <a:pt x="2965418" y="2427637"/>
                </a:lnTo>
                <a:lnTo>
                  <a:pt x="2945321" y="2407634"/>
                </a:lnTo>
                <a:cubicBezTo>
                  <a:pt x="2945987" y="2406396"/>
                  <a:pt x="2946559" y="2405063"/>
                  <a:pt x="2946559" y="2403634"/>
                </a:cubicBezTo>
                <a:cubicBezTo>
                  <a:pt x="2946559" y="2399062"/>
                  <a:pt x="2942844" y="2395442"/>
                  <a:pt x="2938367" y="2395442"/>
                </a:cubicBezTo>
                <a:close/>
                <a:moveTo>
                  <a:pt x="2941034" y="2405729"/>
                </a:moveTo>
                <a:lnTo>
                  <a:pt x="2940463" y="2406301"/>
                </a:lnTo>
                <a:cubicBezTo>
                  <a:pt x="2939892" y="2406777"/>
                  <a:pt x="2939129" y="2407063"/>
                  <a:pt x="2938367" y="2407063"/>
                </a:cubicBezTo>
                <a:cubicBezTo>
                  <a:pt x="2936462" y="2407063"/>
                  <a:pt x="2934938" y="2405539"/>
                  <a:pt x="2934938" y="2403634"/>
                </a:cubicBezTo>
                <a:cubicBezTo>
                  <a:pt x="2934938" y="2401729"/>
                  <a:pt x="2936462" y="2400205"/>
                  <a:pt x="2938367" y="2400205"/>
                </a:cubicBezTo>
                <a:cubicBezTo>
                  <a:pt x="2940272" y="2400205"/>
                  <a:pt x="2941796" y="2401729"/>
                  <a:pt x="2941796" y="2403634"/>
                </a:cubicBezTo>
                <a:cubicBezTo>
                  <a:pt x="2941796" y="2404396"/>
                  <a:pt x="2941511" y="2405158"/>
                  <a:pt x="2941034" y="2405729"/>
                </a:cubicBezTo>
                <a:close/>
                <a:moveTo>
                  <a:pt x="2778443" y="2544699"/>
                </a:moveTo>
                <a:cubicBezTo>
                  <a:pt x="2777395" y="2546033"/>
                  <a:pt x="2776728" y="2547652"/>
                  <a:pt x="2776728" y="2549557"/>
                </a:cubicBezTo>
                <a:cubicBezTo>
                  <a:pt x="2776728" y="2554129"/>
                  <a:pt x="2780443" y="2557748"/>
                  <a:pt x="2784920" y="2557748"/>
                </a:cubicBezTo>
                <a:cubicBezTo>
                  <a:pt x="2789396" y="2557748"/>
                  <a:pt x="2793111" y="2554034"/>
                  <a:pt x="2793111" y="2549557"/>
                </a:cubicBezTo>
                <a:cubicBezTo>
                  <a:pt x="2793111" y="2545080"/>
                  <a:pt x="2789396" y="2541365"/>
                  <a:pt x="2784920" y="2541365"/>
                </a:cubicBezTo>
                <a:cubicBezTo>
                  <a:pt x="2783967" y="2541365"/>
                  <a:pt x="2783110" y="2541651"/>
                  <a:pt x="2782253" y="2541937"/>
                </a:cubicBezTo>
                <a:lnTo>
                  <a:pt x="2765774" y="2516600"/>
                </a:lnTo>
                <a:lnTo>
                  <a:pt x="2766632" y="2420207"/>
                </a:lnTo>
                <a:cubicBezTo>
                  <a:pt x="2768442" y="2419255"/>
                  <a:pt x="2769680" y="2417445"/>
                  <a:pt x="2769680" y="2415254"/>
                </a:cubicBezTo>
                <a:cubicBezTo>
                  <a:pt x="2769680" y="2412111"/>
                  <a:pt x="2767108" y="2409539"/>
                  <a:pt x="2763965" y="2409539"/>
                </a:cubicBezTo>
                <a:cubicBezTo>
                  <a:pt x="2760821" y="2409539"/>
                  <a:pt x="2758250" y="2412111"/>
                  <a:pt x="2758250" y="2415254"/>
                </a:cubicBezTo>
                <a:cubicBezTo>
                  <a:pt x="2758250" y="2417636"/>
                  <a:pt x="2759678" y="2419636"/>
                  <a:pt x="2761774" y="2420493"/>
                </a:cubicBezTo>
                <a:lnTo>
                  <a:pt x="2760917" y="2518029"/>
                </a:lnTo>
                <a:lnTo>
                  <a:pt x="2778347" y="2544890"/>
                </a:lnTo>
                <a:close/>
                <a:moveTo>
                  <a:pt x="2782443" y="2547176"/>
                </a:moveTo>
                <a:lnTo>
                  <a:pt x="2783681" y="2546413"/>
                </a:lnTo>
                <a:cubicBezTo>
                  <a:pt x="2783681" y="2546413"/>
                  <a:pt x="2784443" y="2546128"/>
                  <a:pt x="2784920" y="2546128"/>
                </a:cubicBezTo>
                <a:cubicBezTo>
                  <a:pt x="2786825" y="2546128"/>
                  <a:pt x="2788349" y="2547652"/>
                  <a:pt x="2788349" y="2549557"/>
                </a:cubicBezTo>
                <a:cubicBezTo>
                  <a:pt x="2788349" y="2551462"/>
                  <a:pt x="2786825" y="2552986"/>
                  <a:pt x="2784920" y="2552986"/>
                </a:cubicBezTo>
                <a:cubicBezTo>
                  <a:pt x="2783015" y="2552986"/>
                  <a:pt x="2781491" y="2551462"/>
                  <a:pt x="2781491" y="2549557"/>
                </a:cubicBezTo>
                <a:cubicBezTo>
                  <a:pt x="2781491" y="2548604"/>
                  <a:pt x="2781872" y="2547747"/>
                  <a:pt x="2782443" y="2547176"/>
                </a:cubicBezTo>
                <a:close/>
                <a:moveTo>
                  <a:pt x="2324100" y="3276791"/>
                </a:moveTo>
                <a:cubicBezTo>
                  <a:pt x="2321338" y="3277457"/>
                  <a:pt x="2318957" y="3279077"/>
                  <a:pt x="2317433" y="3281458"/>
                </a:cubicBezTo>
                <a:cubicBezTo>
                  <a:pt x="2315909" y="3283839"/>
                  <a:pt x="2315432" y="3286697"/>
                  <a:pt x="2316004" y="3289459"/>
                </a:cubicBezTo>
                <a:cubicBezTo>
                  <a:pt x="2317147" y="3294412"/>
                  <a:pt x="2321528" y="3297746"/>
                  <a:pt x="2326386" y="3297746"/>
                </a:cubicBezTo>
                <a:cubicBezTo>
                  <a:pt x="2327148" y="3297746"/>
                  <a:pt x="2327910" y="3297746"/>
                  <a:pt x="2328672" y="3297460"/>
                </a:cubicBezTo>
                <a:cubicBezTo>
                  <a:pt x="2332768" y="3296507"/>
                  <a:pt x="2335721" y="3293269"/>
                  <a:pt x="2336578" y="3289459"/>
                </a:cubicBezTo>
                <a:lnTo>
                  <a:pt x="2374297" y="3289459"/>
                </a:lnTo>
                <a:lnTo>
                  <a:pt x="2430399" y="3344990"/>
                </a:lnTo>
                <a:lnTo>
                  <a:pt x="2578513" y="3344990"/>
                </a:lnTo>
                <a:cubicBezTo>
                  <a:pt x="2578513" y="3344990"/>
                  <a:pt x="2654808" y="3274124"/>
                  <a:pt x="2654808" y="3274124"/>
                </a:cubicBezTo>
                <a:lnTo>
                  <a:pt x="2676430" y="3274124"/>
                </a:lnTo>
                <a:cubicBezTo>
                  <a:pt x="2676430" y="3274124"/>
                  <a:pt x="2676430" y="3278029"/>
                  <a:pt x="2676430" y="3278029"/>
                </a:cubicBezTo>
                <a:cubicBezTo>
                  <a:pt x="2676430" y="3280505"/>
                  <a:pt x="2678430" y="3282505"/>
                  <a:pt x="2680907" y="3282505"/>
                </a:cubicBezTo>
                <a:lnTo>
                  <a:pt x="2693575" y="3282505"/>
                </a:lnTo>
                <a:cubicBezTo>
                  <a:pt x="2696051" y="3282505"/>
                  <a:pt x="2698052" y="3280505"/>
                  <a:pt x="2698052" y="3278029"/>
                </a:cubicBezTo>
                <a:lnTo>
                  <a:pt x="2698052" y="3265361"/>
                </a:lnTo>
                <a:cubicBezTo>
                  <a:pt x="2698052" y="3262884"/>
                  <a:pt x="2696051" y="3260884"/>
                  <a:pt x="2693575" y="3260884"/>
                </a:cubicBezTo>
                <a:lnTo>
                  <a:pt x="2680907" y="3260884"/>
                </a:lnTo>
                <a:cubicBezTo>
                  <a:pt x="2678430" y="3260884"/>
                  <a:pt x="2676430" y="3262884"/>
                  <a:pt x="2676430" y="3265361"/>
                </a:cubicBezTo>
                <a:lnTo>
                  <a:pt x="2676430" y="3271457"/>
                </a:lnTo>
                <a:lnTo>
                  <a:pt x="2676430" y="3269266"/>
                </a:lnTo>
                <a:cubicBezTo>
                  <a:pt x="2676430" y="3269266"/>
                  <a:pt x="2652998" y="3269266"/>
                  <a:pt x="2652998" y="3269266"/>
                </a:cubicBezTo>
                <a:lnTo>
                  <a:pt x="2576703" y="3340132"/>
                </a:lnTo>
                <a:lnTo>
                  <a:pt x="2432399" y="3340132"/>
                </a:lnTo>
                <a:cubicBezTo>
                  <a:pt x="2432399" y="3340132"/>
                  <a:pt x="2376297" y="3284696"/>
                  <a:pt x="2376297" y="3284696"/>
                </a:cubicBezTo>
                <a:lnTo>
                  <a:pt x="2336673" y="3284696"/>
                </a:lnTo>
                <a:cubicBezTo>
                  <a:pt x="2335340" y="3278981"/>
                  <a:pt x="2329720" y="3275457"/>
                  <a:pt x="2324005" y="3276695"/>
                </a:cubicBezTo>
                <a:close/>
                <a:moveTo>
                  <a:pt x="2327720" y="3292888"/>
                </a:moveTo>
                <a:cubicBezTo>
                  <a:pt x="2324576" y="3293555"/>
                  <a:pt x="2321433" y="3291554"/>
                  <a:pt x="2320766" y="3288411"/>
                </a:cubicBezTo>
                <a:cubicBezTo>
                  <a:pt x="2320385" y="3286887"/>
                  <a:pt x="2320766" y="3285268"/>
                  <a:pt x="2321528" y="3284030"/>
                </a:cubicBezTo>
                <a:cubicBezTo>
                  <a:pt x="2322386" y="3282696"/>
                  <a:pt x="2323719" y="3281839"/>
                  <a:pt x="2325243" y="3281458"/>
                </a:cubicBezTo>
                <a:cubicBezTo>
                  <a:pt x="2325624" y="3281363"/>
                  <a:pt x="2326100" y="3281363"/>
                  <a:pt x="2326481" y="3281363"/>
                </a:cubicBezTo>
                <a:cubicBezTo>
                  <a:pt x="2329148" y="3281363"/>
                  <a:pt x="2331625" y="3283172"/>
                  <a:pt x="2332196" y="3285935"/>
                </a:cubicBezTo>
                <a:cubicBezTo>
                  <a:pt x="2332863" y="3289078"/>
                  <a:pt x="2330958" y="3292221"/>
                  <a:pt x="2327720" y="3292983"/>
                </a:cubicBezTo>
                <a:close/>
                <a:moveTo>
                  <a:pt x="2517267" y="3274600"/>
                </a:moveTo>
                <a:cubicBezTo>
                  <a:pt x="2514886" y="3273076"/>
                  <a:pt x="2512028" y="3272600"/>
                  <a:pt x="2509266" y="3273171"/>
                </a:cubicBezTo>
                <a:cubicBezTo>
                  <a:pt x="2505170" y="3274124"/>
                  <a:pt x="2502218" y="3277362"/>
                  <a:pt x="2501360" y="3281172"/>
                </a:cubicBezTo>
                <a:lnTo>
                  <a:pt x="2472214" y="3281172"/>
                </a:lnTo>
                <a:cubicBezTo>
                  <a:pt x="2472214" y="3281172"/>
                  <a:pt x="2446687" y="3257360"/>
                  <a:pt x="2446687" y="3257360"/>
                </a:cubicBezTo>
                <a:lnTo>
                  <a:pt x="2437067" y="3257360"/>
                </a:lnTo>
                <a:cubicBezTo>
                  <a:pt x="2435733" y="3251645"/>
                  <a:pt x="2430113" y="3248120"/>
                  <a:pt x="2424398" y="3249359"/>
                </a:cubicBezTo>
                <a:cubicBezTo>
                  <a:pt x="2418683" y="3250597"/>
                  <a:pt x="2415064" y="3256312"/>
                  <a:pt x="2416302" y="3262027"/>
                </a:cubicBezTo>
                <a:cubicBezTo>
                  <a:pt x="2417445" y="3266980"/>
                  <a:pt x="2421827" y="3270313"/>
                  <a:pt x="2426684" y="3270313"/>
                </a:cubicBezTo>
                <a:cubicBezTo>
                  <a:pt x="2427446" y="3270313"/>
                  <a:pt x="2428208" y="3270313"/>
                  <a:pt x="2428970" y="3270028"/>
                </a:cubicBezTo>
                <a:cubicBezTo>
                  <a:pt x="2431733" y="3269361"/>
                  <a:pt x="2434114" y="3267742"/>
                  <a:pt x="2435638" y="3265361"/>
                </a:cubicBezTo>
                <a:cubicBezTo>
                  <a:pt x="2436305" y="3264313"/>
                  <a:pt x="2436686" y="3263170"/>
                  <a:pt x="2436876" y="3262027"/>
                </a:cubicBezTo>
                <a:lnTo>
                  <a:pt x="2444687" y="3262027"/>
                </a:lnTo>
                <a:cubicBezTo>
                  <a:pt x="2444687" y="3262027"/>
                  <a:pt x="2470213" y="3285839"/>
                  <a:pt x="2470213" y="3285839"/>
                </a:cubicBezTo>
                <a:lnTo>
                  <a:pt x="2501170" y="3285839"/>
                </a:lnTo>
                <a:cubicBezTo>
                  <a:pt x="2502313" y="3290792"/>
                  <a:pt x="2506694" y="3294126"/>
                  <a:pt x="2511552" y="3294126"/>
                </a:cubicBezTo>
                <a:cubicBezTo>
                  <a:pt x="2512314" y="3294126"/>
                  <a:pt x="2513076" y="3294126"/>
                  <a:pt x="2513838" y="3293840"/>
                </a:cubicBezTo>
                <a:cubicBezTo>
                  <a:pt x="2519553" y="3292602"/>
                  <a:pt x="2523173" y="3286887"/>
                  <a:pt x="2521839" y="3281172"/>
                </a:cubicBezTo>
                <a:cubicBezTo>
                  <a:pt x="2521268" y="3278410"/>
                  <a:pt x="2519553" y="3276029"/>
                  <a:pt x="2517172" y="3274505"/>
                </a:cubicBezTo>
                <a:close/>
                <a:moveTo>
                  <a:pt x="2431542" y="3262884"/>
                </a:moveTo>
                <a:cubicBezTo>
                  <a:pt x="2430685" y="3264218"/>
                  <a:pt x="2429351" y="3265075"/>
                  <a:pt x="2427827" y="3265456"/>
                </a:cubicBezTo>
                <a:cubicBezTo>
                  <a:pt x="2424684" y="3266218"/>
                  <a:pt x="2421541" y="3264218"/>
                  <a:pt x="2420874" y="3260979"/>
                </a:cubicBezTo>
                <a:cubicBezTo>
                  <a:pt x="2420207" y="3257836"/>
                  <a:pt x="2422112" y="3254693"/>
                  <a:pt x="2425351" y="3253930"/>
                </a:cubicBezTo>
                <a:cubicBezTo>
                  <a:pt x="2425827" y="3253930"/>
                  <a:pt x="2426208" y="3253835"/>
                  <a:pt x="2426589" y="3253835"/>
                </a:cubicBezTo>
                <a:cubicBezTo>
                  <a:pt x="2429256" y="3253835"/>
                  <a:pt x="2431733" y="3255740"/>
                  <a:pt x="2432304" y="3258407"/>
                </a:cubicBezTo>
                <a:cubicBezTo>
                  <a:pt x="2432685" y="3259931"/>
                  <a:pt x="2432304" y="3261551"/>
                  <a:pt x="2431542" y="3262789"/>
                </a:cubicBezTo>
                <a:close/>
                <a:moveTo>
                  <a:pt x="2512790" y="3289363"/>
                </a:moveTo>
                <a:cubicBezTo>
                  <a:pt x="2509647" y="3290030"/>
                  <a:pt x="2506504" y="3288030"/>
                  <a:pt x="2505742" y="3284887"/>
                </a:cubicBezTo>
                <a:cubicBezTo>
                  <a:pt x="2505075" y="3281744"/>
                  <a:pt x="2507075" y="3278600"/>
                  <a:pt x="2510219" y="3277934"/>
                </a:cubicBezTo>
                <a:cubicBezTo>
                  <a:pt x="2510600" y="3277838"/>
                  <a:pt x="2511076" y="3277743"/>
                  <a:pt x="2511552" y="3277743"/>
                </a:cubicBezTo>
                <a:cubicBezTo>
                  <a:pt x="2512695" y="3277743"/>
                  <a:pt x="2513743" y="3278029"/>
                  <a:pt x="2514695" y="3278696"/>
                </a:cubicBezTo>
                <a:cubicBezTo>
                  <a:pt x="2516029" y="3279553"/>
                  <a:pt x="2516886" y="3280791"/>
                  <a:pt x="2517267" y="3282315"/>
                </a:cubicBezTo>
                <a:cubicBezTo>
                  <a:pt x="2517934" y="3285459"/>
                  <a:pt x="2516029" y="3288602"/>
                  <a:pt x="2512790" y="3289363"/>
                </a:cubicBezTo>
                <a:close/>
                <a:moveTo>
                  <a:pt x="2194274" y="3125629"/>
                </a:moveTo>
                <a:cubicBezTo>
                  <a:pt x="2197322" y="3127915"/>
                  <a:pt x="2201132" y="3128772"/>
                  <a:pt x="2204942" y="3128201"/>
                </a:cubicBezTo>
                <a:cubicBezTo>
                  <a:pt x="2208752" y="3127629"/>
                  <a:pt x="2212086" y="3125629"/>
                  <a:pt x="2214277" y="3122486"/>
                </a:cubicBezTo>
                <a:cubicBezTo>
                  <a:pt x="2218944" y="3116104"/>
                  <a:pt x="2217611" y="3107150"/>
                  <a:pt x="2211229" y="3102483"/>
                </a:cubicBezTo>
                <a:cubicBezTo>
                  <a:pt x="2208657" y="3100578"/>
                  <a:pt x="2205704" y="3099721"/>
                  <a:pt x="2202752" y="3099721"/>
                </a:cubicBezTo>
                <a:cubicBezTo>
                  <a:pt x="2198370" y="3099721"/>
                  <a:pt x="2193989" y="3101721"/>
                  <a:pt x="2191131" y="3105531"/>
                </a:cubicBezTo>
                <a:cubicBezTo>
                  <a:pt x="2186464" y="3111913"/>
                  <a:pt x="2187797" y="3120867"/>
                  <a:pt x="2194179" y="3125534"/>
                </a:cubicBezTo>
                <a:close/>
                <a:moveTo>
                  <a:pt x="2193322" y="3107150"/>
                </a:moveTo>
                <a:cubicBezTo>
                  <a:pt x="2197132" y="3102007"/>
                  <a:pt x="2204466" y="3100864"/>
                  <a:pt x="2209705" y="3104674"/>
                </a:cubicBezTo>
                <a:cubicBezTo>
                  <a:pt x="2212181" y="3106484"/>
                  <a:pt x="2213896" y="3109246"/>
                  <a:pt x="2214372" y="3112294"/>
                </a:cubicBezTo>
                <a:cubicBezTo>
                  <a:pt x="2214848" y="3115342"/>
                  <a:pt x="2214086" y="3118485"/>
                  <a:pt x="2212277" y="3120962"/>
                </a:cubicBezTo>
                <a:cubicBezTo>
                  <a:pt x="2210467" y="3123438"/>
                  <a:pt x="2207705" y="3125153"/>
                  <a:pt x="2204657" y="3125629"/>
                </a:cubicBezTo>
                <a:cubicBezTo>
                  <a:pt x="2204085" y="3125629"/>
                  <a:pt x="2203418" y="3125724"/>
                  <a:pt x="2202847" y="3125724"/>
                </a:cubicBezTo>
                <a:cubicBezTo>
                  <a:pt x="2200370" y="3125724"/>
                  <a:pt x="2197989" y="3124962"/>
                  <a:pt x="2195989" y="3123438"/>
                </a:cubicBezTo>
                <a:cubicBezTo>
                  <a:pt x="2190750" y="3119628"/>
                  <a:pt x="2189702" y="3112294"/>
                  <a:pt x="2193512" y="3107055"/>
                </a:cubicBezTo>
                <a:close/>
                <a:moveTo>
                  <a:pt x="2821210" y="2465070"/>
                </a:moveTo>
                <a:cubicBezTo>
                  <a:pt x="2822448" y="2467166"/>
                  <a:pt x="2821686" y="2469833"/>
                  <a:pt x="2819591" y="2470976"/>
                </a:cubicBezTo>
                <a:cubicBezTo>
                  <a:pt x="2817495" y="2472214"/>
                  <a:pt x="2814828" y="2471452"/>
                  <a:pt x="2813685" y="2469356"/>
                </a:cubicBezTo>
                <a:cubicBezTo>
                  <a:pt x="2812447" y="2467261"/>
                  <a:pt x="2813209" y="2464594"/>
                  <a:pt x="2815304" y="2463451"/>
                </a:cubicBezTo>
                <a:cubicBezTo>
                  <a:pt x="2817400" y="2462213"/>
                  <a:pt x="2820067" y="2462975"/>
                  <a:pt x="2821210" y="2465070"/>
                </a:cubicBezTo>
                <a:close/>
                <a:moveTo>
                  <a:pt x="2881694" y="2536127"/>
                </a:moveTo>
                <a:lnTo>
                  <a:pt x="2881694" y="2532984"/>
                </a:lnTo>
                <a:cubicBezTo>
                  <a:pt x="2881694" y="2531364"/>
                  <a:pt x="2883027" y="2530030"/>
                  <a:pt x="2884646" y="2530030"/>
                </a:cubicBezTo>
                <a:lnTo>
                  <a:pt x="2887790" y="2530030"/>
                </a:lnTo>
                <a:cubicBezTo>
                  <a:pt x="2889409" y="2530030"/>
                  <a:pt x="2890742" y="2531364"/>
                  <a:pt x="2890742" y="2532984"/>
                </a:cubicBezTo>
                <a:lnTo>
                  <a:pt x="2890742" y="2536127"/>
                </a:lnTo>
                <a:cubicBezTo>
                  <a:pt x="2890742" y="2537746"/>
                  <a:pt x="2889409" y="2539079"/>
                  <a:pt x="2887790" y="2539079"/>
                </a:cubicBezTo>
                <a:lnTo>
                  <a:pt x="2884646" y="2539079"/>
                </a:lnTo>
                <a:cubicBezTo>
                  <a:pt x="2883027" y="2539079"/>
                  <a:pt x="2881694" y="2537746"/>
                  <a:pt x="2881694" y="2536127"/>
                </a:cubicBezTo>
                <a:close/>
                <a:moveTo>
                  <a:pt x="3024283" y="3328511"/>
                </a:moveTo>
                <a:cubicBezTo>
                  <a:pt x="3022568" y="3325654"/>
                  <a:pt x="3019806" y="3323654"/>
                  <a:pt x="3016472" y="3322892"/>
                </a:cubicBezTo>
                <a:cubicBezTo>
                  <a:pt x="3013234" y="3322130"/>
                  <a:pt x="3009805" y="3322606"/>
                  <a:pt x="3006947" y="3324416"/>
                </a:cubicBezTo>
                <a:cubicBezTo>
                  <a:pt x="3004090" y="3326130"/>
                  <a:pt x="3002090" y="3328892"/>
                  <a:pt x="3001232" y="3332226"/>
                </a:cubicBezTo>
                <a:cubicBezTo>
                  <a:pt x="3000470" y="3335465"/>
                  <a:pt x="3000947" y="3338894"/>
                  <a:pt x="3002756" y="3341751"/>
                </a:cubicBezTo>
                <a:cubicBezTo>
                  <a:pt x="3004471" y="3344609"/>
                  <a:pt x="3007233" y="3346609"/>
                  <a:pt x="3010567" y="3347371"/>
                </a:cubicBezTo>
                <a:cubicBezTo>
                  <a:pt x="3011519" y="3347561"/>
                  <a:pt x="3012567" y="3347752"/>
                  <a:pt x="3013520" y="3347752"/>
                </a:cubicBezTo>
                <a:cubicBezTo>
                  <a:pt x="3015996" y="3347752"/>
                  <a:pt x="3018377" y="3346895"/>
                  <a:pt x="3020378" y="3345561"/>
                </a:cubicBezTo>
                <a:lnTo>
                  <a:pt x="3100292" y="3423095"/>
                </a:lnTo>
                <a:lnTo>
                  <a:pt x="3100769" y="3498533"/>
                </a:lnTo>
                <a:lnTo>
                  <a:pt x="3114770" y="3512630"/>
                </a:lnTo>
                <a:lnTo>
                  <a:pt x="3114770" y="3505867"/>
                </a:lnTo>
                <a:lnTo>
                  <a:pt x="3105531" y="3496532"/>
                </a:lnTo>
                <a:lnTo>
                  <a:pt x="3105055" y="3421094"/>
                </a:lnTo>
                <a:lnTo>
                  <a:pt x="3023902" y="3342323"/>
                </a:lnTo>
                <a:cubicBezTo>
                  <a:pt x="3024759" y="3341084"/>
                  <a:pt x="3025426" y="3339655"/>
                  <a:pt x="3025807" y="3338132"/>
                </a:cubicBezTo>
                <a:cubicBezTo>
                  <a:pt x="3026569" y="3334893"/>
                  <a:pt x="3026093" y="3331464"/>
                  <a:pt x="3024283" y="3328607"/>
                </a:cubicBezTo>
                <a:close/>
                <a:moveTo>
                  <a:pt x="3021140" y="3336893"/>
                </a:moveTo>
                <a:cubicBezTo>
                  <a:pt x="3020092" y="3341084"/>
                  <a:pt x="3015901" y="3343656"/>
                  <a:pt x="3011710" y="3342609"/>
                </a:cubicBezTo>
                <a:cubicBezTo>
                  <a:pt x="3009710" y="3342132"/>
                  <a:pt x="3007995" y="3340894"/>
                  <a:pt x="3006852" y="3339084"/>
                </a:cubicBezTo>
                <a:cubicBezTo>
                  <a:pt x="3005804" y="3337274"/>
                  <a:pt x="3005423" y="3335179"/>
                  <a:pt x="3005900" y="3333179"/>
                </a:cubicBezTo>
                <a:cubicBezTo>
                  <a:pt x="3006376" y="3331178"/>
                  <a:pt x="3007614" y="3329464"/>
                  <a:pt x="3009424" y="3328321"/>
                </a:cubicBezTo>
                <a:cubicBezTo>
                  <a:pt x="3010662" y="3327559"/>
                  <a:pt x="3012091" y="3327178"/>
                  <a:pt x="3013520" y="3327178"/>
                </a:cubicBezTo>
                <a:cubicBezTo>
                  <a:pt x="3014091" y="3327178"/>
                  <a:pt x="3014758" y="3327178"/>
                  <a:pt x="3015329" y="3327368"/>
                </a:cubicBezTo>
                <a:cubicBezTo>
                  <a:pt x="3017330" y="3327845"/>
                  <a:pt x="3019044" y="3329083"/>
                  <a:pt x="3020187" y="3330893"/>
                </a:cubicBezTo>
                <a:cubicBezTo>
                  <a:pt x="3021235" y="3332702"/>
                  <a:pt x="3021616" y="3334798"/>
                  <a:pt x="3021140" y="3336798"/>
                </a:cubicBezTo>
                <a:close/>
                <a:moveTo>
                  <a:pt x="2991422" y="3249263"/>
                </a:moveTo>
                <a:lnTo>
                  <a:pt x="2991422" y="3227927"/>
                </a:lnTo>
                <a:lnTo>
                  <a:pt x="2962275" y="3195733"/>
                </a:lnTo>
                <a:lnTo>
                  <a:pt x="2962275" y="3090672"/>
                </a:lnTo>
                <a:cubicBezTo>
                  <a:pt x="2962275" y="3090672"/>
                  <a:pt x="2986469" y="3057620"/>
                  <a:pt x="2986469" y="3057620"/>
                </a:cubicBezTo>
                <a:lnTo>
                  <a:pt x="2986469" y="2904363"/>
                </a:lnTo>
                <a:lnTo>
                  <a:pt x="2959894" y="2865596"/>
                </a:lnTo>
                <a:lnTo>
                  <a:pt x="2959513" y="2755106"/>
                </a:lnTo>
                <a:lnTo>
                  <a:pt x="2971610" y="2738914"/>
                </a:lnTo>
                <a:lnTo>
                  <a:pt x="2971610" y="2659666"/>
                </a:lnTo>
                <a:lnTo>
                  <a:pt x="2966371" y="2659666"/>
                </a:lnTo>
                <a:cubicBezTo>
                  <a:pt x="2963037" y="2659666"/>
                  <a:pt x="2960370" y="2656999"/>
                  <a:pt x="2960370" y="2653665"/>
                </a:cubicBezTo>
                <a:lnTo>
                  <a:pt x="2960370" y="2633567"/>
                </a:lnTo>
                <a:cubicBezTo>
                  <a:pt x="2960370" y="2630234"/>
                  <a:pt x="2963037" y="2627567"/>
                  <a:pt x="2966371" y="2627567"/>
                </a:cubicBezTo>
                <a:lnTo>
                  <a:pt x="2986469" y="2627567"/>
                </a:lnTo>
                <a:cubicBezTo>
                  <a:pt x="2989802" y="2627567"/>
                  <a:pt x="2992469" y="2630234"/>
                  <a:pt x="2992469" y="2633567"/>
                </a:cubicBezTo>
                <a:lnTo>
                  <a:pt x="2992469" y="2653665"/>
                </a:lnTo>
                <a:cubicBezTo>
                  <a:pt x="2992469" y="2656999"/>
                  <a:pt x="2989802" y="2659666"/>
                  <a:pt x="2986469" y="2659666"/>
                </a:cubicBezTo>
                <a:lnTo>
                  <a:pt x="2981230" y="2659666"/>
                </a:lnTo>
                <a:lnTo>
                  <a:pt x="2981230" y="2742057"/>
                </a:lnTo>
                <a:lnTo>
                  <a:pt x="2969133" y="2758250"/>
                </a:lnTo>
                <a:lnTo>
                  <a:pt x="2969514" y="2862548"/>
                </a:lnTo>
                <a:lnTo>
                  <a:pt x="2996089" y="2901315"/>
                </a:lnTo>
                <a:lnTo>
                  <a:pt x="2996089" y="3060668"/>
                </a:lnTo>
                <a:lnTo>
                  <a:pt x="2971895" y="3093720"/>
                </a:lnTo>
                <a:lnTo>
                  <a:pt x="2971895" y="3191923"/>
                </a:lnTo>
                <a:cubicBezTo>
                  <a:pt x="2971895" y="3191923"/>
                  <a:pt x="3001137" y="3224117"/>
                  <a:pt x="3001137" y="3224117"/>
                </a:cubicBezTo>
                <a:lnTo>
                  <a:pt x="3001137" y="3249073"/>
                </a:lnTo>
                <a:cubicBezTo>
                  <a:pt x="3003423" y="3250597"/>
                  <a:pt x="3005042" y="3252978"/>
                  <a:pt x="3005138" y="3255836"/>
                </a:cubicBezTo>
                <a:cubicBezTo>
                  <a:pt x="3005423" y="3260693"/>
                  <a:pt x="3001613" y="3264789"/>
                  <a:pt x="2996755" y="3265075"/>
                </a:cubicBezTo>
                <a:cubicBezTo>
                  <a:pt x="2991898" y="3265361"/>
                  <a:pt x="2987802" y="3261551"/>
                  <a:pt x="2987517" y="3256693"/>
                </a:cubicBezTo>
                <a:cubicBezTo>
                  <a:pt x="2987326" y="3253454"/>
                  <a:pt x="2989040" y="3250692"/>
                  <a:pt x="2991517" y="3249073"/>
                </a:cubicBezTo>
                <a:close/>
                <a:moveTo>
                  <a:pt x="2974658" y="2411159"/>
                </a:moveTo>
                <a:cubicBezTo>
                  <a:pt x="2971800" y="2414016"/>
                  <a:pt x="2971800" y="2418588"/>
                  <a:pt x="2974658" y="2421350"/>
                </a:cubicBezTo>
                <a:cubicBezTo>
                  <a:pt x="2976086" y="2422779"/>
                  <a:pt x="2977896" y="2423446"/>
                  <a:pt x="2979801" y="2423446"/>
                </a:cubicBezTo>
                <a:cubicBezTo>
                  <a:pt x="2981706" y="2423446"/>
                  <a:pt x="2983516" y="2422779"/>
                  <a:pt x="2984945" y="2421350"/>
                </a:cubicBezTo>
                <a:cubicBezTo>
                  <a:pt x="2987802" y="2418493"/>
                  <a:pt x="2987802" y="2413921"/>
                  <a:pt x="2984945" y="2411159"/>
                </a:cubicBezTo>
                <a:cubicBezTo>
                  <a:pt x="2984183" y="2410397"/>
                  <a:pt x="2983230" y="2409920"/>
                  <a:pt x="2982182" y="2409539"/>
                </a:cubicBezTo>
                <a:lnTo>
                  <a:pt x="2982182" y="2398681"/>
                </a:lnTo>
                <a:lnTo>
                  <a:pt x="2966466" y="2383441"/>
                </a:lnTo>
                <a:lnTo>
                  <a:pt x="2849118" y="2384108"/>
                </a:lnTo>
                <a:lnTo>
                  <a:pt x="2833973" y="2399252"/>
                </a:lnTo>
                <a:cubicBezTo>
                  <a:pt x="2831402" y="2398300"/>
                  <a:pt x="2828354" y="2398776"/>
                  <a:pt x="2826258" y="2400872"/>
                </a:cubicBezTo>
                <a:cubicBezTo>
                  <a:pt x="2824925" y="2402205"/>
                  <a:pt x="2824163" y="2404015"/>
                  <a:pt x="2824163" y="2406015"/>
                </a:cubicBezTo>
                <a:cubicBezTo>
                  <a:pt x="2824163" y="2408015"/>
                  <a:pt x="2824925" y="2409730"/>
                  <a:pt x="2826258" y="2411159"/>
                </a:cubicBezTo>
                <a:cubicBezTo>
                  <a:pt x="2827687" y="2412587"/>
                  <a:pt x="2829497" y="2413254"/>
                  <a:pt x="2831402" y="2413254"/>
                </a:cubicBezTo>
                <a:cubicBezTo>
                  <a:pt x="2833307" y="2413254"/>
                  <a:pt x="2835117" y="2412587"/>
                  <a:pt x="2836545" y="2411159"/>
                </a:cubicBezTo>
                <a:cubicBezTo>
                  <a:pt x="2838926" y="2408777"/>
                  <a:pt x="2839212" y="2405253"/>
                  <a:pt x="2837593" y="2402491"/>
                </a:cubicBezTo>
                <a:lnTo>
                  <a:pt x="2851118" y="2388965"/>
                </a:lnTo>
                <a:lnTo>
                  <a:pt x="2964561" y="2388299"/>
                </a:lnTo>
                <a:lnTo>
                  <a:pt x="2977420" y="2400776"/>
                </a:lnTo>
                <a:lnTo>
                  <a:pt x="2977420" y="2409635"/>
                </a:lnTo>
                <a:cubicBezTo>
                  <a:pt x="2976372" y="2410016"/>
                  <a:pt x="2975420" y="2410492"/>
                  <a:pt x="2974658" y="2411254"/>
                </a:cubicBezTo>
                <a:close/>
                <a:moveTo>
                  <a:pt x="2834830" y="2409349"/>
                </a:moveTo>
                <a:cubicBezTo>
                  <a:pt x="2832926" y="2411254"/>
                  <a:pt x="2829878" y="2411254"/>
                  <a:pt x="2827973" y="2409349"/>
                </a:cubicBezTo>
                <a:cubicBezTo>
                  <a:pt x="2826068" y="2407444"/>
                  <a:pt x="2826068" y="2404396"/>
                  <a:pt x="2827973" y="2402491"/>
                </a:cubicBezTo>
                <a:cubicBezTo>
                  <a:pt x="2828925" y="2401538"/>
                  <a:pt x="2830163" y="2401062"/>
                  <a:pt x="2831402" y="2401062"/>
                </a:cubicBezTo>
                <a:cubicBezTo>
                  <a:pt x="2832640" y="2401062"/>
                  <a:pt x="2833878" y="2401538"/>
                  <a:pt x="2834830" y="2402491"/>
                </a:cubicBezTo>
                <a:cubicBezTo>
                  <a:pt x="2836736" y="2404396"/>
                  <a:pt x="2836736" y="2407444"/>
                  <a:pt x="2834830" y="2409349"/>
                </a:cubicBezTo>
                <a:close/>
                <a:moveTo>
                  <a:pt x="2979801" y="2411444"/>
                </a:moveTo>
                <a:cubicBezTo>
                  <a:pt x="2981135" y="2411444"/>
                  <a:pt x="2982278" y="2411921"/>
                  <a:pt x="2983230" y="2412873"/>
                </a:cubicBezTo>
                <a:cubicBezTo>
                  <a:pt x="2985135" y="2414778"/>
                  <a:pt x="2985135" y="2417826"/>
                  <a:pt x="2983230" y="2419731"/>
                </a:cubicBezTo>
                <a:cubicBezTo>
                  <a:pt x="2981325" y="2421636"/>
                  <a:pt x="2978277" y="2421636"/>
                  <a:pt x="2976372" y="2419731"/>
                </a:cubicBezTo>
                <a:cubicBezTo>
                  <a:pt x="2975420" y="2418779"/>
                  <a:pt x="2974943" y="2417636"/>
                  <a:pt x="2974943" y="2416302"/>
                </a:cubicBezTo>
                <a:cubicBezTo>
                  <a:pt x="2974943" y="2414969"/>
                  <a:pt x="2975420" y="2413826"/>
                  <a:pt x="2976372" y="2412873"/>
                </a:cubicBezTo>
                <a:cubicBezTo>
                  <a:pt x="2977325" y="2411921"/>
                  <a:pt x="2978468" y="2411444"/>
                  <a:pt x="2979801" y="2411444"/>
                </a:cubicBezTo>
                <a:close/>
                <a:moveTo>
                  <a:pt x="2191417" y="2926842"/>
                </a:moveTo>
                <a:lnTo>
                  <a:pt x="2204085" y="2912555"/>
                </a:lnTo>
                <a:lnTo>
                  <a:pt x="2207609" y="2915698"/>
                </a:lnTo>
                <a:lnTo>
                  <a:pt x="2194941" y="2929985"/>
                </a:lnTo>
                <a:lnTo>
                  <a:pt x="2191417" y="2926842"/>
                </a:lnTo>
                <a:close/>
                <a:moveTo>
                  <a:pt x="2315623" y="3394520"/>
                </a:moveTo>
                <a:cubicBezTo>
                  <a:pt x="2315623" y="3398234"/>
                  <a:pt x="2318671" y="3401378"/>
                  <a:pt x="2322481" y="3401378"/>
                </a:cubicBezTo>
                <a:lnTo>
                  <a:pt x="2330577" y="3401378"/>
                </a:lnTo>
                <a:cubicBezTo>
                  <a:pt x="2334292" y="3401378"/>
                  <a:pt x="2337435" y="3398330"/>
                  <a:pt x="2337435" y="3394520"/>
                </a:cubicBezTo>
                <a:lnTo>
                  <a:pt x="2337435" y="3386423"/>
                </a:lnTo>
                <a:cubicBezTo>
                  <a:pt x="2337435" y="3382709"/>
                  <a:pt x="2334387" y="3379565"/>
                  <a:pt x="2330577" y="3379565"/>
                </a:cubicBezTo>
                <a:lnTo>
                  <a:pt x="2328958" y="3379565"/>
                </a:lnTo>
                <a:lnTo>
                  <a:pt x="2328958" y="3324892"/>
                </a:lnTo>
                <a:lnTo>
                  <a:pt x="2338388" y="3314224"/>
                </a:lnTo>
                <a:lnTo>
                  <a:pt x="2360962" y="3314224"/>
                </a:lnTo>
                <a:lnTo>
                  <a:pt x="2371820" y="3325463"/>
                </a:lnTo>
                <a:lnTo>
                  <a:pt x="2371820" y="3415189"/>
                </a:lnTo>
                <a:cubicBezTo>
                  <a:pt x="2366105" y="3416522"/>
                  <a:pt x="2362581" y="3422142"/>
                  <a:pt x="2363819" y="3427857"/>
                </a:cubicBezTo>
                <a:cubicBezTo>
                  <a:pt x="2364391" y="3430619"/>
                  <a:pt x="2366105" y="3433001"/>
                  <a:pt x="2368487" y="3434525"/>
                </a:cubicBezTo>
                <a:cubicBezTo>
                  <a:pt x="2370201" y="3435572"/>
                  <a:pt x="2372201" y="3436144"/>
                  <a:pt x="2374202" y="3436144"/>
                </a:cubicBezTo>
                <a:cubicBezTo>
                  <a:pt x="2374964" y="3436144"/>
                  <a:pt x="2375726" y="3436144"/>
                  <a:pt x="2376583" y="3435858"/>
                </a:cubicBezTo>
                <a:cubicBezTo>
                  <a:pt x="2379345" y="3435287"/>
                  <a:pt x="2381726" y="3433572"/>
                  <a:pt x="2383250" y="3431191"/>
                </a:cubicBezTo>
                <a:cubicBezTo>
                  <a:pt x="2384774" y="3428810"/>
                  <a:pt x="2385251" y="3425952"/>
                  <a:pt x="2384679" y="3423190"/>
                </a:cubicBezTo>
                <a:cubicBezTo>
                  <a:pt x="2383727" y="3419094"/>
                  <a:pt x="2380488" y="3416142"/>
                  <a:pt x="2376678" y="3415284"/>
                </a:cubicBezTo>
                <a:lnTo>
                  <a:pt x="2376678" y="3323559"/>
                </a:lnTo>
                <a:lnTo>
                  <a:pt x="2363057" y="3309461"/>
                </a:lnTo>
                <a:lnTo>
                  <a:pt x="2336292" y="3309461"/>
                </a:lnTo>
                <a:lnTo>
                  <a:pt x="2324195" y="3323082"/>
                </a:lnTo>
                <a:lnTo>
                  <a:pt x="2324195" y="3379565"/>
                </a:lnTo>
                <a:lnTo>
                  <a:pt x="2322576" y="3379565"/>
                </a:lnTo>
                <a:cubicBezTo>
                  <a:pt x="2318861" y="3379565"/>
                  <a:pt x="2315718" y="3382613"/>
                  <a:pt x="2315718" y="3386423"/>
                </a:cubicBezTo>
                <a:lnTo>
                  <a:pt x="2315718" y="3394520"/>
                </a:lnTo>
                <a:close/>
                <a:moveTo>
                  <a:pt x="2374011" y="3419666"/>
                </a:moveTo>
                <a:cubicBezTo>
                  <a:pt x="2376678" y="3419666"/>
                  <a:pt x="2379155" y="3421475"/>
                  <a:pt x="2379726" y="3424238"/>
                </a:cubicBezTo>
                <a:cubicBezTo>
                  <a:pt x="2380107" y="3425762"/>
                  <a:pt x="2379726" y="3427381"/>
                  <a:pt x="2378964" y="3428619"/>
                </a:cubicBezTo>
                <a:cubicBezTo>
                  <a:pt x="2378107" y="3429953"/>
                  <a:pt x="2376869" y="3430810"/>
                  <a:pt x="2375249" y="3431191"/>
                </a:cubicBezTo>
                <a:cubicBezTo>
                  <a:pt x="2373725" y="3431572"/>
                  <a:pt x="2372106" y="3431191"/>
                  <a:pt x="2370868" y="3430429"/>
                </a:cubicBezTo>
                <a:cubicBezTo>
                  <a:pt x="2369534" y="3429572"/>
                  <a:pt x="2368677" y="3428334"/>
                  <a:pt x="2368296" y="3426809"/>
                </a:cubicBezTo>
                <a:cubicBezTo>
                  <a:pt x="2367629" y="3423666"/>
                  <a:pt x="2369534" y="3420523"/>
                  <a:pt x="2372773" y="3419856"/>
                </a:cubicBezTo>
                <a:cubicBezTo>
                  <a:pt x="2373154" y="3419761"/>
                  <a:pt x="2373630" y="3419761"/>
                  <a:pt x="2374011" y="3419761"/>
                </a:cubicBezTo>
                <a:close/>
                <a:moveTo>
                  <a:pt x="2320385" y="3386423"/>
                </a:moveTo>
                <a:cubicBezTo>
                  <a:pt x="2320385" y="3385280"/>
                  <a:pt x="2321338" y="3384328"/>
                  <a:pt x="2322481" y="3384328"/>
                </a:cubicBezTo>
                <a:lnTo>
                  <a:pt x="2330577" y="3384328"/>
                </a:lnTo>
                <a:cubicBezTo>
                  <a:pt x="2331720" y="3384328"/>
                  <a:pt x="2332673" y="3385280"/>
                  <a:pt x="2332673" y="3386423"/>
                </a:cubicBezTo>
                <a:lnTo>
                  <a:pt x="2332673" y="3394520"/>
                </a:lnTo>
                <a:cubicBezTo>
                  <a:pt x="2332673" y="3395663"/>
                  <a:pt x="2331720" y="3396615"/>
                  <a:pt x="2330577" y="3396615"/>
                </a:cubicBezTo>
                <a:lnTo>
                  <a:pt x="2322481" y="3396615"/>
                </a:lnTo>
                <a:cubicBezTo>
                  <a:pt x="2321338" y="3396615"/>
                  <a:pt x="2320385" y="3395663"/>
                  <a:pt x="2320385" y="3394520"/>
                </a:cubicBezTo>
                <a:lnTo>
                  <a:pt x="2320385" y="3386423"/>
                </a:lnTo>
                <a:close/>
                <a:moveTo>
                  <a:pt x="2195703" y="3114104"/>
                </a:moveTo>
                <a:cubicBezTo>
                  <a:pt x="2195703" y="3110198"/>
                  <a:pt x="2198846" y="3107055"/>
                  <a:pt x="2202752" y="3107055"/>
                </a:cubicBezTo>
                <a:cubicBezTo>
                  <a:pt x="2206657" y="3107055"/>
                  <a:pt x="2209800" y="3110198"/>
                  <a:pt x="2209800" y="3114104"/>
                </a:cubicBezTo>
                <a:cubicBezTo>
                  <a:pt x="2209800" y="3118009"/>
                  <a:pt x="2206657" y="3121152"/>
                  <a:pt x="2202752" y="3121152"/>
                </a:cubicBezTo>
                <a:cubicBezTo>
                  <a:pt x="2198846" y="3121152"/>
                  <a:pt x="2195703" y="3118009"/>
                  <a:pt x="2195703" y="3114104"/>
                </a:cubicBezTo>
                <a:close/>
                <a:moveTo>
                  <a:pt x="2267236" y="2841403"/>
                </a:moveTo>
                <a:lnTo>
                  <a:pt x="2279904" y="2827115"/>
                </a:lnTo>
                <a:lnTo>
                  <a:pt x="2283428" y="2830259"/>
                </a:lnTo>
                <a:lnTo>
                  <a:pt x="2270760" y="2844546"/>
                </a:lnTo>
                <a:lnTo>
                  <a:pt x="2267236" y="2841403"/>
                </a:lnTo>
                <a:close/>
                <a:moveTo>
                  <a:pt x="2700528" y="3314034"/>
                </a:moveTo>
                <a:cubicBezTo>
                  <a:pt x="2700528" y="3310319"/>
                  <a:pt x="2697480" y="3307175"/>
                  <a:pt x="2693670" y="3307175"/>
                </a:cubicBezTo>
                <a:lnTo>
                  <a:pt x="2681002" y="3307175"/>
                </a:lnTo>
                <a:cubicBezTo>
                  <a:pt x="2677287" y="3307175"/>
                  <a:pt x="2674144" y="3310223"/>
                  <a:pt x="2674144" y="3314034"/>
                </a:cubicBezTo>
                <a:lnTo>
                  <a:pt x="2674144" y="3318701"/>
                </a:lnTo>
                <a:lnTo>
                  <a:pt x="2653094" y="3318701"/>
                </a:lnTo>
                <a:cubicBezTo>
                  <a:pt x="2653094" y="3318701"/>
                  <a:pt x="2576798" y="3389662"/>
                  <a:pt x="2576798" y="3389662"/>
                </a:cubicBezTo>
                <a:lnTo>
                  <a:pt x="2512124" y="3389471"/>
                </a:lnTo>
                <a:lnTo>
                  <a:pt x="2495645" y="3370898"/>
                </a:lnTo>
                <a:lnTo>
                  <a:pt x="2414969" y="3370612"/>
                </a:lnTo>
                <a:cubicBezTo>
                  <a:pt x="2414969" y="3366897"/>
                  <a:pt x="2411921" y="3363944"/>
                  <a:pt x="2408206" y="3363944"/>
                </a:cubicBezTo>
                <a:lnTo>
                  <a:pt x="2400110" y="3363944"/>
                </a:lnTo>
                <a:cubicBezTo>
                  <a:pt x="2396395" y="3363944"/>
                  <a:pt x="2393252" y="3366992"/>
                  <a:pt x="2393252" y="3370802"/>
                </a:cubicBezTo>
                <a:lnTo>
                  <a:pt x="2393252" y="3378899"/>
                </a:lnTo>
                <a:cubicBezTo>
                  <a:pt x="2393252" y="3382613"/>
                  <a:pt x="2396300" y="3385757"/>
                  <a:pt x="2400110" y="3385757"/>
                </a:cubicBezTo>
                <a:lnTo>
                  <a:pt x="2408206" y="3385757"/>
                </a:lnTo>
                <a:cubicBezTo>
                  <a:pt x="2411921" y="3385757"/>
                  <a:pt x="2415064" y="3382709"/>
                  <a:pt x="2415064" y="3378899"/>
                </a:cubicBezTo>
                <a:lnTo>
                  <a:pt x="2415064" y="3375470"/>
                </a:lnTo>
                <a:lnTo>
                  <a:pt x="2493550" y="3375755"/>
                </a:lnTo>
                <a:lnTo>
                  <a:pt x="2510028" y="3394329"/>
                </a:lnTo>
                <a:lnTo>
                  <a:pt x="2578703" y="3394520"/>
                </a:lnTo>
                <a:lnTo>
                  <a:pt x="2654999" y="3323654"/>
                </a:lnTo>
                <a:lnTo>
                  <a:pt x="2674239" y="3323654"/>
                </a:lnTo>
                <a:cubicBezTo>
                  <a:pt x="2674239" y="3323654"/>
                  <a:pt x="2674239" y="3326892"/>
                  <a:pt x="2674239" y="3326892"/>
                </a:cubicBezTo>
                <a:cubicBezTo>
                  <a:pt x="2674239" y="3330607"/>
                  <a:pt x="2677287" y="3333750"/>
                  <a:pt x="2681097" y="3333750"/>
                </a:cubicBezTo>
                <a:lnTo>
                  <a:pt x="2693765" y="3333750"/>
                </a:lnTo>
                <a:cubicBezTo>
                  <a:pt x="2697480" y="3333750"/>
                  <a:pt x="2700623" y="3330702"/>
                  <a:pt x="2700623" y="3326892"/>
                </a:cubicBezTo>
                <a:lnTo>
                  <a:pt x="2700623" y="3323654"/>
                </a:lnTo>
                <a:lnTo>
                  <a:pt x="2722626" y="3323654"/>
                </a:lnTo>
                <a:lnTo>
                  <a:pt x="2780252" y="3376232"/>
                </a:lnTo>
                <a:lnTo>
                  <a:pt x="2780252" y="3396710"/>
                </a:lnTo>
                <a:lnTo>
                  <a:pt x="2773109" y="3396710"/>
                </a:lnTo>
                <a:cubicBezTo>
                  <a:pt x="2769394" y="3396710"/>
                  <a:pt x="2766251" y="3399759"/>
                  <a:pt x="2766251" y="3403568"/>
                </a:cubicBezTo>
                <a:lnTo>
                  <a:pt x="2766251" y="3411665"/>
                </a:lnTo>
                <a:cubicBezTo>
                  <a:pt x="2766251" y="3415379"/>
                  <a:pt x="2769299" y="3418523"/>
                  <a:pt x="2773109" y="3418523"/>
                </a:cubicBezTo>
                <a:lnTo>
                  <a:pt x="2792159" y="3418523"/>
                </a:lnTo>
                <a:cubicBezTo>
                  <a:pt x="2795873" y="3418523"/>
                  <a:pt x="2799017" y="3415475"/>
                  <a:pt x="2799017" y="3411665"/>
                </a:cubicBezTo>
                <a:lnTo>
                  <a:pt x="2799017" y="3403568"/>
                </a:lnTo>
                <a:cubicBezTo>
                  <a:pt x="2799017" y="3399854"/>
                  <a:pt x="2795969" y="3396710"/>
                  <a:pt x="2792159" y="3396710"/>
                </a:cubicBezTo>
                <a:lnTo>
                  <a:pt x="2785015" y="3396710"/>
                </a:lnTo>
                <a:lnTo>
                  <a:pt x="2785015" y="3374136"/>
                </a:lnTo>
                <a:lnTo>
                  <a:pt x="2724436" y="3318891"/>
                </a:lnTo>
                <a:lnTo>
                  <a:pt x="2700528" y="3318891"/>
                </a:lnTo>
                <a:lnTo>
                  <a:pt x="2700528" y="3314224"/>
                </a:lnTo>
                <a:close/>
                <a:moveTo>
                  <a:pt x="2410397" y="3378803"/>
                </a:moveTo>
                <a:cubicBezTo>
                  <a:pt x="2410397" y="3379946"/>
                  <a:pt x="2409444" y="3380899"/>
                  <a:pt x="2408301" y="3380899"/>
                </a:cubicBezTo>
                <a:lnTo>
                  <a:pt x="2400205" y="3380899"/>
                </a:lnTo>
                <a:cubicBezTo>
                  <a:pt x="2399062" y="3380899"/>
                  <a:pt x="2398109" y="3379946"/>
                  <a:pt x="2398109" y="3378803"/>
                </a:cubicBezTo>
                <a:lnTo>
                  <a:pt x="2398109" y="3370707"/>
                </a:lnTo>
                <a:cubicBezTo>
                  <a:pt x="2398109" y="3369564"/>
                  <a:pt x="2399062" y="3368612"/>
                  <a:pt x="2400205" y="3368612"/>
                </a:cubicBezTo>
                <a:lnTo>
                  <a:pt x="2408301" y="3368612"/>
                </a:lnTo>
                <a:cubicBezTo>
                  <a:pt x="2409444" y="3368612"/>
                  <a:pt x="2410397" y="3369564"/>
                  <a:pt x="2410397" y="3370707"/>
                </a:cubicBezTo>
                <a:lnTo>
                  <a:pt x="2410397" y="3378803"/>
                </a:lnTo>
                <a:close/>
                <a:moveTo>
                  <a:pt x="2695766" y="3326702"/>
                </a:moveTo>
                <a:cubicBezTo>
                  <a:pt x="2695766" y="3327845"/>
                  <a:pt x="2694813" y="3328797"/>
                  <a:pt x="2693670" y="3328797"/>
                </a:cubicBezTo>
                <a:lnTo>
                  <a:pt x="2681002" y="3328797"/>
                </a:lnTo>
                <a:cubicBezTo>
                  <a:pt x="2679859" y="3328797"/>
                  <a:pt x="2678906" y="3327845"/>
                  <a:pt x="2678906" y="3326702"/>
                </a:cubicBezTo>
                <a:lnTo>
                  <a:pt x="2678906" y="3314034"/>
                </a:lnTo>
                <a:cubicBezTo>
                  <a:pt x="2678906" y="3312890"/>
                  <a:pt x="2679859" y="3311938"/>
                  <a:pt x="2681002" y="3311938"/>
                </a:cubicBezTo>
                <a:lnTo>
                  <a:pt x="2693670" y="3311938"/>
                </a:lnTo>
                <a:cubicBezTo>
                  <a:pt x="2694813" y="3311938"/>
                  <a:pt x="2695766" y="3312890"/>
                  <a:pt x="2695766" y="3314034"/>
                </a:cubicBezTo>
                <a:lnTo>
                  <a:pt x="2695766" y="3326702"/>
                </a:lnTo>
                <a:close/>
                <a:moveTo>
                  <a:pt x="2777490" y="3413284"/>
                </a:moveTo>
                <a:lnTo>
                  <a:pt x="2773109" y="3413284"/>
                </a:lnTo>
                <a:cubicBezTo>
                  <a:pt x="2771966" y="3413284"/>
                  <a:pt x="2771013" y="3412331"/>
                  <a:pt x="2771013" y="3411188"/>
                </a:cubicBezTo>
                <a:lnTo>
                  <a:pt x="2771013" y="3403092"/>
                </a:lnTo>
                <a:cubicBezTo>
                  <a:pt x="2771013" y="3401949"/>
                  <a:pt x="2771966" y="3400997"/>
                  <a:pt x="2773109" y="3400997"/>
                </a:cubicBezTo>
                <a:lnTo>
                  <a:pt x="2777490" y="3400997"/>
                </a:lnTo>
                <a:lnTo>
                  <a:pt x="2777490" y="3413188"/>
                </a:lnTo>
                <a:close/>
                <a:moveTo>
                  <a:pt x="2788063" y="3401092"/>
                </a:moveTo>
                <a:lnTo>
                  <a:pt x="2792159" y="3401092"/>
                </a:lnTo>
                <a:cubicBezTo>
                  <a:pt x="2793302" y="3401092"/>
                  <a:pt x="2794254" y="3402044"/>
                  <a:pt x="2794254" y="3403187"/>
                </a:cubicBezTo>
                <a:lnTo>
                  <a:pt x="2794254" y="3411284"/>
                </a:lnTo>
                <a:cubicBezTo>
                  <a:pt x="2794254" y="3412427"/>
                  <a:pt x="2793302" y="3413379"/>
                  <a:pt x="2792159" y="3413379"/>
                </a:cubicBezTo>
                <a:lnTo>
                  <a:pt x="2788063" y="3413379"/>
                </a:lnTo>
                <a:lnTo>
                  <a:pt x="2788063" y="3401187"/>
                </a:lnTo>
                <a:close/>
                <a:moveTo>
                  <a:pt x="2319814" y="2857976"/>
                </a:moveTo>
                <a:lnTo>
                  <a:pt x="2323338" y="2861120"/>
                </a:lnTo>
                <a:lnTo>
                  <a:pt x="2310670" y="2875407"/>
                </a:lnTo>
                <a:lnTo>
                  <a:pt x="2307146" y="2872264"/>
                </a:lnTo>
                <a:lnTo>
                  <a:pt x="2319814" y="2857976"/>
                </a:lnTo>
                <a:close/>
                <a:moveTo>
                  <a:pt x="2969895" y="2559272"/>
                </a:moveTo>
                <a:cubicBezTo>
                  <a:pt x="2969895" y="2554034"/>
                  <a:pt x="2965609" y="2549747"/>
                  <a:pt x="2960370" y="2549747"/>
                </a:cubicBezTo>
                <a:cubicBezTo>
                  <a:pt x="2955131" y="2549747"/>
                  <a:pt x="2950845" y="2554034"/>
                  <a:pt x="2950845" y="2559272"/>
                </a:cubicBezTo>
                <a:cubicBezTo>
                  <a:pt x="2950845" y="2559368"/>
                  <a:pt x="2950845" y="2559463"/>
                  <a:pt x="2950845" y="2559558"/>
                </a:cubicBezTo>
                <a:lnTo>
                  <a:pt x="2821019" y="2559558"/>
                </a:lnTo>
                <a:lnTo>
                  <a:pt x="2793778" y="2518505"/>
                </a:lnTo>
                <a:lnTo>
                  <a:pt x="2793778" y="2454117"/>
                </a:lnTo>
                <a:cubicBezTo>
                  <a:pt x="2795207" y="2453830"/>
                  <a:pt x="2796635" y="2453354"/>
                  <a:pt x="2797683" y="2452211"/>
                </a:cubicBezTo>
                <a:cubicBezTo>
                  <a:pt x="2799017" y="2450878"/>
                  <a:pt x="2799779" y="2449068"/>
                  <a:pt x="2799779" y="2447068"/>
                </a:cubicBezTo>
                <a:cubicBezTo>
                  <a:pt x="2799779" y="2445068"/>
                  <a:pt x="2799017" y="2443353"/>
                  <a:pt x="2797683" y="2441924"/>
                </a:cubicBezTo>
                <a:cubicBezTo>
                  <a:pt x="2794921" y="2439162"/>
                  <a:pt x="2790159" y="2439162"/>
                  <a:pt x="2787492" y="2441924"/>
                </a:cubicBezTo>
                <a:cubicBezTo>
                  <a:pt x="2786158" y="2443258"/>
                  <a:pt x="2785396" y="2445068"/>
                  <a:pt x="2785396" y="2447068"/>
                </a:cubicBezTo>
                <a:cubicBezTo>
                  <a:pt x="2785396" y="2449068"/>
                  <a:pt x="2786158" y="2450783"/>
                  <a:pt x="2787492" y="2452211"/>
                </a:cubicBezTo>
                <a:cubicBezTo>
                  <a:pt x="2788539" y="2453259"/>
                  <a:pt x="2789968" y="2453830"/>
                  <a:pt x="2791397" y="2454117"/>
                </a:cubicBezTo>
                <a:lnTo>
                  <a:pt x="2791397" y="2519172"/>
                </a:lnTo>
                <a:lnTo>
                  <a:pt x="2819781" y="2561939"/>
                </a:lnTo>
                <a:lnTo>
                  <a:pt x="2951321" y="2561939"/>
                </a:lnTo>
                <a:cubicBezTo>
                  <a:pt x="2952464" y="2565845"/>
                  <a:pt x="2955988" y="2568797"/>
                  <a:pt x="2960275" y="2568797"/>
                </a:cubicBezTo>
                <a:cubicBezTo>
                  <a:pt x="2965513" y="2568797"/>
                  <a:pt x="2969800" y="2564511"/>
                  <a:pt x="2969800" y="2559272"/>
                </a:cubicBezTo>
                <a:close/>
                <a:moveTo>
                  <a:pt x="2789206" y="2450592"/>
                </a:moveTo>
                <a:cubicBezTo>
                  <a:pt x="2788253" y="2449640"/>
                  <a:pt x="2787777" y="2448497"/>
                  <a:pt x="2787777" y="2447163"/>
                </a:cubicBezTo>
                <a:cubicBezTo>
                  <a:pt x="2787777" y="2445830"/>
                  <a:pt x="2788253" y="2444687"/>
                  <a:pt x="2789206" y="2443734"/>
                </a:cubicBezTo>
                <a:cubicBezTo>
                  <a:pt x="2790159" y="2442782"/>
                  <a:pt x="2791397" y="2442305"/>
                  <a:pt x="2792635" y="2442305"/>
                </a:cubicBezTo>
                <a:cubicBezTo>
                  <a:pt x="2793873" y="2442305"/>
                  <a:pt x="2795111" y="2442782"/>
                  <a:pt x="2796064" y="2443734"/>
                </a:cubicBezTo>
                <a:cubicBezTo>
                  <a:pt x="2797969" y="2445639"/>
                  <a:pt x="2797969" y="2448687"/>
                  <a:pt x="2796064" y="2450592"/>
                </a:cubicBezTo>
                <a:cubicBezTo>
                  <a:pt x="2794159" y="2452497"/>
                  <a:pt x="2791111" y="2452497"/>
                  <a:pt x="2789206" y="2450592"/>
                </a:cubicBezTo>
                <a:close/>
                <a:moveTo>
                  <a:pt x="2955608" y="2559272"/>
                </a:moveTo>
                <a:cubicBezTo>
                  <a:pt x="2955608" y="2556605"/>
                  <a:pt x="2957703" y="2554510"/>
                  <a:pt x="2960370" y="2554510"/>
                </a:cubicBezTo>
                <a:cubicBezTo>
                  <a:pt x="2963037" y="2554510"/>
                  <a:pt x="2965133" y="2556605"/>
                  <a:pt x="2965133" y="2559272"/>
                </a:cubicBezTo>
                <a:cubicBezTo>
                  <a:pt x="2965133" y="2561939"/>
                  <a:pt x="2963037" y="2564035"/>
                  <a:pt x="2960370" y="2564035"/>
                </a:cubicBezTo>
                <a:cubicBezTo>
                  <a:pt x="2957703" y="2564035"/>
                  <a:pt x="2955608" y="2561939"/>
                  <a:pt x="2955608" y="2559272"/>
                </a:cubicBezTo>
                <a:close/>
                <a:moveTo>
                  <a:pt x="2775395" y="2580513"/>
                </a:moveTo>
                <a:cubicBezTo>
                  <a:pt x="2777300" y="2580513"/>
                  <a:pt x="2779109" y="2579846"/>
                  <a:pt x="2780538" y="2578418"/>
                </a:cubicBezTo>
                <a:cubicBezTo>
                  <a:pt x="2781586" y="2577370"/>
                  <a:pt x="2782157" y="2575941"/>
                  <a:pt x="2782443" y="2574417"/>
                </a:cubicBezTo>
                <a:lnTo>
                  <a:pt x="2793587" y="2574417"/>
                </a:lnTo>
                <a:lnTo>
                  <a:pt x="2801493" y="2582609"/>
                </a:lnTo>
                <a:lnTo>
                  <a:pt x="2894838" y="2583085"/>
                </a:lnTo>
                <a:lnTo>
                  <a:pt x="2907506" y="2593658"/>
                </a:lnTo>
                <a:lnTo>
                  <a:pt x="2941415" y="2593658"/>
                </a:lnTo>
                <a:cubicBezTo>
                  <a:pt x="2941987" y="2596992"/>
                  <a:pt x="2944844" y="2599659"/>
                  <a:pt x="2948369" y="2599659"/>
                </a:cubicBezTo>
                <a:cubicBezTo>
                  <a:pt x="2952369" y="2599659"/>
                  <a:pt x="2955512" y="2596420"/>
                  <a:pt x="2955512" y="2592515"/>
                </a:cubicBezTo>
                <a:cubicBezTo>
                  <a:pt x="2955512" y="2588609"/>
                  <a:pt x="2952274" y="2585371"/>
                  <a:pt x="2948369" y="2585371"/>
                </a:cubicBezTo>
                <a:cubicBezTo>
                  <a:pt x="2944844" y="2585371"/>
                  <a:pt x="2941987" y="2587943"/>
                  <a:pt x="2941415" y="2591372"/>
                </a:cubicBezTo>
                <a:lnTo>
                  <a:pt x="2908363" y="2591372"/>
                </a:lnTo>
                <a:lnTo>
                  <a:pt x="2895695" y="2580799"/>
                </a:lnTo>
                <a:lnTo>
                  <a:pt x="2802446" y="2580323"/>
                </a:lnTo>
                <a:lnTo>
                  <a:pt x="2794540" y="2572131"/>
                </a:lnTo>
                <a:lnTo>
                  <a:pt x="2782348" y="2572131"/>
                </a:lnTo>
                <a:cubicBezTo>
                  <a:pt x="2782062" y="2570607"/>
                  <a:pt x="2781491" y="2569274"/>
                  <a:pt x="2780443" y="2568130"/>
                </a:cubicBezTo>
                <a:cubicBezTo>
                  <a:pt x="2777585" y="2565273"/>
                  <a:pt x="2772918" y="2565273"/>
                  <a:pt x="2770061" y="2568130"/>
                </a:cubicBezTo>
                <a:cubicBezTo>
                  <a:pt x="2767203" y="2570988"/>
                  <a:pt x="2767203" y="2575655"/>
                  <a:pt x="2770061" y="2578513"/>
                </a:cubicBezTo>
                <a:cubicBezTo>
                  <a:pt x="2771489" y="2579942"/>
                  <a:pt x="2773394" y="2580609"/>
                  <a:pt x="2775204" y="2580609"/>
                </a:cubicBezTo>
                <a:close/>
                <a:moveTo>
                  <a:pt x="2948369" y="2590038"/>
                </a:moveTo>
                <a:cubicBezTo>
                  <a:pt x="2949702" y="2590038"/>
                  <a:pt x="2950750" y="2591086"/>
                  <a:pt x="2950750" y="2592419"/>
                </a:cubicBezTo>
                <a:cubicBezTo>
                  <a:pt x="2950750" y="2593753"/>
                  <a:pt x="2949702" y="2594801"/>
                  <a:pt x="2948369" y="2594801"/>
                </a:cubicBezTo>
                <a:cubicBezTo>
                  <a:pt x="2947035" y="2594801"/>
                  <a:pt x="2945987" y="2593753"/>
                  <a:pt x="2945987" y="2592419"/>
                </a:cubicBezTo>
                <a:cubicBezTo>
                  <a:pt x="2945987" y="2591086"/>
                  <a:pt x="2947035" y="2590038"/>
                  <a:pt x="2948369" y="2590038"/>
                </a:cubicBezTo>
                <a:close/>
                <a:moveTo>
                  <a:pt x="2773585" y="2571369"/>
                </a:moveTo>
                <a:cubicBezTo>
                  <a:pt x="2774061" y="2570893"/>
                  <a:pt x="2774728" y="2570607"/>
                  <a:pt x="2775395" y="2570607"/>
                </a:cubicBezTo>
                <a:cubicBezTo>
                  <a:pt x="2776061" y="2570607"/>
                  <a:pt x="2776728" y="2570893"/>
                  <a:pt x="2777204" y="2571369"/>
                </a:cubicBezTo>
                <a:cubicBezTo>
                  <a:pt x="2777680" y="2571845"/>
                  <a:pt x="2777967" y="2572512"/>
                  <a:pt x="2777967" y="2573179"/>
                </a:cubicBezTo>
                <a:cubicBezTo>
                  <a:pt x="2777967" y="2573846"/>
                  <a:pt x="2777680" y="2574512"/>
                  <a:pt x="2777204" y="2574988"/>
                </a:cubicBezTo>
                <a:cubicBezTo>
                  <a:pt x="2776252" y="2575941"/>
                  <a:pt x="2774633" y="2575941"/>
                  <a:pt x="2773585" y="2574988"/>
                </a:cubicBezTo>
                <a:cubicBezTo>
                  <a:pt x="2772632" y="2574036"/>
                  <a:pt x="2772632" y="2572417"/>
                  <a:pt x="2773585" y="2571369"/>
                </a:cubicBezTo>
                <a:close/>
                <a:moveTo>
                  <a:pt x="2801303" y="2280952"/>
                </a:moveTo>
                <a:lnTo>
                  <a:pt x="2808446" y="2280952"/>
                </a:lnTo>
                <a:lnTo>
                  <a:pt x="2808446" y="2289334"/>
                </a:lnTo>
                <a:lnTo>
                  <a:pt x="2801303" y="2289334"/>
                </a:lnTo>
                <a:lnTo>
                  <a:pt x="2801303" y="2280952"/>
                </a:lnTo>
                <a:close/>
                <a:moveTo>
                  <a:pt x="2801303" y="2264093"/>
                </a:moveTo>
                <a:lnTo>
                  <a:pt x="2808446" y="2264093"/>
                </a:lnTo>
                <a:lnTo>
                  <a:pt x="2808446" y="2272475"/>
                </a:lnTo>
                <a:lnTo>
                  <a:pt x="2801303" y="2272475"/>
                </a:lnTo>
                <a:lnTo>
                  <a:pt x="2801303" y="2264093"/>
                </a:lnTo>
                <a:close/>
                <a:moveTo>
                  <a:pt x="2808446" y="2255615"/>
                </a:moveTo>
                <a:lnTo>
                  <a:pt x="2801303" y="2255615"/>
                </a:lnTo>
                <a:lnTo>
                  <a:pt x="2801303" y="2247233"/>
                </a:lnTo>
                <a:lnTo>
                  <a:pt x="2808446" y="2247233"/>
                </a:lnTo>
                <a:lnTo>
                  <a:pt x="2808446" y="2255615"/>
                </a:lnTo>
                <a:close/>
                <a:moveTo>
                  <a:pt x="2932843" y="2524030"/>
                </a:moveTo>
                <a:lnTo>
                  <a:pt x="2944178" y="2524030"/>
                </a:lnTo>
                <a:cubicBezTo>
                  <a:pt x="2944844" y="2524030"/>
                  <a:pt x="2945321" y="2523459"/>
                  <a:pt x="2945321" y="2522887"/>
                </a:cubicBezTo>
                <a:lnTo>
                  <a:pt x="2945321" y="2511552"/>
                </a:lnTo>
                <a:cubicBezTo>
                  <a:pt x="2945321" y="2510885"/>
                  <a:pt x="2944749" y="2510409"/>
                  <a:pt x="2944178" y="2510409"/>
                </a:cubicBezTo>
                <a:lnTo>
                  <a:pt x="2932843" y="2510409"/>
                </a:lnTo>
                <a:cubicBezTo>
                  <a:pt x="2932176" y="2510409"/>
                  <a:pt x="2931700" y="2510980"/>
                  <a:pt x="2931700" y="2511552"/>
                </a:cubicBezTo>
                <a:lnTo>
                  <a:pt x="2931700" y="2514886"/>
                </a:lnTo>
                <a:lnTo>
                  <a:pt x="2910935" y="2514886"/>
                </a:lnTo>
                <a:lnTo>
                  <a:pt x="2910935" y="2439829"/>
                </a:lnTo>
                <a:cubicBezTo>
                  <a:pt x="2910935" y="2438495"/>
                  <a:pt x="2909888" y="2437448"/>
                  <a:pt x="2908554" y="2437448"/>
                </a:cubicBezTo>
                <a:lnTo>
                  <a:pt x="2831497" y="2437448"/>
                </a:lnTo>
                <a:cubicBezTo>
                  <a:pt x="2830735" y="2437448"/>
                  <a:pt x="2829973" y="2437829"/>
                  <a:pt x="2829592" y="2438495"/>
                </a:cubicBezTo>
                <a:lnTo>
                  <a:pt x="2816162" y="2457450"/>
                </a:lnTo>
                <a:cubicBezTo>
                  <a:pt x="2815114" y="2457641"/>
                  <a:pt x="2813971" y="2457831"/>
                  <a:pt x="2812923" y="2458307"/>
                </a:cubicBezTo>
                <a:cubicBezTo>
                  <a:pt x="2807970" y="2460784"/>
                  <a:pt x="2805970" y="2466880"/>
                  <a:pt x="2808446" y="2471833"/>
                </a:cubicBezTo>
                <a:cubicBezTo>
                  <a:pt x="2809685" y="2474214"/>
                  <a:pt x="2811780" y="2475929"/>
                  <a:pt x="2814161" y="2476786"/>
                </a:cubicBezTo>
                <a:lnTo>
                  <a:pt x="2814161" y="2515076"/>
                </a:lnTo>
                <a:lnTo>
                  <a:pt x="2828163" y="2537460"/>
                </a:lnTo>
                <a:lnTo>
                  <a:pt x="2876264" y="2537460"/>
                </a:lnTo>
                <a:lnTo>
                  <a:pt x="2876264" y="2540508"/>
                </a:lnTo>
                <a:cubicBezTo>
                  <a:pt x="2876264" y="2542794"/>
                  <a:pt x="2878074" y="2544604"/>
                  <a:pt x="2880360" y="2544604"/>
                </a:cubicBezTo>
                <a:lnTo>
                  <a:pt x="2891885" y="2544604"/>
                </a:lnTo>
                <a:cubicBezTo>
                  <a:pt x="2894171" y="2544604"/>
                  <a:pt x="2895981" y="2542794"/>
                  <a:pt x="2895981" y="2540508"/>
                </a:cubicBezTo>
                <a:lnTo>
                  <a:pt x="2895981" y="2528983"/>
                </a:lnTo>
                <a:cubicBezTo>
                  <a:pt x="2895981" y="2526697"/>
                  <a:pt x="2894171" y="2524887"/>
                  <a:pt x="2891885" y="2524887"/>
                </a:cubicBezTo>
                <a:lnTo>
                  <a:pt x="2887313" y="2524887"/>
                </a:lnTo>
                <a:lnTo>
                  <a:pt x="2887313" y="2481834"/>
                </a:lnTo>
                <a:lnTo>
                  <a:pt x="2870645" y="2467070"/>
                </a:lnTo>
                <a:cubicBezTo>
                  <a:pt x="2870645" y="2467070"/>
                  <a:pt x="2870835" y="2466309"/>
                  <a:pt x="2870835" y="2465927"/>
                </a:cubicBezTo>
                <a:cubicBezTo>
                  <a:pt x="2870835" y="2464403"/>
                  <a:pt x="2870263" y="2462879"/>
                  <a:pt x="2869025" y="2461641"/>
                </a:cubicBezTo>
                <a:cubicBezTo>
                  <a:pt x="2866644" y="2459260"/>
                  <a:pt x="2862834" y="2459260"/>
                  <a:pt x="2860453" y="2461641"/>
                </a:cubicBezTo>
                <a:cubicBezTo>
                  <a:pt x="2859596" y="2462498"/>
                  <a:pt x="2859119" y="2463642"/>
                  <a:pt x="2858929" y="2464689"/>
                </a:cubicBezTo>
                <a:lnTo>
                  <a:pt x="2846546" y="2464689"/>
                </a:lnTo>
                <a:lnTo>
                  <a:pt x="2836069" y="2475929"/>
                </a:lnTo>
                <a:lnTo>
                  <a:pt x="2836069" y="2496884"/>
                </a:lnTo>
                <a:lnTo>
                  <a:pt x="2845213" y="2509838"/>
                </a:lnTo>
                <a:lnTo>
                  <a:pt x="2859881" y="2509838"/>
                </a:lnTo>
                <a:cubicBezTo>
                  <a:pt x="2860167" y="2511267"/>
                  <a:pt x="2860738" y="2512695"/>
                  <a:pt x="2861786" y="2513743"/>
                </a:cubicBezTo>
                <a:cubicBezTo>
                  <a:pt x="2863120" y="2515076"/>
                  <a:pt x="2864930" y="2515838"/>
                  <a:pt x="2866930" y="2515838"/>
                </a:cubicBezTo>
                <a:cubicBezTo>
                  <a:pt x="2868930" y="2515838"/>
                  <a:pt x="2870645" y="2515076"/>
                  <a:pt x="2872073" y="2513743"/>
                </a:cubicBezTo>
                <a:cubicBezTo>
                  <a:pt x="2874931" y="2510885"/>
                  <a:pt x="2874931" y="2506313"/>
                  <a:pt x="2872073" y="2503551"/>
                </a:cubicBezTo>
                <a:cubicBezTo>
                  <a:pt x="2869216" y="2500694"/>
                  <a:pt x="2864644" y="2500694"/>
                  <a:pt x="2861882" y="2503551"/>
                </a:cubicBezTo>
                <a:cubicBezTo>
                  <a:pt x="2860834" y="2504599"/>
                  <a:pt x="2860262" y="2506028"/>
                  <a:pt x="2859977" y="2507456"/>
                </a:cubicBezTo>
                <a:lnTo>
                  <a:pt x="2846546" y="2507456"/>
                </a:lnTo>
                <a:lnTo>
                  <a:pt x="2838545" y="2496122"/>
                </a:lnTo>
                <a:lnTo>
                  <a:pt x="2838545" y="2476881"/>
                </a:lnTo>
                <a:lnTo>
                  <a:pt x="2847689" y="2467070"/>
                </a:lnTo>
                <a:lnTo>
                  <a:pt x="2859024" y="2467070"/>
                </a:lnTo>
                <a:cubicBezTo>
                  <a:pt x="2859215" y="2468213"/>
                  <a:pt x="2859691" y="2469261"/>
                  <a:pt x="2860548" y="2470118"/>
                </a:cubicBezTo>
                <a:cubicBezTo>
                  <a:pt x="2862929" y="2472500"/>
                  <a:pt x="2866739" y="2472500"/>
                  <a:pt x="2869121" y="2470118"/>
                </a:cubicBezTo>
                <a:cubicBezTo>
                  <a:pt x="2869406" y="2469833"/>
                  <a:pt x="2869502" y="2469547"/>
                  <a:pt x="2869692" y="2469261"/>
                </a:cubicBezTo>
                <a:lnTo>
                  <a:pt x="2884932" y="2482882"/>
                </a:lnTo>
                <a:lnTo>
                  <a:pt x="2884932" y="2524792"/>
                </a:lnTo>
                <a:lnTo>
                  <a:pt x="2880360" y="2524792"/>
                </a:lnTo>
                <a:cubicBezTo>
                  <a:pt x="2878074" y="2524792"/>
                  <a:pt x="2876264" y="2526602"/>
                  <a:pt x="2876264" y="2528888"/>
                </a:cubicBezTo>
                <a:lnTo>
                  <a:pt x="2876264" y="2532602"/>
                </a:lnTo>
                <a:lnTo>
                  <a:pt x="2830735" y="2532602"/>
                </a:lnTo>
                <a:lnTo>
                  <a:pt x="2818829" y="2513648"/>
                </a:lnTo>
                <a:lnTo>
                  <a:pt x="2818829" y="2477167"/>
                </a:lnTo>
                <a:cubicBezTo>
                  <a:pt x="2819876" y="2476976"/>
                  <a:pt x="2820924" y="2476786"/>
                  <a:pt x="2821877" y="2476214"/>
                </a:cubicBezTo>
                <a:cubicBezTo>
                  <a:pt x="2826830" y="2473738"/>
                  <a:pt x="2828830" y="2467642"/>
                  <a:pt x="2826353" y="2462689"/>
                </a:cubicBezTo>
                <a:cubicBezTo>
                  <a:pt x="2825305" y="2460593"/>
                  <a:pt x="2823496" y="2459069"/>
                  <a:pt x="2821305" y="2458117"/>
                </a:cubicBezTo>
                <a:lnTo>
                  <a:pt x="2832640" y="2442115"/>
                </a:lnTo>
                <a:lnTo>
                  <a:pt x="2906078" y="2442115"/>
                </a:lnTo>
                <a:lnTo>
                  <a:pt x="2906078" y="2517172"/>
                </a:lnTo>
                <a:cubicBezTo>
                  <a:pt x="2906078" y="2518505"/>
                  <a:pt x="2907125" y="2519553"/>
                  <a:pt x="2908459" y="2519553"/>
                </a:cubicBezTo>
                <a:lnTo>
                  <a:pt x="2931605" y="2519553"/>
                </a:lnTo>
                <a:lnTo>
                  <a:pt x="2931605" y="2522887"/>
                </a:lnTo>
                <a:cubicBezTo>
                  <a:pt x="2931605" y="2523554"/>
                  <a:pt x="2932176" y="2524030"/>
                  <a:pt x="2932748" y="2524030"/>
                </a:cubicBezTo>
                <a:close/>
                <a:moveTo>
                  <a:pt x="2933986" y="2512695"/>
                </a:moveTo>
                <a:lnTo>
                  <a:pt x="2942939" y="2512695"/>
                </a:lnTo>
                <a:lnTo>
                  <a:pt x="2942939" y="2521649"/>
                </a:lnTo>
                <a:lnTo>
                  <a:pt x="2933986" y="2521649"/>
                </a:lnTo>
                <a:lnTo>
                  <a:pt x="2933986" y="2512695"/>
                </a:lnTo>
                <a:close/>
                <a:moveTo>
                  <a:pt x="2863596" y="2505075"/>
                </a:moveTo>
                <a:cubicBezTo>
                  <a:pt x="2864549" y="2504123"/>
                  <a:pt x="2865787" y="2503646"/>
                  <a:pt x="2867025" y="2503646"/>
                </a:cubicBezTo>
                <a:cubicBezTo>
                  <a:pt x="2868263" y="2503646"/>
                  <a:pt x="2869502" y="2504123"/>
                  <a:pt x="2870454" y="2505075"/>
                </a:cubicBezTo>
                <a:cubicBezTo>
                  <a:pt x="2872359" y="2506980"/>
                  <a:pt x="2872359" y="2510028"/>
                  <a:pt x="2870454" y="2511933"/>
                </a:cubicBezTo>
                <a:cubicBezTo>
                  <a:pt x="2868549" y="2513838"/>
                  <a:pt x="2865501" y="2513838"/>
                  <a:pt x="2863596" y="2511933"/>
                </a:cubicBezTo>
                <a:cubicBezTo>
                  <a:pt x="2862644" y="2510980"/>
                  <a:pt x="2862167" y="2509838"/>
                  <a:pt x="2862167" y="2508504"/>
                </a:cubicBezTo>
                <a:cubicBezTo>
                  <a:pt x="2862167" y="2507171"/>
                  <a:pt x="2862644" y="2506028"/>
                  <a:pt x="2863596" y="2505075"/>
                </a:cubicBezTo>
                <a:close/>
                <a:moveTo>
                  <a:pt x="2878646" y="2528792"/>
                </a:moveTo>
                <a:cubicBezTo>
                  <a:pt x="2878646" y="2527840"/>
                  <a:pt x="2879408" y="2527078"/>
                  <a:pt x="2880360" y="2527078"/>
                </a:cubicBezTo>
                <a:lnTo>
                  <a:pt x="2891885" y="2527078"/>
                </a:lnTo>
                <a:cubicBezTo>
                  <a:pt x="2892838" y="2527078"/>
                  <a:pt x="2893600" y="2527840"/>
                  <a:pt x="2893600" y="2528792"/>
                </a:cubicBezTo>
                <a:lnTo>
                  <a:pt x="2893600" y="2540318"/>
                </a:lnTo>
                <a:cubicBezTo>
                  <a:pt x="2893600" y="2541270"/>
                  <a:pt x="2892838" y="2542032"/>
                  <a:pt x="2891885" y="2542032"/>
                </a:cubicBezTo>
                <a:lnTo>
                  <a:pt x="2880360" y="2542032"/>
                </a:lnTo>
                <a:cubicBezTo>
                  <a:pt x="2879408" y="2542032"/>
                  <a:pt x="2878646" y="2541270"/>
                  <a:pt x="2878646" y="2540318"/>
                </a:cubicBezTo>
                <a:lnTo>
                  <a:pt x="2878646" y="2528792"/>
                </a:lnTo>
                <a:close/>
                <a:moveTo>
                  <a:pt x="2824353" y="2463737"/>
                </a:moveTo>
                <a:cubicBezTo>
                  <a:pt x="2826258" y="2467547"/>
                  <a:pt x="2824734" y="2472214"/>
                  <a:pt x="2820924" y="2474119"/>
                </a:cubicBezTo>
                <a:cubicBezTo>
                  <a:pt x="2817114" y="2476024"/>
                  <a:pt x="2812447" y="2474500"/>
                  <a:pt x="2810542" y="2470690"/>
                </a:cubicBezTo>
                <a:cubicBezTo>
                  <a:pt x="2808637" y="2466880"/>
                  <a:pt x="2810161" y="2462213"/>
                  <a:pt x="2813971" y="2460308"/>
                </a:cubicBezTo>
                <a:cubicBezTo>
                  <a:pt x="2815019" y="2459736"/>
                  <a:pt x="2816257" y="2459450"/>
                  <a:pt x="2817400" y="2459450"/>
                </a:cubicBezTo>
                <a:cubicBezTo>
                  <a:pt x="2818162" y="2459450"/>
                  <a:pt x="2818829" y="2459546"/>
                  <a:pt x="2819591" y="2459831"/>
                </a:cubicBezTo>
                <a:lnTo>
                  <a:pt x="2819972" y="2460117"/>
                </a:lnTo>
                <a:lnTo>
                  <a:pt x="2819972" y="2460117"/>
                </a:lnTo>
                <a:cubicBezTo>
                  <a:pt x="2821877" y="2460688"/>
                  <a:pt x="2823401" y="2461927"/>
                  <a:pt x="2824258" y="2463737"/>
                </a:cubicBezTo>
                <a:close/>
                <a:moveTo>
                  <a:pt x="2292572" y="2812923"/>
                </a:moveTo>
                <a:lnTo>
                  <a:pt x="2297716" y="2807208"/>
                </a:lnTo>
                <a:lnTo>
                  <a:pt x="2292763" y="2802636"/>
                </a:lnTo>
                <a:lnTo>
                  <a:pt x="2296001" y="2799112"/>
                </a:lnTo>
                <a:lnTo>
                  <a:pt x="2304383" y="2806827"/>
                </a:lnTo>
                <a:lnTo>
                  <a:pt x="2296192" y="2816067"/>
                </a:lnTo>
                <a:lnTo>
                  <a:pt x="2292668" y="2812923"/>
                </a:lnTo>
                <a:close/>
                <a:moveTo>
                  <a:pt x="2578703" y="3247644"/>
                </a:moveTo>
                <a:lnTo>
                  <a:pt x="2654999" y="3176778"/>
                </a:lnTo>
                <a:lnTo>
                  <a:pt x="2676620" y="3176778"/>
                </a:lnTo>
                <a:cubicBezTo>
                  <a:pt x="2676620" y="3176778"/>
                  <a:pt x="2676620" y="3180684"/>
                  <a:pt x="2676620" y="3180684"/>
                </a:cubicBezTo>
                <a:cubicBezTo>
                  <a:pt x="2676620" y="3183160"/>
                  <a:pt x="2678621" y="3185160"/>
                  <a:pt x="2681097" y="3185160"/>
                </a:cubicBezTo>
                <a:lnTo>
                  <a:pt x="2693765" y="3185160"/>
                </a:lnTo>
                <a:cubicBezTo>
                  <a:pt x="2696242" y="3185160"/>
                  <a:pt x="2698242" y="3183160"/>
                  <a:pt x="2698242" y="3180684"/>
                </a:cubicBezTo>
                <a:lnTo>
                  <a:pt x="2698242" y="3168015"/>
                </a:lnTo>
                <a:cubicBezTo>
                  <a:pt x="2698242" y="3165538"/>
                  <a:pt x="2696242" y="3163538"/>
                  <a:pt x="2693765" y="3163538"/>
                </a:cubicBezTo>
                <a:lnTo>
                  <a:pt x="2681097" y="3163538"/>
                </a:lnTo>
                <a:cubicBezTo>
                  <a:pt x="2678621" y="3163538"/>
                  <a:pt x="2676620" y="3165538"/>
                  <a:pt x="2676620" y="3168015"/>
                </a:cubicBezTo>
                <a:lnTo>
                  <a:pt x="2676620" y="3174111"/>
                </a:lnTo>
                <a:lnTo>
                  <a:pt x="2676620" y="3171920"/>
                </a:lnTo>
                <a:cubicBezTo>
                  <a:pt x="2676620" y="3171920"/>
                  <a:pt x="2653189" y="3171920"/>
                  <a:pt x="2653189" y="3171920"/>
                </a:cubicBezTo>
                <a:lnTo>
                  <a:pt x="2576894" y="3242786"/>
                </a:lnTo>
                <a:lnTo>
                  <a:pt x="2534984" y="3242977"/>
                </a:lnTo>
                <a:lnTo>
                  <a:pt x="2512505" y="3225451"/>
                </a:lnTo>
                <a:lnTo>
                  <a:pt x="2441924" y="3225451"/>
                </a:lnTo>
                <a:cubicBezTo>
                  <a:pt x="2441258" y="3222879"/>
                  <a:pt x="2439638" y="3220593"/>
                  <a:pt x="2437352" y="3219069"/>
                </a:cubicBezTo>
                <a:cubicBezTo>
                  <a:pt x="2434971" y="3217545"/>
                  <a:pt x="2432114" y="3217069"/>
                  <a:pt x="2429351" y="3217640"/>
                </a:cubicBezTo>
                <a:cubicBezTo>
                  <a:pt x="2426589" y="3218307"/>
                  <a:pt x="2424208" y="3219926"/>
                  <a:pt x="2422684" y="3222308"/>
                </a:cubicBezTo>
                <a:cubicBezTo>
                  <a:pt x="2421160" y="3224689"/>
                  <a:pt x="2420684" y="3227546"/>
                  <a:pt x="2421255" y="3230309"/>
                </a:cubicBezTo>
                <a:cubicBezTo>
                  <a:pt x="2422398" y="3235262"/>
                  <a:pt x="2426780" y="3238595"/>
                  <a:pt x="2431637" y="3238595"/>
                </a:cubicBezTo>
                <a:cubicBezTo>
                  <a:pt x="2432399" y="3238595"/>
                  <a:pt x="2433161" y="3238595"/>
                  <a:pt x="2433923" y="3238310"/>
                </a:cubicBezTo>
                <a:cubicBezTo>
                  <a:pt x="2438114" y="3237357"/>
                  <a:pt x="2441067" y="3234119"/>
                  <a:pt x="2441924" y="3230213"/>
                </a:cubicBezTo>
                <a:lnTo>
                  <a:pt x="2510790" y="3230213"/>
                </a:lnTo>
                <a:cubicBezTo>
                  <a:pt x="2510790" y="3230213"/>
                  <a:pt x="2533269" y="3247644"/>
                  <a:pt x="2533269" y="3247644"/>
                </a:cubicBezTo>
                <a:lnTo>
                  <a:pt x="2578703" y="3247359"/>
                </a:lnTo>
                <a:close/>
                <a:moveTo>
                  <a:pt x="2432876" y="3233928"/>
                </a:moveTo>
                <a:cubicBezTo>
                  <a:pt x="2429732" y="3234595"/>
                  <a:pt x="2426589" y="3232690"/>
                  <a:pt x="2425827" y="3229451"/>
                </a:cubicBezTo>
                <a:cubicBezTo>
                  <a:pt x="2425446" y="3227927"/>
                  <a:pt x="2425827" y="3226403"/>
                  <a:pt x="2426589" y="3225070"/>
                </a:cubicBezTo>
                <a:cubicBezTo>
                  <a:pt x="2427446" y="3223736"/>
                  <a:pt x="2428780" y="3222879"/>
                  <a:pt x="2430304" y="3222498"/>
                </a:cubicBezTo>
                <a:cubicBezTo>
                  <a:pt x="2430685" y="3222403"/>
                  <a:pt x="2431161" y="3222308"/>
                  <a:pt x="2431637" y="3222308"/>
                </a:cubicBezTo>
                <a:cubicBezTo>
                  <a:pt x="2432780" y="3222308"/>
                  <a:pt x="2433828" y="3222593"/>
                  <a:pt x="2434781" y="3223260"/>
                </a:cubicBezTo>
                <a:cubicBezTo>
                  <a:pt x="2436114" y="3224117"/>
                  <a:pt x="2436971" y="3225355"/>
                  <a:pt x="2437352" y="3226880"/>
                </a:cubicBezTo>
                <a:cubicBezTo>
                  <a:pt x="2438019" y="3230023"/>
                  <a:pt x="2436114" y="3233166"/>
                  <a:pt x="2432876" y="3233928"/>
                </a:cubicBezTo>
                <a:close/>
                <a:moveTo>
                  <a:pt x="2267903" y="2773394"/>
                </a:moveTo>
                <a:lnTo>
                  <a:pt x="2281904" y="2786253"/>
                </a:lnTo>
                <a:lnTo>
                  <a:pt x="2278666" y="2789777"/>
                </a:lnTo>
                <a:lnTo>
                  <a:pt x="2264664" y="2776919"/>
                </a:lnTo>
                <a:lnTo>
                  <a:pt x="2267903" y="2773394"/>
                </a:lnTo>
                <a:close/>
                <a:moveTo>
                  <a:pt x="2801303" y="2297811"/>
                </a:moveTo>
                <a:lnTo>
                  <a:pt x="2808446" y="2297811"/>
                </a:lnTo>
                <a:lnTo>
                  <a:pt x="2808446" y="2306193"/>
                </a:lnTo>
                <a:lnTo>
                  <a:pt x="2801303" y="2306193"/>
                </a:lnTo>
                <a:lnTo>
                  <a:pt x="2801303" y="2297811"/>
                </a:lnTo>
                <a:close/>
                <a:moveTo>
                  <a:pt x="2861501" y="2409063"/>
                </a:moveTo>
                <a:lnTo>
                  <a:pt x="2849594" y="2421350"/>
                </a:lnTo>
                <a:lnTo>
                  <a:pt x="2796635" y="2421350"/>
                </a:lnTo>
                <a:cubicBezTo>
                  <a:pt x="2796064" y="2418207"/>
                  <a:pt x="2793492" y="2415826"/>
                  <a:pt x="2790159" y="2415826"/>
                </a:cubicBezTo>
                <a:cubicBezTo>
                  <a:pt x="2786444" y="2415826"/>
                  <a:pt x="2783491" y="2418874"/>
                  <a:pt x="2783491" y="2422493"/>
                </a:cubicBezTo>
                <a:cubicBezTo>
                  <a:pt x="2783491" y="2426113"/>
                  <a:pt x="2786539" y="2429161"/>
                  <a:pt x="2790159" y="2429161"/>
                </a:cubicBezTo>
                <a:cubicBezTo>
                  <a:pt x="2793397" y="2429161"/>
                  <a:pt x="2796064" y="2426780"/>
                  <a:pt x="2796635" y="2423636"/>
                </a:cubicBezTo>
                <a:lnTo>
                  <a:pt x="2850642" y="2423636"/>
                </a:lnTo>
                <a:lnTo>
                  <a:pt x="2862548" y="2411349"/>
                </a:lnTo>
                <a:lnTo>
                  <a:pt x="2906840" y="2411349"/>
                </a:lnTo>
                <a:lnTo>
                  <a:pt x="2937129" y="2441448"/>
                </a:lnTo>
                <a:lnTo>
                  <a:pt x="2937129" y="2484406"/>
                </a:lnTo>
                <a:cubicBezTo>
                  <a:pt x="2933986" y="2484977"/>
                  <a:pt x="2931605" y="2487549"/>
                  <a:pt x="2931605" y="2490883"/>
                </a:cubicBezTo>
                <a:cubicBezTo>
                  <a:pt x="2931605" y="2494598"/>
                  <a:pt x="2934653" y="2497550"/>
                  <a:pt x="2938272" y="2497550"/>
                </a:cubicBezTo>
                <a:cubicBezTo>
                  <a:pt x="2941892" y="2497550"/>
                  <a:pt x="2944940" y="2494502"/>
                  <a:pt x="2944940" y="2490883"/>
                </a:cubicBezTo>
                <a:cubicBezTo>
                  <a:pt x="2944940" y="2487644"/>
                  <a:pt x="2942559" y="2484977"/>
                  <a:pt x="2939415" y="2484406"/>
                </a:cubicBezTo>
                <a:lnTo>
                  <a:pt x="2939415" y="2440400"/>
                </a:lnTo>
                <a:lnTo>
                  <a:pt x="2907697" y="2408873"/>
                </a:lnTo>
                <a:lnTo>
                  <a:pt x="2861405" y="2408873"/>
                </a:lnTo>
                <a:close/>
                <a:moveTo>
                  <a:pt x="2790159" y="2426875"/>
                </a:moveTo>
                <a:cubicBezTo>
                  <a:pt x="2787777" y="2426875"/>
                  <a:pt x="2785872" y="2424970"/>
                  <a:pt x="2785872" y="2422589"/>
                </a:cubicBezTo>
                <a:cubicBezTo>
                  <a:pt x="2785872" y="2420207"/>
                  <a:pt x="2787777" y="2418302"/>
                  <a:pt x="2790159" y="2418302"/>
                </a:cubicBezTo>
                <a:cubicBezTo>
                  <a:pt x="2792540" y="2418302"/>
                  <a:pt x="2794445" y="2420207"/>
                  <a:pt x="2794445" y="2422589"/>
                </a:cubicBezTo>
                <a:cubicBezTo>
                  <a:pt x="2794445" y="2424970"/>
                  <a:pt x="2792540" y="2426875"/>
                  <a:pt x="2790159" y="2426875"/>
                </a:cubicBezTo>
                <a:close/>
                <a:moveTo>
                  <a:pt x="2942654" y="2490978"/>
                </a:moveTo>
                <a:cubicBezTo>
                  <a:pt x="2942654" y="2493359"/>
                  <a:pt x="2940749" y="2495264"/>
                  <a:pt x="2938367" y="2495264"/>
                </a:cubicBezTo>
                <a:cubicBezTo>
                  <a:pt x="2935986" y="2495264"/>
                  <a:pt x="2934081" y="2493359"/>
                  <a:pt x="2934081" y="2490978"/>
                </a:cubicBezTo>
                <a:cubicBezTo>
                  <a:pt x="2934081" y="2488597"/>
                  <a:pt x="2935986" y="2486692"/>
                  <a:pt x="2938367" y="2486692"/>
                </a:cubicBezTo>
                <a:cubicBezTo>
                  <a:pt x="2940749" y="2486692"/>
                  <a:pt x="2942654" y="2488597"/>
                  <a:pt x="2942654" y="2490978"/>
                </a:cubicBezTo>
                <a:close/>
                <a:moveTo>
                  <a:pt x="2681097" y="3236214"/>
                </a:moveTo>
                <a:lnTo>
                  <a:pt x="2693765" y="3236214"/>
                </a:lnTo>
                <a:cubicBezTo>
                  <a:pt x="2697480" y="3236214"/>
                  <a:pt x="2700623" y="3233166"/>
                  <a:pt x="2700623" y="3229356"/>
                </a:cubicBezTo>
                <a:lnTo>
                  <a:pt x="2700623" y="3216688"/>
                </a:lnTo>
                <a:cubicBezTo>
                  <a:pt x="2700623" y="3212973"/>
                  <a:pt x="2697575" y="3209830"/>
                  <a:pt x="2693765" y="3209830"/>
                </a:cubicBezTo>
                <a:lnTo>
                  <a:pt x="2681097" y="3209830"/>
                </a:lnTo>
                <a:cubicBezTo>
                  <a:pt x="2677382" y="3209830"/>
                  <a:pt x="2674239" y="3212878"/>
                  <a:pt x="2674239" y="3216688"/>
                </a:cubicBezTo>
                <a:lnTo>
                  <a:pt x="2674239" y="3222022"/>
                </a:lnTo>
                <a:lnTo>
                  <a:pt x="2653189" y="3222022"/>
                </a:lnTo>
                <a:cubicBezTo>
                  <a:pt x="2653189" y="3222022"/>
                  <a:pt x="2576894" y="3292983"/>
                  <a:pt x="2576894" y="3292983"/>
                </a:cubicBezTo>
                <a:lnTo>
                  <a:pt x="2552700" y="3292983"/>
                </a:lnTo>
                <a:cubicBezTo>
                  <a:pt x="2552034" y="3290316"/>
                  <a:pt x="2550414" y="3287935"/>
                  <a:pt x="2548033" y="3286411"/>
                </a:cubicBezTo>
                <a:cubicBezTo>
                  <a:pt x="2545652" y="3284887"/>
                  <a:pt x="2542794" y="3284411"/>
                  <a:pt x="2540032" y="3284982"/>
                </a:cubicBezTo>
                <a:cubicBezTo>
                  <a:pt x="2534317" y="3286220"/>
                  <a:pt x="2530697" y="3291935"/>
                  <a:pt x="2531936" y="3297650"/>
                </a:cubicBezTo>
                <a:cubicBezTo>
                  <a:pt x="2533079" y="3302603"/>
                  <a:pt x="2537460" y="3305937"/>
                  <a:pt x="2542318" y="3305937"/>
                </a:cubicBezTo>
                <a:cubicBezTo>
                  <a:pt x="2543080" y="3305937"/>
                  <a:pt x="2543842" y="3305937"/>
                  <a:pt x="2544604" y="3305651"/>
                </a:cubicBezTo>
                <a:cubicBezTo>
                  <a:pt x="2548700" y="3304699"/>
                  <a:pt x="2551652" y="3301460"/>
                  <a:pt x="2552510" y="3297650"/>
                </a:cubicBezTo>
                <a:lnTo>
                  <a:pt x="2578608" y="3297650"/>
                </a:lnTo>
                <a:cubicBezTo>
                  <a:pt x="2578608" y="3297650"/>
                  <a:pt x="2654903" y="3226784"/>
                  <a:pt x="2654903" y="3226784"/>
                </a:cubicBezTo>
                <a:lnTo>
                  <a:pt x="2674144" y="3226784"/>
                </a:lnTo>
                <a:cubicBezTo>
                  <a:pt x="2674144" y="3226784"/>
                  <a:pt x="2674144" y="3229261"/>
                  <a:pt x="2674144" y="3229261"/>
                </a:cubicBezTo>
                <a:cubicBezTo>
                  <a:pt x="2674144" y="3232976"/>
                  <a:pt x="2677192" y="3236119"/>
                  <a:pt x="2681002" y="3236119"/>
                </a:cubicBezTo>
                <a:close/>
                <a:moveTo>
                  <a:pt x="2679002" y="3216688"/>
                </a:moveTo>
                <a:cubicBezTo>
                  <a:pt x="2679002" y="3215545"/>
                  <a:pt x="2679954" y="3214592"/>
                  <a:pt x="2681097" y="3214592"/>
                </a:cubicBezTo>
                <a:lnTo>
                  <a:pt x="2693765" y="3214592"/>
                </a:lnTo>
                <a:cubicBezTo>
                  <a:pt x="2694909" y="3214592"/>
                  <a:pt x="2695861" y="3215545"/>
                  <a:pt x="2695861" y="3216688"/>
                </a:cubicBezTo>
                <a:lnTo>
                  <a:pt x="2695861" y="3229356"/>
                </a:lnTo>
                <a:cubicBezTo>
                  <a:pt x="2695861" y="3230499"/>
                  <a:pt x="2694909" y="3231452"/>
                  <a:pt x="2693765" y="3231452"/>
                </a:cubicBezTo>
                <a:lnTo>
                  <a:pt x="2681097" y="3231452"/>
                </a:lnTo>
                <a:cubicBezTo>
                  <a:pt x="2679954" y="3231452"/>
                  <a:pt x="2679002" y="3230499"/>
                  <a:pt x="2679002" y="3229356"/>
                </a:cubicBezTo>
                <a:lnTo>
                  <a:pt x="2679002" y="3216688"/>
                </a:lnTo>
                <a:close/>
                <a:moveTo>
                  <a:pt x="2543651" y="3301079"/>
                </a:moveTo>
                <a:cubicBezTo>
                  <a:pt x="2540508" y="3301842"/>
                  <a:pt x="2537365" y="3299841"/>
                  <a:pt x="2536698" y="3296603"/>
                </a:cubicBezTo>
                <a:cubicBezTo>
                  <a:pt x="2536031" y="3293459"/>
                  <a:pt x="2538032" y="3290316"/>
                  <a:pt x="2541175" y="3289554"/>
                </a:cubicBezTo>
                <a:cubicBezTo>
                  <a:pt x="2541556" y="3289459"/>
                  <a:pt x="2542032" y="3289363"/>
                  <a:pt x="2542509" y="3289363"/>
                </a:cubicBezTo>
                <a:cubicBezTo>
                  <a:pt x="2543651" y="3289363"/>
                  <a:pt x="2544699" y="3289649"/>
                  <a:pt x="2545652" y="3290316"/>
                </a:cubicBezTo>
                <a:cubicBezTo>
                  <a:pt x="2546985" y="3291173"/>
                  <a:pt x="2547938" y="3292412"/>
                  <a:pt x="2548223" y="3294031"/>
                </a:cubicBezTo>
                <a:cubicBezTo>
                  <a:pt x="2548890" y="3297174"/>
                  <a:pt x="2546890" y="3300317"/>
                  <a:pt x="2543747" y="3300984"/>
                </a:cubicBezTo>
                <a:close/>
                <a:moveTo>
                  <a:pt x="2291810" y="2515743"/>
                </a:moveTo>
                <a:lnTo>
                  <a:pt x="2279047" y="2503646"/>
                </a:lnTo>
                <a:lnTo>
                  <a:pt x="2282285" y="2500217"/>
                </a:lnTo>
                <a:lnTo>
                  <a:pt x="2295049" y="2512314"/>
                </a:lnTo>
                <a:lnTo>
                  <a:pt x="2291810" y="2515743"/>
                </a:lnTo>
                <a:close/>
                <a:moveTo>
                  <a:pt x="1557528" y="1726025"/>
                </a:moveTo>
                <a:lnTo>
                  <a:pt x="1657160" y="1726025"/>
                </a:lnTo>
                <a:lnTo>
                  <a:pt x="1680496" y="1700879"/>
                </a:lnTo>
                <a:cubicBezTo>
                  <a:pt x="1681258" y="1701260"/>
                  <a:pt x="1682020" y="1701451"/>
                  <a:pt x="1682877" y="1701451"/>
                </a:cubicBezTo>
                <a:cubicBezTo>
                  <a:pt x="1683258" y="1701451"/>
                  <a:pt x="1683734" y="1701451"/>
                  <a:pt x="1684115" y="1701260"/>
                </a:cubicBezTo>
                <a:cubicBezTo>
                  <a:pt x="1685639" y="1700879"/>
                  <a:pt x="1686878" y="1700022"/>
                  <a:pt x="1687640" y="1698689"/>
                </a:cubicBezTo>
                <a:cubicBezTo>
                  <a:pt x="1688402" y="1697355"/>
                  <a:pt x="1688687" y="1695831"/>
                  <a:pt x="1688402" y="1694402"/>
                </a:cubicBezTo>
                <a:cubicBezTo>
                  <a:pt x="1687735" y="1691354"/>
                  <a:pt x="1684687" y="1689449"/>
                  <a:pt x="1681544" y="1690116"/>
                </a:cubicBezTo>
                <a:cubicBezTo>
                  <a:pt x="1678496" y="1690783"/>
                  <a:pt x="1676591" y="1693831"/>
                  <a:pt x="1677257" y="1696974"/>
                </a:cubicBezTo>
                <a:cubicBezTo>
                  <a:pt x="1677257" y="1696974"/>
                  <a:pt x="1677257" y="1697069"/>
                  <a:pt x="1677257" y="1697165"/>
                </a:cubicBezTo>
                <a:lnTo>
                  <a:pt x="1654969" y="1721168"/>
                </a:lnTo>
                <a:lnTo>
                  <a:pt x="1555432" y="1721168"/>
                </a:lnTo>
                <a:lnTo>
                  <a:pt x="1525810" y="1750505"/>
                </a:lnTo>
                <a:lnTo>
                  <a:pt x="1525810" y="1793557"/>
                </a:lnTo>
                <a:cubicBezTo>
                  <a:pt x="1523048" y="1794510"/>
                  <a:pt x="1521047" y="1797082"/>
                  <a:pt x="1521047" y="1800225"/>
                </a:cubicBezTo>
                <a:cubicBezTo>
                  <a:pt x="1521047" y="1804130"/>
                  <a:pt x="1524286" y="1807369"/>
                  <a:pt x="1528191" y="1807369"/>
                </a:cubicBezTo>
                <a:cubicBezTo>
                  <a:pt x="1532096" y="1807369"/>
                  <a:pt x="1535335" y="1804130"/>
                  <a:pt x="1535335" y="1800225"/>
                </a:cubicBezTo>
                <a:cubicBezTo>
                  <a:pt x="1535335" y="1797082"/>
                  <a:pt x="1533335" y="1794510"/>
                  <a:pt x="1530572" y="1793557"/>
                </a:cubicBezTo>
                <a:lnTo>
                  <a:pt x="1530572" y="1752410"/>
                </a:lnTo>
                <a:lnTo>
                  <a:pt x="1557338" y="1725835"/>
                </a:lnTo>
                <a:close/>
                <a:moveTo>
                  <a:pt x="1682210" y="1692593"/>
                </a:moveTo>
                <a:cubicBezTo>
                  <a:pt x="1682210" y="1692593"/>
                  <a:pt x="1682687" y="1692593"/>
                  <a:pt x="1682972" y="1692593"/>
                </a:cubicBezTo>
                <a:cubicBezTo>
                  <a:pt x="1684496" y="1692593"/>
                  <a:pt x="1685830" y="1693640"/>
                  <a:pt x="1686211" y="1695164"/>
                </a:cubicBezTo>
                <a:cubicBezTo>
                  <a:pt x="1686401" y="1696022"/>
                  <a:pt x="1686211" y="1696879"/>
                  <a:pt x="1685830" y="1697641"/>
                </a:cubicBezTo>
                <a:cubicBezTo>
                  <a:pt x="1685353" y="1698403"/>
                  <a:pt x="1684592" y="1698879"/>
                  <a:pt x="1683734" y="1699070"/>
                </a:cubicBezTo>
                <a:cubicBezTo>
                  <a:pt x="1682877" y="1699260"/>
                  <a:pt x="1682020" y="1699070"/>
                  <a:pt x="1681258" y="1698689"/>
                </a:cubicBezTo>
                <a:cubicBezTo>
                  <a:pt x="1680496" y="1698212"/>
                  <a:pt x="1680020" y="1697450"/>
                  <a:pt x="1679829" y="1696593"/>
                </a:cubicBezTo>
                <a:cubicBezTo>
                  <a:pt x="1679448" y="1694783"/>
                  <a:pt x="1680496" y="1693069"/>
                  <a:pt x="1682306" y="1692593"/>
                </a:cubicBezTo>
                <a:close/>
                <a:moveTo>
                  <a:pt x="1533144" y="1800416"/>
                </a:moveTo>
                <a:cubicBezTo>
                  <a:pt x="1533144" y="1803082"/>
                  <a:pt x="1531049" y="1805178"/>
                  <a:pt x="1528382" y="1805178"/>
                </a:cubicBezTo>
                <a:cubicBezTo>
                  <a:pt x="1525715" y="1805178"/>
                  <a:pt x="1523619" y="1802987"/>
                  <a:pt x="1523619" y="1800416"/>
                </a:cubicBezTo>
                <a:cubicBezTo>
                  <a:pt x="1523619" y="1797844"/>
                  <a:pt x="1525715" y="1795653"/>
                  <a:pt x="1528286" y="1795653"/>
                </a:cubicBezTo>
                <a:lnTo>
                  <a:pt x="1528382" y="1795653"/>
                </a:lnTo>
                <a:cubicBezTo>
                  <a:pt x="1530953" y="1795653"/>
                  <a:pt x="1533049" y="1797844"/>
                  <a:pt x="1533049" y="1800416"/>
                </a:cubicBezTo>
                <a:close/>
                <a:moveTo>
                  <a:pt x="468725" y="772573"/>
                </a:moveTo>
                <a:cubicBezTo>
                  <a:pt x="462629" y="772573"/>
                  <a:pt x="457772" y="777145"/>
                  <a:pt x="457010" y="783050"/>
                </a:cubicBezTo>
                <a:lnTo>
                  <a:pt x="364046" y="783050"/>
                </a:lnTo>
                <a:cubicBezTo>
                  <a:pt x="363474" y="783050"/>
                  <a:pt x="362903" y="783241"/>
                  <a:pt x="362522" y="783622"/>
                </a:cubicBezTo>
                <a:lnTo>
                  <a:pt x="319564" y="819626"/>
                </a:lnTo>
                <a:lnTo>
                  <a:pt x="207264" y="819626"/>
                </a:lnTo>
                <a:lnTo>
                  <a:pt x="181166" y="837724"/>
                </a:lnTo>
                <a:lnTo>
                  <a:pt x="15621" y="837724"/>
                </a:lnTo>
                <a:lnTo>
                  <a:pt x="95" y="856488"/>
                </a:lnTo>
                <a:lnTo>
                  <a:pt x="95" y="863918"/>
                </a:lnTo>
                <a:lnTo>
                  <a:pt x="17907" y="842486"/>
                </a:lnTo>
                <a:lnTo>
                  <a:pt x="182690" y="842486"/>
                </a:lnTo>
                <a:lnTo>
                  <a:pt x="208788" y="824389"/>
                </a:lnTo>
                <a:lnTo>
                  <a:pt x="320516" y="824389"/>
                </a:lnTo>
                <a:lnTo>
                  <a:pt x="350234" y="842201"/>
                </a:lnTo>
                <a:cubicBezTo>
                  <a:pt x="350234" y="842201"/>
                  <a:pt x="350996" y="842582"/>
                  <a:pt x="351473" y="842582"/>
                </a:cubicBezTo>
                <a:lnTo>
                  <a:pt x="398050" y="842582"/>
                </a:lnTo>
                <a:cubicBezTo>
                  <a:pt x="399383" y="847249"/>
                  <a:pt x="403289" y="850868"/>
                  <a:pt x="408432" y="851630"/>
                </a:cubicBezTo>
                <a:cubicBezTo>
                  <a:pt x="409004" y="851630"/>
                  <a:pt x="409670" y="851726"/>
                  <a:pt x="410242" y="851726"/>
                </a:cubicBezTo>
                <a:cubicBezTo>
                  <a:pt x="416433" y="851726"/>
                  <a:pt x="421862" y="847154"/>
                  <a:pt x="422815" y="840867"/>
                </a:cubicBezTo>
                <a:cubicBezTo>
                  <a:pt x="423767" y="833914"/>
                  <a:pt x="419005" y="827532"/>
                  <a:pt x="412052" y="826484"/>
                </a:cubicBezTo>
                <a:cubicBezTo>
                  <a:pt x="405098" y="825532"/>
                  <a:pt x="398717" y="830294"/>
                  <a:pt x="397669" y="837248"/>
                </a:cubicBezTo>
                <a:cubicBezTo>
                  <a:pt x="397669" y="837438"/>
                  <a:pt x="397669" y="837629"/>
                  <a:pt x="397669" y="837724"/>
                </a:cubicBezTo>
                <a:lnTo>
                  <a:pt x="352139" y="837724"/>
                </a:lnTo>
                <a:lnTo>
                  <a:pt x="324898" y="821341"/>
                </a:lnTo>
                <a:lnTo>
                  <a:pt x="364903" y="787813"/>
                </a:lnTo>
                <a:lnTo>
                  <a:pt x="457390" y="787813"/>
                </a:lnTo>
                <a:cubicBezTo>
                  <a:pt x="458819" y="792861"/>
                  <a:pt x="463296" y="796576"/>
                  <a:pt x="468725" y="796576"/>
                </a:cubicBezTo>
                <a:cubicBezTo>
                  <a:pt x="475393" y="796576"/>
                  <a:pt x="480727" y="791147"/>
                  <a:pt x="480727" y="784574"/>
                </a:cubicBezTo>
                <a:cubicBezTo>
                  <a:pt x="480727" y="778002"/>
                  <a:pt x="475298" y="772573"/>
                  <a:pt x="468725" y="772573"/>
                </a:cubicBezTo>
                <a:close/>
                <a:moveTo>
                  <a:pt x="411385" y="831152"/>
                </a:moveTo>
                <a:cubicBezTo>
                  <a:pt x="415671" y="831818"/>
                  <a:pt x="418719" y="835819"/>
                  <a:pt x="418052" y="840105"/>
                </a:cubicBezTo>
                <a:cubicBezTo>
                  <a:pt x="417481" y="844391"/>
                  <a:pt x="413480" y="847439"/>
                  <a:pt x="409099" y="846773"/>
                </a:cubicBezTo>
                <a:cubicBezTo>
                  <a:pt x="404813" y="846106"/>
                  <a:pt x="401764" y="842105"/>
                  <a:pt x="402431" y="837819"/>
                </a:cubicBezTo>
                <a:cubicBezTo>
                  <a:pt x="403098" y="833533"/>
                  <a:pt x="407003" y="830485"/>
                  <a:pt x="411385" y="831152"/>
                </a:cubicBezTo>
                <a:close/>
                <a:moveTo>
                  <a:pt x="468725" y="791813"/>
                </a:moveTo>
                <a:cubicBezTo>
                  <a:pt x="464725" y="791813"/>
                  <a:pt x="461486" y="788575"/>
                  <a:pt x="461486" y="784574"/>
                </a:cubicBezTo>
                <a:cubicBezTo>
                  <a:pt x="461486" y="780574"/>
                  <a:pt x="464725" y="777335"/>
                  <a:pt x="468725" y="777335"/>
                </a:cubicBezTo>
                <a:cubicBezTo>
                  <a:pt x="472726" y="777335"/>
                  <a:pt x="475964" y="780574"/>
                  <a:pt x="475964" y="784574"/>
                </a:cubicBezTo>
                <a:cubicBezTo>
                  <a:pt x="475964" y="788575"/>
                  <a:pt x="472726" y="791813"/>
                  <a:pt x="468725" y="791813"/>
                </a:cubicBezTo>
                <a:close/>
                <a:moveTo>
                  <a:pt x="758571" y="3008186"/>
                </a:moveTo>
                <a:lnTo>
                  <a:pt x="775240" y="3022759"/>
                </a:lnTo>
                <a:lnTo>
                  <a:pt x="772097" y="3026378"/>
                </a:lnTo>
                <a:lnTo>
                  <a:pt x="755428" y="3011805"/>
                </a:lnTo>
                <a:lnTo>
                  <a:pt x="758571" y="3008186"/>
                </a:lnTo>
                <a:close/>
                <a:moveTo>
                  <a:pt x="784479" y="2992755"/>
                </a:moveTo>
                <a:cubicBezTo>
                  <a:pt x="785336" y="2992755"/>
                  <a:pt x="786194" y="2992660"/>
                  <a:pt x="787051" y="2992374"/>
                </a:cubicBezTo>
                <a:cubicBezTo>
                  <a:pt x="789527" y="2991707"/>
                  <a:pt x="791623" y="2989993"/>
                  <a:pt x="792956" y="2987802"/>
                </a:cubicBezTo>
                <a:cubicBezTo>
                  <a:pt x="794195" y="2985516"/>
                  <a:pt x="794576" y="2982944"/>
                  <a:pt x="793909" y="2980373"/>
                </a:cubicBezTo>
                <a:lnTo>
                  <a:pt x="793909" y="2980373"/>
                </a:lnTo>
                <a:cubicBezTo>
                  <a:pt x="793814" y="2979896"/>
                  <a:pt x="793433" y="2979515"/>
                  <a:pt x="793242" y="2979039"/>
                </a:cubicBezTo>
                <a:lnTo>
                  <a:pt x="817721" y="2962561"/>
                </a:lnTo>
                <a:lnTo>
                  <a:pt x="947357" y="2962561"/>
                </a:lnTo>
                <a:cubicBezTo>
                  <a:pt x="947357" y="2962561"/>
                  <a:pt x="947357" y="2962751"/>
                  <a:pt x="947357" y="2962847"/>
                </a:cubicBezTo>
                <a:cubicBezTo>
                  <a:pt x="948023" y="2965323"/>
                  <a:pt x="949738" y="2967419"/>
                  <a:pt x="951929" y="2968752"/>
                </a:cubicBezTo>
                <a:cubicBezTo>
                  <a:pt x="953452" y="2969609"/>
                  <a:pt x="955072" y="2969990"/>
                  <a:pt x="956691" y="2969990"/>
                </a:cubicBezTo>
                <a:cubicBezTo>
                  <a:pt x="957548" y="2969990"/>
                  <a:pt x="958406" y="2969895"/>
                  <a:pt x="959358" y="2969609"/>
                </a:cubicBezTo>
                <a:cubicBezTo>
                  <a:pt x="961835" y="2968943"/>
                  <a:pt x="963930" y="2967228"/>
                  <a:pt x="965264" y="2965037"/>
                </a:cubicBezTo>
                <a:cubicBezTo>
                  <a:pt x="966502" y="2962751"/>
                  <a:pt x="966883" y="2960084"/>
                  <a:pt x="966216" y="2957608"/>
                </a:cubicBezTo>
                <a:cubicBezTo>
                  <a:pt x="965549" y="2955131"/>
                  <a:pt x="963835" y="2953036"/>
                  <a:pt x="961644" y="2951702"/>
                </a:cubicBezTo>
                <a:cubicBezTo>
                  <a:pt x="959358" y="2950464"/>
                  <a:pt x="956786" y="2950083"/>
                  <a:pt x="954215" y="2950845"/>
                </a:cubicBezTo>
                <a:cubicBezTo>
                  <a:pt x="951738" y="2951512"/>
                  <a:pt x="949643" y="2953226"/>
                  <a:pt x="948309" y="2955417"/>
                </a:cubicBezTo>
                <a:cubicBezTo>
                  <a:pt x="947833" y="2956179"/>
                  <a:pt x="947738" y="2957036"/>
                  <a:pt x="947547" y="2957798"/>
                </a:cubicBezTo>
                <a:lnTo>
                  <a:pt x="816293" y="2957798"/>
                </a:lnTo>
                <a:lnTo>
                  <a:pt x="790289" y="2975229"/>
                </a:lnTo>
                <a:cubicBezTo>
                  <a:pt x="787908" y="2973515"/>
                  <a:pt x="784955" y="2972657"/>
                  <a:pt x="781907" y="2973515"/>
                </a:cubicBezTo>
                <a:cubicBezTo>
                  <a:pt x="776764" y="2974943"/>
                  <a:pt x="773716" y="2980373"/>
                  <a:pt x="775145" y="2985516"/>
                </a:cubicBezTo>
                <a:cubicBezTo>
                  <a:pt x="776383" y="2989802"/>
                  <a:pt x="780288" y="2992660"/>
                  <a:pt x="784574" y="2992660"/>
                </a:cubicBezTo>
                <a:close/>
                <a:moveTo>
                  <a:pt x="952500" y="2957798"/>
                </a:moveTo>
                <a:cubicBezTo>
                  <a:pt x="953167" y="2956655"/>
                  <a:pt x="954215" y="2955798"/>
                  <a:pt x="955548" y="2955417"/>
                </a:cubicBezTo>
                <a:cubicBezTo>
                  <a:pt x="956024" y="2955322"/>
                  <a:pt x="956405" y="2955227"/>
                  <a:pt x="956882" y="2955227"/>
                </a:cubicBezTo>
                <a:cubicBezTo>
                  <a:pt x="957739" y="2955227"/>
                  <a:pt x="958596" y="2955417"/>
                  <a:pt x="959358" y="2955893"/>
                </a:cubicBezTo>
                <a:cubicBezTo>
                  <a:pt x="960501" y="2956560"/>
                  <a:pt x="961358" y="2957608"/>
                  <a:pt x="961739" y="2958942"/>
                </a:cubicBezTo>
                <a:cubicBezTo>
                  <a:pt x="962120" y="2960180"/>
                  <a:pt x="961930" y="2961609"/>
                  <a:pt x="961263" y="2962751"/>
                </a:cubicBezTo>
                <a:cubicBezTo>
                  <a:pt x="960596" y="2963894"/>
                  <a:pt x="959549" y="2964752"/>
                  <a:pt x="958215" y="2965133"/>
                </a:cubicBezTo>
                <a:cubicBezTo>
                  <a:pt x="956977" y="2965513"/>
                  <a:pt x="955548" y="2965323"/>
                  <a:pt x="954405" y="2964656"/>
                </a:cubicBezTo>
                <a:cubicBezTo>
                  <a:pt x="953262" y="2963990"/>
                  <a:pt x="952405" y="2962942"/>
                  <a:pt x="952024" y="2961609"/>
                </a:cubicBezTo>
                <a:lnTo>
                  <a:pt x="952024" y="2961609"/>
                </a:lnTo>
                <a:cubicBezTo>
                  <a:pt x="951643" y="2960275"/>
                  <a:pt x="951833" y="2958942"/>
                  <a:pt x="952500" y="2957798"/>
                </a:cubicBezTo>
                <a:close/>
                <a:moveTo>
                  <a:pt x="783146" y="2978182"/>
                </a:moveTo>
                <a:cubicBezTo>
                  <a:pt x="783146" y="2978182"/>
                  <a:pt x="784003" y="2977992"/>
                  <a:pt x="784479" y="2977992"/>
                </a:cubicBezTo>
                <a:cubicBezTo>
                  <a:pt x="786670" y="2977992"/>
                  <a:pt x="788670" y="2979420"/>
                  <a:pt x="789337" y="2981706"/>
                </a:cubicBezTo>
                <a:cubicBezTo>
                  <a:pt x="789718" y="2982944"/>
                  <a:pt x="789527" y="2984373"/>
                  <a:pt x="788861" y="2985516"/>
                </a:cubicBezTo>
                <a:cubicBezTo>
                  <a:pt x="788194" y="2986659"/>
                  <a:pt x="787146" y="2987517"/>
                  <a:pt x="785813" y="2987897"/>
                </a:cubicBezTo>
                <a:cubicBezTo>
                  <a:pt x="783146" y="2988659"/>
                  <a:pt x="780383" y="2987040"/>
                  <a:pt x="779621" y="2984373"/>
                </a:cubicBezTo>
                <a:cubicBezTo>
                  <a:pt x="778859" y="2981706"/>
                  <a:pt x="780479" y="2978944"/>
                  <a:pt x="783146" y="2978182"/>
                </a:cubicBezTo>
                <a:close/>
                <a:moveTo>
                  <a:pt x="1770126" y="1394936"/>
                </a:moveTo>
                <a:lnTo>
                  <a:pt x="1757458" y="1394936"/>
                </a:lnTo>
                <a:cubicBezTo>
                  <a:pt x="1753743" y="1394936"/>
                  <a:pt x="1750600" y="1397984"/>
                  <a:pt x="1750600" y="1401794"/>
                </a:cubicBezTo>
                <a:lnTo>
                  <a:pt x="1750600" y="1414463"/>
                </a:lnTo>
                <a:cubicBezTo>
                  <a:pt x="1750600" y="1418177"/>
                  <a:pt x="1753648" y="1421321"/>
                  <a:pt x="1757458" y="1421321"/>
                </a:cubicBezTo>
                <a:lnTo>
                  <a:pt x="1770126" y="1421321"/>
                </a:lnTo>
                <a:cubicBezTo>
                  <a:pt x="1773841" y="1421321"/>
                  <a:pt x="1776984" y="1418273"/>
                  <a:pt x="1776984" y="1414463"/>
                </a:cubicBezTo>
                <a:lnTo>
                  <a:pt x="1776984" y="1408748"/>
                </a:lnTo>
                <a:cubicBezTo>
                  <a:pt x="1778127" y="1410176"/>
                  <a:pt x="1779175" y="1412462"/>
                  <a:pt x="1780127" y="1414748"/>
                </a:cubicBezTo>
                <a:cubicBezTo>
                  <a:pt x="1782223" y="1419606"/>
                  <a:pt x="1784604" y="1425226"/>
                  <a:pt x="1790033" y="1425226"/>
                </a:cubicBezTo>
                <a:cubicBezTo>
                  <a:pt x="1795463" y="1425226"/>
                  <a:pt x="1797844" y="1419701"/>
                  <a:pt x="1799939" y="1414748"/>
                </a:cubicBezTo>
                <a:cubicBezTo>
                  <a:pt x="1801559" y="1411034"/>
                  <a:pt x="1803178" y="1407224"/>
                  <a:pt x="1805559" y="1407224"/>
                </a:cubicBezTo>
                <a:cubicBezTo>
                  <a:pt x="1807940" y="1407224"/>
                  <a:pt x="1809560" y="1411034"/>
                  <a:pt x="1811179" y="1414748"/>
                </a:cubicBezTo>
                <a:cubicBezTo>
                  <a:pt x="1813274" y="1419606"/>
                  <a:pt x="1815656" y="1425226"/>
                  <a:pt x="1821180" y="1425226"/>
                </a:cubicBezTo>
                <a:cubicBezTo>
                  <a:pt x="1826705" y="1425226"/>
                  <a:pt x="1828991" y="1419701"/>
                  <a:pt x="1831181" y="1414748"/>
                </a:cubicBezTo>
                <a:cubicBezTo>
                  <a:pt x="1832801" y="1411034"/>
                  <a:pt x="1834420" y="1407224"/>
                  <a:pt x="1836801" y="1407224"/>
                </a:cubicBezTo>
                <a:cubicBezTo>
                  <a:pt x="1839182" y="1407224"/>
                  <a:pt x="1840802" y="1411034"/>
                  <a:pt x="1842421" y="1414748"/>
                </a:cubicBezTo>
                <a:cubicBezTo>
                  <a:pt x="1844516" y="1419606"/>
                  <a:pt x="1846898" y="1425226"/>
                  <a:pt x="1852422" y="1425226"/>
                </a:cubicBezTo>
                <a:cubicBezTo>
                  <a:pt x="1857947" y="1425226"/>
                  <a:pt x="1860232" y="1419701"/>
                  <a:pt x="1862328" y="1414748"/>
                </a:cubicBezTo>
                <a:cubicBezTo>
                  <a:pt x="1863947" y="1411034"/>
                  <a:pt x="1865567" y="1407224"/>
                  <a:pt x="1867948" y="1407224"/>
                </a:cubicBezTo>
                <a:cubicBezTo>
                  <a:pt x="1870329" y="1407224"/>
                  <a:pt x="1871948" y="1411034"/>
                  <a:pt x="1873568" y="1414748"/>
                </a:cubicBezTo>
                <a:cubicBezTo>
                  <a:pt x="1875663" y="1419606"/>
                  <a:pt x="1878044" y="1425226"/>
                  <a:pt x="1883569" y="1425226"/>
                </a:cubicBezTo>
                <a:cubicBezTo>
                  <a:pt x="1889093" y="1425226"/>
                  <a:pt x="1891379" y="1419701"/>
                  <a:pt x="1893570" y="1414748"/>
                </a:cubicBezTo>
                <a:cubicBezTo>
                  <a:pt x="1895189" y="1411034"/>
                  <a:pt x="1896809" y="1407224"/>
                  <a:pt x="1899190" y="1407224"/>
                </a:cubicBezTo>
                <a:cubicBezTo>
                  <a:pt x="1901571" y="1407224"/>
                  <a:pt x="1903190" y="1411034"/>
                  <a:pt x="1904810" y="1414748"/>
                </a:cubicBezTo>
                <a:cubicBezTo>
                  <a:pt x="1906905" y="1419606"/>
                  <a:pt x="1909286" y="1425226"/>
                  <a:pt x="1914811" y="1425226"/>
                </a:cubicBezTo>
                <a:cubicBezTo>
                  <a:pt x="1920335" y="1425226"/>
                  <a:pt x="1922621" y="1419701"/>
                  <a:pt x="1924812" y="1414748"/>
                </a:cubicBezTo>
                <a:cubicBezTo>
                  <a:pt x="1926431" y="1411034"/>
                  <a:pt x="1928051" y="1407224"/>
                  <a:pt x="1930432" y="1407224"/>
                </a:cubicBezTo>
                <a:cubicBezTo>
                  <a:pt x="1932813" y="1407224"/>
                  <a:pt x="1934432" y="1411034"/>
                  <a:pt x="1936052" y="1414748"/>
                </a:cubicBezTo>
                <a:cubicBezTo>
                  <a:pt x="1938147" y="1419606"/>
                  <a:pt x="1940528" y="1425226"/>
                  <a:pt x="1946053" y="1425226"/>
                </a:cubicBezTo>
                <a:cubicBezTo>
                  <a:pt x="1951577" y="1425226"/>
                  <a:pt x="1953863" y="1419701"/>
                  <a:pt x="1956054" y="1414748"/>
                </a:cubicBezTo>
                <a:cubicBezTo>
                  <a:pt x="1957673" y="1411034"/>
                  <a:pt x="1959293" y="1407224"/>
                  <a:pt x="1961674" y="1407224"/>
                </a:cubicBezTo>
                <a:cubicBezTo>
                  <a:pt x="1964055" y="1407224"/>
                  <a:pt x="1965674" y="1411034"/>
                  <a:pt x="1967294" y="1414748"/>
                </a:cubicBezTo>
                <a:cubicBezTo>
                  <a:pt x="1969389" y="1419606"/>
                  <a:pt x="1971770" y="1425226"/>
                  <a:pt x="1977295" y="1425226"/>
                </a:cubicBezTo>
                <a:cubicBezTo>
                  <a:pt x="1982819" y="1425226"/>
                  <a:pt x="1985105" y="1419701"/>
                  <a:pt x="1987296" y="1414748"/>
                </a:cubicBezTo>
                <a:cubicBezTo>
                  <a:pt x="1988915" y="1411034"/>
                  <a:pt x="1990535" y="1407224"/>
                  <a:pt x="1992916" y="1407224"/>
                </a:cubicBezTo>
                <a:cubicBezTo>
                  <a:pt x="1995297" y="1407224"/>
                  <a:pt x="1996916" y="1411034"/>
                  <a:pt x="1998536" y="1414748"/>
                </a:cubicBezTo>
                <a:cubicBezTo>
                  <a:pt x="2000631" y="1419606"/>
                  <a:pt x="2003012" y="1425226"/>
                  <a:pt x="2008442" y="1425226"/>
                </a:cubicBezTo>
                <a:cubicBezTo>
                  <a:pt x="2013871" y="1425226"/>
                  <a:pt x="2016252" y="1419701"/>
                  <a:pt x="2018443" y="1414748"/>
                </a:cubicBezTo>
                <a:cubicBezTo>
                  <a:pt x="2020062" y="1411034"/>
                  <a:pt x="2021681" y="1407224"/>
                  <a:pt x="2024063" y="1407224"/>
                </a:cubicBezTo>
                <a:cubicBezTo>
                  <a:pt x="2026444" y="1407224"/>
                  <a:pt x="2028063" y="1411034"/>
                  <a:pt x="2029682" y="1414748"/>
                </a:cubicBezTo>
                <a:cubicBezTo>
                  <a:pt x="2031778" y="1419606"/>
                  <a:pt x="2034159" y="1425226"/>
                  <a:pt x="2039684" y="1425226"/>
                </a:cubicBezTo>
                <a:cubicBezTo>
                  <a:pt x="2045208" y="1425226"/>
                  <a:pt x="2047589" y="1419701"/>
                  <a:pt x="2049685" y="1414748"/>
                </a:cubicBezTo>
                <a:cubicBezTo>
                  <a:pt x="2051304" y="1411034"/>
                  <a:pt x="2052923" y="1407224"/>
                  <a:pt x="2055305" y="1407224"/>
                </a:cubicBezTo>
                <a:cubicBezTo>
                  <a:pt x="2057686" y="1407224"/>
                  <a:pt x="2059305" y="1411034"/>
                  <a:pt x="2060924" y="1414748"/>
                </a:cubicBezTo>
                <a:cubicBezTo>
                  <a:pt x="2063020" y="1419606"/>
                  <a:pt x="2065401" y="1425226"/>
                  <a:pt x="2070926" y="1425226"/>
                </a:cubicBezTo>
                <a:cubicBezTo>
                  <a:pt x="2076450" y="1425226"/>
                  <a:pt x="2078831" y="1419701"/>
                  <a:pt x="2080927" y="1414748"/>
                </a:cubicBezTo>
                <a:cubicBezTo>
                  <a:pt x="2082546" y="1411034"/>
                  <a:pt x="2084165" y="1407224"/>
                  <a:pt x="2086547" y="1407224"/>
                </a:cubicBezTo>
                <a:cubicBezTo>
                  <a:pt x="2088928" y="1407224"/>
                  <a:pt x="2090547" y="1411034"/>
                  <a:pt x="2092166" y="1414748"/>
                </a:cubicBezTo>
                <a:cubicBezTo>
                  <a:pt x="2094262" y="1419606"/>
                  <a:pt x="2096738" y="1425226"/>
                  <a:pt x="2102168" y="1425226"/>
                </a:cubicBezTo>
                <a:lnTo>
                  <a:pt x="2102168" y="1424654"/>
                </a:lnTo>
                <a:cubicBezTo>
                  <a:pt x="2103692" y="1427512"/>
                  <a:pt x="2106168" y="1429798"/>
                  <a:pt x="2109502" y="1430941"/>
                </a:cubicBezTo>
                <a:cubicBezTo>
                  <a:pt x="2116455" y="1433417"/>
                  <a:pt x="2124170" y="1429703"/>
                  <a:pt x="2126647" y="1422749"/>
                </a:cubicBezTo>
                <a:cubicBezTo>
                  <a:pt x="2129123" y="1415796"/>
                  <a:pt x="2125409" y="1408081"/>
                  <a:pt x="2118455" y="1405604"/>
                </a:cubicBezTo>
                <a:cubicBezTo>
                  <a:pt x="2111502" y="1403128"/>
                  <a:pt x="2103787" y="1406843"/>
                  <a:pt x="2101310" y="1413796"/>
                </a:cubicBezTo>
                <a:cubicBezTo>
                  <a:pt x="2100644" y="1415796"/>
                  <a:pt x="2100453" y="1417892"/>
                  <a:pt x="2100644" y="1419797"/>
                </a:cubicBezTo>
                <a:cubicBezTo>
                  <a:pt x="2099024" y="1418558"/>
                  <a:pt x="2097786" y="1415701"/>
                  <a:pt x="2096548" y="1412843"/>
                </a:cubicBezTo>
                <a:cubicBezTo>
                  <a:pt x="2094452" y="1407986"/>
                  <a:pt x="2091976" y="1402366"/>
                  <a:pt x="2086547" y="1402366"/>
                </a:cubicBezTo>
                <a:cubicBezTo>
                  <a:pt x="2081117" y="1402366"/>
                  <a:pt x="2078641" y="1407890"/>
                  <a:pt x="2076545" y="1412843"/>
                </a:cubicBezTo>
                <a:cubicBezTo>
                  <a:pt x="2074926" y="1416558"/>
                  <a:pt x="2073307" y="1420368"/>
                  <a:pt x="2070926" y="1420368"/>
                </a:cubicBezTo>
                <a:cubicBezTo>
                  <a:pt x="2068544" y="1420368"/>
                  <a:pt x="2066925" y="1416558"/>
                  <a:pt x="2065306" y="1412843"/>
                </a:cubicBezTo>
                <a:cubicBezTo>
                  <a:pt x="2063210" y="1407986"/>
                  <a:pt x="2060829" y="1402366"/>
                  <a:pt x="2055305" y="1402366"/>
                </a:cubicBezTo>
                <a:cubicBezTo>
                  <a:pt x="2049780" y="1402366"/>
                  <a:pt x="2047399" y="1407890"/>
                  <a:pt x="2045303" y="1412843"/>
                </a:cubicBezTo>
                <a:cubicBezTo>
                  <a:pt x="2043684" y="1416558"/>
                  <a:pt x="2042065" y="1420368"/>
                  <a:pt x="2039684" y="1420368"/>
                </a:cubicBezTo>
                <a:cubicBezTo>
                  <a:pt x="2037302" y="1420368"/>
                  <a:pt x="2035683" y="1416558"/>
                  <a:pt x="2034064" y="1412843"/>
                </a:cubicBezTo>
                <a:cubicBezTo>
                  <a:pt x="2031968" y="1407986"/>
                  <a:pt x="2029587" y="1402366"/>
                  <a:pt x="2024063" y="1402366"/>
                </a:cubicBezTo>
                <a:cubicBezTo>
                  <a:pt x="2018538" y="1402366"/>
                  <a:pt x="2016252" y="1407890"/>
                  <a:pt x="2014061" y="1412843"/>
                </a:cubicBezTo>
                <a:cubicBezTo>
                  <a:pt x="2012442" y="1416558"/>
                  <a:pt x="2010823" y="1420368"/>
                  <a:pt x="2008442" y="1420368"/>
                </a:cubicBezTo>
                <a:cubicBezTo>
                  <a:pt x="2006060" y="1420368"/>
                  <a:pt x="2004441" y="1416558"/>
                  <a:pt x="2002822" y="1412843"/>
                </a:cubicBezTo>
                <a:cubicBezTo>
                  <a:pt x="2000726" y="1407986"/>
                  <a:pt x="1998345" y="1402366"/>
                  <a:pt x="1992821" y="1402366"/>
                </a:cubicBezTo>
                <a:cubicBezTo>
                  <a:pt x="1987296" y="1402366"/>
                  <a:pt x="1985010" y="1407890"/>
                  <a:pt x="1982819" y="1412843"/>
                </a:cubicBezTo>
                <a:cubicBezTo>
                  <a:pt x="1981200" y="1416558"/>
                  <a:pt x="1979581" y="1420368"/>
                  <a:pt x="1977200" y="1420368"/>
                </a:cubicBezTo>
                <a:cubicBezTo>
                  <a:pt x="1974818" y="1420368"/>
                  <a:pt x="1973199" y="1416558"/>
                  <a:pt x="1971580" y="1412843"/>
                </a:cubicBezTo>
                <a:cubicBezTo>
                  <a:pt x="1969484" y="1407986"/>
                  <a:pt x="1967103" y="1402366"/>
                  <a:pt x="1961578" y="1402366"/>
                </a:cubicBezTo>
                <a:cubicBezTo>
                  <a:pt x="1956054" y="1402366"/>
                  <a:pt x="1953768" y="1407890"/>
                  <a:pt x="1951577" y="1412843"/>
                </a:cubicBezTo>
                <a:cubicBezTo>
                  <a:pt x="1949958" y="1416558"/>
                  <a:pt x="1948339" y="1420368"/>
                  <a:pt x="1945957" y="1420368"/>
                </a:cubicBezTo>
                <a:cubicBezTo>
                  <a:pt x="1943576" y="1420368"/>
                  <a:pt x="1941957" y="1416558"/>
                  <a:pt x="1940338" y="1412843"/>
                </a:cubicBezTo>
                <a:cubicBezTo>
                  <a:pt x="1938242" y="1407986"/>
                  <a:pt x="1935861" y="1402366"/>
                  <a:pt x="1930337" y="1402366"/>
                </a:cubicBezTo>
                <a:cubicBezTo>
                  <a:pt x="1924812" y="1402366"/>
                  <a:pt x="1922526" y="1407890"/>
                  <a:pt x="1920335" y="1412843"/>
                </a:cubicBezTo>
                <a:cubicBezTo>
                  <a:pt x="1918716" y="1416558"/>
                  <a:pt x="1917097" y="1420368"/>
                  <a:pt x="1914716" y="1420368"/>
                </a:cubicBezTo>
                <a:cubicBezTo>
                  <a:pt x="1912334" y="1420368"/>
                  <a:pt x="1910715" y="1416558"/>
                  <a:pt x="1909096" y="1412843"/>
                </a:cubicBezTo>
                <a:cubicBezTo>
                  <a:pt x="1907000" y="1407986"/>
                  <a:pt x="1904619" y="1402366"/>
                  <a:pt x="1899095" y="1402366"/>
                </a:cubicBezTo>
                <a:cubicBezTo>
                  <a:pt x="1893570" y="1402366"/>
                  <a:pt x="1891284" y="1407890"/>
                  <a:pt x="1889093" y="1412843"/>
                </a:cubicBezTo>
                <a:cubicBezTo>
                  <a:pt x="1887474" y="1416558"/>
                  <a:pt x="1885855" y="1420368"/>
                  <a:pt x="1883474" y="1420368"/>
                </a:cubicBezTo>
                <a:cubicBezTo>
                  <a:pt x="1881092" y="1420368"/>
                  <a:pt x="1879473" y="1416558"/>
                  <a:pt x="1877854" y="1412843"/>
                </a:cubicBezTo>
                <a:cubicBezTo>
                  <a:pt x="1875758" y="1407986"/>
                  <a:pt x="1873377" y="1402366"/>
                  <a:pt x="1867853" y="1402366"/>
                </a:cubicBezTo>
                <a:cubicBezTo>
                  <a:pt x="1862328" y="1402366"/>
                  <a:pt x="1860042" y="1407890"/>
                  <a:pt x="1857851" y="1412843"/>
                </a:cubicBezTo>
                <a:cubicBezTo>
                  <a:pt x="1856232" y="1416558"/>
                  <a:pt x="1854613" y="1420368"/>
                  <a:pt x="1852232" y="1420368"/>
                </a:cubicBezTo>
                <a:cubicBezTo>
                  <a:pt x="1849850" y="1420368"/>
                  <a:pt x="1848231" y="1416558"/>
                  <a:pt x="1846612" y="1412843"/>
                </a:cubicBezTo>
                <a:cubicBezTo>
                  <a:pt x="1844516" y="1407986"/>
                  <a:pt x="1842135" y="1402366"/>
                  <a:pt x="1836706" y="1402366"/>
                </a:cubicBezTo>
                <a:cubicBezTo>
                  <a:pt x="1831277" y="1402366"/>
                  <a:pt x="1828895" y="1407890"/>
                  <a:pt x="1826705" y="1412843"/>
                </a:cubicBezTo>
                <a:cubicBezTo>
                  <a:pt x="1825085" y="1416558"/>
                  <a:pt x="1823466" y="1420368"/>
                  <a:pt x="1821085" y="1420368"/>
                </a:cubicBezTo>
                <a:cubicBezTo>
                  <a:pt x="1818703" y="1420368"/>
                  <a:pt x="1817084" y="1416558"/>
                  <a:pt x="1815465" y="1412843"/>
                </a:cubicBezTo>
                <a:cubicBezTo>
                  <a:pt x="1813370" y="1407986"/>
                  <a:pt x="1810988" y="1402366"/>
                  <a:pt x="1805464" y="1402366"/>
                </a:cubicBezTo>
                <a:cubicBezTo>
                  <a:pt x="1799939" y="1402366"/>
                  <a:pt x="1797653" y="1407890"/>
                  <a:pt x="1795558" y="1412843"/>
                </a:cubicBezTo>
                <a:cubicBezTo>
                  <a:pt x="1793939" y="1416558"/>
                  <a:pt x="1792319" y="1420368"/>
                  <a:pt x="1789938" y="1420368"/>
                </a:cubicBezTo>
                <a:cubicBezTo>
                  <a:pt x="1787557" y="1420368"/>
                  <a:pt x="1785938" y="1416558"/>
                  <a:pt x="1784318" y="1412843"/>
                </a:cubicBezTo>
                <a:cubicBezTo>
                  <a:pt x="1782604" y="1408748"/>
                  <a:pt x="1780508" y="1404461"/>
                  <a:pt x="1776794" y="1403032"/>
                </a:cubicBezTo>
                <a:lnTo>
                  <a:pt x="1776794" y="1401699"/>
                </a:lnTo>
                <a:cubicBezTo>
                  <a:pt x="1776794" y="1397984"/>
                  <a:pt x="1773746" y="1394841"/>
                  <a:pt x="1769936" y="1394841"/>
                </a:cubicBezTo>
                <a:close/>
                <a:moveTo>
                  <a:pt x="1772222" y="1414463"/>
                </a:moveTo>
                <a:cubicBezTo>
                  <a:pt x="1772222" y="1415606"/>
                  <a:pt x="1771269" y="1416558"/>
                  <a:pt x="1770126" y="1416558"/>
                </a:cubicBezTo>
                <a:lnTo>
                  <a:pt x="1757458" y="1416558"/>
                </a:lnTo>
                <a:cubicBezTo>
                  <a:pt x="1756315" y="1416558"/>
                  <a:pt x="1755362" y="1415606"/>
                  <a:pt x="1755362" y="1414463"/>
                </a:cubicBezTo>
                <a:lnTo>
                  <a:pt x="1755362" y="1401794"/>
                </a:lnTo>
                <a:cubicBezTo>
                  <a:pt x="1755362" y="1400651"/>
                  <a:pt x="1756315" y="1399699"/>
                  <a:pt x="1757458" y="1399699"/>
                </a:cubicBezTo>
                <a:lnTo>
                  <a:pt x="1770126" y="1399699"/>
                </a:lnTo>
                <a:cubicBezTo>
                  <a:pt x="1771269" y="1399699"/>
                  <a:pt x="1772222" y="1400651"/>
                  <a:pt x="1772222" y="1401794"/>
                </a:cubicBezTo>
                <a:lnTo>
                  <a:pt x="1772222" y="1414463"/>
                </a:lnTo>
                <a:close/>
                <a:moveTo>
                  <a:pt x="409670" y="874109"/>
                </a:moveTo>
                <a:lnTo>
                  <a:pt x="330137" y="873538"/>
                </a:lnTo>
                <a:lnTo>
                  <a:pt x="311753" y="857917"/>
                </a:lnTo>
                <a:lnTo>
                  <a:pt x="243269" y="858107"/>
                </a:lnTo>
                <a:cubicBezTo>
                  <a:pt x="242888" y="856202"/>
                  <a:pt x="242221" y="854393"/>
                  <a:pt x="241078" y="852869"/>
                </a:cubicBezTo>
                <a:cubicBezTo>
                  <a:pt x="239078" y="850202"/>
                  <a:pt x="236125" y="848392"/>
                  <a:pt x="232696" y="847916"/>
                </a:cubicBezTo>
                <a:cubicBezTo>
                  <a:pt x="229362" y="847439"/>
                  <a:pt x="226028" y="848297"/>
                  <a:pt x="223266" y="850297"/>
                </a:cubicBezTo>
                <a:cubicBezTo>
                  <a:pt x="220599" y="852297"/>
                  <a:pt x="218789" y="855250"/>
                  <a:pt x="218313" y="858679"/>
                </a:cubicBezTo>
                <a:cubicBezTo>
                  <a:pt x="218123" y="860298"/>
                  <a:pt x="218218" y="861822"/>
                  <a:pt x="218599" y="863346"/>
                </a:cubicBezTo>
                <a:lnTo>
                  <a:pt x="199168" y="875919"/>
                </a:lnTo>
                <a:lnTo>
                  <a:pt x="32290" y="875919"/>
                </a:lnTo>
                <a:lnTo>
                  <a:pt x="9239" y="903637"/>
                </a:lnTo>
                <a:lnTo>
                  <a:pt x="95" y="903637"/>
                </a:lnTo>
                <a:lnTo>
                  <a:pt x="95" y="908399"/>
                </a:lnTo>
                <a:lnTo>
                  <a:pt x="11525" y="908399"/>
                </a:lnTo>
                <a:lnTo>
                  <a:pt x="34576" y="880682"/>
                </a:lnTo>
                <a:lnTo>
                  <a:pt x="200692" y="880682"/>
                </a:lnTo>
                <a:lnTo>
                  <a:pt x="220694" y="867727"/>
                </a:lnTo>
                <a:cubicBezTo>
                  <a:pt x="220694" y="867727"/>
                  <a:pt x="220694" y="867918"/>
                  <a:pt x="220885" y="868013"/>
                </a:cubicBezTo>
                <a:cubicBezTo>
                  <a:pt x="222885" y="870680"/>
                  <a:pt x="225838" y="872490"/>
                  <a:pt x="229267" y="872966"/>
                </a:cubicBezTo>
                <a:cubicBezTo>
                  <a:pt x="229838" y="872966"/>
                  <a:pt x="230505" y="873062"/>
                  <a:pt x="231077" y="873062"/>
                </a:cubicBezTo>
                <a:cubicBezTo>
                  <a:pt x="233839" y="873062"/>
                  <a:pt x="236411" y="872204"/>
                  <a:pt x="238601" y="870490"/>
                </a:cubicBezTo>
                <a:cubicBezTo>
                  <a:pt x="241173" y="868585"/>
                  <a:pt x="242697" y="865823"/>
                  <a:pt x="243364" y="862775"/>
                </a:cubicBezTo>
                <a:lnTo>
                  <a:pt x="310134" y="862584"/>
                </a:lnTo>
                <a:lnTo>
                  <a:pt x="328422" y="878205"/>
                </a:lnTo>
                <a:lnTo>
                  <a:pt x="411575" y="878777"/>
                </a:lnTo>
                <a:lnTo>
                  <a:pt x="476917" y="820007"/>
                </a:lnTo>
                <a:lnTo>
                  <a:pt x="582740" y="819436"/>
                </a:lnTo>
                <a:lnTo>
                  <a:pt x="610172" y="843344"/>
                </a:lnTo>
                <a:lnTo>
                  <a:pt x="630936" y="843629"/>
                </a:lnTo>
                <a:lnTo>
                  <a:pt x="630936" y="846296"/>
                </a:lnTo>
                <a:cubicBezTo>
                  <a:pt x="630936" y="850106"/>
                  <a:pt x="634079" y="853250"/>
                  <a:pt x="637889" y="853250"/>
                </a:cubicBezTo>
                <a:lnTo>
                  <a:pt x="658654" y="853250"/>
                </a:lnTo>
                <a:cubicBezTo>
                  <a:pt x="662464" y="853250"/>
                  <a:pt x="665607" y="850106"/>
                  <a:pt x="665607" y="846296"/>
                </a:cubicBezTo>
                <a:lnTo>
                  <a:pt x="665607" y="836295"/>
                </a:lnTo>
                <a:cubicBezTo>
                  <a:pt x="665607" y="832485"/>
                  <a:pt x="662464" y="829342"/>
                  <a:pt x="658654" y="829342"/>
                </a:cubicBezTo>
                <a:lnTo>
                  <a:pt x="637889" y="829342"/>
                </a:lnTo>
                <a:cubicBezTo>
                  <a:pt x="634079" y="829342"/>
                  <a:pt x="630936" y="832485"/>
                  <a:pt x="630936" y="836295"/>
                </a:cubicBezTo>
                <a:lnTo>
                  <a:pt x="630936" y="838962"/>
                </a:lnTo>
                <a:lnTo>
                  <a:pt x="611981" y="838772"/>
                </a:lnTo>
                <a:lnTo>
                  <a:pt x="584549" y="814769"/>
                </a:lnTo>
                <a:lnTo>
                  <a:pt x="475107" y="815435"/>
                </a:lnTo>
                <a:lnTo>
                  <a:pt x="409861" y="874204"/>
                </a:lnTo>
                <a:close/>
                <a:moveTo>
                  <a:pt x="235744" y="866775"/>
                </a:moveTo>
                <a:cubicBezTo>
                  <a:pt x="234029" y="868013"/>
                  <a:pt x="232029" y="868585"/>
                  <a:pt x="229933" y="868299"/>
                </a:cubicBezTo>
                <a:cubicBezTo>
                  <a:pt x="227838" y="868013"/>
                  <a:pt x="226028" y="866870"/>
                  <a:pt x="224695" y="865251"/>
                </a:cubicBezTo>
                <a:cubicBezTo>
                  <a:pt x="223457" y="863537"/>
                  <a:pt x="222885" y="861441"/>
                  <a:pt x="223171" y="859441"/>
                </a:cubicBezTo>
                <a:cubicBezTo>
                  <a:pt x="223457" y="857345"/>
                  <a:pt x="224600" y="855536"/>
                  <a:pt x="226219" y="854202"/>
                </a:cubicBezTo>
                <a:cubicBezTo>
                  <a:pt x="227552" y="853154"/>
                  <a:pt x="229267" y="852583"/>
                  <a:pt x="230981" y="852583"/>
                </a:cubicBezTo>
                <a:cubicBezTo>
                  <a:pt x="231362" y="852583"/>
                  <a:pt x="231743" y="852583"/>
                  <a:pt x="232124" y="852583"/>
                </a:cubicBezTo>
                <a:cubicBezTo>
                  <a:pt x="234220" y="852869"/>
                  <a:pt x="236030" y="854012"/>
                  <a:pt x="237363" y="855631"/>
                </a:cubicBezTo>
                <a:cubicBezTo>
                  <a:pt x="238601" y="857345"/>
                  <a:pt x="239173" y="859441"/>
                  <a:pt x="238887" y="861441"/>
                </a:cubicBezTo>
                <a:cubicBezTo>
                  <a:pt x="238601" y="863537"/>
                  <a:pt x="237458" y="865346"/>
                  <a:pt x="235839" y="866680"/>
                </a:cubicBezTo>
                <a:close/>
                <a:moveTo>
                  <a:pt x="635508" y="836295"/>
                </a:moveTo>
                <a:cubicBezTo>
                  <a:pt x="635508" y="835057"/>
                  <a:pt x="636461" y="834104"/>
                  <a:pt x="637699" y="834104"/>
                </a:cubicBezTo>
                <a:lnTo>
                  <a:pt x="658463" y="834104"/>
                </a:lnTo>
                <a:cubicBezTo>
                  <a:pt x="659702" y="834104"/>
                  <a:pt x="660654" y="835057"/>
                  <a:pt x="660654" y="836295"/>
                </a:cubicBezTo>
                <a:lnTo>
                  <a:pt x="660654" y="846296"/>
                </a:lnTo>
                <a:cubicBezTo>
                  <a:pt x="660654" y="847535"/>
                  <a:pt x="659702" y="848487"/>
                  <a:pt x="658463" y="848487"/>
                </a:cubicBezTo>
                <a:lnTo>
                  <a:pt x="637699" y="848487"/>
                </a:lnTo>
                <a:cubicBezTo>
                  <a:pt x="636461" y="848487"/>
                  <a:pt x="635508" y="847535"/>
                  <a:pt x="635508" y="846296"/>
                </a:cubicBezTo>
                <a:lnTo>
                  <a:pt x="635508" y="836295"/>
                </a:lnTo>
                <a:close/>
                <a:moveTo>
                  <a:pt x="1373410" y="1652397"/>
                </a:moveTo>
                <a:lnTo>
                  <a:pt x="1404271" y="1677924"/>
                </a:lnTo>
                <a:lnTo>
                  <a:pt x="1511999" y="1677734"/>
                </a:lnTo>
                <a:lnTo>
                  <a:pt x="1532858" y="1659065"/>
                </a:lnTo>
                <a:lnTo>
                  <a:pt x="1565720" y="1659065"/>
                </a:lnTo>
                <a:lnTo>
                  <a:pt x="1575340" y="1666208"/>
                </a:lnTo>
                <a:lnTo>
                  <a:pt x="1575340" y="1666208"/>
                </a:lnTo>
                <a:cubicBezTo>
                  <a:pt x="1575340" y="1670685"/>
                  <a:pt x="1579055" y="1674305"/>
                  <a:pt x="1583531" y="1674305"/>
                </a:cubicBezTo>
                <a:cubicBezTo>
                  <a:pt x="1586770" y="1674305"/>
                  <a:pt x="1589437" y="1672400"/>
                  <a:pt x="1590770" y="1669732"/>
                </a:cubicBezTo>
                <a:lnTo>
                  <a:pt x="1621060" y="1669447"/>
                </a:lnTo>
                <a:lnTo>
                  <a:pt x="1637919" y="1649540"/>
                </a:lnTo>
                <a:lnTo>
                  <a:pt x="1637157" y="1603439"/>
                </a:lnTo>
                <a:lnTo>
                  <a:pt x="1651921" y="1581245"/>
                </a:lnTo>
                <a:lnTo>
                  <a:pt x="1772793" y="1581055"/>
                </a:lnTo>
                <a:lnTo>
                  <a:pt x="1772793" y="1579912"/>
                </a:lnTo>
                <a:cubicBezTo>
                  <a:pt x="1774222" y="1582388"/>
                  <a:pt x="1776698" y="1584103"/>
                  <a:pt x="1779746" y="1584103"/>
                </a:cubicBezTo>
                <a:cubicBezTo>
                  <a:pt x="1784223" y="1584103"/>
                  <a:pt x="1787938" y="1580483"/>
                  <a:pt x="1787938" y="1575911"/>
                </a:cubicBezTo>
                <a:cubicBezTo>
                  <a:pt x="1787938" y="1571339"/>
                  <a:pt x="1784318" y="1567720"/>
                  <a:pt x="1779746" y="1567720"/>
                </a:cubicBezTo>
                <a:cubicBezTo>
                  <a:pt x="1775936" y="1567720"/>
                  <a:pt x="1772888" y="1570387"/>
                  <a:pt x="1772031" y="1573911"/>
                </a:cubicBezTo>
                <a:lnTo>
                  <a:pt x="1648111" y="1574102"/>
                </a:lnTo>
                <a:lnTo>
                  <a:pt x="1630013" y="1601343"/>
                </a:lnTo>
                <a:lnTo>
                  <a:pt x="1630775" y="1646968"/>
                </a:lnTo>
                <a:lnTo>
                  <a:pt x="1617726" y="1662303"/>
                </a:lnTo>
                <a:lnTo>
                  <a:pt x="1590770" y="1662494"/>
                </a:lnTo>
                <a:cubicBezTo>
                  <a:pt x="1589437" y="1659827"/>
                  <a:pt x="1586770" y="1657922"/>
                  <a:pt x="1583531" y="1657922"/>
                </a:cubicBezTo>
                <a:cubicBezTo>
                  <a:pt x="1580769" y="1657922"/>
                  <a:pt x="1578483" y="1659350"/>
                  <a:pt x="1577054" y="1661446"/>
                </a:cubicBezTo>
                <a:lnTo>
                  <a:pt x="1567434" y="1654207"/>
                </a:lnTo>
                <a:lnTo>
                  <a:pt x="1531144" y="1654207"/>
                </a:lnTo>
                <a:lnTo>
                  <a:pt x="1510189" y="1672876"/>
                </a:lnTo>
                <a:lnTo>
                  <a:pt x="1405985" y="1673066"/>
                </a:lnTo>
                <a:lnTo>
                  <a:pt x="1375124" y="1647539"/>
                </a:lnTo>
                <a:lnTo>
                  <a:pt x="1284637" y="1647349"/>
                </a:lnTo>
                <a:lnTo>
                  <a:pt x="1262539" y="1671066"/>
                </a:lnTo>
                <a:cubicBezTo>
                  <a:pt x="1261205" y="1670495"/>
                  <a:pt x="1259681" y="1670495"/>
                  <a:pt x="1258253" y="1671066"/>
                </a:cubicBezTo>
                <a:cubicBezTo>
                  <a:pt x="1255300" y="1672304"/>
                  <a:pt x="1253871" y="1675638"/>
                  <a:pt x="1255109" y="1678591"/>
                </a:cubicBezTo>
                <a:cubicBezTo>
                  <a:pt x="1256348" y="1681544"/>
                  <a:pt x="1259681" y="1682972"/>
                  <a:pt x="1262634" y="1681734"/>
                </a:cubicBezTo>
                <a:cubicBezTo>
                  <a:pt x="1265492" y="1680591"/>
                  <a:pt x="1266920" y="1677353"/>
                  <a:pt x="1265873" y="1674400"/>
                </a:cubicBezTo>
                <a:lnTo>
                  <a:pt x="1286732" y="1652016"/>
                </a:lnTo>
                <a:lnTo>
                  <a:pt x="1373505" y="1652207"/>
                </a:lnTo>
                <a:close/>
                <a:moveTo>
                  <a:pt x="1779746" y="1570101"/>
                </a:moveTo>
                <a:cubicBezTo>
                  <a:pt x="1782890" y="1570101"/>
                  <a:pt x="1785557" y="1572673"/>
                  <a:pt x="1785557" y="1575911"/>
                </a:cubicBezTo>
                <a:cubicBezTo>
                  <a:pt x="1785557" y="1579150"/>
                  <a:pt x="1782985" y="1581722"/>
                  <a:pt x="1779746" y="1581722"/>
                </a:cubicBezTo>
                <a:cubicBezTo>
                  <a:pt x="1776508" y="1581722"/>
                  <a:pt x="1773936" y="1579150"/>
                  <a:pt x="1773936" y="1575911"/>
                </a:cubicBezTo>
                <a:cubicBezTo>
                  <a:pt x="1773936" y="1572673"/>
                  <a:pt x="1776508" y="1570101"/>
                  <a:pt x="1779746" y="1570101"/>
                </a:cubicBezTo>
                <a:close/>
                <a:moveTo>
                  <a:pt x="1583436" y="1660398"/>
                </a:moveTo>
                <a:cubicBezTo>
                  <a:pt x="1586579" y="1660398"/>
                  <a:pt x="1589246" y="1662970"/>
                  <a:pt x="1589246" y="1666208"/>
                </a:cubicBezTo>
                <a:cubicBezTo>
                  <a:pt x="1589246" y="1669447"/>
                  <a:pt x="1586675" y="1672019"/>
                  <a:pt x="1583436" y="1672019"/>
                </a:cubicBezTo>
                <a:cubicBezTo>
                  <a:pt x="1580198" y="1672019"/>
                  <a:pt x="1577626" y="1669447"/>
                  <a:pt x="1577626" y="1666208"/>
                </a:cubicBezTo>
                <a:cubicBezTo>
                  <a:pt x="1577626" y="1662970"/>
                  <a:pt x="1580198" y="1660398"/>
                  <a:pt x="1583436" y="1660398"/>
                </a:cubicBezTo>
                <a:close/>
                <a:moveTo>
                  <a:pt x="1653826" y="2583180"/>
                </a:moveTo>
                <a:lnTo>
                  <a:pt x="1653826" y="2607945"/>
                </a:lnTo>
                <a:lnTo>
                  <a:pt x="1678591" y="2607945"/>
                </a:lnTo>
                <a:lnTo>
                  <a:pt x="1678591" y="2583180"/>
                </a:lnTo>
                <a:lnTo>
                  <a:pt x="1653826" y="2583180"/>
                </a:lnTo>
                <a:close/>
                <a:moveTo>
                  <a:pt x="1673828" y="2603183"/>
                </a:moveTo>
                <a:lnTo>
                  <a:pt x="1658588" y="2603183"/>
                </a:lnTo>
                <a:lnTo>
                  <a:pt x="1658588" y="2587943"/>
                </a:lnTo>
                <a:lnTo>
                  <a:pt x="1673828" y="2587943"/>
                </a:lnTo>
                <a:lnTo>
                  <a:pt x="1673828" y="2603183"/>
                </a:lnTo>
                <a:close/>
                <a:moveTo>
                  <a:pt x="1958626" y="1615916"/>
                </a:moveTo>
                <a:lnTo>
                  <a:pt x="1979676" y="1615916"/>
                </a:lnTo>
                <a:cubicBezTo>
                  <a:pt x="1984820" y="1615916"/>
                  <a:pt x="1988915" y="1611725"/>
                  <a:pt x="1988915" y="1606677"/>
                </a:cubicBezTo>
                <a:lnTo>
                  <a:pt x="1988915" y="1603248"/>
                </a:lnTo>
                <a:cubicBezTo>
                  <a:pt x="1988915" y="1598105"/>
                  <a:pt x="1984724" y="1594009"/>
                  <a:pt x="1979676" y="1594009"/>
                </a:cubicBezTo>
                <a:lnTo>
                  <a:pt x="1958626" y="1594009"/>
                </a:lnTo>
                <a:cubicBezTo>
                  <a:pt x="1953482" y="1594009"/>
                  <a:pt x="1949387" y="1598200"/>
                  <a:pt x="1949387" y="1603248"/>
                </a:cubicBezTo>
                <a:lnTo>
                  <a:pt x="1949387" y="1604010"/>
                </a:lnTo>
                <a:lnTo>
                  <a:pt x="1912430" y="1650778"/>
                </a:lnTo>
                <a:lnTo>
                  <a:pt x="1912430" y="1651635"/>
                </a:lnTo>
                <a:cubicBezTo>
                  <a:pt x="1912620" y="1685163"/>
                  <a:pt x="1912811" y="1735836"/>
                  <a:pt x="1912620" y="1740218"/>
                </a:cubicBezTo>
                <a:lnTo>
                  <a:pt x="1870234" y="1799082"/>
                </a:lnTo>
                <a:lnTo>
                  <a:pt x="1700784" y="1799082"/>
                </a:lnTo>
                <a:cubicBezTo>
                  <a:pt x="1699546" y="1796225"/>
                  <a:pt x="1696688" y="1794224"/>
                  <a:pt x="1693355" y="1794224"/>
                </a:cubicBezTo>
                <a:cubicBezTo>
                  <a:pt x="1688878" y="1794224"/>
                  <a:pt x="1685163" y="1797844"/>
                  <a:pt x="1685163" y="1802416"/>
                </a:cubicBezTo>
                <a:cubicBezTo>
                  <a:pt x="1685163" y="1806988"/>
                  <a:pt x="1688782" y="1810607"/>
                  <a:pt x="1693355" y="1810607"/>
                </a:cubicBezTo>
                <a:cubicBezTo>
                  <a:pt x="1697355" y="1810607"/>
                  <a:pt x="1700498" y="1807655"/>
                  <a:pt x="1701260" y="1803845"/>
                </a:cubicBezTo>
                <a:lnTo>
                  <a:pt x="1872710" y="1803845"/>
                </a:lnTo>
                <a:lnTo>
                  <a:pt x="1916906" y="1742503"/>
                </a:lnTo>
                <a:lnTo>
                  <a:pt x="1917192" y="1741837"/>
                </a:lnTo>
                <a:cubicBezTo>
                  <a:pt x="1917668" y="1740408"/>
                  <a:pt x="1917668" y="1710309"/>
                  <a:pt x="1917287" y="1652302"/>
                </a:cubicBezTo>
                <a:lnTo>
                  <a:pt x="1950339" y="1610487"/>
                </a:lnTo>
                <a:cubicBezTo>
                  <a:pt x="1951768" y="1613630"/>
                  <a:pt x="1955006" y="1615821"/>
                  <a:pt x="1958721" y="1615821"/>
                </a:cubicBezTo>
                <a:close/>
                <a:moveTo>
                  <a:pt x="1954149" y="1603343"/>
                </a:moveTo>
                <a:cubicBezTo>
                  <a:pt x="1954149" y="1600867"/>
                  <a:pt x="1956149" y="1598867"/>
                  <a:pt x="1958626" y="1598867"/>
                </a:cubicBezTo>
                <a:lnTo>
                  <a:pt x="1979676" y="1598867"/>
                </a:lnTo>
                <a:cubicBezTo>
                  <a:pt x="1982153" y="1598867"/>
                  <a:pt x="1984153" y="1600867"/>
                  <a:pt x="1984153" y="1603343"/>
                </a:cubicBezTo>
                <a:lnTo>
                  <a:pt x="1984153" y="1606772"/>
                </a:lnTo>
                <a:cubicBezTo>
                  <a:pt x="1984153" y="1609249"/>
                  <a:pt x="1982153" y="1611249"/>
                  <a:pt x="1979676" y="1611249"/>
                </a:cubicBezTo>
                <a:lnTo>
                  <a:pt x="1958626" y="1611249"/>
                </a:lnTo>
                <a:cubicBezTo>
                  <a:pt x="1956149" y="1611249"/>
                  <a:pt x="1954149" y="1609249"/>
                  <a:pt x="1954149" y="1606772"/>
                </a:cubicBezTo>
                <a:lnTo>
                  <a:pt x="1954149" y="1603343"/>
                </a:lnTo>
                <a:close/>
                <a:moveTo>
                  <a:pt x="1698879" y="1803749"/>
                </a:moveTo>
                <a:cubicBezTo>
                  <a:pt x="1698307" y="1806321"/>
                  <a:pt x="1696117" y="1808226"/>
                  <a:pt x="1693355" y="1808226"/>
                </a:cubicBezTo>
                <a:cubicBezTo>
                  <a:pt x="1690211" y="1808226"/>
                  <a:pt x="1687544" y="1805654"/>
                  <a:pt x="1687544" y="1802416"/>
                </a:cubicBezTo>
                <a:cubicBezTo>
                  <a:pt x="1687544" y="1799177"/>
                  <a:pt x="1690116" y="1796606"/>
                  <a:pt x="1693355" y="1796606"/>
                </a:cubicBezTo>
                <a:cubicBezTo>
                  <a:pt x="1696117" y="1796606"/>
                  <a:pt x="1698212" y="1798511"/>
                  <a:pt x="1698879" y="1801082"/>
                </a:cubicBezTo>
                <a:lnTo>
                  <a:pt x="1698879" y="1803654"/>
                </a:lnTo>
                <a:close/>
                <a:moveTo>
                  <a:pt x="32576" y="572548"/>
                </a:moveTo>
                <a:cubicBezTo>
                  <a:pt x="39434" y="572548"/>
                  <a:pt x="45053" y="566928"/>
                  <a:pt x="45053" y="560070"/>
                </a:cubicBezTo>
                <a:cubicBezTo>
                  <a:pt x="45053" y="553212"/>
                  <a:pt x="39434" y="547592"/>
                  <a:pt x="32576" y="547592"/>
                </a:cubicBezTo>
                <a:cubicBezTo>
                  <a:pt x="26575" y="547592"/>
                  <a:pt x="21717" y="551974"/>
                  <a:pt x="20574" y="557689"/>
                </a:cubicBezTo>
                <a:lnTo>
                  <a:pt x="95" y="557689"/>
                </a:lnTo>
                <a:lnTo>
                  <a:pt x="95" y="562451"/>
                </a:lnTo>
                <a:lnTo>
                  <a:pt x="20574" y="562451"/>
                </a:lnTo>
                <a:cubicBezTo>
                  <a:pt x="21717" y="568166"/>
                  <a:pt x="26575" y="572548"/>
                  <a:pt x="32576" y="572548"/>
                </a:cubicBezTo>
                <a:close/>
                <a:moveTo>
                  <a:pt x="32576" y="552355"/>
                </a:moveTo>
                <a:cubicBezTo>
                  <a:pt x="36862" y="552355"/>
                  <a:pt x="40291" y="555784"/>
                  <a:pt x="40291" y="560070"/>
                </a:cubicBezTo>
                <a:cubicBezTo>
                  <a:pt x="40291" y="564356"/>
                  <a:pt x="36862" y="567785"/>
                  <a:pt x="32576" y="567785"/>
                </a:cubicBezTo>
                <a:cubicBezTo>
                  <a:pt x="28289" y="567785"/>
                  <a:pt x="24860" y="564356"/>
                  <a:pt x="24860" y="560070"/>
                </a:cubicBezTo>
                <a:cubicBezTo>
                  <a:pt x="24860" y="555784"/>
                  <a:pt x="28289" y="552355"/>
                  <a:pt x="32576" y="552355"/>
                </a:cubicBezTo>
                <a:close/>
                <a:moveTo>
                  <a:pt x="806958" y="2908554"/>
                </a:moveTo>
                <a:lnTo>
                  <a:pt x="836962" y="2908363"/>
                </a:lnTo>
                <a:lnTo>
                  <a:pt x="836962" y="2917222"/>
                </a:lnTo>
                <a:cubicBezTo>
                  <a:pt x="836962" y="2920746"/>
                  <a:pt x="839819" y="2923509"/>
                  <a:pt x="843344" y="2923509"/>
                </a:cubicBezTo>
                <a:lnTo>
                  <a:pt x="963740" y="2923509"/>
                </a:lnTo>
                <a:cubicBezTo>
                  <a:pt x="967264" y="2923509"/>
                  <a:pt x="970121" y="2920651"/>
                  <a:pt x="970121" y="2917222"/>
                </a:cubicBezTo>
                <a:lnTo>
                  <a:pt x="970121" y="2908363"/>
                </a:lnTo>
                <a:lnTo>
                  <a:pt x="1203293" y="2908363"/>
                </a:lnTo>
                <a:lnTo>
                  <a:pt x="1217867" y="2897981"/>
                </a:lnTo>
                <a:cubicBezTo>
                  <a:pt x="1219581" y="2899601"/>
                  <a:pt x="1221867" y="2900648"/>
                  <a:pt x="1224439" y="2900648"/>
                </a:cubicBezTo>
                <a:cubicBezTo>
                  <a:pt x="1229868" y="2900648"/>
                  <a:pt x="1234250" y="2896267"/>
                  <a:pt x="1234250" y="2890838"/>
                </a:cubicBezTo>
                <a:cubicBezTo>
                  <a:pt x="1234250" y="2885409"/>
                  <a:pt x="1229868" y="2881027"/>
                  <a:pt x="1224439" y="2881027"/>
                </a:cubicBezTo>
                <a:cubicBezTo>
                  <a:pt x="1219010" y="2881027"/>
                  <a:pt x="1214628" y="2885409"/>
                  <a:pt x="1214628" y="2890838"/>
                </a:cubicBezTo>
                <a:cubicBezTo>
                  <a:pt x="1214628" y="2891885"/>
                  <a:pt x="1214914" y="2892933"/>
                  <a:pt x="1215295" y="2893886"/>
                </a:cubicBezTo>
                <a:lnTo>
                  <a:pt x="1201769" y="2903506"/>
                </a:lnTo>
                <a:lnTo>
                  <a:pt x="970121" y="2903506"/>
                </a:lnTo>
                <a:lnTo>
                  <a:pt x="970121" y="2894648"/>
                </a:lnTo>
                <a:cubicBezTo>
                  <a:pt x="970121" y="2891123"/>
                  <a:pt x="967264" y="2888266"/>
                  <a:pt x="963740" y="2888266"/>
                </a:cubicBezTo>
                <a:lnTo>
                  <a:pt x="843344" y="2888266"/>
                </a:lnTo>
                <a:cubicBezTo>
                  <a:pt x="839819" y="2888266"/>
                  <a:pt x="836962" y="2891123"/>
                  <a:pt x="836962" y="2894648"/>
                </a:cubicBezTo>
                <a:lnTo>
                  <a:pt x="836962" y="2905792"/>
                </a:lnTo>
                <a:lnTo>
                  <a:pt x="836962" y="2903506"/>
                </a:lnTo>
                <a:cubicBezTo>
                  <a:pt x="836962" y="2903506"/>
                  <a:pt x="804863" y="2903696"/>
                  <a:pt x="804863" y="2903696"/>
                </a:cubicBezTo>
                <a:lnTo>
                  <a:pt x="790194" y="2919794"/>
                </a:lnTo>
                <a:lnTo>
                  <a:pt x="546926" y="2919984"/>
                </a:lnTo>
                <a:cubicBezTo>
                  <a:pt x="548354" y="2916555"/>
                  <a:pt x="547783" y="2912459"/>
                  <a:pt x="545021" y="2909602"/>
                </a:cubicBezTo>
                <a:lnTo>
                  <a:pt x="529685" y="2893600"/>
                </a:lnTo>
                <a:cubicBezTo>
                  <a:pt x="527876" y="2891790"/>
                  <a:pt x="525494" y="2890742"/>
                  <a:pt x="522923" y="2890647"/>
                </a:cubicBezTo>
                <a:cubicBezTo>
                  <a:pt x="521684" y="2890647"/>
                  <a:pt x="520541" y="2890838"/>
                  <a:pt x="519398" y="2891219"/>
                </a:cubicBezTo>
                <a:lnTo>
                  <a:pt x="522351" y="2867882"/>
                </a:lnTo>
                <a:lnTo>
                  <a:pt x="465868" y="2808827"/>
                </a:lnTo>
                <a:lnTo>
                  <a:pt x="465487" y="2808446"/>
                </a:lnTo>
                <a:lnTo>
                  <a:pt x="434340" y="2808446"/>
                </a:lnTo>
                <a:cubicBezTo>
                  <a:pt x="434340" y="2808446"/>
                  <a:pt x="377000" y="2748534"/>
                  <a:pt x="377000" y="2748534"/>
                </a:cubicBezTo>
                <a:cubicBezTo>
                  <a:pt x="377381" y="2747867"/>
                  <a:pt x="377666" y="2747201"/>
                  <a:pt x="377666" y="2746343"/>
                </a:cubicBezTo>
                <a:lnTo>
                  <a:pt x="377952" y="2731580"/>
                </a:lnTo>
                <a:cubicBezTo>
                  <a:pt x="377952" y="2729103"/>
                  <a:pt x="376047" y="2727008"/>
                  <a:pt x="373475" y="2726912"/>
                </a:cubicBezTo>
                <a:lnTo>
                  <a:pt x="367951" y="2726912"/>
                </a:lnTo>
                <a:cubicBezTo>
                  <a:pt x="367951" y="2726912"/>
                  <a:pt x="368141" y="2589657"/>
                  <a:pt x="368141" y="2589657"/>
                </a:cubicBezTo>
                <a:lnTo>
                  <a:pt x="426434" y="2534507"/>
                </a:lnTo>
                <a:cubicBezTo>
                  <a:pt x="429482" y="2535841"/>
                  <a:pt x="433007" y="2535746"/>
                  <a:pt x="435864" y="2533841"/>
                </a:cubicBezTo>
                <a:cubicBezTo>
                  <a:pt x="438055" y="2532317"/>
                  <a:pt x="439579" y="2530126"/>
                  <a:pt x="439960" y="2527554"/>
                </a:cubicBezTo>
                <a:cubicBezTo>
                  <a:pt x="440436" y="2524982"/>
                  <a:pt x="439864" y="2522411"/>
                  <a:pt x="438340" y="2520315"/>
                </a:cubicBezTo>
                <a:cubicBezTo>
                  <a:pt x="436436" y="2517648"/>
                  <a:pt x="433388" y="2516219"/>
                  <a:pt x="430339" y="2516219"/>
                </a:cubicBezTo>
                <a:cubicBezTo>
                  <a:pt x="428435" y="2516219"/>
                  <a:pt x="426530" y="2516791"/>
                  <a:pt x="424815" y="2517838"/>
                </a:cubicBezTo>
                <a:cubicBezTo>
                  <a:pt x="422624" y="2519267"/>
                  <a:pt x="421100" y="2521553"/>
                  <a:pt x="420719" y="2524125"/>
                </a:cubicBezTo>
                <a:cubicBezTo>
                  <a:pt x="420243" y="2526697"/>
                  <a:pt x="420814" y="2529269"/>
                  <a:pt x="422339" y="2531364"/>
                </a:cubicBezTo>
                <a:cubicBezTo>
                  <a:pt x="422339" y="2531364"/>
                  <a:pt x="422529" y="2531459"/>
                  <a:pt x="422529" y="2531555"/>
                </a:cubicBezTo>
                <a:lnTo>
                  <a:pt x="363284" y="2587562"/>
                </a:lnTo>
                <a:lnTo>
                  <a:pt x="363093" y="2726627"/>
                </a:lnTo>
                <a:lnTo>
                  <a:pt x="358616" y="2726627"/>
                </a:lnTo>
                <a:cubicBezTo>
                  <a:pt x="356140" y="2726436"/>
                  <a:pt x="354044" y="2728436"/>
                  <a:pt x="353949" y="2731008"/>
                </a:cubicBezTo>
                <a:lnTo>
                  <a:pt x="353663" y="2745772"/>
                </a:lnTo>
                <a:cubicBezTo>
                  <a:pt x="353663" y="2748248"/>
                  <a:pt x="355568" y="2750344"/>
                  <a:pt x="358140" y="2750439"/>
                </a:cubicBezTo>
                <a:lnTo>
                  <a:pt x="372904" y="2750725"/>
                </a:lnTo>
                <a:cubicBezTo>
                  <a:pt x="373761" y="2750725"/>
                  <a:pt x="374428" y="2750439"/>
                  <a:pt x="375095" y="2750153"/>
                </a:cubicBezTo>
                <a:lnTo>
                  <a:pt x="432816" y="2810542"/>
                </a:lnTo>
                <a:lnTo>
                  <a:pt x="433197" y="2810923"/>
                </a:lnTo>
                <a:lnTo>
                  <a:pt x="464344" y="2810923"/>
                </a:lnTo>
                <a:cubicBezTo>
                  <a:pt x="464344" y="2810923"/>
                  <a:pt x="519684" y="2868644"/>
                  <a:pt x="519684" y="2868644"/>
                </a:cubicBezTo>
                <a:lnTo>
                  <a:pt x="516636" y="2892743"/>
                </a:lnTo>
                <a:cubicBezTo>
                  <a:pt x="516636" y="2892743"/>
                  <a:pt x="516160" y="2893028"/>
                  <a:pt x="515874" y="2893219"/>
                </a:cubicBezTo>
                <a:lnTo>
                  <a:pt x="513493" y="2895505"/>
                </a:lnTo>
                <a:cubicBezTo>
                  <a:pt x="509683" y="2899124"/>
                  <a:pt x="509492" y="2905316"/>
                  <a:pt x="513207" y="2909126"/>
                </a:cubicBezTo>
                <a:lnTo>
                  <a:pt x="528542" y="2925128"/>
                </a:lnTo>
                <a:cubicBezTo>
                  <a:pt x="530447" y="2927128"/>
                  <a:pt x="532924" y="2928080"/>
                  <a:pt x="535496" y="2928080"/>
                </a:cubicBezTo>
                <a:cubicBezTo>
                  <a:pt x="537877" y="2928080"/>
                  <a:pt x="540258" y="2927223"/>
                  <a:pt x="542163" y="2925413"/>
                </a:cubicBezTo>
                <a:lnTo>
                  <a:pt x="542925" y="2924651"/>
                </a:lnTo>
                <a:lnTo>
                  <a:pt x="792099" y="2924461"/>
                </a:lnTo>
                <a:lnTo>
                  <a:pt x="806768" y="2908363"/>
                </a:lnTo>
                <a:close/>
                <a:moveTo>
                  <a:pt x="1224344" y="2885885"/>
                </a:moveTo>
                <a:cubicBezTo>
                  <a:pt x="1227106" y="2885885"/>
                  <a:pt x="1229392" y="2888171"/>
                  <a:pt x="1229392" y="2890933"/>
                </a:cubicBezTo>
                <a:cubicBezTo>
                  <a:pt x="1229392" y="2893695"/>
                  <a:pt x="1227106" y="2895981"/>
                  <a:pt x="1224344" y="2895981"/>
                </a:cubicBezTo>
                <a:cubicBezTo>
                  <a:pt x="1221581" y="2895981"/>
                  <a:pt x="1219295" y="2893695"/>
                  <a:pt x="1219295" y="2890933"/>
                </a:cubicBezTo>
                <a:cubicBezTo>
                  <a:pt x="1219295" y="2888171"/>
                  <a:pt x="1221581" y="2885885"/>
                  <a:pt x="1224344" y="2885885"/>
                </a:cubicBezTo>
                <a:close/>
                <a:moveTo>
                  <a:pt x="933260" y="2890933"/>
                </a:moveTo>
                <a:lnTo>
                  <a:pt x="939737" y="2890933"/>
                </a:lnTo>
                <a:lnTo>
                  <a:pt x="939737" y="2921127"/>
                </a:lnTo>
                <a:lnTo>
                  <a:pt x="933260" y="2921127"/>
                </a:lnTo>
                <a:lnTo>
                  <a:pt x="933260" y="2890933"/>
                </a:lnTo>
                <a:close/>
                <a:moveTo>
                  <a:pt x="900303" y="2890933"/>
                </a:moveTo>
                <a:lnTo>
                  <a:pt x="906780" y="2890933"/>
                </a:lnTo>
                <a:lnTo>
                  <a:pt x="906780" y="2921127"/>
                </a:lnTo>
                <a:lnTo>
                  <a:pt x="900303" y="2921127"/>
                </a:lnTo>
                <a:lnTo>
                  <a:pt x="900303" y="2890933"/>
                </a:lnTo>
                <a:close/>
                <a:moveTo>
                  <a:pt x="870680" y="2890933"/>
                </a:moveTo>
                <a:lnTo>
                  <a:pt x="877157" y="2890933"/>
                </a:lnTo>
                <a:lnTo>
                  <a:pt x="877157" y="2921127"/>
                </a:lnTo>
                <a:lnTo>
                  <a:pt x="870680" y="2921127"/>
                </a:lnTo>
                <a:lnTo>
                  <a:pt x="870680" y="2890933"/>
                </a:lnTo>
                <a:close/>
                <a:moveTo>
                  <a:pt x="517017" y="2899124"/>
                </a:moveTo>
                <a:lnTo>
                  <a:pt x="519398" y="2896838"/>
                </a:lnTo>
                <a:cubicBezTo>
                  <a:pt x="520351" y="2895981"/>
                  <a:pt x="521494" y="2895505"/>
                  <a:pt x="522732" y="2895505"/>
                </a:cubicBezTo>
                <a:lnTo>
                  <a:pt x="522827" y="2895505"/>
                </a:lnTo>
                <a:cubicBezTo>
                  <a:pt x="523780" y="2895505"/>
                  <a:pt x="524637" y="2895886"/>
                  <a:pt x="525399" y="2896362"/>
                </a:cubicBezTo>
                <a:lnTo>
                  <a:pt x="516255" y="2905030"/>
                </a:lnTo>
                <a:cubicBezTo>
                  <a:pt x="515112" y="2903125"/>
                  <a:pt x="515303" y="2900648"/>
                  <a:pt x="516922" y="2899029"/>
                </a:cubicBezTo>
                <a:close/>
                <a:moveTo>
                  <a:pt x="528352" y="2917984"/>
                </a:moveTo>
                <a:lnTo>
                  <a:pt x="520065" y="2909316"/>
                </a:lnTo>
                <a:lnTo>
                  <a:pt x="529495" y="2900363"/>
                </a:lnTo>
                <a:lnTo>
                  <a:pt x="537782" y="2909030"/>
                </a:lnTo>
                <a:lnTo>
                  <a:pt x="528352" y="2917984"/>
                </a:lnTo>
                <a:close/>
                <a:moveTo>
                  <a:pt x="541496" y="2919889"/>
                </a:moveTo>
                <a:lnTo>
                  <a:pt x="539115" y="2922175"/>
                </a:lnTo>
                <a:cubicBezTo>
                  <a:pt x="537210" y="2923985"/>
                  <a:pt x="534067" y="2923985"/>
                  <a:pt x="532257" y="2921984"/>
                </a:cubicBezTo>
                <a:lnTo>
                  <a:pt x="531781" y="2921508"/>
                </a:lnTo>
                <a:lnTo>
                  <a:pt x="541211" y="2912555"/>
                </a:lnTo>
                <a:lnTo>
                  <a:pt x="541687" y="2913031"/>
                </a:lnTo>
                <a:cubicBezTo>
                  <a:pt x="543497" y="2914936"/>
                  <a:pt x="543497" y="2918079"/>
                  <a:pt x="541496" y="2919889"/>
                </a:cubicBezTo>
                <a:close/>
                <a:moveTo>
                  <a:pt x="1787366" y="1710976"/>
                </a:moveTo>
                <a:lnTo>
                  <a:pt x="1809178" y="1678210"/>
                </a:lnTo>
                <a:lnTo>
                  <a:pt x="1809178" y="1602772"/>
                </a:lnTo>
                <a:cubicBezTo>
                  <a:pt x="1814798" y="1602105"/>
                  <a:pt x="1819275" y="1597533"/>
                  <a:pt x="1819275" y="1591723"/>
                </a:cubicBezTo>
                <a:cubicBezTo>
                  <a:pt x="1819275" y="1585532"/>
                  <a:pt x="1814227" y="1580388"/>
                  <a:pt x="1807940" y="1580388"/>
                </a:cubicBezTo>
                <a:cubicBezTo>
                  <a:pt x="1801654" y="1580388"/>
                  <a:pt x="1796606" y="1585436"/>
                  <a:pt x="1796606" y="1591723"/>
                </a:cubicBezTo>
                <a:cubicBezTo>
                  <a:pt x="1796606" y="1597533"/>
                  <a:pt x="1801082" y="1602200"/>
                  <a:pt x="1806702" y="1602772"/>
                </a:cubicBezTo>
                <a:lnTo>
                  <a:pt x="1806702" y="1677543"/>
                </a:lnTo>
                <a:lnTo>
                  <a:pt x="1786033" y="1708690"/>
                </a:lnTo>
                <a:lnTo>
                  <a:pt x="1703642" y="1708023"/>
                </a:lnTo>
                <a:lnTo>
                  <a:pt x="1671828" y="1742313"/>
                </a:lnTo>
                <a:lnTo>
                  <a:pt x="1664208" y="1742313"/>
                </a:lnTo>
                <a:cubicBezTo>
                  <a:pt x="1661160" y="1742313"/>
                  <a:pt x="1658588" y="1744790"/>
                  <a:pt x="1658588" y="1747933"/>
                </a:cubicBezTo>
                <a:lnTo>
                  <a:pt x="1658588" y="1751457"/>
                </a:lnTo>
                <a:cubicBezTo>
                  <a:pt x="1658588" y="1754505"/>
                  <a:pt x="1661065" y="1757077"/>
                  <a:pt x="1664208" y="1757077"/>
                </a:cubicBezTo>
                <a:lnTo>
                  <a:pt x="1678400" y="1757077"/>
                </a:lnTo>
                <a:cubicBezTo>
                  <a:pt x="1681448" y="1757077"/>
                  <a:pt x="1684020" y="1754600"/>
                  <a:pt x="1684020" y="1751457"/>
                </a:cubicBezTo>
                <a:lnTo>
                  <a:pt x="1684020" y="1747933"/>
                </a:lnTo>
                <a:cubicBezTo>
                  <a:pt x="1684020" y="1744885"/>
                  <a:pt x="1681544" y="1742313"/>
                  <a:pt x="1678400" y="1742313"/>
                </a:cubicBezTo>
                <a:lnTo>
                  <a:pt x="1675067" y="1742313"/>
                </a:lnTo>
                <a:lnTo>
                  <a:pt x="1704689" y="1710404"/>
                </a:lnTo>
                <a:lnTo>
                  <a:pt x="1787271" y="1711071"/>
                </a:lnTo>
                <a:close/>
                <a:moveTo>
                  <a:pt x="1799082" y="1591628"/>
                </a:moveTo>
                <a:cubicBezTo>
                  <a:pt x="1799082" y="1586675"/>
                  <a:pt x="1803082" y="1582674"/>
                  <a:pt x="1808036" y="1582674"/>
                </a:cubicBezTo>
                <a:cubicBezTo>
                  <a:pt x="1812989" y="1582674"/>
                  <a:pt x="1816989" y="1586675"/>
                  <a:pt x="1816989" y="1591628"/>
                </a:cubicBezTo>
                <a:cubicBezTo>
                  <a:pt x="1816989" y="1596581"/>
                  <a:pt x="1812989" y="1600581"/>
                  <a:pt x="1808036" y="1600581"/>
                </a:cubicBezTo>
                <a:cubicBezTo>
                  <a:pt x="1803082" y="1600581"/>
                  <a:pt x="1799082" y="1596581"/>
                  <a:pt x="1799082" y="1591628"/>
                </a:cubicBezTo>
                <a:close/>
                <a:moveTo>
                  <a:pt x="1678591" y="1744504"/>
                </a:moveTo>
                <a:cubicBezTo>
                  <a:pt x="1680401" y="1744504"/>
                  <a:pt x="1681829" y="1745932"/>
                  <a:pt x="1681829" y="1747742"/>
                </a:cubicBezTo>
                <a:lnTo>
                  <a:pt x="1681829" y="1751267"/>
                </a:lnTo>
                <a:cubicBezTo>
                  <a:pt x="1681829" y="1753076"/>
                  <a:pt x="1680401" y="1754505"/>
                  <a:pt x="1678591" y="1754505"/>
                </a:cubicBezTo>
                <a:lnTo>
                  <a:pt x="1664399" y="1754505"/>
                </a:lnTo>
                <a:cubicBezTo>
                  <a:pt x="1662589" y="1754505"/>
                  <a:pt x="1661160" y="1753076"/>
                  <a:pt x="1661160" y="1751267"/>
                </a:cubicBezTo>
                <a:lnTo>
                  <a:pt x="1661160" y="1747742"/>
                </a:lnTo>
                <a:cubicBezTo>
                  <a:pt x="1661160" y="1746028"/>
                  <a:pt x="1662589" y="1744504"/>
                  <a:pt x="1664399" y="1744504"/>
                </a:cubicBezTo>
                <a:lnTo>
                  <a:pt x="1678591" y="1744504"/>
                </a:lnTo>
                <a:close/>
                <a:moveTo>
                  <a:pt x="95" y="677609"/>
                </a:moveTo>
                <a:lnTo>
                  <a:pt x="95" y="631508"/>
                </a:lnTo>
                <a:cubicBezTo>
                  <a:pt x="12764" y="631508"/>
                  <a:pt x="22955" y="641890"/>
                  <a:pt x="22955" y="654558"/>
                </a:cubicBezTo>
                <a:cubicBezTo>
                  <a:pt x="22955" y="667226"/>
                  <a:pt x="12764" y="677513"/>
                  <a:pt x="95" y="677609"/>
                </a:cubicBezTo>
                <a:close/>
                <a:moveTo>
                  <a:pt x="309182" y="774764"/>
                </a:moveTo>
                <a:cubicBezTo>
                  <a:pt x="304610" y="774764"/>
                  <a:pt x="300990" y="777907"/>
                  <a:pt x="299942" y="782193"/>
                </a:cubicBezTo>
                <a:lnTo>
                  <a:pt x="267367" y="782193"/>
                </a:lnTo>
                <a:lnTo>
                  <a:pt x="243840" y="797624"/>
                </a:lnTo>
                <a:lnTo>
                  <a:pt x="2858" y="797624"/>
                </a:lnTo>
                <a:lnTo>
                  <a:pt x="95" y="800672"/>
                </a:lnTo>
                <a:lnTo>
                  <a:pt x="95" y="807815"/>
                </a:lnTo>
                <a:lnTo>
                  <a:pt x="4953" y="802386"/>
                </a:lnTo>
                <a:lnTo>
                  <a:pt x="245269" y="802386"/>
                </a:lnTo>
                <a:lnTo>
                  <a:pt x="268796" y="786956"/>
                </a:lnTo>
                <a:lnTo>
                  <a:pt x="299942" y="786956"/>
                </a:lnTo>
                <a:cubicBezTo>
                  <a:pt x="300990" y="791147"/>
                  <a:pt x="304705" y="794385"/>
                  <a:pt x="309182" y="794385"/>
                </a:cubicBezTo>
                <a:cubicBezTo>
                  <a:pt x="314611" y="794385"/>
                  <a:pt x="318992" y="790004"/>
                  <a:pt x="318992" y="784574"/>
                </a:cubicBezTo>
                <a:cubicBezTo>
                  <a:pt x="318992" y="779145"/>
                  <a:pt x="314611" y="774764"/>
                  <a:pt x="309182" y="774764"/>
                </a:cubicBezTo>
                <a:close/>
                <a:moveTo>
                  <a:pt x="309182" y="789623"/>
                </a:moveTo>
                <a:cubicBezTo>
                  <a:pt x="306419" y="789623"/>
                  <a:pt x="304133" y="787337"/>
                  <a:pt x="304133" y="784574"/>
                </a:cubicBezTo>
                <a:cubicBezTo>
                  <a:pt x="304133" y="781812"/>
                  <a:pt x="306419" y="779526"/>
                  <a:pt x="309182" y="779526"/>
                </a:cubicBezTo>
                <a:cubicBezTo>
                  <a:pt x="311944" y="779526"/>
                  <a:pt x="314230" y="781812"/>
                  <a:pt x="314230" y="784574"/>
                </a:cubicBezTo>
                <a:cubicBezTo>
                  <a:pt x="314230" y="787337"/>
                  <a:pt x="311944" y="789623"/>
                  <a:pt x="309182" y="789623"/>
                </a:cubicBezTo>
                <a:close/>
                <a:moveTo>
                  <a:pt x="1807940" y="1598581"/>
                </a:moveTo>
                <a:cubicBezTo>
                  <a:pt x="1804130" y="1598581"/>
                  <a:pt x="1800987" y="1595438"/>
                  <a:pt x="1800987" y="1591628"/>
                </a:cubicBezTo>
                <a:cubicBezTo>
                  <a:pt x="1800987" y="1587818"/>
                  <a:pt x="1804130" y="1584674"/>
                  <a:pt x="1807940" y="1584674"/>
                </a:cubicBezTo>
                <a:cubicBezTo>
                  <a:pt x="1811750" y="1584674"/>
                  <a:pt x="1814894" y="1587818"/>
                  <a:pt x="1814894" y="1591628"/>
                </a:cubicBezTo>
                <a:cubicBezTo>
                  <a:pt x="1814894" y="1595438"/>
                  <a:pt x="1811750" y="1598581"/>
                  <a:pt x="1807940" y="1598581"/>
                </a:cubicBezTo>
                <a:close/>
                <a:moveTo>
                  <a:pt x="1180624" y="1952435"/>
                </a:moveTo>
                <a:lnTo>
                  <a:pt x="1289304" y="1952435"/>
                </a:lnTo>
                <a:lnTo>
                  <a:pt x="1289304" y="1957197"/>
                </a:lnTo>
                <a:lnTo>
                  <a:pt x="1180624" y="1957197"/>
                </a:lnTo>
                <a:lnTo>
                  <a:pt x="1180624" y="1952435"/>
                </a:lnTo>
                <a:close/>
                <a:moveTo>
                  <a:pt x="2526983" y="1193959"/>
                </a:moveTo>
                <a:lnTo>
                  <a:pt x="2266950" y="1193959"/>
                </a:lnTo>
                <a:lnTo>
                  <a:pt x="2245424" y="1213104"/>
                </a:lnTo>
                <a:lnTo>
                  <a:pt x="2245424" y="1311497"/>
                </a:lnTo>
                <a:lnTo>
                  <a:pt x="2270760" y="1331214"/>
                </a:lnTo>
                <a:lnTo>
                  <a:pt x="2270760" y="1348454"/>
                </a:lnTo>
                <a:cubicBezTo>
                  <a:pt x="2270760" y="1351693"/>
                  <a:pt x="2273427" y="1354360"/>
                  <a:pt x="2276666" y="1354360"/>
                </a:cubicBezTo>
                <a:lnTo>
                  <a:pt x="2318861" y="1354360"/>
                </a:lnTo>
                <a:cubicBezTo>
                  <a:pt x="2322481" y="1354360"/>
                  <a:pt x="2325529" y="1351407"/>
                  <a:pt x="2325529" y="1347692"/>
                </a:cubicBezTo>
                <a:lnTo>
                  <a:pt x="2325529" y="1306259"/>
                </a:lnTo>
                <a:cubicBezTo>
                  <a:pt x="2325529" y="1302639"/>
                  <a:pt x="2322576" y="1299591"/>
                  <a:pt x="2318861" y="1299591"/>
                </a:cubicBezTo>
                <a:lnTo>
                  <a:pt x="2277428" y="1299591"/>
                </a:lnTo>
                <a:cubicBezTo>
                  <a:pt x="2273808" y="1299591"/>
                  <a:pt x="2270760" y="1302544"/>
                  <a:pt x="2270760" y="1306259"/>
                </a:cubicBezTo>
                <a:lnTo>
                  <a:pt x="2270760" y="1319117"/>
                </a:lnTo>
                <a:lnTo>
                  <a:pt x="2254949" y="1306830"/>
                </a:lnTo>
                <a:lnTo>
                  <a:pt x="2254949" y="1217390"/>
                </a:lnTo>
                <a:lnTo>
                  <a:pt x="2270570" y="1203484"/>
                </a:lnTo>
                <a:lnTo>
                  <a:pt x="2522030" y="1203484"/>
                </a:lnTo>
                <a:lnTo>
                  <a:pt x="2537460" y="1225106"/>
                </a:lnTo>
                <a:lnTo>
                  <a:pt x="2855786" y="1226915"/>
                </a:lnTo>
                <a:lnTo>
                  <a:pt x="2856262" y="1226915"/>
                </a:lnTo>
                <a:cubicBezTo>
                  <a:pt x="2856262" y="1226915"/>
                  <a:pt x="2907887" y="1177957"/>
                  <a:pt x="2907887" y="1177957"/>
                </a:cubicBezTo>
                <a:lnTo>
                  <a:pt x="2907887" y="1015651"/>
                </a:lnTo>
                <a:lnTo>
                  <a:pt x="2882265" y="993458"/>
                </a:lnTo>
                <a:lnTo>
                  <a:pt x="2882265" y="861727"/>
                </a:lnTo>
                <a:lnTo>
                  <a:pt x="2866739" y="841534"/>
                </a:lnTo>
                <a:cubicBezTo>
                  <a:pt x="2869216" y="838105"/>
                  <a:pt x="2870740" y="834009"/>
                  <a:pt x="2870740" y="829437"/>
                </a:cubicBezTo>
                <a:cubicBezTo>
                  <a:pt x="2870740" y="818102"/>
                  <a:pt x="2861501" y="808863"/>
                  <a:pt x="2850166" y="808863"/>
                </a:cubicBezTo>
                <a:cubicBezTo>
                  <a:pt x="2846261" y="808863"/>
                  <a:pt x="2842641" y="810006"/>
                  <a:pt x="2839498" y="811911"/>
                </a:cubicBezTo>
                <a:lnTo>
                  <a:pt x="2814352" y="776573"/>
                </a:lnTo>
                <a:lnTo>
                  <a:pt x="2815019" y="643033"/>
                </a:lnTo>
                <a:lnTo>
                  <a:pt x="2818448" y="643033"/>
                </a:lnTo>
                <a:cubicBezTo>
                  <a:pt x="2824734" y="643033"/>
                  <a:pt x="2829973" y="637889"/>
                  <a:pt x="2829973" y="631508"/>
                </a:cubicBezTo>
                <a:lnTo>
                  <a:pt x="2829973" y="580168"/>
                </a:lnTo>
                <a:cubicBezTo>
                  <a:pt x="2829973" y="573881"/>
                  <a:pt x="2824829" y="568643"/>
                  <a:pt x="2818448" y="568643"/>
                </a:cubicBezTo>
                <a:lnTo>
                  <a:pt x="2815019" y="568643"/>
                </a:lnTo>
                <a:lnTo>
                  <a:pt x="2815019" y="487585"/>
                </a:lnTo>
                <a:cubicBezTo>
                  <a:pt x="2818734" y="486251"/>
                  <a:pt x="2821496" y="482822"/>
                  <a:pt x="2821877" y="478631"/>
                </a:cubicBezTo>
                <a:cubicBezTo>
                  <a:pt x="2822353" y="472916"/>
                  <a:pt x="2818067" y="467868"/>
                  <a:pt x="2812256" y="467392"/>
                </a:cubicBezTo>
                <a:cubicBezTo>
                  <a:pt x="2806542" y="466915"/>
                  <a:pt x="2801493" y="471202"/>
                  <a:pt x="2801017" y="477012"/>
                </a:cubicBezTo>
                <a:cubicBezTo>
                  <a:pt x="2800636" y="481775"/>
                  <a:pt x="2803588" y="485870"/>
                  <a:pt x="2807875" y="487394"/>
                </a:cubicBezTo>
                <a:lnTo>
                  <a:pt x="2807875" y="568547"/>
                </a:lnTo>
                <a:lnTo>
                  <a:pt x="2804446" y="568547"/>
                </a:lnTo>
                <a:cubicBezTo>
                  <a:pt x="2798159" y="568547"/>
                  <a:pt x="2792921" y="573691"/>
                  <a:pt x="2792921" y="580073"/>
                </a:cubicBezTo>
                <a:lnTo>
                  <a:pt x="2792921" y="631412"/>
                </a:lnTo>
                <a:cubicBezTo>
                  <a:pt x="2792921" y="637699"/>
                  <a:pt x="2798064" y="642938"/>
                  <a:pt x="2804446" y="642938"/>
                </a:cubicBezTo>
                <a:lnTo>
                  <a:pt x="2807780" y="642938"/>
                </a:lnTo>
                <a:lnTo>
                  <a:pt x="2807113" y="777907"/>
                </a:lnTo>
                <a:cubicBezTo>
                  <a:pt x="2807113" y="778859"/>
                  <a:pt x="2807494" y="779717"/>
                  <a:pt x="2808161" y="780383"/>
                </a:cubicBezTo>
                <a:lnTo>
                  <a:pt x="2834164" y="816483"/>
                </a:lnTo>
                <a:cubicBezTo>
                  <a:pt x="2831306" y="820007"/>
                  <a:pt x="2829592" y="824389"/>
                  <a:pt x="2829592" y="829247"/>
                </a:cubicBezTo>
                <a:cubicBezTo>
                  <a:pt x="2829592" y="840581"/>
                  <a:pt x="2838831" y="849821"/>
                  <a:pt x="2850166" y="849821"/>
                </a:cubicBezTo>
                <a:cubicBezTo>
                  <a:pt x="2853500" y="849821"/>
                  <a:pt x="2856643" y="848963"/>
                  <a:pt x="2859405" y="847535"/>
                </a:cubicBezTo>
                <a:lnTo>
                  <a:pt x="2872645" y="864775"/>
                </a:lnTo>
                <a:lnTo>
                  <a:pt x="2872645" y="997649"/>
                </a:lnTo>
                <a:lnTo>
                  <a:pt x="2898267" y="1019842"/>
                </a:lnTo>
                <a:lnTo>
                  <a:pt x="2898267" y="1173671"/>
                </a:lnTo>
                <a:lnTo>
                  <a:pt x="2852452" y="1217200"/>
                </a:lnTo>
                <a:lnTo>
                  <a:pt x="2542318" y="1215485"/>
                </a:lnTo>
                <a:lnTo>
                  <a:pt x="2526887" y="1193768"/>
                </a:lnTo>
                <a:close/>
                <a:moveTo>
                  <a:pt x="2275427" y="1325880"/>
                </a:moveTo>
                <a:lnTo>
                  <a:pt x="2276951" y="1323975"/>
                </a:lnTo>
                <a:lnTo>
                  <a:pt x="2275427" y="1322832"/>
                </a:lnTo>
                <a:lnTo>
                  <a:pt x="2275427" y="1306259"/>
                </a:lnTo>
                <a:cubicBezTo>
                  <a:pt x="2275427" y="1305211"/>
                  <a:pt x="2276285" y="1304353"/>
                  <a:pt x="2277332" y="1304353"/>
                </a:cubicBezTo>
                <a:lnTo>
                  <a:pt x="2318766" y="1304353"/>
                </a:lnTo>
                <a:cubicBezTo>
                  <a:pt x="2319814" y="1304353"/>
                  <a:pt x="2320671" y="1305211"/>
                  <a:pt x="2320671" y="1306259"/>
                </a:cubicBezTo>
                <a:lnTo>
                  <a:pt x="2320671" y="1347692"/>
                </a:lnTo>
                <a:cubicBezTo>
                  <a:pt x="2320671" y="1348740"/>
                  <a:pt x="2319814" y="1349597"/>
                  <a:pt x="2318766" y="1349597"/>
                </a:cubicBezTo>
                <a:lnTo>
                  <a:pt x="2276570" y="1349597"/>
                </a:lnTo>
                <a:cubicBezTo>
                  <a:pt x="2275904" y="1349597"/>
                  <a:pt x="2275427" y="1349026"/>
                  <a:pt x="2275427" y="1348454"/>
                </a:cubicBezTo>
                <a:lnTo>
                  <a:pt x="2275427" y="1325880"/>
                </a:lnTo>
                <a:close/>
                <a:moveTo>
                  <a:pt x="2800255" y="580263"/>
                </a:moveTo>
                <a:cubicBezTo>
                  <a:pt x="2800255" y="577882"/>
                  <a:pt x="2802160" y="575882"/>
                  <a:pt x="2804636" y="575882"/>
                </a:cubicBezTo>
                <a:lnTo>
                  <a:pt x="2818638" y="575882"/>
                </a:lnTo>
                <a:cubicBezTo>
                  <a:pt x="2821019" y="575882"/>
                  <a:pt x="2823020" y="577787"/>
                  <a:pt x="2823020" y="580263"/>
                </a:cubicBezTo>
                <a:lnTo>
                  <a:pt x="2823020" y="589217"/>
                </a:lnTo>
                <a:lnTo>
                  <a:pt x="2800350" y="589217"/>
                </a:lnTo>
                <a:lnTo>
                  <a:pt x="2800350" y="580263"/>
                </a:lnTo>
                <a:close/>
                <a:moveTo>
                  <a:pt x="2807970" y="635889"/>
                </a:moveTo>
                <a:lnTo>
                  <a:pt x="2804541" y="635889"/>
                </a:lnTo>
                <a:cubicBezTo>
                  <a:pt x="2802160" y="635889"/>
                  <a:pt x="2800160" y="633984"/>
                  <a:pt x="2800160" y="631508"/>
                </a:cubicBezTo>
                <a:lnTo>
                  <a:pt x="2800160" y="619792"/>
                </a:lnTo>
                <a:lnTo>
                  <a:pt x="2822829" y="619792"/>
                </a:lnTo>
                <a:lnTo>
                  <a:pt x="2822829" y="631508"/>
                </a:lnTo>
                <a:cubicBezTo>
                  <a:pt x="2822829" y="633889"/>
                  <a:pt x="2820924" y="635889"/>
                  <a:pt x="2818448" y="635889"/>
                </a:cubicBezTo>
                <a:lnTo>
                  <a:pt x="2807875" y="635889"/>
                </a:lnTo>
                <a:close/>
                <a:moveTo>
                  <a:pt x="2850261" y="842772"/>
                </a:moveTo>
                <a:cubicBezTo>
                  <a:pt x="2842832" y="842772"/>
                  <a:pt x="2836831" y="836771"/>
                  <a:pt x="2836831" y="829342"/>
                </a:cubicBezTo>
                <a:cubicBezTo>
                  <a:pt x="2836831" y="821912"/>
                  <a:pt x="2842832" y="815912"/>
                  <a:pt x="2850261" y="815912"/>
                </a:cubicBezTo>
                <a:cubicBezTo>
                  <a:pt x="2857691" y="815912"/>
                  <a:pt x="2863692" y="821912"/>
                  <a:pt x="2863692" y="829342"/>
                </a:cubicBezTo>
                <a:cubicBezTo>
                  <a:pt x="2863692" y="836771"/>
                  <a:pt x="2857691" y="842772"/>
                  <a:pt x="2850261" y="842772"/>
                </a:cubicBezTo>
                <a:close/>
                <a:moveTo>
                  <a:pt x="1997774" y="2571845"/>
                </a:moveTo>
                <a:cubicBezTo>
                  <a:pt x="1997774" y="2571845"/>
                  <a:pt x="1997869" y="2571369"/>
                  <a:pt x="1997964" y="2571084"/>
                </a:cubicBezTo>
                <a:lnTo>
                  <a:pt x="1971008" y="2539555"/>
                </a:lnTo>
                <a:lnTo>
                  <a:pt x="1962055" y="2539555"/>
                </a:lnTo>
                <a:cubicBezTo>
                  <a:pt x="1962055" y="2539555"/>
                  <a:pt x="1936528" y="2571274"/>
                  <a:pt x="1936528" y="2571274"/>
                </a:cubicBezTo>
                <a:lnTo>
                  <a:pt x="1936337" y="2571084"/>
                </a:lnTo>
                <a:cubicBezTo>
                  <a:pt x="1936337" y="2571084"/>
                  <a:pt x="1936432" y="2571464"/>
                  <a:pt x="1936432" y="2571750"/>
                </a:cubicBezTo>
                <a:cubicBezTo>
                  <a:pt x="1936432" y="2574036"/>
                  <a:pt x="1934623" y="2575846"/>
                  <a:pt x="1932337" y="2575846"/>
                </a:cubicBezTo>
                <a:cubicBezTo>
                  <a:pt x="1930051" y="2575846"/>
                  <a:pt x="1928241" y="2574036"/>
                  <a:pt x="1928241" y="2571750"/>
                </a:cubicBezTo>
                <a:cubicBezTo>
                  <a:pt x="1928241" y="2569464"/>
                  <a:pt x="1930051" y="2567654"/>
                  <a:pt x="1932337" y="2567654"/>
                </a:cubicBezTo>
                <a:cubicBezTo>
                  <a:pt x="1932623" y="2567654"/>
                  <a:pt x="1932908" y="2567750"/>
                  <a:pt x="1933194" y="2567845"/>
                </a:cubicBezTo>
                <a:lnTo>
                  <a:pt x="1959769" y="2534793"/>
                </a:lnTo>
                <a:lnTo>
                  <a:pt x="1973199" y="2534793"/>
                </a:lnTo>
                <a:cubicBezTo>
                  <a:pt x="1973199" y="2534793"/>
                  <a:pt x="2001488" y="2567750"/>
                  <a:pt x="2001488" y="2567750"/>
                </a:cubicBezTo>
                <a:cubicBezTo>
                  <a:pt x="2001679" y="2567750"/>
                  <a:pt x="2001774" y="2567654"/>
                  <a:pt x="2001965" y="2567654"/>
                </a:cubicBezTo>
                <a:cubicBezTo>
                  <a:pt x="2004251" y="2567654"/>
                  <a:pt x="2006060" y="2569464"/>
                  <a:pt x="2006060" y="2571750"/>
                </a:cubicBezTo>
                <a:cubicBezTo>
                  <a:pt x="2006060" y="2574036"/>
                  <a:pt x="2004251" y="2575846"/>
                  <a:pt x="2001965" y="2575846"/>
                </a:cubicBezTo>
                <a:cubicBezTo>
                  <a:pt x="1999678" y="2575846"/>
                  <a:pt x="1997869" y="2574036"/>
                  <a:pt x="1997869" y="2571750"/>
                </a:cubicBezTo>
                <a:close/>
                <a:moveTo>
                  <a:pt x="2764060" y="1179386"/>
                </a:moveTo>
                <a:cubicBezTo>
                  <a:pt x="2772251" y="1181005"/>
                  <a:pt x="2780252" y="1175766"/>
                  <a:pt x="2781872" y="1167575"/>
                </a:cubicBezTo>
                <a:cubicBezTo>
                  <a:pt x="2782729" y="1163574"/>
                  <a:pt x="2781872" y="1159574"/>
                  <a:pt x="2779681" y="1156240"/>
                </a:cubicBezTo>
                <a:cubicBezTo>
                  <a:pt x="2777490" y="1152906"/>
                  <a:pt x="2774061" y="1150620"/>
                  <a:pt x="2770061" y="1149763"/>
                </a:cubicBezTo>
                <a:cubicBezTo>
                  <a:pt x="2769013" y="1149572"/>
                  <a:pt x="2768060" y="1149477"/>
                  <a:pt x="2767013" y="1149477"/>
                </a:cubicBezTo>
                <a:cubicBezTo>
                  <a:pt x="2759964" y="1149477"/>
                  <a:pt x="2753678" y="1154430"/>
                  <a:pt x="2752154" y="1161574"/>
                </a:cubicBezTo>
                <a:cubicBezTo>
                  <a:pt x="2751392" y="1165574"/>
                  <a:pt x="2752154" y="1169575"/>
                  <a:pt x="2754344" y="1172909"/>
                </a:cubicBezTo>
                <a:cubicBezTo>
                  <a:pt x="2756535" y="1176242"/>
                  <a:pt x="2759964" y="1178528"/>
                  <a:pt x="2763965" y="1179386"/>
                </a:cubicBezTo>
                <a:close/>
                <a:moveTo>
                  <a:pt x="2756916" y="1162431"/>
                </a:moveTo>
                <a:cubicBezTo>
                  <a:pt x="2758059" y="1156811"/>
                  <a:pt x="2763584" y="1153192"/>
                  <a:pt x="2769108" y="1154335"/>
                </a:cubicBezTo>
                <a:cubicBezTo>
                  <a:pt x="2771870" y="1154906"/>
                  <a:pt x="2774156" y="1156430"/>
                  <a:pt x="2775680" y="1158812"/>
                </a:cubicBezTo>
                <a:cubicBezTo>
                  <a:pt x="2777204" y="1161098"/>
                  <a:pt x="2777776" y="1163860"/>
                  <a:pt x="2777204" y="1166622"/>
                </a:cubicBezTo>
                <a:cubicBezTo>
                  <a:pt x="2776252" y="1171575"/>
                  <a:pt x="2771870" y="1174909"/>
                  <a:pt x="2767013" y="1174909"/>
                </a:cubicBezTo>
                <a:cubicBezTo>
                  <a:pt x="2766346" y="1174909"/>
                  <a:pt x="2765679" y="1174909"/>
                  <a:pt x="2764917" y="1174718"/>
                </a:cubicBezTo>
                <a:cubicBezTo>
                  <a:pt x="2762155" y="1174147"/>
                  <a:pt x="2759869" y="1172623"/>
                  <a:pt x="2758345" y="1170242"/>
                </a:cubicBezTo>
                <a:cubicBezTo>
                  <a:pt x="2756821" y="1167956"/>
                  <a:pt x="2756249" y="1165193"/>
                  <a:pt x="2756821" y="1162431"/>
                </a:cubicBezTo>
                <a:close/>
                <a:moveTo>
                  <a:pt x="2163413" y="1333786"/>
                </a:moveTo>
                <a:cubicBezTo>
                  <a:pt x="2157508" y="1333786"/>
                  <a:pt x="2152650" y="1338644"/>
                  <a:pt x="2152650" y="1344549"/>
                </a:cubicBezTo>
                <a:lnTo>
                  <a:pt x="2152650" y="1389126"/>
                </a:lnTo>
                <a:lnTo>
                  <a:pt x="2145887" y="1389126"/>
                </a:lnTo>
                <a:cubicBezTo>
                  <a:pt x="2144554" y="1389126"/>
                  <a:pt x="2143506" y="1390174"/>
                  <a:pt x="2143506" y="1391507"/>
                </a:cubicBezTo>
                <a:lnTo>
                  <a:pt x="2143506" y="1399508"/>
                </a:lnTo>
                <a:cubicBezTo>
                  <a:pt x="2143506" y="1400842"/>
                  <a:pt x="2144554" y="1401890"/>
                  <a:pt x="2145887" y="1401890"/>
                </a:cubicBezTo>
                <a:lnTo>
                  <a:pt x="2164080" y="1401890"/>
                </a:lnTo>
                <a:cubicBezTo>
                  <a:pt x="2165414" y="1401890"/>
                  <a:pt x="2166461" y="1400842"/>
                  <a:pt x="2166461" y="1399508"/>
                </a:cubicBezTo>
                <a:lnTo>
                  <a:pt x="2166461" y="1391507"/>
                </a:lnTo>
                <a:cubicBezTo>
                  <a:pt x="2166461" y="1390174"/>
                  <a:pt x="2165414" y="1389126"/>
                  <a:pt x="2164080" y="1389126"/>
                </a:cubicBezTo>
                <a:lnTo>
                  <a:pt x="2157413" y="1389126"/>
                </a:lnTo>
                <a:lnTo>
                  <a:pt x="2157413" y="1344549"/>
                </a:lnTo>
                <a:cubicBezTo>
                  <a:pt x="2157413" y="1341215"/>
                  <a:pt x="2160080" y="1338548"/>
                  <a:pt x="2163413" y="1338548"/>
                </a:cubicBezTo>
                <a:cubicBezTo>
                  <a:pt x="2166747" y="1338548"/>
                  <a:pt x="2169414" y="1341215"/>
                  <a:pt x="2169414" y="1344549"/>
                </a:cubicBezTo>
                <a:lnTo>
                  <a:pt x="2169414" y="1382554"/>
                </a:lnTo>
                <a:cubicBezTo>
                  <a:pt x="2169414" y="1388459"/>
                  <a:pt x="2174272" y="1393317"/>
                  <a:pt x="2180177" y="1393317"/>
                </a:cubicBezTo>
                <a:cubicBezTo>
                  <a:pt x="2186083" y="1393317"/>
                  <a:pt x="2190941" y="1388459"/>
                  <a:pt x="2190941" y="1382554"/>
                </a:cubicBezTo>
                <a:lnTo>
                  <a:pt x="2190941" y="1344549"/>
                </a:lnTo>
                <a:cubicBezTo>
                  <a:pt x="2190941" y="1341215"/>
                  <a:pt x="2193608" y="1338548"/>
                  <a:pt x="2196941" y="1338548"/>
                </a:cubicBezTo>
                <a:cubicBezTo>
                  <a:pt x="2200275" y="1338548"/>
                  <a:pt x="2202942" y="1341215"/>
                  <a:pt x="2202942" y="1344549"/>
                </a:cubicBezTo>
                <a:lnTo>
                  <a:pt x="2202942" y="1382554"/>
                </a:lnTo>
                <a:cubicBezTo>
                  <a:pt x="2202942" y="1388459"/>
                  <a:pt x="2207800" y="1393317"/>
                  <a:pt x="2213705" y="1393317"/>
                </a:cubicBezTo>
                <a:cubicBezTo>
                  <a:pt x="2219611" y="1393317"/>
                  <a:pt x="2224469" y="1388459"/>
                  <a:pt x="2224469" y="1382554"/>
                </a:cubicBezTo>
                <a:lnTo>
                  <a:pt x="2224469" y="1340072"/>
                </a:lnTo>
                <a:lnTo>
                  <a:pt x="2231231" y="1340072"/>
                </a:lnTo>
                <a:cubicBezTo>
                  <a:pt x="2232565" y="1340072"/>
                  <a:pt x="2233613" y="1339025"/>
                  <a:pt x="2233613" y="1337691"/>
                </a:cubicBezTo>
                <a:lnTo>
                  <a:pt x="2233613" y="1329690"/>
                </a:lnTo>
                <a:cubicBezTo>
                  <a:pt x="2233613" y="1328357"/>
                  <a:pt x="2232565" y="1327309"/>
                  <a:pt x="2231231" y="1327309"/>
                </a:cubicBezTo>
                <a:lnTo>
                  <a:pt x="2213039" y="1327309"/>
                </a:lnTo>
                <a:cubicBezTo>
                  <a:pt x="2211705" y="1327309"/>
                  <a:pt x="2210657" y="1328357"/>
                  <a:pt x="2210657" y="1329690"/>
                </a:cubicBezTo>
                <a:lnTo>
                  <a:pt x="2210657" y="1337691"/>
                </a:lnTo>
                <a:cubicBezTo>
                  <a:pt x="2210657" y="1339025"/>
                  <a:pt x="2211705" y="1340072"/>
                  <a:pt x="2213039" y="1340072"/>
                </a:cubicBezTo>
                <a:lnTo>
                  <a:pt x="2219801" y="1340072"/>
                </a:lnTo>
                <a:lnTo>
                  <a:pt x="2219801" y="1382554"/>
                </a:lnTo>
                <a:cubicBezTo>
                  <a:pt x="2219801" y="1385888"/>
                  <a:pt x="2217134" y="1388555"/>
                  <a:pt x="2213801" y="1388555"/>
                </a:cubicBezTo>
                <a:cubicBezTo>
                  <a:pt x="2210467" y="1388555"/>
                  <a:pt x="2207800" y="1385888"/>
                  <a:pt x="2207800" y="1382554"/>
                </a:cubicBezTo>
                <a:lnTo>
                  <a:pt x="2207800" y="1344549"/>
                </a:lnTo>
                <a:cubicBezTo>
                  <a:pt x="2207800" y="1338644"/>
                  <a:pt x="2202942" y="1333786"/>
                  <a:pt x="2197037" y="1333786"/>
                </a:cubicBezTo>
                <a:cubicBezTo>
                  <a:pt x="2191131" y="1333786"/>
                  <a:pt x="2186273" y="1338644"/>
                  <a:pt x="2186273" y="1344549"/>
                </a:cubicBezTo>
                <a:lnTo>
                  <a:pt x="2186273" y="1382554"/>
                </a:lnTo>
                <a:cubicBezTo>
                  <a:pt x="2186273" y="1385888"/>
                  <a:pt x="2183606" y="1388555"/>
                  <a:pt x="2180273" y="1388555"/>
                </a:cubicBezTo>
                <a:cubicBezTo>
                  <a:pt x="2176939" y="1388555"/>
                  <a:pt x="2174272" y="1385888"/>
                  <a:pt x="2174272" y="1382554"/>
                </a:cubicBezTo>
                <a:lnTo>
                  <a:pt x="2174272" y="1344549"/>
                </a:lnTo>
                <a:cubicBezTo>
                  <a:pt x="2174272" y="1338644"/>
                  <a:pt x="2169414" y="1333786"/>
                  <a:pt x="2163509" y="1333786"/>
                </a:cubicBezTo>
                <a:close/>
                <a:moveTo>
                  <a:pt x="2161699" y="1393889"/>
                </a:moveTo>
                <a:lnTo>
                  <a:pt x="2161699" y="1397127"/>
                </a:lnTo>
                <a:lnTo>
                  <a:pt x="2148269" y="1397127"/>
                </a:lnTo>
                <a:lnTo>
                  <a:pt x="2148269" y="1393889"/>
                </a:lnTo>
                <a:lnTo>
                  <a:pt x="2161699" y="1393889"/>
                </a:lnTo>
                <a:close/>
                <a:moveTo>
                  <a:pt x="2215229" y="1335405"/>
                </a:moveTo>
                <a:lnTo>
                  <a:pt x="2215229" y="1332167"/>
                </a:lnTo>
                <a:lnTo>
                  <a:pt x="2228660" y="1332167"/>
                </a:lnTo>
                <a:lnTo>
                  <a:pt x="2228660" y="1335405"/>
                </a:lnTo>
                <a:lnTo>
                  <a:pt x="2215229" y="1335405"/>
                </a:lnTo>
                <a:close/>
                <a:moveTo>
                  <a:pt x="2857405" y="1062609"/>
                </a:moveTo>
                <a:cubicBezTo>
                  <a:pt x="2856357" y="1062419"/>
                  <a:pt x="2855405" y="1062323"/>
                  <a:pt x="2854357" y="1062323"/>
                </a:cubicBezTo>
                <a:cubicBezTo>
                  <a:pt x="2851404" y="1062323"/>
                  <a:pt x="2848547" y="1063181"/>
                  <a:pt x="2846070" y="1064800"/>
                </a:cubicBezTo>
                <a:cubicBezTo>
                  <a:pt x="2842736" y="1066991"/>
                  <a:pt x="2840355" y="1070420"/>
                  <a:pt x="2839593" y="1074420"/>
                </a:cubicBezTo>
                <a:cubicBezTo>
                  <a:pt x="2837974" y="1082612"/>
                  <a:pt x="2843213" y="1090613"/>
                  <a:pt x="2851404" y="1092232"/>
                </a:cubicBezTo>
                <a:cubicBezTo>
                  <a:pt x="2855405" y="1092994"/>
                  <a:pt x="2859405" y="1092232"/>
                  <a:pt x="2862739" y="1090041"/>
                </a:cubicBezTo>
                <a:cubicBezTo>
                  <a:pt x="2866073" y="1087850"/>
                  <a:pt x="2868359" y="1084421"/>
                  <a:pt x="2869216" y="1080421"/>
                </a:cubicBezTo>
                <a:cubicBezTo>
                  <a:pt x="2870073" y="1076420"/>
                  <a:pt x="2869216" y="1072420"/>
                  <a:pt x="2867025" y="1069086"/>
                </a:cubicBezTo>
                <a:cubicBezTo>
                  <a:pt x="2864834" y="1065752"/>
                  <a:pt x="2861405" y="1063371"/>
                  <a:pt x="2857405" y="1062609"/>
                </a:cubicBezTo>
                <a:close/>
                <a:moveTo>
                  <a:pt x="2864549" y="1079468"/>
                </a:moveTo>
                <a:cubicBezTo>
                  <a:pt x="2863977" y="1082135"/>
                  <a:pt x="2862453" y="1084517"/>
                  <a:pt x="2860167" y="1086041"/>
                </a:cubicBezTo>
                <a:cubicBezTo>
                  <a:pt x="2858453" y="1087184"/>
                  <a:pt x="2856452" y="1087755"/>
                  <a:pt x="2854452" y="1087755"/>
                </a:cubicBezTo>
                <a:cubicBezTo>
                  <a:pt x="2853785" y="1087755"/>
                  <a:pt x="2853023" y="1087755"/>
                  <a:pt x="2852357" y="1087565"/>
                </a:cubicBezTo>
                <a:cubicBezTo>
                  <a:pt x="2846737" y="1086422"/>
                  <a:pt x="2843117" y="1080897"/>
                  <a:pt x="2844260" y="1075373"/>
                </a:cubicBezTo>
                <a:cubicBezTo>
                  <a:pt x="2844832" y="1072706"/>
                  <a:pt x="2846356" y="1070324"/>
                  <a:pt x="2848642" y="1068800"/>
                </a:cubicBezTo>
                <a:cubicBezTo>
                  <a:pt x="2850928" y="1067276"/>
                  <a:pt x="2853785" y="1066705"/>
                  <a:pt x="2856452" y="1067276"/>
                </a:cubicBezTo>
                <a:cubicBezTo>
                  <a:pt x="2859215" y="1067848"/>
                  <a:pt x="2861501" y="1069372"/>
                  <a:pt x="2863025" y="1071753"/>
                </a:cubicBezTo>
                <a:cubicBezTo>
                  <a:pt x="2864549" y="1074039"/>
                  <a:pt x="2865120" y="1076801"/>
                  <a:pt x="2864549" y="1079564"/>
                </a:cubicBezTo>
                <a:close/>
                <a:moveTo>
                  <a:pt x="1636490" y="1952339"/>
                </a:moveTo>
                <a:lnTo>
                  <a:pt x="1646015" y="1952339"/>
                </a:lnTo>
                <a:lnTo>
                  <a:pt x="1646015" y="1957102"/>
                </a:lnTo>
                <a:lnTo>
                  <a:pt x="1636490" y="1957102"/>
                </a:lnTo>
                <a:lnTo>
                  <a:pt x="1636490" y="1952339"/>
                </a:lnTo>
                <a:close/>
                <a:moveTo>
                  <a:pt x="2869406" y="1123474"/>
                </a:moveTo>
                <a:cubicBezTo>
                  <a:pt x="2867978" y="1130332"/>
                  <a:pt x="2861310" y="1134809"/>
                  <a:pt x="2854357" y="1133475"/>
                </a:cubicBezTo>
                <a:cubicBezTo>
                  <a:pt x="2847404" y="1132142"/>
                  <a:pt x="2843022" y="1125379"/>
                  <a:pt x="2844355" y="1118426"/>
                </a:cubicBezTo>
                <a:cubicBezTo>
                  <a:pt x="2845784" y="1111568"/>
                  <a:pt x="2852452" y="1107091"/>
                  <a:pt x="2859405" y="1108424"/>
                </a:cubicBezTo>
                <a:cubicBezTo>
                  <a:pt x="2866263" y="1109853"/>
                  <a:pt x="2870740" y="1116521"/>
                  <a:pt x="2869406" y="1123474"/>
                </a:cubicBezTo>
                <a:close/>
                <a:moveTo>
                  <a:pt x="1983296" y="1494568"/>
                </a:moveTo>
                <a:lnTo>
                  <a:pt x="1897856" y="1494187"/>
                </a:lnTo>
                <a:cubicBezTo>
                  <a:pt x="1897094" y="1491520"/>
                  <a:pt x="1895666" y="1489043"/>
                  <a:pt x="1893380" y="1487138"/>
                </a:cubicBezTo>
                <a:cubicBezTo>
                  <a:pt x="1887284" y="1481900"/>
                  <a:pt x="1878140" y="1482566"/>
                  <a:pt x="1872901" y="1488567"/>
                </a:cubicBezTo>
                <a:cubicBezTo>
                  <a:pt x="1870329" y="1491520"/>
                  <a:pt x="1869091" y="1495235"/>
                  <a:pt x="1869377" y="1499140"/>
                </a:cubicBezTo>
                <a:cubicBezTo>
                  <a:pt x="1869662" y="1503045"/>
                  <a:pt x="1871377" y="1506569"/>
                  <a:pt x="1874330" y="1509141"/>
                </a:cubicBezTo>
                <a:cubicBezTo>
                  <a:pt x="1877092" y="1511522"/>
                  <a:pt x="1880426" y="1512665"/>
                  <a:pt x="1883855" y="1512665"/>
                </a:cubicBezTo>
                <a:cubicBezTo>
                  <a:pt x="1887950" y="1512665"/>
                  <a:pt x="1891951" y="1510951"/>
                  <a:pt x="1894903" y="1507617"/>
                </a:cubicBezTo>
                <a:cubicBezTo>
                  <a:pt x="1896523" y="1505712"/>
                  <a:pt x="1897475" y="1503521"/>
                  <a:pt x="1898047" y="1501235"/>
                </a:cubicBezTo>
                <a:lnTo>
                  <a:pt x="1985582" y="1501616"/>
                </a:lnTo>
                <a:lnTo>
                  <a:pt x="2053590" y="1453420"/>
                </a:lnTo>
                <a:lnTo>
                  <a:pt x="2208943" y="1454468"/>
                </a:lnTo>
                <a:lnTo>
                  <a:pt x="2270760" y="1398651"/>
                </a:lnTo>
                <a:cubicBezTo>
                  <a:pt x="2275523" y="1400651"/>
                  <a:pt x="2281142" y="1399699"/>
                  <a:pt x="2284667" y="1395603"/>
                </a:cubicBezTo>
                <a:cubicBezTo>
                  <a:pt x="2289048" y="1390555"/>
                  <a:pt x="2288477" y="1382840"/>
                  <a:pt x="2283428" y="1378458"/>
                </a:cubicBezTo>
                <a:cubicBezTo>
                  <a:pt x="2278380" y="1374077"/>
                  <a:pt x="2270665" y="1374648"/>
                  <a:pt x="2266283" y="1379696"/>
                </a:cubicBezTo>
                <a:cubicBezTo>
                  <a:pt x="2262664" y="1383792"/>
                  <a:pt x="2262569" y="1389602"/>
                  <a:pt x="2265331" y="1393984"/>
                </a:cubicBezTo>
                <a:lnTo>
                  <a:pt x="2206181" y="1447324"/>
                </a:lnTo>
                <a:lnTo>
                  <a:pt x="2051304" y="1446276"/>
                </a:lnTo>
                <a:lnTo>
                  <a:pt x="1983296" y="1494473"/>
                </a:lnTo>
                <a:close/>
                <a:moveTo>
                  <a:pt x="1891379" y="1504569"/>
                </a:moveTo>
                <a:cubicBezTo>
                  <a:pt x="1887855" y="1508665"/>
                  <a:pt x="1881664" y="1509141"/>
                  <a:pt x="1877568" y="1505522"/>
                </a:cubicBezTo>
                <a:cubicBezTo>
                  <a:pt x="1873472" y="1501997"/>
                  <a:pt x="1873091" y="1495806"/>
                  <a:pt x="1876616" y="1491710"/>
                </a:cubicBezTo>
                <a:cubicBezTo>
                  <a:pt x="1878521" y="1489520"/>
                  <a:pt x="1881283" y="1488377"/>
                  <a:pt x="1884045" y="1488377"/>
                </a:cubicBezTo>
                <a:cubicBezTo>
                  <a:pt x="1886331" y="1488377"/>
                  <a:pt x="1888617" y="1489139"/>
                  <a:pt x="1890427" y="1490758"/>
                </a:cubicBezTo>
                <a:cubicBezTo>
                  <a:pt x="1894523" y="1494282"/>
                  <a:pt x="1894903" y="1500473"/>
                  <a:pt x="1891379" y="1504569"/>
                </a:cubicBezTo>
                <a:close/>
                <a:moveTo>
                  <a:pt x="2285429" y="1335405"/>
                </a:moveTo>
                <a:lnTo>
                  <a:pt x="2285429" y="1318546"/>
                </a:lnTo>
                <a:cubicBezTo>
                  <a:pt x="2285429" y="1316165"/>
                  <a:pt x="2287334" y="1314260"/>
                  <a:pt x="2289715" y="1314260"/>
                </a:cubicBezTo>
                <a:lnTo>
                  <a:pt x="2306574" y="1314260"/>
                </a:lnTo>
                <a:cubicBezTo>
                  <a:pt x="2308955" y="1314260"/>
                  <a:pt x="2310860" y="1316165"/>
                  <a:pt x="2310860" y="1318546"/>
                </a:cubicBezTo>
                <a:lnTo>
                  <a:pt x="2310860" y="1335405"/>
                </a:lnTo>
                <a:cubicBezTo>
                  <a:pt x="2310860" y="1337786"/>
                  <a:pt x="2308955" y="1339691"/>
                  <a:pt x="2306574" y="1339691"/>
                </a:cubicBezTo>
                <a:lnTo>
                  <a:pt x="2289715" y="1339691"/>
                </a:lnTo>
                <a:cubicBezTo>
                  <a:pt x="2287334" y="1339691"/>
                  <a:pt x="2285429" y="1337786"/>
                  <a:pt x="2285429" y="1335405"/>
                </a:cubicBezTo>
                <a:close/>
                <a:moveTo>
                  <a:pt x="731615" y="805529"/>
                </a:moveTo>
                <a:lnTo>
                  <a:pt x="710851" y="805529"/>
                </a:lnTo>
                <a:cubicBezTo>
                  <a:pt x="708279" y="805529"/>
                  <a:pt x="706279" y="807529"/>
                  <a:pt x="706279" y="810101"/>
                </a:cubicBezTo>
                <a:lnTo>
                  <a:pt x="706279" y="812768"/>
                </a:lnTo>
                <a:lnTo>
                  <a:pt x="653987" y="813149"/>
                </a:lnTo>
                <a:lnTo>
                  <a:pt x="597599" y="764858"/>
                </a:lnTo>
                <a:lnTo>
                  <a:pt x="524351" y="764381"/>
                </a:lnTo>
                <a:cubicBezTo>
                  <a:pt x="523304" y="760190"/>
                  <a:pt x="519589" y="756952"/>
                  <a:pt x="515017" y="756952"/>
                </a:cubicBezTo>
                <a:cubicBezTo>
                  <a:pt x="509588" y="756952"/>
                  <a:pt x="505206" y="761333"/>
                  <a:pt x="505206" y="766763"/>
                </a:cubicBezTo>
                <a:cubicBezTo>
                  <a:pt x="505206" y="772192"/>
                  <a:pt x="509588" y="776573"/>
                  <a:pt x="515017" y="776573"/>
                </a:cubicBezTo>
                <a:cubicBezTo>
                  <a:pt x="519589" y="776573"/>
                  <a:pt x="523208" y="773430"/>
                  <a:pt x="524256" y="769239"/>
                </a:cubicBezTo>
                <a:lnTo>
                  <a:pt x="595789" y="769715"/>
                </a:lnTo>
                <a:lnTo>
                  <a:pt x="652177" y="818007"/>
                </a:lnTo>
                <a:lnTo>
                  <a:pt x="706184" y="817531"/>
                </a:lnTo>
                <a:lnTo>
                  <a:pt x="706184" y="820102"/>
                </a:lnTo>
                <a:cubicBezTo>
                  <a:pt x="706184" y="822674"/>
                  <a:pt x="708279" y="824675"/>
                  <a:pt x="710756" y="824675"/>
                </a:cubicBezTo>
                <a:lnTo>
                  <a:pt x="731520" y="824675"/>
                </a:lnTo>
                <a:cubicBezTo>
                  <a:pt x="734092" y="824675"/>
                  <a:pt x="736092" y="822579"/>
                  <a:pt x="736092" y="820102"/>
                </a:cubicBezTo>
                <a:lnTo>
                  <a:pt x="736092" y="810101"/>
                </a:lnTo>
                <a:cubicBezTo>
                  <a:pt x="736092" y="807529"/>
                  <a:pt x="733997" y="805529"/>
                  <a:pt x="731520" y="805529"/>
                </a:cubicBezTo>
                <a:close/>
                <a:moveTo>
                  <a:pt x="520065" y="766763"/>
                </a:moveTo>
                <a:cubicBezTo>
                  <a:pt x="520065" y="769525"/>
                  <a:pt x="517779" y="771716"/>
                  <a:pt x="515112" y="771716"/>
                </a:cubicBezTo>
                <a:cubicBezTo>
                  <a:pt x="512445" y="771716"/>
                  <a:pt x="510064" y="769429"/>
                  <a:pt x="510064" y="766667"/>
                </a:cubicBezTo>
                <a:cubicBezTo>
                  <a:pt x="510064" y="763905"/>
                  <a:pt x="512350" y="761619"/>
                  <a:pt x="515112" y="761619"/>
                </a:cubicBezTo>
                <a:cubicBezTo>
                  <a:pt x="517874" y="761619"/>
                  <a:pt x="520065" y="763810"/>
                  <a:pt x="520065" y="766572"/>
                </a:cubicBezTo>
                <a:lnTo>
                  <a:pt x="520065" y="766572"/>
                </a:lnTo>
                <a:close/>
                <a:moveTo>
                  <a:pt x="1248156" y="1964341"/>
                </a:moveTo>
                <a:lnTo>
                  <a:pt x="1223391" y="1964341"/>
                </a:lnTo>
                <a:lnTo>
                  <a:pt x="1223391" y="1989106"/>
                </a:lnTo>
                <a:lnTo>
                  <a:pt x="1248156" y="1989106"/>
                </a:lnTo>
                <a:lnTo>
                  <a:pt x="1248156" y="1964341"/>
                </a:lnTo>
                <a:close/>
                <a:moveTo>
                  <a:pt x="1243394" y="1984343"/>
                </a:moveTo>
                <a:lnTo>
                  <a:pt x="1228153" y="1984343"/>
                </a:lnTo>
                <a:lnTo>
                  <a:pt x="1228153" y="1969103"/>
                </a:lnTo>
                <a:lnTo>
                  <a:pt x="1243394" y="1969103"/>
                </a:lnTo>
                <a:lnTo>
                  <a:pt x="1243394" y="1984343"/>
                </a:lnTo>
                <a:close/>
                <a:moveTo>
                  <a:pt x="1717262" y="2583180"/>
                </a:moveTo>
                <a:lnTo>
                  <a:pt x="1717262" y="2607945"/>
                </a:lnTo>
                <a:lnTo>
                  <a:pt x="1742027" y="2607945"/>
                </a:lnTo>
                <a:lnTo>
                  <a:pt x="1742027" y="2583180"/>
                </a:lnTo>
                <a:lnTo>
                  <a:pt x="1717262" y="2583180"/>
                </a:lnTo>
                <a:close/>
                <a:moveTo>
                  <a:pt x="1737265" y="2603183"/>
                </a:moveTo>
                <a:lnTo>
                  <a:pt x="1722025" y="2603183"/>
                </a:lnTo>
                <a:lnTo>
                  <a:pt x="1722025" y="2587943"/>
                </a:lnTo>
                <a:lnTo>
                  <a:pt x="1737265" y="2587943"/>
                </a:lnTo>
                <a:lnTo>
                  <a:pt x="1737265" y="2603183"/>
                </a:lnTo>
                <a:close/>
                <a:moveTo>
                  <a:pt x="1180814" y="1995297"/>
                </a:moveTo>
                <a:lnTo>
                  <a:pt x="1289114" y="1995297"/>
                </a:lnTo>
                <a:lnTo>
                  <a:pt x="1289114" y="2000060"/>
                </a:lnTo>
                <a:lnTo>
                  <a:pt x="1180814" y="2000060"/>
                </a:lnTo>
                <a:lnTo>
                  <a:pt x="1180814" y="1995297"/>
                </a:lnTo>
                <a:close/>
                <a:moveTo>
                  <a:pt x="362712" y="3442335"/>
                </a:moveTo>
                <a:lnTo>
                  <a:pt x="362712" y="3461099"/>
                </a:lnTo>
                <a:cubicBezTo>
                  <a:pt x="362712" y="3463195"/>
                  <a:pt x="360998" y="3464909"/>
                  <a:pt x="358902" y="3464909"/>
                </a:cubicBezTo>
                <a:lnTo>
                  <a:pt x="340138" y="3464909"/>
                </a:lnTo>
                <a:cubicBezTo>
                  <a:pt x="338042" y="3464909"/>
                  <a:pt x="336328" y="3463195"/>
                  <a:pt x="336328" y="3461099"/>
                </a:cubicBezTo>
                <a:lnTo>
                  <a:pt x="336328" y="3442335"/>
                </a:lnTo>
                <a:cubicBezTo>
                  <a:pt x="336328" y="3440240"/>
                  <a:pt x="338042" y="3438525"/>
                  <a:pt x="340138" y="3438525"/>
                </a:cubicBezTo>
                <a:lnTo>
                  <a:pt x="358902" y="3438525"/>
                </a:lnTo>
                <a:cubicBezTo>
                  <a:pt x="360998" y="3438525"/>
                  <a:pt x="362712" y="3440240"/>
                  <a:pt x="362712" y="3442335"/>
                </a:cubicBezTo>
                <a:close/>
                <a:moveTo>
                  <a:pt x="1439323" y="2145125"/>
                </a:moveTo>
                <a:cubicBezTo>
                  <a:pt x="1439323" y="2142458"/>
                  <a:pt x="1441418" y="2140363"/>
                  <a:pt x="1444085" y="2140363"/>
                </a:cubicBezTo>
                <a:cubicBezTo>
                  <a:pt x="1446752" y="2140363"/>
                  <a:pt x="1448848" y="2142458"/>
                  <a:pt x="1448848" y="2145125"/>
                </a:cubicBezTo>
                <a:cubicBezTo>
                  <a:pt x="1448848" y="2147792"/>
                  <a:pt x="1446752" y="2149888"/>
                  <a:pt x="1444085" y="2149888"/>
                </a:cubicBezTo>
                <a:cubicBezTo>
                  <a:pt x="1441418" y="2149888"/>
                  <a:pt x="1439323" y="2147792"/>
                  <a:pt x="1439323" y="2145125"/>
                </a:cubicBezTo>
                <a:close/>
                <a:moveTo>
                  <a:pt x="1475803" y="2277142"/>
                </a:moveTo>
                <a:lnTo>
                  <a:pt x="1475803" y="2262473"/>
                </a:lnTo>
                <a:cubicBezTo>
                  <a:pt x="1475803" y="2260378"/>
                  <a:pt x="1477518" y="2258663"/>
                  <a:pt x="1479614" y="2258663"/>
                </a:cubicBezTo>
                <a:lnTo>
                  <a:pt x="1494282" y="2258663"/>
                </a:lnTo>
                <a:cubicBezTo>
                  <a:pt x="1496378" y="2258663"/>
                  <a:pt x="1498092" y="2260378"/>
                  <a:pt x="1498092" y="2262473"/>
                </a:cubicBezTo>
                <a:lnTo>
                  <a:pt x="1498092" y="2277142"/>
                </a:lnTo>
                <a:cubicBezTo>
                  <a:pt x="1498092" y="2279237"/>
                  <a:pt x="1496378" y="2280952"/>
                  <a:pt x="1494282" y="2280952"/>
                </a:cubicBezTo>
                <a:lnTo>
                  <a:pt x="1479614" y="2280952"/>
                </a:lnTo>
                <a:cubicBezTo>
                  <a:pt x="1477518" y="2280952"/>
                  <a:pt x="1475803" y="2279237"/>
                  <a:pt x="1475803" y="2277142"/>
                </a:cubicBezTo>
                <a:close/>
                <a:moveTo>
                  <a:pt x="1440180" y="2112740"/>
                </a:moveTo>
                <a:cubicBezTo>
                  <a:pt x="1440180" y="2110550"/>
                  <a:pt x="1441990" y="2108835"/>
                  <a:pt x="1444085" y="2108835"/>
                </a:cubicBezTo>
                <a:cubicBezTo>
                  <a:pt x="1446181" y="2108835"/>
                  <a:pt x="1447991" y="2110645"/>
                  <a:pt x="1447991" y="2112740"/>
                </a:cubicBezTo>
                <a:cubicBezTo>
                  <a:pt x="1447991" y="2114836"/>
                  <a:pt x="1446276" y="2116646"/>
                  <a:pt x="1444085" y="2116646"/>
                </a:cubicBezTo>
                <a:cubicBezTo>
                  <a:pt x="1441895" y="2116646"/>
                  <a:pt x="1440180" y="2114931"/>
                  <a:pt x="1440180" y="2112740"/>
                </a:cubicBezTo>
                <a:close/>
                <a:moveTo>
                  <a:pt x="1474756" y="2254377"/>
                </a:moveTo>
                <a:cubicBezTo>
                  <a:pt x="1473041" y="2254377"/>
                  <a:pt x="1471613" y="2255806"/>
                  <a:pt x="1471613" y="2257520"/>
                </a:cubicBezTo>
                <a:lnTo>
                  <a:pt x="1471613" y="2281904"/>
                </a:lnTo>
                <a:cubicBezTo>
                  <a:pt x="1471613" y="2283619"/>
                  <a:pt x="1473041" y="2285048"/>
                  <a:pt x="1474756" y="2285048"/>
                </a:cubicBezTo>
                <a:lnTo>
                  <a:pt x="1499140" y="2285048"/>
                </a:lnTo>
                <a:cubicBezTo>
                  <a:pt x="1500854" y="2285048"/>
                  <a:pt x="1502283" y="2283619"/>
                  <a:pt x="1502283" y="2281904"/>
                </a:cubicBezTo>
                <a:lnTo>
                  <a:pt x="1502283" y="2257520"/>
                </a:lnTo>
                <a:cubicBezTo>
                  <a:pt x="1502283" y="2255806"/>
                  <a:pt x="1500854" y="2254377"/>
                  <a:pt x="1499140" y="2254377"/>
                </a:cubicBezTo>
                <a:lnTo>
                  <a:pt x="1489329" y="2254377"/>
                </a:lnTo>
                <a:lnTo>
                  <a:pt x="1489329" y="2155603"/>
                </a:lnTo>
                <a:cubicBezTo>
                  <a:pt x="1493806" y="2154460"/>
                  <a:pt x="1497140" y="2150650"/>
                  <a:pt x="1497140" y="2145887"/>
                </a:cubicBezTo>
                <a:cubicBezTo>
                  <a:pt x="1497140" y="2140268"/>
                  <a:pt x="1492568" y="2135696"/>
                  <a:pt x="1486948" y="2135696"/>
                </a:cubicBezTo>
                <a:cubicBezTo>
                  <a:pt x="1481328" y="2135696"/>
                  <a:pt x="1476756" y="2140268"/>
                  <a:pt x="1476756" y="2145887"/>
                </a:cubicBezTo>
                <a:cubicBezTo>
                  <a:pt x="1476756" y="2150650"/>
                  <a:pt x="1480090" y="2154460"/>
                  <a:pt x="1484567" y="2155603"/>
                </a:cubicBezTo>
                <a:lnTo>
                  <a:pt x="1484567" y="2254377"/>
                </a:lnTo>
                <a:lnTo>
                  <a:pt x="1474756" y="2254377"/>
                </a:lnTo>
                <a:close/>
                <a:moveTo>
                  <a:pt x="1481614" y="2145887"/>
                </a:moveTo>
                <a:cubicBezTo>
                  <a:pt x="1481614" y="2142935"/>
                  <a:pt x="1483995" y="2140458"/>
                  <a:pt x="1487043" y="2140458"/>
                </a:cubicBezTo>
                <a:cubicBezTo>
                  <a:pt x="1490091" y="2140458"/>
                  <a:pt x="1492472" y="2142839"/>
                  <a:pt x="1492472" y="2145887"/>
                </a:cubicBezTo>
                <a:cubicBezTo>
                  <a:pt x="1492472" y="2148935"/>
                  <a:pt x="1489996" y="2151317"/>
                  <a:pt x="1487043" y="2151317"/>
                </a:cubicBezTo>
                <a:cubicBezTo>
                  <a:pt x="1484090" y="2151317"/>
                  <a:pt x="1481614" y="2148840"/>
                  <a:pt x="1481614" y="2145887"/>
                </a:cubicBezTo>
                <a:close/>
                <a:moveTo>
                  <a:pt x="1499235" y="2256758"/>
                </a:moveTo>
                <a:cubicBezTo>
                  <a:pt x="1499235" y="2256758"/>
                  <a:pt x="1499997" y="2257139"/>
                  <a:pt x="1499997" y="2257520"/>
                </a:cubicBezTo>
                <a:lnTo>
                  <a:pt x="1499997" y="2281904"/>
                </a:lnTo>
                <a:cubicBezTo>
                  <a:pt x="1499997" y="2281904"/>
                  <a:pt x="1499616" y="2282666"/>
                  <a:pt x="1499235" y="2282666"/>
                </a:cubicBezTo>
                <a:lnTo>
                  <a:pt x="1474851" y="2282666"/>
                </a:lnTo>
                <a:cubicBezTo>
                  <a:pt x="1474851" y="2282666"/>
                  <a:pt x="1474089" y="2282285"/>
                  <a:pt x="1474089" y="2281904"/>
                </a:cubicBezTo>
                <a:lnTo>
                  <a:pt x="1474089" y="2257520"/>
                </a:lnTo>
                <a:cubicBezTo>
                  <a:pt x="1474089" y="2257520"/>
                  <a:pt x="1474470" y="2256758"/>
                  <a:pt x="1474851" y="2256758"/>
                </a:cubicBezTo>
                <a:lnTo>
                  <a:pt x="1499235" y="2256758"/>
                </a:lnTo>
                <a:close/>
                <a:moveTo>
                  <a:pt x="321469" y="2617565"/>
                </a:moveTo>
                <a:lnTo>
                  <a:pt x="321469" y="2624042"/>
                </a:lnTo>
                <a:cubicBezTo>
                  <a:pt x="321469" y="2625471"/>
                  <a:pt x="320326" y="2626614"/>
                  <a:pt x="318897" y="2626614"/>
                </a:cubicBezTo>
                <a:lnTo>
                  <a:pt x="312420" y="2626614"/>
                </a:lnTo>
                <a:cubicBezTo>
                  <a:pt x="310991" y="2626614"/>
                  <a:pt x="309848" y="2625471"/>
                  <a:pt x="309848" y="2624042"/>
                </a:cubicBezTo>
                <a:lnTo>
                  <a:pt x="309848" y="2617565"/>
                </a:lnTo>
                <a:cubicBezTo>
                  <a:pt x="309848" y="2616137"/>
                  <a:pt x="310991" y="2614994"/>
                  <a:pt x="312420" y="2614994"/>
                </a:cubicBezTo>
                <a:lnTo>
                  <a:pt x="318897" y="2614994"/>
                </a:lnTo>
                <a:cubicBezTo>
                  <a:pt x="320326" y="2614994"/>
                  <a:pt x="321469" y="2616137"/>
                  <a:pt x="321469" y="2617565"/>
                </a:cubicBezTo>
                <a:close/>
                <a:moveTo>
                  <a:pt x="1752219" y="1850707"/>
                </a:moveTo>
                <a:lnTo>
                  <a:pt x="1737265" y="1850707"/>
                </a:lnTo>
                <a:cubicBezTo>
                  <a:pt x="1731645" y="1850707"/>
                  <a:pt x="1727073" y="1855280"/>
                  <a:pt x="1727073" y="1860899"/>
                </a:cubicBezTo>
                <a:lnTo>
                  <a:pt x="1727073" y="1875853"/>
                </a:lnTo>
                <a:cubicBezTo>
                  <a:pt x="1727073" y="1881473"/>
                  <a:pt x="1731645" y="1886045"/>
                  <a:pt x="1737265" y="1886045"/>
                </a:cubicBezTo>
                <a:lnTo>
                  <a:pt x="1752219" y="1886045"/>
                </a:lnTo>
                <a:cubicBezTo>
                  <a:pt x="1757839" y="1886045"/>
                  <a:pt x="1762411" y="1881473"/>
                  <a:pt x="1762411" y="1875853"/>
                </a:cubicBezTo>
                <a:lnTo>
                  <a:pt x="1762411" y="1873853"/>
                </a:lnTo>
                <a:lnTo>
                  <a:pt x="1829372" y="1873853"/>
                </a:lnTo>
                <a:lnTo>
                  <a:pt x="1839944" y="1884236"/>
                </a:lnTo>
                <a:lnTo>
                  <a:pt x="1926336" y="1884236"/>
                </a:lnTo>
                <a:lnTo>
                  <a:pt x="2003489" y="1771936"/>
                </a:lnTo>
                <a:lnTo>
                  <a:pt x="2003774" y="1724597"/>
                </a:lnTo>
                <a:lnTo>
                  <a:pt x="2034064" y="1686020"/>
                </a:lnTo>
                <a:lnTo>
                  <a:pt x="2102930" y="1685353"/>
                </a:lnTo>
                <a:lnTo>
                  <a:pt x="2102930" y="1696117"/>
                </a:lnTo>
                <a:cubicBezTo>
                  <a:pt x="2102930" y="1700403"/>
                  <a:pt x="2106549" y="1703927"/>
                  <a:pt x="2111026" y="1703927"/>
                </a:cubicBezTo>
                <a:lnTo>
                  <a:pt x="2118551" y="1703927"/>
                </a:lnTo>
                <a:cubicBezTo>
                  <a:pt x="2122932" y="1703927"/>
                  <a:pt x="2126552" y="1700594"/>
                  <a:pt x="2126647" y="1696403"/>
                </a:cubicBezTo>
                <a:lnTo>
                  <a:pt x="2173796" y="1696403"/>
                </a:lnTo>
                <a:lnTo>
                  <a:pt x="2191988" y="1708976"/>
                </a:lnTo>
                <a:lnTo>
                  <a:pt x="2275713" y="1708976"/>
                </a:lnTo>
                <a:lnTo>
                  <a:pt x="2275713" y="1717262"/>
                </a:lnTo>
                <a:cubicBezTo>
                  <a:pt x="2275713" y="1722025"/>
                  <a:pt x="2279618" y="1726025"/>
                  <a:pt x="2284381" y="1726025"/>
                </a:cubicBezTo>
                <a:lnTo>
                  <a:pt x="2432399" y="1726025"/>
                </a:lnTo>
                <a:cubicBezTo>
                  <a:pt x="2437162" y="1726025"/>
                  <a:pt x="2441162" y="1722120"/>
                  <a:pt x="2441162" y="1717262"/>
                </a:cubicBezTo>
                <a:lnTo>
                  <a:pt x="2441162" y="1708404"/>
                </a:lnTo>
                <a:lnTo>
                  <a:pt x="2532221" y="1708976"/>
                </a:lnTo>
                <a:lnTo>
                  <a:pt x="2546223" y="1694212"/>
                </a:lnTo>
                <a:lnTo>
                  <a:pt x="2546223" y="1666589"/>
                </a:lnTo>
                <a:cubicBezTo>
                  <a:pt x="2550033" y="1665827"/>
                  <a:pt x="2553653" y="1663256"/>
                  <a:pt x="2555177" y="1659255"/>
                </a:cubicBezTo>
                <a:cubicBezTo>
                  <a:pt x="2557558" y="1652969"/>
                  <a:pt x="2554415" y="1645920"/>
                  <a:pt x="2548223" y="1643539"/>
                </a:cubicBezTo>
                <a:cubicBezTo>
                  <a:pt x="2547176" y="1643158"/>
                  <a:pt x="2546128" y="1643063"/>
                  <a:pt x="2545080" y="1642967"/>
                </a:cubicBezTo>
                <a:lnTo>
                  <a:pt x="2545080" y="1580769"/>
                </a:lnTo>
                <a:lnTo>
                  <a:pt x="2568417" y="1558957"/>
                </a:lnTo>
                <a:lnTo>
                  <a:pt x="2691289" y="1558957"/>
                </a:lnTo>
                <a:lnTo>
                  <a:pt x="2691289" y="1558671"/>
                </a:lnTo>
                <a:cubicBezTo>
                  <a:pt x="2692718" y="1564291"/>
                  <a:pt x="2697766" y="1568482"/>
                  <a:pt x="2703767" y="1568482"/>
                </a:cubicBezTo>
                <a:cubicBezTo>
                  <a:pt x="2710910" y="1568482"/>
                  <a:pt x="2716625" y="1562672"/>
                  <a:pt x="2716625" y="1555623"/>
                </a:cubicBezTo>
                <a:cubicBezTo>
                  <a:pt x="2716625" y="1549337"/>
                  <a:pt x="2712053" y="1544098"/>
                  <a:pt x="2706148" y="1542955"/>
                </a:cubicBezTo>
                <a:lnTo>
                  <a:pt x="2706148" y="1442276"/>
                </a:lnTo>
                <a:lnTo>
                  <a:pt x="2753011" y="1401032"/>
                </a:lnTo>
                <a:lnTo>
                  <a:pt x="2885218" y="1400461"/>
                </a:lnTo>
                <a:lnTo>
                  <a:pt x="2964561" y="1399794"/>
                </a:lnTo>
                <a:lnTo>
                  <a:pt x="3073337" y="1304163"/>
                </a:lnTo>
                <a:lnTo>
                  <a:pt x="3074099" y="1303496"/>
                </a:lnTo>
                <a:lnTo>
                  <a:pt x="3074099" y="1262634"/>
                </a:lnTo>
                <a:cubicBezTo>
                  <a:pt x="3080766" y="1261205"/>
                  <a:pt x="3085719" y="1255300"/>
                  <a:pt x="3085719" y="1248347"/>
                </a:cubicBezTo>
                <a:cubicBezTo>
                  <a:pt x="3085719" y="1241393"/>
                  <a:pt x="3080385" y="1235107"/>
                  <a:pt x="3073432" y="1233964"/>
                </a:cubicBezTo>
                <a:lnTo>
                  <a:pt x="3073432" y="1173861"/>
                </a:lnTo>
                <a:cubicBezTo>
                  <a:pt x="3073432" y="1173861"/>
                  <a:pt x="3090196" y="1159478"/>
                  <a:pt x="3090196" y="1159478"/>
                </a:cubicBezTo>
                <a:lnTo>
                  <a:pt x="3114485" y="1159478"/>
                </a:lnTo>
                <a:lnTo>
                  <a:pt x="3114485" y="1154716"/>
                </a:lnTo>
                <a:lnTo>
                  <a:pt x="3088767" y="1154716"/>
                </a:lnTo>
                <a:lnTo>
                  <a:pt x="3068669" y="1171194"/>
                </a:lnTo>
                <a:lnTo>
                  <a:pt x="3068669" y="1233869"/>
                </a:lnTo>
                <a:cubicBezTo>
                  <a:pt x="3061716" y="1235012"/>
                  <a:pt x="3056382" y="1241012"/>
                  <a:pt x="3056382" y="1248251"/>
                </a:cubicBezTo>
                <a:cubicBezTo>
                  <a:pt x="3056382" y="1255490"/>
                  <a:pt x="3062097" y="1261872"/>
                  <a:pt x="3069431" y="1262729"/>
                </a:cubicBezTo>
                <a:lnTo>
                  <a:pt x="3069431" y="1301210"/>
                </a:lnTo>
                <a:cubicBezTo>
                  <a:pt x="3069431" y="1301210"/>
                  <a:pt x="2962656" y="1395032"/>
                  <a:pt x="2962656" y="1395032"/>
                </a:cubicBezTo>
                <a:lnTo>
                  <a:pt x="2751011" y="1396270"/>
                </a:lnTo>
                <a:lnTo>
                  <a:pt x="2701195" y="1440085"/>
                </a:lnTo>
                <a:lnTo>
                  <a:pt x="2701195" y="1542860"/>
                </a:lnTo>
                <a:cubicBezTo>
                  <a:pt x="2695194" y="1544003"/>
                  <a:pt x="2690717" y="1549241"/>
                  <a:pt x="2690717" y="1555528"/>
                </a:cubicBezTo>
                <a:cubicBezTo>
                  <a:pt x="2690717" y="1555814"/>
                  <a:pt x="2690717" y="1556195"/>
                  <a:pt x="2690813" y="1556480"/>
                </a:cubicBezTo>
                <a:lnTo>
                  <a:pt x="2567273" y="1556480"/>
                </a:lnTo>
                <a:lnTo>
                  <a:pt x="2542509" y="1579626"/>
                </a:lnTo>
                <a:lnTo>
                  <a:pt x="2542509" y="1642777"/>
                </a:lnTo>
                <a:cubicBezTo>
                  <a:pt x="2538127" y="1643253"/>
                  <a:pt x="2534031" y="1645920"/>
                  <a:pt x="2532317" y="1650397"/>
                </a:cubicBezTo>
                <a:cubicBezTo>
                  <a:pt x="2529935" y="1656683"/>
                  <a:pt x="2533079" y="1663732"/>
                  <a:pt x="2539270" y="1666113"/>
                </a:cubicBezTo>
                <a:cubicBezTo>
                  <a:pt x="2539842" y="1666303"/>
                  <a:pt x="2540508" y="1666303"/>
                  <a:pt x="2541080" y="1666399"/>
                </a:cubicBezTo>
                <a:lnTo>
                  <a:pt x="2541080" y="1692212"/>
                </a:lnTo>
                <a:cubicBezTo>
                  <a:pt x="2541080" y="1692212"/>
                  <a:pt x="2529935" y="1704118"/>
                  <a:pt x="2529935" y="1704118"/>
                </a:cubicBezTo>
                <a:lnTo>
                  <a:pt x="2440972" y="1703546"/>
                </a:lnTo>
                <a:lnTo>
                  <a:pt x="2440972" y="1694593"/>
                </a:lnTo>
                <a:cubicBezTo>
                  <a:pt x="2440972" y="1689830"/>
                  <a:pt x="2437067" y="1685925"/>
                  <a:pt x="2432209" y="1685925"/>
                </a:cubicBezTo>
                <a:lnTo>
                  <a:pt x="2284190" y="1685925"/>
                </a:lnTo>
                <a:cubicBezTo>
                  <a:pt x="2279428" y="1685925"/>
                  <a:pt x="2275523" y="1689830"/>
                  <a:pt x="2275523" y="1694593"/>
                </a:cubicBezTo>
                <a:lnTo>
                  <a:pt x="2275523" y="1704118"/>
                </a:lnTo>
                <a:lnTo>
                  <a:pt x="2193227" y="1704118"/>
                </a:lnTo>
                <a:lnTo>
                  <a:pt x="2175034" y="1691545"/>
                </a:lnTo>
                <a:lnTo>
                  <a:pt x="2126456" y="1691545"/>
                </a:lnTo>
                <a:lnTo>
                  <a:pt x="2126456" y="1674019"/>
                </a:lnTo>
                <a:lnTo>
                  <a:pt x="2175034" y="1674019"/>
                </a:lnTo>
                <a:lnTo>
                  <a:pt x="2193227" y="1661446"/>
                </a:lnTo>
                <a:lnTo>
                  <a:pt x="2277618" y="1661446"/>
                </a:lnTo>
                <a:lnTo>
                  <a:pt x="2277618" y="1668113"/>
                </a:lnTo>
                <a:cubicBezTo>
                  <a:pt x="2277618" y="1672876"/>
                  <a:pt x="2281523" y="1676876"/>
                  <a:pt x="2286381" y="1676876"/>
                </a:cubicBezTo>
                <a:lnTo>
                  <a:pt x="2430113" y="1676876"/>
                </a:lnTo>
                <a:cubicBezTo>
                  <a:pt x="2434876" y="1676876"/>
                  <a:pt x="2438876" y="1672971"/>
                  <a:pt x="2438876" y="1668113"/>
                </a:cubicBezTo>
                <a:lnTo>
                  <a:pt x="2438876" y="1660970"/>
                </a:lnTo>
                <a:lnTo>
                  <a:pt x="2485739" y="1660970"/>
                </a:lnTo>
                <a:lnTo>
                  <a:pt x="2505170" y="1645253"/>
                </a:lnTo>
                <a:lnTo>
                  <a:pt x="2505170" y="1626775"/>
                </a:lnTo>
                <a:cubicBezTo>
                  <a:pt x="2506409" y="1626584"/>
                  <a:pt x="2507552" y="1626299"/>
                  <a:pt x="2508695" y="1625727"/>
                </a:cubicBezTo>
                <a:cubicBezTo>
                  <a:pt x="2512219" y="1624108"/>
                  <a:pt x="2514981" y="1621250"/>
                  <a:pt x="2516410" y="1617631"/>
                </a:cubicBezTo>
                <a:cubicBezTo>
                  <a:pt x="2517838" y="1614011"/>
                  <a:pt x="2517743" y="1610011"/>
                  <a:pt x="2516124" y="1606487"/>
                </a:cubicBezTo>
                <a:cubicBezTo>
                  <a:pt x="2514505" y="1602962"/>
                  <a:pt x="2511647" y="1600200"/>
                  <a:pt x="2508028" y="1598771"/>
                </a:cubicBezTo>
                <a:cubicBezTo>
                  <a:pt x="2507456" y="1598581"/>
                  <a:pt x="2506885" y="1598486"/>
                  <a:pt x="2506409" y="1598295"/>
                </a:cubicBezTo>
                <a:lnTo>
                  <a:pt x="2506409" y="1538478"/>
                </a:lnTo>
                <a:lnTo>
                  <a:pt x="2528316" y="1517999"/>
                </a:lnTo>
                <a:lnTo>
                  <a:pt x="2631758" y="1517999"/>
                </a:lnTo>
                <a:cubicBezTo>
                  <a:pt x="2632424" y="1521238"/>
                  <a:pt x="2633948" y="1524286"/>
                  <a:pt x="2636425" y="1526857"/>
                </a:cubicBezTo>
                <a:cubicBezTo>
                  <a:pt x="2639759" y="1530191"/>
                  <a:pt x="2644140" y="1531906"/>
                  <a:pt x="2648522" y="1531906"/>
                </a:cubicBezTo>
                <a:cubicBezTo>
                  <a:pt x="2652903" y="1531906"/>
                  <a:pt x="2657285" y="1530191"/>
                  <a:pt x="2660618" y="1526857"/>
                </a:cubicBezTo>
                <a:cubicBezTo>
                  <a:pt x="2667286" y="1520190"/>
                  <a:pt x="2667286" y="1509332"/>
                  <a:pt x="2660618" y="1502664"/>
                </a:cubicBezTo>
                <a:cubicBezTo>
                  <a:pt x="2653951" y="1495997"/>
                  <a:pt x="2643092" y="1495997"/>
                  <a:pt x="2636425" y="1502664"/>
                </a:cubicBezTo>
                <a:cubicBezTo>
                  <a:pt x="2634044" y="1505045"/>
                  <a:pt x="2632615" y="1507903"/>
                  <a:pt x="2631853" y="1510951"/>
                </a:cubicBezTo>
                <a:lnTo>
                  <a:pt x="2525363" y="1510951"/>
                </a:lnTo>
                <a:lnTo>
                  <a:pt x="2499170" y="1535430"/>
                </a:lnTo>
                <a:lnTo>
                  <a:pt x="2499170" y="1598295"/>
                </a:lnTo>
                <a:cubicBezTo>
                  <a:pt x="2498408" y="1598486"/>
                  <a:pt x="2497550" y="1598771"/>
                  <a:pt x="2496788" y="1599057"/>
                </a:cubicBezTo>
                <a:cubicBezTo>
                  <a:pt x="2493264" y="1600676"/>
                  <a:pt x="2490502" y="1603534"/>
                  <a:pt x="2489073" y="1607153"/>
                </a:cubicBezTo>
                <a:cubicBezTo>
                  <a:pt x="2487644" y="1610773"/>
                  <a:pt x="2487740" y="1614773"/>
                  <a:pt x="2489359" y="1618298"/>
                </a:cubicBezTo>
                <a:cubicBezTo>
                  <a:pt x="2490978" y="1621822"/>
                  <a:pt x="2493836" y="1624584"/>
                  <a:pt x="2497455" y="1626013"/>
                </a:cubicBezTo>
                <a:cubicBezTo>
                  <a:pt x="2498408" y="1626394"/>
                  <a:pt x="2499360" y="1626394"/>
                  <a:pt x="2500313" y="1626584"/>
                </a:cubicBezTo>
                <a:lnTo>
                  <a:pt x="2500313" y="1642967"/>
                </a:lnTo>
                <a:lnTo>
                  <a:pt x="2483930" y="1656207"/>
                </a:lnTo>
                <a:lnTo>
                  <a:pt x="2438781" y="1656207"/>
                </a:lnTo>
                <a:lnTo>
                  <a:pt x="2438781" y="1649063"/>
                </a:lnTo>
                <a:cubicBezTo>
                  <a:pt x="2438781" y="1644301"/>
                  <a:pt x="2434876" y="1640300"/>
                  <a:pt x="2430018" y="1640300"/>
                </a:cubicBezTo>
                <a:lnTo>
                  <a:pt x="2286286" y="1640300"/>
                </a:lnTo>
                <a:cubicBezTo>
                  <a:pt x="2281523" y="1640300"/>
                  <a:pt x="2277523" y="1644206"/>
                  <a:pt x="2277523" y="1649063"/>
                </a:cubicBezTo>
                <a:lnTo>
                  <a:pt x="2277523" y="1656778"/>
                </a:lnTo>
                <a:lnTo>
                  <a:pt x="2191607" y="1656778"/>
                </a:lnTo>
                <a:lnTo>
                  <a:pt x="2173415" y="1669352"/>
                </a:lnTo>
                <a:lnTo>
                  <a:pt x="2126266" y="1669352"/>
                </a:lnTo>
                <a:lnTo>
                  <a:pt x="2126266" y="1665065"/>
                </a:lnTo>
                <a:cubicBezTo>
                  <a:pt x="2126266" y="1660779"/>
                  <a:pt x="2122646" y="1657255"/>
                  <a:pt x="2118170" y="1657255"/>
                </a:cubicBezTo>
                <a:lnTo>
                  <a:pt x="2110645" y="1657255"/>
                </a:lnTo>
                <a:cubicBezTo>
                  <a:pt x="2106168" y="1657255"/>
                  <a:pt x="2102549" y="1660779"/>
                  <a:pt x="2102549" y="1665065"/>
                </a:cubicBezTo>
                <a:lnTo>
                  <a:pt x="2102549" y="1680496"/>
                </a:lnTo>
                <a:lnTo>
                  <a:pt x="2102549" y="1675924"/>
                </a:lnTo>
                <a:cubicBezTo>
                  <a:pt x="2102549" y="1675924"/>
                  <a:pt x="2029016" y="1676686"/>
                  <a:pt x="2029016" y="1676686"/>
                </a:cubicBezTo>
                <a:lnTo>
                  <a:pt x="1993868" y="1721358"/>
                </a:lnTo>
                <a:lnTo>
                  <a:pt x="1993582" y="1769078"/>
                </a:lnTo>
                <a:lnTo>
                  <a:pt x="1920907" y="1874806"/>
                </a:lnTo>
                <a:lnTo>
                  <a:pt x="1843373" y="1874806"/>
                </a:lnTo>
                <a:lnTo>
                  <a:pt x="1832801" y="1864424"/>
                </a:lnTo>
                <a:lnTo>
                  <a:pt x="1761935" y="1864424"/>
                </a:lnTo>
                <a:lnTo>
                  <a:pt x="1761935" y="1860899"/>
                </a:lnTo>
                <a:cubicBezTo>
                  <a:pt x="1761935" y="1855280"/>
                  <a:pt x="1757363" y="1850707"/>
                  <a:pt x="1751743" y="1850707"/>
                </a:cubicBezTo>
                <a:close/>
                <a:moveTo>
                  <a:pt x="1755267" y="1875853"/>
                </a:moveTo>
                <a:cubicBezTo>
                  <a:pt x="1755267" y="1877568"/>
                  <a:pt x="1753934" y="1878902"/>
                  <a:pt x="1752219" y="1878902"/>
                </a:cubicBezTo>
                <a:lnTo>
                  <a:pt x="1737265" y="1878902"/>
                </a:lnTo>
                <a:cubicBezTo>
                  <a:pt x="1735550" y="1878902"/>
                  <a:pt x="1734217" y="1877568"/>
                  <a:pt x="1734217" y="1875853"/>
                </a:cubicBezTo>
                <a:lnTo>
                  <a:pt x="1734217" y="1860899"/>
                </a:lnTo>
                <a:cubicBezTo>
                  <a:pt x="1734217" y="1859185"/>
                  <a:pt x="1735550" y="1857851"/>
                  <a:pt x="1737265" y="1857851"/>
                </a:cubicBezTo>
                <a:lnTo>
                  <a:pt x="1752219" y="1857851"/>
                </a:lnTo>
                <a:cubicBezTo>
                  <a:pt x="1753934" y="1857851"/>
                  <a:pt x="1755267" y="1859185"/>
                  <a:pt x="1755267" y="1860899"/>
                </a:cubicBezTo>
                <a:lnTo>
                  <a:pt x="1755267" y="1875853"/>
                </a:lnTo>
                <a:close/>
                <a:moveTo>
                  <a:pt x="3061526" y="1248442"/>
                </a:moveTo>
                <a:cubicBezTo>
                  <a:pt x="3061526" y="1243013"/>
                  <a:pt x="3065907" y="1238536"/>
                  <a:pt x="3071432" y="1238536"/>
                </a:cubicBezTo>
                <a:cubicBezTo>
                  <a:pt x="3076956" y="1238536"/>
                  <a:pt x="3081338" y="1242917"/>
                  <a:pt x="3081338" y="1248442"/>
                </a:cubicBezTo>
                <a:cubicBezTo>
                  <a:pt x="3081338" y="1253966"/>
                  <a:pt x="3076956" y="1258348"/>
                  <a:pt x="3071432" y="1258348"/>
                </a:cubicBezTo>
                <a:cubicBezTo>
                  <a:pt x="3065907" y="1258348"/>
                  <a:pt x="3061526" y="1253966"/>
                  <a:pt x="3061526" y="1248442"/>
                </a:cubicBezTo>
                <a:close/>
                <a:moveTo>
                  <a:pt x="2703862" y="1547527"/>
                </a:moveTo>
                <a:cubicBezTo>
                  <a:pt x="2708338" y="1547527"/>
                  <a:pt x="2711958" y="1551146"/>
                  <a:pt x="2711958" y="1555623"/>
                </a:cubicBezTo>
                <a:cubicBezTo>
                  <a:pt x="2711958" y="1560100"/>
                  <a:pt x="2708338" y="1563719"/>
                  <a:pt x="2703862" y="1563719"/>
                </a:cubicBezTo>
                <a:cubicBezTo>
                  <a:pt x="2699385" y="1563719"/>
                  <a:pt x="2695766" y="1560100"/>
                  <a:pt x="2695766" y="1555623"/>
                </a:cubicBezTo>
                <a:cubicBezTo>
                  <a:pt x="2695766" y="1551146"/>
                  <a:pt x="2699385" y="1547527"/>
                  <a:pt x="2703862" y="1547527"/>
                </a:cubicBezTo>
                <a:close/>
                <a:moveTo>
                  <a:pt x="2280666" y="1694783"/>
                </a:moveTo>
                <a:cubicBezTo>
                  <a:pt x="2280666" y="1692593"/>
                  <a:pt x="2282476" y="1690878"/>
                  <a:pt x="2284571" y="1690878"/>
                </a:cubicBezTo>
                <a:lnTo>
                  <a:pt x="2432590" y="1690878"/>
                </a:lnTo>
                <a:cubicBezTo>
                  <a:pt x="2434781" y="1690878"/>
                  <a:pt x="2436590" y="1692688"/>
                  <a:pt x="2436590" y="1694783"/>
                </a:cubicBezTo>
                <a:lnTo>
                  <a:pt x="2436590" y="1717262"/>
                </a:lnTo>
                <a:cubicBezTo>
                  <a:pt x="2436590" y="1719453"/>
                  <a:pt x="2434781" y="1721263"/>
                  <a:pt x="2432590" y="1721263"/>
                </a:cubicBezTo>
                <a:lnTo>
                  <a:pt x="2284571" y="1721263"/>
                </a:lnTo>
                <a:cubicBezTo>
                  <a:pt x="2282381" y="1721263"/>
                  <a:pt x="2280666" y="1719453"/>
                  <a:pt x="2280666" y="1717262"/>
                </a:cubicBezTo>
                <a:lnTo>
                  <a:pt x="2280666" y="1694783"/>
                </a:lnTo>
                <a:close/>
                <a:moveTo>
                  <a:pt x="2638425" y="1504474"/>
                </a:moveTo>
                <a:cubicBezTo>
                  <a:pt x="2641283" y="1501616"/>
                  <a:pt x="2645093" y="1500188"/>
                  <a:pt x="2648903" y="1500188"/>
                </a:cubicBezTo>
                <a:cubicBezTo>
                  <a:pt x="2652713" y="1500188"/>
                  <a:pt x="2656427" y="1501616"/>
                  <a:pt x="2659380" y="1504474"/>
                </a:cubicBezTo>
                <a:cubicBezTo>
                  <a:pt x="2665095" y="1510189"/>
                  <a:pt x="2665095" y="1519619"/>
                  <a:pt x="2659380" y="1525334"/>
                </a:cubicBezTo>
                <a:cubicBezTo>
                  <a:pt x="2653665" y="1531049"/>
                  <a:pt x="2644235" y="1531049"/>
                  <a:pt x="2638520" y="1525334"/>
                </a:cubicBezTo>
                <a:cubicBezTo>
                  <a:pt x="2632805" y="1519619"/>
                  <a:pt x="2632805" y="1510189"/>
                  <a:pt x="2638520" y="1504474"/>
                </a:cubicBezTo>
                <a:close/>
                <a:moveTo>
                  <a:pt x="2499551" y="1621631"/>
                </a:moveTo>
                <a:cubicBezTo>
                  <a:pt x="2497074" y="1620679"/>
                  <a:pt x="2495169" y="1618869"/>
                  <a:pt x="2494121" y="1616488"/>
                </a:cubicBezTo>
                <a:cubicBezTo>
                  <a:pt x="2493074" y="1614107"/>
                  <a:pt x="2492978" y="1611440"/>
                  <a:pt x="2493931" y="1608963"/>
                </a:cubicBezTo>
                <a:cubicBezTo>
                  <a:pt x="2494884" y="1606487"/>
                  <a:pt x="2496693" y="1604582"/>
                  <a:pt x="2499074" y="1603534"/>
                </a:cubicBezTo>
                <a:cubicBezTo>
                  <a:pt x="2500313" y="1602962"/>
                  <a:pt x="2501646" y="1602677"/>
                  <a:pt x="2503075" y="1602677"/>
                </a:cubicBezTo>
                <a:cubicBezTo>
                  <a:pt x="2504218" y="1602677"/>
                  <a:pt x="2505456" y="1602867"/>
                  <a:pt x="2506599" y="1603343"/>
                </a:cubicBezTo>
                <a:cubicBezTo>
                  <a:pt x="2509076" y="1604296"/>
                  <a:pt x="2510980" y="1606106"/>
                  <a:pt x="2512028" y="1608487"/>
                </a:cubicBezTo>
                <a:cubicBezTo>
                  <a:pt x="2513076" y="1610868"/>
                  <a:pt x="2513171" y="1613535"/>
                  <a:pt x="2512219" y="1616012"/>
                </a:cubicBezTo>
                <a:cubicBezTo>
                  <a:pt x="2511267" y="1618488"/>
                  <a:pt x="2509457" y="1620393"/>
                  <a:pt x="2507075" y="1621441"/>
                </a:cubicBezTo>
                <a:cubicBezTo>
                  <a:pt x="2504694" y="1622489"/>
                  <a:pt x="2502027" y="1622584"/>
                  <a:pt x="2499551" y="1621631"/>
                </a:cubicBezTo>
                <a:close/>
                <a:moveTo>
                  <a:pt x="2282762" y="1649063"/>
                </a:moveTo>
                <a:cubicBezTo>
                  <a:pt x="2282762" y="1646873"/>
                  <a:pt x="2284571" y="1645063"/>
                  <a:pt x="2286762" y="1645063"/>
                </a:cubicBezTo>
                <a:lnTo>
                  <a:pt x="2430494" y="1645063"/>
                </a:lnTo>
                <a:cubicBezTo>
                  <a:pt x="2432685" y="1645063"/>
                  <a:pt x="2434495" y="1646873"/>
                  <a:pt x="2434495" y="1649063"/>
                </a:cubicBezTo>
                <a:lnTo>
                  <a:pt x="2434495" y="1668209"/>
                </a:lnTo>
                <a:cubicBezTo>
                  <a:pt x="2434495" y="1670399"/>
                  <a:pt x="2432685" y="1672209"/>
                  <a:pt x="2430494" y="1672209"/>
                </a:cubicBezTo>
                <a:lnTo>
                  <a:pt x="2286762" y="1672209"/>
                </a:lnTo>
                <a:cubicBezTo>
                  <a:pt x="2284571" y="1672209"/>
                  <a:pt x="2282762" y="1670399"/>
                  <a:pt x="2282762" y="1668209"/>
                </a:cubicBezTo>
                <a:lnTo>
                  <a:pt x="2282762" y="1649063"/>
                </a:lnTo>
                <a:close/>
                <a:moveTo>
                  <a:pt x="2106835" y="1665065"/>
                </a:moveTo>
                <a:cubicBezTo>
                  <a:pt x="2106835" y="1662779"/>
                  <a:pt x="2108835" y="1660874"/>
                  <a:pt x="2111216" y="1660874"/>
                </a:cubicBezTo>
                <a:lnTo>
                  <a:pt x="2118741" y="1660874"/>
                </a:lnTo>
                <a:cubicBezTo>
                  <a:pt x="2121122" y="1660874"/>
                  <a:pt x="2123123" y="1662779"/>
                  <a:pt x="2123123" y="1665065"/>
                </a:cubicBezTo>
                <a:lnTo>
                  <a:pt x="2123123" y="1669923"/>
                </a:lnTo>
                <a:lnTo>
                  <a:pt x="2106930" y="1669923"/>
                </a:lnTo>
                <a:lnTo>
                  <a:pt x="2106930" y="1665065"/>
                </a:lnTo>
                <a:close/>
                <a:moveTo>
                  <a:pt x="2106835" y="1689545"/>
                </a:moveTo>
                <a:lnTo>
                  <a:pt x="2123027" y="1689545"/>
                </a:lnTo>
                <a:lnTo>
                  <a:pt x="2123027" y="1696117"/>
                </a:lnTo>
                <a:cubicBezTo>
                  <a:pt x="2123027" y="1698403"/>
                  <a:pt x="2121027" y="1700308"/>
                  <a:pt x="2118646" y="1700308"/>
                </a:cubicBezTo>
                <a:lnTo>
                  <a:pt x="2111121" y="1700308"/>
                </a:lnTo>
                <a:cubicBezTo>
                  <a:pt x="2108740" y="1700308"/>
                  <a:pt x="2106740" y="1698403"/>
                  <a:pt x="2106740" y="1696117"/>
                </a:cubicBezTo>
                <a:lnTo>
                  <a:pt x="2106740" y="1689545"/>
                </a:lnTo>
                <a:close/>
                <a:moveTo>
                  <a:pt x="760381" y="3309938"/>
                </a:moveTo>
                <a:cubicBezTo>
                  <a:pt x="758571" y="3308128"/>
                  <a:pt x="756095" y="3307080"/>
                  <a:pt x="753523" y="3307080"/>
                </a:cubicBezTo>
                <a:lnTo>
                  <a:pt x="753523" y="3307080"/>
                </a:lnTo>
                <a:cubicBezTo>
                  <a:pt x="750951" y="3307080"/>
                  <a:pt x="748475" y="3308128"/>
                  <a:pt x="746665" y="3309938"/>
                </a:cubicBezTo>
                <a:cubicBezTo>
                  <a:pt x="744855" y="3311747"/>
                  <a:pt x="743807" y="3314224"/>
                  <a:pt x="743807" y="3316796"/>
                </a:cubicBezTo>
                <a:cubicBezTo>
                  <a:pt x="743807" y="3319367"/>
                  <a:pt x="744760" y="3321844"/>
                  <a:pt x="746665" y="3323749"/>
                </a:cubicBezTo>
                <a:cubicBezTo>
                  <a:pt x="748475" y="3325559"/>
                  <a:pt x="750951" y="3326606"/>
                  <a:pt x="753523" y="3326606"/>
                </a:cubicBezTo>
                <a:lnTo>
                  <a:pt x="753523" y="3326606"/>
                </a:lnTo>
                <a:cubicBezTo>
                  <a:pt x="757809" y="3326606"/>
                  <a:pt x="761333" y="3323749"/>
                  <a:pt x="762667" y="3319939"/>
                </a:cubicBezTo>
                <a:lnTo>
                  <a:pt x="867537" y="3319939"/>
                </a:lnTo>
                <a:lnTo>
                  <a:pt x="891635" y="3338894"/>
                </a:lnTo>
                <a:lnTo>
                  <a:pt x="954786" y="3338894"/>
                </a:lnTo>
                <a:cubicBezTo>
                  <a:pt x="955167" y="3340703"/>
                  <a:pt x="955929" y="3342323"/>
                  <a:pt x="957263" y="3343656"/>
                </a:cubicBezTo>
                <a:cubicBezTo>
                  <a:pt x="959072" y="3345466"/>
                  <a:pt x="961549" y="3346513"/>
                  <a:pt x="964121" y="3346513"/>
                </a:cubicBezTo>
                <a:lnTo>
                  <a:pt x="964121" y="3346513"/>
                </a:lnTo>
                <a:cubicBezTo>
                  <a:pt x="969550" y="3346513"/>
                  <a:pt x="973836" y="3342132"/>
                  <a:pt x="973836" y="3336703"/>
                </a:cubicBezTo>
                <a:cubicBezTo>
                  <a:pt x="973836" y="3331369"/>
                  <a:pt x="969454" y="3326987"/>
                  <a:pt x="964121" y="3326987"/>
                </a:cubicBezTo>
                <a:lnTo>
                  <a:pt x="964121" y="3326987"/>
                </a:lnTo>
                <a:cubicBezTo>
                  <a:pt x="961549" y="3326987"/>
                  <a:pt x="959072" y="3328035"/>
                  <a:pt x="957263" y="3329845"/>
                </a:cubicBezTo>
                <a:cubicBezTo>
                  <a:pt x="956024" y="3331083"/>
                  <a:pt x="955358" y="3332607"/>
                  <a:pt x="954881" y="3334131"/>
                </a:cubicBezTo>
                <a:lnTo>
                  <a:pt x="893254" y="3334131"/>
                </a:lnTo>
                <a:cubicBezTo>
                  <a:pt x="893254" y="3334131"/>
                  <a:pt x="869156" y="3315176"/>
                  <a:pt x="869156" y="3315176"/>
                </a:cubicBezTo>
                <a:lnTo>
                  <a:pt x="762857" y="3315176"/>
                </a:lnTo>
                <a:cubicBezTo>
                  <a:pt x="762476" y="3313271"/>
                  <a:pt x="761810" y="3311462"/>
                  <a:pt x="760381" y="3310033"/>
                </a:cubicBezTo>
                <a:close/>
                <a:moveTo>
                  <a:pt x="753427" y="3321844"/>
                </a:moveTo>
                <a:lnTo>
                  <a:pt x="753427" y="3321844"/>
                </a:lnTo>
                <a:cubicBezTo>
                  <a:pt x="752094" y="3321844"/>
                  <a:pt x="750856" y="3321272"/>
                  <a:pt x="749903" y="3320320"/>
                </a:cubicBezTo>
                <a:cubicBezTo>
                  <a:pt x="748951" y="3319367"/>
                  <a:pt x="748475" y="3318129"/>
                  <a:pt x="748475" y="3316796"/>
                </a:cubicBezTo>
                <a:cubicBezTo>
                  <a:pt x="748475" y="3315462"/>
                  <a:pt x="749046" y="3314224"/>
                  <a:pt x="749999" y="3313271"/>
                </a:cubicBezTo>
                <a:cubicBezTo>
                  <a:pt x="750951" y="3312319"/>
                  <a:pt x="752189" y="3311843"/>
                  <a:pt x="753523" y="3311843"/>
                </a:cubicBezTo>
                <a:lnTo>
                  <a:pt x="753523" y="3311843"/>
                </a:lnTo>
                <a:cubicBezTo>
                  <a:pt x="754856" y="3311843"/>
                  <a:pt x="756095" y="3312414"/>
                  <a:pt x="757047" y="3313367"/>
                </a:cubicBezTo>
                <a:cubicBezTo>
                  <a:pt x="758000" y="3314319"/>
                  <a:pt x="758476" y="3315557"/>
                  <a:pt x="758476" y="3316891"/>
                </a:cubicBezTo>
                <a:cubicBezTo>
                  <a:pt x="758476" y="3319653"/>
                  <a:pt x="756190" y="3321844"/>
                  <a:pt x="753427" y="3321844"/>
                </a:cubicBezTo>
                <a:close/>
                <a:moveTo>
                  <a:pt x="960596" y="3333179"/>
                </a:moveTo>
                <a:cubicBezTo>
                  <a:pt x="961549" y="3332226"/>
                  <a:pt x="962787" y="3331750"/>
                  <a:pt x="964121" y="3331750"/>
                </a:cubicBezTo>
                <a:lnTo>
                  <a:pt x="964121" y="3331750"/>
                </a:lnTo>
                <a:cubicBezTo>
                  <a:pt x="966883" y="3331750"/>
                  <a:pt x="969074" y="3333941"/>
                  <a:pt x="969074" y="3336703"/>
                </a:cubicBezTo>
                <a:cubicBezTo>
                  <a:pt x="969074" y="3339465"/>
                  <a:pt x="966883" y="3341751"/>
                  <a:pt x="964121" y="3341751"/>
                </a:cubicBezTo>
                <a:lnTo>
                  <a:pt x="964121" y="3341751"/>
                </a:lnTo>
                <a:cubicBezTo>
                  <a:pt x="962787" y="3341751"/>
                  <a:pt x="961549" y="3341275"/>
                  <a:pt x="960596" y="3340322"/>
                </a:cubicBezTo>
                <a:cubicBezTo>
                  <a:pt x="959644" y="3339370"/>
                  <a:pt x="959168" y="3338132"/>
                  <a:pt x="959168" y="3336798"/>
                </a:cubicBezTo>
                <a:cubicBezTo>
                  <a:pt x="959168" y="3335465"/>
                  <a:pt x="959644" y="3334226"/>
                  <a:pt x="960596" y="3333274"/>
                </a:cubicBezTo>
                <a:close/>
                <a:moveTo>
                  <a:pt x="533591" y="3030474"/>
                </a:moveTo>
                <a:lnTo>
                  <a:pt x="538448" y="3030474"/>
                </a:lnTo>
                <a:cubicBezTo>
                  <a:pt x="542163" y="3030474"/>
                  <a:pt x="545306" y="3027426"/>
                  <a:pt x="545306" y="3023616"/>
                </a:cubicBezTo>
                <a:lnTo>
                  <a:pt x="545306" y="3009234"/>
                </a:lnTo>
                <a:cubicBezTo>
                  <a:pt x="545306" y="3005519"/>
                  <a:pt x="542258" y="3002375"/>
                  <a:pt x="538448" y="3002375"/>
                </a:cubicBezTo>
                <a:lnTo>
                  <a:pt x="533591" y="3002375"/>
                </a:lnTo>
                <a:lnTo>
                  <a:pt x="533591" y="2966085"/>
                </a:lnTo>
                <a:lnTo>
                  <a:pt x="381190" y="2815400"/>
                </a:lnTo>
                <a:cubicBezTo>
                  <a:pt x="383096" y="2812161"/>
                  <a:pt x="382905" y="2807970"/>
                  <a:pt x="380333" y="2804922"/>
                </a:cubicBezTo>
                <a:cubicBezTo>
                  <a:pt x="377095" y="2801017"/>
                  <a:pt x="371285" y="2800541"/>
                  <a:pt x="367379" y="2803779"/>
                </a:cubicBezTo>
                <a:cubicBezTo>
                  <a:pt x="363474" y="2807018"/>
                  <a:pt x="362998" y="2812828"/>
                  <a:pt x="366236" y="2816733"/>
                </a:cubicBezTo>
                <a:cubicBezTo>
                  <a:pt x="369094" y="2820162"/>
                  <a:pt x="373952" y="2820829"/>
                  <a:pt x="377666" y="2818734"/>
                </a:cubicBezTo>
                <a:lnTo>
                  <a:pt x="528733" y="2968180"/>
                </a:lnTo>
                <a:lnTo>
                  <a:pt x="528733" y="3002471"/>
                </a:lnTo>
                <a:lnTo>
                  <a:pt x="523875" y="3002471"/>
                </a:lnTo>
                <a:cubicBezTo>
                  <a:pt x="520160" y="3002471"/>
                  <a:pt x="517017" y="3005519"/>
                  <a:pt x="517017" y="3009329"/>
                </a:cubicBezTo>
                <a:lnTo>
                  <a:pt x="517017" y="3023711"/>
                </a:lnTo>
                <a:cubicBezTo>
                  <a:pt x="517017" y="3027426"/>
                  <a:pt x="520065" y="3030569"/>
                  <a:pt x="523875" y="3030569"/>
                </a:cubicBezTo>
                <a:lnTo>
                  <a:pt x="528733" y="3030569"/>
                </a:lnTo>
                <a:lnTo>
                  <a:pt x="528733" y="3037713"/>
                </a:lnTo>
                <a:lnTo>
                  <a:pt x="533495" y="3037713"/>
                </a:lnTo>
                <a:lnTo>
                  <a:pt x="533495" y="3030569"/>
                </a:lnTo>
                <a:close/>
                <a:moveTo>
                  <a:pt x="524065" y="3025712"/>
                </a:moveTo>
                <a:cubicBezTo>
                  <a:pt x="522923" y="3025712"/>
                  <a:pt x="521970" y="3024759"/>
                  <a:pt x="521970" y="3023616"/>
                </a:cubicBezTo>
                <a:lnTo>
                  <a:pt x="521970" y="3009234"/>
                </a:lnTo>
                <a:cubicBezTo>
                  <a:pt x="521970" y="3008090"/>
                  <a:pt x="522923" y="3007138"/>
                  <a:pt x="524065" y="3007138"/>
                </a:cubicBezTo>
                <a:lnTo>
                  <a:pt x="538544" y="3007138"/>
                </a:lnTo>
                <a:cubicBezTo>
                  <a:pt x="539687" y="3007138"/>
                  <a:pt x="540639" y="3008090"/>
                  <a:pt x="540639" y="3009234"/>
                </a:cubicBezTo>
                <a:lnTo>
                  <a:pt x="540639" y="3023616"/>
                </a:lnTo>
                <a:cubicBezTo>
                  <a:pt x="540639" y="3024759"/>
                  <a:pt x="539687" y="3025712"/>
                  <a:pt x="538544" y="3025712"/>
                </a:cubicBezTo>
                <a:lnTo>
                  <a:pt x="524065" y="3025712"/>
                </a:lnTo>
                <a:close/>
                <a:moveTo>
                  <a:pt x="776954" y="3290888"/>
                </a:moveTo>
                <a:cubicBezTo>
                  <a:pt x="779526" y="3290888"/>
                  <a:pt x="782002" y="3289840"/>
                  <a:pt x="783812" y="3288030"/>
                </a:cubicBezTo>
                <a:cubicBezTo>
                  <a:pt x="784860" y="3286982"/>
                  <a:pt x="785622" y="3285649"/>
                  <a:pt x="786098" y="3284220"/>
                </a:cubicBezTo>
                <a:lnTo>
                  <a:pt x="864489" y="3284220"/>
                </a:lnTo>
                <a:lnTo>
                  <a:pt x="878777" y="3295364"/>
                </a:lnTo>
                <a:lnTo>
                  <a:pt x="941927" y="3295364"/>
                </a:lnTo>
                <a:cubicBezTo>
                  <a:pt x="942975" y="3299651"/>
                  <a:pt x="946690" y="3302984"/>
                  <a:pt x="951262" y="3302984"/>
                </a:cubicBezTo>
                <a:lnTo>
                  <a:pt x="951262" y="3302984"/>
                </a:lnTo>
                <a:cubicBezTo>
                  <a:pt x="956691" y="3302984"/>
                  <a:pt x="960977" y="3298603"/>
                  <a:pt x="960977" y="3293174"/>
                </a:cubicBezTo>
                <a:cubicBezTo>
                  <a:pt x="960977" y="3290602"/>
                  <a:pt x="959929" y="3288125"/>
                  <a:pt x="958120" y="3286316"/>
                </a:cubicBezTo>
                <a:cubicBezTo>
                  <a:pt x="956310" y="3284506"/>
                  <a:pt x="953834" y="3283458"/>
                  <a:pt x="951262" y="3283458"/>
                </a:cubicBezTo>
                <a:lnTo>
                  <a:pt x="951262" y="3283458"/>
                </a:lnTo>
                <a:cubicBezTo>
                  <a:pt x="948690" y="3283458"/>
                  <a:pt x="946214" y="3284506"/>
                  <a:pt x="944404" y="3286316"/>
                </a:cubicBezTo>
                <a:cubicBezTo>
                  <a:pt x="943166" y="3287554"/>
                  <a:pt x="942499" y="3289078"/>
                  <a:pt x="942023" y="3290602"/>
                </a:cubicBezTo>
                <a:lnTo>
                  <a:pt x="880396" y="3290602"/>
                </a:lnTo>
                <a:cubicBezTo>
                  <a:pt x="880396" y="3290602"/>
                  <a:pt x="866108" y="3279458"/>
                  <a:pt x="866108" y="3279458"/>
                </a:cubicBezTo>
                <a:lnTo>
                  <a:pt x="786384" y="3279458"/>
                </a:lnTo>
                <a:cubicBezTo>
                  <a:pt x="785622" y="3274886"/>
                  <a:pt x="781812" y="3271361"/>
                  <a:pt x="776954" y="3271361"/>
                </a:cubicBezTo>
                <a:lnTo>
                  <a:pt x="776954" y="3271361"/>
                </a:lnTo>
                <a:cubicBezTo>
                  <a:pt x="771620" y="3271361"/>
                  <a:pt x="767239" y="3275743"/>
                  <a:pt x="767144" y="3281077"/>
                </a:cubicBezTo>
                <a:cubicBezTo>
                  <a:pt x="767144" y="3283649"/>
                  <a:pt x="768096" y="3286125"/>
                  <a:pt x="770001" y="3288030"/>
                </a:cubicBezTo>
                <a:cubicBezTo>
                  <a:pt x="771811" y="3289840"/>
                  <a:pt x="774287" y="3290888"/>
                  <a:pt x="776859" y="3290888"/>
                </a:cubicBezTo>
                <a:lnTo>
                  <a:pt x="776859" y="3290888"/>
                </a:lnTo>
                <a:close/>
                <a:moveTo>
                  <a:pt x="947738" y="3289649"/>
                </a:moveTo>
                <a:cubicBezTo>
                  <a:pt x="948690" y="3288697"/>
                  <a:pt x="949928" y="3288221"/>
                  <a:pt x="951262" y="3288221"/>
                </a:cubicBezTo>
                <a:lnTo>
                  <a:pt x="951262" y="3288221"/>
                </a:lnTo>
                <a:cubicBezTo>
                  <a:pt x="952595" y="3288221"/>
                  <a:pt x="953834" y="3288697"/>
                  <a:pt x="954786" y="3289649"/>
                </a:cubicBezTo>
                <a:cubicBezTo>
                  <a:pt x="955739" y="3290602"/>
                  <a:pt x="956215" y="3291840"/>
                  <a:pt x="956215" y="3293174"/>
                </a:cubicBezTo>
                <a:cubicBezTo>
                  <a:pt x="956215" y="3295936"/>
                  <a:pt x="954024" y="3298222"/>
                  <a:pt x="951262" y="3298222"/>
                </a:cubicBezTo>
                <a:lnTo>
                  <a:pt x="951262" y="3298222"/>
                </a:lnTo>
                <a:cubicBezTo>
                  <a:pt x="948500" y="3298222"/>
                  <a:pt x="946309" y="3296031"/>
                  <a:pt x="946309" y="3293269"/>
                </a:cubicBezTo>
                <a:cubicBezTo>
                  <a:pt x="946309" y="3291935"/>
                  <a:pt x="946785" y="3290697"/>
                  <a:pt x="947738" y="3289745"/>
                </a:cubicBezTo>
                <a:close/>
                <a:moveTo>
                  <a:pt x="772001" y="3281077"/>
                </a:moveTo>
                <a:cubicBezTo>
                  <a:pt x="772001" y="3278315"/>
                  <a:pt x="774287" y="3276124"/>
                  <a:pt x="777050" y="3276124"/>
                </a:cubicBezTo>
                <a:lnTo>
                  <a:pt x="777050" y="3276124"/>
                </a:lnTo>
                <a:cubicBezTo>
                  <a:pt x="779812" y="3276124"/>
                  <a:pt x="782002" y="3278410"/>
                  <a:pt x="782002" y="3281172"/>
                </a:cubicBezTo>
                <a:cubicBezTo>
                  <a:pt x="782002" y="3282505"/>
                  <a:pt x="781431" y="3283744"/>
                  <a:pt x="780574" y="3284696"/>
                </a:cubicBezTo>
                <a:cubicBezTo>
                  <a:pt x="779621" y="3285649"/>
                  <a:pt x="778383" y="3286125"/>
                  <a:pt x="777050" y="3286125"/>
                </a:cubicBezTo>
                <a:lnTo>
                  <a:pt x="777050" y="3286125"/>
                </a:lnTo>
                <a:cubicBezTo>
                  <a:pt x="775716" y="3286125"/>
                  <a:pt x="774478" y="3285554"/>
                  <a:pt x="773525" y="3284601"/>
                </a:cubicBezTo>
                <a:cubicBezTo>
                  <a:pt x="772573" y="3283649"/>
                  <a:pt x="772097" y="3282410"/>
                  <a:pt x="772097" y="3281077"/>
                </a:cubicBezTo>
                <a:close/>
                <a:moveTo>
                  <a:pt x="1401509" y="2122646"/>
                </a:moveTo>
                <a:cubicBezTo>
                  <a:pt x="1397222" y="2122646"/>
                  <a:pt x="1393793" y="2126171"/>
                  <a:pt x="1393793" y="2130362"/>
                </a:cubicBezTo>
                <a:cubicBezTo>
                  <a:pt x="1393793" y="2134553"/>
                  <a:pt x="1397318" y="2138077"/>
                  <a:pt x="1401509" y="2138077"/>
                </a:cubicBezTo>
                <a:cubicBezTo>
                  <a:pt x="1405700" y="2138077"/>
                  <a:pt x="1409224" y="2134553"/>
                  <a:pt x="1409224" y="2130362"/>
                </a:cubicBezTo>
                <a:cubicBezTo>
                  <a:pt x="1409224" y="2126171"/>
                  <a:pt x="1405700" y="2122646"/>
                  <a:pt x="1401509" y="2122646"/>
                </a:cubicBezTo>
                <a:close/>
                <a:moveTo>
                  <a:pt x="1401509" y="2135791"/>
                </a:moveTo>
                <a:cubicBezTo>
                  <a:pt x="1398556" y="2135791"/>
                  <a:pt x="1396175" y="2133410"/>
                  <a:pt x="1396175" y="2130457"/>
                </a:cubicBezTo>
                <a:cubicBezTo>
                  <a:pt x="1396175" y="2127504"/>
                  <a:pt x="1398556" y="2125123"/>
                  <a:pt x="1401509" y="2125123"/>
                </a:cubicBezTo>
                <a:cubicBezTo>
                  <a:pt x="1404461" y="2125123"/>
                  <a:pt x="1406843" y="2127504"/>
                  <a:pt x="1406843" y="2130457"/>
                </a:cubicBezTo>
                <a:cubicBezTo>
                  <a:pt x="1406843" y="2133410"/>
                  <a:pt x="1404461" y="2135791"/>
                  <a:pt x="1401509" y="2135791"/>
                </a:cubicBezTo>
                <a:close/>
                <a:moveTo>
                  <a:pt x="1413129" y="2130457"/>
                </a:moveTo>
                <a:cubicBezTo>
                  <a:pt x="1413129" y="2124075"/>
                  <a:pt x="1407890" y="2118836"/>
                  <a:pt x="1401509" y="2118836"/>
                </a:cubicBezTo>
                <a:cubicBezTo>
                  <a:pt x="1395127" y="2118836"/>
                  <a:pt x="1389888" y="2124075"/>
                  <a:pt x="1389888" y="2130457"/>
                </a:cubicBezTo>
                <a:cubicBezTo>
                  <a:pt x="1389888" y="2136077"/>
                  <a:pt x="1393889" y="2140458"/>
                  <a:pt x="1399127" y="2141601"/>
                </a:cubicBezTo>
                <a:lnTo>
                  <a:pt x="1399127" y="2297144"/>
                </a:lnTo>
                <a:lnTo>
                  <a:pt x="1416749" y="2315718"/>
                </a:lnTo>
                <a:lnTo>
                  <a:pt x="1454753" y="2315718"/>
                </a:lnTo>
                <a:lnTo>
                  <a:pt x="1454753" y="2322576"/>
                </a:lnTo>
                <a:cubicBezTo>
                  <a:pt x="1454753" y="2324767"/>
                  <a:pt x="1456468" y="2326481"/>
                  <a:pt x="1458659" y="2326481"/>
                </a:cubicBezTo>
                <a:lnTo>
                  <a:pt x="1477042" y="2326481"/>
                </a:lnTo>
                <a:cubicBezTo>
                  <a:pt x="1479232" y="2326481"/>
                  <a:pt x="1480947" y="2324767"/>
                  <a:pt x="1480947" y="2322576"/>
                </a:cubicBezTo>
                <a:lnTo>
                  <a:pt x="1480947" y="2304193"/>
                </a:lnTo>
                <a:cubicBezTo>
                  <a:pt x="1480947" y="2302002"/>
                  <a:pt x="1479232" y="2300288"/>
                  <a:pt x="1477042" y="2300288"/>
                </a:cubicBezTo>
                <a:lnTo>
                  <a:pt x="1458659" y="2300288"/>
                </a:lnTo>
                <a:cubicBezTo>
                  <a:pt x="1456468" y="2300288"/>
                  <a:pt x="1454753" y="2302002"/>
                  <a:pt x="1454753" y="2304193"/>
                </a:cubicBezTo>
                <a:lnTo>
                  <a:pt x="1454753" y="2311051"/>
                </a:lnTo>
                <a:lnTo>
                  <a:pt x="1418749" y="2311051"/>
                </a:lnTo>
                <a:lnTo>
                  <a:pt x="1403890" y="2295335"/>
                </a:lnTo>
                <a:lnTo>
                  <a:pt x="1403890" y="2141696"/>
                </a:lnTo>
                <a:cubicBezTo>
                  <a:pt x="1409128" y="2140553"/>
                  <a:pt x="1413129" y="2136077"/>
                  <a:pt x="1413129" y="2130552"/>
                </a:cubicBezTo>
                <a:close/>
                <a:moveTo>
                  <a:pt x="1457135" y="2304193"/>
                </a:moveTo>
                <a:cubicBezTo>
                  <a:pt x="1457135" y="2303336"/>
                  <a:pt x="1457801" y="2302669"/>
                  <a:pt x="1458659" y="2302669"/>
                </a:cubicBezTo>
                <a:lnTo>
                  <a:pt x="1477042" y="2302669"/>
                </a:lnTo>
                <a:cubicBezTo>
                  <a:pt x="1477899" y="2302669"/>
                  <a:pt x="1478566" y="2303336"/>
                  <a:pt x="1478566" y="2304193"/>
                </a:cubicBezTo>
                <a:lnTo>
                  <a:pt x="1478566" y="2322576"/>
                </a:lnTo>
                <a:cubicBezTo>
                  <a:pt x="1478566" y="2323433"/>
                  <a:pt x="1477899" y="2324100"/>
                  <a:pt x="1477042" y="2324100"/>
                </a:cubicBezTo>
                <a:lnTo>
                  <a:pt x="1458659" y="2324100"/>
                </a:lnTo>
                <a:cubicBezTo>
                  <a:pt x="1457801" y="2324100"/>
                  <a:pt x="1457135" y="2323433"/>
                  <a:pt x="1457135" y="2322576"/>
                </a:cubicBezTo>
                <a:lnTo>
                  <a:pt x="1457135" y="2304193"/>
                </a:lnTo>
                <a:close/>
                <a:moveTo>
                  <a:pt x="1401509" y="2139696"/>
                </a:moveTo>
                <a:cubicBezTo>
                  <a:pt x="1396365" y="2139696"/>
                  <a:pt x="1392269" y="2135505"/>
                  <a:pt x="1392269" y="2130457"/>
                </a:cubicBezTo>
                <a:cubicBezTo>
                  <a:pt x="1392269" y="2125409"/>
                  <a:pt x="1396460" y="2121218"/>
                  <a:pt x="1401509" y="2121218"/>
                </a:cubicBezTo>
                <a:cubicBezTo>
                  <a:pt x="1406557" y="2121218"/>
                  <a:pt x="1410748" y="2125409"/>
                  <a:pt x="1410748" y="2130457"/>
                </a:cubicBezTo>
                <a:cubicBezTo>
                  <a:pt x="1410748" y="2135505"/>
                  <a:pt x="1406557" y="2139696"/>
                  <a:pt x="1401509" y="2139696"/>
                </a:cubicBezTo>
                <a:close/>
                <a:moveTo>
                  <a:pt x="792290" y="3037523"/>
                </a:moveTo>
                <a:lnTo>
                  <a:pt x="812197" y="3037523"/>
                </a:lnTo>
                <a:lnTo>
                  <a:pt x="812197" y="3042285"/>
                </a:lnTo>
                <a:lnTo>
                  <a:pt x="790480" y="3042285"/>
                </a:lnTo>
                <a:lnTo>
                  <a:pt x="788765" y="3040856"/>
                </a:lnTo>
                <a:lnTo>
                  <a:pt x="791909" y="3037237"/>
                </a:lnTo>
                <a:lnTo>
                  <a:pt x="792290" y="3037523"/>
                </a:lnTo>
                <a:close/>
                <a:moveTo>
                  <a:pt x="1432941" y="2277142"/>
                </a:moveTo>
                <a:lnTo>
                  <a:pt x="1432941" y="2262473"/>
                </a:lnTo>
                <a:cubicBezTo>
                  <a:pt x="1432941" y="2260378"/>
                  <a:pt x="1434656" y="2258663"/>
                  <a:pt x="1436751" y="2258663"/>
                </a:cubicBezTo>
                <a:lnTo>
                  <a:pt x="1451420" y="2258663"/>
                </a:lnTo>
                <a:cubicBezTo>
                  <a:pt x="1453515" y="2258663"/>
                  <a:pt x="1455230" y="2260378"/>
                  <a:pt x="1455230" y="2262473"/>
                </a:cubicBezTo>
                <a:lnTo>
                  <a:pt x="1455230" y="2277142"/>
                </a:lnTo>
                <a:cubicBezTo>
                  <a:pt x="1455230" y="2279237"/>
                  <a:pt x="1453515" y="2280952"/>
                  <a:pt x="1451420" y="2280952"/>
                </a:cubicBezTo>
                <a:lnTo>
                  <a:pt x="1436751" y="2280952"/>
                </a:lnTo>
                <a:cubicBezTo>
                  <a:pt x="1434656" y="2280952"/>
                  <a:pt x="1432941" y="2279237"/>
                  <a:pt x="1432941" y="2277142"/>
                </a:cubicBezTo>
                <a:close/>
                <a:moveTo>
                  <a:pt x="1431893" y="2254377"/>
                </a:moveTo>
                <a:cubicBezTo>
                  <a:pt x="1430179" y="2254377"/>
                  <a:pt x="1428750" y="2255806"/>
                  <a:pt x="1428750" y="2257520"/>
                </a:cubicBezTo>
                <a:lnTo>
                  <a:pt x="1428750" y="2281904"/>
                </a:lnTo>
                <a:cubicBezTo>
                  <a:pt x="1428750" y="2283619"/>
                  <a:pt x="1430179" y="2285048"/>
                  <a:pt x="1431893" y="2285048"/>
                </a:cubicBezTo>
                <a:lnTo>
                  <a:pt x="1456277" y="2285048"/>
                </a:lnTo>
                <a:cubicBezTo>
                  <a:pt x="1457992" y="2285048"/>
                  <a:pt x="1459421" y="2283619"/>
                  <a:pt x="1459421" y="2281904"/>
                </a:cubicBezTo>
                <a:lnTo>
                  <a:pt x="1459421" y="2257520"/>
                </a:lnTo>
                <a:cubicBezTo>
                  <a:pt x="1459421" y="2255806"/>
                  <a:pt x="1457992" y="2254377"/>
                  <a:pt x="1456277" y="2254377"/>
                </a:cubicBezTo>
                <a:lnTo>
                  <a:pt x="1446467" y="2254377"/>
                </a:lnTo>
                <a:lnTo>
                  <a:pt x="1446467" y="2172081"/>
                </a:lnTo>
                <a:cubicBezTo>
                  <a:pt x="1449610" y="2171033"/>
                  <a:pt x="1451896" y="2168271"/>
                  <a:pt x="1451896" y="2164747"/>
                </a:cubicBezTo>
                <a:cubicBezTo>
                  <a:pt x="1451896" y="2160461"/>
                  <a:pt x="1448372" y="2156936"/>
                  <a:pt x="1444085" y="2156936"/>
                </a:cubicBezTo>
                <a:cubicBezTo>
                  <a:pt x="1439799" y="2156936"/>
                  <a:pt x="1436275" y="2160461"/>
                  <a:pt x="1436275" y="2164747"/>
                </a:cubicBezTo>
                <a:cubicBezTo>
                  <a:pt x="1436275" y="2168176"/>
                  <a:pt x="1438561" y="2171033"/>
                  <a:pt x="1441704" y="2172081"/>
                </a:cubicBezTo>
                <a:lnTo>
                  <a:pt x="1441704" y="2254377"/>
                </a:lnTo>
                <a:lnTo>
                  <a:pt x="1431893" y="2254377"/>
                </a:lnTo>
                <a:close/>
                <a:moveTo>
                  <a:pt x="1456373" y="2256758"/>
                </a:moveTo>
                <a:cubicBezTo>
                  <a:pt x="1456373" y="2256758"/>
                  <a:pt x="1457135" y="2257139"/>
                  <a:pt x="1457135" y="2257520"/>
                </a:cubicBezTo>
                <a:lnTo>
                  <a:pt x="1457135" y="2281904"/>
                </a:lnTo>
                <a:cubicBezTo>
                  <a:pt x="1457135" y="2281904"/>
                  <a:pt x="1456753" y="2282666"/>
                  <a:pt x="1456373" y="2282666"/>
                </a:cubicBezTo>
                <a:lnTo>
                  <a:pt x="1431989" y="2282666"/>
                </a:lnTo>
                <a:cubicBezTo>
                  <a:pt x="1431989" y="2282666"/>
                  <a:pt x="1431227" y="2282285"/>
                  <a:pt x="1431227" y="2281904"/>
                </a:cubicBezTo>
                <a:lnTo>
                  <a:pt x="1431227" y="2257520"/>
                </a:lnTo>
                <a:cubicBezTo>
                  <a:pt x="1431227" y="2257520"/>
                  <a:pt x="1431607" y="2256758"/>
                  <a:pt x="1431989" y="2256758"/>
                </a:cubicBezTo>
                <a:lnTo>
                  <a:pt x="1456373" y="2256758"/>
                </a:lnTo>
                <a:close/>
                <a:moveTo>
                  <a:pt x="1441132" y="2125504"/>
                </a:moveTo>
                <a:cubicBezTo>
                  <a:pt x="1442847" y="2123789"/>
                  <a:pt x="1445514" y="2123789"/>
                  <a:pt x="1447228" y="2125504"/>
                </a:cubicBezTo>
                <a:cubicBezTo>
                  <a:pt x="1448943" y="2127218"/>
                  <a:pt x="1448943" y="2129885"/>
                  <a:pt x="1447228" y="2131600"/>
                </a:cubicBezTo>
                <a:cubicBezTo>
                  <a:pt x="1445514" y="2133314"/>
                  <a:pt x="1442847" y="2133314"/>
                  <a:pt x="1441132" y="2131600"/>
                </a:cubicBezTo>
                <a:cubicBezTo>
                  <a:pt x="1439418" y="2129885"/>
                  <a:pt x="1439418" y="2127218"/>
                  <a:pt x="1441132" y="2125504"/>
                </a:cubicBezTo>
                <a:close/>
                <a:moveTo>
                  <a:pt x="364236" y="3433763"/>
                </a:moveTo>
                <a:lnTo>
                  <a:pt x="334613" y="3433763"/>
                </a:lnTo>
                <a:cubicBezTo>
                  <a:pt x="332899" y="3433763"/>
                  <a:pt x="331470" y="3435192"/>
                  <a:pt x="331470" y="3436906"/>
                </a:cubicBezTo>
                <a:lnTo>
                  <a:pt x="331470" y="3466529"/>
                </a:lnTo>
                <a:cubicBezTo>
                  <a:pt x="331470" y="3468243"/>
                  <a:pt x="332899" y="3469672"/>
                  <a:pt x="334613" y="3469672"/>
                </a:cubicBezTo>
                <a:lnTo>
                  <a:pt x="364236" y="3469672"/>
                </a:lnTo>
                <a:cubicBezTo>
                  <a:pt x="365951" y="3469672"/>
                  <a:pt x="367379" y="3468243"/>
                  <a:pt x="367379" y="3466529"/>
                </a:cubicBezTo>
                <a:lnTo>
                  <a:pt x="367379" y="3454146"/>
                </a:lnTo>
                <a:lnTo>
                  <a:pt x="464820" y="3454146"/>
                </a:lnTo>
                <a:cubicBezTo>
                  <a:pt x="465868" y="3458051"/>
                  <a:pt x="469297" y="3461004"/>
                  <a:pt x="473583" y="3461004"/>
                </a:cubicBezTo>
                <a:cubicBezTo>
                  <a:pt x="478631" y="3461004"/>
                  <a:pt x="482822" y="3456909"/>
                  <a:pt x="482822" y="3451765"/>
                </a:cubicBezTo>
                <a:cubicBezTo>
                  <a:pt x="482822" y="3446621"/>
                  <a:pt x="478727" y="3442526"/>
                  <a:pt x="473583" y="3442526"/>
                </a:cubicBezTo>
                <a:cubicBezTo>
                  <a:pt x="469297" y="3442526"/>
                  <a:pt x="465868" y="3445478"/>
                  <a:pt x="464820" y="3449384"/>
                </a:cubicBezTo>
                <a:lnTo>
                  <a:pt x="367379" y="3449384"/>
                </a:lnTo>
                <a:lnTo>
                  <a:pt x="367379" y="3437001"/>
                </a:lnTo>
                <a:cubicBezTo>
                  <a:pt x="367379" y="3435287"/>
                  <a:pt x="365951" y="3433858"/>
                  <a:pt x="364236" y="3433858"/>
                </a:cubicBezTo>
                <a:close/>
                <a:moveTo>
                  <a:pt x="364998" y="3466529"/>
                </a:moveTo>
                <a:cubicBezTo>
                  <a:pt x="364998" y="3466529"/>
                  <a:pt x="364617" y="3467291"/>
                  <a:pt x="364236" y="3467291"/>
                </a:cubicBezTo>
                <a:lnTo>
                  <a:pt x="334613" y="3467291"/>
                </a:lnTo>
                <a:cubicBezTo>
                  <a:pt x="334613" y="3467291"/>
                  <a:pt x="333851" y="3466910"/>
                  <a:pt x="333851" y="3466529"/>
                </a:cubicBezTo>
                <a:lnTo>
                  <a:pt x="333851" y="3436906"/>
                </a:lnTo>
                <a:cubicBezTo>
                  <a:pt x="333851" y="3436906"/>
                  <a:pt x="334232" y="3436144"/>
                  <a:pt x="334613" y="3436144"/>
                </a:cubicBezTo>
                <a:lnTo>
                  <a:pt x="364236" y="3436144"/>
                </a:lnTo>
                <a:cubicBezTo>
                  <a:pt x="364236" y="3436144"/>
                  <a:pt x="364998" y="3436525"/>
                  <a:pt x="364998" y="3436906"/>
                </a:cubicBezTo>
                <a:lnTo>
                  <a:pt x="364998" y="3466529"/>
                </a:lnTo>
                <a:close/>
                <a:moveTo>
                  <a:pt x="533591" y="3074575"/>
                </a:moveTo>
                <a:lnTo>
                  <a:pt x="528828" y="3074575"/>
                </a:lnTo>
                <a:lnTo>
                  <a:pt x="528828" y="3056096"/>
                </a:lnTo>
                <a:lnTo>
                  <a:pt x="533591" y="3056096"/>
                </a:lnTo>
                <a:lnTo>
                  <a:pt x="533591" y="3074575"/>
                </a:lnTo>
                <a:close/>
                <a:moveTo>
                  <a:pt x="2639949" y="1523810"/>
                </a:moveTo>
                <a:cubicBezTo>
                  <a:pt x="2635092" y="1518952"/>
                  <a:pt x="2635092" y="1511046"/>
                  <a:pt x="2639949" y="1506093"/>
                </a:cubicBezTo>
                <a:cubicBezTo>
                  <a:pt x="2644807" y="1501235"/>
                  <a:pt x="2652713" y="1501235"/>
                  <a:pt x="2657666" y="1506093"/>
                </a:cubicBezTo>
                <a:cubicBezTo>
                  <a:pt x="2662619" y="1510951"/>
                  <a:pt x="2662523" y="1518857"/>
                  <a:pt x="2657666" y="1523810"/>
                </a:cubicBezTo>
                <a:cubicBezTo>
                  <a:pt x="2652808" y="1528763"/>
                  <a:pt x="2644902" y="1528667"/>
                  <a:pt x="2639949" y="1523810"/>
                </a:cubicBezTo>
                <a:close/>
                <a:moveTo>
                  <a:pt x="524256" y="3349657"/>
                </a:moveTo>
                <a:lnTo>
                  <a:pt x="619506" y="3349657"/>
                </a:lnTo>
                <a:lnTo>
                  <a:pt x="637794" y="3333750"/>
                </a:lnTo>
                <a:lnTo>
                  <a:pt x="683609" y="3333750"/>
                </a:lnTo>
                <a:cubicBezTo>
                  <a:pt x="684562" y="3336608"/>
                  <a:pt x="687229" y="3338703"/>
                  <a:pt x="690467" y="3338703"/>
                </a:cubicBezTo>
                <a:cubicBezTo>
                  <a:pt x="694563" y="3338703"/>
                  <a:pt x="697897" y="3335465"/>
                  <a:pt x="697897" y="3331369"/>
                </a:cubicBezTo>
                <a:cubicBezTo>
                  <a:pt x="697897" y="3327273"/>
                  <a:pt x="694658" y="3323939"/>
                  <a:pt x="690563" y="3323939"/>
                </a:cubicBezTo>
                <a:cubicBezTo>
                  <a:pt x="687324" y="3323939"/>
                  <a:pt x="684657" y="3326035"/>
                  <a:pt x="683609" y="3328988"/>
                </a:cubicBezTo>
                <a:lnTo>
                  <a:pt x="635984" y="3328988"/>
                </a:lnTo>
                <a:lnTo>
                  <a:pt x="617696" y="3344894"/>
                </a:lnTo>
                <a:lnTo>
                  <a:pt x="524447" y="3344894"/>
                </a:lnTo>
                <a:cubicBezTo>
                  <a:pt x="523494" y="3339465"/>
                  <a:pt x="518922" y="3335179"/>
                  <a:pt x="513207" y="3335179"/>
                </a:cubicBezTo>
                <a:cubicBezTo>
                  <a:pt x="506825" y="3335179"/>
                  <a:pt x="501587" y="3340418"/>
                  <a:pt x="501587" y="3346799"/>
                </a:cubicBezTo>
                <a:cubicBezTo>
                  <a:pt x="501587" y="3353181"/>
                  <a:pt x="506825" y="3358420"/>
                  <a:pt x="513207" y="3358420"/>
                </a:cubicBezTo>
                <a:cubicBezTo>
                  <a:pt x="518636" y="3358420"/>
                  <a:pt x="522923" y="3354705"/>
                  <a:pt x="524256" y="3349657"/>
                </a:cubicBezTo>
                <a:close/>
                <a:moveTo>
                  <a:pt x="506349" y="3346799"/>
                </a:moveTo>
                <a:cubicBezTo>
                  <a:pt x="506349" y="3342989"/>
                  <a:pt x="509397" y="3339942"/>
                  <a:pt x="513207" y="3339942"/>
                </a:cubicBezTo>
                <a:cubicBezTo>
                  <a:pt x="517017" y="3339942"/>
                  <a:pt x="520065" y="3342989"/>
                  <a:pt x="520065" y="3346799"/>
                </a:cubicBezTo>
                <a:cubicBezTo>
                  <a:pt x="520065" y="3350609"/>
                  <a:pt x="517017" y="3353657"/>
                  <a:pt x="513207" y="3353657"/>
                </a:cubicBezTo>
                <a:cubicBezTo>
                  <a:pt x="509397" y="3353657"/>
                  <a:pt x="506349" y="3350609"/>
                  <a:pt x="506349" y="3346799"/>
                </a:cubicBezTo>
                <a:close/>
                <a:moveTo>
                  <a:pt x="559689" y="3156490"/>
                </a:moveTo>
                <a:lnTo>
                  <a:pt x="563118" y="3153156"/>
                </a:lnTo>
                <a:lnTo>
                  <a:pt x="569024" y="3159347"/>
                </a:lnTo>
                <a:lnTo>
                  <a:pt x="577501" y="3159347"/>
                </a:lnTo>
                <a:cubicBezTo>
                  <a:pt x="577501" y="3159347"/>
                  <a:pt x="577501" y="3164110"/>
                  <a:pt x="577501" y="3164110"/>
                </a:cubicBezTo>
                <a:lnTo>
                  <a:pt x="566928" y="3164110"/>
                </a:lnTo>
                <a:cubicBezTo>
                  <a:pt x="566928" y="3164110"/>
                  <a:pt x="559689" y="3156395"/>
                  <a:pt x="559689" y="3156395"/>
                </a:cubicBezTo>
                <a:close/>
                <a:moveTo>
                  <a:pt x="84868" y="2068830"/>
                </a:moveTo>
                <a:cubicBezTo>
                  <a:pt x="86011" y="2073974"/>
                  <a:pt x="90392" y="2077974"/>
                  <a:pt x="95917" y="2077974"/>
                </a:cubicBezTo>
                <a:cubicBezTo>
                  <a:pt x="102298" y="2077974"/>
                  <a:pt x="107442" y="2072831"/>
                  <a:pt x="107442" y="2066449"/>
                </a:cubicBezTo>
                <a:cubicBezTo>
                  <a:pt x="107442" y="2060067"/>
                  <a:pt x="102298" y="2054924"/>
                  <a:pt x="95917" y="2054924"/>
                </a:cubicBezTo>
                <a:cubicBezTo>
                  <a:pt x="90392" y="2054924"/>
                  <a:pt x="86011" y="2058924"/>
                  <a:pt x="84868" y="2064068"/>
                </a:cubicBezTo>
                <a:lnTo>
                  <a:pt x="95" y="2064068"/>
                </a:lnTo>
                <a:lnTo>
                  <a:pt x="95" y="2068830"/>
                </a:lnTo>
                <a:lnTo>
                  <a:pt x="84868" y="2068830"/>
                </a:lnTo>
                <a:close/>
                <a:moveTo>
                  <a:pt x="95917" y="2059686"/>
                </a:moveTo>
                <a:cubicBezTo>
                  <a:pt x="99632" y="2059686"/>
                  <a:pt x="102680" y="2062734"/>
                  <a:pt x="102680" y="2066449"/>
                </a:cubicBezTo>
                <a:cubicBezTo>
                  <a:pt x="102680" y="2070164"/>
                  <a:pt x="99632" y="2073212"/>
                  <a:pt x="95917" y="2073212"/>
                </a:cubicBezTo>
                <a:cubicBezTo>
                  <a:pt x="92202" y="2073212"/>
                  <a:pt x="89154" y="2070164"/>
                  <a:pt x="89154" y="2066449"/>
                </a:cubicBezTo>
                <a:cubicBezTo>
                  <a:pt x="89154" y="2062734"/>
                  <a:pt x="92202" y="2059686"/>
                  <a:pt x="95917" y="2059686"/>
                </a:cubicBezTo>
                <a:close/>
                <a:moveTo>
                  <a:pt x="1653159" y="1954054"/>
                </a:moveTo>
                <a:cubicBezTo>
                  <a:pt x="1652778" y="1959864"/>
                  <a:pt x="1657160" y="1964817"/>
                  <a:pt x="1662970" y="1965198"/>
                </a:cubicBezTo>
                <a:cubicBezTo>
                  <a:pt x="1663160" y="1965198"/>
                  <a:pt x="1663446" y="1965198"/>
                  <a:pt x="1663637" y="1965198"/>
                </a:cubicBezTo>
                <a:cubicBezTo>
                  <a:pt x="1669161" y="1965198"/>
                  <a:pt x="1673733" y="1960912"/>
                  <a:pt x="1674114" y="1955387"/>
                </a:cubicBezTo>
                <a:cubicBezTo>
                  <a:pt x="1674495" y="1949577"/>
                  <a:pt x="1670114" y="1944624"/>
                  <a:pt x="1664303" y="1944243"/>
                </a:cubicBezTo>
                <a:cubicBezTo>
                  <a:pt x="1658493" y="1943767"/>
                  <a:pt x="1653540" y="1948244"/>
                  <a:pt x="1653159" y="1954054"/>
                </a:cubicBezTo>
                <a:close/>
                <a:moveTo>
                  <a:pt x="1669352" y="1955102"/>
                </a:moveTo>
                <a:cubicBezTo>
                  <a:pt x="1669161" y="1958245"/>
                  <a:pt x="1666399" y="1960721"/>
                  <a:pt x="1663256" y="1960436"/>
                </a:cubicBezTo>
                <a:cubicBezTo>
                  <a:pt x="1660112" y="1960245"/>
                  <a:pt x="1657731" y="1957483"/>
                  <a:pt x="1657922" y="1954340"/>
                </a:cubicBezTo>
                <a:cubicBezTo>
                  <a:pt x="1658112" y="1951292"/>
                  <a:pt x="1660684" y="1949006"/>
                  <a:pt x="1663637" y="1949006"/>
                </a:cubicBezTo>
                <a:cubicBezTo>
                  <a:pt x="1663732" y="1949006"/>
                  <a:pt x="1663922" y="1949006"/>
                  <a:pt x="1664018" y="1949006"/>
                </a:cubicBezTo>
                <a:cubicBezTo>
                  <a:pt x="1667161" y="1949196"/>
                  <a:pt x="1669542" y="1951958"/>
                  <a:pt x="1669352" y="1955102"/>
                </a:cubicBezTo>
                <a:close/>
                <a:moveTo>
                  <a:pt x="362712" y="3391567"/>
                </a:moveTo>
                <a:lnTo>
                  <a:pt x="362712" y="3410331"/>
                </a:lnTo>
                <a:cubicBezTo>
                  <a:pt x="362712" y="3412427"/>
                  <a:pt x="360998" y="3414141"/>
                  <a:pt x="358902" y="3414141"/>
                </a:cubicBezTo>
                <a:lnTo>
                  <a:pt x="340138" y="3414141"/>
                </a:lnTo>
                <a:cubicBezTo>
                  <a:pt x="338042" y="3414141"/>
                  <a:pt x="336328" y="3412427"/>
                  <a:pt x="336328" y="3410331"/>
                </a:cubicBezTo>
                <a:lnTo>
                  <a:pt x="336328" y="3391567"/>
                </a:lnTo>
                <a:cubicBezTo>
                  <a:pt x="336328" y="3389471"/>
                  <a:pt x="338042" y="3387757"/>
                  <a:pt x="340138" y="3387757"/>
                </a:cubicBezTo>
                <a:lnTo>
                  <a:pt x="358902" y="3387757"/>
                </a:lnTo>
                <a:cubicBezTo>
                  <a:pt x="360998" y="3387757"/>
                  <a:pt x="362712" y="3389471"/>
                  <a:pt x="362712" y="3391567"/>
                </a:cubicBezTo>
                <a:close/>
                <a:moveTo>
                  <a:pt x="2303812" y="1711643"/>
                </a:moveTo>
                <a:lnTo>
                  <a:pt x="2303812" y="1700308"/>
                </a:lnTo>
                <a:cubicBezTo>
                  <a:pt x="2303812" y="1696784"/>
                  <a:pt x="2306669" y="1694021"/>
                  <a:pt x="2310194" y="1694021"/>
                </a:cubicBezTo>
                <a:lnTo>
                  <a:pt x="2407063" y="1694021"/>
                </a:lnTo>
                <a:cubicBezTo>
                  <a:pt x="2410587" y="1694021"/>
                  <a:pt x="2413349" y="1696879"/>
                  <a:pt x="2413349" y="1700308"/>
                </a:cubicBezTo>
                <a:lnTo>
                  <a:pt x="2413349" y="1711643"/>
                </a:lnTo>
                <a:cubicBezTo>
                  <a:pt x="2413349" y="1715167"/>
                  <a:pt x="2410492" y="1717929"/>
                  <a:pt x="2407063" y="1717929"/>
                </a:cubicBezTo>
                <a:lnTo>
                  <a:pt x="2310194" y="1717929"/>
                </a:lnTo>
                <a:cubicBezTo>
                  <a:pt x="2306669" y="1717929"/>
                  <a:pt x="2303812" y="1715072"/>
                  <a:pt x="2303812" y="1711643"/>
                </a:cubicBezTo>
                <a:close/>
                <a:moveTo>
                  <a:pt x="496062" y="3389376"/>
                </a:moveTo>
                <a:cubicBezTo>
                  <a:pt x="490538" y="3389376"/>
                  <a:pt x="486061" y="3393377"/>
                  <a:pt x="484918" y="3398615"/>
                </a:cubicBezTo>
                <a:lnTo>
                  <a:pt x="367475" y="3398615"/>
                </a:lnTo>
                <a:lnTo>
                  <a:pt x="367475" y="3386233"/>
                </a:lnTo>
                <a:cubicBezTo>
                  <a:pt x="367475" y="3384518"/>
                  <a:pt x="366046" y="3383090"/>
                  <a:pt x="364331" y="3383090"/>
                </a:cubicBezTo>
                <a:lnTo>
                  <a:pt x="334709" y="3383090"/>
                </a:lnTo>
                <a:cubicBezTo>
                  <a:pt x="332994" y="3383090"/>
                  <a:pt x="331565" y="3384518"/>
                  <a:pt x="331565" y="3386233"/>
                </a:cubicBezTo>
                <a:lnTo>
                  <a:pt x="331565" y="3398615"/>
                </a:lnTo>
                <a:lnTo>
                  <a:pt x="233839" y="3398615"/>
                </a:lnTo>
                <a:lnTo>
                  <a:pt x="218980" y="3380709"/>
                </a:lnTo>
                <a:lnTo>
                  <a:pt x="218980" y="3249073"/>
                </a:lnTo>
                <a:lnTo>
                  <a:pt x="159639" y="3192590"/>
                </a:lnTo>
                <a:lnTo>
                  <a:pt x="158972" y="3191923"/>
                </a:lnTo>
                <a:lnTo>
                  <a:pt x="95" y="3191923"/>
                </a:lnTo>
                <a:lnTo>
                  <a:pt x="95" y="3196685"/>
                </a:lnTo>
                <a:lnTo>
                  <a:pt x="156972" y="3196685"/>
                </a:lnTo>
                <a:lnTo>
                  <a:pt x="214122" y="3251168"/>
                </a:lnTo>
                <a:lnTo>
                  <a:pt x="214122" y="3382518"/>
                </a:lnTo>
                <a:lnTo>
                  <a:pt x="231553" y="3403473"/>
                </a:lnTo>
                <a:lnTo>
                  <a:pt x="331565" y="3403473"/>
                </a:lnTo>
                <a:lnTo>
                  <a:pt x="331565" y="3415855"/>
                </a:lnTo>
                <a:cubicBezTo>
                  <a:pt x="331565" y="3417570"/>
                  <a:pt x="332994" y="3418999"/>
                  <a:pt x="334709" y="3418999"/>
                </a:cubicBezTo>
                <a:lnTo>
                  <a:pt x="364331" y="3418999"/>
                </a:lnTo>
                <a:cubicBezTo>
                  <a:pt x="366046" y="3418999"/>
                  <a:pt x="367475" y="3417570"/>
                  <a:pt x="367475" y="3415855"/>
                </a:cubicBezTo>
                <a:lnTo>
                  <a:pt x="367475" y="3403473"/>
                </a:lnTo>
                <a:lnTo>
                  <a:pt x="484918" y="3403473"/>
                </a:lnTo>
                <a:cubicBezTo>
                  <a:pt x="486061" y="3408712"/>
                  <a:pt x="490442" y="3412712"/>
                  <a:pt x="496062" y="3412712"/>
                </a:cubicBezTo>
                <a:cubicBezTo>
                  <a:pt x="502444" y="3412712"/>
                  <a:pt x="507683" y="3407474"/>
                  <a:pt x="507683" y="3401092"/>
                </a:cubicBezTo>
                <a:cubicBezTo>
                  <a:pt x="507683" y="3394710"/>
                  <a:pt x="502444" y="3389471"/>
                  <a:pt x="496062" y="3389471"/>
                </a:cubicBezTo>
                <a:close/>
                <a:moveTo>
                  <a:pt x="364998" y="3415760"/>
                </a:moveTo>
                <a:cubicBezTo>
                  <a:pt x="364998" y="3415760"/>
                  <a:pt x="364617" y="3416522"/>
                  <a:pt x="364236" y="3416522"/>
                </a:cubicBezTo>
                <a:lnTo>
                  <a:pt x="334613" y="3416522"/>
                </a:lnTo>
                <a:cubicBezTo>
                  <a:pt x="334613" y="3416522"/>
                  <a:pt x="333851" y="3416142"/>
                  <a:pt x="333851" y="3415760"/>
                </a:cubicBezTo>
                <a:lnTo>
                  <a:pt x="333851" y="3386138"/>
                </a:lnTo>
                <a:cubicBezTo>
                  <a:pt x="333851" y="3386138"/>
                  <a:pt x="334232" y="3385376"/>
                  <a:pt x="334613" y="3385376"/>
                </a:cubicBezTo>
                <a:lnTo>
                  <a:pt x="364236" y="3385376"/>
                </a:lnTo>
                <a:cubicBezTo>
                  <a:pt x="364236" y="3385376"/>
                  <a:pt x="364998" y="3385757"/>
                  <a:pt x="364998" y="3386138"/>
                </a:cubicBezTo>
                <a:lnTo>
                  <a:pt x="364998" y="3415760"/>
                </a:lnTo>
                <a:close/>
                <a:moveTo>
                  <a:pt x="496062" y="3407855"/>
                </a:moveTo>
                <a:cubicBezTo>
                  <a:pt x="492252" y="3407855"/>
                  <a:pt x="489204" y="3404807"/>
                  <a:pt x="489204" y="3400997"/>
                </a:cubicBezTo>
                <a:cubicBezTo>
                  <a:pt x="489204" y="3397187"/>
                  <a:pt x="492252" y="3394138"/>
                  <a:pt x="496062" y="3394138"/>
                </a:cubicBezTo>
                <a:cubicBezTo>
                  <a:pt x="499872" y="3394138"/>
                  <a:pt x="502920" y="3397187"/>
                  <a:pt x="502920" y="3400997"/>
                </a:cubicBezTo>
                <a:cubicBezTo>
                  <a:pt x="502920" y="3404807"/>
                  <a:pt x="499872" y="3407855"/>
                  <a:pt x="496062" y="3407855"/>
                </a:cubicBezTo>
                <a:close/>
                <a:moveTo>
                  <a:pt x="1712786" y="2063401"/>
                </a:moveTo>
                <a:cubicBezTo>
                  <a:pt x="1712786" y="2060639"/>
                  <a:pt x="1710500" y="2058353"/>
                  <a:pt x="1707737" y="2058353"/>
                </a:cubicBezTo>
                <a:lnTo>
                  <a:pt x="1694783" y="2058353"/>
                </a:lnTo>
                <a:cubicBezTo>
                  <a:pt x="1694783" y="2058353"/>
                  <a:pt x="1694212" y="2058448"/>
                  <a:pt x="1694021" y="2058543"/>
                </a:cubicBezTo>
                <a:lnTo>
                  <a:pt x="1680686" y="2045399"/>
                </a:lnTo>
                <a:lnTo>
                  <a:pt x="1570958" y="2045018"/>
                </a:lnTo>
                <a:lnTo>
                  <a:pt x="1570196" y="2045018"/>
                </a:lnTo>
                <a:lnTo>
                  <a:pt x="1539335" y="2066449"/>
                </a:lnTo>
                <a:lnTo>
                  <a:pt x="1492853" y="2066163"/>
                </a:lnTo>
                <a:cubicBezTo>
                  <a:pt x="1492663" y="2065496"/>
                  <a:pt x="1492472" y="2064830"/>
                  <a:pt x="1492091" y="2064258"/>
                </a:cubicBezTo>
                <a:cubicBezTo>
                  <a:pt x="1491234" y="2062925"/>
                  <a:pt x="1489805" y="2061972"/>
                  <a:pt x="1488281" y="2061686"/>
                </a:cubicBezTo>
                <a:cubicBezTo>
                  <a:pt x="1486662" y="2061305"/>
                  <a:pt x="1485043" y="2061686"/>
                  <a:pt x="1483709" y="2062544"/>
                </a:cubicBezTo>
                <a:cubicBezTo>
                  <a:pt x="1482376" y="2063401"/>
                  <a:pt x="1481423" y="2064830"/>
                  <a:pt x="1481138" y="2066353"/>
                </a:cubicBezTo>
                <a:cubicBezTo>
                  <a:pt x="1480852" y="2067973"/>
                  <a:pt x="1481138" y="2069592"/>
                  <a:pt x="1481995" y="2070926"/>
                </a:cubicBezTo>
                <a:cubicBezTo>
                  <a:pt x="1482852" y="2072259"/>
                  <a:pt x="1484281" y="2073212"/>
                  <a:pt x="1485805" y="2073497"/>
                </a:cubicBezTo>
                <a:cubicBezTo>
                  <a:pt x="1486186" y="2073497"/>
                  <a:pt x="1486662" y="2073593"/>
                  <a:pt x="1487043" y="2073593"/>
                </a:cubicBezTo>
                <a:cubicBezTo>
                  <a:pt x="1488186" y="2073593"/>
                  <a:pt x="1489329" y="2073212"/>
                  <a:pt x="1490377" y="2072640"/>
                </a:cubicBezTo>
                <a:cubicBezTo>
                  <a:pt x="1491044" y="2072164"/>
                  <a:pt x="1491615" y="2071592"/>
                  <a:pt x="1492091" y="2070926"/>
                </a:cubicBezTo>
                <a:lnTo>
                  <a:pt x="1540859" y="2071211"/>
                </a:lnTo>
                <a:lnTo>
                  <a:pt x="1571720" y="2049780"/>
                </a:lnTo>
                <a:lnTo>
                  <a:pt x="1678781" y="2050161"/>
                </a:lnTo>
                <a:lnTo>
                  <a:pt x="1690211" y="2061401"/>
                </a:lnTo>
                <a:cubicBezTo>
                  <a:pt x="1689926" y="2062067"/>
                  <a:pt x="1689735" y="2062734"/>
                  <a:pt x="1689735" y="2063401"/>
                </a:cubicBezTo>
                <a:lnTo>
                  <a:pt x="1689735" y="2076355"/>
                </a:lnTo>
                <a:cubicBezTo>
                  <a:pt x="1689735" y="2079117"/>
                  <a:pt x="1692021" y="2081403"/>
                  <a:pt x="1694783" y="2081403"/>
                </a:cubicBezTo>
                <a:lnTo>
                  <a:pt x="1707737" y="2081403"/>
                </a:lnTo>
                <a:cubicBezTo>
                  <a:pt x="1708499" y="2081403"/>
                  <a:pt x="1709261" y="2081213"/>
                  <a:pt x="1709928" y="2080832"/>
                </a:cubicBezTo>
                <a:lnTo>
                  <a:pt x="1945196" y="2304764"/>
                </a:lnTo>
                <a:lnTo>
                  <a:pt x="2009013" y="2304479"/>
                </a:lnTo>
                <a:cubicBezTo>
                  <a:pt x="2010156" y="2309813"/>
                  <a:pt x="2014633" y="2313908"/>
                  <a:pt x="2020348" y="2313908"/>
                </a:cubicBezTo>
                <a:cubicBezTo>
                  <a:pt x="2026825" y="2313908"/>
                  <a:pt x="2032159" y="2308574"/>
                  <a:pt x="2032159" y="2302097"/>
                </a:cubicBezTo>
                <a:cubicBezTo>
                  <a:pt x="2032159" y="2295620"/>
                  <a:pt x="2026825" y="2290286"/>
                  <a:pt x="2020348" y="2290286"/>
                </a:cubicBezTo>
                <a:cubicBezTo>
                  <a:pt x="2014728" y="2290286"/>
                  <a:pt x="2010156" y="2294382"/>
                  <a:pt x="2009013" y="2299716"/>
                </a:cubicBezTo>
                <a:lnTo>
                  <a:pt x="1947101" y="2300002"/>
                </a:lnTo>
                <a:lnTo>
                  <a:pt x="1712690" y="2076831"/>
                </a:lnTo>
                <a:cubicBezTo>
                  <a:pt x="1712690" y="2076831"/>
                  <a:pt x="1712786" y="2076450"/>
                  <a:pt x="1712786" y="2076260"/>
                </a:cubicBezTo>
                <a:lnTo>
                  <a:pt x="1712786" y="2063306"/>
                </a:lnTo>
                <a:close/>
                <a:moveTo>
                  <a:pt x="1487710" y="2068735"/>
                </a:moveTo>
                <a:cubicBezTo>
                  <a:pt x="1487138" y="2069116"/>
                  <a:pt x="1486281" y="2068925"/>
                  <a:pt x="1485900" y="2068354"/>
                </a:cubicBezTo>
                <a:cubicBezTo>
                  <a:pt x="1485519" y="2067782"/>
                  <a:pt x="1485710" y="2066925"/>
                  <a:pt x="1486281" y="2066544"/>
                </a:cubicBezTo>
                <a:cubicBezTo>
                  <a:pt x="1486472" y="2066353"/>
                  <a:pt x="1486757" y="2066353"/>
                  <a:pt x="1486948" y="2066353"/>
                </a:cubicBezTo>
                <a:cubicBezTo>
                  <a:pt x="1487329" y="2066353"/>
                  <a:pt x="1487805" y="2066544"/>
                  <a:pt x="1487996" y="2066925"/>
                </a:cubicBezTo>
                <a:cubicBezTo>
                  <a:pt x="1488377" y="2067497"/>
                  <a:pt x="1488186" y="2068354"/>
                  <a:pt x="1487615" y="2068735"/>
                </a:cubicBezTo>
                <a:close/>
                <a:moveTo>
                  <a:pt x="1708023" y="2076355"/>
                </a:moveTo>
                <a:cubicBezTo>
                  <a:pt x="1708023" y="2076355"/>
                  <a:pt x="1707832" y="2076641"/>
                  <a:pt x="1707737" y="2076641"/>
                </a:cubicBezTo>
                <a:lnTo>
                  <a:pt x="1694498" y="2076355"/>
                </a:lnTo>
                <a:lnTo>
                  <a:pt x="1694783" y="2063115"/>
                </a:lnTo>
                <a:lnTo>
                  <a:pt x="1708023" y="2063401"/>
                </a:lnTo>
                <a:lnTo>
                  <a:pt x="1708023" y="2076355"/>
                </a:lnTo>
                <a:close/>
                <a:moveTo>
                  <a:pt x="2020348" y="2295144"/>
                </a:moveTo>
                <a:cubicBezTo>
                  <a:pt x="2024253" y="2295144"/>
                  <a:pt x="2027396" y="2298287"/>
                  <a:pt x="2027396" y="2302193"/>
                </a:cubicBezTo>
                <a:cubicBezTo>
                  <a:pt x="2027396" y="2306098"/>
                  <a:pt x="2024253" y="2309241"/>
                  <a:pt x="2020348" y="2309241"/>
                </a:cubicBezTo>
                <a:cubicBezTo>
                  <a:pt x="2016443" y="2309241"/>
                  <a:pt x="2013299" y="2306098"/>
                  <a:pt x="2013299" y="2302193"/>
                </a:cubicBezTo>
                <a:cubicBezTo>
                  <a:pt x="2013299" y="2298287"/>
                  <a:pt x="2016443" y="2295144"/>
                  <a:pt x="2020348" y="2295144"/>
                </a:cubicBezTo>
                <a:close/>
                <a:moveTo>
                  <a:pt x="1733741" y="1968437"/>
                </a:moveTo>
                <a:cubicBezTo>
                  <a:pt x="1733741" y="1964722"/>
                  <a:pt x="1730693" y="1961674"/>
                  <a:pt x="1726978" y="1961674"/>
                </a:cubicBezTo>
                <a:lnTo>
                  <a:pt x="1706499" y="1961674"/>
                </a:lnTo>
                <a:cubicBezTo>
                  <a:pt x="1702784" y="1961674"/>
                  <a:pt x="1699736" y="1964722"/>
                  <a:pt x="1699736" y="1968437"/>
                </a:cubicBezTo>
                <a:lnTo>
                  <a:pt x="1699736" y="1975295"/>
                </a:lnTo>
                <a:cubicBezTo>
                  <a:pt x="1699736" y="1979009"/>
                  <a:pt x="1702784" y="1982057"/>
                  <a:pt x="1706499" y="1982057"/>
                </a:cubicBezTo>
                <a:lnTo>
                  <a:pt x="1726978" y="1982057"/>
                </a:lnTo>
                <a:cubicBezTo>
                  <a:pt x="1726978" y="1982057"/>
                  <a:pt x="1727454" y="1981962"/>
                  <a:pt x="1727645" y="1981962"/>
                </a:cubicBezTo>
                <a:lnTo>
                  <a:pt x="1965103" y="2207990"/>
                </a:lnTo>
                <a:lnTo>
                  <a:pt x="2011394" y="2207609"/>
                </a:lnTo>
                <a:cubicBezTo>
                  <a:pt x="2012347" y="2211991"/>
                  <a:pt x="2016252" y="2215229"/>
                  <a:pt x="2020824" y="2214944"/>
                </a:cubicBezTo>
                <a:cubicBezTo>
                  <a:pt x="2026063" y="2214658"/>
                  <a:pt x="2030063" y="2210276"/>
                  <a:pt x="2029778" y="2205133"/>
                </a:cubicBezTo>
                <a:cubicBezTo>
                  <a:pt x="2029492" y="2199894"/>
                  <a:pt x="2025110" y="2195894"/>
                  <a:pt x="2019967" y="2196179"/>
                </a:cubicBezTo>
                <a:cubicBezTo>
                  <a:pt x="2015871" y="2196370"/>
                  <a:pt x="2012632" y="2199132"/>
                  <a:pt x="2011490" y="2202847"/>
                </a:cubicBezTo>
                <a:lnTo>
                  <a:pt x="1967008" y="2203228"/>
                </a:lnTo>
                <a:lnTo>
                  <a:pt x="1732121" y="1979581"/>
                </a:lnTo>
                <a:cubicBezTo>
                  <a:pt x="1733074" y="1978438"/>
                  <a:pt x="1733741" y="1976914"/>
                  <a:pt x="1733741" y="1975295"/>
                </a:cubicBezTo>
                <a:lnTo>
                  <a:pt x="1733741" y="1968437"/>
                </a:lnTo>
                <a:close/>
                <a:moveTo>
                  <a:pt x="1728978" y="1975295"/>
                </a:moveTo>
                <a:cubicBezTo>
                  <a:pt x="1728978" y="1976438"/>
                  <a:pt x="1728121" y="1977295"/>
                  <a:pt x="1726978" y="1977295"/>
                </a:cubicBezTo>
                <a:lnTo>
                  <a:pt x="1706499" y="1977295"/>
                </a:lnTo>
                <a:cubicBezTo>
                  <a:pt x="1705356" y="1977295"/>
                  <a:pt x="1704499" y="1976438"/>
                  <a:pt x="1704499" y="1975295"/>
                </a:cubicBezTo>
                <a:lnTo>
                  <a:pt x="1704499" y="1968437"/>
                </a:lnTo>
                <a:cubicBezTo>
                  <a:pt x="1704499" y="1967294"/>
                  <a:pt x="1705356" y="1966436"/>
                  <a:pt x="1706499" y="1966436"/>
                </a:cubicBezTo>
                <a:lnTo>
                  <a:pt x="1726978" y="1966436"/>
                </a:lnTo>
                <a:cubicBezTo>
                  <a:pt x="1728121" y="1966436"/>
                  <a:pt x="1728978" y="1967294"/>
                  <a:pt x="1728978" y="1968437"/>
                </a:cubicBezTo>
                <a:lnTo>
                  <a:pt x="1728978" y="1975295"/>
                </a:lnTo>
                <a:close/>
                <a:moveTo>
                  <a:pt x="537020" y="3013043"/>
                </a:moveTo>
                <a:lnTo>
                  <a:pt x="537020" y="3019806"/>
                </a:lnTo>
                <a:cubicBezTo>
                  <a:pt x="537020" y="3021140"/>
                  <a:pt x="535877" y="3022283"/>
                  <a:pt x="534543" y="3022283"/>
                </a:cubicBezTo>
                <a:lnTo>
                  <a:pt x="527780" y="3022283"/>
                </a:lnTo>
                <a:cubicBezTo>
                  <a:pt x="526447" y="3022283"/>
                  <a:pt x="525304" y="3021140"/>
                  <a:pt x="525304" y="3019806"/>
                </a:cubicBezTo>
                <a:lnTo>
                  <a:pt x="525304" y="3013043"/>
                </a:lnTo>
                <a:cubicBezTo>
                  <a:pt x="525304" y="3011710"/>
                  <a:pt x="526447" y="3010567"/>
                  <a:pt x="527780" y="3010567"/>
                </a:cubicBezTo>
                <a:lnTo>
                  <a:pt x="534543" y="3010567"/>
                </a:lnTo>
                <a:cubicBezTo>
                  <a:pt x="535877" y="3010567"/>
                  <a:pt x="537020" y="3011710"/>
                  <a:pt x="537020" y="3013043"/>
                </a:cubicBezTo>
                <a:close/>
                <a:moveTo>
                  <a:pt x="528828" y="3093053"/>
                </a:moveTo>
                <a:lnTo>
                  <a:pt x="533591" y="3093053"/>
                </a:lnTo>
                <a:lnTo>
                  <a:pt x="533591" y="3111532"/>
                </a:lnTo>
                <a:lnTo>
                  <a:pt x="528828" y="3111532"/>
                </a:lnTo>
                <a:lnTo>
                  <a:pt x="528828" y="3093053"/>
                </a:lnTo>
                <a:close/>
                <a:moveTo>
                  <a:pt x="2970467" y="489776"/>
                </a:moveTo>
                <a:cubicBezTo>
                  <a:pt x="2976944" y="485775"/>
                  <a:pt x="2978944" y="477298"/>
                  <a:pt x="2974943" y="470821"/>
                </a:cubicBezTo>
                <a:cubicBezTo>
                  <a:pt x="2970943" y="464344"/>
                  <a:pt x="2962466" y="462344"/>
                  <a:pt x="2955988" y="466344"/>
                </a:cubicBezTo>
                <a:cubicBezTo>
                  <a:pt x="2949512" y="470345"/>
                  <a:pt x="2947511" y="478822"/>
                  <a:pt x="2951512" y="485299"/>
                </a:cubicBezTo>
                <a:cubicBezTo>
                  <a:pt x="2953703" y="488728"/>
                  <a:pt x="2957132" y="490919"/>
                  <a:pt x="2960846" y="491585"/>
                </a:cubicBezTo>
                <a:lnTo>
                  <a:pt x="2960846" y="722948"/>
                </a:lnTo>
                <a:lnTo>
                  <a:pt x="3029807" y="806768"/>
                </a:lnTo>
                <a:lnTo>
                  <a:pt x="3080480" y="806768"/>
                </a:lnTo>
                <a:cubicBezTo>
                  <a:pt x="3081623" y="816197"/>
                  <a:pt x="3089624" y="823436"/>
                  <a:pt x="3099340" y="823436"/>
                </a:cubicBezTo>
                <a:cubicBezTo>
                  <a:pt x="3105722" y="823436"/>
                  <a:pt x="3111342" y="820293"/>
                  <a:pt x="3114866" y="815435"/>
                </a:cubicBezTo>
                <a:lnTo>
                  <a:pt x="3114866" y="793337"/>
                </a:lnTo>
                <a:cubicBezTo>
                  <a:pt x="3111437" y="788479"/>
                  <a:pt x="3105722" y="785336"/>
                  <a:pt x="3099340" y="785336"/>
                </a:cubicBezTo>
                <a:cubicBezTo>
                  <a:pt x="3089624" y="785336"/>
                  <a:pt x="3081719" y="792671"/>
                  <a:pt x="3080480" y="802005"/>
                </a:cubicBezTo>
                <a:lnTo>
                  <a:pt x="3032093" y="802005"/>
                </a:lnTo>
                <a:lnTo>
                  <a:pt x="2965609" y="721233"/>
                </a:lnTo>
                <a:lnTo>
                  <a:pt x="2965609" y="491585"/>
                </a:lnTo>
                <a:cubicBezTo>
                  <a:pt x="2967323" y="491300"/>
                  <a:pt x="2968943" y="490728"/>
                  <a:pt x="2970467" y="489776"/>
                </a:cubicBezTo>
                <a:close/>
                <a:moveTo>
                  <a:pt x="3099245" y="790099"/>
                </a:moveTo>
                <a:cubicBezTo>
                  <a:pt x="3107150" y="790099"/>
                  <a:pt x="3113532" y="796481"/>
                  <a:pt x="3113532" y="804386"/>
                </a:cubicBezTo>
                <a:cubicBezTo>
                  <a:pt x="3113532" y="812292"/>
                  <a:pt x="3107150" y="818674"/>
                  <a:pt x="3099245" y="818674"/>
                </a:cubicBezTo>
                <a:cubicBezTo>
                  <a:pt x="3091339" y="818674"/>
                  <a:pt x="3084957" y="812292"/>
                  <a:pt x="3084957" y="804386"/>
                </a:cubicBezTo>
                <a:cubicBezTo>
                  <a:pt x="3084957" y="796481"/>
                  <a:pt x="3091339" y="790099"/>
                  <a:pt x="3099245" y="790099"/>
                </a:cubicBezTo>
                <a:close/>
                <a:moveTo>
                  <a:pt x="972122" y="3070955"/>
                </a:moveTo>
                <a:cubicBezTo>
                  <a:pt x="972122" y="3074861"/>
                  <a:pt x="968978" y="3078004"/>
                  <a:pt x="965073" y="3078004"/>
                </a:cubicBezTo>
                <a:cubicBezTo>
                  <a:pt x="961168" y="3078004"/>
                  <a:pt x="958025" y="3074861"/>
                  <a:pt x="958025" y="3070955"/>
                </a:cubicBezTo>
                <a:cubicBezTo>
                  <a:pt x="958025" y="3067050"/>
                  <a:pt x="961168" y="3063907"/>
                  <a:pt x="965073" y="3063907"/>
                </a:cubicBezTo>
                <a:cubicBezTo>
                  <a:pt x="968978" y="3063907"/>
                  <a:pt x="972122" y="3067050"/>
                  <a:pt x="972122" y="3070955"/>
                </a:cubicBezTo>
                <a:close/>
                <a:moveTo>
                  <a:pt x="1493615" y="2857214"/>
                </a:moveTo>
                <a:lnTo>
                  <a:pt x="1521619" y="2857214"/>
                </a:lnTo>
                <a:cubicBezTo>
                  <a:pt x="1522667" y="2861501"/>
                  <a:pt x="1526381" y="2864644"/>
                  <a:pt x="1530858" y="2864644"/>
                </a:cubicBezTo>
                <a:cubicBezTo>
                  <a:pt x="1536287" y="2864644"/>
                  <a:pt x="1540669" y="2860262"/>
                  <a:pt x="1540669" y="2854928"/>
                </a:cubicBezTo>
                <a:cubicBezTo>
                  <a:pt x="1540669" y="2849594"/>
                  <a:pt x="1536287" y="2845118"/>
                  <a:pt x="1530858" y="2845118"/>
                </a:cubicBezTo>
                <a:cubicBezTo>
                  <a:pt x="1526286" y="2845118"/>
                  <a:pt x="1522667" y="2848261"/>
                  <a:pt x="1521619" y="2852547"/>
                </a:cubicBezTo>
                <a:lnTo>
                  <a:pt x="1495425" y="2852547"/>
                </a:lnTo>
                <a:cubicBezTo>
                  <a:pt x="1495425" y="2852547"/>
                  <a:pt x="1479328" y="2838164"/>
                  <a:pt x="1479328" y="2838164"/>
                </a:cubicBezTo>
                <a:lnTo>
                  <a:pt x="1363694" y="2837879"/>
                </a:lnTo>
                <a:lnTo>
                  <a:pt x="1363694" y="2833402"/>
                </a:lnTo>
                <a:cubicBezTo>
                  <a:pt x="1363694" y="2829497"/>
                  <a:pt x="1360456" y="2826258"/>
                  <a:pt x="1356551" y="2826353"/>
                </a:cubicBezTo>
                <a:lnTo>
                  <a:pt x="1343025" y="2826353"/>
                </a:lnTo>
                <a:cubicBezTo>
                  <a:pt x="1339120" y="2826353"/>
                  <a:pt x="1335881" y="2829592"/>
                  <a:pt x="1335977" y="2833592"/>
                </a:cubicBezTo>
                <a:lnTo>
                  <a:pt x="1335977" y="2847118"/>
                </a:lnTo>
                <a:cubicBezTo>
                  <a:pt x="1335977" y="2848166"/>
                  <a:pt x="1336262" y="2849213"/>
                  <a:pt x="1336739" y="2850071"/>
                </a:cubicBezTo>
                <a:lnTo>
                  <a:pt x="1233678" y="2929795"/>
                </a:lnTo>
                <a:lnTo>
                  <a:pt x="1192816" y="2930176"/>
                </a:lnTo>
                <a:lnTo>
                  <a:pt x="1008126" y="3068669"/>
                </a:lnTo>
                <a:lnTo>
                  <a:pt x="979456" y="3068669"/>
                </a:lnTo>
                <a:lnTo>
                  <a:pt x="979456" y="3071051"/>
                </a:lnTo>
                <a:cubicBezTo>
                  <a:pt x="979456" y="3066669"/>
                  <a:pt x="977456" y="3062288"/>
                  <a:pt x="973646" y="3059525"/>
                </a:cubicBezTo>
                <a:cubicBezTo>
                  <a:pt x="967264" y="3054858"/>
                  <a:pt x="958310" y="3056192"/>
                  <a:pt x="953643" y="3062573"/>
                </a:cubicBezTo>
                <a:cubicBezTo>
                  <a:pt x="952310" y="3064383"/>
                  <a:pt x="951452" y="3066479"/>
                  <a:pt x="951167" y="3068669"/>
                </a:cubicBezTo>
                <a:lnTo>
                  <a:pt x="710946" y="3068669"/>
                </a:lnTo>
                <a:cubicBezTo>
                  <a:pt x="710946" y="3068669"/>
                  <a:pt x="685038" y="3047334"/>
                  <a:pt x="685038" y="3047334"/>
                </a:cubicBezTo>
                <a:lnTo>
                  <a:pt x="685324" y="2990945"/>
                </a:lnTo>
                <a:cubicBezTo>
                  <a:pt x="685324" y="2990945"/>
                  <a:pt x="685324" y="2990945"/>
                  <a:pt x="685324" y="2990945"/>
                </a:cubicBezTo>
                <a:cubicBezTo>
                  <a:pt x="690182" y="2989612"/>
                  <a:pt x="693134" y="2984468"/>
                  <a:pt x="691706" y="2979611"/>
                </a:cubicBezTo>
                <a:cubicBezTo>
                  <a:pt x="690372" y="2974753"/>
                  <a:pt x="685229" y="2971800"/>
                  <a:pt x="680371" y="2973229"/>
                </a:cubicBezTo>
                <a:cubicBezTo>
                  <a:pt x="675513" y="2974562"/>
                  <a:pt x="672560" y="2979706"/>
                  <a:pt x="673989" y="2984563"/>
                </a:cubicBezTo>
                <a:cubicBezTo>
                  <a:pt x="674846" y="2987802"/>
                  <a:pt x="677418" y="2989993"/>
                  <a:pt x="680466" y="2990850"/>
                </a:cubicBezTo>
                <a:lnTo>
                  <a:pt x="680180" y="3048476"/>
                </a:lnTo>
                <a:cubicBezTo>
                  <a:pt x="680180" y="3049238"/>
                  <a:pt x="680466" y="3049905"/>
                  <a:pt x="681038" y="3050286"/>
                </a:cubicBezTo>
                <a:lnTo>
                  <a:pt x="708470" y="3072860"/>
                </a:lnTo>
                <a:cubicBezTo>
                  <a:pt x="708470" y="3072860"/>
                  <a:pt x="709422" y="3073432"/>
                  <a:pt x="709994" y="3073432"/>
                </a:cubicBezTo>
                <a:lnTo>
                  <a:pt x="951071" y="3073432"/>
                </a:lnTo>
                <a:cubicBezTo>
                  <a:pt x="951738" y="3077051"/>
                  <a:pt x="953643" y="3080385"/>
                  <a:pt x="956691" y="3082576"/>
                </a:cubicBezTo>
                <a:cubicBezTo>
                  <a:pt x="963073" y="3087243"/>
                  <a:pt x="972026" y="3085910"/>
                  <a:pt x="976694" y="3079528"/>
                </a:cubicBezTo>
                <a:cubicBezTo>
                  <a:pt x="978599" y="3076956"/>
                  <a:pt x="979456" y="3074003"/>
                  <a:pt x="979456" y="3071051"/>
                </a:cubicBezTo>
                <a:lnTo>
                  <a:pt x="979456" y="3073432"/>
                </a:lnTo>
                <a:lnTo>
                  <a:pt x="1009650" y="3073432"/>
                </a:lnTo>
                <a:lnTo>
                  <a:pt x="1194340" y="2934843"/>
                </a:lnTo>
                <a:lnTo>
                  <a:pt x="1235297" y="2934462"/>
                </a:lnTo>
                <a:lnTo>
                  <a:pt x="1340072" y="2853404"/>
                </a:lnTo>
                <a:cubicBezTo>
                  <a:pt x="1341025" y="2853880"/>
                  <a:pt x="1341977" y="2854167"/>
                  <a:pt x="1343120" y="2854167"/>
                </a:cubicBezTo>
                <a:lnTo>
                  <a:pt x="1356646" y="2854167"/>
                </a:lnTo>
                <a:cubicBezTo>
                  <a:pt x="1360551" y="2854167"/>
                  <a:pt x="1363790" y="2850928"/>
                  <a:pt x="1363694" y="2846927"/>
                </a:cubicBezTo>
                <a:lnTo>
                  <a:pt x="1363694" y="2842641"/>
                </a:lnTo>
                <a:cubicBezTo>
                  <a:pt x="1363694" y="2842641"/>
                  <a:pt x="1477518" y="2842927"/>
                  <a:pt x="1477518" y="2842927"/>
                </a:cubicBezTo>
                <a:lnTo>
                  <a:pt x="1493615" y="2857214"/>
                </a:lnTo>
                <a:close/>
                <a:moveTo>
                  <a:pt x="1530953" y="2849880"/>
                </a:moveTo>
                <a:cubicBezTo>
                  <a:pt x="1533716" y="2849880"/>
                  <a:pt x="1536002" y="2852166"/>
                  <a:pt x="1536002" y="2854928"/>
                </a:cubicBezTo>
                <a:cubicBezTo>
                  <a:pt x="1536002" y="2857691"/>
                  <a:pt x="1533716" y="2859881"/>
                  <a:pt x="1530953" y="2859881"/>
                </a:cubicBezTo>
                <a:cubicBezTo>
                  <a:pt x="1528191" y="2859881"/>
                  <a:pt x="1526000" y="2857595"/>
                  <a:pt x="1526000" y="2854928"/>
                </a:cubicBezTo>
                <a:cubicBezTo>
                  <a:pt x="1526000" y="2852261"/>
                  <a:pt x="1528286" y="2849880"/>
                  <a:pt x="1530953" y="2849880"/>
                </a:cubicBezTo>
                <a:close/>
                <a:moveTo>
                  <a:pt x="974598" y="3077909"/>
                </a:moveTo>
                <a:cubicBezTo>
                  <a:pt x="972788" y="3080385"/>
                  <a:pt x="970026" y="3082100"/>
                  <a:pt x="966978" y="3082576"/>
                </a:cubicBezTo>
                <a:cubicBezTo>
                  <a:pt x="963930" y="3083052"/>
                  <a:pt x="960787" y="3082290"/>
                  <a:pt x="958310" y="3080480"/>
                </a:cubicBezTo>
                <a:cubicBezTo>
                  <a:pt x="955834" y="3078671"/>
                  <a:pt x="954119" y="3075909"/>
                  <a:pt x="953643" y="3072860"/>
                </a:cubicBezTo>
                <a:cubicBezTo>
                  <a:pt x="953643" y="3072289"/>
                  <a:pt x="953548" y="3071622"/>
                  <a:pt x="953548" y="3071051"/>
                </a:cubicBezTo>
                <a:cubicBezTo>
                  <a:pt x="953548" y="3068574"/>
                  <a:pt x="954310" y="3066193"/>
                  <a:pt x="955834" y="3064193"/>
                </a:cubicBezTo>
                <a:cubicBezTo>
                  <a:pt x="959644" y="3058954"/>
                  <a:pt x="966978" y="3057906"/>
                  <a:pt x="972217" y="3061716"/>
                </a:cubicBezTo>
                <a:cubicBezTo>
                  <a:pt x="977360" y="3065526"/>
                  <a:pt x="978503" y="3072860"/>
                  <a:pt x="974693" y="3078099"/>
                </a:cubicBezTo>
                <a:close/>
                <a:moveTo>
                  <a:pt x="1356646" y="2849309"/>
                </a:moveTo>
                <a:lnTo>
                  <a:pt x="1343120" y="2849309"/>
                </a:lnTo>
                <a:cubicBezTo>
                  <a:pt x="1341787" y="2849309"/>
                  <a:pt x="1340739" y="2848356"/>
                  <a:pt x="1340739" y="2847023"/>
                </a:cubicBezTo>
                <a:lnTo>
                  <a:pt x="1340739" y="2833497"/>
                </a:lnTo>
                <a:cubicBezTo>
                  <a:pt x="1340739" y="2832163"/>
                  <a:pt x="1341692" y="2831116"/>
                  <a:pt x="1343025" y="2831116"/>
                </a:cubicBezTo>
                <a:lnTo>
                  <a:pt x="1356551" y="2831116"/>
                </a:lnTo>
                <a:cubicBezTo>
                  <a:pt x="1357884" y="2831116"/>
                  <a:pt x="1358932" y="2832068"/>
                  <a:pt x="1358932" y="2833402"/>
                </a:cubicBezTo>
                <a:lnTo>
                  <a:pt x="1358932" y="2846927"/>
                </a:lnTo>
                <a:cubicBezTo>
                  <a:pt x="1358932" y="2848261"/>
                  <a:pt x="1357979" y="2849309"/>
                  <a:pt x="1356646" y="2849309"/>
                </a:cubicBezTo>
                <a:close/>
                <a:moveTo>
                  <a:pt x="2959227" y="3779425"/>
                </a:moveTo>
                <a:lnTo>
                  <a:pt x="2937605" y="3764375"/>
                </a:lnTo>
                <a:lnTo>
                  <a:pt x="2908078" y="3764375"/>
                </a:lnTo>
                <a:cubicBezTo>
                  <a:pt x="2907602" y="3762661"/>
                  <a:pt x="2906649" y="3761042"/>
                  <a:pt x="2905220" y="3759899"/>
                </a:cubicBezTo>
                <a:cubicBezTo>
                  <a:pt x="2901410" y="3757041"/>
                  <a:pt x="2896076" y="3757803"/>
                  <a:pt x="2893219" y="3761518"/>
                </a:cubicBezTo>
                <a:cubicBezTo>
                  <a:pt x="2890361" y="3765328"/>
                  <a:pt x="2891123" y="3770662"/>
                  <a:pt x="2894838" y="3773519"/>
                </a:cubicBezTo>
                <a:cubicBezTo>
                  <a:pt x="2898648" y="3776377"/>
                  <a:pt x="2903982" y="3775615"/>
                  <a:pt x="2906840" y="3771900"/>
                </a:cubicBezTo>
                <a:cubicBezTo>
                  <a:pt x="2907506" y="3771043"/>
                  <a:pt x="2907887" y="3770090"/>
                  <a:pt x="2908173" y="3769138"/>
                </a:cubicBezTo>
                <a:lnTo>
                  <a:pt x="2936081" y="3769138"/>
                </a:lnTo>
                <a:lnTo>
                  <a:pt x="2957703" y="3784187"/>
                </a:lnTo>
                <a:lnTo>
                  <a:pt x="2992565" y="3784187"/>
                </a:lnTo>
                <a:lnTo>
                  <a:pt x="2992565" y="3757803"/>
                </a:lnTo>
                <a:cubicBezTo>
                  <a:pt x="2992565" y="3757803"/>
                  <a:pt x="2963990" y="3732467"/>
                  <a:pt x="2963990" y="3732467"/>
                </a:cubicBezTo>
                <a:lnTo>
                  <a:pt x="2963132" y="3732467"/>
                </a:lnTo>
                <a:cubicBezTo>
                  <a:pt x="2962275" y="3732467"/>
                  <a:pt x="2945797" y="3732467"/>
                  <a:pt x="2938463" y="3732467"/>
                </a:cubicBezTo>
                <a:cubicBezTo>
                  <a:pt x="2937891" y="3729990"/>
                  <a:pt x="2936653" y="3727704"/>
                  <a:pt x="2934557" y="3726085"/>
                </a:cubicBezTo>
                <a:cubicBezTo>
                  <a:pt x="2929700" y="3722465"/>
                  <a:pt x="2922842" y="3723418"/>
                  <a:pt x="2919222" y="3728180"/>
                </a:cubicBezTo>
                <a:cubicBezTo>
                  <a:pt x="2915603" y="3732943"/>
                  <a:pt x="2916555" y="3739896"/>
                  <a:pt x="2921318" y="3743516"/>
                </a:cubicBezTo>
                <a:cubicBezTo>
                  <a:pt x="2923223" y="3744944"/>
                  <a:pt x="2925509" y="3745706"/>
                  <a:pt x="2927890" y="3745706"/>
                </a:cubicBezTo>
                <a:cubicBezTo>
                  <a:pt x="2928366" y="3745706"/>
                  <a:pt x="2928938" y="3745706"/>
                  <a:pt x="2929414" y="3745611"/>
                </a:cubicBezTo>
                <a:cubicBezTo>
                  <a:pt x="2932271" y="3745230"/>
                  <a:pt x="2934843" y="3743706"/>
                  <a:pt x="2936653" y="3741420"/>
                </a:cubicBezTo>
                <a:cubicBezTo>
                  <a:pt x="2937605" y="3740182"/>
                  <a:pt x="2938177" y="3738753"/>
                  <a:pt x="2938558" y="3737229"/>
                </a:cubicBezTo>
                <a:cubicBezTo>
                  <a:pt x="2944940" y="3737229"/>
                  <a:pt x="2958560" y="3737229"/>
                  <a:pt x="2962275" y="3737229"/>
                </a:cubicBezTo>
                <a:lnTo>
                  <a:pt x="2987897" y="3759994"/>
                </a:lnTo>
                <a:lnTo>
                  <a:pt x="2987897" y="3779520"/>
                </a:lnTo>
                <a:lnTo>
                  <a:pt x="2959322" y="3779520"/>
                </a:lnTo>
                <a:close/>
                <a:moveTo>
                  <a:pt x="2932843" y="3738467"/>
                </a:moveTo>
                <a:cubicBezTo>
                  <a:pt x="2931890" y="3739801"/>
                  <a:pt x="2930367" y="3740658"/>
                  <a:pt x="2928747" y="3740849"/>
                </a:cubicBezTo>
                <a:cubicBezTo>
                  <a:pt x="2927128" y="3741134"/>
                  <a:pt x="2925509" y="3740658"/>
                  <a:pt x="2924175" y="3739705"/>
                </a:cubicBezTo>
                <a:cubicBezTo>
                  <a:pt x="2921413" y="3737610"/>
                  <a:pt x="2920937" y="3733800"/>
                  <a:pt x="2922937" y="3731038"/>
                </a:cubicBezTo>
                <a:cubicBezTo>
                  <a:pt x="2925032" y="3728276"/>
                  <a:pt x="2928938" y="3727799"/>
                  <a:pt x="2931605" y="3729800"/>
                </a:cubicBezTo>
                <a:cubicBezTo>
                  <a:pt x="2932938" y="3730752"/>
                  <a:pt x="2933795" y="3732276"/>
                  <a:pt x="2933986" y="3733895"/>
                </a:cubicBezTo>
                <a:cubicBezTo>
                  <a:pt x="2934176" y="3735515"/>
                  <a:pt x="2933795" y="3737134"/>
                  <a:pt x="2932748" y="3738467"/>
                </a:cubicBezTo>
                <a:close/>
                <a:moveTo>
                  <a:pt x="2952560" y="3281553"/>
                </a:moveTo>
                <a:lnTo>
                  <a:pt x="3022092" y="3281553"/>
                </a:lnTo>
                <a:lnTo>
                  <a:pt x="3022092" y="3284315"/>
                </a:lnTo>
                <a:cubicBezTo>
                  <a:pt x="3022092" y="3287649"/>
                  <a:pt x="3024759" y="3290316"/>
                  <a:pt x="3028093" y="3290316"/>
                </a:cubicBezTo>
                <a:lnTo>
                  <a:pt x="3039142" y="3290316"/>
                </a:lnTo>
                <a:cubicBezTo>
                  <a:pt x="3042476" y="3290316"/>
                  <a:pt x="3045143" y="3287649"/>
                  <a:pt x="3045143" y="3284315"/>
                </a:cubicBezTo>
                <a:lnTo>
                  <a:pt x="3045143" y="3273267"/>
                </a:lnTo>
                <a:cubicBezTo>
                  <a:pt x="3045143" y="3269933"/>
                  <a:pt x="3042476" y="3267266"/>
                  <a:pt x="3039142" y="3267266"/>
                </a:cubicBezTo>
                <a:lnTo>
                  <a:pt x="3028093" y="3267266"/>
                </a:lnTo>
                <a:cubicBezTo>
                  <a:pt x="3024759" y="3267266"/>
                  <a:pt x="3022092" y="3269933"/>
                  <a:pt x="3022092" y="3273267"/>
                </a:cubicBezTo>
                <a:lnTo>
                  <a:pt x="3022092" y="3276791"/>
                </a:lnTo>
                <a:lnTo>
                  <a:pt x="2950655" y="3276791"/>
                </a:lnTo>
                <a:lnTo>
                  <a:pt x="2932176" y="3294317"/>
                </a:lnTo>
                <a:lnTo>
                  <a:pt x="2830735" y="3294317"/>
                </a:lnTo>
                <a:lnTo>
                  <a:pt x="2786063" y="3255359"/>
                </a:lnTo>
                <a:lnTo>
                  <a:pt x="2786729" y="3254693"/>
                </a:lnTo>
                <a:cubicBezTo>
                  <a:pt x="2788920" y="3252502"/>
                  <a:pt x="2788920" y="3249073"/>
                  <a:pt x="2786729" y="3246882"/>
                </a:cubicBezTo>
                <a:lnTo>
                  <a:pt x="2781014" y="3241262"/>
                </a:lnTo>
                <a:cubicBezTo>
                  <a:pt x="2781014" y="3241262"/>
                  <a:pt x="2780062" y="3240500"/>
                  <a:pt x="2779490" y="3240215"/>
                </a:cubicBezTo>
                <a:lnTo>
                  <a:pt x="2779490" y="3193828"/>
                </a:lnTo>
                <a:lnTo>
                  <a:pt x="2797302" y="3176111"/>
                </a:lnTo>
                <a:lnTo>
                  <a:pt x="2825210" y="3199638"/>
                </a:lnTo>
                <a:lnTo>
                  <a:pt x="2825210" y="3215735"/>
                </a:lnTo>
                <a:cubicBezTo>
                  <a:pt x="2822448" y="3216688"/>
                  <a:pt x="2820543" y="3219260"/>
                  <a:pt x="2820543" y="3222308"/>
                </a:cubicBezTo>
                <a:cubicBezTo>
                  <a:pt x="2820543" y="3226213"/>
                  <a:pt x="2823686" y="3229356"/>
                  <a:pt x="2827592" y="3229356"/>
                </a:cubicBezTo>
                <a:cubicBezTo>
                  <a:pt x="2831497" y="3229356"/>
                  <a:pt x="2834640" y="3226213"/>
                  <a:pt x="2834640" y="3222308"/>
                </a:cubicBezTo>
                <a:cubicBezTo>
                  <a:pt x="2834640" y="3219260"/>
                  <a:pt x="2832640" y="3216688"/>
                  <a:pt x="2829973" y="3215735"/>
                </a:cubicBezTo>
                <a:lnTo>
                  <a:pt x="2829973" y="3198495"/>
                </a:lnTo>
                <a:cubicBezTo>
                  <a:pt x="2829973" y="3197828"/>
                  <a:pt x="2829687" y="3197162"/>
                  <a:pt x="2829116" y="3196685"/>
                </a:cubicBezTo>
                <a:lnTo>
                  <a:pt x="2799588" y="3171825"/>
                </a:lnTo>
                <a:lnTo>
                  <a:pt x="2799588" y="3077337"/>
                </a:lnTo>
                <a:cubicBezTo>
                  <a:pt x="2799588" y="3077337"/>
                  <a:pt x="2822924" y="3049048"/>
                  <a:pt x="2822924" y="3049048"/>
                </a:cubicBezTo>
                <a:cubicBezTo>
                  <a:pt x="2823305" y="3048667"/>
                  <a:pt x="2823496" y="3048095"/>
                  <a:pt x="2823496" y="3047524"/>
                </a:cubicBezTo>
                <a:lnTo>
                  <a:pt x="2823972" y="2909983"/>
                </a:lnTo>
                <a:cubicBezTo>
                  <a:pt x="2823972" y="2909411"/>
                  <a:pt x="2823782" y="2908935"/>
                  <a:pt x="2823401" y="2908459"/>
                </a:cubicBezTo>
                <a:lnTo>
                  <a:pt x="2792825" y="2870645"/>
                </a:lnTo>
                <a:lnTo>
                  <a:pt x="2794445" y="2757488"/>
                </a:lnTo>
                <a:lnTo>
                  <a:pt x="2806065" y="2741962"/>
                </a:lnTo>
                <a:cubicBezTo>
                  <a:pt x="2806065" y="2741962"/>
                  <a:pt x="2806542" y="2741009"/>
                  <a:pt x="2806542" y="2740533"/>
                </a:cubicBezTo>
                <a:lnTo>
                  <a:pt x="2806542" y="2724055"/>
                </a:lnTo>
                <a:lnTo>
                  <a:pt x="2801779" y="2724055"/>
                </a:lnTo>
                <a:lnTo>
                  <a:pt x="2801779" y="2739771"/>
                </a:lnTo>
                <a:lnTo>
                  <a:pt x="2790159" y="2755297"/>
                </a:lnTo>
                <a:cubicBezTo>
                  <a:pt x="2790159" y="2755297"/>
                  <a:pt x="2789682" y="2756154"/>
                  <a:pt x="2789682" y="2756726"/>
                </a:cubicBezTo>
                <a:lnTo>
                  <a:pt x="2787968" y="2871502"/>
                </a:lnTo>
                <a:cubicBezTo>
                  <a:pt x="2787968" y="2872073"/>
                  <a:pt x="2788158" y="2872645"/>
                  <a:pt x="2788539" y="2873026"/>
                </a:cubicBezTo>
                <a:lnTo>
                  <a:pt x="2819114" y="2910840"/>
                </a:lnTo>
                <a:lnTo>
                  <a:pt x="2818638" y="3046667"/>
                </a:lnTo>
                <a:lnTo>
                  <a:pt x="2795397" y="3074956"/>
                </a:lnTo>
                <a:cubicBezTo>
                  <a:pt x="2795397" y="3074956"/>
                  <a:pt x="2794826" y="3075909"/>
                  <a:pt x="2794826" y="3076480"/>
                </a:cubicBezTo>
                <a:lnTo>
                  <a:pt x="2794826" y="3172016"/>
                </a:lnTo>
                <a:cubicBezTo>
                  <a:pt x="2794826" y="3172016"/>
                  <a:pt x="2774633" y="3191923"/>
                  <a:pt x="2774633" y="3191923"/>
                </a:cubicBezTo>
                <a:lnTo>
                  <a:pt x="2774633" y="3240310"/>
                </a:lnTo>
                <a:cubicBezTo>
                  <a:pt x="2774061" y="3240596"/>
                  <a:pt x="2773585" y="3240881"/>
                  <a:pt x="2773109" y="3241262"/>
                </a:cubicBezTo>
                <a:lnTo>
                  <a:pt x="2767489" y="3246882"/>
                </a:lnTo>
                <a:cubicBezTo>
                  <a:pt x="2765298" y="3249073"/>
                  <a:pt x="2765298" y="3252502"/>
                  <a:pt x="2767489" y="3254693"/>
                </a:cubicBezTo>
                <a:lnTo>
                  <a:pt x="2773204" y="3260312"/>
                </a:lnTo>
                <a:cubicBezTo>
                  <a:pt x="2774252" y="3261360"/>
                  <a:pt x="2775680" y="3261932"/>
                  <a:pt x="2777109" y="3261932"/>
                </a:cubicBezTo>
                <a:cubicBezTo>
                  <a:pt x="2778538" y="3261932"/>
                  <a:pt x="2779967" y="3261360"/>
                  <a:pt x="2781014" y="3260312"/>
                </a:cubicBezTo>
                <a:lnTo>
                  <a:pt x="2782634" y="3258693"/>
                </a:lnTo>
                <a:lnTo>
                  <a:pt x="2828925" y="3298984"/>
                </a:lnTo>
                <a:lnTo>
                  <a:pt x="2934081" y="3298984"/>
                </a:lnTo>
                <a:lnTo>
                  <a:pt x="2952560" y="3281458"/>
                </a:lnTo>
                <a:close/>
                <a:moveTo>
                  <a:pt x="3026855" y="3273362"/>
                </a:moveTo>
                <a:cubicBezTo>
                  <a:pt x="3026855" y="3272695"/>
                  <a:pt x="3027426" y="3272123"/>
                  <a:pt x="3028093" y="3272123"/>
                </a:cubicBezTo>
                <a:lnTo>
                  <a:pt x="3039142" y="3272123"/>
                </a:lnTo>
                <a:cubicBezTo>
                  <a:pt x="3039809" y="3272123"/>
                  <a:pt x="3040380" y="3272695"/>
                  <a:pt x="3040380" y="3273362"/>
                </a:cubicBezTo>
                <a:lnTo>
                  <a:pt x="3040380" y="3284411"/>
                </a:lnTo>
                <a:cubicBezTo>
                  <a:pt x="3040380" y="3285077"/>
                  <a:pt x="3039809" y="3285649"/>
                  <a:pt x="3039142" y="3285649"/>
                </a:cubicBezTo>
                <a:lnTo>
                  <a:pt x="3028093" y="3285649"/>
                </a:lnTo>
                <a:cubicBezTo>
                  <a:pt x="3027426" y="3285649"/>
                  <a:pt x="3026855" y="3285077"/>
                  <a:pt x="3026855" y="3284411"/>
                </a:cubicBezTo>
                <a:lnTo>
                  <a:pt x="3026855" y="3273362"/>
                </a:lnTo>
                <a:close/>
                <a:moveTo>
                  <a:pt x="2783396" y="3251454"/>
                </a:moveTo>
                <a:lnTo>
                  <a:pt x="2777680" y="3257074"/>
                </a:lnTo>
                <a:cubicBezTo>
                  <a:pt x="2777680" y="3257074"/>
                  <a:pt x="2776919" y="3257360"/>
                  <a:pt x="2776633" y="3257074"/>
                </a:cubicBezTo>
                <a:lnTo>
                  <a:pt x="2771013" y="3251454"/>
                </a:lnTo>
                <a:cubicBezTo>
                  <a:pt x="2771013" y="3251454"/>
                  <a:pt x="2770727" y="3250692"/>
                  <a:pt x="2771013" y="3250406"/>
                </a:cubicBezTo>
                <a:lnTo>
                  <a:pt x="2776633" y="3244787"/>
                </a:lnTo>
                <a:cubicBezTo>
                  <a:pt x="2776633" y="3244787"/>
                  <a:pt x="2777014" y="3244596"/>
                  <a:pt x="2777204" y="3244596"/>
                </a:cubicBezTo>
                <a:cubicBezTo>
                  <a:pt x="2777395" y="3244596"/>
                  <a:pt x="2777585" y="3244596"/>
                  <a:pt x="2777776" y="3244787"/>
                </a:cubicBezTo>
                <a:lnTo>
                  <a:pt x="2783491" y="3250406"/>
                </a:lnTo>
                <a:cubicBezTo>
                  <a:pt x="2783491" y="3250406"/>
                  <a:pt x="2783777" y="3251168"/>
                  <a:pt x="2783491" y="3251454"/>
                </a:cubicBezTo>
                <a:close/>
                <a:moveTo>
                  <a:pt x="1899285" y="2589181"/>
                </a:moveTo>
                <a:cubicBezTo>
                  <a:pt x="1895475" y="2589181"/>
                  <a:pt x="1892332" y="2592324"/>
                  <a:pt x="1892332" y="2596134"/>
                </a:cubicBezTo>
                <a:cubicBezTo>
                  <a:pt x="1892332" y="2599944"/>
                  <a:pt x="1895475" y="2603087"/>
                  <a:pt x="1899285" y="2603087"/>
                </a:cubicBezTo>
                <a:cubicBezTo>
                  <a:pt x="1902333" y="2603087"/>
                  <a:pt x="1904905" y="2601087"/>
                  <a:pt x="1905762" y="2598325"/>
                </a:cubicBezTo>
                <a:lnTo>
                  <a:pt x="1941671" y="2598515"/>
                </a:lnTo>
                <a:lnTo>
                  <a:pt x="1961483" y="2573846"/>
                </a:lnTo>
                <a:lnTo>
                  <a:pt x="1970437" y="2573846"/>
                </a:lnTo>
                <a:cubicBezTo>
                  <a:pt x="1970437" y="2573846"/>
                  <a:pt x="1991487" y="2598420"/>
                  <a:pt x="1991487" y="2598420"/>
                </a:cubicBezTo>
                <a:lnTo>
                  <a:pt x="2008346" y="2598420"/>
                </a:lnTo>
                <a:cubicBezTo>
                  <a:pt x="2009299" y="2601087"/>
                  <a:pt x="2011871" y="2602992"/>
                  <a:pt x="2014823" y="2602992"/>
                </a:cubicBezTo>
                <a:cubicBezTo>
                  <a:pt x="2018633" y="2602992"/>
                  <a:pt x="2021777" y="2599849"/>
                  <a:pt x="2021777" y="2596039"/>
                </a:cubicBezTo>
                <a:cubicBezTo>
                  <a:pt x="2021777" y="2592229"/>
                  <a:pt x="2018633" y="2589086"/>
                  <a:pt x="2014823" y="2589086"/>
                </a:cubicBezTo>
                <a:cubicBezTo>
                  <a:pt x="2011871" y="2589086"/>
                  <a:pt x="2009299" y="2590991"/>
                  <a:pt x="2008346" y="2593658"/>
                </a:cubicBezTo>
                <a:lnTo>
                  <a:pt x="1993678" y="2593658"/>
                </a:lnTo>
                <a:lnTo>
                  <a:pt x="1972628" y="2569083"/>
                </a:lnTo>
                <a:lnTo>
                  <a:pt x="1959197" y="2569083"/>
                </a:lnTo>
                <a:cubicBezTo>
                  <a:pt x="1959197" y="2569083"/>
                  <a:pt x="1939385" y="2593753"/>
                  <a:pt x="1939385" y="2593753"/>
                </a:cubicBezTo>
                <a:lnTo>
                  <a:pt x="1905667" y="2593562"/>
                </a:lnTo>
                <a:cubicBezTo>
                  <a:pt x="1904619" y="2590991"/>
                  <a:pt x="1902143" y="2589181"/>
                  <a:pt x="1899190" y="2589181"/>
                </a:cubicBezTo>
                <a:close/>
                <a:moveTo>
                  <a:pt x="1899285" y="2598420"/>
                </a:moveTo>
                <a:cubicBezTo>
                  <a:pt x="1898047" y="2598420"/>
                  <a:pt x="1897094" y="2597468"/>
                  <a:pt x="1897094" y="2596229"/>
                </a:cubicBezTo>
                <a:cubicBezTo>
                  <a:pt x="1897094" y="2594991"/>
                  <a:pt x="1898047" y="2594038"/>
                  <a:pt x="1899285" y="2594038"/>
                </a:cubicBezTo>
                <a:cubicBezTo>
                  <a:pt x="1900523" y="2594038"/>
                  <a:pt x="1901476" y="2594991"/>
                  <a:pt x="1901476" y="2596229"/>
                </a:cubicBezTo>
                <a:cubicBezTo>
                  <a:pt x="1901476" y="2597468"/>
                  <a:pt x="1900523" y="2598420"/>
                  <a:pt x="1899285" y="2598420"/>
                </a:cubicBezTo>
                <a:close/>
                <a:moveTo>
                  <a:pt x="2014823" y="2593943"/>
                </a:moveTo>
                <a:cubicBezTo>
                  <a:pt x="2016062" y="2593943"/>
                  <a:pt x="2017014" y="2594896"/>
                  <a:pt x="2017014" y="2596134"/>
                </a:cubicBezTo>
                <a:cubicBezTo>
                  <a:pt x="2017014" y="2597372"/>
                  <a:pt x="2016062" y="2598325"/>
                  <a:pt x="2014823" y="2598325"/>
                </a:cubicBezTo>
                <a:cubicBezTo>
                  <a:pt x="2013585" y="2598325"/>
                  <a:pt x="2012632" y="2597372"/>
                  <a:pt x="2012632" y="2596134"/>
                </a:cubicBezTo>
                <a:cubicBezTo>
                  <a:pt x="2012632" y="2594896"/>
                  <a:pt x="2013585" y="2593943"/>
                  <a:pt x="2014823" y="2593943"/>
                </a:cubicBezTo>
                <a:close/>
                <a:moveTo>
                  <a:pt x="1715453" y="1329214"/>
                </a:moveTo>
                <a:cubicBezTo>
                  <a:pt x="1711928" y="1327499"/>
                  <a:pt x="1708023" y="1327214"/>
                  <a:pt x="1704308" y="1328452"/>
                </a:cubicBezTo>
                <a:cubicBezTo>
                  <a:pt x="1700594" y="1329690"/>
                  <a:pt x="1697641" y="1332262"/>
                  <a:pt x="1695926" y="1335786"/>
                </a:cubicBezTo>
                <a:cubicBezTo>
                  <a:pt x="1692402" y="1342930"/>
                  <a:pt x="1695355" y="1351693"/>
                  <a:pt x="1702499" y="1355312"/>
                </a:cubicBezTo>
                <a:cubicBezTo>
                  <a:pt x="1704594" y="1356360"/>
                  <a:pt x="1706785" y="1356836"/>
                  <a:pt x="1708880" y="1356836"/>
                </a:cubicBezTo>
                <a:cubicBezTo>
                  <a:pt x="1714214" y="1356836"/>
                  <a:pt x="1719453" y="1353884"/>
                  <a:pt x="1721930" y="1348740"/>
                </a:cubicBezTo>
                <a:cubicBezTo>
                  <a:pt x="1722406" y="1347692"/>
                  <a:pt x="1722787" y="1346645"/>
                  <a:pt x="1723073" y="1345597"/>
                </a:cubicBezTo>
                <a:lnTo>
                  <a:pt x="1854613" y="1344644"/>
                </a:lnTo>
                <a:lnTo>
                  <a:pt x="1872520" y="1374077"/>
                </a:lnTo>
                <a:lnTo>
                  <a:pt x="2075974" y="1374077"/>
                </a:lnTo>
                <a:cubicBezTo>
                  <a:pt x="2075974" y="1374077"/>
                  <a:pt x="2182273" y="1285113"/>
                  <a:pt x="2182273" y="1285113"/>
                </a:cubicBezTo>
                <a:cubicBezTo>
                  <a:pt x="2185416" y="1287685"/>
                  <a:pt x="2189131" y="1289209"/>
                  <a:pt x="2193227" y="1289495"/>
                </a:cubicBezTo>
                <a:cubicBezTo>
                  <a:pt x="2198561" y="1289876"/>
                  <a:pt x="2203704" y="1288256"/>
                  <a:pt x="2207800" y="1284732"/>
                </a:cubicBezTo>
                <a:cubicBezTo>
                  <a:pt x="2211896" y="1281303"/>
                  <a:pt x="2214277" y="1276445"/>
                  <a:pt x="2214753" y="1271111"/>
                </a:cubicBezTo>
                <a:cubicBezTo>
                  <a:pt x="2215134" y="1266063"/>
                  <a:pt x="2213610" y="1261110"/>
                  <a:pt x="2210467" y="1257205"/>
                </a:cubicBezTo>
                <a:lnTo>
                  <a:pt x="2227898" y="1243394"/>
                </a:lnTo>
                <a:lnTo>
                  <a:pt x="2228564" y="1166051"/>
                </a:lnTo>
                <a:lnTo>
                  <a:pt x="2243709" y="1155192"/>
                </a:lnTo>
                <a:lnTo>
                  <a:pt x="2322386" y="1154811"/>
                </a:lnTo>
                <a:cubicBezTo>
                  <a:pt x="2323814" y="1159288"/>
                  <a:pt x="2327910" y="1162622"/>
                  <a:pt x="2332863" y="1162622"/>
                </a:cubicBezTo>
                <a:lnTo>
                  <a:pt x="2364486" y="1162622"/>
                </a:lnTo>
                <a:cubicBezTo>
                  <a:pt x="2369344" y="1162622"/>
                  <a:pt x="2373440" y="1159383"/>
                  <a:pt x="2374964" y="1155002"/>
                </a:cubicBezTo>
                <a:lnTo>
                  <a:pt x="2465070" y="1155002"/>
                </a:lnTo>
                <a:lnTo>
                  <a:pt x="2481072" y="1173290"/>
                </a:lnTo>
                <a:lnTo>
                  <a:pt x="2696813" y="1173290"/>
                </a:lnTo>
                <a:lnTo>
                  <a:pt x="2797302" y="1074325"/>
                </a:lnTo>
                <a:lnTo>
                  <a:pt x="2796445" y="966692"/>
                </a:lnTo>
                <a:lnTo>
                  <a:pt x="2820734" y="943927"/>
                </a:lnTo>
                <a:cubicBezTo>
                  <a:pt x="2823686" y="945737"/>
                  <a:pt x="2827115" y="946880"/>
                  <a:pt x="2830830" y="946880"/>
                </a:cubicBezTo>
                <a:cubicBezTo>
                  <a:pt x="2841593" y="946880"/>
                  <a:pt x="2850261" y="938117"/>
                  <a:pt x="2850261" y="927449"/>
                </a:cubicBezTo>
                <a:cubicBezTo>
                  <a:pt x="2850261" y="916781"/>
                  <a:pt x="2841498" y="908018"/>
                  <a:pt x="2830830" y="908018"/>
                </a:cubicBezTo>
                <a:cubicBezTo>
                  <a:pt x="2820162" y="908018"/>
                  <a:pt x="2811399" y="916781"/>
                  <a:pt x="2811399" y="927449"/>
                </a:cubicBezTo>
                <a:cubicBezTo>
                  <a:pt x="2811399" y="931831"/>
                  <a:pt x="2812923" y="935927"/>
                  <a:pt x="2815400" y="939165"/>
                </a:cubicBezTo>
                <a:lnTo>
                  <a:pt x="2789206" y="963454"/>
                </a:lnTo>
                <a:lnTo>
                  <a:pt x="2790063" y="1071467"/>
                </a:lnTo>
                <a:lnTo>
                  <a:pt x="2693861" y="1166241"/>
                </a:lnTo>
                <a:lnTo>
                  <a:pt x="2484311" y="1166241"/>
                </a:lnTo>
                <a:lnTo>
                  <a:pt x="2468309" y="1147953"/>
                </a:lnTo>
                <a:lnTo>
                  <a:pt x="2375535" y="1147953"/>
                </a:lnTo>
                <a:cubicBezTo>
                  <a:pt x="2375249" y="1142048"/>
                  <a:pt x="2370487" y="1137285"/>
                  <a:pt x="2364486" y="1137285"/>
                </a:cubicBezTo>
                <a:lnTo>
                  <a:pt x="2332863" y="1137285"/>
                </a:lnTo>
                <a:cubicBezTo>
                  <a:pt x="2326958" y="1137285"/>
                  <a:pt x="2322195" y="1141952"/>
                  <a:pt x="2321814" y="1147763"/>
                </a:cubicBezTo>
                <a:lnTo>
                  <a:pt x="2241328" y="1148144"/>
                </a:lnTo>
                <a:lnTo>
                  <a:pt x="2221421" y="1162431"/>
                </a:lnTo>
                <a:lnTo>
                  <a:pt x="2220754" y="1239965"/>
                </a:lnTo>
                <a:lnTo>
                  <a:pt x="2204847" y="1252538"/>
                </a:lnTo>
                <a:cubicBezTo>
                  <a:pt x="2201704" y="1250728"/>
                  <a:pt x="2198275" y="1249680"/>
                  <a:pt x="2194751" y="1249680"/>
                </a:cubicBezTo>
                <a:cubicBezTo>
                  <a:pt x="2190179" y="1249680"/>
                  <a:pt x="2185511" y="1251299"/>
                  <a:pt x="2181797" y="1254443"/>
                </a:cubicBezTo>
                <a:cubicBezTo>
                  <a:pt x="2177701" y="1257872"/>
                  <a:pt x="2175320" y="1262729"/>
                  <a:pt x="2174843" y="1268063"/>
                </a:cubicBezTo>
                <a:cubicBezTo>
                  <a:pt x="2174558" y="1272159"/>
                  <a:pt x="2175510" y="1276160"/>
                  <a:pt x="2177510" y="1279684"/>
                </a:cubicBezTo>
                <a:lnTo>
                  <a:pt x="2073307" y="1366933"/>
                </a:lnTo>
                <a:lnTo>
                  <a:pt x="1876520" y="1366933"/>
                </a:lnTo>
                <a:cubicBezTo>
                  <a:pt x="1876520" y="1366933"/>
                  <a:pt x="1858613" y="1337501"/>
                  <a:pt x="1858613" y="1337501"/>
                </a:cubicBezTo>
                <a:lnTo>
                  <a:pt x="1722977" y="1338453"/>
                </a:lnTo>
                <a:cubicBezTo>
                  <a:pt x="1721930" y="1334643"/>
                  <a:pt x="1719358" y="1331214"/>
                  <a:pt x="1715453" y="1329309"/>
                </a:cubicBezTo>
                <a:close/>
                <a:moveTo>
                  <a:pt x="1717739" y="1346645"/>
                </a:moveTo>
                <a:cubicBezTo>
                  <a:pt x="1715357" y="1351502"/>
                  <a:pt x="1709452" y="1353503"/>
                  <a:pt x="1704594" y="1351026"/>
                </a:cubicBezTo>
                <a:cubicBezTo>
                  <a:pt x="1699736" y="1348645"/>
                  <a:pt x="1697736" y="1342739"/>
                  <a:pt x="1700213" y="1337882"/>
                </a:cubicBezTo>
                <a:cubicBezTo>
                  <a:pt x="1701356" y="1335500"/>
                  <a:pt x="1703356" y="1333786"/>
                  <a:pt x="1705832" y="1332928"/>
                </a:cubicBezTo>
                <a:cubicBezTo>
                  <a:pt x="1706880" y="1332548"/>
                  <a:pt x="1707928" y="1332452"/>
                  <a:pt x="1708976" y="1332452"/>
                </a:cubicBezTo>
                <a:cubicBezTo>
                  <a:pt x="1710500" y="1332452"/>
                  <a:pt x="1711928" y="1332833"/>
                  <a:pt x="1713262" y="1333500"/>
                </a:cubicBezTo>
                <a:cubicBezTo>
                  <a:pt x="1718120" y="1335881"/>
                  <a:pt x="1720120" y="1341787"/>
                  <a:pt x="1717643" y="1346645"/>
                </a:cubicBezTo>
                <a:close/>
                <a:moveTo>
                  <a:pt x="2830830" y="913448"/>
                </a:moveTo>
                <a:cubicBezTo>
                  <a:pt x="2838545" y="913448"/>
                  <a:pt x="2844832" y="919734"/>
                  <a:pt x="2844832" y="927449"/>
                </a:cubicBezTo>
                <a:cubicBezTo>
                  <a:pt x="2844832" y="935165"/>
                  <a:pt x="2838545" y="941451"/>
                  <a:pt x="2830830" y="941451"/>
                </a:cubicBezTo>
                <a:cubicBezTo>
                  <a:pt x="2823115" y="941451"/>
                  <a:pt x="2816828" y="935165"/>
                  <a:pt x="2816828" y="927449"/>
                </a:cubicBezTo>
                <a:cubicBezTo>
                  <a:pt x="2816828" y="919734"/>
                  <a:pt x="2823115" y="913448"/>
                  <a:pt x="2830830" y="913448"/>
                </a:cubicBezTo>
                <a:close/>
                <a:moveTo>
                  <a:pt x="2328767" y="1148429"/>
                </a:moveTo>
                <a:cubicBezTo>
                  <a:pt x="2328767" y="1146239"/>
                  <a:pt x="2330577" y="1144429"/>
                  <a:pt x="2332768" y="1144429"/>
                </a:cubicBezTo>
                <a:lnTo>
                  <a:pt x="2364391" y="1144429"/>
                </a:lnTo>
                <a:cubicBezTo>
                  <a:pt x="2366582" y="1144429"/>
                  <a:pt x="2368391" y="1146239"/>
                  <a:pt x="2368391" y="1148429"/>
                </a:cubicBezTo>
                <a:lnTo>
                  <a:pt x="2368391" y="1151477"/>
                </a:lnTo>
                <a:cubicBezTo>
                  <a:pt x="2368391" y="1153668"/>
                  <a:pt x="2366582" y="1155478"/>
                  <a:pt x="2364391" y="1155478"/>
                </a:cubicBezTo>
                <a:lnTo>
                  <a:pt x="2332768" y="1155478"/>
                </a:lnTo>
                <a:cubicBezTo>
                  <a:pt x="2330577" y="1155478"/>
                  <a:pt x="2328767" y="1153668"/>
                  <a:pt x="2328767" y="1151477"/>
                </a:cubicBezTo>
                <a:lnTo>
                  <a:pt x="2328767" y="1148429"/>
                </a:lnTo>
                <a:close/>
                <a:moveTo>
                  <a:pt x="2186369" y="1259777"/>
                </a:moveTo>
                <a:cubicBezTo>
                  <a:pt x="2188940" y="1257586"/>
                  <a:pt x="2192369" y="1256443"/>
                  <a:pt x="2195703" y="1256728"/>
                </a:cubicBezTo>
                <a:cubicBezTo>
                  <a:pt x="2199132" y="1257014"/>
                  <a:pt x="2202180" y="1258538"/>
                  <a:pt x="2204466" y="1261205"/>
                </a:cubicBezTo>
                <a:cubicBezTo>
                  <a:pt x="2206657" y="1263777"/>
                  <a:pt x="2207800" y="1267111"/>
                  <a:pt x="2207514" y="1270540"/>
                </a:cubicBezTo>
                <a:cubicBezTo>
                  <a:pt x="2207228" y="1273969"/>
                  <a:pt x="2205704" y="1277017"/>
                  <a:pt x="2203037" y="1279303"/>
                </a:cubicBezTo>
                <a:cubicBezTo>
                  <a:pt x="2200656" y="1281303"/>
                  <a:pt x="2197799" y="1282351"/>
                  <a:pt x="2194751" y="1282351"/>
                </a:cubicBezTo>
                <a:cubicBezTo>
                  <a:pt x="2194370" y="1282351"/>
                  <a:pt x="2194084" y="1282351"/>
                  <a:pt x="2193703" y="1282351"/>
                </a:cubicBezTo>
                <a:cubicBezTo>
                  <a:pt x="2190274" y="1282065"/>
                  <a:pt x="2187226" y="1280541"/>
                  <a:pt x="2184940" y="1277874"/>
                </a:cubicBezTo>
                <a:cubicBezTo>
                  <a:pt x="2182749" y="1275302"/>
                  <a:pt x="2181606" y="1271969"/>
                  <a:pt x="2181892" y="1268540"/>
                </a:cubicBezTo>
                <a:cubicBezTo>
                  <a:pt x="2182178" y="1265111"/>
                  <a:pt x="2183702" y="1262063"/>
                  <a:pt x="2186369" y="1259777"/>
                </a:cubicBezTo>
                <a:close/>
                <a:moveTo>
                  <a:pt x="3114770" y="3653028"/>
                </a:moveTo>
                <a:lnTo>
                  <a:pt x="3077051" y="3653028"/>
                </a:lnTo>
                <a:cubicBezTo>
                  <a:pt x="3076480" y="3650552"/>
                  <a:pt x="3075146" y="3648266"/>
                  <a:pt x="3073146" y="3646646"/>
                </a:cubicBezTo>
                <a:cubicBezTo>
                  <a:pt x="3068288" y="3643027"/>
                  <a:pt x="3061430" y="3643979"/>
                  <a:pt x="3057811" y="3648742"/>
                </a:cubicBezTo>
                <a:cubicBezTo>
                  <a:pt x="3056859" y="3649980"/>
                  <a:pt x="3056287" y="3651409"/>
                  <a:pt x="3055906" y="3652933"/>
                </a:cubicBezTo>
                <a:lnTo>
                  <a:pt x="2999042" y="3652933"/>
                </a:lnTo>
                <a:lnTo>
                  <a:pt x="2963704" y="3622643"/>
                </a:lnTo>
                <a:lnTo>
                  <a:pt x="2963132" y="3478625"/>
                </a:lnTo>
                <a:lnTo>
                  <a:pt x="2907983" y="3431477"/>
                </a:lnTo>
                <a:lnTo>
                  <a:pt x="2907030" y="3431477"/>
                </a:lnTo>
                <a:cubicBezTo>
                  <a:pt x="2900839" y="3431762"/>
                  <a:pt x="2892076" y="3432048"/>
                  <a:pt x="2889980" y="3432048"/>
                </a:cubicBezTo>
                <a:lnTo>
                  <a:pt x="2889980" y="3431286"/>
                </a:lnTo>
                <a:cubicBezTo>
                  <a:pt x="2889980" y="3427952"/>
                  <a:pt x="2887313" y="3425285"/>
                  <a:pt x="2883980" y="3425285"/>
                </a:cubicBezTo>
                <a:lnTo>
                  <a:pt x="2863692" y="3425285"/>
                </a:lnTo>
                <a:cubicBezTo>
                  <a:pt x="2860358" y="3425285"/>
                  <a:pt x="2857691" y="3427952"/>
                  <a:pt x="2857691" y="3431286"/>
                </a:cubicBezTo>
                <a:lnTo>
                  <a:pt x="2857691" y="3438906"/>
                </a:lnTo>
                <a:cubicBezTo>
                  <a:pt x="2857691" y="3442240"/>
                  <a:pt x="2860358" y="3444907"/>
                  <a:pt x="2863692" y="3444907"/>
                </a:cubicBezTo>
                <a:lnTo>
                  <a:pt x="2883980" y="3444907"/>
                </a:lnTo>
                <a:cubicBezTo>
                  <a:pt x="2887313" y="3444907"/>
                  <a:pt x="2889980" y="3442240"/>
                  <a:pt x="2889980" y="3438906"/>
                </a:cubicBezTo>
                <a:lnTo>
                  <a:pt x="2889980" y="3436715"/>
                </a:lnTo>
                <a:cubicBezTo>
                  <a:pt x="2892171" y="3436811"/>
                  <a:pt x="2896457" y="3436715"/>
                  <a:pt x="2906363" y="3436239"/>
                </a:cubicBezTo>
                <a:lnTo>
                  <a:pt x="2958465" y="3480721"/>
                </a:lnTo>
                <a:lnTo>
                  <a:pt x="2959037" y="3624739"/>
                </a:lnTo>
                <a:lnTo>
                  <a:pt x="2997422" y="3657600"/>
                </a:lnTo>
                <a:lnTo>
                  <a:pt x="3056096" y="3657600"/>
                </a:lnTo>
                <a:cubicBezTo>
                  <a:pt x="3056668" y="3660077"/>
                  <a:pt x="3057906" y="3662363"/>
                  <a:pt x="3060002" y="3663982"/>
                </a:cubicBezTo>
                <a:cubicBezTo>
                  <a:pt x="3062002" y="3665506"/>
                  <a:pt x="3064288" y="3666173"/>
                  <a:pt x="3066574" y="3666173"/>
                </a:cubicBezTo>
                <a:cubicBezTo>
                  <a:pt x="3069908" y="3666173"/>
                  <a:pt x="3073146" y="3664649"/>
                  <a:pt x="3075337" y="3661791"/>
                </a:cubicBezTo>
                <a:cubicBezTo>
                  <a:pt x="3076289" y="3660553"/>
                  <a:pt x="3076861" y="3659029"/>
                  <a:pt x="3077242" y="3657600"/>
                </a:cubicBezTo>
                <a:lnTo>
                  <a:pt x="3114961" y="3657600"/>
                </a:lnTo>
                <a:lnTo>
                  <a:pt x="3114961" y="3652838"/>
                </a:lnTo>
                <a:close/>
                <a:moveTo>
                  <a:pt x="2867216" y="3440240"/>
                </a:moveTo>
                <a:lnTo>
                  <a:pt x="2863596" y="3440240"/>
                </a:lnTo>
                <a:cubicBezTo>
                  <a:pt x="2862929" y="3440240"/>
                  <a:pt x="2862358" y="3439668"/>
                  <a:pt x="2862358" y="3439001"/>
                </a:cubicBezTo>
                <a:lnTo>
                  <a:pt x="2862358" y="3431381"/>
                </a:lnTo>
                <a:cubicBezTo>
                  <a:pt x="2862358" y="3430715"/>
                  <a:pt x="2862929" y="3430143"/>
                  <a:pt x="2863596" y="3430143"/>
                </a:cubicBezTo>
                <a:lnTo>
                  <a:pt x="2867216" y="3430143"/>
                </a:lnTo>
                <a:lnTo>
                  <a:pt x="2867216" y="3440335"/>
                </a:lnTo>
                <a:close/>
                <a:moveTo>
                  <a:pt x="2877026" y="3438716"/>
                </a:moveTo>
                <a:lnTo>
                  <a:pt x="2872073" y="3438716"/>
                </a:lnTo>
                <a:lnTo>
                  <a:pt x="2872073" y="3430048"/>
                </a:lnTo>
                <a:lnTo>
                  <a:pt x="2877026" y="3430048"/>
                </a:lnTo>
                <a:lnTo>
                  <a:pt x="2877026" y="3438716"/>
                </a:lnTo>
                <a:close/>
                <a:moveTo>
                  <a:pt x="2885218" y="3439001"/>
                </a:moveTo>
                <a:cubicBezTo>
                  <a:pt x="2885218" y="3439668"/>
                  <a:pt x="2884646" y="3440240"/>
                  <a:pt x="2883980" y="3440240"/>
                </a:cubicBezTo>
                <a:lnTo>
                  <a:pt x="2881789" y="3440240"/>
                </a:lnTo>
                <a:lnTo>
                  <a:pt x="2881789" y="3430048"/>
                </a:lnTo>
                <a:lnTo>
                  <a:pt x="2883980" y="3430048"/>
                </a:lnTo>
                <a:cubicBezTo>
                  <a:pt x="2884646" y="3430048"/>
                  <a:pt x="2885218" y="3430619"/>
                  <a:pt x="2885218" y="3431286"/>
                </a:cubicBezTo>
                <a:lnTo>
                  <a:pt x="2885218" y="3438906"/>
                </a:lnTo>
                <a:close/>
                <a:moveTo>
                  <a:pt x="2889980" y="3434429"/>
                </a:moveTo>
                <a:lnTo>
                  <a:pt x="2889980" y="3434429"/>
                </a:lnTo>
                <a:cubicBezTo>
                  <a:pt x="2889980" y="3434429"/>
                  <a:pt x="2891504" y="3434429"/>
                  <a:pt x="2891504" y="3434429"/>
                </a:cubicBezTo>
                <a:lnTo>
                  <a:pt x="2889980" y="3434429"/>
                </a:lnTo>
                <a:close/>
                <a:moveTo>
                  <a:pt x="3071432" y="3659124"/>
                </a:moveTo>
                <a:cubicBezTo>
                  <a:pt x="3069336" y="3661886"/>
                  <a:pt x="3065526" y="3662363"/>
                  <a:pt x="3062764" y="3660362"/>
                </a:cubicBezTo>
                <a:cubicBezTo>
                  <a:pt x="3061430" y="3659410"/>
                  <a:pt x="3060573" y="3657886"/>
                  <a:pt x="3060383" y="3656267"/>
                </a:cubicBezTo>
                <a:cubicBezTo>
                  <a:pt x="3060192" y="3654647"/>
                  <a:pt x="3060573" y="3653028"/>
                  <a:pt x="3061621" y="3651695"/>
                </a:cubicBezTo>
                <a:cubicBezTo>
                  <a:pt x="3062859" y="3650075"/>
                  <a:pt x="3064669" y="3649218"/>
                  <a:pt x="3066574" y="3649218"/>
                </a:cubicBezTo>
                <a:cubicBezTo>
                  <a:pt x="3067907" y="3649218"/>
                  <a:pt x="3069146" y="3649599"/>
                  <a:pt x="3070288" y="3650456"/>
                </a:cubicBezTo>
                <a:cubicBezTo>
                  <a:pt x="3071622" y="3651409"/>
                  <a:pt x="3072479" y="3652933"/>
                  <a:pt x="3072670" y="3654552"/>
                </a:cubicBezTo>
                <a:cubicBezTo>
                  <a:pt x="3072860" y="3656171"/>
                  <a:pt x="3072479" y="3657791"/>
                  <a:pt x="3071432" y="3659124"/>
                </a:cubicBezTo>
                <a:close/>
                <a:moveTo>
                  <a:pt x="2824829" y="3420999"/>
                </a:moveTo>
                <a:cubicBezTo>
                  <a:pt x="2821972" y="3422713"/>
                  <a:pt x="2819972" y="3425476"/>
                  <a:pt x="2819210" y="3428810"/>
                </a:cubicBezTo>
                <a:cubicBezTo>
                  <a:pt x="2817590" y="3435572"/>
                  <a:pt x="2821781" y="3442335"/>
                  <a:pt x="2828449" y="3443954"/>
                </a:cubicBezTo>
                <a:cubicBezTo>
                  <a:pt x="2829401" y="3444145"/>
                  <a:pt x="2830449" y="3444335"/>
                  <a:pt x="2831402" y="3444335"/>
                </a:cubicBezTo>
                <a:cubicBezTo>
                  <a:pt x="2833688" y="3444335"/>
                  <a:pt x="2835974" y="3443669"/>
                  <a:pt x="2837974" y="3442526"/>
                </a:cubicBezTo>
                <a:cubicBezTo>
                  <a:pt x="2840831" y="3440811"/>
                  <a:pt x="2842832" y="3438049"/>
                  <a:pt x="2843594" y="3434715"/>
                </a:cubicBezTo>
                <a:cubicBezTo>
                  <a:pt x="2845213" y="3427952"/>
                  <a:pt x="2841022" y="3421190"/>
                  <a:pt x="2834354" y="3419570"/>
                </a:cubicBezTo>
                <a:cubicBezTo>
                  <a:pt x="2834164" y="3419570"/>
                  <a:pt x="2833973" y="3419570"/>
                  <a:pt x="2833783" y="3419570"/>
                </a:cubicBezTo>
                <a:lnTo>
                  <a:pt x="2833783" y="3361944"/>
                </a:lnTo>
                <a:lnTo>
                  <a:pt x="2740057" y="3276124"/>
                </a:lnTo>
                <a:cubicBezTo>
                  <a:pt x="2740724" y="3274981"/>
                  <a:pt x="2741295" y="3273743"/>
                  <a:pt x="2741676" y="3272409"/>
                </a:cubicBezTo>
                <a:cubicBezTo>
                  <a:pt x="2742438" y="3269171"/>
                  <a:pt x="2741962" y="3265742"/>
                  <a:pt x="2740152" y="3262884"/>
                </a:cubicBezTo>
                <a:cubicBezTo>
                  <a:pt x="2738342" y="3260027"/>
                  <a:pt x="2735675" y="3258026"/>
                  <a:pt x="2732342" y="3257264"/>
                </a:cubicBezTo>
                <a:cubicBezTo>
                  <a:pt x="2729103" y="3256502"/>
                  <a:pt x="2725674" y="3256979"/>
                  <a:pt x="2722817" y="3258788"/>
                </a:cubicBezTo>
                <a:cubicBezTo>
                  <a:pt x="2719959" y="3260503"/>
                  <a:pt x="2717959" y="3263265"/>
                  <a:pt x="2717197" y="3266599"/>
                </a:cubicBezTo>
                <a:cubicBezTo>
                  <a:pt x="2716435" y="3269837"/>
                  <a:pt x="2716911" y="3273267"/>
                  <a:pt x="2718721" y="3276124"/>
                </a:cubicBezTo>
                <a:cubicBezTo>
                  <a:pt x="2720435" y="3278981"/>
                  <a:pt x="2723198" y="3280982"/>
                  <a:pt x="2726531" y="3281744"/>
                </a:cubicBezTo>
                <a:cubicBezTo>
                  <a:pt x="2727484" y="3281934"/>
                  <a:pt x="2728532" y="3282125"/>
                  <a:pt x="2729484" y="3282125"/>
                </a:cubicBezTo>
                <a:cubicBezTo>
                  <a:pt x="2732151" y="3282125"/>
                  <a:pt x="2734723" y="3281172"/>
                  <a:pt x="2736818" y="3279648"/>
                </a:cubicBezTo>
                <a:lnTo>
                  <a:pt x="2829020" y="3364135"/>
                </a:lnTo>
                <a:lnTo>
                  <a:pt x="2829020" y="3419666"/>
                </a:lnTo>
                <a:cubicBezTo>
                  <a:pt x="2827592" y="3419951"/>
                  <a:pt x="2826163" y="3420428"/>
                  <a:pt x="2824829" y="3421190"/>
                </a:cubicBezTo>
                <a:close/>
                <a:moveTo>
                  <a:pt x="2737104" y="3271171"/>
                </a:moveTo>
                <a:cubicBezTo>
                  <a:pt x="2736056" y="3275362"/>
                  <a:pt x="2731865" y="3277934"/>
                  <a:pt x="2727674" y="3276886"/>
                </a:cubicBezTo>
                <a:cubicBezTo>
                  <a:pt x="2725674" y="3276410"/>
                  <a:pt x="2723960" y="3275171"/>
                  <a:pt x="2722817" y="3273362"/>
                </a:cubicBezTo>
                <a:cubicBezTo>
                  <a:pt x="2721769" y="3271552"/>
                  <a:pt x="2721388" y="3269456"/>
                  <a:pt x="2721864" y="3267456"/>
                </a:cubicBezTo>
                <a:cubicBezTo>
                  <a:pt x="2722340" y="3265456"/>
                  <a:pt x="2723579" y="3263742"/>
                  <a:pt x="2725388" y="3262598"/>
                </a:cubicBezTo>
                <a:cubicBezTo>
                  <a:pt x="2726627" y="3261836"/>
                  <a:pt x="2728055" y="3261455"/>
                  <a:pt x="2729484" y="3261455"/>
                </a:cubicBezTo>
                <a:cubicBezTo>
                  <a:pt x="2730055" y="3261455"/>
                  <a:pt x="2730722" y="3261455"/>
                  <a:pt x="2731294" y="3261646"/>
                </a:cubicBezTo>
                <a:cubicBezTo>
                  <a:pt x="2733294" y="3262122"/>
                  <a:pt x="2735009" y="3263360"/>
                  <a:pt x="2736152" y="3265170"/>
                </a:cubicBezTo>
                <a:cubicBezTo>
                  <a:pt x="2737199" y="3266980"/>
                  <a:pt x="2737580" y="3269075"/>
                  <a:pt x="2737104" y="3271076"/>
                </a:cubicBezTo>
                <a:close/>
                <a:moveTo>
                  <a:pt x="2831402" y="3423952"/>
                </a:moveTo>
                <a:cubicBezTo>
                  <a:pt x="2831973" y="3423952"/>
                  <a:pt x="2832640" y="3423952"/>
                  <a:pt x="2833211" y="3424142"/>
                </a:cubicBezTo>
                <a:cubicBezTo>
                  <a:pt x="2837402" y="3425190"/>
                  <a:pt x="2839974" y="3429381"/>
                  <a:pt x="2838926" y="3433572"/>
                </a:cubicBezTo>
                <a:cubicBezTo>
                  <a:pt x="2838450" y="3435572"/>
                  <a:pt x="2837212" y="3437287"/>
                  <a:pt x="2835402" y="3438430"/>
                </a:cubicBezTo>
                <a:cubicBezTo>
                  <a:pt x="2833592" y="3439478"/>
                  <a:pt x="2831497" y="3439859"/>
                  <a:pt x="2829497" y="3439382"/>
                </a:cubicBezTo>
                <a:cubicBezTo>
                  <a:pt x="2825305" y="3438335"/>
                  <a:pt x="2822734" y="3434144"/>
                  <a:pt x="2823782" y="3429953"/>
                </a:cubicBezTo>
                <a:cubicBezTo>
                  <a:pt x="2824258" y="3427952"/>
                  <a:pt x="2825496" y="3426238"/>
                  <a:pt x="2827306" y="3425095"/>
                </a:cubicBezTo>
                <a:cubicBezTo>
                  <a:pt x="2828544" y="3424333"/>
                  <a:pt x="2829973" y="3423952"/>
                  <a:pt x="2831402" y="3423952"/>
                </a:cubicBezTo>
                <a:close/>
                <a:moveTo>
                  <a:pt x="2866263" y="3757136"/>
                </a:moveTo>
                <a:cubicBezTo>
                  <a:pt x="2868263" y="3758946"/>
                  <a:pt x="2870835" y="3759899"/>
                  <a:pt x="2873597" y="3759899"/>
                </a:cubicBezTo>
                <a:cubicBezTo>
                  <a:pt x="2873788" y="3759899"/>
                  <a:pt x="2873978" y="3759899"/>
                  <a:pt x="2874169" y="3759899"/>
                </a:cubicBezTo>
                <a:cubicBezTo>
                  <a:pt x="2877122" y="3759708"/>
                  <a:pt x="2879788" y="3758470"/>
                  <a:pt x="2881694" y="3756279"/>
                </a:cubicBezTo>
                <a:cubicBezTo>
                  <a:pt x="2885694" y="3751802"/>
                  <a:pt x="2885313" y="3744849"/>
                  <a:pt x="2880836" y="3740849"/>
                </a:cubicBezTo>
                <a:cubicBezTo>
                  <a:pt x="2878646" y="3738848"/>
                  <a:pt x="2875884" y="3737991"/>
                  <a:pt x="2872930" y="3738086"/>
                </a:cubicBezTo>
                <a:cubicBezTo>
                  <a:pt x="2870740" y="3738182"/>
                  <a:pt x="2868740" y="3739134"/>
                  <a:pt x="2867025" y="3740468"/>
                </a:cubicBezTo>
                <a:lnTo>
                  <a:pt x="2775680" y="3656267"/>
                </a:lnTo>
                <a:lnTo>
                  <a:pt x="2775680" y="3561779"/>
                </a:lnTo>
                <a:cubicBezTo>
                  <a:pt x="2779586" y="3560731"/>
                  <a:pt x="2782538" y="3557397"/>
                  <a:pt x="2782729" y="3553206"/>
                </a:cubicBezTo>
                <a:cubicBezTo>
                  <a:pt x="2783015" y="3547967"/>
                  <a:pt x="2778919" y="3543586"/>
                  <a:pt x="2773680" y="3543300"/>
                </a:cubicBezTo>
                <a:cubicBezTo>
                  <a:pt x="2768442" y="3543014"/>
                  <a:pt x="2764060" y="3547110"/>
                  <a:pt x="2763774" y="3552349"/>
                </a:cubicBezTo>
                <a:cubicBezTo>
                  <a:pt x="2763584" y="3556921"/>
                  <a:pt x="2766632" y="3560636"/>
                  <a:pt x="2770823" y="3561779"/>
                </a:cubicBezTo>
                <a:lnTo>
                  <a:pt x="2770823" y="3658362"/>
                </a:lnTo>
                <a:lnTo>
                  <a:pt x="2863787" y="3744182"/>
                </a:lnTo>
                <a:cubicBezTo>
                  <a:pt x="2862929" y="3745897"/>
                  <a:pt x="2862358" y="3747707"/>
                  <a:pt x="2862453" y="3749707"/>
                </a:cubicBezTo>
                <a:cubicBezTo>
                  <a:pt x="2862644" y="3752660"/>
                  <a:pt x="2863882" y="3755327"/>
                  <a:pt x="2866073" y="3757232"/>
                </a:cubicBezTo>
                <a:close/>
                <a:moveTo>
                  <a:pt x="2868930" y="3744849"/>
                </a:moveTo>
                <a:cubicBezTo>
                  <a:pt x="2870073" y="3743611"/>
                  <a:pt x="2871597" y="3742849"/>
                  <a:pt x="2873217" y="3742754"/>
                </a:cubicBezTo>
                <a:cubicBezTo>
                  <a:pt x="2873312" y="3742754"/>
                  <a:pt x="2873407" y="3742754"/>
                  <a:pt x="2873597" y="3742754"/>
                </a:cubicBezTo>
                <a:cubicBezTo>
                  <a:pt x="2875121" y="3742754"/>
                  <a:pt x="2876550" y="3743325"/>
                  <a:pt x="2877693" y="3744373"/>
                </a:cubicBezTo>
                <a:cubicBezTo>
                  <a:pt x="2880265" y="3746659"/>
                  <a:pt x="2880455" y="3750564"/>
                  <a:pt x="2878169" y="3753136"/>
                </a:cubicBezTo>
                <a:cubicBezTo>
                  <a:pt x="2877026" y="3754374"/>
                  <a:pt x="2875598" y="3755136"/>
                  <a:pt x="2873883" y="3755136"/>
                </a:cubicBezTo>
                <a:cubicBezTo>
                  <a:pt x="2872264" y="3755327"/>
                  <a:pt x="2870645" y="3754660"/>
                  <a:pt x="2869406" y="3753612"/>
                </a:cubicBezTo>
                <a:lnTo>
                  <a:pt x="2869406" y="3753612"/>
                </a:lnTo>
                <a:cubicBezTo>
                  <a:pt x="2868168" y="3752469"/>
                  <a:pt x="2867406" y="3750945"/>
                  <a:pt x="2867406" y="3749326"/>
                </a:cubicBezTo>
                <a:cubicBezTo>
                  <a:pt x="2867406" y="3747707"/>
                  <a:pt x="2867882" y="3746087"/>
                  <a:pt x="2868930" y="3744849"/>
                </a:cubicBezTo>
                <a:close/>
                <a:moveTo>
                  <a:pt x="932117" y="3099721"/>
                </a:moveTo>
                <a:lnTo>
                  <a:pt x="949738" y="3099721"/>
                </a:lnTo>
                <a:cubicBezTo>
                  <a:pt x="949738" y="3099721"/>
                  <a:pt x="949738" y="3104484"/>
                  <a:pt x="949738" y="3104484"/>
                </a:cubicBezTo>
                <a:lnTo>
                  <a:pt x="932117" y="3104484"/>
                </a:lnTo>
                <a:cubicBezTo>
                  <a:pt x="932117" y="3104484"/>
                  <a:pt x="932117" y="3099721"/>
                  <a:pt x="932117" y="3099721"/>
                </a:cubicBezTo>
                <a:close/>
                <a:moveTo>
                  <a:pt x="979075" y="3093434"/>
                </a:moveTo>
                <a:cubicBezTo>
                  <a:pt x="977741" y="3095244"/>
                  <a:pt x="976884" y="3097340"/>
                  <a:pt x="976598" y="3099530"/>
                </a:cubicBezTo>
                <a:lnTo>
                  <a:pt x="967359" y="3099530"/>
                </a:lnTo>
                <a:cubicBezTo>
                  <a:pt x="967359" y="3099530"/>
                  <a:pt x="967359" y="3104293"/>
                  <a:pt x="967359" y="3104293"/>
                </a:cubicBezTo>
                <a:lnTo>
                  <a:pt x="976598" y="3104293"/>
                </a:lnTo>
                <a:cubicBezTo>
                  <a:pt x="977265" y="3108008"/>
                  <a:pt x="979170" y="3111246"/>
                  <a:pt x="982218" y="3113437"/>
                </a:cubicBezTo>
                <a:cubicBezTo>
                  <a:pt x="988600" y="3118104"/>
                  <a:pt x="997553" y="3116771"/>
                  <a:pt x="1002221" y="3110389"/>
                </a:cubicBezTo>
                <a:cubicBezTo>
                  <a:pt x="1004126" y="3107817"/>
                  <a:pt x="1004983" y="3104864"/>
                  <a:pt x="1004983" y="3101912"/>
                </a:cubicBezTo>
                <a:cubicBezTo>
                  <a:pt x="1004983" y="3097530"/>
                  <a:pt x="1002983" y="3093149"/>
                  <a:pt x="999173" y="3090291"/>
                </a:cubicBezTo>
                <a:cubicBezTo>
                  <a:pt x="992791" y="3085624"/>
                  <a:pt x="983837" y="3086957"/>
                  <a:pt x="979170" y="3093339"/>
                </a:cubicBezTo>
                <a:close/>
                <a:moveTo>
                  <a:pt x="1000030" y="3108865"/>
                </a:moveTo>
                <a:cubicBezTo>
                  <a:pt x="998220" y="3111342"/>
                  <a:pt x="995458" y="3113056"/>
                  <a:pt x="992410" y="3113532"/>
                </a:cubicBezTo>
                <a:cubicBezTo>
                  <a:pt x="989362" y="3114009"/>
                  <a:pt x="986219" y="3113246"/>
                  <a:pt x="983742" y="3111437"/>
                </a:cubicBezTo>
                <a:cubicBezTo>
                  <a:pt x="981266" y="3109627"/>
                  <a:pt x="979551" y="3106865"/>
                  <a:pt x="979075" y="3103817"/>
                </a:cubicBezTo>
                <a:cubicBezTo>
                  <a:pt x="979075" y="3103245"/>
                  <a:pt x="978979" y="3102578"/>
                  <a:pt x="978979" y="3102007"/>
                </a:cubicBezTo>
                <a:cubicBezTo>
                  <a:pt x="978979" y="3099530"/>
                  <a:pt x="979742" y="3097149"/>
                  <a:pt x="981266" y="3095149"/>
                </a:cubicBezTo>
                <a:cubicBezTo>
                  <a:pt x="985076" y="3089910"/>
                  <a:pt x="992410" y="3088862"/>
                  <a:pt x="997649" y="3092672"/>
                </a:cubicBezTo>
                <a:cubicBezTo>
                  <a:pt x="1002792" y="3096482"/>
                  <a:pt x="1003935" y="3103817"/>
                  <a:pt x="1000125" y="3109055"/>
                </a:cubicBezTo>
                <a:close/>
                <a:moveTo>
                  <a:pt x="1369886" y="1516285"/>
                </a:moveTo>
                <a:cubicBezTo>
                  <a:pt x="1367123" y="1516285"/>
                  <a:pt x="1364837" y="1518571"/>
                  <a:pt x="1364837" y="1521333"/>
                </a:cubicBezTo>
                <a:lnTo>
                  <a:pt x="1364837" y="1534287"/>
                </a:lnTo>
                <a:cubicBezTo>
                  <a:pt x="1364837" y="1537049"/>
                  <a:pt x="1367123" y="1539335"/>
                  <a:pt x="1369886" y="1539335"/>
                </a:cubicBezTo>
                <a:lnTo>
                  <a:pt x="1382840" y="1539335"/>
                </a:lnTo>
                <a:cubicBezTo>
                  <a:pt x="1385602" y="1539335"/>
                  <a:pt x="1387888" y="1537049"/>
                  <a:pt x="1387888" y="1534287"/>
                </a:cubicBezTo>
                <a:lnTo>
                  <a:pt x="1387888" y="1521333"/>
                </a:lnTo>
                <a:cubicBezTo>
                  <a:pt x="1387888" y="1518571"/>
                  <a:pt x="1385602" y="1516285"/>
                  <a:pt x="1382840" y="1516285"/>
                </a:cubicBezTo>
                <a:lnTo>
                  <a:pt x="1369886" y="1516285"/>
                </a:lnTo>
                <a:close/>
                <a:moveTo>
                  <a:pt x="1383125" y="1534287"/>
                </a:moveTo>
                <a:cubicBezTo>
                  <a:pt x="1383125" y="1534287"/>
                  <a:pt x="1382935" y="1534573"/>
                  <a:pt x="1382840" y="1534573"/>
                </a:cubicBezTo>
                <a:lnTo>
                  <a:pt x="1369600" y="1534287"/>
                </a:lnTo>
                <a:lnTo>
                  <a:pt x="1369886" y="1521047"/>
                </a:lnTo>
                <a:lnTo>
                  <a:pt x="1383125" y="1521333"/>
                </a:lnTo>
                <a:lnTo>
                  <a:pt x="1383125" y="1534287"/>
                </a:lnTo>
                <a:close/>
                <a:moveTo>
                  <a:pt x="1352264" y="1518666"/>
                </a:moveTo>
                <a:cubicBezTo>
                  <a:pt x="1353788" y="1518666"/>
                  <a:pt x="1354931" y="1519904"/>
                  <a:pt x="1354931" y="1521333"/>
                </a:cubicBezTo>
                <a:lnTo>
                  <a:pt x="1354931" y="1534287"/>
                </a:lnTo>
                <a:cubicBezTo>
                  <a:pt x="1354931" y="1535811"/>
                  <a:pt x="1353693" y="1536954"/>
                  <a:pt x="1352264" y="1536954"/>
                </a:cubicBezTo>
                <a:lnTo>
                  <a:pt x="1339310" y="1536954"/>
                </a:lnTo>
                <a:cubicBezTo>
                  <a:pt x="1337786" y="1536954"/>
                  <a:pt x="1336643" y="1535716"/>
                  <a:pt x="1336643" y="1534287"/>
                </a:cubicBezTo>
                <a:lnTo>
                  <a:pt x="1336643" y="1521333"/>
                </a:lnTo>
                <a:cubicBezTo>
                  <a:pt x="1336643" y="1519809"/>
                  <a:pt x="1337882" y="1518666"/>
                  <a:pt x="1339310" y="1518666"/>
                </a:cubicBezTo>
                <a:lnTo>
                  <a:pt x="1352264" y="1518666"/>
                </a:lnTo>
                <a:close/>
                <a:moveTo>
                  <a:pt x="856488" y="1504474"/>
                </a:moveTo>
                <a:cubicBezTo>
                  <a:pt x="854964" y="1501807"/>
                  <a:pt x="852964" y="1498759"/>
                  <a:pt x="849440" y="1498092"/>
                </a:cubicBezTo>
                <a:lnTo>
                  <a:pt x="838200" y="1486853"/>
                </a:lnTo>
                <a:cubicBezTo>
                  <a:pt x="837152" y="1485805"/>
                  <a:pt x="835438" y="1485805"/>
                  <a:pt x="834390" y="1486853"/>
                </a:cubicBezTo>
                <a:lnTo>
                  <a:pt x="822960" y="1498282"/>
                </a:lnTo>
                <a:cubicBezTo>
                  <a:pt x="821912" y="1499330"/>
                  <a:pt x="821912" y="1501045"/>
                  <a:pt x="822960" y="1502093"/>
                </a:cubicBezTo>
                <a:lnTo>
                  <a:pt x="834390" y="1513523"/>
                </a:lnTo>
                <a:cubicBezTo>
                  <a:pt x="835438" y="1514570"/>
                  <a:pt x="837152" y="1514570"/>
                  <a:pt x="838200" y="1513523"/>
                </a:cubicBezTo>
                <a:lnTo>
                  <a:pt x="848963" y="1502759"/>
                </a:lnTo>
                <a:cubicBezTo>
                  <a:pt x="850106" y="1503140"/>
                  <a:pt x="851059" y="1504474"/>
                  <a:pt x="852392" y="1506855"/>
                </a:cubicBezTo>
                <a:cubicBezTo>
                  <a:pt x="854107" y="1509808"/>
                  <a:pt x="856202" y="1513523"/>
                  <a:pt x="860774" y="1513523"/>
                </a:cubicBezTo>
                <a:cubicBezTo>
                  <a:pt x="865346" y="1513523"/>
                  <a:pt x="867442" y="1509808"/>
                  <a:pt x="869156" y="1506855"/>
                </a:cubicBezTo>
                <a:cubicBezTo>
                  <a:pt x="870871" y="1503998"/>
                  <a:pt x="871823" y="1502569"/>
                  <a:pt x="873443" y="1502569"/>
                </a:cubicBezTo>
                <a:cubicBezTo>
                  <a:pt x="875062" y="1502569"/>
                  <a:pt x="876014" y="1503902"/>
                  <a:pt x="877729" y="1506855"/>
                </a:cubicBezTo>
                <a:cubicBezTo>
                  <a:pt x="879443" y="1509808"/>
                  <a:pt x="881539" y="1513523"/>
                  <a:pt x="886111" y="1513523"/>
                </a:cubicBezTo>
                <a:cubicBezTo>
                  <a:pt x="890683" y="1513523"/>
                  <a:pt x="892778" y="1509808"/>
                  <a:pt x="894493" y="1506855"/>
                </a:cubicBezTo>
                <a:cubicBezTo>
                  <a:pt x="896207" y="1503998"/>
                  <a:pt x="897160" y="1502569"/>
                  <a:pt x="898779" y="1502569"/>
                </a:cubicBezTo>
                <a:cubicBezTo>
                  <a:pt x="900398" y="1502569"/>
                  <a:pt x="901351" y="1503902"/>
                  <a:pt x="903065" y="1506855"/>
                </a:cubicBezTo>
                <a:cubicBezTo>
                  <a:pt x="904780" y="1509808"/>
                  <a:pt x="906875" y="1513523"/>
                  <a:pt x="911447" y="1513523"/>
                </a:cubicBezTo>
                <a:cubicBezTo>
                  <a:pt x="916019" y="1513523"/>
                  <a:pt x="918115" y="1509808"/>
                  <a:pt x="919829" y="1506855"/>
                </a:cubicBezTo>
                <a:cubicBezTo>
                  <a:pt x="921544" y="1503998"/>
                  <a:pt x="922496" y="1502569"/>
                  <a:pt x="924116" y="1502569"/>
                </a:cubicBezTo>
                <a:cubicBezTo>
                  <a:pt x="925735" y="1502569"/>
                  <a:pt x="926687" y="1503902"/>
                  <a:pt x="928402" y="1506855"/>
                </a:cubicBezTo>
                <a:cubicBezTo>
                  <a:pt x="930116" y="1509808"/>
                  <a:pt x="932212" y="1513523"/>
                  <a:pt x="936784" y="1513523"/>
                </a:cubicBezTo>
                <a:cubicBezTo>
                  <a:pt x="941356" y="1513523"/>
                  <a:pt x="943451" y="1509808"/>
                  <a:pt x="945166" y="1506855"/>
                </a:cubicBezTo>
                <a:cubicBezTo>
                  <a:pt x="946880" y="1503998"/>
                  <a:pt x="947833" y="1502569"/>
                  <a:pt x="949452" y="1502569"/>
                </a:cubicBezTo>
                <a:cubicBezTo>
                  <a:pt x="951071" y="1502569"/>
                  <a:pt x="952024" y="1503902"/>
                  <a:pt x="953738" y="1506855"/>
                </a:cubicBezTo>
                <a:cubicBezTo>
                  <a:pt x="955453" y="1509808"/>
                  <a:pt x="957548" y="1513523"/>
                  <a:pt x="962120" y="1513523"/>
                </a:cubicBezTo>
                <a:cubicBezTo>
                  <a:pt x="966692" y="1513523"/>
                  <a:pt x="968788" y="1509808"/>
                  <a:pt x="970502" y="1506855"/>
                </a:cubicBezTo>
                <a:cubicBezTo>
                  <a:pt x="972217" y="1503998"/>
                  <a:pt x="973169" y="1502569"/>
                  <a:pt x="974789" y="1502569"/>
                </a:cubicBezTo>
                <a:cubicBezTo>
                  <a:pt x="976408" y="1502569"/>
                  <a:pt x="977360" y="1503902"/>
                  <a:pt x="979075" y="1506855"/>
                </a:cubicBezTo>
                <a:cubicBezTo>
                  <a:pt x="980789" y="1509808"/>
                  <a:pt x="982885" y="1513523"/>
                  <a:pt x="987457" y="1513523"/>
                </a:cubicBezTo>
                <a:cubicBezTo>
                  <a:pt x="992029" y="1513523"/>
                  <a:pt x="994124" y="1509808"/>
                  <a:pt x="995839" y="1506855"/>
                </a:cubicBezTo>
                <a:cubicBezTo>
                  <a:pt x="997553" y="1503998"/>
                  <a:pt x="998506" y="1502569"/>
                  <a:pt x="1000125" y="1502569"/>
                </a:cubicBezTo>
                <a:cubicBezTo>
                  <a:pt x="1001744" y="1502569"/>
                  <a:pt x="1002697" y="1503902"/>
                  <a:pt x="1004411" y="1506855"/>
                </a:cubicBezTo>
                <a:cubicBezTo>
                  <a:pt x="1006126" y="1509808"/>
                  <a:pt x="1008221" y="1513523"/>
                  <a:pt x="1012793" y="1513523"/>
                </a:cubicBezTo>
                <a:cubicBezTo>
                  <a:pt x="1017365" y="1513523"/>
                  <a:pt x="1019461" y="1509808"/>
                  <a:pt x="1021175" y="1506950"/>
                </a:cubicBezTo>
                <a:cubicBezTo>
                  <a:pt x="1022890" y="1504093"/>
                  <a:pt x="1023842" y="1502664"/>
                  <a:pt x="1025462" y="1502664"/>
                </a:cubicBezTo>
                <a:cubicBezTo>
                  <a:pt x="1027081" y="1502664"/>
                  <a:pt x="1028033" y="1503998"/>
                  <a:pt x="1029748" y="1506950"/>
                </a:cubicBezTo>
                <a:cubicBezTo>
                  <a:pt x="1031462" y="1509903"/>
                  <a:pt x="1033558" y="1513618"/>
                  <a:pt x="1038130" y="1513618"/>
                </a:cubicBezTo>
                <a:cubicBezTo>
                  <a:pt x="1042702" y="1513618"/>
                  <a:pt x="1044797" y="1509903"/>
                  <a:pt x="1046512" y="1506950"/>
                </a:cubicBezTo>
                <a:cubicBezTo>
                  <a:pt x="1048226" y="1504093"/>
                  <a:pt x="1049179" y="1502664"/>
                  <a:pt x="1050798" y="1502664"/>
                </a:cubicBezTo>
                <a:cubicBezTo>
                  <a:pt x="1052417" y="1502664"/>
                  <a:pt x="1053370" y="1503998"/>
                  <a:pt x="1055084" y="1506950"/>
                </a:cubicBezTo>
                <a:cubicBezTo>
                  <a:pt x="1056799" y="1509903"/>
                  <a:pt x="1058894" y="1513523"/>
                  <a:pt x="1063466" y="1513523"/>
                </a:cubicBezTo>
                <a:cubicBezTo>
                  <a:pt x="1068038" y="1513523"/>
                  <a:pt x="1070134" y="1509808"/>
                  <a:pt x="1071848" y="1506950"/>
                </a:cubicBezTo>
                <a:cubicBezTo>
                  <a:pt x="1073563" y="1504093"/>
                  <a:pt x="1074515" y="1502664"/>
                  <a:pt x="1076135" y="1502664"/>
                </a:cubicBezTo>
                <a:cubicBezTo>
                  <a:pt x="1077754" y="1502664"/>
                  <a:pt x="1078706" y="1503998"/>
                  <a:pt x="1080421" y="1506950"/>
                </a:cubicBezTo>
                <a:cubicBezTo>
                  <a:pt x="1082135" y="1509903"/>
                  <a:pt x="1084326" y="1513618"/>
                  <a:pt x="1088803" y="1513618"/>
                </a:cubicBezTo>
                <a:cubicBezTo>
                  <a:pt x="1093280" y="1513618"/>
                  <a:pt x="1095470" y="1509903"/>
                  <a:pt x="1097185" y="1507046"/>
                </a:cubicBezTo>
                <a:cubicBezTo>
                  <a:pt x="1098899" y="1504188"/>
                  <a:pt x="1099852" y="1502759"/>
                  <a:pt x="1101471" y="1502759"/>
                </a:cubicBezTo>
                <a:cubicBezTo>
                  <a:pt x="1103090" y="1502759"/>
                  <a:pt x="1104043" y="1504093"/>
                  <a:pt x="1105757" y="1507046"/>
                </a:cubicBezTo>
                <a:cubicBezTo>
                  <a:pt x="1107281" y="1509713"/>
                  <a:pt x="1109282" y="1512856"/>
                  <a:pt x="1113092" y="1513427"/>
                </a:cubicBezTo>
                <a:lnTo>
                  <a:pt x="1113092" y="1513618"/>
                </a:lnTo>
                <a:cubicBezTo>
                  <a:pt x="1113092" y="1515713"/>
                  <a:pt x="1114806" y="1517428"/>
                  <a:pt x="1116902" y="1517428"/>
                </a:cubicBezTo>
                <a:lnTo>
                  <a:pt x="1136999" y="1517428"/>
                </a:lnTo>
                <a:cubicBezTo>
                  <a:pt x="1139095" y="1517428"/>
                  <a:pt x="1140809" y="1515713"/>
                  <a:pt x="1140809" y="1513618"/>
                </a:cubicBezTo>
                <a:lnTo>
                  <a:pt x="1140809" y="1511522"/>
                </a:lnTo>
                <a:lnTo>
                  <a:pt x="1317689" y="1511522"/>
                </a:lnTo>
                <a:lnTo>
                  <a:pt x="1384649" y="1449705"/>
                </a:lnTo>
                <a:lnTo>
                  <a:pt x="1404461" y="1449705"/>
                </a:lnTo>
                <a:lnTo>
                  <a:pt x="1404461" y="1518761"/>
                </a:lnTo>
                <a:lnTo>
                  <a:pt x="1400366" y="1518761"/>
                </a:lnTo>
                <a:cubicBezTo>
                  <a:pt x="1398842" y="1518761"/>
                  <a:pt x="1397699" y="1520000"/>
                  <a:pt x="1397699" y="1521428"/>
                </a:cubicBezTo>
                <a:lnTo>
                  <a:pt x="1397699" y="1534382"/>
                </a:lnTo>
                <a:cubicBezTo>
                  <a:pt x="1397699" y="1535906"/>
                  <a:pt x="1398937" y="1537049"/>
                  <a:pt x="1400366" y="1537049"/>
                </a:cubicBezTo>
                <a:lnTo>
                  <a:pt x="1413320" y="1537049"/>
                </a:lnTo>
                <a:cubicBezTo>
                  <a:pt x="1414844" y="1537049"/>
                  <a:pt x="1415987" y="1535811"/>
                  <a:pt x="1415987" y="1534382"/>
                </a:cubicBezTo>
                <a:lnTo>
                  <a:pt x="1415987" y="1521428"/>
                </a:lnTo>
                <a:cubicBezTo>
                  <a:pt x="1415987" y="1519904"/>
                  <a:pt x="1414748" y="1518761"/>
                  <a:pt x="1413320" y="1518761"/>
                </a:cubicBezTo>
                <a:lnTo>
                  <a:pt x="1409224" y="1518761"/>
                </a:lnTo>
                <a:lnTo>
                  <a:pt x="1409224" y="1444943"/>
                </a:lnTo>
                <a:lnTo>
                  <a:pt x="1382744" y="1444943"/>
                </a:lnTo>
                <a:lnTo>
                  <a:pt x="1315784" y="1506760"/>
                </a:lnTo>
                <a:lnTo>
                  <a:pt x="1140714" y="1506760"/>
                </a:lnTo>
                <a:lnTo>
                  <a:pt x="1140714" y="1504569"/>
                </a:lnTo>
                <a:cubicBezTo>
                  <a:pt x="1140714" y="1502474"/>
                  <a:pt x="1139000" y="1500759"/>
                  <a:pt x="1136904" y="1500759"/>
                </a:cubicBezTo>
                <a:lnTo>
                  <a:pt x="1116806" y="1500759"/>
                </a:lnTo>
                <a:cubicBezTo>
                  <a:pt x="1114711" y="1500759"/>
                  <a:pt x="1112996" y="1502474"/>
                  <a:pt x="1112996" y="1504569"/>
                </a:cubicBezTo>
                <a:lnTo>
                  <a:pt x="1112996" y="1508570"/>
                </a:lnTo>
                <a:cubicBezTo>
                  <a:pt x="1111949" y="1508093"/>
                  <a:pt x="1111091" y="1506760"/>
                  <a:pt x="1109853" y="1504569"/>
                </a:cubicBezTo>
                <a:cubicBezTo>
                  <a:pt x="1108139" y="1501616"/>
                  <a:pt x="1105948" y="1497997"/>
                  <a:pt x="1101471" y="1497997"/>
                </a:cubicBezTo>
                <a:cubicBezTo>
                  <a:pt x="1096994" y="1497997"/>
                  <a:pt x="1094804" y="1501712"/>
                  <a:pt x="1093089" y="1504569"/>
                </a:cubicBezTo>
                <a:cubicBezTo>
                  <a:pt x="1091375" y="1507427"/>
                  <a:pt x="1090422" y="1508855"/>
                  <a:pt x="1088803" y="1508855"/>
                </a:cubicBezTo>
                <a:cubicBezTo>
                  <a:pt x="1087184" y="1508855"/>
                  <a:pt x="1086231" y="1507522"/>
                  <a:pt x="1084517" y="1504569"/>
                </a:cubicBezTo>
                <a:cubicBezTo>
                  <a:pt x="1082802" y="1501616"/>
                  <a:pt x="1080707" y="1497997"/>
                  <a:pt x="1076135" y="1497997"/>
                </a:cubicBezTo>
                <a:cubicBezTo>
                  <a:pt x="1071563" y="1497997"/>
                  <a:pt x="1069467" y="1501712"/>
                  <a:pt x="1067753" y="1504664"/>
                </a:cubicBezTo>
                <a:cubicBezTo>
                  <a:pt x="1066038" y="1507522"/>
                  <a:pt x="1065086" y="1508951"/>
                  <a:pt x="1063466" y="1508951"/>
                </a:cubicBezTo>
                <a:cubicBezTo>
                  <a:pt x="1061847" y="1508951"/>
                  <a:pt x="1060895" y="1507617"/>
                  <a:pt x="1059180" y="1504664"/>
                </a:cubicBezTo>
                <a:cubicBezTo>
                  <a:pt x="1057466" y="1501712"/>
                  <a:pt x="1055275" y="1497997"/>
                  <a:pt x="1050798" y="1497997"/>
                </a:cubicBezTo>
                <a:cubicBezTo>
                  <a:pt x="1046321" y="1497997"/>
                  <a:pt x="1044131" y="1501712"/>
                  <a:pt x="1042416" y="1504664"/>
                </a:cubicBezTo>
                <a:cubicBezTo>
                  <a:pt x="1040702" y="1507522"/>
                  <a:pt x="1039749" y="1508951"/>
                  <a:pt x="1038130" y="1508951"/>
                </a:cubicBezTo>
                <a:cubicBezTo>
                  <a:pt x="1036511" y="1508951"/>
                  <a:pt x="1035558" y="1507617"/>
                  <a:pt x="1033844" y="1504664"/>
                </a:cubicBezTo>
                <a:cubicBezTo>
                  <a:pt x="1032129" y="1501712"/>
                  <a:pt x="1030034" y="1497997"/>
                  <a:pt x="1025462" y="1497997"/>
                </a:cubicBezTo>
                <a:cubicBezTo>
                  <a:pt x="1020890" y="1497997"/>
                  <a:pt x="1018794" y="1501712"/>
                  <a:pt x="1017079" y="1504664"/>
                </a:cubicBezTo>
                <a:cubicBezTo>
                  <a:pt x="1015365" y="1507522"/>
                  <a:pt x="1014413" y="1508951"/>
                  <a:pt x="1012793" y="1508951"/>
                </a:cubicBezTo>
                <a:cubicBezTo>
                  <a:pt x="1011174" y="1508951"/>
                  <a:pt x="1010222" y="1507617"/>
                  <a:pt x="1008507" y="1504664"/>
                </a:cubicBezTo>
                <a:cubicBezTo>
                  <a:pt x="1006793" y="1501712"/>
                  <a:pt x="1004697" y="1497997"/>
                  <a:pt x="1000125" y="1497997"/>
                </a:cubicBezTo>
                <a:cubicBezTo>
                  <a:pt x="995553" y="1497997"/>
                  <a:pt x="993458" y="1501712"/>
                  <a:pt x="991743" y="1504664"/>
                </a:cubicBezTo>
                <a:cubicBezTo>
                  <a:pt x="990029" y="1507522"/>
                  <a:pt x="989076" y="1508951"/>
                  <a:pt x="987457" y="1508951"/>
                </a:cubicBezTo>
                <a:cubicBezTo>
                  <a:pt x="985838" y="1508951"/>
                  <a:pt x="984885" y="1507617"/>
                  <a:pt x="983171" y="1504664"/>
                </a:cubicBezTo>
                <a:cubicBezTo>
                  <a:pt x="981456" y="1501712"/>
                  <a:pt x="979361" y="1497997"/>
                  <a:pt x="974789" y="1497997"/>
                </a:cubicBezTo>
                <a:cubicBezTo>
                  <a:pt x="970217" y="1497997"/>
                  <a:pt x="968121" y="1501712"/>
                  <a:pt x="966407" y="1504664"/>
                </a:cubicBezTo>
                <a:cubicBezTo>
                  <a:pt x="964692" y="1507522"/>
                  <a:pt x="963740" y="1508951"/>
                  <a:pt x="962120" y="1508951"/>
                </a:cubicBezTo>
                <a:cubicBezTo>
                  <a:pt x="960501" y="1508951"/>
                  <a:pt x="959549" y="1507617"/>
                  <a:pt x="957834" y="1504664"/>
                </a:cubicBezTo>
                <a:cubicBezTo>
                  <a:pt x="956120" y="1501712"/>
                  <a:pt x="954024" y="1497997"/>
                  <a:pt x="949452" y="1497997"/>
                </a:cubicBezTo>
                <a:cubicBezTo>
                  <a:pt x="944880" y="1497997"/>
                  <a:pt x="942785" y="1501712"/>
                  <a:pt x="941070" y="1504664"/>
                </a:cubicBezTo>
                <a:cubicBezTo>
                  <a:pt x="939356" y="1507522"/>
                  <a:pt x="938403" y="1508951"/>
                  <a:pt x="936784" y="1508951"/>
                </a:cubicBezTo>
                <a:cubicBezTo>
                  <a:pt x="935165" y="1508951"/>
                  <a:pt x="934212" y="1507617"/>
                  <a:pt x="932498" y="1504664"/>
                </a:cubicBezTo>
                <a:cubicBezTo>
                  <a:pt x="930783" y="1501712"/>
                  <a:pt x="928688" y="1497997"/>
                  <a:pt x="924116" y="1497997"/>
                </a:cubicBezTo>
                <a:cubicBezTo>
                  <a:pt x="919544" y="1497997"/>
                  <a:pt x="917448" y="1501712"/>
                  <a:pt x="915734" y="1504664"/>
                </a:cubicBezTo>
                <a:cubicBezTo>
                  <a:pt x="914019" y="1507522"/>
                  <a:pt x="913067" y="1508951"/>
                  <a:pt x="911447" y="1508951"/>
                </a:cubicBezTo>
                <a:cubicBezTo>
                  <a:pt x="909828" y="1508951"/>
                  <a:pt x="908876" y="1507617"/>
                  <a:pt x="907161" y="1504664"/>
                </a:cubicBezTo>
                <a:cubicBezTo>
                  <a:pt x="905447" y="1501712"/>
                  <a:pt x="903351" y="1497997"/>
                  <a:pt x="898779" y="1497997"/>
                </a:cubicBezTo>
                <a:cubicBezTo>
                  <a:pt x="894207" y="1497997"/>
                  <a:pt x="892112" y="1501712"/>
                  <a:pt x="890397" y="1504664"/>
                </a:cubicBezTo>
                <a:cubicBezTo>
                  <a:pt x="888683" y="1507522"/>
                  <a:pt x="887730" y="1508951"/>
                  <a:pt x="886111" y="1508951"/>
                </a:cubicBezTo>
                <a:cubicBezTo>
                  <a:pt x="884492" y="1508951"/>
                  <a:pt x="883539" y="1507617"/>
                  <a:pt x="881825" y="1504664"/>
                </a:cubicBezTo>
                <a:cubicBezTo>
                  <a:pt x="880110" y="1501712"/>
                  <a:pt x="878015" y="1497997"/>
                  <a:pt x="873443" y="1497997"/>
                </a:cubicBezTo>
                <a:cubicBezTo>
                  <a:pt x="868871" y="1497997"/>
                  <a:pt x="866775" y="1501712"/>
                  <a:pt x="865061" y="1504664"/>
                </a:cubicBezTo>
                <a:cubicBezTo>
                  <a:pt x="863346" y="1507522"/>
                  <a:pt x="862394" y="1508951"/>
                  <a:pt x="860774" y="1508951"/>
                </a:cubicBezTo>
                <a:cubicBezTo>
                  <a:pt x="859155" y="1508951"/>
                  <a:pt x="858202" y="1507617"/>
                  <a:pt x="856488" y="1504664"/>
                </a:cubicBezTo>
                <a:close/>
                <a:moveTo>
                  <a:pt x="1135952" y="1505426"/>
                </a:moveTo>
                <a:lnTo>
                  <a:pt x="1135952" y="1512570"/>
                </a:lnTo>
                <a:lnTo>
                  <a:pt x="1129475" y="1512570"/>
                </a:lnTo>
                <a:lnTo>
                  <a:pt x="1126522" y="1510284"/>
                </a:lnTo>
                <a:lnTo>
                  <a:pt x="1130046" y="1507903"/>
                </a:lnTo>
                <a:cubicBezTo>
                  <a:pt x="1130046" y="1507903"/>
                  <a:pt x="1130522" y="1507331"/>
                  <a:pt x="1130522" y="1506950"/>
                </a:cubicBezTo>
                <a:cubicBezTo>
                  <a:pt x="1130522" y="1506569"/>
                  <a:pt x="1130332" y="1506188"/>
                  <a:pt x="1130046" y="1505998"/>
                </a:cubicBezTo>
                <a:lnTo>
                  <a:pt x="1129379" y="1505522"/>
                </a:lnTo>
                <a:lnTo>
                  <a:pt x="1135856" y="1505522"/>
                </a:lnTo>
                <a:close/>
                <a:moveTo>
                  <a:pt x="1117759" y="1505426"/>
                </a:moveTo>
                <a:lnTo>
                  <a:pt x="1125665" y="1505426"/>
                </a:lnTo>
                <a:lnTo>
                  <a:pt x="1127379" y="1506760"/>
                </a:lnTo>
                <a:lnTo>
                  <a:pt x="1123855" y="1509141"/>
                </a:lnTo>
                <a:cubicBezTo>
                  <a:pt x="1123855" y="1509141"/>
                  <a:pt x="1123379" y="1509713"/>
                  <a:pt x="1123379" y="1510094"/>
                </a:cubicBezTo>
                <a:cubicBezTo>
                  <a:pt x="1123379" y="1510475"/>
                  <a:pt x="1123569" y="1510856"/>
                  <a:pt x="1123855" y="1511046"/>
                </a:cubicBezTo>
                <a:lnTo>
                  <a:pt x="1125760" y="1512475"/>
                </a:lnTo>
                <a:lnTo>
                  <a:pt x="1117854" y="1512475"/>
                </a:lnTo>
                <a:lnTo>
                  <a:pt x="1117854" y="1505331"/>
                </a:lnTo>
                <a:close/>
                <a:moveTo>
                  <a:pt x="997649" y="3101912"/>
                </a:moveTo>
                <a:cubicBezTo>
                  <a:pt x="997649" y="3105817"/>
                  <a:pt x="994505" y="3108960"/>
                  <a:pt x="990600" y="3108960"/>
                </a:cubicBezTo>
                <a:cubicBezTo>
                  <a:pt x="986695" y="3108960"/>
                  <a:pt x="983552" y="3105817"/>
                  <a:pt x="983552" y="3101912"/>
                </a:cubicBezTo>
                <a:cubicBezTo>
                  <a:pt x="983552" y="3098006"/>
                  <a:pt x="986695" y="3094863"/>
                  <a:pt x="990600" y="3094863"/>
                </a:cubicBezTo>
                <a:cubicBezTo>
                  <a:pt x="994505" y="3094863"/>
                  <a:pt x="997649" y="3098006"/>
                  <a:pt x="997649" y="3101912"/>
                </a:cubicBezTo>
                <a:close/>
                <a:moveTo>
                  <a:pt x="2311432" y="2534507"/>
                </a:moveTo>
                <a:lnTo>
                  <a:pt x="2304574" y="2527935"/>
                </a:lnTo>
                <a:lnTo>
                  <a:pt x="2307812" y="2524506"/>
                </a:lnTo>
                <a:lnTo>
                  <a:pt x="2314670" y="2531078"/>
                </a:lnTo>
                <a:lnTo>
                  <a:pt x="2311432" y="2534507"/>
                </a:lnTo>
                <a:close/>
                <a:moveTo>
                  <a:pt x="2143125" y="3353657"/>
                </a:moveTo>
                <a:lnTo>
                  <a:pt x="2138363" y="3353657"/>
                </a:lnTo>
                <a:lnTo>
                  <a:pt x="2138363" y="3336608"/>
                </a:lnTo>
                <a:lnTo>
                  <a:pt x="2143125" y="3336608"/>
                </a:lnTo>
                <a:lnTo>
                  <a:pt x="2143125" y="3353657"/>
                </a:lnTo>
                <a:close/>
                <a:moveTo>
                  <a:pt x="2274856" y="2557939"/>
                </a:moveTo>
                <a:lnTo>
                  <a:pt x="2261426" y="2545175"/>
                </a:lnTo>
                <a:lnTo>
                  <a:pt x="2264664" y="2541746"/>
                </a:lnTo>
                <a:lnTo>
                  <a:pt x="2278094" y="2554510"/>
                </a:lnTo>
                <a:lnTo>
                  <a:pt x="2274856" y="2557939"/>
                </a:lnTo>
                <a:close/>
                <a:moveTo>
                  <a:pt x="2247900" y="2532317"/>
                </a:moveTo>
                <a:lnTo>
                  <a:pt x="2234470" y="2519553"/>
                </a:lnTo>
                <a:lnTo>
                  <a:pt x="2237708" y="2516124"/>
                </a:lnTo>
                <a:lnTo>
                  <a:pt x="2251139" y="2528888"/>
                </a:lnTo>
                <a:lnTo>
                  <a:pt x="2247900" y="2532317"/>
                </a:lnTo>
                <a:close/>
                <a:moveTo>
                  <a:pt x="2240852" y="2467261"/>
                </a:moveTo>
                <a:lnTo>
                  <a:pt x="2228088" y="2455164"/>
                </a:lnTo>
                <a:lnTo>
                  <a:pt x="2231327" y="2451735"/>
                </a:lnTo>
                <a:lnTo>
                  <a:pt x="2244090" y="2463832"/>
                </a:lnTo>
                <a:lnTo>
                  <a:pt x="2240852" y="2467261"/>
                </a:lnTo>
                <a:close/>
                <a:moveTo>
                  <a:pt x="2266283" y="2491454"/>
                </a:moveTo>
                <a:lnTo>
                  <a:pt x="2253520" y="2479358"/>
                </a:lnTo>
                <a:lnTo>
                  <a:pt x="2256758" y="2475929"/>
                </a:lnTo>
                <a:lnTo>
                  <a:pt x="2269522" y="2488025"/>
                </a:lnTo>
                <a:lnTo>
                  <a:pt x="2266283" y="2491454"/>
                </a:lnTo>
                <a:close/>
                <a:moveTo>
                  <a:pt x="2301716" y="2583466"/>
                </a:moveTo>
                <a:lnTo>
                  <a:pt x="2288286" y="2570702"/>
                </a:lnTo>
                <a:lnTo>
                  <a:pt x="2291525" y="2567273"/>
                </a:lnTo>
                <a:lnTo>
                  <a:pt x="2304955" y="2580037"/>
                </a:lnTo>
                <a:lnTo>
                  <a:pt x="2301716" y="2583466"/>
                </a:lnTo>
                <a:close/>
                <a:moveTo>
                  <a:pt x="2269141" y="1871472"/>
                </a:moveTo>
                <a:cubicBezTo>
                  <a:pt x="2262759" y="1871472"/>
                  <a:pt x="2257520" y="1866233"/>
                  <a:pt x="2257520" y="1859852"/>
                </a:cubicBezTo>
                <a:cubicBezTo>
                  <a:pt x="2257520" y="1853470"/>
                  <a:pt x="2262759" y="1848231"/>
                  <a:pt x="2269141" y="1848231"/>
                </a:cubicBezTo>
                <a:cubicBezTo>
                  <a:pt x="2275523" y="1848231"/>
                  <a:pt x="2280761" y="1853470"/>
                  <a:pt x="2280761" y="1859852"/>
                </a:cubicBezTo>
                <a:cubicBezTo>
                  <a:pt x="2280761" y="1866233"/>
                  <a:pt x="2275523" y="1871472"/>
                  <a:pt x="2269141" y="1871472"/>
                </a:cubicBezTo>
                <a:close/>
                <a:moveTo>
                  <a:pt x="2689670" y="2622518"/>
                </a:moveTo>
                <a:lnTo>
                  <a:pt x="2689670" y="2614994"/>
                </a:lnTo>
                <a:lnTo>
                  <a:pt x="2534507" y="2614803"/>
                </a:lnTo>
                <a:lnTo>
                  <a:pt x="2514029" y="2598134"/>
                </a:lnTo>
                <a:lnTo>
                  <a:pt x="2380488" y="2597944"/>
                </a:lnTo>
                <a:lnTo>
                  <a:pt x="2319719" y="2540984"/>
                </a:lnTo>
                <a:lnTo>
                  <a:pt x="2322957" y="2537555"/>
                </a:lnTo>
                <a:lnTo>
                  <a:pt x="2382393" y="2593277"/>
                </a:lnTo>
                <a:lnTo>
                  <a:pt x="2515743" y="2593467"/>
                </a:lnTo>
                <a:lnTo>
                  <a:pt x="2536222" y="2610136"/>
                </a:lnTo>
                <a:lnTo>
                  <a:pt x="2689670" y="2610326"/>
                </a:lnTo>
                <a:lnTo>
                  <a:pt x="2689670" y="2602516"/>
                </a:lnTo>
                <a:cubicBezTo>
                  <a:pt x="2689670" y="2599182"/>
                  <a:pt x="2692337" y="2596515"/>
                  <a:pt x="2695670" y="2596515"/>
                </a:cubicBezTo>
                <a:lnTo>
                  <a:pt x="2715768" y="2596515"/>
                </a:lnTo>
                <a:cubicBezTo>
                  <a:pt x="2719102" y="2596515"/>
                  <a:pt x="2721769" y="2599182"/>
                  <a:pt x="2721769" y="2602516"/>
                </a:cubicBezTo>
                <a:lnTo>
                  <a:pt x="2721769" y="2622613"/>
                </a:lnTo>
                <a:cubicBezTo>
                  <a:pt x="2721769" y="2625947"/>
                  <a:pt x="2719102" y="2628614"/>
                  <a:pt x="2715768" y="2628614"/>
                </a:cubicBezTo>
                <a:lnTo>
                  <a:pt x="2695670" y="2628614"/>
                </a:lnTo>
                <a:cubicBezTo>
                  <a:pt x="2692337" y="2628614"/>
                  <a:pt x="2689670" y="2625947"/>
                  <a:pt x="2689670" y="2622613"/>
                </a:cubicBezTo>
                <a:close/>
                <a:moveTo>
                  <a:pt x="2721674" y="2545366"/>
                </a:moveTo>
                <a:cubicBezTo>
                  <a:pt x="2721674" y="2542032"/>
                  <a:pt x="2719007" y="2539365"/>
                  <a:pt x="2715673" y="2539365"/>
                </a:cubicBezTo>
                <a:lnTo>
                  <a:pt x="2695575" y="2539365"/>
                </a:lnTo>
                <a:cubicBezTo>
                  <a:pt x="2692242" y="2539365"/>
                  <a:pt x="2689574" y="2542032"/>
                  <a:pt x="2689574" y="2545366"/>
                </a:cubicBezTo>
                <a:lnTo>
                  <a:pt x="2689574" y="2552129"/>
                </a:lnTo>
                <a:lnTo>
                  <a:pt x="2584133" y="2552605"/>
                </a:lnTo>
                <a:lnTo>
                  <a:pt x="2565368" y="2565654"/>
                </a:lnTo>
                <a:lnTo>
                  <a:pt x="2498027" y="2566130"/>
                </a:lnTo>
                <a:lnTo>
                  <a:pt x="2466404" y="2536984"/>
                </a:lnTo>
                <a:lnTo>
                  <a:pt x="2390775" y="2535841"/>
                </a:lnTo>
                <a:lnTo>
                  <a:pt x="2220563" y="2378774"/>
                </a:lnTo>
                <a:lnTo>
                  <a:pt x="2220563" y="2278475"/>
                </a:lnTo>
                <a:lnTo>
                  <a:pt x="2222278" y="2278475"/>
                </a:lnTo>
                <a:cubicBezTo>
                  <a:pt x="2225040" y="2278475"/>
                  <a:pt x="2227326" y="2276189"/>
                  <a:pt x="2227326" y="2273427"/>
                </a:cubicBezTo>
                <a:lnTo>
                  <a:pt x="2227326" y="2260473"/>
                </a:lnTo>
                <a:cubicBezTo>
                  <a:pt x="2227326" y="2257711"/>
                  <a:pt x="2225040" y="2255425"/>
                  <a:pt x="2222278" y="2255425"/>
                </a:cubicBezTo>
                <a:lnTo>
                  <a:pt x="2220563" y="2255425"/>
                </a:lnTo>
                <a:lnTo>
                  <a:pt x="2220563" y="2183606"/>
                </a:lnTo>
                <a:lnTo>
                  <a:pt x="2272570" y="2123313"/>
                </a:lnTo>
                <a:lnTo>
                  <a:pt x="2272570" y="1871472"/>
                </a:lnTo>
                <a:lnTo>
                  <a:pt x="2265426" y="1871472"/>
                </a:lnTo>
                <a:lnTo>
                  <a:pt x="2265426" y="2120646"/>
                </a:lnTo>
                <a:lnTo>
                  <a:pt x="2213420" y="2180939"/>
                </a:lnTo>
                <a:lnTo>
                  <a:pt x="2213420" y="2255425"/>
                </a:lnTo>
                <a:lnTo>
                  <a:pt x="2209324" y="2255425"/>
                </a:lnTo>
                <a:cubicBezTo>
                  <a:pt x="2206562" y="2255425"/>
                  <a:pt x="2204276" y="2257711"/>
                  <a:pt x="2204276" y="2260473"/>
                </a:cubicBezTo>
                <a:lnTo>
                  <a:pt x="2204276" y="2273427"/>
                </a:lnTo>
                <a:cubicBezTo>
                  <a:pt x="2204276" y="2276189"/>
                  <a:pt x="2206562" y="2278475"/>
                  <a:pt x="2209324" y="2278475"/>
                </a:cubicBezTo>
                <a:lnTo>
                  <a:pt x="2213420" y="2278475"/>
                </a:lnTo>
                <a:lnTo>
                  <a:pt x="2213420" y="2381917"/>
                </a:lnTo>
                <a:lnTo>
                  <a:pt x="2387918" y="2542985"/>
                </a:lnTo>
                <a:lnTo>
                  <a:pt x="2463546" y="2544128"/>
                </a:lnTo>
                <a:lnTo>
                  <a:pt x="2495169" y="2573369"/>
                </a:lnTo>
                <a:lnTo>
                  <a:pt x="2567464" y="2572798"/>
                </a:lnTo>
                <a:lnTo>
                  <a:pt x="2586228" y="2559749"/>
                </a:lnTo>
                <a:lnTo>
                  <a:pt x="2689384" y="2559272"/>
                </a:lnTo>
                <a:lnTo>
                  <a:pt x="2689384" y="2565368"/>
                </a:lnTo>
                <a:cubicBezTo>
                  <a:pt x="2689384" y="2568702"/>
                  <a:pt x="2692051" y="2571369"/>
                  <a:pt x="2695385" y="2571369"/>
                </a:cubicBezTo>
                <a:lnTo>
                  <a:pt x="2715482" y="2571369"/>
                </a:lnTo>
                <a:cubicBezTo>
                  <a:pt x="2718816" y="2571369"/>
                  <a:pt x="2721483" y="2568702"/>
                  <a:pt x="2721483" y="2565368"/>
                </a:cubicBezTo>
                <a:lnTo>
                  <a:pt x="2721483" y="2545271"/>
                </a:lnTo>
                <a:close/>
                <a:moveTo>
                  <a:pt x="2209133" y="2273427"/>
                </a:moveTo>
                <a:lnTo>
                  <a:pt x="2209419" y="2260187"/>
                </a:lnTo>
                <a:lnTo>
                  <a:pt x="2222659" y="2260473"/>
                </a:lnTo>
                <a:lnTo>
                  <a:pt x="2222659" y="2273427"/>
                </a:lnTo>
                <a:cubicBezTo>
                  <a:pt x="2222659" y="2273427"/>
                  <a:pt x="2222468" y="2273713"/>
                  <a:pt x="2222373" y="2273713"/>
                </a:cubicBezTo>
                <a:lnTo>
                  <a:pt x="2209133" y="2273427"/>
                </a:lnTo>
                <a:close/>
                <a:moveTo>
                  <a:pt x="2817876" y="928973"/>
                </a:moveTo>
                <a:cubicBezTo>
                  <a:pt x="2817019" y="921829"/>
                  <a:pt x="2822067" y="915352"/>
                  <a:pt x="2829211" y="914400"/>
                </a:cubicBezTo>
                <a:cubicBezTo>
                  <a:pt x="2836355" y="913543"/>
                  <a:pt x="2842832" y="918591"/>
                  <a:pt x="2843784" y="925735"/>
                </a:cubicBezTo>
                <a:cubicBezTo>
                  <a:pt x="2844642" y="932879"/>
                  <a:pt x="2839593" y="939356"/>
                  <a:pt x="2832449" y="940308"/>
                </a:cubicBezTo>
                <a:cubicBezTo>
                  <a:pt x="2825305" y="941165"/>
                  <a:pt x="2818829" y="936117"/>
                  <a:pt x="2817876" y="928973"/>
                </a:cubicBezTo>
                <a:close/>
                <a:moveTo>
                  <a:pt x="2742914" y="2582894"/>
                </a:moveTo>
                <a:cubicBezTo>
                  <a:pt x="2742914" y="2586228"/>
                  <a:pt x="2745677" y="2588990"/>
                  <a:pt x="2749010" y="2588990"/>
                </a:cubicBezTo>
                <a:cubicBezTo>
                  <a:pt x="2752344" y="2588990"/>
                  <a:pt x="2755106" y="2586228"/>
                  <a:pt x="2755106" y="2582894"/>
                </a:cubicBezTo>
                <a:cubicBezTo>
                  <a:pt x="2755106" y="2579942"/>
                  <a:pt x="2753011" y="2577655"/>
                  <a:pt x="2750249" y="2577084"/>
                </a:cubicBezTo>
                <a:lnTo>
                  <a:pt x="2750630" y="2540222"/>
                </a:lnTo>
                <a:lnTo>
                  <a:pt x="2736818" y="2521744"/>
                </a:lnTo>
                <a:lnTo>
                  <a:pt x="2736247" y="2410587"/>
                </a:lnTo>
                <a:lnTo>
                  <a:pt x="2755678" y="2388394"/>
                </a:lnTo>
                <a:lnTo>
                  <a:pt x="2813780" y="2388394"/>
                </a:lnTo>
                <a:cubicBezTo>
                  <a:pt x="2814066" y="2389823"/>
                  <a:pt x="2814542" y="2391251"/>
                  <a:pt x="2815685" y="2392299"/>
                </a:cubicBezTo>
                <a:cubicBezTo>
                  <a:pt x="2817114" y="2393728"/>
                  <a:pt x="2818924" y="2394395"/>
                  <a:pt x="2820829" y="2394395"/>
                </a:cubicBezTo>
                <a:cubicBezTo>
                  <a:pt x="2822734" y="2394395"/>
                  <a:pt x="2824544" y="2393728"/>
                  <a:pt x="2825972" y="2392299"/>
                </a:cubicBezTo>
                <a:cubicBezTo>
                  <a:pt x="2828830" y="2389442"/>
                  <a:pt x="2828830" y="2384870"/>
                  <a:pt x="2825972" y="2382107"/>
                </a:cubicBezTo>
                <a:cubicBezTo>
                  <a:pt x="2823115" y="2379250"/>
                  <a:pt x="2818543" y="2379345"/>
                  <a:pt x="2815780" y="2382107"/>
                </a:cubicBezTo>
                <a:cubicBezTo>
                  <a:pt x="2814638" y="2383250"/>
                  <a:pt x="2814161" y="2384584"/>
                  <a:pt x="2813876" y="2386013"/>
                </a:cubicBezTo>
                <a:lnTo>
                  <a:pt x="2754725" y="2386013"/>
                </a:lnTo>
                <a:lnTo>
                  <a:pt x="2734342" y="2409349"/>
                </a:lnTo>
                <a:lnTo>
                  <a:pt x="2734056" y="2409730"/>
                </a:lnTo>
                <a:lnTo>
                  <a:pt x="2734628" y="2522220"/>
                </a:lnTo>
                <a:lnTo>
                  <a:pt x="2734628" y="2522601"/>
                </a:lnTo>
                <a:lnTo>
                  <a:pt x="2748439" y="2541080"/>
                </a:lnTo>
                <a:lnTo>
                  <a:pt x="2748058" y="2577084"/>
                </a:lnTo>
                <a:cubicBezTo>
                  <a:pt x="2745296" y="2577655"/>
                  <a:pt x="2743105" y="2579942"/>
                  <a:pt x="2743105" y="2582894"/>
                </a:cubicBezTo>
                <a:close/>
                <a:moveTo>
                  <a:pt x="2815876" y="2386584"/>
                </a:moveTo>
                <a:cubicBezTo>
                  <a:pt x="2815971" y="2385536"/>
                  <a:pt x="2816352" y="2384489"/>
                  <a:pt x="2817209" y="2383727"/>
                </a:cubicBezTo>
                <a:cubicBezTo>
                  <a:pt x="2818162" y="2382774"/>
                  <a:pt x="2819400" y="2382298"/>
                  <a:pt x="2820638" y="2382298"/>
                </a:cubicBezTo>
                <a:cubicBezTo>
                  <a:pt x="2821877" y="2382298"/>
                  <a:pt x="2823115" y="2382774"/>
                  <a:pt x="2824067" y="2383727"/>
                </a:cubicBezTo>
                <a:cubicBezTo>
                  <a:pt x="2825972" y="2385632"/>
                  <a:pt x="2825972" y="2388680"/>
                  <a:pt x="2824067" y="2390585"/>
                </a:cubicBezTo>
                <a:cubicBezTo>
                  <a:pt x="2822162" y="2392490"/>
                  <a:pt x="2819114" y="2392490"/>
                  <a:pt x="2817209" y="2390585"/>
                </a:cubicBezTo>
                <a:cubicBezTo>
                  <a:pt x="2816447" y="2389823"/>
                  <a:pt x="2815971" y="2388775"/>
                  <a:pt x="2815876" y="2387727"/>
                </a:cubicBezTo>
                <a:lnTo>
                  <a:pt x="2815876" y="2386679"/>
                </a:lnTo>
                <a:close/>
                <a:moveTo>
                  <a:pt x="2141696" y="2657285"/>
                </a:moveTo>
                <a:lnTo>
                  <a:pt x="2138458" y="2660809"/>
                </a:lnTo>
                <a:lnTo>
                  <a:pt x="2124456" y="2647950"/>
                </a:lnTo>
                <a:lnTo>
                  <a:pt x="2127695" y="2644426"/>
                </a:lnTo>
                <a:lnTo>
                  <a:pt x="2141696" y="2657285"/>
                </a:lnTo>
                <a:close/>
                <a:moveTo>
                  <a:pt x="2836069" y="2600325"/>
                </a:moveTo>
                <a:lnTo>
                  <a:pt x="2850356" y="2613851"/>
                </a:lnTo>
                <a:lnTo>
                  <a:pt x="2965037" y="2613851"/>
                </a:lnTo>
                <a:cubicBezTo>
                  <a:pt x="2965037" y="2613851"/>
                  <a:pt x="2987135" y="2588514"/>
                  <a:pt x="2987135" y="2588514"/>
                </a:cubicBezTo>
                <a:lnTo>
                  <a:pt x="2987135" y="2451830"/>
                </a:lnTo>
                <a:cubicBezTo>
                  <a:pt x="2990660" y="2450783"/>
                  <a:pt x="2993231" y="2447639"/>
                  <a:pt x="2993231" y="2443829"/>
                </a:cubicBezTo>
                <a:cubicBezTo>
                  <a:pt x="2993231" y="2439162"/>
                  <a:pt x="2989421" y="2435352"/>
                  <a:pt x="2984754" y="2435352"/>
                </a:cubicBezTo>
                <a:cubicBezTo>
                  <a:pt x="2980087" y="2435352"/>
                  <a:pt x="2976277" y="2439162"/>
                  <a:pt x="2976277" y="2443829"/>
                </a:cubicBezTo>
                <a:cubicBezTo>
                  <a:pt x="2976277" y="2447639"/>
                  <a:pt x="2978849" y="2450783"/>
                  <a:pt x="2982373" y="2451830"/>
                </a:cubicBezTo>
                <a:lnTo>
                  <a:pt x="2982373" y="2586704"/>
                </a:lnTo>
                <a:lnTo>
                  <a:pt x="2962847" y="2608898"/>
                </a:lnTo>
                <a:lnTo>
                  <a:pt x="2852261" y="2608898"/>
                </a:lnTo>
                <a:cubicBezTo>
                  <a:pt x="2852261" y="2608898"/>
                  <a:pt x="2837974" y="2595467"/>
                  <a:pt x="2837974" y="2595467"/>
                </a:cubicBezTo>
                <a:lnTo>
                  <a:pt x="2768918" y="2595467"/>
                </a:lnTo>
                <a:lnTo>
                  <a:pt x="2757678" y="2604897"/>
                </a:lnTo>
                <a:cubicBezTo>
                  <a:pt x="2756249" y="2603754"/>
                  <a:pt x="2754440" y="2602897"/>
                  <a:pt x="2752439" y="2602897"/>
                </a:cubicBezTo>
                <a:cubicBezTo>
                  <a:pt x="2747772" y="2602897"/>
                  <a:pt x="2743962" y="2606707"/>
                  <a:pt x="2743962" y="2611374"/>
                </a:cubicBezTo>
                <a:cubicBezTo>
                  <a:pt x="2743962" y="2616042"/>
                  <a:pt x="2747772" y="2619851"/>
                  <a:pt x="2752439" y="2619851"/>
                </a:cubicBezTo>
                <a:cubicBezTo>
                  <a:pt x="2757107" y="2619851"/>
                  <a:pt x="2760917" y="2616042"/>
                  <a:pt x="2760917" y="2611374"/>
                </a:cubicBezTo>
                <a:cubicBezTo>
                  <a:pt x="2760917" y="2610422"/>
                  <a:pt x="2760631" y="2609660"/>
                  <a:pt x="2760440" y="2608802"/>
                </a:cubicBezTo>
                <a:lnTo>
                  <a:pt x="2770632" y="2600230"/>
                </a:lnTo>
                <a:lnTo>
                  <a:pt x="2836069" y="2600230"/>
                </a:lnTo>
                <a:close/>
                <a:moveTo>
                  <a:pt x="2978563" y="2443925"/>
                </a:moveTo>
                <a:cubicBezTo>
                  <a:pt x="2978563" y="2440591"/>
                  <a:pt x="2981325" y="2437829"/>
                  <a:pt x="2984659" y="2437829"/>
                </a:cubicBezTo>
                <a:cubicBezTo>
                  <a:pt x="2987993" y="2437829"/>
                  <a:pt x="2990755" y="2440591"/>
                  <a:pt x="2990755" y="2443925"/>
                </a:cubicBezTo>
                <a:cubicBezTo>
                  <a:pt x="2990755" y="2447259"/>
                  <a:pt x="2987993" y="2450021"/>
                  <a:pt x="2984659" y="2450021"/>
                </a:cubicBezTo>
                <a:cubicBezTo>
                  <a:pt x="2981325" y="2450021"/>
                  <a:pt x="2978563" y="2447259"/>
                  <a:pt x="2978563" y="2443925"/>
                </a:cubicBezTo>
                <a:close/>
                <a:moveTo>
                  <a:pt x="2752439" y="2617565"/>
                </a:moveTo>
                <a:cubicBezTo>
                  <a:pt x="2749105" y="2617565"/>
                  <a:pt x="2746343" y="2614803"/>
                  <a:pt x="2746343" y="2611469"/>
                </a:cubicBezTo>
                <a:cubicBezTo>
                  <a:pt x="2746343" y="2608136"/>
                  <a:pt x="2749105" y="2605373"/>
                  <a:pt x="2752439" y="2605373"/>
                </a:cubicBezTo>
                <a:cubicBezTo>
                  <a:pt x="2755773" y="2605373"/>
                  <a:pt x="2758535" y="2608136"/>
                  <a:pt x="2758535" y="2611469"/>
                </a:cubicBezTo>
                <a:cubicBezTo>
                  <a:pt x="2758535" y="2614803"/>
                  <a:pt x="2755773" y="2617565"/>
                  <a:pt x="2752439" y="2617565"/>
                </a:cubicBezTo>
                <a:close/>
                <a:moveTo>
                  <a:pt x="2852261" y="568833"/>
                </a:moveTo>
                <a:cubicBezTo>
                  <a:pt x="2845975" y="568833"/>
                  <a:pt x="2840736" y="573977"/>
                  <a:pt x="2840736" y="580358"/>
                </a:cubicBezTo>
                <a:lnTo>
                  <a:pt x="2840736" y="631698"/>
                </a:lnTo>
                <a:cubicBezTo>
                  <a:pt x="2840736" y="637985"/>
                  <a:pt x="2845880" y="643223"/>
                  <a:pt x="2852261" y="643223"/>
                </a:cubicBezTo>
                <a:lnTo>
                  <a:pt x="2866263" y="643223"/>
                </a:lnTo>
                <a:cubicBezTo>
                  <a:pt x="2872550" y="643223"/>
                  <a:pt x="2877788" y="638080"/>
                  <a:pt x="2877788" y="631698"/>
                </a:cubicBezTo>
                <a:lnTo>
                  <a:pt x="2877788" y="580358"/>
                </a:lnTo>
                <a:cubicBezTo>
                  <a:pt x="2877788" y="574072"/>
                  <a:pt x="2872645" y="568833"/>
                  <a:pt x="2866263" y="568833"/>
                </a:cubicBezTo>
                <a:lnTo>
                  <a:pt x="2862834" y="568833"/>
                </a:lnTo>
                <a:lnTo>
                  <a:pt x="2862834" y="490157"/>
                </a:lnTo>
                <a:cubicBezTo>
                  <a:pt x="2868168" y="488537"/>
                  <a:pt x="2872073" y="483870"/>
                  <a:pt x="2872073" y="478060"/>
                </a:cubicBezTo>
                <a:cubicBezTo>
                  <a:pt x="2872073" y="471011"/>
                  <a:pt x="2866359" y="465296"/>
                  <a:pt x="2859310" y="465296"/>
                </a:cubicBezTo>
                <a:cubicBezTo>
                  <a:pt x="2852261" y="465296"/>
                  <a:pt x="2846546" y="471011"/>
                  <a:pt x="2846546" y="478060"/>
                </a:cubicBezTo>
                <a:cubicBezTo>
                  <a:pt x="2846546" y="483870"/>
                  <a:pt x="2850452" y="488537"/>
                  <a:pt x="2855786" y="490157"/>
                </a:cubicBezTo>
                <a:lnTo>
                  <a:pt x="2855786" y="568833"/>
                </a:lnTo>
                <a:lnTo>
                  <a:pt x="2852357" y="568833"/>
                </a:lnTo>
                <a:close/>
                <a:moveTo>
                  <a:pt x="2870549" y="631603"/>
                </a:moveTo>
                <a:cubicBezTo>
                  <a:pt x="2870549" y="633984"/>
                  <a:pt x="2868644" y="635984"/>
                  <a:pt x="2866168" y="635984"/>
                </a:cubicBezTo>
                <a:lnTo>
                  <a:pt x="2852166" y="635984"/>
                </a:lnTo>
                <a:cubicBezTo>
                  <a:pt x="2849785" y="635984"/>
                  <a:pt x="2847785" y="634079"/>
                  <a:pt x="2847785" y="631603"/>
                </a:cubicBezTo>
                <a:lnTo>
                  <a:pt x="2847785" y="619887"/>
                </a:lnTo>
                <a:lnTo>
                  <a:pt x="2870454" y="619887"/>
                </a:lnTo>
                <a:lnTo>
                  <a:pt x="2870454" y="631603"/>
                </a:lnTo>
                <a:close/>
                <a:moveTo>
                  <a:pt x="2851213" y="478060"/>
                </a:moveTo>
                <a:cubicBezTo>
                  <a:pt x="2851213" y="473583"/>
                  <a:pt x="2854833" y="470059"/>
                  <a:pt x="2859215" y="470059"/>
                </a:cubicBezTo>
                <a:cubicBezTo>
                  <a:pt x="2863596" y="470059"/>
                  <a:pt x="2867216" y="473678"/>
                  <a:pt x="2867216" y="478060"/>
                </a:cubicBezTo>
                <a:cubicBezTo>
                  <a:pt x="2867216" y="482441"/>
                  <a:pt x="2863596" y="486061"/>
                  <a:pt x="2859215" y="486061"/>
                </a:cubicBezTo>
                <a:cubicBezTo>
                  <a:pt x="2854833" y="486061"/>
                  <a:pt x="2851213" y="482441"/>
                  <a:pt x="2851213" y="478060"/>
                </a:cubicBezTo>
                <a:close/>
                <a:moveTo>
                  <a:pt x="2862834" y="575977"/>
                </a:moveTo>
                <a:lnTo>
                  <a:pt x="2866263" y="575977"/>
                </a:lnTo>
                <a:cubicBezTo>
                  <a:pt x="2868644" y="575977"/>
                  <a:pt x="2870645" y="577882"/>
                  <a:pt x="2870645" y="580358"/>
                </a:cubicBezTo>
                <a:lnTo>
                  <a:pt x="2870645" y="589312"/>
                </a:lnTo>
                <a:lnTo>
                  <a:pt x="2847975" y="589312"/>
                </a:lnTo>
                <a:lnTo>
                  <a:pt x="2847975" y="580358"/>
                </a:lnTo>
                <a:cubicBezTo>
                  <a:pt x="2847975" y="577977"/>
                  <a:pt x="2849880" y="575977"/>
                  <a:pt x="2852357" y="575977"/>
                </a:cubicBezTo>
                <a:lnTo>
                  <a:pt x="2862929" y="575977"/>
                </a:lnTo>
                <a:close/>
                <a:moveTo>
                  <a:pt x="896969" y="3099721"/>
                </a:moveTo>
                <a:lnTo>
                  <a:pt x="914591" y="3099721"/>
                </a:lnTo>
                <a:cubicBezTo>
                  <a:pt x="914591" y="3099721"/>
                  <a:pt x="914591" y="3104484"/>
                  <a:pt x="914591" y="3104484"/>
                </a:cubicBezTo>
                <a:lnTo>
                  <a:pt x="896969" y="3104484"/>
                </a:lnTo>
                <a:cubicBezTo>
                  <a:pt x="896969" y="3104484"/>
                  <a:pt x="896969" y="3099721"/>
                  <a:pt x="896969" y="3099721"/>
                </a:cubicBezTo>
                <a:close/>
                <a:moveTo>
                  <a:pt x="1661351" y="1834039"/>
                </a:moveTo>
                <a:cubicBezTo>
                  <a:pt x="1661351" y="1838516"/>
                  <a:pt x="1664970" y="1842230"/>
                  <a:pt x="1669542" y="1842230"/>
                </a:cubicBezTo>
                <a:cubicBezTo>
                  <a:pt x="1672781" y="1842230"/>
                  <a:pt x="1675448" y="1840325"/>
                  <a:pt x="1676781" y="1837658"/>
                </a:cubicBezTo>
                <a:lnTo>
                  <a:pt x="1902143" y="1838039"/>
                </a:lnTo>
                <a:lnTo>
                  <a:pt x="1951958" y="1769650"/>
                </a:lnTo>
                <a:lnTo>
                  <a:pt x="1952435" y="1768697"/>
                </a:lnTo>
                <a:cubicBezTo>
                  <a:pt x="1952625" y="1768031"/>
                  <a:pt x="1953197" y="1766411"/>
                  <a:pt x="1952625" y="1679162"/>
                </a:cubicBezTo>
                <a:lnTo>
                  <a:pt x="1979295" y="1644682"/>
                </a:lnTo>
                <a:lnTo>
                  <a:pt x="2022253" y="1644682"/>
                </a:lnTo>
                <a:cubicBezTo>
                  <a:pt x="2023872" y="1650302"/>
                  <a:pt x="2029016" y="1654493"/>
                  <a:pt x="2035207" y="1654493"/>
                </a:cubicBezTo>
                <a:cubicBezTo>
                  <a:pt x="2042636" y="1654493"/>
                  <a:pt x="2048637" y="1648492"/>
                  <a:pt x="2048637" y="1640967"/>
                </a:cubicBezTo>
                <a:cubicBezTo>
                  <a:pt x="2048637" y="1633442"/>
                  <a:pt x="2042636" y="1627537"/>
                  <a:pt x="2035207" y="1627537"/>
                </a:cubicBezTo>
                <a:cubicBezTo>
                  <a:pt x="2029016" y="1627537"/>
                  <a:pt x="2023872" y="1631728"/>
                  <a:pt x="2022253" y="1637443"/>
                </a:cubicBezTo>
                <a:lnTo>
                  <a:pt x="1975771" y="1637443"/>
                </a:lnTo>
                <a:cubicBezTo>
                  <a:pt x="1975771" y="1637443"/>
                  <a:pt x="1945386" y="1676686"/>
                  <a:pt x="1945386" y="1676686"/>
                </a:cubicBezTo>
                <a:lnTo>
                  <a:pt x="1945386" y="1677924"/>
                </a:lnTo>
                <a:cubicBezTo>
                  <a:pt x="1945577" y="1710976"/>
                  <a:pt x="1945767" y="1760887"/>
                  <a:pt x="1945577" y="1766030"/>
                </a:cubicBezTo>
                <a:lnTo>
                  <a:pt x="1898332" y="1830800"/>
                </a:lnTo>
                <a:lnTo>
                  <a:pt x="1676591" y="1830419"/>
                </a:lnTo>
                <a:cubicBezTo>
                  <a:pt x="1675257" y="1827752"/>
                  <a:pt x="1672590" y="1825847"/>
                  <a:pt x="1669352" y="1825847"/>
                </a:cubicBezTo>
                <a:cubicBezTo>
                  <a:pt x="1664875" y="1825847"/>
                  <a:pt x="1661160" y="1829467"/>
                  <a:pt x="1661160" y="1834039"/>
                </a:cubicBezTo>
                <a:close/>
                <a:moveTo>
                  <a:pt x="2035302" y="1632299"/>
                </a:moveTo>
                <a:cubicBezTo>
                  <a:pt x="2040065" y="1632299"/>
                  <a:pt x="2043970" y="1636205"/>
                  <a:pt x="2043970" y="1640967"/>
                </a:cubicBezTo>
                <a:cubicBezTo>
                  <a:pt x="2043970" y="1645730"/>
                  <a:pt x="2040065" y="1649730"/>
                  <a:pt x="2035302" y="1649730"/>
                </a:cubicBezTo>
                <a:cubicBezTo>
                  <a:pt x="2030540" y="1649730"/>
                  <a:pt x="2026634" y="1645825"/>
                  <a:pt x="2026634" y="1640967"/>
                </a:cubicBezTo>
                <a:cubicBezTo>
                  <a:pt x="2026634" y="1636109"/>
                  <a:pt x="2030540" y="1632299"/>
                  <a:pt x="2035302" y="1632299"/>
                </a:cubicBezTo>
                <a:close/>
                <a:moveTo>
                  <a:pt x="1669542" y="1828324"/>
                </a:moveTo>
                <a:cubicBezTo>
                  <a:pt x="1672685" y="1828324"/>
                  <a:pt x="1675352" y="1830896"/>
                  <a:pt x="1675352" y="1834134"/>
                </a:cubicBezTo>
                <a:cubicBezTo>
                  <a:pt x="1675352" y="1837373"/>
                  <a:pt x="1672781" y="1839944"/>
                  <a:pt x="1669542" y="1839944"/>
                </a:cubicBezTo>
                <a:cubicBezTo>
                  <a:pt x="1666303" y="1839944"/>
                  <a:pt x="1663732" y="1837373"/>
                  <a:pt x="1663732" y="1834134"/>
                </a:cubicBezTo>
                <a:cubicBezTo>
                  <a:pt x="1663732" y="1830896"/>
                  <a:pt x="1666303" y="1828324"/>
                  <a:pt x="1669542" y="1828324"/>
                </a:cubicBezTo>
                <a:close/>
                <a:moveTo>
                  <a:pt x="2833783" y="1134237"/>
                </a:moveTo>
                <a:cubicBezTo>
                  <a:pt x="2830830" y="1134237"/>
                  <a:pt x="2827973" y="1135094"/>
                  <a:pt x="2825496" y="1136714"/>
                </a:cubicBezTo>
                <a:cubicBezTo>
                  <a:pt x="2822162" y="1138904"/>
                  <a:pt x="2819781" y="1142333"/>
                  <a:pt x="2819019" y="1146334"/>
                </a:cubicBezTo>
                <a:cubicBezTo>
                  <a:pt x="2818257" y="1150334"/>
                  <a:pt x="2819019" y="1154335"/>
                  <a:pt x="2821210" y="1157669"/>
                </a:cubicBezTo>
                <a:cubicBezTo>
                  <a:pt x="2823401" y="1161002"/>
                  <a:pt x="2826830" y="1163384"/>
                  <a:pt x="2830830" y="1164146"/>
                </a:cubicBezTo>
                <a:cubicBezTo>
                  <a:pt x="2834735" y="1164908"/>
                  <a:pt x="2838831" y="1164146"/>
                  <a:pt x="2842165" y="1161955"/>
                </a:cubicBezTo>
                <a:cubicBezTo>
                  <a:pt x="2845499" y="1159764"/>
                  <a:pt x="2847785" y="1156335"/>
                  <a:pt x="2848642" y="1152335"/>
                </a:cubicBezTo>
                <a:cubicBezTo>
                  <a:pt x="2849404" y="1148334"/>
                  <a:pt x="2848642" y="1144334"/>
                  <a:pt x="2846451" y="1141000"/>
                </a:cubicBezTo>
                <a:cubicBezTo>
                  <a:pt x="2844260" y="1137666"/>
                  <a:pt x="2840831" y="1135285"/>
                  <a:pt x="2836831" y="1134523"/>
                </a:cubicBezTo>
                <a:cubicBezTo>
                  <a:pt x="2835783" y="1134332"/>
                  <a:pt x="2834830" y="1134237"/>
                  <a:pt x="2833783" y="1134237"/>
                </a:cubicBezTo>
                <a:close/>
                <a:moveTo>
                  <a:pt x="2842451" y="1143667"/>
                </a:moveTo>
                <a:cubicBezTo>
                  <a:pt x="2843975" y="1145953"/>
                  <a:pt x="2844546" y="1148715"/>
                  <a:pt x="2843975" y="1151477"/>
                </a:cubicBezTo>
                <a:cubicBezTo>
                  <a:pt x="2843403" y="1154240"/>
                  <a:pt x="2841879" y="1156526"/>
                  <a:pt x="2839593" y="1158050"/>
                </a:cubicBezTo>
                <a:cubicBezTo>
                  <a:pt x="2837879" y="1159193"/>
                  <a:pt x="2835878" y="1159764"/>
                  <a:pt x="2833878" y="1159764"/>
                </a:cubicBezTo>
                <a:cubicBezTo>
                  <a:pt x="2833211" y="1159764"/>
                  <a:pt x="2832449" y="1159764"/>
                  <a:pt x="2831783" y="1159574"/>
                </a:cubicBezTo>
                <a:cubicBezTo>
                  <a:pt x="2829020" y="1159002"/>
                  <a:pt x="2826734" y="1157478"/>
                  <a:pt x="2825210" y="1155097"/>
                </a:cubicBezTo>
                <a:cubicBezTo>
                  <a:pt x="2823686" y="1152811"/>
                  <a:pt x="2823115" y="1150049"/>
                  <a:pt x="2823686" y="1147286"/>
                </a:cubicBezTo>
                <a:cubicBezTo>
                  <a:pt x="2824258" y="1144619"/>
                  <a:pt x="2825782" y="1142238"/>
                  <a:pt x="2828068" y="1140714"/>
                </a:cubicBezTo>
                <a:cubicBezTo>
                  <a:pt x="2830354" y="1139190"/>
                  <a:pt x="2833211" y="1138619"/>
                  <a:pt x="2835878" y="1139190"/>
                </a:cubicBezTo>
                <a:cubicBezTo>
                  <a:pt x="2838641" y="1139762"/>
                  <a:pt x="2840927" y="1141286"/>
                  <a:pt x="2842451" y="1143667"/>
                </a:cubicBezTo>
                <a:close/>
                <a:moveTo>
                  <a:pt x="756190" y="3100102"/>
                </a:moveTo>
                <a:lnTo>
                  <a:pt x="773811" y="3100102"/>
                </a:lnTo>
                <a:cubicBezTo>
                  <a:pt x="773811" y="3100102"/>
                  <a:pt x="773811" y="3104864"/>
                  <a:pt x="773811" y="3104864"/>
                </a:cubicBezTo>
                <a:lnTo>
                  <a:pt x="756190" y="3104864"/>
                </a:lnTo>
                <a:cubicBezTo>
                  <a:pt x="756190" y="3104864"/>
                  <a:pt x="756190" y="3100102"/>
                  <a:pt x="756190" y="3100102"/>
                </a:cubicBezTo>
                <a:close/>
                <a:moveTo>
                  <a:pt x="1548384" y="1699832"/>
                </a:moveTo>
                <a:lnTo>
                  <a:pt x="1570673" y="1699832"/>
                </a:lnTo>
                <a:cubicBezTo>
                  <a:pt x="1571625" y="1702975"/>
                  <a:pt x="1574864" y="1704880"/>
                  <a:pt x="1578007" y="1704023"/>
                </a:cubicBezTo>
                <a:cubicBezTo>
                  <a:pt x="1581245" y="1703165"/>
                  <a:pt x="1583246" y="1699832"/>
                  <a:pt x="1582388" y="1696593"/>
                </a:cubicBezTo>
                <a:cubicBezTo>
                  <a:pt x="1581531" y="1693355"/>
                  <a:pt x="1578197" y="1691354"/>
                  <a:pt x="1574959" y="1692212"/>
                </a:cubicBezTo>
                <a:cubicBezTo>
                  <a:pt x="1572387" y="1692878"/>
                  <a:pt x="1570673" y="1694974"/>
                  <a:pt x="1570387" y="1697450"/>
                </a:cubicBezTo>
                <a:lnTo>
                  <a:pt x="1547146" y="1697450"/>
                </a:lnTo>
                <a:lnTo>
                  <a:pt x="1542574" y="1703070"/>
                </a:lnTo>
                <a:lnTo>
                  <a:pt x="1391031" y="1703070"/>
                </a:lnTo>
                <a:cubicBezTo>
                  <a:pt x="1391031" y="1703070"/>
                  <a:pt x="1365409" y="1679257"/>
                  <a:pt x="1365409" y="1679257"/>
                </a:cubicBezTo>
                <a:lnTo>
                  <a:pt x="1365028" y="1678972"/>
                </a:lnTo>
                <a:lnTo>
                  <a:pt x="1304735" y="1678972"/>
                </a:lnTo>
                <a:lnTo>
                  <a:pt x="1294162" y="1690211"/>
                </a:lnTo>
                <a:cubicBezTo>
                  <a:pt x="1293590" y="1690021"/>
                  <a:pt x="1293019" y="1689830"/>
                  <a:pt x="1292447" y="1689830"/>
                </a:cubicBezTo>
                <a:cubicBezTo>
                  <a:pt x="1288637" y="1689830"/>
                  <a:pt x="1285494" y="1692974"/>
                  <a:pt x="1285494" y="1696784"/>
                </a:cubicBezTo>
                <a:cubicBezTo>
                  <a:pt x="1285494" y="1700594"/>
                  <a:pt x="1288637" y="1703737"/>
                  <a:pt x="1292447" y="1703737"/>
                </a:cubicBezTo>
                <a:cubicBezTo>
                  <a:pt x="1296257" y="1703737"/>
                  <a:pt x="1299401" y="1700594"/>
                  <a:pt x="1299401" y="1696784"/>
                </a:cubicBezTo>
                <a:cubicBezTo>
                  <a:pt x="1299401" y="1694402"/>
                  <a:pt x="1298162" y="1692497"/>
                  <a:pt x="1296353" y="1691164"/>
                </a:cubicBezTo>
                <a:lnTo>
                  <a:pt x="1305687" y="1681258"/>
                </a:lnTo>
                <a:lnTo>
                  <a:pt x="1363980" y="1681258"/>
                </a:lnTo>
                <a:lnTo>
                  <a:pt x="1389602" y="1705070"/>
                </a:lnTo>
                <a:lnTo>
                  <a:pt x="1389983" y="1705356"/>
                </a:lnTo>
                <a:lnTo>
                  <a:pt x="1543622" y="1705356"/>
                </a:lnTo>
                <a:cubicBezTo>
                  <a:pt x="1543622" y="1705356"/>
                  <a:pt x="1548194" y="1699736"/>
                  <a:pt x="1548194" y="1699736"/>
                </a:cubicBezTo>
                <a:close/>
                <a:moveTo>
                  <a:pt x="1297210" y="1696784"/>
                </a:moveTo>
                <a:cubicBezTo>
                  <a:pt x="1297210" y="1699355"/>
                  <a:pt x="1295114" y="1701356"/>
                  <a:pt x="1292638" y="1701356"/>
                </a:cubicBezTo>
                <a:cubicBezTo>
                  <a:pt x="1290161" y="1701356"/>
                  <a:pt x="1288066" y="1699260"/>
                  <a:pt x="1288066" y="1696784"/>
                </a:cubicBezTo>
                <a:cubicBezTo>
                  <a:pt x="1288066" y="1694307"/>
                  <a:pt x="1290161" y="1692212"/>
                  <a:pt x="1292638" y="1692212"/>
                </a:cubicBezTo>
                <a:cubicBezTo>
                  <a:pt x="1295114" y="1692212"/>
                  <a:pt x="1297210" y="1694307"/>
                  <a:pt x="1297210" y="1696784"/>
                </a:cubicBezTo>
                <a:close/>
                <a:moveTo>
                  <a:pt x="2194084" y="2481072"/>
                </a:moveTo>
                <a:lnTo>
                  <a:pt x="2180654" y="2468309"/>
                </a:lnTo>
                <a:lnTo>
                  <a:pt x="2183892" y="2464880"/>
                </a:lnTo>
                <a:lnTo>
                  <a:pt x="2197322" y="2477643"/>
                </a:lnTo>
                <a:lnTo>
                  <a:pt x="2194084" y="2481072"/>
                </a:lnTo>
                <a:close/>
                <a:moveTo>
                  <a:pt x="1511046" y="1836039"/>
                </a:moveTo>
                <a:cubicBezTo>
                  <a:pt x="1509998" y="1832801"/>
                  <a:pt x="1511713" y="1829372"/>
                  <a:pt x="1514856" y="1828228"/>
                </a:cubicBezTo>
                <a:cubicBezTo>
                  <a:pt x="1518095" y="1827181"/>
                  <a:pt x="1521524" y="1828895"/>
                  <a:pt x="1522667" y="1832039"/>
                </a:cubicBezTo>
                <a:cubicBezTo>
                  <a:pt x="1522667" y="1832324"/>
                  <a:pt x="1522667" y="1832515"/>
                  <a:pt x="1522762" y="1832801"/>
                </a:cubicBezTo>
                <a:lnTo>
                  <a:pt x="1543812" y="1832610"/>
                </a:lnTo>
                <a:lnTo>
                  <a:pt x="1562386" y="1812607"/>
                </a:lnTo>
                <a:lnTo>
                  <a:pt x="1562386" y="1769936"/>
                </a:lnTo>
                <a:cubicBezTo>
                  <a:pt x="1562386" y="1769936"/>
                  <a:pt x="1582865" y="1750219"/>
                  <a:pt x="1582865" y="1750219"/>
                </a:cubicBezTo>
                <a:lnTo>
                  <a:pt x="1630204" y="1749743"/>
                </a:lnTo>
                <a:cubicBezTo>
                  <a:pt x="1630585" y="1747647"/>
                  <a:pt x="1632014" y="1745837"/>
                  <a:pt x="1634204" y="1745075"/>
                </a:cubicBezTo>
                <a:cubicBezTo>
                  <a:pt x="1637443" y="1744028"/>
                  <a:pt x="1640872" y="1745742"/>
                  <a:pt x="1642015" y="1748885"/>
                </a:cubicBezTo>
                <a:cubicBezTo>
                  <a:pt x="1643063" y="1752124"/>
                  <a:pt x="1641348" y="1755553"/>
                  <a:pt x="1638205" y="1756696"/>
                </a:cubicBezTo>
                <a:cubicBezTo>
                  <a:pt x="1634966" y="1757744"/>
                  <a:pt x="1631537" y="1756029"/>
                  <a:pt x="1630394" y="1752886"/>
                </a:cubicBezTo>
                <a:cubicBezTo>
                  <a:pt x="1630394" y="1752600"/>
                  <a:pt x="1630394" y="1752410"/>
                  <a:pt x="1630299" y="1752124"/>
                </a:cubicBezTo>
                <a:lnTo>
                  <a:pt x="1583817" y="1752600"/>
                </a:lnTo>
                <a:lnTo>
                  <a:pt x="1564672" y="1770983"/>
                </a:lnTo>
                <a:lnTo>
                  <a:pt x="1564672" y="1813560"/>
                </a:lnTo>
                <a:cubicBezTo>
                  <a:pt x="1564672" y="1813560"/>
                  <a:pt x="1544860" y="1834991"/>
                  <a:pt x="1544860" y="1834991"/>
                </a:cubicBezTo>
                <a:lnTo>
                  <a:pt x="1522857" y="1835182"/>
                </a:lnTo>
                <a:cubicBezTo>
                  <a:pt x="1522476" y="1837277"/>
                  <a:pt x="1521047" y="1839087"/>
                  <a:pt x="1518952" y="1839849"/>
                </a:cubicBezTo>
                <a:cubicBezTo>
                  <a:pt x="1515713" y="1840897"/>
                  <a:pt x="1512284" y="1839182"/>
                  <a:pt x="1511141" y="1836039"/>
                </a:cubicBezTo>
                <a:close/>
                <a:moveTo>
                  <a:pt x="2899982" y="568833"/>
                </a:moveTo>
                <a:cubicBezTo>
                  <a:pt x="2893695" y="568833"/>
                  <a:pt x="2888456" y="573977"/>
                  <a:pt x="2888456" y="580358"/>
                </a:cubicBezTo>
                <a:lnTo>
                  <a:pt x="2888456" y="631698"/>
                </a:lnTo>
                <a:cubicBezTo>
                  <a:pt x="2888456" y="637985"/>
                  <a:pt x="2893600" y="643223"/>
                  <a:pt x="2899982" y="643223"/>
                </a:cubicBezTo>
                <a:lnTo>
                  <a:pt x="2913984" y="643223"/>
                </a:lnTo>
                <a:cubicBezTo>
                  <a:pt x="2920270" y="643223"/>
                  <a:pt x="2925509" y="638080"/>
                  <a:pt x="2925509" y="631698"/>
                </a:cubicBezTo>
                <a:lnTo>
                  <a:pt x="2925509" y="580358"/>
                </a:lnTo>
                <a:cubicBezTo>
                  <a:pt x="2925509" y="574072"/>
                  <a:pt x="2920365" y="568833"/>
                  <a:pt x="2913984" y="568833"/>
                </a:cubicBezTo>
                <a:lnTo>
                  <a:pt x="2910554" y="568833"/>
                </a:lnTo>
                <a:lnTo>
                  <a:pt x="2910554" y="487966"/>
                </a:lnTo>
                <a:lnTo>
                  <a:pt x="2915984" y="487966"/>
                </a:lnTo>
                <a:cubicBezTo>
                  <a:pt x="2917317" y="487966"/>
                  <a:pt x="2918365" y="486918"/>
                  <a:pt x="2918365" y="485585"/>
                </a:cubicBezTo>
                <a:lnTo>
                  <a:pt x="2918365" y="467582"/>
                </a:lnTo>
                <a:cubicBezTo>
                  <a:pt x="2918365" y="466249"/>
                  <a:pt x="2917317" y="465201"/>
                  <a:pt x="2915984" y="465201"/>
                </a:cubicBezTo>
                <a:lnTo>
                  <a:pt x="2897981" y="465201"/>
                </a:lnTo>
                <a:cubicBezTo>
                  <a:pt x="2896648" y="465201"/>
                  <a:pt x="2895600" y="466249"/>
                  <a:pt x="2895600" y="467582"/>
                </a:cubicBezTo>
                <a:lnTo>
                  <a:pt x="2895600" y="485585"/>
                </a:lnTo>
                <a:cubicBezTo>
                  <a:pt x="2895600" y="486918"/>
                  <a:pt x="2896648" y="487966"/>
                  <a:pt x="2897981" y="487966"/>
                </a:cubicBezTo>
                <a:lnTo>
                  <a:pt x="2903411" y="487966"/>
                </a:lnTo>
                <a:lnTo>
                  <a:pt x="2903411" y="568833"/>
                </a:lnTo>
                <a:lnTo>
                  <a:pt x="2899982" y="568833"/>
                </a:lnTo>
                <a:close/>
                <a:moveTo>
                  <a:pt x="2918270" y="631603"/>
                </a:moveTo>
                <a:cubicBezTo>
                  <a:pt x="2918270" y="633984"/>
                  <a:pt x="2916365" y="635984"/>
                  <a:pt x="2913888" y="635984"/>
                </a:cubicBezTo>
                <a:lnTo>
                  <a:pt x="2899886" y="635984"/>
                </a:lnTo>
                <a:cubicBezTo>
                  <a:pt x="2897505" y="635984"/>
                  <a:pt x="2895505" y="634079"/>
                  <a:pt x="2895505" y="631603"/>
                </a:cubicBezTo>
                <a:lnTo>
                  <a:pt x="2895505" y="619887"/>
                </a:lnTo>
                <a:lnTo>
                  <a:pt x="2918174" y="619887"/>
                </a:lnTo>
                <a:lnTo>
                  <a:pt x="2918174" y="631603"/>
                </a:lnTo>
                <a:close/>
                <a:moveTo>
                  <a:pt x="2900363" y="483203"/>
                </a:moveTo>
                <a:lnTo>
                  <a:pt x="2900363" y="469964"/>
                </a:lnTo>
                <a:lnTo>
                  <a:pt x="2913602" y="469964"/>
                </a:lnTo>
                <a:lnTo>
                  <a:pt x="2913602" y="483203"/>
                </a:lnTo>
                <a:lnTo>
                  <a:pt x="2900363" y="483203"/>
                </a:lnTo>
                <a:close/>
                <a:moveTo>
                  <a:pt x="2910554" y="575977"/>
                </a:moveTo>
                <a:lnTo>
                  <a:pt x="2913984" y="575977"/>
                </a:lnTo>
                <a:cubicBezTo>
                  <a:pt x="2916365" y="575977"/>
                  <a:pt x="2918365" y="577882"/>
                  <a:pt x="2918365" y="580358"/>
                </a:cubicBezTo>
                <a:lnTo>
                  <a:pt x="2918365" y="589312"/>
                </a:lnTo>
                <a:lnTo>
                  <a:pt x="2895695" y="589312"/>
                </a:lnTo>
                <a:lnTo>
                  <a:pt x="2895695" y="580358"/>
                </a:lnTo>
                <a:cubicBezTo>
                  <a:pt x="2895695" y="577977"/>
                  <a:pt x="2897600" y="575977"/>
                  <a:pt x="2900077" y="575977"/>
                </a:cubicBezTo>
                <a:lnTo>
                  <a:pt x="2910650" y="575977"/>
                </a:lnTo>
                <a:close/>
                <a:moveTo>
                  <a:pt x="735330" y="2987993"/>
                </a:moveTo>
                <a:lnTo>
                  <a:pt x="741902" y="2993708"/>
                </a:lnTo>
                <a:lnTo>
                  <a:pt x="738759" y="2997327"/>
                </a:lnTo>
                <a:lnTo>
                  <a:pt x="731615" y="2991136"/>
                </a:lnTo>
                <a:cubicBezTo>
                  <a:pt x="731139" y="2991422"/>
                  <a:pt x="730663" y="2991707"/>
                  <a:pt x="730091" y="2991898"/>
                </a:cubicBezTo>
                <a:cubicBezTo>
                  <a:pt x="725234" y="2993231"/>
                  <a:pt x="720090" y="2990374"/>
                  <a:pt x="718757" y="2985516"/>
                </a:cubicBezTo>
                <a:cubicBezTo>
                  <a:pt x="717423" y="2980659"/>
                  <a:pt x="720281" y="2975515"/>
                  <a:pt x="725138" y="2974181"/>
                </a:cubicBezTo>
                <a:cubicBezTo>
                  <a:pt x="729996" y="2972848"/>
                  <a:pt x="735140" y="2975705"/>
                  <a:pt x="736473" y="2980563"/>
                </a:cubicBezTo>
                <a:cubicBezTo>
                  <a:pt x="737235" y="2983230"/>
                  <a:pt x="736664" y="2985897"/>
                  <a:pt x="735235" y="2987993"/>
                </a:cubicBezTo>
                <a:close/>
                <a:moveTo>
                  <a:pt x="2837402" y="1108710"/>
                </a:moveTo>
                <a:cubicBezTo>
                  <a:pt x="2835974" y="1115568"/>
                  <a:pt x="2829306" y="1120045"/>
                  <a:pt x="2822353" y="1118711"/>
                </a:cubicBezTo>
                <a:cubicBezTo>
                  <a:pt x="2815495" y="1117283"/>
                  <a:pt x="2811018" y="1110615"/>
                  <a:pt x="2812352" y="1103662"/>
                </a:cubicBezTo>
                <a:cubicBezTo>
                  <a:pt x="2813780" y="1096804"/>
                  <a:pt x="2820448" y="1092327"/>
                  <a:pt x="2827401" y="1093661"/>
                </a:cubicBezTo>
                <a:cubicBezTo>
                  <a:pt x="2834354" y="1094994"/>
                  <a:pt x="2838736" y="1101757"/>
                  <a:pt x="2837402" y="1108710"/>
                </a:cubicBezTo>
                <a:close/>
                <a:moveTo>
                  <a:pt x="2818829" y="1179767"/>
                </a:moveTo>
                <a:cubicBezTo>
                  <a:pt x="2817400" y="1186625"/>
                  <a:pt x="2810732" y="1191101"/>
                  <a:pt x="2803779" y="1189768"/>
                </a:cubicBezTo>
                <a:cubicBezTo>
                  <a:pt x="2796921" y="1188339"/>
                  <a:pt x="2792444" y="1181672"/>
                  <a:pt x="2793778" y="1174718"/>
                </a:cubicBezTo>
                <a:cubicBezTo>
                  <a:pt x="2795207" y="1167860"/>
                  <a:pt x="2801874" y="1163384"/>
                  <a:pt x="2808827" y="1164717"/>
                </a:cubicBezTo>
                <a:cubicBezTo>
                  <a:pt x="2815780" y="1166051"/>
                  <a:pt x="2820162" y="1172813"/>
                  <a:pt x="2818829" y="1179767"/>
                </a:cubicBezTo>
                <a:close/>
                <a:moveTo>
                  <a:pt x="1649825" y="1903381"/>
                </a:moveTo>
                <a:cubicBezTo>
                  <a:pt x="1645349" y="1903095"/>
                  <a:pt x="1641443" y="1906524"/>
                  <a:pt x="1641157" y="1911001"/>
                </a:cubicBezTo>
                <a:cubicBezTo>
                  <a:pt x="1640872" y="1915478"/>
                  <a:pt x="1644301" y="1919383"/>
                  <a:pt x="1648778" y="1919669"/>
                </a:cubicBezTo>
                <a:cubicBezTo>
                  <a:pt x="1652588" y="1919954"/>
                  <a:pt x="1655826" y="1917478"/>
                  <a:pt x="1656874" y="1913953"/>
                </a:cubicBezTo>
                <a:lnTo>
                  <a:pt x="1720501" y="1914335"/>
                </a:lnTo>
                <a:lnTo>
                  <a:pt x="1737170" y="1936909"/>
                </a:lnTo>
                <a:cubicBezTo>
                  <a:pt x="1735550" y="1938623"/>
                  <a:pt x="1734407" y="1940719"/>
                  <a:pt x="1734312" y="1943195"/>
                </a:cubicBezTo>
                <a:cubicBezTo>
                  <a:pt x="1733931" y="1949006"/>
                  <a:pt x="1738313" y="1953959"/>
                  <a:pt x="1744123" y="1954340"/>
                </a:cubicBezTo>
                <a:cubicBezTo>
                  <a:pt x="1744313" y="1954340"/>
                  <a:pt x="1744599" y="1954340"/>
                  <a:pt x="1744790" y="1954340"/>
                </a:cubicBezTo>
                <a:cubicBezTo>
                  <a:pt x="1747361" y="1954340"/>
                  <a:pt x="1749743" y="1953387"/>
                  <a:pt x="1751743" y="1951768"/>
                </a:cubicBezTo>
                <a:cubicBezTo>
                  <a:pt x="1753838" y="1949958"/>
                  <a:pt x="1755077" y="1947386"/>
                  <a:pt x="1755267" y="1944529"/>
                </a:cubicBezTo>
                <a:cubicBezTo>
                  <a:pt x="1755457" y="1941767"/>
                  <a:pt x="1754505" y="1939004"/>
                  <a:pt x="1752695" y="1936909"/>
                </a:cubicBezTo>
                <a:cubicBezTo>
                  <a:pt x="1750886" y="1934813"/>
                  <a:pt x="1748314" y="1933575"/>
                  <a:pt x="1745456" y="1933385"/>
                </a:cubicBezTo>
                <a:cubicBezTo>
                  <a:pt x="1743932" y="1933289"/>
                  <a:pt x="1742408" y="1933575"/>
                  <a:pt x="1741075" y="1934147"/>
                </a:cubicBezTo>
                <a:lnTo>
                  <a:pt x="1722882" y="1909572"/>
                </a:lnTo>
                <a:lnTo>
                  <a:pt x="1656969" y="1909096"/>
                </a:lnTo>
                <a:cubicBezTo>
                  <a:pt x="1656017" y="1905953"/>
                  <a:pt x="1653254" y="1903571"/>
                  <a:pt x="1649825" y="1903381"/>
                </a:cubicBezTo>
                <a:close/>
                <a:moveTo>
                  <a:pt x="1744694" y="1938147"/>
                </a:moveTo>
                <a:cubicBezTo>
                  <a:pt x="1744694" y="1938147"/>
                  <a:pt x="1744980" y="1938147"/>
                  <a:pt x="1745075" y="1938147"/>
                </a:cubicBezTo>
                <a:cubicBezTo>
                  <a:pt x="1746599" y="1938242"/>
                  <a:pt x="1748028" y="1938909"/>
                  <a:pt x="1748981" y="1940052"/>
                </a:cubicBezTo>
                <a:cubicBezTo>
                  <a:pt x="1750028" y="1941195"/>
                  <a:pt x="1750505" y="1942719"/>
                  <a:pt x="1750409" y="1944243"/>
                </a:cubicBezTo>
                <a:cubicBezTo>
                  <a:pt x="1750314" y="1945767"/>
                  <a:pt x="1749647" y="1947196"/>
                  <a:pt x="1748504" y="1948148"/>
                </a:cubicBezTo>
                <a:cubicBezTo>
                  <a:pt x="1747361" y="1949196"/>
                  <a:pt x="1745932" y="1949672"/>
                  <a:pt x="1744313" y="1949577"/>
                </a:cubicBezTo>
                <a:cubicBezTo>
                  <a:pt x="1741170" y="1949387"/>
                  <a:pt x="1738789" y="1946624"/>
                  <a:pt x="1738979" y="1943481"/>
                </a:cubicBezTo>
                <a:cubicBezTo>
                  <a:pt x="1739170" y="1940433"/>
                  <a:pt x="1741742" y="1938147"/>
                  <a:pt x="1744694" y="1938147"/>
                </a:cubicBezTo>
                <a:close/>
                <a:moveTo>
                  <a:pt x="685895" y="3100292"/>
                </a:moveTo>
                <a:lnTo>
                  <a:pt x="703517" y="3100292"/>
                </a:lnTo>
                <a:cubicBezTo>
                  <a:pt x="703517" y="3100292"/>
                  <a:pt x="703517" y="3105055"/>
                  <a:pt x="703517" y="3105055"/>
                </a:cubicBezTo>
                <a:lnTo>
                  <a:pt x="685895" y="3105055"/>
                </a:lnTo>
                <a:cubicBezTo>
                  <a:pt x="685895" y="3105055"/>
                  <a:pt x="685895" y="3100292"/>
                  <a:pt x="685895" y="3100292"/>
                </a:cubicBezTo>
                <a:close/>
                <a:moveTo>
                  <a:pt x="2802446" y="1118902"/>
                </a:moveTo>
                <a:cubicBezTo>
                  <a:pt x="2801398" y="1118711"/>
                  <a:pt x="2800445" y="1118616"/>
                  <a:pt x="2799398" y="1118616"/>
                </a:cubicBezTo>
                <a:cubicBezTo>
                  <a:pt x="2792349" y="1118616"/>
                  <a:pt x="2786063" y="1123569"/>
                  <a:pt x="2784538" y="1130713"/>
                </a:cubicBezTo>
                <a:cubicBezTo>
                  <a:pt x="2782919" y="1138904"/>
                  <a:pt x="2788158" y="1146905"/>
                  <a:pt x="2796350" y="1148525"/>
                </a:cubicBezTo>
                <a:cubicBezTo>
                  <a:pt x="2800350" y="1149287"/>
                  <a:pt x="2804351" y="1148525"/>
                  <a:pt x="2807684" y="1146334"/>
                </a:cubicBezTo>
                <a:cubicBezTo>
                  <a:pt x="2811018" y="1144143"/>
                  <a:pt x="2813304" y="1140714"/>
                  <a:pt x="2814161" y="1136714"/>
                </a:cubicBezTo>
                <a:cubicBezTo>
                  <a:pt x="2814923" y="1132713"/>
                  <a:pt x="2814161" y="1128713"/>
                  <a:pt x="2811971" y="1125379"/>
                </a:cubicBezTo>
                <a:cubicBezTo>
                  <a:pt x="2809780" y="1122045"/>
                  <a:pt x="2806351" y="1119664"/>
                  <a:pt x="2802350" y="1118902"/>
                </a:cubicBezTo>
                <a:close/>
                <a:moveTo>
                  <a:pt x="2809589" y="1135761"/>
                </a:moveTo>
                <a:cubicBezTo>
                  <a:pt x="2809018" y="1138428"/>
                  <a:pt x="2807494" y="1140809"/>
                  <a:pt x="2805208" y="1142333"/>
                </a:cubicBezTo>
                <a:cubicBezTo>
                  <a:pt x="2803493" y="1143476"/>
                  <a:pt x="2801493" y="1144048"/>
                  <a:pt x="2799493" y="1144048"/>
                </a:cubicBezTo>
                <a:cubicBezTo>
                  <a:pt x="2798826" y="1144048"/>
                  <a:pt x="2798064" y="1144048"/>
                  <a:pt x="2797397" y="1143857"/>
                </a:cubicBezTo>
                <a:cubicBezTo>
                  <a:pt x="2791778" y="1142714"/>
                  <a:pt x="2788158" y="1137285"/>
                  <a:pt x="2789301" y="1131665"/>
                </a:cubicBezTo>
                <a:cubicBezTo>
                  <a:pt x="2790444" y="1126046"/>
                  <a:pt x="2795969" y="1122426"/>
                  <a:pt x="2801493" y="1123569"/>
                </a:cubicBezTo>
                <a:cubicBezTo>
                  <a:pt x="2804255" y="1124141"/>
                  <a:pt x="2806542" y="1125665"/>
                  <a:pt x="2808065" y="1128046"/>
                </a:cubicBezTo>
                <a:cubicBezTo>
                  <a:pt x="2809589" y="1130332"/>
                  <a:pt x="2810161" y="1133094"/>
                  <a:pt x="2809589" y="1135856"/>
                </a:cubicBezTo>
                <a:close/>
                <a:moveTo>
                  <a:pt x="721043" y="3100197"/>
                </a:moveTo>
                <a:lnTo>
                  <a:pt x="738664" y="3100197"/>
                </a:lnTo>
                <a:cubicBezTo>
                  <a:pt x="738664" y="3100197"/>
                  <a:pt x="738664" y="3104960"/>
                  <a:pt x="738664" y="3104960"/>
                </a:cubicBezTo>
                <a:lnTo>
                  <a:pt x="721043" y="3104960"/>
                </a:lnTo>
                <a:cubicBezTo>
                  <a:pt x="721043" y="3104960"/>
                  <a:pt x="721043" y="3100197"/>
                  <a:pt x="721043" y="3100197"/>
                </a:cubicBezTo>
                <a:close/>
                <a:moveTo>
                  <a:pt x="2791682" y="3507581"/>
                </a:moveTo>
                <a:cubicBezTo>
                  <a:pt x="2791682" y="3514535"/>
                  <a:pt x="2786063" y="3520250"/>
                  <a:pt x="2779014" y="3520250"/>
                </a:cubicBezTo>
                <a:cubicBezTo>
                  <a:pt x="2771966" y="3520250"/>
                  <a:pt x="2766346" y="3514630"/>
                  <a:pt x="2766346" y="3507581"/>
                </a:cubicBezTo>
                <a:cubicBezTo>
                  <a:pt x="2766346" y="3500533"/>
                  <a:pt x="2771966" y="3494913"/>
                  <a:pt x="2779014" y="3494913"/>
                </a:cubicBezTo>
                <a:cubicBezTo>
                  <a:pt x="2786063" y="3494913"/>
                  <a:pt x="2791682" y="3500533"/>
                  <a:pt x="2791682" y="3507581"/>
                </a:cubicBezTo>
                <a:close/>
                <a:moveTo>
                  <a:pt x="2960942" y="3687699"/>
                </a:moveTo>
                <a:lnTo>
                  <a:pt x="3093815" y="3687509"/>
                </a:lnTo>
                <a:cubicBezTo>
                  <a:pt x="3094577" y="3689033"/>
                  <a:pt x="3095530" y="3690557"/>
                  <a:pt x="3096959" y="3691604"/>
                </a:cubicBezTo>
                <a:cubicBezTo>
                  <a:pt x="3098863" y="3693033"/>
                  <a:pt x="3101150" y="3693795"/>
                  <a:pt x="3103531" y="3693795"/>
                </a:cubicBezTo>
                <a:cubicBezTo>
                  <a:pt x="3104007" y="3693795"/>
                  <a:pt x="3104579" y="3693795"/>
                  <a:pt x="3105055" y="3693700"/>
                </a:cubicBezTo>
                <a:cubicBezTo>
                  <a:pt x="3107912" y="3693319"/>
                  <a:pt x="3110484" y="3691795"/>
                  <a:pt x="3112294" y="3689413"/>
                </a:cubicBezTo>
                <a:cubicBezTo>
                  <a:pt x="3115913" y="3684651"/>
                  <a:pt x="3114961" y="3677698"/>
                  <a:pt x="3110198" y="3674078"/>
                </a:cubicBezTo>
                <a:cubicBezTo>
                  <a:pt x="3107817" y="3672269"/>
                  <a:pt x="3104960" y="3671507"/>
                  <a:pt x="3102102" y="3671983"/>
                </a:cubicBezTo>
                <a:cubicBezTo>
                  <a:pt x="3099245" y="3672364"/>
                  <a:pt x="3096673" y="3673888"/>
                  <a:pt x="3094863" y="3676269"/>
                </a:cubicBezTo>
                <a:cubicBezTo>
                  <a:pt x="3094482" y="3676745"/>
                  <a:pt x="3094387" y="3677412"/>
                  <a:pt x="3094101" y="3677984"/>
                </a:cubicBezTo>
                <a:lnTo>
                  <a:pt x="2964561" y="3678174"/>
                </a:lnTo>
                <a:lnTo>
                  <a:pt x="2893600" y="3616928"/>
                </a:lnTo>
                <a:lnTo>
                  <a:pt x="2893886" y="3525107"/>
                </a:lnTo>
                <a:lnTo>
                  <a:pt x="2863025" y="3502819"/>
                </a:lnTo>
                <a:lnTo>
                  <a:pt x="2804351" y="3502819"/>
                </a:lnTo>
                <a:cubicBezTo>
                  <a:pt x="2803208" y="3496628"/>
                  <a:pt x="2799779" y="3490817"/>
                  <a:pt x="2794349" y="3486722"/>
                </a:cubicBezTo>
                <a:cubicBezTo>
                  <a:pt x="2789873" y="3483388"/>
                  <a:pt x="2784538" y="3481673"/>
                  <a:pt x="2779109" y="3481673"/>
                </a:cubicBezTo>
                <a:cubicBezTo>
                  <a:pt x="2777776" y="3481673"/>
                  <a:pt x="2776442" y="3481769"/>
                  <a:pt x="2775109" y="3481959"/>
                </a:cubicBezTo>
                <a:cubicBezTo>
                  <a:pt x="2768251" y="3483007"/>
                  <a:pt x="2762250" y="3486626"/>
                  <a:pt x="2758154" y="3492246"/>
                </a:cubicBezTo>
                <a:cubicBezTo>
                  <a:pt x="2754059" y="3497771"/>
                  <a:pt x="2752439" y="3504629"/>
                  <a:pt x="2753392" y="3511487"/>
                </a:cubicBezTo>
                <a:cubicBezTo>
                  <a:pt x="2754440" y="3518345"/>
                  <a:pt x="2758059" y="3524345"/>
                  <a:pt x="2763679" y="3528441"/>
                </a:cubicBezTo>
                <a:cubicBezTo>
                  <a:pt x="2775204" y="3536918"/>
                  <a:pt x="2791397" y="3534347"/>
                  <a:pt x="2799779" y="3522917"/>
                </a:cubicBezTo>
                <a:lnTo>
                  <a:pt x="2799779" y="3522917"/>
                </a:lnTo>
                <a:cubicBezTo>
                  <a:pt x="2802160" y="3519678"/>
                  <a:pt x="2803588" y="3516059"/>
                  <a:pt x="2804255" y="3512344"/>
                </a:cubicBezTo>
                <a:lnTo>
                  <a:pt x="2859881" y="3512344"/>
                </a:lnTo>
                <a:lnTo>
                  <a:pt x="2884265" y="3529965"/>
                </a:lnTo>
                <a:lnTo>
                  <a:pt x="2883980" y="3621310"/>
                </a:lnTo>
                <a:lnTo>
                  <a:pt x="2960942" y="3687699"/>
                </a:lnTo>
                <a:close/>
                <a:moveTo>
                  <a:pt x="3098673" y="3679127"/>
                </a:moveTo>
                <a:cubicBezTo>
                  <a:pt x="3099721" y="3677793"/>
                  <a:pt x="3101150" y="3676936"/>
                  <a:pt x="3102769" y="3676745"/>
                </a:cubicBezTo>
                <a:cubicBezTo>
                  <a:pt x="3103055" y="3676745"/>
                  <a:pt x="3103340" y="3676745"/>
                  <a:pt x="3103626" y="3676745"/>
                </a:cubicBezTo>
                <a:cubicBezTo>
                  <a:pt x="3104960" y="3676745"/>
                  <a:pt x="3106293" y="3677222"/>
                  <a:pt x="3107341" y="3677984"/>
                </a:cubicBezTo>
                <a:cubicBezTo>
                  <a:pt x="3110103" y="3680079"/>
                  <a:pt x="3110579" y="3683889"/>
                  <a:pt x="3108579" y="3686651"/>
                </a:cubicBezTo>
                <a:cubicBezTo>
                  <a:pt x="3107627" y="3687985"/>
                  <a:pt x="3106103" y="3688842"/>
                  <a:pt x="3104484" y="3689033"/>
                </a:cubicBezTo>
                <a:cubicBezTo>
                  <a:pt x="3102864" y="3689223"/>
                  <a:pt x="3101245" y="3688842"/>
                  <a:pt x="3099911" y="3687794"/>
                </a:cubicBezTo>
                <a:lnTo>
                  <a:pt x="3099911" y="3687794"/>
                </a:lnTo>
                <a:cubicBezTo>
                  <a:pt x="3097149" y="3685699"/>
                  <a:pt x="3096673" y="3681889"/>
                  <a:pt x="3098673" y="3679127"/>
                </a:cubicBezTo>
                <a:close/>
                <a:moveTo>
                  <a:pt x="2795969" y="3520059"/>
                </a:moveTo>
                <a:cubicBezTo>
                  <a:pt x="2789111" y="3529394"/>
                  <a:pt x="2775871" y="3531394"/>
                  <a:pt x="2766441" y="3524631"/>
                </a:cubicBezTo>
                <a:cubicBezTo>
                  <a:pt x="2761869" y="3521297"/>
                  <a:pt x="2758917" y="3516440"/>
                  <a:pt x="2758059" y="3510820"/>
                </a:cubicBezTo>
                <a:cubicBezTo>
                  <a:pt x="2757202" y="3505295"/>
                  <a:pt x="2758535" y="3499676"/>
                  <a:pt x="2761869" y="3495104"/>
                </a:cubicBezTo>
                <a:cubicBezTo>
                  <a:pt x="2765203" y="3490532"/>
                  <a:pt x="2770061" y="3487579"/>
                  <a:pt x="2775680" y="3486722"/>
                </a:cubicBezTo>
                <a:cubicBezTo>
                  <a:pt x="2781300" y="3485864"/>
                  <a:pt x="2786825" y="3487198"/>
                  <a:pt x="2791397" y="3490532"/>
                </a:cubicBezTo>
                <a:cubicBezTo>
                  <a:pt x="2795969" y="3493865"/>
                  <a:pt x="2798921" y="3498723"/>
                  <a:pt x="2799779" y="3504343"/>
                </a:cubicBezTo>
                <a:cubicBezTo>
                  <a:pt x="2800636" y="3509867"/>
                  <a:pt x="2799302" y="3515487"/>
                  <a:pt x="2795969" y="3519964"/>
                </a:cubicBezTo>
                <a:close/>
                <a:moveTo>
                  <a:pt x="791432" y="3100007"/>
                </a:moveTo>
                <a:lnTo>
                  <a:pt x="809054" y="3100007"/>
                </a:lnTo>
                <a:cubicBezTo>
                  <a:pt x="809054" y="3100007"/>
                  <a:pt x="809054" y="3104769"/>
                  <a:pt x="809054" y="3104769"/>
                </a:cubicBezTo>
                <a:lnTo>
                  <a:pt x="791432" y="3104769"/>
                </a:lnTo>
                <a:cubicBezTo>
                  <a:pt x="791432" y="3104769"/>
                  <a:pt x="791432" y="3100007"/>
                  <a:pt x="791432" y="3100007"/>
                </a:cubicBezTo>
                <a:close/>
                <a:moveTo>
                  <a:pt x="861727" y="3099816"/>
                </a:moveTo>
                <a:lnTo>
                  <a:pt x="879348" y="3099816"/>
                </a:lnTo>
                <a:cubicBezTo>
                  <a:pt x="879348" y="3099816"/>
                  <a:pt x="879348" y="3104579"/>
                  <a:pt x="879348" y="3104579"/>
                </a:cubicBezTo>
                <a:lnTo>
                  <a:pt x="861727" y="3104579"/>
                </a:lnTo>
                <a:cubicBezTo>
                  <a:pt x="861727" y="3104579"/>
                  <a:pt x="861727" y="3099816"/>
                  <a:pt x="861727" y="3099816"/>
                </a:cubicBezTo>
                <a:close/>
                <a:moveTo>
                  <a:pt x="2825305" y="3557683"/>
                </a:moveTo>
                <a:cubicBezTo>
                  <a:pt x="2827973" y="3551777"/>
                  <a:pt x="2825305" y="3544729"/>
                  <a:pt x="2819400" y="3542062"/>
                </a:cubicBezTo>
                <a:cubicBezTo>
                  <a:pt x="2816543" y="3540728"/>
                  <a:pt x="2813304" y="3540633"/>
                  <a:pt x="2810351" y="3541776"/>
                </a:cubicBezTo>
                <a:cubicBezTo>
                  <a:pt x="2807399" y="3542919"/>
                  <a:pt x="2805017" y="3545110"/>
                  <a:pt x="2803779" y="3547967"/>
                </a:cubicBezTo>
                <a:cubicBezTo>
                  <a:pt x="2802446" y="3550825"/>
                  <a:pt x="2802350" y="3554063"/>
                  <a:pt x="2803493" y="3557016"/>
                </a:cubicBezTo>
                <a:cubicBezTo>
                  <a:pt x="2804636" y="3559969"/>
                  <a:pt x="2806827" y="3562350"/>
                  <a:pt x="2809685" y="3563588"/>
                </a:cubicBezTo>
                <a:cubicBezTo>
                  <a:pt x="2810542" y="3563969"/>
                  <a:pt x="2811399" y="3564255"/>
                  <a:pt x="2812256" y="3564446"/>
                </a:cubicBezTo>
                <a:lnTo>
                  <a:pt x="2812542" y="3649218"/>
                </a:lnTo>
                <a:lnTo>
                  <a:pt x="2878931" y="3709988"/>
                </a:lnTo>
                <a:cubicBezTo>
                  <a:pt x="2878741" y="3710559"/>
                  <a:pt x="2878550" y="3711130"/>
                  <a:pt x="2878550" y="3711797"/>
                </a:cubicBezTo>
                <a:lnTo>
                  <a:pt x="2878550" y="3719417"/>
                </a:lnTo>
                <a:cubicBezTo>
                  <a:pt x="2878550" y="3722751"/>
                  <a:pt x="2881217" y="3725418"/>
                  <a:pt x="2884551" y="3725418"/>
                </a:cubicBezTo>
                <a:lnTo>
                  <a:pt x="2904839" y="3725418"/>
                </a:lnTo>
                <a:cubicBezTo>
                  <a:pt x="2908173" y="3725418"/>
                  <a:pt x="2910840" y="3722751"/>
                  <a:pt x="2910840" y="3719417"/>
                </a:cubicBezTo>
                <a:lnTo>
                  <a:pt x="2910840" y="3711797"/>
                </a:lnTo>
                <a:cubicBezTo>
                  <a:pt x="2910840" y="3708463"/>
                  <a:pt x="2908173" y="3705797"/>
                  <a:pt x="2904839" y="3705797"/>
                </a:cubicBezTo>
                <a:lnTo>
                  <a:pt x="2884551" y="3705797"/>
                </a:lnTo>
                <a:cubicBezTo>
                  <a:pt x="2883599" y="3705797"/>
                  <a:pt x="2882742" y="3706082"/>
                  <a:pt x="2881979" y="3706463"/>
                </a:cubicBezTo>
                <a:lnTo>
                  <a:pt x="2817305" y="3647218"/>
                </a:lnTo>
                <a:lnTo>
                  <a:pt x="2817019" y="3564446"/>
                </a:lnTo>
                <a:cubicBezTo>
                  <a:pt x="2820543" y="3563684"/>
                  <a:pt x="2823686" y="3561398"/>
                  <a:pt x="2825305" y="3557873"/>
                </a:cubicBezTo>
                <a:close/>
                <a:moveTo>
                  <a:pt x="2883313" y="3711702"/>
                </a:moveTo>
                <a:cubicBezTo>
                  <a:pt x="2883313" y="3711035"/>
                  <a:pt x="2883884" y="3710464"/>
                  <a:pt x="2884551" y="3710464"/>
                </a:cubicBezTo>
                <a:lnTo>
                  <a:pt x="2904839" y="3710464"/>
                </a:lnTo>
                <a:cubicBezTo>
                  <a:pt x="2905506" y="3710464"/>
                  <a:pt x="2906078" y="3711035"/>
                  <a:pt x="2906078" y="3711702"/>
                </a:cubicBezTo>
                <a:lnTo>
                  <a:pt x="2906078" y="3719322"/>
                </a:lnTo>
                <a:cubicBezTo>
                  <a:pt x="2906078" y="3719989"/>
                  <a:pt x="2905506" y="3720560"/>
                  <a:pt x="2904839" y="3720560"/>
                </a:cubicBezTo>
                <a:lnTo>
                  <a:pt x="2884551" y="3720560"/>
                </a:lnTo>
                <a:cubicBezTo>
                  <a:pt x="2883884" y="3720560"/>
                  <a:pt x="2883313" y="3719989"/>
                  <a:pt x="2883313" y="3719322"/>
                </a:cubicBezTo>
                <a:lnTo>
                  <a:pt x="2883313" y="3711702"/>
                </a:lnTo>
                <a:close/>
                <a:moveTo>
                  <a:pt x="2820924" y="3555683"/>
                </a:moveTo>
                <a:cubicBezTo>
                  <a:pt x="2819305" y="3559207"/>
                  <a:pt x="2815114" y="3560826"/>
                  <a:pt x="2811590" y="3559207"/>
                </a:cubicBezTo>
                <a:cubicBezTo>
                  <a:pt x="2809875" y="3558445"/>
                  <a:pt x="2808542" y="3557016"/>
                  <a:pt x="2807875" y="3555302"/>
                </a:cubicBezTo>
                <a:cubicBezTo>
                  <a:pt x="2807208" y="3553492"/>
                  <a:pt x="2807303" y="3551587"/>
                  <a:pt x="2808065" y="3549872"/>
                </a:cubicBezTo>
                <a:lnTo>
                  <a:pt x="2808065" y="3549872"/>
                </a:lnTo>
                <a:cubicBezTo>
                  <a:pt x="2808827" y="3548158"/>
                  <a:pt x="2810256" y="3546824"/>
                  <a:pt x="2811971" y="3546158"/>
                </a:cubicBezTo>
                <a:cubicBezTo>
                  <a:pt x="2812828" y="3545872"/>
                  <a:pt x="2813590" y="3545681"/>
                  <a:pt x="2814447" y="3545681"/>
                </a:cubicBezTo>
                <a:cubicBezTo>
                  <a:pt x="2815400" y="3545681"/>
                  <a:pt x="2816447" y="3545872"/>
                  <a:pt x="2817400" y="3546348"/>
                </a:cubicBezTo>
                <a:cubicBezTo>
                  <a:pt x="2820924" y="3547967"/>
                  <a:pt x="2822543" y="3552159"/>
                  <a:pt x="2820924" y="3555683"/>
                </a:cubicBezTo>
                <a:close/>
                <a:moveTo>
                  <a:pt x="836486" y="1576197"/>
                </a:moveTo>
                <a:cubicBezTo>
                  <a:pt x="842296" y="1576197"/>
                  <a:pt x="846963" y="1571911"/>
                  <a:pt x="848106" y="1566482"/>
                </a:cubicBezTo>
                <a:lnTo>
                  <a:pt x="972122" y="1566863"/>
                </a:lnTo>
                <a:lnTo>
                  <a:pt x="1003173" y="1541907"/>
                </a:lnTo>
                <a:lnTo>
                  <a:pt x="1145572" y="1542288"/>
                </a:lnTo>
                <a:lnTo>
                  <a:pt x="1175290" y="1570196"/>
                </a:lnTo>
                <a:lnTo>
                  <a:pt x="1248442" y="1570006"/>
                </a:lnTo>
                <a:cubicBezTo>
                  <a:pt x="1249585" y="1575530"/>
                  <a:pt x="1254252" y="1579721"/>
                  <a:pt x="1260062" y="1579721"/>
                </a:cubicBezTo>
                <a:cubicBezTo>
                  <a:pt x="1265873" y="1579721"/>
                  <a:pt x="1270540" y="1575435"/>
                  <a:pt x="1271683" y="1570006"/>
                </a:cubicBezTo>
                <a:lnTo>
                  <a:pt x="1417415" y="1570006"/>
                </a:lnTo>
                <a:lnTo>
                  <a:pt x="1441418" y="1546479"/>
                </a:lnTo>
                <a:lnTo>
                  <a:pt x="1441418" y="1445419"/>
                </a:lnTo>
                <a:lnTo>
                  <a:pt x="1488948" y="1398746"/>
                </a:lnTo>
                <a:cubicBezTo>
                  <a:pt x="1490186" y="1399985"/>
                  <a:pt x="1491615" y="1400937"/>
                  <a:pt x="1493330" y="1401509"/>
                </a:cubicBezTo>
                <a:cubicBezTo>
                  <a:pt x="1494663" y="1401985"/>
                  <a:pt x="1495997" y="1402175"/>
                  <a:pt x="1497330" y="1402175"/>
                </a:cubicBezTo>
                <a:cubicBezTo>
                  <a:pt x="1499140" y="1402175"/>
                  <a:pt x="1500950" y="1401794"/>
                  <a:pt x="1502569" y="1400937"/>
                </a:cubicBezTo>
                <a:cubicBezTo>
                  <a:pt x="1508570" y="1398080"/>
                  <a:pt x="1511141" y="1390745"/>
                  <a:pt x="1508284" y="1384745"/>
                </a:cubicBezTo>
                <a:cubicBezTo>
                  <a:pt x="1506855" y="1381792"/>
                  <a:pt x="1504378" y="1379601"/>
                  <a:pt x="1501331" y="1378553"/>
                </a:cubicBezTo>
                <a:cubicBezTo>
                  <a:pt x="1498282" y="1377506"/>
                  <a:pt x="1494949" y="1377696"/>
                  <a:pt x="1492091" y="1379030"/>
                </a:cubicBezTo>
                <a:cubicBezTo>
                  <a:pt x="1489139" y="1380458"/>
                  <a:pt x="1486948" y="1382935"/>
                  <a:pt x="1485900" y="1385983"/>
                </a:cubicBezTo>
                <a:cubicBezTo>
                  <a:pt x="1484852" y="1388840"/>
                  <a:pt x="1485043" y="1391888"/>
                  <a:pt x="1486281" y="1394651"/>
                </a:cubicBezTo>
                <a:lnTo>
                  <a:pt x="1436656" y="1443323"/>
                </a:lnTo>
                <a:lnTo>
                  <a:pt x="1436656" y="1544384"/>
                </a:lnTo>
                <a:lnTo>
                  <a:pt x="1415510" y="1565148"/>
                </a:lnTo>
                <a:lnTo>
                  <a:pt x="1271778" y="1565148"/>
                </a:lnTo>
                <a:cubicBezTo>
                  <a:pt x="1270635" y="1559624"/>
                  <a:pt x="1265968" y="1555432"/>
                  <a:pt x="1260157" y="1555432"/>
                </a:cubicBezTo>
                <a:cubicBezTo>
                  <a:pt x="1254347" y="1555432"/>
                  <a:pt x="1249680" y="1559719"/>
                  <a:pt x="1248537" y="1565148"/>
                </a:cubicBezTo>
                <a:lnTo>
                  <a:pt x="1177195" y="1565339"/>
                </a:lnTo>
                <a:lnTo>
                  <a:pt x="1147477" y="1537430"/>
                </a:lnTo>
                <a:lnTo>
                  <a:pt x="1002411" y="1537049"/>
                </a:lnTo>
                <a:lnTo>
                  <a:pt x="1001554" y="1537049"/>
                </a:lnTo>
                <a:lnTo>
                  <a:pt x="970502" y="1562005"/>
                </a:lnTo>
                <a:lnTo>
                  <a:pt x="848201" y="1561624"/>
                </a:lnTo>
                <a:cubicBezTo>
                  <a:pt x="847058" y="1556099"/>
                  <a:pt x="842391" y="1551813"/>
                  <a:pt x="836581" y="1551813"/>
                </a:cubicBezTo>
                <a:cubicBezTo>
                  <a:pt x="829913" y="1551813"/>
                  <a:pt x="824484" y="1557242"/>
                  <a:pt x="824484" y="1563910"/>
                </a:cubicBezTo>
                <a:cubicBezTo>
                  <a:pt x="824484" y="1570577"/>
                  <a:pt x="829913" y="1576007"/>
                  <a:pt x="836581" y="1576007"/>
                </a:cubicBezTo>
                <a:close/>
                <a:moveTo>
                  <a:pt x="1490472" y="1387507"/>
                </a:moveTo>
                <a:cubicBezTo>
                  <a:pt x="1491139" y="1385602"/>
                  <a:pt x="1492472" y="1384173"/>
                  <a:pt x="1494282" y="1383316"/>
                </a:cubicBezTo>
                <a:cubicBezTo>
                  <a:pt x="1495330" y="1382840"/>
                  <a:pt x="1496378" y="1382554"/>
                  <a:pt x="1497425" y="1382554"/>
                </a:cubicBezTo>
                <a:cubicBezTo>
                  <a:pt x="1500188" y="1382554"/>
                  <a:pt x="1502855" y="1384078"/>
                  <a:pt x="1504093" y="1386745"/>
                </a:cubicBezTo>
                <a:cubicBezTo>
                  <a:pt x="1505807" y="1390460"/>
                  <a:pt x="1504283" y="1394841"/>
                  <a:pt x="1500664" y="1396556"/>
                </a:cubicBezTo>
                <a:cubicBezTo>
                  <a:pt x="1496949" y="1398270"/>
                  <a:pt x="1492568" y="1396746"/>
                  <a:pt x="1490853" y="1393127"/>
                </a:cubicBezTo>
                <a:cubicBezTo>
                  <a:pt x="1489996" y="1391317"/>
                  <a:pt x="1489901" y="1389317"/>
                  <a:pt x="1490567" y="1387507"/>
                </a:cubicBezTo>
                <a:close/>
                <a:moveTo>
                  <a:pt x="1260157" y="1560100"/>
                </a:moveTo>
                <a:cubicBezTo>
                  <a:pt x="1264253" y="1560100"/>
                  <a:pt x="1267492" y="1563434"/>
                  <a:pt x="1267492" y="1567434"/>
                </a:cubicBezTo>
                <a:cubicBezTo>
                  <a:pt x="1267492" y="1571435"/>
                  <a:pt x="1264158" y="1574768"/>
                  <a:pt x="1260157" y="1574768"/>
                </a:cubicBezTo>
                <a:cubicBezTo>
                  <a:pt x="1256157" y="1574768"/>
                  <a:pt x="1252823" y="1571435"/>
                  <a:pt x="1252823" y="1567434"/>
                </a:cubicBezTo>
                <a:cubicBezTo>
                  <a:pt x="1252823" y="1563434"/>
                  <a:pt x="1256157" y="1560100"/>
                  <a:pt x="1260157" y="1560100"/>
                </a:cubicBezTo>
                <a:close/>
                <a:moveTo>
                  <a:pt x="836486" y="1556671"/>
                </a:moveTo>
                <a:cubicBezTo>
                  <a:pt x="840581" y="1556671"/>
                  <a:pt x="843820" y="1560005"/>
                  <a:pt x="843820" y="1564005"/>
                </a:cubicBezTo>
                <a:cubicBezTo>
                  <a:pt x="843820" y="1568006"/>
                  <a:pt x="840486" y="1571339"/>
                  <a:pt x="836486" y="1571339"/>
                </a:cubicBezTo>
                <a:cubicBezTo>
                  <a:pt x="832485" y="1571339"/>
                  <a:pt x="829151" y="1568006"/>
                  <a:pt x="829151" y="1564005"/>
                </a:cubicBezTo>
                <a:cubicBezTo>
                  <a:pt x="829151" y="1560005"/>
                  <a:pt x="832485" y="1556671"/>
                  <a:pt x="836486" y="1556671"/>
                </a:cubicBezTo>
                <a:close/>
                <a:moveTo>
                  <a:pt x="830104" y="1614202"/>
                </a:moveTo>
                <a:lnTo>
                  <a:pt x="843058" y="1614202"/>
                </a:lnTo>
                <a:cubicBezTo>
                  <a:pt x="845820" y="1614202"/>
                  <a:pt x="848106" y="1611916"/>
                  <a:pt x="848106" y="1609153"/>
                </a:cubicBezTo>
                <a:lnTo>
                  <a:pt x="848106" y="1604010"/>
                </a:lnTo>
                <a:lnTo>
                  <a:pt x="991838" y="1604010"/>
                </a:lnTo>
                <a:lnTo>
                  <a:pt x="1016794" y="1581150"/>
                </a:lnTo>
                <a:lnTo>
                  <a:pt x="1134428" y="1581150"/>
                </a:lnTo>
                <a:lnTo>
                  <a:pt x="1159002" y="1606296"/>
                </a:lnTo>
                <a:lnTo>
                  <a:pt x="1204627" y="1606296"/>
                </a:lnTo>
                <a:lnTo>
                  <a:pt x="1204627" y="1601534"/>
                </a:lnTo>
                <a:lnTo>
                  <a:pt x="1161002" y="1601534"/>
                </a:lnTo>
                <a:lnTo>
                  <a:pt x="1136428" y="1576388"/>
                </a:lnTo>
                <a:lnTo>
                  <a:pt x="1014889" y="1576388"/>
                </a:lnTo>
                <a:lnTo>
                  <a:pt x="989933" y="1599248"/>
                </a:lnTo>
                <a:lnTo>
                  <a:pt x="848011" y="1599248"/>
                </a:lnTo>
                <a:lnTo>
                  <a:pt x="848011" y="1596200"/>
                </a:lnTo>
                <a:cubicBezTo>
                  <a:pt x="848011" y="1593437"/>
                  <a:pt x="845725" y="1591151"/>
                  <a:pt x="842963" y="1591151"/>
                </a:cubicBezTo>
                <a:lnTo>
                  <a:pt x="830009" y="1591151"/>
                </a:lnTo>
                <a:cubicBezTo>
                  <a:pt x="827246" y="1591151"/>
                  <a:pt x="824960" y="1593437"/>
                  <a:pt x="824960" y="1596200"/>
                </a:cubicBezTo>
                <a:lnTo>
                  <a:pt x="824960" y="1609153"/>
                </a:lnTo>
                <a:cubicBezTo>
                  <a:pt x="824960" y="1611916"/>
                  <a:pt x="827246" y="1614202"/>
                  <a:pt x="830009" y="1614202"/>
                </a:cubicBezTo>
                <a:close/>
                <a:moveTo>
                  <a:pt x="830104" y="1595914"/>
                </a:moveTo>
                <a:lnTo>
                  <a:pt x="843344" y="1596200"/>
                </a:lnTo>
                <a:lnTo>
                  <a:pt x="843344" y="1609153"/>
                </a:lnTo>
                <a:cubicBezTo>
                  <a:pt x="843344" y="1609153"/>
                  <a:pt x="843248" y="1609439"/>
                  <a:pt x="843058" y="1609439"/>
                </a:cubicBezTo>
                <a:lnTo>
                  <a:pt x="829818" y="1609153"/>
                </a:lnTo>
                <a:lnTo>
                  <a:pt x="830104" y="1595914"/>
                </a:lnTo>
                <a:close/>
                <a:moveTo>
                  <a:pt x="827342" y="1686401"/>
                </a:moveTo>
                <a:lnTo>
                  <a:pt x="827342" y="1673447"/>
                </a:lnTo>
                <a:cubicBezTo>
                  <a:pt x="827342" y="1671923"/>
                  <a:pt x="828580" y="1670780"/>
                  <a:pt x="830009" y="1670780"/>
                </a:cubicBezTo>
                <a:lnTo>
                  <a:pt x="842963" y="1670780"/>
                </a:lnTo>
                <a:cubicBezTo>
                  <a:pt x="844487" y="1670780"/>
                  <a:pt x="845629" y="1672019"/>
                  <a:pt x="845629" y="1673447"/>
                </a:cubicBezTo>
                <a:lnTo>
                  <a:pt x="845629" y="1677543"/>
                </a:lnTo>
                <a:lnTo>
                  <a:pt x="1028795" y="1677543"/>
                </a:lnTo>
                <a:lnTo>
                  <a:pt x="1058799" y="1652302"/>
                </a:lnTo>
                <a:lnTo>
                  <a:pt x="1115949" y="1652302"/>
                </a:lnTo>
                <a:cubicBezTo>
                  <a:pt x="1115949" y="1652302"/>
                  <a:pt x="1140524" y="1677448"/>
                  <a:pt x="1140524" y="1677448"/>
                </a:cubicBezTo>
                <a:lnTo>
                  <a:pt x="1205103" y="1677448"/>
                </a:lnTo>
                <a:cubicBezTo>
                  <a:pt x="1206151" y="1673257"/>
                  <a:pt x="1209866" y="1670114"/>
                  <a:pt x="1214342" y="1670114"/>
                </a:cubicBezTo>
                <a:cubicBezTo>
                  <a:pt x="1219772" y="1670114"/>
                  <a:pt x="1224058" y="1674495"/>
                  <a:pt x="1224058" y="1679829"/>
                </a:cubicBezTo>
                <a:cubicBezTo>
                  <a:pt x="1224058" y="1685163"/>
                  <a:pt x="1219676" y="1689545"/>
                  <a:pt x="1214342" y="1689545"/>
                </a:cubicBezTo>
                <a:cubicBezTo>
                  <a:pt x="1209770" y="1689545"/>
                  <a:pt x="1206151" y="1686401"/>
                  <a:pt x="1205103" y="1682210"/>
                </a:cubicBezTo>
                <a:lnTo>
                  <a:pt x="1138523" y="1682210"/>
                </a:lnTo>
                <a:lnTo>
                  <a:pt x="1113949" y="1657064"/>
                </a:lnTo>
                <a:lnTo>
                  <a:pt x="1060609" y="1657064"/>
                </a:lnTo>
                <a:cubicBezTo>
                  <a:pt x="1060609" y="1657064"/>
                  <a:pt x="1030605" y="1682306"/>
                  <a:pt x="1030605" y="1682306"/>
                </a:cubicBezTo>
                <a:lnTo>
                  <a:pt x="845629" y="1682306"/>
                </a:lnTo>
                <a:lnTo>
                  <a:pt x="845629" y="1686306"/>
                </a:lnTo>
                <a:cubicBezTo>
                  <a:pt x="845629" y="1687830"/>
                  <a:pt x="844391" y="1688973"/>
                  <a:pt x="842963" y="1688973"/>
                </a:cubicBezTo>
                <a:lnTo>
                  <a:pt x="830009" y="1688973"/>
                </a:lnTo>
                <a:cubicBezTo>
                  <a:pt x="828485" y="1688973"/>
                  <a:pt x="827342" y="1687735"/>
                  <a:pt x="827342" y="1686306"/>
                </a:cubicBezTo>
                <a:close/>
                <a:moveTo>
                  <a:pt x="3084957" y="437483"/>
                </a:moveTo>
                <a:cubicBezTo>
                  <a:pt x="3083052" y="434435"/>
                  <a:pt x="3080099" y="432245"/>
                  <a:pt x="3076575" y="431483"/>
                </a:cubicBezTo>
                <a:cubicBezTo>
                  <a:pt x="3073051" y="430625"/>
                  <a:pt x="3069431" y="431292"/>
                  <a:pt x="3066384" y="433197"/>
                </a:cubicBezTo>
                <a:cubicBezTo>
                  <a:pt x="3063335" y="435102"/>
                  <a:pt x="3061240" y="438055"/>
                  <a:pt x="3060383" y="441579"/>
                </a:cubicBezTo>
                <a:cubicBezTo>
                  <a:pt x="3059525" y="445103"/>
                  <a:pt x="3060192" y="448723"/>
                  <a:pt x="3062097" y="451771"/>
                </a:cubicBezTo>
                <a:cubicBezTo>
                  <a:pt x="3064669" y="455867"/>
                  <a:pt x="3069050" y="458153"/>
                  <a:pt x="3073527" y="458153"/>
                </a:cubicBezTo>
                <a:cubicBezTo>
                  <a:pt x="3075909" y="458153"/>
                  <a:pt x="3078385" y="457486"/>
                  <a:pt x="3080576" y="456152"/>
                </a:cubicBezTo>
                <a:cubicBezTo>
                  <a:pt x="3081528" y="455581"/>
                  <a:pt x="3082195" y="454724"/>
                  <a:pt x="3082957" y="453962"/>
                </a:cubicBezTo>
                <a:lnTo>
                  <a:pt x="3109627" y="479393"/>
                </a:lnTo>
                <a:lnTo>
                  <a:pt x="3109627" y="610743"/>
                </a:lnTo>
                <a:lnTo>
                  <a:pt x="3114675" y="616839"/>
                </a:lnTo>
                <a:lnTo>
                  <a:pt x="3114675" y="609410"/>
                </a:lnTo>
                <a:lnTo>
                  <a:pt x="3114389" y="609029"/>
                </a:lnTo>
                <a:lnTo>
                  <a:pt x="3114389" y="477393"/>
                </a:lnTo>
                <a:lnTo>
                  <a:pt x="3085624" y="449961"/>
                </a:lnTo>
                <a:cubicBezTo>
                  <a:pt x="3085910" y="449199"/>
                  <a:pt x="3086386" y="448628"/>
                  <a:pt x="3086576" y="447865"/>
                </a:cubicBezTo>
                <a:cubicBezTo>
                  <a:pt x="3087434" y="444341"/>
                  <a:pt x="3086767" y="440722"/>
                  <a:pt x="3084862" y="437674"/>
                </a:cubicBezTo>
                <a:close/>
                <a:moveTo>
                  <a:pt x="3082004" y="446627"/>
                </a:moveTo>
                <a:cubicBezTo>
                  <a:pt x="3081433" y="448913"/>
                  <a:pt x="3080099" y="450818"/>
                  <a:pt x="3078099" y="452057"/>
                </a:cubicBezTo>
                <a:cubicBezTo>
                  <a:pt x="3076099" y="453295"/>
                  <a:pt x="3073813" y="453676"/>
                  <a:pt x="3071527" y="453104"/>
                </a:cubicBezTo>
                <a:cubicBezTo>
                  <a:pt x="3069241" y="452533"/>
                  <a:pt x="3067336" y="451199"/>
                  <a:pt x="3066098" y="449199"/>
                </a:cubicBezTo>
                <a:cubicBezTo>
                  <a:pt x="3064859" y="447199"/>
                  <a:pt x="3064478" y="444913"/>
                  <a:pt x="3065050" y="442627"/>
                </a:cubicBezTo>
                <a:cubicBezTo>
                  <a:pt x="3065621" y="440341"/>
                  <a:pt x="3066955" y="438436"/>
                  <a:pt x="3068955" y="437198"/>
                </a:cubicBezTo>
                <a:cubicBezTo>
                  <a:pt x="3070384" y="436340"/>
                  <a:pt x="3071908" y="435864"/>
                  <a:pt x="3073527" y="435864"/>
                </a:cubicBezTo>
                <a:cubicBezTo>
                  <a:pt x="3074194" y="435864"/>
                  <a:pt x="3074861" y="435864"/>
                  <a:pt x="3075527" y="436055"/>
                </a:cubicBezTo>
                <a:cubicBezTo>
                  <a:pt x="3077813" y="436626"/>
                  <a:pt x="3079718" y="437960"/>
                  <a:pt x="3080957" y="439960"/>
                </a:cubicBezTo>
                <a:cubicBezTo>
                  <a:pt x="3082195" y="441960"/>
                  <a:pt x="3082576" y="444246"/>
                  <a:pt x="3082004" y="446532"/>
                </a:cubicBezTo>
                <a:close/>
                <a:moveTo>
                  <a:pt x="3113437" y="4140518"/>
                </a:moveTo>
                <a:cubicBezTo>
                  <a:pt x="3112675" y="4137660"/>
                  <a:pt x="3110865" y="4135374"/>
                  <a:pt x="3108293" y="4133850"/>
                </a:cubicBezTo>
                <a:cubicBezTo>
                  <a:pt x="3105722" y="4132421"/>
                  <a:pt x="3102769" y="4131945"/>
                  <a:pt x="3100007" y="4132707"/>
                </a:cubicBezTo>
                <a:cubicBezTo>
                  <a:pt x="3097149" y="4133469"/>
                  <a:pt x="3094863" y="4135279"/>
                  <a:pt x="3093339" y="4137851"/>
                </a:cubicBezTo>
                <a:cubicBezTo>
                  <a:pt x="3091910" y="4140422"/>
                  <a:pt x="3091529" y="4143375"/>
                  <a:pt x="3092196" y="4146137"/>
                </a:cubicBezTo>
                <a:cubicBezTo>
                  <a:pt x="3092958" y="4148995"/>
                  <a:pt x="3094768" y="4151281"/>
                  <a:pt x="3097340" y="4152805"/>
                </a:cubicBezTo>
                <a:cubicBezTo>
                  <a:pt x="3099054" y="4153757"/>
                  <a:pt x="3100959" y="4154234"/>
                  <a:pt x="3102769" y="4154234"/>
                </a:cubicBezTo>
                <a:cubicBezTo>
                  <a:pt x="3104579" y="4154234"/>
                  <a:pt x="3106579" y="4153757"/>
                  <a:pt x="3108198" y="4152805"/>
                </a:cubicBezTo>
                <a:lnTo>
                  <a:pt x="3114675" y="4159472"/>
                </a:lnTo>
                <a:lnTo>
                  <a:pt x="3114675" y="4152614"/>
                </a:lnTo>
                <a:lnTo>
                  <a:pt x="3111722" y="4149567"/>
                </a:lnTo>
                <a:cubicBezTo>
                  <a:pt x="3111722" y="4149567"/>
                  <a:pt x="3112103" y="4149090"/>
                  <a:pt x="3112294" y="4148804"/>
                </a:cubicBezTo>
                <a:cubicBezTo>
                  <a:pt x="3113723" y="4146233"/>
                  <a:pt x="3114104" y="4143280"/>
                  <a:pt x="3113437" y="4140518"/>
                </a:cubicBezTo>
                <a:close/>
                <a:moveTo>
                  <a:pt x="3108293" y="4146423"/>
                </a:moveTo>
                <a:cubicBezTo>
                  <a:pt x="3106579" y="4149376"/>
                  <a:pt x="3102769" y="4150424"/>
                  <a:pt x="3099816" y="4148709"/>
                </a:cubicBezTo>
                <a:cubicBezTo>
                  <a:pt x="3098387" y="4147852"/>
                  <a:pt x="3097340" y="4146518"/>
                  <a:pt x="3096959" y="4144994"/>
                </a:cubicBezTo>
                <a:cubicBezTo>
                  <a:pt x="3096578" y="4143375"/>
                  <a:pt x="3096768" y="4141756"/>
                  <a:pt x="3097530" y="4140327"/>
                </a:cubicBezTo>
                <a:cubicBezTo>
                  <a:pt x="3098387" y="4138898"/>
                  <a:pt x="3099721" y="4137851"/>
                  <a:pt x="3101245" y="4137470"/>
                </a:cubicBezTo>
                <a:cubicBezTo>
                  <a:pt x="3101817" y="4137279"/>
                  <a:pt x="3102293" y="4137279"/>
                  <a:pt x="3102864" y="4137279"/>
                </a:cubicBezTo>
                <a:cubicBezTo>
                  <a:pt x="3103912" y="4137279"/>
                  <a:pt x="3104960" y="4137565"/>
                  <a:pt x="3105912" y="4138136"/>
                </a:cubicBezTo>
                <a:cubicBezTo>
                  <a:pt x="3107341" y="4138994"/>
                  <a:pt x="3108388" y="4140327"/>
                  <a:pt x="3108770" y="4141851"/>
                </a:cubicBezTo>
                <a:cubicBezTo>
                  <a:pt x="3109246" y="4143470"/>
                  <a:pt x="3108960" y="4145090"/>
                  <a:pt x="3108198" y="4146518"/>
                </a:cubicBezTo>
                <a:close/>
                <a:moveTo>
                  <a:pt x="3026474" y="3886962"/>
                </a:moveTo>
                <a:lnTo>
                  <a:pt x="3016568" y="3886962"/>
                </a:lnTo>
                <a:cubicBezTo>
                  <a:pt x="3013138" y="3886962"/>
                  <a:pt x="3010281" y="3889724"/>
                  <a:pt x="3010281" y="3893249"/>
                </a:cubicBezTo>
                <a:lnTo>
                  <a:pt x="3010281" y="3903155"/>
                </a:lnTo>
                <a:cubicBezTo>
                  <a:pt x="3010281" y="3906584"/>
                  <a:pt x="3013043" y="3909441"/>
                  <a:pt x="3016568" y="3909441"/>
                </a:cubicBezTo>
                <a:lnTo>
                  <a:pt x="3026474" y="3909441"/>
                </a:lnTo>
                <a:cubicBezTo>
                  <a:pt x="3029903" y="3909441"/>
                  <a:pt x="3032760" y="3906679"/>
                  <a:pt x="3032760" y="3903155"/>
                </a:cubicBezTo>
                <a:lnTo>
                  <a:pt x="3032760" y="3900202"/>
                </a:lnTo>
                <a:lnTo>
                  <a:pt x="3090291" y="3900202"/>
                </a:lnTo>
                <a:lnTo>
                  <a:pt x="3108008" y="3884676"/>
                </a:lnTo>
                <a:lnTo>
                  <a:pt x="3114770" y="3884676"/>
                </a:lnTo>
                <a:lnTo>
                  <a:pt x="3114770" y="3879913"/>
                </a:lnTo>
                <a:lnTo>
                  <a:pt x="3106198" y="3879913"/>
                </a:lnTo>
                <a:lnTo>
                  <a:pt x="3088481" y="3895439"/>
                </a:lnTo>
                <a:lnTo>
                  <a:pt x="3032760" y="3895439"/>
                </a:lnTo>
                <a:lnTo>
                  <a:pt x="3032760" y="3893153"/>
                </a:lnTo>
                <a:cubicBezTo>
                  <a:pt x="3032760" y="3889724"/>
                  <a:pt x="3029998" y="3886867"/>
                  <a:pt x="3026474" y="3886867"/>
                </a:cubicBezTo>
                <a:close/>
                <a:moveTo>
                  <a:pt x="3027998" y="3903155"/>
                </a:moveTo>
                <a:cubicBezTo>
                  <a:pt x="3027998" y="3904012"/>
                  <a:pt x="3027331" y="3904679"/>
                  <a:pt x="3026474" y="3904679"/>
                </a:cubicBezTo>
                <a:lnTo>
                  <a:pt x="3016568" y="3904679"/>
                </a:lnTo>
                <a:cubicBezTo>
                  <a:pt x="3015710" y="3904679"/>
                  <a:pt x="3015044" y="3904012"/>
                  <a:pt x="3015044" y="3903155"/>
                </a:cubicBezTo>
                <a:lnTo>
                  <a:pt x="3015044" y="3893249"/>
                </a:lnTo>
                <a:cubicBezTo>
                  <a:pt x="3015044" y="3892392"/>
                  <a:pt x="3015710" y="3891725"/>
                  <a:pt x="3016568" y="3891725"/>
                </a:cubicBezTo>
                <a:lnTo>
                  <a:pt x="3026474" y="3891725"/>
                </a:lnTo>
                <a:cubicBezTo>
                  <a:pt x="3027331" y="3891725"/>
                  <a:pt x="3027998" y="3892392"/>
                  <a:pt x="3027998" y="3893249"/>
                </a:cubicBezTo>
                <a:lnTo>
                  <a:pt x="3027998" y="3903155"/>
                </a:lnTo>
                <a:close/>
                <a:moveTo>
                  <a:pt x="836486" y="1651064"/>
                </a:moveTo>
                <a:cubicBezTo>
                  <a:pt x="840486" y="1651064"/>
                  <a:pt x="844010" y="1648587"/>
                  <a:pt x="845439" y="1645063"/>
                </a:cubicBezTo>
                <a:lnTo>
                  <a:pt x="1003840" y="1645349"/>
                </a:lnTo>
                <a:lnTo>
                  <a:pt x="1004697" y="1645349"/>
                </a:lnTo>
                <a:lnTo>
                  <a:pt x="1037939" y="1618488"/>
                </a:lnTo>
                <a:lnTo>
                  <a:pt x="1120807" y="1618012"/>
                </a:lnTo>
                <a:lnTo>
                  <a:pt x="1147191" y="1645063"/>
                </a:lnTo>
                <a:lnTo>
                  <a:pt x="1225201" y="1645349"/>
                </a:lnTo>
                <a:lnTo>
                  <a:pt x="1225201" y="1648301"/>
                </a:lnTo>
                <a:cubicBezTo>
                  <a:pt x="1225201" y="1651064"/>
                  <a:pt x="1227487" y="1653350"/>
                  <a:pt x="1230249" y="1653350"/>
                </a:cubicBezTo>
                <a:lnTo>
                  <a:pt x="1243203" y="1653350"/>
                </a:lnTo>
                <a:cubicBezTo>
                  <a:pt x="1245965" y="1653350"/>
                  <a:pt x="1248251" y="1651064"/>
                  <a:pt x="1248251" y="1648301"/>
                </a:cubicBezTo>
                <a:lnTo>
                  <a:pt x="1248251" y="1635347"/>
                </a:lnTo>
                <a:cubicBezTo>
                  <a:pt x="1248251" y="1632585"/>
                  <a:pt x="1245965" y="1630299"/>
                  <a:pt x="1243203" y="1630299"/>
                </a:cubicBezTo>
                <a:lnTo>
                  <a:pt x="1230249" y="1630299"/>
                </a:lnTo>
                <a:cubicBezTo>
                  <a:pt x="1227487" y="1630299"/>
                  <a:pt x="1225201" y="1632585"/>
                  <a:pt x="1225201" y="1635347"/>
                </a:cubicBezTo>
                <a:lnTo>
                  <a:pt x="1225201" y="1640491"/>
                </a:lnTo>
                <a:lnTo>
                  <a:pt x="1149287" y="1640205"/>
                </a:lnTo>
                <a:lnTo>
                  <a:pt x="1122902" y="1613154"/>
                </a:lnTo>
                <a:lnTo>
                  <a:pt x="1036320" y="1613630"/>
                </a:lnTo>
                <a:lnTo>
                  <a:pt x="1003078" y="1640491"/>
                </a:lnTo>
                <a:lnTo>
                  <a:pt x="846106" y="1640205"/>
                </a:lnTo>
                <a:cubicBezTo>
                  <a:pt x="845629" y="1635252"/>
                  <a:pt x="841629" y="1631442"/>
                  <a:pt x="836581" y="1631442"/>
                </a:cubicBezTo>
                <a:cubicBezTo>
                  <a:pt x="831152" y="1631442"/>
                  <a:pt x="826865" y="1635824"/>
                  <a:pt x="826865" y="1641157"/>
                </a:cubicBezTo>
                <a:cubicBezTo>
                  <a:pt x="826865" y="1646492"/>
                  <a:pt x="831247" y="1650873"/>
                  <a:pt x="836581" y="1650873"/>
                </a:cubicBezTo>
                <a:close/>
                <a:moveTo>
                  <a:pt x="1230249" y="1635157"/>
                </a:moveTo>
                <a:lnTo>
                  <a:pt x="1243489" y="1635443"/>
                </a:lnTo>
                <a:lnTo>
                  <a:pt x="1243489" y="1648397"/>
                </a:lnTo>
                <a:cubicBezTo>
                  <a:pt x="1243489" y="1648397"/>
                  <a:pt x="1243298" y="1648682"/>
                  <a:pt x="1243203" y="1648682"/>
                </a:cubicBezTo>
                <a:lnTo>
                  <a:pt x="1229963" y="1648397"/>
                </a:lnTo>
                <a:lnTo>
                  <a:pt x="1230249" y="1635157"/>
                </a:lnTo>
                <a:close/>
                <a:moveTo>
                  <a:pt x="826579" y="3099911"/>
                </a:moveTo>
                <a:lnTo>
                  <a:pt x="844201" y="3099911"/>
                </a:lnTo>
                <a:cubicBezTo>
                  <a:pt x="844201" y="3099911"/>
                  <a:pt x="844201" y="3104674"/>
                  <a:pt x="844201" y="3104674"/>
                </a:cubicBezTo>
                <a:lnTo>
                  <a:pt x="826579" y="3104674"/>
                </a:lnTo>
                <a:cubicBezTo>
                  <a:pt x="826579" y="3104674"/>
                  <a:pt x="826579" y="3099911"/>
                  <a:pt x="826579" y="3099911"/>
                </a:cubicBezTo>
                <a:close/>
                <a:moveTo>
                  <a:pt x="2929223" y="2659856"/>
                </a:moveTo>
                <a:lnTo>
                  <a:pt x="2909126" y="2659856"/>
                </a:lnTo>
                <a:cubicBezTo>
                  <a:pt x="2905792" y="2659856"/>
                  <a:pt x="2903125" y="2657189"/>
                  <a:pt x="2903125" y="2653855"/>
                </a:cubicBezTo>
                <a:lnTo>
                  <a:pt x="2903125" y="2633758"/>
                </a:lnTo>
                <a:cubicBezTo>
                  <a:pt x="2903125" y="2630424"/>
                  <a:pt x="2905792" y="2627757"/>
                  <a:pt x="2909126" y="2627757"/>
                </a:cubicBezTo>
                <a:lnTo>
                  <a:pt x="2929223" y="2627757"/>
                </a:lnTo>
                <a:cubicBezTo>
                  <a:pt x="2932557" y="2627757"/>
                  <a:pt x="2935224" y="2630424"/>
                  <a:pt x="2935224" y="2633758"/>
                </a:cubicBezTo>
                <a:lnTo>
                  <a:pt x="2935224" y="2653855"/>
                </a:lnTo>
                <a:cubicBezTo>
                  <a:pt x="2935224" y="2657189"/>
                  <a:pt x="2932557" y="2659856"/>
                  <a:pt x="2929223" y="2659856"/>
                </a:cubicBezTo>
                <a:close/>
                <a:moveTo>
                  <a:pt x="2297335" y="2979611"/>
                </a:moveTo>
                <a:lnTo>
                  <a:pt x="2297525" y="2998661"/>
                </a:lnTo>
                <a:lnTo>
                  <a:pt x="2292763" y="2998661"/>
                </a:lnTo>
                <a:cubicBezTo>
                  <a:pt x="2292763" y="2998661"/>
                  <a:pt x="2292572" y="2979611"/>
                  <a:pt x="2292572" y="2979611"/>
                </a:cubicBezTo>
                <a:lnTo>
                  <a:pt x="2297335" y="2979611"/>
                </a:lnTo>
                <a:close/>
                <a:moveTo>
                  <a:pt x="146114" y="2338197"/>
                </a:moveTo>
                <a:lnTo>
                  <a:pt x="188976" y="2303050"/>
                </a:lnTo>
                <a:lnTo>
                  <a:pt x="235172" y="2303050"/>
                </a:lnTo>
                <a:cubicBezTo>
                  <a:pt x="237077" y="2307812"/>
                  <a:pt x="241649" y="2311241"/>
                  <a:pt x="246983" y="2311241"/>
                </a:cubicBezTo>
                <a:cubicBezTo>
                  <a:pt x="254032" y="2311241"/>
                  <a:pt x="259747" y="2305431"/>
                  <a:pt x="259747" y="2298287"/>
                </a:cubicBezTo>
                <a:cubicBezTo>
                  <a:pt x="259747" y="2295430"/>
                  <a:pt x="258794" y="2292858"/>
                  <a:pt x="257270" y="2290667"/>
                </a:cubicBezTo>
                <a:lnTo>
                  <a:pt x="258413" y="2289524"/>
                </a:lnTo>
                <a:lnTo>
                  <a:pt x="255080" y="2286095"/>
                </a:lnTo>
                <a:lnTo>
                  <a:pt x="253746" y="2287334"/>
                </a:lnTo>
                <a:cubicBezTo>
                  <a:pt x="251746" y="2286000"/>
                  <a:pt x="249460" y="2285238"/>
                  <a:pt x="246888" y="2285238"/>
                </a:cubicBezTo>
                <a:cubicBezTo>
                  <a:pt x="241554" y="2285238"/>
                  <a:pt x="236982" y="2288667"/>
                  <a:pt x="235077" y="2293430"/>
                </a:cubicBezTo>
                <a:lnTo>
                  <a:pt x="185452" y="2293430"/>
                </a:lnTo>
                <a:lnTo>
                  <a:pt x="142589" y="2328577"/>
                </a:lnTo>
                <a:lnTo>
                  <a:pt x="95" y="2328577"/>
                </a:lnTo>
                <a:lnTo>
                  <a:pt x="95" y="2338102"/>
                </a:lnTo>
                <a:lnTo>
                  <a:pt x="146114" y="2338102"/>
                </a:lnTo>
                <a:close/>
                <a:moveTo>
                  <a:pt x="246983" y="2290096"/>
                </a:moveTo>
                <a:cubicBezTo>
                  <a:pt x="251365" y="2290096"/>
                  <a:pt x="254984" y="2293811"/>
                  <a:pt x="254984" y="2298287"/>
                </a:cubicBezTo>
                <a:cubicBezTo>
                  <a:pt x="254984" y="2302764"/>
                  <a:pt x="251365" y="2306479"/>
                  <a:pt x="246983" y="2306479"/>
                </a:cubicBezTo>
                <a:cubicBezTo>
                  <a:pt x="242602" y="2306479"/>
                  <a:pt x="238982" y="2302764"/>
                  <a:pt x="238982" y="2298287"/>
                </a:cubicBezTo>
                <a:cubicBezTo>
                  <a:pt x="238982" y="2293811"/>
                  <a:pt x="242602" y="2290096"/>
                  <a:pt x="246983" y="2290096"/>
                </a:cubicBezTo>
                <a:close/>
                <a:moveTo>
                  <a:pt x="2863977" y="2742057"/>
                </a:moveTo>
                <a:cubicBezTo>
                  <a:pt x="2863977" y="2742057"/>
                  <a:pt x="2864453" y="2741105"/>
                  <a:pt x="2864453" y="2740628"/>
                </a:cubicBezTo>
                <a:lnTo>
                  <a:pt x="2864453" y="2659856"/>
                </a:lnTo>
                <a:lnTo>
                  <a:pt x="2872073" y="2659856"/>
                </a:lnTo>
                <a:cubicBezTo>
                  <a:pt x="2875407" y="2659856"/>
                  <a:pt x="2878074" y="2657189"/>
                  <a:pt x="2878074" y="2653855"/>
                </a:cubicBezTo>
                <a:lnTo>
                  <a:pt x="2878074" y="2633758"/>
                </a:lnTo>
                <a:cubicBezTo>
                  <a:pt x="2878074" y="2630424"/>
                  <a:pt x="2875407" y="2627757"/>
                  <a:pt x="2872073" y="2627757"/>
                </a:cubicBezTo>
                <a:lnTo>
                  <a:pt x="2851976" y="2627757"/>
                </a:lnTo>
                <a:cubicBezTo>
                  <a:pt x="2848642" y="2627757"/>
                  <a:pt x="2845975" y="2630424"/>
                  <a:pt x="2845975" y="2633758"/>
                </a:cubicBezTo>
                <a:lnTo>
                  <a:pt x="2845975" y="2653855"/>
                </a:lnTo>
                <a:cubicBezTo>
                  <a:pt x="2845975" y="2657189"/>
                  <a:pt x="2848642" y="2659856"/>
                  <a:pt x="2851976" y="2659856"/>
                </a:cubicBezTo>
                <a:lnTo>
                  <a:pt x="2859596" y="2659856"/>
                </a:lnTo>
                <a:lnTo>
                  <a:pt x="2859596" y="2739867"/>
                </a:lnTo>
                <a:lnTo>
                  <a:pt x="2847975" y="2755392"/>
                </a:lnTo>
                <a:cubicBezTo>
                  <a:pt x="2847975" y="2755392"/>
                  <a:pt x="2847499" y="2756345"/>
                  <a:pt x="2847499" y="2756821"/>
                </a:cubicBezTo>
                <a:lnTo>
                  <a:pt x="2847309" y="2872264"/>
                </a:lnTo>
                <a:cubicBezTo>
                  <a:pt x="2847309" y="2872740"/>
                  <a:pt x="2847499" y="2873217"/>
                  <a:pt x="2847785" y="2873693"/>
                </a:cubicBezTo>
                <a:lnTo>
                  <a:pt x="2878074" y="2915412"/>
                </a:lnTo>
                <a:lnTo>
                  <a:pt x="2878741" y="3054382"/>
                </a:lnTo>
                <a:lnTo>
                  <a:pt x="2850166" y="3089720"/>
                </a:lnTo>
                <a:cubicBezTo>
                  <a:pt x="2850166" y="3089720"/>
                  <a:pt x="2849594" y="3090672"/>
                  <a:pt x="2849594" y="3091244"/>
                </a:cubicBezTo>
                <a:lnTo>
                  <a:pt x="2849975" y="3165634"/>
                </a:lnTo>
                <a:cubicBezTo>
                  <a:pt x="2849975" y="3166301"/>
                  <a:pt x="2850261" y="3166872"/>
                  <a:pt x="2850737" y="3167348"/>
                </a:cubicBezTo>
                <a:lnTo>
                  <a:pt x="2867311" y="3183446"/>
                </a:lnTo>
                <a:lnTo>
                  <a:pt x="2867311" y="3214497"/>
                </a:lnTo>
                <a:cubicBezTo>
                  <a:pt x="2865501" y="3214973"/>
                  <a:pt x="2863787" y="3215735"/>
                  <a:pt x="2862358" y="3217069"/>
                </a:cubicBezTo>
                <a:cubicBezTo>
                  <a:pt x="2860262" y="3219069"/>
                  <a:pt x="2859119" y="3221831"/>
                  <a:pt x="2859119" y="3224689"/>
                </a:cubicBezTo>
                <a:cubicBezTo>
                  <a:pt x="2859119" y="3227546"/>
                  <a:pt x="2860167" y="3230309"/>
                  <a:pt x="2862263" y="3232404"/>
                </a:cubicBezTo>
                <a:cubicBezTo>
                  <a:pt x="2864263" y="3234500"/>
                  <a:pt x="2867025" y="3235643"/>
                  <a:pt x="2869883" y="3235643"/>
                </a:cubicBezTo>
                <a:lnTo>
                  <a:pt x="2869978" y="3235643"/>
                </a:lnTo>
                <a:cubicBezTo>
                  <a:pt x="2872835" y="3235643"/>
                  <a:pt x="2875502" y="3234500"/>
                  <a:pt x="2877503" y="3232595"/>
                </a:cubicBezTo>
                <a:cubicBezTo>
                  <a:pt x="2879598" y="3230594"/>
                  <a:pt x="2880741" y="3227832"/>
                  <a:pt x="2880741" y="3224975"/>
                </a:cubicBezTo>
                <a:cubicBezTo>
                  <a:pt x="2880741" y="3222117"/>
                  <a:pt x="2879693" y="3219355"/>
                  <a:pt x="2877693" y="3217259"/>
                </a:cubicBezTo>
                <a:cubicBezTo>
                  <a:pt x="2876169" y="3215735"/>
                  <a:pt x="2874169" y="3214878"/>
                  <a:pt x="2872073" y="3214402"/>
                </a:cubicBezTo>
                <a:lnTo>
                  <a:pt x="2872073" y="3182398"/>
                </a:lnTo>
                <a:cubicBezTo>
                  <a:pt x="2872073" y="3181731"/>
                  <a:pt x="2871788" y="3181160"/>
                  <a:pt x="2871311" y="3180684"/>
                </a:cubicBezTo>
                <a:lnTo>
                  <a:pt x="2854738" y="3164586"/>
                </a:lnTo>
                <a:lnTo>
                  <a:pt x="2854357" y="3092005"/>
                </a:lnTo>
                <a:lnTo>
                  <a:pt x="2882932" y="3056668"/>
                </a:lnTo>
                <a:cubicBezTo>
                  <a:pt x="2882932" y="3056668"/>
                  <a:pt x="2883503" y="3055715"/>
                  <a:pt x="2883503" y="3055144"/>
                </a:cubicBezTo>
                <a:lnTo>
                  <a:pt x="2882837" y="2914555"/>
                </a:lnTo>
                <a:cubicBezTo>
                  <a:pt x="2882837" y="2914079"/>
                  <a:pt x="2882646" y="2913602"/>
                  <a:pt x="2882360" y="2913126"/>
                </a:cubicBezTo>
                <a:lnTo>
                  <a:pt x="2852071" y="2871407"/>
                </a:lnTo>
                <a:lnTo>
                  <a:pt x="2852261" y="2757488"/>
                </a:lnTo>
                <a:lnTo>
                  <a:pt x="2863882" y="2741962"/>
                </a:lnTo>
                <a:close/>
                <a:moveTo>
                  <a:pt x="2870168" y="3218784"/>
                </a:moveTo>
                <a:cubicBezTo>
                  <a:pt x="2873502" y="3218784"/>
                  <a:pt x="2876169" y="3221546"/>
                  <a:pt x="2876169" y="3224879"/>
                </a:cubicBezTo>
                <a:cubicBezTo>
                  <a:pt x="2876169" y="3226499"/>
                  <a:pt x="2875502" y="3228023"/>
                  <a:pt x="2874359" y="3229166"/>
                </a:cubicBezTo>
                <a:cubicBezTo>
                  <a:pt x="2873217" y="3230309"/>
                  <a:pt x="2871692" y="3230880"/>
                  <a:pt x="2870073" y="3230880"/>
                </a:cubicBezTo>
                <a:cubicBezTo>
                  <a:pt x="2866739" y="3230880"/>
                  <a:pt x="2864072" y="3228118"/>
                  <a:pt x="2864072" y="3224784"/>
                </a:cubicBezTo>
                <a:cubicBezTo>
                  <a:pt x="2864072" y="3221450"/>
                  <a:pt x="2866835" y="3218784"/>
                  <a:pt x="2870168" y="3218784"/>
                </a:cubicBezTo>
                <a:lnTo>
                  <a:pt x="2870168" y="3218784"/>
                </a:lnTo>
                <a:close/>
                <a:moveTo>
                  <a:pt x="2836164" y="3251454"/>
                </a:moveTo>
                <a:lnTo>
                  <a:pt x="2836164" y="3251454"/>
                </a:lnTo>
                <a:cubicBezTo>
                  <a:pt x="2830259" y="3251454"/>
                  <a:pt x="2825401" y="3256217"/>
                  <a:pt x="2825305" y="3262122"/>
                </a:cubicBezTo>
                <a:cubicBezTo>
                  <a:pt x="2825305" y="3264980"/>
                  <a:pt x="2826353" y="3267742"/>
                  <a:pt x="2828449" y="3269837"/>
                </a:cubicBezTo>
                <a:cubicBezTo>
                  <a:pt x="2830449" y="3271933"/>
                  <a:pt x="2833211" y="3273076"/>
                  <a:pt x="2836069" y="3273076"/>
                </a:cubicBezTo>
                <a:lnTo>
                  <a:pt x="2836164" y="3273076"/>
                </a:lnTo>
                <a:cubicBezTo>
                  <a:pt x="2839022" y="3273076"/>
                  <a:pt x="2841688" y="3271933"/>
                  <a:pt x="2843689" y="3270028"/>
                </a:cubicBezTo>
                <a:cubicBezTo>
                  <a:pt x="2845213" y="3268599"/>
                  <a:pt x="2845975" y="3266694"/>
                  <a:pt x="2846451" y="3264789"/>
                </a:cubicBezTo>
                <a:lnTo>
                  <a:pt x="2902363" y="3264789"/>
                </a:lnTo>
                <a:lnTo>
                  <a:pt x="2935224" y="3232404"/>
                </a:lnTo>
                <a:cubicBezTo>
                  <a:pt x="2936177" y="3232880"/>
                  <a:pt x="2937034" y="3233452"/>
                  <a:pt x="2938082" y="3233738"/>
                </a:cubicBezTo>
                <a:cubicBezTo>
                  <a:pt x="2939034" y="3233928"/>
                  <a:pt x="2940082" y="3234119"/>
                  <a:pt x="2941034" y="3234119"/>
                </a:cubicBezTo>
                <a:cubicBezTo>
                  <a:pt x="2943320" y="3234119"/>
                  <a:pt x="2945606" y="3233452"/>
                  <a:pt x="2947607" y="3232309"/>
                </a:cubicBezTo>
                <a:cubicBezTo>
                  <a:pt x="2950464" y="3230594"/>
                  <a:pt x="2952464" y="3227832"/>
                  <a:pt x="2953322" y="3224498"/>
                </a:cubicBezTo>
                <a:cubicBezTo>
                  <a:pt x="2954084" y="3221260"/>
                  <a:pt x="2953607" y="3217831"/>
                  <a:pt x="2951798" y="3214973"/>
                </a:cubicBezTo>
                <a:cubicBezTo>
                  <a:pt x="2950369" y="3212592"/>
                  <a:pt x="2948178" y="3211068"/>
                  <a:pt x="2945606" y="3210020"/>
                </a:cubicBezTo>
                <a:lnTo>
                  <a:pt x="2945606" y="3173063"/>
                </a:lnTo>
                <a:lnTo>
                  <a:pt x="2912459" y="3134011"/>
                </a:lnTo>
                <a:lnTo>
                  <a:pt x="2912459" y="3091815"/>
                </a:lnTo>
                <a:cubicBezTo>
                  <a:pt x="2912459" y="3091815"/>
                  <a:pt x="2941796" y="3053144"/>
                  <a:pt x="2941796" y="3053144"/>
                </a:cubicBezTo>
                <a:lnTo>
                  <a:pt x="2941130" y="2910554"/>
                </a:lnTo>
                <a:lnTo>
                  <a:pt x="2908745" y="2870263"/>
                </a:lnTo>
                <a:lnTo>
                  <a:pt x="2908745" y="2757583"/>
                </a:lnTo>
                <a:cubicBezTo>
                  <a:pt x="2908745" y="2757583"/>
                  <a:pt x="2920842" y="2741390"/>
                  <a:pt x="2920842" y="2741390"/>
                </a:cubicBezTo>
                <a:lnTo>
                  <a:pt x="2920842" y="2724150"/>
                </a:lnTo>
                <a:lnTo>
                  <a:pt x="2916079" y="2724150"/>
                </a:lnTo>
                <a:lnTo>
                  <a:pt x="2916079" y="2739867"/>
                </a:lnTo>
                <a:lnTo>
                  <a:pt x="2903982" y="2756059"/>
                </a:lnTo>
                <a:lnTo>
                  <a:pt x="2903982" y="2871978"/>
                </a:lnTo>
                <a:cubicBezTo>
                  <a:pt x="2903982" y="2871978"/>
                  <a:pt x="2936367" y="2912269"/>
                  <a:pt x="2936367" y="2912269"/>
                </a:cubicBezTo>
                <a:lnTo>
                  <a:pt x="2936938" y="3051620"/>
                </a:lnTo>
                <a:lnTo>
                  <a:pt x="2907697" y="3090291"/>
                </a:lnTo>
                <a:lnTo>
                  <a:pt x="2907697" y="3135154"/>
                </a:lnTo>
                <a:cubicBezTo>
                  <a:pt x="2907697" y="3135154"/>
                  <a:pt x="2892743" y="3150680"/>
                  <a:pt x="2892743" y="3150680"/>
                </a:cubicBezTo>
                <a:lnTo>
                  <a:pt x="2892743" y="3171730"/>
                </a:lnTo>
                <a:cubicBezTo>
                  <a:pt x="2888933" y="3172873"/>
                  <a:pt x="2886170" y="3176302"/>
                  <a:pt x="2886361" y="3180493"/>
                </a:cubicBezTo>
                <a:cubicBezTo>
                  <a:pt x="2886647" y="3185351"/>
                  <a:pt x="2890742" y="3189065"/>
                  <a:pt x="2895600" y="3188875"/>
                </a:cubicBezTo>
                <a:cubicBezTo>
                  <a:pt x="2900458" y="3188589"/>
                  <a:pt x="2904173" y="3184493"/>
                  <a:pt x="2903982" y="3179636"/>
                </a:cubicBezTo>
                <a:cubicBezTo>
                  <a:pt x="2903792" y="3175826"/>
                  <a:pt x="2901125" y="3172682"/>
                  <a:pt x="2897600" y="3171730"/>
                </a:cubicBezTo>
                <a:lnTo>
                  <a:pt x="2897600" y="3152680"/>
                </a:lnTo>
                <a:lnTo>
                  <a:pt x="2910459" y="3139250"/>
                </a:lnTo>
                <a:lnTo>
                  <a:pt x="2940844" y="3174968"/>
                </a:lnTo>
                <a:lnTo>
                  <a:pt x="2940844" y="3209259"/>
                </a:lnTo>
                <a:cubicBezTo>
                  <a:pt x="2938653" y="3209259"/>
                  <a:pt x="2936462" y="3209735"/>
                  <a:pt x="2934462" y="3210878"/>
                </a:cubicBezTo>
                <a:cubicBezTo>
                  <a:pt x="2931605" y="3212592"/>
                  <a:pt x="2929604" y="3215354"/>
                  <a:pt x="2928842" y="3218688"/>
                </a:cubicBezTo>
                <a:cubicBezTo>
                  <a:pt x="2928080" y="3221927"/>
                  <a:pt x="2928557" y="3225355"/>
                  <a:pt x="2930367" y="3228213"/>
                </a:cubicBezTo>
                <a:cubicBezTo>
                  <a:pt x="2930652" y="3228785"/>
                  <a:pt x="2931224" y="3229070"/>
                  <a:pt x="2931605" y="3229547"/>
                </a:cubicBezTo>
                <a:lnTo>
                  <a:pt x="2900553" y="3260217"/>
                </a:lnTo>
                <a:lnTo>
                  <a:pt x="2846642" y="3260217"/>
                </a:lnTo>
                <a:cubicBezTo>
                  <a:pt x="2846165" y="3258217"/>
                  <a:pt x="2845403" y="3256407"/>
                  <a:pt x="2843975" y="3254978"/>
                </a:cubicBezTo>
                <a:cubicBezTo>
                  <a:pt x="2841974" y="3252883"/>
                  <a:pt x="2839212" y="3251740"/>
                  <a:pt x="2836355" y="3251740"/>
                </a:cubicBezTo>
                <a:close/>
                <a:moveTo>
                  <a:pt x="2836069" y="3268313"/>
                </a:moveTo>
                <a:cubicBezTo>
                  <a:pt x="2834450" y="3268028"/>
                  <a:pt x="2832926" y="3267647"/>
                  <a:pt x="2831783" y="3266504"/>
                </a:cubicBezTo>
                <a:cubicBezTo>
                  <a:pt x="2830640" y="3265361"/>
                  <a:pt x="2830068" y="3263837"/>
                  <a:pt x="2830068" y="3262217"/>
                </a:cubicBezTo>
                <a:cubicBezTo>
                  <a:pt x="2830068" y="3258884"/>
                  <a:pt x="2832830" y="3256217"/>
                  <a:pt x="2836164" y="3256217"/>
                </a:cubicBezTo>
                <a:lnTo>
                  <a:pt x="2836164" y="3256217"/>
                </a:lnTo>
                <a:cubicBezTo>
                  <a:pt x="2839498" y="3256217"/>
                  <a:pt x="2842165" y="3258979"/>
                  <a:pt x="2842165" y="3262313"/>
                </a:cubicBezTo>
                <a:cubicBezTo>
                  <a:pt x="2842165" y="3265646"/>
                  <a:pt x="2839403" y="3268313"/>
                  <a:pt x="2836069" y="3268313"/>
                </a:cubicBezTo>
                <a:close/>
                <a:moveTo>
                  <a:pt x="2933414" y="3219641"/>
                </a:moveTo>
                <a:cubicBezTo>
                  <a:pt x="2933891" y="3217640"/>
                  <a:pt x="2935129" y="3215926"/>
                  <a:pt x="2936938" y="3214783"/>
                </a:cubicBezTo>
                <a:cubicBezTo>
                  <a:pt x="2938177" y="3214021"/>
                  <a:pt x="2939605" y="3213640"/>
                  <a:pt x="2941034" y="3213640"/>
                </a:cubicBezTo>
                <a:cubicBezTo>
                  <a:pt x="2941606" y="3213640"/>
                  <a:pt x="2942273" y="3213640"/>
                  <a:pt x="2942844" y="3213830"/>
                </a:cubicBezTo>
                <a:cubicBezTo>
                  <a:pt x="2944844" y="3214307"/>
                  <a:pt x="2946559" y="3215545"/>
                  <a:pt x="2947702" y="3217355"/>
                </a:cubicBezTo>
                <a:cubicBezTo>
                  <a:pt x="2948750" y="3219164"/>
                  <a:pt x="2949130" y="3221260"/>
                  <a:pt x="2948654" y="3223260"/>
                </a:cubicBezTo>
                <a:cubicBezTo>
                  <a:pt x="2948178" y="3225260"/>
                  <a:pt x="2946940" y="3226975"/>
                  <a:pt x="2945130" y="3228118"/>
                </a:cubicBezTo>
                <a:cubicBezTo>
                  <a:pt x="2943320" y="3229166"/>
                  <a:pt x="2941225" y="3229547"/>
                  <a:pt x="2939225" y="3229070"/>
                </a:cubicBezTo>
                <a:cubicBezTo>
                  <a:pt x="2937224" y="3228594"/>
                  <a:pt x="2935510" y="3227356"/>
                  <a:pt x="2934367" y="3225546"/>
                </a:cubicBezTo>
                <a:cubicBezTo>
                  <a:pt x="2933319" y="3223736"/>
                  <a:pt x="2932938" y="3221641"/>
                  <a:pt x="2933414" y="3219641"/>
                </a:cubicBezTo>
                <a:close/>
                <a:moveTo>
                  <a:pt x="2247519" y="2946559"/>
                </a:moveTo>
                <a:lnTo>
                  <a:pt x="2234851" y="2960846"/>
                </a:lnTo>
                <a:lnTo>
                  <a:pt x="2231327" y="2957703"/>
                </a:lnTo>
                <a:lnTo>
                  <a:pt x="2243995" y="2943416"/>
                </a:lnTo>
                <a:lnTo>
                  <a:pt x="2247519" y="2946559"/>
                </a:lnTo>
                <a:close/>
                <a:moveTo>
                  <a:pt x="2916079" y="2704338"/>
                </a:moveTo>
                <a:lnTo>
                  <a:pt x="2920842" y="2704338"/>
                </a:lnTo>
                <a:lnTo>
                  <a:pt x="2920842" y="2714244"/>
                </a:lnTo>
                <a:lnTo>
                  <a:pt x="2916079" y="2714244"/>
                </a:lnTo>
                <a:lnTo>
                  <a:pt x="2916079" y="2704338"/>
                </a:lnTo>
                <a:close/>
                <a:moveTo>
                  <a:pt x="2920842" y="2674525"/>
                </a:moveTo>
                <a:lnTo>
                  <a:pt x="2916079" y="2674525"/>
                </a:lnTo>
                <a:lnTo>
                  <a:pt x="2916079" y="2664619"/>
                </a:lnTo>
                <a:lnTo>
                  <a:pt x="2920842" y="2664619"/>
                </a:lnTo>
                <a:lnTo>
                  <a:pt x="2920842" y="2674525"/>
                </a:lnTo>
                <a:close/>
                <a:moveTo>
                  <a:pt x="2920842" y="2694337"/>
                </a:moveTo>
                <a:lnTo>
                  <a:pt x="2916079" y="2694337"/>
                </a:lnTo>
                <a:lnTo>
                  <a:pt x="2916079" y="2684431"/>
                </a:lnTo>
                <a:lnTo>
                  <a:pt x="2920842" y="2684431"/>
                </a:lnTo>
                <a:lnTo>
                  <a:pt x="2920842" y="2694337"/>
                </a:lnTo>
                <a:close/>
                <a:moveTo>
                  <a:pt x="2836069" y="1998250"/>
                </a:moveTo>
                <a:cubicBezTo>
                  <a:pt x="2843213" y="1998250"/>
                  <a:pt x="2848928" y="1992440"/>
                  <a:pt x="2848928" y="1985391"/>
                </a:cubicBezTo>
                <a:cubicBezTo>
                  <a:pt x="2848928" y="1978343"/>
                  <a:pt x="2843117" y="1972532"/>
                  <a:pt x="2836069" y="1972532"/>
                </a:cubicBezTo>
                <a:cubicBezTo>
                  <a:pt x="2829306" y="1972532"/>
                  <a:pt x="2823877" y="1977771"/>
                  <a:pt x="2823305" y="1984343"/>
                </a:cubicBezTo>
                <a:lnTo>
                  <a:pt x="2721578" y="1985010"/>
                </a:lnTo>
                <a:lnTo>
                  <a:pt x="2684717" y="1942338"/>
                </a:lnTo>
                <a:lnTo>
                  <a:pt x="2706529" y="1917478"/>
                </a:lnTo>
                <a:lnTo>
                  <a:pt x="2712625" y="1917478"/>
                </a:lnTo>
                <a:cubicBezTo>
                  <a:pt x="2714149" y="1922907"/>
                  <a:pt x="2719102" y="1926907"/>
                  <a:pt x="2725007" y="1926907"/>
                </a:cubicBezTo>
                <a:cubicBezTo>
                  <a:pt x="2725865" y="1926907"/>
                  <a:pt x="2726627" y="1926907"/>
                  <a:pt x="2727388" y="1926622"/>
                </a:cubicBezTo>
                <a:lnTo>
                  <a:pt x="2753297" y="1951387"/>
                </a:lnTo>
                <a:lnTo>
                  <a:pt x="2993136" y="1952530"/>
                </a:lnTo>
                <a:cubicBezTo>
                  <a:pt x="2994946" y="1952530"/>
                  <a:pt x="2997232" y="1952530"/>
                  <a:pt x="3015329" y="1938719"/>
                </a:cubicBezTo>
                <a:lnTo>
                  <a:pt x="3114770" y="1938528"/>
                </a:lnTo>
                <a:lnTo>
                  <a:pt x="3114770" y="1926622"/>
                </a:lnTo>
                <a:lnTo>
                  <a:pt x="3012567" y="1926812"/>
                </a:lnTo>
                <a:lnTo>
                  <a:pt x="3010757" y="1927289"/>
                </a:lnTo>
                <a:lnTo>
                  <a:pt x="3009805" y="1928051"/>
                </a:lnTo>
                <a:cubicBezTo>
                  <a:pt x="3001899" y="1934051"/>
                  <a:pt x="2994374" y="1939385"/>
                  <a:pt x="2992374" y="1940624"/>
                </a:cubicBezTo>
                <a:lnTo>
                  <a:pt x="2758345" y="1939481"/>
                </a:lnTo>
                <a:lnTo>
                  <a:pt x="2736913" y="1919192"/>
                </a:lnTo>
                <a:cubicBezTo>
                  <a:pt x="2737580" y="1917573"/>
                  <a:pt x="2737961" y="1915859"/>
                  <a:pt x="2737961" y="1914049"/>
                </a:cubicBezTo>
                <a:cubicBezTo>
                  <a:pt x="2737961" y="1906905"/>
                  <a:pt x="2732151" y="1901190"/>
                  <a:pt x="2725103" y="1901190"/>
                </a:cubicBezTo>
                <a:cubicBezTo>
                  <a:pt x="2718435" y="1901190"/>
                  <a:pt x="2713006" y="1906238"/>
                  <a:pt x="2712339" y="1912811"/>
                </a:cubicBezTo>
                <a:lnTo>
                  <a:pt x="2704529" y="1912811"/>
                </a:lnTo>
                <a:lnTo>
                  <a:pt x="2678525" y="1942433"/>
                </a:lnTo>
                <a:lnTo>
                  <a:pt x="2719578" y="1989868"/>
                </a:lnTo>
                <a:lnTo>
                  <a:pt x="2823877" y="1989201"/>
                </a:lnTo>
                <a:cubicBezTo>
                  <a:pt x="2825496" y="1994535"/>
                  <a:pt x="2830354" y="1998440"/>
                  <a:pt x="2836164" y="1998440"/>
                </a:cubicBezTo>
                <a:close/>
                <a:moveTo>
                  <a:pt x="2836069" y="1977200"/>
                </a:moveTo>
                <a:cubicBezTo>
                  <a:pt x="2840546" y="1977200"/>
                  <a:pt x="2844165" y="1980819"/>
                  <a:pt x="2844165" y="1985296"/>
                </a:cubicBezTo>
                <a:cubicBezTo>
                  <a:pt x="2844165" y="1989773"/>
                  <a:pt x="2840546" y="1993392"/>
                  <a:pt x="2836069" y="1993392"/>
                </a:cubicBezTo>
                <a:cubicBezTo>
                  <a:pt x="2831592" y="1993392"/>
                  <a:pt x="2827973" y="1989773"/>
                  <a:pt x="2827973" y="1985296"/>
                </a:cubicBezTo>
                <a:cubicBezTo>
                  <a:pt x="2827973" y="1980819"/>
                  <a:pt x="2831592" y="1977200"/>
                  <a:pt x="2836069" y="1977200"/>
                </a:cubicBezTo>
                <a:close/>
                <a:moveTo>
                  <a:pt x="2725007" y="1905762"/>
                </a:moveTo>
                <a:cubicBezTo>
                  <a:pt x="2729484" y="1905762"/>
                  <a:pt x="2733104" y="1909382"/>
                  <a:pt x="2733104" y="1913858"/>
                </a:cubicBezTo>
                <a:cubicBezTo>
                  <a:pt x="2733104" y="1914620"/>
                  <a:pt x="2732818" y="1915382"/>
                  <a:pt x="2732627" y="1916144"/>
                </a:cubicBezTo>
                <a:lnTo>
                  <a:pt x="2726627" y="1921669"/>
                </a:lnTo>
                <a:cubicBezTo>
                  <a:pt x="2726055" y="1921764"/>
                  <a:pt x="2725579" y="1922050"/>
                  <a:pt x="2725007" y="1922050"/>
                </a:cubicBezTo>
                <a:cubicBezTo>
                  <a:pt x="2720530" y="1922050"/>
                  <a:pt x="2716911" y="1918430"/>
                  <a:pt x="2716911" y="1913953"/>
                </a:cubicBezTo>
                <a:cubicBezTo>
                  <a:pt x="2716911" y="1909477"/>
                  <a:pt x="2720530" y="1905857"/>
                  <a:pt x="2725007" y="1905857"/>
                </a:cubicBezTo>
                <a:close/>
                <a:moveTo>
                  <a:pt x="2731770" y="2362010"/>
                </a:moveTo>
                <a:lnTo>
                  <a:pt x="2731770" y="2341912"/>
                </a:lnTo>
                <a:cubicBezTo>
                  <a:pt x="2731770" y="2338578"/>
                  <a:pt x="2734437" y="2335911"/>
                  <a:pt x="2737771" y="2335911"/>
                </a:cubicBezTo>
                <a:lnTo>
                  <a:pt x="2744248" y="2335911"/>
                </a:lnTo>
                <a:lnTo>
                  <a:pt x="2744248" y="2330101"/>
                </a:lnTo>
                <a:lnTo>
                  <a:pt x="2751392" y="2330101"/>
                </a:lnTo>
                <a:lnTo>
                  <a:pt x="2751392" y="2335911"/>
                </a:lnTo>
                <a:lnTo>
                  <a:pt x="2757869" y="2335911"/>
                </a:lnTo>
                <a:cubicBezTo>
                  <a:pt x="2761202" y="2335911"/>
                  <a:pt x="2763869" y="2338578"/>
                  <a:pt x="2763869" y="2341912"/>
                </a:cubicBezTo>
                <a:lnTo>
                  <a:pt x="2763869" y="2362010"/>
                </a:lnTo>
                <a:cubicBezTo>
                  <a:pt x="2763869" y="2365343"/>
                  <a:pt x="2761202" y="2368010"/>
                  <a:pt x="2757869" y="2368010"/>
                </a:cubicBezTo>
                <a:lnTo>
                  <a:pt x="2737771" y="2368010"/>
                </a:lnTo>
                <a:cubicBezTo>
                  <a:pt x="2734437" y="2368010"/>
                  <a:pt x="2731770" y="2365343"/>
                  <a:pt x="2731770" y="2362010"/>
                </a:cubicBezTo>
                <a:close/>
                <a:moveTo>
                  <a:pt x="2731770" y="2126837"/>
                </a:moveTo>
                <a:lnTo>
                  <a:pt x="2745391" y="2126837"/>
                </a:lnTo>
                <a:lnTo>
                  <a:pt x="2745391" y="2281714"/>
                </a:lnTo>
                <a:lnTo>
                  <a:pt x="2750153" y="2281714"/>
                </a:lnTo>
                <a:lnTo>
                  <a:pt x="2750153" y="2126837"/>
                </a:lnTo>
                <a:lnTo>
                  <a:pt x="2763774" y="2126837"/>
                </a:lnTo>
                <a:cubicBezTo>
                  <a:pt x="2765108" y="2126837"/>
                  <a:pt x="2766155" y="2125790"/>
                  <a:pt x="2766155" y="2124456"/>
                </a:cubicBezTo>
                <a:lnTo>
                  <a:pt x="2766155" y="2092452"/>
                </a:lnTo>
                <a:cubicBezTo>
                  <a:pt x="2766155" y="2091119"/>
                  <a:pt x="2765108" y="2090071"/>
                  <a:pt x="2763774" y="2090071"/>
                </a:cubicBezTo>
                <a:lnTo>
                  <a:pt x="2731770" y="2090071"/>
                </a:lnTo>
                <a:cubicBezTo>
                  <a:pt x="2730437" y="2090071"/>
                  <a:pt x="2729389" y="2091119"/>
                  <a:pt x="2729389" y="2092452"/>
                </a:cubicBezTo>
                <a:lnTo>
                  <a:pt x="2729389" y="2124456"/>
                </a:lnTo>
                <a:cubicBezTo>
                  <a:pt x="2729389" y="2125790"/>
                  <a:pt x="2730437" y="2126837"/>
                  <a:pt x="2731770" y="2126837"/>
                </a:cubicBezTo>
                <a:close/>
                <a:moveTo>
                  <a:pt x="2734151" y="2094833"/>
                </a:moveTo>
                <a:lnTo>
                  <a:pt x="2761393" y="2094833"/>
                </a:lnTo>
                <a:lnTo>
                  <a:pt x="2761393" y="2122075"/>
                </a:lnTo>
                <a:lnTo>
                  <a:pt x="2734151" y="2122075"/>
                </a:lnTo>
                <a:lnTo>
                  <a:pt x="2734151" y="2094833"/>
                </a:lnTo>
                <a:close/>
                <a:moveTo>
                  <a:pt x="2755773" y="2103596"/>
                </a:moveTo>
                <a:lnTo>
                  <a:pt x="2755773" y="2113217"/>
                </a:lnTo>
                <a:cubicBezTo>
                  <a:pt x="2755773" y="2114931"/>
                  <a:pt x="2754344" y="2116455"/>
                  <a:pt x="2752535" y="2116455"/>
                </a:cubicBezTo>
                <a:lnTo>
                  <a:pt x="2742914" y="2116455"/>
                </a:lnTo>
                <a:cubicBezTo>
                  <a:pt x="2741105" y="2116455"/>
                  <a:pt x="2739676" y="2115026"/>
                  <a:pt x="2739676" y="2113217"/>
                </a:cubicBezTo>
                <a:lnTo>
                  <a:pt x="2739676" y="2103596"/>
                </a:lnTo>
                <a:cubicBezTo>
                  <a:pt x="2739676" y="2101787"/>
                  <a:pt x="2741105" y="2100358"/>
                  <a:pt x="2742914" y="2100358"/>
                </a:cubicBezTo>
                <a:lnTo>
                  <a:pt x="2752535" y="2100358"/>
                </a:lnTo>
                <a:cubicBezTo>
                  <a:pt x="2754344" y="2100358"/>
                  <a:pt x="2755773" y="2101787"/>
                  <a:pt x="2755773" y="2103596"/>
                </a:cubicBezTo>
                <a:close/>
                <a:moveTo>
                  <a:pt x="2744153" y="2310479"/>
                </a:moveTo>
                <a:lnTo>
                  <a:pt x="2751296" y="2310479"/>
                </a:lnTo>
                <a:lnTo>
                  <a:pt x="2751296" y="2320290"/>
                </a:lnTo>
                <a:lnTo>
                  <a:pt x="2744153" y="2320290"/>
                </a:lnTo>
                <a:lnTo>
                  <a:pt x="2744153" y="2310479"/>
                </a:lnTo>
                <a:close/>
                <a:moveTo>
                  <a:pt x="2751296" y="2300669"/>
                </a:moveTo>
                <a:lnTo>
                  <a:pt x="2744153" y="2300669"/>
                </a:lnTo>
                <a:lnTo>
                  <a:pt x="2744153" y="2291144"/>
                </a:lnTo>
                <a:lnTo>
                  <a:pt x="2751296" y="2291144"/>
                </a:lnTo>
                <a:lnTo>
                  <a:pt x="2751296" y="2300669"/>
                </a:lnTo>
                <a:close/>
                <a:moveTo>
                  <a:pt x="75248" y="3342989"/>
                </a:moveTo>
                <a:cubicBezTo>
                  <a:pt x="77819" y="3347085"/>
                  <a:pt x="82201" y="3349371"/>
                  <a:pt x="86678" y="3349371"/>
                </a:cubicBezTo>
                <a:cubicBezTo>
                  <a:pt x="89059" y="3349371"/>
                  <a:pt x="91535" y="3348704"/>
                  <a:pt x="93726" y="3347371"/>
                </a:cubicBezTo>
                <a:cubicBezTo>
                  <a:pt x="100013" y="3343466"/>
                  <a:pt x="102013" y="3335084"/>
                  <a:pt x="98108" y="3328797"/>
                </a:cubicBezTo>
                <a:cubicBezTo>
                  <a:pt x="94202" y="3322511"/>
                  <a:pt x="85916" y="3320510"/>
                  <a:pt x="79534" y="3324416"/>
                </a:cubicBezTo>
                <a:cubicBezTo>
                  <a:pt x="76486" y="3326321"/>
                  <a:pt x="74390" y="3329273"/>
                  <a:pt x="73533" y="3332798"/>
                </a:cubicBezTo>
                <a:cubicBezTo>
                  <a:pt x="73533" y="3332988"/>
                  <a:pt x="73533" y="3333274"/>
                  <a:pt x="73533" y="3333464"/>
                </a:cubicBezTo>
                <a:lnTo>
                  <a:pt x="95" y="3333464"/>
                </a:lnTo>
                <a:lnTo>
                  <a:pt x="95" y="3338227"/>
                </a:lnTo>
                <a:lnTo>
                  <a:pt x="73438" y="3338227"/>
                </a:lnTo>
                <a:cubicBezTo>
                  <a:pt x="73724" y="3339846"/>
                  <a:pt x="74295" y="3341465"/>
                  <a:pt x="75248" y="3342989"/>
                </a:cubicBezTo>
                <a:close/>
                <a:moveTo>
                  <a:pt x="78200" y="3333941"/>
                </a:moveTo>
                <a:cubicBezTo>
                  <a:pt x="78772" y="3331655"/>
                  <a:pt x="80105" y="3329750"/>
                  <a:pt x="82106" y="3328511"/>
                </a:cubicBezTo>
                <a:cubicBezTo>
                  <a:pt x="83534" y="3327654"/>
                  <a:pt x="85154" y="3327178"/>
                  <a:pt x="86678" y="3327178"/>
                </a:cubicBezTo>
                <a:cubicBezTo>
                  <a:pt x="89630" y="3327178"/>
                  <a:pt x="92488" y="3328607"/>
                  <a:pt x="94107" y="3331274"/>
                </a:cubicBezTo>
                <a:cubicBezTo>
                  <a:pt x="96679" y="3335369"/>
                  <a:pt x="95345" y="3340703"/>
                  <a:pt x="91345" y="3343275"/>
                </a:cubicBezTo>
                <a:cubicBezTo>
                  <a:pt x="87249" y="3345847"/>
                  <a:pt x="81915" y="3344513"/>
                  <a:pt x="79343" y="3340513"/>
                </a:cubicBezTo>
                <a:cubicBezTo>
                  <a:pt x="78105" y="3338513"/>
                  <a:pt x="77724" y="3336227"/>
                  <a:pt x="78296" y="3333941"/>
                </a:cubicBezTo>
                <a:close/>
                <a:moveTo>
                  <a:pt x="2293049" y="3036856"/>
                </a:moveTo>
                <a:lnTo>
                  <a:pt x="2292858" y="3017806"/>
                </a:lnTo>
                <a:lnTo>
                  <a:pt x="2297621" y="3017806"/>
                </a:lnTo>
                <a:cubicBezTo>
                  <a:pt x="2297621" y="3017806"/>
                  <a:pt x="2297811" y="3036856"/>
                  <a:pt x="2297811" y="3036856"/>
                </a:cubicBezTo>
                <a:lnTo>
                  <a:pt x="2293049" y="3036856"/>
                </a:lnTo>
                <a:close/>
                <a:moveTo>
                  <a:pt x="3027045" y="467297"/>
                </a:moveTo>
                <a:cubicBezTo>
                  <a:pt x="3026950" y="465106"/>
                  <a:pt x="3026474" y="462915"/>
                  <a:pt x="3025235" y="460915"/>
                </a:cubicBezTo>
                <a:cubicBezTo>
                  <a:pt x="3021330" y="454628"/>
                  <a:pt x="3012948" y="452628"/>
                  <a:pt x="3006662" y="456533"/>
                </a:cubicBezTo>
                <a:cubicBezTo>
                  <a:pt x="3003613" y="458438"/>
                  <a:pt x="3001518" y="461391"/>
                  <a:pt x="3000661" y="464915"/>
                </a:cubicBezTo>
                <a:cubicBezTo>
                  <a:pt x="2999804" y="468439"/>
                  <a:pt x="3000470" y="472059"/>
                  <a:pt x="3002375" y="475107"/>
                </a:cubicBezTo>
                <a:cubicBezTo>
                  <a:pt x="3004280" y="478155"/>
                  <a:pt x="3007233" y="480251"/>
                  <a:pt x="3010757" y="481108"/>
                </a:cubicBezTo>
                <a:cubicBezTo>
                  <a:pt x="3011805" y="481394"/>
                  <a:pt x="3012853" y="481489"/>
                  <a:pt x="3013901" y="481489"/>
                </a:cubicBezTo>
                <a:cubicBezTo>
                  <a:pt x="3016377" y="481489"/>
                  <a:pt x="3018854" y="480822"/>
                  <a:pt x="3020949" y="479489"/>
                </a:cubicBezTo>
                <a:cubicBezTo>
                  <a:pt x="3023711" y="477774"/>
                  <a:pt x="3025521" y="475107"/>
                  <a:pt x="3026569" y="472059"/>
                </a:cubicBezTo>
                <a:lnTo>
                  <a:pt x="3043428" y="472059"/>
                </a:lnTo>
                <a:lnTo>
                  <a:pt x="3066574" y="496824"/>
                </a:lnTo>
                <a:lnTo>
                  <a:pt x="3066098" y="659225"/>
                </a:lnTo>
                <a:lnTo>
                  <a:pt x="3066098" y="660178"/>
                </a:lnTo>
                <a:cubicBezTo>
                  <a:pt x="3066098" y="660178"/>
                  <a:pt x="3085910" y="682371"/>
                  <a:pt x="3085910" y="682371"/>
                </a:cubicBezTo>
                <a:lnTo>
                  <a:pt x="3114961" y="682371"/>
                </a:lnTo>
                <a:lnTo>
                  <a:pt x="3114961" y="677609"/>
                </a:lnTo>
                <a:lnTo>
                  <a:pt x="3088100" y="677609"/>
                </a:lnTo>
                <a:lnTo>
                  <a:pt x="3070955" y="658368"/>
                </a:lnTo>
                <a:lnTo>
                  <a:pt x="3071432" y="495967"/>
                </a:lnTo>
                <a:lnTo>
                  <a:pt x="3071432" y="495014"/>
                </a:lnTo>
                <a:cubicBezTo>
                  <a:pt x="3071432" y="495014"/>
                  <a:pt x="3045619" y="467392"/>
                  <a:pt x="3045619" y="467392"/>
                </a:cubicBezTo>
                <a:lnTo>
                  <a:pt x="3027236" y="467392"/>
                </a:lnTo>
                <a:close/>
                <a:moveTo>
                  <a:pt x="3018377" y="475393"/>
                </a:moveTo>
                <a:cubicBezTo>
                  <a:pt x="3014282" y="477964"/>
                  <a:pt x="3008948" y="476631"/>
                  <a:pt x="3006376" y="472631"/>
                </a:cubicBezTo>
                <a:cubicBezTo>
                  <a:pt x="3005138" y="470630"/>
                  <a:pt x="3004757" y="468344"/>
                  <a:pt x="3005328" y="466058"/>
                </a:cubicBezTo>
                <a:cubicBezTo>
                  <a:pt x="3005900" y="463772"/>
                  <a:pt x="3007233" y="461867"/>
                  <a:pt x="3009234" y="460629"/>
                </a:cubicBezTo>
                <a:cubicBezTo>
                  <a:pt x="3010662" y="459772"/>
                  <a:pt x="3012186" y="459296"/>
                  <a:pt x="3013805" y="459296"/>
                </a:cubicBezTo>
                <a:cubicBezTo>
                  <a:pt x="3014472" y="459296"/>
                  <a:pt x="3015139" y="459296"/>
                  <a:pt x="3015805" y="459486"/>
                </a:cubicBezTo>
                <a:cubicBezTo>
                  <a:pt x="3018092" y="460058"/>
                  <a:pt x="3019997" y="461391"/>
                  <a:pt x="3021235" y="463391"/>
                </a:cubicBezTo>
                <a:cubicBezTo>
                  <a:pt x="3023807" y="467487"/>
                  <a:pt x="3022473" y="472821"/>
                  <a:pt x="3018473" y="475393"/>
                </a:cubicBezTo>
                <a:close/>
                <a:moveTo>
                  <a:pt x="3105817" y="3732657"/>
                </a:moveTo>
                <a:lnTo>
                  <a:pt x="3114770" y="3732657"/>
                </a:lnTo>
                <a:cubicBezTo>
                  <a:pt x="3114770" y="3732657"/>
                  <a:pt x="3114770" y="3737420"/>
                  <a:pt x="3114770" y="3737420"/>
                </a:cubicBezTo>
                <a:lnTo>
                  <a:pt x="3106674" y="3737420"/>
                </a:lnTo>
                <a:cubicBezTo>
                  <a:pt x="3106674" y="3737420"/>
                  <a:pt x="3081052" y="3760184"/>
                  <a:pt x="3081052" y="3760184"/>
                </a:cubicBezTo>
                <a:lnTo>
                  <a:pt x="3081052" y="3779711"/>
                </a:lnTo>
                <a:lnTo>
                  <a:pt x="3109627" y="3779711"/>
                </a:lnTo>
                <a:lnTo>
                  <a:pt x="3114770" y="3776186"/>
                </a:lnTo>
                <a:lnTo>
                  <a:pt x="3114770" y="3781997"/>
                </a:lnTo>
                <a:lnTo>
                  <a:pt x="3111722" y="3784092"/>
                </a:lnTo>
                <a:cubicBezTo>
                  <a:pt x="3111722" y="3784092"/>
                  <a:pt x="3110865" y="3784473"/>
                  <a:pt x="3110389" y="3784473"/>
                </a:cubicBezTo>
                <a:lnTo>
                  <a:pt x="3078671" y="3784473"/>
                </a:lnTo>
                <a:cubicBezTo>
                  <a:pt x="3077337" y="3784473"/>
                  <a:pt x="3076289" y="3783425"/>
                  <a:pt x="3076289" y="3782092"/>
                </a:cubicBezTo>
                <a:lnTo>
                  <a:pt x="3076289" y="3759137"/>
                </a:lnTo>
                <a:cubicBezTo>
                  <a:pt x="3076289" y="3758470"/>
                  <a:pt x="3076575" y="3757803"/>
                  <a:pt x="3077051" y="3757327"/>
                </a:cubicBezTo>
                <a:lnTo>
                  <a:pt x="3104198" y="3733229"/>
                </a:lnTo>
                <a:cubicBezTo>
                  <a:pt x="3104198" y="3733229"/>
                  <a:pt x="3105150" y="3732657"/>
                  <a:pt x="3105722" y="3732657"/>
                </a:cubicBezTo>
                <a:close/>
                <a:moveTo>
                  <a:pt x="2463070" y="1390650"/>
                </a:moveTo>
                <a:lnTo>
                  <a:pt x="2463070" y="1373791"/>
                </a:lnTo>
                <a:cubicBezTo>
                  <a:pt x="2463070" y="1371410"/>
                  <a:pt x="2464975" y="1369505"/>
                  <a:pt x="2467356" y="1369505"/>
                </a:cubicBezTo>
                <a:lnTo>
                  <a:pt x="2484215" y="1369505"/>
                </a:lnTo>
                <a:cubicBezTo>
                  <a:pt x="2486597" y="1369505"/>
                  <a:pt x="2488502" y="1371410"/>
                  <a:pt x="2488502" y="1373791"/>
                </a:cubicBezTo>
                <a:lnTo>
                  <a:pt x="2488502" y="1390650"/>
                </a:lnTo>
                <a:cubicBezTo>
                  <a:pt x="2488502" y="1393031"/>
                  <a:pt x="2486597" y="1394936"/>
                  <a:pt x="2484215" y="1394936"/>
                </a:cubicBezTo>
                <a:lnTo>
                  <a:pt x="2467356" y="1394936"/>
                </a:lnTo>
                <a:cubicBezTo>
                  <a:pt x="2464975" y="1394936"/>
                  <a:pt x="2463070" y="1393031"/>
                  <a:pt x="2463070" y="1390650"/>
                </a:cubicBezTo>
                <a:close/>
                <a:moveTo>
                  <a:pt x="95" y="2105978"/>
                </a:moveTo>
                <a:lnTo>
                  <a:pt x="130778" y="2105978"/>
                </a:lnTo>
                <a:lnTo>
                  <a:pt x="145828" y="2092547"/>
                </a:lnTo>
                <a:lnTo>
                  <a:pt x="145637" y="2092357"/>
                </a:lnTo>
                <a:cubicBezTo>
                  <a:pt x="145637" y="2092357"/>
                  <a:pt x="145828" y="2092357"/>
                  <a:pt x="146018" y="2092357"/>
                </a:cubicBezTo>
                <a:lnTo>
                  <a:pt x="158687" y="2092357"/>
                </a:lnTo>
                <a:cubicBezTo>
                  <a:pt x="162401" y="2092357"/>
                  <a:pt x="165545" y="2089309"/>
                  <a:pt x="165545" y="2085499"/>
                </a:cubicBezTo>
                <a:lnTo>
                  <a:pt x="165545" y="2072831"/>
                </a:lnTo>
                <a:cubicBezTo>
                  <a:pt x="165545" y="2072259"/>
                  <a:pt x="165354" y="2071783"/>
                  <a:pt x="165259" y="2071211"/>
                </a:cubicBezTo>
                <a:lnTo>
                  <a:pt x="219647" y="2020538"/>
                </a:lnTo>
                <a:lnTo>
                  <a:pt x="297752" y="2020538"/>
                </a:lnTo>
                <a:cubicBezTo>
                  <a:pt x="298895" y="2025682"/>
                  <a:pt x="303276" y="2029682"/>
                  <a:pt x="308801" y="2029682"/>
                </a:cubicBezTo>
                <a:cubicBezTo>
                  <a:pt x="315182" y="2029682"/>
                  <a:pt x="320326" y="2024539"/>
                  <a:pt x="320326" y="2018157"/>
                </a:cubicBezTo>
                <a:cubicBezTo>
                  <a:pt x="320326" y="2011775"/>
                  <a:pt x="315182" y="2006632"/>
                  <a:pt x="308801" y="2006632"/>
                </a:cubicBezTo>
                <a:cubicBezTo>
                  <a:pt x="303276" y="2006632"/>
                  <a:pt x="298895" y="2010632"/>
                  <a:pt x="297752" y="2015776"/>
                </a:cubicBezTo>
                <a:lnTo>
                  <a:pt x="217742" y="2015776"/>
                </a:lnTo>
                <a:lnTo>
                  <a:pt x="162497" y="2067306"/>
                </a:lnTo>
                <a:cubicBezTo>
                  <a:pt x="161449" y="2066544"/>
                  <a:pt x="160211" y="2066068"/>
                  <a:pt x="158782" y="2066068"/>
                </a:cubicBezTo>
                <a:lnTo>
                  <a:pt x="146114" y="2066068"/>
                </a:lnTo>
                <a:cubicBezTo>
                  <a:pt x="142399" y="2066068"/>
                  <a:pt x="139256" y="2069116"/>
                  <a:pt x="139256" y="2072926"/>
                </a:cubicBezTo>
                <a:lnTo>
                  <a:pt x="139256" y="2085594"/>
                </a:lnTo>
                <a:cubicBezTo>
                  <a:pt x="139256" y="2085594"/>
                  <a:pt x="139256" y="2085689"/>
                  <a:pt x="139256" y="2085785"/>
                </a:cubicBezTo>
                <a:lnTo>
                  <a:pt x="127159" y="2096453"/>
                </a:lnTo>
                <a:lnTo>
                  <a:pt x="95" y="2096453"/>
                </a:lnTo>
                <a:lnTo>
                  <a:pt x="95" y="2105978"/>
                </a:lnTo>
                <a:close/>
                <a:moveTo>
                  <a:pt x="308705" y="2011394"/>
                </a:moveTo>
                <a:cubicBezTo>
                  <a:pt x="312420" y="2011394"/>
                  <a:pt x="315468" y="2014442"/>
                  <a:pt x="315468" y="2018157"/>
                </a:cubicBezTo>
                <a:cubicBezTo>
                  <a:pt x="315468" y="2021872"/>
                  <a:pt x="312420" y="2024920"/>
                  <a:pt x="308705" y="2024920"/>
                </a:cubicBezTo>
                <a:cubicBezTo>
                  <a:pt x="304990" y="2024920"/>
                  <a:pt x="301943" y="2021872"/>
                  <a:pt x="301943" y="2018157"/>
                </a:cubicBezTo>
                <a:cubicBezTo>
                  <a:pt x="301943" y="2014442"/>
                  <a:pt x="304990" y="2011394"/>
                  <a:pt x="308705" y="2011394"/>
                </a:cubicBezTo>
                <a:close/>
                <a:moveTo>
                  <a:pt x="143923" y="2072831"/>
                </a:moveTo>
                <a:cubicBezTo>
                  <a:pt x="143923" y="2071688"/>
                  <a:pt x="144875" y="2070735"/>
                  <a:pt x="146018" y="2070735"/>
                </a:cubicBezTo>
                <a:lnTo>
                  <a:pt x="158687" y="2070735"/>
                </a:lnTo>
                <a:cubicBezTo>
                  <a:pt x="159830" y="2070735"/>
                  <a:pt x="160782" y="2071688"/>
                  <a:pt x="160782" y="2072831"/>
                </a:cubicBezTo>
                <a:lnTo>
                  <a:pt x="160782" y="2085499"/>
                </a:lnTo>
                <a:cubicBezTo>
                  <a:pt x="160782" y="2086642"/>
                  <a:pt x="159830" y="2087594"/>
                  <a:pt x="158687" y="2087594"/>
                </a:cubicBezTo>
                <a:lnTo>
                  <a:pt x="146018" y="2087594"/>
                </a:lnTo>
                <a:cubicBezTo>
                  <a:pt x="144875" y="2087594"/>
                  <a:pt x="143923" y="2086642"/>
                  <a:pt x="143923" y="2085499"/>
                </a:cubicBezTo>
                <a:lnTo>
                  <a:pt x="143923" y="2072831"/>
                </a:lnTo>
                <a:close/>
                <a:moveTo>
                  <a:pt x="549688" y="3376994"/>
                </a:moveTo>
                <a:cubicBezTo>
                  <a:pt x="549688" y="3380899"/>
                  <a:pt x="546545" y="3384042"/>
                  <a:pt x="542639" y="3384042"/>
                </a:cubicBezTo>
                <a:cubicBezTo>
                  <a:pt x="538734" y="3384042"/>
                  <a:pt x="535591" y="3380899"/>
                  <a:pt x="535591" y="3376994"/>
                </a:cubicBezTo>
                <a:cubicBezTo>
                  <a:pt x="535591" y="3373088"/>
                  <a:pt x="538734" y="3369945"/>
                  <a:pt x="542639" y="3369945"/>
                </a:cubicBezTo>
                <a:cubicBezTo>
                  <a:pt x="546545" y="3369945"/>
                  <a:pt x="549688" y="3373088"/>
                  <a:pt x="549688" y="3376994"/>
                </a:cubicBezTo>
                <a:close/>
                <a:moveTo>
                  <a:pt x="2298859" y="2961227"/>
                </a:moveTo>
                <a:lnTo>
                  <a:pt x="2311527" y="2947035"/>
                </a:lnTo>
                <a:lnTo>
                  <a:pt x="2315051" y="2950178"/>
                </a:lnTo>
                <a:lnTo>
                  <a:pt x="2302383" y="2964371"/>
                </a:lnTo>
                <a:lnTo>
                  <a:pt x="2298859" y="2961227"/>
                </a:lnTo>
                <a:close/>
                <a:moveTo>
                  <a:pt x="2999423" y="519875"/>
                </a:moveTo>
                <a:cubicBezTo>
                  <a:pt x="3001613" y="523399"/>
                  <a:pt x="3005042" y="525494"/>
                  <a:pt x="3008852" y="526161"/>
                </a:cubicBezTo>
                <a:lnTo>
                  <a:pt x="3008852" y="690944"/>
                </a:lnTo>
                <a:lnTo>
                  <a:pt x="3042095" y="729044"/>
                </a:lnTo>
                <a:lnTo>
                  <a:pt x="3050096" y="729044"/>
                </a:lnTo>
                <a:lnTo>
                  <a:pt x="3050096" y="736187"/>
                </a:lnTo>
                <a:cubicBezTo>
                  <a:pt x="3050096" y="740950"/>
                  <a:pt x="3054001" y="744855"/>
                  <a:pt x="3058763" y="744855"/>
                </a:cubicBezTo>
                <a:lnTo>
                  <a:pt x="3097625" y="744855"/>
                </a:lnTo>
                <a:cubicBezTo>
                  <a:pt x="3102388" y="744855"/>
                  <a:pt x="3106293" y="740950"/>
                  <a:pt x="3106293" y="736187"/>
                </a:cubicBezTo>
                <a:lnTo>
                  <a:pt x="3106293" y="731711"/>
                </a:lnTo>
                <a:cubicBezTo>
                  <a:pt x="3106293" y="731711"/>
                  <a:pt x="3114866" y="731711"/>
                  <a:pt x="3114866" y="731711"/>
                </a:cubicBezTo>
                <a:lnTo>
                  <a:pt x="3114866" y="726948"/>
                </a:lnTo>
                <a:lnTo>
                  <a:pt x="3106293" y="726948"/>
                </a:lnTo>
                <a:cubicBezTo>
                  <a:pt x="3106293" y="726948"/>
                  <a:pt x="3106293" y="722567"/>
                  <a:pt x="3106293" y="722567"/>
                </a:cubicBezTo>
                <a:cubicBezTo>
                  <a:pt x="3106293" y="717804"/>
                  <a:pt x="3102388" y="713899"/>
                  <a:pt x="3097625" y="713899"/>
                </a:cubicBezTo>
                <a:lnTo>
                  <a:pt x="3058763" y="713899"/>
                </a:lnTo>
                <a:cubicBezTo>
                  <a:pt x="3054001" y="713899"/>
                  <a:pt x="3050096" y="717709"/>
                  <a:pt x="3050096" y="722471"/>
                </a:cubicBezTo>
                <a:lnTo>
                  <a:pt x="3050096" y="724186"/>
                </a:lnTo>
                <a:lnTo>
                  <a:pt x="3044285" y="724186"/>
                </a:lnTo>
                <a:lnTo>
                  <a:pt x="3013615" y="689039"/>
                </a:lnTo>
                <a:lnTo>
                  <a:pt x="3013615" y="526066"/>
                </a:lnTo>
                <a:cubicBezTo>
                  <a:pt x="3015329" y="525780"/>
                  <a:pt x="3017044" y="525209"/>
                  <a:pt x="3018568" y="524161"/>
                </a:cubicBezTo>
                <a:cubicBezTo>
                  <a:pt x="3025045" y="520160"/>
                  <a:pt x="3027045" y="511588"/>
                  <a:pt x="3023045" y="505015"/>
                </a:cubicBezTo>
                <a:cubicBezTo>
                  <a:pt x="3019044" y="498539"/>
                  <a:pt x="3010472" y="496538"/>
                  <a:pt x="3003899" y="500539"/>
                </a:cubicBezTo>
                <a:cubicBezTo>
                  <a:pt x="2997422" y="504539"/>
                  <a:pt x="2995422" y="513112"/>
                  <a:pt x="2999423" y="519684"/>
                </a:cubicBezTo>
                <a:close/>
                <a:moveTo>
                  <a:pt x="3091720" y="718757"/>
                </a:moveTo>
                <a:lnTo>
                  <a:pt x="3097625" y="718757"/>
                </a:lnTo>
                <a:cubicBezTo>
                  <a:pt x="3099721" y="718757"/>
                  <a:pt x="3101530" y="720471"/>
                  <a:pt x="3101530" y="722662"/>
                </a:cubicBezTo>
                <a:lnTo>
                  <a:pt x="3101530" y="736283"/>
                </a:lnTo>
                <a:cubicBezTo>
                  <a:pt x="3101530" y="738378"/>
                  <a:pt x="3099816" y="740188"/>
                  <a:pt x="3097625" y="740188"/>
                </a:cubicBezTo>
                <a:lnTo>
                  <a:pt x="3091720" y="740188"/>
                </a:lnTo>
                <a:cubicBezTo>
                  <a:pt x="3091720" y="740188"/>
                  <a:pt x="3091720" y="718852"/>
                  <a:pt x="3091720" y="718852"/>
                </a:cubicBezTo>
                <a:close/>
                <a:moveTo>
                  <a:pt x="3054858" y="722567"/>
                </a:moveTo>
                <a:cubicBezTo>
                  <a:pt x="3054858" y="720471"/>
                  <a:pt x="3056573" y="718661"/>
                  <a:pt x="3058763" y="718661"/>
                </a:cubicBezTo>
                <a:lnTo>
                  <a:pt x="3066384" y="718661"/>
                </a:lnTo>
                <a:cubicBezTo>
                  <a:pt x="3066384" y="718661"/>
                  <a:pt x="3066384" y="739997"/>
                  <a:pt x="3066384" y="739997"/>
                </a:cubicBezTo>
                <a:lnTo>
                  <a:pt x="3058763" y="739997"/>
                </a:lnTo>
                <a:cubicBezTo>
                  <a:pt x="3056668" y="739997"/>
                  <a:pt x="3054858" y="738283"/>
                  <a:pt x="3054858" y="736092"/>
                </a:cubicBezTo>
                <a:lnTo>
                  <a:pt x="3054858" y="722471"/>
                </a:lnTo>
                <a:close/>
                <a:moveTo>
                  <a:pt x="2806732" y="2674525"/>
                </a:moveTo>
                <a:lnTo>
                  <a:pt x="2801969" y="2674525"/>
                </a:lnTo>
                <a:lnTo>
                  <a:pt x="2801969" y="2664619"/>
                </a:lnTo>
                <a:lnTo>
                  <a:pt x="2806732" y="2664619"/>
                </a:lnTo>
                <a:lnTo>
                  <a:pt x="2806732" y="2674525"/>
                </a:lnTo>
                <a:close/>
                <a:moveTo>
                  <a:pt x="2927890" y="3410426"/>
                </a:moveTo>
                <a:cubicBezTo>
                  <a:pt x="2927890" y="3410426"/>
                  <a:pt x="2928842" y="3410998"/>
                  <a:pt x="2929414" y="3410998"/>
                </a:cubicBezTo>
                <a:lnTo>
                  <a:pt x="2974086" y="3410998"/>
                </a:lnTo>
                <a:cubicBezTo>
                  <a:pt x="2974372" y="3412427"/>
                  <a:pt x="2974848" y="3413855"/>
                  <a:pt x="2975610" y="3415189"/>
                </a:cubicBezTo>
                <a:cubicBezTo>
                  <a:pt x="2977325" y="3418046"/>
                  <a:pt x="2980087" y="3420047"/>
                  <a:pt x="2983421" y="3420809"/>
                </a:cubicBezTo>
                <a:cubicBezTo>
                  <a:pt x="2984373" y="3420999"/>
                  <a:pt x="2985421" y="3421190"/>
                  <a:pt x="2986373" y="3421190"/>
                </a:cubicBezTo>
                <a:cubicBezTo>
                  <a:pt x="2992088" y="3421190"/>
                  <a:pt x="2997232" y="3417284"/>
                  <a:pt x="2998565" y="3411569"/>
                </a:cubicBezTo>
                <a:cubicBezTo>
                  <a:pt x="2999327" y="3408331"/>
                  <a:pt x="2998851" y="3404902"/>
                  <a:pt x="2997042" y="3402044"/>
                </a:cubicBezTo>
                <a:cubicBezTo>
                  <a:pt x="2995327" y="3399187"/>
                  <a:pt x="2992565" y="3397187"/>
                  <a:pt x="2989231" y="3396425"/>
                </a:cubicBezTo>
                <a:cubicBezTo>
                  <a:pt x="2982468" y="3394805"/>
                  <a:pt x="2975705" y="3398996"/>
                  <a:pt x="2974086" y="3405664"/>
                </a:cubicBezTo>
                <a:cubicBezTo>
                  <a:pt x="2974086" y="3405854"/>
                  <a:pt x="2974086" y="3406045"/>
                  <a:pt x="2974086" y="3406235"/>
                </a:cubicBezTo>
                <a:lnTo>
                  <a:pt x="2930176" y="3406235"/>
                </a:lnTo>
                <a:lnTo>
                  <a:pt x="2857214" y="3347276"/>
                </a:lnTo>
                <a:lnTo>
                  <a:pt x="2871311" y="3332607"/>
                </a:lnTo>
                <a:lnTo>
                  <a:pt x="2961894" y="3332607"/>
                </a:lnTo>
                <a:cubicBezTo>
                  <a:pt x="2963132" y="3336227"/>
                  <a:pt x="2966466" y="3338798"/>
                  <a:pt x="2970467" y="3338608"/>
                </a:cubicBezTo>
                <a:cubicBezTo>
                  <a:pt x="2975324" y="3338322"/>
                  <a:pt x="2979039" y="3334226"/>
                  <a:pt x="2978849" y="3329369"/>
                </a:cubicBezTo>
                <a:cubicBezTo>
                  <a:pt x="2978563" y="3324511"/>
                  <a:pt x="2974467" y="3320796"/>
                  <a:pt x="2969609" y="3320987"/>
                </a:cubicBezTo>
                <a:cubicBezTo>
                  <a:pt x="2965609" y="3321177"/>
                  <a:pt x="2962466" y="3324130"/>
                  <a:pt x="2961609" y="3327845"/>
                </a:cubicBezTo>
                <a:lnTo>
                  <a:pt x="2870263" y="3327845"/>
                </a:lnTo>
                <a:cubicBezTo>
                  <a:pt x="2869597" y="3327845"/>
                  <a:pt x="2869025" y="3328130"/>
                  <a:pt x="2868549" y="3328607"/>
                </a:cubicBezTo>
                <a:lnTo>
                  <a:pt x="2851976" y="3345847"/>
                </a:lnTo>
                <a:cubicBezTo>
                  <a:pt x="2851499" y="3346323"/>
                  <a:pt x="2851309" y="3346990"/>
                  <a:pt x="2851309" y="3347657"/>
                </a:cubicBezTo>
                <a:cubicBezTo>
                  <a:pt x="2851309" y="3348323"/>
                  <a:pt x="2851690" y="3348895"/>
                  <a:pt x="2852166" y="3349371"/>
                </a:cubicBezTo>
                <a:lnTo>
                  <a:pt x="2927795" y="3410522"/>
                </a:lnTo>
                <a:close/>
                <a:moveTo>
                  <a:pt x="2978753" y="3406807"/>
                </a:moveTo>
                <a:cubicBezTo>
                  <a:pt x="2979611" y="3403187"/>
                  <a:pt x="2982849" y="3400806"/>
                  <a:pt x="2986373" y="3400806"/>
                </a:cubicBezTo>
                <a:cubicBezTo>
                  <a:pt x="2986945" y="3400806"/>
                  <a:pt x="2987612" y="3400806"/>
                  <a:pt x="2988183" y="3400997"/>
                </a:cubicBezTo>
                <a:cubicBezTo>
                  <a:pt x="2990184" y="3401473"/>
                  <a:pt x="2991898" y="3402711"/>
                  <a:pt x="2993041" y="3404521"/>
                </a:cubicBezTo>
                <a:cubicBezTo>
                  <a:pt x="2994088" y="3406330"/>
                  <a:pt x="2994470" y="3408426"/>
                  <a:pt x="2993993" y="3410426"/>
                </a:cubicBezTo>
                <a:cubicBezTo>
                  <a:pt x="2992946" y="3414617"/>
                  <a:pt x="2988755" y="3417189"/>
                  <a:pt x="2984563" y="3416142"/>
                </a:cubicBezTo>
                <a:cubicBezTo>
                  <a:pt x="2982563" y="3415665"/>
                  <a:pt x="2980849" y="3414427"/>
                  <a:pt x="2979706" y="3412617"/>
                </a:cubicBezTo>
                <a:cubicBezTo>
                  <a:pt x="2978658" y="3410807"/>
                  <a:pt x="2978277" y="3408712"/>
                  <a:pt x="2978753" y="3406712"/>
                </a:cubicBezTo>
                <a:close/>
                <a:moveTo>
                  <a:pt x="2806732" y="2694337"/>
                </a:moveTo>
                <a:lnTo>
                  <a:pt x="2801969" y="2694337"/>
                </a:lnTo>
                <a:lnTo>
                  <a:pt x="2801969" y="2684431"/>
                </a:lnTo>
                <a:lnTo>
                  <a:pt x="2806732" y="2684431"/>
                </a:lnTo>
                <a:lnTo>
                  <a:pt x="2806732" y="2694337"/>
                </a:lnTo>
                <a:close/>
                <a:moveTo>
                  <a:pt x="2801969" y="2704338"/>
                </a:moveTo>
                <a:lnTo>
                  <a:pt x="2806732" y="2704338"/>
                </a:lnTo>
                <a:lnTo>
                  <a:pt x="2806732" y="2714244"/>
                </a:lnTo>
                <a:lnTo>
                  <a:pt x="2801969" y="2714244"/>
                </a:lnTo>
                <a:lnTo>
                  <a:pt x="2801969" y="2704338"/>
                </a:lnTo>
                <a:close/>
                <a:moveTo>
                  <a:pt x="91345" y="2298859"/>
                </a:moveTo>
                <a:cubicBezTo>
                  <a:pt x="92583" y="2304764"/>
                  <a:pt x="97727" y="2309146"/>
                  <a:pt x="103823" y="2309146"/>
                </a:cubicBezTo>
                <a:cubicBezTo>
                  <a:pt x="110871" y="2309146"/>
                  <a:pt x="116586" y="2303336"/>
                  <a:pt x="116586" y="2296192"/>
                </a:cubicBezTo>
                <a:cubicBezTo>
                  <a:pt x="116586" y="2289048"/>
                  <a:pt x="110871" y="2283238"/>
                  <a:pt x="103823" y="2283238"/>
                </a:cubicBezTo>
                <a:cubicBezTo>
                  <a:pt x="97536" y="2283238"/>
                  <a:pt x="92297" y="2288000"/>
                  <a:pt x="91250" y="2294096"/>
                </a:cubicBezTo>
                <a:lnTo>
                  <a:pt x="95" y="2293906"/>
                </a:lnTo>
                <a:lnTo>
                  <a:pt x="95" y="2298668"/>
                </a:lnTo>
                <a:lnTo>
                  <a:pt x="91345" y="2298859"/>
                </a:lnTo>
                <a:close/>
                <a:moveTo>
                  <a:pt x="103823" y="2288000"/>
                </a:moveTo>
                <a:cubicBezTo>
                  <a:pt x="108204" y="2288000"/>
                  <a:pt x="111823" y="2291715"/>
                  <a:pt x="111823" y="2296192"/>
                </a:cubicBezTo>
                <a:cubicBezTo>
                  <a:pt x="111823" y="2300669"/>
                  <a:pt x="108204" y="2304383"/>
                  <a:pt x="103823" y="2304383"/>
                </a:cubicBezTo>
                <a:cubicBezTo>
                  <a:pt x="99441" y="2304383"/>
                  <a:pt x="95822" y="2300669"/>
                  <a:pt x="95822" y="2296192"/>
                </a:cubicBezTo>
                <a:cubicBezTo>
                  <a:pt x="95822" y="2291715"/>
                  <a:pt x="99441" y="2288000"/>
                  <a:pt x="103823" y="2288000"/>
                </a:cubicBezTo>
                <a:close/>
                <a:moveTo>
                  <a:pt x="2814923" y="2659856"/>
                </a:moveTo>
                <a:lnTo>
                  <a:pt x="2794826" y="2659856"/>
                </a:lnTo>
                <a:cubicBezTo>
                  <a:pt x="2791492" y="2659856"/>
                  <a:pt x="2788825" y="2657189"/>
                  <a:pt x="2788825" y="2653855"/>
                </a:cubicBezTo>
                <a:lnTo>
                  <a:pt x="2788825" y="2633758"/>
                </a:lnTo>
                <a:cubicBezTo>
                  <a:pt x="2788825" y="2630424"/>
                  <a:pt x="2791492" y="2627757"/>
                  <a:pt x="2794826" y="2627757"/>
                </a:cubicBezTo>
                <a:lnTo>
                  <a:pt x="2814923" y="2627757"/>
                </a:lnTo>
                <a:cubicBezTo>
                  <a:pt x="2818257" y="2627757"/>
                  <a:pt x="2820924" y="2630424"/>
                  <a:pt x="2820924" y="2633758"/>
                </a:cubicBezTo>
                <a:lnTo>
                  <a:pt x="2820924" y="2653855"/>
                </a:lnTo>
                <a:cubicBezTo>
                  <a:pt x="2820924" y="2657189"/>
                  <a:pt x="2818257" y="2659856"/>
                  <a:pt x="2814923" y="2659856"/>
                </a:cubicBezTo>
                <a:close/>
                <a:moveTo>
                  <a:pt x="3078480" y="3969544"/>
                </a:moveTo>
                <a:cubicBezTo>
                  <a:pt x="3078480" y="3963638"/>
                  <a:pt x="3083338" y="3958780"/>
                  <a:pt x="3089243" y="3958780"/>
                </a:cubicBezTo>
                <a:lnTo>
                  <a:pt x="3114770" y="3958780"/>
                </a:lnTo>
                <a:lnTo>
                  <a:pt x="3114770" y="3963543"/>
                </a:lnTo>
                <a:lnTo>
                  <a:pt x="3089243" y="3963543"/>
                </a:lnTo>
                <a:cubicBezTo>
                  <a:pt x="3085910" y="3963543"/>
                  <a:pt x="3083243" y="3966210"/>
                  <a:pt x="3083243" y="3969544"/>
                </a:cubicBezTo>
                <a:cubicBezTo>
                  <a:pt x="3083243" y="3972878"/>
                  <a:pt x="3085910" y="3975545"/>
                  <a:pt x="3089243" y="3975545"/>
                </a:cubicBezTo>
                <a:lnTo>
                  <a:pt x="3114770" y="3975545"/>
                </a:lnTo>
                <a:lnTo>
                  <a:pt x="3114770" y="3980307"/>
                </a:lnTo>
                <a:lnTo>
                  <a:pt x="3089243" y="3980307"/>
                </a:lnTo>
                <a:cubicBezTo>
                  <a:pt x="3083338" y="3980307"/>
                  <a:pt x="3078480" y="3975449"/>
                  <a:pt x="3078480" y="3969544"/>
                </a:cubicBezTo>
                <a:close/>
                <a:moveTo>
                  <a:pt x="2215325" y="2442972"/>
                </a:moveTo>
                <a:lnTo>
                  <a:pt x="2202561" y="2430875"/>
                </a:lnTo>
                <a:lnTo>
                  <a:pt x="2205800" y="2427446"/>
                </a:lnTo>
                <a:lnTo>
                  <a:pt x="2218563" y="2439543"/>
                </a:lnTo>
                <a:lnTo>
                  <a:pt x="2215325" y="2442972"/>
                </a:lnTo>
                <a:close/>
                <a:moveTo>
                  <a:pt x="2221040" y="2506694"/>
                </a:moveTo>
                <a:lnTo>
                  <a:pt x="2207609" y="2493931"/>
                </a:lnTo>
                <a:lnTo>
                  <a:pt x="2210848" y="2490502"/>
                </a:lnTo>
                <a:lnTo>
                  <a:pt x="2224278" y="2503265"/>
                </a:lnTo>
                <a:lnTo>
                  <a:pt x="2221040" y="2506694"/>
                </a:lnTo>
                <a:close/>
                <a:moveTo>
                  <a:pt x="294894" y="3020092"/>
                </a:moveTo>
                <a:lnTo>
                  <a:pt x="294894" y="3038856"/>
                </a:lnTo>
                <a:cubicBezTo>
                  <a:pt x="294894" y="3040952"/>
                  <a:pt x="293180" y="3042666"/>
                  <a:pt x="291084" y="3042666"/>
                </a:cubicBezTo>
                <a:lnTo>
                  <a:pt x="272320" y="3042666"/>
                </a:lnTo>
                <a:cubicBezTo>
                  <a:pt x="270224" y="3042666"/>
                  <a:pt x="268510" y="3040952"/>
                  <a:pt x="268510" y="3038856"/>
                </a:cubicBezTo>
                <a:lnTo>
                  <a:pt x="268510" y="3020092"/>
                </a:lnTo>
                <a:cubicBezTo>
                  <a:pt x="268510" y="3017996"/>
                  <a:pt x="270224" y="3016282"/>
                  <a:pt x="272320" y="3016282"/>
                </a:cubicBezTo>
                <a:lnTo>
                  <a:pt x="291084" y="3016282"/>
                </a:lnTo>
                <a:cubicBezTo>
                  <a:pt x="293180" y="3016282"/>
                  <a:pt x="294894" y="3017996"/>
                  <a:pt x="294894" y="3020092"/>
                </a:cubicBezTo>
                <a:close/>
                <a:moveTo>
                  <a:pt x="2167604" y="2390966"/>
                </a:moveTo>
                <a:lnTo>
                  <a:pt x="2164366" y="2394395"/>
                </a:lnTo>
                <a:lnTo>
                  <a:pt x="2157508" y="2387822"/>
                </a:lnTo>
                <a:lnTo>
                  <a:pt x="2160746" y="2384393"/>
                </a:lnTo>
                <a:lnTo>
                  <a:pt x="2167604" y="2390966"/>
                </a:lnTo>
                <a:close/>
                <a:moveTo>
                  <a:pt x="2396681" y="2488216"/>
                </a:moveTo>
                <a:lnTo>
                  <a:pt x="2382203" y="2474214"/>
                </a:lnTo>
                <a:lnTo>
                  <a:pt x="2385536" y="2470785"/>
                </a:lnTo>
                <a:lnTo>
                  <a:pt x="2400014" y="2484787"/>
                </a:lnTo>
                <a:lnTo>
                  <a:pt x="2396681" y="2488216"/>
                </a:lnTo>
                <a:close/>
                <a:moveTo>
                  <a:pt x="2370963" y="2456784"/>
                </a:moveTo>
                <a:lnTo>
                  <a:pt x="2367629" y="2460212"/>
                </a:lnTo>
                <a:lnTo>
                  <a:pt x="2353151" y="2446211"/>
                </a:lnTo>
                <a:lnTo>
                  <a:pt x="2356485" y="2442782"/>
                </a:lnTo>
                <a:lnTo>
                  <a:pt x="2370963" y="2456784"/>
                </a:lnTo>
                <a:close/>
                <a:moveTo>
                  <a:pt x="2342007" y="2428780"/>
                </a:moveTo>
                <a:lnTo>
                  <a:pt x="2338673" y="2432209"/>
                </a:lnTo>
                <a:lnTo>
                  <a:pt x="2324195" y="2418207"/>
                </a:lnTo>
                <a:lnTo>
                  <a:pt x="2327529" y="2414778"/>
                </a:lnTo>
                <a:lnTo>
                  <a:pt x="2342007" y="2428780"/>
                </a:lnTo>
                <a:close/>
                <a:moveTo>
                  <a:pt x="517779" y="3223641"/>
                </a:moveTo>
                <a:lnTo>
                  <a:pt x="517779" y="3228404"/>
                </a:lnTo>
                <a:lnTo>
                  <a:pt x="499777" y="3228404"/>
                </a:lnTo>
                <a:lnTo>
                  <a:pt x="499777" y="3223641"/>
                </a:lnTo>
                <a:lnTo>
                  <a:pt x="517779" y="3223641"/>
                </a:lnTo>
                <a:close/>
                <a:moveTo>
                  <a:pt x="481870" y="3228404"/>
                </a:moveTo>
                <a:lnTo>
                  <a:pt x="471202" y="3228404"/>
                </a:lnTo>
                <a:lnTo>
                  <a:pt x="464630" y="3220022"/>
                </a:lnTo>
                <a:lnTo>
                  <a:pt x="468344" y="3217069"/>
                </a:lnTo>
                <a:lnTo>
                  <a:pt x="473488" y="3223641"/>
                </a:lnTo>
                <a:lnTo>
                  <a:pt x="481870" y="3223641"/>
                </a:lnTo>
                <a:lnTo>
                  <a:pt x="481870" y="3228404"/>
                </a:lnTo>
                <a:close/>
                <a:moveTo>
                  <a:pt x="2434019" y="2495645"/>
                </a:moveTo>
                <a:lnTo>
                  <a:pt x="2434019" y="2500408"/>
                </a:lnTo>
                <a:lnTo>
                  <a:pt x="2413826" y="2500408"/>
                </a:lnTo>
                <a:lnTo>
                  <a:pt x="2413826" y="2495645"/>
                </a:lnTo>
                <a:lnTo>
                  <a:pt x="2434019" y="2495645"/>
                </a:lnTo>
                <a:close/>
                <a:moveTo>
                  <a:pt x="2458403" y="2337054"/>
                </a:moveTo>
                <a:cubicBezTo>
                  <a:pt x="2459831" y="2343531"/>
                  <a:pt x="2455736" y="2350008"/>
                  <a:pt x="2449259" y="2351437"/>
                </a:cubicBezTo>
                <a:cubicBezTo>
                  <a:pt x="2442782" y="2352866"/>
                  <a:pt x="2436305" y="2348770"/>
                  <a:pt x="2434876" y="2342293"/>
                </a:cubicBezTo>
                <a:cubicBezTo>
                  <a:pt x="2433447" y="2335816"/>
                  <a:pt x="2437543" y="2329339"/>
                  <a:pt x="2444020" y="2327910"/>
                </a:cubicBezTo>
                <a:cubicBezTo>
                  <a:pt x="2450497" y="2326481"/>
                  <a:pt x="2456974" y="2330577"/>
                  <a:pt x="2458403" y="2337054"/>
                </a:cubicBezTo>
                <a:close/>
                <a:moveTo>
                  <a:pt x="2335054" y="1859852"/>
                </a:moveTo>
                <a:cubicBezTo>
                  <a:pt x="2335054" y="1852136"/>
                  <a:pt x="2328767" y="1845850"/>
                  <a:pt x="2321052" y="1845850"/>
                </a:cubicBezTo>
                <a:cubicBezTo>
                  <a:pt x="2313337" y="1845850"/>
                  <a:pt x="2307050" y="1852136"/>
                  <a:pt x="2307050" y="1859852"/>
                </a:cubicBezTo>
                <a:cubicBezTo>
                  <a:pt x="2307050" y="1866710"/>
                  <a:pt x="2312099" y="1872425"/>
                  <a:pt x="2318671" y="1873568"/>
                </a:cubicBezTo>
                <a:lnTo>
                  <a:pt x="2318671" y="2057495"/>
                </a:lnTo>
                <a:cubicBezTo>
                  <a:pt x="2318671" y="2057495"/>
                  <a:pt x="2314575" y="2057495"/>
                  <a:pt x="2314575" y="2057495"/>
                </a:cubicBezTo>
                <a:cubicBezTo>
                  <a:pt x="2311813" y="2057495"/>
                  <a:pt x="2309527" y="2059781"/>
                  <a:pt x="2309527" y="2062544"/>
                </a:cubicBezTo>
                <a:lnTo>
                  <a:pt x="2309527" y="2075498"/>
                </a:lnTo>
                <a:cubicBezTo>
                  <a:pt x="2309527" y="2078260"/>
                  <a:pt x="2311813" y="2080546"/>
                  <a:pt x="2314575" y="2080546"/>
                </a:cubicBezTo>
                <a:lnTo>
                  <a:pt x="2318671" y="2080546"/>
                </a:lnTo>
                <a:lnTo>
                  <a:pt x="2318671" y="2123599"/>
                </a:lnTo>
                <a:cubicBezTo>
                  <a:pt x="2318671" y="2123599"/>
                  <a:pt x="2273141" y="2178177"/>
                  <a:pt x="2273141" y="2178177"/>
                </a:cubicBezTo>
                <a:lnTo>
                  <a:pt x="2273141" y="2360105"/>
                </a:lnTo>
                <a:cubicBezTo>
                  <a:pt x="2273141" y="2360105"/>
                  <a:pt x="2277904" y="2360105"/>
                  <a:pt x="2277904" y="2360105"/>
                </a:cubicBezTo>
                <a:lnTo>
                  <a:pt x="2277904" y="2179892"/>
                </a:lnTo>
                <a:cubicBezTo>
                  <a:pt x="2277904" y="2179892"/>
                  <a:pt x="2323433" y="2125313"/>
                  <a:pt x="2323433" y="2125313"/>
                </a:cubicBezTo>
                <a:lnTo>
                  <a:pt x="2323433" y="2080546"/>
                </a:lnTo>
                <a:cubicBezTo>
                  <a:pt x="2323433" y="2080546"/>
                  <a:pt x="2327529" y="2080546"/>
                  <a:pt x="2327529" y="2080546"/>
                </a:cubicBezTo>
                <a:cubicBezTo>
                  <a:pt x="2330291" y="2080546"/>
                  <a:pt x="2332577" y="2078260"/>
                  <a:pt x="2332577" y="2075498"/>
                </a:cubicBezTo>
                <a:lnTo>
                  <a:pt x="2332577" y="2062544"/>
                </a:lnTo>
                <a:cubicBezTo>
                  <a:pt x="2332577" y="2059781"/>
                  <a:pt x="2330291" y="2057495"/>
                  <a:pt x="2327529" y="2057495"/>
                </a:cubicBezTo>
                <a:lnTo>
                  <a:pt x="2323433" y="2057495"/>
                </a:lnTo>
                <a:lnTo>
                  <a:pt x="2323433" y="1873568"/>
                </a:lnTo>
                <a:cubicBezTo>
                  <a:pt x="2330006" y="1872425"/>
                  <a:pt x="2335054" y="1866710"/>
                  <a:pt x="2335054" y="1859852"/>
                </a:cubicBezTo>
                <a:close/>
                <a:moveTo>
                  <a:pt x="2327910" y="2062544"/>
                </a:moveTo>
                <a:lnTo>
                  <a:pt x="2327910" y="2075498"/>
                </a:lnTo>
                <a:cubicBezTo>
                  <a:pt x="2327910" y="2075498"/>
                  <a:pt x="2327720" y="2075783"/>
                  <a:pt x="2327624" y="2075783"/>
                </a:cubicBezTo>
                <a:lnTo>
                  <a:pt x="2314385" y="2075498"/>
                </a:lnTo>
                <a:lnTo>
                  <a:pt x="2314670" y="2062258"/>
                </a:lnTo>
                <a:lnTo>
                  <a:pt x="2327910" y="2062544"/>
                </a:lnTo>
                <a:close/>
                <a:moveTo>
                  <a:pt x="2321147" y="1869091"/>
                </a:moveTo>
                <a:cubicBezTo>
                  <a:pt x="2316099" y="1869091"/>
                  <a:pt x="2311908" y="1864995"/>
                  <a:pt x="2311908" y="1859852"/>
                </a:cubicBezTo>
                <a:cubicBezTo>
                  <a:pt x="2311908" y="1854708"/>
                  <a:pt x="2316004" y="1850612"/>
                  <a:pt x="2321147" y="1850612"/>
                </a:cubicBezTo>
                <a:cubicBezTo>
                  <a:pt x="2326291" y="1850612"/>
                  <a:pt x="2330387" y="1854708"/>
                  <a:pt x="2330387" y="1859852"/>
                </a:cubicBezTo>
                <a:cubicBezTo>
                  <a:pt x="2330387" y="1864995"/>
                  <a:pt x="2326291" y="1869091"/>
                  <a:pt x="2321147" y="1869091"/>
                </a:cubicBezTo>
                <a:close/>
                <a:moveTo>
                  <a:pt x="2295144" y="2390204"/>
                </a:moveTo>
                <a:lnTo>
                  <a:pt x="2298478" y="2386775"/>
                </a:lnTo>
                <a:lnTo>
                  <a:pt x="2312956" y="2400776"/>
                </a:lnTo>
                <a:lnTo>
                  <a:pt x="2309622" y="2404205"/>
                </a:lnTo>
                <a:lnTo>
                  <a:pt x="2295144" y="2390204"/>
                </a:lnTo>
                <a:close/>
                <a:moveTo>
                  <a:pt x="2277047" y="2366201"/>
                </a:moveTo>
                <a:lnTo>
                  <a:pt x="2283905" y="2372773"/>
                </a:lnTo>
                <a:lnTo>
                  <a:pt x="2280571" y="2376202"/>
                </a:lnTo>
                <a:lnTo>
                  <a:pt x="2273713" y="2369630"/>
                </a:lnTo>
                <a:lnTo>
                  <a:pt x="2277047" y="2366201"/>
                </a:lnTo>
                <a:close/>
                <a:moveTo>
                  <a:pt x="2157032" y="2439162"/>
                </a:moveTo>
                <a:lnTo>
                  <a:pt x="2170462" y="2451926"/>
                </a:lnTo>
                <a:lnTo>
                  <a:pt x="2167223" y="2455355"/>
                </a:lnTo>
                <a:lnTo>
                  <a:pt x="2153793" y="2442591"/>
                </a:lnTo>
                <a:lnTo>
                  <a:pt x="2157032" y="2439162"/>
                </a:lnTo>
                <a:close/>
                <a:moveTo>
                  <a:pt x="2492693" y="2026063"/>
                </a:moveTo>
                <a:lnTo>
                  <a:pt x="2492693" y="1987201"/>
                </a:lnTo>
                <a:cubicBezTo>
                  <a:pt x="2492693" y="1981867"/>
                  <a:pt x="2487740" y="1977485"/>
                  <a:pt x="2481739" y="1977485"/>
                </a:cubicBezTo>
                <a:lnTo>
                  <a:pt x="2479072" y="1977485"/>
                </a:lnTo>
                <a:lnTo>
                  <a:pt x="2478691" y="1861376"/>
                </a:lnTo>
                <a:lnTo>
                  <a:pt x="2506599" y="1840230"/>
                </a:lnTo>
                <a:cubicBezTo>
                  <a:pt x="2509076" y="1842611"/>
                  <a:pt x="2512505" y="1844135"/>
                  <a:pt x="2516219" y="1844135"/>
                </a:cubicBezTo>
                <a:cubicBezTo>
                  <a:pt x="2523935" y="1844135"/>
                  <a:pt x="2530221" y="1837849"/>
                  <a:pt x="2530221" y="1830134"/>
                </a:cubicBezTo>
                <a:cubicBezTo>
                  <a:pt x="2530221" y="1822418"/>
                  <a:pt x="2523935" y="1816132"/>
                  <a:pt x="2516219" y="1816132"/>
                </a:cubicBezTo>
                <a:cubicBezTo>
                  <a:pt x="2508504" y="1816132"/>
                  <a:pt x="2502218" y="1822418"/>
                  <a:pt x="2502218" y="1830134"/>
                </a:cubicBezTo>
                <a:cubicBezTo>
                  <a:pt x="2502218" y="1832420"/>
                  <a:pt x="2502789" y="1834515"/>
                  <a:pt x="2503742" y="1836420"/>
                </a:cubicBezTo>
                <a:lnTo>
                  <a:pt x="2473928" y="1859090"/>
                </a:lnTo>
                <a:lnTo>
                  <a:pt x="2474309" y="1977581"/>
                </a:lnTo>
                <a:lnTo>
                  <a:pt x="2471642" y="1977581"/>
                </a:lnTo>
                <a:cubicBezTo>
                  <a:pt x="2465642" y="1977581"/>
                  <a:pt x="2460688" y="1981962"/>
                  <a:pt x="2460688" y="1987296"/>
                </a:cubicBezTo>
                <a:lnTo>
                  <a:pt x="2460688" y="2026158"/>
                </a:lnTo>
                <a:cubicBezTo>
                  <a:pt x="2460688" y="2031492"/>
                  <a:pt x="2465642" y="2035874"/>
                  <a:pt x="2471642" y="2035874"/>
                </a:cubicBezTo>
                <a:lnTo>
                  <a:pt x="2473738" y="2035874"/>
                </a:lnTo>
                <a:lnTo>
                  <a:pt x="2472690" y="2035874"/>
                </a:lnTo>
                <a:cubicBezTo>
                  <a:pt x="2472690" y="2035874"/>
                  <a:pt x="2473452" y="2120837"/>
                  <a:pt x="2473452" y="2120837"/>
                </a:cubicBezTo>
                <a:lnTo>
                  <a:pt x="2443353" y="2161699"/>
                </a:lnTo>
                <a:lnTo>
                  <a:pt x="2443353" y="2327720"/>
                </a:lnTo>
                <a:lnTo>
                  <a:pt x="2450497" y="2327720"/>
                </a:lnTo>
                <a:lnTo>
                  <a:pt x="2450497" y="2164080"/>
                </a:lnTo>
                <a:lnTo>
                  <a:pt x="2480596" y="2123218"/>
                </a:lnTo>
                <a:lnTo>
                  <a:pt x="2479834" y="2035969"/>
                </a:lnTo>
                <a:lnTo>
                  <a:pt x="2481644" y="2035969"/>
                </a:lnTo>
                <a:cubicBezTo>
                  <a:pt x="2487644" y="2035969"/>
                  <a:pt x="2492597" y="2031587"/>
                  <a:pt x="2492597" y="2026253"/>
                </a:cubicBezTo>
                <a:close/>
                <a:moveTo>
                  <a:pt x="2516315" y="1820894"/>
                </a:moveTo>
                <a:cubicBezTo>
                  <a:pt x="2521363" y="1820894"/>
                  <a:pt x="2525554" y="1824990"/>
                  <a:pt x="2525554" y="1830134"/>
                </a:cubicBezTo>
                <a:cubicBezTo>
                  <a:pt x="2525554" y="1835277"/>
                  <a:pt x="2521458" y="1839373"/>
                  <a:pt x="2516315" y="1839373"/>
                </a:cubicBezTo>
                <a:cubicBezTo>
                  <a:pt x="2511171" y="1839373"/>
                  <a:pt x="2507075" y="1835277"/>
                  <a:pt x="2507075" y="1830134"/>
                </a:cubicBezTo>
                <a:cubicBezTo>
                  <a:pt x="2507075" y="1824990"/>
                  <a:pt x="2511171" y="1820894"/>
                  <a:pt x="2516315" y="1820894"/>
                </a:cubicBezTo>
                <a:close/>
                <a:moveTo>
                  <a:pt x="2465832" y="1987201"/>
                </a:moveTo>
                <a:cubicBezTo>
                  <a:pt x="2465832" y="1984343"/>
                  <a:pt x="2468499" y="1981962"/>
                  <a:pt x="2471738" y="1981962"/>
                </a:cubicBezTo>
                <a:lnTo>
                  <a:pt x="2481834" y="1981962"/>
                </a:lnTo>
                <a:cubicBezTo>
                  <a:pt x="2485073" y="1981962"/>
                  <a:pt x="2487740" y="1984343"/>
                  <a:pt x="2487740" y="1987201"/>
                </a:cubicBezTo>
                <a:lnTo>
                  <a:pt x="2487740" y="1993297"/>
                </a:lnTo>
                <a:lnTo>
                  <a:pt x="2465927" y="1993297"/>
                </a:lnTo>
                <a:lnTo>
                  <a:pt x="2465927" y="1987201"/>
                </a:lnTo>
                <a:close/>
                <a:moveTo>
                  <a:pt x="2471738" y="2031302"/>
                </a:moveTo>
                <a:cubicBezTo>
                  <a:pt x="2468499" y="2031302"/>
                  <a:pt x="2465832" y="2028920"/>
                  <a:pt x="2465832" y="2026063"/>
                </a:cubicBezTo>
                <a:lnTo>
                  <a:pt x="2465832" y="2017776"/>
                </a:lnTo>
                <a:lnTo>
                  <a:pt x="2487644" y="2017776"/>
                </a:lnTo>
                <a:lnTo>
                  <a:pt x="2487644" y="2026063"/>
                </a:lnTo>
                <a:cubicBezTo>
                  <a:pt x="2487644" y="2028920"/>
                  <a:pt x="2484977" y="2031302"/>
                  <a:pt x="2481739" y="2031302"/>
                </a:cubicBezTo>
                <a:lnTo>
                  <a:pt x="2471642" y="2031302"/>
                </a:lnTo>
                <a:close/>
                <a:moveTo>
                  <a:pt x="2721674" y="2431066"/>
                </a:moveTo>
                <a:cubicBezTo>
                  <a:pt x="2721674" y="2427732"/>
                  <a:pt x="2719007" y="2425065"/>
                  <a:pt x="2715673" y="2425065"/>
                </a:cubicBezTo>
                <a:lnTo>
                  <a:pt x="2695575" y="2425065"/>
                </a:lnTo>
                <a:cubicBezTo>
                  <a:pt x="2692242" y="2425065"/>
                  <a:pt x="2689574" y="2427732"/>
                  <a:pt x="2689574" y="2431066"/>
                </a:cubicBezTo>
                <a:lnTo>
                  <a:pt x="2689574" y="2437448"/>
                </a:lnTo>
                <a:lnTo>
                  <a:pt x="2571179" y="2436971"/>
                </a:lnTo>
                <a:lnTo>
                  <a:pt x="2555462" y="2450592"/>
                </a:lnTo>
                <a:lnTo>
                  <a:pt x="2425637" y="2450402"/>
                </a:lnTo>
                <a:lnTo>
                  <a:pt x="2337816" y="2366391"/>
                </a:lnTo>
                <a:lnTo>
                  <a:pt x="2338197" y="2274380"/>
                </a:lnTo>
                <a:lnTo>
                  <a:pt x="2340674" y="2274380"/>
                </a:lnTo>
                <a:cubicBezTo>
                  <a:pt x="2343436" y="2274380"/>
                  <a:pt x="2345722" y="2272094"/>
                  <a:pt x="2345722" y="2269331"/>
                </a:cubicBezTo>
                <a:lnTo>
                  <a:pt x="2345722" y="2256377"/>
                </a:lnTo>
                <a:cubicBezTo>
                  <a:pt x="2345722" y="2253615"/>
                  <a:pt x="2343436" y="2251329"/>
                  <a:pt x="2340674" y="2251329"/>
                </a:cubicBezTo>
                <a:lnTo>
                  <a:pt x="2338197" y="2251329"/>
                </a:lnTo>
                <a:lnTo>
                  <a:pt x="2338483" y="2169033"/>
                </a:lnTo>
                <a:lnTo>
                  <a:pt x="2376011" y="2124170"/>
                </a:lnTo>
                <a:lnTo>
                  <a:pt x="2376011" y="1871472"/>
                </a:lnTo>
                <a:lnTo>
                  <a:pt x="2368772" y="1871472"/>
                </a:lnTo>
                <a:lnTo>
                  <a:pt x="2368772" y="2121599"/>
                </a:lnTo>
                <a:cubicBezTo>
                  <a:pt x="2368772" y="2121599"/>
                  <a:pt x="2331339" y="2166461"/>
                  <a:pt x="2331339" y="2166461"/>
                </a:cubicBezTo>
                <a:lnTo>
                  <a:pt x="2331053" y="2251424"/>
                </a:lnTo>
                <a:lnTo>
                  <a:pt x="2327720" y="2251424"/>
                </a:lnTo>
                <a:cubicBezTo>
                  <a:pt x="2324957" y="2251424"/>
                  <a:pt x="2322671" y="2253710"/>
                  <a:pt x="2322671" y="2256473"/>
                </a:cubicBezTo>
                <a:lnTo>
                  <a:pt x="2322671" y="2269427"/>
                </a:lnTo>
                <a:cubicBezTo>
                  <a:pt x="2322671" y="2272189"/>
                  <a:pt x="2324957" y="2274475"/>
                  <a:pt x="2327720" y="2274475"/>
                </a:cubicBezTo>
                <a:lnTo>
                  <a:pt x="2330958" y="2274475"/>
                </a:lnTo>
                <a:lnTo>
                  <a:pt x="2330577" y="2369534"/>
                </a:lnTo>
                <a:lnTo>
                  <a:pt x="2422684" y="2457641"/>
                </a:lnTo>
                <a:lnTo>
                  <a:pt x="2558034" y="2457831"/>
                </a:lnTo>
                <a:lnTo>
                  <a:pt x="2573750" y="2444305"/>
                </a:lnTo>
                <a:lnTo>
                  <a:pt x="2689479" y="2444687"/>
                </a:lnTo>
                <a:lnTo>
                  <a:pt x="2689479" y="2451163"/>
                </a:lnTo>
                <a:cubicBezTo>
                  <a:pt x="2689479" y="2454497"/>
                  <a:pt x="2692146" y="2457164"/>
                  <a:pt x="2695480" y="2457164"/>
                </a:cubicBezTo>
                <a:lnTo>
                  <a:pt x="2715578" y="2457164"/>
                </a:lnTo>
                <a:cubicBezTo>
                  <a:pt x="2718911" y="2457164"/>
                  <a:pt x="2721578" y="2454497"/>
                  <a:pt x="2721578" y="2451163"/>
                </a:cubicBezTo>
                <a:lnTo>
                  <a:pt x="2721578" y="2431066"/>
                </a:lnTo>
                <a:close/>
                <a:moveTo>
                  <a:pt x="2327529" y="2269331"/>
                </a:moveTo>
                <a:lnTo>
                  <a:pt x="2327815" y="2256092"/>
                </a:lnTo>
                <a:lnTo>
                  <a:pt x="2341055" y="2256377"/>
                </a:lnTo>
                <a:lnTo>
                  <a:pt x="2341055" y="2269331"/>
                </a:lnTo>
                <a:cubicBezTo>
                  <a:pt x="2341055" y="2269331"/>
                  <a:pt x="2340864" y="2269617"/>
                  <a:pt x="2340769" y="2269617"/>
                </a:cubicBezTo>
                <a:lnTo>
                  <a:pt x="2327529" y="2269331"/>
                </a:lnTo>
                <a:close/>
                <a:moveTo>
                  <a:pt x="457295" y="3203162"/>
                </a:moveTo>
                <a:lnTo>
                  <a:pt x="453581" y="3206115"/>
                </a:lnTo>
                <a:lnTo>
                  <a:pt x="442627" y="3192209"/>
                </a:lnTo>
                <a:lnTo>
                  <a:pt x="446342" y="3189256"/>
                </a:lnTo>
                <a:lnTo>
                  <a:pt x="457295" y="3203162"/>
                </a:lnTo>
                <a:close/>
                <a:moveTo>
                  <a:pt x="2373059" y="1871472"/>
                </a:moveTo>
                <a:cubicBezTo>
                  <a:pt x="2366677" y="1871472"/>
                  <a:pt x="2361438" y="1866233"/>
                  <a:pt x="2361438" y="1859852"/>
                </a:cubicBezTo>
                <a:cubicBezTo>
                  <a:pt x="2361438" y="1853470"/>
                  <a:pt x="2366677" y="1848231"/>
                  <a:pt x="2373059" y="1848231"/>
                </a:cubicBezTo>
                <a:cubicBezTo>
                  <a:pt x="2379440" y="1848231"/>
                  <a:pt x="2384679" y="1853470"/>
                  <a:pt x="2384679" y="1859852"/>
                </a:cubicBezTo>
                <a:cubicBezTo>
                  <a:pt x="2384679" y="1866233"/>
                  <a:pt x="2379440" y="1871472"/>
                  <a:pt x="2373059" y="1871472"/>
                </a:cubicBezTo>
                <a:close/>
                <a:moveTo>
                  <a:pt x="2474309" y="2500408"/>
                </a:moveTo>
                <a:lnTo>
                  <a:pt x="2454117" y="2500408"/>
                </a:lnTo>
                <a:lnTo>
                  <a:pt x="2454117" y="2495645"/>
                </a:lnTo>
                <a:lnTo>
                  <a:pt x="2474309" y="2495645"/>
                </a:lnTo>
                <a:lnTo>
                  <a:pt x="2474309" y="2500408"/>
                </a:lnTo>
                <a:close/>
                <a:moveTo>
                  <a:pt x="2720530" y="1913953"/>
                </a:moveTo>
                <a:cubicBezTo>
                  <a:pt x="2720530" y="1911477"/>
                  <a:pt x="2722531" y="1909477"/>
                  <a:pt x="2725007" y="1909477"/>
                </a:cubicBezTo>
                <a:cubicBezTo>
                  <a:pt x="2727484" y="1909477"/>
                  <a:pt x="2729484" y="1911477"/>
                  <a:pt x="2729484" y="1913953"/>
                </a:cubicBezTo>
                <a:cubicBezTo>
                  <a:pt x="2729484" y="1916430"/>
                  <a:pt x="2727484" y="1918430"/>
                  <a:pt x="2725007" y="1918430"/>
                </a:cubicBezTo>
                <a:cubicBezTo>
                  <a:pt x="2722531" y="1918430"/>
                  <a:pt x="2720530" y="1916430"/>
                  <a:pt x="2720530" y="1913953"/>
                </a:cubicBezTo>
                <a:close/>
                <a:moveTo>
                  <a:pt x="2230946" y="3016377"/>
                </a:moveTo>
                <a:lnTo>
                  <a:pt x="2235708" y="3016377"/>
                </a:lnTo>
                <a:cubicBezTo>
                  <a:pt x="2235708" y="3016377"/>
                  <a:pt x="2235899" y="3035427"/>
                  <a:pt x="2235899" y="3035427"/>
                </a:cubicBezTo>
                <a:lnTo>
                  <a:pt x="2231136" y="3035427"/>
                </a:lnTo>
                <a:cubicBezTo>
                  <a:pt x="2231136" y="3035427"/>
                  <a:pt x="2230946" y="3016377"/>
                  <a:pt x="2230946" y="3016377"/>
                </a:cubicBezTo>
                <a:close/>
                <a:moveTo>
                  <a:pt x="2721674" y="2373916"/>
                </a:moveTo>
                <a:cubicBezTo>
                  <a:pt x="2721674" y="2370582"/>
                  <a:pt x="2719007" y="2367915"/>
                  <a:pt x="2715673" y="2367915"/>
                </a:cubicBezTo>
                <a:lnTo>
                  <a:pt x="2695575" y="2367915"/>
                </a:lnTo>
                <a:cubicBezTo>
                  <a:pt x="2692242" y="2367915"/>
                  <a:pt x="2689574" y="2370582"/>
                  <a:pt x="2689574" y="2373916"/>
                </a:cubicBezTo>
                <a:lnTo>
                  <a:pt x="2689574" y="2375440"/>
                </a:lnTo>
                <a:lnTo>
                  <a:pt x="2571464" y="2375440"/>
                </a:lnTo>
                <a:lnTo>
                  <a:pt x="2541651" y="2399824"/>
                </a:lnTo>
                <a:lnTo>
                  <a:pt x="2430494" y="2399824"/>
                </a:lnTo>
                <a:lnTo>
                  <a:pt x="2396681" y="2366963"/>
                </a:lnTo>
                <a:lnTo>
                  <a:pt x="2397252" y="2164652"/>
                </a:lnTo>
                <a:lnTo>
                  <a:pt x="2429732" y="2126171"/>
                </a:lnTo>
                <a:lnTo>
                  <a:pt x="2429732" y="1872901"/>
                </a:lnTo>
                <a:cubicBezTo>
                  <a:pt x="2435066" y="1870901"/>
                  <a:pt x="2438972" y="1865852"/>
                  <a:pt x="2438972" y="1859756"/>
                </a:cubicBezTo>
                <a:cubicBezTo>
                  <a:pt x="2438972" y="1852041"/>
                  <a:pt x="2432685" y="1845755"/>
                  <a:pt x="2424970" y="1845755"/>
                </a:cubicBezTo>
                <a:cubicBezTo>
                  <a:pt x="2417255" y="1845755"/>
                  <a:pt x="2410968" y="1852041"/>
                  <a:pt x="2410968" y="1859756"/>
                </a:cubicBezTo>
                <a:cubicBezTo>
                  <a:pt x="2410968" y="1865757"/>
                  <a:pt x="2414873" y="1870901"/>
                  <a:pt x="2420207" y="1872901"/>
                </a:cubicBezTo>
                <a:lnTo>
                  <a:pt x="2420207" y="2122646"/>
                </a:lnTo>
                <a:lnTo>
                  <a:pt x="2387727" y="2161127"/>
                </a:lnTo>
                <a:lnTo>
                  <a:pt x="2387156" y="2370963"/>
                </a:lnTo>
                <a:lnTo>
                  <a:pt x="2426684" y="2409349"/>
                </a:lnTo>
                <a:lnTo>
                  <a:pt x="2545080" y="2409349"/>
                </a:lnTo>
                <a:lnTo>
                  <a:pt x="2574893" y="2384965"/>
                </a:lnTo>
                <a:lnTo>
                  <a:pt x="2689670" y="2384965"/>
                </a:lnTo>
                <a:lnTo>
                  <a:pt x="2689670" y="2394014"/>
                </a:lnTo>
                <a:cubicBezTo>
                  <a:pt x="2689670" y="2397347"/>
                  <a:pt x="2692337" y="2400014"/>
                  <a:pt x="2695670" y="2400014"/>
                </a:cubicBezTo>
                <a:lnTo>
                  <a:pt x="2715768" y="2400014"/>
                </a:lnTo>
                <a:cubicBezTo>
                  <a:pt x="2719102" y="2400014"/>
                  <a:pt x="2721769" y="2397347"/>
                  <a:pt x="2721769" y="2394014"/>
                </a:cubicBezTo>
                <a:lnTo>
                  <a:pt x="2721769" y="2373916"/>
                </a:lnTo>
                <a:close/>
                <a:moveTo>
                  <a:pt x="2415826" y="1859852"/>
                </a:moveTo>
                <a:cubicBezTo>
                  <a:pt x="2415826" y="1854803"/>
                  <a:pt x="2419922" y="1850612"/>
                  <a:pt x="2425065" y="1850612"/>
                </a:cubicBezTo>
                <a:cubicBezTo>
                  <a:pt x="2430209" y="1850612"/>
                  <a:pt x="2434304" y="1854708"/>
                  <a:pt x="2434304" y="1859852"/>
                </a:cubicBezTo>
                <a:cubicBezTo>
                  <a:pt x="2434304" y="1864995"/>
                  <a:pt x="2430209" y="1869091"/>
                  <a:pt x="2425065" y="1869091"/>
                </a:cubicBezTo>
                <a:cubicBezTo>
                  <a:pt x="2419922" y="1869091"/>
                  <a:pt x="2415826" y="1864995"/>
                  <a:pt x="2415826" y="1859852"/>
                </a:cubicBezTo>
                <a:close/>
                <a:moveTo>
                  <a:pt x="2595277" y="2500503"/>
                </a:moveTo>
                <a:lnTo>
                  <a:pt x="2575084" y="2500503"/>
                </a:lnTo>
                <a:lnTo>
                  <a:pt x="2575084" y="2495741"/>
                </a:lnTo>
                <a:lnTo>
                  <a:pt x="2595277" y="2495741"/>
                </a:lnTo>
                <a:lnTo>
                  <a:pt x="2595277" y="2500503"/>
                </a:lnTo>
                <a:close/>
                <a:moveTo>
                  <a:pt x="2554986" y="2495741"/>
                </a:moveTo>
                <a:lnTo>
                  <a:pt x="2554986" y="2500503"/>
                </a:lnTo>
                <a:lnTo>
                  <a:pt x="2534793" y="2500503"/>
                </a:lnTo>
                <a:lnTo>
                  <a:pt x="2534793" y="2495741"/>
                </a:lnTo>
                <a:lnTo>
                  <a:pt x="2554986" y="2495741"/>
                </a:lnTo>
                <a:close/>
                <a:moveTo>
                  <a:pt x="2514695" y="2500408"/>
                </a:moveTo>
                <a:lnTo>
                  <a:pt x="2494502" y="2500408"/>
                </a:lnTo>
                <a:lnTo>
                  <a:pt x="2494502" y="2495645"/>
                </a:lnTo>
                <a:lnTo>
                  <a:pt x="2514695" y="2495645"/>
                </a:lnTo>
                <a:lnTo>
                  <a:pt x="2514695" y="2500408"/>
                </a:lnTo>
                <a:close/>
                <a:moveTo>
                  <a:pt x="2635663" y="2495741"/>
                </a:moveTo>
                <a:lnTo>
                  <a:pt x="2635663" y="2500503"/>
                </a:lnTo>
                <a:lnTo>
                  <a:pt x="2615470" y="2500503"/>
                </a:lnTo>
                <a:lnTo>
                  <a:pt x="2615470" y="2495741"/>
                </a:lnTo>
                <a:lnTo>
                  <a:pt x="2635663" y="2495741"/>
                </a:lnTo>
                <a:close/>
                <a:moveTo>
                  <a:pt x="2721674" y="2508218"/>
                </a:moveTo>
                <a:cubicBezTo>
                  <a:pt x="2721674" y="2511552"/>
                  <a:pt x="2719007" y="2514219"/>
                  <a:pt x="2715673" y="2514219"/>
                </a:cubicBezTo>
                <a:lnTo>
                  <a:pt x="2695575" y="2514219"/>
                </a:lnTo>
                <a:cubicBezTo>
                  <a:pt x="2692242" y="2514219"/>
                  <a:pt x="2689574" y="2511552"/>
                  <a:pt x="2689574" y="2508218"/>
                </a:cubicBezTo>
                <a:lnTo>
                  <a:pt x="2689574" y="2488121"/>
                </a:lnTo>
                <a:cubicBezTo>
                  <a:pt x="2689574" y="2484787"/>
                  <a:pt x="2692242" y="2482120"/>
                  <a:pt x="2695575" y="2482120"/>
                </a:cubicBezTo>
                <a:lnTo>
                  <a:pt x="2715673" y="2482120"/>
                </a:lnTo>
                <a:cubicBezTo>
                  <a:pt x="2719007" y="2482120"/>
                  <a:pt x="2721674" y="2484787"/>
                  <a:pt x="2721674" y="2488121"/>
                </a:cubicBezTo>
                <a:lnTo>
                  <a:pt x="2721674" y="2508218"/>
                </a:lnTo>
                <a:close/>
                <a:moveTo>
                  <a:pt x="2675954" y="2495836"/>
                </a:moveTo>
                <a:lnTo>
                  <a:pt x="2675954" y="2500598"/>
                </a:lnTo>
                <a:lnTo>
                  <a:pt x="2655761" y="2500598"/>
                </a:lnTo>
                <a:lnTo>
                  <a:pt x="2655761" y="2495836"/>
                </a:lnTo>
                <a:lnTo>
                  <a:pt x="2675954" y="2495836"/>
                </a:lnTo>
                <a:close/>
                <a:moveTo>
                  <a:pt x="296513" y="3011519"/>
                </a:moveTo>
                <a:lnTo>
                  <a:pt x="266891" y="3011519"/>
                </a:lnTo>
                <a:cubicBezTo>
                  <a:pt x="265176" y="3011519"/>
                  <a:pt x="263747" y="3012948"/>
                  <a:pt x="263747" y="3014663"/>
                </a:cubicBezTo>
                <a:lnTo>
                  <a:pt x="263747" y="3025902"/>
                </a:lnTo>
                <a:lnTo>
                  <a:pt x="99346" y="3025902"/>
                </a:lnTo>
                <a:lnTo>
                  <a:pt x="44958" y="2971229"/>
                </a:lnTo>
                <a:lnTo>
                  <a:pt x="95" y="2971229"/>
                </a:lnTo>
                <a:lnTo>
                  <a:pt x="95" y="2978372"/>
                </a:lnTo>
                <a:lnTo>
                  <a:pt x="42005" y="2978372"/>
                </a:lnTo>
                <a:lnTo>
                  <a:pt x="96393" y="3033046"/>
                </a:lnTo>
                <a:lnTo>
                  <a:pt x="263747" y="3033046"/>
                </a:lnTo>
                <a:lnTo>
                  <a:pt x="263747" y="3044285"/>
                </a:lnTo>
                <a:cubicBezTo>
                  <a:pt x="263747" y="3046000"/>
                  <a:pt x="265176" y="3047429"/>
                  <a:pt x="266891" y="3047429"/>
                </a:cubicBezTo>
                <a:lnTo>
                  <a:pt x="296513" y="3047429"/>
                </a:lnTo>
                <a:cubicBezTo>
                  <a:pt x="298228" y="3047429"/>
                  <a:pt x="299657" y="3046000"/>
                  <a:pt x="299657" y="3044285"/>
                </a:cubicBezTo>
                <a:lnTo>
                  <a:pt x="299657" y="3014663"/>
                </a:lnTo>
                <a:cubicBezTo>
                  <a:pt x="299657" y="3012948"/>
                  <a:pt x="298228" y="3011519"/>
                  <a:pt x="296513" y="3011519"/>
                </a:cubicBezTo>
                <a:close/>
                <a:moveTo>
                  <a:pt x="297275" y="3044285"/>
                </a:moveTo>
                <a:cubicBezTo>
                  <a:pt x="297275" y="3044285"/>
                  <a:pt x="296894" y="3045047"/>
                  <a:pt x="296513" y="3045047"/>
                </a:cubicBezTo>
                <a:lnTo>
                  <a:pt x="266891" y="3045047"/>
                </a:lnTo>
                <a:cubicBezTo>
                  <a:pt x="266891" y="3045047"/>
                  <a:pt x="266129" y="3044667"/>
                  <a:pt x="266129" y="3044285"/>
                </a:cubicBezTo>
                <a:lnTo>
                  <a:pt x="266129" y="3014663"/>
                </a:lnTo>
                <a:cubicBezTo>
                  <a:pt x="266129" y="3014663"/>
                  <a:pt x="266510" y="3013901"/>
                  <a:pt x="266891" y="3013901"/>
                </a:cubicBezTo>
                <a:lnTo>
                  <a:pt x="296513" y="3013901"/>
                </a:lnTo>
                <a:cubicBezTo>
                  <a:pt x="296513" y="3013901"/>
                  <a:pt x="297275" y="3014282"/>
                  <a:pt x="297275" y="3014663"/>
                </a:cubicBezTo>
                <a:lnTo>
                  <a:pt x="297275" y="3044285"/>
                </a:lnTo>
                <a:close/>
                <a:moveTo>
                  <a:pt x="2002060" y="1565624"/>
                </a:moveTo>
                <a:cubicBezTo>
                  <a:pt x="2005298" y="1563815"/>
                  <a:pt x="2007489" y="1560862"/>
                  <a:pt x="2008537" y="1557623"/>
                </a:cubicBezTo>
                <a:lnTo>
                  <a:pt x="2098072" y="1558004"/>
                </a:lnTo>
                <a:lnTo>
                  <a:pt x="2165985" y="1509617"/>
                </a:lnTo>
                <a:lnTo>
                  <a:pt x="2321338" y="1510665"/>
                </a:lnTo>
                <a:lnTo>
                  <a:pt x="2384108" y="1454087"/>
                </a:lnTo>
                <a:cubicBezTo>
                  <a:pt x="2387727" y="1455611"/>
                  <a:pt x="2392013" y="1455611"/>
                  <a:pt x="2395633" y="1453229"/>
                </a:cubicBezTo>
                <a:cubicBezTo>
                  <a:pt x="2401157" y="1449515"/>
                  <a:pt x="2402681" y="1441895"/>
                  <a:pt x="2398871" y="1436370"/>
                </a:cubicBezTo>
                <a:cubicBezTo>
                  <a:pt x="2395157" y="1430846"/>
                  <a:pt x="2387537" y="1429322"/>
                  <a:pt x="2382012" y="1433132"/>
                </a:cubicBezTo>
                <a:cubicBezTo>
                  <a:pt x="2377345" y="1436275"/>
                  <a:pt x="2375726" y="1442180"/>
                  <a:pt x="2377631" y="1447228"/>
                </a:cubicBezTo>
                <a:lnTo>
                  <a:pt x="2317814" y="1501235"/>
                </a:lnTo>
                <a:lnTo>
                  <a:pt x="2163032" y="1500188"/>
                </a:lnTo>
                <a:lnTo>
                  <a:pt x="2095119" y="1548575"/>
                </a:lnTo>
                <a:lnTo>
                  <a:pt x="2008537" y="1548194"/>
                </a:lnTo>
                <a:cubicBezTo>
                  <a:pt x="2008251" y="1547432"/>
                  <a:pt x="2007965" y="1546670"/>
                  <a:pt x="2007489" y="1545907"/>
                </a:cubicBezTo>
                <a:cubicBezTo>
                  <a:pt x="2003489" y="1538954"/>
                  <a:pt x="1994535" y="1536573"/>
                  <a:pt x="1987582" y="1540574"/>
                </a:cubicBezTo>
                <a:cubicBezTo>
                  <a:pt x="1980628" y="1544574"/>
                  <a:pt x="1978247" y="1553528"/>
                  <a:pt x="1982248" y="1560481"/>
                </a:cubicBezTo>
                <a:cubicBezTo>
                  <a:pt x="1984915" y="1565148"/>
                  <a:pt x="1989868" y="1567720"/>
                  <a:pt x="1994916" y="1567720"/>
                </a:cubicBezTo>
                <a:cubicBezTo>
                  <a:pt x="1997393" y="1567720"/>
                  <a:pt x="1999869" y="1567053"/>
                  <a:pt x="2002155" y="1565815"/>
                </a:cubicBezTo>
                <a:close/>
                <a:moveTo>
                  <a:pt x="1986344" y="1557909"/>
                </a:moveTo>
                <a:cubicBezTo>
                  <a:pt x="1983677" y="1553242"/>
                  <a:pt x="1985296" y="1547241"/>
                  <a:pt x="1989963" y="1544574"/>
                </a:cubicBezTo>
                <a:cubicBezTo>
                  <a:pt x="1991487" y="1543717"/>
                  <a:pt x="1993106" y="1543241"/>
                  <a:pt x="1994821" y="1543241"/>
                </a:cubicBezTo>
                <a:cubicBezTo>
                  <a:pt x="1995678" y="1543241"/>
                  <a:pt x="1996535" y="1543336"/>
                  <a:pt x="1997393" y="1543622"/>
                </a:cubicBezTo>
                <a:cubicBezTo>
                  <a:pt x="1999964" y="1544288"/>
                  <a:pt x="2002060" y="1545907"/>
                  <a:pt x="2003298" y="1548194"/>
                </a:cubicBezTo>
                <a:cubicBezTo>
                  <a:pt x="2005965" y="1552861"/>
                  <a:pt x="2004346" y="1558862"/>
                  <a:pt x="1999678" y="1561528"/>
                </a:cubicBezTo>
                <a:cubicBezTo>
                  <a:pt x="1995011" y="1564196"/>
                  <a:pt x="1989011" y="1562576"/>
                  <a:pt x="1986344" y="1557909"/>
                </a:cubicBezTo>
                <a:close/>
                <a:moveTo>
                  <a:pt x="1287590" y="2121980"/>
                </a:moveTo>
                <a:lnTo>
                  <a:pt x="1284923" y="2121980"/>
                </a:lnTo>
                <a:lnTo>
                  <a:pt x="1258443" y="2097405"/>
                </a:lnTo>
                <a:lnTo>
                  <a:pt x="1120331" y="2097405"/>
                </a:lnTo>
                <a:lnTo>
                  <a:pt x="1090708" y="2121980"/>
                </a:lnTo>
                <a:lnTo>
                  <a:pt x="1088041" y="2121980"/>
                </a:lnTo>
                <a:cubicBezTo>
                  <a:pt x="1085279" y="2121980"/>
                  <a:pt x="1082993" y="2124266"/>
                  <a:pt x="1082993" y="2127028"/>
                </a:cubicBezTo>
                <a:lnTo>
                  <a:pt x="1082993" y="2133886"/>
                </a:lnTo>
                <a:cubicBezTo>
                  <a:pt x="1082993" y="2136648"/>
                  <a:pt x="1085279" y="2138934"/>
                  <a:pt x="1088041" y="2138934"/>
                </a:cubicBezTo>
                <a:lnTo>
                  <a:pt x="1094232" y="2138934"/>
                </a:lnTo>
                <a:cubicBezTo>
                  <a:pt x="1096994" y="2138934"/>
                  <a:pt x="1099280" y="2136648"/>
                  <a:pt x="1099280" y="2133886"/>
                </a:cubicBezTo>
                <a:lnTo>
                  <a:pt x="1099280" y="2127028"/>
                </a:lnTo>
                <a:cubicBezTo>
                  <a:pt x="1099280" y="2124266"/>
                  <a:pt x="1097090" y="2122075"/>
                  <a:pt x="1094423" y="2121980"/>
                </a:cubicBezTo>
                <a:lnTo>
                  <a:pt x="1121188" y="2099786"/>
                </a:lnTo>
                <a:lnTo>
                  <a:pt x="1257586" y="2099786"/>
                </a:lnTo>
                <a:lnTo>
                  <a:pt x="1281494" y="2121980"/>
                </a:lnTo>
                <a:lnTo>
                  <a:pt x="1281494" y="2121980"/>
                </a:lnTo>
                <a:cubicBezTo>
                  <a:pt x="1278731" y="2121980"/>
                  <a:pt x="1276445" y="2124266"/>
                  <a:pt x="1276445" y="2127028"/>
                </a:cubicBezTo>
                <a:lnTo>
                  <a:pt x="1276445" y="2133886"/>
                </a:lnTo>
                <a:cubicBezTo>
                  <a:pt x="1276445" y="2136648"/>
                  <a:pt x="1278731" y="2138934"/>
                  <a:pt x="1281494" y="2138934"/>
                </a:cubicBezTo>
                <a:lnTo>
                  <a:pt x="1287685" y="2138934"/>
                </a:lnTo>
                <a:cubicBezTo>
                  <a:pt x="1290447" y="2138934"/>
                  <a:pt x="1292733" y="2136648"/>
                  <a:pt x="1292733" y="2133886"/>
                </a:cubicBezTo>
                <a:lnTo>
                  <a:pt x="1292733" y="2127028"/>
                </a:lnTo>
                <a:cubicBezTo>
                  <a:pt x="1292733" y="2124266"/>
                  <a:pt x="1290447" y="2121980"/>
                  <a:pt x="1287685" y="2121980"/>
                </a:cubicBezTo>
                <a:close/>
                <a:moveTo>
                  <a:pt x="1096899" y="2127028"/>
                </a:moveTo>
                <a:lnTo>
                  <a:pt x="1096899" y="2133886"/>
                </a:lnTo>
                <a:cubicBezTo>
                  <a:pt x="1096899" y="2135315"/>
                  <a:pt x="1095661" y="2136553"/>
                  <a:pt x="1094232" y="2136553"/>
                </a:cubicBezTo>
                <a:lnTo>
                  <a:pt x="1088041" y="2136553"/>
                </a:lnTo>
                <a:cubicBezTo>
                  <a:pt x="1086612" y="2136553"/>
                  <a:pt x="1085374" y="2135315"/>
                  <a:pt x="1085374" y="2133886"/>
                </a:cubicBezTo>
                <a:lnTo>
                  <a:pt x="1085374" y="2127028"/>
                </a:lnTo>
                <a:cubicBezTo>
                  <a:pt x="1085374" y="2125599"/>
                  <a:pt x="1086612" y="2124361"/>
                  <a:pt x="1088041" y="2124361"/>
                </a:cubicBezTo>
                <a:lnTo>
                  <a:pt x="1094232" y="2124361"/>
                </a:lnTo>
                <a:cubicBezTo>
                  <a:pt x="1095661" y="2124361"/>
                  <a:pt x="1096899" y="2125599"/>
                  <a:pt x="1096899" y="2127028"/>
                </a:cubicBezTo>
                <a:close/>
                <a:moveTo>
                  <a:pt x="1290257" y="2133886"/>
                </a:moveTo>
                <a:cubicBezTo>
                  <a:pt x="1290257" y="2135315"/>
                  <a:pt x="1289018" y="2136553"/>
                  <a:pt x="1287590" y="2136553"/>
                </a:cubicBezTo>
                <a:lnTo>
                  <a:pt x="1281398" y="2136553"/>
                </a:lnTo>
                <a:cubicBezTo>
                  <a:pt x="1279970" y="2136553"/>
                  <a:pt x="1278731" y="2135315"/>
                  <a:pt x="1278731" y="2133886"/>
                </a:cubicBezTo>
                <a:lnTo>
                  <a:pt x="1278731" y="2127028"/>
                </a:lnTo>
                <a:cubicBezTo>
                  <a:pt x="1278731" y="2125599"/>
                  <a:pt x="1279970" y="2124361"/>
                  <a:pt x="1281398" y="2124361"/>
                </a:cubicBezTo>
                <a:lnTo>
                  <a:pt x="1287590" y="2124361"/>
                </a:lnTo>
                <a:cubicBezTo>
                  <a:pt x="1289018" y="2124361"/>
                  <a:pt x="1290257" y="2125599"/>
                  <a:pt x="1290257" y="2127028"/>
                </a:cubicBezTo>
                <a:lnTo>
                  <a:pt x="1290257" y="2133886"/>
                </a:lnTo>
                <a:close/>
                <a:moveTo>
                  <a:pt x="1702403" y="1688306"/>
                </a:moveTo>
                <a:cubicBezTo>
                  <a:pt x="1705642" y="1688306"/>
                  <a:pt x="1708309" y="1686211"/>
                  <a:pt x="1709357" y="1683258"/>
                </a:cubicBezTo>
                <a:lnTo>
                  <a:pt x="1763268" y="1683258"/>
                </a:lnTo>
                <a:lnTo>
                  <a:pt x="1778603" y="1660207"/>
                </a:lnTo>
                <a:lnTo>
                  <a:pt x="1778603" y="1618869"/>
                </a:lnTo>
                <a:cubicBezTo>
                  <a:pt x="1780508" y="1618298"/>
                  <a:pt x="1782223" y="1617059"/>
                  <a:pt x="1783271" y="1615154"/>
                </a:cubicBezTo>
                <a:cubicBezTo>
                  <a:pt x="1785557" y="1611249"/>
                  <a:pt x="1784223" y="1606296"/>
                  <a:pt x="1780318" y="1604010"/>
                </a:cubicBezTo>
                <a:cubicBezTo>
                  <a:pt x="1776413" y="1601819"/>
                  <a:pt x="1771460" y="1603153"/>
                  <a:pt x="1769174" y="1606963"/>
                </a:cubicBezTo>
                <a:cubicBezTo>
                  <a:pt x="1766888" y="1610868"/>
                  <a:pt x="1768316" y="1615821"/>
                  <a:pt x="1772126" y="1618107"/>
                </a:cubicBezTo>
                <a:cubicBezTo>
                  <a:pt x="1772698" y="1618393"/>
                  <a:pt x="1773269" y="1618583"/>
                  <a:pt x="1773841" y="1618774"/>
                </a:cubicBezTo>
                <a:lnTo>
                  <a:pt x="1773841" y="1658684"/>
                </a:lnTo>
                <a:lnTo>
                  <a:pt x="1760696" y="1678400"/>
                </a:lnTo>
                <a:lnTo>
                  <a:pt x="1709357" y="1678400"/>
                </a:lnTo>
                <a:cubicBezTo>
                  <a:pt x="1708309" y="1675448"/>
                  <a:pt x="1705642" y="1673352"/>
                  <a:pt x="1702403" y="1673352"/>
                </a:cubicBezTo>
                <a:cubicBezTo>
                  <a:pt x="1698307" y="1673352"/>
                  <a:pt x="1694974" y="1676686"/>
                  <a:pt x="1694974" y="1680782"/>
                </a:cubicBezTo>
                <a:cubicBezTo>
                  <a:pt x="1694974" y="1684877"/>
                  <a:pt x="1698307" y="1688211"/>
                  <a:pt x="1702403" y="1688211"/>
                </a:cubicBezTo>
                <a:close/>
                <a:moveTo>
                  <a:pt x="1773365" y="1616107"/>
                </a:moveTo>
                <a:cubicBezTo>
                  <a:pt x="1770602" y="1614488"/>
                  <a:pt x="1769650" y="1610963"/>
                  <a:pt x="1771269" y="1608201"/>
                </a:cubicBezTo>
                <a:cubicBezTo>
                  <a:pt x="1772317" y="1606391"/>
                  <a:pt x="1774317" y="1605344"/>
                  <a:pt x="1776317" y="1605344"/>
                </a:cubicBezTo>
                <a:cubicBezTo>
                  <a:pt x="1777270" y="1605344"/>
                  <a:pt x="1778318" y="1605629"/>
                  <a:pt x="1779175" y="1606106"/>
                </a:cubicBezTo>
                <a:cubicBezTo>
                  <a:pt x="1781937" y="1607725"/>
                  <a:pt x="1782890" y="1611249"/>
                  <a:pt x="1781270" y="1614011"/>
                </a:cubicBezTo>
                <a:cubicBezTo>
                  <a:pt x="1779651" y="1616774"/>
                  <a:pt x="1776127" y="1617726"/>
                  <a:pt x="1773365" y="1616107"/>
                </a:cubicBezTo>
                <a:close/>
                <a:moveTo>
                  <a:pt x="1702403" y="1675828"/>
                </a:moveTo>
                <a:cubicBezTo>
                  <a:pt x="1705166" y="1675828"/>
                  <a:pt x="1707452" y="1678115"/>
                  <a:pt x="1707452" y="1680877"/>
                </a:cubicBezTo>
                <a:cubicBezTo>
                  <a:pt x="1707452" y="1683639"/>
                  <a:pt x="1705166" y="1685925"/>
                  <a:pt x="1702403" y="1685925"/>
                </a:cubicBezTo>
                <a:cubicBezTo>
                  <a:pt x="1699641" y="1685925"/>
                  <a:pt x="1697355" y="1683639"/>
                  <a:pt x="1697355" y="1680877"/>
                </a:cubicBezTo>
                <a:cubicBezTo>
                  <a:pt x="1697355" y="1678115"/>
                  <a:pt x="1699641" y="1675828"/>
                  <a:pt x="1702403" y="1675828"/>
                </a:cubicBezTo>
                <a:close/>
                <a:moveTo>
                  <a:pt x="2435352" y="1582293"/>
                </a:moveTo>
                <a:cubicBezTo>
                  <a:pt x="2427637" y="1587532"/>
                  <a:pt x="2425541" y="1598009"/>
                  <a:pt x="2430780" y="1605820"/>
                </a:cubicBezTo>
                <a:cubicBezTo>
                  <a:pt x="2434019" y="1610678"/>
                  <a:pt x="2439353" y="1613249"/>
                  <a:pt x="2444877" y="1613249"/>
                </a:cubicBezTo>
                <a:cubicBezTo>
                  <a:pt x="2448116" y="1613249"/>
                  <a:pt x="2451449" y="1612297"/>
                  <a:pt x="2454307" y="1610392"/>
                </a:cubicBezTo>
                <a:cubicBezTo>
                  <a:pt x="2458022" y="1607820"/>
                  <a:pt x="2460593" y="1604010"/>
                  <a:pt x="2461451" y="1599628"/>
                </a:cubicBezTo>
                <a:cubicBezTo>
                  <a:pt x="2462308" y="1595152"/>
                  <a:pt x="2461451" y="1590675"/>
                  <a:pt x="2458879" y="1586960"/>
                </a:cubicBezTo>
                <a:cubicBezTo>
                  <a:pt x="2453640" y="1579245"/>
                  <a:pt x="2443067" y="1577150"/>
                  <a:pt x="2435352" y="1582388"/>
                </a:cubicBezTo>
                <a:close/>
                <a:moveTo>
                  <a:pt x="2448973" y="1602486"/>
                </a:moveTo>
                <a:cubicBezTo>
                  <a:pt x="2445544" y="1604772"/>
                  <a:pt x="2440972" y="1603820"/>
                  <a:pt x="2438686" y="1600486"/>
                </a:cubicBezTo>
                <a:cubicBezTo>
                  <a:pt x="2436400" y="1597152"/>
                  <a:pt x="2437257" y="1592485"/>
                  <a:pt x="2440686" y="1590199"/>
                </a:cubicBezTo>
                <a:cubicBezTo>
                  <a:pt x="2441924" y="1589342"/>
                  <a:pt x="2443353" y="1588961"/>
                  <a:pt x="2444782" y="1588961"/>
                </a:cubicBezTo>
                <a:cubicBezTo>
                  <a:pt x="2445258" y="1588961"/>
                  <a:pt x="2445734" y="1588961"/>
                  <a:pt x="2446211" y="1589056"/>
                </a:cubicBezTo>
                <a:cubicBezTo>
                  <a:pt x="2448116" y="1589437"/>
                  <a:pt x="2449830" y="1590580"/>
                  <a:pt x="2450973" y="1592199"/>
                </a:cubicBezTo>
                <a:cubicBezTo>
                  <a:pt x="2452116" y="1593818"/>
                  <a:pt x="2452497" y="1595819"/>
                  <a:pt x="2452116" y="1597724"/>
                </a:cubicBezTo>
                <a:cubicBezTo>
                  <a:pt x="2451735" y="1599628"/>
                  <a:pt x="2450592" y="1601343"/>
                  <a:pt x="2448973" y="1602486"/>
                </a:cubicBezTo>
                <a:close/>
                <a:moveTo>
                  <a:pt x="2452783" y="2640425"/>
                </a:moveTo>
                <a:lnTo>
                  <a:pt x="2452783" y="2659190"/>
                </a:lnTo>
                <a:cubicBezTo>
                  <a:pt x="2452783" y="2661285"/>
                  <a:pt x="2451068" y="2663000"/>
                  <a:pt x="2448973" y="2663000"/>
                </a:cubicBezTo>
                <a:lnTo>
                  <a:pt x="2430209" y="2663000"/>
                </a:lnTo>
                <a:cubicBezTo>
                  <a:pt x="2428113" y="2663000"/>
                  <a:pt x="2426399" y="2661285"/>
                  <a:pt x="2426399" y="2659190"/>
                </a:cubicBezTo>
                <a:lnTo>
                  <a:pt x="2426399" y="2640425"/>
                </a:lnTo>
                <a:cubicBezTo>
                  <a:pt x="2426399" y="2638330"/>
                  <a:pt x="2428113" y="2636615"/>
                  <a:pt x="2430209" y="2636615"/>
                </a:cubicBezTo>
                <a:lnTo>
                  <a:pt x="2448973" y="2636615"/>
                </a:lnTo>
                <a:cubicBezTo>
                  <a:pt x="2451068" y="2636615"/>
                  <a:pt x="2452783" y="2638330"/>
                  <a:pt x="2452783" y="2640425"/>
                </a:cubicBezTo>
                <a:close/>
                <a:moveTo>
                  <a:pt x="1976628" y="2344388"/>
                </a:moveTo>
                <a:cubicBezTo>
                  <a:pt x="1978247" y="2344388"/>
                  <a:pt x="1979867" y="2344007"/>
                  <a:pt x="1981486" y="2343341"/>
                </a:cubicBezTo>
                <a:cubicBezTo>
                  <a:pt x="1987391" y="2340674"/>
                  <a:pt x="1990058" y="2333625"/>
                  <a:pt x="1987391" y="2327720"/>
                </a:cubicBezTo>
                <a:cubicBezTo>
                  <a:pt x="1984724" y="2321814"/>
                  <a:pt x="1977676" y="2319147"/>
                  <a:pt x="1971675" y="2321814"/>
                </a:cubicBezTo>
                <a:cubicBezTo>
                  <a:pt x="1968818" y="2323148"/>
                  <a:pt x="1966627" y="2325434"/>
                  <a:pt x="1965484" y="2328386"/>
                </a:cubicBezTo>
                <a:cubicBezTo>
                  <a:pt x="1964341" y="2331339"/>
                  <a:pt x="1964436" y="2334578"/>
                  <a:pt x="1965770" y="2337435"/>
                </a:cubicBezTo>
                <a:cubicBezTo>
                  <a:pt x="1967770" y="2341817"/>
                  <a:pt x="1972056" y="2344388"/>
                  <a:pt x="1976533" y="2344388"/>
                </a:cubicBezTo>
                <a:close/>
                <a:moveTo>
                  <a:pt x="1969961" y="2330006"/>
                </a:moveTo>
                <a:cubicBezTo>
                  <a:pt x="1970627" y="2328196"/>
                  <a:pt x="1971961" y="2326862"/>
                  <a:pt x="1973675" y="2326100"/>
                </a:cubicBezTo>
                <a:cubicBezTo>
                  <a:pt x="1974628" y="2325719"/>
                  <a:pt x="1975580" y="2325434"/>
                  <a:pt x="1976533" y="2325434"/>
                </a:cubicBezTo>
                <a:cubicBezTo>
                  <a:pt x="1979200" y="2325434"/>
                  <a:pt x="1981772" y="2326958"/>
                  <a:pt x="1983010" y="2329625"/>
                </a:cubicBezTo>
                <a:cubicBezTo>
                  <a:pt x="1984629" y="2333149"/>
                  <a:pt x="1983010" y="2337340"/>
                  <a:pt x="1979486" y="2338959"/>
                </a:cubicBezTo>
                <a:cubicBezTo>
                  <a:pt x="1975961" y="2340578"/>
                  <a:pt x="1971770" y="2338959"/>
                  <a:pt x="1970151" y="2335435"/>
                </a:cubicBezTo>
                <a:cubicBezTo>
                  <a:pt x="1969389" y="2333720"/>
                  <a:pt x="1969294" y="2331815"/>
                  <a:pt x="1969961" y="2330006"/>
                </a:cubicBezTo>
                <a:close/>
                <a:moveTo>
                  <a:pt x="2040446" y="1604963"/>
                </a:moveTo>
                <a:cubicBezTo>
                  <a:pt x="2046923" y="1606868"/>
                  <a:pt x="2053685" y="1603153"/>
                  <a:pt x="2055590" y="1596771"/>
                </a:cubicBezTo>
                <a:cubicBezTo>
                  <a:pt x="2055686" y="1596390"/>
                  <a:pt x="2055590" y="1596009"/>
                  <a:pt x="2055686" y="1595628"/>
                </a:cubicBezTo>
                <a:lnTo>
                  <a:pt x="2147792" y="1596009"/>
                </a:lnTo>
                <a:lnTo>
                  <a:pt x="2224183" y="1540764"/>
                </a:lnTo>
                <a:lnTo>
                  <a:pt x="2379536" y="1541812"/>
                </a:lnTo>
                <a:lnTo>
                  <a:pt x="2440877" y="1486472"/>
                </a:lnTo>
                <a:lnTo>
                  <a:pt x="2439924" y="1485424"/>
                </a:lnTo>
                <a:cubicBezTo>
                  <a:pt x="2441543" y="1485995"/>
                  <a:pt x="2443163" y="1486376"/>
                  <a:pt x="2444877" y="1486376"/>
                </a:cubicBezTo>
                <a:cubicBezTo>
                  <a:pt x="2447639" y="1486376"/>
                  <a:pt x="2450497" y="1485614"/>
                  <a:pt x="2452973" y="1483900"/>
                </a:cubicBezTo>
                <a:cubicBezTo>
                  <a:pt x="2459641" y="1479423"/>
                  <a:pt x="2461355" y="1470374"/>
                  <a:pt x="2456879" y="1463707"/>
                </a:cubicBezTo>
                <a:cubicBezTo>
                  <a:pt x="2456879" y="1463612"/>
                  <a:pt x="2456688" y="1463516"/>
                  <a:pt x="2456688" y="1463421"/>
                </a:cubicBezTo>
                <a:lnTo>
                  <a:pt x="2476881" y="1447228"/>
                </a:lnTo>
                <a:lnTo>
                  <a:pt x="2630900" y="1447228"/>
                </a:lnTo>
                <a:lnTo>
                  <a:pt x="2630900" y="1456658"/>
                </a:lnTo>
                <a:cubicBezTo>
                  <a:pt x="2630900" y="1457135"/>
                  <a:pt x="2631091" y="1457516"/>
                  <a:pt x="2631186" y="1457992"/>
                </a:cubicBezTo>
                <a:lnTo>
                  <a:pt x="2503075" y="1457992"/>
                </a:lnTo>
                <a:lnTo>
                  <a:pt x="2476024" y="1481138"/>
                </a:lnTo>
                <a:lnTo>
                  <a:pt x="2476024" y="1524381"/>
                </a:lnTo>
                <a:lnTo>
                  <a:pt x="2456688" y="1541621"/>
                </a:lnTo>
                <a:cubicBezTo>
                  <a:pt x="2452688" y="1537716"/>
                  <a:pt x="2446401" y="1536859"/>
                  <a:pt x="2441638" y="1540097"/>
                </a:cubicBezTo>
                <a:cubicBezTo>
                  <a:pt x="2436114" y="1543812"/>
                  <a:pt x="2434590" y="1551432"/>
                  <a:pt x="2438400" y="1556957"/>
                </a:cubicBezTo>
                <a:cubicBezTo>
                  <a:pt x="2442115" y="1562481"/>
                  <a:pt x="2449735" y="1564005"/>
                  <a:pt x="2455259" y="1560195"/>
                </a:cubicBezTo>
                <a:cubicBezTo>
                  <a:pt x="2460784" y="1556480"/>
                  <a:pt x="2462308" y="1548860"/>
                  <a:pt x="2458498" y="1543336"/>
                </a:cubicBezTo>
                <a:cubicBezTo>
                  <a:pt x="2458498" y="1543336"/>
                  <a:pt x="2458498" y="1543336"/>
                  <a:pt x="2458403" y="1543241"/>
                </a:cubicBezTo>
                <a:lnTo>
                  <a:pt x="2478405" y="1525429"/>
                </a:lnTo>
                <a:lnTo>
                  <a:pt x="2478405" y="1482185"/>
                </a:lnTo>
                <a:lnTo>
                  <a:pt x="2504027" y="1460373"/>
                </a:lnTo>
                <a:lnTo>
                  <a:pt x="2631758" y="1460373"/>
                </a:lnTo>
                <a:cubicBezTo>
                  <a:pt x="2633377" y="1465231"/>
                  <a:pt x="2637759" y="1468850"/>
                  <a:pt x="2643188" y="1468850"/>
                </a:cubicBezTo>
                <a:lnTo>
                  <a:pt x="2654618" y="1468850"/>
                </a:lnTo>
                <a:cubicBezTo>
                  <a:pt x="2661380" y="1468850"/>
                  <a:pt x="2666810" y="1463421"/>
                  <a:pt x="2666810" y="1456658"/>
                </a:cubicBezTo>
                <a:lnTo>
                  <a:pt x="2666810" y="1445228"/>
                </a:lnTo>
                <a:cubicBezTo>
                  <a:pt x="2666810" y="1438466"/>
                  <a:pt x="2661380" y="1433036"/>
                  <a:pt x="2654618" y="1433036"/>
                </a:cubicBezTo>
                <a:lnTo>
                  <a:pt x="2643188" y="1433036"/>
                </a:lnTo>
                <a:cubicBezTo>
                  <a:pt x="2636615" y="1433036"/>
                  <a:pt x="2631281" y="1438275"/>
                  <a:pt x="2631091" y="1444847"/>
                </a:cubicBezTo>
                <a:lnTo>
                  <a:pt x="2476119" y="1444847"/>
                </a:lnTo>
                <a:lnTo>
                  <a:pt x="2455259" y="1461611"/>
                </a:lnTo>
                <a:cubicBezTo>
                  <a:pt x="2450402" y="1456753"/>
                  <a:pt x="2442686" y="1455801"/>
                  <a:pt x="2436781" y="1459802"/>
                </a:cubicBezTo>
                <a:cubicBezTo>
                  <a:pt x="2430113" y="1464278"/>
                  <a:pt x="2428399" y="1473327"/>
                  <a:pt x="2432876" y="1479995"/>
                </a:cubicBezTo>
                <a:cubicBezTo>
                  <a:pt x="2432971" y="1480185"/>
                  <a:pt x="2433161" y="1480280"/>
                  <a:pt x="2433257" y="1480471"/>
                </a:cubicBezTo>
                <a:lnTo>
                  <a:pt x="2375916" y="1532192"/>
                </a:lnTo>
                <a:lnTo>
                  <a:pt x="2221135" y="1531144"/>
                </a:lnTo>
                <a:lnTo>
                  <a:pt x="2144744" y="1586389"/>
                </a:lnTo>
                <a:lnTo>
                  <a:pt x="2053400" y="1586008"/>
                </a:lnTo>
                <a:cubicBezTo>
                  <a:pt x="2051876" y="1584007"/>
                  <a:pt x="2049875" y="1582293"/>
                  <a:pt x="2047303" y="1581531"/>
                </a:cubicBezTo>
                <a:cubicBezTo>
                  <a:pt x="2040827" y="1579626"/>
                  <a:pt x="2034064" y="1583341"/>
                  <a:pt x="2032159" y="1589723"/>
                </a:cubicBezTo>
                <a:cubicBezTo>
                  <a:pt x="2030254" y="1596200"/>
                  <a:pt x="2033969" y="1602962"/>
                  <a:pt x="2040350" y="1604867"/>
                </a:cubicBezTo>
                <a:close/>
                <a:moveTo>
                  <a:pt x="2635663" y="1445324"/>
                </a:moveTo>
                <a:cubicBezTo>
                  <a:pt x="2635663" y="1441228"/>
                  <a:pt x="2638997" y="1437894"/>
                  <a:pt x="2643092" y="1437894"/>
                </a:cubicBezTo>
                <a:lnTo>
                  <a:pt x="2654522" y="1437894"/>
                </a:lnTo>
                <a:cubicBezTo>
                  <a:pt x="2658618" y="1437894"/>
                  <a:pt x="2661952" y="1441228"/>
                  <a:pt x="2661952" y="1445324"/>
                </a:cubicBezTo>
                <a:lnTo>
                  <a:pt x="2661952" y="1456753"/>
                </a:lnTo>
                <a:cubicBezTo>
                  <a:pt x="2661952" y="1460849"/>
                  <a:pt x="2658618" y="1464183"/>
                  <a:pt x="2654522" y="1464183"/>
                </a:cubicBezTo>
                <a:lnTo>
                  <a:pt x="2643092" y="1464183"/>
                </a:lnTo>
                <a:cubicBezTo>
                  <a:pt x="2638997" y="1464183"/>
                  <a:pt x="2635663" y="1460849"/>
                  <a:pt x="2635663" y="1456753"/>
                </a:cubicBezTo>
                <a:lnTo>
                  <a:pt x="2635663" y="1445324"/>
                </a:lnTo>
                <a:close/>
                <a:moveTo>
                  <a:pt x="2439353" y="1463802"/>
                </a:moveTo>
                <a:cubicBezTo>
                  <a:pt x="2440972" y="1462659"/>
                  <a:pt x="2442877" y="1462088"/>
                  <a:pt x="2444782" y="1462088"/>
                </a:cubicBezTo>
                <a:cubicBezTo>
                  <a:pt x="2445449" y="1462088"/>
                  <a:pt x="2446020" y="1462088"/>
                  <a:pt x="2446687" y="1462278"/>
                </a:cubicBezTo>
                <a:cubicBezTo>
                  <a:pt x="2449259" y="1462754"/>
                  <a:pt x="2451449" y="1464278"/>
                  <a:pt x="2452973" y="1466374"/>
                </a:cubicBezTo>
                <a:cubicBezTo>
                  <a:pt x="2456021" y="1470851"/>
                  <a:pt x="2454783" y="1476947"/>
                  <a:pt x="2450306" y="1479995"/>
                </a:cubicBezTo>
                <a:cubicBezTo>
                  <a:pt x="2445830" y="1483043"/>
                  <a:pt x="2439734" y="1481804"/>
                  <a:pt x="2436686" y="1477328"/>
                </a:cubicBezTo>
                <a:cubicBezTo>
                  <a:pt x="2433638" y="1472851"/>
                  <a:pt x="2434876" y="1466755"/>
                  <a:pt x="2439353" y="1463707"/>
                </a:cubicBezTo>
                <a:close/>
                <a:moveTo>
                  <a:pt x="2348579" y="2881503"/>
                </a:moveTo>
                <a:cubicBezTo>
                  <a:pt x="2354771" y="2881503"/>
                  <a:pt x="2359819" y="2876455"/>
                  <a:pt x="2359819" y="2870263"/>
                </a:cubicBezTo>
                <a:cubicBezTo>
                  <a:pt x="2359819" y="2864072"/>
                  <a:pt x="2354771" y="2859024"/>
                  <a:pt x="2348579" y="2859024"/>
                </a:cubicBezTo>
                <a:cubicBezTo>
                  <a:pt x="2342388" y="2859024"/>
                  <a:pt x="2337340" y="2864072"/>
                  <a:pt x="2337340" y="2870263"/>
                </a:cubicBezTo>
                <a:cubicBezTo>
                  <a:pt x="2337340" y="2872454"/>
                  <a:pt x="2338102" y="2874264"/>
                  <a:pt x="2339150" y="2875979"/>
                </a:cubicBezTo>
                <a:lnTo>
                  <a:pt x="2262759" y="2962370"/>
                </a:lnTo>
                <a:lnTo>
                  <a:pt x="2262378" y="3099721"/>
                </a:lnTo>
                <a:lnTo>
                  <a:pt x="2267141" y="3099721"/>
                </a:lnTo>
                <a:cubicBezTo>
                  <a:pt x="2267141" y="3099721"/>
                  <a:pt x="2267522" y="2964180"/>
                  <a:pt x="2267522" y="2964180"/>
                </a:cubicBezTo>
                <a:lnTo>
                  <a:pt x="2342483" y="2879408"/>
                </a:lnTo>
                <a:cubicBezTo>
                  <a:pt x="2344293" y="2880646"/>
                  <a:pt x="2346293" y="2881503"/>
                  <a:pt x="2348579" y="2881503"/>
                </a:cubicBezTo>
                <a:close/>
                <a:moveTo>
                  <a:pt x="2348579" y="2863692"/>
                </a:moveTo>
                <a:cubicBezTo>
                  <a:pt x="2352199" y="2863692"/>
                  <a:pt x="2355056" y="2866644"/>
                  <a:pt x="2355056" y="2870168"/>
                </a:cubicBezTo>
                <a:cubicBezTo>
                  <a:pt x="2355056" y="2873693"/>
                  <a:pt x="2352104" y="2876645"/>
                  <a:pt x="2348579" y="2876645"/>
                </a:cubicBezTo>
                <a:cubicBezTo>
                  <a:pt x="2345055" y="2876645"/>
                  <a:pt x="2342102" y="2873693"/>
                  <a:pt x="2342102" y="2870168"/>
                </a:cubicBezTo>
                <a:cubicBezTo>
                  <a:pt x="2342102" y="2866644"/>
                  <a:pt x="2345055" y="2863692"/>
                  <a:pt x="2348579" y="2863692"/>
                </a:cubicBezTo>
                <a:close/>
                <a:moveTo>
                  <a:pt x="1684211" y="1374648"/>
                </a:moveTo>
                <a:lnTo>
                  <a:pt x="1670971" y="1374648"/>
                </a:lnTo>
                <a:cubicBezTo>
                  <a:pt x="1666208" y="1374648"/>
                  <a:pt x="1662303" y="1378553"/>
                  <a:pt x="1662303" y="1383316"/>
                </a:cubicBezTo>
                <a:lnTo>
                  <a:pt x="1662303" y="1387602"/>
                </a:lnTo>
                <a:lnTo>
                  <a:pt x="1603343" y="1387602"/>
                </a:lnTo>
                <a:lnTo>
                  <a:pt x="1515047" y="1488662"/>
                </a:lnTo>
                <a:lnTo>
                  <a:pt x="1515047" y="1570768"/>
                </a:lnTo>
                <a:cubicBezTo>
                  <a:pt x="1514380" y="1570958"/>
                  <a:pt x="1513618" y="1570958"/>
                  <a:pt x="1512951" y="1571339"/>
                </a:cubicBezTo>
                <a:cubicBezTo>
                  <a:pt x="1509998" y="1572768"/>
                  <a:pt x="1507807" y="1575149"/>
                  <a:pt x="1506760" y="1578293"/>
                </a:cubicBezTo>
                <a:cubicBezTo>
                  <a:pt x="1505712" y="1581341"/>
                  <a:pt x="1505903" y="1584674"/>
                  <a:pt x="1507236" y="1587532"/>
                </a:cubicBezTo>
                <a:cubicBezTo>
                  <a:pt x="1508665" y="1590485"/>
                  <a:pt x="1511046" y="1592675"/>
                  <a:pt x="1514189" y="1593723"/>
                </a:cubicBezTo>
                <a:cubicBezTo>
                  <a:pt x="1515523" y="1594199"/>
                  <a:pt x="1516856" y="1594390"/>
                  <a:pt x="1518190" y="1594390"/>
                </a:cubicBezTo>
                <a:cubicBezTo>
                  <a:pt x="1520000" y="1594390"/>
                  <a:pt x="1521809" y="1594009"/>
                  <a:pt x="1523428" y="1593152"/>
                </a:cubicBezTo>
                <a:cubicBezTo>
                  <a:pt x="1526381" y="1591723"/>
                  <a:pt x="1528572" y="1589246"/>
                  <a:pt x="1529620" y="1586198"/>
                </a:cubicBezTo>
                <a:cubicBezTo>
                  <a:pt x="1530668" y="1583150"/>
                  <a:pt x="1530477" y="1579817"/>
                  <a:pt x="1529144" y="1576959"/>
                </a:cubicBezTo>
                <a:cubicBezTo>
                  <a:pt x="1527715" y="1574006"/>
                  <a:pt x="1525238" y="1571816"/>
                  <a:pt x="1522190" y="1570768"/>
                </a:cubicBezTo>
                <a:cubicBezTo>
                  <a:pt x="1521428" y="1570482"/>
                  <a:pt x="1520571" y="1570577"/>
                  <a:pt x="1519809" y="1570387"/>
                </a:cubicBezTo>
                <a:lnTo>
                  <a:pt x="1519809" y="1490377"/>
                </a:lnTo>
                <a:lnTo>
                  <a:pt x="1605534" y="1392365"/>
                </a:lnTo>
                <a:lnTo>
                  <a:pt x="1662303" y="1392365"/>
                </a:lnTo>
                <a:lnTo>
                  <a:pt x="1662303" y="1396651"/>
                </a:lnTo>
                <a:cubicBezTo>
                  <a:pt x="1662303" y="1401413"/>
                  <a:pt x="1666208" y="1405319"/>
                  <a:pt x="1670971" y="1405319"/>
                </a:cubicBezTo>
                <a:lnTo>
                  <a:pt x="1684211" y="1405319"/>
                </a:lnTo>
                <a:cubicBezTo>
                  <a:pt x="1688973" y="1405319"/>
                  <a:pt x="1692878" y="1401413"/>
                  <a:pt x="1692878" y="1396651"/>
                </a:cubicBezTo>
                <a:lnTo>
                  <a:pt x="1692878" y="1383411"/>
                </a:lnTo>
                <a:cubicBezTo>
                  <a:pt x="1692878" y="1378649"/>
                  <a:pt x="1688973" y="1374743"/>
                  <a:pt x="1684211" y="1374743"/>
                </a:cubicBezTo>
                <a:close/>
                <a:moveTo>
                  <a:pt x="1524762" y="1578959"/>
                </a:moveTo>
                <a:cubicBezTo>
                  <a:pt x="1526477" y="1582674"/>
                  <a:pt x="1524953" y="1587056"/>
                  <a:pt x="1521333" y="1588770"/>
                </a:cubicBezTo>
                <a:cubicBezTo>
                  <a:pt x="1519523" y="1589627"/>
                  <a:pt x="1517523" y="1589723"/>
                  <a:pt x="1515713" y="1589056"/>
                </a:cubicBezTo>
                <a:cubicBezTo>
                  <a:pt x="1513808" y="1588389"/>
                  <a:pt x="1512380" y="1587056"/>
                  <a:pt x="1511522" y="1585246"/>
                </a:cubicBezTo>
                <a:cubicBezTo>
                  <a:pt x="1510665" y="1583436"/>
                  <a:pt x="1510570" y="1581436"/>
                  <a:pt x="1511237" y="1579626"/>
                </a:cubicBezTo>
                <a:cubicBezTo>
                  <a:pt x="1511903" y="1577721"/>
                  <a:pt x="1513237" y="1576292"/>
                  <a:pt x="1515047" y="1575435"/>
                </a:cubicBezTo>
                <a:cubicBezTo>
                  <a:pt x="1516094" y="1574959"/>
                  <a:pt x="1517142" y="1574673"/>
                  <a:pt x="1518190" y="1574673"/>
                </a:cubicBezTo>
                <a:cubicBezTo>
                  <a:pt x="1520952" y="1574673"/>
                  <a:pt x="1523619" y="1576197"/>
                  <a:pt x="1524857" y="1578864"/>
                </a:cubicBezTo>
                <a:close/>
                <a:moveTo>
                  <a:pt x="1688021" y="1396556"/>
                </a:moveTo>
                <a:cubicBezTo>
                  <a:pt x="1688021" y="1398651"/>
                  <a:pt x="1686306" y="1400461"/>
                  <a:pt x="1684115" y="1400461"/>
                </a:cubicBezTo>
                <a:lnTo>
                  <a:pt x="1670876" y="1400461"/>
                </a:lnTo>
                <a:cubicBezTo>
                  <a:pt x="1668780" y="1400461"/>
                  <a:pt x="1666970" y="1398746"/>
                  <a:pt x="1666970" y="1396556"/>
                </a:cubicBezTo>
                <a:lnTo>
                  <a:pt x="1666970" y="1383316"/>
                </a:lnTo>
                <a:cubicBezTo>
                  <a:pt x="1666970" y="1381220"/>
                  <a:pt x="1668685" y="1379411"/>
                  <a:pt x="1670876" y="1379411"/>
                </a:cubicBezTo>
                <a:lnTo>
                  <a:pt x="1684115" y="1379411"/>
                </a:lnTo>
                <a:cubicBezTo>
                  <a:pt x="1686211" y="1379411"/>
                  <a:pt x="1688021" y="1381125"/>
                  <a:pt x="1688021" y="1383316"/>
                </a:cubicBezTo>
                <a:lnTo>
                  <a:pt x="1688021" y="1396556"/>
                </a:lnTo>
                <a:close/>
                <a:moveTo>
                  <a:pt x="658177" y="1629347"/>
                </a:moveTo>
                <a:cubicBezTo>
                  <a:pt x="658177" y="1636300"/>
                  <a:pt x="652558" y="1642015"/>
                  <a:pt x="645509" y="1642015"/>
                </a:cubicBezTo>
                <a:cubicBezTo>
                  <a:pt x="638461" y="1642015"/>
                  <a:pt x="632841" y="1636395"/>
                  <a:pt x="632841" y="1629347"/>
                </a:cubicBezTo>
                <a:cubicBezTo>
                  <a:pt x="632841" y="1622298"/>
                  <a:pt x="638461" y="1616678"/>
                  <a:pt x="645509" y="1616678"/>
                </a:cubicBezTo>
                <a:cubicBezTo>
                  <a:pt x="652558" y="1616678"/>
                  <a:pt x="658177" y="1622298"/>
                  <a:pt x="658177" y="1629347"/>
                </a:cubicBezTo>
                <a:close/>
                <a:moveTo>
                  <a:pt x="673799" y="1760506"/>
                </a:moveTo>
                <a:cubicBezTo>
                  <a:pt x="673799" y="1753648"/>
                  <a:pt x="668179" y="1748123"/>
                  <a:pt x="661416" y="1748123"/>
                </a:cubicBezTo>
                <a:cubicBezTo>
                  <a:pt x="654653" y="1748123"/>
                  <a:pt x="649034" y="1753648"/>
                  <a:pt x="649034" y="1760506"/>
                </a:cubicBezTo>
                <a:cubicBezTo>
                  <a:pt x="649034" y="1766697"/>
                  <a:pt x="653606" y="1771555"/>
                  <a:pt x="659511" y="1772507"/>
                </a:cubicBezTo>
                <a:lnTo>
                  <a:pt x="659511" y="1788414"/>
                </a:lnTo>
                <a:lnTo>
                  <a:pt x="566642" y="1887760"/>
                </a:lnTo>
                <a:cubicBezTo>
                  <a:pt x="564833" y="1886712"/>
                  <a:pt x="562737" y="1885855"/>
                  <a:pt x="560451" y="1885855"/>
                </a:cubicBezTo>
                <a:cubicBezTo>
                  <a:pt x="553593" y="1885855"/>
                  <a:pt x="548069" y="1891475"/>
                  <a:pt x="548069" y="1898237"/>
                </a:cubicBezTo>
                <a:cubicBezTo>
                  <a:pt x="548069" y="1905000"/>
                  <a:pt x="553593" y="1910620"/>
                  <a:pt x="560451" y="1910620"/>
                </a:cubicBezTo>
                <a:cubicBezTo>
                  <a:pt x="567309" y="1910620"/>
                  <a:pt x="572834" y="1905095"/>
                  <a:pt x="572834" y="1898237"/>
                </a:cubicBezTo>
                <a:cubicBezTo>
                  <a:pt x="572834" y="1895380"/>
                  <a:pt x="571691" y="1892903"/>
                  <a:pt x="570167" y="1890808"/>
                </a:cubicBezTo>
                <a:lnTo>
                  <a:pt x="664274" y="1790128"/>
                </a:lnTo>
                <a:lnTo>
                  <a:pt x="664274" y="1772222"/>
                </a:lnTo>
                <a:cubicBezTo>
                  <a:pt x="669703" y="1770888"/>
                  <a:pt x="673894" y="1766221"/>
                  <a:pt x="673894" y="1760411"/>
                </a:cubicBezTo>
                <a:close/>
                <a:moveTo>
                  <a:pt x="560356" y="1905953"/>
                </a:moveTo>
                <a:cubicBezTo>
                  <a:pt x="556165" y="1905953"/>
                  <a:pt x="552736" y="1902524"/>
                  <a:pt x="552736" y="1898332"/>
                </a:cubicBezTo>
                <a:cubicBezTo>
                  <a:pt x="552736" y="1894142"/>
                  <a:pt x="556165" y="1890713"/>
                  <a:pt x="560356" y="1890713"/>
                </a:cubicBezTo>
                <a:cubicBezTo>
                  <a:pt x="564547" y="1890713"/>
                  <a:pt x="567976" y="1894142"/>
                  <a:pt x="567976" y="1898332"/>
                </a:cubicBezTo>
                <a:cubicBezTo>
                  <a:pt x="567976" y="1902524"/>
                  <a:pt x="564547" y="1905953"/>
                  <a:pt x="560356" y="1905953"/>
                </a:cubicBezTo>
                <a:close/>
                <a:moveTo>
                  <a:pt x="661321" y="1768126"/>
                </a:moveTo>
                <a:cubicBezTo>
                  <a:pt x="657130" y="1768126"/>
                  <a:pt x="653701" y="1764697"/>
                  <a:pt x="653701" y="1760506"/>
                </a:cubicBezTo>
                <a:cubicBezTo>
                  <a:pt x="653701" y="1756315"/>
                  <a:pt x="657130" y="1752886"/>
                  <a:pt x="661321" y="1752886"/>
                </a:cubicBezTo>
                <a:cubicBezTo>
                  <a:pt x="665512" y="1752886"/>
                  <a:pt x="668941" y="1756315"/>
                  <a:pt x="668941" y="1760506"/>
                </a:cubicBezTo>
                <a:cubicBezTo>
                  <a:pt x="668941" y="1764697"/>
                  <a:pt x="665512" y="1768126"/>
                  <a:pt x="661321" y="1768126"/>
                </a:cubicBezTo>
                <a:close/>
                <a:moveTo>
                  <a:pt x="2452783" y="2691194"/>
                </a:moveTo>
                <a:lnTo>
                  <a:pt x="2452783" y="2709958"/>
                </a:lnTo>
                <a:cubicBezTo>
                  <a:pt x="2452783" y="2712053"/>
                  <a:pt x="2451068" y="2713768"/>
                  <a:pt x="2448973" y="2713768"/>
                </a:cubicBezTo>
                <a:lnTo>
                  <a:pt x="2430209" y="2713768"/>
                </a:lnTo>
                <a:cubicBezTo>
                  <a:pt x="2428113" y="2713768"/>
                  <a:pt x="2426399" y="2712053"/>
                  <a:pt x="2426399" y="2709958"/>
                </a:cubicBezTo>
                <a:lnTo>
                  <a:pt x="2426399" y="2691194"/>
                </a:lnTo>
                <a:cubicBezTo>
                  <a:pt x="2426399" y="2689098"/>
                  <a:pt x="2428113" y="2687384"/>
                  <a:pt x="2430209" y="2687384"/>
                </a:cubicBezTo>
                <a:lnTo>
                  <a:pt x="2448973" y="2687384"/>
                </a:lnTo>
                <a:cubicBezTo>
                  <a:pt x="2451068" y="2687384"/>
                  <a:pt x="2452783" y="2689098"/>
                  <a:pt x="2452783" y="2691194"/>
                </a:cubicBezTo>
                <a:close/>
                <a:moveTo>
                  <a:pt x="660845" y="1608582"/>
                </a:moveTo>
                <a:cubicBezTo>
                  <a:pt x="656273" y="1605248"/>
                  <a:pt x="650939" y="1603534"/>
                  <a:pt x="645604" y="1603534"/>
                </a:cubicBezTo>
                <a:cubicBezTo>
                  <a:pt x="637604" y="1603534"/>
                  <a:pt x="629793" y="1607153"/>
                  <a:pt x="624745" y="1614107"/>
                </a:cubicBezTo>
                <a:cubicBezTo>
                  <a:pt x="620649" y="1619631"/>
                  <a:pt x="619030" y="1626489"/>
                  <a:pt x="619982" y="1633347"/>
                </a:cubicBezTo>
                <a:cubicBezTo>
                  <a:pt x="621030" y="1640205"/>
                  <a:pt x="624650" y="1646206"/>
                  <a:pt x="630269" y="1650302"/>
                </a:cubicBezTo>
                <a:cubicBezTo>
                  <a:pt x="641795" y="1658779"/>
                  <a:pt x="657987" y="1656207"/>
                  <a:pt x="666369" y="1644777"/>
                </a:cubicBezTo>
                <a:lnTo>
                  <a:pt x="666369" y="1644777"/>
                </a:lnTo>
                <a:cubicBezTo>
                  <a:pt x="674751" y="1633252"/>
                  <a:pt x="672275" y="1617059"/>
                  <a:pt x="660845" y="1608677"/>
                </a:cubicBezTo>
                <a:close/>
                <a:moveTo>
                  <a:pt x="662559" y="1641824"/>
                </a:moveTo>
                <a:cubicBezTo>
                  <a:pt x="655701" y="1651159"/>
                  <a:pt x="642461" y="1653159"/>
                  <a:pt x="633032" y="1646301"/>
                </a:cubicBezTo>
                <a:cubicBezTo>
                  <a:pt x="628460" y="1642967"/>
                  <a:pt x="625507" y="1638110"/>
                  <a:pt x="624650" y="1632490"/>
                </a:cubicBezTo>
                <a:cubicBezTo>
                  <a:pt x="623792" y="1626965"/>
                  <a:pt x="625126" y="1621346"/>
                  <a:pt x="628460" y="1616774"/>
                </a:cubicBezTo>
                <a:cubicBezTo>
                  <a:pt x="631793" y="1612202"/>
                  <a:pt x="636651" y="1609249"/>
                  <a:pt x="642271" y="1608392"/>
                </a:cubicBezTo>
                <a:cubicBezTo>
                  <a:pt x="647891" y="1607534"/>
                  <a:pt x="653415" y="1608868"/>
                  <a:pt x="657987" y="1612202"/>
                </a:cubicBezTo>
                <a:cubicBezTo>
                  <a:pt x="667322" y="1619060"/>
                  <a:pt x="669417" y="1632299"/>
                  <a:pt x="662559" y="1641729"/>
                </a:cubicBezTo>
                <a:close/>
                <a:moveTo>
                  <a:pt x="1461421" y="1628870"/>
                </a:moveTo>
                <a:cubicBezTo>
                  <a:pt x="1458944" y="1628680"/>
                  <a:pt x="1456658" y="1630013"/>
                  <a:pt x="1455515" y="1632109"/>
                </a:cubicBezTo>
                <a:lnTo>
                  <a:pt x="1412939" y="1632109"/>
                </a:lnTo>
                <a:lnTo>
                  <a:pt x="1370457" y="1601534"/>
                </a:lnTo>
                <a:lnTo>
                  <a:pt x="1223677" y="1601534"/>
                </a:lnTo>
                <a:cubicBezTo>
                  <a:pt x="1222724" y="1597628"/>
                  <a:pt x="1219391" y="1594580"/>
                  <a:pt x="1215200" y="1594199"/>
                </a:cubicBezTo>
                <a:cubicBezTo>
                  <a:pt x="1209866" y="1593723"/>
                  <a:pt x="1205103" y="1597628"/>
                  <a:pt x="1204627" y="1603057"/>
                </a:cubicBezTo>
                <a:cubicBezTo>
                  <a:pt x="1204151" y="1608392"/>
                  <a:pt x="1208056" y="1613154"/>
                  <a:pt x="1213485" y="1613630"/>
                </a:cubicBezTo>
                <a:cubicBezTo>
                  <a:pt x="1218343" y="1614107"/>
                  <a:pt x="1222439" y="1610868"/>
                  <a:pt x="1223677" y="1606296"/>
                </a:cubicBezTo>
                <a:lnTo>
                  <a:pt x="1368933" y="1606296"/>
                </a:lnTo>
                <a:lnTo>
                  <a:pt x="1411415" y="1636871"/>
                </a:lnTo>
                <a:lnTo>
                  <a:pt x="1455134" y="1636871"/>
                </a:lnTo>
                <a:cubicBezTo>
                  <a:pt x="1455896" y="1639157"/>
                  <a:pt x="1457992" y="1640872"/>
                  <a:pt x="1460468" y="1641062"/>
                </a:cubicBezTo>
                <a:cubicBezTo>
                  <a:pt x="1463135" y="1641253"/>
                  <a:pt x="1465517" y="1639634"/>
                  <a:pt x="1466469" y="1637348"/>
                </a:cubicBezTo>
                <a:lnTo>
                  <a:pt x="1522286" y="1637348"/>
                </a:lnTo>
                <a:lnTo>
                  <a:pt x="1568863" y="1598486"/>
                </a:lnTo>
                <a:lnTo>
                  <a:pt x="1568863" y="1585055"/>
                </a:lnTo>
                <a:cubicBezTo>
                  <a:pt x="1570292" y="1584770"/>
                  <a:pt x="1571720" y="1584293"/>
                  <a:pt x="1572959" y="1583436"/>
                </a:cubicBezTo>
                <a:cubicBezTo>
                  <a:pt x="1578293" y="1579817"/>
                  <a:pt x="1579721" y="1572578"/>
                  <a:pt x="1576197" y="1567244"/>
                </a:cubicBezTo>
                <a:cubicBezTo>
                  <a:pt x="1572578" y="1561910"/>
                  <a:pt x="1565339" y="1560481"/>
                  <a:pt x="1560005" y="1564005"/>
                </a:cubicBezTo>
                <a:cubicBezTo>
                  <a:pt x="1557433" y="1565720"/>
                  <a:pt x="1555623" y="1568387"/>
                  <a:pt x="1555052" y="1571435"/>
                </a:cubicBezTo>
                <a:cubicBezTo>
                  <a:pt x="1554480" y="1574482"/>
                  <a:pt x="1555052" y="1577626"/>
                  <a:pt x="1556766" y="1580198"/>
                </a:cubicBezTo>
                <a:cubicBezTo>
                  <a:pt x="1558481" y="1582865"/>
                  <a:pt x="1561148" y="1584484"/>
                  <a:pt x="1564100" y="1585055"/>
                </a:cubicBezTo>
                <a:lnTo>
                  <a:pt x="1564100" y="1596200"/>
                </a:lnTo>
                <a:lnTo>
                  <a:pt x="1520571" y="1632490"/>
                </a:lnTo>
                <a:lnTo>
                  <a:pt x="1466469" y="1632490"/>
                </a:lnTo>
                <a:cubicBezTo>
                  <a:pt x="1465612" y="1630490"/>
                  <a:pt x="1463707" y="1628966"/>
                  <a:pt x="1461326" y="1628775"/>
                </a:cubicBezTo>
                <a:close/>
                <a:moveTo>
                  <a:pt x="1560767" y="1577626"/>
                </a:moveTo>
                <a:cubicBezTo>
                  <a:pt x="1559719" y="1576102"/>
                  <a:pt x="1559338" y="1574292"/>
                  <a:pt x="1559719" y="1572482"/>
                </a:cubicBezTo>
                <a:cubicBezTo>
                  <a:pt x="1560100" y="1570673"/>
                  <a:pt x="1561148" y="1569149"/>
                  <a:pt x="1562672" y="1568101"/>
                </a:cubicBezTo>
                <a:cubicBezTo>
                  <a:pt x="1563815" y="1567339"/>
                  <a:pt x="1565148" y="1566958"/>
                  <a:pt x="1566482" y="1566958"/>
                </a:cubicBezTo>
                <a:cubicBezTo>
                  <a:pt x="1568672" y="1566958"/>
                  <a:pt x="1570863" y="1568006"/>
                  <a:pt x="1572197" y="1570006"/>
                </a:cubicBezTo>
                <a:cubicBezTo>
                  <a:pt x="1574292" y="1573149"/>
                  <a:pt x="1573435" y="1577435"/>
                  <a:pt x="1570292" y="1579531"/>
                </a:cubicBezTo>
                <a:cubicBezTo>
                  <a:pt x="1567148" y="1581626"/>
                  <a:pt x="1562862" y="1580769"/>
                  <a:pt x="1560767" y="1577626"/>
                </a:cubicBezTo>
                <a:close/>
                <a:moveTo>
                  <a:pt x="1685735" y="1612773"/>
                </a:moveTo>
                <a:lnTo>
                  <a:pt x="1668685" y="1634395"/>
                </a:lnTo>
                <a:lnTo>
                  <a:pt x="1669066" y="1666113"/>
                </a:lnTo>
                <a:lnTo>
                  <a:pt x="1639824" y="1696593"/>
                </a:lnTo>
                <a:lnTo>
                  <a:pt x="1614392" y="1696593"/>
                </a:lnTo>
                <a:cubicBezTo>
                  <a:pt x="1614011" y="1698593"/>
                  <a:pt x="1612582" y="1700498"/>
                  <a:pt x="1610392" y="1701165"/>
                </a:cubicBezTo>
                <a:cubicBezTo>
                  <a:pt x="1607153" y="1702213"/>
                  <a:pt x="1603724" y="1700498"/>
                  <a:pt x="1602581" y="1697355"/>
                </a:cubicBezTo>
                <a:cubicBezTo>
                  <a:pt x="1601534" y="1694117"/>
                  <a:pt x="1603248" y="1690688"/>
                  <a:pt x="1606391" y="1689545"/>
                </a:cubicBezTo>
                <a:cubicBezTo>
                  <a:pt x="1609630" y="1688497"/>
                  <a:pt x="1613059" y="1690211"/>
                  <a:pt x="1614202" y="1693355"/>
                </a:cubicBezTo>
                <a:cubicBezTo>
                  <a:pt x="1614202" y="1693545"/>
                  <a:pt x="1614202" y="1693831"/>
                  <a:pt x="1614202" y="1694021"/>
                </a:cubicBezTo>
                <a:lnTo>
                  <a:pt x="1638681" y="1694021"/>
                </a:lnTo>
                <a:cubicBezTo>
                  <a:pt x="1638681" y="1694021"/>
                  <a:pt x="1666494" y="1665065"/>
                  <a:pt x="1666494" y="1665065"/>
                </a:cubicBezTo>
                <a:lnTo>
                  <a:pt x="1666113" y="1633538"/>
                </a:lnTo>
                <a:lnTo>
                  <a:pt x="1684401" y="1610297"/>
                </a:lnTo>
                <a:lnTo>
                  <a:pt x="1734026" y="1609820"/>
                </a:lnTo>
                <a:cubicBezTo>
                  <a:pt x="1734407" y="1607725"/>
                  <a:pt x="1735836" y="1605915"/>
                  <a:pt x="1738027" y="1605153"/>
                </a:cubicBezTo>
                <a:cubicBezTo>
                  <a:pt x="1741265" y="1604105"/>
                  <a:pt x="1744694" y="1605820"/>
                  <a:pt x="1745837" y="1608963"/>
                </a:cubicBezTo>
                <a:cubicBezTo>
                  <a:pt x="1746885" y="1612202"/>
                  <a:pt x="1745171" y="1615631"/>
                  <a:pt x="1742027" y="1616774"/>
                </a:cubicBezTo>
                <a:cubicBezTo>
                  <a:pt x="1738884" y="1617917"/>
                  <a:pt x="1735360" y="1616107"/>
                  <a:pt x="1734217" y="1612964"/>
                </a:cubicBezTo>
                <a:cubicBezTo>
                  <a:pt x="1734217" y="1612678"/>
                  <a:pt x="1734217" y="1612487"/>
                  <a:pt x="1734217" y="1612202"/>
                </a:cubicBezTo>
                <a:lnTo>
                  <a:pt x="1685735" y="1612678"/>
                </a:lnTo>
                <a:close/>
                <a:moveTo>
                  <a:pt x="2004155" y="2342102"/>
                </a:moveTo>
                <a:cubicBezTo>
                  <a:pt x="1999583" y="2338292"/>
                  <a:pt x="1998917" y="2331530"/>
                  <a:pt x="2002631" y="2326958"/>
                </a:cubicBezTo>
                <a:cubicBezTo>
                  <a:pt x="2006441" y="2322386"/>
                  <a:pt x="2013204" y="2321719"/>
                  <a:pt x="2017776" y="2325434"/>
                </a:cubicBezTo>
                <a:cubicBezTo>
                  <a:pt x="2022348" y="2329244"/>
                  <a:pt x="2023015" y="2336006"/>
                  <a:pt x="2019300" y="2340578"/>
                </a:cubicBezTo>
                <a:cubicBezTo>
                  <a:pt x="2015490" y="2345150"/>
                  <a:pt x="2008727" y="2345817"/>
                  <a:pt x="2004155" y="2342102"/>
                </a:cubicBezTo>
                <a:close/>
                <a:moveTo>
                  <a:pt x="1903095" y="1962150"/>
                </a:moveTo>
                <a:cubicBezTo>
                  <a:pt x="1903095" y="1958340"/>
                  <a:pt x="1906143" y="1955292"/>
                  <a:pt x="1909953" y="1955292"/>
                </a:cubicBezTo>
                <a:cubicBezTo>
                  <a:pt x="1913763" y="1955292"/>
                  <a:pt x="1916811" y="1958340"/>
                  <a:pt x="1916811" y="1962150"/>
                </a:cubicBezTo>
                <a:cubicBezTo>
                  <a:pt x="1916811" y="1965960"/>
                  <a:pt x="1913763" y="1969008"/>
                  <a:pt x="1909953" y="1969008"/>
                </a:cubicBezTo>
                <a:cubicBezTo>
                  <a:pt x="1906143" y="1969008"/>
                  <a:pt x="1903095" y="1965960"/>
                  <a:pt x="1903095" y="1962150"/>
                </a:cubicBezTo>
                <a:close/>
                <a:moveTo>
                  <a:pt x="1357122" y="2322290"/>
                </a:moveTo>
                <a:cubicBezTo>
                  <a:pt x="1352360" y="2322290"/>
                  <a:pt x="1348454" y="2326196"/>
                  <a:pt x="1348454" y="2331053"/>
                </a:cubicBezTo>
                <a:lnTo>
                  <a:pt x="1348454" y="2334673"/>
                </a:lnTo>
                <a:lnTo>
                  <a:pt x="1339501" y="2334673"/>
                </a:lnTo>
                <a:lnTo>
                  <a:pt x="1255395" y="2405825"/>
                </a:lnTo>
                <a:lnTo>
                  <a:pt x="1228153" y="2405634"/>
                </a:lnTo>
                <a:lnTo>
                  <a:pt x="1114711" y="2495741"/>
                </a:lnTo>
                <a:cubicBezTo>
                  <a:pt x="1113663" y="2494502"/>
                  <a:pt x="1112520" y="2493455"/>
                  <a:pt x="1111091" y="2492597"/>
                </a:cubicBezTo>
                <a:cubicBezTo>
                  <a:pt x="1107662" y="2490692"/>
                  <a:pt x="1103757" y="2490216"/>
                  <a:pt x="1100042" y="2491264"/>
                </a:cubicBezTo>
                <a:cubicBezTo>
                  <a:pt x="1097852" y="2491930"/>
                  <a:pt x="1095947" y="2493169"/>
                  <a:pt x="1094232" y="2494693"/>
                </a:cubicBezTo>
                <a:lnTo>
                  <a:pt x="1092803" y="2493169"/>
                </a:lnTo>
                <a:lnTo>
                  <a:pt x="1087565" y="2498027"/>
                </a:lnTo>
                <a:lnTo>
                  <a:pt x="1090041" y="2500694"/>
                </a:lnTo>
                <a:cubicBezTo>
                  <a:pt x="1089089" y="2503456"/>
                  <a:pt x="1089089" y="2506313"/>
                  <a:pt x="1089851" y="2509171"/>
                </a:cubicBezTo>
                <a:cubicBezTo>
                  <a:pt x="1090898" y="2512886"/>
                  <a:pt x="1093375" y="2516029"/>
                  <a:pt x="1096709" y="2517934"/>
                </a:cubicBezTo>
                <a:cubicBezTo>
                  <a:pt x="1098899" y="2519172"/>
                  <a:pt x="1101376" y="2519839"/>
                  <a:pt x="1103852" y="2519839"/>
                </a:cubicBezTo>
                <a:cubicBezTo>
                  <a:pt x="1105186" y="2519839"/>
                  <a:pt x="1106519" y="2519648"/>
                  <a:pt x="1107758" y="2519267"/>
                </a:cubicBezTo>
                <a:cubicBezTo>
                  <a:pt x="1115473" y="2517077"/>
                  <a:pt x="1120045" y="2509076"/>
                  <a:pt x="1117854" y="2501360"/>
                </a:cubicBezTo>
                <a:cubicBezTo>
                  <a:pt x="1117664" y="2500789"/>
                  <a:pt x="1117283" y="2500408"/>
                  <a:pt x="1117092" y="2499836"/>
                </a:cubicBezTo>
                <a:lnTo>
                  <a:pt x="1229678" y="2410397"/>
                </a:lnTo>
                <a:lnTo>
                  <a:pt x="1257014" y="2410587"/>
                </a:lnTo>
                <a:lnTo>
                  <a:pt x="1341120" y="2339435"/>
                </a:lnTo>
                <a:lnTo>
                  <a:pt x="1348454" y="2339435"/>
                </a:lnTo>
                <a:cubicBezTo>
                  <a:pt x="1348740" y="2344007"/>
                  <a:pt x="1352455" y="2347627"/>
                  <a:pt x="1357027" y="2347627"/>
                </a:cubicBezTo>
                <a:lnTo>
                  <a:pt x="1383982" y="2347627"/>
                </a:lnTo>
                <a:cubicBezTo>
                  <a:pt x="1388745" y="2347627"/>
                  <a:pt x="1392746" y="2343722"/>
                  <a:pt x="1392746" y="2338959"/>
                </a:cubicBezTo>
                <a:lnTo>
                  <a:pt x="1392746" y="2331149"/>
                </a:lnTo>
                <a:cubicBezTo>
                  <a:pt x="1392746" y="2326386"/>
                  <a:pt x="1388840" y="2322386"/>
                  <a:pt x="1383982" y="2322386"/>
                </a:cubicBezTo>
                <a:lnTo>
                  <a:pt x="1357027" y="2322386"/>
                </a:lnTo>
                <a:close/>
                <a:moveTo>
                  <a:pt x="1106519" y="2514695"/>
                </a:moveTo>
                <a:cubicBezTo>
                  <a:pt x="1104043" y="2515362"/>
                  <a:pt x="1101376" y="2515076"/>
                  <a:pt x="1099090" y="2513838"/>
                </a:cubicBezTo>
                <a:cubicBezTo>
                  <a:pt x="1096804" y="2512505"/>
                  <a:pt x="1095185" y="2510409"/>
                  <a:pt x="1094518" y="2507933"/>
                </a:cubicBezTo>
                <a:cubicBezTo>
                  <a:pt x="1093851" y="2505456"/>
                  <a:pt x="1094137" y="2502789"/>
                  <a:pt x="1095375" y="2500503"/>
                </a:cubicBezTo>
                <a:cubicBezTo>
                  <a:pt x="1096709" y="2498217"/>
                  <a:pt x="1098804" y="2496598"/>
                  <a:pt x="1101281" y="2495931"/>
                </a:cubicBezTo>
                <a:cubicBezTo>
                  <a:pt x="1102138" y="2495645"/>
                  <a:pt x="1102995" y="2495550"/>
                  <a:pt x="1103948" y="2495550"/>
                </a:cubicBezTo>
                <a:cubicBezTo>
                  <a:pt x="1105567" y="2495550"/>
                  <a:pt x="1107281" y="2495931"/>
                  <a:pt x="1108710" y="2496788"/>
                </a:cubicBezTo>
                <a:cubicBezTo>
                  <a:pt x="1110996" y="2498122"/>
                  <a:pt x="1112615" y="2500122"/>
                  <a:pt x="1113282" y="2502694"/>
                </a:cubicBezTo>
                <a:cubicBezTo>
                  <a:pt x="1114711" y="2507933"/>
                  <a:pt x="1111663" y="2513267"/>
                  <a:pt x="1106519" y="2514791"/>
                </a:cubicBezTo>
                <a:close/>
                <a:moveTo>
                  <a:pt x="1388078" y="2331053"/>
                </a:moveTo>
                <a:lnTo>
                  <a:pt x="1388078" y="2338864"/>
                </a:lnTo>
                <a:cubicBezTo>
                  <a:pt x="1388078" y="2341055"/>
                  <a:pt x="1386269" y="2342769"/>
                  <a:pt x="1384078" y="2342769"/>
                </a:cubicBezTo>
                <a:lnTo>
                  <a:pt x="1357122" y="2342769"/>
                </a:lnTo>
                <a:cubicBezTo>
                  <a:pt x="1354931" y="2342769"/>
                  <a:pt x="1353217" y="2340959"/>
                  <a:pt x="1353217" y="2338864"/>
                </a:cubicBezTo>
                <a:lnTo>
                  <a:pt x="1353217" y="2331053"/>
                </a:lnTo>
                <a:cubicBezTo>
                  <a:pt x="1353217" y="2328863"/>
                  <a:pt x="1355027" y="2327053"/>
                  <a:pt x="1357122" y="2327053"/>
                </a:cubicBezTo>
                <a:lnTo>
                  <a:pt x="1384078" y="2327053"/>
                </a:lnTo>
                <a:cubicBezTo>
                  <a:pt x="1386269" y="2327053"/>
                  <a:pt x="1388078" y="2328863"/>
                  <a:pt x="1388078" y="2331053"/>
                </a:cubicBezTo>
                <a:close/>
                <a:moveTo>
                  <a:pt x="1482281" y="2108645"/>
                </a:moveTo>
                <a:cubicBezTo>
                  <a:pt x="1483614" y="2109978"/>
                  <a:pt x="1485328" y="2110550"/>
                  <a:pt x="1486948" y="2110550"/>
                </a:cubicBezTo>
                <a:cubicBezTo>
                  <a:pt x="1488567" y="2110550"/>
                  <a:pt x="1490377" y="2109883"/>
                  <a:pt x="1491615" y="2108645"/>
                </a:cubicBezTo>
                <a:cubicBezTo>
                  <a:pt x="1492853" y="2107406"/>
                  <a:pt x="1493615" y="2105692"/>
                  <a:pt x="1493615" y="2103882"/>
                </a:cubicBezTo>
                <a:cubicBezTo>
                  <a:pt x="1493615" y="2102072"/>
                  <a:pt x="1492949" y="2100453"/>
                  <a:pt x="1491710" y="2099215"/>
                </a:cubicBezTo>
                <a:cubicBezTo>
                  <a:pt x="1490472" y="2097977"/>
                  <a:pt x="1488757" y="2097215"/>
                  <a:pt x="1487043" y="2097215"/>
                </a:cubicBezTo>
                <a:lnTo>
                  <a:pt x="1487043" y="2097215"/>
                </a:lnTo>
                <a:cubicBezTo>
                  <a:pt x="1485233" y="2097215"/>
                  <a:pt x="1483614" y="2097881"/>
                  <a:pt x="1482376" y="2099215"/>
                </a:cubicBezTo>
                <a:cubicBezTo>
                  <a:pt x="1479804" y="2101787"/>
                  <a:pt x="1479804" y="2106073"/>
                  <a:pt x="1482376" y="2108645"/>
                </a:cubicBezTo>
                <a:close/>
                <a:moveTo>
                  <a:pt x="1485614" y="2102549"/>
                </a:moveTo>
                <a:cubicBezTo>
                  <a:pt x="1485614" y="2102549"/>
                  <a:pt x="1486472" y="2101977"/>
                  <a:pt x="1486948" y="2101977"/>
                </a:cubicBezTo>
                <a:lnTo>
                  <a:pt x="1486948" y="2101977"/>
                </a:lnTo>
                <a:cubicBezTo>
                  <a:pt x="1487424" y="2101977"/>
                  <a:pt x="1487900" y="2102168"/>
                  <a:pt x="1488281" y="2102549"/>
                </a:cubicBezTo>
                <a:cubicBezTo>
                  <a:pt x="1488662" y="2102930"/>
                  <a:pt x="1488853" y="2103406"/>
                  <a:pt x="1488853" y="2103882"/>
                </a:cubicBezTo>
                <a:cubicBezTo>
                  <a:pt x="1488853" y="2104358"/>
                  <a:pt x="1488662" y="2104835"/>
                  <a:pt x="1488281" y="2105216"/>
                </a:cubicBezTo>
                <a:cubicBezTo>
                  <a:pt x="1487519" y="2105978"/>
                  <a:pt x="1486376" y="2105978"/>
                  <a:pt x="1485614" y="2105216"/>
                </a:cubicBezTo>
                <a:cubicBezTo>
                  <a:pt x="1484852" y="2104454"/>
                  <a:pt x="1484852" y="2103311"/>
                  <a:pt x="1485614" y="2102549"/>
                </a:cubicBezTo>
                <a:close/>
                <a:moveTo>
                  <a:pt x="1486948" y="2091785"/>
                </a:moveTo>
                <a:cubicBezTo>
                  <a:pt x="1490472" y="2091785"/>
                  <a:pt x="1493234" y="2088928"/>
                  <a:pt x="1493234" y="2085499"/>
                </a:cubicBezTo>
                <a:cubicBezTo>
                  <a:pt x="1493234" y="2082070"/>
                  <a:pt x="1490377" y="2079212"/>
                  <a:pt x="1486948" y="2079212"/>
                </a:cubicBezTo>
                <a:cubicBezTo>
                  <a:pt x="1483519" y="2079212"/>
                  <a:pt x="1480661" y="2082070"/>
                  <a:pt x="1480661" y="2085499"/>
                </a:cubicBezTo>
                <a:cubicBezTo>
                  <a:pt x="1480661" y="2088928"/>
                  <a:pt x="1483519" y="2091785"/>
                  <a:pt x="1486948" y="2091785"/>
                </a:cubicBezTo>
                <a:close/>
                <a:moveTo>
                  <a:pt x="1486948" y="2083880"/>
                </a:moveTo>
                <a:cubicBezTo>
                  <a:pt x="1487805" y="2083880"/>
                  <a:pt x="1488472" y="2084546"/>
                  <a:pt x="1488472" y="2085403"/>
                </a:cubicBezTo>
                <a:cubicBezTo>
                  <a:pt x="1488472" y="2087118"/>
                  <a:pt x="1485328" y="2087118"/>
                  <a:pt x="1485328" y="2085403"/>
                </a:cubicBezTo>
                <a:cubicBezTo>
                  <a:pt x="1485328" y="2084546"/>
                  <a:pt x="1485995" y="2083880"/>
                  <a:pt x="1486853" y="2083880"/>
                </a:cubicBezTo>
                <a:close/>
                <a:moveTo>
                  <a:pt x="1486948" y="2130362"/>
                </a:moveTo>
                <a:cubicBezTo>
                  <a:pt x="1490948" y="2130362"/>
                  <a:pt x="1494092" y="2127123"/>
                  <a:pt x="1494092" y="2123218"/>
                </a:cubicBezTo>
                <a:cubicBezTo>
                  <a:pt x="1494092" y="2119313"/>
                  <a:pt x="1490853" y="2116074"/>
                  <a:pt x="1486948" y="2116074"/>
                </a:cubicBezTo>
                <a:cubicBezTo>
                  <a:pt x="1483043" y="2116074"/>
                  <a:pt x="1479804" y="2119313"/>
                  <a:pt x="1479804" y="2123218"/>
                </a:cubicBezTo>
                <a:cubicBezTo>
                  <a:pt x="1479804" y="2127123"/>
                  <a:pt x="1483043" y="2130362"/>
                  <a:pt x="1486948" y="2130362"/>
                </a:cubicBezTo>
                <a:close/>
                <a:moveTo>
                  <a:pt x="1486948" y="2120837"/>
                </a:moveTo>
                <a:cubicBezTo>
                  <a:pt x="1488281" y="2120837"/>
                  <a:pt x="1489329" y="2121884"/>
                  <a:pt x="1489329" y="2123218"/>
                </a:cubicBezTo>
                <a:cubicBezTo>
                  <a:pt x="1489329" y="2124551"/>
                  <a:pt x="1488281" y="2125599"/>
                  <a:pt x="1486948" y="2125599"/>
                </a:cubicBezTo>
                <a:cubicBezTo>
                  <a:pt x="1485614" y="2125599"/>
                  <a:pt x="1484567" y="2124551"/>
                  <a:pt x="1484567" y="2123218"/>
                </a:cubicBezTo>
                <a:cubicBezTo>
                  <a:pt x="1484567" y="2121884"/>
                  <a:pt x="1485614" y="2120837"/>
                  <a:pt x="1486948" y="2120837"/>
                </a:cubicBezTo>
                <a:close/>
                <a:moveTo>
                  <a:pt x="2452783" y="2792635"/>
                </a:moveTo>
                <a:lnTo>
                  <a:pt x="2452783" y="2811399"/>
                </a:lnTo>
                <a:cubicBezTo>
                  <a:pt x="2452783" y="2813495"/>
                  <a:pt x="2451068" y="2815209"/>
                  <a:pt x="2448973" y="2815209"/>
                </a:cubicBezTo>
                <a:lnTo>
                  <a:pt x="2430209" y="2815209"/>
                </a:lnTo>
                <a:cubicBezTo>
                  <a:pt x="2428113" y="2815209"/>
                  <a:pt x="2426399" y="2813495"/>
                  <a:pt x="2426399" y="2811399"/>
                </a:cubicBezTo>
                <a:lnTo>
                  <a:pt x="2426399" y="2792635"/>
                </a:lnTo>
                <a:cubicBezTo>
                  <a:pt x="2426399" y="2790539"/>
                  <a:pt x="2428113" y="2788825"/>
                  <a:pt x="2430209" y="2788825"/>
                </a:cubicBezTo>
                <a:lnTo>
                  <a:pt x="2448973" y="2788825"/>
                </a:lnTo>
                <a:cubicBezTo>
                  <a:pt x="2451068" y="2788825"/>
                  <a:pt x="2452783" y="2790539"/>
                  <a:pt x="2452783" y="2792635"/>
                </a:cubicBezTo>
                <a:close/>
                <a:moveTo>
                  <a:pt x="2056828" y="2128742"/>
                </a:moveTo>
                <a:cubicBezTo>
                  <a:pt x="2063306" y="2128742"/>
                  <a:pt x="2068640" y="2123408"/>
                  <a:pt x="2068640" y="2116931"/>
                </a:cubicBezTo>
                <a:cubicBezTo>
                  <a:pt x="2068640" y="2110454"/>
                  <a:pt x="2063306" y="2105120"/>
                  <a:pt x="2056828" y="2105120"/>
                </a:cubicBezTo>
                <a:cubicBezTo>
                  <a:pt x="2051209" y="2105120"/>
                  <a:pt x="2046637" y="2109216"/>
                  <a:pt x="2045494" y="2114550"/>
                </a:cubicBezTo>
                <a:lnTo>
                  <a:pt x="1998631" y="2114550"/>
                </a:lnTo>
                <a:cubicBezTo>
                  <a:pt x="1998631" y="2114550"/>
                  <a:pt x="1840421" y="1963484"/>
                  <a:pt x="1840421" y="1963484"/>
                </a:cubicBezTo>
                <a:lnTo>
                  <a:pt x="1898332" y="1963484"/>
                </a:lnTo>
                <a:cubicBezTo>
                  <a:pt x="1898999" y="1969389"/>
                  <a:pt x="1903857" y="1974056"/>
                  <a:pt x="1909953" y="1974056"/>
                </a:cubicBezTo>
                <a:cubicBezTo>
                  <a:pt x="1916525" y="1974056"/>
                  <a:pt x="1921859" y="1968722"/>
                  <a:pt x="1921859" y="1962150"/>
                </a:cubicBezTo>
                <a:cubicBezTo>
                  <a:pt x="1921859" y="1955578"/>
                  <a:pt x="1916525" y="1950244"/>
                  <a:pt x="1909953" y="1950244"/>
                </a:cubicBezTo>
                <a:cubicBezTo>
                  <a:pt x="1904619" y="1950244"/>
                  <a:pt x="1900333" y="1953863"/>
                  <a:pt x="1898809" y="1958626"/>
                </a:cubicBezTo>
                <a:lnTo>
                  <a:pt x="1834515" y="1958626"/>
                </a:lnTo>
                <a:cubicBezTo>
                  <a:pt x="1833563" y="1958626"/>
                  <a:pt x="1832705" y="1959197"/>
                  <a:pt x="1832324" y="1960150"/>
                </a:cubicBezTo>
                <a:cubicBezTo>
                  <a:pt x="1831943" y="1961102"/>
                  <a:pt x="1832229" y="1962055"/>
                  <a:pt x="1832896" y="1962722"/>
                </a:cubicBezTo>
                <a:lnTo>
                  <a:pt x="1996154" y="2118646"/>
                </a:lnTo>
                <a:cubicBezTo>
                  <a:pt x="1996154" y="2118646"/>
                  <a:pt x="1997202" y="2119313"/>
                  <a:pt x="1997774" y="2119313"/>
                </a:cubicBezTo>
                <a:lnTo>
                  <a:pt x="2045589" y="2119313"/>
                </a:lnTo>
                <a:cubicBezTo>
                  <a:pt x="2046732" y="2124551"/>
                  <a:pt x="2051209" y="2128647"/>
                  <a:pt x="2056924" y="2128647"/>
                </a:cubicBezTo>
                <a:close/>
                <a:moveTo>
                  <a:pt x="2056828" y="2109883"/>
                </a:moveTo>
                <a:cubicBezTo>
                  <a:pt x="2060734" y="2109883"/>
                  <a:pt x="2063877" y="2113026"/>
                  <a:pt x="2063877" y="2116931"/>
                </a:cubicBezTo>
                <a:cubicBezTo>
                  <a:pt x="2063877" y="2120837"/>
                  <a:pt x="2060734" y="2123980"/>
                  <a:pt x="2056828" y="2123980"/>
                </a:cubicBezTo>
                <a:cubicBezTo>
                  <a:pt x="2052923" y="2123980"/>
                  <a:pt x="2049780" y="2120837"/>
                  <a:pt x="2049780" y="2116931"/>
                </a:cubicBezTo>
                <a:cubicBezTo>
                  <a:pt x="2049780" y="2113026"/>
                  <a:pt x="2052923" y="2109883"/>
                  <a:pt x="2056828" y="2109883"/>
                </a:cubicBezTo>
                <a:close/>
                <a:moveTo>
                  <a:pt x="1909953" y="1952720"/>
                </a:moveTo>
                <a:cubicBezTo>
                  <a:pt x="1915192" y="1952720"/>
                  <a:pt x="1919478" y="1957007"/>
                  <a:pt x="1919478" y="1962245"/>
                </a:cubicBezTo>
                <a:cubicBezTo>
                  <a:pt x="1919478" y="1967484"/>
                  <a:pt x="1915192" y="1971770"/>
                  <a:pt x="1909953" y="1971770"/>
                </a:cubicBezTo>
                <a:cubicBezTo>
                  <a:pt x="1904714" y="1971770"/>
                  <a:pt x="1900428" y="1967484"/>
                  <a:pt x="1900428" y="1962245"/>
                </a:cubicBezTo>
                <a:cubicBezTo>
                  <a:pt x="1900428" y="1957007"/>
                  <a:pt x="1904714" y="1952720"/>
                  <a:pt x="1909953" y="1952720"/>
                </a:cubicBezTo>
                <a:close/>
                <a:moveTo>
                  <a:pt x="1993773" y="2366772"/>
                </a:moveTo>
                <a:cubicBezTo>
                  <a:pt x="1993773" y="2374011"/>
                  <a:pt x="1999678" y="2379917"/>
                  <a:pt x="2006918" y="2379917"/>
                </a:cubicBezTo>
                <a:cubicBezTo>
                  <a:pt x="2014157" y="2379917"/>
                  <a:pt x="2020062" y="2374011"/>
                  <a:pt x="2020062" y="2366772"/>
                </a:cubicBezTo>
                <a:cubicBezTo>
                  <a:pt x="2020062" y="2359533"/>
                  <a:pt x="2014157" y="2353628"/>
                  <a:pt x="2006918" y="2353628"/>
                </a:cubicBezTo>
                <a:cubicBezTo>
                  <a:pt x="1999678" y="2353628"/>
                  <a:pt x="1993773" y="2359533"/>
                  <a:pt x="1993773" y="2366772"/>
                </a:cubicBezTo>
                <a:close/>
                <a:moveTo>
                  <a:pt x="2006918" y="2358390"/>
                </a:moveTo>
                <a:cubicBezTo>
                  <a:pt x="2011585" y="2358390"/>
                  <a:pt x="2015300" y="2362200"/>
                  <a:pt x="2015300" y="2366772"/>
                </a:cubicBezTo>
                <a:cubicBezTo>
                  <a:pt x="2015300" y="2371344"/>
                  <a:pt x="2011585" y="2375154"/>
                  <a:pt x="2006918" y="2375154"/>
                </a:cubicBezTo>
                <a:cubicBezTo>
                  <a:pt x="2002250" y="2375154"/>
                  <a:pt x="1998536" y="2371344"/>
                  <a:pt x="1998536" y="2366772"/>
                </a:cubicBezTo>
                <a:cubicBezTo>
                  <a:pt x="1998536" y="2362200"/>
                  <a:pt x="2002250" y="2358390"/>
                  <a:pt x="2006918" y="2358390"/>
                </a:cubicBezTo>
                <a:close/>
                <a:moveTo>
                  <a:pt x="2357628" y="1583055"/>
                </a:moveTo>
                <a:cubicBezTo>
                  <a:pt x="2360581" y="1589437"/>
                  <a:pt x="2357914" y="1597057"/>
                  <a:pt x="2351437" y="1600105"/>
                </a:cubicBezTo>
                <a:cubicBezTo>
                  <a:pt x="2345055" y="1603057"/>
                  <a:pt x="2337435" y="1600391"/>
                  <a:pt x="2334387" y="1593914"/>
                </a:cubicBezTo>
                <a:cubicBezTo>
                  <a:pt x="2331434" y="1587532"/>
                  <a:pt x="2334101" y="1579912"/>
                  <a:pt x="2340578" y="1576864"/>
                </a:cubicBezTo>
                <a:cubicBezTo>
                  <a:pt x="2346960" y="1573911"/>
                  <a:pt x="2354580" y="1576578"/>
                  <a:pt x="2357628" y="1583055"/>
                </a:cubicBezTo>
                <a:close/>
                <a:moveTo>
                  <a:pt x="2020348" y="2150459"/>
                </a:moveTo>
                <a:cubicBezTo>
                  <a:pt x="2016443" y="2150459"/>
                  <a:pt x="2013014" y="2152841"/>
                  <a:pt x="2011680" y="2156270"/>
                </a:cubicBezTo>
                <a:lnTo>
                  <a:pt x="1980248" y="2156270"/>
                </a:lnTo>
                <a:lnTo>
                  <a:pt x="1792796" y="1977390"/>
                </a:lnTo>
                <a:cubicBezTo>
                  <a:pt x="1793843" y="1976438"/>
                  <a:pt x="1794605" y="1975104"/>
                  <a:pt x="1794605" y="1973580"/>
                </a:cubicBezTo>
                <a:lnTo>
                  <a:pt x="1794605" y="1960626"/>
                </a:lnTo>
                <a:cubicBezTo>
                  <a:pt x="1794605" y="1957864"/>
                  <a:pt x="1792319" y="1955578"/>
                  <a:pt x="1789557" y="1955578"/>
                </a:cubicBezTo>
                <a:lnTo>
                  <a:pt x="1776603" y="1955578"/>
                </a:lnTo>
                <a:cubicBezTo>
                  <a:pt x="1773841" y="1955578"/>
                  <a:pt x="1771555" y="1957864"/>
                  <a:pt x="1771555" y="1960626"/>
                </a:cubicBezTo>
                <a:lnTo>
                  <a:pt x="1771555" y="1973580"/>
                </a:lnTo>
                <a:cubicBezTo>
                  <a:pt x="1771555" y="1976342"/>
                  <a:pt x="1773841" y="1978628"/>
                  <a:pt x="1776603" y="1978628"/>
                </a:cubicBezTo>
                <a:lnTo>
                  <a:pt x="1784223" y="1978628"/>
                </a:lnTo>
                <a:lnTo>
                  <a:pt x="1784032" y="1978819"/>
                </a:lnTo>
                <a:lnTo>
                  <a:pt x="1977390" y="2163413"/>
                </a:lnTo>
                <a:lnTo>
                  <a:pt x="2011680" y="2163413"/>
                </a:lnTo>
                <a:cubicBezTo>
                  <a:pt x="2013109" y="2166842"/>
                  <a:pt x="2016443" y="2169224"/>
                  <a:pt x="2020348" y="2169224"/>
                </a:cubicBezTo>
                <a:cubicBezTo>
                  <a:pt x="2025587" y="2169224"/>
                  <a:pt x="2029778" y="2165033"/>
                  <a:pt x="2029778" y="2159794"/>
                </a:cubicBezTo>
                <a:cubicBezTo>
                  <a:pt x="2029778" y="2154555"/>
                  <a:pt x="2025587" y="2150364"/>
                  <a:pt x="2020348" y="2150364"/>
                </a:cubicBezTo>
                <a:close/>
                <a:moveTo>
                  <a:pt x="1789843" y="1973580"/>
                </a:moveTo>
                <a:cubicBezTo>
                  <a:pt x="1789843" y="1973580"/>
                  <a:pt x="1789652" y="1973866"/>
                  <a:pt x="1789557" y="1973866"/>
                </a:cubicBezTo>
                <a:lnTo>
                  <a:pt x="1789176" y="1973866"/>
                </a:lnTo>
                <a:cubicBezTo>
                  <a:pt x="1789176" y="1973866"/>
                  <a:pt x="1788986" y="1973675"/>
                  <a:pt x="1788986" y="1973675"/>
                </a:cubicBezTo>
                <a:lnTo>
                  <a:pt x="1788795" y="1973866"/>
                </a:lnTo>
                <a:lnTo>
                  <a:pt x="1776317" y="1973580"/>
                </a:lnTo>
                <a:lnTo>
                  <a:pt x="1776603" y="1960340"/>
                </a:lnTo>
                <a:lnTo>
                  <a:pt x="1789843" y="1960626"/>
                </a:lnTo>
                <a:lnTo>
                  <a:pt x="1789843" y="1973580"/>
                </a:lnTo>
                <a:close/>
                <a:moveTo>
                  <a:pt x="2399919" y="1562386"/>
                </a:moveTo>
                <a:cubicBezTo>
                  <a:pt x="2397443" y="1564862"/>
                  <a:pt x="2396014" y="1568291"/>
                  <a:pt x="2396014" y="1571816"/>
                </a:cubicBezTo>
                <a:cubicBezTo>
                  <a:pt x="2396014" y="1575340"/>
                  <a:pt x="2397443" y="1578769"/>
                  <a:pt x="2399919" y="1581245"/>
                </a:cubicBezTo>
                <a:cubicBezTo>
                  <a:pt x="2402491" y="1583817"/>
                  <a:pt x="2405825" y="1585151"/>
                  <a:pt x="2409349" y="1585151"/>
                </a:cubicBezTo>
                <a:cubicBezTo>
                  <a:pt x="2412873" y="1585151"/>
                  <a:pt x="2416302" y="1583722"/>
                  <a:pt x="2418779" y="1581245"/>
                </a:cubicBezTo>
                <a:cubicBezTo>
                  <a:pt x="2421255" y="1578769"/>
                  <a:pt x="2422684" y="1575340"/>
                  <a:pt x="2422684" y="1571816"/>
                </a:cubicBezTo>
                <a:cubicBezTo>
                  <a:pt x="2422684" y="1568291"/>
                  <a:pt x="2421255" y="1564862"/>
                  <a:pt x="2418779" y="1562386"/>
                </a:cubicBezTo>
                <a:cubicBezTo>
                  <a:pt x="2416207" y="1559814"/>
                  <a:pt x="2412873" y="1558481"/>
                  <a:pt x="2409349" y="1558481"/>
                </a:cubicBezTo>
                <a:cubicBezTo>
                  <a:pt x="2405825" y="1558481"/>
                  <a:pt x="2402396" y="1559909"/>
                  <a:pt x="2399919" y="1562386"/>
                </a:cubicBezTo>
                <a:close/>
                <a:moveTo>
                  <a:pt x="2417064" y="1579626"/>
                </a:moveTo>
                <a:cubicBezTo>
                  <a:pt x="2412778" y="1583912"/>
                  <a:pt x="2405825" y="1583912"/>
                  <a:pt x="2401538" y="1579626"/>
                </a:cubicBezTo>
                <a:cubicBezTo>
                  <a:pt x="2397252" y="1575340"/>
                  <a:pt x="2397252" y="1568387"/>
                  <a:pt x="2401538" y="1564100"/>
                </a:cubicBezTo>
                <a:cubicBezTo>
                  <a:pt x="2403634" y="1562005"/>
                  <a:pt x="2406491" y="1560862"/>
                  <a:pt x="2409254" y="1560862"/>
                </a:cubicBezTo>
                <a:cubicBezTo>
                  <a:pt x="2412016" y="1560862"/>
                  <a:pt x="2414873" y="1561910"/>
                  <a:pt x="2416969" y="1564100"/>
                </a:cubicBezTo>
                <a:cubicBezTo>
                  <a:pt x="2421255" y="1568387"/>
                  <a:pt x="2421255" y="1575340"/>
                  <a:pt x="2416969" y="1579626"/>
                </a:cubicBezTo>
                <a:close/>
                <a:moveTo>
                  <a:pt x="2353818" y="1567148"/>
                </a:moveTo>
                <a:cubicBezTo>
                  <a:pt x="2348198" y="1565053"/>
                  <a:pt x="2342007" y="1565339"/>
                  <a:pt x="2336578" y="1567910"/>
                </a:cubicBezTo>
                <a:cubicBezTo>
                  <a:pt x="2331149" y="1570482"/>
                  <a:pt x="2326958" y="1575054"/>
                  <a:pt x="2324957" y="1580674"/>
                </a:cubicBezTo>
                <a:cubicBezTo>
                  <a:pt x="2324672" y="1581341"/>
                  <a:pt x="2324576" y="1582007"/>
                  <a:pt x="2324481" y="1582674"/>
                </a:cubicBezTo>
                <a:lnTo>
                  <a:pt x="2259806" y="1582674"/>
                </a:lnTo>
                <a:lnTo>
                  <a:pt x="2213515" y="1620012"/>
                </a:lnTo>
                <a:lnTo>
                  <a:pt x="2119884" y="1620012"/>
                </a:lnTo>
                <a:cubicBezTo>
                  <a:pt x="2119694" y="1619155"/>
                  <a:pt x="2119408" y="1618298"/>
                  <a:pt x="2119027" y="1617440"/>
                </a:cubicBezTo>
                <a:cubicBezTo>
                  <a:pt x="2117312" y="1613726"/>
                  <a:pt x="2114264" y="1610963"/>
                  <a:pt x="2110454" y="1609630"/>
                </a:cubicBezTo>
                <a:cubicBezTo>
                  <a:pt x="2106644" y="1608296"/>
                  <a:pt x="2102549" y="1608392"/>
                  <a:pt x="2098834" y="1610201"/>
                </a:cubicBezTo>
                <a:cubicBezTo>
                  <a:pt x="2095119" y="1611916"/>
                  <a:pt x="2092357" y="1614964"/>
                  <a:pt x="2091023" y="1618774"/>
                </a:cubicBezTo>
                <a:cubicBezTo>
                  <a:pt x="2089690" y="1622584"/>
                  <a:pt x="2089880" y="1626680"/>
                  <a:pt x="2091595" y="1630394"/>
                </a:cubicBezTo>
                <a:cubicBezTo>
                  <a:pt x="2093309" y="1634109"/>
                  <a:pt x="2096357" y="1636871"/>
                  <a:pt x="2100167" y="1638205"/>
                </a:cubicBezTo>
                <a:cubicBezTo>
                  <a:pt x="2101882" y="1638776"/>
                  <a:pt x="2103596" y="1639157"/>
                  <a:pt x="2105311" y="1639157"/>
                </a:cubicBezTo>
                <a:cubicBezTo>
                  <a:pt x="2107502" y="1639157"/>
                  <a:pt x="2109692" y="1638681"/>
                  <a:pt x="2111693" y="1637728"/>
                </a:cubicBezTo>
                <a:cubicBezTo>
                  <a:pt x="2115407" y="1636014"/>
                  <a:pt x="2118170" y="1632966"/>
                  <a:pt x="2119503" y="1629156"/>
                </a:cubicBezTo>
                <a:cubicBezTo>
                  <a:pt x="2119694" y="1628489"/>
                  <a:pt x="2119884" y="1627918"/>
                  <a:pt x="2119979" y="1627251"/>
                </a:cubicBezTo>
                <a:lnTo>
                  <a:pt x="2216087" y="1627251"/>
                </a:lnTo>
                <a:lnTo>
                  <a:pt x="2262378" y="1589913"/>
                </a:lnTo>
                <a:lnTo>
                  <a:pt x="2323719" y="1589913"/>
                </a:lnTo>
                <a:cubicBezTo>
                  <a:pt x="2323910" y="1592675"/>
                  <a:pt x="2324576" y="1595438"/>
                  <a:pt x="2325815" y="1598009"/>
                </a:cubicBezTo>
                <a:cubicBezTo>
                  <a:pt x="2328386" y="1603439"/>
                  <a:pt x="2332958" y="1607630"/>
                  <a:pt x="2338578" y="1609630"/>
                </a:cubicBezTo>
                <a:cubicBezTo>
                  <a:pt x="2341150" y="1610582"/>
                  <a:pt x="2343722" y="1610963"/>
                  <a:pt x="2346293" y="1610963"/>
                </a:cubicBezTo>
                <a:cubicBezTo>
                  <a:pt x="2355533" y="1610963"/>
                  <a:pt x="2364200" y="1605248"/>
                  <a:pt x="2367534" y="1596009"/>
                </a:cubicBezTo>
                <a:cubicBezTo>
                  <a:pt x="2369630" y="1590294"/>
                  <a:pt x="2369344" y="1584198"/>
                  <a:pt x="2366772" y="1578769"/>
                </a:cubicBezTo>
                <a:cubicBezTo>
                  <a:pt x="2364200" y="1573340"/>
                  <a:pt x="2359628" y="1569149"/>
                  <a:pt x="2354009" y="1567148"/>
                </a:cubicBezTo>
                <a:close/>
                <a:moveTo>
                  <a:pt x="2114836" y="1627537"/>
                </a:moveTo>
                <a:cubicBezTo>
                  <a:pt x="2113883" y="1630109"/>
                  <a:pt x="2111978" y="1632204"/>
                  <a:pt x="2109502" y="1633442"/>
                </a:cubicBezTo>
                <a:cubicBezTo>
                  <a:pt x="2107025" y="1634585"/>
                  <a:pt x="2104168" y="1634776"/>
                  <a:pt x="2101501" y="1633823"/>
                </a:cubicBezTo>
                <a:cubicBezTo>
                  <a:pt x="2098929" y="1632871"/>
                  <a:pt x="2096834" y="1630966"/>
                  <a:pt x="2095595" y="1628489"/>
                </a:cubicBezTo>
                <a:cubicBezTo>
                  <a:pt x="2094452" y="1626013"/>
                  <a:pt x="2094262" y="1623155"/>
                  <a:pt x="2095214" y="1620488"/>
                </a:cubicBezTo>
                <a:cubicBezTo>
                  <a:pt x="2096167" y="1617917"/>
                  <a:pt x="2098072" y="1615821"/>
                  <a:pt x="2100548" y="1614583"/>
                </a:cubicBezTo>
                <a:cubicBezTo>
                  <a:pt x="2101977" y="1613916"/>
                  <a:pt x="2103406" y="1613630"/>
                  <a:pt x="2104930" y="1613630"/>
                </a:cubicBezTo>
                <a:cubicBezTo>
                  <a:pt x="2106168" y="1613630"/>
                  <a:pt x="2107311" y="1613821"/>
                  <a:pt x="2108454" y="1614297"/>
                </a:cubicBezTo>
                <a:cubicBezTo>
                  <a:pt x="2111026" y="1615250"/>
                  <a:pt x="2113121" y="1617155"/>
                  <a:pt x="2114360" y="1619631"/>
                </a:cubicBezTo>
                <a:cubicBezTo>
                  <a:pt x="2115503" y="1622107"/>
                  <a:pt x="2115693" y="1624965"/>
                  <a:pt x="2114741" y="1627632"/>
                </a:cubicBezTo>
                <a:close/>
                <a:moveTo>
                  <a:pt x="2362867" y="1594485"/>
                </a:moveTo>
                <a:cubicBezTo>
                  <a:pt x="2361248" y="1598962"/>
                  <a:pt x="2358009" y="1602581"/>
                  <a:pt x="2353628" y="1604582"/>
                </a:cubicBezTo>
                <a:cubicBezTo>
                  <a:pt x="2349341" y="1606582"/>
                  <a:pt x="2344484" y="1606868"/>
                  <a:pt x="2340007" y="1605248"/>
                </a:cubicBezTo>
                <a:cubicBezTo>
                  <a:pt x="2335530" y="1603629"/>
                  <a:pt x="2331911" y="1600391"/>
                  <a:pt x="2329910" y="1596009"/>
                </a:cubicBezTo>
                <a:cubicBezTo>
                  <a:pt x="2327910" y="1591723"/>
                  <a:pt x="2327624" y="1586865"/>
                  <a:pt x="2329244" y="1582388"/>
                </a:cubicBezTo>
                <a:cubicBezTo>
                  <a:pt x="2330863" y="1577912"/>
                  <a:pt x="2334101" y="1574292"/>
                  <a:pt x="2338483" y="1572292"/>
                </a:cubicBezTo>
                <a:cubicBezTo>
                  <a:pt x="2340864" y="1571149"/>
                  <a:pt x="2343436" y="1570577"/>
                  <a:pt x="2346008" y="1570577"/>
                </a:cubicBezTo>
                <a:cubicBezTo>
                  <a:pt x="2348008" y="1570577"/>
                  <a:pt x="2350103" y="1570958"/>
                  <a:pt x="2352104" y="1571625"/>
                </a:cubicBezTo>
                <a:cubicBezTo>
                  <a:pt x="2356580" y="1573244"/>
                  <a:pt x="2360200" y="1576483"/>
                  <a:pt x="2362200" y="1580864"/>
                </a:cubicBezTo>
                <a:cubicBezTo>
                  <a:pt x="2364200" y="1585151"/>
                  <a:pt x="2364486" y="1590008"/>
                  <a:pt x="2362867" y="1594485"/>
                </a:cubicBezTo>
                <a:close/>
                <a:moveTo>
                  <a:pt x="1109377" y="2505266"/>
                </a:moveTo>
                <a:cubicBezTo>
                  <a:pt x="1109377" y="2508313"/>
                  <a:pt x="1106900" y="2510790"/>
                  <a:pt x="1103852" y="2510790"/>
                </a:cubicBezTo>
                <a:cubicBezTo>
                  <a:pt x="1100804" y="2510790"/>
                  <a:pt x="1098328" y="2508313"/>
                  <a:pt x="1098328" y="2505266"/>
                </a:cubicBezTo>
                <a:cubicBezTo>
                  <a:pt x="1098328" y="2502218"/>
                  <a:pt x="1100804" y="2499741"/>
                  <a:pt x="1103852" y="2499741"/>
                </a:cubicBezTo>
                <a:cubicBezTo>
                  <a:pt x="1106900" y="2499741"/>
                  <a:pt x="1109377" y="2502218"/>
                  <a:pt x="1109377" y="2505266"/>
                </a:cubicBezTo>
                <a:close/>
                <a:moveTo>
                  <a:pt x="2575941" y="2869025"/>
                </a:moveTo>
                <a:lnTo>
                  <a:pt x="2674430" y="2869025"/>
                </a:lnTo>
                <a:lnTo>
                  <a:pt x="2695861" y="2847785"/>
                </a:lnTo>
                <a:lnTo>
                  <a:pt x="2695861" y="2792921"/>
                </a:lnTo>
                <a:cubicBezTo>
                  <a:pt x="2698813" y="2792254"/>
                  <a:pt x="2701480" y="2790349"/>
                  <a:pt x="2702909" y="2787492"/>
                </a:cubicBezTo>
                <a:cubicBezTo>
                  <a:pt x="2705576" y="2782253"/>
                  <a:pt x="2703481" y="2775871"/>
                  <a:pt x="2698337" y="2773204"/>
                </a:cubicBezTo>
                <a:cubicBezTo>
                  <a:pt x="2693194" y="2770537"/>
                  <a:pt x="2686717" y="2772632"/>
                  <a:pt x="2684050" y="2777776"/>
                </a:cubicBezTo>
                <a:cubicBezTo>
                  <a:pt x="2682717" y="2780348"/>
                  <a:pt x="2682526" y="2783205"/>
                  <a:pt x="2683383" y="2785872"/>
                </a:cubicBezTo>
                <a:cubicBezTo>
                  <a:pt x="2684240" y="2788539"/>
                  <a:pt x="2686145" y="2790730"/>
                  <a:pt x="2688622" y="2792063"/>
                </a:cubicBezTo>
                <a:cubicBezTo>
                  <a:pt x="2689384" y="2792444"/>
                  <a:pt x="2690241" y="2792730"/>
                  <a:pt x="2691098" y="2792921"/>
                </a:cubicBezTo>
                <a:lnTo>
                  <a:pt x="2691098" y="2845689"/>
                </a:lnTo>
                <a:lnTo>
                  <a:pt x="2672429" y="2864168"/>
                </a:lnTo>
                <a:lnTo>
                  <a:pt x="2577942" y="2864168"/>
                </a:lnTo>
                <a:lnTo>
                  <a:pt x="2557272" y="2843117"/>
                </a:lnTo>
                <a:lnTo>
                  <a:pt x="2453354" y="2842641"/>
                </a:lnTo>
                <a:cubicBezTo>
                  <a:pt x="2451640" y="2836355"/>
                  <a:pt x="2445258" y="2832354"/>
                  <a:pt x="2438876" y="2833783"/>
                </a:cubicBezTo>
                <a:cubicBezTo>
                  <a:pt x="2432209" y="2835307"/>
                  <a:pt x="2428018" y="2841879"/>
                  <a:pt x="2429542" y="2848547"/>
                </a:cubicBezTo>
                <a:cubicBezTo>
                  <a:pt x="2430304" y="2851785"/>
                  <a:pt x="2432209" y="2854547"/>
                  <a:pt x="2434971" y="2856262"/>
                </a:cubicBezTo>
                <a:cubicBezTo>
                  <a:pt x="2436971" y="2857500"/>
                  <a:pt x="2439257" y="2858167"/>
                  <a:pt x="2441543" y="2858167"/>
                </a:cubicBezTo>
                <a:cubicBezTo>
                  <a:pt x="2442496" y="2858167"/>
                  <a:pt x="2443353" y="2858167"/>
                  <a:pt x="2444305" y="2857881"/>
                </a:cubicBezTo>
                <a:cubicBezTo>
                  <a:pt x="2447544" y="2857119"/>
                  <a:pt x="2450306" y="2855214"/>
                  <a:pt x="2452021" y="2852452"/>
                </a:cubicBezTo>
                <a:cubicBezTo>
                  <a:pt x="2452973" y="2850928"/>
                  <a:pt x="2453545" y="2849118"/>
                  <a:pt x="2453735" y="2847404"/>
                </a:cubicBezTo>
                <a:lnTo>
                  <a:pt x="2555272" y="2847880"/>
                </a:lnTo>
                <a:lnTo>
                  <a:pt x="2575941" y="2868930"/>
                </a:lnTo>
                <a:close/>
                <a:moveTo>
                  <a:pt x="2690717" y="2787872"/>
                </a:moveTo>
                <a:cubicBezTo>
                  <a:pt x="2689288" y="2787110"/>
                  <a:pt x="2688336" y="2785967"/>
                  <a:pt x="2687860" y="2784443"/>
                </a:cubicBezTo>
                <a:cubicBezTo>
                  <a:pt x="2687384" y="2782919"/>
                  <a:pt x="2687479" y="2781395"/>
                  <a:pt x="2688241" y="2779967"/>
                </a:cubicBezTo>
                <a:cubicBezTo>
                  <a:pt x="2689670" y="2777109"/>
                  <a:pt x="2693194" y="2775966"/>
                  <a:pt x="2696147" y="2777395"/>
                </a:cubicBezTo>
                <a:cubicBezTo>
                  <a:pt x="2699004" y="2778824"/>
                  <a:pt x="2700147" y="2782443"/>
                  <a:pt x="2698718" y="2785301"/>
                </a:cubicBezTo>
                <a:cubicBezTo>
                  <a:pt x="2697194" y="2788158"/>
                  <a:pt x="2693670" y="2789301"/>
                  <a:pt x="2690813" y="2787872"/>
                </a:cubicBezTo>
                <a:close/>
                <a:moveTo>
                  <a:pt x="2447925" y="2849975"/>
                </a:moveTo>
                <a:cubicBezTo>
                  <a:pt x="2446877" y="2851690"/>
                  <a:pt x="2445163" y="2852833"/>
                  <a:pt x="2443163" y="2853309"/>
                </a:cubicBezTo>
                <a:cubicBezTo>
                  <a:pt x="2441162" y="2853785"/>
                  <a:pt x="2439162" y="2853309"/>
                  <a:pt x="2437448" y="2852357"/>
                </a:cubicBezTo>
                <a:cubicBezTo>
                  <a:pt x="2435733" y="2851309"/>
                  <a:pt x="2434590" y="2849594"/>
                  <a:pt x="2434114" y="2847594"/>
                </a:cubicBezTo>
                <a:cubicBezTo>
                  <a:pt x="2433161" y="2843498"/>
                  <a:pt x="2435733" y="2839498"/>
                  <a:pt x="2439829" y="2838545"/>
                </a:cubicBezTo>
                <a:cubicBezTo>
                  <a:pt x="2443925" y="2837688"/>
                  <a:pt x="2448020" y="2840165"/>
                  <a:pt x="2448878" y="2844260"/>
                </a:cubicBezTo>
                <a:cubicBezTo>
                  <a:pt x="2449354" y="2846261"/>
                  <a:pt x="2448878" y="2848261"/>
                  <a:pt x="2447925" y="2849975"/>
                </a:cubicBezTo>
                <a:close/>
                <a:moveTo>
                  <a:pt x="1640396" y="1438180"/>
                </a:moveTo>
                <a:lnTo>
                  <a:pt x="1640396" y="1433894"/>
                </a:lnTo>
                <a:cubicBezTo>
                  <a:pt x="1640396" y="1429131"/>
                  <a:pt x="1636490" y="1425226"/>
                  <a:pt x="1631728" y="1425226"/>
                </a:cubicBezTo>
                <a:lnTo>
                  <a:pt x="1618488" y="1425226"/>
                </a:lnTo>
                <a:cubicBezTo>
                  <a:pt x="1613726" y="1425226"/>
                  <a:pt x="1609820" y="1429131"/>
                  <a:pt x="1609820" y="1433894"/>
                </a:cubicBezTo>
                <a:lnTo>
                  <a:pt x="1609820" y="1447133"/>
                </a:lnTo>
                <a:cubicBezTo>
                  <a:pt x="1609820" y="1451896"/>
                  <a:pt x="1613726" y="1455801"/>
                  <a:pt x="1618488" y="1455801"/>
                </a:cubicBezTo>
                <a:lnTo>
                  <a:pt x="1631728" y="1455801"/>
                </a:lnTo>
                <a:cubicBezTo>
                  <a:pt x="1636490" y="1455801"/>
                  <a:pt x="1640396" y="1451896"/>
                  <a:pt x="1640396" y="1447133"/>
                </a:cubicBezTo>
                <a:lnTo>
                  <a:pt x="1640396" y="1442847"/>
                </a:lnTo>
                <a:lnTo>
                  <a:pt x="1731074" y="1442847"/>
                </a:lnTo>
                <a:lnTo>
                  <a:pt x="1750219" y="1465040"/>
                </a:lnTo>
                <a:lnTo>
                  <a:pt x="1820990" y="1465040"/>
                </a:lnTo>
                <a:cubicBezTo>
                  <a:pt x="1821656" y="1467041"/>
                  <a:pt x="1822609" y="1469041"/>
                  <a:pt x="1824228" y="1470660"/>
                </a:cubicBezTo>
                <a:cubicBezTo>
                  <a:pt x="1826895" y="1473518"/>
                  <a:pt x="1830515" y="1475137"/>
                  <a:pt x="1834325" y="1475327"/>
                </a:cubicBezTo>
                <a:cubicBezTo>
                  <a:pt x="1834515" y="1475327"/>
                  <a:pt x="1834706" y="1475327"/>
                  <a:pt x="1834896" y="1475327"/>
                </a:cubicBezTo>
                <a:cubicBezTo>
                  <a:pt x="1838611" y="1475327"/>
                  <a:pt x="1842040" y="1473994"/>
                  <a:pt x="1844802" y="1471422"/>
                </a:cubicBezTo>
                <a:cubicBezTo>
                  <a:pt x="1850707" y="1465993"/>
                  <a:pt x="1850993" y="1456753"/>
                  <a:pt x="1845564" y="1450848"/>
                </a:cubicBezTo>
                <a:cubicBezTo>
                  <a:pt x="1840040" y="1444943"/>
                  <a:pt x="1830896" y="1444657"/>
                  <a:pt x="1824990" y="1450086"/>
                </a:cubicBezTo>
                <a:cubicBezTo>
                  <a:pt x="1822037" y="1452848"/>
                  <a:pt x="1820513" y="1456563"/>
                  <a:pt x="1820418" y="1460278"/>
                </a:cubicBezTo>
                <a:lnTo>
                  <a:pt x="1752505" y="1460278"/>
                </a:lnTo>
                <a:lnTo>
                  <a:pt x="1733360" y="1438085"/>
                </a:lnTo>
                <a:lnTo>
                  <a:pt x="1640491" y="1438085"/>
                </a:lnTo>
                <a:close/>
                <a:moveTo>
                  <a:pt x="1635633" y="1447133"/>
                </a:moveTo>
                <a:cubicBezTo>
                  <a:pt x="1635633" y="1449229"/>
                  <a:pt x="1633919" y="1451039"/>
                  <a:pt x="1631728" y="1451039"/>
                </a:cubicBezTo>
                <a:lnTo>
                  <a:pt x="1618488" y="1451039"/>
                </a:lnTo>
                <a:cubicBezTo>
                  <a:pt x="1616393" y="1451039"/>
                  <a:pt x="1614583" y="1449324"/>
                  <a:pt x="1614583" y="1447133"/>
                </a:cubicBezTo>
                <a:lnTo>
                  <a:pt x="1614583" y="1433894"/>
                </a:lnTo>
                <a:cubicBezTo>
                  <a:pt x="1614583" y="1431798"/>
                  <a:pt x="1616297" y="1429988"/>
                  <a:pt x="1618488" y="1429988"/>
                </a:cubicBezTo>
                <a:lnTo>
                  <a:pt x="1631728" y="1429988"/>
                </a:lnTo>
                <a:cubicBezTo>
                  <a:pt x="1633823" y="1429988"/>
                  <a:pt x="1635633" y="1431703"/>
                  <a:pt x="1635633" y="1433894"/>
                </a:cubicBezTo>
                <a:lnTo>
                  <a:pt x="1635633" y="1447133"/>
                </a:lnTo>
                <a:close/>
                <a:moveTo>
                  <a:pt x="1828228" y="1453706"/>
                </a:moveTo>
                <a:cubicBezTo>
                  <a:pt x="1832229" y="1449991"/>
                  <a:pt x="1838420" y="1450277"/>
                  <a:pt x="1842040" y="1454182"/>
                </a:cubicBezTo>
                <a:cubicBezTo>
                  <a:pt x="1845755" y="1458182"/>
                  <a:pt x="1845469" y="1464374"/>
                  <a:pt x="1841564" y="1467993"/>
                </a:cubicBezTo>
                <a:cubicBezTo>
                  <a:pt x="1839659" y="1469803"/>
                  <a:pt x="1837277" y="1470755"/>
                  <a:pt x="1834515" y="1470660"/>
                </a:cubicBezTo>
                <a:cubicBezTo>
                  <a:pt x="1831943" y="1470660"/>
                  <a:pt x="1829467" y="1469422"/>
                  <a:pt x="1827752" y="1467517"/>
                </a:cubicBezTo>
                <a:cubicBezTo>
                  <a:pt x="1825943" y="1465612"/>
                  <a:pt x="1824990" y="1463135"/>
                  <a:pt x="1825085" y="1460468"/>
                </a:cubicBezTo>
                <a:cubicBezTo>
                  <a:pt x="1825085" y="1457897"/>
                  <a:pt x="1826324" y="1455420"/>
                  <a:pt x="1828228" y="1453610"/>
                </a:cubicBezTo>
                <a:close/>
                <a:moveTo>
                  <a:pt x="2424303" y="2837688"/>
                </a:moveTo>
                <a:lnTo>
                  <a:pt x="2427637" y="2838641"/>
                </a:lnTo>
                <a:lnTo>
                  <a:pt x="2426399" y="2843213"/>
                </a:lnTo>
                <a:lnTo>
                  <a:pt x="2423446" y="2842355"/>
                </a:lnTo>
                <a:lnTo>
                  <a:pt x="2408111" y="2842355"/>
                </a:lnTo>
                <a:lnTo>
                  <a:pt x="2408111" y="2837593"/>
                </a:lnTo>
                <a:lnTo>
                  <a:pt x="2424398" y="2837593"/>
                </a:lnTo>
                <a:close/>
                <a:moveTo>
                  <a:pt x="1924717" y="1584960"/>
                </a:moveTo>
                <a:lnTo>
                  <a:pt x="1945767" y="1584960"/>
                </a:lnTo>
                <a:cubicBezTo>
                  <a:pt x="1950911" y="1584960"/>
                  <a:pt x="1955006" y="1580769"/>
                  <a:pt x="1955006" y="1575721"/>
                </a:cubicBezTo>
                <a:lnTo>
                  <a:pt x="1955006" y="1572292"/>
                </a:lnTo>
                <a:cubicBezTo>
                  <a:pt x="1955006" y="1567148"/>
                  <a:pt x="1950815" y="1563053"/>
                  <a:pt x="1945767" y="1563053"/>
                </a:cubicBezTo>
                <a:lnTo>
                  <a:pt x="1924717" y="1563053"/>
                </a:lnTo>
                <a:cubicBezTo>
                  <a:pt x="1919573" y="1563053"/>
                  <a:pt x="1915478" y="1567244"/>
                  <a:pt x="1915478" y="1572292"/>
                </a:cubicBezTo>
                <a:lnTo>
                  <a:pt x="1915478" y="1575721"/>
                </a:lnTo>
                <a:cubicBezTo>
                  <a:pt x="1915478" y="1577435"/>
                  <a:pt x="1916049" y="1578959"/>
                  <a:pt x="1916906" y="1580293"/>
                </a:cubicBezTo>
                <a:lnTo>
                  <a:pt x="1882045" y="1624394"/>
                </a:lnTo>
                <a:lnTo>
                  <a:pt x="1881569" y="1625060"/>
                </a:lnTo>
                <a:lnTo>
                  <a:pt x="1881569" y="1625918"/>
                </a:lnTo>
                <a:cubicBezTo>
                  <a:pt x="1881759" y="1659446"/>
                  <a:pt x="1881950" y="1710119"/>
                  <a:pt x="1881759" y="1714500"/>
                </a:cubicBezTo>
                <a:lnTo>
                  <a:pt x="1843278" y="1768126"/>
                </a:lnTo>
                <a:lnTo>
                  <a:pt x="1721453" y="1768126"/>
                </a:lnTo>
                <a:cubicBezTo>
                  <a:pt x="1720406" y="1764792"/>
                  <a:pt x="1717453" y="1762316"/>
                  <a:pt x="1713738" y="1762316"/>
                </a:cubicBezTo>
                <a:cubicBezTo>
                  <a:pt x="1709261" y="1762316"/>
                  <a:pt x="1705547" y="1765935"/>
                  <a:pt x="1705547" y="1770507"/>
                </a:cubicBezTo>
                <a:cubicBezTo>
                  <a:pt x="1705547" y="1775079"/>
                  <a:pt x="1709166" y="1778699"/>
                  <a:pt x="1713738" y="1778699"/>
                </a:cubicBezTo>
                <a:cubicBezTo>
                  <a:pt x="1717357" y="1778699"/>
                  <a:pt x="1720406" y="1776222"/>
                  <a:pt x="1721453" y="1772888"/>
                </a:cubicBezTo>
                <a:lnTo>
                  <a:pt x="1845755" y="1772888"/>
                </a:lnTo>
                <a:lnTo>
                  <a:pt x="1885950" y="1716881"/>
                </a:lnTo>
                <a:lnTo>
                  <a:pt x="1886236" y="1716215"/>
                </a:lnTo>
                <a:cubicBezTo>
                  <a:pt x="1886712" y="1714786"/>
                  <a:pt x="1886712" y="1684687"/>
                  <a:pt x="1886331" y="1626680"/>
                </a:cubicBezTo>
                <a:lnTo>
                  <a:pt x="1920335" y="1583627"/>
                </a:lnTo>
                <a:cubicBezTo>
                  <a:pt x="1921669" y="1584389"/>
                  <a:pt x="1923098" y="1584960"/>
                  <a:pt x="1924812" y="1584960"/>
                </a:cubicBezTo>
                <a:close/>
                <a:moveTo>
                  <a:pt x="1713643" y="1776317"/>
                </a:moveTo>
                <a:cubicBezTo>
                  <a:pt x="1710500" y="1776317"/>
                  <a:pt x="1707832" y="1773746"/>
                  <a:pt x="1707832" y="1770507"/>
                </a:cubicBezTo>
                <a:cubicBezTo>
                  <a:pt x="1707832" y="1767269"/>
                  <a:pt x="1710404" y="1764697"/>
                  <a:pt x="1713643" y="1764697"/>
                </a:cubicBezTo>
                <a:cubicBezTo>
                  <a:pt x="1716881" y="1764697"/>
                  <a:pt x="1719453" y="1767269"/>
                  <a:pt x="1719453" y="1770507"/>
                </a:cubicBezTo>
                <a:cubicBezTo>
                  <a:pt x="1719453" y="1773746"/>
                  <a:pt x="1716881" y="1776317"/>
                  <a:pt x="1713643" y="1776317"/>
                </a:cubicBezTo>
                <a:close/>
                <a:moveTo>
                  <a:pt x="1920240" y="1572387"/>
                </a:moveTo>
                <a:cubicBezTo>
                  <a:pt x="1920240" y="1569911"/>
                  <a:pt x="1922240" y="1567910"/>
                  <a:pt x="1924717" y="1567910"/>
                </a:cubicBezTo>
                <a:lnTo>
                  <a:pt x="1945767" y="1567910"/>
                </a:lnTo>
                <a:cubicBezTo>
                  <a:pt x="1948244" y="1567910"/>
                  <a:pt x="1950244" y="1569911"/>
                  <a:pt x="1950244" y="1572387"/>
                </a:cubicBezTo>
                <a:lnTo>
                  <a:pt x="1950244" y="1575816"/>
                </a:lnTo>
                <a:cubicBezTo>
                  <a:pt x="1950244" y="1578293"/>
                  <a:pt x="1948244" y="1580293"/>
                  <a:pt x="1945767" y="1580293"/>
                </a:cubicBezTo>
                <a:lnTo>
                  <a:pt x="1924717" y="1580293"/>
                </a:lnTo>
                <a:cubicBezTo>
                  <a:pt x="1922240" y="1580293"/>
                  <a:pt x="1920240" y="1578293"/>
                  <a:pt x="1920240" y="1575816"/>
                </a:cubicBezTo>
                <a:lnTo>
                  <a:pt x="1920240" y="1572387"/>
                </a:lnTo>
                <a:close/>
                <a:moveTo>
                  <a:pt x="91059" y="1976533"/>
                </a:moveTo>
                <a:cubicBezTo>
                  <a:pt x="97441" y="1976533"/>
                  <a:pt x="102584" y="1971389"/>
                  <a:pt x="102584" y="1965007"/>
                </a:cubicBezTo>
                <a:cubicBezTo>
                  <a:pt x="102584" y="1958626"/>
                  <a:pt x="97441" y="1953482"/>
                  <a:pt x="91059" y="1953482"/>
                </a:cubicBezTo>
                <a:cubicBezTo>
                  <a:pt x="85535" y="1953482"/>
                  <a:pt x="81153" y="1957483"/>
                  <a:pt x="80010" y="1962626"/>
                </a:cubicBezTo>
                <a:lnTo>
                  <a:pt x="95" y="1962626"/>
                </a:lnTo>
                <a:lnTo>
                  <a:pt x="95" y="1967389"/>
                </a:lnTo>
                <a:lnTo>
                  <a:pt x="80010" y="1967389"/>
                </a:lnTo>
                <a:cubicBezTo>
                  <a:pt x="81153" y="1972532"/>
                  <a:pt x="85535" y="1976533"/>
                  <a:pt x="91059" y="1976533"/>
                </a:cubicBezTo>
                <a:close/>
                <a:moveTo>
                  <a:pt x="91059" y="1958245"/>
                </a:moveTo>
                <a:cubicBezTo>
                  <a:pt x="94774" y="1958245"/>
                  <a:pt x="97822" y="1961293"/>
                  <a:pt x="97822" y="1965007"/>
                </a:cubicBezTo>
                <a:cubicBezTo>
                  <a:pt x="97822" y="1968722"/>
                  <a:pt x="94774" y="1971770"/>
                  <a:pt x="91059" y="1971770"/>
                </a:cubicBezTo>
                <a:cubicBezTo>
                  <a:pt x="87344" y="1971770"/>
                  <a:pt x="84296" y="1968722"/>
                  <a:pt x="84296" y="1965007"/>
                </a:cubicBezTo>
                <a:cubicBezTo>
                  <a:pt x="84296" y="1961293"/>
                  <a:pt x="87344" y="1958245"/>
                  <a:pt x="91059" y="1958245"/>
                </a:cubicBezTo>
                <a:close/>
                <a:moveTo>
                  <a:pt x="1719834" y="1550670"/>
                </a:moveTo>
                <a:lnTo>
                  <a:pt x="1820609" y="1550670"/>
                </a:lnTo>
                <a:cubicBezTo>
                  <a:pt x="1820799" y="1551718"/>
                  <a:pt x="1821085" y="1552766"/>
                  <a:pt x="1821466" y="1553813"/>
                </a:cubicBezTo>
                <a:cubicBezTo>
                  <a:pt x="1822895" y="1557433"/>
                  <a:pt x="1825752" y="1560195"/>
                  <a:pt x="1829276" y="1561719"/>
                </a:cubicBezTo>
                <a:cubicBezTo>
                  <a:pt x="1831086" y="1562481"/>
                  <a:pt x="1832991" y="1562862"/>
                  <a:pt x="1834896" y="1562862"/>
                </a:cubicBezTo>
                <a:cubicBezTo>
                  <a:pt x="1840611" y="1562862"/>
                  <a:pt x="1846040" y="1559528"/>
                  <a:pt x="1848326" y="1553909"/>
                </a:cubicBezTo>
                <a:cubicBezTo>
                  <a:pt x="1849850" y="1550289"/>
                  <a:pt x="1849850" y="1546384"/>
                  <a:pt x="1848326" y="1542764"/>
                </a:cubicBezTo>
                <a:cubicBezTo>
                  <a:pt x="1846898" y="1539145"/>
                  <a:pt x="1844040" y="1536382"/>
                  <a:pt x="1840516" y="1534859"/>
                </a:cubicBezTo>
                <a:cubicBezTo>
                  <a:pt x="1833086" y="1531715"/>
                  <a:pt x="1824609" y="1535240"/>
                  <a:pt x="1821466" y="1542669"/>
                </a:cubicBezTo>
                <a:cubicBezTo>
                  <a:pt x="1820990" y="1543717"/>
                  <a:pt x="1820704" y="1544860"/>
                  <a:pt x="1820609" y="1545907"/>
                </a:cubicBezTo>
                <a:lnTo>
                  <a:pt x="1722025" y="1545907"/>
                </a:lnTo>
                <a:lnTo>
                  <a:pt x="1702880" y="1523714"/>
                </a:lnTo>
                <a:lnTo>
                  <a:pt x="1571625" y="1523714"/>
                </a:lnTo>
                <a:lnTo>
                  <a:pt x="1571625" y="1521143"/>
                </a:lnTo>
                <a:cubicBezTo>
                  <a:pt x="1571625" y="1516380"/>
                  <a:pt x="1567720" y="1512475"/>
                  <a:pt x="1562957" y="1512475"/>
                </a:cubicBezTo>
                <a:lnTo>
                  <a:pt x="1549718" y="1512475"/>
                </a:lnTo>
                <a:cubicBezTo>
                  <a:pt x="1544955" y="1512475"/>
                  <a:pt x="1541050" y="1516380"/>
                  <a:pt x="1541050" y="1521143"/>
                </a:cubicBezTo>
                <a:lnTo>
                  <a:pt x="1541050" y="1534382"/>
                </a:lnTo>
                <a:cubicBezTo>
                  <a:pt x="1541050" y="1539145"/>
                  <a:pt x="1544955" y="1543050"/>
                  <a:pt x="1549718" y="1543050"/>
                </a:cubicBezTo>
                <a:lnTo>
                  <a:pt x="1562957" y="1543050"/>
                </a:lnTo>
                <a:cubicBezTo>
                  <a:pt x="1567720" y="1543050"/>
                  <a:pt x="1571625" y="1539145"/>
                  <a:pt x="1571625" y="1534382"/>
                </a:cubicBezTo>
                <a:lnTo>
                  <a:pt x="1571625" y="1528382"/>
                </a:lnTo>
                <a:lnTo>
                  <a:pt x="1700689" y="1528382"/>
                </a:lnTo>
                <a:lnTo>
                  <a:pt x="1719834" y="1550575"/>
                </a:lnTo>
                <a:close/>
                <a:moveTo>
                  <a:pt x="1825847" y="1544574"/>
                </a:moveTo>
                <a:cubicBezTo>
                  <a:pt x="1827467" y="1540859"/>
                  <a:pt x="1831086" y="1538573"/>
                  <a:pt x="1834896" y="1538573"/>
                </a:cubicBezTo>
                <a:cubicBezTo>
                  <a:pt x="1836134" y="1538573"/>
                  <a:pt x="1837468" y="1538859"/>
                  <a:pt x="1838706" y="1539335"/>
                </a:cubicBezTo>
                <a:cubicBezTo>
                  <a:pt x="1841087" y="1540383"/>
                  <a:pt x="1842992" y="1542193"/>
                  <a:pt x="1843945" y="1544669"/>
                </a:cubicBezTo>
                <a:cubicBezTo>
                  <a:pt x="1844897" y="1547051"/>
                  <a:pt x="1844897" y="1549718"/>
                  <a:pt x="1843945" y="1552194"/>
                </a:cubicBezTo>
                <a:cubicBezTo>
                  <a:pt x="1841849" y="1557147"/>
                  <a:pt x="1836134" y="1559528"/>
                  <a:pt x="1831181" y="1557433"/>
                </a:cubicBezTo>
                <a:cubicBezTo>
                  <a:pt x="1826228" y="1555337"/>
                  <a:pt x="1823847" y="1549622"/>
                  <a:pt x="1825943" y="1544574"/>
                </a:cubicBezTo>
                <a:close/>
                <a:moveTo>
                  <a:pt x="1566863" y="1534478"/>
                </a:moveTo>
                <a:cubicBezTo>
                  <a:pt x="1566863" y="1536573"/>
                  <a:pt x="1565148" y="1538383"/>
                  <a:pt x="1562957" y="1538383"/>
                </a:cubicBezTo>
                <a:lnTo>
                  <a:pt x="1549718" y="1538383"/>
                </a:lnTo>
                <a:cubicBezTo>
                  <a:pt x="1547622" y="1538383"/>
                  <a:pt x="1545812" y="1536668"/>
                  <a:pt x="1545812" y="1534478"/>
                </a:cubicBezTo>
                <a:lnTo>
                  <a:pt x="1545812" y="1521238"/>
                </a:lnTo>
                <a:cubicBezTo>
                  <a:pt x="1545812" y="1519142"/>
                  <a:pt x="1547527" y="1517332"/>
                  <a:pt x="1549718" y="1517332"/>
                </a:cubicBezTo>
                <a:lnTo>
                  <a:pt x="1562957" y="1517332"/>
                </a:lnTo>
                <a:cubicBezTo>
                  <a:pt x="1565053" y="1517332"/>
                  <a:pt x="1566863" y="1519047"/>
                  <a:pt x="1566863" y="1521238"/>
                </a:cubicBezTo>
                <a:lnTo>
                  <a:pt x="1566863" y="1534478"/>
                </a:lnTo>
                <a:close/>
                <a:moveTo>
                  <a:pt x="715994" y="1147382"/>
                </a:moveTo>
                <a:cubicBezTo>
                  <a:pt x="712946" y="1146143"/>
                  <a:pt x="709517" y="1146143"/>
                  <a:pt x="706469" y="1147382"/>
                </a:cubicBezTo>
                <a:cubicBezTo>
                  <a:pt x="703421" y="1148620"/>
                  <a:pt x="701040" y="1151001"/>
                  <a:pt x="699707" y="1154144"/>
                </a:cubicBezTo>
                <a:cubicBezTo>
                  <a:pt x="699421" y="1154906"/>
                  <a:pt x="699421" y="1155668"/>
                  <a:pt x="699230" y="1156526"/>
                </a:cubicBezTo>
                <a:lnTo>
                  <a:pt x="603028" y="1156526"/>
                </a:lnTo>
                <a:cubicBezTo>
                  <a:pt x="603028" y="1156526"/>
                  <a:pt x="587407" y="1142333"/>
                  <a:pt x="587407" y="1142333"/>
                </a:cubicBezTo>
                <a:lnTo>
                  <a:pt x="507016" y="1142333"/>
                </a:lnTo>
                <a:cubicBezTo>
                  <a:pt x="506254" y="1138809"/>
                  <a:pt x="504254" y="1135571"/>
                  <a:pt x="500825" y="1133856"/>
                </a:cubicBezTo>
                <a:cubicBezTo>
                  <a:pt x="497967" y="1132427"/>
                  <a:pt x="494729" y="1132142"/>
                  <a:pt x="491681" y="1133189"/>
                </a:cubicBezTo>
                <a:cubicBezTo>
                  <a:pt x="488633" y="1134237"/>
                  <a:pt x="486156" y="1136333"/>
                  <a:pt x="484727" y="1139190"/>
                </a:cubicBezTo>
                <a:cubicBezTo>
                  <a:pt x="481775" y="1145096"/>
                  <a:pt x="484156" y="1152335"/>
                  <a:pt x="490157" y="1155287"/>
                </a:cubicBezTo>
                <a:cubicBezTo>
                  <a:pt x="491871" y="1156145"/>
                  <a:pt x="493681" y="1156526"/>
                  <a:pt x="495490" y="1156526"/>
                </a:cubicBezTo>
                <a:cubicBezTo>
                  <a:pt x="496729" y="1156526"/>
                  <a:pt x="498062" y="1156335"/>
                  <a:pt x="499301" y="1155859"/>
                </a:cubicBezTo>
                <a:cubicBezTo>
                  <a:pt x="502349" y="1154811"/>
                  <a:pt x="504825" y="1152716"/>
                  <a:pt x="506254" y="1149858"/>
                </a:cubicBezTo>
                <a:cubicBezTo>
                  <a:pt x="506730" y="1148906"/>
                  <a:pt x="506825" y="1147858"/>
                  <a:pt x="507016" y="1146905"/>
                </a:cubicBezTo>
                <a:lnTo>
                  <a:pt x="585597" y="1146905"/>
                </a:lnTo>
                <a:cubicBezTo>
                  <a:pt x="585597" y="1146905"/>
                  <a:pt x="601218" y="1161193"/>
                  <a:pt x="601218" y="1161193"/>
                </a:cubicBezTo>
                <a:lnTo>
                  <a:pt x="699230" y="1161193"/>
                </a:lnTo>
                <a:cubicBezTo>
                  <a:pt x="699992" y="1165098"/>
                  <a:pt x="702469" y="1168622"/>
                  <a:pt x="706469" y="1170242"/>
                </a:cubicBezTo>
                <a:cubicBezTo>
                  <a:pt x="707993" y="1170908"/>
                  <a:pt x="709613" y="1171194"/>
                  <a:pt x="711232" y="1171194"/>
                </a:cubicBezTo>
                <a:cubicBezTo>
                  <a:pt x="712851" y="1171194"/>
                  <a:pt x="714470" y="1170908"/>
                  <a:pt x="715994" y="1170242"/>
                </a:cubicBezTo>
                <a:cubicBezTo>
                  <a:pt x="719042" y="1169003"/>
                  <a:pt x="721424" y="1166622"/>
                  <a:pt x="722757" y="1163479"/>
                </a:cubicBezTo>
                <a:cubicBezTo>
                  <a:pt x="723995" y="1160431"/>
                  <a:pt x="723995" y="1157002"/>
                  <a:pt x="722757" y="1153954"/>
                </a:cubicBezTo>
                <a:cubicBezTo>
                  <a:pt x="721519" y="1150906"/>
                  <a:pt x="719138" y="1148525"/>
                  <a:pt x="715994" y="1147191"/>
                </a:cubicBezTo>
                <a:close/>
                <a:moveTo>
                  <a:pt x="502063" y="1147858"/>
                </a:moveTo>
                <a:cubicBezTo>
                  <a:pt x="501206" y="1149572"/>
                  <a:pt x="499682" y="1150906"/>
                  <a:pt x="497872" y="1151477"/>
                </a:cubicBezTo>
                <a:cubicBezTo>
                  <a:pt x="496062" y="1152049"/>
                  <a:pt x="494062" y="1151954"/>
                  <a:pt x="492347" y="1151096"/>
                </a:cubicBezTo>
                <a:cubicBezTo>
                  <a:pt x="488728" y="1149287"/>
                  <a:pt x="487299" y="1144905"/>
                  <a:pt x="489109" y="1141381"/>
                </a:cubicBezTo>
                <a:cubicBezTo>
                  <a:pt x="489966" y="1139666"/>
                  <a:pt x="491490" y="1138333"/>
                  <a:pt x="493300" y="1137761"/>
                </a:cubicBezTo>
                <a:cubicBezTo>
                  <a:pt x="495110" y="1137190"/>
                  <a:pt x="497110" y="1137285"/>
                  <a:pt x="498824" y="1138142"/>
                </a:cubicBezTo>
                <a:cubicBezTo>
                  <a:pt x="502444" y="1139952"/>
                  <a:pt x="503873" y="1144334"/>
                  <a:pt x="502063" y="1147858"/>
                </a:cubicBezTo>
                <a:close/>
                <a:moveTo>
                  <a:pt x="718376" y="1161860"/>
                </a:moveTo>
                <a:cubicBezTo>
                  <a:pt x="717614" y="1163765"/>
                  <a:pt x="716090" y="1165193"/>
                  <a:pt x="714185" y="1166051"/>
                </a:cubicBezTo>
                <a:cubicBezTo>
                  <a:pt x="712279" y="1166813"/>
                  <a:pt x="710184" y="1166813"/>
                  <a:pt x="708374" y="1166051"/>
                </a:cubicBezTo>
                <a:cubicBezTo>
                  <a:pt x="704469" y="1164431"/>
                  <a:pt x="702659" y="1159955"/>
                  <a:pt x="704183" y="1156049"/>
                </a:cubicBezTo>
                <a:cubicBezTo>
                  <a:pt x="704945" y="1154144"/>
                  <a:pt x="706469" y="1152716"/>
                  <a:pt x="708374" y="1151858"/>
                </a:cubicBezTo>
                <a:cubicBezTo>
                  <a:pt x="709327" y="1151477"/>
                  <a:pt x="710279" y="1151287"/>
                  <a:pt x="711327" y="1151287"/>
                </a:cubicBezTo>
                <a:cubicBezTo>
                  <a:pt x="712375" y="1151287"/>
                  <a:pt x="713327" y="1151477"/>
                  <a:pt x="714280" y="1151858"/>
                </a:cubicBezTo>
                <a:cubicBezTo>
                  <a:pt x="716185" y="1152620"/>
                  <a:pt x="717614" y="1154144"/>
                  <a:pt x="718471" y="1156049"/>
                </a:cubicBezTo>
                <a:cubicBezTo>
                  <a:pt x="719233" y="1157954"/>
                  <a:pt x="719233" y="1160050"/>
                  <a:pt x="718471" y="1161860"/>
                </a:cubicBezTo>
                <a:close/>
                <a:moveTo>
                  <a:pt x="1974247" y="2382679"/>
                </a:moveTo>
                <a:lnTo>
                  <a:pt x="1974247" y="2369725"/>
                </a:lnTo>
                <a:cubicBezTo>
                  <a:pt x="1974247" y="2368201"/>
                  <a:pt x="1973009" y="2367058"/>
                  <a:pt x="1971580" y="2367058"/>
                </a:cubicBezTo>
                <a:lnTo>
                  <a:pt x="1958626" y="2367058"/>
                </a:lnTo>
                <a:cubicBezTo>
                  <a:pt x="1957102" y="2367058"/>
                  <a:pt x="1955959" y="2368296"/>
                  <a:pt x="1955959" y="2369725"/>
                </a:cubicBezTo>
                <a:lnTo>
                  <a:pt x="1955959" y="2382679"/>
                </a:lnTo>
                <a:cubicBezTo>
                  <a:pt x="1955959" y="2384203"/>
                  <a:pt x="1957197" y="2385346"/>
                  <a:pt x="1958626" y="2385346"/>
                </a:cubicBezTo>
                <a:lnTo>
                  <a:pt x="1968818" y="2385346"/>
                </a:lnTo>
                <a:lnTo>
                  <a:pt x="2046161" y="2458974"/>
                </a:lnTo>
                <a:lnTo>
                  <a:pt x="2057495" y="2459831"/>
                </a:lnTo>
                <a:lnTo>
                  <a:pt x="2118646" y="2515838"/>
                </a:lnTo>
                <a:lnTo>
                  <a:pt x="2118646" y="2526887"/>
                </a:lnTo>
                <a:cubicBezTo>
                  <a:pt x="2118646" y="2526887"/>
                  <a:pt x="2196370" y="2601944"/>
                  <a:pt x="2196370" y="2601944"/>
                </a:cubicBezTo>
                <a:cubicBezTo>
                  <a:pt x="2196179" y="2602421"/>
                  <a:pt x="2196084" y="2602992"/>
                  <a:pt x="2196084" y="2603468"/>
                </a:cubicBezTo>
                <a:lnTo>
                  <a:pt x="2196084" y="2616422"/>
                </a:lnTo>
                <a:cubicBezTo>
                  <a:pt x="2196084" y="2619185"/>
                  <a:pt x="2198370" y="2621471"/>
                  <a:pt x="2201132" y="2621471"/>
                </a:cubicBezTo>
                <a:lnTo>
                  <a:pt x="2214086" y="2621471"/>
                </a:lnTo>
                <a:cubicBezTo>
                  <a:pt x="2214086" y="2621471"/>
                  <a:pt x="2214944" y="2621280"/>
                  <a:pt x="2215325" y="2621185"/>
                </a:cubicBezTo>
                <a:lnTo>
                  <a:pt x="2359438" y="2753297"/>
                </a:lnTo>
                <a:lnTo>
                  <a:pt x="2421731" y="2753582"/>
                </a:lnTo>
                <a:lnTo>
                  <a:pt x="2421731" y="2765965"/>
                </a:lnTo>
                <a:cubicBezTo>
                  <a:pt x="2421731" y="2767679"/>
                  <a:pt x="2423160" y="2769108"/>
                  <a:pt x="2424875" y="2769108"/>
                </a:cubicBezTo>
                <a:lnTo>
                  <a:pt x="2454497" y="2769108"/>
                </a:lnTo>
                <a:cubicBezTo>
                  <a:pt x="2456212" y="2769108"/>
                  <a:pt x="2457641" y="2767679"/>
                  <a:pt x="2457641" y="2765965"/>
                </a:cubicBezTo>
                <a:lnTo>
                  <a:pt x="2457641" y="2753582"/>
                </a:lnTo>
                <a:lnTo>
                  <a:pt x="2575084" y="2753582"/>
                </a:lnTo>
                <a:cubicBezTo>
                  <a:pt x="2576227" y="2758821"/>
                  <a:pt x="2580609" y="2762822"/>
                  <a:pt x="2586228" y="2762822"/>
                </a:cubicBezTo>
                <a:cubicBezTo>
                  <a:pt x="2591848" y="2762822"/>
                  <a:pt x="2596229" y="2758821"/>
                  <a:pt x="2597372" y="2753582"/>
                </a:cubicBezTo>
                <a:lnTo>
                  <a:pt x="2642330" y="2753582"/>
                </a:lnTo>
                <a:lnTo>
                  <a:pt x="2645093" y="2750725"/>
                </a:lnTo>
                <a:lnTo>
                  <a:pt x="2645093" y="2788634"/>
                </a:lnTo>
                <a:lnTo>
                  <a:pt x="2632329" y="2801779"/>
                </a:lnTo>
                <a:lnTo>
                  <a:pt x="2573084" y="2801779"/>
                </a:lnTo>
                <a:cubicBezTo>
                  <a:pt x="2573084" y="2796730"/>
                  <a:pt x="2568893" y="2792635"/>
                  <a:pt x="2563844" y="2792635"/>
                </a:cubicBezTo>
                <a:cubicBezTo>
                  <a:pt x="2559558" y="2792635"/>
                  <a:pt x="2556129" y="2795588"/>
                  <a:pt x="2555081" y="2799493"/>
                </a:cubicBezTo>
                <a:lnTo>
                  <a:pt x="2457641" y="2799493"/>
                </a:lnTo>
                <a:lnTo>
                  <a:pt x="2457641" y="2787110"/>
                </a:lnTo>
                <a:cubicBezTo>
                  <a:pt x="2457641" y="2785396"/>
                  <a:pt x="2456212" y="2783967"/>
                  <a:pt x="2454497" y="2783967"/>
                </a:cubicBezTo>
                <a:lnTo>
                  <a:pt x="2424875" y="2783967"/>
                </a:lnTo>
                <a:cubicBezTo>
                  <a:pt x="2423160" y="2783967"/>
                  <a:pt x="2421731" y="2785396"/>
                  <a:pt x="2421731" y="2787110"/>
                </a:cubicBezTo>
                <a:lnTo>
                  <a:pt x="2421731" y="2799493"/>
                </a:lnTo>
                <a:lnTo>
                  <a:pt x="2353247" y="2799493"/>
                </a:lnTo>
                <a:lnTo>
                  <a:pt x="2157317" y="2616613"/>
                </a:lnTo>
                <a:lnTo>
                  <a:pt x="2157317" y="2601468"/>
                </a:lnTo>
                <a:cubicBezTo>
                  <a:pt x="2157317" y="2599944"/>
                  <a:pt x="2156079" y="2598801"/>
                  <a:pt x="2154650" y="2598801"/>
                </a:cubicBezTo>
                <a:lnTo>
                  <a:pt x="2140458" y="2598801"/>
                </a:lnTo>
                <a:lnTo>
                  <a:pt x="2073402" y="2532602"/>
                </a:lnTo>
                <a:lnTo>
                  <a:pt x="2073402" y="2521934"/>
                </a:lnTo>
                <a:lnTo>
                  <a:pt x="2021872" y="2472214"/>
                </a:lnTo>
                <a:lnTo>
                  <a:pt x="2008727" y="2471928"/>
                </a:lnTo>
                <a:lnTo>
                  <a:pt x="1934623" y="2400491"/>
                </a:lnTo>
                <a:cubicBezTo>
                  <a:pt x="1935004" y="2399919"/>
                  <a:pt x="1935480" y="2399348"/>
                  <a:pt x="1935766" y="2398681"/>
                </a:cubicBezTo>
                <a:cubicBezTo>
                  <a:pt x="1936909" y="2395728"/>
                  <a:pt x="1936814" y="2392490"/>
                  <a:pt x="1935480" y="2389632"/>
                </a:cubicBezTo>
                <a:cubicBezTo>
                  <a:pt x="1932813" y="2383727"/>
                  <a:pt x="1925765" y="2381060"/>
                  <a:pt x="1919764" y="2383727"/>
                </a:cubicBezTo>
                <a:cubicBezTo>
                  <a:pt x="1913858" y="2386394"/>
                  <a:pt x="1911191" y="2393442"/>
                  <a:pt x="1913858" y="2399348"/>
                </a:cubicBezTo>
                <a:cubicBezTo>
                  <a:pt x="1914620" y="2401062"/>
                  <a:pt x="1915954" y="2402491"/>
                  <a:pt x="1917382" y="2403634"/>
                </a:cubicBezTo>
                <a:lnTo>
                  <a:pt x="1916811" y="2475452"/>
                </a:lnTo>
                <a:lnTo>
                  <a:pt x="1828800" y="2577751"/>
                </a:lnTo>
                <a:lnTo>
                  <a:pt x="1754029" y="2577751"/>
                </a:lnTo>
                <a:lnTo>
                  <a:pt x="1754029" y="2573655"/>
                </a:lnTo>
                <a:cubicBezTo>
                  <a:pt x="1754029" y="2572988"/>
                  <a:pt x="1753743" y="2572417"/>
                  <a:pt x="1753362" y="2571941"/>
                </a:cubicBezTo>
                <a:cubicBezTo>
                  <a:pt x="1752886" y="2571464"/>
                  <a:pt x="1752314" y="2571274"/>
                  <a:pt x="1751648" y="2571274"/>
                </a:cubicBezTo>
                <a:lnTo>
                  <a:pt x="1751648" y="2571274"/>
                </a:lnTo>
                <a:lnTo>
                  <a:pt x="1581341" y="2571655"/>
                </a:lnTo>
                <a:lnTo>
                  <a:pt x="1580483" y="2571084"/>
                </a:lnTo>
                <a:lnTo>
                  <a:pt x="1580483" y="2549652"/>
                </a:lnTo>
                <a:lnTo>
                  <a:pt x="1799463" y="2549367"/>
                </a:lnTo>
                <a:cubicBezTo>
                  <a:pt x="1800606" y="2554796"/>
                  <a:pt x="1805178" y="2558892"/>
                  <a:pt x="1810893" y="2558892"/>
                </a:cubicBezTo>
                <a:cubicBezTo>
                  <a:pt x="1817465" y="2558892"/>
                  <a:pt x="1822799" y="2553557"/>
                  <a:pt x="1822799" y="2546985"/>
                </a:cubicBezTo>
                <a:cubicBezTo>
                  <a:pt x="1822799" y="2540413"/>
                  <a:pt x="1817465" y="2535079"/>
                  <a:pt x="1810893" y="2535079"/>
                </a:cubicBezTo>
                <a:cubicBezTo>
                  <a:pt x="1805178" y="2535079"/>
                  <a:pt x="1800606" y="2539270"/>
                  <a:pt x="1799463" y="2544604"/>
                </a:cubicBezTo>
                <a:lnTo>
                  <a:pt x="1578102" y="2544985"/>
                </a:lnTo>
                <a:cubicBezTo>
                  <a:pt x="1576769" y="2544985"/>
                  <a:pt x="1575721" y="2546033"/>
                  <a:pt x="1575721" y="2547366"/>
                </a:cubicBezTo>
                <a:lnTo>
                  <a:pt x="1575721" y="2572417"/>
                </a:lnTo>
                <a:cubicBezTo>
                  <a:pt x="1575721" y="2573179"/>
                  <a:pt x="1576102" y="2573846"/>
                  <a:pt x="1576673" y="2574322"/>
                </a:cubicBezTo>
                <a:lnTo>
                  <a:pt x="1579150" y="2576132"/>
                </a:lnTo>
                <a:cubicBezTo>
                  <a:pt x="1579150" y="2576132"/>
                  <a:pt x="1580102" y="2576608"/>
                  <a:pt x="1580578" y="2576608"/>
                </a:cubicBezTo>
                <a:lnTo>
                  <a:pt x="1580578" y="2576608"/>
                </a:lnTo>
                <a:lnTo>
                  <a:pt x="1749266" y="2576227"/>
                </a:lnTo>
                <a:lnTo>
                  <a:pt x="1749266" y="2580323"/>
                </a:lnTo>
                <a:cubicBezTo>
                  <a:pt x="1749266" y="2581656"/>
                  <a:pt x="1750314" y="2582704"/>
                  <a:pt x="1751648" y="2582704"/>
                </a:cubicBezTo>
                <a:lnTo>
                  <a:pt x="1829943" y="2582704"/>
                </a:lnTo>
                <a:cubicBezTo>
                  <a:pt x="1830610" y="2582704"/>
                  <a:pt x="1831277" y="2582418"/>
                  <a:pt x="1831753" y="2581847"/>
                </a:cubicBezTo>
                <a:lnTo>
                  <a:pt x="1921097" y="2478024"/>
                </a:lnTo>
                <a:cubicBezTo>
                  <a:pt x="1921097" y="2478024"/>
                  <a:pt x="1921669" y="2477072"/>
                  <a:pt x="1921669" y="2476500"/>
                </a:cubicBezTo>
                <a:lnTo>
                  <a:pt x="1922145" y="2406015"/>
                </a:lnTo>
                <a:cubicBezTo>
                  <a:pt x="1923002" y="2406206"/>
                  <a:pt x="1923860" y="2406491"/>
                  <a:pt x="1924717" y="2406491"/>
                </a:cubicBezTo>
                <a:cubicBezTo>
                  <a:pt x="1926336" y="2406491"/>
                  <a:pt x="1927860" y="2406110"/>
                  <a:pt x="1929384" y="2405444"/>
                </a:cubicBezTo>
                <a:lnTo>
                  <a:pt x="2005775" y="2479072"/>
                </a:lnTo>
                <a:lnTo>
                  <a:pt x="2018919" y="2479358"/>
                </a:lnTo>
                <a:lnTo>
                  <a:pt x="2066353" y="2525078"/>
                </a:lnTo>
                <a:lnTo>
                  <a:pt x="2066353" y="2535746"/>
                </a:lnTo>
                <a:lnTo>
                  <a:pt x="2136553" y="2605088"/>
                </a:lnTo>
                <a:lnTo>
                  <a:pt x="2136553" y="2605088"/>
                </a:lnTo>
                <a:cubicBezTo>
                  <a:pt x="2136553" y="2605088"/>
                  <a:pt x="2136553" y="2617184"/>
                  <a:pt x="2136553" y="2617184"/>
                </a:cubicBezTo>
                <a:cubicBezTo>
                  <a:pt x="2136553" y="2618709"/>
                  <a:pt x="2137791" y="2619851"/>
                  <a:pt x="2139220" y="2619851"/>
                </a:cubicBezTo>
                <a:lnTo>
                  <a:pt x="2153698" y="2619851"/>
                </a:lnTo>
                <a:lnTo>
                  <a:pt x="2350770" y="2803874"/>
                </a:lnTo>
                <a:lnTo>
                  <a:pt x="2351437" y="2804541"/>
                </a:lnTo>
                <a:lnTo>
                  <a:pt x="2421731" y="2804541"/>
                </a:lnTo>
                <a:lnTo>
                  <a:pt x="2421731" y="2816924"/>
                </a:lnTo>
                <a:cubicBezTo>
                  <a:pt x="2421731" y="2818638"/>
                  <a:pt x="2423160" y="2820067"/>
                  <a:pt x="2424875" y="2820067"/>
                </a:cubicBezTo>
                <a:lnTo>
                  <a:pt x="2454497" y="2820067"/>
                </a:lnTo>
                <a:cubicBezTo>
                  <a:pt x="2456212" y="2820067"/>
                  <a:pt x="2457641" y="2818638"/>
                  <a:pt x="2457641" y="2816924"/>
                </a:cubicBezTo>
                <a:lnTo>
                  <a:pt x="2457641" y="2804541"/>
                </a:lnTo>
                <a:lnTo>
                  <a:pt x="2555081" y="2804541"/>
                </a:lnTo>
                <a:cubicBezTo>
                  <a:pt x="2556129" y="2808446"/>
                  <a:pt x="2559558" y="2811399"/>
                  <a:pt x="2563844" y="2811399"/>
                </a:cubicBezTo>
                <a:cubicBezTo>
                  <a:pt x="2567178" y="2811399"/>
                  <a:pt x="2570036" y="2809494"/>
                  <a:pt x="2571655" y="2806827"/>
                </a:cubicBezTo>
                <a:lnTo>
                  <a:pt x="2634329" y="2806827"/>
                </a:lnTo>
                <a:lnTo>
                  <a:pt x="2649855" y="2790825"/>
                </a:lnTo>
                <a:lnTo>
                  <a:pt x="2649855" y="2771585"/>
                </a:lnTo>
                <a:lnTo>
                  <a:pt x="2684050" y="2731770"/>
                </a:lnTo>
                <a:lnTo>
                  <a:pt x="2684050" y="2735961"/>
                </a:lnTo>
                <a:cubicBezTo>
                  <a:pt x="2684050" y="2740343"/>
                  <a:pt x="2687574" y="2743962"/>
                  <a:pt x="2692051" y="2743962"/>
                </a:cubicBezTo>
                <a:lnTo>
                  <a:pt x="2709482" y="2743962"/>
                </a:lnTo>
                <a:cubicBezTo>
                  <a:pt x="2713863" y="2743962"/>
                  <a:pt x="2717483" y="2740343"/>
                  <a:pt x="2717483" y="2735961"/>
                </a:cubicBezTo>
                <a:lnTo>
                  <a:pt x="2717483" y="2718530"/>
                </a:lnTo>
                <a:cubicBezTo>
                  <a:pt x="2717483" y="2714149"/>
                  <a:pt x="2713959" y="2710529"/>
                  <a:pt x="2709482" y="2710529"/>
                </a:cubicBezTo>
                <a:lnTo>
                  <a:pt x="2692051" y="2710529"/>
                </a:lnTo>
                <a:cubicBezTo>
                  <a:pt x="2687669" y="2710529"/>
                  <a:pt x="2684050" y="2714149"/>
                  <a:pt x="2684050" y="2718530"/>
                </a:cubicBezTo>
                <a:lnTo>
                  <a:pt x="2684050" y="2719959"/>
                </a:lnTo>
                <a:lnTo>
                  <a:pt x="2649855" y="2681954"/>
                </a:lnTo>
                <a:lnTo>
                  <a:pt x="2649855" y="2681954"/>
                </a:lnTo>
                <a:cubicBezTo>
                  <a:pt x="2649855" y="2681954"/>
                  <a:pt x="2649855" y="2662333"/>
                  <a:pt x="2649855" y="2662333"/>
                </a:cubicBezTo>
                <a:lnTo>
                  <a:pt x="2633567" y="2647569"/>
                </a:lnTo>
                <a:lnTo>
                  <a:pt x="2597372" y="2647569"/>
                </a:lnTo>
                <a:cubicBezTo>
                  <a:pt x="2596229" y="2642330"/>
                  <a:pt x="2591848" y="2638330"/>
                  <a:pt x="2586228" y="2638330"/>
                </a:cubicBezTo>
                <a:cubicBezTo>
                  <a:pt x="2580609" y="2638330"/>
                  <a:pt x="2576227" y="2642330"/>
                  <a:pt x="2575084" y="2647569"/>
                </a:cubicBezTo>
                <a:lnTo>
                  <a:pt x="2457641" y="2647569"/>
                </a:lnTo>
                <a:lnTo>
                  <a:pt x="2457641" y="2635187"/>
                </a:lnTo>
                <a:cubicBezTo>
                  <a:pt x="2457641" y="2633472"/>
                  <a:pt x="2456212" y="2632043"/>
                  <a:pt x="2454497" y="2632043"/>
                </a:cubicBezTo>
                <a:lnTo>
                  <a:pt x="2424875" y="2632043"/>
                </a:lnTo>
                <a:cubicBezTo>
                  <a:pt x="2423160" y="2632043"/>
                  <a:pt x="2421731" y="2633472"/>
                  <a:pt x="2421731" y="2635187"/>
                </a:cubicBezTo>
                <a:lnTo>
                  <a:pt x="2421731" y="2647569"/>
                </a:lnTo>
                <a:lnTo>
                  <a:pt x="2372201" y="2647569"/>
                </a:lnTo>
                <a:lnTo>
                  <a:pt x="2342198" y="2619661"/>
                </a:lnTo>
                <a:cubicBezTo>
                  <a:pt x="2342864" y="2618804"/>
                  <a:pt x="2343341" y="2617756"/>
                  <a:pt x="2343341" y="2616518"/>
                </a:cubicBezTo>
                <a:lnTo>
                  <a:pt x="2343341" y="2603563"/>
                </a:lnTo>
                <a:cubicBezTo>
                  <a:pt x="2343341" y="2600801"/>
                  <a:pt x="2341055" y="2598515"/>
                  <a:pt x="2338292" y="2598515"/>
                </a:cubicBezTo>
                <a:lnTo>
                  <a:pt x="2325338" y="2598515"/>
                </a:lnTo>
                <a:cubicBezTo>
                  <a:pt x="2325338" y="2598515"/>
                  <a:pt x="2324767" y="2598611"/>
                  <a:pt x="2324576" y="2598706"/>
                </a:cubicBezTo>
                <a:lnTo>
                  <a:pt x="2318576" y="2592991"/>
                </a:lnTo>
                <a:lnTo>
                  <a:pt x="2315337" y="2596420"/>
                </a:lnTo>
                <a:lnTo>
                  <a:pt x="2320766" y="2601563"/>
                </a:lnTo>
                <a:cubicBezTo>
                  <a:pt x="2320481" y="2602230"/>
                  <a:pt x="2320385" y="2602897"/>
                  <a:pt x="2320385" y="2603563"/>
                </a:cubicBezTo>
                <a:lnTo>
                  <a:pt x="2320385" y="2616518"/>
                </a:lnTo>
                <a:cubicBezTo>
                  <a:pt x="2320385" y="2619280"/>
                  <a:pt x="2322671" y="2621566"/>
                  <a:pt x="2325434" y="2621566"/>
                </a:cubicBezTo>
                <a:lnTo>
                  <a:pt x="2337435" y="2621566"/>
                </a:lnTo>
                <a:lnTo>
                  <a:pt x="2370392" y="2652332"/>
                </a:lnTo>
                <a:lnTo>
                  <a:pt x="2421827" y="2652332"/>
                </a:lnTo>
                <a:lnTo>
                  <a:pt x="2421827" y="2664714"/>
                </a:lnTo>
                <a:cubicBezTo>
                  <a:pt x="2421827" y="2666429"/>
                  <a:pt x="2423255" y="2667857"/>
                  <a:pt x="2424970" y="2667857"/>
                </a:cubicBezTo>
                <a:lnTo>
                  <a:pt x="2454593" y="2667857"/>
                </a:lnTo>
                <a:cubicBezTo>
                  <a:pt x="2456307" y="2667857"/>
                  <a:pt x="2457736" y="2666429"/>
                  <a:pt x="2457736" y="2664714"/>
                </a:cubicBezTo>
                <a:lnTo>
                  <a:pt x="2457736" y="2652332"/>
                </a:lnTo>
                <a:lnTo>
                  <a:pt x="2575179" y="2652332"/>
                </a:lnTo>
                <a:cubicBezTo>
                  <a:pt x="2576322" y="2657570"/>
                  <a:pt x="2580704" y="2661571"/>
                  <a:pt x="2586323" y="2661571"/>
                </a:cubicBezTo>
                <a:cubicBezTo>
                  <a:pt x="2591943" y="2661571"/>
                  <a:pt x="2596325" y="2657570"/>
                  <a:pt x="2597468" y="2652332"/>
                </a:cubicBezTo>
                <a:lnTo>
                  <a:pt x="2631758" y="2652332"/>
                </a:lnTo>
                <a:lnTo>
                  <a:pt x="2645093" y="2664428"/>
                </a:lnTo>
                <a:lnTo>
                  <a:pt x="2645093" y="2700433"/>
                </a:lnTo>
                <a:lnTo>
                  <a:pt x="2641949" y="2697575"/>
                </a:lnTo>
                <a:lnTo>
                  <a:pt x="2572512" y="2697575"/>
                </a:lnTo>
                <a:cubicBezTo>
                  <a:pt x="2571274" y="2694051"/>
                  <a:pt x="2567940" y="2691479"/>
                  <a:pt x="2563940" y="2691479"/>
                </a:cubicBezTo>
                <a:cubicBezTo>
                  <a:pt x="2559653" y="2691479"/>
                  <a:pt x="2556224" y="2694432"/>
                  <a:pt x="2555177" y="2698337"/>
                </a:cubicBezTo>
                <a:lnTo>
                  <a:pt x="2457736" y="2698337"/>
                </a:lnTo>
                <a:lnTo>
                  <a:pt x="2457736" y="2685955"/>
                </a:lnTo>
                <a:cubicBezTo>
                  <a:pt x="2457736" y="2684240"/>
                  <a:pt x="2456307" y="2682812"/>
                  <a:pt x="2454593" y="2682812"/>
                </a:cubicBezTo>
                <a:lnTo>
                  <a:pt x="2424970" y="2682812"/>
                </a:lnTo>
                <a:cubicBezTo>
                  <a:pt x="2423255" y="2682812"/>
                  <a:pt x="2421827" y="2684240"/>
                  <a:pt x="2421827" y="2685955"/>
                </a:cubicBezTo>
                <a:lnTo>
                  <a:pt x="2421827" y="2698337"/>
                </a:lnTo>
                <a:lnTo>
                  <a:pt x="2369534" y="2698052"/>
                </a:lnTo>
                <a:lnTo>
                  <a:pt x="2279047" y="2615565"/>
                </a:lnTo>
                <a:lnTo>
                  <a:pt x="2279047" y="2603659"/>
                </a:lnTo>
                <a:cubicBezTo>
                  <a:pt x="2279047" y="2602135"/>
                  <a:pt x="2277809" y="2600992"/>
                  <a:pt x="2276380" y="2600992"/>
                </a:cubicBezTo>
                <a:lnTo>
                  <a:pt x="2266855" y="2600992"/>
                </a:lnTo>
                <a:lnTo>
                  <a:pt x="2060448" y="2404586"/>
                </a:lnTo>
                <a:lnTo>
                  <a:pt x="2060067" y="2179796"/>
                </a:lnTo>
                <a:lnTo>
                  <a:pt x="2118170" y="2117884"/>
                </a:lnTo>
                <a:lnTo>
                  <a:pt x="2118170" y="1873187"/>
                </a:lnTo>
                <a:cubicBezTo>
                  <a:pt x="2123504" y="1871186"/>
                  <a:pt x="2127409" y="1866138"/>
                  <a:pt x="2127409" y="1860042"/>
                </a:cubicBezTo>
                <a:cubicBezTo>
                  <a:pt x="2127409" y="1852327"/>
                  <a:pt x="2121122" y="1846040"/>
                  <a:pt x="2113407" y="1846040"/>
                </a:cubicBezTo>
                <a:cubicBezTo>
                  <a:pt x="2105692" y="1846040"/>
                  <a:pt x="2099405" y="1852327"/>
                  <a:pt x="2099405" y="1860042"/>
                </a:cubicBezTo>
                <a:cubicBezTo>
                  <a:pt x="2099405" y="1866043"/>
                  <a:pt x="2103311" y="1871186"/>
                  <a:pt x="2108645" y="1873187"/>
                </a:cubicBezTo>
                <a:lnTo>
                  <a:pt x="2108645" y="2114169"/>
                </a:lnTo>
                <a:lnTo>
                  <a:pt x="2050542" y="2176082"/>
                </a:lnTo>
                <a:lnTo>
                  <a:pt x="2050923" y="2408777"/>
                </a:lnTo>
                <a:lnTo>
                  <a:pt x="2260664" y="2608421"/>
                </a:lnTo>
                <a:lnTo>
                  <a:pt x="2260664" y="2616708"/>
                </a:lnTo>
                <a:cubicBezTo>
                  <a:pt x="2260664" y="2618232"/>
                  <a:pt x="2261902" y="2619375"/>
                  <a:pt x="2263331" y="2619375"/>
                </a:cubicBezTo>
                <a:lnTo>
                  <a:pt x="2275999" y="2619375"/>
                </a:lnTo>
                <a:lnTo>
                  <a:pt x="2367534" y="2702909"/>
                </a:lnTo>
                <a:lnTo>
                  <a:pt x="2421731" y="2703195"/>
                </a:lnTo>
                <a:lnTo>
                  <a:pt x="2421731" y="2715578"/>
                </a:lnTo>
                <a:cubicBezTo>
                  <a:pt x="2421731" y="2717292"/>
                  <a:pt x="2423160" y="2718721"/>
                  <a:pt x="2424875" y="2718721"/>
                </a:cubicBezTo>
                <a:lnTo>
                  <a:pt x="2454497" y="2718721"/>
                </a:lnTo>
                <a:cubicBezTo>
                  <a:pt x="2456212" y="2718721"/>
                  <a:pt x="2457641" y="2717292"/>
                  <a:pt x="2457641" y="2715578"/>
                </a:cubicBezTo>
                <a:lnTo>
                  <a:pt x="2457641" y="2703195"/>
                </a:lnTo>
                <a:lnTo>
                  <a:pt x="2555081" y="2703195"/>
                </a:lnTo>
                <a:cubicBezTo>
                  <a:pt x="2556129" y="2707100"/>
                  <a:pt x="2559558" y="2710053"/>
                  <a:pt x="2563844" y="2710053"/>
                </a:cubicBezTo>
                <a:cubicBezTo>
                  <a:pt x="2568321" y="2710053"/>
                  <a:pt x="2571941" y="2706719"/>
                  <a:pt x="2572703" y="2702528"/>
                </a:cubicBezTo>
                <a:lnTo>
                  <a:pt x="2640044" y="2702528"/>
                </a:lnTo>
                <a:lnTo>
                  <a:pt x="2644997" y="2707005"/>
                </a:lnTo>
                <a:lnTo>
                  <a:pt x="2644997" y="2744248"/>
                </a:lnTo>
                <a:lnTo>
                  <a:pt x="2640235" y="2749201"/>
                </a:lnTo>
                <a:lnTo>
                  <a:pt x="2597372" y="2749201"/>
                </a:lnTo>
                <a:cubicBezTo>
                  <a:pt x="2596229" y="2743962"/>
                  <a:pt x="2591848" y="2739962"/>
                  <a:pt x="2586228" y="2739962"/>
                </a:cubicBezTo>
                <a:cubicBezTo>
                  <a:pt x="2580609" y="2739962"/>
                  <a:pt x="2576227" y="2743962"/>
                  <a:pt x="2575084" y="2749201"/>
                </a:cubicBezTo>
                <a:lnTo>
                  <a:pt x="2457641" y="2749201"/>
                </a:lnTo>
                <a:lnTo>
                  <a:pt x="2457641" y="2736818"/>
                </a:lnTo>
                <a:cubicBezTo>
                  <a:pt x="2457641" y="2735104"/>
                  <a:pt x="2456212" y="2733675"/>
                  <a:pt x="2454497" y="2733675"/>
                </a:cubicBezTo>
                <a:lnTo>
                  <a:pt x="2424875" y="2733675"/>
                </a:lnTo>
                <a:cubicBezTo>
                  <a:pt x="2423160" y="2733675"/>
                  <a:pt x="2421731" y="2735104"/>
                  <a:pt x="2421731" y="2736818"/>
                </a:cubicBezTo>
                <a:lnTo>
                  <a:pt x="2421731" y="2749201"/>
                </a:lnTo>
                <a:lnTo>
                  <a:pt x="2361343" y="2748915"/>
                </a:lnTo>
                <a:lnTo>
                  <a:pt x="2218944" y="2618327"/>
                </a:lnTo>
                <a:cubicBezTo>
                  <a:pt x="2219135" y="2617851"/>
                  <a:pt x="2219230" y="2617280"/>
                  <a:pt x="2219230" y="2616708"/>
                </a:cubicBezTo>
                <a:lnTo>
                  <a:pt x="2219230" y="2603754"/>
                </a:lnTo>
                <a:cubicBezTo>
                  <a:pt x="2219230" y="2600992"/>
                  <a:pt x="2216944" y="2598706"/>
                  <a:pt x="2214182" y="2598706"/>
                </a:cubicBezTo>
                <a:lnTo>
                  <a:pt x="2201228" y="2598706"/>
                </a:lnTo>
                <a:cubicBezTo>
                  <a:pt x="2201228" y="2598706"/>
                  <a:pt x="2200370" y="2598896"/>
                  <a:pt x="2199894" y="2598992"/>
                </a:cubicBezTo>
                <a:lnTo>
                  <a:pt x="2123504" y="2525173"/>
                </a:lnTo>
                <a:lnTo>
                  <a:pt x="2123504" y="2514029"/>
                </a:lnTo>
                <a:cubicBezTo>
                  <a:pt x="2123504" y="2514029"/>
                  <a:pt x="2059496" y="2455545"/>
                  <a:pt x="2059496" y="2455545"/>
                </a:cubicBezTo>
                <a:lnTo>
                  <a:pt x="2048256" y="2454688"/>
                </a:lnTo>
                <a:lnTo>
                  <a:pt x="1973866" y="2383822"/>
                </a:lnTo>
                <a:cubicBezTo>
                  <a:pt x="1973866" y="2383822"/>
                  <a:pt x="1974247" y="2383250"/>
                  <a:pt x="1974247" y="2382965"/>
                </a:cubicBezTo>
                <a:close/>
                <a:moveTo>
                  <a:pt x="1810798" y="2539651"/>
                </a:moveTo>
                <a:cubicBezTo>
                  <a:pt x="1814798" y="2539651"/>
                  <a:pt x="1817942" y="2542889"/>
                  <a:pt x="1817942" y="2546795"/>
                </a:cubicBezTo>
                <a:cubicBezTo>
                  <a:pt x="1817942" y="2550700"/>
                  <a:pt x="1814703" y="2553938"/>
                  <a:pt x="1810798" y="2553938"/>
                </a:cubicBezTo>
                <a:cubicBezTo>
                  <a:pt x="1806893" y="2553938"/>
                  <a:pt x="1803654" y="2550700"/>
                  <a:pt x="1803654" y="2546795"/>
                </a:cubicBezTo>
                <a:cubicBezTo>
                  <a:pt x="1803654" y="2542889"/>
                  <a:pt x="1806893" y="2539651"/>
                  <a:pt x="1810798" y="2539651"/>
                </a:cubicBezTo>
                <a:close/>
                <a:moveTo>
                  <a:pt x="1931194" y="2396966"/>
                </a:moveTo>
                <a:cubicBezTo>
                  <a:pt x="1930527" y="2398776"/>
                  <a:pt x="1929194" y="2400110"/>
                  <a:pt x="1927479" y="2400967"/>
                </a:cubicBezTo>
                <a:cubicBezTo>
                  <a:pt x="1925765" y="2401729"/>
                  <a:pt x="1923860" y="2401824"/>
                  <a:pt x="1922050" y="2401157"/>
                </a:cubicBezTo>
                <a:cubicBezTo>
                  <a:pt x="1920240" y="2400491"/>
                  <a:pt x="1918907" y="2399157"/>
                  <a:pt x="1918145" y="2397443"/>
                </a:cubicBezTo>
                <a:cubicBezTo>
                  <a:pt x="1916525" y="2393918"/>
                  <a:pt x="1918145" y="2389727"/>
                  <a:pt x="1921669" y="2388108"/>
                </a:cubicBezTo>
                <a:cubicBezTo>
                  <a:pt x="1922621" y="2387727"/>
                  <a:pt x="1923574" y="2387441"/>
                  <a:pt x="1924526" y="2387441"/>
                </a:cubicBezTo>
                <a:cubicBezTo>
                  <a:pt x="1927193" y="2387441"/>
                  <a:pt x="1929765" y="2388965"/>
                  <a:pt x="1931003" y="2391632"/>
                </a:cubicBezTo>
                <a:cubicBezTo>
                  <a:pt x="1931765" y="2393347"/>
                  <a:pt x="1931861" y="2395252"/>
                  <a:pt x="1931194" y="2397062"/>
                </a:cubicBezTo>
                <a:close/>
                <a:moveTo>
                  <a:pt x="2455164" y="2816828"/>
                </a:moveTo>
                <a:cubicBezTo>
                  <a:pt x="2455164" y="2816828"/>
                  <a:pt x="2454783" y="2817590"/>
                  <a:pt x="2454402" y="2817590"/>
                </a:cubicBezTo>
                <a:lnTo>
                  <a:pt x="2424779" y="2817590"/>
                </a:lnTo>
                <a:cubicBezTo>
                  <a:pt x="2424779" y="2817590"/>
                  <a:pt x="2424017" y="2817209"/>
                  <a:pt x="2424017" y="2816828"/>
                </a:cubicBezTo>
                <a:lnTo>
                  <a:pt x="2424017" y="2787205"/>
                </a:lnTo>
                <a:cubicBezTo>
                  <a:pt x="2424017" y="2787205"/>
                  <a:pt x="2424398" y="2786444"/>
                  <a:pt x="2424779" y="2786444"/>
                </a:cubicBezTo>
                <a:lnTo>
                  <a:pt x="2454402" y="2786444"/>
                </a:lnTo>
                <a:cubicBezTo>
                  <a:pt x="2454402" y="2786444"/>
                  <a:pt x="2455164" y="2786825"/>
                  <a:pt x="2455164" y="2787205"/>
                </a:cubicBezTo>
                <a:lnTo>
                  <a:pt x="2455164" y="2816828"/>
                </a:lnTo>
                <a:close/>
                <a:moveTo>
                  <a:pt x="2688241" y="2718340"/>
                </a:moveTo>
                <a:cubicBezTo>
                  <a:pt x="2688241" y="2716340"/>
                  <a:pt x="2689860" y="2714720"/>
                  <a:pt x="2691860" y="2714720"/>
                </a:cubicBezTo>
                <a:lnTo>
                  <a:pt x="2709291" y="2714720"/>
                </a:lnTo>
                <a:cubicBezTo>
                  <a:pt x="2711292" y="2714720"/>
                  <a:pt x="2712911" y="2716340"/>
                  <a:pt x="2712911" y="2718340"/>
                </a:cubicBezTo>
                <a:lnTo>
                  <a:pt x="2712911" y="2735771"/>
                </a:lnTo>
                <a:cubicBezTo>
                  <a:pt x="2712911" y="2737771"/>
                  <a:pt x="2711292" y="2739390"/>
                  <a:pt x="2709291" y="2739390"/>
                </a:cubicBezTo>
                <a:lnTo>
                  <a:pt x="2691860" y="2739390"/>
                </a:lnTo>
                <a:cubicBezTo>
                  <a:pt x="2689860" y="2739390"/>
                  <a:pt x="2688241" y="2737771"/>
                  <a:pt x="2688241" y="2735771"/>
                </a:cubicBezTo>
                <a:lnTo>
                  <a:pt x="2688241" y="2718340"/>
                </a:lnTo>
                <a:close/>
                <a:moveTo>
                  <a:pt x="2649760" y="2704624"/>
                </a:moveTo>
                <a:lnTo>
                  <a:pt x="2649760" y="2688812"/>
                </a:lnTo>
                <a:lnTo>
                  <a:pt x="2679573" y="2721959"/>
                </a:lnTo>
                <a:lnTo>
                  <a:pt x="2649760" y="2721959"/>
                </a:lnTo>
                <a:lnTo>
                  <a:pt x="2649760" y="2704624"/>
                </a:lnTo>
                <a:close/>
                <a:moveTo>
                  <a:pt x="2649760" y="2745867"/>
                </a:moveTo>
                <a:lnTo>
                  <a:pt x="2649760" y="2729103"/>
                </a:lnTo>
                <a:lnTo>
                  <a:pt x="2679763" y="2729103"/>
                </a:lnTo>
                <a:lnTo>
                  <a:pt x="2649760" y="2764060"/>
                </a:lnTo>
                <a:lnTo>
                  <a:pt x="2649760" y="2745867"/>
                </a:lnTo>
                <a:close/>
                <a:moveTo>
                  <a:pt x="2338483" y="2616422"/>
                </a:moveTo>
                <a:cubicBezTo>
                  <a:pt x="2338483" y="2616422"/>
                  <a:pt x="2338388" y="2616708"/>
                  <a:pt x="2338197" y="2616708"/>
                </a:cubicBezTo>
                <a:lnTo>
                  <a:pt x="2324957" y="2616422"/>
                </a:lnTo>
                <a:lnTo>
                  <a:pt x="2325243" y="2603183"/>
                </a:lnTo>
                <a:lnTo>
                  <a:pt x="2338483" y="2603468"/>
                </a:lnTo>
                <a:lnTo>
                  <a:pt x="2338483" y="2616422"/>
                </a:lnTo>
                <a:close/>
                <a:moveTo>
                  <a:pt x="2455164" y="2664619"/>
                </a:moveTo>
                <a:cubicBezTo>
                  <a:pt x="2455164" y="2664619"/>
                  <a:pt x="2454783" y="2665381"/>
                  <a:pt x="2454402" y="2665381"/>
                </a:cubicBezTo>
                <a:lnTo>
                  <a:pt x="2424779" y="2665381"/>
                </a:lnTo>
                <a:cubicBezTo>
                  <a:pt x="2424779" y="2665381"/>
                  <a:pt x="2424017" y="2665000"/>
                  <a:pt x="2424017" y="2664619"/>
                </a:cubicBezTo>
                <a:lnTo>
                  <a:pt x="2424017" y="2634996"/>
                </a:lnTo>
                <a:cubicBezTo>
                  <a:pt x="2424017" y="2634996"/>
                  <a:pt x="2424398" y="2634234"/>
                  <a:pt x="2424779" y="2634234"/>
                </a:cubicBezTo>
                <a:lnTo>
                  <a:pt x="2454402" y="2634234"/>
                </a:lnTo>
                <a:cubicBezTo>
                  <a:pt x="2454402" y="2634234"/>
                  <a:pt x="2455164" y="2634615"/>
                  <a:pt x="2455164" y="2634996"/>
                </a:cubicBezTo>
                <a:lnTo>
                  <a:pt x="2455164" y="2664619"/>
                </a:lnTo>
                <a:close/>
                <a:moveTo>
                  <a:pt x="2586133" y="2656713"/>
                </a:moveTo>
                <a:cubicBezTo>
                  <a:pt x="2582323" y="2656713"/>
                  <a:pt x="2579275" y="2653665"/>
                  <a:pt x="2579275" y="2649855"/>
                </a:cubicBezTo>
                <a:cubicBezTo>
                  <a:pt x="2579275" y="2646045"/>
                  <a:pt x="2582323" y="2642997"/>
                  <a:pt x="2586133" y="2642997"/>
                </a:cubicBezTo>
                <a:cubicBezTo>
                  <a:pt x="2589943" y="2642997"/>
                  <a:pt x="2592991" y="2646045"/>
                  <a:pt x="2592991" y="2649855"/>
                </a:cubicBezTo>
                <a:cubicBezTo>
                  <a:pt x="2592991" y="2653665"/>
                  <a:pt x="2589943" y="2656713"/>
                  <a:pt x="2586133" y="2656713"/>
                </a:cubicBezTo>
                <a:close/>
                <a:moveTo>
                  <a:pt x="2103977" y="1859852"/>
                </a:moveTo>
                <a:cubicBezTo>
                  <a:pt x="2103977" y="1854803"/>
                  <a:pt x="2108073" y="1850612"/>
                  <a:pt x="2113217" y="1850612"/>
                </a:cubicBezTo>
                <a:cubicBezTo>
                  <a:pt x="2118360" y="1850612"/>
                  <a:pt x="2122456" y="1854708"/>
                  <a:pt x="2122456" y="1859852"/>
                </a:cubicBezTo>
                <a:cubicBezTo>
                  <a:pt x="2122456" y="1864995"/>
                  <a:pt x="2118360" y="1869091"/>
                  <a:pt x="2113217" y="1869091"/>
                </a:cubicBezTo>
                <a:cubicBezTo>
                  <a:pt x="2108073" y="1869091"/>
                  <a:pt x="2103977" y="1864995"/>
                  <a:pt x="2103977" y="1859852"/>
                </a:cubicBezTo>
                <a:close/>
                <a:moveTo>
                  <a:pt x="2455164" y="2715387"/>
                </a:moveTo>
                <a:cubicBezTo>
                  <a:pt x="2455164" y="2715387"/>
                  <a:pt x="2454783" y="2716149"/>
                  <a:pt x="2454402" y="2716149"/>
                </a:cubicBezTo>
                <a:lnTo>
                  <a:pt x="2424779" y="2716149"/>
                </a:lnTo>
                <a:cubicBezTo>
                  <a:pt x="2424779" y="2716149"/>
                  <a:pt x="2424017" y="2715768"/>
                  <a:pt x="2424017" y="2715387"/>
                </a:cubicBezTo>
                <a:lnTo>
                  <a:pt x="2424017" y="2685764"/>
                </a:lnTo>
                <a:cubicBezTo>
                  <a:pt x="2424017" y="2685764"/>
                  <a:pt x="2424398" y="2685002"/>
                  <a:pt x="2424779" y="2685002"/>
                </a:cubicBezTo>
                <a:lnTo>
                  <a:pt x="2454402" y="2685002"/>
                </a:lnTo>
                <a:cubicBezTo>
                  <a:pt x="2454402" y="2685002"/>
                  <a:pt x="2455164" y="2685384"/>
                  <a:pt x="2455164" y="2685764"/>
                </a:cubicBezTo>
                <a:lnTo>
                  <a:pt x="2455164" y="2715387"/>
                </a:lnTo>
                <a:close/>
                <a:moveTo>
                  <a:pt x="2586133" y="2744438"/>
                </a:moveTo>
                <a:cubicBezTo>
                  <a:pt x="2589943" y="2744438"/>
                  <a:pt x="2592991" y="2747486"/>
                  <a:pt x="2592991" y="2751296"/>
                </a:cubicBezTo>
                <a:cubicBezTo>
                  <a:pt x="2592991" y="2755106"/>
                  <a:pt x="2589943" y="2758154"/>
                  <a:pt x="2586133" y="2758154"/>
                </a:cubicBezTo>
                <a:cubicBezTo>
                  <a:pt x="2582323" y="2758154"/>
                  <a:pt x="2579275" y="2755106"/>
                  <a:pt x="2579275" y="2751296"/>
                </a:cubicBezTo>
                <a:cubicBezTo>
                  <a:pt x="2579275" y="2747486"/>
                  <a:pt x="2582323" y="2744438"/>
                  <a:pt x="2586133" y="2744438"/>
                </a:cubicBezTo>
                <a:close/>
                <a:moveTo>
                  <a:pt x="2424017" y="2736533"/>
                </a:moveTo>
                <a:cubicBezTo>
                  <a:pt x="2424017" y="2736533"/>
                  <a:pt x="2424398" y="2735771"/>
                  <a:pt x="2424779" y="2735771"/>
                </a:cubicBezTo>
                <a:lnTo>
                  <a:pt x="2454402" y="2735771"/>
                </a:lnTo>
                <a:cubicBezTo>
                  <a:pt x="2454402" y="2735771"/>
                  <a:pt x="2455164" y="2736152"/>
                  <a:pt x="2455164" y="2736533"/>
                </a:cubicBezTo>
                <a:lnTo>
                  <a:pt x="2455164" y="2766155"/>
                </a:lnTo>
                <a:cubicBezTo>
                  <a:pt x="2455164" y="2766155"/>
                  <a:pt x="2454783" y="2766917"/>
                  <a:pt x="2454402" y="2766917"/>
                </a:cubicBezTo>
                <a:lnTo>
                  <a:pt x="2424779" y="2766917"/>
                </a:lnTo>
                <a:cubicBezTo>
                  <a:pt x="2424779" y="2766917"/>
                  <a:pt x="2424017" y="2766536"/>
                  <a:pt x="2424017" y="2766155"/>
                </a:cubicBezTo>
                <a:lnTo>
                  <a:pt x="2424017" y="2736533"/>
                </a:lnTo>
                <a:close/>
                <a:moveTo>
                  <a:pt x="2201132" y="2603183"/>
                </a:moveTo>
                <a:lnTo>
                  <a:pt x="2214372" y="2603468"/>
                </a:lnTo>
                <a:lnTo>
                  <a:pt x="2214372" y="2616422"/>
                </a:lnTo>
                <a:cubicBezTo>
                  <a:pt x="2214372" y="2616422"/>
                  <a:pt x="2214277" y="2616708"/>
                  <a:pt x="2214086" y="2616708"/>
                </a:cubicBezTo>
                <a:lnTo>
                  <a:pt x="2200847" y="2616422"/>
                </a:lnTo>
                <a:lnTo>
                  <a:pt x="2201132" y="2603183"/>
                </a:lnTo>
                <a:close/>
                <a:moveTo>
                  <a:pt x="1620012" y="1557528"/>
                </a:moveTo>
                <a:lnTo>
                  <a:pt x="1602962" y="1579245"/>
                </a:lnTo>
                <a:lnTo>
                  <a:pt x="1602962" y="1618488"/>
                </a:lnTo>
                <a:cubicBezTo>
                  <a:pt x="1602962" y="1618488"/>
                  <a:pt x="1583150" y="1639919"/>
                  <a:pt x="1583150" y="1639919"/>
                </a:cubicBezTo>
                <a:lnTo>
                  <a:pt x="1561148" y="1640110"/>
                </a:lnTo>
                <a:cubicBezTo>
                  <a:pt x="1560767" y="1642205"/>
                  <a:pt x="1559338" y="1644015"/>
                  <a:pt x="1557242" y="1644777"/>
                </a:cubicBezTo>
                <a:cubicBezTo>
                  <a:pt x="1554004" y="1645825"/>
                  <a:pt x="1550575" y="1644110"/>
                  <a:pt x="1549432" y="1640967"/>
                </a:cubicBezTo>
                <a:cubicBezTo>
                  <a:pt x="1548384" y="1637728"/>
                  <a:pt x="1550099" y="1634300"/>
                  <a:pt x="1553242" y="1633157"/>
                </a:cubicBezTo>
                <a:cubicBezTo>
                  <a:pt x="1556480" y="1632109"/>
                  <a:pt x="1559909" y="1633823"/>
                  <a:pt x="1561052" y="1636967"/>
                </a:cubicBezTo>
                <a:cubicBezTo>
                  <a:pt x="1561052" y="1637252"/>
                  <a:pt x="1561052" y="1637443"/>
                  <a:pt x="1561148" y="1637728"/>
                </a:cubicBezTo>
                <a:lnTo>
                  <a:pt x="1582198" y="1637538"/>
                </a:lnTo>
                <a:lnTo>
                  <a:pt x="1600772" y="1617536"/>
                </a:lnTo>
                <a:lnTo>
                  <a:pt x="1600772" y="1578388"/>
                </a:lnTo>
                <a:cubicBezTo>
                  <a:pt x="1600772" y="1578388"/>
                  <a:pt x="1618964" y="1555147"/>
                  <a:pt x="1618964" y="1555147"/>
                </a:cubicBezTo>
                <a:lnTo>
                  <a:pt x="1668590" y="1554671"/>
                </a:lnTo>
                <a:cubicBezTo>
                  <a:pt x="1668971" y="1552575"/>
                  <a:pt x="1670399" y="1550765"/>
                  <a:pt x="1672590" y="1550003"/>
                </a:cubicBezTo>
                <a:cubicBezTo>
                  <a:pt x="1675828" y="1548956"/>
                  <a:pt x="1679257" y="1550670"/>
                  <a:pt x="1680401" y="1553813"/>
                </a:cubicBezTo>
                <a:cubicBezTo>
                  <a:pt x="1681448" y="1557052"/>
                  <a:pt x="1679734" y="1560481"/>
                  <a:pt x="1676591" y="1561624"/>
                </a:cubicBezTo>
                <a:cubicBezTo>
                  <a:pt x="1673447" y="1562767"/>
                  <a:pt x="1669923" y="1560957"/>
                  <a:pt x="1668780" y="1557814"/>
                </a:cubicBezTo>
                <a:cubicBezTo>
                  <a:pt x="1668780" y="1557528"/>
                  <a:pt x="1668780" y="1557338"/>
                  <a:pt x="1668780" y="1557052"/>
                </a:cubicBezTo>
                <a:lnTo>
                  <a:pt x="1620203" y="1557528"/>
                </a:lnTo>
                <a:close/>
                <a:moveTo>
                  <a:pt x="2933795" y="756476"/>
                </a:moveTo>
                <a:lnTo>
                  <a:pt x="2910554" y="729234"/>
                </a:lnTo>
                <a:lnTo>
                  <a:pt x="2910554" y="643223"/>
                </a:lnTo>
                <a:lnTo>
                  <a:pt x="2903411" y="643223"/>
                </a:lnTo>
                <a:lnTo>
                  <a:pt x="2903411" y="730568"/>
                </a:lnTo>
                <a:cubicBezTo>
                  <a:pt x="2903411" y="731425"/>
                  <a:pt x="2903696" y="732282"/>
                  <a:pt x="2904268" y="732854"/>
                </a:cubicBezTo>
                <a:lnTo>
                  <a:pt x="2927985" y="760571"/>
                </a:lnTo>
                <a:cubicBezTo>
                  <a:pt x="2924366" y="764286"/>
                  <a:pt x="2922175" y="769334"/>
                  <a:pt x="2922175" y="774859"/>
                </a:cubicBezTo>
                <a:cubicBezTo>
                  <a:pt x="2922175" y="786194"/>
                  <a:pt x="2931414" y="795433"/>
                  <a:pt x="2942749" y="795433"/>
                </a:cubicBezTo>
                <a:cubicBezTo>
                  <a:pt x="2945702" y="795433"/>
                  <a:pt x="2948559" y="794766"/>
                  <a:pt x="2951131" y="793623"/>
                </a:cubicBezTo>
                <a:lnTo>
                  <a:pt x="2967800" y="813721"/>
                </a:lnTo>
                <a:lnTo>
                  <a:pt x="2968276" y="948309"/>
                </a:lnTo>
                <a:cubicBezTo>
                  <a:pt x="2968276" y="949452"/>
                  <a:pt x="2968847" y="950500"/>
                  <a:pt x="2969705" y="951167"/>
                </a:cubicBezTo>
                <a:lnTo>
                  <a:pt x="2993422" y="973265"/>
                </a:lnTo>
                <a:lnTo>
                  <a:pt x="2993422" y="1247680"/>
                </a:lnTo>
                <a:lnTo>
                  <a:pt x="2929604" y="1310640"/>
                </a:lnTo>
                <a:lnTo>
                  <a:pt x="2538317" y="1310640"/>
                </a:lnTo>
                <a:lnTo>
                  <a:pt x="2530983" y="1300353"/>
                </a:lnTo>
                <a:cubicBezTo>
                  <a:pt x="2530317" y="1299401"/>
                  <a:pt x="2529269" y="1298829"/>
                  <a:pt x="2528030" y="1298829"/>
                </a:cubicBezTo>
                <a:lnTo>
                  <a:pt x="2445734" y="1298829"/>
                </a:lnTo>
                <a:cubicBezTo>
                  <a:pt x="2444877" y="1298829"/>
                  <a:pt x="2444020" y="1299115"/>
                  <a:pt x="2443353" y="1299686"/>
                </a:cubicBezTo>
                <a:lnTo>
                  <a:pt x="2433257" y="1308640"/>
                </a:lnTo>
                <a:cubicBezTo>
                  <a:pt x="2432495" y="1309307"/>
                  <a:pt x="2432018" y="1310259"/>
                  <a:pt x="2432018" y="1311307"/>
                </a:cubicBezTo>
                <a:lnTo>
                  <a:pt x="2432018" y="1371886"/>
                </a:lnTo>
                <a:cubicBezTo>
                  <a:pt x="2432018" y="1373029"/>
                  <a:pt x="2432495" y="1373981"/>
                  <a:pt x="2433352" y="1374743"/>
                </a:cubicBezTo>
                <a:lnTo>
                  <a:pt x="2448116" y="1386269"/>
                </a:lnTo>
                <a:lnTo>
                  <a:pt x="2448401" y="1385888"/>
                </a:lnTo>
                <a:lnTo>
                  <a:pt x="2448401" y="1403509"/>
                </a:lnTo>
                <a:cubicBezTo>
                  <a:pt x="2448401" y="1406747"/>
                  <a:pt x="2451068" y="1409414"/>
                  <a:pt x="2454307" y="1409414"/>
                </a:cubicBezTo>
                <a:lnTo>
                  <a:pt x="2496503" y="1409414"/>
                </a:lnTo>
                <a:cubicBezTo>
                  <a:pt x="2500122" y="1409414"/>
                  <a:pt x="2503170" y="1406462"/>
                  <a:pt x="2503170" y="1402747"/>
                </a:cubicBezTo>
                <a:lnTo>
                  <a:pt x="2503170" y="1361313"/>
                </a:lnTo>
                <a:cubicBezTo>
                  <a:pt x="2503170" y="1357694"/>
                  <a:pt x="2500217" y="1354646"/>
                  <a:pt x="2496503" y="1354646"/>
                </a:cubicBezTo>
                <a:lnTo>
                  <a:pt x="2455069" y="1354646"/>
                </a:lnTo>
                <a:cubicBezTo>
                  <a:pt x="2451449" y="1354646"/>
                  <a:pt x="2448401" y="1357598"/>
                  <a:pt x="2448401" y="1361313"/>
                </a:cubicBezTo>
                <a:lnTo>
                  <a:pt x="2448401" y="1377410"/>
                </a:lnTo>
                <a:lnTo>
                  <a:pt x="2439067" y="1370171"/>
                </a:lnTo>
                <a:lnTo>
                  <a:pt x="2439067" y="1312926"/>
                </a:lnTo>
                <a:lnTo>
                  <a:pt x="2446973" y="1305878"/>
                </a:lnTo>
                <a:lnTo>
                  <a:pt x="2526125" y="1305878"/>
                </a:lnTo>
                <a:lnTo>
                  <a:pt x="2533460" y="1316165"/>
                </a:lnTo>
                <a:cubicBezTo>
                  <a:pt x="2534126" y="1317117"/>
                  <a:pt x="2535174" y="1317689"/>
                  <a:pt x="2536412" y="1317689"/>
                </a:cubicBezTo>
                <a:lnTo>
                  <a:pt x="2931033" y="1317689"/>
                </a:lnTo>
                <a:cubicBezTo>
                  <a:pt x="2931986" y="1317689"/>
                  <a:pt x="2932843" y="1317307"/>
                  <a:pt x="2933510" y="1316641"/>
                </a:cubicBezTo>
                <a:lnTo>
                  <a:pt x="2999423" y="1251680"/>
                </a:lnTo>
                <a:cubicBezTo>
                  <a:pt x="3000089" y="1251014"/>
                  <a:pt x="3000470" y="1250061"/>
                  <a:pt x="3000470" y="1249109"/>
                </a:cubicBezTo>
                <a:lnTo>
                  <a:pt x="3000470" y="971360"/>
                </a:lnTo>
                <a:cubicBezTo>
                  <a:pt x="3000470" y="970217"/>
                  <a:pt x="2999899" y="969169"/>
                  <a:pt x="2999042" y="968502"/>
                </a:cubicBezTo>
                <a:lnTo>
                  <a:pt x="2975324" y="946404"/>
                </a:lnTo>
                <a:lnTo>
                  <a:pt x="2974848" y="812387"/>
                </a:lnTo>
                <a:cubicBezTo>
                  <a:pt x="2974848" y="811530"/>
                  <a:pt x="2974562" y="810768"/>
                  <a:pt x="2973991" y="810101"/>
                </a:cubicBezTo>
                <a:lnTo>
                  <a:pt x="2956941" y="789527"/>
                </a:lnTo>
                <a:cubicBezTo>
                  <a:pt x="2960751" y="785813"/>
                  <a:pt x="2963228" y="780574"/>
                  <a:pt x="2963228" y="774764"/>
                </a:cubicBezTo>
                <a:cubicBezTo>
                  <a:pt x="2963228" y="763429"/>
                  <a:pt x="2953988" y="754190"/>
                  <a:pt x="2942654" y="754190"/>
                </a:cubicBezTo>
                <a:cubicBezTo>
                  <a:pt x="2939415" y="754190"/>
                  <a:pt x="2936462" y="754952"/>
                  <a:pt x="2933700" y="756285"/>
                </a:cubicBezTo>
                <a:close/>
                <a:moveTo>
                  <a:pt x="2453164" y="1361503"/>
                </a:moveTo>
                <a:cubicBezTo>
                  <a:pt x="2453164" y="1360456"/>
                  <a:pt x="2454021" y="1359599"/>
                  <a:pt x="2455069" y="1359599"/>
                </a:cubicBezTo>
                <a:lnTo>
                  <a:pt x="2496503" y="1359599"/>
                </a:lnTo>
                <a:cubicBezTo>
                  <a:pt x="2497550" y="1359599"/>
                  <a:pt x="2498408" y="1360456"/>
                  <a:pt x="2498408" y="1361503"/>
                </a:cubicBezTo>
                <a:lnTo>
                  <a:pt x="2498408" y="1402937"/>
                </a:lnTo>
                <a:cubicBezTo>
                  <a:pt x="2498408" y="1403985"/>
                  <a:pt x="2497550" y="1404842"/>
                  <a:pt x="2496503" y="1404842"/>
                </a:cubicBezTo>
                <a:lnTo>
                  <a:pt x="2454307" y="1404842"/>
                </a:lnTo>
                <a:cubicBezTo>
                  <a:pt x="2453640" y="1404842"/>
                  <a:pt x="2453164" y="1404271"/>
                  <a:pt x="2453164" y="1403699"/>
                </a:cubicBezTo>
                <a:lnTo>
                  <a:pt x="2453164" y="1361503"/>
                </a:lnTo>
                <a:close/>
                <a:moveTo>
                  <a:pt x="2956084" y="774859"/>
                </a:moveTo>
                <a:cubicBezTo>
                  <a:pt x="2956084" y="778478"/>
                  <a:pt x="2954655" y="781717"/>
                  <a:pt x="2952369" y="784098"/>
                </a:cubicBezTo>
                <a:lnTo>
                  <a:pt x="2949893" y="786098"/>
                </a:lnTo>
                <a:cubicBezTo>
                  <a:pt x="2947797" y="787432"/>
                  <a:pt x="2945321" y="788289"/>
                  <a:pt x="2942654" y="788289"/>
                </a:cubicBezTo>
                <a:cubicBezTo>
                  <a:pt x="2935224" y="788289"/>
                  <a:pt x="2929223" y="782288"/>
                  <a:pt x="2929223" y="774859"/>
                </a:cubicBezTo>
                <a:cubicBezTo>
                  <a:pt x="2929223" y="767429"/>
                  <a:pt x="2935224" y="761429"/>
                  <a:pt x="2942654" y="761429"/>
                </a:cubicBezTo>
                <a:cubicBezTo>
                  <a:pt x="2950083" y="761429"/>
                  <a:pt x="2956084" y="767429"/>
                  <a:pt x="2956084" y="774859"/>
                </a:cubicBezTo>
                <a:close/>
                <a:moveTo>
                  <a:pt x="2690146" y="2943130"/>
                </a:moveTo>
                <a:cubicBezTo>
                  <a:pt x="2687479" y="2942368"/>
                  <a:pt x="2684621" y="2942749"/>
                  <a:pt x="2682240" y="2944082"/>
                </a:cubicBezTo>
                <a:cubicBezTo>
                  <a:pt x="2679763" y="2945511"/>
                  <a:pt x="2678049" y="2947702"/>
                  <a:pt x="2677287" y="2950369"/>
                </a:cubicBezTo>
                <a:cubicBezTo>
                  <a:pt x="2677287" y="2950464"/>
                  <a:pt x="2677287" y="2950655"/>
                  <a:pt x="2677287" y="2950750"/>
                </a:cubicBezTo>
                <a:lnTo>
                  <a:pt x="2538508" y="2949893"/>
                </a:lnTo>
                <a:lnTo>
                  <a:pt x="2512124" y="2921699"/>
                </a:lnTo>
                <a:lnTo>
                  <a:pt x="2398205" y="2921699"/>
                </a:lnTo>
                <a:cubicBezTo>
                  <a:pt x="2398205" y="2921699"/>
                  <a:pt x="2397728" y="2920842"/>
                  <a:pt x="2397443" y="2920460"/>
                </a:cubicBezTo>
                <a:lnTo>
                  <a:pt x="2388299" y="2911317"/>
                </a:lnTo>
                <a:cubicBezTo>
                  <a:pt x="2386298" y="2909316"/>
                  <a:pt x="2383060" y="2909316"/>
                  <a:pt x="2381155" y="2911317"/>
                </a:cubicBezTo>
                <a:lnTo>
                  <a:pt x="2372011" y="2920460"/>
                </a:lnTo>
                <a:cubicBezTo>
                  <a:pt x="2371058" y="2921413"/>
                  <a:pt x="2370487" y="2922651"/>
                  <a:pt x="2370487" y="2924080"/>
                </a:cubicBezTo>
                <a:cubicBezTo>
                  <a:pt x="2370487" y="2925509"/>
                  <a:pt x="2371058" y="2926747"/>
                  <a:pt x="2372011" y="2927699"/>
                </a:cubicBezTo>
                <a:lnTo>
                  <a:pt x="2381155" y="2936843"/>
                </a:lnTo>
                <a:cubicBezTo>
                  <a:pt x="2382107" y="2937796"/>
                  <a:pt x="2383441" y="2938367"/>
                  <a:pt x="2384774" y="2938367"/>
                </a:cubicBezTo>
                <a:cubicBezTo>
                  <a:pt x="2386108" y="2938367"/>
                  <a:pt x="2387346" y="2937891"/>
                  <a:pt x="2388394" y="2936843"/>
                </a:cubicBezTo>
                <a:lnTo>
                  <a:pt x="2397538" y="2927699"/>
                </a:lnTo>
                <a:cubicBezTo>
                  <a:pt x="2397538" y="2927699"/>
                  <a:pt x="2398109" y="2926937"/>
                  <a:pt x="2398300" y="2926461"/>
                </a:cubicBezTo>
                <a:lnTo>
                  <a:pt x="2510123" y="2926461"/>
                </a:lnTo>
                <a:lnTo>
                  <a:pt x="2536508" y="2954655"/>
                </a:lnTo>
                <a:lnTo>
                  <a:pt x="2677478" y="2955512"/>
                </a:lnTo>
                <a:cubicBezTo>
                  <a:pt x="2677668" y="2956465"/>
                  <a:pt x="2677954" y="2957417"/>
                  <a:pt x="2678430" y="2958275"/>
                </a:cubicBezTo>
                <a:cubicBezTo>
                  <a:pt x="2679859" y="2960656"/>
                  <a:pt x="2682050" y="2962466"/>
                  <a:pt x="2684717" y="2963228"/>
                </a:cubicBezTo>
                <a:cubicBezTo>
                  <a:pt x="2685669" y="2963513"/>
                  <a:pt x="2686526" y="2963609"/>
                  <a:pt x="2687479" y="2963609"/>
                </a:cubicBezTo>
                <a:cubicBezTo>
                  <a:pt x="2689288" y="2963609"/>
                  <a:pt x="2691003" y="2963132"/>
                  <a:pt x="2692622" y="2962275"/>
                </a:cubicBezTo>
                <a:cubicBezTo>
                  <a:pt x="2695004" y="2960942"/>
                  <a:pt x="2696813" y="2958655"/>
                  <a:pt x="2697575" y="2955988"/>
                </a:cubicBezTo>
                <a:cubicBezTo>
                  <a:pt x="2698337" y="2953322"/>
                  <a:pt x="2697956" y="2950464"/>
                  <a:pt x="2696623" y="2948083"/>
                </a:cubicBezTo>
                <a:cubicBezTo>
                  <a:pt x="2695194" y="2945702"/>
                  <a:pt x="2693003" y="2943892"/>
                  <a:pt x="2690336" y="2943130"/>
                </a:cubicBezTo>
                <a:close/>
                <a:moveTo>
                  <a:pt x="2394014" y="2924366"/>
                </a:moveTo>
                <a:lnTo>
                  <a:pt x="2384393" y="2933510"/>
                </a:lnTo>
                <a:lnTo>
                  <a:pt x="2375249" y="2923889"/>
                </a:lnTo>
                <a:lnTo>
                  <a:pt x="2384870" y="2914745"/>
                </a:lnTo>
                <a:lnTo>
                  <a:pt x="2394014" y="2923889"/>
                </a:lnTo>
                <a:cubicBezTo>
                  <a:pt x="2394014" y="2923889"/>
                  <a:pt x="2394109" y="2924175"/>
                  <a:pt x="2394014" y="2924366"/>
                </a:cubicBezTo>
                <a:close/>
                <a:moveTo>
                  <a:pt x="2692908" y="2954655"/>
                </a:moveTo>
                <a:cubicBezTo>
                  <a:pt x="2692527" y="2956084"/>
                  <a:pt x="2691575" y="2957322"/>
                  <a:pt x="2690241" y="2958084"/>
                </a:cubicBezTo>
                <a:cubicBezTo>
                  <a:pt x="2688908" y="2958846"/>
                  <a:pt x="2687384" y="2959037"/>
                  <a:pt x="2685955" y="2958655"/>
                </a:cubicBezTo>
                <a:cubicBezTo>
                  <a:pt x="2684526" y="2958275"/>
                  <a:pt x="2683288" y="2957322"/>
                  <a:pt x="2682526" y="2955988"/>
                </a:cubicBezTo>
                <a:cubicBezTo>
                  <a:pt x="2681764" y="2954655"/>
                  <a:pt x="2681573" y="2953131"/>
                  <a:pt x="2681954" y="2951702"/>
                </a:cubicBezTo>
                <a:cubicBezTo>
                  <a:pt x="2682335" y="2950274"/>
                  <a:pt x="2683288" y="2949035"/>
                  <a:pt x="2684621" y="2948273"/>
                </a:cubicBezTo>
                <a:cubicBezTo>
                  <a:pt x="2685479" y="2947797"/>
                  <a:pt x="2686431" y="2947511"/>
                  <a:pt x="2687479" y="2947511"/>
                </a:cubicBezTo>
                <a:cubicBezTo>
                  <a:pt x="2687955" y="2947511"/>
                  <a:pt x="2688527" y="2947511"/>
                  <a:pt x="2689003" y="2947702"/>
                </a:cubicBezTo>
                <a:lnTo>
                  <a:pt x="2689003" y="2947702"/>
                </a:lnTo>
                <a:cubicBezTo>
                  <a:pt x="2690432" y="2948083"/>
                  <a:pt x="2691670" y="2949035"/>
                  <a:pt x="2692432" y="2950369"/>
                </a:cubicBezTo>
                <a:cubicBezTo>
                  <a:pt x="2693194" y="2951702"/>
                  <a:pt x="2693384" y="2953226"/>
                  <a:pt x="2693003" y="2954655"/>
                </a:cubicBezTo>
                <a:close/>
                <a:moveTo>
                  <a:pt x="133636" y="2047018"/>
                </a:moveTo>
                <a:lnTo>
                  <a:pt x="146304" y="2047018"/>
                </a:lnTo>
                <a:cubicBezTo>
                  <a:pt x="150019" y="2047018"/>
                  <a:pt x="153162" y="2043970"/>
                  <a:pt x="153162" y="2040160"/>
                </a:cubicBezTo>
                <a:lnTo>
                  <a:pt x="153162" y="2027492"/>
                </a:lnTo>
                <a:cubicBezTo>
                  <a:pt x="153162" y="2026444"/>
                  <a:pt x="152876" y="2025491"/>
                  <a:pt x="152495" y="2024634"/>
                </a:cubicBezTo>
                <a:lnTo>
                  <a:pt x="199454" y="1981867"/>
                </a:lnTo>
                <a:lnTo>
                  <a:pt x="267938" y="1981867"/>
                </a:lnTo>
                <a:cubicBezTo>
                  <a:pt x="269081" y="1987010"/>
                  <a:pt x="273463" y="1991011"/>
                  <a:pt x="278987" y="1991011"/>
                </a:cubicBezTo>
                <a:cubicBezTo>
                  <a:pt x="285369" y="1991011"/>
                  <a:pt x="290513" y="1985867"/>
                  <a:pt x="290513" y="1979486"/>
                </a:cubicBezTo>
                <a:cubicBezTo>
                  <a:pt x="290513" y="1973104"/>
                  <a:pt x="285369" y="1967960"/>
                  <a:pt x="278987" y="1967960"/>
                </a:cubicBezTo>
                <a:cubicBezTo>
                  <a:pt x="273463" y="1967960"/>
                  <a:pt x="269081" y="1971961"/>
                  <a:pt x="267938" y="1977104"/>
                </a:cubicBezTo>
                <a:lnTo>
                  <a:pt x="197549" y="1977104"/>
                </a:lnTo>
                <a:lnTo>
                  <a:pt x="149066" y="2021300"/>
                </a:lnTo>
                <a:cubicBezTo>
                  <a:pt x="148209" y="2020919"/>
                  <a:pt x="147257" y="2020634"/>
                  <a:pt x="146304" y="2020634"/>
                </a:cubicBezTo>
                <a:lnTo>
                  <a:pt x="133636" y="2020634"/>
                </a:lnTo>
                <a:cubicBezTo>
                  <a:pt x="129921" y="2020634"/>
                  <a:pt x="126778" y="2023682"/>
                  <a:pt x="126778" y="2027492"/>
                </a:cubicBezTo>
                <a:lnTo>
                  <a:pt x="126778" y="2040160"/>
                </a:lnTo>
                <a:cubicBezTo>
                  <a:pt x="126778" y="2043875"/>
                  <a:pt x="129826" y="2047018"/>
                  <a:pt x="133636" y="2047018"/>
                </a:cubicBezTo>
                <a:close/>
                <a:moveTo>
                  <a:pt x="278892" y="1972723"/>
                </a:moveTo>
                <a:cubicBezTo>
                  <a:pt x="282607" y="1972723"/>
                  <a:pt x="285655" y="1975771"/>
                  <a:pt x="285655" y="1979486"/>
                </a:cubicBezTo>
                <a:cubicBezTo>
                  <a:pt x="285655" y="1983200"/>
                  <a:pt x="282607" y="1986248"/>
                  <a:pt x="278892" y="1986248"/>
                </a:cubicBezTo>
                <a:cubicBezTo>
                  <a:pt x="275177" y="1986248"/>
                  <a:pt x="272129" y="1983200"/>
                  <a:pt x="272129" y="1979486"/>
                </a:cubicBezTo>
                <a:cubicBezTo>
                  <a:pt x="272129" y="1975771"/>
                  <a:pt x="275177" y="1972723"/>
                  <a:pt x="278892" y="1972723"/>
                </a:cubicBezTo>
                <a:close/>
                <a:moveTo>
                  <a:pt x="131540" y="2027492"/>
                </a:moveTo>
                <a:cubicBezTo>
                  <a:pt x="131540" y="2026349"/>
                  <a:pt x="132493" y="2025396"/>
                  <a:pt x="133636" y="2025396"/>
                </a:cubicBezTo>
                <a:lnTo>
                  <a:pt x="146304" y="2025396"/>
                </a:lnTo>
                <a:cubicBezTo>
                  <a:pt x="147447" y="2025396"/>
                  <a:pt x="148400" y="2026349"/>
                  <a:pt x="148400" y="2027492"/>
                </a:cubicBezTo>
                <a:lnTo>
                  <a:pt x="148400" y="2040160"/>
                </a:lnTo>
                <a:cubicBezTo>
                  <a:pt x="148400" y="2041303"/>
                  <a:pt x="147447" y="2042255"/>
                  <a:pt x="146304" y="2042255"/>
                </a:cubicBezTo>
                <a:lnTo>
                  <a:pt x="133636" y="2042255"/>
                </a:lnTo>
                <a:cubicBezTo>
                  <a:pt x="132493" y="2042255"/>
                  <a:pt x="131540" y="2041303"/>
                  <a:pt x="131540" y="2040160"/>
                </a:cubicBezTo>
                <a:lnTo>
                  <a:pt x="131540" y="2027492"/>
                </a:lnTo>
                <a:close/>
                <a:moveTo>
                  <a:pt x="144590" y="1968722"/>
                </a:moveTo>
                <a:cubicBezTo>
                  <a:pt x="146399" y="1969865"/>
                  <a:pt x="148400" y="1970723"/>
                  <a:pt x="150686" y="1970723"/>
                </a:cubicBezTo>
                <a:cubicBezTo>
                  <a:pt x="157067" y="1970723"/>
                  <a:pt x="162211" y="1965579"/>
                  <a:pt x="162211" y="1959197"/>
                </a:cubicBezTo>
                <a:cubicBezTo>
                  <a:pt x="162211" y="1952816"/>
                  <a:pt x="157067" y="1947672"/>
                  <a:pt x="150686" y="1947672"/>
                </a:cubicBezTo>
                <a:cubicBezTo>
                  <a:pt x="144304" y="1947672"/>
                  <a:pt x="139160" y="1952816"/>
                  <a:pt x="139160" y="1959197"/>
                </a:cubicBezTo>
                <a:cubicBezTo>
                  <a:pt x="139160" y="1961483"/>
                  <a:pt x="140018" y="1963484"/>
                  <a:pt x="141161" y="1965293"/>
                </a:cubicBezTo>
                <a:lnTo>
                  <a:pt x="88964" y="2011966"/>
                </a:lnTo>
                <a:lnTo>
                  <a:pt x="95" y="2011394"/>
                </a:lnTo>
                <a:lnTo>
                  <a:pt x="95" y="2016157"/>
                </a:lnTo>
                <a:lnTo>
                  <a:pt x="90773" y="2016728"/>
                </a:lnTo>
                <a:lnTo>
                  <a:pt x="144590" y="1968722"/>
                </a:lnTo>
                <a:close/>
                <a:moveTo>
                  <a:pt x="150686" y="1952530"/>
                </a:moveTo>
                <a:cubicBezTo>
                  <a:pt x="154400" y="1952530"/>
                  <a:pt x="157448" y="1955578"/>
                  <a:pt x="157448" y="1959293"/>
                </a:cubicBezTo>
                <a:cubicBezTo>
                  <a:pt x="157448" y="1963007"/>
                  <a:pt x="154400" y="1966055"/>
                  <a:pt x="150686" y="1966055"/>
                </a:cubicBezTo>
                <a:cubicBezTo>
                  <a:pt x="146971" y="1966055"/>
                  <a:pt x="143923" y="1963007"/>
                  <a:pt x="143923" y="1959293"/>
                </a:cubicBezTo>
                <a:cubicBezTo>
                  <a:pt x="143923" y="1955578"/>
                  <a:pt x="146971" y="1952530"/>
                  <a:pt x="150686" y="1952530"/>
                </a:cubicBezTo>
                <a:close/>
                <a:moveTo>
                  <a:pt x="2380393" y="1379696"/>
                </a:moveTo>
                <a:lnTo>
                  <a:pt x="2397252" y="1379696"/>
                </a:lnTo>
                <a:cubicBezTo>
                  <a:pt x="2400872" y="1379696"/>
                  <a:pt x="2403920" y="1376744"/>
                  <a:pt x="2403920" y="1373029"/>
                </a:cubicBezTo>
                <a:lnTo>
                  <a:pt x="2403920" y="1356170"/>
                </a:lnTo>
                <a:cubicBezTo>
                  <a:pt x="2403920" y="1352550"/>
                  <a:pt x="2400967" y="1349502"/>
                  <a:pt x="2397252" y="1349502"/>
                </a:cubicBezTo>
                <a:lnTo>
                  <a:pt x="2380393" y="1349502"/>
                </a:lnTo>
                <a:cubicBezTo>
                  <a:pt x="2376773" y="1349502"/>
                  <a:pt x="2373725" y="1352455"/>
                  <a:pt x="2373725" y="1356170"/>
                </a:cubicBezTo>
                <a:lnTo>
                  <a:pt x="2373725" y="1373029"/>
                </a:lnTo>
                <a:cubicBezTo>
                  <a:pt x="2373725" y="1376648"/>
                  <a:pt x="2376678" y="1379696"/>
                  <a:pt x="2380393" y="1379696"/>
                </a:cubicBezTo>
                <a:close/>
                <a:moveTo>
                  <a:pt x="2378488" y="1356170"/>
                </a:moveTo>
                <a:cubicBezTo>
                  <a:pt x="2378488" y="1355122"/>
                  <a:pt x="2379345" y="1354265"/>
                  <a:pt x="2380393" y="1354265"/>
                </a:cubicBezTo>
                <a:lnTo>
                  <a:pt x="2397252" y="1354265"/>
                </a:lnTo>
                <a:cubicBezTo>
                  <a:pt x="2398300" y="1354265"/>
                  <a:pt x="2399157" y="1355122"/>
                  <a:pt x="2399157" y="1356170"/>
                </a:cubicBezTo>
                <a:lnTo>
                  <a:pt x="2399157" y="1373029"/>
                </a:lnTo>
                <a:cubicBezTo>
                  <a:pt x="2399157" y="1374077"/>
                  <a:pt x="2398300" y="1374934"/>
                  <a:pt x="2397252" y="1374934"/>
                </a:cubicBezTo>
                <a:lnTo>
                  <a:pt x="2380393" y="1374934"/>
                </a:lnTo>
                <a:cubicBezTo>
                  <a:pt x="2379345" y="1374934"/>
                  <a:pt x="2378488" y="1374077"/>
                  <a:pt x="2378488" y="1373029"/>
                </a:cubicBezTo>
                <a:lnTo>
                  <a:pt x="2378488" y="1356170"/>
                </a:lnTo>
                <a:close/>
                <a:moveTo>
                  <a:pt x="2460308" y="3004757"/>
                </a:moveTo>
                <a:cubicBezTo>
                  <a:pt x="2460974" y="3007519"/>
                  <a:pt x="2462594" y="3009805"/>
                  <a:pt x="2464975" y="3011329"/>
                </a:cubicBezTo>
                <a:cubicBezTo>
                  <a:pt x="2466689" y="3012377"/>
                  <a:pt x="2468690" y="3012948"/>
                  <a:pt x="2470595" y="3012948"/>
                </a:cubicBezTo>
                <a:cubicBezTo>
                  <a:pt x="2471357" y="3012948"/>
                  <a:pt x="2472119" y="3012948"/>
                  <a:pt x="2472976" y="3012662"/>
                </a:cubicBezTo>
                <a:cubicBezTo>
                  <a:pt x="2475738" y="3012091"/>
                  <a:pt x="2478119" y="3010376"/>
                  <a:pt x="2479643" y="3007995"/>
                </a:cubicBezTo>
                <a:cubicBezTo>
                  <a:pt x="2481167" y="3005614"/>
                  <a:pt x="2481644" y="3002756"/>
                  <a:pt x="2481072" y="2999994"/>
                </a:cubicBezTo>
                <a:cubicBezTo>
                  <a:pt x="2479738" y="2994279"/>
                  <a:pt x="2474119" y="2990660"/>
                  <a:pt x="2468404" y="2991993"/>
                </a:cubicBezTo>
                <a:cubicBezTo>
                  <a:pt x="2464308" y="2992946"/>
                  <a:pt x="2461355" y="2996184"/>
                  <a:pt x="2460498" y="2999994"/>
                </a:cubicBezTo>
                <a:lnTo>
                  <a:pt x="2359152" y="2999994"/>
                </a:lnTo>
                <a:lnTo>
                  <a:pt x="2338673" y="3020663"/>
                </a:lnTo>
                <a:cubicBezTo>
                  <a:pt x="2337054" y="3019901"/>
                  <a:pt x="2335244" y="3019520"/>
                  <a:pt x="2333435" y="3019997"/>
                </a:cubicBezTo>
                <a:cubicBezTo>
                  <a:pt x="2328958" y="3020949"/>
                  <a:pt x="2326196" y="3025426"/>
                  <a:pt x="2327148" y="3029807"/>
                </a:cubicBezTo>
                <a:cubicBezTo>
                  <a:pt x="2328101" y="3034284"/>
                  <a:pt x="2332577" y="3037046"/>
                  <a:pt x="2336959" y="3036094"/>
                </a:cubicBezTo>
                <a:cubicBezTo>
                  <a:pt x="2341436" y="3035142"/>
                  <a:pt x="2344198" y="3030665"/>
                  <a:pt x="2343245" y="3026283"/>
                </a:cubicBezTo>
                <a:cubicBezTo>
                  <a:pt x="2343055" y="3025426"/>
                  <a:pt x="2342674" y="3024664"/>
                  <a:pt x="2342198" y="3023902"/>
                </a:cubicBezTo>
                <a:lnTo>
                  <a:pt x="2361152" y="3004757"/>
                </a:lnTo>
                <a:lnTo>
                  <a:pt x="2460403" y="3004757"/>
                </a:lnTo>
                <a:close/>
                <a:moveTo>
                  <a:pt x="2469356" y="2996660"/>
                </a:moveTo>
                <a:cubicBezTo>
                  <a:pt x="2472500" y="2995898"/>
                  <a:pt x="2475643" y="2997899"/>
                  <a:pt x="2476310" y="3001137"/>
                </a:cubicBezTo>
                <a:cubicBezTo>
                  <a:pt x="2476691" y="3002661"/>
                  <a:pt x="2476310" y="3004280"/>
                  <a:pt x="2475548" y="3005519"/>
                </a:cubicBezTo>
                <a:cubicBezTo>
                  <a:pt x="2474690" y="3006852"/>
                  <a:pt x="2473452" y="3007805"/>
                  <a:pt x="2471833" y="3008090"/>
                </a:cubicBezTo>
                <a:cubicBezTo>
                  <a:pt x="2470309" y="3008471"/>
                  <a:pt x="2468690" y="3008090"/>
                  <a:pt x="2467451" y="3007328"/>
                </a:cubicBezTo>
                <a:cubicBezTo>
                  <a:pt x="2466118" y="3006471"/>
                  <a:pt x="2465165" y="3005138"/>
                  <a:pt x="2464880" y="3003613"/>
                </a:cubicBezTo>
                <a:cubicBezTo>
                  <a:pt x="2464213" y="3000470"/>
                  <a:pt x="2466213" y="2997327"/>
                  <a:pt x="2469356" y="2996660"/>
                </a:cubicBezTo>
                <a:close/>
                <a:moveTo>
                  <a:pt x="2138363" y="3404807"/>
                </a:moveTo>
                <a:lnTo>
                  <a:pt x="2143125" y="3404807"/>
                </a:lnTo>
                <a:lnTo>
                  <a:pt x="2143125" y="3421856"/>
                </a:lnTo>
                <a:lnTo>
                  <a:pt x="2138363" y="3421856"/>
                </a:lnTo>
                <a:lnTo>
                  <a:pt x="2138363" y="3404807"/>
                </a:lnTo>
                <a:close/>
                <a:moveTo>
                  <a:pt x="1909953" y="1470565"/>
                </a:moveTo>
                <a:cubicBezTo>
                  <a:pt x="1907857" y="1470565"/>
                  <a:pt x="1906143" y="1468850"/>
                  <a:pt x="1906143" y="1466755"/>
                </a:cubicBezTo>
                <a:lnTo>
                  <a:pt x="1906143" y="1452086"/>
                </a:lnTo>
                <a:cubicBezTo>
                  <a:pt x="1906143" y="1449991"/>
                  <a:pt x="1907857" y="1448276"/>
                  <a:pt x="1909953" y="1448276"/>
                </a:cubicBezTo>
                <a:lnTo>
                  <a:pt x="1924622" y="1448276"/>
                </a:lnTo>
                <a:cubicBezTo>
                  <a:pt x="1926717" y="1448276"/>
                  <a:pt x="1928432" y="1449991"/>
                  <a:pt x="1928432" y="1452086"/>
                </a:cubicBezTo>
                <a:lnTo>
                  <a:pt x="1928432" y="1466755"/>
                </a:lnTo>
                <a:cubicBezTo>
                  <a:pt x="1928432" y="1468850"/>
                  <a:pt x="1926717" y="1470565"/>
                  <a:pt x="1924622" y="1470565"/>
                </a:cubicBezTo>
                <a:lnTo>
                  <a:pt x="1909953" y="1470565"/>
                </a:lnTo>
                <a:close/>
                <a:moveTo>
                  <a:pt x="1872710" y="1466660"/>
                </a:moveTo>
                <a:lnTo>
                  <a:pt x="1872710" y="1451991"/>
                </a:lnTo>
                <a:cubicBezTo>
                  <a:pt x="1872710" y="1449896"/>
                  <a:pt x="1874425" y="1448181"/>
                  <a:pt x="1876520" y="1448181"/>
                </a:cubicBezTo>
                <a:lnTo>
                  <a:pt x="1891189" y="1448181"/>
                </a:lnTo>
                <a:cubicBezTo>
                  <a:pt x="1893284" y="1448181"/>
                  <a:pt x="1894999" y="1449896"/>
                  <a:pt x="1894999" y="1451991"/>
                </a:cubicBezTo>
                <a:lnTo>
                  <a:pt x="1894999" y="1466660"/>
                </a:lnTo>
                <a:cubicBezTo>
                  <a:pt x="1894999" y="1468755"/>
                  <a:pt x="1893284" y="1470470"/>
                  <a:pt x="1891189" y="1470470"/>
                </a:cubicBezTo>
                <a:lnTo>
                  <a:pt x="1876520" y="1470470"/>
                </a:lnTo>
                <a:cubicBezTo>
                  <a:pt x="1874425" y="1470470"/>
                  <a:pt x="1872710" y="1468755"/>
                  <a:pt x="1872710" y="1466660"/>
                </a:cubicBezTo>
                <a:close/>
                <a:moveTo>
                  <a:pt x="657892" y="1394651"/>
                </a:moveTo>
                <a:cubicBezTo>
                  <a:pt x="657892" y="1389221"/>
                  <a:pt x="653510" y="1384840"/>
                  <a:pt x="648081" y="1384840"/>
                </a:cubicBezTo>
                <a:cubicBezTo>
                  <a:pt x="643509" y="1384840"/>
                  <a:pt x="639890" y="1387983"/>
                  <a:pt x="638842" y="1392269"/>
                </a:cubicBezTo>
                <a:lnTo>
                  <a:pt x="610838" y="1392269"/>
                </a:lnTo>
                <a:cubicBezTo>
                  <a:pt x="610838" y="1392269"/>
                  <a:pt x="554831" y="1443800"/>
                  <a:pt x="554831" y="1443800"/>
                </a:cubicBezTo>
                <a:lnTo>
                  <a:pt x="527495" y="1443800"/>
                </a:lnTo>
                <a:cubicBezTo>
                  <a:pt x="526352" y="1438275"/>
                  <a:pt x="521589" y="1433894"/>
                  <a:pt x="515588" y="1433894"/>
                </a:cubicBezTo>
                <a:cubicBezTo>
                  <a:pt x="508730" y="1433894"/>
                  <a:pt x="503206" y="1439418"/>
                  <a:pt x="503206" y="1446276"/>
                </a:cubicBezTo>
                <a:cubicBezTo>
                  <a:pt x="503206" y="1453134"/>
                  <a:pt x="508826" y="1458659"/>
                  <a:pt x="515588" y="1458659"/>
                </a:cubicBezTo>
                <a:cubicBezTo>
                  <a:pt x="521589" y="1458659"/>
                  <a:pt x="526352" y="1454277"/>
                  <a:pt x="527495" y="1448657"/>
                </a:cubicBezTo>
                <a:lnTo>
                  <a:pt x="556736" y="1448657"/>
                </a:lnTo>
                <a:cubicBezTo>
                  <a:pt x="556736" y="1448657"/>
                  <a:pt x="612743" y="1397032"/>
                  <a:pt x="612743" y="1397032"/>
                </a:cubicBezTo>
                <a:lnTo>
                  <a:pt x="638937" y="1397032"/>
                </a:lnTo>
                <a:cubicBezTo>
                  <a:pt x="639985" y="1401223"/>
                  <a:pt x="643700" y="1404366"/>
                  <a:pt x="648176" y="1404366"/>
                </a:cubicBezTo>
                <a:cubicBezTo>
                  <a:pt x="653606" y="1404366"/>
                  <a:pt x="657987" y="1399985"/>
                  <a:pt x="657987" y="1394651"/>
                </a:cubicBezTo>
                <a:close/>
                <a:moveTo>
                  <a:pt x="515588" y="1453991"/>
                </a:moveTo>
                <a:cubicBezTo>
                  <a:pt x="511397" y="1453991"/>
                  <a:pt x="507968" y="1450562"/>
                  <a:pt x="507968" y="1446371"/>
                </a:cubicBezTo>
                <a:cubicBezTo>
                  <a:pt x="507968" y="1442180"/>
                  <a:pt x="511397" y="1438751"/>
                  <a:pt x="515588" y="1438751"/>
                </a:cubicBezTo>
                <a:cubicBezTo>
                  <a:pt x="519779" y="1438751"/>
                  <a:pt x="523208" y="1442180"/>
                  <a:pt x="523208" y="1446371"/>
                </a:cubicBezTo>
                <a:cubicBezTo>
                  <a:pt x="523208" y="1450562"/>
                  <a:pt x="519779" y="1453991"/>
                  <a:pt x="515588" y="1453991"/>
                </a:cubicBezTo>
                <a:close/>
                <a:moveTo>
                  <a:pt x="643128" y="1394651"/>
                </a:moveTo>
                <a:cubicBezTo>
                  <a:pt x="643128" y="1391888"/>
                  <a:pt x="645414" y="1389602"/>
                  <a:pt x="648081" y="1389602"/>
                </a:cubicBezTo>
                <a:cubicBezTo>
                  <a:pt x="650748" y="1389602"/>
                  <a:pt x="653129" y="1391888"/>
                  <a:pt x="653129" y="1394651"/>
                </a:cubicBezTo>
                <a:cubicBezTo>
                  <a:pt x="653129" y="1397413"/>
                  <a:pt x="650843" y="1399603"/>
                  <a:pt x="648081" y="1399603"/>
                </a:cubicBezTo>
                <a:cubicBezTo>
                  <a:pt x="645319" y="1399603"/>
                  <a:pt x="643128" y="1397318"/>
                  <a:pt x="643128" y="1394651"/>
                </a:cubicBezTo>
                <a:close/>
                <a:moveTo>
                  <a:pt x="2106454" y="1480566"/>
                </a:moveTo>
                <a:lnTo>
                  <a:pt x="2261902" y="1481614"/>
                </a:lnTo>
                <a:lnTo>
                  <a:pt x="2322576" y="1426845"/>
                </a:lnTo>
                <a:cubicBezTo>
                  <a:pt x="2322576" y="1426845"/>
                  <a:pt x="2322767" y="1426940"/>
                  <a:pt x="2322862" y="1427036"/>
                </a:cubicBezTo>
                <a:cubicBezTo>
                  <a:pt x="2325148" y="1428369"/>
                  <a:pt x="2327624" y="1428941"/>
                  <a:pt x="2330101" y="1428941"/>
                </a:cubicBezTo>
                <a:cubicBezTo>
                  <a:pt x="2335149" y="1428941"/>
                  <a:pt x="2340007" y="1426369"/>
                  <a:pt x="2342769" y="1421702"/>
                </a:cubicBezTo>
                <a:cubicBezTo>
                  <a:pt x="2346770" y="1414748"/>
                  <a:pt x="2344388" y="1405795"/>
                  <a:pt x="2337435" y="1401794"/>
                </a:cubicBezTo>
                <a:cubicBezTo>
                  <a:pt x="2334101" y="1399889"/>
                  <a:pt x="2330101" y="1399318"/>
                  <a:pt x="2326386" y="1400366"/>
                </a:cubicBezTo>
                <a:cubicBezTo>
                  <a:pt x="2322671" y="1401413"/>
                  <a:pt x="2319528" y="1403795"/>
                  <a:pt x="2317528" y="1407128"/>
                </a:cubicBezTo>
                <a:cubicBezTo>
                  <a:pt x="2315242" y="1411034"/>
                  <a:pt x="2315147" y="1415510"/>
                  <a:pt x="2316575" y="1419416"/>
                </a:cubicBezTo>
                <a:lnTo>
                  <a:pt x="2258282" y="1471994"/>
                </a:lnTo>
                <a:lnTo>
                  <a:pt x="2103596" y="1470946"/>
                </a:lnTo>
                <a:lnTo>
                  <a:pt x="2033683" y="1519428"/>
                </a:lnTo>
                <a:lnTo>
                  <a:pt x="1946243" y="1519047"/>
                </a:lnTo>
                <a:cubicBezTo>
                  <a:pt x="1946243" y="1519047"/>
                  <a:pt x="1946053" y="1518190"/>
                  <a:pt x="1945862" y="1517904"/>
                </a:cubicBezTo>
                <a:cubicBezTo>
                  <a:pt x="1942528" y="1512094"/>
                  <a:pt x="1935099" y="1510094"/>
                  <a:pt x="1929289" y="1513427"/>
                </a:cubicBezTo>
                <a:cubicBezTo>
                  <a:pt x="1923478" y="1516761"/>
                  <a:pt x="1921478" y="1524191"/>
                  <a:pt x="1924812" y="1530001"/>
                </a:cubicBezTo>
                <a:cubicBezTo>
                  <a:pt x="1928146" y="1535811"/>
                  <a:pt x="1935575" y="1537811"/>
                  <a:pt x="1941386" y="1534478"/>
                </a:cubicBezTo>
                <a:cubicBezTo>
                  <a:pt x="1943767" y="1533049"/>
                  <a:pt x="1945386" y="1530953"/>
                  <a:pt x="1946339" y="1528572"/>
                </a:cubicBezTo>
                <a:lnTo>
                  <a:pt x="2036636" y="1528953"/>
                </a:lnTo>
                <a:lnTo>
                  <a:pt x="2106549" y="1480566"/>
                </a:lnTo>
                <a:close/>
                <a:moveTo>
                  <a:pt x="2321624" y="1409605"/>
                </a:moveTo>
                <a:cubicBezTo>
                  <a:pt x="2322957" y="1407319"/>
                  <a:pt x="2325053" y="1405700"/>
                  <a:pt x="2327529" y="1405033"/>
                </a:cubicBezTo>
                <a:cubicBezTo>
                  <a:pt x="2328386" y="1404842"/>
                  <a:pt x="2329244" y="1404652"/>
                  <a:pt x="2330101" y="1404652"/>
                </a:cubicBezTo>
                <a:cubicBezTo>
                  <a:pt x="2331815" y="1404652"/>
                  <a:pt x="2333435" y="1405128"/>
                  <a:pt x="2334959" y="1405985"/>
                </a:cubicBezTo>
                <a:cubicBezTo>
                  <a:pt x="2339626" y="1408652"/>
                  <a:pt x="2341245" y="1414653"/>
                  <a:pt x="2338578" y="1419320"/>
                </a:cubicBezTo>
                <a:cubicBezTo>
                  <a:pt x="2335911" y="1423988"/>
                  <a:pt x="2329910" y="1425607"/>
                  <a:pt x="2325243" y="1422940"/>
                </a:cubicBezTo>
                <a:cubicBezTo>
                  <a:pt x="2322957" y="1421606"/>
                  <a:pt x="2321338" y="1419511"/>
                  <a:pt x="2320671" y="1417034"/>
                </a:cubicBezTo>
                <a:cubicBezTo>
                  <a:pt x="2320004" y="1414558"/>
                  <a:pt x="2320385" y="1411891"/>
                  <a:pt x="2321624" y="1409605"/>
                </a:cubicBezTo>
                <a:close/>
                <a:moveTo>
                  <a:pt x="1976628" y="1470565"/>
                </a:moveTo>
                <a:cubicBezTo>
                  <a:pt x="1974532" y="1470565"/>
                  <a:pt x="1972818" y="1468850"/>
                  <a:pt x="1972818" y="1466755"/>
                </a:cubicBezTo>
                <a:lnTo>
                  <a:pt x="1972818" y="1452086"/>
                </a:lnTo>
                <a:cubicBezTo>
                  <a:pt x="1972818" y="1449991"/>
                  <a:pt x="1974532" y="1448276"/>
                  <a:pt x="1976628" y="1448276"/>
                </a:cubicBezTo>
                <a:lnTo>
                  <a:pt x="1991297" y="1448276"/>
                </a:lnTo>
                <a:cubicBezTo>
                  <a:pt x="1993392" y="1448276"/>
                  <a:pt x="1995107" y="1449991"/>
                  <a:pt x="1995107" y="1452086"/>
                </a:cubicBezTo>
                <a:lnTo>
                  <a:pt x="1995107" y="1466755"/>
                </a:lnTo>
                <a:cubicBezTo>
                  <a:pt x="1995107" y="1468850"/>
                  <a:pt x="1993392" y="1470565"/>
                  <a:pt x="1991297" y="1470565"/>
                </a:cubicBezTo>
                <a:lnTo>
                  <a:pt x="1976628" y="1470565"/>
                </a:lnTo>
                <a:close/>
                <a:moveTo>
                  <a:pt x="1943291" y="1470565"/>
                </a:moveTo>
                <a:cubicBezTo>
                  <a:pt x="1941195" y="1470565"/>
                  <a:pt x="1939481" y="1468850"/>
                  <a:pt x="1939481" y="1466755"/>
                </a:cubicBezTo>
                <a:lnTo>
                  <a:pt x="1939481" y="1452086"/>
                </a:lnTo>
                <a:cubicBezTo>
                  <a:pt x="1939481" y="1449991"/>
                  <a:pt x="1941195" y="1448276"/>
                  <a:pt x="1943291" y="1448276"/>
                </a:cubicBezTo>
                <a:lnTo>
                  <a:pt x="1957959" y="1448276"/>
                </a:lnTo>
                <a:cubicBezTo>
                  <a:pt x="1960055" y="1448276"/>
                  <a:pt x="1961769" y="1449991"/>
                  <a:pt x="1961769" y="1452086"/>
                </a:cubicBezTo>
                <a:lnTo>
                  <a:pt x="1961769" y="1466755"/>
                </a:lnTo>
                <a:cubicBezTo>
                  <a:pt x="1961769" y="1468850"/>
                  <a:pt x="1960055" y="1470565"/>
                  <a:pt x="1957959" y="1470565"/>
                </a:cubicBezTo>
                <a:lnTo>
                  <a:pt x="1943291" y="1470565"/>
                </a:lnTo>
                <a:close/>
                <a:moveTo>
                  <a:pt x="1885950" y="1556766"/>
                </a:moveTo>
                <a:cubicBezTo>
                  <a:pt x="1886712" y="1557052"/>
                  <a:pt x="1887569" y="1557242"/>
                  <a:pt x="1888427" y="1557242"/>
                </a:cubicBezTo>
                <a:cubicBezTo>
                  <a:pt x="1889284" y="1557242"/>
                  <a:pt x="1890046" y="1557052"/>
                  <a:pt x="1890808" y="1556766"/>
                </a:cubicBezTo>
                <a:cubicBezTo>
                  <a:pt x="1894046" y="1555432"/>
                  <a:pt x="1895570" y="1551813"/>
                  <a:pt x="1894237" y="1548575"/>
                </a:cubicBezTo>
                <a:cubicBezTo>
                  <a:pt x="1893570" y="1547051"/>
                  <a:pt x="1892427" y="1545812"/>
                  <a:pt x="1890903" y="1545146"/>
                </a:cubicBezTo>
                <a:cubicBezTo>
                  <a:pt x="1889379" y="1544479"/>
                  <a:pt x="1887665" y="1544479"/>
                  <a:pt x="1886141" y="1545146"/>
                </a:cubicBezTo>
                <a:cubicBezTo>
                  <a:pt x="1882902" y="1546479"/>
                  <a:pt x="1881378" y="1550099"/>
                  <a:pt x="1882712" y="1553337"/>
                </a:cubicBezTo>
                <a:cubicBezTo>
                  <a:pt x="1883378" y="1554861"/>
                  <a:pt x="1884521" y="1556099"/>
                  <a:pt x="1886045" y="1556766"/>
                </a:cubicBezTo>
                <a:close/>
                <a:moveTo>
                  <a:pt x="1886998" y="1551527"/>
                </a:moveTo>
                <a:cubicBezTo>
                  <a:pt x="1886998" y="1551527"/>
                  <a:pt x="1886807" y="1550765"/>
                  <a:pt x="1886998" y="1550384"/>
                </a:cubicBezTo>
                <a:cubicBezTo>
                  <a:pt x="1887188" y="1550003"/>
                  <a:pt x="1887474" y="1549718"/>
                  <a:pt x="1887855" y="1549527"/>
                </a:cubicBezTo>
                <a:cubicBezTo>
                  <a:pt x="1888046" y="1549527"/>
                  <a:pt x="1888236" y="1549432"/>
                  <a:pt x="1888427" y="1549432"/>
                </a:cubicBezTo>
                <a:cubicBezTo>
                  <a:pt x="1888998" y="1549432"/>
                  <a:pt x="1889570" y="1549813"/>
                  <a:pt x="1889855" y="1550384"/>
                </a:cubicBezTo>
                <a:cubicBezTo>
                  <a:pt x="1890141" y="1551146"/>
                  <a:pt x="1889855" y="1552003"/>
                  <a:pt x="1888998" y="1552385"/>
                </a:cubicBezTo>
                <a:cubicBezTo>
                  <a:pt x="1888617" y="1552575"/>
                  <a:pt x="1888236" y="1552575"/>
                  <a:pt x="1887855" y="1552385"/>
                </a:cubicBezTo>
                <a:cubicBezTo>
                  <a:pt x="1887474" y="1552194"/>
                  <a:pt x="1887188" y="1551908"/>
                  <a:pt x="1887093" y="1551527"/>
                </a:cubicBezTo>
                <a:lnTo>
                  <a:pt x="1887093" y="1551527"/>
                </a:lnTo>
                <a:close/>
                <a:moveTo>
                  <a:pt x="881063" y="1124045"/>
                </a:moveTo>
                <a:cubicBezTo>
                  <a:pt x="878015" y="1122807"/>
                  <a:pt x="874586" y="1122807"/>
                  <a:pt x="871538" y="1124045"/>
                </a:cubicBezTo>
                <a:cubicBezTo>
                  <a:pt x="868490" y="1125284"/>
                  <a:pt x="866108" y="1127665"/>
                  <a:pt x="864870" y="1130808"/>
                </a:cubicBezTo>
                <a:cubicBezTo>
                  <a:pt x="864584" y="1131570"/>
                  <a:pt x="864584" y="1132427"/>
                  <a:pt x="864394" y="1133189"/>
                </a:cubicBezTo>
                <a:lnTo>
                  <a:pt x="841534" y="1133189"/>
                </a:lnTo>
                <a:cubicBezTo>
                  <a:pt x="841534" y="1133189"/>
                  <a:pt x="840677" y="1133285"/>
                  <a:pt x="840200" y="1133570"/>
                </a:cubicBezTo>
                <a:lnTo>
                  <a:pt x="747998" y="1192911"/>
                </a:lnTo>
                <a:lnTo>
                  <a:pt x="714089" y="1193387"/>
                </a:lnTo>
                <a:cubicBezTo>
                  <a:pt x="714089" y="1193387"/>
                  <a:pt x="713232" y="1193578"/>
                  <a:pt x="712851" y="1193768"/>
                </a:cubicBezTo>
                <a:lnTo>
                  <a:pt x="686943" y="1210913"/>
                </a:lnTo>
                <a:cubicBezTo>
                  <a:pt x="686276" y="1211390"/>
                  <a:pt x="685895" y="1212056"/>
                  <a:pt x="685895" y="1212914"/>
                </a:cubicBezTo>
                <a:lnTo>
                  <a:pt x="685895" y="1231582"/>
                </a:lnTo>
                <a:cubicBezTo>
                  <a:pt x="682943" y="1232345"/>
                  <a:pt x="680276" y="1234250"/>
                  <a:pt x="679037" y="1237298"/>
                </a:cubicBezTo>
                <a:cubicBezTo>
                  <a:pt x="676942" y="1242441"/>
                  <a:pt x="679323" y="1248251"/>
                  <a:pt x="684467" y="1250442"/>
                </a:cubicBezTo>
                <a:cubicBezTo>
                  <a:pt x="689610" y="1252538"/>
                  <a:pt x="695420" y="1250156"/>
                  <a:pt x="697611" y="1245013"/>
                </a:cubicBezTo>
                <a:cubicBezTo>
                  <a:pt x="699707" y="1239869"/>
                  <a:pt x="697325" y="1234059"/>
                  <a:pt x="692182" y="1231868"/>
                </a:cubicBezTo>
                <a:cubicBezTo>
                  <a:pt x="691706" y="1231678"/>
                  <a:pt x="691229" y="1231678"/>
                  <a:pt x="690753" y="1231582"/>
                </a:cubicBezTo>
                <a:lnTo>
                  <a:pt x="690753" y="1214247"/>
                </a:lnTo>
                <a:lnTo>
                  <a:pt x="715042" y="1198245"/>
                </a:lnTo>
                <a:lnTo>
                  <a:pt x="748951" y="1197769"/>
                </a:lnTo>
                <a:cubicBezTo>
                  <a:pt x="748951" y="1197769"/>
                  <a:pt x="749808" y="1197674"/>
                  <a:pt x="750189" y="1197388"/>
                </a:cubicBezTo>
                <a:lnTo>
                  <a:pt x="842391" y="1138047"/>
                </a:lnTo>
                <a:lnTo>
                  <a:pt x="864489" y="1138047"/>
                </a:lnTo>
                <a:cubicBezTo>
                  <a:pt x="864679" y="1138809"/>
                  <a:pt x="864679" y="1139666"/>
                  <a:pt x="864965" y="1140428"/>
                </a:cubicBezTo>
                <a:cubicBezTo>
                  <a:pt x="866204" y="1143476"/>
                  <a:pt x="868585" y="1145858"/>
                  <a:pt x="871728" y="1147191"/>
                </a:cubicBezTo>
                <a:cubicBezTo>
                  <a:pt x="873252" y="1147858"/>
                  <a:pt x="874871" y="1148144"/>
                  <a:pt x="876491" y="1148144"/>
                </a:cubicBezTo>
                <a:cubicBezTo>
                  <a:pt x="878110" y="1148144"/>
                  <a:pt x="879729" y="1147858"/>
                  <a:pt x="881253" y="1147191"/>
                </a:cubicBezTo>
                <a:cubicBezTo>
                  <a:pt x="884301" y="1145953"/>
                  <a:pt x="886682" y="1143572"/>
                  <a:pt x="888016" y="1140428"/>
                </a:cubicBezTo>
                <a:cubicBezTo>
                  <a:pt x="889254" y="1137380"/>
                  <a:pt x="889254" y="1133951"/>
                  <a:pt x="888016" y="1130903"/>
                </a:cubicBezTo>
                <a:cubicBezTo>
                  <a:pt x="886777" y="1127855"/>
                  <a:pt x="884396" y="1125474"/>
                  <a:pt x="881253" y="1124141"/>
                </a:cubicBezTo>
                <a:close/>
                <a:moveTo>
                  <a:pt x="883349" y="1138428"/>
                </a:moveTo>
                <a:cubicBezTo>
                  <a:pt x="882587" y="1140333"/>
                  <a:pt x="881063" y="1141762"/>
                  <a:pt x="879253" y="1142619"/>
                </a:cubicBezTo>
                <a:cubicBezTo>
                  <a:pt x="877348" y="1143381"/>
                  <a:pt x="875252" y="1143381"/>
                  <a:pt x="873347" y="1142619"/>
                </a:cubicBezTo>
                <a:cubicBezTo>
                  <a:pt x="871442" y="1141857"/>
                  <a:pt x="870014" y="1140333"/>
                  <a:pt x="869156" y="1138523"/>
                </a:cubicBezTo>
                <a:cubicBezTo>
                  <a:pt x="868394" y="1136618"/>
                  <a:pt x="868394" y="1134523"/>
                  <a:pt x="869156" y="1132618"/>
                </a:cubicBezTo>
                <a:cubicBezTo>
                  <a:pt x="869918" y="1130713"/>
                  <a:pt x="871442" y="1129284"/>
                  <a:pt x="873252" y="1128427"/>
                </a:cubicBezTo>
                <a:cubicBezTo>
                  <a:pt x="874204" y="1128046"/>
                  <a:pt x="875157" y="1127855"/>
                  <a:pt x="876205" y="1127855"/>
                </a:cubicBezTo>
                <a:cubicBezTo>
                  <a:pt x="877252" y="1127855"/>
                  <a:pt x="878205" y="1128046"/>
                  <a:pt x="879158" y="1128427"/>
                </a:cubicBezTo>
                <a:cubicBezTo>
                  <a:pt x="881063" y="1129189"/>
                  <a:pt x="882491" y="1130713"/>
                  <a:pt x="883253" y="1132523"/>
                </a:cubicBezTo>
                <a:cubicBezTo>
                  <a:pt x="884015" y="1134428"/>
                  <a:pt x="884015" y="1136523"/>
                  <a:pt x="883253" y="1138428"/>
                </a:cubicBezTo>
                <a:close/>
                <a:moveTo>
                  <a:pt x="2454688" y="2879027"/>
                </a:moveTo>
                <a:lnTo>
                  <a:pt x="2473738" y="2879027"/>
                </a:lnTo>
                <a:lnTo>
                  <a:pt x="2473738" y="2883789"/>
                </a:lnTo>
                <a:lnTo>
                  <a:pt x="2454688" y="2883789"/>
                </a:lnTo>
                <a:lnTo>
                  <a:pt x="2454688" y="2879027"/>
                </a:lnTo>
                <a:close/>
                <a:moveTo>
                  <a:pt x="1742218" y="1736217"/>
                </a:moveTo>
                <a:cubicBezTo>
                  <a:pt x="1741456" y="1732598"/>
                  <a:pt x="1738313" y="1729740"/>
                  <a:pt x="1734407" y="1729740"/>
                </a:cubicBezTo>
                <a:cubicBezTo>
                  <a:pt x="1729931" y="1729740"/>
                  <a:pt x="1726216" y="1733360"/>
                  <a:pt x="1726216" y="1737932"/>
                </a:cubicBezTo>
                <a:cubicBezTo>
                  <a:pt x="1726216" y="1742503"/>
                  <a:pt x="1729835" y="1746123"/>
                  <a:pt x="1734407" y="1746123"/>
                </a:cubicBezTo>
                <a:cubicBezTo>
                  <a:pt x="1737836" y="1746123"/>
                  <a:pt x="1740694" y="1744028"/>
                  <a:pt x="1741932" y="1741075"/>
                </a:cubicBezTo>
                <a:lnTo>
                  <a:pt x="1817751" y="1741075"/>
                </a:lnTo>
                <a:lnTo>
                  <a:pt x="1846421" y="1698593"/>
                </a:lnTo>
                <a:lnTo>
                  <a:pt x="1846707" y="1698022"/>
                </a:lnTo>
                <a:cubicBezTo>
                  <a:pt x="1847183" y="1696593"/>
                  <a:pt x="1847183" y="1666494"/>
                  <a:pt x="1846802" y="1608487"/>
                </a:cubicBezTo>
                <a:lnTo>
                  <a:pt x="1881950" y="1564005"/>
                </a:lnTo>
                <a:cubicBezTo>
                  <a:pt x="1883950" y="1565053"/>
                  <a:pt x="1886141" y="1565720"/>
                  <a:pt x="1888427" y="1565720"/>
                </a:cubicBezTo>
                <a:cubicBezTo>
                  <a:pt x="1890236" y="1565720"/>
                  <a:pt x="1892141" y="1565339"/>
                  <a:pt x="1893951" y="1564672"/>
                </a:cubicBezTo>
                <a:cubicBezTo>
                  <a:pt x="1901381" y="1561624"/>
                  <a:pt x="1905000" y="1553147"/>
                  <a:pt x="1901952" y="1545622"/>
                </a:cubicBezTo>
                <a:cubicBezTo>
                  <a:pt x="1898904" y="1538192"/>
                  <a:pt x="1890427" y="1534573"/>
                  <a:pt x="1882902" y="1537621"/>
                </a:cubicBezTo>
                <a:cubicBezTo>
                  <a:pt x="1875473" y="1540669"/>
                  <a:pt x="1871853" y="1549146"/>
                  <a:pt x="1874901" y="1556671"/>
                </a:cubicBezTo>
                <a:lnTo>
                  <a:pt x="1874901" y="1556671"/>
                </a:lnTo>
                <a:cubicBezTo>
                  <a:pt x="1875663" y="1558481"/>
                  <a:pt x="1876806" y="1559909"/>
                  <a:pt x="1878044" y="1561243"/>
                </a:cubicBezTo>
                <a:lnTo>
                  <a:pt x="1842516" y="1606201"/>
                </a:lnTo>
                <a:lnTo>
                  <a:pt x="1842040" y="1606868"/>
                </a:lnTo>
                <a:lnTo>
                  <a:pt x="1842040" y="1607725"/>
                </a:lnTo>
                <a:cubicBezTo>
                  <a:pt x="1842230" y="1641348"/>
                  <a:pt x="1842421" y="1692116"/>
                  <a:pt x="1842230" y="1696403"/>
                </a:cubicBezTo>
                <a:lnTo>
                  <a:pt x="1815275" y="1736407"/>
                </a:lnTo>
                <a:lnTo>
                  <a:pt x="1742218" y="1736407"/>
                </a:lnTo>
                <a:close/>
                <a:moveTo>
                  <a:pt x="1734407" y="1743647"/>
                </a:moveTo>
                <a:cubicBezTo>
                  <a:pt x="1731264" y="1743647"/>
                  <a:pt x="1728597" y="1741075"/>
                  <a:pt x="1728597" y="1737836"/>
                </a:cubicBezTo>
                <a:cubicBezTo>
                  <a:pt x="1728597" y="1734598"/>
                  <a:pt x="1731169" y="1732026"/>
                  <a:pt x="1734407" y="1732026"/>
                </a:cubicBezTo>
                <a:cubicBezTo>
                  <a:pt x="1737646" y="1732026"/>
                  <a:pt x="1740218" y="1734598"/>
                  <a:pt x="1740218" y="1737836"/>
                </a:cubicBezTo>
                <a:cubicBezTo>
                  <a:pt x="1740218" y="1741075"/>
                  <a:pt x="1737646" y="1743647"/>
                  <a:pt x="1734407" y="1743647"/>
                </a:cubicBezTo>
                <a:close/>
                <a:moveTo>
                  <a:pt x="1884712" y="1541907"/>
                </a:moveTo>
                <a:cubicBezTo>
                  <a:pt x="1889665" y="1539907"/>
                  <a:pt x="1895475" y="1542288"/>
                  <a:pt x="1897475" y="1547241"/>
                </a:cubicBezTo>
                <a:cubicBezTo>
                  <a:pt x="1899476" y="1552289"/>
                  <a:pt x="1897094" y="1558004"/>
                  <a:pt x="1892141" y="1560005"/>
                </a:cubicBezTo>
                <a:cubicBezTo>
                  <a:pt x="1887093" y="1562005"/>
                  <a:pt x="1881378" y="1559624"/>
                  <a:pt x="1879378" y="1554671"/>
                </a:cubicBezTo>
                <a:cubicBezTo>
                  <a:pt x="1877378" y="1549622"/>
                  <a:pt x="1879759" y="1543907"/>
                  <a:pt x="1884712" y="1541907"/>
                </a:cubicBezTo>
                <a:close/>
                <a:moveTo>
                  <a:pt x="1584389" y="1469136"/>
                </a:moveTo>
                <a:lnTo>
                  <a:pt x="1571149" y="1469136"/>
                </a:lnTo>
                <a:cubicBezTo>
                  <a:pt x="1567720" y="1469136"/>
                  <a:pt x="1564862" y="1471898"/>
                  <a:pt x="1564862" y="1475423"/>
                </a:cubicBezTo>
                <a:lnTo>
                  <a:pt x="1564862" y="1488662"/>
                </a:lnTo>
                <a:cubicBezTo>
                  <a:pt x="1564862" y="1492091"/>
                  <a:pt x="1567625" y="1494949"/>
                  <a:pt x="1571149" y="1494949"/>
                </a:cubicBezTo>
                <a:lnTo>
                  <a:pt x="1584389" y="1494949"/>
                </a:lnTo>
                <a:cubicBezTo>
                  <a:pt x="1587818" y="1494949"/>
                  <a:pt x="1590675" y="1492187"/>
                  <a:pt x="1590675" y="1488662"/>
                </a:cubicBezTo>
                <a:lnTo>
                  <a:pt x="1590675" y="1485710"/>
                </a:lnTo>
                <a:lnTo>
                  <a:pt x="1712119" y="1485710"/>
                </a:lnTo>
                <a:lnTo>
                  <a:pt x="1731264" y="1507903"/>
                </a:lnTo>
                <a:lnTo>
                  <a:pt x="1820609" y="1507903"/>
                </a:lnTo>
                <a:cubicBezTo>
                  <a:pt x="1820799" y="1508951"/>
                  <a:pt x="1821085" y="1509998"/>
                  <a:pt x="1821466" y="1511046"/>
                </a:cubicBezTo>
                <a:cubicBezTo>
                  <a:pt x="1822895" y="1514666"/>
                  <a:pt x="1825752" y="1517428"/>
                  <a:pt x="1829276" y="1518952"/>
                </a:cubicBezTo>
                <a:cubicBezTo>
                  <a:pt x="1831086" y="1519714"/>
                  <a:pt x="1832991" y="1520095"/>
                  <a:pt x="1834896" y="1520095"/>
                </a:cubicBezTo>
                <a:cubicBezTo>
                  <a:pt x="1836801" y="1520095"/>
                  <a:pt x="1838611" y="1519714"/>
                  <a:pt x="1840421" y="1519047"/>
                </a:cubicBezTo>
                <a:cubicBezTo>
                  <a:pt x="1844040" y="1517618"/>
                  <a:pt x="1846802" y="1514761"/>
                  <a:pt x="1848326" y="1511237"/>
                </a:cubicBezTo>
                <a:cubicBezTo>
                  <a:pt x="1849850" y="1507617"/>
                  <a:pt x="1849850" y="1503712"/>
                  <a:pt x="1848326" y="1500092"/>
                </a:cubicBezTo>
                <a:cubicBezTo>
                  <a:pt x="1846898" y="1496473"/>
                  <a:pt x="1844040" y="1493711"/>
                  <a:pt x="1840516" y="1492187"/>
                </a:cubicBezTo>
                <a:cubicBezTo>
                  <a:pt x="1836896" y="1490663"/>
                  <a:pt x="1832991" y="1490663"/>
                  <a:pt x="1829372" y="1492187"/>
                </a:cubicBezTo>
                <a:cubicBezTo>
                  <a:pt x="1825752" y="1493615"/>
                  <a:pt x="1822990" y="1496473"/>
                  <a:pt x="1821466" y="1499997"/>
                </a:cubicBezTo>
                <a:cubicBezTo>
                  <a:pt x="1820990" y="1501045"/>
                  <a:pt x="1820704" y="1502188"/>
                  <a:pt x="1820609" y="1503236"/>
                </a:cubicBezTo>
                <a:lnTo>
                  <a:pt x="1733455" y="1503236"/>
                </a:lnTo>
                <a:lnTo>
                  <a:pt x="1714310" y="1481042"/>
                </a:lnTo>
                <a:lnTo>
                  <a:pt x="1590675" y="1481042"/>
                </a:lnTo>
                <a:lnTo>
                  <a:pt x="1590675" y="1475518"/>
                </a:lnTo>
                <a:cubicBezTo>
                  <a:pt x="1590675" y="1472089"/>
                  <a:pt x="1587913" y="1469231"/>
                  <a:pt x="1584389" y="1469231"/>
                </a:cubicBezTo>
                <a:close/>
                <a:moveTo>
                  <a:pt x="1825847" y="1501712"/>
                </a:moveTo>
                <a:cubicBezTo>
                  <a:pt x="1826895" y="1499330"/>
                  <a:pt x="1828705" y="1497425"/>
                  <a:pt x="1831181" y="1496473"/>
                </a:cubicBezTo>
                <a:cubicBezTo>
                  <a:pt x="1832420" y="1495997"/>
                  <a:pt x="1833658" y="1495711"/>
                  <a:pt x="1834896" y="1495711"/>
                </a:cubicBezTo>
                <a:cubicBezTo>
                  <a:pt x="1836134" y="1495711"/>
                  <a:pt x="1837468" y="1495997"/>
                  <a:pt x="1838706" y="1496473"/>
                </a:cubicBezTo>
                <a:cubicBezTo>
                  <a:pt x="1841087" y="1497521"/>
                  <a:pt x="1842992" y="1499330"/>
                  <a:pt x="1843945" y="1501807"/>
                </a:cubicBezTo>
                <a:cubicBezTo>
                  <a:pt x="1844897" y="1504188"/>
                  <a:pt x="1844897" y="1506855"/>
                  <a:pt x="1843945" y="1509332"/>
                </a:cubicBezTo>
                <a:cubicBezTo>
                  <a:pt x="1842897" y="1511713"/>
                  <a:pt x="1841087" y="1513618"/>
                  <a:pt x="1838611" y="1514570"/>
                </a:cubicBezTo>
                <a:cubicBezTo>
                  <a:pt x="1836230" y="1515523"/>
                  <a:pt x="1833563" y="1515523"/>
                  <a:pt x="1831086" y="1514570"/>
                </a:cubicBezTo>
                <a:cubicBezTo>
                  <a:pt x="1828705" y="1513523"/>
                  <a:pt x="1826800" y="1511713"/>
                  <a:pt x="1825847" y="1509236"/>
                </a:cubicBezTo>
                <a:cubicBezTo>
                  <a:pt x="1824895" y="1506855"/>
                  <a:pt x="1824895" y="1504188"/>
                  <a:pt x="1825847" y="1501712"/>
                </a:cubicBezTo>
                <a:close/>
                <a:moveTo>
                  <a:pt x="2416588" y="2879027"/>
                </a:moveTo>
                <a:lnTo>
                  <a:pt x="2435638" y="2879027"/>
                </a:lnTo>
                <a:lnTo>
                  <a:pt x="2435638" y="2883789"/>
                </a:lnTo>
                <a:lnTo>
                  <a:pt x="2416588" y="2883789"/>
                </a:lnTo>
                <a:lnTo>
                  <a:pt x="2416588" y="2879027"/>
                </a:lnTo>
                <a:close/>
                <a:moveTo>
                  <a:pt x="2426399" y="2760726"/>
                </a:moveTo>
                <a:lnTo>
                  <a:pt x="2426399" y="2741962"/>
                </a:lnTo>
                <a:cubicBezTo>
                  <a:pt x="2426399" y="2739867"/>
                  <a:pt x="2428113" y="2738152"/>
                  <a:pt x="2430209" y="2738152"/>
                </a:cubicBezTo>
                <a:lnTo>
                  <a:pt x="2448973" y="2738152"/>
                </a:lnTo>
                <a:cubicBezTo>
                  <a:pt x="2451068" y="2738152"/>
                  <a:pt x="2452783" y="2739867"/>
                  <a:pt x="2452783" y="2741962"/>
                </a:cubicBezTo>
                <a:lnTo>
                  <a:pt x="2452783" y="2760726"/>
                </a:lnTo>
                <a:cubicBezTo>
                  <a:pt x="2452783" y="2762822"/>
                  <a:pt x="2451068" y="2764536"/>
                  <a:pt x="2448973" y="2764536"/>
                </a:cubicBezTo>
                <a:lnTo>
                  <a:pt x="2430209" y="2764536"/>
                </a:lnTo>
                <a:cubicBezTo>
                  <a:pt x="2428113" y="2764536"/>
                  <a:pt x="2426399" y="2762822"/>
                  <a:pt x="2426399" y="2760726"/>
                </a:cubicBezTo>
                <a:close/>
                <a:moveTo>
                  <a:pt x="2861501" y="751523"/>
                </a:moveTo>
                <a:lnTo>
                  <a:pt x="2861501" y="643223"/>
                </a:lnTo>
                <a:lnTo>
                  <a:pt x="2854357" y="643223"/>
                </a:lnTo>
                <a:lnTo>
                  <a:pt x="2854357" y="752761"/>
                </a:lnTo>
                <a:cubicBezTo>
                  <a:pt x="2854357" y="753618"/>
                  <a:pt x="2854643" y="754380"/>
                  <a:pt x="2855119" y="755047"/>
                </a:cubicBezTo>
                <a:lnTo>
                  <a:pt x="2880551" y="786289"/>
                </a:lnTo>
                <a:cubicBezTo>
                  <a:pt x="2877693" y="789813"/>
                  <a:pt x="2875884" y="794290"/>
                  <a:pt x="2875884" y="799148"/>
                </a:cubicBezTo>
                <a:cubicBezTo>
                  <a:pt x="2875884" y="810482"/>
                  <a:pt x="2885123" y="819722"/>
                  <a:pt x="2896457" y="819722"/>
                </a:cubicBezTo>
                <a:cubicBezTo>
                  <a:pt x="2899982" y="819722"/>
                  <a:pt x="2903220" y="818769"/>
                  <a:pt x="2906173" y="817150"/>
                </a:cubicBezTo>
                <a:lnTo>
                  <a:pt x="2922746" y="837438"/>
                </a:lnTo>
                <a:lnTo>
                  <a:pt x="2922746" y="974027"/>
                </a:lnTo>
                <a:cubicBezTo>
                  <a:pt x="2922746" y="975074"/>
                  <a:pt x="2923223" y="976027"/>
                  <a:pt x="2923985" y="976694"/>
                </a:cubicBezTo>
                <a:lnTo>
                  <a:pt x="2948369" y="997839"/>
                </a:lnTo>
                <a:lnTo>
                  <a:pt x="2948369" y="1219772"/>
                </a:lnTo>
                <a:lnTo>
                  <a:pt x="2901696" y="1265206"/>
                </a:lnTo>
                <a:lnTo>
                  <a:pt x="2660047" y="1268540"/>
                </a:lnTo>
                <a:lnTo>
                  <a:pt x="2545366" y="1268540"/>
                </a:lnTo>
                <a:lnTo>
                  <a:pt x="2532507" y="1250442"/>
                </a:lnTo>
                <a:cubicBezTo>
                  <a:pt x="2531840" y="1249490"/>
                  <a:pt x="2530793" y="1248918"/>
                  <a:pt x="2529554" y="1248918"/>
                </a:cubicBezTo>
                <a:lnTo>
                  <a:pt x="2357819" y="1248918"/>
                </a:lnTo>
                <a:cubicBezTo>
                  <a:pt x="2356961" y="1248918"/>
                  <a:pt x="2356104" y="1249204"/>
                  <a:pt x="2355437" y="1249775"/>
                </a:cubicBezTo>
                <a:lnTo>
                  <a:pt x="2338673" y="1264730"/>
                </a:lnTo>
                <a:cubicBezTo>
                  <a:pt x="2337911" y="1265396"/>
                  <a:pt x="2337435" y="1266349"/>
                  <a:pt x="2337435" y="1267397"/>
                </a:cubicBezTo>
                <a:lnTo>
                  <a:pt x="2337435" y="1352264"/>
                </a:lnTo>
                <a:cubicBezTo>
                  <a:pt x="2337435" y="1353407"/>
                  <a:pt x="2337911" y="1354360"/>
                  <a:pt x="2338769" y="1355122"/>
                </a:cubicBezTo>
                <a:lnTo>
                  <a:pt x="2361438" y="1372743"/>
                </a:lnTo>
                <a:lnTo>
                  <a:pt x="2361438" y="1385983"/>
                </a:lnTo>
                <a:cubicBezTo>
                  <a:pt x="2361438" y="1389221"/>
                  <a:pt x="2364105" y="1391888"/>
                  <a:pt x="2367344" y="1391888"/>
                </a:cubicBezTo>
                <a:lnTo>
                  <a:pt x="2409539" y="1391888"/>
                </a:lnTo>
                <a:cubicBezTo>
                  <a:pt x="2413159" y="1391888"/>
                  <a:pt x="2416207" y="1388936"/>
                  <a:pt x="2416207" y="1385221"/>
                </a:cubicBezTo>
                <a:lnTo>
                  <a:pt x="2416207" y="1343787"/>
                </a:lnTo>
                <a:cubicBezTo>
                  <a:pt x="2416207" y="1340168"/>
                  <a:pt x="2413254" y="1337120"/>
                  <a:pt x="2409539" y="1337120"/>
                </a:cubicBezTo>
                <a:lnTo>
                  <a:pt x="2368106" y="1337120"/>
                </a:lnTo>
                <a:cubicBezTo>
                  <a:pt x="2364486" y="1337120"/>
                  <a:pt x="2361438" y="1340072"/>
                  <a:pt x="2361438" y="1343787"/>
                </a:cubicBezTo>
                <a:lnTo>
                  <a:pt x="2361438" y="1363694"/>
                </a:lnTo>
                <a:lnTo>
                  <a:pt x="2344579" y="1350550"/>
                </a:lnTo>
                <a:lnTo>
                  <a:pt x="2344579" y="1269016"/>
                </a:lnTo>
                <a:lnTo>
                  <a:pt x="2359152" y="1256062"/>
                </a:lnTo>
                <a:lnTo>
                  <a:pt x="2527745" y="1256062"/>
                </a:lnTo>
                <a:lnTo>
                  <a:pt x="2540603" y="1274159"/>
                </a:lnTo>
                <a:cubicBezTo>
                  <a:pt x="2541270" y="1275112"/>
                  <a:pt x="2542318" y="1275683"/>
                  <a:pt x="2543556" y="1275683"/>
                </a:cubicBezTo>
                <a:lnTo>
                  <a:pt x="2660142" y="1275683"/>
                </a:lnTo>
                <a:lnTo>
                  <a:pt x="2903315" y="1272350"/>
                </a:lnTo>
                <a:cubicBezTo>
                  <a:pt x="2904268" y="1272350"/>
                  <a:pt x="2905125" y="1271969"/>
                  <a:pt x="2905792" y="1271302"/>
                </a:cubicBezTo>
                <a:lnTo>
                  <a:pt x="2954560" y="1223772"/>
                </a:lnTo>
                <a:cubicBezTo>
                  <a:pt x="2955227" y="1223105"/>
                  <a:pt x="2955608" y="1222153"/>
                  <a:pt x="2955608" y="1221200"/>
                </a:cubicBezTo>
                <a:lnTo>
                  <a:pt x="2955608" y="996125"/>
                </a:lnTo>
                <a:cubicBezTo>
                  <a:pt x="2955608" y="995077"/>
                  <a:pt x="2955131" y="994124"/>
                  <a:pt x="2954369" y="993458"/>
                </a:cubicBezTo>
                <a:lnTo>
                  <a:pt x="2929985" y="972312"/>
                </a:lnTo>
                <a:lnTo>
                  <a:pt x="2929985" y="836104"/>
                </a:lnTo>
                <a:cubicBezTo>
                  <a:pt x="2929985" y="835247"/>
                  <a:pt x="2929700" y="834485"/>
                  <a:pt x="2929128" y="833819"/>
                </a:cubicBezTo>
                <a:lnTo>
                  <a:pt x="2911793" y="812673"/>
                </a:lnTo>
                <a:cubicBezTo>
                  <a:pt x="2915031" y="809054"/>
                  <a:pt x="2917031" y="804291"/>
                  <a:pt x="2917031" y="799052"/>
                </a:cubicBezTo>
                <a:cubicBezTo>
                  <a:pt x="2917031" y="787718"/>
                  <a:pt x="2907792" y="778478"/>
                  <a:pt x="2896457" y="778478"/>
                </a:cubicBezTo>
                <a:cubicBezTo>
                  <a:pt x="2892552" y="778478"/>
                  <a:pt x="2889028" y="779621"/>
                  <a:pt x="2885885" y="781526"/>
                </a:cubicBezTo>
                <a:lnTo>
                  <a:pt x="2861405" y="751427"/>
                </a:lnTo>
                <a:close/>
                <a:moveTo>
                  <a:pt x="2366201" y="1343882"/>
                </a:moveTo>
                <a:cubicBezTo>
                  <a:pt x="2366201" y="1342835"/>
                  <a:pt x="2367058" y="1341977"/>
                  <a:pt x="2368106" y="1341977"/>
                </a:cubicBezTo>
                <a:lnTo>
                  <a:pt x="2409539" y="1341977"/>
                </a:lnTo>
                <a:cubicBezTo>
                  <a:pt x="2410587" y="1341977"/>
                  <a:pt x="2411444" y="1342835"/>
                  <a:pt x="2411444" y="1343882"/>
                </a:cubicBezTo>
                <a:lnTo>
                  <a:pt x="2411444" y="1385316"/>
                </a:lnTo>
                <a:cubicBezTo>
                  <a:pt x="2411444" y="1386364"/>
                  <a:pt x="2410587" y="1387221"/>
                  <a:pt x="2409539" y="1387221"/>
                </a:cubicBezTo>
                <a:lnTo>
                  <a:pt x="2367344" y="1387221"/>
                </a:lnTo>
                <a:cubicBezTo>
                  <a:pt x="2366677" y="1387221"/>
                  <a:pt x="2366201" y="1386650"/>
                  <a:pt x="2366201" y="1386078"/>
                </a:cubicBezTo>
                <a:lnTo>
                  <a:pt x="2366201" y="1343882"/>
                </a:lnTo>
                <a:close/>
                <a:moveTo>
                  <a:pt x="2896457" y="785717"/>
                </a:moveTo>
                <a:cubicBezTo>
                  <a:pt x="2903887" y="785717"/>
                  <a:pt x="2909888" y="791718"/>
                  <a:pt x="2909888" y="799148"/>
                </a:cubicBezTo>
                <a:cubicBezTo>
                  <a:pt x="2909888" y="803339"/>
                  <a:pt x="2907887" y="807053"/>
                  <a:pt x="2904839" y="809530"/>
                </a:cubicBezTo>
                <a:lnTo>
                  <a:pt x="2903887" y="810292"/>
                </a:lnTo>
                <a:cubicBezTo>
                  <a:pt x="2901792" y="811721"/>
                  <a:pt x="2899220" y="812578"/>
                  <a:pt x="2896457" y="812578"/>
                </a:cubicBezTo>
                <a:cubicBezTo>
                  <a:pt x="2889028" y="812578"/>
                  <a:pt x="2883027" y="806577"/>
                  <a:pt x="2883027" y="799148"/>
                </a:cubicBezTo>
                <a:cubicBezTo>
                  <a:pt x="2883027" y="791718"/>
                  <a:pt x="2889028" y="785717"/>
                  <a:pt x="2896457" y="785717"/>
                </a:cubicBezTo>
                <a:close/>
                <a:moveTo>
                  <a:pt x="3107150" y="2440115"/>
                </a:moveTo>
                <a:lnTo>
                  <a:pt x="3114770" y="2440115"/>
                </a:lnTo>
                <a:lnTo>
                  <a:pt x="3114770" y="2447259"/>
                </a:lnTo>
                <a:lnTo>
                  <a:pt x="3107150" y="2447259"/>
                </a:lnTo>
                <a:cubicBezTo>
                  <a:pt x="3107150" y="2447259"/>
                  <a:pt x="3107150" y="2440115"/>
                  <a:pt x="3107150" y="2440115"/>
                </a:cubicBezTo>
                <a:close/>
                <a:moveTo>
                  <a:pt x="3008757" y="2367915"/>
                </a:moveTo>
                <a:lnTo>
                  <a:pt x="3028855" y="2367915"/>
                </a:lnTo>
                <a:cubicBezTo>
                  <a:pt x="3032188" y="2367915"/>
                  <a:pt x="3034855" y="2370582"/>
                  <a:pt x="3034855" y="2373916"/>
                </a:cubicBezTo>
                <a:lnTo>
                  <a:pt x="3034855" y="2382298"/>
                </a:lnTo>
                <a:lnTo>
                  <a:pt x="3042095" y="2382298"/>
                </a:lnTo>
                <a:lnTo>
                  <a:pt x="3042095" y="2389442"/>
                </a:lnTo>
                <a:lnTo>
                  <a:pt x="3034855" y="2389442"/>
                </a:lnTo>
                <a:lnTo>
                  <a:pt x="3034855" y="2394014"/>
                </a:lnTo>
                <a:cubicBezTo>
                  <a:pt x="3034855" y="2397347"/>
                  <a:pt x="3032188" y="2400014"/>
                  <a:pt x="3028855" y="2400014"/>
                </a:cubicBezTo>
                <a:lnTo>
                  <a:pt x="3008757" y="2400014"/>
                </a:lnTo>
                <a:cubicBezTo>
                  <a:pt x="3005423" y="2400014"/>
                  <a:pt x="3002756" y="2397347"/>
                  <a:pt x="3002756" y="2394014"/>
                </a:cubicBezTo>
                <a:lnTo>
                  <a:pt x="3002756" y="2373916"/>
                </a:lnTo>
                <a:cubicBezTo>
                  <a:pt x="3002756" y="2370582"/>
                  <a:pt x="3005423" y="2367915"/>
                  <a:pt x="3008757" y="2367915"/>
                </a:cubicBezTo>
                <a:close/>
                <a:moveTo>
                  <a:pt x="1545622" y="2965990"/>
                </a:moveTo>
                <a:lnTo>
                  <a:pt x="1528953" y="2982373"/>
                </a:lnTo>
                <a:cubicBezTo>
                  <a:pt x="1528953" y="2982373"/>
                  <a:pt x="1528001" y="2982087"/>
                  <a:pt x="1527524" y="2982087"/>
                </a:cubicBezTo>
                <a:lnTo>
                  <a:pt x="1515047" y="2982087"/>
                </a:lnTo>
                <a:cubicBezTo>
                  <a:pt x="1511999" y="2982087"/>
                  <a:pt x="1509522" y="2984563"/>
                  <a:pt x="1509522" y="2987612"/>
                </a:cubicBezTo>
                <a:lnTo>
                  <a:pt x="1509522" y="3000089"/>
                </a:lnTo>
                <a:cubicBezTo>
                  <a:pt x="1509522" y="3003137"/>
                  <a:pt x="1511999" y="3005614"/>
                  <a:pt x="1515047" y="3005614"/>
                </a:cubicBezTo>
                <a:lnTo>
                  <a:pt x="1527524" y="3005614"/>
                </a:lnTo>
                <a:cubicBezTo>
                  <a:pt x="1530572" y="3005614"/>
                  <a:pt x="1533049" y="3003137"/>
                  <a:pt x="1533049" y="3000089"/>
                </a:cubicBezTo>
                <a:lnTo>
                  <a:pt x="1533049" y="2987612"/>
                </a:lnTo>
                <a:cubicBezTo>
                  <a:pt x="1533049" y="2986850"/>
                  <a:pt x="1532858" y="2986088"/>
                  <a:pt x="1532573" y="2985421"/>
                </a:cubicBezTo>
                <a:lnTo>
                  <a:pt x="1547527" y="2970752"/>
                </a:lnTo>
                <a:lnTo>
                  <a:pt x="1650778" y="2971038"/>
                </a:lnTo>
                <a:lnTo>
                  <a:pt x="1660684" y="2980087"/>
                </a:lnTo>
                <a:lnTo>
                  <a:pt x="1717453" y="2980087"/>
                </a:lnTo>
                <a:cubicBezTo>
                  <a:pt x="1718882" y="2984468"/>
                  <a:pt x="1722882" y="2987707"/>
                  <a:pt x="1727740" y="2987707"/>
                </a:cubicBezTo>
                <a:cubicBezTo>
                  <a:pt x="1733741" y="2987707"/>
                  <a:pt x="1738694" y="2982849"/>
                  <a:pt x="1738694" y="2976753"/>
                </a:cubicBezTo>
                <a:cubicBezTo>
                  <a:pt x="1738694" y="2970657"/>
                  <a:pt x="1733836" y="2965799"/>
                  <a:pt x="1727740" y="2965799"/>
                </a:cubicBezTo>
                <a:cubicBezTo>
                  <a:pt x="1722215" y="2965799"/>
                  <a:pt x="1717834" y="2969990"/>
                  <a:pt x="1717167" y="2975229"/>
                </a:cubicBezTo>
                <a:lnTo>
                  <a:pt x="1662589" y="2975229"/>
                </a:lnTo>
                <a:cubicBezTo>
                  <a:pt x="1662589" y="2975229"/>
                  <a:pt x="1652683" y="2966085"/>
                  <a:pt x="1652683" y="2966085"/>
                </a:cubicBezTo>
                <a:lnTo>
                  <a:pt x="1546670" y="2965799"/>
                </a:lnTo>
                <a:lnTo>
                  <a:pt x="1545717" y="2965799"/>
                </a:lnTo>
                <a:close/>
                <a:moveTo>
                  <a:pt x="1528382" y="3000185"/>
                </a:moveTo>
                <a:cubicBezTo>
                  <a:pt x="1528382" y="3000185"/>
                  <a:pt x="1528001" y="3000947"/>
                  <a:pt x="1527620" y="3000947"/>
                </a:cubicBezTo>
                <a:lnTo>
                  <a:pt x="1515142" y="3000947"/>
                </a:lnTo>
                <a:cubicBezTo>
                  <a:pt x="1515142" y="3000947"/>
                  <a:pt x="1514380" y="3000566"/>
                  <a:pt x="1514380" y="3000185"/>
                </a:cubicBezTo>
                <a:lnTo>
                  <a:pt x="1514380" y="2987707"/>
                </a:lnTo>
                <a:cubicBezTo>
                  <a:pt x="1514380" y="2987707"/>
                  <a:pt x="1514761" y="2986945"/>
                  <a:pt x="1515142" y="2986945"/>
                </a:cubicBezTo>
                <a:lnTo>
                  <a:pt x="1527620" y="2986945"/>
                </a:lnTo>
                <a:cubicBezTo>
                  <a:pt x="1527620" y="2986945"/>
                  <a:pt x="1528382" y="2987326"/>
                  <a:pt x="1528382" y="2987707"/>
                </a:cubicBezTo>
                <a:lnTo>
                  <a:pt x="1528382" y="3000185"/>
                </a:lnTo>
                <a:close/>
                <a:moveTo>
                  <a:pt x="1727835" y="2970752"/>
                </a:moveTo>
                <a:cubicBezTo>
                  <a:pt x="1731264" y="2970752"/>
                  <a:pt x="1734026" y="2973515"/>
                  <a:pt x="1734026" y="2976944"/>
                </a:cubicBezTo>
                <a:cubicBezTo>
                  <a:pt x="1734026" y="2980373"/>
                  <a:pt x="1731264" y="2983135"/>
                  <a:pt x="1727835" y="2983135"/>
                </a:cubicBezTo>
                <a:cubicBezTo>
                  <a:pt x="1724406" y="2983135"/>
                  <a:pt x="1721644" y="2980373"/>
                  <a:pt x="1721644" y="2976944"/>
                </a:cubicBezTo>
                <a:cubicBezTo>
                  <a:pt x="1721644" y="2973515"/>
                  <a:pt x="1724406" y="2970752"/>
                  <a:pt x="1727835" y="2970752"/>
                </a:cubicBezTo>
                <a:close/>
                <a:moveTo>
                  <a:pt x="3088100" y="2440019"/>
                </a:moveTo>
                <a:lnTo>
                  <a:pt x="3097625" y="2440019"/>
                </a:lnTo>
                <a:cubicBezTo>
                  <a:pt x="3097625" y="2440019"/>
                  <a:pt x="3097625" y="2447163"/>
                  <a:pt x="3097625" y="2447163"/>
                </a:cubicBezTo>
                <a:lnTo>
                  <a:pt x="3088100" y="2447163"/>
                </a:lnTo>
                <a:cubicBezTo>
                  <a:pt x="3088100" y="2447163"/>
                  <a:pt x="3088100" y="2440019"/>
                  <a:pt x="3088100" y="2440019"/>
                </a:cubicBezTo>
                <a:close/>
                <a:moveTo>
                  <a:pt x="2174081" y="2996470"/>
                </a:moveTo>
                <a:lnTo>
                  <a:pt x="2169319" y="2996470"/>
                </a:lnTo>
                <a:lnTo>
                  <a:pt x="2169319" y="2977420"/>
                </a:lnTo>
                <a:lnTo>
                  <a:pt x="2174081" y="2977420"/>
                </a:lnTo>
                <a:lnTo>
                  <a:pt x="2174081" y="2996470"/>
                </a:lnTo>
                <a:close/>
                <a:moveTo>
                  <a:pt x="3069050" y="2440019"/>
                </a:moveTo>
                <a:lnTo>
                  <a:pt x="3078575" y="2440019"/>
                </a:lnTo>
                <a:cubicBezTo>
                  <a:pt x="3078575" y="2440019"/>
                  <a:pt x="3078575" y="2447163"/>
                  <a:pt x="3078575" y="2447163"/>
                </a:cubicBezTo>
                <a:lnTo>
                  <a:pt x="3069050" y="2447163"/>
                </a:lnTo>
                <a:cubicBezTo>
                  <a:pt x="3069050" y="2447163"/>
                  <a:pt x="3069050" y="2440019"/>
                  <a:pt x="3069050" y="2440019"/>
                </a:cubicBezTo>
                <a:close/>
                <a:moveTo>
                  <a:pt x="3061145" y="2389442"/>
                </a:moveTo>
                <a:lnTo>
                  <a:pt x="3051620" y="2389442"/>
                </a:lnTo>
                <a:lnTo>
                  <a:pt x="3051620" y="2382298"/>
                </a:lnTo>
                <a:lnTo>
                  <a:pt x="3061145" y="2382298"/>
                </a:lnTo>
                <a:lnTo>
                  <a:pt x="3061145" y="2389442"/>
                </a:lnTo>
                <a:close/>
                <a:moveTo>
                  <a:pt x="3080195" y="2389442"/>
                </a:moveTo>
                <a:lnTo>
                  <a:pt x="3070670" y="2389442"/>
                </a:lnTo>
                <a:lnTo>
                  <a:pt x="3070670" y="2382298"/>
                </a:lnTo>
                <a:lnTo>
                  <a:pt x="3080195" y="2382298"/>
                </a:lnTo>
                <a:lnTo>
                  <a:pt x="3080195" y="2389442"/>
                </a:lnTo>
                <a:close/>
                <a:moveTo>
                  <a:pt x="3084005" y="2176367"/>
                </a:moveTo>
                <a:lnTo>
                  <a:pt x="3084005" y="2179606"/>
                </a:lnTo>
                <a:lnTo>
                  <a:pt x="3114770" y="2179606"/>
                </a:lnTo>
                <a:lnTo>
                  <a:pt x="3114770" y="2183797"/>
                </a:lnTo>
                <a:lnTo>
                  <a:pt x="3084005" y="2183797"/>
                </a:lnTo>
                <a:lnTo>
                  <a:pt x="3084005" y="2187035"/>
                </a:lnTo>
                <a:cubicBezTo>
                  <a:pt x="3084005" y="2189607"/>
                  <a:pt x="3081909" y="2191798"/>
                  <a:pt x="3079242" y="2191798"/>
                </a:cubicBezTo>
                <a:lnTo>
                  <a:pt x="3068669" y="2191798"/>
                </a:lnTo>
                <a:cubicBezTo>
                  <a:pt x="3066098" y="2191798"/>
                  <a:pt x="3063907" y="2189702"/>
                  <a:pt x="3063907" y="2187035"/>
                </a:cubicBezTo>
                <a:lnTo>
                  <a:pt x="3063907" y="2176463"/>
                </a:lnTo>
                <a:cubicBezTo>
                  <a:pt x="3063907" y="2173891"/>
                  <a:pt x="3066002" y="2171700"/>
                  <a:pt x="3068669" y="2171700"/>
                </a:cubicBezTo>
                <a:lnTo>
                  <a:pt x="3079242" y="2171700"/>
                </a:lnTo>
                <a:cubicBezTo>
                  <a:pt x="3081814" y="2171700"/>
                  <a:pt x="3084005" y="2173796"/>
                  <a:pt x="3084005" y="2176463"/>
                </a:cubicBezTo>
                <a:close/>
                <a:moveTo>
                  <a:pt x="3108770" y="2382298"/>
                </a:moveTo>
                <a:lnTo>
                  <a:pt x="3114770" y="2382298"/>
                </a:lnTo>
                <a:lnTo>
                  <a:pt x="3114770" y="2389442"/>
                </a:lnTo>
                <a:lnTo>
                  <a:pt x="3108770" y="2389442"/>
                </a:lnTo>
                <a:lnTo>
                  <a:pt x="3108770" y="2382298"/>
                </a:lnTo>
                <a:close/>
                <a:moveTo>
                  <a:pt x="3067907" y="2311527"/>
                </a:moveTo>
                <a:cubicBezTo>
                  <a:pt x="3073622" y="2311527"/>
                  <a:pt x="3078194" y="2307336"/>
                  <a:pt x="3079337" y="2302002"/>
                </a:cubicBezTo>
                <a:lnTo>
                  <a:pt x="3114770" y="2302002"/>
                </a:lnTo>
                <a:lnTo>
                  <a:pt x="3114770" y="2268569"/>
                </a:lnTo>
                <a:lnTo>
                  <a:pt x="3072575" y="2229422"/>
                </a:lnTo>
                <a:cubicBezTo>
                  <a:pt x="3074575" y="2227231"/>
                  <a:pt x="3075909" y="2224278"/>
                  <a:pt x="3075909" y="2221135"/>
                </a:cubicBezTo>
                <a:cubicBezTo>
                  <a:pt x="3075909" y="2214182"/>
                  <a:pt x="3070193" y="2208467"/>
                  <a:pt x="3063240" y="2208467"/>
                </a:cubicBezTo>
                <a:cubicBezTo>
                  <a:pt x="3056287" y="2208467"/>
                  <a:pt x="3050572" y="2214182"/>
                  <a:pt x="3050572" y="2221135"/>
                </a:cubicBezTo>
                <a:cubicBezTo>
                  <a:pt x="3050572" y="2228088"/>
                  <a:pt x="3056287" y="2233803"/>
                  <a:pt x="3063240" y="2233803"/>
                </a:cubicBezTo>
                <a:cubicBezTo>
                  <a:pt x="3065240" y="2233803"/>
                  <a:pt x="3067050" y="2233232"/>
                  <a:pt x="3068765" y="2232374"/>
                </a:cubicBezTo>
                <a:lnTo>
                  <a:pt x="3114675" y="2275046"/>
                </a:lnTo>
                <a:lnTo>
                  <a:pt x="3114675" y="2297335"/>
                </a:lnTo>
                <a:lnTo>
                  <a:pt x="3079337" y="2297335"/>
                </a:lnTo>
                <a:cubicBezTo>
                  <a:pt x="3078194" y="2291906"/>
                  <a:pt x="3073622" y="2287810"/>
                  <a:pt x="3067907" y="2287810"/>
                </a:cubicBezTo>
                <a:cubicBezTo>
                  <a:pt x="3061335" y="2287810"/>
                  <a:pt x="3056001" y="2293144"/>
                  <a:pt x="3056001" y="2299716"/>
                </a:cubicBezTo>
                <a:cubicBezTo>
                  <a:pt x="3056001" y="2306288"/>
                  <a:pt x="3061335" y="2311622"/>
                  <a:pt x="3067907" y="2311622"/>
                </a:cubicBezTo>
                <a:close/>
                <a:moveTo>
                  <a:pt x="3063240" y="2228945"/>
                </a:moveTo>
                <a:cubicBezTo>
                  <a:pt x="3058859" y="2228945"/>
                  <a:pt x="3055334" y="2225421"/>
                  <a:pt x="3055334" y="2221040"/>
                </a:cubicBezTo>
                <a:cubicBezTo>
                  <a:pt x="3055334" y="2216658"/>
                  <a:pt x="3058859" y="2213134"/>
                  <a:pt x="3063240" y="2213134"/>
                </a:cubicBezTo>
                <a:cubicBezTo>
                  <a:pt x="3067622" y="2213134"/>
                  <a:pt x="3071146" y="2216658"/>
                  <a:pt x="3071146" y="2221040"/>
                </a:cubicBezTo>
                <a:cubicBezTo>
                  <a:pt x="3071146" y="2225421"/>
                  <a:pt x="3067622" y="2228945"/>
                  <a:pt x="3063240" y="2228945"/>
                </a:cubicBezTo>
                <a:close/>
                <a:moveTo>
                  <a:pt x="3067907" y="2292477"/>
                </a:moveTo>
                <a:cubicBezTo>
                  <a:pt x="3071813" y="2292477"/>
                  <a:pt x="3075051" y="2295716"/>
                  <a:pt x="3075051" y="2299621"/>
                </a:cubicBezTo>
                <a:cubicBezTo>
                  <a:pt x="3075051" y="2303526"/>
                  <a:pt x="3071813" y="2306765"/>
                  <a:pt x="3067907" y="2306765"/>
                </a:cubicBezTo>
                <a:cubicBezTo>
                  <a:pt x="3064002" y="2306765"/>
                  <a:pt x="3060763" y="2303526"/>
                  <a:pt x="3060763" y="2299621"/>
                </a:cubicBezTo>
                <a:cubicBezTo>
                  <a:pt x="3060763" y="2295716"/>
                  <a:pt x="3064002" y="2292477"/>
                  <a:pt x="3067907" y="2292477"/>
                </a:cubicBezTo>
                <a:close/>
                <a:moveTo>
                  <a:pt x="3063240" y="2274951"/>
                </a:moveTo>
                <a:cubicBezTo>
                  <a:pt x="3057525" y="2274951"/>
                  <a:pt x="3052953" y="2270379"/>
                  <a:pt x="3052953" y="2264664"/>
                </a:cubicBezTo>
                <a:cubicBezTo>
                  <a:pt x="3052953" y="2258949"/>
                  <a:pt x="3057525" y="2254377"/>
                  <a:pt x="3063240" y="2254377"/>
                </a:cubicBezTo>
                <a:cubicBezTo>
                  <a:pt x="3068955" y="2254377"/>
                  <a:pt x="3073527" y="2258949"/>
                  <a:pt x="3073527" y="2264664"/>
                </a:cubicBezTo>
                <a:cubicBezTo>
                  <a:pt x="3073527" y="2270379"/>
                  <a:pt x="3068955" y="2274951"/>
                  <a:pt x="3063240" y="2274951"/>
                </a:cubicBezTo>
                <a:close/>
                <a:moveTo>
                  <a:pt x="3094387" y="2337149"/>
                </a:moveTo>
                <a:lnTo>
                  <a:pt x="3094387" y="2323624"/>
                </a:lnTo>
                <a:cubicBezTo>
                  <a:pt x="3094387" y="2321052"/>
                  <a:pt x="3096482" y="2318861"/>
                  <a:pt x="3099149" y="2318861"/>
                </a:cubicBezTo>
                <a:lnTo>
                  <a:pt x="3112675" y="2318861"/>
                </a:lnTo>
                <a:cubicBezTo>
                  <a:pt x="3113437" y="2318861"/>
                  <a:pt x="3114199" y="2319147"/>
                  <a:pt x="3114866" y="2319433"/>
                </a:cubicBezTo>
                <a:lnTo>
                  <a:pt x="3114866" y="2341245"/>
                </a:lnTo>
                <a:cubicBezTo>
                  <a:pt x="3114199" y="2341626"/>
                  <a:pt x="3113532" y="2341817"/>
                  <a:pt x="3112675" y="2341817"/>
                </a:cubicBezTo>
                <a:lnTo>
                  <a:pt x="3099149" y="2341817"/>
                </a:lnTo>
                <a:cubicBezTo>
                  <a:pt x="3096578" y="2341817"/>
                  <a:pt x="3094387" y="2339721"/>
                  <a:pt x="3094387" y="2337054"/>
                </a:cubicBezTo>
                <a:close/>
                <a:moveTo>
                  <a:pt x="3109055" y="2208371"/>
                </a:moveTo>
                <a:cubicBezTo>
                  <a:pt x="3111151" y="2208371"/>
                  <a:pt x="3113056" y="2209038"/>
                  <a:pt x="3114770" y="2209895"/>
                </a:cubicBezTo>
                <a:lnTo>
                  <a:pt x="3114770" y="2215706"/>
                </a:lnTo>
                <a:cubicBezTo>
                  <a:pt x="3113342" y="2214182"/>
                  <a:pt x="3111342" y="2213134"/>
                  <a:pt x="3109055" y="2213134"/>
                </a:cubicBezTo>
                <a:cubicBezTo>
                  <a:pt x="3104674" y="2213134"/>
                  <a:pt x="3101150" y="2216658"/>
                  <a:pt x="3101150" y="2221040"/>
                </a:cubicBezTo>
                <a:cubicBezTo>
                  <a:pt x="3101150" y="2225421"/>
                  <a:pt x="3104674" y="2228945"/>
                  <a:pt x="3109055" y="2228945"/>
                </a:cubicBezTo>
                <a:cubicBezTo>
                  <a:pt x="3111342" y="2228945"/>
                  <a:pt x="3113342" y="2227898"/>
                  <a:pt x="3114770" y="2226374"/>
                </a:cubicBezTo>
                <a:lnTo>
                  <a:pt x="3114770" y="2233136"/>
                </a:lnTo>
                <a:lnTo>
                  <a:pt x="3114199" y="2232565"/>
                </a:lnTo>
                <a:cubicBezTo>
                  <a:pt x="3112580" y="2233327"/>
                  <a:pt x="3110865" y="2233708"/>
                  <a:pt x="3109055" y="2233708"/>
                </a:cubicBezTo>
                <a:cubicBezTo>
                  <a:pt x="3102102" y="2233708"/>
                  <a:pt x="3096387" y="2227993"/>
                  <a:pt x="3096387" y="2221040"/>
                </a:cubicBezTo>
                <a:cubicBezTo>
                  <a:pt x="3096387" y="2214086"/>
                  <a:pt x="3102102" y="2208371"/>
                  <a:pt x="3109055" y="2208371"/>
                </a:cubicBezTo>
                <a:close/>
                <a:moveTo>
                  <a:pt x="3099245" y="2389442"/>
                </a:moveTo>
                <a:lnTo>
                  <a:pt x="3089720" y="2389442"/>
                </a:lnTo>
                <a:lnTo>
                  <a:pt x="3089720" y="2382298"/>
                </a:lnTo>
                <a:lnTo>
                  <a:pt x="3099245" y="2382298"/>
                </a:lnTo>
                <a:lnTo>
                  <a:pt x="3099245" y="2389442"/>
                </a:lnTo>
                <a:close/>
                <a:moveTo>
                  <a:pt x="3081909" y="3027426"/>
                </a:moveTo>
                <a:lnTo>
                  <a:pt x="3082004" y="3027426"/>
                </a:lnTo>
                <a:lnTo>
                  <a:pt x="3082767" y="3142298"/>
                </a:lnTo>
                <a:lnTo>
                  <a:pt x="3114770" y="3172397"/>
                </a:lnTo>
                <a:lnTo>
                  <a:pt x="3114770" y="3165824"/>
                </a:lnTo>
                <a:lnTo>
                  <a:pt x="3087529" y="3140202"/>
                </a:lnTo>
                <a:lnTo>
                  <a:pt x="3086767" y="3027331"/>
                </a:lnTo>
                <a:lnTo>
                  <a:pt x="3097244" y="3027331"/>
                </a:lnTo>
                <a:lnTo>
                  <a:pt x="3096768" y="3088100"/>
                </a:lnTo>
                <a:lnTo>
                  <a:pt x="3114770" y="3104579"/>
                </a:lnTo>
                <a:lnTo>
                  <a:pt x="3114770" y="3098102"/>
                </a:lnTo>
                <a:lnTo>
                  <a:pt x="3101530" y="3085910"/>
                </a:lnTo>
                <a:lnTo>
                  <a:pt x="3102007" y="3027236"/>
                </a:lnTo>
                <a:lnTo>
                  <a:pt x="3102197" y="3027236"/>
                </a:lnTo>
                <a:cubicBezTo>
                  <a:pt x="3105531" y="3027236"/>
                  <a:pt x="3108198" y="3024569"/>
                  <a:pt x="3108198" y="3021235"/>
                </a:cubicBezTo>
                <a:lnTo>
                  <a:pt x="3108198" y="3013615"/>
                </a:lnTo>
                <a:cubicBezTo>
                  <a:pt x="3108198" y="3010281"/>
                  <a:pt x="3105531" y="3007614"/>
                  <a:pt x="3102197" y="3007614"/>
                </a:cubicBezTo>
                <a:lnTo>
                  <a:pt x="3081909" y="3007614"/>
                </a:lnTo>
                <a:cubicBezTo>
                  <a:pt x="3078575" y="3007614"/>
                  <a:pt x="3075909" y="3010281"/>
                  <a:pt x="3075909" y="3013615"/>
                </a:cubicBezTo>
                <a:lnTo>
                  <a:pt x="3075909" y="3021235"/>
                </a:lnTo>
                <a:cubicBezTo>
                  <a:pt x="3075909" y="3024569"/>
                  <a:pt x="3078575" y="3027236"/>
                  <a:pt x="3081909" y="3027236"/>
                </a:cubicBezTo>
                <a:close/>
                <a:moveTo>
                  <a:pt x="3096768" y="3012472"/>
                </a:moveTo>
                <a:lnTo>
                  <a:pt x="3102197" y="3012472"/>
                </a:lnTo>
                <a:cubicBezTo>
                  <a:pt x="3102864" y="3012472"/>
                  <a:pt x="3103436" y="3013043"/>
                  <a:pt x="3103436" y="3013710"/>
                </a:cubicBezTo>
                <a:lnTo>
                  <a:pt x="3103436" y="3021330"/>
                </a:lnTo>
                <a:cubicBezTo>
                  <a:pt x="3103436" y="3021997"/>
                  <a:pt x="3102864" y="3022568"/>
                  <a:pt x="3102197" y="3022568"/>
                </a:cubicBezTo>
                <a:lnTo>
                  <a:pt x="3096768" y="3022568"/>
                </a:lnTo>
                <a:lnTo>
                  <a:pt x="3096768" y="3012377"/>
                </a:lnTo>
                <a:close/>
                <a:moveTo>
                  <a:pt x="3080671" y="3013805"/>
                </a:moveTo>
                <a:cubicBezTo>
                  <a:pt x="3080671" y="3013138"/>
                  <a:pt x="3081242" y="3012567"/>
                  <a:pt x="3081909" y="3012567"/>
                </a:cubicBezTo>
                <a:lnTo>
                  <a:pt x="3087624" y="3012567"/>
                </a:lnTo>
                <a:lnTo>
                  <a:pt x="3087624" y="3022759"/>
                </a:lnTo>
                <a:lnTo>
                  <a:pt x="3081909" y="3022759"/>
                </a:lnTo>
                <a:cubicBezTo>
                  <a:pt x="3081242" y="3022759"/>
                  <a:pt x="3080671" y="3022187"/>
                  <a:pt x="3080671" y="3021521"/>
                </a:cubicBezTo>
                <a:lnTo>
                  <a:pt x="3080671" y="3013901"/>
                </a:lnTo>
                <a:close/>
                <a:moveTo>
                  <a:pt x="2164747" y="3086576"/>
                </a:moveTo>
                <a:cubicBezTo>
                  <a:pt x="2164747" y="3082671"/>
                  <a:pt x="2167890" y="3079528"/>
                  <a:pt x="2171795" y="3079528"/>
                </a:cubicBezTo>
                <a:cubicBezTo>
                  <a:pt x="2175701" y="3079528"/>
                  <a:pt x="2178844" y="3082671"/>
                  <a:pt x="2178844" y="3086576"/>
                </a:cubicBezTo>
                <a:cubicBezTo>
                  <a:pt x="2178844" y="3090482"/>
                  <a:pt x="2175701" y="3093625"/>
                  <a:pt x="2171795" y="3093625"/>
                </a:cubicBezTo>
                <a:cubicBezTo>
                  <a:pt x="2167890" y="3093625"/>
                  <a:pt x="2164747" y="3090482"/>
                  <a:pt x="2164747" y="3086576"/>
                </a:cubicBezTo>
                <a:close/>
                <a:moveTo>
                  <a:pt x="3114770" y="3353086"/>
                </a:moveTo>
                <a:lnTo>
                  <a:pt x="3114770" y="3358992"/>
                </a:lnTo>
                <a:cubicBezTo>
                  <a:pt x="3113723" y="3359944"/>
                  <a:pt x="3112675" y="3361087"/>
                  <a:pt x="3111818" y="3362230"/>
                </a:cubicBezTo>
                <a:cubicBezTo>
                  <a:pt x="3108484" y="3366802"/>
                  <a:pt x="3107150" y="3372326"/>
                  <a:pt x="3108008" y="3377946"/>
                </a:cubicBezTo>
                <a:cubicBezTo>
                  <a:pt x="3108770" y="3382804"/>
                  <a:pt x="3111246" y="3387090"/>
                  <a:pt x="3114866" y="3390424"/>
                </a:cubicBezTo>
                <a:lnTo>
                  <a:pt x="3114866" y="3396425"/>
                </a:lnTo>
                <a:cubicBezTo>
                  <a:pt x="3114866" y="3396425"/>
                  <a:pt x="3114009" y="3395948"/>
                  <a:pt x="3113532" y="3395663"/>
                </a:cubicBezTo>
                <a:cubicBezTo>
                  <a:pt x="3108008" y="3391567"/>
                  <a:pt x="3104293" y="3385566"/>
                  <a:pt x="3103245" y="3378708"/>
                </a:cubicBezTo>
                <a:cubicBezTo>
                  <a:pt x="3102197" y="3371850"/>
                  <a:pt x="3103912" y="3365087"/>
                  <a:pt x="3108008" y="3359468"/>
                </a:cubicBezTo>
                <a:cubicBezTo>
                  <a:pt x="3109913" y="3356896"/>
                  <a:pt x="3112199" y="3354800"/>
                  <a:pt x="3114866" y="3353086"/>
                </a:cubicBezTo>
                <a:close/>
                <a:moveTo>
                  <a:pt x="3114770" y="1712119"/>
                </a:moveTo>
                <a:lnTo>
                  <a:pt x="3114770" y="1740313"/>
                </a:lnTo>
                <a:cubicBezTo>
                  <a:pt x="3112580" y="1738884"/>
                  <a:pt x="3111055" y="1736598"/>
                  <a:pt x="3111055" y="1733741"/>
                </a:cubicBezTo>
                <a:lnTo>
                  <a:pt x="3111055" y="1718691"/>
                </a:lnTo>
                <a:cubicBezTo>
                  <a:pt x="3111055" y="1715929"/>
                  <a:pt x="3112580" y="1713548"/>
                  <a:pt x="3114770" y="1712119"/>
                </a:cubicBezTo>
                <a:close/>
                <a:moveTo>
                  <a:pt x="1604296" y="2908745"/>
                </a:moveTo>
                <a:cubicBezTo>
                  <a:pt x="1608868" y="2908745"/>
                  <a:pt x="1612487" y="2905601"/>
                  <a:pt x="1613535" y="2901410"/>
                </a:cubicBezTo>
                <a:lnTo>
                  <a:pt x="1671352" y="2901696"/>
                </a:lnTo>
                <a:lnTo>
                  <a:pt x="1687449" y="2915984"/>
                </a:lnTo>
                <a:lnTo>
                  <a:pt x="1719644" y="2915984"/>
                </a:lnTo>
                <a:cubicBezTo>
                  <a:pt x="1719644" y="2915984"/>
                  <a:pt x="1719644" y="2925128"/>
                  <a:pt x="1719644" y="2925128"/>
                </a:cubicBezTo>
                <a:lnTo>
                  <a:pt x="1687449" y="2925128"/>
                </a:lnTo>
                <a:cubicBezTo>
                  <a:pt x="1687449" y="2925128"/>
                  <a:pt x="1671352" y="2939415"/>
                  <a:pt x="1671352" y="2939415"/>
                </a:cubicBezTo>
                <a:lnTo>
                  <a:pt x="1642110" y="2939701"/>
                </a:lnTo>
                <a:cubicBezTo>
                  <a:pt x="1640967" y="2935510"/>
                  <a:pt x="1637348" y="2932367"/>
                  <a:pt x="1632871" y="2932367"/>
                </a:cubicBezTo>
                <a:cubicBezTo>
                  <a:pt x="1627442" y="2932367"/>
                  <a:pt x="1623060" y="2936748"/>
                  <a:pt x="1623060" y="2942177"/>
                </a:cubicBezTo>
                <a:cubicBezTo>
                  <a:pt x="1623060" y="2947607"/>
                  <a:pt x="1627442" y="2951988"/>
                  <a:pt x="1632871" y="2951988"/>
                </a:cubicBezTo>
                <a:cubicBezTo>
                  <a:pt x="1637443" y="2951988"/>
                  <a:pt x="1641062" y="2948750"/>
                  <a:pt x="1642205" y="2944559"/>
                </a:cubicBezTo>
                <a:lnTo>
                  <a:pt x="1673257" y="2944273"/>
                </a:lnTo>
                <a:lnTo>
                  <a:pt x="1689354" y="2929985"/>
                </a:lnTo>
                <a:lnTo>
                  <a:pt x="1720215" y="2929985"/>
                </a:lnTo>
                <a:cubicBezTo>
                  <a:pt x="1721263" y="2932652"/>
                  <a:pt x="1723835" y="2934653"/>
                  <a:pt x="1726882" y="2934653"/>
                </a:cubicBezTo>
                <a:lnTo>
                  <a:pt x="1740408" y="2934653"/>
                </a:lnTo>
                <a:cubicBezTo>
                  <a:pt x="1744313" y="2934653"/>
                  <a:pt x="1747552" y="2931414"/>
                  <a:pt x="1747457" y="2927509"/>
                </a:cubicBezTo>
                <a:lnTo>
                  <a:pt x="1747457" y="2913984"/>
                </a:lnTo>
                <a:cubicBezTo>
                  <a:pt x="1747457" y="2910078"/>
                  <a:pt x="1744218" y="2906840"/>
                  <a:pt x="1740218" y="2906935"/>
                </a:cubicBezTo>
                <a:lnTo>
                  <a:pt x="1726692" y="2906935"/>
                </a:lnTo>
                <a:cubicBezTo>
                  <a:pt x="1723739" y="2906935"/>
                  <a:pt x="1721168" y="2908840"/>
                  <a:pt x="1720120" y="2911412"/>
                </a:cubicBezTo>
                <a:lnTo>
                  <a:pt x="1689259" y="2911412"/>
                </a:lnTo>
                <a:cubicBezTo>
                  <a:pt x="1689259" y="2911412"/>
                  <a:pt x="1673162" y="2897124"/>
                  <a:pt x="1673162" y="2897124"/>
                </a:cubicBezTo>
                <a:lnTo>
                  <a:pt x="1613535" y="2896838"/>
                </a:lnTo>
                <a:cubicBezTo>
                  <a:pt x="1612487" y="2892647"/>
                  <a:pt x="1608773" y="2889409"/>
                  <a:pt x="1604201" y="2889409"/>
                </a:cubicBezTo>
                <a:cubicBezTo>
                  <a:pt x="1598771" y="2889409"/>
                  <a:pt x="1594390" y="2893790"/>
                  <a:pt x="1594390" y="2899220"/>
                </a:cubicBezTo>
                <a:cubicBezTo>
                  <a:pt x="1594390" y="2904649"/>
                  <a:pt x="1598771" y="2909030"/>
                  <a:pt x="1604201" y="2909030"/>
                </a:cubicBezTo>
                <a:close/>
                <a:moveTo>
                  <a:pt x="1632871" y="2947226"/>
                </a:moveTo>
                <a:cubicBezTo>
                  <a:pt x="1630109" y="2947226"/>
                  <a:pt x="1627823" y="2944940"/>
                  <a:pt x="1627823" y="2942177"/>
                </a:cubicBezTo>
                <a:cubicBezTo>
                  <a:pt x="1627823" y="2939415"/>
                  <a:pt x="1630109" y="2937129"/>
                  <a:pt x="1632871" y="2937129"/>
                </a:cubicBezTo>
                <a:cubicBezTo>
                  <a:pt x="1635633" y="2937129"/>
                  <a:pt x="1637919" y="2939415"/>
                  <a:pt x="1637919" y="2942177"/>
                </a:cubicBezTo>
                <a:cubicBezTo>
                  <a:pt x="1637919" y="2944940"/>
                  <a:pt x="1635633" y="2947226"/>
                  <a:pt x="1632871" y="2947226"/>
                </a:cubicBezTo>
                <a:close/>
                <a:moveTo>
                  <a:pt x="1726692" y="2911602"/>
                </a:moveTo>
                <a:lnTo>
                  <a:pt x="1740218" y="2911602"/>
                </a:lnTo>
                <a:cubicBezTo>
                  <a:pt x="1741551" y="2911602"/>
                  <a:pt x="1742599" y="2912555"/>
                  <a:pt x="1742599" y="2913888"/>
                </a:cubicBezTo>
                <a:lnTo>
                  <a:pt x="1742599" y="2927413"/>
                </a:lnTo>
                <a:cubicBezTo>
                  <a:pt x="1742599" y="2928747"/>
                  <a:pt x="1741646" y="2929795"/>
                  <a:pt x="1740313" y="2929795"/>
                </a:cubicBezTo>
                <a:lnTo>
                  <a:pt x="1726787" y="2929795"/>
                </a:lnTo>
                <a:cubicBezTo>
                  <a:pt x="1725454" y="2929795"/>
                  <a:pt x="1724406" y="2928842"/>
                  <a:pt x="1724406" y="2927509"/>
                </a:cubicBezTo>
                <a:lnTo>
                  <a:pt x="1724406" y="2913984"/>
                </a:lnTo>
                <a:cubicBezTo>
                  <a:pt x="1724406" y="2912650"/>
                  <a:pt x="1725359" y="2911602"/>
                  <a:pt x="1726692" y="2911602"/>
                </a:cubicBezTo>
                <a:close/>
                <a:moveTo>
                  <a:pt x="1604296" y="2893981"/>
                </a:moveTo>
                <a:cubicBezTo>
                  <a:pt x="1607058" y="2893981"/>
                  <a:pt x="1609344" y="2896267"/>
                  <a:pt x="1609344" y="2899029"/>
                </a:cubicBezTo>
                <a:cubicBezTo>
                  <a:pt x="1609344" y="2901792"/>
                  <a:pt x="1607058" y="2904077"/>
                  <a:pt x="1604296" y="2904077"/>
                </a:cubicBezTo>
                <a:cubicBezTo>
                  <a:pt x="1601534" y="2904077"/>
                  <a:pt x="1599248" y="2901792"/>
                  <a:pt x="1599248" y="2899029"/>
                </a:cubicBezTo>
                <a:cubicBezTo>
                  <a:pt x="1599248" y="2896267"/>
                  <a:pt x="1601534" y="2893981"/>
                  <a:pt x="1604296" y="2893981"/>
                </a:cubicBezTo>
                <a:close/>
                <a:moveTo>
                  <a:pt x="3063430" y="1019747"/>
                </a:moveTo>
                <a:cubicBezTo>
                  <a:pt x="3063430" y="1023461"/>
                  <a:pt x="3066384" y="1026414"/>
                  <a:pt x="3070098" y="1026414"/>
                </a:cubicBezTo>
                <a:lnTo>
                  <a:pt x="3096197" y="1026414"/>
                </a:lnTo>
                <a:cubicBezTo>
                  <a:pt x="3097435" y="1026414"/>
                  <a:pt x="3098578" y="1025938"/>
                  <a:pt x="3099530" y="1025366"/>
                </a:cubicBezTo>
                <a:cubicBezTo>
                  <a:pt x="3100292" y="1028605"/>
                  <a:pt x="3101245" y="1030415"/>
                  <a:pt x="3103340" y="1030415"/>
                </a:cubicBezTo>
                <a:lnTo>
                  <a:pt x="3103340" y="1030415"/>
                </a:lnTo>
                <a:cubicBezTo>
                  <a:pt x="3106865" y="1030415"/>
                  <a:pt x="3107436" y="1025843"/>
                  <a:pt x="3108484" y="1016889"/>
                </a:cubicBezTo>
                <a:cubicBezTo>
                  <a:pt x="3108579" y="1015841"/>
                  <a:pt x="3108770" y="1014698"/>
                  <a:pt x="3108865" y="1013555"/>
                </a:cubicBezTo>
                <a:cubicBezTo>
                  <a:pt x="3109055" y="1014698"/>
                  <a:pt x="3109151" y="1015937"/>
                  <a:pt x="3109246" y="1016889"/>
                </a:cubicBezTo>
                <a:cubicBezTo>
                  <a:pt x="3110294" y="1025938"/>
                  <a:pt x="3110865" y="1030415"/>
                  <a:pt x="3114389" y="1030415"/>
                </a:cubicBezTo>
                <a:lnTo>
                  <a:pt x="3114389" y="1030415"/>
                </a:lnTo>
                <a:cubicBezTo>
                  <a:pt x="3114389" y="1030415"/>
                  <a:pt x="3114485" y="1030415"/>
                  <a:pt x="3114580" y="1030415"/>
                </a:cubicBezTo>
                <a:lnTo>
                  <a:pt x="3114580" y="1018223"/>
                </a:lnTo>
                <a:cubicBezTo>
                  <a:pt x="3114580" y="1018699"/>
                  <a:pt x="3114485" y="1019175"/>
                  <a:pt x="3114389" y="1019747"/>
                </a:cubicBezTo>
                <a:cubicBezTo>
                  <a:pt x="3114199" y="1018604"/>
                  <a:pt x="3114104" y="1017365"/>
                  <a:pt x="3114009" y="1016318"/>
                </a:cubicBezTo>
                <a:cubicBezTo>
                  <a:pt x="3112961" y="1007269"/>
                  <a:pt x="3112389" y="1002792"/>
                  <a:pt x="3108865" y="1002792"/>
                </a:cubicBezTo>
                <a:lnTo>
                  <a:pt x="3108865" y="1002792"/>
                </a:lnTo>
                <a:cubicBezTo>
                  <a:pt x="3105341" y="1002792"/>
                  <a:pt x="3104769" y="1007364"/>
                  <a:pt x="3103721" y="1016318"/>
                </a:cubicBezTo>
                <a:cubicBezTo>
                  <a:pt x="3103626" y="1017365"/>
                  <a:pt x="3103436" y="1018508"/>
                  <a:pt x="3103340" y="1019651"/>
                </a:cubicBezTo>
                <a:cubicBezTo>
                  <a:pt x="3103150" y="1018508"/>
                  <a:pt x="3103055" y="1017270"/>
                  <a:pt x="3102959" y="1016318"/>
                </a:cubicBezTo>
                <a:lnTo>
                  <a:pt x="3102959" y="1015460"/>
                </a:lnTo>
                <a:cubicBezTo>
                  <a:pt x="3102959" y="1015460"/>
                  <a:pt x="3102864" y="1011365"/>
                  <a:pt x="3102864" y="1011365"/>
                </a:cubicBezTo>
                <a:cubicBezTo>
                  <a:pt x="3102864" y="1007650"/>
                  <a:pt x="3099911" y="1004697"/>
                  <a:pt x="3096197" y="1004697"/>
                </a:cubicBezTo>
                <a:lnTo>
                  <a:pt x="3070098" y="1004697"/>
                </a:lnTo>
                <a:cubicBezTo>
                  <a:pt x="3066384" y="1004697"/>
                  <a:pt x="3063430" y="1007650"/>
                  <a:pt x="3063430" y="1011365"/>
                </a:cubicBezTo>
                <a:lnTo>
                  <a:pt x="3063430" y="1019747"/>
                </a:lnTo>
                <a:close/>
                <a:moveTo>
                  <a:pt x="3068193" y="1011365"/>
                </a:moveTo>
                <a:cubicBezTo>
                  <a:pt x="3068193" y="1010317"/>
                  <a:pt x="3069050" y="1009460"/>
                  <a:pt x="3070098" y="1009460"/>
                </a:cubicBezTo>
                <a:lnTo>
                  <a:pt x="3096197" y="1009460"/>
                </a:lnTo>
                <a:cubicBezTo>
                  <a:pt x="3097244" y="1009460"/>
                  <a:pt x="3098102" y="1010317"/>
                  <a:pt x="3098102" y="1011365"/>
                </a:cubicBezTo>
                <a:lnTo>
                  <a:pt x="3098102" y="1019747"/>
                </a:lnTo>
                <a:cubicBezTo>
                  <a:pt x="3098102" y="1020794"/>
                  <a:pt x="3097244" y="1021652"/>
                  <a:pt x="3096197" y="1021652"/>
                </a:cubicBezTo>
                <a:lnTo>
                  <a:pt x="3070098" y="1021652"/>
                </a:lnTo>
                <a:cubicBezTo>
                  <a:pt x="3069050" y="1021652"/>
                  <a:pt x="3068193" y="1020794"/>
                  <a:pt x="3068193" y="1019747"/>
                </a:cubicBezTo>
                <a:lnTo>
                  <a:pt x="3068193" y="1011365"/>
                </a:lnTo>
                <a:close/>
                <a:moveTo>
                  <a:pt x="2182273" y="2944273"/>
                </a:moveTo>
                <a:lnTo>
                  <a:pt x="2174081" y="2953417"/>
                </a:lnTo>
                <a:lnTo>
                  <a:pt x="2174081" y="2958370"/>
                </a:lnTo>
                <a:lnTo>
                  <a:pt x="2169319" y="2958370"/>
                </a:lnTo>
                <a:lnTo>
                  <a:pt x="2169319" y="2951607"/>
                </a:lnTo>
                <a:lnTo>
                  <a:pt x="2178653" y="2941034"/>
                </a:lnTo>
                <a:lnTo>
                  <a:pt x="2182178" y="2944178"/>
                </a:lnTo>
                <a:close/>
                <a:moveTo>
                  <a:pt x="3111627" y="2616232"/>
                </a:moveTo>
                <a:lnTo>
                  <a:pt x="3102102" y="2616232"/>
                </a:lnTo>
                <a:cubicBezTo>
                  <a:pt x="3102102" y="2616232"/>
                  <a:pt x="3102102" y="2609088"/>
                  <a:pt x="3102102" y="2609088"/>
                </a:cubicBezTo>
                <a:lnTo>
                  <a:pt x="3111627" y="2609088"/>
                </a:lnTo>
                <a:cubicBezTo>
                  <a:pt x="3111627" y="2609088"/>
                  <a:pt x="3111627" y="2616232"/>
                  <a:pt x="3111627" y="2616232"/>
                </a:cubicBezTo>
                <a:close/>
                <a:moveTo>
                  <a:pt x="3114770" y="2558510"/>
                </a:moveTo>
                <a:lnTo>
                  <a:pt x="3107150" y="2558510"/>
                </a:lnTo>
                <a:cubicBezTo>
                  <a:pt x="3107150" y="2558510"/>
                  <a:pt x="3107150" y="2551367"/>
                  <a:pt x="3107150" y="2551367"/>
                </a:cubicBezTo>
                <a:lnTo>
                  <a:pt x="3114770" y="2551367"/>
                </a:lnTo>
                <a:lnTo>
                  <a:pt x="3114770" y="2558510"/>
                </a:lnTo>
                <a:close/>
                <a:moveTo>
                  <a:pt x="2163223" y="3098197"/>
                </a:moveTo>
                <a:cubicBezTo>
                  <a:pt x="2166271" y="3100483"/>
                  <a:pt x="2170081" y="3101340"/>
                  <a:pt x="2173891" y="3100769"/>
                </a:cubicBezTo>
                <a:cubicBezTo>
                  <a:pt x="2177701" y="3100197"/>
                  <a:pt x="2181035" y="3098197"/>
                  <a:pt x="2183225" y="3095054"/>
                </a:cubicBezTo>
                <a:cubicBezTo>
                  <a:pt x="2187893" y="3088672"/>
                  <a:pt x="2186559" y="3079718"/>
                  <a:pt x="2180177" y="3075051"/>
                </a:cubicBezTo>
                <a:cubicBezTo>
                  <a:pt x="2178272" y="3073718"/>
                  <a:pt x="2176177" y="3073051"/>
                  <a:pt x="2174081" y="3072670"/>
                </a:cubicBezTo>
                <a:lnTo>
                  <a:pt x="2174081" y="3053715"/>
                </a:lnTo>
                <a:lnTo>
                  <a:pt x="2169319" y="3053715"/>
                </a:lnTo>
                <a:lnTo>
                  <a:pt x="2169319" y="3072575"/>
                </a:lnTo>
                <a:cubicBezTo>
                  <a:pt x="2165795" y="3073146"/>
                  <a:pt x="2162461" y="3075051"/>
                  <a:pt x="2160175" y="3078194"/>
                </a:cubicBezTo>
                <a:cubicBezTo>
                  <a:pt x="2155508" y="3084576"/>
                  <a:pt x="2156841" y="3093530"/>
                  <a:pt x="2163223" y="3098197"/>
                </a:cubicBezTo>
                <a:close/>
                <a:moveTo>
                  <a:pt x="2162270" y="3079718"/>
                </a:moveTo>
                <a:cubicBezTo>
                  <a:pt x="2166080" y="3074575"/>
                  <a:pt x="2173415" y="3073432"/>
                  <a:pt x="2178653" y="3077242"/>
                </a:cubicBezTo>
                <a:cubicBezTo>
                  <a:pt x="2181130" y="3079052"/>
                  <a:pt x="2182844" y="3081814"/>
                  <a:pt x="2183321" y="3084862"/>
                </a:cubicBezTo>
                <a:cubicBezTo>
                  <a:pt x="2183797" y="3087910"/>
                  <a:pt x="2183035" y="3091053"/>
                  <a:pt x="2181225" y="3093530"/>
                </a:cubicBezTo>
                <a:cubicBezTo>
                  <a:pt x="2179415" y="3096006"/>
                  <a:pt x="2176653" y="3097721"/>
                  <a:pt x="2173605" y="3098197"/>
                </a:cubicBezTo>
                <a:cubicBezTo>
                  <a:pt x="2173034" y="3098197"/>
                  <a:pt x="2172367" y="3098292"/>
                  <a:pt x="2171795" y="3098292"/>
                </a:cubicBezTo>
                <a:cubicBezTo>
                  <a:pt x="2169319" y="3098292"/>
                  <a:pt x="2166938" y="3097530"/>
                  <a:pt x="2164937" y="3096006"/>
                </a:cubicBezTo>
                <a:cubicBezTo>
                  <a:pt x="2159699" y="3092196"/>
                  <a:pt x="2158651" y="3084862"/>
                  <a:pt x="2162461" y="3079623"/>
                </a:cubicBezTo>
                <a:close/>
                <a:moveTo>
                  <a:pt x="3080385" y="2967133"/>
                </a:moveTo>
                <a:cubicBezTo>
                  <a:pt x="3081719" y="2967800"/>
                  <a:pt x="3083052" y="2968085"/>
                  <a:pt x="3084386" y="2968085"/>
                </a:cubicBezTo>
                <a:cubicBezTo>
                  <a:pt x="3085814" y="2968085"/>
                  <a:pt x="3087243" y="2967704"/>
                  <a:pt x="3088577" y="2967038"/>
                </a:cubicBezTo>
                <a:lnTo>
                  <a:pt x="3114770" y="2991993"/>
                </a:lnTo>
                <a:lnTo>
                  <a:pt x="3114770" y="2985421"/>
                </a:lnTo>
                <a:lnTo>
                  <a:pt x="3092005" y="2963799"/>
                </a:lnTo>
                <a:cubicBezTo>
                  <a:pt x="3092005" y="2963799"/>
                  <a:pt x="3092387" y="2963323"/>
                  <a:pt x="3092577" y="2963037"/>
                </a:cubicBezTo>
                <a:cubicBezTo>
                  <a:pt x="3093625" y="2960846"/>
                  <a:pt x="3093815" y="2958370"/>
                  <a:pt x="3093053" y="2956084"/>
                </a:cubicBezTo>
                <a:cubicBezTo>
                  <a:pt x="3092292" y="2953798"/>
                  <a:pt x="3090672" y="2951893"/>
                  <a:pt x="3088481" y="2950845"/>
                </a:cubicBezTo>
                <a:cubicBezTo>
                  <a:pt x="3084005" y="2948654"/>
                  <a:pt x="3078480" y="2950464"/>
                  <a:pt x="3076289" y="2955036"/>
                </a:cubicBezTo>
                <a:cubicBezTo>
                  <a:pt x="3075242" y="2957227"/>
                  <a:pt x="3075051" y="2959703"/>
                  <a:pt x="3075813" y="2961989"/>
                </a:cubicBezTo>
                <a:cubicBezTo>
                  <a:pt x="3076575" y="2964275"/>
                  <a:pt x="3078194" y="2966180"/>
                  <a:pt x="3080385" y="2967228"/>
                </a:cubicBezTo>
                <a:close/>
                <a:moveTo>
                  <a:pt x="3080480" y="2956941"/>
                </a:moveTo>
                <a:cubicBezTo>
                  <a:pt x="3081242" y="2955417"/>
                  <a:pt x="3082767" y="2954465"/>
                  <a:pt x="3084386" y="2954465"/>
                </a:cubicBezTo>
                <a:cubicBezTo>
                  <a:pt x="3085052" y="2954465"/>
                  <a:pt x="3085719" y="2954655"/>
                  <a:pt x="3086291" y="2954941"/>
                </a:cubicBezTo>
                <a:cubicBezTo>
                  <a:pt x="3088481" y="2955988"/>
                  <a:pt x="3089338" y="2958655"/>
                  <a:pt x="3088291" y="2960751"/>
                </a:cubicBezTo>
                <a:cubicBezTo>
                  <a:pt x="3087243" y="2962942"/>
                  <a:pt x="3084576" y="2963799"/>
                  <a:pt x="3082385" y="2962751"/>
                </a:cubicBezTo>
                <a:cubicBezTo>
                  <a:pt x="3081338" y="2962275"/>
                  <a:pt x="3080576" y="2961323"/>
                  <a:pt x="3080195" y="2960275"/>
                </a:cubicBezTo>
                <a:cubicBezTo>
                  <a:pt x="3079813" y="2959132"/>
                  <a:pt x="3079909" y="2957989"/>
                  <a:pt x="3080385" y="2956941"/>
                </a:cubicBezTo>
                <a:close/>
                <a:moveTo>
                  <a:pt x="3002852" y="2431066"/>
                </a:moveTo>
                <a:cubicBezTo>
                  <a:pt x="3002852" y="2427732"/>
                  <a:pt x="3005519" y="2425065"/>
                  <a:pt x="3008852" y="2425065"/>
                </a:cubicBezTo>
                <a:lnTo>
                  <a:pt x="3028950" y="2425065"/>
                </a:lnTo>
                <a:cubicBezTo>
                  <a:pt x="3032284" y="2425065"/>
                  <a:pt x="3034951" y="2427732"/>
                  <a:pt x="3034951" y="2431066"/>
                </a:cubicBezTo>
                <a:lnTo>
                  <a:pt x="3034951" y="2439924"/>
                </a:lnTo>
                <a:lnTo>
                  <a:pt x="3040571" y="2439924"/>
                </a:lnTo>
                <a:cubicBezTo>
                  <a:pt x="3040571" y="2439924"/>
                  <a:pt x="3040571" y="2447068"/>
                  <a:pt x="3040571" y="2447068"/>
                </a:cubicBezTo>
                <a:lnTo>
                  <a:pt x="3034951" y="2447068"/>
                </a:lnTo>
                <a:cubicBezTo>
                  <a:pt x="3034951" y="2447068"/>
                  <a:pt x="3034951" y="2451068"/>
                  <a:pt x="3034951" y="2451068"/>
                </a:cubicBezTo>
                <a:cubicBezTo>
                  <a:pt x="3034951" y="2454402"/>
                  <a:pt x="3032284" y="2457069"/>
                  <a:pt x="3028950" y="2457069"/>
                </a:cubicBezTo>
                <a:lnTo>
                  <a:pt x="3008852" y="2457069"/>
                </a:lnTo>
                <a:cubicBezTo>
                  <a:pt x="3005519" y="2457069"/>
                  <a:pt x="3002852" y="2454402"/>
                  <a:pt x="3002852" y="2451068"/>
                </a:cubicBezTo>
                <a:lnTo>
                  <a:pt x="3002852" y="2430971"/>
                </a:lnTo>
                <a:close/>
                <a:moveTo>
                  <a:pt x="2378488" y="2879027"/>
                </a:moveTo>
                <a:lnTo>
                  <a:pt x="2397538" y="2879027"/>
                </a:lnTo>
                <a:lnTo>
                  <a:pt x="2397538" y="2883789"/>
                </a:lnTo>
                <a:lnTo>
                  <a:pt x="2378488" y="2883789"/>
                </a:lnTo>
                <a:lnTo>
                  <a:pt x="2378488" y="2879027"/>
                </a:lnTo>
                <a:close/>
                <a:moveTo>
                  <a:pt x="3042380" y="2756249"/>
                </a:moveTo>
                <a:cubicBezTo>
                  <a:pt x="3043714" y="2759107"/>
                  <a:pt x="3046000" y="2761298"/>
                  <a:pt x="3048953" y="2762441"/>
                </a:cubicBezTo>
                <a:cubicBezTo>
                  <a:pt x="3050286" y="2762917"/>
                  <a:pt x="3051715" y="2763203"/>
                  <a:pt x="3053144" y="2763203"/>
                </a:cubicBezTo>
                <a:cubicBezTo>
                  <a:pt x="3054763" y="2763203"/>
                  <a:pt x="3056477" y="2762822"/>
                  <a:pt x="3058001" y="2762155"/>
                </a:cubicBezTo>
                <a:cubicBezTo>
                  <a:pt x="3058478" y="2761964"/>
                  <a:pt x="3058859" y="2761488"/>
                  <a:pt x="3059335" y="2761202"/>
                </a:cubicBezTo>
                <a:lnTo>
                  <a:pt x="3114199" y="2815114"/>
                </a:lnTo>
                <a:lnTo>
                  <a:pt x="3114675" y="2815590"/>
                </a:lnTo>
                <a:lnTo>
                  <a:pt x="3114675" y="2808923"/>
                </a:lnTo>
                <a:lnTo>
                  <a:pt x="3062764" y="2757869"/>
                </a:lnTo>
                <a:cubicBezTo>
                  <a:pt x="3063240" y="2757107"/>
                  <a:pt x="3063907" y="2756440"/>
                  <a:pt x="3064193" y="2755583"/>
                </a:cubicBezTo>
                <a:cubicBezTo>
                  <a:pt x="3065336" y="2752630"/>
                  <a:pt x="3065240" y="2749392"/>
                  <a:pt x="3063907" y="2746534"/>
                </a:cubicBezTo>
                <a:lnTo>
                  <a:pt x="3063907" y="2746534"/>
                </a:lnTo>
                <a:cubicBezTo>
                  <a:pt x="3061240" y="2740628"/>
                  <a:pt x="3054192" y="2737961"/>
                  <a:pt x="3048286" y="2740628"/>
                </a:cubicBezTo>
                <a:cubicBezTo>
                  <a:pt x="3042380" y="2743295"/>
                  <a:pt x="3039713" y="2750344"/>
                  <a:pt x="3042380" y="2756249"/>
                </a:cubicBezTo>
                <a:close/>
                <a:moveTo>
                  <a:pt x="3050286" y="2744915"/>
                </a:moveTo>
                <a:cubicBezTo>
                  <a:pt x="3051238" y="2744534"/>
                  <a:pt x="3052191" y="2744248"/>
                  <a:pt x="3053144" y="2744248"/>
                </a:cubicBezTo>
                <a:cubicBezTo>
                  <a:pt x="3055811" y="2744248"/>
                  <a:pt x="3058382" y="2745772"/>
                  <a:pt x="3059621" y="2748439"/>
                </a:cubicBezTo>
                <a:cubicBezTo>
                  <a:pt x="3060383" y="2750153"/>
                  <a:pt x="3060478" y="2752059"/>
                  <a:pt x="3059811" y="2753868"/>
                </a:cubicBezTo>
                <a:cubicBezTo>
                  <a:pt x="3059144" y="2755678"/>
                  <a:pt x="3057811" y="2757011"/>
                  <a:pt x="3056096" y="2757869"/>
                </a:cubicBezTo>
                <a:cubicBezTo>
                  <a:pt x="3054382" y="2758630"/>
                  <a:pt x="3052477" y="2758726"/>
                  <a:pt x="3050667" y="2758059"/>
                </a:cubicBezTo>
                <a:cubicBezTo>
                  <a:pt x="3048857" y="2757392"/>
                  <a:pt x="3047524" y="2756059"/>
                  <a:pt x="3046762" y="2754344"/>
                </a:cubicBezTo>
                <a:cubicBezTo>
                  <a:pt x="3045143" y="2750820"/>
                  <a:pt x="3046762" y="2746629"/>
                  <a:pt x="3050286" y="2745010"/>
                </a:cubicBezTo>
                <a:close/>
                <a:moveTo>
                  <a:pt x="3050000" y="2439924"/>
                </a:moveTo>
                <a:lnTo>
                  <a:pt x="3059525" y="2439924"/>
                </a:lnTo>
                <a:cubicBezTo>
                  <a:pt x="3059525" y="2439924"/>
                  <a:pt x="3059525" y="2447068"/>
                  <a:pt x="3059525" y="2447068"/>
                </a:cubicBezTo>
                <a:lnTo>
                  <a:pt x="3050000" y="2447068"/>
                </a:lnTo>
                <a:cubicBezTo>
                  <a:pt x="3050000" y="2447068"/>
                  <a:pt x="3050000" y="2439924"/>
                  <a:pt x="3050000" y="2439924"/>
                </a:cubicBezTo>
                <a:close/>
                <a:moveTo>
                  <a:pt x="2076355" y="3371374"/>
                </a:moveTo>
                <a:lnTo>
                  <a:pt x="2081117" y="3371374"/>
                </a:lnTo>
                <a:lnTo>
                  <a:pt x="2081117" y="3388519"/>
                </a:lnTo>
                <a:lnTo>
                  <a:pt x="2076355" y="3388519"/>
                </a:lnTo>
                <a:lnTo>
                  <a:pt x="2076355" y="3371374"/>
                </a:lnTo>
                <a:close/>
                <a:moveTo>
                  <a:pt x="3114770" y="2930462"/>
                </a:moveTo>
                <a:lnTo>
                  <a:pt x="3114770" y="2927033"/>
                </a:lnTo>
                <a:lnTo>
                  <a:pt x="3042190" y="2851690"/>
                </a:lnTo>
                <a:cubicBezTo>
                  <a:pt x="3042190" y="2851690"/>
                  <a:pt x="3041333" y="2851213"/>
                  <a:pt x="3040856" y="2851404"/>
                </a:cubicBezTo>
                <a:cubicBezTo>
                  <a:pt x="3040380" y="2851595"/>
                  <a:pt x="3040094" y="2851976"/>
                  <a:pt x="3040094" y="2852547"/>
                </a:cubicBezTo>
                <a:lnTo>
                  <a:pt x="3040094" y="2896172"/>
                </a:lnTo>
                <a:lnTo>
                  <a:pt x="3031141" y="2896172"/>
                </a:lnTo>
                <a:cubicBezTo>
                  <a:pt x="3029045" y="2896172"/>
                  <a:pt x="3027331" y="2897886"/>
                  <a:pt x="3027331" y="2899982"/>
                </a:cubicBezTo>
                <a:lnTo>
                  <a:pt x="3027331" y="2908935"/>
                </a:lnTo>
                <a:cubicBezTo>
                  <a:pt x="3027331" y="2911030"/>
                  <a:pt x="3029045" y="2912745"/>
                  <a:pt x="3031141" y="2912745"/>
                </a:cubicBezTo>
                <a:lnTo>
                  <a:pt x="3039999" y="2912745"/>
                </a:lnTo>
                <a:lnTo>
                  <a:pt x="3039999" y="2933795"/>
                </a:lnTo>
                <a:lnTo>
                  <a:pt x="3031141" y="2933795"/>
                </a:lnTo>
                <a:cubicBezTo>
                  <a:pt x="3029045" y="2933795"/>
                  <a:pt x="3027331" y="2935510"/>
                  <a:pt x="3027331" y="2937605"/>
                </a:cubicBezTo>
                <a:lnTo>
                  <a:pt x="3027331" y="2946654"/>
                </a:lnTo>
                <a:cubicBezTo>
                  <a:pt x="3027331" y="2948750"/>
                  <a:pt x="3029045" y="2950464"/>
                  <a:pt x="3031141" y="2950464"/>
                </a:cubicBezTo>
                <a:lnTo>
                  <a:pt x="3039999" y="2950464"/>
                </a:lnTo>
                <a:lnTo>
                  <a:pt x="3039999" y="2971514"/>
                </a:lnTo>
                <a:lnTo>
                  <a:pt x="3031141" y="2971514"/>
                </a:lnTo>
                <a:cubicBezTo>
                  <a:pt x="3029045" y="2971514"/>
                  <a:pt x="3027331" y="2973229"/>
                  <a:pt x="3027331" y="2975324"/>
                </a:cubicBezTo>
                <a:lnTo>
                  <a:pt x="3027331" y="2984373"/>
                </a:lnTo>
                <a:cubicBezTo>
                  <a:pt x="3027331" y="2986469"/>
                  <a:pt x="3029045" y="2988183"/>
                  <a:pt x="3031141" y="2988183"/>
                </a:cubicBezTo>
                <a:lnTo>
                  <a:pt x="3040380" y="2988183"/>
                </a:lnTo>
                <a:lnTo>
                  <a:pt x="3040380" y="3009234"/>
                </a:lnTo>
                <a:lnTo>
                  <a:pt x="3031141" y="3009234"/>
                </a:lnTo>
                <a:cubicBezTo>
                  <a:pt x="3029045" y="3009234"/>
                  <a:pt x="3027331" y="3010948"/>
                  <a:pt x="3027331" y="3013043"/>
                </a:cubicBezTo>
                <a:lnTo>
                  <a:pt x="3027331" y="3022092"/>
                </a:lnTo>
                <a:cubicBezTo>
                  <a:pt x="3027331" y="3024188"/>
                  <a:pt x="3029045" y="3025902"/>
                  <a:pt x="3031141" y="3025902"/>
                </a:cubicBezTo>
                <a:lnTo>
                  <a:pt x="3039999" y="3025902"/>
                </a:lnTo>
                <a:lnTo>
                  <a:pt x="3039999" y="3046952"/>
                </a:lnTo>
                <a:lnTo>
                  <a:pt x="3031141" y="3046952"/>
                </a:lnTo>
                <a:cubicBezTo>
                  <a:pt x="3029045" y="3046952"/>
                  <a:pt x="3027331" y="3048667"/>
                  <a:pt x="3027331" y="3050762"/>
                </a:cubicBezTo>
                <a:lnTo>
                  <a:pt x="3027331" y="3059811"/>
                </a:lnTo>
                <a:cubicBezTo>
                  <a:pt x="3027331" y="3061907"/>
                  <a:pt x="3029045" y="3063621"/>
                  <a:pt x="3031141" y="3063621"/>
                </a:cubicBezTo>
                <a:lnTo>
                  <a:pt x="3039999" y="3063621"/>
                </a:lnTo>
                <a:lnTo>
                  <a:pt x="3039999" y="3084671"/>
                </a:lnTo>
                <a:lnTo>
                  <a:pt x="3031141" y="3084671"/>
                </a:lnTo>
                <a:cubicBezTo>
                  <a:pt x="3029045" y="3084671"/>
                  <a:pt x="3027331" y="3086386"/>
                  <a:pt x="3027331" y="3088481"/>
                </a:cubicBezTo>
                <a:lnTo>
                  <a:pt x="3027331" y="3097435"/>
                </a:lnTo>
                <a:cubicBezTo>
                  <a:pt x="3027331" y="3099530"/>
                  <a:pt x="3029045" y="3101245"/>
                  <a:pt x="3031141" y="3101245"/>
                </a:cubicBezTo>
                <a:lnTo>
                  <a:pt x="3039999" y="3101245"/>
                </a:lnTo>
                <a:lnTo>
                  <a:pt x="3039999" y="3122295"/>
                </a:lnTo>
                <a:lnTo>
                  <a:pt x="3031141" y="3122295"/>
                </a:lnTo>
                <a:cubicBezTo>
                  <a:pt x="3029045" y="3122295"/>
                  <a:pt x="3027331" y="3124010"/>
                  <a:pt x="3027331" y="3126105"/>
                </a:cubicBezTo>
                <a:lnTo>
                  <a:pt x="3027331" y="3135059"/>
                </a:lnTo>
                <a:cubicBezTo>
                  <a:pt x="3027331" y="3137154"/>
                  <a:pt x="3029045" y="3138869"/>
                  <a:pt x="3031141" y="3138869"/>
                </a:cubicBezTo>
                <a:lnTo>
                  <a:pt x="3051238" y="3138869"/>
                </a:lnTo>
                <a:cubicBezTo>
                  <a:pt x="3053334" y="3138869"/>
                  <a:pt x="3055049" y="3137154"/>
                  <a:pt x="3055049" y="3135059"/>
                </a:cubicBezTo>
                <a:lnTo>
                  <a:pt x="3055049" y="3126105"/>
                </a:lnTo>
                <a:cubicBezTo>
                  <a:pt x="3055049" y="3124010"/>
                  <a:pt x="3053334" y="3122295"/>
                  <a:pt x="3051238" y="3122295"/>
                </a:cubicBezTo>
                <a:lnTo>
                  <a:pt x="3042380" y="3122295"/>
                </a:lnTo>
                <a:lnTo>
                  <a:pt x="3042380" y="3101245"/>
                </a:lnTo>
                <a:lnTo>
                  <a:pt x="3051238" y="3101245"/>
                </a:lnTo>
                <a:cubicBezTo>
                  <a:pt x="3053334" y="3101245"/>
                  <a:pt x="3055049" y="3099530"/>
                  <a:pt x="3055049" y="3097435"/>
                </a:cubicBezTo>
                <a:lnTo>
                  <a:pt x="3055049" y="3088481"/>
                </a:lnTo>
                <a:cubicBezTo>
                  <a:pt x="3055049" y="3086386"/>
                  <a:pt x="3053334" y="3084671"/>
                  <a:pt x="3051238" y="3084671"/>
                </a:cubicBezTo>
                <a:lnTo>
                  <a:pt x="3042380" y="3084671"/>
                </a:lnTo>
                <a:lnTo>
                  <a:pt x="3042380" y="3063621"/>
                </a:lnTo>
                <a:lnTo>
                  <a:pt x="3051238" y="3063621"/>
                </a:lnTo>
                <a:cubicBezTo>
                  <a:pt x="3053334" y="3063621"/>
                  <a:pt x="3055049" y="3061907"/>
                  <a:pt x="3055049" y="3059811"/>
                </a:cubicBezTo>
                <a:lnTo>
                  <a:pt x="3055049" y="3050762"/>
                </a:lnTo>
                <a:cubicBezTo>
                  <a:pt x="3055049" y="3048667"/>
                  <a:pt x="3053334" y="3046952"/>
                  <a:pt x="3051238" y="3046952"/>
                </a:cubicBezTo>
                <a:lnTo>
                  <a:pt x="3042380" y="3046952"/>
                </a:lnTo>
                <a:lnTo>
                  <a:pt x="3042380" y="3025902"/>
                </a:lnTo>
                <a:lnTo>
                  <a:pt x="3051238" y="3025902"/>
                </a:lnTo>
                <a:cubicBezTo>
                  <a:pt x="3053334" y="3025902"/>
                  <a:pt x="3055049" y="3024188"/>
                  <a:pt x="3055049" y="3022092"/>
                </a:cubicBezTo>
                <a:lnTo>
                  <a:pt x="3055049" y="3013043"/>
                </a:lnTo>
                <a:cubicBezTo>
                  <a:pt x="3055049" y="3010948"/>
                  <a:pt x="3053334" y="3009234"/>
                  <a:pt x="3051238" y="3009234"/>
                </a:cubicBezTo>
                <a:lnTo>
                  <a:pt x="3042761" y="3009234"/>
                </a:lnTo>
                <a:lnTo>
                  <a:pt x="3042761" y="2988183"/>
                </a:lnTo>
                <a:lnTo>
                  <a:pt x="3051238" y="2988183"/>
                </a:lnTo>
                <a:cubicBezTo>
                  <a:pt x="3053334" y="2988183"/>
                  <a:pt x="3055049" y="2986469"/>
                  <a:pt x="3055049" y="2984373"/>
                </a:cubicBezTo>
                <a:lnTo>
                  <a:pt x="3055049" y="2975324"/>
                </a:lnTo>
                <a:cubicBezTo>
                  <a:pt x="3055049" y="2973229"/>
                  <a:pt x="3053334" y="2971514"/>
                  <a:pt x="3051238" y="2971514"/>
                </a:cubicBezTo>
                <a:lnTo>
                  <a:pt x="3042380" y="2971514"/>
                </a:lnTo>
                <a:lnTo>
                  <a:pt x="3042380" y="2950464"/>
                </a:lnTo>
                <a:lnTo>
                  <a:pt x="3051238" y="2950464"/>
                </a:lnTo>
                <a:cubicBezTo>
                  <a:pt x="3053334" y="2950464"/>
                  <a:pt x="3055049" y="2948750"/>
                  <a:pt x="3055049" y="2946654"/>
                </a:cubicBezTo>
                <a:lnTo>
                  <a:pt x="3055049" y="2937605"/>
                </a:lnTo>
                <a:cubicBezTo>
                  <a:pt x="3055049" y="2935510"/>
                  <a:pt x="3053334" y="2933795"/>
                  <a:pt x="3051238" y="2933795"/>
                </a:cubicBezTo>
                <a:lnTo>
                  <a:pt x="3042380" y="2933795"/>
                </a:lnTo>
                <a:lnTo>
                  <a:pt x="3042380" y="2912745"/>
                </a:lnTo>
                <a:lnTo>
                  <a:pt x="3051238" y="2912745"/>
                </a:lnTo>
                <a:cubicBezTo>
                  <a:pt x="3053334" y="2912745"/>
                  <a:pt x="3055049" y="2911030"/>
                  <a:pt x="3055049" y="2908935"/>
                </a:cubicBezTo>
                <a:lnTo>
                  <a:pt x="3055049" y="2899982"/>
                </a:lnTo>
                <a:cubicBezTo>
                  <a:pt x="3055049" y="2897886"/>
                  <a:pt x="3053334" y="2896172"/>
                  <a:pt x="3051238" y="2896172"/>
                </a:cubicBezTo>
                <a:lnTo>
                  <a:pt x="3042285" y="2896172"/>
                </a:lnTo>
                <a:lnTo>
                  <a:pt x="3042285" y="2855500"/>
                </a:lnTo>
                <a:cubicBezTo>
                  <a:pt x="3042285" y="2855500"/>
                  <a:pt x="3114675" y="2930557"/>
                  <a:pt x="3114675" y="2930557"/>
                </a:cubicBezTo>
                <a:close/>
                <a:moveTo>
                  <a:pt x="3037809" y="2906554"/>
                </a:moveTo>
                <a:lnTo>
                  <a:pt x="3039713" y="2907983"/>
                </a:lnTo>
                <a:lnTo>
                  <a:pt x="3032188" y="2907983"/>
                </a:lnTo>
                <a:lnTo>
                  <a:pt x="3032188" y="2900839"/>
                </a:lnTo>
                <a:lnTo>
                  <a:pt x="3039713" y="2900839"/>
                </a:lnTo>
                <a:lnTo>
                  <a:pt x="3041428" y="2902172"/>
                </a:lnTo>
                <a:lnTo>
                  <a:pt x="3037904" y="2904554"/>
                </a:lnTo>
                <a:cubicBezTo>
                  <a:pt x="3037904" y="2904554"/>
                  <a:pt x="3037427" y="2905125"/>
                  <a:pt x="3037427" y="2905506"/>
                </a:cubicBezTo>
                <a:cubicBezTo>
                  <a:pt x="3037427" y="2905887"/>
                  <a:pt x="3037618" y="2906268"/>
                  <a:pt x="3037904" y="2906459"/>
                </a:cubicBezTo>
                <a:close/>
                <a:moveTo>
                  <a:pt x="3032188" y="2945702"/>
                </a:moveTo>
                <a:lnTo>
                  <a:pt x="3032188" y="2938558"/>
                </a:lnTo>
                <a:lnTo>
                  <a:pt x="3040094" y="2938558"/>
                </a:lnTo>
                <a:lnTo>
                  <a:pt x="3041809" y="2939892"/>
                </a:lnTo>
                <a:lnTo>
                  <a:pt x="3038285" y="2942273"/>
                </a:lnTo>
                <a:cubicBezTo>
                  <a:pt x="3038285" y="2942273"/>
                  <a:pt x="3037809" y="2942844"/>
                  <a:pt x="3037809" y="2943225"/>
                </a:cubicBezTo>
                <a:cubicBezTo>
                  <a:pt x="3037809" y="2943606"/>
                  <a:pt x="3037999" y="2943987"/>
                  <a:pt x="3038285" y="2944178"/>
                </a:cubicBezTo>
                <a:lnTo>
                  <a:pt x="3040190" y="2945606"/>
                </a:lnTo>
                <a:lnTo>
                  <a:pt x="3032284" y="2945606"/>
                </a:lnTo>
                <a:close/>
                <a:moveTo>
                  <a:pt x="3038189" y="2981992"/>
                </a:moveTo>
                <a:lnTo>
                  <a:pt x="3040094" y="2983421"/>
                </a:lnTo>
                <a:lnTo>
                  <a:pt x="3032188" y="2983421"/>
                </a:lnTo>
                <a:lnTo>
                  <a:pt x="3032188" y="2976277"/>
                </a:lnTo>
                <a:lnTo>
                  <a:pt x="3040094" y="2976277"/>
                </a:lnTo>
                <a:lnTo>
                  <a:pt x="3041809" y="2977610"/>
                </a:lnTo>
                <a:lnTo>
                  <a:pt x="3038285" y="2979992"/>
                </a:lnTo>
                <a:cubicBezTo>
                  <a:pt x="3038285" y="2979992"/>
                  <a:pt x="3037809" y="2980563"/>
                  <a:pt x="3037809" y="2980944"/>
                </a:cubicBezTo>
                <a:cubicBezTo>
                  <a:pt x="3037809" y="2981325"/>
                  <a:pt x="3037999" y="2981706"/>
                  <a:pt x="3038285" y="2981897"/>
                </a:cubicBezTo>
                <a:close/>
                <a:moveTo>
                  <a:pt x="3038189" y="3019711"/>
                </a:moveTo>
                <a:lnTo>
                  <a:pt x="3040094" y="3021140"/>
                </a:lnTo>
                <a:lnTo>
                  <a:pt x="3032188" y="3021140"/>
                </a:lnTo>
                <a:lnTo>
                  <a:pt x="3032188" y="3013996"/>
                </a:lnTo>
                <a:lnTo>
                  <a:pt x="3040094" y="3013996"/>
                </a:lnTo>
                <a:lnTo>
                  <a:pt x="3041809" y="3015329"/>
                </a:lnTo>
                <a:lnTo>
                  <a:pt x="3038285" y="3017711"/>
                </a:lnTo>
                <a:cubicBezTo>
                  <a:pt x="3038285" y="3017711"/>
                  <a:pt x="3037809" y="3018282"/>
                  <a:pt x="3037809" y="3018663"/>
                </a:cubicBezTo>
                <a:cubicBezTo>
                  <a:pt x="3037809" y="3019044"/>
                  <a:pt x="3037999" y="3019425"/>
                  <a:pt x="3038285" y="3019616"/>
                </a:cubicBezTo>
                <a:close/>
                <a:moveTo>
                  <a:pt x="3038189" y="3057430"/>
                </a:moveTo>
                <a:lnTo>
                  <a:pt x="3040094" y="3058859"/>
                </a:lnTo>
                <a:lnTo>
                  <a:pt x="3032188" y="3058859"/>
                </a:lnTo>
                <a:lnTo>
                  <a:pt x="3032188" y="3051715"/>
                </a:lnTo>
                <a:lnTo>
                  <a:pt x="3040094" y="3051715"/>
                </a:lnTo>
                <a:lnTo>
                  <a:pt x="3041809" y="3053048"/>
                </a:lnTo>
                <a:lnTo>
                  <a:pt x="3038285" y="3055430"/>
                </a:lnTo>
                <a:cubicBezTo>
                  <a:pt x="3038285" y="3055430"/>
                  <a:pt x="3037809" y="3056001"/>
                  <a:pt x="3037809" y="3056382"/>
                </a:cubicBezTo>
                <a:cubicBezTo>
                  <a:pt x="3037809" y="3056763"/>
                  <a:pt x="3037999" y="3057144"/>
                  <a:pt x="3038285" y="3057335"/>
                </a:cubicBezTo>
                <a:close/>
                <a:moveTo>
                  <a:pt x="3038189" y="3095149"/>
                </a:moveTo>
                <a:lnTo>
                  <a:pt x="3040094" y="3096578"/>
                </a:lnTo>
                <a:lnTo>
                  <a:pt x="3032188" y="3096578"/>
                </a:lnTo>
                <a:lnTo>
                  <a:pt x="3032188" y="3089434"/>
                </a:lnTo>
                <a:lnTo>
                  <a:pt x="3040094" y="3089434"/>
                </a:lnTo>
                <a:lnTo>
                  <a:pt x="3041809" y="3090767"/>
                </a:lnTo>
                <a:lnTo>
                  <a:pt x="3038285" y="3093149"/>
                </a:lnTo>
                <a:cubicBezTo>
                  <a:pt x="3038285" y="3093149"/>
                  <a:pt x="3037809" y="3093720"/>
                  <a:pt x="3037809" y="3094101"/>
                </a:cubicBezTo>
                <a:cubicBezTo>
                  <a:pt x="3037809" y="3094482"/>
                  <a:pt x="3037999" y="3094863"/>
                  <a:pt x="3038285" y="3095054"/>
                </a:cubicBezTo>
                <a:close/>
                <a:moveTo>
                  <a:pt x="3032188" y="3134392"/>
                </a:moveTo>
                <a:lnTo>
                  <a:pt x="3032188" y="3127248"/>
                </a:lnTo>
                <a:lnTo>
                  <a:pt x="3040094" y="3127248"/>
                </a:lnTo>
                <a:lnTo>
                  <a:pt x="3041809" y="3128582"/>
                </a:lnTo>
                <a:lnTo>
                  <a:pt x="3038285" y="3130963"/>
                </a:lnTo>
                <a:cubicBezTo>
                  <a:pt x="3038285" y="3130963"/>
                  <a:pt x="3037809" y="3131534"/>
                  <a:pt x="3037809" y="3131915"/>
                </a:cubicBezTo>
                <a:cubicBezTo>
                  <a:pt x="3037809" y="3132296"/>
                  <a:pt x="3037999" y="3132677"/>
                  <a:pt x="3038285" y="3132868"/>
                </a:cubicBezTo>
                <a:lnTo>
                  <a:pt x="3040190" y="3134297"/>
                </a:lnTo>
                <a:lnTo>
                  <a:pt x="3032284" y="3134297"/>
                </a:lnTo>
                <a:close/>
                <a:moveTo>
                  <a:pt x="3044571" y="3127724"/>
                </a:moveTo>
                <a:lnTo>
                  <a:pt x="3043904" y="3127248"/>
                </a:lnTo>
                <a:lnTo>
                  <a:pt x="3050381" y="3127248"/>
                </a:lnTo>
                <a:lnTo>
                  <a:pt x="3050381" y="3134392"/>
                </a:lnTo>
                <a:lnTo>
                  <a:pt x="3044000" y="3134392"/>
                </a:lnTo>
                <a:lnTo>
                  <a:pt x="3041047" y="3132011"/>
                </a:lnTo>
                <a:lnTo>
                  <a:pt x="3044571" y="3129629"/>
                </a:lnTo>
                <a:cubicBezTo>
                  <a:pt x="3044571" y="3129629"/>
                  <a:pt x="3045047" y="3129058"/>
                  <a:pt x="3045047" y="3128677"/>
                </a:cubicBezTo>
                <a:cubicBezTo>
                  <a:pt x="3045047" y="3128296"/>
                  <a:pt x="3044857" y="3127915"/>
                  <a:pt x="3044571" y="3127724"/>
                </a:cubicBezTo>
                <a:close/>
                <a:moveTo>
                  <a:pt x="3044571" y="3090005"/>
                </a:moveTo>
                <a:lnTo>
                  <a:pt x="3043904" y="3089529"/>
                </a:lnTo>
                <a:lnTo>
                  <a:pt x="3050381" y="3089529"/>
                </a:lnTo>
                <a:lnTo>
                  <a:pt x="3050381" y="3096673"/>
                </a:lnTo>
                <a:lnTo>
                  <a:pt x="3043904" y="3096673"/>
                </a:lnTo>
                <a:lnTo>
                  <a:pt x="3040952" y="3094387"/>
                </a:lnTo>
                <a:lnTo>
                  <a:pt x="3044476" y="3092005"/>
                </a:lnTo>
                <a:cubicBezTo>
                  <a:pt x="3044476" y="3092005"/>
                  <a:pt x="3044952" y="3091434"/>
                  <a:pt x="3044952" y="3091053"/>
                </a:cubicBezTo>
                <a:cubicBezTo>
                  <a:pt x="3044952" y="3090672"/>
                  <a:pt x="3044762" y="3090291"/>
                  <a:pt x="3044476" y="3090101"/>
                </a:cubicBezTo>
                <a:close/>
                <a:moveTo>
                  <a:pt x="3044571" y="3052286"/>
                </a:moveTo>
                <a:lnTo>
                  <a:pt x="3043904" y="3051810"/>
                </a:lnTo>
                <a:lnTo>
                  <a:pt x="3050381" y="3051810"/>
                </a:lnTo>
                <a:lnTo>
                  <a:pt x="3050381" y="3058954"/>
                </a:lnTo>
                <a:lnTo>
                  <a:pt x="3043904" y="3058954"/>
                </a:lnTo>
                <a:lnTo>
                  <a:pt x="3040952" y="3056668"/>
                </a:lnTo>
                <a:lnTo>
                  <a:pt x="3044476" y="3054287"/>
                </a:lnTo>
                <a:cubicBezTo>
                  <a:pt x="3044476" y="3054287"/>
                  <a:pt x="3044952" y="3053715"/>
                  <a:pt x="3044952" y="3053334"/>
                </a:cubicBezTo>
                <a:cubicBezTo>
                  <a:pt x="3044952" y="3052953"/>
                  <a:pt x="3044762" y="3052572"/>
                  <a:pt x="3044476" y="3052382"/>
                </a:cubicBezTo>
                <a:close/>
                <a:moveTo>
                  <a:pt x="3044571" y="3014472"/>
                </a:moveTo>
                <a:lnTo>
                  <a:pt x="3043904" y="3013996"/>
                </a:lnTo>
                <a:lnTo>
                  <a:pt x="3050381" y="3013996"/>
                </a:lnTo>
                <a:lnTo>
                  <a:pt x="3050381" y="3021140"/>
                </a:lnTo>
                <a:lnTo>
                  <a:pt x="3043904" y="3021140"/>
                </a:lnTo>
                <a:lnTo>
                  <a:pt x="3040952" y="3018854"/>
                </a:lnTo>
                <a:lnTo>
                  <a:pt x="3044476" y="3016472"/>
                </a:lnTo>
                <a:cubicBezTo>
                  <a:pt x="3044476" y="3016472"/>
                  <a:pt x="3044952" y="3015901"/>
                  <a:pt x="3044952" y="3015520"/>
                </a:cubicBezTo>
                <a:cubicBezTo>
                  <a:pt x="3044952" y="3015139"/>
                  <a:pt x="3044762" y="3014758"/>
                  <a:pt x="3044476" y="3014567"/>
                </a:cubicBezTo>
                <a:close/>
                <a:moveTo>
                  <a:pt x="3044571" y="2976753"/>
                </a:moveTo>
                <a:lnTo>
                  <a:pt x="3044000" y="2976277"/>
                </a:lnTo>
                <a:lnTo>
                  <a:pt x="3050477" y="2976277"/>
                </a:lnTo>
                <a:lnTo>
                  <a:pt x="3050477" y="2983421"/>
                </a:lnTo>
                <a:lnTo>
                  <a:pt x="3044000" y="2983421"/>
                </a:lnTo>
                <a:lnTo>
                  <a:pt x="3041047" y="2981135"/>
                </a:lnTo>
                <a:lnTo>
                  <a:pt x="3044571" y="2978753"/>
                </a:lnTo>
                <a:cubicBezTo>
                  <a:pt x="3044571" y="2978753"/>
                  <a:pt x="3045047" y="2978182"/>
                  <a:pt x="3045047" y="2977801"/>
                </a:cubicBezTo>
                <a:cubicBezTo>
                  <a:pt x="3045047" y="2977420"/>
                  <a:pt x="3044857" y="2977039"/>
                  <a:pt x="3044571" y="2976848"/>
                </a:cubicBezTo>
                <a:close/>
                <a:moveTo>
                  <a:pt x="3044571" y="2939034"/>
                </a:moveTo>
                <a:lnTo>
                  <a:pt x="3044000" y="2938558"/>
                </a:lnTo>
                <a:lnTo>
                  <a:pt x="3050477" y="2938558"/>
                </a:lnTo>
                <a:lnTo>
                  <a:pt x="3050477" y="2945702"/>
                </a:lnTo>
                <a:lnTo>
                  <a:pt x="3044095" y="2945702"/>
                </a:lnTo>
                <a:lnTo>
                  <a:pt x="3041047" y="2943320"/>
                </a:lnTo>
                <a:lnTo>
                  <a:pt x="3044571" y="2940939"/>
                </a:lnTo>
                <a:cubicBezTo>
                  <a:pt x="3044571" y="2940939"/>
                  <a:pt x="3045047" y="2940368"/>
                  <a:pt x="3045047" y="2939987"/>
                </a:cubicBezTo>
                <a:cubicBezTo>
                  <a:pt x="3045047" y="2939605"/>
                  <a:pt x="3044857" y="2939225"/>
                  <a:pt x="3044571" y="2939034"/>
                </a:cubicBezTo>
                <a:close/>
                <a:moveTo>
                  <a:pt x="3044190" y="2901315"/>
                </a:moveTo>
                <a:lnTo>
                  <a:pt x="3043523" y="2900839"/>
                </a:lnTo>
                <a:lnTo>
                  <a:pt x="3050381" y="2900839"/>
                </a:lnTo>
                <a:lnTo>
                  <a:pt x="3050381" y="2907983"/>
                </a:lnTo>
                <a:lnTo>
                  <a:pt x="3043523" y="2907983"/>
                </a:lnTo>
                <a:lnTo>
                  <a:pt x="3040571" y="2905601"/>
                </a:lnTo>
                <a:lnTo>
                  <a:pt x="3044095" y="2903220"/>
                </a:lnTo>
                <a:cubicBezTo>
                  <a:pt x="3044095" y="2903220"/>
                  <a:pt x="3044571" y="2902649"/>
                  <a:pt x="3044571" y="2902268"/>
                </a:cubicBezTo>
                <a:cubicBezTo>
                  <a:pt x="3044571" y="2901887"/>
                  <a:pt x="3044380" y="2901505"/>
                  <a:pt x="3044095" y="2901315"/>
                </a:cubicBezTo>
                <a:close/>
                <a:moveTo>
                  <a:pt x="2070259" y="3239548"/>
                </a:moveTo>
                <a:cubicBezTo>
                  <a:pt x="2072069" y="3240881"/>
                  <a:pt x="2074164" y="3241738"/>
                  <a:pt x="2076355" y="3242024"/>
                </a:cubicBezTo>
                <a:lnTo>
                  <a:pt x="2076355" y="3251263"/>
                </a:lnTo>
                <a:lnTo>
                  <a:pt x="2081117" y="3251263"/>
                </a:lnTo>
                <a:lnTo>
                  <a:pt x="2081117" y="3242024"/>
                </a:lnTo>
                <a:cubicBezTo>
                  <a:pt x="2084832" y="3241358"/>
                  <a:pt x="2088071" y="3239453"/>
                  <a:pt x="2090261" y="3236405"/>
                </a:cubicBezTo>
                <a:cubicBezTo>
                  <a:pt x="2094928" y="3230023"/>
                  <a:pt x="2093595" y="3221069"/>
                  <a:pt x="2087213" y="3216402"/>
                </a:cubicBezTo>
                <a:cubicBezTo>
                  <a:pt x="2084642" y="3214497"/>
                  <a:pt x="2081689" y="3213640"/>
                  <a:pt x="2078736" y="3213640"/>
                </a:cubicBezTo>
                <a:cubicBezTo>
                  <a:pt x="2074355" y="3213640"/>
                  <a:pt x="2069973" y="3215640"/>
                  <a:pt x="2067211" y="3219450"/>
                </a:cubicBezTo>
                <a:cubicBezTo>
                  <a:pt x="2062544" y="3225832"/>
                  <a:pt x="2063877" y="3234785"/>
                  <a:pt x="2070259" y="3239453"/>
                </a:cubicBezTo>
                <a:close/>
                <a:moveTo>
                  <a:pt x="2069306" y="3221069"/>
                </a:moveTo>
                <a:cubicBezTo>
                  <a:pt x="2073116" y="3215926"/>
                  <a:pt x="2080451" y="3214783"/>
                  <a:pt x="2085689" y="3218593"/>
                </a:cubicBezTo>
                <a:cubicBezTo>
                  <a:pt x="2088166" y="3220403"/>
                  <a:pt x="2089880" y="3223165"/>
                  <a:pt x="2090357" y="3226213"/>
                </a:cubicBezTo>
                <a:cubicBezTo>
                  <a:pt x="2090833" y="3229261"/>
                  <a:pt x="2090071" y="3232404"/>
                  <a:pt x="2088261" y="3234880"/>
                </a:cubicBezTo>
                <a:cubicBezTo>
                  <a:pt x="2086451" y="3237357"/>
                  <a:pt x="2083689" y="3239072"/>
                  <a:pt x="2080641" y="3239548"/>
                </a:cubicBezTo>
                <a:cubicBezTo>
                  <a:pt x="2080070" y="3239548"/>
                  <a:pt x="2079403" y="3239643"/>
                  <a:pt x="2078831" y="3239643"/>
                </a:cubicBezTo>
                <a:cubicBezTo>
                  <a:pt x="2076355" y="3239643"/>
                  <a:pt x="2073974" y="3238881"/>
                  <a:pt x="2071973" y="3237357"/>
                </a:cubicBezTo>
                <a:cubicBezTo>
                  <a:pt x="2066735" y="3233547"/>
                  <a:pt x="2065687" y="3226213"/>
                  <a:pt x="2069497" y="3220974"/>
                </a:cubicBezTo>
                <a:close/>
                <a:moveTo>
                  <a:pt x="3113056" y="2699480"/>
                </a:moveTo>
                <a:lnTo>
                  <a:pt x="3113056" y="2691860"/>
                </a:lnTo>
                <a:cubicBezTo>
                  <a:pt x="3113056" y="2688527"/>
                  <a:pt x="3110389" y="2685860"/>
                  <a:pt x="3107055" y="2685860"/>
                </a:cubicBezTo>
                <a:lnTo>
                  <a:pt x="3086767" y="2685860"/>
                </a:lnTo>
                <a:cubicBezTo>
                  <a:pt x="3083433" y="2685860"/>
                  <a:pt x="3080766" y="2688527"/>
                  <a:pt x="3080766" y="2691860"/>
                </a:cubicBezTo>
                <a:lnTo>
                  <a:pt x="3080766" y="2699480"/>
                </a:lnTo>
                <a:cubicBezTo>
                  <a:pt x="3080766" y="2702814"/>
                  <a:pt x="3083433" y="2705481"/>
                  <a:pt x="3086767" y="2705481"/>
                </a:cubicBezTo>
                <a:lnTo>
                  <a:pt x="3101340" y="2705481"/>
                </a:lnTo>
                <a:lnTo>
                  <a:pt x="3114770" y="2718721"/>
                </a:lnTo>
                <a:lnTo>
                  <a:pt x="3114770" y="2712053"/>
                </a:lnTo>
                <a:lnTo>
                  <a:pt x="3107912" y="2705291"/>
                </a:lnTo>
                <a:cubicBezTo>
                  <a:pt x="3110770" y="2704814"/>
                  <a:pt x="3113056" y="2702433"/>
                  <a:pt x="3113056" y="2699480"/>
                </a:cubicBezTo>
                <a:close/>
                <a:moveTo>
                  <a:pt x="3108293" y="2699480"/>
                </a:moveTo>
                <a:cubicBezTo>
                  <a:pt x="3108293" y="2700147"/>
                  <a:pt x="3107722" y="2700719"/>
                  <a:pt x="3107055" y="2700719"/>
                </a:cubicBezTo>
                <a:lnTo>
                  <a:pt x="3103245" y="2700719"/>
                </a:lnTo>
                <a:lnTo>
                  <a:pt x="3102674" y="2700147"/>
                </a:lnTo>
                <a:lnTo>
                  <a:pt x="3102102" y="2700719"/>
                </a:lnTo>
                <a:lnTo>
                  <a:pt x="3086767" y="2700719"/>
                </a:lnTo>
                <a:cubicBezTo>
                  <a:pt x="3086100" y="2700719"/>
                  <a:pt x="3085529" y="2700147"/>
                  <a:pt x="3085529" y="2699480"/>
                </a:cubicBezTo>
                <a:lnTo>
                  <a:pt x="3085529" y="2691860"/>
                </a:lnTo>
                <a:cubicBezTo>
                  <a:pt x="3085529" y="2691194"/>
                  <a:pt x="3086100" y="2690622"/>
                  <a:pt x="3086767" y="2690622"/>
                </a:cubicBezTo>
                <a:lnTo>
                  <a:pt x="3107055" y="2690622"/>
                </a:lnTo>
                <a:cubicBezTo>
                  <a:pt x="3107722" y="2690622"/>
                  <a:pt x="3108293" y="2691194"/>
                  <a:pt x="3108293" y="2691860"/>
                </a:cubicBezTo>
                <a:lnTo>
                  <a:pt x="3108293" y="2699480"/>
                </a:lnTo>
                <a:close/>
                <a:moveTo>
                  <a:pt x="1473137" y="2985040"/>
                </a:moveTo>
                <a:cubicBezTo>
                  <a:pt x="1474184" y="2989231"/>
                  <a:pt x="1477899" y="2992469"/>
                  <a:pt x="1482376" y="2992469"/>
                </a:cubicBezTo>
                <a:cubicBezTo>
                  <a:pt x="1487805" y="2992469"/>
                  <a:pt x="1492187" y="2988088"/>
                  <a:pt x="1492187" y="2982659"/>
                </a:cubicBezTo>
                <a:cubicBezTo>
                  <a:pt x="1492187" y="2977229"/>
                  <a:pt x="1487805" y="2972848"/>
                  <a:pt x="1482376" y="2972848"/>
                </a:cubicBezTo>
                <a:cubicBezTo>
                  <a:pt x="1477804" y="2972848"/>
                  <a:pt x="1474184" y="2975991"/>
                  <a:pt x="1473137" y="2980277"/>
                </a:cubicBezTo>
                <a:lnTo>
                  <a:pt x="1425893" y="2980277"/>
                </a:lnTo>
                <a:lnTo>
                  <a:pt x="1347978" y="3043523"/>
                </a:lnTo>
                <a:lnTo>
                  <a:pt x="1347978" y="3130677"/>
                </a:lnTo>
                <a:lnTo>
                  <a:pt x="1352741" y="3130677"/>
                </a:lnTo>
                <a:lnTo>
                  <a:pt x="1352741" y="3045809"/>
                </a:lnTo>
                <a:lnTo>
                  <a:pt x="1427607" y="2985040"/>
                </a:lnTo>
                <a:lnTo>
                  <a:pt x="1473137" y="2985040"/>
                </a:lnTo>
                <a:close/>
                <a:moveTo>
                  <a:pt x="1482376" y="2977705"/>
                </a:moveTo>
                <a:cubicBezTo>
                  <a:pt x="1485138" y="2977705"/>
                  <a:pt x="1487424" y="2979992"/>
                  <a:pt x="1487424" y="2982754"/>
                </a:cubicBezTo>
                <a:cubicBezTo>
                  <a:pt x="1487424" y="2985516"/>
                  <a:pt x="1485138" y="2987802"/>
                  <a:pt x="1482376" y="2987802"/>
                </a:cubicBezTo>
                <a:cubicBezTo>
                  <a:pt x="1479614" y="2987802"/>
                  <a:pt x="1477423" y="2985516"/>
                  <a:pt x="1477423" y="2982754"/>
                </a:cubicBezTo>
                <a:cubicBezTo>
                  <a:pt x="1477423" y="2979992"/>
                  <a:pt x="1479709" y="2977705"/>
                  <a:pt x="1482376" y="2977705"/>
                </a:cubicBezTo>
                <a:close/>
                <a:moveTo>
                  <a:pt x="3064764" y="2697194"/>
                </a:moveTo>
                <a:cubicBezTo>
                  <a:pt x="3064764" y="2694432"/>
                  <a:pt x="3062478" y="2692146"/>
                  <a:pt x="3059716" y="2692146"/>
                </a:cubicBezTo>
                <a:lnTo>
                  <a:pt x="3046762" y="2692146"/>
                </a:lnTo>
                <a:cubicBezTo>
                  <a:pt x="3044000" y="2692146"/>
                  <a:pt x="3041713" y="2694432"/>
                  <a:pt x="3041713" y="2697194"/>
                </a:cubicBezTo>
                <a:lnTo>
                  <a:pt x="3041713" y="2710148"/>
                </a:lnTo>
                <a:cubicBezTo>
                  <a:pt x="3041713" y="2712911"/>
                  <a:pt x="3044000" y="2715197"/>
                  <a:pt x="3046762" y="2715197"/>
                </a:cubicBezTo>
                <a:lnTo>
                  <a:pt x="3059716" y="2715197"/>
                </a:lnTo>
                <a:cubicBezTo>
                  <a:pt x="3059716" y="2715197"/>
                  <a:pt x="3060287" y="2715101"/>
                  <a:pt x="3060573" y="2715006"/>
                </a:cubicBezTo>
                <a:lnTo>
                  <a:pt x="3114866" y="2768346"/>
                </a:lnTo>
                <a:lnTo>
                  <a:pt x="3114866" y="2761679"/>
                </a:lnTo>
                <a:lnTo>
                  <a:pt x="3064383" y="2712053"/>
                </a:lnTo>
                <a:cubicBezTo>
                  <a:pt x="3064669" y="2711482"/>
                  <a:pt x="3064764" y="2710720"/>
                  <a:pt x="3064764" y="2710053"/>
                </a:cubicBezTo>
                <a:lnTo>
                  <a:pt x="3064764" y="2697099"/>
                </a:lnTo>
                <a:close/>
                <a:moveTo>
                  <a:pt x="3060002" y="2710053"/>
                </a:moveTo>
                <a:cubicBezTo>
                  <a:pt x="3060002" y="2710053"/>
                  <a:pt x="3059906" y="2710339"/>
                  <a:pt x="3059716" y="2710339"/>
                </a:cubicBezTo>
                <a:lnTo>
                  <a:pt x="3046476" y="2710053"/>
                </a:lnTo>
                <a:lnTo>
                  <a:pt x="3046762" y="2696813"/>
                </a:lnTo>
                <a:lnTo>
                  <a:pt x="3060002" y="2697099"/>
                </a:lnTo>
                <a:lnTo>
                  <a:pt x="3060002" y="2710053"/>
                </a:lnTo>
                <a:close/>
                <a:moveTo>
                  <a:pt x="2071688" y="3228023"/>
                </a:moveTo>
                <a:cubicBezTo>
                  <a:pt x="2071688" y="3224117"/>
                  <a:pt x="2074831" y="3220974"/>
                  <a:pt x="2078736" y="3220974"/>
                </a:cubicBezTo>
                <a:cubicBezTo>
                  <a:pt x="2082641" y="3220974"/>
                  <a:pt x="2085785" y="3224117"/>
                  <a:pt x="2085785" y="3228023"/>
                </a:cubicBezTo>
                <a:cubicBezTo>
                  <a:pt x="2085785" y="3231928"/>
                  <a:pt x="2082641" y="3235071"/>
                  <a:pt x="2078736" y="3235071"/>
                </a:cubicBezTo>
                <a:cubicBezTo>
                  <a:pt x="2074831" y="3235071"/>
                  <a:pt x="2071688" y="3231928"/>
                  <a:pt x="2071688" y="3228023"/>
                </a:cubicBezTo>
                <a:close/>
                <a:moveTo>
                  <a:pt x="1727454" y="2648712"/>
                </a:moveTo>
                <a:lnTo>
                  <a:pt x="1727454" y="2638997"/>
                </a:lnTo>
                <a:cubicBezTo>
                  <a:pt x="1727454" y="2637473"/>
                  <a:pt x="1728692" y="2636330"/>
                  <a:pt x="1730121" y="2636330"/>
                </a:cubicBezTo>
                <a:lnTo>
                  <a:pt x="1739837" y="2636330"/>
                </a:lnTo>
                <a:cubicBezTo>
                  <a:pt x="1741361" y="2636330"/>
                  <a:pt x="1742503" y="2637568"/>
                  <a:pt x="1742503" y="2638997"/>
                </a:cubicBezTo>
                <a:lnTo>
                  <a:pt x="1742503" y="2648712"/>
                </a:lnTo>
                <a:cubicBezTo>
                  <a:pt x="1742503" y="2650236"/>
                  <a:pt x="1741265" y="2651379"/>
                  <a:pt x="1739837" y="2651379"/>
                </a:cubicBezTo>
                <a:lnTo>
                  <a:pt x="1730121" y="2651379"/>
                </a:lnTo>
                <a:cubicBezTo>
                  <a:pt x="1728597" y="2651379"/>
                  <a:pt x="1727454" y="2650141"/>
                  <a:pt x="1727454" y="2648712"/>
                </a:cubicBezTo>
                <a:close/>
                <a:moveTo>
                  <a:pt x="2081117" y="3268504"/>
                </a:moveTo>
                <a:lnTo>
                  <a:pt x="2081117" y="3285649"/>
                </a:lnTo>
                <a:cubicBezTo>
                  <a:pt x="2081117" y="3285649"/>
                  <a:pt x="2076355" y="3285649"/>
                  <a:pt x="2076355" y="3285649"/>
                </a:cubicBezTo>
                <a:lnTo>
                  <a:pt x="2076355" y="3268504"/>
                </a:lnTo>
                <a:cubicBezTo>
                  <a:pt x="2076355" y="3268504"/>
                  <a:pt x="2081117" y="3268504"/>
                  <a:pt x="2081117" y="3268504"/>
                </a:cubicBezTo>
                <a:close/>
                <a:moveTo>
                  <a:pt x="2067878" y="3453955"/>
                </a:moveTo>
                <a:lnTo>
                  <a:pt x="2067878" y="3462052"/>
                </a:lnTo>
                <a:cubicBezTo>
                  <a:pt x="2067878" y="3465767"/>
                  <a:pt x="2070926" y="3468910"/>
                  <a:pt x="2074736" y="3468910"/>
                </a:cubicBezTo>
                <a:lnTo>
                  <a:pt x="2082832" y="3468910"/>
                </a:lnTo>
                <a:cubicBezTo>
                  <a:pt x="2086547" y="3468910"/>
                  <a:pt x="2089690" y="3465862"/>
                  <a:pt x="2089690" y="3462052"/>
                </a:cubicBezTo>
                <a:lnTo>
                  <a:pt x="2089690" y="3453955"/>
                </a:lnTo>
                <a:cubicBezTo>
                  <a:pt x="2089690" y="3450241"/>
                  <a:pt x="2086642" y="3447098"/>
                  <a:pt x="2082832" y="3447098"/>
                </a:cubicBezTo>
                <a:lnTo>
                  <a:pt x="2081213" y="3447098"/>
                </a:lnTo>
                <a:lnTo>
                  <a:pt x="2081213" y="3439954"/>
                </a:lnTo>
                <a:lnTo>
                  <a:pt x="2076450" y="3439954"/>
                </a:lnTo>
                <a:lnTo>
                  <a:pt x="2076450" y="3447098"/>
                </a:lnTo>
                <a:lnTo>
                  <a:pt x="2074736" y="3447098"/>
                </a:lnTo>
                <a:cubicBezTo>
                  <a:pt x="2071021" y="3447098"/>
                  <a:pt x="2067878" y="3450146"/>
                  <a:pt x="2067878" y="3453955"/>
                </a:cubicBezTo>
                <a:close/>
                <a:moveTo>
                  <a:pt x="2082737" y="3451955"/>
                </a:moveTo>
                <a:cubicBezTo>
                  <a:pt x="2083880" y="3451955"/>
                  <a:pt x="2084832" y="3452908"/>
                  <a:pt x="2084832" y="3454051"/>
                </a:cubicBezTo>
                <a:lnTo>
                  <a:pt x="2084832" y="3462147"/>
                </a:lnTo>
                <a:cubicBezTo>
                  <a:pt x="2084832" y="3463290"/>
                  <a:pt x="2083880" y="3464243"/>
                  <a:pt x="2082737" y="3464243"/>
                </a:cubicBezTo>
                <a:lnTo>
                  <a:pt x="2074640" y="3464243"/>
                </a:lnTo>
                <a:cubicBezTo>
                  <a:pt x="2073497" y="3464243"/>
                  <a:pt x="2072545" y="3463290"/>
                  <a:pt x="2072545" y="3462147"/>
                </a:cubicBezTo>
                <a:lnTo>
                  <a:pt x="2072545" y="3454051"/>
                </a:lnTo>
                <a:cubicBezTo>
                  <a:pt x="2072545" y="3452908"/>
                  <a:pt x="2073497" y="3451955"/>
                  <a:pt x="2074640" y="3451955"/>
                </a:cubicBezTo>
                <a:lnTo>
                  <a:pt x="2082737" y="3451955"/>
                </a:lnTo>
                <a:close/>
                <a:moveTo>
                  <a:pt x="2138363" y="3370707"/>
                </a:moveTo>
                <a:lnTo>
                  <a:pt x="2143125" y="3370707"/>
                </a:lnTo>
                <a:lnTo>
                  <a:pt x="2143125" y="3387757"/>
                </a:lnTo>
                <a:lnTo>
                  <a:pt x="2138363" y="3387757"/>
                </a:lnTo>
                <a:lnTo>
                  <a:pt x="2138363" y="3370707"/>
                </a:lnTo>
                <a:close/>
                <a:moveTo>
                  <a:pt x="2081117" y="3319939"/>
                </a:moveTo>
                <a:lnTo>
                  <a:pt x="2076355" y="3319939"/>
                </a:lnTo>
                <a:lnTo>
                  <a:pt x="2076355" y="3302794"/>
                </a:lnTo>
                <a:lnTo>
                  <a:pt x="2081117" y="3302794"/>
                </a:lnTo>
                <a:lnTo>
                  <a:pt x="2081117" y="3319939"/>
                </a:lnTo>
                <a:close/>
                <a:moveTo>
                  <a:pt x="2081117" y="3405759"/>
                </a:moveTo>
                <a:lnTo>
                  <a:pt x="2081117" y="3422904"/>
                </a:lnTo>
                <a:cubicBezTo>
                  <a:pt x="2081117" y="3422904"/>
                  <a:pt x="2076355" y="3422904"/>
                  <a:pt x="2076355" y="3422904"/>
                </a:cubicBezTo>
                <a:lnTo>
                  <a:pt x="2076355" y="3405759"/>
                </a:lnTo>
                <a:cubicBezTo>
                  <a:pt x="2076355" y="3405759"/>
                  <a:pt x="2081117" y="3405759"/>
                  <a:pt x="2081117" y="3405759"/>
                </a:cubicBezTo>
                <a:close/>
                <a:moveTo>
                  <a:pt x="2076355" y="3337084"/>
                </a:moveTo>
                <a:lnTo>
                  <a:pt x="2081117" y="3337084"/>
                </a:lnTo>
                <a:lnTo>
                  <a:pt x="2081117" y="3354229"/>
                </a:lnTo>
                <a:lnTo>
                  <a:pt x="2076355" y="3354229"/>
                </a:lnTo>
                <a:lnTo>
                  <a:pt x="2076355" y="3337084"/>
                </a:lnTo>
                <a:close/>
                <a:moveTo>
                  <a:pt x="1342835" y="3151727"/>
                </a:moveTo>
                <a:lnTo>
                  <a:pt x="1342835" y="3142964"/>
                </a:lnTo>
                <a:cubicBezTo>
                  <a:pt x="1342835" y="3141250"/>
                  <a:pt x="1344263" y="3139821"/>
                  <a:pt x="1345978" y="3139821"/>
                </a:cubicBezTo>
                <a:lnTo>
                  <a:pt x="1354741" y="3139821"/>
                </a:lnTo>
                <a:cubicBezTo>
                  <a:pt x="1356455" y="3139821"/>
                  <a:pt x="1357884" y="3141250"/>
                  <a:pt x="1357884" y="3142964"/>
                </a:cubicBezTo>
                <a:lnTo>
                  <a:pt x="1357884" y="3151727"/>
                </a:lnTo>
                <a:cubicBezTo>
                  <a:pt x="1357884" y="3153442"/>
                  <a:pt x="1356455" y="3154871"/>
                  <a:pt x="1354741" y="3154871"/>
                </a:cubicBezTo>
                <a:lnTo>
                  <a:pt x="1345978" y="3154871"/>
                </a:lnTo>
                <a:cubicBezTo>
                  <a:pt x="1344263" y="3154871"/>
                  <a:pt x="1342835" y="3153442"/>
                  <a:pt x="1342835" y="3151727"/>
                </a:cubicBezTo>
                <a:close/>
                <a:moveTo>
                  <a:pt x="3036856" y="2096357"/>
                </a:moveTo>
                <a:lnTo>
                  <a:pt x="3025045" y="2096357"/>
                </a:lnTo>
                <a:cubicBezTo>
                  <a:pt x="3021616" y="2096357"/>
                  <a:pt x="3018854" y="2099120"/>
                  <a:pt x="3018854" y="2102549"/>
                </a:cubicBezTo>
                <a:lnTo>
                  <a:pt x="3018854" y="2114360"/>
                </a:lnTo>
                <a:cubicBezTo>
                  <a:pt x="3018854" y="2117789"/>
                  <a:pt x="3021616" y="2120551"/>
                  <a:pt x="3025045" y="2120551"/>
                </a:cubicBezTo>
                <a:lnTo>
                  <a:pt x="3027426" y="2120551"/>
                </a:lnTo>
                <a:lnTo>
                  <a:pt x="3027426" y="2331911"/>
                </a:lnTo>
                <a:lnTo>
                  <a:pt x="3048381" y="2356961"/>
                </a:lnTo>
                <a:lnTo>
                  <a:pt x="3114866" y="2356961"/>
                </a:lnTo>
                <a:lnTo>
                  <a:pt x="3114866" y="2349818"/>
                </a:lnTo>
                <a:lnTo>
                  <a:pt x="3051810" y="2349818"/>
                </a:lnTo>
                <a:lnTo>
                  <a:pt x="3034665" y="2329339"/>
                </a:lnTo>
                <a:lnTo>
                  <a:pt x="3034665" y="2120551"/>
                </a:lnTo>
                <a:lnTo>
                  <a:pt x="3037046" y="2120551"/>
                </a:lnTo>
                <a:cubicBezTo>
                  <a:pt x="3040475" y="2120551"/>
                  <a:pt x="3043238" y="2117789"/>
                  <a:pt x="3043238" y="2114360"/>
                </a:cubicBezTo>
                <a:lnTo>
                  <a:pt x="3043238" y="2110454"/>
                </a:lnTo>
                <a:lnTo>
                  <a:pt x="3114961" y="2110169"/>
                </a:lnTo>
                <a:lnTo>
                  <a:pt x="3114961" y="2105978"/>
                </a:lnTo>
                <a:lnTo>
                  <a:pt x="3043238" y="2106454"/>
                </a:lnTo>
                <a:lnTo>
                  <a:pt x="3043238" y="2102549"/>
                </a:lnTo>
                <a:cubicBezTo>
                  <a:pt x="3043238" y="2099120"/>
                  <a:pt x="3040475" y="2096357"/>
                  <a:pt x="3037046" y="2096357"/>
                </a:cubicBezTo>
                <a:close/>
                <a:moveTo>
                  <a:pt x="3038856" y="2114360"/>
                </a:moveTo>
                <a:cubicBezTo>
                  <a:pt x="3038856" y="2115503"/>
                  <a:pt x="3037904" y="2116455"/>
                  <a:pt x="3036761" y="2116455"/>
                </a:cubicBezTo>
                <a:lnTo>
                  <a:pt x="3034379" y="2116455"/>
                </a:lnTo>
                <a:lnTo>
                  <a:pt x="3034379" y="2116074"/>
                </a:lnTo>
                <a:lnTo>
                  <a:pt x="3027236" y="2116074"/>
                </a:lnTo>
                <a:lnTo>
                  <a:pt x="3027236" y="2116455"/>
                </a:lnTo>
                <a:lnTo>
                  <a:pt x="3024854" y="2116455"/>
                </a:lnTo>
                <a:cubicBezTo>
                  <a:pt x="3023711" y="2116455"/>
                  <a:pt x="3022759" y="2115503"/>
                  <a:pt x="3022759" y="2114360"/>
                </a:cubicBezTo>
                <a:lnTo>
                  <a:pt x="3022759" y="2102549"/>
                </a:lnTo>
                <a:cubicBezTo>
                  <a:pt x="3022759" y="2101406"/>
                  <a:pt x="3023711" y="2100453"/>
                  <a:pt x="3024854" y="2100453"/>
                </a:cubicBezTo>
                <a:lnTo>
                  <a:pt x="3036665" y="2100453"/>
                </a:lnTo>
                <a:cubicBezTo>
                  <a:pt x="3037809" y="2100453"/>
                  <a:pt x="3038761" y="2101406"/>
                  <a:pt x="3038761" y="2102549"/>
                </a:cubicBezTo>
                <a:lnTo>
                  <a:pt x="3038761" y="2114360"/>
                </a:lnTo>
                <a:close/>
                <a:moveTo>
                  <a:pt x="3097625" y="2558510"/>
                </a:moveTo>
                <a:lnTo>
                  <a:pt x="3088100" y="2558510"/>
                </a:lnTo>
                <a:cubicBezTo>
                  <a:pt x="3088100" y="2558510"/>
                  <a:pt x="3088100" y="2551367"/>
                  <a:pt x="3088100" y="2551367"/>
                </a:cubicBezTo>
                <a:lnTo>
                  <a:pt x="3097625" y="2551367"/>
                </a:lnTo>
                <a:cubicBezTo>
                  <a:pt x="3097625" y="2551367"/>
                  <a:pt x="3097625" y="2558510"/>
                  <a:pt x="3097625" y="2558510"/>
                </a:cubicBezTo>
                <a:close/>
                <a:moveTo>
                  <a:pt x="1341692" y="3164015"/>
                </a:moveTo>
                <a:lnTo>
                  <a:pt x="1359122" y="3164015"/>
                </a:lnTo>
                <a:cubicBezTo>
                  <a:pt x="1363504" y="3164015"/>
                  <a:pt x="1367123" y="3160490"/>
                  <a:pt x="1367123" y="3156013"/>
                </a:cubicBezTo>
                <a:lnTo>
                  <a:pt x="1367123" y="3138583"/>
                </a:lnTo>
                <a:cubicBezTo>
                  <a:pt x="1367123" y="3134201"/>
                  <a:pt x="1363504" y="3130582"/>
                  <a:pt x="1359122" y="3130582"/>
                </a:cubicBezTo>
                <a:lnTo>
                  <a:pt x="1341692" y="3130582"/>
                </a:lnTo>
                <a:cubicBezTo>
                  <a:pt x="1337310" y="3130582"/>
                  <a:pt x="1333691" y="3134106"/>
                  <a:pt x="1333691" y="3138583"/>
                </a:cubicBezTo>
                <a:lnTo>
                  <a:pt x="1333691" y="3156013"/>
                </a:lnTo>
                <a:cubicBezTo>
                  <a:pt x="1333691" y="3160395"/>
                  <a:pt x="1337310" y="3164015"/>
                  <a:pt x="1341692" y="3164015"/>
                </a:cubicBezTo>
                <a:close/>
                <a:moveTo>
                  <a:pt x="1338072" y="3138678"/>
                </a:moveTo>
                <a:cubicBezTo>
                  <a:pt x="1338072" y="3136678"/>
                  <a:pt x="1339691" y="3135059"/>
                  <a:pt x="1341692" y="3135059"/>
                </a:cubicBezTo>
                <a:lnTo>
                  <a:pt x="1359122" y="3135059"/>
                </a:lnTo>
                <a:cubicBezTo>
                  <a:pt x="1361123" y="3135059"/>
                  <a:pt x="1362742" y="3136678"/>
                  <a:pt x="1362742" y="3138678"/>
                </a:cubicBezTo>
                <a:lnTo>
                  <a:pt x="1362742" y="3156109"/>
                </a:lnTo>
                <a:cubicBezTo>
                  <a:pt x="1362742" y="3158109"/>
                  <a:pt x="1361123" y="3159728"/>
                  <a:pt x="1359122" y="3159728"/>
                </a:cubicBezTo>
                <a:lnTo>
                  <a:pt x="1341692" y="3159728"/>
                </a:lnTo>
                <a:cubicBezTo>
                  <a:pt x="1339691" y="3159728"/>
                  <a:pt x="1338072" y="3158109"/>
                  <a:pt x="1338072" y="3156109"/>
                </a:cubicBezTo>
                <a:lnTo>
                  <a:pt x="1338072" y="3138678"/>
                </a:lnTo>
                <a:close/>
                <a:moveTo>
                  <a:pt x="2810637" y="1798796"/>
                </a:moveTo>
                <a:cubicBezTo>
                  <a:pt x="2803493" y="1798796"/>
                  <a:pt x="2797778" y="1804607"/>
                  <a:pt x="2797778" y="1811655"/>
                </a:cubicBezTo>
                <a:cubicBezTo>
                  <a:pt x="2797778" y="1818703"/>
                  <a:pt x="2803588" y="1824514"/>
                  <a:pt x="2810637" y="1824514"/>
                </a:cubicBezTo>
                <a:cubicBezTo>
                  <a:pt x="2812256" y="1824514"/>
                  <a:pt x="2813876" y="1824133"/>
                  <a:pt x="2815304" y="1823657"/>
                </a:cubicBezTo>
                <a:lnTo>
                  <a:pt x="2829497" y="1836992"/>
                </a:lnTo>
                <a:lnTo>
                  <a:pt x="2964275" y="1836801"/>
                </a:lnTo>
                <a:lnTo>
                  <a:pt x="2986469" y="1860518"/>
                </a:lnTo>
                <a:lnTo>
                  <a:pt x="3074194" y="1861090"/>
                </a:lnTo>
                <a:lnTo>
                  <a:pt x="3114866" y="1813751"/>
                </a:lnTo>
                <a:lnTo>
                  <a:pt x="3114866" y="1800130"/>
                </a:lnTo>
                <a:lnTo>
                  <a:pt x="3110865" y="1800130"/>
                </a:lnTo>
                <a:cubicBezTo>
                  <a:pt x="3110865" y="1800130"/>
                  <a:pt x="3068669" y="1849279"/>
                  <a:pt x="3068669" y="1849279"/>
                </a:cubicBezTo>
                <a:lnTo>
                  <a:pt x="2991612" y="1848612"/>
                </a:lnTo>
                <a:lnTo>
                  <a:pt x="2969419" y="1824895"/>
                </a:lnTo>
                <a:lnTo>
                  <a:pt x="2834164" y="1825085"/>
                </a:lnTo>
                <a:lnTo>
                  <a:pt x="2823115" y="1814703"/>
                </a:lnTo>
                <a:cubicBezTo>
                  <a:pt x="2823401" y="1813751"/>
                  <a:pt x="2823496" y="1812703"/>
                  <a:pt x="2823496" y="1811655"/>
                </a:cubicBezTo>
                <a:cubicBezTo>
                  <a:pt x="2823496" y="1804511"/>
                  <a:pt x="2817686" y="1798796"/>
                  <a:pt x="2810637" y="1798796"/>
                </a:cubicBezTo>
                <a:close/>
                <a:moveTo>
                  <a:pt x="2817305" y="1816037"/>
                </a:moveTo>
                <a:lnTo>
                  <a:pt x="2815400" y="1818037"/>
                </a:lnTo>
                <a:cubicBezTo>
                  <a:pt x="2814066" y="1819085"/>
                  <a:pt x="2812447" y="1819751"/>
                  <a:pt x="2810637" y="1819751"/>
                </a:cubicBezTo>
                <a:cubicBezTo>
                  <a:pt x="2806160" y="1819751"/>
                  <a:pt x="2802541" y="1816132"/>
                  <a:pt x="2802541" y="1811655"/>
                </a:cubicBezTo>
                <a:cubicBezTo>
                  <a:pt x="2802541" y="1807178"/>
                  <a:pt x="2806160" y="1803559"/>
                  <a:pt x="2810637" y="1803559"/>
                </a:cubicBezTo>
                <a:cubicBezTo>
                  <a:pt x="2815114" y="1803559"/>
                  <a:pt x="2818734" y="1807178"/>
                  <a:pt x="2818734" y="1811655"/>
                </a:cubicBezTo>
                <a:cubicBezTo>
                  <a:pt x="2818734" y="1813274"/>
                  <a:pt x="2818162" y="1814798"/>
                  <a:pt x="2817305" y="1816037"/>
                </a:cubicBezTo>
                <a:close/>
                <a:moveTo>
                  <a:pt x="3034855" y="2545366"/>
                </a:moveTo>
                <a:lnTo>
                  <a:pt x="3034855" y="2551271"/>
                </a:lnTo>
                <a:lnTo>
                  <a:pt x="3040571" y="2551271"/>
                </a:lnTo>
                <a:cubicBezTo>
                  <a:pt x="3040571" y="2551271"/>
                  <a:pt x="3040571" y="2558415"/>
                  <a:pt x="3040571" y="2558415"/>
                </a:cubicBezTo>
                <a:lnTo>
                  <a:pt x="3034951" y="2558415"/>
                </a:lnTo>
                <a:cubicBezTo>
                  <a:pt x="3034951" y="2558415"/>
                  <a:pt x="3034951" y="2565368"/>
                  <a:pt x="3034951" y="2565368"/>
                </a:cubicBezTo>
                <a:cubicBezTo>
                  <a:pt x="3034951" y="2568702"/>
                  <a:pt x="3032284" y="2571369"/>
                  <a:pt x="3028950" y="2571369"/>
                </a:cubicBezTo>
                <a:lnTo>
                  <a:pt x="3008852" y="2571369"/>
                </a:lnTo>
                <a:cubicBezTo>
                  <a:pt x="3005519" y="2571369"/>
                  <a:pt x="3002852" y="2568702"/>
                  <a:pt x="3002852" y="2565368"/>
                </a:cubicBezTo>
                <a:lnTo>
                  <a:pt x="3002852" y="2545271"/>
                </a:lnTo>
                <a:cubicBezTo>
                  <a:pt x="3002852" y="2541937"/>
                  <a:pt x="3005519" y="2539270"/>
                  <a:pt x="3008852" y="2539270"/>
                </a:cubicBezTo>
                <a:lnTo>
                  <a:pt x="3028950" y="2539270"/>
                </a:lnTo>
                <a:cubicBezTo>
                  <a:pt x="3032284" y="2539270"/>
                  <a:pt x="3034951" y="2541937"/>
                  <a:pt x="3034951" y="2545271"/>
                </a:cubicBezTo>
                <a:close/>
                <a:moveTo>
                  <a:pt x="3097721" y="2060162"/>
                </a:moveTo>
                <a:lnTo>
                  <a:pt x="3088196" y="2060162"/>
                </a:lnTo>
                <a:cubicBezTo>
                  <a:pt x="3084386" y="2060162"/>
                  <a:pt x="3081242" y="2063306"/>
                  <a:pt x="3081242" y="2067116"/>
                </a:cubicBezTo>
                <a:lnTo>
                  <a:pt x="3081242" y="2076641"/>
                </a:lnTo>
                <a:cubicBezTo>
                  <a:pt x="3081242" y="2080451"/>
                  <a:pt x="3084386" y="2083594"/>
                  <a:pt x="3088196" y="2083594"/>
                </a:cubicBezTo>
                <a:lnTo>
                  <a:pt x="3097721" y="2083594"/>
                </a:lnTo>
                <a:cubicBezTo>
                  <a:pt x="3101530" y="2083594"/>
                  <a:pt x="3104674" y="2080451"/>
                  <a:pt x="3104674" y="2076641"/>
                </a:cubicBezTo>
                <a:lnTo>
                  <a:pt x="3104674" y="2075402"/>
                </a:lnTo>
                <a:lnTo>
                  <a:pt x="3114770" y="2075402"/>
                </a:lnTo>
                <a:lnTo>
                  <a:pt x="3114770" y="2068259"/>
                </a:lnTo>
                <a:lnTo>
                  <a:pt x="3104674" y="2068259"/>
                </a:lnTo>
                <a:lnTo>
                  <a:pt x="3104674" y="2067020"/>
                </a:lnTo>
                <a:cubicBezTo>
                  <a:pt x="3104674" y="2063210"/>
                  <a:pt x="3101530" y="2060067"/>
                  <a:pt x="3097721" y="2060067"/>
                </a:cubicBezTo>
                <a:close/>
                <a:moveTo>
                  <a:pt x="3099911" y="2076736"/>
                </a:moveTo>
                <a:cubicBezTo>
                  <a:pt x="3099911" y="2077974"/>
                  <a:pt x="3098959" y="2078927"/>
                  <a:pt x="3097721" y="2078927"/>
                </a:cubicBezTo>
                <a:lnTo>
                  <a:pt x="3088196" y="2078927"/>
                </a:lnTo>
                <a:cubicBezTo>
                  <a:pt x="3086957" y="2078927"/>
                  <a:pt x="3086005" y="2077974"/>
                  <a:pt x="3086005" y="2076736"/>
                </a:cubicBezTo>
                <a:lnTo>
                  <a:pt x="3086005" y="2067211"/>
                </a:lnTo>
                <a:cubicBezTo>
                  <a:pt x="3086005" y="2065973"/>
                  <a:pt x="3086957" y="2065020"/>
                  <a:pt x="3088196" y="2065020"/>
                </a:cubicBezTo>
                <a:lnTo>
                  <a:pt x="3097721" y="2065020"/>
                </a:lnTo>
                <a:cubicBezTo>
                  <a:pt x="3098959" y="2065020"/>
                  <a:pt x="3099911" y="2065973"/>
                  <a:pt x="3099911" y="2067211"/>
                </a:cubicBezTo>
                <a:lnTo>
                  <a:pt x="3099911" y="2076736"/>
                </a:lnTo>
                <a:close/>
                <a:moveTo>
                  <a:pt x="553784" y="3223641"/>
                </a:moveTo>
                <a:lnTo>
                  <a:pt x="553784" y="3228404"/>
                </a:lnTo>
                <a:lnTo>
                  <a:pt x="535781" y="3228404"/>
                </a:lnTo>
                <a:lnTo>
                  <a:pt x="535781" y="3223641"/>
                </a:lnTo>
                <a:lnTo>
                  <a:pt x="553784" y="3223641"/>
                </a:lnTo>
                <a:close/>
                <a:moveTo>
                  <a:pt x="2523839" y="2998375"/>
                </a:moveTo>
                <a:lnTo>
                  <a:pt x="2676906" y="2999327"/>
                </a:lnTo>
                <a:lnTo>
                  <a:pt x="2685479" y="3007900"/>
                </a:lnTo>
                <a:cubicBezTo>
                  <a:pt x="2686526" y="3008948"/>
                  <a:pt x="2688241" y="3008948"/>
                  <a:pt x="2689288" y="3007900"/>
                </a:cubicBezTo>
                <a:lnTo>
                  <a:pt x="2698433" y="2998756"/>
                </a:lnTo>
                <a:cubicBezTo>
                  <a:pt x="2699480" y="2997708"/>
                  <a:pt x="2699480" y="2995994"/>
                  <a:pt x="2698433" y="2994946"/>
                </a:cubicBezTo>
                <a:lnTo>
                  <a:pt x="2689288" y="2985802"/>
                </a:lnTo>
                <a:cubicBezTo>
                  <a:pt x="2688241" y="2984754"/>
                  <a:pt x="2686526" y="2984754"/>
                  <a:pt x="2685479" y="2985802"/>
                </a:cubicBezTo>
                <a:lnTo>
                  <a:pt x="2676811" y="2994470"/>
                </a:lnTo>
                <a:lnTo>
                  <a:pt x="2525935" y="2993517"/>
                </a:lnTo>
                <a:lnTo>
                  <a:pt x="2499551" y="2965323"/>
                </a:lnTo>
                <a:lnTo>
                  <a:pt x="2348008" y="2966180"/>
                </a:lnTo>
                <a:cubicBezTo>
                  <a:pt x="2348008" y="2966180"/>
                  <a:pt x="2348008" y="2965609"/>
                  <a:pt x="2348008" y="2965323"/>
                </a:cubicBezTo>
                <a:cubicBezTo>
                  <a:pt x="2346770" y="2959608"/>
                  <a:pt x="2341055" y="2955988"/>
                  <a:pt x="2335340" y="2957227"/>
                </a:cubicBezTo>
                <a:cubicBezTo>
                  <a:pt x="2329625" y="2958465"/>
                  <a:pt x="2326005" y="2964180"/>
                  <a:pt x="2327339" y="2969895"/>
                </a:cubicBezTo>
                <a:cubicBezTo>
                  <a:pt x="2327910" y="2972657"/>
                  <a:pt x="2329625" y="2975038"/>
                  <a:pt x="2332006" y="2976563"/>
                </a:cubicBezTo>
                <a:cubicBezTo>
                  <a:pt x="2333720" y="2977610"/>
                  <a:pt x="2335721" y="2978182"/>
                  <a:pt x="2337721" y="2978182"/>
                </a:cubicBezTo>
                <a:cubicBezTo>
                  <a:pt x="2338483" y="2978182"/>
                  <a:pt x="2339245" y="2978182"/>
                  <a:pt x="2340102" y="2977896"/>
                </a:cubicBezTo>
                <a:cubicBezTo>
                  <a:pt x="2342864" y="2977229"/>
                  <a:pt x="2345246" y="2975610"/>
                  <a:pt x="2346770" y="2973229"/>
                </a:cubicBezTo>
                <a:cubicBezTo>
                  <a:pt x="2347246" y="2972467"/>
                  <a:pt x="2347436" y="2971610"/>
                  <a:pt x="2347722" y="2970848"/>
                </a:cubicBezTo>
                <a:lnTo>
                  <a:pt x="2497741" y="2969990"/>
                </a:lnTo>
                <a:lnTo>
                  <a:pt x="2524030" y="2998089"/>
                </a:lnTo>
                <a:close/>
                <a:moveTo>
                  <a:pt x="2342483" y="2971038"/>
                </a:moveTo>
                <a:cubicBezTo>
                  <a:pt x="2341626" y="2972372"/>
                  <a:pt x="2340293" y="2973229"/>
                  <a:pt x="2338769" y="2973610"/>
                </a:cubicBezTo>
                <a:cubicBezTo>
                  <a:pt x="2337245" y="2973991"/>
                  <a:pt x="2335625" y="2973610"/>
                  <a:pt x="2334387" y="2972848"/>
                </a:cubicBezTo>
                <a:cubicBezTo>
                  <a:pt x="2333054" y="2971991"/>
                  <a:pt x="2332196" y="2970752"/>
                  <a:pt x="2331815" y="2969228"/>
                </a:cubicBezTo>
                <a:cubicBezTo>
                  <a:pt x="2331149" y="2966085"/>
                  <a:pt x="2333054" y="2962942"/>
                  <a:pt x="2336292" y="2962180"/>
                </a:cubicBezTo>
                <a:cubicBezTo>
                  <a:pt x="2336673" y="2962180"/>
                  <a:pt x="2337149" y="2962085"/>
                  <a:pt x="2337530" y="2962085"/>
                </a:cubicBezTo>
                <a:cubicBezTo>
                  <a:pt x="2340197" y="2962085"/>
                  <a:pt x="2342674" y="2963990"/>
                  <a:pt x="2343245" y="2966657"/>
                </a:cubicBezTo>
                <a:cubicBezTo>
                  <a:pt x="2343626" y="2968180"/>
                  <a:pt x="2343245" y="2969705"/>
                  <a:pt x="2342483" y="2971038"/>
                </a:cubicBezTo>
                <a:close/>
                <a:moveTo>
                  <a:pt x="3114770" y="2500408"/>
                </a:moveTo>
                <a:lnTo>
                  <a:pt x="3034855" y="2500789"/>
                </a:lnTo>
                <a:lnTo>
                  <a:pt x="3034855" y="2508218"/>
                </a:lnTo>
                <a:cubicBezTo>
                  <a:pt x="3034855" y="2511552"/>
                  <a:pt x="3032188" y="2514219"/>
                  <a:pt x="3028855" y="2514219"/>
                </a:cubicBezTo>
                <a:lnTo>
                  <a:pt x="3008757" y="2514219"/>
                </a:lnTo>
                <a:cubicBezTo>
                  <a:pt x="3005423" y="2514219"/>
                  <a:pt x="3002756" y="2511552"/>
                  <a:pt x="3002756" y="2508218"/>
                </a:cubicBezTo>
                <a:lnTo>
                  <a:pt x="3002756" y="2488121"/>
                </a:lnTo>
                <a:cubicBezTo>
                  <a:pt x="3002756" y="2484787"/>
                  <a:pt x="3005423" y="2482120"/>
                  <a:pt x="3008757" y="2482120"/>
                </a:cubicBezTo>
                <a:lnTo>
                  <a:pt x="3028855" y="2482120"/>
                </a:lnTo>
                <a:cubicBezTo>
                  <a:pt x="3032188" y="2482120"/>
                  <a:pt x="3034855" y="2484787"/>
                  <a:pt x="3034855" y="2488121"/>
                </a:cubicBezTo>
                <a:lnTo>
                  <a:pt x="3034855" y="2496026"/>
                </a:lnTo>
                <a:lnTo>
                  <a:pt x="3114770" y="2495645"/>
                </a:lnTo>
                <a:lnTo>
                  <a:pt x="3114770" y="2500408"/>
                </a:lnTo>
                <a:close/>
                <a:moveTo>
                  <a:pt x="3083052" y="2608993"/>
                </a:moveTo>
                <a:lnTo>
                  <a:pt x="3092577" y="2608993"/>
                </a:lnTo>
                <a:cubicBezTo>
                  <a:pt x="3092577" y="2608993"/>
                  <a:pt x="3092577" y="2616137"/>
                  <a:pt x="3092577" y="2616137"/>
                </a:cubicBezTo>
                <a:lnTo>
                  <a:pt x="3083052" y="2616137"/>
                </a:lnTo>
                <a:cubicBezTo>
                  <a:pt x="3083052" y="2616137"/>
                  <a:pt x="3083052" y="2608993"/>
                  <a:pt x="3083052" y="2608993"/>
                </a:cubicBezTo>
                <a:close/>
                <a:moveTo>
                  <a:pt x="3078575" y="2558510"/>
                </a:moveTo>
                <a:lnTo>
                  <a:pt x="3069050" y="2558510"/>
                </a:lnTo>
                <a:cubicBezTo>
                  <a:pt x="3069050" y="2558510"/>
                  <a:pt x="3069050" y="2551367"/>
                  <a:pt x="3069050" y="2551367"/>
                </a:cubicBezTo>
                <a:lnTo>
                  <a:pt x="3078575" y="2551367"/>
                </a:lnTo>
                <a:cubicBezTo>
                  <a:pt x="3078575" y="2551367"/>
                  <a:pt x="3078575" y="2558510"/>
                  <a:pt x="3078575" y="2558510"/>
                </a:cubicBezTo>
                <a:close/>
                <a:moveTo>
                  <a:pt x="3059525" y="2558415"/>
                </a:moveTo>
                <a:lnTo>
                  <a:pt x="3050000" y="2558415"/>
                </a:lnTo>
                <a:cubicBezTo>
                  <a:pt x="3050000" y="2558415"/>
                  <a:pt x="3050000" y="2551271"/>
                  <a:pt x="3050000" y="2551271"/>
                </a:cubicBezTo>
                <a:lnTo>
                  <a:pt x="3059525" y="2551271"/>
                </a:lnTo>
                <a:cubicBezTo>
                  <a:pt x="3059525" y="2551271"/>
                  <a:pt x="3059525" y="2558415"/>
                  <a:pt x="3059525" y="2558415"/>
                </a:cubicBezTo>
                <a:close/>
                <a:moveTo>
                  <a:pt x="3044952" y="2608802"/>
                </a:moveTo>
                <a:lnTo>
                  <a:pt x="3054477" y="2608802"/>
                </a:lnTo>
                <a:cubicBezTo>
                  <a:pt x="3054477" y="2608802"/>
                  <a:pt x="3054477" y="2615946"/>
                  <a:pt x="3054477" y="2615946"/>
                </a:cubicBezTo>
                <a:lnTo>
                  <a:pt x="3044952" y="2615946"/>
                </a:lnTo>
                <a:cubicBezTo>
                  <a:pt x="3044952" y="2615946"/>
                  <a:pt x="3044952" y="2608802"/>
                  <a:pt x="3044952" y="2608802"/>
                </a:cubicBezTo>
                <a:close/>
                <a:moveTo>
                  <a:pt x="3064002" y="2608898"/>
                </a:moveTo>
                <a:lnTo>
                  <a:pt x="3073527" y="2608898"/>
                </a:lnTo>
                <a:cubicBezTo>
                  <a:pt x="3073527" y="2608898"/>
                  <a:pt x="3073527" y="2616042"/>
                  <a:pt x="3073527" y="2616042"/>
                </a:cubicBezTo>
                <a:lnTo>
                  <a:pt x="3064002" y="2616042"/>
                </a:lnTo>
                <a:cubicBezTo>
                  <a:pt x="3064002" y="2616042"/>
                  <a:pt x="3064002" y="2608898"/>
                  <a:pt x="3064002" y="2608898"/>
                </a:cubicBezTo>
                <a:close/>
                <a:moveTo>
                  <a:pt x="2369915" y="2837593"/>
                </a:moveTo>
                <a:lnTo>
                  <a:pt x="2388965" y="2837593"/>
                </a:lnTo>
                <a:lnTo>
                  <a:pt x="2388965" y="2842355"/>
                </a:lnTo>
                <a:lnTo>
                  <a:pt x="2369915" y="2842355"/>
                </a:lnTo>
                <a:lnTo>
                  <a:pt x="2369915" y="2837593"/>
                </a:lnTo>
                <a:close/>
                <a:moveTo>
                  <a:pt x="2226755" y="3086576"/>
                </a:moveTo>
                <a:cubicBezTo>
                  <a:pt x="2226755" y="3082671"/>
                  <a:pt x="2229898" y="3079528"/>
                  <a:pt x="2233803" y="3079528"/>
                </a:cubicBezTo>
                <a:cubicBezTo>
                  <a:pt x="2237708" y="3079528"/>
                  <a:pt x="2240852" y="3082671"/>
                  <a:pt x="2240852" y="3086576"/>
                </a:cubicBezTo>
                <a:cubicBezTo>
                  <a:pt x="2240852" y="3090482"/>
                  <a:pt x="2237708" y="3093625"/>
                  <a:pt x="2233803" y="3093625"/>
                </a:cubicBezTo>
                <a:cubicBezTo>
                  <a:pt x="2229898" y="3093625"/>
                  <a:pt x="2226755" y="3090482"/>
                  <a:pt x="2226755" y="3086576"/>
                </a:cubicBezTo>
                <a:close/>
                <a:moveTo>
                  <a:pt x="2230660" y="2978277"/>
                </a:moveTo>
                <a:lnTo>
                  <a:pt x="2235422" y="2978277"/>
                </a:lnTo>
                <a:cubicBezTo>
                  <a:pt x="2235422" y="2978277"/>
                  <a:pt x="2235613" y="2997327"/>
                  <a:pt x="2235613" y="2997327"/>
                </a:cubicBezTo>
                <a:lnTo>
                  <a:pt x="2230850" y="2997327"/>
                </a:lnTo>
                <a:cubicBezTo>
                  <a:pt x="2230850" y="2997327"/>
                  <a:pt x="2230660" y="2978277"/>
                  <a:pt x="2230660" y="2978277"/>
                </a:cubicBezTo>
                <a:close/>
                <a:moveTo>
                  <a:pt x="3031903" y="3177540"/>
                </a:moveTo>
                <a:lnTo>
                  <a:pt x="3052191" y="3177540"/>
                </a:lnTo>
                <a:cubicBezTo>
                  <a:pt x="3055525" y="3177540"/>
                  <a:pt x="3058192" y="3174873"/>
                  <a:pt x="3058192" y="3171539"/>
                </a:cubicBezTo>
                <a:lnTo>
                  <a:pt x="3058192" y="3170111"/>
                </a:lnTo>
                <a:lnTo>
                  <a:pt x="3066288" y="3170111"/>
                </a:lnTo>
                <a:lnTo>
                  <a:pt x="3100007" y="3201353"/>
                </a:lnTo>
                <a:lnTo>
                  <a:pt x="3078671" y="3219641"/>
                </a:lnTo>
                <a:cubicBezTo>
                  <a:pt x="3078004" y="3219450"/>
                  <a:pt x="3077432" y="3219260"/>
                  <a:pt x="3076670" y="3219260"/>
                </a:cubicBezTo>
                <a:lnTo>
                  <a:pt x="3056382" y="3219260"/>
                </a:lnTo>
                <a:cubicBezTo>
                  <a:pt x="3053048" y="3219260"/>
                  <a:pt x="3050381" y="3221927"/>
                  <a:pt x="3050381" y="3225260"/>
                </a:cubicBezTo>
                <a:lnTo>
                  <a:pt x="3050381" y="3232880"/>
                </a:lnTo>
                <a:cubicBezTo>
                  <a:pt x="3050381" y="3236214"/>
                  <a:pt x="3053048" y="3238881"/>
                  <a:pt x="3056382" y="3238881"/>
                </a:cubicBezTo>
                <a:lnTo>
                  <a:pt x="3076670" y="3238881"/>
                </a:lnTo>
                <a:cubicBezTo>
                  <a:pt x="3080004" y="3238881"/>
                  <a:pt x="3082671" y="3236214"/>
                  <a:pt x="3082671" y="3232880"/>
                </a:cubicBezTo>
                <a:lnTo>
                  <a:pt x="3082671" y="3225260"/>
                </a:lnTo>
                <a:cubicBezTo>
                  <a:pt x="3082671" y="3224403"/>
                  <a:pt x="3082480" y="3223641"/>
                  <a:pt x="3082195" y="3222879"/>
                </a:cubicBezTo>
                <a:lnTo>
                  <a:pt x="3102483" y="3205544"/>
                </a:lnTo>
                <a:lnTo>
                  <a:pt x="3102483" y="3243072"/>
                </a:lnTo>
                <a:lnTo>
                  <a:pt x="3114866" y="3254312"/>
                </a:lnTo>
                <a:lnTo>
                  <a:pt x="3114866" y="3247930"/>
                </a:lnTo>
                <a:lnTo>
                  <a:pt x="3107246" y="3241072"/>
                </a:lnTo>
                <a:lnTo>
                  <a:pt x="3107246" y="3201638"/>
                </a:lnTo>
                <a:lnTo>
                  <a:pt x="3107055" y="3201638"/>
                </a:lnTo>
                <a:lnTo>
                  <a:pt x="3068193" y="3165538"/>
                </a:lnTo>
                <a:lnTo>
                  <a:pt x="3058287" y="3165538"/>
                </a:lnTo>
                <a:lnTo>
                  <a:pt x="3058287" y="3164110"/>
                </a:lnTo>
                <a:cubicBezTo>
                  <a:pt x="3058287" y="3160776"/>
                  <a:pt x="3055620" y="3158109"/>
                  <a:pt x="3052286" y="3158109"/>
                </a:cubicBezTo>
                <a:lnTo>
                  <a:pt x="3031998" y="3158109"/>
                </a:lnTo>
                <a:cubicBezTo>
                  <a:pt x="3028664" y="3158109"/>
                  <a:pt x="3025997" y="3160776"/>
                  <a:pt x="3025997" y="3164110"/>
                </a:cubicBezTo>
                <a:lnTo>
                  <a:pt x="3025997" y="3171730"/>
                </a:lnTo>
                <a:cubicBezTo>
                  <a:pt x="3025997" y="3175063"/>
                  <a:pt x="3028664" y="3177730"/>
                  <a:pt x="3031998" y="3177730"/>
                </a:cubicBezTo>
                <a:close/>
                <a:moveTo>
                  <a:pt x="3059906" y="3234023"/>
                </a:moveTo>
                <a:lnTo>
                  <a:pt x="3056287" y="3234023"/>
                </a:lnTo>
                <a:cubicBezTo>
                  <a:pt x="3055620" y="3234023"/>
                  <a:pt x="3055049" y="3233452"/>
                  <a:pt x="3055049" y="3232785"/>
                </a:cubicBezTo>
                <a:lnTo>
                  <a:pt x="3055049" y="3225165"/>
                </a:lnTo>
                <a:cubicBezTo>
                  <a:pt x="3055049" y="3224498"/>
                  <a:pt x="3055620" y="3223927"/>
                  <a:pt x="3056287" y="3223927"/>
                </a:cubicBezTo>
                <a:lnTo>
                  <a:pt x="3059906" y="3223927"/>
                </a:lnTo>
                <a:lnTo>
                  <a:pt x="3059906" y="3234119"/>
                </a:lnTo>
                <a:close/>
                <a:moveTo>
                  <a:pt x="3069622" y="3232595"/>
                </a:moveTo>
                <a:lnTo>
                  <a:pt x="3064669" y="3232595"/>
                </a:lnTo>
                <a:lnTo>
                  <a:pt x="3064669" y="3223927"/>
                </a:lnTo>
                <a:lnTo>
                  <a:pt x="3069622" y="3223927"/>
                </a:lnTo>
                <a:lnTo>
                  <a:pt x="3069622" y="3232595"/>
                </a:lnTo>
                <a:close/>
                <a:moveTo>
                  <a:pt x="3077813" y="3232785"/>
                </a:moveTo>
                <a:cubicBezTo>
                  <a:pt x="3077813" y="3233452"/>
                  <a:pt x="3077242" y="3234023"/>
                  <a:pt x="3076575" y="3234023"/>
                </a:cubicBezTo>
                <a:lnTo>
                  <a:pt x="3074384" y="3234023"/>
                </a:lnTo>
                <a:lnTo>
                  <a:pt x="3074384" y="3223832"/>
                </a:lnTo>
                <a:lnTo>
                  <a:pt x="3076575" y="3223832"/>
                </a:lnTo>
                <a:cubicBezTo>
                  <a:pt x="3077242" y="3223832"/>
                  <a:pt x="3077813" y="3224403"/>
                  <a:pt x="3077813" y="3225070"/>
                </a:cubicBezTo>
                <a:lnTo>
                  <a:pt x="3077813" y="3232690"/>
                </a:lnTo>
                <a:close/>
                <a:moveTo>
                  <a:pt x="3050000" y="3162586"/>
                </a:moveTo>
                <a:lnTo>
                  <a:pt x="3052191" y="3162586"/>
                </a:lnTo>
                <a:cubicBezTo>
                  <a:pt x="3052858" y="3162586"/>
                  <a:pt x="3053429" y="3163157"/>
                  <a:pt x="3053429" y="3163824"/>
                </a:cubicBezTo>
                <a:lnTo>
                  <a:pt x="3053429" y="3171444"/>
                </a:lnTo>
                <a:cubicBezTo>
                  <a:pt x="3053429" y="3172111"/>
                  <a:pt x="3052858" y="3172682"/>
                  <a:pt x="3052191" y="3172682"/>
                </a:cubicBezTo>
                <a:lnTo>
                  <a:pt x="3050000" y="3172682"/>
                </a:lnTo>
                <a:lnTo>
                  <a:pt x="3050000" y="3162491"/>
                </a:lnTo>
                <a:close/>
                <a:moveTo>
                  <a:pt x="3040190" y="3162586"/>
                </a:moveTo>
                <a:lnTo>
                  <a:pt x="3045143" y="3162586"/>
                </a:lnTo>
                <a:lnTo>
                  <a:pt x="3045143" y="3171254"/>
                </a:lnTo>
                <a:lnTo>
                  <a:pt x="3040190" y="3171254"/>
                </a:lnTo>
                <a:lnTo>
                  <a:pt x="3040190" y="3162586"/>
                </a:lnTo>
                <a:close/>
                <a:moveTo>
                  <a:pt x="3030569" y="3163824"/>
                </a:moveTo>
                <a:cubicBezTo>
                  <a:pt x="3030569" y="3163157"/>
                  <a:pt x="3031141" y="3162586"/>
                  <a:pt x="3031808" y="3162586"/>
                </a:cubicBezTo>
                <a:lnTo>
                  <a:pt x="3035427" y="3162586"/>
                </a:lnTo>
                <a:lnTo>
                  <a:pt x="3035427" y="3172778"/>
                </a:lnTo>
                <a:lnTo>
                  <a:pt x="3031808" y="3172778"/>
                </a:lnTo>
                <a:cubicBezTo>
                  <a:pt x="3031141" y="3172778"/>
                  <a:pt x="3030569" y="3172206"/>
                  <a:pt x="3030569" y="3171539"/>
                </a:cubicBezTo>
                <a:lnTo>
                  <a:pt x="3030569" y="3163919"/>
                </a:lnTo>
                <a:close/>
                <a:moveTo>
                  <a:pt x="946785" y="3161443"/>
                </a:moveTo>
                <a:lnTo>
                  <a:pt x="946785" y="3166205"/>
                </a:lnTo>
                <a:cubicBezTo>
                  <a:pt x="946785" y="3166205"/>
                  <a:pt x="926211" y="3166110"/>
                  <a:pt x="926211" y="3166110"/>
                </a:cubicBezTo>
                <a:lnTo>
                  <a:pt x="926211" y="3161348"/>
                </a:lnTo>
                <a:cubicBezTo>
                  <a:pt x="926211" y="3161348"/>
                  <a:pt x="946785" y="3161443"/>
                  <a:pt x="946785" y="3161443"/>
                </a:cubicBezTo>
                <a:close/>
                <a:moveTo>
                  <a:pt x="590264" y="3013043"/>
                </a:moveTo>
                <a:lnTo>
                  <a:pt x="590264" y="3019806"/>
                </a:lnTo>
                <a:cubicBezTo>
                  <a:pt x="590264" y="3021140"/>
                  <a:pt x="589121" y="3022283"/>
                  <a:pt x="587788" y="3022283"/>
                </a:cubicBezTo>
                <a:lnTo>
                  <a:pt x="581025" y="3022283"/>
                </a:lnTo>
                <a:cubicBezTo>
                  <a:pt x="579692" y="3022283"/>
                  <a:pt x="578549" y="3021140"/>
                  <a:pt x="578549" y="3019806"/>
                </a:cubicBezTo>
                <a:lnTo>
                  <a:pt x="578549" y="3013043"/>
                </a:lnTo>
                <a:cubicBezTo>
                  <a:pt x="578549" y="3011710"/>
                  <a:pt x="579692" y="3010567"/>
                  <a:pt x="581025" y="3010567"/>
                </a:cubicBezTo>
                <a:lnTo>
                  <a:pt x="587788" y="3010567"/>
                </a:lnTo>
                <a:cubicBezTo>
                  <a:pt x="589121" y="3010567"/>
                  <a:pt x="590264" y="3011710"/>
                  <a:pt x="590264" y="3013043"/>
                </a:cubicBezTo>
                <a:close/>
                <a:moveTo>
                  <a:pt x="3089243" y="3925348"/>
                </a:moveTo>
                <a:lnTo>
                  <a:pt x="3114770" y="3925348"/>
                </a:lnTo>
                <a:lnTo>
                  <a:pt x="3114770" y="3930110"/>
                </a:lnTo>
                <a:lnTo>
                  <a:pt x="3089243" y="3930110"/>
                </a:lnTo>
                <a:cubicBezTo>
                  <a:pt x="3085910" y="3930110"/>
                  <a:pt x="3083243" y="3932777"/>
                  <a:pt x="3083243" y="3936111"/>
                </a:cubicBezTo>
                <a:cubicBezTo>
                  <a:pt x="3083243" y="3939445"/>
                  <a:pt x="3085910" y="3942112"/>
                  <a:pt x="3089243" y="3942112"/>
                </a:cubicBezTo>
                <a:lnTo>
                  <a:pt x="3114770" y="3942112"/>
                </a:lnTo>
                <a:lnTo>
                  <a:pt x="3114770" y="3946874"/>
                </a:lnTo>
                <a:lnTo>
                  <a:pt x="3089243" y="3946874"/>
                </a:lnTo>
                <a:cubicBezTo>
                  <a:pt x="3083338" y="3946874"/>
                  <a:pt x="3078480" y="3942017"/>
                  <a:pt x="3078480" y="3936111"/>
                </a:cubicBezTo>
                <a:cubicBezTo>
                  <a:pt x="3078480" y="3930205"/>
                  <a:pt x="3083338" y="3925348"/>
                  <a:pt x="3089243" y="3925348"/>
                </a:cubicBezTo>
                <a:close/>
                <a:moveTo>
                  <a:pt x="3043619" y="3339370"/>
                </a:moveTo>
                <a:cubicBezTo>
                  <a:pt x="3043619" y="3342704"/>
                  <a:pt x="3046286" y="3345371"/>
                  <a:pt x="3049619" y="3345371"/>
                </a:cubicBezTo>
                <a:lnTo>
                  <a:pt x="3069908" y="3345371"/>
                </a:lnTo>
                <a:cubicBezTo>
                  <a:pt x="3073242" y="3345371"/>
                  <a:pt x="3075909" y="3342704"/>
                  <a:pt x="3075909" y="3339370"/>
                </a:cubicBezTo>
                <a:lnTo>
                  <a:pt x="3075909" y="3338227"/>
                </a:lnTo>
                <a:lnTo>
                  <a:pt x="3106865" y="3338227"/>
                </a:lnTo>
                <a:lnTo>
                  <a:pt x="3114770" y="3332131"/>
                </a:lnTo>
                <a:lnTo>
                  <a:pt x="3114770" y="3326130"/>
                </a:lnTo>
                <a:lnTo>
                  <a:pt x="3105245" y="3333464"/>
                </a:lnTo>
                <a:lnTo>
                  <a:pt x="3075909" y="3333464"/>
                </a:lnTo>
                <a:lnTo>
                  <a:pt x="3075909" y="3331655"/>
                </a:lnTo>
                <a:cubicBezTo>
                  <a:pt x="3075909" y="3328321"/>
                  <a:pt x="3073242" y="3325654"/>
                  <a:pt x="3069908" y="3325654"/>
                </a:cubicBezTo>
                <a:lnTo>
                  <a:pt x="3049619" y="3325654"/>
                </a:lnTo>
                <a:cubicBezTo>
                  <a:pt x="3046286" y="3325654"/>
                  <a:pt x="3043619" y="3328321"/>
                  <a:pt x="3043619" y="3331655"/>
                </a:cubicBezTo>
                <a:lnTo>
                  <a:pt x="3043619" y="3339275"/>
                </a:lnTo>
                <a:close/>
                <a:moveTo>
                  <a:pt x="3067717" y="3330512"/>
                </a:moveTo>
                <a:lnTo>
                  <a:pt x="3069908" y="3330512"/>
                </a:lnTo>
                <a:cubicBezTo>
                  <a:pt x="3070574" y="3330512"/>
                  <a:pt x="3071146" y="3331083"/>
                  <a:pt x="3071146" y="3331750"/>
                </a:cubicBezTo>
                <a:lnTo>
                  <a:pt x="3071146" y="3339370"/>
                </a:lnTo>
                <a:cubicBezTo>
                  <a:pt x="3071146" y="3340037"/>
                  <a:pt x="3070574" y="3340608"/>
                  <a:pt x="3069908" y="3340608"/>
                </a:cubicBezTo>
                <a:lnTo>
                  <a:pt x="3067717" y="3340608"/>
                </a:lnTo>
                <a:lnTo>
                  <a:pt x="3067717" y="3330417"/>
                </a:lnTo>
                <a:close/>
                <a:moveTo>
                  <a:pt x="3058001" y="3330512"/>
                </a:moveTo>
                <a:lnTo>
                  <a:pt x="3062954" y="3330512"/>
                </a:lnTo>
                <a:lnTo>
                  <a:pt x="3062954" y="3339179"/>
                </a:lnTo>
                <a:lnTo>
                  <a:pt x="3058001" y="3339179"/>
                </a:lnTo>
                <a:lnTo>
                  <a:pt x="3058001" y="3330512"/>
                </a:lnTo>
                <a:close/>
                <a:moveTo>
                  <a:pt x="3048381" y="3331750"/>
                </a:moveTo>
                <a:cubicBezTo>
                  <a:pt x="3048381" y="3331083"/>
                  <a:pt x="3048953" y="3330512"/>
                  <a:pt x="3049619" y="3330512"/>
                </a:cubicBezTo>
                <a:lnTo>
                  <a:pt x="3053239" y="3330512"/>
                </a:lnTo>
                <a:lnTo>
                  <a:pt x="3053239" y="3340703"/>
                </a:lnTo>
                <a:lnTo>
                  <a:pt x="3049619" y="3340703"/>
                </a:lnTo>
                <a:cubicBezTo>
                  <a:pt x="3048953" y="3340703"/>
                  <a:pt x="3048381" y="3340132"/>
                  <a:pt x="3048381" y="3339465"/>
                </a:cubicBezTo>
                <a:lnTo>
                  <a:pt x="3048381" y="3331845"/>
                </a:lnTo>
                <a:close/>
                <a:moveTo>
                  <a:pt x="3101626" y="861536"/>
                </a:moveTo>
                <a:lnTo>
                  <a:pt x="3114770" y="861536"/>
                </a:lnTo>
                <a:lnTo>
                  <a:pt x="3114770" y="866299"/>
                </a:lnTo>
                <a:lnTo>
                  <a:pt x="3101626" y="866299"/>
                </a:lnTo>
                <a:lnTo>
                  <a:pt x="3101626" y="861536"/>
                </a:lnTo>
                <a:close/>
                <a:moveTo>
                  <a:pt x="972122" y="3132963"/>
                </a:moveTo>
                <a:cubicBezTo>
                  <a:pt x="972122" y="3136868"/>
                  <a:pt x="968978" y="3140012"/>
                  <a:pt x="965073" y="3140012"/>
                </a:cubicBezTo>
                <a:cubicBezTo>
                  <a:pt x="961168" y="3140012"/>
                  <a:pt x="958025" y="3136868"/>
                  <a:pt x="958025" y="3132963"/>
                </a:cubicBezTo>
                <a:cubicBezTo>
                  <a:pt x="958025" y="3129058"/>
                  <a:pt x="961168" y="3125915"/>
                  <a:pt x="965073" y="3125915"/>
                </a:cubicBezTo>
                <a:cubicBezTo>
                  <a:pt x="968978" y="3125915"/>
                  <a:pt x="972122" y="3129058"/>
                  <a:pt x="972122" y="3132963"/>
                </a:cubicBezTo>
                <a:close/>
                <a:moveTo>
                  <a:pt x="3114770" y="2869311"/>
                </a:moveTo>
                <a:lnTo>
                  <a:pt x="3016282" y="2771299"/>
                </a:lnTo>
                <a:lnTo>
                  <a:pt x="3016472" y="2696909"/>
                </a:lnTo>
                <a:lnTo>
                  <a:pt x="3055715" y="2657666"/>
                </a:lnTo>
                <a:lnTo>
                  <a:pt x="3114866" y="2657666"/>
                </a:lnTo>
                <a:lnTo>
                  <a:pt x="3114866" y="2662523"/>
                </a:lnTo>
                <a:lnTo>
                  <a:pt x="3057716" y="2662523"/>
                </a:lnTo>
                <a:cubicBezTo>
                  <a:pt x="3057716" y="2662523"/>
                  <a:pt x="3021235" y="2698909"/>
                  <a:pt x="3021235" y="2698909"/>
                </a:cubicBezTo>
                <a:lnTo>
                  <a:pt x="3021044" y="2769394"/>
                </a:lnTo>
                <a:lnTo>
                  <a:pt x="3114770" y="2862644"/>
                </a:lnTo>
                <a:lnTo>
                  <a:pt x="3114770" y="2869311"/>
                </a:lnTo>
                <a:close/>
                <a:moveTo>
                  <a:pt x="3008757" y="2628519"/>
                </a:moveTo>
                <a:cubicBezTo>
                  <a:pt x="3005423" y="2628519"/>
                  <a:pt x="3002756" y="2625852"/>
                  <a:pt x="3002756" y="2622518"/>
                </a:cubicBezTo>
                <a:lnTo>
                  <a:pt x="3002756" y="2602421"/>
                </a:lnTo>
                <a:cubicBezTo>
                  <a:pt x="3002756" y="2599087"/>
                  <a:pt x="3005423" y="2596420"/>
                  <a:pt x="3008757" y="2596420"/>
                </a:cubicBezTo>
                <a:lnTo>
                  <a:pt x="3028855" y="2596420"/>
                </a:lnTo>
                <a:cubicBezTo>
                  <a:pt x="3032188" y="2596420"/>
                  <a:pt x="3034855" y="2599087"/>
                  <a:pt x="3034855" y="2602421"/>
                </a:cubicBezTo>
                <a:lnTo>
                  <a:pt x="3034855" y="2608707"/>
                </a:lnTo>
                <a:lnTo>
                  <a:pt x="3035522" y="2608707"/>
                </a:lnTo>
                <a:cubicBezTo>
                  <a:pt x="3035522" y="2608707"/>
                  <a:pt x="3035522" y="2615851"/>
                  <a:pt x="3035522" y="2615851"/>
                </a:cubicBezTo>
                <a:lnTo>
                  <a:pt x="3034951" y="2615851"/>
                </a:lnTo>
                <a:cubicBezTo>
                  <a:pt x="3034951" y="2615851"/>
                  <a:pt x="3034951" y="2622518"/>
                  <a:pt x="3034951" y="2622518"/>
                </a:cubicBezTo>
                <a:cubicBezTo>
                  <a:pt x="3034951" y="2625852"/>
                  <a:pt x="3032284" y="2628519"/>
                  <a:pt x="3028950" y="2628519"/>
                </a:cubicBezTo>
                <a:lnTo>
                  <a:pt x="3008852" y="2628519"/>
                </a:lnTo>
                <a:close/>
                <a:moveTo>
                  <a:pt x="654939" y="3088958"/>
                </a:moveTo>
                <a:lnTo>
                  <a:pt x="658082" y="3085338"/>
                </a:lnTo>
                <a:lnTo>
                  <a:pt x="671322" y="3096959"/>
                </a:lnTo>
                <a:lnTo>
                  <a:pt x="668179" y="3100578"/>
                </a:lnTo>
                <a:lnTo>
                  <a:pt x="654939" y="3088958"/>
                </a:lnTo>
                <a:close/>
                <a:moveTo>
                  <a:pt x="2225326" y="3098197"/>
                </a:moveTo>
                <a:cubicBezTo>
                  <a:pt x="2228374" y="3100483"/>
                  <a:pt x="2232184" y="3101340"/>
                  <a:pt x="2235994" y="3100769"/>
                </a:cubicBezTo>
                <a:cubicBezTo>
                  <a:pt x="2239804" y="3100197"/>
                  <a:pt x="2243138" y="3098197"/>
                  <a:pt x="2245328" y="3095054"/>
                </a:cubicBezTo>
                <a:cubicBezTo>
                  <a:pt x="2249996" y="3088672"/>
                  <a:pt x="2248662" y="3079718"/>
                  <a:pt x="2242280" y="3075051"/>
                </a:cubicBezTo>
                <a:cubicBezTo>
                  <a:pt x="2240375" y="3073718"/>
                  <a:pt x="2238280" y="3073051"/>
                  <a:pt x="2236184" y="3072670"/>
                </a:cubicBezTo>
                <a:lnTo>
                  <a:pt x="2236184" y="3054477"/>
                </a:lnTo>
                <a:cubicBezTo>
                  <a:pt x="2236184" y="3054477"/>
                  <a:pt x="2231327" y="3054477"/>
                  <a:pt x="2231327" y="3054477"/>
                </a:cubicBezTo>
                <a:lnTo>
                  <a:pt x="2231327" y="3072575"/>
                </a:lnTo>
                <a:cubicBezTo>
                  <a:pt x="2227898" y="3073146"/>
                  <a:pt x="2224564" y="3075051"/>
                  <a:pt x="2222278" y="3078194"/>
                </a:cubicBezTo>
                <a:cubicBezTo>
                  <a:pt x="2217611" y="3084576"/>
                  <a:pt x="2218944" y="3093530"/>
                  <a:pt x="2225326" y="3098197"/>
                </a:cubicBezTo>
                <a:close/>
                <a:moveTo>
                  <a:pt x="2224373" y="3079718"/>
                </a:moveTo>
                <a:cubicBezTo>
                  <a:pt x="2228183" y="3074575"/>
                  <a:pt x="2235518" y="3073432"/>
                  <a:pt x="2240756" y="3077242"/>
                </a:cubicBezTo>
                <a:cubicBezTo>
                  <a:pt x="2243233" y="3079052"/>
                  <a:pt x="2244947" y="3081814"/>
                  <a:pt x="2245424" y="3084862"/>
                </a:cubicBezTo>
                <a:cubicBezTo>
                  <a:pt x="2245900" y="3087910"/>
                  <a:pt x="2245138" y="3091053"/>
                  <a:pt x="2243328" y="3093530"/>
                </a:cubicBezTo>
                <a:cubicBezTo>
                  <a:pt x="2241518" y="3096006"/>
                  <a:pt x="2238756" y="3097721"/>
                  <a:pt x="2235708" y="3098197"/>
                </a:cubicBezTo>
                <a:cubicBezTo>
                  <a:pt x="2235137" y="3098197"/>
                  <a:pt x="2234470" y="3098292"/>
                  <a:pt x="2233898" y="3098292"/>
                </a:cubicBezTo>
                <a:cubicBezTo>
                  <a:pt x="2231422" y="3098292"/>
                  <a:pt x="2229041" y="3097530"/>
                  <a:pt x="2227040" y="3096006"/>
                </a:cubicBezTo>
                <a:cubicBezTo>
                  <a:pt x="2221802" y="3092196"/>
                  <a:pt x="2220754" y="3084862"/>
                  <a:pt x="2224564" y="3079623"/>
                </a:cubicBezTo>
                <a:close/>
                <a:moveTo>
                  <a:pt x="976694" y="3141440"/>
                </a:moveTo>
                <a:cubicBezTo>
                  <a:pt x="978313" y="3139250"/>
                  <a:pt x="979075" y="3136773"/>
                  <a:pt x="979265" y="3134297"/>
                </a:cubicBezTo>
                <a:lnTo>
                  <a:pt x="1009174" y="3134678"/>
                </a:lnTo>
                <a:lnTo>
                  <a:pt x="1218438" y="2969514"/>
                </a:lnTo>
                <a:lnTo>
                  <a:pt x="1255681" y="2969324"/>
                </a:lnTo>
                <a:lnTo>
                  <a:pt x="1370552" y="2879312"/>
                </a:lnTo>
                <a:lnTo>
                  <a:pt x="1388269" y="2879312"/>
                </a:lnTo>
                <a:cubicBezTo>
                  <a:pt x="1388555" y="2880551"/>
                  <a:pt x="1389126" y="2881694"/>
                  <a:pt x="1390078" y="2882646"/>
                </a:cubicBezTo>
                <a:lnTo>
                  <a:pt x="1399699" y="2892171"/>
                </a:lnTo>
                <a:cubicBezTo>
                  <a:pt x="1402461" y="2894934"/>
                  <a:pt x="1407033" y="2894934"/>
                  <a:pt x="1409795" y="2892171"/>
                </a:cubicBezTo>
                <a:lnTo>
                  <a:pt x="1419320" y="2882551"/>
                </a:lnTo>
                <a:cubicBezTo>
                  <a:pt x="1420082" y="2881789"/>
                  <a:pt x="1420559" y="2880932"/>
                  <a:pt x="1420940" y="2879979"/>
                </a:cubicBezTo>
                <a:lnTo>
                  <a:pt x="1516380" y="2880265"/>
                </a:lnTo>
                <a:lnTo>
                  <a:pt x="1534001" y="2895981"/>
                </a:lnTo>
                <a:lnTo>
                  <a:pt x="1560386" y="2895981"/>
                </a:lnTo>
                <a:cubicBezTo>
                  <a:pt x="1561433" y="2900172"/>
                  <a:pt x="1565148" y="2903411"/>
                  <a:pt x="1569625" y="2903411"/>
                </a:cubicBezTo>
                <a:cubicBezTo>
                  <a:pt x="1575054" y="2903411"/>
                  <a:pt x="1579436" y="2899029"/>
                  <a:pt x="1579436" y="2893600"/>
                </a:cubicBezTo>
                <a:cubicBezTo>
                  <a:pt x="1579436" y="2888171"/>
                  <a:pt x="1575054" y="2883789"/>
                  <a:pt x="1569625" y="2883789"/>
                </a:cubicBezTo>
                <a:cubicBezTo>
                  <a:pt x="1565053" y="2883789"/>
                  <a:pt x="1561433" y="2886932"/>
                  <a:pt x="1560386" y="2891219"/>
                </a:cubicBezTo>
                <a:lnTo>
                  <a:pt x="1535811" y="2891219"/>
                </a:lnTo>
                <a:lnTo>
                  <a:pt x="1518190" y="2875502"/>
                </a:lnTo>
                <a:lnTo>
                  <a:pt x="1420940" y="2875217"/>
                </a:lnTo>
                <a:cubicBezTo>
                  <a:pt x="1420559" y="2874264"/>
                  <a:pt x="1420082" y="2873312"/>
                  <a:pt x="1419320" y="2872550"/>
                </a:cubicBezTo>
                <a:lnTo>
                  <a:pt x="1409700" y="2863025"/>
                </a:lnTo>
                <a:cubicBezTo>
                  <a:pt x="1406938" y="2860262"/>
                  <a:pt x="1402366" y="2860262"/>
                  <a:pt x="1399603" y="2863025"/>
                </a:cubicBezTo>
                <a:lnTo>
                  <a:pt x="1390078" y="2872645"/>
                </a:lnTo>
                <a:cubicBezTo>
                  <a:pt x="1389507" y="2873217"/>
                  <a:pt x="1389126" y="2873883"/>
                  <a:pt x="1388840" y="2874550"/>
                </a:cubicBezTo>
                <a:lnTo>
                  <a:pt x="1369028" y="2874550"/>
                </a:lnTo>
                <a:lnTo>
                  <a:pt x="1254157" y="2964561"/>
                </a:lnTo>
                <a:lnTo>
                  <a:pt x="1216914" y="2964752"/>
                </a:lnTo>
                <a:lnTo>
                  <a:pt x="1007745" y="3129915"/>
                </a:lnTo>
                <a:lnTo>
                  <a:pt x="979265" y="3129534"/>
                </a:lnTo>
                <a:cubicBezTo>
                  <a:pt x="978503" y="3126391"/>
                  <a:pt x="976694" y="3123438"/>
                  <a:pt x="973836" y="3121438"/>
                </a:cubicBezTo>
                <a:cubicBezTo>
                  <a:pt x="967454" y="3116771"/>
                  <a:pt x="958501" y="3118104"/>
                  <a:pt x="953834" y="3124486"/>
                </a:cubicBezTo>
                <a:cubicBezTo>
                  <a:pt x="952500" y="3126296"/>
                  <a:pt x="951643" y="3128391"/>
                  <a:pt x="951357" y="3130582"/>
                </a:cubicBezTo>
                <a:lnTo>
                  <a:pt x="604266" y="3130582"/>
                </a:lnTo>
                <a:cubicBezTo>
                  <a:pt x="604266" y="3130582"/>
                  <a:pt x="587788" y="3114199"/>
                  <a:pt x="587788" y="3114199"/>
                </a:cubicBezTo>
                <a:lnTo>
                  <a:pt x="587121" y="3030474"/>
                </a:lnTo>
                <a:lnTo>
                  <a:pt x="591979" y="3030474"/>
                </a:lnTo>
                <a:cubicBezTo>
                  <a:pt x="595694" y="3030474"/>
                  <a:pt x="598837" y="3027426"/>
                  <a:pt x="598837" y="3023616"/>
                </a:cubicBezTo>
                <a:lnTo>
                  <a:pt x="598837" y="3009234"/>
                </a:lnTo>
                <a:cubicBezTo>
                  <a:pt x="598837" y="3007614"/>
                  <a:pt x="598170" y="3006280"/>
                  <a:pt x="597313" y="3005042"/>
                </a:cubicBezTo>
                <a:lnTo>
                  <a:pt x="598551" y="3005900"/>
                </a:lnTo>
                <a:lnTo>
                  <a:pt x="636937" y="2953322"/>
                </a:lnTo>
                <a:lnTo>
                  <a:pt x="750761" y="2953322"/>
                </a:lnTo>
                <a:cubicBezTo>
                  <a:pt x="750761" y="2953322"/>
                  <a:pt x="750761" y="2953322"/>
                  <a:pt x="750761" y="2953322"/>
                </a:cubicBezTo>
                <a:cubicBezTo>
                  <a:pt x="752094" y="2958179"/>
                  <a:pt x="757238" y="2961132"/>
                  <a:pt x="762095" y="2959703"/>
                </a:cubicBezTo>
                <a:cubicBezTo>
                  <a:pt x="766953" y="2958370"/>
                  <a:pt x="769906" y="2953226"/>
                  <a:pt x="768477" y="2948369"/>
                </a:cubicBezTo>
                <a:cubicBezTo>
                  <a:pt x="767048" y="2943511"/>
                  <a:pt x="762000" y="2940558"/>
                  <a:pt x="757142" y="2941987"/>
                </a:cubicBezTo>
                <a:cubicBezTo>
                  <a:pt x="753904" y="2942844"/>
                  <a:pt x="751713" y="2945416"/>
                  <a:pt x="750856" y="2948464"/>
                </a:cubicBezTo>
                <a:lnTo>
                  <a:pt x="634460" y="2948464"/>
                </a:lnTo>
                <a:lnTo>
                  <a:pt x="594836" y="3002852"/>
                </a:lnTo>
                <a:cubicBezTo>
                  <a:pt x="593979" y="3002471"/>
                  <a:pt x="593027" y="3002280"/>
                  <a:pt x="592074" y="3002280"/>
                </a:cubicBezTo>
                <a:lnTo>
                  <a:pt x="577691" y="3002280"/>
                </a:lnTo>
                <a:cubicBezTo>
                  <a:pt x="573977" y="3002280"/>
                  <a:pt x="570833" y="3005328"/>
                  <a:pt x="570833" y="3009138"/>
                </a:cubicBezTo>
                <a:lnTo>
                  <a:pt x="570833" y="3023521"/>
                </a:lnTo>
                <a:cubicBezTo>
                  <a:pt x="570833" y="3027236"/>
                  <a:pt x="573881" y="3030379"/>
                  <a:pt x="577691" y="3030379"/>
                </a:cubicBezTo>
                <a:lnTo>
                  <a:pt x="582549" y="3030379"/>
                </a:lnTo>
                <a:lnTo>
                  <a:pt x="583216" y="3116009"/>
                </a:lnTo>
                <a:lnTo>
                  <a:pt x="602456" y="3135249"/>
                </a:lnTo>
                <a:lnTo>
                  <a:pt x="951548" y="3135249"/>
                </a:lnTo>
                <a:cubicBezTo>
                  <a:pt x="952214" y="3138869"/>
                  <a:pt x="954119" y="3142202"/>
                  <a:pt x="957167" y="3144393"/>
                </a:cubicBezTo>
                <a:cubicBezTo>
                  <a:pt x="963549" y="3149060"/>
                  <a:pt x="972502" y="3147727"/>
                  <a:pt x="977170" y="3141345"/>
                </a:cubicBezTo>
                <a:close/>
                <a:moveTo>
                  <a:pt x="1569530" y="2888552"/>
                </a:moveTo>
                <a:cubicBezTo>
                  <a:pt x="1572292" y="2888552"/>
                  <a:pt x="1574578" y="2890838"/>
                  <a:pt x="1574578" y="2893600"/>
                </a:cubicBezTo>
                <a:cubicBezTo>
                  <a:pt x="1574578" y="2896362"/>
                  <a:pt x="1572292" y="2898648"/>
                  <a:pt x="1569530" y="2898648"/>
                </a:cubicBezTo>
                <a:cubicBezTo>
                  <a:pt x="1566767" y="2898648"/>
                  <a:pt x="1564481" y="2896362"/>
                  <a:pt x="1564481" y="2893600"/>
                </a:cubicBezTo>
                <a:cubicBezTo>
                  <a:pt x="1564481" y="2890838"/>
                  <a:pt x="1566767" y="2888552"/>
                  <a:pt x="1569530" y="2888552"/>
                </a:cubicBezTo>
                <a:close/>
                <a:moveTo>
                  <a:pt x="1393317" y="2875884"/>
                </a:moveTo>
                <a:lnTo>
                  <a:pt x="1402842" y="2866263"/>
                </a:lnTo>
                <a:cubicBezTo>
                  <a:pt x="1403795" y="2865311"/>
                  <a:pt x="1405223" y="2865311"/>
                  <a:pt x="1406176" y="2866263"/>
                </a:cubicBezTo>
                <a:lnTo>
                  <a:pt x="1415796" y="2875788"/>
                </a:lnTo>
                <a:cubicBezTo>
                  <a:pt x="1416749" y="2876741"/>
                  <a:pt x="1416749" y="2878169"/>
                  <a:pt x="1415796" y="2879122"/>
                </a:cubicBezTo>
                <a:lnTo>
                  <a:pt x="1406271" y="2888742"/>
                </a:lnTo>
                <a:cubicBezTo>
                  <a:pt x="1405319" y="2889695"/>
                  <a:pt x="1403890" y="2889695"/>
                  <a:pt x="1402937" y="2888742"/>
                </a:cubicBezTo>
                <a:lnTo>
                  <a:pt x="1393317" y="2879217"/>
                </a:lnTo>
                <a:cubicBezTo>
                  <a:pt x="1392365" y="2878265"/>
                  <a:pt x="1392365" y="2876836"/>
                  <a:pt x="1393317" y="2875884"/>
                </a:cubicBezTo>
                <a:close/>
                <a:moveTo>
                  <a:pt x="577215" y="3025712"/>
                </a:moveTo>
                <a:cubicBezTo>
                  <a:pt x="576072" y="3025712"/>
                  <a:pt x="575120" y="3024759"/>
                  <a:pt x="575120" y="3023616"/>
                </a:cubicBezTo>
                <a:lnTo>
                  <a:pt x="575120" y="3009234"/>
                </a:lnTo>
                <a:cubicBezTo>
                  <a:pt x="575120" y="3008090"/>
                  <a:pt x="576072" y="3007138"/>
                  <a:pt x="577215" y="3007138"/>
                </a:cubicBezTo>
                <a:lnTo>
                  <a:pt x="591598" y="3007138"/>
                </a:lnTo>
                <a:cubicBezTo>
                  <a:pt x="592741" y="3007138"/>
                  <a:pt x="593693" y="3008090"/>
                  <a:pt x="593693" y="3009234"/>
                </a:cubicBezTo>
                <a:lnTo>
                  <a:pt x="593693" y="3023616"/>
                </a:lnTo>
                <a:cubicBezTo>
                  <a:pt x="593693" y="3024759"/>
                  <a:pt x="592741" y="3025712"/>
                  <a:pt x="591598" y="3025712"/>
                </a:cubicBezTo>
                <a:lnTo>
                  <a:pt x="577215" y="3025712"/>
                </a:lnTo>
                <a:close/>
                <a:moveTo>
                  <a:pt x="966883" y="3144488"/>
                </a:moveTo>
                <a:cubicBezTo>
                  <a:pt x="963835" y="3144965"/>
                  <a:pt x="960692" y="3144203"/>
                  <a:pt x="958215" y="3142393"/>
                </a:cubicBezTo>
                <a:cubicBezTo>
                  <a:pt x="955739" y="3140583"/>
                  <a:pt x="954024" y="3137821"/>
                  <a:pt x="953548" y="3134773"/>
                </a:cubicBezTo>
                <a:cubicBezTo>
                  <a:pt x="953548" y="3134201"/>
                  <a:pt x="953452" y="3133535"/>
                  <a:pt x="953452" y="3132963"/>
                </a:cubicBezTo>
                <a:cubicBezTo>
                  <a:pt x="953452" y="3130487"/>
                  <a:pt x="954215" y="3128105"/>
                  <a:pt x="955739" y="3126105"/>
                </a:cubicBezTo>
                <a:cubicBezTo>
                  <a:pt x="959549" y="3120867"/>
                  <a:pt x="966883" y="3119819"/>
                  <a:pt x="972122" y="3123629"/>
                </a:cubicBezTo>
                <a:cubicBezTo>
                  <a:pt x="977265" y="3127438"/>
                  <a:pt x="978408" y="3134773"/>
                  <a:pt x="974598" y="3140012"/>
                </a:cubicBezTo>
                <a:cubicBezTo>
                  <a:pt x="972788" y="3142488"/>
                  <a:pt x="970026" y="3144203"/>
                  <a:pt x="966978" y="3144679"/>
                </a:cubicBezTo>
                <a:close/>
                <a:moveTo>
                  <a:pt x="864679" y="3160967"/>
                </a:moveTo>
                <a:lnTo>
                  <a:pt x="864679" y="3165729"/>
                </a:lnTo>
                <a:cubicBezTo>
                  <a:pt x="864679" y="3165729"/>
                  <a:pt x="844106" y="3165634"/>
                  <a:pt x="844106" y="3165634"/>
                </a:cubicBezTo>
                <a:lnTo>
                  <a:pt x="844106" y="3160871"/>
                </a:lnTo>
                <a:cubicBezTo>
                  <a:pt x="844106" y="3160871"/>
                  <a:pt x="864679" y="3160967"/>
                  <a:pt x="864679" y="3160967"/>
                </a:cubicBezTo>
                <a:close/>
                <a:moveTo>
                  <a:pt x="697611" y="3228404"/>
                </a:moveTo>
                <a:lnTo>
                  <a:pt x="679609" y="3228404"/>
                </a:lnTo>
                <a:lnTo>
                  <a:pt x="679609" y="3223641"/>
                </a:lnTo>
                <a:lnTo>
                  <a:pt x="697611" y="3223641"/>
                </a:lnTo>
                <a:lnTo>
                  <a:pt x="697611" y="3228404"/>
                </a:lnTo>
                <a:close/>
                <a:moveTo>
                  <a:pt x="618554" y="3159633"/>
                </a:moveTo>
                <a:lnTo>
                  <a:pt x="618554" y="3164396"/>
                </a:lnTo>
                <a:cubicBezTo>
                  <a:pt x="618554" y="3164396"/>
                  <a:pt x="597980" y="3164300"/>
                  <a:pt x="597980" y="3164300"/>
                </a:cubicBezTo>
                <a:lnTo>
                  <a:pt x="597980" y="3159538"/>
                </a:lnTo>
                <a:cubicBezTo>
                  <a:pt x="597980" y="3159538"/>
                  <a:pt x="618554" y="3159633"/>
                  <a:pt x="618554" y="3159633"/>
                </a:cubicBezTo>
                <a:close/>
                <a:moveTo>
                  <a:pt x="659511" y="3159919"/>
                </a:moveTo>
                <a:lnTo>
                  <a:pt x="659511" y="3164681"/>
                </a:lnTo>
                <a:cubicBezTo>
                  <a:pt x="659511" y="3164681"/>
                  <a:pt x="638937" y="3164586"/>
                  <a:pt x="638937" y="3164586"/>
                </a:cubicBezTo>
                <a:lnTo>
                  <a:pt x="638937" y="3159824"/>
                </a:lnTo>
                <a:cubicBezTo>
                  <a:pt x="638937" y="3159824"/>
                  <a:pt x="659511" y="3159919"/>
                  <a:pt x="659511" y="3159919"/>
                </a:cubicBezTo>
                <a:close/>
                <a:moveTo>
                  <a:pt x="661607" y="3223641"/>
                </a:moveTo>
                <a:lnTo>
                  <a:pt x="661607" y="3228404"/>
                </a:lnTo>
                <a:lnTo>
                  <a:pt x="643604" y="3228404"/>
                </a:lnTo>
                <a:lnTo>
                  <a:pt x="643604" y="3223641"/>
                </a:lnTo>
                <a:lnTo>
                  <a:pt x="661607" y="3223641"/>
                </a:lnTo>
                <a:close/>
                <a:moveTo>
                  <a:pt x="589693" y="3223641"/>
                </a:moveTo>
                <a:lnTo>
                  <a:pt x="589693" y="3228404"/>
                </a:lnTo>
                <a:lnTo>
                  <a:pt x="571691" y="3228404"/>
                </a:lnTo>
                <a:cubicBezTo>
                  <a:pt x="571691" y="3228404"/>
                  <a:pt x="571691" y="3223641"/>
                  <a:pt x="571691" y="3223641"/>
                </a:cubicBezTo>
                <a:lnTo>
                  <a:pt x="589693" y="3223641"/>
                </a:lnTo>
                <a:close/>
                <a:moveTo>
                  <a:pt x="2535746" y="2026063"/>
                </a:moveTo>
                <a:lnTo>
                  <a:pt x="2535746" y="1987201"/>
                </a:lnTo>
                <a:cubicBezTo>
                  <a:pt x="2535746" y="1981867"/>
                  <a:pt x="2530793" y="1977485"/>
                  <a:pt x="2524792" y="1977485"/>
                </a:cubicBezTo>
                <a:lnTo>
                  <a:pt x="2523363" y="1977485"/>
                </a:lnTo>
                <a:lnTo>
                  <a:pt x="2523554" y="1869757"/>
                </a:lnTo>
                <a:lnTo>
                  <a:pt x="2556034" y="1843183"/>
                </a:lnTo>
                <a:cubicBezTo>
                  <a:pt x="2558510" y="1845374"/>
                  <a:pt x="2561749" y="1846707"/>
                  <a:pt x="2565273" y="1846707"/>
                </a:cubicBezTo>
                <a:cubicBezTo>
                  <a:pt x="2572988" y="1846707"/>
                  <a:pt x="2579275" y="1840421"/>
                  <a:pt x="2579275" y="1832705"/>
                </a:cubicBezTo>
                <a:cubicBezTo>
                  <a:pt x="2579275" y="1824990"/>
                  <a:pt x="2572988" y="1818703"/>
                  <a:pt x="2565273" y="1818703"/>
                </a:cubicBezTo>
                <a:cubicBezTo>
                  <a:pt x="2557558" y="1818703"/>
                  <a:pt x="2551271" y="1824990"/>
                  <a:pt x="2551271" y="1832705"/>
                </a:cubicBezTo>
                <a:cubicBezTo>
                  <a:pt x="2551271" y="1834229"/>
                  <a:pt x="2551557" y="1835753"/>
                  <a:pt x="2552034" y="1837182"/>
                </a:cubicBezTo>
                <a:lnTo>
                  <a:pt x="2516315" y="1866328"/>
                </a:lnTo>
                <a:lnTo>
                  <a:pt x="2516124" y="1977485"/>
                </a:lnTo>
                <a:lnTo>
                  <a:pt x="2514695" y="1977485"/>
                </a:lnTo>
                <a:cubicBezTo>
                  <a:pt x="2508695" y="1977485"/>
                  <a:pt x="2503742" y="1981867"/>
                  <a:pt x="2503742" y="1987201"/>
                </a:cubicBezTo>
                <a:lnTo>
                  <a:pt x="2503742" y="2026063"/>
                </a:lnTo>
                <a:cubicBezTo>
                  <a:pt x="2503742" y="2031397"/>
                  <a:pt x="2508695" y="2035778"/>
                  <a:pt x="2514695" y="2035778"/>
                </a:cubicBezTo>
                <a:lnTo>
                  <a:pt x="2516600" y="2035778"/>
                </a:lnTo>
                <a:lnTo>
                  <a:pt x="2517077" y="2142554"/>
                </a:lnTo>
                <a:lnTo>
                  <a:pt x="2492217" y="2176653"/>
                </a:lnTo>
                <a:lnTo>
                  <a:pt x="2492217" y="2272475"/>
                </a:lnTo>
                <a:cubicBezTo>
                  <a:pt x="2492217" y="2272475"/>
                  <a:pt x="2501455" y="2291620"/>
                  <a:pt x="2501455" y="2291620"/>
                </a:cubicBezTo>
                <a:lnTo>
                  <a:pt x="2501455" y="2359628"/>
                </a:lnTo>
                <a:lnTo>
                  <a:pt x="2498312" y="2359628"/>
                </a:lnTo>
                <a:cubicBezTo>
                  <a:pt x="2494502" y="2359628"/>
                  <a:pt x="2491359" y="2362772"/>
                  <a:pt x="2491359" y="2366582"/>
                </a:cubicBezTo>
                <a:lnTo>
                  <a:pt x="2491359" y="2377631"/>
                </a:lnTo>
                <a:cubicBezTo>
                  <a:pt x="2491359" y="2381441"/>
                  <a:pt x="2494502" y="2384584"/>
                  <a:pt x="2498312" y="2384584"/>
                </a:cubicBezTo>
                <a:lnTo>
                  <a:pt x="2509361" y="2384584"/>
                </a:lnTo>
                <a:cubicBezTo>
                  <a:pt x="2513171" y="2384584"/>
                  <a:pt x="2516315" y="2381441"/>
                  <a:pt x="2516315" y="2377631"/>
                </a:cubicBezTo>
                <a:lnTo>
                  <a:pt x="2516315" y="2366582"/>
                </a:lnTo>
                <a:cubicBezTo>
                  <a:pt x="2516315" y="2362772"/>
                  <a:pt x="2513171" y="2359628"/>
                  <a:pt x="2509361" y="2359628"/>
                </a:cubicBezTo>
                <a:lnTo>
                  <a:pt x="2506218" y="2359628"/>
                </a:lnTo>
                <a:lnTo>
                  <a:pt x="2506218" y="2291048"/>
                </a:lnTo>
                <a:lnTo>
                  <a:pt x="2497169" y="2271903"/>
                </a:lnTo>
                <a:lnTo>
                  <a:pt x="2497169" y="2178177"/>
                </a:lnTo>
                <a:cubicBezTo>
                  <a:pt x="2497169" y="2178177"/>
                  <a:pt x="2521934" y="2144078"/>
                  <a:pt x="2521934" y="2144078"/>
                </a:cubicBezTo>
                <a:lnTo>
                  <a:pt x="2521458" y="2035778"/>
                </a:lnTo>
                <a:lnTo>
                  <a:pt x="2524887" y="2035778"/>
                </a:lnTo>
                <a:cubicBezTo>
                  <a:pt x="2530888" y="2035778"/>
                  <a:pt x="2535841" y="2031397"/>
                  <a:pt x="2535841" y="2026063"/>
                </a:cubicBezTo>
                <a:close/>
                <a:moveTo>
                  <a:pt x="2565273" y="1823561"/>
                </a:moveTo>
                <a:cubicBezTo>
                  <a:pt x="2570321" y="1823561"/>
                  <a:pt x="2574512" y="1827657"/>
                  <a:pt x="2574512" y="1832801"/>
                </a:cubicBezTo>
                <a:cubicBezTo>
                  <a:pt x="2574512" y="1837944"/>
                  <a:pt x="2570417" y="1842040"/>
                  <a:pt x="2565273" y="1842040"/>
                </a:cubicBezTo>
                <a:cubicBezTo>
                  <a:pt x="2560130" y="1842040"/>
                  <a:pt x="2556034" y="1837944"/>
                  <a:pt x="2556034" y="1832801"/>
                </a:cubicBezTo>
                <a:cubicBezTo>
                  <a:pt x="2556034" y="1827657"/>
                  <a:pt x="2560130" y="1823561"/>
                  <a:pt x="2565273" y="1823561"/>
                </a:cubicBezTo>
                <a:close/>
                <a:moveTo>
                  <a:pt x="2509361" y="2364486"/>
                </a:moveTo>
                <a:cubicBezTo>
                  <a:pt x="2510600" y="2364486"/>
                  <a:pt x="2511552" y="2365439"/>
                  <a:pt x="2511552" y="2366677"/>
                </a:cubicBezTo>
                <a:lnTo>
                  <a:pt x="2511552" y="2377726"/>
                </a:lnTo>
                <a:cubicBezTo>
                  <a:pt x="2511552" y="2378964"/>
                  <a:pt x="2510600" y="2379917"/>
                  <a:pt x="2509361" y="2379917"/>
                </a:cubicBezTo>
                <a:lnTo>
                  <a:pt x="2498312" y="2379917"/>
                </a:lnTo>
                <a:cubicBezTo>
                  <a:pt x="2497074" y="2379917"/>
                  <a:pt x="2496122" y="2378964"/>
                  <a:pt x="2496122" y="2377726"/>
                </a:cubicBezTo>
                <a:lnTo>
                  <a:pt x="2496122" y="2366677"/>
                </a:lnTo>
                <a:cubicBezTo>
                  <a:pt x="2496122" y="2365439"/>
                  <a:pt x="2497074" y="2364486"/>
                  <a:pt x="2498312" y="2364486"/>
                </a:cubicBezTo>
                <a:lnTo>
                  <a:pt x="2509361" y="2364486"/>
                </a:lnTo>
                <a:close/>
                <a:moveTo>
                  <a:pt x="2508885" y="1987201"/>
                </a:moveTo>
                <a:cubicBezTo>
                  <a:pt x="2508885" y="1984343"/>
                  <a:pt x="2511552" y="1981962"/>
                  <a:pt x="2514791" y="1981962"/>
                </a:cubicBezTo>
                <a:lnTo>
                  <a:pt x="2524887" y="1981962"/>
                </a:lnTo>
                <a:cubicBezTo>
                  <a:pt x="2528126" y="1981962"/>
                  <a:pt x="2530793" y="1984343"/>
                  <a:pt x="2530793" y="1987201"/>
                </a:cubicBezTo>
                <a:lnTo>
                  <a:pt x="2530793" y="1993297"/>
                </a:lnTo>
                <a:lnTo>
                  <a:pt x="2508980" y="1993297"/>
                </a:lnTo>
                <a:lnTo>
                  <a:pt x="2508980" y="1987201"/>
                </a:lnTo>
                <a:close/>
                <a:moveTo>
                  <a:pt x="2514695" y="2031302"/>
                </a:moveTo>
                <a:cubicBezTo>
                  <a:pt x="2511457" y="2031302"/>
                  <a:pt x="2508790" y="2028920"/>
                  <a:pt x="2508790" y="2026063"/>
                </a:cubicBezTo>
                <a:lnTo>
                  <a:pt x="2508790" y="2017776"/>
                </a:lnTo>
                <a:lnTo>
                  <a:pt x="2530602" y="2017776"/>
                </a:lnTo>
                <a:lnTo>
                  <a:pt x="2530602" y="2026063"/>
                </a:lnTo>
                <a:cubicBezTo>
                  <a:pt x="2530602" y="2028920"/>
                  <a:pt x="2527935" y="2031302"/>
                  <a:pt x="2524697" y="2031302"/>
                </a:cubicBezTo>
                <a:lnTo>
                  <a:pt x="2514600" y="2031302"/>
                </a:lnTo>
                <a:close/>
                <a:moveTo>
                  <a:pt x="625697" y="3223641"/>
                </a:moveTo>
                <a:lnTo>
                  <a:pt x="625697" y="3228404"/>
                </a:lnTo>
                <a:lnTo>
                  <a:pt x="607695" y="3228404"/>
                </a:lnTo>
                <a:lnTo>
                  <a:pt x="607695" y="3223641"/>
                </a:lnTo>
                <a:lnTo>
                  <a:pt x="625697" y="3223641"/>
                </a:lnTo>
                <a:close/>
                <a:moveTo>
                  <a:pt x="2711482" y="1726311"/>
                </a:moveTo>
                <a:lnTo>
                  <a:pt x="2711482" y="1739837"/>
                </a:lnTo>
                <a:cubicBezTo>
                  <a:pt x="2711482" y="1740503"/>
                  <a:pt x="2711577" y="1741170"/>
                  <a:pt x="2711863" y="1741646"/>
                </a:cubicBezTo>
                <a:lnTo>
                  <a:pt x="2659571" y="1789843"/>
                </a:lnTo>
                <a:cubicBezTo>
                  <a:pt x="2659094" y="1789367"/>
                  <a:pt x="2658618" y="1788986"/>
                  <a:pt x="2658047" y="1788605"/>
                </a:cubicBezTo>
                <a:cubicBezTo>
                  <a:pt x="2656142" y="1787271"/>
                  <a:pt x="2653855" y="1786509"/>
                  <a:pt x="2651570" y="1786128"/>
                </a:cubicBezTo>
                <a:lnTo>
                  <a:pt x="2650808" y="1709642"/>
                </a:lnTo>
                <a:cubicBezTo>
                  <a:pt x="2652236" y="1709357"/>
                  <a:pt x="2653570" y="1708880"/>
                  <a:pt x="2654618" y="1707832"/>
                </a:cubicBezTo>
                <a:lnTo>
                  <a:pt x="2664238" y="1698212"/>
                </a:lnTo>
                <a:cubicBezTo>
                  <a:pt x="2667000" y="1695450"/>
                  <a:pt x="2667000" y="1690973"/>
                  <a:pt x="2664238" y="1688116"/>
                </a:cubicBezTo>
                <a:lnTo>
                  <a:pt x="2654618" y="1678496"/>
                </a:lnTo>
                <a:cubicBezTo>
                  <a:pt x="2651855" y="1675733"/>
                  <a:pt x="2647379" y="1675733"/>
                  <a:pt x="2644521" y="1678496"/>
                </a:cubicBezTo>
                <a:lnTo>
                  <a:pt x="2634901" y="1688116"/>
                </a:lnTo>
                <a:cubicBezTo>
                  <a:pt x="2632138" y="1690878"/>
                  <a:pt x="2632138" y="1695355"/>
                  <a:pt x="2634901" y="1698212"/>
                </a:cubicBezTo>
                <a:lnTo>
                  <a:pt x="2644521" y="1707832"/>
                </a:lnTo>
                <a:cubicBezTo>
                  <a:pt x="2645569" y="1708880"/>
                  <a:pt x="2646998" y="1709452"/>
                  <a:pt x="2648331" y="1709642"/>
                </a:cubicBezTo>
                <a:lnTo>
                  <a:pt x="2649093" y="1786033"/>
                </a:lnTo>
                <a:cubicBezTo>
                  <a:pt x="2648331" y="1786033"/>
                  <a:pt x="2647664" y="1786033"/>
                  <a:pt x="2646902" y="1786223"/>
                </a:cubicBezTo>
                <a:cubicBezTo>
                  <a:pt x="2643092" y="1786890"/>
                  <a:pt x="2639663" y="1789081"/>
                  <a:pt x="2637473" y="1792319"/>
                </a:cubicBezTo>
                <a:cubicBezTo>
                  <a:pt x="2633948" y="1797368"/>
                  <a:pt x="2633853" y="1805369"/>
                  <a:pt x="2638711" y="1810607"/>
                </a:cubicBezTo>
                <a:lnTo>
                  <a:pt x="2559844" y="1875377"/>
                </a:lnTo>
                <a:lnTo>
                  <a:pt x="2559844" y="1977485"/>
                </a:lnTo>
                <a:lnTo>
                  <a:pt x="2556224" y="1977485"/>
                </a:lnTo>
                <a:cubicBezTo>
                  <a:pt x="2550795" y="1977485"/>
                  <a:pt x="2546413" y="1981867"/>
                  <a:pt x="2546413" y="1987296"/>
                </a:cubicBezTo>
                <a:lnTo>
                  <a:pt x="2546413" y="2025968"/>
                </a:lnTo>
                <a:cubicBezTo>
                  <a:pt x="2546413" y="2031397"/>
                  <a:pt x="2550795" y="2035778"/>
                  <a:pt x="2556224" y="2035778"/>
                </a:cubicBezTo>
                <a:lnTo>
                  <a:pt x="2559558" y="2035778"/>
                </a:lnTo>
                <a:lnTo>
                  <a:pt x="2560034" y="2142268"/>
                </a:lnTo>
                <a:lnTo>
                  <a:pt x="2535174" y="2180654"/>
                </a:lnTo>
                <a:lnTo>
                  <a:pt x="2535174" y="2225993"/>
                </a:lnTo>
                <a:cubicBezTo>
                  <a:pt x="2535174" y="2225993"/>
                  <a:pt x="2574798" y="2275142"/>
                  <a:pt x="2574798" y="2275142"/>
                </a:cubicBezTo>
                <a:lnTo>
                  <a:pt x="2574798" y="2315623"/>
                </a:lnTo>
                <a:cubicBezTo>
                  <a:pt x="2574798" y="2315623"/>
                  <a:pt x="2566226" y="2332673"/>
                  <a:pt x="2566226" y="2332673"/>
                </a:cubicBezTo>
                <a:cubicBezTo>
                  <a:pt x="2564511" y="2332101"/>
                  <a:pt x="2562701" y="2331720"/>
                  <a:pt x="2560796" y="2332006"/>
                </a:cubicBezTo>
                <a:cubicBezTo>
                  <a:pt x="2554224" y="2332768"/>
                  <a:pt x="2549462" y="2338769"/>
                  <a:pt x="2550224" y="2345436"/>
                </a:cubicBezTo>
                <a:cubicBezTo>
                  <a:pt x="2550986" y="2352008"/>
                  <a:pt x="2556986" y="2356771"/>
                  <a:pt x="2563654" y="2356009"/>
                </a:cubicBezTo>
                <a:cubicBezTo>
                  <a:pt x="2570226" y="2355247"/>
                  <a:pt x="2574988" y="2349246"/>
                  <a:pt x="2574227" y="2342579"/>
                </a:cubicBezTo>
                <a:cubicBezTo>
                  <a:pt x="2573941" y="2340483"/>
                  <a:pt x="2573084" y="2338769"/>
                  <a:pt x="2571941" y="2337149"/>
                </a:cubicBezTo>
                <a:lnTo>
                  <a:pt x="2581561" y="2318099"/>
                </a:lnTo>
                <a:lnTo>
                  <a:pt x="2581942" y="2272665"/>
                </a:lnTo>
                <a:lnTo>
                  <a:pt x="2542318" y="2223516"/>
                </a:lnTo>
                <a:lnTo>
                  <a:pt x="2542318" y="2182844"/>
                </a:lnTo>
                <a:cubicBezTo>
                  <a:pt x="2542318" y="2182844"/>
                  <a:pt x="2567178" y="2144459"/>
                  <a:pt x="2567178" y="2144459"/>
                </a:cubicBezTo>
                <a:lnTo>
                  <a:pt x="2566702" y="2035874"/>
                </a:lnTo>
                <a:lnTo>
                  <a:pt x="2568607" y="2035874"/>
                </a:lnTo>
                <a:cubicBezTo>
                  <a:pt x="2574036" y="2035874"/>
                  <a:pt x="2578418" y="2031492"/>
                  <a:pt x="2578418" y="2026063"/>
                </a:cubicBezTo>
                <a:lnTo>
                  <a:pt x="2578418" y="1987391"/>
                </a:lnTo>
                <a:cubicBezTo>
                  <a:pt x="2578418" y="1981962"/>
                  <a:pt x="2574036" y="1977581"/>
                  <a:pt x="2568607" y="1977581"/>
                </a:cubicBezTo>
                <a:lnTo>
                  <a:pt x="2564702" y="1977581"/>
                </a:lnTo>
                <a:lnTo>
                  <a:pt x="2564702" y="1877759"/>
                </a:lnTo>
                <a:lnTo>
                  <a:pt x="2642807" y="1813655"/>
                </a:lnTo>
                <a:cubicBezTo>
                  <a:pt x="2644902" y="1814798"/>
                  <a:pt x="2647188" y="1815465"/>
                  <a:pt x="2649569" y="1815465"/>
                </a:cubicBezTo>
                <a:cubicBezTo>
                  <a:pt x="2650427" y="1815465"/>
                  <a:pt x="2651284" y="1815465"/>
                  <a:pt x="2652141" y="1815275"/>
                </a:cubicBezTo>
                <a:cubicBezTo>
                  <a:pt x="2655951" y="1814608"/>
                  <a:pt x="2659380" y="1812417"/>
                  <a:pt x="2661571" y="1809178"/>
                </a:cubicBezTo>
                <a:cubicBezTo>
                  <a:pt x="2663857" y="1805940"/>
                  <a:pt x="2664619" y="1802035"/>
                  <a:pt x="2663952" y="1798225"/>
                </a:cubicBezTo>
                <a:cubicBezTo>
                  <a:pt x="2663476" y="1795844"/>
                  <a:pt x="2662428" y="1793653"/>
                  <a:pt x="2660999" y="1791843"/>
                </a:cubicBezTo>
                <a:lnTo>
                  <a:pt x="2713196" y="1743647"/>
                </a:lnTo>
                <a:cubicBezTo>
                  <a:pt x="2713959" y="1744218"/>
                  <a:pt x="2714911" y="1744694"/>
                  <a:pt x="2716054" y="1744694"/>
                </a:cubicBezTo>
                <a:lnTo>
                  <a:pt x="2729579" y="1744694"/>
                </a:lnTo>
                <a:cubicBezTo>
                  <a:pt x="2732151" y="1744694"/>
                  <a:pt x="2734342" y="1742599"/>
                  <a:pt x="2734342" y="1739932"/>
                </a:cubicBezTo>
                <a:lnTo>
                  <a:pt x="2734342" y="1726406"/>
                </a:lnTo>
                <a:cubicBezTo>
                  <a:pt x="2734342" y="1723835"/>
                  <a:pt x="2732246" y="1721644"/>
                  <a:pt x="2729579" y="1721644"/>
                </a:cubicBezTo>
                <a:lnTo>
                  <a:pt x="2716054" y="1721644"/>
                </a:lnTo>
                <a:cubicBezTo>
                  <a:pt x="2713482" y="1721644"/>
                  <a:pt x="2711292" y="1723739"/>
                  <a:pt x="2711292" y="1726406"/>
                </a:cubicBezTo>
                <a:close/>
                <a:moveTo>
                  <a:pt x="2573750" y="2025968"/>
                </a:moveTo>
                <a:cubicBezTo>
                  <a:pt x="2573750" y="2028730"/>
                  <a:pt x="2571464" y="2031016"/>
                  <a:pt x="2568702" y="2031016"/>
                </a:cubicBezTo>
                <a:lnTo>
                  <a:pt x="2556320" y="2031016"/>
                </a:lnTo>
                <a:cubicBezTo>
                  <a:pt x="2553557" y="2031016"/>
                  <a:pt x="2551271" y="2028730"/>
                  <a:pt x="2551271" y="2025968"/>
                </a:cubicBezTo>
                <a:lnTo>
                  <a:pt x="2551271" y="2024634"/>
                </a:lnTo>
                <a:lnTo>
                  <a:pt x="2573655" y="2024634"/>
                </a:lnTo>
                <a:lnTo>
                  <a:pt x="2573655" y="2025968"/>
                </a:lnTo>
                <a:close/>
                <a:moveTo>
                  <a:pt x="2573750" y="2018728"/>
                </a:moveTo>
                <a:lnTo>
                  <a:pt x="2551367" y="2018728"/>
                </a:lnTo>
                <a:lnTo>
                  <a:pt x="2551367" y="2000250"/>
                </a:lnTo>
                <a:lnTo>
                  <a:pt x="2573750" y="2000250"/>
                </a:lnTo>
                <a:lnTo>
                  <a:pt x="2573750" y="2018728"/>
                </a:lnTo>
                <a:close/>
                <a:moveTo>
                  <a:pt x="2573750" y="1997297"/>
                </a:moveTo>
                <a:lnTo>
                  <a:pt x="2551367" y="1997297"/>
                </a:lnTo>
                <a:lnTo>
                  <a:pt x="2551367" y="1992059"/>
                </a:lnTo>
                <a:lnTo>
                  <a:pt x="2573750" y="1992059"/>
                </a:lnTo>
                <a:lnTo>
                  <a:pt x="2573750" y="1997297"/>
                </a:lnTo>
                <a:close/>
                <a:moveTo>
                  <a:pt x="2568702" y="1982248"/>
                </a:moveTo>
                <a:cubicBezTo>
                  <a:pt x="2571464" y="1982248"/>
                  <a:pt x="2573750" y="1984534"/>
                  <a:pt x="2573750" y="1987296"/>
                </a:cubicBezTo>
                <a:lnTo>
                  <a:pt x="2573750" y="1987487"/>
                </a:lnTo>
                <a:lnTo>
                  <a:pt x="2551367" y="1987487"/>
                </a:lnTo>
                <a:lnTo>
                  <a:pt x="2551367" y="1987296"/>
                </a:lnTo>
                <a:cubicBezTo>
                  <a:pt x="2551367" y="1984534"/>
                  <a:pt x="2553653" y="1982248"/>
                  <a:pt x="2556415" y="1982248"/>
                </a:cubicBezTo>
                <a:lnTo>
                  <a:pt x="2568797" y="1982248"/>
                </a:lnTo>
                <a:close/>
                <a:moveTo>
                  <a:pt x="2647950" y="1704499"/>
                </a:moveTo>
                <a:lnTo>
                  <a:pt x="2638330" y="1694878"/>
                </a:lnTo>
                <a:cubicBezTo>
                  <a:pt x="2637377" y="1693926"/>
                  <a:pt x="2637377" y="1692497"/>
                  <a:pt x="2638330" y="1691545"/>
                </a:cubicBezTo>
                <a:lnTo>
                  <a:pt x="2647950" y="1681925"/>
                </a:lnTo>
                <a:cubicBezTo>
                  <a:pt x="2647950" y="1681925"/>
                  <a:pt x="2648998" y="1681258"/>
                  <a:pt x="2649569" y="1681258"/>
                </a:cubicBezTo>
                <a:cubicBezTo>
                  <a:pt x="2650141" y="1681258"/>
                  <a:pt x="2650808" y="1681448"/>
                  <a:pt x="2651188" y="1681925"/>
                </a:cubicBezTo>
                <a:lnTo>
                  <a:pt x="2660809" y="1691545"/>
                </a:lnTo>
                <a:cubicBezTo>
                  <a:pt x="2661761" y="1692497"/>
                  <a:pt x="2661761" y="1693926"/>
                  <a:pt x="2660809" y="1694878"/>
                </a:cubicBezTo>
                <a:lnTo>
                  <a:pt x="2651188" y="1704499"/>
                </a:lnTo>
                <a:cubicBezTo>
                  <a:pt x="2650236" y="1705451"/>
                  <a:pt x="2648807" y="1705451"/>
                  <a:pt x="2647855" y="1704499"/>
                </a:cubicBezTo>
                <a:close/>
                <a:moveTo>
                  <a:pt x="2657761" y="1806416"/>
                </a:moveTo>
                <a:cubicBezTo>
                  <a:pt x="2656237" y="1808607"/>
                  <a:pt x="2653951" y="1810036"/>
                  <a:pt x="2651379" y="1810512"/>
                </a:cubicBezTo>
                <a:cubicBezTo>
                  <a:pt x="2648807" y="1810988"/>
                  <a:pt x="2646140" y="1810417"/>
                  <a:pt x="2643950" y="1808893"/>
                </a:cubicBezTo>
                <a:cubicBezTo>
                  <a:pt x="2638711" y="1805273"/>
                  <a:pt x="2639187" y="1798415"/>
                  <a:pt x="2641473" y="1795082"/>
                </a:cubicBezTo>
                <a:cubicBezTo>
                  <a:pt x="2642997" y="1792891"/>
                  <a:pt x="2645283" y="1791462"/>
                  <a:pt x="2647855" y="1790986"/>
                </a:cubicBezTo>
                <a:cubicBezTo>
                  <a:pt x="2648426" y="1790891"/>
                  <a:pt x="2648998" y="1790795"/>
                  <a:pt x="2649569" y="1790795"/>
                </a:cubicBezTo>
                <a:cubicBezTo>
                  <a:pt x="2651570" y="1790795"/>
                  <a:pt x="2653570" y="1791367"/>
                  <a:pt x="2655189" y="1792605"/>
                </a:cubicBezTo>
                <a:lnTo>
                  <a:pt x="2655189" y="1792605"/>
                </a:lnTo>
                <a:cubicBezTo>
                  <a:pt x="2657380" y="1794129"/>
                  <a:pt x="2658809" y="1796415"/>
                  <a:pt x="2659285" y="1798987"/>
                </a:cubicBezTo>
                <a:cubicBezTo>
                  <a:pt x="2659761" y="1801559"/>
                  <a:pt x="2659190" y="1804226"/>
                  <a:pt x="2657666" y="1806416"/>
                </a:cubicBezTo>
                <a:close/>
                <a:moveTo>
                  <a:pt x="823722" y="3160776"/>
                </a:moveTo>
                <a:lnTo>
                  <a:pt x="823722" y="3165538"/>
                </a:lnTo>
                <a:cubicBezTo>
                  <a:pt x="823722" y="3165538"/>
                  <a:pt x="803148" y="3165443"/>
                  <a:pt x="803148" y="3165443"/>
                </a:cubicBezTo>
                <a:lnTo>
                  <a:pt x="803148" y="3160681"/>
                </a:lnTo>
                <a:cubicBezTo>
                  <a:pt x="803148" y="3160681"/>
                  <a:pt x="823722" y="3160776"/>
                  <a:pt x="823722" y="3160776"/>
                </a:cubicBezTo>
                <a:close/>
                <a:moveTo>
                  <a:pt x="905732" y="3161252"/>
                </a:moveTo>
                <a:lnTo>
                  <a:pt x="905732" y="3166015"/>
                </a:lnTo>
                <a:cubicBezTo>
                  <a:pt x="905732" y="3166015"/>
                  <a:pt x="885158" y="3165920"/>
                  <a:pt x="885158" y="3165920"/>
                </a:cubicBezTo>
                <a:lnTo>
                  <a:pt x="885158" y="3161157"/>
                </a:lnTo>
                <a:cubicBezTo>
                  <a:pt x="885158" y="3161157"/>
                  <a:pt x="905732" y="3161252"/>
                  <a:pt x="905732" y="3161252"/>
                </a:cubicBezTo>
                <a:close/>
                <a:moveTo>
                  <a:pt x="782669" y="3160586"/>
                </a:moveTo>
                <a:lnTo>
                  <a:pt x="782669" y="3165348"/>
                </a:lnTo>
                <a:cubicBezTo>
                  <a:pt x="782669" y="3165348"/>
                  <a:pt x="762095" y="3165253"/>
                  <a:pt x="762095" y="3165253"/>
                </a:cubicBezTo>
                <a:lnTo>
                  <a:pt x="762095" y="3160490"/>
                </a:lnTo>
                <a:cubicBezTo>
                  <a:pt x="762095" y="3160490"/>
                  <a:pt x="782669" y="3160586"/>
                  <a:pt x="782669" y="3160586"/>
                </a:cubicBezTo>
                <a:close/>
                <a:moveTo>
                  <a:pt x="2994755" y="2124456"/>
                </a:moveTo>
                <a:lnTo>
                  <a:pt x="2994755" y="2092452"/>
                </a:lnTo>
                <a:cubicBezTo>
                  <a:pt x="2994755" y="2091119"/>
                  <a:pt x="2993708" y="2090071"/>
                  <a:pt x="2992374" y="2090071"/>
                </a:cubicBezTo>
                <a:lnTo>
                  <a:pt x="2960370" y="2090071"/>
                </a:lnTo>
                <a:cubicBezTo>
                  <a:pt x="2959037" y="2090071"/>
                  <a:pt x="2957989" y="2091119"/>
                  <a:pt x="2957989" y="2092452"/>
                </a:cubicBezTo>
                <a:lnTo>
                  <a:pt x="2957989" y="2124456"/>
                </a:lnTo>
                <a:cubicBezTo>
                  <a:pt x="2957989" y="2125790"/>
                  <a:pt x="2959037" y="2126837"/>
                  <a:pt x="2960370" y="2126837"/>
                </a:cubicBezTo>
                <a:lnTo>
                  <a:pt x="2973991" y="2126837"/>
                </a:lnTo>
                <a:lnTo>
                  <a:pt x="2973991" y="2281714"/>
                </a:lnTo>
                <a:lnTo>
                  <a:pt x="2978753" y="2281714"/>
                </a:lnTo>
                <a:lnTo>
                  <a:pt x="2978753" y="2126837"/>
                </a:lnTo>
                <a:lnTo>
                  <a:pt x="2992374" y="2126837"/>
                </a:lnTo>
                <a:cubicBezTo>
                  <a:pt x="2993708" y="2126837"/>
                  <a:pt x="2994755" y="2125790"/>
                  <a:pt x="2994755" y="2124456"/>
                </a:cubicBezTo>
                <a:close/>
                <a:moveTo>
                  <a:pt x="2989993" y="2122075"/>
                </a:moveTo>
                <a:lnTo>
                  <a:pt x="2962751" y="2122075"/>
                </a:lnTo>
                <a:lnTo>
                  <a:pt x="2962751" y="2094833"/>
                </a:lnTo>
                <a:lnTo>
                  <a:pt x="2989993" y="2094833"/>
                </a:lnTo>
                <a:lnTo>
                  <a:pt x="2989993" y="2122075"/>
                </a:lnTo>
                <a:close/>
                <a:moveTo>
                  <a:pt x="741617" y="3160300"/>
                </a:moveTo>
                <a:lnTo>
                  <a:pt x="741617" y="3165062"/>
                </a:lnTo>
                <a:cubicBezTo>
                  <a:pt x="741617" y="3165062"/>
                  <a:pt x="721043" y="3164967"/>
                  <a:pt x="721043" y="3164967"/>
                </a:cubicBezTo>
                <a:lnTo>
                  <a:pt x="721043" y="3160205"/>
                </a:lnTo>
                <a:cubicBezTo>
                  <a:pt x="721043" y="3160205"/>
                  <a:pt x="741617" y="3160300"/>
                  <a:pt x="741617" y="3160300"/>
                </a:cubicBezTo>
                <a:close/>
                <a:moveTo>
                  <a:pt x="700564" y="3160109"/>
                </a:moveTo>
                <a:lnTo>
                  <a:pt x="700564" y="3164872"/>
                </a:lnTo>
                <a:cubicBezTo>
                  <a:pt x="700564" y="3164872"/>
                  <a:pt x="679990" y="3164777"/>
                  <a:pt x="679990" y="3164777"/>
                </a:cubicBezTo>
                <a:lnTo>
                  <a:pt x="679990" y="3160014"/>
                </a:lnTo>
                <a:cubicBezTo>
                  <a:pt x="679990" y="3160014"/>
                  <a:pt x="700564" y="3160109"/>
                  <a:pt x="700564" y="3160109"/>
                </a:cubicBezTo>
                <a:close/>
                <a:moveTo>
                  <a:pt x="647510" y="3013329"/>
                </a:moveTo>
                <a:cubicBezTo>
                  <a:pt x="646652" y="3010376"/>
                  <a:pt x="644747" y="3007900"/>
                  <a:pt x="642080" y="3006376"/>
                </a:cubicBezTo>
                <a:cubicBezTo>
                  <a:pt x="639413" y="3004852"/>
                  <a:pt x="636270" y="3004471"/>
                  <a:pt x="633317" y="3005328"/>
                </a:cubicBezTo>
                <a:cubicBezTo>
                  <a:pt x="630365" y="3006185"/>
                  <a:pt x="627888" y="3008090"/>
                  <a:pt x="626364" y="3010757"/>
                </a:cubicBezTo>
                <a:cubicBezTo>
                  <a:pt x="624840" y="3013424"/>
                  <a:pt x="624459" y="3016568"/>
                  <a:pt x="625316" y="3019520"/>
                </a:cubicBezTo>
                <a:cubicBezTo>
                  <a:pt x="626459" y="3023711"/>
                  <a:pt x="629888" y="3026664"/>
                  <a:pt x="633889" y="3027521"/>
                </a:cubicBezTo>
                <a:lnTo>
                  <a:pt x="633889" y="3035046"/>
                </a:lnTo>
                <a:lnTo>
                  <a:pt x="638651" y="3035046"/>
                </a:lnTo>
                <a:lnTo>
                  <a:pt x="638651" y="3027617"/>
                </a:lnTo>
                <a:cubicBezTo>
                  <a:pt x="638651" y="3027617"/>
                  <a:pt x="639318" y="3027617"/>
                  <a:pt x="639604" y="3027521"/>
                </a:cubicBezTo>
                <a:cubicBezTo>
                  <a:pt x="642557" y="3026664"/>
                  <a:pt x="645033" y="3024759"/>
                  <a:pt x="646557" y="3022092"/>
                </a:cubicBezTo>
                <a:cubicBezTo>
                  <a:pt x="648081" y="3019425"/>
                  <a:pt x="648462" y="3016282"/>
                  <a:pt x="647605" y="3013329"/>
                </a:cubicBezTo>
                <a:close/>
                <a:moveTo>
                  <a:pt x="642271" y="3019806"/>
                </a:moveTo>
                <a:cubicBezTo>
                  <a:pt x="641414" y="3021425"/>
                  <a:pt x="639890" y="3022568"/>
                  <a:pt x="638175" y="3023045"/>
                </a:cubicBezTo>
                <a:cubicBezTo>
                  <a:pt x="634556" y="3023997"/>
                  <a:pt x="630746" y="3021902"/>
                  <a:pt x="629793" y="3018282"/>
                </a:cubicBezTo>
                <a:cubicBezTo>
                  <a:pt x="629317" y="3016568"/>
                  <a:pt x="629507" y="3014663"/>
                  <a:pt x="630460" y="3013138"/>
                </a:cubicBezTo>
                <a:cubicBezTo>
                  <a:pt x="631317" y="3011519"/>
                  <a:pt x="632841" y="3010376"/>
                  <a:pt x="634556" y="3009900"/>
                </a:cubicBezTo>
                <a:cubicBezTo>
                  <a:pt x="638175" y="3008948"/>
                  <a:pt x="641985" y="3011043"/>
                  <a:pt x="642938" y="3014663"/>
                </a:cubicBezTo>
                <a:cubicBezTo>
                  <a:pt x="643414" y="3016377"/>
                  <a:pt x="643223" y="3018282"/>
                  <a:pt x="642271" y="3019806"/>
                </a:cubicBezTo>
                <a:close/>
                <a:moveTo>
                  <a:pt x="2915603" y="2260568"/>
                </a:moveTo>
                <a:lnTo>
                  <a:pt x="2922746" y="2260568"/>
                </a:lnTo>
                <a:lnTo>
                  <a:pt x="2922746" y="2268950"/>
                </a:lnTo>
                <a:lnTo>
                  <a:pt x="2915603" y="2268950"/>
                </a:lnTo>
                <a:lnTo>
                  <a:pt x="2915603" y="2260568"/>
                </a:lnTo>
                <a:close/>
                <a:moveTo>
                  <a:pt x="3054572" y="1748695"/>
                </a:moveTo>
                <a:lnTo>
                  <a:pt x="2975801" y="1750600"/>
                </a:lnTo>
                <a:lnTo>
                  <a:pt x="2953703" y="1726978"/>
                </a:lnTo>
                <a:lnTo>
                  <a:pt x="2779967" y="1727168"/>
                </a:lnTo>
                <a:cubicBezTo>
                  <a:pt x="2777776" y="1723073"/>
                  <a:pt x="2773585" y="1720215"/>
                  <a:pt x="2768632" y="1720215"/>
                </a:cubicBezTo>
                <a:cubicBezTo>
                  <a:pt x="2761488" y="1720215"/>
                  <a:pt x="2755773" y="1726025"/>
                  <a:pt x="2755773" y="1733074"/>
                </a:cubicBezTo>
                <a:cubicBezTo>
                  <a:pt x="2755773" y="1740122"/>
                  <a:pt x="2761584" y="1745932"/>
                  <a:pt x="2768632" y="1745932"/>
                </a:cubicBezTo>
                <a:cubicBezTo>
                  <a:pt x="2773585" y="1745932"/>
                  <a:pt x="2777871" y="1743075"/>
                  <a:pt x="2779967" y="1738979"/>
                </a:cubicBezTo>
                <a:lnTo>
                  <a:pt x="2948559" y="1738789"/>
                </a:lnTo>
                <a:lnTo>
                  <a:pt x="2970752" y="1762601"/>
                </a:lnTo>
                <a:lnTo>
                  <a:pt x="3049238" y="1760696"/>
                </a:lnTo>
                <a:lnTo>
                  <a:pt x="3071146" y="1786223"/>
                </a:lnTo>
                <a:lnTo>
                  <a:pt x="3114675" y="1786223"/>
                </a:lnTo>
                <a:lnTo>
                  <a:pt x="3114675" y="1774317"/>
                </a:lnTo>
                <a:lnTo>
                  <a:pt x="3076575" y="1774317"/>
                </a:lnTo>
                <a:lnTo>
                  <a:pt x="3054477" y="1748600"/>
                </a:lnTo>
                <a:close/>
                <a:moveTo>
                  <a:pt x="2775585" y="1737074"/>
                </a:moveTo>
                <a:cubicBezTo>
                  <a:pt x="2774156" y="1739551"/>
                  <a:pt x="2771680" y="1741265"/>
                  <a:pt x="2768632" y="1741265"/>
                </a:cubicBezTo>
                <a:cubicBezTo>
                  <a:pt x="2764155" y="1741265"/>
                  <a:pt x="2760536" y="1737646"/>
                  <a:pt x="2760536" y="1733169"/>
                </a:cubicBezTo>
                <a:cubicBezTo>
                  <a:pt x="2760536" y="1728692"/>
                  <a:pt x="2764155" y="1725073"/>
                  <a:pt x="2768632" y="1725073"/>
                </a:cubicBezTo>
                <a:cubicBezTo>
                  <a:pt x="2771680" y="1725073"/>
                  <a:pt x="2774156" y="1726787"/>
                  <a:pt x="2775585" y="1729264"/>
                </a:cubicBezTo>
                <a:lnTo>
                  <a:pt x="2775585" y="1737265"/>
                </a:lnTo>
                <a:close/>
                <a:moveTo>
                  <a:pt x="2922746" y="2252186"/>
                </a:moveTo>
                <a:lnTo>
                  <a:pt x="2915603" y="2252186"/>
                </a:lnTo>
                <a:lnTo>
                  <a:pt x="2915603" y="2243804"/>
                </a:lnTo>
                <a:lnTo>
                  <a:pt x="2922746" y="2243804"/>
                </a:lnTo>
                <a:lnTo>
                  <a:pt x="2922746" y="2252186"/>
                </a:lnTo>
                <a:close/>
                <a:moveTo>
                  <a:pt x="2853880" y="2008632"/>
                </a:moveTo>
                <a:cubicBezTo>
                  <a:pt x="2846737" y="2008632"/>
                  <a:pt x="2841022" y="2014442"/>
                  <a:pt x="2841022" y="2021491"/>
                </a:cubicBezTo>
                <a:cubicBezTo>
                  <a:pt x="2841022" y="2028539"/>
                  <a:pt x="2846832" y="2034350"/>
                  <a:pt x="2853880" y="2034350"/>
                </a:cubicBezTo>
                <a:cubicBezTo>
                  <a:pt x="2860167" y="2034350"/>
                  <a:pt x="2865406" y="2029778"/>
                  <a:pt x="2866549" y="2023872"/>
                </a:cubicBezTo>
                <a:lnTo>
                  <a:pt x="3003518" y="2023872"/>
                </a:lnTo>
                <a:lnTo>
                  <a:pt x="3035808" y="1997393"/>
                </a:lnTo>
                <a:lnTo>
                  <a:pt x="3114770" y="1997107"/>
                </a:lnTo>
                <a:lnTo>
                  <a:pt x="3114770" y="1992344"/>
                </a:lnTo>
                <a:lnTo>
                  <a:pt x="3034094" y="1992725"/>
                </a:lnTo>
                <a:lnTo>
                  <a:pt x="3001804" y="2019205"/>
                </a:lnTo>
                <a:lnTo>
                  <a:pt x="2866549" y="2019205"/>
                </a:lnTo>
                <a:cubicBezTo>
                  <a:pt x="2865406" y="2013204"/>
                  <a:pt x="2860167" y="2008727"/>
                  <a:pt x="2853880" y="2008727"/>
                </a:cubicBezTo>
                <a:close/>
                <a:moveTo>
                  <a:pt x="2853880" y="2029682"/>
                </a:moveTo>
                <a:cubicBezTo>
                  <a:pt x="2849404" y="2029682"/>
                  <a:pt x="2845784" y="2026063"/>
                  <a:pt x="2845784" y="2021586"/>
                </a:cubicBezTo>
                <a:cubicBezTo>
                  <a:pt x="2845784" y="2017109"/>
                  <a:pt x="2849404" y="2013490"/>
                  <a:pt x="2853880" y="2013490"/>
                </a:cubicBezTo>
                <a:cubicBezTo>
                  <a:pt x="2858357" y="2013490"/>
                  <a:pt x="2861977" y="2017109"/>
                  <a:pt x="2861977" y="2021586"/>
                </a:cubicBezTo>
                <a:cubicBezTo>
                  <a:pt x="2861977" y="2026063"/>
                  <a:pt x="2858357" y="2029682"/>
                  <a:pt x="2853880" y="2029682"/>
                </a:cubicBezTo>
                <a:close/>
                <a:moveTo>
                  <a:pt x="2915603" y="2277428"/>
                </a:moveTo>
                <a:lnTo>
                  <a:pt x="2922746" y="2277428"/>
                </a:lnTo>
                <a:lnTo>
                  <a:pt x="2922746" y="2285810"/>
                </a:lnTo>
                <a:lnTo>
                  <a:pt x="2915603" y="2285810"/>
                </a:lnTo>
                <a:lnTo>
                  <a:pt x="2915603" y="2277428"/>
                </a:lnTo>
                <a:close/>
                <a:moveTo>
                  <a:pt x="2915603" y="2311146"/>
                </a:moveTo>
                <a:lnTo>
                  <a:pt x="2922746" y="2311146"/>
                </a:lnTo>
                <a:lnTo>
                  <a:pt x="2922746" y="2319528"/>
                </a:lnTo>
                <a:lnTo>
                  <a:pt x="2915603" y="2319528"/>
                </a:lnTo>
                <a:lnTo>
                  <a:pt x="2915603" y="2311146"/>
                </a:lnTo>
                <a:close/>
                <a:moveTo>
                  <a:pt x="2915603" y="2294287"/>
                </a:moveTo>
                <a:lnTo>
                  <a:pt x="2922746" y="2294287"/>
                </a:lnTo>
                <a:lnTo>
                  <a:pt x="2922746" y="2302669"/>
                </a:lnTo>
                <a:lnTo>
                  <a:pt x="2915603" y="2302669"/>
                </a:lnTo>
                <a:lnTo>
                  <a:pt x="2915603" y="2294287"/>
                </a:lnTo>
                <a:close/>
                <a:moveTo>
                  <a:pt x="2174081" y="3034570"/>
                </a:moveTo>
                <a:lnTo>
                  <a:pt x="2169319" y="3034570"/>
                </a:lnTo>
                <a:lnTo>
                  <a:pt x="2169319" y="3015520"/>
                </a:lnTo>
                <a:lnTo>
                  <a:pt x="2174081" y="3015520"/>
                </a:lnTo>
                <a:lnTo>
                  <a:pt x="2174081" y="3034570"/>
                </a:lnTo>
                <a:close/>
                <a:moveTo>
                  <a:pt x="2915603" y="2328005"/>
                </a:moveTo>
                <a:lnTo>
                  <a:pt x="2922746" y="2328005"/>
                </a:lnTo>
                <a:lnTo>
                  <a:pt x="2922746" y="2332768"/>
                </a:lnTo>
                <a:lnTo>
                  <a:pt x="2915603" y="2332768"/>
                </a:lnTo>
                <a:lnTo>
                  <a:pt x="2915603" y="2328005"/>
                </a:lnTo>
                <a:close/>
                <a:moveTo>
                  <a:pt x="2740819" y="1758887"/>
                </a:moveTo>
                <a:cubicBezTo>
                  <a:pt x="2732818" y="1758887"/>
                  <a:pt x="2726246" y="1765459"/>
                  <a:pt x="2726246" y="1773460"/>
                </a:cubicBezTo>
                <a:cubicBezTo>
                  <a:pt x="2726246" y="1781461"/>
                  <a:pt x="2732818" y="1788033"/>
                  <a:pt x="2740819" y="1788033"/>
                </a:cubicBezTo>
                <a:cubicBezTo>
                  <a:pt x="2747867" y="1788033"/>
                  <a:pt x="2753678" y="1783080"/>
                  <a:pt x="2755106" y="1776413"/>
                </a:cubicBezTo>
                <a:lnTo>
                  <a:pt x="2840355" y="1776413"/>
                </a:lnTo>
                <a:lnTo>
                  <a:pt x="2858548" y="1798796"/>
                </a:lnTo>
                <a:lnTo>
                  <a:pt x="3014377" y="1798796"/>
                </a:lnTo>
                <a:cubicBezTo>
                  <a:pt x="3015615" y="1805654"/>
                  <a:pt x="3021521" y="1810893"/>
                  <a:pt x="3028664" y="1810893"/>
                </a:cubicBezTo>
                <a:cubicBezTo>
                  <a:pt x="3036665" y="1810893"/>
                  <a:pt x="3043238" y="1804321"/>
                  <a:pt x="3043238" y="1796320"/>
                </a:cubicBezTo>
                <a:cubicBezTo>
                  <a:pt x="3043238" y="1788319"/>
                  <a:pt x="3036665" y="1781747"/>
                  <a:pt x="3028664" y="1781747"/>
                </a:cubicBezTo>
                <a:cubicBezTo>
                  <a:pt x="3021425" y="1781747"/>
                  <a:pt x="3015425" y="1787081"/>
                  <a:pt x="3014282" y="1794034"/>
                </a:cubicBezTo>
                <a:lnTo>
                  <a:pt x="2860738" y="1794034"/>
                </a:lnTo>
                <a:lnTo>
                  <a:pt x="2842546" y="1771650"/>
                </a:lnTo>
                <a:lnTo>
                  <a:pt x="2755106" y="1771650"/>
                </a:lnTo>
                <a:cubicBezTo>
                  <a:pt x="2754249" y="1764506"/>
                  <a:pt x="2748153" y="1758887"/>
                  <a:pt x="2740724" y="1758887"/>
                </a:cubicBezTo>
                <a:close/>
                <a:moveTo>
                  <a:pt x="2740819" y="1783271"/>
                </a:moveTo>
                <a:cubicBezTo>
                  <a:pt x="2735390" y="1783271"/>
                  <a:pt x="2731008" y="1778889"/>
                  <a:pt x="2731008" y="1773460"/>
                </a:cubicBezTo>
                <a:cubicBezTo>
                  <a:pt x="2731008" y="1768031"/>
                  <a:pt x="2735390" y="1763649"/>
                  <a:pt x="2740819" y="1763649"/>
                </a:cubicBezTo>
                <a:cubicBezTo>
                  <a:pt x="2746248" y="1763649"/>
                  <a:pt x="2750630" y="1768031"/>
                  <a:pt x="2750630" y="1773460"/>
                </a:cubicBezTo>
                <a:cubicBezTo>
                  <a:pt x="2750630" y="1778889"/>
                  <a:pt x="2746248" y="1783271"/>
                  <a:pt x="2740819" y="1783271"/>
                </a:cubicBezTo>
                <a:close/>
                <a:moveTo>
                  <a:pt x="3028664" y="1786414"/>
                </a:moveTo>
                <a:cubicBezTo>
                  <a:pt x="3034094" y="1786414"/>
                  <a:pt x="3038475" y="1790795"/>
                  <a:pt x="3038475" y="1796225"/>
                </a:cubicBezTo>
                <a:cubicBezTo>
                  <a:pt x="3038475" y="1801654"/>
                  <a:pt x="3034094" y="1806035"/>
                  <a:pt x="3028664" y="1806035"/>
                </a:cubicBezTo>
                <a:cubicBezTo>
                  <a:pt x="3023235" y="1806035"/>
                  <a:pt x="3018854" y="1801654"/>
                  <a:pt x="3018854" y="1796225"/>
                </a:cubicBezTo>
                <a:cubicBezTo>
                  <a:pt x="3018854" y="1790795"/>
                  <a:pt x="3023235" y="1786414"/>
                  <a:pt x="3028664" y="1786414"/>
                </a:cubicBezTo>
                <a:close/>
                <a:moveTo>
                  <a:pt x="2993708" y="1985010"/>
                </a:moveTo>
                <a:lnTo>
                  <a:pt x="2902077" y="1985010"/>
                </a:lnTo>
                <a:cubicBezTo>
                  <a:pt x="2900934" y="1979009"/>
                  <a:pt x="2895695" y="1974532"/>
                  <a:pt x="2889409" y="1974532"/>
                </a:cubicBezTo>
                <a:cubicBezTo>
                  <a:pt x="2882265" y="1974532"/>
                  <a:pt x="2876550" y="1980343"/>
                  <a:pt x="2876550" y="1987391"/>
                </a:cubicBezTo>
                <a:cubicBezTo>
                  <a:pt x="2876550" y="1994440"/>
                  <a:pt x="2882360" y="2000250"/>
                  <a:pt x="2889409" y="2000250"/>
                </a:cubicBezTo>
                <a:cubicBezTo>
                  <a:pt x="2895695" y="2000250"/>
                  <a:pt x="2900934" y="1995678"/>
                  <a:pt x="2902077" y="1989773"/>
                </a:cubicBezTo>
                <a:lnTo>
                  <a:pt x="2995422" y="1989773"/>
                </a:lnTo>
                <a:lnTo>
                  <a:pt x="3027712" y="1963293"/>
                </a:lnTo>
                <a:lnTo>
                  <a:pt x="3114770" y="1964055"/>
                </a:lnTo>
                <a:lnTo>
                  <a:pt x="3114770" y="1959293"/>
                </a:lnTo>
                <a:lnTo>
                  <a:pt x="3025997" y="1958531"/>
                </a:lnTo>
                <a:lnTo>
                  <a:pt x="2993708" y="1985010"/>
                </a:lnTo>
                <a:close/>
                <a:moveTo>
                  <a:pt x="2889409" y="1995488"/>
                </a:moveTo>
                <a:cubicBezTo>
                  <a:pt x="2884932" y="1995488"/>
                  <a:pt x="2881313" y="1991868"/>
                  <a:pt x="2881313" y="1987391"/>
                </a:cubicBezTo>
                <a:cubicBezTo>
                  <a:pt x="2881313" y="1982915"/>
                  <a:pt x="2884932" y="1979295"/>
                  <a:pt x="2889409" y="1979295"/>
                </a:cubicBezTo>
                <a:cubicBezTo>
                  <a:pt x="2893886" y="1979295"/>
                  <a:pt x="2897505" y="1982915"/>
                  <a:pt x="2897505" y="1987391"/>
                </a:cubicBezTo>
                <a:cubicBezTo>
                  <a:pt x="2897505" y="1991868"/>
                  <a:pt x="2893886" y="1995488"/>
                  <a:pt x="2889409" y="1995488"/>
                </a:cubicBezTo>
                <a:close/>
                <a:moveTo>
                  <a:pt x="1606582" y="2859500"/>
                </a:moveTo>
                <a:lnTo>
                  <a:pt x="1622679" y="2873788"/>
                </a:lnTo>
                <a:lnTo>
                  <a:pt x="1719263" y="2874074"/>
                </a:lnTo>
                <a:lnTo>
                  <a:pt x="1719263" y="2878550"/>
                </a:lnTo>
                <a:cubicBezTo>
                  <a:pt x="1719263" y="2882455"/>
                  <a:pt x="1722501" y="2885694"/>
                  <a:pt x="1726406" y="2885599"/>
                </a:cubicBezTo>
                <a:lnTo>
                  <a:pt x="1739932" y="2885599"/>
                </a:lnTo>
                <a:cubicBezTo>
                  <a:pt x="1743837" y="2885599"/>
                  <a:pt x="1747076" y="2882360"/>
                  <a:pt x="1746980" y="2878455"/>
                </a:cubicBezTo>
                <a:lnTo>
                  <a:pt x="1746980" y="2864930"/>
                </a:lnTo>
                <a:cubicBezTo>
                  <a:pt x="1746980" y="2861024"/>
                  <a:pt x="1743742" y="2857786"/>
                  <a:pt x="1739837" y="2857881"/>
                </a:cubicBezTo>
                <a:lnTo>
                  <a:pt x="1726311" y="2857881"/>
                </a:lnTo>
                <a:cubicBezTo>
                  <a:pt x="1722406" y="2857881"/>
                  <a:pt x="1719167" y="2861120"/>
                  <a:pt x="1719263" y="2865120"/>
                </a:cubicBezTo>
                <a:lnTo>
                  <a:pt x="1719263" y="2869406"/>
                </a:lnTo>
                <a:cubicBezTo>
                  <a:pt x="1719263" y="2869406"/>
                  <a:pt x="1624489" y="2869121"/>
                  <a:pt x="1624489" y="2869121"/>
                </a:cubicBezTo>
                <a:lnTo>
                  <a:pt x="1608392" y="2854833"/>
                </a:lnTo>
                <a:lnTo>
                  <a:pt x="1580388" y="2854833"/>
                </a:lnTo>
                <a:cubicBezTo>
                  <a:pt x="1579340" y="2850547"/>
                  <a:pt x="1575626" y="2847404"/>
                  <a:pt x="1571149" y="2847404"/>
                </a:cubicBezTo>
                <a:cubicBezTo>
                  <a:pt x="1565720" y="2847404"/>
                  <a:pt x="1561338" y="2851785"/>
                  <a:pt x="1561338" y="2857214"/>
                </a:cubicBezTo>
                <a:cubicBezTo>
                  <a:pt x="1561338" y="2862644"/>
                  <a:pt x="1565720" y="2867025"/>
                  <a:pt x="1571149" y="2867025"/>
                </a:cubicBezTo>
                <a:cubicBezTo>
                  <a:pt x="1575721" y="2867025"/>
                  <a:pt x="1579340" y="2863882"/>
                  <a:pt x="1580388" y="2859596"/>
                </a:cubicBezTo>
                <a:lnTo>
                  <a:pt x="1606582" y="2859596"/>
                </a:lnTo>
                <a:close/>
                <a:moveTo>
                  <a:pt x="1726406" y="2862644"/>
                </a:moveTo>
                <a:lnTo>
                  <a:pt x="1739932" y="2862644"/>
                </a:lnTo>
                <a:cubicBezTo>
                  <a:pt x="1741265" y="2862644"/>
                  <a:pt x="1742313" y="2863596"/>
                  <a:pt x="1742313" y="2864930"/>
                </a:cubicBezTo>
                <a:lnTo>
                  <a:pt x="1742313" y="2878455"/>
                </a:lnTo>
                <a:cubicBezTo>
                  <a:pt x="1742313" y="2879788"/>
                  <a:pt x="1741361" y="2880836"/>
                  <a:pt x="1740027" y="2880836"/>
                </a:cubicBezTo>
                <a:lnTo>
                  <a:pt x="1726502" y="2880836"/>
                </a:lnTo>
                <a:cubicBezTo>
                  <a:pt x="1725168" y="2880836"/>
                  <a:pt x="1724120" y="2879884"/>
                  <a:pt x="1724120" y="2878550"/>
                </a:cubicBezTo>
                <a:lnTo>
                  <a:pt x="1724120" y="2865025"/>
                </a:lnTo>
                <a:cubicBezTo>
                  <a:pt x="1724120" y="2863692"/>
                  <a:pt x="1725073" y="2862644"/>
                  <a:pt x="1726406" y="2862644"/>
                </a:cubicBezTo>
                <a:close/>
                <a:moveTo>
                  <a:pt x="1571149" y="2862072"/>
                </a:moveTo>
                <a:cubicBezTo>
                  <a:pt x="1568387" y="2862072"/>
                  <a:pt x="1566101" y="2859786"/>
                  <a:pt x="1566101" y="2857024"/>
                </a:cubicBezTo>
                <a:cubicBezTo>
                  <a:pt x="1566101" y="2854262"/>
                  <a:pt x="1568387" y="2851976"/>
                  <a:pt x="1571149" y="2851976"/>
                </a:cubicBezTo>
                <a:cubicBezTo>
                  <a:pt x="1573911" y="2851976"/>
                  <a:pt x="1576102" y="2854262"/>
                  <a:pt x="1576102" y="2857024"/>
                </a:cubicBezTo>
                <a:cubicBezTo>
                  <a:pt x="1576102" y="2859786"/>
                  <a:pt x="1573816" y="2862072"/>
                  <a:pt x="1571149" y="2862072"/>
                </a:cubicBezTo>
                <a:close/>
                <a:moveTo>
                  <a:pt x="2993517" y="1884331"/>
                </a:moveTo>
                <a:lnTo>
                  <a:pt x="2796350" y="1883188"/>
                </a:lnTo>
                <a:lnTo>
                  <a:pt x="2781395" y="1868043"/>
                </a:lnTo>
                <a:cubicBezTo>
                  <a:pt x="2779586" y="1869091"/>
                  <a:pt x="2777585" y="1869853"/>
                  <a:pt x="2775395" y="1869853"/>
                </a:cubicBezTo>
                <a:cubicBezTo>
                  <a:pt x="2768632" y="1869853"/>
                  <a:pt x="2763203" y="1864424"/>
                  <a:pt x="2763203" y="1857661"/>
                </a:cubicBezTo>
                <a:cubicBezTo>
                  <a:pt x="2763203" y="1850898"/>
                  <a:pt x="2768632" y="1845469"/>
                  <a:pt x="2775395" y="1845469"/>
                </a:cubicBezTo>
                <a:cubicBezTo>
                  <a:pt x="2782157" y="1845469"/>
                  <a:pt x="2787587" y="1850898"/>
                  <a:pt x="2787587" y="1857661"/>
                </a:cubicBezTo>
                <a:cubicBezTo>
                  <a:pt x="2787587" y="1860423"/>
                  <a:pt x="2786539" y="1862804"/>
                  <a:pt x="2785015" y="1864805"/>
                </a:cubicBezTo>
                <a:lnTo>
                  <a:pt x="2798445" y="1878330"/>
                </a:lnTo>
                <a:lnTo>
                  <a:pt x="2995708" y="1879473"/>
                </a:lnTo>
                <a:lnTo>
                  <a:pt x="3007614" y="1892332"/>
                </a:lnTo>
                <a:lnTo>
                  <a:pt x="3090577" y="1892332"/>
                </a:lnTo>
                <a:lnTo>
                  <a:pt x="3114866" y="1864805"/>
                </a:lnTo>
                <a:lnTo>
                  <a:pt x="3114866" y="1872044"/>
                </a:lnTo>
                <a:lnTo>
                  <a:pt x="3092672" y="1897094"/>
                </a:lnTo>
                <a:lnTo>
                  <a:pt x="3005519" y="1897094"/>
                </a:lnTo>
                <a:lnTo>
                  <a:pt x="2993612" y="1884140"/>
                </a:lnTo>
                <a:close/>
                <a:moveTo>
                  <a:pt x="2317052" y="2831211"/>
                </a:moveTo>
                <a:cubicBezTo>
                  <a:pt x="2318195" y="2831592"/>
                  <a:pt x="2319338" y="2831973"/>
                  <a:pt x="2320671" y="2831973"/>
                </a:cubicBezTo>
                <a:cubicBezTo>
                  <a:pt x="2326862" y="2831973"/>
                  <a:pt x="2331911" y="2826925"/>
                  <a:pt x="2331911" y="2820734"/>
                </a:cubicBezTo>
                <a:cubicBezTo>
                  <a:pt x="2331911" y="2814542"/>
                  <a:pt x="2326862" y="2809494"/>
                  <a:pt x="2320671" y="2809494"/>
                </a:cubicBezTo>
                <a:cubicBezTo>
                  <a:pt x="2314480" y="2809494"/>
                  <a:pt x="2309432" y="2814542"/>
                  <a:pt x="2309432" y="2820734"/>
                </a:cubicBezTo>
                <a:cubicBezTo>
                  <a:pt x="2309432" y="2823972"/>
                  <a:pt x="2310860" y="2826830"/>
                  <a:pt x="2313051" y="2828925"/>
                </a:cubicBezTo>
                <a:lnTo>
                  <a:pt x="2201513" y="2952655"/>
                </a:lnTo>
                <a:lnTo>
                  <a:pt x="2200942" y="2953322"/>
                </a:lnTo>
                <a:lnTo>
                  <a:pt x="2200466" y="3099721"/>
                </a:lnTo>
                <a:lnTo>
                  <a:pt x="2205228" y="3099721"/>
                </a:lnTo>
                <a:cubicBezTo>
                  <a:pt x="2205228" y="3099721"/>
                  <a:pt x="2205704" y="2955131"/>
                  <a:pt x="2205704" y="2955131"/>
                </a:cubicBezTo>
                <a:lnTo>
                  <a:pt x="2317242" y="2831306"/>
                </a:lnTo>
                <a:lnTo>
                  <a:pt x="2317052" y="2831116"/>
                </a:lnTo>
                <a:close/>
                <a:moveTo>
                  <a:pt x="2314099" y="2820638"/>
                </a:moveTo>
                <a:cubicBezTo>
                  <a:pt x="2314099" y="2817019"/>
                  <a:pt x="2317052" y="2814161"/>
                  <a:pt x="2320576" y="2814161"/>
                </a:cubicBezTo>
                <a:cubicBezTo>
                  <a:pt x="2324100" y="2814161"/>
                  <a:pt x="2327053" y="2817114"/>
                  <a:pt x="2327053" y="2820638"/>
                </a:cubicBezTo>
                <a:cubicBezTo>
                  <a:pt x="2327053" y="2824163"/>
                  <a:pt x="2324100" y="2827115"/>
                  <a:pt x="2320576" y="2827115"/>
                </a:cubicBezTo>
                <a:cubicBezTo>
                  <a:pt x="2317052" y="2827115"/>
                  <a:pt x="2314099" y="2824163"/>
                  <a:pt x="2314099" y="2820638"/>
                </a:cubicBezTo>
                <a:close/>
                <a:moveTo>
                  <a:pt x="2880455" y="2124456"/>
                </a:moveTo>
                <a:lnTo>
                  <a:pt x="2880455" y="2092452"/>
                </a:lnTo>
                <a:cubicBezTo>
                  <a:pt x="2880455" y="2091119"/>
                  <a:pt x="2879408" y="2090071"/>
                  <a:pt x="2878074" y="2090071"/>
                </a:cubicBezTo>
                <a:lnTo>
                  <a:pt x="2846070" y="2090071"/>
                </a:lnTo>
                <a:cubicBezTo>
                  <a:pt x="2844737" y="2090071"/>
                  <a:pt x="2843689" y="2091119"/>
                  <a:pt x="2843689" y="2092452"/>
                </a:cubicBezTo>
                <a:lnTo>
                  <a:pt x="2843689" y="2124456"/>
                </a:lnTo>
                <a:cubicBezTo>
                  <a:pt x="2843689" y="2125790"/>
                  <a:pt x="2844737" y="2126837"/>
                  <a:pt x="2846070" y="2126837"/>
                </a:cubicBezTo>
                <a:lnTo>
                  <a:pt x="2859691" y="2126837"/>
                </a:lnTo>
                <a:lnTo>
                  <a:pt x="2859691" y="2281714"/>
                </a:lnTo>
                <a:lnTo>
                  <a:pt x="2864453" y="2281714"/>
                </a:lnTo>
                <a:lnTo>
                  <a:pt x="2864453" y="2126837"/>
                </a:lnTo>
                <a:lnTo>
                  <a:pt x="2878074" y="2126837"/>
                </a:lnTo>
                <a:cubicBezTo>
                  <a:pt x="2879408" y="2126837"/>
                  <a:pt x="2880455" y="2125790"/>
                  <a:pt x="2880455" y="2124456"/>
                </a:cubicBezTo>
                <a:close/>
                <a:moveTo>
                  <a:pt x="2875693" y="2122075"/>
                </a:moveTo>
                <a:lnTo>
                  <a:pt x="2848451" y="2122075"/>
                </a:lnTo>
                <a:lnTo>
                  <a:pt x="2848451" y="2094833"/>
                </a:lnTo>
                <a:lnTo>
                  <a:pt x="2875693" y="2094833"/>
                </a:lnTo>
                <a:lnTo>
                  <a:pt x="2875693" y="2122075"/>
                </a:lnTo>
                <a:close/>
                <a:moveTo>
                  <a:pt x="2986373" y="2367915"/>
                </a:moveTo>
                <a:lnTo>
                  <a:pt x="2966276" y="2367915"/>
                </a:lnTo>
                <a:cubicBezTo>
                  <a:pt x="2962942" y="2367915"/>
                  <a:pt x="2960275" y="2365248"/>
                  <a:pt x="2960275" y="2361914"/>
                </a:cubicBezTo>
                <a:lnTo>
                  <a:pt x="2960275" y="2341817"/>
                </a:lnTo>
                <a:cubicBezTo>
                  <a:pt x="2960275" y="2338483"/>
                  <a:pt x="2962942" y="2335816"/>
                  <a:pt x="2966276" y="2335816"/>
                </a:cubicBezTo>
                <a:lnTo>
                  <a:pt x="2972753" y="2335816"/>
                </a:lnTo>
                <a:lnTo>
                  <a:pt x="2972753" y="2329815"/>
                </a:lnTo>
                <a:lnTo>
                  <a:pt x="2979896" y="2329815"/>
                </a:lnTo>
                <a:lnTo>
                  <a:pt x="2979896" y="2335816"/>
                </a:lnTo>
                <a:lnTo>
                  <a:pt x="2986373" y="2335816"/>
                </a:lnTo>
                <a:cubicBezTo>
                  <a:pt x="2989707" y="2335816"/>
                  <a:pt x="2992374" y="2338483"/>
                  <a:pt x="2992374" y="2341817"/>
                </a:cubicBezTo>
                <a:lnTo>
                  <a:pt x="2992374" y="2361914"/>
                </a:lnTo>
                <a:cubicBezTo>
                  <a:pt x="2992374" y="2365248"/>
                  <a:pt x="2989707" y="2367915"/>
                  <a:pt x="2986373" y="2367915"/>
                </a:cubicBezTo>
                <a:close/>
                <a:moveTo>
                  <a:pt x="633698" y="3059811"/>
                </a:moveTo>
                <a:lnTo>
                  <a:pt x="638461" y="3059811"/>
                </a:lnTo>
                <a:lnTo>
                  <a:pt x="638461" y="3068288"/>
                </a:lnTo>
                <a:lnTo>
                  <a:pt x="644843" y="3073813"/>
                </a:lnTo>
                <a:lnTo>
                  <a:pt x="641699" y="3077432"/>
                </a:lnTo>
                <a:lnTo>
                  <a:pt x="633698" y="3070479"/>
                </a:lnTo>
                <a:lnTo>
                  <a:pt x="633698" y="3059906"/>
                </a:lnTo>
                <a:close/>
                <a:moveTo>
                  <a:pt x="2909126" y="2335911"/>
                </a:moveTo>
                <a:lnTo>
                  <a:pt x="2929223" y="2335911"/>
                </a:lnTo>
                <a:cubicBezTo>
                  <a:pt x="2932557" y="2335911"/>
                  <a:pt x="2935224" y="2338578"/>
                  <a:pt x="2935224" y="2341912"/>
                </a:cubicBezTo>
                <a:lnTo>
                  <a:pt x="2935224" y="2362010"/>
                </a:lnTo>
                <a:cubicBezTo>
                  <a:pt x="2935224" y="2365343"/>
                  <a:pt x="2932557" y="2368010"/>
                  <a:pt x="2929223" y="2368010"/>
                </a:cubicBezTo>
                <a:lnTo>
                  <a:pt x="2909126" y="2368010"/>
                </a:lnTo>
                <a:cubicBezTo>
                  <a:pt x="2905792" y="2368010"/>
                  <a:pt x="2903125" y="2365343"/>
                  <a:pt x="2903125" y="2362010"/>
                </a:cubicBezTo>
                <a:lnTo>
                  <a:pt x="2903125" y="2341912"/>
                </a:lnTo>
                <a:cubicBezTo>
                  <a:pt x="2903125" y="2338578"/>
                  <a:pt x="2905792" y="2335911"/>
                  <a:pt x="2909126" y="2335911"/>
                </a:cubicBezTo>
                <a:close/>
                <a:moveTo>
                  <a:pt x="638461" y="3051620"/>
                </a:moveTo>
                <a:lnTo>
                  <a:pt x="633698" y="3051620"/>
                </a:lnTo>
                <a:lnTo>
                  <a:pt x="633698" y="3043428"/>
                </a:lnTo>
                <a:lnTo>
                  <a:pt x="638461" y="3043428"/>
                </a:lnTo>
                <a:lnTo>
                  <a:pt x="638461" y="3051620"/>
                </a:lnTo>
                <a:close/>
                <a:moveTo>
                  <a:pt x="2979896" y="2300478"/>
                </a:moveTo>
                <a:lnTo>
                  <a:pt x="2972753" y="2300478"/>
                </a:lnTo>
                <a:lnTo>
                  <a:pt x="2972753" y="2290953"/>
                </a:lnTo>
                <a:lnTo>
                  <a:pt x="2979896" y="2290953"/>
                </a:lnTo>
                <a:lnTo>
                  <a:pt x="2979896" y="2300478"/>
                </a:lnTo>
                <a:close/>
                <a:moveTo>
                  <a:pt x="2968371" y="2113217"/>
                </a:moveTo>
                <a:lnTo>
                  <a:pt x="2968371" y="2103596"/>
                </a:lnTo>
                <a:cubicBezTo>
                  <a:pt x="2968371" y="2101787"/>
                  <a:pt x="2969800" y="2100358"/>
                  <a:pt x="2971610" y="2100358"/>
                </a:cubicBezTo>
                <a:lnTo>
                  <a:pt x="2981230" y="2100358"/>
                </a:lnTo>
                <a:cubicBezTo>
                  <a:pt x="2982944" y="2100358"/>
                  <a:pt x="2984468" y="2101787"/>
                  <a:pt x="2984468" y="2103596"/>
                </a:cubicBezTo>
                <a:lnTo>
                  <a:pt x="2984468" y="2113217"/>
                </a:lnTo>
                <a:cubicBezTo>
                  <a:pt x="2984468" y="2114931"/>
                  <a:pt x="2983040" y="2116455"/>
                  <a:pt x="2981230" y="2116455"/>
                </a:cubicBezTo>
                <a:lnTo>
                  <a:pt x="2971610" y="2116455"/>
                </a:lnTo>
                <a:cubicBezTo>
                  <a:pt x="2969800" y="2116455"/>
                  <a:pt x="2968371" y="2115026"/>
                  <a:pt x="2968371" y="2113217"/>
                </a:cubicBezTo>
                <a:close/>
                <a:moveTo>
                  <a:pt x="2972753" y="2310289"/>
                </a:moveTo>
                <a:lnTo>
                  <a:pt x="2979896" y="2310289"/>
                </a:lnTo>
                <a:lnTo>
                  <a:pt x="2979896" y="2320100"/>
                </a:lnTo>
                <a:lnTo>
                  <a:pt x="2972753" y="2320100"/>
                </a:lnTo>
                <a:lnTo>
                  <a:pt x="2972753" y="2310289"/>
                </a:lnTo>
                <a:close/>
                <a:moveTo>
                  <a:pt x="2937605" y="2124456"/>
                </a:moveTo>
                <a:lnTo>
                  <a:pt x="2937605" y="2092452"/>
                </a:lnTo>
                <a:cubicBezTo>
                  <a:pt x="2937605" y="2091119"/>
                  <a:pt x="2936558" y="2090071"/>
                  <a:pt x="2935224" y="2090071"/>
                </a:cubicBezTo>
                <a:lnTo>
                  <a:pt x="2903220" y="2090071"/>
                </a:lnTo>
                <a:cubicBezTo>
                  <a:pt x="2901887" y="2090071"/>
                  <a:pt x="2900839" y="2091119"/>
                  <a:pt x="2900839" y="2092452"/>
                </a:cubicBezTo>
                <a:lnTo>
                  <a:pt x="2900839" y="2124456"/>
                </a:lnTo>
                <a:cubicBezTo>
                  <a:pt x="2900839" y="2125790"/>
                  <a:pt x="2901887" y="2126837"/>
                  <a:pt x="2903220" y="2126837"/>
                </a:cubicBezTo>
                <a:lnTo>
                  <a:pt x="2916841" y="2126837"/>
                </a:lnTo>
                <a:lnTo>
                  <a:pt x="2916841" y="2230565"/>
                </a:lnTo>
                <a:lnTo>
                  <a:pt x="2915698" y="2230565"/>
                </a:lnTo>
                <a:lnTo>
                  <a:pt x="2915698" y="2235327"/>
                </a:lnTo>
                <a:lnTo>
                  <a:pt x="2922842" y="2235327"/>
                </a:lnTo>
                <a:lnTo>
                  <a:pt x="2922842" y="2230565"/>
                </a:lnTo>
                <a:lnTo>
                  <a:pt x="2921699" y="2230565"/>
                </a:lnTo>
                <a:lnTo>
                  <a:pt x="2921699" y="2126837"/>
                </a:lnTo>
                <a:lnTo>
                  <a:pt x="2935319" y="2126837"/>
                </a:lnTo>
                <a:cubicBezTo>
                  <a:pt x="2936653" y="2126837"/>
                  <a:pt x="2937701" y="2125790"/>
                  <a:pt x="2937701" y="2124456"/>
                </a:cubicBezTo>
                <a:close/>
                <a:moveTo>
                  <a:pt x="2932843" y="2122075"/>
                </a:moveTo>
                <a:lnTo>
                  <a:pt x="2905601" y="2122075"/>
                </a:lnTo>
                <a:lnTo>
                  <a:pt x="2905601" y="2094833"/>
                </a:lnTo>
                <a:lnTo>
                  <a:pt x="2932843" y="2094833"/>
                </a:lnTo>
                <a:lnTo>
                  <a:pt x="2932843" y="2122075"/>
                </a:lnTo>
                <a:close/>
                <a:moveTo>
                  <a:pt x="2858453" y="2308670"/>
                </a:moveTo>
                <a:lnTo>
                  <a:pt x="2865596" y="2308670"/>
                </a:lnTo>
                <a:lnTo>
                  <a:pt x="2865596" y="2318480"/>
                </a:lnTo>
                <a:lnTo>
                  <a:pt x="2858453" y="2318480"/>
                </a:lnTo>
                <a:lnTo>
                  <a:pt x="2858453" y="2308670"/>
                </a:lnTo>
                <a:close/>
                <a:moveTo>
                  <a:pt x="2911221" y="2113217"/>
                </a:moveTo>
                <a:lnTo>
                  <a:pt x="2911221" y="2103596"/>
                </a:lnTo>
                <a:cubicBezTo>
                  <a:pt x="2911221" y="2101787"/>
                  <a:pt x="2912650" y="2100358"/>
                  <a:pt x="2914460" y="2100358"/>
                </a:cubicBezTo>
                <a:lnTo>
                  <a:pt x="2924080" y="2100358"/>
                </a:lnTo>
                <a:cubicBezTo>
                  <a:pt x="2925794" y="2100358"/>
                  <a:pt x="2927318" y="2101787"/>
                  <a:pt x="2927318" y="2103596"/>
                </a:cubicBezTo>
                <a:lnTo>
                  <a:pt x="2927318" y="2113217"/>
                </a:lnTo>
                <a:cubicBezTo>
                  <a:pt x="2927318" y="2114931"/>
                  <a:pt x="2925890" y="2116455"/>
                  <a:pt x="2924080" y="2116455"/>
                </a:cubicBezTo>
                <a:lnTo>
                  <a:pt x="2914460" y="2116455"/>
                </a:lnTo>
                <a:cubicBezTo>
                  <a:pt x="2912650" y="2116455"/>
                  <a:pt x="2911221" y="2115026"/>
                  <a:pt x="2911221" y="2113217"/>
                </a:cubicBezTo>
                <a:close/>
                <a:moveTo>
                  <a:pt x="2854071" y="2113217"/>
                </a:moveTo>
                <a:lnTo>
                  <a:pt x="2854071" y="2103596"/>
                </a:lnTo>
                <a:cubicBezTo>
                  <a:pt x="2854071" y="2101787"/>
                  <a:pt x="2855500" y="2100358"/>
                  <a:pt x="2857310" y="2100358"/>
                </a:cubicBezTo>
                <a:lnTo>
                  <a:pt x="2866930" y="2100358"/>
                </a:lnTo>
                <a:cubicBezTo>
                  <a:pt x="2868740" y="2100358"/>
                  <a:pt x="2870168" y="2101787"/>
                  <a:pt x="2870168" y="2103596"/>
                </a:cubicBezTo>
                <a:lnTo>
                  <a:pt x="2870168" y="2113217"/>
                </a:lnTo>
                <a:cubicBezTo>
                  <a:pt x="2870168" y="2114931"/>
                  <a:pt x="2868740" y="2116455"/>
                  <a:pt x="2866930" y="2116455"/>
                </a:cubicBezTo>
                <a:lnTo>
                  <a:pt x="2857310" y="2116455"/>
                </a:lnTo>
                <a:cubicBezTo>
                  <a:pt x="2855500" y="2116455"/>
                  <a:pt x="2854071" y="2115026"/>
                  <a:pt x="2854071" y="2113217"/>
                </a:cubicBezTo>
                <a:close/>
                <a:moveTo>
                  <a:pt x="2865596" y="2298859"/>
                </a:moveTo>
                <a:lnTo>
                  <a:pt x="2858453" y="2298859"/>
                </a:lnTo>
                <a:lnTo>
                  <a:pt x="2858453" y="2289334"/>
                </a:lnTo>
                <a:lnTo>
                  <a:pt x="2865596" y="2289334"/>
                </a:lnTo>
                <a:lnTo>
                  <a:pt x="2865596" y="2298859"/>
                </a:lnTo>
                <a:close/>
                <a:moveTo>
                  <a:pt x="2858453" y="2328386"/>
                </a:moveTo>
                <a:lnTo>
                  <a:pt x="2865596" y="2328386"/>
                </a:lnTo>
                <a:lnTo>
                  <a:pt x="2865596" y="2336006"/>
                </a:lnTo>
                <a:lnTo>
                  <a:pt x="2872073" y="2336006"/>
                </a:lnTo>
                <a:cubicBezTo>
                  <a:pt x="2875407" y="2336006"/>
                  <a:pt x="2878074" y="2338673"/>
                  <a:pt x="2878074" y="2342007"/>
                </a:cubicBezTo>
                <a:lnTo>
                  <a:pt x="2878074" y="2362105"/>
                </a:lnTo>
                <a:cubicBezTo>
                  <a:pt x="2878074" y="2365439"/>
                  <a:pt x="2875407" y="2368106"/>
                  <a:pt x="2872073" y="2368106"/>
                </a:cubicBezTo>
                <a:lnTo>
                  <a:pt x="2851976" y="2368106"/>
                </a:lnTo>
                <a:cubicBezTo>
                  <a:pt x="2848642" y="2368106"/>
                  <a:pt x="2845975" y="2365439"/>
                  <a:pt x="2845975" y="2362105"/>
                </a:cubicBezTo>
                <a:lnTo>
                  <a:pt x="2845975" y="2342007"/>
                </a:lnTo>
                <a:cubicBezTo>
                  <a:pt x="2845975" y="2338673"/>
                  <a:pt x="2848642" y="2336006"/>
                  <a:pt x="2851976" y="2336006"/>
                </a:cubicBezTo>
                <a:lnTo>
                  <a:pt x="2858453" y="2336006"/>
                </a:lnTo>
                <a:lnTo>
                  <a:pt x="2858453" y="2328386"/>
                </a:lnTo>
                <a:close/>
                <a:moveTo>
                  <a:pt x="2719292" y="902875"/>
                </a:moveTo>
                <a:cubicBezTo>
                  <a:pt x="2718435" y="896207"/>
                  <a:pt x="2723198" y="890207"/>
                  <a:pt x="2729770" y="889349"/>
                </a:cubicBezTo>
                <a:cubicBezTo>
                  <a:pt x="2736437" y="888492"/>
                  <a:pt x="2742438" y="893254"/>
                  <a:pt x="2743295" y="899827"/>
                </a:cubicBezTo>
                <a:cubicBezTo>
                  <a:pt x="2744153" y="906494"/>
                  <a:pt x="2739390" y="912495"/>
                  <a:pt x="2732818" y="913352"/>
                </a:cubicBezTo>
                <a:cubicBezTo>
                  <a:pt x="2726150" y="914210"/>
                  <a:pt x="2720150" y="909447"/>
                  <a:pt x="2719292" y="902875"/>
                </a:cubicBezTo>
                <a:close/>
                <a:moveTo>
                  <a:pt x="362712" y="3493008"/>
                </a:moveTo>
                <a:lnTo>
                  <a:pt x="362712" y="3511772"/>
                </a:lnTo>
                <a:cubicBezTo>
                  <a:pt x="362712" y="3513868"/>
                  <a:pt x="360998" y="3515582"/>
                  <a:pt x="358902" y="3515582"/>
                </a:cubicBezTo>
                <a:lnTo>
                  <a:pt x="340138" y="3515582"/>
                </a:lnTo>
                <a:cubicBezTo>
                  <a:pt x="338042" y="3515582"/>
                  <a:pt x="336328" y="3513868"/>
                  <a:pt x="336328" y="3511772"/>
                </a:cubicBezTo>
                <a:lnTo>
                  <a:pt x="336328" y="3493008"/>
                </a:lnTo>
                <a:cubicBezTo>
                  <a:pt x="336328" y="3490913"/>
                  <a:pt x="338042" y="3489198"/>
                  <a:pt x="340138" y="3489198"/>
                </a:cubicBezTo>
                <a:lnTo>
                  <a:pt x="358902" y="3489198"/>
                </a:lnTo>
                <a:cubicBezTo>
                  <a:pt x="360998" y="3489198"/>
                  <a:pt x="362712" y="3490913"/>
                  <a:pt x="362712" y="3493008"/>
                </a:cubicBezTo>
                <a:close/>
                <a:moveTo>
                  <a:pt x="1161764" y="2191798"/>
                </a:moveTo>
                <a:cubicBezTo>
                  <a:pt x="1157478" y="2191798"/>
                  <a:pt x="1154049" y="2195322"/>
                  <a:pt x="1154049" y="2199513"/>
                </a:cubicBezTo>
                <a:cubicBezTo>
                  <a:pt x="1154049" y="2203704"/>
                  <a:pt x="1157573" y="2207228"/>
                  <a:pt x="1161764" y="2207228"/>
                </a:cubicBezTo>
                <a:cubicBezTo>
                  <a:pt x="1165955" y="2207228"/>
                  <a:pt x="1169575" y="2203704"/>
                  <a:pt x="1169575" y="2199513"/>
                </a:cubicBezTo>
                <a:cubicBezTo>
                  <a:pt x="1169575" y="2195322"/>
                  <a:pt x="1166051" y="2191798"/>
                  <a:pt x="1161764" y="2191798"/>
                </a:cubicBezTo>
                <a:close/>
                <a:moveTo>
                  <a:pt x="1161764" y="2204847"/>
                </a:moveTo>
                <a:cubicBezTo>
                  <a:pt x="1158812" y="2204847"/>
                  <a:pt x="1156430" y="2202466"/>
                  <a:pt x="1156430" y="2199513"/>
                </a:cubicBezTo>
                <a:cubicBezTo>
                  <a:pt x="1156430" y="2196560"/>
                  <a:pt x="1158812" y="2194179"/>
                  <a:pt x="1161764" y="2194179"/>
                </a:cubicBezTo>
                <a:cubicBezTo>
                  <a:pt x="1164717" y="2194179"/>
                  <a:pt x="1167194" y="2196560"/>
                  <a:pt x="1167194" y="2199513"/>
                </a:cubicBezTo>
                <a:cubicBezTo>
                  <a:pt x="1167194" y="2202466"/>
                  <a:pt x="1164812" y="2204847"/>
                  <a:pt x="1161764" y="2204847"/>
                </a:cubicBezTo>
                <a:close/>
                <a:moveTo>
                  <a:pt x="153162" y="735425"/>
                </a:moveTo>
                <a:cubicBezTo>
                  <a:pt x="153733" y="735425"/>
                  <a:pt x="154400" y="735521"/>
                  <a:pt x="154972" y="735521"/>
                </a:cubicBezTo>
                <a:cubicBezTo>
                  <a:pt x="161163" y="735521"/>
                  <a:pt x="166592" y="730949"/>
                  <a:pt x="167545" y="724662"/>
                </a:cubicBezTo>
                <a:cubicBezTo>
                  <a:pt x="168497" y="717709"/>
                  <a:pt x="163735" y="711327"/>
                  <a:pt x="156782" y="710279"/>
                </a:cubicBezTo>
                <a:cubicBezTo>
                  <a:pt x="150876" y="709422"/>
                  <a:pt x="145447" y="712851"/>
                  <a:pt x="143256" y="718090"/>
                </a:cubicBezTo>
                <a:lnTo>
                  <a:pt x="95" y="718090"/>
                </a:lnTo>
                <a:lnTo>
                  <a:pt x="95" y="727615"/>
                </a:lnTo>
                <a:lnTo>
                  <a:pt x="143256" y="727615"/>
                </a:lnTo>
                <a:cubicBezTo>
                  <a:pt x="144875" y="731615"/>
                  <a:pt x="148495" y="734759"/>
                  <a:pt x="153162" y="735425"/>
                </a:cubicBezTo>
                <a:close/>
                <a:moveTo>
                  <a:pt x="156115" y="715137"/>
                </a:moveTo>
                <a:cubicBezTo>
                  <a:pt x="160401" y="715804"/>
                  <a:pt x="163449" y="719804"/>
                  <a:pt x="162782" y="724091"/>
                </a:cubicBezTo>
                <a:cubicBezTo>
                  <a:pt x="162211" y="728377"/>
                  <a:pt x="158115" y="731425"/>
                  <a:pt x="153829" y="730758"/>
                </a:cubicBezTo>
                <a:cubicBezTo>
                  <a:pt x="151733" y="730472"/>
                  <a:pt x="149924" y="729329"/>
                  <a:pt x="148590" y="727710"/>
                </a:cubicBezTo>
                <a:cubicBezTo>
                  <a:pt x="147352" y="725996"/>
                  <a:pt x="146780" y="723900"/>
                  <a:pt x="147066" y="721804"/>
                </a:cubicBezTo>
                <a:cubicBezTo>
                  <a:pt x="147638" y="717518"/>
                  <a:pt x="151733" y="714470"/>
                  <a:pt x="156020" y="715137"/>
                </a:cubicBezTo>
                <a:close/>
                <a:moveTo>
                  <a:pt x="1108139" y="2203990"/>
                </a:moveTo>
                <a:lnTo>
                  <a:pt x="1106615" y="2203990"/>
                </a:lnTo>
                <a:cubicBezTo>
                  <a:pt x="1101852" y="2203990"/>
                  <a:pt x="1097852" y="2207895"/>
                  <a:pt x="1097852" y="2212658"/>
                </a:cubicBezTo>
                <a:lnTo>
                  <a:pt x="1097852" y="2239613"/>
                </a:lnTo>
                <a:cubicBezTo>
                  <a:pt x="1097852" y="2244376"/>
                  <a:pt x="1101757" y="2248281"/>
                  <a:pt x="1106615" y="2248281"/>
                </a:cubicBezTo>
                <a:lnTo>
                  <a:pt x="1108139" y="2248281"/>
                </a:lnTo>
                <a:lnTo>
                  <a:pt x="1108139" y="2267522"/>
                </a:lnTo>
                <a:lnTo>
                  <a:pt x="1116425" y="2275999"/>
                </a:lnTo>
                <a:lnTo>
                  <a:pt x="1129094" y="2275999"/>
                </a:lnTo>
                <a:lnTo>
                  <a:pt x="1129094" y="2277523"/>
                </a:lnTo>
                <a:cubicBezTo>
                  <a:pt x="1129094" y="2281047"/>
                  <a:pt x="1131951" y="2283905"/>
                  <a:pt x="1135475" y="2283905"/>
                </a:cubicBezTo>
                <a:lnTo>
                  <a:pt x="1162431" y="2283905"/>
                </a:lnTo>
                <a:cubicBezTo>
                  <a:pt x="1165955" y="2283905"/>
                  <a:pt x="1168813" y="2281047"/>
                  <a:pt x="1168813" y="2277523"/>
                </a:cubicBezTo>
                <a:lnTo>
                  <a:pt x="1168813" y="2269712"/>
                </a:lnTo>
                <a:cubicBezTo>
                  <a:pt x="1168813" y="2266188"/>
                  <a:pt x="1165955" y="2263426"/>
                  <a:pt x="1162431" y="2263426"/>
                </a:cubicBezTo>
                <a:lnTo>
                  <a:pt x="1135475" y="2263426"/>
                </a:lnTo>
                <a:cubicBezTo>
                  <a:pt x="1131951" y="2263426"/>
                  <a:pt x="1129094" y="2266283"/>
                  <a:pt x="1129094" y="2269712"/>
                </a:cubicBezTo>
                <a:lnTo>
                  <a:pt x="1129094" y="2271236"/>
                </a:lnTo>
                <a:lnTo>
                  <a:pt x="1118426" y="2271236"/>
                </a:lnTo>
                <a:lnTo>
                  <a:pt x="1112901" y="2265521"/>
                </a:lnTo>
                <a:lnTo>
                  <a:pt x="1112901" y="2248281"/>
                </a:lnTo>
                <a:lnTo>
                  <a:pt x="1114425" y="2248281"/>
                </a:lnTo>
                <a:cubicBezTo>
                  <a:pt x="1119188" y="2248281"/>
                  <a:pt x="1123188" y="2244376"/>
                  <a:pt x="1123188" y="2239613"/>
                </a:cubicBezTo>
                <a:lnTo>
                  <a:pt x="1123188" y="2212658"/>
                </a:lnTo>
                <a:cubicBezTo>
                  <a:pt x="1123188" y="2207895"/>
                  <a:pt x="1119283" y="2203990"/>
                  <a:pt x="1114425" y="2203990"/>
                </a:cubicBezTo>
                <a:lnTo>
                  <a:pt x="1112901" y="2203990"/>
                </a:lnTo>
                <a:lnTo>
                  <a:pt x="1112901" y="2161318"/>
                </a:lnTo>
                <a:lnTo>
                  <a:pt x="1137952" y="2140268"/>
                </a:lnTo>
                <a:cubicBezTo>
                  <a:pt x="1139762" y="2141315"/>
                  <a:pt x="1141667" y="2142173"/>
                  <a:pt x="1143953" y="2142173"/>
                </a:cubicBezTo>
                <a:cubicBezTo>
                  <a:pt x="1150334" y="2142173"/>
                  <a:pt x="1155573" y="2136934"/>
                  <a:pt x="1155573" y="2130552"/>
                </a:cubicBezTo>
                <a:cubicBezTo>
                  <a:pt x="1155573" y="2124170"/>
                  <a:pt x="1150334" y="2118932"/>
                  <a:pt x="1143953" y="2118932"/>
                </a:cubicBezTo>
                <a:cubicBezTo>
                  <a:pt x="1137571" y="2118932"/>
                  <a:pt x="1132332" y="2124170"/>
                  <a:pt x="1132332" y="2130552"/>
                </a:cubicBezTo>
                <a:cubicBezTo>
                  <a:pt x="1132332" y="2133029"/>
                  <a:pt x="1133285" y="2135124"/>
                  <a:pt x="1134523" y="2137029"/>
                </a:cubicBezTo>
                <a:lnTo>
                  <a:pt x="1108234" y="2159222"/>
                </a:lnTo>
                <a:lnTo>
                  <a:pt x="1108234" y="2204085"/>
                </a:lnTo>
                <a:close/>
                <a:moveTo>
                  <a:pt x="1143857" y="2121218"/>
                </a:moveTo>
                <a:cubicBezTo>
                  <a:pt x="1149001" y="2121218"/>
                  <a:pt x="1153097" y="2125409"/>
                  <a:pt x="1153097" y="2130457"/>
                </a:cubicBezTo>
                <a:cubicBezTo>
                  <a:pt x="1153097" y="2135505"/>
                  <a:pt x="1148906" y="2139696"/>
                  <a:pt x="1143857" y="2139696"/>
                </a:cubicBezTo>
                <a:cubicBezTo>
                  <a:pt x="1138809" y="2139696"/>
                  <a:pt x="1134618" y="2135505"/>
                  <a:pt x="1134618" y="2130457"/>
                </a:cubicBezTo>
                <a:cubicBezTo>
                  <a:pt x="1134618" y="2125409"/>
                  <a:pt x="1138809" y="2121218"/>
                  <a:pt x="1143857" y="2121218"/>
                </a:cubicBezTo>
                <a:close/>
                <a:moveTo>
                  <a:pt x="1114425" y="2208752"/>
                </a:moveTo>
                <a:cubicBezTo>
                  <a:pt x="1116616" y="2208752"/>
                  <a:pt x="1118426" y="2210562"/>
                  <a:pt x="1118426" y="2212658"/>
                </a:cubicBezTo>
                <a:lnTo>
                  <a:pt x="1118426" y="2239613"/>
                </a:lnTo>
                <a:cubicBezTo>
                  <a:pt x="1118426" y="2241804"/>
                  <a:pt x="1116616" y="2243519"/>
                  <a:pt x="1114425" y="2243519"/>
                </a:cubicBezTo>
                <a:lnTo>
                  <a:pt x="1106615" y="2243519"/>
                </a:lnTo>
                <a:cubicBezTo>
                  <a:pt x="1104424" y="2243519"/>
                  <a:pt x="1102614" y="2241709"/>
                  <a:pt x="1102614" y="2239613"/>
                </a:cubicBezTo>
                <a:lnTo>
                  <a:pt x="1102614" y="2212658"/>
                </a:lnTo>
                <a:cubicBezTo>
                  <a:pt x="1102614" y="2210467"/>
                  <a:pt x="1104424" y="2208752"/>
                  <a:pt x="1106615" y="2208752"/>
                </a:cubicBezTo>
                <a:lnTo>
                  <a:pt x="1114425" y="2208752"/>
                </a:lnTo>
                <a:close/>
                <a:moveTo>
                  <a:pt x="184785" y="2877693"/>
                </a:moveTo>
                <a:lnTo>
                  <a:pt x="184785" y="2877693"/>
                </a:lnTo>
                <a:cubicBezTo>
                  <a:pt x="183928" y="2870740"/>
                  <a:pt x="177641" y="2865977"/>
                  <a:pt x="170688" y="2866739"/>
                </a:cubicBezTo>
                <a:cubicBezTo>
                  <a:pt x="167354" y="2867120"/>
                  <a:pt x="164402" y="2868835"/>
                  <a:pt x="162306" y="2871502"/>
                </a:cubicBezTo>
                <a:cubicBezTo>
                  <a:pt x="161354" y="2872740"/>
                  <a:pt x="160687" y="2874169"/>
                  <a:pt x="160211" y="2875693"/>
                </a:cubicBezTo>
                <a:lnTo>
                  <a:pt x="94774" y="2875693"/>
                </a:lnTo>
                <a:lnTo>
                  <a:pt x="73343" y="2893790"/>
                </a:lnTo>
                <a:lnTo>
                  <a:pt x="95" y="2893790"/>
                </a:lnTo>
                <a:cubicBezTo>
                  <a:pt x="95" y="2893790"/>
                  <a:pt x="95" y="2900934"/>
                  <a:pt x="95" y="2900934"/>
                </a:cubicBezTo>
                <a:lnTo>
                  <a:pt x="75914" y="2900934"/>
                </a:lnTo>
                <a:cubicBezTo>
                  <a:pt x="75914" y="2900934"/>
                  <a:pt x="97346" y="2882837"/>
                  <a:pt x="97346" y="2882837"/>
                </a:cubicBezTo>
                <a:lnTo>
                  <a:pt x="160401" y="2882837"/>
                </a:lnTo>
                <a:cubicBezTo>
                  <a:pt x="162020" y="2888075"/>
                  <a:pt x="166783" y="2891885"/>
                  <a:pt x="172307" y="2891885"/>
                </a:cubicBezTo>
                <a:cubicBezTo>
                  <a:pt x="172879" y="2891885"/>
                  <a:pt x="173355" y="2891885"/>
                  <a:pt x="173927" y="2891790"/>
                </a:cubicBezTo>
                <a:cubicBezTo>
                  <a:pt x="180880" y="2890933"/>
                  <a:pt x="185738" y="2884551"/>
                  <a:pt x="184880" y="2877693"/>
                </a:cubicBezTo>
                <a:close/>
                <a:moveTo>
                  <a:pt x="173260" y="2887123"/>
                </a:moveTo>
                <a:cubicBezTo>
                  <a:pt x="169069" y="2887790"/>
                  <a:pt x="164973" y="2884646"/>
                  <a:pt x="164402" y="2880360"/>
                </a:cubicBezTo>
                <a:cubicBezTo>
                  <a:pt x="164116" y="2878265"/>
                  <a:pt x="164687" y="2876169"/>
                  <a:pt x="166021" y="2874550"/>
                </a:cubicBezTo>
                <a:cubicBezTo>
                  <a:pt x="167354" y="2872930"/>
                  <a:pt x="169164" y="2871788"/>
                  <a:pt x="171260" y="2871597"/>
                </a:cubicBezTo>
                <a:cubicBezTo>
                  <a:pt x="171641" y="2871597"/>
                  <a:pt x="171926" y="2871597"/>
                  <a:pt x="172212" y="2871597"/>
                </a:cubicBezTo>
                <a:cubicBezTo>
                  <a:pt x="176117" y="2871597"/>
                  <a:pt x="179546" y="2874550"/>
                  <a:pt x="180023" y="2878455"/>
                </a:cubicBezTo>
                <a:cubicBezTo>
                  <a:pt x="180594" y="2882742"/>
                  <a:pt x="177546" y="2886742"/>
                  <a:pt x="173165" y="2887218"/>
                </a:cubicBezTo>
                <a:close/>
                <a:moveTo>
                  <a:pt x="706279" y="666274"/>
                </a:moveTo>
                <a:cubicBezTo>
                  <a:pt x="705136" y="662083"/>
                  <a:pt x="701516" y="658940"/>
                  <a:pt x="697040" y="658940"/>
                </a:cubicBezTo>
                <a:cubicBezTo>
                  <a:pt x="691610" y="658940"/>
                  <a:pt x="687229" y="663321"/>
                  <a:pt x="687229" y="668750"/>
                </a:cubicBezTo>
                <a:cubicBezTo>
                  <a:pt x="687229" y="674179"/>
                  <a:pt x="691610" y="678561"/>
                  <a:pt x="697040" y="678561"/>
                </a:cubicBezTo>
                <a:cubicBezTo>
                  <a:pt x="701612" y="678561"/>
                  <a:pt x="705231" y="675323"/>
                  <a:pt x="706279" y="671132"/>
                </a:cubicBezTo>
                <a:lnTo>
                  <a:pt x="725996" y="670846"/>
                </a:lnTo>
                <a:lnTo>
                  <a:pt x="746474" y="653320"/>
                </a:lnTo>
                <a:lnTo>
                  <a:pt x="810292" y="653320"/>
                </a:lnTo>
                <a:cubicBezTo>
                  <a:pt x="811625" y="657035"/>
                  <a:pt x="815150" y="659797"/>
                  <a:pt x="819436" y="659797"/>
                </a:cubicBezTo>
                <a:cubicBezTo>
                  <a:pt x="824865" y="659797"/>
                  <a:pt x="829247" y="655415"/>
                  <a:pt x="829247" y="649986"/>
                </a:cubicBezTo>
                <a:cubicBezTo>
                  <a:pt x="829247" y="644557"/>
                  <a:pt x="824865" y="640175"/>
                  <a:pt x="819436" y="640175"/>
                </a:cubicBezTo>
                <a:cubicBezTo>
                  <a:pt x="814578" y="640175"/>
                  <a:pt x="810768" y="643700"/>
                  <a:pt x="810006" y="648367"/>
                </a:cubicBezTo>
                <a:lnTo>
                  <a:pt x="744760" y="648367"/>
                </a:lnTo>
                <a:cubicBezTo>
                  <a:pt x="744760" y="648367"/>
                  <a:pt x="724281" y="665988"/>
                  <a:pt x="724281" y="665988"/>
                </a:cubicBezTo>
                <a:lnTo>
                  <a:pt x="706279" y="666179"/>
                </a:lnTo>
                <a:close/>
                <a:moveTo>
                  <a:pt x="697040" y="673703"/>
                </a:moveTo>
                <a:cubicBezTo>
                  <a:pt x="694277" y="673703"/>
                  <a:pt x="691991" y="671417"/>
                  <a:pt x="691991" y="668655"/>
                </a:cubicBezTo>
                <a:cubicBezTo>
                  <a:pt x="691991" y="665893"/>
                  <a:pt x="694277" y="663607"/>
                  <a:pt x="697040" y="663607"/>
                </a:cubicBezTo>
                <a:cubicBezTo>
                  <a:pt x="699802" y="663607"/>
                  <a:pt x="701993" y="665893"/>
                  <a:pt x="701993" y="668655"/>
                </a:cubicBezTo>
                <a:cubicBezTo>
                  <a:pt x="701993" y="671417"/>
                  <a:pt x="699707" y="673703"/>
                  <a:pt x="697040" y="673703"/>
                </a:cubicBezTo>
                <a:close/>
                <a:moveTo>
                  <a:pt x="819531" y="645033"/>
                </a:moveTo>
                <a:cubicBezTo>
                  <a:pt x="822293" y="645033"/>
                  <a:pt x="824579" y="647319"/>
                  <a:pt x="824579" y="650081"/>
                </a:cubicBezTo>
                <a:cubicBezTo>
                  <a:pt x="824579" y="652844"/>
                  <a:pt x="822293" y="655129"/>
                  <a:pt x="819531" y="655129"/>
                </a:cubicBezTo>
                <a:cubicBezTo>
                  <a:pt x="816769" y="655129"/>
                  <a:pt x="814483" y="652844"/>
                  <a:pt x="814483" y="650081"/>
                </a:cubicBezTo>
                <a:cubicBezTo>
                  <a:pt x="814483" y="647319"/>
                  <a:pt x="816769" y="645033"/>
                  <a:pt x="819531" y="645033"/>
                </a:cubicBezTo>
                <a:close/>
                <a:moveTo>
                  <a:pt x="681038" y="762857"/>
                </a:moveTo>
                <a:cubicBezTo>
                  <a:pt x="681038" y="768382"/>
                  <a:pt x="676561" y="772954"/>
                  <a:pt x="670941" y="772954"/>
                </a:cubicBezTo>
                <a:cubicBezTo>
                  <a:pt x="665321" y="772954"/>
                  <a:pt x="660845" y="768477"/>
                  <a:pt x="660845" y="762857"/>
                </a:cubicBezTo>
                <a:cubicBezTo>
                  <a:pt x="660845" y="757238"/>
                  <a:pt x="665321" y="752761"/>
                  <a:pt x="670941" y="752761"/>
                </a:cubicBezTo>
                <a:cubicBezTo>
                  <a:pt x="676561" y="752761"/>
                  <a:pt x="681038" y="757238"/>
                  <a:pt x="681038" y="762857"/>
                </a:cubicBezTo>
                <a:close/>
                <a:moveTo>
                  <a:pt x="95" y="690658"/>
                </a:moveTo>
                <a:lnTo>
                  <a:pt x="95" y="683514"/>
                </a:lnTo>
                <a:cubicBezTo>
                  <a:pt x="16002" y="683514"/>
                  <a:pt x="28956" y="670465"/>
                  <a:pt x="28956" y="654463"/>
                </a:cubicBezTo>
                <a:cubicBezTo>
                  <a:pt x="28956" y="638461"/>
                  <a:pt x="16002" y="625507"/>
                  <a:pt x="95" y="625412"/>
                </a:cubicBezTo>
                <a:lnTo>
                  <a:pt x="95" y="618268"/>
                </a:lnTo>
                <a:cubicBezTo>
                  <a:pt x="20003" y="618268"/>
                  <a:pt x="36100" y="634556"/>
                  <a:pt x="36100" y="654463"/>
                </a:cubicBezTo>
                <a:cubicBezTo>
                  <a:pt x="36100" y="674370"/>
                  <a:pt x="20003" y="690563"/>
                  <a:pt x="95" y="690658"/>
                </a:cubicBezTo>
                <a:close/>
                <a:moveTo>
                  <a:pt x="144590" y="2957322"/>
                </a:moveTo>
                <a:cubicBezTo>
                  <a:pt x="143351" y="2950845"/>
                  <a:pt x="137351" y="2946368"/>
                  <a:pt x="130683" y="2947130"/>
                </a:cubicBezTo>
                <a:cubicBezTo>
                  <a:pt x="127349" y="2947511"/>
                  <a:pt x="124397" y="2949226"/>
                  <a:pt x="122301" y="2951893"/>
                </a:cubicBezTo>
                <a:cubicBezTo>
                  <a:pt x="120206" y="2954560"/>
                  <a:pt x="119348" y="2957894"/>
                  <a:pt x="119729" y="2961227"/>
                </a:cubicBezTo>
                <a:cubicBezTo>
                  <a:pt x="120587" y="2967609"/>
                  <a:pt x="126016" y="2972276"/>
                  <a:pt x="132302" y="2972276"/>
                </a:cubicBezTo>
                <a:cubicBezTo>
                  <a:pt x="132874" y="2972276"/>
                  <a:pt x="133350" y="2972276"/>
                  <a:pt x="133922" y="2972181"/>
                </a:cubicBezTo>
                <a:cubicBezTo>
                  <a:pt x="139446" y="2971419"/>
                  <a:pt x="143637" y="2967228"/>
                  <a:pt x="144685" y="2961989"/>
                </a:cubicBezTo>
                <a:lnTo>
                  <a:pt x="166021" y="2961989"/>
                </a:lnTo>
                <a:lnTo>
                  <a:pt x="179832" y="2930938"/>
                </a:lnTo>
                <a:lnTo>
                  <a:pt x="163925" y="2918079"/>
                </a:lnTo>
                <a:lnTo>
                  <a:pt x="111728" y="2918079"/>
                </a:lnTo>
                <a:cubicBezTo>
                  <a:pt x="110490" y="2913126"/>
                  <a:pt x="105823" y="2909602"/>
                  <a:pt x="100584" y="2910269"/>
                </a:cubicBezTo>
                <a:cubicBezTo>
                  <a:pt x="94964" y="2911030"/>
                  <a:pt x="90964" y="2916079"/>
                  <a:pt x="91726" y="2921699"/>
                </a:cubicBezTo>
                <a:cubicBezTo>
                  <a:pt x="92488" y="2927318"/>
                  <a:pt x="97536" y="2931319"/>
                  <a:pt x="103156" y="2930557"/>
                </a:cubicBezTo>
                <a:cubicBezTo>
                  <a:pt x="107537" y="2929985"/>
                  <a:pt x="110776" y="2926747"/>
                  <a:pt x="111728" y="2922746"/>
                </a:cubicBezTo>
                <a:lnTo>
                  <a:pt x="162116" y="2922746"/>
                </a:lnTo>
                <a:lnTo>
                  <a:pt x="173831" y="2932176"/>
                </a:lnTo>
                <a:lnTo>
                  <a:pt x="162782" y="2957036"/>
                </a:lnTo>
                <a:lnTo>
                  <a:pt x="144399" y="2957036"/>
                </a:lnTo>
                <a:close/>
                <a:moveTo>
                  <a:pt x="133350" y="2967514"/>
                </a:moveTo>
                <a:cubicBezTo>
                  <a:pt x="129064" y="2968180"/>
                  <a:pt x="125063" y="2965037"/>
                  <a:pt x="124492" y="2960751"/>
                </a:cubicBezTo>
                <a:cubicBezTo>
                  <a:pt x="124206" y="2958655"/>
                  <a:pt x="124778" y="2956560"/>
                  <a:pt x="126111" y="2954941"/>
                </a:cubicBezTo>
                <a:cubicBezTo>
                  <a:pt x="127445" y="2953322"/>
                  <a:pt x="129254" y="2952179"/>
                  <a:pt x="131350" y="2951988"/>
                </a:cubicBezTo>
                <a:cubicBezTo>
                  <a:pt x="131731" y="2951988"/>
                  <a:pt x="132017" y="2951988"/>
                  <a:pt x="132302" y="2951988"/>
                </a:cubicBezTo>
                <a:cubicBezTo>
                  <a:pt x="136208" y="2951988"/>
                  <a:pt x="139637" y="2954941"/>
                  <a:pt x="140113" y="2958846"/>
                </a:cubicBezTo>
                <a:cubicBezTo>
                  <a:pt x="140684" y="2963132"/>
                  <a:pt x="137636" y="2967133"/>
                  <a:pt x="133255" y="2967609"/>
                </a:cubicBezTo>
                <a:close/>
                <a:moveTo>
                  <a:pt x="210122" y="3856577"/>
                </a:moveTo>
                <a:lnTo>
                  <a:pt x="260509" y="3856577"/>
                </a:lnTo>
                <a:lnTo>
                  <a:pt x="260509" y="3860578"/>
                </a:lnTo>
                <a:cubicBezTo>
                  <a:pt x="260509" y="3864293"/>
                  <a:pt x="263557" y="3867436"/>
                  <a:pt x="267367" y="3867436"/>
                </a:cubicBezTo>
                <a:lnTo>
                  <a:pt x="271367" y="3867436"/>
                </a:lnTo>
                <a:lnTo>
                  <a:pt x="271367" y="3897725"/>
                </a:lnTo>
                <a:lnTo>
                  <a:pt x="303848" y="3930015"/>
                </a:lnTo>
                <a:lnTo>
                  <a:pt x="419100" y="3930015"/>
                </a:lnTo>
                <a:cubicBezTo>
                  <a:pt x="419195" y="3930587"/>
                  <a:pt x="419100" y="3931253"/>
                  <a:pt x="419386" y="3931825"/>
                </a:cubicBezTo>
                <a:cubicBezTo>
                  <a:pt x="420529" y="3934968"/>
                  <a:pt x="422815" y="3937540"/>
                  <a:pt x="425863" y="3939064"/>
                </a:cubicBezTo>
                <a:cubicBezTo>
                  <a:pt x="427577" y="3939921"/>
                  <a:pt x="429482" y="3940302"/>
                  <a:pt x="431387" y="3940302"/>
                </a:cubicBezTo>
                <a:cubicBezTo>
                  <a:pt x="432816" y="3940302"/>
                  <a:pt x="434245" y="3940017"/>
                  <a:pt x="435578" y="3939540"/>
                </a:cubicBezTo>
                <a:cubicBezTo>
                  <a:pt x="438722" y="3938397"/>
                  <a:pt x="441293" y="3936111"/>
                  <a:pt x="442817" y="3933063"/>
                </a:cubicBezTo>
                <a:cubicBezTo>
                  <a:pt x="444246" y="3930015"/>
                  <a:pt x="444437" y="3926586"/>
                  <a:pt x="443389" y="3923443"/>
                </a:cubicBezTo>
                <a:cubicBezTo>
                  <a:pt x="442246" y="3920204"/>
                  <a:pt x="439960" y="3917728"/>
                  <a:pt x="436912" y="3916204"/>
                </a:cubicBezTo>
                <a:cubicBezTo>
                  <a:pt x="433864" y="3914775"/>
                  <a:pt x="430435" y="3914585"/>
                  <a:pt x="427292" y="3915632"/>
                </a:cubicBezTo>
                <a:cubicBezTo>
                  <a:pt x="424148" y="3916775"/>
                  <a:pt x="421577" y="3919061"/>
                  <a:pt x="420053" y="3922109"/>
                </a:cubicBezTo>
                <a:cubicBezTo>
                  <a:pt x="419576" y="3923062"/>
                  <a:pt x="419481" y="3924205"/>
                  <a:pt x="419290" y="3925253"/>
                </a:cubicBezTo>
                <a:lnTo>
                  <a:pt x="306038" y="3925253"/>
                </a:lnTo>
                <a:lnTo>
                  <a:pt x="276320" y="3895725"/>
                </a:lnTo>
                <a:lnTo>
                  <a:pt x="276320" y="3867436"/>
                </a:lnTo>
                <a:lnTo>
                  <a:pt x="280321" y="3867436"/>
                </a:lnTo>
                <a:cubicBezTo>
                  <a:pt x="284036" y="3867436"/>
                  <a:pt x="287179" y="3864388"/>
                  <a:pt x="287179" y="3860578"/>
                </a:cubicBezTo>
                <a:lnTo>
                  <a:pt x="287179" y="3847910"/>
                </a:lnTo>
                <a:cubicBezTo>
                  <a:pt x="287179" y="3844195"/>
                  <a:pt x="284131" y="3841052"/>
                  <a:pt x="280321" y="3841052"/>
                </a:cubicBezTo>
                <a:lnTo>
                  <a:pt x="267653" y="3841052"/>
                </a:lnTo>
                <a:cubicBezTo>
                  <a:pt x="263938" y="3841052"/>
                  <a:pt x="260795" y="3844100"/>
                  <a:pt x="260795" y="3847910"/>
                </a:cubicBezTo>
                <a:lnTo>
                  <a:pt x="260795" y="3851815"/>
                </a:lnTo>
                <a:lnTo>
                  <a:pt x="208502" y="3851815"/>
                </a:lnTo>
                <a:cubicBezTo>
                  <a:pt x="208502" y="3851815"/>
                  <a:pt x="186690" y="3872960"/>
                  <a:pt x="186690" y="3872960"/>
                </a:cubicBezTo>
                <a:lnTo>
                  <a:pt x="121825" y="3872960"/>
                </a:lnTo>
                <a:lnTo>
                  <a:pt x="121825" y="3877723"/>
                </a:lnTo>
                <a:lnTo>
                  <a:pt x="188595" y="3877723"/>
                </a:lnTo>
                <a:lnTo>
                  <a:pt x="210407" y="3856482"/>
                </a:lnTo>
                <a:close/>
                <a:moveTo>
                  <a:pt x="424148" y="3924205"/>
                </a:moveTo>
                <a:cubicBezTo>
                  <a:pt x="425101" y="3922300"/>
                  <a:pt x="426625" y="3920871"/>
                  <a:pt x="428625" y="3920204"/>
                </a:cubicBezTo>
                <a:cubicBezTo>
                  <a:pt x="429482" y="3919919"/>
                  <a:pt x="430339" y="3919728"/>
                  <a:pt x="431197" y="3919728"/>
                </a:cubicBezTo>
                <a:cubicBezTo>
                  <a:pt x="434435" y="3919728"/>
                  <a:pt x="437483" y="3921728"/>
                  <a:pt x="438626" y="3924967"/>
                </a:cubicBezTo>
                <a:cubicBezTo>
                  <a:pt x="440055" y="3929063"/>
                  <a:pt x="437864" y="3933539"/>
                  <a:pt x="433769" y="3934968"/>
                </a:cubicBezTo>
                <a:cubicBezTo>
                  <a:pt x="429673" y="3936397"/>
                  <a:pt x="425196" y="3934206"/>
                  <a:pt x="423767" y="3930110"/>
                </a:cubicBezTo>
                <a:cubicBezTo>
                  <a:pt x="423101" y="3928110"/>
                  <a:pt x="423196" y="3926015"/>
                  <a:pt x="424148" y="3924110"/>
                </a:cubicBezTo>
                <a:close/>
                <a:moveTo>
                  <a:pt x="265271" y="3848005"/>
                </a:moveTo>
                <a:cubicBezTo>
                  <a:pt x="265271" y="3846862"/>
                  <a:pt x="266224" y="3845909"/>
                  <a:pt x="267367" y="3845909"/>
                </a:cubicBezTo>
                <a:lnTo>
                  <a:pt x="280035" y="3845909"/>
                </a:lnTo>
                <a:cubicBezTo>
                  <a:pt x="281178" y="3845909"/>
                  <a:pt x="282131" y="3846862"/>
                  <a:pt x="282131" y="3848005"/>
                </a:cubicBezTo>
                <a:lnTo>
                  <a:pt x="282131" y="3860673"/>
                </a:lnTo>
                <a:cubicBezTo>
                  <a:pt x="282131" y="3861816"/>
                  <a:pt x="281178" y="3862769"/>
                  <a:pt x="280035" y="3862769"/>
                </a:cubicBezTo>
                <a:lnTo>
                  <a:pt x="267367" y="3862769"/>
                </a:lnTo>
                <a:cubicBezTo>
                  <a:pt x="266224" y="3862769"/>
                  <a:pt x="265271" y="3861816"/>
                  <a:pt x="265271" y="3860673"/>
                </a:cubicBezTo>
                <a:lnTo>
                  <a:pt x="265271" y="3848005"/>
                </a:lnTo>
                <a:close/>
                <a:moveTo>
                  <a:pt x="492633" y="3490817"/>
                </a:moveTo>
                <a:cubicBezTo>
                  <a:pt x="487109" y="3490817"/>
                  <a:pt x="482632" y="3494818"/>
                  <a:pt x="481489" y="3500057"/>
                </a:cubicBezTo>
                <a:lnTo>
                  <a:pt x="367475" y="3500057"/>
                </a:lnTo>
                <a:lnTo>
                  <a:pt x="367475" y="3487674"/>
                </a:lnTo>
                <a:cubicBezTo>
                  <a:pt x="367475" y="3485960"/>
                  <a:pt x="366046" y="3484531"/>
                  <a:pt x="364331" y="3484531"/>
                </a:cubicBezTo>
                <a:lnTo>
                  <a:pt x="334709" y="3484531"/>
                </a:lnTo>
                <a:cubicBezTo>
                  <a:pt x="332994" y="3484531"/>
                  <a:pt x="331565" y="3485960"/>
                  <a:pt x="331565" y="3487674"/>
                </a:cubicBezTo>
                <a:lnTo>
                  <a:pt x="331565" y="3491389"/>
                </a:lnTo>
                <a:lnTo>
                  <a:pt x="181737" y="3491389"/>
                </a:lnTo>
                <a:lnTo>
                  <a:pt x="36957" y="3364897"/>
                </a:lnTo>
                <a:lnTo>
                  <a:pt x="36290" y="3364325"/>
                </a:lnTo>
                <a:lnTo>
                  <a:pt x="191" y="3364040"/>
                </a:lnTo>
                <a:lnTo>
                  <a:pt x="191" y="3368802"/>
                </a:lnTo>
                <a:lnTo>
                  <a:pt x="34481" y="3369088"/>
                </a:lnTo>
                <a:lnTo>
                  <a:pt x="179261" y="3495580"/>
                </a:lnTo>
                <a:lnTo>
                  <a:pt x="179927" y="3496151"/>
                </a:lnTo>
                <a:lnTo>
                  <a:pt x="331565" y="3496151"/>
                </a:lnTo>
                <a:lnTo>
                  <a:pt x="331565" y="3510248"/>
                </a:lnTo>
                <a:lnTo>
                  <a:pt x="231362" y="3510248"/>
                </a:lnTo>
                <a:lnTo>
                  <a:pt x="209074" y="3527203"/>
                </a:lnTo>
                <a:lnTo>
                  <a:pt x="149638" y="3527203"/>
                </a:lnTo>
                <a:lnTo>
                  <a:pt x="4572" y="3400520"/>
                </a:lnTo>
                <a:lnTo>
                  <a:pt x="3905" y="3399949"/>
                </a:lnTo>
                <a:lnTo>
                  <a:pt x="95" y="3399949"/>
                </a:lnTo>
                <a:cubicBezTo>
                  <a:pt x="95" y="3399949"/>
                  <a:pt x="95" y="3404711"/>
                  <a:pt x="95" y="3404711"/>
                </a:cubicBezTo>
                <a:lnTo>
                  <a:pt x="2096" y="3404711"/>
                </a:lnTo>
                <a:cubicBezTo>
                  <a:pt x="2096" y="3404711"/>
                  <a:pt x="147161" y="3531394"/>
                  <a:pt x="147161" y="3531394"/>
                </a:cubicBezTo>
                <a:lnTo>
                  <a:pt x="147828" y="3531965"/>
                </a:lnTo>
                <a:lnTo>
                  <a:pt x="210693" y="3531965"/>
                </a:lnTo>
                <a:lnTo>
                  <a:pt x="232982" y="3515011"/>
                </a:lnTo>
                <a:lnTo>
                  <a:pt x="331565" y="3515011"/>
                </a:lnTo>
                <a:lnTo>
                  <a:pt x="331565" y="3517297"/>
                </a:lnTo>
                <a:cubicBezTo>
                  <a:pt x="331565" y="3519011"/>
                  <a:pt x="332994" y="3520440"/>
                  <a:pt x="334709" y="3520440"/>
                </a:cubicBezTo>
                <a:lnTo>
                  <a:pt x="364331" y="3520440"/>
                </a:lnTo>
                <a:cubicBezTo>
                  <a:pt x="366046" y="3520440"/>
                  <a:pt x="367475" y="3519011"/>
                  <a:pt x="367475" y="3517297"/>
                </a:cubicBezTo>
                <a:lnTo>
                  <a:pt x="367475" y="3504914"/>
                </a:lnTo>
                <a:lnTo>
                  <a:pt x="481489" y="3504914"/>
                </a:lnTo>
                <a:cubicBezTo>
                  <a:pt x="482632" y="3510153"/>
                  <a:pt x="487013" y="3514154"/>
                  <a:pt x="492633" y="3514154"/>
                </a:cubicBezTo>
                <a:cubicBezTo>
                  <a:pt x="498253" y="3514154"/>
                  <a:pt x="502539" y="3510248"/>
                  <a:pt x="503682" y="3505105"/>
                </a:cubicBezTo>
                <a:lnTo>
                  <a:pt x="511302" y="3505105"/>
                </a:lnTo>
                <a:lnTo>
                  <a:pt x="511302" y="3500342"/>
                </a:lnTo>
                <a:lnTo>
                  <a:pt x="503777" y="3500342"/>
                </a:lnTo>
                <a:cubicBezTo>
                  <a:pt x="502730" y="3495009"/>
                  <a:pt x="498253" y="3490913"/>
                  <a:pt x="492633" y="3490913"/>
                </a:cubicBezTo>
                <a:close/>
                <a:moveTo>
                  <a:pt x="364998" y="3517202"/>
                </a:moveTo>
                <a:cubicBezTo>
                  <a:pt x="364998" y="3517202"/>
                  <a:pt x="364617" y="3517963"/>
                  <a:pt x="364236" y="3517963"/>
                </a:cubicBezTo>
                <a:lnTo>
                  <a:pt x="334613" y="3517963"/>
                </a:lnTo>
                <a:cubicBezTo>
                  <a:pt x="334613" y="3517963"/>
                  <a:pt x="333851" y="3517583"/>
                  <a:pt x="333851" y="3517202"/>
                </a:cubicBezTo>
                <a:lnTo>
                  <a:pt x="333851" y="3487579"/>
                </a:lnTo>
                <a:cubicBezTo>
                  <a:pt x="333851" y="3487579"/>
                  <a:pt x="334232" y="3486817"/>
                  <a:pt x="334613" y="3486817"/>
                </a:cubicBezTo>
                <a:lnTo>
                  <a:pt x="364236" y="3486817"/>
                </a:lnTo>
                <a:cubicBezTo>
                  <a:pt x="364236" y="3486817"/>
                  <a:pt x="364998" y="3487198"/>
                  <a:pt x="364998" y="3487579"/>
                </a:cubicBezTo>
                <a:lnTo>
                  <a:pt x="364998" y="3517202"/>
                </a:lnTo>
                <a:close/>
                <a:moveTo>
                  <a:pt x="492633" y="3509296"/>
                </a:moveTo>
                <a:cubicBezTo>
                  <a:pt x="489395" y="3509296"/>
                  <a:pt x="486728" y="3506915"/>
                  <a:pt x="486061" y="3503867"/>
                </a:cubicBezTo>
                <a:lnTo>
                  <a:pt x="486061" y="3501009"/>
                </a:lnTo>
                <a:cubicBezTo>
                  <a:pt x="486728" y="3497961"/>
                  <a:pt x="489299" y="3495580"/>
                  <a:pt x="492633" y="3495580"/>
                </a:cubicBezTo>
                <a:cubicBezTo>
                  <a:pt x="496443" y="3495580"/>
                  <a:pt x="499491" y="3498628"/>
                  <a:pt x="499491" y="3502438"/>
                </a:cubicBezTo>
                <a:cubicBezTo>
                  <a:pt x="499491" y="3506248"/>
                  <a:pt x="496443" y="3509296"/>
                  <a:pt x="492633" y="3509296"/>
                </a:cubicBezTo>
                <a:close/>
                <a:moveTo>
                  <a:pt x="1161764" y="2187893"/>
                </a:moveTo>
                <a:cubicBezTo>
                  <a:pt x="1155383" y="2187893"/>
                  <a:pt x="1150144" y="2193131"/>
                  <a:pt x="1150144" y="2199513"/>
                </a:cubicBezTo>
                <a:cubicBezTo>
                  <a:pt x="1150144" y="2205895"/>
                  <a:pt x="1155383" y="2211134"/>
                  <a:pt x="1161764" y="2211134"/>
                </a:cubicBezTo>
                <a:cubicBezTo>
                  <a:pt x="1168146" y="2211134"/>
                  <a:pt x="1173385" y="2205895"/>
                  <a:pt x="1173385" y="2199513"/>
                </a:cubicBezTo>
                <a:cubicBezTo>
                  <a:pt x="1173385" y="2193131"/>
                  <a:pt x="1168146" y="2187893"/>
                  <a:pt x="1161764" y="2187893"/>
                </a:cubicBezTo>
                <a:close/>
                <a:moveTo>
                  <a:pt x="1161764" y="2208752"/>
                </a:moveTo>
                <a:cubicBezTo>
                  <a:pt x="1156621" y="2208752"/>
                  <a:pt x="1152525" y="2204561"/>
                  <a:pt x="1152525" y="2199513"/>
                </a:cubicBezTo>
                <a:cubicBezTo>
                  <a:pt x="1152525" y="2194465"/>
                  <a:pt x="1156716" y="2190274"/>
                  <a:pt x="1161764" y="2190274"/>
                </a:cubicBezTo>
                <a:cubicBezTo>
                  <a:pt x="1166813" y="2190274"/>
                  <a:pt x="1171004" y="2194465"/>
                  <a:pt x="1171004" y="2199513"/>
                </a:cubicBezTo>
                <a:cubicBezTo>
                  <a:pt x="1171004" y="2204561"/>
                  <a:pt x="1166813" y="2208752"/>
                  <a:pt x="1161764" y="2208752"/>
                </a:cubicBezTo>
                <a:close/>
                <a:moveTo>
                  <a:pt x="119253" y="3571589"/>
                </a:moveTo>
                <a:lnTo>
                  <a:pt x="136398" y="3571589"/>
                </a:lnTo>
                <a:cubicBezTo>
                  <a:pt x="136684" y="3572923"/>
                  <a:pt x="136970" y="3574256"/>
                  <a:pt x="137732" y="3575495"/>
                </a:cubicBezTo>
                <a:cubicBezTo>
                  <a:pt x="139446" y="3578447"/>
                  <a:pt x="142113" y="3580543"/>
                  <a:pt x="145447" y="3581400"/>
                </a:cubicBezTo>
                <a:cubicBezTo>
                  <a:pt x="146495" y="3581686"/>
                  <a:pt x="147638" y="3581876"/>
                  <a:pt x="148781" y="3581876"/>
                </a:cubicBezTo>
                <a:cubicBezTo>
                  <a:pt x="150971" y="3581876"/>
                  <a:pt x="153162" y="3581305"/>
                  <a:pt x="155067" y="3580162"/>
                </a:cubicBezTo>
                <a:cubicBezTo>
                  <a:pt x="158020" y="3578447"/>
                  <a:pt x="160115" y="3575780"/>
                  <a:pt x="160973" y="3572447"/>
                </a:cubicBezTo>
                <a:cubicBezTo>
                  <a:pt x="161830" y="3569208"/>
                  <a:pt x="161354" y="3565779"/>
                  <a:pt x="159734" y="3562826"/>
                </a:cubicBezTo>
                <a:cubicBezTo>
                  <a:pt x="156210" y="3556826"/>
                  <a:pt x="148495" y="3554730"/>
                  <a:pt x="142494" y="3558159"/>
                </a:cubicBezTo>
                <a:cubicBezTo>
                  <a:pt x="139160" y="3560064"/>
                  <a:pt x="137255" y="3563303"/>
                  <a:pt x="136589" y="3566732"/>
                </a:cubicBezTo>
                <a:lnTo>
                  <a:pt x="121253" y="3566732"/>
                </a:lnTo>
                <a:lnTo>
                  <a:pt x="286" y="3461290"/>
                </a:lnTo>
                <a:lnTo>
                  <a:pt x="286" y="3467576"/>
                </a:lnTo>
                <a:lnTo>
                  <a:pt x="118777" y="3570827"/>
                </a:lnTo>
                <a:lnTo>
                  <a:pt x="119444" y="3571399"/>
                </a:lnTo>
                <a:close/>
                <a:moveTo>
                  <a:pt x="144780" y="3562350"/>
                </a:moveTo>
                <a:cubicBezTo>
                  <a:pt x="148495" y="3560159"/>
                  <a:pt x="153353" y="3561493"/>
                  <a:pt x="155543" y="3565208"/>
                </a:cubicBezTo>
                <a:cubicBezTo>
                  <a:pt x="156591" y="3567017"/>
                  <a:pt x="156877" y="3569113"/>
                  <a:pt x="156305" y="3571209"/>
                </a:cubicBezTo>
                <a:cubicBezTo>
                  <a:pt x="155734" y="3573209"/>
                  <a:pt x="154495" y="3574923"/>
                  <a:pt x="152591" y="3575971"/>
                </a:cubicBezTo>
                <a:cubicBezTo>
                  <a:pt x="150781" y="3577019"/>
                  <a:pt x="148590" y="3577304"/>
                  <a:pt x="146590" y="3576733"/>
                </a:cubicBezTo>
                <a:cubicBezTo>
                  <a:pt x="144590" y="3576161"/>
                  <a:pt x="142875" y="3574923"/>
                  <a:pt x="141827" y="3573113"/>
                </a:cubicBezTo>
                <a:cubicBezTo>
                  <a:pt x="139637" y="3569399"/>
                  <a:pt x="140970" y="3564541"/>
                  <a:pt x="144685" y="3562350"/>
                </a:cubicBezTo>
                <a:close/>
                <a:moveTo>
                  <a:pt x="786194" y="803148"/>
                </a:moveTo>
                <a:lnTo>
                  <a:pt x="765429" y="803148"/>
                </a:lnTo>
                <a:cubicBezTo>
                  <a:pt x="761619" y="803148"/>
                  <a:pt x="758476" y="806291"/>
                  <a:pt x="758476" y="810101"/>
                </a:cubicBezTo>
                <a:lnTo>
                  <a:pt x="758476" y="820102"/>
                </a:lnTo>
                <a:cubicBezTo>
                  <a:pt x="758476" y="823913"/>
                  <a:pt x="761619" y="827056"/>
                  <a:pt x="765429" y="827056"/>
                </a:cubicBezTo>
                <a:lnTo>
                  <a:pt x="786194" y="827056"/>
                </a:lnTo>
                <a:cubicBezTo>
                  <a:pt x="790004" y="827056"/>
                  <a:pt x="793147" y="823913"/>
                  <a:pt x="793147" y="820102"/>
                </a:cubicBezTo>
                <a:lnTo>
                  <a:pt x="793147" y="817436"/>
                </a:lnTo>
                <a:lnTo>
                  <a:pt x="899541" y="817436"/>
                </a:lnTo>
                <a:lnTo>
                  <a:pt x="923925" y="876491"/>
                </a:lnTo>
                <a:lnTo>
                  <a:pt x="898684" y="895255"/>
                </a:lnTo>
                <a:lnTo>
                  <a:pt x="898684" y="925544"/>
                </a:lnTo>
                <a:cubicBezTo>
                  <a:pt x="897350" y="925830"/>
                  <a:pt x="896112" y="926116"/>
                  <a:pt x="894874" y="926878"/>
                </a:cubicBezTo>
                <a:cubicBezTo>
                  <a:pt x="888968" y="930307"/>
                  <a:pt x="886873" y="937927"/>
                  <a:pt x="890302" y="943832"/>
                </a:cubicBezTo>
                <a:cubicBezTo>
                  <a:pt x="892588" y="947833"/>
                  <a:pt x="896779" y="950024"/>
                  <a:pt x="901065" y="950024"/>
                </a:cubicBezTo>
                <a:cubicBezTo>
                  <a:pt x="903161" y="950024"/>
                  <a:pt x="905256" y="949452"/>
                  <a:pt x="907256" y="948404"/>
                </a:cubicBezTo>
                <a:cubicBezTo>
                  <a:pt x="913162" y="944975"/>
                  <a:pt x="915257" y="937355"/>
                  <a:pt x="911828" y="931450"/>
                </a:cubicBezTo>
                <a:lnTo>
                  <a:pt x="911828" y="931450"/>
                </a:lnTo>
                <a:cubicBezTo>
                  <a:pt x="909923" y="928211"/>
                  <a:pt x="906875" y="926306"/>
                  <a:pt x="903446" y="925640"/>
                </a:cubicBezTo>
                <a:lnTo>
                  <a:pt x="903446" y="897731"/>
                </a:lnTo>
                <a:lnTo>
                  <a:pt x="925735" y="881158"/>
                </a:lnTo>
                <a:lnTo>
                  <a:pt x="942023" y="920496"/>
                </a:lnTo>
                <a:lnTo>
                  <a:pt x="942023" y="956977"/>
                </a:lnTo>
                <a:lnTo>
                  <a:pt x="944594" y="956977"/>
                </a:lnTo>
                <a:cubicBezTo>
                  <a:pt x="943356" y="956977"/>
                  <a:pt x="942023" y="957167"/>
                  <a:pt x="940784" y="957644"/>
                </a:cubicBezTo>
                <a:cubicBezTo>
                  <a:pt x="935641" y="959644"/>
                  <a:pt x="933069" y="965454"/>
                  <a:pt x="935069" y="970598"/>
                </a:cubicBezTo>
                <a:cubicBezTo>
                  <a:pt x="937070" y="975741"/>
                  <a:pt x="942880" y="978313"/>
                  <a:pt x="948023" y="976313"/>
                </a:cubicBezTo>
                <a:cubicBezTo>
                  <a:pt x="953167" y="974312"/>
                  <a:pt x="955739" y="968502"/>
                  <a:pt x="953738" y="963359"/>
                </a:cubicBezTo>
                <a:cubicBezTo>
                  <a:pt x="952214" y="959549"/>
                  <a:pt x="948690" y="957167"/>
                  <a:pt x="944785" y="956977"/>
                </a:cubicBezTo>
                <a:lnTo>
                  <a:pt x="946785" y="956977"/>
                </a:lnTo>
                <a:lnTo>
                  <a:pt x="946785" y="920020"/>
                </a:lnTo>
                <a:lnTo>
                  <a:pt x="902684" y="812768"/>
                </a:lnTo>
                <a:lnTo>
                  <a:pt x="793052" y="812768"/>
                </a:lnTo>
                <a:lnTo>
                  <a:pt x="793052" y="810101"/>
                </a:lnTo>
                <a:cubicBezTo>
                  <a:pt x="793052" y="806291"/>
                  <a:pt x="789908" y="803148"/>
                  <a:pt x="786098" y="803148"/>
                </a:cubicBezTo>
                <a:close/>
                <a:moveTo>
                  <a:pt x="788384" y="820102"/>
                </a:moveTo>
                <a:cubicBezTo>
                  <a:pt x="788384" y="821341"/>
                  <a:pt x="787432" y="822293"/>
                  <a:pt x="786194" y="822293"/>
                </a:cubicBezTo>
                <a:lnTo>
                  <a:pt x="765429" y="822293"/>
                </a:lnTo>
                <a:cubicBezTo>
                  <a:pt x="764191" y="822293"/>
                  <a:pt x="763238" y="821341"/>
                  <a:pt x="763238" y="820102"/>
                </a:cubicBezTo>
                <a:lnTo>
                  <a:pt x="763238" y="810101"/>
                </a:lnTo>
                <a:cubicBezTo>
                  <a:pt x="763238" y="808863"/>
                  <a:pt x="764191" y="807911"/>
                  <a:pt x="765429" y="807911"/>
                </a:cubicBezTo>
                <a:lnTo>
                  <a:pt x="786194" y="807911"/>
                </a:lnTo>
                <a:cubicBezTo>
                  <a:pt x="787432" y="807911"/>
                  <a:pt x="788384" y="808863"/>
                  <a:pt x="788384" y="810101"/>
                </a:cubicBezTo>
                <a:lnTo>
                  <a:pt x="788384" y="820102"/>
                </a:lnTo>
                <a:close/>
                <a:moveTo>
                  <a:pt x="907733" y="933831"/>
                </a:moveTo>
                <a:cubicBezTo>
                  <a:pt x="909828" y="937451"/>
                  <a:pt x="908590" y="942213"/>
                  <a:pt x="904970" y="944309"/>
                </a:cubicBezTo>
                <a:cubicBezTo>
                  <a:pt x="901351" y="946404"/>
                  <a:pt x="896588" y="945166"/>
                  <a:pt x="894493" y="941546"/>
                </a:cubicBezTo>
                <a:cubicBezTo>
                  <a:pt x="892397" y="937927"/>
                  <a:pt x="893636" y="933164"/>
                  <a:pt x="897255" y="931069"/>
                </a:cubicBezTo>
                <a:cubicBezTo>
                  <a:pt x="898493" y="930402"/>
                  <a:pt x="899732" y="930021"/>
                  <a:pt x="901065" y="930021"/>
                </a:cubicBezTo>
                <a:cubicBezTo>
                  <a:pt x="903732" y="930021"/>
                  <a:pt x="906304" y="931354"/>
                  <a:pt x="907733" y="933831"/>
                </a:cubicBezTo>
                <a:close/>
                <a:moveTo>
                  <a:pt x="683133" y="746284"/>
                </a:moveTo>
                <a:cubicBezTo>
                  <a:pt x="679514" y="743617"/>
                  <a:pt x="675227" y="742283"/>
                  <a:pt x="671036" y="742283"/>
                </a:cubicBezTo>
                <a:cubicBezTo>
                  <a:pt x="664654" y="742283"/>
                  <a:pt x="658463" y="745141"/>
                  <a:pt x="654463" y="750665"/>
                </a:cubicBezTo>
                <a:cubicBezTo>
                  <a:pt x="651224" y="755047"/>
                  <a:pt x="649891" y="760476"/>
                  <a:pt x="650748" y="766001"/>
                </a:cubicBezTo>
                <a:cubicBezTo>
                  <a:pt x="651605" y="771430"/>
                  <a:pt x="654463" y="776192"/>
                  <a:pt x="658940" y="779431"/>
                </a:cubicBezTo>
                <a:cubicBezTo>
                  <a:pt x="663416" y="782669"/>
                  <a:pt x="668846" y="784003"/>
                  <a:pt x="674275" y="783146"/>
                </a:cubicBezTo>
                <a:cubicBezTo>
                  <a:pt x="679704" y="782288"/>
                  <a:pt x="684467" y="779431"/>
                  <a:pt x="687705" y="774954"/>
                </a:cubicBezTo>
                <a:cubicBezTo>
                  <a:pt x="690277" y="771430"/>
                  <a:pt x="691515" y="767334"/>
                  <a:pt x="691610" y="763238"/>
                </a:cubicBezTo>
                <a:lnTo>
                  <a:pt x="763334" y="762095"/>
                </a:lnTo>
                <a:lnTo>
                  <a:pt x="801624" y="795623"/>
                </a:lnTo>
                <a:lnTo>
                  <a:pt x="858488" y="795623"/>
                </a:lnTo>
                <a:cubicBezTo>
                  <a:pt x="859536" y="799910"/>
                  <a:pt x="863251" y="803148"/>
                  <a:pt x="867727" y="803148"/>
                </a:cubicBezTo>
                <a:cubicBezTo>
                  <a:pt x="873157" y="803148"/>
                  <a:pt x="877538" y="798767"/>
                  <a:pt x="877538" y="793337"/>
                </a:cubicBezTo>
                <a:cubicBezTo>
                  <a:pt x="877538" y="787908"/>
                  <a:pt x="873157" y="783527"/>
                  <a:pt x="867727" y="783527"/>
                </a:cubicBezTo>
                <a:cubicBezTo>
                  <a:pt x="863156" y="783527"/>
                  <a:pt x="859536" y="786670"/>
                  <a:pt x="858488" y="790861"/>
                </a:cubicBezTo>
                <a:lnTo>
                  <a:pt x="803434" y="790861"/>
                </a:lnTo>
                <a:cubicBezTo>
                  <a:pt x="803434" y="790861"/>
                  <a:pt x="765143" y="757142"/>
                  <a:pt x="765143" y="757142"/>
                </a:cubicBezTo>
                <a:lnTo>
                  <a:pt x="691134" y="758285"/>
                </a:lnTo>
                <a:cubicBezTo>
                  <a:pt x="690086" y="753523"/>
                  <a:pt x="687515" y="749046"/>
                  <a:pt x="683228" y="745998"/>
                </a:cubicBezTo>
                <a:close/>
                <a:moveTo>
                  <a:pt x="867632" y="788479"/>
                </a:moveTo>
                <a:cubicBezTo>
                  <a:pt x="870395" y="788479"/>
                  <a:pt x="872681" y="790766"/>
                  <a:pt x="872681" y="793528"/>
                </a:cubicBezTo>
                <a:cubicBezTo>
                  <a:pt x="872681" y="796290"/>
                  <a:pt x="870395" y="798576"/>
                  <a:pt x="867632" y="798576"/>
                </a:cubicBezTo>
                <a:cubicBezTo>
                  <a:pt x="864870" y="798576"/>
                  <a:pt x="862584" y="796290"/>
                  <a:pt x="862584" y="793528"/>
                </a:cubicBezTo>
                <a:cubicBezTo>
                  <a:pt x="862584" y="790766"/>
                  <a:pt x="864870" y="788479"/>
                  <a:pt x="867632" y="788479"/>
                </a:cubicBezTo>
                <a:close/>
                <a:moveTo>
                  <a:pt x="684467" y="772763"/>
                </a:moveTo>
                <a:cubicBezTo>
                  <a:pt x="681800" y="776383"/>
                  <a:pt x="677894" y="778764"/>
                  <a:pt x="673513" y="779431"/>
                </a:cubicBezTo>
                <a:cubicBezTo>
                  <a:pt x="669036" y="780098"/>
                  <a:pt x="664654" y="779050"/>
                  <a:pt x="661035" y="776383"/>
                </a:cubicBezTo>
                <a:cubicBezTo>
                  <a:pt x="657416" y="773716"/>
                  <a:pt x="655034" y="769811"/>
                  <a:pt x="654368" y="765429"/>
                </a:cubicBezTo>
                <a:cubicBezTo>
                  <a:pt x="653701" y="761048"/>
                  <a:pt x="654749" y="756571"/>
                  <a:pt x="657416" y="752951"/>
                </a:cubicBezTo>
                <a:cubicBezTo>
                  <a:pt x="662940" y="745522"/>
                  <a:pt x="673418" y="743902"/>
                  <a:pt x="680847" y="749332"/>
                </a:cubicBezTo>
                <a:cubicBezTo>
                  <a:pt x="688277" y="754856"/>
                  <a:pt x="689896" y="765334"/>
                  <a:pt x="684467" y="772763"/>
                </a:cubicBezTo>
                <a:close/>
                <a:moveTo>
                  <a:pt x="1201198" y="691896"/>
                </a:moveTo>
                <a:lnTo>
                  <a:pt x="1200626" y="691896"/>
                </a:lnTo>
                <a:lnTo>
                  <a:pt x="1200626" y="631127"/>
                </a:lnTo>
                <a:cubicBezTo>
                  <a:pt x="1200626" y="631127"/>
                  <a:pt x="1162145" y="586550"/>
                  <a:pt x="1162145" y="586550"/>
                </a:cubicBezTo>
                <a:lnTo>
                  <a:pt x="1044416" y="586359"/>
                </a:lnTo>
                <a:lnTo>
                  <a:pt x="988504" y="534829"/>
                </a:lnTo>
                <a:lnTo>
                  <a:pt x="960501" y="534829"/>
                </a:lnTo>
                <a:cubicBezTo>
                  <a:pt x="959453" y="530543"/>
                  <a:pt x="955739" y="527399"/>
                  <a:pt x="951262" y="527399"/>
                </a:cubicBezTo>
                <a:cubicBezTo>
                  <a:pt x="945928" y="527399"/>
                  <a:pt x="941546" y="531781"/>
                  <a:pt x="941546" y="537210"/>
                </a:cubicBezTo>
                <a:cubicBezTo>
                  <a:pt x="941546" y="542639"/>
                  <a:pt x="945928" y="546926"/>
                  <a:pt x="951262" y="546926"/>
                </a:cubicBezTo>
                <a:cubicBezTo>
                  <a:pt x="955834" y="546926"/>
                  <a:pt x="959453" y="543782"/>
                  <a:pt x="960501" y="539591"/>
                </a:cubicBezTo>
                <a:lnTo>
                  <a:pt x="986695" y="539591"/>
                </a:lnTo>
                <a:cubicBezTo>
                  <a:pt x="986695" y="539591"/>
                  <a:pt x="1042607" y="591122"/>
                  <a:pt x="1042607" y="591122"/>
                </a:cubicBezTo>
                <a:lnTo>
                  <a:pt x="1160050" y="591312"/>
                </a:lnTo>
                <a:lnTo>
                  <a:pt x="1195864" y="632936"/>
                </a:lnTo>
                <a:lnTo>
                  <a:pt x="1195864" y="691896"/>
                </a:lnTo>
                <a:cubicBezTo>
                  <a:pt x="1195864" y="691896"/>
                  <a:pt x="1195388" y="691896"/>
                  <a:pt x="1195388" y="691896"/>
                </a:cubicBezTo>
                <a:cubicBezTo>
                  <a:pt x="1193864" y="691896"/>
                  <a:pt x="1192721" y="693134"/>
                  <a:pt x="1192721" y="694563"/>
                </a:cubicBezTo>
                <a:lnTo>
                  <a:pt x="1192721" y="707517"/>
                </a:lnTo>
                <a:cubicBezTo>
                  <a:pt x="1192721" y="709041"/>
                  <a:pt x="1193959" y="710184"/>
                  <a:pt x="1195388" y="710184"/>
                </a:cubicBezTo>
                <a:lnTo>
                  <a:pt x="1201388" y="710184"/>
                </a:lnTo>
                <a:cubicBezTo>
                  <a:pt x="1202912" y="710184"/>
                  <a:pt x="1204055" y="708946"/>
                  <a:pt x="1204055" y="707517"/>
                </a:cubicBezTo>
                <a:lnTo>
                  <a:pt x="1204055" y="694563"/>
                </a:lnTo>
                <a:cubicBezTo>
                  <a:pt x="1204055" y="693039"/>
                  <a:pt x="1202817" y="691896"/>
                  <a:pt x="1201388" y="691896"/>
                </a:cubicBezTo>
                <a:close/>
                <a:moveTo>
                  <a:pt x="951071" y="542163"/>
                </a:moveTo>
                <a:cubicBezTo>
                  <a:pt x="948309" y="542163"/>
                  <a:pt x="946118" y="539877"/>
                  <a:pt x="946118" y="537210"/>
                </a:cubicBezTo>
                <a:cubicBezTo>
                  <a:pt x="946118" y="534543"/>
                  <a:pt x="948404" y="532162"/>
                  <a:pt x="951071" y="532162"/>
                </a:cubicBezTo>
                <a:cubicBezTo>
                  <a:pt x="953738" y="532162"/>
                  <a:pt x="956120" y="534448"/>
                  <a:pt x="956120" y="537210"/>
                </a:cubicBezTo>
                <a:cubicBezTo>
                  <a:pt x="956120" y="539972"/>
                  <a:pt x="953834" y="542163"/>
                  <a:pt x="951071" y="542163"/>
                </a:cubicBezTo>
                <a:close/>
                <a:moveTo>
                  <a:pt x="95" y="2735771"/>
                </a:moveTo>
                <a:cubicBezTo>
                  <a:pt x="2667" y="2739962"/>
                  <a:pt x="2572" y="2745010"/>
                  <a:pt x="95" y="2749010"/>
                </a:cubicBezTo>
                <a:lnTo>
                  <a:pt x="95" y="2735771"/>
                </a:lnTo>
                <a:close/>
                <a:moveTo>
                  <a:pt x="95" y="2700719"/>
                </a:moveTo>
                <a:cubicBezTo>
                  <a:pt x="2286" y="2704719"/>
                  <a:pt x="2381" y="2709482"/>
                  <a:pt x="95" y="2713292"/>
                </a:cubicBezTo>
                <a:lnTo>
                  <a:pt x="95" y="2700719"/>
                </a:lnTo>
                <a:close/>
                <a:moveTo>
                  <a:pt x="729044" y="865442"/>
                </a:moveTo>
                <a:lnTo>
                  <a:pt x="637318" y="865442"/>
                </a:lnTo>
                <a:lnTo>
                  <a:pt x="608076" y="881729"/>
                </a:lnTo>
                <a:lnTo>
                  <a:pt x="579120" y="881729"/>
                </a:lnTo>
                <a:lnTo>
                  <a:pt x="579120" y="879634"/>
                </a:lnTo>
                <a:cubicBezTo>
                  <a:pt x="579120" y="877538"/>
                  <a:pt x="577406" y="875824"/>
                  <a:pt x="575310" y="875824"/>
                </a:cubicBezTo>
                <a:lnTo>
                  <a:pt x="555212" y="875824"/>
                </a:lnTo>
                <a:cubicBezTo>
                  <a:pt x="553117" y="875824"/>
                  <a:pt x="551402" y="877538"/>
                  <a:pt x="551402" y="879634"/>
                </a:cubicBezTo>
                <a:lnTo>
                  <a:pt x="551402" y="888587"/>
                </a:lnTo>
                <a:cubicBezTo>
                  <a:pt x="551402" y="890683"/>
                  <a:pt x="553117" y="892397"/>
                  <a:pt x="555212" y="892397"/>
                </a:cubicBezTo>
                <a:lnTo>
                  <a:pt x="564071" y="892397"/>
                </a:lnTo>
                <a:lnTo>
                  <a:pt x="564071" y="913448"/>
                </a:lnTo>
                <a:lnTo>
                  <a:pt x="555212" y="913448"/>
                </a:lnTo>
                <a:cubicBezTo>
                  <a:pt x="553117" y="913448"/>
                  <a:pt x="551402" y="915162"/>
                  <a:pt x="551402" y="917258"/>
                </a:cubicBezTo>
                <a:lnTo>
                  <a:pt x="551402" y="926211"/>
                </a:lnTo>
                <a:cubicBezTo>
                  <a:pt x="551402" y="928307"/>
                  <a:pt x="553117" y="930021"/>
                  <a:pt x="555212" y="930021"/>
                </a:cubicBezTo>
                <a:lnTo>
                  <a:pt x="564071" y="930021"/>
                </a:lnTo>
                <a:lnTo>
                  <a:pt x="564071" y="951071"/>
                </a:lnTo>
                <a:lnTo>
                  <a:pt x="555212" y="951071"/>
                </a:lnTo>
                <a:cubicBezTo>
                  <a:pt x="553117" y="951071"/>
                  <a:pt x="551402" y="952786"/>
                  <a:pt x="551402" y="954881"/>
                </a:cubicBezTo>
                <a:lnTo>
                  <a:pt x="551402" y="963835"/>
                </a:lnTo>
                <a:cubicBezTo>
                  <a:pt x="551402" y="965930"/>
                  <a:pt x="553117" y="967645"/>
                  <a:pt x="555212" y="967645"/>
                </a:cubicBezTo>
                <a:lnTo>
                  <a:pt x="564452" y="967645"/>
                </a:lnTo>
                <a:lnTo>
                  <a:pt x="564452" y="988695"/>
                </a:lnTo>
                <a:lnTo>
                  <a:pt x="555212" y="988695"/>
                </a:lnTo>
                <a:cubicBezTo>
                  <a:pt x="553117" y="988695"/>
                  <a:pt x="551402" y="990410"/>
                  <a:pt x="551402" y="992505"/>
                </a:cubicBezTo>
                <a:lnTo>
                  <a:pt x="551402" y="1001459"/>
                </a:lnTo>
                <a:cubicBezTo>
                  <a:pt x="551402" y="1003554"/>
                  <a:pt x="553117" y="1005269"/>
                  <a:pt x="555212" y="1005269"/>
                </a:cubicBezTo>
                <a:lnTo>
                  <a:pt x="564071" y="1005269"/>
                </a:lnTo>
                <a:lnTo>
                  <a:pt x="564071" y="1026319"/>
                </a:lnTo>
                <a:lnTo>
                  <a:pt x="555212" y="1026319"/>
                </a:lnTo>
                <a:cubicBezTo>
                  <a:pt x="553117" y="1026319"/>
                  <a:pt x="551402" y="1028033"/>
                  <a:pt x="551402" y="1030129"/>
                </a:cubicBezTo>
                <a:lnTo>
                  <a:pt x="551402" y="1039082"/>
                </a:lnTo>
                <a:cubicBezTo>
                  <a:pt x="551402" y="1041178"/>
                  <a:pt x="553117" y="1042892"/>
                  <a:pt x="555212" y="1042892"/>
                </a:cubicBezTo>
                <a:lnTo>
                  <a:pt x="564071" y="1042892"/>
                </a:lnTo>
                <a:lnTo>
                  <a:pt x="564071" y="1063943"/>
                </a:lnTo>
                <a:lnTo>
                  <a:pt x="555212" y="1063943"/>
                </a:lnTo>
                <a:cubicBezTo>
                  <a:pt x="553117" y="1063943"/>
                  <a:pt x="551402" y="1065657"/>
                  <a:pt x="551402" y="1067753"/>
                </a:cubicBezTo>
                <a:lnTo>
                  <a:pt x="551402" y="1076706"/>
                </a:lnTo>
                <a:cubicBezTo>
                  <a:pt x="551402" y="1078802"/>
                  <a:pt x="553117" y="1080516"/>
                  <a:pt x="555212" y="1080516"/>
                </a:cubicBezTo>
                <a:lnTo>
                  <a:pt x="564071" y="1080516"/>
                </a:lnTo>
                <a:lnTo>
                  <a:pt x="564071" y="1101566"/>
                </a:lnTo>
                <a:lnTo>
                  <a:pt x="555212" y="1101566"/>
                </a:lnTo>
                <a:cubicBezTo>
                  <a:pt x="553117" y="1101566"/>
                  <a:pt x="551402" y="1103281"/>
                  <a:pt x="551402" y="1105376"/>
                </a:cubicBezTo>
                <a:lnTo>
                  <a:pt x="551402" y="1114330"/>
                </a:lnTo>
                <a:cubicBezTo>
                  <a:pt x="551402" y="1116425"/>
                  <a:pt x="553117" y="1118140"/>
                  <a:pt x="555212" y="1118140"/>
                </a:cubicBezTo>
                <a:lnTo>
                  <a:pt x="575310" y="1118140"/>
                </a:lnTo>
                <a:cubicBezTo>
                  <a:pt x="577406" y="1118140"/>
                  <a:pt x="579120" y="1116425"/>
                  <a:pt x="579120" y="1114330"/>
                </a:cubicBezTo>
                <a:lnTo>
                  <a:pt x="579120" y="1112234"/>
                </a:lnTo>
                <a:lnTo>
                  <a:pt x="651891" y="1112234"/>
                </a:lnTo>
                <a:cubicBezTo>
                  <a:pt x="651891" y="1112234"/>
                  <a:pt x="667512" y="1126522"/>
                  <a:pt x="667512" y="1126522"/>
                </a:cubicBezTo>
                <a:lnTo>
                  <a:pt x="765524" y="1126522"/>
                </a:lnTo>
                <a:cubicBezTo>
                  <a:pt x="765715" y="1127284"/>
                  <a:pt x="765715" y="1128141"/>
                  <a:pt x="766001" y="1128903"/>
                </a:cubicBezTo>
                <a:cubicBezTo>
                  <a:pt x="767239" y="1131951"/>
                  <a:pt x="769620" y="1134332"/>
                  <a:pt x="772763" y="1135666"/>
                </a:cubicBezTo>
                <a:cubicBezTo>
                  <a:pt x="774287" y="1136333"/>
                  <a:pt x="775907" y="1136618"/>
                  <a:pt x="777526" y="1136618"/>
                </a:cubicBezTo>
                <a:cubicBezTo>
                  <a:pt x="782384" y="1136618"/>
                  <a:pt x="787051" y="1133761"/>
                  <a:pt x="789051" y="1128903"/>
                </a:cubicBezTo>
                <a:cubicBezTo>
                  <a:pt x="791623" y="1122617"/>
                  <a:pt x="788670" y="1115282"/>
                  <a:pt x="782288" y="1112711"/>
                </a:cubicBezTo>
                <a:cubicBezTo>
                  <a:pt x="779240" y="1111472"/>
                  <a:pt x="775811" y="1111472"/>
                  <a:pt x="772763" y="1112711"/>
                </a:cubicBezTo>
                <a:cubicBezTo>
                  <a:pt x="769715" y="1113949"/>
                  <a:pt x="767334" y="1116330"/>
                  <a:pt x="766001" y="1119473"/>
                </a:cubicBezTo>
                <a:cubicBezTo>
                  <a:pt x="765715" y="1120235"/>
                  <a:pt x="765715" y="1120997"/>
                  <a:pt x="765524" y="1121855"/>
                </a:cubicBezTo>
                <a:lnTo>
                  <a:pt x="669417" y="1121855"/>
                </a:lnTo>
                <a:cubicBezTo>
                  <a:pt x="669417" y="1121855"/>
                  <a:pt x="653796" y="1107662"/>
                  <a:pt x="653796" y="1107662"/>
                </a:cubicBezTo>
                <a:lnTo>
                  <a:pt x="579215" y="1107662"/>
                </a:lnTo>
                <a:lnTo>
                  <a:pt x="579215" y="1105472"/>
                </a:lnTo>
                <a:cubicBezTo>
                  <a:pt x="579215" y="1103376"/>
                  <a:pt x="577501" y="1101662"/>
                  <a:pt x="575405" y="1101662"/>
                </a:cubicBezTo>
                <a:lnTo>
                  <a:pt x="566547" y="1101662"/>
                </a:lnTo>
                <a:lnTo>
                  <a:pt x="566547" y="1080611"/>
                </a:lnTo>
                <a:lnTo>
                  <a:pt x="575405" y="1080611"/>
                </a:lnTo>
                <a:cubicBezTo>
                  <a:pt x="577501" y="1080611"/>
                  <a:pt x="579215" y="1078897"/>
                  <a:pt x="579215" y="1076801"/>
                </a:cubicBezTo>
                <a:lnTo>
                  <a:pt x="579215" y="1074706"/>
                </a:lnTo>
                <a:lnTo>
                  <a:pt x="724948" y="1074706"/>
                </a:lnTo>
                <a:cubicBezTo>
                  <a:pt x="724948" y="1074706"/>
                  <a:pt x="740569" y="1088993"/>
                  <a:pt x="740569" y="1088993"/>
                </a:cubicBezTo>
                <a:lnTo>
                  <a:pt x="800576" y="1088993"/>
                </a:lnTo>
                <a:cubicBezTo>
                  <a:pt x="800576" y="1088993"/>
                  <a:pt x="800576" y="1091565"/>
                  <a:pt x="800576" y="1091565"/>
                </a:cubicBezTo>
                <a:cubicBezTo>
                  <a:pt x="800576" y="1095375"/>
                  <a:pt x="803720" y="1098518"/>
                  <a:pt x="807529" y="1098518"/>
                </a:cubicBezTo>
                <a:lnTo>
                  <a:pt x="828294" y="1098518"/>
                </a:lnTo>
                <a:cubicBezTo>
                  <a:pt x="832104" y="1098518"/>
                  <a:pt x="835247" y="1095375"/>
                  <a:pt x="835247" y="1091565"/>
                </a:cubicBezTo>
                <a:lnTo>
                  <a:pt x="835247" y="1081564"/>
                </a:lnTo>
                <a:cubicBezTo>
                  <a:pt x="835247" y="1077754"/>
                  <a:pt x="832104" y="1074611"/>
                  <a:pt x="828294" y="1074611"/>
                </a:cubicBezTo>
                <a:lnTo>
                  <a:pt x="807529" y="1074611"/>
                </a:lnTo>
                <a:cubicBezTo>
                  <a:pt x="803720" y="1074611"/>
                  <a:pt x="800576" y="1077754"/>
                  <a:pt x="800576" y="1081564"/>
                </a:cubicBezTo>
                <a:lnTo>
                  <a:pt x="800576" y="1084231"/>
                </a:lnTo>
                <a:lnTo>
                  <a:pt x="742379" y="1084231"/>
                </a:lnTo>
                <a:cubicBezTo>
                  <a:pt x="742379" y="1084231"/>
                  <a:pt x="726758" y="1070134"/>
                  <a:pt x="726758" y="1070134"/>
                </a:cubicBezTo>
                <a:lnTo>
                  <a:pt x="579215" y="1070134"/>
                </a:lnTo>
                <a:lnTo>
                  <a:pt x="579215" y="1067943"/>
                </a:lnTo>
                <a:cubicBezTo>
                  <a:pt x="579215" y="1065848"/>
                  <a:pt x="577501" y="1064133"/>
                  <a:pt x="575405" y="1064133"/>
                </a:cubicBezTo>
                <a:lnTo>
                  <a:pt x="566547" y="1064133"/>
                </a:lnTo>
                <a:lnTo>
                  <a:pt x="566547" y="1043083"/>
                </a:lnTo>
                <a:lnTo>
                  <a:pt x="575405" y="1043083"/>
                </a:lnTo>
                <a:cubicBezTo>
                  <a:pt x="577501" y="1043083"/>
                  <a:pt x="579215" y="1041368"/>
                  <a:pt x="579215" y="1039273"/>
                </a:cubicBezTo>
                <a:lnTo>
                  <a:pt x="579215" y="1037844"/>
                </a:lnTo>
                <a:lnTo>
                  <a:pt x="765048" y="1037368"/>
                </a:lnTo>
                <a:lnTo>
                  <a:pt x="778478" y="1047464"/>
                </a:lnTo>
                <a:lnTo>
                  <a:pt x="954215" y="1048226"/>
                </a:lnTo>
                <a:lnTo>
                  <a:pt x="974312" y="1068515"/>
                </a:lnTo>
                <a:lnTo>
                  <a:pt x="1016032" y="1068324"/>
                </a:lnTo>
                <a:cubicBezTo>
                  <a:pt x="1016889" y="1072991"/>
                  <a:pt x="1020794" y="1076611"/>
                  <a:pt x="1025747" y="1076611"/>
                </a:cubicBezTo>
                <a:cubicBezTo>
                  <a:pt x="1031272" y="1076611"/>
                  <a:pt x="1035749" y="1072134"/>
                  <a:pt x="1035749" y="1066610"/>
                </a:cubicBezTo>
                <a:cubicBezTo>
                  <a:pt x="1035749" y="1061085"/>
                  <a:pt x="1031272" y="1056608"/>
                  <a:pt x="1025747" y="1056608"/>
                </a:cubicBezTo>
                <a:cubicBezTo>
                  <a:pt x="1024700" y="1056608"/>
                  <a:pt x="1023652" y="1056894"/>
                  <a:pt x="1022699" y="1057180"/>
                </a:cubicBezTo>
                <a:lnTo>
                  <a:pt x="978122" y="1006888"/>
                </a:lnTo>
                <a:lnTo>
                  <a:pt x="886206" y="1006697"/>
                </a:lnTo>
                <a:cubicBezTo>
                  <a:pt x="886016" y="1005935"/>
                  <a:pt x="886016" y="1005078"/>
                  <a:pt x="885730" y="1004316"/>
                </a:cubicBezTo>
                <a:cubicBezTo>
                  <a:pt x="884492" y="1001268"/>
                  <a:pt x="882110" y="998887"/>
                  <a:pt x="878967" y="997553"/>
                </a:cubicBezTo>
                <a:cubicBezTo>
                  <a:pt x="875919" y="996315"/>
                  <a:pt x="872490" y="996315"/>
                  <a:pt x="869442" y="997553"/>
                </a:cubicBezTo>
                <a:cubicBezTo>
                  <a:pt x="866394" y="998792"/>
                  <a:pt x="864013" y="1001173"/>
                  <a:pt x="862679" y="1004316"/>
                </a:cubicBezTo>
                <a:cubicBezTo>
                  <a:pt x="861441" y="1007364"/>
                  <a:pt x="861441" y="1010793"/>
                  <a:pt x="862679" y="1013841"/>
                </a:cubicBezTo>
                <a:cubicBezTo>
                  <a:pt x="863918" y="1016889"/>
                  <a:pt x="866299" y="1019270"/>
                  <a:pt x="869442" y="1020604"/>
                </a:cubicBezTo>
                <a:cubicBezTo>
                  <a:pt x="870966" y="1021271"/>
                  <a:pt x="872585" y="1021556"/>
                  <a:pt x="874204" y="1021556"/>
                </a:cubicBezTo>
                <a:cubicBezTo>
                  <a:pt x="879062" y="1021556"/>
                  <a:pt x="883729" y="1018699"/>
                  <a:pt x="885730" y="1013841"/>
                </a:cubicBezTo>
                <a:cubicBezTo>
                  <a:pt x="886016" y="1013079"/>
                  <a:pt x="886016" y="1012222"/>
                  <a:pt x="886206" y="1011460"/>
                </a:cubicBezTo>
                <a:lnTo>
                  <a:pt x="975932" y="1011650"/>
                </a:lnTo>
                <a:lnTo>
                  <a:pt x="1018508" y="1059656"/>
                </a:lnTo>
                <a:cubicBezTo>
                  <a:pt x="1017461" y="1060799"/>
                  <a:pt x="1016794" y="1062133"/>
                  <a:pt x="1016318" y="1063657"/>
                </a:cubicBezTo>
                <a:lnTo>
                  <a:pt x="976313" y="1063847"/>
                </a:lnTo>
                <a:lnTo>
                  <a:pt x="956215" y="1043559"/>
                </a:lnTo>
                <a:lnTo>
                  <a:pt x="780098" y="1042797"/>
                </a:lnTo>
                <a:lnTo>
                  <a:pt x="766572" y="1032701"/>
                </a:lnTo>
                <a:lnTo>
                  <a:pt x="579215" y="1033177"/>
                </a:lnTo>
                <a:lnTo>
                  <a:pt x="579215" y="1030319"/>
                </a:lnTo>
                <a:cubicBezTo>
                  <a:pt x="579215" y="1028224"/>
                  <a:pt x="577501" y="1026509"/>
                  <a:pt x="575405" y="1026509"/>
                </a:cubicBezTo>
                <a:lnTo>
                  <a:pt x="566547" y="1026509"/>
                </a:lnTo>
                <a:lnTo>
                  <a:pt x="566547" y="1005459"/>
                </a:lnTo>
                <a:lnTo>
                  <a:pt x="575405" y="1005459"/>
                </a:lnTo>
                <a:cubicBezTo>
                  <a:pt x="577501" y="1005459"/>
                  <a:pt x="579215" y="1003745"/>
                  <a:pt x="579215" y="1001649"/>
                </a:cubicBezTo>
                <a:lnTo>
                  <a:pt x="579215" y="999554"/>
                </a:lnTo>
                <a:lnTo>
                  <a:pt x="694373" y="999554"/>
                </a:lnTo>
                <a:lnTo>
                  <a:pt x="709994" y="1013746"/>
                </a:lnTo>
                <a:lnTo>
                  <a:pt x="808387" y="1013746"/>
                </a:lnTo>
                <a:cubicBezTo>
                  <a:pt x="809149" y="1016699"/>
                  <a:pt x="811054" y="1019366"/>
                  <a:pt x="814102" y="1020604"/>
                </a:cubicBezTo>
                <a:cubicBezTo>
                  <a:pt x="819245" y="1022699"/>
                  <a:pt x="825056" y="1020318"/>
                  <a:pt x="827246" y="1015175"/>
                </a:cubicBezTo>
                <a:cubicBezTo>
                  <a:pt x="829437" y="1010031"/>
                  <a:pt x="826961" y="1004221"/>
                  <a:pt x="821817" y="1002030"/>
                </a:cubicBezTo>
                <a:cubicBezTo>
                  <a:pt x="816674" y="999935"/>
                  <a:pt x="810863" y="1002316"/>
                  <a:pt x="808673" y="1007459"/>
                </a:cubicBezTo>
                <a:cubicBezTo>
                  <a:pt x="808482" y="1007936"/>
                  <a:pt x="808482" y="1008412"/>
                  <a:pt x="808387" y="1008888"/>
                </a:cubicBezTo>
                <a:lnTo>
                  <a:pt x="711803" y="1008888"/>
                </a:lnTo>
                <a:lnTo>
                  <a:pt x="696182" y="994696"/>
                </a:lnTo>
                <a:lnTo>
                  <a:pt x="579215" y="994696"/>
                </a:lnTo>
                <a:lnTo>
                  <a:pt x="579215" y="992600"/>
                </a:lnTo>
                <a:cubicBezTo>
                  <a:pt x="579215" y="990505"/>
                  <a:pt x="577501" y="988790"/>
                  <a:pt x="575405" y="988790"/>
                </a:cubicBezTo>
                <a:lnTo>
                  <a:pt x="566928" y="988790"/>
                </a:lnTo>
                <a:lnTo>
                  <a:pt x="566928" y="967740"/>
                </a:lnTo>
                <a:lnTo>
                  <a:pt x="575405" y="967740"/>
                </a:lnTo>
                <a:cubicBezTo>
                  <a:pt x="577501" y="967740"/>
                  <a:pt x="579215" y="966026"/>
                  <a:pt x="579215" y="963930"/>
                </a:cubicBezTo>
                <a:lnTo>
                  <a:pt x="579215" y="961835"/>
                </a:lnTo>
                <a:lnTo>
                  <a:pt x="637889" y="962311"/>
                </a:lnTo>
                <a:lnTo>
                  <a:pt x="657416" y="979170"/>
                </a:lnTo>
                <a:lnTo>
                  <a:pt x="836200" y="979170"/>
                </a:lnTo>
                <a:cubicBezTo>
                  <a:pt x="836200" y="979170"/>
                  <a:pt x="860298" y="958977"/>
                  <a:pt x="860298" y="958977"/>
                </a:cubicBezTo>
                <a:lnTo>
                  <a:pt x="860298" y="912019"/>
                </a:lnTo>
                <a:cubicBezTo>
                  <a:pt x="861632" y="911733"/>
                  <a:pt x="862965" y="911352"/>
                  <a:pt x="864108" y="910685"/>
                </a:cubicBezTo>
                <a:cubicBezTo>
                  <a:pt x="870014" y="907256"/>
                  <a:pt x="872109" y="899636"/>
                  <a:pt x="868680" y="893731"/>
                </a:cubicBezTo>
                <a:cubicBezTo>
                  <a:pt x="865251" y="887825"/>
                  <a:pt x="857631" y="885730"/>
                  <a:pt x="851726" y="889159"/>
                </a:cubicBezTo>
                <a:cubicBezTo>
                  <a:pt x="845820" y="892588"/>
                  <a:pt x="843725" y="900208"/>
                  <a:pt x="847154" y="906113"/>
                </a:cubicBezTo>
                <a:cubicBezTo>
                  <a:pt x="848773" y="908971"/>
                  <a:pt x="851535" y="911066"/>
                  <a:pt x="854678" y="911924"/>
                </a:cubicBezTo>
                <a:cubicBezTo>
                  <a:pt x="854964" y="911924"/>
                  <a:pt x="855250" y="911924"/>
                  <a:pt x="855536" y="912019"/>
                </a:cubicBezTo>
                <a:lnTo>
                  <a:pt x="855536" y="956786"/>
                </a:lnTo>
                <a:lnTo>
                  <a:pt x="834485" y="974312"/>
                </a:lnTo>
                <a:lnTo>
                  <a:pt x="659225" y="974312"/>
                </a:lnTo>
                <a:cubicBezTo>
                  <a:pt x="659225" y="974312"/>
                  <a:pt x="639699" y="957548"/>
                  <a:pt x="639699" y="957548"/>
                </a:cubicBezTo>
                <a:lnTo>
                  <a:pt x="579311" y="957072"/>
                </a:lnTo>
                <a:lnTo>
                  <a:pt x="579311" y="954881"/>
                </a:lnTo>
                <a:cubicBezTo>
                  <a:pt x="579311" y="952786"/>
                  <a:pt x="577596" y="951071"/>
                  <a:pt x="575501" y="951071"/>
                </a:cubicBezTo>
                <a:lnTo>
                  <a:pt x="566642" y="951071"/>
                </a:lnTo>
                <a:lnTo>
                  <a:pt x="566642" y="930021"/>
                </a:lnTo>
                <a:lnTo>
                  <a:pt x="575501" y="930021"/>
                </a:lnTo>
                <a:cubicBezTo>
                  <a:pt x="577596" y="930021"/>
                  <a:pt x="579311" y="928307"/>
                  <a:pt x="579311" y="926211"/>
                </a:cubicBezTo>
                <a:lnTo>
                  <a:pt x="579311" y="924877"/>
                </a:lnTo>
                <a:lnTo>
                  <a:pt x="637985" y="925354"/>
                </a:lnTo>
                <a:lnTo>
                  <a:pt x="657511" y="942213"/>
                </a:lnTo>
                <a:lnTo>
                  <a:pt x="800672" y="941642"/>
                </a:lnTo>
                <a:lnTo>
                  <a:pt x="820484" y="922306"/>
                </a:lnTo>
                <a:lnTo>
                  <a:pt x="820484" y="895636"/>
                </a:lnTo>
                <a:lnTo>
                  <a:pt x="690372" y="895636"/>
                </a:lnTo>
                <a:cubicBezTo>
                  <a:pt x="690086" y="894302"/>
                  <a:pt x="689801" y="893064"/>
                  <a:pt x="689134" y="891826"/>
                </a:cubicBezTo>
                <a:lnTo>
                  <a:pt x="689134" y="891826"/>
                </a:lnTo>
                <a:cubicBezTo>
                  <a:pt x="685705" y="885920"/>
                  <a:pt x="678085" y="883825"/>
                  <a:pt x="672179" y="887254"/>
                </a:cubicBezTo>
                <a:cubicBezTo>
                  <a:pt x="666274" y="890683"/>
                  <a:pt x="664178" y="898303"/>
                  <a:pt x="667607" y="904208"/>
                </a:cubicBezTo>
                <a:cubicBezTo>
                  <a:pt x="669893" y="908209"/>
                  <a:pt x="674084" y="910400"/>
                  <a:pt x="678371" y="910400"/>
                </a:cubicBezTo>
                <a:cubicBezTo>
                  <a:pt x="680466" y="910400"/>
                  <a:pt x="682562" y="909828"/>
                  <a:pt x="684562" y="908780"/>
                </a:cubicBezTo>
                <a:cubicBezTo>
                  <a:pt x="687800" y="906875"/>
                  <a:pt x="689705" y="903827"/>
                  <a:pt x="690372" y="900398"/>
                </a:cubicBezTo>
                <a:lnTo>
                  <a:pt x="815721" y="900398"/>
                </a:lnTo>
                <a:lnTo>
                  <a:pt x="815721" y="920306"/>
                </a:lnTo>
                <a:lnTo>
                  <a:pt x="798767" y="936879"/>
                </a:lnTo>
                <a:lnTo>
                  <a:pt x="659321" y="937451"/>
                </a:lnTo>
                <a:lnTo>
                  <a:pt x="639794" y="920591"/>
                </a:lnTo>
                <a:lnTo>
                  <a:pt x="579406" y="920115"/>
                </a:lnTo>
                <a:lnTo>
                  <a:pt x="579406" y="917258"/>
                </a:lnTo>
                <a:cubicBezTo>
                  <a:pt x="579406" y="915162"/>
                  <a:pt x="577691" y="913448"/>
                  <a:pt x="575596" y="913448"/>
                </a:cubicBezTo>
                <a:lnTo>
                  <a:pt x="566738" y="913448"/>
                </a:lnTo>
                <a:lnTo>
                  <a:pt x="566738" y="892397"/>
                </a:lnTo>
                <a:lnTo>
                  <a:pt x="575596" y="892397"/>
                </a:lnTo>
                <a:cubicBezTo>
                  <a:pt x="577691" y="892397"/>
                  <a:pt x="579406" y="890683"/>
                  <a:pt x="579406" y="888587"/>
                </a:cubicBezTo>
                <a:lnTo>
                  <a:pt x="579406" y="886492"/>
                </a:lnTo>
                <a:lnTo>
                  <a:pt x="609600" y="886492"/>
                </a:lnTo>
                <a:lnTo>
                  <a:pt x="638842" y="870204"/>
                </a:lnTo>
                <a:lnTo>
                  <a:pt x="731139" y="870204"/>
                </a:lnTo>
                <a:lnTo>
                  <a:pt x="746760" y="856012"/>
                </a:lnTo>
                <a:lnTo>
                  <a:pt x="850487" y="856012"/>
                </a:lnTo>
                <a:lnTo>
                  <a:pt x="850487" y="857536"/>
                </a:lnTo>
                <a:cubicBezTo>
                  <a:pt x="850487" y="861346"/>
                  <a:pt x="853631" y="864489"/>
                  <a:pt x="857441" y="864489"/>
                </a:cubicBezTo>
                <a:lnTo>
                  <a:pt x="878205" y="864489"/>
                </a:lnTo>
                <a:cubicBezTo>
                  <a:pt x="882015" y="864489"/>
                  <a:pt x="885158" y="861346"/>
                  <a:pt x="885158" y="857536"/>
                </a:cubicBezTo>
                <a:lnTo>
                  <a:pt x="885158" y="847535"/>
                </a:lnTo>
                <a:cubicBezTo>
                  <a:pt x="885158" y="843725"/>
                  <a:pt x="882015" y="840581"/>
                  <a:pt x="878205" y="840581"/>
                </a:cubicBezTo>
                <a:lnTo>
                  <a:pt x="857441" y="840581"/>
                </a:lnTo>
                <a:cubicBezTo>
                  <a:pt x="853631" y="840581"/>
                  <a:pt x="850487" y="843725"/>
                  <a:pt x="850487" y="847535"/>
                </a:cubicBezTo>
                <a:lnTo>
                  <a:pt x="850487" y="851249"/>
                </a:lnTo>
                <a:lnTo>
                  <a:pt x="744855" y="851249"/>
                </a:lnTo>
                <a:lnTo>
                  <a:pt x="729234" y="865442"/>
                </a:lnTo>
                <a:close/>
                <a:moveTo>
                  <a:pt x="770382" y="1121759"/>
                </a:moveTo>
                <a:cubicBezTo>
                  <a:pt x="771144" y="1119854"/>
                  <a:pt x="772668" y="1118426"/>
                  <a:pt x="774573" y="1117664"/>
                </a:cubicBezTo>
                <a:cubicBezTo>
                  <a:pt x="775526" y="1117283"/>
                  <a:pt x="776478" y="1117092"/>
                  <a:pt x="777526" y="1117092"/>
                </a:cubicBezTo>
                <a:cubicBezTo>
                  <a:pt x="778574" y="1117092"/>
                  <a:pt x="779526" y="1117283"/>
                  <a:pt x="780479" y="1117664"/>
                </a:cubicBezTo>
                <a:cubicBezTo>
                  <a:pt x="784384" y="1119283"/>
                  <a:pt x="786194" y="1123760"/>
                  <a:pt x="784670" y="1127665"/>
                </a:cubicBezTo>
                <a:cubicBezTo>
                  <a:pt x="783050" y="1131570"/>
                  <a:pt x="778574" y="1133380"/>
                  <a:pt x="774668" y="1131761"/>
                </a:cubicBezTo>
                <a:cubicBezTo>
                  <a:pt x="772763" y="1130999"/>
                  <a:pt x="771335" y="1129475"/>
                  <a:pt x="770477" y="1127665"/>
                </a:cubicBezTo>
                <a:cubicBezTo>
                  <a:pt x="769715" y="1125760"/>
                  <a:pt x="769715" y="1123664"/>
                  <a:pt x="770477" y="1121759"/>
                </a:cubicBezTo>
                <a:close/>
                <a:moveTo>
                  <a:pt x="805244" y="1081850"/>
                </a:moveTo>
                <a:cubicBezTo>
                  <a:pt x="805244" y="1080611"/>
                  <a:pt x="806196" y="1079659"/>
                  <a:pt x="807434" y="1079659"/>
                </a:cubicBezTo>
                <a:lnTo>
                  <a:pt x="828199" y="1079659"/>
                </a:lnTo>
                <a:cubicBezTo>
                  <a:pt x="829437" y="1079659"/>
                  <a:pt x="830390" y="1080611"/>
                  <a:pt x="830390" y="1081850"/>
                </a:cubicBezTo>
                <a:lnTo>
                  <a:pt x="830390" y="1091851"/>
                </a:lnTo>
                <a:cubicBezTo>
                  <a:pt x="830390" y="1093089"/>
                  <a:pt x="829437" y="1094042"/>
                  <a:pt x="828199" y="1094042"/>
                </a:cubicBezTo>
                <a:lnTo>
                  <a:pt x="807434" y="1094042"/>
                </a:lnTo>
                <a:cubicBezTo>
                  <a:pt x="806196" y="1094042"/>
                  <a:pt x="805244" y="1093089"/>
                  <a:pt x="805244" y="1091851"/>
                </a:cubicBezTo>
                <a:lnTo>
                  <a:pt x="805244" y="1081850"/>
                </a:lnTo>
                <a:close/>
                <a:moveTo>
                  <a:pt x="881158" y="1012127"/>
                </a:moveTo>
                <a:cubicBezTo>
                  <a:pt x="879539" y="1016032"/>
                  <a:pt x="875062" y="1017842"/>
                  <a:pt x="871157" y="1016318"/>
                </a:cubicBezTo>
                <a:cubicBezTo>
                  <a:pt x="869252" y="1015556"/>
                  <a:pt x="867823" y="1014032"/>
                  <a:pt x="866966" y="1012222"/>
                </a:cubicBezTo>
                <a:cubicBezTo>
                  <a:pt x="866204" y="1010317"/>
                  <a:pt x="866204" y="1008221"/>
                  <a:pt x="866966" y="1006412"/>
                </a:cubicBezTo>
                <a:cubicBezTo>
                  <a:pt x="867727" y="1004507"/>
                  <a:pt x="869252" y="1003078"/>
                  <a:pt x="871157" y="1002221"/>
                </a:cubicBezTo>
                <a:cubicBezTo>
                  <a:pt x="872109" y="1001840"/>
                  <a:pt x="873062" y="1001649"/>
                  <a:pt x="874109" y="1001649"/>
                </a:cubicBezTo>
                <a:cubicBezTo>
                  <a:pt x="875157" y="1001649"/>
                  <a:pt x="876110" y="1001840"/>
                  <a:pt x="877062" y="1002221"/>
                </a:cubicBezTo>
                <a:cubicBezTo>
                  <a:pt x="878967" y="1002983"/>
                  <a:pt x="880396" y="1004507"/>
                  <a:pt x="881253" y="1006316"/>
                </a:cubicBezTo>
                <a:cubicBezTo>
                  <a:pt x="882015" y="1008221"/>
                  <a:pt x="882015" y="1010317"/>
                  <a:pt x="881253" y="1012127"/>
                </a:cubicBezTo>
                <a:close/>
                <a:moveTo>
                  <a:pt x="851059" y="903827"/>
                </a:moveTo>
                <a:cubicBezTo>
                  <a:pt x="848963" y="900208"/>
                  <a:pt x="850202" y="895445"/>
                  <a:pt x="853821" y="893350"/>
                </a:cubicBezTo>
                <a:cubicBezTo>
                  <a:pt x="855059" y="892683"/>
                  <a:pt x="856298" y="892302"/>
                  <a:pt x="857631" y="892302"/>
                </a:cubicBezTo>
                <a:cubicBezTo>
                  <a:pt x="860298" y="892302"/>
                  <a:pt x="862870" y="893636"/>
                  <a:pt x="864299" y="896112"/>
                </a:cubicBezTo>
                <a:cubicBezTo>
                  <a:pt x="866394" y="899732"/>
                  <a:pt x="865156" y="904494"/>
                  <a:pt x="861536" y="906590"/>
                </a:cubicBezTo>
                <a:cubicBezTo>
                  <a:pt x="859727" y="907637"/>
                  <a:pt x="857726" y="907923"/>
                  <a:pt x="855726" y="907352"/>
                </a:cubicBezTo>
                <a:cubicBezTo>
                  <a:pt x="853726" y="906780"/>
                  <a:pt x="852107" y="905542"/>
                  <a:pt x="851059" y="903827"/>
                </a:cubicBezTo>
                <a:close/>
                <a:moveTo>
                  <a:pt x="681895" y="904685"/>
                </a:moveTo>
                <a:cubicBezTo>
                  <a:pt x="678275" y="906780"/>
                  <a:pt x="673513" y="905542"/>
                  <a:pt x="671417" y="901922"/>
                </a:cubicBezTo>
                <a:cubicBezTo>
                  <a:pt x="669322" y="898303"/>
                  <a:pt x="670560" y="893540"/>
                  <a:pt x="674179" y="891445"/>
                </a:cubicBezTo>
                <a:cubicBezTo>
                  <a:pt x="675418" y="890778"/>
                  <a:pt x="676656" y="890397"/>
                  <a:pt x="677990" y="890397"/>
                </a:cubicBezTo>
                <a:cubicBezTo>
                  <a:pt x="680657" y="890397"/>
                  <a:pt x="683228" y="891731"/>
                  <a:pt x="684657" y="894207"/>
                </a:cubicBezTo>
                <a:cubicBezTo>
                  <a:pt x="686752" y="897827"/>
                  <a:pt x="685514" y="902589"/>
                  <a:pt x="681895" y="904685"/>
                </a:cubicBezTo>
                <a:close/>
                <a:moveTo>
                  <a:pt x="561785" y="886206"/>
                </a:moveTo>
                <a:lnTo>
                  <a:pt x="563690" y="887635"/>
                </a:lnTo>
                <a:lnTo>
                  <a:pt x="556165" y="887635"/>
                </a:lnTo>
                <a:lnTo>
                  <a:pt x="556165" y="880491"/>
                </a:lnTo>
                <a:lnTo>
                  <a:pt x="563690" y="880491"/>
                </a:lnTo>
                <a:lnTo>
                  <a:pt x="565404" y="881825"/>
                </a:lnTo>
                <a:lnTo>
                  <a:pt x="561880" y="884206"/>
                </a:lnTo>
                <a:cubicBezTo>
                  <a:pt x="561880" y="884206"/>
                  <a:pt x="561404" y="884777"/>
                  <a:pt x="561404" y="885158"/>
                </a:cubicBezTo>
                <a:cubicBezTo>
                  <a:pt x="561404" y="885539"/>
                  <a:pt x="561594" y="885920"/>
                  <a:pt x="561880" y="886111"/>
                </a:cubicBezTo>
                <a:close/>
                <a:moveTo>
                  <a:pt x="562166" y="923925"/>
                </a:moveTo>
                <a:lnTo>
                  <a:pt x="564071" y="925354"/>
                </a:lnTo>
                <a:lnTo>
                  <a:pt x="556165" y="925354"/>
                </a:lnTo>
                <a:lnTo>
                  <a:pt x="556165" y="918210"/>
                </a:lnTo>
                <a:lnTo>
                  <a:pt x="564071" y="918210"/>
                </a:lnTo>
                <a:lnTo>
                  <a:pt x="565785" y="919544"/>
                </a:lnTo>
                <a:lnTo>
                  <a:pt x="562261" y="921925"/>
                </a:lnTo>
                <a:cubicBezTo>
                  <a:pt x="562261" y="921925"/>
                  <a:pt x="561785" y="922496"/>
                  <a:pt x="561785" y="922877"/>
                </a:cubicBezTo>
                <a:cubicBezTo>
                  <a:pt x="561785" y="923258"/>
                  <a:pt x="561975" y="923639"/>
                  <a:pt x="562261" y="923830"/>
                </a:cubicBezTo>
                <a:close/>
                <a:moveTo>
                  <a:pt x="562166" y="961644"/>
                </a:moveTo>
                <a:lnTo>
                  <a:pt x="564071" y="963073"/>
                </a:lnTo>
                <a:lnTo>
                  <a:pt x="556165" y="963073"/>
                </a:lnTo>
                <a:lnTo>
                  <a:pt x="556165" y="955929"/>
                </a:lnTo>
                <a:lnTo>
                  <a:pt x="564071" y="955929"/>
                </a:lnTo>
                <a:lnTo>
                  <a:pt x="565785" y="957263"/>
                </a:lnTo>
                <a:lnTo>
                  <a:pt x="562261" y="959644"/>
                </a:lnTo>
                <a:cubicBezTo>
                  <a:pt x="562261" y="959644"/>
                  <a:pt x="561785" y="960215"/>
                  <a:pt x="561785" y="960596"/>
                </a:cubicBezTo>
                <a:cubicBezTo>
                  <a:pt x="561785" y="960977"/>
                  <a:pt x="561975" y="961358"/>
                  <a:pt x="562261" y="961549"/>
                </a:cubicBezTo>
                <a:close/>
                <a:moveTo>
                  <a:pt x="562166" y="999363"/>
                </a:moveTo>
                <a:lnTo>
                  <a:pt x="564071" y="1000792"/>
                </a:lnTo>
                <a:lnTo>
                  <a:pt x="556165" y="1000792"/>
                </a:lnTo>
                <a:lnTo>
                  <a:pt x="556165" y="993648"/>
                </a:lnTo>
                <a:lnTo>
                  <a:pt x="564071" y="993648"/>
                </a:lnTo>
                <a:lnTo>
                  <a:pt x="565785" y="994982"/>
                </a:lnTo>
                <a:lnTo>
                  <a:pt x="562261" y="997363"/>
                </a:lnTo>
                <a:cubicBezTo>
                  <a:pt x="562261" y="997363"/>
                  <a:pt x="561785" y="997934"/>
                  <a:pt x="561785" y="998315"/>
                </a:cubicBezTo>
                <a:cubicBezTo>
                  <a:pt x="561785" y="998696"/>
                  <a:pt x="561975" y="999077"/>
                  <a:pt x="562261" y="999268"/>
                </a:cubicBezTo>
                <a:close/>
                <a:moveTo>
                  <a:pt x="562166" y="1037082"/>
                </a:moveTo>
                <a:lnTo>
                  <a:pt x="564071" y="1038511"/>
                </a:lnTo>
                <a:lnTo>
                  <a:pt x="556165" y="1038511"/>
                </a:lnTo>
                <a:lnTo>
                  <a:pt x="556165" y="1031367"/>
                </a:lnTo>
                <a:lnTo>
                  <a:pt x="564071" y="1031367"/>
                </a:lnTo>
                <a:lnTo>
                  <a:pt x="565785" y="1032701"/>
                </a:lnTo>
                <a:lnTo>
                  <a:pt x="562261" y="1035082"/>
                </a:lnTo>
                <a:cubicBezTo>
                  <a:pt x="562261" y="1035082"/>
                  <a:pt x="561785" y="1035653"/>
                  <a:pt x="561785" y="1036034"/>
                </a:cubicBezTo>
                <a:cubicBezTo>
                  <a:pt x="561785" y="1036415"/>
                  <a:pt x="561975" y="1036796"/>
                  <a:pt x="562261" y="1036987"/>
                </a:cubicBezTo>
                <a:close/>
                <a:moveTo>
                  <a:pt x="562166" y="1074801"/>
                </a:moveTo>
                <a:lnTo>
                  <a:pt x="564071" y="1076230"/>
                </a:lnTo>
                <a:lnTo>
                  <a:pt x="556165" y="1076230"/>
                </a:lnTo>
                <a:lnTo>
                  <a:pt x="556165" y="1069086"/>
                </a:lnTo>
                <a:lnTo>
                  <a:pt x="564071" y="1069086"/>
                </a:lnTo>
                <a:lnTo>
                  <a:pt x="565785" y="1070420"/>
                </a:lnTo>
                <a:lnTo>
                  <a:pt x="562261" y="1072801"/>
                </a:lnTo>
                <a:cubicBezTo>
                  <a:pt x="562261" y="1072801"/>
                  <a:pt x="561785" y="1073372"/>
                  <a:pt x="561785" y="1073753"/>
                </a:cubicBezTo>
                <a:cubicBezTo>
                  <a:pt x="561785" y="1074134"/>
                  <a:pt x="561975" y="1074515"/>
                  <a:pt x="562261" y="1074706"/>
                </a:cubicBezTo>
                <a:close/>
                <a:moveTo>
                  <a:pt x="556070" y="1113949"/>
                </a:moveTo>
                <a:lnTo>
                  <a:pt x="556070" y="1106805"/>
                </a:lnTo>
                <a:lnTo>
                  <a:pt x="563975" y="1106805"/>
                </a:lnTo>
                <a:lnTo>
                  <a:pt x="565690" y="1108139"/>
                </a:lnTo>
                <a:lnTo>
                  <a:pt x="562166" y="1110520"/>
                </a:lnTo>
                <a:cubicBezTo>
                  <a:pt x="562166" y="1110520"/>
                  <a:pt x="561689" y="1111091"/>
                  <a:pt x="561689" y="1111472"/>
                </a:cubicBezTo>
                <a:cubicBezTo>
                  <a:pt x="561689" y="1111853"/>
                  <a:pt x="561880" y="1112234"/>
                  <a:pt x="562166" y="1112425"/>
                </a:cubicBezTo>
                <a:lnTo>
                  <a:pt x="564071" y="1113854"/>
                </a:lnTo>
                <a:lnTo>
                  <a:pt x="556165" y="1113854"/>
                </a:lnTo>
                <a:close/>
                <a:moveTo>
                  <a:pt x="568452" y="1107377"/>
                </a:moveTo>
                <a:lnTo>
                  <a:pt x="567785" y="1106900"/>
                </a:lnTo>
                <a:lnTo>
                  <a:pt x="574262" y="1106900"/>
                </a:lnTo>
                <a:lnTo>
                  <a:pt x="574262" y="1114044"/>
                </a:lnTo>
                <a:lnTo>
                  <a:pt x="567785" y="1114044"/>
                </a:lnTo>
                <a:lnTo>
                  <a:pt x="564833" y="1111758"/>
                </a:lnTo>
                <a:lnTo>
                  <a:pt x="568357" y="1109377"/>
                </a:lnTo>
                <a:cubicBezTo>
                  <a:pt x="568357" y="1109377"/>
                  <a:pt x="568833" y="1108805"/>
                  <a:pt x="568833" y="1108424"/>
                </a:cubicBezTo>
                <a:cubicBezTo>
                  <a:pt x="568833" y="1108043"/>
                  <a:pt x="568643" y="1107662"/>
                  <a:pt x="568357" y="1107472"/>
                </a:cubicBezTo>
                <a:close/>
                <a:moveTo>
                  <a:pt x="568452" y="1069562"/>
                </a:moveTo>
                <a:lnTo>
                  <a:pt x="567881" y="1069086"/>
                </a:lnTo>
                <a:lnTo>
                  <a:pt x="574358" y="1069086"/>
                </a:lnTo>
                <a:lnTo>
                  <a:pt x="574358" y="1076230"/>
                </a:lnTo>
                <a:lnTo>
                  <a:pt x="567881" y="1076230"/>
                </a:lnTo>
                <a:lnTo>
                  <a:pt x="564928" y="1073849"/>
                </a:lnTo>
                <a:lnTo>
                  <a:pt x="568452" y="1071467"/>
                </a:lnTo>
                <a:cubicBezTo>
                  <a:pt x="568452" y="1071467"/>
                  <a:pt x="568928" y="1070896"/>
                  <a:pt x="568928" y="1070515"/>
                </a:cubicBezTo>
                <a:cubicBezTo>
                  <a:pt x="568928" y="1070134"/>
                  <a:pt x="568738" y="1069753"/>
                  <a:pt x="568452" y="1069562"/>
                </a:cubicBezTo>
                <a:close/>
                <a:moveTo>
                  <a:pt x="568452" y="1031843"/>
                </a:moveTo>
                <a:lnTo>
                  <a:pt x="567785" y="1031367"/>
                </a:lnTo>
                <a:lnTo>
                  <a:pt x="574262" y="1031367"/>
                </a:lnTo>
                <a:lnTo>
                  <a:pt x="574262" y="1038511"/>
                </a:lnTo>
                <a:lnTo>
                  <a:pt x="567785" y="1038511"/>
                </a:lnTo>
                <a:lnTo>
                  <a:pt x="564833" y="1036129"/>
                </a:lnTo>
                <a:lnTo>
                  <a:pt x="568357" y="1033748"/>
                </a:lnTo>
                <a:cubicBezTo>
                  <a:pt x="568357" y="1033748"/>
                  <a:pt x="568833" y="1033177"/>
                  <a:pt x="568833" y="1032796"/>
                </a:cubicBezTo>
                <a:cubicBezTo>
                  <a:pt x="568833" y="1032415"/>
                  <a:pt x="568643" y="1032034"/>
                  <a:pt x="568357" y="1031843"/>
                </a:cubicBezTo>
                <a:close/>
                <a:moveTo>
                  <a:pt x="568452" y="994124"/>
                </a:moveTo>
                <a:lnTo>
                  <a:pt x="567785" y="993648"/>
                </a:lnTo>
                <a:lnTo>
                  <a:pt x="574262" y="993648"/>
                </a:lnTo>
                <a:lnTo>
                  <a:pt x="574262" y="1000792"/>
                </a:lnTo>
                <a:lnTo>
                  <a:pt x="567785" y="1000792"/>
                </a:lnTo>
                <a:lnTo>
                  <a:pt x="564833" y="998506"/>
                </a:lnTo>
                <a:lnTo>
                  <a:pt x="568357" y="996125"/>
                </a:lnTo>
                <a:cubicBezTo>
                  <a:pt x="568357" y="996125"/>
                  <a:pt x="568833" y="995553"/>
                  <a:pt x="568833" y="995172"/>
                </a:cubicBezTo>
                <a:cubicBezTo>
                  <a:pt x="568833" y="994791"/>
                  <a:pt x="568643" y="994410"/>
                  <a:pt x="568357" y="994220"/>
                </a:cubicBezTo>
                <a:close/>
                <a:moveTo>
                  <a:pt x="568452" y="956405"/>
                </a:moveTo>
                <a:lnTo>
                  <a:pt x="567785" y="955929"/>
                </a:lnTo>
                <a:lnTo>
                  <a:pt x="574262" y="955929"/>
                </a:lnTo>
                <a:lnTo>
                  <a:pt x="574262" y="963073"/>
                </a:lnTo>
                <a:lnTo>
                  <a:pt x="567785" y="963073"/>
                </a:lnTo>
                <a:lnTo>
                  <a:pt x="564833" y="960787"/>
                </a:lnTo>
                <a:lnTo>
                  <a:pt x="568357" y="958406"/>
                </a:lnTo>
                <a:cubicBezTo>
                  <a:pt x="568357" y="958406"/>
                  <a:pt x="568833" y="957834"/>
                  <a:pt x="568833" y="957453"/>
                </a:cubicBezTo>
                <a:cubicBezTo>
                  <a:pt x="568833" y="957072"/>
                  <a:pt x="568643" y="956691"/>
                  <a:pt x="568357" y="956501"/>
                </a:cubicBezTo>
                <a:close/>
                <a:moveTo>
                  <a:pt x="568452" y="918686"/>
                </a:moveTo>
                <a:lnTo>
                  <a:pt x="567881" y="918210"/>
                </a:lnTo>
                <a:lnTo>
                  <a:pt x="574358" y="918210"/>
                </a:lnTo>
                <a:lnTo>
                  <a:pt x="574358" y="925354"/>
                </a:lnTo>
                <a:lnTo>
                  <a:pt x="567881" y="925354"/>
                </a:lnTo>
                <a:lnTo>
                  <a:pt x="564928" y="923068"/>
                </a:lnTo>
                <a:lnTo>
                  <a:pt x="568452" y="920687"/>
                </a:lnTo>
                <a:cubicBezTo>
                  <a:pt x="568452" y="920687"/>
                  <a:pt x="568928" y="920115"/>
                  <a:pt x="568928" y="919734"/>
                </a:cubicBezTo>
                <a:cubicBezTo>
                  <a:pt x="568928" y="919353"/>
                  <a:pt x="568738" y="918972"/>
                  <a:pt x="568452" y="918782"/>
                </a:cubicBezTo>
                <a:close/>
                <a:moveTo>
                  <a:pt x="574358" y="887635"/>
                </a:moveTo>
                <a:lnTo>
                  <a:pt x="567500" y="887635"/>
                </a:lnTo>
                <a:lnTo>
                  <a:pt x="564547" y="885254"/>
                </a:lnTo>
                <a:lnTo>
                  <a:pt x="568071" y="882872"/>
                </a:lnTo>
                <a:cubicBezTo>
                  <a:pt x="568071" y="882872"/>
                  <a:pt x="568547" y="882301"/>
                  <a:pt x="568547" y="881920"/>
                </a:cubicBezTo>
                <a:cubicBezTo>
                  <a:pt x="568547" y="881539"/>
                  <a:pt x="568357" y="881158"/>
                  <a:pt x="568071" y="880967"/>
                </a:cubicBezTo>
                <a:lnTo>
                  <a:pt x="567500" y="880491"/>
                </a:lnTo>
                <a:lnTo>
                  <a:pt x="574358" y="880491"/>
                </a:lnTo>
                <a:lnTo>
                  <a:pt x="574358" y="887635"/>
                </a:lnTo>
                <a:close/>
                <a:moveTo>
                  <a:pt x="855059" y="847439"/>
                </a:moveTo>
                <a:cubicBezTo>
                  <a:pt x="855059" y="846201"/>
                  <a:pt x="856012" y="845249"/>
                  <a:pt x="857250" y="845249"/>
                </a:cubicBezTo>
                <a:lnTo>
                  <a:pt x="878015" y="845249"/>
                </a:lnTo>
                <a:cubicBezTo>
                  <a:pt x="879253" y="845249"/>
                  <a:pt x="880205" y="846201"/>
                  <a:pt x="880205" y="847439"/>
                </a:cubicBezTo>
                <a:lnTo>
                  <a:pt x="880205" y="857441"/>
                </a:lnTo>
                <a:cubicBezTo>
                  <a:pt x="880205" y="858679"/>
                  <a:pt x="879253" y="859631"/>
                  <a:pt x="878015" y="859631"/>
                </a:cubicBezTo>
                <a:lnTo>
                  <a:pt x="857250" y="859631"/>
                </a:lnTo>
                <a:cubicBezTo>
                  <a:pt x="856012" y="859631"/>
                  <a:pt x="855059" y="858679"/>
                  <a:pt x="855059" y="857441"/>
                </a:cubicBezTo>
                <a:lnTo>
                  <a:pt x="855059" y="847439"/>
                </a:lnTo>
                <a:close/>
                <a:moveTo>
                  <a:pt x="1109567" y="1100519"/>
                </a:moveTo>
                <a:lnTo>
                  <a:pt x="959739" y="1100519"/>
                </a:lnTo>
                <a:cubicBezTo>
                  <a:pt x="959739" y="1100519"/>
                  <a:pt x="943356" y="1083564"/>
                  <a:pt x="943356" y="1083564"/>
                </a:cubicBezTo>
                <a:lnTo>
                  <a:pt x="883634" y="1083564"/>
                </a:lnTo>
                <a:cubicBezTo>
                  <a:pt x="882491" y="1079183"/>
                  <a:pt x="878777" y="1075849"/>
                  <a:pt x="874109" y="1075849"/>
                </a:cubicBezTo>
                <a:cubicBezTo>
                  <a:pt x="868585" y="1075849"/>
                  <a:pt x="864108" y="1080326"/>
                  <a:pt x="864108" y="1085850"/>
                </a:cubicBezTo>
                <a:cubicBezTo>
                  <a:pt x="864108" y="1091375"/>
                  <a:pt x="868585" y="1095851"/>
                  <a:pt x="874109" y="1095851"/>
                </a:cubicBezTo>
                <a:cubicBezTo>
                  <a:pt x="878777" y="1095851"/>
                  <a:pt x="882587" y="1092518"/>
                  <a:pt x="883634" y="1088136"/>
                </a:cubicBezTo>
                <a:lnTo>
                  <a:pt x="941356" y="1088136"/>
                </a:lnTo>
                <a:cubicBezTo>
                  <a:pt x="941356" y="1088136"/>
                  <a:pt x="957739" y="1104995"/>
                  <a:pt x="957739" y="1104995"/>
                </a:cubicBezTo>
                <a:lnTo>
                  <a:pt x="1111377" y="1104995"/>
                </a:lnTo>
                <a:cubicBezTo>
                  <a:pt x="1111377" y="1104995"/>
                  <a:pt x="1134428" y="1084612"/>
                  <a:pt x="1134428" y="1084612"/>
                </a:cubicBezTo>
                <a:lnTo>
                  <a:pt x="1134428" y="1048607"/>
                </a:lnTo>
                <a:lnTo>
                  <a:pt x="1098614" y="1010126"/>
                </a:lnTo>
                <a:cubicBezTo>
                  <a:pt x="1099852" y="1008221"/>
                  <a:pt x="1100804" y="1006031"/>
                  <a:pt x="1100804" y="1003554"/>
                </a:cubicBezTo>
                <a:cubicBezTo>
                  <a:pt x="1100804" y="996696"/>
                  <a:pt x="1095280" y="991172"/>
                  <a:pt x="1088422" y="991172"/>
                </a:cubicBezTo>
                <a:cubicBezTo>
                  <a:pt x="1081564" y="991172"/>
                  <a:pt x="1076039" y="996791"/>
                  <a:pt x="1076039" y="1003554"/>
                </a:cubicBezTo>
                <a:cubicBezTo>
                  <a:pt x="1076039" y="1010317"/>
                  <a:pt x="1081659" y="1015937"/>
                  <a:pt x="1088422" y="1015937"/>
                </a:cubicBezTo>
                <a:cubicBezTo>
                  <a:pt x="1091089" y="1015937"/>
                  <a:pt x="1093375" y="1014889"/>
                  <a:pt x="1095375" y="1013555"/>
                </a:cubicBezTo>
                <a:lnTo>
                  <a:pt x="1129760" y="1050417"/>
                </a:lnTo>
                <a:lnTo>
                  <a:pt x="1129760" y="1082421"/>
                </a:lnTo>
                <a:lnTo>
                  <a:pt x="1109663" y="1100328"/>
                </a:lnTo>
                <a:close/>
                <a:moveTo>
                  <a:pt x="1088327" y="1011460"/>
                </a:moveTo>
                <a:cubicBezTo>
                  <a:pt x="1084136" y="1011460"/>
                  <a:pt x="1080707" y="1008031"/>
                  <a:pt x="1080707" y="1003840"/>
                </a:cubicBezTo>
                <a:cubicBezTo>
                  <a:pt x="1080707" y="999649"/>
                  <a:pt x="1084136" y="996220"/>
                  <a:pt x="1088327" y="996220"/>
                </a:cubicBezTo>
                <a:cubicBezTo>
                  <a:pt x="1092518" y="996220"/>
                  <a:pt x="1095947" y="999649"/>
                  <a:pt x="1095947" y="1003840"/>
                </a:cubicBezTo>
                <a:cubicBezTo>
                  <a:pt x="1095947" y="1008031"/>
                  <a:pt x="1092518" y="1011460"/>
                  <a:pt x="1088327" y="1011460"/>
                </a:cubicBezTo>
                <a:close/>
                <a:moveTo>
                  <a:pt x="1182529" y="735140"/>
                </a:moveTo>
                <a:cubicBezTo>
                  <a:pt x="1182529" y="730472"/>
                  <a:pt x="1186244" y="726758"/>
                  <a:pt x="1190911" y="726758"/>
                </a:cubicBezTo>
                <a:cubicBezTo>
                  <a:pt x="1195578" y="726758"/>
                  <a:pt x="1199293" y="730472"/>
                  <a:pt x="1199293" y="735140"/>
                </a:cubicBezTo>
                <a:cubicBezTo>
                  <a:pt x="1199293" y="739807"/>
                  <a:pt x="1195578" y="743522"/>
                  <a:pt x="1190911" y="743522"/>
                </a:cubicBezTo>
                <a:cubicBezTo>
                  <a:pt x="1186244" y="743522"/>
                  <a:pt x="1182529" y="739807"/>
                  <a:pt x="1182529" y="735140"/>
                </a:cubicBezTo>
                <a:close/>
                <a:moveTo>
                  <a:pt x="916496" y="554927"/>
                </a:moveTo>
                <a:cubicBezTo>
                  <a:pt x="911066" y="554927"/>
                  <a:pt x="906685" y="559308"/>
                  <a:pt x="906685" y="564737"/>
                </a:cubicBezTo>
                <a:cubicBezTo>
                  <a:pt x="906685" y="570167"/>
                  <a:pt x="911066" y="574548"/>
                  <a:pt x="916496" y="574548"/>
                </a:cubicBezTo>
                <a:cubicBezTo>
                  <a:pt x="921068" y="574548"/>
                  <a:pt x="924687" y="571405"/>
                  <a:pt x="925735" y="567119"/>
                </a:cubicBezTo>
                <a:lnTo>
                  <a:pt x="951833" y="567119"/>
                </a:lnTo>
                <a:cubicBezTo>
                  <a:pt x="951833" y="567119"/>
                  <a:pt x="1007078" y="618077"/>
                  <a:pt x="1007078" y="618077"/>
                </a:cubicBezTo>
                <a:lnTo>
                  <a:pt x="1007745" y="618744"/>
                </a:lnTo>
                <a:lnTo>
                  <a:pt x="1137190" y="619030"/>
                </a:lnTo>
                <a:lnTo>
                  <a:pt x="1165574" y="650843"/>
                </a:lnTo>
                <a:lnTo>
                  <a:pt x="1165574" y="705041"/>
                </a:lnTo>
                <a:lnTo>
                  <a:pt x="1170337" y="705041"/>
                </a:lnTo>
                <a:lnTo>
                  <a:pt x="1170337" y="649034"/>
                </a:lnTo>
                <a:lnTo>
                  <a:pt x="1139285" y="614267"/>
                </a:lnTo>
                <a:lnTo>
                  <a:pt x="1009555" y="613982"/>
                </a:lnTo>
                <a:lnTo>
                  <a:pt x="953548" y="562451"/>
                </a:lnTo>
                <a:lnTo>
                  <a:pt x="925544" y="562451"/>
                </a:lnTo>
                <a:cubicBezTo>
                  <a:pt x="924497" y="558165"/>
                  <a:pt x="920782" y="555022"/>
                  <a:pt x="916305" y="555022"/>
                </a:cubicBezTo>
                <a:close/>
                <a:moveTo>
                  <a:pt x="916496" y="569690"/>
                </a:moveTo>
                <a:cubicBezTo>
                  <a:pt x="913733" y="569690"/>
                  <a:pt x="911447" y="567404"/>
                  <a:pt x="911447" y="564642"/>
                </a:cubicBezTo>
                <a:cubicBezTo>
                  <a:pt x="911447" y="561880"/>
                  <a:pt x="913733" y="559594"/>
                  <a:pt x="916496" y="559594"/>
                </a:cubicBezTo>
                <a:cubicBezTo>
                  <a:pt x="919258" y="559594"/>
                  <a:pt x="921544" y="561880"/>
                  <a:pt x="921544" y="564642"/>
                </a:cubicBezTo>
                <a:cubicBezTo>
                  <a:pt x="921544" y="567404"/>
                  <a:pt x="919258" y="569690"/>
                  <a:pt x="916496" y="569690"/>
                </a:cubicBezTo>
                <a:close/>
                <a:moveTo>
                  <a:pt x="6001" y="2473928"/>
                </a:moveTo>
                <a:lnTo>
                  <a:pt x="95" y="2473928"/>
                </a:lnTo>
                <a:lnTo>
                  <a:pt x="95" y="2469166"/>
                </a:lnTo>
                <a:lnTo>
                  <a:pt x="6001" y="2469166"/>
                </a:lnTo>
                <a:cubicBezTo>
                  <a:pt x="6668" y="2469166"/>
                  <a:pt x="7239" y="2468594"/>
                  <a:pt x="7239" y="2467928"/>
                </a:cubicBezTo>
                <a:lnTo>
                  <a:pt x="7239" y="2457831"/>
                </a:lnTo>
                <a:cubicBezTo>
                  <a:pt x="7239" y="2457164"/>
                  <a:pt x="6668" y="2456593"/>
                  <a:pt x="6001" y="2456593"/>
                </a:cubicBezTo>
                <a:lnTo>
                  <a:pt x="95" y="2456593"/>
                </a:lnTo>
                <a:lnTo>
                  <a:pt x="95" y="2451830"/>
                </a:lnTo>
                <a:lnTo>
                  <a:pt x="6001" y="2451830"/>
                </a:lnTo>
                <a:cubicBezTo>
                  <a:pt x="9335" y="2451830"/>
                  <a:pt x="12002" y="2454497"/>
                  <a:pt x="12002" y="2457831"/>
                </a:cubicBezTo>
                <a:lnTo>
                  <a:pt x="12002" y="2467928"/>
                </a:lnTo>
                <a:cubicBezTo>
                  <a:pt x="12002" y="2471261"/>
                  <a:pt x="9335" y="2473928"/>
                  <a:pt x="6001" y="2473928"/>
                </a:cubicBezTo>
                <a:close/>
                <a:moveTo>
                  <a:pt x="1143857" y="2138172"/>
                </a:moveTo>
                <a:cubicBezTo>
                  <a:pt x="1148144" y="2138172"/>
                  <a:pt x="1151573" y="2134648"/>
                  <a:pt x="1151573" y="2130457"/>
                </a:cubicBezTo>
                <a:cubicBezTo>
                  <a:pt x="1151573" y="2126266"/>
                  <a:pt x="1148048" y="2122742"/>
                  <a:pt x="1143857" y="2122742"/>
                </a:cubicBezTo>
                <a:cubicBezTo>
                  <a:pt x="1139666" y="2122742"/>
                  <a:pt x="1136142" y="2126266"/>
                  <a:pt x="1136142" y="2130457"/>
                </a:cubicBezTo>
                <a:cubicBezTo>
                  <a:pt x="1136142" y="2134648"/>
                  <a:pt x="1139666" y="2138172"/>
                  <a:pt x="1143857" y="2138172"/>
                </a:cubicBezTo>
                <a:close/>
                <a:moveTo>
                  <a:pt x="1143857" y="2125028"/>
                </a:moveTo>
                <a:cubicBezTo>
                  <a:pt x="1146810" y="2125028"/>
                  <a:pt x="1149191" y="2127409"/>
                  <a:pt x="1149191" y="2130362"/>
                </a:cubicBezTo>
                <a:cubicBezTo>
                  <a:pt x="1149191" y="2133314"/>
                  <a:pt x="1146810" y="2135696"/>
                  <a:pt x="1143857" y="2135696"/>
                </a:cubicBezTo>
                <a:cubicBezTo>
                  <a:pt x="1140905" y="2135696"/>
                  <a:pt x="1138523" y="2133314"/>
                  <a:pt x="1138523" y="2130362"/>
                </a:cubicBezTo>
                <a:cubicBezTo>
                  <a:pt x="1138523" y="2127409"/>
                  <a:pt x="1140905" y="2125028"/>
                  <a:pt x="1143857" y="2125028"/>
                </a:cubicBezTo>
                <a:close/>
                <a:moveTo>
                  <a:pt x="851535" y="616458"/>
                </a:moveTo>
                <a:lnTo>
                  <a:pt x="754190" y="616458"/>
                </a:lnTo>
                <a:cubicBezTo>
                  <a:pt x="753142" y="612267"/>
                  <a:pt x="749427" y="609029"/>
                  <a:pt x="744950" y="609029"/>
                </a:cubicBezTo>
                <a:cubicBezTo>
                  <a:pt x="739521" y="609029"/>
                  <a:pt x="735140" y="613410"/>
                  <a:pt x="735140" y="618839"/>
                </a:cubicBezTo>
                <a:cubicBezTo>
                  <a:pt x="735140" y="624269"/>
                  <a:pt x="739521" y="628555"/>
                  <a:pt x="744950" y="628555"/>
                </a:cubicBezTo>
                <a:cubicBezTo>
                  <a:pt x="749522" y="628555"/>
                  <a:pt x="753142" y="625412"/>
                  <a:pt x="754190" y="621221"/>
                </a:cubicBezTo>
                <a:lnTo>
                  <a:pt x="849725" y="621221"/>
                </a:lnTo>
                <a:lnTo>
                  <a:pt x="870204" y="638747"/>
                </a:lnTo>
                <a:lnTo>
                  <a:pt x="906018" y="639127"/>
                </a:lnTo>
                <a:cubicBezTo>
                  <a:pt x="907066" y="643319"/>
                  <a:pt x="910781" y="646557"/>
                  <a:pt x="915257" y="646557"/>
                </a:cubicBezTo>
                <a:cubicBezTo>
                  <a:pt x="920687" y="646557"/>
                  <a:pt x="925068" y="642176"/>
                  <a:pt x="925068" y="636746"/>
                </a:cubicBezTo>
                <a:cubicBezTo>
                  <a:pt x="925068" y="631317"/>
                  <a:pt x="920687" y="626936"/>
                  <a:pt x="915257" y="626936"/>
                </a:cubicBezTo>
                <a:cubicBezTo>
                  <a:pt x="910685" y="626936"/>
                  <a:pt x="907066" y="630079"/>
                  <a:pt x="906018" y="634270"/>
                </a:cubicBezTo>
                <a:lnTo>
                  <a:pt x="872014" y="633984"/>
                </a:lnTo>
                <a:lnTo>
                  <a:pt x="851535" y="616458"/>
                </a:lnTo>
                <a:close/>
                <a:moveTo>
                  <a:pt x="744950" y="623888"/>
                </a:moveTo>
                <a:cubicBezTo>
                  <a:pt x="742188" y="623888"/>
                  <a:pt x="739902" y="621602"/>
                  <a:pt x="739902" y="618935"/>
                </a:cubicBezTo>
                <a:cubicBezTo>
                  <a:pt x="739902" y="616268"/>
                  <a:pt x="742188" y="613886"/>
                  <a:pt x="744950" y="613886"/>
                </a:cubicBezTo>
                <a:cubicBezTo>
                  <a:pt x="747713" y="613886"/>
                  <a:pt x="749903" y="616172"/>
                  <a:pt x="749903" y="618935"/>
                </a:cubicBezTo>
                <a:cubicBezTo>
                  <a:pt x="749903" y="621697"/>
                  <a:pt x="747617" y="623888"/>
                  <a:pt x="744950" y="623888"/>
                </a:cubicBezTo>
                <a:close/>
                <a:moveTo>
                  <a:pt x="915352" y="631698"/>
                </a:moveTo>
                <a:cubicBezTo>
                  <a:pt x="918115" y="631698"/>
                  <a:pt x="920401" y="633984"/>
                  <a:pt x="920401" y="636746"/>
                </a:cubicBezTo>
                <a:cubicBezTo>
                  <a:pt x="920401" y="639509"/>
                  <a:pt x="918115" y="641795"/>
                  <a:pt x="915352" y="641795"/>
                </a:cubicBezTo>
                <a:cubicBezTo>
                  <a:pt x="912590" y="641795"/>
                  <a:pt x="910400" y="639509"/>
                  <a:pt x="910400" y="636746"/>
                </a:cubicBezTo>
                <a:cubicBezTo>
                  <a:pt x="910400" y="633984"/>
                  <a:pt x="912686" y="631698"/>
                  <a:pt x="915352" y="631698"/>
                </a:cubicBezTo>
                <a:close/>
                <a:moveTo>
                  <a:pt x="4477" y="2393823"/>
                </a:moveTo>
                <a:lnTo>
                  <a:pt x="95" y="2393823"/>
                </a:lnTo>
                <a:lnTo>
                  <a:pt x="95" y="2389061"/>
                </a:lnTo>
                <a:lnTo>
                  <a:pt x="4477" y="2389061"/>
                </a:lnTo>
                <a:cubicBezTo>
                  <a:pt x="5143" y="2389061"/>
                  <a:pt x="5715" y="2388489"/>
                  <a:pt x="5715" y="2387822"/>
                </a:cubicBezTo>
                <a:lnTo>
                  <a:pt x="5715" y="2377726"/>
                </a:lnTo>
                <a:cubicBezTo>
                  <a:pt x="5715" y="2377059"/>
                  <a:pt x="5143" y="2376488"/>
                  <a:pt x="4477" y="2376488"/>
                </a:cubicBezTo>
                <a:lnTo>
                  <a:pt x="95" y="2376488"/>
                </a:lnTo>
                <a:lnTo>
                  <a:pt x="95" y="2371725"/>
                </a:lnTo>
                <a:lnTo>
                  <a:pt x="4477" y="2371725"/>
                </a:lnTo>
                <a:cubicBezTo>
                  <a:pt x="7811" y="2371725"/>
                  <a:pt x="10478" y="2374392"/>
                  <a:pt x="10478" y="2377726"/>
                </a:cubicBezTo>
                <a:lnTo>
                  <a:pt x="10478" y="2387822"/>
                </a:lnTo>
                <a:cubicBezTo>
                  <a:pt x="10478" y="2391156"/>
                  <a:pt x="7811" y="2393823"/>
                  <a:pt x="4477" y="2393823"/>
                </a:cubicBezTo>
                <a:close/>
                <a:moveTo>
                  <a:pt x="852011" y="2300669"/>
                </a:moveTo>
                <a:cubicBezTo>
                  <a:pt x="848773" y="2299526"/>
                  <a:pt x="845344" y="2299716"/>
                  <a:pt x="842296" y="2301145"/>
                </a:cubicBezTo>
                <a:cubicBezTo>
                  <a:pt x="839248" y="2302574"/>
                  <a:pt x="836867" y="2305145"/>
                  <a:pt x="835819" y="2308384"/>
                </a:cubicBezTo>
                <a:cubicBezTo>
                  <a:pt x="833438" y="2314956"/>
                  <a:pt x="836962" y="2322290"/>
                  <a:pt x="843534" y="2324672"/>
                </a:cubicBezTo>
                <a:cubicBezTo>
                  <a:pt x="844963" y="2325148"/>
                  <a:pt x="846392" y="2325434"/>
                  <a:pt x="847820" y="2325434"/>
                </a:cubicBezTo>
                <a:cubicBezTo>
                  <a:pt x="849725" y="2325434"/>
                  <a:pt x="851535" y="2325053"/>
                  <a:pt x="853250" y="2324195"/>
                </a:cubicBezTo>
                <a:cubicBezTo>
                  <a:pt x="853535" y="2324100"/>
                  <a:pt x="853726" y="2323814"/>
                  <a:pt x="854012" y="2323624"/>
                </a:cubicBezTo>
                <a:lnTo>
                  <a:pt x="904113" y="2379821"/>
                </a:lnTo>
                <a:lnTo>
                  <a:pt x="904113" y="2517934"/>
                </a:lnTo>
                <a:lnTo>
                  <a:pt x="811149" y="2626233"/>
                </a:lnTo>
                <a:cubicBezTo>
                  <a:pt x="810292" y="2625567"/>
                  <a:pt x="809435" y="2624900"/>
                  <a:pt x="808482" y="2624423"/>
                </a:cubicBezTo>
                <a:cubicBezTo>
                  <a:pt x="805339" y="2623185"/>
                  <a:pt x="801910" y="2623185"/>
                  <a:pt x="798767" y="2624423"/>
                </a:cubicBezTo>
                <a:cubicBezTo>
                  <a:pt x="795623" y="2625757"/>
                  <a:pt x="793147" y="2628234"/>
                  <a:pt x="791909" y="2631377"/>
                </a:cubicBezTo>
                <a:cubicBezTo>
                  <a:pt x="790575" y="2634520"/>
                  <a:pt x="790670" y="2637949"/>
                  <a:pt x="791909" y="2641092"/>
                </a:cubicBezTo>
                <a:cubicBezTo>
                  <a:pt x="793242" y="2644235"/>
                  <a:pt x="795719" y="2646617"/>
                  <a:pt x="798862" y="2647950"/>
                </a:cubicBezTo>
                <a:cubicBezTo>
                  <a:pt x="800481" y="2648617"/>
                  <a:pt x="802100" y="2648903"/>
                  <a:pt x="803624" y="2648903"/>
                </a:cubicBezTo>
                <a:cubicBezTo>
                  <a:pt x="808673" y="2648903"/>
                  <a:pt x="813435" y="2645950"/>
                  <a:pt x="815435" y="2640997"/>
                </a:cubicBezTo>
                <a:cubicBezTo>
                  <a:pt x="816674" y="2637854"/>
                  <a:pt x="816674" y="2634425"/>
                  <a:pt x="815435" y="2631281"/>
                </a:cubicBezTo>
                <a:cubicBezTo>
                  <a:pt x="815245" y="2630710"/>
                  <a:pt x="814769" y="2630329"/>
                  <a:pt x="814483" y="2629757"/>
                </a:cubicBezTo>
                <a:lnTo>
                  <a:pt x="908971" y="2519648"/>
                </a:lnTo>
                <a:lnTo>
                  <a:pt x="908971" y="2377916"/>
                </a:lnTo>
                <a:lnTo>
                  <a:pt x="857822" y="2320481"/>
                </a:lnTo>
                <a:cubicBezTo>
                  <a:pt x="858679" y="2319433"/>
                  <a:pt x="859441" y="2318290"/>
                  <a:pt x="859917" y="2316861"/>
                </a:cubicBezTo>
                <a:cubicBezTo>
                  <a:pt x="862298" y="2310289"/>
                  <a:pt x="858774" y="2302955"/>
                  <a:pt x="852202" y="2300573"/>
                </a:cubicBezTo>
                <a:close/>
                <a:moveTo>
                  <a:pt x="855250" y="2315337"/>
                </a:moveTo>
                <a:cubicBezTo>
                  <a:pt x="853821" y="2319433"/>
                  <a:pt x="849249" y="2321624"/>
                  <a:pt x="845058" y="2320195"/>
                </a:cubicBezTo>
                <a:cubicBezTo>
                  <a:pt x="840962" y="2318766"/>
                  <a:pt x="838772" y="2314194"/>
                  <a:pt x="840200" y="2310003"/>
                </a:cubicBezTo>
                <a:cubicBezTo>
                  <a:pt x="840867" y="2308003"/>
                  <a:pt x="842391" y="2306384"/>
                  <a:pt x="844296" y="2305526"/>
                </a:cubicBezTo>
                <a:cubicBezTo>
                  <a:pt x="845344" y="2305050"/>
                  <a:pt x="846582" y="2304764"/>
                  <a:pt x="847725" y="2304764"/>
                </a:cubicBezTo>
                <a:cubicBezTo>
                  <a:pt x="848582" y="2304764"/>
                  <a:pt x="849535" y="2304955"/>
                  <a:pt x="850392" y="2305241"/>
                </a:cubicBezTo>
                <a:lnTo>
                  <a:pt x="850392" y="2305241"/>
                </a:lnTo>
                <a:cubicBezTo>
                  <a:pt x="854488" y="2306669"/>
                  <a:pt x="856679" y="2311241"/>
                  <a:pt x="855250" y="2315432"/>
                </a:cubicBezTo>
                <a:close/>
                <a:moveTo>
                  <a:pt x="810959" y="2639187"/>
                </a:moveTo>
                <a:cubicBezTo>
                  <a:pt x="809339" y="2643283"/>
                  <a:pt x="804672" y="2645188"/>
                  <a:pt x="800576" y="2643569"/>
                </a:cubicBezTo>
                <a:cubicBezTo>
                  <a:pt x="798576" y="2642807"/>
                  <a:pt x="797052" y="2641283"/>
                  <a:pt x="796290" y="2639282"/>
                </a:cubicBezTo>
                <a:cubicBezTo>
                  <a:pt x="795433" y="2637282"/>
                  <a:pt x="795433" y="2635187"/>
                  <a:pt x="796290" y="2633186"/>
                </a:cubicBezTo>
                <a:cubicBezTo>
                  <a:pt x="797052" y="2631186"/>
                  <a:pt x="798576" y="2629662"/>
                  <a:pt x="800576" y="2628900"/>
                </a:cubicBezTo>
                <a:cubicBezTo>
                  <a:pt x="801529" y="2628519"/>
                  <a:pt x="802577" y="2628234"/>
                  <a:pt x="803624" y="2628234"/>
                </a:cubicBezTo>
                <a:cubicBezTo>
                  <a:pt x="804672" y="2628234"/>
                  <a:pt x="805625" y="2628424"/>
                  <a:pt x="806672" y="2628805"/>
                </a:cubicBezTo>
                <a:cubicBezTo>
                  <a:pt x="808673" y="2629567"/>
                  <a:pt x="810197" y="2631091"/>
                  <a:pt x="810959" y="2633091"/>
                </a:cubicBezTo>
                <a:cubicBezTo>
                  <a:pt x="811816" y="2635092"/>
                  <a:pt x="811816" y="2637187"/>
                  <a:pt x="810959" y="2639187"/>
                </a:cubicBezTo>
                <a:close/>
                <a:moveTo>
                  <a:pt x="95" y="2784920"/>
                </a:moveTo>
                <a:lnTo>
                  <a:pt x="95" y="2770918"/>
                </a:lnTo>
                <a:cubicBezTo>
                  <a:pt x="2953" y="2775299"/>
                  <a:pt x="2858" y="2780729"/>
                  <a:pt x="95" y="2784920"/>
                </a:cubicBezTo>
                <a:close/>
                <a:moveTo>
                  <a:pt x="890778" y="586169"/>
                </a:moveTo>
                <a:cubicBezTo>
                  <a:pt x="885349" y="586169"/>
                  <a:pt x="880967" y="590550"/>
                  <a:pt x="880967" y="595979"/>
                </a:cubicBezTo>
                <a:cubicBezTo>
                  <a:pt x="880967" y="601409"/>
                  <a:pt x="885349" y="605790"/>
                  <a:pt x="890778" y="605790"/>
                </a:cubicBezTo>
                <a:cubicBezTo>
                  <a:pt x="895350" y="605790"/>
                  <a:pt x="898970" y="602647"/>
                  <a:pt x="900017" y="598456"/>
                </a:cubicBezTo>
                <a:lnTo>
                  <a:pt x="926116" y="598456"/>
                </a:lnTo>
                <a:cubicBezTo>
                  <a:pt x="926116" y="598456"/>
                  <a:pt x="982123" y="649986"/>
                  <a:pt x="982123" y="649986"/>
                </a:cubicBezTo>
                <a:lnTo>
                  <a:pt x="1111663" y="650272"/>
                </a:lnTo>
                <a:lnTo>
                  <a:pt x="1129951" y="669131"/>
                </a:lnTo>
                <a:lnTo>
                  <a:pt x="1129951" y="693229"/>
                </a:lnTo>
                <a:lnTo>
                  <a:pt x="1129760" y="693229"/>
                </a:lnTo>
                <a:cubicBezTo>
                  <a:pt x="1128236" y="693229"/>
                  <a:pt x="1127093" y="694468"/>
                  <a:pt x="1127093" y="695897"/>
                </a:cubicBezTo>
                <a:lnTo>
                  <a:pt x="1127093" y="708851"/>
                </a:lnTo>
                <a:cubicBezTo>
                  <a:pt x="1127093" y="710375"/>
                  <a:pt x="1128332" y="711518"/>
                  <a:pt x="1129760" y="711518"/>
                </a:cubicBezTo>
                <a:lnTo>
                  <a:pt x="1135761" y="711518"/>
                </a:lnTo>
                <a:cubicBezTo>
                  <a:pt x="1137285" y="711518"/>
                  <a:pt x="1138428" y="710279"/>
                  <a:pt x="1138428" y="708851"/>
                </a:cubicBezTo>
                <a:lnTo>
                  <a:pt x="1138428" y="695897"/>
                </a:lnTo>
                <a:cubicBezTo>
                  <a:pt x="1138428" y="694373"/>
                  <a:pt x="1137190" y="693229"/>
                  <a:pt x="1135761" y="693229"/>
                </a:cubicBezTo>
                <a:lnTo>
                  <a:pt x="1134713" y="693229"/>
                </a:lnTo>
                <a:lnTo>
                  <a:pt x="1134713" y="667226"/>
                </a:lnTo>
                <a:lnTo>
                  <a:pt x="1113758" y="645509"/>
                </a:lnTo>
                <a:lnTo>
                  <a:pt x="984123" y="645128"/>
                </a:lnTo>
                <a:lnTo>
                  <a:pt x="928116" y="593598"/>
                </a:lnTo>
                <a:lnTo>
                  <a:pt x="900113" y="593598"/>
                </a:lnTo>
                <a:cubicBezTo>
                  <a:pt x="899065" y="589312"/>
                  <a:pt x="895350" y="586169"/>
                  <a:pt x="890873" y="586169"/>
                </a:cubicBezTo>
                <a:close/>
                <a:moveTo>
                  <a:pt x="890778" y="600932"/>
                </a:moveTo>
                <a:cubicBezTo>
                  <a:pt x="888016" y="600932"/>
                  <a:pt x="885730" y="598646"/>
                  <a:pt x="885730" y="595884"/>
                </a:cubicBezTo>
                <a:cubicBezTo>
                  <a:pt x="885730" y="593122"/>
                  <a:pt x="888016" y="590836"/>
                  <a:pt x="890778" y="590836"/>
                </a:cubicBezTo>
                <a:cubicBezTo>
                  <a:pt x="893540" y="590836"/>
                  <a:pt x="895731" y="593122"/>
                  <a:pt x="895731" y="595884"/>
                </a:cubicBezTo>
                <a:cubicBezTo>
                  <a:pt x="895731" y="598646"/>
                  <a:pt x="893445" y="600932"/>
                  <a:pt x="890778" y="600932"/>
                </a:cubicBezTo>
                <a:close/>
                <a:moveTo>
                  <a:pt x="192119" y="2629472"/>
                </a:moveTo>
                <a:lnTo>
                  <a:pt x="192119" y="2624804"/>
                </a:lnTo>
                <a:cubicBezTo>
                  <a:pt x="192119" y="2621185"/>
                  <a:pt x="189167" y="2618232"/>
                  <a:pt x="185547" y="2618232"/>
                </a:cubicBezTo>
                <a:lnTo>
                  <a:pt x="158782" y="2618232"/>
                </a:lnTo>
                <a:cubicBezTo>
                  <a:pt x="155543" y="2618232"/>
                  <a:pt x="152876" y="2620709"/>
                  <a:pt x="152400" y="2623852"/>
                </a:cubicBezTo>
                <a:lnTo>
                  <a:pt x="95822" y="2623852"/>
                </a:lnTo>
                <a:lnTo>
                  <a:pt x="79629" y="2647284"/>
                </a:lnTo>
                <a:lnTo>
                  <a:pt x="95" y="2647284"/>
                </a:lnTo>
                <a:lnTo>
                  <a:pt x="95" y="2652046"/>
                </a:lnTo>
                <a:lnTo>
                  <a:pt x="82201" y="2652046"/>
                </a:lnTo>
                <a:lnTo>
                  <a:pt x="98393" y="2628614"/>
                </a:lnTo>
                <a:lnTo>
                  <a:pt x="152305" y="2628614"/>
                </a:lnTo>
                <a:lnTo>
                  <a:pt x="152305" y="2629472"/>
                </a:lnTo>
                <a:cubicBezTo>
                  <a:pt x="152305" y="2633091"/>
                  <a:pt x="155258" y="2636044"/>
                  <a:pt x="158877" y="2636044"/>
                </a:cubicBezTo>
                <a:lnTo>
                  <a:pt x="169926" y="2636044"/>
                </a:lnTo>
                <a:lnTo>
                  <a:pt x="169926" y="2762250"/>
                </a:lnTo>
                <a:cubicBezTo>
                  <a:pt x="169926" y="2762250"/>
                  <a:pt x="200025" y="2793016"/>
                  <a:pt x="200025" y="2793016"/>
                </a:cubicBezTo>
                <a:lnTo>
                  <a:pt x="199644" y="2947511"/>
                </a:lnTo>
                <a:cubicBezTo>
                  <a:pt x="196787" y="2948178"/>
                  <a:pt x="194215" y="2949607"/>
                  <a:pt x="192405" y="2951893"/>
                </a:cubicBezTo>
                <a:cubicBezTo>
                  <a:pt x="190310" y="2954560"/>
                  <a:pt x="189452" y="2957894"/>
                  <a:pt x="189833" y="2961227"/>
                </a:cubicBezTo>
                <a:cubicBezTo>
                  <a:pt x="190691" y="2967609"/>
                  <a:pt x="196120" y="2972276"/>
                  <a:pt x="202406" y="2972276"/>
                </a:cubicBezTo>
                <a:cubicBezTo>
                  <a:pt x="202978" y="2972276"/>
                  <a:pt x="203454" y="2972276"/>
                  <a:pt x="204026" y="2972181"/>
                </a:cubicBezTo>
                <a:cubicBezTo>
                  <a:pt x="210979" y="2971324"/>
                  <a:pt x="215837" y="2964942"/>
                  <a:pt x="214979" y="2957989"/>
                </a:cubicBezTo>
                <a:cubicBezTo>
                  <a:pt x="214598" y="2954655"/>
                  <a:pt x="212884" y="2951702"/>
                  <a:pt x="210217" y="2949607"/>
                </a:cubicBezTo>
                <a:cubicBezTo>
                  <a:pt x="208502" y="2948273"/>
                  <a:pt x="206502" y="2947607"/>
                  <a:pt x="204502" y="2947321"/>
                </a:cubicBezTo>
                <a:lnTo>
                  <a:pt x="204883" y="2792063"/>
                </a:lnTo>
                <a:lnTo>
                  <a:pt x="204883" y="2791111"/>
                </a:lnTo>
                <a:cubicBezTo>
                  <a:pt x="204883" y="2791111"/>
                  <a:pt x="174879" y="2760345"/>
                  <a:pt x="174879" y="2760345"/>
                </a:cubicBezTo>
                <a:lnTo>
                  <a:pt x="174879" y="2636044"/>
                </a:lnTo>
                <a:cubicBezTo>
                  <a:pt x="174879" y="2636044"/>
                  <a:pt x="185738" y="2636044"/>
                  <a:pt x="185738" y="2636044"/>
                </a:cubicBezTo>
                <a:cubicBezTo>
                  <a:pt x="189357" y="2636044"/>
                  <a:pt x="192310" y="2633091"/>
                  <a:pt x="192310" y="2629472"/>
                </a:cubicBezTo>
                <a:close/>
                <a:moveTo>
                  <a:pt x="202311" y="2951798"/>
                </a:moveTo>
                <a:cubicBezTo>
                  <a:pt x="204026" y="2951798"/>
                  <a:pt x="205740" y="2952369"/>
                  <a:pt x="207074" y="2953417"/>
                </a:cubicBezTo>
                <a:cubicBezTo>
                  <a:pt x="208693" y="2954655"/>
                  <a:pt x="209836" y="2956560"/>
                  <a:pt x="210026" y="2958655"/>
                </a:cubicBezTo>
                <a:lnTo>
                  <a:pt x="210026" y="2958655"/>
                </a:lnTo>
                <a:cubicBezTo>
                  <a:pt x="210598" y="2962942"/>
                  <a:pt x="207550" y="2966942"/>
                  <a:pt x="203264" y="2967514"/>
                </a:cubicBezTo>
                <a:cubicBezTo>
                  <a:pt x="199073" y="2968180"/>
                  <a:pt x="194977" y="2965037"/>
                  <a:pt x="194405" y="2960656"/>
                </a:cubicBezTo>
                <a:cubicBezTo>
                  <a:pt x="194120" y="2958560"/>
                  <a:pt x="194691" y="2956465"/>
                  <a:pt x="196025" y="2954846"/>
                </a:cubicBezTo>
                <a:cubicBezTo>
                  <a:pt x="197263" y="2953226"/>
                  <a:pt x="199168" y="2952084"/>
                  <a:pt x="201263" y="2951893"/>
                </a:cubicBezTo>
                <a:cubicBezTo>
                  <a:pt x="201644" y="2951893"/>
                  <a:pt x="201930" y="2951893"/>
                  <a:pt x="202311" y="2951893"/>
                </a:cubicBezTo>
                <a:close/>
                <a:moveTo>
                  <a:pt x="157067" y="2624804"/>
                </a:moveTo>
                <a:cubicBezTo>
                  <a:pt x="157067" y="2623852"/>
                  <a:pt x="157829" y="2622995"/>
                  <a:pt x="158877" y="2622995"/>
                </a:cubicBezTo>
                <a:lnTo>
                  <a:pt x="185642" y="2622995"/>
                </a:lnTo>
                <a:cubicBezTo>
                  <a:pt x="186595" y="2622995"/>
                  <a:pt x="187452" y="2623757"/>
                  <a:pt x="187452" y="2624804"/>
                </a:cubicBezTo>
                <a:lnTo>
                  <a:pt x="187452" y="2625280"/>
                </a:lnTo>
                <a:lnTo>
                  <a:pt x="157067" y="2625280"/>
                </a:lnTo>
                <a:lnTo>
                  <a:pt x="157067" y="2624804"/>
                </a:lnTo>
                <a:close/>
                <a:moveTo>
                  <a:pt x="158782" y="2631281"/>
                </a:moveTo>
                <a:cubicBezTo>
                  <a:pt x="157829" y="2631281"/>
                  <a:pt x="156972" y="2630519"/>
                  <a:pt x="156972" y="2629472"/>
                </a:cubicBezTo>
                <a:lnTo>
                  <a:pt x="156972" y="2628710"/>
                </a:lnTo>
                <a:lnTo>
                  <a:pt x="187357" y="2628710"/>
                </a:lnTo>
                <a:lnTo>
                  <a:pt x="187357" y="2629472"/>
                </a:lnTo>
                <a:cubicBezTo>
                  <a:pt x="187357" y="2630424"/>
                  <a:pt x="186595" y="2631281"/>
                  <a:pt x="185547" y="2631281"/>
                </a:cubicBezTo>
                <a:lnTo>
                  <a:pt x="158782" y="2631281"/>
                </a:lnTo>
                <a:close/>
                <a:moveTo>
                  <a:pt x="445389" y="4343877"/>
                </a:moveTo>
                <a:lnTo>
                  <a:pt x="438245" y="4343877"/>
                </a:lnTo>
                <a:lnTo>
                  <a:pt x="438245" y="4336256"/>
                </a:lnTo>
                <a:lnTo>
                  <a:pt x="445389" y="4336256"/>
                </a:lnTo>
                <a:lnTo>
                  <a:pt x="445389" y="4343877"/>
                </a:lnTo>
                <a:close/>
                <a:moveTo>
                  <a:pt x="445389" y="4328637"/>
                </a:moveTo>
                <a:lnTo>
                  <a:pt x="438245" y="4328637"/>
                </a:lnTo>
                <a:lnTo>
                  <a:pt x="438245" y="4321017"/>
                </a:lnTo>
                <a:lnTo>
                  <a:pt x="445389" y="4321017"/>
                </a:lnTo>
                <a:lnTo>
                  <a:pt x="445389" y="4328637"/>
                </a:lnTo>
                <a:close/>
                <a:moveTo>
                  <a:pt x="307181" y="3993547"/>
                </a:moveTo>
                <a:cubicBezTo>
                  <a:pt x="307181" y="3991070"/>
                  <a:pt x="305181" y="3989070"/>
                  <a:pt x="302705" y="3989070"/>
                </a:cubicBezTo>
                <a:lnTo>
                  <a:pt x="290036" y="3989070"/>
                </a:lnTo>
                <a:cubicBezTo>
                  <a:pt x="287560" y="3989070"/>
                  <a:pt x="285560" y="3991070"/>
                  <a:pt x="285560" y="3993547"/>
                </a:cubicBezTo>
                <a:lnTo>
                  <a:pt x="285560" y="4006215"/>
                </a:lnTo>
                <a:cubicBezTo>
                  <a:pt x="285560" y="4008692"/>
                  <a:pt x="287560" y="4010692"/>
                  <a:pt x="290036" y="4010692"/>
                </a:cubicBezTo>
                <a:lnTo>
                  <a:pt x="302705" y="4010692"/>
                </a:lnTo>
                <a:cubicBezTo>
                  <a:pt x="302705" y="4010692"/>
                  <a:pt x="303276" y="4010597"/>
                  <a:pt x="303467" y="4010501"/>
                </a:cubicBezTo>
                <a:lnTo>
                  <a:pt x="443865" y="4173188"/>
                </a:lnTo>
                <a:lnTo>
                  <a:pt x="443865" y="4230529"/>
                </a:lnTo>
                <a:lnTo>
                  <a:pt x="441198" y="4230529"/>
                </a:lnTo>
                <a:cubicBezTo>
                  <a:pt x="435197" y="4230529"/>
                  <a:pt x="430244" y="4234911"/>
                  <a:pt x="430244" y="4240245"/>
                </a:cubicBezTo>
                <a:lnTo>
                  <a:pt x="430244" y="4279106"/>
                </a:lnTo>
                <a:cubicBezTo>
                  <a:pt x="430244" y="4284440"/>
                  <a:pt x="435197" y="4288822"/>
                  <a:pt x="441198" y="4288822"/>
                </a:cubicBezTo>
                <a:lnTo>
                  <a:pt x="451295" y="4288822"/>
                </a:lnTo>
                <a:cubicBezTo>
                  <a:pt x="457295" y="4288822"/>
                  <a:pt x="462248" y="4284440"/>
                  <a:pt x="462248" y="4279106"/>
                </a:cubicBezTo>
                <a:lnTo>
                  <a:pt x="462248" y="4240245"/>
                </a:lnTo>
                <a:cubicBezTo>
                  <a:pt x="462248" y="4234911"/>
                  <a:pt x="457295" y="4230529"/>
                  <a:pt x="451295" y="4230529"/>
                </a:cubicBezTo>
                <a:lnTo>
                  <a:pt x="448628" y="4230529"/>
                </a:lnTo>
                <a:lnTo>
                  <a:pt x="448628" y="4171474"/>
                </a:lnTo>
                <a:lnTo>
                  <a:pt x="306896" y="4007168"/>
                </a:lnTo>
                <a:cubicBezTo>
                  <a:pt x="306896" y="4007168"/>
                  <a:pt x="307086" y="4006501"/>
                  <a:pt x="307086" y="4006215"/>
                </a:cubicBezTo>
                <a:lnTo>
                  <a:pt x="307086" y="3993547"/>
                </a:lnTo>
                <a:close/>
                <a:moveTo>
                  <a:pt x="457200" y="4279202"/>
                </a:moveTo>
                <a:cubicBezTo>
                  <a:pt x="457200" y="4282059"/>
                  <a:pt x="454533" y="4284440"/>
                  <a:pt x="451295" y="4284440"/>
                </a:cubicBezTo>
                <a:lnTo>
                  <a:pt x="441198" y="4284440"/>
                </a:lnTo>
                <a:cubicBezTo>
                  <a:pt x="437960" y="4284440"/>
                  <a:pt x="435293" y="4282059"/>
                  <a:pt x="435293" y="4279202"/>
                </a:cubicBezTo>
                <a:lnTo>
                  <a:pt x="435293" y="4270915"/>
                </a:lnTo>
                <a:lnTo>
                  <a:pt x="457105" y="4270915"/>
                </a:lnTo>
                <a:lnTo>
                  <a:pt x="457105" y="4279202"/>
                </a:lnTo>
                <a:close/>
                <a:moveTo>
                  <a:pt x="451295" y="4235006"/>
                </a:moveTo>
                <a:cubicBezTo>
                  <a:pt x="454533" y="4235006"/>
                  <a:pt x="457200" y="4237387"/>
                  <a:pt x="457200" y="4240245"/>
                </a:cubicBezTo>
                <a:lnTo>
                  <a:pt x="457200" y="4246340"/>
                </a:lnTo>
                <a:lnTo>
                  <a:pt x="435388" y="4246340"/>
                </a:lnTo>
                <a:lnTo>
                  <a:pt x="435388" y="4240245"/>
                </a:lnTo>
                <a:cubicBezTo>
                  <a:pt x="435388" y="4237387"/>
                  <a:pt x="438055" y="4235006"/>
                  <a:pt x="441293" y="4235006"/>
                </a:cubicBezTo>
                <a:lnTo>
                  <a:pt x="451390" y="4235006"/>
                </a:lnTo>
                <a:close/>
                <a:moveTo>
                  <a:pt x="438245" y="4351592"/>
                </a:moveTo>
                <a:lnTo>
                  <a:pt x="445389" y="4351592"/>
                </a:lnTo>
                <a:lnTo>
                  <a:pt x="445389" y="4358069"/>
                </a:lnTo>
                <a:lnTo>
                  <a:pt x="440436" y="4362164"/>
                </a:lnTo>
                <a:lnTo>
                  <a:pt x="435864" y="4356640"/>
                </a:lnTo>
                <a:lnTo>
                  <a:pt x="438245" y="4354735"/>
                </a:lnTo>
                <a:lnTo>
                  <a:pt x="438245" y="4351687"/>
                </a:lnTo>
                <a:close/>
                <a:moveTo>
                  <a:pt x="950119" y="3376613"/>
                </a:moveTo>
                <a:cubicBezTo>
                  <a:pt x="950119" y="3380518"/>
                  <a:pt x="946976" y="3383661"/>
                  <a:pt x="943070" y="3383661"/>
                </a:cubicBezTo>
                <a:cubicBezTo>
                  <a:pt x="939165" y="3383661"/>
                  <a:pt x="936022" y="3380518"/>
                  <a:pt x="936022" y="3376613"/>
                </a:cubicBezTo>
                <a:cubicBezTo>
                  <a:pt x="936022" y="3372707"/>
                  <a:pt x="939165" y="3369564"/>
                  <a:pt x="943070" y="3369564"/>
                </a:cubicBezTo>
                <a:cubicBezTo>
                  <a:pt x="946976" y="3369564"/>
                  <a:pt x="950119" y="3372707"/>
                  <a:pt x="950119" y="3376613"/>
                </a:cubicBezTo>
                <a:close/>
                <a:moveTo>
                  <a:pt x="1132427" y="3312414"/>
                </a:moveTo>
                <a:lnTo>
                  <a:pt x="1132427" y="3338608"/>
                </a:lnTo>
                <a:cubicBezTo>
                  <a:pt x="1128236" y="3339655"/>
                  <a:pt x="1125093" y="3343370"/>
                  <a:pt x="1124998" y="3347847"/>
                </a:cubicBezTo>
                <a:cubicBezTo>
                  <a:pt x="1124998" y="3350419"/>
                  <a:pt x="1125950" y="3352895"/>
                  <a:pt x="1127855" y="3354800"/>
                </a:cubicBezTo>
                <a:cubicBezTo>
                  <a:pt x="1129665" y="3356705"/>
                  <a:pt x="1132142" y="3357944"/>
                  <a:pt x="1134809" y="3357658"/>
                </a:cubicBezTo>
                <a:cubicBezTo>
                  <a:pt x="1140143" y="3357658"/>
                  <a:pt x="1144524" y="3353276"/>
                  <a:pt x="1144619" y="3347942"/>
                </a:cubicBezTo>
                <a:cubicBezTo>
                  <a:pt x="1144619" y="3343370"/>
                  <a:pt x="1141476" y="3339751"/>
                  <a:pt x="1137190" y="3338608"/>
                </a:cubicBezTo>
                <a:lnTo>
                  <a:pt x="1137190" y="3310033"/>
                </a:lnTo>
                <a:cubicBezTo>
                  <a:pt x="1137190" y="3308699"/>
                  <a:pt x="1136142" y="3307652"/>
                  <a:pt x="1134809" y="3307652"/>
                </a:cubicBezTo>
                <a:lnTo>
                  <a:pt x="1089279" y="3307366"/>
                </a:lnTo>
                <a:lnTo>
                  <a:pt x="1089279" y="3307366"/>
                </a:lnTo>
                <a:cubicBezTo>
                  <a:pt x="1088708" y="3307366"/>
                  <a:pt x="1088136" y="3307556"/>
                  <a:pt x="1087755" y="3307937"/>
                </a:cubicBezTo>
                <a:lnTo>
                  <a:pt x="1072991" y="3320415"/>
                </a:lnTo>
                <a:cubicBezTo>
                  <a:pt x="1072420" y="3320892"/>
                  <a:pt x="1072134" y="3321558"/>
                  <a:pt x="1072134" y="3322225"/>
                </a:cubicBezTo>
                <a:lnTo>
                  <a:pt x="1072134" y="3360230"/>
                </a:lnTo>
                <a:cubicBezTo>
                  <a:pt x="1072134" y="3360230"/>
                  <a:pt x="966311" y="3360230"/>
                  <a:pt x="966311" y="3360230"/>
                </a:cubicBezTo>
                <a:cubicBezTo>
                  <a:pt x="965835" y="3360230"/>
                  <a:pt x="965359" y="3360420"/>
                  <a:pt x="964883" y="3360706"/>
                </a:cubicBezTo>
                <a:lnTo>
                  <a:pt x="954310" y="3368230"/>
                </a:lnTo>
                <a:cubicBezTo>
                  <a:pt x="953452" y="3367088"/>
                  <a:pt x="952595" y="3365945"/>
                  <a:pt x="951452" y="3365183"/>
                </a:cubicBezTo>
                <a:cubicBezTo>
                  <a:pt x="945071" y="3360515"/>
                  <a:pt x="936117" y="3361849"/>
                  <a:pt x="931450" y="3368230"/>
                </a:cubicBezTo>
                <a:cubicBezTo>
                  <a:pt x="930116" y="3370040"/>
                  <a:pt x="929450" y="3372231"/>
                  <a:pt x="929069" y="3374327"/>
                </a:cubicBezTo>
                <a:lnTo>
                  <a:pt x="738092" y="3374136"/>
                </a:lnTo>
                <a:lnTo>
                  <a:pt x="703136" y="3404616"/>
                </a:lnTo>
                <a:lnTo>
                  <a:pt x="649891" y="3404616"/>
                </a:lnTo>
                <a:cubicBezTo>
                  <a:pt x="648367" y="3404616"/>
                  <a:pt x="647033" y="3405854"/>
                  <a:pt x="647033" y="3407474"/>
                </a:cubicBezTo>
                <a:lnTo>
                  <a:pt x="647033" y="3417570"/>
                </a:lnTo>
                <a:cubicBezTo>
                  <a:pt x="647033" y="3417570"/>
                  <a:pt x="647033" y="3417665"/>
                  <a:pt x="647033" y="3417761"/>
                </a:cubicBezTo>
                <a:lnTo>
                  <a:pt x="636937" y="3425952"/>
                </a:lnTo>
                <a:lnTo>
                  <a:pt x="535591" y="3425952"/>
                </a:lnTo>
                <a:cubicBezTo>
                  <a:pt x="534543" y="3420713"/>
                  <a:pt x="530066" y="3416618"/>
                  <a:pt x="524447" y="3416618"/>
                </a:cubicBezTo>
                <a:cubicBezTo>
                  <a:pt x="518065" y="3416618"/>
                  <a:pt x="512826" y="3421856"/>
                  <a:pt x="512826" y="3428238"/>
                </a:cubicBezTo>
                <a:cubicBezTo>
                  <a:pt x="512826" y="3434620"/>
                  <a:pt x="518065" y="3439859"/>
                  <a:pt x="524447" y="3439859"/>
                </a:cubicBezTo>
                <a:cubicBezTo>
                  <a:pt x="529971" y="3439859"/>
                  <a:pt x="534353" y="3435953"/>
                  <a:pt x="535496" y="3430810"/>
                </a:cubicBezTo>
                <a:lnTo>
                  <a:pt x="638651" y="3430810"/>
                </a:lnTo>
                <a:cubicBezTo>
                  <a:pt x="638651" y="3430810"/>
                  <a:pt x="651320" y="3420332"/>
                  <a:pt x="651320" y="3420332"/>
                </a:cubicBezTo>
                <a:lnTo>
                  <a:pt x="703707" y="3420332"/>
                </a:lnTo>
                <a:cubicBezTo>
                  <a:pt x="705231" y="3420332"/>
                  <a:pt x="706565" y="3419094"/>
                  <a:pt x="706565" y="3417475"/>
                </a:cubicBezTo>
                <a:lnTo>
                  <a:pt x="706565" y="3407759"/>
                </a:lnTo>
                <a:lnTo>
                  <a:pt x="739712" y="3378803"/>
                </a:lnTo>
                <a:lnTo>
                  <a:pt x="928783" y="3378994"/>
                </a:lnTo>
                <a:cubicBezTo>
                  <a:pt x="929354" y="3382518"/>
                  <a:pt x="931259" y="3385852"/>
                  <a:pt x="934402" y="3388138"/>
                </a:cubicBezTo>
                <a:cubicBezTo>
                  <a:pt x="940784" y="3392805"/>
                  <a:pt x="949738" y="3391472"/>
                  <a:pt x="954405" y="3385090"/>
                </a:cubicBezTo>
                <a:cubicBezTo>
                  <a:pt x="956691" y="3382042"/>
                  <a:pt x="957548" y="3378232"/>
                  <a:pt x="956977" y="3374422"/>
                </a:cubicBezTo>
                <a:cubicBezTo>
                  <a:pt x="956882" y="3373755"/>
                  <a:pt x="956501" y="3373088"/>
                  <a:pt x="956215" y="3372422"/>
                </a:cubicBezTo>
                <a:lnTo>
                  <a:pt x="966788" y="3364897"/>
                </a:lnTo>
                <a:lnTo>
                  <a:pt x="1074230" y="3364897"/>
                </a:lnTo>
                <a:cubicBezTo>
                  <a:pt x="1074896" y="3364897"/>
                  <a:pt x="1075468" y="3364706"/>
                  <a:pt x="1075944" y="3364230"/>
                </a:cubicBezTo>
                <a:cubicBezTo>
                  <a:pt x="1076420" y="3363754"/>
                  <a:pt x="1076611" y="3363182"/>
                  <a:pt x="1076611" y="3362516"/>
                </a:cubicBezTo>
                <a:lnTo>
                  <a:pt x="1076611" y="3323273"/>
                </a:lnTo>
                <a:cubicBezTo>
                  <a:pt x="1076611" y="3323273"/>
                  <a:pt x="1089851" y="3312033"/>
                  <a:pt x="1089851" y="3312033"/>
                </a:cubicBezTo>
                <a:lnTo>
                  <a:pt x="1132142" y="3312319"/>
                </a:lnTo>
                <a:close/>
                <a:moveTo>
                  <a:pt x="1134809" y="3342799"/>
                </a:moveTo>
                <a:cubicBezTo>
                  <a:pt x="1137571" y="3342799"/>
                  <a:pt x="1139762" y="3345085"/>
                  <a:pt x="1139762" y="3347847"/>
                </a:cubicBezTo>
                <a:cubicBezTo>
                  <a:pt x="1139762" y="3350609"/>
                  <a:pt x="1137476" y="3352800"/>
                  <a:pt x="1134713" y="3352800"/>
                </a:cubicBezTo>
                <a:lnTo>
                  <a:pt x="1134713" y="3352800"/>
                </a:lnTo>
                <a:cubicBezTo>
                  <a:pt x="1133380" y="3352800"/>
                  <a:pt x="1132142" y="3352229"/>
                  <a:pt x="1131189" y="3351276"/>
                </a:cubicBezTo>
                <a:cubicBezTo>
                  <a:pt x="1130237" y="3350324"/>
                  <a:pt x="1129760" y="3349085"/>
                  <a:pt x="1129760" y="3347752"/>
                </a:cubicBezTo>
                <a:cubicBezTo>
                  <a:pt x="1129760" y="3344990"/>
                  <a:pt x="1132046" y="3342799"/>
                  <a:pt x="1134809" y="3342799"/>
                </a:cubicBezTo>
                <a:lnTo>
                  <a:pt x="1134809" y="3342799"/>
                </a:lnTo>
                <a:close/>
                <a:moveTo>
                  <a:pt x="524637" y="3435096"/>
                </a:moveTo>
                <a:cubicBezTo>
                  <a:pt x="520827" y="3435096"/>
                  <a:pt x="517779" y="3432048"/>
                  <a:pt x="517779" y="3428238"/>
                </a:cubicBezTo>
                <a:cubicBezTo>
                  <a:pt x="517779" y="3424428"/>
                  <a:pt x="520827" y="3421380"/>
                  <a:pt x="524637" y="3421380"/>
                </a:cubicBezTo>
                <a:cubicBezTo>
                  <a:pt x="528447" y="3421380"/>
                  <a:pt x="531495" y="3424428"/>
                  <a:pt x="531495" y="3428238"/>
                </a:cubicBezTo>
                <a:cubicBezTo>
                  <a:pt x="531495" y="3432048"/>
                  <a:pt x="528447" y="3435096"/>
                  <a:pt x="524637" y="3435096"/>
                </a:cubicBezTo>
                <a:close/>
                <a:moveTo>
                  <a:pt x="665131" y="3419189"/>
                </a:moveTo>
                <a:lnTo>
                  <a:pt x="662178" y="3419189"/>
                </a:lnTo>
                <a:lnTo>
                  <a:pt x="662178" y="3405664"/>
                </a:lnTo>
                <a:lnTo>
                  <a:pt x="665131" y="3405664"/>
                </a:lnTo>
                <a:lnTo>
                  <a:pt x="665131" y="3419189"/>
                </a:lnTo>
                <a:close/>
                <a:moveTo>
                  <a:pt x="678371" y="3419189"/>
                </a:moveTo>
                <a:lnTo>
                  <a:pt x="675418" y="3419189"/>
                </a:lnTo>
                <a:lnTo>
                  <a:pt x="675418" y="3405664"/>
                </a:lnTo>
                <a:lnTo>
                  <a:pt x="678371" y="3405664"/>
                </a:lnTo>
                <a:lnTo>
                  <a:pt x="678371" y="3419189"/>
                </a:lnTo>
                <a:close/>
                <a:moveTo>
                  <a:pt x="693229" y="3419189"/>
                </a:moveTo>
                <a:lnTo>
                  <a:pt x="690277" y="3419189"/>
                </a:lnTo>
                <a:lnTo>
                  <a:pt x="690277" y="3405664"/>
                </a:lnTo>
                <a:lnTo>
                  <a:pt x="693229" y="3405664"/>
                </a:lnTo>
                <a:lnTo>
                  <a:pt x="693229" y="3419189"/>
                </a:lnTo>
                <a:close/>
                <a:moveTo>
                  <a:pt x="952500" y="3383566"/>
                </a:moveTo>
                <a:cubicBezTo>
                  <a:pt x="948690" y="3388805"/>
                  <a:pt x="941356" y="3389852"/>
                  <a:pt x="936117" y="3386042"/>
                </a:cubicBezTo>
                <a:cubicBezTo>
                  <a:pt x="930974" y="3382232"/>
                  <a:pt x="929831" y="3374898"/>
                  <a:pt x="933641" y="3369659"/>
                </a:cubicBezTo>
                <a:cubicBezTo>
                  <a:pt x="935450" y="3367183"/>
                  <a:pt x="938213" y="3365468"/>
                  <a:pt x="941261" y="3364992"/>
                </a:cubicBezTo>
                <a:cubicBezTo>
                  <a:pt x="944309" y="3364516"/>
                  <a:pt x="947452" y="3365278"/>
                  <a:pt x="949928" y="3367088"/>
                </a:cubicBezTo>
                <a:cubicBezTo>
                  <a:pt x="952405" y="3368897"/>
                  <a:pt x="954119" y="3371660"/>
                  <a:pt x="954596" y="3374708"/>
                </a:cubicBezTo>
                <a:cubicBezTo>
                  <a:pt x="954596" y="3375279"/>
                  <a:pt x="954691" y="3375946"/>
                  <a:pt x="954691" y="3376517"/>
                </a:cubicBezTo>
                <a:cubicBezTo>
                  <a:pt x="954691" y="3378994"/>
                  <a:pt x="953929" y="3381375"/>
                  <a:pt x="952405" y="3383375"/>
                </a:cubicBezTo>
                <a:close/>
                <a:moveTo>
                  <a:pt x="1161764" y="2154174"/>
                </a:moveTo>
                <a:cubicBezTo>
                  <a:pt x="1155383" y="2154174"/>
                  <a:pt x="1150144" y="2159413"/>
                  <a:pt x="1150144" y="2165795"/>
                </a:cubicBezTo>
                <a:cubicBezTo>
                  <a:pt x="1150144" y="2172176"/>
                  <a:pt x="1155383" y="2177415"/>
                  <a:pt x="1161764" y="2177415"/>
                </a:cubicBezTo>
                <a:cubicBezTo>
                  <a:pt x="1168146" y="2177415"/>
                  <a:pt x="1173385" y="2172176"/>
                  <a:pt x="1173385" y="2165795"/>
                </a:cubicBezTo>
                <a:cubicBezTo>
                  <a:pt x="1173385" y="2159413"/>
                  <a:pt x="1168146" y="2154174"/>
                  <a:pt x="1161764" y="2154174"/>
                </a:cubicBezTo>
                <a:close/>
                <a:moveTo>
                  <a:pt x="1161764" y="2175129"/>
                </a:moveTo>
                <a:cubicBezTo>
                  <a:pt x="1156621" y="2175129"/>
                  <a:pt x="1152525" y="2170938"/>
                  <a:pt x="1152525" y="2165890"/>
                </a:cubicBezTo>
                <a:cubicBezTo>
                  <a:pt x="1152525" y="2160842"/>
                  <a:pt x="1156716" y="2156651"/>
                  <a:pt x="1161764" y="2156651"/>
                </a:cubicBezTo>
                <a:cubicBezTo>
                  <a:pt x="1166813" y="2156651"/>
                  <a:pt x="1171004" y="2160842"/>
                  <a:pt x="1171004" y="2165890"/>
                </a:cubicBezTo>
                <a:cubicBezTo>
                  <a:pt x="1171004" y="2170938"/>
                  <a:pt x="1166813" y="2175129"/>
                  <a:pt x="1161764" y="2175129"/>
                </a:cubicBezTo>
                <a:close/>
                <a:moveTo>
                  <a:pt x="1166051" y="3183065"/>
                </a:moveTo>
                <a:cubicBezTo>
                  <a:pt x="1166051" y="3180302"/>
                  <a:pt x="1163765" y="3178112"/>
                  <a:pt x="1161098" y="3178112"/>
                </a:cubicBezTo>
                <a:cubicBezTo>
                  <a:pt x="1158335" y="3178112"/>
                  <a:pt x="1156145" y="3180398"/>
                  <a:pt x="1156145" y="3183065"/>
                </a:cubicBezTo>
                <a:cubicBezTo>
                  <a:pt x="1156145" y="3183541"/>
                  <a:pt x="1156335" y="3184017"/>
                  <a:pt x="1156430" y="3184493"/>
                </a:cubicBezTo>
                <a:lnTo>
                  <a:pt x="1061085" y="3254693"/>
                </a:lnTo>
                <a:lnTo>
                  <a:pt x="979361" y="3255455"/>
                </a:lnTo>
                <a:cubicBezTo>
                  <a:pt x="978979" y="3251549"/>
                  <a:pt x="977075" y="3247739"/>
                  <a:pt x="973646" y="3245263"/>
                </a:cubicBezTo>
                <a:cubicBezTo>
                  <a:pt x="967264" y="3240596"/>
                  <a:pt x="958310" y="3241929"/>
                  <a:pt x="953643" y="3248311"/>
                </a:cubicBezTo>
                <a:cubicBezTo>
                  <a:pt x="952310" y="3250121"/>
                  <a:pt x="951452" y="3252216"/>
                  <a:pt x="951167" y="3254407"/>
                </a:cubicBezTo>
                <a:lnTo>
                  <a:pt x="758666" y="3254407"/>
                </a:lnTo>
                <a:cubicBezTo>
                  <a:pt x="758666" y="3254407"/>
                  <a:pt x="725519" y="3284696"/>
                  <a:pt x="725519" y="3284696"/>
                </a:cubicBezTo>
                <a:lnTo>
                  <a:pt x="672275" y="3284696"/>
                </a:lnTo>
                <a:cubicBezTo>
                  <a:pt x="670751" y="3284696"/>
                  <a:pt x="669417" y="3285935"/>
                  <a:pt x="669417" y="3287554"/>
                </a:cubicBezTo>
                <a:lnTo>
                  <a:pt x="669417" y="3290411"/>
                </a:lnTo>
                <a:lnTo>
                  <a:pt x="606933" y="3290411"/>
                </a:lnTo>
                <a:cubicBezTo>
                  <a:pt x="606933" y="3290411"/>
                  <a:pt x="580739" y="3311938"/>
                  <a:pt x="580739" y="3311938"/>
                </a:cubicBezTo>
                <a:lnTo>
                  <a:pt x="319659" y="3311938"/>
                </a:lnTo>
                <a:cubicBezTo>
                  <a:pt x="319183" y="3307271"/>
                  <a:pt x="315373" y="3303556"/>
                  <a:pt x="310610" y="3303556"/>
                </a:cubicBezTo>
                <a:cubicBezTo>
                  <a:pt x="305562" y="3303556"/>
                  <a:pt x="301371" y="3307652"/>
                  <a:pt x="301371" y="3312795"/>
                </a:cubicBezTo>
                <a:cubicBezTo>
                  <a:pt x="301371" y="3317938"/>
                  <a:pt x="305467" y="3322034"/>
                  <a:pt x="310610" y="3322034"/>
                </a:cubicBezTo>
                <a:cubicBezTo>
                  <a:pt x="314325" y="3322034"/>
                  <a:pt x="317468" y="3319844"/>
                  <a:pt x="318897" y="3316700"/>
                </a:cubicBezTo>
                <a:lnTo>
                  <a:pt x="582454" y="3316700"/>
                </a:lnTo>
                <a:lnTo>
                  <a:pt x="608648" y="3295174"/>
                </a:lnTo>
                <a:lnTo>
                  <a:pt x="669417" y="3295174"/>
                </a:lnTo>
                <a:cubicBezTo>
                  <a:pt x="669417" y="3295174"/>
                  <a:pt x="669417" y="3297650"/>
                  <a:pt x="669417" y="3297650"/>
                </a:cubicBezTo>
                <a:cubicBezTo>
                  <a:pt x="669417" y="3299174"/>
                  <a:pt x="670655" y="3300508"/>
                  <a:pt x="672275" y="3300508"/>
                </a:cubicBezTo>
                <a:lnTo>
                  <a:pt x="726281" y="3300508"/>
                </a:lnTo>
                <a:cubicBezTo>
                  <a:pt x="727805" y="3300508"/>
                  <a:pt x="729139" y="3299270"/>
                  <a:pt x="729139" y="3297650"/>
                </a:cubicBezTo>
                <a:lnTo>
                  <a:pt x="729139" y="3287840"/>
                </a:lnTo>
                <a:lnTo>
                  <a:pt x="760571" y="3259169"/>
                </a:lnTo>
                <a:lnTo>
                  <a:pt x="951262" y="3259169"/>
                </a:lnTo>
                <a:cubicBezTo>
                  <a:pt x="951929" y="3262884"/>
                  <a:pt x="953834" y="3266123"/>
                  <a:pt x="956882" y="3268313"/>
                </a:cubicBezTo>
                <a:cubicBezTo>
                  <a:pt x="963263" y="3272980"/>
                  <a:pt x="972217" y="3271647"/>
                  <a:pt x="976884" y="3265265"/>
                </a:cubicBezTo>
                <a:cubicBezTo>
                  <a:pt x="978503" y="3262979"/>
                  <a:pt x="979361" y="3260408"/>
                  <a:pt x="979551" y="3257741"/>
                </a:cubicBezTo>
                <a:lnTo>
                  <a:pt x="1061657" y="3256979"/>
                </a:lnTo>
                <a:lnTo>
                  <a:pt x="1062038" y="3256979"/>
                </a:lnTo>
                <a:lnTo>
                  <a:pt x="1157859" y="3186398"/>
                </a:lnTo>
                <a:cubicBezTo>
                  <a:pt x="1157859" y="3186398"/>
                  <a:pt x="1158621" y="3186970"/>
                  <a:pt x="1159002" y="3187160"/>
                </a:cubicBezTo>
                <a:lnTo>
                  <a:pt x="1159002" y="3360134"/>
                </a:lnTo>
                <a:cubicBezTo>
                  <a:pt x="1159002" y="3360134"/>
                  <a:pt x="1145858" y="3371374"/>
                  <a:pt x="1145858" y="3371374"/>
                </a:cubicBezTo>
                <a:lnTo>
                  <a:pt x="1103662" y="3371088"/>
                </a:lnTo>
                <a:lnTo>
                  <a:pt x="1103662" y="3344894"/>
                </a:lnTo>
                <a:cubicBezTo>
                  <a:pt x="1105281" y="3344513"/>
                  <a:pt x="1106900" y="3343751"/>
                  <a:pt x="1108139" y="3342513"/>
                </a:cubicBezTo>
                <a:cubicBezTo>
                  <a:pt x="1109948" y="3340703"/>
                  <a:pt x="1110996" y="3338227"/>
                  <a:pt x="1110996" y="3335655"/>
                </a:cubicBezTo>
                <a:cubicBezTo>
                  <a:pt x="1110996" y="3333084"/>
                  <a:pt x="1110044" y="3330607"/>
                  <a:pt x="1108139" y="3328702"/>
                </a:cubicBezTo>
                <a:cubicBezTo>
                  <a:pt x="1106329" y="3326892"/>
                  <a:pt x="1103852" y="3325844"/>
                  <a:pt x="1101281" y="3325844"/>
                </a:cubicBezTo>
                <a:lnTo>
                  <a:pt x="1101281" y="3325844"/>
                </a:lnTo>
                <a:cubicBezTo>
                  <a:pt x="1098709" y="3325844"/>
                  <a:pt x="1096232" y="3326892"/>
                  <a:pt x="1094423" y="3328702"/>
                </a:cubicBezTo>
                <a:cubicBezTo>
                  <a:pt x="1092613" y="3330512"/>
                  <a:pt x="1091565" y="3332988"/>
                  <a:pt x="1091565" y="3335560"/>
                </a:cubicBezTo>
                <a:cubicBezTo>
                  <a:pt x="1091565" y="3338132"/>
                  <a:pt x="1092518" y="3340608"/>
                  <a:pt x="1094423" y="3342513"/>
                </a:cubicBezTo>
                <a:cubicBezTo>
                  <a:pt x="1095661" y="3343751"/>
                  <a:pt x="1097280" y="3344513"/>
                  <a:pt x="1098995" y="3344894"/>
                </a:cubicBezTo>
                <a:lnTo>
                  <a:pt x="1098995" y="3373374"/>
                </a:lnTo>
                <a:cubicBezTo>
                  <a:pt x="1098995" y="3374708"/>
                  <a:pt x="1100042" y="3375755"/>
                  <a:pt x="1101376" y="3375755"/>
                </a:cubicBezTo>
                <a:lnTo>
                  <a:pt x="1146905" y="3376041"/>
                </a:lnTo>
                <a:lnTo>
                  <a:pt x="1146905" y="3376041"/>
                </a:lnTo>
                <a:cubicBezTo>
                  <a:pt x="1147477" y="3376041"/>
                  <a:pt x="1148048" y="3375851"/>
                  <a:pt x="1148429" y="3375470"/>
                </a:cubicBezTo>
                <a:lnTo>
                  <a:pt x="1163193" y="3362992"/>
                </a:lnTo>
                <a:cubicBezTo>
                  <a:pt x="1163765" y="3362516"/>
                  <a:pt x="1164050" y="3361849"/>
                  <a:pt x="1164050" y="3361182"/>
                </a:cubicBezTo>
                <a:lnTo>
                  <a:pt x="1164050" y="3187065"/>
                </a:lnTo>
                <a:cubicBezTo>
                  <a:pt x="1165479" y="3186208"/>
                  <a:pt x="1166527" y="3184684"/>
                  <a:pt x="1166527" y="3182779"/>
                </a:cubicBezTo>
                <a:close/>
                <a:moveTo>
                  <a:pt x="687324" y="3299555"/>
                </a:moveTo>
                <a:lnTo>
                  <a:pt x="684371" y="3299555"/>
                </a:lnTo>
                <a:lnTo>
                  <a:pt x="684371" y="3286030"/>
                </a:lnTo>
                <a:lnTo>
                  <a:pt x="687324" y="3286030"/>
                </a:lnTo>
                <a:lnTo>
                  <a:pt x="687324" y="3299555"/>
                </a:lnTo>
                <a:close/>
                <a:moveTo>
                  <a:pt x="700564" y="3299555"/>
                </a:moveTo>
                <a:lnTo>
                  <a:pt x="697611" y="3299555"/>
                </a:lnTo>
                <a:lnTo>
                  <a:pt x="697611" y="3286030"/>
                </a:lnTo>
                <a:lnTo>
                  <a:pt x="700564" y="3286030"/>
                </a:lnTo>
                <a:lnTo>
                  <a:pt x="700564" y="3299555"/>
                </a:lnTo>
                <a:close/>
                <a:moveTo>
                  <a:pt x="715327" y="3299555"/>
                </a:moveTo>
                <a:lnTo>
                  <a:pt x="712375" y="3299555"/>
                </a:lnTo>
                <a:lnTo>
                  <a:pt x="712375" y="3286030"/>
                </a:lnTo>
                <a:lnTo>
                  <a:pt x="715327" y="3286030"/>
                </a:lnTo>
                <a:lnTo>
                  <a:pt x="715327" y="3299555"/>
                </a:lnTo>
                <a:close/>
                <a:moveTo>
                  <a:pt x="974598" y="3263932"/>
                </a:moveTo>
                <a:cubicBezTo>
                  <a:pt x="972788" y="3266409"/>
                  <a:pt x="970026" y="3268123"/>
                  <a:pt x="966978" y="3268599"/>
                </a:cubicBezTo>
                <a:cubicBezTo>
                  <a:pt x="963930" y="3269075"/>
                  <a:pt x="960787" y="3268313"/>
                  <a:pt x="958310" y="3266504"/>
                </a:cubicBezTo>
                <a:cubicBezTo>
                  <a:pt x="955834" y="3264694"/>
                  <a:pt x="954119" y="3261932"/>
                  <a:pt x="953643" y="3258884"/>
                </a:cubicBezTo>
                <a:cubicBezTo>
                  <a:pt x="953643" y="3258312"/>
                  <a:pt x="953548" y="3257645"/>
                  <a:pt x="953548" y="3257074"/>
                </a:cubicBezTo>
                <a:cubicBezTo>
                  <a:pt x="953548" y="3254597"/>
                  <a:pt x="954310" y="3252216"/>
                  <a:pt x="955834" y="3250216"/>
                </a:cubicBezTo>
                <a:cubicBezTo>
                  <a:pt x="959644" y="3244977"/>
                  <a:pt x="966978" y="3243929"/>
                  <a:pt x="972217" y="3247739"/>
                </a:cubicBezTo>
                <a:cubicBezTo>
                  <a:pt x="977360" y="3251549"/>
                  <a:pt x="978503" y="3258884"/>
                  <a:pt x="974693" y="3264122"/>
                </a:cubicBezTo>
                <a:close/>
                <a:moveTo>
                  <a:pt x="1100900" y="3340894"/>
                </a:moveTo>
                <a:cubicBezTo>
                  <a:pt x="1099566" y="3340894"/>
                  <a:pt x="1098328" y="3340322"/>
                  <a:pt x="1097375" y="3339370"/>
                </a:cubicBezTo>
                <a:cubicBezTo>
                  <a:pt x="1096423" y="3338417"/>
                  <a:pt x="1095947" y="3337179"/>
                  <a:pt x="1095947" y="3335846"/>
                </a:cubicBezTo>
                <a:cubicBezTo>
                  <a:pt x="1095947" y="3334512"/>
                  <a:pt x="1096518" y="3333274"/>
                  <a:pt x="1097471" y="3332321"/>
                </a:cubicBezTo>
                <a:cubicBezTo>
                  <a:pt x="1098423" y="3331369"/>
                  <a:pt x="1099661" y="3330893"/>
                  <a:pt x="1100995" y="3330893"/>
                </a:cubicBezTo>
                <a:lnTo>
                  <a:pt x="1100995" y="3330893"/>
                </a:lnTo>
                <a:cubicBezTo>
                  <a:pt x="1102328" y="3330893"/>
                  <a:pt x="1103567" y="3331464"/>
                  <a:pt x="1104519" y="3332417"/>
                </a:cubicBezTo>
                <a:cubicBezTo>
                  <a:pt x="1105472" y="3333369"/>
                  <a:pt x="1105948" y="3334607"/>
                  <a:pt x="1105948" y="3335941"/>
                </a:cubicBezTo>
                <a:cubicBezTo>
                  <a:pt x="1105948" y="3337274"/>
                  <a:pt x="1105376" y="3338513"/>
                  <a:pt x="1104424" y="3339465"/>
                </a:cubicBezTo>
                <a:cubicBezTo>
                  <a:pt x="1103471" y="3340418"/>
                  <a:pt x="1102233" y="3340894"/>
                  <a:pt x="1100900" y="3340894"/>
                </a:cubicBezTo>
                <a:lnTo>
                  <a:pt x="1100900" y="3340894"/>
                </a:lnTo>
                <a:close/>
                <a:moveTo>
                  <a:pt x="972122" y="3256979"/>
                </a:moveTo>
                <a:cubicBezTo>
                  <a:pt x="972122" y="3260884"/>
                  <a:pt x="968978" y="3264027"/>
                  <a:pt x="965073" y="3264027"/>
                </a:cubicBezTo>
                <a:cubicBezTo>
                  <a:pt x="961168" y="3264027"/>
                  <a:pt x="958025" y="3260884"/>
                  <a:pt x="958025" y="3256979"/>
                </a:cubicBezTo>
                <a:cubicBezTo>
                  <a:pt x="958025" y="3253073"/>
                  <a:pt x="961168" y="3249930"/>
                  <a:pt x="965073" y="3249930"/>
                </a:cubicBezTo>
                <a:cubicBezTo>
                  <a:pt x="968978" y="3249930"/>
                  <a:pt x="972122" y="3253073"/>
                  <a:pt x="972122" y="3256979"/>
                </a:cubicBezTo>
                <a:close/>
                <a:moveTo>
                  <a:pt x="445389" y="4313301"/>
                </a:moveTo>
                <a:lnTo>
                  <a:pt x="438245" y="4313301"/>
                </a:lnTo>
                <a:lnTo>
                  <a:pt x="438245" y="4305681"/>
                </a:lnTo>
                <a:lnTo>
                  <a:pt x="445389" y="4305681"/>
                </a:lnTo>
                <a:lnTo>
                  <a:pt x="445389" y="4313301"/>
                </a:lnTo>
                <a:close/>
                <a:moveTo>
                  <a:pt x="430625" y="4360926"/>
                </a:moveTo>
                <a:lnTo>
                  <a:pt x="435197" y="4366451"/>
                </a:lnTo>
                <a:lnTo>
                  <a:pt x="429959" y="4370737"/>
                </a:lnTo>
                <a:lnTo>
                  <a:pt x="425387" y="4365212"/>
                </a:lnTo>
                <a:lnTo>
                  <a:pt x="430625" y="4360926"/>
                </a:lnTo>
                <a:close/>
                <a:moveTo>
                  <a:pt x="414814" y="4373880"/>
                </a:moveTo>
                <a:lnTo>
                  <a:pt x="420053" y="4369594"/>
                </a:lnTo>
                <a:lnTo>
                  <a:pt x="424625" y="4375119"/>
                </a:lnTo>
                <a:lnTo>
                  <a:pt x="419386" y="4379405"/>
                </a:lnTo>
                <a:lnTo>
                  <a:pt x="414814" y="4373880"/>
                </a:lnTo>
                <a:close/>
                <a:moveTo>
                  <a:pt x="445389" y="4298061"/>
                </a:moveTo>
                <a:lnTo>
                  <a:pt x="438245" y="4298061"/>
                </a:lnTo>
                <a:lnTo>
                  <a:pt x="438245" y="4293299"/>
                </a:lnTo>
                <a:lnTo>
                  <a:pt x="445389" y="4293299"/>
                </a:lnTo>
                <a:lnTo>
                  <a:pt x="445389" y="4298061"/>
                </a:lnTo>
                <a:close/>
                <a:moveTo>
                  <a:pt x="516064" y="3583115"/>
                </a:moveTo>
                <a:lnTo>
                  <a:pt x="536829" y="3583115"/>
                </a:lnTo>
                <a:cubicBezTo>
                  <a:pt x="536829" y="3583115"/>
                  <a:pt x="536829" y="3587782"/>
                  <a:pt x="536829" y="3587782"/>
                </a:cubicBezTo>
                <a:lnTo>
                  <a:pt x="516064" y="3587782"/>
                </a:lnTo>
                <a:cubicBezTo>
                  <a:pt x="516064" y="3587782"/>
                  <a:pt x="516064" y="3583115"/>
                  <a:pt x="516064" y="3583115"/>
                </a:cubicBezTo>
                <a:close/>
                <a:moveTo>
                  <a:pt x="513017" y="3537680"/>
                </a:moveTo>
                <a:cubicBezTo>
                  <a:pt x="507492" y="3537680"/>
                  <a:pt x="503015" y="3541681"/>
                  <a:pt x="501872" y="3546920"/>
                </a:cubicBezTo>
                <a:lnTo>
                  <a:pt x="226219" y="3546920"/>
                </a:lnTo>
                <a:lnTo>
                  <a:pt x="169069" y="3593211"/>
                </a:lnTo>
                <a:lnTo>
                  <a:pt x="169545" y="3766566"/>
                </a:lnTo>
                <a:lnTo>
                  <a:pt x="169545" y="3767519"/>
                </a:lnTo>
                <a:cubicBezTo>
                  <a:pt x="169545" y="3767519"/>
                  <a:pt x="202025" y="3799809"/>
                  <a:pt x="202025" y="3799809"/>
                </a:cubicBezTo>
                <a:lnTo>
                  <a:pt x="276987" y="3799809"/>
                </a:lnTo>
                <a:cubicBezTo>
                  <a:pt x="276987" y="3799809"/>
                  <a:pt x="277082" y="3800666"/>
                  <a:pt x="277273" y="3801047"/>
                </a:cubicBezTo>
                <a:cubicBezTo>
                  <a:pt x="278225" y="3804285"/>
                  <a:pt x="280416" y="3806952"/>
                  <a:pt x="283369" y="3808571"/>
                </a:cubicBezTo>
                <a:cubicBezTo>
                  <a:pt x="285274" y="3809524"/>
                  <a:pt x="287274" y="3810095"/>
                  <a:pt x="289370" y="3810095"/>
                </a:cubicBezTo>
                <a:cubicBezTo>
                  <a:pt x="290608" y="3810095"/>
                  <a:pt x="291846" y="3809905"/>
                  <a:pt x="293084" y="3809524"/>
                </a:cubicBezTo>
                <a:cubicBezTo>
                  <a:pt x="296323" y="3808571"/>
                  <a:pt x="298990" y="3806380"/>
                  <a:pt x="300609" y="3803428"/>
                </a:cubicBezTo>
                <a:cubicBezTo>
                  <a:pt x="302228" y="3800475"/>
                  <a:pt x="302514" y="3797046"/>
                  <a:pt x="301562" y="3793808"/>
                </a:cubicBezTo>
                <a:cubicBezTo>
                  <a:pt x="300609" y="3790569"/>
                  <a:pt x="298418" y="3787902"/>
                  <a:pt x="295466" y="3786283"/>
                </a:cubicBezTo>
                <a:cubicBezTo>
                  <a:pt x="292513" y="3784663"/>
                  <a:pt x="289084" y="3784378"/>
                  <a:pt x="285845" y="3785330"/>
                </a:cubicBezTo>
                <a:cubicBezTo>
                  <a:pt x="281178" y="3786759"/>
                  <a:pt x="278035" y="3790569"/>
                  <a:pt x="277178" y="3795046"/>
                </a:cubicBezTo>
                <a:lnTo>
                  <a:pt x="204216" y="3795046"/>
                </a:lnTo>
                <a:lnTo>
                  <a:pt x="174498" y="3765518"/>
                </a:lnTo>
                <a:lnTo>
                  <a:pt x="174022" y="3595402"/>
                </a:lnTo>
                <a:lnTo>
                  <a:pt x="228124" y="3551587"/>
                </a:lnTo>
                <a:lnTo>
                  <a:pt x="502063" y="3551587"/>
                </a:lnTo>
                <a:cubicBezTo>
                  <a:pt x="503206" y="3556826"/>
                  <a:pt x="507587" y="3560826"/>
                  <a:pt x="513207" y="3560826"/>
                </a:cubicBezTo>
                <a:cubicBezTo>
                  <a:pt x="519589" y="3560826"/>
                  <a:pt x="524828" y="3555587"/>
                  <a:pt x="524828" y="3549205"/>
                </a:cubicBezTo>
                <a:cubicBezTo>
                  <a:pt x="524828" y="3542824"/>
                  <a:pt x="519589" y="3537585"/>
                  <a:pt x="513207" y="3537585"/>
                </a:cubicBezTo>
                <a:close/>
                <a:moveTo>
                  <a:pt x="287179" y="3789902"/>
                </a:moveTo>
                <a:cubicBezTo>
                  <a:pt x="287941" y="3789712"/>
                  <a:pt x="288703" y="3789521"/>
                  <a:pt x="289465" y="3789521"/>
                </a:cubicBezTo>
                <a:cubicBezTo>
                  <a:pt x="290703" y="3789521"/>
                  <a:pt x="292037" y="3789807"/>
                  <a:pt x="293180" y="3790474"/>
                </a:cubicBezTo>
                <a:cubicBezTo>
                  <a:pt x="294989" y="3791426"/>
                  <a:pt x="296418" y="3793141"/>
                  <a:pt x="296990" y="3795141"/>
                </a:cubicBezTo>
                <a:cubicBezTo>
                  <a:pt x="297561" y="3797142"/>
                  <a:pt x="297371" y="3799237"/>
                  <a:pt x="296418" y="3801142"/>
                </a:cubicBezTo>
                <a:cubicBezTo>
                  <a:pt x="295466" y="3802952"/>
                  <a:pt x="293751" y="3804380"/>
                  <a:pt x="291751" y="3804952"/>
                </a:cubicBezTo>
                <a:cubicBezTo>
                  <a:pt x="289751" y="3805523"/>
                  <a:pt x="287560" y="3805333"/>
                  <a:pt x="285750" y="3804380"/>
                </a:cubicBezTo>
                <a:cubicBezTo>
                  <a:pt x="283940" y="3803428"/>
                  <a:pt x="282512" y="3801713"/>
                  <a:pt x="281940" y="3799713"/>
                </a:cubicBezTo>
                <a:cubicBezTo>
                  <a:pt x="280702" y="3795522"/>
                  <a:pt x="283083" y="3791141"/>
                  <a:pt x="287179" y="3789902"/>
                </a:cubicBezTo>
                <a:close/>
                <a:moveTo>
                  <a:pt x="513017" y="3556159"/>
                </a:moveTo>
                <a:cubicBezTo>
                  <a:pt x="509778" y="3556159"/>
                  <a:pt x="507111" y="3553778"/>
                  <a:pt x="506444" y="3550730"/>
                </a:cubicBezTo>
                <a:lnTo>
                  <a:pt x="506444" y="3547967"/>
                </a:lnTo>
                <a:cubicBezTo>
                  <a:pt x="507111" y="3544919"/>
                  <a:pt x="509683" y="3542538"/>
                  <a:pt x="513017" y="3542538"/>
                </a:cubicBezTo>
                <a:cubicBezTo>
                  <a:pt x="516827" y="3542538"/>
                  <a:pt x="519875" y="3545586"/>
                  <a:pt x="519875" y="3549396"/>
                </a:cubicBezTo>
                <a:cubicBezTo>
                  <a:pt x="519875" y="3553206"/>
                  <a:pt x="516827" y="3556254"/>
                  <a:pt x="513017" y="3556254"/>
                </a:cubicBezTo>
                <a:close/>
                <a:moveTo>
                  <a:pt x="95" y="4171093"/>
                </a:moveTo>
                <a:lnTo>
                  <a:pt x="95" y="4175855"/>
                </a:lnTo>
                <a:lnTo>
                  <a:pt x="73152" y="4175855"/>
                </a:lnTo>
                <a:cubicBezTo>
                  <a:pt x="73152" y="4175855"/>
                  <a:pt x="217837" y="4051363"/>
                  <a:pt x="217837" y="4051363"/>
                </a:cubicBezTo>
                <a:cubicBezTo>
                  <a:pt x="218694" y="4052030"/>
                  <a:pt x="219456" y="4052888"/>
                  <a:pt x="220504" y="4053364"/>
                </a:cubicBezTo>
                <a:cubicBezTo>
                  <a:pt x="222218" y="4054221"/>
                  <a:pt x="224123" y="4054602"/>
                  <a:pt x="225933" y="4054602"/>
                </a:cubicBezTo>
                <a:cubicBezTo>
                  <a:pt x="227362" y="4054602"/>
                  <a:pt x="228791" y="4054317"/>
                  <a:pt x="230124" y="4053840"/>
                </a:cubicBezTo>
                <a:cubicBezTo>
                  <a:pt x="236696" y="4051554"/>
                  <a:pt x="240220" y="4044315"/>
                  <a:pt x="237935" y="4037743"/>
                </a:cubicBezTo>
                <a:cubicBezTo>
                  <a:pt x="235649" y="4031171"/>
                  <a:pt x="228410" y="4027742"/>
                  <a:pt x="221837" y="4030028"/>
                </a:cubicBezTo>
                <a:cubicBezTo>
                  <a:pt x="215265" y="4032313"/>
                  <a:pt x="211741" y="4039553"/>
                  <a:pt x="214122" y="4046125"/>
                </a:cubicBezTo>
                <a:cubicBezTo>
                  <a:pt x="214313" y="4046696"/>
                  <a:pt x="214694" y="4047077"/>
                  <a:pt x="214979" y="4047649"/>
                </a:cubicBezTo>
                <a:lnTo>
                  <a:pt x="71533" y="4170998"/>
                </a:lnTo>
                <a:lnTo>
                  <a:pt x="95" y="4170998"/>
                </a:lnTo>
                <a:close/>
                <a:moveTo>
                  <a:pt x="223361" y="4034504"/>
                </a:moveTo>
                <a:cubicBezTo>
                  <a:pt x="224219" y="4034219"/>
                  <a:pt x="225076" y="4034028"/>
                  <a:pt x="225933" y="4034028"/>
                </a:cubicBezTo>
                <a:cubicBezTo>
                  <a:pt x="229172" y="4034028"/>
                  <a:pt x="232220" y="4036028"/>
                  <a:pt x="233363" y="4039267"/>
                </a:cubicBezTo>
                <a:cubicBezTo>
                  <a:pt x="234791" y="4043363"/>
                  <a:pt x="232601" y="4047839"/>
                  <a:pt x="228505" y="4049268"/>
                </a:cubicBezTo>
                <a:cubicBezTo>
                  <a:pt x="226505" y="4050030"/>
                  <a:pt x="224409" y="4049840"/>
                  <a:pt x="222504" y="4048982"/>
                </a:cubicBezTo>
                <a:cubicBezTo>
                  <a:pt x="220599" y="4048030"/>
                  <a:pt x="219170" y="4046506"/>
                  <a:pt x="218504" y="4044505"/>
                </a:cubicBezTo>
                <a:cubicBezTo>
                  <a:pt x="217075" y="4040410"/>
                  <a:pt x="219266" y="4035933"/>
                  <a:pt x="223361" y="4034504"/>
                </a:cubicBezTo>
                <a:close/>
                <a:moveTo>
                  <a:pt x="238316" y="3713226"/>
                </a:moveTo>
                <a:cubicBezTo>
                  <a:pt x="248317" y="3713226"/>
                  <a:pt x="256413" y="3721418"/>
                  <a:pt x="256318" y="3731419"/>
                </a:cubicBezTo>
                <a:cubicBezTo>
                  <a:pt x="256318" y="3741420"/>
                  <a:pt x="248126" y="3749517"/>
                  <a:pt x="238125" y="3749421"/>
                </a:cubicBezTo>
                <a:cubicBezTo>
                  <a:pt x="228124" y="3749326"/>
                  <a:pt x="220028" y="3741230"/>
                  <a:pt x="220123" y="3731228"/>
                </a:cubicBezTo>
                <a:cubicBezTo>
                  <a:pt x="220123" y="3721227"/>
                  <a:pt x="228314" y="3713131"/>
                  <a:pt x="238316" y="3713226"/>
                </a:cubicBezTo>
                <a:close/>
                <a:moveTo>
                  <a:pt x="1182529" y="766572"/>
                </a:moveTo>
                <a:cubicBezTo>
                  <a:pt x="1182529" y="761905"/>
                  <a:pt x="1186244" y="758190"/>
                  <a:pt x="1190911" y="758190"/>
                </a:cubicBezTo>
                <a:cubicBezTo>
                  <a:pt x="1195578" y="758190"/>
                  <a:pt x="1199293" y="761905"/>
                  <a:pt x="1199293" y="766572"/>
                </a:cubicBezTo>
                <a:cubicBezTo>
                  <a:pt x="1199293" y="771239"/>
                  <a:pt x="1195578" y="774954"/>
                  <a:pt x="1190911" y="774954"/>
                </a:cubicBezTo>
                <a:cubicBezTo>
                  <a:pt x="1186244" y="774954"/>
                  <a:pt x="1182529" y="771239"/>
                  <a:pt x="1182529" y="766572"/>
                </a:cubicBezTo>
                <a:close/>
                <a:moveTo>
                  <a:pt x="1161764" y="2223135"/>
                </a:moveTo>
                <a:cubicBezTo>
                  <a:pt x="1155383" y="2223135"/>
                  <a:pt x="1150144" y="2228374"/>
                  <a:pt x="1150144" y="2234756"/>
                </a:cubicBezTo>
                <a:cubicBezTo>
                  <a:pt x="1150144" y="2241137"/>
                  <a:pt x="1155383" y="2246376"/>
                  <a:pt x="1161764" y="2246376"/>
                </a:cubicBezTo>
                <a:cubicBezTo>
                  <a:pt x="1168146" y="2246376"/>
                  <a:pt x="1173385" y="2241137"/>
                  <a:pt x="1173385" y="2234756"/>
                </a:cubicBezTo>
                <a:cubicBezTo>
                  <a:pt x="1173385" y="2228374"/>
                  <a:pt x="1168146" y="2223135"/>
                  <a:pt x="1161764" y="2223135"/>
                </a:cubicBezTo>
                <a:close/>
                <a:moveTo>
                  <a:pt x="1161764" y="2244090"/>
                </a:moveTo>
                <a:cubicBezTo>
                  <a:pt x="1156621" y="2244090"/>
                  <a:pt x="1152525" y="2239899"/>
                  <a:pt x="1152525" y="2234851"/>
                </a:cubicBezTo>
                <a:cubicBezTo>
                  <a:pt x="1152525" y="2229803"/>
                  <a:pt x="1156716" y="2225612"/>
                  <a:pt x="1161764" y="2225612"/>
                </a:cubicBezTo>
                <a:cubicBezTo>
                  <a:pt x="1166813" y="2225612"/>
                  <a:pt x="1171004" y="2229803"/>
                  <a:pt x="1171004" y="2234851"/>
                </a:cubicBezTo>
                <a:cubicBezTo>
                  <a:pt x="1171004" y="2239899"/>
                  <a:pt x="1166813" y="2244090"/>
                  <a:pt x="1161764" y="2244090"/>
                </a:cubicBezTo>
                <a:close/>
                <a:moveTo>
                  <a:pt x="1161764" y="2227040"/>
                </a:moveTo>
                <a:cubicBezTo>
                  <a:pt x="1157478" y="2227040"/>
                  <a:pt x="1154049" y="2230565"/>
                  <a:pt x="1154049" y="2234756"/>
                </a:cubicBezTo>
                <a:cubicBezTo>
                  <a:pt x="1154049" y="2238947"/>
                  <a:pt x="1157573" y="2242471"/>
                  <a:pt x="1161764" y="2242471"/>
                </a:cubicBezTo>
                <a:cubicBezTo>
                  <a:pt x="1165955" y="2242471"/>
                  <a:pt x="1169575" y="2238947"/>
                  <a:pt x="1169575" y="2234756"/>
                </a:cubicBezTo>
                <a:cubicBezTo>
                  <a:pt x="1169575" y="2230565"/>
                  <a:pt x="1166051" y="2227040"/>
                  <a:pt x="1161764" y="2227040"/>
                </a:cubicBezTo>
                <a:close/>
                <a:moveTo>
                  <a:pt x="1161764" y="2240185"/>
                </a:moveTo>
                <a:cubicBezTo>
                  <a:pt x="1158812" y="2240185"/>
                  <a:pt x="1156430" y="2237804"/>
                  <a:pt x="1156430" y="2234851"/>
                </a:cubicBezTo>
                <a:cubicBezTo>
                  <a:pt x="1156430" y="2231898"/>
                  <a:pt x="1158812" y="2229517"/>
                  <a:pt x="1161764" y="2229517"/>
                </a:cubicBezTo>
                <a:cubicBezTo>
                  <a:pt x="1164717" y="2229517"/>
                  <a:pt x="1167194" y="2231898"/>
                  <a:pt x="1167194" y="2234851"/>
                </a:cubicBezTo>
                <a:cubicBezTo>
                  <a:pt x="1167194" y="2237804"/>
                  <a:pt x="1164812" y="2240185"/>
                  <a:pt x="1161764" y="2240185"/>
                </a:cubicBezTo>
                <a:close/>
                <a:moveTo>
                  <a:pt x="347758" y="3609213"/>
                </a:moveTo>
                <a:lnTo>
                  <a:pt x="355283" y="3609213"/>
                </a:lnTo>
                <a:cubicBezTo>
                  <a:pt x="359759" y="3609213"/>
                  <a:pt x="363379" y="3605689"/>
                  <a:pt x="363379" y="3601403"/>
                </a:cubicBezTo>
                <a:lnTo>
                  <a:pt x="363379" y="3588258"/>
                </a:lnTo>
                <a:lnTo>
                  <a:pt x="370904" y="3588258"/>
                </a:lnTo>
                <a:cubicBezTo>
                  <a:pt x="370904" y="3588258"/>
                  <a:pt x="370904" y="3583496"/>
                  <a:pt x="370904" y="3583496"/>
                </a:cubicBezTo>
                <a:lnTo>
                  <a:pt x="363379" y="3583496"/>
                </a:lnTo>
                <a:cubicBezTo>
                  <a:pt x="363379" y="3583496"/>
                  <a:pt x="363379" y="3570351"/>
                  <a:pt x="363379" y="3570351"/>
                </a:cubicBezTo>
                <a:cubicBezTo>
                  <a:pt x="363379" y="3566065"/>
                  <a:pt x="359759" y="3562541"/>
                  <a:pt x="355283" y="3562541"/>
                </a:cubicBezTo>
                <a:lnTo>
                  <a:pt x="347758" y="3562541"/>
                </a:lnTo>
                <a:cubicBezTo>
                  <a:pt x="343281" y="3562541"/>
                  <a:pt x="339662" y="3566065"/>
                  <a:pt x="339662" y="3570351"/>
                </a:cubicBezTo>
                <a:lnTo>
                  <a:pt x="339662" y="3570637"/>
                </a:lnTo>
                <a:lnTo>
                  <a:pt x="271082" y="3570637"/>
                </a:lnTo>
                <a:lnTo>
                  <a:pt x="222314" y="3611975"/>
                </a:lnTo>
                <a:lnTo>
                  <a:pt x="222314" y="3700272"/>
                </a:lnTo>
                <a:cubicBezTo>
                  <a:pt x="211169" y="3706082"/>
                  <a:pt x="203359" y="3717608"/>
                  <a:pt x="203359" y="3731133"/>
                </a:cubicBezTo>
                <a:cubicBezTo>
                  <a:pt x="203359" y="3750469"/>
                  <a:pt x="218980" y="3766185"/>
                  <a:pt x="238220" y="3766280"/>
                </a:cubicBezTo>
                <a:cubicBezTo>
                  <a:pt x="257556" y="3766280"/>
                  <a:pt x="273272" y="3750659"/>
                  <a:pt x="273368" y="3731419"/>
                </a:cubicBezTo>
                <a:cubicBezTo>
                  <a:pt x="273368" y="3718655"/>
                  <a:pt x="266510" y="3707511"/>
                  <a:pt x="256318" y="3701415"/>
                </a:cubicBezTo>
                <a:lnTo>
                  <a:pt x="256318" y="3617214"/>
                </a:lnTo>
                <a:lnTo>
                  <a:pt x="277940" y="3599688"/>
                </a:lnTo>
                <a:lnTo>
                  <a:pt x="339757" y="3599688"/>
                </a:lnTo>
                <a:lnTo>
                  <a:pt x="339757" y="3601498"/>
                </a:lnTo>
                <a:cubicBezTo>
                  <a:pt x="339757" y="3605784"/>
                  <a:pt x="343376" y="3609309"/>
                  <a:pt x="347853" y="3609309"/>
                </a:cubicBezTo>
                <a:close/>
                <a:moveTo>
                  <a:pt x="343376" y="3570446"/>
                </a:moveTo>
                <a:cubicBezTo>
                  <a:pt x="343376" y="3568160"/>
                  <a:pt x="345377" y="3566255"/>
                  <a:pt x="347758" y="3566255"/>
                </a:cubicBezTo>
                <a:lnTo>
                  <a:pt x="355283" y="3566255"/>
                </a:lnTo>
                <a:cubicBezTo>
                  <a:pt x="357664" y="3566255"/>
                  <a:pt x="359664" y="3568160"/>
                  <a:pt x="359664" y="3570446"/>
                </a:cubicBezTo>
                <a:lnTo>
                  <a:pt x="359664" y="3575304"/>
                </a:lnTo>
                <a:lnTo>
                  <a:pt x="343472" y="3575304"/>
                </a:lnTo>
                <a:lnTo>
                  <a:pt x="343472" y="3570446"/>
                </a:lnTo>
                <a:close/>
                <a:moveTo>
                  <a:pt x="343376" y="3594926"/>
                </a:moveTo>
                <a:lnTo>
                  <a:pt x="359569" y="3594926"/>
                </a:lnTo>
                <a:lnTo>
                  <a:pt x="359569" y="3601498"/>
                </a:lnTo>
                <a:cubicBezTo>
                  <a:pt x="359569" y="3603784"/>
                  <a:pt x="357569" y="3605689"/>
                  <a:pt x="355187" y="3605689"/>
                </a:cubicBezTo>
                <a:lnTo>
                  <a:pt x="347663" y="3605689"/>
                </a:lnTo>
                <a:cubicBezTo>
                  <a:pt x="345281" y="3605689"/>
                  <a:pt x="343281" y="3603784"/>
                  <a:pt x="343281" y="3601498"/>
                </a:cubicBezTo>
                <a:lnTo>
                  <a:pt x="343281" y="3594926"/>
                </a:lnTo>
                <a:close/>
                <a:moveTo>
                  <a:pt x="266033" y="3731419"/>
                </a:moveTo>
                <a:cubicBezTo>
                  <a:pt x="266033" y="3746754"/>
                  <a:pt x="253460" y="3759232"/>
                  <a:pt x="238125" y="3759232"/>
                </a:cubicBezTo>
                <a:cubicBezTo>
                  <a:pt x="222790" y="3759232"/>
                  <a:pt x="210312" y="3746659"/>
                  <a:pt x="210312" y="3731324"/>
                </a:cubicBezTo>
                <a:cubicBezTo>
                  <a:pt x="210312" y="3715988"/>
                  <a:pt x="222885" y="3703511"/>
                  <a:pt x="238220" y="3703511"/>
                </a:cubicBezTo>
                <a:cubicBezTo>
                  <a:pt x="253556" y="3703511"/>
                  <a:pt x="266033" y="3716084"/>
                  <a:pt x="265938" y="3731419"/>
                </a:cubicBezTo>
                <a:close/>
                <a:moveTo>
                  <a:pt x="276035" y="3594926"/>
                </a:moveTo>
                <a:lnTo>
                  <a:pt x="251365" y="3614928"/>
                </a:lnTo>
                <a:lnTo>
                  <a:pt x="251365" y="3698938"/>
                </a:lnTo>
                <a:cubicBezTo>
                  <a:pt x="247364" y="3697319"/>
                  <a:pt x="242983" y="3696367"/>
                  <a:pt x="238316" y="3696272"/>
                </a:cubicBezTo>
                <a:cubicBezTo>
                  <a:pt x="234315" y="3696272"/>
                  <a:pt x="230505" y="3697034"/>
                  <a:pt x="226981" y="3698272"/>
                </a:cubicBezTo>
                <a:lnTo>
                  <a:pt x="226981" y="3614166"/>
                </a:lnTo>
                <a:lnTo>
                  <a:pt x="272796" y="3575399"/>
                </a:lnTo>
                <a:lnTo>
                  <a:pt x="339662" y="3575399"/>
                </a:lnTo>
                <a:lnTo>
                  <a:pt x="339662" y="3594926"/>
                </a:lnTo>
                <a:lnTo>
                  <a:pt x="276130" y="3594926"/>
                </a:lnTo>
                <a:close/>
                <a:moveTo>
                  <a:pt x="180308" y="3977164"/>
                </a:moveTo>
                <a:cubicBezTo>
                  <a:pt x="181642" y="3977830"/>
                  <a:pt x="183070" y="3978117"/>
                  <a:pt x="184499" y="3978117"/>
                </a:cubicBezTo>
                <a:cubicBezTo>
                  <a:pt x="185642" y="3978117"/>
                  <a:pt x="186785" y="3977926"/>
                  <a:pt x="187833" y="3977545"/>
                </a:cubicBezTo>
                <a:cubicBezTo>
                  <a:pt x="192977" y="3975735"/>
                  <a:pt x="195644" y="3970020"/>
                  <a:pt x="193834" y="3964877"/>
                </a:cubicBezTo>
                <a:cubicBezTo>
                  <a:pt x="192977" y="3962400"/>
                  <a:pt x="191167" y="3960400"/>
                  <a:pt x="188786" y="3959257"/>
                </a:cubicBezTo>
                <a:cubicBezTo>
                  <a:pt x="186404" y="3958114"/>
                  <a:pt x="183737" y="3958019"/>
                  <a:pt x="181166" y="3958876"/>
                </a:cubicBezTo>
                <a:cubicBezTo>
                  <a:pt x="176022" y="3960686"/>
                  <a:pt x="173355" y="3966401"/>
                  <a:pt x="175165" y="3971544"/>
                </a:cubicBezTo>
                <a:cubicBezTo>
                  <a:pt x="175355" y="3972116"/>
                  <a:pt x="175736" y="3972497"/>
                  <a:pt x="176022" y="3972973"/>
                </a:cubicBezTo>
                <a:lnTo>
                  <a:pt x="124778" y="4018407"/>
                </a:lnTo>
                <a:lnTo>
                  <a:pt x="125063" y="4066413"/>
                </a:lnTo>
                <a:lnTo>
                  <a:pt x="46482" y="4134517"/>
                </a:lnTo>
                <a:cubicBezTo>
                  <a:pt x="43910" y="4132517"/>
                  <a:pt x="40481" y="4131659"/>
                  <a:pt x="37148" y="4132802"/>
                </a:cubicBezTo>
                <a:cubicBezTo>
                  <a:pt x="32004" y="4134612"/>
                  <a:pt x="29337" y="4140327"/>
                  <a:pt x="31147" y="4145471"/>
                </a:cubicBezTo>
                <a:cubicBezTo>
                  <a:pt x="32004" y="4147947"/>
                  <a:pt x="33814" y="4149947"/>
                  <a:pt x="36290" y="4151090"/>
                </a:cubicBezTo>
                <a:cubicBezTo>
                  <a:pt x="37624" y="4151757"/>
                  <a:pt x="39053" y="4152043"/>
                  <a:pt x="40481" y="4152043"/>
                </a:cubicBezTo>
                <a:cubicBezTo>
                  <a:pt x="41624" y="4152043"/>
                  <a:pt x="42767" y="4151852"/>
                  <a:pt x="43815" y="4151471"/>
                </a:cubicBezTo>
                <a:cubicBezTo>
                  <a:pt x="46292" y="4150614"/>
                  <a:pt x="48292" y="4148804"/>
                  <a:pt x="49435" y="4146423"/>
                </a:cubicBezTo>
                <a:cubicBezTo>
                  <a:pt x="50578" y="4144042"/>
                  <a:pt x="50673" y="4141375"/>
                  <a:pt x="49816" y="4138803"/>
                </a:cubicBezTo>
                <a:cubicBezTo>
                  <a:pt x="49816" y="4138613"/>
                  <a:pt x="49530" y="4138422"/>
                  <a:pt x="49435" y="4138232"/>
                </a:cubicBezTo>
                <a:lnTo>
                  <a:pt x="129826" y="4068604"/>
                </a:lnTo>
                <a:lnTo>
                  <a:pt x="129540" y="4020598"/>
                </a:lnTo>
                <a:lnTo>
                  <a:pt x="179261" y="3976497"/>
                </a:lnTo>
                <a:cubicBezTo>
                  <a:pt x="179261" y="3976497"/>
                  <a:pt x="179832" y="3977069"/>
                  <a:pt x="180213" y="3977259"/>
                </a:cubicBezTo>
                <a:close/>
                <a:moveTo>
                  <a:pt x="182785" y="3963353"/>
                </a:moveTo>
                <a:cubicBezTo>
                  <a:pt x="183356" y="3963162"/>
                  <a:pt x="183928" y="3963067"/>
                  <a:pt x="184499" y="3963067"/>
                </a:cubicBezTo>
                <a:cubicBezTo>
                  <a:pt x="185261" y="3963067"/>
                  <a:pt x="186023" y="3963257"/>
                  <a:pt x="186690" y="3963543"/>
                </a:cubicBezTo>
                <a:cubicBezTo>
                  <a:pt x="187928" y="3964115"/>
                  <a:pt x="188881" y="3965162"/>
                  <a:pt x="189357" y="3966496"/>
                </a:cubicBezTo>
                <a:cubicBezTo>
                  <a:pt x="189833" y="3967829"/>
                  <a:pt x="189738" y="3969163"/>
                  <a:pt x="189167" y="3970401"/>
                </a:cubicBezTo>
                <a:cubicBezTo>
                  <a:pt x="188595" y="3971639"/>
                  <a:pt x="187547" y="3972592"/>
                  <a:pt x="186214" y="3973068"/>
                </a:cubicBezTo>
                <a:cubicBezTo>
                  <a:pt x="184880" y="3973544"/>
                  <a:pt x="183547" y="3973449"/>
                  <a:pt x="182308" y="3972878"/>
                </a:cubicBezTo>
                <a:cubicBezTo>
                  <a:pt x="181070" y="3972306"/>
                  <a:pt x="180118" y="3971259"/>
                  <a:pt x="179642" y="3969925"/>
                </a:cubicBezTo>
                <a:cubicBezTo>
                  <a:pt x="178689" y="3967258"/>
                  <a:pt x="180118" y="3964305"/>
                  <a:pt x="182785" y="3963353"/>
                </a:cubicBezTo>
                <a:close/>
                <a:moveTo>
                  <a:pt x="45149" y="4144328"/>
                </a:moveTo>
                <a:cubicBezTo>
                  <a:pt x="44577" y="4145566"/>
                  <a:pt x="43529" y="4146518"/>
                  <a:pt x="42196" y="4146995"/>
                </a:cubicBezTo>
                <a:lnTo>
                  <a:pt x="42196" y="4146995"/>
                </a:lnTo>
                <a:cubicBezTo>
                  <a:pt x="40862" y="4147471"/>
                  <a:pt x="39529" y="4147376"/>
                  <a:pt x="38291" y="4146804"/>
                </a:cubicBezTo>
                <a:cubicBezTo>
                  <a:pt x="37052" y="4146233"/>
                  <a:pt x="36100" y="4145185"/>
                  <a:pt x="35624" y="4143851"/>
                </a:cubicBezTo>
                <a:cubicBezTo>
                  <a:pt x="34671" y="4141184"/>
                  <a:pt x="36100" y="4138232"/>
                  <a:pt x="38767" y="4137279"/>
                </a:cubicBezTo>
                <a:cubicBezTo>
                  <a:pt x="39338" y="4137088"/>
                  <a:pt x="39910" y="4136993"/>
                  <a:pt x="40481" y="4136993"/>
                </a:cubicBezTo>
                <a:cubicBezTo>
                  <a:pt x="42577" y="4136993"/>
                  <a:pt x="44577" y="4138327"/>
                  <a:pt x="45339" y="4140422"/>
                </a:cubicBezTo>
                <a:cubicBezTo>
                  <a:pt x="45815" y="4141756"/>
                  <a:pt x="45720" y="4143089"/>
                  <a:pt x="45149" y="4144328"/>
                </a:cubicBezTo>
                <a:close/>
                <a:moveTo>
                  <a:pt x="545592" y="3505010"/>
                </a:moveTo>
                <a:lnTo>
                  <a:pt x="528447" y="3505010"/>
                </a:lnTo>
                <a:cubicBezTo>
                  <a:pt x="528447" y="3505010"/>
                  <a:pt x="528447" y="3500247"/>
                  <a:pt x="528447" y="3500247"/>
                </a:cubicBezTo>
                <a:lnTo>
                  <a:pt x="545592" y="3500247"/>
                </a:lnTo>
                <a:cubicBezTo>
                  <a:pt x="545592" y="3500247"/>
                  <a:pt x="545592" y="3505010"/>
                  <a:pt x="545592" y="3505010"/>
                </a:cubicBezTo>
                <a:close/>
                <a:moveTo>
                  <a:pt x="305943" y="3712845"/>
                </a:moveTo>
                <a:cubicBezTo>
                  <a:pt x="307658" y="3712178"/>
                  <a:pt x="308896" y="3710845"/>
                  <a:pt x="309848" y="3709416"/>
                </a:cubicBezTo>
                <a:cubicBezTo>
                  <a:pt x="310039" y="3709607"/>
                  <a:pt x="310325" y="3709702"/>
                  <a:pt x="310706" y="3709702"/>
                </a:cubicBezTo>
                <a:cubicBezTo>
                  <a:pt x="311658" y="3709702"/>
                  <a:pt x="312039" y="3709035"/>
                  <a:pt x="312325" y="3707797"/>
                </a:cubicBezTo>
                <a:cubicBezTo>
                  <a:pt x="312611" y="3709035"/>
                  <a:pt x="312992" y="3709702"/>
                  <a:pt x="313944" y="3709702"/>
                </a:cubicBezTo>
                <a:cubicBezTo>
                  <a:pt x="314897" y="3709702"/>
                  <a:pt x="315278" y="3709035"/>
                  <a:pt x="315563" y="3707797"/>
                </a:cubicBezTo>
                <a:cubicBezTo>
                  <a:pt x="315849" y="3709035"/>
                  <a:pt x="316230" y="3709702"/>
                  <a:pt x="317183" y="3709702"/>
                </a:cubicBezTo>
                <a:cubicBezTo>
                  <a:pt x="318135" y="3709702"/>
                  <a:pt x="318516" y="3709035"/>
                  <a:pt x="318802" y="3707797"/>
                </a:cubicBezTo>
                <a:cubicBezTo>
                  <a:pt x="319088" y="3709035"/>
                  <a:pt x="319469" y="3709702"/>
                  <a:pt x="320421" y="3709702"/>
                </a:cubicBezTo>
                <a:cubicBezTo>
                  <a:pt x="321374" y="3709702"/>
                  <a:pt x="321755" y="3709035"/>
                  <a:pt x="322040" y="3707797"/>
                </a:cubicBezTo>
                <a:cubicBezTo>
                  <a:pt x="322326" y="3709035"/>
                  <a:pt x="322707" y="3709702"/>
                  <a:pt x="323660" y="3709702"/>
                </a:cubicBezTo>
                <a:cubicBezTo>
                  <a:pt x="324612" y="3709702"/>
                  <a:pt x="324993" y="3709035"/>
                  <a:pt x="325279" y="3707797"/>
                </a:cubicBezTo>
                <a:cubicBezTo>
                  <a:pt x="325564" y="3709035"/>
                  <a:pt x="325946" y="3709702"/>
                  <a:pt x="326898" y="3709702"/>
                </a:cubicBezTo>
                <a:cubicBezTo>
                  <a:pt x="327851" y="3709702"/>
                  <a:pt x="328232" y="3709035"/>
                  <a:pt x="328517" y="3707797"/>
                </a:cubicBezTo>
                <a:cubicBezTo>
                  <a:pt x="328803" y="3709035"/>
                  <a:pt x="329184" y="3709702"/>
                  <a:pt x="330137" y="3709702"/>
                </a:cubicBezTo>
                <a:cubicBezTo>
                  <a:pt x="331089" y="3709702"/>
                  <a:pt x="331470" y="3709035"/>
                  <a:pt x="331756" y="3707797"/>
                </a:cubicBezTo>
                <a:cubicBezTo>
                  <a:pt x="332042" y="3709035"/>
                  <a:pt x="332423" y="3709702"/>
                  <a:pt x="333375" y="3709702"/>
                </a:cubicBezTo>
                <a:cubicBezTo>
                  <a:pt x="334328" y="3709702"/>
                  <a:pt x="334709" y="3709035"/>
                  <a:pt x="334994" y="3707797"/>
                </a:cubicBezTo>
                <a:cubicBezTo>
                  <a:pt x="335280" y="3709035"/>
                  <a:pt x="335661" y="3709702"/>
                  <a:pt x="336614" y="3709702"/>
                </a:cubicBezTo>
                <a:cubicBezTo>
                  <a:pt x="337566" y="3709702"/>
                  <a:pt x="337947" y="3709035"/>
                  <a:pt x="338233" y="3707797"/>
                </a:cubicBezTo>
                <a:cubicBezTo>
                  <a:pt x="338519" y="3709035"/>
                  <a:pt x="338900" y="3709702"/>
                  <a:pt x="339852" y="3709702"/>
                </a:cubicBezTo>
                <a:cubicBezTo>
                  <a:pt x="340805" y="3709702"/>
                  <a:pt x="341186" y="3709035"/>
                  <a:pt x="341471" y="3707797"/>
                </a:cubicBezTo>
                <a:cubicBezTo>
                  <a:pt x="341757" y="3709035"/>
                  <a:pt x="342138" y="3709702"/>
                  <a:pt x="343090" y="3709702"/>
                </a:cubicBezTo>
                <a:cubicBezTo>
                  <a:pt x="344043" y="3709702"/>
                  <a:pt x="344424" y="3709035"/>
                  <a:pt x="344710" y="3707702"/>
                </a:cubicBezTo>
                <a:cubicBezTo>
                  <a:pt x="344996" y="3708940"/>
                  <a:pt x="345377" y="3709702"/>
                  <a:pt x="346329" y="3709702"/>
                </a:cubicBezTo>
                <a:cubicBezTo>
                  <a:pt x="347282" y="3709702"/>
                  <a:pt x="347663" y="3709035"/>
                  <a:pt x="347948" y="3707702"/>
                </a:cubicBezTo>
                <a:cubicBezTo>
                  <a:pt x="348234" y="3709035"/>
                  <a:pt x="348615" y="3709702"/>
                  <a:pt x="349568" y="3709702"/>
                </a:cubicBezTo>
                <a:cubicBezTo>
                  <a:pt x="350520" y="3709702"/>
                  <a:pt x="350901" y="3709035"/>
                  <a:pt x="351187" y="3707702"/>
                </a:cubicBezTo>
                <a:cubicBezTo>
                  <a:pt x="351473" y="3709035"/>
                  <a:pt x="351854" y="3709702"/>
                  <a:pt x="352806" y="3709702"/>
                </a:cubicBezTo>
                <a:cubicBezTo>
                  <a:pt x="353759" y="3709702"/>
                  <a:pt x="354235" y="3709035"/>
                  <a:pt x="354425" y="3707702"/>
                </a:cubicBezTo>
                <a:cubicBezTo>
                  <a:pt x="354711" y="3709035"/>
                  <a:pt x="355092" y="3709702"/>
                  <a:pt x="356045" y="3709702"/>
                </a:cubicBezTo>
                <a:cubicBezTo>
                  <a:pt x="356997" y="3709702"/>
                  <a:pt x="357473" y="3708940"/>
                  <a:pt x="357759" y="3707606"/>
                </a:cubicBezTo>
                <a:cubicBezTo>
                  <a:pt x="358045" y="3708940"/>
                  <a:pt x="358426" y="3709702"/>
                  <a:pt x="359474" y="3709702"/>
                </a:cubicBezTo>
                <a:cubicBezTo>
                  <a:pt x="360521" y="3709702"/>
                  <a:pt x="360902" y="3708940"/>
                  <a:pt x="361188" y="3707606"/>
                </a:cubicBezTo>
                <a:cubicBezTo>
                  <a:pt x="361474" y="3708940"/>
                  <a:pt x="361855" y="3709702"/>
                  <a:pt x="362903" y="3709702"/>
                </a:cubicBezTo>
                <a:cubicBezTo>
                  <a:pt x="363950" y="3709702"/>
                  <a:pt x="364331" y="3708940"/>
                  <a:pt x="364522" y="3707606"/>
                </a:cubicBezTo>
                <a:cubicBezTo>
                  <a:pt x="364808" y="3708940"/>
                  <a:pt x="365189" y="3709702"/>
                  <a:pt x="366141" y="3709702"/>
                </a:cubicBezTo>
                <a:cubicBezTo>
                  <a:pt x="367094" y="3709702"/>
                  <a:pt x="367570" y="3708940"/>
                  <a:pt x="367760" y="3707606"/>
                </a:cubicBezTo>
                <a:cubicBezTo>
                  <a:pt x="368046" y="3708940"/>
                  <a:pt x="368427" y="3709702"/>
                  <a:pt x="369380" y="3709702"/>
                </a:cubicBezTo>
                <a:cubicBezTo>
                  <a:pt x="370332" y="3709702"/>
                  <a:pt x="370808" y="3709035"/>
                  <a:pt x="370999" y="3707702"/>
                </a:cubicBezTo>
                <a:cubicBezTo>
                  <a:pt x="371285" y="3709035"/>
                  <a:pt x="371665" y="3709702"/>
                  <a:pt x="372618" y="3709702"/>
                </a:cubicBezTo>
                <a:cubicBezTo>
                  <a:pt x="373571" y="3709702"/>
                  <a:pt x="374047" y="3709035"/>
                  <a:pt x="374237" y="3707702"/>
                </a:cubicBezTo>
                <a:cubicBezTo>
                  <a:pt x="374523" y="3709035"/>
                  <a:pt x="374904" y="3709702"/>
                  <a:pt x="375857" y="3709702"/>
                </a:cubicBezTo>
                <a:cubicBezTo>
                  <a:pt x="376809" y="3709702"/>
                  <a:pt x="377285" y="3708940"/>
                  <a:pt x="377476" y="3707606"/>
                </a:cubicBezTo>
                <a:cubicBezTo>
                  <a:pt x="377762" y="3708940"/>
                  <a:pt x="378143" y="3709702"/>
                  <a:pt x="379095" y="3709702"/>
                </a:cubicBezTo>
                <a:cubicBezTo>
                  <a:pt x="380048" y="3709702"/>
                  <a:pt x="380524" y="3708940"/>
                  <a:pt x="380714" y="3707606"/>
                </a:cubicBezTo>
                <a:cubicBezTo>
                  <a:pt x="381000" y="3708940"/>
                  <a:pt x="381381" y="3709702"/>
                  <a:pt x="382334" y="3709702"/>
                </a:cubicBezTo>
                <a:cubicBezTo>
                  <a:pt x="383286" y="3709702"/>
                  <a:pt x="383762" y="3708940"/>
                  <a:pt x="384048" y="3707606"/>
                </a:cubicBezTo>
                <a:cubicBezTo>
                  <a:pt x="384334" y="3708940"/>
                  <a:pt x="384715" y="3709702"/>
                  <a:pt x="385763" y="3709702"/>
                </a:cubicBezTo>
                <a:cubicBezTo>
                  <a:pt x="386810" y="3709702"/>
                  <a:pt x="387191" y="3708940"/>
                  <a:pt x="387477" y="3707606"/>
                </a:cubicBezTo>
                <a:cubicBezTo>
                  <a:pt x="387763" y="3709035"/>
                  <a:pt x="388144" y="3709702"/>
                  <a:pt x="389192" y="3709702"/>
                </a:cubicBezTo>
                <a:cubicBezTo>
                  <a:pt x="390239" y="3709702"/>
                  <a:pt x="390620" y="3708940"/>
                  <a:pt x="390906" y="3707606"/>
                </a:cubicBezTo>
                <a:cubicBezTo>
                  <a:pt x="391192" y="3709035"/>
                  <a:pt x="391573" y="3709702"/>
                  <a:pt x="392621" y="3709702"/>
                </a:cubicBezTo>
                <a:cubicBezTo>
                  <a:pt x="393668" y="3709702"/>
                  <a:pt x="394049" y="3709035"/>
                  <a:pt x="394240" y="3707702"/>
                </a:cubicBezTo>
                <a:cubicBezTo>
                  <a:pt x="394526" y="3709035"/>
                  <a:pt x="394907" y="3709702"/>
                  <a:pt x="395859" y="3709702"/>
                </a:cubicBezTo>
                <a:cubicBezTo>
                  <a:pt x="396812" y="3709702"/>
                  <a:pt x="397193" y="3709035"/>
                  <a:pt x="397478" y="3707702"/>
                </a:cubicBezTo>
                <a:cubicBezTo>
                  <a:pt x="397764" y="3709035"/>
                  <a:pt x="398145" y="3709702"/>
                  <a:pt x="399098" y="3709702"/>
                </a:cubicBezTo>
                <a:cubicBezTo>
                  <a:pt x="400050" y="3709702"/>
                  <a:pt x="400526" y="3709035"/>
                  <a:pt x="400717" y="3707702"/>
                </a:cubicBezTo>
                <a:cubicBezTo>
                  <a:pt x="401003" y="3709035"/>
                  <a:pt x="401384" y="3709702"/>
                  <a:pt x="402336" y="3709702"/>
                </a:cubicBezTo>
                <a:cubicBezTo>
                  <a:pt x="403289" y="3709702"/>
                  <a:pt x="403765" y="3708940"/>
                  <a:pt x="403955" y="3707606"/>
                </a:cubicBezTo>
                <a:cubicBezTo>
                  <a:pt x="404241" y="3708940"/>
                  <a:pt x="404622" y="3709702"/>
                  <a:pt x="405670" y="3709702"/>
                </a:cubicBezTo>
                <a:cubicBezTo>
                  <a:pt x="406718" y="3709702"/>
                  <a:pt x="407099" y="3708940"/>
                  <a:pt x="407384" y="3707511"/>
                </a:cubicBezTo>
                <a:cubicBezTo>
                  <a:pt x="407670" y="3708940"/>
                  <a:pt x="408051" y="3709702"/>
                  <a:pt x="409099" y="3709702"/>
                </a:cubicBezTo>
                <a:cubicBezTo>
                  <a:pt x="410147" y="3709702"/>
                  <a:pt x="410528" y="3708940"/>
                  <a:pt x="410813" y="3707511"/>
                </a:cubicBezTo>
                <a:cubicBezTo>
                  <a:pt x="411099" y="3708940"/>
                  <a:pt x="411480" y="3709702"/>
                  <a:pt x="412528" y="3709702"/>
                </a:cubicBezTo>
                <a:cubicBezTo>
                  <a:pt x="413576" y="3709702"/>
                  <a:pt x="413957" y="3708940"/>
                  <a:pt x="414242" y="3707511"/>
                </a:cubicBezTo>
                <a:cubicBezTo>
                  <a:pt x="414528" y="3708940"/>
                  <a:pt x="414909" y="3709702"/>
                  <a:pt x="415957" y="3709702"/>
                </a:cubicBezTo>
                <a:cubicBezTo>
                  <a:pt x="417005" y="3709702"/>
                  <a:pt x="417386" y="3708940"/>
                  <a:pt x="417671" y="3707511"/>
                </a:cubicBezTo>
                <a:cubicBezTo>
                  <a:pt x="417957" y="3708940"/>
                  <a:pt x="418338" y="3709702"/>
                  <a:pt x="419386" y="3709702"/>
                </a:cubicBezTo>
                <a:cubicBezTo>
                  <a:pt x="420434" y="3709702"/>
                  <a:pt x="420814" y="3708940"/>
                  <a:pt x="421100" y="3707416"/>
                </a:cubicBezTo>
                <a:cubicBezTo>
                  <a:pt x="421386" y="3708940"/>
                  <a:pt x="421767" y="3709702"/>
                  <a:pt x="422815" y="3709702"/>
                </a:cubicBezTo>
                <a:cubicBezTo>
                  <a:pt x="423863" y="3709702"/>
                  <a:pt x="424244" y="3708845"/>
                  <a:pt x="424529" y="3707321"/>
                </a:cubicBezTo>
                <a:cubicBezTo>
                  <a:pt x="424815" y="3708749"/>
                  <a:pt x="425196" y="3709416"/>
                  <a:pt x="426053" y="3709607"/>
                </a:cubicBezTo>
                <a:cubicBezTo>
                  <a:pt x="427673" y="3711988"/>
                  <a:pt x="430244" y="3713512"/>
                  <a:pt x="433102" y="3713512"/>
                </a:cubicBezTo>
                <a:cubicBezTo>
                  <a:pt x="434150" y="3713512"/>
                  <a:pt x="435293" y="3713321"/>
                  <a:pt x="436340" y="3712845"/>
                </a:cubicBezTo>
                <a:cubicBezTo>
                  <a:pt x="440722" y="3711035"/>
                  <a:pt x="442817" y="3706082"/>
                  <a:pt x="441008" y="3701701"/>
                </a:cubicBezTo>
                <a:cubicBezTo>
                  <a:pt x="439198" y="3697319"/>
                  <a:pt x="434245" y="3695319"/>
                  <a:pt x="429863" y="3697034"/>
                </a:cubicBezTo>
                <a:lnTo>
                  <a:pt x="429863" y="3697034"/>
                </a:lnTo>
                <a:cubicBezTo>
                  <a:pt x="427958" y="3697796"/>
                  <a:pt x="426530" y="3699320"/>
                  <a:pt x="425672" y="3701034"/>
                </a:cubicBezTo>
                <a:cubicBezTo>
                  <a:pt x="425387" y="3700558"/>
                  <a:pt x="425006" y="3700272"/>
                  <a:pt x="424529" y="3700272"/>
                </a:cubicBezTo>
                <a:cubicBezTo>
                  <a:pt x="423482" y="3700272"/>
                  <a:pt x="423101" y="3701129"/>
                  <a:pt x="422815" y="3702653"/>
                </a:cubicBezTo>
                <a:cubicBezTo>
                  <a:pt x="422529" y="3701129"/>
                  <a:pt x="422148" y="3700272"/>
                  <a:pt x="421100" y="3700272"/>
                </a:cubicBezTo>
                <a:cubicBezTo>
                  <a:pt x="420053" y="3700272"/>
                  <a:pt x="419672" y="3701034"/>
                  <a:pt x="419386" y="3702463"/>
                </a:cubicBezTo>
                <a:cubicBezTo>
                  <a:pt x="419100" y="3701034"/>
                  <a:pt x="418719" y="3700272"/>
                  <a:pt x="417671" y="3700272"/>
                </a:cubicBezTo>
                <a:cubicBezTo>
                  <a:pt x="416624" y="3700272"/>
                  <a:pt x="416243" y="3701034"/>
                  <a:pt x="415957" y="3702558"/>
                </a:cubicBezTo>
                <a:cubicBezTo>
                  <a:pt x="415671" y="3701129"/>
                  <a:pt x="415290" y="3700272"/>
                  <a:pt x="414242" y="3700272"/>
                </a:cubicBezTo>
                <a:cubicBezTo>
                  <a:pt x="413195" y="3700272"/>
                  <a:pt x="412814" y="3701034"/>
                  <a:pt x="412528" y="3702463"/>
                </a:cubicBezTo>
                <a:cubicBezTo>
                  <a:pt x="412242" y="3701034"/>
                  <a:pt x="411861" y="3700272"/>
                  <a:pt x="410813" y="3700272"/>
                </a:cubicBezTo>
                <a:cubicBezTo>
                  <a:pt x="409765" y="3700272"/>
                  <a:pt x="409385" y="3701034"/>
                  <a:pt x="409099" y="3702463"/>
                </a:cubicBezTo>
                <a:cubicBezTo>
                  <a:pt x="408813" y="3701034"/>
                  <a:pt x="408432" y="3700272"/>
                  <a:pt x="407384" y="3700272"/>
                </a:cubicBezTo>
                <a:cubicBezTo>
                  <a:pt x="406337" y="3700272"/>
                  <a:pt x="405956" y="3701034"/>
                  <a:pt x="405670" y="3702368"/>
                </a:cubicBezTo>
                <a:cubicBezTo>
                  <a:pt x="405384" y="3700939"/>
                  <a:pt x="405003" y="3700272"/>
                  <a:pt x="403955" y="3700272"/>
                </a:cubicBezTo>
                <a:cubicBezTo>
                  <a:pt x="402908" y="3700272"/>
                  <a:pt x="402527" y="3701034"/>
                  <a:pt x="402336" y="3702272"/>
                </a:cubicBezTo>
                <a:cubicBezTo>
                  <a:pt x="402050" y="3700939"/>
                  <a:pt x="401669" y="3700272"/>
                  <a:pt x="400717" y="3700272"/>
                </a:cubicBezTo>
                <a:cubicBezTo>
                  <a:pt x="399764" y="3700272"/>
                  <a:pt x="399383" y="3700939"/>
                  <a:pt x="399098" y="3702272"/>
                </a:cubicBezTo>
                <a:cubicBezTo>
                  <a:pt x="398812" y="3700939"/>
                  <a:pt x="398431" y="3700272"/>
                  <a:pt x="397478" y="3700272"/>
                </a:cubicBezTo>
                <a:cubicBezTo>
                  <a:pt x="396526" y="3700272"/>
                  <a:pt x="396145" y="3700939"/>
                  <a:pt x="395859" y="3702272"/>
                </a:cubicBezTo>
                <a:cubicBezTo>
                  <a:pt x="395573" y="3700939"/>
                  <a:pt x="395192" y="3700272"/>
                  <a:pt x="394240" y="3700272"/>
                </a:cubicBezTo>
                <a:cubicBezTo>
                  <a:pt x="393287" y="3700272"/>
                  <a:pt x="392811" y="3701034"/>
                  <a:pt x="392621" y="3702368"/>
                </a:cubicBezTo>
                <a:cubicBezTo>
                  <a:pt x="392335" y="3701034"/>
                  <a:pt x="391954" y="3700272"/>
                  <a:pt x="390906" y="3700272"/>
                </a:cubicBezTo>
                <a:cubicBezTo>
                  <a:pt x="389858" y="3700272"/>
                  <a:pt x="389477" y="3701034"/>
                  <a:pt x="389192" y="3702463"/>
                </a:cubicBezTo>
                <a:cubicBezTo>
                  <a:pt x="388906" y="3701034"/>
                  <a:pt x="388525" y="3700272"/>
                  <a:pt x="387477" y="3700272"/>
                </a:cubicBezTo>
                <a:cubicBezTo>
                  <a:pt x="386429" y="3700272"/>
                  <a:pt x="386048" y="3701034"/>
                  <a:pt x="385763" y="3702368"/>
                </a:cubicBezTo>
                <a:cubicBezTo>
                  <a:pt x="385477" y="3700939"/>
                  <a:pt x="385096" y="3700272"/>
                  <a:pt x="384048" y="3700272"/>
                </a:cubicBezTo>
                <a:cubicBezTo>
                  <a:pt x="383000" y="3700272"/>
                  <a:pt x="382619" y="3701034"/>
                  <a:pt x="382334" y="3702368"/>
                </a:cubicBezTo>
                <a:cubicBezTo>
                  <a:pt x="382048" y="3701034"/>
                  <a:pt x="381667" y="3700272"/>
                  <a:pt x="380714" y="3700272"/>
                </a:cubicBezTo>
                <a:cubicBezTo>
                  <a:pt x="379762" y="3700272"/>
                  <a:pt x="379286" y="3701034"/>
                  <a:pt x="379095" y="3702368"/>
                </a:cubicBezTo>
                <a:cubicBezTo>
                  <a:pt x="378809" y="3701034"/>
                  <a:pt x="378428" y="3700272"/>
                  <a:pt x="377476" y="3700272"/>
                </a:cubicBezTo>
                <a:cubicBezTo>
                  <a:pt x="376523" y="3700272"/>
                  <a:pt x="376047" y="3700939"/>
                  <a:pt x="375857" y="3702272"/>
                </a:cubicBezTo>
                <a:cubicBezTo>
                  <a:pt x="375571" y="3700939"/>
                  <a:pt x="375190" y="3700272"/>
                  <a:pt x="374237" y="3700272"/>
                </a:cubicBezTo>
                <a:cubicBezTo>
                  <a:pt x="373285" y="3700272"/>
                  <a:pt x="372809" y="3700939"/>
                  <a:pt x="372618" y="3702272"/>
                </a:cubicBezTo>
                <a:cubicBezTo>
                  <a:pt x="372332" y="3700939"/>
                  <a:pt x="371951" y="3700272"/>
                  <a:pt x="370999" y="3700272"/>
                </a:cubicBezTo>
                <a:cubicBezTo>
                  <a:pt x="370046" y="3700272"/>
                  <a:pt x="369570" y="3701034"/>
                  <a:pt x="369380" y="3702368"/>
                </a:cubicBezTo>
                <a:cubicBezTo>
                  <a:pt x="369094" y="3701034"/>
                  <a:pt x="368713" y="3700272"/>
                  <a:pt x="367760" y="3700272"/>
                </a:cubicBezTo>
                <a:cubicBezTo>
                  <a:pt x="366808" y="3700272"/>
                  <a:pt x="366332" y="3701034"/>
                  <a:pt x="366141" y="3702368"/>
                </a:cubicBezTo>
                <a:cubicBezTo>
                  <a:pt x="365855" y="3701034"/>
                  <a:pt x="365474" y="3700272"/>
                  <a:pt x="364522" y="3700272"/>
                </a:cubicBezTo>
                <a:cubicBezTo>
                  <a:pt x="363569" y="3700272"/>
                  <a:pt x="363093" y="3701034"/>
                  <a:pt x="362807" y="3702368"/>
                </a:cubicBezTo>
                <a:cubicBezTo>
                  <a:pt x="362522" y="3701034"/>
                  <a:pt x="362140" y="3700272"/>
                  <a:pt x="361093" y="3700272"/>
                </a:cubicBezTo>
                <a:cubicBezTo>
                  <a:pt x="360045" y="3700272"/>
                  <a:pt x="359664" y="3701034"/>
                  <a:pt x="359378" y="3702368"/>
                </a:cubicBezTo>
                <a:cubicBezTo>
                  <a:pt x="359093" y="3701034"/>
                  <a:pt x="358712" y="3700272"/>
                  <a:pt x="357664" y="3700272"/>
                </a:cubicBezTo>
                <a:cubicBezTo>
                  <a:pt x="356616" y="3700272"/>
                  <a:pt x="356235" y="3701034"/>
                  <a:pt x="355949" y="3702368"/>
                </a:cubicBezTo>
                <a:cubicBezTo>
                  <a:pt x="355664" y="3701034"/>
                  <a:pt x="355283" y="3700272"/>
                  <a:pt x="354330" y="3700272"/>
                </a:cubicBezTo>
                <a:cubicBezTo>
                  <a:pt x="353378" y="3700272"/>
                  <a:pt x="352901" y="3700939"/>
                  <a:pt x="352711" y="3702272"/>
                </a:cubicBezTo>
                <a:cubicBezTo>
                  <a:pt x="352425" y="3700939"/>
                  <a:pt x="352044" y="3700272"/>
                  <a:pt x="351092" y="3700272"/>
                </a:cubicBezTo>
                <a:cubicBezTo>
                  <a:pt x="350139" y="3700272"/>
                  <a:pt x="349758" y="3700939"/>
                  <a:pt x="349472" y="3702272"/>
                </a:cubicBezTo>
                <a:cubicBezTo>
                  <a:pt x="349187" y="3700939"/>
                  <a:pt x="348806" y="3700272"/>
                  <a:pt x="347853" y="3700272"/>
                </a:cubicBezTo>
                <a:cubicBezTo>
                  <a:pt x="346901" y="3700272"/>
                  <a:pt x="346520" y="3700939"/>
                  <a:pt x="346234" y="3702272"/>
                </a:cubicBezTo>
                <a:cubicBezTo>
                  <a:pt x="345948" y="3701034"/>
                  <a:pt x="345567" y="3700272"/>
                  <a:pt x="344614" y="3700272"/>
                </a:cubicBezTo>
                <a:cubicBezTo>
                  <a:pt x="343662" y="3700272"/>
                  <a:pt x="343281" y="3700939"/>
                  <a:pt x="342995" y="3702177"/>
                </a:cubicBezTo>
                <a:cubicBezTo>
                  <a:pt x="342710" y="3700939"/>
                  <a:pt x="342329" y="3700272"/>
                  <a:pt x="341376" y="3700272"/>
                </a:cubicBezTo>
                <a:cubicBezTo>
                  <a:pt x="340424" y="3700272"/>
                  <a:pt x="340043" y="3700939"/>
                  <a:pt x="339757" y="3702177"/>
                </a:cubicBezTo>
                <a:cubicBezTo>
                  <a:pt x="339471" y="3700939"/>
                  <a:pt x="339090" y="3700272"/>
                  <a:pt x="338138" y="3700272"/>
                </a:cubicBezTo>
                <a:cubicBezTo>
                  <a:pt x="337185" y="3700272"/>
                  <a:pt x="336804" y="3700939"/>
                  <a:pt x="336518" y="3702177"/>
                </a:cubicBezTo>
                <a:cubicBezTo>
                  <a:pt x="336233" y="3700939"/>
                  <a:pt x="335852" y="3700272"/>
                  <a:pt x="334899" y="3700272"/>
                </a:cubicBezTo>
                <a:cubicBezTo>
                  <a:pt x="333947" y="3700272"/>
                  <a:pt x="333565" y="3700939"/>
                  <a:pt x="333280" y="3702177"/>
                </a:cubicBezTo>
                <a:cubicBezTo>
                  <a:pt x="332994" y="3700939"/>
                  <a:pt x="332613" y="3700272"/>
                  <a:pt x="331661" y="3700272"/>
                </a:cubicBezTo>
                <a:cubicBezTo>
                  <a:pt x="330708" y="3700272"/>
                  <a:pt x="330327" y="3700939"/>
                  <a:pt x="330041" y="3702177"/>
                </a:cubicBezTo>
                <a:cubicBezTo>
                  <a:pt x="329756" y="3700939"/>
                  <a:pt x="329375" y="3700272"/>
                  <a:pt x="328422" y="3700272"/>
                </a:cubicBezTo>
                <a:cubicBezTo>
                  <a:pt x="327470" y="3700272"/>
                  <a:pt x="327089" y="3700939"/>
                  <a:pt x="326803" y="3702177"/>
                </a:cubicBezTo>
                <a:cubicBezTo>
                  <a:pt x="326517" y="3700939"/>
                  <a:pt x="326136" y="3700272"/>
                  <a:pt x="325184" y="3700272"/>
                </a:cubicBezTo>
                <a:cubicBezTo>
                  <a:pt x="324231" y="3700272"/>
                  <a:pt x="323850" y="3700939"/>
                  <a:pt x="323564" y="3702177"/>
                </a:cubicBezTo>
                <a:cubicBezTo>
                  <a:pt x="323279" y="3700939"/>
                  <a:pt x="322898" y="3700272"/>
                  <a:pt x="321945" y="3700272"/>
                </a:cubicBezTo>
                <a:cubicBezTo>
                  <a:pt x="320993" y="3700272"/>
                  <a:pt x="320612" y="3700939"/>
                  <a:pt x="320326" y="3702177"/>
                </a:cubicBezTo>
                <a:cubicBezTo>
                  <a:pt x="320040" y="3700939"/>
                  <a:pt x="319659" y="3700272"/>
                  <a:pt x="318707" y="3700272"/>
                </a:cubicBezTo>
                <a:cubicBezTo>
                  <a:pt x="317754" y="3700272"/>
                  <a:pt x="317373" y="3700939"/>
                  <a:pt x="317087" y="3702177"/>
                </a:cubicBezTo>
                <a:cubicBezTo>
                  <a:pt x="316802" y="3700939"/>
                  <a:pt x="316421" y="3700272"/>
                  <a:pt x="315468" y="3700272"/>
                </a:cubicBezTo>
                <a:cubicBezTo>
                  <a:pt x="314515" y="3700272"/>
                  <a:pt x="314135" y="3700939"/>
                  <a:pt x="313849" y="3702177"/>
                </a:cubicBezTo>
                <a:cubicBezTo>
                  <a:pt x="313563" y="3700939"/>
                  <a:pt x="313182" y="3700272"/>
                  <a:pt x="312230" y="3700272"/>
                </a:cubicBezTo>
                <a:cubicBezTo>
                  <a:pt x="311277" y="3700272"/>
                  <a:pt x="310896" y="3700939"/>
                  <a:pt x="310610" y="3702177"/>
                </a:cubicBezTo>
                <a:cubicBezTo>
                  <a:pt x="310610" y="3702082"/>
                  <a:pt x="310610" y="3701892"/>
                  <a:pt x="310610" y="3701796"/>
                </a:cubicBezTo>
                <a:cubicBezTo>
                  <a:pt x="310610" y="3701605"/>
                  <a:pt x="310420" y="3701510"/>
                  <a:pt x="310325" y="3701320"/>
                </a:cubicBezTo>
                <a:cubicBezTo>
                  <a:pt x="310229" y="3701034"/>
                  <a:pt x="310039" y="3700844"/>
                  <a:pt x="309848" y="3700653"/>
                </a:cubicBezTo>
                <a:cubicBezTo>
                  <a:pt x="307753" y="3697129"/>
                  <a:pt x="303371" y="3695510"/>
                  <a:pt x="299466" y="3697034"/>
                </a:cubicBezTo>
                <a:lnTo>
                  <a:pt x="299466" y="3697034"/>
                </a:lnTo>
                <a:cubicBezTo>
                  <a:pt x="295085" y="3698843"/>
                  <a:pt x="292989" y="3703796"/>
                  <a:pt x="294799" y="3708178"/>
                </a:cubicBezTo>
                <a:cubicBezTo>
                  <a:pt x="295847" y="3710654"/>
                  <a:pt x="297942" y="3712464"/>
                  <a:pt x="300323" y="3713131"/>
                </a:cubicBezTo>
                <a:lnTo>
                  <a:pt x="300323" y="3767995"/>
                </a:lnTo>
                <a:lnTo>
                  <a:pt x="333851" y="3799046"/>
                </a:lnTo>
                <a:lnTo>
                  <a:pt x="398526" y="3799046"/>
                </a:lnTo>
                <a:cubicBezTo>
                  <a:pt x="398621" y="3799523"/>
                  <a:pt x="398526" y="3800189"/>
                  <a:pt x="398812" y="3800761"/>
                </a:cubicBezTo>
                <a:cubicBezTo>
                  <a:pt x="399955" y="3803904"/>
                  <a:pt x="402241" y="3806476"/>
                  <a:pt x="405289" y="3808000"/>
                </a:cubicBezTo>
                <a:cubicBezTo>
                  <a:pt x="407003" y="3808857"/>
                  <a:pt x="408908" y="3809238"/>
                  <a:pt x="410813" y="3809238"/>
                </a:cubicBezTo>
                <a:cubicBezTo>
                  <a:pt x="412242" y="3809238"/>
                  <a:pt x="413671" y="3808952"/>
                  <a:pt x="415004" y="3808476"/>
                </a:cubicBezTo>
                <a:cubicBezTo>
                  <a:pt x="418148" y="3807333"/>
                  <a:pt x="420719" y="3805047"/>
                  <a:pt x="422243" y="3801999"/>
                </a:cubicBezTo>
                <a:cubicBezTo>
                  <a:pt x="423672" y="3798951"/>
                  <a:pt x="423863" y="3795522"/>
                  <a:pt x="422815" y="3792379"/>
                </a:cubicBezTo>
                <a:cubicBezTo>
                  <a:pt x="421672" y="3789236"/>
                  <a:pt x="419386" y="3786664"/>
                  <a:pt x="416338" y="3785140"/>
                </a:cubicBezTo>
                <a:cubicBezTo>
                  <a:pt x="413290" y="3783711"/>
                  <a:pt x="409861" y="3783521"/>
                  <a:pt x="406718" y="3784568"/>
                </a:cubicBezTo>
                <a:cubicBezTo>
                  <a:pt x="403574" y="3785711"/>
                  <a:pt x="401003" y="3787997"/>
                  <a:pt x="399479" y="3791045"/>
                </a:cubicBezTo>
                <a:cubicBezTo>
                  <a:pt x="399002" y="3791998"/>
                  <a:pt x="398907" y="3793141"/>
                  <a:pt x="398717" y="3794188"/>
                </a:cubicBezTo>
                <a:lnTo>
                  <a:pt x="335947" y="3794188"/>
                </a:lnTo>
                <a:cubicBezTo>
                  <a:pt x="335947" y="3794188"/>
                  <a:pt x="305276" y="3765899"/>
                  <a:pt x="305276" y="3765899"/>
                </a:cubicBezTo>
                <a:lnTo>
                  <a:pt x="305276" y="3713036"/>
                </a:lnTo>
                <a:cubicBezTo>
                  <a:pt x="305276" y="3713036"/>
                  <a:pt x="305848" y="3713036"/>
                  <a:pt x="306134" y="3712845"/>
                </a:cubicBezTo>
                <a:close/>
                <a:moveTo>
                  <a:pt x="431006" y="3699224"/>
                </a:moveTo>
                <a:cubicBezTo>
                  <a:pt x="434150" y="3697986"/>
                  <a:pt x="437769" y="3699510"/>
                  <a:pt x="439007" y="3702558"/>
                </a:cubicBezTo>
                <a:cubicBezTo>
                  <a:pt x="440246" y="3705701"/>
                  <a:pt x="438817" y="3709321"/>
                  <a:pt x="435674" y="3710559"/>
                </a:cubicBezTo>
                <a:cubicBezTo>
                  <a:pt x="432530" y="3711893"/>
                  <a:pt x="428911" y="3710369"/>
                  <a:pt x="427673" y="3707225"/>
                </a:cubicBezTo>
                <a:cubicBezTo>
                  <a:pt x="426434" y="3704082"/>
                  <a:pt x="427863" y="3700463"/>
                  <a:pt x="431006" y="3699224"/>
                </a:cubicBezTo>
                <a:close/>
                <a:moveTo>
                  <a:pt x="408146" y="3789045"/>
                </a:moveTo>
                <a:cubicBezTo>
                  <a:pt x="409004" y="3788759"/>
                  <a:pt x="409861" y="3788569"/>
                  <a:pt x="410718" y="3788569"/>
                </a:cubicBezTo>
                <a:cubicBezTo>
                  <a:pt x="413957" y="3788569"/>
                  <a:pt x="417005" y="3790569"/>
                  <a:pt x="418148" y="3793808"/>
                </a:cubicBezTo>
                <a:cubicBezTo>
                  <a:pt x="418814" y="3795808"/>
                  <a:pt x="418719" y="3797903"/>
                  <a:pt x="417767" y="3799809"/>
                </a:cubicBezTo>
                <a:cubicBezTo>
                  <a:pt x="416814" y="3801713"/>
                  <a:pt x="415290" y="3803142"/>
                  <a:pt x="413290" y="3803809"/>
                </a:cubicBezTo>
                <a:cubicBezTo>
                  <a:pt x="409194" y="3805238"/>
                  <a:pt x="404717" y="3803047"/>
                  <a:pt x="403289" y="3798951"/>
                </a:cubicBezTo>
                <a:cubicBezTo>
                  <a:pt x="401860" y="3794855"/>
                  <a:pt x="404051" y="3790379"/>
                  <a:pt x="408146" y="3788950"/>
                </a:cubicBezTo>
                <a:close/>
                <a:moveTo>
                  <a:pt x="305086" y="3710654"/>
                </a:moveTo>
                <a:cubicBezTo>
                  <a:pt x="301943" y="3711988"/>
                  <a:pt x="298323" y="3710464"/>
                  <a:pt x="297085" y="3707321"/>
                </a:cubicBezTo>
                <a:cubicBezTo>
                  <a:pt x="295847" y="3704177"/>
                  <a:pt x="297275" y="3700558"/>
                  <a:pt x="300419" y="3699320"/>
                </a:cubicBezTo>
                <a:cubicBezTo>
                  <a:pt x="303467" y="3698081"/>
                  <a:pt x="306896" y="3699510"/>
                  <a:pt x="308229" y="3702463"/>
                </a:cubicBezTo>
                <a:cubicBezTo>
                  <a:pt x="308420" y="3702939"/>
                  <a:pt x="308515" y="3704273"/>
                  <a:pt x="308610" y="3705130"/>
                </a:cubicBezTo>
                <a:cubicBezTo>
                  <a:pt x="308610" y="3705320"/>
                  <a:pt x="308610" y="3705511"/>
                  <a:pt x="308610" y="3705701"/>
                </a:cubicBezTo>
                <a:cubicBezTo>
                  <a:pt x="308324" y="3707892"/>
                  <a:pt x="307086" y="3709797"/>
                  <a:pt x="304895" y="3710750"/>
                </a:cubicBezTo>
                <a:close/>
                <a:moveTo>
                  <a:pt x="474536" y="3583210"/>
                </a:moveTo>
                <a:lnTo>
                  <a:pt x="495300" y="3583210"/>
                </a:lnTo>
                <a:cubicBezTo>
                  <a:pt x="495300" y="3583210"/>
                  <a:pt x="495300" y="3587877"/>
                  <a:pt x="495300" y="3587877"/>
                </a:cubicBezTo>
                <a:lnTo>
                  <a:pt x="474536" y="3587877"/>
                </a:lnTo>
                <a:cubicBezTo>
                  <a:pt x="474536" y="3587877"/>
                  <a:pt x="474536" y="3583210"/>
                  <a:pt x="474536" y="3583210"/>
                </a:cubicBezTo>
                <a:close/>
                <a:moveTo>
                  <a:pt x="269653" y="4012883"/>
                </a:moveTo>
                <a:cubicBezTo>
                  <a:pt x="267367" y="4006310"/>
                  <a:pt x="260128" y="4002881"/>
                  <a:pt x="253556" y="4005072"/>
                </a:cubicBezTo>
                <a:cubicBezTo>
                  <a:pt x="246983" y="4007358"/>
                  <a:pt x="243459" y="4014597"/>
                  <a:pt x="245840" y="4021169"/>
                </a:cubicBezTo>
                <a:cubicBezTo>
                  <a:pt x="246983" y="4024408"/>
                  <a:pt x="249269" y="4026884"/>
                  <a:pt x="252317" y="4028409"/>
                </a:cubicBezTo>
                <a:cubicBezTo>
                  <a:pt x="254032" y="4029266"/>
                  <a:pt x="255937" y="4029647"/>
                  <a:pt x="257842" y="4029647"/>
                </a:cubicBezTo>
                <a:cubicBezTo>
                  <a:pt x="259270" y="4029647"/>
                  <a:pt x="260699" y="4029456"/>
                  <a:pt x="262033" y="4028980"/>
                </a:cubicBezTo>
                <a:lnTo>
                  <a:pt x="262033" y="4028980"/>
                </a:lnTo>
                <a:cubicBezTo>
                  <a:pt x="262604" y="4028789"/>
                  <a:pt x="263081" y="4028504"/>
                  <a:pt x="263652" y="4028218"/>
                </a:cubicBezTo>
                <a:lnTo>
                  <a:pt x="386906" y="4171569"/>
                </a:lnTo>
                <a:lnTo>
                  <a:pt x="387096" y="4309872"/>
                </a:lnTo>
                <a:lnTo>
                  <a:pt x="383191" y="4309872"/>
                </a:lnTo>
                <a:cubicBezTo>
                  <a:pt x="379476" y="4309872"/>
                  <a:pt x="376333" y="4312920"/>
                  <a:pt x="376333" y="4316635"/>
                </a:cubicBezTo>
                <a:lnTo>
                  <a:pt x="376333" y="4329303"/>
                </a:lnTo>
                <a:cubicBezTo>
                  <a:pt x="376333" y="4333018"/>
                  <a:pt x="379381" y="4336066"/>
                  <a:pt x="383191" y="4336066"/>
                </a:cubicBezTo>
                <a:lnTo>
                  <a:pt x="395859" y="4336066"/>
                </a:lnTo>
                <a:cubicBezTo>
                  <a:pt x="399574" y="4336066"/>
                  <a:pt x="402717" y="4333018"/>
                  <a:pt x="402717" y="4329303"/>
                </a:cubicBezTo>
                <a:lnTo>
                  <a:pt x="402717" y="4316635"/>
                </a:lnTo>
                <a:cubicBezTo>
                  <a:pt x="402717" y="4312920"/>
                  <a:pt x="399669" y="4309872"/>
                  <a:pt x="395859" y="4309872"/>
                </a:cubicBezTo>
                <a:lnTo>
                  <a:pt x="391859" y="4309872"/>
                </a:lnTo>
                <a:lnTo>
                  <a:pt x="391668" y="4169759"/>
                </a:lnTo>
                <a:lnTo>
                  <a:pt x="267367" y="4025170"/>
                </a:lnTo>
                <a:cubicBezTo>
                  <a:pt x="270224" y="4021836"/>
                  <a:pt x="271272" y="4017169"/>
                  <a:pt x="269748" y="4012787"/>
                </a:cubicBezTo>
                <a:close/>
                <a:moveTo>
                  <a:pt x="260318" y="4024503"/>
                </a:moveTo>
                <a:cubicBezTo>
                  <a:pt x="256223" y="4025932"/>
                  <a:pt x="251746" y="4023741"/>
                  <a:pt x="250317" y="4019645"/>
                </a:cubicBezTo>
                <a:cubicBezTo>
                  <a:pt x="248888" y="4015550"/>
                  <a:pt x="251079" y="4011073"/>
                  <a:pt x="255175" y="4009644"/>
                </a:cubicBezTo>
                <a:cubicBezTo>
                  <a:pt x="256032" y="4009359"/>
                  <a:pt x="256889" y="4009168"/>
                  <a:pt x="257747" y="4009168"/>
                </a:cubicBezTo>
                <a:cubicBezTo>
                  <a:pt x="260985" y="4009168"/>
                  <a:pt x="264033" y="4011168"/>
                  <a:pt x="265176" y="4014407"/>
                </a:cubicBezTo>
                <a:cubicBezTo>
                  <a:pt x="266605" y="4018502"/>
                  <a:pt x="264414" y="4022979"/>
                  <a:pt x="260318" y="4024408"/>
                </a:cubicBezTo>
                <a:close/>
                <a:moveTo>
                  <a:pt x="395669" y="4314635"/>
                </a:moveTo>
                <a:cubicBezTo>
                  <a:pt x="396812" y="4314635"/>
                  <a:pt x="397764" y="4315587"/>
                  <a:pt x="397764" y="4316635"/>
                </a:cubicBezTo>
                <a:lnTo>
                  <a:pt x="397764" y="4329303"/>
                </a:lnTo>
                <a:cubicBezTo>
                  <a:pt x="397764" y="4330446"/>
                  <a:pt x="396812" y="4331304"/>
                  <a:pt x="395669" y="4331304"/>
                </a:cubicBezTo>
                <a:lnTo>
                  <a:pt x="383000" y="4331304"/>
                </a:lnTo>
                <a:cubicBezTo>
                  <a:pt x="381857" y="4331304"/>
                  <a:pt x="380905" y="4330351"/>
                  <a:pt x="380905" y="4329303"/>
                </a:cubicBezTo>
                <a:lnTo>
                  <a:pt x="380905" y="4316635"/>
                </a:lnTo>
                <a:cubicBezTo>
                  <a:pt x="380905" y="4315492"/>
                  <a:pt x="381857" y="4314635"/>
                  <a:pt x="383000" y="4314635"/>
                </a:cubicBezTo>
                <a:lnTo>
                  <a:pt x="395669" y="4314635"/>
                </a:lnTo>
                <a:close/>
                <a:moveTo>
                  <a:pt x="1161764" y="2158079"/>
                </a:moveTo>
                <a:cubicBezTo>
                  <a:pt x="1157478" y="2158079"/>
                  <a:pt x="1154049" y="2161604"/>
                  <a:pt x="1154049" y="2165795"/>
                </a:cubicBezTo>
                <a:cubicBezTo>
                  <a:pt x="1154049" y="2169986"/>
                  <a:pt x="1157573" y="2173510"/>
                  <a:pt x="1161764" y="2173510"/>
                </a:cubicBezTo>
                <a:cubicBezTo>
                  <a:pt x="1165955" y="2173510"/>
                  <a:pt x="1169575" y="2169986"/>
                  <a:pt x="1169575" y="2165795"/>
                </a:cubicBezTo>
                <a:cubicBezTo>
                  <a:pt x="1169575" y="2161604"/>
                  <a:pt x="1166051" y="2158079"/>
                  <a:pt x="1161764" y="2158079"/>
                </a:cubicBezTo>
                <a:close/>
                <a:moveTo>
                  <a:pt x="1161764" y="2171224"/>
                </a:moveTo>
                <a:cubicBezTo>
                  <a:pt x="1158812" y="2171224"/>
                  <a:pt x="1156430" y="2168843"/>
                  <a:pt x="1156430" y="2165890"/>
                </a:cubicBezTo>
                <a:cubicBezTo>
                  <a:pt x="1156430" y="2162937"/>
                  <a:pt x="1158812" y="2160556"/>
                  <a:pt x="1161764" y="2160556"/>
                </a:cubicBezTo>
                <a:cubicBezTo>
                  <a:pt x="1164717" y="2160556"/>
                  <a:pt x="1167194" y="2162937"/>
                  <a:pt x="1167194" y="2165890"/>
                </a:cubicBezTo>
                <a:cubicBezTo>
                  <a:pt x="1167194" y="2168843"/>
                  <a:pt x="1164812" y="2171224"/>
                  <a:pt x="1161764" y="2171224"/>
                </a:cubicBezTo>
                <a:close/>
                <a:moveTo>
                  <a:pt x="391668" y="3583496"/>
                </a:moveTo>
                <a:lnTo>
                  <a:pt x="412433" y="3583496"/>
                </a:lnTo>
                <a:cubicBezTo>
                  <a:pt x="412433" y="3583496"/>
                  <a:pt x="412433" y="3588163"/>
                  <a:pt x="412433" y="3588163"/>
                </a:cubicBezTo>
                <a:lnTo>
                  <a:pt x="391668" y="3588163"/>
                </a:lnTo>
                <a:cubicBezTo>
                  <a:pt x="391668" y="3588163"/>
                  <a:pt x="391668" y="3583496"/>
                  <a:pt x="391668" y="3583496"/>
                </a:cubicBezTo>
                <a:close/>
                <a:moveTo>
                  <a:pt x="433102" y="3583400"/>
                </a:moveTo>
                <a:lnTo>
                  <a:pt x="453866" y="3583400"/>
                </a:lnTo>
                <a:cubicBezTo>
                  <a:pt x="453866" y="3583400"/>
                  <a:pt x="453866" y="3588068"/>
                  <a:pt x="453866" y="3588068"/>
                </a:cubicBezTo>
                <a:lnTo>
                  <a:pt x="433102" y="3588068"/>
                </a:lnTo>
                <a:cubicBezTo>
                  <a:pt x="433102" y="3588068"/>
                  <a:pt x="433102" y="3583400"/>
                  <a:pt x="433102" y="3583400"/>
                </a:cubicBezTo>
                <a:close/>
                <a:moveTo>
                  <a:pt x="2555272" y="667893"/>
                </a:moveTo>
                <a:cubicBezTo>
                  <a:pt x="2556701" y="661035"/>
                  <a:pt x="2563368" y="656558"/>
                  <a:pt x="2570321" y="657892"/>
                </a:cubicBezTo>
                <a:cubicBezTo>
                  <a:pt x="2577179" y="659321"/>
                  <a:pt x="2581656" y="665988"/>
                  <a:pt x="2580323" y="672941"/>
                </a:cubicBezTo>
                <a:cubicBezTo>
                  <a:pt x="2578989" y="679895"/>
                  <a:pt x="2572226" y="684276"/>
                  <a:pt x="2565273" y="682943"/>
                </a:cubicBezTo>
                <a:cubicBezTo>
                  <a:pt x="2558320" y="681609"/>
                  <a:pt x="2553938" y="674846"/>
                  <a:pt x="2555272" y="667893"/>
                </a:cubicBezTo>
                <a:close/>
                <a:moveTo>
                  <a:pt x="1031939" y="1898332"/>
                </a:moveTo>
                <a:cubicBezTo>
                  <a:pt x="1031939" y="1891379"/>
                  <a:pt x="1037558" y="1885664"/>
                  <a:pt x="1044607" y="1885664"/>
                </a:cubicBezTo>
                <a:cubicBezTo>
                  <a:pt x="1051655" y="1885664"/>
                  <a:pt x="1057275" y="1891284"/>
                  <a:pt x="1057275" y="1898332"/>
                </a:cubicBezTo>
                <a:cubicBezTo>
                  <a:pt x="1057275" y="1905381"/>
                  <a:pt x="1051655" y="1911001"/>
                  <a:pt x="1044607" y="1911001"/>
                </a:cubicBezTo>
                <a:cubicBezTo>
                  <a:pt x="1037558" y="1911001"/>
                  <a:pt x="1031939" y="1905381"/>
                  <a:pt x="1031939" y="1898332"/>
                </a:cubicBezTo>
                <a:close/>
                <a:moveTo>
                  <a:pt x="11144" y="2798255"/>
                </a:moveTo>
                <a:cubicBezTo>
                  <a:pt x="12573" y="2791397"/>
                  <a:pt x="19241" y="2786920"/>
                  <a:pt x="26194" y="2788253"/>
                </a:cubicBezTo>
                <a:cubicBezTo>
                  <a:pt x="33052" y="2789682"/>
                  <a:pt x="37529" y="2796350"/>
                  <a:pt x="36195" y="2803303"/>
                </a:cubicBezTo>
                <a:cubicBezTo>
                  <a:pt x="34766" y="2810161"/>
                  <a:pt x="28099" y="2814638"/>
                  <a:pt x="21146" y="2813304"/>
                </a:cubicBezTo>
                <a:cubicBezTo>
                  <a:pt x="14192" y="2811971"/>
                  <a:pt x="9811" y="2805208"/>
                  <a:pt x="11144" y="2798255"/>
                </a:cubicBezTo>
                <a:close/>
                <a:moveTo>
                  <a:pt x="68104" y="2734628"/>
                </a:moveTo>
                <a:cubicBezTo>
                  <a:pt x="72390" y="2740247"/>
                  <a:pt x="71247" y="2748248"/>
                  <a:pt x="65627" y="2752535"/>
                </a:cubicBezTo>
                <a:cubicBezTo>
                  <a:pt x="60008" y="2756821"/>
                  <a:pt x="52007" y="2755678"/>
                  <a:pt x="47720" y="2750058"/>
                </a:cubicBezTo>
                <a:cubicBezTo>
                  <a:pt x="43434" y="2744438"/>
                  <a:pt x="44577" y="2736437"/>
                  <a:pt x="50197" y="2732151"/>
                </a:cubicBezTo>
                <a:cubicBezTo>
                  <a:pt x="55817" y="2727865"/>
                  <a:pt x="63818" y="2729008"/>
                  <a:pt x="68104" y="2734628"/>
                </a:cubicBezTo>
                <a:close/>
                <a:moveTo>
                  <a:pt x="761238" y="2277999"/>
                </a:moveTo>
                <a:lnTo>
                  <a:pt x="762381" y="2276856"/>
                </a:lnTo>
                <a:lnTo>
                  <a:pt x="762381" y="2275237"/>
                </a:lnTo>
                <a:cubicBezTo>
                  <a:pt x="762381" y="2275237"/>
                  <a:pt x="764000" y="2275237"/>
                  <a:pt x="764000" y="2275237"/>
                </a:cubicBezTo>
                <a:lnTo>
                  <a:pt x="766191" y="2272951"/>
                </a:lnTo>
                <a:lnTo>
                  <a:pt x="769620" y="2276285"/>
                </a:lnTo>
                <a:cubicBezTo>
                  <a:pt x="770668" y="2277332"/>
                  <a:pt x="770954" y="2278856"/>
                  <a:pt x="770477" y="2280190"/>
                </a:cubicBezTo>
                <a:cubicBezTo>
                  <a:pt x="769906" y="2281523"/>
                  <a:pt x="768668" y="2282381"/>
                  <a:pt x="767144" y="2282476"/>
                </a:cubicBezTo>
                <a:lnTo>
                  <a:pt x="762381" y="2282476"/>
                </a:lnTo>
                <a:cubicBezTo>
                  <a:pt x="762381" y="2282476"/>
                  <a:pt x="762381" y="2279237"/>
                  <a:pt x="762381" y="2279237"/>
                </a:cubicBezTo>
                <a:lnTo>
                  <a:pt x="761238" y="2278094"/>
                </a:lnTo>
                <a:close/>
                <a:moveTo>
                  <a:pt x="1058323" y="1771460"/>
                </a:moveTo>
                <a:cubicBezTo>
                  <a:pt x="1058323" y="1778413"/>
                  <a:pt x="1052703" y="1784128"/>
                  <a:pt x="1045654" y="1784128"/>
                </a:cubicBezTo>
                <a:cubicBezTo>
                  <a:pt x="1038606" y="1784128"/>
                  <a:pt x="1032986" y="1778508"/>
                  <a:pt x="1032986" y="1771460"/>
                </a:cubicBezTo>
                <a:cubicBezTo>
                  <a:pt x="1032986" y="1764411"/>
                  <a:pt x="1038606" y="1758791"/>
                  <a:pt x="1045654" y="1758791"/>
                </a:cubicBezTo>
                <a:cubicBezTo>
                  <a:pt x="1052703" y="1758791"/>
                  <a:pt x="1058323" y="1764411"/>
                  <a:pt x="1058323" y="1771460"/>
                </a:cubicBezTo>
                <a:close/>
                <a:moveTo>
                  <a:pt x="1181386" y="1898332"/>
                </a:moveTo>
                <a:cubicBezTo>
                  <a:pt x="1181386" y="1891379"/>
                  <a:pt x="1187006" y="1885664"/>
                  <a:pt x="1194054" y="1885664"/>
                </a:cubicBezTo>
                <a:cubicBezTo>
                  <a:pt x="1201103" y="1885664"/>
                  <a:pt x="1206722" y="1891284"/>
                  <a:pt x="1206722" y="1898332"/>
                </a:cubicBezTo>
                <a:cubicBezTo>
                  <a:pt x="1206722" y="1905381"/>
                  <a:pt x="1201103" y="1911001"/>
                  <a:pt x="1194054" y="1911001"/>
                </a:cubicBezTo>
                <a:cubicBezTo>
                  <a:pt x="1187006" y="1911001"/>
                  <a:pt x="1181386" y="1905381"/>
                  <a:pt x="1181386" y="1898332"/>
                </a:cubicBezTo>
                <a:close/>
                <a:moveTo>
                  <a:pt x="68390" y="2770156"/>
                </a:moveTo>
                <a:cubicBezTo>
                  <a:pt x="72676" y="2775776"/>
                  <a:pt x="71533" y="2783777"/>
                  <a:pt x="65913" y="2788063"/>
                </a:cubicBezTo>
                <a:cubicBezTo>
                  <a:pt x="60293" y="2792349"/>
                  <a:pt x="52292" y="2791206"/>
                  <a:pt x="48006" y="2785586"/>
                </a:cubicBezTo>
                <a:cubicBezTo>
                  <a:pt x="43720" y="2779967"/>
                  <a:pt x="44863" y="2771966"/>
                  <a:pt x="50483" y="2767679"/>
                </a:cubicBezTo>
                <a:cubicBezTo>
                  <a:pt x="56102" y="2763393"/>
                  <a:pt x="64103" y="2764536"/>
                  <a:pt x="68390" y="2770156"/>
                </a:cubicBezTo>
                <a:close/>
                <a:moveTo>
                  <a:pt x="1607820" y="1779556"/>
                </a:moveTo>
                <a:lnTo>
                  <a:pt x="1591437" y="1798130"/>
                </a:lnTo>
                <a:lnTo>
                  <a:pt x="1591437" y="1839754"/>
                </a:lnTo>
                <a:cubicBezTo>
                  <a:pt x="1591437" y="1839754"/>
                  <a:pt x="1570958" y="1861947"/>
                  <a:pt x="1570958" y="1861947"/>
                </a:cubicBezTo>
                <a:lnTo>
                  <a:pt x="1548098" y="1862138"/>
                </a:lnTo>
                <a:cubicBezTo>
                  <a:pt x="1547432" y="1863662"/>
                  <a:pt x="1546193" y="1864995"/>
                  <a:pt x="1544479" y="1865567"/>
                </a:cubicBezTo>
                <a:cubicBezTo>
                  <a:pt x="1541240" y="1866614"/>
                  <a:pt x="1537811" y="1864900"/>
                  <a:pt x="1536668" y="1861757"/>
                </a:cubicBezTo>
                <a:cubicBezTo>
                  <a:pt x="1535621" y="1858518"/>
                  <a:pt x="1537335" y="1855089"/>
                  <a:pt x="1540478" y="1853946"/>
                </a:cubicBezTo>
                <a:cubicBezTo>
                  <a:pt x="1543526" y="1852898"/>
                  <a:pt x="1546765" y="1854422"/>
                  <a:pt x="1548003" y="1857375"/>
                </a:cubicBezTo>
                <a:lnTo>
                  <a:pt x="1568863" y="1857185"/>
                </a:lnTo>
                <a:lnTo>
                  <a:pt x="1586770" y="1837849"/>
                </a:lnTo>
                <a:lnTo>
                  <a:pt x="1586770" y="1796320"/>
                </a:lnTo>
                <a:cubicBezTo>
                  <a:pt x="1586770" y="1796320"/>
                  <a:pt x="1605629" y="1774793"/>
                  <a:pt x="1605629" y="1774793"/>
                </a:cubicBezTo>
                <a:lnTo>
                  <a:pt x="1675162" y="1774317"/>
                </a:lnTo>
                <a:cubicBezTo>
                  <a:pt x="1675828" y="1772793"/>
                  <a:pt x="1677067" y="1771460"/>
                  <a:pt x="1678781" y="1770888"/>
                </a:cubicBezTo>
                <a:cubicBezTo>
                  <a:pt x="1682020" y="1769840"/>
                  <a:pt x="1685449" y="1771555"/>
                  <a:pt x="1686592" y="1774698"/>
                </a:cubicBezTo>
                <a:cubicBezTo>
                  <a:pt x="1687640" y="1777937"/>
                  <a:pt x="1685925" y="1781366"/>
                  <a:pt x="1682782" y="1782509"/>
                </a:cubicBezTo>
                <a:cubicBezTo>
                  <a:pt x="1679734" y="1783556"/>
                  <a:pt x="1676495" y="1782032"/>
                  <a:pt x="1675257" y="1779080"/>
                </a:cubicBezTo>
                <a:lnTo>
                  <a:pt x="1607820" y="1779556"/>
                </a:lnTo>
                <a:close/>
                <a:moveTo>
                  <a:pt x="1576197" y="1965389"/>
                </a:moveTo>
                <a:lnTo>
                  <a:pt x="1576197" y="1970151"/>
                </a:lnTo>
                <a:lnTo>
                  <a:pt x="1566672" y="1970151"/>
                </a:lnTo>
                <a:lnTo>
                  <a:pt x="1566672" y="1965389"/>
                </a:lnTo>
                <a:lnTo>
                  <a:pt x="1576197" y="1965389"/>
                </a:lnTo>
                <a:close/>
                <a:moveTo>
                  <a:pt x="1557147" y="1965389"/>
                </a:moveTo>
                <a:lnTo>
                  <a:pt x="1557147" y="1970151"/>
                </a:lnTo>
                <a:lnTo>
                  <a:pt x="1547622" y="1970151"/>
                </a:lnTo>
                <a:lnTo>
                  <a:pt x="1547622" y="1965389"/>
                </a:lnTo>
                <a:lnTo>
                  <a:pt x="1557147" y="1965389"/>
                </a:lnTo>
                <a:close/>
                <a:moveTo>
                  <a:pt x="1626965" y="1957102"/>
                </a:moveTo>
                <a:lnTo>
                  <a:pt x="1617440" y="1957102"/>
                </a:lnTo>
                <a:lnTo>
                  <a:pt x="1617440" y="1952339"/>
                </a:lnTo>
                <a:lnTo>
                  <a:pt x="1626965" y="1952339"/>
                </a:lnTo>
                <a:lnTo>
                  <a:pt x="1626965" y="1957102"/>
                </a:lnTo>
                <a:close/>
                <a:moveTo>
                  <a:pt x="1538097" y="1965389"/>
                </a:moveTo>
                <a:lnTo>
                  <a:pt x="1538097" y="1970151"/>
                </a:lnTo>
                <a:lnTo>
                  <a:pt x="1528572" y="1970151"/>
                </a:lnTo>
                <a:lnTo>
                  <a:pt x="1528572" y="1965389"/>
                </a:lnTo>
                <a:lnTo>
                  <a:pt x="1538097" y="1965389"/>
                </a:lnTo>
                <a:close/>
                <a:moveTo>
                  <a:pt x="1594009" y="1965389"/>
                </a:moveTo>
                <a:lnTo>
                  <a:pt x="1594009" y="1966246"/>
                </a:lnTo>
                <a:lnTo>
                  <a:pt x="1596676" y="1968246"/>
                </a:lnTo>
                <a:lnTo>
                  <a:pt x="1595247" y="1970151"/>
                </a:lnTo>
                <a:lnTo>
                  <a:pt x="1585722" y="1970151"/>
                </a:lnTo>
                <a:lnTo>
                  <a:pt x="1585722" y="1965389"/>
                </a:lnTo>
                <a:lnTo>
                  <a:pt x="1594009" y="1965389"/>
                </a:lnTo>
                <a:close/>
                <a:moveTo>
                  <a:pt x="1605153" y="1957102"/>
                </a:moveTo>
                <a:lnTo>
                  <a:pt x="1602391" y="1960626"/>
                </a:lnTo>
                <a:lnTo>
                  <a:pt x="1598581" y="1957769"/>
                </a:lnTo>
                <a:lnTo>
                  <a:pt x="1602772" y="1952339"/>
                </a:lnTo>
                <a:lnTo>
                  <a:pt x="1607820" y="1952339"/>
                </a:lnTo>
                <a:lnTo>
                  <a:pt x="1607820" y="1957102"/>
                </a:lnTo>
                <a:lnTo>
                  <a:pt x="1605153" y="1957102"/>
                </a:lnTo>
                <a:close/>
                <a:moveTo>
                  <a:pt x="1248823" y="1714881"/>
                </a:moveTo>
                <a:lnTo>
                  <a:pt x="1268730" y="1742694"/>
                </a:lnTo>
                <a:lnTo>
                  <a:pt x="1313878" y="1742694"/>
                </a:lnTo>
                <a:cubicBezTo>
                  <a:pt x="1313974" y="1743170"/>
                  <a:pt x="1313878" y="1743742"/>
                  <a:pt x="1314164" y="1744218"/>
                </a:cubicBezTo>
                <a:cubicBezTo>
                  <a:pt x="1315212" y="1746790"/>
                  <a:pt x="1317212" y="1748790"/>
                  <a:pt x="1319689" y="1749838"/>
                </a:cubicBezTo>
                <a:cubicBezTo>
                  <a:pt x="1320927" y="1750409"/>
                  <a:pt x="1322356" y="1750600"/>
                  <a:pt x="1323689" y="1750600"/>
                </a:cubicBezTo>
                <a:cubicBezTo>
                  <a:pt x="1325023" y="1750600"/>
                  <a:pt x="1326356" y="1750314"/>
                  <a:pt x="1327595" y="1749838"/>
                </a:cubicBezTo>
                <a:cubicBezTo>
                  <a:pt x="1329785" y="1748981"/>
                  <a:pt x="1331405" y="1747361"/>
                  <a:pt x="1332452" y="1745361"/>
                </a:cubicBezTo>
                <a:cubicBezTo>
                  <a:pt x="1332738" y="1745647"/>
                  <a:pt x="1333024" y="1745932"/>
                  <a:pt x="1333500" y="1745932"/>
                </a:cubicBezTo>
                <a:cubicBezTo>
                  <a:pt x="1334834" y="1745932"/>
                  <a:pt x="1335215" y="1744599"/>
                  <a:pt x="1335500" y="1742027"/>
                </a:cubicBezTo>
                <a:cubicBezTo>
                  <a:pt x="1335786" y="1744599"/>
                  <a:pt x="1336167" y="1745932"/>
                  <a:pt x="1337501" y="1745932"/>
                </a:cubicBezTo>
                <a:cubicBezTo>
                  <a:pt x="1338834" y="1745932"/>
                  <a:pt x="1339120" y="1744694"/>
                  <a:pt x="1339501" y="1742123"/>
                </a:cubicBezTo>
                <a:cubicBezTo>
                  <a:pt x="1339787" y="1744694"/>
                  <a:pt x="1340168" y="1745932"/>
                  <a:pt x="1341501" y="1745932"/>
                </a:cubicBezTo>
                <a:cubicBezTo>
                  <a:pt x="1342835" y="1745932"/>
                  <a:pt x="1343120" y="1744694"/>
                  <a:pt x="1343501" y="1742123"/>
                </a:cubicBezTo>
                <a:cubicBezTo>
                  <a:pt x="1343787" y="1744694"/>
                  <a:pt x="1344168" y="1745932"/>
                  <a:pt x="1345502" y="1745932"/>
                </a:cubicBezTo>
                <a:cubicBezTo>
                  <a:pt x="1346835" y="1745932"/>
                  <a:pt x="1347121" y="1744694"/>
                  <a:pt x="1347502" y="1742123"/>
                </a:cubicBezTo>
                <a:cubicBezTo>
                  <a:pt x="1347788" y="1744694"/>
                  <a:pt x="1348169" y="1745932"/>
                  <a:pt x="1349502" y="1745932"/>
                </a:cubicBezTo>
                <a:cubicBezTo>
                  <a:pt x="1350836" y="1745932"/>
                  <a:pt x="1351121" y="1744694"/>
                  <a:pt x="1351502" y="1742123"/>
                </a:cubicBezTo>
                <a:cubicBezTo>
                  <a:pt x="1351788" y="1744694"/>
                  <a:pt x="1352169" y="1745932"/>
                  <a:pt x="1353503" y="1745932"/>
                </a:cubicBezTo>
                <a:cubicBezTo>
                  <a:pt x="1354836" y="1745932"/>
                  <a:pt x="1355122" y="1744694"/>
                  <a:pt x="1355503" y="1742123"/>
                </a:cubicBezTo>
                <a:cubicBezTo>
                  <a:pt x="1355789" y="1744694"/>
                  <a:pt x="1356170" y="1745932"/>
                  <a:pt x="1357503" y="1745932"/>
                </a:cubicBezTo>
                <a:cubicBezTo>
                  <a:pt x="1358837" y="1745932"/>
                  <a:pt x="1359122" y="1744694"/>
                  <a:pt x="1359503" y="1742123"/>
                </a:cubicBezTo>
                <a:cubicBezTo>
                  <a:pt x="1359789" y="1744694"/>
                  <a:pt x="1360170" y="1745932"/>
                  <a:pt x="1361503" y="1745932"/>
                </a:cubicBezTo>
                <a:cubicBezTo>
                  <a:pt x="1362837" y="1745932"/>
                  <a:pt x="1363218" y="1744599"/>
                  <a:pt x="1363504" y="1742123"/>
                </a:cubicBezTo>
                <a:cubicBezTo>
                  <a:pt x="1363790" y="1744694"/>
                  <a:pt x="1364171" y="1745932"/>
                  <a:pt x="1365504" y="1745932"/>
                </a:cubicBezTo>
                <a:cubicBezTo>
                  <a:pt x="1366838" y="1745932"/>
                  <a:pt x="1367219" y="1744599"/>
                  <a:pt x="1367504" y="1742027"/>
                </a:cubicBezTo>
                <a:cubicBezTo>
                  <a:pt x="1367790" y="1744599"/>
                  <a:pt x="1368171" y="1745932"/>
                  <a:pt x="1369505" y="1745932"/>
                </a:cubicBezTo>
                <a:cubicBezTo>
                  <a:pt x="1370838" y="1745932"/>
                  <a:pt x="1371219" y="1744599"/>
                  <a:pt x="1371505" y="1742027"/>
                </a:cubicBezTo>
                <a:cubicBezTo>
                  <a:pt x="1371886" y="1744694"/>
                  <a:pt x="1372172" y="1745932"/>
                  <a:pt x="1373505" y="1745932"/>
                </a:cubicBezTo>
                <a:cubicBezTo>
                  <a:pt x="1374839" y="1745932"/>
                  <a:pt x="1375220" y="1744599"/>
                  <a:pt x="1375505" y="1741932"/>
                </a:cubicBezTo>
                <a:cubicBezTo>
                  <a:pt x="1375886" y="1744599"/>
                  <a:pt x="1376172" y="1745932"/>
                  <a:pt x="1377506" y="1745932"/>
                </a:cubicBezTo>
                <a:cubicBezTo>
                  <a:pt x="1378839" y="1745932"/>
                  <a:pt x="1379220" y="1744599"/>
                  <a:pt x="1379506" y="1741932"/>
                </a:cubicBezTo>
                <a:cubicBezTo>
                  <a:pt x="1379887" y="1744599"/>
                  <a:pt x="1380173" y="1745932"/>
                  <a:pt x="1381506" y="1745932"/>
                </a:cubicBezTo>
                <a:cubicBezTo>
                  <a:pt x="1382840" y="1745932"/>
                  <a:pt x="1383221" y="1744599"/>
                  <a:pt x="1383506" y="1741837"/>
                </a:cubicBezTo>
                <a:cubicBezTo>
                  <a:pt x="1383887" y="1744504"/>
                  <a:pt x="1384173" y="1745932"/>
                  <a:pt x="1385507" y="1745932"/>
                </a:cubicBezTo>
                <a:cubicBezTo>
                  <a:pt x="1386840" y="1745932"/>
                  <a:pt x="1387221" y="1744504"/>
                  <a:pt x="1387602" y="1741837"/>
                </a:cubicBezTo>
                <a:cubicBezTo>
                  <a:pt x="1387983" y="1744599"/>
                  <a:pt x="1388269" y="1745932"/>
                  <a:pt x="1389698" y="1745932"/>
                </a:cubicBezTo>
                <a:cubicBezTo>
                  <a:pt x="1391126" y="1745932"/>
                  <a:pt x="1391412" y="1744504"/>
                  <a:pt x="1391793" y="1741742"/>
                </a:cubicBezTo>
                <a:cubicBezTo>
                  <a:pt x="1392174" y="1744504"/>
                  <a:pt x="1392460" y="1745932"/>
                  <a:pt x="1393889" y="1745932"/>
                </a:cubicBezTo>
                <a:cubicBezTo>
                  <a:pt x="1395317" y="1745932"/>
                  <a:pt x="1395603" y="1744504"/>
                  <a:pt x="1395984" y="1741742"/>
                </a:cubicBezTo>
                <a:cubicBezTo>
                  <a:pt x="1396365" y="1744599"/>
                  <a:pt x="1396651" y="1745932"/>
                  <a:pt x="1398080" y="1745932"/>
                </a:cubicBezTo>
                <a:cubicBezTo>
                  <a:pt x="1399508" y="1745932"/>
                  <a:pt x="1399794" y="1744504"/>
                  <a:pt x="1400175" y="1741742"/>
                </a:cubicBezTo>
                <a:cubicBezTo>
                  <a:pt x="1400556" y="1744504"/>
                  <a:pt x="1400842" y="1745932"/>
                  <a:pt x="1402271" y="1745932"/>
                </a:cubicBezTo>
                <a:cubicBezTo>
                  <a:pt x="1403699" y="1745932"/>
                  <a:pt x="1403985" y="1744504"/>
                  <a:pt x="1404366" y="1741742"/>
                </a:cubicBezTo>
                <a:cubicBezTo>
                  <a:pt x="1404747" y="1744504"/>
                  <a:pt x="1405033" y="1745932"/>
                  <a:pt x="1406462" y="1745932"/>
                </a:cubicBezTo>
                <a:cubicBezTo>
                  <a:pt x="1407890" y="1745932"/>
                  <a:pt x="1408176" y="1744504"/>
                  <a:pt x="1408557" y="1741837"/>
                </a:cubicBezTo>
                <a:cubicBezTo>
                  <a:pt x="1408938" y="1744599"/>
                  <a:pt x="1409224" y="1745932"/>
                  <a:pt x="1410653" y="1745932"/>
                </a:cubicBezTo>
                <a:cubicBezTo>
                  <a:pt x="1412081" y="1745932"/>
                  <a:pt x="1412367" y="1744599"/>
                  <a:pt x="1412748" y="1741837"/>
                </a:cubicBezTo>
                <a:cubicBezTo>
                  <a:pt x="1413129" y="1744599"/>
                  <a:pt x="1413415" y="1745932"/>
                  <a:pt x="1414844" y="1745932"/>
                </a:cubicBezTo>
                <a:cubicBezTo>
                  <a:pt x="1416272" y="1745932"/>
                  <a:pt x="1416558" y="1744504"/>
                  <a:pt x="1416939" y="1741837"/>
                </a:cubicBezTo>
                <a:cubicBezTo>
                  <a:pt x="1417320" y="1744599"/>
                  <a:pt x="1417606" y="1745932"/>
                  <a:pt x="1419035" y="1745932"/>
                </a:cubicBezTo>
                <a:cubicBezTo>
                  <a:pt x="1420463" y="1745932"/>
                  <a:pt x="1420749" y="1744504"/>
                  <a:pt x="1421130" y="1741742"/>
                </a:cubicBezTo>
                <a:cubicBezTo>
                  <a:pt x="1421511" y="1744504"/>
                  <a:pt x="1421797" y="1745932"/>
                  <a:pt x="1423226" y="1745932"/>
                </a:cubicBezTo>
                <a:cubicBezTo>
                  <a:pt x="1424654" y="1745932"/>
                  <a:pt x="1424940" y="1744504"/>
                  <a:pt x="1425321" y="1741742"/>
                </a:cubicBezTo>
                <a:cubicBezTo>
                  <a:pt x="1425702" y="1744599"/>
                  <a:pt x="1425988" y="1745932"/>
                  <a:pt x="1427417" y="1745932"/>
                </a:cubicBezTo>
                <a:cubicBezTo>
                  <a:pt x="1428845" y="1745932"/>
                  <a:pt x="1429131" y="1744504"/>
                  <a:pt x="1429512" y="1741646"/>
                </a:cubicBezTo>
                <a:cubicBezTo>
                  <a:pt x="1429893" y="1744409"/>
                  <a:pt x="1430179" y="1745932"/>
                  <a:pt x="1431607" y="1745932"/>
                </a:cubicBezTo>
                <a:cubicBezTo>
                  <a:pt x="1433036" y="1745932"/>
                  <a:pt x="1433322" y="1744504"/>
                  <a:pt x="1433703" y="1741646"/>
                </a:cubicBezTo>
                <a:cubicBezTo>
                  <a:pt x="1434084" y="1744504"/>
                  <a:pt x="1434370" y="1745932"/>
                  <a:pt x="1435799" y="1745932"/>
                </a:cubicBezTo>
                <a:cubicBezTo>
                  <a:pt x="1437227" y="1745932"/>
                  <a:pt x="1437513" y="1744599"/>
                  <a:pt x="1437894" y="1741837"/>
                </a:cubicBezTo>
                <a:cubicBezTo>
                  <a:pt x="1438275" y="1744599"/>
                  <a:pt x="1438561" y="1745932"/>
                  <a:pt x="1439990" y="1745932"/>
                </a:cubicBezTo>
                <a:cubicBezTo>
                  <a:pt x="1441418" y="1745932"/>
                  <a:pt x="1441704" y="1744599"/>
                  <a:pt x="1441990" y="1741837"/>
                </a:cubicBezTo>
                <a:cubicBezTo>
                  <a:pt x="1442371" y="1744504"/>
                  <a:pt x="1442657" y="1745932"/>
                  <a:pt x="1443990" y="1745932"/>
                </a:cubicBezTo>
                <a:cubicBezTo>
                  <a:pt x="1445324" y="1745932"/>
                  <a:pt x="1445705" y="1744599"/>
                  <a:pt x="1445990" y="1741837"/>
                </a:cubicBezTo>
                <a:cubicBezTo>
                  <a:pt x="1446371" y="1744599"/>
                  <a:pt x="1446657" y="1745932"/>
                  <a:pt x="1447991" y="1745932"/>
                </a:cubicBezTo>
                <a:cubicBezTo>
                  <a:pt x="1449324" y="1745932"/>
                  <a:pt x="1449705" y="1744504"/>
                  <a:pt x="1450086" y="1741742"/>
                </a:cubicBezTo>
                <a:cubicBezTo>
                  <a:pt x="1450467" y="1744504"/>
                  <a:pt x="1450753" y="1745932"/>
                  <a:pt x="1452182" y="1745932"/>
                </a:cubicBezTo>
                <a:cubicBezTo>
                  <a:pt x="1453610" y="1745932"/>
                  <a:pt x="1453896" y="1744409"/>
                  <a:pt x="1454277" y="1741551"/>
                </a:cubicBezTo>
                <a:cubicBezTo>
                  <a:pt x="1454658" y="1744409"/>
                  <a:pt x="1454944" y="1745932"/>
                  <a:pt x="1456373" y="1745932"/>
                </a:cubicBezTo>
                <a:cubicBezTo>
                  <a:pt x="1457801" y="1745932"/>
                  <a:pt x="1458087" y="1744409"/>
                  <a:pt x="1458468" y="1741551"/>
                </a:cubicBezTo>
                <a:cubicBezTo>
                  <a:pt x="1458849" y="1744409"/>
                  <a:pt x="1459135" y="1745932"/>
                  <a:pt x="1460564" y="1745932"/>
                </a:cubicBezTo>
                <a:cubicBezTo>
                  <a:pt x="1461992" y="1745932"/>
                  <a:pt x="1462278" y="1744409"/>
                  <a:pt x="1462659" y="1741551"/>
                </a:cubicBezTo>
                <a:cubicBezTo>
                  <a:pt x="1463040" y="1744409"/>
                  <a:pt x="1463326" y="1745932"/>
                  <a:pt x="1464755" y="1745932"/>
                </a:cubicBezTo>
                <a:cubicBezTo>
                  <a:pt x="1466183" y="1745932"/>
                  <a:pt x="1466469" y="1744409"/>
                  <a:pt x="1466850" y="1741551"/>
                </a:cubicBezTo>
                <a:cubicBezTo>
                  <a:pt x="1467231" y="1744409"/>
                  <a:pt x="1467517" y="1745932"/>
                  <a:pt x="1468946" y="1745932"/>
                </a:cubicBezTo>
                <a:cubicBezTo>
                  <a:pt x="1470374" y="1745932"/>
                  <a:pt x="1470755" y="1744313"/>
                  <a:pt x="1471041" y="1741456"/>
                </a:cubicBezTo>
                <a:cubicBezTo>
                  <a:pt x="1471422" y="1744409"/>
                  <a:pt x="1471708" y="1745932"/>
                  <a:pt x="1473232" y="1745932"/>
                </a:cubicBezTo>
                <a:cubicBezTo>
                  <a:pt x="1474756" y="1745932"/>
                  <a:pt x="1475042" y="1744313"/>
                  <a:pt x="1475423" y="1741265"/>
                </a:cubicBezTo>
                <a:cubicBezTo>
                  <a:pt x="1475803" y="1744218"/>
                  <a:pt x="1476089" y="1745932"/>
                  <a:pt x="1477613" y="1745932"/>
                </a:cubicBezTo>
                <a:lnTo>
                  <a:pt x="1477613" y="1745932"/>
                </a:lnTo>
                <a:cubicBezTo>
                  <a:pt x="1478756" y="1747552"/>
                  <a:pt x="1480185" y="1749076"/>
                  <a:pt x="1482090" y="1749838"/>
                </a:cubicBezTo>
                <a:cubicBezTo>
                  <a:pt x="1483328" y="1750409"/>
                  <a:pt x="1484757" y="1750600"/>
                  <a:pt x="1486091" y="1750600"/>
                </a:cubicBezTo>
                <a:cubicBezTo>
                  <a:pt x="1487424" y="1750600"/>
                  <a:pt x="1488757" y="1750314"/>
                  <a:pt x="1489996" y="1749838"/>
                </a:cubicBezTo>
                <a:cubicBezTo>
                  <a:pt x="1492568" y="1748790"/>
                  <a:pt x="1494568" y="1746790"/>
                  <a:pt x="1495616" y="1744313"/>
                </a:cubicBezTo>
                <a:cubicBezTo>
                  <a:pt x="1496663" y="1741742"/>
                  <a:pt x="1496663" y="1738979"/>
                  <a:pt x="1495616" y="1736407"/>
                </a:cubicBezTo>
                <a:cubicBezTo>
                  <a:pt x="1493425" y="1731169"/>
                  <a:pt x="1487424" y="1728692"/>
                  <a:pt x="1482185" y="1730788"/>
                </a:cubicBezTo>
                <a:cubicBezTo>
                  <a:pt x="1479709" y="1731836"/>
                  <a:pt x="1477899" y="1733741"/>
                  <a:pt x="1476851" y="1735931"/>
                </a:cubicBezTo>
                <a:cubicBezTo>
                  <a:pt x="1476566" y="1735169"/>
                  <a:pt x="1476089" y="1734693"/>
                  <a:pt x="1475423" y="1734693"/>
                </a:cubicBezTo>
                <a:cubicBezTo>
                  <a:pt x="1473994" y="1734693"/>
                  <a:pt x="1473613" y="1736312"/>
                  <a:pt x="1473232" y="1739360"/>
                </a:cubicBezTo>
                <a:cubicBezTo>
                  <a:pt x="1472851" y="1736407"/>
                  <a:pt x="1472565" y="1734693"/>
                  <a:pt x="1471041" y="1734693"/>
                </a:cubicBezTo>
                <a:cubicBezTo>
                  <a:pt x="1469517" y="1734693"/>
                  <a:pt x="1469327" y="1736217"/>
                  <a:pt x="1468946" y="1739075"/>
                </a:cubicBezTo>
                <a:cubicBezTo>
                  <a:pt x="1468565" y="1736217"/>
                  <a:pt x="1468279" y="1734693"/>
                  <a:pt x="1466850" y="1734693"/>
                </a:cubicBezTo>
                <a:cubicBezTo>
                  <a:pt x="1465421" y="1734693"/>
                  <a:pt x="1465136" y="1736217"/>
                  <a:pt x="1464755" y="1739170"/>
                </a:cubicBezTo>
                <a:cubicBezTo>
                  <a:pt x="1464374" y="1736312"/>
                  <a:pt x="1464088" y="1734693"/>
                  <a:pt x="1462659" y="1734693"/>
                </a:cubicBezTo>
                <a:cubicBezTo>
                  <a:pt x="1461230" y="1734693"/>
                  <a:pt x="1460945" y="1736217"/>
                  <a:pt x="1460564" y="1739075"/>
                </a:cubicBezTo>
                <a:cubicBezTo>
                  <a:pt x="1460182" y="1736217"/>
                  <a:pt x="1459897" y="1734693"/>
                  <a:pt x="1458468" y="1734693"/>
                </a:cubicBezTo>
                <a:cubicBezTo>
                  <a:pt x="1457039" y="1734693"/>
                  <a:pt x="1456753" y="1736217"/>
                  <a:pt x="1456373" y="1739075"/>
                </a:cubicBezTo>
                <a:cubicBezTo>
                  <a:pt x="1455992" y="1736217"/>
                  <a:pt x="1455706" y="1734693"/>
                  <a:pt x="1454277" y="1734693"/>
                </a:cubicBezTo>
                <a:cubicBezTo>
                  <a:pt x="1452848" y="1734693"/>
                  <a:pt x="1452563" y="1736217"/>
                  <a:pt x="1452182" y="1738979"/>
                </a:cubicBezTo>
                <a:cubicBezTo>
                  <a:pt x="1451801" y="1736122"/>
                  <a:pt x="1451515" y="1734693"/>
                  <a:pt x="1450086" y="1734693"/>
                </a:cubicBezTo>
                <a:cubicBezTo>
                  <a:pt x="1448657" y="1734693"/>
                  <a:pt x="1448372" y="1736027"/>
                  <a:pt x="1447991" y="1738789"/>
                </a:cubicBezTo>
                <a:cubicBezTo>
                  <a:pt x="1447610" y="1736027"/>
                  <a:pt x="1447324" y="1734693"/>
                  <a:pt x="1445895" y="1734693"/>
                </a:cubicBezTo>
                <a:cubicBezTo>
                  <a:pt x="1444466" y="1734693"/>
                  <a:pt x="1444181" y="1736027"/>
                  <a:pt x="1443895" y="1738789"/>
                </a:cubicBezTo>
                <a:cubicBezTo>
                  <a:pt x="1443514" y="1736027"/>
                  <a:pt x="1443228" y="1734693"/>
                  <a:pt x="1441895" y="1734693"/>
                </a:cubicBezTo>
                <a:cubicBezTo>
                  <a:pt x="1440561" y="1734693"/>
                  <a:pt x="1440180" y="1736027"/>
                  <a:pt x="1439894" y="1738789"/>
                </a:cubicBezTo>
                <a:cubicBezTo>
                  <a:pt x="1439513" y="1736027"/>
                  <a:pt x="1439228" y="1734693"/>
                  <a:pt x="1437894" y="1734693"/>
                </a:cubicBezTo>
                <a:cubicBezTo>
                  <a:pt x="1436561" y="1734693"/>
                  <a:pt x="1436180" y="1736122"/>
                  <a:pt x="1435799" y="1738884"/>
                </a:cubicBezTo>
                <a:cubicBezTo>
                  <a:pt x="1435418" y="1736122"/>
                  <a:pt x="1435132" y="1734693"/>
                  <a:pt x="1433703" y="1734693"/>
                </a:cubicBezTo>
                <a:cubicBezTo>
                  <a:pt x="1432274" y="1734693"/>
                  <a:pt x="1431989" y="1736217"/>
                  <a:pt x="1431607" y="1738979"/>
                </a:cubicBezTo>
                <a:cubicBezTo>
                  <a:pt x="1431227" y="1736217"/>
                  <a:pt x="1430941" y="1734693"/>
                  <a:pt x="1429512" y="1734693"/>
                </a:cubicBezTo>
                <a:cubicBezTo>
                  <a:pt x="1428083" y="1734693"/>
                  <a:pt x="1427798" y="1736217"/>
                  <a:pt x="1427417" y="1738979"/>
                </a:cubicBezTo>
                <a:cubicBezTo>
                  <a:pt x="1427036" y="1736122"/>
                  <a:pt x="1426750" y="1734693"/>
                  <a:pt x="1425321" y="1734693"/>
                </a:cubicBezTo>
                <a:cubicBezTo>
                  <a:pt x="1423892" y="1734693"/>
                  <a:pt x="1423607" y="1736122"/>
                  <a:pt x="1423226" y="1738884"/>
                </a:cubicBezTo>
                <a:cubicBezTo>
                  <a:pt x="1422845" y="1736122"/>
                  <a:pt x="1422559" y="1734693"/>
                  <a:pt x="1421130" y="1734693"/>
                </a:cubicBezTo>
                <a:cubicBezTo>
                  <a:pt x="1419701" y="1734693"/>
                  <a:pt x="1419416" y="1736027"/>
                  <a:pt x="1419035" y="1738789"/>
                </a:cubicBezTo>
                <a:cubicBezTo>
                  <a:pt x="1418653" y="1736027"/>
                  <a:pt x="1418368" y="1734693"/>
                  <a:pt x="1416939" y="1734693"/>
                </a:cubicBezTo>
                <a:cubicBezTo>
                  <a:pt x="1415510" y="1734693"/>
                  <a:pt x="1415225" y="1736027"/>
                  <a:pt x="1414844" y="1738789"/>
                </a:cubicBezTo>
                <a:cubicBezTo>
                  <a:pt x="1414463" y="1736027"/>
                  <a:pt x="1414177" y="1734693"/>
                  <a:pt x="1412748" y="1734693"/>
                </a:cubicBezTo>
                <a:cubicBezTo>
                  <a:pt x="1411319" y="1734693"/>
                  <a:pt x="1411034" y="1736027"/>
                  <a:pt x="1410653" y="1738789"/>
                </a:cubicBezTo>
                <a:cubicBezTo>
                  <a:pt x="1410272" y="1736027"/>
                  <a:pt x="1409986" y="1734693"/>
                  <a:pt x="1408557" y="1734693"/>
                </a:cubicBezTo>
                <a:cubicBezTo>
                  <a:pt x="1407128" y="1734693"/>
                  <a:pt x="1406843" y="1736027"/>
                  <a:pt x="1406462" y="1738789"/>
                </a:cubicBezTo>
                <a:cubicBezTo>
                  <a:pt x="1406081" y="1736027"/>
                  <a:pt x="1405795" y="1734693"/>
                  <a:pt x="1404366" y="1734693"/>
                </a:cubicBezTo>
                <a:cubicBezTo>
                  <a:pt x="1402937" y="1734693"/>
                  <a:pt x="1402652" y="1736122"/>
                  <a:pt x="1402271" y="1738884"/>
                </a:cubicBezTo>
                <a:cubicBezTo>
                  <a:pt x="1401890" y="1736122"/>
                  <a:pt x="1401604" y="1734693"/>
                  <a:pt x="1400175" y="1734693"/>
                </a:cubicBezTo>
                <a:cubicBezTo>
                  <a:pt x="1398746" y="1734693"/>
                  <a:pt x="1398461" y="1736122"/>
                  <a:pt x="1398080" y="1738884"/>
                </a:cubicBezTo>
                <a:cubicBezTo>
                  <a:pt x="1397699" y="1736122"/>
                  <a:pt x="1397413" y="1734693"/>
                  <a:pt x="1395984" y="1734693"/>
                </a:cubicBezTo>
                <a:cubicBezTo>
                  <a:pt x="1394555" y="1734693"/>
                  <a:pt x="1394270" y="1736122"/>
                  <a:pt x="1393889" y="1738884"/>
                </a:cubicBezTo>
                <a:cubicBezTo>
                  <a:pt x="1393507" y="1736027"/>
                  <a:pt x="1393222" y="1734693"/>
                  <a:pt x="1391793" y="1734693"/>
                </a:cubicBezTo>
                <a:cubicBezTo>
                  <a:pt x="1390364" y="1734693"/>
                  <a:pt x="1390078" y="1736122"/>
                  <a:pt x="1389698" y="1738884"/>
                </a:cubicBezTo>
                <a:cubicBezTo>
                  <a:pt x="1389317" y="1736122"/>
                  <a:pt x="1389031" y="1734693"/>
                  <a:pt x="1387602" y="1734693"/>
                </a:cubicBezTo>
                <a:cubicBezTo>
                  <a:pt x="1386173" y="1734693"/>
                  <a:pt x="1385888" y="1736027"/>
                  <a:pt x="1385507" y="1738789"/>
                </a:cubicBezTo>
                <a:cubicBezTo>
                  <a:pt x="1385126" y="1736027"/>
                  <a:pt x="1384840" y="1734693"/>
                  <a:pt x="1383506" y="1734693"/>
                </a:cubicBezTo>
                <a:cubicBezTo>
                  <a:pt x="1382173" y="1734693"/>
                  <a:pt x="1381792" y="1736027"/>
                  <a:pt x="1381506" y="1738694"/>
                </a:cubicBezTo>
                <a:cubicBezTo>
                  <a:pt x="1381125" y="1736027"/>
                  <a:pt x="1380839" y="1734693"/>
                  <a:pt x="1379506" y="1734693"/>
                </a:cubicBezTo>
                <a:cubicBezTo>
                  <a:pt x="1378172" y="1734693"/>
                  <a:pt x="1377791" y="1736027"/>
                  <a:pt x="1377506" y="1738694"/>
                </a:cubicBezTo>
                <a:cubicBezTo>
                  <a:pt x="1377125" y="1736027"/>
                  <a:pt x="1376839" y="1734693"/>
                  <a:pt x="1375505" y="1734693"/>
                </a:cubicBezTo>
                <a:cubicBezTo>
                  <a:pt x="1374172" y="1734693"/>
                  <a:pt x="1373791" y="1736027"/>
                  <a:pt x="1373505" y="1738598"/>
                </a:cubicBezTo>
                <a:cubicBezTo>
                  <a:pt x="1373219" y="1735931"/>
                  <a:pt x="1372838" y="1734693"/>
                  <a:pt x="1371505" y="1734693"/>
                </a:cubicBezTo>
                <a:cubicBezTo>
                  <a:pt x="1370171" y="1734693"/>
                  <a:pt x="1369790" y="1736027"/>
                  <a:pt x="1369505" y="1738598"/>
                </a:cubicBezTo>
                <a:cubicBezTo>
                  <a:pt x="1369219" y="1736027"/>
                  <a:pt x="1368838" y="1734693"/>
                  <a:pt x="1367504" y="1734693"/>
                </a:cubicBezTo>
                <a:cubicBezTo>
                  <a:pt x="1366171" y="1734693"/>
                  <a:pt x="1365790" y="1736027"/>
                  <a:pt x="1365504" y="1738598"/>
                </a:cubicBezTo>
                <a:cubicBezTo>
                  <a:pt x="1365218" y="1736027"/>
                  <a:pt x="1364837" y="1734693"/>
                  <a:pt x="1363504" y="1734693"/>
                </a:cubicBezTo>
                <a:cubicBezTo>
                  <a:pt x="1362170" y="1734693"/>
                  <a:pt x="1361789" y="1736027"/>
                  <a:pt x="1361503" y="1738503"/>
                </a:cubicBezTo>
                <a:cubicBezTo>
                  <a:pt x="1361218" y="1735931"/>
                  <a:pt x="1360837" y="1734693"/>
                  <a:pt x="1359503" y="1734693"/>
                </a:cubicBezTo>
                <a:cubicBezTo>
                  <a:pt x="1358170" y="1734693"/>
                  <a:pt x="1357884" y="1735931"/>
                  <a:pt x="1357503" y="1738503"/>
                </a:cubicBezTo>
                <a:cubicBezTo>
                  <a:pt x="1357217" y="1735931"/>
                  <a:pt x="1356836" y="1734693"/>
                  <a:pt x="1355503" y="1734693"/>
                </a:cubicBezTo>
                <a:cubicBezTo>
                  <a:pt x="1354169" y="1734693"/>
                  <a:pt x="1353884" y="1735931"/>
                  <a:pt x="1353503" y="1738503"/>
                </a:cubicBezTo>
                <a:cubicBezTo>
                  <a:pt x="1353217" y="1735931"/>
                  <a:pt x="1352836" y="1734693"/>
                  <a:pt x="1351502" y="1734693"/>
                </a:cubicBezTo>
                <a:cubicBezTo>
                  <a:pt x="1350169" y="1734693"/>
                  <a:pt x="1349883" y="1735931"/>
                  <a:pt x="1349502" y="1738503"/>
                </a:cubicBezTo>
                <a:cubicBezTo>
                  <a:pt x="1349216" y="1735931"/>
                  <a:pt x="1348835" y="1734693"/>
                  <a:pt x="1347502" y="1734693"/>
                </a:cubicBezTo>
                <a:cubicBezTo>
                  <a:pt x="1346168" y="1734693"/>
                  <a:pt x="1345882" y="1735931"/>
                  <a:pt x="1345502" y="1738503"/>
                </a:cubicBezTo>
                <a:cubicBezTo>
                  <a:pt x="1345216" y="1735931"/>
                  <a:pt x="1344835" y="1734693"/>
                  <a:pt x="1343501" y="1734693"/>
                </a:cubicBezTo>
                <a:cubicBezTo>
                  <a:pt x="1342168" y="1734693"/>
                  <a:pt x="1341882" y="1735931"/>
                  <a:pt x="1341501" y="1738503"/>
                </a:cubicBezTo>
                <a:cubicBezTo>
                  <a:pt x="1341215" y="1735931"/>
                  <a:pt x="1340834" y="1734693"/>
                  <a:pt x="1339501" y="1734693"/>
                </a:cubicBezTo>
                <a:cubicBezTo>
                  <a:pt x="1338167" y="1734693"/>
                  <a:pt x="1337882" y="1735931"/>
                  <a:pt x="1337501" y="1738503"/>
                </a:cubicBezTo>
                <a:cubicBezTo>
                  <a:pt x="1337215" y="1735931"/>
                  <a:pt x="1336834" y="1734693"/>
                  <a:pt x="1335500" y="1734693"/>
                </a:cubicBezTo>
                <a:cubicBezTo>
                  <a:pt x="1334167" y="1734693"/>
                  <a:pt x="1333881" y="1736027"/>
                  <a:pt x="1333500" y="1738408"/>
                </a:cubicBezTo>
                <a:cubicBezTo>
                  <a:pt x="1333405" y="1737741"/>
                  <a:pt x="1333405" y="1737074"/>
                  <a:pt x="1333119" y="1736407"/>
                </a:cubicBezTo>
                <a:cubicBezTo>
                  <a:pt x="1333119" y="1736312"/>
                  <a:pt x="1332928" y="1736217"/>
                  <a:pt x="1332928" y="1736027"/>
                </a:cubicBezTo>
                <a:cubicBezTo>
                  <a:pt x="1332928" y="1735836"/>
                  <a:pt x="1332643" y="1735646"/>
                  <a:pt x="1332548" y="1735455"/>
                </a:cubicBezTo>
                <a:cubicBezTo>
                  <a:pt x="1330071" y="1730883"/>
                  <a:pt x="1324642" y="1728692"/>
                  <a:pt x="1319689" y="1730693"/>
                </a:cubicBezTo>
                <a:cubicBezTo>
                  <a:pt x="1317117" y="1731740"/>
                  <a:pt x="1315117" y="1733741"/>
                  <a:pt x="1314069" y="1736217"/>
                </a:cubicBezTo>
                <a:cubicBezTo>
                  <a:pt x="1313878" y="1736693"/>
                  <a:pt x="1313878" y="1737265"/>
                  <a:pt x="1313783" y="1737836"/>
                </a:cubicBezTo>
                <a:lnTo>
                  <a:pt x="1271111" y="1737836"/>
                </a:lnTo>
                <a:lnTo>
                  <a:pt x="1251204" y="1710023"/>
                </a:lnTo>
                <a:lnTo>
                  <a:pt x="1120235" y="1710023"/>
                </a:lnTo>
                <a:lnTo>
                  <a:pt x="1070515" y="1764887"/>
                </a:lnTo>
                <a:cubicBezTo>
                  <a:pt x="1068991" y="1759172"/>
                  <a:pt x="1065752" y="1754124"/>
                  <a:pt x="1060895" y="1750600"/>
                </a:cubicBezTo>
                <a:cubicBezTo>
                  <a:pt x="1056418" y="1747266"/>
                  <a:pt x="1051084" y="1745552"/>
                  <a:pt x="1045654" y="1745552"/>
                </a:cubicBezTo>
                <a:cubicBezTo>
                  <a:pt x="1044321" y="1745552"/>
                  <a:pt x="1042988" y="1745647"/>
                  <a:pt x="1041654" y="1745837"/>
                </a:cubicBezTo>
                <a:cubicBezTo>
                  <a:pt x="1034796" y="1746885"/>
                  <a:pt x="1028795" y="1750505"/>
                  <a:pt x="1024700" y="1756124"/>
                </a:cubicBezTo>
                <a:cubicBezTo>
                  <a:pt x="1022604" y="1758887"/>
                  <a:pt x="1021271" y="1762030"/>
                  <a:pt x="1020509" y="1765173"/>
                </a:cubicBezTo>
                <a:lnTo>
                  <a:pt x="986028" y="1717453"/>
                </a:lnTo>
                <a:lnTo>
                  <a:pt x="897065" y="1717453"/>
                </a:lnTo>
                <a:lnTo>
                  <a:pt x="888397" y="1708785"/>
                </a:lnTo>
                <a:cubicBezTo>
                  <a:pt x="886397" y="1706785"/>
                  <a:pt x="883158" y="1706785"/>
                  <a:pt x="881253" y="1708785"/>
                </a:cubicBezTo>
                <a:lnTo>
                  <a:pt x="872109" y="1717929"/>
                </a:lnTo>
                <a:cubicBezTo>
                  <a:pt x="870109" y="1719929"/>
                  <a:pt x="870109" y="1723168"/>
                  <a:pt x="872109" y="1725073"/>
                </a:cubicBezTo>
                <a:lnTo>
                  <a:pt x="881253" y="1734217"/>
                </a:lnTo>
                <a:cubicBezTo>
                  <a:pt x="882206" y="1735169"/>
                  <a:pt x="883539" y="1735741"/>
                  <a:pt x="884873" y="1735741"/>
                </a:cubicBezTo>
                <a:cubicBezTo>
                  <a:pt x="886206" y="1735741"/>
                  <a:pt x="887444" y="1735265"/>
                  <a:pt x="888492" y="1734217"/>
                </a:cubicBezTo>
                <a:lnTo>
                  <a:pt x="897636" y="1725073"/>
                </a:lnTo>
                <a:cubicBezTo>
                  <a:pt x="898398" y="1724311"/>
                  <a:pt x="898874" y="1723263"/>
                  <a:pt x="898970" y="1722215"/>
                </a:cubicBezTo>
                <a:lnTo>
                  <a:pt x="983742" y="1722215"/>
                </a:lnTo>
                <a:lnTo>
                  <a:pt x="1016222" y="1767269"/>
                </a:lnTo>
                <a:lnTo>
                  <a:pt x="896302" y="1767269"/>
                </a:lnTo>
                <a:cubicBezTo>
                  <a:pt x="896112" y="1766792"/>
                  <a:pt x="895826" y="1766221"/>
                  <a:pt x="895445" y="1765745"/>
                </a:cubicBezTo>
                <a:lnTo>
                  <a:pt x="886968" y="1756029"/>
                </a:lnTo>
                <a:cubicBezTo>
                  <a:pt x="886111" y="1754981"/>
                  <a:pt x="884873" y="1754410"/>
                  <a:pt x="883444" y="1754315"/>
                </a:cubicBezTo>
                <a:cubicBezTo>
                  <a:pt x="882110" y="1754315"/>
                  <a:pt x="880777" y="1754696"/>
                  <a:pt x="879729" y="1755553"/>
                </a:cubicBezTo>
                <a:lnTo>
                  <a:pt x="870014" y="1764030"/>
                </a:lnTo>
                <a:cubicBezTo>
                  <a:pt x="867918" y="1765840"/>
                  <a:pt x="867727" y="1769078"/>
                  <a:pt x="869537" y="1771174"/>
                </a:cubicBezTo>
                <a:lnTo>
                  <a:pt x="878015" y="1780889"/>
                </a:lnTo>
                <a:cubicBezTo>
                  <a:pt x="878872" y="1781937"/>
                  <a:pt x="880110" y="1782509"/>
                  <a:pt x="881539" y="1782604"/>
                </a:cubicBezTo>
                <a:cubicBezTo>
                  <a:pt x="881634" y="1782604"/>
                  <a:pt x="881729" y="1782604"/>
                  <a:pt x="881920" y="1782604"/>
                </a:cubicBezTo>
                <a:cubicBezTo>
                  <a:pt x="883158" y="1782604"/>
                  <a:pt x="884301" y="1782128"/>
                  <a:pt x="885254" y="1781366"/>
                </a:cubicBezTo>
                <a:lnTo>
                  <a:pt x="894969" y="1772888"/>
                </a:lnTo>
                <a:cubicBezTo>
                  <a:pt x="894969" y="1772888"/>
                  <a:pt x="895445" y="1772317"/>
                  <a:pt x="895731" y="1771936"/>
                </a:cubicBezTo>
                <a:lnTo>
                  <a:pt x="1016222" y="1771936"/>
                </a:lnTo>
                <a:lnTo>
                  <a:pt x="983742" y="1816418"/>
                </a:lnTo>
                <a:lnTo>
                  <a:pt x="896874" y="1816418"/>
                </a:lnTo>
                <a:cubicBezTo>
                  <a:pt x="896874" y="1816418"/>
                  <a:pt x="896779" y="1816132"/>
                  <a:pt x="896684" y="1816037"/>
                </a:cubicBezTo>
                <a:lnTo>
                  <a:pt x="888206" y="1806321"/>
                </a:lnTo>
                <a:cubicBezTo>
                  <a:pt x="886397" y="1804226"/>
                  <a:pt x="883158" y="1803940"/>
                  <a:pt x="881063" y="1805845"/>
                </a:cubicBezTo>
                <a:lnTo>
                  <a:pt x="871347" y="1814322"/>
                </a:lnTo>
                <a:cubicBezTo>
                  <a:pt x="869252" y="1816132"/>
                  <a:pt x="869061" y="1819370"/>
                  <a:pt x="870871" y="1821466"/>
                </a:cubicBezTo>
                <a:lnTo>
                  <a:pt x="879348" y="1831181"/>
                </a:lnTo>
                <a:cubicBezTo>
                  <a:pt x="880205" y="1832229"/>
                  <a:pt x="881444" y="1832801"/>
                  <a:pt x="882872" y="1832896"/>
                </a:cubicBezTo>
                <a:cubicBezTo>
                  <a:pt x="882968" y="1832896"/>
                  <a:pt x="883063" y="1832896"/>
                  <a:pt x="883253" y="1832896"/>
                </a:cubicBezTo>
                <a:cubicBezTo>
                  <a:pt x="884492" y="1832896"/>
                  <a:pt x="885635" y="1832420"/>
                  <a:pt x="886587" y="1831657"/>
                </a:cubicBezTo>
                <a:lnTo>
                  <a:pt x="896302" y="1823180"/>
                </a:lnTo>
                <a:cubicBezTo>
                  <a:pt x="896969" y="1822609"/>
                  <a:pt x="897350" y="1821942"/>
                  <a:pt x="897636" y="1821085"/>
                </a:cubicBezTo>
                <a:lnTo>
                  <a:pt x="986219" y="1821085"/>
                </a:lnTo>
                <a:lnTo>
                  <a:pt x="1020223" y="1774507"/>
                </a:lnTo>
                <a:cubicBezTo>
                  <a:pt x="1021080" y="1781270"/>
                  <a:pt x="1024604" y="1787652"/>
                  <a:pt x="1030510" y="1791938"/>
                </a:cubicBezTo>
                <a:cubicBezTo>
                  <a:pt x="1042035" y="1800416"/>
                  <a:pt x="1058228" y="1797844"/>
                  <a:pt x="1066610" y="1786414"/>
                </a:cubicBezTo>
                <a:lnTo>
                  <a:pt x="1066610" y="1786414"/>
                </a:lnTo>
                <a:cubicBezTo>
                  <a:pt x="1069562" y="1782413"/>
                  <a:pt x="1071182" y="1777746"/>
                  <a:pt x="1071563" y="1772888"/>
                </a:cubicBezTo>
                <a:lnTo>
                  <a:pt x="1120426" y="1827371"/>
                </a:lnTo>
                <a:lnTo>
                  <a:pt x="1248918" y="1827371"/>
                </a:lnTo>
                <a:lnTo>
                  <a:pt x="1268825" y="1855184"/>
                </a:lnTo>
                <a:lnTo>
                  <a:pt x="1314069" y="1855184"/>
                </a:lnTo>
                <a:cubicBezTo>
                  <a:pt x="1314069" y="1855184"/>
                  <a:pt x="1314069" y="1855756"/>
                  <a:pt x="1314260" y="1856137"/>
                </a:cubicBezTo>
                <a:cubicBezTo>
                  <a:pt x="1315879" y="1860137"/>
                  <a:pt x="1319689" y="1862519"/>
                  <a:pt x="1323785" y="1862519"/>
                </a:cubicBezTo>
                <a:cubicBezTo>
                  <a:pt x="1325118" y="1862519"/>
                  <a:pt x="1326356" y="1862233"/>
                  <a:pt x="1327690" y="1861757"/>
                </a:cubicBezTo>
                <a:cubicBezTo>
                  <a:pt x="1329881" y="1860899"/>
                  <a:pt x="1331405" y="1859280"/>
                  <a:pt x="1332548" y="1857280"/>
                </a:cubicBezTo>
                <a:cubicBezTo>
                  <a:pt x="1332833" y="1857566"/>
                  <a:pt x="1333119" y="1857851"/>
                  <a:pt x="1333595" y="1857851"/>
                </a:cubicBezTo>
                <a:cubicBezTo>
                  <a:pt x="1334929" y="1857851"/>
                  <a:pt x="1335310" y="1856518"/>
                  <a:pt x="1335596" y="1853946"/>
                </a:cubicBezTo>
                <a:cubicBezTo>
                  <a:pt x="1335881" y="1856518"/>
                  <a:pt x="1336262" y="1857851"/>
                  <a:pt x="1337596" y="1857851"/>
                </a:cubicBezTo>
                <a:cubicBezTo>
                  <a:pt x="1338929" y="1857851"/>
                  <a:pt x="1339215" y="1856613"/>
                  <a:pt x="1339596" y="1854041"/>
                </a:cubicBezTo>
                <a:cubicBezTo>
                  <a:pt x="1339882" y="1856613"/>
                  <a:pt x="1340263" y="1857851"/>
                  <a:pt x="1341596" y="1857851"/>
                </a:cubicBezTo>
                <a:cubicBezTo>
                  <a:pt x="1342930" y="1857851"/>
                  <a:pt x="1343216" y="1856613"/>
                  <a:pt x="1343597" y="1854041"/>
                </a:cubicBezTo>
                <a:cubicBezTo>
                  <a:pt x="1343882" y="1856613"/>
                  <a:pt x="1344263" y="1857851"/>
                  <a:pt x="1345597" y="1857851"/>
                </a:cubicBezTo>
                <a:cubicBezTo>
                  <a:pt x="1346930" y="1857851"/>
                  <a:pt x="1347216" y="1856613"/>
                  <a:pt x="1347597" y="1854041"/>
                </a:cubicBezTo>
                <a:cubicBezTo>
                  <a:pt x="1347883" y="1856613"/>
                  <a:pt x="1348264" y="1857851"/>
                  <a:pt x="1349597" y="1857851"/>
                </a:cubicBezTo>
                <a:cubicBezTo>
                  <a:pt x="1350931" y="1857851"/>
                  <a:pt x="1351217" y="1856613"/>
                  <a:pt x="1351598" y="1854041"/>
                </a:cubicBezTo>
                <a:cubicBezTo>
                  <a:pt x="1351883" y="1856613"/>
                  <a:pt x="1352264" y="1857851"/>
                  <a:pt x="1353598" y="1857851"/>
                </a:cubicBezTo>
                <a:cubicBezTo>
                  <a:pt x="1354931" y="1857851"/>
                  <a:pt x="1355217" y="1856613"/>
                  <a:pt x="1355598" y="1854041"/>
                </a:cubicBezTo>
                <a:cubicBezTo>
                  <a:pt x="1355884" y="1856613"/>
                  <a:pt x="1356265" y="1857851"/>
                  <a:pt x="1357598" y="1857851"/>
                </a:cubicBezTo>
                <a:cubicBezTo>
                  <a:pt x="1358932" y="1857851"/>
                  <a:pt x="1359218" y="1856613"/>
                  <a:pt x="1359599" y="1854041"/>
                </a:cubicBezTo>
                <a:cubicBezTo>
                  <a:pt x="1359884" y="1856613"/>
                  <a:pt x="1360265" y="1857851"/>
                  <a:pt x="1361599" y="1857851"/>
                </a:cubicBezTo>
                <a:cubicBezTo>
                  <a:pt x="1362932" y="1857851"/>
                  <a:pt x="1363313" y="1856518"/>
                  <a:pt x="1363599" y="1854041"/>
                </a:cubicBezTo>
                <a:cubicBezTo>
                  <a:pt x="1363885" y="1856613"/>
                  <a:pt x="1364266" y="1857851"/>
                  <a:pt x="1365599" y="1857851"/>
                </a:cubicBezTo>
                <a:cubicBezTo>
                  <a:pt x="1366933" y="1857851"/>
                  <a:pt x="1367314" y="1856518"/>
                  <a:pt x="1367600" y="1853946"/>
                </a:cubicBezTo>
                <a:cubicBezTo>
                  <a:pt x="1367885" y="1856518"/>
                  <a:pt x="1368266" y="1857851"/>
                  <a:pt x="1369600" y="1857851"/>
                </a:cubicBezTo>
                <a:cubicBezTo>
                  <a:pt x="1370933" y="1857851"/>
                  <a:pt x="1371314" y="1856518"/>
                  <a:pt x="1371600" y="1853946"/>
                </a:cubicBezTo>
                <a:cubicBezTo>
                  <a:pt x="1371981" y="1856613"/>
                  <a:pt x="1372267" y="1857851"/>
                  <a:pt x="1373600" y="1857851"/>
                </a:cubicBezTo>
                <a:cubicBezTo>
                  <a:pt x="1374934" y="1857851"/>
                  <a:pt x="1375315" y="1856518"/>
                  <a:pt x="1375601" y="1853851"/>
                </a:cubicBezTo>
                <a:cubicBezTo>
                  <a:pt x="1375982" y="1856518"/>
                  <a:pt x="1376267" y="1857851"/>
                  <a:pt x="1377601" y="1857851"/>
                </a:cubicBezTo>
                <a:cubicBezTo>
                  <a:pt x="1378934" y="1857851"/>
                  <a:pt x="1379315" y="1856518"/>
                  <a:pt x="1379601" y="1853851"/>
                </a:cubicBezTo>
                <a:cubicBezTo>
                  <a:pt x="1379982" y="1856518"/>
                  <a:pt x="1380268" y="1857851"/>
                  <a:pt x="1381601" y="1857851"/>
                </a:cubicBezTo>
                <a:cubicBezTo>
                  <a:pt x="1382935" y="1857851"/>
                  <a:pt x="1383316" y="1856518"/>
                  <a:pt x="1383602" y="1853756"/>
                </a:cubicBezTo>
                <a:cubicBezTo>
                  <a:pt x="1383982" y="1856423"/>
                  <a:pt x="1384268" y="1857851"/>
                  <a:pt x="1385602" y="1857851"/>
                </a:cubicBezTo>
                <a:cubicBezTo>
                  <a:pt x="1386935" y="1857851"/>
                  <a:pt x="1387316" y="1856423"/>
                  <a:pt x="1387697" y="1853756"/>
                </a:cubicBezTo>
                <a:cubicBezTo>
                  <a:pt x="1388078" y="1856518"/>
                  <a:pt x="1388364" y="1857851"/>
                  <a:pt x="1389793" y="1857851"/>
                </a:cubicBezTo>
                <a:cubicBezTo>
                  <a:pt x="1391222" y="1857851"/>
                  <a:pt x="1391507" y="1856423"/>
                  <a:pt x="1391888" y="1853660"/>
                </a:cubicBezTo>
                <a:cubicBezTo>
                  <a:pt x="1392269" y="1856423"/>
                  <a:pt x="1392555" y="1857851"/>
                  <a:pt x="1393984" y="1857851"/>
                </a:cubicBezTo>
                <a:cubicBezTo>
                  <a:pt x="1395413" y="1857851"/>
                  <a:pt x="1395698" y="1856423"/>
                  <a:pt x="1396079" y="1853660"/>
                </a:cubicBezTo>
                <a:cubicBezTo>
                  <a:pt x="1396460" y="1856518"/>
                  <a:pt x="1396746" y="1857851"/>
                  <a:pt x="1398175" y="1857851"/>
                </a:cubicBezTo>
                <a:cubicBezTo>
                  <a:pt x="1399603" y="1857851"/>
                  <a:pt x="1399889" y="1856423"/>
                  <a:pt x="1400270" y="1853660"/>
                </a:cubicBezTo>
                <a:cubicBezTo>
                  <a:pt x="1400651" y="1856423"/>
                  <a:pt x="1400937" y="1857851"/>
                  <a:pt x="1402366" y="1857851"/>
                </a:cubicBezTo>
                <a:cubicBezTo>
                  <a:pt x="1403795" y="1857851"/>
                  <a:pt x="1404080" y="1856423"/>
                  <a:pt x="1404461" y="1853660"/>
                </a:cubicBezTo>
                <a:cubicBezTo>
                  <a:pt x="1404842" y="1856423"/>
                  <a:pt x="1405128" y="1857851"/>
                  <a:pt x="1406557" y="1857851"/>
                </a:cubicBezTo>
                <a:cubicBezTo>
                  <a:pt x="1407986" y="1857851"/>
                  <a:pt x="1408271" y="1856423"/>
                  <a:pt x="1408652" y="1853756"/>
                </a:cubicBezTo>
                <a:cubicBezTo>
                  <a:pt x="1409033" y="1856518"/>
                  <a:pt x="1409319" y="1857851"/>
                  <a:pt x="1410748" y="1857851"/>
                </a:cubicBezTo>
                <a:cubicBezTo>
                  <a:pt x="1412177" y="1857851"/>
                  <a:pt x="1412462" y="1856518"/>
                  <a:pt x="1412843" y="1853756"/>
                </a:cubicBezTo>
                <a:cubicBezTo>
                  <a:pt x="1413224" y="1856518"/>
                  <a:pt x="1413510" y="1857851"/>
                  <a:pt x="1414939" y="1857851"/>
                </a:cubicBezTo>
                <a:cubicBezTo>
                  <a:pt x="1416368" y="1857851"/>
                  <a:pt x="1416653" y="1856423"/>
                  <a:pt x="1417034" y="1853756"/>
                </a:cubicBezTo>
                <a:cubicBezTo>
                  <a:pt x="1417415" y="1856518"/>
                  <a:pt x="1417701" y="1857851"/>
                  <a:pt x="1419130" y="1857851"/>
                </a:cubicBezTo>
                <a:cubicBezTo>
                  <a:pt x="1420559" y="1857851"/>
                  <a:pt x="1420844" y="1856423"/>
                  <a:pt x="1421225" y="1853660"/>
                </a:cubicBezTo>
                <a:cubicBezTo>
                  <a:pt x="1421606" y="1856423"/>
                  <a:pt x="1421892" y="1857851"/>
                  <a:pt x="1423321" y="1857851"/>
                </a:cubicBezTo>
                <a:cubicBezTo>
                  <a:pt x="1424750" y="1857851"/>
                  <a:pt x="1425035" y="1856423"/>
                  <a:pt x="1425416" y="1853660"/>
                </a:cubicBezTo>
                <a:cubicBezTo>
                  <a:pt x="1425797" y="1856518"/>
                  <a:pt x="1426083" y="1857851"/>
                  <a:pt x="1427512" y="1857851"/>
                </a:cubicBezTo>
                <a:cubicBezTo>
                  <a:pt x="1428941" y="1857851"/>
                  <a:pt x="1429226" y="1856423"/>
                  <a:pt x="1429607" y="1853565"/>
                </a:cubicBezTo>
                <a:cubicBezTo>
                  <a:pt x="1429988" y="1856327"/>
                  <a:pt x="1430274" y="1857851"/>
                  <a:pt x="1431703" y="1857851"/>
                </a:cubicBezTo>
                <a:cubicBezTo>
                  <a:pt x="1433132" y="1857851"/>
                  <a:pt x="1433417" y="1856423"/>
                  <a:pt x="1433798" y="1853565"/>
                </a:cubicBezTo>
                <a:cubicBezTo>
                  <a:pt x="1434179" y="1856423"/>
                  <a:pt x="1434465" y="1857851"/>
                  <a:pt x="1435894" y="1857851"/>
                </a:cubicBezTo>
                <a:cubicBezTo>
                  <a:pt x="1437323" y="1857851"/>
                  <a:pt x="1437608" y="1856518"/>
                  <a:pt x="1437989" y="1853756"/>
                </a:cubicBezTo>
                <a:cubicBezTo>
                  <a:pt x="1438370" y="1856518"/>
                  <a:pt x="1438656" y="1857851"/>
                  <a:pt x="1440085" y="1857851"/>
                </a:cubicBezTo>
                <a:cubicBezTo>
                  <a:pt x="1441514" y="1857851"/>
                  <a:pt x="1441799" y="1856518"/>
                  <a:pt x="1442085" y="1853756"/>
                </a:cubicBezTo>
                <a:cubicBezTo>
                  <a:pt x="1442466" y="1856423"/>
                  <a:pt x="1442752" y="1857851"/>
                  <a:pt x="1444085" y="1857851"/>
                </a:cubicBezTo>
                <a:cubicBezTo>
                  <a:pt x="1445419" y="1857851"/>
                  <a:pt x="1445800" y="1856518"/>
                  <a:pt x="1446086" y="1853756"/>
                </a:cubicBezTo>
                <a:cubicBezTo>
                  <a:pt x="1446467" y="1856518"/>
                  <a:pt x="1446752" y="1857851"/>
                  <a:pt x="1448086" y="1857851"/>
                </a:cubicBezTo>
                <a:cubicBezTo>
                  <a:pt x="1449419" y="1857851"/>
                  <a:pt x="1449800" y="1856423"/>
                  <a:pt x="1450181" y="1853660"/>
                </a:cubicBezTo>
                <a:cubicBezTo>
                  <a:pt x="1450562" y="1856423"/>
                  <a:pt x="1450848" y="1857851"/>
                  <a:pt x="1452277" y="1857851"/>
                </a:cubicBezTo>
                <a:cubicBezTo>
                  <a:pt x="1453706" y="1857851"/>
                  <a:pt x="1453991" y="1856327"/>
                  <a:pt x="1454372" y="1853470"/>
                </a:cubicBezTo>
                <a:cubicBezTo>
                  <a:pt x="1454753" y="1856327"/>
                  <a:pt x="1455039" y="1857851"/>
                  <a:pt x="1456468" y="1857851"/>
                </a:cubicBezTo>
                <a:cubicBezTo>
                  <a:pt x="1457897" y="1857851"/>
                  <a:pt x="1458182" y="1856327"/>
                  <a:pt x="1458563" y="1853470"/>
                </a:cubicBezTo>
                <a:cubicBezTo>
                  <a:pt x="1458944" y="1856327"/>
                  <a:pt x="1459230" y="1857851"/>
                  <a:pt x="1460659" y="1857851"/>
                </a:cubicBezTo>
                <a:cubicBezTo>
                  <a:pt x="1462088" y="1857851"/>
                  <a:pt x="1462373" y="1856327"/>
                  <a:pt x="1462754" y="1853470"/>
                </a:cubicBezTo>
                <a:cubicBezTo>
                  <a:pt x="1463135" y="1856327"/>
                  <a:pt x="1463421" y="1857851"/>
                  <a:pt x="1464850" y="1857851"/>
                </a:cubicBezTo>
                <a:cubicBezTo>
                  <a:pt x="1466278" y="1857851"/>
                  <a:pt x="1466564" y="1856327"/>
                  <a:pt x="1466945" y="1853470"/>
                </a:cubicBezTo>
                <a:cubicBezTo>
                  <a:pt x="1467326" y="1856327"/>
                  <a:pt x="1467612" y="1857851"/>
                  <a:pt x="1469041" y="1857851"/>
                </a:cubicBezTo>
                <a:cubicBezTo>
                  <a:pt x="1470470" y="1857851"/>
                  <a:pt x="1470851" y="1856232"/>
                  <a:pt x="1471136" y="1853375"/>
                </a:cubicBezTo>
                <a:cubicBezTo>
                  <a:pt x="1471517" y="1856327"/>
                  <a:pt x="1471803" y="1857851"/>
                  <a:pt x="1473327" y="1857851"/>
                </a:cubicBezTo>
                <a:cubicBezTo>
                  <a:pt x="1474851" y="1857851"/>
                  <a:pt x="1475137" y="1856232"/>
                  <a:pt x="1475518" y="1853184"/>
                </a:cubicBezTo>
                <a:cubicBezTo>
                  <a:pt x="1475899" y="1856137"/>
                  <a:pt x="1476185" y="1857851"/>
                  <a:pt x="1477709" y="1857851"/>
                </a:cubicBezTo>
                <a:lnTo>
                  <a:pt x="1477709" y="1857851"/>
                </a:lnTo>
                <a:cubicBezTo>
                  <a:pt x="1478852" y="1859471"/>
                  <a:pt x="1480280" y="1860899"/>
                  <a:pt x="1482185" y="1861757"/>
                </a:cubicBezTo>
                <a:cubicBezTo>
                  <a:pt x="1483424" y="1862328"/>
                  <a:pt x="1484852" y="1862519"/>
                  <a:pt x="1486186" y="1862519"/>
                </a:cubicBezTo>
                <a:cubicBezTo>
                  <a:pt x="1487519" y="1862519"/>
                  <a:pt x="1488853" y="1862233"/>
                  <a:pt x="1490091" y="1861757"/>
                </a:cubicBezTo>
                <a:cubicBezTo>
                  <a:pt x="1492663" y="1860709"/>
                  <a:pt x="1494663" y="1858709"/>
                  <a:pt x="1495711" y="1856232"/>
                </a:cubicBezTo>
                <a:cubicBezTo>
                  <a:pt x="1496759" y="1853660"/>
                  <a:pt x="1496759" y="1850898"/>
                  <a:pt x="1495711" y="1848326"/>
                </a:cubicBezTo>
                <a:cubicBezTo>
                  <a:pt x="1494663" y="1845755"/>
                  <a:pt x="1492663" y="1843754"/>
                  <a:pt x="1490186" y="1842707"/>
                </a:cubicBezTo>
                <a:cubicBezTo>
                  <a:pt x="1487615" y="1841659"/>
                  <a:pt x="1484852" y="1841659"/>
                  <a:pt x="1482281" y="1842707"/>
                </a:cubicBezTo>
                <a:cubicBezTo>
                  <a:pt x="1479804" y="1843754"/>
                  <a:pt x="1477994" y="1845659"/>
                  <a:pt x="1476947" y="1847850"/>
                </a:cubicBezTo>
                <a:cubicBezTo>
                  <a:pt x="1476661" y="1847088"/>
                  <a:pt x="1476185" y="1846612"/>
                  <a:pt x="1475518" y="1846612"/>
                </a:cubicBezTo>
                <a:cubicBezTo>
                  <a:pt x="1474089" y="1846612"/>
                  <a:pt x="1473708" y="1848231"/>
                  <a:pt x="1473327" y="1851279"/>
                </a:cubicBezTo>
                <a:cubicBezTo>
                  <a:pt x="1472946" y="1848326"/>
                  <a:pt x="1472660" y="1846612"/>
                  <a:pt x="1471136" y="1846612"/>
                </a:cubicBezTo>
                <a:cubicBezTo>
                  <a:pt x="1469612" y="1846612"/>
                  <a:pt x="1469422" y="1848136"/>
                  <a:pt x="1469041" y="1850993"/>
                </a:cubicBezTo>
                <a:cubicBezTo>
                  <a:pt x="1468660" y="1848136"/>
                  <a:pt x="1468374" y="1846612"/>
                  <a:pt x="1466945" y="1846612"/>
                </a:cubicBezTo>
                <a:cubicBezTo>
                  <a:pt x="1465517" y="1846612"/>
                  <a:pt x="1465231" y="1848231"/>
                  <a:pt x="1464850" y="1851089"/>
                </a:cubicBezTo>
                <a:cubicBezTo>
                  <a:pt x="1464469" y="1848231"/>
                  <a:pt x="1464183" y="1846612"/>
                  <a:pt x="1462754" y="1846612"/>
                </a:cubicBezTo>
                <a:cubicBezTo>
                  <a:pt x="1461326" y="1846612"/>
                  <a:pt x="1461040" y="1848136"/>
                  <a:pt x="1460659" y="1850993"/>
                </a:cubicBezTo>
                <a:cubicBezTo>
                  <a:pt x="1460278" y="1848136"/>
                  <a:pt x="1459992" y="1846612"/>
                  <a:pt x="1458563" y="1846612"/>
                </a:cubicBezTo>
                <a:cubicBezTo>
                  <a:pt x="1457135" y="1846612"/>
                  <a:pt x="1456849" y="1848136"/>
                  <a:pt x="1456468" y="1850993"/>
                </a:cubicBezTo>
                <a:cubicBezTo>
                  <a:pt x="1456087" y="1848136"/>
                  <a:pt x="1455801" y="1846612"/>
                  <a:pt x="1454372" y="1846612"/>
                </a:cubicBezTo>
                <a:cubicBezTo>
                  <a:pt x="1452944" y="1846612"/>
                  <a:pt x="1452658" y="1848136"/>
                  <a:pt x="1452277" y="1850898"/>
                </a:cubicBezTo>
                <a:cubicBezTo>
                  <a:pt x="1451896" y="1848041"/>
                  <a:pt x="1451610" y="1846612"/>
                  <a:pt x="1450181" y="1846612"/>
                </a:cubicBezTo>
                <a:cubicBezTo>
                  <a:pt x="1448753" y="1846612"/>
                  <a:pt x="1448467" y="1848041"/>
                  <a:pt x="1448086" y="1850707"/>
                </a:cubicBezTo>
                <a:cubicBezTo>
                  <a:pt x="1447705" y="1847945"/>
                  <a:pt x="1447419" y="1846612"/>
                  <a:pt x="1445990" y="1846612"/>
                </a:cubicBezTo>
                <a:cubicBezTo>
                  <a:pt x="1444562" y="1846612"/>
                  <a:pt x="1444276" y="1847945"/>
                  <a:pt x="1443990" y="1850707"/>
                </a:cubicBezTo>
                <a:cubicBezTo>
                  <a:pt x="1443609" y="1847945"/>
                  <a:pt x="1443323" y="1846612"/>
                  <a:pt x="1441990" y="1846612"/>
                </a:cubicBezTo>
                <a:cubicBezTo>
                  <a:pt x="1440656" y="1846612"/>
                  <a:pt x="1440275" y="1847945"/>
                  <a:pt x="1439990" y="1850707"/>
                </a:cubicBezTo>
                <a:cubicBezTo>
                  <a:pt x="1439609" y="1847945"/>
                  <a:pt x="1439323" y="1846612"/>
                  <a:pt x="1437989" y="1846612"/>
                </a:cubicBezTo>
                <a:cubicBezTo>
                  <a:pt x="1436656" y="1846612"/>
                  <a:pt x="1436275" y="1848041"/>
                  <a:pt x="1435894" y="1850803"/>
                </a:cubicBezTo>
                <a:cubicBezTo>
                  <a:pt x="1435513" y="1848041"/>
                  <a:pt x="1435227" y="1846612"/>
                  <a:pt x="1433798" y="1846612"/>
                </a:cubicBezTo>
                <a:cubicBezTo>
                  <a:pt x="1432370" y="1846612"/>
                  <a:pt x="1432084" y="1848136"/>
                  <a:pt x="1431703" y="1850898"/>
                </a:cubicBezTo>
                <a:cubicBezTo>
                  <a:pt x="1431322" y="1848136"/>
                  <a:pt x="1431036" y="1846612"/>
                  <a:pt x="1429607" y="1846612"/>
                </a:cubicBezTo>
                <a:cubicBezTo>
                  <a:pt x="1428178" y="1846612"/>
                  <a:pt x="1427893" y="1848136"/>
                  <a:pt x="1427512" y="1850898"/>
                </a:cubicBezTo>
                <a:cubicBezTo>
                  <a:pt x="1427131" y="1848041"/>
                  <a:pt x="1426845" y="1846612"/>
                  <a:pt x="1425416" y="1846612"/>
                </a:cubicBezTo>
                <a:cubicBezTo>
                  <a:pt x="1423988" y="1846612"/>
                  <a:pt x="1423702" y="1848041"/>
                  <a:pt x="1423321" y="1850803"/>
                </a:cubicBezTo>
                <a:cubicBezTo>
                  <a:pt x="1422940" y="1848041"/>
                  <a:pt x="1422654" y="1846612"/>
                  <a:pt x="1421225" y="1846612"/>
                </a:cubicBezTo>
                <a:cubicBezTo>
                  <a:pt x="1419797" y="1846612"/>
                  <a:pt x="1419511" y="1848041"/>
                  <a:pt x="1419130" y="1850707"/>
                </a:cubicBezTo>
                <a:cubicBezTo>
                  <a:pt x="1418749" y="1847945"/>
                  <a:pt x="1418463" y="1846612"/>
                  <a:pt x="1417034" y="1846612"/>
                </a:cubicBezTo>
                <a:cubicBezTo>
                  <a:pt x="1415606" y="1846612"/>
                  <a:pt x="1415320" y="1848041"/>
                  <a:pt x="1414939" y="1850707"/>
                </a:cubicBezTo>
                <a:cubicBezTo>
                  <a:pt x="1414558" y="1847945"/>
                  <a:pt x="1414272" y="1846612"/>
                  <a:pt x="1412843" y="1846612"/>
                </a:cubicBezTo>
                <a:cubicBezTo>
                  <a:pt x="1411415" y="1846612"/>
                  <a:pt x="1411129" y="1847945"/>
                  <a:pt x="1410748" y="1850707"/>
                </a:cubicBezTo>
                <a:cubicBezTo>
                  <a:pt x="1410367" y="1847945"/>
                  <a:pt x="1410081" y="1846612"/>
                  <a:pt x="1408652" y="1846612"/>
                </a:cubicBezTo>
                <a:cubicBezTo>
                  <a:pt x="1407224" y="1846612"/>
                  <a:pt x="1406938" y="1847945"/>
                  <a:pt x="1406557" y="1850707"/>
                </a:cubicBezTo>
                <a:cubicBezTo>
                  <a:pt x="1406176" y="1847945"/>
                  <a:pt x="1405890" y="1846612"/>
                  <a:pt x="1404461" y="1846612"/>
                </a:cubicBezTo>
                <a:cubicBezTo>
                  <a:pt x="1403032" y="1846612"/>
                  <a:pt x="1402747" y="1848041"/>
                  <a:pt x="1402366" y="1850803"/>
                </a:cubicBezTo>
                <a:cubicBezTo>
                  <a:pt x="1401985" y="1848041"/>
                  <a:pt x="1401699" y="1846612"/>
                  <a:pt x="1400270" y="1846612"/>
                </a:cubicBezTo>
                <a:cubicBezTo>
                  <a:pt x="1398842" y="1846612"/>
                  <a:pt x="1398556" y="1848041"/>
                  <a:pt x="1398175" y="1850803"/>
                </a:cubicBezTo>
                <a:cubicBezTo>
                  <a:pt x="1397794" y="1848041"/>
                  <a:pt x="1397508" y="1846612"/>
                  <a:pt x="1396079" y="1846612"/>
                </a:cubicBezTo>
                <a:cubicBezTo>
                  <a:pt x="1394651" y="1846612"/>
                  <a:pt x="1394365" y="1848041"/>
                  <a:pt x="1393984" y="1850803"/>
                </a:cubicBezTo>
                <a:cubicBezTo>
                  <a:pt x="1393603" y="1847945"/>
                  <a:pt x="1393317" y="1846612"/>
                  <a:pt x="1391888" y="1846612"/>
                </a:cubicBezTo>
                <a:cubicBezTo>
                  <a:pt x="1390460" y="1846612"/>
                  <a:pt x="1390174" y="1848041"/>
                  <a:pt x="1389793" y="1850803"/>
                </a:cubicBezTo>
                <a:cubicBezTo>
                  <a:pt x="1389412" y="1848041"/>
                  <a:pt x="1389126" y="1846612"/>
                  <a:pt x="1387697" y="1846612"/>
                </a:cubicBezTo>
                <a:cubicBezTo>
                  <a:pt x="1386269" y="1846612"/>
                  <a:pt x="1385983" y="1847945"/>
                  <a:pt x="1385602" y="1850707"/>
                </a:cubicBezTo>
                <a:cubicBezTo>
                  <a:pt x="1385221" y="1847945"/>
                  <a:pt x="1384935" y="1846612"/>
                  <a:pt x="1383602" y="1846612"/>
                </a:cubicBezTo>
                <a:cubicBezTo>
                  <a:pt x="1382268" y="1846612"/>
                  <a:pt x="1381887" y="1847945"/>
                  <a:pt x="1381601" y="1850612"/>
                </a:cubicBezTo>
                <a:cubicBezTo>
                  <a:pt x="1381220" y="1847945"/>
                  <a:pt x="1380935" y="1846612"/>
                  <a:pt x="1379601" y="1846612"/>
                </a:cubicBezTo>
                <a:cubicBezTo>
                  <a:pt x="1378268" y="1846612"/>
                  <a:pt x="1377887" y="1847945"/>
                  <a:pt x="1377601" y="1850612"/>
                </a:cubicBezTo>
                <a:cubicBezTo>
                  <a:pt x="1377220" y="1847945"/>
                  <a:pt x="1376934" y="1846612"/>
                  <a:pt x="1375601" y="1846612"/>
                </a:cubicBezTo>
                <a:cubicBezTo>
                  <a:pt x="1374267" y="1846612"/>
                  <a:pt x="1373886" y="1847945"/>
                  <a:pt x="1373600" y="1850517"/>
                </a:cubicBezTo>
                <a:cubicBezTo>
                  <a:pt x="1373315" y="1847850"/>
                  <a:pt x="1372934" y="1846612"/>
                  <a:pt x="1371600" y="1846612"/>
                </a:cubicBezTo>
                <a:cubicBezTo>
                  <a:pt x="1370267" y="1846612"/>
                  <a:pt x="1369886" y="1847945"/>
                  <a:pt x="1369600" y="1850517"/>
                </a:cubicBezTo>
                <a:cubicBezTo>
                  <a:pt x="1369314" y="1847945"/>
                  <a:pt x="1368933" y="1846612"/>
                  <a:pt x="1367600" y="1846612"/>
                </a:cubicBezTo>
                <a:cubicBezTo>
                  <a:pt x="1366266" y="1846612"/>
                  <a:pt x="1365885" y="1847945"/>
                  <a:pt x="1365599" y="1850517"/>
                </a:cubicBezTo>
                <a:cubicBezTo>
                  <a:pt x="1365314" y="1847945"/>
                  <a:pt x="1364932" y="1846612"/>
                  <a:pt x="1363599" y="1846612"/>
                </a:cubicBezTo>
                <a:cubicBezTo>
                  <a:pt x="1362266" y="1846612"/>
                  <a:pt x="1361885" y="1847945"/>
                  <a:pt x="1361599" y="1850422"/>
                </a:cubicBezTo>
                <a:cubicBezTo>
                  <a:pt x="1361313" y="1847850"/>
                  <a:pt x="1360932" y="1846612"/>
                  <a:pt x="1359599" y="1846612"/>
                </a:cubicBezTo>
                <a:cubicBezTo>
                  <a:pt x="1358265" y="1846612"/>
                  <a:pt x="1357979" y="1847850"/>
                  <a:pt x="1357598" y="1850422"/>
                </a:cubicBezTo>
                <a:cubicBezTo>
                  <a:pt x="1357313" y="1847850"/>
                  <a:pt x="1356932" y="1846612"/>
                  <a:pt x="1355598" y="1846612"/>
                </a:cubicBezTo>
                <a:cubicBezTo>
                  <a:pt x="1354265" y="1846612"/>
                  <a:pt x="1353979" y="1847850"/>
                  <a:pt x="1353598" y="1850422"/>
                </a:cubicBezTo>
                <a:cubicBezTo>
                  <a:pt x="1353312" y="1847850"/>
                  <a:pt x="1352931" y="1846612"/>
                  <a:pt x="1351598" y="1846612"/>
                </a:cubicBezTo>
                <a:cubicBezTo>
                  <a:pt x="1350264" y="1846612"/>
                  <a:pt x="1349978" y="1847850"/>
                  <a:pt x="1349597" y="1850422"/>
                </a:cubicBezTo>
                <a:cubicBezTo>
                  <a:pt x="1349312" y="1847850"/>
                  <a:pt x="1348931" y="1846612"/>
                  <a:pt x="1347597" y="1846612"/>
                </a:cubicBezTo>
                <a:cubicBezTo>
                  <a:pt x="1346264" y="1846612"/>
                  <a:pt x="1345978" y="1847850"/>
                  <a:pt x="1345597" y="1850422"/>
                </a:cubicBezTo>
                <a:cubicBezTo>
                  <a:pt x="1345311" y="1847850"/>
                  <a:pt x="1344930" y="1846612"/>
                  <a:pt x="1343597" y="1846612"/>
                </a:cubicBezTo>
                <a:cubicBezTo>
                  <a:pt x="1342263" y="1846612"/>
                  <a:pt x="1341977" y="1847850"/>
                  <a:pt x="1341596" y="1850422"/>
                </a:cubicBezTo>
                <a:cubicBezTo>
                  <a:pt x="1341311" y="1847850"/>
                  <a:pt x="1340930" y="1846612"/>
                  <a:pt x="1339596" y="1846612"/>
                </a:cubicBezTo>
                <a:cubicBezTo>
                  <a:pt x="1338263" y="1846612"/>
                  <a:pt x="1337977" y="1847850"/>
                  <a:pt x="1337596" y="1850422"/>
                </a:cubicBezTo>
                <a:cubicBezTo>
                  <a:pt x="1337310" y="1847850"/>
                  <a:pt x="1336929" y="1846612"/>
                  <a:pt x="1335596" y="1846612"/>
                </a:cubicBezTo>
                <a:cubicBezTo>
                  <a:pt x="1334262" y="1846612"/>
                  <a:pt x="1333976" y="1847945"/>
                  <a:pt x="1333595" y="1850327"/>
                </a:cubicBezTo>
                <a:cubicBezTo>
                  <a:pt x="1333500" y="1849660"/>
                  <a:pt x="1333500" y="1848993"/>
                  <a:pt x="1333214" y="1848326"/>
                </a:cubicBezTo>
                <a:cubicBezTo>
                  <a:pt x="1333214" y="1848231"/>
                  <a:pt x="1333024" y="1848136"/>
                  <a:pt x="1333024" y="1847945"/>
                </a:cubicBezTo>
                <a:cubicBezTo>
                  <a:pt x="1333024" y="1847755"/>
                  <a:pt x="1332833" y="1847564"/>
                  <a:pt x="1332643" y="1847469"/>
                </a:cubicBezTo>
                <a:cubicBezTo>
                  <a:pt x="1331500" y="1845374"/>
                  <a:pt x="1329881" y="1843659"/>
                  <a:pt x="1327690" y="1842707"/>
                </a:cubicBezTo>
                <a:cubicBezTo>
                  <a:pt x="1325118" y="1841659"/>
                  <a:pt x="1322356" y="1841659"/>
                  <a:pt x="1319784" y="1842707"/>
                </a:cubicBezTo>
                <a:cubicBezTo>
                  <a:pt x="1317212" y="1843754"/>
                  <a:pt x="1315212" y="1845755"/>
                  <a:pt x="1314164" y="1848231"/>
                </a:cubicBezTo>
                <a:cubicBezTo>
                  <a:pt x="1313878" y="1848898"/>
                  <a:pt x="1313878" y="1849660"/>
                  <a:pt x="1313688" y="1850422"/>
                </a:cubicBezTo>
                <a:lnTo>
                  <a:pt x="1271111" y="1850422"/>
                </a:lnTo>
                <a:lnTo>
                  <a:pt x="1251204" y="1822609"/>
                </a:lnTo>
                <a:lnTo>
                  <a:pt x="1122331" y="1822609"/>
                </a:lnTo>
                <a:lnTo>
                  <a:pt x="1075658" y="1770698"/>
                </a:lnTo>
                <a:lnTo>
                  <a:pt x="1248632" y="1770698"/>
                </a:lnTo>
                <a:lnTo>
                  <a:pt x="1268540" y="1798511"/>
                </a:lnTo>
                <a:lnTo>
                  <a:pt x="1313688" y="1798511"/>
                </a:lnTo>
                <a:cubicBezTo>
                  <a:pt x="1313783" y="1798987"/>
                  <a:pt x="1313783" y="1799558"/>
                  <a:pt x="1313974" y="1800035"/>
                </a:cubicBezTo>
                <a:cubicBezTo>
                  <a:pt x="1315593" y="1804035"/>
                  <a:pt x="1319403" y="1806416"/>
                  <a:pt x="1323499" y="1806416"/>
                </a:cubicBezTo>
                <a:cubicBezTo>
                  <a:pt x="1324832" y="1806416"/>
                  <a:pt x="1326071" y="1806131"/>
                  <a:pt x="1327404" y="1805654"/>
                </a:cubicBezTo>
                <a:cubicBezTo>
                  <a:pt x="1329595" y="1804797"/>
                  <a:pt x="1331214" y="1803178"/>
                  <a:pt x="1332262" y="1801178"/>
                </a:cubicBezTo>
                <a:cubicBezTo>
                  <a:pt x="1332548" y="1801463"/>
                  <a:pt x="1332833" y="1801749"/>
                  <a:pt x="1333310" y="1801749"/>
                </a:cubicBezTo>
                <a:cubicBezTo>
                  <a:pt x="1334643" y="1801749"/>
                  <a:pt x="1335024" y="1800416"/>
                  <a:pt x="1335310" y="1797844"/>
                </a:cubicBezTo>
                <a:cubicBezTo>
                  <a:pt x="1335596" y="1800416"/>
                  <a:pt x="1335977" y="1801749"/>
                  <a:pt x="1337310" y="1801749"/>
                </a:cubicBezTo>
                <a:cubicBezTo>
                  <a:pt x="1338644" y="1801749"/>
                  <a:pt x="1338929" y="1800511"/>
                  <a:pt x="1339310" y="1797939"/>
                </a:cubicBezTo>
                <a:cubicBezTo>
                  <a:pt x="1339596" y="1800511"/>
                  <a:pt x="1339977" y="1801749"/>
                  <a:pt x="1341311" y="1801749"/>
                </a:cubicBezTo>
                <a:cubicBezTo>
                  <a:pt x="1342644" y="1801749"/>
                  <a:pt x="1342930" y="1800511"/>
                  <a:pt x="1343311" y="1797939"/>
                </a:cubicBezTo>
                <a:cubicBezTo>
                  <a:pt x="1343597" y="1800511"/>
                  <a:pt x="1343978" y="1801749"/>
                  <a:pt x="1345311" y="1801749"/>
                </a:cubicBezTo>
                <a:cubicBezTo>
                  <a:pt x="1346645" y="1801749"/>
                  <a:pt x="1346930" y="1800511"/>
                  <a:pt x="1347311" y="1797939"/>
                </a:cubicBezTo>
                <a:cubicBezTo>
                  <a:pt x="1347597" y="1800511"/>
                  <a:pt x="1347978" y="1801749"/>
                  <a:pt x="1349312" y="1801749"/>
                </a:cubicBezTo>
                <a:cubicBezTo>
                  <a:pt x="1350645" y="1801749"/>
                  <a:pt x="1350931" y="1800511"/>
                  <a:pt x="1351312" y="1797939"/>
                </a:cubicBezTo>
                <a:cubicBezTo>
                  <a:pt x="1351598" y="1800511"/>
                  <a:pt x="1351978" y="1801749"/>
                  <a:pt x="1353312" y="1801749"/>
                </a:cubicBezTo>
                <a:cubicBezTo>
                  <a:pt x="1354646" y="1801749"/>
                  <a:pt x="1354931" y="1800511"/>
                  <a:pt x="1355312" y="1797939"/>
                </a:cubicBezTo>
                <a:cubicBezTo>
                  <a:pt x="1355598" y="1800511"/>
                  <a:pt x="1355979" y="1801749"/>
                  <a:pt x="1357313" y="1801749"/>
                </a:cubicBezTo>
                <a:cubicBezTo>
                  <a:pt x="1358646" y="1801749"/>
                  <a:pt x="1358932" y="1800511"/>
                  <a:pt x="1359313" y="1797939"/>
                </a:cubicBezTo>
                <a:cubicBezTo>
                  <a:pt x="1359599" y="1800511"/>
                  <a:pt x="1359980" y="1801749"/>
                  <a:pt x="1361313" y="1801749"/>
                </a:cubicBezTo>
                <a:cubicBezTo>
                  <a:pt x="1362647" y="1801749"/>
                  <a:pt x="1363028" y="1800416"/>
                  <a:pt x="1363313" y="1797939"/>
                </a:cubicBezTo>
                <a:cubicBezTo>
                  <a:pt x="1363599" y="1800511"/>
                  <a:pt x="1363980" y="1801749"/>
                  <a:pt x="1365314" y="1801749"/>
                </a:cubicBezTo>
                <a:cubicBezTo>
                  <a:pt x="1366647" y="1801749"/>
                  <a:pt x="1367028" y="1800416"/>
                  <a:pt x="1367314" y="1797844"/>
                </a:cubicBezTo>
                <a:cubicBezTo>
                  <a:pt x="1367600" y="1800416"/>
                  <a:pt x="1367981" y="1801749"/>
                  <a:pt x="1369314" y="1801749"/>
                </a:cubicBezTo>
                <a:cubicBezTo>
                  <a:pt x="1370648" y="1801749"/>
                  <a:pt x="1371028" y="1800416"/>
                  <a:pt x="1371314" y="1797844"/>
                </a:cubicBezTo>
                <a:cubicBezTo>
                  <a:pt x="1371695" y="1800511"/>
                  <a:pt x="1371981" y="1801749"/>
                  <a:pt x="1373315" y="1801749"/>
                </a:cubicBezTo>
                <a:cubicBezTo>
                  <a:pt x="1374648" y="1801749"/>
                  <a:pt x="1375029" y="1800416"/>
                  <a:pt x="1375315" y="1797749"/>
                </a:cubicBezTo>
                <a:cubicBezTo>
                  <a:pt x="1375696" y="1800416"/>
                  <a:pt x="1375982" y="1801749"/>
                  <a:pt x="1377315" y="1801749"/>
                </a:cubicBezTo>
                <a:cubicBezTo>
                  <a:pt x="1378649" y="1801749"/>
                  <a:pt x="1379030" y="1800416"/>
                  <a:pt x="1379315" y="1797749"/>
                </a:cubicBezTo>
                <a:cubicBezTo>
                  <a:pt x="1379696" y="1800416"/>
                  <a:pt x="1379982" y="1801749"/>
                  <a:pt x="1381316" y="1801749"/>
                </a:cubicBezTo>
                <a:cubicBezTo>
                  <a:pt x="1382649" y="1801749"/>
                  <a:pt x="1383030" y="1800416"/>
                  <a:pt x="1383316" y="1797653"/>
                </a:cubicBezTo>
                <a:cubicBezTo>
                  <a:pt x="1383697" y="1800320"/>
                  <a:pt x="1383982" y="1801749"/>
                  <a:pt x="1385316" y="1801749"/>
                </a:cubicBezTo>
                <a:cubicBezTo>
                  <a:pt x="1386650" y="1801749"/>
                  <a:pt x="1387031" y="1800320"/>
                  <a:pt x="1387412" y="1797653"/>
                </a:cubicBezTo>
                <a:cubicBezTo>
                  <a:pt x="1387793" y="1800416"/>
                  <a:pt x="1388078" y="1801749"/>
                  <a:pt x="1389507" y="1801749"/>
                </a:cubicBezTo>
                <a:cubicBezTo>
                  <a:pt x="1390936" y="1801749"/>
                  <a:pt x="1391222" y="1800320"/>
                  <a:pt x="1391603" y="1797558"/>
                </a:cubicBezTo>
                <a:cubicBezTo>
                  <a:pt x="1391984" y="1800320"/>
                  <a:pt x="1392269" y="1801749"/>
                  <a:pt x="1393698" y="1801749"/>
                </a:cubicBezTo>
                <a:cubicBezTo>
                  <a:pt x="1395127" y="1801749"/>
                  <a:pt x="1395413" y="1800320"/>
                  <a:pt x="1395794" y="1797558"/>
                </a:cubicBezTo>
                <a:cubicBezTo>
                  <a:pt x="1396175" y="1800416"/>
                  <a:pt x="1396460" y="1801749"/>
                  <a:pt x="1397889" y="1801749"/>
                </a:cubicBezTo>
                <a:cubicBezTo>
                  <a:pt x="1399318" y="1801749"/>
                  <a:pt x="1399603" y="1800320"/>
                  <a:pt x="1399985" y="1797558"/>
                </a:cubicBezTo>
                <a:cubicBezTo>
                  <a:pt x="1400366" y="1800320"/>
                  <a:pt x="1400651" y="1801749"/>
                  <a:pt x="1402080" y="1801749"/>
                </a:cubicBezTo>
                <a:cubicBezTo>
                  <a:pt x="1403509" y="1801749"/>
                  <a:pt x="1403795" y="1800320"/>
                  <a:pt x="1404176" y="1797558"/>
                </a:cubicBezTo>
                <a:cubicBezTo>
                  <a:pt x="1404557" y="1800320"/>
                  <a:pt x="1404842" y="1801749"/>
                  <a:pt x="1406271" y="1801749"/>
                </a:cubicBezTo>
                <a:cubicBezTo>
                  <a:pt x="1407700" y="1801749"/>
                  <a:pt x="1407986" y="1800320"/>
                  <a:pt x="1408367" y="1797653"/>
                </a:cubicBezTo>
                <a:cubicBezTo>
                  <a:pt x="1408748" y="1800416"/>
                  <a:pt x="1409033" y="1801749"/>
                  <a:pt x="1410462" y="1801749"/>
                </a:cubicBezTo>
                <a:cubicBezTo>
                  <a:pt x="1411891" y="1801749"/>
                  <a:pt x="1412177" y="1800416"/>
                  <a:pt x="1412557" y="1797653"/>
                </a:cubicBezTo>
                <a:cubicBezTo>
                  <a:pt x="1412939" y="1800416"/>
                  <a:pt x="1413224" y="1801749"/>
                  <a:pt x="1414653" y="1801749"/>
                </a:cubicBezTo>
                <a:cubicBezTo>
                  <a:pt x="1416082" y="1801749"/>
                  <a:pt x="1416368" y="1800320"/>
                  <a:pt x="1416749" y="1797653"/>
                </a:cubicBezTo>
                <a:cubicBezTo>
                  <a:pt x="1417130" y="1800416"/>
                  <a:pt x="1417415" y="1801749"/>
                  <a:pt x="1418844" y="1801749"/>
                </a:cubicBezTo>
                <a:cubicBezTo>
                  <a:pt x="1420273" y="1801749"/>
                  <a:pt x="1420559" y="1800320"/>
                  <a:pt x="1420940" y="1797558"/>
                </a:cubicBezTo>
                <a:cubicBezTo>
                  <a:pt x="1421321" y="1800320"/>
                  <a:pt x="1421606" y="1801749"/>
                  <a:pt x="1423035" y="1801749"/>
                </a:cubicBezTo>
                <a:cubicBezTo>
                  <a:pt x="1424464" y="1801749"/>
                  <a:pt x="1424750" y="1800320"/>
                  <a:pt x="1425131" y="1797558"/>
                </a:cubicBezTo>
                <a:cubicBezTo>
                  <a:pt x="1425512" y="1800416"/>
                  <a:pt x="1425797" y="1801749"/>
                  <a:pt x="1427226" y="1801749"/>
                </a:cubicBezTo>
                <a:cubicBezTo>
                  <a:pt x="1428655" y="1801749"/>
                  <a:pt x="1428941" y="1800320"/>
                  <a:pt x="1429322" y="1797463"/>
                </a:cubicBezTo>
                <a:cubicBezTo>
                  <a:pt x="1429703" y="1800225"/>
                  <a:pt x="1429988" y="1801749"/>
                  <a:pt x="1431417" y="1801749"/>
                </a:cubicBezTo>
                <a:cubicBezTo>
                  <a:pt x="1432846" y="1801749"/>
                  <a:pt x="1433132" y="1800320"/>
                  <a:pt x="1433513" y="1797463"/>
                </a:cubicBezTo>
                <a:cubicBezTo>
                  <a:pt x="1433894" y="1800320"/>
                  <a:pt x="1434179" y="1801749"/>
                  <a:pt x="1435608" y="1801749"/>
                </a:cubicBezTo>
                <a:cubicBezTo>
                  <a:pt x="1437037" y="1801749"/>
                  <a:pt x="1437323" y="1800416"/>
                  <a:pt x="1437703" y="1797653"/>
                </a:cubicBezTo>
                <a:cubicBezTo>
                  <a:pt x="1438085" y="1800416"/>
                  <a:pt x="1438370" y="1801749"/>
                  <a:pt x="1439799" y="1801749"/>
                </a:cubicBezTo>
                <a:cubicBezTo>
                  <a:pt x="1441228" y="1801749"/>
                  <a:pt x="1441514" y="1800416"/>
                  <a:pt x="1441799" y="1797653"/>
                </a:cubicBezTo>
                <a:cubicBezTo>
                  <a:pt x="1442180" y="1800320"/>
                  <a:pt x="1442466" y="1801749"/>
                  <a:pt x="1443800" y="1801749"/>
                </a:cubicBezTo>
                <a:cubicBezTo>
                  <a:pt x="1445133" y="1801749"/>
                  <a:pt x="1445514" y="1800416"/>
                  <a:pt x="1445800" y="1797653"/>
                </a:cubicBezTo>
                <a:cubicBezTo>
                  <a:pt x="1446181" y="1800416"/>
                  <a:pt x="1446467" y="1801749"/>
                  <a:pt x="1447800" y="1801749"/>
                </a:cubicBezTo>
                <a:cubicBezTo>
                  <a:pt x="1449134" y="1801749"/>
                  <a:pt x="1449515" y="1800320"/>
                  <a:pt x="1449896" y="1797558"/>
                </a:cubicBezTo>
                <a:cubicBezTo>
                  <a:pt x="1450277" y="1800320"/>
                  <a:pt x="1450562" y="1801749"/>
                  <a:pt x="1451991" y="1801749"/>
                </a:cubicBezTo>
                <a:cubicBezTo>
                  <a:pt x="1453420" y="1801749"/>
                  <a:pt x="1453706" y="1800225"/>
                  <a:pt x="1454087" y="1797368"/>
                </a:cubicBezTo>
                <a:cubicBezTo>
                  <a:pt x="1454468" y="1800225"/>
                  <a:pt x="1454753" y="1801749"/>
                  <a:pt x="1456182" y="1801749"/>
                </a:cubicBezTo>
                <a:cubicBezTo>
                  <a:pt x="1457611" y="1801749"/>
                  <a:pt x="1457897" y="1800225"/>
                  <a:pt x="1458278" y="1797368"/>
                </a:cubicBezTo>
                <a:cubicBezTo>
                  <a:pt x="1458659" y="1800225"/>
                  <a:pt x="1458944" y="1801749"/>
                  <a:pt x="1460373" y="1801749"/>
                </a:cubicBezTo>
                <a:cubicBezTo>
                  <a:pt x="1461802" y="1801749"/>
                  <a:pt x="1462088" y="1800225"/>
                  <a:pt x="1462469" y="1797368"/>
                </a:cubicBezTo>
                <a:cubicBezTo>
                  <a:pt x="1462850" y="1800225"/>
                  <a:pt x="1463135" y="1801749"/>
                  <a:pt x="1464564" y="1801749"/>
                </a:cubicBezTo>
                <a:cubicBezTo>
                  <a:pt x="1465993" y="1801749"/>
                  <a:pt x="1466278" y="1800225"/>
                  <a:pt x="1466660" y="1797368"/>
                </a:cubicBezTo>
                <a:cubicBezTo>
                  <a:pt x="1467041" y="1800225"/>
                  <a:pt x="1467326" y="1801749"/>
                  <a:pt x="1468755" y="1801749"/>
                </a:cubicBezTo>
                <a:cubicBezTo>
                  <a:pt x="1470184" y="1801749"/>
                  <a:pt x="1470565" y="1800130"/>
                  <a:pt x="1470851" y="1797272"/>
                </a:cubicBezTo>
                <a:cubicBezTo>
                  <a:pt x="1471232" y="1800225"/>
                  <a:pt x="1471517" y="1801749"/>
                  <a:pt x="1473041" y="1801749"/>
                </a:cubicBezTo>
                <a:cubicBezTo>
                  <a:pt x="1474565" y="1801749"/>
                  <a:pt x="1474851" y="1800130"/>
                  <a:pt x="1475232" y="1797082"/>
                </a:cubicBezTo>
                <a:cubicBezTo>
                  <a:pt x="1475613" y="1800035"/>
                  <a:pt x="1475899" y="1801654"/>
                  <a:pt x="1477423" y="1801749"/>
                </a:cubicBezTo>
                <a:cubicBezTo>
                  <a:pt x="1479328" y="1804702"/>
                  <a:pt x="1482566" y="1806512"/>
                  <a:pt x="1485995" y="1806512"/>
                </a:cubicBezTo>
                <a:cubicBezTo>
                  <a:pt x="1487329" y="1806512"/>
                  <a:pt x="1488567" y="1806226"/>
                  <a:pt x="1489901" y="1805750"/>
                </a:cubicBezTo>
                <a:cubicBezTo>
                  <a:pt x="1492472" y="1804702"/>
                  <a:pt x="1494473" y="1802702"/>
                  <a:pt x="1495520" y="1800225"/>
                </a:cubicBezTo>
                <a:cubicBezTo>
                  <a:pt x="1496568" y="1797653"/>
                  <a:pt x="1496568" y="1794891"/>
                  <a:pt x="1495520" y="1792319"/>
                </a:cubicBezTo>
                <a:cubicBezTo>
                  <a:pt x="1494473" y="1789748"/>
                  <a:pt x="1492472" y="1787747"/>
                  <a:pt x="1489996" y="1786700"/>
                </a:cubicBezTo>
                <a:cubicBezTo>
                  <a:pt x="1487424" y="1785652"/>
                  <a:pt x="1484662" y="1785652"/>
                  <a:pt x="1482090" y="1786700"/>
                </a:cubicBezTo>
                <a:cubicBezTo>
                  <a:pt x="1479614" y="1787747"/>
                  <a:pt x="1477804" y="1789652"/>
                  <a:pt x="1476756" y="1791843"/>
                </a:cubicBezTo>
                <a:cubicBezTo>
                  <a:pt x="1476470" y="1791081"/>
                  <a:pt x="1475994" y="1790605"/>
                  <a:pt x="1475327" y="1790605"/>
                </a:cubicBezTo>
                <a:cubicBezTo>
                  <a:pt x="1473899" y="1790605"/>
                  <a:pt x="1473518" y="1792224"/>
                  <a:pt x="1473137" y="1795272"/>
                </a:cubicBezTo>
                <a:cubicBezTo>
                  <a:pt x="1472756" y="1792319"/>
                  <a:pt x="1472470" y="1790605"/>
                  <a:pt x="1470946" y="1790605"/>
                </a:cubicBezTo>
                <a:cubicBezTo>
                  <a:pt x="1469422" y="1790605"/>
                  <a:pt x="1469231" y="1792129"/>
                  <a:pt x="1468850" y="1794986"/>
                </a:cubicBezTo>
                <a:cubicBezTo>
                  <a:pt x="1468469" y="1792129"/>
                  <a:pt x="1468184" y="1790605"/>
                  <a:pt x="1466755" y="1790605"/>
                </a:cubicBezTo>
                <a:cubicBezTo>
                  <a:pt x="1465326" y="1790605"/>
                  <a:pt x="1465040" y="1792224"/>
                  <a:pt x="1464659" y="1795082"/>
                </a:cubicBezTo>
                <a:cubicBezTo>
                  <a:pt x="1464278" y="1792224"/>
                  <a:pt x="1463993" y="1790605"/>
                  <a:pt x="1462564" y="1790605"/>
                </a:cubicBezTo>
                <a:cubicBezTo>
                  <a:pt x="1461135" y="1790605"/>
                  <a:pt x="1460849" y="1792129"/>
                  <a:pt x="1460468" y="1794986"/>
                </a:cubicBezTo>
                <a:cubicBezTo>
                  <a:pt x="1460087" y="1792129"/>
                  <a:pt x="1459802" y="1790605"/>
                  <a:pt x="1458373" y="1790605"/>
                </a:cubicBezTo>
                <a:cubicBezTo>
                  <a:pt x="1456944" y="1790605"/>
                  <a:pt x="1456658" y="1792129"/>
                  <a:pt x="1456277" y="1794986"/>
                </a:cubicBezTo>
                <a:cubicBezTo>
                  <a:pt x="1455896" y="1792129"/>
                  <a:pt x="1455611" y="1790605"/>
                  <a:pt x="1454182" y="1790605"/>
                </a:cubicBezTo>
                <a:cubicBezTo>
                  <a:pt x="1452753" y="1790605"/>
                  <a:pt x="1452467" y="1792129"/>
                  <a:pt x="1452086" y="1794891"/>
                </a:cubicBezTo>
                <a:cubicBezTo>
                  <a:pt x="1451705" y="1792034"/>
                  <a:pt x="1451420" y="1790605"/>
                  <a:pt x="1449991" y="1790605"/>
                </a:cubicBezTo>
                <a:cubicBezTo>
                  <a:pt x="1448562" y="1790605"/>
                  <a:pt x="1448276" y="1792034"/>
                  <a:pt x="1447895" y="1794701"/>
                </a:cubicBezTo>
                <a:cubicBezTo>
                  <a:pt x="1447514" y="1791938"/>
                  <a:pt x="1447228" y="1790605"/>
                  <a:pt x="1445800" y="1790605"/>
                </a:cubicBezTo>
                <a:cubicBezTo>
                  <a:pt x="1444371" y="1790605"/>
                  <a:pt x="1444085" y="1791938"/>
                  <a:pt x="1443800" y="1794701"/>
                </a:cubicBezTo>
                <a:cubicBezTo>
                  <a:pt x="1443419" y="1791938"/>
                  <a:pt x="1443133" y="1790605"/>
                  <a:pt x="1441799" y="1790605"/>
                </a:cubicBezTo>
                <a:cubicBezTo>
                  <a:pt x="1440466" y="1790605"/>
                  <a:pt x="1440085" y="1791938"/>
                  <a:pt x="1439799" y="1794701"/>
                </a:cubicBezTo>
                <a:cubicBezTo>
                  <a:pt x="1439418" y="1791938"/>
                  <a:pt x="1439132" y="1790605"/>
                  <a:pt x="1437799" y="1790605"/>
                </a:cubicBezTo>
                <a:cubicBezTo>
                  <a:pt x="1436465" y="1790605"/>
                  <a:pt x="1436084" y="1792034"/>
                  <a:pt x="1435703" y="1794796"/>
                </a:cubicBezTo>
                <a:cubicBezTo>
                  <a:pt x="1435322" y="1792034"/>
                  <a:pt x="1435037" y="1790605"/>
                  <a:pt x="1433608" y="1790605"/>
                </a:cubicBezTo>
                <a:cubicBezTo>
                  <a:pt x="1432179" y="1790605"/>
                  <a:pt x="1431893" y="1792129"/>
                  <a:pt x="1431512" y="1794891"/>
                </a:cubicBezTo>
                <a:cubicBezTo>
                  <a:pt x="1431131" y="1792129"/>
                  <a:pt x="1430846" y="1790605"/>
                  <a:pt x="1429417" y="1790605"/>
                </a:cubicBezTo>
                <a:cubicBezTo>
                  <a:pt x="1427988" y="1790605"/>
                  <a:pt x="1427702" y="1792129"/>
                  <a:pt x="1427321" y="1794891"/>
                </a:cubicBezTo>
                <a:cubicBezTo>
                  <a:pt x="1426940" y="1792034"/>
                  <a:pt x="1426655" y="1790605"/>
                  <a:pt x="1425226" y="1790605"/>
                </a:cubicBezTo>
                <a:cubicBezTo>
                  <a:pt x="1423797" y="1790605"/>
                  <a:pt x="1423511" y="1792034"/>
                  <a:pt x="1423130" y="1794796"/>
                </a:cubicBezTo>
                <a:cubicBezTo>
                  <a:pt x="1422749" y="1792034"/>
                  <a:pt x="1422464" y="1790605"/>
                  <a:pt x="1421035" y="1790605"/>
                </a:cubicBezTo>
                <a:cubicBezTo>
                  <a:pt x="1419606" y="1790605"/>
                  <a:pt x="1419320" y="1792034"/>
                  <a:pt x="1418939" y="1794701"/>
                </a:cubicBezTo>
                <a:cubicBezTo>
                  <a:pt x="1418558" y="1791938"/>
                  <a:pt x="1418273" y="1790605"/>
                  <a:pt x="1416844" y="1790605"/>
                </a:cubicBezTo>
                <a:cubicBezTo>
                  <a:pt x="1415415" y="1790605"/>
                  <a:pt x="1415129" y="1792034"/>
                  <a:pt x="1414748" y="1794701"/>
                </a:cubicBezTo>
                <a:cubicBezTo>
                  <a:pt x="1414367" y="1791938"/>
                  <a:pt x="1414082" y="1790605"/>
                  <a:pt x="1412653" y="1790605"/>
                </a:cubicBezTo>
                <a:cubicBezTo>
                  <a:pt x="1411224" y="1790605"/>
                  <a:pt x="1410938" y="1791938"/>
                  <a:pt x="1410557" y="1794701"/>
                </a:cubicBezTo>
                <a:cubicBezTo>
                  <a:pt x="1410176" y="1791938"/>
                  <a:pt x="1409891" y="1790605"/>
                  <a:pt x="1408462" y="1790605"/>
                </a:cubicBezTo>
                <a:cubicBezTo>
                  <a:pt x="1407033" y="1790605"/>
                  <a:pt x="1406747" y="1791938"/>
                  <a:pt x="1406366" y="1794701"/>
                </a:cubicBezTo>
                <a:cubicBezTo>
                  <a:pt x="1405985" y="1791938"/>
                  <a:pt x="1405700" y="1790605"/>
                  <a:pt x="1404271" y="1790605"/>
                </a:cubicBezTo>
                <a:cubicBezTo>
                  <a:pt x="1402842" y="1790605"/>
                  <a:pt x="1402556" y="1792034"/>
                  <a:pt x="1402175" y="1794796"/>
                </a:cubicBezTo>
                <a:cubicBezTo>
                  <a:pt x="1401794" y="1792034"/>
                  <a:pt x="1401509" y="1790605"/>
                  <a:pt x="1400080" y="1790605"/>
                </a:cubicBezTo>
                <a:cubicBezTo>
                  <a:pt x="1398651" y="1790605"/>
                  <a:pt x="1398365" y="1792034"/>
                  <a:pt x="1397984" y="1794796"/>
                </a:cubicBezTo>
                <a:cubicBezTo>
                  <a:pt x="1397603" y="1792034"/>
                  <a:pt x="1397318" y="1790605"/>
                  <a:pt x="1395889" y="1790605"/>
                </a:cubicBezTo>
                <a:cubicBezTo>
                  <a:pt x="1394460" y="1790605"/>
                  <a:pt x="1394174" y="1792034"/>
                  <a:pt x="1393793" y="1794796"/>
                </a:cubicBezTo>
                <a:cubicBezTo>
                  <a:pt x="1393412" y="1791938"/>
                  <a:pt x="1393127" y="1790605"/>
                  <a:pt x="1391698" y="1790605"/>
                </a:cubicBezTo>
                <a:cubicBezTo>
                  <a:pt x="1390269" y="1790605"/>
                  <a:pt x="1389983" y="1792034"/>
                  <a:pt x="1389602" y="1794796"/>
                </a:cubicBezTo>
                <a:cubicBezTo>
                  <a:pt x="1389221" y="1792034"/>
                  <a:pt x="1388936" y="1790605"/>
                  <a:pt x="1387507" y="1790605"/>
                </a:cubicBezTo>
                <a:cubicBezTo>
                  <a:pt x="1386078" y="1790605"/>
                  <a:pt x="1385792" y="1791938"/>
                  <a:pt x="1385411" y="1794701"/>
                </a:cubicBezTo>
                <a:cubicBezTo>
                  <a:pt x="1385030" y="1791938"/>
                  <a:pt x="1384745" y="1790605"/>
                  <a:pt x="1383411" y="1790605"/>
                </a:cubicBezTo>
                <a:cubicBezTo>
                  <a:pt x="1382078" y="1790605"/>
                  <a:pt x="1381697" y="1791938"/>
                  <a:pt x="1381411" y="1794605"/>
                </a:cubicBezTo>
                <a:cubicBezTo>
                  <a:pt x="1381030" y="1791938"/>
                  <a:pt x="1380744" y="1790605"/>
                  <a:pt x="1379411" y="1790605"/>
                </a:cubicBezTo>
                <a:cubicBezTo>
                  <a:pt x="1378077" y="1790605"/>
                  <a:pt x="1377696" y="1791938"/>
                  <a:pt x="1377410" y="1794605"/>
                </a:cubicBezTo>
                <a:cubicBezTo>
                  <a:pt x="1377029" y="1791938"/>
                  <a:pt x="1376744" y="1790605"/>
                  <a:pt x="1375410" y="1790605"/>
                </a:cubicBezTo>
                <a:cubicBezTo>
                  <a:pt x="1374077" y="1790605"/>
                  <a:pt x="1373696" y="1791938"/>
                  <a:pt x="1373410" y="1794510"/>
                </a:cubicBezTo>
                <a:cubicBezTo>
                  <a:pt x="1373124" y="1791843"/>
                  <a:pt x="1372743" y="1790605"/>
                  <a:pt x="1371410" y="1790605"/>
                </a:cubicBezTo>
                <a:cubicBezTo>
                  <a:pt x="1370076" y="1790605"/>
                  <a:pt x="1369695" y="1791938"/>
                  <a:pt x="1369409" y="1794510"/>
                </a:cubicBezTo>
                <a:cubicBezTo>
                  <a:pt x="1369124" y="1791938"/>
                  <a:pt x="1368743" y="1790605"/>
                  <a:pt x="1367409" y="1790605"/>
                </a:cubicBezTo>
                <a:cubicBezTo>
                  <a:pt x="1366076" y="1790605"/>
                  <a:pt x="1365695" y="1791938"/>
                  <a:pt x="1365409" y="1794510"/>
                </a:cubicBezTo>
                <a:cubicBezTo>
                  <a:pt x="1365123" y="1791938"/>
                  <a:pt x="1364742" y="1790605"/>
                  <a:pt x="1363409" y="1790605"/>
                </a:cubicBezTo>
                <a:cubicBezTo>
                  <a:pt x="1362075" y="1790605"/>
                  <a:pt x="1361694" y="1791938"/>
                  <a:pt x="1361408" y="1794415"/>
                </a:cubicBezTo>
                <a:cubicBezTo>
                  <a:pt x="1361123" y="1791843"/>
                  <a:pt x="1360742" y="1790605"/>
                  <a:pt x="1359408" y="1790605"/>
                </a:cubicBezTo>
                <a:cubicBezTo>
                  <a:pt x="1358075" y="1790605"/>
                  <a:pt x="1357789" y="1791843"/>
                  <a:pt x="1357408" y="1794415"/>
                </a:cubicBezTo>
                <a:cubicBezTo>
                  <a:pt x="1357122" y="1791843"/>
                  <a:pt x="1356741" y="1790605"/>
                  <a:pt x="1355407" y="1790605"/>
                </a:cubicBezTo>
                <a:cubicBezTo>
                  <a:pt x="1354074" y="1790605"/>
                  <a:pt x="1353788" y="1791843"/>
                  <a:pt x="1353407" y="1794415"/>
                </a:cubicBezTo>
                <a:cubicBezTo>
                  <a:pt x="1353122" y="1791843"/>
                  <a:pt x="1352741" y="1790605"/>
                  <a:pt x="1351407" y="1790605"/>
                </a:cubicBezTo>
                <a:cubicBezTo>
                  <a:pt x="1350074" y="1790605"/>
                  <a:pt x="1349788" y="1791843"/>
                  <a:pt x="1349407" y="1794415"/>
                </a:cubicBezTo>
                <a:cubicBezTo>
                  <a:pt x="1349121" y="1791843"/>
                  <a:pt x="1348740" y="1790605"/>
                  <a:pt x="1347407" y="1790605"/>
                </a:cubicBezTo>
                <a:cubicBezTo>
                  <a:pt x="1346073" y="1790605"/>
                  <a:pt x="1345787" y="1791843"/>
                  <a:pt x="1345406" y="1794415"/>
                </a:cubicBezTo>
                <a:cubicBezTo>
                  <a:pt x="1345121" y="1791843"/>
                  <a:pt x="1344740" y="1790605"/>
                  <a:pt x="1343406" y="1790605"/>
                </a:cubicBezTo>
                <a:cubicBezTo>
                  <a:pt x="1342073" y="1790605"/>
                  <a:pt x="1341787" y="1791843"/>
                  <a:pt x="1341406" y="1794415"/>
                </a:cubicBezTo>
                <a:cubicBezTo>
                  <a:pt x="1341120" y="1791843"/>
                  <a:pt x="1340739" y="1790605"/>
                  <a:pt x="1339406" y="1790605"/>
                </a:cubicBezTo>
                <a:cubicBezTo>
                  <a:pt x="1338072" y="1790605"/>
                  <a:pt x="1337786" y="1791843"/>
                  <a:pt x="1337405" y="1794415"/>
                </a:cubicBezTo>
                <a:cubicBezTo>
                  <a:pt x="1337120" y="1791843"/>
                  <a:pt x="1336739" y="1790605"/>
                  <a:pt x="1335405" y="1790605"/>
                </a:cubicBezTo>
                <a:cubicBezTo>
                  <a:pt x="1334072" y="1790605"/>
                  <a:pt x="1333786" y="1791938"/>
                  <a:pt x="1333405" y="1794320"/>
                </a:cubicBezTo>
                <a:cubicBezTo>
                  <a:pt x="1333310" y="1793653"/>
                  <a:pt x="1333310" y="1792986"/>
                  <a:pt x="1333024" y="1792319"/>
                </a:cubicBezTo>
                <a:cubicBezTo>
                  <a:pt x="1333024" y="1792224"/>
                  <a:pt x="1332833" y="1792129"/>
                  <a:pt x="1332833" y="1791938"/>
                </a:cubicBezTo>
                <a:cubicBezTo>
                  <a:pt x="1332833" y="1791748"/>
                  <a:pt x="1332643" y="1791557"/>
                  <a:pt x="1332452" y="1791462"/>
                </a:cubicBezTo>
                <a:cubicBezTo>
                  <a:pt x="1331309" y="1789367"/>
                  <a:pt x="1329690" y="1787652"/>
                  <a:pt x="1327499" y="1786700"/>
                </a:cubicBezTo>
                <a:cubicBezTo>
                  <a:pt x="1324928" y="1785652"/>
                  <a:pt x="1322165" y="1785652"/>
                  <a:pt x="1319594" y="1786700"/>
                </a:cubicBezTo>
                <a:cubicBezTo>
                  <a:pt x="1317022" y="1787747"/>
                  <a:pt x="1315022" y="1789748"/>
                  <a:pt x="1313974" y="1792224"/>
                </a:cubicBezTo>
                <a:cubicBezTo>
                  <a:pt x="1313783" y="1792700"/>
                  <a:pt x="1313783" y="1793272"/>
                  <a:pt x="1313688" y="1793843"/>
                </a:cubicBezTo>
                <a:lnTo>
                  <a:pt x="1271016" y="1793843"/>
                </a:lnTo>
                <a:lnTo>
                  <a:pt x="1251109" y="1766030"/>
                </a:lnTo>
                <a:lnTo>
                  <a:pt x="1075658" y="1766030"/>
                </a:lnTo>
                <a:lnTo>
                  <a:pt x="1122236" y="1714691"/>
                </a:lnTo>
                <a:lnTo>
                  <a:pt x="1248632" y="1714691"/>
                </a:lnTo>
                <a:close/>
                <a:moveTo>
                  <a:pt x="1482662" y="1732978"/>
                </a:moveTo>
                <a:cubicBezTo>
                  <a:pt x="1486662" y="1731359"/>
                  <a:pt x="1491329" y="1733264"/>
                  <a:pt x="1492949" y="1737265"/>
                </a:cubicBezTo>
                <a:cubicBezTo>
                  <a:pt x="1494568" y="1741265"/>
                  <a:pt x="1492663" y="1745932"/>
                  <a:pt x="1488662" y="1747552"/>
                </a:cubicBezTo>
                <a:cubicBezTo>
                  <a:pt x="1486757" y="1748314"/>
                  <a:pt x="1484567" y="1748314"/>
                  <a:pt x="1482662" y="1747552"/>
                </a:cubicBezTo>
                <a:cubicBezTo>
                  <a:pt x="1480757" y="1746695"/>
                  <a:pt x="1479232" y="1745171"/>
                  <a:pt x="1478375" y="1743266"/>
                </a:cubicBezTo>
                <a:cubicBezTo>
                  <a:pt x="1476756" y="1739265"/>
                  <a:pt x="1478661" y="1734598"/>
                  <a:pt x="1482662" y="1732978"/>
                </a:cubicBezTo>
                <a:close/>
                <a:moveTo>
                  <a:pt x="1320641" y="1732978"/>
                </a:moveTo>
                <a:cubicBezTo>
                  <a:pt x="1324547" y="1731359"/>
                  <a:pt x="1329023" y="1733264"/>
                  <a:pt x="1330738" y="1737074"/>
                </a:cubicBezTo>
                <a:cubicBezTo>
                  <a:pt x="1330928" y="1737741"/>
                  <a:pt x="1331119" y="1739360"/>
                  <a:pt x="1331214" y="1740408"/>
                </a:cubicBezTo>
                <a:cubicBezTo>
                  <a:pt x="1331214" y="1740694"/>
                  <a:pt x="1331214" y="1740884"/>
                  <a:pt x="1331214" y="1741075"/>
                </a:cubicBezTo>
                <a:cubicBezTo>
                  <a:pt x="1330928" y="1743837"/>
                  <a:pt x="1329214" y="1746409"/>
                  <a:pt x="1326452" y="1747552"/>
                </a:cubicBezTo>
                <a:cubicBezTo>
                  <a:pt x="1322451" y="1749171"/>
                  <a:pt x="1317784" y="1747266"/>
                  <a:pt x="1316165" y="1743266"/>
                </a:cubicBezTo>
                <a:cubicBezTo>
                  <a:pt x="1314545" y="1739265"/>
                  <a:pt x="1316450" y="1734598"/>
                  <a:pt x="1320451" y="1732978"/>
                </a:cubicBezTo>
                <a:close/>
                <a:moveTo>
                  <a:pt x="894017" y="1722025"/>
                </a:moveTo>
                <a:lnTo>
                  <a:pt x="885063" y="1730978"/>
                </a:lnTo>
                <a:cubicBezTo>
                  <a:pt x="885063" y="1730978"/>
                  <a:pt x="884682" y="1731074"/>
                  <a:pt x="884587" y="1730978"/>
                </a:cubicBezTo>
                <a:lnTo>
                  <a:pt x="875443" y="1721358"/>
                </a:lnTo>
                <a:lnTo>
                  <a:pt x="885063" y="1712214"/>
                </a:lnTo>
                <a:lnTo>
                  <a:pt x="894017" y="1721549"/>
                </a:lnTo>
                <a:lnTo>
                  <a:pt x="894017" y="1721930"/>
                </a:lnTo>
                <a:close/>
                <a:moveTo>
                  <a:pt x="881920" y="1778032"/>
                </a:moveTo>
                <a:cubicBezTo>
                  <a:pt x="881920" y="1778032"/>
                  <a:pt x="881729" y="1778032"/>
                  <a:pt x="881729" y="1777937"/>
                </a:cubicBezTo>
                <a:lnTo>
                  <a:pt x="873252" y="1767745"/>
                </a:lnTo>
                <a:lnTo>
                  <a:pt x="883444" y="1759268"/>
                </a:lnTo>
                <a:lnTo>
                  <a:pt x="891921" y="1769459"/>
                </a:lnTo>
                <a:lnTo>
                  <a:pt x="882015" y="1778032"/>
                </a:lnTo>
                <a:close/>
                <a:moveTo>
                  <a:pt x="893064" y="1819847"/>
                </a:moveTo>
                <a:lnTo>
                  <a:pt x="882872" y="1828324"/>
                </a:lnTo>
                <a:lnTo>
                  <a:pt x="874395" y="1818132"/>
                </a:lnTo>
                <a:lnTo>
                  <a:pt x="884587" y="1809655"/>
                </a:lnTo>
                <a:lnTo>
                  <a:pt x="893159" y="1819561"/>
                </a:lnTo>
                <a:cubicBezTo>
                  <a:pt x="893159" y="1819561"/>
                  <a:pt x="893159" y="1819751"/>
                  <a:pt x="893064" y="1819751"/>
                </a:cubicBezTo>
                <a:close/>
                <a:moveTo>
                  <a:pt x="1062609" y="1783937"/>
                </a:moveTo>
                <a:cubicBezTo>
                  <a:pt x="1055751" y="1793272"/>
                  <a:pt x="1042511" y="1795367"/>
                  <a:pt x="1033082" y="1788509"/>
                </a:cubicBezTo>
                <a:cubicBezTo>
                  <a:pt x="1028510" y="1785176"/>
                  <a:pt x="1025557" y="1780318"/>
                  <a:pt x="1024700" y="1774698"/>
                </a:cubicBezTo>
                <a:cubicBezTo>
                  <a:pt x="1023842" y="1769174"/>
                  <a:pt x="1025176" y="1763554"/>
                  <a:pt x="1028510" y="1758982"/>
                </a:cubicBezTo>
                <a:cubicBezTo>
                  <a:pt x="1031843" y="1754410"/>
                  <a:pt x="1036701" y="1751457"/>
                  <a:pt x="1042321" y="1750600"/>
                </a:cubicBezTo>
                <a:cubicBezTo>
                  <a:pt x="1047845" y="1749743"/>
                  <a:pt x="1053465" y="1751076"/>
                  <a:pt x="1058037" y="1754410"/>
                </a:cubicBezTo>
                <a:cubicBezTo>
                  <a:pt x="1062609" y="1757744"/>
                  <a:pt x="1065562" y="1762601"/>
                  <a:pt x="1066419" y="1768221"/>
                </a:cubicBezTo>
                <a:cubicBezTo>
                  <a:pt x="1067276" y="1773746"/>
                  <a:pt x="1065943" y="1779365"/>
                  <a:pt x="1062609" y="1783842"/>
                </a:cubicBezTo>
                <a:close/>
                <a:moveTo>
                  <a:pt x="1482662" y="1845183"/>
                </a:moveTo>
                <a:cubicBezTo>
                  <a:pt x="1486662" y="1843564"/>
                  <a:pt x="1491329" y="1845469"/>
                  <a:pt x="1492949" y="1849469"/>
                </a:cubicBezTo>
                <a:cubicBezTo>
                  <a:pt x="1493711" y="1851374"/>
                  <a:pt x="1493711" y="1853565"/>
                  <a:pt x="1492949" y="1855470"/>
                </a:cubicBezTo>
                <a:cubicBezTo>
                  <a:pt x="1492091" y="1857375"/>
                  <a:pt x="1490567" y="1858899"/>
                  <a:pt x="1488662" y="1859756"/>
                </a:cubicBezTo>
                <a:cubicBezTo>
                  <a:pt x="1484662" y="1861376"/>
                  <a:pt x="1479995" y="1859471"/>
                  <a:pt x="1478375" y="1855470"/>
                </a:cubicBezTo>
                <a:cubicBezTo>
                  <a:pt x="1476756" y="1851470"/>
                  <a:pt x="1478661" y="1846802"/>
                  <a:pt x="1482662" y="1845183"/>
                </a:cubicBezTo>
                <a:close/>
                <a:moveTo>
                  <a:pt x="1320641" y="1845183"/>
                </a:moveTo>
                <a:cubicBezTo>
                  <a:pt x="1321594" y="1844802"/>
                  <a:pt x="1322642" y="1844612"/>
                  <a:pt x="1323594" y="1844612"/>
                </a:cubicBezTo>
                <a:cubicBezTo>
                  <a:pt x="1326642" y="1844612"/>
                  <a:pt x="1329404" y="1846326"/>
                  <a:pt x="1330738" y="1849184"/>
                </a:cubicBezTo>
                <a:cubicBezTo>
                  <a:pt x="1330928" y="1849850"/>
                  <a:pt x="1331119" y="1851470"/>
                  <a:pt x="1331309" y="1852613"/>
                </a:cubicBezTo>
                <a:cubicBezTo>
                  <a:pt x="1331309" y="1852898"/>
                  <a:pt x="1331309" y="1853089"/>
                  <a:pt x="1331309" y="1853279"/>
                </a:cubicBezTo>
                <a:cubicBezTo>
                  <a:pt x="1331309" y="1854041"/>
                  <a:pt x="1331119" y="1854803"/>
                  <a:pt x="1330833" y="1855470"/>
                </a:cubicBezTo>
                <a:cubicBezTo>
                  <a:pt x="1329976" y="1857375"/>
                  <a:pt x="1328452" y="1858899"/>
                  <a:pt x="1326547" y="1859756"/>
                </a:cubicBezTo>
                <a:cubicBezTo>
                  <a:pt x="1322546" y="1861376"/>
                  <a:pt x="1317879" y="1859471"/>
                  <a:pt x="1316260" y="1855470"/>
                </a:cubicBezTo>
                <a:cubicBezTo>
                  <a:pt x="1314641" y="1851470"/>
                  <a:pt x="1316546" y="1846802"/>
                  <a:pt x="1320546" y="1845183"/>
                </a:cubicBezTo>
                <a:close/>
                <a:moveTo>
                  <a:pt x="1482662" y="1789081"/>
                </a:moveTo>
                <a:cubicBezTo>
                  <a:pt x="1486662" y="1787462"/>
                  <a:pt x="1491329" y="1789367"/>
                  <a:pt x="1492949" y="1793367"/>
                </a:cubicBezTo>
                <a:cubicBezTo>
                  <a:pt x="1494568" y="1797368"/>
                  <a:pt x="1492663" y="1802035"/>
                  <a:pt x="1488662" y="1803654"/>
                </a:cubicBezTo>
                <a:cubicBezTo>
                  <a:pt x="1484662" y="1805273"/>
                  <a:pt x="1479995" y="1803368"/>
                  <a:pt x="1478375" y="1799368"/>
                </a:cubicBezTo>
                <a:cubicBezTo>
                  <a:pt x="1476756" y="1795367"/>
                  <a:pt x="1478661" y="1790700"/>
                  <a:pt x="1482662" y="1789081"/>
                </a:cubicBezTo>
                <a:close/>
                <a:moveTo>
                  <a:pt x="1320641" y="1789081"/>
                </a:moveTo>
                <a:cubicBezTo>
                  <a:pt x="1321594" y="1788700"/>
                  <a:pt x="1322642" y="1788509"/>
                  <a:pt x="1323594" y="1788509"/>
                </a:cubicBezTo>
                <a:cubicBezTo>
                  <a:pt x="1326642" y="1788509"/>
                  <a:pt x="1329404" y="1790224"/>
                  <a:pt x="1330738" y="1793081"/>
                </a:cubicBezTo>
                <a:cubicBezTo>
                  <a:pt x="1330928" y="1793748"/>
                  <a:pt x="1331119" y="1795367"/>
                  <a:pt x="1331309" y="1796510"/>
                </a:cubicBezTo>
                <a:cubicBezTo>
                  <a:pt x="1331309" y="1796796"/>
                  <a:pt x="1331309" y="1796987"/>
                  <a:pt x="1331309" y="1797177"/>
                </a:cubicBezTo>
                <a:cubicBezTo>
                  <a:pt x="1331024" y="1799939"/>
                  <a:pt x="1329309" y="1802511"/>
                  <a:pt x="1326547" y="1803654"/>
                </a:cubicBezTo>
                <a:cubicBezTo>
                  <a:pt x="1322546" y="1805273"/>
                  <a:pt x="1317879" y="1803368"/>
                  <a:pt x="1316260" y="1799368"/>
                </a:cubicBezTo>
                <a:cubicBezTo>
                  <a:pt x="1314641" y="1795367"/>
                  <a:pt x="1316546" y="1790700"/>
                  <a:pt x="1320546" y="1789081"/>
                </a:cubicBezTo>
                <a:close/>
                <a:moveTo>
                  <a:pt x="1073753" y="1843945"/>
                </a:moveTo>
                <a:cubicBezTo>
                  <a:pt x="1072420" y="1843945"/>
                  <a:pt x="1071372" y="1844993"/>
                  <a:pt x="1071372" y="1846326"/>
                </a:cubicBezTo>
                <a:lnTo>
                  <a:pt x="1071372" y="1866328"/>
                </a:lnTo>
                <a:cubicBezTo>
                  <a:pt x="1071372" y="1867662"/>
                  <a:pt x="1072420" y="1868710"/>
                  <a:pt x="1073753" y="1868710"/>
                </a:cubicBezTo>
                <a:lnTo>
                  <a:pt x="1093756" y="1868710"/>
                </a:lnTo>
                <a:cubicBezTo>
                  <a:pt x="1095089" y="1868710"/>
                  <a:pt x="1096137" y="1867662"/>
                  <a:pt x="1096137" y="1866328"/>
                </a:cubicBezTo>
                <a:lnTo>
                  <a:pt x="1096137" y="1846326"/>
                </a:lnTo>
                <a:cubicBezTo>
                  <a:pt x="1096137" y="1844993"/>
                  <a:pt x="1095089" y="1843945"/>
                  <a:pt x="1093756" y="1843945"/>
                </a:cubicBezTo>
                <a:lnTo>
                  <a:pt x="1073753" y="1843945"/>
                </a:lnTo>
                <a:close/>
                <a:moveTo>
                  <a:pt x="1091375" y="1863947"/>
                </a:moveTo>
                <a:lnTo>
                  <a:pt x="1076135" y="1863947"/>
                </a:lnTo>
                <a:lnTo>
                  <a:pt x="1076135" y="1848707"/>
                </a:lnTo>
                <a:lnTo>
                  <a:pt x="1091375" y="1848707"/>
                </a:lnTo>
                <a:lnTo>
                  <a:pt x="1091375" y="1863947"/>
                </a:lnTo>
                <a:close/>
                <a:moveTo>
                  <a:pt x="404336" y="4382548"/>
                </a:moveTo>
                <a:lnTo>
                  <a:pt x="409575" y="4378262"/>
                </a:lnTo>
                <a:lnTo>
                  <a:pt x="414147" y="4383786"/>
                </a:lnTo>
                <a:lnTo>
                  <a:pt x="408908" y="4388072"/>
                </a:lnTo>
                <a:lnTo>
                  <a:pt x="404336" y="4382548"/>
                </a:lnTo>
                <a:close/>
                <a:moveTo>
                  <a:pt x="1111949" y="1843945"/>
                </a:moveTo>
                <a:cubicBezTo>
                  <a:pt x="1110615" y="1843945"/>
                  <a:pt x="1109567" y="1844993"/>
                  <a:pt x="1109567" y="1846326"/>
                </a:cubicBezTo>
                <a:lnTo>
                  <a:pt x="1109567" y="1866328"/>
                </a:lnTo>
                <a:cubicBezTo>
                  <a:pt x="1109567" y="1867662"/>
                  <a:pt x="1110615" y="1868710"/>
                  <a:pt x="1111949" y="1868710"/>
                </a:cubicBezTo>
                <a:lnTo>
                  <a:pt x="1131951" y="1868710"/>
                </a:lnTo>
                <a:cubicBezTo>
                  <a:pt x="1133285" y="1868710"/>
                  <a:pt x="1134332" y="1867662"/>
                  <a:pt x="1134332" y="1866328"/>
                </a:cubicBezTo>
                <a:lnTo>
                  <a:pt x="1134332" y="1846326"/>
                </a:lnTo>
                <a:cubicBezTo>
                  <a:pt x="1134332" y="1844993"/>
                  <a:pt x="1133285" y="1843945"/>
                  <a:pt x="1131951" y="1843945"/>
                </a:cubicBezTo>
                <a:lnTo>
                  <a:pt x="1111949" y="1843945"/>
                </a:lnTo>
                <a:close/>
                <a:moveTo>
                  <a:pt x="1129570" y="1863947"/>
                </a:moveTo>
                <a:lnTo>
                  <a:pt x="1114330" y="1863947"/>
                </a:lnTo>
                <a:lnTo>
                  <a:pt x="1114330" y="1848707"/>
                </a:lnTo>
                <a:lnTo>
                  <a:pt x="1129570" y="1848707"/>
                </a:lnTo>
                <a:lnTo>
                  <a:pt x="1129570" y="1863947"/>
                </a:lnTo>
                <a:close/>
                <a:moveTo>
                  <a:pt x="736854" y="2244757"/>
                </a:moveTo>
                <a:lnTo>
                  <a:pt x="744188" y="2251805"/>
                </a:lnTo>
                <a:lnTo>
                  <a:pt x="739235" y="2256949"/>
                </a:lnTo>
                <a:lnTo>
                  <a:pt x="731901" y="2249900"/>
                </a:lnTo>
                <a:lnTo>
                  <a:pt x="736854" y="2244757"/>
                </a:lnTo>
                <a:close/>
                <a:moveTo>
                  <a:pt x="2555558" y="632841"/>
                </a:moveTo>
                <a:cubicBezTo>
                  <a:pt x="2556986" y="625983"/>
                  <a:pt x="2563654" y="621506"/>
                  <a:pt x="2570607" y="622840"/>
                </a:cubicBezTo>
                <a:cubicBezTo>
                  <a:pt x="2577465" y="624269"/>
                  <a:pt x="2581942" y="630936"/>
                  <a:pt x="2580609" y="637889"/>
                </a:cubicBezTo>
                <a:cubicBezTo>
                  <a:pt x="2579275" y="644843"/>
                  <a:pt x="2572512" y="649224"/>
                  <a:pt x="2565559" y="647891"/>
                </a:cubicBezTo>
                <a:cubicBezTo>
                  <a:pt x="2558701" y="646462"/>
                  <a:pt x="2554224" y="639794"/>
                  <a:pt x="2555558" y="632841"/>
                </a:cubicBezTo>
                <a:close/>
                <a:moveTo>
                  <a:pt x="2555081" y="702945"/>
                </a:moveTo>
                <a:cubicBezTo>
                  <a:pt x="2556510" y="696087"/>
                  <a:pt x="2563178" y="691610"/>
                  <a:pt x="2570131" y="692944"/>
                </a:cubicBezTo>
                <a:cubicBezTo>
                  <a:pt x="2576989" y="694373"/>
                  <a:pt x="2581466" y="701040"/>
                  <a:pt x="2580132" y="707993"/>
                </a:cubicBezTo>
                <a:cubicBezTo>
                  <a:pt x="2578799" y="714947"/>
                  <a:pt x="2572036" y="719328"/>
                  <a:pt x="2565083" y="717995"/>
                </a:cubicBezTo>
                <a:cubicBezTo>
                  <a:pt x="2558129" y="716661"/>
                  <a:pt x="2553748" y="709898"/>
                  <a:pt x="2555081" y="702945"/>
                </a:cubicBezTo>
                <a:close/>
                <a:moveTo>
                  <a:pt x="1043273" y="1862519"/>
                </a:moveTo>
                <a:lnTo>
                  <a:pt x="1043273" y="1843469"/>
                </a:lnTo>
                <a:cubicBezTo>
                  <a:pt x="1043273" y="1843469"/>
                  <a:pt x="1048036" y="1843469"/>
                  <a:pt x="1048036" y="1843469"/>
                </a:cubicBezTo>
                <a:lnTo>
                  <a:pt x="1048036" y="1862519"/>
                </a:lnTo>
                <a:cubicBezTo>
                  <a:pt x="1048036" y="1862519"/>
                  <a:pt x="1043273" y="1862519"/>
                  <a:pt x="1043273" y="1862519"/>
                </a:cubicBezTo>
                <a:close/>
                <a:moveTo>
                  <a:pt x="1048036" y="1805369"/>
                </a:moveTo>
                <a:lnTo>
                  <a:pt x="1048036" y="1824419"/>
                </a:lnTo>
                <a:cubicBezTo>
                  <a:pt x="1048036" y="1824419"/>
                  <a:pt x="1043273" y="1824419"/>
                  <a:pt x="1043273" y="1824419"/>
                </a:cubicBezTo>
                <a:lnTo>
                  <a:pt x="1043273" y="1805369"/>
                </a:lnTo>
                <a:cubicBezTo>
                  <a:pt x="1043273" y="1805369"/>
                  <a:pt x="1048036" y="1805369"/>
                  <a:pt x="1048036" y="1805369"/>
                </a:cubicBezTo>
                <a:close/>
                <a:moveTo>
                  <a:pt x="753904" y="2271046"/>
                </a:moveTo>
                <a:lnTo>
                  <a:pt x="746570" y="2263997"/>
                </a:lnTo>
                <a:lnTo>
                  <a:pt x="751523" y="2258854"/>
                </a:lnTo>
                <a:lnTo>
                  <a:pt x="758857" y="2265902"/>
                </a:lnTo>
                <a:lnTo>
                  <a:pt x="753904" y="2271046"/>
                </a:lnTo>
                <a:close/>
                <a:moveTo>
                  <a:pt x="1150144" y="1843945"/>
                </a:moveTo>
                <a:cubicBezTo>
                  <a:pt x="1148810" y="1843945"/>
                  <a:pt x="1147763" y="1844993"/>
                  <a:pt x="1147763" y="1846326"/>
                </a:cubicBezTo>
                <a:lnTo>
                  <a:pt x="1147763" y="1866328"/>
                </a:lnTo>
                <a:cubicBezTo>
                  <a:pt x="1147763" y="1867662"/>
                  <a:pt x="1148810" y="1868710"/>
                  <a:pt x="1150144" y="1868710"/>
                </a:cubicBezTo>
                <a:lnTo>
                  <a:pt x="1170146" y="1868710"/>
                </a:lnTo>
                <a:cubicBezTo>
                  <a:pt x="1171480" y="1868710"/>
                  <a:pt x="1172528" y="1867662"/>
                  <a:pt x="1172528" y="1866328"/>
                </a:cubicBezTo>
                <a:lnTo>
                  <a:pt x="1172528" y="1846326"/>
                </a:lnTo>
                <a:cubicBezTo>
                  <a:pt x="1172528" y="1844993"/>
                  <a:pt x="1171480" y="1843945"/>
                  <a:pt x="1170146" y="1843945"/>
                </a:cubicBezTo>
                <a:lnTo>
                  <a:pt x="1150144" y="1843945"/>
                </a:lnTo>
                <a:close/>
                <a:moveTo>
                  <a:pt x="1167765" y="1863947"/>
                </a:moveTo>
                <a:lnTo>
                  <a:pt x="1152525" y="1863947"/>
                </a:lnTo>
                <a:lnTo>
                  <a:pt x="1152525" y="1848707"/>
                </a:lnTo>
                <a:lnTo>
                  <a:pt x="1167765" y="1848707"/>
                </a:lnTo>
                <a:lnTo>
                  <a:pt x="1167765" y="1863947"/>
                </a:lnTo>
                <a:close/>
                <a:moveTo>
                  <a:pt x="739235" y="2275332"/>
                </a:moveTo>
                <a:lnTo>
                  <a:pt x="750856" y="2275332"/>
                </a:lnTo>
                <a:cubicBezTo>
                  <a:pt x="750856" y="2275332"/>
                  <a:pt x="750856" y="2282381"/>
                  <a:pt x="750856" y="2282381"/>
                </a:cubicBezTo>
                <a:lnTo>
                  <a:pt x="739235" y="2282381"/>
                </a:lnTo>
                <a:cubicBezTo>
                  <a:pt x="739235" y="2282381"/>
                  <a:pt x="739235" y="2275332"/>
                  <a:pt x="739235" y="2275332"/>
                </a:cubicBezTo>
                <a:close/>
                <a:moveTo>
                  <a:pt x="1804416" y="1162526"/>
                </a:moveTo>
                <a:lnTo>
                  <a:pt x="1777460" y="1137666"/>
                </a:lnTo>
                <a:lnTo>
                  <a:pt x="1667637" y="1137190"/>
                </a:lnTo>
                <a:cubicBezTo>
                  <a:pt x="1667447" y="1136618"/>
                  <a:pt x="1667351" y="1136047"/>
                  <a:pt x="1667066" y="1135475"/>
                </a:cubicBezTo>
                <a:cubicBezTo>
                  <a:pt x="1664208" y="1129379"/>
                  <a:pt x="1656874" y="1126903"/>
                  <a:pt x="1650873" y="1129760"/>
                </a:cubicBezTo>
                <a:cubicBezTo>
                  <a:pt x="1644777" y="1132618"/>
                  <a:pt x="1642301" y="1139952"/>
                  <a:pt x="1645158" y="1145953"/>
                </a:cubicBezTo>
                <a:cubicBezTo>
                  <a:pt x="1648016" y="1152049"/>
                  <a:pt x="1655350" y="1154525"/>
                  <a:pt x="1661351" y="1151668"/>
                </a:cubicBezTo>
                <a:cubicBezTo>
                  <a:pt x="1662779" y="1151001"/>
                  <a:pt x="1666208" y="1148239"/>
                  <a:pt x="1667637" y="1144334"/>
                </a:cubicBezTo>
                <a:lnTo>
                  <a:pt x="1774698" y="1144810"/>
                </a:lnTo>
                <a:lnTo>
                  <a:pt x="1801654" y="1169670"/>
                </a:lnTo>
                <a:lnTo>
                  <a:pt x="1965960" y="1169670"/>
                </a:lnTo>
                <a:lnTo>
                  <a:pt x="2012728" y="1131856"/>
                </a:lnTo>
                <a:lnTo>
                  <a:pt x="2012728" y="1044131"/>
                </a:lnTo>
                <a:lnTo>
                  <a:pt x="2016157" y="1044131"/>
                </a:lnTo>
                <a:cubicBezTo>
                  <a:pt x="2022443" y="1044131"/>
                  <a:pt x="2027587" y="1038987"/>
                  <a:pt x="2027587" y="1032701"/>
                </a:cubicBezTo>
                <a:lnTo>
                  <a:pt x="2027587" y="981361"/>
                </a:lnTo>
                <a:cubicBezTo>
                  <a:pt x="2027587" y="975074"/>
                  <a:pt x="2022443" y="969931"/>
                  <a:pt x="2016157" y="969931"/>
                </a:cubicBezTo>
                <a:lnTo>
                  <a:pt x="2012728" y="969931"/>
                </a:lnTo>
                <a:lnTo>
                  <a:pt x="2012156" y="752666"/>
                </a:lnTo>
                <a:lnTo>
                  <a:pt x="2300859" y="508921"/>
                </a:lnTo>
                <a:cubicBezTo>
                  <a:pt x="2307241" y="515303"/>
                  <a:pt x="2317433" y="516350"/>
                  <a:pt x="2324957" y="510826"/>
                </a:cubicBezTo>
                <a:cubicBezTo>
                  <a:pt x="2333244" y="504730"/>
                  <a:pt x="2334959" y="493109"/>
                  <a:pt x="2328958" y="484918"/>
                </a:cubicBezTo>
                <a:cubicBezTo>
                  <a:pt x="2325338" y="479965"/>
                  <a:pt x="2319719" y="477393"/>
                  <a:pt x="2314004" y="477393"/>
                </a:cubicBezTo>
                <a:cubicBezTo>
                  <a:pt x="2310194" y="477393"/>
                  <a:pt x="2306384" y="478536"/>
                  <a:pt x="2303050" y="481013"/>
                </a:cubicBezTo>
                <a:cubicBezTo>
                  <a:pt x="2296001" y="486156"/>
                  <a:pt x="2293715" y="495395"/>
                  <a:pt x="2296954" y="503111"/>
                </a:cubicBezTo>
                <a:lnTo>
                  <a:pt x="2006346" y="748475"/>
                </a:lnTo>
                <a:lnTo>
                  <a:pt x="2005108" y="749522"/>
                </a:lnTo>
                <a:lnTo>
                  <a:pt x="2005679" y="970026"/>
                </a:lnTo>
                <a:lnTo>
                  <a:pt x="2002250" y="970026"/>
                </a:lnTo>
                <a:cubicBezTo>
                  <a:pt x="1995964" y="970026"/>
                  <a:pt x="1990820" y="975170"/>
                  <a:pt x="1990820" y="981456"/>
                </a:cubicBezTo>
                <a:lnTo>
                  <a:pt x="1990820" y="1032796"/>
                </a:lnTo>
                <a:cubicBezTo>
                  <a:pt x="1990820" y="1039082"/>
                  <a:pt x="1995964" y="1044226"/>
                  <a:pt x="2002250" y="1044226"/>
                </a:cubicBezTo>
                <a:lnTo>
                  <a:pt x="2005679" y="1044226"/>
                </a:lnTo>
                <a:lnTo>
                  <a:pt x="2005679" y="1128522"/>
                </a:lnTo>
                <a:lnTo>
                  <a:pt x="1963484" y="1162622"/>
                </a:lnTo>
                <a:lnTo>
                  <a:pt x="1804511" y="1162622"/>
                </a:lnTo>
                <a:close/>
                <a:moveTo>
                  <a:pt x="2307241" y="486632"/>
                </a:moveTo>
                <a:cubicBezTo>
                  <a:pt x="2309717" y="484823"/>
                  <a:pt x="2312765" y="484061"/>
                  <a:pt x="2315718" y="484537"/>
                </a:cubicBezTo>
                <a:cubicBezTo>
                  <a:pt x="2318766" y="485013"/>
                  <a:pt x="2321433" y="486632"/>
                  <a:pt x="2323148" y="489109"/>
                </a:cubicBezTo>
                <a:cubicBezTo>
                  <a:pt x="2324957" y="491585"/>
                  <a:pt x="2325719" y="494633"/>
                  <a:pt x="2325243" y="497586"/>
                </a:cubicBezTo>
                <a:cubicBezTo>
                  <a:pt x="2324767" y="500634"/>
                  <a:pt x="2323148" y="503206"/>
                  <a:pt x="2320671" y="505015"/>
                </a:cubicBezTo>
                <a:cubicBezTo>
                  <a:pt x="2315623" y="508730"/>
                  <a:pt x="2308479" y="507683"/>
                  <a:pt x="2304764" y="502539"/>
                </a:cubicBezTo>
                <a:cubicBezTo>
                  <a:pt x="2301050" y="497491"/>
                  <a:pt x="2302097" y="490252"/>
                  <a:pt x="2307241" y="486537"/>
                </a:cubicBezTo>
                <a:close/>
                <a:moveTo>
                  <a:pt x="1997869" y="981361"/>
                </a:moveTo>
                <a:cubicBezTo>
                  <a:pt x="1997869" y="978979"/>
                  <a:pt x="1999774" y="977075"/>
                  <a:pt x="2002155" y="977075"/>
                </a:cubicBezTo>
                <a:lnTo>
                  <a:pt x="2016157" y="977075"/>
                </a:lnTo>
                <a:cubicBezTo>
                  <a:pt x="2018538" y="977075"/>
                  <a:pt x="2020443" y="978979"/>
                  <a:pt x="2020443" y="981361"/>
                </a:cubicBezTo>
                <a:lnTo>
                  <a:pt x="2020443" y="990314"/>
                </a:lnTo>
                <a:lnTo>
                  <a:pt x="1997774" y="990314"/>
                </a:lnTo>
                <a:lnTo>
                  <a:pt x="1997774" y="981361"/>
                </a:lnTo>
                <a:close/>
                <a:moveTo>
                  <a:pt x="2002250" y="1036987"/>
                </a:moveTo>
                <a:cubicBezTo>
                  <a:pt x="1999869" y="1036987"/>
                  <a:pt x="1997964" y="1035082"/>
                  <a:pt x="1997964" y="1032701"/>
                </a:cubicBezTo>
                <a:lnTo>
                  <a:pt x="1997964" y="1020985"/>
                </a:lnTo>
                <a:lnTo>
                  <a:pt x="2020634" y="1020985"/>
                </a:lnTo>
                <a:lnTo>
                  <a:pt x="2020634" y="1032701"/>
                </a:lnTo>
                <a:cubicBezTo>
                  <a:pt x="2020634" y="1035082"/>
                  <a:pt x="2018728" y="1036987"/>
                  <a:pt x="2016347" y="1036987"/>
                </a:cubicBezTo>
                <a:lnTo>
                  <a:pt x="2002346" y="1036987"/>
                </a:lnTo>
                <a:close/>
                <a:moveTo>
                  <a:pt x="1519047" y="1965389"/>
                </a:moveTo>
                <a:lnTo>
                  <a:pt x="1519047" y="1970151"/>
                </a:lnTo>
                <a:lnTo>
                  <a:pt x="1509522" y="1970151"/>
                </a:lnTo>
                <a:lnTo>
                  <a:pt x="1509522" y="1965389"/>
                </a:lnTo>
                <a:lnTo>
                  <a:pt x="1519047" y="1965389"/>
                </a:lnTo>
                <a:close/>
                <a:moveTo>
                  <a:pt x="707041" y="2308384"/>
                </a:moveTo>
                <a:cubicBezTo>
                  <a:pt x="704660" y="2314956"/>
                  <a:pt x="708184" y="2322290"/>
                  <a:pt x="714756" y="2324672"/>
                </a:cubicBezTo>
                <a:cubicBezTo>
                  <a:pt x="716185" y="2325148"/>
                  <a:pt x="717614" y="2325434"/>
                  <a:pt x="719042" y="2325434"/>
                </a:cubicBezTo>
                <a:cubicBezTo>
                  <a:pt x="720947" y="2325434"/>
                  <a:pt x="722757" y="2325053"/>
                  <a:pt x="724472" y="2324195"/>
                </a:cubicBezTo>
                <a:cubicBezTo>
                  <a:pt x="725424" y="2323719"/>
                  <a:pt x="726186" y="2323052"/>
                  <a:pt x="726948" y="2322386"/>
                </a:cubicBezTo>
                <a:lnTo>
                  <a:pt x="790766" y="2392775"/>
                </a:lnTo>
                <a:lnTo>
                  <a:pt x="790099" y="2508790"/>
                </a:lnTo>
                <a:lnTo>
                  <a:pt x="679323" y="2629662"/>
                </a:lnTo>
                <a:cubicBezTo>
                  <a:pt x="678466" y="2628995"/>
                  <a:pt x="677609" y="2628234"/>
                  <a:pt x="676561" y="2627852"/>
                </a:cubicBezTo>
                <a:cubicBezTo>
                  <a:pt x="670084" y="2625185"/>
                  <a:pt x="662654" y="2628329"/>
                  <a:pt x="659987" y="2634805"/>
                </a:cubicBezTo>
                <a:cubicBezTo>
                  <a:pt x="658749" y="2637949"/>
                  <a:pt x="658749" y="2641378"/>
                  <a:pt x="659987" y="2644521"/>
                </a:cubicBezTo>
                <a:cubicBezTo>
                  <a:pt x="661321" y="2647664"/>
                  <a:pt x="663797" y="2650046"/>
                  <a:pt x="666941" y="2651379"/>
                </a:cubicBezTo>
                <a:cubicBezTo>
                  <a:pt x="668465" y="2652046"/>
                  <a:pt x="670084" y="2652332"/>
                  <a:pt x="671703" y="2652332"/>
                </a:cubicBezTo>
                <a:cubicBezTo>
                  <a:pt x="673322" y="2652332"/>
                  <a:pt x="675037" y="2651951"/>
                  <a:pt x="676656" y="2651379"/>
                </a:cubicBezTo>
                <a:cubicBezTo>
                  <a:pt x="679799" y="2650046"/>
                  <a:pt x="682181" y="2647569"/>
                  <a:pt x="683514" y="2644426"/>
                </a:cubicBezTo>
                <a:cubicBezTo>
                  <a:pt x="684752" y="2641283"/>
                  <a:pt x="684752" y="2637854"/>
                  <a:pt x="683514" y="2634710"/>
                </a:cubicBezTo>
                <a:cubicBezTo>
                  <a:pt x="683324" y="2634139"/>
                  <a:pt x="682847" y="2633758"/>
                  <a:pt x="682562" y="2633282"/>
                </a:cubicBezTo>
                <a:lnTo>
                  <a:pt x="794957" y="2510695"/>
                </a:lnTo>
                <a:lnTo>
                  <a:pt x="795623" y="2390966"/>
                </a:lnTo>
                <a:lnTo>
                  <a:pt x="729996" y="2318671"/>
                </a:lnTo>
                <a:cubicBezTo>
                  <a:pt x="730282" y="2318099"/>
                  <a:pt x="730758" y="2317623"/>
                  <a:pt x="730949" y="2316956"/>
                </a:cubicBezTo>
                <a:cubicBezTo>
                  <a:pt x="733330" y="2310384"/>
                  <a:pt x="729806" y="2303050"/>
                  <a:pt x="723233" y="2300669"/>
                </a:cubicBezTo>
                <a:cubicBezTo>
                  <a:pt x="716661" y="2298287"/>
                  <a:pt x="709327" y="2301812"/>
                  <a:pt x="706946" y="2308384"/>
                </a:cubicBezTo>
                <a:close/>
                <a:moveTo>
                  <a:pt x="679133" y="2642521"/>
                </a:moveTo>
                <a:cubicBezTo>
                  <a:pt x="678371" y="2644521"/>
                  <a:pt x="676847" y="2646045"/>
                  <a:pt x="674846" y="2646902"/>
                </a:cubicBezTo>
                <a:cubicBezTo>
                  <a:pt x="672846" y="2647760"/>
                  <a:pt x="670751" y="2647760"/>
                  <a:pt x="668750" y="2646902"/>
                </a:cubicBezTo>
                <a:cubicBezTo>
                  <a:pt x="666750" y="2646140"/>
                  <a:pt x="665226" y="2644617"/>
                  <a:pt x="664464" y="2642616"/>
                </a:cubicBezTo>
                <a:cubicBezTo>
                  <a:pt x="663607" y="2640616"/>
                  <a:pt x="663607" y="2638520"/>
                  <a:pt x="664464" y="2636520"/>
                </a:cubicBezTo>
                <a:cubicBezTo>
                  <a:pt x="666083" y="2632424"/>
                  <a:pt x="670751" y="2630519"/>
                  <a:pt x="674846" y="2632138"/>
                </a:cubicBezTo>
                <a:cubicBezTo>
                  <a:pt x="676847" y="2632901"/>
                  <a:pt x="678371" y="2634425"/>
                  <a:pt x="679133" y="2636425"/>
                </a:cubicBezTo>
                <a:cubicBezTo>
                  <a:pt x="679990" y="2638425"/>
                  <a:pt x="679990" y="2640521"/>
                  <a:pt x="679133" y="2642521"/>
                </a:cubicBezTo>
                <a:close/>
                <a:moveTo>
                  <a:pt x="711518" y="2310003"/>
                </a:moveTo>
                <a:cubicBezTo>
                  <a:pt x="712279" y="2308003"/>
                  <a:pt x="713708" y="2306384"/>
                  <a:pt x="715613" y="2305431"/>
                </a:cubicBezTo>
                <a:cubicBezTo>
                  <a:pt x="716661" y="2304955"/>
                  <a:pt x="717899" y="2304669"/>
                  <a:pt x="719042" y="2304669"/>
                </a:cubicBezTo>
                <a:cubicBezTo>
                  <a:pt x="719900" y="2304669"/>
                  <a:pt x="720852" y="2304860"/>
                  <a:pt x="721709" y="2305145"/>
                </a:cubicBezTo>
                <a:lnTo>
                  <a:pt x="721709" y="2305145"/>
                </a:lnTo>
                <a:cubicBezTo>
                  <a:pt x="725805" y="2306574"/>
                  <a:pt x="727996" y="2311146"/>
                  <a:pt x="726567" y="2315337"/>
                </a:cubicBezTo>
                <a:cubicBezTo>
                  <a:pt x="725900" y="2317337"/>
                  <a:pt x="724376" y="2318957"/>
                  <a:pt x="722471" y="2319814"/>
                </a:cubicBezTo>
                <a:cubicBezTo>
                  <a:pt x="720566" y="2320766"/>
                  <a:pt x="718376" y="2320862"/>
                  <a:pt x="716375" y="2320100"/>
                </a:cubicBezTo>
                <a:cubicBezTo>
                  <a:pt x="712279" y="2318671"/>
                  <a:pt x="710089" y="2314099"/>
                  <a:pt x="711518" y="2309908"/>
                </a:cubicBezTo>
                <a:close/>
                <a:moveTo>
                  <a:pt x="1070610" y="1147477"/>
                </a:moveTo>
                <a:lnTo>
                  <a:pt x="1091375" y="1147477"/>
                </a:lnTo>
                <a:cubicBezTo>
                  <a:pt x="1095185" y="1147477"/>
                  <a:pt x="1098328" y="1144334"/>
                  <a:pt x="1098328" y="1140524"/>
                </a:cubicBezTo>
                <a:lnTo>
                  <a:pt x="1098328" y="1130522"/>
                </a:lnTo>
                <a:cubicBezTo>
                  <a:pt x="1098328" y="1126712"/>
                  <a:pt x="1095185" y="1123569"/>
                  <a:pt x="1091375" y="1123569"/>
                </a:cubicBezTo>
                <a:lnTo>
                  <a:pt x="1070610" y="1123569"/>
                </a:lnTo>
                <a:cubicBezTo>
                  <a:pt x="1066800" y="1123569"/>
                  <a:pt x="1063657" y="1126712"/>
                  <a:pt x="1063657" y="1130522"/>
                </a:cubicBezTo>
                <a:lnTo>
                  <a:pt x="1063657" y="1140524"/>
                </a:lnTo>
                <a:cubicBezTo>
                  <a:pt x="1063657" y="1141762"/>
                  <a:pt x="1064038" y="1142905"/>
                  <a:pt x="1064609" y="1143857"/>
                </a:cubicBezTo>
                <a:lnTo>
                  <a:pt x="980694" y="1217200"/>
                </a:lnTo>
                <a:cubicBezTo>
                  <a:pt x="980123" y="1217676"/>
                  <a:pt x="979837" y="1218343"/>
                  <a:pt x="979837" y="1219010"/>
                </a:cubicBezTo>
                <a:lnTo>
                  <a:pt x="980313" y="1260920"/>
                </a:lnTo>
                <a:cubicBezTo>
                  <a:pt x="974979" y="1261586"/>
                  <a:pt x="970883" y="1265492"/>
                  <a:pt x="969931" y="1270730"/>
                </a:cubicBezTo>
                <a:lnTo>
                  <a:pt x="921829" y="1270730"/>
                </a:lnTo>
                <a:cubicBezTo>
                  <a:pt x="921829" y="1270730"/>
                  <a:pt x="898303" y="1294638"/>
                  <a:pt x="898303" y="1294638"/>
                </a:cubicBezTo>
                <a:lnTo>
                  <a:pt x="829247" y="1294257"/>
                </a:lnTo>
                <a:lnTo>
                  <a:pt x="676942" y="1407128"/>
                </a:lnTo>
                <a:lnTo>
                  <a:pt x="676942" y="1418749"/>
                </a:lnTo>
                <a:lnTo>
                  <a:pt x="672941" y="1418749"/>
                </a:lnTo>
                <a:cubicBezTo>
                  <a:pt x="669227" y="1418749"/>
                  <a:pt x="666083" y="1421797"/>
                  <a:pt x="666083" y="1425607"/>
                </a:cubicBezTo>
                <a:lnTo>
                  <a:pt x="666083" y="1438275"/>
                </a:lnTo>
                <a:cubicBezTo>
                  <a:pt x="666083" y="1439323"/>
                  <a:pt x="666369" y="1440180"/>
                  <a:pt x="666750" y="1441037"/>
                </a:cubicBezTo>
                <a:lnTo>
                  <a:pt x="643223" y="1462183"/>
                </a:lnTo>
                <a:lnTo>
                  <a:pt x="643223" y="1603534"/>
                </a:lnTo>
                <a:lnTo>
                  <a:pt x="647986" y="1603534"/>
                </a:lnTo>
                <a:lnTo>
                  <a:pt x="647986" y="1464278"/>
                </a:lnTo>
                <a:cubicBezTo>
                  <a:pt x="647986" y="1464278"/>
                  <a:pt x="669989" y="1444371"/>
                  <a:pt x="669989" y="1444371"/>
                </a:cubicBezTo>
                <a:lnTo>
                  <a:pt x="669989" y="1444181"/>
                </a:lnTo>
                <a:cubicBezTo>
                  <a:pt x="670751" y="1444657"/>
                  <a:pt x="671703" y="1444943"/>
                  <a:pt x="672846" y="1444943"/>
                </a:cubicBezTo>
                <a:lnTo>
                  <a:pt x="685514" y="1444943"/>
                </a:lnTo>
                <a:cubicBezTo>
                  <a:pt x="689229" y="1444943"/>
                  <a:pt x="692372" y="1441895"/>
                  <a:pt x="692372" y="1438085"/>
                </a:cubicBezTo>
                <a:lnTo>
                  <a:pt x="692372" y="1425416"/>
                </a:lnTo>
                <a:cubicBezTo>
                  <a:pt x="692372" y="1421702"/>
                  <a:pt x="689324" y="1418558"/>
                  <a:pt x="685514" y="1418558"/>
                </a:cubicBezTo>
                <a:lnTo>
                  <a:pt x="681609" y="1418558"/>
                </a:lnTo>
                <a:lnTo>
                  <a:pt x="681609" y="1409319"/>
                </a:lnTo>
                <a:lnTo>
                  <a:pt x="830675" y="1298829"/>
                </a:lnTo>
                <a:lnTo>
                  <a:pt x="900113" y="1299210"/>
                </a:lnTo>
                <a:lnTo>
                  <a:pt x="923735" y="1275302"/>
                </a:lnTo>
                <a:lnTo>
                  <a:pt x="969931" y="1275302"/>
                </a:lnTo>
                <a:cubicBezTo>
                  <a:pt x="971074" y="1281017"/>
                  <a:pt x="975836" y="1285303"/>
                  <a:pt x="981837" y="1285303"/>
                </a:cubicBezTo>
                <a:cubicBezTo>
                  <a:pt x="988695" y="1285303"/>
                  <a:pt x="994220" y="1279779"/>
                  <a:pt x="994220" y="1272921"/>
                </a:cubicBezTo>
                <a:cubicBezTo>
                  <a:pt x="994220" y="1267206"/>
                  <a:pt x="990314" y="1262634"/>
                  <a:pt x="985076" y="1261205"/>
                </a:cubicBezTo>
                <a:lnTo>
                  <a:pt x="984599" y="1219962"/>
                </a:lnTo>
                <a:lnTo>
                  <a:pt x="1068229" y="1146905"/>
                </a:lnTo>
                <a:cubicBezTo>
                  <a:pt x="1068991" y="1147191"/>
                  <a:pt x="1069658" y="1147382"/>
                  <a:pt x="1070515" y="1147382"/>
                </a:cubicBezTo>
                <a:close/>
                <a:moveTo>
                  <a:pt x="1068419" y="1130522"/>
                </a:moveTo>
                <a:cubicBezTo>
                  <a:pt x="1068419" y="1129284"/>
                  <a:pt x="1069372" y="1128332"/>
                  <a:pt x="1070610" y="1128332"/>
                </a:cubicBezTo>
                <a:lnTo>
                  <a:pt x="1091375" y="1128332"/>
                </a:lnTo>
                <a:cubicBezTo>
                  <a:pt x="1092613" y="1128332"/>
                  <a:pt x="1093565" y="1129284"/>
                  <a:pt x="1093565" y="1130522"/>
                </a:cubicBezTo>
                <a:lnTo>
                  <a:pt x="1093565" y="1140524"/>
                </a:lnTo>
                <a:cubicBezTo>
                  <a:pt x="1093565" y="1141762"/>
                  <a:pt x="1092613" y="1142714"/>
                  <a:pt x="1091375" y="1142714"/>
                </a:cubicBezTo>
                <a:lnTo>
                  <a:pt x="1070610" y="1142714"/>
                </a:lnTo>
                <a:cubicBezTo>
                  <a:pt x="1069372" y="1142714"/>
                  <a:pt x="1068419" y="1141762"/>
                  <a:pt x="1068419" y="1140524"/>
                </a:cubicBezTo>
                <a:lnTo>
                  <a:pt x="1068419" y="1130522"/>
                </a:lnTo>
                <a:close/>
                <a:moveTo>
                  <a:pt x="685514" y="1423511"/>
                </a:moveTo>
                <a:cubicBezTo>
                  <a:pt x="686657" y="1423511"/>
                  <a:pt x="687610" y="1424464"/>
                  <a:pt x="687610" y="1425607"/>
                </a:cubicBezTo>
                <a:lnTo>
                  <a:pt x="687610" y="1438275"/>
                </a:lnTo>
                <a:cubicBezTo>
                  <a:pt x="687610" y="1439418"/>
                  <a:pt x="686657" y="1440371"/>
                  <a:pt x="685514" y="1440371"/>
                </a:cubicBezTo>
                <a:lnTo>
                  <a:pt x="672846" y="1440371"/>
                </a:lnTo>
                <a:cubicBezTo>
                  <a:pt x="671703" y="1440371"/>
                  <a:pt x="670751" y="1439418"/>
                  <a:pt x="670751" y="1438275"/>
                </a:cubicBezTo>
                <a:lnTo>
                  <a:pt x="670751" y="1425607"/>
                </a:lnTo>
                <a:cubicBezTo>
                  <a:pt x="670751" y="1424464"/>
                  <a:pt x="671703" y="1423511"/>
                  <a:pt x="672846" y="1423511"/>
                </a:cubicBezTo>
                <a:lnTo>
                  <a:pt x="685514" y="1423511"/>
                </a:lnTo>
                <a:close/>
                <a:moveTo>
                  <a:pt x="989457" y="1273016"/>
                </a:moveTo>
                <a:cubicBezTo>
                  <a:pt x="989457" y="1277207"/>
                  <a:pt x="986028" y="1280636"/>
                  <a:pt x="981837" y="1280636"/>
                </a:cubicBezTo>
                <a:cubicBezTo>
                  <a:pt x="977646" y="1280636"/>
                  <a:pt x="974217" y="1277207"/>
                  <a:pt x="974217" y="1273016"/>
                </a:cubicBezTo>
                <a:cubicBezTo>
                  <a:pt x="974217" y="1268825"/>
                  <a:pt x="977646" y="1265396"/>
                  <a:pt x="981837" y="1265396"/>
                </a:cubicBezTo>
                <a:cubicBezTo>
                  <a:pt x="986028" y="1265396"/>
                  <a:pt x="989457" y="1268825"/>
                  <a:pt x="989457" y="1273016"/>
                </a:cubicBezTo>
                <a:close/>
                <a:moveTo>
                  <a:pt x="184785" y="2834450"/>
                </a:moveTo>
                <a:lnTo>
                  <a:pt x="184785" y="2834450"/>
                </a:lnTo>
                <a:cubicBezTo>
                  <a:pt x="183928" y="2827496"/>
                  <a:pt x="177641" y="2822734"/>
                  <a:pt x="170688" y="2823496"/>
                </a:cubicBezTo>
                <a:cubicBezTo>
                  <a:pt x="167354" y="2823877"/>
                  <a:pt x="164402" y="2825592"/>
                  <a:pt x="162306" y="2828259"/>
                </a:cubicBezTo>
                <a:cubicBezTo>
                  <a:pt x="160782" y="2830163"/>
                  <a:pt x="160211" y="2832449"/>
                  <a:pt x="159925" y="2834830"/>
                </a:cubicBezTo>
                <a:lnTo>
                  <a:pt x="77915" y="2834830"/>
                </a:lnTo>
                <a:lnTo>
                  <a:pt x="53721" y="2856929"/>
                </a:lnTo>
                <a:lnTo>
                  <a:pt x="95" y="2856929"/>
                </a:lnTo>
                <a:lnTo>
                  <a:pt x="95" y="2859310"/>
                </a:lnTo>
                <a:lnTo>
                  <a:pt x="54578" y="2859310"/>
                </a:lnTo>
                <a:lnTo>
                  <a:pt x="78772" y="2837212"/>
                </a:lnTo>
                <a:lnTo>
                  <a:pt x="159639" y="2837212"/>
                </a:lnTo>
                <a:cubicBezTo>
                  <a:pt x="159639" y="2837212"/>
                  <a:pt x="159639" y="2837498"/>
                  <a:pt x="159639" y="2837593"/>
                </a:cubicBezTo>
                <a:cubicBezTo>
                  <a:pt x="160496" y="2843975"/>
                  <a:pt x="165926" y="2848642"/>
                  <a:pt x="172212" y="2848642"/>
                </a:cubicBezTo>
                <a:cubicBezTo>
                  <a:pt x="172783" y="2848642"/>
                  <a:pt x="173260" y="2848642"/>
                  <a:pt x="173831" y="2848547"/>
                </a:cubicBezTo>
                <a:cubicBezTo>
                  <a:pt x="180785" y="2847689"/>
                  <a:pt x="185642" y="2841308"/>
                  <a:pt x="184785" y="2834450"/>
                </a:cubicBezTo>
                <a:close/>
                <a:moveTo>
                  <a:pt x="173260" y="2843879"/>
                </a:moveTo>
                <a:cubicBezTo>
                  <a:pt x="169069" y="2844546"/>
                  <a:pt x="164973" y="2841403"/>
                  <a:pt x="164402" y="2837117"/>
                </a:cubicBezTo>
                <a:cubicBezTo>
                  <a:pt x="164116" y="2835021"/>
                  <a:pt x="164687" y="2832926"/>
                  <a:pt x="166021" y="2831306"/>
                </a:cubicBezTo>
                <a:cubicBezTo>
                  <a:pt x="167354" y="2829687"/>
                  <a:pt x="169164" y="2828544"/>
                  <a:pt x="171260" y="2828354"/>
                </a:cubicBezTo>
                <a:cubicBezTo>
                  <a:pt x="171641" y="2828354"/>
                  <a:pt x="171926" y="2828354"/>
                  <a:pt x="172212" y="2828354"/>
                </a:cubicBezTo>
                <a:cubicBezTo>
                  <a:pt x="176117" y="2828354"/>
                  <a:pt x="179546" y="2831306"/>
                  <a:pt x="180023" y="2835212"/>
                </a:cubicBezTo>
                <a:cubicBezTo>
                  <a:pt x="180594" y="2839498"/>
                  <a:pt x="177546" y="2843498"/>
                  <a:pt x="173165" y="2843975"/>
                </a:cubicBezTo>
                <a:close/>
                <a:moveTo>
                  <a:pt x="676466" y="1821466"/>
                </a:moveTo>
                <a:lnTo>
                  <a:pt x="666750" y="1829943"/>
                </a:lnTo>
                <a:cubicBezTo>
                  <a:pt x="665702" y="1830800"/>
                  <a:pt x="665131" y="1832039"/>
                  <a:pt x="665036" y="1833467"/>
                </a:cubicBezTo>
                <a:cubicBezTo>
                  <a:pt x="665036" y="1834801"/>
                  <a:pt x="665417" y="1836134"/>
                  <a:pt x="666274" y="1837182"/>
                </a:cubicBezTo>
                <a:lnTo>
                  <a:pt x="674751" y="1846898"/>
                </a:lnTo>
                <a:cubicBezTo>
                  <a:pt x="675799" y="1848041"/>
                  <a:pt x="677132" y="1848612"/>
                  <a:pt x="678561" y="1848612"/>
                </a:cubicBezTo>
                <a:cubicBezTo>
                  <a:pt x="679704" y="1848612"/>
                  <a:pt x="680942" y="1848231"/>
                  <a:pt x="681895" y="1847374"/>
                </a:cubicBezTo>
                <a:lnTo>
                  <a:pt x="691610" y="1838897"/>
                </a:lnTo>
                <a:cubicBezTo>
                  <a:pt x="692277" y="1838325"/>
                  <a:pt x="692658" y="1837658"/>
                  <a:pt x="692944" y="1836896"/>
                </a:cubicBezTo>
                <a:lnTo>
                  <a:pt x="779431" y="1836896"/>
                </a:lnTo>
                <a:lnTo>
                  <a:pt x="845249" y="1912525"/>
                </a:lnTo>
                <a:lnTo>
                  <a:pt x="845249" y="1998155"/>
                </a:lnTo>
                <a:lnTo>
                  <a:pt x="859536" y="2018348"/>
                </a:lnTo>
                <a:lnTo>
                  <a:pt x="859346" y="2106454"/>
                </a:lnTo>
                <a:lnTo>
                  <a:pt x="927259" y="2172272"/>
                </a:lnTo>
                <a:lnTo>
                  <a:pt x="984028" y="2172272"/>
                </a:lnTo>
                <a:cubicBezTo>
                  <a:pt x="985076" y="2176367"/>
                  <a:pt x="988695" y="2179511"/>
                  <a:pt x="993172" y="2179511"/>
                </a:cubicBezTo>
                <a:cubicBezTo>
                  <a:pt x="998506" y="2179511"/>
                  <a:pt x="1002792" y="2175224"/>
                  <a:pt x="1002792" y="2169890"/>
                </a:cubicBezTo>
                <a:cubicBezTo>
                  <a:pt x="1002792" y="2164556"/>
                  <a:pt x="998506" y="2160270"/>
                  <a:pt x="993172" y="2160270"/>
                </a:cubicBezTo>
                <a:cubicBezTo>
                  <a:pt x="988695" y="2160270"/>
                  <a:pt x="985076" y="2163413"/>
                  <a:pt x="984028" y="2167509"/>
                </a:cubicBezTo>
                <a:lnTo>
                  <a:pt x="929164" y="2167509"/>
                </a:lnTo>
                <a:lnTo>
                  <a:pt x="864013" y="2104454"/>
                </a:lnTo>
                <a:lnTo>
                  <a:pt x="864203" y="2016824"/>
                </a:lnTo>
                <a:lnTo>
                  <a:pt x="849916" y="1996631"/>
                </a:lnTo>
                <a:lnTo>
                  <a:pt x="849916" y="1910715"/>
                </a:lnTo>
                <a:lnTo>
                  <a:pt x="781431" y="1832134"/>
                </a:lnTo>
                <a:lnTo>
                  <a:pt x="692087" y="1832134"/>
                </a:lnTo>
                <a:cubicBezTo>
                  <a:pt x="692087" y="1832134"/>
                  <a:pt x="691991" y="1831848"/>
                  <a:pt x="691896" y="1831753"/>
                </a:cubicBezTo>
                <a:lnTo>
                  <a:pt x="683419" y="1822037"/>
                </a:lnTo>
                <a:cubicBezTo>
                  <a:pt x="682562" y="1820990"/>
                  <a:pt x="681323" y="1820418"/>
                  <a:pt x="679895" y="1820323"/>
                </a:cubicBezTo>
                <a:cubicBezTo>
                  <a:pt x="678466" y="1820228"/>
                  <a:pt x="677227" y="1820704"/>
                  <a:pt x="676180" y="1821561"/>
                </a:cubicBezTo>
                <a:close/>
                <a:moveTo>
                  <a:pt x="688562" y="1835277"/>
                </a:moveTo>
                <a:lnTo>
                  <a:pt x="678371" y="1843754"/>
                </a:lnTo>
                <a:lnTo>
                  <a:pt x="669798" y="1833848"/>
                </a:lnTo>
                <a:cubicBezTo>
                  <a:pt x="669798" y="1833848"/>
                  <a:pt x="669798" y="1833658"/>
                  <a:pt x="669893" y="1833658"/>
                </a:cubicBezTo>
                <a:lnTo>
                  <a:pt x="680085" y="1825181"/>
                </a:lnTo>
                <a:lnTo>
                  <a:pt x="688562" y="1835372"/>
                </a:lnTo>
                <a:close/>
                <a:moveTo>
                  <a:pt x="989457" y="2138172"/>
                </a:moveTo>
                <a:cubicBezTo>
                  <a:pt x="993743" y="2138172"/>
                  <a:pt x="997172" y="2134648"/>
                  <a:pt x="997172" y="2130457"/>
                </a:cubicBezTo>
                <a:cubicBezTo>
                  <a:pt x="997172" y="2126266"/>
                  <a:pt x="993648" y="2122742"/>
                  <a:pt x="989457" y="2122742"/>
                </a:cubicBezTo>
                <a:cubicBezTo>
                  <a:pt x="985266" y="2122742"/>
                  <a:pt x="981647" y="2126266"/>
                  <a:pt x="981647" y="2130457"/>
                </a:cubicBezTo>
                <a:cubicBezTo>
                  <a:pt x="981647" y="2134648"/>
                  <a:pt x="985171" y="2138172"/>
                  <a:pt x="989457" y="2138172"/>
                </a:cubicBezTo>
                <a:close/>
                <a:moveTo>
                  <a:pt x="989457" y="2125028"/>
                </a:moveTo>
                <a:cubicBezTo>
                  <a:pt x="992410" y="2125028"/>
                  <a:pt x="994791" y="2127409"/>
                  <a:pt x="994791" y="2130362"/>
                </a:cubicBezTo>
                <a:cubicBezTo>
                  <a:pt x="994791" y="2133314"/>
                  <a:pt x="992410" y="2135696"/>
                  <a:pt x="989457" y="2135696"/>
                </a:cubicBezTo>
                <a:cubicBezTo>
                  <a:pt x="986504" y="2135696"/>
                  <a:pt x="984028" y="2133314"/>
                  <a:pt x="984028" y="2130362"/>
                </a:cubicBezTo>
                <a:cubicBezTo>
                  <a:pt x="984028" y="2127409"/>
                  <a:pt x="986409" y="2125028"/>
                  <a:pt x="989457" y="2125028"/>
                </a:cubicBezTo>
                <a:close/>
                <a:moveTo>
                  <a:pt x="873347" y="671894"/>
                </a:moveTo>
                <a:cubicBezTo>
                  <a:pt x="873347" y="677418"/>
                  <a:pt x="868871" y="681990"/>
                  <a:pt x="863251" y="681990"/>
                </a:cubicBezTo>
                <a:cubicBezTo>
                  <a:pt x="857631" y="681990"/>
                  <a:pt x="853154" y="677513"/>
                  <a:pt x="853154" y="671894"/>
                </a:cubicBezTo>
                <a:cubicBezTo>
                  <a:pt x="853154" y="666274"/>
                  <a:pt x="857631" y="661797"/>
                  <a:pt x="863251" y="661797"/>
                </a:cubicBezTo>
                <a:cubicBezTo>
                  <a:pt x="868871" y="661797"/>
                  <a:pt x="873347" y="666274"/>
                  <a:pt x="873347" y="671894"/>
                </a:cubicBezTo>
                <a:close/>
                <a:moveTo>
                  <a:pt x="1067562" y="699135"/>
                </a:moveTo>
                <a:lnTo>
                  <a:pt x="1088327" y="699135"/>
                </a:lnTo>
                <a:cubicBezTo>
                  <a:pt x="1092137" y="699135"/>
                  <a:pt x="1095280" y="695992"/>
                  <a:pt x="1095280" y="692182"/>
                </a:cubicBezTo>
                <a:lnTo>
                  <a:pt x="1095280" y="682181"/>
                </a:lnTo>
                <a:cubicBezTo>
                  <a:pt x="1095280" y="678371"/>
                  <a:pt x="1092137" y="675227"/>
                  <a:pt x="1088327" y="675227"/>
                </a:cubicBezTo>
                <a:lnTo>
                  <a:pt x="1067562" y="675227"/>
                </a:lnTo>
                <a:cubicBezTo>
                  <a:pt x="1063752" y="675227"/>
                  <a:pt x="1060609" y="678371"/>
                  <a:pt x="1060609" y="682181"/>
                </a:cubicBezTo>
                <a:lnTo>
                  <a:pt x="1060609" y="684848"/>
                </a:lnTo>
                <a:lnTo>
                  <a:pt x="963263" y="684848"/>
                </a:lnTo>
                <a:lnTo>
                  <a:pt x="946214" y="669608"/>
                </a:lnTo>
                <a:lnTo>
                  <a:pt x="883634" y="669608"/>
                </a:lnTo>
                <a:cubicBezTo>
                  <a:pt x="882968" y="664083"/>
                  <a:pt x="880205" y="658940"/>
                  <a:pt x="875443" y="655415"/>
                </a:cubicBezTo>
                <a:cubicBezTo>
                  <a:pt x="871823" y="652748"/>
                  <a:pt x="867537" y="651415"/>
                  <a:pt x="863346" y="651415"/>
                </a:cubicBezTo>
                <a:cubicBezTo>
                  <a:pt x="856964" y="651415"/>
                  <a:pt x="850773" y="654272"/>
                  <a:pt x="846773" y="659797"/>
                </a:cubicBezTo>
                <a:cubicBezTo>
                  <a:pt x="843534" y="664178"/>
                  <a:pt x="842201" y="669608"/>
                  <a:pt x="843058" y="675132"/>
                </a:cubicBezTo>
                <a:cubicBezTo>
                  <a:pt x="843915" y="680561"/>
                  <a:pt x="846773" y="685324"/>
                  <a:pt x="851249" y="688562"/>
                </a:cubicBezTo>
                <a:cubicBezTo>
                  <a:pt x="855726" y="691801"/>
                  <a:pt x="861155" y="693134"/>
                  <a:pt x="866585" y="692277"/>
                </a:cubicBezTo>
                <a:cubicBezTo>
                  <a:pt x="872014" y="691420"/>
                  <a:pt x="876776" y="688562"/>
                  <a:pt x="880015" y="684086"/>
                </a:cubicBezTo>
                <a:cubicBezTo>
                  <a:pt x="882206" y="681133"/>
                  <a:pt x="883349" y="677704"/>
                  <a:pt x="883729" y="674275"/>
                </a:cubicBezTo>
                <a:lnTo>
                  <a:pt x="944499" y="674275"/>
                </a:lnTo>
                <a:lnTo>
                  <a:pt x="961549" y="689515"/>
                </a:lnTo>
                <a:lnTo>
                  <a:pt x="1060799" y="689515"/>
                </a:lnTo>
                <a:lnTo>
                  <a:pt x="1060799" y="692182"/>
                </a:lnTo>
                <a:cubicBezTo>
                  <a:pt x="1060799" y="695992"/>
                  <a:pt x="1063943" y="699135"/>
                  <a:pt x="1067753" y="699135"/>
                </a:cubicBezTo>
                <a:close/>
                <a:moveTo>
                  <a:pt x="1065371" y="682085"/>
                </a:moveTo>
                <a:cubicBezTo>
                  <a:pt x="1065371" y="680847"/>
                  <a:pt x="1066324" y="679895"/>
                  <a:pt x="1067562" y="679895"/>
                </a:cubicBezTo>
                <a:lnTo>
                  <a:pt x="1088327" y="679895"/>
                </a:lnTo>
                <a:cubicBezTo>
                  <a:pt x="1089565" y="679895"/>
                  <a:pt x="1090517" y="680847"/>
                  <a:pt x="1090517" y="682085"/>
                </a:cubicBezTo>
                <a:lnTo>
                  <a:pt x="1090517" y="692087"/>
                </a:lnTo>
                <a:cubicBezTo>
                  <a:pt x="1090517" y="693325"/>
                  <a:pt x="1089565" y="694277"/>
                  <a:pt x="1088327" y="694277"/>
                </a:cubicBezTo>
                <a:lnTo>
                  <a:pt x="1067562" y="694277"/>
                </a:lnTo>
                <a:cubicBezTo>
                  <a:pt x="1066324" y="694277"/>
                  <a:pt x="1065371" y="693325"/>
                  <a:pt x="1065371" y="692087"/>
                </a:cubicBezTo>
                <a:lnTo>
                  <a:pt x="1065371" y="682085"/>
                </a:lnTo>
                <a:close/>
                <a:moveTo>
                  <a:pt x="876776" y="681800"/>
                </a:moveTo>
                <a:cubicBezTo>
                  <a:pt x="874109" y="685419"/>
                  <a:pt x="870204" y="687800"/>
                  <a:pt x="865823" y="688467"/>
                </a:cubicBezTo>
                <a:cubicBezTo>
                  <a:pt x="861346" y="689134"/>
                  <a:pt x="856964" y="688086"/>
                  <a:pt x="853345" y="685419"/>
                </a:cubicBezTo>
                <a:cubicBezTo>
                  <a:pt x="849725" y="682752"/>
                  <a:pt x="847344" y="678847"/>
                  <a:pt x="846677" y="674465"/>
                </a:cubicBezTo>
                <a:cubicBezTo>
                  <a:pt x="846011" y="670084"/>
                  <a:pt x="847058" y="665607"/>
                  <a:pt x="849725" y="661988"/>
                </a:cubicBezTo>
                <a:cubicBezTo>
                  <a:pt x="855250" y="654558"/>
                  <a:pt x="865727" y="652939"/>
                  <a:pt x="873157" y="658368"/>
                </a:cubicBezTo>
                <a:cubicBezTo>
                  <a:pt x="880586" y="663893"/>
                  <a:pt x="882206" y="674370"/>
                  <a:pt x="876776" y="681800"/>
                </a:cubicBezTo>
                <a:close/>
                <a:moveTo>
                  <a:pt x="911447" y="1963103"/>
                </a:moveTo>
                <a:lnTo>
                  <a:pt x="921163" y="1954625"/>
                </a:lnTo>
                <a:cubicBezTo>
                  <a:pt x="923258" y="1952816"/>
                  <a:pt x="923449" y="1949577"/>
                  <a:pt x="921639" y="1947482"/>
                </a:cubicBezTo>
                <a:lnTo>
                  <a:pt x="913162" y="1937766"/>
                </a:lnTo>
                <a:cubicBezTo>
                  <a:pt x="912304" y="1936718"/>
                  <a:pt x="911066" y="1936147"/>
                  <a:pt x="909638" y="1936052"/>
                </a:cubicBezTo>
                <a:cubicBezTo>
                  <a:pt x="908304" y="1936052"/>
                  <a:pt x="906971" y="1936432"/>
                  <a:pt x="905923" y="1937290"/>
                </a:cubicBezTo>
                <a:lnTo>
                  <a:pt x="896207" y="1945767"/>
                </a:lnTo>
                <a:cubicBezTo>
                  <a:pt x="895160" y="1946624"/>
                  <a:pt x="894588" y="1947863"/>
                  <a:pt x="894493" y="1949291"/>
                </a:cubicBezTo>
                <a:cubicBezTo>
                  <a:pt x="894493" y="1950625"/>
                  <a:pt x="894874" y="1951958"/>
                  <a:pt x="895731" y="1953006"/>
                </a:cubicBezTo>
                <a:lnTo>
                  <a:pt x="904208" y="1962722"/>
                </a:lnTo>
                <a:cubicBezTo>
                  <a:pt x="904780" y="1963293"/>
                  <a:pt x="905447" y="1963769"/>
                  <a:pt x="906209" y="1964055"/>
                </a:cubicBezTo>
                <a:lnTo>
                  <a:pt x="906018" y="2054924"/>
                </a:lnTo>
                <a:lnTo>
                  <a:pt x="979075" y="2125409"/>
                </a:lnTo>
                <a:cubicBezTo>
                  <a:pt x="978313" y="2127028"/>
                  <a:pt x="977741" y="2128742"/>
                  <a:pt x="977741" y="2130552"/>
                </a:cubicBezTo>
                <a:cubicBezTo>
                  <a:pt x="977741" y="2136934"/>
                  <a:pt x="982980" y="2142173"/>
                  <a:pt x="989362" y="2142173"/>
                </a:cubicBezTo>
                <a:cubicBezTo>
                  <a:pt x="995744" y="2142173"/>
                  <a:pt x="1000982" y="2136934"/>
                  <a:pt x="1000982" y="2130552"/>
                </a:cubicBezTo>
                <a:cubicBezTo>
                  <a:pt x="1000982" y="2124170"/>
                  <a:pt x="995744" y="2118932"/>
                  <a:pt x="989362" y="2118932"/>
                </a:cubicBezTo>
                <a:cubicBezTo>
                  <a:pt x="986600" y="2118932"/>
                  <a:pt x="984123" y="2120075"/>
                  <a:pt x="982123" y="2121694"/>
                </a:cubicBezTo>
                <a:lnTo>
                  <a:pt x="910876" y="2052923"/>
                </a:lnTo>
                <a:lnTo>
                  <a:pt x="911066" y="1963484"/>
                </a:lnTo>
                <a:cubicBezTo>
                  <a:pt x="911066" y="1963484"/>
                  <a:pt x="911352" y="1963293"/>
                  <a:pt x="911543" y="1963198"/>
                </a:cubicBezTo>
                <a:close/>
                <a:moveTo>
                  <a:pt x="989457" y="2121218"/>
                </a:moveTo>
                <a:cubicBezTo>
                  <a:pt x="994601" y="2121218"/>
                  <a:pt x="998696" y="2125409"/>
                  <a:pt x="998696" y="2130457"/>
                </a:cubicBezTo>
                <a:cubicBezTo>
                  <a:pt x="998696" y="2135505"/>
                  <a:pt x="994505" y="2139696"/>
                  <a:pt x="989457" y="2139696"/>
                </a:cubicBezTo>
                <a:cubicBezTo>
                  <a:pt x="984409" y="2139696"/>
                  <a:pt x="980218" y="2135505"/>
                  <a:pt x="980218" y="2130457"/>
                </a:cubicBezTo>
                <a:cubicBezTo>
                  <a:pt x="980218" y="2125409"/>
                  <a:pt x="984409" y="2121218"/>
                  <a:pt x="989457" y="2121218"/>
                </a:cubicBezTo>
                <a:close/>
                <a:moveTo>
                  <a:pt x="908114" y="1959578"/>
                </a:moveTo>
                <a:cubicBezTo>
                  <a:pt x="908114" y="1959578"/>
                  <a:pt x="907923" y="1959578"/>
                  <a:pt x="907923" y="1959483"/>
                </a:cubicBezTo>
                <a:lnTo>
                  <a:pt x="899446" y="1949291"/>
                </a:lnTo>
                <a:lnTo>
                  <a:pt x="909638" y="1940814"/>
                </a:lnTo>
                <a:lnTo>
                  <a:pt x="918115" y="1951006"/>
                </a:lnTo>
                <a:lnTo>
                  <a:pt x="908209" y="1959578"/>
                </a:lnTo>
                <a:close/>
                <a:moveTo>
                  <a:pt x="13716" y="2720912"/>
                </a:moveTo>
                <a:cubicBezTo>
                  <a:pt x="18002" y="2715292"/>
                  <a:pt x="26003" y="2714244"/>
                  <a:pt x="31623" y="2718435"/>
                </a:cubicBezTo>
                <a:cubicBezTo>
                  <a:pt x="37243" y="2722721"/>
                  <a:pt x="38291" y="2730722"/>
                  <a:pt x="34100" y="2736342"/>
                </a:cubicBezTo>
                <a:cubicBezTo>
                  <a:pt x="29813" y="2741962"/>
                  <a:pt x="21812" y="2743010"/>
                  <a:pt x="16193" y="2738819"/>
                </a:cubicBezTo>
                <a:cubicBezTo>
                  <a:pt x="10573" y="2734628"/>
                  <a:pt x="9525" y="2726531"/>
                  <a:pt x="13716" y="2720912"/>
                </a:cubicBezTo>
                <a:close/>
                <a:moveTo>
                  <a:pt x="1165193" y="723233"/>
                </a:moveTo>
                <a:cubicBezTo>
                  <a:pt x="1163669" y="723233"/>
                  <a:pt x="1162526" y="721995"/>
                  <a:pt x="1162526" y="720566"/>
                </a:cubicBezTo>
                <a:lnTo>
                  <a:pt x="1162526" y="707612"/>
                </a:lnTo>
                <a:cubicBezTo>
                  <a:pt x="1162526" y="706088"/>
                  <a:pt x="1163765" y="704945"/>
                  <a:pt x="1165193" y="704945"/>
                </a:cubicBezTo>
                <a:lnTo>
                  <a:pt x="1171194" y="704945"/>
                </a:lnTo>
                <a:cubicBezTo>
                  <a:pt x="1172718" y="704945"/>
                  <a:pt x="1173861" y="706184"/>
                  <a:pt x="1173861" y="707612"/>
                </a:cubicBezTo>
                <a:lnTo>
                  <a:pt x="1173861" y="720566"/>
                </a:lnTo>
                <a:cubicBezTo>
                  <a:pt x="1173861" y="722090"/>
                  <a:pt x="1172623" y="723233"/>
                  <a:pt x="1171194" y="723233"/>
                </a:cubicBezTo>
                <a:lnTo>
                  <a:pt x="1165193" y="723233"/>
                </a:lnTo>
                <a:close/>
                <a:moveTo>
                  <a:pt x="737045" y="1573435"/>
                </a:moveTo>
                <a:cubicBezTo>
                  <a:pt x="740759" y="1573435"/>
                  <a:pt x="743902" y="1570387"/>
                  <a:pt x="743902" y="1566577"/>
                </a:cubicBezTo>
                <a:lnTo>
                  <a:pt x="743902" y="1553909"/>
                </a:lnTo>
                <a:cubicBezTo>
                  <a:pt x="743902" y="1550194"/>
                  <a:pt x="740854" y="1547051"/>
                  <a:pt x="737045" y="1547051"/>
                </a:cubicBezTo>
                <a:lnTo>
                  <a:pt x="724376" y="1547051"/>
                </a:lnTo>
                <a:cubicBezTo>
                  <a:pt x="720662" y="1547051"/>
                  <a:pt x="717518" y="1550099"/>
                  <a:pt x="717518" y="1553909"/>
                </a:cubicBezTo>
                <a:lnTo>
                  <a:pt x="717518" y="1566577"/>
                </a:lnTo>
                <a:cubicBezTo>
                  <a:pt x="717518" y="1570292"/>
                  <a:pt x="720566" y="1573435"/>
                  <a:pt x="724376" y="1573435"/>
                </a:cubicBezTo>
                <a:lnTo>
                  <a:pt x="728377" y="1573435"/>
                </a:lnTo>
                <a:lnTo>
                  <a:pt x="728377" y="1703737"/>
                </a:lnTo>
                <a:lnTo>
                  <a:pt x="764381" y="1738408"/>
                </a:lnTo>
                <a:lnTo>
                  <a:pt x="760952" y="1741456"/>
                </a:lnTo>
                <a:cubicBezTo>
                  <a:pt x="759904" y="1742313"/>
                  <a:pt x="759333" y="1743551"/>
                  <a:pt x="759238" y="1744980"/>
                </a:cubicBezTo>
                <a:cubicBezTo>
                  <a:pt x="759238" y="1746314"/>
                  <a:pt x="759619" y="1747647"/>
                  <a:pt x="760476" y="1748695"/>
                </a:cubicBezTo>
                <a:lnTo>
                  <a:pt x="768953" y="1758410"/>
                </a:lnTo>
                <a:cubicBezTo>
                  <a:pt x="769811" y="1759458"/>
                  <a:pt x="771049" y="1760030"/>
                  <a:pt x="772477" y="1760125"/>
                </a:cubicBezTo>
                <a:cubicBezTo>
                  <a:pt x="772573" y="1760125"/>
                  <a:pt x="772668" y="1760125"/>
                  <a:pt x="772859" y="1760125"/>
                </a:cubicBezTo>
                <a:cubicBezTo>
                  <a:pt x="774097" y="1760125"/>
                  <a:pt x="775240" y="1759649"/>
                  <a:pt x="776192" y="1758887"/>
                </a:cubicBezTo>
                <a:lnTo>
                  <a:pt x="785908" y="1750409"/>
                </a:lnTo>
                <a:cubicBezTo>
                  <a:pt x="786956" y="1749552"/>
                  <a:pt x="787527" y="1748314"/>
                  <a:pt x="787622" y="1746885"/>
                </a:cubicBezTo>
                <a:cubicBezTo>
                  <a:pt x="787622" y="1745552"/>
                  <a:pt x="787241" y="1744218"/>
                  <a:pt x="786384" y="1743170"/>
                </a:cubicBezTo>
                <a:lnTo>
                  <a:pt x="777907" y="1733455"/>
                </a:lnTo>
                <a:cubicBezTo>
                  <a:pt x="777050" y="1732407"/>
                  <a:pt x="775811" y="1731836"/>
                  <a:pt x="774383" y="1731740"/>
                </a:cubicBezTo>
                <a:cubicBezTo>
                  <a:pt x="772954" y="1731645"/>
                  <a:pt x="771716" y="1732121"/>
                  <a:pt x="770668" y="1732978"/>
                </a:cubicBezTo>
                <a:lnTo>
                  <a:pt x="768001" y="1735265"/>
                </a:lnTo>
                <a:lnTo>
                  <a:pt x="733235" y="1701737"/>
                </a:lnTo>
                <a:lnTo>
                  <a:pt x="733235" y="1573435"/>
                </a:lnTo>
                <a:lnTo>
                  <a:pt x="737235" y="1573435"/>
                </a:lnTo>
                <a:close/>
                <a:moveTo>
                  <a:pt x="774192" y="1736598"/>
                </a:moveTo>
                <a:lnTo>
                  <a:pt x="782669" y="1746790"/>
                </a:lnTo>
                <a:lnTo>
                  <a:pt x="772477" y="1755267"/>
                </a:lnTo>
                <a:lnTo>
                  <a:pt x="763905" y="1745361"/>
                </a:lnTo>
                <a:cubicBezTo>
                  <a:pt x="763905" y="1745361"/>
                  <a:pt x="763905" y="1745171"/>
                  <a:pt x="764000" y="1745171"/>
                </a:cubicBezTo>
                <a:lnTo>
                  <a:pt x="774192" y="1736693"/>
                </a:lnTo>
                <a:close/>
                <a:moveTo>
                  <a:pt x="724376" y="1568672"/>
                </a:moveTo>
                <a:cubicBezTo>
                  <a:pt x="723233" y="1568672"/>
                  <a:pt x="722281" y="1567720"/>
                  <a:pt x="722281" y="1566577"/>
                </a:cubicBezTo>
                <a:lnTo>
                  <a:pt x="722281" y="1553909"/>
                </a:lnTo>
                <a:cubicBezTo>
                  <a:pt x="722281" y="1552766"/>
                  <a:pt x="723233" y="1551813"/>
                  <a:pt x="724376" y="1551813"/>
                </a:cubicBezTo>
                <a:lnTo>
                  <a:pt x="737045" y="1551813"/>
                </a:lnTo>
                <a:cubicBezTo>
                  <a:pt x="738188" y="1551813"/>
                  <a:pt x="739140" y="1552766"/>
                  <a:pt x="739140" y="1553909"/>
                </a:cubicBezTo>
                <a:lnTo>
                  <a:pt x="739140" y="1566577"/>
                </a:lnTo>
                <a:cubicBezTo>
                  <a:pt x="739140" y="1567720"/>
                  <a:pt x="738188" y="1568672"/>
                  <a:pt x="737045" y="1568672"/>
                </a:cubicBezTo>
                <a:lnTo>
                  <a:pt x="724376" y="1568672"/>
                </a:lnTo>
                <a:close/>
                <a:moveTo>
                  <a:pt x="801815" y="679514"/>
                </a:moveTo>
                <a:lnTo>
                  <a:pt x="762381" y="679514"/>
                </a:lnTo>
                <a:cubicBezTo>
                  <a:pt x="761333" y="675323"/>
                  <a:pt x="757619" y="672179"/>
                  <a:pt x="753142" y="672179"/>
                </a:cubicBezTo>
                <a:cubicBezTo>
                  <a:pt x="747713" y="672179"/>
                  <a:pt x="743331" y="676561"/>
                  <a:pt x="743331" y="681895"/>
                </a:cubicBezTo>
                <a:cubicBezTo>
                  <a:pt x="743331" y="687229"/>
                  <a:pt x="747713" y="691706"/>
                  <a:pt x="753142" y="691706"/>
                </a:cubicBezTo>
                <a:cubicBezTo>
                  <a:pt x="757714" y="691706"/>
                  <a:pt x="761333" y="688562"/>
                  <a:pt x="762381" y="684276"/>
                </a:cubicBezTo>
                <a:lnTo>
                  <a:pt x="800005" y="684276"/>
                </a:lnTo>
                <a:lnTo>
                  <a:pt x="838295" y="717804"/>
                </a:lnTo>
                <a:lnTo>
                  <a:pt x="874109" y="718185"/>
                </a:lnTo>
                <a:cubicBezTo>
                  <a:pt x="875157" y="722376"/>
                  <a:pt x="878872" y="725615"/>
                  <a:pt x="883444" y="725615"/>
                </a:cubicBezTo>
                <a:cubicBezTo>
                  <a:pt x="888873" y="725615"/>
                  <a:pt x="893254" y="721233"/>
                  <a:pt x="893254" y="715899"/>
                </a:cubicBezTo>
                <a:cubicBezTo>
                  <a:pt x="893254" y="710565"/>
                  <a:pt x="888873" y="706088"/>
                  <a:pt x="883444" y="706088"/>
                </a:cubicBezTo>
                <a:cubicBezTo>
                  <a:pt x="878872" y="706088"/>
                  <a:pt x="875252" y="709232"/>
                  <a:pt x="874204" y="713423"/>
                </a:cubicBezTo>
                <a:lnTo>
                  <a:pt x="840200" y="713137"/>
                </a:lnTo>
                <a:lnTo>
                  <a:pt x="801910" y="679609"/>
                </a:lnTo>
                <a:close/>
                <a:moveTo>
                  <a:pt x="753142" y="686943"/>
                </a:moveTo>
                <a:cubicBezTo>
                  <a:pt x="750379" y="686943"/>
                  <a:pt x="748094" y="684657"/>
                  <a:pt x="748094" y="681895"/>
                </a:cubicBezTo>
                <a:cubicBezTo>
                  <a:pt x="748094" y="679133"/>
                  <a:pt x="750379" y="676942"/>
                  <a:pt x="753142" y="676942"/>
                </a:cubicBezTo>
                <a:cubicBezTo>
                  <a:pt x="755904" y="676942"/>
                  <a:pt x="758095" y="679228"/>
                  <a:pt x="758095" y="681895"/>
                </a:cubicBezTo>
                <a:cubicBezTo>
                  <a:pt x="758095" y="684562"/>
                  <a:pt x="755809" y="686943"/>
                  <a:pt x="753142" y="686943"/>
                </a:cubicBezTo>
                <a:close/>
                <a:moveTo>
                  <a:pt x="883444" y="710851"/>
                </a:moveTo>
                <a:cubicBezTo>
                  <a:pt x="886206" y="710851"/>
                  <a:pt x="888492" y="713137"/>
                  <a:pt x="888492" y="715899"/>
                </a:cubicBezTo>
                <a:cubicBezTo>
                  <a:pt x="888492" y="718661"/>
                  <a:pt x="886206" y="720852"/>
                  <a:pt x="883444" y="720852"/>
                </a:cubicBezTo>
                <a:cubicBezTo>
                  <a:pt x="880682" y="720852"/>
                  <a:pt x="878396" y="718566"/>
                  <a:pt x="878396" y="715899"/>
                </a:cubicBezTo>
                <a:cubicBezTo>
                  <a:pt x="878396" y="713232"/>
                  <a:pt x="880682" y="710851"/>
                  <a:pt x="883444" y="710851"/>
                </a:cubicBezTo>
                <a:close/>
                <a:moveTo>
                  <a:pt x="1499997" y="1965389"/>
                </a:moveTo>
                <a:lnTo>
                  <a:pt x="1499997" y="1970151"/>
                </a:lnTo>
                <a:lnTo>
                  <a:pt x="1490472" y="1970151"/>
                </a:lnTo>
                <a:lnTo>
                  <a:pt x="1490472" y="1965389"/>
                </a:lnTo>
                <a:lnTo>
                  <a:pt x="1499997" y="1965389"/>
                </a:lnTo>
                <a:close/>
                <a:moveTo>
                  <a:pt x="1107662" y="1904048"/>
                </a:moveTo>
                <a:lnTo>
                  <a:pt x="1107662" y="1899285"/>
                </a:lnTo>
                <a:lnTo>
                  <a:pt x="1126712" y="1899285"/>
                </a:lnTo>
                <a:lnTo>
                  <a:pt x="1126712" y="1904048"/>
                </a:lnTo>
                <a:lnTo>
                  <a:pt x="1107662" y="1904048"/>
                </a:lnTo>
                <a:close/>
                <a:moveTo>
                  <a:pt x="787622" y="2300669"/>
                </a:moveTo>
                <a:cubicBezTo>
                  <a:pt x="784384" y="2299526"/>
                  <a:pt x="780955" y="2299716"/>
                  <a:pt x="777907" y="2301145"/>
                </a:cubicBezTo>
                <a:cubicBezTo>
                  <a:pt x="774859" y="2302574"/>
                  <a:pt x="772477" y="2305145"/>
                  <a:pt x="771430" y="2308384"/>
                </a:cubicBezTo>
                <a:cubicBezTo>
                  <a:pt x="770287" y="2311622"/>
                  <a:pt x="770477" y="2315051"/>
                  <a:pt x="771906" y="2318099"/>
                </a:cubicBezTo>
                <a:cubicBezTo>
                  <a:pt x="773335" y="2321147"/>
                  <a:pt x="775907" y="2323529"/>
                  <a:pt x="779145" y="2324576"/>
                </a:cubicBezTo>
                <a:cubicBezTo>
                  <a:pt x="780574" y="2325053"/>
                  <a:pt x="782002" y="2325338"/>
                  <a:pt x="783431" y="2325338"/>
                </a:cubicBezTo>
                <a:cubicBezTo>
                  <a:pt x="784955" y="2325338"/>
                  <a:pt x="786479" y="2324957"/>
                  <a:pt x="788003" y="2324386"/>
                </a:cubicBezTo>
                <a:lnTo>
                  <a:pt x="848297" y="2389442"/>
                </a:lnTo>
                <a:lnTo>
                  <a:pt x="848297" y="2421160"/>
                </a:lnTo>
                <a:cubicBezTo>
                  <a:pt x="844868" y="2421827"/>
                  <a:pt x="842201" y="2424779"/>
                  <a:pt x="842201" y="2428399"/>
                </a:cubicBezTo>
                <a:lnTo>
                  <a:pt x="842201" y="2476214"/>
                </a:lnTo>
                <a:cubicBezTo>
                  <a:pt x="842201" y="2480405"/>
                  <a:pt x="845534" y="2483739"/>
                  <a:pt x="849725" y="2483739"/>
                </a:cubicBezTo>
                <a:lnTo>
                  <a:pt x="851916" y="2483739"/>
                </a:lnTo>
                <a:cubicBezTo>
                  <a:pt x="856107" y="2483739"/>
                  <a:pt x="859441" y="2480405"/>
                  <a:pt x="859441" y="2476214"/>
                </a:cubicBezTo>
                <a:lnTo>
                  <a:pt x="859441" y="2428399"/>
                </a:lnTo>
                <a:cubicBezTo>
                  <a:pt x="859441" y="2424684"/>
                  <a:pt x="856679" y="2421731"/>
                  <a:pt x="853154" y="2421160"/>
                </a:cubicBezTo>
                <a:lnTo>
                  <a:pt x="853154" y="2387537"/>
                </a:lnTo>
                <a:cubicBezTo>
                  <a:pt x="853154" y="2387537"/>
                  <a:pt x="792004" y="2321719"/>
                  <a:pt x="792004" y="2321719"/>
                </a:cubicBezTo>
                <a:cubicBezTo>
                  <a:pt x="793433" y="2320385"/>
                  <a:pt x="794671" y="2318766"/>
                  <a:pt x="795338" y="2316861"/>
                </a:cubicBezTo>
                <a:cubicBezTo>
                  <a:pt x="797719" y="2310289"/>
                  <a:pt x="794195" y="2302955"/>
                  <a:pt x="787622" y="2300573"/>
                </a:cubicBezTo>
                <a:close/>
                <a:moveTo>
                  <a:pt x="790861" y="2315337"/>
                </a:moveTo>
                <a:cubicBezTo>
                  <a:pt x="790194" y="2317337"/>
                  <a:pt x="788670" y="2318957"/>
                  <a:pt x="786765" y="2319814"/>
                </a:cubicBezTo>
                <a:cubicBezTo>
                  <a:pt x="784860" y="2320766"/>
                  <a:pt x="782669" y="2320862"/>
                  <a:pt x="780669" y="2320100"/>
                </a:cubicBezTo>
                <a:cubicBezTo>
                  <a:pt x="778669" y="2319433"/>
                  <a:pt x="777050" y="2317909"/>
                  <a:pt x="776192" y="2316004"/>
                </a:cubicBezTo>
                <a:cubicBezTo>
                  <a:pt x="775240" y="2314099"/>
                  <a:pt x="775145" y="2311908"/>
                  <a:pt x="775907" y="2309908"/>
                </a:cubicBezTo>
                <a:cubicBezTo>
                  <a:pt x="776573" y="2307908"/>
                  <a:pt x="778097" y="2306288"/>
                  <a:pt x="780002" y="2305431"/>
                </a:cubicBezTo>
                <a:cubicBezTo>
                  <a:pt x="781050" y="2304955"/>
                  <a:pt x="782288" y="2304669"/>
                  <a:pt x="783431" y="2304669"/>
                </a:cubicBezTo>
                <a:cubicBezTo>
                  <a:pt x="784289" y="2304669"/>
                  <a:pt x="785241" y="2304860"/>
                  <a:pt x="786098" y="2305145"/>
                </a:cubicBezTo>
                <a:lnTo>
                  <a:pt x="786098" y="2305145"/>
                </a:lnTo>
                <a:cubicBezTo>
                  <a:pt x="790194" y="2306574"/>
                  <a:pt x="792385" y="2311146"/>
                  <a:pt x="790956" y="2315337"/>
                </a:cubicBezTo>
                <a:close/>
                <a:moveTo>
                  <a:pt x="857060" y="2476310"/>
                </a:moveTo>
                <a:cubicBezTo>
                  <a:pt x="857060" y="2479167"/>
                  <a:pt x="854774" y="2481453"/>
                  <a:pt x="851916" y="2481453"/>
                </a:cubicBezTo>
                <a:lnTo>
                  <a:pt x="849725" y="2481453"/>
                </a:lnTo>
                <a:cubicBezTo>
                  <a:pt x="846868" y="2481453"/>
                  <a:pt x="844582" y="2479167"/>
                  <a:pt x="844582" y="2476310"/>
                </a:cubicBezTo>
                <a:lnTo>
                  <a:pt x="844582" y="2473452"/>
                </a:lnTo>
                <a:lnTo>
                  <a:pt x="857060" y="2473452"/>
                </a:lnTo>
                <a:lnTo>
                  <a:pt x="857060" y="2476310"/>
                </a:lnTo>
                <a:close/>
                <a:moveTo>
                  <a:pt x="857060" y="2471071"/>
                </a:moveTo>
                <a:lnTo>
                  <a:pt x="844582" y="2471071"/>
                </a:lnTo>
                <a:lnTo>
                  <a:pt x="844582" y="2470404"/>
                </a:lnTo>
                <a:lnTo>
                  <a:pt x="857060" y="2470404"/>
                </a:lnTo>
                <a:lnTo>
                  <a:pt x="857060" y="2471071"/>
                </a:lnTo>
                <a:close/>
                <a:moveTo>
                  <a:pt x="857060" y="2468023"/>
                </a:moveTo>
                <a:lnTo>
                  <a:pt x="844582" y="2468023"/>
                </a:lnTo>
                <a:lnTo>
                  <a:pt x="844582" y="2461165"/>
                </a:lnTo>
                <a:lnTo>
                  <a:pt x="857060" y="2461165"/>
                </a:lnTo>
                <a:lnTo>
                  <a:pt x="857060" y="2468023"/>
                </a:lnTo>
                <a:close/>
                <a:moveTo>
                  <a:pt x="857060" y="2458117"/>
                </a:moveTo>
                <a:lnTo>
                  <a:pt x="844582" y="2458117"/>
                </a:lnTo>
                <a:lnTo>
                  <a:pt x="844582" y="2449068"/>
                </a:lnTo>
                <a:lnTo>
                  <a:pt x="857060" y="2449068"/>
                </a:lnTo>
                <a:lnTo>
                  <a:pt x="857060" y="2458117"/>
                </a:lnTo>
                <a:close/>
                <a:moveTo>
                  <a:pt x="857060" y="2446687"/>
                </a:moveTo>
                <a:lnTo>
                  <a:pt x="844582" y="2446687"/>
                </a:lnTo>
                <a:lnTo>
                  <a:pt x="844582" y="2446020"/>
                </a:lnTo>
                <a:lnTo>
                  <a:pt x="857060" y="2446020"/>
                </a:lnTo>
                <a:lnTo>
                  <a:pt x="857060" y="2446687"/>
                </a:lnTo>
                <a:close/>
                <a:moveTo>
                  <a:pt x="857060" y="2443639"/>
                </a:moveTo>
                <a:lnTo>
                  <a:pt x="844582" y="2443639"/>
                </a:lnTo>
                <a:lnTo>
                  <a:pt x="844582" y="2434781"/>
                </a:lnTo>
                <a:lnTo>
                  <a:pt x="857060" y="2434781"/>
                </a:lnTo>
                <a:lnTo>
                  <a:pt x="857060" y="2443639"/>
                </a:lnTo>
                <a:close/>
                <a:moveTo>
                  <a:pt x="851916" y="2423351"/>
                </a:moveTo>
                <a:cubicBezTo>
                  <a:pt x="854774" y="2423351"/>
                  <a:pt x="857060" y="2425637"/>
                  <a:pt x="857060" y="2428494"/>
                </a:cubicBezTo>
                <a:lnTo>
                  <a:pt x="857060" y="2431923"/>
                </a:lnTo>
                <a:lnTo>
                  <a:pt x="844582" y="2431923"/>
                </a:lnTo>
                <a:lnTo>
                  <a:pt x="844582" y="2428494"/>
                </a:lnTo>
                <a:cubicBezTo>
                  <a:pt x="844582" y="2425637"/>
                  <a:pt x="846868" y="2423351"/>
                  <a:pt x="849725" y="2423351"/>
                </a:cubicBezTo>
                <a:lnTo>
                  <a:pt x="851916" y="2423351"/>
                </a:lnTo>
                <a:close/>
                <a:moveTo>
                  <a:pt x="705802" y="1665256"/>
                </a:moveTo>
                <a:cubicBezTo>
                  <a:pt x="705802" y="1658398"/>
                  <a:pt x="700183" y="1652873"/>
                  <a:pt x="693420" y="1652873"/>
                </a:cubicBezTo>
                <a:cubicBezTo>
                  <a:pt x="686657" y="1652873"/>
                  <a:pt x="681038" y="1658398"/>
                  <a:pt x="681038" y="1665256"/>
                </a:cubicBezTo>
                <a:cubicBezTo>
                  <a:pt x="681038" y="1671066"/>
                  <a:pt x="685133" y="1675733"/>
                  <a:pt x="690563" y="1677067"/>
                </a:cubicBezTo>
                <a:lnTo>
                  <a:pt x="690372" y="1750981"/>
                </a:lnTo>
                <a:lnTo>
                  <a:pt x="718852" y="1781461"/>
                </a:lnTo>
                <a:lnTo>
                  <a:pt x="715327" y="1784509"/>
                </a:lnTo>
                <a:cubicBezTo>
                  <a:pt x="714185" y="1785461"/>
                  <a:pt x="714089" y="1787176"/>
                  <a:pt x="715042" y="1788319"/>
                </a:cubicBezTo>
                <a:lnTo>
                  <a:pt x="723519" y="1798034"/>
                </a:lnTo>
                <a:cubicBezTo>
                  <a:pt x="724472" y="1799177"/>
                  <a:pt x="726186" y="1799273"/>
                  <a:pt x="727329" y="1798320"/>
                </a:cubicBezTo>
                <a:lnTo>
                  <a:pt x="737045" y="1789843"/>
                </a:lnTo>
                <a:cubicBezTo>
                  <a:pt x="738188" y="1788890"/>
                  <a:pt x="738283" y="1787176"/>
                  <a:pt x="737330" y="1786033"/>
                </a:cubicBezTo>
                <a:lnTo>
                  <a:pt x="728853" y="1776317"/>
                </a:lnTo>
                <a:cubicBezTo>
                  <a:pt x="727901" y="1775174"/>
                  <a:pt x="726186" y="1775079"/>
                  <a:pt x="725043" y="1776032"/>
                </a:cubicBezTo>
                <a:lnTo>
                  <a:pt x="722376" y="1778318"/>
                </a:lnTo>
                <a:lnTo>
                  <a:pt x="695135" y="1749076"/>
                </a:lnTo>
                <a:lnTo>
                  <a:pt x="695325" y="1677257"/>
                </a:lnTo>
                <a:cubicBezTo>
                  <a:pt x="701231" y="1676305"/>
                  <a:pt x="705898" y="1671447"/>
                  <a:pt x="705898" y="1665256"/>
                </a:cubicBezTo>
                <a:close/>
                <a:moveTo>
                  <a:pt x="693325" y="1672876"/>
                </a:moveTo>
                <a:cubicBezTo>
                  <a:pt x="689134" y="1672876"/>
                  <a:pt x="685705" y="1669447"/>
                  <a:pt x="685705" y="1665256"/>
                </a:cubicBezTo>
                <a:cubicBezTo>
                  <a:pt x="685705" y="1661065"/>
                  <a:pt x="689134" y="1657636"/>
                  <a:pt x="693325" y="1657636"/>
                </a:cubicBezTo>
                <a:cubicBezTo>
                  <a:pt x="697516" y="1657636"/>
                  <a:pt x="700945" y="1661065"/>
                  <a:pt x="700945" y="1665256"/>
                </a:cubicBezTo>
                <a:cubicBezTo>
                  <a:pt x="700945" y="1669447"/>
                  <a:pt x="697516" y="1672876"/>
                  <a:pt x="693325" y="1672876"/>
                </a:cubicBezTo>
                <a:close/>
                <a:moveTo>
                  <a:pt x="1162431" y="739807"/>
                </a:moveTo>
                <a:cubicBezTo>
                  <a:pt x="1167098" y="739807"/>
                  <a:pt x="1170813" y="743522"/>
                  <a:pt x="1170813" y="748189"/>
                </a:cubicBezTo>
                <a:cubicBezTo>
                  <a:pt x="1170813" y="752856"/>
                  <a:pt x="1167098" y="756571"/>
                  <a:pt x="1162431" y="756571"/>
                </a:cubicBezTo>
                <a:cubicBezTo>
                  <a:pt x="1157764" y="756571"/>
                  <a:pt x="1154049" y="752856"/>
                  <a:pt x="1154049" y="748189"/>
                </a:cubicBezTo>
                <a:cubicBezTo>
                  <a:pt x="1154049" y="743522"/>
                  <a:pt x="1157764" y="739807"/>
                  <a:pt x="1162431" y="739807"/>
                </a:cubicBezTo>
                <a:close/>
                <a:moveTo>
                  <a:pt x="882491" y="1898332"/>
                </a:moveTo>
                <a:cubicBezTo>
                  <a:pt x="882491" y="1891379"/>
                  <a:pt x="888111" y="1885664"/>
                  <a:pt x="895160" y="1885664"/>
                </a:cubicBezTo>
                <a:cubicBezTo>
                  <a:pt x="902208" y="1885664"/>
                  <a:pt x="907828" y="1891284"/>
                  <a:pt x="907828" y="1898332"/>
                </a:cubicBezTo>
                <a:cubicBezTo>
                  <a:pt x="907828" y="1905381"/>
                  <a:pt x="902208" y="1911001"/>
                  <a:pt x="895160" y="1911001"/>
                </a:cubicBezTo>
                <a:cubicBezTo>
                  <a:pt x="888111" y="1911001"/>
                  <a:pt x="882491" y="1905381"/>
                  <a:pt x="882491" y="1898332"/>
                </a:cubicBezTo>
                <a:close/>
                <a:moveTo>
                  <a:pt x="1634585" y="1999964"/>
                </a:moveTo>
                <a:cubicBezTo>
                  <a:pt x="1634585" y="1995392"/>
                  <a:pt x="1638300" y="1991678"/>
                  <a:pt x="1642872" y="1991678"/>
                </a:cubicBezTo>
                <a:cubicBezTo>
                  <a:pt x="1647444" y="1991678"/>
                  <a:pt x="1651159" y="1995392"/>
                  <a:pt x="1651159" y="1999964"/>
                </a:cubicBezTo>
                <a:cubicBezTo>
                  <a:pt x="1651159" y="2004536"/>
                  <a:pt x="1647444" y="2008251"/>
                  <a:pt x="1642872" y="2008251"/>
                </a:cubicBezTo>
                <a:cubicBezTo>
                  <a:pt x="1638300" y="2008251"/>
                  <a:pt x="1634585" y="2004536"/>
                  <a:pt x="1634585" y="1999964"/>
                </a:cubicBezTo>
                <a:close/>
                <a:moveTo>
                  <a:pt x="13430" y="2757011"/>
                </a:moveTo>
                <a:cubicBezTo>
                  <a:pt x="17717" y="2751392"/>
                  <a:pt x="25718" y="2750344"/>
                  <a:pt x="31337" y="2754535"/>
                </a:cubicBezTo>
                <a:cubicBezTo>
                  <a:pt x="36957" y="2758821"/>
                  <a:pt x="38005" y="2766822"/>
                  <a:pt x="33814" y="2772442"/>
                </a:cubicBezTo>
                <a:cubicBezTo>
                  <a:pt x="29528" y="2778062"/>
                  <a:pt x="21527" y="2779109"/>
                  <a:pt x="15907" y="2774918"/>
                </a:cubicBezTo>
                <a:cubicBezTo>
                  <a:pt x="10287" y="2770632"/>
                  <a:pt x="9239" y="2762631"/>
                  <a:pt x="13430" y="2757011"/>
                </a:cubicBezTo>
                <a:close/>
                <a:moveTo>
                  <a:pt x="1279874" y="1972437"/>
                </a:moveTo>
                <a:lnTo>
                  <a:pt x="1279874" y="1964341"/>
                </a:lnTo>
                <a:lnTo>
                  <a:pt x="1255109" y="1964341"/>
                </a:lnTo>
                <a:lnTo>
                  <a:pt x="1255109" y="1989106"/>
                </a:lnTo>
                <a:lnTo>
                  <a:pt x="1279874" y="1989106"/>
                </a:lnTo>
                <a:lnTo>
                  <a:pt x="1279874" y="1981962"/>
                </a:lnTo>
                <a:lnTo>
                  <a:pt x="1388936" y="1981962"/>
                </a:lnTo>
                <a:lnTo>
                  <a:pt x="1425512" y="2004632"/>
                </a:lnTo>
                <a:lnTo>
                  <a:pt x="1623632" y="2004632"/>
                </a:lnTo>
                <a:cubicBezTo>
                  <a:pt x="1625822" y="2013299"/>
                  <a:pt x="1633633" y="2019872"/>
                  <a:pt x="1642967" y="2019872"/>
                </a:cubicBezTo>
                <a:cubicBezTo>
                  <a:pt x="1653445" y="2019872"/>
                  <a:pt x="1661922" y="2011775"/>
                  <a:pt x="1662779" y="2001488"/>
                </a:cubicBezTo>
                <a:lnTo>
                  <a:pt x="1673924" y="2001298"/>
                </a:lnTo>
                <a:lnTo>
                  <a:pt x="1715167" y="2042160"/>
                </a:lnTo>
                <a:lnTo>
                  <a:pt x="1731169" y="2042541"/>
                </a:lnTo>
                <a:lnTo>
                  <a:pt x="1955006" y="2256377"/>
                </a:lnTo>
                <a:lnTo>
                  <a:pt x="1956054" y="2257330"/>
                </a:lnTo>
                <a:lnTo>
                  <a:pt x="2009299" y="2257330"/>
                </a:lnTo>
                <a:cubicBezTo>
                  <a:pt x="2010823" y="2261997"/>
                  <a:pt x="2015109" y="2265521"/>
                  <a:pt x="2020348" y="2265521"/>
                </a:cubicBezTo>
                <a:cubicBezTo>
                  <a:pt x="2026825" y="2265521"/>
                  <a:pt x="2032159" y="2260187"/>
                  <a:pt x="2032159" y="2253710"/>
                </a:cubicBezTo>
                <a:cubicBezTo>
                  <a:pt x="2032159" y="2247233"/>
                  <a:pt x="2026825" y="2241899"/>
                  <a:pt x="2020348" y="2241899"/>
                </a:cubicBezTo>
                <a:cubicBezTo>
                  <a:pt x="2015109" y="2241899"/>
                  <a:pt x="2010823" y="2245328"/>
                  <a:pt x="2009299" y="2250091"/>
                </a:cubicBezTo>
                <a:lnTo>
                  <a:pt x="1958816" y="2250091"/>
                </a:lnTo>
                <a:cubicBezTo>
                  <a:pt x="1958816" y="2250091"/>
                  <a:pt x="1734026" y="2035397"/>
                  <a:pt x="1734026" y="2035397"/>
                </a:cubicBezTo>
                <a:lnTo>
                  <a:pt x="1718024" y="2035016"/>
                </a:lnTo>
                <a:lnTo>
                  <a:pt x="1676686" y="1994059"/>
                </a:lnTo>
                <a:lnTo>
                  <a:pt x="1661922" y="1994249"/>
                </a:lnTo>
                <a:cubicBezTo>
                  <a:pt x="1659541" y="1985963"/>
                  <a:pt x="1651921" y="1979771"/>
                  <a:pt x="1642872" y="1979771"/>
                </a:cubicBezTo>
                <a:cubicBezTo>
                  <a:pt x="1633823" y="1979771"/>
                  <a:pt x="1625727" y="1986248"/>
                  <a:pt x="1623536" y="1995011"/>
                </a:cubicBezTo>
                <a:lnTo>
                  <a:pt x="1428083" y="1995011"/>
                </a:lnTo>
                <a:lnTo>
                  <a:pt x="1391507" y="1972342"/>
                </a:lnTo>
                <a:lnTo>
                  <a:pt x="1279779" y="1972342"/>
                </a:lnTo>
                <a:close/>
                <a:moveTo>
                  <a:pt x="1275112" y="1984343"/>
                </a:moveTo>
                <a:lnTo>
                  <a:pt x="1259872" y="1984343"/>
                </a:lnTo>
                <a:lnTo>
                  <a:pt x="1259872" y="1969103"/>
                </a:lnTo>
                <a:lnTo>
                  <a:pt x="1275112" y="1969103"/>
                </a:lnTo>
                <a:lnTo>
                  <a:pt x="1275112" y="1984343"/>
                </a:lnTo>
                <a:close/>
                <a:moveTo>
                  <a:pt x="2020348" y="2246852"/>
                </a:moveTo>
                <a:cubicBezTo>
                  <a:pt x="2024253" y="2246852"/>
                  <a:pt x="2027396" y="2249996"/>
                  <a:pt x="2027396" y="2253901"/>
                </a:cubicBezTo>
                <a:cubicBezTo>
                  <a:pt x="2027396" y="2257806"/>
                  <a:pt x="2024253" y="2260949"/>
                  <a:pt x="2020348" y="2260949"/>
                </a:cubicBezTo>
                <a:cubicBezTo>
                  <a:pt x="2016443" y="2260949"/>
                  <a:pt x="2013299" y="2257806"/>
                  <a:pt x="2013299" y="2253901"/>
                </a:cubicBezTo>
                <a:cubicBezTo>
                  <a:pt x="2013299" y="2249996"/>
                  <a:pt x="2016443" y="2246852"/>
                  <a:pt x="2020348" y="2246852"/>
                </a:cubicBezTo>
                <a:close/>
                <a:moveTo>
                  <a:pt x="1642872" y="1984724"/>
                </a:moveTo>
                <a:cubicBezTo>
                  <a:pt x="1651254" y="1984724"/>
                  <a:pt x="1658112" y="1991582"/>
                  <a:pt x="1658112" y="1999964"/>
                </a:cubicBezTo>
                <a:cubicBezTo>
                  <a:pt x="1658112" y="2008346"/>
                  <a:pt x="1651254" y="2015204"/>
                  <a:pt x="1642872" y="2015204"/>
                </a:cubicBezTo>
                <a:cubicBezTo>
                  <a:pt x="1634490" y="2015204"/>
                  <a:pt x="1627632" y="2008346"/>
                  <a:pt x="1627632" y="1999964"/>
                </a:cubicBezTo>
                <a:cubicBezTo>
                  <a:pt x="1627632" y="1991582"/>
                  <a:pt x="1634490" y="1984724"/>
                  <a:pt x="1642872" y="1984724"/>
                </a:cubicBezTo>
                <a:close/>
                <a:moveTo>
                  <a:pt x="1480947" y="1965389"/>
                </a:moveTo>
                <a:lnTo>
                  <a:pt x="1480947" y="1970151"/>
                </a:lnTo>
                <a:lnTo>
                  <a:pt x="1471422" y="1970151"/>
                </a:lnTo>
                <a:lnTo>
                  <a:pt x="1471422" y="1965389"/>
                </a:lnTo>
                <a:lnTo>
                  <a:pt x="1480947" y="1965389"/>
                </a:lnTo>
                <a:close/>
                <a:moveTo>
                  <a:pt x="1426655" y="1974247"/>
                </a:moveTo>
                <a:cubicBezTo>
                  <a:pt x="1422464" y="1974247"/>
                  <a:pt x="1419035" y="1970818"/>
                  <a:pt x="1419035" y="1966627"/>
                </a:cubicBezTo>
                <a:cubicBezTo>
                  <a:pt x="1419035" y="1962436"/>
                  <a:pt x="1422464" y="1959007"/>
                  <a:pt x="1426655" y="1959007"/>
                </a:cubicBezTo>
                <a:cubicBezTo>
                  <a:pt x="1430369" y="1959007"/>
                  <a:pt x="1433322" y="1961769"/>
                  <a:pt x="1433989" y="1965293"/>
                </a:cubicBezTo>
                <a:lnTo>
                  <a:pt x="1442847" y="1965293"/>
                </a:lnTo>
                <a:lnTo>
                  <a:pt x="1442847" y="1970056"/>
                </a:lnTo>
                <a:lnTo>
                  <a:pt x="1433322" y="1970056"/>
                </a:lnTo>
                <a:cubicBezTo>
                  <a:pt x="1432084" y="1972437"/>
                  <a:pt x="1429607" y="1974152"/>
                  <a:pt x="1426655" y="1974152"/>
                </a:cubicBezTo>
                <a:close/>
                <a:moveTo>
                  <a:pt x="1461897" y="1965389"/>
                </a:moveTo>
                <a:lnTo>
                  <a:pt x="1461897" y="1970151"/>
                </a:lnTo>
                <a:lnTo>
                  <a:pt x="1452372" y="1970151"/>
                </a:lnTo>
                <a:lnTo>
                  <a:pt x="1452372" y="1965389"/>
                </a:lnTo>
                <a:lnTo>
                  <a:pt x="1461897" y="1965389"/>
                </a:lnTo>
                <a:close/>
                <a:moveTo>
                  <a:pt x="1014889" y="1904048"/>
                </a:moveTo>
                <a:lnTo>
                  <a:pt x="995839" y="1904048"/>
                </a:lnTo>
                <a:lnTo>
                  <a:pt x="995839" y="1899285"/>
                </a:lnTo>
                <a:lnTo>
                  <a:pt x="1014889" y="1899285"/>
                </a:lnTo>
                <a:lnTo>
                  <a:pt x="1014889" y="1904048"/>
                </a:lnTo>
                <a:close/>
                <a:moveTo>
                  <a:pt x="1311212" y="1385602"/>
                </a:moveTo>
                <a:lnTo>
                  <a:pt x="1260157" y="1432084"/>
                </a:lnTo>
                <a:lnTo>
                  <a:pt x="835343" y="1432274"/>
                </a:lnTo>
                <a:lnTo>
                  <a:pt x="774097" y="1483805"/>
                </a:lnTo>
                <a:lnTo>
                  <a:pt x="775907" y="1693640"/>
                </a:lnTo>
                <a:lnTo>
                  <a:pt x="814007" y="1727835"/>
                </a:lnTo>
                <a:lnTo>
                  <a:pt x="812292" y="1823180"/>
                </a:lnTo>
                <a:lnTo>
                  <a:pt x="871347" y="1888331"/>
                </a:lnTo>
                <a:cubicBezTo>
                  <a:pt x="869537" y="1892713"/>
                  <a:pt x="868871" y="1897475"/>
                  <a:pt x="869537" y="1902238"/>
                </a:cubicBezTo>
                <a:cubicBezTo>
                  <a:pt x="870585" y="1909096"/>
                  <a:pt x="874204" y="1915097"/>
                  <a:pt x="879824" y="1919192"/>
                </a:cubicBezTo>
                <a:cubicBezTo>
                  <a:pt x="891350" y="1927574"/>
                  <a:pt x="907542" y="1925098"/>
                  <a:pt x="915924" y="1913668"/>
                </a:cubicBezTo>
                <a:cubicBezTo>
                  <a:pt x="918020" y="1910810"/>
                  <a:pt x="919448" y="1907477"/>
                  <a:pt x="920306" y="1904143"/>
                </a:cubicBezTo>
                <a:lnTo>
                  <a:pt x="938594" y="1904143"/>
                </a:lnTo>
                <a:lnTo>
                  <a:pt x="938594" y="1899380"/>
                </a:lnTo>
                <a:lnTo>
                  <a:pt x="920877" y="1899380"/>
                </a:lnTo>
                <a:cubicBezTo>
                  <a:pt x="920877" y="1898714"/>
                  <a:pt x="920877" y="1898047"/>
                  <a:pt x="920782" y="1897380"/>
                </a:cubicBezTo>
                <a:lnTo>
                  <a:pt x="1018699" y="1897380"/>
                </a:lnTo>
                <a:cubicBezTo>
                  <a:pt x="1018699" y="1898999"/>
                  <a:pt x="1018699" y="1900619"/>
                  <a:pt x="1018985" y="1902333"/>
                </a:cubicBezTo>
                <a:cubicBezTo>
                  <a:pt x="1020032" y="1909191"/>
                  <a:pt x="1023652" y="1915192"/>
                  <a:pt x="1029272" y="1919288"/>
                </a:cubicBezTo>
                <a:cubicBezTo>
                  <a:pt x="1032510" y="1921669"/>
                  <a:pt x="1036129" y="1923098"/>
                  <a:pt x="1039844" y="1923764"/>
                </a:cubicBezTo>
                <a:lnTo>
                  <a:pt x="1039844" y="1968627"/>
                </a:lnTo>
                <a:lnTo>
                  <a:pt x="1052227" y="1983010"/>
                </a:lnTo>
                <a:lnTo>
                  <a:pt x="1191673" y="1983010"/>
                </a:lnTo>
                <a:lnTo>
                  <a:pt x="1191673" y="1989296"/>
                </a:lnTo>
                <a:lnTo>
                  <a:pt x="1216438" y="1989296"/>
                </a:lnTo>
                <a:lnTo>
                  <a:pt x="1216438" y="1964531"/>
                </a:lnTo>
                <a:lnTo>
                  <a:pt x="1191673" y="1964531"/>
                </a:lnTo>
                <a:lnTo>
                  <a:pt x="1191673" y="1973485"/>
                </a:lnTo>
                <a:lnTo>
                  <a:pt x="1056608" y="1973485"/>
                </a:lnTo>
                <a:lnTo>
                  <a:pt x="1049369" y="1965103"/>
                </a:lnTo>
                <a:lnTo>
                  <a:pt x="1049369" y="1923764"/>
                </a:lnTo>
                <a:cubicBezTo>
                  <a:pt x="1055561" y="1922621"/>
                  <a:pt x="1061371" y="1919192"/>
                  <a:pt x="1065467" y="1913763"/>
                </a:cubicBezTo>
                <a:cubicBezTo>
                  <a:pt x="1067562" y="1910906"/>
                  <a:pt x="1068991" y="1907572"/>
                  <a:pt x="1069848" y="1904238"/>
                </a:cubicBezTo>
                <a:lnTo>
                  <a:pt x="1088708" y="1904238"/>
                </a:lnTo>
                <a:lnTo>
                  <a:pt x="1088708" y="1899476"/>
                </a:lnTo>
                <a:lnTo>
                  <a:pt x="1070515" y="1899476"/>
                </a:lnTo>
                <a:cubicBezTo>
                  <a:pt x="1070515" y="1898809"/>
                  <a:pt x="1070515" y="1898142"/>
                  <a:pt x="1070420" y="1897475"/>
                </a:cubicBezTo>
                <a:lnTo>
                  <a:pt x="1168337" y="1897475"/>
                </a:lnTo>
                <a:cubicBezTo>
                  <a:pt x="1168337" y="1899095"/>
                  <a:pt x="1168337" y="1900714"/>
                  <a:pt x="1168622" y="1902428"/>
                </a:cubicBezTo>
                <a:cubicBezTo>
                  <a:pt x="1169670" y="1909286"/>
                  <a:pt x="1173290" y="1915287"/>
                  <a:pt x="1178909" y="1919383"/>
                </a:cubicBezTo>
                <a:cubicBezTo>
                  <a:pt x="1190435" y="1927765"/>
                  <a:pt x="1206627" y="1925288"/>
                  <a:pt x="1215009" y="1913858"/>
                </a:cubicBezTo>
                <a:cubicBezTo>
                  <a:pt x="1217676" y="1910144"/>
                  <a:pt x="1219200" y="1905953"/>
                  <a:pt x="1219772" y="1901571"/>
                </a:cubicBezTo>
                <a:lnTo>
                  <a:pt x="1236821" y="1914430"/>
                </a:lnTo>
                <a:lnTo>
                  <a:pt x="1283780" y="1914430"/>
                </a:lnTo>
                <a:cubicBezTo>
                  <a:pt x="1284351" y="1916811"/>
                  <a:pt x="1286351" y="1918621"/>
                  <a:pt x="1289018" y="1918621"/>
                </a:cubicBezTo>
                <a:cubicBezTo>
                  <a:pt x="1291019" y="1918621"/>
                  <a:pt x="1292733" y="1917478"/>
                  <a:pt x="1293686" y="1915859"/>
                </a:cubicBezTo>
                <a:lnTo>
                  <a:pt x="1383316" y="1916240"/>
                </a:lnTo>
                <a:lnTo>
                  <a:pt x="1402366" y="1927384"/>
                </a:lnTo>
                <a:lnTo>
                  <a:pt x="1522286" y="1926622"/>
                </a:lnTo>
                <a:lnTo>
                  <a:pt x="1534192" y="1934051"/>
                </a:lnTo>
                <a:lnTo>
                  <a:pt x="1596866" y="1933670"/>
                </a:lnTo>
                <a:lnTo>
                  <a:pt x="1645825" y="1875568"/>
                </a:lnTo>
                <a:lnTo>
                  <a:pt x="1676591" y="1875568"/>
                </a:lnTo>
                <a:cubicBezTo>
                  <a:pt x="1677638" y="1879949"/>
                  <a:pt x="1681258" y="1883378"/>
                  <a:pt x="1686020" y="1883664"/>
                </a:cubicBezTo>
                <a:cubicBezTo>
                  <a:pt x="1686211" y="1883664"/>
                  <a:pt x="1686497" y="1883664"/>
                  <a:pt x="1686687" y="1883664"/>
                </a:cubicBezTo>
                <a:cubicBezTo>
                  <a:pt x="1692212" y="1883664"/>
                  <a:pt x="1696784" y="1879378"/>
                  <a:pt x="1697165" y="1873853"/>
                </a:cubicBezTo>
                <a:cubicBezTo>
                  <a:pt x="1697546" y="1868043"/>
                  <a:pt x="1693164" y="1863090"/>
                  <a:pt x="1687354" y="1862709"/>
                </a:cubicBezTo>
                <a:cubicBezTo>
                  <a:pt x="1682306" y="1862328"/>
                  <a:pt x="1677829" y="1865948"/>
                  <a:pt x="1676686" y="1870805"/>
                </a:cubicBezTo>
                <a:lnTo>
                  <a:pt x="1643634" y="1870805"/>
                </a:lnTo>
                <a:lnTo>
                  <a:pt x="1594676" y="1928908"/>
                </a:lnTo>
                <a:lnTo>
                  <a:pt x="1535621" y="1929289"/>
                </a:lnTo>
                <a:lnTo>
                  <a:pt x="1523714" y="1921859"/>
                </a:lnTo>
                <a:lnTo>
                  <a:pt x="1403795" y="1922621"/>
                </a:lnTo>
                <a:lnTo>
                  <a:pt x="1384840" y="1911477"/>
                </a:lnTo>
                <a:lnTo>
                  <a:pt x="1294257" y="1911096"/>
                </a:lnTo>
                <a:cubicBezTo>
                  <a:pt x="1293400" y="1909191"/>
                  <a:pt x="1291495" y="1907762"/>
                  <a:pt x="1289304" y="1907762"/>
                </a:cubicBezTo>
                <a:cubicBezTo>
                  <a:pt x="1286732" y="1907762"/>
                  <a:pt x="1284637" y="1909572"/>
                  <a:pt x="1284065" y="1912049"/>
                </a:cubicBezTo>
                <a:lnTo>
                  <a:pt x="1237964" y="1912049"/>
                </a:lnTo>
                <a:cubicBezTo>
                  <a:pt x="1237964" y="1912049"/>
                  <a:pt x="1220343" y="1898714"/>
                  <a:pt x="1220343" y="1898714"/>
                </a:cubicBezTo>
                <a:cubicBezTo>
                  <a:pt x="1220343" y="1898618"/>
                  <a:pt x="1220343" y="1898523"/>
                  <a:pt x="1220343" y="1898428"/>
                </a:cubicBezTo>
                <a:lnTo>
                  <a:pt x="1237964" y="1885093"/>
                </a:lnTo>
                <a:lnTo>
                  <a:pt x="1283970" y="1885093"/>
                </a:lnTo>
                <a:cubicBezTo>
                  <a:pt x="1283970" y="1885093"/>
                  <a:pt x="1283970" y="1885664"/>
                  <a:pt x="1284065" y="1885855"/>
                </a:cubicBezTo>
                <a:cubicBezTo>
                  <a:pt x="1285113" y="1889093"/>
                  <a:pt x="1288637" y="1890808"/>
                  <a:pt x="1291876" y="1889665"/>
                </a:cubicBezTo>
                <a:cubicBezTo>
                  <a:pt x="1293971" y="1888903"/>
                  <a:pt x="1295400" y="1887093"/>
                  <a:pt x="1295781" y="1884998"/>
                </a:cubicBezTo>
                <a:lnTo>
                  <a:pt x="1396841" y="1884998"/>
                </a:lnTo>
                <a:lnTo>
                  <a:pt x="1425797" y="1903095"/>
                </a:lnTo>
                <a:lnTo>
                  <a:pt x="1426083" y="1903286"/>
                </a:lnTo>
                <a:lnTo>
                  <a:pt x="1515809" y="1903571"/>
                </a:lnTo>
                <a:lnTo>
                  <a:pt x="1516285" y="1903571"/>
                </a:lnTo>
                <a:lnTo>
                  <a:pt x="1533144" y="1889189"/>
                </a:lnTo>
                <a:lnTo>
                  <a:pt x="1596962" y="1888903"/>
                </a:lnTo>
                <a:lnTo>
                  <a:pt x="1597533" y="1888903"/>
                </a:lnTo>
                <a:lnTo>
                  <a:pt x="1618107" y="1865757"/>
                </a:lnTo>
                <a:lnTo>
                  <a:pt x="1617917" y="1830324"/>
                </a:lnTo>
                <a:lnTo>
                  <a:pt x="1636490" y="1810322"/>
                </a:lnTo>
                <a:lnTo>
                  <a:pt x="1657541" y="1810131"/>
                </a:lnTo>
                <a:cubicBezTo>
                  <a:pt x="1657541" y="1810131"/>
                  <a:pt x="1657541" y="1810607"/>
                  <a:pt x="1657636" y="1810893"/>
                </a:cubicBezTo>
                <a:cubicBezTo>
                  <a:pt x="1658684" y="1814132"/>
                  <a:pt x="1662208" y="1815846"/>
                  <a:pt x="1665446" y="1814703"/>
                </a:cubicBezTo>
                <a:cubicBezTo>
                  <a:pt x="1668685" y="1813655"/>
                  <a:pt x="1670399" y="1810131"/>
                  <a:pt x="1669256" y="1806893"/>
                </a:cubicBezTo>
                <a:cubicBezTo>
                  <a:pt x="1668209" y="1803654"/>
                  <a:pt x="1664684" y="1801940"/>
                  <a:pt x="1661446" y="1803082"/>
                </a:cubicBezTo>
                <a:cubicBezTo>
                  <a:pt x="1659255" y="1803845"/>
                  <a:pt x="1657922" y="1805654"/>
                  <a:pt x="1657541" y="1807750"/>
                </a:cubicBezTo>
                <a:lnTo>
                  <a:pt x="1635538" y="1807940"/>
                </a:lnTo>
                <a:lnTo>
                  <a:pt x="1615631" y="1829372"/>
                </a:lnTo>
                <a:lnTo>
                  <a:pt x="1615821" y="1864900"/>
                </a:lnTo>
                <a:lnTo>
                  <a:pt x="1596581" y="1886617"/>
                </a:lnTo>
                <a:lnTo>
                  <a:pt x="1532858" y="1886903"/>
                </a:lnTo>
                <a:lnTo>
                  <a:pt x="1532382" y="1886903"/>
                </a:lnTo>
                <a:lnTo>
                  <a:pt x="1515523" y="1901285"/>
                </a:lnTo>
                <a:lnTo>
                  <a:pt x="1426845" y="1901000"/>
                </a:lnTo>
                <a:lnTo>
                  <a:pt x="1397603" y="1882712"/>
                </a:lnTo>
                <a:lnTo>
                  <a:pt x="1295876" y="1882712"/>
                </a:lnTo>
                <a:cubicBezTo>
                  <a:pt x="1295876" y="1882712"/>
                  <a:pt x="1295876" y="1882235"/>
                  <a:pt x="1295781" y="1881950"/>
                </a:cubicBezTo>
                <a:cubicBezTo>
                  <a:pt x="1294733" y="1878711"/>
                  <a:pt x="1291209" y="1876997"/>
                  <a:pt x="1287971" y="1878140"/>
                </a:cubicBezTo>
                <a:cubicBezTo>
                  <a:pt x="1285875" y="1878902"/>
                  <a:pt x="1284446" y="1880711"/>
                  <a:pt x="1284065" y="1882712"/>
                </a:cubicBezTo>
                <a:lnTo>
                  <a:pt x="1237298" y="1882712"/>
                </a:lnTo>
                <a:lnTo>
                  <a:pt x="1220343" y="1895570"/>
                </a:lnTo>
                <a:cubicBezTo>
                  <a:pt x="1220343" y="1895570"/>
                  <a:pt x="1220343" y="1894999"/>
                  <a:pt x="1220343" y="1894713"/>
                </a:cubicBezTo>
                <a:cubicBezTo>
                  <a:pt x="1219295" y="1887855"/>
                  <a:pt x="1215676" y="1881854"/>
                  <a:pt x="1210056" y="1877759"/>
                </a:cubicBezTo>
                <a:cubicBezTo>
                  <a:pt x="1205579" y="1874425"/>
                  <a:pt x="1200245" y="1872710"/>
                  <a:pt x="1194816" y="1872710"/>
                </a:cubicBezTo>
                <a:cubicBezTo>
                  <a:pt x="1193483" y="1872710"/>
                  <a:pt x="1192149" y="1872806"/>
                  <a:pt x="1190816" y="1872996"/>
                </a:cubicBezTo>
                <a:cubicBezTo>
                  <a:pt x="1183958" y="1874044"/>
                  <a:pt x="1177957" y="1877663"/>
                  <a:pt x="1173861" y="1883283"/>
                </a:cubicBezTo>
                <a:cubicBezTo>
                  <a:pt x="1171766" y="1886141"/>
                  <a:pt x="1170337" y="1889379"/>
                  <a:pt x="1169480" y="1892808"/>
                </a:cubicBezTo>
                <a:lnTo>
                  <a:pt x="1070324" y="1892808"/>
                </a:lnTo>
                <a:cubicBezTo>
                  <a:pt x="1068896" y="1886807"/>
                  <a:pt x="1065562" y="1881473"/>
                  <a:pt x="1060514" y="1877759"/>
                </a:cubicBezTo>
                <a:cubicBezTo>
                  <a:pt x="1056037" y="1874425"/>
                  <a:pt x="1050703" y="1872710"/>
                  <a:pt x="1045274" y="1872710"/>
                </a:cubicBezTo>
                <a:cubicBezTo>
                  <a:pt x="1043940" y="1872710"/>
                  <a:pt x="1042607" y="1872806"/>
                  <a:pt x="1041273" y="1872996"/>
                </a:cubicBezTo>
                <a:cubicBezTo>
                  <a:pt x="1034415" y="1874044"/>
                  <a:pt x="1028414" y="1877663"/>
                  <a:pt x="1024319" y="1883283"/>
                </a:cubicBezTo>
                <a:cubicBezTo>
                  <a:pt x="1022223" y="1886141"/>
                  <a:pt x="1020794" y="1889379"/>
                  <a:pt x="1019937" y="1892808"/>
                </a:cubicBezTo>
                <a:lnTo>
                  <a:pt x="920782" y="1892808"/>
                </a:lnTo>
                <a:cubicBezTo>
                  <a:pt x="919353" y="1886807"/>
                  <a:pt x="916019" y="1881473"/>
                  <a:pt x="910971" y="1877759"/>
                </a:cubicBezTo>
                <a:cubicBezTo>
                  <a:pt x="906494" y="1874425"/>
                  <a:pt x="901160" y="1872710"/>
                  <a:pt x="895731" y="1872710"/>
                </a:cubicBezTo>
                <a:cubicBezTo>
                  <a:pt x="894398" y="1872710"/>
                  <a:pt x="893064" y="1872806"/>
                  <a:pt x="891731" y="1872996"/>
                </a:cubicBezTo>
                <a:cubicBezTo>
                  <a:pt x="885349" y="1873949"/>
                  <a:pt x="879824" y="1877282"/>
                  <a:pt x="875729" y="1882235"/>
                </a:cubicBezTo>
                <a:lnTo>
                  <a:pt x="820007" y="1820704"/>
                </a:lnTo>
                <a:lnTo>
                  <a:pt x="821722" y="1724978"/>
                </a:lnTo>
                <a:lnTo>
                  <a:pt x="783527" y="1690688"/>
                </a:lnTo>
                <a:lnTo>
                  <a:pt x="781717" y="1487329"/>
                </a:lnTo>
                <a:lnTo>
                  <a:pt x="838391" y="1439609"/>
                </a:lnTo>
                <a:lnTo>
                  <a:pt x="1263301" y="1439418"/>
                </a:lnTo>
                <a:lnTo>
                  <a:pt x="1315307" y="1392079"/>
                </a:lnTo>
                <a:cubicBezTo>
                  <a:pt x="1315307" y="1392079"/>
                  <a:pt x="1316165" y="1392365"/>
                  <a:pt x="1316736" y="1392365"/>
                </a:cubicBezTo>
                <a:lnTo>
                  <a:pt x="1332833" y="1392365"/>
                </a:lnTo>
                <a:cubicBezTo>
                  <a:pt x="1335596" y="1392365"/>
                  <a:pt x="1337882" y="1390078"/>
                  <a:pt x="1337882" y="1387316"/>
                </a:cubicBezTo>
                <a:lnTo>
                  <a:pt x="1337882" y="1371219"/>
                </a:lnTo>
                <a:cubicBezTo>
                  <a:pt x="1337882" y="1368457"/>
                  <a:pt x="1335596" y="1366171"/>
                  <a:pt x="1332833" y="1366171"/>
                </a:cubicBezTo>
                <a:lnTo>
                  <a:pt x="1316736" y="1366171"/>
                </a:lnTo>
                <a:cubicBezTo>
                  <a:pt x="1313974" y="1366171"/>
                  <a:pt x="1311688" y="1368457"/>
                  <a:pt x="1311688" y="1371219"/>
                </a:cubicBezTo>
                <a:lnTo>
                  <a:pt x="1311688" y="1385888"/>
                </a:lnTo>
                <a:close/>
                <a:moveTo>
                  <a:pt x="1196435" y="1969103"/>
                </a:moveTo>
                <a:lnTo>
                  <a:pt x="1211675" y="1969103"/>
                </a:lnTo>
                <a:lnTo>
                  <a:pt x="1211675" y="1984343"/>
                </a:lnTo>
                <a:lnTo>
                  <a:pt x="1196435" y="1984343"/>
                </a:lnTo>
                <a:lnTo>
                  <a:pt x="1196435" y="1969103"/>
                </a:lnTo>
                <a:close/>
                <a:moveTo>
                  <a:pt x="1686211" y="1867186"/>
                </a:moveTo>
                <a:cubicBezTo>
                  <a:pt x="1686211" y="1867186"/>
                  <a:pt x="1686497" y="1867186"/>
                  <a:pt x="1686592" y="1867186"/>
                </a:cubicBezTo>
                <a:cubicBezTo>
                  <a:pt x="1689735" y="1867376"/>
                  <a:pt x="1692116" y="1870139"/>
                  <a:pt x="1691926" y="1873282"/>
                </a:cubicBezTo>
                <a:cubicBezTo>
                  <a:pt x="1691735" y="1876425"/>
                  <a:pt x="1689068" y="1878902"/>
                  <a:pt x="1685830" y="1878616"/>
                </a:cubicBezTo>
                <a:cubicBezTo>
                  <a:pt x="1682687" y="1878425"/>
                  <a:pt x="1680305" y="1875663"/>
                  <a:pt x="1680496" y="1872520"/>
                </a:cubicBezTo>
                <a:cubicBezTo>
                  <a:pt x="1680686" y="1869472"/>
                  <a:pt x="1683258" y="1867186"/>
                  <a:pt x="1686211" y="1867186"/>
                </a:cubicBezTo>
                <a:close/>
                <a:moveTo>
                  <a:pt x="1288732" y="1909858"/>
                </a:moveTo>
                <a:cubicBezTo>
                  <a:pt x="1290447" y="1909858"/>
                  <a:pt x="1291781" y="1911191"/>
                  <a:pt x="1291781" y="1912906"/>
                </a:cubicBezTo>
                <a:cubicBezTo>
                  <a:pt x="1291781" y="1914620"/>
                  <a:pt x="1290447" y="1915954"/>
                  <a:pt x="1288732" y="1915954"/>
                </a:cubicBezTo>
                <a:cubicBezTo>
                  <a:pt x="1287018" y="1915954"/>
                  <a:pt x="1285685" y="1914620"/>
                  <a:pt x="1285685" y="1912906"/>
                </a:cubicBezTo>
                <a:cubicBezTo>
                  <a:pt x="1285685" y="1911191"/>
                  <a:pt x="1287018" y="1909858"/>
                  <a:pt x="1288732" y="1909858"/>
                </a:cubicBezTo>
                <a:close/>
                <a:moveTo>
                  <a:pt x="1177004" y="1885855"/>
                </a:moveTo>
                <a:cubicBezTo>
                  <a:pt x="1180338" y="1881283"/>
                  <a:pt x="1185196" y="1878330"/>
                  <a:pt x="1190816" y="1877473"/>
                </a:cubicBezTo>
                <a:cubicBezTo>
                  <a:pt x="1196340" y="1876616"/>
                  <a:pt x="1201960" y="1877949"/>
                  <a:pt x="1206532" y="1881283"/>
                </a:cubicBezTo>
                <a:cubicBezTo>
                  <a:pt x="1211104" y="1884617"/>
                  <a:pt x="1214057" y="1889474"/>
                  <a:pt x="1214914" y="1895094"/>
                </a:cubicBezTo>
                <a:cubicBezTo>
                  <a:pt x="1215771" y="1900619"/>
                  <a:pt x="1214438" y="1906238"/>
                  <a:pt x="1211104" y="1910810"/>
                </a:cubicBezTo>
                <a:cubicBezTo>
                  <a:pt x="1204246" y="1920145"/>
                  <a:pt x="1191006" y="1922240"/>
                  <a:pt x="1181576" y="1915382"/>
                </a:cubicBezTo>
                <a:cubicBezTo>
                  <a:pt x="1172242" y="1908524"/>
                  <a:pt x="1170146" y="1895285"/>
                  <a:pt x="1177100" y="1885950"/>
                </a:cubicBezTo>
                <a:close/>
                <a:moveTo>
                  <a:pt x="1027557" y="1885855"/>
                </a:moveTo>
                <a:cubicBezTo>
                  <a:pt x="1030891" y="1881283"/>
                  <a:pt x="1035749" y="1878330"/>
                  <a:pt x="1041368" y="1877473"/>
                </a:cubicBezTo>
                <a:cubicBezTo>
                  <a:pt x="1046893" y="1876616"/>
                  <a:pt x="1052513" y="1877949"/>
                  <a:pt x="1057085" y="1881283"/>
                </a:cubicBezTo>
                <a:cubicBezTo>
                  <a:pt x="1061657" y="1884617"/>
                  <a:pt x="1064609" y="1889474"/>
                  <a:pt x="1065467" y="1895094"/>
                </a:cubicBezTo>
                <a:cubicBezTo>
                  <a:pt x="1066324" y="1900619"/>
                  <a:pt x="1064990" y="1906238"/>
                  <a:pt x="1061657" y="1910810"/>
                </a:cubicBezTo>
                <a:cubicBezTo>
                  <a:pt x="1054799" y="1920145"/>
                  <a:pt x="1041559" y="1922240"/>
                  <a:pt x="1032129" y="1915382"/>
                </a:cubicBezTo>
                <a:cubicBezTo>
                  <a:pt x="1022795" y="1908524"/>
                  <a:pt x="1020699" y="1895285"/>
                  <a:pt x="1027652" y="1885950"/>
                </a:cubicBezTo>
                <a:close/>
                <a:moveTo>
                  <a:pt x="878205" y="1885855"/>
                </a:moveTo>
                <a:cubicBezTo>
                  <a:pt x="881539" y="1881283"/>
                  <a:pt x="886397" y="1878330"/>
                  <a:pt x="892016" y="1877473"/>
                </a:cubicBezTo>
                <a:cubicBezTo>
                  <a:pt x="897541" y="1876616"/>
                  <a:pt x="903161" y="1877949"/>
                  <a:pt x="907733" y="1881283"/>
                </a:cubicBezTo>
                <a:cubicBezTo>
                  <a:pt x="912304" y="1884617"/>
                  <a:pt x="915257" y="1889474"/>
                  <a:pt x="916115" y="1895094"/>
                </a:cubicBezTo>
                <a:cubicBezTo>
                  <a:pt x="916972" y="1900619"/>
                  <a:pt x="915638" y="1906238"/>
                  <a:pt x="912304" y="1910810"/>
                </a:cubicBezTo>
                <a:cubicBezTo>
                  <a:pt x="905447" y="1920145"/>
                  <a:pt x="892207" y="1922240"/>
                  <a:pt x="882777" y="1915382"/>
                </a:cubicBezTo>
                <a:cubicBezTo>
                  <a:pt x="873443" y="1908524"/>
                  <a:pt x="871347" y="1895285"/>
                  <a:pt x="878300" y="1885950"/>
                </a:cubicBezTo>
                <a:close/>
                <a:moveTo>
                  <a:pt x="1316260" y="1370648"/>
                </a:moveTo>
                <a:lnTo>
                  <a:pt x="1332738" y="1370933"/>
                </a:lnTo>
                <a:lnTo>
                  <a:pt x="1332738" y="1387031"/>
                </a:lnTo>
                <a:cubicBezTo>
                  <a:pt x="1332738" y="1387031"/>
                  <a:pt x="1332548" y="1387316"/>
                  <a:pt x="1332452" y="1387316"/>
                </a:cubicBezTo>
                <a:lnTo>
                  <a:pt x="1315974" y="1387031"/>
                </a:lnTo>
                <a:lnTo>
                  <a:pt x="1316260" y="1370552"/>
                </a:lnTo>
                <a:close/>
                <a:moveTo>
                  <a:pt x="1145762" y="1904048"/>
                </a:moveTo>
                <a:lnTo>
                  <a:pt x="1145762" y="1899285"/>
                </a:lnTo>
                <a:lnTo>
                  <a:pt x="1164812" y="1899285"/>
                </a:lnTo>
                <a:lnTo>
                  <a:pt x="1164812" y="1904048"/>
                </a:lnTo>
                <a:lnTo>
                  <a:pt x="1145762" y="1904048"/>
                </a:lnTo>
                <a:close/>
                <a:moveTo>
                  <a:pt x="976789" y="1904048"/>
                </a:moveTo>
                <a:lnTo>
                  <a:pt x="957739" y="1904048"/>
                </a:lnTo>
                <a:lnTo>
                  <a:pt x="957739" y="1899285"/>
                </a:lnTo>
                <a:lnTo>
                  <a:pt x="976789" y="1899285"/>
                </a:lnTo>
                <a:lnTo>
                  <a:pt x="976789" y="1904048"/>
                </a:lnTo>
                <a:close/>
                <a:moveTo>
                  <a:pt x="16288" y="2702719"/>
                </a:moveTo>
                <a:cubicBezTo>
                  <a:pt x="10668" y="2698433"/>
                  <a:pt x="9620" y="2690432"/>
                  <a:pt x="13811" y="2684812"/>
                </a:cubicBezTo>
                <a:cubicBezTo>
                  <a:pt x="18098" y="2679192"/>
                  <a:pt x="26099" y="2678144"/>
                  <a:pt x="31718" y="2682335"/>
                </a:cubicBezTo>
                <a:cubicBezTo>
                  <a:pt x="37338" y="2686622"/>
                  <a:pt x="38386" y="2694623"/>
                  <a:pt x="34195" y="2700242"/>
                </a:cubicBezTo>
                <a:cubicBezTo>
                  <a:pt x="29909" y="2705862"/>
                  <a:pt x="21908" y="2706910"/>
                  <a:pt x="16288" y="2702719"/>
                </a:cubicBezTo>
                <a:close/>
                <a:moveTo>
                  <a:pt x="944975" y="1945767"/>
                </a:moveTo>
                <a:cubicBezTo>
                  <a:pt x="943927" y="1946624"/>
                  <a:pt x="943356" y="1947863"/>
                  <a:pt x="943261" y="1949291"/>
                </a:cubicBezTo>
                <a:cubicBezTo>
                  <a:pt x="943261" y="1950625"/>
                  <a:pt x="943642" y="1951958"/>
                  <a:pt x="944499" y="1953006"/>
                </a:cubicBezTo>
                <a:lnTo>
                  <a:pt x="952976" y="1962722"/>
                </a:lnTo>
                <a:cubicBezTo>
                  <a:pt x="952976" y="1962722"/>
                  <a:pt x="953452" y="1963103"/>
                  <a:pt x="953738" y="1963293"/>
                </a:cubicBezTo>
                <a:lnTo>
                  <a:pt x="953738" y="2034445"/>
                </a:lnTo>
                <a:lnTo>
                  <a:pt x="999649" y="2077403"/>
                </a:lnTo>
                <a:lnTo>
                  <a:pt x="1284161" y="2077403"/>
                </a:lnTo>
                <a:lnTo>
                  <a:pt x="1320737" y="2100072"/>
                </a:lnTo>
                <a:lnTo>
                  <a:pt x="1441418" y="2100072"/>
                </a:lnTo>
                <a:cubicBezTo>
                  <a:pt x="1442085" y="2100834"/>
                  <a:pt x="1443038" y="2101310"/>
                  <a:pt x="1444181" y="2101310"/>
                </a:cubicBezTo>
                <a:cubicBezTo>
                  <a:pt x="1446181" y="2101310"/>
                  <a:pt x="1447800" y="2099691"/>
                  <a:pt x="1447800" y="2097691"/>
                </a:cubicBezTo>
                <a:cubicBezTo>
                  <a:pt x="1447800" y="2095691"/>
                  <a:pt x="1446181" y="2094071"/>
                  <a:pt x="1444181" y="2094071"/>
                </a:cubicBezTo>
                <a:cubicBezTo>
                  <a:pt x="1443038" y="2094071"/>
                  <a:pt x="1442085" y="2094548"/>
                  <a:pt x="1441418" y="2095310"/>
                </a:cubicBezTo>
                <a:lnTo>
                  <a:pt x="1322070" y="2095310"/>
                </a:lnTo>
                <a:lnTo>
                  <a:pt x="1285494" y="2072640"/>
                </a:lnTo>
                <a:lnTo>
                  <a:pt x="1001554" y="2072640"/>
                </a:lnTo>
                <a:lnTo>
                  <a:pt x="958501" y="2032445"/>
                </a:lnTo>
                <a:lnTo>
                  <a:pt x="958501" y="1964150"/>
                </a:lnTo>
                <a:cubicBezTo>
                  <a:pt x="959072" y="1963960"/>
                  <a:pt x="959644" y="1963579"/>
                  <a:pt x="960120" y="1963198"/>
                </a:cubicBezTo>
                <a:lnTo>
                  <a:pt x="969836" y="1954721"/>
                </a:lnTo>
                <a:cubicBezTo>
                  <a:pt x="970883" y="1953863"/>
                  <a:pt x="971455" y="1952625"/>
                  <a:pt x="971550" y="1951196"/>
                </a:cubicBezTo>
                <a:cubicBezTo>
                  <a:pt x="971550" y="1949863"/>
                  <a:pt x="971169" y="1948529"/>
                  <a:pt x="970312" y="1947482"/>
                </a:cubicBezTo>
                <a:lnTo>
                  <a:pt x="961835" y="1937766"/>
                </a:lnTo>
                <a:cubicBezTo>
                  <a:pt x="960025" y="1935671"/>
                  <a:pt x="956786" y="1935480"/>
                  <a:pt x="954691" y="1937290"/>
                </a:cubicBezTo>
                <a:lnTo>
                  <a:pt x="944975" y="1945767"/>
                </a:lnTo>
                <a:close/>
                <a:moveTo>
                  <a:pt x="966788" y="1951006"/>
                </a:moveTo>
                <a:lnTo>
                  <a:pt x="956596" y="1959483"/>
                </a:lnTo>
                <a:lnTo>
                  <a:pt x="948119" y="1949768"/>
                </a:lnTo>
                <a:cubicBezTo>
                  <a:pt x="948119" y="1949768"/>
                  <a:pt x="948119" y="1949387"/>
                  <a:pt x="948119" y="1949291"/>
                </a:cubicBezTo>
                <a:lnTo>
                  <a:pt x="958310" y="1940814"/>
                </a:lnTo>
                <a:lnTo>
                  <a:pt x="966788" y="1951006"/>
                </a:lnTo>
                <a:close/>
                <a:moveTo>
                  <a:pt x="993362" y="1953768"/>
                </a:moveTo>
                <a:lnTo>
                  <a:pt x="1002506" y="1962912"/>
                </a:lnTo>
                <a:cubicBezTo>
                  <a:pt x="1002506" y="1962912"/>
                  <a:pt x="1003268" y="1963484"/>
                  <a:pt x="1003745" y="1963769"/>
                </a:cubicBezTo>
                <a:lnTo>
                  <a:pt x="1003173" y="2014823"/>
                </a:lnTo>
                <a:lnTo>
                  <a:pt x="1022033" y="2032921"/>
                </a:lnTo>
                <a:lnTo>
                  <a:pt x="1277779" y="2032921"/>
                </a:lnTo>
                <a:cubicBezTo>
                  <a:pt x="1277779" y="2032921"/>
                  <a:pt x="1314355" y="2055686"/>
                  <a:pt x="1314355" y="2055686"/>
                </a:cubicBezTo>
                <a:lnTo>
                  <a:pt x="1431417" y="2055686"/>
                </a:lnTo>
                <a:lnTo>
                  <a:pt x="1431417" y="2059019"/>
                </a:lnTo>
                <a:cubicBezTo>
                  <a:pt x="1431417" y="2062353"/>
                  <a:pt x="1434084" y="2065020"/>
                  <a:pt x="1437418" y="2065020"/>
                </a:cubicBezTo>
                <a:lnTo>
                  <a:pt x="1451420" y="2065020"/>
                </a:lnTo>
                <a:cubicBezTo>
                  <a:pt x="1454753" y="2065020"/>
                  <a:pt x="1457420" y="2062353"/>
                  <a:pt x="1457420" y="2059019"/>
                </a:cubicBezTo>
                <a:lnTo>
                  <a:pt x="1457420" y="2045018"/>
                </a:lnTo>
                <a:cubicBezTo>
                  <a:pt x="1457420" y="2041779"/>
                  <a:pt x="1454753" y="2039017"/>
                  <a:pt x="1451420" y="2039017"/>
                </a:cubicBezTo>
                <a:lnTo>
                  <a:pt x="1437418" y="2039017"/>
                </a:lnTo>
                <a:cubicBezTo>
                  <a:pt x="1434179" y="2039017"/>
                  <a:pt x="1431417" y="2041684"/>
                  <a:pt x="1431417" y="2045018"/>
                </a:cubicBezTo>
                <a:lnTo>
                  <a:pt x="1431417" y="2050923"/>
                </a:lnTo>
                <a:lnTo>
                  <a:pt x="1315784" y="2050923"/>
                </a:lnTo>
                <a:lnTo>
                  <a:pt x="1279207" y="2028253"/>
                </a:lnTo>
                <a:lnTo>
                  <a:pt x="1024033" y="2028253"/>
                </a:lnTo>
                <a:cubicBezTo>
                  <a:pt x="1024033" y="2028253"/>
                  <a:pt x="1008031" y="2012918"/>
                  <a:pt x="1008031" y="2012918"/>
                </a:cubicBezTo>
                <a:lnTo>
                  <a:pt x="1008602" y="1963865"/>
                </a:lnTo>
                <a:cubicBezTo>
                  <a:pt x="1008602" y="1963865"/>
                  <a:pt x="1009460" y="1963388"/>
                  <a:pt x="1009841" y="1963007"/>
                </a:cubicBezTo>
                <a:lnTo>
                  <a:pt x="1018985" y="1953863"/>
                </a:lnTo>
                <a:cubicBezTo>
                  <a:pt x="1020985" y="1951863"/>
                  <a:pt x="1020985" y="1948625"/>
                  <a:pt x="1018985" y="1946720"/>
                </a:cubicBezTo>
                <a:lnTo>
                  <a:pt x="1009841" y="1937576"/>
                </a:lnTo>
                <a:cubicBezTo>
                  <a:pt x="1008888" y="1936623"/>
                  <a:pt x="1007650" y="1936052"/>
                  <a:pt x="1006221" y="1936052"/>
                </a:cubicBezTo>
                <a:lnTo>
                  <a:pt x="1006221" y="1936052"/>
                </a:lnTo>
                <a:cubicBezTo>
                  <a:pt x="1004888" y="1936052"/>
                  <a:pt x="1003554" y="1936623"/>
                  <a:pt x="1002602" y="1937576"/>
                </a:cubicBezTo>
                <a:lnTo>
                  <a:pt x="993458" y="1946720"/>
                </a:lnTo>
                <a:cubicBezTo>
                  <a:pt x="991457" y="1948720"/>
                  <a:pt x="991457" y="1951958"/>
                  <a:pt x="993458" y="1953863"/>
                </a:cubicBezTo>
                <a:close/>
                <a:moveTo>
                  <a:pt x="1436084" y="2044827"/>
                </a:moveTo>
                <a:cubicBezTo>
                  <a:pt x="1436084" y="2044160"/>
                  <a:pt x="1436656" y="2043589"/>
                  <a:pt x="1437323" y="2043589"/>
                </a:cubicBezTo>
                <a:lnTo>
                  <a:pt x="1451324" y="2043589"/>
                </a:lnTo>
                <a:cubicBezTo>
                  <a:pt x="1451991" y="2043589"/>
                  <a:pt x="1452563" y="2044160"/>
                  <a:pt x="1452563" y="2044827"/>
                </a:cubicBezTo>
                <a:lnTo>
                  <a:pt x="1452563" y="2058829"/>
                </a:lnTo>
                <a:cubicBezTo>
                  <a:pt x="1452563" y="2059496"/>
                  <a:pt x="1451991" y="2060067"/>
                  <a:pt x="1451324" y="2060067"/>
                </a:cubicBezTo>
                <a:lnTo>
                  <a:pt x="1437323" y="2060067"/>
                </a:lnTo>
                <a:cubicBezTo>
                  <a:pt x="1436656" y="2060067"/>
                  <a:pt x="1436084" y="2059496"/>
                  <a:pt x="1436084" y="2058829"/>
                </a:cubicBezTo>
                <a:lnTo>
                  <a:pt x="1436084" y="2044827"/>
                </a:lnTo>
                <a:close/>
                <a:moveTo>
                  <a:pt x="1006316" y="1940814"/>
                </a:moveTo>
                <a:lnTo>
                  <a:pt x="1015460" y="1950434"/>
                </a:lnTo>
                <a:lnTo>
                  <a:pt x="1005840" y="1959578"/>
                </a:lnTo>
                <a:lnTo>
                  <a:pt x="996696" y="1950434"/>
                </a:lnTo>
                <a:cubicBezTo>
                  <a:pt x="996696" y="1950434"/>
                  <a:pt x="996601" y="1950053"/>
                  <a:pt x="996696" y="1949958"/>
                </a:cubicBezTo>
                <a:lnTo>
                  <a:pt x="1006316" y="1940814"/>
                </a:lnTo>
                <a:close/>
                <a:moveTo>
                  <a:pt x="1067467" y="2466118"/>
                </a:moveTo>
                <a:lnTo>
                  <a:pt x="1073753" y="2472880"/>
                </a:lnTo>
                <a:lnTo>
                  <a:pt x="1068515" y="2477738"/>
                </a:lnTo>
                <a:lnTo>
                  <a:pt x="1062228" y="2470976"/>
                </a:lnTo>
                <a:lnTo>
                  <a:pt x="1067467" y="2466118"/>
                </a:lnTo>
                <a:close/>
                <a:moveTo>
                  <a:pt x="1150334" y="3745516"/>
                </a:moveTo>
                <a:lnTo>
                  <a:pt x="1150334" y="3731990"/>
                </a:lnTo>
                <a:cubicBezTo>
                  <a:pt x="1150334" y="3728085"/>
                  <a:pt x="1147191" y="3724847"/>
                  <a:pt x="1143191" y="3724847"/>
                </a:cubicBezTo>
                <a:lnTo>
                  <a:pt x="1129665" y="3724847"/>
                </a:lnTo>
                <a:cubicBezTo>
                  <a:pt x="1125760" y="3724847"/>
                  <a:pt x="1122521" y="3727990"/>
                  <a:pt x="1122521" y="3731990"/>
                </a:cubicBezTo>
                <a:lnTo>
                  <a:pt x="1122521" y="3736372"/>
                </a:lnTo>
                <a:lnTo>
                  <a:pt x="1102519" y="3736372"/>
                </a:lnTo>
                <a:lnTo>
                  <a:pt x="1074134" y="3709226"/>
                </a:lnTo>
                <a:lnTo>
                  <a:pt x="974884" y="3708654"/>
                </a:lnTo>
                <a:lnTo>
                  <a:pt x="956310" y="3690366"/>
                </a:lnTo>
                <a:lnTo>
                  <a:pt x="956310" y="3543300"/>
                </a:lnTo>
                <a:lnTo>
                  <a:pt x="929926" y="3518154"/>
                </a:lnTo>
                <a:lnTo>
                  <a:pt x="844963" y="3518154"/>
                </a:lnTo>
                <a:cubicBezTo>
                  <a:pt x="843915" y="3513963"/>
                  <a:pt x="840200" y="3510820"/>
                  <a:pt x="835724" y="3510820"/>
                </a:cubicBezTo>
                <a:cubicBezTo>
                  <a:pt x="830390" y="3510820"/>
                  <a:pt x="826008" y="3515201"/>
                  <a:pt x="826008" y="3520535"/>
                </a:cubicBezTo>
                <a:cubicBezTo>
                  <a:pt x="826008" y="3525869"/>
                  <a:pt x="830390" y="3530251"/>
                  <a:pt x="835724" y="3530251"/>
                </a:cubicBezTo>
                <a:cubicBezTo>
                  <a:pt x="840296" y="3530251"/>
                  <a:pt x="843915" y="3527108"/>
                  <a:pt x="844963" y="3522917"/>
                </a:cubicBezTo>
                <a:lnTo>
                  <a:pt x="928021" y="3522917"/>
                </a:lnTo>
                <a:lnTo>
                  <a:pt x="951548" y="3545300"/>
                </a:lnTo>
                <a:lnTo>
                  <a:pt x="951548" y="3692271"/>
                </a:lnTo>
                <a:lnTo>
                  <a:pt x="972979" y="3713321"/>
                </a:lnTo>
                <a:lnTo>
                  <a:pt x="1072229" y="3713893"/>
                </a:lnTo>
                <a:lnTo>
                  <a:pt x="1100614" y="3741039"/>
                </a:lnTo>
                <a:lnTo>
                  <a:pt x="1122521" y="3741039"/>
                </a:lnTo>
                <a:lnTo>
                  <a:pt x="1122521" y="3745421"/>
                </a:lnTo>
                <a:cubicBezTo>
                  <a:pt x="1122521" y="3749326"/>
                  <a:pt x="1125760" y="3752564"/>
                  <a:pt x="1129665" y="3752564"/>
                </a:cubicBezTo>
                <a:lnTo>
                  <a:pt x="1143191" y="3752564"/>
                </a:lnTo>
                <a:cubicBezTo>
                  <a:pt x="1147096" y="3752564"/>
                  <a:pt x="1150334" y="3749421"/>
                  <a:pt x="1150334" y="3745421"/>
                </a:cubicBezTo>
                <a:close/>
                <a:moveTo>
                  <a:pt x="835724" y="3525584"/>
                </a:moveTo>
                <a:cubicBezTo>
                  <a:pt x="832961" y="3525584"/>
                  <a:pt x="830771" y="3523393"/>
                  <a:pt x="830771" y="3520630"/>
                </a:cubicBezTo>
                <a:cubicBezTo>
                  <a:pt x="830771" y="3517868"/>
                  <a:pt x="832961" y="3515678"/>
                  <a:pt x="835724" y="3515678"/>
                </a:cubicBezTo>
                <a:cubicBezTo>
                  <a:pt x="838486" y="3515678"/>
                  <a:pt x="840677" y="3517868"/>
                  <a:pt x="840677" y="3520630"/>
                </a:cubicBezTo>
                <a:cubicBezTo>
                  <a:pt x="840677" y="3523393"/>
                  <a:pt x="838486" y="3525584"/>
                  <a:pt x="835724" y="3525584"/>
                </a:cubicBezTo>
                <a:close/>
                <a:moveTo>
                  <a:pt x="1127284" y="3745516"/>
                </a:moveTo>
                <a:lnTo>
                  <a:pt x="1127284" y="3731990"/>
                </a:lnTo>
                <a:cubicBezTo>
                  <a:pt x="1127284" y="3730657"/>
                  <a:pt x="1128332" y="3729609"/>
                  <a:pt x="1129665" y="3729609"/>
                </a:cubicBezTo>
                <a:lnTo>
                  <a:pt x="1143191" y="3729609"/>
                </a:lnTo>
                <a:cubicBezTo>
                  <a:pt x="1144524" y="3729609"/>
                  <a:pt x="1145572" y="3730657"/>
                  <a:pt x="1145572" y="3731990"/>
                </a:cubicBezTo>
                <a:lnTo>
                  <a:pt x="1145572" y="3745516"/>
                </a:lnTo>
                <a:cubicBezTo>
                  <a:pt x="1145572" y="3746849"/>
                  <a:pt x="1144524" y="3747897"/>
                  <a:pt x="1143191" y="3747897"/>
                </a:cubicBezTo>
                <a:lnTo>
                  <a:pt x="1129665" y="3747897"/>
                </a:lnTo>
                <a:cubicBezTo>
                  <a:pt x="1128332" y="3747897"/>
                  <a:pt x="1127284" y="3746849"/>
                  <a:pt x="1127284" y="3745516"/>
                </a:cubicBezTo>
                <a:close/>
                <a:moveTo>
                  <a:pt x="1111949" y="3779139"/>
                </a:moveTo>
                <a:cubicBezTo>
                  <a:pt x="1111949" y="3779139"/>
                  <a:pt x="1111949" y="3779520"/>
                  <a:pt x="1111949" y="3779806"/>
                </a:cubicBezTo>
                <a:cubicBezTo>
                  <a:pt x="1113282" y="3784568"/>
                  <a:pt x="1117759" y="3787712"/>
                  <a:pt x="1122521" y="3787712"/>
                </a:cubicBezTo>
                <a:cubicBezTo>
                  <a:pt x="1123474" y="3787712"/>
                  <a:pt x="1124522" y="3787617"/>
                  <a:pt x="1125569" y="3787330"/>
                </a:cubicBezTo>
                <a:cubicBezTo>
                  <a:pt x="1128427" y="3786569"/>
                  <a:pt x="1130713" y="3784663"/>
                  <a:pt x="1132142" y="3782092"/>
                </a:cubicBezTo>
                <a:cubicBezTo>
                  <a:pt x="1133570" y="3779520"/>
                  <a:pt x="1133856" y="3776567"/>
                  <a:pt x="1133094" y="3773805"/>
                </a:cubicBezTo>
                <a:cubicBezTo>
                  <a:pt x="1131475" y="3767995"/>
                  <a:pt x="1125379" y="3764661"/>
                  <a:pt x="1119569" y="3766280"/>
                </a:cubicBezTo>
                <a:cubicBezTo>
                  <a:pt x="1115568" y="3767423"/>
                  <a:pt x="1112901" y="3770662"/>
                  <a:pt x="1112044" y="3774377"/>
                </a:cubicBezTo>
                <a:lnTo>
                  <a:pt x="1064705" y="3774377"/>
                </a:lnTo>
                <a:lnTo>
                  <a:pt x="1036320" y="3747230"/>
                </a:lnTo>
                <a:lnTo>
                  <a:pt x="923735" y="3748850"/>
                </a:lnTo>
                <a:lnTo>
                  <a:pt x="905161" y="3730562"/>
                </a:lnTo>
                <a:lnTo>
                  <a:pt x="904589" y="3652266"/>
                </a:lnTo>
                <a:cubicBezTo>
                  <a:pt x="908780" y="3651123"/>
                  <a:pt x="911924" y="3647504"/>
                  <a:pt x="911924" y="3643027"/>
                </a:cubicBezTo>
                <a:cubicBezTo>
                  <a:pt x="911924" y="3637693"/>
                  <a:pt x="907542" y="3633311"/>
                  <a:pt x="902208" y="3633311"/>
                </a:cubicBezTo>
                <a:cubicBezTo>
                  <a:pt x="896874" y="3633311"/>
                  <a:pt x="892493" y="3637693"/>
                  <a:pt x="892493" y="3643027"/>
                </a:cubicBezTo>
                <a:cubicBezTo>
                  <a:pt x="892493" y="3647599"/>
                  <a:pt x="895636" y="3651218"/>
                  <a:pt x="899922" y="3652266"/>
                </a:cubicBezTo>
                <a:lnTo>
                  <a:pt x="900494" y="3732562"/>
                </a:lnTo>
                <a:lnTo>
                  <a:pt x="921925" y="3753612"/>
                </a:lnTo>
                <a:lnTo>
                  <a:pt x="1034606" y="3751993"/>
                </a:lnTo>
                <a:lnTo>
                  <a:pt x="1062990" y="3779139"/>
                </a:lnTo>
                <a:lnTo>
                  <a:pt x="1112139" y="3779139"/>
                </a:lnTo>
                <a:close/>
                <a:moveTo>
                  <a:pt x="1120807" y="3770757"/>
                </a:moveTo>
                <a:cubicBezTo>
                  <a:pt x="1121378" y="3770567"/>
                  <a:pt x="1121950" y="3770471"/>
                  <a:pt x="1122521" y="3770471"/>
                </a:cubicBezTo>
                <a:cubicBezTo>
                  <a:pt x="1125188" y="3770471"/>
                  <a:pt x="1127665" y="3772281"/>
                  <a:pt x="1128427" y="3774948"/>
                </a:cubicBezTo>
                <a:cubicBezTo>
                  <a:pt x="1128903" y="3776567"/>
                  <a:pt x="1128713" y="3778187"/>
                  <a:pt x="1127855" y="3779615"/>
                </a:cubicBezTo>
                <a:cubicBezTo>
                  <a:pt x="1127093" y="3781044"/>
                  <a:pt x="1125760" y="3782092"/>
                  <a:pt x="1124141" y="3782568"/>
                </a:cubicBezTo>
                <a:cubicBezTo>
                  <a:pt x="1120807" y="3783521"/>
                  <a:pt x="1117473" y="3781616"/>
                  <a:pt x="1116521" y="3778282"/>
                </a:cubicBezTo>
                <a:cubicBezTo>
                  <a:pt x="1115568" y="3775043"/>
                  <a:pt x="1117473" y="3771519"/>
                  <a:pt x="1120807" y="3770662"/>
                </a:cubicBezTo>
                <a:close/>
                <a:moveTo>
                  <a:pt x="897160" y="3643027"/>
                </a:moveTo>
                <a:cubicBezTo>
                  <a:pt x="897160" y="3640265"/>
                  <a:pt x="899351" y="3638074"/>
                  <a:pt x="902113" y="3638074"/>
                </a:cubicBezTo>
                <a:cubicBezTo>
                  <a:pt x="904875" y="3638074"/>
                  <a:pt x="907066" y="3640265"/>
                  <a:pt x="907066" y="3643027"/>
                </a:cubicBezTo>
                <a:cubicBezTo>
                  <a:pt x="907066" y="3645789"/>
                  <a:pt x="904875" y="3647980"/>
                  <a:pt x="902113" y="3647980"/>
                </a:cubicBezTo>
                <a:cubicBezTo>
                  <a:pt x="899351" y="3647980"/>
                  <a:pt x="897160" y="3645789"/>
                  <a:pt x="897160" y="3643027"/>
                </a:cubicBezTo>
                <a:close/>
                <a:moveTo>
                  <a:pt x="2358962" y="3507010"/>
                </a:moveTo>
                <a:lnTo>
                  <a:pt x="2358962" y="3518916"/>
                </a:lnTo>
                <a:cubicBezTo>
                  <a:pt x="2358962" y="3522440"/>
                  <a:pt x="2356104" y="3525298"/>
                  <a:pt x="2352580" y="3525298"/>
                </a:cubicBezTo>
                <a:lnTo>
                  <a:pt x="2340578" y="3525298"/>
                </a:lnTo>
                <a:cubicBezTo>
                  <a:pt x="2337054" y="3525298"/>
                  <a:pt x="2334197" y="3522440"/>
                  <a:pt x="2334197" y="3518916"/>
                </a:cubicBezTo>
                <a:lnTo>
                  <a:pt x="2334197" y="3507010"/>
                </a:lnTo>
                <a:cubicBezTo>
                  <a:pt x="2334197" y="3503486"/>
                  <a:pt x="2337054" y="3500628"/>
                  <a:pt x="2340578" y="3500628"/>
                </a:cubicBezTo>
                <a:lnTo>
                  <a:pt x="2352580" y="3500628"/>
                </a:lnTo>
                <a:cubicBezTo>
                  <a:pt x="2356104" y="3500628"/>
                  <a:pt x="2358962" y="3503486"/>
                  <a:pt x="2358962" y="3507010"/>
                </a:cubicBezTo>
                <a:close/>
                <a:moveTo>
                  <a:pt x="2233803" y="3260503"/>
                </a:moveTo>
                <a:cubicBezTo>
                  <a:pt x="2229898" y="3260503"/>
                  <a:pt x="2226755" y="3257360"/>
                  <a:pt x="2226755" y="3253454"/>
                </a:cubicBezTo>
                <a:cubicBezTo>
                  <a:pt x="2226755" y="3249549"/>
                  <a:pt x="2229898" y="3246406"/>
                  <a:pt x="2233803" y="3246406"/>
                </a:cubicBezTo>
                <a:cubicBezTo>
                  <a:pt x="2237708" y="3246406"/>
                  <a:pt x="2240852" y="3249549"/>
                  <a:pt x="2240852" y="3253454"/>
                </a:cubicBezTo>
                <a:cubicBezTo>
                  <a:pt x="2240852" y="3257360"/>
                  <a:pt x="2237708" y="3260503"/>
                  <a:pt x="2233803" y="3260503"/>
                </a:cubicBezTo>
                <a:close/>
                <a:moveTo>
                  <a:pt x="262414" y="2279047"/>
                </a:moveTo>
                <a:lnTo>
                  <a:pt x="269653" y="2271998"/>
                </a:lnTo>
                <a:lnTo>
                  <a:pt x="272987" y="2275427"/>
                </a:lnTo>
                <a:lnTo>
                  <a:pt x="265748" y="2282476"/>
                </a:lnTo>
                <a:lnTo>
                  <a:pt x="262414" y="2279047"/>
                </a:lnTo>
                <a:close/>
                <a:moveTo>
                  <a:pt x="2744915" y="4045363"/>
                </a:moveTo>
                <a:cubicBezTo>
                  <a:pt x="2745486" y="4045172"/>
                  <a:pt x="2746153" y="4045268"/>
                  <a:pt x="2746724" y="4044982"/>
                </a:cubicBezTo>
                <a:cubicBezTo>
                  <a:pt x="2752630" y="4042315"/>
                  <a:pt x="2755297" y="4035267"/>
                  <a:pt x="2752630" y="4029361"/>
                </a:cubicBezTo>
                <a:lnTo>
                  <a:pt x="2752630" y="4029361"/>
                </a:lnTo>
                <a:cubicBezTo>
                  <a:pt x="2749963" y="4023455"/>
                  <a:pt x="2742914" y="4020693"/>
                  <a:pt x="2737009" y="4023455"/>
                </a:cubicBezTo>
                <a:cubicBezTo>
                  <a:pt x="2731103" y="4026122"/>
                  <a:pt x="2728436" y="4033171"/>
                  <a:pt x="2731103" y="4039076"/>
                </a:cubicBezTo>
                <a:cubicBezTo>
                  <a:pt x="2732437" y="4041934"/>
                  <a:pt x="2734723" y="4044125"/>
                  <a:pt x="2737676" y="4045268"/>
                </a:cubicBezTo>
                <a:cubicBezTo>
                  <a:pt x="2738438" y="4045553"/>
                  <a:pt x="2739295" y="4045553"/>
                  <a:pt x="2740152" y="4045744"/>
                </a:cubicBezTo>
                <a:lnTo>
                  <a:pt x="2739867" y="4212908"/>
                </a:lnTo>
                <a:lnTo>
                  <a:pt x="2677954" y="4269962"/>
                </a:lnTo>
                <a:cubicBezTo>
                  <a:pt x="2677287" y="4269677"/>
                  <a:pt x="2676620" y="4269581"/>
                  <a:pt x="2675859" y="4269581"/>
                </a:cubicBezTo>
                <a:lnTo>
                  <a:pt x="2655570" y="4269581"/>
                </a:lnTo>
                <a:cubicBezTo>
                  <a:pt x="2652236" y="4269581"/>
                  <a:pt x="2649569" y="4272248"/>
                  <a:pt x="2649569" y="4275582"/>
                </a:cubicBezTo>
                <a:lnTo>
                  <a:pt x="2649569" y="4277011"/>
                </a:lnTo>
                <a:lnTo>
                  <a:pt x="2600325" y="4277011"/>
                </a:lnTo>
                <a:lnTo>
                  <a:pt x="2584323" y="4297013"/>
                </a:lnTo>
                <a:lnTo>
                  <a:pt x="2520696" y="4297013"/>
                </a:lnTo>
                <a:lnTo>
                  <a:pt x="2386965" y="4171188"/>
                </a:lnTo>
                <a:lnTo>
                  <a:pt x="2386298" y="4170521"/>
                </a:lnTo>
                <a:lnTo>
                  <a:pt x="2330768" y="4170807"/>
                </a:lnTo>
                <a:cubicBezTo>
                  <a:pt x="2329720" y="4167092"/>
                  <a:pt x="2326481" y="4164330"/>
                  <a:pt x="2322386" y="4164330"/>
                </a:cubicBezTo>
                <a:cubicBezTo>
                  <a:pt x="2317528" y="4164330"/>
                  <a:pt x="2313527" y="4168330"/>
                  <a:pt x="2313527" y="4173188"/>
                </a:cubicBezTo>
                <a:cubicBezTo>
                  <a:pt x="2313527" y="4178046"/>
                  <a:pt x="2317528" y="4182047"/>
                  <a:pt x="2322386" y="4182047"/>
                </a:cubicBezTo>
                <a:cubicBezTo>
                  <a:pt x="2326481" y="4182047"/>
                  <a:pt x="2329720" y="4179284"/>
                  <a:pt x="2330768" y="4175570"/>
                </a:cubicBezTo>
                <a:lnTo>
                  <a:pt x="2384489" y="4175284"/>
                </a:lnTo>
                <a:lnTo>
                  <a:pt x="2518220" y="4301109"/>
                </a:lnTo>
                <a:lnTo>
                  <a:pt x="2518886" y="4301776"/>
                </a:lnTo>
                <a:lnTo>
                  <a:pt x="2586609" y="4301776"/>
                </a:lnTo>
                <a:lnTo>
                  <a:pt x="2602611" y="4281773"/>
                </a:lnTo>
                <a:lnTo>
                  <a:pt x="2649569" y="4281773"/>
                </a:lnTo>
                <a:lnTo>
                  <a:pt x="2649569" y="4283202"/>
                </a:lnTo>
                <a:cubicBezTo>
                  <a:pt x="2649569" y="4286536"/>
                  <a:pt x="2652236" y="4289203"/>
                  <a:pt x="2655570" y="4289203"/>
                </a:cubicBezTo>
                <a:lnTo>
                  <a:pt x="2675859" y="4289203"/>
                </a:lnTo>
                <a:cubicBezTo>
                  <a:pt x="2679192" y="4289203"/>
                  <a:pt x="2681859" y="4286536"/>
                  <a:pt x="2681859" y="4283202"/>
                </a:cubicBezTo>
                <a:lnTo>
                  <a:pt x="2681859" y="4275582"/>
                </a:lnTo>
                <a:cubicBezTo>
                  <a:pt x="2681859" y="4274725"/>
                  <a:pt x="2681669" y="4273963"/>
                  <a:pt x="2681383" y="4273296"/>
                </a:cubicBezTo>
                <a:lnTo>
                  <a:pt x="2744629" y="4215003"/>
                </a:lnTo>
                <a:lnTo>
                  <a:pt x="2744915" y="4045458"/>
                </a:lnTo>
                <a:close/>
                <a:moveTo>
                  <a:pt x="2677097" y="4283202"/>
                </a:moveTo>
                <a:cubicBezTo>
                  <a:pt x="2677097" y="4283869"/>
                  <a:pt x="2676525" y="4284440"/>
                  <a:pt x="2675859" y="4284440"/>
                </a:cubicBezTo>
                <a:lnTo>
                  <a:pt x="2655570" y="4284440"/>
                </a:lnTo>
                <a:cubicBezTo>
                  <a:pt x="2654903" y="4284440"/>
                  <a:pt x="2654332" y="4283869"/>
                  <a:pt x="2654332" y="4283202"/>
                </a:cubicBezTo>
                <a:lnTo>
                  <a:pt x="2654332" y="4275582"/>
                </a:lnTo>
                <a:cubicBezTo>
                  <a:pt x="2654332" y="4274915"/>
                  <a:pt x="2654903" y="4274344"/>
                  <a:pt x="2655570" y="4274344"/>
                </a:cubicBezTo>
                <a:lnTo>
                  <a:pt x="2675859" y="4274344"/>
                </a:lnTo>
                <a:cubicBezTo>
                  <a:pt x="2676525" y="4274344"/>
                  <a:pt x="2677097" y="4274915"/>
                  <a:pt x="2677097" y="4275582"/>
                </a:cubicBezTo>
                <a:lnTo>
                  <a:pt x="2677097" y="4283202"/>
                </a:lnTo>
                <a:close/>
                <a:moveTo>
                  <a:pt x="2735390" y="4037076"/>
                </a:moveTo>
                <a:cubicBezTo>
                  <a:pt x="2733770" y="4033552"/>
                  <a:pt x="2735390" y="4029361"/>
                  <a:pt x="2738914" y="4027742"/>
                </a:cubicBezTo>
                <a:cubicBezTo>
                  <a:pt x="2739867" y="4027361"/>
                  <a:pt x="2740819" y="4027075"/>
                  <a:pt x="2741771" y="4027075"/>
                </a:cubicBezTo>
                <a:cubicBezTo>
                  <a:pt x="2744438" y="4027075"/>
                  <a:pt x="2747010" y="4028599"/>
                  <a:pt x="2748248" y="4031266"/>
                </a:cubicBezTo>
                <a:cubicBezTo>
                  <a:pt x="2749868" y="4034790"/>
                  <a:pt x="2748248" y="4038981"/>
                  <a:pt x="2744724" y="4040600"/>
                </a:cubicBezTo>
                <a:cubicBezTo>
                  <a:pt x="2741105" y="4042220"/>
                  <a:pt x="2736913" y="4040600"/>
                  <a:pt x="2735390" y="4037076"/>
                </a:cubicBezTo>
                <a:close/>
                <a:moveTo>
                  <a:pt x="1143000" y="3735991"/>
                </a:moveTo>
                <a:lnTo>
                  <a:pt x="1143000" y="3741325"/>
                </a:lnTo>
                <a:cubicBezTo>
                  <a:pt x="1143000" y="3743420"/>
                  <a:pt x="1141286" y="3745230"/>
                  <a:pt x="1139095" y="3745230"/>
                </a:cubicBezTo>
                <a:lnTo>
                  <a:pt x="1133761" y="3745230"/>
                </a:lnTo>
                <a:cubicBezTo>
                  <a:pt x="1131665" y="3745230"/>
                  <a:pt x="1129856" y="3743516"/>
                  <a:pt x="1129856" y="3741325"/>
                </a:cubicBezTo>
                <a:lnTo>
                  <a:pt x="1129856" y="3735991"/>
                </a:lnTo>
                <a:cubicBezTo>
                  <a:pt x="1129856" y="3733895"/>
                  <a:pt x="1131570" y="3732086"/>
                  <a:pt x="1133761" y="3732086"/>
                </a:cubicBezTo>
                <a:lnTo>
                  <a:pt x="1139095" y="3732086"/>
                </a:lnTo>
                <a:cubicBezTo>
                  <a:pt x="1141190" y="3732086"/>
                  <a:pt x="1143000" y="3733800"/>
                  <a:pt x="1143000" y="3735991"/>
                </a:cubicBezTo>
                <a:close/>
                <a:moveTo>
                  <a:pt x="2334387" y="3705035"/>
                </a:moveTo>
                <a:lnTo>
                  <a:pt x="2334387" y="3693128"/>
                </a:lnTo>
                <a:cubicBezTo>
                  <a:pt x="2334387" y="3689604"/>
                  <a:pt x="2337245" y="3686747"/>
                  <a:pt x="2340769" y="3686747"/>
                </a:cubicBezTo>
                <a:lnTo>
                  <a:pt x="2352675" y="3686747"/>
                </a:lnTo>
                <a:cubicBezTo>
                  <a:pt x="2356199" y="3686747"/>
                  <a:pt x="2359057" y="3689604"/>
                  <a:pt x="2359057" y="3693128"/>
                </a:cubicBezTo>
                <a:lnTo>
                  <a:pt x="2359057" y="3705035"/>
                </a:lnTo>
                <a:cubicBezTo>
                  <a:pt x="2359057" y="3708559"/>
                  <a:pt x="2356199" y="3711417"/>
                  <a:pt x="2352675" y="3711417"/>
                </a:cubicBezTo>
                <a:lnTo>
                  <a:pt x="2340769" y="3711417"/>
                </a:lnTo>
                <a:cubicBezTo>
                  <a:pt x="2337245" y="3711417"/>
                  <a:pt x="2334387" y="3708559"/>
                  <a:pt x="2334387" y="3705035"/>
                </a:cubicBezTo>
                <a:close/>
                <a:moveTo>
                  <a:pt x="2302764" y="3253454"/>
                </a:moveTo>
                <a:cubicBezTo>
                  <a:pt x="2302764" y="3257360"/>
                  <a:pt x="2299621" y="3260503"/>
                  <a:pt x="2295716" y="3260503"/>
                </a:cubicBezTo>
                <a:cubicBezTo>
                  <a:pt x="2291810" y="3260503"/>
                  <a:pt x="2288667" y="3257360"/>
                  <a:pt x="2288667" y="3253454"/>
                </a:cubicBezTo>
                <a:cubicBezTo>
                  <a:pt x="2288667" y="3249549"/>
                  <a:pt x="2291810" y="3246406"/>
                  <a:pt x="2295716" y="3246406"/>
                </a:cubicBezTo>
                <a:cubicBezTo>
                  <a:pt x="2299621" y="3246406"/>
                  <a:pt x="2302764" y="3249549"/>
                  <a:pt x="2302764" y="3253454"/>
                </a:cubicBezTo>
                <a:close/>
                <a:moveTo>
                  <a:pt x="1896142" y="4031075"/>
                </a:moveTo>
                <a:lnTo>
                  <a:pt x="1882045" y="4031075"/>
                </a:lnTo>
                <a:cubicBezTo>
                  <a:pt x="1879568" y="4031075"/>
                  <a:pt x="1877473" y="4033076"/>
                  <a:pt x="1877473" y="4035647"/>
                </a:cubicBezTo>
                <a:lnTo>
                  <a:pt x="1877473" y="4050221"/>
                </a:lnTo>
                <a:cubicBezTo>
                  <a:pt x="1877473" y="4052697"/>
                  <a:pt x="1879473" y="4054793"/>
                  <a:pt x="1882045" y="4054793"/>
                </a:cubicBezTo>
                <a:lnTo>
                  <a:pt x="1896142" y="4054793"/>
                </a:lnTo>
                <a:cubicBezTo>
                  <a:pt x="1898618" y="4054793"/>
                  <a:pt x="1900714" y="4052792"/>
                  <a:pt x="1900714" y="4050221"/>
                </a:cubicBezTo>
                <a:lnTo>
                  <a:pt x="1900714" y="4035647"/>
                </a:lnTo>
                <a:cubicBezTo>
                  <a:pt x="1900714" y="4033171"/>
                  <a:pt x="1898714" y="4031075"/>
                  <a:pt x="1896142" y="4031075"/>
                </a:cubicBezTo>
                <a:close/>
                <a:moveTo>
                  <a:pt x="1897380" y="4050221"/>
                </a:moveTo>
                <a:cubicBezTo>
                  <a:pt x="1897380" y="4050887"/>
                  <a:pt x="1896809" y="4051459"/>
                  <a:pt x="1896142" y="4051459"/>
                </a:cubicBezTo>
                <a:lnTo>
                  <a:pt x="1882045" y="4051459"/>
                </a:lnTo>
                <a:cubicBezTo>
                  <a:pt x="1881378" y="4051459"/>
                  <a:pt x="1880807" y="4050887"/>
                  <a:pt x="1880807" y="4050221"/>
                </a:cubicBezTo>
                <a:lnTo>
                  <a:pt x="1880807" y="4035647"/>
                </a:lnTo>
                <a:cubicBezTo>
                  <a:pt x="1880807" y="4034980"/>
                  <a:pt x="1881378" y="4034409"/>
                  <a:pt x="1882045" y="4034409"/>
                </a:cubicBezTo>
                <a:lnTo>
                  <a:pt x="1896142" y="4034409"/>
                </a:lnTo>
                <a:cubicBezTo>
                  <a:pt x="1896809" y="4034409"/>
                  <a:pt x="1897380" y="4034980"/>
                  <a:pt x="1897380" y="4035647"/>
                </a:cubicBezTo>
                <a:lnTo>
                  <a:pt x="1897380" y="4050221"/>
                </a:lnTo>
                <a:close/>
                <a:moveTo>
                  <a:pt x="1000887" y="1842992"/>
                </a:moveTo>
                <a:cubicBezTo>
                  <a:pt x="999554" y="1842992"/>
                  <a:pt x="998506" y="1844040"/>
                  <a:pt x="998506" y="1845374"/>
                </a:cubicBezTo>
                <a:lnTo>
                  <a:pt x="998506" y="1865376"/>
                </a:lnTo>
                <a:cubicBezTo>
                  <a:pt x="998506" y="1866710"/>
                  <a:pt x="999554" y="1867757"/>
                  <a:pt x="1000887" y="1867757"/>
                </a:cubicBezTo>
                <a:lnTo>
                  <a:pt x="1020890" y="1867757"/>
                </a:lnTo>
                <a:cubicBezTo>
                  <a:pt x="1022223" y="1867757"/>
                  <a:pt x="1023271" y="1866710"/>
                  <a:pt x="1023271" y="1865376"/>
                </a:cubicBezTo>
                <a:lnTo>
                  <a:pt x="1023271" y="1845374"/>
                </a:lnTo>
                <a:cubicBezTo>
                  <a:pt x="1023271" y="1844040"/>
                  <a:pt x="1022223" y="1842992"/>
                  <a:pt x="1020890" y="1842992"/>
                </a:cubicBezTo>
                <a:lnTo>
                  <a:pt x="1000887" y="1842992"/>
                </a:lnTo>
                <a:close/>
                <a:moveTo>
                  <a:pt x="1018508" y="1862995"/>
                </a:moveTo>
                <a:lnTo>
                  <a:pt x="1003268" y="1862995"/>
                </a:lnTo>
                <a:lnTo>
                  <a:pt x="1003268" y="1847755"/>
                </a:lnTo>
                <a:lnTo>
                  <a:pt x="1018508" y="1847755"/>
                </a:lnTo>
                <a:lnTo>
                  <a:pt x="1018508" y="1862995"/>
                </a:lnTo>
                <a:close/>
                <a:moveTo>
                  <a:pt x="1049655" y="2457545"/>
                </a:moveTo>
                <a:lnTo>
                  <a:pt x="1054894" y="2452688"/>
                </a:lnTo>
                <a:lnTo>
                  <a:pt x="1061180" y="2459450"/>
                </a:lnTo>
                <a:lnTo>
                  <a:pt x="1055942" y="2464308"/>
                </a:lnTo>
                <a:lnTo>
                  <a:pt x="1049655" y="2457545"/>
                </a:lnTo>
                <a:close/>
                <a:moveTo>
                  <a:pt x="1080135" y="2479643"/>
                </a:moveTo>
                <a:lnTo>
                  <a:pt x="1086422" y="2486406"/>
                </a:lnTo>
                <a:lnTo>
                  <a:pt x="1081183" y="2491264"/>
                </a:lnTo>
                <a:lnTo>
                  <a:pt x="1074896" y="2484501"/>
                </a:lnTo>
                <a:lnTo>
                  <a:pt x="1080135" y="2479643"/>
                </a:lnTo>
                <a:close/>
                <a:moveTo>
                  <a:pt x="1095947" y="2439829"/>
                </a:moveTo>
                <a:cubicBezTo>
                  <a:pt x="1096994" y="2438781"/>
                  <a:pt x="1096994" y="2437067"/>
                  <a:pt x="1095947" y="2436019"/>
                </a:cubicBezTo>
                <a:lnTo>
                  <a:pt x="1086803" y="2426875"/>
                </a:lnTo>
                <a:cubicBezTo>
                  <a:pt x="1085755" y="2425827"/>
                  <a:pt x="1084040" y="2425827"/>
                  <a:pt x="1082993" y="2426875"/>
                </a:cubicBezTo>
                <a:lnTo>
                  <a:pt x="1080326" y="2429542"/>
                </a:lnTo>
                <a:lnTo>
                  <a:pt x="993743" y="2341245"/>
                </a:lnTo>
                <a:lnTo>
                  <a:pt x="1040797" y="2341245"/>
                </a:lnTo>
                <a:cubicBezTo>
                  <a:pt x="1040987" y="2342102"/>
                  <a:pt x="1040987" y="2342960"/>
                  <a:pt x="1041273" y="2343817"/>
                </a:cubicBezTo>
                <a:cubicBezTo>
                  <a:pt x="1042607" y="2346960"/>
                  <a:pt x="1045083" y="2349341"/>
                  <a:pt x="1048226" y="2350675"/>
                </a:cubicBezTo>
                <a:cubicBezTo>
                  <a:pt x="1049750" y="2351342"/>
                  <a:pt x="1051370" y="2351627"/>
                  <a:pt x="1053084" y="2351627"/>
                </a:cubicBezTo>
                <a:cubicBezTo>
                  <a:pt x="1054799" y="2351627"/>
                  <a:pt x="1056418" y="2351246"/>
                  <a:pt x="1058037" y="2350580"/>
                </a:cubicBezTo>
                <a:cubicBezTo>
                  <a:pt x="1061180" y="2349246"/>
                  <a:pt x="1063562" y="2346770"/>
                  <a:pt x="1064895" y="2343626"/>
                </a:cubicBezTo>
                <a:cubicBezTo>
                  <a:pt x="1066229" y="2340483"/>
                  <a:pt x="1066133" y="2337054"/>
                  <a:pt x="1064895" y="2333911"/>
                </a:cubicBezTo>
                <a:cubicBezTo>
                  <a:pt x="1063562" y="2330768"/>
                  <a:pt x="1061085" y="2328386"/>
                  <a:pt x="1057942" y="2327053"/>
                </a:cubicBezTo>
                <a:lnTo>
                  <a:pt x="1057942" y="2327053"/>
                </a:lnTo>
                <a:cubicBezTo>
                  <a:pt x="1054799" y="2325815"/>
                  <a:pt x="1051370" y="2325815"/>
                  <a:pt x="1048226" y="2327053"/>
                </a:cubicBezTo>
                <a:cubicBezTo>
                  <a:pt x="1045083" y="2328386"/>
                  <a:pt x="1042702" y="2330863"/>
                  <a:pt x="1041368" y="2334006"/>
                </a:cubicBezTo>
                <a:cubicBezTo>
                  <a:pt x="1041083" y="2334768"/>
                  <a:pt x="1041083" y="2335625"/>
                  <a:pt x="1040892" y="2336483"/>
                </a:cubicBezTo>
                <a:lnTo>
                  <a:pt x="988219" y="2336483"/>
                </a:lnTo>
                <a:cubicBezTo>
                  <a:pt x="987266" y="2336483"/>
                  <a:pt x="986409" y="2337054"/>
                  <a:pt x="986028" y="2337911"/>
                </a:cubicBezTo>
                <a:cubicBezTo>
                  <a:pt x="985647" y="2338769"/>
                  <a:pt x="985838" y="2339816"/>
                  <a:pt x="986504" y="2340483"/>
                </a:cubicBezTo>
                <a:lnTo>
                  <a:pt x="1077087" y="2432876"/>
                </a:lnTo>
                <a:lnTo>
                  <a:pt x="1074039" y="2435924"/>
                </a:lnTo>
                <a:cubicBezTo>
                  <a:pt x="1072991" y="2436971"/>
                  <a:pt x="1072991" y="2438686"/>
                  <a:pt x="1074039" y="2439734"/>
                </a:cubicBezTo>
                <a:lnTo>
                  <a:pt x="1083183" y="2448878"/>
                </a:lnTo>
                <a:cubicBezTo>
                  <a:pt x="1084231" y="2449925"/>
                  <a:pt x="1085945" y="2449925"/>
                  <a:pt x="1086993" y="2448878"/>
                </a:cubicBezTo>
                <a:lnTo>
                  <a:pt x="1096137" y="2439734"/>
                </a:lnTo>
                <a:close/>
                <a:moveTo>
                  <a:pt x="1045654" y="2335816"/>
                </a:moveTo>
                <a:cubicBezTo>
                  <a:pt x="1046417" y="2333816"/>
                  <a:pt x="1047941" y="2332292"/>
                  <a:pt x="1049941" y="2331530"/>
                </a:cubicBezTo>
                <a:cubicBezTo>
                  <a:pt x="1050893" y="2331149"/>
                  <a:pt x="1051941" y="2330863"/>
                  <a:pt x="1052989" y="2330863"/>
                </a:cubicBezTo>
                <a:cubicBezTo>
                  <a:pt x="1054037" y="2330863"/>
                  <a:pt x="1054989" y="2331053"/>
                  <a:pt x="1056037" y="2331434"/>
                </a:cubicBezTo>
                <a:cubicBezTo>
                  <a:pt x="1058037" y="2332196"/>
                  <a:pt x="1059561" y="2333720"/>
                  <a:pt x="1060323" y="2335721"/>
                </a:cubicBezTo>
                <a:cubicBezTo>
                  <a:pt x="1061180" y="2337721"/>
                  <a:pt x="1061180" y="2339816"/>
                  <a:pt x="1060323" y="2341817"/>
                </a:cubicBezTo>
                <a:cubicBezTo>
                  <a:pt x="1059561" y="2343817"/>
                  <a:pt x="1058037" y="2345341"/>
                  <a:pt x="1056037" y="2346103"/>
                </a:cubicBezTo>
                <a:cubicBezTo>
                  <a:pt x="1054037" y="2346960"/>
                  <a:pt x="1051941" y="2346960"/>
                  <a:pt x="1049941" y="2346103"/>
                </a:cubicBezTo>
                <a:cubicBezTo>
                  <a:pt x="1047941" y="2345341"/>
                  <a:pt x="1046417" y="2343817"/>
                  <a:pt x="1045654" y="2341817"/>
                </a:cubicBezTo>
                <a:cubicBezTo>
                  <a:pt x="1044797" y="2339816"/>
                  <a:pt x="1044797" y="2337721"/>
                  <a:pt x="1045654" y="2335721"/>
                </a:cubicBezTo>
                <a:close/>
                <a:moveTo>
                  <a:pt x="1180243" y="2410968"/>
                </a:moveTo>
                <a:lnTo>
                  <a:pt x="1194721" y="2410968"/>
                </a:lnTo>
                <a:cubicBezTo>
                  <a:pt x="1196245" y="2410968"/>
                  <a:pt x="1197388" y="2409730"/>
                  <a:pt x="1197388" y="2408301"/>
                </a:cubicBezTo>
                <a:lnTo>
                  <a:pt x="1197388" y="2394395"/>
                </a:lnTo>
                <a:cubicBezTo>
                  <a:pt x="1197388" y="2392871"/>
                  <a:pt x="1196150" y="2391728"/>
                  <a:pt x="1194721" y="2391728"/>
                </a:cubicBezTo>
                <a:lnTo>
                  <a:pt x="1180243" y="2391728"/>
                </a:lnTo>
                <a:cubicBezTo>
                  <a:pt x="1178719" y="2391728"/>
                  <a:pt x="1177576" y="2392966"/>
                  <a:pt x="1177576" y="2394395"/>
                </a:cubicBezTo>
                <a:lnTo>
                  <a:pt x="1177576" y="2397157"/>
                </a:lnTo>
                <a:lnTo>
                  <a:pt x="1160907" y="2397157"/>
                </a:lnTo>
                <a:cubicBezTo>
                  <a:pt x="1159574" y="2397157"/>
                  <a:pt x="1158526" y="2398205"/>
                  <a:pt x="1158526" y="2399538"/>
                </a:cubicBezTo>
                <a:lnTo>
                  <a:pt x="1158526" y="2431161"/>
                </a:lnTo>
                <a:lnTo>
                  <a:pt x="1122521" y="2458879"/>
                </a:lnTo>
                <a:lnTo>
                  <a:pt x="1122521" y="2409444"/>
                </a:lnTo>
                <a:cubicBezTo>
                  <a:pt x="1122521" y="2408777"/>
                  <a:pt x="1122236" y="2408206"/>
                  <a:pt x="1121855" y="2407730"/>
                </a:cubicBezTo>
                <a:lnTo>
                  <a:pt x="1090041" y="2376297"/>
                </a:lnTo>
                <a:cubicBezTo>
                  <a:pt x="1090898" y="2375345"/>
                  <a:pt x="1091660" y="2374297"/>
                  <a:pt x="1092137" y="2373059"/>
                </a:cubicBezTo>
                <a:cubicBezTo>
                  <a:pt x="1094804" y="2366582"/>
                  <a:pt x="1091660" y="2359152"/>
                  <a:pt x="1085183" y="2356485"/>
                </a:cubicBezTo>
                <a:lnTo>
                  <a:pt x="1085183" y="2356485"/>
                </a:lnTo>
                <a:cubicBezTo>
                  <a:pt x="1082040" y="2355152"/>
                  <a:pt x="1078611" y="2355247"/>
                  <a:pt x="1075468" y="2356485"/>
                </a:cubicBezTo>
                <a:cubicBezTo>
                  <a:pt x="1072325" y="2357819"/>
                  <a:pt x="1069943" y="2360295"/>
                  <a:pt x="1068610" y="2363438"/>
                </a:cubicBezTo>
                <a:cubicBezTo>
                  <a:pt x="1067372" y="2366582"/>
                  <a:pt x="1067372" y="2370011"/>
                  <a:pt x="1068610" y="2373154"/>
                </a:cubicBezTo>
                <a:cubicBezTo>
                  <a:pt x="1069943" y="2376297"/>
                  <a:pt x="1072420" y="2378678"/>
                  <a:pt x="1075563" y="2380012"/>
                </a:cubicBezTo>
                <a:cubicBezTo>
                  <a:pt x="1077087" y="2380679"/>
                  <a:pt x="1078706" y="2380964"/>
                  <a:pt x="1080421" y="2380964"/>
                </a:cubicBezTo>
                <a:cubicBezTo>
                  <a:pt x="1082135" y="2380964"/>
                  <a:pt x="1083755" y="2380583"/>
                  <a:pt x="1085374" y="2379917"/>
                </a:cubicBezTo>
                <a:cubicBezTo>
                  <a:pt x="1085755" y="2379726"/>
                  <a:pt x="1086041" y="2379440"/>
                  <a:pt x="1086422" y="2379250"/>
                </a:cubicBezTo>
                <a:lnTo>
                  <a:pt x="1117949" y="2410301"/>
                </a:lnTo>
                <a:lnTo>
                  <a:pt x="1117949" y="2463546"/>
                </a:lnTo>
                <a:cubicBezTo>
                  <a:pt x="1117949" y="2464499"/>
                  <a:pt x="1118426" y="2465261"/>
                  <a:pt x="1119283" y="2465642"/>
                </a:cubicBezTo>
                <a:cubicBezTo>
                  <a:pt x="1119664" y="2465832"/>
                  <a:pt x="1119950" y="2465927"/>
                  <a:pt x="1120331" y="2465927"/>
                </a:cubicBezTo>
                <a:cubicBezTo>
                  <a:pt x="1120807" y="2465927"/>
                  <a:pt x="1121378" y="2465737"/>
                  <a:pt x="1121759" y="2465451"/>
                </a:cubicBezTo>
                <a:lnTo>
                  <a:pt x="1162526" y="2434114"/>
                </a:lnTo>
                <a:cubicBezTo>
                  <a:pt x="1163098" y="2433638"/>
                  <a:pt x="1163479" y="2432971"/>
                  <a:pt x="1163479" y="2432209"/>
                </a:cubicBezTo>
                <a:lnTo>
                  <a:pt x="1163479" y="2401824"/>
                </a:lnTo>
                <a:lnTo>
                  <a:pt x="1177766" y="2401824"/>
                </a:lnTo>
                <a:lnTo>
                  <a:pt x="1177766" y="2408111"/>
                </a:lnTo>
                <a:cubicBezTo>
                  <a:pt x="1177766" y="2409635"/>
                  <a:pt x="1179005" y="2410778"/>
                  <a:pt x="1180433" y="2410778"/>
                </a:cubicBezTo>
                <a:close/>
                <a:moveTo>
                  <a:pt x="1087660" y="2371344"/>
                </a:moveTo>
                <a:cubicBezTo>
                  <a:pt x="1086898" y="2373344"/>
                  <a:pt x="1085374" y="2374868"/>
                  <a:pt x="1083374" y="2375630"/>
                </a:cubicBezTo>
                <a:cubicBezTo>
                  <a:pt x="1081373" y="2376488"/>
                  <a:pt x="1079278" y="2376488"/>
                  <a:pt x="1077278" y="2375630"/>
                </a:cubicBezTo>
                <a:cubicBezTo>
                  <a:pt x="1075277" y="2374868"/>
                  <a:pt x="1073753" y="2373344"/>
                  <a:pt x="1072991" y="2371344"/>
                </a:cubicBezTo>
                <a:cubicBezTo>
                  <a:pt x="1072134" y="2369344"/>
                  <a:pt x="1072134" y="2367248"/>
                  <a:pt x="1072991" y="2365248"/>
                </a:cubicBezTo>
                <a:cubicBezTo>
                  <a:pt x="1073753" y="2363248"/>
                  <a:pt x="1075277" y="2361724"/>
                  <a:pt x="1077278" y="2360962"/>
                </a:cubicBezTo>
                <a:cubicBezTo>
                  <a:pt x="1078230" y="2360581"/>
                  <a:pt x="1079278" y="2360295"/>
                  <a:pt x="1080326" y="2360295"/>
                </a:cubicBezTo>
                <a:cubicBezTo>
                  <a:pt x="1081373" y="2360295"/>
                  <a:pt x="1082326" y="2360486"/>
                  <a:pt x="1083374" y="2360867"/>
                </a:cubicBezTo>
                <a:cubicBezTo>
                  <a:pt x="1087469" y="2362486"/>
                  <a:pt x="1089374" y="2367153"/>
                  <a:pt x="1087755" y="2371249"/>
                </a:cubicBezTo>
                <a:close/>
                <a:moveTo>
                  <a:pt x="1214057" y="2246471"/>
                </a:moveTo>
                <a:cubicBezTo>
                  <a:pt x="1220438" y="2246471"/>
                  <a:pt x="1225677" y="2241233"/>
                  <a:pt x="1225677" y="2234851"/>
                </a:cubicBezTo>
                <a:cubicBezTo>
                  <a:pt x="1225677" y="2228469"/>
                  <a:pt x="1220438" y="2223230"/>
                  <a:pt x="1214057" y="2223230"/>
                </a:cubicBezTo>
                <a:cubicBezTo>
                  <a:pt x="1207675" y="2223230"/>
                  <a:pt x="1202436" y="2228469"/>
                  <a:pt x="1202436" y="2234851"/>
                </a:cubicBezTo>
                <a:cubicBezTo>
                  <a:pt x="1202436" y="2241233"/>
                  <a:pt x="1207675" y="2246471"/>
                  <a:pt x="1214057" y="2246471"/>
                </a:cubicBezTo>
                <a:close/>
                <a:moveTo>
                  <a:pt x="1214057" y="2225516"/>
                </a:moveTo>
                <a:cubicBezTo>
                  <a:pt x="1219200" y="2225516"/>
                  <a:pt x="1223296" y="2229707"/>
                  <a:pt x="1223296" y="2234756"/>
                </a:cubicBezTo>
                <a:cubicBezTo>
                  <a:pt x="1223296" y="2239804"/>
                  <a:pt x="1219105" y="2243995"/>
                  <a:pt x="1214057" y="2243995"/>
                </a:cubicBezTo>
                <a:cubicBezTo>
                  <a:pt x="1209008" y="2243995"/>
                  <a:pt x="1204817" y="2239804"/>
                  <a:pt x="1204817" y="2234756"/>
                </a:cubicBezTo>
                <a:cubicBezTo>
                  <a:pt x="1204817" y="2229707"/>
                  <a:pt x="1209008" y="2225516"/>
                  <a:pt x="1214057" y="2225516"/>
                </a:cubicBezTo>
                <a:close/>
                <a:moveTo>
                  <a:pt x="2114550" y="3982498"/>
                </a:moveTo>
                <a:lnTo>
                  <a:pt x="2114550" y="3972973"/>
                </a:lnTo>
                <a:cubicBezTo>
                  <a:pt x="2114550" y="3970592"/>
                  <a:pt x="2116455" y="3968687"/>
                  <a:pt x="2118836" y="3968687"/>
                </a:cubicBezTo>
                <a:lnTo>
                  <a:pt x="2129123" y="3968687"/>
                </a:lnTo>
                <a:cubicBezTo>
                  <a:pt x="2131124" y="3968687"/>
                  <a:pt x="2132648" y="3970306"/>
                  <a:pt x="2132648" y="3972211"/>
                </a:cubicBezTo>
                <a:lnTo>
                  <a:pt x="2132648" y="3982498"/>
                </a:lnTo>
                <a:cubicBezTo>
                  <a:pt x="2132648" y="3984879"/>
                  <a:pt x="2130743" y="3986784"/>
                  <a:pt x="2128361" y="3986784"/>
                </a:cubicBezTo>
                <a:lnTo>
                  <a:pt x="2118836" y="3986784"/>
                </a:lnTo>
                <a:cubicBezTo>
                  <a:pt x="2116455" y="3986784"/>
                  <a:pt x="2114550" y="3984879"/>
                  <a:pt x="2114550" y="3982498"/>
                </a:cubicBezTo>
                <a:close/>
                <a:moveTo>
                  <a:pt x="79343" y="4761929"/>
                </a:moveTo>
                <a:cubicBezTo>
                  <a:pt x="81344" y="4763167"/>
                  <a:pt x="83630" y="4763738"/>
                  <a:pt x="85916" y="4763738"/>
                </a:cubicBezTo>
                <a:cubicBezTo>
                  <a:pt x="86868" y="4763738"/>
                  <a:pt x="87916" y="4763643"/>
                  <a:pt x="88868" y="4763357"/>
                </a:cubicBezTo>
                <a:cubicBezTo>
                  <a:pt x="92107" y="4762595"/>
                  <a:pt x="94869" y="4760595"/>
                  <a:pt x="96679" y="4757738"/>
                </a:cubicBezTo>
                <a:cubicBezTo>
                  <a:pt x="98393" y="4754880"/>
                  <a:pt x="98965" y="4751451"/>
                  <a:pt x="98203" y="4748213"/>
                </a:cubicBezTo>
                <a:cubicBezTo>
                  <a:pt x="96584" y="4741450"/>
                  <a:pt x="89821" y="4737354"/>
                  <a:pt x="83058" y="4738973"/>
                </a:cubicBezTo>
                <a:cubicBezTo>
                  <a:pt x="79820" y="4739736"/>
                  <a:pt x="77057" y="4741736"/>
                  <a:pt x="75248" y="4744593"/>
                </a:cubicBezTo>
                <a:cubicBezTo>
                  <a:pt x="74009" y="4746498"/>
                  <a:pt x="73628" y="4748784"/>
                  <a:pt x="73628" y="4750975"/>
                </a:cubicBezTo>
                <a:lnTo>
                  <a:pt x="95" y="4750975"/>
                </a:lnTo>
                <a:lnTo>
                  <a:pt x="95" y="4755737"/>
                </a:lnTo>
                <a:lnTo>
                  <a:pt x="74486" y="4755737"/>
                </a:lnTo>
                <a:cubicBezTo>
                  <a:pt x="75533" y="4758214"/>
                  <a:pt x="77057" y="4760500"/>
                  <a:pt x="79439" y="4761929"/>
                </a:cubicBezTo>
                <a:close/>
                <a:moveTo>
                  <a:pt x="79248" y="4747165"/>
                </a:moveTo>
                <a:cubicBezTo>
                  <a:pt x="80296" y="4745355"/>
                  <a:pt x="82010" y="4744117"/>
                  <a:pt x="84106" y="4743641"/>
                </a:cubicBezTo>
                <a:cubicBezTo>
                  <a:pt x="84677" y="4743450"/>
                  <a:pt x="85344" y="4743450"/>
                  <a:pt x="85916" y="4743450"/>
                </a:cubicBezTo>
                <a:cubicBezTo>
                  <a:pt x="89440" y="4743450"/>
                  <a:pt x="92678" y="4745831"/>
                  <a:pt x="93536" y="4749451"/>
                </a:cubicBezTo>
                <a:cubicBezTo>
                  <a:pt x="94012" y="4751451"/>
                  <a:pt x="93726" y="4753547"/>
                  <a:pt x="92583" y="4755356"/>
                </a:cubicBezTo>
                <a:cubicBezTo>
                  <a:pt x="91535" y="4757166"/>
                  <a:pt x="89821" y="4758404"/>
                  <a:pt x="87725" y="4758881"/>
                </a:cubicBezTo>
                <a:cubicBezTo>
                  <a:pt x="85725" y="4759357"/>
                  <a:pt x="83630" y="4759071"/>
                  <a:pt x="81820" y="4757928"/>
                </a:cubicBezTo>
                <a:cubicBezTo>
                  <a:pt x="80010" y="4756880"/>
                  <a:pt x="78772" y="4755166"/>
                  <a:pt x="78296" y="4753070"/>
                </a:cubicBezTo>
                <a:cubicBezTo>
                  <a:pt x="77819" y="4751070"/>
                  <a:pt x="78105" y="4748975"/>
                  <a:pt x="79248" y="4747165"/>
                </a:cubicBezTo>
                <a:close/>
                <a:moveTo>
                  <a:pt x="96869" y="4672584"/>
                </a:moveTo>
                <a:cubicBezTo>
                  <a:pt x="94774" y="4670584"/>
                  <a:pt x="92202" y="4669727"/>
                  <a:pt x="89154" y="4669441"/>
                </a:cubicBezTo>
                <a:cubicBezTo>
                  <a:pt x="86297" y="4669441"/>
                  <a:pt x="83534" y="4670584"/>
                  <a:pt x="81534" y="4672679"/>
                </a:cubicBezTo>
                <a:cubicBezTo>
                  <a:pt x="80201" y="4674108"/>
                  <a:pt x="79439" y="4675823"/>
                  <a:pt x="78962" y="4677632"/>
                </a:cubicBezTo>
                <a:lnTo>
                  <a:pt x="286" y="4677632"/>
                </a:lnTo>
                <a:lnTo>
                  <a:pt x="95" y="4677442"/>
                </a:lnTo>
                <a:lnTo>
                  <a:pt x="95" y="4682395"/>
                </a:lnTo>
                <a:lnTo>
                  <a:pt x="78962" y="4682395"/>
                </a:lnTo>
                <a:cubicBezTo>
                  <a:pt x="79343" y="4684490"/>
                  <a:pt x="80201" y="4686491"/>
                  <a:pt x="81820" y="4688015"/>
                </a:cubicBezTo>
                <a:cubicBezTo>
                  <a:pt x="83820" y="4690015"/>
                  <a:pt x="86582" y="4691063"/>
                  <a:pt x="89345" y="4691063"/>
                </a:cubicBezTo>
                <a:lnTo>
                  <a:pt x="89440" y="4691063"/>
                </a:lnTo>
                <a:cubicBezTo>
                  <a:pt x="95441" y="4691063"/>
                  <a:pt x="100203" y="4686110"/>
                  <a:pt x="100108" y="4680109"/>
                </a:cubicBezTo>
                <a:cubicBezTo>
                  <a:pt x="100108" y="4677252"/>
                  <a:pt x="98965" y="4674489"/>
                  <a:pt x="96869" y="4672489"/>
                </a:cubicBezTo>
                <a:close/>
                <a:moveTo>
                  <a:pt x="89345" y="4686395"/>
                </a:moveTo>
                <a:cubicBezTo>
                  <a:pt x="87630" y="4686300"/>
                  <a:pt x="86201" y="4685824"/>
                  <a:pt x="85058" y="4684681"/>
                </a:cubicBezTo>
                <a:cubicBezTo>
                  <a:pt x="83915" y="4683538"/>
                  <a:pt x="83248" y="4682014"/>
                  <a:pt x="83248" y="4680395"/>
                </a:cubicBezTo>
                <a:lnTo>
                  <a:pt x="83248" y="4680395"/>
                </a:lnTo>
                <a:cubicBezTo>
                  <a:pt x="83248" y="4677061"/>
                  <a:pt x="85916" y="4674299"/>
                  <a:pt x="89249" y="4674299"/>
                </a:cubicBezTo>
                <a:lnTo>
                  <a:pt x="89249" y="4674299"/>
                </a:lnTo>
                <a:cubicBezTo>
                  <a:pt x="92583" y="4674299"/>
                  <a:pt x="95250" y="4676966"/>
                  <a:pt x="95345" y="4680299"/>
                </a:cubicBezTo>
                <a:cubicBezTo>
                  <a:pt x="95345" y="4683633"/>
                  <a:pt x="92678" y="4686395"/>
                  <a:pt x="89345" y="4686395"/>
                </a:cubicBezTo>
                <a:close/>
                <a:moveTo>
                  <a:pt x="110776" y="3929825"/>
                </a:moveTo>
                <a:cubicBezTo>
                  <a:pt x="108395" y="3928682"/>
                  <a:pt x="105728" y="3928586"/>
                  <a:pt x="103156" y="3929444"/>
                </a:cubicBezTo>
                <a:cubicBezTo>
                  <a:pt x="98012" y="3931253"/>
                  <a:pt x="95345" y="3936968"/>
                  <a:pt x="97155" y="3942112"/>
                </a:cubicBezTo>
                <a:cubicBezTo>
                  <a:pt x="97250" y="3942398"/>
                  <a:pt x="97536" y="3942588"/>
                  <a:pt x="97631" y="3942874"/>
                </a:cubicBezTo>
                <a:lnTo>
                  <a:pt x="72009" y="3965638"/>
                </a:lnTo>
                <a:lnTo>
                  <a:pt x="72295" y="4013645"/>
                </a:lnTo>
                <a:lnTo>
                  <a:pt x="47530" y="4035076"/>
                </a:lnTo>
                <a:cubicBezTo>
                  <a:pt x="47530" y="4035076"/>
                  <a:pt x="46863" y="4034504"/>
                  <a:pt x="46482" y="4034314"/>
                </a:cubicBezTo>
                <a:cubicBezTo>
                  <a:pt x="44101" y="4033171"/>
                  <a:pt x="41434" y="4033076"/>
                  <a:pt x="38862" y="4033933"/>
                </a:cubicBezTo>
                <a:cubicBezTo>
                  <a:pt x="33719" y="4035743"/>
                  <a:pt x="31052" y="4041458"/>
                  <a:pt x="32861" y="4046601"/>
                </a:cubicBezTo>
                <a:cubicBezTo>
                  <a:pt x="34290" y="4050602"/>
                  <a:pt x="38100" y="4053173"/>
                  <a:pt x="42196" y="4053173"/>
                </a:cubicBezTo>
                <a:cubicBezTo>
                  <a:pt x="43339" y="4053173"/>
                  <a:pt x="44387" y="4052983"/>
                  <a:pt x="45530" y="4052602"/>
                </a:cubicBezTo>
                <a:cubicBezTo>
                  <a:pt x="50673" y="4050792"/>
                  <a:pt x="53340" y="4045077"/>
                  <a:pt x="51530" y="4039934"/>
                </a:cubicBezTo>
                <a:cubicBezTo>
                  <a:pt x="51340" y="4039457"/>
                  <a:pt x="50959" y="4038981"/>
                  <a:pt x="50673" y="4038505"/>
                </a:cubicBezTo>
                <a:lnTo>
                  <a:pt x="76962" y="4015740"/>
                </a:lnTo>
                <a:lnTo>
                  <a:pt x="76676" y="3967734"/>
                </a:lnTo>
                <a:lnTo>
                  <a:pt x="100584" y="3946493"/>
                </a:lnTo>
                <a:cubicBezTo>
                  <a:pt x="101156" y="3946874"/>
                  <a:pt x="101537" y="3947351"/>
                  <a:pt x="102203" y="3947636"/>
                </a:cubicBezTo>
                <a:cubicBezTo>
                  <a:pt x="103537" y="3948303"/>
                  <a:pt x="104966" y="3948589"/>
                  <a:pt x="106394" y="3948589"/>
                </a:cubicBezTo>
                <a:cubicBezTo>
                  <a:pt x="107537" y="3948589"/>
                  <a:pt x="108680" y="3948398"/>
                  <a:pt x="109728" y="3948017"/>
                </a:cubicBezTo>
                <a:cubicBezTo>
                  <a:pt x="112205" y="3947160"/>
                  <a:pt x="114205" y="3945350"/>
                  <a:pt x="115348" y="3942874"/>
                </a:cubicBezTo>
                <a:cubicBezTo>
                  <a:pt x="116491" y="3940493"/>
                  <a:pt x="116586" y="3937826"/>
                  <a:pt x="115729" y="3935349"/>
                </a:cubicBezTo>
                <a:cubicBezTo>
                  <a:pt x="114872" y="3932873"/>
                  <a:pt x="113062" y="3930872"/>
                  <a:pt x="110681" y="3929729"/>
                </a:cubicBezTo>
                <a:close/>
                <a:moveTo>
                  <a:pt x="44101" y="4048220"/>
                </a:moveTo>
                <a:cubicBezTo>
                  <a:pt x="42767" y="4048697"/>
                  <a:pt x="41434" y="4048601"/>
                  <a:pt x="40196" y="4048030"/>
                </a:cubicBezTo>
                <a:cubicBezTo>
                  <a:pt x="38957" y="4047459"/>
                  <a:pt x="38005" y="4046411"/>
                  <a:pt x="37529" y="4045077"/>
                </a:cubicBezTo>
                <a:cubicBezTo>
                  <a:pt x="36576" y="4042410"/>
                  <a:pt x="38005" y="4039457"/>
                  <a:pt x="40672" y="4038505"/>
                </a:cubicBezTo>
                <a:cubicBezTo>
                  <a:pt x="41243" y="4038314"/>
                  <a:pt x="41815" y="4038219"/>
                  <a:pt x="42386" y="4038219"/>
                </a:cubicBezTo>
                <a:cubicBezTo>
                  <a:pt x="44482" y="4038219"/>
                  <a:pt x="46482" y="4039553"/>
                  <a:pt x="47244" y="4041648"/>
                </a:cubicBezTo>
                <a:cubicBezTo>
                  <a:pt x="48197" y="4044315"/>
                  <a:pt x="46768" y="4047268"/>
                  <a:pt x="44101" y="4048220"/>
                </a:cubicBezTo>
                <a:close/>
                <a:moveTo>
                  <a:pt x="108299" y="3943636"/>
                </a:moveTo>
                <a:cubicBezTo>
                  <a:pt x="106966" y="3944112"/>
                  <a:pt x="105632" y="3944017"/>
                  <a:pt x="104394" y="3943445"/>
                </a:cubicBezTo>
                <a:cubicBezTo>
                  <a:pt x="103156" y="3942874"/>
                  <a:pt x="102203" y="3941826"/>
                  <a:pt x="101727" y="3940493"/>
                </a:cubicBezTo>
                <a:cubicBezTo>
                  <a:pt x="100775" y="3937826"/>
                  <a:pt x="102203" y="3934873"/>
                  <a:pt x="104870" y="3933920"/>
                </a:cubicBezTo>
                <a:cubicBezTo>
                  <a:pt x="105442" y="3933730"/>
                  <a:pt x="106013" y="3933635"/>
                  <a:pt x="106585" y="3933635"/>
                </a:cubicBezTo>
                <a:cubicBezTo>
                  <a:pt x="107347" y="3933635"/>
                  <a:pt x="108109" y="3933825"/>
                  <a:pt x="108776" y="3934111"/>
                </a:cubicBezTo>
                <a:cubicBezTo>
                  <a:pt x="110014" y="3934682"/>
                  <a:pt x="110966" y="3935730"/>
                  <a:pt x="111442" y="3937063"/>
                </a:cubicBezTo>
                <a:cubicBezTo>
                  <a:pt x="112395" y="3939730"/>
                  <a:pt x="110966" y="3942684"/>
                  <a:pt x="108299" y="3943636"/>
                </a:cubicBezTo>
                <a:close/>
                <a:moveTo>
                  <a:pt x="1896142" y="3995261"/>
                </a:moveTo>
                <a:lnTo>
                  <a:pt x="1882045" y="3995261"/>
                </a:lnTo>
                <a:cubicBezTo>
                  <a:pt x="1879568" y="3995261"/>
                  <a:pt x="1877473" y="3997262"/>
                  <a:pt x="1877473" y="3999834"/>
                </a:cubicBezTo>
                <a:lnTo>
                  <a:pt x="1877473" y="4014407"/>
                </a:lnTo>
                <a:cubicBezTo>
                  <a:pt x="1877473" y="4016883"/>
                  <a:pt x="1879473" y="4018979"/>
                  <a:pt x="1882045" y="4018979"/>
                </a:cubicBezTo>
                <a:lnTo>
                  <a:pt x="1896142" y="4018979"/>
                </a:lnTo>
                <a:cubicBezTo>
                  <a:pt x="1898618" y="4018979"/>
                  <a:pt x="1900714" y="4016978"/>
                  <a:pt x="1900714" y="4014407"/>
                </a:cubicBezTo>
                <a:lnTo>
                  <a:pt x="1900714" y="3999834"/>
                </a:lnTo>
                <a:cubicBezTo>
                  <a:pt x="1900714" y="3997357"/>
                  <a:pt x="1898714" y="3995261"/>
                  <a:pt x="1896142" y="3995261"/>
                </a:cubicBezTo>
                <a:close/>
                <a:moveTo>
                  <a:pt x="1897380" y="4014407"/>
                </a:moveTo>
                <a:cubicBezTo>
                  <a:pt x="1897380" y="4015073"/>
                  <a:pt x="1896809" y="4015645"/>
                  <a:pt x="1896142" y="4015645"/>
                </a:cubicBezTo>
                <a:lnTo>
                  <a:pt x="1882045" y="4015645"/>
                </a:lnTo>
                <a:cubicBezTo>
                  <a:pt x="1881378" y="4015645"/>
                  <a:pt x="1880807" y="4015073"/>
                  <a:pt x="1880807" y="4014407"/>
                </a:cubicBezTo>
                <a:lnTo>
                  <a:pt x="1880807" y="3999834"/>
                </a:lnTo>
                <a:cubicBezTo>
                  <a:pt x="1880807" y="3999167"/>
                  <a:pt x="1881378" y="3998595"/>
                  <a:pt x="1882045" y="3998595"/>
                </a:cubicBezTo>
                <a:lnTo>
                  <a:pt x="1896142" y="3998595"/>
                </a:lnTo>
                <a:cubicBezTo>
                  <a:pt x="1896809" y="3998595"/>
                  <a:pt x="1897380" y="3999167"/>
                  <a:pt x="1897380" y="3999834"/>
                </a:cubicBezTo>
                <a:lnTo>
                  <a:pt x="1897380" y="4014407"/>
                </a:lnTo>
                <a:close/>
                <a:moveTo>
                  <a:pt x="392144" y="2250472"/>
                </a:moveTo>
                <a:lnTo>
                  <a:pt x="399002" y="2243423"/>
                </a:lnTo>
                <a:lnTo>
                  <a:pt x="402431" y="2246757"/>
                </a:lnTo>
                <a:lnTo>
                  <a:pt x="395573" y="2253806"/>
                </a:lnTo>
                <a:lnTo>
                  <a:pt x="392144" y="2250472"/>
                </a:lnTo>
                <a:close/>
                <a:moveTo>
                  <a:pt x="2138744" y="4154805"/>
                </a:moveTo>
                <a:lnTo>
                  <a:pt x="2138744" y="4149757"/>
                </a:lnTo>
                <a:lnTo>
                  <a:pt x="2153412" y="4149757"/>
                </a:lnTo>
                <a:cubicBezTo>
                  <a:pt x="2157698" y="4149757"/>
                  <a:pt x="2161223" y="4146233"/>
                  <a:pt x="2161223" y="4141946"/>
                </a:cubicBezTo>
                <a:lnTo>
                  <a:pt x="2161223" y="4132421"/>
                </a:lnTo>
                <a:cubicBezTo>
                  <a:pt x="2161223" y="4128135"/>
                  <a:pt x="2157698" y="4124611"/>
                  <a:pt x="2153412" y="4124611"/>
                </a:cubicBezTo>
                <a:lnTo>
                  <a:pt x="2138744" y="4124611"/>
                </a:lnTo>
                <a:lnTo>
                  <a:pt x="2138744" y="4117277"/>
                </a:lnTo>
                <a:lnTo>
                  <a:pt x="2197513" y="4043744"/>
                </a:lnTo>
                <a:lnTo>
                  <a:pt x="2197513" y="4027361"/>
                </a:lnTo>
                <a:lnTo>
                  <a:pt x="2201132" y="4027361"/>
                </a:lnTo>
                <a:cubicBezTo>
                  <a:pt x="2203514" y="4027361"/>
                  <a:pt x="2205419" y="4025455"/>
                  <a:pt x="2205419" y="4023074"/>
                </a:cubicBezTo>
                <a:lnTo>
                  <a:pt x="2205419" y="4010311"/>
                </a:lnTo>
                <a:cubicBezTo>
                  <a:pt x="2205419" y="4008311"/>
                  <a:pt x="2203799" y="4006787"/>
                  <a:pt x="2201894" y="4006787"/>
                </a:cubicBezTo>
                <a:lnTo>
                  <a:pt x="2189131" y="4006787"/>
                </a:lnTo>
                <a:cubicBezTo>
                  <a:pt x="2186750" y="4006787"/>
                  <a:pt x="2184845" y="4008692"/>
                  <a:pt x="2184845" y="4011073"/>
                </a:cubicBezTo>
                <a:lnTo>
                  <a:pt x="2184845" y="4023170"/>
                </a:lnTo>
                <a:cubicBezTo>
                  <a:pt x="2184845" y="4025551"/>
                  <a:pt x="2186750" y="4027456"/>
                  <a:pt x="2189131" y="4027456"/>
                </a:cubicBezTo>
                <a:lnTo>
                  <a:pt x="2192750" y="4027456"/>
                </a:lnTo>
                <a:lnTo>
                  <a:pt x="2192750" y="4042124"/>
                </a:lnTo>
                <a:lnTo>
                  <a:pt x="2133981" y="4115657"/>
                </a:lnTo>
                <a:lnTo>
                  <a:pt x="2133981" y="4124706"/>
                </a:lnTo>
                <a:lnTo>
                  <a:pt x="2118360" y="4124706"/>
                </a:lnTo>
                <a:cubicBezTo>
                  <a:pt x="2114074" y="4124706"/>
                  <a:pt x="2110550" y="4128230"/>
                  <a:pt x="2110550" y="4132517"/>
                </a:cubicBezTo>
                <a:lnTo>
                  <a:pt x="2110550" y="4142042"/>
                </a:lnTo>
                <a:cubicBezTo>
                  <a:pt x="2110550" y="4146328"/>
                  <a:pt x="2114074" y="4149852"/>
                  <a:pt x="2118360" y="4149852"/>
                </a:cubicBezTo>
                <a:lnTo>
                  <a:pt x="2133981" y="4149852"/>
                </a:lnTo>
                <a:lnTo>
                  <a:pt x="2133981" y="4156710"/>
                </a:lnTo>
                <a:lnTo>
                  <a:pt x="2187035" y="4218813"/>
                </a:lnTo>
                <a:lnTo>
                  <a:pt x="2187035" y="4244340"/>
                </a:lnTo>
                <a:cubicBezTo>
                  <a:pt x="2181320" y="4245864"/>
                  <a:pt x="2177701" y="4251484"/>
                  <a:pt x="2178844" y="4257294"/>
                </a:cubicBezTo>
                <a:cubicBezTo>
                  <a:pt x="2179415" y="4260247"/>
                  <a:pt x="2181130" y="4262723"/>
                  <a:pt x="2183606" y="4264343"/>
                </a:cubicBezTo>
                <a:cubicBezTo>
                  <a:pt x="2185416" y="4265581"/>
                  <a:pt x="2187607" y="4266248"/>
                  <a:pt x="2189798" y="4266248"/>
                </a:cubicBezTo>
                <a:cubicBezTo>
                  <a:pt x="2190560" y="4266248"/>
                  <a:pt x="2191322" y="4266248"/>
                  <a:pt x="2192084" y="4266057"/>
                </a:cubicBezTo>
                <a:cubicBezTo>
                  <a:pt x="2195036" y="4265486"/>
                  <a:pt x="2197513" y="4263771"/>
                  <a:pt x="2199132" y="4261295"/>
                </a:cubicBezTo>
                <a:cubicBezTo>
                  <a:pt x="2200751" y="4258818"/>
                  <a:pt x="2201323" y="4255865"/>
                  <a:pt x="2200751" y="4252913"/>
                </a:cubicBezTo>
                <a:cubicBezTo>
                  <a:pt x="2200180" y="4249960"/>
                  <a:pt x="2198465" y="4247484"/>
                  <a:pt x="2195989" y="4245864"/>
                </a:cubicBezTo>
                <a:cubicBezTo>
                  <a:pt x="2194751" y="4245007"/>
                  <a:pt x="2193322" y="4244531"/>
                  <a:pt x="2191893" y="4244245"/>
                </a:cubicBezTo>
                <a:lnTo>
                  <a:pt x="2191893" y="4217194"/>
                </a:lnTo>
                <a:lnTo>
                  <a:pt x="2138839" y="4155091"/>
                </a:lnTo>
                <a:close/>
                <a:moveTo>
                  <a:pt x="2145411" y="4129373"/>
                </a:moveTo>
                <a:lnTo>
                  <a:pt x="2153412" y="4129373"/>
                </a:lnTo>
                <a:cubicBezTo>
                  <a:pt x="2155031" y="4129373"/>
                  <a:pt x="2156365" y="4130707"/>
                  <a:pt x="2156365" y="4132326"/>
                </a:cubicBezTo>
                <a:lnTo>
                  <a:pt x="2156365" y="4141851"/>
                </a:lnTo>
                <a:cubicBezTo>
                  <a:pt x="2156365" y="4143470"/>
                  <a:pt x="2155031" y="4144804"/>
                  <a:pt x="2153412" y="4144804"/>
                </a:cubicBezTo>
                <a:lnTo>
                  <a:pt x="2145411" y="4144804"/>
                </a:lnTo>
                <a:lnTo>
                  <a:pt x="2145411" y="4129278"/>
                </a:lnTo>
                <a:close/>
                <a:moveTo>
                  <a:pt x="2124456" y="4144899"/>
                </a:moveTo>
                <a:lnTo>
                  <a:pt x="2118360" y="4144899"/>
                </a:lnTo>
                <a:cubicBezTo>
                  <a:pt x="2116741" y="4144899"/>
                  <a:pt x="2115407" y="4143566"/>
                  <a:pt x="2115407" y="4141946"/>
                </a:cubicBezTo>
                <a:lnTo>
                  <a:pt x="2115407" y="4132421"/>
                </a:lnTo>
                <a:cubicBezTo>
                  <a:pt x="2115407" y="4130802"/>
                  <a:pt x="2116741" y="4129469"/>
                  <a:pt x="2118360" y="4129469"/>
                </a:cubicBezTo>
                <a:lnTo>
                  <a:pt x="2124456" y="4129469"/>
                </a:lnTo>
                <a:lnTo>
                  <a:pt x="2124456" y="4144994"/>
                </a:lnTo>
                <a:close/>
                <a:moveTo>
                  <a:pt x="2193227" y="4249674"/>
                </a:moveTo>
                <a:cubicBezTo>
                  <a:pt x="2194655" y="4250627"/>
                  <a:pt x="2195608" y="4252055"/>
                  <a:pt x="2195894" y="4253675"/>
                </a:cubicBezTo>
                <a:cubicBezTo>
                  <a:pt x="2196275" y="4255294"/>
                  <a:pt x="2195894" y="4257009"/>
                  <a:pt x="2194941" y="4258437"/>
                </a:cubicBezTo>
                <a:cubicBezTo>
                  <a:pt x="2193989" y="4259866"/>
                  <a:pt x="2192560" y="4260819"/>
                  <a:pt x="2190941" y="4261104"/>
                </a:cubicBezTo>
                <a:cubicBezTo>
                  <a:pt x="2189321" y="4261485"/>
                  <a:pt x="2187607" y="4261104"/>
                  <a:pt x="2186178" y="4260152"/>
                </a:cubicBezTo>
                <a:cubicBezTo>
                  <a:pt x="2184749" y="4259199"/>
                  <a:pt x="2183797" y="4257770"/>
                  <a:pt x="2183511" y="4256151"/>
                </a:cubicBezTo>
                <a:cubicBezTo>
                  <a:pt x="2182844" y="4252722"/>
                  <a:pt x="2185035" y="4249484"/>
                  <a:pt x="2188464" y="4248722"/>
                </a:cubicBezTo>
                <a:cubicBezTo>
                  <a:pt x="2190083" y="4248341"/>
                  <a:pt x="2191798" y="4248722"/>
                  <a:pt x="2193227" y="4249674"/>
                </a:cubicBezTo>
                <a:close/>
                <a:moveTo>
                  <a:pt x="2234089" y="3909441"/>
                </a:moveTo>
                <a:lnTo>
                  <a:pt x="2173796" y="3850767"/>
                </a:lnTo>
                <a:lnTo>
                  <a:pt x="2070354" y="3850767"/>
                </a:lnTo>
                <a:lnTo>
                  <a:pt x="2043494" y="3881152"/>
                </a:lnTo>
                <a:cubicBezTo>
                  <a:pt x="2042065" y="3880676"/>
                  <a:pt x="2040541" y="3880295"/>
                  <a:pt x="2038922" y="3880295"/>
                </a:cubicBezTo>
                <a:cubicBezTo>
                  <a:pt x="2031302" y="3880295"/>
                  <a:pt x="2025110" y="3886486"/>
                  <a:pt x="2025110" y="3894106"/>
                </a:cubicBezTo>
                <a:cubicBezTo>
                  <a:pt x="2025110" y="3901726"/>
                  <a:pt x="2031302" y="3907917"/>
                  <a:pt x="2038922" y="3907917"/>
                </a:cubicBezTo>
                <a:cubicBezTo>
                  <a:pt x="2046542" y="3907917"/>
                  <a:pt x="2052733" y="3901726"/>
                  <a:pt x="2052733" y="3894106"/>
                </a:cubicBezTo>
                <a:cubicBezTo>
                  <a:pt x="2052733" y="3889915"/>
                  <a:pt x="2050828" y="3886105"/>
                  <a:pt x="2047780" y="3883628"/>
                </a:cubicBezTo>
                <a:lnTo>
                  <a:pt x="2072640" y="3855625"/>
                </a:lnTo>
                <a:lnTo>
                  <a:pt x="2171795" y="3855625"/>
                </a:lnTo>
                <a:lnTo>
                  <a:pt x="2229231" y="3911442"/>
                </a:lnTo>
                <a:lnTo>
                  <a:pt x="2230469" y="4046696"/>
                </a:lnTo>
                <a:lnTo>
                  <a:pt x="2190560" y="4103180"/>
                </a:lnTo>
                <a:cubicBezTo>
                  <a:pt x="2190560" y="4103180"/>
                  <a:pt x="2189893" y="4102608"/>
                  <a:pt x="2189512" y="4102418"/>
                </a:cubicBezTo>
                <a:cubicBezTo>
                  <a:pt x="2186464" y="4101179"/>
                  <a:pt x="2183130" y="4101179"/>
                  <a:pt x="2180177" y="4102418"/>
                </a:cubicBezTo>
                <a:cubicBezTo>
                  <a:pt x="2173891" y="4104989"/>
                  <a:pt x="2170938" y="4112133"/>
                  <a:pt x="2173510" y="4118420"/>
                </a:cubicBezTo>
                <a:cubicBezTo>
                  <a:pt x="2174748" y="4121468"/>
                  <a:pt x="2177129" y="4123849"/>
                  <a:pt x="2180082" y="4125087"/>
                </a:cubicBezTo>
                <a:cubicBezTo>
                  <a:pt x="2181606" y="4125754"/>
                  <a:pt x="2183225" y="4126040"/>
                  <a:pt x="2184845" y="4126040"/>
                </a:cubicBezTo>
                <a:cubicBezTo>
                  <a:pt x="2186464" y="4126040"/>
                  <a:pt x="2187988" y="4125754"/>
                  <a:pt x="2189512" y="4125087"/>
                </a:cubicBezTo>
                <a:cubicBezTo>
                  <a:pt x="2192560" y="4123849"/>
                  <a:pt x="2194941" y="4121468"/>
                  <a:pt x="2196179" y="4118515"/>
                </a:cubicBezTo>
                <a:cubicBezTo>
                  <a:pt x="2197418" y="4115467"/>
                  <a:pt x="2197418" y="4112133"/>
                  <a:pt x="2196179" y="4109180"/>
                </a:cubicBezTo>
                <a:cubicBezTo>
                  <a:pt x="2195798" y="4108133"/>
                  <a:pt x="2195036" y="4107275"/>
                  <a:pt x="2194370" y="4106418"/>
                </a:cubicBezTo>
                <a:lnTo>
                  <a:pt x="2235518" y="4048506"/>
                </a:lnTo>
                <a:lnTo>
                  <a:pt x="2234279" y="3909441"/>
                </a:lnTo>
                <a:close/>
                <a:moveTo>
                  <a:pt x="2187512" y="4120610"/>
                </a:moveTo>
                <a:cubicBezTo>
                  <a:pt x="2183702" y="4122134"/>
                  <a:pt x="2179415" y="4120325"/>
                  <a:pt x="2177891" y="4116610"/>
                </a:cubicBezTo>
                <a:cubicBezTo>
                  <a:pt x="2176367" y="4112895"/>
                  <a:pt x="2178177" y="4108513"/>
                  <a:pt x="2181892" y="4106990"/>
                </a:cubicBezTo>
                <a:cubicBezTo>
                  <a:pt x="2182749" y="4106609"/>
                  <a:pt x="2183702" y="4106418"/>
                  <a:pt x="2184654" y="4106418"/>
                </a:cubicBezTo>
                <a:cubicBezTo>
                  <a:pt x="2185607" y="4106418"/>
                  <a:pt x="2186559" y="4106609"/>
                  <a:pt x="2187512" y="4106990"/>
                </a:cubicBezTo>
                <a:cubicBezTo>
                  <a:pt x="2189321" y="4107752"/>
                  <a:pt x="2190750" y="4109180"/>
                  <a:pt x="2191512" y="4110990"/>
                </a:cubicBezTo>
                <a:cubicBezTo>
                  <a:pt x="2193036" y="4114705"/>
                  <a:pt x="2191226" y="4119086"/>
                  <a:pt x="2187512" y="4120610"/>
                </a:cubicBezTo>
                <a:close/>
                <a:moveTo>
                  <a:pt x="2260759" y="3607975"/>
                </a:moveTo>
                <a:lnTo>
                  <a:pt x="2260759" y="3609023"/>
                </a:lnTo>
                <a:cubicBezTo>
                  <a:pt x="2260759" y="3614261"/>
                  <a:pt x="2265045" y="3618548"/>
                  <a:pt x="2270284" y="3618548"/>
                </a:cubicBezTo>
                <a:lnTo>
                  <a:pt x="2298859" y="3618548"/>
                </a:lnTo>
                <a:cubicBezTo>
                  <a:pt x="2304098" y="3618548"/>
                  <a:pt x="2308384" y="3614261"/>
                  <a:pt x="2308384" y="3609023"/>
                </a:cubicBezTo>
                <a:lnTo>
                  <a:pt x="2308384" y="3609023"/>
                </a:lnTo>
                <a:cubicBezTo>
                  <a:pt x="2308384" y="3609023"/>
                  <a:pt x="2338197" y="3636359"/>
                  <a:pt x="2338197" y="3636359"/>
                </a:cubicBezTo>
                <a:lnTo>
                  <a:pt x="2338197" y="3671602"/>
                </a:lnTo>
                <a:cubicBezTo>
                  <a:pt x="2338197" y="3671602"/>
                  <a:pt x="2332387" y="3671602"/>
                  <a:pt x="2332387" y="3671602"/>
                </a:cubicBezTo>
                <a:cubicBezTo>
                  <a:pt x="2325148" y="3671602"/>
                  <a:pt x="2319338" y="3677507"/>
                  <a:pt x="2319338" y="3684651"/>
                </a:cubicBezTo>
                <a:lnTo>
                  <a:pt x="2319338" y="3713226"/>
                </a:lnTo>
                <a:cubicBezTo>
                  <a:pt x="2319338" y="3720465"/>
                  <a:pt x="2325243" y="3726275"/>
                  <a:pt x="2332387" y="3726275"/>
                </a:cubicBezTo>
                <a:lnTo>
                  <a:pt x="2344293" y="3726275"/>
                </a:lnTo>
                <a:lnTo>
                  <a:pt x="2344293" y="3755708"/>
                </a:lnTo>
                <a:lnTo>
                  <a:pt x="2361438" y="3775424"/>
                </a:lnTo>
                <a:lnTo>
                  <a:pt x="2411159" y="3775805"/>
                </a:lnTo>
                <a:lnTo>
                  <a:pt x="2420207" y="3785711"/>
                </a:lnTo>
                <a:cubicBezTo>
                  <a:pt x="2419160" y="3787330"/>
                  <a:pt x="2418398" y="3789236"/>
                  <a:pt x="2418398" y="3791331"/>
                </a:cubicBezTo>
                <a:cubicBezTo>
                  <a:pt x="2418398" y="3797142"/>
                  <a:pt x="2423160" y="3801904"/>
                  <a:pt x="2428970" y="3801904"/>
                </a:cubicBezTo>
                <a:cubicBezTo>
                  <a:pt x="2434781" y="3801904"/>
                  <a:pt x="2439543" y="3797142"/>
                  <a:pt x="2439543" y="3791331"/>
                </a:cubicBezTo>
                <a:cubicBezTo>
                  <a:pt x="2439543" y="3785521"/>
                  <a:pt x="2434781" y="3780759"/>
                  <a:pt x="2428970" y="3780759"/>
                </a:cubicBezTo>
                <a:cubicBezTo>
                  <a:pt x="2426970" y="3780759"/>
                  <a:pt x="2425256" y="3781425"/>
                  <a:pt x="2423636" y="3782378"/>
                </a:cubicBezTo>
                <a:lnTo>
                  <a:pt x="2413254" y="3771043"/>
                </a:lnTo>
                <a:lnTo>
                  <a:pt x="2363629" y="3770662"/>
                </a:lnTo>
                <a:lnTo>
                  <a:pt x="2349056" y="3753993"/>
                </a:lnTo>
                <a:lnTo>
                  <a:pt x="2349056" y="3726371"/>
                </a:lnTo>
                <a:lnTo>
                  <a:pt x="2360962" y="3726371"/>
                </a:lnTo>
                <a:cubicBezTo>
                  <a:pt x="2368201" y="3726371"/>
                  <a:pt x="2374011" y="3720465"/>
                  <a:pt x="2374011" y="3713321"/>
                </a:cubicBezTo>
                <a:lnTo>
                  <a:pt x="2374011" y="3684746"/>
                </a:lnTo>
                <a:cubicBezTo>
                  <a:pt x="2374011" y="3677507"/>
                  <a:pt x="2368106" y="3671697"/>
                  <a:pt x="2360962" y="3671697"/>
                </a:cubicBezTo>
                <a:lnTo>
                  <a:pt x="2356676" y="3671697"/>
                </a:lnTo>
                <a:lnTo>
                  <a:pt x="2356676" y="3634740"/>
                </a:lnTo>
                <a:cubicBezTo>
                  <a:pt x="2356676" y="3634740"/>
                  <a:pt x="2384489" y="3609213"/>
                  <a:pt x="2384489" y="3609213"/>
                </a:cubicBezTo>
                <a:cubicBezTo>
                  <a:pt x="2385060" y="3615214"/>
                  <a:pt x="2390013" y="3619976"/>
                  <a:pt x="2396109" y="3619976"/>
                </a:cubicBezTo>
                <a:lnTo>
                  <a:pt x="2424684" y="3619976"/>
                </a:lnTo>
                <a:cubicBezTo>
                  <a:pt x="2430780" y="3619976"/>
                  <a:pt x="2435733" y="3615214"/>
                  <a:pt x="2436305" y="3609309"/>
                </a:cubicBezTo>
                <a:lnTo>
                  <a:pt x="2463927" y="3634740"/>
                </a:lnTo>
                <a:lnTo>
                  <a:pt x="2463927" y="3672269"/>
                </a:lnTo>
                <a:cubicBezTo>
                  <a:pt x="2463927" y="3672269"/>
                  <a:pt x="2452116" y="3672269"/>
                  <a:pt x="2452116" y="3672269"/>
                </a:cubicBezTo>
                <a:cubicBezTo>
                  <a:pt x="2444401" y="3672269"/>
                  <a:pt x="2439067" y="3678555"/>
                  <a:pt x="2439067" y="3687509"/>
                </a:cubicBezTo>
                <a:lnTo>
                  <a:pt x="2439067" y="3716084"/>
                </a:lnTo>
                <a:cubicBezTo>
                  <a:pt x="2439067" y="3721132"/>
                  <a:pt x="2444782" y="3726942"/>
                  <a:pt x="2452116" y="3726942"/>
                </a:cubicBezTo>
                <a:lnTo>
                  <a:pt x="2480691" y="3726942"/>
                </a:lnTo>
                <a:cubicBezTo>
                  <a:pt x="2487930" y="3726942"/>
                  <a:pt x="2493740" y="3721037"/>
                  <a:pt x="2493740" y="3713893"/>
                </a:cubicBezTo>
                <a:lnTo>
                  <a:pt x="2493740" y="3685318"/>
                </a:lnTo>
                <a:cubicBezTo>
                  <a:pt x="2493740" y="3678079"/>
                  <a:pt x="2487835" y="3672269"/>
                  <a:pt x="2480691" y="3672269"/>
                </a:cubicBezTo>
                <a:lnTo>
                  <a:pt x="2468785" y="3672269"/>
                </a:lnTo>
                <a:lnTo>
                  <a:pt x="2468785" y="3632645"/>
                </a:lnTo>
                <a:cubicBezTo>
                  <a:pt x="2468785" y="3632645"/>
                  <a:pt x="2437543" y="3603974"/>
                  <a:pt x="2437543" y="3603974"/>
                </a:cubicBezTo>
                <a:lnTo>
                  <a:pt x="2468690" y="3575304"/>
                </a:lnTo>
                <a:lnTo>
                  <a:pt x="2468690" y="3536823"/>
                </a:lnTo>
                <a:lnTo>
                  <a:pt x="2480691" y="3536823"/>
                </a:lnTo>
                <a:cubicBezTo>
                  <a:pt x="2485930" y="3536823"/>
                  <a:pt x="2490216" y="3532537"/>
                  <a:pt x="2490216" y="3527298"/>
                </a:cubicBezTo>
                <a:lnTo>
                  <a:pt x="2490216" y="3498723"/>
                </a:lnTo>
                <a:cubicBezTo>
                  <a:pt x="2490216" y="3493484"/>
                  <a:pt x="2485930" y="3489198"/>
                  <a:pt x="2480691" y="3489198"/>
                </a:cubicBezTo>
                <a:lnTo>
                  <a:pt x="2452116" y="3489198"/>
                </a:lnTo>
                <a:cubicBezTo>
                  <a:pt x="2446877" y="3489198"/>
                  <a:pt x="2442591" y="3493484"/>
                  <a:pt x="2442591" y="3498723"/>
                </a:cubicBezTo>
                <a:lnTo>
                  <a:pt x="2442591" y="3527298"/>
                </a:lnTo>
                <a:cubicBezTo>
                  <a:pt x="2442591" y="3532537"/>
                  <a:pt x="2446877" y="3536823"/>
                  <a:pt x="2452116" y="3536823"/>
                </a:cubicBezTo>
                <a:lnTo>
                  <a:pt x="2464022" y="3536823"/>
                </a:lnTo>
                <a:lnTo>
                  <a:pt x="2464022" y="3573209"/>
                </a:lnTo>
                <a:cubicBezTo>
                  <a:pt x="2464022" y="3573209"/>
                  <a:pt x="2436114" y="3598831"/>
                  <a:pt x="2436114" y="3598831"/>
                </a:cubicBezTo>
                <a:cubicBezTo>
                  <a:pt x="2435257" y="3593116"/>
                  <a:pt x="2430494" y="3588734"/>
                  <a:pt x="2424589" y="3588734"/>
                </a:cubicBezTo>
                <a:lnTo>
                  <a:pt x="2396014" y="3588734"/>
                </a:lnTo>
                <a:cubicBezTo>
                  <a:pt x="2390108" y="3588734"/>
                  <a:pt x="2385346" y="3593211"/>
                  <a:pt x="2384489" y="3598926"/>
                </a:cubicBezTo>
                <a:lnTo>
                  <a:pt x="2356676" y="3573209"/>
                </a:lnTo>
                <a:lnTo>
                  <a:pt x="2356676" y="3540443"/>
                </a:lnTo>
                <a:cubicBezTo>
                  <a:pt x="2356676" y="3540443"/>
                  <a:pt x="2360867" y="3540443"/>
                  <a:pt x="2360867" y="3540443"/>
                </a:cubicBezTo>
                <a:cubicBezTo>
                  <a:pt x="2368106" y="3540443"/>
                  <a:pt x="2373916" y="3534537"/>
                  <a:pt x="2373916" y="3527393"/>
                </a:cubicBezTo>
                <a:lnTo>
                  <a:pt x="2373916" y="3498818"/>
                </a:lnTo>
                <a:cubicBezTo>
                  <a:pt x="2373916" y="3491579"/>
                  <a:pt x="2368010" y="3485769"/>
                  <a:pt x="2360867" y="3485769"/>
                </a:cubicBezTo>
                <a:lnTo>
                  <a:pt x="2332292" y="3485769"/>
                </a:lnTo>
                <a:cubicBezTo>
                  <a:pt x="2329625" y="3485769"/>
                  <a:pt x="2327148" y="3486626"/>
                  <a:pt x="2325053" y="3487960"/>
                </a:cubicBezTo>
                <a:lnTo>
                  <a:pt x="2298097" y="3458432"/>
                </a:lnTo>
                <a:lnTo>
                  <a:pt x="2298097" y="3267837"/>
                </a:lnTo>
                <a:cubicBezTo>
                  <a:pt x="2301812" y="3267170"/>
                  <a:pt x="2305050" y="3265265"/>
                  <a:pt x="2307241" y="3262217"/>
                </a:cubicBezTo>
                <a:cubicBezTo>
                  <a:pt x="2310956" y="3257074"/>
                  <a:pt x="2310765" y="3250311"/>
                  <a:pt x="2307241" y="3245453"/>
                </a:cubicBezTo>
                <a:lnTo>
                  <a:pt x="2380583" y="3186398"/>
                </a:lnTo>
                <a:lnTo>
                  <a:pt x="2381060" y="3186017"/>
                </a:lnTo>
                <a:lnTo>
                  <a:pt x="2381060" y="3128105"/>
                </a:lnTo>
                <a:cubicBezTo>
                  <a:pt x="2381060" y="3128105"/>
                  <a:pt x="2381631" y="3128105"/>
                  <a:pt x="2381822" y="3128105"/>
                </a:cubicBezTo>
                <a:cubicBezTo>
                  <a:pt x="2386203" y="3127153"/>
                  <a:pt x="2389346" y="3123534"/>
                  <a:pt x="2389918" y="3119342"/>
                </a:cubicBezTo>
                <a:lnTo>
                  <a:pt x="2541080" y="3120104"/>
                </a:lnTo>
                <a:lnTo>
                  <a:pt x="2542127" y="3120104"/>
                </a:lnTo>
                <a:cubicBezTo>
                  <a:pt x="2542127" y="3120104"/>
                  <a:pt x="2568512" y="3092005"/>
                  <a:pt x="2568512" y="3092005"/>
                </a:cubicBezTo>
                <a:lnTo>
                  <a:pt x="2697956" y="3092768"/>
                </a:lnTo>
                <a:cubicBezTo>
                  <a:pt x="2697956" y="3092768"/>
                  <a:pt x="2698433" y="3093625"/>
                  <a:pt x="2698813" y="3094006"/>
                </a:cubicBezTo>
                <a:lnTo>
                  <a:pt x="2704434" y="3099626"/>
                </a:lnTo>
                <a:cubicBezTo>
                  <a:pt x="2705481" y="3100673"/>
                  <a:pt x="2706815" y="3101245"/>
                  <a:pt x="2708338" y="3101245"/>
                </a:cubicBezTo>
                <a:lnTo>
                  <a:pt x="2708338" y="3101245"/>
                </a:lnTo>
                <a:cubicBezTo>
                  <a:pt x="2709767" y="3101245"/>
                  <a:pt x="2711196" y="3100673"/>
                  <a:pt x="2712244" y="3099626"/>
                </a:cubicBezTo>
                <a:lnTo>
                  <a:pt x="2717959" y="3094006"/>
                </a:lnTo>
                <a:cubicBezTo>
                  <a:pt x="2720150" y="3091815"/>
                  <a:pt x="2720150" y="3088386"/>
                  <a:pt x="2717959" y="3086195"/>
                </a:cubicBezTo>
                <a:lnTo>
                  <a:pt x="2712244" y="3080576"/>
                </a:lnTo>
                <a:cubicBezTo>
                  <a:pt x="2710148" y="3078480"/>
                  <a:pt x="2706624" y="3078480"/>
                  <a:pt x="2704434" y="3080576"/>
                </a:cubicBezTo>
                <a:lnTo>
                  <a:pt x="2698813" y="3086195"/>
                </a:lnTo>
                <a:cubicBezTo>
                  <a:pt x="2698242" y="3086767"/>
                  <a:pt x="2697861" y="3087338"/>
                  <a:pt x="2697671" y="3088005"/>
                </a:cubicBezTo>
                <a:lnTo>
                  <a:pt x="2567559" y="3087243"/>
                </a:lnTo>
                <a:lnTo>
                  <a:pt x="2566511" y="3087243"/>
                </a:lnTo>
                <a:cubicBezTo>
                  <a:pt x="2566511" y="3087243"/>
                  <a:pt x="2540127" y="3115342"/>
                  <a:pt x="2540127" y="3115342"/>
                </a:cubicBezTo>
                <a:lnTo>
                  <a:pt x="2389537" y="3114580"/>
                </a:lnTo>
                <a:cubicBezTo>
                  <a:pt x="2387918" y="3109436"/>
                  <a:pt x="2382679" y="3106198"/>
                  <a:pt x="2377250" y="3107341"/>
                </a:cubicBezTo>
                <a:cubicBezTo>
                  <a:pt x="2371535" y="3108579"/>
                  <a:pt x="2367915" y="3114294"/>
                  <a:pt x="2369249" y="3120009"/>
                </a:cubicBezTo>
                <a:cubicBezTo>
                  <a:pt x="2369820" y="3122771"/>
                  <a:pt x="2371535" y="3125153"/>
                  <a:pt x="2373916" y="3126677"/>
                </a:cubicBezTo>
                <a:cubicBezTo>
                  <a:pt x="2375440" y="3127629"/>
                  <a:pt x="2377154" y="3128105"/>
                  <a:pt x="2378869" y="3128201"/>
                </a:cubicBezTo>
                <a:lnTo>
                  <a:pt x="2378869" y="3184874"/>
                </a:lnTo>
                <a:cubicBezTo>
                  <a:pt x="2378869" y="3184874"/>
                  <a:pt x="2305907" y="3243644"/>
                  <a:pt x="2305907" y="3243644"/>
                </a:cubicBezTo>
                <a:cubicBezTo>
                  <a:pt x="2305431" y="3243167"/>
                  <a:pt x="2304860" y="3242596"/>
                  <a:pt x="2304288" y="3242215"/>
                </a:cubicBezTo>
                <a:cubicBezTo>
                  <a:pt x="2301716" y="3240310"/>
                  <a:pt x="2298764" y="3239453"/>
                  <a:pt x="2295811" y="3239453"/>
                </a:cubicBezTo>
                <a:cubicBezTo>
                  <a:pt x="2291429" y="3239453"/>
                  <a:pt x="2287048" y="3241453"/>
                  <a:pt x="2284190" y="3245263"/>
                </a:cubicBezTo>
                <a:cubicBezTo>
                  <a:pt x="2279523" y="3251645"/>
                  <a:pt x="2280857" y="3260598"/>
                  <a:pt x="2287238" y="3265265"/>
                </a:cubicBezTo>
                <a:cubicBezTo>
                  <a:pt x="2289048" y="3266599"/>
                  <a:pt x="2291144" y="3267456"/>
                  <a:pt x="2293334" y="3267742"/>
                </a:cubicBezTo>
                <a:lnTo>
                  <a:pt x="2293334" y="3460242"/>
                </a:lnTo>
                <a:cubicBezTo>
                  <a:pt x="2293334" y="3460242"/>
                  <a:pt x="2321719" y="3491294"/>
                  <a:pt x="2321719" y="3491294"/>
                </a:cubicBezTo>
                <a:cubicBezTo>
                  <a:pt x="2320195" y="3493389"/>
                  <a:pt x="2319242" y="3496056"/>
                  <a:pt x="2319242" y="3498818"/>
                </a:cubicBezTo>
                <a:lnTo>
                  <a:pt x="2319242" y="3527393"/>
                </a:lnTo>
                <a:cubicBezTo>
                  <a:pt x="2319242" y="3534632"/>
                  <a:pt x="2325148" y="3540443"/>
                  <a:pt x="2332292" y="3540443"/>
                </a:cubicBezTo>
                <a:lnTo>
                  <a:pt x="2336959" y="3540443"/>
                </a:lnTo>
                <a:lnTo>
                  <a:pt x="2336959" y="3573494"/>
                </a:lnTo>
                <a:cubicBezTo>
                  <a:pt x="2336959" y="3573494"/>
                  <a:pt x="2306193" y="3595973"/>
                  <a:pt x="2306193" y="3595973"/>
                </a:cubicBezTo>
                <a:cubicBezTo>
                  <a:pt x="2304479" y="3593687"/>
                  <a:pt x="2301812" y="3592163"/>
                  <a:pt x="2298764" y="3592163"/>
                </a:cubicBezTo>
                <a:lnTo>
                  <a:pt x="2270189" y="3592163"/>
                </a:lnTo>
                <a:cubicBezTo>
                  <a:pt x="2269046" y="3592163"/>
                  <a:pt x="2267998" y="3592449"/>
                  <a:pt x="2267045" y="3592830"/>
                </a:cubicBezTo>
                <a:lnTo>
                  <a:pt x="2229803" y="3563112"/>
                </a:lnTo>
                <a:lnTo>
                  <a:pt x="2229803" y="3539014"/>
                </a:lnTo>
                <a:lnTo>
                  <a:pt x="2242566" y="3539014"/>
                </a:lnTo>
                <a:cubicBezTo>
                  <a:pt x="2247805" y="3539014"/>
                  <a:pt x="2252091" y="3534728"/>
                  <a:pt x="2252091" y="3529489"/>
                </a:cubicBezTo>
                <a:lnTo>
                  <a:pt x="2252091" y="3500914"/>
                </a:lnTo>
                <a:cubicBezTo>
                  <a:pt x="2252091" y="3495675"/>
                  <a:pt x="2247805" y="3491389"/>
                  <a:pt x="2242566" y="3491389"/>
                </a:cubicBezTo>
                <a:lnTo>
                  <a:pt x="2235994" y="3491389"/>
                </a:lnTo>
                <a:lnTo>
                  <a:pt x="2235994" y="3267742"/>
                </a:lnTo>
                <a:cubicBezTo>
                  <a:pt x="2239709" y="3267075"/>
                  <a:pt x="2242947" y="3265170"/>
                  <a:pt x="2245138" y="3262122"/>
                </a:cubicBezTo>
                <a:cubicBezTo>
                  <a:pt x="2249805" y="3255740"/>
                  <a:pt x="2248472" y="3246787"/>
                  <a:pt x="2242090" y="3242120"/>
                </a:cubicBezTo>
                <a:cubicBezTo>
                  <a:pt x="2239518" y="3240215"/>
                  <a:pt x="2236565" y="3239357"/>
                  <a:pt x="2233613" y="3239357"/>
                </a:cubicBezTo>
                <a:cubicBezTo>
                  <a:pt x="2229231" y="3239357"/>
                  <a:pt x="2224850" y="3241358"/>
                  <a:pt x="2222087" y="3245168"/>
                </a:cubicBezTo>
                <a:cubicBezTo>
                  <a:pt x="2217420" y="3251549"/>
                  <a:pt x="2218754" y="3260503"/>
                  <a:pt x="2225135" y="3265170"/>
                </a:cubicBezTo>
                <a:cubicBezTo>
                  <a:pt x="2226945" y="3266504"/>
                  <a:pt x="2229041" y="3267361"/>
                  <a:pt x="2231231" y="3267647"/>
                </a:cubicBezTo>
                <a:lnTo>
                  <a:pt x="2231231" y="3491294"/>
                </a:lnTo>
                <a:cubicBezTo>
                  <a:pt x="2231231" y="3491294"/>
                  <a:pt x="2213991" y="3491294"/>
                  <a:pt x="2213991" y="3491294"/>
                </a:cubicBezTo>
                <a:cubicBezTo>
                  <a:pt x="2208752" y="3491294"/>
                  <a:pt x="2204466" y="3495580"/>
                  <a:pt x="2204466" y="3500819"/>
                </a:cubicBezTo>
                <a:lnTo>
                  <a:pt x="2204466" y="3529394"/>
                </a:lnTo>
                <a:cubicBezTo>
                  <a:pt x="2204466" y="3534632"/>
                  <a:pt x="2208752" y="3538919"/>
                  <a:pt x="2213991" y="3538919"/>
                </a:cubicBezTo>
                <a:lnTo>
                  <a:pt x="2225040" y="3538919"/>
                </a:lnTo>
                <a:lnTo>
                  <a:pt x="2225040" y="3565303"/>
                </a:lnTo>
                <a:lnTo>
                  <a:pt x="2262950" y="3595592"/>
                </a:lnTo>
                <a:cubicBezTo>
                  <a:pt x="2261616" y="3597212"/>
                  <a:pt x="2260664" y="3599307"/>
                  <a:pt x="2260664" y="3601593"/>
                </a:cubicBezTo>
                <a:lnTo>
                  <a:pt x="2260664" y="3601593"/>
                </a:lnTo>
                <a:cubicBezTo>
                  <a:pt x="2260664" y="3601593"/>
                  <a:pt x="2225993" y="3633597"/>
                  <a:pt x="2225993" y="3633597"/>
                </a:cubicBezTo>
                <a:lnTo>
                  <a:pt x="2225993" y="3671888"/>
                </a:lnTo>
                <a:lnTo>
                  <a:pt x="2213991" y="3671888"/>
                </a:lnTo>
                <a:cubicBezTo>
                  <a:pt x="2206752" y="3671888"/>
                  <a:pt x="2200942" y="3677793"/>
                  <a:pt x="2200942" y="3684937"/>
                </a:cubicBezTo>
                <a:lnTo>
                  <a:pt x="2200942" y="3713512"/>
                </a:lnTo>
                <a:cubicBezTo>
                  <a:pt x="2200942" y="3720751"/>
                  <a:pt x="2206847" y="3726561"/>
                  <a:pt x="2213991" y="3726561"/>
                </a:cubicBezTo>
                <a:lnTo>
                  <a:pt x="2225897" y="3726561"/>
                </a:lnTo>
                <a:lnTo>
                  <a:pt x="2225897" y="3765613"/>
                </a:lnTo>
                <a:lnTo>
                  <a:pt x="2207895" y="3786092"/>
                </a:lnTo>
                <a:lnTo>
                  <a:pt x="2015109" y="3786092"/>
                </a:lnTo>
                <a:cubicBezTo>
                  <a:pt x="2015109" y="3786092"/>
                  <a:pt x="1963484" y="3844385"/>
                  <a:pt x="1963484" y="3844385"/>
                </a:cubicBezTo>
                <a:lnTo>
                  <a:pt x="1963484" y="3947160"/>
                </a:lnTo>
                <a:cubicBezTo>
                  <a:pt x="1957769" y="3948589"/>
                  <a:pt x="1953292" y="3953828"/>
                  <a:pt x="1953292" y="3960114"/>
                </a:cubicBezTo>
                <a:cubicBezTo>
                  <a:pt x="1953292" y="3967448"/>
                  <a:pt x="1959293" y="3973449"/>
                  <a:pt x="1966627" y="3973449"/>
                </a:cubicBezTo>
                <a:cubicBezTo>
                  <a:pt x="1973961" y="3973449"/>
                  <a:pt x="1979962" y="3967448"/>
                  <a:pt x="1979962" y="3960114"/>
                </a:cubicBezTo>
                <a:cubicBezTo>
                  <a:pt x="1979962" y="3953256"/>
                  <a:pt x="1974818" y="3947732"/>
                  <a:pt x="1968246" y="3946874"/>
                </a:cubicBezTo>
                <a:lnTo>
                  <a:pt x="1968246" y="3846195"/>
                </a:lnTo>
                <a:cubicBezTo>
                  <a:pt x="1968246" y="3846195"/>
                  <a:pt x="2017205" y="3790855"/>
                  <a:pt x="2017205" y="3790855"/>
                </a:cubicBezTo>
                <a:lnTo>
                  <a:pt x="2209991" y="3790855"/>
                </a:lnTo>
                <a:cubicBezTo>
                  <a:pt x="2209991" y="3790855"/>
                  <a:pt x="2230660" y="3767423"/>
                  <a:pt x="2230660" y="3767423"/>
                </a:cubicBezTo>
                <a:lnTo>
                  <a:pt x="2230660" y="3726561"/>
                </a:lnTo>
                <a:lnTo>
                  <a:pt x="2242566" y="3726561"/>
                </a:lnTo>
                <a:cubicBezTo>
                  <a:pt x="2249805" y="3726561"/>
                  <a:pt x="2255615" y="3720655"/>
                  <a:pt x="2255615" y="3713512"/>
                </a:cubicBezTo>
                <a:lnTo>
                  <a:pt x="2255615" y="3684937"/>
                </a:lnTo>
                <a:cubicBezTo>
                  <a:pt x="2255615" y="3677698"/>
                  <a:pt x="2249710" y="3671888"/>
                  <a:pt x="2242566" y="3671888"/>
                </a:cubicBezTo>
                <a:lnTo>
                  <a:pt x="2230660" y="3671888"/>
                </a:lnTo>
                <a:lnTo>
                  <a:pt x="2230660" y="3635693"/>
                </a:lnTo>
                <a:cubicBezTo>
                  <a:pt x="2230660" y="3635693"/>
                  <a:pt x="2260664" y="3608165"/>
                  <a:pt x="2260664" y="3608165"/>
                </a:cubicBezTo>
                <a:close/>
                <a:moveTo>
                  <a:pt x="2428970" y="3785521"/>
                </a:moveTo>
                <a:cubicBezTo>
                  <a:pt x="2432209" y="3785521"/>
                  <a:pt x="2434781" y="3788093"/>
                  <a:pt x="2434781" y="3791331"/>
                </a:cubicBezTo>
                <a:cubicBezTo>
                  <a:pt x="2434781" y="3794570"/>
                  <a:pt x="2432209" y="3797142"/>
                  <a:pt x="2428970" y="3797142"/>
                </a:cubicBezTo>
                <a:cubicBezTo>
                  <a:pt x="2425732" y="3797142"/>
                  <a:pt x="2423160" y="3794570"/>
                  <a:pt x="2423160" y="3791331"/>
                </a:cubicBezTo>
                <a:cubicBezTo>
                  <a:pt x="2423160" y="3788093"/>
                  <a:pt x="2425732" y="3785521"/>
                  <a:pt x="2428970" y="3785521"/>
                </a:cubicBezTo>
                <a:close/>
                <a:moveTo>
                  <a:pt x="2480882" y="3679412"/>
                </a:moveTo>
                <a:cubicBezTo>
                  <a:pt x="2484120" y="3679412"/>
                  <a:pt x="2486787" y="3682079"/>
                  <a:pt x="2486787" y="3685318"/>
                </a:cubicBezTo>
                <a:lnTo>
                  <a:pt x="2486787" y="3713893"/>
                </a:lnTo>
                <a:cubicBezTo>
                  <a:pt x="2486787" y="3717131"/>
                  <a:pt x="2484120" y="3719798"/>
                  <a:pt x="2480882" y="3719798"/>
                </a:cubicBezTo>
                <a:lnTo>
                  <a:pt x="2452307" y="3719798"/>
                </a:lnTo>
                <a:cubicBezTo>
                  <a:pt x="2448878" y="3719798"/>
                  <a:pt x="2446401" y="3717036"/>
                  <a:pt x="2446401" y="3716084"/>
                </a:cubicBezTo>
                <a:lnTo>
                  <a:pt x="2446401" y="3687509"/>
                </a:lnTo>
                <a:cubicBezTo>
                  <a:pt x="2446401" y="3682555"/>
                  <a:pt x="2448687" y="3679412"/>
                  <a:pt x="2452307" y="3679412"/>
                </a:cubicBezTo>
                <a:lnTo>
                  <a:pt x="2480882" y="3679412"/>
                </a:lnTo>
                <a:close/>
                <a:moveTo>
                  <a:pt x="2389061" y="3600545"/>
                </a:moveTo>
                <a:cubicBezTo>
                  <a:pt x="2389061" y="3596640"/>
                  <a:pt x="2392299" y="3593402"/>
                  <a:pt x="2396204" y="3593402"/>
                </a:cubicBezTo>
                <a:lnTo>
                  <a:pt x="2424779" y="3593402"/>
                </a:lnTo>
                <a:cubicBezTo>
                  <a:pt x="2428685" y="3593402"/>
                  <a:pt x="2431923" y="3596640"/>
                  <a:pt x="2431923" y="3600545"/>
                </a:cubicBezTo>
                <a:lnTo>
                  <a:pt x="2431923" y="3608165"/>
                </a:lnTo>
                <a:cubicBezTo>
                  <a:pt x="2431923" y="3612071"/>
                  <a:pt x="2428685" y="3615309"/>
                  <a:pt x="2424779" y="3615309"/>
                </a:cubicBezTo>
                <a:lnTo>
                  <a:pt x="2396204" y="3615309"/>
                </a:lnTo>
                <a:cubicBezTo>
                  <a:pt x="2392299" y="3615309"/>
                  <a:pt x="2389061" y="3612166"/>
                  <a:pt x="2389061" y="3608165"/>
                </a:cubicBezTo>
                <a:lnTo>
                  <a:pt x="2389061" y="3600545"/>
                </a:lnTo>
                <a:close/>
                <a:moveTo>
                  <a:pt x="2702243" y="3089243"/>
                </a:moveTo>
                <a:lnTo>
                  <a:pt x="2707862" y="3083624"/>
                </a:lnTo>
                <a:cubicBezTo>
                  <a:pt x="2707862" y="3083624"/>
                  <a:pt x="2708243" y="3083433"/>
                  <a:pt x="2708434" y="3083433"/>
                </a:cubicBezTo>
                <a:cubicBezTo>
                  <a:pt x="2708624" y="3083433"/>
                  <a:pt x="2708815" y="3083433"/>
                  <a:pt x="2709005" y="3083624"/>
                </a:cubicBezTo>
                <a:lnTo>
                  <a:pt x="2714720" y="3089243"/>
                </a:lnTo>
                <a:cubicBezTo>
                  <a:pt x="2714720" y="3089243"/>
                  <a:pt x="2715006" y="3090005"/>
                  <a:pt x="2714720" y="3090291"/>
                </a:cubicBezTo>
                <a:lnTo>
                  <a:pt x="2709005" y="3095911"/>
                </a:lnTo>
                <a:lnTo>
                  <a:pt x="2707958" y="3095911"/>
                </a:lnTo>
                <a:lnTo>
                  <a:pt x="2702338" y="3090291"/>
                </a:lnTo>
                <a:cubicBezTo>
                  <a:pt x="2702338" y="3090291"/>
                  <a:pt x="2702052" y="3089529"/>
                  <a:pt x="2702338" y="3089243"/>
                </a:cubicBezTo>
                <a:close/>
                <a:moveTo>
                  <a:pt x="2376488" y="3122295"/>
                </a:moveTo>
                <a:cubicBezTo>
                  <a:pt x="2375154" y="3121438"/>
                  <a:pt x="2374297" y="3120200"/>
                  <a:pt x="2373916" y="3118676"/>
                </a:cubicBezTo>
                <a:cubicBezTo>
                  <a:pt x="2373249" y="3115532"/>
                  <a:pt x="2375154" y="3112389"/>
                  <a:pt x="2378393" y="3111627"/>
                </a:cubicBezTo>
                <a:cubicBezTo>
                  <a:pt x="2378774" y="3111627"/>
                  <a:pt x="2379250" y="3111532"/>
                  <a:pt x="2379631" y="3111532"/>
                </a:cubicBezTo>
                <a:cubicBezTo>
                  <a:pt x="2382298" y="3111532"/>
                  <a:pt x="2384774" y="3113437"/>
                  <a:pt x="2385346" y="3116104"/>
                </a:cubicBezTo>
                <a:cubicBezTo>
                  <a:pt x="2386013" y="3119247"/>
                  <a:pt x="2384012" y="3122390"/>
                  <a:pt x="2380869" y="3123057"/>
                </a:cubicBezTo>
                <a:cubicBezTo>
                  <a:pt x="2379345" y="3123438"/>
                  <a:pt x="2377726" y="3123057"/>
                  <a:pt x="2376488" y="3122295"/>
                </a:cubicBezTo>
                <a:close/>
                <a:moveTo>
                  <a:pt x="2295716" y="3265170"/>
                </a:moveTo>
                <a:cubicBezTo>
                  <a:pt x="2293239" y="3265170"/>
                  <a:pt x="2290858" y="3264408"/>
                  <a:pt x="2288858" y="3262884"/>
                </a:cubicBezTo>
                <a:cubicBezTo>
                  <a:pt x="2283619" y="3259074"/>
                  <a:pt x="2282571" y="3251740"/>
                  <a:pt x="2286381" y="3246501"/>
                </a:cubicBezTo>
                <a:cubicBezTo>
                  <a:pt x="2290191" y="3241358"/>
                  <a:pt x="2297525" y="3240215"/>
                  <a:pt x="2302764" y="3244025"/>
                </a:cubicBezTo>
                <a:cubicBezTo>
                  <a:pt x="2305241" y="3245834"/>
                  <a:pt x="2306955" y="3248597"/>
                  <a:pt x="2307431" y="3251645"/>
                </a:cubicBezTo>
                <a:cubicBezTo>
                  <a:pt x="2307908" y="3254693"/>
                  <a:pt x="2307146" y="3257836"/>
                  <a:pt x="2305336" y="3260312"/>
                </a:cubicBezTo>
                <a:cubicBezTo>
                  <a:pt x="2303526" y="3262789"/>
                  <a:pt x="2300764" y="3264503"/>
                  <a:pt x="2297716" y="3264980"/>
                </a:cubicBezTo>
                <a:cubicBezTo>
                  <a:pt x="2297144" y="3264980"/>
                  <a:pt x="2296478" y="3265075"/>
                  <a:pt x="2295906" y="3265075"/>
                </a:cubicBezTo>
                <a:close/>
                <a:moveTo>
                  <a:pt x="2360962" y="3678841"/>
                </a:moveTo>
                <a:cubicBezTo>
                  <a:pt x="2364200" y="3678841"/>
                  <a:pt x="2366867" y="3681508"/>
                  <a:pt x="2366867" y="3684746"/>
                </a:cubicBezTo>
                <a:lnTo>
                  <a:pt x="2366867" y="3713321"/>
                </a:lnTo>
                <a:cubicBezTo>
                  <a:pt x="2366867" y="3716560"/>
                  <a:pt x="2364200" y="3719227"/>
                  <a:pt x="2360962" y="3719227"/>
                </a:cubicBezTo>
                <a:lnTo>
                  <a:pt x="2332387" y="3719227"/>
                </a:lnTo>
                <a:cubicBezTo>
                  <a:pt x="2329148" y="3719227"/>
                  <a:pt x="2326481" y="3716560"/>
                  <a:pt x="2326481" y="3713321"/>
                </a:cubicBezTo>
                <a:lnTo>
                  <a:pt x="2326481" y="3684746"/>
                </a:lnTo>
                <a:cubicBezTo>
                  <a:pt x="2326481" y="3681508"/>
                  <a:pt x="2329148" y="3678841"/>
                  <a:pt x="2332387" y="3678841"/>
                </a:cubicBezTo>
                <a:lnTo>
                  <a:pt x="2360962" y="3678841"/>
                </a:lnTo>
                <a:close/>
                <a:moveTo>
                  <a:pt x="2332387" y="3533204"/>
                </a:moveTo>
                <a:cubicBezTo>
                  <a:pt x="2329148" y="3533204"/>
                  <a:pt x="2326481" y="3530537"/>
                  <a:pt x="2326481" y="3527298"/>
                </a:cubicBezTo>
                <a:lnTo>
                  <a:pt x="2326481" y="3498723"/>
                </a:lnTo>
                <a:cubicBezTo>
                  <a:pt x="2326481" y="3495485"/>
                  <a:pt x="2329148" y="3492818"/>
                  <a:pt x="2332387" y="3492818"/>
                </a:cubicBezTo>
                <a:lnTo>
                  <a:pt x="2360962" y="3492818"/>
                </a:lnTo>
                <a:cubicBezTo>
                  <a:pt x="2364200" y="3492818"/>
                  <a:pt x="2366867" y="3495485"/>
                  <a:pt x="2366867" y="3498723"/>
                </a:cubicBezTo>
                <a:lnTo>
                  <a:pt x="2366867" y="3527298"/>
                </a:lnTo>
                <a:cubicBezTo>
                  <a:pt x="2366867" y="3530537"/>
                  <a:pt x="2364200" y="3533204"/>
                  <a:pt x="2360962" y="3533204"/>
                </a:cubicBezTo>
                <a:lnTo>
                  <a:pt x="2332387" y="3533204"/>
                </a:lnTo>
                <a:close/>
                <a:moveTo>
                  <a:pt x="2341721" y="3575495"/>
                </a:moveTo>
                <a:lnTo>
                  <a:pt x="2341721" y="3540347"/>
                </a:lnTo>
                <a:lnTo>
                  <a:pt x="2351913" y="3540347"/>
                </a:lnTo>
                <a:lnTo>
                  <a:pt x="2351913" y="3575209"/>
                </a:lnTo>
                <a:cubicBezTo>
                  <a:pt x="2351913" y="3575209"/>
                  <a:pt x="2383155" y="3603879"/>
                  <a:pt x="2383155" y="3603879"/>
                </a:cubicBezTo>
                <a:lnTo>
                  <a:pt x="2352008" y="3632549"/>
                </a:lnTo>
                <a:lnTo>
                  <a:pt x="2352008" y="3671602"/>
                </a:lnTo>
                <a:lnTo>
                  <a:pt x="2343055" y="3671602"/>
                </a:lnTo>
                <a:lnTo>
                  <a:pt x="2343055" y="3634264"/>
                </a:lnTo>
                <a:cubicBezTo>
                  <a:pt x="2343055" y="3634264"/>
                  <a:pt x="2308384" y="3602450"/>
                  <a:pt x="2308384" y="3602450"/>
                </a:cubicBezTo>
                <a:lnTo>
                  <a:pt x="2308384" y="3601403"/>
                </a:lnTo>
                <a:cubicBezTo>
                  <a:pt x="2308384" y="3601403"/>
                  <a:pt x="2308193" y="3600641"/>
                  <a:pt x="2308193" y="3600260"/>
                </a:cubicBezTo>
                <a:lnTo>
                  <a:pt x="2341721" y="3575399"/>
                </a:lnTo>
                <a:close/>
                <a:moveTo>
                  <a:pt x="2226850" y="3262884"/>
                </a:moveTo>
                <a:cubicBezTo>
                  <a:pt x="2221611" y="3259074"/>
                  <a:pt x="2220563" y="3251740"/>
                  <a:pt x="2224373" y="3246501"/>
                </a:cubicBezTo>
                <a:cubicBezTo>
                  <a:pt x="2228183" y="3241358"/>
                  <a:pt x="2235518" y="3240215"/>
                  <a:pt x="2240756" y="3244025"/>
                </a:cubicBezTo>
                <a:cubicBezTo>
                  <a:pt x="2243233" y="3245834"/>
                  <a:pt x="2244947" y="3248597"/>
                  <a:pt x="2245424" y="3251645"/>
                </a:cubicBezTo>
                <a:cubicBezTo>
                  <a:pt x="2245900" y="3254693"/>
                  <a:pt x="2245138" y="3257836"/>
                  <a:pt x="2243328" y="3260312"/>
                </a:cubicBezTo>
                <a:cubicBezTo>
                  <a:pt x="2241518" y="3262789"/>
                  <a:pt x="2238756" y="3264503"/>
                  <a:pt x="2235708" y="3264980"/>
                </a:cubicBezTo>
                <a:cubicBezTo>
                  <a:pt x="2235137" y="3264980"/>
                  <a:pt x="2234470" y="3265075"/>
                  <a:pt x="2233898" y="3265075"/>
                </a:cubicBezTo>
                <a:cubicBezTo>
                  <a:pt x="2231422" y="3265075"/>
                  <a:pt x="2229041" y="3264313"/>
                  <a:pt x="2227040" y="3262789"/>
                </a:cubicBezTo>
                <a:close/>
                <a:moveTo>
                  <a:pt x="1975295" y="3960019"/>
                </a:moveTo>
                <a:cubicBezTo>
                  <a:pt x="1975295" y="3964686"/>
                  <a:pt x="1971485" y="3968496"/>
                  <a:pt x="1966817" y="3968496"/>
                </a:cubicBezTo>
                <a:cubicBezTo>
                  <a:pt x="1962150" y="3968496"/>
                  <a:pt x="1958340" y="3964686"/>
                  <a:pt x="1958340" y="3960019"/>
                </a:cubicBezTo>
                <a:cubicBezTo>
                  <a:pt x="1958340" y="3955352"/>
                  <a:pt x="1962150" y="3951542"/>
                  <a:pt x="1966817" y="3951542"/>
                </a:cubicBezTo>
                <a:cubicBezTo>
                  <a:pt x="1971485" y="3951542"/>
                  <a:pt x="1975295" y="3955352"/>
                  <a:pt x="1975295" y="3960019"/>
                </a:cubicBezTo>
                <a:close/>
                <a:moveTo>
                  <a:pt x="2242757" y="3678841"/>
                </a:moveTo>
                <a:cubicBezTo>
                  <a:pt x="2245995" y="3678841"/>
                  <a:pt x="2248662" y="3681508"/>
                  <a:pt x="2248662" y="3684746"/>
                </a:cubicBezTo>
                <a:lnTo>
                  <a:pt x="2248662" y="3713321"/>
                </a:lnTo>
                <a:cubicBezTo>
                  <a:pt x="2248662" y="3716560"/>
                  <a:pt x="2245995" y="3719227"/>
                  <a:pt x="2242757" y="3719227"/>
                </a:cubicBezTo>
                <a:lnTo>
                  <a:pt x="2214182" y="3719227"/>
                </a:lnTo>
                <a:cubicBezTo>
                  <a:pt x="2210943" y="3719227"/>
                  <a:pt x="2208276" y="3716560"/>
                  <a:pt x="2208276" y="3713321"/>
                </a:cubicBezTo>
                <a:lnTo>
                  <a:pt x="2208276" y="3684746"/>
                </a:lnTo>
                <a:cubicBezTo>
                  <a:pt x="2208276" y="3681508"/>
                  <a:pt x="2210943" y="3678841"/>
                  <a:pt x="2214182" y="3678841"/>
                </a:cubicBezTo>
                <a:lnTo>
                  <a:pt x="2242757" y="3678841"/>
                </a:lnTo>
                <a:close/>
                <a:moveTo>
                  <a:pt x="508826" y="4394835"/>
                </a:moveTo>
                <a:lnTo>
                  <a:pt x="504254" y="4389311"/>
                </a:lnTo>
                <a:lnTo>
                  <a:pt x="510826" y="4383881"/>
                </a:lnTo>
                <a:lnTo>
                  <a:pt x="515398" y="4389406"/>
                </a:lnTo>
                <a:lnTo>
                  <a:pt x="508826" y="4394835"/>
                </a:lnTo>
                <a:close/>
                <a:moveTo>
                  <a:pt x="273272" y="2351913"/>
                </a:moveTo>
                <a:cubicBezTo>
                  <a:pt x="280702" y="2351913"/>
                  <a:pt x="286703" y="2345912"/>
                  <a:pt x="286703" y="2338483"/>
                </a:cubicBezTo>
                <a:cubicBezTo>
                  <a:pt x="286703" y="2335721"/>
                  <a:pt x="285845" y="2333054"/>
                  <a:pt x="284321" y="2330863"/>
                </a:cubicBezTo>
                <a:lnTo>
                  <a:pt x="299561" y="2317147"/>
                </a:lnTo>
                <a:lnTo>
                  <a:pt x="299561" y="2299240"/>
                </a:lnTo>
                <a:cubicBezTo>
                  <a:pt x="299561" y="2299240"/>
                  <a:pt x="479870" y="2121122"/>
                  <a:pt x="479870" y="2121122"/>
                </a:cubicBezTo>
                <a:lnTo>
                  <a:pt x="479870" y="2033588"/>
                </a:lnTo>
                <a:lnTo>
                  <a:pt x="483870" y="2033588"/>
                </a:lnTo>
                <a:cubicBezTo>
                  <a:pt x="487585" y="2033588"/>
                  <a:pt x="490728" y="2030540"/>
                  <a:pt x="490728" y="2026730"/>
                </a:cubicBezTo>
                <a:lnTo>
                  <a:pt x="490728" y="2014061"/>
                </a:lnTo>
                <a:cubicBezTo>
                  <a:pt x="490728" y="2010347"/>
                  <a:pt x="487680" y="2007203"/>
                  <a:pt x="483870" y="2007203"/>
                </a:cubicBezTo>
                <a:lnTo>
                  <a:pt x="471202" y="2007203"/>
                </a:lnTo>
                <a:cubicBezTo>
                  <a:pt x="467487" y="2007203"/>
                  <a:pt x="464344" y="2010251"/>
                  <a:pt x="464344" y="2014061"/>
                </a:cubicBezTo>
                <a:lnTo>
                  <a:pt x="464344" y="2026730"/>
                </a:lnTo>
                <a:cubicBezTo>
                  <a:pt x="464344" y="2030444"/>
                  <a:pt x="467392" y="2033588"/>
                  <a:pt x="471202" y="2033588"/>
                </a:cubicBezTo>
                <a:lnTo>
                  <a:pt x="475107" y="2033588"/>
                </a:lnTo>
                <a:lnTo>
                  <a:pt x="475107" y="2119217"/>
                </a:lnTo>
                <a:lnTo>
                  <a:pt x="295656" y="2296668"/>
                </a:lnTo>
                <a:lnTo>
                  <a:pt x="294989" y="2297335"/>
                </a:lnTo>
                <a:lnTo>
                  <a:pt x="294989" y="2315051"/>
                </a:lnTo>
                <a:cubicBezTo>
                  <a:pt x="294989" y="2315051"/>
                  <a:pt x="280988" y="2327529"/>
                  <a:pt x="280988" y="2327529"/>
                </a:cubicBezTo>
                <a:cubicBezTo>
                  <a:pt x="278797" y="2326005"/>
                  <a:pt x="276130" y="2325053"/>
                  <a:pt x="273272" y="2325053"/>
                </a:cubicBezTo>
                <a:cubicBezTo>
                  <a:pt x="265843" y="2325053"/>
                  <a:pt x="259842" y="2331053"/>
                  <a:pt x="259842" y="2338483"/>
                </a:cubicBezTo>
                <a:cubicBezTo>
                  <a:pt x="259842" y="2345912"/>
                  <a:pt x="265843" y="2351913"/>
                  <a:pt x="273272" y="2351913"/>
                </a:cubicBezTo>
                <a:close/>
                <a:moveTo>
                  <a:pt x="471202" y="2028825"/>
                </a:moveTo>
                <a:cubicBezTo>
                  <a:pt x="470059" y="2028825"/>
                  <a:pt x="469106" y="2027873"/>
                  <a:pt x="469106" y="2026730"/>
                </a:cubicBezTo>
                <a:lnTo>
                  <a:pt x="469106" y="2014061"/>
                </a:lnTo>
                <a:cubicBezTo>
                  <a:pt x="469106" y="2012918"/>
                  <a:pt x="470059" y="2011966"/>
                  <a:pt x="471202" y="2011966"/>
                </a:cubicBezTo>
                <a:lnTo>
                  <a:pt x="483870" y="2011966"/>
                </a:lnTo>
                <a:cubicBezTo>
                  <a:pt x="485013" y="2011966"/>
                  <a:pt x="485965" y="2012918"/>
                  <a:pt x="485965" y="2014061"/>
                </a:cubicBezTo>
                <a:lnTo>
                  <a:pt x="485965" y="2026730"/>
                </a:lnTo>
                <a:cubicBezTo>
                  <a:pt x="485965" y="2027873"/>
                  <a:pt x="485013" y="2028825"/>
                  <a:pt x="483870" y="2028825"/>
                </a:cubicBezTo>
                <a:lnTo>
                  <a:pt x="471202" y="2028825"/>
                </a:lnTo>
                <a:close/>
                <a:moveTo>
                  <a:pt x="273272" y="2329720"/>
                </a:moveTo>
                <a:cubicBezTo>
                  <a:pt x="278035" y="2329720"/>
                  <a:pt x="281940" y="2333625"/>
                  <a:pt x="281940" y="2338388"/>
                </a:cubicBezTo>
                <a:cubicBezTo>
                  <a:pt x="281940" y="2343150"/>
                  <a:pt x="278035" y="2347055"/>
                  <a:pt x="273272" y="2347055"/>
                </a:cubicBezTo>
                <a:cubicBezTo>
                  <a:pt x="268510" y="2347055"/>
                  <a:pt x="264605" y="2343150"/>
                  <a:pt x="264605" y="2338388"/>
                </a:cubicBezTo>
                <a:cubicBezTo>
                  <a:pt x="264605" y="2333625"/>
                  <a:pt x="268510" y="2329720"/>
                  <a:pt x="273272" y="2329720"/>
                </a:cubicBezTo>
                <a:close/>
                <a:moveTo>
                  <a:pt x="984218" y="2306955"/>
                </a:moveTo>
                <a:cubicBezTo>
                  <a:pt x="984218" y="2306955"/>
                  <a:pt x="984123" y="2306765"/>
                  <a:pt x="984028" y="2306574"/>
                </a:cubicBezTo>
                <a:lnTo>
                  <a:pt x="975551" y="2296859"/>
                </a:lnTo>
                <a:lnTo>
                  <a:pt x="975551" y="2296859"/>
                </a:lnTo>
                <a:cubicBezTo>
                  <a:pt x="973741" y="2294763"/>
                  <a:pt x="970502" y="2294477"/>
                  <a:pt x="968407" y="2296382"/>
                </a:cubicBezTo>
                <a:lnTo>
                  <a:pt x="958691" y="2304860"/>
                </a:lnTo>
                <a:cubicBezTo>
                  <a:pt x="956596" y="2306669"/>
                  <a:pt x="956405" y="2309908"/>
                  <a:pt x="958215" y="2312003"/>
                </a:cubicBezTo>
                <a:lnTo>
                  <a:pt x="966692" y="2321719"/>
                </a:lnTo>
                <a:cubicBezTo>
                  <a:pt x="967645" y="2322862"/>
                  <a:pt x="969074" y="2323433"/>
                  <a:pt x="970502" y="2323433"/>
                </a:cubicBezTo>
                <a:cubicBezTo>
                  <a:pt x="971645" y="2323433"/>
                  <a:pt x="972884" y="2323052"/>
                  <a:pt x="973836" y="2322195"/>
                </a:cubicBezTo>
                <a:lnTo>
                  <a:pt x="983552" y="2313718"/>
                </a:lnTo>
                <a:cubicBezTo>
                  <a:pt x="984218" y="2313146"/>
                  <a:pt x="984599" y="2312384"/>
                  <a:pt x="984885" y="2311622"/>
                </a:cubicBezTo>
                <a:lnTo>
                  <a:pt x="1061466" y="2311813"/>
                </a:lnTo>
                <a:lnTo>
                  <a:pt x="1125855" y="2370582"/>
                </a:lnTo>
                <a:lnTo>
                  <a:pt x="1245108" y="2370582"/>
                </a:lnTo>
                <a:cubicBezTo>
                  <a:pt x="1245108" y="2370582"/>
                  <a:pt x="1319689" y="2312194"/>
                  <a:pt x="1319689" y="2312194"/>
                </a:cubicBezTo>
                <a:cubicBezTo>
                  <a:pt x="1320451" y="2312670"/>
                  <a:pt x="1321213" y="2313051"/>
                  <a:pt x="1322070" y="2313337"/>
                </a:cubicBezTo>
                <a:cubicBezTo>
                  <a:pt x="1323499" y="2313813"/>
                  <a:pt x="1324928" y="2314099"/>
                  <a:pt x="1326356" y="2314099"/>
                </a:cubicBezTo>
                <a:cubicBezTo>
                  <a:pt x="1328261" y="2314099"/>
                  <a:pt x="1330071" y="2313718"/>
                  <a:pt x="1331786" y="2312861"/>
                </a:cubicBezTo>
                <a:cubicBezTo>
                  <a:pt x="1334834" y="2311432"/>
                  <a:pt x="1337215" y="2308860"/>
                  <a:pt x="1338263" y="2305622"/>
                </a:cubicBezTo>
                <a:cubicBezTo>
                  <a:pt x="1340644" y="2299049"/>
                  <a:pt x="1337120" y="2291715"/>
                  <a:pt x="1330547" y="2289334"/>
                </a:cubicBezTo>
                <a:cubicBezTo>
                  <a:pt x="1327309" y="2288191"/>
                  <a:pt x="1323880" y="2288381"/>
                  <a:pt x="1320832" y="2289810"/>
                </a:cubicBezTo>
                <a:cubicBezTo>
                  <a:pt x="1317784" y="2291239"/>
                  <a:pt x="1315403" y="2293811"/>
                  <a:pt x="1314260" y="2297049"/>
                </a:cubicBezTo>
                <a:cubicBezTo>
                  <a:pt x="1312831" y="2301240"/>
                  <a:pt x="1313593" y="2305622"/>
                  <a:pt x="1316069" y="2308955"/>
                </a:cubicBezTo>
                <a:lnTo>
                  <a:pt x="1243394" y="2365724"/>
                </a:lnTo>
                <a:lnTo>
                  <a:pt x="1127665" y="2365724"/>
                </a:lnTo>
                <a:cubicBezTo>
                  <a:pt x="1127665" y="2365724"/>
                  <a:pt x="1063276" y="2307050"/>
                  <a:pt x="1063276" y="2307050"/>
                </a:cubicBezTo>
                <a:lnTo>
                  <a:pt x="984218" y="2306860"/>
                </a:lnTo>
                <a:close/>
                <a:moveTo>
                  <a:pt x="970217" y="2318671"/>
                </a:moveTo>
                <a:lnTo>
                  <a:pt x="961739" y="2308479"/>
                </a:lnTo>
                <a:lnTo>
                  <a:pt x="971455" y="2300002"/>
                </a:lnTo>
                <a:cubicBezTo>
                  <a:pt x="971455" y="2300002"/>
                  <a:pt x="971550" y="2300002"/>
                  <a:pt x="971645" y="2300002"/>
                </a:cubicBezTo>
                <a:cubicBezTo>
                  <a:pt x="971645" y="2300002"/>
                  <a:pt x="971836" y="2300002"/>
                  <a:pt x="971931" y="2300097"/>
                </a:cubicBezTo>
                <a:lnTo>
                  <a:pt x="980408" y="2310289"/>
                </a:lnTo>
                <a:lnTo>
                  <a:pt x="970217" y="2318766"/>
                </a:lnTo>
                <a:close/>
                <a:moveTo>
                  <a:pt x="1318736" y="2298764"/>
                </a:moveTo>
                <a:cubicBezTo>
                  <a:pt x="1319879" y="2295525"/>
                  <a:pt x="1322927" y="2293430"/>
                  <a:pt x="1326261" y="2293430"/>
                </a:cubicBezTo>
                <a:cubicBezTo>
                  <a:pt x="1327118" y="2293430"/>
                  <a:pt x="1328071" y="2293620"/>
                  <a:pt x="1328928" y="2293906"/>
                </a:cubicBezTo>
                <a:cubicBezTo>
                  <a:pt x="1333024" y="2295335"/>
                  <a:pt x="1335215" y="2299907"/>
                  <a:pt x="1333786" y="2304098"/>
                </a:cubicBezTo>
                <a:lnTo>
                  <a:pt x="1333786" y="2304098"/>
                </a:lnTo>
                <a:cubicBezTo>
                  <a:pt x="1333119" y="2306098"/>
                  <a:pt x="1331595" y="2307717"/>
                  <a:pt x="1329690" y="2308574"/>
                </a:cubicBezTo>
                <a:cubicBezTo>
                  <a:pt x="1327785" y="2309527"/>
                  <a:pt x="1325594" y="2309622"/>
                  <a:pt x="1323594" y="2308860"/>
                </a:cubicBezTo>
                <a:cubicBezTo>
                  <a:pt x="1319498" y="2307431"/>
                  <a:pt x="1317307" y="2302859"/>
                  <a:pt x="1318736" y="2298668"/>
                </a:cubicBezTo>
                <a:close/>
                <a:moveTo>
                  <a:pt x="155829" y="4496943"/>
                </a:moveTo>
                <a:cubicBezTo>
                  <a:pt x="152591" y="4493419"/>
                  <a:pt x="147161" y="4493133"/>
                  <a:pt x="143637" y="4496372"/>
                </a:cubicBezTo>
                <a:cubicBezTo>
                  <a:pt x="142113" y="4497705"/>
                  <a:pt x="141351" y="4499610"/>
                  <a:pt x="141065" y="4501420"/>
                </a:cubicBezTo>
                <a:lnTo>
                  <a:pt x="57245" y="4500468"/>
                </a:lnTo>
                <a:lnTo>
                  <a:pt x="19622" y="4534853"/>
                </a:lnTo>
                <a:lnTo>
                  <a:pt x="95" y="4534853"/>
                </a:lnTo>
                <a:lnTo>
                  <a:pt x="95" y="4539615"/>
                </a:lnTo>
                <a:lnTo>
                  <a:pt x="21431" y="4539615"/>
                </a:lnTo>
                <a:lnTo>
                  <a:pt x="59055" y="4505230"/>
                </a:lnTo>
                <a:lnTo>
                  <a:pt x="141637" y="4506087"/>
                </a:lnTo>
                <a:cubicBezTo>
                  <a:pt x="142018" y="4506945"/>
                  <a:pt x="142399" y="4507706"/>
                  <a:pt x="143066" y="4508469"/>
                </a:cubicBezTo>
                <a:cubicBezTo>
                  <a:pt x="144590" y="4510183"/>
                  <a:pt x="146780" y="4511231"/>
                  <a:pt x="149066" y="4511326"/>
                </a:cubicBezTo>
                <a:cubicBezTo>
                  <a:pt x="149257" y="4511326"/>
                  <a:pt x="149352" y="4511326"/>
                  <a:pt x="149543" y="4511326"/>
                </a:cubicBezTo>
                <a:cubicBezTo>
                  <a:pt x="151733" y="4511326"/>
                  <a:pt x="153733" y="4510564"/>
                  <a:pt x="155353" y="4509135"/>
                </a:cubicBezTo>
                <a:cubicBezTo>
                  <a:pt x="157067" y="4507611"/>
                  <a:pt x="158115" y="4505420"/>
                  <a:pt x="158210" y="4503135"/>
                </a:cubicBezTo>
                <a:cubicBezTo>
                  <a:pt x="158306" y="4500848"/>
                  <a:pt x="157544" y="4498562"/>
                  <a:pt x="156020" y="4496848"/>
                </a:cubicBezTo>
                <a:lnTo>
                  <a:pt x="156020" y="4496848"/>
                </a:lnTo>
                <a:close/>
                <a:moveTo>
                  <a:pt x="152019" y="4505706"/>
                </a:moveTo>
                <a:cubicBezTo>
                  <a:pt x="151257" y="4506373"/>
                  <a:pt x="150209" y="4506754"/>
                  <a:pt x="149257" y="4506754"/>
                </a:cubicBezTo>
                <a:cubicBezTo>
                  <a:pt x="148209" y="4506754"/>
                  <a:pt x="147257" y="4506278"/>
                  <a:pt x="146590" y="4505516"/>
                </a:cubicBezTo>
                <a:cubicBezTo>
                  <a:pt x="146114" y="4504944"/>
                  <a:pt x="145828" y="4504278"/>
                  <a:pt x="145733" y="4503515"/>
                </a:cubicBezTo>
                <a:lnTo>
                  <a:pt x="145733" y="4502182"/>
                </a:lnTo>
                <a:cubicBezTo>
                  <a:pt x="145923" y="4501325"/>
                  <a:pt x="146304" y="4500563"/>
                  <a:pt x="146876" y="4499991"/>
                </a:cubicBezTo>
                <a:cubicBezTo>
                  <a:pt x="147638" y="4499324"/>
                  <a:pt x="148590" y="4498944"/>
                  <a:pt x="149543" y="4498944"/>
                </a:cubicBezTo>
                <a:cubicBezTo>
                  <a:pt x="150590" y="4498944"/>
                  <a:pt x="151638" y="4499420"/>
                  <a:pt x="152400" y="4500182"/>
                </a:cubicBezTo>
                <a:cubicBezTo>
                  <a:pt x="153067" y="4500944"/>
                  <a:pt x="153448" y="4501992"/>
                  <a:pt x="153448" y="4502944"/>
                </a:cubicBezTo>
                <a:cubicBezTo>
                  <a:pt x="153448" y="4503992"/>
                  <a:pt x="152972" y="4504944"/>
                  <a:pt x="152210" y="4505611"/>
                </a:cubicBezTo>
                <a:close/>
                <a:moveTo>
                  <a:pt x="1036987" y="2444020"/>
                </a:moveTo>
                <a:lnTo>
                  <a:pt x="1042226" y="2439162"/>
                </a:lnTo>
                <a:lnTo>
                  <a:pt x="1048512" y="2445925"/>
                </a:lnTo>
                <a:lnTo>
                  <a:pt x="1043273" y="2450783"/>
                </a:lnTo>
                <a:lnTo>
                  <a:pt x="1036987" y="2444020"/>
                </a:lnTo>
                <a:close/>
                <a:moveTo>
                  <a:pt x="546354" y="3549205"/>
                </a:moveTo>
                <a:cubicBezTo>
                  <a:pt x="546354" y="3555587"/>
                  <a:pt x="551593" y="3560826"/>
                  <a:pt x="557975" y="3560826"/>
                </a:cubicBezTo>
                <a:cubicBezTo>
                  <a:pt x="563499" y="3560826"/>
                  <a:pt x="567881" y="3556921"/>
                  <a:pt x="569024" y="3551777"/>
                </a:cubicBezTo>
                <a:lnTo>
                  <a:pt x="669512" y="3551777"/>
                </a:lnTo>
                <a:cubicBezTo>
                  <a:pt x="669512" y="3551777"/>
                  <a:pt x="714661" y="3513868"/>
                  <a:pt x="714661" y="3513868"/>
                </a:cubicBezTo>
                <a:cubicBezTo>
                  <a:pt x="720947" y="3517963"/>
                  <a:pt x="729425" y="3516440"/>
                  <a:pt x="733901" y="3510344"/>
                </a:cubicBezTo>
                <a:cubicBezTo>
                  <a:pt x="736187" y="3507296"/>
                  <a:pt x="737045" y="3503486"/>
                  <a:pt x="736473" y="3499676"/>
                </a:cubicBezTo>
                <a:cubicBezTo>
                  <a:pt x="735902" y="3495866"/>
                  <a:pt x="733901" y="3492532"/>
                  <a:pt x="730758" y="3490341"/>
                </a:cubicBezTo>
                <a:cubicBezTo>
                  <a:pt x="724376" y="3485674"/>
                  <a:pt x="715423" y="3487007"/>
                  <a:pt x="710756" y="3493389"/>
                </a:cubicBezTo>
                <a:cubicBezTo>
                  <a:pt x="709232" y="3495389"/>
                  <a:pt x="708565" y="3497675"/>
                  <a:pt x="708279" y="3500057"/>
                </a:cubicBezTo>
                <a:lnTo>
                  <a:pt x="699516" y="3500057"/>
                </a:lnTo>
                <a:lnTo>
                  <a:pt x="699516" y="3504819"/>
                </a:lnTo>
                <a:lnTo>
                  <a:pt x="708374" y="3504819"/>
                </a:lnTo>
                <a:cubicBezTo>
                  <a:pt x="708851" y="3506915"/>
                  <a:pt x="709708" y="3508915"/>
                  <a:pt x="711041" y="3510629"/>
                </a:cubicBezTo>
                <a:lnTo>
                  <a:pt x="667702" y="3546920"/>
                </a:lnTo>
                <a:lnTo>
                  <a:pt x="569024" y="3546920"/>
                </a:lnTo>
                <a:cubicBezTo>
                  <a:pt x="567976" y="3541681"/>
                  <a:pt x="563499" y="3537585"/>
                  <a:pt x="557879" y="3537585"/>
                </a:cubicBezTo>
                <a:cubicBezTo>
                  <a:pt x="551498" y="3537585"/>
                  <a:pt x="546259" y="3542824"/>
                  <a:pt x="546259" y="3549205"/>
                </a:cubicBezTo>
                <a:close/>
                <a:moveTo>
                  <a:pt x="712946" y="3494913"/>
                </a:moveTo>
                <a:cubicBezTo>
                  <a:pt x="714756" y="3492437"/>
                  <a:pt x="717518" y="3490722"/>
                  <a:pt x="720566" y="3490246"/>
                </a:cubicBezTo>
                <a:cubicBezTo>
                  <a:pt x="723614" y="3489770"/>
                  <a:pt x="726758" y="3490532"/>
                  <a:pt x="729234" y="3492342"/>
                </a:cubicBezTo>
                <a:cubicBezTo>
                  <a:pt x="731711" y="3494151"/>
                  <a:pt x="733425" y="3496913"/>
                  <a:pt x="733901" y="3499961"/>
                </a:cubicBezTo>
                <a:cubicBezTo>
                  <a:pt x="733901" y="3500533"/>
                  <a:pt x="733997" y="3501200"/>
                  <a:pt x="733997" y="3501771"/>
                </a:cubicBezTo>
                <a:cubicBezTo>
                  <a:pt x="733997" y="3504248"/>
                  <a:pt x="733235" y="3506629"/>
                  <a:pt x="731711" y="3508629"/>
                </a:cubicBezTo>
                <a:cubicBezTo>
                  <a:pt x="727901" y="3513868"/>
                  <a:pt x="720566" y="3514916"/>
                  <a:pt x="715327" y="3511105"/>
                </a:cubicBezTo>
                <a:cubicBezTo>
                  <a:pt x="710184" y="3507296"/>
                  <a:pt x="709041" y="3499961"/>
                  <a:pt x="712851" y="3494723"/>
                </a:cubicBezTo>
                <a:close/>
                <a:moveTo>
                  <a:pt x="564737" y="3549205"/>
                </a:moveTo>
                <a:cubicBezTo>
                  <a:pt x="564737" y="3553016"/>
                  <a:pt x="561689" y="3556063"/>
                  <a:pt x="557879" y="3556063"/>
                </a:cubicBezTo>
                <a:cubicBezTo>
                  <a:pt x="554069" y="3556063"/>
                  <a:pt x="551021" y="3553016"/>
                  <a:pt x="551021" y="3549205"/>
                </a:cubicBezTo>
                <a:cubicBezTo>
                  <a:pt x="551021" y="3545396"/>
                  <a:pt x="554069" y="3542348"/>
                  <a:pt x="557879" y="3542348"/>
                </a:cubicBezTo>
                <a:cubicBezTo>
                  <a:pt x="561689" y="3542348"/>
                  <a:pt x="564737" y="3545396"/>
                  <a:pt x="564737" y="3549205"/>
                </a:cubicBezTo>
                <a:close/>
                <a:moveTo>
                  <a:pt x="291560" y="2250662"/>
                </a:moveTo>
                <a:lnTo>
                  <a:pt x="298799" y="2243614"/>
                </a:lnTo>
                <a:lnTo>
                  <a:pt x="302133" y="2247043"/>
                </a:lnTo>
                <a:lnTo>
                  <a:pt x="294894" y="2254091"/>
                </a:lnTo>
                <a:lnTo>
                  <a:pt x="291560" y="2250662"/>
                </a:lnTo>
                <a:close/>
                <a:moveTo>
                  <a:pt x="3052382" y="4084606"/>
                </a:moveTo>
                <a:lnTo>
                  <a:pt x="3074861" y="4084606"/>
                </a:lnTo>
                <a:cubicBezTo>
                  <a:pt x="3074861" y="4084606"/>
                  <a:pt x="3074861" y="4084987"/>
                  <a:pt x="3074861" y="4085273"/>
                </a:cubicBezTo>
                <a:cubicBezTo>
                  <a:pt x="3076194" y="4090035"/>
                  <a:pt x="3080671" y="4093178"/>
                  <a:pt x="3085434" y="4093178"/>
                </a:cubicBezTo>
                <a:cubicBezTo>
                  <a:pt x="3086386" y="4093178"/>
                  <a:pt x="3087434" y="4093083"/>
                  <a:pt x="3088481" y="4092797"/>
                </a:cubicBezTo>
                <a:cubicBezTo>
                  <a:pt x="3092482" y="4091654"/>
                  <a:pt x="3095149" y="4088416"/>
                  <a:pt x="3096006" y="4084606"/>
                </a:cubicBezTo>
                <a:lnTo>
                  <a:pt x="3114866" y="4084606"/>
                </a:lnTo>
                <a:lnTo>
                  <a:pt x="3114866" y="4079748"/>
                </a:lnTo>
                <a:lnTo>
                  <a:pt x="3096101" y="4079748"/>
                </a:lnTo>
                <a:cubicBezTo>
                  <a:pt x="3096101" y="4079748"/>
                  <a:pt x="3096101" y="4079462"/>
                  <a:pt x="3096101" y="4079272"/>
                </a:cubicBezTo>
                <a:lnTo>
                  <a:pt x="3096101" y="4079272"/>
                </a:lnTo>
                <a:cubicBezTo>
                  <a:pt x="3094482" y="4073462"/>
                  <a:pt x="3088386" y="4070128"/>
                  <a:pt x="3082576" y="4071747"/>
                </a:cubicBezTo>
                <a:cubicBezTo>
                  <a:pt x="3078575" y="4072890"/>
                  <a:pt x="3075909" y="4076129"/>
                  <a:pt x="3075051" y="4079843"/>
                </a:cubicBezTo>
                <a:lnTo>
                  <a:pt x="3054572" y="4079843"/>
                </a:lnTo>
                <a:lnTo>
                  <a:pt x="2963418" y="3983355"/>
                </a:lnTo>
                <a:lnTo>
                  <a:pt x="2963418" y="3972878"/>
                </a:lnTo>
                <a:cubicBezTo>
                  <a:pt x="2963418" y="3972878"/>
                  <a:pt x="2963894" y="3972878"/>
                  <a:pt x="2964085" y="3972878"/>
                </a:cubicBezTo>
                <a:cubicBezTo>
                  <a:pt x="2969895" y="3971259"/>
                  <a:pt x="2973229" y="3965162"/>
                  <a:pt x="2971610" y="3959352"/>
                </a:cubicBezTo>
                <a:cubicBezTo>
                  <a:pt x="2969990" y="3953542"/>
                  <a:pt x="2963894" y="3950208"/>
                  <a:pt x="2958084" y="3951827"/>
                </a:cubicBezTo>
                <a:cubicBezTo>
                  <a:pt x="2955227" y="3952589"/>
                  <a:pt x="2952941" y="3954494"/>
                  <a:pt x="2951512" y="3957066"/>
                </a:cubicBezTo>
                <a:cubicBezTo>
                  <a:pt x="2950083" y="3959638"/>
                  <a:pt x="2949797" y="3962591"/>
                  <a:pt x="2950559" y="3965353"/>
                </a:cubicBezTo>
                <a:cubicBezTo>
                  <a:pt x="2951702" y="3969353"/>
                  <a:pt x="2954941" y="3972116"/>
                  <a:pt x="2958751" y="3972878"/>
                </a:cubicBezTo>
                <a:lnTo>
                  <a:pt x="2958751" y="3985260"/>
                </a:lnTo>
                <a:cubicBezTo>
                  <a:pt x="2958751" y="3985260"/>
                  <a:pt x="3052572" y="4084606"/>
                  <a:pt x="3052572" y="4084606"/>
                </a:cubicBezTo>
                <a:close/>
                <a:moveTo>
                  <a:pt x="3080004" y="4079177"/>
                </a:moveTo>
                <a:cubicBezTo>
                  <a:pt x="3080766" y="4077748"/>
                  <a:pt x="3082100" y="4076700"/>
                  <a:pt x="3083719" y="4076224"/>
                </a:cubicBezTo>
                <a:cubicBezTo>
                  <a:pt x="3084290" y="4076034"/>
                  <a:pt x="3084862" y="4075938"/>
                  <a:pt x="3085434" y="4075938"/>
                </a:cubicBezTo>
                <a:cubicBezTo>
                  <a:pt x="3088100" y="4075938"/>
                  <a:pt x="3090577" y="4077748"/>
                  <a:pt x="3091434" y="4080415"/>
                </a:cubicBezTo>
                <a:cubicBezTo>
                  <a:pt x="3092387" y="4083653"/>
                  <a:pt x="3090482" y="4087178"/>
                  <a:pt x="3087148" y="4088035"/>
                </a:cubicBezTo>
                <a:cubicBezTo>
                  <a:pt x="3083814" y="4088987"/>
                  <a:pt x="3080385" y="4087082"/>
                  <a:pt x="3079528" y="4083749"/>
                </a:cubicBezTo>
                <a:cubicBezTo>
                  <a:pt x="3079052" y="4082129"/>
                  <a:pt x="3079242" y="4080510"/>
                  <a:pt x="3080099" y="4079081"/>
                </a:cubicBezTo>
                <a:close/>
                <a:moveTo>
                  <a:pt x="2954846" y="3963924"/>
                </a:moveTo>
                <a:cubicBezTo>
                  <a:pt x="2954369" y="3962305"/>
                  <a:pt x="2954560" y="3960686"/>
                  <a:pt x="2955417" y="3959257"/>
                </a:cubicBezTo>
                <a:cubicBezTo>
                  <a:pt x="2956179" y="3957828"/>
                  <a:pt x="2957513" y="3956780"/>
                  <a:pt x="2959132" y="3956304"/>
                </a:cubicBezTo>
                <a:cubicBezTo>
                  <a:pt x="2959703" y="3956113"/>
                  <a:pt x="2960275" y="3956018"/>
                  <a:pt x="2960846" y="3956018"/>
                </a:cubicBezTo>
                <a:cubicBezTo>
                  <a:pt x="2963513" y="3956018"/>
                  <a:pt x="2965990" y="3957828"/>
                  <a:pt x="2966752" y="3960495"/>
                </a:cubicBezTo>
                <a:cubicBezTo>
                  <a:pt x="2967704" y="3963829"/>
                  <a:pt x="2965799" y="3967258"/>
                  <a:pt x="2962466" y="3968115"/>
                </a:cubicBezTo>
                <a:cubicBezTo>
                  <a:pt x="2959132" y="3969068"/>
                  <a:pt x="2955798" y="3967163"/>
                  <a:pt x="2954846" y="3963829"/>
                </a:cubicBezTo>
                <a:close/>
                <a:moveTo>
                  <a:pt x="1517618" y="2254377"/>
                </a:moveTo>
                <a:cubicBezTo>
                  <a:pt x="1515904" y="2254377"/>
                  <a:pt x="1514475" y="2255806"/>
                  <a:pt x="1514475" y="2257520"/>
                </a:cubicBezTo>
                <a:lnTo>
                  <a:pt x="1514475" y="2281904"/>
                </a:lnTo>
                <a:cubicBezTo>
                  <a:pt x="1514475" y="2283619"/>
                  <a:pt x="1515904" y="2285048"/>
                  <a:pt x="1517618" y="2285048"/>
                </a:cubicBezTo>
                <a:lnTo>
                  <a:pt x="1542002" y="2285048"/>
                </a:lnTo>
                <a:cubicBezTo>
                  <a:pt x="1543717" y="2285048"/>
                  <a:pt x="1545146" y="2283619"/>
                  <a:pt x="1545146" y="2281904"/>
                </a:cubicBezTo>
                <a:lnTo>
                  <a:pt x="1545146" y="2257520"/>
                </a:lnTo>
                <a:cubicBezTo>
                  <a:pt x="1545146" y="2255806"/>
                  <a:pt x="1543717" y="2254377"/>
                  <a:pt x="1542002" y="2254377"/>
                </a:cubicBezTo>
                <a:lnTo>
                  <a:pt x="1532192" y="2254377"/>
                </a:lnTo>
                <a:lnTo>
                  <a:pt x="1532192" y="2172081"/>
                </a:lnTo>
                <a:cubicBezTo>
                  <a:pt x="1535335" y="2171033"/>
                  <a:pt x="1537621" y="2168271"/>
                  <a:pt x="1537621" y="2164747"/>
                </a:cubicBezTo>
                <a:cubicBezTo>
                  <a:pt x="1537621" y="2160461"/>
                  <a:pt x="1534097" y="2156936"/>
                  <a:pt x="1529810" y="2156936"/>
                </a:cubicBezTo>
                <a:cubicBezTo>
                  <a:pt x="1525524" y="2156936"/>
                  <a:pt x="1522000" y="2160461"/>
                  <a:pt x="1522000" y="2164747"/>
                </a:cubicBezTo>
                <a:cubicBezTo>
                  <a:pt x="1522000" y="2168176"/>
                  <a:pt x="1524286" y="2171033"/>
                  <a:pt x="1527429" y="2172081"/>
                </a:cubicBezTo>
                <a:lnTo>
                  <a:pt x="1527429" y="2254377"/>
                </a:lnTo>
                <a:lnTo>
                  <a:pt x="1517618" y="2254377"/>
                </a:lnTo>
                <a:close/>
                <a:moveTo>
                  <a:pt x="1542098" y="2256758"/>
                </a:moveTo>
                <a:cubicBezTo>
                  <a:pt x="1542098" y="2256758"/>
                  <a:pt x="1542860" y="2257139"/>
                  <a:pt x="1542860" y="2257520"/>
                </a:cubicBezTo>
                <a:lnTo>
                  <a:pt x="1542860" y="2281904"/>
                </a:lnTo>
                <a:cubicBezTo>
                  <a:pt x="1542860" y="2281904"/>
                  <a:pt x="1542478" y="2282666"/>
                  <a:pt x="1542098" y="2282666"/>
                </a:cubicBezTo>
                <a:lnTo>
                  <a:pt x="1517714" y="2282666"/>
                </a:lnTo>
                <a:cubicBezTo>
                  <a:pt x="1517714" y="2282666"/>
                  <a:pt x="1516952" y="2282285"/>
                  <a:pt x="1516952" y="2281904"/>
                </a:cubicBezTo>
                <a:lnTo>
                  <a:pt x="1516952" y="2257520"/>
                </a:lnTo>
                <a:cubicBezTo>
                  <a:pt x="1516952" y="2257520"/>
                  <a:pt x="1517332" y="2256758"/>
                  <a:pt x="1517714" y="2256758"/>
                </a:cubicBezTo>
                <a:lnTo>
                  <a:pt x="1542098" y="2256758"/>
                </a:lnTo>
                <a:close/>
                <a:moveTo>
                  <a:pt x="1278350" y="3622453"/>
                </a:moveTo>
                <a:lnTo>
                  <a:pt x="1389507" y="3622262"/>
                </a:lnTo>
                <a:lnTo>
                  <a:pt x="1389507" y="3625310"/>
                </a:lnTo>
                <a:cubicBezTo>
                  <a:pt x="1389507" y="3628359"/>
                  <a:pt x="1391984" y="3630835"/>
                  <a:pt x="1395032" y="3630835"/>
                </a:cubicBezTo>
                <a:lnTo>
                  <a:pt x="1408462" y="3630835"/>
                </a:lnTo>
                <a:cubicBezTo>
                  <a:pt x="1411510" y="3630835"/>
                  <a:pt x="1413986" y="3628359"/>
                  <a:pt x="1413986" y="3625310"/>
                </a:cubicBezTo>
                <a:lnTo>
                  <a:pt x="1413986" y="3611880"/>
                </a:lnTo>
                <a:cubicBezTo>
                  <a:pt x="1413986" y="3611880"/>
                  <a:pt x="1413891" y="3611213"/>
                  <a:pt x="1413796" y="3610928"/>
                </a:cubicBezTo>
                <a:lnTo>
                  <a:pt x="1428178" y="3599593"/>
                </a:lnTo>
                <a:lnTo>
                  <a:pt x="1428178" y="3588925"/>
                </a:lnTo>
                <a:lnTo>
                  <a:pt x="1423416" y="3588925"/>
                </a:lnTo>
                <a:lnTo>
                  <a:pt x="1423416" y="3597307"/>
                </a:lnTo>
                <a:lnTo>
                  <a:pt x="1411034" y="3607022"/>
                </a:lnTo>
                <a:cubicBezTo>
                  <a:pt x="1410272" y="3606642"/>
                  <a:pt x="1409414" y="3606355"/>
                  <a:pt x="1408462" y="3606355"/>
                </a:cubicBezTo>
                <a:lnTo>
                  <a:pt x="1395032" y="3606355"/>
                </a:lnTo>
                <a:cubicBezTo>
                  <a:pt x="1391984" y="3606355"/>
                  <a:pt x="1389507" y="3608832"/>
                  <a:pt x="1389507" y="3611880"/>
                </a:cubicBezTo>
                <a:lnTo>
                  <a:pt x="1389507" y="3617500"/>
                </a:lnTo>
                <a:lnTo>
                  <a:pt x="1276731" y="3617690"/>
                </a:lnTo>
                <a:lnTo>
                  <a:pt x="1205389" y="3673317"/>
                </a:lnTo>
                <a:lnTo>
                  <a:pt x="1141571" y="3673317"/>
                </a:lnTo>
                <a:cubicBezTo>
                  <a:pt x="1139952" y="3667601"/>
                  <a:pt x="1133856" y="3664268"/>
                  <a:pt x="1128046" y="3665887"/>
                </a:cubicBezTo>
                <a:cubicBezTo>
                  <a:pt x="1124141" y="3667030"/>
                  <a:pt x="1121474" y="3670173"/>
                  <a:pt x="1120616" y="3673793"/>
                </a:cubicBezTo>
                <a:lnTo>
                  <a:pt x="1019651" y="3673793"/>
                </a:lnTo>
                <a:cubicBezTo>
                  <a:pt x="1019651" y="3673793"/>
                  <a:pt x="1001077" y="3655505"/>
                  <a:pt x="1001077" y="3655505"/>
                </a:cubicBezTo>
                <a:lnTo>
                  <a:pt x="1001077" y="3523774"/>
                </a:lnTo>
                <a:lnTo>
                  <a:pt x="967359" y="3490151"/>
                </a:lnTo>
                <a:cubicBezTo>
                  <a:pt x="968216" y="3489103"/>
                  <a:pt x="968978" y="3487865"/>
                  <a:pt x="969454" y="3486531"/>
                </a:cubicBezTo>
                <a:cubicBezTo>
                  <a:pt x="972312" y="3479006"/>
                  <a:pt x="968597" y="3470624"/>
                  <a:pt x="961073" y="3467767"/>
                </a:cubicBezTo>
                <a:cubicBezTo>
                  <a:pt x="957453" y="3466338"/>
                  <a:pt x="953452" y="3466434"/>
                  <a:pt x="949928" y="3468053"/>
                </a:cubicBezTo>
                <a:cubicBezTo>
                  <a:pt x="946404" y="3469577"/>
                  <a:pt x="943642" y="3472529"/>
                  <a:pt x="942213" y="3476149"/>
                </a:cubicBezTo>
                <a:cubicBezTo>
                  <a:pt x="941927" y="3476816"/>
                  <a:pt x="941832" y="3477387"/>
                  <a:pt x="941737" y="3478054"/>
                </a:cubicBezTo>
                <a:lnTo>
                  <a:pt x="818198" y="3478054"/>
                </a:lnTo>
                <a:lnTo>
                  <a:pt x="800005" y="3498818"/>
                </a:lnTo>
                <a:lnTo>
                  <a:pt x="799719" y="3499199"/>
                </a:lnTo>
                <a:lnTo>
                  <a:pt x="799719" y="3614642"/>
                </a:lnTo>
                <a:cubicBezTo>
                  <a:pt x="795338" y="3615119"/>
                  <a:pt x="791242" y="3617786"/>
                  <a:pt x="789527" y="3622262"/>
                </a:cubicBezTo>
                <a:cubicBezTo>
                  <a:pt x="787146" y="3628549"/>
                  <a:pt x="790289" y="3635597"/>
                  <a:pt x="796481" y="3637979"/>
                </a:cubicBezTo>
                <a:cubicBezTo>
                  <a:pt x="797052" y="3638169"/>
                  <a:pt x="797719" y="3638169"/>
                  <a:pt x="798290" y="3638264"/>
                </a:cubicBezTo>
                <a:lnTo>
                  <a:pt x="798290" y="3664077"/>
                </a:lnTo>
                <a:cubicBezTo>
                  <a:pt x="798290" y="3664077"/>
                  <a:pt x="787146" y="3675984"/>
                  <a:pt x="787146" y="3675984"/>
                </a:cubicBezTo>
                <a:lnTo>
                  <a:pt x="698183" y="3675412"/>
                </a:lnTo>
                <a:lnTo>
                  <a:pt x="698183" y="3666459"/>
                </a:lnTo>
                <a:cubicBezTo>
                  <a:pt x="698183" y="3661696"/>
                  <a:pt x="694277" y="3657791"/>
                  <a:pt x="689420" y="3657791"/>
                </a:cubicBezTo>
                <a:lnTo>
                  <a:pt x="541401" y="3657791"/>
                </a:lnTo>
                <a:cubicBezTo>
                  <a:pt x="536639" y="3657791"/>
                  <a:pt x="532733" y="3661696"/>
                  <a:pt x="532733" y="3666459"/>
                </a:cubicBezTo>
                <a:lnTo>
                  <a:pt x="532733" y="3675984"/>
                </a:lnTo>
                <a:lnTo>
                  <a:pt x="450437" y="3675984"/>
                </a:lnTo>
                <a:lnTo>
                  <a:pt x="432245" y="3663410"/>
                </a:lnTo>
                <a:lnTo>
                  <a:pt x="316992" y="3663410"/>
                </a:lnTo>
                <a:lnTo>
                  <a:pt x="316992" y="3645980"/>
                </a:lnTo>
                <a:lnTo>
                  <a:pt x="432245" y="3645980"/>
                </a:lnTo>
                <a:lnTo>
                  <a:pt x="450437" y="3633407"/>
                </a:lnTo>
                <a:lnTo>
                  <a:pt x="534829" y="3633407"/>
                </a:lnTo>
                <a:lnTo>
                  <a:pt x="534829" y="3640074"/>
                </a:lnTo>
                <a:cubicBezTo>
                  <a:pt x="534829" y="3644837"/>
                  <a:pt x="538734" y="3648837"/>
                  <a:pt x="543592" y="3648837"/>
                </a:cubicBezTo>
                <a:lnTo>
                  <a:pt x="687324" y="3648837"/>
                </a:lnTo>
                <a:cubicBezTo>
                  <a:pt x="692087" y="3648837"/>
                  <a:pt x="696087" y="3644932"/>
                  <a:pt x="696087" y="3640074"/>
                </a:cubicBezTo>
                <a:lnTo>
                  <a:pt x="696087" y="3632930"/>
                </a:lnTo>
                <a:lnTo>
                  <a:pt x="742950" y="3632930"/>
                </a:lnTo>
                <a:lnTo>
                  <a:pt x="762381" y="3617119"/>
                </a:lnTo>
                <a:lnTo>
                  <a:pt x="762381" y="3598640"/>
                </a:lnTo>
                <a:cubicBezTo>
                  <a:pt x="763619" y="3598450"/>
                  <a:pt x="764762" y="3598164"/>
                  <a:pt x="765905" y="3597593"/>
                </a:cubicBezTo>
                <a:cubicBezTo>
                  <a:pt x="769429" y="3595973"/>
                  <a:pt x="772192" y="3593116"/>
                  <a:pt x="773621" y="3589496"/>
                </a:cubicBezTo>
                <a:cubicBezTo>
                  <a:pt x="776478" y="3581972"/>
                  <a:pt x="772763" y="3573590"/>
                  <a:pt x="765239" y="3570732"/>
                </a:cubicBezTo>
                <a:cubicBezTo>
                  <a:pt x="764286" y="3570351"/>
                  <a:pt x="763334" y="3570161"/>
                  <a:pt x="762381" y="3569970"/>
                </a:cubicBezTo>
                <a:lnTo>
                  <a:pt x="762762" y="3463290"/>
                </a:lnTo>
                <a:lnTo>
                  <a:pt x="777335" y="3449574"/>
                </a:lnTo>
                <a:lnTo>
                  <a:pt x="987647" y="3449574"/>
                </a:lnTo>
                <a:lnTo>
                  <a:pt x="1028033" y="3490436"/>
                </a:lnTo>
                <a:lnTo>
                  <a:pt x="1028033" y="3507677"/>
                </a:lnTo>
                <a:cubicBezTo>
                  <a:pt x="1028033" y="3509010"/>
                  <a:pt x="1029081" y="3510058"/>
                  <a:pt x="1030415" y="3510058"/>
                </a:cubicBezTo>
                <a:lnTo>
                  <a:pt x="1038416" y="3510058"/>
                </a:lnTo>
                <a:cubicBezTo>
                  <a:pt x="1039749" y="3510058"/>
                  <a:pt x="1040797" y="3509010"/>
                  <a:pt x="1040797" y="3507677"/>
                </a:cubicBezTo>
                <a:lnTo>
                  <a:pt x="1040797" y="3500914"/>
                </a:lnTo>
                <a:lnTo>
                  <a:pt x="1085374" y="3500914"/>
                </a:lnTo>
                <a:cubicBezTo>
                  <a:pt x="1091279" y="3500914"/>
                  <a:pt x="1096137" y="3496056"/>
                  <a:pt x="1096137" y="3490151"/>
                </a:cubicBezTo>
                <a:cubicBezTo>
                  <a:pt x="1096137" y="3484245"/>
                  <a:pt x="1091279" y="3479387"/>
                  <a:pt x="1085374" y="3479387"/>
                </a:cubicBezTo>
                <a:lnTo>
                  <a:pt x="1047369" y="3479387"/>
                </a:lnTo>
                <a:cubicBezTo>
                  <a:pt x="1044035" y="3479387"/>
                  <a:pt x="1041368" y="3476720"/>
                  <a:pt x="1041368" y="3473387"/>
                </a:cubicBezTo>
                <a:cubicBezTo>
                  <a:pt x="1041368" y="3470053"/>
                  <a:pt x="1044035" y="3467386"/>
                  <a:pt x="1047369" y="3467386"/>
                </a:cubicBezTo>
                <a:lnTo>
                  <a:pt x="1085374" y="3467386"/>
                </a:lnTo>
                <a:cubicBezTo>
                  <a:pt x="1091279" y="3467386"/>
                  <a:pt x="1096137" y="3462528"/>
                  <a:pt x="1096137" y="3456623"/>
                </a:cubicBezTo>
                <a:cubicBezTo>
                  <a:pt x="1096137" y="3450717"/>
                  <a:pt x="1091279" y="3445859"/>
                  <a:pt x="1085374" y="3445859"/>
                </a:cubicBezTo>
                <a:lnTo>
                  <a:pt x="1047369" y="3445859"/>
                </a:lnTo>
                <a:cubicBezTo>
                  <a:pt x="1044035" y="3445859"/>
                  <a:pt x="1041368" y="3443192"/>
                  <a:pt x="1041368" y="3439859"/>
                </a:cubicBezTo>
                <a:cubicBezTo>
                  <a:pt x="1041368" y="3436525"/>
                  <a:pt x="1044035" y="3433858"/>
                  <a:pt x="1047369" y="3433858"/>
                </a:cubicBezTo>
                <a:lnTo>
                  <a:pt x="1089851" y="3433858"/>
                </a:lnTo>
                <a:lnTo>
                  <a:pt x="1089851" y="3440621"/>
                </a:lnTo>
                <a:cubicBezTo>
                  <a:pt x="1089851" y="3441954"/>
                  <a:pt x="1090898" y="3443002"/>
                  <a:pt x="1092232" y="3443002"/>
                </a:cubicBezTo>
                <a:lnTo>
                  <a:pt x="1100233" y="3443002"/>
                </a:lnTo>
                <a:cubicBezTo>
                  <a:pt x="1101566" y="3443002"/>
                  <a:pt x="1102614" y="3441954"/>
                  <a:pt x="1102614" y="3440621"/>
                </a:cubicBezTo>
                <a:lnTo>
                  <a:pt x="1102614" y="3433858"/>
                </a:lnTo>
                <a:lnTo>
                  <a:pt x="1110234" y="3433858"/>
                </a:lnTo>
                <a:lnTo>
                  <a:pt x="1110234" y="3440621"/>
                </a:lnTo>
                <a:cubicBezTo>
                  <a:pt x="1110234" y="3441954"/>
                  <a:pt x="1111282" y="3443002"/>
                  <a:pt x="1112615" y="3443002"/>
                </a:cubicBezTo>
                <a:lnTo>
                  <a:pt x="1120616" y="3443002"/>
                </a:lnTo>
                <a:cubicBezTo>
                  <a:pt x="1121950" y="3443002"/>
                  <a:pt x="1122998" y="3441954"/>
                  <a:pt x="1122998" y="3440621"/>
                </a:cubicBezTo>
                <a:lnTo>
                  <a:pt x="1122998" y="3433953"/>
                </a:lnTo>
                <a:lnTo>
                  <a:pt x="1167575" y="3433953"/>
                </a:lnTo>
                <a:cubicBezTo>
                  <a:pt x="1170908" y="3433953"/>
                  <a:pt x="1173575" y="3436620"/>
                  <a:pt x="1173575" y="3439954"/>
                </a:cubicBezTo>
                <a:cubicBezTo>
                  <a:pt x="1173575" y="3443288"/>
                  <a:pt x="1170908" y="3445955"/>
                  <a:pt x="1167575" y="3445955"/>
                </a:cubicBezTo>
                <a:lnTo>
                  <a:pt x="1129570" y="3445955"/>
                </a:lnTo>
                <a:cubicBezTo>
                  <a:pt x="1123664" y="3445955"/>
                  <a:pt x="1118807" y="3450812"/>
                  <a:pt x="1118807" y="3456718"/>
                </a:cubicBezTo>
                <a:cubicBezTo>
                  <a:pt x="1118807" y="3462623"/>
                  <a:pt x="1123664" y="3467481"/>
                  <a:pt x="1129570" y="3467481"/>
                </a:cubicBezTo>
                <a:lnTo>
                  <a:pt x="1167575" y="3467481"/>
                </a:lnTo>
                <a:cubicBezTo>
                  <a:pt x="1170908" y="3467481"/>
                  <a:pt x="1173575" y="3470148"/>
                  <a:pt x="1173575" y="3473482"/>
                </a:cubicBezTo>
                <a:cubicBezTo>
                  <a:pt x="1173575" y="3476816"/>
                  <a:pt x="1170908" y="3479483"/>
                  <a:pt x="1167575" y="3479483"/>
                </a:cubicBezTo>
                <a:lnTo>
                  <a:pt x="1129475" y="3479483"/>
                </a:lnTo>
                <a:cubicBezTo>
                  <a:pt x="1123569" y="3479483"/>
                  <a:pt x="1118711" y="3484340"/>
                  <a:pt x="1118711" y="3490246"/>
                </a:cubicBezTo>
                <a:cubicBezTo>
                  <a:pt x="1118711" y="3496151"/>
                  <a:pt x="1123569" y="3501009"/>
                  <a:pt x="1129475" y="3501009"/>
                </a:cubicBezTo>
                <a:lnTo>
                  <a:pt x="1171956" y="3501009"/>
                </a:lnTo>
                <a:lnTo>
                  <a:pt x="1171956" y="3506534"/>
                </a:lnTo>
                <a:lnTo>
                  <a:pt x="1120426" y="3541967"/>
                </a:lnTo>
                <a:lnTo>
                  <a:pt x="1051751" y="3541967"/>
                </a:lnTo>
                <a:lnTo>
                  <a:pt x="1039940" y="3550920"/>
                </a:lnTo>
                <a:lnTo>
                  <a:pt x="1039940" y="3612928"/>
                </a:lnTo>
                <a:cubicBezTo>
                  <a:pt x="1039940" y="3612928"/>
                  <a:pt x="1039559" y="3612928"/>
                  <a:pt x="1039273" y="3612928"/>
                </a:cubicBezTo>
                <a:cubicBezTo>
                  <a:pt x="1033463" y="3614547"/>
                  <a:pt x="1030129" y="3620643"/>
                  <a:pt x="1031748" y="3626453"/>
                </a:cubicBezTo>
                <a:cubicBezTo>
                  <a:pt x="1033082" y="3631216"/>
                  <a:pt x="1037558" y="3634359"/>
                  <a:pt x="1042321" y="3634359"/>
                </a:cubicBezTo>
                <a:cubicBezTo>
                  <a:pt x="1043273" y="3634359"/>
                  <a:pt x="1044321" y="3634264"/>
                  <a:pt x="1045369" y="3633978"/>
                </a:cubicBezTo>
                <a:cubicBezTo>
                  <a:pt x="1051179" y="3632359"/>
                  <a:pt x="1054513" y="3626263"/>
                  <a:pt x="1052894" y="3620453"/>
                </a:cubicBezTo>
                <a:cubicBezTo>
                  <a:pt x="1051751" y="3616452"/>
                  <a:pt x="1048512" y="3613785"/>
                  <a:pt x="1044797" y="3612928"/>
                </a:cubicBezTo>
                <a:lnTo>
                  <a:pt x="1044797" y="3553206"/>
                </a:lnTo>
                <a:lnTo>
                  <a:pt x="1053370" y="3546634"/>
                </a:lnTo>
                <a:lnTo>
                  <a:pt x="1121950" y="3546634"/>
                </a:lnTo>
                <a:lnTo>
                  <a:pt x="1175195" y="3510058"/>
                </a:lnTo>
                <a:lnTo>
                  <a:pt x="1182434" y="3510058"/>
                </a:lnTo>
                <a:cubicBezTo>
                  <a:pt x="1183767" y="3510058"/>
                  <a:pt x="1184815" y="3509010"/>
                  <a:pt x="1184815" y="3507677"/>
                </a:cubicBezTo>
                <a:lnTo>
                  <a:pt x="1184815" y="3500914"/>
                </a:lnTo>
                <a:lnTo>
                  <a:pt x="1212818" y="3500914"/>
                </a:lnTo>
                <a:cubicBezTo>
                  <a:pt x="1212818" y="3500914"/>
                  <a:pt x="1233964" y="3480435"/>
                  <a:pt x="1233964" y="3480435"/>
                </a:cubicBezTo>
                <a:lnTo>
                  <a:pt x="1234440" y="3267647"/>
                </a:lnTo>
                <a:cubicBezTo>
                  <a:pt x="1238631" y="3266599"/>
                  <a:pt x="1241870" y="3262884"/>
                  <a:pt x="1241870" y="3258407"/>
                </a:cubicBezTo>
                <a:cubicBezTo>
                  <a:pt x="1241870" y="3252978"/>
                  <a:pt x="1237488" y="3248597"/>
                  <a:pt x="1232059" y="3248597"/>
                </a:cubicBezTo>
                <a:cubicBezTo>
                  <a:pt x="1226630" y="3248597"/>
                  <a:pt x="1222248" y="3252978"/>
                  <a:pt x="1222248" y="3258407"/>
                </a:cubicBezTo>
                <a:cubicBezTo>
                  <a:pt x="1222248" y="3262979"/>
                  <a:pt x="1225391" y="3266599"/>
                  <a:pt x="1229582" y="3267647"/>
                </a:cubicBezTo>
                <a:lnTo>
                  <a:pt x="1229106" y="3478340"/>
                </a:lnTo>
                <a:lnTo>
                  <a:pt x="1210723" y="3496056"/>
                </a:lnTo>
                <a:lnTo>
                  <a:pt x="1184624" y="3496056"/>
                </a:lnTo>
                <a:cubicBezTo>
                  <a:pt x="1184624" y="3496056"/>
                  <a:pt x="1184624" y="3489293"/>
                  <a:pt x="1184624" y="3489293"/>
                </a:cubicBezTo>
                <a:cubicBezTo>
                  <a:pt x="1184624" y="3487960"/>
                  <a:pt x="1183577" y="3486912"/>
                  <a:pt x="1182243" y="3486912"/>
                </a:cubicBezTo>
                <a:lnTo>
                  <a:pt x="1174242" y="3486912"/>
                </a:lnTo>
                <a:cubicBezTo>
                  <a:pt x="1172909" y="3486912"/>
                  <a:pt x="1171861" y="3487960"/>
                  <a:pt x="1171861" y="3489293"/>
                </a:cubicBezTo>
                <a:lnTo>
                  <a:pt x="1171861" y="3496056"/>
                </a:lnTo>
                <a:lnTo>
                  <a:pt x="1129379" y="3496056"/>
                </a:lnTo>
                <a:cubicBezTo>
                  <a:pt x="1126046" y="3496056"/>
                  <a:pt x="1123379" y="3493389"/>
                  <a:pt x="1123379" y="3490055"/>
                </a:cubicBezTo>
                <a:cubicBezTo>
                  <a:pt x="1123379" y="3486722"/>
                  <a:pt x="1126046" y="3484055"/>
                  <a:pt x="1129379" y="3484055"/>
                </a:cubicBezTo>
                <a:lnTo>
                  <a:pt x="1167479" y="3484055"/>
                </a:lnTo>
                <a:cubicBezTo>
                  <a:pt x="1173385" y="3484055"/>
                  <a:pt x="1178243" y="3479197"/>
                  <a:pt x="1178243" y="3473292"/>
                </a:cubicBezTo>
                <a:cubicBezTo>
                  <a:pt x="1178243" y="3467386"/>
                  <a:pt x="1173385" y="3462528"/>
                  <a:pt x="1167479" y="3462528"/>
                </a:cubicBezTo>
                <a:lnTo>
                  <a:pt x="1129475" y="3462528"/>
                </a:lnTo>
                <a:cubicBezTo>
                  <a:pt x="1126141" y="3462528"/>
                  <a:pt x="1123474" y="3459861"/>
                  <a:pt x="1123474" y="3456527"/>
                </a:cubicBezTo>
                <a:cubicBezTo>
                  <a:pt x="1123474" y="3453194"/>
                  <a:pt x="1126141" y="3450527"/>
                  <a:pt x="1129475" y="3450527"/>
                </a:cubicBezTo>
                <a:lnTo>
                  <a:pt x="1167479" y="3450527"/>
                </a:lnTo>
                <a:cubicBezTo>
                  <a:pt x="1173385" y="3450527"/>
                  <a:pt x="1178243" y="3445669"/>
                  <a:pt x="1178243" y="3439763"/>
                </a:cubicBezTo>
                <a:cubicBezTo>
                  <a:pt x="1178243" y="3433858"/>
                  <a:pt x="1173385" y="3429000"/>
                  <a:pt x="1167479" y="3429000"/>
                </a:cubicBezTo>
                <a:lnTo>
                  <a:pt x="1122902" y="3429000"/>
                </a:lnTo>
                <a:lnTo>
                  <a:pt x="1122902" y="3422237"/>
                </a:lnTo>
                <a:cubicBezTo>
                  <a:pt x="1122902" y="3420904"/>
                  <a:pt x="1121855" y="3419856"/>
                  <a:pt x="1120521" y="3419856"/>
                </a:cubicBezTo>
                <a:lnTo>
                  <a:pt x="1118902" y="3419856"/>
                </a:lnTo>
                <a:lnTo>
                  <a:pt x="1118902" y="3401854"/>
                </a:lnTo>
                <a:lnTo>
                  <a:pt x="1183767" y="3402044"/>
                </a:lnTo>
                <a:lnTo>
                  <a:pt x="1183767" y="3402044"/>
                </a:lnTo>
                <a:cubicBezTo>
                  <a:pt x="1184339" y="3402044"/>
                  <a:pt x="1184910" y="3401854"/>
                  <a:pt x="1185291" y="3401473"/>
                </a:cubicBezTo>
                <a:lnTo>
                  <a:pt x="1199960" y="3388900"/>
                </a:lnTo>
                <a:cubicBezTo>
                  <a:pt x="1200531" y="3388424"/>
                  <a:pt x="1200817" y="3387757"/>
                  <a:pt x="1200817" y="3387090"/>
                </a:cubicBezTo>
                <a:lnTo>
                  <a:pt x="1201103" y="3268313"/>
                </a:lnTo>
                <a:cubicBezTo>
                  <a:pt x="1205294" y="3267266"/>
                  <a:pt x="1208532" y="3263551"/>
                  <a:pt x="1208532" y="3259074"/>
                </a:cubicBezTo>
                <a:cubicBezTo>
                  <a:pt x="1208532" y="3253645"/>
                  <a:pt x="1204151" y="3249263"/>
                  <a:pt x="1198721" y="3249263"/>
                </a:cubicBezTo>
                <a:cubicBezTo>
                  <a:pt x="1193292" y="3249263"/>
                  <a:pt x="1188911" y="3253645"/>
                  <a:pt x="1188911" y="3259074"/>
                </a:cubicBezTo>
                <a:cubicBezTo>
                  <a:pt x="1188911" y="3263646"/>
                  <a:pt x="1192054" y="3267266"/>
                  <a:pt x="1196245" y="3268313"/>
                </a:cubicBezTo>
                <a:lnTo>
                  <a:pt x="1195959" y="3386042"/>
                </a:lnTo>
                <a:lnTo>
                  <a:pt x="1182815" y="3397377"/>
                </a:lnTo>
                <a:lnTo>
                  <a:pt x="1116521" y="3397187"/>
                </a:lnTo>
                <a:lnTo>
                  <a:pt x="1116521" y="3397187"/>
                </a:lnTo>
                <a:cubicBezTo>
                  <a:pt x="1115854" y="3397187"/>
                  <a:pt x="1115282" y="3397472"/>
                  <a:pt x="1114806" y="3397853"/>
                </a:cubicBezTo>
                <a:cubicBezTo>
                  <a:pt x="1114330" y="3398330"/>
                  <a:pt x="1114139" y="3398901"/>
                  <a:pt x="1114139" y="3399568"/>
                </a:cubicBezTo>
                <a:lnTo>
                  <a:pt x="1114139" y="3419951"/>
                </a:lnTo>
                <a:lnTo>
                  <a:pt x="1112520" y="3419951"/>
                </a:lnTo>
                <a:cubicBezTo>
                  <a:pt x="1111187" y="3419951"/>
                  <a:pt x="1110139" y="3420999"/>
                  <a:pt x="1110139" y="3422333"/>
                </a:cubicBezTo>
                <a:lnTo>
                  <a:pt x="1110139" y="3429095"/>
                </a:lnTo>
                <a:lnTo>
                  <a:pt x="1102519" y="3429095"/>
                </a:lnTo>
                <a:lnTo>
                  <a:pt x="1102519" y="3422333"/>
                </a:lnTo>
                <a:cubicBezTo>
                  <a:pt x="1102519" y="3420999"/>
                  <a:pt x="1101471" y="3419951"/>
                  <a:pt x="1100138" y="3419951"/>
                </a:cubicBezTo>
                <a:lnTo>
                  <a:pt x="1098518" y="3419951"/>
                </a:lnTo>
                <a:lnTo>
                  <a:pt x="1098518" y="3400139"/>
                </a:lnTo>
                <a:cubicBezTo>
                  <a:pt x="1098518" y="3399473"/>
                  <a:pt x="1098233" y="3398901"/>
                  <a:pt x="1097852" y="3398425"/>
                </a:cubicBezTo>
                <a:cubicBezTo>
                  <a:pt x="1097375" y="3397949"/>
                  <a:pt x="1096804" y="3397758"/>
                  <a:pt x="1096137" y="3397758"/>
                </a:cubicBezTo>
                <a:lnTo>
                  <a:pt x="1096137" y="3397758"/>
                </a:lnTo>
                <a:lnTo>
                  <a:pt x="986409" y="3398139"/>
                </a:lnTo>
                <a:cubicBezTo>
                  <a:pt x="986409" y="3398139"/>
                  <a:pt x="985457" y="3398330"/>
                  <a:pt x="985076" y="3398520"/>
                </a:cubicBezTo>
                <a:lnTo>
                  <a:pt x="963359" y="3413379"/>
                </a:lnTo>
                <a:lnTo>
                  <a:pt x="848392" y="3413760"/>
                </a:lnTo>
                <a:cubicBezTo>
                  <a:pt x="847630" y="3410426"/>
                  <a:pt x="845820" y="3407474"/>
                  <a:pt x="843058" y="3405378"/>
                </a:cubicBezTo>
                <a:cubicBezTo>
                  <a:pt x="836676" y="3400711"/>
                  <a:pt x="827723" y="3402044"/>
                  <a:pt x="823055" y="3408426"/>
                </a:cubicBezTo>
                <a:cubicBezTo>
                  <a:pt x="821531" y="3410522"/>
                  <a:pt x="820865" y="3412808"/>
                  <a:pt x="820579" y="3415189"/>
                </a:cubicBezTo>
                <a:lnTo>
                  <a:pt x="751427" y="3415379"/>
                </a:lnTo>
                <a:lnTo>
                  <a:pt x="695230" y="3464338"/>
                </a:lnTo>
                <a:lnTo>
                  <a:pt x="524065" y="3464338"/>
                </a:lnTo>
                <a:cubicBezTo>
                  <a:pt x="523018" y="3460528"/>
                  <a:pt x="519589" y="3457670"/>
                  <a:pt x="515303" y="3457670"/>
                </a:cubicBezTo>
                <a:cubicBezTo>
                  <a:pt x="510254" y="3457670"/>
                  <a:pt x="506063" y="3461766"/>
                  <a:pt x="506063" y="3466910"/>
                </a:cubicBezTo>
                <a:cubicBezTo>
                  <a:pt x="506063" y="3472053"/>
                  <a:pt x="510159" y="3476149"/>
                  <a:pt x="515303" y="3476149"/>
                </a:cubicBezTo>
                <a:cubicBezTo>
                  <a:pt x="519589" y="3476149"/>
                  <a:pt x="523018" y="3473196"/>
                  <a:pt x="524065" y="3469291"/>
                </a:cubicBezTo>
                <a:lnTo>
                  <a:pt x="696944" y="3469291"/>
                </a:lnTo>
                <a:cubicBezTo>
                  <a:pt x="696944" y="3469291"/>
                  <a:pt x="753142" y="3420237"/>
                  <a:pt x="753142" y="3420237"/>
                </a:cubicBezTo>
                <a:lnTo>
                  <a:pt x="820579" y="3420047"/>
                </a:lnTo>
                <a:cubicBezTo>
                  <a:pt x="821341" y="3423285"/>
                  <a:pt x="823151" y="3426428"/>
                  <a:pt x="826103" y="3428524"/>
                </a:cubicBezTo>
                <a:cubicBezTo>
                  <a:pt x="832485" y="3433191"/>
                  <a:pt x="841439" y="3431858"/>
                  <a:pt x="846106" y="3425476"/>
                </a:cubicBezTo>
                <a:cubicBezTo>
                  <a:pt x="847630" y="3423380"/>
                  <a:pt x="848487" y="3420999"/>
                  <a:pt x="848773" y="3418523"/>
                </a:cubicBezTo>
                <a:lnTo>
                  <a:pt x="964121" y="3418142"/>
                </a:lnTo>
                <a:cubicBezTo>
                  <a:pt x="964121" y="3418142"/>
                  <a:pt x="965073" y="3417951"/>
                  <a:pt x="965454" y="3417761"/>
                </a:cubicBezTo>
                <a:lnTo>
                  <a:pt x="987171" y="3402902"/>
                </a:lnTo>
                <a:lnTo>
                  <a:pt x="1093756" y="3402521"/>
                </a:lnTo>
                <a:lnTo>
                  <a:pt x="1093756" y="3419856"/>
                </a:lnTo>
                <a:lnTo>
                  <a:pt x="1092137" y="3419856"/>
                </a:lnTo>
                <a:cubicBezTo>
                  <a:pt x="1090803" y="3419856"/>
                  <a:pt x="1089755" y="3420904"/>
                  <a:pt x="1089755" y="3422237"/>
                </a:cubicBezTo>
                <a:lnTo>
                  <a:pt x="1089755" y="3429000"/>
                </a:lnTo>
                <a:lnTo>
                  <a:pt x="1047274" y="3429000"/>
                </a:lnTo>
                <a:cubicBezTo>
                  <a:pt x="1041368" y="3429000"/>
                  <a:pt x="1036511" y="3433858"/>
                  <a:pt x="1036511" y="3439763"/>
                </a:cubicBezTo>
                <a:cubicBezTo>
                  <a:pt x="1036511" y="3445669"/>
                  <a:pt x="1041368" y="3450527"/>
                  <a:pt x="1047274" y="3450527"/>
                </a:cubicBezTo>
                <a:lnTo>
                  <a:pt x="1085279" y="3450527"/>
                </a:lnTo>
                <a:cubicBezTo>
                  <a:pt x="1088612" y="3450527"/>
                  <a:pt x="1091279" y="3453194"/>
                  <a:pt x="1091279" y="3456527"/>
                </a:cubicBezTo>
                <a:cubicBezTo>
                  <a:pt x="1091279" y="3459861"/>
                  <a:pt x="1088612" y="3462528"/>
                  <a:pt x="1085279" y="3462528"/>
                </a:cubicBezTo>
                <a:lnTo>
                  <a:pt x="1047274" y="3462528"/>
                </a:lnTo>
                <a:cubicBezTo>
                  <a:pt x="1041368" y="3462528"/>
                  <a:pt x="1036511" y="3467386"/>
                  <a:pt x="1036511" y="3473292"/>
                </a:cubicBezTo>
                <a:cubicBezTo>
                  <a:pt x="1036511" y="3479197"/>
                  <a:pt x="1041368" y="3484055"/>
                  <a:pt x="1047274" y="3484055"/>
                </a:cubicBezTo>
                <a:lnTo>
                  <a:pt x="1085279" y="3484055"/>
                </a:lnTo>
                <a:cubicBezTo>
                  <a:pt x="1088612" y="3484055"/>
                  <a:pt x="1091279" y="3486722"/>
                  <a:pt x="1091279" y="3490055"/>
                </a:cubicBezTo>
                <a:cubicBezTo>
                  <a:pt x="1091279" y="3493389"/>
                  <a:pt x="1088612" y="3496056"/>
                  <a:pt x="1085279" y="3496056"/>
                </a:cubicBezTo>
                <a:lnTo>
                  <a:pt x="1040702" y="3496056"/>
                </a:lnTo>
                <a:lnTo>
                  <a:pt x="1040702" y="3489388"/>
                </a:lnTo>
                <a:cubicBezTo>
                  <a:pt x="1040702" y="3488055"/>
                  <a:pt x="1039654" y="3487007"/>
                  <a:pt x="1038320" y="3487007"/>
                </a:cubicBezTo>
                <a:lnTo>
                  <a:pt x="1031367" y="3487007"/>
                </a:lnTo>
                <a:lnTo>
                  <a:pt x="990314" y="3445478"/>
                </a:lnTo>
                <a:cubicBezTo>
                  <a:pt x="990314" y="3445478"/>
                  <a:pt x="989267" y="3444812"/>
                  <a:pt x="988600" y="3444812"/>
                </a:cubicBezTo>
                <a:lnTo>
                  <a:pt x="776383" y="3444812"/>
                </a:lnTo>
                <a:cubicBezTo>
                  <a:pt x="775811" y="3444812"/>
                  <a:pt x="775240" y="3445002"/>
                  <a:pt x="774764" y="3445478"/>
                </a:cubicBezTo>
                <a:lnTo>
                  <a:pt x="758762" y="3460528"/>
                </a:lnTo>
                <a:cubicBezTo>
                  <a:pt x="758762" y="3460528"/>
                  <a:pt x="758000" y="3461576"/>
                  <a:pt x="758000" y="3462242"/>
                </a:cubicBezTo>
                <a:lnTo>
                  <a:pt x="757619" y="3569970"/>
                </a:lnTo>
                <a:cubicBezTo>
                  <a:pt x="756380" y="3570161"/>
                  <a:pt x="755237" y="3570446"/>
                  <a:pt x="754094" y="3571018"/>
                </a:cubicBezTo>
                <a:cubicBezTo>
                  <a:pt x="750570" y="3572542"/>
                  <a:pt x="747808" y="3575495"/>
                  <a:pt x="746379" y="3579114"/>
                </a:cubicBezTo>
                <a:cubicBezTo>
                  <a:pt x="743522" y="3586639"/>
                  <a:pt x="747236" y="3595021"/>
                  <a:pt x="754761" y="3597878"/>
                </a:cubicBezTo>
                <a:cubicBezTo>
                  <a:pt x="755714" y="3598259"/>
                  <a:pt x="756666" y="3598259"/>
                  <a:pt x="757619" y="3598450"/>
                </a:cubicBezTo>
                <a:lnTo>
                  <a:pt x="757619" y="3614833"/>
                </a:lnTo>
                <a:lnTo>
                  <a:pt x="741236" y="3628073"/>
                </a:lnTo>
                <a:lnTo>
                  <a:pt x="696087" y="3628073"/>
                </a:lnTo>
                <a:lnTo>
                  <a:pt x="696087" y="3620929"/>
                </a:lnTo>
                <a:cubicBezTo>
                  <a:pt x="696087" y="3616167"/>
                  <a:pt x="692182" y="3612261"/>
                  <a:pt x="687324" y="3612261"/>
                </a:cubicBezTo>
                <a:lnTo>
                  <a:pt x="543592" y="3612261"/>
                </a:lnTo>
                <a:cubicBezTo>
                  <a:pt x="538829" y="3612261"/>
                  <a:pt x="534829" y="3616167"/>
                  <a:pt x="534829" y="3620929"/>
                </a:cubicBezTo>
                <a:lnTo>
                  <a:pt x="534829" y="3628644"/>
                </a:lnTo>
                <a:lnTo>
                  <a:pt x="448913" y="3628644"/>
                </a:lnTo>
                <a:lnTo>
                  <a:pt x="430721" y="3641217"/>
                </a:lnTo>
                <a:lnTo>
                  <a:pt x="316897" y="3641217"/>
                </a:lnTo>
                <a:lnTo>
                  <a:pt x="316897" y="3636931"/>
                </a:lnTo>
                <a:cubicBezTo>
                  <a:pt x="316897" y="3632645"/>
                  <a:pt x="313277" y="3629120"/>
                  <a:pt x="308801" y="3629120"/>
                </a:cubicBezTo>
                <a:lnTo>
                  <a:pt x="301276" y="3629120"/>
                </a:lnTo>
                <a:cubicBezTo>
                  <a:pt x="296799" y="3629120"/>
                  <a:pt x="293180" y="3632645"/>
                  <a:pt x="293180" y="3636931"/>
                </a:cubicBezTo>
                <a:lnTo>
                  <a:pt x="293180" y="3667982"/>
                </a:lnTo>
                <a:cubicBezTo>
                  <a:pt x="293180" y="3672269"/>
                  <a:pt x="296799" y="3675793"/>
                  <a:pt x="301276" y="3675793"/>
                </a:cubicBezTo>
                <a:lnTo>
                  <a:pt x="308801" y="3675793"/>
                </a:lnTo>
                <a:cubicBezTo>
                  <a:pt x="313182" y="3675793"/>
                  <a:pt x="316802" y="3672459"/>
                  <a:pt x="316897" y="3668268"/>
                </a:cubicBezTo>
                <a:lnTo>
                  <a:pt x="430721" y="3668268"/>
                </a:lnTo>
                <a:lnTo>
                  <a:pt x="448913" y="3680841"/>
                </a:lnTo>
                <a:lnTo>
                  <a:pt x="532638" y="3680841"/>
                </a:lnTo>
                <a:lnTo>
                  <a:pt x="532638" y="3689128"/>
                </a:lnTo>
                <a:cubicBezTo>
                  <a:pt x="532638" y="3693890"/>
                  <a:pt x="536543" y="3697891"/>
                  <a:pt x="541306" y="3697891"/>
                </a:cubicBezTo>
                <a:lnTo>
                  <a:pt x="689324" y="3697891"/>
                </a:lnTo>
                <a:cubicBezTo>
                  <a:pt x="694087" y="3697891"/>
                  <a:pt x="698087" y="3693986"/>
                  <a:pt x="698087" y="3689128"/>
                </a:cubicBezTo>
                <a:lnTo>
                  <a:pt x="698087" y="3680270"/>
                </a:lnTo>
                <a:lnTo>
                  <a:pt x="789146" y="3680841"/>
                </a:lnTo>
                <a:lnTo>
                  <a:pt x="803148" y="3666077"/>
                </a:lnTo>
                <a:lnTo>
                  <a:pt x="803148" y="3638455"/>
                </a:lnTo>
                <a:cubicBezTo>
                  <a:pt x="806958" y="3637693"/>
                  <a:pt x="810577" y="3635121"/>
                  <a:pt x="812102" y="3631121"/>
                </a:cubicBezTo>
                <a:cubicBezTo>
                  <a:pt x="814483" y="3624834"/>
                  <a:pt x="811340" y="3617786"/>
                  <a:pt x="805148" y="3615404"/>
                </a:cubicBezTo>
                <a:cubicBezTo>
                  <a:pt x="804101" y="3615023"/>
                  <a:pt x="803053" y="3614928"/>
                  <a:pt x="802005" y="3614833"/>
                </a:cubicBezTo>
                <a:lnTo>
                  <a:pt x="802005" y="3500152"/>
                </a:lnTo>
                <a:lnTo>
                  <a:pt x="819150" y="3480626"/>
                </a:lnTo>
                <a:lnTo>
                  <a:pt x="941261" y="3480626"/>
                </a:lnTo>
                <a:cubicBezTo>
                  <a:pt x="940879" y="3486817"/>
                  <a:pt x="944404" y="3492818"/>
                  <a:pt x="950500" y="3495104"/>
                </a:cubicBezTo>
                <a:cubicBezTo>
                  <a:pt x="952214" y="3495770"/>
                  <a:pt x="953929" y="3496056"/>
                  <a:pt x="955739" y="3496056"/>
                </a:cubicBezTo>
                <a:cubicBezTo>
                  <a:pt x="958596" y="3496056"/>
                  <a:pt x="961358" y="3495199"/>
                  <a:pt x="963740" y="3493580"/>
                </a:cubicBezTo>
                <a:lnTo>
                  <a:pt x="996125" y="3525965"/>
                </a:lnTo>
                <a:lnTo>
                  <a:pt x="996125" y="3657695"/>
                </a:lnTo>
                <a:lnTo>
                  <a:pt x="1017556" y="3678746"/>
                </a:lnTo>
                <a:lnTo>
                  <a:pt x="1120331" y="3678746"/>
                </a:lnTo>
                <a:cubicBezTo>
                  <a:pt x="1120331" y="3678746"/>
                  <a:pt x="1120331" y="3679317"/>
                  <a:pt x="1120331" y="3679508"/>
                </a:cubicBezTo>
                <a:cubicBezTo>
                  <a:pt x="1121664" y="3684270"/>
                  <a:pt x="1126141" y="3687413"/>
                  <a:pt x="1130903" y="3687413"/>
                </a:cubicBezTo>
                <a:cubicBezTo>
                  <a:pt x="1131856" y="3687413"/>
                  <a:pt x="1132904" y="3687318"/>
                  <a:pt x="1133951" y="3687032"/>
                </a:cubicBezTo>
                <a:cubicBezTo>
                  <a:pt x="1138142" y="3685794"/>
                  <a:pt x="1141000" y="3682270"/>
                  <a:pt x="1141667" y="3678269"/>
                </a:cubicBezTo>
                <a:lnTo>
                  <a:pt x="1206913" y="3678269"/>
                </a:lnTo>
                <a:cubicBezTo>
                  <a:pt x="1206913" y="3678269"/>
                  <a:pt x="1278255" y="3622548"/>
                  <a:pt x="1278255" y="3622548"/>
                </a:cubicBezTo>
                <a:close/>
                <a:moveTo>
                  <a:pt x="1394270" y="3611880"/>
                </a:moveTo>
                <a:cubicBezTo>
                  <a:pt x="1394270" y="3611880"/>
                  <a:pt x="1394651" y="3611118"/>
                  <a:pt x="1395032" y="3611118"/>
                </a:cubicBezTo>
                <a:lnTo>
                  <a:pt x="1408462" y="3611118"/>
                </a:lnTo>
                <a:cubicBezTo>
                  <a:pt x="1408462" y="3611118"/>
                  <a:pt x="1409224" y="3611499"/>
                  <a:pt x="1409224" y="3611880"/>
                </a:cubicBezTo>
                <a:lnTo>
                  <a:pt x="1409224" y="3625310"/>
                </a:lnTo>
                <a:cubicBezTo>
                  <a:pt x="1409224" y="3625310"/>
                  <a:pt x="1408843" y="3626072"/>
                  <a:pt x="1408462" y="3626072"/>
                </a:cubicBezTo>
                <a:lnTo>
                  <a:pt x="1395032" y="3626072"/>
                </a:lnTo>
                <a:cubicBezTo>
                  <a:pt x="1395032" y="3626072"/>
                  <a:pt x="1394270" y="3625692"/>
                  <a:pt x="1394270" y="3625310"/>
                </a:cubicBezTo>
                <a:lnTo>
                  <a:pt x="1394270" y="3611880"/>
                </a:lnTo>
                <a:close/>
                <a:moveTo>
                  <a:pt x="1045274" y="3617786"/>
                </a:moveTo>
                <a:cubicBezTo>
                  <a:pt x="1046702" y="3618548"/>
                  <a:pt x="1047750" y="3619881"/>
                  <a:pt x="1048226" y="3621500"/>
                </a:cubicBezTo>
                <a:cubicBezTo>
                  <a:pt x="1049179" y="3624834"/>
                  <a:pt x="1047274" y="3628263"/>
                  <a:pt x="1043940" y="3629120"/>
                </a:cubicBezTo>
                <a:cubicBezTo>
                  <a:pt x="1040702" y="3630073"/>
                  <a:pt x="1037273" y="3628168"/>
                  <a:pt x="1036320" y="3624834"/>
                </a:cubicBezTo>
                <a:cubicBezTo>
                  <a:pt x="1035368" y="3621500"/>
                  <a:pt x="1037273" y="3618071"/>
                  <a:pt x="1040606" y="3617214"/>
                </a:cubicBezTo>
                <a:cubicBezTo>
                  <a:pt x="1041178" y="3617024"/>
                  <a:pt x="1041749" y="3616928"/>
                  <a:pt x="1042321" y="3616928"/>
                </a:cubicBezTo>
                <a:cubicBezTo>
                  <a:pt x="1043369" y="3616928"/>
                  <a:pt x="1044416" y="3617214"/>
                  <a:pt x="1045274" y="3617690"/>
                </a:cubicBezTo>
                <a:close/>
                <a:moveTo>
                  <a:pt x="1226915" y="3258217"/>
                </a:moveTo>
                <a:cubicBezTo>
                  <a:pt x="1226915" y="3255455"/>
                  <a:pt x="1229201" y="3253169"/>
                  <a:pt x="1231964" y="3253169"/>
                </a:cubicBezTo>
                <a:cubicBezTo>
                  <a:pt x="1234726" y="3253169"/>
                  <a:pt x="1237012" y="3255455"/>
                  <a:pt x="1237012" y="3258217"/>
                </a:cubicBezTo>
                <a:cubicBezTo>
                  <a:pt x="1237012" y="3260979"/>
                  <a:pt x="1234726" y="3263265"/>
                  <a:pt x="1231964" y="3263265"/>
                </a:cubicBezTo>
                <a:cubicBezTo>
                  <a:pt x="1229201" y="3263265"/>
                  <a:pt x="1226915" y="3260979"/>
                  <a:pt x="1226915" y="3258217"/>
                </a:cubicBezTo>
                <a:close/>
                <a:moveTo>
                  <a:pt x="1176623" y="3491675"/>
                </a:moveTo>
                <a:lnTo>
                  <a:pt x="1179862" y="3491675"/>
                </a:lnTo>
                <a:lnTo>
                  <a:pt x="1179862" y="3505105"/>
                </a:lnTo>
                <a:lnTo>
                  <a:pt x="1176623" y="3505105"/>
                </a:lnTo>
                <a:lnTo>
                  <a:pt x="1176623" y="3491675"/>
                </a:lnTo>
                <a:close/>
                <a:moveTo>
                  <a:pt x="1193673" y="3259169"/>
                </a:moveTo>
                <a:cubicBezTo>
                  <a:pt x="1193673" y="3256407"/>
                  <a:pt x="1195959" y="3254121"/>
                  <a:pt x="1198721" y="3254121"/>
                </a:cubicBezTo>
                <a:cubicBezTo>
                  <a:pt x="1201484" y="3254121"/>
                  <a:pt x="1203770" y="3256407"/>
                  <a:pt x="1203770" y="3259169"/>
                </a:cubicBezTo>
                <a:cubicBezTo>
                  <a:pt x="1203770" y="3261932"/>
                  <a:pt x="1201484" y="3264218"/>
                  <a:pt x="1198721" y="3264218"/>
                </a:cubicBezTo>
                <a:cubicBezTo>
                  <a:pt x="1195959" y="3264218"/>
                  <a:pt x="1193673" y="3261932"/>
                  <a:pt x="1193673" y="3259169"/>
                </a:cubicBezTo>
                <a:close/>
                <a:moveTo>
                  <a:pt x="1114901" y="3424714"/>
                </a:moveTo>
                <a:lnTo>
                  <a:pt x="1118140" y="3424714"/>
                </a:lnTo>
                <a:lnTo>
                  <a:pt x="1118140" y="3438144"/>
                </a:lnTo>
                <a:lnTo>
                  <a:pt x="1114901" y="3438144"/>
                </a:lnTo>
                <a:lnTo>
                  <a:pt x="1114901" y="3424714"/>
                </a:lnTo>
                <a:close/>
                <a:moveTo>
                  <a:pt x="844010" y="3423952"/>
                </a:moveTo>
                <a:cubicBezTo>
                  <a:pt x="840200" y="3429191"/>
                  <a:pt x="832866" y="3430238"/>
                  <a:pt x="827627" y="3426428"/>
                </a:cubicBezTo>
                <a:cubicBezTo>
                  <a:pt x="822484" y="3422618"/>
                  <a:pt x="821341" y="3415284"/>
                  <a:pt x="825151" y="3410045"/>
                </a:cubicBezTo>
                <a:cubicBezTo>
                  <a:pt x="826961" y="3407569"/>
                  <a:pt x="829723" y="3405854"/>
                  <a:pt x="832771" y="3405378"/>
                </a:cubicBezTo>
                <a:cubicBezTo>
                  <a:pt x="835819" y="3404902"/>
                  <a:pt x="838962" y="3405664"/>
                  <a:pt x="841439" y="3407474"/>
                </a:cubicBezTo>
                <a:cubicBezTo>
                  <a:pt x="843915" y="3409284"/>
                  <a:pt x="845629" y="3412046"/>
                  <a:pt x="846106" y="3415094"/>
                </a:cubicBezTo>
                <a:cubicBezTo>
                  <a:pt x="846106" y="3415665"/>
                  <a:pt x="846201" y="3416332"/>
                  <a:pt x="846201" y="3416903"/>
                </a:cubicBezTo>
                <a:cubicBezTo>
                  <a:pt x="846201" y="3419380"/>
                  <a:pt x="845439" y="3421761"/>
                  <a:pt x="843915" y="3423761"/>
                </a:cubicBezTo>
                <a:close/>
                <a:moveTo>
                  <a:pt x="1094518" y="3424714"/>
                </a:moveTo>
                <a:lnTo>
                  <a:pt x="1097756" y="3424714"/>
                </a:lnTo>
                <a:lnTo>
                  <a:pt x="1097756" y="3438144"/>
                </a:lnTo>
                <a:lnTo>
                  <a:pt x="1094518" y="3438144"/>
                </a:lnTo>
                <a:lnTo>
                  <a:pt x="1094518" y="3424714"/>
                </a:lnTo>
                <a:close/>
                <a:moveTo>
                  <a:pt x="1032796" y="3491675"/>
                </a:moveTo>
                <a:lnTo>
                  <a:pt x="1036034" y="3491675"/>
                </a:lnTo>
                <a:lnTo>
                  <a:pt x="1036034" y="3505105"/>
                </a:lnTo>
                <a:lnTo>
                  <a:pt x="1032796" y="3505105"/>
                </a:lnTo>
                <a:lnTo>
                  <a:pt x="1032796" y="3491675"/>
                </a:lnTo>
                <a:close/>
                <a:moveTo>
                  <a:pt x="756476" y="3593306"/>
                </a:moveTo>
                <a:cubicBezTo>
                  <a:pt x="751427" y="3591401"/>
                  <a:pt x="748951" y="3585686"/>
                  <a:pt x="750856" y="3580638"/>
                </a:cubicBezTo>
                <a:cubicBezTo>
                  <a:pt x="751808" y="3578162"/>
                  <a:pt x="753618" y="3576257"/>
                  <a:pt x="755999" y="3575209"/>
                </a:cubicBezTo>
                <a:cubicBezTo>
                  <a:pt x="757238" y="3574637"/>
                  <a:pt x="758571" y="3574352"/>
                  <a:pt x="760000" y="3574352"/>
                </a:cubicBezTo>
                <a:cubicBezTo>
                  <a:pt x="761143" y="3574352"/>
                  <a:pt x="762381" y="3574542"/>
                  <a:pt x="763524" y="3575018"/>
                </a:cubicBezTo>
                <a:cubicBezTo>
                  <a:pt x="768572" y="3576923"/>
                  <a:pt x="771049" y="3582638"/>
                  <a:pt x="769144" y="3587687"/>
                </a:cubicBezTo>
                <a:cubicBezTo>
                  <a:pt x="768191" y="3590163"/>
                  <a:pt x="766382" y="3592068"/>
                  <a:pt x="764000" y="3593116"/>
                </a:cubicBezTo>
                <a:cubicBezTo>
                  <a:pt x="761619" y="3594163"/>
                  <a:pt x="758952" y="3594259"/>
                  <a:pt x="756476" y="3593306"/>
                </a:cubicBezTo>
                <a:close/>
                <a:moveTo>
                  <a:pt x="539687" y="3620738"/>
                </a:moveTo>
                <a:cubicBezTo>
                  <a:pt x="539687" y="3618548"/>
                  <a:pt x="541496" y="3616833"/>
                  <a:pt x="543687" y="3616833"/>
                </a:cubicBezTo>
                <a:lnTo>
                  <a:pt x="687419" y="3616833"/>
                </a:lnTo>
                <a:cubicBezTo>
                  <a:pt x="689610" y="3616833"/>
                  <a:pt x="691420" y="3618643"/>
                  <a:pt x="691420" y="3620738"/>
                </a:cubicBezTo>
                <a:lnTo>
                  <a:pt x="691420" y="3639884"/>
                </a:lnTo>
                <a:cubicBezTo>
                  <a:pt x="691420" y="3642074"/>
                  <a:pt x="689610" y="3643884"/>
                  <a:pt x="687419" y="3643884"/>
                </a:cubicBezTo>
                <a:lnTo>
                  <a:pt x="543687" y="3643884"/>
                </a:lnTo>
                <a:cubicBezTo>
                  <a:pt x="541496" y="3643884"/>
                  <a:pt x="539687" y="3642074"/>
                  <a:pt x="539687" y="3639884"/>
                </a:cubicBezTo>
                <a:lnTo>
                  <a:pt x="539687" y="3620738"/>
                </a:lnTo>
                <a:close/>
                <a:moveTo>
                  <a:pt x="313373" y="3667887"/>
                </a:moveTo>
                <a:cubicBezTo>
                  <a:pt x="313373" y="3670173"/>
                  <a:pt x="311372" y="3672078"/>
                  <a:pt x="308991" y="3672078"/>
                </a:cubicBezTo>
                <a:lnTo>
                  <a:pt x="301466" y="3672078"/>
                </a:lnTo>
                <a:cubicBezTo>
                  <a:pt x="299085" y="3672078"/>
                  <a:pt x="297085" y="3670173"/>
                  <a:pt x="297085" y="3667887"/>
                </a:cubicBezTo>
                <a:lnTo>
                  <a:pt x="297085" y="3661315"/>
                </a:lnTo>
                <a:lnTo>
                  <a:pt x="313277" y="3661315"/>
                </a:lnTo>
                <a:lnTo>
                  <a:pt x="313277" y="3667887"/>
                </a:lnTo>
                <a:close/>
                <a:moveTo>
                  <a:pt x="313373" y="3641598"/>
                </a:moveTo>
                <a:lnTo>
                  <a:pt x="297180" y="3641598"/>
                </a:lnTo>
                <a:lnTo>
                  <a:pt x="297180" y="3636740"/>
                </a:lnTo>
                <a:cubicBezTo>
                  <a:pt x="297180" y="3634454"/>
                  <a:pt x="299180" y="3632549"/>
                  <a:pt x="301562" y="3632549"/>
                </a:cubicBezTo>
                <a:lnTo>
                  <a:pt x="309086" y="3632549"/>
                </a:lnTo>
                <a:cubicBezTo>
                  <a:pt x="311468" y="3632549"/>
                  <a:pt x="313468" y="3634454"/>
                  <a:pt x="313468" y="3636740"/>
                </a:cubicBezTo>
                <a:lnTo>
                  <a:pt x="313468" y="3641598"/>
                </a:lnTo>
                <a:close/>
                <a:moveTo>
                  <a:pt x="693515" y="3688937"/>
                </a:moveTo>
                <a:cubicBezTo>
                  <a:pt x="693515" y="3691128"/>
                  <a:pt x="691706" y="3692938"/>
                  <a:pt x="689515" y="3692938"/>
                </a:cubicBezTo>
                <a:lnTo>
                  <a:pt x="541496" y="3692938"/>
                </a:lnTo>
                <a:cubicBezTo>
                  <a:pt x="539306" y="3692938"/>
                  <a:pt x="537591" y="3691128"/>
                  <a:pt x="537591" y="3688937"/>
                </a:cubicBezTo>
                <a:lnTo>
                  <a:pt x="537591" y="3666459"/>
                </a:lnTo>
                <a:cubicBezTo>
                  <a:pt x="537591" y="3664268"/>
                  <a:pt x="539401" y="3662553"/>
                  <a:pt x="541496" y="3662553"/>
                </a:cubicBezTo>
                <a:lnTo>
                  <a:pt x="689515" y="3662553"/>
                </a:lnTo>
                <a:cubicBezTo>
                  <a:pt x="691706" y="3662553"/>
                  <a:pt x="693515" y="3664363"/>
                  <a:pt x="693515" y="3666459"/>
                </a:cubicBezTo>
                <a:lnTo>
                  <a:pt x="693515" y="3688937"/>
                </a:lnTo>
                <a:close/>
                <a:moveTo>
                  <a:pt x="964978" y="3484912"/>
                </a:moveTo>
                <a:cubicBezTo>
                  <a:pt x="963073" y="3489960"/>
                  <a:pt x="957358" y="3492532"/>
                  <a:pt x="952310" y="3490532"/>
                </a:cubicBezTo>
                <a:cubicBezTo>
                  <a:pt x="947261" y="3488627"/>
                  <a:pt x="944785" y="3482912"/>
                  <a:pt x="946690" y="3477863"/>
                </a:cubicBezTo>
                <a:cubicBezTo>
                  <a:pt x="947642" y="3475387"/>
                  <a:pt x="949452" y="3473482"/>
                  <a:pt x="951833" y="3472434"/>
                </a:cubicBezTo>
                <a:cubicBezTo>
                  <a:pt x="953072" y="3471863"/>
                  <a:pt x="954405" y="3471577"/>
                  <a:pt x="955834" y="3471577"/>
                </a:cubicBezTo>
                <a:cubicBezTo>
                  <a:pt x="956977" y="3471577"/>
                  <a:pt x="958215" y="3471767"/>
                  <a:pt x="959358" y="3472244"/>
                </a:cubicBezTo>
                <a:cubicBezTo>
                  <a:pt x="964406" y="3474149"/>
                  <a:pt x="966883" y="3479863"/>
                  <a:pt x="964978" y="3484912"/>
                </a:cubicBezTo>
                <a:close/>
                <a:moveTo>
                  <a:pt x="1132808" y="3682365"/>
                </a:moveTo>
                <a:cubicBezTo>
                  <a:pt x="1129475" y="3683318"/>
                  <a:pt x="1126141" y="3681413"/>
                  <a:pt x="1125188" y="3678079"/>
                </a:cubicBezTo>
                <a:cubicBezTo>
                  <a:pt x="1124236" y="3674840"/>
                  <a:pt x="1126141" y="3671316"/>
                  <a:pt x="1129475" y="3670459"/>
                </a:cubicBezTo>
                <a:cubicBezTo>
                  <a:pt x="1130046" y="3670268"/>
                  <a:pt x="1130618" y="3670173"/>
                  <a:pt x="1131189" y="3670173"/>
                </a:cubicBezTo>
                <a:cubicBezTo>
                  <a:pt x="1133856" y="3670173"/>
                  <a:pt x="1136333" y="3671983"/>
                  <a:pt x="1137095" y="3674650"/>
                </a:cubicBezTo>
                <a:cubicBezTo>
                  <a:pt x="1138047" y="3677888"/>
                  <a:pt x="1136142" y="3681413"/>
                  <a:pt x="1132808" y="3682270"/>
                </a:cubicBezTo>
                <a:close/>
                <a:moveTo>
                  <a:pt x="715327" y="3501867"/>
                </a:moveTo>
                <a:cubicBezTo>
                  <a:pt x="715327" y="3497961"/>
                  <a:pt x="718471" y="3494818"/>
                  <a:pt x="722376" y="3494818"/>
                </a:cubicBezTo>
                <a:cubicBezTo>
                  <a:pt x="726281" y="3494818"/>
                  <a:pt x="729425" y="3497961"/>
                  <a:pt x="729425" y="3501867"/>
                </a:cubicBezTo>
                <a:cubicBezTo>
                  <a:pt x="729425" y="3505772"/>
                  <a:pt x="726281" y="3508915"/>
                  <a:pt x="722376" y="3508915"/>
                </a:cubicBezTo>
                <a:cubicBezTo>
                  <a:pt x="718471" y="3508915"/>
                  <a:pt x="715327" y="3505772"/>
                  <a:pt x="715327" y="3501867"/>
                </a:cubicBezTo>
                <a:close/>
                <a:moveTo>
                  <a:pt x="2541746" y="3508058"/>
                </a:moveTo>
                <a:lnTo>
                  <a:pt x="2541746" y="3519964"/>
                </a:lnTo>
                <a:cubicBezTo>
                  <a:pt x="2541746" y="3523488"/>
                  <a:pt x="2538889" y="3526346"/>
                  <a:pt x="2535365" y="3526346"/>
                </a:cubicBezTo>
                <a:lnTo>
                  <a:pt x="2523459" y="3526346"/>
                </a:lnTo>
                <a:cubicBezTo>
                  <a:pt x="2519934" y="3526346"/>
                  <a:pt x="2517077" y="3523488"/>
                  <a:pt x="2517077" y="3519964"/>
                </a:cubicBezTo>
                <a:lnTo>
                  <a:pt x="2517077" y="3508058"/>
                </a:lnTo>
                <a:cubicBezTo>
                  <a:pt x="2517077" y="3504534"/>
                  <a:pt x="2519934" y="3501676"/>
                  <a:pt x="2523459" y="3501676"/>
                </a:cubicBezTo>
                <a:lnTo>
                  <a:pt x="2535365" y="3501676"/>
                </a:lnTo>
                <a:cubicBezTo>
                  <a:pt x="2538889" y="3501676"/>
                  <a:pt x="2541746" y="3504534"/>
                  <a:pt x="2541746" y="3508058"/>
                </a:cubicBezTo>
                <a:close/>
                <a:moveTo>
                  <a:pt x="613982" y="3504914"/>
                </a:moveTo>
                <a:lnTo>
                  <a:pt x="596837" y="3504914"/>
                </a:lnTo>
                <a:cubicBezTo>
                  <a:pt x="596837" y="3504914"/>
                  <a:pt x="596837" y="3500152"/>
                  <a:pt x="596837" y="3500152"/>
                </a:cubicBezTo>
                <a:lnTo>
                  <a:pt x="613982" y="3500152"/>
                </a:lnTo>
                <a:cubicBezTo>
                  <a:pt x="613982" y="3500152"/>
                  <a:pt x="613982" y="3504914"/>
                  <a:pt x="613982" y="3504914"/>
                </a:cubicBezTo>
                <a:close/>
                <a:moveTo>
                  <a:pt x="648176" y="3504914"/>
                </a:moveTo>
                <a:lnTo>
                  <a:pt x="631031" y="3504914"/>
                </a:lnTo>
                <a:cubicBezTo>
                  <a:pt x="631031" y="3504914"/>
                  <a:pt x="631031" y="3500152"/>
                  <a:pt x="631031" y="3500152"/>
                </a:cubicBezTo>
                <a:lnTo>
                  <a:pt x="648176" y="3500152"/>
                </a:lnTo>
                <a:cubicBezTo>
                  <a:pt x="648176" y="3500152"/>
                  <a:pt x="648176" y="3504914"/>
                  <a:pt x="648176" y="3504914"/>
                </a:cubicBezTo>
                <a:close/>
                <a:moveTo>
                  <a:pt x="579787" y="3504914"/>
                </a:moveTo>
                <a:lnTo>
                  <a:pt x="562642" y="3504914"/>
                </a:lnTo>
                <a:cubicBezTo>
                  <a:pt x="562642" y="3504914"/>
                  <a:pt x="562642" y="3500152"/>
                  <a:pt x="562642" y="3500152"/>
                </a:cubicBezTo>
                <a:lnTo>
                  <a:pt x="579787" y="3500152"/>
                </a:lnTo>
                <a:cubicBezTo>
                  <a:pt x="579787" y="3500152"/>
                  <a:pt x="579787" y="3504914"/>
                  <a:pt x="579787" y="3504914"/>
                </a:cubicBezTo>
                <a:close/>
                <a:moveTo>
                  <a:pt x="3094101" y="4622673"/>
                </a:moveTo>
                <a:lnTo>
                  <a:pt x="3114770" y="4641723"/>
                </a:lnTo>
                <a:lnTo>
                  <a:pt x="3114770" y="4635246"/>
                </a:lnTo>
                <a:lnTo>
                  <a:pt x="3098863" y="4620578"/>
                </a:lnTo>
                <a:lnTo>
                  <a:pt x="3099340" y="4427982"/>
                </a:lnTo>
                <a:cubicBezTo>
                  <a:pt x="3105436" y="4426649"/>
                  <a:pt x="3109436" y="4420648"/>
                  <a:pt x="3108293" y="4414457"/>
                </a:cubicBezTo>
                <a:cubicBezTo>
                  <a:pt x="3107722" y="4411409"/>
                  <a:pt x="3106007" y="4408742"/>
                  <a:pt x="3103436" y="4407027"/>
                </a:cubicBezTo>
                <a:cubicBezTo>
                  <a:pt x="3100864" y="4405218"/>
                  <a:pt x="3097721" y="4404646"/>
                  <a:pt x="3094673" y="4405218"/>
                </a:cubicBezTo>
                <a:cubicBezTo>
                  <a:pt x="3088386" y="4406456"/>
                  <a:pt x="3084195" y="4412552"/>
                  <a:pt x="3085338" y="4418838"/>
                </a:cubicBezTo>
                <a:cubicBezTo>
                  <a:pt x="3086291" y="4423601"/>
                  <a:pt x="3090005" y="4427030"/>
                  <a:pt x="3094577" y="4427982"/>
                </a:cubicBezTo>
                <a:lnTo>
                  <a:pt x="3094101" y="4621721"/>
                </a:lnTo>
                <a:lnTo>
                  <a:pt x="3094101" y="4622769"/>
                </a:lnTo>
                <a:close/>
                <a:moveTo>
                  <a:pt x="3090005" y="4417981"/>
                </a:moveTo>
                <a:cubicBezTo>
                  <a:pt x="3089338" y="4414266"/>
                  <a:pt x="3091720" y="4410647"/>
                  <a:pt x="3095530" y="4409885"/>
                </a:cubicBezTo>
                <a:cubicBezTo>
                  <a:pt x="3096006" y="4409885"/>
                  <a:pt x="3096387" y="4409789"/>
                  <a:pt x="3096863" y="4409789"/>
                </a:cubicBezTo>
                <a:cubicBezTo>
                  <a:pt x="3098197" y="4409789"/>
                  <a:pt x="3099626" y="4410170"/>
                  <a:pt x="3100769" y="4411028"/>
                </a:cubicBezTo>
                <a:cubicBezTo>
                  <a:pt x="3102293" y="4412076"/>
                  <a:pt x="3103340" y="4413599"/>
                  <a:pt x="3103626" y="4415409"/>
                </a:cubicBezTo>
                <a:cubicBezTo>
                  <a:pt x="3104293" y="4419124"/>
                  <a:pt x="3101912" y="4422744"/>
                  <a:pt x="3098102" y="4423505"/>
                </a:cubicBezTo>
                <a:cubicBezTo>
                  <a:pt x="3094387" y="4424268"/>
                  <a:pt x="3090767" y="4421696"/>
                  <a:pt x="3090005" y="4417981"/>
                </a:cubicBezTo>
                <a:close/>
                <a:moveTo>
                  <a:pt x="2942082" y="319183"/>
                </a:moveTo>
                <a:lnTo>
                  <a:pt x="2930176" y="319183"/>
                </a:lnTo>
                <a:cubicBezTo>
                  <a:pt x="2927795" y="319183"/>
                  <a:pt x="2925890" y="321088"/>
                  <a:pt x="2925890" y="323469"/>
                </a:cubicBezTo>
                <a:lnTo>
                  <a:pt x="2925890" y="335375"/>
                </a:lnTo>
                <a:cubicBezTo>
                  <a:pt x="2925890" y="337757"/>
                  <a:pt x="2927795" y="339662"/>
                  <a:pt x="2930176" y="339662"/>
                </a:cubicBezTo>
                <a:lnTo>
                  <a:pt x="2942082" y="339662"/>
                </a:lnTo>
                <a:cubicBezTo>
                  <a:pt x="2944463" y="339662"/>
                  <a:pt x="2946368" y="337757"/>
                  <a:pt x="2946368" y="335375"/>
                </a:cubicBezTo>
                <a:lnTo>
                  <a:pt x="2946368" y="331756"/>
                </a:lnTo>
                <a:lnTo>
                  <a:pt x="3099721" y="332137"/>
                </a:lnTo>
                <a:lnTo>
                  <a:pt x="3114770" y="347282"/>
                </a:lnTo>
                <a:lnTo>
                  <a:pt x="3114770" y="340519"/>
                </a:lnTo>
                <a:lnTo>
                  <a:pt x="3101721" y="327374"/>
                </a:lnTo>
                <a:lnTo>
                  <a:pt x="2946368" y="326993"/>
                </a:lnTo>
                <a:lnTo>
                  <a:pt x="2946368" y="323374"/>
                </a:lnTo>
                <a:cubicBezTo>
                  <a:pt x="2946368" y="320993"/>
                  <a:pt x="2944463" y="319088"/>
                  <a:pt x="2942082" y="319088"/>
                </a:cubicBezTo>
                <a:close/>
                <a:moveTo>
                  <a:pt x="2941606" y="334994"/>
                </a:moveTo>
                <a:lnTo>
                  <a:pt x="2930652" y="334994"/>
                </a:lnTo>
                <a:lnTo>
                  <a:pt x="2930652" y="324040"/>
                </a:lnTo>
                <a:lnTo>
                  <a:pt x="2941606" y="324040"/>
                </a:lnTo>
                <a:lnTo>
                  <a:pt x="2941606" y="334994"/>
                </a:lnTo>
                <a:close/>
                <a:moveTo>
                  <a:pt x="3114770" y="4343305"/>
                </a:moveTo>
                <a:lnTo>
                  <a:pt x="3114770" y="4336637"/>
                </a:lnTo>
                <a:lnTo>
                  <a:pt x="3034094" y="4256532"/>
                </a:lnTo>
                <a:lnTo>
                  <a:pt x="3034094" y="4247769"/>
                </a:lnTo>
                <a:cubicBezTo>
                  <a:pt x="3039809" y="4246055"/>
                  <a:pt x="3043047" y="4240054"/>
                  <a:pt x="3041428" y="4234339"/>
                </a:cubicBezTo>
                <a:cubicBezTo>
                  <a:pt x="3040666" y="4231481"/>
                  <a:pt x="3038761" y="4229195"/>
                  <a:pt x="3036189" y="4227767"/>
                </a:cubicBezTo>
                <a:cubicBezTo>
                  <a:pt x="3033617" y="4226338"/>
                  <a:pt x="3030665" y="4226052"/>
                  <a:pt x="3027902" y="4226814"/>
                </a:cubicBezTo>
                <a:cubicBezTo>
                  <a:pt x="3025045" y="4227576"/>
                  <a:pt x="3022759" y="4229481"/>
                  <a:pt x="3021330" y="4232053"/>
                </a:cubicBezTo>
                <a:cubicBezTo>
                  <a:pt x="3019901" y="4234625"/>
                  <a:pt x="3019616" y="4237578"/>
                  <a:pt x="3020378" y="4240435"/>
                </a:cubicBezTo>
                <a:cubicBezTo>
                  <a:pt x="3021616" y="4244721"/>
                  <a:pt x="3025235" y="4247484"/>
                  <a:pt x="3029331" y="4248150"/>
                </a:cubicBezTo>
                <a:lnTo>
                  <a:pt x="3029331" y="4258628"/>
                </a:lnTo>
                <a:cubicBezTo>
                  <a:pt x="3029331" y="4258628"/>
                  <a:pt x="3114675" y="4343495"/>
                  <a:pt x="3114675" y="4343495"/>
                </a:cubicBezTo>
                <a:close/>
                <a:moveTo>
                  <a:pt x="3024950" y="4239006"/>
                </a:moveTo>
                <a:cubicBezTo>
                  <a:pt x="3024473" y="4237387"/>
                  <a:pt x="3024664" y="4235768"/>
                  <a:pt x="3025521" y="4234339"/>
                </a:cubicBezTo>
                <a:cubicBezTo>
                  <a:pt x="3026283" y="4232910"/>
                  <a:pt x="3027617" y="4231862"/>
                  <a:pt x="3029236" y="4231386"/>
                </a:cubicBezTo>
                <a:cubicBezTo>
                  <a:pt x="3029807" y="4231196"/>
                  <a:pt x="3030379" y="4231101"/>
                  <a:pt x="3030950" y="4231101"/>
                </a:cubicBezTo>
                <a:cubicBezTo>
                  <a:pt x="3031998" y="4231101"/>
                  <a:pt x="3033046" y="4231386"/>
                  <a:pt x="3033903" y="4231862"/>
                </a:cubicBezTo>
                <a:cubicBezTo>
                  <a:pt x="3035332" y="4232624"/>
                  <a:pt x="3036380" y="4233958"/>
                  <a:pt x="3036856" y="4235577"/>
                </a:cubicBezTo>
                <a:cubicBezTo>
                  <a:pt x="3037809" y="4238816"/>
                  <a:pt x="3035903" y="4242340"/>
                  <a:pt x="3032570" y="4243197"/>
                </a:cubicBezTo>
                <a:cubicBezTo>
                  <a:pt x="3029331" y="4244150"/>
                  <a:pt x="3025902" y="4242245"/>
                  <a:pt x="3024950" y="4238911"/>
                </a:cubicBezTo>
                <a:close/>
                <a:moveTo>
                  <a:pt x="1518666" y="2277142"/>
                </a:moveTo>
                <a:lnTo>
                  <a:pt x="1518666" y="2262473"/>
                </a:lnTo>
                <a:cubicBezTo>
                  <a:pt x="1518666" y="2260378"/>
                  <a:pt x="1520381" y="2258663"/>
                  <a:pt x="1522476" y="2258663"/>
                </a:cubicBezTo>
                <a:lnTo>
                  <a:pt x="1537145" y="2258663"/>
                </a:lnTo>
                <a:cubicBezTo>
                  <a:pt x="1539240" y="2258663"/>
                  <a:pt x="1540955" y="2260378"/>
                  <a:pt x="1540955" y="2262473"/>
                </a:cubicBezTo>
                <a:lnTo>
                  <a:pt x="1540955" y="2277142"/>
                </a:lnTo>
                <a:cubicBezTo>
                  <a:pt x="1540955" y="2279237"/>
                  <a:pt x="1539240" y="2280952"/>
                  <a:pt x="1537145" y="2280952"/>
                </a:cubicBezTo>
                <a:lnTo>
                  <a:pt x="1522476" y="2280952"/>
                </a:lnTo>
                <a:cubicBezTo>
                  <a:pt x="1520381" y="2280952"/>
                  <a:pt x="1518666" y="2279237"/>
                  <a:pt x="1518666" y="2277142"/>
                </a:cubicBezTo>
                <a:close/>
                <a:moveTo>
                  <a:pt x="276987" y="2264855"/>
                </a:moveTo>
                <a:lnTo>
                  <a:pt x="284226" y="2257806"/>
                </a:lnTo>
                <a:lnTo>
                  <a:pt x="287560" y="2261235"/>
                </a:lnTo>
                <a:lnTo>
                  <a:pt x="280321" y="2268284"/>
                </a:lnTo>
                <a:lnTo>
                  <a:pt x="276987" y="2264855"/>
                </a:lnTo>
                <a:close/>
                <a:moveTo>
                  <a:pt x="1378458" y="3506819"/>
                </a:moveTo>
                <a:lnTo>
                  <a:pt x="1373696" y="3506819"/>
                </a:lnTo>
                <a:lnTo>
                  <a:pt x="1373696" y="3496628"/>
                </a:lnTo>
                <a:lnTo>
                  <a:pt x="1378458" y="3496628"/>
                </a:lnTo>
                <a:lnTo>
                  <a:pt x="1378458" y="3506819"/>
                </a:lnTo>
                <a:close/>
                <a:moveTo>
                  <a:pt x="2820353" y="4033266"/>
                </a:moveTo>
                <a:cubicBezTo>
                  <a:pt x="2816924" y="4033266"/>
                  <a:pt x="2814066" y="4036028"/>
                  <a:pt x="2814066" y="4039553"/>
                </a:cubicBezTo>
                <a:lnTo>
                  <a:pt x="2814066" y="4049459"/>
                </a:lnTo>
                <a:cubicBezTo>
                  <a:pt x="2814066" y="4052888"/>
                  <a:pt x="2816828" y="4055745"/>
                  <a:pt x="2820353" y="4055745"/>
                </a:cubicBezTo>
                <a:lnTo>
                  <a:pt x="2830259" y="4055745"/>
                </a:lnTo>
                <a:cubicBezTo>
                  <a:pt x="2833688" y="4055745"/>
                  <a:pt x="2836545" y="4052983"/>
                  <a:pt x="2836545" y="4049459"/>
                </a:cubicBezTo>
                <a:lnTo>
                  <a:pt x="2836545" y="4039553"/>
                </a:lnTo>
                <a:cubicBezTo>
                  <a:pt x="2836545" y="4036124"/>
                  <a:pt x="2833688" y="4033266"/>
                  <a:pt x="2830259" y="4033266"/>
                </a:cubicBezTo>
                <a:lnTo>
                  <a:pt x="2827687" y="4033266"/>
                </a:lnTo>
                <a:lnTo>
                  <a:pt x="2827687" y="3954018"/>
                </a:lnTo>
                <a:lnTo>
                  <a:pt x="2790444" y="3918585"/>
                </a:lnTo>
                <a:lnTo>
                  <a:pt x="2790444" y="3898392"/>
                </a:lnTo>
                <a:cubicBezTo>
                  <a:pt x="2790444" y="3898392"/>
                  <a:pt x="2699195" y="3813810"/>
                  <a:pt x="2699195" y="3813810"/>
                </a:cubicBezTo>
                <a:cubicBezTo>
                  <a:pt x="2700052" y="3812667"/>
                  <a:pt x="2700623" y="3811334"/>
                  <a:pt x="2700623" y="3809810"/>
                </a:cubicBezTo>
                <a:lnTo>
                  <a:pt x="2700623" y="3801713"/>
                </a:lnTo>
                <a:cubicBezTo>
                  <a:pt x="2700623" y="3797999"/>
                  <a:pt x="2697575" y="3794855"/>
                  <a:pt x="2693765" y="3794855"/>
                </a:cubicBezTo>
                <a:lnTo>
                  <a:pt x="2674715" y="3794855"/>
                </a:lnTo>
                <a:cubicBezTo>
                  <a:pt x="2671001" y="3794855"/>
                  <a:pt x="2667857" y="3797903"/>
                  <a:pt x="2667857" y="3801713"/>
                </a:cubicBezTo>
                <a:lnTo>
                  <a:pt x="2667857" y="3809810"/>
                </a:lnTo>
                <a:cubicBezTo>
                  <a:pt x="2667857" y="3813524"/>
                  <a:pt x="2670905" y="3816668"/>
                  <a:pt x="2674715" y="3816668"/>
                </a:cubicBezTo>
                <a:lnTo>
                  <a:pt x="2693765" y="3816668"/>
                </a:lnTo>
                <a:cubicBezTo>
                  <a:pt x="2693765" y="3816668"/>
                  <a:pt x="2694527" y="3816477"/>
                  <a:pt x="2694909" y="3816382"/>
                </a:cubicBezTo>
                <a:lnTo>
                  <a:pt x="2785491" y="3900488"/>
                </a:lnTo>
                <a:lnTo>
                  <a:pt x="2785491" y="3920680"/>
                </a:lnTo>
                <a:cubicBezTo>
                  <a:pt x="2785491" y="3920680"/>
                  <a:pt x="2822734" y="3956113"/>
                  <a:pt x="2822734" y="3956113"/>
                </a:cubicBezTo>
                <a:lnTo>
                  <a:pt x="2822734" y="4033361"/>
                </a:lnTo>
                <a:lnTo>
                  <a:pt x="2820162" y="4033361"/>
                </a:lnTo>
                <a:close/>
                <a:moveTo>
                  <a:pt x="2679192" y="3811810"/>
                </a:moveTo>
                <a:lnTo>
                  <a:pt x="2674811" y="3811810"/>
                </a:lnTo>
                <a:cubicBezTo>
                  <a:pt x="2673668" y="3811810"/>
                  <a:pt x="2672715" y="3810857"/>
                  <a:pt x="2672715" y="3809714"/>
                </a:cubicBezTo>
                <a:lnTo>
                  <a:pt x="2672715" y="3801618"/>
                </a:lnTo>
                <a:cubicBezTo>
                  <a:pt x="2672715" y="3800475"/>
                  <a:pt x="2673668" y="3799523"/>
                  <a:pt x="2674811" y="3799523"/>
                </a:cubicBezTo>
                <a:lnTo>
                  <a:pt x="2679192" y="3799523"/>
                </a:lnTo>
                <a:lnTo>
                  <a:pt x="2679192" y="3811715"/>
                </a:lnTo>
                <a:close/>
                <a:moveTo>
                  <a:pt x="2695861" y="3809714"/>
                </a:moveTo>
                <a:cubicBezTo>
                  <a:pt x="2695861" y="3810857"/>
                  <a:pt x="2694909" y="3811810"/>
                  <a:pt x="2693765" y="3811810"/>
                </a:cubicBezTo>
                <a:lnTo>
                  <a:pt x="2689670" y="3811810"/>
                </a:lnTo>
                <a:lnTo>
                  <a:pt x="2689670" y="3799618"/>
                </a:lnTo>
                <a:lnTo>
                  <a:pt x="2693765" y="3799618"/>
                </a:lnTo>
                <a:cubicBezTo>
                  <a:pt x="2694909" y="3799618"/>
                  <a:pt x="2695861" y="3800570"/>
                  <a:pt x="2695861" y="3801713"/>
                </a:cubicBezTo>
                <a:lnTo>
                  <a:pt x="2695861" y="3809810"/>
                </a:lnTo>
                <a:close/>
                <a:moveTo>
                  <a:pt x="2830259" y="4038029"/>
                </a:moveTo>
                <a:cubicBezTo>
                  <a:pt x="2831116" y="4038029"/>
                  <a:pt x="2831783" y="4038695"/>
                  <a:pt x="2831783" y="4039553"/>
                </a:cubicBezTo>
                <a:lnTo>
                  <a:pt x="2831783" y="4049459"/>
                </a:lnTo>
                <a:cubicBezTo>
                  <a:pt x="2831783" y="4050316"/>
                  <a:pt x="2831116" y="4050983"/>
                  <a:pt x="2830259" y="4050983"/>
                </a:cubicBezTo>
                <a:lnTo>
                  <a:pt x="2820353" y="4050983"/>
                </a:lnTo>
                <a:cubicBezTo>
                  <a:pt x="2819495" y="4050983"/>
                  <a:pt x="2818829" y="4050316"/>
                  <a:pt x="2818829" y="4049459"/>
                </a:cubicBezTo>
                <a:lnTo>
                  <a:pt x="2818829" y="4039553"/>
                </a:lnTo>
                <a:cubicBezTo>
                  <a:pt x="2818829" y="4038695"/>
                  <a:pt x="2819495" y="4038029"/>
                  <a:pt x="2820353" y="4038029"/>
                </a:cubicBezTo>
                <a:lnTo>
                  <a:pt x="2830259" y="4038029"/>
                </a:lnTo>
                <a:close/>
                <a:moveTo>
                  <a:pt x="979075" y="2371630"/>
                </a:moveTo>
                <a:lnTo>
                  <a:pt x="985361" y="2378393"/>
                </a:lnTo>
                <a:lnTo>
                  <a:pt x="980123" y="2383250"/>
                </a:lnTo>
                <a:lnTo>
                  <a:pt x="973836" y="2376488"/>
                </a:lnTo>
                <a:lnTo>
                  <a:pt x="979075" y="2371630"/>
                </a:lnTo>
                <a:close/>
                <a:moveTo>
                  <a:pt x="986504" y="2390013"/>
                </a:moveTo>
                <a:lnTo>
                  <a:pt x="991743" y="2385155"/>
                </a:lnTo>
                <a:lnTo>
                  <a:pt x="998029" y="2391918"/>
                </a:lnTo>
                <a:lnTo>
                  <a:pt x="992791" y="2396776"/>
                </a:lnTo>
                <a:lnTo>
                  <a:pt x="986504" y="2390013"/>
                </a:lnTo>
                <a:close/>
                <a:moveTo>
                  <a:pt x="1024414" y="2430494"/>
                </a:moveTo>
                <a:lnTo>
                  <a:pt x="1029652" y="2425637"/>
                </a:lnTo>
                <a:lnTo>
                  <a:pt x="1035939" y="2432399"/>
                </a:lnTo>
                <a:lnTo>
                  <a:pt x="1030700" y="2437257"/>
                </a:lnTo>
                <a:lnTo>
                  <a:pt x="1024414" y="2430494"/>
                </a:lnTo>
                <a:close/>
                <a:moveTo>
                  <a:pt x="2778919" y="4084511"/>
                </a:moveTo>
                <a:cubicBezTo>
                  <a:pt x="2776061" y="4085844"/>
                  <a:pt x="2773871" y="4088130"/>
                  <a:pt x="2772728" y="4091083"/>
                </a:cubicBezTo>
                <a:cubicBezTo>
                  <a:pt x="2771585" y="4094036"/>
                  <a:pt x="2771680" y="4097274"/>
                  <a:pt x="2773013" y="4100132"/>
                </a:cubicBezTo>
                <a:cubicBezTo>
                  <a:pt x="2774347" y="4102989"/>
                  <a:pt x="2776633" y="4105180"/>
                  <a:pt x="2779586" y="4106323"/>
                </a:cubicBezTo>
                <a:cubicBezTo>
                  <a:pt x="2780919" y="4106799"/>
                  <a:pt x="2782348" y="4107085"/>
                  <a:pt x="2783777" y="4107085"/>
                </a:cubicBezTo>
                <a:cubicBezTo>
                  <a:pt x="2785396" y="4107085"/>
                  <a:pt x="2787110" y="4106704"/>
                  <a:pt x="2788634" y="4106037"/>
                </a:cubicBezTo>
                <a:cubicBezTo>
                  <a:pt x="2794540" y="4103370"/>
                  <a:pt x="2797207" y="4096322"/>
                  <a:pt x="2794540" y="4090416"/>
                </a:cubicBezTo>
                <a:cubicBezTo>
                  <a:pt x="2793016" y="4086987"/>
                  <a:pt x="2789968" y="4084796"/>
                  <a:pt x="2786539" y="4083939"/>
                </a:cubicBezTo>
                <a:lnTo>
                  <a:pt x="2786539" y="3958495"/>
                </a:lnTo>
                <a:lnTo>
                  <a:pt x="2605754" y="3791426"/>
                </a:lnTo>
                <a:lnTo>
                  <a:pt x="2546318" y="3790569"/>
                </a:lnTo>
                <a:lnTo>
                  <a:pt x="2535936" y="3779139"/>
                </a:lnTo>
                <a:lnTo>
                  <a:pt x="2486978" y="3779139"/>
                </a:lnTo>
                <a:cubicBezTo>
                  <a:pt x="2485835" y="3774472"/>
                  <a:pt x="2481834" y="3770948"/>
                  <a:pt x="2476881" y="3770948"/>
                </a:cubicBezTo>
                <a:cubicBezTo>
                  <a:pt x="2471071" y="3770948"/>
                  <a:pt x="2466309" y="3775710"/>
                  <a:pt x="2466309" y="3781520"/>
                </a:cubicBezTo>
                <a:cubicBezTo>
                  <a:pt x="2466309" y="3787330"/>
                  <a:pt x="2471071" y="3792093"/>
                  <a:pt x="2476881" y="3792093"/>
                </a:cubicBezTo>
                <a:cubicBezTo>
                  <a:pt x="2481834" y="3792093"/>
                  <a:pt x="2485835" y="3788569"/>
                  <a:pt x="2486978" y="3783902"/>
                </a:cubicBezTo>
                <a:lnTo>
                  <a:pt x="2533841" y="3783902"/>
                </a:lnTo>
                <a:lnTo>
                  <a:pt x="2544128" y="3795332"/>
                </a:lnTo>
                <a:lnTo>
                  <a:pt x="2603849" y="3796189"/>
                </a:lnTo>
                <a:lnTo>
                  <a:pt x="2781776" y="3960590"/>
                </a:lnTo>
                <a:lnTo>
                  <a:pt x="2781776" y="4083749"/>
                </a:lnTo>
                <a:cubicBezTo>
                  <a:pt x="2780824" y="4083939"/>
                  <a:pt x="2779776" y="4084034"/>
                  <a:pt x="2778824" y="4084415"/>
                </a:cubicBezTo>
                <a:close/>
                <a:moveTo>
                  <a:pt x="2477072" y="3787330"/>
                </a:moveTo>
                <a:cubicBezTo>
                  <a:pt x="2473833" y="3787330"/>
                  <a:pt x="2471261" y="3784759"/>
                  <a:pt x="2471261" y="3781520"/>
                </a:cubicBezTo>
                <a:cubicBezTo>
                  <a:pt x="2471261" y="3778282"/>
                  <a:pt x="2473833" y="3775710"/>
                  <a:pt x="2477072" y="3775710"/>
                </a:cubicBezTo>
                <a:cubicBezTo>
                  <a:pt x="2480310" y="3775710"/>
                  <a:pt x="2482882" y="3778282"/>
                  <a:pt x="2482882" y="3781520"/>
                </a:cubicBezTo>
                <a:cubicBezTo>
                  <a:pt x="2482882" y="3784759"/>
                  <a:pt x="2480310" y="3787330"/>
                  <a:pt x="2477072" y="3787330"/>
                </a:cubicBezTo>
                <a:close/>
                <a:moveTo>
                  <a:pt x="2783872" y="4088225"/>
                </a:moveTo>
                <a:cubicBezTo>
                  <a:pt x="2786539" y="4088225"/>
                  <a:pt x="2789111" y="4089749"/>
                  <a:pt x="2790349" y="4092417"/>
                </a:cubicBezTo>
                <a:cubicBezTo>
                  <a:pt x="2791968" y="4095941"/>
                  <a:pt x="2790349" y="4100132"/>
                  <a:pt x="2786825" y="4101751"/>
                </a:cubicBezTo>
                <a:cubicBezTo>
                  <a:pt x="2783205" y="4103370"/>
                  <a:pt x="2779109" y="4101751"/>
                  <a:pt x="2777490" y="4098227"/>
                </a:cubicBezTo>
                <a:cubicBezTo>
                  <a:pt x="2775871" y="4094702"/>
                  <a:pt x="2777490" y="4090511"/>
                  <a:pt x="2781014" y="4088892"/>
                </a:cubicBezTo>
                <a:cubicBezTo>
                  <a:pt x="2781967" y="4088511"/>
                  <a:pt x="2782919" y="4088225"/>
                  <a:pt x="2783872" y="4088225"/>
                </a:cubicBezTo>
                <a:close/>
                <a:moveTo>
                  <a:pt x="1011746" y="2416969"/>
                </a:moveTo>
                <a:lnTo>
                  <a:pt x="1016984" y="2412111"/>
                </a:lnTo>
                <a:lnTo>
                  <a:pt x="1023271" y="2418874"/>
                </a:lnTo>
                <a:lnTo>
                  <a:pt x="1018032" y="2423732"/>
                </a:lnTo>
                <a:lnTo>
                  <a:pt x="1011746" y="2416969"/>
                </a:lnTo>
                <a:close/>
                <a:moveTo>
                  <a:pt x="2837307" y="3911918"/>
                </a:moveTo>
                <a:cubicBezTo>
                  <a:pt x="2837307" y="3915251"/>
                  <a:pt x="2839974" y="3917918"/>
                  <a:pt x="2843308" y="3917918"/>
                </a:cubicBezTo>
                <a:lnTo>
                  <a:pt x="2863596" y="3917918"/>
                </a:lnTo>
                <a:cubicBezTo>
                  <a:pt x="2866930" y="3917918"/>
                  <a:pt x="2869597" y="3915251"/>
                  <a:pt x="2869597" y="3911918"/>
                </a:cubicBezTo>
                <a:lnTo>
                  <a:pt x="2869597" y="3910489"/>
                </a:lnTo>
                <a:lnTo>
                  <a:pt x="2923699" y="3910489"/>
                </a:lnTo>
                <a:lnTo>
                  <a:pt x="2944940" y="3930205"/>
                </a:lnTo>
                <a:lnTo>
                  <a:pt x="2989993" y="3930205"/>
                </a:lnTo>
                <a:lnTo>
                  <a:pt x="2989993" y="3925443"/>
                </a:lnTo>
                <a:lnTo>
                  <a:pt x="2946845" y="3925443"/>
                </a:lnTo>
                <a:lnTo>
                  <a:pt x="2925604" y="3905726"/>
                </a:lnTo>
                <a:lnTo>
                  <a:pt x="2869692" y="3905726"/>
                </a:lnTo>
                <a:lnTo>
                  <a:pt x="2869692" y="3904298"/>
                </a:lnTo>
                <a:cubicBezTo>
                  <a:pt x="2869692" y="3900964"/>
                  <a:pt x="2867025" y="3898297"/>
                  <a:pt x="2863692" y="3898297"/>
                </a:cubicBezTo>
                <a:lnTo>
                  <a:pt x="2843403" y="3898297"/>
                </a:lnTo>
                <a:cubicBezTo>
                  <a:pt x="2842451" y="3898297"/>
                  <a:pt x="2841593" y="3898583"/>
                  <a:pt x="2840831" y="3898868"/>
                </a:cubicBezTo>
                <a:lnTo>
                  <a:pt x="2771299" y="3833336"/>
                </a:lnTo>
                <a:lnTo>
                  <a:pt x="2771299" y="3820382"/>
                </a:lnTo>
                <a:lnTo>
                  <a:pt x="2661952" y="3718846"/>
                </a:lnTo>
                <a:cubicBezTo>
                  <a:pt x="2663095" y="3717227"/>
                  <a:pt x="2663952" y="3715417"/>
                  <a:pt x="2663952" y="3713321"/>
                </a:cubicBezTo>
                <a:lnTo>
                  <a:pt x="2663952" y="3684746"/>
                </a:lnTo>
                <a:cubicBezTo>
                  <a:pt x="2663952" y="3679508"/>
                  <a:pt x="2659666" y="3675221"/>
                  <a:pt x="2654427" y="3675221"/>
                </a:cubicBezTo>
                <a:lnTo>
                  <a:pt x="2643950" y="3675221"/>
                </a:lnTo>
                <a:lnTo>
                  <a:pt x="2643950" y="3635693"/>
                </a:lnTo>
                <a:cubicBezTo>
                  <a:pt x="2643950" y="3635693"/>
                  <a:pt x="2611565" y="3605975"/>
                  <a:pt x="2611565" y="3605975"/>
                </a:cubicBezTo>
                <a:lnTo>
                  <a:pt x="2643854" y="3576257"/>
                </a:lnTo>
                <a:lnTo>
                  <a:pt x="2643854" y="3542634"/>
                </a:lnTo>
                <a:lnTo>
                  <a:pt x="2655856" y="3542634"/>
                </a:lnTo>
                <a:cubicBezTo>
                  <a:pt x="2663095" y="3542634"/>
                  <a:pt x="2668905" y="3536728"/>
                  <a:pt x="2668905" y="3529584"/>
                </a:cubicBezTo>
                <a:lnTo>
                  <a:pt x="2668905" y="3515392"/>
                </a:lnTo>
                <a:lnTo>
                  <a:pt x="2729389" y="3515392"/>
                </a:lnTo>
                <a:cubicBezTo>
                  <a:pt x="2730722" y="3515392"/>
                  <a:pt x="2731770" y="3514344"/>
                  <a:pt x="2731770" y="3513011"/>
                </a:cubicBezTo>
                <a:lnTo>
                  <a:pt x="2731770" y="3482435"/>
                </a:lnTo>
                <a:cubicBezTo>
                  <a:pt x="2731770" y="3481769"/>
                  <a:pt x="2731484" y="3481102"/>
                  <a:pt x="2731008" y="3480721"/>
                </a:cubicBezTo>
                <a:lnTo>
                  <a:pt x="2697671" y="3450146"/>
                </a:lnTo>
                <a:cubicBezTo>
                  <a:pt x="2697671" y="3450146"/>
                  <a:pt x="2696623" y="3449479"/>
                  <a:pt x="2696051" y="3449479"/>
                </a:cubicBezTo>
                <a:lnTo>
                  <a:pt x="2612136" y="3449479"/>
                </a:lnTo>
                <a:lnTo>
                  <a:pt x="2612136" y="3447860"/>
                </a:lnTo>
                <a:cubicBezTo>
                  <a:pt x="2612136" y="3444145"/>
                  <a:pt x="2609088" y="3441097"/>
                  <a:pt x="2605278" y="3441097"/>
                </a:cubicBezTo>
                <a:lnTo>
                  <a:pt x="2597182" y="3441097"/>
                </a:lnTo>
                <a:cubicBezTo>
                  <a:pt x="2593467" y="3441097"/>
                  <a:pt x="2590324" y="3444145"/>
                  <a:pt x="2590324" y="3447860"/>
                </a:cubicBezTo>
                <a:lnTo>
                  <a:pt x="2590324" y="3455956"/>
                </a:lnTo>
                <a:cubicBezTo>
                  <a:pt x="2590324" y="3459671"/>
                  <a:pt x="2593372" y="3462719"/>
                  <a:pt x="2597182" y="3462719"/>
                </a:cubicBezTo>
                <a:lnTo>
                  <a:pt x="2605278" y="3462719"/>
                </a:lnTo>
                <a:cubicBezTo>
                  <a:pt x="2608993" y="3462719"/>
                  <a:pt x="2612136" y="3459671"/>
                  <a:pt x="2612136" y="3455956"/>
                </a:cubicBezTo>
                <a:lnTo>
                  <a:pt x="2612136" y="3454337"/>
                </a:lnTo>
                <a:lnTo>
                  <a:pt x="2695194" y="3454337"/>
                </a:lnTo>
                <a:lnTo>
                  <a:pt x="2727103" y="3483578"/>
                </a:lnTo>
                <a:lnTo>
                  <a:pt x="2727103" y="3510725"/>
                </a:lnTo>
                <a:lnTo>
                  <a:pt x="2669000" y="3510725"/>
                </a:lnTo>
                <a:lnTo>
                  <a:pt x="2669000" y="3501104"/>
                </a:lnTo>
                <a:cubicBezTo>
                  <a:pt x="2669000" y="3493865"/>
                  <a:pt x="2663095" y="3488055"/>
                  <a:pt x="2655951" y="3488055"/>
                </a:cubicBezTo>
                <a:lnTo>
                  <a:pt x="2627376" y="3488055"/>
                </a:lnTo>
                <a:cubicBezTo>
                  <a:pt x="2620137" y="3488055"/>
                  <a:pt x="2614327" y="3493961"/>
                  <a:pt x="2614327" y="3501104"/>
                </a:cubicBezTo>
                <a:lnTo>
                  <a:pt x="2614327" y="3529679"/>
                </a:lnTo>
                <a:cubicBezTo>
                  <a:pt x="2614327" y="3536918"/>
                  <a:pt x="2620232" y="3542729"/>
                  <a:pt x="2627376" y="3542729"/>
                </a:cubicBezTo>
                <a:lnTo>
                  <a:pt x="2639282" y="3542729"/>
                </a:lnTo>
                <a:lnTo>
                  <a:pt x="2639282" y="3574256"/>
                </a:lnTo>
                <a:cubicBezTo>
                  <a:pt x="2639282" y="3574256"/>
                  <a:pt x="2609374" y="3601688"/>
                  <a:pt x="2609374" y="3601688"/>
                </a:cubicBezTo>
                <a:lnTo>
                  <a:pt x="2609374" y="3601688"/>
                </a:lnTo>
                <a:cubicBezTo>
                  <a:pt x="2609374" y="3596354"/>
                  <a:pt x="2605088" y="3592068"/>
                  <a:pt x="2599849" y="3592068"/>
                </a:cubicBezTo>
                <a:lnTo>
                  <a:pt x="2571274" y="3592068"/>
                </a:lnTo>
                <a:cubicBezTo>
                  <a:pt x="2566035" y="3592068"/>
                  <a:pt x="2561749" y="3596354"/>
                  <a:pt x="2561749" y="3601593"/>
                </a:cubicBezTo>
                <a:lnTo>
                  <a:pt x="2561749" y="3604451"/>
                </a:lnTo>
                <a:lnTo>
                  <a:pt x="2531840" y="3576923"/>
                </a:lnTo>
                <a:lnTo>
                  <a:pt x="2531840" y="3541395"/>
                </a:lnTo>
                <a:cubicBezTo>
                  <a:pt x="2531840" y="3541395"/>
                  <a:pt x="2543842" y="3541395"/>
                  <a:pt x="2543842" y="3541395"/>
                </a:cubicBezTo>
                <a:cubicBezTo>
                  <a:pt x="2551081" y="3541395"/>
                  <a:pt x="2556891" y="3535490"/>
                  <a:pt x="2556891" y="3528346"/>
                </a:cubicBezTo>
                <a:lnTo>
                  <a:pt x="2556891" y="3499771"/>
                </a:lnTo>
                <a:cubicBezTo>
                  <a:pt x="2556891" y="3492532"/>
                  <a:pt x="2550986" y="3486722"/>
                  <a:pt x="2543842" y="3486722"/>
                </a:cubicBezTo>
                <a:lnTo>
                  <a:pt x="2515267" y="3486722"/>
                </a:lnTo>
                <a:cubicBezTo>
                  <a:pt x="2508028" y="3486722"/>
                  <a:pt x="2502218" y="3492627"/>
                  <a:pt x="2502218" y="3499771"/>
                </a:cubicBezTo>
                <a:lnTo>
                  <a:pt x="2502218" y="3528346"/>
                </a:lnTo>
                <a:cubicBezTo>
                  <a:pt x="2502218" y="3535585"/>
                  <a:pt x="2508123" y="3541395"/>
                  <a:pt x="2515267" y="3541395"/>
                </a:cubicBezTo>
                <a:lnTo>
                  <a:pt x="2526983" y="3541395"/>
                </a:lnTo>
                <a:lnTo>
                  <a:pt x="2526983" y="3579019"/>
                </a:lnTo>
                <a:cubicBezTo>
                  <a:pt x="2526983" y="3579019"/>
                  <a:pt x="2558987" y="3608451"/>
                  <a:pt x="2558987" y="3608451"/>
                </a:cubicBezTo>
                <a:lnTo>
                  <a:pt x="2527078" y="3637884"/>
                </a:lnTo>
                <a:lnTo>
                  <a:pt x="2527078" y="3674078"/>
                </a:lnTo>
                <a:lnTo>
                  <a:pt x="2515267" y="3674078"/>
                </a:lnTo>
                <a:cubicBezTo>
                  <a:pt x="2508028" y="3674078"/>
                  <a:pt x="2502218" y="3679984"/>
                  <a:pt x="2502218" y="3687128"/>
                </a:cubicBezTo>
                <a:lnTo>
                  <a:pt x="2502218" y="3715703"/>
                </a:lnTo>
                <a:cubicBezTo>
                  <a:pt x="2502218" y="3722942"/>
                  <a:pt x="2508123" y="3728752"/>
                  <a:pt x="2515267" y="3728752"/>
                </a:cubicBezTo>
                <a:lnTo>
                  <a:pt x="2527173" y="3728752"/>
                </a:lnTo>
                <a:lnTo>
                  <a:pt x="2527173" y="3749897"/>
                </a:lnTo>
                <a:lnTo>
                  <a:pt x="2540508" y="3761423"/>
                </a:lnTo>
                <a:lnTo>
                  <a:pt x="2621375" y="3761423"/>
                </a:lnTo>
                <a:lnTo>
                  <a:pt x="2621375" y="3763042"/>
                </a:lnTo>
                <a:cubicBezTo>
                  <a:pt x="2621375" y="3766757"/>
                  <a:pt x="2624423" y="3769805"/>
                  <a:pt x="2628234" y="3769805"/>
                </a:cubicBezTo>
                <a:lnTo>
                  <a:pt x="2647284" y="3769805"/>
                </a:lnTo>
                <a:cubicBezTo>
                  <a:pt x="2650998" y="3769805"/>
                  <a:pt x="2654142" y="3766757"/>
                  <a:pt x="2654142" y="3763042"/>
                </a:cubicBezTo>
                <a:lnTo>
                  <a:pt x="2654142" y="3754946"/>
                </a:lnTo>
                <a:cubicBezTo>
                  <a:pt x="2654142" y="3751231"/>
                  <a:pt x="2651093" y="3748088"/>
                  <a:pt x="2647284" y="3748088"/>
                </a:cubicBezTo>
                <a:lnTo>
                  <a:pt x="2628234" y="3748088"/>
                </a:lnTo>
                <a:cubicBezTo>
                  <a:pt x="2624519" y="3748088"/>
                  <a:pt x="2621375" y="3751136"/>
                  <a:pt x="2621375" y="3754946"/>
                </a:cubicBezTo>
                <a:lnTo>
                  <a:pt x="2621375" y="3756565"/>
                </a:lnTo>
                <a:lnTo>
                  <a:pt x="2542318" y="3756565"/>
                </a:lnTo>
                <a:lnTo>
                  <a:pt x="2532031" y="3747611"/>
                </a:lnTo>
                <a:lnTo>
                  <a:pt x="2532031" y="3728561"/>
                </a:lnTo>
                <a:lnTo>
                  <a:pt x="2543937" y="3728561"/>
                </a:lnTo>
                <a:cubicBezTo>
                  <a:pt x="2551176" y="3728561"/>
                  <a:pt x="2556986" y="3722656"/>
                  <a:pt x="2556986" y="3715512"/>
                </a:cubicBezTo>
                <a:lnTo>
                  <a:pt x="2556986" y="3686937"/>
                </a:lnTo>
                <a:cubicBezTo>
                  <a:pt x="2556986" y="3679698"/>
                  <a:pt x="2551081" y="3673888"/>
                  <a:pt x="2543937" y="3673888"/>
                </a:cubicBezTo>
                <a:lnTo>
                  <a:pt x="2531840" y="3673888"/>
                </a:lnTo>
                <a:lnTo>
                  <a:pt x="2531840" y="3639788"/>
                </a:lnTo>
                <a:cubicBezTo>
                  <a:pt x="2531840" y="3639788"/>
                  <a:pt x="2562416" y="3611690"/>
                  <a:pt x="2562416" y="3611690"/>
                </a:cubicBezTo>
                <a:cubicBezTo>
                  <a:pt x="2563559" y="3615595"/>
                  <a:pt x="2567083" y="3618452"/>
                  <a:pt x="2571369" y="3618452"/>
                </a:cubicBezTo>
                <a:lnTo>
                  <a:pt x="2599944" y="3618452"/>
                </a:lnTo>
                <a:cubicBezTo>
                  <a:pt x="2604802" y="3618452"/>
                  <a:pt x="2608707" y="3614738"/>
                  <a:pt x="2609279" y="3609975"/>
                </a:cubicBezTo>
                <a:lnTo>
                  <a:pt x="2639282" y="3637598"/>
                </a:lnTo>
                <a:lnTo>
                  <a:pt x="2639282" y="3675031"/>
                </a:lnTo>
                <a:cubicBezTo>
                  <a:pt x="2639282" y="3675031"/>
                  <a:pt x="2626043" y="3675031"/>
                  <a:pt x="2626043" y="3675031"/>
                </a:cubicBezTo>
                <a:cubicBezTo>
                  <a:pt x="2620804" y="3675031"/>
                  <a:pt x="2616518" y="3679317"/>
                  <a:pt x="2616518" y="3684556"/>
                </a:cubicBezTo>
                <a:lnTo>
                  <a:pt x="2616518" y="3713131"/>
                </a:lnTo>
                <a:cubicBezTo>
                  <a:pt x="2616518" y="3718370"/>
                  <a:pt x="2620804" y="3722656"/>
                  <a:pt x="2626043" y="3722656"/>
                </a:cubicBezTo>
                <a:lnTo>
                  <a:pt x="2654618" y="3722656"/>
                </a:lnTo>
                <a:cubicBezTo>
                  <a:pt x="2656046" y="3722656"/>
                  <a:pt x="2657285" y="3722275"/>
                  <a:pt x="2658523" y="3721799"/>
                </a:cubicBezTo>
                <a:lnTo>
                  <a:pt x="2766822" y="3822287"/>
                </a:lnTo>
                <a:lnTo>
                  <a:pt x="2766822" y="3835146"/>
                </a:lnTo>
                <a:lnTo>
                  <a:pt x="2837974" y="3902202"/>
                </a:lnTo>
                <a:cubicBezTo>
                  <a:pt x="2837784" y="3902774"/>
                  <a:pt x="2837593" y="3903345"/>
                  <a:pt x="2837593" y="3904012"/>
                </a:cubicBezTo>
                <a:lnTo>
                  <a:pt x="2837593" y="3911632"/>
                </a:lnTo>
                <a:close/>
                <a:moveTo>
                  <a:pt x="2842070" y="3904298"/>
                </a:moveTo>
                <a:cubicBezTo>
                  <a:pt x="2842070" y="3903631"/>
                  <a:pt x="2842641" y="3903059"/>
                  <a:pt x="2843308" y="3903059"/>
                </a:cubicBezTo>
                <a:lnTo>
                  <a:pt x="2863596" y="3903059"/>
                </a:lnTo>
                <a:cubicBezTo>
                  <a:pt x="2864263" y="3903059"/>
                  <a:pt x="2864834" y="3903631"/>
                  <a:pt x="2864834" y="3904298"/>
                </a:cubicBezTo>
                <a:lnTo>
                  <a:pt x="2864834" y="3911918"/>
                </a:lnTo>
                <a:cubicBezTo>
                  <a:pt x="2864834" y="3912584"/>
                  <a:pt x="2864263" y="3913156"/>
                  <a:pt x="2863596" y="3913156"/>
                </a:cubicBezTo>
                <a:lnTo>
                  <a:pt x="2843308" y="3913156"/>
                </a:lnTo>
                <a:cubicBezTo>
                  <a:pt x="2842641" y="3913156"/>
                  <a:pt x="2842070" y="3912584"/>
                  <a:pt x="2842070" y="3911918"/>
                </a:cubicBezTo>
                <a:lnTo>
                  <a:pt x="2842070" y="3904298"/>
                </a:lnTo>
                <a:close/>
                <a:moveTo>
                  <a:pt x="2607374" y="3455861"/>
                </a:moveTo>
                <a:cubicBezTo>
                  <a:pt x="2607374" y="3457004"/>
                  <a:pt x="2606421" y="3457861"/>
                  <a:pt x="2605278" y="3457861"/>
                </a:cubicBezTo>
                <a:lnTo>
                  <a:pt x="2597182" y="3457861"/>
                </a:lnTo>
                <a:cubicBezTo>
                  <a:pt x="2596039" y="3457861"/>
                  <a:pt x="2595086" y="3456909"/>
                  <a:pt x="2595086" y="3455861"/>
                </a:cubicBezTo>
                <a:lnTo>
                  <a:pt x="2595086" y="3447764"/>
                </a:lnTo>
                <a:cubicBezTo>
                  <a:pt x="2595086" y="3446621"/>
                  <a:pt x="2596039" y="3445764"/>
                  <a:pt x="2597182" y="3445764"/>
                </a:cubicBezTo>
                <a:lnTo>
                  <a:pt x="2605278" y="3445764"/>
                </a:lnTo>
                <a:cubicBezTo>
                  <a:pt x="2606421" y="3445764"/>
                  <a:pt x="2607374" y="3446717"/>
                  <a:pt x="2607374" y="3447764"/>
                </a:cubicBezTo>
                <a:lnTo>
                  <a:pt x="2607374" y="3455861"/>
                </a:lnTo>
                <a:close/>
                <a:moveTo>
                  <a:pt x="2627281" y="3535490"/>
                </a:moveTo>
                <a:cubicBezTo>
                  <a:pt x="2624042" y="3535490"/>
                  <a:pt x="2621375" y="3532823"/>
                  <a:pt x="2621375" y="3529584"/>
                </a:cubicBezTo>
                <a:lnTo>
                  <a:pt x="2621375" y="3501009"/>
                </a:lnTo>
                <a:cubicBezTo>
                  <a:pt x="2621375" y="3497771"/>
                  <a:pt x="2624042" y="3495104"/>
                  <a:pt x="2627281" y="3495104"/>
                </a:cubicBezTo>
                <a:lnTo>
                  <a:pt x="2655856" y="3495104"/>
                </a:lnTo>
                <a:cubicBezTo>
                  <a:pt x="2659094" y="3495104"/>
                  <a:pt x="2661761" y="3497771"/>
                  <a:pt x="2661761" y="3501009"/>
                </a:cubicBezTo>
                <a:lnTo>
                  <a:pt x="2661761" y="3529584"/>
                </a:lnTo>
                <a:cubicBezTo>
                  <a:pt x="2661761" y="3532823"/>
                  <a:pt x="2659094" y="3535490"/>
                  <a:pt x="2655856" y="3535490"/>
                </a:cubicBezTo>
                <a:lnTo>
                  <a:pt x="2627281" y="3535490"/>
                </a:lnTo>
                <a:close/>
                <a:moveTo>
                  <a:pt x="2515172" y="3534251"/>
                </a:moveTo>
                <a:cubicBezTo>
                  <a:pt x="2511933" y="3534251"/>
                  <a:pt x="2509266" y="3531584"/>
                  <a:pt x="2509266" y="3528346"/>
                </a:cubicBezTo>
                <a:lnTo>
                  <a:pt x="2509266" y="3499771"/>
                </a:lnTo>
                <a:cubicBezTo>
                  <a:pt x="2509266" y="3496532"/>
                  <a:pt x="2511933" y="3493865"/>
                  <a:pt x="2515172" y="3493865"/>
                </a:cubicBezTo>
                <a:lnTo>
                  <a:pt x="2543747" y="3493865"/>
                </a:lnTo>
                <a:cubicBezTo>
                  <a:pt x="2546985" y="3493865"/>
                  <a:pt x="2549652" y="3496532"/>
                  <a:pt x="2549652" y="3499771"/>
                </a:cubicBezTo>
                <a:lnTo>
                  <a:pt x="2549652" y="3528346"/>
                </a:lnTo>
                <a:cubicBezTo>
                  <a:pt x="2549652" y="3531584"/>
                  <a:pt x="2546985" y="3534251"/>
                  <a:pt x="2543747" y="3534251"/>
                </a:cubicBezTo>
                <a:lnTo>
                  <a:pt x="2515172" y="3534251"/>
                </a:lnTo>
                <a:close/>
                <a:moveTo>
                  <a:pt x="2643092" y="3753041"/>
                </a:moveTo>
                <a:lnTo>
                  <a:pt x="2647188" y="3753041"/>
                </a:lnTo>
                <a:cubicBezTo>
                  <a:pt x="2648331" y="3753041"/>
                  <a:pt x="2649284" y="3753993"/>
                  <a:pt x="2649284" y="3755136"/>
                </a:cubicBezTo>
                <a:lnTo>
                  <a:pt x="2649284" y="3763232"/>
                </a:lnTo>
                <a:cubicBezTo>
                  <a:pt x="2649284" y="3764375"/>
                  <a:pt x="2648331" y="3765233"/>
                  <a:pt x="2647188" y="3765233"/>
                </a:cubicBezTo>
                <a:lnTo>
                  <a:pt x="2643092" y="3765233"/>
                </a:lnTo>
                <a:lnTo>
                  <a:pt x="2643092" y="3753041"/>
                </a:lnTo>
                <a:close/>
                <a:moveTo>
                  <a:pt x="2626043" y="3755041"/>
                </a:moveTo>
                <a:cubicBezTo>
                  <a:pt x="2626043" y="3753898"/>
                  <a:pt x="2626995" y="3752945"/>
                  <a:pt x="2628138" y="3752945"/>
                </a:cubicBezTo>
                <a:lnTo>
                  <a:pt x="2632520" y="3752945"/>
                </a:lnTo>
                <a:lnTo>
                  <a:pt x="2632520" y="3765137"/>
                </a:lnTo>
                <a:lnTo>
                  <a:pt x="2628138" y="3765137"/>
                </a:lnTo>
                <a:cubicBezTo>
                  <a:pt x="2626995" y="3765137"/>
                  <a:pt x="2626043" y="3764185"/>
                  <a:pt x="2626043" y="3763137"/>
                </a:cubicBezTo>
                <a:lnTo>
                  <a:pt x="2626043" y="3755041"/>
                </a:lnTo>
                <a:close/>
                <a:moveTo>
                  <a:pt x="2543747" y="3681127"/>
                </a:moveTo>
                <a:cubicBezTo>
                  <a:pt x="2546985" y="3681127"/>
                  <a:pt x="2549652" y="3683794"/>
                  <a:pt x="2549652" y="3687032"/>
                </a:cubicBezTo>
                <a:lnTo>
                  <a:pt x="2549652" y="3715607"/>
                </a:lnTo>
                <a:cubicBezTo>
                  <a:pt x="2549652" y="3718846"/>
                  <a:pt x="2546985" y="3721513"/>
                  <a:pt x="2543747" y="3721513"/>
                </a:cubicBezTo>
                <a:lnTo>
                  <a:pt x="2515172" y="3721513"/>
                </a:lnTo>
                <a:cubicBezTo>
                  <a:pt x="2511933" y="3721513"/>
                  <a:pt x="2509266" y="3718846"/>
                  <a:pt x="2509266" y="3715607"/>
                </a:cubicBezTo>
                <a:lnTo>
                  <a:pt x="2509266" y="3687032"/>
                </a:lnTo>
                <a:cubicBezTo>
                  <a:pt x="2509266" y="3683794"/>
                  <a:pt x="2511933" y="3681127"/>
                  <a:pt x="2515172" y="3681127"/>
                </a:cubicBezTo>
                <a:lnTo>
                  <a:pt x="2543747" y="3681127"/>
                </a:lnTo>
                <a:close/>
                <a:moveTo>
                  <a:pt x="2561654" y="3609118"/>
                </a:moveTo>
                <a:lnTo>
                  <a:pt x="2560987" y="3608451"/>
                </a:lnTo>
                <a:lnTo>
                  <a:pt x="2561654" y="3607784"/>
                </a:lnTo>
                <a:lnTo>
                  <a:pt x="2561654" y="3609213"/>
                </a:lnTo>
                <a:close/>
                <a:moveTo>
                  <a:pt x="2609279" y="3606927"/>
                </a:moveTo>
                <a:lnTo>
                  <a:pt x="2609279" y="3605117"/>
                </a:lnTo>
                <a:lnTo>
                  <a:pt x="2610136" y="3606070"/>
                </a:lnTo>
                <a:lnTo>
                  <a:pt x="2609279" y="3607022"/>
                </a:lnTo>
                <a:close/>
                <a:moveTo>
                  <a:pt x="966407" y="2358104"/>
                </a:moveTo>
                <a:lnTo>
                  <a:pt x="972693" y="2364867"/>
                </a:lnTo>
                <a:lnTo>
                  <a:pt x="967454" y="2369725"/>
                </a:lnTo>
                <a:lnTo>
                  <a:pt x="961168" y="2362962"/>
                </a:lnTo>
                <a:lnTo>
                  <a:pt x="966407" y="2358104"/>
                </a:lnTo>
                <a:close/>
                <a:moveTo>
                  <a:pt x="2517172" y="3707321"/>
                </a:moveTo>
                <a:lnTo>
                  <a:pt x="2517172" y="3695414"/>
                </a:lnTo>
                <a:cubicBezTo>
                  <a:pt x="2517172" y="3691890"/>
                  <a:pt x="2520029" y="3689033"/>
                  <a:pt x="2523554" y="3689033"/>
                </a:cubicBezTo>
                <a:lnTo>
                  <a:pt x="2535460" y="3689033"/>
                </a:lnTo>
                <a:cubicBezTo>
                  <a:pt x="2538984" y="3689033"/>
                  <a:pt x="2541842" y="3691890"/>
                  <a:pt x="2541842" y="3695414"/>
                </a:cubicBezTo>
                <a:lnTo>
                  <a:pt x="2541842" y="3707321"/>
                </a:lnTo>
                <a:cubicBezTo>
                  <a:pt x="2541842" y="3710845"/>
                  <a:pt x="2538984" y="3713702"/>
                  <a:pt x="2535460" y="3713702"/>
                </a:cubicBezTo>
                <a:lnTo>
                  <a:pt x="2523554" y="3713702"/>
                </a:lnTo>
                <a:cubicBezTo>
                  <a:pt x="2520029" y="3713702"/>
                  <a:pt x="2517172" y="3710845"/>
                  <a:pt x="2517172" y="3707321"/>
                </a:cubicBezTo>
                <a:close/>
                <a:moveTo>
                  <a:pt x="670274" y="3671983"/>
                </a:moveTo>
                <a:lnTo>
                  <a:pt x="670274" y="3683318"/>
                </a:lnTo>
                <a:cubicBezTo>
                  <a:pt x="670274" y="3686842"/>
                  <a:pt x="667417" y="3689604"/>
                  <a:pt x="663988" y="3689604"/>
                </a:cubicBezTo>
                <a:lnTo>
                  <a:pt x="567119" y="3689604"/>
                </a:lnTo>
                <a:cubicBezTo>
                  <a:pt x="563594" y="3689604"/>
                  <a:pt x="560737" y="3686747"/>
                  <a:pt x="560737" y="3683318"/>
                </a:cubicBezTo>
                <a:lnTo>
                  <a:pt x="560737" y="3671983"/>
                </a:lnTo>
                <a:cubicBezTo>
                  <a:pt x="560737" y="3668459"/>
                  <a:pt x="563594" y="3665696"/>
                  <a:pt x="567119" y="3665696"/>
                </a:cubicBezTo>
                <a:lnTo>
                  <a:pt x="663988" y="3665696"/>
                </a:lnTo>
                <a:cubicBezTo>
                  <a:pt x="667512" y="3665696"/>
                  <a:pt x="670274" y="3668554"/>
                  <a:pt x="670274" y="3671983"/>
                </a:cubicBezTo>
                <a:close/>
                <a:moveTo>
                  <a:pt x="841629" y="3417094"/>
                </a:moveTo>
                <a:cubicBezTo>
                  <a:pt x="841629" y="3420999"/>
                  <a:pt x="838486" y="3424142"/>
                  <a:pt x="834581" y="3424142"/>
                </a:cubicBezTo>
                <a:cubicBezTo>
                  <a:pt x="830675" y="3424142"/>
                  <a:pt x="827532" y="3420999"/>
                  <a:pt x="827532" y="3417094"/>
                </a:cubicBezTo>
                <a:cubicBezTo>
                  <a:pt x="827532" y="3413188"/>
                  <a:pt x="830675" y="3410045"/>
                  <a:pt x="834581" y="3410045"/>
                </a:cubicBezTo>
                <a:cubicBezTo>
                  <a:pt x="838486" y="3410045"/>
                  <a:pt x="841629" y="3413188"/>
                  <a:pt x="841629" y="3417094"/>
                </a:cubicBezTo>
                <a:close/>
                <a:moveTo>
                  <a:pt x="953738" y="2344579"/>
                </a:moveTo>
                <a:lnTo>
                  <a:pt x="960025" y="2351342"/>
                </a:lnTo>
                <a:lnTo>
                  <a:pt x="954786" y="2356199"/>
                </a:lnTo>
                <a:lnTo>
                  <a:pt x="948500" y="2349437"/>
                </a:lnTo>
                <a:lnTo>
                  <a:pt x="953738" y="2344579"/>
                </a:lnTo>
                <a:close/>
                <a:moveTo>
                  <a:pt x="946595" y="2399824"/>
                </a:moveTo>
                <a:cubicBezTo>
                  <a:pt x="945642" y="2400205"/>
                  <a:pt x="945071" y="2401062"/>
                  <a:pt x="945071" y="2402015"/>
                </a:cubicBezTo>
                <a:lnTo>
                  <a:pt x="945071" y="2486025"/>
                </a:lnTo>
                <a:cubicBezTo>
                  <a:pt x="940118" y="2487168"/>
                  <a:pt x="936403" y="2491359"/>
                  <a:pt x="936403" y="2496598"/>
                </a:cubicBezTo>
                <a:cubicBezTo>
                  <a:pt x="936403" y="2502694"/>
                  <a:pt x="941356" y="2507647"/>
                  <a:pt x="947452" y="2507647"/>
                </a:cubicBezTo>
                <a:cubicBezTo>
                  <a:pt x="953548" y="2507647"/>
                  <a:pt x="958501" y="2502694"/>
                  <a:pt x="958501" y="2496598"/>
                </a:cubicBezTo>
                <a:cubicBezTo>
                  <a:pt x="958501" y="2491359"/>
                  <a:pt x="954786" y="2487073"/>
                  <a:pt x="949833" y="2486025"/>
                </a:cubicBezTo>
                <a:lnTo>
                  <a:pt x="949833" y="2408111"/>
                </a:lnTo>
                <a:lnTo>
                  <a:pt x="1083469" y="2551176"/>
                </a:lnTo>
                <a:cubicBezTo>
                  <a:pt x="1082516" y="2552510"/>
                  <a:pt x="1081754" y="2554034"/>
                  <a:pt x="1081373" y="2555748"/>
                </a:cubicBezTo>
                <a:cubicBezTo>
                  <a:pt x="1080611" y="2558987"/>
                  <a:pt x="1081183" y="2562225"/>
                  <a:pt x="1082897" y="2565083"/>
                </a:cubicBezTo>
                <a:cubicBezTo>
                  <a:pt x="1084612" y="2567845"/>
                  <a:pt x="1087374" y="2569845"/>
                  <a:pt x="1090613" y="2570607"/>
                </a:cubicBezTo>
                <a:cubicBezTo>
                  <a:pt x="1091565" y="2570798"/>
                  <a:pt x="1092518" y="2570893"/>
                  <a:pt x="1093470" y="2570893"/>
                </a:cubicBezTo>
                <a:cubicBezTo>
                  <a:pt x="1095756" y="2570893"/>
                  <a:pt x="1097947" y="2570226"/>
                  <a:pt x="1099947" y="2568988"/>
                </a:cubicBezTo>
                <a:cubicBezTo>
                  <a:pt x="1105757" y="2565368"/>
                  <a:pt x="1107472" y="2557748"/>
                  <a:pt x="1103852" y="2551938"/>
                </a:cubicBezTo>
                <a:lnTo>
                  <a:pt x="1103852" y="2551938"/>
                </a:lnTo>
                <a:cubicBezTo>
                  <a:pt x="1100328" y="2546223"/>
                  <a:pt x="1092803" y="2544413"/>
                  <a:pt x="1086993" y="2547938"/>
                </a:cubicBezTo>
                <a:lnTo>
                  <a:pt x="949166" y="2400491"/>
                </a:lnTo>
                <a:cubicBezTo>
                  <a:pt x="948500" y="2399824"/>
                  <a:pt x="947452" y="2399538"/>
                  <a:pt x="946595" y="2399919"/>
                </a:cubicBezTo>
                <a:close/>
                <a:moveTo>
                  <a:pt x="1086041" y="2556796"/>
                </a:moveTo>
                <a:cubicBezTo>
                  <a:pt x="1086517" y="2554796"/>
                  <a:pt x="1087660" y="2553176"/>
                  <a:pt x="1089374" y="2552034"/>
                </a:cubicBezTo>
                <a:cubicBezTo>
                  <a:pt x="1090613" y="2551271"/>
                  <a:pt x="1092041" y="2550890"/>
                  <a:pt x="1093375" y="2550890"/>
                </a:cubicBezTo>
                <a:cubicBezTo>
                  <a:pt x="1095947" y="2550890"/>
                  <a:pt x="1098423" y="2552129"/>
                  <a:pt x="1099852" y="2554415"/>
                </a:cubicBezTo>
                <a:cubicBezTo>
                  <a:pt x="1102043" y="2557939"/>
                  <a:pt x="1100995" y="2562606"/>
                  <a:pt x="1097471" y="2564892"/>
                </a:cubicBezTo>
                <a:cubicBezTo>
                  <a:pt x="1095756" y="2565940"/>
                  <a:pt x="1093756" y="2566321"/>
                  <a:pt x="1091756" y="2565845"/>
                </a:cubicBezTo>
                <a:cubicBezTo>
                  <a:pt x="1089755" y="2565368"/>
                  <a:pt x="1088136" y="2564225"/>
                  <a:pt x="1086993" y="2562511"/>
                </a:cubicBezTo>
                <a:cubicBezTo>
                  <a:pt x="1085945" y="2560796"/>
                  <a:pt x="1085564" y="2558796"/>
                  <a:pt x="1086041" y="2556796"/>
                </a:cubicBezTo>
                <a:close/>
                <a:moveTo>
                  <a:pt x="999077" y="2403443"/>
                </a:moveTo>
                <a:lnTo>
                  <a:pt x="1004316" y="2398586"/>
                </a:lnTo>
                <a:lnTo>
                  <a:pt x="1010602" y="2405348"/>
                </a:lnTo>
                <a:lnTo>
                  <a:pt x="1005364" y="2410206"/>
                </a:lnTo>
                <a:lnTo>
                  <a:pt x="999077" y="2403443"/>
                </a:lnTo>
                <a:close/>
                <a:moveTo>
                  <a:pt x="1081754" y="2301431"/>
                </a:moveTo>
                <a:cubicBezTo>
                  <a:pt x="1081754" y="2307812"/>
                  <a:pt x="1086993" y="2313051"/>
                  <a:pt x="1093375" y="2313051"/>
                </a:cubicBezTo>
                <a:cubicBezTo>
                  <a:pt x="1094994" y="2313051"/>
                  <a:pt x="1096423" y="2312765"/>
                  <a:pt x="1097852" y="2312099"/>
                </a:cubicBezTo>
                <a:lnTo>
                  <a:pt x="1124903" y="2337149"/>
                </a:lnTo>
                <a:lnTo>
                  <a:pt x="1125284" y="2337435"/>
                </a:lnTo>
                <a:lnTo>
                  <a:pt x="1243679" y="2337435"/>
                </a:lnTo>
                <a:cubicBezTo>
                  <a:pt x="1243679" y="2337435"/>
                  <a:pt x="1275683" y="2310860"/>
                  <a:pt x="1275683" y="2310860"/>
                </a:cubicBezTo>
                <a:cubicBezTo>
                  <a:pt x="1277493" y="2312099"/>
                  <a:pt x="1279589" y="2312956"/>
                  <a:pt x="1282065" y="2312956"/>
                </a:cubicBezTo>
                <a:cubicBezTo>
                  <a:pt x="1288447" y="2312956"/>
                  <a:pt x="1293686" y="2307717"/>
                  <a:pt x="1293686" y="2301335"/>
                </a:cubicBezTo>
                <a:cubicBezTo>
                  <a:pt x="1293686" y="2294954"/>
                  <a:pt x="1288447" y="2289715"/>
                  <a:pt x="1282065" y="2289715"/>
                </a:cubicBezTo>
                <a:cubicBezTo>
                  <a:pt x="1275683" y="2289715"/>
                  <a:pt x="1270445" y="2294954"/>
                  <a:pt x="1270445" y="2301335"/>
                </a:cubicBezTo>
                <a:cubicBezTo>
                  <a:pt x="1270445" y="2304479"/>
                  <a:pt x="1271683" y="2307336"/>
                  <a:pt x="1273778" y="2309432"/>
                </a:cubicBezTo>
                <a:lnTo>
                  <a:pt x="1242917" y="2335054"/>
                </a:lnTo>
                <a:lnTo>
                  <a:pt x="1126331" y="2335054"/>
                </a:lnTo>
                <a:cubicBezTo>
                  <a:pt x="1126331" y="2335054"/>
                  <a:pt x="1100042" y="2310765"/>
                  <a:pt x="1100042" y="2310765"/>
                </a:cubicBezTo>
                <a:cubicBezTo>
                  <a:pt x="1103090" y="2308670"/>
                  <a:pt x="1105186" y="2305336"/>
                  <a:pt x="1105186" y="2301335"/>
                </a:cubicBezTo>
                <a:cubicBezTo>
                  <a:pt x="1105186" y="2294954"/>
                  <a:pt x="1099947" y="2289715"/>
                  <a:pt x="1093565" y="2289715"/>
                </a:cubicBezTo>
                <a:cubicBezTo>
                  <a:pt x="1087184" y="2289715"/>
                  <a:pt x="1081945" y="2294954"/>
                  <a:pt x="1081945" y="2301335"/>
                </a:cubicBezTo>
                <a:close/>
                <a:moveTo>
                  <a:pt x="1272731" y="2301431"/>
                </a:moveTo>
                <a:cubicBezTo>
                  <a:pt x="1272731" y="2296287"/>
                  <a:pt x="1276922" y="2292191"/>
                  <a:pt x="1281970" y="2292191"/>
                </a:cubicBezTo>
                <a:cubicBezTo>
                  <a:pt x="1287018" y="2292191"/>
                  <a:pt x="1291209" y="2296382"/>
                  <a:pt x="1291209" y="2301431"/>
                </a:cubicBezTo>
                <a:cubicBezTo>
                  <a:pt x="1291209" y="2306479"/>
                  <a:pt x="1287018" y="2310670"/>
                  <a:pt x="1281970" y="2310670"/>
                </a:cubicBezTo>
                <a:cubicBezTo>
                  <a:pt x="1276922" y="2310670"/>
                  <a:pt x="1272731" y="2306479"/>
                  <a:pt x="1272731" y="2301431"/>
                </a:cubicBezTo>
                <a:close/>
                <a:moveTo>
                  <a:pt x="1102709" y="2301431"/>
                </a:moveTo>
                <a:cubicBezTo>
                  <a:pt x="1102709" y="2306574"/>
                  <a:pt x="1098518" y="2310670"/>
                  <a:pt x="1093470" y="2310670"/>
                </a:cubicBezTo>
                <a:cubicBezTo>
                  <a:pt x="1088422" y="2310670"/>
                  <a:pt x="1084231" y="2306479"/>
                  <a:pt x="1084231" y="2301431"/>
                </a:cubicBezTo>
                <a:cubicBezTo>
                  <a:pt x="1084231" y="2296382"/>
                  <a:pt x="1088422" y="2292191"/>
                  <a:pt x="1093470" y="2292191"/>
                </a:cubicBezTo>
                <a:cubicBezTo>
                  <a:pt x="1098518" y="2292191"/>
                  <a:pt x="1102709" y="2296382"/>
                  <a:pt x="1102709" y="2301431"/>
                </a:cubicBezTo>
                <a:close/>
                <a:moveTo>
                  <a:pt x="1312069" y="3469577"/>
                </a:moveTo>
                <a:lnTo>
                  <a:pt x="1312069" y="3450812"/>
                </a:lnTo>
                <a:cubicBezTo>
                  <a:pt x="1312069" y="3448717"/>
                  <a:pt x="1313783" y="3447002"/>
                  <a:pt x="1315879" y="3447002"/>
                </a:cubicBezTo>
                <a:lnTo>
                  <a:pt x="1334643" y="3447002"/>
                </a:lnTo>
                <a:cubicBezTo>
                  <a:pt x="1336739" y="3447002"/>
                  <a:pt x="1338453" y="3448717"/>
                  <a:pt x="1338453" y="3450812"/>
                </a:cubicBezTo>
                <a:lnTo>
                  <a:pt x="1338453" y="3469577"/>
                </a:lnTo>
                <a:cubicBezTo>
                  <a:pt x="1338453" y="3471672"/>
                  <a:pt x="1336739" y="3473387"/>
                  <a:pt x="1334643" y="3473387"/>
                </a:cubicBezTo>
                <a:lnTo>
                  <a:pt x="1315879" y="3473387"/>
                </a:lnTo>
                <a:cubicBezTo>
                  <a:pt x="1313783" y="3473387"/>
                  <a:pt x="1312069" y="3471672"/>
                  <a:pt x="1312069" y="3469577"/>
                </a:cubicBezTo>
                <a:close/>
                <a:moveTo>
                  <a:pt x="117824" y="4471988"/>
                </a:moveTo>
                <a:cubicBezTo>
                  <a:pt x="118205" y="4472845"/>
                  <a:pt x="118586" y="4473702"/>
                  <a:pt x="119253" y="4474369"/>
                </a:cubicBezTo>
                <a:cubicBezTo>
                  <a:pt x="120967" y="4476274"/>
                  <a:pt x="123349" y="4477227"/>
                  <a:pt x="125635" y="4477227"/>
                </a:cubicBezTo>
                <a:cubicBezTo>
                  <a:pt x="127730" y="4477227"/>
                  <a:pt x="129826" y="4476464"/>
                  <a:pt x="131445" y="4475036"/>
                </a:cubicBezTo>
                <a:cubicBezTo>
                  <a:pt x="133160" y="4473512"/>
                  <a:pt x="134207" y="4471321"/>
                  <a:pt x="134303" y="4469035"/>
                </a:cubicBezTo>
                <a:cubicBezTo>
                  <a:pt x="134398" y="4466749"/>
                  <a:pt x="133636" y="4464558"/>
                  <a:pt x="132112" y="4462748"/>
                </a:cubicBezTo>
                <a:cubicBezTo>
                  <a:pt x="130588" y="4461034"/>
                  <a:pt x="128397" y="4459986"/>
                  <a:pt x="126111" y="4459891"/>
                </a:cubicBezTo>
                <a:cubicBezTo>
                  <a:pt x="123730" y="4459701"/>
                  <a:pt x="121539" y="4460558"/>
                  <a:pt x="119825" y="4462082"/>
                </a:cubicBezTo>
                <a:cubicBezTo>
                  <a:pt x="118301" y="4463415"/>
                  <a:pt x="117539" y="4465225"/>
                  <a:pt x="117253" y="4467130"/>
                </a:cubicBezTo>
                <a:lnTo>
                  <a:pt x="23908" y="4466178"/>
                </a:lnTo>
                <a:lnTo>
                  <a:pt x="95" y="4487990"/>
                </a:lnTo>
                <a:lnTo>
                  <a:pt x="95" y="4494467"/>
                </a:lnTo>
                <a:lnTo>
                  <a:pt x="25718" y="4471035"/>
                </a:lnTo>
                <a:lnTo>
                  <a:pt x="117729" y="4471893"/>
                </a:lnTo>
                <a:close/>
                <a:moveTo>
                  <a:pt x="121920" y="4467892"/>
                </a:moveTo>
                <a:cubicBezTo>
                  <a:pt x="122111" y="4467035"/>
                  <a:pt x="122396" y="4466273"/>
                  <a:pt x="123063" y="4465701"/>
                </a:cubicBezTo>
                <a:cubicBezTo>
                  <a:pt x="123825" y="4465035"/>
                  <a:pt x="124682" y="4464654"/>
                  <a:pt x="125635" y="4464654"/>
                </a:cubicBezTo>
                <a:lnTo>
                  <a:pt x="125825" y="4464654"/>
                </a:lnTo>
                <a:cubicBezTo>
                  <a:pt x="126873" y="4464654"/>
                  <a:pt x="127826" y="4465130"/>
                  <a:pt x="128492" y="4465892"/>
                </a:cubicBezTo>
                <a:lnTo>
                  <a:pt x="128492" y="4465892"/>
                </a:lnTo>
                <a:cubicBezTo>
                  <a:pt x="129159" y="4466654"/>
                  <a:pt x="129540" y="4467702"/>
                  <a:pt x="129540" y="4468654"/>
                </a:cubicBezTo>
                <a:cubicBezTo>
                  <a:pt x="129540" y="4469702"/>
                  <a:pt x="129064" y="4470654"/>
                  <a:pt x="128302" y="4471321"/>
                </a:cubicBezTo>
                <a:cubicBezTo>
                  <a:pt x="126683" y="4472750"/>
                  <a:pt x="124206" y="4472654"/>
                  <a:pt x="122777" y="4471035"/>
                </a:cubicBezTo>
                <a:cubicBezTo>
                  <a:pt x="122301" y="4470464"/>
                  <a:pt x="122015" y="4469702"/>
                  <a:pt x="121920" y="4469035"/>
                </a:cubicBezTo>
                <a:lnTo>
                  <a:pt x="121920" y="4467797"/>
                </a:lnTo>
                <a:close/>
                <a:moveTo>
                  <a:pt x="13716" y="4639437"/>
                </a:moveTo>
                <a:lnTo>
                  <a:pt x="95" y="4623340"/>
                </a:lnTo>
                <a:lnTo>
                  <a:pt x="95" y="4615911"/>
                </a:lnTo>
                <a:lnTo>
                  <a:pt x="16574" y="4635532"/>
                </a:lnTo>
                <a:lnTo>
                  <a:pt x="80296" y="4635532"/>
                </a:lnTo>
                <a:cubicBezTo>
                  <a:pt x="81248" y="4632770"/>
                  <a:pt x="83820" y="4630865"/>
                  <a:pt x="86868" y="4630865"/>
                </a:cubicBezTo>
                <a:cubicBezTo>
                  <a:pt x="90773" y="4630865"/>
                  <a:pt x="93917" y="4634008"/>
                  <a:pt x="93917" y="4637913"/>
                </a:cubicBezTo>
                <a:cubicBezTo>
                  <a:pt x="93917" y="4641819"/>
                  <a:pt x="90773" y="4644962"/>
                  <a:pt x="86868" y="4644962"/>
                </a:cubicBezTo>
                <a:cubicBezTo>
                  <a:pt x="83820" y="4644962"/>
                  <a:pt x="81248" y="4642962"/>
                  <a:pt x="80296" y="4640295"/>
                </a:cubicBezTo>
                <a:lnTo>
                  <a:pt x="15526" y="4640295"/>
                </a:lnTo>
                <a:cubicBezTo>
                  <a:pt x="14859" y="4640295"/>
                  <a:pt x="14192" y="4640009"/>
                  <a:pt x="13716" y="4639437"/>
                </a:cubicBezTo>
                <a:close/>
                <a:moveTo>
                  <a:pt x="364712" y="2550986"/>
                </a:moveTo>
                <a:lnTo>
                  <a:pt x="380333" y="2550986"/>
                </a:lnTo>
                <a:cubicBezTo>
                  <a:pt x="383572" y="2550986"/>
                  <a:pt x="386239" y="2548319"/>
                  <a:pt x="386239" y="2545080"/>
                </a:cubicBezTo>
                <a:lnTo>
                  <a:pt x="386239" y="2529459"/>
                </a:lnTo>
                <a:cubicBezTo>
                  <a:pt x="386239" y="2526221"/>
                  <a:pt x="383572" y="2523554"/>
                  <a:pt x="380333" y="2523554"/>
                </a:cubicBezTo>
                <a:lnTo>
                  <a:pt x="364712" y="2523554"/>
                </a:lnTo>
                <a:cubicBezTo>
                  <a:pt x="361474" y="2523554"/>
                  <a:pt x="358807" y="2526221"/>
                  <a:pt x="358807" y="2529459"/>
                </a:cubicBezTo>
                <a:lnTo>
                  <a:pt x="358807" y="2535174"/>
                </a:lnTo>
                <a:lnTo>
                  <a:pt x="339852" y="2535174"/>
                </a:lnTo>
                <a:lnTo>
                  <a:pt x="324707" y="2521363"/>
                </a:lnTo>
                <a:lnTo>
                  <a:pt x="234791" y="2521172"/>
                </a:lnTo>
                <a:lnTo>
                  <a:pt x="221266" y="2505551"/>
                </a:lnTo>
                <a:cubicBezTo>
                  <a:pt x="222123" y="2504409"/>
                  <a:pt x="222790" y="2503075"/>
                  <a:pt x="223076" y="2501551"/>
                </a:cubicBezTo>
                <a:cubicBezTo>
                  <a:pt x="223552" y="2498979"/>
                  <a:pt x="222980" y="2496407"/>
                  <a:pt x="221456" y="2494312"/>
                </a:cubicBezTo>
                <a:cubicBezTo>
                  <a:pt x="219551" y="2491645"/>
                  <a:pt x="216503" y="2490216"/>
                  <a:pt x="213455" y="2490216"/>
                </a:cubicBezTo>
                <a:cubicBezTo>
                  <a:pt x="211550" y="2490216"/>
                  <a:pt x="209645" y="2490788"/>
                  <a:pt x="207931" y="2491835"/>
                </a:cubicBezTo>
                <a:cubicBezTo>
                  <a:pt x="205740" y="2493264"/>
                  <a:pt x="204216" y="2495550"/>
                  <a:pt x="203835" y="2498122"/>
                </a:cubicBezTo>
                <a:cubicBezTo>
                  <a:pt x="203835" y="2498122"/>
                  <a:pt x="203835" y="2498312"/>
                  <a:pt x="203835" y="2498408"/>
                </a:cubicBezTo>
                <a:lnTo>
                  <a:pt x="141351" y="2498408"/>
                </a:lnTo>
                <a:cubicBezTo>
                  <a:pt x="141351" y="2498408"/>
                  <a:pt x="124587" y="2478310"/>
                  <a:pt x="124587" y="2478310"/>
                </a:cubicBezTo>
                <a:lnTo>
                  <a:pt x="124587" y="2426589"/>
                </a:lnTo>
                <a:cubicBezTo>
                  <a:pt x="125730" y="2426303"/>
                  <a:pt x="126778" y="2425922"/>
                  <a:pt x="127826" y="2425256"/>
                </a:cubicBezTo>
                <a:cubicBezTo>
                  <a:pt x="130016" y="2423732"/>
                  <a:pt x="131540" y="2421541"/>
                  <a:pt x="131921" y="2418969"/>
                </a:cubicBezTo>
                <a:cubicBezTo>
                  <a:pt x="132398" y="2416397"/>
                  <a:pt x="131826" y="2413826"/>
                  <a:pt x="130302" y="2411730"/>
                </a:cubicBezTo>
                <a:cubicBezTo>
                  <a:pt x="128397" y="2409063"/>
                  <a:pt x="125349" y="2407634"/>
                  <a:pt x="122301" y="2407634"/>
                </a:cubicBezTo>
                <a:cubicBezTo>
                  <a:pt x="120396" y="2407634"/>
                  <a:pt x="118491" y="2408206"/>
                  <a:pt x="116777" y="2409254"/>
                </a:cubicBezTo>
                <a:cubicBezTo>
                  <a:pt x="114586" y="2410682"/>
                  <a:pt x="113062" y="2412968"/>
                  <a:pt x="112681" y="2415540"/>
                </a:cubicBezTo>
                <a:cubicBezTo>
                  <a:pt x="112490" y="2416778"/>
                  <a:pt x="112490" y="2418017"/>
                  <a:pt x="112681" y="2419255"/>
                </a:cubicBezTo>
                <a:lnTo>
                  <a:pt x="109919" y="2420969"/>
                </a:lnTo>
                <a:lnTo>
                  <a:pt x="32957" y="2420969"/>
                </a:lnTo>
                <a:lnTo>
                  <a:pt x="32957" y="2412587"/>
                </a:lnTo>
                <a:cubicBezTo>
                  <a:pt x="32957" y="2408587"/>
                  <a:pt x="29718" y="2405444"/>
                  <a:pt x="25813" y="2405444"/>
                </a:cubicBezTo>
                <a:lnTo>
                  <a:pt x="95" y="2405444"/>
                </a:lnTo>
                <a:lnTo>
                  <a:pt x="95" y="2410206"/>
                </a:lnTo>
                <a:lnTo>
                  <a:pt x="25813" y="2410206"/>
                </a:lnTo>
                <a:cubicBezTo>
                  <a:pt x="27146" y="2410206"/>
                  <a:pt x="28194" y="2411254"/>
                  <a:pt x="28194" y="2412587"/>
                </a:cubicBezTo>
                <a:lnTo>
                  <a:pt x="28194" y="2434114"/>
                </a:lnTo>
                <a:cubicBezTo>
                  <a:pt x="28194" y="2435447"/>
                  <a:pt x="27146" y="2436495"/>
                  <a:pt x="25813" y="2436495"/>
                </a:cubicBezTo>
                <a:lnTo>
                  <a:pt x="95" y="2436495"/>
                </a:lnTo>
                <a:lnTo>
                  <a:pt x="95" y="2441258"/>
                </a:lnTo>
                <a:lnTo>
                  <a:pt x="25813" y="2441258"/>
                </a:lnTo>
                <a:cubicBezTo>
                  <a:pt x="29813" y="2441258"/>
                  <a:pt x="32957" y="2438019"/>
                  <a:pt x="32957" y="2434114"/>
                </a:cubicBezTo>
                <a:lnTo>
                  <a:pt x="32957" y="2425732"/>
                </a:lnTo>
                <a:lnTo>
                  <a:pt x="111252" y="2425732"/>
                </a:lnTo>
                <a:lnTo>
                  <a:pt x="114872" y="2423446"/>
                </a:lnTo>
                <a:cubicBezTo>
                  <a:pt x="116205" y="2424970"/>
                  <a:pt x="117920" y="2426018"/>
                  <a:pt x="119825" y="2426494"/>
                </a:cubicBezTo>
                <a:lnTo>
                  <a:pt x="119825" y="2479929"/>
                </a:lnTo>
                <a:cubicBezTo>
                  <a:pt x="119825" y="2479929"/>
                  <a:pt x="139065" y="2503075"/>
                  <a:pt x="139065" y="2503075"/>
                </a:cubicBezTo>
                <a:lnTo>
                  <a:pt x="204407" y="2503075"/>
                </a:lnTo>
                <a:cubicBezTo>
                  <a:pt x="204692" y="2503837"/>
                  <a:pt x="204978" y="2504599"/>
                  <a:pt x="205454" y="2505266"/>
                </a:cubicBezTo>
                <a:cubicBezTo>
                  <a:pt x="208217" y="2509076"/>
                  <a:pt x="213265" y="2510219"/>
                  <a:pt x="217551" y="2508313"/>
                </a:cubicBezTo>
                <a:lnTo>
                  <a:pt x="232696" y="2525744"/>
                </a:lnTo>
                <a:lnTo>
                  <a:pt x="322898" y="2525935"/>
                </a:lnTo>
                <a:lnTo>
                  <a:pt x="338042" y="2539746"/>
                </a:lnTo>
                <a:lnTo>
                  <a:pt x="358902" y="2539746"/>
                </a:lnTo>
                <a:lnTo>
                  <a:pt x="358902" y="2544794"/>
                </a:lnTo>
                <a:cubicBezTo>
                  <a:pt x="358902" y="2548033"/>
                  <a:pt x="361569" y="2550700"/>
                  <a:pt x="364808" y="2550700"/>
                </a:cubicBezTo>
                <a:close/>
                <a:moveTo>
                  <a:pt x="363569" y="2529459"/>
                </a:moveTo>
                <a:cubicBezTo>
                  <a:pt x="363569" y="2528792"/>
                  <a:pt x="364141" y="2528316"/>
                  <a:pt x="364712" y="2528316"/>
                </a:cubicBezTo>
                <a:lnTo>
                  <a:pt x="380333" y="2528316"/>
                </a:lnTo>
                <a:cubicBezTo>
                  <a:pt x="381000" y="2528316"/>
                  <a:pt x="381476" y="2528888"/>
                  <a:pt x="381476" y="2529459"/>
                </a:cubicBezTo>
                <a:lnTo>
                  <a:pt x="381476" y="2545080"/>
                </a:lnTo>
                <a:cubicBezTo>
                  <a:pt x="381476" y="2545747"/>
                  <a:pt x="380905" y="2546223"/>
                  <a:pt x="380333" y="2546223"/>
                </a:cubicBezTo>
                <a:lnTo>
                  <a:pt x="364712" y="2546223"/>
                </a:lnTo>
                <a:cubicBezTo>
                  <a:pt x="364046" y="2546223"/>
                  <a:pt x="363569" y="2545652"/>
                  <a:pt x="363569" y="2545080"/>
                </a:cubicBezTo>
                <a:lnTo>
                  <a:pt x="363569" y="2529459"/>
                </a:lnTo>
                <a:close/>
                <a:moveTo>
                  <a:pt x="142685" y="4545045"/>
                </a:moveTo>
                <a:cubicBezTo>
                  <a:pt x="144399" y="4546949"/>
                  <a:pt x="146780" y="4547902"/>
                  <a:pt x="149066" y="4547902"/>
                </a:cubicBezTo>
                <a:cubicBezTo>
                  <a:pt x="151162" y="4547902"/>
                  <a:pt x="153257" y="4547140"/>
                  <a:pt x="154877" y="4545711"/>
                </a:cubicBezTo>
                <a:cubicBezTo>
                  <a:pt x="156591" y="4544187"/>
                  <a:pt x="157639" y="4541996"/>
                  <a:pt x="157734" y="4539711"/>
                </a:cubicBezTo>
                <a:cubicBezTo>
                  <a:pt x="157829" y="4537424"/>
                  <a:pt x="157067" y="4535138"/>
                  <a:pt x="155543" y="4533424"/>
                </a:cubicBezTo>
                <a:cubicBezTo>
                  <a:pt x="154019" y="4531710"/>
                  <a:pt x="151829" y="4530662"/>
                  <a:pt x="149543" y="4530567"/>
                </a:cubicBezTo>
                <a:cubicBezTo>
                  <a:pt x="147161" y="4530376"/>
                  <a:pt x="145066" y="4531233"/>
                  <a:pt x="143256" y="4532757"/>
                </a:cubicBezTo>
                <a:cubicBezTo>
                  <a:pt x="141732" y="4534091"/>
                  <a:pt x="140970" y="4535901"/>
                  <a:pt x="140684" y="4537805"/>
                </a:cubicBezTo>
                <a:lnTo>
                  <a:pt x="75914" y="4536948"/>
                </a:lnTo>
                <a:lnTo>
                  <a:pt x="38291" y="4571334"/>
                </a:lnTo>
                <a:lnTo>
                  <a:pt x="95" y="4571334"/>
                </a:lnTo>
                <a:lnTo>
                  <a:pt x="95" y="4576096"/>
                </a:lnTo>
                <a:lnTo>
                  <a:pt x="40196" y="4576096"/>
                </a:lnTo>
                <a:lnTo>
                  <a:pt x="77819" y="4541711"/>
                </a:lnTo>
                <a:lnTo>
                  <a:pt x="141351" y="4542568"/>
                </a:lnTo>
                <a:cubicBezTo>
                  <a:pt x="141732" y="4543425"/>
                  <a:pt x="142113" y="4544282"/>
                  <a:pt x="142780" y="4544949"/>
                </a:cubicBezTo>
                <a:close/>
                <a:moveTo>
                  <a:pt x="145352" y="4538472"/>
                </a:moveTo>
                <a:cubicBezTo>
                  <a:pt x="145542" y="4537710"/>
                  <a:pt x="145828" y="4536853"/>
                  <a:pt x="146495" y="4536281"/>
                </a:cubicBezTo>
                <a:cubicBezTo>
                  <a:pt x="147257" y="4535615"/>
                  <a:pt x="148114" y="4535234"/>
                  <a:pt x="149066" y="4535234"/>
                </a:cubicBezTo>
                <a:lnTo>
                  <a:pt x="149257" y="4535234"/>
                </a:lnTo>
                <a:cubicBezTo>
                  <a:pt x="150305" y="4535234"/>
                  <a:pt x="151257" y="4535710"/>
                  <a:pt x="151924" y="4536472"/>
                </a:cubicBezTo>
                <a:lnTo>
                  <a:pt x="151924" y="4536472"/>
                </a:lnTo>
                <a:cubicBezTo>
                  <a:pt x="152591" y="4537234"/>
                  <a:pt x="152972" y="4538282"/>
                  <a:pt x="152972" y="4539234"/>
                </a:cubicBezTo>
                <a:cubicBezTo>
                  <a:pt x="152972" y="4540282"/>
                  <a:pt x="152495" y="4541235"/>
                  <a:pt x="151733" y="4541901"/>
                </a:cubicBezTo>
                <a:cubicBezTo>
                  <a:pt x="150114" y="4543330"/>
                  <a:pt x="147638" y="4543235"/>
                  <a:pt x="146209" y="4541615"/>
                </a:cubicBezTo>
                <a:cubicBezTo>
                  <a:pt x="145637" y="4541044"/>
                  <a:pt x="145447" y="4540282"/>
                  <a:pt x="145352" y="4539615"/>
                </a:cubicBezTo>
                <a:lnTo>
                  <a:pt x="145352" y="4538282"/>
                </a:lnTo>
                <a:close/>
                <a:moveTo>
                  <a:pt x="37243" y="3986784"/>
                </a:moveTo>
                <a:lnTo>
                  <a:pt x="95" y="4019550"/>
                </a:lnTo>
                <a:lnTo>
                  <a:pt x="95" y="4025932"/>
                </a:lnTo>
                <a:lnTo>
                  <a:pt x="42005" y="3988975"/>
                </a:lnTo>
                <a:lnTo>
                  <a:pt x="42005" y="3962591"/>
                </a:lnTo>
                <a:cubicBezTo>
                  <a:pt x="42005" y="3962591"/>
                  <a:pt x="58293" y="3947541"/>
                  <a:pt x="58293" y="3947541"/>
                </a:cubicBezTo>
                <a:cubicBezTo>
                  <a:pt x="58674" y="3947732"/>
                  <a:pt x="58865" y="3948113"/>
                  <a:pt x="59246" y="3948208"/>
                </a:cubicBezTo>
                <a:cubicBezTo>
                  <a:pt x="60579" y="3948875"/>
                  <a:pt x="62008" y="3949160"/>
                  <a:pt x="63437" y="3949160"/>
                </a:cubicBezTo>
                <a:cubicBezTo>
                  <a:pt x="64580" y="3949160"/>
                  <a:pt x="65723" y="3948970"/>
                  <a:pt x="66770" y="3948589"/>
                </a:cubicBezTo>
                <a:cubicBezTo>
                  <a:pt x="71914" y="3946779"/>
                  <a:pt x="74581" y="3941064"/>
                  <a:pt x="72771" y="3935921"/>
                </a:cubicBezTo>
                <a:cubicBezTo>
                  <a:pt x="71914" y="3933444"/>
                  <a:pt x="70104" y="3931444"/>
                  <a:pt x="67723" y="3930301"/>
                </a:cubicBezTo>
                <a:cubicBezTo>
                  <a:pt x="65342" y="3929158"/>
                  <a:pt x="62675" y="3929063"/>
                  <a:pt x="60103" y="3929920"/>
                </a:cubicBezTo>
                <a:cubicBezTo>
                  <a:pt x="54959" y="3931730"/>
                  <a:pt x="52292" y="3937445"/>
                  <a:pt x="54102" y="3942588"/>
                </a:cubicBezTo>
                <a:cubicBezTo>
                  <a:pt x="54293" y="3943160"/>
                  <a:pt x="54674" y="3943541"/>
                  <a:pt x="54959" y="3944017"/>
                </a:cubicBezTo>
                <a:lnTo>
                  <a:pt x="37243" y="3960400"/>
                </a:lnTo>
                <a:lnTo>
                  <a:pt x="37243" y="3986689"/>
                </a:lnTo>
                <a:close/>
                <a:moveTo>
                  <a:pt x="61817" y="3934492"/>
                </a:moveTo>
                <a:cubicBezTo>
                  <a:pt x="62389" y="3934301"/>
                  <a:pt x="62960" y="3934206"/>
                  <a:pt x="63532" y="3934206"/>
                </a:cubicBezTo>
                <a:cubicBezTo>
                  <a:pt x="64294" y="3934206"/>
                  <a:pt x="65056" y="3934397"/>
                  <a:pt x="65723" y="3934682"/>
                </a:cubicBezTo>
                <a:cubicBezTo>
                  <a:pt x="66961" y="3935254"/>
                  <a:pt x="67913" y="3936302"/>
                  <a:pt x="68390" y="3937635"/>
                </a:cubicBezTo>
                <a:cubicBezTo>
                  <a:pt x="69342" y="3940302"/>
                  <a:pt x="67913" y="3943255"/>
                  <a:pt x="65246" y="3944207"/>
                </a:cubicBezTo>
                <a:cubicBezTo>
                  <a:pt x="62579" y="3945160"/>
                  <a:pt x="59627" y="3943731"/>
                  <a:pt x="58674" y="3941064"/>
                </a:cubicBezTo>
                <a:cubicBezTo>
                  <a:pt x="57722" y="3938397"/>
                  <a:pt x="59150" y="3935444"/>
                  <a:pt x="61817" y="3934492"/>
                </a:cubicBezTo>
                <a:close/>
                <a:moveTo>
                  <a:pt x="1261396" y="3469577"/>
                </a:moveTo>
                <a:lnTo>
                  <a:pt x="1261396" y="3450812"/>
                </a:lnTo>
                <a:cubicBezTo>
                  <a:pt x="1261396" y="3448717"/>
                  <a:pt x="1263110" y="3447002"/>
                  <a:pt x="1265206" y="3447002"/>
                </a:cubicBezTo>
                <a:lnTo>
                  <a:pt x="1283970" y="3447002"/>
                </a:lnTo>
                <a:cubicBezTo>
                  <a:pt x="1286066" y="3447002"/>
                  <a:pt x="1287780" y="3448717"/>
                  <a:pt x="1287780" y="3450812"/>
                </a:cubicBezTo>
                <a:lnTo>
                  <a:pt x="1287780" y="3469577"/>
                </a:lnTo>
                <a:cubicBezTo>
                  <a:pt x="1287780" y="3471672"/>
                  <a:pt x="1286066" y="3473387"/>
                  <a:pt x="1283970" y="3473387"/>
                </a:cubicBezTo>
                <a:lnTo>
                  <a:pt x="1265206" y="3473387"/>
                </a:lnTo>
                <a:cubicBezTo>
                  <a:pt x="1263110" y="3473387"/>
                  <a:pt x="1261396" y="3471672"/>
                  <a:pt x="1261396" y="3469577"/>
                </a:cubicBezTo>
                <a:close/>
                <a:moveTo>
                  <a:pt x="1362837" y="3469577"/>
                </a:moveTo>
                <a:lnTo>
                  <a:pt x="1362837" y="3450812"/>
                </a:lnTo>
                <a:cubicBezTo>
                  <a:pt x="1362837" y="3448717"/>
                  <a:pt x="1364552" y="3447002"/>
                  <a:pt x="1366647" y="3447002"/>
                </a:cubicBezTo>
                <a:lnTo>
                  <a:pt x="1385411" y="3447002"/>
                </a:lnTo>
                <a:cubicBezTo>
                  <a:pt x="1387507" y="3447002"/>
                  <a:pt x="1389221" y="3448717"/>
                  <a:pt x="1389221" y="3450812"/>
                </a:cubicBezTo>
                <a:lnTo>
                  <a:pt x="1389221" y="3469577"/>
                </a:lnTo>
                <a:cubicBezTo>
                  <a:pt x="1389221" y="3471672"/>
                  <a:pt x="1387507" y="3473387"/>
                  <a:pt x="1385411" y="3473387"/>
                </a:cubicBezTo>
                <a:lnTo>
                  <a:pt x="1366647" y="3473387"/>
                </a:lnTo>
                <a:cubicBezTo>
                  <a:pt x="1364552" y="3473387"/>
                  <a:pt x="1362837" y="3471672"/>
                  <a:pt x="1362837" y="3469577"/>
                </a:cubicBezTo>
                <a:close/>
                <a:moveTo>
                  <a:pt x="1231202" y="2122646"/>
                </a:moveTo>
                <a:cubicBezTo>
                  <a:pt x="1226915" y="2122646"/>
                  <a:pt x="1223486" y="2126171"/>
                  <a:pt x="1223486" y="2130362"/>
                </a:cubicBezTo>
                <a:cubicBezTo>
                  <a:pt x="1223486" y="2134553"/>
                  <a:pt x="1227011" y="2138077"/>
                  <a:pt x="1231202" y="2138077"/>
                </a:cubicBezTo>
                <a:cubicBezTo>
                  <a:pt x="1235393" y="2138077"/>
                  <a:pt x="1239012" y="2134553"/>
                  <a:pt x="1239012" y="2130362"/>
                </a:cubicBezTo>
                <a:cubicBezTo>
                  <a:pt x="1239012" y="2126171"/>
                  <a:pt x="1235488" y="2122646"/>
                  <a:pt x="1231202" y="2122646"/>
                </a:cubicBezTo>
                <a:close/>
                <a:moveTo>
                  <a:pt x="1231202" y="2135791"/>
                </a:moveTo>
                <a:cubicBezTo>
                  <a:pt x="1228249" y="2135791"/>
                  <a:pt x="1225868" y="2133410"/>
                  <a:pt x="1225868" y="2130457"/>
                </a:cubicBezTo>
                <a:cubicBezTo>
                  <a:pt x="1225868" y="2127504"/>
                  <a:pt x="1228249" y="2125123"/>
                  <a:pt x="1231202" y="2125123"/>
                </a:cubicBezTo>
                <a:cubicBezTo>
                  <a:pt x="1234154" y="2125123"/>
                  <a:pt x="1236631" y="2127504"/>
                  <a:pt x="1236631" y="2130457"/>
                </a:cubicBezTo>
                <a:cubicBezTo>
                  <a:pt x="1236631" y="2133410"/>
                  <a:pt x="1234250" y="2135791"/>
                  <a:pt x="1231202" y="2135791"/>
                </a:cubicBezTo>
                <a:close/>
                <a:moveTo>
                  <a:pt x="1840611" y="3393853"/>
                </a:moveTo>
                <a:cubicBezTo>
                  <a:pt x="1839373" y="3393853"/>
                  <a:pt x="1838230" y="3394043"/>
                  <a:pt x="1837087" y="3394424"/>
                </a:cubicBezTo>
                <a:lnTo>
                  <a:pt x="1816703" y="3366897"/>
                </a:lnTo>
                <a:lnTo>
                  <a:pt x="1816703" y="3366230"/>
                </a:lnTo>
                <a:cubicBezTo>
                  <a:pt x="1816703" y="3362516"/>
                  <a:pt x="1813655" y="3359563"/>
                  <a:pt x="1810036" y="3359563"/>
                </a:cubicBezTo>
                <a:lnTo>
                  <a:pt x="1783937" y="3359563"/>
                </a:lnTo>
                <a:cubicBezTo>
                  <a:pt x="1780223" y="3359563"/>
                  <a:pt x="1777270" y="3362516"/>
                  <a:pt x="1777270" y="3366230"/>
                </a:cubicBezTo>
                <a:lnTo>
                  <a:pt x="1777270" y="3371374"/>
                </a:lnTo>
                <a:cubicBezTo>
                  <a:pt x="1777079" y="3372422"/>
                  <a:pt x="1776889" y="3373565"/>
                  <a:pt x="1776794" y="3374708"/>
                </a:cubicBezTo>
                <a:cubicBezTo>
                  <a:pt x="1776603" y="3373565"/>
                  <a:pt x="1776508" y="3372326"/>
                  <a:pt x="1776413" y="3371374"/>
                </a:cubicBezTo>
                <a:cubicBezTo>
                  <a:pt x="1775365" y="3362325"/>
                  <a:pt x="1774793" y="3357848"/>
                  <a:pt x="1771269" y="3357848"/>
                </a:cubicBezTo>
                <a:lnTo>
                  <a:pt x="1771269" y="3357848"/>
                </a:lnTo>
                <a:cubicBezTo>
                  <a:pt x="1767745" y="3357848"/>
                  <a:pt x="1767173" y="3362420"/>
                  <a:pt x="1766126" y="3371374"/>
                </a:cubicBezTo>
                <a:cubicBezTo>
                  <a:pt x="1766030" y="3372422"/>
                  <a:pt x="1765840" y="3373565"/>
                  <a:pt x="1765745" y="3374708"/>
                </a:cubicBezTo>
                <a:cubicBezTo>
                  <a:pt x="1765554" y="3373565"/>
                  <a:pt x="1765459" y="3372326"/>
                  <a:pt x="1765364" y="3371374"/>
                </a:cubicBezTo>
                <a:cubicBezTo>
                  <a:pt x="1764316" y="3362325"/>
                  <a:pt x="1763744" y="3357753"/>
                  <a:pt x="1760220" y="3357753"/>
                </a:cubicBezTo>
                <a:lnTo>
                  <a:pt x="1760220" y="3357753"/>
                </a:lnTo>
                <a:cubicBezTo>
                  <a:pt x="1756696" y="3357753"/>
                  <a:pt x="1756124" y="3362325"/>
                  <a:pt x="1755077" y="3371279"/>
                </a:cubicBezTo>
                <a:cubicBezTo>
                  <a:pt x="1754981" y="3372326"/>
                  <a:pt x="1754791" y="3373469"/>
                  <a:pt x="1754600" y="3374708"/>
                </a:cubicBezTo>
                <a:cubicBezTo>
                  <a:pt x="1754410" y="3373565"/>
                  <a:pt x="1754315" y="3372326"/>
                  <a:pt x="1754219" y="3371279"/>
                </a:cubicBezTo>
                <a:cubicBezTo>
                  <a:pt x="1753172" y="3362230"/>
                  <a:pt x="1752600" y="3357753"/>
                  <a:pt x="1749076" y="3357753"/>
                </a:cubicBezTo>
                <a:lnTo>
                  <a:pt x="1749076" y="3357753"/>
                </a:lnTo>
                <a:cubicBezTo>
                  <a:pt x="1745552" y="3357753"/>
                  <a:pt x="1744980" y="3362325"/>
                  <a:pt x="1743932" y="3371279"/>
                </a:cubicBezTo>
                <a:cubicBezTo>
                  <a:pt x="1743837" y="3372326"/>
                  <a:pt x="1743647" y="3373565"/>
                  <a:pt x="1743456" y="3374708"/>
                </a:cubicBezTo>
                <a:cubicBezTo>
                  <a:pt x="1743266" y="3373469"/>
                  <a:pt x="1743170" y="3372326"/>
                  <a:pt x="1742980" y="3371279"/>
                </a:cubicBezTo>
                <a:cubicBezTo>
                  <a:pt x="1741932" y="3362230"/>
                  <a:pt x="1741361" y="3357753"/>
                  <a:pt x="1737836" y="3357753"/>
                </a:cubicBezTo>
                <a:lnTo>
                  <a:pt x="1737836" y="3357753"/>
                </a:lnTo>
                <a:cubicBezTo>
                  <a:pt x="1734312" y="3357753"/>
                  <a:pt x="1733741" y="3362325"/>
                  <a:pt x="1732693" y="3371279"/>
                </a:cubicBezTo>
                <a:cubicBezTo>
                  <a:pt x="1732598" y="3372326"/>
                  <a:pt x="1732407" y="3373469"/>
                  <a:pt x="1732217" y="3374612"/>
                </a:cubicBezTo>
                <a:cubicBezTo>
                  <a:pt x="1732026" y="3373469"/>
                  <a:pt x="1731931" y="3372231"/>
                  <a:pt x="1731836" y="3371279"/>
                </a:cubicBezTo>
                <a:cubicBezTo>
                  <a:pt x="1730788" y="3362230"/>
                  <a:pt x="1730216" y="3357753"/>
                  <a:pt x="1726692" y="3357753"/>
                </a:cubicBezTo>
                <a:lnTo>
                  <a:pt x="1726692" y="3357753"/>
                </a:lnTo>
                <a:cubicBezTo>
                  <a:pt x="1723168" y="3357753"/>
                  <a:pt x="1722596" y="3362325"/>
                  <a:pt x="1721549" y="3371279"/>
                </a:cubicBezTo>
                <a:cubicBezTo>
                  <a:pt x="1721453" y="3372326"/>
                  <a:pt x="1721263" y="3373469"/>
                  <a:pt x="1721168" y="3374612"/>
                </a:cubicBezTo>
                <a:cubicBezTo>
                  <a:pt x="1720977" y="3373469"/>
                  <a:pt x="1720882" y="3372326"/>
                  <a:pt x="1720787" y="3371279"/>
                </a:cubicBezTo>
                <a:cubicBezTo>
                  <a:pt x="1719739" y="3362230"/>
                  <a:pt x="1719167" y="3357753"/>
                  <a:pt x="1715643" y="3357753"/>
                </a:cubicBezTo>
                <a:lnTo>
                  <a:pt x="1715643" y="3357753"/>
                </a:lnTo>
                <a:cubicBezTo>
                  <a:pt x="1712119" y="3357753"/>
                  <a:pt x="1711643" y="3362325"/>
                  <a:pt x="1710500" y="3371279"/>
                </a:cubicBezTo>
                <a:cubicBezTo>
                  <a:pt x="1710404" y="3372326"/>
                  <a:pt x="1710214" y="3373469"/>
                  <a:pt x="1710119" y="3374612"/>
                </a:cubicBezTo>
                <a:cubicBezTo>
                  <a:pt x="1709928" y="3373469"/>
                  <a:pt x="1709833" y="3372326"/>
                  <a:pt x="1709738" y="3371279"/>
                </a:cubicBezTo>
                <a:cubicBezTo>
                  <a:pt x="1708690" y="3362230"/>
                  <a:pt x="1708118" y="3357753"/>
                  <a:pt x="1704594" y="3357753"/>
                </a:cubicBezTo>
                <a:lnTo>
                  <a:pt x="1704594" y="3357753"/>
                </a:lnTo>
                <a:cubicBezTo>
                  <a:pt x="1701070" y="3357753"/>
                  <a:pt x="1700594" y="3362325"/>
                  <a:pt x="1699451" y="3371279"/>
                </a:cubicBezTo>
                <a:cubicBezTo>
                  <a:pt x="1699355" y="3372326"/>
                  <a:pt x="1699165" y="3373469"/>
                  <a:pt x="1699070" y="3374612"/>
                </a:cubicBezTo>
                <a:cubicBezTo>
                  <a:pt x="1698879" y="3373469"/>
                  <a:pt x="1698784" y="3372326"/>
                  <a:pt x="1698689" y="3371279"/>
                </a:cubicBezTo>
                <a:cubicBezTo>
                  <a:pt x="1697641" y="3362230"/>
                  <a:pt x="1697069" y="3357753"/>
                  <a:pt x="1693545" y="3357753"/>
                </a:cubicBezTo>
                <a:lnTo>
                  <a:pt x="1693545" y="3357753"/>
                </a:lnTo>
                <a:cubicBezTo>
                  <a:pt x="1690021" y="3357753"/>
                  <a:pt x="1689545" y="3362325"/>
                  <a:pt x="1688402" y="3371279"/>
                </a:cubicBezTo>
                <a:cubicBezTo>
                  <a:pt x="1688306" y="3372326"/>
                  <a:pt x="1688116" y="3373469"/>
                  <a:pt x="1688021" y="3374612"/>
                </a:cubicBezTo>
                <a:cubicBezTo>
                  <a:pt x="1687830" y="3373469"/>
                  <a:pt x="1687735" y="3372326"/>
                  <a:pt x="1687640" y="3371279"/>
                </a:cubicBezTo>
                <a:cubicBezTo>
                  <a:pt x="1686592" y="3362230"/>
                  <a:pt x="1686020" y="3357753"/>
                  <a:pt x="1682496" y="3357753"/>
                </a:cubicBezTo>
                <a:lnTo>
                  <a:pt x="1682496" y="3357753"/>
                </a:lnTo>
                <a:cubicBezTo>
                  <a:pt x="1678972" y="3357753"/>
                  <a:pt x="1678496" y="3362325"/>
                  <a:pt x="1677353" y="3371279"/>
                </a:cubicBezTo>
                <a:cubicBezTo>
                  <a:pt x="1677257" y="3372326"/>
                  <a:pt x="1677067" y="3373469"/>
                  <a:pt x="1676972" y="3374612"/>
                </a:cubicBezTo>
                <a:cubicBezTo>
                  <a:pt x="1676781" y="3373469"/>
                  <a:pt x="1676686" y="3372326"/>
                  <a:pt x="1676591" y="3371279"/>
                </a:cubicBezTo>
                <a:cubicBezTo>
                  <a:pt x="1675543" y="3362230"/>
                  <a:pt x="1674971" y="3357658"/>
                  <a:pt x="1671447" y="3357658"/>
                </a:cubicBezTo>
                <a:lnTo>
                  <a:pt x="1671447" y="3357658"/>
                </a:lnTo>
                <a:cubicBezTo>
                  <a:pt x="1667923" y="3357658"/>
                  <a:pt x="1667351" y="3362230"/>
                  <a:pt x="1666303" y="3371184"/>
                </a:cubicBezTo>
                <a:cubicBezTo>
                  <a:pt x="1666208" y="3372231"/>
                  <a:pt x="1666018" y="3373374"/>
                  <a:pt x="1665923" y="3374517"/>
                </a:cubicBezTo>
                <a:cubicBezTo>
                  <a:pt x="1665732" y="3373374"/>
                  <a:pt x="1665637" y="3372136"/>
                  <a:pt x="1665542" y="3371184"/>
                </a:cubicBezTo>
                <a:cubicBezTo>
                  <a:pt x="1664494" y="3362135"/>
                  <a:pt x="1663922" y="3357658"/>
                  <a:pt x="1660398" y="3357658"/>
                </a:cubicBezTo>
                <a:lnTo>
                  <a:pt x="1660398" y="3357658"/>
                </a:lnTo>
                <a:cubicBezTo>
                  <a:pt x="1656874" y="3357658"/>
                  <a:pt x="1656302" y="3362230"/>
                  <a:pt x="1655255" y="3371184"/>
                </a:cubicBezTo>
                <a:cubicBezTo>
                  <a:pt x="1655159" y="3372231"/>
                  <a:pt x="1654969" y="3373374"/>
                  <a:pt x="1654778" y="3374612"/>
                </a:cubicBezTo>
                <a:cubicBezTo>
                  <a:pt x="1654588" y="3373469"/>
                  <a:pt x="1654493" y="3372231"/>
                  <a:pt x="1654397" y="3371184"/>
                </a:cubicBezTo>
                <a:cubicBezTo>
                  <a:pt x="1653350" y="3362135"/>
                  <a:pt x="1652778" y="3357658"/>
                  <a:pt x="1649254" y="3357658"/>
                </a:cubicBezTo>
                <a:lnTo>
                  <a:pt x="1649254" y="3357658"/>
                </a:lnTo>
                <a:cubicBezTo>
                  <a:pt x="1645730" y="3357658"/>
                  <a:pt x="1645158" y="3362230"/>
                  <a:pt x="1644110" y="3371184"/>
                </a:cubicBezTo>
                <a:cubicBezTo>
                  <a:pt x="1644015" y="3372231"/>
                  <a:pt x="1643825" y="3373374"/>
                  <a:pt x="1643634" y="3374612"/>
                </a:cubicBezTo>
                <a:cubicBezTo>
                  <a:pt x="1643444" y="3373469"/>
                  <a:pt x="1643348" y="3372231"/>
                  <a:pt x="1643253" y="3371184"/>
                </a:cubicBezTo>
                <a:cubicBezTo>
                  <a:pt x="1642205" y="3362135"/>
                  <a:pt x="1641634" y="3357658"/>
                  <a:pt x="1638110" y="3357658"/>
                </a:cubicBezTo>
                <a:lnTo>
                  <a:pt x="1638110" y="3357658"/>
                </a:lnTo>
                <a:cubicBezTo>
                  <a:pt x="1634585" y="3357658"/>
                  <a:pt x="1634014" y="3362230"/>
                  <a:pt x="1632966" y="3371184"/>
                </a:cubicBezTo>
                <a:cubicBezTo>
                  <a:pt x="1632871" y="3372231"/>
                  <a:pt x="1632680" y="3373374"/>
                  <a:pt x="1632585" y="3374517"/>
                </a:cubicBezTo>
                <a:cubicBezTo>
                  <a:pt x="1632395" y="3373374"/>
                  <a:pt x="1632299" y="3372231"/>
                  <a:pt x="1632204" y="3371184"/>
                </a:cubicBezTo>
                <a:lnTo>
                  <a:pt x="1632204" y="3370231"/>
                </a:lnTo>
                <a:cubicBezTo>
                  <a:pt x="1632204" y="3370231"/>
                  <a:pt x="1632109" y="3366230"/>
                  <a:pt x="1632109" y="3366230"/>
                </a:cubicBezTo>
                <a:cubicBezTo>
                  <a:pt x="1632109" y="3362516"/>
                  <a:pt x="1629156" y="3359563"/>
                  <a:pt x="1625441" y="3359563"/>
                </a:cubicBezTo>
                <a:lnTo>
                  <a:pt x="1599343" y="3359563"/>
                </a:lnTo>
                <a:cubicBezTo>
                  <a:pt x="1595628" y="3359563"/>
                  <a:pt x="1592675" y="3362516"/>
                  <a:pt x="1592675" y="3366230"/>
                </a:cubicBezTo>
                <a:lnTo>
                  <a:pt x="1592675" y="3368040"/>
                </a:lnTo>
                <a:lnTo>
                  <a:pt x="1526572" y="3368040"/>
                </a:lnTo>
                <a:lnTo>
                  <a:pt x="1505807" y="3343275"/>
                </a:lnTo>
                <a:lnTo>
                  <a:pt x="1505522" y="3214116"/>
                </a:lnTo>
                <a:lnTo>
                  <a:pt x="1556004" y="3166872"/>
                </a:lnTo>
                <a:lnTo>
                  <a:pt x="1588580" y="3166872"/>
                </a:lnTo>
                <a:cubicBezTo>
                  <a:pt x="1589723" y="3172492"/>
                  <a:pt x="1594485" y="3176778"/>
                  <a:pt x="1600391" y="3176778"/>
                </a:cubicBezTo>
                <a:cubicBezTo>
                  <a:pt x="1606296" y="3176778"/>
                  <a:pt x="1610963" y="3172587"/>
                  <a:pt x="1612202" y="3167063"/>
                </a:cubicBezTo>
                <a:lnTo>
                  <a:pt x="1687354" y="3167063"/>
                </a:lnTo>
                <a:cubicBezTo>
                  <a:pt x="1687354" y="3167063"/>
                  <a:pt x="1724597" y="3206496"/>
                  <a:pt x="1724597" y="3206496"/>
                </a:cubicBezTo>
                <a:lnTo>
                  <a:pt x="1888903" y="3206115"/>
                </a:lnTo>
                <a:lnTo>
                  <a:pt x="1889855" y="3206115"/>
                </a:lnTo>
                <a:lnTo>
                  <a:pt x="1945767" y="3154585"/>
                </a:lnTo>
                <a:lnTo>
                  <a:pt x="1971961" y="3154585"/>
                </a:lnTo>
                <a:cubicBezTo>
                  <a:pt x="1973104" y="3158680"/>
                  <a:pt x="1976723" y="3161919"/>
                  <a:pt x="1981200" y="3161919"/>
                </a:cubicBezTo>
                <a:cubicBezTo>
                  <a:pt x="1986629" y="3161919"/>
                  <a:pt x="1990916" y="3157538"/>
                  <a:pt x="1990916" y="3152109"/>
                </a:cubicBezTo>
                <a:cubicBezTo>
                  <a:pt x="1990916" y="3146679"/>
                  <a:pt x="1986534" y="3142298"/>
                  <a:pt x="1981200" y="3142298"/>
                </a:cubicBezTo>
                <a:cubicBezTo>
                  <a:pt x="1976628" y="3142298"/>
                  <a:pt x="1973009" y="3145536"/>
                  <a:pt x="1971866" y="3149727"/>
                </a:cubicBezTo>
                <a:lnTo>
                  <a:pt x="1943862" y="3149727"/>
                </a:lnTo>
                <a:cubicBezTo>
                  <a:pt x="1943862" y="3149727"/>
                  <a:pt x="1887950" y="3201257"/>
                  <a:pt x="1887950" y="3201257"/>
                </a:cubicBezTo>
                <a:lnTo>
                  <a:pt x="1726692" y="3201638"/>
                </a:lnTo>
                <a:lnTo>
                  <a:pt x="1689449" y="3162110"/>
                </a:lnTo>
                <a:lnTo>
                  <a:pt x="1612297" y="3162110"/>
                </a:lnTo>
                <a:cubicBezTo>
                  <a:pt x="1611249" y="3156490"/>
                  <a:pt x="1606487" y="3152109"/>
                  <a:pt x="1600391" y="3152109"/>
                </a:cubicBezTo>
                <a:cubicBezTo>
                  <a:pt x="1594295" y="3152109"/>
                  <a:pt x="1589723" y="3156395"/>
                  <a:pt x="1588580" y="3162014"/>
                </a:cubicBezTo>
                <a:lnTo>
                  <a:pt x="1554099" y="3162014"/>
                </a:lnTo>
                <a:lnTo>
                  <a:pt x="1500664" y="3211925"/>
                </a:lnTo>
                <a:lnTo>
                  <a:pt x="1500950" y="3343942"/>
                </a:lnTo>
                <a:lnTo>
                  <a:pt x="1500950" y="3344799"/>
                </a:lnTo>
                <a:lnTo>
                  <a:pt x="1524286" y="3372612"/>
                </a:lnTo>
                <a:lnTo>
                  <a:pt x="1592675" y="3372612"/>
                </a:lnTo>
                <a:lnTo>
                  <a:pt x="1592675" y="3374422"/>
                </a:lnTo>
                <a:cubicBezTo>
                  <a:pt x="1592675" y="3378137"/>
                  <a:pt x="1595628" y="3381089"/>
                  <a:pt x="1599343" y="3381089"/>
                </a:cubicBezTo>
                <a:lnTo>
                  <a:pt x="1625441" y="3381089"/>
                </a:lnTo>
                <a:cubicBezTo>
                  <a:pt x="1626680" y="3381089"/>
                  <a:pt x="1627823" y="3380613"/>
                  <a:pt x="1628775" y="3380042"/>
                </a:cubicBezTo>
                <a:cubicBezTo>
                  <a:pt x="1629537" y="3383280"/>
                  <a:pt x="1630490" y="3385090"/>
                  <a:pt x="1632585" y="3385090"/>
                </a:cubicBezTo>
                <a:lnTo>
                  <a:pt x="1632585" y="3385090"/>
                </a:lnTo>
                <a:cubicBezTo>
                  <a:pt x="1636109" y="3385090"/>
                  <a:pt x="1636681" y="3380518"/>
                  <a:pt x="1637728" y="3371564"/>
                </a:cubicBezTo>
                <a:cubicBezTo>
                  <a:pt x="1637824" y="3370517"/>
                  <a:pt x="1638014" y="3369374"/>
                  <a:pt x="1638110" y="3368230"/>
                </a:cubicBezTo>
                <a:cubicBezTo>
                  <a:pt x="1638300" y="3369374"/>
                  <a:pt x="1638395" y="3370612"/>
                  <a:pt x="1638491" y="3371564"/>
                </a:cubicBezTo>
                <a:cubicBezTo>
                  <a:pt x="1639538" y="3380613"/>
                  <a:pt x="1640110" y="3385090"/>
                  <a:pt x="1643634" y="3385090"/>
                </a:cubicBezTo>
                <a:lnTo>
                  <a:pt x="1643634" y="3385090"/>
                </a:lnTo>
                <a:cubicBezTo>
                  <a:pt x="1647158" y="3385090"/>
                  <a:pt x="1647730" y="3380518"/>
                  <a:pt x="1648778" y="3371564"/>
                </a:cubicBezTo>
                <a:cubicBezTo>
                  <a:pt x="1648873" y="3370517"/>
                  <a:pt x="1649063" y="3369374"/>
                  <a:pt x="1649254" y="3368135"/>
                </a:cubicBezTo>
                <a:cubicBezTo>
                  <a:pt x="1649444" y="3369278"/>
                  <a:pt x="1649540" y="3370517"/>
                  <a:pt x="1649635" y="3371564"/>
                </a:cubicBezTo>
                <a:cubicBezTo>
                  <a:pt x="1650682" y="3380613"/>
                  <a:pt x="1651254" y="3385090"/>
                  <a:pt x="1654778" y="3385090"/>
                </a:cubicBezTo>
                <a:lnTo>
                  <a:pt x="1654778" y="3385090"/>
                </a:lnTo>
                <a:cubicBezTo>
                  <a:pt x="1658303" y="3385090"/>
                  <a:pt x="1658874" y="3380518"/>
                  <a:pt x="1659922" y="3371564"/>
                </a:cubicBezTo>
                <a:cubicBezTo>
                  <a:pt x="1660017" y="3370517"/>
                  <a:pt x="1660207" y="3369374"/>
                  <a:pt x="1660303" y="3368230"/>
                </a:cubicBezTo>
                <a:cubicBezTo>
                  <a:pt x="1660493" y="3369374"/>
                  <a:pt x="1660589" y="3370612"/>
                  <a:pt x="1660684" y="3371564"/>
                </a:cubicBezTo>
                <a:cubicBezTo>
                  <a:pt x="1661732" y="3380613"/>
                  <a:pt x="1662303" y="3385090"/>
                  <a:pt x="1665827" y="3385090"/>
                </a:cubicBezTo>
                <a:cubicBezTo>
                  <a:pt x="1669352" y="3385090"/>
                  <a:pt x="1669923" y="3380518"/>
                  <a:pt x="1670971" y="3371564"/>
                </a:cubicBezTo>
                <a:cubicBezTo>
                  <a:pt x="1671066" y="3370517"/>
                  <a:pt x="1671257" y="3369374"/>
                  <a:pt x="1671352" y="3368230"/>
                </a:cubicBezTo>
                <a:cubicBezTo>
                  <a:pt x="1671542" y="3369374"/>
                  <a:pt x="1671638" y="3370517"/>
                  <a:pt x="1671733" y="3371564"/>
                </a:cubicBezTo>
                <a:cubicBezTo>
                  <a:pt x="1672781" y="3380613"/>
                  <a:pt x="1673352" y="3385090"/>
                  <a:pt x="1676876" y="3385090"/>
                </a:cubicBezTo>
                <a:cubicBezTo>
                  <a:pt x="1680401" y="3385090"/>
                  <a:pt x="1680972" y="3380518"/>
                  <a:pt x="1682020" y="3371564"/>
                </a:cubicBezTo>
                <a:cubicBezTo>
                  <a:pt x="1682115" y="3370517"/>
                  <a:pt x="1682306" y="3369374"/>
                  <a:pt x="1682401" y="3368230"/>
                </a:cubicBezTo>
                <a:cubicBezTo>
                  <a:pt x="1682591" y="3369374"/>
                  <a:pt x="1682687" y="3370517"/>
                  <a:pt x="1682782" y="3371564"/>
                </a:cubicBezTo>
                <a:cubicBezTo>
                  <a:pt x="1683830" y="3380613"/>
                  <a:pt x="1684401" y="3385090"/>
                  <a:pt x="1687925" y="3385090"/>
                </a:cubicBezTo>
                <a:cubicBezTo>
                  <a:pt x="1691450" y="3385090"/>
                  <a:pt x="1692021" y="3380518"/>
                  <a:pt x="1693069" y="3371564"/>
                </a:cubicBezTo>
                <a:cubicBezTo>
                  <a:pt x="1693164" y="3370612"/>
                  <a:pt x="1693355" y="3369469"/>
                  <a:pt x="1693450" y="3368230"/>
                </a:cubicBezTo>
                <a:cubicBezTo>
                  <a:pt x="1693640" y="3369374"/>
                  <a:pt x="1693736" y="3370517"/>
                  <a:pt x="1693831" y="3371564"/>
                </a:cubicBezTo>
                <a:cubicBezTo>
                  <a:pt x="1694878" y="3380613"/>
                  <a:pt x="1695450" y="3385090"/>
                  <a:pt x="1698974" y="3385185"/>
                </a:cubicBezTo>
                <a:cubicBezTo>
                  <a:pt x="1702499" y="3385185"/>
                  <a:pt x="1703070" y="3380613"/>
                  <a:pt x="1704118" y="3371660"/>
                </a:cubicBezTo>
                <a:cubicBezTo>
                  <a:pt x="1704213" y="3370707"/>
                  <a:pt x="1704403" y="3369469"/>
                  <a:pt x="1704499" y="3368326"/>
                </a:cubicBezTo>
                <a:cubicBezTo>
                  <a:pt x="1704689" y="3369469"/>
                  <a:pt x="1704785" y="3370612"/>
                  <a:pt x="1704880" y="3371660"/>
                </a:cubicBezTo>
                <a:cubicBezTo>
                  <a:pt x="1705928" y="3380709"/>
                  <a:pt x="1706499" y="3385185"/>
                  <a:pt x="1710023" y="3385185"/>
                </a:cubicBezTo>
                <a:cubicBezTo>
                  <a:pt x="1713548" y="3385185"/>
                  <a:pt x="1714119" y="3380613"/>
                  <a:pt x="1715167" y="3371660"/>
                </a:cubicBezTo>
                <a:cubicBezTo>
                  <a:pt x="1715262" y="3370612"/>
                  <a:pt x="1715453" y="3369469"/>
                  <a:pt x="1715548" y="3368326"/>
                </a:cubicBezTo>
                <a:cubicBezTo>
                  <a:pt x="1715738" y="3369469"/>
                  <a:pt x="1715834" y="3370612"/>
                  <a:pt x="1715929" y="3371660"/>
                </a:cubicBezTo>
                <a:cubicBezTo>
                  <a:pt x="1716977" y="3380709"/>
                  <a:pt x="1717548" y="3385185"/>
                  <a:pt x="1721072" y="3385185"/>
                </a:cubicBezTo>
                <a:cubicBezTo>
                  <a:pt x="1724597" y="3385185"/>
                  <a:pt x="1725168" y="3380613"/>
                  <a:pt x="1726216" y="3371660"/>
                </a:cubicBezTo>
                <a:cubicBezTo>
                  <a:pt x="1726311" y="3370612"/>
                  <a:pt x="1726502" y="3369469"/>
                  <a:pt x="1726597" y="3368326"/>
                </a:cubicBezTo>
                <a:cubicBezTo>
                  <a:pt x="1726787" y="3369469"/>
                  <a:pt x="1726882" y="3370707"/>
                  <a:pt x="1726978" y="3371660"/>
                </a:cubicBezTo>
                <a:cubicBezTo>
                  <a:pt x="1728026" y="3380709"/>
                  <a:pt x="1728597" y="3385185"/>
                  <a:pt x="1732121" y="3385185"/>
                </a:cubicBezTo>
                <a:cubicBezTo>
                  <a:pt x="1735646" y="3385185"/>
                  <a:pt x="1736217" y="3380613"/>
                  <a:pt x="1737265" y="3371660"/>
                </a:cubicBezTo>
                <a:cubicBezTo>
                  <a:pt x="1737360" y="3370612"/>
                  <a:pt x="1737551" y="3369469"/>
                  <a:pt x="1737741" y="3368230"/>
                </a:cubicBezTo>
                <a:cubicBezTo>
                  <a:pt x="1737932" y="3369374"/>
                  <a:pt x="1738027" y="3370612"/>
                  <a:pt x="1738122" y="3371660"/>
                </a:cubicBezTo>
                <a:cubicBezTo>
                  <a:pt x="1739170" y="3380709"/>
                  <a:pt x="1739741" y="3385185"/>
                  <a:pt x="1743266" y="3385185"/>
                </a:cubicBezTo>
                <a:cubicBezTo>
                  <a:pt x="1746790" y="3385185"/>
                  <a:pt x="1747361" y="3380613"/>
                  <a:pt x="1748409" y="3371660"/>
                </a:cubicBezTo>
                <a:cubicBezTo>
                  <a:pt x="1748504" y="3370612"/>
                  <a:pt x="1748695" y="3369469"/>
                  <a:pt x="1748885" y="3368230"/>
                </a:cubicBezTo>
                <a:cubicBezTo>
                  <a:pt x="1749076" y="3369374"/>
                  <a:pt x="1749171" y="3370612"/>
                  <a:pt x="1749266" y="3371660"/>
                </a:cubicBezTo>
                <a:cubicBezTo>
                  <a:pt x="1750314" y="3380709"/>
                  <a:pt x="1750886" y="3385185"/>
                  <a:pt x="1754410" y="3385280"/>
                </a:cubicBezTo>
                <a:cubicBezTo>
                  <a:pt x="1757934" y="3385280"/>
                  <a:pt x="1758506" y="3380709"/>
                  <a:pt x="1759553" y="3371755"/>
                </a:cubicBezTo>
                <a:cubicBezTo>
                  <a:pt x="1759649" y="3370707"/>
                  <a:pt x="1759839" y="3369564"/>
                  <a:pt x="1759934" y="3368326"/>
                </a:cubicBezTo>
                <a:cubicBezTo>
                  <a:pt x="1760125" y="3369469"/>
                  <a:pt x="1760220" y="3370707"/>
                  <a:pt x="1760315" y="3371755"/>
                </a:cubicBezTo>
                <a:cubicBezTo>
                  <a:pt x="1761363" y="3380804"/>
                  <a:pt x="1761935" y="3385280"/>
                  <a:pt x="1765459" y="3385280"/>
                </a:cubicBezTo>
                <a:cubicBezTo>
                  <a:pt x="1768983" y="3385280"/>
                  <a:pt x="1769555" y="3380709"/>
                  <a:pt x="1770602" y="3371755"/>
                </a:cubicBezTo>
                <a:cubicBezTo>
                  <a:pt x="1770698" y="3370707"/>
                  <a:pt x="1770888" y="3369564"/>
                  <a:pt x="1770983" y="3368421"/>
                </a:cubicBezTo>
                <a:cubicBezTo>
                  <a:pt x="1771174" y="3369564"/>
                  <a:pt x="1771269" y="3370802"/>
                  <a:pt x="1771364" y="3371755"/>
                </a:cubicBezTo>
                <a:cubicBezTo>
                  <a:pt x="1772412" y="3380804"/>
                  <a:pt x="1772984" y="3385280"/>
                  <a:pt x="1776508" y="3385280"/>
                </a:cubicBezTo>
                <a:cubicBezTo>
                  <a:pt x="1778603" y="3385280"/>
                  <a:pt x="1779651" y="3383375"/>
                  <a:pt x="1780413" y="3379946"/>
                </a:cubicBezTo>
                <a:cubicBezTo>
                  <a:pt x="1781366" y="3380518"/>
                  <a:pt x="1782509" y="3380994"/>
                  <a:pt x="1783747" y="3380994"/>
                </a:cubicBezTo>
                <a:lnTo>
                  <a:pt x="1809845" y="3380994"/>
                </a:lnTo>
                <a:cubicBezTo>
                  <a:pt x="1813465" y="3380994"/>
                  <a:pt x="1816322" y="3378137"/>
                  <a:pt x="1816513" y="3374612"/>
                </a:cubicBezTo>
                <a:lnTo>
                  <a:pt x="1832515" y="3396234"/>
                </a:lnTo>
                <a:cubicBezTo>
                  <a:pt x="1829657" y="3398330"/>
                  <a:pt x="1827562" y="3401473"/>
                  <a:pt x="1826990" y="3405092"/>
                </a:cubicBezTo>
                <a:lnTo>
                  <a:pt x="1825752" y="3405092"/>
                </a:lnTo>
                <a:lnTo>
                  <a:pt x="1825752" y="3409855"/>
                </a:lnTo>
                <a:lnTo>
                  <a:pt x="1826990" y="3409855"/>
                </a:lnTo>
                <a:cubicBezTo>
                  <a:pt x="1827848" y="3414046"/>
                  <a:pt x="1830610" y="3417570"/>
                  <a:pt x="1834325" y="3419380"/>
                </a:cubicBezTo>
                <a:lnTo>
                  <a:pt x="1814608" y="3444717"/>
                </a:lnTo>
                <a:cubicBezTo>
                  <a:pt x="1813370" y="3443383"/>
                  <a:pt x="1811655" y="3442621"/>
                  <a:pt x="1809750" y="3442621"/>
                </a:cubicBezTo>
                <a:lnTo>
                  <a:pt x="1783652" y="3442621"/>
                </a:lnTo>
                <a:cubicBezTo>
                  <a:pt x="1779937" y="3442621"/>
                  <a:pt x="1776984" y="3445574"/>
                  <a:pt x="1776984" y="3449288"/>
                </a:cubicBezTo>
                <a:lnTo>
                  <a:pt x="1776984" y="3454432"/>
                </a:lnTo>
                <a:cubicBezTo>
                  <a:pt x="1776794" y="3455480"/>
                  <a:pt x="1776603" y="3456623"/>
                  <a:pt x="1776508" y="3457766"/>
                </a:cubicBezTo>
                <a:cubicBezTo>
                  <a:pt x="1776317" y="3456623"/>
                  <a:pt x="1776222" y="3455384"/>
                  <a:pt x="1776127" y="3454432"/>
                </a:cubicBezTo>
                <a:cubicBezTo>
                  <a:pt x="1775079" y="3445383"/>
                  <a:pt x="1774507" y="3440906"/>
                  <a:pt x="1770983" y="3440906"/>
                </a:cubicBezTo>
                <a:lnTo>
                  <a:pt x="1770983" y="3440906"/>
                </a:lnTo>
                <a:cubicBezTo>
                  <a:pt x="1767459" y="3440906"/>
                  <a:pt x="1766888" y="3445478"/>
                  <a:pt x="1765840" y="3454432"/>
                </a:cubicBezTo>
                <a:cubicBezTo>
                  <a:pt x="1765745" y="3455480"/>
                  <a:pt x="1765554" y="3456623"/>
                  <a:pt x="1765459" y="3457766"/>
                </a:cubicBezTo>
                <a:cubicBezTo>
                  <a:pt x="1765268" y="3456623"/>
                  <a:pt x="1765173" y="3455384"/>
                  <a:pt x="1765078" y="3454432"/>
                </a:cubicBezTo>
                <a:cubicBezTo>
                  <a:pt x="1764030" y="3445383"/>
                  <a:pt x="1763459" y="3440811"/>
                  <a:pt x="1759934" y="3440811"/>
                </a:cubicBezTo>
                <a:lnTo>
                  <a:pt x="1759934" y="3440811"/>
                </a:lnTo>
                <a:cubicBezTo>
                  <a:pt x="1756410" y="3440811"/>
                  <a:pt x="1755839" y="3445383"/>
                  <a:pt x="1754791" y="3454337"/>
                </a:cubicBezTo>
                <a:cubicBezTo>
                  <a:pt x="1754696" y="3455384"/>
                  <a:pt x="1754505" y="3456527"/>
                  <a:pt x="1754315" y="3457766"/>
                </a:cubicBezTo>
                <a:cubicBezTo>
                  <a:pt x="1754124" y="3456623"/>
                  <a:pt x="1754029" y="3455384"/>
                  <a:pt x="1753934" y="3454337"/>
                </a:cubicBezTo>
                <a:cubicBezTo>
                  <a:pt x="1752886" y="3445288"/>
                  <a:pt x="1752314" y="3440716"/>
                  <a:pt x="1748790" y="3440811"/>
                </a:cubicBezTo>
                <a:cubicBezTo>
                  <a:pt x="1745266" y="3440811"/>
                  <a:pt x="1744694" y="3445383"/>
                  <a:pt x="1743647" y="3454337"/>
                </a:cubicBezTo>
                <a:cubicBezTo>
                  <a:pt x="1743551" y="3455384"/>
                  <a:pt x="1743361" y="3456623"/>
                  <a:pt x="1743170" y="3457766"/>
                </a:cubicBezTo>
                <a:cubicBezTo>
                  <a:pt x="1742980" y="3456527"/>
                  <a:pt x="1742885" y="3455384"/>
                  <a:pt x="1742694" y="3454337"/>
                </a:cubicBezTo>
                <a:cubicBezTo>
                  <a:pt x="1741646" y="3445288"/>
                  <a:pt x="1741075" y="3440811"/>
                  <a:pt x="1737551" y="3440811"/>
                </a:cubicBezTo>
                <a:lnTo>
                  <a:pt x="1737551" y="3440811"/>
                </a:lnTo>
                <a:cubicBezTo>
                  <a:pt x="1734026" y="3440811"/>
                  <a:pt x="1733455" y="3445383"/>
                  <a:pt x="1732407" y="3454337"/>
                </a:cubicBezTo>
                <a:cubicBezTo>
                  <a:pt x="1732312" y="3455384"/>
                  <a:pt x="1732121" y="3456527"/>
                  <a:pt x="1731931" y="3457670"/>
                </a:cubicBezTo>
                <a:cubicBezTo>
                  <a:pt x="1731740" y="3456527"/>
                  <a:pt x="1731645" y="3455289"/>
                  <a:pt x="1731550" y="3454337"/>
                </a:cubicBezTo>
                <a:cubicBezTo>
                  <a:pt x="1730502" y="3445288"/>
                  <a:pt x="1729931" y="3440811"/>
                  <a:pt x="1726406" y="3440811"/>
                </a:cubicBezTo>
                <a:lnTo>
                  <a:pt x="1726406" y="3440811"/>
                </a:lnTo>
                <a:cubicBezTo>
                  <a:pt x="1722882" y="3440811"/>
                  <a:pt x="1722311" y="3445383"/>
                  <a:pt x="1721263" y="3454337"/>
                </a:cubicBezTo>
                <a:cubicBezTo>
                  <a:pt x="1721168" y="3455384"/>
                  <a:pt x="1720977" y="3456527"/>
                  <a:pt x="1720882" y="3457670"/>
                </a:cubicBezTo>
                <a:cubicBezTo>
                  <a:pt x="1720691" y="3456527"/>
                  <a:pt x="1720596" y="3455384"/>
                  <a:pt x="1720501" y="3454337"/>
                </a:cubicBezTo>
                <a:cubicBezTo>
                  <a:pt x="1719453" y="3445288"/>
                  <a:pt x="1718882" y="3440811"/>
                  <a:pt x="1715357" y="3440811"/>
                </a:cubicBezTo>
                <a:lnTo>
                  <a:pt x="1715357" y="3440811"/>
                </a:lnTo>
                <a:cubicBezTo>
                  <a:pt x="1711833" y="3440811"/>
                  <a:pt x="1711357" y="3445383"/>
                  <a:pt x="1710214" y="3454337"/>
                </a:cubicBezTo>
                <a:cubicBezTo>
                  <a:pt x="1710119" y="3455384"/>
                  <a:pt x="1709928" y="3456527"/>
                  <a:pt x="1709833" y="3457670"/>
                </a:cubicBezTo>
                <a:cubicBezTo>
                  <a:pt x="1709642" y="3456527"/>
                  <a:pt x="1709547" y="3455384"/>
                  <a:pt x="1709452" y="3454337"/>
                </a:cubicBezTo>
                <a:cubicBezTo>
                  <a:pt x="1708404" y="3445288"/>
                  <a:pt x="1707832" y="3440811"/>
                  <a:pt x="1704308" y="3440811"/>
                </a:cubicBezTo>
                <a:lnTo>
                  <a:pt x="1704308" y="3440811"/>
                </a:lnTo>
                <a:cubicBezTo>
                  <a:pt x="1700784" y="3440811"/>
                  <a:pt x="1700308" y="3445383"/>
                  <a:pt x="1699165" y="3454337"/>
                </a:cubicBezTo>
                <a:cubicBezTo>
                  <a:pt x="1699070" y="3455384"/>
                  <a:pt x="1698879" y="3456527"/>
                  <a:pt x="1698784" y="3457670"/>
                </a:cubicBezTo>
                <a:cubicBezTo>
                  <a:pt x="1698593" y="3456527"/>
                  <a:pt x="1698498" y="3455384"/>
                  <a:pt x="1698403" y="3454337"/>
                </a:cubicBezTo>
                <a:cubicBezTo>
                  <a:pt x="1697355" y="3445288"/>
                  <a:pt x="1696784" y="3440811"/>
                  <a:pt x="1693259" y="3440811"/>
                </a:cubicBezTo>
                <a:lnTo>
                  <a:pt x="1693259" y="3440811"/>
                </a:lnTo>
                <a:cubicBezTo>
                  <a:pt x="1689735" y="3440811"/>
                  <a:pt x="1689259" y="3445383"/>
                  <a:pt x="1688116" y="3454337"/>
                </a:cubicBezTo>
                <a:cubicBezTo>
                  <a:pt x="1688021" y="3455384"/>
                  <a:pt x="1687830" y="3456527"/>
                  <a:pt x="1687735" y="3457670"/>
                </a:cubicBezTo>
                <a:cubicBezTo>
                  <a:pt x="1687544" y="3456527"/>
                  <a:pt x="1687449" y="3455384"/>
                  <a:pt x="1687354" y="3454337"/>
                </a:cubicBezTo>
                <a:cubicBezTo>
                  <a:pt x="1686306" y="3445288"/>
                  <a:pt x="1685735" y="3440811"/>
                  <a:pt x="1682210" y="3440811"/>
                </a:cubicBezTo>
                <a:cubicBezTo>
                  <a:pt x="1678877" y="3440811"/>
                  <a:pt x="1678115" y="3445288"/>
                  <a:pt x="1677067" y="3454337"/>
                </a:cubicBezTo>
                <a:cubicBezTo>
                  <a:pt x="1676972" y="3455384"/>
                  <a:pt x="1676781" y="3456527"/>
                  <a:pt x="1676686" y="3457670"/>
                </a:cubicBezTo>
                <a:cubicBezTo>
                  <a:pt x="1676495" y="3456527"/>
                  <a:pt x="1676400" y="3455384"/>
                  <a:pt x="1676305" y="3454337"/>
                </a:cubicBezTo>
                <a:cubicBezTo>
                  <a:pt x="1675257" y="3445288"/>
                  <a:pt x="1674686" y="3440716"/>
                  <a:pt x="1671161" y="3440716"/>
                </a:cubicBezTo>
                <a:lnTo>
                  <a:pt x="1671161" y="3440716"/>
                </a:lnTo>
                <a:cubicBezTo>
                  <a:pt x="1667637" y="3440716"/>
                  <a:pt x="1667066" y="3445288"/>
                  <a:pt x="1666018" y="3454242"/>
                </a:cubicBezTo>
                <a:cubicBezTo>
                  <a:pt x="1665923" y="3455289"/>
                  <a:pt x="1665732" y="3456432"/>
                  <a:pt x="1665637" y="3457575"/>
                </a:cubicBezTo>
                <a:cubicBezTo>
                  <a:pt x="1665446" y="3456432"/>
                  <a:pt x="1665351" y="3455194"/>
                  <a:pt x="1665256" y="3454242"/>
                </a:cubicBezTo>
                <a:cubicBezTo>
                  <a:pt x="1664208" y="3445193"/>
                  <a:pt x="1663637" y="3440716"/>
                  <a:pt x="1660112" y="3440716"/>
                </a:cubicBezTo>
                <a:lnTo>
                  <a:pt x="1660112" y="3440716"/>
                </a:lnTo>
                <a:cubicBezTo>
                  <a:pt x="1656588" y="3440716"/>
                  <a:pt x="1656017" y="3445288"/>
                  <a:pt x="1654969" y="3454242"/>
                </a:cubicBezTo>
                <a:cubicBezTo>
                  <a:pt x="1654874" y="3455289"/>
                  <a:pt x="1654683" y="3456432"/>
                  <a:pt x="1654493" y="3457670"/>
                </a:cubicBezTo>
                <a:cubicBezTo>
                  <a:pt x="1654302" y="3456527"/>
                  <a:pt x="1654207" y="3455289"/>
                  <a:pt x="1654112" y="3454242"/>
                </a:cubicBezTo>
                <a:cubicBezTo>
                  <a:pt x="1653064" y="3445193"/>
                  <a:pt x="1652492" y="3440716"/>
                  <a:pt x="1648968" y="3440716"/>
                </a:cubicBezTo>
                <a:lnTo>
                  <a:pt x="1648968" y="3440716"/>
                </a:lnTo>
                <a:cubicBezTo>
                  <a:pt x="1645444" y="3440716"/>
                  <a:pt x="1644872" y="3445288"/>
                  <a:pt x="1643825" y="3454242"/>
                </a:cubicBezTo>
                <a:cubicBezTo>
                  <a:pt x="1643729" y="3455289"/>
                  <a:pt x="1643539" y="3456432"/>
                  <a:pt x="1643348" y="3457670"/>
                </a:cubicBezTo>
                <a:cubicBezTo>
                  <a:pt x="1643158" y="3456527"/>
                  <a:pt x="1643063" y="3455289"/>
                  <a:pt x="1642967" y="3454242"/>
                </a:cubicBezTo>
                <a:cubicBezTo>
                  <a:pt x="1641920" y="3445193"/>
                  <a:pt x="1641348" y="3440716"/>
                  <a:pt x="1637824" y="3440716"/>
                </a:cubicBezTo>
                <a:lnTo>
                  <a:pt x="1637824" y="3440716"/>
                </a:lnTo>
                <a:cubicBezTo>
                  <a:pt x="1634300" y="3440716"/>
                  <a:pt x="1633728" y="3445288"/>
                  <a:pt x="1632680" y="3454242"/>
                </a:cubicBezTo>
                <a:cubicBezTo>
                  <a:pt x="1632585" y="3455289"/>
                  <a:pt x="1632395" y="3456432"/>
                  <a:pt x="1632299" y="3457575"/>
                </a:cubicBezTo>
                <a:cubicBezTo>
                  <a:pt x="1632109" y="3456432"/>
                  <a:pt x="1632014" y="3455289"/>
                  <a:pt x="1631918" y="3454242"/>
                </a:cubicBezTo>
                <a:lnTo>
                  <a:pt x="1631918" y="3453289"/>
                </a:lnTo>
                <a:cubicBezTo>
                  <a:pt x="1631918" y="3453289"/>
                  <a:pt x="1631823" y="3449288"/>
                  <a:pt x="1631823" y="3449288"/>
                </a:cubicBezTo>
                <a:cubicBezTo>
                  <a:pt x="1631823" y="3445574"/>
                  <a:pt x="1628870" y="3442621"/>
                  <a:pt x="1625156" y="3442621"/>
                </a:cubicBezTo>
                <a:lnTo>
                  <a:pt x="1599057" y="3442621"/>
                </a:lnTo>
                <a:cubicBezTo>
                  <a:pt x="1595342" y="3442621"/>
                  <a:pt x="1592390" y="3445574"/>
                  <a:pt x="1592390" y="3449288"/>
                </a:cubicBezTo>
                <a:lnTo>
                  <a:pt x="1592390" y="3452241"/>
                </a:lnTo>
                <a:lnTo>
                  <a:pt x="1530668" y="3452241"/>
                </a:lnTo>
                <a:lnTo>
                  <a:pt x="1499711" y="3491579"/>
                </a:lnTo>
                <a:lnTo>
                  <a:pt x="1499711" y="3595021"/>
                </a:lnTo>
                <a:lnTo>
                  <a:pt x="1487234" y="3611594"/>
                </a:lnTo>
                <a:lnTo>
                  <a:pt x="1487234" y="3662267"/>
                </a:lnTo>
                <a:cubicBezTo>
                  <a:pt x="1480852" y="3663410"/>
                  <a:pt x="1475994" y="3668935"/>
                  <a:pt x="1475994" y="3675698"/>
                </a:cubicBezTo>
                <a:cubicBezTo>
                  <a:pt x="1475994" y="3678269"/>
                  <a:pt x="1476756" y="3680746"/>
                  <a:pt x="1477994" y="3682842"/>
                </a:cubicBezTo>
                <a:lnTo>
                  <a:pt x="1393698" y="3755708"/>
                </a:lnTo>
                <a:lnTo>
                  <a:pt x="1327690" y="3755898"/>
                </a:lnTo>
                <a:lnTo>
                  <a:pt x="1327690" y="3753231"/>
                </a:lnTo>
                <a:cubicBezTo>
                  <a:pt x="1327690" y="3751136"/>
                  <a:pt x="1325975" y="3749326"/>
                  <a:pt x="1323785" y="3749326"/>
                </a:cubicBezTo>
                <a:lnTo>
                  <a:pt x="1313878" y="3749326"/>
                </a:lnTo>
                <a:cubicBezTo>
                  <a:pt x="1311783" y="3749326"/>
                  <a:pt x="1309973" y="3751040"/>
                  <a:pt x="1309973" y="3753231"/>
                </a:cubicBezTo>
                <a:lnTo>
                  <a:pt x="1309973" y="3763137"/>
                </a:lnTo>
                <a:cubicBezTo>
                  <a:pt x="1309973" y="3765233"/>
                  <a:pt x="1311688" y="3767042"/>
                  <a:pt x="1313878" y="3767042"/>
                </a:cubicBezTo>
                <a:lnTo>
                  <a:pt x="1323785" y="3767042"/>
                </a:lnTo>
                <a:cubicBezTo>
                  <a:pt x="1325880" y="3767042"/>
                  <a:pt x="1327690" y="3765328"/>
                  <a:pt x="1327690" y="3763137"/>
                </a:cubicBezTo>
                <a:lnTo>
                  <a:pt x="1327690" y="3760661"/>
                </a:lnTo>
                <a:lnTo>
                  <a:pt x="1395413" y="3760470"/>
                </a:lnTo>
                <a:lnTo>
                  <a:pt x="1481138" y="3686366"/>
                </a:lnTo>
                <a:lnTo>
                  <a:pt x="1481138" y="3686366"/>
                </a:lnTo>
                <a:cubicBezTo>
                  <a:pt x="1483519" y="3688175"/>
                  <a:pt x="1486376" y="3689413"/>
                  <a:pt x="1489615" y="3689413"/>
                </a:cubicBezTo>
                <a:cubicBezTo>
                  <a:pt x="1497140" y="3689413"/>
                  <a:pt x="1503236" y="3683318"/>
                  <a:pt x="1503236" y="3675793"/>
                </a:cubicBezTo>
                <a:cubicBezTo>
                  <a:pt x="1503236" y="3669125"/>
                  <a:pt x="1498378" y="3663505"/>
                  <a:pt x="1491996" y="3662363"/>
                </a:cubicBezTo>
                <a:lnTo>
                  <a:pt x="1491996" y="3613309"/>
                </a:lnTo>
                <a:lnTo>
                  <a:pt x="1504474" y="3596735"/>
                </a:lnTo>
                <a:lnTo>
                  <a:pt x="1504474" y="3493294"/>
                </a:lnTo>
                <a:lnTo>
                  <a:pt x="1532953" y="3457004"/>
                </a:lnTo>
                <a:lnTo>
                  <a:pt x="1592294" y="3457004"/>
                </a:lnTo>
                <a:lnTo>
                  <a:pt x="1592294" y="3457575"/>
                </a:lnTo>
                <a:cubicBezTo>
                  <a:pt x="1592294" y="3461290"/>
                  <a:pt x="1595247" y="3464243"/>
                  <a:pt x="1598962" y="3464243"/>
                </a:cubicBezTo>
                <a:lnTo>
                  <a:pt x="1625060" y="3464243"/>
                </a:lnTo>
                <a:cubicBezTo>
                  <a:pt x="1626299" y="3464243"/>
                  <a:pt x="1627442" y="3463767"/>
                  <a:pt x="1628394" y="3463195"/>
                </a:cubicBezTo>
                <a:cubicBezTo>
                  <a:pt x="1629156" y="3466434"/>
                  <a:pt x="1630109" y="3468243"/>
                  <a:pt x="1632204" y="3468243"/>
                </a:cubicBezTo>
                <a:lnTo>
                  <a:pt x="1632204" y="3468243"/>
                </a:lnTo>
                <a:cubicBezTo>
                  <a:pt x="1635728" y="3468243"/>
                  <a:pt x="1636300" y="3463671"/>
                  <a:pt x="1637348" y="3454718"/>
                </a:cubicBezTo>
                <a:cubicBezTo>
                  <a:pt x="1637443" y="3453670"/>
                  <a:pt x="1637633" y="3452527"/>
                  <a:pt x="1637728" y="3451384"/>
                </a:cubicBezTo>
                <a:cubicBezTo>
                  <a:pt x="1637919" y="3452527"/>
                  <a:pt x="1638014" y="3453765"/>
                  <a:pt x="1638110" y="3454718"/>
                </a:cubicBezTo>
                <a:cubicBezTo>
                  <a:pt x="1639157" y="3463767"/>
                  <a:pt x="1639729" y="3468243"/>
                  <a:pt x="1643253" y="3468243"/>
                </a:cubicBezTo>
                <a:lnTo>
                  <a:pt x="1643253" y="3468243"/>
                </a:lnTo>
                <a:cubicBezTo>
                  <a:pt x="1646777" y="3468243"/>
                  <a:pt x="1647349" y="3463671"/>
                  <a:pt x="1648397" y="3454718"/>
                </a:cubicBezTo>
                <a:cubicBezTo>
                  <a:pt x="1648492" y="3453670"/>
                  <a:pt x="1648682" y="3452527"/>
                  <a:pt x="1648873" y="3451288"/>
                </a:cubicBezTo>
                <a:cubicBezTo>
                  <a:pt x="1649063" y="3452432"/>
                  <a:pt x="1649159" y="3453670"/>
                  <a:pt x="1649254" y="3454718"/>
                </a:cubicBezTo>
                <a:cubicBezTo>
                  <a:pt x="1650302" y="3463767"/>
                  <a:pt x="1650873" y="3468243"/>
                  <a:pt x="1654397" y="3468243"/>
                </a:cubicBezTo>
                <a:lnTo>
                  <a:pt x="1654397" y="3468243"/>
                </a:lnTo>
                <a:cubicBezTo>
                  <a:pt x="1657922" y="3468243"/>
                  <a:pt x="1658493" y="3463671"/>
                  <a:pt x="1659541" y="3454718"/>
                </a:cubicBezTo>
                <a:cubicBezTo>
                  <a:pt x="1659636" y="3453670"/>
                  <a:pt x="1659827" y="3452527"/>
                  <a:pt x="1659922" y="3451384"/>
                </a:cubicBezTo>
                <a:cubicBezTo>
                  <a:pt x="1660112" y="3452527"/>
                  <a:pt x="1660207" y="3453765"/>
                  <a:pt x="1660303" y="3454718"/>
                </a:cubicBezTo>
                <a:cubicBezTo>
                  <a:pt x="1661351" y="3463767"/>
                  <a:pt x="1661922" y="3468243"/>
                  <a:pt x="1665446" y="3468243"/>
                </a:cubicBezTo>
                <a:lnTo>
                  <a:pt x="1665446" y="3468243"/>
                </a:lnTo>
                <a:cubicBezTo>
                  <a:pt x="1668971" y="3468243"/>
                  <a:pt x="1669542" y="3463671"/>
                  <a:pt x="1670590" y="3454718"/>
                </a:cubicBezTo>
                <a:cubicBezTo>
                  <a:pt x="1670685" y="3453670"/>
                  <a:pt x="1670876" y="3452527"/>
                  <a:pt x="1670971" y="3451384"/>
                </a:cubicBezTo>
                <a:cubicBezTo>
                  <a:pt x="1671161" y="3452527"/>
                  <a:pt x="1671257" y="3453765"/>
                  <a:pt x="1671352" y="3454718"/>
                </a:cubicBezTo>
                <a:cubicBezTo>
                  <a:pt x="1672400" y="3463767"/>
                  <a:pt x="1672971" y="3468243"/>
                  <a:pt x="1676495" y="3468243"/>
                </a:cubicBezTo>
                <a:lnTo>
                  <a:pt x="1676495" y="3468243"/>
                </a:lnTo>
                <a:cubicBezTo>
                  <a:pt x="1680020" y="3468243"/>
                  <a:pt x="1680496" y="3463671"/>
                  <a:pt x="1681639" y="3454718"/>
                </a:cubicBezTo>
                <a:cubicBezTo>
                  <a:pt x="1681734" y="3453670"/>
                  <a:pt x="1681925" y="3452527"/>
                  <a:pt x="1682020" y="3451384"/>
                </a:cubicBezTo>
                <a:cubicBezTo>
                  <a:pt x="1682210" y="3452527"/>
                  <a:pt x="1682306" y="3453670"/>
                  <a:pt x="1682401" y="3454718"/>
                </a:cubicBezTo>
                <a:cubicBezTo>
                  <a:pt x="1683449" y="3463767"/>
                  <a:pt x="1684020" y="3468243"/>
                  <a:pt x="1687544" y="3468243"/>
                </a:cubicBezTo>
                <a:lnTo>
                  <a:pt x="1687544" y="3468243"/>
                </a:lnTo>
                <a:cubicBezTo>
                  <a:pt x="1691069" y="3468243"/>
                  <a:pt x="1691545" y="3463671"/>
                  <a:pt x="1692688" y="3454718"/>
                </a:cubicBezTo>
                <a:cubicBezTo>
                  <a:pt x="1692783" y="3453670"/>
                  <a:pt x="1692974" y="3452527"/>
                  <a:pt x="1693069" y="3451384"/>
                </a:cubicBezTo>
                <a:cubicBezTo>
                  <a:pt x="1693259" y="3452527"/>
                  <a:pt x="1693355" y="3453670"/>
                  <a:pt x="1693450" y="3454622"/>
                </a:cubicBezTo>
                <a:cubicBezTo>
                  <a:pt x="1694498" y="3463671"/>
                  <a:pt x="1695069" y="3468148"/>
                  <a:pt x="1698593" y="3468243"/>
                </a:cubicBezTo>
                <a:cubicBezTo>
                  <a:pt x="1702118" y="3468243"/>
                  <a:pt x="1702689" y="3463671"/>
                  <a:pt x="1703737" y="3454718"/>
                </a:cubicBezTo>
                <a:cubicBezTo>
                  <a:pt x="1703832" y="3453765"/>
                  <a:pt x="1704023" y="3452527"/>
                  <a:pt x="1704118" y="3451384"/>
                </a:cubicBezTo>
                <a:cubicBezTo>
                  <a:pt x="1704308" y="3452527"/>
                  <a:pt x="1704403" y="3453670"/>
                  <a:pt x="1704499" y="3454718"/>
                </a:cubicBezTo>
                <a:cubicBezTo>
                  <a:pt x="1705547" y="3463767"/>
                  <a:pt x="1706118" y="3468243"/>
                  <a:pt x="1709642" y="3468243"/>
                </a:cubicBezTo>
                <a:cubicBezTo>
                  <a:pt x="1713167" y="3468243"/>
                  <a:pt x="1713738" y="3463671"/>
                  <a:pt x="1714786" y="3454718"/>
                </a:cubicBezTo>
                <a:cubicBezTo>
                  <a:pt x="1714881" y="3453670"/>
                  <a:pt x="1715072" y="3452527"/>
                  <a:pt x="1715167" y="3451384"/>
                </a:cubicBezTo>
                <a:cubicBezTo>
                  <a:pt x="1715357" y="3452527"/>
                  <a:pt x="1715453" y="3453670"/>
                  <a:pt x="1715548" y="3454718"/>
                </a:cubicBezTo>
                <a:cubicBezTo>
                  <a:pt x="1716596" y="3463767"/>
                  <a:pt x="1717167" y="3468243"/>
                  <a:pt x="1720691" y="3468243"/>
                </a:cubicBezTo>
                <a:cubicBezTo>
                  <a:pt x="1724216" y="3468243"/>
                  <a:pt x="1724787" y="3463671"/>
                  <a:pt x="1725835" y="3454718"/>
                </a:cubicBezTo>
                <a:cubicBezTo>
                  <a:pt x="1725930" y="3453670"/>
                  <a:pt x="1726121" y="3452527"/>
                  <a:pt x="1726216" y="3451384"/>
                </a:cubicBezTo>
                <a:cubicBezTo>
                  <a:pt x="1726406" y="3452527"/>
                  <a:pt x="1726502" y="3453765"/>
                  <a:pt x="1726597" y="3454718"/>
                </a:cubicBezTo>
                <a:cubicBezTo>
                  <a:pt x="1727645" y="3463767"/>
                  <a:pt x="1728216" y="3468243"/>
                  <a:pt x="1731740" y="3468243"/>
                </a:cubicBezTo>
                <a:cubicBezTo>
                  <a:pt x="1735265" y="3468243"/>
                  <a:pt x="1735836" y="3463671"/>
                  <a:pt x="1736884" y="3454718"/>
                </a:cubicBezTo>
                <a:cubicBezTo>
                  <a:pt x="1736979" y="3453670"/>
                  <a:pt x="1737170" y="3452527"/>
                  <a:pt x="1737360" y="3451288"/>
                </a:cubicBezTo>
                <a:cubicBezTo>
                  <a:pt x="1737551" y="3452432"/>
                  <a:pt x="1737646" y="3453670"/>
                  <a:pt x="1737741" y="3454718"/>
                </a:cubicBezTo>
                <a:cubicBezTo>
                  <a:pt x="1738789" y="3463767"/>
                  <a:pt x="1739360" y="3468243"/>
                  <a:pt x="1742885" y="3468243"/>
                </a:cubicBezTo>
                <a:cubicBezTo>
                  <a:pt x="1746409" y="3468243"/>
                  <a:pt x="1746980" y="3463671"/>
                  <a:pt x="1748028" y="3454718"/>
                </a:cubicBezTo>
                <a:cubicBezTo>
                  <a:pt x="1748123" y="3453670"/>
                  <a:pt x="1748314" y="3452527"/>
                  <a:pt x="1748504" y="3451288"/>
                </a:cubicBezTo>
                <a:cubicBezTo>
                  <a:pt x="1748695" y="3452432"/>
                  <a:pt x="1748790" y="3453670"/>
                  <a:pt x="1748885" y="3454718"/>
                </a:cubicBezTo>
                <a:cubicBezTo>
                  <a:pt x="1749933" y="3463767"/>
                  <a:pt x="1750505" y="3468243"/>
                  <a:pt x="1754029" y="3468338"/>
                </a:cubicBezTo>
                <a:cubicBezTo>
                  <a:pt x="1757553" y="3468338"/>
                  <a:pt x="1758125" y="3463767"/>
                  <a:pt x="1759172" y="3454813"/>
                </a:cubicBezTo>
                <a:cubicBezTo>
                  <a:pt x="1759268" y="3453765"/>
                  <a:pt x="1759458" y="3452622"/>
                  <a:pt x="1759553" y="3451384"/>
                </a:cubicBezTo>
                <a:cubicBezTo>
                  <a:pt x="1759744" y="3452527"/>
                  <a:pt x="1759839" y="3453765"/>
                  <a:pt x="1759934" y="3454813"/>
                </a:cubicBezTo>
                <a:cubicBezTo>
                  <a:pt x="1760982" y="3463862"/>
                  <a:pt x="1761553" y="3468338"/>
                  <a:pt x="1765078" y="3468338"/>
                </a:cubicBezTo>
                <a:cubicBezTo>
                  <a:pt x="1768602" y="3468338"/>
                  <a:pt x="1769174" y="3463767"/>
                  <a:pt x="1770221" y="3454813"/>
                </a:cubicBezTo>
                <a:cubicBezTo>
                  <a:pt x="1770317" y="3453765"/>
                  <a:pt x="1770507" y="3452622"/>
                  <a:pt x="1770602" y="3451479"/>
                </a:cubicBezTo>
                <a:cubicBezTo>
                  <a:pt x="1770793" y="3452622"/>
                  <a:pt x="1770888" y="3453860"/>
                  <a:pt x="1770983" y="3454813"/>
                </a:cubicBezTo>
                <a:cubicBezTo>
                  <a:pt x="1772031" y="3463862"/>
                  <a:pt x="1772603" y="3468338"/>
                  <a:pt x="1776127" y="3468338"/>
                </a:cubicBezTo>
                <a:cubicBezTo>
                  <a:pt x="1778318" y="3468338"/>
                  <a:pt x="1779270" y="3466434"/>
                  <a:pt x="1780032" y="3463004"/>
                </a:cubicBezTo>
                <a:cubicBezTo>
                  <a:pt x="1780985" y="3463576"/>
                  <a:pt x="1782128" y="3464052"/>
                  <a:pt x="1783366" y="3464052"/>
                </a:cubicBezTo>
                <a:lnTo>
                  <a:pt x="1809464" y="3464052"/>
                </a:lnTo>
                <a:cubicBezTo>
                  <a:pt x="1813179" y="3464052"/>
                  <a:pt x="1816132" y="3461099"/>
                  <a:pt x="1816132" y="3457385"/>
                </a:cubicBezTo>
                <a:lnTo>
                  <a:pt x="1816132" y="3449860"/>
                </a:lnTo>
                <a:lnTo>
                  <a:pt x="1838897" y="3420523"/>
                </a:lnTo>
                <a:cubicBezTo>
                  <a:pt x="1838897" y="3420523"/>
                  <a:pt x="1839659" y="3420618"/>
                  <a:pt x="1840040" y="3420618"/>
                </a:cubicBezTo>
                <a:cubicBezTo>
                  <a:pt x="1847564" y="3420618"/>
                  <a:pt x="1853660" y="3414522"/>
                  <a:pt x="1853660" y="3406997"/>
                </a:cubicBezTo>
                <a:cubicBezTo>
                  <a:pt x="1853660" y="3399473"/>
                  <a:pt x="1847564" y="3393377"/>
                  <a:pt x="1840040" y="3393377"/>
                </a:cubicBezTo>
                <a:close/>
                <a:moveTo>
                  <a:pt x="1980343" y="3147060"/>
                </a:moveTo>
                <a:cubicBezTo>
                  <a:pt x="1983105" y="3147060"/>
                  <a:pt x="1985296" y="3149346"/>
                  <a:pt x="1985296" y="3152109"/>
                </a:cubicBezTo>
                <a:cubicBezTo>
                  <a:pt x="1985296" y="3154871"/>
                  <a:pt x="1983010" y="3157157"/>
                  <a:pt x="1980343" y="3157157"/>
                </a:cubicBezTo>
                <a:cubicBezTo>
                  <a:pt x="1977676" y="3157157"/>
                  <a:pt x="1975295" y="3154871"/>
                  <a:pt x="1975295" y="3152109"/>
                </a:cubicBezTo>
                <a:cubicBezTo>
                  <a:pt x="1975295" y="3149346"/>
                  <a:pt x="1977581" y="3147060"/>
                  <a:pt x="1980343" y="3147060"/>
                </a:cubicBezTo>
                <a:close/>
                <a:moveTo>
                  <a:pt x="1599533" y="3156871"/>
                </a:moveTo>
                <a:cubicBezTo>
                  <a:pt x="1603724" y="3156871"/>
                  <a:pt x="1607058" y="3160300"/>
                  <a:pt x="1607058" y="3164396"/>
                </a:cubicBezTo>
                <a:cubicBezTo>
                  <a:pt x="1607058" y="3168492"/>
                  <a:pt x="1603629" y="3171920"/>
                  <a:pt x="1599533" y="3171920"/>
                </a:cubicBezTo>
                <a:cubicBezTo>
                  <a:pt x="1595438" y="3171920"/>
                  <a:pt x="1592009" y="3168492"/>
                  <a:pt x="1592009" y="3164396"/>
                </a:cubicBezTo>
                <a:cubicBezTo>
                  <a:pt x="1592009" y="3160300"/>
                  <a:pt x="1595438" y="3156871"/>
                  <a:pt x="1599533" y="3156871"/>
                </a:cubicBezTo>
                <a:close/>
                <a:moveTo>
                  <a:pt x="1626584" y="3374517"/>
                </a:moveTo>
                <a:cubicBezTo>
                  <a:pt x="1626584" y="3375565"/>
                  <a:pt x="1625727" y="3376422"/>
                  <a:pt x="1624679" y="3376422"/>
                </a:cubicBezTo>
                <a:lnTo>
                  <a:pt x="1598581" y="3376422"/>
                </a:lnTo>
                <a:cubicBezTo>
                  <a:pt x="1597533" y="3376422"/>
                  <a:pt x="1596676" y="3375565"/>
                  <a:pt x="1596676" y="3374517"/>
                </a:cubicBezTo>
                <a:lnTo>
                  <a:pt x="1596676" y="3366135"/>
                </a:lnTo>
                <a:cubicBezTo>
                  <a:pt x="1596676" y="3365087"/>
                  <a:pt x="1597533" y="3364230"/>
                  <a:pt x="1598581" y="3364230"/>
                </a:cubicBezTo>
                <a:lnTo>
                  <a:pt x="1624679" y="3364230"/>
                </a:lnTo>
                <a:cubicBezTo>
                  <a:pt x="1625727" y="3364230"/>
                  <a:pt x="1626584" y="3365087"/>
                  <a:pt x="1626584" y="3366135"/>
                </a:cubicBezTo>
                <a:lnTo>
                  <a:pt x="1626584" y="3374517"/>
                </a:lnTo>
                <a:close/>
                <a:moveTo>
                  <a:pt x="1811941" y="3374517"/>
                </a:moveTo>
                <a:cubicBezTo>
                  <a:pt x="1811941" y="3375565"/>
                  <a:pt x="1811084" y="3376422"/>
                  <a:pt x="1810036" y="3376422"/>
                </a:cubicBezTo>
                <a:lnTo>
                  <a:pt x="1783937" y="3376422"/>
                </a:lnTo>
                <a:cubicBezTo>
                  <a:pt x="1782890" y="3376422"/>
                  <a:pt x="1782032" y="3375565"/>
                  <a:pt x="1782032" y="3374517"/>
                </a:cubicBezTo>
                <a:lnTo>
                  <a:pt x="1782032" y="3366135"/>
                </a:lnTo>
                <a:cubicBezTo>
                  <a:pt x="1782032" y="3365087"/>
                  <a:pt x="1782890" y="3364230"/>
                  <a:pt x="1783937" y="3364230"/>
                </a:cubicBezTo>
                <a:lnTo>
                  <a:pt x="1810036" y="3364230"/>
                </a:lnTo>
                <a:cubicBezTo>
                  <a:pt x="1811084" y="3364230"/>
                  <a:pt x="1811941" y="3365087"/>
                  <a:pt x="1811941" y="3366135"/>
                </a:cubicBezTo>
                <a:lnTo>
                  <a:pt x="1811941" y="3374517"/>
                </a:lnTo>
                <a:close/>
                <a:moveTo>
                  <a:pt x="1497997" y="3676079"/>
                </a:moveTo>
                <a:cubicBezTo>
                  <a:pt x="1497997" y="3681032"/>
                  <a:pt x="1493996" y="3684937"/>
                  <a:pt x="1489139" y="3684937"/>
                </a:cubicBezTo>
                <a:cubicBezTo>
                  <a:pt x="1484281" y="3684937"/>
                  <a:pt x="1480280" y="3680936"/>
                  <a:pt x="1480280" y="3676079"/>
                </a:cubicBezTo>
                <a:cubicBezTo>
                  <a:pt x="1480280" y="3671221"/>
                  <a:pt x="1484281" y="3667220"/>
                  <a:pt x="1489139" y="3667220"/>
                </a:cubicBezTo>
                <a:cubicBezTo>
                  <a:pt x="1493996" y="3667220"/>
                  <a:pt x="1497997" y="3671221"/>
                  <a:pt x="1497997" y="3676079"/>
                </a:cubicBezTo>
                <a:close/>
                <a:moveTo>
                  <a:pt x="1626584" y="3457956"/>
                </a:moveTo>
                <a:cubicBezTo>
                  <a:pt x="1626584" y="3459004"/>
                  <a:pt x="1625727" y="3459861"/>
                  <a:pt x="1624679" y="3459861"/>
                </a:cubicBezTo>
                <a:lnTo>
                  <a:pt x="1598581" y="3459861"/>
                </a:lnTo>
                <a:cubicBezTo>
                  <a:pt x="1597533" y="3459861"/>
                  <a:pt x="1596676" y="3459004"/>
                  <a:pt x="1596676" y="3457956"/>
                </a:cubicBezTo>
                <a:lnTo>
                  <a:pt x="1596676" y="3449574"/>
                </a:lnTo>
                <a:cubicBezTo>
                  <a:pt x="1596676" y="3448526"/>
                  <a:pt x="1597533" y="3447669"/>
                  <a:pt x="1598581" y="3447669"/>
                </a:cubicBezTo>
                <a:lnTo>
                  <a:pt x="1624679" y="3447669"/>
                </a:lnTo>
                <a:cubicBezTo>
                  <a:pt x="1625727" y="3447669"/>
                  <a:pt x="1626584" y="3448526"/>
                  <a:pt x="1626584" y="3449574"/>
                </a:cubicBezTo>
                <a:lnTo>
                  <a:pt x="1626584" y="3457956"/>
                </a:lnTo>
                <a:close/>
                <a:moveTo>
                  <a:pt x="1811941" y="3457956"/>
                </a:moveTo>
                <a:cubicBezTo>
                  <a:pt x="1811941" y="3459004"/>
                  <a:pt x="1811084" y="3459861"/>
                  <a:pt x="1810036" y="3459861"/>
                </a:cubicBezTo>
                <a:lnTo>
                  <a:pt x="1783937" y="3459861"/>
                </a:lnTo>
                <a:cubicBezTo>
                  <a:pt x="1782890" y="3459861"/>
                  <a:pt x="1782032" y="3459004"/>
                  <a:pt x="1782032" y="3457956"/>
                </a:cubicBezTo>
                <a:lnTo>
                  <a:pt x="1782032" y="3449574"/>
                </a:lnTo>
                <a:cubicBezTo>
                  <a:pt x="1782032" y="3448526"/>
                  <a:pt x="1782890" y="3447669"/>
                  <a:pt x="1783937" y="3447669"/>
                </a:cubicBezTo>
                <a:lnTo>
                  <a:pt x="1810036" y="3447669"/>
                </a:lnTo>
                <a:cubicBezTo>
                  <a:pt x="1811084" y="3447669"/>
                  <a:pt x="1811941" y="3448526"/>
                  <a:pt x="1811941" y="3449574"/>
                </a:cubicBezTo>
                <a:lnTo>
                  <a:pt x="1811941" y="3457956"/>
                </a:lnTo>
                <a:close/>
                <a:moveTo>
                  <a:pt x="1840611" y="3416427"/>
                </a:moveTo>
                <a:cubicBezTo>
                  <a:pt x="1835658" y="3416427"/>
                  <a:pt x="1831753" y="3412427"/>
                  <a:pt x="1831753" y="3407569"/>
                </a:cubicBezTo>
                <a:cubicBezTo>
                  <a:pt x="1831753" y="3402711"/>
                  <a:pt x="1835753" y="3398711"/>
                  <a:pt x="1840611" y="3398711"/>
                </a:cubicBezTo>
                <a:cubicBezTo>
                  <a:pt x="1845469" y="3398711"/>
                  <a:pt x="1849469" y="3402711"/>
                  <a:pt x="1849469" y="3407569"/>
                </a:cubicBezTo>
                <a:cubicBezTo>
                  <a:pt x="1849469" y="3412427"/>
                  <a:pt x="1845469" y="3416427"/>
                  <a:pt x="1840611" y="3416427"/>
                </a:cubicBezTo>
                <a:close/>
                <a:moveTo>
                  <a:pt x="17812" y="3939254"/>
                </a:moveTo>
                <a:cubicBezTo>
                  <a:pt x="16955" y="3938873"/>
                  <a:pt x="15907" y="3939064"/>
                  <a:pt x="15240" y="3939635"/>
                </a:cubicBezTo>
                <a:lnTo>
                  <a:pt x="95" y="3953161"/>
                </a:lnTo>
                <a:lnTo>
                  <a:pt x="95" y="3959543"/>
                </a:lnTo>
                <a:lnTo>
                  <a:pt x="14478" y="3946684"/>
                </a:lnTo>
                <a:lnTo>
                  <a:pt x="14478" y="3963448"/>
                </a:lnTo>
                <a:cubicBezTo>
                  <a:pt x="14478" y="3963448"/>
                  <a:pt x="13811" y="3963448"/>
                  <a:pt x="13526" y="3963638"/>
                </a:cubicBezTo>
                <a:cubicBezTo>
                  <a:pt x="8382" y="3965448"/>
                  <a:pt x="5715" y="3971163"/>
                  <a:pt x="7525" y="3976307"/>
                </a:cubicBezTo>
                <a:cubicBezTo>
                  <a:pt x="8382" y="3978783"/>
                  <a:pt x="10192" y="3980784"/>
                  <a:pt x="12668" y="3981926"/>
                </a:cubicBezTo>
                <a:cubicBezTo>
                  <a:pt x="14002" y="3982593"/>
                  <a:pt x="15431" y="3982879"/>
                  <a:pt x="16859" y="3982879"/>
                </a:cubicBezTo>
                <a:cubicBezTo>
                  <a:pt x="18002" y="3982879"/>
                  <a:pt x="19145" y="3982688"/>
                  <a:pt x="20193" y="3982307"/>
                </a:cubicBezTo>
                <a:cubicBezTo>
                  <a:pt x="22669" y="3981450"/>
                  <a:pt x="24670" y="3979640"/>
                  <a:pt x="25813" y="3977164"/>
                </a:cubicBezTo>
                <a:cubicBezTo>
                  <a:pt x="26956" y="3974783"/>
                  <a:pt x="27051" y="3972116"/>
                  <a:pt x="26194" y="3969639"/>
                </a:cubicBezTo>
                <a:cubicBezTo>
                  <a:pt x="25337" y="3967163"/>
                  <a:pt x="23527" y="3965162"/>
                  <a:pt x="21146" y="3964019"/>
                </a:cubicBezTo>
                <a:cubicBezTo>
                  <a:pt x="20574" y="3963734"/>
                  <a:pt x="19907" y="3963734"/>
                  <a:pt x="19336" y="3963543"/>
                </a:cubicBezTo>
                <a:lnTo>
                  <a:pt x="19336" y="3941445"/>
                </a:lnTo>
                <a:cubicBezTo>
                  <a:pt x="19336" y="3940493"/>
                  <a:pt x="18764" y="3939635"/>
                  <a:pt x="17907" y="3939254"/>
                </a:cubicBezTo>
                <a:close/>
                <a:moveTo>
                  <a:pt x="21717" y="3971163"/>
                </a:moveTo>
                <a:cubicBezTo>
                  <a:pt x="22669" y="3973830"/>
                  <a:pt x="21241" y="3976783"/>
                  <a:pt x="18574" y="3977735"/>
                </a:cubicBezTo>
                <a:cubicBezTo>
                  <a:pt x="17240" y="3978212"/>
                  <a:pt x="15907" y="3978117"/>
                  <a:pt x="14669" y="3977545"/>
                </a:cubicBezTo>
                <a:cubicBezTo>
                  <a:pt x="13430" y="3976973"/>
                  <a:pt x="12478" y="3975926"/>
                  <a:pt x="12002" y="3974592"/>
                </a:cubicBezTo>
                <a:cubicBezTo>
                  <a:pt x="11049" y="3971925"/>
                  <a:pt x="12478" y="3968972"/>
                  <a:pt x="15145" y="3968020"/>
                </a:cubicBezTo>
                <a:cubicBezTo>
                  <a:pt x="15716" y="3967829"/>
                  <a:pt x="16288" y="3967734"/>
                  <a:pt x="16859" y="3967734"/>
                </a:cubicBezTo>
                <a:cubicBezTo>
                  <a:pt x="17621" y="3967734"/>
                  <a:pt x="18383" y="3967925"/>
                  <a:pt x="19050" y="3968210"/>
                </a:cubicBezTo>
                <a:cubicBezTo>
                  <a:pt x="20288" y="3968782"/>
                  <a:pt x="21241" y="3969830"/>
                  <a:pt x="21717" y="3971163"/>
                </a:cubicBezTo>
                <a:close/>
                <a:moveTo>
                  <a:pt x="1501045" y="3725513"/>
                </a:moveTo>
                <a:cubicBezTo>
                  <a:pt x="1501997" y="3725513"/>
                  <a:pt x="1503045" y="3725418"/>
                  <a:pt x="1504093" y="3725132"/>
                </a:cubicBezTo>
                <a:cubicBezTo>
                  <a:pt x="1509903" y="3723513"/>
                  <a:pt x="1513237" y="3717417"/>
                  <a:pt x="1511618" y="3711607"/>
                </a:cubicBezTo>
                <a:cubicBezTo>
                  <a:pt x="1510856" y="3708749"/>
                  <a:pt x="1508951" y="3706463"/>
                  <a:pt x="1506379" y="3705035"/>
                </a:cubicBezTo>
                <a:cubicBezTo>
                  <a:pt x="1503807" y="3703606"/>
                  <a:pt x="1500854" y="3703225"/>
                  <a:pt x="1498092" y="3704082"/>
                </a:cubicBezTo>
                <a:cubicBezTo>
                  <a:pt x="1492282" y="3705797"/>
                  <a:pt x="1488948" y="3711797"/>
                  <a:pt x="1490567" y="3717608"/>
                </a:cubicBezTo>
                <a:cubicBezTo>
                  <a:pt x="1490758" y="3718370"/>
                  <a:pt x="1491139" y="3718941"/>
                  <a:pt x="1491520" y="3719608"/>
                </a:cubicBezTo>
                <a:lnTo>
                  <a:pt x="1387126" y="3816858"/>
                </a:lnTo>
                <a:lnTo>
                  <a:pt x="1386364" y="3817525"/>
                </a:lnTo>
                <a:lnTo>
                  <a:pt x="1387031" y="3945731"/>
                </a:lnTo>
                <a:cubicBezTo>
                  <a:pt x="1385792" y="3946017"/>
                  <a:pt x="1384649" y="3946588"/>
                  <a:pt x="1383602" y="3947446"/>
                </a:cubicBezTo>
                <a:cubicBezTo>
                  <a:pt x="1379506" y="3950684"/>
                  <a:pt x="1378744" y="3956590"/>
                  <a:pt x="1381982" y="3960686"/>
                </a:cubicBezTo>
                <a:cubicBezTo>
                  <a:pt x="1382173" y="3960971"/>
                  <a:pt x="1382459" y="3961067"/>
                  <a:pt x="1382744" y="3961352"/>
                </a:cubicBezTo>
                <a:lnTo>
                  <a:pt x="1345216" y="4003834"/>
                </a:lnTo>
                <a:lnTo>
                  <a:pt x="1227106" y="4003834"/>
                </a:lnTo>
                <a:lnTo>
                  <a:pt x="1227106" y="4001262"/>
                </a:lnTo>
                <a:cubicBezTo>
                  <a:pt x="1227106" y="3999167"/>
                  <a:pt x="1225391" y="3997357"/>
                  <a:pt x="1223201" y="3997357"/>
                </a:cubicBezTo>
                <a:lnTo>
                  <a:pt x="1213295" y="3997357"/>
                </a:lnTo>
                <a:cubicBezTo>
                  <a:pt x="1211199" y="3997357"/>
                  <a:pt x="1209389" y="3999071"/>
                  <a:pt x="1209389" y="4001262"/>
                </a:cubicBezTo>
                <a:lnTo>
                  <a:pt x="1209389" y="4011168"/>
                </a:lnTo>
                <a:cubicBezTo>
                  <a:pt x="1209389" y="4013263"/>
                  <a:pt x="1211104" y="4015073"/>
                  <a:pt x="1213295" y="4015073"/>
                </a:cubicBezTo>
                <a:lnTo>
                  <a:pt x="1223201" y="4015073"/>
                </a:lnTo>
                <a:cubicBezTo>
                  <a:pt x="1225296" y="4015073"/>
                  <a:pt x="1227106" y="4013359"/>
                  <a:pt x="1227106" y="4011168"/>
                </a:cubicBezTo>
                <a:lnTo>
                  <a:pt x="1227106" y="4008596"/>
                </a:lnTo>
                <a:lnTo>
                  <a:pt x="1347311" y="4008596"/>
                </a:lnTo>
                <a:lnTo>
                  <a:pt x="1386840" y="3963829"/>
                </a:lnTo>
                <a:cubicBezTo>
                  <a:pt x="1389602" y="3964591"/>
                  <a:pt x="1392746" y="3964305"/>
                  <a:pt x="1395222" y="3962305"/>
                </a:cubicBezTo>
                <a:cubicBezTo>
                  <a:pt x="1399318" y="3959067"/>
                  <a:pt x="1400080" y="3953161"/>
                  <a:pt x="1396841" y="3949065"/>
                </a:cubicBezTo>
                <a:cubicBezTo>
                  <a:pt x="1395508" y="3947351"/>
                  <a:pt x="1393698" y="3946398"/>
                  <a:pt x="1391698" y="3945922"/>
                </a:cubicBezTo>
                <a:lnTo>
                  <a:pt x="1391031" y="3819716"/>
                </a:lnTo>
                <a:lnTo>
                  <a:pt x="1494377" y="3723418"/>
                </a:lnTo>
                <a:cubicBezTo>
                  <a:pt x="1496282" y="3724847"/>
                  <a:pt x="1498568" y="3725609"/>
                  <a:pt x="1500950" y="3725609"/>
                </a:cubicBezTo>
                <a:close/>
                <a:moveTo>
                  <a:pt x="1499330" y="3708654"/>
                </a:moveTo>
                <a:cubicBezTo>
                  <a:pt x="1499902" y="3708463"/>
                  <a:pt x="1500473" y="3708368"/>
                  <a:pt x="1501045" y="3708368"/>
                </a:cubicBezTo>
                <a:cubicBezTo>
                  <a:pt x="1502093" y="3708368"/>
                  <a:pt x="1503140" y="3708654"/>
                  <a:pt x="1503998" y="3709130"/>
                </a:cubicBezTo>
                <a:cubicBezTo>
                  <a:pt x="1505426" y="3709892"/>
                  <a:pt x="1506474" y="3711226"/>
                  <a:pt x="1506950" y="3712845"/>
                </a:cubicBezTo>
                <a:cubicBezTo>
                  <a:pt x="1507903" y="3716084"/>
                  <a:pt x="1505998" y="3719608"/>
                  <a:pt x="1502664" y="3720465"/>
                </a:cubicBezTo>
                <a:cubicBezTo>
                  <a:pt x="1499330" y="3721418"/>
                  <a:pt x="1495997" y="3719513"/>
                  <a:pt x="1495044" y="3716179"/>
                </a:cubicBezTo>
                <a:cubicBezTo>
                  <a:pt x="1494092" y="3712940"/>
                  <a:pt x="1495997" y="3709416"/>
                  <a:pt x="1499330" y="3708559"/>
                </a:cubicBezTo>
                <a:close/>
                <a:moveTo>
                  <a:pt x="45053" y="4391025"/>
                </a:moveTo>
                <a:cubicBezTo>
                  <a:pt x="42577" y="4390168"/>
                  <a:pt x="39910" y="4390359"/>
                  <a:pt x="37624" y="4391406"/>
                </a:cubicBezTo>
                <a:cubicBezTo>
                  <a:pt x="37338" y="4391597"/>
                  <a:pt x="37148" y="4391787"/>
                  <a:pt x="36862" y="4391978"/>
                </a:cubicBezTo>
                <a:lnTo>
                  <a:pt x="14954" y="4372737"/>
                </a:lnTo>
                <a:lnTo>
                  <a:pt x="95" y="4372737"/>
                </a:lnTo>
                <a:cubicBezTo>
                  <a:pt x="95" y="4372737"/>
                  <a:pt x="95" y="4377500"/>
                  <a:pt x="95" y="4377500"/>
                </a:cubicBezTo>
                <a:lnTo>
                  <a:pt x="13049" y="4377500"/>
                </a:lnTo>
                <a:cubicBezTo>
                  <a:pt x="13049" y="4377500"/>
                  <a:pt x="33433" y="4395502"/>
                  <a:pt x="33433" y="4395502"/>
                </a:cubicBezTo>
                <a:cubicBezTo>
                  <a:pt x="33147" y="4395978"/>
                  <a:pt x="32766" y="4396454"/>
                  <a:pt x="32576" y="4397026"/>
                </a:cubicBezTo>
                <a:cubicBezTo>
                  <a:pt x="31718" y="4399503"/>
                  <a:pt x="31814" y="4402170"/>
                  <a:pt x="32957" y="4404455"/>
                </a:cubicBezTo>
                <a:cubicBezTo>
                  <a:pt x="34100" y="4406837"/>
                  <a:pt x="36100" y="4408551"/>
                  <a:pt x="38576" y="4409409"/>
                </a:cubicBezTo>
                <a:cubicBezTo>
                  <a:pt x="39624" y="4409789"/>
                  <a:pt x="40767" y="4409980"/>
                  <a:pt x="41815" y="4409980"/>
                </a:cubicBezTo>
                <a:cubicBezTo>
                  <a:pt x="43244" y="4409980"/>
                  <a:pt x="44672" y="4409694"/>
                  <a:pt x="46006" y="4409028"/>
                </a:cubicBezTo>
                <a:cubicBezTo>
                  <a:pt x="48387" y="4407885"/>
                  <a:pt x="50102" y="4405884"/>
                  <a:pt x="50959" y="4403408"/>
                </a:cubicBezTo>
                <a:cubicBezTo>
                  <a:pt x="51816" y="4400931"/>
                  <a:pt x="51721" y="4398264"/>
                  <a:pt x="50578" y="4395978"/>
                </a:cubicBezTo>
                <a:cubicBezTo>
                  <a:pt x="49435" y="4393597"/>
                  <a:pt x="47434" y="4391882"/>
                  <a:pt x="44958" y="4391025"/>
                </a:cubicBezTo>
                <a:close/>
                <a:moveTo>
                  <a:pt x="46577" y="4401884"/>
                </a:moveTo>
                <a:cubicBezTo>
                  <a:pt x="46101" y="4403122"/>
                  <a:pt x="45244" y="4404170"/>
                  <a:pt x="44006" y="4404741"/>
                </a:cubicBezTo>
                <a:cubicBezTo>
                  <a:pt x="42767" y="4405313"/>
                  <a:pt x="41434" y="4405408"/>
                  <a:pt x="40196" y="4404932"/>
                </a:cubicBezTo>
                <a:cubicBezTo>
                  <a:pt x="38957" y="4404455"/>
                  <a:pt x="37910" y="4403598"/>
                  <a:pt x="37338" y="4402360"/>
                </a:cubicBezTo>
                <a:cubicBezTo>
                  <a:pt x="36767" y="4401122"/>
                  <a:pt x="36671" y="4399788"/>
                  <a:pt x="37148" y="4398550"/>
                </a:cubicBezTo>
                <a:lnTo>
                  <a:pt x="37148" y="4398550"/>
                </a:lnTo>
                <a:cubicBezTo>
                  <a:pt x="37624" y="4397312"/>
                  <a:pt x="38481" y="4396264"/>
                  <a:pt x="39719" y="4395693"/>
                </a:cubicBezTo>
                <a:cubicBezTo>
                  <a:pt x="40386" y="4395312"/>
                  <a:pt x="41148" y="4395216"/>
                  <a:pt x="41910" y="4395216"/>
                </a:cubicBezTo>
                <a:cubicBezTo>
                  <a:pt x="42482" y="4395216"/>
                  <a:pt x="43053" y="4395216"/>
                  <a:pt x="43529" y="4395502"/>
                </a:cubicBezTo>
                <a:cubicBezTo>
                  <a:pt x="44768" y="4395978"/>
                  <a:pt x="45815" y="4396836"/>
                  <a:pt x="46387" y="4398074"/>
                </a:cubicBezTo>
                <a:cubicBezTo>
                  <a:pt x="46958" y="4399312"/>
                  <a:pt x="47054" y="4400645"/>
                  <a:pt x="46577" y="4401884"/>
                </a:cubicBezTo>
                <a:close/>
                <a:moveTo>
                  <a:pt x="1357884" y="3192780"/>
                </a:moveTo>
                <a:lnTo>
                  <a:pt x="1357884" y="3201543"/>
                </a:lnTo>
                <a:cubicBezTo>
                  <a:pt x="1357884" y="3203258"/>
                  <a:pt x="1356455" y="3204686"/>
                  <a:pt x="1354741" y="3204686"/>
                </a:cubicBezTo>
                <a:lnTo>
                  <a:pt x="1345978" y="3204686"/>
                </a:lnTo>
                <a:cubicBezTo>
                  <a:pt x="1344263" y="3204686"/>
                  <a:pt x="1342835" y="3203258"/>
                  <a:pt x="1342835" y="3201543"/>
                </a:cubicBezTo>
                <a:lnTo>
                  <a:pt x="1342835" y="3192780"/>
                </a:lnTo>
                <a:cubicBezTo>
                  <a:pt x="1342835" y="3191066"/>
                  <a:pt x="1344263" y="3189637"/>
                  <a:pt x="1345978" y="3189637"/>
                </a:cubicBezTo>
                <a:lnTo>
                  <a:pt x="1354741" y="3189637"/>
                </a:lnTo>
                <a:cubicBezTo>
                  <a:pt x="1356455" y="3189637"/>
                  <a:pt x="1357884" y="3191066"/>
                  <a:pt x="1357884" y="3192780"/>
                </a:cubicBezTo>
                <a:close/>
                <a:moveTo>
                  <a:pt x="1282065" y="2309241"/>
                </a:moveTo>
                <a:cubicBezTo>
                  <a:pt x="1282732" y="2309241"/>
                  <a:pt x="1283303" y="2309241"/>
                  <a:pt x="1283970" y="2309051"/>
                </a:cubicBezTo>
                <a:cubicBezTo>
                  <a:pt x="1288161" y="2308003"/>
                  <a:pt x="1290638" y="2303812"/>
                  <a:pt x="1289590" y="2299621"/>
                </a:cubicBezTo>
                <a:cubicBezTo>
                  <a:pt x="1288542" y="2295430"/>
                  <a:pt x="1284351" y="2292953"/>
                  <a:pt x="1280160" y="2294001"/>
                </a:cubicBezTo>
                <a:cubicBezTo>
                  <a:pt x="1278160" y="2294477"/>
                  <a:pt x="1276445" y="2295716"/>
                  <a:pt x="1275398" y="2297525"/>
                </a:cubicBezTo>
                <a:cubicBezTo>
                  <a:pt x="1274350" y="2299335"/>
                  <a:pt x="1274064" y="2301431"/>
                  <a:pt x="1274540" y="2303431"/>
                </a:cubicBezTo>
                <a:cubicBezTo>
                  <a:pt x="1275398" y="2306955"/>
                  <a:pt x="1278636" y="2309336"/>
                  <a:pt x="1282065" y="2309336"/>
                </a:cubicBezTo>
                <a:close/>
                <a:moveTo>
                  <a:pt x="1277398" y="2298668"/>
                </a:moveTo>
                <a:cubicBezTo>
                  <a:pt x="1278160" y="2297430"/>
                  <a:pt x="1279303" y="2296573"/>
                  <a:pt x="1280732" y="2296192"/>
                </a:cubicBezTo>
                <a:cubicBezTo>
                  <a:pt x="1282160" y="2295906"/>
                  <a:pt x="1283589" y="2296097"/>
                  <a:pt x="1284827" y="2296763"/>
                </a:cubicBezTo>
                <a:cubicBezTo>
                  <a:pt x="1286066" y="2297525"/>
                  <a:pt x="1286923" y="2298668"/>
                  <a:pt x="1287304" y="2300097"/>
                </a:cubicBezTo>
                <a:cubicBezTo>
                  <a:pt x="1288066" y="2302955"/>
                  <a:pt x="1286256" y="2305907"/>
                  <a:pt x="1283399" y="2306669"/>
                </a:cubicBezTo>
                <a:cubicBezTo>
                  <a:pt x="1281970" y="2307050"/>
                  <a:pt x="1280541" y="2306765"/>
                  <a:pt x="1279303" y="2306098"/>
                </a:cubicBezTo>
                <a:cubicBezTo>
                  <a:pt x="1278065" y="2305336"/>
                  <a:pt x="1277207" y="2304193"/>
                  <a:pt x="1276826" y="2302764"/>
                </a:cubicBezTo>
                <a:cubicBezTo>
                  <a:pt x="1276445" y="2301335"/>
                  <a:pt x="1276731" y="2299907"/>
                  <a:pt x="1277398" y="2298668"/>
                </a:cubicBezTo>
                <a:close/>
                <a:moveTo>
                  <a:pt x="403574" y="4392454"/>
                </a:moveTo>
                <a:lnTo>
                  <a:pt x="399002" y="4386929"/>
                </a:lnTo>
                <a:lnTo>
                  <a:pt x="395669" y="4389692"/>
                </a:lnTo>
                <a:cubicBezTo>
                  <a:pt x="393668" y="4388168"/>
                  <a:pt x="391382" y="4387311"/>
                  <a:pt x="388811" y="4387406"/>
                </a:cubicBezTo>
                <a:cubicBezTo>
                  <a:pt x="385953" y="4387501"/>
                  <a:pt x="383381" y="4388739"/>
                  <a:pt x="381476" y="4390930"/>
                </a:cubicBezTo>
                <a:cubicBezTo>
                  <a:pt x="379667" y="4392930"/>
                  <a:pt x="378809" y="4395407"/>
                  <a:pt x="378809" y="4398074"/>
                </a:cubicBezTo>
                <a:lnTo>
                  <a:pt x="281083" y="4397788"/>
                </a:lnTo>
                <a:lnTo>
                  <a:pt x="260699" y="4379881"/>
                </a:lnTo>
                <a:cubicBezTo>
                  <a:pt x="260985" y="4379405"/>
                  <a:pt x="261366" y="4378929"/>
                  <a:pt x="261557" y="4378357"/>
                </a:cubicBezTo>
                <a:cubicBezTo>
                  <a:pt x="263366" y="4373309"/>
                  <a:pt x="260604" y="4367689"/>
                  <a:pt x="255556" y="4365879"/>
                </a:cubicBezTo>
                <a:cubicBezTo>
                  <a:pt x="253079" y="4365022"/>
                  <a:pt x="250412" y="4365212"/>
                  <a:pt x="248126" y="4366260"/>
                </a:cubicBezTo>
                <a:cubicBezTo>
                  <a:pt x="245745" y="4367403"/>
                  <a:pt x="244031" y="4369404"/>
                  <a:pt x="243173" y="4371880"/>
                </a:cubicBezTo>
                <a:cubicBezTo>
                  <a:pt x="241364" y="4376928"/>
                  <a:pt x="244126" y="4382548"/>
                  <a:pt x="249174" y="4384358"/>
                </a:cubicBezTo>
                <a:cubicBezTo>
                  <a:pt x="250222" y="4384739"/>
                  <a:pt x="251365" y="4384929"/>
                  <a:pt x="252413" y="4384929"/>
                </a:cubicBezTo>
                <a:cubicBezTo>
                  <a:pt x="253841" y="4384929"/>
                  <a:pt x="255270" y="4384644"/>
                  <a:pt x="256699" y="4383977"/>
                </a:cubicBezTo>
                <a:cubicBezTo>
                  <a:pt x="256985" y="4383786"/>
                  <a:pt x="257175" y="4383596"/>
                  <a:pt x="257461" y="4383405"/>
                </a:cubicBezTo>
                <a:lnTo>
                  <a:pt x="279368" y="4402646"/>
                </a:lnTo>
                <a:lnTo>
                  <a:pt x="379952" y="4402931"/>
                </a:lnTo>
                <a:cubicBezTo>
                  <a:pt x="380524" y="4404074"/>
                  <a:pt x="381286" y="4405218"/>
                  <a:pt x="382334" y="4406075"/>
                </a:cubicBezTo>
                <a:cubicBezTo>
                  <a:pt x="384334" y="4407885"/>
                  <a:pt x="386810" y="4408837"/>
                  <a:pt x="389477" y="4408837"/>
                </a:cubicBezTo>
                <a:cubicBezTo>
                  <a:pt x="389668" y="4408837"/>
                  <a:pt x="389858" y="4408837"/>
                  <a:pt x="390049" y="4408837"/>
                </a:cubicBezTo>
                <a:cubicBezTo>
                  <a:pt x="392906" y="4408742"/>
                  <a:pt x="395478" y="4407504"/>
                  <a:pt x="397383" y="4405313"/>
                </a:cubicBezTo>
                <a:cubicBezTo>
                  <a:pt x="399288" y="4403217"/>
                  <a:pt x="400240" y="4400455"/>
                  <a:pt x="400145" y="4397597"/>
                </a:cubicBezTo>
                <a:cubicBezTo>
                  <a:pt x="400145" y="4396645"/>
                  <a:pt x="399764" y="4395693"/>
                  <a:pt x="399479" y="4394740"/>
                </a:cubicBezTo>
                <a:lnTo>
                  <a:pt x="400050" y="4395502"/>
                </a:lnTo>
                <a:lnTo>
                  <a:pt x="403765" y="4392454"/>
                </a:lnTo>
                <a:close/>
                <a:moveTo>
                  <a:pt x="256985" y="4376738"/>
                </a:moveTo>
                <a:lnTo>
                  <a:pt x="256985" y="4376738"/>
                </a:lnTo>
                <a:cubicBezTo>
                  <a:pt x="256508" y="4377976"/>
                  <a:pt x="255651" y="4379024"/>
                  <a:pt x="254413" y="4379595"/>
                </a:cubicBezTo>
                <a:cubicBezTo>
                  <a:pt x="253175" y="4380167"/>
                  <a:pt x="251841" y="4380262"/>
                  <a:pt x="250603" y="4379786"/>
                </a:cubicBezTo>
                <a:cubicBezTo>
                  <a:pt x="248031" y="4378833"/>
                  <a:pt x="246602" y="4375976"/>
                  <a:pt x="247555" y="4373404"/>
                </a:cubicBezTo>
                <a:cubicBezTo>
                  <a:pt x="248031" y="4372166"/>
                  <a:pt x="248888" y="4371118"/>
                  <a:pt x="250127" y="4370546"/>
                </a:cubicBezTo>
                <a:cubicBezTo>
                  <a:pt x="250793" y="4370165"/>
                  <a:pt x="251555" y="4370070"/>
                  <a:pt x="252317" y="4370070"/>
                </a:cubicBezTo>
                <a:cubicBezTo>
                  <a:pt x="252889" y="4370070"/>
                  <a:pt x="253460" y="4370070"/>
                  <a:pt x="253937" y="4370356"/>
                </a:cubicBezTo>
                <a:cubicBezTo>
                  <a:pt x="256508" y="4371309"/>
                  <a:pt x="257937" y="4374166"/>
                  <a:pt x="256985" y="4376738"/>
                </a:cubicBezTo>
                <a:close/>
                <a:moveTo>
                  <a:pt x="393668" y="4402074"/>
                </a:moveTo>
                <a:cubicBezTo>
                  <a:pt x="392621" y="4403217"/>
                  <a:pt x="391192" y="4403884"/>
                  <a:pt x="389573" y="4403979"/>
                </a:cubicBezTo>
                <a:cubicBezTo>
                  <a:pt x="387953" y="4404074"/>
                  <a:pt x="386525" y="4403503"/>
                  <a:pt x="385286" y="4402455"/>
                </a:cubicBezTo>
                <a:lnTo>
                  <a:pt x="385286" y="4402455"/>
                </a:lnTo>
                <a:cubicBezTo>
                  <a:pt x="384143" y="4401407"/>
                  <a:pt x="383477" y="4399979"/>
                  <a:pt x="383381" y="4398360"/>
                </a:cubicBezTo>
                <a:cubicBezTo>
                  <a:pt x="383381" y="4396740"/>
                  <a:pt x="383858" y="4395312"/>
                  <a:pt x="384905" y="4394073"/>
                </a:cubicBezTo>
                <a:cubicBezTo>
                  <a:pt x="385953" y="4392930"/>
                  <a:pt x="387382" y="4392263"/>
                  <a:pt x="389001" y="4392168"/>
                </a:cubicBezTo>
                <a:cubicBezTo>
                  <a:pt x="389096" y="4392168"/>
                  <a:pt x="389192" y="4392168"/>
                  <a:pt x="389287" y="4392168"/>
                </a:cubicBezTo>
                <a:cubicBezTo>
                  <a:pt x="390715" y="4392168"/>
                  <a:pt x="392144" y="4392740"/>
                  <a:pt x="393287" y="4393692"/>
                </a:cubicBezTo>
                <a:cubicBezTo>
                  <a:pt x="394430" y="4394740"/>
                  <a:pt x="395097" y="4396169"/>
                  <a:pt x="395192" y="4397788"/>
                </a:cubicBezTo>
                <a:cubicBezTo>
                  <a:pt x="395192" y="4399407"/>
                  <a:pt x="394716" y="4400836"/>
                  <a:pt x="393668" y="4402074"/>
                </a:cubicBezTo>
                <a:close/>
                <a:moveTo>
                  <a:pt x="1378458" y="3557683"/>
                </a:moveTo>
                <a:lnTo>
                  <a:pt x="1373696" y="3557683"/>
                </a:lnTo>
                <a:lnTo>
                  <a:pt x="1373696" y="3565779"/>
                </a:lnTo>
                <a:lnTo>
                  <a:pt x="1371695" y="3566922"/>
                </a:lnTo>
                <a:cubicBezTo>
                  <a:pt x="1370838" y="3566446"/>
                  <a:pt x="1369981" y="3566065"/>
                  <a:pt x="1368933" y="3566065"/>
                </a:cubicBezTo>
                <a:lnTo>
                  <a:pt x="1355503" y="3566065"/>
                </a:lnTo>
                <a:cubicBezTo>
                  <a:pt x="1352455" y="3566065"/>
                  <a:pt x="1349978" y="3568542"/>
                  <a:pt x="1349978" y="3571589"/>
                </a:cubicBezTo>
                <a:lnTo>
                  <a:pt x="1349978" y="3576447"/>
                </a:lnTo>
                <a:lnTo>
                  <a:pt x="1230344" y="3576638"/>
                </a:lnTo>
                <a:lnTo>
                  <a:pt x="1145572" y="3644742"/>
                </a:lnTo>
                <a:lnTo>
                  <a:pt x="1092613" y="3644455"/>
                </a:lnTo>
                <a:cubicBezTo>
                  <a:pt x="1092613" y="3644455"/>
                  <a:pt x="1092613" y="3644075"/>
                  <a:pt x="1092613" y="3643789"/>
                </a:cubicBezTo>
                <a:cubicBezTo>
                  <a:pt x="1090994" y="3637979"/>
                  <a:pt x="1084898" y="3634550"/>
                  <a:pt x="1079087" y="3636264"/>
                </a:cubicBezTo>
                <a:cubicBezTo>
                  <a:pt x="1073277" y="3637884"/>
                  <a:pt x="1069943" y="3643979"/>
                  <a:pt x="1071563" y="3649790"/>
                </a:cubicBezTo>
                <a:cubicBezTo>
                  <a:pt x="1072896" y="3654552"/>
                  <a:pt x="1077373" y="3657695"/>
                  <a:pt x="1082135" y="3657695"/>
                </a:cubicBezTo>
                <a:cubicBezTo>
                  <a:pt x="1083088" y="3657695"/>
                  <a:pt x="1084136" y="3657600"/>
                  <a:pt x="1085183" y="3657314"/>
                </a:cubicBezTo>
                <a:cubicBezTo>
                  <a:pt x="1089184" y="3656171"/>
                  <a:pt x="1091851" y="3652933"/>
                  <a:pt x="1092708" y="3649218"/>
                </a:cubicBezTo>
                <a:lnTo>
                  <a:pt x="1147382" y="3649504"/>
                </a:lnTo>
                <a:lnTo>
                  <a:pt x="1232249" y="3581400"/>
                </a:lnTo>
                <a:lnTo>
                  <a:pt x="1350264" y="3581210"/>
                </a:lnTo>
                <a:lnTo>
                  <a:pt x="1350264" y="3585020"/>
                </a:lnTo>
                <a:cubicBezTo>
                  <a:pt x="1350264" y="3588068"/>
                  <a:pt x="1352741" y="3590544"/>
                  <a:pt x="1355789" y="3590544"/>
                </a:cubicBezTo>
                <a:lnTo>
                  <a:pt x="1369219" y="3590544"/>
                </a:lnTo>
                <a:cubicBezTo>
                  <a:pt x="1372267" y="3590544"/>
                  <a:pt x="1374743" y="3588068"/>
                  <a:pt x="1374743" y="3585020"/>
                </a:cubicBezTo>
                <a:lnTo>
                  <a:pt x="1374743" y="3571589"/>
                </a:lnTo>
                <a:cubicBezTo>
                  <a:pt x="1374743" y="3571589"/>
                  <a:pt x="1374648" y="3571113"/>
                  <a:pt x="1374648" y="3570923"/>
                </a:cubicBezTo>
                <a:lnTo>
                  <a:pt x="1378744" y="3568637"/>
                </a:lnTo>
                <a:lnTo>
                  <a:pt x="1378744" y="3557683"/>
                </a:lnTo>
                <a:close/>
                <a:moveTo>
                  <a:pt x="1083659" y="3652742"/>
                </a:moveTo>
                <a:cubicBezTo>
                  <a:pt x="1080326" y="3653695"/>
                  <a:pt x="1076992" y="3651790"/>
                  <a:pt x="1076039" y="3648456"/>
                </a:cubicBezTo>
                <a:cubicBezTo>
                  <a:pt x="1075087" y="3645218"/>
                  <a:pt x="1076992" y="3641693"/>
                  <a:pt x="1080326" y="3640836"/>
                </a:cubicBezTo>
                <a:cubicBezTo>
                  <a:pt x="1080897" y="3640646"/>
                  <a:pt x="1081469" y="3640550"/>
                  <a:pt x="1082040" y="3640550"/>
                </a:cubicBezTo>
                <a:cubicBezTo>
                  <a:pt x="1084707" y="3640550"/>
                  <a:pt x="1087184" y="3642360"/>
                  <a:pt x="1087946" y="3645027"/>
                </a:cubicBezTo>
                <a:cubicBezTo>
                  <a:pt x="1088898" y="3648266"/>
                  <a:pt x="1086993" y="3651790"/>
                  <a:pt x="1083659" y="3652647"/>
                </a:cubicBezTo>
                <a:close/>
                <a:moveTo>
                  <a:pt x="1369695" y="3585020"/>
                </a:moveTo>
                <a:cubicBezTo>
                  <a:pt x="1369695" y="3585020"/>
                  <a:pt x="1369314" y="3585782"/>
                  <a:pt x="1368933" y="3585782"/>
                </a:cubicBezTo>
                <a:lnTo>
                  <a:pt x="1355503" y="3585782"/>
                </a:lnTo>
                <a:cubicBezTo>
                  <a:pt x="1355503" y="3585782"/>
                  <a:pt x="1354741" y="3585401"/>
                  <a:pt x="1354741" y="3585020"/>
                </a:cubicBezTo>
                <a:lnTo>
                  <a:pt x="1354741" y="3571589"/>
                </a:lnTo>
                <a:cubicBezTo>
                  <a:pt x="1354741" y="3571589"/>
                  <a:pt x="1355122" y="3570827"/>
                  <a:pt x="1355503" y="3570827"/>
                </a:cubicBezTo>
                <a:lnTo>
                  <a:pt x="1368933" y="3570827"/>
                </a:lnTo>
                <a:cubicBezTo>
                  <a:pt x="1368933" y="3570827"/>
                  <a:pt x="1369695" y="3571209"/>
                  <a:pt x="1369695" y="3571589"/>
                </a:cubicBezTo>
                <a:lnTo>
                  <a:pt x="1369695" y="3585020"/>
                </a:lnTo>
                <a:close/>
                <a:moveTo>
                  <a:pt x="296894" y="4374356"/>
                </a:moveTo>
                <a:lnTo>
                  <a:pt x="346805" y="4374356"/>
                </a:lnTo>
                <a:lnTo>
                  <a:pt x="346805" y="4378357"/>
                </a:lnTo>
                <a:cubicBezTo>
                  <a:pt x="346805" y="4380834"/>
                  <a:pt x="348806" y="4382834"/>
                  <a:pt x="351282" y="4382834"/>
                </a:cubicBezTo>
                <a:lnTo>
                  <a:pt x="363950" y="4382834"/>
                </a:lnTo>
                <a:cubicBezTo>
                  <a:pt x="366427" y="4382834"/>
                  <a:pt x="368427" y="4380834"/>
                  <a:pt x="368427" y="4378357"/>
                </a:cubicBezTo>
                <a:lnTo>
                  <a:pt x="368427" y="4365689"/>
                </a:lnTo>
                <a:cubicBezTo>
                  <a:pt x="368427" y="4363212"/>
                  <a:pt x="366427" y="4361212"/>
                  <a:pt x="363950" y="4361212"/>
                </a:cubicBezTo>
                <a:lnTo>
                  <a:pt x="351282" y="4361212"/>
                </a:lnTo>
                <a:cubicBezTo>
                  <a:pt x="348806" y="4361212"/>
                  <a:pt x="346805" y="4363212"/>
                  <a:pt x="346805" y="4365689"/>
                </a:cubicBezTo>
                <a:lnTo>
                  <a:pt x="346805" y="4369689"/>
                </a:lnTo>
                <a:lnTo>
                  <a:pt x="301657" y="4369689"/>
                </a:lnTo>
                <a:lnTo>
                  <a:pt x="301847" y="4335113"/>
                </a:lnTo>
                <a:lnTo>
                  <a:pt x="347567" y="4296061"/>
                </a:lnTo>
                <a:cubicBezTo>
                  <a:pt x="348806" y="4297299"/>
                  <a:pt x="350330" y="4298347"/>
                  <a:pt x="352139" y="4298919"/>
                </a:cubicBezTo>
                <a:cubicBezTo>
                  <a:pt x="353473" y="4299395"/>
                  <a:pt x="354902" y="4299585"/>
                  <a:pt x="356330" y="4299585"/>
                </a:cubicBezTo>
                <a:cubicBezTo>
                  <a:pt x="361569" y="4299585"/>
                  <a:pt x="366427" y="4296347"/>
                  <a:pt x="368237" y="4291108"/>
                </a:cubicBezTo>
                <a:cubicBezTo>
                  <a:pt x="370523" y="4284536"/>
                  <a:pt x="367094" y="4277297"/>
                  <a:pt x="360521" y="4275011"/>
                </a:cubicBezTo>
                <a:cubicBezTo>
                  <a:pt x="353949" y="4272725"/>
                  <a:pt x="346710" y="4276154"/>
                  <a:pt x="344424" y="4282821"/>
                </a:cubicBezTo>
                <a:cubicBezTo>
                  <a:pt x="343281" y="4285964"/>
                  <a:pt x="343567" y="4289298"/>
                  <a:pt x="344805" y="4292156"/>
                </a:cubicBezTo>
                <a:lnTo>
                  <a:pt x="297085" y="4332923"/>
                </a:lnTo>
                <a:lnTo>
                  <a:pt x="296894" y="4374547"/>
                </a:lnTo>
                <a:close/>
                <a:moveTo>
                  <a:pt x="348901" y="4284250"/>
                </a:moveTo>
                <a:cubicBezTo>
                  <a:pt x="350044" y="4281012"/>
                  <a:pt x="353092" y="4279011"/>
                  <a:pt x="356330" y="4279011"/>
                </a:cubicBezTo>
                <a:cubicBezTo>
                  <a:pt x="357188" y="4279011"/>
                  <a:pt x="358045" y="4279106"/>
                  <a:pt x="358902" y="4279487"/>
                </a:cubicBezTo>
                <a:cubicBezTo>
                  <a:pt x="362998" y="4280916"/>
                  <a:pt x="365189" y="4285393"/>
                  <a:pt x="363760" y="4289489"/>
                </a:cubicBezTo>
                <a:cubicBezTo>
                  <a:pt x="362331" y="4293585"/>
                  <a:pt x="357854" y="4295775"/>
                  <a:pt x="353759" y="4294346"/>
                </a:cubicBezTo>
                <a:cubicBezTo>
                  <a:pt x="349663" y="4292918"/>
                  <a:pt x="347472" y="4288441"/>
                  <a:pt x="348901" y="4284345"/>
                </a:cubicBezTo>
                <a:close/>
                <a:moveTo>
                  <a:pt x="45625" y="4707827"/>
                </a:moveTo>
                <a:lnTo>
                  <a:pt x="95" y="4707827"/>
                </a:lnTo>
                <a:lnTo>
                  <a:pt x="95" y="4703064"/>
                </a:lnTo>
                <a:lnTo>
                  <a:pt x="45625" y="4703064"/>
                </a:lnTo>
                <a:cubicBezTo>
                  <a:pt x="46768" y="4699254"/>
                  <a:pt x="50197" y="4696492"/>
                  <a:pt x="54388" y="4696682"/>
                </a:cubicBezTo>
                <a:cubicBezTo>
                  <a:pt x="59246" y="4696968"/>
                  <a:pt x="62960" y="4701064"/>
                  <a:pt x="62770" y="4705922"/>
                </a:cubicBezTo>
                <a:cubicBezTo>
                  <a:pt x="62484" y="4710779"/>
                  <a:pt x="58388" y="4714494"/>
                  <a:pt x="53531" y="4714304"/>
                </a:cubicBezTo>
                <a:cubicBezTo>
                  <a:pt x="49721" y="4714113"/>
                  <a:pt x="46577" y="4711446"/>
                  <a:pt x="45625" y="4707922"/>
                </a:cubicBezTo>
                <a:close/>
                <a:moveTo>
                  <a:pt x="1378458" y="3527203"/>
                </a:moveTo>
                <a:lnTo>
                  <a:pt x="1373696" y="3527203"/>
                </a:lnTo>
                <a:lnTo>
                  <a:pt x="1373696" y="3517011"/>
                </a:lnTo>
                <a:lnTo>
                  <a:pt x="1378458" y="3517011"/>
                </a:lnTo>
                <a:lnTo>
                  <a:pt x="1378458" y="3527203"/>
                </a:lnTo>
                <a:close/>
                <a:moveTo>
                  <a:pt x="1378458" y="3547491"/>
                </a:moveTo>
                <a:lnTo>
                  <a:pt x="1373696" y="3547491"/>
                </a:lnTo>
                <a:lnTo>
                  <a:pt x="1373696" y="3537299"/>
                </a:lnTo>
                <a:lnTo>
                  <a:pt x="1378458" y="3537299"/>
                </a:lnTo>
                <a:lnTo>
                  <a:pt x="1378458" y="3547491"/>
                </a:lnTo>
                <a:close/>
                <a:moveTo>
                  <a:pt x="1074896" y="3616547"/>
                </a:moveTo>
                <a:lnTo>
                  <a:pt x="1099947" y="3616547"/>
                </a:lnTo>
                <a:cubicBezTo>
                  <a:pt x="1102233" y="3616547"/>
                  <a:pt x="1104519" y="3615500"/>
                  <a:pt x="1105948" y="3613785"/>
                </a:cubicBezTo>
                <a:lnTo>
                  <a:pt x="1112234" y="3606355"/>
                </a:lnTo>
                <a:cubicBezTo>
                  <a:pt x="1113473" y="3604927"/>
                  <a:pt x="1114044" y="3603117"/>
                  <a:pt x="1114044" y="3601307"/>
                </a:cubicBezTo>
                <a:lnTo>
                  <a:pt x="1114044" y="3577495"/>
                </a:lnTo>
                <a:cubicBezTo>
                  <a:pt x="1114044" y="3573113"/>
                  <a:pt x="1110520" y="3569589"/>
                  <a:pt x="1106138" y="3569589"/>
                </a:cubicBezTo>
                <a:lnTo>
                  <a:pt x="1092899" y="3569589"/>
                </a:lnTo>
                <a:cubicBezTo>
                  <a:pt x="1092899" y="3569589"/>
                  <a:pt x="1092899" y="3569589"/>
                  <a:pt x="1092899" y="3569589"/>
                </a:cubicBezTo>
                <a:lnTo>
                  <a:pt x="1074896" y="3569589"/>
                </a:lnTo>
                <a:cubicBezTo>
                  <a:pt x="1070515" y="3569589"/>
                  <a:pt x="1066991" y="3573113"/>
                  <a:pt x="1066991" y="3577495"/>
                </a:cubicBezTo>
                <a:lnTo>
                  <a:pt x="1066991" y="3597402"/>
                </a:lnTo>
                <a:lnTo>
                  <a:pt x="1066800" y="3597688"/>
                </a:lnTo>
                <a:lnTo>
                  <a:pt x="1066991" y="3597878"/>
                </a:lnTo>
                <a:lnTo>
                  <a:pt x="1066991" y="3608832"/>
                </a:lnTo>
                <a:cubicBezTo>
                  <a:pt x="1066991" y="3613213"/>
                  <a:pt x="1070515" y="3616738"/>
                  <a:pt x="1074896" y="3616738"/>
                </a:cubicBezTo>
                <a:close/>
                <a:moveTo>
                  <a:pt x="1109282" y="3601212"/>
                </a:moveTo>
                <a:cubicBezTo>
                  <a:pt x="1109282" y="3601974"/>
                  <a:pt x="1108996" y="3602641"/>
                  <a:pt x="1108520" y="3603212"/>
                </a:cubicBezTo>
                <a:lnTo>
                  <a:pt x="1102233" y="3610642"/>
                </a:lnTo>
                <a:cubicBezTo>
                  <a:pt x="1101662" y="3611309"/>
                  <a:pt x="1100804" y="3611785"/>
                  <a:pt x="1099852" y="3611785"/>
                </a:cubicBezTo>
                <a:lnTo>
                  <a:pt x="1087374" y="3611785"/>
                </a:lnTo>
                <a:lnTo>
                  <a:pt x="1109186" y="3588353"/>
                </a:lnTo>
                <a:lnTo>
                  <a:pt x="1109186" y="3601212"/>
                </a:lnTo>
                <a:close/>
                <a:moveTo>
                  <a:pt x="1071753" y="3577400"/>
                </a:moveTo>
                <a:cubicBezTo>
                  <a:pt x="1071753" y="3575685"/>
                  <a:pt x="1073182" y="3574256"/>
                  <a:pt x="1074896" y="3574256"/>
                </a:cubicBezTo>
                <a:lnTo>
                  <a:pt x="1088422" y="3574256"/>
                </a:lnTo>
                <a:lnTo>
                  <a:pt x="1071753" y="3592163"/>
                </a:lnTo>
                <a:lnTo>
                  <a:pt x="1071753" y="3577400"/>
                </a:lnTo>
                <a:close/>
                <a:moveTo>
                  <a:pt x="1071753" y="3602165"/>
                </a:moveTo>
                <a:lnTo>
                  <a:pt x="1071944" y="3602355"/>
                </a:lnTo>
                <a:lnTo>
                  <a:pt x="1098137" y="3574256"/>
                </a:lnTo>
                <a:lnTo>
                  <a:pt x="1098137" y="3574256"/>
                </a:lnTo>
                <a:cubicBezTo>
                  <a:pt x="1098137" y="3574256"/>
                  <a:pt x="1106138" y="3574256"/>
                  <a:pt x="1106138" y="3574256"/>
                </a:cubicBezTo>
                <a:cubicBezTo>
                  <a:pt x="1107853" y="3574256"/>
                  <a:pt x="1109282" y="3575685"/>
                  <a:pt x="1109282" y="3577400"/>
                </a:cubicBezTo>
                <a:lnTo>
                  <a:pt x="1109282" y="3579400"/>
                </a:lnTo>
                <a:lnTo>
                  <a:pt x="1108520" y="3578638"/>
                </a:lnTo>
                <a:lnTo>
                  <a:pt x="1078135" y="3611213"/>
                </a:lnTo>
                <a:lnTo>
                  <a:pt x="1078706" y="3611785"/>
                </a:lnTo>
                <a:lnTo>
                  <a:pt x="1074896" y="3611785"/>
                </a:lnTo>
                <a:cubicBezTo>
                  <a:pt x="1073182" y="3611785"/>
                  <a:pt x="1071753" y="3610356"/>
                  <a:pt x="1071753" y="3608642"/>
                </a:cubicBezTo>
                <a:lnTo>
                  <a:pt x="1071753" y="3602165"/>
                </a:lnTo>
                <a:close/>
                <a:moveTo>
                  <a:pt x="1413510" y="3469577"/>
                </a:moveTo>
                <a:lnTo>
                  <a:pt x="1413510" y="3450812"/>
                </a:lnTo>
                <a:cubicBezTo>
                  <a:pt x="1413510" y="3448717"/>
                  <a:pt x="1415225" y="3447002"/>
                  <a:pt x="1417320" y="3447002"/>
                </a:cubicBezTo>
                <a:lnTo>
                  <a:pt x="1436084" y="3447002"/>
                </a:lnTo>
                <a:cubicBezTo>
                  <a:pt x="1438180" y="3447002"/>
                  <a:pt x="1439894" y="3448717"/>
                  <a:pt x="1439894" y="3450812"/>
                </a:cubicBezTo>
                <a:lnTo>
                  <a:pt x="1439894" y="3469577"/>
                </a:lnTo>
                <a:cubicBezTo>
                  <a:pt x="1439894" y="3471672"/>
                  <a:pt x="1438180" y="3473387"/>
                  <a:pt x="1436084" y="3473387"/>
                </a:cubicBezTo>
                <a:lnTo>
                  <a:pt x="1417320" y="3473387"/>
                </a:lnTo>
                <a:cubicBezTo>
                  <a:pt x="1415225" y="3473387"/>
                  <a:pt x="1413510" y="3471672"/>
                  <a:pt x="1413510" y="3469577"/>
                </a:cubicBezTo>
                <a:close/>
                <a:moveTo>
                  <a:pt x="1085660" y="2301431"/>
                </a:moveTo>
                <a:cubicBezTo>
                  <a:pt x="1085660" y="2305717"/>
                  <a:pt x="1089184" y="2309146"/>
                  <a:pt x="1093375" y="2309146"/>
                </a:cubicBezTo>
                <a:cubicBezTo>
                  <a:pt x="1097566" y="2309146"/>
                  <a:pt x="1101090" y="2305622"/>
                  <a:pt x="1101090" y="2301431"/>
                </a:cubicBezTo>
                <a:cubicBezTo>
                  <a:pt x="1101090" y="2297240"/>
                  <a:pt x="1097566" y="2293715"/>
                  <a:pt x="1093375" y="2293715"/>
                </a:cubicBezTo>
                <a:cubicBezTo>
                  <a:pt x="1089184" y="2293715"/>
                  <a:pt x="1085660" y="2297240"/>
                  <a:pt x="1085660" y="2301431"/>
                </a:cubicBezTo>
                <a:close/>
                <a:moveTo>
                  <a:pt x="1098804" y="2301431"/>
                </a:moveTo>
                <a:cubicBezTo>
                  <a:pt x="1098804" y="2304383"/>
                  <a:pt x="1096423" y="2306765"/>
                  <a:pt x="1093470" y="2306765"/>
                </a:cubicBezTo>
                <a:cubicBezTo>
                  <a:pt x="1090517" y="2306765"/>
                  <a:pt x="1088136" y="2304383"/>
                  <a:pt x="1088136" y="2301431"/>
                </a:cubicBezTo>
                <a:cubicBezTo>
                  <a:pt x="1088136" y="2298478"/>
                  <a:pt x="1090517" y="2296097"/>
                  <a:pt x="1093470" y="2296097"/>
                </a:cubicBezTo>
                <a:cubicBezTo>
                  <a:pt x="1096423" y="2296097"/>
                  <a:pt x="1098804" y="2298478"/>
                  <a:pt x="1098804" y="2301431"/>
                </a:cubicBezTo>
                <a:close/>
                <a:moveTo>
                  <a:pt x="57245" y="4589812"/>
                </a:moveTo>
                <a:cubicBezTo>
                  <a:pt x="57531" y="4590384"/>
                  <a:pt x="57817" y="4590860"/>
                  <a:pt x="58198" y="4591336"/>
                </a:cubicBezTo>
                <a:lnTo>
                  <a:pt x="63913" y="4597051"/>
                </a:lnTo>
                <a:cubicBezTo>
                  <a:pt x="64961" y="4598099"/>
                  <a:pt x="66389" y="4598670"/>
                  <a:pt x="67818" y="4598670"/>
                </a:cubicBezTo>
                <a:cubicBezTo>
                  <a:pt x="69247" y="4598670"/>
                  <a:pt x="70676" y="4598099"/>
                  <a:pt x="71723" y="4597051"/>
                </a:cubicBezTo>
                <a:lnTo>
                  <a:pt x="77438" y="4591336"/>
                </a:lnTo>
                <a:cubicBezTo>
                  <a:pt x="79534" y="4589240"/>
                  <a:pt x="79534" y="4585716"/>
                  <a:pt x="77438" y="4583526"/>
                </a:cubicBezTo>
                <a:lnTo>
                  <a:pt x="71723" y="4577906"/>
                </a:lnTo>
                <a:cubicBezTo>
                  <a:pt x="69533" y="4575715"/>
                  <a:pt x="66104" y="4575810"/>
                  <a:pt x="63913" y="4577906"/>
                </a:cubicBezTo>
                <a:lnTo>
                  <a:pt x="58198" y="4583621"/>
                </a:lnTo>
                <a:cubicBezTo>
                  <a:pt x="58198" y="4583621"/>
                  <a:pt x="57436" y="4584573"/>
                  <a:pt x="57245" y="4585145"/>
                </a:cubicBezTo>
                <a:lnTo>
                  <a:pt x="8858" y="4585145"/>
                </a:lnTo>
                <a:lnTo>
                  <a:pt x="95" y="4593908"/>
                </a:lnTo>
                <a:lnTo>
                  <a:pt x="95" y="4600670"/>
                </a:lnTo>
                <a:lnTo>
                  <a:pt x="10763" y="4589907"/>
                </a:lnTo>
                <a:lnTo>
                  <a:pt x="57150" y="4589907"/>
                </a:lnTo>
                <a:close/>
                <a:moveTo>
                  <a:pt x="61532" y="4586859"/>
                </a:moveTo>
                <a:lnTo>
                  <a:pt x="67247" y="4581239"/>
                </a:lnTo>
                <a:cubicBezTo>
                  <a:pt x="67247" y="4581239"/>
                  <a:pt x="67628" y="4581049"/>
                  <a:pt x="67723" y="4581049"/>
                </a:cubicBezTo>
                <a:cubicBezTo>
                  <a:pt x="67818" y="4581049"/>
                  <a:pt x="68104" y="4581049"/>
                  <a:pt x="68294" y="4581239"/>
                </a:cubicBezTo>
                <a:lnTo>
                  <a:pt x="73914" y="4586859"/>
                </a:lnTo>
                <a:cubicBezTo>
                  <a:pt x="73914" y="4586859"/>
                  <a:pt x="74200" y="4587621"/>
                  <a:pt x="73914" y="4587907"/>
                </a:cubicBezTo>
                <a:lnTo>
                  <a:pt x="68199" y="4593622"/>
                </a:lnTo>
                <a:cubicBezTo>
                  <a:pt x="68199" y="4593622"/>
                  <a:pt x="67437" y="4593908"/>
                  <a:pt x="67151" y="4593622"/>
                </a:cubicBezTo>
                <a:lnTo>
                  <a:pt x="61436" y="4587907"/>
                </a:lnTo>
                <a:cubicBezTo>
                  <a:pt x="61436" y="4587907"/>
                  <a:pt x="61151" y="4587145"/>
                  <a:pt x="61436" y="4586859"/>
                </a:cubicBezTo>
                <a:close/>
                <a:moveTo>
                  <a:pt x="116300" y="2531364"/>
                </a:moveTo>
                <a:cubicBezTo>
                  <a:pt x="122587" y="2531364"/>
                  <a:pt x="127730" y="2526221"/>
                  <a:pt x="127730" y="2519934"/>
                </a:cubicBezTo>
                <a:cubicBezTo>
                  <a:pt x="127730" y="2513648"/>
                  <a:pt x="122587" y="2508504"/>
                  <a:pt x="116300" y="2508504"/>
                </a:cubicBezTo>
                <a:cubicBezTo>
                  <a:pt x="114300" y="2508504"/>
                  <a:pt x="112586" y="2509171"/>
                  <a:pt x="110966" y="2510028"/>
                </a:cubicBezTo>
                <a:lnTo>
                  <a:pt x="70104" y="2460784"/>
                </a:lnTo>
                <a:lnTo>
                  <a:pt x="46768" y="2460498"/>
                </a:lnTo>
                <a:lnTo>
                  <a:pt x="46768" y="2452307"/>
                </a:lnTo>
                <a:cubicBezTo>
                  <a:pt x="46768" y="2448306"/>
                  <a:pt x="43529" y="2445163"/>
                  <a:pt x="39624" y="2445163"/>
                </a:cubicBezTo>
                <a:lnTo>
                  <a:pt x="95" y="2445163"/>
                </a:lnTo>
                <a:lnTo>
                  <a:pt x="95" y="2449925"/>
                </a:lnTo>
                <a:lnTo>
                  <a:pt x="39624" y="2449925"/>
                </a:lnTo>
                <a:cubicBezTo>
                  <a:pt x="40958" y="2449925"/>
                  <a:pt x="42005" y="2450973"/>
                  <a:pt x="42005" y="2452307"/>
                </a:cubicBezTo>
                <a:lnTo>
                  <a:pt x="42005" y="2473833"/>
                </a:lnTo>
                <a:cubicBezTo>
                  <a:pt x="42005" y="2475167"/>
                  <a:pt x="40958" y="2476214"/>
                  <a:pt x="39624" y="2476214"/>
                </a:cubicBezTo>
                <a:lnTo>
                  <a:pt x="95" y="2476214"/>
                </a:lnTo>
                <a:lnTo>
                  <a:pt x="95" y="2480977"/>
                </a:lnTo>
                <a:lnTo>
                  <a:pt x="39624" y="2480977"/>
                </a:lnTo>
                <a:cubicBezTo>
                  <a:pt x="43625" y="2480977"/>
                  <a:pt x="46768" y="2477738"/>
                  <a:pt x="46768" y="2473833"/>
                </a:cubicBezTo>
                <a:lnTo>
                  <a:pt x="46768" y="2465261"/>
                </a:lnTo>
                <a:lnTo>
                  <a:pt x="67818" y="2465546"/>
                </a:lnTo>
                <a:lnTo>
                  <a:pt x="107347" y="2513171"/>
                </a:lnTo>
                <a:cubicBezTo>
                  <a:pt x="105918" y="2515076"/>
                  <a:pt x="104870" y="2517362"/>
                  <a:pt x="104870" y="2519934"/>
                </a:cubicBezTo>
                <a:cubicBezTo>
                  <a:pt x="104870" y="2526221"/>
                  <a:pt x="110014" y="2531364"/>
                  <a:pt x="116300" y="2531364"/>
                </a:cubicBezTo>
                <a:close/>
                <a:moveTo>
                  <a:pt x="116300" y="2513362"/>
                </a:moveTo>
                <a:cubicBezTo>
                  <a:pt x="119920" y="2513362"/>
                  <a:pt x="122968" y="2516315"/>
                  <a:pt x="122968" y="2520029"/>
                </a:cubicBezTo>
                <a:cubicBezTo>
                  <a:pt x="122968" y="2523744"/>
                  <a:pt x="120015" y="2526697"/>
                  <a:pt x="116300" y="2526697"/>
                </a:cubicBezTo>
                <a:cubicBezTo>
                  <a:pt x="112586" y="2526697"/>
                  <a:pt x="109633" y="2523744"/>
                  <a:pt x="109633" y="2520029"/>
                </a:cubicBezTo>
                <a:cubicBezTo>
                  <a:pt x="109633" y="2516315"/>
                  <a:pt x="112586" y="2513362"/>
                  <a:pt x="116300" y="2513362"/>
                </a:cubicBezTo>
                <a:close/>
                <a:moveTo>
                  <a:pt x="32576" y="4438555"/>
                </a:moveTo>
                <a:cubicBezTo>
                  <a:pt x="30766" y="4443603"/>
                  <a:pt x="33528" y="4449223"/>
                  <a:pt x="38576" y="4451033"/>
                </a:cubicBezTo>
                <a:cubicBezTo>
                  <a:pt x="39624" y="4451414"/>
                  <a:pt x="40767" y="4451604"/>
                  <a:pt x="41815" y="4451604"/>
                </a:cubicBezTo>
                <a:cubicBezTo>
                  <a:pt x="45815" y="4451604"/>
                  <a:pt x="49625" y="4449032"/>
                  <a:pt x="51054" y="4445032"/>
                </a:cubicBezTo>
                <a:cubicBezTo>
                  <a:pt x="51911" y="4442555"/>
                  <a:pt x="51816" y="4439888"/>
                  <a:pt x="50673" y="4437507"/>
                </a:cubicBezTo>
                <a:cubicBezTo>
                  <a:pt x="49530" y="4435126"/>
                  <a:pt x="47530" y="4433412"/>
                  <a:pt x="45053" y="4432554"/>
                </a:cubicBezTo>
                <a:cubicBezTo>
                  <a:pt x="42196" y="4431602"/>
                  <a:pt x="39243" y="4432078"/>
                  <a:pt x="36767" y="4433602"/>
                </a:cubicBezTo>
                <a:lnTo>
                  <a:pt x="14859" y="4414362"/>
                </a:lnTo>
                <a:lnTo>
                  <a:pt x="95" y="4414362"/>
                </a:lnTo>
                <a:cubicBezTo>
                  <a:pt x="95" y="4414362"/>
                  <a:pt x="95" y="4419124"/>
                  <a:pt x="95" y="4419124"/>
                </a:cubicBezTo>
                <a:lnTo>
                  <a:pt x="13049" y="4419124"/>
                </a:lnTo>
                <a:cubicBezTo>
                  <a:pt x="13049" y="4419124"/>
                  <a:pt x="33433" y="4437126"/>
                  <a:pt x="33433" y="4437126"/>
                </a:cubicBezTo>
                <a:cubicBezTo>
                  <a:pt x="33147" y="4437603"/>
                  <a:pt x="32766" y="4438079"/>
                  <a:pt x="32480" y="4438650"/>
                </a:cubicBezTo>
                <a:lnTo>
                  <a:pt x="32480" y="4438650"/>
                </a:lnTo>
                <a:close/>
                <a:moveTo>
                  <a:pt x="37052" y="4440079"/>
                </a:moveTo>
                <a:cubicBezTo>
                  <a:pt x="38005" y="4437507"/>
                  <a:pt x="40862" y="4436079"/>
                  <a:pt x="43434" y="4437031"/>
                </a:cubicBezTo>
                <a:cubicBezTo>
                  <a:pt x="44672" y="4437507"/>
                  <a:pt x="45720" y="4438364"/>
                  <a:pt x="46292" y="4439603"/>
                </a:cubicBezTo>
                <a:cubicBezTo>
                  <a:pt x="46863" y="4440841"/>
                  <a:pt x="46958" y="4442174"/>
                  <a:pt x="46482" y="4443413"/>
                </a:cubicBezTo>
                <a:cubicBezTo>
                  <a:pt x="45530" y="4445985"/>
                  <a:pt x="42767" y="4447413"/>
                  <a:pt x="40100" y="4446461"/>
                </a:cubicBezTo>
                <a:cubicBezTo>
                  <a:pt x="37529" y="4445508"/>
                  <a:pt x="36100" y="4442651"/>
                  <a:pt x="37052" y="4440079"/>
                </a:cubicBezTo>
                <a:close/>
                <a:moveTo>
                  <a:pt x="1411986" y="3442240"/>
                </a:moveTo>
                <a:cubicBezTo>
                  <a:pt x="1410272" y="3442240"/>
                  <a:pt x="1408843" y="3443669"/>
                  <a:pt x="1408843" y="3445383"/>
                </a:cubicBezTo>
                <a:lnTo>
                  <a:pt x="1408843" y="3475006"/>
                </a:lnTo>
                <a:cubicBezTo>
                  <a:pt x="1408843" y="3476720"/>
                  <a:pt x="1410272" y="3478149"/>
                  <a:pt x="1411986" y="3478149"/>
                </a:cubicBezTo>
                <a:lnTo>
                  <a:pt x="1423416" y="3478149"/>
                </a:lnTo>
                <a:lnTo>
                  <a:pt x="1423416" y="3486531"/>
                </a:lnTo>
                <a:lnTo>
                  <a:pt x="1428178" y="3486531"/>
                </a:lnTo>
                <a:lnTo>
                  <a:pt x="1428178" y="3478149"/>
                </a:lnTo>
                <a:lnTo>
                  <a:pt x="1441609" y="3478149"/>
                </a:lnTo>
                <a:cubicBezTo>
                  <a:pt x="1443323" y="3478149"/>
                  <a:pt x="1444752" y="3476720"/>
                  <a:pt x="1444752" y="3475006"/>
                </a:cubicBezTo>
                <a:lnTo>
                  <a:pt x="1444752" y="3445383"/>
                </a:lnTo>
                <a:cubicBezTo>
                  <a:pt x="1444752" y="3443669"/>
                  <a:pt x="1443323" y="3442240"/>
                  <a:pt x="1441609" y="3442240"/>
                </a:cubicBezTo>
                <a:lnTo>
                  <a:pt x="1429226" y="3442240"/>
                </a:lnTo>
                <a:lnTo>
                  <a:pt x="1429226" y="3344799"/>
                </a:lnTo>
                <a:cubicBezTo>
                  <a:pt x="1433132" y="3343751"/>
                  <a:pt x="1436084" y="3340322"/>
                  <a:pt x="1436084" y="3336036"/>
                </a:cubicBezTo>
                <a:cubicBezTo>
                  <a:pt x="1436084" y="3332702"/>
                  <a:pt x="1434179" y="3329845"/>
                  <a:pt x="1431512" y="3328226"/>
                </a:cubicBezTo>
                <a:lnTo>
                  <a:pt x="1431512" y="3265551"/>
                </a:lnTo>
                <a:lnTo>
                  <a:pt x="1415510" y="3250025"/>
                </a:lnTo>
                <a:lnTo>
                  <a:pt x="1396270" y="3250025"/>
                </a:lnTo>
                <a:lnTo>
                  <a:pt x="1354074" y="3213830"/>
                </a:lnTo>
                <a:lnTo>
                  <a:pt x="1359122" y="3213830"/>
                </a:lnTo>
                <a:cubicBezTo>
                  <a:pt x="1363504" y="3213830"/>
                  <a:pt x="1367123" y="3210306"/>
                  <a:pt x="1367123" y="3205829"/>
                </a:cubicBezTo>
                <a:lnTo>
                  <a:pt x="1367123" y="3188399"/>
                </a:lnTo>
                <a:cubicBezTo>
                  <a:pt x="1367123" y="3184017"/>
                  <a:pt x="1363504" y="3180398"/>
                  <a:pt x="1359122" y="3180398"/>
                </a:cubicBezTo>
                <a:lnTo>
                  <a:pt x="1341692" y="3180398"/>
                </a:lnTo>
                <a:cubicBezTo>
                  <a:pt x="1337310" y="3180398"/>
                  <a:pt x="1333691" y="3183922"/>
                  <a:pt x="1333691" y="3188399"/>
                </a:cubicBezTo>
                <a:lnTo>
                  <a:pt x="1333691" y="3205829"/>
                </a:lnTo>
                <a:cubicBezTo>
                  <a:pt x="1333691" y="3210211"/>
                  <a:pt x="1337310" y="3213830"/>
                  <a:pt x="1341692" y="3213830"/>
                </a:cubicBezTo>
                <a:lnTo>
                  <a:pt x="1346835" y="3213830"/>
                </a:lnTo>
                <a:cubicBezTo>
                  <a:pt x="1346835" y="3213830"/>
                  <a:pt x="1306640" y="3250025"/>
                  <a:pt x="1306640" y="3250025"/>
                </a:cubicBezTo>
                <a:lnTo>
                  <a:pt x="1306640" y="3250025"/>
                </a:lnTo>
                <a:cubicBezTo>
                  <a:pt x="1306640" y="3250025"/>
                  <a:pt x="1287018" y="3250025"/>
                  <a:pt x="1287018" y="3250025"/>
                </a:cubicBezTo>
                <a:lnTo>
                  <a:pt x="1272254" y="3266313"/>
                </a:lnTo>
                <a:lnTo>
                  <a:pt x="1272254" y="3302508"/>
                </a:lnTo>
                <a:cubicBezTo>
                  <a:pt x="1267016" y="3303651"/>
                  <a:pt x="1263015" y="3308033"/>
                  <a:pt x="1263015" y="3313652"/>
                </a:cubicBezTo>
                <a:cubicBezTo>
                  <a:pt x="1263015" y="3319272"/>
                  <a:pt x="1267016" y="3323654"/>
                  <a:pt x="1272254" y="3324797"/>
                </a:cubicBezTo>
                <a:lnTo>
                  <a:pt x="1272254" y="3442240"/>
                </a:lnTo>
                <a:lnTo>
                  <a:pt x="1259872" y="3442240"/>
                </a:lnTo>
                <a:cubicBezTo>
                  <a:pt x="1258157" y="3442240"/>
                  <a:pt x="1256728" y="3443669"/>
                  <a:pt x="1256728" y="3445383"/>
                </a:cubicBezTo>
                <a:lnTo>
                  <a:pt x="1256728" y="3475006"/>
                </a:lnTo>
                <a:cubicBezTo>
                  <a:pt x="1256728" y="3476720"/>
                  <a:pt x="1258157" y="3478149"/>
                  <a:pt x="1259872" y="3478149"/>
                </a:cubicBezTo>
                <a:lnTo>
                  <a:pt x="1289495" y="3478149"/>
                </a:lnTo>
                <a:cubicBezTo>
                  <a:pt x="1291209" y="3478149"/>
                  <a:pt x="1292638" y="3476720"/>
                  <a:pt x="1292638" y="3475006"/>
                </a:cubicBezTo>
                <a:lnTo>
                  <a:pt x="1292638" y="3445383"/>
                </a:lnTo>
                <a:cubicBezTo>
                  <a:pt x="1292638" y="3443669"/>
                  <a:pt x="1291209" y="3442240"/>
                  <a:pt x="1289495" y="3442240"/>
                </a:cubicBezTo>
                <a:lnTo>
                  <a:pt x="1277112" y="3442240"/>
                </a:lnTo>
                <a:lnTo>
                  <a:pt x="1277112" y="3324797"/>
                </a:lnTo>
                <a:cubicBezTo>
                  <a:pt x="1282351" y="3323654"/>
                  <a:pt x="1286351" y="3319272"/>
                  <a:pt x="1286351" y="3313652"/>
                </a:cubicBezTo>
                <a:cubicBezTo>
                  <a:pt x="1286351" y="3308033"/>
                  <a:pt x="1282351" y="3303651"/>
                  <a:pt x="1277112" y="3302508"/>
                </a:cubicBezTo>
                <a:lnTo>
                  <a:pt x="1277112" y="3268218"/>
                </a:lnTo>
                <a:lnTo>
                  <a:pt x="1289209" y="3254883"/>
                </a:lnTo>
                <a:lnTo>
                  <a:pt x="1325213" y="3254883"/>
                </a:lnTo>
                <a:lnTo>
                  <a:pt x="1322356" y="3258026"/>
                </a:lnTo>
                <a:lnTo>
                  <a:pt x="1322356" y="3327463"/>
                </a:lnTo>
                <a:cubicBezTo>
                  <a:pt x="1318832" y="3328702"/>
                  <a:pt x="1316260" y="3332036"/>
                  <a:pt x="1316260" y="3336036"/>
                </a:cubicBezTo>
                <a:cubicBezTo>
                  <a:pt x="1316260" y="3340322"/>
                  <a:pt x="1319213" y="3343751"/>
                  <a:pt x="1323118" y="3344799"/>
                </a:cubicBezTo>
                <a:lnTo>
                  <a:pt x="1323118" y="3442240"/>
                </a:lnTo>
                <a:lnTo>
                  <a:pt x="1310735" y="3442240"/>
                </a:lnTo>
                <a:cubicBezTo>
                  <a:pt x="1309021" y="3442240"/>
                  <a:pt x="1307592" y="3443669"/>
                  <a:pt x="1307592" y="3445383"/>
                </a:cubicBezTo>
                <a:lnTo>
                  <a:pt x="1307592" y="3475006"/>
                </a:lnTo>
                <a:cubicBezTo>
                  <a:pt x="1307592" y="3476720"/>
                  <a:pt x="1309021" y="3478149"/>
                  <a:pt x="1310735" y="3478149"/>
                </a:cubicBezTo>
                <a:lnTo>
                  <a:pt x="1323118" y="3478149"/>
                </a:lnTo>
                <a:lnTo>
                  <a:pt x="1323118" y="3533109"/>
                </a:lnTo>
                <a:lnTo>
                  <a:pt x="1191387" y="3533109"/>
                </a:lnTo>
                <a:lnTo>
                  <a:pt x="1136237" y="3572637"/>
                </a:lnTo>
                <a:lnTo>
                  <a:pt x="1136237" y="3590735"/>
                </a:lnTo>
                <a:cubicBezTo>
                  <a:pt x="1136237" y="3590735"/>
                  <a:pt x="1135856" y="3590735"/>
                  <a:pt x="1135571" y="3590735"/>
                </a:cubicBezTo>
                <a:cubicBezTo>
                  <a:pt x="1132713" y="3591497"/>
                  <a:pt x="1130427" y="3593402"/>
                  <a:pt x="1128998" y="3595973"/>
                </a:cubicBezTo>
                <a:cubicBezTo>
                  <a:pt x="1127570" y="3598545"/>
                  <a:pt x="1127284" y="3601498"/>
                  <a:pt x="1128046" y="3604260"/>
                </a:cubicBezTo>
                <a:cubicBezTo>
                  <a:pt x="1128808" y="3607118"/>
                  <a:pt x="1130713" y="3609404"/>
                  <a:pt x="1133285" y="3610832"/>
                </a:cubicBezTo>
                <a:cubicBezTo>
                  <a:pt x="1134904" y="3611785"/>
                  <a:pt x="1136714" y="3612166"/>
                  <a:pt x="1138619" y="3612166"/>
                </a:cubicBezTo>
                <a:cubicBezTo>
                  <a:pt x="1139666" y="3612166"/>
                  <a:pt x="1140619" y="3612071"/>
                  <a:pt x="1141667" y="3611785"/>
                </a:cubicBezTo>
                <a:cubicBezTo>
                  <a:pt x="1147477" y="3610166"/>
                  <a:pt x="1150811" y="3604070"/>
                  <a:pt x="1149191" y="3598259"/>
                </a:cubicBezTo>
                <a:cubicBezTo>
                  <a:pt x="1148048" y="3594259"/>
                  <a:pt x="1144810" y="3591592"/>
                  <a:pt x="1141000" y="3590735"/>
                </a:cubicBezTo>
                <a:lnTo>
                  <a:pt x="1141000" y="3575018"/>
                </a:lnTo>
                <a:lnTo>
                  <a:pt x="1192911" y="3537871"/>
                </a:lnTo>
                <a:lnTo>
                  <a:pt x="1327880" y="3537871"/>
                </a:lnTo>
                <a:lnTo>
                  <a:pt x="1327880" y="3478149"/>
                </a:lnTo>
                <a:lnTo>
                  <a:pt x="1340263" y="3478149"/>
                </a:lnTo>
                <a:cubicBezTo>
                  <a:pt x="1341977" y="3478149"/>
                  <a:pt x="1343406" y="3476720"/>
                  <a:pt x="1343406" y="3475006"/>
                </a:cubicBezTo>
                <a:lnTo>
                  <a:pt x="1343406" y="3445383"/>
                </a:lnTo>
                <a:cubicBezTo>
                  <a:pt x="1343406" y="3443669"/>
                  <a:pt x="1341977" y="3442240"/>
                  <a:pt x="1340263" y="3442240"/>
                </a:cubicBezTo>
                <a:lnTo>
                  <a:pt x="1327880" y="3442240"/>
                </a:lnTo>
                <a:lnTo>
                  <a:pt x="1327880" y="3344799"/>
                </a:lnTo>
                <a:cubicBezTo>
                  <a:pt x="1331786" y="3343751"/>
                  <a:pt x="1334738" y="3340322"/>
                  <a:pt x="1334738" y="3336036"/>
                </a:cubicBezTo>
                <a:cubicBezTo>
                  <a:pt x="1334738" y="3331559"/>
                  <a:pt x="1331405" y="3327940"/>
                  <a:pt x="1327214" y="3327178"/>
                </a:cubicBezTo>
                <a:lnTo>
                  <a:pt x="1327214" y="3259836"/>
                </a:lnTo>
                <a:lnTo>
                  <a:pt x="1331690" y="3254883"/>
                </a:lnTo>
                <a:lnTo>
                  <a:pt x="1368933" y="3254883"/>
                </a:lnTo>
                <a:lnTo>
                  <a:pt x="1373886" y="3259646"/>
                </a:lnTo>
                <a:lnTo>
                  <a:pt x="1373886" y="3302508"/>
                </a:lnTo>
                <a:cubicBezTo>
                  <a:pt x="1368647" y="3303651"/>
                  <a:pt x="1364647" y="3308033"/>
                  <a:pt x="1364647" y="3313652"/>
                </a:cubicBezTo>
                <a:cubicBezTo>
                  <a:pt x="1364647" y="3319272"/>
                  <a:pt x="1368647" y="3323654"/>
                  <a:pt x="1373886" y="3324797"/>
                </a:cubicBezTo>
                <a:lnTo>
                  <a:pt x="1373886" y="3442240"/>
                </a:lnTo>
                <a:lnTo>
                  <a:pt x="1361503" y="3442240"/>
                </a:lnTo>
                <a:cubicBezTo>
                  <a:pt x="1359789" y="3442240"/>
                  <a:pt x="1358360" y="3443669"/>
                  <a:pt x="1358360" y="3445383"/>
                </a:cubicBezTo>
                <a:lnTo>
                  <a:pt x="1358360" y="3475006"/>
                </a:lnTo>
                <a:cubicBezTo>
                  <a:pt x="1358360" y="3476720"/>
                  <a:pt x="1359789" y="3478149"/>
                  <a:pt x="1361503" y="3478149"/>
                </a:cubicBezTo>
                <a:lnTo>
                  <a:pt x="1373886" y="3478149"/>
                </a:lnTo>
                <a:lnTo>
                  <a:pt x="1373886" y="3486531"/>
                </a:lnTo>
                <a:lnTo>
                  <a:pt x="1378649" y="3486531"/>
                </a:lnTo>
                <a:lnTo>
                  <a:pt x="1378649" y="3478149"/>
                </a:lnTo>
                <a:lnTo>
                  <a:pt x="1391031" y="3478149"/>
                </a:lnTo>
                <a:cubicBezTo>
                  <a:pt x="1392746" y="3478149"/>
                  <a:pt x="1394174" y="3476720"/>
                  <a:pt x="1394174" y="3475006"/>
                </a:cubicBezTo>
                <a:lnTo>
                  <a:pt x="1394174" y="3445383"/>
                </a:lnTo>
                <a:cubicBezTo>
                  <a:pt x="1394174" y="3443669"/>
                  <a:pt x="1392746" y="3442240"/>
                  <a:pt x="1391031" y="3442240"/>
                </a:cubicBezTo>
                <a:lnTo>
                  <a:pt x="1378649" y="3442240"/>
                </a:lnTo>
                <a:lnTo>
                  <a:pt x="1378649" y="3324797"/>
                </a:lnTo>
                <a:cubicBezTo>
                  <a:pt x="1383887" y="3323654"/>
                  <a:pt x="1387888" y="3319272"/>
                  <a:pt x="1387888" y="3313652"/>
                </a:cubicBezTo>
                <a:cubicBezTo>
                  <a:pt x="1387888" y="3308033"/>
                  <a:pt x="1383887" y="3303651"/>
                  <a:pt x="1378649" y="3302508"/>
                </a:cubicBezTo>
                <a:lnTo>
                  <a:pt x="1378649" y="3257550"/>
                </a:lnTo>
                <a:lnTo>
                  <a:pt x="1375791" y="3254788"/>
                </a:lnTo>
                <a:lnTo>
                  <a:pt x="1413701" y="3254788"/>
                </a:lnTo>
                <a:lnTo>
                  <a:pt x="1426845" y="3267551"/>
                </a:lnTo>
                <a:lnTo>
                  <a:pt x="1426845" y="3326797"/>
                </a:lnTo>
                <a:cubicBezTo>
                  <a:pt x="1421797" y="3326797"/>
                  <a:pt x="1417701" y="3330988"/>
                  <a:pt x="1417701" y="3336036"/>
                </a:cubicBezTo>
                <a:cubicBezTo>
                  <a:pt x="1417701" y="3340322"/>
                  <a:pt x="1420654" y="3343751"/>
                  <a:pt x="1424559" y="3344799"/>
                </a:cubicBezTo>
                <a:lnTo>
                  <a:pt x="1424559" y="3442240"/>
                </a:lnTo>
                <a:lnTo>
                  <a:pt x="1412177" y="3442240"/>
                </a:lnTo>
                <a:close/>
                <a:moveTo>
                  <a:pt x="1289399" y="3444621"/>
                </a:moveTo>
                <a:cubicBezTo>
                  <a:pt x="1289399" y="3444621"/>
                  <a:pt x="1290161" y="3445002"/>
                  <a:pt x="1290161" y="3445383"/>
                </a:cubicBezTo>
                <a:lnTo>
                  <a:pt x="1290161" y="3475006"/>
                </a:lnTo>
                <a:cubicBezTo>
                  <a:pt x="1290161" y="3475006"/>
                  <a:pt x="1289780" y="3475768"/>
                  <a:pt x="1289399" y="3475768"/>
                </a:cubicBezTo>
                <a:lnTo>
                  <a:pt x="1259777" y="3475768"/>
                </a:lnTo>
                <a:cubicBezTo>
                  <a:pt x="1259777" y="3475768"/>
                  <a:pt x="1259015" y="3475387"/>
                  <a:pt x="1259015" y="3475006"/>
                </a:cubicBezTo>
                <a:lnTo>
                  <a:pt x="1259015" y="3445383"/>
                </a:lnTo>
                <a:cubicBezTo>
                  <a:pt x="1259015" y="3445383"/>
                  <a:pt x="1259396" y="3444621"/>
                  <a:pt x="1259777" y="3444621"/>
                </a:cubicBezTo>
                <a:lnTo>
                  <a:pt x="1289399" y="3444621"/>
                </a:lnTo>
                <a:close/>
                <a:moveTo>
                  <a:pt x="1281494" y="3313652"/>
                </a:moveTo>
                <a:cubicBezTo>
                  <a:pt x="1281494" y="3317462"/>
                  <a:pt x="1278446" y="3320510"/>
                  <a:pt x="1274636" y="3320510"/>
                </a:cubicBezTo>
                <a:cubicBezTo>
                  <a:pt x="1270826" y="3320510"/>
                  <a:pt x="1267778" y="3317462"/>
                  <a:pt x="1267778" y="3313652"/>
                </a:cubicBezTo>
                <a:cubicBezTo>
                  <a:pt x="1267778" y="3309842"/>
                  <a:pt x="1270826" y="3306794"/>
                  <a:pt x="1274636" y="3306794"/>
                </a:cubicBezTo>
                <a:cubicBezTo>
                  <a:pt x="1278446" y="3306794"/>
                  <a:pt x="1281494" y="3309842"/>
                  <a:pt x="1281494" y="3313652"/>
                </a:cubicBezTo>
                <a:close/>
                <a:moveTo>
                  <a:pt x="1141476" y="3595783"/>
                </a:moveTo>
                <a:cubicBezTo>
                  <a:pt x="1142905" y="3596545"/>
                  <a:pt x="1143953" y="3597878"/>
                  <a:pt x="1144429" y="3599498"/>
                </a:cubicBezTo>
                <a:cubicBezTo>
                  <a:pt x="1144905" y="3601117"/>
                  <a:pt x="1144715" y="3602736"/>
                  <a:pt x="1143857" y="3604165"/>
                </a:cubicBezTo>
                <a:cubicBezTo>
                  <a:pt x="1143095" y="3605594"/>
                  <a:pt x="1141762" y="3606642"/>
                  <a:pt x="1140143" y="3607118"/>
                </a:cubicBezTo>
                <a:cubicBezTo>
                  <a:pt x="1136809" y="3608070"/>
                  <a:pt x="1133475" y="3606165"/>
                  <a:pt x="1132523" y="3602831"/>
                </a:cubicBezTo>
                <a:cubicBezTo>
                  <a:pt x="1132046" y="3601212"/>
                  <a:pt x="1132237" y="3599593"/>
                  <a:pt x="1133094" y="3598164"/>
                </a:cubicBezTo>
                <a:cubicBezTo>
                  <a:pt x="1133856" y="3596735"/>
                  <a:pt x="1135190" y="3595688"/>
                  <a:pt x="1136809" y="3595211"/>
                </a:cubicBezTo>
                <a:cubicBezTo>
                  <a:pt x="1137380" y="3595021"/>
                  <a:pt x="1137952" y="3594926"/>
                  <a:pt x="1138523" y="3594926"/>
                </a:cubicBezTo>
                <a:cubicBezTo>
                  <a:pt x="1139571" y="3594926"/>
                  <a:pt x="1140619" y="3595211"/>
                  <a:pt x="1141476" y="3595688"/>
                </a:cubicBezTo>
                <a:close/>
                <a:moveTo>
                  <a:pt x="1340168" y="3444621"/>
                </a:moveTo>
                <a:cubicBezTo>
                  <a:pt x="1340168" y="3444621"/>
                  <a:pt x="1340930" y="3445002"/>
                  <a:pt x="1340930" y="3445383"/>
                </a:cubicBezTo>
                <a:lnTo>
                  <a:pt x="1340930" y="3475006"/>
                </a:lnTo>
                <a:cubicBezTo>
                  <a:pt x="1340930" y="3475006"/>
                  <a:pt x="1340549" y="3475768"/>
                  <a:pt x="1340168" y="3475768"/>
                </a:cubicBezTo>
                <a:lnTo>
                  <a:pt x="1310545" y="3475768"/>
                </a:lnTo>
                <a:cubicBezTo>
                  <a:pt x="1310545" y="3475768"/>
                  <a:pt x="1309783" y="3475387"/>
                  <a:pt x="1309783" y="3475006"/>
                </a:cubicBezTo>
                <a:lnTo>
                  <a:pt x="1309783" y="3445383"/>
                </a:lnTo>
                <a:cubicBezTo>
                  <a:pt x="1309783" y="3445383"/>
                  <a:pt x="1310164" y="3444621"/>
                  <a:pt x="1310545" y="3444621"/>
                </a:cubicBezTo>
                <a:lnTo>
                  <a:pt x="1340168" y="3444621"/>
                </a:lnTo>
                <a:close/>
                <a:moveTo>
                  <a:pt x="1346740" y="3250025"/>
                </a:moveTo>
                <a:lnTo>
                  <a:pt x="1313593" y="3250025"/>
                </a:lnTo>
                <a:lnTo>
                  <a:pt x="1346740" y="3220212"/>
                </a:lnTo>
                <a:lnTo>
                  <a:pt x="1346740" y="3250025"/>
                </a:lnTo>
                <a:close/>
                <a:moveTo>
                  <a:pt x="1341692" y="3209449"/>
                </a:moveTo>
                <a:cubicBezTo>
                  <a:pt x="1339691" y="3209449"/>
                  <a:pt x="1338072" y="3207830"/>
                  <a:pt x="1338072" y="3205829"/>
                </a:cubicBezTo>
                <a:lnTo>
                  <a:pt x="1338072" y="3188399"/>
                </a:lnTo>
                <a:cubicBezTo>
                  <a:pt x="1338072" y="3186398"/>
                  <a:pt x="1339691" y="3184779"/>
                  <a:pt x="1341692" y="3184779"/>
                </a:cubicBezTo>
                <a:lnTo>
                  <a:pt x="1359122" y="3184779"/>
                </a:lnTo>
                <a:cubicBezTo>
                  <a:pt x="1361123" y="3184779"/>
                  <a:pt x="1362742" y="3186398"/>
                  <a:pt x="1362742" y="3188399"/>
                </a:cubicBezTo>
                <a:lnTo>
                  <a:pt x="1362742" y="3205829"/>
                </a:lnTo>
                <a:cubicBezTo>
                  <a:pt x="1362742" y="3207830"/>
                  <a:pt x="1361123" y="3209449"/>
                  <a:pt x="1359122" y="3209449"/>
                </a:cubicBezTo>
                <a:lnTo>
                  <a:pt x="1341692" y="3209449"/>
                </a:lnTo>
                <a:close/>
                <a:moveTo>
                  <a:pt x="1390841" y="3444621"/>
                </a:moveTo>
                <a:cubicBezTo>
                  <a:pt x="1390841" y="3444621"/>
                  <a:pt x="1391603" y="3445002"/>
                  <a:pt x="1391603" y="3445383"/>
                </a:cubicBezTo>
                <a:lnTo>
                  <a:pt x="1391603" y="3475006"/>
                </a:lnTo>
                <a:cubicBezTo>
                  <a:pt x="1391603" y="3475006"/>
                  <a:pt x="1391222" y="3475768"/>
                  <a:pt x="1390841" y="3475768"/>
                </a:cubicBezTo>
                <a:lnTo>
                  <a:pt x="1361218" y="3475768"/>
                </a:lnTo>
                <a:cubicBezTo>
                  <a:pt x="1361218" y="3475768"/>
                  <a:pt x="1360456" y="3475387"/>
                  <a:pt x="1360456" y="3475006"/>
                </a:cubicBezTo>
                <a:lnTo>
                  <a:pt x="1360456" y="3445383"/>
                </a:lnTo>
                <a:cubicBezTo>
                  <a:pt x="1360456" y="3445383"/>
                  <a:pt x="1360837" y="3444621"/>
                  <a:pt x="1361218" y="3444621"/>
                </a:cubicBezTo>
                <a:lnTo>
                  <a:pt x="1390841" y="3444621"/>
                </a:lnTo>
                <a:close/>
                <a:moveTo>
                  <a:pt x="1376077" y="3306794"/>
                </a:moveTo>
                <a:cubicBezTo>
                  <a:pt x="1379887" y="3306794"/>
                  <a:pt x="1382935" y="3309842"/>
                  <a:pt x="1382935" y="3313652"/>
                </a:cubicBezTo>
                <a:cubicBezTo>
                  <a:pt x="1382935" y="3317462"/>
                  <a:pt x="1379887" y="3320510"/>
                  <a:pt x="1376077" y="3320510"/>
                </a:cubicBezTo>
                <a:cubicBezTo>
                  <a:pt x="1372267" y="3320510"/>
                  <a:pt x="1369219" y="3317462"/>
                  <a:pt x="1369219" y="3313652"/>
                </a:cubicBezTo>
                <a:cubicBezTo>
                  <a:pt x="1369219" y="3309842"/>
                  <a:pt x="1372267" y="3306794"/>
                  <a:pt x="1376077" y="3306794"/>
                </a:cubicBezTo>
                <a:close/>
                <a:moveTo>
                  <a:pt x="1370648" y="3250025"/>
                </a:moveTo>
                <a:lnTo>
                  <a:pt x="1353884" y="3250025"/>
                </a:lnTo>
                <a:lnTo>
                  <a:pt x="1353884" y="3220022"/>
                </a:lnTo>
                <a:lnTo>
                  <a:pt x="1388840" y="3250025"/>
                </a:lnTo>
                <a:lnTo>
                  <a:pt x="1370648" y="3250025"/>
                </a:lnTo>
                <a:close/>
                <a:moveTo>
                  <a:pt x="1441609" y="3444621"/>
                </a:moveTo>
                <a:cubicBezTo>
                  <a:pt x="1441609" y="3444621"/>
                  <a:pt x="1442371" y="3445002"/>
                  <a:pt x="1442371" y="3445383"/>
                </a:cubicBezTo>
                <a:lnTo>
                  <a:pt x="1442371" y="3475006"/>
                </a:lnTo>
                <a:cubicBezTo>
                  <a:pt x="1442371" y="3475006"/>
                  <a:pt x="1441990" y="3475768"/>
                  <a:pt x="1441609" y="3475768"/>
                </a:cubicBezTo>
                <a:lnTo>
                  <a:pt x="1411986" y="3475768"/>
                </a:lnTo>
                <a:cubicBezTo>
                  <a:pt x="1411986" y="3475768"/>
                  <a:pt x="1411224" y="3475387"/>
                  <a:pt x="1411224" y="3475006"/>
                </a:cubicBezTo>
                <a:lnTo>
                  <a:pt x="1411224" y="3445383"/>
                </a:lnTo>
                <a:cubicBezTo>
                  <a:pt x="1411224" y="3445383"/>
                  <a:pt x="1411605" y="3444621"/>
                  <a:pt x="1411986" y="3444621"/>
                </a:cubicBezTo>
                <a:lnTo>
                  <a:pt x="1441609" y="3444621"/>
                </a:lnTo>
                <a:close/>
                <a:moveTo>
                  <a:pt x="102489" y="4032313"/>
                </a:moveTo>
                <a:lnTo>
                  <a:pt x="47339" y="4080796"/>
                </a:lnTo>
                <a:cubicBezTo>
                  <a:pt x="44768" y="4078796"/>
                  <a:pt x="41339" y="4077938"/>
                  <a:pt x="38005" y="4079081"/>
                </a:cubicBezTo>
                <a:cubicBezTo>
                  <a:pt x="32861" y="4080891"/>
                  <a:pt x="30194" y="4086606"/>
                  <a:pt x="32004" y="4091750"/>
                </a:cubicBezTo>
                <a:cubicBezTo>
                  <a:pt x="33433" y="4095750"/>
                  <a:pt x="37243" y="4098322"/>
                  <a:pt x="41339" y="4098322"/>
                </a:cubicBezTo>
                <a:cubicBezTo>
                  <a:pt x="42482" y="4098322"/>
                  <a:pt x="43529" y="4098131"/>
                  <a:pt x="44672" y="4097750"/>
                </a:cubicBezTo>
                <a:lnTo>
                  <a:pt x="44672" y="4097750"/>
                </a:lnTo>
                <a:cubicBezTo>
                  <a:pt x="49816" y="4095941"/>
                  <a:pt x="52483" y="4090226"/>
                  <a:pt x="50673" y="4085082"/>
                </a:cubicBezTo>
                <a:cubicBezTo>
                  <a:pt x="50673" y="4084892"/>
                  <a:pt x="50387" y="4084701"/>
                  <a:pt x="50292" y="4084511"/>
                </a:cubicBezTo>
                <a:lnTo>
                  <a:pt x="106394" y="4035076"/>
                </a:lnTo>
                <a:lnTo>
                  <a:pt x="107252" y="4034314"/>
                </a:lnTo>
                <a:lnTo>
                  <a:pt x="106394" y="3994785"/>
                </a:lnTo>
                <a:lnTo>
                  <a:pt x="148304" y="3958209"/>
                </a:lnTo>
                <a:cubicBezTo>
                  <a:pt x="149924" y="3959352"/>
                  <a:pt x="151829" y="3959924"/>
                  <a:pt x="153829" y="3959924"/>
                </a:cubicBezTo>
                <a:cubicBezTo>
                  <a:pt x="154972" y="3959924"/>
                  <a:pt x="156020" y="3959733"/>
                  <a:pt x="157163" y="3959352"/>
                </a:cubicBezTo>
                <a:cubicBezTo>
                  <a:pt x="159639" y="3958495"/>
                  <a:pt x="161639" y="3956685"/>
                  <a:pt x="162782" y="3954304"/>
                </a:cubicBezTo>
                <a:cubicBezTo>
                  <a:pt x="163925" y="3951923"/>
                  <a:pt x="164020" y="3949255"/>
                  <a:pt x="163163" y="3946684"/>
                </a:cubicBezTo>
                <a:cubicBezTo>
                  <a:pt x="161354" y="3941540"/>
                  <a:pt x="155639" y="3938873"/>
                  <a:pt x="150495" y="3940683"/>
                </a:cubicBezTo>
                <a:cubicBezTo>
                  <a:pt x="145352" y="3942493"/>
                  <a:pt x="142685" y="3948208"/>
                  <a:pt x="144494" y="3953351"/>
                </a:cubicBezTo>
                <a:cubicBezTo>
                  <a:pt x="144685" y="3953828"/>
                  <a:pt x="144971" y="3954209"/>
                  <a:pt x="145161" y="3954590"/>
                </a:cubicBezTo>
                <a:lnTo>
                  <a:pt x="101537" y="3992594"/>
                </a:lnTo>
                <a:lnTo>
                  <a:pt x="102394" y="4032123"/>
                </a:lnTo>
                <a:close/>
                <a:moveTo>
                  <a:pt x="43053" y="4093274"/>
                </a:moveTo>
                <a:cubicBezTo>
                  <a:pt x="40386" y="4094226"/>
                  <a:pt x="37433" y="4092797"/>
                  <a:pt x="36481" y="4090130"/>
                </a:cubicBezTo>
                <a:cubicBezTo>
                  <a:pt x="35528" y="4087463"/>
                  <a:pt x="36957" y="4084511"/>
                  <a:pt x="39624" y="4083558"/>
                </a:cubicBezTo>
                <a:cubicBezTo>
                  <a:pt x="40196" y="4083368"/>
                  <a:pt x="40767" y="4083272"/>
                  <a:pt x="41339" y="4083272"/>
                </a:cubicBezTo>
                <a:cubicBezTo>
                  <a:pt x="43434" y="4083272"/>
                  <a:pt x="45434" y="4084606"/>
                  <a:pt x="46196" y="4086701"/>
                </a:cubicBezTo>
                <a:cubicBezTo>
                  <a:pt x="47149" y="4089368"/>
                  <a:pt x="45720" y="4092321"/>
                  <a:pt x="43053" y="4093274"/>
                </a:cubicBezTo>
                <a:close/>
                <a:moveTo>
                  <a:pt x="152210" y="3945255"/>
                </a:moveTo>
                <a:cubicBezTo>
                  <a:pt x="152781" y="3945065"/>
                  <a:pt x="153353" y="3944969"/>
                  <a:pt x="153924" y="3944969"/>
                </a:cubicBezTo>
                <a:cubicBezTo>
                  <a:pt x="156020" y="3944969"/>
                  <a:pt x="158020" y="3946303"/>
                  <a:pt x="158782" y="3948398"/>
                </a:cubicBezTo>
                <a:cubicBezTo>
                  <a:pt x="159258" y="3949732"/>
                  <a:pt x="159163" y="3951065"/>
                  <a:pt x="158591" y="3952304"/>
                </a:cubicBezTo>
                <a:cubicBezTo>
                  <a:pt x="158020" y="3953542"/>
                  <a:pt x="156972" y="3954494"/>
                  <a:pt x="155639" y="3954971"/>
                </a:cubicBezTo>
                <a:cubicBezTo>
                  <a:pt x="154305" y="3955447"/>
                  <a:pt x="152972" y="3955352"/>
                  <a:pt x="151733" y="3954780"/>
                </a:cubicBezTo>
                <a:cubicBezTo>
                  <a:pt x="150495" y="3954209"/>
                  <a:pt x="149543" y="3953161"/>
                  <a:pt x="149066" y="3951827"/>
                </a:cubicBezTo>
                <a:cubicBezTo>
                  <a:pt x="148114" y="3949160"/>
                  <a:pt x="149543" y="3946208"/>
                  <a:pt x="152210" y="3945255"/>
                </a:cubicBezTo>
                <a:close/>
                <a:moveTo>
                  <a:pt x="199549" y="3948684"/>
                </a:moveTo>
                <a:cubicBezTo>
                  <a:pt x="200882" y="3949351"/>
                  <a:pt x="202311" y="3949637"/>
                  <a:pt x="203740" y="3949637"/>
                </a:cubicBezTo>
                <a:cubicBezTo>
                  <a:pt x="204883" y="3949637"/>
                  <a:pt x="206026" y="3949446"/>
                  <a:pt x="207074" y="3949065"/>
                </a:cubicBezTo>
                <a:cubicBezTo>
                  <a:pt x="210312" y="3947922"/>
                  <a:pt x="212408" y="3945160"/>
                  <a:pt x="213170" y="3942112"/>
                </a:cubicBezTo>
                <a:lnTo>
                  <a:pt x="273368" y="3942112"/>
                </a:lnTo>
                <a:cubicBezTo>
                  <a:pt x="274320" y="3942112"/>
                  <a:pt x="275177" y="3941540"/>
                  <a:pt x="275558" y="3940683"/>
                </a:cubicBezTo>
                <a:cubicBezTo>
                  <a:pt x="275939" y="3939826"/>
                  <a:pt x="275749" y="3938778"/>
                  <a:pt x="275177" y="3938111"/>
                </a:cubicBezTo>
                <a:lnTo>
                  <a:pt x="242411" y="3901440"/>
                </a:lnTo>
                <a:cubicBezTo>
                  <a:pt x="241935" y="3900964"/>
                  <a:pt x="241268" y="3900678"/>
                  <a:pt x="240602" y="3900678"/>
                </a:cubicBezTo>
                <a:lnTo>
                  <a:pt x="197072" y="3900678"/>
                </a:lnTo>
                <a:cubicBezTo>
                  <a:pt x="197072" y="3900678"/>
                  <a:pt x="197072" y="3900011"/>
                  <a:pt x="196977" y="3899726"/>
                </a:cubicBezTo>
                <a:cubicBezTo>
                  <a:pt x="196120" y="3897249"/>
                  <a:pt x="194310" y="3895249"/>
                  <a:pt x="191929" y="3894106"/>
                </a:cubicBezTo>
                <a:cubicBezTo>
                  <a:pt x="189548" y="3892963"/>
                  <a:pt x="186881" y="3892868"/>
                  <a:pt x="184309" y="3893725"/>
                </a:cubicBezTo>
                <a:cubicBezTo>
                  <a:pt x="179165" y="3895535"/>
                  <a:pt x="176498" y="3901250"/>
                  <a:pt x="178308" y="3906393"/>
                </a:cubicBezTo>
                <a:cubicBezTo>
                  <a:pt x="179165" y="3908870"/>
                  <a:pt x="180975" y="3910870"/>
                  <a:pt x="183452" y="3912013"/>
                </a:cubicBezTo>
                <a:cubicBezTo>
                  <a:pt x="184785" y="3912680"/>
                  <a:pt x="186214" y="3912965"/>
                  <a:pt x="187643" y="3912965"/>
                </a:cubicBezTo>
                <a:cubicBezTo>
                  <a:pt x="188786" y="3912965"/>
                  <a:pt x="189929" y="3912775"/>
                  <a:pt x="190976" y="3912394"/>
                </a:cubicBezTo>
                <a:cubicBezTo>
                  <a:pt x="194215" y="3911251"/>
                  <a:pt x="196310" y="3908488"/>
                  <a:pt x="197072" y="3905441"/>
                </a:cubicBezTo>
                <a:lnTo>
                  <a:pt x="239554" y="3905441"/>
                </a:lnTo>
                <a:lnTo>
                  <a:pt x="268034" y="3937349"/>
                </a:lnTo>
                <a:lnTo>
                  <a:pt x="213170" y="3937349"/>
                </a:lnTo>
                <a:cubicBezTo>
                  <a:pt x="213170" y="3937349"/>
                  <a:pt x="213170" y="3936683"/>
                  <a:pt x="213074" y="3936397"/>
                </a:cubicBezTo>
                <a:cubicBezTo>
                  <a:pt x="212217" y="3933920"/>
                  <a:pt x="210407" y="3931920"/>
                  <a:pt x="207931" y="3930777"/>
                </a:cubicBezTo>
                <a:cubicBezTo>
                  <a:pt x="205550" y="3929634"/>
                  <a:pt x="202883" y="3929539"/>
                  <a:pt x="200311" y="3930396"/>
                </a:cubicBezTo>
                <a:cubicBezTo>
                  <a:pt x="195167" y="3932206"/>
                  <a:pt x="192500" y="3937921"/>
                  <a:pt x="194310" y="3943064"/>
                </a:cubicBezTo>
                <a:cubicBezTo>
                  <a:pt x="195167" y="3945541"/>
                  <a:pt x="196977" y="3947541"/>
                  <a:pt x="199358" y="3948684"/>
                </a:cubicBezTo>
                <a:close/>
                <a:moveTo>
                  <a:pt x="192310" y="3905250"/>
                </a:moveTo>
                <a:cubicBezTo>
                  <a:pt x="191738" y="3906488"/>
                  <a:pt x="190691" y="3907441"/>
                  <a:pt x="189357" y="3907917"/>
                </a:cubicBezTo>
                <a:cubicBezTo>
                  <a:pt x="188024" y="3908393"/>
                  <a:pt x="186690" y="3908298"/>
                  <a:pt x="185452" y="3907727"/>
                </a:cubicBezTo>
                <a:cubicBezTo>
                  <a:pt x="184214" y="3907155"/>
                  <a:pt x="183261" y="3906107"/>
                  <a:pt x="182785" y="3904774"/>
                </a:cubicBezTo>
                <a:cubicBezTo>
                  <a:pt x="182308" y="3903440"/>
                  <a:pt x="182404" y="3902107"/>
                  <a:pt x="182975" y="3900869"/>
                </a:cubicBezTo>
                <a:cubicBezTo>
                  <a:pt x="183547" y="3899630"/>
                  <a:pt x="184595" y="3898678"/>
                  <a:pt x="185928" y="3898202"/>
                </a:cubicBezTo>
                <a:cubicBezTo>
                  <a:pt x="186500" y="3898011"/>
                  <a:pt x="187071" y="3897916"/>
                  <a:pt x="187643" y="3897916"/>
                </a:cubicBezTo>
                <a:cubicBezTo>
                  <a:pt x="188405" y="3897916"/>
                  <a:pt x="189167" y="3898106"/>
                  <a:pt x="189833" y="3898392"/>
                </a:cubicBezTo>
                <a:cubicBezTo>
                  <a:pt x="191072" y="3898963"/>
                  <a:pt x="192024" y="3900011"/>
                  <a:pt x="192500" y="3901345"/>
                </a:cubicBezTo>
                <a:cubicBezTo>
                  <a:pt x="192977" y="3902678"/>
                  <a:pt x="192881" y="3904012"/>
                  <a:pt x="192310" y="3905250"/>
                </a:cubicBezTo>
                <a:close/>
                <a:moveTo>
                  <a:pt x="199073" y="3937540"/>
                </a:moveTo>
                <a:cubicBezTo>
                  <a:pt x="199644" y="3936302"/>
                  <a:pt x="200692" y="3935349"/>
                  <a:pt x="202025" y="3934873"/>
                </a:cubicBezTo>
                <a:cubicBezTo>
                  <a:pt x="202597" y="3934682"/>
                  <a:pt x="203168" y="3934587"/>
                  <a:pt x="203740" y="3934587"/>
                </a:cubicBezTo>
                <a:cubicBezTo>
                  <a:pt x="204502" y="3934587"/>
                  <a:pt x="205264" y="3934778"/>
                  <a:pt x="205931" y="3935063"/>
                </a:cubicBezTo>
                <a:cubicBezTo>
                  <a:pt x="207169" y="3935635"/>
                  <a:pt x="208121" y="3936683"/>
                  <a:pt x="208598" y="3938016"/>
                </a:cubicBezTo>
                <a:cubicBezTo>
                  <a:pt x="209074" y="3939350"/>
                  <a:pt x="208979" y="3940683"/>
                  <a:pt x="208407" y="3941921"/>
                </a:cubicBezTo>
                <a:cubicBezTo>
                  <a:pt x="207836" y="3943160"/>
                  <a:pt x="206788" y="3944112"/>
                  <a:pt x="205454" y="3944588"/>
                </a:cubicBezTo>
                <a:cubicBezTo>
                  <a:pt x="204121" y="3945065"/>
                  <a:pt x="202787" y="3944969"/>
                  <a:pt x="201549" y="3944398"/>
                </a:cubicBezTo>
                <a:cubicBezTo>
                  <a:pt x="200311" y="3943826"/>
                  <a:pt x="199358" y="3942779"/>
                  <a:pt x="198882" y="3941445"/>
                </a:cubicBezTo>
                <a:cubicBezTo>
                  <a:pt x="198406" y="3940112"/>
                  <a:pt x="198501" y="3938778"/>
                  <a:pt x="199073" y="3937540"/>
                </a:cubicBezTo>
                <a:close/>
                <a:moveTo>
                  <a:pt x="137351" y="3898583"/>
                </a:moveTo>
                <a:cubicBezTo>
                  <a:pt x="133636" y="3898583"/>
                  <a:pt x="130492" y="3901630"/>
                  <a:pt x="130492" y="3905345"/>
                </a:cubicBezTo>
                <a:lnTo>
                  <a:pt x="130492" y="3918013"/>
                </a:lnTo>
                <a:cubicBezTo>
                  <a:pt x="130492" y="3921728"/>
                  <a:pt x="133541" y="3924872"/>
                  <a:pt x="137351" y="3924872"/>
                </a:cubicBezTo>
                <a:lnTo>
                  <a:pt x="150019" y="3924872"/>
                </a:lnTo>
                <a:cubicBezTo>
                  <a:pt x="153733" y="3924872"/>
                  <a:pt x="156877" y="3921824"/>
                  <a:pt x="156877" y="3918013"/>
                </a:cubicBezTo>
                <a:lnTo>
                  <a:pt x="156877" y="3905345"/>
                </a:lnTo>
                <a:cubicBezTo>
                  <a:pt x="156877" y="3901630"/>
                  <a:pt x="153829" y="3898583"/>
                  <a:pt x="150019" y="3898583"/>
                </a:cubicBezTo>
                <a:lnTo>
                  <a:pt x="137351" y="3898583"/>
                </a:lnTo>
                <a:close/>
                <a:moveTo>
                  <a:pt x="152114" y="3905441"/>
                </a:moveTo>
                <a:lnTo>
                  <a:pt x="152114" y="3918109"/>
                </a:lnTo>
                <a:cubicBezTo>
                  <a:pt x="152114" y="3919252"/>
                  <a:pt x="151162" y="3920204"/>
                  <a:pt x="150019" y="3920204"/>
                </a:cubicBezTo>
                <a:lnTo>
                  <a:pt x="137351" y="3920204"/>
                </a:lnTo>
                <a:cubicBezTo>
                  <a:pt x="136208" y="3920204"/>
                  <a:pt x="135255" y="3919252"/>
                  <a:pt x="135255" y="3918109"/>
                </a:cubicBezTo>
                <a:lnTo>
                  <a:pt x="135255" y="3905441"/>
                </a:lnTo>
                <a:cubicBezTo>
                  <a:pt x="135255" y="3904298"/>
                  <a:pt x="136208" y="3903440"/>
                  <a:pt x="137351" y="3903440"/>
                </a:cubicBezTo>
                <a:lnTo>
                  <a:pt x="150019" y="3903440"/>
                </a:lnTo>
                <a:cubicBezTo>
                  <a:pt x="151162" y="3903440"/>
                  <a:pt x="152114" y="3904393"/>
                  <a:pt x="152114" y="3905441"/>
                </a:cubicBezTo>
                <a:close/>
                <a:moveTo>
                  <a:pt x="1850422" y="4044792"/>
                </a:moveTo>
                <a:lnTo>
                  <a:pt x="1870329" y="4044792"/>
                </a:lnTo>
                <a:lnTo>
                  <a:pt x="1870329" y="4040029"/>
                </a:lnTo>
                <a:lnTo>
                  <a:pt x="1852422" y="4040029"/>
                </a:lnTo>
                <a:lnTo>
                  <a:pt x="1810322" y="3997071"/>
                </a:lnTo>
                <a:lnTo>
                  <a:pt x="1809941" y="3816763"/>
                </a:lnTo>
                <a:lnTo>
                  <a:pt x="1813846" y="3816763"/>
                </a:lnTo>
                <a:cubicBezTo>
                  <a:pt x="1816894" y="3816763"/>
                  <a:pt x="1819370" y="3814286"/>
                  <a:pt x="1819370" y="3811238"/>
                </a:cubicBezTo>
                <a:lnTo>
                  <a:pt x="1819370" y="3798761"/>
                </a:lnTo>
                <a:cubicBezTo>
                  <a:pt x="1819370" y="3798761"/>
                  <a:pt x="1819180" y="3797999"/>
                  <a:pt x="1819180" y="3797618"/>
                </a:cubicBezTo>
                <a:lnTo>
                  <a:pt x="1864138" y="3753517"/>
                </a:lnTo>
                <a:lnTo>
                  <a:pt x="1895856" y="3753517"/>
                </a:lnTo>
                <a:cubicBezTo>
                  <a:pt x="1895856" y="3753517"/>
                  <a:pt x="1956149" y="3689699"/>
                  <a:pt x="1956149" y="3689699"/>
                </a:cubicBezTo>
                <a:lnTo>
                  <a:pt x="1956149" y="3612356"/>
                </a:lnTo>
                <a:lnTo>
                  <a:pt x="1989677" y="3574066"/>
                </a:lnTo>
                <a:cubicBezTo>
                  <a:pt x="1991868" y="3575495"/>
                  <a:pt x="1994440" y="3576352"/>
                  <a:pt x="1997297" y="3576352"/>
                </a:cubicBezTo>
                <a:cubicBezTo>
                  <a:pt x="2004822" y="3576352"/>
                  <a:pt x="2011013" y="3570256"/>
                  <a:pt x="2011013" y="3562636"/>
                </a:cubicBezTo>
                <a:cubicBezTo>
                  <a:pt x="2011013" y="3555016"/>
                  <a:pt x="2004917" y="3548920"/>
                  <a:pt x="1997297" y="3548920"/>
                </a:cubicBezTo>
                <a:cubicBezTo>
                  <a:pt x="1989677" y="3548920"/>
                  <a:pt x="1983581" y="3555016"/>
                  <a:pt x="1983581" y="3562636"/>
                </a:cubicBezTo>
                <a:cubicBezTo>
                  <a:pt x="1983581" y="3565588"/>
                  <a:pt x="1984534" y="3568351"/>
                  <a:pt x="1986248" y="3570637"/>
                </a:cubicBezTo>
                <a:lnTo>
                  <a:pt x="1951387" y="3610451"/>
                </a:lnTo>
                <a:lnTo>
                  <a:pt x="1951387" y="3687699"/>
                </a:lnTo>
                <a:lnTo>
                  <a:pt x="1893761" y="3748564"/>
                </a:lnTo>
                <a:lnTo>
                  <a:pt x="1862138" y="3748564"/>
                </a:lnTo>
                <a:cubicBezTo>
                  <a:pt x="1862138" y="3748564"/>
                  <a:pt x="1816132" y="3793617"/>
                  <a:pt x="1816132" y="3793617"/>
                </a:cubicBezTo>
                <a:cubicBezTo>
                  <a:pt x="1815370" y="3793236"/>
                  <a:pt x="1814608" y="3792950"/>
                  <a:pt x="1813655" y="3792950"/>
                </a:cubicBezTo>
                <a:lnTo>
                  <a:pt x="1801178" y="3792950"/>
                </a:lnTo>
                <a:cubicBezTo>
                  <a:pt x="1798130" y="3792950"/>
                  <a:pt x="1795653" y="3795427"/>
                  <a:pt x="1795653" y="3798475"/>
                </a:cubicBezTo>
                <a:lnTo>
                  <a:pt x="1795653" y="3810953"/>
                </a:lnTo>
                <a:cubicBezTo>
                  <a:pt x="1795653" y="3814001"/>
                  <a:pt x="1798130" y="3816477"/>
                  <a:pt x="1801178" y="3816477"/>
                </a:cubicBezTo>
                <a:lnTo>
                  <a:pt x="1805083" y="3816477"/>
                </a:lnTo>
                <a:lnTo>
                  <a:pt x="1805464" y="3997738"/>
                </a:lnTo>
                <a:lnTo>
                  <a:pt x="1805464" y="3998690"/>
                </a:lnTo>
                <a:lnTo>
                  <a:pt x="1850327" y="4044505"/>
                </a:lnTo>
                <a:close/>
                <a:moveTo>
                  <a:pt x="1997297" y="3553778"/>
                </a:moveTo>
                <a:cubicBezTo>
                  <a:pt x="2002250" y="3553778"/>
                  <a:pt x="2006251" y="3557778"/>
                  <a:pt x="2006251" y="3562731"/>
                </a:cubicBezTo>
                <a:cubicBezTo>
                  <a:pt x="2006251" y="3567684"/>
                  <a:pt x="2002250" y="3571685"/>
                  <a:pt x="1997297" y="3571685"/>
                </a:cubicBezTo>
                <a:cubicBezTo>
                  <a:pt x="1992344" y="3571685"/>
                  <a:pt x="1988344" y="3567684"/>
                  <a:pt x="1988344" y="3562731"/>
                </a:cubicBezTo>
                <a:cubicBezTo>
                  <a:pt x="1988344" y="3557778"/>
                  <a:pt x="1992344" y="3553778"/>
                  <a:pt x="1997297" y="3553778"/>
                </a:cubicBezTo>
                <a:close/>
                <a:moveTo>
                  <a:pt x="1801273" y="3812000"/>
                </a:moveTo>
                <a:cubicBezTo>
                  <a:pt x="1801273" y="3812000"/>
                  <a:pt x="1800511" y="3811619"/>
                  <a:pt x="1800511" y="3811238"/>
                </a:cubicBezTo>
                <a:lnTo>
                  <a:pt x="1800511" y="3798761"/>
                </a:lnTo>
                <a:cubicBezTo>
                  <a:pt x="1800511" y="3798761"/>
                  <a:pt x="1800892" y="3797999"/>
                  <a:pt x="1801273" y="3797999"/>
                </a:cubicBezTo>
                <a:lnTo>
                  <a:pt x="1813751" y="3797999"/>
                </a:lnTo>
                <a:cubicBezTo>
                  <a:pt x="1813751" y="3797999"/>
                  <a:pt x="1814513" y="3798380"/>
                  <a:pt x="1814513" y="3798761"/>
                </a:cubicBezTo>
                <a:lnTo>
                  <a:pt x="1814513" y="3811238"/>
                </a:lnTo>
                <a:cubicBezTo>
                  <a:pt x="1814513" y="3811238"/>
                  <a:pt x="1814132" y="3812000"/>
                  <a:pt x="1813751" y="3812000"/>
                </a:cubicBezTo>
                <a:lnTo>
                  <a:pt x="1801273" y="3812000"/>
                </a:lnTo>
                <a:close/>
                <a:moveTo>
                  <a:pt x="1214057" y="2207228"/>
                </a:moveTo>
                <a:cubicBezTo>
                  <a:pt x="1218343" y="2207228"/>
                  <a:pt x="1221867" y="2203704"/>
                  <a:pt x="1221867" y="2199513"/>
                </a:cubicBezTo>
                <a:cubicBezTo>
                  <a:pt x="1221867" y="2195322"/>
                  <a:pt x="1218343" y="2191798"/>
                  <a:pt x="1214057" y="2191798"/>
                </a:cubicBezTo>
                <a:cubicBezTo>
                  <a:pt x="1209770" y="2191798"/>
                  <a:pt x="1206341" y="2195322"/>
                  <a:pt x="1206341" y="2199513"/>
                </a:cubicBezTo>
                <a:cubicBezTo>
                  <a:pt x="1206341" y="2203704"/>
                  <a:pt x="1209866" y="2207228"/>
                  <a:pt x="1214057" y="2207228"/>
                </a:cubicBezTo>
                <a:close/>
                <a:moveTo>
                  <a:pt x="1214057" y="2194179"/>
                </a:moveTo>
                <a:cubicBezTo>
                  <a:pt x="1217009" y="2194179"/>
                  <a:pt x="1219486" y="2196560"/>
                  <a:pt x="1219486" y="2199513"/>
                </a:cubicBezTo>
                <a:cubicBezTo>
                  <a:pt x="1219486" y="2202466"/>
                  <a:pt x="1217105" y="2204847"/>
                  <a:pt x="1214057" y="2204847"/>
                </a:cubicBezTo>
                <a:cubicBezTo>
                  <a:pt x="1211009" y="2204847"/>
                  <a:pt x="1208723" y="2202466"/>
                  <a:pt x="1208723" y="2199513"/>
                </a:cubicBezTo>
                <a:cubicBezTo>
                  <a:pt x="1208723" y="2196560"/>
                  <a:pt x="1211104" y="2194179"/>
                  <a:pt x="1214057" y="2194179"/>
                </a:cubicBezTo>
                <a:close/>
                <a:moveTo>
                  <a:pt x="419100" y="3019806"/>
                </a:moveTo>
                <a:lnTo>
                  <a:pt x="419100" y="3013043"/>
                </a:lnTo>
                <a:cubicBezTo>
                  <a:pt x="419100" y="3011710"/>
                  <a:pt x="420243" y="3010567"/>
                  <a:pt x="421577" y="3010567"/>
                </a:cubicBezTo>
                <a:lnTo>
                  <a:pt x="428339" y="3010567"/>
                </a:lnTo>
                <a:cubicBezTo>
                  <a:pt x="429673" y="3010567"/>
                  <a:pt x="430816" y="3011710"/>
                  <a:pt x="430816" y="3013043"/>
                </a:cubicBezTo>
                <a:lnTo>
                  <a:pt x="430816" y="3019806"/>
                </a:lnTo>
                <a:cubicBezTo>
                  <a:pt x="430816" y="3021140"/>
                  <a:pt x="429673" y="3022283"/>
                  <a:pt x="428339" y="3022283"/>
                </a:cubicBezTo>
                <a:lnTo>
                  <a:pt x="421577" y="3022283"/>
                </a:lnTo>
                <a:cubicBezTo>
                  <a:pt x="420243" y="3022283"/>
                  <a:pt x="419100" y="3021140"/>
                  <a:pt x="419100" y="3019806"/>
                </a:cubicBezTo>
                <a:close/>
                <a:moveTo>
                  <a:pt x="95" y="4203097"/>
                </a:moveTo>
                <a:lnTo>
                  <a:pt x="95" y="4207860"/>
                </a:lnTo>
                <a:lnTo>
                  <a:pt x="105537" y="4207860"/>
                </a:lnTo>
                <a:cubicBezTo>
                  <a:pt x="105537" y="4207860"/>
                  <a:pt x="250127" y="4083368"/>
                  <a:pt x="250127" y="4083368"/>
                </a:cubicBezTo>
                <a:cubicBezTo>
                  <a:pt x="252413" y="4085368"/>
                  <a:pt x="255270" y="4086511"/>
                  <a:pt x="258318" y="4086511"/>
                </a:cubicBezTo>
                <a:cubicBezTo>
                  <a:pt x="259652" y="4086511"/>
                  <a:pt x="261080" y="4086320"/>
                  <a:pt x="262509" y="4085844"/>
                </a:cubicBezTo>
                <a:cubicBezTo>
                  <a:pt x="265652" y="4084701"/>
                  <a:pt x="268224" y="4082415"/>
                  <a:pt x="269748" y="4079367"/>
                </a:cubicBezTo>
                <a:cubicBezTo>
                  <a:pt x="271177" y="4076319"/>
                  <a:pt x="271367" y="4072890"/>
                  <a:pt x="270320" y="4069747"/>
                </a:cubicBezTo>
                <a:cubicBezTo>
                  <a:pt x="268034" y="4063175"/>
                  <a:pt x="260795" y="4059650"/>
                  <a:pt x="254222" y="4061936"/>
                </a:cubicBezTo>
                <a:cubicBezTo>
                  <a:pt x="247650" y="4064222"/>
                  <a:pt x="244126" y="4071461"/>
                  <a:pt x="246507" y="4078034"/>
                </a:cubicBezTo>
                <a:cubicBezTo>
                  <a:pt x="246698" y="4078605"/>
                  <a:pt x="247079" y="4079081"/>
                  <a:pt x="247364" y="4079558"/>
                </a:cubicBezTo>
                <a:lnTo>
                  <a:pt x="103918" y="4202906"/>
                </a:lnTo>
                <a:lnTo>
                  <a:pt x="95" y="4202906"/>
                </a:lnTo>
                <a:close/>
                <a:moveTo>
                  <a:pt x="255746" y="4066509"/>
                </a:moveTo>
                <a:cubicBezTo>
                  <a:pt x="256604" y="4066223"/>
                  <a:pt x="257461" y="4066032"/>
                  <a:pt x="258318" y="4066032"/>
                </a:cubicBezTo>
                <a:cubicBezTo>
                  <a:pt x="259461" y="4066032"/>
                  <a:pt x="260604" y="4066318"/>
                  <a:pt x="261747" y="4066794"/>
                </a:cubicBezTo>
                <a:cubicBezTo>
                  <a:pt x="263652" y="4067747"/>
                  <a:pt x="265081" y="4069271"/>
                  <a:pt x="265748" y="4071271"/>
                </a:cubicBezTo>
                <a:cubicBezTo>
                  <a:pt x="266414" y="4073271"/>
                  <a:pt x="266319" y="4075367"/>
                  <a:pt x="265367" y="4077272"/>
                </a:cubicBezTo>
                <a:cubicBezTo>
                  <a:pt x="264414" y="4079177"/>
                  <a:pt x="262890" y="4080605"/>
                  <a:pt x="260890" y="4081272"/>
                </a:cubicBezTo>
                <a:cubicBezTo>
                  <a:pt x="256794" y="4082701"/>
                  <a:pt x="252317" y="4080510"/>
                  <a:pt x="250889" y="4076414"/>
                </a:cubicBezTo>
                <a:cubicBezTo>
                  <a:pt x="249460" y="4072319"/>
                  <a:pt x="251651" y="4067842"/>
                  <a:pt x="255746" y="4066413"/>
                </a:cubicBezTo>
                <a:close/>
                <a:moveTo>
                  <a:pt x="344614" y="2327720"/>
                </a:moveTo>
                <a:lnTo>
                  <a:pt x="348710" y="2327720"/>
                </a:lnTo>
                <a:lnTo>
                  <a:pt x="348710" y="2323243"/>
                </a:lnTo>
                <a:lnTo>
                  <a:pt x="353473" y="2323243"/>
                </a:lnTo>
                <a:lnTo>
                  <a:pt x="353473" y="2327720"/>
                </a:lnTo>
                <a:lnTo>
                  <a:pt x="357569" y="2327720"/>
                </a:lnTo>
                <a:cubicBezTo>
                  <a:pt x="359093" y="2327720"/>
                  <a:pt x="360236" y="2328958"/>
                  <a:pt x="360236" y="2330387"/>
                </a:cubicBezTo>
                <a:lnTo>
                  <a:pt x="360236" y="2343341"/>
                </a:lnTo>
                <a:cubicBezTo>
                  <a:pt x="360236" y="2344865"/>
                  <a:pt x="358997" y="2346008"/>
                  <a:pt x="357569" y="2346008"/>
                </a:cubicBezTo>
                <a:lnTo>
                  <a:pt x="344614" y="2346008"/>
                </a:lnTo>
                <a:cubicBezTo>
                  <a:pt x="343090" y="2346008"/>
                  <a:pt x="341948" y="2344769"/>
                  <a:pt x="341948" y="2343341"/>
                </a:cubicBezTo>
                <a:lnTo>
                  <a:pt x="341948" y="2330387"/>
                </a:lnTo>
                <a:cubicBezTo>
                  <a:pt x="341948" y="2328863"/>
                  <a:pt x="343186" y="2327720"/>
                  <a:pt x="344614" y="2327720"/>
                </a:cubicBezTo>
                <a:close/>
                <a:moveTo>
                  <a:pt x="1202436" y="2165795"/>
                </a:moveTo>
                <a:cubicBezTo>
                  <a:pt x="1202436" y="2172176"/>
                  <a:pt x="1207675" y="2177415"/>
                  <a:pt x="1214057" y="2177415"/>
                </a:cubicBezTo>
                <a:cubicBezTo>
                  <a:pt x="1220438" y="2177415"/>
                  <a:pt x="1225677" y="2172176"/>
                  <a:pt x="1225677" y="2165795"/>
                </a:cubicBezTo>
                <a:cubicBezTo>
                  <a:pt x="1225677" y="2159413"/>
                  <a:pt x="1220438" y="2154174"/>
                  <a:pt x="1214057" y="2154174"/>
                </a:cubicBezTo>
                <a:cubicBezTo>
                  <a:pt x="1207675" y="2154174"/>
                  <a:pt x="1202436" y="2159413"/>
                  <a:pt x="1202436" y="2165795"/>
                </a:cubicBezTo>
                <a:close/>
                <a:moveTo>
                  <a:pt x="1223296" y="2165795"/>
                </a:moveTo>
                <a:cubicBezTo>
                  <a:pt x="1223296" y="2170938"/>
                  <a:pt x="1219105" y="2175034"/>
                  <a:pt x="1214057" y="2175034"/>
                </a:cubicBezTo>
                <a:cubicBezTo>
                  <a:pt x="1209008" y="2175034"/>
                  <a:pt x="1204817" y="2170843"/>
                  <a:pt x="1204817" y="2165795"/>
                </a:cubicBezTo>
                <a:cubicBezTo>
                  <a:pt x="1204817" y="2160746"/>
                  <a:pt x="1209008" y="2156555"/>
                  <a:pt x="1214057" y="2156555"/>
                </a:cubicBezTo>
                <a:cubicBezTo>
                  <a:pt x="1219105" y="2156555"/>
                  <a:pt x="1223296" y="2160746"/>
                  <a:pt x="1223296" y="2165795"/>
                </a:cubicBezTo>
                <a:close/>
                <a:moveTo>
                  <a:pt x="1882045" y="4090607"/>
                </a:moveTo>
                <a:lnTo>
                  <a:pt x="1896142" y="4090607"/>
                </a:lnTo>
                <a:cubicBezTo>
                  <a:pt x="1898618" y="4090607"/>
                  <a:pt x="1900714" y="4088606"/>
                  <a:pt x="1900714" y="4086035"/>
                </a:cubicBezTo>
                <a:lnTo>
                  <a:pt x="1900714" y="4071461"/>
                </a:lnTo>
                <a:cubicBezTo>
                  <a:pt x="1900714" y="4068985"/>
                  <a:pt x="1898714" y="4066889"/>
                  <a:pt x="1896142" y="4066889"/>
                </a:cubicBezTo>
                <a:lnTo>
                  <a:pt x="1882045" y="4066889"/>
                </a:lnTo>
                <a:cubicBezTo>
                  <a:pt x="1879568" y="4066889"/>
                  <a:pt x="1877473" y="4068890"/>
                  <a:pt x="1877473" y="4071461"/>
                </a:cubicBezTo>
                <a:lnTo>
                  <a:pt x="1877473" y="4086035"/>
                </a:lnTo>
                <a:cubicBezTo>
                  <a:pt x="1877473" y="4088511"/>
                  <a:pt x="1879473" y="4090607"/>
                  <a:pt x="1882045" y="4090607"/>
                </a:cubicBezTo>
                <a:close/>
                <a:moveTo>
                  <a:pt x="1880711" y="4071461"/>
                </a:moveTo>
                <a:cubicBezTo>
                  <a:pt x="1880711" y="4070795"/>
                  <a:pt x="1881283" y="4070223"/>
                  <a:pt x="1881950" y="4070223"/>
                </a:cubicBezTo>
                <a:lnTo>
                  <a:pt x="1896047" y="4070223"/>
                </a:lnTo>
                <a:cubicBezTo>
                  <a:pt x="1896713" y="4070223"/>
                  <a:pt x="1897285" y="4070795"/>
                  <a:pt x="1897285" y="4071461"/>
                </a:cubicBezTo>
                <a:lnTo>
                  <a:pt x="1897285" y="4086035"/>
                </a:lnTo>
                <a:cubicBezTo>
                  <a:pt x="1897285" y="4086701"/>
                  <a:pt x="1896713" y="4087273"/>
                  <a:pt x="1896047" y="4087273"/>
                </a:cubicBezTo>
                <a:lnTo>
                  <a:pt x="1881950" y="4087273"/>
                </a:lnTo>
                <a:cubicBezTo>
                  <a:pt x="1881283" y="4087273"/>
                  <a:pt x="1880711" y="4086701"/>
                  <a:pt x="1880711" y="4086035"/>
                </a:cubicBezTo>
                <a:lnTo>
                  <a:pt x="1880711" y="4071461"/>
                </a:lnTo>
                <a:close/>
                <a:moveTo>
                  <a:pt x="364617" y="2278666"/>
                </a:moveTo>
                <a:lnTo>
                  <a:pt x="371475" y="2271617"/>
                </a:lnTo>
                <a:lnTo>
                  <a:pt x="374904" y="2274951"/>
                </a:lnTo>
                <a:lnTo>
                  <a:pt x="368046" y="2282000"/>
                </a:lnTo>
                <a:lnTo>
                  <a:pt x="364617" y="2278666"/>
                </a:lnTo>
                <a:close/>
                <a:moveTo>
                  <a:pt x="1214057" y="2242566"/>
                </a:moveTo>
                <a:cubicBezTo>
                  <a:pt x="1218343" y="2242566"/>
                  <a:pt x="1221867" y="2239042"/>
                  <a:pt x="1221867" y="2234851"/>
                </a:cubicBezTo>
                <a:cubicBezTo>
                  <a:pt x="1221867" y="2230660"/>
                  <a:pt x="1218343" y="2227136"/>
                  <a:pt x="1214057" y="2227136"/>
                </a:cubicBezTo>
                <a:cubicBezTo>
                  <a:pt x="1209770" y="2227136"/>
                  <a:pt x="1206341" y="2230660"/>
                  <a:pt x="1206341" y="2234851"/>
                </a:cubicBezTo>
                <a:cubicBezTo>
                  <a:pt x="1206341" y="2239042"/>
                  <a:pt x="1209866" y="2242566"/>
                  <a:pt x="1214057" y="2242566"/>
                </a:cubicBezTo>
                <a:close/>
                <a:moveTo>
                  <a:pt x="1214057" y="2229422"/>
                </a:moveTo>
                <a:cubicBezTo>
                  <a:pt x="1217009" y="2229422"/>
                  <a:pt x="1219486" y="2231803"/>
                  <a:pt x="1219486" y="2234756"/>
                </a:cubicBezTo>
                <a:cubicBezTo>
                  <a:pt x="1219486" y="2237708"/>
                  <a:pt x="1217105" y="2240090"/>
                  <a:pt x="1214057" y="2240090"/>
                </a:cubicBezTo>
                <a:cubicBezTo>
                  <a:pt x="1211009" y="2240090"/>
                  <a:pt x="1208723" y="2237708"/>
                  <a:pt x="1208723" y="2234756"/>
                </a:cubicBezTo>
                <a:cubicBezTo>
                  <a:pt x="1208723" y="2231803"/>
                  <a:pt x="1211104" y="2229422"/>
                  <a:pt x="1214057" y="2229422"/>
                </a:cubicBezTo>
                <a:close/>
                <a:moveTo>
                  <a:pt x="378428" y="2264569"/>
                </a:moveTo>
                <a:lnTo>
                  <a:pt x="385286" y="2257520"/>
                </a:lnTo>
                <a:lnTo>
                  <a:pt x="388715" y="2260854"/>
                </a:lnTo>
                <a:lnTo>
                  <a:pt x="381857" y="2267903"/>
                </a:lnTo>
                <a:lnTo>
                  <a:pt x="378428" y="2264569"/>
                </a:lnTo>
                <a:close/>
                <a:moveTo>
                  <a:pt x="1874901" y="4098608"/>
                </a:moveTo>
                <a:lnTo>
                  <a:pt x="1903286" y="4098608"/>
                </a:lnTo>
                <a:cubicBezTo>
                  <a:pt x="1905762" y="4098608"/>
                  <a:pt x="1907857" y="4096607"/>
                  <a:pt x="1907857" y="4094036"/>
                </a:cubicBezTo>
                <a:lnTo>
                  <a:pt x="1907857" y="4089749"/>
                </a:lnTo>
                <a:lnTo>
                  <a:pt x="1938052" y="4116991"/>
                </a:lnTo>
                <a:lnTo>
                  <a:pt x="2058448" y="4116991"/>
                </a:lnTo>
                <a:lnTo>
                  <a:pt x="2131028" y="4027265"/>
                </a:lnTo>
                <a:lnTo>
                  <a:pt x="2135886" y="4027265"/>
                </a:lnTo>
                <a:cubicBezTo>
                  <a:pt x="2138267" y="4027265"/>
                  <a:pt x="2140172" y="4025360"/>
                  <a:pt x="2140172" y="4022979"/>
                </a:cubicBezTo>
                <a:lnTo>
                  <a:pt x="2140172" y="4010216"/>
                </a:lnTo>
                <a:cubicBezTo>
                  <a:pt x="2140172" y="4008215"/>
                  <a:pt x="2138553" y="4006692"/>
                  <a:pt x="2136648" y="4006692"/>
                </a:cubicBezTo>
                <a:lnTo>
                  <a:pt x="2123885" y="4006692"/>
                </a:lnTo>
                <a:cubicBezTo>
                  <a:pt x="2121503" y="4006692"/>
                  <a:pt x="2119598" y="4008596"/>
                  <a:pt x="2119598" y="4010978"/>
                </a:cubicBezTo>
                <a:lnTo>
                  <a:pt x="2119598" y="4023074"/>
                </a:lnTo>
                <a:cubicBezTo>
                  <a:pt x="2119598" y="4025455"/>
                  <a:pt x="2121503" y="4027361"/>
                  <a:pt x="2123885" y="4027361"/>
                </a:cubicBezTo>
                <a:lnTo>
                  <a:pt x="2124837" y="4027361"/>
                </a:lnTo>
                <a:lnTo>
                  <a:pt x="2056162" y="4112228"/>
                </a:lnTo>
                <a:lnTo>
                  <a:pt x="1939957" y="4112228"/>
                </a:lnTo>
                <a:lnTo>
                  <a:pt x="1908334" y="4083653"/>
                </a:lnTo>
                <a:lnTo>
                  <a:pt x="1907857" y="4084130"/>
                </a:lnTo>
                <a:lnTo>
                  <a:pt x="1907857" y="4052697"/>
                </a:lnTo>
                <a:lnTo>
                  <a:pt x="1938052" y="4079938"/>
                </a:lnTo>
                <a:lnTo>
                  <a:pt x="2041493" y="4079938"/>
                </a:lnTo>
                <a:cubicBezTo>
                  <a:pt x="2041493" y="4079938"/>
                  <a:pt x="2110454" y="3994785"/>
                  <a:pt x="2110454" y="3994785"/>
                </a:cubicBezTo>
                <a:cubicBezTo>
                  <a:pt x="2110835" y="3994785"/>
                  <a:pt x="2111216" y="3995071"/>
                  <a:pt x="2111597" y="3995071"/>
                </a:cubicBezTo>
                <a:lnTo>
                  <a:pt x="2135505" y="3995071"/>
                </a:lnTo>
                <a:cubicBezTo>
                  <a:pt x="2138458" y="3995071"/>
                  <a:pt x="2140839" y="3992690"/>
                  <a:pt x="2140839" y="3989737"/>
                </a:cubicBezTo>
                <a:lnTo>
                  <a:pt x="2140839" y="3965353"/>
                </a:lnTo>
                <a:cubicBezTo>
                  <a:pt x="2140839" y="3962686"/>
                  <a:pt x="2138648" y="3960495"/>
                  <a:pt x="2135981" y="3960495"/>
                </a:cubicBezTo>
                <a:lnTo>
                  <a:pt x="2111597" y="3960495"/>
                </a:lnTo>
                <a:cubicBezTo>
                  <a:pt x="2108645" y="3960495"/>
                  <a:pt x="2106263" y="3962876"/>
                  <a:pt x="2106263" y="3965829"/>
                </a:cubicBezTo>
                <a:lnTo>
                  <a:pt x="2106263" y="3989737"/>
                </a:lnTo>
                <a:cubicBezTo>
                  <a:pt x="2106263" y="3990404"/>
                  <a:pt x="2106454" y="3991070"/>
                  <a:pt x="2106644" y="3991737"/>
                </a:cubicBezTo>
                <a:lnTo>
                  <a:pt x="2039112" y="4075176"/>
                </a:lnTo>
                <a:lnTo>
                  <a:pt x="1939862" y="4075176"/>
                </a:lnTo>
                <a:cubicBezTo>
                  <a:pt x="1939862" y="4075176"/>
                  <a:pt x="1908239" y="4046601"/>
                  <a:pt x="1908239" y="4046601"/>
                </a:cubicBezTo>
                <a:lnTo>
                  <a:pt x="1907762" y="4047077"/>
                </a:lnTo>
                <a:lnTo>
                  <a:pt x="1907762" y="4011454"/>
                </a:lnTo>
                <a:lnTo>
                  <a:pt x="1937957" y="4038695"/>
                </a:lnTo>
                <a:lnTo>
                  <a:pt x="2030540" y="4039743"/>
                </a:lnTo>
                <a:lnTo>
                  <a:pt x="2097310" y="3957161"/>
                </a:lnTo>
                <a:cubicBezTo>
                  <a:pt x="2098834" y="3957828"/>
                  <a:pt x="2100453" y="3958114"/>
                  <a:pt x="2102168" y="3958114"/>
                </a:cubicBezTo>
                <a:cubicBezTo>
                  <a:pt x="2109026" y="3958114"/>
                  <a:pt x="2114645" y="3952494"/>
                  <a:pt x="2114645" y="3945636"/>
                </a:cubicBezTo>
                <a:cubicBezTo>
                  <a:pt x="2114645" y="3944588"/>
                  <a:pt x="2114264" y="3943636"/>
                  <a:pt x="2114074" y="3942588"/>
                </a:cubicBezTo>
                <a:lnTo>
                  <a:pt x="2155698" y="3942588"/>
                </a:lnTo>
                <a:lnTo>
                  <a:pt x="2192750" y="3981069"/>
                </a:lnTo>
                <a:lnTo>
                  <a:pt x="2192941" y="3980879"/>
                </a:lnTo>
                <a:cubicBezTo>
                  <a:pt x="2192369" y="3982593"/>
                  <a:pt x="2191988" y="3984403"/>
                  <a:pt x="2192465" y="3986308"/>
                </a:cubicBezTo>
                <a:cubicBezTo>
                  <a:pt x="2193703" y="3991737"/>
                  <a:pt x="2199037" y="3995166"/>
                  <a:pt x="2204466" y="3993928"/>
                </a:cubicBezTo>
                <a:cubicBezTo>
                  <a:pt x="2209895" y="3992690"/>
                  <a:pt x="2213324" y="3987355"/>
                  <a:pt x="2212086" y="3981926"/>
                </a:cubicBezTo>
                <a:cubicBezTo>
                  <a:pt x="2210848" y="3976497"/>
                  <a:pt x="2205514" y="3973068"/>
                  <a:pt x="2200085" y="3974306"/>
                </a:cubicBezTo>
                <a:cubicBezTo>
                  <a:pt x="2198275" y="3974687"/>
                  <a:pt x="2196846" y="3975640"/>
                  <a:pt x="2195513" y="3976878"/>
                </a:cubicBezTo>
                <a:lnTo>
                  <a:pt x="2157794" y="3937730"/>
                </a:lnTo>
                <a:lnTo>
                  <a:pt x="2111693" y="3937730"/>
                </a:lnTo>
                <a:cubicBezTo>
                  <a:pt x="2109407" y="3934968"/>
                  <a:pt x="2106073" y="3933159"/>
                  <a:pt x="2102263" y="3933159"/>
                </a:cubicBezTo>
                <a:cubicBezTo>
                  <a:pt x="2095405" y="3933159"/>
                  <a:pt x="2089785" y="3938778"/>
                  <a:pt x="2089785" y="3945636"/>
                </a:cubicBezTo>
                <a:cubicBezTo>
                  <a:pt x="2089785" y="3949065"/>
                  <a:pt x="2091214" y="3952113"/>
                  <a:pt x="2093405" y="3954399"/>
                </a:cubicBezTo>
                <a:lnTo>
                  <a:pt x="2028349" y="4034790"/>
                </a:lnTo>
                <a:lnTo>
                  <a:pt x="1939957" y="4033742"/>
                </a:lnTo>
                <a:lnTo>
                  <a:pt x="1908334" y="4005167"/>
                </a:lnTo>
                <a:lnTo>
                  <a:pt x="1907857" y="4005644"/>
                </a:lnTo>
                <a:lnTo>
                  <a:pt x="1907857" y="3992499"/>
                </a:lnTo>
                <a:cubicBezTo>
                  <a:pt x="1907857" y="3990213"/>
                  <a:pt x="1906048" y="3988403"/>
                  <a:pt x="1903762" y="3988403"/>
                </a:cubicBezTo>
                <a:lnTo>
                  <a:pt x="1874901" y="3988403"/>
                </a:lnTo>
                <a:cubicBezTo>
                  <a:pt x="1872425" y="3988403"/>
                  <a:pt x="1870329" y="3990404"/>
                  <a:pt x="1870329" y="3992975"/>
                </a:cubicBezTo>
                <a:lnTo>
                  <a:pt x="1870329" y="4004977"/>
                </a:lnTo>
                <a:lnTo>
                  <a:pt x="1854327" y="3988689"/>
                </a:lnTo>
                <a:lnTo>
                  <a:pt x="1853851" y="3836384"/>
                </a:lnTo>
                <a:cubicBezTo>
                  <a:pt x="1856518" y="3836003"/>
                  <a:pt x="1859090" y="3835051"/>
                  <a:pt x="1861185" y="3833146"/>
                </a:cubicBezTo>
                <a:cubicBezTo>
                  <a:pt x="1863852" y="3830669"/>
                  <a:pt x="1865471" y="3827336"/>
                  <a:pt x="1865567" y="3823621"/>
                </a:cubicBezTo>
                <a:cubicBezTo>
                  <a:pt x="1865852" y="3816096"/>
                  <a:pt x="1860042" y="3809714"/>
                  <a:pt x="1852517" y="3809334"/>
                </a:cubicBezTo>
                <a:cubicBezTo>
                  <a:pt x="1845088" y="3808857"/>
                  <a:pt x="1838611" y="3814858"/>
                  <a:pt x="1838230" y="3822383"/>
                </a:cubicBezTo>
                <a:cubicBezTo>
                  <a:pt x="1838039" y="3826002"/>
                  <a:pt x="1839373" y="3829526"/>
                  <a:pt x="1841849" y="3832193"/>
                </a:cubicBezTo>
                <a:cubicBezTo>
                  <a:pt x="1843754" y="3834289"/>
                  <a:pt x="1846326" y="3835432"/>
                  <a:pt x="1849088" y="3836099"/>
                </a:cubicBezTo>
                <a:lnTo>
                  <a:pt x="1849565" y="3990594"/>
                </a:lnTo>
                <a:lnTo>
                  <a:pt x="1869567" y="4011073"/>
                </a:lnTo>
                <a:lnTo>
                  <a:pt x="1870234" y="4010406"/>
                </a:lnTo>
                <a:lnTo>
                  <a:pt x="1870234" y="4094036"/>
                </a:lnTo>
                <a:cubicBezTo>
                  <a:pt x="1870234" y="4096512"/>
                  <a:pt x="1872234" y="4098608"/>
                  <a:pt x="1874806" y="4098608"/>
                </a:cubicBezTo>
                <a:close/>
                <a:moveTo>
                  <a:pt x="2111121" y="3965734"/>
                </a:moveTo>
                <a:cubicBezTo>
                  <a:pt x="2111121" y="3965734"/>
                  <a:pt x="2111312" y="3965258"/>
                  <a:pt x="2111597" y="3965258"/>
                </a:cubicBezTo>
                <a:lnTo>
                  <a:pt x="2135981" y="3965258"/>
                </a:lnTo>
                <a:cubicBezTo>
                  <a:pt x="2135981" y="3965258"/>
                  <a:pt x="2135981" y="3989642"/>
                  <a:pt x="2135981" y="3989642"/>
                </a:cubicBezTo>
                <a:cubicBezTo>
                  <a:pt x="2135981" y="3989927"/>
                  <a:pt x="2135791" y="3990118"/>
                  <a:pt x="2135505" y="3990118"/>
                </a:cubicBezTo>
                <a:lnTo>
                  <a:pt x="2111788" y="3990118"/>
                </a:lnTo>
                <a:lnTo>
                  <a:pt x="2111121" y="3989546"/>
                </a:lnTo>
                <a:lnTo>
                  <a:pt x="2111121" y="3965734"/>
                </a:lnTo>
                <a:close/>
                <a:moveTo>
                  <a:pt x="2102168" y="3938016"/>
                </a:moveTo>
                <a:cubicBezTo>
                  <a:pt x="2106359" y="3938016"/>
                  <a:pt x="2109788" y="3941445"/>
                  <a:pt x="2109788" y="3945636"/>
                </a:cubicBezTo>
                <a:cubicBezTo>
                  <a:pt x="2109788" y="3949827"/>
                  <a:pt x="2106359" y="3953256"/>
                  <a:pt x="2102168" y="3953256"/>
                </a:cubicBezTo>
                <a:cubicBezTo>
                  <a:pt x="2097977" y="3953256"/>
                  <a:pt x="2094548" y="3949827"/>
                  <a:pt x="2094548" y="3945636"/>
                </a:cubicBezTo>
                <a:cubicBezTo>
                  <a:pt x="2094548" y="3941445"/>
                  <a:pt x="2097977" y="3938016"/>
                  <a:pt x="2102168" y="3938016"/>
                </a:cubicBezTo>
                <a:close/>
                <a:moveTo>
                  <a:pt x="1873568" y="3993071"/>
                </a:moveTo>
                <a:cubicBezTo>
                  <a:pt x="1873568" y="3992404"/>
                  <a:pt x="1874139" y="3991832"/>
                  <a:pt x="1874806" y="3991832"/>
                </a:cubicBezTo>
                <a:lnTo>
                  <a:pt x="1903667" y="3991832"/>
                </a:lnTo>
                <a:cubicBezTo>
                  <a:pt x="1903667" y="3991832"/>
                  <a:pt x="1904428" y="3992213"/>
                  <a:pt x="1904428" y="3992594"/>
                </a:cubicBezTo>
                <a:lnTo>
                  <a:pt x="1904428" y="4023265"/>
                </a:lnTo>
                <a:lnTo>
                  <a:pt x="1873472" y="4023265"/>
                </a:lnTo>
                <a:lnTo>
                  <a:pt x="1873472" y="3993071"/>
                </a:lnTo>
                <a:close/>
                <a:moveTo>
                  <a:pt x="1873568" y="4026408"/>
                </a:moveTo>
                <a:lnTo>
                  <a:pt x="1904524" y="4026408"/>
                </a:lnTo>
                <a:lnTo>
                  <a:pt x="1904524" y="4059365"/>
                </a:lnTo>
                <a:lnTo>
                  <a:pt x="1873568" y="4059365"/>
                </a:lnTo>
                <a:lnTo>
                  <a:pt x="1873568" y="4026408"/>
                </a:lnTo>
                <a:close/>
                <a:moveTo>
                  <a:pt x="1873568" y="4062698"/>
                </a:moveTo>
                <a:lnTo>
                  <a:pt x="1904524" y="4062698"/>
                </a:lnTo>
                <a:lnTo>
                  <a:pt x="1904524" y="4094036"/>
                </a:lnTo>
                <a:cubicBezTo>
                  <a:pt x="1904524" y="4094702"/>
                  <a:pt x="1903952" y="4095274"/>
                  <a:pt x="1903286" y="4095274"/>
                </a:cubicBezTo>
                <a:lnTo>
                  <a:pt x="1874901" y="4095274"/>
                </a:lnTo>
                <a:cubicBezTo>
                  <a:pt x="1874234" y="4095274"/>
                  <a:pt x="1873663" y="4094702"/>
                  <a:pt x="1873663" y="4094036"/>
                </a:cubicBezTo>
                <a:lnTo>
                  <a:pt x="1873663" y="4062698"/>
                </a:lnTo>
                <a:close/>
                <a:moveTo>
                  <a:pt x="1845374" y="3829050"/>
                </a:moveTo>
                <a:cubicBezTo>
                  <a:pt x="1843754" y="3827336"/>
                  <a:pt x="1842897" y="3825050"/>
                  <a:pt x="1843088" y="3822668"/>
                </a:cubicBezTo>
                <a:cubicBezTo>
                  <a:pt x="1843278" y="3817906"/>
                  <a:pt x="1847278" y="3814191"/>
                  <a:pt x="1851946" y="3814191"/>
                </a:cubicBezTo>
                <a:cubicBezTo>
                  <a:pt x="1852041" y="3814191"/>
                  <a:pt x="1852232" y="3814191"/>
                  <a:pt x="1852327" y="3814191"/>
                </a:cubicBezTo>
                <a:cubicBezTo>
                  <a:pt x="1857185" y="3814382"/>
                  <a:pt x="1861090" y="3818573"/>
                  <a:pt x="1860804" y="3823430"/>
                </a:cubicBezTo>
                <a:cubicBezTo>
                  <a:pt x="1860709" y="3825812"/>
                  <a:pt x="1859661" y="3828002"/>
                  <a:pt x="1857947" y="3829622"/>
                </a:cubicBezTo>
                <a:cubicBezTo>
                  <a:pt x="1856232" y="3831241"/>
                  <a:pt x="1853946" y="3832098"/>
                  <a:pt x="1851565" y="3831908"/>
                </a:cubicBezTo>
                <a:cubicBezTo>
                  <a:pt x="1849184" y="3831812"/>
                  <a:pt x="1846993" y="3830765"/>
                  <a:pt x="1845374" y="3829050"/>
                </a:cubicBezTo>
                <a:close/>
                <a:moveTo>
                  <a:pt x="1214057" y="2211134"/>
                </a:moveTo>
                <a:cubicBezTo>
                  <a:pt x="1220438" y="2211134"/>
                  <a:pt x="1225677" y="2205895"/>
                  <a:pt x="1225677" y="2199513"/>
                </a:cubicBezTo>
                <a:cubicBezTo>
                  <a:pt x="1225677" y="2193131"/>
                  <a:pt x="1220438" y="2187893"/>
                  <a:pt x="1214057" y="2187893"/>
                </a:cubicBezTo>
                <a:cubicBezTo>
                  <a:pt x="1207675" y="2187893"/>
                  <a:pt x="1202436" y="2193131"/>
                  <a:pt x="1202436" y="2199513"/>
                </a:cubicBezTo>
                <a:cubicBezTo>
                  <a:pt x="1202436" y="2205895"/>
                  <a:pt x="1207675" y="2211134"/>
                  <a:pt x="1214057" y="2211134"/>
                </a:cubicBezTo>
                <a:close/>
                <a:moveTo>
                  <a:pt x="1214057" y="2190274"/>
                </a:moveTo>
                <a:cubicBezTo>
                  <a:pt x="1219200" y="2190274"/>
                  <a:pt x="1223296" y="2194465"/>
                  <a:pt x="1223296" y="2199513"/>
                </a:cubicBezTo>
                <a:cubicBezTo>
                  <a:pt x="1223296" y="2204561"/>
                  <a:pt x="1219105" y="2208752"/>
                  <a:pt x="1214057" y="2208752"/>
                </a:cubicBezTo>
                <a:cubicBezTo>
                  <a:pt x="1209008" y="2208752"/>
                  <a:pt x="1204817" y="2204561"/>
                  <a:pt x="1204817" y="2199513"/>
                </a:cubicBezTo>
                <a:cubicBezTo>
                  <a:pt x="1204817" y="2194465"/>
                  <a:pt x="1209008" y="2190274"/>
                  <a:pt x="1214057" y="2190274"/>
                </a:cubicBezTo>
                <a:close/>
                <a:moveTo>
                  <a:pt x="95" y="4236815"/>
                </a:moveTo>
                <a:lnTo>
                  <a:pt x="95" y="4241578"/>
                </a:lnTo>
                <a:lnTo>
                  <a:pt x="133350" y="4241387"/>
                </a:lnTo>
                <a:lnTo>
                  <a:pt x="277940" y="4117086"/>
                </a:lnTo>
                <a:cubicBezTo>
                  <a:pt x="280226" y="4119086"/>
                  <a:pt x="283083" y="4120229"/>
                  <a:pt x="286131" y="4120229"/>
                </a:cubicBezTo>
                <a:cubicBezTo>
                  <a:pt x="287560" y="4120229"/>
                  <a:pt x="288893" y="4120039"/>
                  <a:pt x="290322" y="4119563"/>
                </a:cubicBezTo>
                <a:cubicBezTo>
                  <a:pt x="296894" y="4117277"/>
                  <a:pt x="300419" y="4110038"/>
                  <a:pt x="298037" y="4103465"/>
                </a:cubicBezTo>
                <a:cubicBezTo>
                  <a:pt x="295751" y="4096893"/>
                  <a:pt x="288512" y="4093464"/>
                  <a:pt x="281940" y="4095750"/>
                </a:cubicBezTo>
                <a:cubicBezTo>
                  <a:pt x="275368" y="4098036"/>
                  <a:pt x="271844" y="4105275"/>
                  <a:pt x="274225" y="4111847"/>
                </a:cubicBezTo>
                <a:cubicBezTo>
                  <a:pt x="274415" y="4112419"/>
                  <a:pt x="274796" y="4112895"/>
                  <a:pt x="275082" y="4113371"/>
                </a:cubicBezTo>
                <a:lnTo>
                  <a:pt x="131636" y="4236720"/>
                </a:lnTo>
                <a:lnTo>
                  <a:pt x="95" y="4236911"/>
                </a:lnTo>
                <a:close/>
                <a:moveTo>
                  <a:pt x="283559" y="4100132"/>
                </a:moveTo>
                <a:cubicBezTo>
                  <a:pt x="284417" y="4099846"/>
                  <a:pt x="285274" y="4099655"/>
                  <a:pt x="286131" y="4099655"/>
                </a:cubicBezTo>
                <a:cubicBezTo>
                  <a:pt x="289370" y="4099655"/>
                  <a:pt x="292418" y="4101655"/>
                  <a:pt x="293561" y="4104894"/>
                </a:cubicBezTo>
                <a:cubicBezTo>
                  <a:pt x="294227" y="4106894"/>
                  <a:pt x="294132" y="4108990"/>
                  <a:pt x="293180" y="4110895"/>
                </a:cubicBezTo>
                <a:cubicBezTo>
                  <a:pt x="292227" y="4112800"/>
                  <a:pt x="290703" y="4114229"/>
                  <a:pt x="288703" y="4114895"/>
                </a:cubicBezTo>
                <a:cubicBezTo>
                  <a:pt x="284607" y="4116324"/>
                  <a:pt x="280130" y="4114134"/>
                  <a:pt x="278702" y="4110038"/>
                </a:cubicBezTo>
                <a:cubicBezTo>
                  <a:pt x="277273" y="4105942"/>
                  <a:pt x="279464" y="4101465"/>
                  <a:pt x="283559" y="4100036"/>
                </a:cubicBezTo>
                <a:close/>
                <a:moveTo>
                  <a:pt x="366713" y="2540508"/>
                </a:moveTo>
                <a:lnTo>
                  <a:pt x="366713" y="2534031"/>
                </a:lnTo>
                <a:cubicBezTo>
                  <a:pt x="366713" y="2532602"/>
                  <a:pt x="367856" y="2531459"/>
                  <a:pt x="369284" y="2531459"/>
                </a:cubicBezTo>
                <a:lnTo>
                  <a:pt x="375761" y="2531459"/>
                </a:lnTo>
                <a:cubicBezTo>
                  <a:pt x="377190" y="2531459"/>
                  <a:pt x="378333" y="2532602"/>
                  <a:pt x="378333" y="2534031"/>
                </a:cubicBezTo>
                <a:lnTo>
                  <a:pt x="378333" y="2540508"/>
                </a:lnTo>
                <a:cubicBezTo>
                  <a:pt x="378333" y="2541937"/>
                  <a:pt x="377190" y="2543080"/>
                  <a:pt x="375761" y="2543080"/>
                </a:cubicBezTo>
                <a:lnTo>
                  <a:pt x="369284" y="2543080"/>
                </a:lnTo>
                <a:cubicBezTo>
                  <a:pt x="367856" y="2543080"/>
                  <a:pt x="366713" y="2541937"/>
                  <a:pt x="366713" y="2540508"/>
                </a:cubicBezTo>
                <a:close/>
                <a:moveTo>
                  <a:pt x="1594295" y="3164396"/>
                </a:moveTo>
                <a:cubicBezTo>
                  <a:pt x="1594295" y="3161538"/>
                  <a:pt x="1596676" y="3159157"/>
                  <a:pt x="1599533" y="3159157"/>
                </a:cubicBezTo>
                <a:cubicBezTo>
                  <a:pt x="1602391" y="3159157"/>
                  <a:pt x="1604772" y="3161538"/>
                  <a:pt x="1604772" y="3164396"/>
                </a:cubicBezTo>
                <a:cubicBezTo>
                  <a:pt x="1604772" y="3167253"/>
                  <a:pt x="1602391" y="3169634"/>
                  <a:pt x="1599533" y="3169634"/>
                </a:cubicBezTo>
                <a:cubicBezTo>
                  <a:pt x="1596676" y="3169634"/>
                  <a:pt x="1594295" y="3167253"/>
                  <a:pt x="1594295" y="3164396"/>
                </a:cubicBezTo>
                <a:close/>
                <a:moveTo>
                  <a:pt x="1808226" y="3509391"/>
                </a:moveTo>
                <a:lnTo>
                  <a:pt x="1820704" y="3509391"/>
                </a:lnTo>
                <a:cubicBezTo>
                  <a:pt x="1823752" y="3509391"/>
                  <a:pt x="1826228" y="3506915"/>
                  <a:pt x="1826228" y="3503867"/>
                </a:cubicBezTo>
                <a:lnTo>
                  <a:pt x="1826228" y="3491389"/>
                </a:lnTo>
                <a:cubicBezTo>
                  <a:pt x="1826228" y="3488341"/>
                  <a:pt x="1823752" y="3485864"/>
                  <a:pt x="1820704" y="3485864"/>
                </a:cubicBezTo>
                <a:lnTo>
                  <a:pt x="1808226" y="3485864"/>
                </a:lnTo>
                <a:cubicBezTo>
                  <a:pt x="1805178" y="3485864"/>
                  <a:pt x="1802702" y="3488341"/>
                  <a:pt x="1802702" y="3491389"/>
                </a:cubicBezTo>
                <a:lnTo>
                  <a:pt x="1802702" y="3493675"/>
                </a:lnTo>
                <a:lnTo>
                  <a:pt x="1682496" y="3493675"/>
                </a:lnTo>
                <a:lnTo>
                  <a:pt x="1671447" y="3504724"/>
                </a:lnTo>
                <a:lnTo>
                  <a:pt x="1562005" y="3504724"/>
                </a:lnTo>
                <a:cubicBezTo>
                  <a:pt x="1560862" y="3498342"/>
                  <a:pt x="1555337" y="3493484"/>
                  <a:pt x="1548575" y="3493484"/>
                </a:cubicBezTo>
                <a:cubicBezTo>
                  <a:pt x="1541050" y="3493484"/>
                  <a:pt x="1534954" y="3499580"/>
                  <a:pt x="1534954" y="3507105"/>
                </a:cubicBezTo>
                <a:cubicBezTo>
                  <a:pt x="1534954" y="3514630"/>
                  <a:pt x="1541050" y="3520726"/>
                  <a:pt x="1548575" y="3520726"/>
                </a:cubicBezTo>
                <a:cubicBezTo>
                  <a:pt x="1555337" y="3520726"/>
                  <a:pt x="1560862" y="3515868"/>
                  <a:pt x="1562005" y="3509486"/>
                </a:cubicBezTo>
                <a:lnTo>
                  <a:pt x="1673352" y="3509486"/>
                </a:lnTo>
                <a:lnTo>
                  <a:pt x="1684401" y="3498437"/>
                </a:lnTo>
                <a:lnTo>
                  <a:pt x="1802606" y="3498437"/>
                </a:lnTo>
                <a:lnTo>
                  <a:pt x="1802606" y="3503867"/>
                </a:lnTo>
                <a:cubicBezTo>
                  <a:pt x="1802606" y="3506915"/>
                  <a:pt x="1805083" y="3509391"/>
                  <a:pt x="1808131" y="3509391"/>
                </a:cubicBezTo>
                <a:close/>
                <a:moveTo>
                  <a:pt x="1807464" y="3491389"/>
                </a:moveTo>
                <a:cubicBezTo>
                  <a:pt x="1807464" y="3491389"/>
                  <a:pt x="1807845" y="3490627"/>
                  <a:pt x="1808226" y="3490627"/>
                </a:cubicBezTo>
                <a:lnTo>
                  <a:pt x="1820704" y="3490627"/>
                </a:lnTo>
                <a:cubicBezTo>
                  <a:pt x="1820704" y="3490627"/>
                  <a:pt x="1821466" y="3491008"/>
                  <a:pt x="1821466" y="3491389"/>
                </a:cubicBezTo>
                <a:lnTo>
                  <a:pt x="1821466" y="3503867"/>
                </a:lnTo>
                <a:cubicBezTo>
                  <a:pt x="1821466" y="3503867"/>
                  <a:pt x="1821085" y="3504629"/>
                  <a:pt x="1820704" y="3504629"/>
                </a:cubicBezTo>
                <a:lnTo>
                  <a:pt x="1808226" y="3504629"/>
                </a:lnTo>
                <a:cubicBezTo>
                  <a:pt x="1808226" y="3504629"/>
                  <a:pt x="1807464" y="3504248"/>
                  <a:pt x="1807464" y="3503867"/>
                </a:cubicBezTo>
                <a:lnTo>
                  <a:pt x="1807464" y="3491389"/>
                </a:lnTo>
                <a:close/>
                <a:moveTo>
                  <a:pt x="1548575" y="3515963"/>
                </a:moveTo>
                <a:cubicBezTo>
                  <a:pt x="1543622" y="3515963"/>
                  <a:pt x="1539716" y="3511963"/>
                  <a:pt x="1539716" y="3507105"/>
                </a:cubicBezTo>
                <a:cubicBezTo>
                  <a:pt x="1539716" y="3502247"/>
                  <a:pt x="1543717" y="3498247"/>
                  <a:pt x="1548575" y="3498247"/>
                </a:cubicBezTo>
                <a:cubicBezTo>
                  <a:pt x="1553432" y="3498247"/>
                  <a:pt x="1557433" y="3502247"/>
                  <a:pt x="1557433" y="3507105"/>
                </a:cubicBezTo>
                <a:cubicBezTo>
                  <a:pt x="1557433" y="3511963"/>
                  <a:pt x="1553432" y="3515963"/>
                  <a:pt x="1548575" y="3515963"/>
                </a:cubicBezTo>
                <a:close/>
                <a:moveTo>
                  <a:pt x="361188" y="2289048"/>
                </a:moveTo>
                <a:lnTo>
                  <a:pt x="354330" y="2296097"/>
                </a:lnTo>
                <a:lnTo>
                  <a:pt x="350901" y="2292763"/>
                </a:lnTo>
                <a:lnTo>
                  <a:pt x="357759" y="2285714"/>
                </a:lnTo>
                <a:lnTo>
                  <a:pt x="361188" y="2289048"/>
                </a:lnTo>
                <a:close/>
                <a:moveTo>
                  <a:pt x="19241" y="4118610"/>
                </a:moveTo>
                <a:lnTo>
                  <a:pt x="19241" y="4075081"/>
                </a:lnTo>
                <a:cubicBezTo>
                  <a:pt x="19241" y="4075081"/>
                  <a:pt x="19907" y="4075081"/>
                  <a:pt x="20193" y="4074890"/>
                </a:cubicBezTo>
                <a:lnTo>
                  <a:pt x="20193" y="4074890"/>
                </a:lnTo>
                <a:cubicBezTo>
                  <a:pt x="22669" y="4074033"/>
                  <a:pt x="24670" y="4072223"/>
                  <a:pt x="25813" y="4069747"/>
                </a:cubicBezTo>
                <a:cubicBezTo>
                  <a:pt x="26956" y="4067366"/>
                  <a:pt x="27051" y="4064699"/>
                  <a:pt x="26194" y="4062127"/>
                </a:cubicBezTo>
                <a:cubicBezTo>
                  <a:pt x="24384" y="4056984"/>
                  <a:pt x="18669" y="4054317"/>
                  <a:pt x="13526" y="4056126"/>
                </a:cubicBezTo>
                <a:cubicBezTo>
                  <a:pt x="8382" y="4057936"/>
                  <a:pt x="5715" y="4063651"/>
                  <a:pt x="7525" y="4068794"/>
                </a:cubicBezTo>
                <a:cubicBezTo>
                  <a:pt x="8668" y="4072033"/>
                  <a:pt x="11335" y="4074224"/>
                  <a:pt x="14478" y="4074986"/>
                </a:cubicBezTo>
                <a:lnTo>
                  <a:pt x="14478" y="4117372"/>
                </a:lnTo>
                <a:lnTo>
                  <a:pt x="95" y="4130230"/>
                </a:lnTo>
                <a:lnTo>
                  <a:pt x="95" y="4136612"/>
                </a:lnTo>
                <a:lnTo>
                  <a:pt x="18383" y="4120229"/>
                </a:lnTo>
                <a:cubicBezTo>
                  <a:pt x="18860" y="4119753"/>
                  <a:pt x="19145" y="4119086"/>
                  <a:pt x="19145" y="4118420"/>
                </a:cubicBezTo>
                <a:close/>
                <a:moveTo>
                  <a:pt x="12002" y="4067366"/>
                </a:moveTo>
                <a:cubicBezTo>
                  <a:pt x="11049" y="4064699"/>
                  <a:pt x="12478" y="4061746"/>
                  <a:pt x="15145" y="4060793"/>
                </a:cubicBezTo>
                <a:cubicBezTo>
                  <a:pt x="15716" y="4060603"/>
                  <a:pt x="16288" y="4060508"/>
                  <a:pt x="16859" y="4060508"/>
                </a:cubicBezTo>
                <a:cubicBezTo>
                  <a:pt x="18955" y="4060508"/>
                  <a:pt x="20955" y="4061841"/>
                  <a:pt x="21717" y="4063937"/>
                </a:cubicBezTo>
                <a:cubicBezTo>
                  <a:pt x="22669" y="4066604"/>
                  <a:pt x="21241" y="4069556"/>
                  <a:pt x="18574" y="4070509"/>
                </a:cubicBezTo>
                <a:cubicBezTo>
                  <a:pt x="15907" y="4071461"/>
                  <a:pt x="12954" y="4070033"/>
                  <a:pt x="12002" y="4067366"/>
                </a:cubicBezTo>
                <a:close/>
                <a:moveTo>
                  <a:pt x="1231202" y="2118836"/>
                </a:moveTo>
                <a:cubicBezTo>
                  <a:pt x="1224820" y="2118836"/>
                  <a:pt x="1219581" y="2124075"/>
                  <a:pt x="1219581" y="2130457"/>
                </a:cubicBezTo>
                <a:cubicBezTo>
                  <a:pt x="1219581" y="2136839"/>
                  <a:pt x="1224820" y="2142077"/>
                  <a:pt x="1231202" y="2142077"/>
                </a:cubicBezTo>
                <a:cubicBezTo>
                  <a:pt x="1233297" y="2142077"/>
                  <a:pt x="1235107" y="2141411"/>
                  <a:pt x="1236821" y="2140363"/>
                </a:cubicBezTo>
                <a:lnTo>
                  <a:pt x="1261586" y="2161223"/>
                </a:lnTo>
                <a:lnTo>
                  <a:pt x="1261586" y="2203895"/>
                </a:lnTo>
                <a:lnTo>
                  <a:pt x="1258824" y="2203895"/>
                </a:lnTo>
                <a:cubicBezTo>
                  <a:pt x="1254062" y="2203895"/>
                  <a:pt x="1250156" y="2207800"/>
                  <a:pt x="1250156" y="2212562"/>
                </a:cubicBezTo>
                <a:lnTo>
                  <a:pt x="1250156" y="2239518"/>
                </a:lnTo>
                <a:cubicBezTo>
                  <a:pt x="1250156" y="2244281"/>
                  <a:pt x="1254062" y="2248186"/>
                  <a:pt x="1258824" y="2248186"/>
                </a:cubicBezTo>
                <a:lnTo>
                  <a:pt x="1260348" y="2248186"/>
                </a:lnTo>
                <a:lnTo>
                  <a:pt x="1260348" y="2264283"/>
                </a:lnTo>
                <a:lnTo>
                  <a:pt x="1254824" y="2269998"/>
                </a:lnTo>
                <a:lnTo>
                  <a:pt x="1245299" y="2269998"/>
                </a:lnTo>
                <a:lnTo>
                  <a:pt x="1245299" y="2269617"/>
                </a:lnTo>
                <a:cubicBezTo>
                  <a:pt x="1245299" y="2266093"/>
                  <a:pt x="1242441" y="2263331"/>
                  <a:pt x="1238917" y="2263331"/>
                </a:cubicBezTo>
                <a:lnTo>
                  <a:pt x="1211961" y="2263331"/>
                </a:lnTo>
                <a:cubicBezTo>
                  <a:pt x="1208437" y="2263331"/>
                  <a:pt x="1205579" y="2266188"/>
                  <a:pt x="1205579" y="2269617"/>
                </a:cubicBezTo>
                <a:lnTo>
                  <a:pt x="1205579" y="2277428"/>
                </a:lnTo>
                <a:cubicBezTo>
                  <a:pt x="1205579" y="2280952"/>
                  <a:pt x="1208437" y="2283809"/>
                  <a:pt x="1211961" y="2283809"/>
                </a:cubicBezTo>
                <a:lnTo>
                  <a:pt x="1238917" y="2283809"/>
                </a:lnTo>
                <a:cubicBezTo>
                  <a:pt x="1242441" y="2283809"/>
                  <a:pt x="1245299" y="2280952"/>
                  <a:pt x="1245299" y="2277428"/>
                </a:cubicBezTo>
                <a:lnTo>
                  <a:pt x="1245299" y="2274761"/>
                </a:lnTo>
                <a:lnTo>
                  <a:pt x="1256824" y="2274761"/>
                </a:lnTo>
                <a:lnTo>
                  <a:pt x="1265111" y="2266283"/>
                </a:lnTo>
                <a:lnTo>
                  <a:pt x="1265111" y="2248186"/>
                </a:lnTo>
                <a:lnTo>
                  <a:pt x="1266635" y="2248186"/>
                </a:lnTo>
                <a:cubicBezTo>
                  <a:pt x="1271397" y="2248186"/>
                  <a:pt x="1275302" y="2244281"/>
                  <a:pt x="1275302" y="2239518"/>
                </a:cubicBezTo>
                <a:lnTo>
                  <a:pt x="1275302" y="2212562"/>
                </a:lnTo>
                <a:cubicBezTo>
                  <a:pt x="1275302" y="2207800"/>
                  <a:pt x="1271397" y="2203895"/>
                  <a:pt x="1266635" y="2203895"/>
                </a:cubicBezTo>
                <a:lnTo>
                  <a:pt x="1266349" y="2203895"/>
                </a:lnTo>
                <a:lnTo>
                  <a:pt x="1266349" y="2159032"/>
                </a:lnTo>
                <a:lnTo>
                  <a:pt x="1240346" y="2137124"/>
                </a:lnTo>
                <a:cubicBezTo>
                  <a:pt x="1241774" y="2135219"/>
                  <a:pt x="1242727" y="2132933"/>
                  <a:pt x="1242727" y="2130362"/>
                </a:cubicBezTo>
                <a:cubicBezTo>
                  <a:pt x="1242727" y="2123980"/>
                  <a:pt x="1237488" y="2118741"/>
                  <a:pt x="1231106" y="2118741"/>
                </a:cubicBezTo>
                <a:close/>
                <a:moveTo>
                  <a:pt x="1266730" y="2208752"/>
                </a:moveTo>
                <a:cubicBezTo>
                  <a:pt x="1268921" y="2208752"/>
                  <a:pt x="1270635" y="2210562"/>
                  <a:pt x="1270635" y="2212658"/>
                </a:cubicBezTo>
                <a:lnTo>
                  <a:pt x="1270635" y="2239613"/>
                </a:lnTo>
                <a:cubicBezTo>
                  <a:pt x="1270635" y="2241804"/>
                  <a:pt x="1268825" y="2243519"/>
                  <a:pt x="1266730" y="2243519"/>
                </a:cubicBezTo>
                <a:lnTo>
                  <a:pt x="1258919" y="2243519"/>
                </a:lnTo>
                <a:cubicBezTo>
                  <a:pt x="1256728" y="2243519"/>
                  <a:pt x="1255014" y="2241709"/>
                  <a:pt x="1255014" y="2239613"/>
                </a:cubicBezTo>
                <a:lnTo>
                  <a:pt x="1255014" y="2212658"/>
                </a:lnTo>
                <a:cubicBezTo>
                  <a:pt x="1255014" y="2210467"/>
                  <a:pt x="1256824" y="2208752"/>
                  <a:pt x="1258919" y="2208752"/>
                </a:cubicBezTo>
                <a:lnTo>
                  <a:pt x="1266730" y="2208752"/>
                </a:lnTo>
                <a:close/>
                <a:moveTo>
                  <a:pt x="1231202" y="2139696"/>
                </a:moveTo>
                <a:cubicBezTo>
                  <a:pt x="1226058" y="2139696"/>
                  <a:pt x="1221962" y="2135505"/>
                  <a:pt x="1221962" y="2130457"/>
                </a:cubicBezTo>
                <a:cubicBezTo>
                  <a:pt x="1221962" y="2125409"/>
                  <a:pt x="1226153" y="2121218"/>
                  <a:pt x="1231202" y="2121218"/>
                </a:cubicBezTo>
                <a:cubicBezTo>
                  <a:pt x="1236250" y="2121218"/>
                  <a:pt x="1240441" y="2125409"/>
                  <a:pt x="1240441" y="2130457"/>
                </a:cubicBezTo>
                <a:cubicBezTo>
                  <a:pt x="1240441" y="2135505"/>
                  <a:pt x="1236250" y="2139696"/>
                  <a:pt x="1231202" y="2139696"/>
                </a:cubicBezTo>
                <a:close/>
                <a:moveTo>
                  <a:pt x="1868138" y="3487960"/>
                </a:moveTo>
                <a:cubicBezTo>
                  <a:pt x="1868138" y="3481007"/>
                  <a:pt x="1873758" y="3475292"/>
                  <a:pt x="1880807" y="3475292"/>
                </a:cubicBezTo>
                <a:cubicBezTo>
                  <a:pt x="1887855" y="3475292"/>
                  <a:pt x="1893475" y="3480911"/>
                  <a:pt x="1893475" y="3487960"/>
                </a:cubicBezTo>
                <a:cubicBezTo>
                  <a:pt x="1893475" y="3495009"/>
                  <a:pt x="1887855" y="3500628"/>
                  <a:pt x="1880807" y="3500628"/>
                </a:cubicBezTo>
                <a:cubicBezTo>
                  <a:pt x="1873758" y="3500628"/>
                  <a:pt x="1868138" y="3495009"/>
                  <a:pt x="1868138" y="3487960"/>
                </a:cubicBezTo>
                <a:close/>
                <a:moveTo>
                  <a:pt x="1733741" y="3556349"/>
                </a:moveTo>
                <a:lnTo>
                  <a:pt x="1715357" y="3537776"/>
                </a:lnTo>
                <a:lnTo>
                  <a:pt x="1552385" y="3537776"/>
                </a:lnTo>
                <a:lnTo>
                  <a:pt x="1532192" y="3557016"/>
                </a:lnTo>
                <a:lnTo>
                  <a:pt x="1532192" y="3685032"/>
                </a:lnTo>
                <a:lnTo>
                  <a:pt x="1528286" y="3685032"/>
                </a:lnTo>
                <a:cubicBezTo>
                  <a:pt x="1525238" y="3685032"/>
                  <a:pt x="1522762" y="3687509"/>
                  <a:pt x="1522762" y="3690557"/>
                </a:cubicBezTo>
                <a:lnTo>
                  <a:pt x="1522762" y="3703034"/>
                </a:lnTo>
                <a:cubicBezTo>
                  <a:pt x="1522762" y="3706082"/>
                  <a:pt x="1525238" y="3708559"/>
                  <a:pt x="1528286" y="3708559"/>
                </a:cubicBezTo>
                <a:lnTo>
                  <a:pt x="1540764" y="3708559"/>
                </a:lnTo>
                <a:cubicBezTo>
                  <a:pt x="1543812" y="3708559"/>
                  <a:pt x="1546289" y="3706082"/>
                  <a:pt x="1546289" y="3703034"/>
                </a:cubicBezTo>
                <a:lnTo>
                  <a:pt x="1546289" y="3690557"/>
                </a:lnTo>
                <a:cubicBezTo>
                  <a:pt x="1546289" y="3687509"/>
                  <a:pt x="1543812" y="3685032"/>
                  <a:pt x="1540764" y="3685032"/>
                </a:cubicBezTo>
                <a:lnTo>
                  <a:pt x="1536859" y="3685032"/>
                </a:lnTo>
                <a:lnTo>
                  <a:pt x="1536859" y="3559112"/>
                </a:lnTo>
                <a:lnTo>
                  <a:pt x="1554194" y="3542634"/>
                </a:lnTo>
                <a:lnTo>
                  <a:pt x="1713262" y="3542634"/>
                </a:lnTo>
                <a:lnTo>
                  <a:pt x="1731645" y="3561207"/>
                </a:lnTo>
                <a:lnTo>
                  <a:pt x="1817370" y="3561207"/>
                </a:lnTo>
                <a:lnTo>
                  <a:pt x="1867567" y="3510058"/>
                </a:lnTo>
                <a:cubicBezTo>
                  <a:pt x="1872710" y="3513106"/>
                  <a:pt x="1878711" y="3514439"/>
                  <a:pt x="1884712" y="3513487"/>
                </a:cubicBezTo>
                <a:cubicBezTo>
                  <a:pt x="1891570" y="3512439"/>
                  <a:pt x="1897571" y="3508820"/>
                  <a:pt x="1901666" y="3503200"/>
                </a:cubicBezTo>
                <a:cubicBezTo>
                  <a:pt x="1905762" y="3497675"/>
                  <a:pt x="1907477" y="3490817"/>
                  <a:pt x="1906429" y="3483959"/>
                </a:cubicBezTo>
                <a:cubicBezTo>
                  <a:pt x="1905381" y="3477101"/>
                  <a:pt x="1901762" y="3471101"/>
                  <a:pt x="1896142" y="3467005"/>
                </a:cubicBezTo>
                <a:cubicBezTo>
                  <a:pt x="1891665" y="3463671"/>
                  <a:pt x="1886331" y="3461957"/>
                  <a:pt x="1880902" y="3461957"/>
                </a:cubicBezTo>
                <a:cubicBezTo>
                  <a:pt x="1879568" y="3461957"/>
                  <a:pt x="1878235" y="3462052"/>
                  <a:pt x="1876901" y="3462242"/>
                </a:cubicBezTo>
                <a:cubicBezTo>
                  <a:pt x="1870043" y="3463290"/>
                  <a:pt x="1864043" y="3466910"/>
                  <a:pt x="1859947" y="3472529"/>
                </a:cubicBezTo>
                <a:cubicBezTo>
                  <a:pt x="1855851" y="3478054"/>
                  <a:pt x="1854137" y="3484912"/>
                  <a:pt x="1855184" y="3491770"/>
                </a:cubicBezTo>
                <a:cubicBezTo>
                  <a:pt x="1856137" y="3497771"/>
                  <a:pt x="1859185" y="3503105"/>
                  <a:pt x="1863662" y="3507105"/>
                </a:cubicBezTo>
                <a:lnTo>
                  <a:pt x="1815370" y="3556254"/>
                </a:lnTo>
                <a:lnTo>
                  <a:pt x="1733645" y="3556254"/>
                </a:lnTo>
                <a:close/>
                <a:moveTo>
                  <a:pt x="1540859" y="3689795"/>
                </a:moveTo>
                <a:cubicBezTo>
                  <a:pt x="1540859" y="3689795"/>
                  <a:pt x="1541621" y="3690176"/>
                  <a:pt x="1541621" y="3690557"/>
                </a:cubicBezTo>
                <a:lnTo>
                  <a:pt x="1541621" y="3703034"/>
                </a:lnTo>
                <a:cubicBezTo>
                  <a:pt x="1541621" y="3703034"/>
                  <a:pt x="1541240" y="3703796"/>
                  <a:pt x="1540859" y="3703796"/>
                </a:cubicBezTo>
                <a:lnTo>
                  <a:pt x="1528382" y="3703796"/>
                </a:lnTo>
                <a:cubicBezTo>
                  <a:pt x="1528382" y="3703796"/>
                  <a:pt x="1527620" y="3703415"/>
                  <a:pt x="1527620" y="3703034"/>
                </a:cubicBezTo>
                <a:lnTo>
                  <a:pt x="1527620" y="3690557"/>
                </a:lnTo>
                <a:cubicBezTo>
                  <a:pt x="1527620" y="3690557"/>
                  <a:pt x="1528001" y="3689795"/>
                  <a:pt x="1528382" y="3689795"/>
                </a:cubicBezTo>
                <a:lnTo>
                  <a:pt x="1540859" y="3689795"/>
                </a:lnTo>
                <a:close/>
                <a:moveTo>
                  <a:pt x="1859947" y="3491103"/>
                </a:moveTo>
                <a:cubicBezTo>
                  <a:pt x="1859090" y="3485579"/>
                  <a:pt x="1860423" y="3479959"/>
                  <a:pt x="1863757" y="3475387"/>
                </a:cubicBezTo>
                <a:cubicBezTo>
                  <a:pt x="1867091" y="3470815"/>
                  <a:pt x="1871948" y="3467862"/>
                  <a:pt x="1877568" y="3467005"/>
                </a:cubicBezTo>
                <a:cubicBezTo>
                  <a:pt x="1883093" y="3466148"/>
                  <a:pt x="1888712" y="3467481"/>
                  <a:pt x="1893284" y="3470815"/>
                </a:cubicBezTo>
                <a:cubicBezTo>
                  <a:pt x="1897856" y="3474149"/>
                  <a:pt x="1900809" y="3479006"/>
                  <a:pt x="1901666" y="3484626"/>
                </a:cubicBezTo>
                <a:cubicBezTo>
                  <a:pt x="1902524" y="3490151"/>
                  <a:pt x="1901190" y="3495770"/>
                  <a:pt x="1897856" y="3500247"/>
                </a:cubicBezTo>
                <a:lnTo>
                  <a:pt x="1897856" y="3500247"/>
                </a:lnTo>
                <a:cubicBezTo>
                  <a:pt x="1894523" y="3504819"/>
                  <a:pt x="1889665" y="3507772"/>
                  <a:pt x="1884045" y="3508629"/>
                </a:cubicBezTo>
                <a:cubicBezTo>
                  <a:pt x="1882997" y="3508820"/>
                  <a:pt x="1881854" y="3508915"/>
                  <a:pt x="1880807" y="3508915"/>
                </a:cubicBezTo>
                <a:cubicBezTo>
                  <a:pt x="1876330" y="3508915"/>
                  <a:pt x="1872044" y="3507486"/>
                  <a:pt x="1868424" y="3504819"/>
                </a:cubicBezTo>
                <a:cubicBezTo>
                  <a:pt x="1863852" y="3501485"/>
                  <a:pt x="1860899" y="3496628"/>
                  <a:pt x="1860042" y="3491008"/>
                </a:cubicBezTo>
                <a:close/>
                <a:moveTo>
                  <a:pt x="196977" y="4314539"/>
                </a:moveTo>
                <a:lnTo>
                  <a:pt x="341567" y="4190238"/>
                </a:lnTo>
                <a:cubicBezTo>
                  <a:pt x="343853" y="4192238"/>
                  <a:pt x="346710" y="4193381"/>
                  <a:pt x="349758" y="4193381"/>
                </a:cubicBezTo>
                <a:cubicBezTo>
                  <a:pt x="351187" y="4193381"/>
                  <a:pt x="352520" y="4193191"/>
                  <a:pt x="353949" y="4192715"/>
                </a:cubicBezTo>
                <a:cubicBezTo>
                  <a:pt x="357092" y="4191572"/>
                  <a:pt x="359664" y="4189286"/>
                  <a:pt x="361188" y="4186238"/>
                </a:cubicBezTo>
                <a:cubicBezTo>
                  <a:pt x="362617" y="4183190"/>
                  <a:pt x="362807" y="4179761"/>
                  <a:pt x="361760" y="4176617"/>
                </a:cubicBezTo>
                <a:cubicBezTo>
                  <a:pt x="359474" y="4170045"/>
                  <a:pt x="352235" y="4166521"/>
                  <a:pt x="345662" y="4168807"/>
                </a:cubicBezTo>
                <a:cubicBezTo>
                  <a:pt x="339090" y="4171093"/>
                  <a:pt x="335566" y="4178332"/>
                  <a:pt x="337947" y="4184904"/>
                </a:cubicBezTo>
                <a:cubicBezTo>
                  <a:pt x="338138" y="4185476"/>
                  <a:pt x="338519" y="4185952"/>
                  <a:pt x="338804" y="4186428"/>
                </a:cubicBezTo>
                <a:lnTo>
                  <a:pt x="195358" y="4309777"/>
                </a:lnTo>
                <a:lnTo>
                  <a:pt x="286" y="4309968"/>
                </a:lnTo>
                <a:lnTo>
                  <a:pt x="286" y="4314730"/>
                </a:lnTo>
                <a:lnTo>
                  <a:pt x="196310" y="4314539"/>
                </a:lnTo>
                <a:lnTo>
                  <a:pt x="197168" y="4314539"/>
                </a:lnTo>
                <a:close/>
                <a:moveTo>
                  <a:pt x="347091" y="4173284"/>
                </a:moveTo>
                <a:cubicBezTo>
                  <a:pt x="347948" y="4172998"/>
                  <a:pt x="348806" y="4172807"/>
                  <a:pt x="349663" y="4172807"/>
                </a:cubicBezTo>
                <a:cubicBezTo>
                  <a:pt x="350806" y="4172807"/>
                  <a:pt x="351949" y="4173093"/>
                  <a:pt x="353092" y="4173569"/>
                </a:cubicBezTo>
                <a:cubicBezTo>
                  <a:pt x="354997" y="4174522"/>
                  <a:pt x="356426" y="4176046"/>
                  <a:pt x="357092" y="4178046"/>
                </a:cubicBezTo>
                <a:cubicBezTo>
                  <a:pt x="357759" y="4180046"/>
                  <a:pt x="357664" y="4182142"/>
                  <a:pt x="356711" y="4184047"/>
                </a:cubicBezTo>
                <a:cubicBezTo>
                  <a:pt x="355759" y="4185952"/>
                  <a:pt x="354235" y="4187380"/>
                  <a:pt x="352235" y="4188047"/>
                </a:cubicBezTo>
                <a:cubicBezTo>
                  <a:pt x="348139" y="4189476"/>
                  <a:pt x="343662" y="4187285"/>
                  <a:pt x="342233" y="4183190"/>
                </a:cubicBezTo>
                <a:cubicBezTo>
                  <a:pt x="340805" y="4179094"/>
                  <a:pt x="342995" y="4174617"/>
                  <a:pt x="347091" y="4173188"/>
                </a:cubicBezTo>
                <a:close/>
                <a:moveTo>
                  <a:pt x="348615" y="2313432"/>
                </a:moveTo>
                <a:lnTo>
                  <a:pt x="348615" y="2303621"/>
                </a:lnTo>
                <a:cubicBezTo>
                  <a:pt x="348615" y="2303621"/>
                  <a:pt x="353378" y="2303621"/>
                  <a:pt x="353378" y="2303621"/>
                </a:cubicBezTo>
                <a:lnTo>
                  <a:pt x="353378" y="2313432"/>
                </a:lnTo>
                <a:cubicBezTo>
                  <a:pt x="353378" y="2313432"/>
                  <a:pt x="348615" y="2313432"/>
                  <a:pt x="348615" y="2313432"/>
                </a:cubicBezTo>
                <a:close/>
                <a:moveTo>
                  <a:pt x="164973" y="4278630"/>
                </a:moveTo>
                <a:lnTo>
                  <a:pt x="309658" y="4154234"/>
                </a:lnTo>
                <a:cubicBezTo>
                  <a:pt x="310515" y="4154900"/>
                  <a:pt x="311277" y="4155758"/>
                  <a:pt x="312230" y="4156234"/>
                </a:cubicBezTo>
                <a:cubicBezTo>
                  <a:pt x="313944" y="4157091"/>
                  <a:pt x="315849" y="4157472"/>
                  <a:pt x="317754" y="4157472"/>
                </a:cubicBezTo>
                <a:cubicBezTo>
                  <a:pt x="319183" y="4157472"/>
                  <a:pt x="320612" y="4157186"/>
                  <a:pt x="321945" y="4156710"/>
                </a:cubicBezTo>
                <a:cubicBezTo>
                  <a:pt x="328517" y="4154424"/>
                  <a:pt x="332042" y="4147185"/>
                  <a:pt x="329660" y="4140613"/>
                </a:cubicBezTo>
                <a:cubicBezTo>
                  <a:pt x="327374" y="4134041"/>
                  <a:pt x="320135" y="4130612"/>
                  <a:pt x="313563" y="4132802"/>
                </a:cubicBezTo>
                <a:cubicBezTo>
                  <a:pt x="310420" y="4133945"/>
                  <a:pt x="307848" y="4136231"/>
                  <a:pt x="306324" y="4139279"/>
                </a:cubicBezTo>
                <a:cubicBezTo>
                  <a:pt x="304895" y="4142327"/>
                  <a:pt x="304705" y="4145756"/>
                  <a:pt x="305753" y="4148900"/>
                </a:cubicBezTo>
                <a:cubicBezTo>
                  <a:pt x="305943" y="4149471"/>
                  <a:pt x="306324" y="4149852"/>
                  <a:pt x="306610" y="4150424"/>
                </a:cubicBezTo>
                <a:lnTo>
                  <a:pt x="163163" y="4273772"/>
                </a:lnTo>
                <a:lnTo>
                  <a:pt x="95" y="4273963"/>
                </a:lnTo>
                <a:lnTo>
                  <a:pt x="95" y="4278726"/>
                </a:lnTo>
                <a:lnTo>
                  <a:pt x="164973" y="4278535"/>
                </a:lnTo>
                <a:close/>
                <a:moveTo>
                  <a:pt x="310610" y="4141470"/>
                </a:moveTo>
                <a:cubicBezTo>
                  <a:pt x="311563" y="4139565"/>
                  <a:pt x="313087" y="4138136"/>
                  <a:pt x="315087" y="4137470"/>
                </a:cubicBezTo>
                <a:cubicBezTo>
                  <a:pt x="315944" y="4137184"/>
                  <a:pt x="316802" y="4136993"/>
                  <a:pt x="317659" y="4136993"/>
                </a:cubicBezTo>
                <a:cubicBezTo>
                  <a:pt x="320897" y="4136993"/>
                  <a:pt x="323945" y="4138994"/>
                  <a:pt x="325088" y="4142232"/>
                </a:cubicBezTo>
                <a:cubicBezTo>
                  <a:pt x="326517" y="4146328"/>
                  <a:pt x="324326" y="4150805"/>
                  <a:pt x="320231" y="4152234"/>
                </a:cubicBezTo>
                <a:cubicBezTo>
                  <a:pt x="316135" y="4153662"/>
                  <a:pt x="311658" y="4151471"/>
                  <a:pt x="310229" y="4147376"/>
                </a:cubicBezTo>
                <a:cubicBezTo>
                  <a:pt x="309563" y="4145375"/>
                  <a:pt x="309658" y="4143280"/>
                  <a:pt x="310610" y="4141375"/>
                </a:cubicBezTo>
                <a:close/>
                <a:moveTo>
                  <a:pt x="1889379" y="3332321"/>
                </a:moveTo>
                <a:cubicBezTo>
                  <a:pt x="1890903" y="3329940"/>
                  <a:pt x="1891379" y="3327083"/>
                  <a:pt x="1890808" y="3324320"/>
                </a:cubicBezTo>
                <a:cubicBezTo>
                  <a:pt x="1890141" y="3321558"/>
                  <a:pt x="1888522" y="3319177"/>
                  <a:pt x="1886141" y="3317653"/>
                </a:cubicBezTo>
                <a:cubicBezTo>
                  <a:pt x="1883759" y="3316129"/>
                  <a:pt x="1880902" y="3315653"/>
                  <a:pt x="1878140" y="3316224"/>
                </a:cubicBezTo>
                <a:cubicBezTo>
                  <a:pt x="1875377" y="3316891"/>
                  <a:pt x="1872996" y="3318510"/>
                  <a:pt x="1871472" y="3320892"/>
                </a:cubicBezTo>
                <a:cubicBezTo>
                  <a:pt x="1869948" y="3323273"/>
                  <a:pt x="1869472" y="3326130"/>
                  <a:pt x="1870043" y="3328892"/>
                </a:cubicBezTo>
                <a:cubicBezTo>
                  <a:pt x="1870710" y="3331655"/>
                  <a:pt x="1872329" y="3334036"/>
                  <a:pt x="1874711" y="3335560"/>
                </a:cubicBezTo>
                <a:cubicBezTo>
                  <a:pt x="1875758" y="3336227"/>
                  <a:pt x="1876901" y="3336608"/>
                  <a:pt x="1878044" y="3336893"/>
                </a:cubicBezTo>
                <a:lnTo>
                  <a:pt x="1878044" y="3428524"/>
                </a:lnTo>
                <a:lnTo>
                  <a:pt x="1891665" y="3442621"/>
                </a:lnTo>
                <a:lnTo>
                  <a:pt x="1918430" y="3442621"/>
                </a:lnTo>
                <a:lnTo>
                  <a:pt x="1930432" y="3428905"/>
                </a:lnTo>
                <a:lnTo>
                  <a:pt x="1930432" y="3372422"/>
                </a:lnTo>
                <a:lnTo>
                  <a:pt x="1932051" y="3372422"/>
                </a:lnTo>
                <a:cubicBezTo>
                  <a:pt x="1935766" y="3372422"/>
                  <a:pt x="1938909" y="3369374"/>
                  <a:pt x="1938909" y="3365563"/>
                </a:cubicBezTo>
                <a:lnTo>
                  <a:pt x="1938909" y="3357467"/>
                </a:lnTo>
                <a:cubicBezTo>
                  <a:pt x="1938909" y="3353753"/>
                  <a:pt x="1935861" y="3350705"/>
                  <a:pt x="1932051" y="3350705"/>
                </a:cubicBezTo>
                <a:lnTo>
                  <a:pt x="1923955" y="3350705"/>
                </a:lnTo>
                <a:cubicBezTo>
                  <a:pt x="1920240" y="3350705"/>
                  <a:pt x="1917097" y="3353753"/>
                  <a:pt x="1917097" y="3357467"/>
                </a:cubicBezTo>
                <a:lnTo>
                  <a:pt x="1917097" y="3365563"/>
                </a:lnTo>
                <a:cubicBezTo>
                  <a:pt x="1917097" y="3369278"/>
                  <a:pt x="1920145" y="3372422"/>
                  <a:pt x="1923955" y="3372422"/>
                </a:cubicBezTo>
                <a:lnTo>
                  <a:pt x="1925574" y="3372422"/>
                </a:lnTo>
                <a:lnTo>
                  <a:pt x="1925574" y="3427095"/>
                </a:lnTo>
                <a:lnTo>
                  <a:pt x="1916144" y="3437763"/>
                </a:lnTo>
                <a:lnTo>
                  <a:pt x="1893570" y="3437763"/>
                </a:lnTo>
                <a:lnTo>
                  <a:pt x="1882712" y="3426524"/>
                </a:lnTo>
                <a:lnTo>
                  <a:pt x="1882712" y="3336798"/>
                </a:lnTo>
                <a:cubicBezTo>
                  <a:pt x="1885474" y="3336131"/>
                  <a:pt x="1887760" y="3334512"/>
                  <a:pt x="1889284" y="3332131"/>
                </a:cubicBezTo>
                <a:close/>
                <a:moveTo>
                  <a:pt x="1923955" y="3367754"/>
                </a:moveTo>
                <a:cubicBezTo>
                  <a:pt x="1922812" y="3367754"/>
                  <a:pt x="1921859" y="3366802"/>
                  <a:pt x="1921859" y="3365659"/>
                </a:cubicBezTo>
                <a:lnTo>
                  <a:pt x="1921859" y="3357563"/>
                </a:lnTo>
                <a:cubicBezTo>
                  <a:pt x="1921859" y="3356420"/>
                  <a:pt x="1922812" y="3355562"/>
                  <a:pt x="1923955" y="3355562"/>
                </a:cubicBezTo>
                <a:lnTo>
                  <a:pt x="1932051" y="3355562"/>
                </a:lnTo>
                <a:cubicBezTo>
                  <a:pt x="1933194" y="3355562"/>
                  <a:pt x="1934147" y="3356515"/>
                  <a:pt x="1934147" y="3357563"/>
                </a:cubicBezTo>
                <a:lnTo>
                  <a:pt x="1934147" y="3365659"/>
                </a:lnTo>
                <a:cubicBezTo>
                  <a:pt x="1934147" y="3366802"/>
                  <a:pt x="1933194" y="3367754"/>
                  <a:pt x="1932051" y="3367754"/>
                </a:cubicBezTo>
                <a:lnTo>
                  <a:pt x="1923955" y="3367754"/>
                </a:lnTo>
                <a:close/>
                <a:moveTo>
                  <a:pt x="1881664" y="3332321"/>
                </a:moveTo>
                <a:cubicBezTo>
                  <a:pt x="1880140" y="3332702"/>
                  <a:pt x="1878521" y="3332321"/>
                  <a:pt x="1877282" y="3331559"/>
                </a:cubicBezTo>
                <a:cubicBezTo>
                  <a:pt x="1875949" y="3330702"/>
                  <a:pt x="1874996" y="3329464"/>
                  <a:pt x="1874711" y="3327845"/>
                </a:cubicBezTo>
                <a:cubicBezTo>
                  <a:pt x="1874330" y="3326321"/>
                  <a:pt x="1874711" y="3324701"/>
                  <a:pt x="1875473" y="3323463"/>
                </a:cubicBezTo>
                <a:cubicBezTo>
                  <a:pt x="1876330" y="3322130"/>
                  <a:pt x="1877663" y="3321272"/>
                  <a:pt x="1879187" y="3320892"/>
                </a:cubicBezTo>
                <a:cubicBezTo>
                  <a:pt x="1879664" y="3320796"/>
                  <a:pt x="1880045" y="3320701"/>
                  <a:pt x="1880521" y="3320701"/>
                </a:cubicBezTo>
                <a:cubicBezTo>
                  <a:pt x="1881664" y="3320701"/>
                  <a:pt x="1882712" y="3320987"/>
                  <a:pt x="1883664" y="3321653"/>
                </a:cubicBezTo>
                <a:cubicBezTo>
                  <a:pt x="1884998" y="3322511"/>
                  <a:pt x="1885950" y="3323749"/>
                  <a:pt x="1886236" y="3325368"/>
                </a:cubicBezTo>
                <a:cubicBezTo>
                  <a:pt x="1886617" y="3326892"/>
                  <a:pt x="1886236" y="3328416"/>
                  <a:pt x="1885474" y="3329750"/>
                </a:cubicBezTo>
                <a:cubicBezTo>
                  <a:pt x="1884617" y="3331083"/>
                  <a:pt x="1883283" y="3331940"/>
                  <a:pt x="1881759" y="3332321"/>
                </a:cubicBezTo>
                <a:close/>
                <a:moveTo>
                  <a:pt x="1206246" y="2165795"/>
                </a:moveTo>
                <a:cubicBezTo>
                  <a:pt x="1206246" y="2170081"/>
                  <a:pt x="1209770" y="2173510"/>
                  <a:pt x="1213961" y="2173510"/>
                </a:cubicBezTo>
                <a:cubicBezTo>
                  <a:pt x="1218152" y="2173510"/>
                  <a:pt x="1221772" y="2169986"/>
                  <a:pt x="1221772" y="2165795"/>
                </a:cubicBezTo>
                <a:cubicBezTo>
                  <a:pt x="1221772" y="2161604"/>
                  <a:pt x="1218248" y="2158079"/>
                  <a:pt x="1213961" y="2158079"/>
                </a:cubicBezTo>
                <a:cubicBezTo>
                  <a:pt x="1209675" y="2158079"/>
                  <a:pt x="1206246" y="2161604"/>
                  <a:pt x="1206246" y="2165795"/>
                </a:cubicBezTo>
                <a:close/>
                <a:moveTo>
                  <a:pt x="1219391" y="2165795"/>
                </a:moveTo>
                <a:cubicBezTo>
                  <a:pt x="1219391" y="2168747"/>
                  <a:pt x="1217009" y="2171129"/>
                  <a:pt x="1213961" y="2171129"/>
                </a:cubicBezTo>
                <a:cubicBezTo>
                  <a:pt x="1210913" y="2171129"/>
                  <a:pt x="1208627" y="2168747"/>
                  <a:pt x="1208627" y="2165795"/>
                </a:cubicBezTo>
                <a:cubicBezTo>
                  <a:pt x="1208627" y="2162842"/>
                  <a:pt x="1211009" y="2160461"/>
                  <a:pt x="1213961" y="2160461"/>
                </a:cubicBezTo>
                <a:cubicBezTo>
                  <a:pt x="1216914" y="2160461"/>
                  <a:pt x="1219391" y="2162842"/>
                  <a:pt x="1219391" y="2165795"/>
                </a:cubicBezTo>
                <a:close/>
                <a:moveTo>
                  <a:pt x="1646301" y="3748183"/>
                </a:moveTo>
                <a:lnTo>
                  <a:pt x="1646301" y="3663220"/>
                </a:lnTo>
                <a:cubicBezTo>
                  <a:pt x="1646301" y="3663220"/>
                  <a:pt x="1667732" y="3639312"/>
                  <a:pt x="1667732" y="3639312"/>
                </a:cubicBezTo>
                <a:lnTo>
                  <a:pt x="1714310" y="3639312"/>
                </a:lnTo>
                <a:cubicBezTo>
                  <a:pt x="1715453" y="3645503"/>
                  <a:pt x="1720596" y="3650266"/>
                  <a:pt x="1727168" y="3650552"/>
                </a:cubicBezTo>
                <a:cubicBezTo>
                  <a:pt x="1727359" y="3650552"/>
                  <a:pt x="1727549" y="3650552"/>
                  <a:pt x="1727740" y="3650552"/>
                </a:cubicBezTo>
                <a:cubicBezTo>
                  <a:pt x="1734407" y="3650552"/>
                  <a:pt x="1739741" y="3645694"/>
                  <a:pt x="1740980" y="3639312"/>
                </a:cubicBezTo>
                <a:lnTo>
                  <a:pt x="1871758" y="3639312"/>
                </a:lnTo>
                <a:lnTo>
                  <a:pt x="2007203" y="3490913"/>
                </a:lnTo>
                <a:lnTo>
                  <a:pt x="2006346" y="3335084"/>
                </a:lnTo>
                <a:lnTo>
                  <a:pt x="1992059" y="3318986"/>
                </a:lnTo>
                <a:lnTo>
                  <a:pt x="1992059" y="3292030"/>
                </a:lnTo>
                <a:cubicBezTo>
                  <a:pt x="1992059" y="3292030"/>
                  <a:pt x="2002155" y="3292030"/>
                  <a:pt x="2002155" y="3292030"/>
                </a:cubicBezTo>
                <a:cubicBezTo>
                  <a:pt x="2005584" y="3292030"/>
                  <a:pt x="2008251" y="3289268"/>
                  <a:pt x="2008251" y="3285935"/>
                </a:cubicBezTo>
                <a:lnTo>
                  <a:pt x="2008251" y="3280315"/>
                </a:lnTo>
                <a:cubicBezTo>
                  <a:pt x="2008251" y="3276886"/>
                  <a:pt x="2005489" y="3274219"/>
                  <a:pt x="2002155" y="3274219"/>
                </a:cubicBezTo>
                <a:lnTo>
                  <a:pt x="1980533" y="3274219"/>
                </a:lnTo>
                <a:cubicBezTo>
                  <a:pt x="1977104" y="3274219"/>
                  <a:pt x="1974437" y="3276981"/>
                  <a:pt x="1974437" y="3280315"/>
                </a:cubicBezTo>
                <a:lnTo>
                  <a:pt x="1974437" y="3285935"/>
                </a:lnTo>
                <a:cubicBezTo>
                  <a:pt x="1974437" y="3289363"/>
                  <a:pt x="1977200" y="3292030"/>
                  <a:pt x="1980533" y="3292030"/>
                </a:cubicBezTo>
                <a:lnTo>
                  <a:pt x="1987296" y="3292030"/>
                </a:lnTo>
                <a:lnTo>
                  <a:pt x="1987296" y="3320796"/>
                </a:lnTo>
                <a:cubicBezTo>
                  <a:pt x="1987296" y="3320796"/>
                  <a:pt x="2001679" y="3336893"/>
                  <a:pt x="2001679" y="3336893"/>
                </a:cubicBezTo>
                <a:lnTo>
                  <a:pt x="2002536" y="3489008"/>
                </a:lnTo>
                <a:lnTo>
                  <a:pt x="1869757" y="3634550"/>
                </a:lnTo>
                <a:lnTo>
                  <a:pt x="1741075" y="3634550"/>
                </a:lnTo>
                <a:cubicBezTo>
                  <a:pt x="1740599" y="3632073"/>
                  <a:pt x="1739741" y="3629597"/>
                  <a:pt x="1737932" y="3627692"/>
                </a:cubicBezTo>
                <a:cubicBezTo>
                  <a:pt x="1735455" y="3625025"/>
                  <a:pt x="1732121" y="3623405"/>
                  <a:pt x="1728502" y="3623310"/>
                </a:cubicBezTo>
                <a:cubicBezTo>
                  <a:pt x="1724882" y="3623215"/>
                  <a:pt x="1721358" y="3624453"/>
                  <a:pt x="1718691" y="3626930"/>
                </a:cubicBezTo>
                <a:cubicBezTo>
                  <a:pt x="1716500" y="3628930"/>
                  <a:pt x="1715262" y="3631692"/>
                  <a:pt x="1714691" y="3634645"/>
                </a:cubicBezTo>
                <a:lnTo>
                  <a:pt x="1665732" y="3634645"/>
                </a:lnTo>
                <a:lnTo>
                  <a:pt x="1641824" y="3661505"/>
                </a:lnTo>
                <a:lnTo>
                  <a:pt x="1641824" y="3746183"/>
                </a:lnTo>
                <a:cubicBezTo>
                  <a:pt x="1641824" y="3746183"/>
                  <a:pt x="1588103" y="3793236"/>
                  <a:pt x="1588103" y="3793236"/>
                </a:cubicBezTo>
                <a:cubicBezTo>
                  <a:pt x="1587056" y="3792379"/>
                  <a:pt x="1585817" y="3791807"/>
                  <a:pt x="1584389" y="3791807"/>
                </a:cubicBezTo>
                <a:lnTo>
                  <a:pt x="1564100" y="3791807"/>
                </a:lnTo>
                <a:cubicBezTo>
                  <a:pt x="1560767" y="3791807"/>
                  <a:pt x="1558100" y="3794474"/>
                  <a:pt x="1558100" y="3797808"/>
                </a:cubicBezTo>
                <a:lnTo>
                  <a:pt x="1558100" y="3805428"/>
                </a:lnTo>
                <a:cubicBezTo>
                  <a:pt x="1558100" y="3806380"/>
                  <a:pt x="1558385" y="3807238"/>
                  <a:pt x="1558766" y="3808000"/>
                </a:cubicBezTo>
                <a:lnTo>
                  <a:pt x="1497806" y="3863817"/>
                </a:lnTo>
                <a:lnTo>
                  <a:pt x="1497521" y="3943541"/>
                </a:lnTo>
                <a:cubicBezTo>
                  <a:pt x="1496663" y="3943731"/>
                  <a:pt x="1495806" y="3943731"/>
                  <a:pt x="1495044" y="3944112"/>
                </a:cubicBezTo>
                <a:cubicBezTo>
                  <a:pt x="1492187" y="3945446"/>
                  <a:pt x="1489996" y="3947732"/>
                  <a:pt x="1488853" y="3950684"/>
                </a:cubicBezTo>
                <a:cubicBezTo>
                  <a:pt x="1487710" y="3953637"/>
                  <a:pt x="1487805" y="3956876"/>
                  <a:pt x="1489139" y="3959733"/>
                </a:cubicBezTo>
                <a:cubicBezTo>
                  <a:pt x="1490472" y="3962591"/>
                  <a:pt x="1492758" y="3964877"/>
                  <a:pt x="1495806" y="3965924"/>
                </a:cubicBezTo>
                <a:cubicBezTo>
                  <a:pt x="1497140" y="3966401"/>
                  <a:pt x="1498568" y="3966686"/>
                  <a:pt x="1499997" y="3966686"/>
                </a:cubicBezTo>
                <a:cubicBezTo>
                  <a:pt x="1501616" y="3966686"/>
                  <a:pt x="1503331" y="3966305"/>
                  <a:pt x="1504855" y="3965638"/>
                </a:cubicBezTo>
                <a:cubicBezTo>
                  <a:pt x="1507712" y="3964305"/>
                  <a:pt x="1509903" y="3962019"/>
                  <a:pt x="1511046" y="3959067"/>
                </a:cubicBezTo>
                <a:cubicBezTo>
                  <a:pt x="1512189" y="3956113"/>
                  <a:pt x="1512094" y="3952875"/>
                  <a:pt x="1510760" y="3950018"/>
                </a:cubicBezTo>
                <a:cubicBezTo>
                  <a:pt x="1509427" y="3947160"/>
                  <a:pt x="1507141" y="3944969"/>
                  <a:pt x="1504188" y="3943826"/>
                </a:cubicBezTo>
                <a:cubicBezTo>
                  <a:pt x="1503617" y="3943636"/>
                  <a:pt x="1502950" y="3943636"/>
                  <a:pt x="1502378" y="3943541"/>
                </a:cubicBezTo>
                <a:lnTo>
                  <a:pt x="1502664" y="3865912"/>
                </a:lnTo>
                <a:lnTo>
                  <a:pt x="1562576" y="3811048"/>
                </a:lnTo>
                <a:cubicBezTo>
                  <a:pt x="1563148" y="3811238"/>
                  <a:pt x="1563624" y="3811429"/>
                  <a:pt x="1564291" y="3811429"/>
                </a:cubicBezTo>
                <a:lnTo>
                  <a:pt x="1584579" y="3811429"/>
                </a:lnTo>
                <a:cubicBezTo>
                  <a:pt x="1587913" y="3811429"/>
                  <a:pt x="1590580" y="3808762"/>
                  <a:pt x="1590580" y="3805428"/>
                </a:cubicBezTo>
                <a:lnTo>
                  <a:pt x="1590580" y="3797808"/>
                </a:lnTo>
                <a:cubicBezTo>
                  <a:pt x="1590580" y="3797808"/>
                  <a:pt x="1590485" y="3797332"/>
                  <a:pt x="1590485" y="3797142"/>
                </a:cubicBezTo>
                <a:lnTo>
                  <a:pt x="1590770" y="3797427"/>
                </a:lnTo>
                <a:lnTo>
                  <a:pt x="1646682" y="3748278"/>
                </a:lnTo>
                <a:close/>
                <a:moveTo>
                  <a:pt x="1980533" y="3287268"/>
                </a:moveTo>
                <a:cubicBezTo>
                  <a:pt x="1979771" y="3287268"/>
                  <a:pt x="1979200" y="3286697"/>
                  <a:pt x="1979200" y="3285935"/>
                </a:cubicBezTo>
                <a:lnTo>
                  <a:pt x="1979200" y="3280315"/>
                </a:lnTo>
                <a:cubicBezTo>
                  <a:pt x="1979200" y="3279553"/>
                  <a:pt x="1979867" y="3278981"/>
                  <a:pt x="1980533" y="3278981"/>
                </a:cubicBezTo>
                <a:lnTo>
                  <a:pt x="2002155" y="3278981"/>
                </a:lnTo>
                <a:cubicBezTo>
                  <a:pt x="2002917" y="3278981"/>
                  <a:pt x="2003489" y="3279553"/>
                  <a:pt x="2003489" y="3280315"/>
                </a:cubicBezTo>
                <a:lnTo>
                  <a:pt x="2003489" y="3285935"/>
                </a:lnTo>
                <a:cubicBezTo>
                  <a:pt x="2003489" y="3286697"/>
                  <a:pt x="2002917" y="3287268"/>
                  <a:pt x="2002155" y="3287268"/>
                </a:cubicBezTo>
                <a:lnTo>
                  <a:pt x="1980533" y="3287268"/>
                </a:lnTo>
                <a:close/>
                <a:moveTo>
                  <a:pt x="1721834" y="3630359"/>
                </a:moveTo>
                <a:cubicBezTo>
                  <a:pt x="1723453" y="3628835"/>
                  <a:pt x="1725644" y="3627977"/>
                  <a:pt x="1727835" y="3627977"/>
                </a:cubicBezTo>
                <a:cubicBezTo>
                  <a:pt x="1727930" y="3627977"/>
                  <a:pt x="1728121" y="3627977"/>
                  <a:pt x="1728216" y="3627977"/>
                </a:cubicBezTo>
                <a:cubicBezTo>
                  <a:pt x="1730597" y="3628073"/>
                  <a:pt x="1732788" y="3629120"/>
                  <a:pt x="1734407" y="3630835"/>
                </a:cubicBezTo>
                <a:cubicBezTo>
                  <a:pt x="1736027" y="3632549"/>
                  <a:pt x="1736884" y="3634835"/>
                  <a:pt x="1736693" y="3637217"/>
                </a:cubicBezTo>
                <a:cubicBezTo>
                  <a:pt x="1736503" y="3642074"/>
                  <a:pt x="1732312" y="3646075"/>
                  <a:pt x="1727454" y="3645694"/>
                </a:cubicBezTo>
                <a:cubicBezTo>
                  <a:pt x="1722596" y="3645503"/>
                  <a:pt x="1718691" y="3641312"/>
                  <a:pt x="1718977" y="3636455"/>
                </a:cubicBezTo>
                <a:cubicBezTo>
                  <a:pt x="1719072" y="3634073"/>
                  <a:pt x="1720120" y="3631883"/>
                  <a:pt x="1721834" y="3630263"/>
                </a:cubicBezTo>
                <a:close/>
                <a:moveTo>
                  <a:pt x="1502283" y="3948303"/>
                </a:moveTo>
                <a:cubicBezTo>
                  <a:pt x="1504093" y="3948970"/>
                  <a:pt x="1505426" y="3950303"/>
                  <a:pt x="1506188" y="3952018"/>
                </a:cubicBezTo>
                <a:cubicBezTo>
                  <a:pt x="1506950" y="3953732"/>
                  <a:pt x="1507046" y="3955637"/>
                  <a:pt x="1506379" y="3957447"/>
                </a:cubicBezTo>
                <a:cubicBezTo>
                  <a:pt x="1505712" y="3959257"/>
                  <a:pt x="1504378" y="3960590"/>
                  <a:pt x="1502664" y="3961448"/>
                </a:cubicBezTo>
                <a:cubicBezTo>
                  <a:pt x="1500950" y="3962210"/>
                  <a:pt x="1499045" y="3962305"/>
                  <a:pt x="1497235" y="3961638"/>
                </a:cubicBezTo>
                <a:cubicBezTo>
                  <a:pt x="1495425" y="3960971"/>
                  <a:pt x="1494092" y="3959638"/>
                  <a:pt x="1493234" y="3957923"/>
                </a:cubicBezTo>
                <a:cubicBezTo>
                  <a:pt x="1492472" y="3956209"/>
                  <a:pt x="1492377" y="3954304"/>
                  <a:pt x="1493044" y="3952494"/>
                </a:cubicBezTo>
                <a:cubicBezTo>
                  <a:pt x="1493711" y="3950684"/>
                  <a:pt x="1495044" y="3949351"/>
                  <a:pt x="1496759" y="3948589"/>
                </a:cubicBezTo>
                <a:cubicBezTo>
                  <a:pt x="1498473" y="3947827"/>
                  <a:pt x="1500378" y="3947732"/>
                  <a:pt x="1502188" y="3948398"/>
                </a:cubicBezTo>
                <a:close/>
                <a:moveTo>
                  <a:pt x="1585532" y="3805333"/>
                </a:moveTo>
                <a:cubicBezTo>
                  <a:pt x="1585532" y="3806000"/>
                  <a:pt x="1584960" y="3806571"/>
                  <a:pt x="1584293" y="3806571"/>
                </a:cubicBezTo>
                <a:lnTo>
                  <a:pt x="1564005" y="3806571"/>
                </a:lnTo>
                <a:cubicBezTo>
                  <a:pt x="1563338" y="3806571"/>
                  <a:pt x="1562767" y="3806000"/>
                  <a:pt x="1562767" y="3805333"/>
                </a:cubicBezTo>
                <a:lnTo>
                  <a:pt x="1562767" y="3797713"/>
                </a:lnTo>
                <a:cubicBezTo>
                  <a:pt x="1562767" y="3797046"/>
                  <a:pt x="1563338" y="3796475"/>
                  <a:pt x="1564005" y="3796475"/>
                </a:cubicBezTo>
                <a:lnTo>
                  <a:pt x="1584293" y="3796475"/>
                </a:lnTo>
                <a:cubicBezTo>
                  <a:pt x="1584960" y="3796475"/>
                  <a:pt x="1585532" y="3797046"/>
                  <a:pt x="1585532" y="3797713"/>
                </a:cubicBezTo>
                <a:lnTo>
                  <a:pt x="1585532" y="3805333"/>
                </a:lnTo>
                <a:close/>
                <a:moveTo>
                  <a:pt x="1044512" y="3194018"/>
                </a:moveTo>
                <a:lnTo>
                  <a:pt x="979265" y="3193733"/>
                </a:lnTo>
                <a:cubicBezTo>
                  <a:pt x="978979" y="3189732"/>
                  <a:pt x="977075" y="3185922"/>
                  <a:pt x="973550" y="3183350"/>
                </a:cubicBezTo>
                <a:cubicBezTo>
                  <a:pt x="967169" y="3178683"/>
                  <a:pt x="958215" y="3180017"/>
                  <a:pt x="953548" y="3186398"/>
                </a:cubicBezTo>
                <a:cubicBezTo>
                  <a:pt x="952214" y="3188208"/>
                  <a:pt x="951357" y="3190304"/>
                  <a:pt x="951071" y="3192494"/>
                </a:cubicBezTo>
                <a:lnTo>
                  <a:pt x="528447" y="3192494"/>
                </a:lnTo>
                <a:cubicBezTo>
                  <a:pt x="528447" y="3192494"/>
                  <a:pt x="480536" y="3138773"/>
                  <a:pt x="480536" y="3138773"/>
                </a:cubicBezTo>
                <a:lnTo>
                  <a:pt x="480536" y="3030379"/>
                </a:lnTo>
                <a:lnTo>
                  <a:pt x="485394" y="3030379"/>
                </a:lnTo>
                <a:cubicBezTo>
                  <a:pt x="489109" y="3030379"/>
                  <a:pt x="492252" y="3027331"/>
                  <a:pt x="492252" y="3023521"/>
                </a:cubicBezTo>
                <a:lnTo>
                  <a:pt x="492252" y="3009138"/>
                </a:lnTo>
                <a:cubicBezTo>
                  <a:pt x="492252" y="3005423"/>
                  <a:pt x="489204" y="3002280"/>
                  <a:pt x="485394" y="3002280"/>
                </a:cubicBezTo>
                <a:lnTo>
                  <a:pt x="480536" y="3002280"/>
                </a:lnTo>
                <a:lnTo>
                  <a:pt x="480536" y="2963228"/>
                </a:lnTo>
                <a:lnTo>
                  <a:pt x="385096" y="2869121"/>
                </a:lnTo>
                <a:cubicBezTo>
                  <a:pt x="386334" y="2866073"/>
                  <a:pt x="385953" y="2862548"/>
                  <a:pt x="383762" y="2859881"/>
                </a:cubicBezTo>
                <a:cubicBezTo>
                  <a:pt x="380524" y="2855976"/>
                  <a:pt x="374714" y="2855500"/>
                  <a:pt x="370808" y="2858738"/>
                </a:cubicBezTo>
                <a:cubicBezTo>
                  <a:pt x="366903" y="2861977"/>
                  <a:pt x="366427" y="2867787"/>
                  <a:pt x="369665" y="2871692"/>
                </a:cubicBezTo>
                <a:cubicBezTo>
                  <a:pt x="372809" y="2875502"/>
                  <a:pt x="378428" y="2875979"/>
                  <a:pt x="382334" y="2873026"/>
                </a:cubicBezTo>
                <a:lnTo>
                  <a:pt x="475869" y="2965228"/>
                </a:lnTo>
                <a:lnTo>
                  <a:pt x="475869" y="3002280"/>
                </a:lnTo>
                <a:lnTo>
                  <a:pt x="471011" y="3002280"/>
                </a:lnTo>
                <a:cubicBezTo>
                  <a:pt x="467297" y="3002280"/>
                  <a:pt x="464153" y="3005328"/>
                  <a:pt x="464153" y="3009138"/>
                </a:cubicBezTo>
                <a:lnTo>
                  <a:pt x="464153" y="3023521"/>
                </a:lnTo>
                <a:cubicBezTo>
                  <a:pt x="464153" y="3027236"/>
                  <a:pt x="467201" y="3030379"/>
                  <a:pt x="471011" y="3030379"/>
                </a:cubicBezTo>
                <a:lnTo>
                  <a:pt x="475869" y="3030379"/>
                </a:lnTo>
                <a:lnTo>
                  <a:pt x="475869" y="3140678"/>
                </a:lnTo>
                <a:lnTo>
                  <a:pt x="526447" y="3197352"/>
                </a:lnTo>
                <a:lnTo>
                  <a:pt x="951167" y="3197352"/>
                </a:lnTo>
                <a:cubicBezTo>
                  <a:pt x="951833" y="3200972"/>
                  <a:pt x="953738" y="3204305"/>
                  <a:pt x="956786" y="3206496"/>
                </a:cubicBezTo>
                <a:cubicBezTo>
                  <a:pt x="963168" y="3211163"/>
                  <a:pt x="972122" y="3209830"/>
                  <a:pt x="976789" y="3203448"/>
                </a:cubicBezTo>
                <a:cubicBezTo>
                  <a:pt x="978408" y="3201257"/>
                  <a:pt x="979170" y="3198686"/>
                  <a:pt x="979361" y="3196209"/>
                </a:cubicBezTo>
                <a:lnTo>
                  <a:pt x="1045083" y="3196495"/>
                </a:lnTo>
                <a:lnTo>
                  <a:pt x="1045464" y="3196495"/>
                </a:lnTo>
                <a:lnTo>
                  <a:pt x="1151763" y="3112008"/>
                </a:lnTo>
                <a:lnTo>
                  <a:pt x="1151763" y="3111818"/>
                </a:lnTo>
                <a:cubicBezTo>
                  <a:pt x="1152716" y="3112484"/>
                  <a:pt x="1154240" y="3112580"/>
                  <a:pt x="1155383" y="3111818"/>
                </a:cubicBezTo>
                <a:cubicBezTo>
                  <a:pt x="1156907" y="3110770"/>
                  <a:pt x="1157288" y="3108674"/>
                  <a:pt x="1156240" y="3107150"/>
                </a:cubicBezTo>
                <a:cubicBezTo>
                  <a:pt x="1155192" y="3105626"/>
                  <a:pt x="1153097" y="3105245"/>
                  <a:pt x="1151573" y="3106293"/>
                </a:cubicBezTo>
                <a:cubicBezTo>
                  <a:pt x="1150239" y="3107246"/>
                  <a:pt x="1149858" y="3108960"/>
                  <a:pt x="1150430" y="3110389"/>
                </a:cubicBezTo>
                <a:lnTo>
                  <a:pt x="1150239" y="3110198"/>
                </a:lnTo>
                <a:lnTo>
                  <a:pt x="1044607" y="3194209"/>
                </a:lnTo>
                <a:close/>
                <a:moveTo>
                  <a:pt x="470916" y="3025712"/>
                </a:moveTo>
                <a:cubicBezTo>
                  <a:pt x="469773" y="3025712"/>
                  <a:pt x="468821" y="3024759"/>
                  <a:pt x="468821" y="3023616"/>
                </a:cubicBezTo>
                <a:lnTo>
                  <a:pt x="468821" y="3009234"/>
                </a:lnTo>
                <a:cubicBezTo>
                  <a:pt x="468821" y="3008090"/>
                  <a:pt x="469773" y="3007138"/>
                  <a:pt x="470916" y="3007138"/>
                </a:cubicBezTo>
                <a:lnTo>
                  <a:pt x="485299" y="3007138"/>
                </a:lnTo>
                <a:cubicBezTo>
                  <a:pt x="486442" y="3007138"/>
                  <a:pt x="487394" y="3008090"/>
                  <a:pt x="487394" y="3009234"/>
                </a:cubicBezTo>
                <a:lnTo>
                  <a:pt x="487394" y="3023616"/>
                </a:lnTo>
                <a:cubicBezTo>
                  <a:pt x="487394" y="3024759"/>
                  <a:pt x="486442" y="3025712"/>
                  <a:pt x="485299" y="3025712"/>
                </a:cubicBezTo>
                <a:lnTo>
                  <a:pt x="470916" y="3025712"/>
                </a:lnTo>
                <a:close/>
                <a:moveTo>
                  <a:pt x="974503" y="3201924"/>
                </a:moveTo>
                <a:cubicBezTo>
                  <a:pt x="972693" y="3204401"/>
                  <a:pt x="969931" y="3206115"/>
                  <a:pt x="966883" y="3206592"/>
                </a:cubicBezTo>
                <a:cubicBezTo>
                  <a:pt x="963835" y="3207068"/>
                  <a:pt x="960692" y="3206305"/>
                  <a:pt x="958215" y="3204496"/>
                </a:cubicBezTo>
                <a:cubicBezTo>
                  <a:pt x="955739" y="3202686"/>
                  <a:pt x="954024" y="3199924"/>
                  <a:pt x="953548" y="3196876"/>
                </a:cubicBezTo>
                <a:cubicBezTo>
                  <a:pt x="953548" y="3196304"/>
                  <a:pt x="953452" y="3195638"/>
                  <a:pt x="953452" y="3195066"/>
                </a:cubicBezTo>
                <a:cubicBezTo>
                  <a:pt x="953452" y="3192590"/>
                  <a:pt x="954215" y="3190209"/>
                  <a:pt x="955739" y="3188208"/>
                </a:cubicBezTo>
                <a:cubicBezTo>
                  <a:pt x="959549" y="3182969"/>
                  <a:pt x="966883" y="3181922"/>
                  <a:pt x="972122" y="3185732"/>
                </a:cubicBezTo>
                <a:cubicBezTo>
                  <a:pt x="977265" y="3189542"/>
                  <a:pt x="978408" y="3196876"/>
                  <a:pt x="974598" y="3202115"/>
                </a:cubicBezTo>
                <a:close/>
                <a:moveTo>
                  <a:pt x="972122" y="3194971"/>
                </a:moveTo>
                <a:cubicBezTo>
                  <a:pt x="972122" y="3198876"/>
                  <a:pt x="968978" y="3202019"/>
                  <a:pt x="965073" y="3202019"/>
                </a:cubicBezTo>
                <a:cubicBezTo>
                  <a:pt x="961168" y="3202019"/>
                  <a:pt x="958025" y="3198876"/>
                  <a:pt x="958025" y="3194971"/>
                </a:cubicBezTo>
                <a:cubicBezTo>
                  <a:pt x="958025" y="3191066"/>
                  <a:pt x="961168" y="3187922"/>
                  <a:pt x="965073" y="3187922"/>
                </a:cubicBezTo>
                <a:cubicBezTo>
                  <a:pt x="968978" y="3187922"/>
                  <a:pt x="972122" y="3191066"/>
                  <a:pt x="972122" y="3194971"/>
                </a:cubicBezTo>
                <a:close/>
                <a:moveTo>
                  <a:pt x="268415" y="3191066"/>
                </a:moveTo>
                <a:lnTo>
                  <a:pt x="268415" y="3172301"/>
                </a:lnTo>
                <a:cubicBezTo>
                  <a:pt x="268415" y="3170206"/>
                  <a:pt x="270129" y="3168492"/>
                  <a:pt x="272225" y="3168492"/>
                </a:cubicBezTo>
                <a:lnTo>
                  <a:pt x="290989" y="3168492"/>
                </a:lnTo>
                <a:cubicBezTo>
                  <a:pt x="293084" y="3168492"/>
                  <a:pt x="294799" y="3170206"/>
                  <a:pt x="294799" y="3172301"/>
                </a:cubicBezTo>
                <a:lnTo>
                  <a:pt x="294799" y="3191066"/>
                </a:lnTo>
                <a:cubicBezTo>
                  <a:pt x="294799" y="3193161"/>
                  <a:pt x="293084" y="3194876"/>
                  <a:pt x="290989" y="3194876"/>
                </a:cubicBezTo>
                <a:lnTo>
                  <a:pt x="272225" y="3194876"/>
                </a:lnTo>
                <a:cubicBezTo>
                  <a:pt x="270129" y="3194876"/>
                  <a:pt x="268415" y="3193161"/>
                  <a:pt x="268415" y="3191066"/>
                </a:cubicBezTo>
                <a:close/>
                <a:moveTo>
                  <a:pt x="997553" y="3226022"/>
                </a:moveTo>
                <a:cubicBezTo>
                  <a:pt x="997553" y="3229928"/>
                  <a:pt x="994410" y="3233071"/>
                  <a:pt x="990505" y="3233071"/>
                </a:cubicBezTo>
                <a:cubicBezTo>
                  <a:pt x="986600" y="3233071"/>
                  <a:pt x="983456" y="3229928"/>
                  <a:pt x="983456" y="3226022"/>
                </a:cubicBezTo>
                <a:cubicBezTo>
                  <a:pt x="983456" y="3222117"/>
                  <a:pt x="986600" y="3218974"/>
                  <a:pt x="990505" y="3218974"/>
                </a:cubicBezTo>
                <a:cubicBezTo>
                  <a:pt x="994410" y="3218974"/>
                  <a:pt x="997553" y="3222117"/>
                  <a:pt x="997553" y="3226022"/>
                </a:cubicBezTo>
                <a:close/>
                <a:moveTo>
                  <a:pt x="895350" y="3228404"/>
                </a:moveTo>
                <a:lnTo>
                  <a:pt x="895350" y="3223641"/>
                </a:lnTo>
                <a:lnTo>
                  <a:pt x="913352" y="3223641"/>
                </a:lnTo>
                <a:lnTo>
                  <a:pt x="913352" y="3228404"/>
                </a:lnTo>
                <a:lnTo>
                  <a:pt x="895350" y="3228404"/>
                </a:lnTo>
                <a:close/>
                <a:moveTo>
                  <a:pt x="999077" y="3214402"/>
                </a:moveTo>
                <a:cubicBezTo>
                  <a:pt x="992696" y="3209735"/>
                  <a:pt x="983742" y="3211068"/>
                  <a:pt x="979075" y="3217450"/>
                </a:cubicBezTo>
                <a:cubicBezTo>
                  <a:pt x="977741" y="3219260"/>
                  <a:pt x="976884" y="3221355"/>
                  <a:pt x="976598" y="3223546"/>
                </a:cubicBezTo>
                <a:lnTo>
                  <a:pt x="967359" y="3223546"/>
                </a:lnTo>
                <a:lnTo>
                  <a:pt x="967359" y="3228309"/>
                </a:lnTo>
                <a:lnTo>
                  <a:pt x="976503" y="3228309"/>
                </a:lnTo>
                <a:cubicBezTo>
                  <a:pt x="977170" y="3232023"/>
                  <a:pt x="979075" y="3235262"/>
                  <a:pt x="982123" y="3237452"/>
                </a:cubicBezTo>
                <a:cubicBezTo>
                  <a:pt x="988504" y="3242120"/>
                  <a:pt x="997458" y="3240786"/>
                  <a:pt x="1002125" y="3234404"/>
                </a:cubicBezTo>
                <a:cubicBezTo>
                  <a:pt x="1004030" y="3231833"/>
                  <a:pt x="1004888" y="3228880"/>
                  <a:pt x="1004888" y="3225927"/>
                </a:cubicBezTo>
                <a:lnTo>
                  <a:pt x="1004888" y="3227070"/>
                </a:lnTo>
                <a:cubicBezTo>
                  <a:pt x="1004888" y="3227070"/>
                  <a:pt x="1053656" y="3226880"/>
                  <a:pt x="1053656" y="3226880"/>
                </a:cubicBezTo>
                <a:lnTo>
                  <a:pt x="1054037" y="3226880"/>
                </a:lnTo>
                <a:lnTo>
                  <a:pt x="1154335" y="3150584"/>
                </a:lnTo>
                <a:cubicBezTo>
                  <a:pt x="1154335" y="3150584"/>
                  <a:pt x="1155097" y="3150870"/>
                  <a:pt x="1155573" y="3150870"/>
                </a:cubicBezTo>
                <a:cubicBezTo>
                  <a:pt x="1157383" y="3150870"/>
                  <a:pt x="1159002" y="3149442"/>
                  <a:pt x="1159002" y="3147632"/>
                </a:cubicBezTo>
                <a:cubicBezTo>
                  <a:pt x="1159002" y="3145822"/>
                  <a:pt x="1157573" y="3144203"/>
                  <a:pt x="1155764" y="3144203"/>
                </a:cubicBezTo>
                <a:cubicBezTo>
                  <a:pt x="1153954" y="3144203"/>
                  <a:pt x="1152335" y="3145631"/>
                  <a:pt x="1152335" y="3147441"/>
                </a:cubicBezTo>
                <a:cubicBezTo>
                  <a:pt x="1152335" y="3148013"/>
                  <a:pt x="1152430" y="3148489"/>
                  <a:pt x="1152716" y="3148965"/>
                </a:cubicBezTo>
                <a:lnTo>
                  <a:pt x="1053275" y="3224594"/>
                </a:lnTo>
                <a:lnTo>
                  <a:pt x="1004888" y="3224784"/>
                </a:lnTo>
                <a:lnTo>
                  <a:pt x="1004888" y="3225927"/>
                </a:lnTo>
                <a:cubicBezTo>
                  <a:pt x="1004888" y="3221546"/>
                  <a:pt x="1002887" y="3217164"/>
                  <a:pt x="999077" y="3214402"/>
                </a:cubicBezTo>
                <a:close/>
                <a:moveTo>
                  <a:pt x="1000030" y="3232880"/>
                </a:moveTo>
                <a:cubicBezTo>
                  <a:pt x="998220" y="3235357"/>
                  <a:pt x="995458" y="3237071"/>
                  <a:pt x="992410" y="3237548"/>
                </a:cubicBezTo>
                <a:cubicBezTo>
                  <a:pt x="989362" y="3238024"/>
                  <a:pt x="986219" y="3237262"/>
                  <a:pt x="983742" y="3235452"/>
                </a:cubicBezTo>
                <a:cubicBezTo>
                  <a:pt x="981266" y="3233642"/>
                  <a:pt x="979551" y="3230880"/>
                  <a:pt x="979075" y="3227832"/>
                </a:cubicBezTo>
                <a:cubicBezTo>
                  <a:pt x="979075" y="3227261"/>
                  <a:pt x="978979" y="3226594"/>
                  <a:pt x="978979" y="3226022"/>
                </a:cubicBezTo>
                <a:cubicBezTo>
                  <a:pt x="978979" y="3223546"/>
                  <a:pt x="979742" y="3221165"/>
                  <a:pt x="981266" y="3219164"/>
                </a:cubicBezTo>
                <a:cubicBezTo>
                  <a:pt x="985076" y="3213926"/>
                  <a:pt x="992410" y="3212878"/>
                  <a:pt x="997649" y="3216688"/>
                </a:cubicBezTo>
                <a:cubicBezTo>
                  <a:pt x="1002792" y="3220498"/>
                  <a:pt x="1003935" y="3227832"/>
                  <a:pt x="1000125" y="3233071"/>
                </a:cubicBezTo>
                <a:close/>
                <a:moveTo>
                  <a:pt x="1815751" y="3410141"/>
                </a:moveTo>
                <a:lnTo>
                  <a:pt x="1805559" y="3410141"/>
                </a:lnTo>
                <a:lnTo>
                  <a:pt x="1805559" y="3405378"/>
                </a:lnTo>
                <a:lnTo>
                  <a:pt x="1815751" y="3405378"/>
                </a:lnTo>
                <a:lnTo>
                  <a:pt x="1815751" y="3410141"/>
                </a:lnTo>
                <a:close/>
                <a:moveTo>
                  <a:pt x="931354" y="3228404"/>
                </a:moveTo>
                <a:lnTo>
                  <a:pt x="931354" y="3223641"/>
                </a:lnTo>
                <a:lnTo>
                  <a:pt x="949357" y="3223641"/>
                </a:lnTo>
                <a:lnTo>
                  <a:pt x="949357" y="3228404"/>
                </a:lnTo>
                <a:lnTo>
                  <a:pt x="931354" y="3228404"/>
                </a:lnTo>
                <a:close/>
                <a:moveTo>
                  <a:pt x="1251299" y="3056668"/>
                </a:moveTo>
                <a:cubicBezTo>
                  <a:pt x="1251299" y="3063621"/>
                  <a:pt x="1245680" y="3069336"/>
                  <a:pt x="1238631" y="3069336"/>
                </a:cubicBezTo>
                <a:cubicBezTo>
                  <a:pt x="1231582" y="3069336"/>
                  <a:pt x="1225963" y="3063717"/>
                  <a:pt x="1225963" y="3056668"/>
                </a:cubicBezTo>
                <a:cubicBezTo>
                  <a:pt x="1225963" y="3049619"/>
                  <a:pt x="1231582" y="3044000"/>
                  <a:pt x="1238631" y="3044000"/>
                </a:cubicBezTo>
                <a:cubicBezTo>
                  <a:pt x="1245680" y="3044000"/>
                  <a:pt x="1251299" y="3049619"/>
                  <a:pt x="1251299" y="3056668"/>
                </a:cubicBezTo>
                <a:close/>
                <a:moveTo>
                  <a:pt x="997649" y="3039904"/>
                </a:moveTo>
                <a:cubicBezTo>
                  <a:pt x="997649" y="3043809"/>
                  <a:pt x="994505" y="3046952"/>
                  <a:pt x="990600" y="3046952"/>
                </a:cubicBezTo>
                <a:cubicBezTo>
                  <a:pt x="986695" y="3046952"/>
                  <a:pt x="983552" y="3043809"/>
                  <a:pt x="983552" y="3039904"/>
                </a:cubicBezTo>
                <a:cubicBezTo>
                  <a:pt x="983552" y="3035999"/>
                  <a:pt x="986695" y="3032855"/>
                  <a:pt x="990600" y="3032855"/>
                </a:cubicBezTo>
                <a:cubicBezTo>
                  <a:pt x="994505" y="3032855"/>
                  <a:pt x="997649" y="3035999"/>
                  <a:pt x="997649" y="3039904"/>
                </a:cubicBezTo>
                <a:close/>
                <a:moveTo>
                  <a:pt x="1581341" y="3243548"/>
                </a:moveTo>
                <a:cubicBezTo>
                  <a:pt x="1583531" y="3245739"/>
                  <a:pt x="1586579" y="3247073"/>
                  <a:pt x="1590008" y="3247073"/>
                </a:cubicBezTo>
                <a:cubicBezTo>
                  <a:pt x="1596771" y="3247073"/>
                  <a:pt x="1602296" y="3241548"/>
                  <a:pt x="1602296" y="3234785"/>
                </a:cubicBezTo>
                <a:cubicBezTo>
                  <a:pt x="1602296" y="3228023"/>
                  <a:pt x="1596771" y="3222498"/>
                  <a:pt x="1590008" y="3222498"/>
                </a:cubicBezTo>
                <a:cubicBezTo>
                  <a:pt x="1583246" y="3222498"/>
                  <a:pt x="1577721" y="3228023"/>
                  <a:pt x="1577721" y="3234785"/>
                </a:cubicBezTo>
                <a:cubicBezTo>
                  <a:pt x="1577721" y="3236500"/>
                  <a:pt x="1578102" y="3238119"/>
                  <a:pt x="1578674" y="3239548"/>
                </a:cubicBezTo>
                <a:lnTo>
                  <a:pt x="1572387" y="3245072"/>
                </a:lnTo>
                <a:lnTo>
                  <a:pt x="1572387" y="3280124"/>
                </a:lnTo>
                <a:cubicBezTo>
                  <a:pt x="1566767" y="3281267"/>
                  <a:pt x="1562481" y="3286030"/>
                  <a:pt x="1562481" y="3291935"/>
                </a:cubicBezTo>
                <a:cubicBezTo>
                  <a:pt x="1562481" y="3298698"/>
                  <a:pt x="1568006" y="3304223"/>
                  <a:pt x="1574768" y="3304223"/>
                </a:cubicBezTo>
                <a:cubicBezTo>
                  <a:pt x="1581531" y="3304223"/>
                  <a:pt x="1587056" y="3298698"/>
                  <a:pt x="1587056" y="3291935"/>
                </a:cubicBezTo>
                <a:cubicBezTo>
                  <a:pt x="1587056" y="3286030"/>
                  <a:pt x="1582769" y="3281267"/>
                  <a:pt x="1577150" y="3280124"/>
                </a:cubicBezTo>
                <a:lnTo>
                  <a:pt x="1577150" y="3247263"/>
                </a:lnTo>
                <a:lnTo>
                  <a:pt x="1581341" y="3243548"/>
                </a:lnTo>
                <a:close/>
                <a:moveTo>
                  <a:pt x="1590008" y="3227261"/>
                </a:moveTo>
                <a:cubicBezTo>
                  <a:pt x="1594199" y="3227261"/>
                  <a:pt x="1597533" y="3230690"/>
                  <a:pt x="1597533" y="3234785"/>
                </a:cubicBezTo>
                <a:cubicBezTo>
                  <a:pt x="1597533" y="3238881"/>
                  <a:pt x="1594104" y="3242310"/>
                  <a:pt x="1590008" y="3242310"/>
                </a:cubicBezTo>
                <a:cubicBezTo>
                  <a:pt x="1585913" y="3242310"/>
                  <a:pt x="1582484" y="3238881"/>
                  <a:pt x="1582484" y="3234785"/>
                </a:cubicBezTo>
                <a:cubicBezTo>
                  <a:pt x="1582484" y="3230690"/>
                  <a:pt x="1585913" y="3227261"/>
                  <a:pt x="1590008" y="3227261"/>
                </a:cubicBezTo>
                <a:close/>
                <a:moveTo>
                  <a:pt x="1582293" y="3292030"/>
                </a:moveTo>
                <a:cubicBezTo>
                  <a:pt x="1582293" y="3296222"/>
                  <a:pt x="1578864" y="3299555"/>
                  <a:pt x="1574768" y="3299555"/>
                </a:cubicBezTo>
                <a:cubicBezTo>
                  <a:pt x="1570673" y="3299555"/>
                  <a:pt x="1567244" y="3296126"/>
                  <a:pt x="1567244" y="3292030"/>
                </a:cubicBezTo>
                <a:cubicBezTo>
                  <a:pt x="1567244" y="3287935"/>
                  <a:pt x="1570673" y="3284506"/>
                  <a:pt x="1574768" y="3284506"/>
                </a:cubicBezTo>
                <a:cubicBezTo>
                  <a:pt x="1578864" y="3284506"/>
                  <a:pt x="1582293" y="3287935"/>
                  <a:pt x="1582293" y="3292030"/>
                </a:cubicBezTo>
                <a:close/>
                <a:moveTo>
                  <a:pt x="266891" y="3199638"/>
                </a:moveTo>
                <a:lnTo>
                  <a:pt x="296513" y="3199638"/>
                </a:lnTo>
                <a:cubicBezTo>
                  <a:pt x="298228" y="3199638"/>
                  <a:pt x="299657" y="3198209"/>
                  <a:pt x="299657" y="3196495"/>
                </a:cubicBezTo>
                <a:lnTo>
                  <a:pt x="299657" y="3166872"/>
                </a:lnTo>
                <a:cubicBezTo>
                  <a:pt x="299657" y="3165158"/>
                  <a:pt x="298228" y="3163729"/>
                  <a:pt x="296513" y="3163729"/>
                </a:cubicBezTo>
                <a:lnTo>
                  <a:pt x="266891" y="3163729"/>
                </a:lnTo>
                <a:cubicBezTo>
                  <a:pt x="266414" y="3163729"/>
                  <a:pt x="266033" y="3164015"/>
                  <a:pt x="265652" y="3164300"/>
                </a:cubicBezTo>
                <a:lnTo>
                  <a:pt x="203359" y="3103245"/>
                </a:lnTo>
                <a:lnTo>
                  <a:pt x="61627" y="3103245"/>
                </a:lnTo>
                <a:lnTo>
                  <a:pt x="10478" y="3049524"/>
                </a:lnTo>
                <a:lnTo>
                  <a:pt x="9811" y="3048762"/>
                </a:lnTo>
                <a:lnTo>
                  <a:pt x="95" y="3048762"/>
                </a:lnTo>
                <a:cubicBezTo>
                  <a:pt x="95" y="3048762"/>
                  <a:pt x="95" y="3053429"/>
                  <a:pt x="95" y="3053429"/>
                </a:cubicBezTo>
                <a:lnTo>
                  <a:pt x="7811" y="3053429"/>
                </a:lnTo>
                <a:cubicBezTo>
                  <a:pt x="7811" y="3053429"/>
                  <a:pt x="58960" y="3107246"/>
                  <a:pt x="58960" y="3107246"/>
                </a:cubicBezTo>
                <a:lnTo>
                  <a:pt x="59627" y="3108008"/>
                </a:lnTo>
                <a:lnTo>
                  <a:pt x="201358" y="3108008"/>
                </a:lnTo>
                <a:lnTo>
                  <a:pt x="263271" y="3168587"/>
                </a:lnTo>
                <a:lnTo>
                  <a:pt x="263747" y="3168110"/>
                </a:lnTo>
                <a:lnTo>
                  <a:pt x="263747" y="3196495"/>
                </a:lnTo>
                <a:cubicBezTo>
                  <a:pt x="263747" y="3198209"/>
                  <a:pt x="265176" y="3199638"/>
                  <a:pt x="266891" y="3199638"/>
                </a:cubicBezTo>
                <a:close/>
                <a:moveTo>
                  <a:pt x="266129" y="3166872"/>
                </a:moveTo>
                <a:cubicBezTo>
                  <a:pt x="266129" y="3166872"/>
                  <a:pt x="266510" y="3166110"/>
                  <a:pt x="266891" y="3166110"/>
                </a:cubicBezTo>
                <a:lnTo>
                  <a:pt x="296513" y="3166110"/>
                </a:lnTo>
                <a:cubicBezTo>
                  <a:pt x="296513" y="3166110"/>
                  <a:pt x="297275" y="3166491"/>
                  <a:pt x="297275" y="3166872"/>
                </a:cubicBezTo>
                <a:lnTo>
                  <a:pt x="297275" y="3196495"/>
                </a:lnTo>
                <a:cubicBezTo>
                  <a:pt x="297275" y="3196495"/>
                  <a:pt x="296894" y="3197257"/>
                  <a:pt x="296513" y="3197257"/>
                </a:cubicBezTo>
                <a:lnTo>
                  <a:pt x="266891" y="3197257"/>
                </a:lnTo>
                <a:cubicBezTo>
                  <a:pt x="266891" y="3197257"/>
                  <a:pt x="266129" y="3196876"/>
                  <a:pt x="266129" y="3196495"/>
                </a:cubicBezTo>
                <a:lnTo>
                  <a:pt x="266129" y="3166872"/>
                </a:lnTo>
                <a:close/>
                <a:moveTo>
                  <a:pt x="483965" y="3013043"/>
                </a:moveTo>
                <a:lnTo>
                  <a:pt x="483965" y="3019806"/>
                </a:lnTo>
                <a:cubicBezTo>
                  <a:pt x="483965" y="3021140"/>
                  <a:pt x="482822" y="3022283"/>
                  <a:pt x="481489" y="3022283"/>
                </a:cubicBezTo>
                <a:lnTo>
                  <a:pt x="474726" y="3022283"/>
                </a:lnTo>
                <a:cubicBezTo>
                  <a:pt x="473393" y="3022283"/>
                  <a:pt x="472250" y="3021140"/>
                  <a:pt x="472250" y="3019806"/>
                </a:cubicBezTo>
                <a:lnTo>
                  <a:pt x="472250" y="3013043"/>
                </a:lnTo>
                <a:cubicBezTo>
                  <a:pt x="472250" y="3011710"/>
                  <a:pt x="473393" y="3010567"/>
                  <a:pt x="474726" y="3010567"/>
                </a:cubicBezTo>
                <a:lnTo>
                  <a:pt x="481489" y="3010567"/>
                </a:lnTo>
                <a:cubicBezTo>
                  <a:pt x="482822" y="3010567"/>
                  <a:pt x="483965" y="3011710"/>
                  <a:pt x="483965" y="3013043"/>
                </a:cubicBezTo>
                <a:close/>
                <a:moveTo>
                  <a:pt x="362712" y="3340894"/>
                </a:moveTo>
                <a:lnTo>
                  <a:pt x="362712" y="3359658"/>
                </a:lnTo>
                <a:cubicBezTo>
                  <a:pt x="362712" y="3361754"/>
                  <a:pt x="360998" y="3363468"/>
                  <a:pt x="358902" y="3363468"/>
                </a:cubicBezTo>
                <a:lnTo>
                  <a:pt x="340138" y="3363468"/>
                </a:lnTo>
                <a:cubicBezTo>
                  <a:pt x="338042" y="3363468"/>
                  <a:pt x="336328" y="3361754"/>
                  <a:pt x="336328" y="3359658"/>
                </a:cubicBezTo>
                <a:lnTo>
                  <a:pt x="336328" y="3340894"/>
                </a:lnTo>
                <a:cubicBezTo>
                  <a:pt x="336328" y="3338798"/>
                  <a:pt x="338042" y="3337084"/>
                  <a:pt x="340138" y="3337084"/>
                </a:cubicBezTo>
                <a:lnTo>
                  <a:pt x="358902" y="3337084"/>
                </a:lnTo>
                <a:cubicBezTo>
                  <a:pt x="360998" y="3337084"/>
                  <a:pt x="362712" y="3338798"/>
                  <a:pt x="362712" y="3340894"/>
                </a:cubicBezTo>
                <a:close/>
                <a:moveTo>
                  <a:pt x="1271969" y="3056954"/>
                </a:moveTo>
                <a:lnTo>
                  <a:pt x="1406366" y="2951798"/>
                </a:lnTo>
                <a:lnTo>
                  <a:pt x="1499330" y="2951988"/>
                </a:lnTo>
                <a:cubicBezTo>
                  <a:pt x="1500378" y="2956179"/>
                  <a:pt x="1504093" y="2959418"/>
                  <a:pt x="1508570" y="2959418"/>
                </a:cubicBezTo>
                <a:cubicBezTo>
                  <a:pt x="1513999" y="2959418"/>
                  <a:pt x="1518380" y="2955036"/>
                  <a:pt x="1518380" y="2949607"/>
                </a:cubicBezTo>
                <a:cubicBezTo>
                  <a:pt x="1518380" y="2944178"/>
                  <a:pt x="1513999" y="2939796"/>
                  <a:pt x="1508570" y="2939796"/>
                </a:cubicBezTo>
                <a:cubicBezTo>
                  <a:pt x="1503998" y="2939796"/>
                  <a:pt x="1500378" y="2942939"/>
                  <a:pt x="1499330" y="2947226"/>
                </a:cubicBezTo>
                <a:lnTo>
                  <a:pt x="1404747" y="2947035"/>
                </a:lnTo>
                <a:lnTo>
                  <a:pt x="1270254" y="3052191"/>
                </a:lnTo>
                <a:lnTo>
                  <a:pt x="1263872" y="3052191"/>
                </a:lnTo>
                <a:cubicBezTo>
                  <a:pt x="1262729" y="3045905"/>
                  <a:pt x="1259300" y="3039904"/>
                  <a:pt x="1253776" y="3035808"/>
                </a:cubicBezTo>
                <a:cubicBezTo>
                  <a:pt x="1249204" y="3032474"/>
                  <a:pt x="1243870" y="3030760"/>
                  <a:pt x="1238536" y="3030760"/>
                </a:cubicBezTo>
                <a:cubicBezTo>
                  <a:pt x="1230535" y="3030760"/>
                  <a:pt x="1222724" y="3034379"/>
                  <a:pt x="1217676" y="3041333"/>
                </a:cubicBezTo>
                <a:cubicBezTo>
                  <a:pt x="1209199" y="3052858"/>
                  <a:pt x="1211771" y="3069050"/>
                  <a:pt x="1223201" y="3077432"/>
                </a:cubicBezTo>
                <a:cubicBezTo>
                  <a:pt x="1234726" y="3085910"/>
                  <a:pt x="1250918" y="3083338"/>
                  <a:pt x="1259300" y="3071908"/>
                </a:cubicBezTo>
                <a:lnTo>
                  <a:pt x="1259300" y="3071908"/>
                </a:lnTo>
                <a:cubicBezTo>
                  <a:pt x="1261015" y="3069527"/>
                  <a:pt x="1262158" y="3066955"/>
                  <a:pt x="1263015" y="3064288"/>
                </a:cubicBezTo>
                <a:lnTo>
                  <a:pt x="1271588" y="3064288"/>
                </a:lnTo>
                <a:lnTo>
                  <a:pt x="1305687" y="3099149"/>
                </a:lnTo>
                <a:lnTo>
                  <a:pt x="1305973" y="3180684"/>
                </a:lnTo>
                <a:lnTo>
                  <a:pt x="1292638" y="3195352"/>
                </a:lnTo>
                <a:lnTo>
                  <a:pt x="1239869" y="3195352"/>
                </a:lnTo>
                <a:cubicBezTo>
                  <a:pt x="1238822" y="3191542"/>
                  <a:pt x="1235297" y="3188684"/>
                  <a:pt x="1231106" y="3188875"/>
                </a:cubicBezTo>
                <a:cubicBezTo>
                  <a:pt x="1226153" y="3189065"/>
                  <a:pt x="1222343" y="3193256"/>
                  <a:pt x="1222534" y="3198114"/>
                </a:cubicBezTo>
                <a:cubicBezTo>
                  <a:pt x="1222724" y="3203067"/>
                  <a:pt x="1226915" y="3206877"/>
                  <a:pt x="1231773" y="3206687"/>
                </a:cubicBezTo>
                <a:cubicBezTo>
                  <a:pt x="1235678" y="3206496"/>
                  <a:pt x="1238917" y="3203829"/>
                  <a:pt x="1239965" y="3200210"/>
                </a:cubicBezTo>
                <a:lnTo>
                  <a:pt x="1294828" y="3200210"/>
                </a:lnTo>
                <a:cubicBezTo>
                  <a:pt x="1294828" y="3200210"/>
                  <a:pt x="1310831" y="3182493"/>
                  <a:pt x="1310831" y="3182493"/>
                </a:cubicBezTo>
                <a:lnTo>
                  <a:pt x="1310545" y="3097149"/>
                </a:lnTo>
                <a:lnTo>
                  <a:pt x="1273778" y="3059430"/>
                </a:lnTo>
                <a:lnTo>
                  <a:pt x="1264253" y="3059430"/>
                </a:lnTo>
                <a:cubicBezTo>
                  <a:pt x="1264349" y="3058573"/>
                  <a:pt x="1264444" y="3057716"/>
                  <a:pt x="1264444" y="3056859"/>
                </a:cubicBezTo>
                <a:lnTo>
                  <a:pt x="1272064" y="3056859"/>
                </a:lnTo>
                <a:close/>
                <a:moveTo>
                  <a:pt x="1508665" y="2944559"/>
                </a:moveTo>
                <a:cubicBezTo>
                  <a:pt x="1511427" y="2944559"/>
                  <a:pt x="1513713" y="2946845"/>
                  <a:pt x="1513713" y="2949607"/>
                </a:cubicBezTo>
                <a:cubicBezTo>
                  <a:pt x="1513713" y="2952369"/>
                  <a:pt x="1511427" y="2954655"/>
                  <a:pt x="1508665" y="2954655"/>
                </a:cubicBezTo>
                <a:cubicBezTo>
                  <a:pt x="1505903" y="2954655"/>
                  <a:pt x="1503617" y="2952369"/>
                  <a:pt x="1503617" y="2949607"/>
                </a:cubicBezTo>
                <a:cubicBezTo>
                  <a:pt x="1503617" y="2946845"/>
                  <a:pt x="1505903" y="2944559"/>
                  <a:pt x="1508665" y="2944559"/>
                </a:cubicBezTo>
                <a:close/>
                <a:moveTo>
                  <a:pt x="1255586" y="3069146"/>
                </a:moveTo>
                <a:cubicBezTo>
                  <a:pt x="1248728" y="3078480"/>
                  <a:pt x="1235488" y="3080480"/>
                  <a:pt x="1226058" y="3073622"/>
                </a:cubicBezTo>
                <a:cubicBezTo>
                  <a:pt x="1221486" y="3070288"/>
                  <a:pt x="1218533" y="3065431"/>
                  <a:pt x="1217676" y="3059811"/>
                </a:cubicBezTo>
                <a:cubicBezTo>
                  <a:pt x="1216819" y="3054287"/>
                  <a:pt x="1218152" y="3048667"/>
                  <a:pt x="1221486" y="3044095"/>
                </a:cubicBezTo>
                <a:cubicBezTo>
                  <a:pt x="1224820" y="3039523"/>
                  <a:pt x="1229678" y="3036570"/>
                  <a:pt x="1235297" y="3035713"/>
                </a:cubicBezTo>
                <a:cubicBezTo>
                  <a:pt x="1240822" y="3034855"/>
                  <a:pt x="1246442" y="3036189"/>
                  <a:pt x="1250918" y="3039523"/>
                </a:cubicBezTo>
                <a:cubicBezTo>
                  <a:pt x="1260253" y="3046381"/>
                  <a:pt x="1262348" y="3059621"/>
                  <a:pt x="1255490" y="3069050"/>
                </a:cubicBezTo>
                <a:close/>
                <a:moveTo>
                  <a:pt x="2693099" y="2731484"/>
                </a:moveTo>
                <a:lnTo>
                  <a:pt x="2693099" y="2722721"/>
                </a:lnTo>
                <a:cubicBezTo>
                  <a:pt x="2693099" y="2721007"/>
                  <a:pt x="2694527" y="2719578"/>
                  <a:pt x="2696242" y="2719578"/>
                </a:cubicBezTo>
                <a:lnTo>
                  <a:pt x="2705005" y="2719578"/>
                </a:lnTo>
                <a:cubicBezTo>
                  <a:pt x="2706719" y="2719578"/>
                  <a:pt x="2708148" y="2721007"/>
                  <a:pt x="2708148" y="2722721"/>
                </a:cubicBezTo>
                <a:lnTo>
                  <a:pt x="2708148" y="2731484"/>
                </a:lnTo>
                <a:cubicBezTo>
                  <a:pt x="2708148" y="2733199"/>
                  <a:pt x="2706719" y="2734628"/>
                  <a:pt x="2705005" y="2734628"/>
                </a:cubicBezTo>
                <a:lnTo>
                  <a:pt x="2696242" y="2734628"/>
                </a:lnTo>
                <a:cubicBezTo>
                  <a:pt x="2694527" y="2734628"/>
                  <a:pt x="2693099" y="2733199"/>
                  <a:pt x="2693099" y="2731484"/>
                </a:cubicBezTo>
                <a:close/>
                <a:moveTo>
                  <a:pt x="1734217" y="3410141"/>
                </a:moveTo>
                <a:lnTo>
                  <a:pt x="1724025" y="3410141"/>
                </a:lnTo>
                <a:lnTo>
                  <a:pt x="1724025" y="3405378"/>
                </a:lnTo>
                <a:lnTo>
                  <a:pt x="1734217" y="3405378"/>
                </a:lnTo>
                <a:lnTo>
                  <a:pt x="1734217" y="3410141"/>
                </a:lnTo>
                <a:close/>
                <a:moveTo>
                  <a:pt x="859441" y="3228404"/>
                </a:moveTo>
                <a:lnTo>
                  <a:pt x="859441" y="3223641"/>
                </a:lnTo>
                <a:lnTo>
                  <a:pt x="877443" y="3223641"/>
                </a:lnTo>
                <a:lnTo>
                  <a:pt x="877443" y="3228404"/>
                </a:lnTo>
                <a:lnTo>
                  <a:pt x="859441" y="3228404"/>
                </a:lnTo>
                <a:close/>
                <a:moveTo>
                  <a:pt x="320326" y="3197352"/>
                </a:moveTo>
                <a:cubicBezTo>
                  <a:pt x="316802" y="3197352"/>
                  <a:pt x="313944" y="3200210"/>
                  <a:pt x="313944" y="3203734"/>
                </a:cubicBezTo>
                <a:lnTo>
                  <a:pt x="313944" y="3230690"/>
                </a:lnTo>
                <a:cubicBezTo>
                  <a:pt x="313944" y="3234214"/>
                  <a:pt x="316802" y="3237071"/>
                  <a:pt x="320326" y="3237071"/>
                </a:cubicBezTo>
                <a:lnTo>
                  <a:pt x="321945" y="3237071"/>
                </a:lnTo>
                <a:lnTo>
                  <a:pt x="322231" y="3273171"/>
                </a:lnTo>
                <a:lnTo>
                  <a:pt x="331565" y="3283934"/>
                </a:lnTo>
                <a:lnTo>
                  <a:pt x="352615" y="3283934"/>
                </a:lnTo>
                <a:cubicBezTo>
                  <a:pt x="352901" y="3284982"/>
                  <a:pt x="353187" y="3286030"/>
                  <a:pt x="353663" y="3286887"/>
                </a:cubicBezTo>
                <a:cubicBezTo>
                  <a:pt x="355283" y="3289554"/>
                  <a:pt x="357950" y="3291459"/>
                  <a:pt x="360998" y="3292126"/>
                </a:cubicBezTo>
                <a:cubicBezTo>
                  <a:pt x="361855" y="3292317"/>
                  <a:pt x="362807" y="3292412"/>
                  <a:pt x="363664" y="3292412"/>
                </a:cubicBezTo>
                <a:cubicBezTo>
                  <a:pt x="365855" y="3292412"/>
                  <a:pt x="367951" y="3291840"/>
                  <a:pt x="369856" y="3290602"/>
                </a:cubicBezTo>
                <a:cubicBezTo>
                  <a:pt x="372523" y="3288983"/>
                  <a:pt x="374428" y="3286316"/>
                  <a:pt x="375095" y="3283268"/>
                </a:cubicBezTo>
                <a:cubicBezTo>
                  <a:pt x="375761" y="3280220"/>
                  <a:pt x="375285" y="3277076"/>
                  <a:pt x="373666" y="3274409"/>
                </a:cubicBezTo>
                <a:cubicBezTo>
                  <a:pt x="372047" y="3271742"/>
                  <a:pt x="369380" y="3269837"/>
                  <a:pt x="366332" y="3269171"/>
                </a:cubicBezTo>
                <a:cubicBezTo>
                  <a:pt x="363284" y="3268409"/>
                  <a:pt x="360140" y="3268980"/>
                  <a:pt x="357473" y="3270599"/>
                </a:cubicBezTo>
                <a:cubicBezTo>
                  <a:pt x="354806" y="3272219"/>
                  <a:pt x="352901" y="3274886"/>
                  <a:pt x="352235" y="3277934"/>
                </a:cubicBezTo>
                <a:cubicBezTo>
                  <a:pt x="352139" y="3278315"/>
                  <a:pt x="352235" y="3278791"/>
                  <a:pt x="352235" y="3279172"/>
                </a:cubicBezTo>
                <a:lnTo>
                  <a:pt x="333756" y="3279172"/>
                </a:lnTo>
                <a:cubicBezTo>
                  <a:pt x="333756" y="3279172"/>
                  <a:pt x="326993" y="3271266"/>
                  <a:pt x="326993" y="3271266"/>
                </a:cubicBezTo>
                <a:lnTo>
                  <a:pt x="326708" y="3236976"/>
                </a:lnTo>
                <a:lnTo>
                  <a:pt x="328136" y="3236976"/>
                </a:lnTo>
                <a:cubicBezTo>
                  <a:pt x="331661" y="3236976"/>
                  <a:pt x="334518" y="3234119"/>
                  <a:pt x="334518" y="3230594"/>
                </a:cubicBezTo>
                <a:lnTo>
                  <a:pt x="334518" y="3203638"/>
                </a:lnTo>
                <a:cubicBezTo>
                  <a:pt x="334518" y="3200114"/>
                  <a:pt x="331661" y="3197257"/>
                  <a:pt x="328136" y="3197257"/>
                </a:cubicBezTo>
                <a:lnTo>
                  <a:pt x="326136" y="3197257"/>
                </a:lnTo>
                <a:lnTo>
                  <a:pt x="326136" y="2984659"/>
                </a:lnTo>
                <a:lnTo>
                  <a:pt x="287274" y="2947130"/>
                </a:lnTo>
                <a:cubicBezTo>
                  <a:pt x="288322" y="2945797"/>
                  <a:pt x="289179" y="2944273"/>
                  <a:pt x="289560" y="2942559"/>
                </a:cubicBezTo>
                <a:cubicBezTo>
                  <a:pt x="290322" y="2939510"/>
                  <a:pt x="289751" y="2936367"/>
                  <a:pt x="288131" y="2933700"/>
                </a:cubicBezTo>
                <a:cubicBezTo>
                  <a:pt x="284702" y="2928176"/>
                  <a:pt x="277463" y="2926461"/>
                  <a:pt x="271939" y="2929890"/>
                </a:cubicBezTo>
                <a:cubicBezTo>
                  <a:pt x="266414" y="2933319"/>
                  <a:pt x="264700" y="2940558"/>
                  <a:pt x="268129" y="2946083"/>
                </a:cubicBezTo>
                <a:cubicBezTo>
                  <a:pt x="269748" y="2948750"/>
                  <a:pt x="272415" y="2950655"/>
                  <a:pt x="275463" y="2951321"/>
                </a:cubicBezTo>
                <a:cubicBezTo>
                  <a:pt x="276320" y="2951512"/>
                  <a:pt x="277273" y="2951607"/>
                  <a:pt x="278130" y="2951607"/>
                </a:cubicBezTo>
                <a:cubicBezTo>
                  <a:pt x="280035" y="2951607"/>
                  <a:pt x="281845" y="2951036"/>
                  <a:pt x="283559" y="2950178"/>
                </a:cubicBezTo>
                <a:lnTo>
                  <a:pt x="321374" y="2986659"/>
                </a:lnTo>
                <a:lnTo>
                  <a:pt x="321374" y="3197162"/>
                </a:lnTo>
                <a:lnTo>
                  <a:pt x="320326" y="3197162"/>
                </a:lnTo>
                <a:close/>
                <a:moveTo>
                  <a:pt x="356902" y="3278981"/>
                </a:moveTo>
                <a:cubicBezTo>
                  <a:pt x="357283" y="3277172"/>
                  <a:pt x="358426" y="3275648"/>
                  <a:pt x="360045" y="3274600"/>
                </a:cubicBezTo>
                <a:cubicBezTo>
                  <a:pt x="361188" y="3273933"/>
                  <a:pt x="362426" y="3273552"/>
                  <a:pt x="363760" y="3273552"/>
                </a:cubicBezTo>
                <a:cubicBezTo>
                  <a:pt x="364331" y="3273552"/>
                  <a:pt x="364808" y="3273552"/>
                  <a:pt x="365379" y="3273743"/>
                </a:cubicBezTo>
                <a:cubicBezTo>
                  <a:pt x="367189" y="3274124"/>
                  <a:pt x="368713" y="3275267"/>
                  <a:pt x="369761" y="3276886"/>
                </a:cubicBezTo>
                <a:cubicBezTo>
                  <a:pt x="370713" y="3278505"/>
                  <a:pt x="371094" y="3280315"/>
                  <a:pt x="370618" y="3282125"/>
                </a:cubicBezTo>
                <a:cubicBezTo>
                  <a:pt x="370237" y="3283934"/>
                  <a:pt x="369094" y="3285459"/>
                  <a:pt x="367475" y="3286506"/>
                </a:cubicBezTo>
                <a:cubicBezTo>
                  <a:pt x="365855" y="3287459"/>
                  <a:pt x="364046" y="3287744"/>
                  <a:pt x="362236" y="3287363"/>
                </a:cubicBezTo>
                <a:cubicBezTo>
                  <a:pt x="360426" y="3286982"/>
                  <a:pt x="358902" y="3285839"/>
                  <a:pt x="357854" y="3284220"/>
                </a:cubicBezTo>
                <a:cubicBezTo>
                  <a:pt x="356902" y="3282601"/>
                  <a:pt x="356521" y="3280791"/>
                  <a:pt x="356997" y="3278981"/>
                </a:cubicBezTo>
                <a:close/>
                <a:moveTo>
                  <a:pt x="284988" y="2941606"/>
                </a:moveTo>
                <a:cubicBezTo>
                  <a:pt x="284607" y="2943416"/>
                  <a:pt x="283464" y="2944940"/>
                  <a:pt x="281845" y="2945987"/>
                </a:cubicBezTo>
                <a:cubicBezTo>
                  <a:pt x="280226" y="2946940"/>
                  <a:pt x="278416" y="2947226"/>
                  <a:pt x="276606" y="2946845"/>
                </a:cubicBezTo>
                <a:cubicBezTo>
                  <a:pt x="274796" y="2946463"/>
                  <a:pt x="273272" y="2945321"/>
                  <a:pt x="272225" y="2943701"/>
                </a:cubicBezTo>
                <a:cubicBezTo>
                  <a:pt x="270224" y="2940463"/>
                  <a:pt x="271177" y="2936081"/>
                  <a:pt x="274511" y="2934081"/>
                </a:cubicBezTo>
                <a:cubicBezTo>
                  <a:pt x="275654" y="2933319"/>
                  <a:pt x="276892" y="2933034"/>
                  <a:pt x="278225" y="2933034"/>
                </a:cubicBezTo>
                <a:cubicBezTo>
                  <a:pt x="280607" y="2933034"/>
                  <a:pt x="282893" y="2934176"/>
                  <a:pt x="284226" y="2936367"/>
                </a:cubicBezTo>
                <a:cubicBezTo>
                  <a:pt x="285179" y="2937986"/>
                  <a:pt x="285560" y="2939796"/>
                  <a:pt x="285083" y="2941606"/>
                </a:cubicBezTo>
                <a:close/>
                <a:moveTo>
                  <a:pt x="1754600" y="3410141"/>
                </a:moveTo>
                <a:lnTo>
                  <a:pt x="1744409" y="3410141"/>
                </a:lnTo>
                <a:lnTo>
                  <a:pt x="1744409" y="3405378"/>
                </a:lnTo>
                <a:lnTo>
                  <a:pt x="1754600" y="3405378"/>
                </a:lnTo>
                <a:lnTo>
                  <a:pt x="1754600" y="3410141"/>
                </a:lnTo>
                <a:close/>
                <a:moveTo>
                  <a:pt x="1702975" y="3413474"/>
                </a:moveTo>
                <a:lnTo>
                  <a:pt x="1707071" y="3415855"/>
                </a:lnTo>
                <a:lnTo>
                  <a:pt x="1703927" y="3421094"/>
                </a:lnTo>
                <a:lnTo>
                  <a:pt x="1697831" y="3421094"/>
                </a:lnTo>
                <a:lnTo>
                  <a:pt x="1697831" y="3416332"/>
                </a:lnTo>
                <a:lnTo>
                  <a:pt x="1701260" y="3416332"/>
                </a:lnTo>
                <a:lnTo>
                  <a:pt x="1702975" y="3413379"/>
                </a:lnTo>
                <a:close/>
                <a:moveTo>
                  <a:pt x="1708785" y="3413093"/>
                </a:moveTo>
                <a:lnTo>
                  <a:pt x="1704689" y="3410712"/>
                </a:lnTo>
                <a:lnTo>
                  <a:pt x="1707832" y="3405473"/>
                </a:lnTo>
                <a:lnTo>
                  <a:pt x="1713928" y="3405473"/>
                </a:lnTo>
                <a:lnTo>
                  <a:pt x="1713928" y="3410236"/>
                </a:lnTo>
                <a:lnTo>
                  <a:pt x="1710500" y="3410236"/>
                </a:lnTo>
                <a:lnTo>
                  <a:pt x="1708785" y="3413188"/>
                </a:lnTo>
                <a:close/>
                <a:moveTo>
                  <a:pt x="379190" y="3013043"/>
                </a:moveTo>
                <a:lnTo>
                  <a:pt x="379190" y="3019806"/>
                </a:lnTo>
                <a:cubicBezTo>
                  <a:pt x="379190" y="3021140"/>
                  <a:pt x="378047" y="3022283"/>
                  <a:pt x="376714" y="3022283"/>
                </a:cubicBezTo>
                <a:lnTo>
                  <a:pt x="369951" y="3022283"/>
                </a:lnTo>
                <a:cubicBezTo>
                  <a:pt x="368618" y="3022283"/>
                  <a:pt x="367475" y="3021140"/>
                  <a:pt x="367475" y="3019806"/>
                </a:cubicBezTo>
                <a:lnTo>
                  <a:pt x="367475" y="3013043"/>
                </a:lnTo>
                <a:cubicBezTo>
                  <a:pt x="367475" y="3011710"/>
                  <a:pt x="368618" y="3010567"/>
                  <a:pt x="369951" y="3010567"/>
                </a:cubicBezTo>
                <a:lnTo>
                  <a:pt x="376714" y="3010567"/>
                </a:lnTo>
                <a:cubicBezTo>
                  <a:pt x="378047" y="3010567"/>
                  <a:pt x="379190" y="3011710"/>
                  <a:pt x="379190" y="3013043"/>
                </a:cubicBezTo>
                <a:close/>
                <a:moveTo>
                  <a:pt x="787527" y="3228404"/>
                </a:moveTo>
                <a:lnTo>
                  <a:pt x="787527" y="3223641"/>
                </a:lnTo>
                <a:lnTo>
                  <a:pt x="805529" y="3223641"/>
                </a:lnTo>
                <a:lnTo>
                  <a:pt x="805529" y="3228404"/>
                </a:lnTo>
                <a:lnTo>
                  <a:pt x="787527" y="3228404"/>
                </a:lnTo>
                <a:close/>
                <a:moveTo>
                  <a:pt x="823436" y="3228404"/>
                </a:moveTo>
                <a:lnTo>
                  <a:pt x="823436" y="3223641"/>
                </a:lnTo>
                <a:lnTo>
                  <a:pt x="841439" y="3223641"/>
                </a:lnTo>
                <a:cubicBezTo>
                  <a:pt x="841439" y="3223641"/>
                  <a:pt x="841439" y="3228404"/>
                  <a:pt x="841439" y="3228404"/>
                </a:cubicBezTo>
                <a:lnTo>
                  <a:pt x="823436" y="3228404"/>
                </a:lnTo>
                <a:close/>
                <a:moveTo>
                  <a:pt x="1774984" y="3410141"/>
                </a:moveTo>
                <a:lnTo>
                  <a:pt x="1764792" y="3410141"/>
                </a:lnTo>
                <a:lnTo>
                  <a:pt x="1764792" y="3405378"/>
                </a:lnTo>
                <a:lnTo>
                  <a:pt x="1774984" y="3405378"/>
                </a:lnTo>
                <a:lnTo>
                  <a:pt x="1774984" y="3410141"/>
                </a:lnTo>
                <a:close/>
                <a:moveTo>
                  <a:pt x="751523" y="3228404"/>
                </a:moveTo>
                <a:lnTo>
                  <a:pt x="751523" y="3223641"/>
                </a:lnTo>
                <a:lnTo>
                  <a:pt x="769525" y="3223641"/>
                </a:lnTo>
                <a:lnTo>
                  <a:pt x="769525" y="3228404"/>
                </a:lnTo>
                <a:lnTo>
                  <a:pt x="751523" y="3228404"/>
                </a:lnTo>
                <a:close/>
                <a:moveTo>
                  <a:pt x="1795367" y="3405378"/>
                </a:moveTo>
                <a:lnTo>
                  <a:pt x="1795367" y="3410141"/>
                </a:lnTo>
                <a:lnTo>
                  <a:pt x="1785176" y="3410141"/>
                </a:lnTo>
                <a:lnTo>
                  <a:pt x="1785176" y="3405378"/>
                </a:lnTo>
                <a:lnTo>
                  <a:pt x="1795367" y="3405378"/>
                </a:lnTo>
                <a:close/>
                <a:moveTo>
                  <a:pt x="715613" y="3228404"/>
                </a:moveTo>
                <a:lnTo>
                  <a:pt x="715613" y="3223641"/>
                </a:lnTo>
                <a:lnTo>
                  <a:pt x="733616" y="3223641"/>
                </a:lnTo>
                <a:lnTo>
                  <a:pt x="733616" y="3228404"/>
                </a:lnTo>
                <a:lnTo>
                  <a:pt x="715613" y="3228404"/>
                </a:lnTo>
                <a:close/>
                <a:moveTo>
                  <a:pt x="1442657" y="3021425"/>
                </a:moveTo>
                <a:lnTo>
                  <a:pt x="1508379" y="3021044"/>
                </a:lnTo>
                <a:lnTo>
                  <a:pt x="1518285" y="3030093"/>
                </a:lnTo>
                <a:lnTo>
                  <a:pt x="1660779" y="3030093"/>
                </a:lnTo>
                <a:cubicBezTo>
                  <a:pt x="1662113" y="3033332"/>
                  <a:pt x="1665256" y="3035618"/>
                  <a:pt x="1668875" y="3035618"/>
                </a:cubicBezTo>
                <a:cubicBezTo>
                  <a:pt x="1673733" y="3035618"/>
                  <a:pt x="1677638" y="3031712"/>
                  <a:pt x="1677638" y="3026855"/>
                </a:cubicBezTo>
                <a:cubicBezTo>
                  <a:pt x="1677638" y="3021997"/>
                  <a:pt x="1673733" y="3018092"/>
                  <a:pt x="1668875" y="3018092"/>
                </a:cubicBezTo>
                <a:cubicBezTo>
                  <a:pt x="1664589" y="3018092"/>
                  <a:pt x="1661160" y="3021330"/>
                  <a:pt x="1660398" y="3025426"/>
                </a:cubicBezTo>
                <a:lnTo>
                  <a:pt x="1520095" y="3025426"/>
                </a:lnTo>
                <a:cubicBezTo>
                  <a:pt x="1520095" y="3025426"/>
                  <a:pt x="1510094" y="3016282"/>
                  <a:pt x="1510094" y="3016282"/>
                </a:cubicBezTo>
                <a:lnTo>
                  <a:pt x="1441609" y="3016663"/>
                </a:lnTo>
                <a:lnTo>
                  <a:pt x="1440752" y="3016663"/>
                </a:lnTo>
                <a:cubicBezTo>
                  <a:pt x="1440752" y="3016663"/>
                  <a:pt x="1398270" y="3052191"/>
                  <a:pt x="1398270" y="3052191"/>
                </a:cubicBezTo>
                <a:lnTo>
                  <a:pt x="1398270" y="3190399"/>
                </a:lnTo>
                <a:cubicBezTo>
                  <a:pt x="1393031" y="3191542"/>
                  <a:pt x="1389031" y="3195923"/>
                  <a:pt x="1389031" y="3201543"/>
                </a:cubicBezTo>
                <a:cubicBezTo>
                  <a:pt x="1389031" y="3207925"/>
                  <a:pt x="1394270" y="3213163"/>
                  <a:pt x="1400651" y="3213163"/>
                </a:cubicBezTo>
                <a:cubicBezTo>
                  <a:pt x="1407033" y="3213163"/>
                  <a:pt x="1412272" y="3207925"/>
                  <a:pt x="1412272" y="3201543"/>
                </a:cubicBezTo>
                <a:cubicBezTo>
                  <a:pt x="1412272" y="3196019"/>
                  <a:pt x="1408271" y="3191542"/>
                  <a:pt x="1403032" y="3190399"/>
                </a:cubicBezTo>
                <a:lnTo>
                  <a:pt x="1403032" y="3054382"/>
                </a:lnTo>
                <a:lnTo>
                  <a:pt x="1442466" y="3021330"/>
                </a:lnTo>
                <a:close/>
                <a:moveTo>
                  <a:pt x="1668971" y="3022854"/>
                </a:moveTo>
                <a:cubicBezTo>
                  <a:pt x="1671161" y="3022854"/>
                  <a:pt x="1672971" y="3024664"/>
                  <a:pt x="1672971" y="3026855"/>
                </a:cubicBezTo>
                <a:cubicBezTo>
                  <a:pt x="1672971" y="3029045"/>
                  <a:pt x="1671161" y="3030855"/>
                  <a:pt x="1668971" y="3030855"/>
                </a:cubicBezTo>
                <a:cubicBezTo>
                  <a:pt x="1666780" y="3030855"/>
                  <a:pt x="1664970" y="3029045"/>
                  <a:pt x="1664970" y="3026855"/>
                </a:cubicBezTo>
                <a:cubicBezTo>
                  <a:pt x="1664970" y="3024664"/>
                  <a:pt x="1666780" y="3022854"/>
                  <a:pt x="1668971" y="3022854"/>
                </a:cubicBezTo>
                <a:close/>
                <a:moveTo>
                  <a:pt x="1407700" y="3201543"/>
                </a:moveTo>
                <a:cubicBezTo>
                  <a:pt x="1407700" y="3205353"/>
                  <a:pt x="1404652" y="3208401"/>
                  <a:pt x="1400842" y="3208401"/>
                </a:cubicBezTo>
                <a:cubicBezTo>
                  <a:pt x="1397032" y="3208401"/>
                  <a:pt x="1393984" y="3205353"/>
                  <a:pt x="1393984" y="3201543"/>
                </a:cubicBezTo>
                <a:cubicBezTo>
                  <a:pt x="1393984" y="3197733"/>
                  <a:pt x="1397032" y="3194685"/>
                  <a:pt x="1400842" y="3194685"/>
                </a:cubicBezTo>
                <a:cubicBezTo>
                  <a:pt x="1404652" y="3194685"/>
                  <a:pt x="1407700" y="3197733"/>
                  <a:pt x="1407700" y="3201543"/>
                </a:cubicBezTo>
                <a:close/>
                <a:moveTo>
                  <a:pt x="2071688" y="3114009"/>
                </a:moveTo>
                <a:cubicBezTo>
                  <a:pt x="2071688" y="3110103"/>
                  <a:pt x="2074831" y="3106960"/>
                  <a:pt x="2078736" y="3106960"/>
                </a:cubicBezTo>
                <a:cubicBezTo>
                  <a:pt x="2082641" y="3106960"/>
                  <a:pt x="2085785" y="3110103"/>
                  <a:pt x="2085785" y="3114009"/>
                </a:cubicBezTo>
                <a:cubicBezTo>
                  <a:pt x="2085785" y="3117913"/>
                  <a:pt x="2082641" y="3121057"/>
                  <a:pt x="2078736" y="3121057"/>
                </a:cubicBezTo>
                <a:cubicBezTo>
                  <a:pt x="2074831" y="3121057"/>
                  <a:pt x="2071688" y="3117913"/>
                  <a:pt x="2071688" y="3114009"/>
                </a:cubicBezTo>
                <a:close/>
                <a:moveTo>
                  <a:pt x="517017" y="1108520"/>
                </a:moveTo>
                <a:lnTo>
                  <a:pt x="529685" y="1108520"/>
                </a:lnTo>
                <a:cubicBezTo>
                  <a:pt x="533400" y="1108520"/>
                  <a:pt x="536543" y="1105472"/>
                  <a:pt x="536543" y="1101662"/>
                </a:cubicBezTo>
                <a:lnTo>
                  <a:pt x="536543" y="1088993"/>
                </a:lnTo>
                <a:cubicBezTo>
                  <a:pt x="536543" y="1085279"/>
                  <a:pt x="533495" y="1082135"/>
                  <a:pt x="529685" y="1082135"/>
                </a:cubicBezTo>
                <a:lnTo>
                  <a:pt x="517017" y="1082135"/>
                </a:lnTo>
                <a:cubicBezTo>
                  <a:pt x="513302" y="1082135"/>
                  <a:pt x="510159" y="1085183"/>
                  <a:pt x="510159" y="1088993"/>
                </a:cubicBezTo>
                <a:lnTo>
                  <a:pt x="510159" y="1093661"/>
                </a:lnTo>
                <a:lnTo>
                  <a:pt x="489014" y="1093661"/>
                </a:lnTo>
                <a:cubicBezTo>
                  <a:pt x="489014" y="1093661"/>
                  <a:pt x="445484" y="1134523"/>
                  <a:pt x="445484" y="1134523"/>
                </a:cubicBezTo>
                <a:lnTo>
                  <a:pt x="256794" y="1134523"/>
                </a:lnTo>
                <a:cubicBezTo>
                  <a:pt x="255842" y="1129379"/>
                  <a:pt x="251651" y="1125188"/>
                  <a:pt x="246221" y="1124426"/>
                </a:cubicBezTo>
                <a:cubicBezTo>
                  <a:pt x="239268" y="1123474"/>
                  <a:pt x="232886" y="1128236"/>
                  <a:pt x="231934" y="1135190"/>
                </a:cubicBezTo>
                <a:cubicBezTo>
                  <a:pt x="230981" y="1142143"/>
                  <a:pt x="235744" y="1148525"/>
                  <a:pt x="242697" y="1149572"/>
                </a:cubicBezTo>
                <a:cubicBezTo>
                  <a:pt x="243269" y="1149572"/>
                  <a:pt x="243935" y="1149668"/>
                  <a:pt x="244507" y="1149668"/>
                </a:cubicBezTo>
                <a:cubicBezTo>
                  <a:pt x="250508" y="1149668"/>
                  <a:pt x="255651" y="1145381"/>
                  <a:pt x="256794" y="1139381"/>
                </a:cubicBezTo>
                <a:lnTo>
                  <a:pt x="447389" y="1139381"/>
                </a:lnTo>
                <a:cubicBezTo>
                  <a:pt x="447389" y="1139381"/>
                  <a:pt x="490919" y="1098614"/>
                  <a:pt x="490919" y="1098614"/>
                </a:cubicBezTo>
                <a:lnTo>
                  <a:pt x="510159" y="1098614"/>
                </a:lnTo>
                <a:cubicBezTo>
                  <a:pt x="510159" y="1098614"/>
                  <a:pt x="510159" y="1101852"/>
                  <a:pt x="510159" y="1101852"/>
                </a:cubicBezTo>
                <a:cubicBezTo>
                  <a:pt x="510159" y="1105567"/>
                  <a:pt x="513207" y="1108710"/>
                  <a:pt x="517017" y="1108710"/>
                </a:cubicBezTo>
                <a:close/>
                <a:moveTo>
                  <a:pt x="514922" y="1089089"/>
                </a:moveTo>
                <a:cubicBezTo>
                  <a:pt x="514922" y="1087946"/>
                  <a:pt x="515874" y="1086993"/>
                  <a:pt x="517017" y="1086993"/>
                </a:cubicBezTo>
                <a:lnTo>
                  <a:pt x="529685" y="1086993"/>
                </a:lnTo>
                <a:cubicBezTo>
                  <a:pt x="530828" y="1086993"/>
                  <a:pt x="531781" y="1087946"/>
                  <a:pt x="531781" y="1089089"/>
                </a:cubicBezTo>
                <a:lnTo>
                  <a:pt x="531781" y="1101757"/>
                </a:lnTo>
                <a:cubicBezTo>
                  <a:pt x="531781" y="1102900"/>
                  <a:pt x="530828" y="1103852"/>
                  <a:pt x="529685" y="1103852"/>
                </a:cubicBezTo>
                <a:lnTo>
                  <a:pt x="517017" y="1103852"/>
                </a:lnTo>
                <a:cubicBezTo>
                  <a:pt x="515874" y="1103852"/>
                  <a:pt x="514922" y="1102900"/>
                  <a:pt x="514922" y="1101757"/>
                </a:cubicBezTo>
                <a:lnTo>
                  <a:pt x="514922" y="1089089"/>
                </a:lnTo>
                <a:close/>
                <a:moveTo>
                  <a:pt x="243364" y="1144810"/>
                </a:moveTo>
                <a:cubicBezTo>
                  <a:pt x="239078" y="1144143"/>
                  <a:pt x="236030" y="1140143"/>
                  <a:pt x="236696" y="1135856"/>
                </a:cubicBezTo>
                <a:cubicBezTo>
                  <a:pt x="237268" y="1131570"/>
                  <a:pt x="241364" y="1128522"/>
                  <a:pt x="245650" y="1129189"/>
                </a:cubicBezTo>
                <a:cubicBezTo>
                  <a:pt x="247745" y="1129475"/>
                  <a:pt x="249555" y="1130618"/>
                  <a:pt x="250889" y="1132237"/>
                </a:cubicBezTo>
                <a:cubicBezTo>
                  <a:pt x="252127" y="1133951"/>
                  <a:pt x="252698" y="1136047"/>
                  <a:pt x="252413" y="1138142"/>
                </a:cubicBezTo>
                <a:cubicBezTo>
                  <a:pt x="251841" y="1142429"/>
                  <a:pt x="247841" y="1145477"/>
                  <a:pt x="243459" y="1144810"/>
                </a:cubicBezTo>
                <a:close/>
                <a:moveTo>
                  <a:pt x="2083594" y="4155567"/>
                </a:moveTo>
                <a:lnTo>
                  <a:pt x="2085689" y="4155567"/>
                </a:lnTo>
                <a:cubicBezTo>
                  <a:pt x="2088166" y="4155567"/>
                  <a:pt x="2090261" y="4154329"/>
                  <a:pt x="2091595" y="4152519"/>
                </a:cubicBezTo>
                <a:lnTo>
                  <a:pt x="2155412" y="4226814"/>
                </a:lnTo>
                <a:lnTo>
                  <a:pt x="2155793" y="4244531"/>
                </a:lnTo>
                <a:cubicBezTo>
                  <a:pt x="2150936" y="4246531"/>
                  <a:pt x="2147983" y="4251770"/>
                  <a:pt x="2149031" y="4257104"/>
                </a:cubicBezTo>
                <a:cubicBezTo>
                  <a:pt x="2149602" y="4260056"/>
                  <a:pt x="2151317" y="4262533"/>
                  <a:pt x="2153793" y="4264152"/>
                </a:cubicBezTo>
                <a:cubicBezTo>
                  <a:pt x="2155603" y="4265390"/>
                  <a:pt x="2157794" y="4266057"/>
                  <a:pt x="2159984" y="4266057"/>
                </a:cubicBezTo>
                <a:cubicBezTo>
                  <a:pt x="2160746" y="4266057"/>
                  <a:pt x="2161508" y="4266057"/>
                  <a:pt x="2162270" y="4265867"/>
                </a:cubicBezTo>
                <a:cubicBezTo>
                  <a:pt x="2165223" y="4265295"/>
                  <a:pt x="2167700" y="4263581"/>
                  <a:pt x="2169319" y="4261104"/>
                </a:cubicBezTo>
                <a:cubicBezTo>
                  <a:pt x="2170938" y="4258628"/>
                  <a:pt x="2171510" y="4255675"/>
                  <a:pt x="2170938" y="4252722"/>
                </a:cubicBezTo>
                <a:cubicBezTo>
                  <a:pt x="2170367" y="4249770"/>
                  <a:pt x="2168652" y="4247293"/>
                  <a:pt x="2166176" y="4245674"/>
                </a:cubicBezTo>
                <a:cubicBezTo>
                  <a:pt x="2164461" y="4244531"/>
                  <a:pt x="2162651" y="4243959"/>
                  <a:pt x="2160651" y="4243864"/>
                </a:cubicBezTo>
                <a:lnTo>
                  <a:pt x="2160270" y="4225100"/>
                </a:lnTo>
                <a:lnTo>
                  <a:pt x="2093309" y="4147185"/>
                </a:lnTo>
                <a:lnTo>
                  <a:pt x="2093309" y="4126421"/>
                </a:lnTo>
                <a:cubicBezTo>
                  <a:pt x="2093309" y="4125754"/>
                  <a:pt x="2093119" y="4125182"/>
                  <a:pt x="2092928" y="4124516"/>
                </a:cubicBezTo>
                <a:lnTo>
                  <a:pt x="2093595" y="4125087"/>
                </a:lnTo>
                <a:lnTo>
                  <a:pt x="2161032" y="4038314"/>
                </a:lnTo>
                <a:lnTo>
                  <a:pt x="2161508" y="4027837"/>
                </a:lnTo>
                <a:cubicBezTo>
                  <a:pt x="2163509" y="4027742"/>
                  <a:pt x="2165414" y="4027075"/>
                  <a:pt x="2167033" y="4026027"/>
                </a:cubicBezTo>
                <a:cubicBezTo>
                  <a:pt x="2169509" y="4024408"/>
                  <a:pt x="2171224" y="4021836"/>
                  <a:pt x="2171795" y="4018979"/>
                </a:cubicBezTo>
                <a:cubicBezTo>
                  <a:pt x="2172367" y="4016026"/>
                  <a:pt x="2171795" y="4013073"/>
                  <a:pt x="2170176" y="4010597"/>
                </a:cubicBezTo>
                <a:cubicBezTo>
                  <a:pt x="2168557" y="4008120"/>
                  <a:pt x="2165985" y="4006405"/>
                  <a:pt x="2163128" y="4005834"/>
                </a:cubicBezTo>
                <a:cubicBezTo>
                  <a:pt x="2160175" y="4005263"/>
                  <a:pt x="2157222" y="4005834"/>
                  <a:pt x="2154746" y="4007453"/>
                </a:cubicBezTo>
                <a:cubicBezTo>
                  <a:pt x="2152269" y="4009073"/>
                  <a:pt x="2150555" y="4011644"/>
                  <a:pt x="2149983" y="4014502"/>
                </a:cubicBezTo>
                <a:cubicBezTo>
                  <a:pt x="2149412" y="4017455"/>
                  <a:pt x="2149983" y="4020407"/>
                  <a:pt x="2151602" y="4022884"/>
                </a:cubicBezTo>
                <a:cubicBezTo>
                  <a:pt x="2152841" y="4024789"/>
                  <a:pt x="2154650" y="4026218"/>
                  <a:pt x="2156651" y="4027075"/>
                </a:cubicBezTo>
                <a:lnTo>
                  <a:pt x="2156270" y="4036600"/>
                </a:lnTo>
                <a:lnTo>
                  <a:pt x="2090833" y="4120896"/>
                </a:lnTo>
                <a:cubicBezTo>
                  <a:pt x="2089499" y="4119658"/>
                  <a:pt x="2087690" y="4118896"/>
                  <a:pt x="2085785" y="4118896"/>
                </a:cubicBezTo>
                <a:lnTo>
                  <a:pt x="2083689" y="4118896"/>
                </a:lnTo>
                <a:cubicBezTo>
                  <a:pt x="2079498" y="4118896"/>
                  <a:pt x="2076069" y="4122325"/>
                  <a:pt x="2076069" y="4126516"/>
                </a:cubicBezTo>
                <a:lnTo>
                  <a:pt x="2076069" y="4148138"/>
                </a:lnTo>
                <a:cubicBezTo>
                  <a:pt x="2076069" y="4152329"/>
                  <a:pt x="2079498" y="4155758"/>
                  <a:pt x="2083689" y="4155758"/>
                </a:cubicBezTo>
                <a:close/>
                <a:moveTo>
                  <a:pt x="2158746" y="4248722"/>
                </a:moveTo>
                <a:cubicBezTo>
                  <a:pt x="2160365" y="4248341"/>
                  <a:pt x="2162080" y="4248722"/>
                  <a:pt x="2163509" y="4249674"/>
                </a:cubicBezTo>
                <a:cubicBezTo>
                  <a:pt x="2164937" y="4250627"/>
                  <a:pt x="2165890" y="4252055"/>
                  <a:pt x="2166176" y="4253675"/>
                </a:cubicBezTo>
                <a:cubicBezTo>
                  <a:pt x="2166557" y="4255294"/>
                  <a:pt x="2166176" y="4257009"/>
                  <a:pt x="2165223" y="4258437"/>
                </a:cubicBezTo>
                <a:cubicBezTo>
                  <a:pt x="2164271" y="4259866"/>
                  <a:pt x="2162842" y="4260819"/>
                  <a:pt x="2161223" y="4261104"/>
                </a:cubicBezTo>
                <a:cubicBezTo>
                  <a:pt x="2157794" y="4261771"/>
                  <a:pt x="2154460" y="4259580"/>
                  <a:pt x="2153793" y="4256246"/>
                </a:cubicBezTo>
                <a:cubicBezTo>
                  <a:pt x="2153126" y="4252818"/>
                  <a:pt x="2155317" y="4249579"/>
                  <a:pt x="2158651" y="4248817"/>
                </a:cubicBezTo>
                <a:close/>
                <a:moveTo>
                  <a:pt x="2154650" y="4015264"/>
                </a:moveTo>
                <a:cubicBezTo>
                  <a:pt x="2155317" y="4011835"/>
                  <a:pt x="2158651" y="4009644"/>
                  <a:pt x="2162080" y="4010406"/>
                </a:cubicBezTo>
                <a:cubicBezTo>
                  <a:pt x="2163699" y="4010692"/>
                  <a:pt x="2165128" y="4011644"/>
                  <a:pt x="2166080" y="4013073"/>
                </a:cubicBezTo>
                <a:cubicBezTo>
                  <a:pt x="2167033" y="4014502"/>
                  <a:pt x="2167319" y="4016121"/>
                  <a:pt x="2167033" y="4017836"/>
                </a:cubicBezTo>
                <a:cubicBezTo>
                  <a:pt x="2166747" y="4019455"/>
                  <a:pt x="2165699" y="4020884"/>
                  <a:pt x="2164366" y="4021836"/>
                </a:cubicBezTo>
                <a:cubicBezTo>
                  <a:pt x="2162937" y="4022788"/>
                  <a:pt x="2161318" y="4023074"/>
                  <a:pt x="2159603" y="4022788"/>
                </a:cubicBezTo>
                <a:cubicBezTo>
                  <a:pt x="2156174" y="4022122"/>
                  <a:pt x="2153984" y="4018788"/>
                  <a:pt x="2154650" y="4015359"/>
                </a:cubicBezTo>
                <a:close/>
                <a:moveTo>
                  <a:pt x="2080832" y="4126325"/>
                </a:moveTo>
                <a:cubicBezTo>
                  <a:pt x="2080832" y="4124801"/>
                  <a:pt x="2082070" y="4123563"/>
                  <a:pt x="2083594" y="4123563"/>
                </a:cubicBezTo>
                <a:lnTo>
                  <a:pt x="2085689" y="4123563"/>
                </a:lnTo>
                <a:cubicBezTo>
                  <a:pt x="2087213" y="4123563"/>
                  <a:pt x="2088452" y="4124801"/>
                  <a:pt x="2088452" y="4126325"/>
                </a:cubicBezTo>
                <a:lnTo>
                  <a:pt x="2088452" y="4147947"/>
                </a:lnTo>
                <a:cubicBezTo>
                  <a:pt x="2088452" y="4149471"/>
                  <a:pt x="2087213" y="4150709"/>
                  <a:pt x="2085689" y="4150709"/>
                </a:cubicBezTo>
                <a:lnTo>
                  <a:pt x="2083594" y="4150709"/>
                </a:lnTo>
                <a:cubicBezTo>
                  <a:pt x="2082070" y="4150709"/>
                  <a:pt x="2080832" y="4149471"/>
                  <a:pt x="2080832" y="4147947"/>
                </a:cubicBezTo>
                <a:lnTo>
                  <a:pt x="2080832" y="4126325"/>
                </a:lnTo>
                <a:close/>
                <a:moveTo>
                  <a:pt x="1004983" y="2937891"/>
                </a:moveTo>
                <a:cubicBezTo>
                  <a:pt x="1004983" y="2941796"/>
                  <a:pt x="1001840" y="2944940"/>
                  <a:pt x="997934" y="2944940"/>
                </a:cubicBezTo>
                <a:cubicBezTo>
                  <a:pt x="994029" y="2944940"/>
                  <a:pt x="990886" y="2941796"/>
                  <a:pt x="990886" y="2937891"/>
                </a:cubicBezTo>
                <a:cubicBezTo>
                  <a:pt x="990886" y="2933986"/>
                  <a:pt x="994029" y="2930843"/>
                  <a:pt x="997934" y="2930843"/>
                </a:cubicBezTo>
                <a:cubicBezTo>
                  <a:pt x="1001840" y="2930843"/>
                  <a:pt x="1004983" y="2933986"/>
                  <a:pt x="1004983" y="2937891"/>
                </a:cubicBezTo>
                <a:close/>
                <a:moveTo>
                  <a:pt x="1899285" y="3122771"/>
                </a:moveTo>
                <a:lnTo>
                  <a:pt x="2023777" y="3123438"/>
                </a:lnTo>
                <a:lnTo>
                  <a:pt x="2024634" y="3123438"/>
                </a:lnTo>
                <a:lnTo>
                  <a:pt x="2034159" y="3115437"/>
                </a:lnTo>
                <a:lnTo>
                  <a:pt x="2064449" y="3115437"/>
                </a:lnTo>
                <a:cubicBezTo>
                  <a:pt x="2064830" y="3119342"/>
                  <a:pt x="2066735" y="3123057"/>
                  <a:pt x="2070164" y="3125534"/>
                </a:cubicBezTo>
                <a:cubicBezTo>
                  <a:pt x="2073212" y="3127820"/>
                  <a:pt x="2077022" y="3128677"/>
                  <a:pt x="2080832" y="3128105"/>
                </a:cubicBezTo>
                <a:cubicBezTo>
                  <a:pt x="2084642" y="3127534"/>
                  <a:pt x="2087975" y="3125534"/>
                  <a:pt x="2090166" y="3122390"/>
                </a:cubicBezTo>
                <a:cubicBezTo>
                  <a:pt x="2094833" y="3116009"/>
                  <a:pt x="2093500" y="3107055"/>
                  <a:pt x="2087118" y="3102388"/>
                </a:cubicBezTo>
                <a:cubicBezTo>
                  <a:pt x="2084546" y="3100483"/>
                  <a:pt x="2081594" y="3099626"/>
                  <a:pt x="2078641" y="3099626"/>
                </a:cubicBezTo>
                <a:cubicBezTo>
                  <a:pt x="2074259" y="3099626"/>
                  <a:pt x="2069878" y="3101626"/>
                  <a:pt x="2067020" y="3105436"/>
                </a:cubicBezTo>
                <a:cubicBezTo>
                  <a:pt x="2065877" y="3106960"/>
                  <a:pt x="2065115" y="3108770"/>
                  <a:pt x="2064639" y="3110484"/>
                </a:cubicBezTo>
                <a:lnTo>
                  <a:pt x="2032254" y="3110484"/>
                </a:lnTo>
                <a:cubicBezTo>
                  <a:pt x="2032254" y="3110484"/>
                  <a:pt x="2022729" y="3118485"/>
                  <a:pt x="2022729" y="3118485"/>
                </a:cubicBezTo>
                <a:lnTo>
                  <a:pt x="1898047" y="3117818"/>
                </a:lnTo>
                <a:lnTo>
                  <a:pt x="1896999" y="3117818"/>
                </a:lnTo>
                <a:cubicBezTo>
                  <a:pt x="1896999" y="3117818"/>
                  <a:pt x="1880235" y="3135725"/>
                  <a:pt x="1880235" y="3135725"/>
                </a:cubicBezTo>
                <a:lnTo>
                  <a:pt x="1880235" y="3160967"/>
                </a:lnTo>
                <a:lnTo>
                  <a:pt x="1871758" y="3160967"/>
                </a:lnTo>
                <a:cubicBezTo>
                  <a:pt x="1869662" y="3160967"/>
                  <a:pt x="1868043" y="3162681"/>
                  <a:pt x="1868043" y="3164681"/>
                </a:cubicBezTo>
                <a:lnTo>
                  <a:pt x="1868043" y="3170301"/>
                </a:lnTo>
                <a:cubicBezTo>
                  <a:pt x="1868043" y="3172397"/>
                  <a:pt x="1869757" y="3174016"/>
                  <a:pt x="1871758" y="3174016"/>
                </a:cubicBezTo>
                <a:lnTo>
                  <a:pt x="1893380" y="3174016"/>
                </a:lnTo>
                <a:cubicBezTo>
                  <a:pt x="1895475" y="3174016"/>
                  <a:pt x="1897094" y="3172301"/>
                  <a:pt x="1897094" y="3170301"/>
                </a:cubicBezTo>
                <a:lnTo>
                  <a:pt x="1897094" y="3164681"/>
                </a:lnTo>
                <a:cubicBezTo>
                  <a:pt x="1897094" y="3162586"/>
                  <a:pt x="1895380" y="3160967"/>
                  <a:pt x="1893380" y="3160967"/>
                </a:cubicBezTo>
                <a:lnTo>
                  <a:pt x="1884998" y="3160967"/>
                </a:lnTo>
                <a:lnTo>
                  <a:pt x="1884998" y="3137535"/>
                </a:lnTo>
                <a:lnTo>
                  <a:pt x="1898999" y="3122486"/>
                </a:lnTo>
                <a:close/>
                <a:moveTo>
                  <a:pt x="2069306" y="3107150"/>
                </a:moveTo>
                <a:cubicBezTo>
                  <a:pt x="2073116" y="3102007"/>
                  <a:pt x="2080451" y="3100864"/>
                  <a:pt x="2085689" y="3104674"/>
                </a:cubicBezTo>
                <a:cubicBezTo>
                  <a:pt x="2088166" y="3106484"/>
                  <a:pt x="2089880" y="3109246"/>
                  <a:pt x="2090357" y="3112294"/>
                </a:cubicBezTo>
                <a:cubicBezTo>
                  <a:pt x="2090833" y="3115342"/>
                  <a:pt x="2090071" y="3118485"/>
                  <a:pt x="2088261" y="3120962"/>
                </a:cubicBezTo>
                <a:cubicBezTo>
                  <a:pt x="2086451" y="3123438"/>
                  <a:pt x="2083689" y="3125153"/>
                  <a:pt x="2080641" y="3125629"/>
                </a:cubicBezTo>
                <a:cubicBezTo>
                  <a:pt x="2080070" y="3125629"/>
                  <a:pt x="2079403" y="3125724"/>
                  <a:pt x="2078831" y="3125724"/>
                </a:cubicBezTo>
                <a:cubicBezTo>
                  <a:pt x="2076355" y="3125724"/>
                  <a:pt x="2073974" y="3124962"/>
                  <a:pt x="2071973" y="3123438"/>
                </a:cubicBezTo>
                <a:cubicBezTo>
                  <a:pt x="2066735" y="3119628"/>
                  <a:pt x="2065687" y="3112294"/>
                  <a:pt x="2069497" y="3107055"/>
                </a:cubicBezTo>
                <a:close/>
                <a:moveTo>
                  <a:pt x="2142744" y="4317587"/>
                </a:moveTo>
                <a:cubicBezTo>
                  <a:pt x="2141792" y="4312825"/>
                  <a:pt x="2144840" y="4308253"/>
                  <a:pt x="2149602" y="4307301"/>
                </a:cubicBezTo>
                <a:cubicBezTo>
                  <a:pt x="2154365" y="4306348"/>
                  <a:pt x="2158937" y="4309396"/>
                  <a:pt x="2159889" y="4314159"/>
                </a:cubicBezTo>
                <a:cubicBezTo>
                  <a:pt x="2160842" y="4318921"/>
                  <a:pt x="2157794" y="4323493"/>
                  <a:pt x="2153031" y="4324445"/>
                </a:cubicBezTo>
                <a:cubicBezTo>
                  <a:pt x="2148269" y="4325398"/>
                  <a:pt x="2143697" y="4322350"/>
                  <a:pt x="2142744" y="4317587"/>
                </a:cubicBezTo>
                <a:close/>
                <a:moveTo>
                  <a:pt x="2158079" y="4288251"/>
                </a:moveTo>
                <a:cubicBezTo>
                  <a:pt x="2157127" y="4283488"/>
                  <a:pt x="2160175" y="4278916"/>
                  <a:pt x="2164937" y="4277963"/>
                </a:cubicBezTo>
                <a:cubicBezTo>
                  <a:pt x="2169700" y="4277011"/>
                  <a:pt x="2174272" y="4280059"/>
                  <a:pt x="2175224" y="4284821"/>
                </a:cubicBezTo>
                <a:cubicBezTo>
                  <a:pt x="2176177" y="4289584"/>
                  <a:pt x="2173129" y="4294156"/>
                  <a:pt x="2168366" y="4295109"/>
                </a:cubicBezTo>
                <a:cubicBezTo>
                  <a:pt x="2163604" y="4296061"/>
                  <a:pt x="2159032" y="4293013"/>
                  <a:pt x="2158079" y="4288251"/>
                </a:cubicBezTo>
                <a:close/>
                <a:moveTo>
                  <a:pt x="2081308" y="2935510"/>
                </a:moveTo>
                <a:cubicBezTo>
                  <a:pt x="2086356" y="2934367"/>
                  <a:pt x="2090166" y="2930080"/>
                  <a:pt x="2090166" y="2924747"/>
                </a:cubicBezTo>
                <a:cubicBezTo>
                  <a:pt x="2090166" y="2919413"/>
                  <a:pt x="2086356" y="2915126"/>
                  <a:pt x="2081308" y="2913984"/>
                </a:cubicBezTo>
                <a:lnTo>
                  <a:pt x="2081308" y="2889409"/>
                </a:lnTo>
                <a:lnTo>
                  <a:pt x="2104263" y="2889409"/>
                </a:lnTo>
                <a:cubicBezTo>
                  <a:pt x="2104263" y="2889409"/>
                  <a:pt x="2127028" y="2869502"/>
                  <a:pt x="2127028" y="2869502"/>
                </a:cubicBezTo>
                <a:lnTo>
                  <a:pt x="2127028" y="2817114"/>
                </a:lnTo>
                <a:cubicBezTo>
                  <a:pt x="2127028" y="2817114"/>
                  <a:pt x="2108645" y="2795016"/>
                  <a:pt x="2108645" y="2795016"/>
                </a:cubicBezTo>
                <a:lnTo>
                  <a:pt x="1989868" y="2795016"/>
                </a:lnTo>
                <a:cubicBezTo>
                  <a:pt x="1989773" y="2791301"/>
                  <a:pt x="1986629" y="2788158"/>
                  <a:pt x="1982819" y="2788253"/>
                </a:cubicBezTo>
                <a:lnTo>
                  <a:pt x="1969294" y="2788253"/>
                </a:lnTo>
                <a:cubicBezTo>
                  <a:pt x="1965389" y="2788253"/>
                  <a:pt x="1962150" y="2791492"/>
                  <a:pt x="1962245" y="2795397"/>
                </a:cubicBezTo>
                <a:lnTo>
                  <a:pt x="1962245" y="2799684"/>
                </a:lnTo>
                <a:cubicBezTo>
                  <a:pt x="1962245" y="2799684"/>
                  <a:pt x="1865948" y="2799398"/>
                  <a:pt x="1865948" y="2799398"/>
                </a:cubicBezTo>
                <a:lnTo>
                  <a:pt x="1849850" y="2785110"/>
                </a:lnTo>
                <a:lnTo>
                  <a:pt x="1796129" y="2785110"/>
                </a:lnTo>
                <a:cubicBezTo>
                  <a:pt x="1796129" y="2785110"/>
                  <a:pt x="1771460" y="2804827"/>
                  <a:pt x="1771460" y="2804827"/>
                </a:cubicBezTo>
                <a:lnTo>
                  <a:pt x="1771460" y="2895981"/>
                </a:lnTo>
                <a:cubicBezTo>
                  <a:pt x="1771460" y="2895981"/>
                  <a:pt x="1757553" y="2911507"/>
                  <a:pt x="1757553" y="2911507"/>
                </a:cubicBezTo>
                <a:lnTo>
                  <a:pt x="1757553" y="3007614"/>
                </a:lnTo>
                <a:lnTo>
                  <a:pt x="1753076" y="3007614"/>
                </a:lnTo>
                <a:cubicBezTo>
                  <a:pt x="1750124" y="3007614"/>
                  <a:pt x="1747552" y="3009424"/>
                  <a:pt x="1746504" y="3011996"/>
                </a:cubicBezTo>
                <a:lnTo>
                  <a:pt x="1715643" y="3011996"/>
                </a:lnTo>
                <a:cubicBezTo>
                  <a:pt x="1715643" y="3011996"/>
                  <a:pt x="1699546" y="2997708"/>
                  <a:pt x="1699546" y="2997708"/>
                </a:cubicBezTo>
                <a:lnTo>
                  <a:pt x="1573721" y="2997422"/>
                </a:lnTo>
                <a:cubicBezTo>
                  <a:pt x="1573244" y="2992469"/>
                  <a:pt x="1569244" y="2988469"/>
                  <a:pt x="1564100" y="2988469"/>
                </a:cubicBezTo>
                <a:cubicBezTo>
                  <a:pt x="1558671" y="2988469"/>
                  <a:pt x="1554290" y="2992850"/>
                  <a:pt x="1554290" y="2998280"/>
                </a:cubicBezTo>
                <a:cubicBezTo>
                  <a:pt x="1554290" y="3003709"/>
                  <a:pt x="1558671" y="3008090"/>
                  <a:pt x="1564100" y="3008090"/>
                </a:cubicBezTo>
                <a:cubicBezTo>
                  <a:pt x="1568101" y="3008090"/>
                  <a:pt x="1571530" y="3005709"/>
                  <a:pt x="1573054" y="3002280"/>
                </a:cubicBezTo>
                <a:lnTo>
                  <a:pt x="1697736" y="3002566"/>
                </a:lnTo>
                <a:lnTo>
                  <a:pt x="1713833" y="3016853"/>
                </a:lnTo>
                <a:lnTo>
                  <a:pt x="1746028" y="3016853"/>
                </a:lnTo>
                <a:cubicBezTo>
                  <a:pt x="1746028" y="3016853"/>
                  <a:pt x="1746028" y="3025997"/>
                  <a:pt x="1746028" y="3025997"/>
                </a:cubicBezTo>
                <a:lnTo>
                  <a:pt x="1713833" y="3025997"/>
                </a:lnTo>
                <a:cubicBezTo>
                  <a:pt x="1713833" y="3025997"/>
                  <a:pt x="1690402" y="3047714"/>
                  <a:pt x="1690402" y="3047714"/>
                </a:cubicBezTo>
                <a:lnTo>
                  <a:pt x="1594676" y="3048000"/>
                </a:lnTo>
                <a:cubicBezTo>
                  <a:pt x="1593628" y="3043809"/>
                  <a:pt x="1589913" y="3040666"/>
                  <a:pt x="1585436" y="3040666"/>
                </a:cubicBezTo>
                <a:cubicBezTo>
                  <a:pt x="1580007" y="3040666"/>
                  <a:pt x="1575626" y="3045047"/>
                  <a:pt x="1575626" y="3050477"/>
                </a:cubicBezTo>
                <a:cubicBezTo>
                  <a:pt x="1575626" y="3055906"/>
                  <a:pt x="1580007" y="3060287"/>
                  <a:pt x="1585436" y="3060287"/>
                </a:cubicBezTo>
                <a:cubicBezTo>
                  <a:pt x="1590008" y="3060287"/>
                  <a:pt x="1593628" y="3057144"/>
                  <a:pt x="1594676" y="3052858"/>
                </a:cubicBezTo>
                <a:lnTo>
                  <a:pt x="1691354" y="3052572"/>
                </a:lnTo>
                <a:lnTo>
                  <a:pt x="1692307" y="3052572"/>
                </a:lnTo>
                <a:lnTo>
                  <a:pt x="1715738" y="3030855"/>
                </a:lnTo>
                <a:lnTo>
                  <a:pt x="1746599" y="3030855"/>
                </a:lnTo>
                <a:cubicBezTo>
                  <a:pt x="1747647" y="3033522"/>
                  <a:pt x="1750219" y="3035522"/>
                  <a:pt x="1753267" y="3035522"/>
                </a:cubicBezTo>
                <a:lnTo>
                  <a:pt x="1766792" y="3035522"/>
                </a:lnTo>
                <a:cubicBezTo>
                  <a:pt x="1770698" y="3035522"/>
                  <a:pt x="1773936" y="3032284"/>
                  <a:pt x="1773841" y="3028379"/>
                </a:cubicBezTo>
                <a:lnTo>
                  <a:pt x="1773841" y="3014853"/>
                </a:lnTo>
                <a:cubicBezTo>
                  <a:pt x="1773841" y="3010948"/>
                  <a:pt x="1770602" y="3007709"/>
                  <a:pt x="1766602" y="3007805"/>
                </a:cubicBezTo>
                <a:lnTo>
                  <a:pt x="1762220" y="3007805"/>
                </a:lnTo>
                <a:cubicBezTo>
                  <a:pt x="1762220" y="3007805"/>
                  <a:pt x="1762220" y="2913602"/>
                  <a:pt x="1762220" y="2913602"/>
                </a:cubicBezTo>
                <a:lnTo>
                  <a:pt x="1776127" y="2898077"/>
                </a:lnTo>
                <a:lnTo>
                  <a:pt x="1776127" y="2807399"/>
                </a:lnTo>
                <a:cubicBezTo>
                  <a:pt x="1776127" y="2807399"/>
                  <a:pt x="1797749" y="2790063"/>
                  <a:pt x="1797749" y="2790063"/>
                </a:cubicBezTo>
                <a:lnTo>
                  <a:pt x="1847945" y="2790063"/>
                </a:lnTo>
                <a:cubicBezTo>
                  <a:pt x="1847945" y="2790063"/>
                  <a:pt x="1864043" y="2804446"/>
                  <a:pt x="1864043" y="2804446"/>
                </a:cubicBezTo>
                <a:lnTo>
                  <a:pt x="1962245" y="2804732"/>
                </a:lnTo>
                <a:lnTo>
                  <a:pt x="1962245" y="2809209"/>
                </a:lnTo>
                <a:cubicBezTo>
                  <a:pt x="1962245" y="2813113"/>
                  <a:pt x="1965484" y="2816352"/>
                  <a:pt x="1969389" y="2816257"/>
                </a:cubicBezTo>
                <a:lnTo>
                  <a:pt x="1982915" y="2816257"/>
                </a:lnTo>
                <a:cubicBezTo>
                  <a:pt x="1986820" y="2816257"/>
                  <a:pt x="1990058" y="2813018"/>
                  <a:pt x="1989963" y="2809018"/>
                </a:cubicBezTo>
                <a:lnTo>
                  <a:pt x="1989963" y="2806922"/>
                </a:lnTo>
                <a:cubicBezTo>
                  <a:pt x="1989963" y="2806922"/>
                  <a:pt x="2103120" y="2807018"/>
                  <a:pt x="2103120" y="2807018"/>
                </a:cubicBezTo>
                <a:lnTo>
                  <a:pt x="2115217" y="2821496"/>
                </a:lnTo>
                <a:lnTo>
                  <a:pt x="2115217" y="2864358"/>
                </a:lnTo>
                <a:cubicBezTo>
                  <a:pt x="2115217" y="2864358"/>
                  <a:pt x="2099882" y="2877788"/>
                  <a:pt x="2099882" y="2877788"/>
                </a:cubicBezTo>
                <a:lnTo>
                  <a:pt x="2081498" y="2877788"/>
                </a:lnTo>
                <a:lnTo>
                  <a:pt x="2081498" y="2864072"/>
                </a:lnTo>
                <a:lnTo>
                  <a:pt x="2062639" y="2845594"/>
                </a:lnTo>
                <a:lnTo>
                  <a:pt x="1935766" y="2845594"/>
                </a:lnTo>
                <a:lnTo>
                  <a:pt x="1912525" y="2823877"/>
                </a:lnTo>
                <a:lnTo>
                  <a:pt x="1826800" y="2823877"/>
                </a:lnTo>
                <a:cubicBezTo>
                  <a:pt x="1825657" y="2819781"/>
                  <a:pt x="1822037" y="2816733"/>
                  <a:pt x="1817561" y="2816733"/>
                </a:cubicBezTo>
                <a:cubicBezTo>
                  <a:pt x="1812131" y="2816733"/>
                  <a:pt x="1807750" y="2821115"/>
                  <a:pt x="1807750" y="2826544"/>
                </a:cubicBezTo>
                <a:cubicBezTo>
                  <a:pt x="1807750" y="2831973"/>
                  <a:pt x="1812131" y="2836355"/>
                  <a:pt x="1817561" y="2836355"/>
                </a:cubicBezTo>
                <a:cubicBezTo>
                  <a:pt x="1822228" y="2836355"/>
                  <a:pt x="1825943" y="2833021"/>
                  <a:pt x="1826895" y="2828639"/>
                </a:cubicBezTo>
                <a:lnTo>
                  <a:pt x="1910620" y="2828639"/>
                </a:lnTo>
                <a:cubicBezTo>
                  <a:pt x="1910620" y="2828639"/>
                  <a:pt x="1933861" y="2850452"/>
                  <a:pt x="1933861" y="2850452"/>
                </a:cubicBezTo>
                <a:lnTo>
                  <a:pt x="2060639" y="2850452"/>
                </a:lnTo>
                <a:lnTo>
                  <a:pt x="2076641" y="2866168"/>
                </a:lnTo>
                <a:lnTo>
                  <a:pt x="2076641" y="2877788"/>
                </a:lnTo>
                <a:lnTo>
                  <a:pt x="1916906" y="2877788"/>
                </a:lnTo>
                <a:cubicBezTo>
                  <a:pt x="1916430" y="2875693"/>
                  <a:pt x="1914620" y="2874169"/>
                  <a:pt x="1912430" y="2874169"/>
                </a:cubicBezTo>
                <a:lnTo>
                  <a:pt x="1898904" y="2874169"/>
                </a:lnTo>
                <a:cubicBezTo>
                  <a:pt x="1896332" y="2874169"/>
                  <a:pt x="1894142" y="2876264"/>
                  <a:pt x="1894142" y="2878931"/>
                </a:cubicBezTo>
                <a:lnTo>
                  <a:pt x="1894142" y="2892457"/>
                </a:lnTo>
                <a:cubicBezTo>
                  <a:pt x="1894142" y="2895029"/>
                  <a:pt x="1896237" y="2897219"/>
                  <a:pt x="1898904" y="2897219"/>
                </a:cubicBezTo>
                <a:lnTo>
                  <a:pt x="1912430" y="2897219"/>
                </a:lnTo>
                <a:cubicBezTo>
                  <a:pt x="1915001" y="2897219"/>
                  <a:pt x="1917192" y="2895124"/>
                  <a:pt x="1917192" y="2892457"/>
                </a:cubicBezTo>
                <a:lnTo>
                  <a:pt x="1917192" y="2889599"/>
                </a:lnTo>
                <a:lnTo>
                  <a:pt x="2076641" y="2889599"/>
                </a:lnTo>
                <a:lnTo>
                  <a:pt x="2076641" y="2914269"/>
                </a:lnTo>
                <a:cubicBezTo>
                  <a:pt x="2071592" y="2915412"/>
                  <a:pt x="2067782" y="2919698"/>
                  <a:pt x="2067782" y="2925032"/>
                </a:cubicBezTo>
                <a:cubicBezTo>
                  <a:pt x="2067782" y="2930367"/>
                  <a:pt x="2071592" y="2934653"/>
                  <a:pt x="2076641" y="2935796"/>
                </a:cubicBezTo>
                <a:lnTo>
                  <a:pt x="2076450" y="3100007"/>
                </a:lnTo>
                <a:lnTo>
                  <a:pt x="2081213" y="3100007"/>
                </a:lnTo>
                <a:lnTo>
                  <a:pt x="2081403" y="2935796"/>
                </a:lnTo>
                <a:close/>
                <a:moveTo>
                  <a:pt x="1564005" y="3003137"/>
                </a:moveTo>
                <a:cubicBezTo>
                  <a:pt x="1561243" y="3003137"/>
                  <a:pt x="1558957" y="3000851"/>
                  <a:pt x="1558957" y="2998089"/>
                </a:cubicBezTo>
                <a:cubicBezTo>
                  <a:pt x="1558957" y="2995327"/>
                  <a:pt x="1561243" y="2993041"/>
                  <a:pt x="1564005" y="2993041"/>
                </a:cubicBezTo>
                <a:cubicBezTo>
                  <a:pt x="1566767" y="2993041"/>
                  <a:pt x="1569053" y="2995327"/>
                  <a:pt x="1569053" y="2998089"/>
                </a:cubicBezTo>
                <a:cubicBezTo>
                  <a:pt x="1569053" y="3000851"/>
                  <a:pt x="1566767" y="3003137"/>
                  <a:pt x="1564005" y="3003137"/>
                </a:cubicBezTo>
                <a:close/>
                <a:moveTo>
                  <a:pt x="1585246" y="3055334"/>
                </a:moveTo>
                <a:cubicBezTo>
                  <a:pt x="1582484" y="3055334"/>
                  <a:pt x="1580198" y="3053048"/>
                  <a:pt x="1580198" y="3050286"/>
                </a:cubicBezTo>
                <a:cubicBezTo>
                  <a:pt x="1580198" y="3047524"/>
                  <a:pt x="1582484" y="3045238"/>
                  <a:pt x="1585246" y="3045238"/>
                </a:cubicBezTo>
                <a:cubicBezTo>
                  <a:pt x="1588008" y="3045238"/>
                  <a:pt x="1590294" y="3047524"/>
                  <a:pt x="1590294" y="3050286"/>
                </a:cubicBezTo>
                <a:cubicBezTo>
                  <a:pt x="1590294" y="3053048"/>
                  <a:pt x="1588008" y="3055334"/>
                  <a:pt x="1585246" y="3055334"/>
                </a:cubicBezTo>
                <a:close/>
                <a:moveTo>
                  <a:pt x="1766507" y="3012281"/>
                </a:moveTo>
                <a:cubicBezTo>
                  <a:pt x="1767840" y="3012281"/>
                  <a:pt x="1768888" y="3013329"/>
                  <a:pt x="1768888" y="3014663"/>
                </a:cubicBezTo>
                <a:lnTo>
                  <a:pt x="1768888" y="3028188"/>
                </a:lnTo>
                <a:cubicBezTo>
                  <a:pt x="1768888" y="3029522"/>
                  <a:pt x="1767935" y="3030569"/>
                  <a:pt x="1766602" y="3030569"/>
                </a:cubicBezTo>
                <a:lnTo>
                  <a:pt x="1753076" y="3030569"/>
                </a:lnTo>
                <a:cubicBezTo>
                  <a:pt x="1751743" y="3030569"/>
                  <a:pt x="1750695" y="3029617"/>
                  <a:pt x="1750695" y="3028284"/>
                </a:cubicBezTo>
                <a:lnTo>
                  <a:pt x="1750695" y="3014758"/>
                </a:lnTo>
                <a:cubicBezTo>
                  <a:pt x="1750695" y="3013424"/>
                  <a:pt x="1751648" y="3012377"/>
                  <a:pt x="1752981" y="3012377"/>
                </a:cubicBezTo>
                <a:lnTo>
                  <a:pt x="1766507" y="3012377"/>
                </a:lnTo>
                <a:close/>
                <a:moveTo>
                  <a:pt x="1982819" y="2811113"/>
                </a:moveTo>
                <a:lnTo>
                  <a:pt x="1969294" y="2811113"/>
                </a:lnTo>
                <a:cubicBezTo>
                  <a:pt x="1967960" y="2811113"/>
                  <a:pt x="1966913" y="2810161"/>
                  <a:pt x="1966913" y="2808827"/>
                </a:cubicBezTo>
                <a:lnTo>
                  <a:pt x="1966913" y="2795302"/>
                </a:lnTo>
                <a:cubicBezTo>
                  <a:pt x="1966913" y="2793968"/>
                  <a:pt x="1967865" y="2792921"/>
                  <a:pt x="1969199" y="2792921"/>
                </a:cubicBezTo>
                <a:lnTo>
                  <a:pt x="1982724" y="2792921"/>
                </a:lnTo>
                <a:cubicBezTo>
                  <a:pt x="1984057" y="2792921"/>
                  <a:pt x="1985105" y="2793873"/>
                  <a:pt x="1985105" y="2795207"/>
                </a:cubicBezTo>
                <a:lnTo>
                  <a:pt x="1985105" y="2808732"/>
                </a:lnTo>
                <a:cubicBezTo>
                  <a:pt x="1985105" y="2810066"/>
                  <a:pt x="1984153" y="2811113"/>
                  <a:pt x="1982819" y="2811113"/>
                </a:cubicBezTo>
                <a:close/>
                <a:moveTo>
                  <a:pt x="1817561" y="2831306"/>
                </a:moveTo>
                <a:cubicBezTo>
                  <a:pt x="1814798" y="2831306"/>
                  <a:pt x="1812512" y="2829020"/>
                  <a:pt x="1812512" y="2826258"/>
                </a:cubicBezTo>
                <a:cubicBezTo>
                  <a:pt x="1812512" y="2823496"/>
                  <a:pt x="1814798" y="2821210"/>
                  <a:pt x="1817561" y="2821210"/>
                </a:cubicBezTo>
                <a:cubicBezTo>
                  <a:pt x="1820323" y="2821210"/>
                  <a:pt x="1822609" y="2823496"/>
                  <a:pt x="1822609" y="2826258"/>
                </a:cubicBezTo>
                <a:cubicBezTo>
                  <a:pt x="1822609" y="2829020"/>
                  <a:pt x="1820323" y="2831306"/>
                  <a:pt x="1817561" y="2831306"/>
                </a:cubicBezTo>
                <a:close/>
                <a:moveTo>
                  <a:pt x="2072545" y="2924747"/>
                </a:moveTo>
                <a:cubicBezTo>
                  <a:pt x="2072545" y="2921127"/>
                  <a:pt x="2075498" y="2918270"/>
                  <a:pt x="2079022" y="2918270"/>
                </a:cubicBezTo>
                <a:cubicBezTo>
                  <a:pt x="2082546" y="2918270"/>
                  <a:pt x="2085499" y="2921222"/>
                  <a:pt x="2085499" y="2924747"/>
                </a:cubicBezTo>
                <a:cubicBezTo>
                  <a:pt x="2085499" y="2928271"/>
                  <a:pt x="2082546" y="2931224"/>
                  <a:pt x="2079022" y="2931224"/>
                </a:cubicBezTo>
                <a:cubicBezTo>
                  <a:pt x="2075498" y="2931224"/>
                  <a:pt x="2072545" y="2928366"/>
                  <a:pt x="2072545" y="2924747"/>
                </a:cubicBezTo>
                <a:close/>
                <a:moveTo>
                  <a:pt x="2189036" y="3919061"/>
                </a:moveTo>
                <a:cubicBezTo>
                  <a:pt x="2189607" y="3921824"/>
                  <a:pt x="2191322" y="3924205"/>
                  <a:pt x="2193703" y="3925729"/>
                </a:cubicBezTo>
                <a:cubicBezTo>
                  <a:pt x="2195417" y="3926872"/>
                  <a:pt x="2197418" y="3927348"/>
                  <a:pt x="2199323" y="3927348"/>
                </a:cubicBezTo>
                <a:cubicBezTo>
                  <a:pt x="2200085" y="3927348"/>
                  <a:pt x="2200847" y="3927348"/>
                  <a:pt x="2201609" y="3927062"/>
                </a:cubicBezTo>
                <a:cubicBezTo>
                  <a:pt x="2204371" y="3926491"/>
                  <a:pt x="2206752" y="3924776"/>
                  <a:pt x="2208276" y="3922395"/>
                </a:cubicBezTo>
                <a:cubicBezTo>
                  <a:pt x="2209800" y="3920014"/>
                  <a:pt x="2210276" y="3917156"/>
                  <a:pt x="2209705" y="3914394"/>
                </a:cubicBezTo>
                <a:cubicBezTo>
                  <a:pt x="2209133" y="3911632"/>
                  <a:pt x="2207419" y="3909251"/>
                  <a:pt x="2205038" y="3907727"/>
                </a:cubicBezTo>
                <a:cubicBezTo>
                  <a:pt x="2202656" y="3906203"/>
                  <a:pt x="2199799" y="3905726"/>
                  <a:pt x="2197037" y="3906298"/>
                </a:cubicBezTo>
                <a:cubicBezTo>
                  <a:pt x="2196370" y="3906488"/>
                  <a:pt x="2195798" y="3906869"/>
                  <a:pt x="2195132" y="3907155"/>
                </a:cubicBezTo>
                <a:lnTo>
                  <a:pt x="2164461" y="3876009"/>
                </a:lnTo>
                <a:lnTo>
                  <a:pt x="2135505" y="3876009"/>
                </a:lnTo>
                <a:cubicBezTo>
                  <a:pt x="2134362" y="3870293"/>
                  <a:pt x="2129504" y="3865912"/>
                  <a:pt x="2123504" y="3865912"/>
                </a:cubicBezTo>
                <a:cubicBezTo>
                  <a:pt x="2116646" y="3865912"/>
                  <a:pt x="2111026" y="3871532"/>
                  <a:pt x="2111026" y="3878390"/>
                </a:cubicBezTo>
                <a:cubicBezTo>
                  <a:pt x="2111026" y="3885248"/>
                  <a:pt x="2116646" y="3890867"/>
                  <a:pt x="2123504" y="3890867"/>
                </a:cubicBezTo>
                <a:cubicBezTo>
                  <a:pt x="2129504" y="3890867"/>
                  <a:pt x="2134362" y="3886486"/>
                  <a:pt x="2135505" y="3880771"/>
                </a:cubicBezTo>
                <a:lnTo>
                  <a:pt x="2162461" y="3880771"/>
                </a:lnTo>
                <a:lnTo>
                  <a:pt x="2191226" y="3910013"/>
                </a:lnTo>
                <a:cubicBezTo>
                  <a:pt x="2191226" y="3910013"/>
                  <a:pt x="2190655" y="3910489"/>
                  <a:pt x="2190369" y="3910870"/>
                </a:cubicBezTo>
                <a:cubicBezTo>
                  <a:pt x="2188845" y="3913251"/>
                  <a:pt x="2188369" y="3916109"/>
                  <a:pt x="2188940" y="3918871"/>
                </a:cubicBezTo>
                <a:close/>
                <a:moveTo>
                  <a:pt x="2194560" y="3913727"/>
                </a:moveTo>
                <a:cubicBezTo>
                  <a:pt x="2195417" y="3912489"/>
                  <a:pt x="2196656" y="3911537"/>
                  <a:pt x="2198084" y="3911251"/>
                </a:cubicBezTo>
                <a:lnTo>
                  <a:pt x="2198084" y="3911251"/>
                </a:lnTo>
                <a:cubicBezTo>
                  <a:pt x="2198084" y="3911251"/>
                  <a:pt x="2198942" y="3911155"/>
                  <a:pt x="2199323" y="3911155"/>
                </a:cubicBezTo>
                <a:cubicBezTo>
                  <a:pt x="2200370" y="3911155"/>
                  <a:pt x="2201418" y="3911442"/>
                  <a:pt x="2202371" y="3912013"/>
                </a:cubicBezTo>
                <a:cubicBezTo>
                  <a:pt x="2203609" y="3912870"/>
                  <a:pt x="2204561" y="3914109"/>
                  <a:pt x="2204847" y="3915537"/>
                </a:cubicBezTo>
                <a:cubicBezTo>
                  <a:pt x="2205133" y="3917061"/>
                  <a:pt x="2204847" y="3918490"/>
                  <a:pt x="2204085" y="3919823"/>
                </a:cubicBezTo>
                <a:cubicBezTo>
                  <a:pt x="2203228" y="3921062"/>
                  <a:pt x="2201990" y="3922014"/>
                  <a:pt x="2200561" y="3922300"/>
                </a:cubicBezTo>
                <a:cubicBezTo>
                  <a:pt x="2199037" y="3922681"/>
                  <a:pt x="2197608" y="3922300"/>
                  <a:pt x="2196275" y="3921538"/>
                </a:cubicBezTo>
                <a:cubicBezTo>
                  <a:pt x="2195036" y="3920680"/>
                  <a:pt x="2194084" y="3919442"/>
                  <a:pt x="2193798" y="3918013"/>
                </a:cubicBezTo>
                <a:cubicBezTo>
                  <a:pt x="2193512" y="3916490"/>
                  <a:pt x="2193798" y="3915061"/>
                  <a:pt x="2194560" y="3913727"/>
                </a:cubicBezTo>
                <a:close/>
                <a:moveTo>
                  <a:pt x="2123504" y="3886200"/>
                </a:moveTo>
                <a:cubicBezTo>
                  <a:pt x="2119313" y="3886200"/>
                  <a:pt x="2115884" y="3882771"/>
                  <a:pt x="2115884" y="3878580"/>
                </a:cubicBezTo>
                <a:cubicBezTo>
                  <a:pt x="2115884" y="3874389"/>
                  <a:pt x="2119313" y="3870960"/>
                  <a:pt x="2123504" y="3870960"/>
                </a:cubicBezTo>
                <a:cubicBezTo>
                  <a:pt x="2127695" y="3870960"/>
                  <a:pt x="2131124" y="3874389"/>
                  <a:pt x="2131124" y="3878580"/>
                </a:cubicBezTo>
                <a:cubicBezTo>
                  <a:pt x="2131124" y="3882771"/>
                  <a:pt x="2127695" y="3886200"/>
                  <a:pt x="2123504" y="3886200"/>
                </a:cubicBezTo>
                <a:close/>
                <a:moveTo>
                  <a:pt x="505111" y="1629347"/>
                </a:moveTo>
                <a:cubicBezTo>
                  <a:pt x="505111" y="1622393"/>
                  <a:pt x="510731" y="1616678"/>
                  <a:pt x="517779" y="1616678"/>
                </a:cubicBezTo>
                <a:cubicBezTo>
                  <a:pt x="524828" y="1616678"/>
                  <a:pt x="530447" y="1622298"/>
                  <a:pt x="530447" y="1629347"/>
                </a:cubicBezTo>
                <a:cubicBezTo>
                  <a:pt x="530447" y="1636395"/>
                  <a:pt x="524828" y="1642015"/>
                  <a:pt x="517779" y="1642015"/>
                </a:cubicBezTo>
                <a:cubicBezTo>
                  <a:pt x="510731" y="1642015"/>
                  <a:pt x="505111" y="1636395"/>
                  <a:pt x="505111" y="1629347"/>
                </a:cubicBezTo>
                <a:close/>
                <a:moveTo>
                  <a:pt x="2075593" y="3911155"/>
                </a:moveTo>
                <a:lnTo>
                  <a:pt x="2075593" y="3901630"/>
                </a:lnTo>
                <a:cubicBezTo>
                  <a:pt x="2075593" y="3899249"/>
                  <a:pt x="2077498" y="3897344"/>
                  <a:pt x="2079879" y="3897344"/>
                </a:cubicBezTo>
                <a:lnTo>
                  <a:pt x="2090166" y="3897344"/>
                </a:lnTo>
                <a:cubicBezTo>
                  <a:pt x="2092166" y="3897344"/>
                  <a:pt x="2093690" y="3898963"/>
                  <a:pt x="2093690" y="3900869"/>
                </a:cubicBezTo>
                <a:lnTo>
                  <a:pt x="2093690" y="3911155"/>
                </a:lnTo>
                <a:cubicBezTo>
                  <a:pt x="2093690" y="3913537"/>
                  <a:pt x="2091785" y="3915442"/>
                  <a:pt x="2089404" y="3915442"/>
                </a:cubicBezTo>
                <a:lnTo>
                  <a:pt x="2079879" y="3915442"/>
                </a:lnTo>
                <a:cubicBezTo>
                  <a:pt x="2077498" y="3915442"/>
                  <a:pt x="2075593" y="3913537"/>
                  <a:pt x="2075593" y="3911155"/>
                </a:cubicBezTo>
                <a:close/>
                <a:moveTo>
                  <a:pt x="2139696" y="3756279"/>
                </a:moveTo>
                <a:lnTo>
                  <a:pt x="2160270" y="3728371"/>
                </a:lnTo>
                <a:lnTo>
                  <a:pt x="2173034" y="3728371"/>
                </a:lnTo>
                <a:cubicBezTo>
                  <a:pt x="2180273" y="3728371"/>
                  <a:pt x="2186083" y="3722465"/>
                  <a:pt x="2186083" y="3715322"/>
                </a:cubicBezTo>
                <a:lnTo>
                  <a:pt x="2186083" y="3686747"/>
                </a:lnTo>
                <a:cubicBezTo>
                  <a:pt x="2186083" y="3679508"/>
                  <a:pt x="2180177" y="3673697"/>
                  <a:pt x="2173034" y="3673697"/>
                </a:cubicBezTo>
                <a:lnTo>
                  <a:pt x="2161127" y="3673697"/>
                </a:lnTo>
                <a:lnTo>
                  <a:pt x="2161127" y="3635407"/>
                </a:lnTo>
                <a:cubicBezTo>
                  <a:pt x="2161127" y="3635407"/>
                  <a:pt x="2128742" y="3605689"/>
                  <a:pt x="2128742" y="3605689"/>
                </a:cubicBezTo>
                <a:lnTo>
                  <a:pt x="2161032" y="3575971"/>
                </a:lnTo>
                <a:lnTo>
                  <a:pt x="2161032" y="3537490"/>
                </a:lnTo>
                <a:lnTo>
                  <a:pt x="2173034" y="3537490"/>
                </a:lnTo>
                <a:cubicBezTo>
                  <a:pt x="2178272" y="3537490"/>
                  <a:pt x="2182559" y="3533204"/>
                  <a:pt x="2182559" y="3527965"/>
                </a:cubicBezTo>
                <a:lnTo>
                  <a:pt x="2182559" y="3499390"/>
                </a:lnTo>
                <a:cubicBezTo>
                  <a:pt x="2182559" y="3494532"/>
                  <a:pt x="2178844" y="3490627"/>
                  <a:pt x="2174177" y="3490151"/>
                </a:cubicBezTo>
                <a:lnTo>
                  <a:pt x="2174177" y="3267647"/>
                </a:lnTo>
                <a:cubicBezTo>
                  <a:pt x="2177891" y="3266980"/>
                  <a:pt x="2181130" y="3265075"/>
                  <a:pt x="2183321" y="3262027"/>
                </a:cubicBezTo>
                <a:cubicBezTo>
                  <a:pt x="2187988" y="3255645"/>
                  <a:pt x="2186654" y="3246692"/>
                  <a:pt x="2180273" y="3242024"/>
                </a:cubicBezTo>
                <a:cubicBezTo>
                  <a:pt x="2177701" y="3240119"/>
                  <a:pt x="2174748" y="3239262"/>
                  <a:pt x="2171795" y="3239262"/>
                </a:cubicBezTo>
                <a:cubicBezTo>
                  <a:pt x="2167414" y="3239262"/>
                  <a:pt x="2163032" y="3241262"/>
                  <a:pt x="2160270" y="3245072"/>
                </a:cubicBezTo>
                <a:cubicBezTo>
                  <a:pt x="2155603" y="3251454"/>
                  <a:pt x="2156936" y="3260408"/>
                  <a:pt x="2163318" y="3265075"/>
                </a:cubicBezTo>
                <a:cubicBezTo>
                  <a:pt x="2165128" y="3266409"/>
                  <a:pt x="2167223" y="3267266"/>
                  <a:pt x="2169414" y="3267551"/>
                </a:cubicBezTo>
                <a:lnTo>
                  <a:pt x="2169414" y="3489865"/>
                </a:lnTo>
                <a:cubicBezTo>
                  <a:pt x="2169414" y="3489865"/>
                  <a:pt x="2144554" y="3489865"/>
                  <a:pt x="2144554" y="3489865"/>
                </a:cubicBezTo>
                <a:cubicBezTo>
                  <a:pt x="2143220" y="3489865"/>
                  <a:pt x="2141887" y="3490151"/>
                  <a:pt x="2140744" y="3490722"/>
                </a:cubicBezTo>
                <a:lnTo>
                  <a:pt x="2112264" y="3458242"/>
                </a:lnTo>
                <a:lnTo>
                  <a:pt x="2112264" y="3267551"/>
                </a:lnTo>
                <a:cubicBezTo>
                  <a:pt x="2115979" y="3266885"/>
                  <a:pt x="2119217" y="3264980"/>
                  <a:pt x="2121408" y="3261932"/>
                </a:cubicBezTo>
                <a:cubicBezTo>
                  <a:pt x="2126075" y="3255550"/>
                  <a:pt x="2124742" y="3246596"/>
                  <a:pt x="2118360" y="3241929"/>
                </a:cubicBezTo>
                <a:cubicBezTo>
                  <a:pt x="2115788" y="3240024"/>
                  <a:pt x="2112836" y="3239167"/>
                  <a:pt x="2109883" y="3239167"/>
                </a:cubicBezTo>
                <a:cubicBezTo>
                  <a:pt x="2105501" y="3239167"/>
                  <a:pt x="2101120" y="3241167"/>
                  <a:pt x="2098358" y="3244977"/>
                </a:cubicBezTo>
                <a:cubicBezTo>
                  <a:pt x="2093690" y="3251359"/>
                  <a:pt x="2095024" y="3260312"/>
                  <a:pt x="2101406" y="3264980"/>
                </a:cubicBezTo>
                <a:cubicBezTo>
                  <a:pt x="2103215" y="3266313"/>
                  <a:pt x="2105311" y="3267170"/>
                  <a:pt x="2107502" y="3267456"/>
                </a:cubicBezTo>
                <a:lnTo>
                  <a:pt x="2107502" y="3459956"/>
                </a:lnTo>
                <a:cubicBezTo>
                  <a:pt x="2107502" y="3459956"/>
                  <a:pt x="2137124" y="3493770"/>
                  <a:pt x="2137124" y="3493770"/>
                </a:cubicBezTo>
                <a:cubicBezTo>
                  <a:pt x="2135981" y="3495389"/>
                  <a:pt x="2135124" y="3497199"/>
                  <a:pt x="2135124" y="3499390"/>
                </a:cubicBezTo>
                <a:lnTo>
                  <a:pt x="2135124" y="3527965"/>
                </a:lnTo>
                <a:cubicBezTo>
                  <a:pt x="2135124" y="3533204"/>
                  <a:pt x="2139410" y="3537490"/>
                  <a:pt x="2144649" y="3537490"/>
                </a:cubicBezTo>
                <a:lnTo>
                  <a:pt x="2156555" y="3537490"/>
                </a:lnTo>
                <a:lnTo>
                  <a:pt x="2156555" y="3573875"/>
                </a:lnTo>
                <a:cubicBezTo>
                  <a:pt x="2156555" y="3573875"/>
                  <a:pt x="2126647" y="3601307"/>
                  <a:pt x="2126647" y="3601307"/>
                </a:cubicBezTo>
                <a:lnTo>
                  <a:pt x="2126647" y="3601307"/>
                </a:lnTo>
                <a:cubicBezTo>
                  <a:pt x="2126647" y="3595973"/>
                  <a:pt x="2122361" y="3591687"/>
                  <a:pt x="2117122" y="3591687"/>
                </a:cubicBezTo>
                <a:lnTo>
                  <a:pt x="2088547" y="3591687"/>
                </a:lnTo>
                <a:cubicBezTo>
                  <a:pt x="2083308" y="3591687"/>
                  <a:pt x="2079022" y="3595973"/>
                  <a:pt x="2079022" y="3601212"/>
                </a:cubicBezTo>
                <a:lnTo>
                  <a:pt x="2079022" y="3604070"/>
                </a:lnTo>
                <a:lnTo>
                  <a:pt x="2049113" y="3576542"/>
                </a:lnTo>
                <a:lnTo>
                  <a:pt x="2049113" y="3541014"/>
                </a:lnTo>
                <a:cubicBezTo>
                  <a:pt x="2049113" y="3541014"/>
                  <a:pt x="2061115" y="3541014"/>
                  <a:pt x="2061115" y="3541014"/>
                </a:cubicBezTo>
                <a:cubicBezTo>
                  <a:pt x="2068354" y="3541014"/>
                  <a:pt x="2074164" y="3535109"/>
                  <a:pt x="2074164" y="3527965"/>
                </a:cubicBezTo>
                <a:lnTo>
                  <a:pt x="2074164" y="3499390"/>
                </a:lnTo>
                <a:cubicBezTo>
                  <a:pt x="2074164" y="3492151"/>
                  <a:pt x="2068259" y="3486341"/>
                  <a:pt x="2061115" y="3486341"/>
                </a:cubicBezTo>
                <a:lnTo>
                  <a:pt x="2046827" y="3486341"/>
                </a:lnTo>
                <a:lnTo>
                  <a:pt x="2046351" y="3306890"/>
                </a:lnTo>
                <a:lnTo>
                  <a:pt x="2046351" y="3306032"/>
                </a:lnTo>
                <a:lnTo>
                  <a:pt x="2032064" y="3289935"/>
                </a:lnTo>
                <a:lnTo>
                  <a:pt x="2032064" y="3264503"/>
                </a:lnTo>
                <a:cubicBezTo>
                  <a:pt x="2032064" y="3264503"/>
                  <a:pt x="2040446" y="3264503"/>
                  <a:pt x="2040446" y="3264503"/>
                </a:cubicBezTo>
                <a:cubicBezTo>
                  <a:pt x="2043875" y="3264503"/>
                  <a:pt x="2046542" y="3261741"/>
                  <a:pt x="2046542" y="3258407"/>
                </a:cubicBezTo>
                <a:lnTo>
                  <a:pt x="2046542" y="3252788"/>
                </a:lnTo>
                <a:cubicBezTo>
                  <a:pt x="2046542" y="3249359"/>
                  <a:pt x="2043779" y="3246692"/>
                  <a:pt x="2040446" y="3246692"/>
                </a:cubicBezTo>
                <a:lnTo>
                  <a:pt x="2018824" y="3246692"/>
                </a:lnTo>
                <a:cubicBezTo>
                  <a:pt x="2015395" y="3246692"/>
                  <a:pt x="2012728" y="3249454"/>
                  <a:pt x="2012728" y="3252788"/>
                </a:cubicBezTo>
                <a:lnTo>
                  <a:pt x="2012728" y="3258407"/>
                </a:lnTo>
                <a:cubicBezTo>
                  <a:pt x="2012728" y="3261836"/>
                  <a:pt x="2015490" y="3264503"/>
                  <a:pt x="2018824" y="3264503"/>
                </a:cubicBezTo>
                <a:lnTo>
                  <a:pt x="2027301" y="3264503"/>
                </a:lnTo>
                <a:lnTo>
                  <a:pt x="2027301" y="3291745"/>
                </a:lnTo>
                <a:cubicBezTo>
                  <a:pt x="2027301" y="3291745"/>
                  <a:pt x="2041684" y="3307842"/>
                  <a:pt x="2041684" y="3307842"/>
                </a:cubicBezTo>
                <a:lnTo>
                  <a:pt x="2042160" y="3486341"/>
                </a:lnTo>
                <a:lnTo>
                  <a:pt x="2032635" y="3486341"/>
                </a:lnTo>
                <a:cubicBezTo>
                  <a:pt x="2025396" y="3486341"/>
                  <a:pt x="2019586" y="3492246"/>
                  <a:pt x="2019586" y="3499390"/>
                </a:cubicBezTo>
                <a:lnTo>
                  <a:pt x="2019586" y="3527965"/>
                </a:lnTo>
                <a:cubicBezTo>
                  <a:pt x="2019586" y="3535204"/>
                  <a:pt x="2025491" y="3541014"/>
                  <a:pt x="2032635" y="3541014"/>
                </a:cubicBezTo>
                <a:lnTo>
                  <a:pt x="2044351" y="3541014"/>
                </a:lnTo>
                <a:lnTo>
                  <a:pt x="2044351" y="3578638"/>
                </a:lnTo>
                <a:cubicBezTo>
                  <a:pt x="2044351" y="3578638"/>
                  <a:pt x="2076355" y="3608070"/>
                  <a:pt x="2076355" y="3608070"/>
                </a:cubicBezTo>
                <a:lnTo>
                  <a:pt x="2044446" y="3637502"/>
                </a:lnTo>
                <a:lnTo>
                  <a:pt x="2044446" y="3673697"/>
                </a:lnTo>
                <a:lnTo>
                  <a:pt x="2032540" y="3673697"/>
                </a:lnTo>
                <a:cubicBezTo>
                  <a:pt x="2025301" y="3673697"/>
                  <a:pt x="2019491" y="3679603"/>
                  <a:pt x="2019491" y="3686747"/>
                </a:cubicBezTo>
                <a:lnTo>
                  <a:pt x="2019491" y="3715322"/>
                </a:lnTo>
                <a:cubicBezTo>
                  <a:pt x="2019491" y="3722561"/>
                  <a:pt x="2025396" y="3728371"/>
                  <a:pt x="2032540" y="3728371"/>
                </a:cubicBezTo>
                <a:lnTo>
                  <a:pt x="2061115" y="3728371"/>
                </a:lnTo>
                <a:cubicBezTo>
                  <a:pt x="2068354" y="3728371"/>
                  <a:pt x="2074164" y="3722465"/>
                  <a:pt x="2074164" y="3715322"/>
                </a:cubicBezTo>
                <a:lnTo>
                  <a:pt x="2074164" y="3686747"/>
                </a:lnTo>
                <a:cubicBezTo>
                  <a:pt x="2074164" y="3679508"/>
                  <a:pt x="2068259" y="3673697"/>
                  <a:pt x="2061115" y="3673697"/>
                </a:cubicBezTo>
                <a:lnTo>
                  <a:pt x="2049018" y="3673697"/>
                </a:lnTo>
                <a:lnTo>
                  <a:pt x="2049018" y="3639598"/>
                </a:lnTo>
                <a:cubicBezTo>
                  <a:pt x="2049018" y="3639598"/>
                  <a:pt x="2079593" y="3611499"/>
                  <a:pt x="2079593" y="3611499"/>
                </a:cubicBezTo>
                <a:cubicBezTo>
                  <a:pt x="2080736" y="3615404"/>
                  <a:pt x="2084261" y="3618262"/>
                  <a:pt x="2088547" y="3618262"/>
                </a:cubicBezTo>
                <a:lnTo>
                  <a:pt x="2117122" y="3618262"/>
                </a:lnTo>
                <a:cubicBezTo>
                  <a:pt x="2121980" y="3618262"/>
                  <a:pt x="2125885" y="3614547"/>
                  <a:pt x="2126456" y="3609785"/>
                </a:cubicBezTo>
                <a:lnTo>
                  <a:pt x="2156460" y="3637407"/>
                </a:lnTo>
                <a:lnTo>
                  <a:pt x="2156460" y="3673602"/>
                </a:lnTo>
                <a:cubicBezTo>
                  <a:pt x="2156460" y="3673602"/>
                  <a:pt x="2144649" y="3673602"/>
                  <a:pt x="2144649" y="3673602"/>
                </a:cubicBezTo>
                <a:cubicBezTo>
                  <a:pt x="2137410" y="3673602"/>
                  <a:pt x="2131600" y="3679508"/>
                  <a:pt x="2131600" y="3686651"/>
                </a:cubicBezTo>
                <a:lnTo>
                  <a:pt x="2131600" y="3715226"/>
                </a:lnTo>
                <a:cubicBezTo>
                  <a:pt x="2131600" y="3722465"/>
                  <a:pt x="2137505" y="3728276"/>
                  <a:pt x="2144649" y="3728276"/>
                </a:cubicBezTo>
                <a:lnTo>
                  <a:pt x="2154555" y="3728276"/>
                </a:lnTo>
                <a:lnTo>
                  <a:pt x="2137505" y="3751421"/>
                </a:lnTo>
                <a:lnTo>
                  <a:pt x="1991678" y="3751421"/>
                </a:lnTo>
                <a:lnTo>
                  <a:pt x="1927003" y="3820954"/>
                </a:lnTo>
                <a:lnTo>
                  <a:pt x="1927003" y="3927253"/>
                </a:lnTo>
                <a:cubicBezTo>
                  <a:pt x="1920621" y="3928396"/>
                  <a:pt x="1915573" y="3934016"/>
                  <a:pt x="1915573" y="3940874"/>
                </a:cubicBezTo>
                <a:cubicBezTo>
                  <a:pt x="1915573" y="3948494"/>
                  <a:pt x="1921764" y="3954685"/>
                  <a:pt x="1929384" y="3954685"/>
                </a:cubicBezTo>
                <a:cubicBezTo>
                  <a:pt x="1937004" y="3954685"/>
                  <a:pt x="1943195" y="3948494"/>
                  <a:pt x="1943195" y="3940874"/>
                </a:cubicBezTo>
                <a:cubicBezTo>
                  <a:pt x="1943195" y="3934111"/>
                  <a:pt x="1938242" y="3928491"/>
                  <a:pt x="1931765" y="3927253"/>
                </a:cubicBezTo>
                <a:lnTo>
                  <a:pt x="1931765" y="3822859"/>
                </a:lnTo>
                <a:cubicBezTo>
                  <a:pt x="1931765" y="3822859"/>
                  <a:pt x="1993582" y="3756184"/>
                  <a:pt x="1993582" y="3756184"/>
                </a:cubicBezTo>
                <a:lnTo>
                  <a:pt x="2139791" y="3756184"/>
                </a:lnTo>
                <a:close/>
                <a:moveTo>
                  <a:pt x="2164842" y="3262884"/>
                </a:moveTo>
                <a:cubicBezTo>
                  <a:pt x="2159603" y="3259074"/>
                  <a:pt x="2158556" y="3251740"/>
                  <a:pt x="2162366" y="3246501"/>
                </a:cubicBezTo>
                <a:cubicBezTo>
                  <a:pt x="2166176" y="3241358"/>
                  <a:pt x="2173510" y="3240215"/>
                  <a:pt x="2178749" y="3244025"/>
                </a:cubicBezTo>
                <a:cubicBezTo>
                  <a:pt x="2181225" y="3245834"/>
                  <a:pt x="2182940" y="3248597"/>
                  <a:pt x="2183416" y="3251645"/>
                </a:cubicBezTo>
                <a:cubicBezTo>
                  <a:pt x="2183892" y="3254693"/>
                  <a:pt x="2183130" y="3257836"/>
                  <a:pt x="2181320" y="3260312"/>
                </a:cubicBezTo>
                <a:cubicBezTo>
                  <a:pt x="2179511" y="3262789"/>
                  <a:pt x="2176748" y="3264503"/>
                  <a:pt x="2173700" y="3264980"/>
                </a:cubicBezTo>
                <a:cubicBezTo>
                  <a:pt x="2173129" y="3264980"/>
                  <a:pt x="2172462" y="3265075"/>
                  <a:pt x="2171891" y="3265075"/>
                </a:cubicBezTo>
                <a:cubicBezTo>
                  <a:pt x="2169414" y="3265075"/>
                  <a:pt x="2167033" y="3264313"/>
                  <a:pt x="2165033" y="3262789"/>
                </a:cubicBezTo>
                <a:close/>
                <a:moveTo>
                  <a:pt x="2109692" y="3265170"/>
                </a:moveTo>
                <a:cubicBezTo>
                  <a:pt x="2107216" y="3265170"/>
                  <a:pt x="2104835" y="3264408"/>
                  <a:pt x="2102834" y="3262884"/>
                </a:cubicBezTo>
                <a:cubicBezTo>
                  <a:pt x="2097596" y="3259074"/>
                  <a:pt x="2096548" y="3251740"/>
                  <a:pt x="2100358" y="3246501"/>
                </a:cubicBezTo>
                <a:cubicBezTo>
                  <a:pt x="2104168" y="3241358"/>
                  <a:pt x="2111502" y="3240215"/>
                  <a:pt x="2116741" y="3244025"/>
                </a:cubicBezTo>
                <a:cubicBezTo>
                  <a:pt x="2119217" y="3245834"/>
                  <a:pt x="2120932" y="3248597"/>
                  <a:pt x="2121408" y="3251645"/>
                </a:cubicBezTo>
                <a:cubicBezTo>
                  <a:pt x="2121884" y="3254693"/>
                  <a:pt x="2121122" y="3257836"/>
                  <a:pt x="2119313" y="3260312"/>
                </a:cubicBezTo>
                <a:cubicBezTo>
                  <a:pt x="2117503" y="3262789"/>
                  <a:pt x="2114741" y="3264503"/>
                  <a:pt x="2111693" y="3264980"/>
                </a:cubicBezTo>
                <a:cubicBezTo>
                  <a:pt x="2111121" y="3264980"/>
                  <a:pt x="2110454" y="3265075"/>
                  <a:pt x="2109883" y="3265075"/>
                </a:cubicBezTo>
                <a:close/>
                <a:moveTo>
                  <a:pt x="2018728" y="3259741"/>
                </a:moveTo>
                <a:cubicBezTo>
                  <a:pt x="2017967" y="3259741"/>
                  <a:pt x="2017395" y="3259169"/>
                  <a:pt x="2017395" y="3258407"/>
                </a:cubicBezTo>
                <a:lnTo>
                  <a:pt x="2017395" y="3252788"/>
                </a:lnTo>
                <a:cubicBezTo>
                  <a:pt x="2017395" y="3252026"/>
                  <a:pt x="2017967" y="3251454"/>
                  <a:pt x="2018728" y="3251454"/>
                </a:cubicBezTo>
                <a:lnTo>
                  <a:pt x="2040350" y="3251454"/>
                </a:lnTo>
                <a:cubicBezTo>
                  <a:pt x="2041112" y="3251454"/>
                  <a:pt x="2041684" y="3252026"/>
                  <a:pt x="2041684" y="3252788"/>
                </a:cubicBezTo>
                <a:lnTo>
                  <a:pt x="2041684" y="3258407"/>
                </a:lnTo>
                <a:cubicBezTo>
                  <a:pt x="2041684" y="3259169"/>
                  <a:pt x="2041112" y="3259741"/>
                  <a:pt x="2040350" y="3259741"/>
                </a:cubicBezTo>
                <a:lnTo>
                  <a:pt x="2018728" y="3259741"/>
                </a:lnTo>
                <a:close/>
                <a:moveTo>
                  <a:pt x="2032349" y="3533870"/>
                </a:moveTo>
                <a:cubicBezTo>
                  <a:pt x="2029111" y="3533870"/>
                  <a:pt x="2026444" y="3531203"/>
                  <a:pt x="2026444" y="3527965"/>
                </a:cubicBezTo>
                <a:lnTo>
                  <a:pt x="2026444" y="3499390"/>
                </a:lnTo>
                <a:cubicBezTo>
                  <a:pt x="2026444" y="3496151"/>
                  <a:pt x="2029111" y="3493484"/>
                  <a:pt x="2032349" y="3493484"/>
                </a:cubicBezTo>
                <a:lnTo>
                  <a:pt x="2060924" y="3493484"/>
                </a:lnTo>
                <a:cubicBezTo>
                  <a:pt x="2064163" y="3493484"/>
                  <a:pt x="2066830" y="3496151"/>
                  <a:pt x="2066830" y="3499390"/>
                </a:cubicBezTo>
                <a:lnTo>
                  <a:pt x="2066830" y="3527965"/>
                </a:lnTo>
                <a:cubicBezTo>
                  <a:pt x="2066830" y="3531203"/>
                  <a:pt x="2064163" y="3533870"/>
                  <a:pt x="2060924" y="3533870"/>
                </a:cubicBezTo>
                <a:lnTo>
                  <a:pt x="2032349" y="3533870"/>
                </a:lnTo>
                <a:close/>
                <a:moveTo>
                  <a:pt x="2061020" y="3680841"/>
                </a:moveTo>
                <a:cubicBezTo>
                  <a:pt x="2064258" y="3680841"/>
                  <a:pt x="2066925" y="3683508"/>
                  <a:pt x="2066925" y="3686747"/>
                </a:cubicBezTo>
                <a:lnTo>
                  <a:pt x="2066925" y="3715322"/>
                </a:lnTo>
                <a:cubicBezTo>
                  <a:pt x="2066925" y="3718560"/>
                  <a:pt x="2064258" y="3721227"/>
                  <a:pt x="2061020" y="3721227"/>
                </a:cubicBezTo>
                <a:lnTo>
                  <a:pt x="2032445" y="3721227"/>
                </a:lnTo>
                <a:cubicBezTo>
                  <a:pt x="2029206" y="3721227"/>
                  <a:pt x="2026539" y="3718560"/>
                  <a:pt x="2026539" y="3715322"/>
                </a:cubicBezTo>
                <a:lnTo>
                  <a:pt x="2026539" y="3686747"/>
                </a:lnTo>
                <a:cubicBezTo>
                  <a:pt x="2026539" y="3683508"/>
                  <a:pt x="2029206" y="3680841"/>
                  <a:pt x="2032445" y="3680841"/>
                </a:cubicBezTo>
                <a:lnTo>
                  <a:pt x="2061020" y="3680841"/>
                </a:lnTo>
                <a:close/>
                <a:moveTo>
                  <a:pt x="2078927" y="3608832"/>
                </a:moveTo>
                <a:lnTo>
                  <a:pt x="2078260" y="3608165"/>
                </a:lnTo>
                <a:lnTo>
                  <a:pt x="2078927" y="3607499"/>
                </a:lnTo>
                <a:lnTo>
                  <a:pt x="2078927" y="3608927"/>
                </a:lnTo>
                <a:close/>
                <a:moveTo>
                  <a:pt x="2126456" y="3606546"/>
                </a:moveTo>
                <a:lnTo>
                  <a:pt x="2126456" y="3604736"/>
                </a:lnTo>
                <a:lnTo>
                  <a:pt x="2127314" y="3605689"/>
                </a:lnTo>
                <a:lnTo>
                  <a:pt x="2126456" y="3606642"/>
                </a:lnTo>
                <a:close/>
                <a:moveTo>
                  <a:pt x="2144459" y="3721322"/>
                </a:moveTo>
                <a:cubicBezTo>
                  <a:pt x="2141220" y="3721322"/>
                  <a:pt x="2138553" y="3718655"/>
                  <a:pt x="2138553" y="3715417"/>
                </a:cubicBezTo>
                <a:lnTo>
                  <a:pt x="2138553" y="3686842"/>
                </a:lnTo>
                <a:cubicBezTo>
                  <a:pt x="2138553" y="3683603"/>
                  <a:pt x="2141220" y="3680936"/>
                  <a:pt x="2144459" y="3680936"/>
                </a:cubicBezTo>
                <a:lnTo>
                  <a:pt x="2173034" y="3680936"/>
                </a:lnTo>
                <a:cubicBezTo>
                  <a:pt x="2176272" y="3680936"/>
                  <a:pt x="2178939" y="3683603"/>
                  <a:pt x="2178939" y="3686842"/>
                </a:cubicBezTo>
                <a:lnTo>
                  <a:pt x="2178939" y="3715417"/>
                </a:lnTo>
                <a:cubicBezTo>
                  <a:pt x="2178939" y="3718655"/>
                  <a:pt x="2176272" y="3721322"/>
                  <a:pt x="2173034" y="3721322"/>
                </a:cubicBezTo>
                <a:lnTo>
                  <a:pt x="2144459" y="3721322"/>
                </a:lnTo>
                <a:close/>
                <a:moveTo>
                  <a:pt x="546926" y="3143155"/>
                </a:moveTo>
                <a:lnTo>
                  <a:pt x="534162" y="3129725"/>
                </a:lnTo>
                <a:lnTo>
                  <a:pt x="537591" y="3126486"/>
                </a:lnTo>
                <a:lnTo>
                  <a:pt x="550355" y="3139917"/>
                </a:lnTo>
                <a:lnTo>
                  <a:pt x="546926" y="3143155"/>
                </a:lnTo>
                <a:close/>
                <a:moveTo>
                  <a:pt x="120110" y="2994279"/>
                </a:moveTo>
                <a:lnTo>
                  <a:pt x="120491" y="2994565"/>
                </a:lnTo>
                <a:lnTo>
                  <a:pt x="194215" y="2994565"/>
                </a:lnTo>
                <a:cubicBezTo>
                  <a:pt x="195453" y="3000375"/>
                  <a:pt x="200501" y="3004661"/>
                  <a:pt x="206502" y="3004661"/>
                </a:cubicBezTo>
                <a:cubicBezTo>
                  <a:pt x="207074" y="3004661"/>
                  <a:pt x="207550" y="3004661"/>
                  <a:pt x="208121" y="3004566"/>
                </a:cubicBezTo>
                <a:cubicBezTo>
                  <a:pt x="215075" y="3003709"/>
                  <a:pt x="219932" y="2997327"/>
                  <a:pt x="219075" y="2990374"/>
                </a:cubicBezTo>
                <a:cubicBezTo>
                  <a:pt x="218694" y="2987040"/>
                  <a:pt x="216980" y="2984087"/>
                  <a:pt x="214313" y="2981992"/>
                </a:cubicBezTo>
                <a:cubicBezTo>
                  <a:pt x="211645" y="2979896"/>
                  <a:pt x="208312" y="2979039"/>
                  <a:pt x="204978" y="2979420"/>
                </a:cubicBezTo>
                <a:cubicBezTo>
                  <a:pt x="201644" y="2979801"/>
                  <a:pt x="198692" y="2981516"/>
                  <a:pt x="196596" y="2984183"/>
                </a:cubicBezTo>
                <a:cubicBezTo>
                  <a:pt x="194882" y="2986469"/>
                  <a:pt x="194120" y="2989231"/>
                  <a:pt x="194120" y="2991993"/>
                </a:cubicBezTo>
                <a:lnTo>
                  <a:pt x="121444" y="2991993"/>
                </a:lnTo>
                <a:cubicBezTo>
                  <a:pt x="121444" y="2991993"/>
                  <a:pt x="54959" y="2934557"/>
                  <a:pt x="54959" y="2934557"/>
                </a:cubicBezTo>
                <a:lnTo>
                  <a:pt x="54578" y="2934272"/>
                </a:lnTo>
                <a:lnTo>
                  <a:pt x="95" y="2934272"/>
                </a:lnTo>
                <a:lnTo>
                  <a:pt x="95" y="2936653"/>
                </a:lnTo>
                <a:lnTo>
                  <a:pt x="53721" y="2936653"/>
                </a:lnTo>
                <a:lnTo>
                  <a:pt x="120206" y="2994088"/>
                </a:lnTo>
                <a:close/>
                <a:moveTo>
                  <a:pt x="200216" y="2987230"/>
                </a:moveTo>
                <a:cubicBezTo>
                  <a:pt x="201454" y="2985611"/>
                  <a:pt x="203359" y="2984468"/>
                  <a:pt x="205454" y="2984278"/>
                </a:cubicBezTo>
                <a:cubicBezTo>
                  <a:pt x="205835" y="2984278"/>
                  <a:pt x="206121" y="2984278"/>
                  <a:pt x="206502" y="2984278"/>
                </a:cubicBezTo>
                <a:cubicBezTo>
                  <a:pt x="208217" y="2984278"/>
                  <a:pt x="209931" y="2984849"/>
                  <a:pt x="211265" y="2985897"/>
                </a:cubicBezTo>
                <a:cubicBezTo>
                  <a:pt x="212884" y="2987135"/>
                  <a:pt x="214027" y="2989040"/>
                  <a:pt x="214217" y="2991136"/>
                </a:cubicBezTo>
                <a:lnTo>
                  <a:pt x="214217" y="2991136"/>
                </a:lnTo>
                <a:cubicBezTo>
                  <a:pt x="214789" y="2995422"/>
                  <a:pt x="211741" y="2999423"/>
                  <a:pt x="207455" y="2999994"/>
                </a:cubicBezTo>
                <a:cubicBezTo>
                  <a:pt x="203168" y="3000661"/>
                  <a:pt x="199168" y="2997518"/>
                  <a:pt x="198596" y="2993136"/>
                </a:cubicBezTo>
                <a:cubicBezTo>
                  <a:pt x="198311" y="2991041"/>
                  <a:pt x="198882" y="2988945"/>
                  <a:pt x="200216" y="2987326"/>
                </a:cubicBezTo>
                <a:close/>
                <a:moveTo>
                  <a:pt x="1117283" y="2956465"/>
                </a:moveTo>
                <a:lnTo>
                  <a:pt x="1117283" y="2935510"/>
                </a:lnTo>
                <a:lnTo>
                  <a:pt x="1012222" y="2935510"/>
                </a:lnTo>
                <a:lnTo>
                  <a:pt x="1012222" y="2937891"/>
                </a:lnTo>
                <a:cubicBezTo>
                  <a:pt x="1012222" y="2933510"/>
                  <a:pt x="1010222" y="2929128"/>
                  <a:pt x="1006412" y="2926366"/>
                </a:cubicBezTo>
                <a:cubicBezTo>
                  <a:pt x="1000030" y="2921699"/>
                  <a:pt x="991076" y="2923032"/>
                  <a:pt x="986409" y="2929414"/>
                </a:cubicBezTo>
                <a:cubicBezTo>
                  <a:pt x="984123" y="2932462"/>
                  <a:pt x="983266" y="2936272"/>
                  <a:pt x="983837" y="2940082"/>
                </a:cubicBezTo>
                <a:cubicBezTo>
                  <a:pt x="984409" y="2943892"/>
                  <a:pt x="986409" y="2947226"/>
                  <a:pt x="989552" y="2949417"/>
                </a:cubicBezTo>
                <a:cubicBezTo>
                  <a:pt x="995934" y="2954084"/>
                  <a:pt x="1004888" y="2952750"/>
                  <a:pt x="1009555" y="2946368"/>
                </a:cubicBezTo>
                <a:cubicBezTo>
                  <a:pt x="1011460" y="2943797"/>
                  <a:pt x="1012317" y="2940844"/>
                  <a:pt x="1012317" y="2937891"/>
                </a:cubicBezTo>
                <a:lnTo>
                  <a:pt x="1012317" y="2940272"/>
                </a:lnTo>
                <a:lnTo>
                  <a:pt x="1112615" y="2940272"/>
                </a:lnTo>
                <a:cubicBezTo>
                  <a:pt x="1112615" y="2940272"/>
                  <a:pt x="1112615" y="2953988"/>
                  <a:pt x="1112615" y="2953988"/>
                </a:cubicBezTo>
                <a:lnTo>
                  <a:pt x="1029367" y="3010757"/>
                </a:lnTo>
                <a:cubicBezTo>
                  <a:pt x="1027557" y="3008376"/>
                  <a:pt x="1024890" y="3006662"/>
                  <a:pt x="1021652" y="3006662"/>
                </a:cubicBezTo>
                <a:cubicBezTo>
                  <a:pt x="1016318" y="3006662"/>
                  <a:pt x="1011936" y="3011043"/>
                  <a:pt x="1011936" y="3016472"/>
                </a:cubicBezTo>
                <a:cubicBezTo>
                  <a:pt x="1011936" y="3021902"/>
                  <a:pt x="1016318" y="3026188"/>
                  <a:pt x="1021652" y="3026188"/>
                </a:cubicBezTo>
                <a:cubicBezTo>
                  <a:pt x="1026986" y="3026188"/>
                  <a:pt x="1031462" y="3021806"/>
                  <a:pt x="1031462" y="3016472"/>
                </a:cubicBezTo>
                <a:cubicBezTo>
                  <a:pt x="1031462" y="3016092"/>
                  <a:pt x="1031272" y="3015710"/>
                  <a:pt x="1031272" y="3015329"/>
                </a:cubicBezTo>
                <a:lnTo>
                  <a:pt x="1116425" y="2957227"/>
                </a:lnTo>
                <a:lnTo>
                  <a:pt x="1117473" y="2956465"/>
                </a:lnTo>
                <a:close/>
                <a:moveTo>
                  <a:pt x="1007364" y="2944844"/>
                </a:moveTo>
                <a:cubicBezTo>
                  <a:pt x="1005554" y="2947321"/>
                  <a:pt x="1002792" y="2949035"/>
                  <a:pt x="999744" y="2949512"/>
                </a:cubicBezTo>
                <a:cubicBezTo>
                  <a:pt x="996696" y="2949988"/>
                  <a:pt x="993553" y="2949226"/>
                  <a:pt x="991076" y="2947416"/>
                </a:cubicBezTo>
                <a:cubicBezTo>
                  <a:pt x="988600" y="2945606"/>
                  <a:pt x="986885" y="2942844"/>
                  <a:pt x="986409" y="2939796"/>
                </a:cubicBezTo>
                <a:cubicBezTo>
                  <a:pt x="986409" y="2939225"/>
                  <a:pt x="986314" y="2938558"/>
                  <a:pt x="986314" y="2937986"/>
                </a:cubicBezTo>
                <a:cubicBezTo>
                  <a:pt x="986314" y="2935510"/>
                  <a:pt x="987076" y="2933129"/>
                  <a:pt x="988600" y="2931128"/>
                </a:cubicBezTo>
                <a:cubicBezTo>
                  <a:pt x="992410" y="2925890"/>
                  <a:pt x="999744" y="2924842"/>
                  <a:pt x="1004983" y="2928652"/>
                </a:cubicBezTo>
                <a:cubicBezTo>
                  <a:pt x="1010126" y="2932462"/>
                  <a:pt x="1011269" y="2939796"/>
                  <a:pt x="1007459" y="2945035"/>
                </a:cubicBezTo>
                <a:close/>
                <a:moveTo>
                  <a:pt x="1021556" y="3021425"/>
                </a:moveTo>
                <a:cubicBezTo>
                  <a:pt x="1018794" y="3021425"/>
                  <a:pt x="1016603" y="3019139"/>
                  <a:pt x="1016603" y="3016472"/>
                </a:cubicBezTo>
                <a:cubicBezTo>
                  <a:pt x="1016603" y="3013805"/>
                  <a:pt x="1018889" y="3011424"/>
                  <a:pt x="1021556" y="3011424"/>
                </a:cubicBezTo>
                <a:cubicBezTo>
                  <a:pt x="1024223" y="3011424"/>
                  <a:pt x="1026604" y="3013710"/>
                  <a:pt x="1026604" y="3016472"/>
                </a:cubicBezTo>
                <a:cubicBezTo>
                  <a:pt x="1026604" y="3019235"/>
                  <a:pt x="1024319" y="3021425"/>
                  <a:pt x="1021556" y="3021425"/>
                </a:cubicBezTo>
                <a:close/>
                <a:moveTo>
                  <a:pt x="1723644" y="3083814"/>
                </a:moveTo>
                <a:cubicBezTo>
                  <a:pt x="1723644" y="3076861"/>
                  <a:pt x="1729264" y="3071146"/>
                  <a:pt x="1736312" y="3071146"/>
                </a:cubicBezTo>
                <a:cubicBezTo>
                  <a:pt x="1743361" y="3071146"/>
                  <a:pt x="1748981" y="3076766"/>
                  <a:pt x="1748981" y="3083814"/>
                </a:cubicBezTo>
                <a:cubicBezTo>
                  <a:pt x="1748981" y="3090863"/>
                  <a:pt x="1743361" y="3096482"/>
                  <a:pt x="1736312" y="3096482"/>
                </a:cubicBezTo>
                <a:cubicBezTo>
                  <a:pt x="1729264" y="3096482"/>
                  <a:pt x="1723644" y="3090863"/>
                  <a:pt x="1723644" y="3083814"/>
                </a:cubicBezTo>
                <a:close/>
                <a:moveTo>
                  <a:pt x="1836992" y="3314129"/>
                </a:moveTo>
                <a:lnTo>
                  <a:pt x="1824514" y="3314129"/>
                </a:lnTo>
                <a:cubicBezTo>
                  <a:pt x="1821466" y="3314129"/>
                  <a:pt x="1818989" y="3316605"/>
                  <a:pt x="1818989" y="3319653"/>
                </a:cubicBezTo>
                <a:lnTo>
                  <a:pt x="1818989" y="3323559"/>
                </a:lnTo>
                <a:lnTo>
                  <a:pt x="1730788" y="3324130"/>
                </a:lnTo>
                <a:lnTo>
                  <a:pt x="1711547" y="3304604"/>
                </a:lnTo>
                <a:lnTo>
                  <a:pt x="1617631" y="3304604"/>
                </a:lnTo>
                <a:cubicBezTo>
                  <a:pt x="1616774" y="3299651"/>
                  <a:pt x="1613059" y="3295745"/>
                  <a:pt x="1608106" y="3294793"/>
                </a:cubicBezTo>
                <a:lnTo>
                  <a:pt x="1607725" y="3263646"/>
                </a:lnTo>
                <a:lnTo>
                  <a:pt x="1656683" y="3215450"/>
                </a:lnTo>
                <a:cubicBezTo>
                  <a:pt x="1657255" y="3215640"/>
                  <a:pt x="1657826" y="3215830"/>
                  <a:pt x="1658493" y="3215830"/>
                </a:cubicBezTo>
                <a:lnTo>
                  <a:pt x="1670971" y="3215830"/>
                </a:lnTo>
                <a:cubicBezTo>
                  <a:pt x="1674019" y="3215830"/>
                  <a:pt x="1676495" y="3213354"/>
                  <a:pt x="1676495" y="3210306"/>
                </a:cubicBezTo>
                <a:lnTo>
                  <a:pt x="1676495" y="3197828"/>
                </a:lnTo>
                <a:cubicBezTo>
                  <a:pt x="1676495" y="3194780"/>
                  <a:pt x="1674019" y="3192304"/>
                  <a:pt x="1670971" y="3192304"/>
                </a:cubicBezTo>
                <a:lnTo>
                  <a:pt x="1658493" y="3192304"/>
                </a:lnTo>
                <a:cubicBezTo>
                  <a:pt x="1655445" y="3192304"/>
                  <a:pt x="1652969" y="3194780"/>
                  <a:pt x="1652969" y="3197828"/>
                </a:cubicBezTo>
                <a:lnTo>
                  <a:pt x="1652969" y="3210306"/>
                </a:lnTo>
                <a:cubicBezTo>
                  <a:pt x="1652969" y="3210973"/>
                  <a:pt x="1653159" y="3211544"/>
                  <a:pt x="1653350" y="3212116"/>
                </a:cubicBezTo>
                <a:lnTo>
                  <a:pt x="1602962" y="3261741"/>
                </a:lnTo>
                <a:lnTo>
                  <a:pt x="1603343" y="3294888"/>
                </a:lnTo>
                <a:cubicBezTo>
                  <a:pt x="1597819" y="3296031"/>
                  <a:pt x="1593532" y="3300698"/>
                  <a:pt x="1593532" y="3306604"/>
                </a:cubicBezTo>
                <a:cubicBezTo>
                  <a:pt x="1593532" y="3313367"/>
                  <a:pt x="1599057" y="3318796"/>
                  <a:pt x="1605820" y="3318796"/>
                </a:cubicBezTo>
                <a:cubicBezTo>
                  <a:pt x="1611535" y="3318796"/>
                  <a:pt x="1616202" y="3314700"/>
                  <a:pt x="1617536" y="3309366"/>
                </a:cubicBezTo>
                <a:lnTo>
                  <a:pt x="1709642" y="3309366"/>
                </a:lnTo>
                <a:lnTo>
                  <a:pt x="1728978" y="3328892"/>
                </a:lnTo>
                <a:lnTo>
                  <a:pt x="1819180" y="3328226"/>
                </a:lnTo>
                <a:lnTo>
                  <a:pt x="1819180" y="3332036"/>
                </a:lnTo>
                <a:cubicBezTo>
                  <a:pt x="1819180" y="3335084"/>
                  <a:pt x="1821656" y="3337560"/>
                  <a:pt x="1824704" y="3337560"/>
                </a:cubicBezTo>
                <a:lnTo>
                  <a:pt x="1837182" y="3337560"/>
                </a:lnTo>
                <a:cubicBezTo>
                  <a:pt x="1840230" y="3337560"/>
                  <a:pt x="1842707" y="3335084"/>
                  <a:pt x="1842707" y="3332036"/>
                </a:cubicBezTo>
                <a:lnTo>
                  <a:pt x="1842707" y="3319558"/>
                </a:lnTo>
                <a:cubicBezTo>
                  <a:pt x="1842707" y="3316510"/>
                  <a:pt x="1840230" y="3314034"/>
                  <a:pt x="1837182" y="3314034"/>
                </a:cubicBezTo>
                <a:close/>
                <a:moveTo>
                  <a:pt x="1657636" y="3197828"/>
                </a:moveTo>
                <a:cubicBezTo>
                  <a:pt x="1657636" y="3197828"/>
                  <a:pt x="1658017" y="3197067"/>
                  <a:pt x="1658398" y="3197067"/>
                </a:cubicBezTo>
                <a:lnTo>
                  <a:pt x="1670876" y="3197067"/>
                </a:lnTo>
                <a:cubicBezTo>
                  <a:pt x="1670876" y="3197067"/>
                  <a:pt x="1671638" y="3197447"/>
                  <a:pt x="1671638" y="3197828"/>
                </a:cubicBezTo>
                <a:lnTo>
                  <a:pt x="1671638" y="3210306"/>
                </a:lnTo>
                <a:cubicBezTo>
                  <a:pt x="1671638" y="3210306"/>
                  <a:pt x="1671257" y="3211068"/>
                  <a:pt x="1670876" y="3211068"/>
                </a:cubicBezTo>
                <a:lnTo>
                  <a:pt x="1658398" y="3211068"/>
                </a:lnTo>
                <a:cubicBezTo>
                  <a:pt x="1658398" y="3211068"/>
                  <a:pt x="1657636" y="3210687"/>
                  <a:pt x="1657636" y="3210306"/>
                </a:cubicBezTo>
                <a:lnTo>
                  <a:pt x="1657636" y="3197828"/>
                </a:lnTo>
                <a:close/>
                <a:moveTo>
                  <a:pt x="1605725" y="3314129"/>
                </a:moveTo>
                <a:cubicBezTo>
                  <a:pt x="1601629" y="3314129"/>
                  <a:pt x="1598200" y="3310795"/>
                  <a:pt x="1598200" y="3306699"/>
                </a:cubicBezTo>
                <a:cubicBezTo>
                  <a:pt x="1598200" y="3302603"/>
                  <a:pt x="1601534" y="3299174"/>
                  <a:pt x="1605725" y="3299174"/>
                </a:cubicBezTo>
                <a:cubicBezTo>
                  <a:pt x="1609916" y="3299174"/>
                  <a:pt x="1613249" y="3302508"/>
                  <a:pt x="1613249" y="3306699"/>
                </a:cubicBezTo>
                <a:cubicBezTo>
                  <a:pt x="1613249" y="3310890"/>
                  <a:pt x="1609916" y="3314129"/>
                  <a:pt x="1605725" y="3314129"/>
                </a:cubicBezTo>
                <a:close/>
                <a:moveTo>
                  <a:pt x="1837849" y="3332226"/>
                </a:moveTo>
                <a:cubicBezTo>
                  <a:pt x="1837849" y="3332226"/>
                  <a:pt x="1837468" y="3332988"/>
                  <a:pt x="1837087" y="3332988"/>
                </a:cubicBezTo>
                <a:lnTo>
                  <a:pt x="1824609" y="3332988"/>
                </a:lnTo>
                <a:cubicBezTo>
                  <a:pt x="1824609" y="3332988"/>
                  <a:pt x="1823847" y="3332607"/>
                  <a:pt x="1823847" y="3332226"/>
                </a:cubicBezTo>
                <a:lnTo>
                  <a:pt x="1823847" y="3328321"/>
                </a:lnTo>
                <a:lnTo>
                  <a:pt x="1823847" y="3328321"/>
                </a:lnTo>
                <a:lnTo>
                  <a:pt x="1823847" y="3326702"/>
                </a:lnTo>
                <a:cubicBezTo>
                  <a:pt x="1823847" y="3326702"/>
                  <a:pt x="1823847" y="3319748"/>
                  <a:pt x="1823847" y="3319748"/>
                </a:cubicBezTo>
                <a:cubicBezTo>
                  <a:pt x="1823847" y="3319272"/>
                  <a:pt x="1824228" y="3318986"/>
                  <a:pt x="1824609" y="3318986"/>
                </a:cubicBezTo>
                <a:lnTo>
                  <a:pt x="1837087" y="3318986"/>
                </a:lnTo>
                <a:cubicBezTo>
                  <a:pt x="1837087" y="3318986"/>
                  <a:pt x="1837849" y="3319367"/>
                  <a:pt x="1837849" y="3319748"/>
                </a:cubicBezTo>
                <a:lnTo>
                  <a:pt x="1837849" y="3332226"/>
                </a:lnTo>
                <a:close/>
                <a:moveTo>
                  <a:pt x="1817180" y="3168587"/>
                </a:moveTo>
                <a:cubicBezTo>
                  <a:pt x="1817180" y="3174016"/>
                  <a:pt x="1821561" y="3178397"/>
                  <a:pt x="1826990" y="3178397"/>
                </a:cubicBezTo>
                <a:cubicBezTo>
                  <a:pt x="1832420" y="3178397"/>
                  <a:pt x="1836706" y="3174016"/>
                  <a:pt x="1836706" y="3168587"/>
                </a:cubicBezTo>
                <a:cubicBezTo>
                  <a:pt x="1836706" y="3164015"/>
                  <a:pt x="1833563" y="3160395"/>
                  <a:pt x="1829276" y="3159252"/>
                </a:cubicBezTo>
                <a:lnTo>
                  <a:pt x="1828991" y="3080766"/>
                </a:lnTo>
                <a:lnTo>
                  <a:pt x="1814703" y="3064669"/>
                </a:lnTo>
                <a:lnTo>
                  <a:pt x="1814703" y="3034379"/>
                </a:lnTo>
                <a:cubicBezTo>
                  <a:pt x="1816894" y="3033141"/>
                  <a:pt x="1818513" y="3030855"/>
                  <a:pt x="1818513" y="3028188"/>
                </a:cubicBezTo>
                <a:lnTo>
                  <a:pt x="1818513" y="3014663"/>
                </a:lnTo>
                <a:cubicBezTo>
                  <a:pt x="1818513" y="3010757"/>
                  <a:pt x="1815275" y="3007519"/>
                  <a:pt x="1811274" y="3007614"/>
                </a:cubicBezTo>
                <a:lnTo>
                  <a:pt x="1806988" y="3007614"/>
                </a:lnTo>
                <a:cubicBezTo>
                  <a:pt x="1806988" y="3007614"/>
                  <a:pt x="1807274" y="2912840"/>
                  <a:pt x="1807274" y="2912840"/>
                </a:cubicBezTo>
                <a:lnTo>
                  <a:pt x="1821561" y="2896743"/>
                </a:lnTo>
                <a:lnTo>
                  <a:pt x="1821561" y="2868740"/>
                </a:lnTo>
                <a:cubicBezTo>
                  <a:pt x="1825847" y="2867692"/>
                  <a:pt x="1828991" y="2863977"/>
                  <a:pt x="1828991" y="2859500"/>
                </a:cubicBezTo>
                <a:cubicBezTo>
                  <a:pt x="1828991" y="2854071"/>
                  <a:pt x="1824609" y="2849690"/>
                  <a:pt x="1819180" y="2849690"/>
                </a:cubicBezTo>
                <a:cubicBezTo>
                  <a:pt x="1813751" y="2849690"/>
                  <a:pt x="1809369" y="2854071"/>
                  <a:pt x="1809369" y="2859500"/>
                </a:cubicBezTo>
                <a:cubicBezTo>
                  <a:pt x="1809369" y="2864072"/>
                  <a:pt x="1812512" y="2867692"/>
                  <a:pt x="1816799" y="2868740"/>
                </a:cubicBezTo>
                <a:lnTo>
                  <a:pt x="1816799" y="2894934"/>
                </a:lnTo>
                <a:cubicBezTo>
                  <a:pt x="1816799" y="2894934"/>
                  <a:pt x="1802416" y="2911030"/>
                  <a:pt x="1802416" y="2911030"/>
                </a:cubicBezTo>
                <a:lnTo>
                  <a:pt x="1802130" y="3007614"/>
                </a:lnTo>
                <a:lnTo>
                  <a:pt x="1797653" y="3007614"/>
                </a:lnTo>
                <a:cubicBezTo>
                  <a:pt x="1793748" y="3007614"/>
                  <a:pt x="1790510" y="3010853"/>
                  <a:pt x="1790605" y="3014758"/>
                </a:cubicBezTo>
                <a:lnTo>
                  <a:pt x="1790605" y="3028284"/>
                </a:lnTo>
                <a:cubicBezTo>
                  <a:pt x="1790605" y="3031522"/>
                  <a:pt x="1792891" y="3034189"/>
                  <a:pt x="1795939" y="3035046"/>
                </a:cubicBezTo>
                <a:lnTo>
                  <a:pt x="1795939" y="3064764"/>
                </a:lnTo>
                <a:cubicBezTo>
                  <a:pt x="1795939" y="3064764"/>
                  <a:pt x="1781651" y="3080861"/>
                  <a:pt x="1781651" y="3080861"/>
                </a:cubicBezTo>
                <a:lnTo>
                  <a:pt x="1781366" y="3159062"/>
                </a:lnTo>
                <a:cubicBezTo>
                  <a:pt x="1777270" y="3159443"/>
                  <a:pt x="1773936" y="3162300"/>
                  <a:pt x="1772888" y="3166301"/>
                </a:cubicBezTo>
                <a:lnTo>
                  <a:pt x="1741170" y="3165920"/>
                </a:lnTo>
                <a:lnTo>
                  <a:pt x="1701260" y="3123248"/>
                </a:lnTo>
                <a:lnTo>
                  <a:pt x="1700213" y="3123248"/>
                </a:lnTo>
                <a:cubicBezTo>
                  <a:pt x="1656969" y="3123534"/>
                  <a:pt x="1575435" y="3123914"/>
                  <a:pt x="1568768" y="3123724"/>
                </a:cubicBezTo>
                <a:lnTo>
                  <a:pt x="1568768" y="3122962"/>
                </a:lnTo>
                <a:cubicBezTo>
                  <a:pt x="1568768" y="3119628"/>
                  <a:pt x="1566101" y="3116961"/>
                  <a:pt x="1562767" y="3116961"/>
                </a:cubicBezTo>
                <a:lnTo>
                  <a:pt x="1542478" y="3116961"/>
                </a:lnTo>
                <a:cubicBezTo>
                  <a:pt x="1539145" y="3116961"/>
                  <a:pt x="1536478" y="3119628"/>
                  <a:pt x="1536478" y="3122962"/>
                </a:cubicBezTo>
                <a:lnTo>
                  <a:pt x="1536478" y="3130582"/>
                </a:lnTo>
                <a:cubicBezTo>
                  <a:pt x="1536478" y="3133916"/>
                  <a:pt x="1539145" y="3136583"/>
                  <a:pt x="1542478" y="3136583"/>
                </a:cubicBezTo>
                <a:lnTo>
                  <a:pt x="1562767" y="3136583"/>
                </a:lnTo>
                <a:cubicBezTo>
                  <a:pt x="1566101" y="3136583"/>
                  <a:pt x="1568768" y="3133916"/>
                  <a:pt x="1568768" y="3130582"/>
                </a:cubicBezTo>
                <a:lnTo>
                  <a:pt x="1568768" y="3128296"/>
                </a:lnTo>
                <a:cubicBezTo>
                  <a:pt x="1575149" y="3128677"/>
                  <a:pt x="1599533" y="3128582"/>
                  <a:pt x="1699260" y="3128010"/>
                </a:cubicBezTo>
                <a:lnTo>
                  <a:pt x="1739075" y="3170587"/>
                </a:lnTo>
                <a:lnTo>
                  <a:pt x="1772888" y="3170968"/>
                </a:lnTo>
                <a:cubicBezTo>
                  <a:pt x="1773936" y="3175159"/>
                  <a:pt x="1777651" y="3178397"/>
                  <a:pt x="1782223" y="3178397"/>
                </a:cubicBezTo>
                <a:cubicBezTo>
                  <a:pt x="1787652" y="3178397"/>
                  <a:pt x="1792034" y="3174016"/>
                  <a:pt x="1792034" y="3168587"/>
                </a:cubicBezTo>
                <a:cubicBezTo>
                  <a:pt x="1792034" y="3164586"/>
                  <a:pt x="1789652" y="3161157"/>
                  <a:pt x="1786223" y="3159633"/>
                </a:cubicBezTo>
                <a:lnTo>
                  <a:pt x="1786509" y="3082576"/>
                </a:lnTo>
                <a:lnTo>
                  <a:pt x="1800797" y="3066479"/>
                </a:lnTo>
                <a:lnTo>
                  <a:pt x="1800797" y="3035332"/>
                </a:lnTo>
                <a:cubicBezTo>
                  <a:pt x="1800797" y="3035332"/>
                  <a:pt x="1809941" y="3035332"/>
                  <a:pt x="1809941" y="3035332"/>
                </a:cubicBezTo>
                <a:lnTo>
                  <a:pt x="1809941" y="3066574"/>
                </a:lnTo>
                <a:cubicBezTo>
                  <a:pt x="1809941" y="3066574"/>
                  <a:pt x="1824228" y="3082671"/>
                  <a:pt x="1824228" y="3082671"/>
                </a:cubicBezTo>
                <a:lnTo>
                  <a:pt x="1824514" y="3159347"/>
                </a:lnTo>
                <a:cubicBezTo>
                  <a:pt x="1820323" y="3160395"/>
                  <a:pt x="1817180" y="3164110"/>
                  <a:pt x="1817180" y="3168587"/>
                </a:cubicBezTo>
                <a:close/>
                <a:moveTo>
                  <a:pt x="1814227" y="2859405"/>
                </a:moveTo>
                <a:cubicBezTo>
                  <a:pt x="1814227" y="2856643"/>
                  <a:pt x="1816513" y="2854357"/>
                  <a:pt x="1819275" y="2854357"/>
                </a:cubicBezTo>
                <a:cubicBezTo>
                  <a:pt x="1822037" y="2854357"/>
                  <a:pt x="1824323" y="2856643"/>
                  <a:pt x="1824323" y="2859405"/>
                </a:cubicBezTo>
                <a:cubicBezTo>
                  <a:pt x="1824323" y="2862167"/>
                  <a:pt x="1822037" y="2864453"/>
                  <a:pt x="1819275" y="2864453"/>
                </a:cubicBezTo>
                <a:cubicBezTo>
                  <a:pt x="1816513" y="2864453"/>
                  <a:pt x="1814227" y="2862167"/>
                  <a:pt x="1814227" y="2859405"/>
                </a:cubicBezTo>
                <a:close/>
                <a:moveTo>
                  <a:pt x="1546098" y="3131820"/>
                </a:moveTo>
                <a:lnTo>
                  <a:pt x="1542478" y="3131820"/>
                </a:lnTo>
                <a:cubicBezTo>
                  <a:pt x="1541812" y="3131820"/>
                  <a:pt x="1541240" y="3131249"/>
                  <a:pt x="1541240" y="3130582"/>
                </a:cubicBezTo>
                <a:lnTo>
                  <a:pt x="1541240" y="3122962"/>
                </a:lnTo>
                <a:cubicBezTo>
                  <a:pt x="1541240" y="3122295"/>
                  <a:pt x="1541812" y="3121724"/>
                  <a:pt x="1542478" y="3121724"/>
                </a:cubicBezTo>
                <a:lnTo>
                  <a:pt x="1546098" y="3121724"/>
                </a:lnTo>
                <a:lnTo>
                  <a:pt x="1546098" y="3131915"/>
                </a:lnTo>
                <a:close/>
                <a:moveTo>
                  <a:pt x="1555909" y="3130296"/>
                </a:moveTo>
                <a:lnTo>
                  <a:pt x="1550956" y="3130296"/>
                </a:lnTo>
                <a:lnTo>
                  <a:pt x="1550956" y="3121628"/>
                </a:lnTo>
                <a:lnTo>
                  <a:pt x="1555909" y="3121628"/>
                </a:lnTo>
                <a:lnTo>
                  <a:pt x="1555909" y="3130296"/>
                </a:lnTo>
                <a:close/>
                <a:moveTo>
                  <a:pt x="1564100" y="3130487"/>
                </a:moveTo>
                <a:cubicBezTo>
                  <a:pt x="1564100" y="3131153"/>
                  <a:pt x="1563529" y="3131725"/>
                  <a:pt x="1562862" y="3131725"/>
                </a:cubicBezTo>
                <a:lnTo>
                  <a:pt x="1560671" y="3131725"/>
                </a:lnTo>
                <a:lnTo>
                  <a:pt x="1560671" y="3121533"/>
                </a:lnTo>
                <a:lnTo>
                  <a:pt x="1562862" y="3121533"/>
                </a:lnTo>
                <a:cubicBezTo>
                  <a:pt x="1563529" y="3121533"/>
                  <a:pt x="1564100" y="3122105"/>
                  <a:pt x="1564100" y="3122771"/>
                </a:cubicBezTo>
                <a:lnTo>
                  <a:pt x="1564100" y="3130392"/>
                </a:lnTo>
                <a:close/>
                <a:moveTo>
                  <a:pt x="1787176" y="3168587"/>
                </a:moveTo>
                <a:cubicBezTo>
                  <a:pt x="1787176" y="3171349"/>
                  <a:pt x="1784890" y="3173635"/>
                  <a:pt x="1782128" y="3173635"/>
                </a:cubicBezTo>
                <a:cubicBezTo>
                  <a:pt x="1779365" y="3173635"/>
                  <a:pt x="1777079" y="3171349"/>
                  <a:pt x="1777079" y="3168587"/>
                </a:cubicBezTo>
                <a:cubicBezTo>
                  <a:pt x="1777079" y="3165824"/>
                  <a:pt x="1779365" y="3163538"/>
                  <a:pt x="1782128" y="3163538"/>
                </a:cubicBezTo>
                <a:cubicBezTo>
                  <a:pt x="1784890" y="3163538"/>
                  <a:pt x="1787176" y="3165824"/>
                  <a:pt x="1787176" y="3168587"/>
                </a:cubicBezTo>
                <a:close/>
                <a:moveTo>
                  <a:pt x="1811369" y="3030569"/>
                </a:moveTo>
                <a:lnTo>
                  <a:pt x="1797844" y="3030569"/>
                </a:lnTo>
                <a:cubicBezTo>
                  <a:pt x="1796510" y="3030569"/>
                  <a:pt x="1795463" y="3029617"/>
                  <a:pt x="1795463" y="3028284"/>
                </a:cubicBezTo>
                <a:lnTo>
                  <a:pt x="1795463" y="3014758"/>
                </a:lnTo>
                <a:cubicBezTo>
                  <a:pt x="1795463" y="3013424"/>
                  <a:pt x="1796415" y="3012377"/>
                  <a:pt x="1797749" y="3012377"/>
                </a:cubicBezTo>
                <a:lnTo>
                  <a:pt x="1811274" y="3012377"/>
                </a:lnTo>
                <a:cubicBezTo>
                  <a:pt x="1812607" y="3012377"/>
                  <a:pt x="1813655" y="3013329"/>
                  <a:pt x="1813655" y="3014663"/>
                </a:cubicBezTo>
                <a:lnTo>
                  <a:pt x="1813655" y="3028188"/>
                </a:lnTo>
                <a:cubicBezTo>
                  <a:pt x="1813655" y="3029522"/>
                  <a:pt x="1812703" y="3030569"/>
                  <a:pt x="1811369" y="3030569"/>
                </a:cubicBezTo>
                <a:close/>
                <a:moveTo>
                  <a:pt x="1826895" y="3163538"/>
                </a:moveTo>
                <a:cubicBezTo>
                  <a:pt x="1829657" y="3163538"/>
                  <a:pt x="1831848" y="3165824"/>
                  <a:pt x="1831848" y="3168587"/>
                </a:cubicBezTo>
                <a:cubicBezTo>
                  <a:pt x="1831848" y="3171349"/>
                  <a:pt x="1829562" y="3173635"/>
                  <a:pt x="1826895" y="3173635"/>
                </a:cubicBezTo>
                <a:cubicBezTo>
                  <a:pt x="1824228" y="3173635"/>
                  <a:pt x="1821847" y="3171349"/>
                  <a:pt x="1821847" y="3168587"/>
                </a:cubicBezTo>
                <a:cubicBezTo>
                  <a:pt x="1821847" y="3165824"/>
                  <a:pt x="1824133" y="3163538"/>
                  <a:pt x="1826895" y="3163538"/>
                </a:cubicBezTo>
                <a:close/>
                <a:moveTo>
                  <a:pt x="1006983" y="2979230"/>
                </a:moveTo>
                <a:cubicBezTo>
                  <a:pt x="1006316" y="2976753"/>
                  <a:pt x="1004602" y="2974658"/>
                  <a:pt x="1002411" y="2973324"/>
                </a:cubicBezTo>
                <a:cubicBezTo>
                  <a:pt x="1000125" y="2972086"/>
                  <a:pt x="997553" y="2971705"/>
                  <a:pt x="994982" y="2972467"/>
                </a:cubicBezTo>
                <a:cubicBezTo>
                  <a:pt x="992505" y="2973134"/>
                  <a:pt x="990410" y="2974848"/>
                  <a:pt x="989076" y="2977039"/>
                </a:cubicBezTo>
                <a:cubicBezTo>
                  <a:pt x="987838" y="2979325"/>
                  <a:pt x="987457" y="2981992"/>
                  <a:pt x="988124" y="2984468"/>
                </a:cubicBezTo>
                <a:cubicBezTo>
                  <a:pt x="988219" y="2984945"/>
                  <a:pt x="988600" y="2985326"/>
                  <a:pt x="988790" y="2985802"/>
                </a:cubicBezTo>
                <a:cubicBezTo>
                  <a:pt x="983742" y="2989231"/>
                  <a:pt x="967645" y="2999994"/>
                  <a:pt x="964311" y="3002185"/>
                </a:cubicBezTo>
                <a:lnTo>
                  <a:pt x="824960" y="3002185"/>
                </a:lnTo>
                <a:cubicBezTo>
                  <a:pt x="823246" y="2997518"/>
                  <a:pt x="818198" y="2994755"/>
                  <a:pt x="813245" y="2996089"/>
                </a:cubicBezTo>
                <a:cubicBezTo>
                  <a:pt x="808101" y="2997518"/>
                  <a:pt x="805053" y="3002947"/>
                  <a:pt x="806482" y="3008090"/>
                </a:cubicBezTo>
                <a:cubicBezTo>
                  <a:pt x="807720" y="3012377"/>
                  <a:pt x="811625" y="3015234"/>
                  <a:pt x="815912" y="3015234"/>
                </a:cubicBezTo>
                <a:cubicBezTo>
                  <a:pt x="816769" y="3015234"/>
                  <a:pt x="817626" y="3015139"/>
                  <a:pt x="818483" y="3014853"/>
                </a:cubicBezTo>
                <a:cubicBezTo>
                  <a:pt x="820960" y="3014186"/>
                  <a:pt x="823055" y="3012472"/>
                  <a:pt x="824389" y="3010281"/>
                </a:cubicBezTo>
                <a:cubicBezTo>
                  <a:pt x="824960" y="3009234"/>
                  <a:pt x="825341" y="3008090"/>
                  <a:pt x="825532" y="3006947"/>
                </a:cubicBezTo>
                <a:lnTo>
                  <a:pt x="965835" y="3006947"/>
                </a:lnTo>
                <a:lnTo>
                  <a:pt x="966407" y="3006567"/>
                </a:lnTo>
                <a:cubicBezTo>
                  <a:pt x="966407" y="3006567"/>
                  <a:pt x="986504" y="2993136"/>
                  <a:pt x="991838" y="2989517"/>
                </a:cubicBezTo>
                <a:cubicBezTo>
                  <a:pt x="992219" y="2989802"/>
                  <a:pt x="992410" y="2990184"/>
                  <a:pt x="992791" y="2990374"/>
                </a:cubicBezTo>
                <a:cubicBezTo>
                  <a:pt x="994315" y="2991231"/>
                  <a:pt x="995934" y="2991612"/>
                  <a:pt x="997553" y="2991612"/>
                </a:cubicBezTo>
                <a:cubicBezTo>
                  <a:pt x="998411" y="2991612"/>
                  <a:pt x="999363" y="2991517"/>
                  <a:pt x="1000220" y="2991231"/>
                </a:cubicBezTo>
                <a:cubicBezTo>
                  <a:pt x="1002697" y="2990564"/>
                  <a:pt x="1004792" y="2988850"/>
                  <a:pt x="1006126" y="2986659"/>
                </a:cubicBezTo>
                <a:cubicBezTo>
                  <a:pt x="1007364" y="2984373"/>
                  <a:pt x="1007745" y="2981801"/>
                  <a:pt x="1007078" y="2979230"/>
                </a:cubicBezTo>
                <a:close/>
                <a:moveTo>
                  <a:pt x="820198" y="3007995"/>
                </a:moveTo>
                <a:cubicBezTo>
                  <a:pt x="819531" y="3009138"/>
                  <a:pt x="818483" y="3009995"/>
                  <a:pt x="817150" y="3010376"/>
                </a:cubicBezTo>
                <a:cubicBezTo>
                  <a:pt x="814483" y="3011138"/>
                  <a:pt x="811721" y="3009519"/>
                  <a:pt x="810959" y="3006852"/>
                </a:cubicBezTo>
                <a:cubicBezTo>
                  <a:pt x="810197" y="3004185"/>
                  <a:pt x="811816" y="3001423"/>
                  <a:pt x="814483" y="3000661"/>
                </a:cubicBezTo>
                <a:cubicBezTo>
                  <a:pt x="814959" y="3000566"/>
                  <a:pt x="815340" y="3000470"/>
                  <a:pt x="815816" y="3000470"/>
                </a:cubicBezTo>
                <a:cubicBezTo>
                  <a:pt x="818007" y="3000470"/>
                  <a:pt x="820007" y="3001899"/>
                  <a:pt x="820674" y="3004185"/>
                </a:cubicBezTo>
                <a:cubicBezTo>
                  <a:pt x="821055" y="3005423"/>
                  <a:pt x="820865" y="3006852"/>
                  <a:pt x="820198" y="3007995"/>
                </a:cubicBezTo>
                <a:close/>
                <a:moveTo>
                  <a:pt x="1001935" y="2984278"/>
                </a:moveTo>
                <a:cubicBezTo>
                  <a:pt x="1001268" y="2985421"/>
                  <a:pt x="1000220" y="2986278"/>
                  <a:pt x="998887" y="2986659"/>
                </a:cubicBezTo>
                <a:cubicBezTo>
                  <a:pt x="997649" y="2987040"/>
                  <a:pt x="996220" y="2986850"/>
                  <a:pt x="995077" y="2986183"/>
                </a:cubicBezTo>
                <a:cubicBezTo>
                  <a:pt x="993934" y="2985516"/>
                  <a:pt x="993077" y="2984468"/>
                  <a:pt x="992696" y="2983135"/>
                </a:cubicBezTo>
                <a:cubicBezTo>
                  <a:pt x="992315" y="2981897"/>
                  <a:pt x="992505" y="2980468"/>
                  <a:pt x="993172" y="2979325"/>
                </a:cubicBezTo>
                <a:cubicBezTo>
                  <a:pt x="993839" y="2978182"/>
                  <a:pt x="994886" y="2977325"/>
                  <a:pt x="996220" y="2976944"/>
                </a:cubicBezTo>
                <a:cubicBezTo>
                  <a:pt x="996696" y="2976848"/>
                  <a:pt x="997077" y="2976753"/>
                  <a:pt x="997553" y="2976753"/>
                </a:cubicBezTo>
                <a:cubicBezTo>
                  <a:pt x="998411" y="2976753"/>
                  <a:pt x="999268" y="2976944"/>
                  <a:pt x="1000030" y="2977420"/>
                </a:cubicBezTo>
                <a:cubicBezTo>
                  <a:pt x="1001173" y="2978087"/>
                  <a:pt x="1002030" y="2979134"/>
                  <a:pt x="1002411" y="2980468"/>
                </a:cubicBezTo>
                <a:cubicBezTo>
                  <a:pt x="1002792" y="2981801"/>
                  <a:pt x="1002602" y="2983135"/>
                  <a:pt x="1001935" y="2984278"/>
                </a:cubicBezTo>
                <a:close/>
                <a:moveTo>
                  <a:pt x="95" y="2268379"/>
                </a:moveTo>
                <a:lnTo>
                  <a:pt x="95" y="2222849"/>
                </a:lnTo>
                <a:cubicBezTo>
                  <a:pt x="12668" y="2222849"/>
                  <a:pt x="22860" y="2233041"/>
                  <a:pt x="22860" y="2245614"/>
                </a:cubicBezTo>
                <a:cubicBezTo>
                  <a:pt x="22860" y="2258187"/>
                  <a:pt x="12668" y="2268379"/>
                  <a:pt x="95" y="2268379"/>
                </a:cubicBezTo>
                <a:close/>
                <a:moveTo>
                  <a:pt x="1619441" y="3216402"/>
                </a:moveTo>
                <a:cubicBezTo>
                  <a:pt x="1626203" y="3216402"/>
                  <a:pt x="1631728" y="3210878"/>
                  <a:pt x="1631728" y="3204115"/>
                </a:cubicBezTo>
                <a:cubicBezTo>
                  <a:pt x="1631728" y="3197352"/>
                  <a:pt x="1626203" y="3191828"/>
                  <a:pt x="1619441" y="3191828"/>
                </a:cubicBezTo>
                <a:cubicBezTo>
                  <a:pt x="1613535" y="3191828"/>
                  <a:pt x="1608773" y="3196114"/>
                  <a:pt x="1607630" y="3201734"/>
                </a:cubicBezTo>
                <a:lnTo>
                  <a:pt x="1576197" y="3201734"/>
                </a:lnTo>
                <a:lnTo>
                  <a:pt x="1537716" y="3237643"/>
                </a:lnTo>
                <a:lnTo>
                  <a:pt x="1537716" y="3322320"/>
                </a:lnTo>
                <a:lnTo>
                  <a:pt x="1551527" y="3338036"/>
                </a:lnTo>
                <a:lnTo>
                  <a:pt x="1565339" y="3338036"/>
                </a:lnTo>
                <a:lnTo>
                  <a:pt x="1565339" y="3341084"/>
                </a:lnTo>
                <a:cubicBezTo>
                  <a:pt x="1565339" y="3344132"/>
                  <a:pt x="1567815" y="3346609"/>
                  <a:pt x="1570863" y="3346609"/>
                </a:cubicBezTo>
                <a:lnTo>
                  <a:pt x="1583341" y="3346609"/>
                </a:lnTo>
                <a:cubicBezTo>
                  <a:pt x="1586389" y="3346609"/>
                  <a:pt x="1588865" y="3344132"/>
                  <a:pt x="1588865" y="3341084"/>
                </a:cubicBezTo>
                <a:lnTo>
                  <a:pt x="1588865" y="3328607"/>
                </a:lnTo>
                <a:cubicBezTo>
                  <a:pt x="1588865" y="3325559"/>
                  <a:pt x="1586389" y="3323082"/>
                  <a:pt x="1583341" y="3323082"/>
                </a:cubicBezTo>
                <a:lnTo>
                  <a:pt x="1570863" y="3323082"/>
                </a:lnTo>
                <a:cubicBezTo>
                  <a:pt x="1567815" y="3323082"/>
                  <a:pt x="1565339" y="3325559"/>
                  <a:pt x="1565339" y="3328607"/>
                </a:cubicBezTo>
                <a:lnTo>
                  <a:pt x="1565339" y="3333274"/>
                </a:lnTo>
                <a:lnTo>
                  <a:pt x="1553718" y="3333274"/>
                </a:lnTo>
                <a:lnTo>
                  <a:pt x="1542478" y="3320510"/>
                </a:lnTo>
                <a:lnTo>
                  <a:pt x="1542478" y="3239643"/>
                </a:lnTo>
                <a:lnTo>
                  <a:pt x="1578007" y="3206496"/>
                </a:lnTo>
                <a:lnTo>
                  <a:pt x="1607630" y="3206496"/>
                </a:lnTo>
                <a:cubicBezTo>
                  <a:pt x="1608773" y="3212116"/>
                  <a:pt x="1613535" y="3216402"/>
                  <a:pt x="1619441" y="3216402"/>
                </a:cubicBezTo>
                <a:close/>
                <a:moveTo>
                  <a:pt x="1619441" y="3196495"/>
                </a:moveTo>
                <a:cubicBezTo>
                  <a:pt x="1623632" y="3196495"/>
                  <a:pt x="1626965" y="3199924"/>
                  <a:pt x="1626965" y="3204020"/>
                </a:cubicBezTo>
                <a:cubicBezTo>
                  <a:pt x="1626965" y="3208115"/>
                  <a:pt x="1623536" y="3211544"/>
                  <a:pt x="1619441" y="3211544"/>
                </a:cubicBezTo>
                <a:cubicBezTo>
                  <a:pt x="1615345" y="3211544"/>
                  <a:pt x="1611916" y="3208115"/>
                  <a:pt x="1611916" y="3204020"/>
                </a:cubicBezTo>
                <a:cubicBezTo>
                  <a:pt x="1611916" y="3199924"/>
                  <a:pt x="1615345" y="3196495"/>
                  <a:pt x="1619441" y="3196495"/>
                </a:cubicBezTo>
                <a:close/>
                <a:moveTo>
                  <a:pt x="1570006" y="3328607"/>
                </a:moveTo>
                <a:cubicBezTo>
                  <a:pt x="1570006" y="3328607"/>
                  <a:pt x="1570387" y="3327845"/>
                  <a:pt x="1570768" y="3327845"/>
                </a:cubicBezTo>
                <a:lnTo>
                  <a:pt x="1583246" y="3327845"/>
                </a:lnTo>
                <a:cubicBezTo>
                  <a:pt x="1583246" y="3327845"/>
                  <a:pt x="1584007" y="3328226"/>
                  <a:pt x="1584007" y="3328607"/>
                </a:cubicBezTo>
                <a:lnTo>
                  <a:pt x="1584007" y="3341084"/>
                </a:lnTo>
                <a:cubicBezTo>
                  <a:pt x="1584007" y="3341084"/>
                  <a:pt x="1583627" y="3341846"/>
                  <a:pt x="1583246" y="3341846"/>
                </a:cubicBezTo>
                <a:lnTo>
                  <a:pt x="1570768" y="3341846"/>
                </a:lnTo>
                <a:cubicBezTo>
                  <a:pt x="1570768" y="3341846"/>
                  <a:pt x="1570006" y="3341465"/>
                  <a:pt x="1570006" y="3341084"/>
                </a:cubicBezTo>
                <a:lnTo>
                  <a:pt x="1570006" y="3328607"/>
                </a:lnTo>
                <a:close/>
                <a:moveTo>
                  <a:pt x="185357" y="2181701"/>
                </a:moveTo>
                <a:lnTo>
                  <a:pt x="252032" y="2117979"/>
                </a:lnTo>
                <a:cubicBezTo>
                  <a:pt x="254127" y="2119503"/>
                  <a:pt x="256604" y="2120360"/>
                  <a:pt x="259366" y="2120360"/>
                </a:cubicBezTo>
                <a:cubicBezTo>
                  <a:pt x="266414" y="2120360"/>
                  <a:pt x="272129" y="2114550"/>
                  <a:pt x="272129" y="2107406"/>
                </a:cubicBezTo>
                <a:cubicBezTo>
                  <a:pt x="272129" y="2100263"/>
                  <a:pt x="266414" y="2094452"/>
                  <a:pt x="259366" y="2094452"/>
                </a:cubicBezTo>
                <a:cubicBezTo>
                  <a:pt x="252317" y="2094452"/>
                  <a:pt x="246602" y="2100263"/>
                  <a:pt x="246602" y="2107406"/>
                </a:cubicBezTo>
                <a:cubicBezTo>
                  <a:pt x="246602" y="2110073"/>
                  <a:pt x="247364" y="2112455"/>
                  <a:pt x="248698" y="2114550"/>
                </a:cubicBezTo>
                <a:lnTo>
                  <a:pt x="183356" y="2176939"/>
                </a:lnTo>
                <a:lnTo>
                  <a:pt x="95" y="2176939"/>
                </a:lnTo>
                <a:lnTo>
                  <a:pt x="95" y="2181797"/>
                </a:lnTo>
                <a:lnTo>
                  <a:pt x="185357" y="2181797"/>
                </a:lnTo>
                <a:close/>
                <a:moveTo>
                  <a:pt x="259366" y="2099215"/>
                </a:moveTo>
                <a:cubicBezTo>
                  <a:pt x="263747" y="2099215"/>
                  <a:pt x="267367" y="2102930"/>
                  <a:pt x="267367" y="2107406"/>
                </a:cubicBezTo>
                <a:cubicBezTo>
                  <a:pt x="267367" y="2111883"/>
                  <a:pt x="263747" y="2115598"/>
                  <a:pt x="259366" y="2115598"/>
                </a:cubicBezTo>
                <a:cubicBezTo>
                  <a:pt x="254984" y="2115598"/>
                  <a:pt x="251365" y="2111883"/>
                  <a:pt x="251365" y="2107406"/>
                </a:cubicBezTo>
                <a:cubicBezTo>
                  <a:pt x="251365" y="2102930"/>
                  <a:pt x="254984" y="2099215"/>
                  <a:pt x="259366" y="2099215"/>
                </a:cubicBezTo>
                <a:close/>
                <a:moveTo>
                  <a:pt x="1526857" y="3096006"/>
                </a:moveTo>
                <a:lnTo>
                  <a:pt x="1713548" y="3096006"/>
                </a:lnTo>
                <a:cubicBezTo>
                  <a:pt x="1715357" y="3099340"/>
                  <a:pt x="1717739" y="3102388"/>
                  <a:pt x="1720977" y="3104674"/>
                </a:cubicBezTo>
                <a:cubicBezTo>
                  <a:pt x="1732502" y="3113151"/>
                  <a:pt x="1748695" y="3110579"/>
                  <a:pt x="1757077" y="3099149"/>
                </a:cubicBezTo>
                <a:cubicBezTo>
                  <a:pt x="1761173" y="3093530"/>
                  <a:pt x="1762887" y="3086767"/>
                  <a:pt x="1761839" y="3079909"/>
                </a:cubicBezTo>
                <a:cubicBezTo>
                  <a:pt x="1760792" y="3073051"/>
                  <a:pt x="1757172" y="3067050"/>
                  <a:pt x="1751552" y="3062954"/>
                </a:cubicBezTo>
                <a:cubicBezTo>
                  <a:pt x="1746980" y="3059621"/>
                  <a:pt x="1741646" y="3057906"/>
                  <a:pt x="1736312" y="3057906"/>
                </a:cubicBezTo>
                <a:cubicBezTo>
                  <a:pt x="1728407" y="3057906"/>
                  <a:pt x="1720501" y="3061526"/>
                  <a:pt x="1715453" y="3068479"/>
                </a:cubicBezTo>
                <a:cubicBezTo>
                  <a:pt x="1714310" y="3070003"/>
                  <a:pt x="1713452" y="3071622"/>
                  <a:pt x="1712690" y="3073242"/>
                </a:cubicBezTo>
                <a:lnTo>
                  <a:pt x="1569244" y="3073242"/>
                </a:lnTo>
                <a:lnTo>
                  <a:pt x="1544765" y="3052858"/>
                </a:lnTo>
                <a:lnTo>
                  <a:pt x="1476661" y="3052858"/>
                </a:lnTo>
                <a:lnTo>
                  <a:pt x="1446276" y="3078956"/>
                </a:lnTo>
                <a:lnTo>
                  <a:pt x="1446276" y="3150299"/>
                </a:lnTo>
                <a:lnTo>
                  <a:pt x="1436656" y="3159919"/>
                </a:lnTo>
                <a:cubicBezTo>
                  <a:pt x="1435418" y="3161157"/>
                  <a:pt x="1435418" y="3163157"/>
                  <a:pt x="1436656" y="3164396"/>
                </a:cubicBezTo>
                <a:lnTo>
                  <a:pt x="1446371" y="3174111"/>
                </a:lnTo>
                <a:cubicBezTo>
                  <a:pt x="1447610" y="3175349"/>
                  <a:pt x="1449610" y="3175349"/>
                  <a:pt x="1450848" y="3174111"/>
                </a:cubicBezTo>
                <a:lnTo>
                  <a:pt x="1460564" y="3164396"/>
                </a:lnTo>
                <a:cubicBezTo>
                  <a:pt x="1461802" y="3163157"/>
                  <a:pt x="1461802" y="3161157"/>
                  <a:pt x="1460564" y="3159919"/>
                </a:cubicBezTo>
                <a:lnTo>
                  <a:pt x="1450943" y="3150299"/>
                </a:lnTo>
                <a:lnTo>
                  <a:pt x="1450943" y="3081147"/>
                </a:lnTo>
                <a:lnTo>
                  <a:pt x="1478280" y="3057620"/>
                </a:lnTo>
                <a:lnTo>
                  <a:pt x="1542860" y="3057620"/>
                </a:lnTo>
                <a:lnTo>
                  <a:pt x="1567339" y="3078004"/>
                </a:lnTo>
                <a:lnTo>
                  <a:pt x="1710976" y="3078004"/>
                </a:lnTo>
                <a:cubicBezTo>
                  <a:pt x="1710023" y="3082385"/>
                  <a:pt x="1710214" y="3086862"/>
                  <a:pt x="1711452" y="3091148"/>
                </a:cubicBezTo>
                <a:lnTo>
                  <a:pt x="1524953" y="3091148"/>
                </a:lnTo>
                <a:lnTo>
                  <a:pt x="1495520" y="3116009"/>
                </a:lnTo>
                <a:lnTo>
                  <a:pt x="1495520" y="3153728"/>
                </a:lnTo>
                <a:cubicBezTo>
                  <a:pt x="1494949" y="3154013"/>
                  <a:pt x="1494377" y="3154299"/>
                  <a:pt x="1493996" y="3154775"/>
                </a:cubicBezTo>
                <a:lnTo>
                  <a:pt x="1484281" y="3164491"/>
                </a:lnTo>
                <a:cubicBezTo>
                  <a:pt x="1482090" y="3166682"/>
                  <a:pt x="1482090" y="3170206"/>
                  <a:pt x="1484281" y="3172397"/>
                </a:cubicBezTo>
                <a:lnTo>
                  <a:pt x="1493996" y="3182112"/>
                </a:lnTo>
                <a:cubicBezTo>
                  <a:pt x="1495044" y="3183160"/>
                  <a:pt x="1496473" y="3183731"/>
                  <a:pt x="1497902" y="3183731"/>
                </a:cubicBezTo>
                <a:lnTo>
                  <a:pt x="1497902" y="3183731"/>
                </a:lnTo>
                <a:cubicBezTo>
                  <a:pt x="1499426" y="3183731"/>
                  <a:pt x="1500759" y="3183160"/>
                  <a:pt x="1501807" y="3182112"/>
                </a:cubicBezTo>
                <a:lnTo>
                  <a:pt x="1511522" y="3172397"/>
                </a:lnTo>
                <a:lnTo>
                  <a:pt x="1511522" y="3172397"/>
                </a:lnTo>
                <a:cubicBezTo>
                  <a:pt x="1513713" y="3170206"/>
                  <a:pt x="1513713" y="3166682"/>
                  <a:pt x="1511522" y="3164491"/>
                </a:cubicBezTo>
                <a:lnTo>
                  <a:pt x="1501807" y="3154775"/>
                </a:lnTo>
                <a:cubicBezTo>
                  <a:pt x="1501807" y="3154775"/>
                  <a:pt x="1500854" y="3154013"/>
                  <a:pt x="1500283" y="3153728"/>
                </a:cubicBezTo>
                <a:lnTo>
                  <a:pt x="1500283" y="3118199"/>
                </a:lnTo>
                <a:lnTo>
                  <a:pt x="1526667" y="3095911"/>
                </a:lnTo>
                <a:close/>
                <a:moveTo>
                  <a:pt x="1719358" y="3071336"/>
                </a:moveTo>
                <a:cubicBezTo>
                  <a:pt x="1722692" y="3066764"/>
                  <a:pt x="1727549" y="3063812"/>
                  <a:pt x="1733169" y="3062954"/>
                </a:cubicBezTo>
                <a:cubicBezTo>
                  <a:pt x="1738789" y="3062097"/>
                  <a:pt x="1744313" y="3063430"/>
                  <a:pt x="1748885" y="3066764"/>
                </a:cubicBezTo>
                <a:cubicBezTo>
                  <a:pt x="1753457" y="3070098"/>
                  <a:pt x="1756410" y="3074956"/>
                  <a:pt x="1757267" y="3080576"/>
                </a:cubicBezTo>
                <a:cubicBezTo>
                  <a:pt x="1758125" y="3086100"/>
                  <a:pt x="1756791" y="3091720"/>
                  <a:pt x="1753457" y="3096197"/>
                </a:cubicBezTo>
                <a:lnTo>
                  <a:pt x="1753457" y="3096197"/>
                </a:lnTo>
                <a:cubicBezTo>
                  <a:pt x="1750124" y="3100769"/>
                  <a:pt x="1745266" y="3103721"/>
                  <a:pt x="1739646" y="3104579"/>
                </a:cubicBezTo>
                <a:cubicBezTo>
                  <a:pt x="1738598" y="3104769"/>
                  <a:pt x="1737455" y="3104864"/>
                  <a:pt x="1736407" y="3104864"/>
                </a:cubicBezTo>
                <a:cubicBezTo>
                  <a:pt x="1731931" y="3104864"/>
                  <a:pt x="1727645" y="3103436"/>
                  <a:pt x="1724025" y="3100769"/>
                </a:cubicBezTo>
                <a:cubicBezTo>
                  <a:pt x="1714691" y="3093911"/>
                  <a:pt x="1712595" y="3080671"/>
                  <a:pt x="1719453" y="3071241"/>
                </a:cubicBezTo>
                <a:close/>
                <a:moveTo>
                  <a:pt x="1508379" y="3168015"/>
                </a:moveTo>
                <a:cubicBezTo>
                  <a:pt x="1508379" y="3168015"/>
                  <a:pt x="1508665" y="3168872"/>
                  <a:pt x="1508379" y="3169158"/>
                </a:cubicBezTo>
                <a:lnTo>
                  <a:pt x="1498664" y="3178874"/>
                </a:lnTo>
                <a:cubicBezTo>
                  <a:pt x="1498664" y="3178874"/>
                  <a:pt x="1498187" y="3179064"/>
                  <a:pt x="1498092" y="3179064"/>
                </a:cubicBezTo>
                <a:cubicBezTo>
                  <a:pt x="1498282" y="3179159"/>
                  <a:pt x="1497711" y="3179064"/>
                  <a:pt x="1497521" y="3178874"/>
                </a:cubicBezTo>
                <a:lnTo>
                  <a:pt x="1487805" y="3169158"/>
                </a:lnTo>
                <a:cubicBezTo>
                  <a:pt x="1487805" y="3169158"/>
                  <a:pt x="1487519" y="3168301"/>
                  <a:pt x="1487805" y="3168015"/>
                </a:cubicBezTo>
                <a:lnTo>
                  <a:pt x="1497521" y="3158300"/>
                </a:lnTo>
                <a:cubicBezTo>
                  <a:pt x="1497521" y="3158300"/>
                  <a:pt x="1498092" y="3157919"/>
                  <a:pt x="1498092" y="3158109"/>
                </a:cubicBezTo>
                <a:cubicBezTo>
                  <a:pt x="1498187" y="3158109"/>
                  <a:pt x="1498473" y="3158109"/>
                  <a:pt x="1498664" y="3158300"/>
                </a:cubicBezTo>
                <a:lnTo>
                  <a:pt x="1508379" y="3168015"/>
                </a:lnTo>
                <a:close/>
                <a:moveTo>
                  <a:pt x="1872329" y="3096006"/>
                </a:moveTo>
                <a:lnTo>
                  <a:pt x="2009489" y="3096006"/>
                </a:lnTo>
                <a:lnTo>
                  <a:pt x="2037588" y="3072098"/>
                </a:lnTo>
                <a:lnTo>
                  <a:pt x="2037588" y="2962751"/>
                </a:lnTo>
                <a:lnTo>
                  <a:pt x="2042065" y="2962751"/>
                </a:lnTo>
                <a:cubicBezTo>
                  <a:pt x="2045970" y="2962751"/>
                  <a:pt x="2049209" y="2959513"/>
                  <a:pt x="2049113" y="2955608"/>
                </a:cubicBezTo>
                <a:lnTo>
                  <a:pt x="2049113" y="2942082"/>
                </a:lnTo>
                <a:cubicBezTo>
                  <a:pt x="2049113" y="2938177"/>
                  <a:pt x="2045875" y="2934938"/>
                  <a:pt x="2041874" y="2935034"/>
                </a:cubicBezTo>
                <a:lnTo>
                  <a:pt x="2028349" y="2935034"/>
                </a:lnTo>
                <a:cubicBezTo>
                  <a:pt x="2025777" y="2935034"/>
                  <a:pt x="2023586" y="2936558"/>
                  <a:pt x="2022348" y="2938653"/>
                </a:cubicBezTo>
                <a:lnTo>
                  <a:pt x="1992059" y="2938653"/>
                </a:lnTo>
                <a:cubicBezTo>
                  <a:pt x="1992059" y="2938653"/>
                  <a:pt x="1975961" y="2924366"/>
                  <a:pt x="1975961" y="2924366"/>
                </a:cubicBezTo>
                <a:lnTo>
                  <a:pt x="1897761" y="2924080"/>
                </a:lnTo>
                <a:cubicBezTo>
                  <a:pt x="1897285" y="2919127"/>
                  <a:pt x="1893284" y="2915126"/>
                  <a:pt x="1888141" y="2915126"/>
                </a:cubicBezTo>
                <a:cubicBezTo>
                  <a:pt x="1882712" y="2915126"/>
                  <a:pt x="1878330" y="2919508"/>
                  <a:pt x="1878330" y="2924937"/>
                </a:cubicBezTo>
                <a:cubicBezTo>
                  <a:pt x="1878330" y="2930367"/>
                  <a:pt x="1882712" y="2934748"/>
                  <a:pt x="1888141" y="2934748"/>
                </a:cubicBezTo>
                <a:cubicBezTo>
                  <a:pt x="1892141" y="2934748"/>
                  <a:pt x="1895570" y="2932367"/>
                  <a:pt x="1897094" y="2928938"/>
                </a:cubicBezTo>
                <a:lnTo>
                  <a:pt x="1974152" y="2929223"/>
                </a:lnTo>
                <a:lnTo>
                  <a:pt x="1990249" y="2943511"/>
                </a:lnTo>
                <a:lnTo>
                  <a:pt x="2021205" y="2943511"/>
                </a:lnTo>
                <a:cubicBezTo>
                  <a:pt x="2021205" y="2943511"/>
                  <a:pt x="2021205" y="2952750"/>
                  <a:pt x="2021205" y="2952750"/>
                </a:cubicBezTo>
                <a:lnTo>
                  <a:pt x="1990153" y="2952750"/>
                </a:lnTo>
                <a:cubicBezTo>
                  <a:pt x="1990153" y="2952750"/>
                  <a:pt x="1974056" y="2967038"/>
                  <a:pt x="1974056" y="2967038"/>
                </a:cubicBezTo>
                <a:lnTo>
                  <a:pt x="1897380" y="2967323"/>
                </a:lnTo>
                <a:cubicBezTo>
                  <a:pt x="1896332" y="2963132"/>
                  <a:pt x="1892618" y="2959989"/>
                  <a:pt x="1888141" y="2959989"/>
                </a:cubicBezTo>
                <a:cubicBezTo>
                  <a:pt x="1882712" y="2959989"/>
                  <a:pt x="1878330" y="2964371"/>
                  <a:pt x="1878330" y="2969800"/>
                </a:cubicBezTo>
                <a:cubicBezTo>
                  <a:pt x="1878330" y="2975229"/>
                  <a:pt x="1882712" y="2979515"/>
                  <a:pt x="1888141" y="2979515"/>
                </a:cubicBezTo>
                <a:cubicBezTo>
                  <a:pt x="1892713" y="2979515"/>
                  <a:pt x="1896332" y="2976372"/>
                  <a:pt x="1897380" y="2972086"/>
                </a:cubicBezTo>
                <a:lnTo>
                  <a:pt x="1975009" y="2971800"/>
                </a:lnTo>
                <a:lnTo>
                  <a:pt x="1975866" y="2971800"/>
                </a:lnTo>
                <a:lnTo>
                  <a:pt x="1991963" y="2957513"/>
                </a:lnTo>
                <a:lnTo>
                  <a:pt x="2021491" y="2957513"/>
                </a:lnTo>
                <a:cubicBezTo>
                  <a:pt x="2022253" y="2960656"/>
                  <a:pt x="2024920" y="2963037"/>
                  <a:pt x="2028349" y="2963037"/>
                </a:cubicBezTo>
                <a:lnTo>
                  <a:pt x="2032730" y="2963037"/>
                </a:lnTo>
                <a:cubicBezTo>
                  <a:pt x="2032730" y="2963037"/>
                  <a:pt x="2032730" y="3070193"/>
                  <a:pt x="2032730" y="3070193"/>
                </a:cubicBezTo>
                <a:lnTo>
                  <a:pt x="2007680" y="3091529"/>
                </a:lnTo>
                <a:lnTo>
                  <a:pt x="1874044" y="3091529"/>
                </a:lnTo>
                <a:lnTo>
                  <a:pt x="1853470" y="3074099"/>
                </a:lnTo>
                <a:lnTo>
                  <a:pt x="1853470" y="3035618"/>
                </a:lnTo>
                <a:lnTo>
                  <a:pt x="1857947" y="3035618"/>
                </a:lnTo>
                <a:cubicBezTo>
                  <a:pt x="1860614" y="3035618"/>
                  <a:pt x="1862900" y="3033998"/>
                  <a:pt x="1864043" y="3031808"/>
                </a:cubicBezTo>
                <a:lnTo>
                  <a:pt x="1893475" y="3031808"/>
                </a:lnTo>
                <a:cubicBezTo>
                  <a:pt x="1893475" y="3031808"/>
                  <a:pt x="1909572" y="3046095"/>
                  <a:pt x="1909572" y="3046095"/>
                </a:cubicBezTo>
                <a:lnTo>
                  <a:pt x="1988058" y="3046381"/>
                </a:lnTo>
                <a:cubicBezTo>
                  <a:pt x="1989106" y="3050572"/>
                  <a:pt x="1992821" y="3053810"/>
                  <a:pt x="1997393" y="3053810"/>
                </a:cubicBezTo>
                <a:cubicBezTo>
                  <a:pt x="2002822" y="3053810"/>
                  <a:pt x="2007108" y="3049429"/>
                  <a:pt x="2007108" y="3044000"/>
                </a:cubicBezTo>
                <a:cubicBezTo>
                  <a:pt x="2007108" y="3038570"/>
                  <a:pt x="2002727" y="3034189"/>
                  <a:pt x="1997393" y="3034189"/>
                </a:cubicBezTo>
                <a:cubicBezTo>
                  <a:pt x="1992821" y="3034189"/>
                  <a:pt x="1989201" y="3037332"/>
                  <a:pt x="1988153" y="3041523"/>
                </a:cubicBezTo>
                <a:lnTo>
                  <a:pt x="1911477" y="3041237"/>
                </a:lnTo>
                <a:lnTo>
                  <a:pt x="1895380" y="3026950"/>
                </a:lnTo>
                <a:lnTo>
                  <a:pt x="1865090" y="3026950"/>
                </a:lnTo>
                <a:cubicBezTo>
                  <a:pt x="1865090" y="3026950"/>
                  <a:pt x="1865090" y="3017806"/>
                  <a:pt x="1865090" y="3017806"/>
                </a:cubicBezTo>
                <a:lnTo>
                  <a:pt x="1895475" y="3017806"/>
                </a:lnTo>
                <a:cubicBezTo>
                  <a:pt x="1895475" y="3017806"/>
                  <a:pt x="1911572" y="3003518"/>
                  <a:pt x="1911572" y="3003518"/>
                </a:cubicBezTo>
                <a:lnTo>
                  <a:pt x="1988630" y="3003233"/>
                </a:lnTo>
                <a:cubicBezTo>
                  <a:pt x="1990153" y="3006662"/>
                  <a:pt x="1993582" y="3009043"/>
                  <a:pt x="1997583" y="3009043"/>
                </a:cubicBezTo>
                <a:cubicBezTo>
                  <a:pt x="2003012" y="3009043"/>
                  <a:pt x="2007299" y="3004661"/>
                  <a:pt x="2007299" y="2999232"/>
                </a:cubicBezTo>
                <a:cubicBezTo>
                  <a:pt x="2007299" y="2993803"/>
                  <a:pt x="2002917" y="2989421"/>
                  <a:pt x="1997583" y="2989421"/>
                </a:cubicBezTo>
                <a:cubicBezTo>
                  <a:pt x="1992535" y="2989421"/>
                  <a:pt x="1988439" y="2993327"/>
                  <a:pt x="1987963" y="2998375"/>
                </a:cubicBezTo>
                <a:lnTo>
                  <a:pt x="1910620" y="2998661"/>
                </a:lnTo>
                <a:lnTo>
                  <a:pt x="1909763" y="2998661"/>
                </a:lnTo>
                <a:lnTo>
                  <a:pt x="1893665" y="3012948"/>
                </a:lnTo>
                <a:lnTo>
                  <a:pt x="1864709" y="3012948"/>
                </a:lnTo>
                <a:cubicBezTo>
                  <a:pt x="1863852" y="3009900"/>
                  <a:pt x="1861185" y="3007614"/>
                  <a:pt x="1857947" y="3007614"/>
                </a:cubicBezTo>
                <a:lnTo>
                  <a:pt x="1853660" y="3007614"/>
                </a:lnTo>
                <a:cubicBezTo>
                  <a:pt x="1853660" y="3007614"/>
                  <a:pt x="1853946" y="2912840"/>
                  <a:pt x="1853946" y="2912840"/>
                </a:cubicBezTo>
                <a:lnTo>
                  <a:pt x="1868234" y="2896743"/>
                </a:lnTo>
                <a:lnTo>
                  <a:pt x="1868234" y="2868740"/>
                </a:lnTo>
                <a:cubicBezTo>
                  <a:pt x="1872520" y="2867692"/>
                  <a:pt x="1875663" y="2863977"/>
                  <a:pt x="1875663" y="2859500"/>
                </a:cubicBezTo>
                <a:cubicBezTo>
                  <a:pt x="1875663" y="2854071"/>
                  <a:pt x="1871282" y="2849690"/>
                  <a:pt x="1865948" y="2849690"/>
                </a:cubicBezTo>
                <a:cubicBezTo>
                  <a:pt x="1860614" y="2849690"/>
                  <a:pt x="1856137" y="2854071"/>
                  <a:pt x="1856137" y="2859500"/>
                </a:cubicBezTo>
                <a:cubicBezTo>
                  <a:pt x="1856137" y="2864072"/>
                  <a:pt x="1859280" y="2867692"/>
                  <a:pt x="1863566" y="2868740"/>
                </a:cubicBezTo>
                <a:lnTo>
                  <a:pt x="1863566" y="2894934"/>
                </a:lnTo>
                <a:cubicBezTo>
                  <a:pt x="1863566" y="2894934"/>
                  <a:pt x="1849184" y="2911030"/>
                  <a:pt x="1849184" y="2911030"/>
                </a:cubicBezTo>
                <a:lnTo>
                  <a:pt x="1848898" y="3007614"/>
                </a:lnTo>
                <a:lnTo>
                  <a:pt x="1844421" y="3007614"/>
                </a:lnTo>
                <a:cubicBezTo>
                  <a:pt x="1840516" y="3007614"/>
                  <a:pt x="1837277" y="3010853"/>
                  <a:pt x="1837373" y="3014758"/>
                </a:cubicBezTo>
                <a:lnTo>
                  <a:pt x="1837373" y="3028284"/>
                </a:lnTo>
                <a:cubicBezTo>
                  <a:pt x="1837373" y="3032188"/>
                  <a:pt x="1840611" y="3035427"/>
                  <a:pt x="1844612" y="3035332"/>
                </a:cubicBezTo>
                <a:lnTo>
                  <a:pt x="1848993" y="3035332"/>
                </a:lnTo>
                <a:cubicBezTo>
                  <a:pt x="1848993" y="3035332"/>
                  <a:pt x="1848993" y="3076004"/>
                  <a:pt x="1848993" y="3076004"/>
                </a:cubicBezTo>
                <a:lnTo>
                  <a:pt x="1872520" y="3096006"/>
                </a:lnTo>
                <a:close/>
                <a:moveTo>
                  <a:pt x="1888236" y="2929700"/>
                </a:moveTo>
                <a:cubicBezTo>
                  <a:pt x="1885474" y="2929700"/>
                  <a:pt x="1883188" y="2927413"/>
                  <a:pt x="1883188" y="2924651"/>
                </a:cubicBezTo>
                <a:cubicBezTo>
                  <a:pt x="1883188" y="2921889"/>
                  <a:pt x="1885474" y="2919603"/>
                  <a:pt x="1888236" y="2919603"/>
                </a:cubicBezTo>
                <a:cubicBezTo>
                  <a:pt x="1890998" y="2919603"/>
                  <a:pt x="1893284" y="2921889"/>
                  <a:pt x="1893284" y="2924651"/>
                </a:cubicBezTo>
                <a:cubicBezTo>
                  <a:pt x="1893284" y="2927413"/>
                  <a:pt x="1890998" y="2929700"/>
                  <a:pt x="1888236" y="2929700"/>
                </a:cubicBezTo>
                <a:close/>
                <a:moveTo>
                  <a:pt x="1888236" y="2974467"/>
                </a:moveTo>
                <a:cubicBezTo>
                  <a:pt x="1885474" y="2974467"/>
                  <a:pt x="1883188" y="2972181"/>
                  <a:pt x="1883188" y="2969514"/>
                </a:cubicBezTo>
                <a:cubicBezTo>
                  <a:pt x="1883188" y="2966847"/>
                  <a:pt x="1885474" y="2964466"/>
                  <a:pt x="1888236" y="2964466"/>
                </a:cubicBezTo>
                <a:cubicBezTo>
                  <a:pt x="1890998" y="2964466"/>
                  <a:pt x="1893284" y="2966752"/>
                  <a:pt x="1893284" y="2969514"/>
                </a:cubicBezTo>
                <a:cubicBezTo>
                  <a:pt x="1893284" y="2972276"/>
                  <a:pt x="1890998" y="2974467"/>
                  <a:pt x="1888236" y="2974467"/>
                </a:cubicBezTo>
                <a:close/>
                <a:moveTo>
                  <a:pt x="2028444" y="2957989"/>
                </a:moveTo>
                <a:cubicBezTo>
                  <a:pt x="2027111" y="2957989"/>
                  <a:pt x="2026063" y="2956941"/>
                  <a:pt x="2026063" y="2955608"/>
                </a:cubicBezTo>
                <a:lnTo>
                  <a:pt x="2026063" y="2942082"/>
                </a:lnTo>
                <a:cubicBezTo>
                  <a:pt x="2026063" y="2940749"/>
                  <a:pt x="2027015" y="2939701"/>
                  <a:pt x="2028349" y="2939701"/>
                </a:cubicBezTo>
                <a:lnTo>
                  <a:pt x="2041874" y="2939701"/>
                </a:lnTo>
                <a:cubicBezTo>
                  <a:pt x="2043208" y="2939701"/>
                  <a:pt x="2044256" y="2940653"/>
                  <a:pt x="2044256" y="2941987"/>
                </a:cubicBezTo>
                <a:lnTo>
                  <a:pt x="2044256" y="2955512"/>
                </a:lnTo>
                <a:cubicBezTo>
                  <a:pt x="2044256" y="2956846"/>
                  <a:pt x="2043303" y="2957894"/>
                  <a:pt x="2041970" y="2957894"/>
                </a:cubicBezTo>
                <a:lnTo>
                  <a:pt x="2028444" y="2957894"/>
                </a:lnTo>
                <a:close/>
                <a:moveTo>
                  <a:pt x="1997488" y="3038856"/>
                </a:moveTo>
                <a:cubicBezTo>
                  <a:pt x="2000250" y="3038856"/>
                  <a:pt x="2002441" y="3041142"/>
                  <a:pt x="2002441" y="3043904"/>
                </a:cubicBezTo>
                <a:cubicBezTo>
                  <a:pt x="2002441" y="3046667"/>
                  <a:pt x="2000155" y="3048953"/>
                  <a:pt x="1997488" y="3048953"/>
                </a:cubicBezTo>
                <a:cubicBezTo>
                  <a:pt x="1994821" y="3048953"/>
                  <a:pt x="1992440" y="3046667"/>
                  <a:pt x="1992440" y="3043904"/>
                </a:cubicBezTo>
                <a:cubicBezTo>
                  <a:pt x="1992440" y="3041142"/>
                  <a:pt x="1994726" y="3038856"/>
                  <a:pt x="1997488" y="3038856"/>
                </a:cubicBezTo>
                <a:close/>
                <a:moveTo>
                  <a:pt x="1997488" y="2994088"/>
                </a:moveTo>
                <a:cubicBezTo>
                  <a:pt x="2000250" y="2994088"/>
                  <a:pt x="2002441" y="2996375"/>
                  <a:pt x="2002441" y="2999137"/>
                </a:cubicBezTo>
                <a:cubicBezTo>
                  <a:pt x="2002441" y="3001899"/>
                  <a:pt x="2000155" y="3004185"/>
                  <a:pt x="1997488" y="3004185"/>
                </a:cubicBezTo>
                <a:cubicBezTo>
                  <a:pt x="1994821" y="3004185"/>
                  <a:pt x="1992440" y="3001899"/>
                  <a:pt x="1992440" y="2999137"/>
                </a:cubicBezTo>
                <a:cubicBezTo>
                  <a:pt x="1992440" y="2996375"/>
                  <a:pt x="1994726" y="2994088"/>
                  <a:pt x="1997488" y="2994088"/>
                </a:cubicBezTo>
                <a:close/>
                <a:moveTo>
                  <a:pt x="1860804" y="2859405"/>
                </a:moveTo>
                <a:cubicBezTo>
                  <a:pt x="1860804" y="2856643"/>
                  <a:pt x="1863090" y="2854357"/>
                  <a:pt x="1865852" y="2854357"/>
                </a:cubicBezTo>
                <a:cubicBezTo>
                  <a:pt x="1868615" y="2854357"/>
                  <a:pt x="1870805" y="2856643"/>
                  <a:pt x="1870805" y="2859405"/>
                </a:cubicBezTo>
                <a:cubicBezTo>
                  <a:pt x="1870805" y="2862167"/>
                  <a:pt x="1868519" y="2864453"/>
                  <a:pt x="1865852" y="2864453"/>
                </a:cubicBezTo>
                <a:cubicBezTo>
                  <a:pt x="1863185" y="2864453"/>
                  <a:pt x="1860804" y="2862167"/>
                  <a:pt x="1860804" y="2859405"/>
                </a:cubicBezTo>
                <a:close/>
                <a:moveTo>
                  <a:pt x="1844421" y="3030569"/>
                </a:moveTo>
                <a:cubicBezTo>
                  <a:pt x="1843088" y="3030569"/>
                  <a:pt x="1842040" y="3029522"/>
                  <a:pt x="1842040" y="3028188"/>
                </a:cubicBezTo>
                <a:lnTo>
                  <a:pt x="1842040" y="3014663"/>
                </a:lnTo>
                <a:cubicBezTo>
                  <a:pt x="1842040" y="3013329"/>
                  <a:pt x="1842992" y="3012281"/>
                  <a:pt x="1844326" y="3012281"/>
                </a:cubicBezTo>
                <a:lnTo>
                  <a:pt x="1857851" y="3012281"/>
                </a:lnTo>
                <a:cubicBezTo>
                  <a:pt x="1859185" y="3012281"/>
                  <a:pt x="1860232" y="3013234"/>
                  <a:pt x="1860232" y="3014567"/>
                </a:cubicBezTo>
                <a:lnTo>
                  <a:pt x="1860232" y="3028093"/>
                </a:lnTo>
                <a:cubicBezTo>
                  <a:pt x="1860232" y="3029426"/>
                  <a:pt x="1859280" y="3030474"/>
                  <a:pt x="1857947" y="3030474"/>
                </a:cubicBezTo>
                <a:lnTo>
                  <a:pt x="1844421" y="3030474"/>
                </a:lnTo>
                <a:close/>
                <a:moveTo>
                  <a:pt x="18860" y="2372201"/>
                </a:moveTo>
                <a:lnTo>
                  <a:pt x="18860" y="2380488"/>
                </a:lnTo>
                <a:lnTo>
                  <a:pt x="103061" y="2380488"/>
                </a:lnTo>
                <a:lnTo>
                  <a:pt x="127826" y="2362105"/>
                </a:lnTo>
                <a:lnTo>
                  <a:pt x="390144" y="2362105"/>
                </a:lnTo>
                <a:lnTo>
                  <a:pt x="394526" y="2356961"/>
                </a:lnTo>
                <a:lnTo>
                  <a:pt x="394526" y="2340959"/>
                </a:lnTo>
                <a:lnTo>
                  <a:pt x="390430" y="2340959"/>
                </a:lnTo>
                <a:cubicBezTo>
                  <a:pt x="388906" y="2340959"/>
                  <a:pt x="387763" y="2339721"/>
                  <a:pt x="387763" y="2338292"/>
                </a:cubicBezTo>
                <a:lnTo>
                  <a:pt x="387763" y="2325338"/>
                </a:lnTo>
                <a:cubicBezTo>
                  <a:pt x="387763" y="2323814"/>
                  <a:pt x="389001" y="2322671"/>
                  <a:pt x="390430" y="2322671"/>
                </a:cubicBezTo>
                <a:lnTo>
                  <a:pt x="403384" y="2322671"/>
                </a:lnTo>
                <a:cubicBezTo>
                  <a:pt x="404908" y="2322671"/>
                  <a:pt x="406051" y="2323910"/>
                  <a:pt x="406051" y="2325338"/>
                </a:cubicBezTo>
                <a:lnTo>
                  <a:pt x="406051" y="2338292"/>
                </a:lnTo>
                <a:cubicBezTo>
                  <a:pt x="406051" y="2339816"/>
                  <a:pt x="404813" y="2340959"/>
                  <a:pt x="403384" y="2340959"/>
                </a:cubicBezTo>
                <a:lnTo>
                  <a:pt x="399288" y="2340959"/>
                </a:lnTo>
                <a:lnTo>
                  <a:pt x="399288" y="2358771"/>
                </a:lnTo>
                <a:lnTo>
                  <a:pt x="392335" y="2366867"/>
                </a:lnTo>
                <a:lnTo>
                  <a:pt x="129350" y="2366867"/>
                </a:lnTo>
                <a:lnTo>
                  <a:pt x="104585" y="2385251"/>
                </a:lnTo>
                <a:lnTo>
                  <a:pt x="18860" y="2385251"/>
                </a:lnTo>
                <a:lnTo>
                  <a:pt x="18860" y="2393728"/>
                </a:lnTo>
                <a:cubicBezTo>
                  <a:pt x="18860" y="2397633"/>
                  <a:pt x="15621" y="2400872"/>
                  <a:pt x="11716" y="2400872"/>
                </a:cubicBezTo>
                <a:lnTo>
                  <a:pt x="95" y="2400872"/>
                </a:lnTo>
                <a:lnTo>
                  <a:pt x="95" y="2396109"/>
                </a:lnTo>
                <a:lnTo>
                  <a:pt x="11621" y="2396109"/>
                </a:lnTo>
                <a:cubicBezTo>
                  <a:pt x="12954" y="2396109"/>
                  <a:pt x="14002" y="2395061"/>
                  <a:pt x="14002" y="2393728"/>
                </a:cubicBezTo>
                <a:lnTo>
                  <a:pt x="14002" y="2372201"/>
                </a:lnTo>
                <a:cubicBezTo>
                  <a:pt x="14002" y="2370868"/>
                  <a:pt x="12954" y="2369820"/>
                  <a:pt x="11621" y="2369820"/>
                </a:cubicBezTo>
                <a:lnTo>
                  <a:pt x="95" y="2369820"/>
                </a:lnTo>
                <a:lnTo>
                  <a:pt x="95" y="2365058"/>
                </a:lnTo>
                <a:lnTo>
                  <a:pt x="11621" y="2365058"/>
                </a:lnTo>
                <a:cubicBezTo>
                  <a:pt x="15621" y="2365058"/>
                  <a:pt x="18764" y="2368296"/>
                  <a:pt x="18764" y="2372201"/>
                </a:cubicBezTo>
                <a:close/>
                <a:moveTo>
                  <a:pt x="1780985" y="3270218"/>
                </a:moveTo>
                <a:cubicBezTo>
                  <a:pt x="1786985" y="3270218"/>
                  <a:pt x="1791748" y="3265837"/>
                  <a:pt x="1792891" y="3260217"/>
                </a:cubicBezTo>
                <a:lnTo>
                  <a:pt x="1959578" y="3259646"/>
                </a:lnTo>
                <a:lnTo>
                  <a:pt x="1960531" y="3259646"/>
                </a:lnTo>
                <a:lnTo>
                  <a:pt x="2016538" y="3208115"/>
                </a:lnTo>
                <a:lnTo>
                  <a:pt x="2042636" y="3208115"/>
                </a:lnTo>
                <a:cubicBezTo>
                  <a:pt x="2043684" y="3212306"/>
                  <a:pt x="2047399" y="3215450"/>
                  <a:pt x="2051876" y="3215450"/>
                </a:cubicBezTo>
                <a:cubicBezTo>
                  <a:pt x="2057305" y="3215450"/>
                  <a:pt x="2061686" y="3211068"/>
                  <a:pt x="2061686" y="3205639"/>
                </a:cubicBezTo>
                <a:cubicBezTo>
                  <a:pt x="2061686" y="3200210"/>
                  <a:pt x="2057305" y="3195828"/>
                  <a:pt x="2051876" y="3195828"/>
                </a:cubicBezTo>
                <a:cubicBezTo>
                  <a:pt x="2047303" y="3195828"/>
                  <a:pt x="2043684" y="3198971"/>
                  <a:pt x="2042636" y="3203258"/>
                </a:cubicBezTo>
                <a:lnTo>
                  <a:pt x="2014633" y="3203258"/>
                </a:lnTo>
                <a:cubicBezTo>
                  <a:pt x="2014633" y="3203258"/>
                  <a:pt x="1958626" y="3254788"/>
                  <a:pt x="1958626" y="3254788"/>
                </a:cubicBezTo>
                <a:lnTo>
                  <a:pt x="1792796" y="3255359"/>
                </a:lnTo>
                <a:cubicBezTo>
                  <a:pt x="1791653" y="3249740"/>
                  <a:pt x="1786890" y="3245358"/>
                  <a:pt x="1780889" y="3245358"/>
                </a:cubicBezTo>
                <a:cubicBezTo>
                  <a:pt x="1774031" y="3245358"/>
                  <a:pt x="1768507" y="3250883"/>
                  <a:pt x="1768507" y="3257741"/>
                </a:cubicBezTo>
                <a:cubicBezTo>
                  <a:pt x="1768507" y="3264599"/>
                  <a:pt x="1774031" y="3270123"/>
                  <a:pt x="1780889" y="3270123"/>
                </a:cubicBezTo>
                <a:close/>
                <a:moveTo>
                  <a:pt x="2051971" y="3200781"/>
                </a:moveTo>
                <a:cubicBezTo>
                  <a:pt x="2054733" y="3200781"/>
                  <a:pt x="2057019" y="3203067"/>
                  <a:pt x="2057019" y="3205829"/>
                </a:cubicBezTo>
                <a:cubicBezTo>
                  <a:pt x="2057019" y="3208592"/>
                  <a:pt x="2054733" y="3210878"/>
                  <a:pt x="2051971" y="3210878"/>
                </a:cubicBezTo>
                <a:cubicBezTo>
                  <a:pt x="2049209" y="3210878"/>
                  <a:pt x="2046923" y="3208592"/>
                  <a:pt x="2046923" y="3205829"/>
                </a:cubicBezTo>
                <a:cubicBezTo>
                  <a:pt x="2046923" y="3203067"/>
                  <a:pt x="2049209" y="3200781"/>
                  <a:pt x="2051971" y="3200781"/>
                </a:cubicBezTo>
                <a:close/>
                <a:moveTo>
                  <a:pt x="1780985" y="3250216"/>
                </a:moveTo>
                <a:cubicBezTo>
                  <a:pt x="1785176" y="3250216"/>
                  <a:pt x="1788605" y="3253645"/>
                  <a:pt x="1788605" y="3257836"/>
                </a:cubicBezTo>
                <a:cubicBezTo>
                  <a:pt x="1788605" y="3262027"/>
                  <a:pt x="1785176" y="3265456"/>
                  <a:pt x="1780985" y="3265456"/>
                </a:cubicBezTo>
                <a:cubicBezTo>
                  <a:pt x="1776794" y="3265456"/>
                  <a:pt x="1773365" y="3262027"/>
                  <a:pt x="1773365" y="3257836"/>
                </a:cubicBezTo>
                <a:cubicBezTo>
                  <a:pt x="1773365" y="3253645"/>
                  <a:pt x="1776794" y="3250216"/>
                  <a:pt x="1780985" y="3250216"/>
                </a:cubicBezTo>
                <a:close/>
                <a:moveTo>
                  <a:pt x="2171033" y="3695034"/>
                </a:moveTo>
                <a:lnTo>
                  <a:pt x="2171033" y="3706940"/>
                </a:lnTo>
                <a:cubicBezTo>
                  <a:pt x="2171033" y="3710464"/>
                  <a:pt x="2168176" y="3713321"/>
                  <a:pt x="2164652" y="3713321"/>
                </a:cubicBezTo>
                <a:lnTo>
                  <a:pt x="2152745" y="3713321"/>
                </a:lnTo>
                <a:cubicBezTo>
                  <a:pt x="2149221" y="3713321"/>
                  <a:pt x="2146364" y="3710464"/>
                  <a:pt x="2146364" y="3706940"/>
                </a:cubicBezTo>
                <a:lnTo>
                  <a:pt x="2146364" y="3694938"/>
                </a:lnTo>
                <a:cubicBezTo>
                  <a:pt x="2146364" y="3691414"/>
                  <a:pt x="2149221" y="3688556"/>
                  <a:pt x="2152745" y="3688556"/>
                </a:cubicBezTo>
                <a:lnTo>
                  <a:pt x="2164652" y="3688556"/>
                </a:lnTo>
                <a:cubicBezTo>
                  <a:pt x="2168176" y="3688556"/>
                  <a:pt x="2171033" y="3691414"/>
                  <a:pt x="2171033" y="3694938"/>
                </a:cubicBezTo>
                <a:close/>
                <a:moveTo>
                  <a:pt x="26670" y="2257235"/>
                </a:moveTo>
                <a:lnTo>
                  <a:pt x="123825" y="2257235"/>
                </a:lnTo>
                <a:lnTo>
                  <a:pt x="137541" y="2270760"/>
                </a:lnTo>
                <a:lnTo>
                  <a:pt x="225266" y="2270760"/>
                </a:lnTo>
                <a:lnTo>
                  <a:pt x="385096" y="2121122"/>
                </a:lnTo>
                <a:lnTo>
                  <a:pt x="385096" y="2033492"/>
                </a:lnTo>
                <a:lnTo>
                  <a:pt x="389096" y="2033492"/>
                </a:lnTo>
                <a:cubicBezTo>
                  <a:pt x="392811" y="2033492"/>
                  <a:pt x="395954" y="2030444"/>
                  <a:pt x="395954" y="2026634"/>
                </a:cubicBezTo>
                <a:lnTo>
                  <a:pt x="395954" y="2013966"/>
                </a:lnTo>
                <a:cubicBezTo>
                  <a:pt x="395954" y="2010251"/>
                  <a:pt x="392906" y="2007108"/>
                  <a:pt x="389096" y="2007108"/>
                </a:cubicBezTo>
                <a:lnTo>
                  <a:pt x="376428" y="2007108"/>
                </a:lnTo>
                <a:cubicBezTo>
                  <a:pt x="372713" y="2007108"/>
                  <a:pt x="369570" y="2010156"/>
                  <a:pt x="369570" y="2013966"/>
                </a:cubicBezTo>
                <a:lnTo>
                  <a:pt x="369570" y="2026634"/>
                </a:lnTo>
                <a:cubicBezTo>
                  <a:pt x="369570" y="2030349"/>
                  <a:pt x="372618" y="2033492"/>
                  <a:pt x="376428" y="2033492"/>
                </a:cubicBezTo>
                <a:lnTo>
                  <a:pt x="380429" y="2033492"/>
                </a:lnTo>
                <a:lnTo>
                  <a:pt x="380429" y="2119027"/>
                </a:lnTo>
                <a:lnTo>
                  <a:pt x="223552" y="2265902"/>
                </a:lnTo>
                <a:lnTo>
                  <a:pt x="139637" y="2265902"/>
                </a:lnTo>
                <a:lnTo>
                  <a:pt x="126016" y="2252377"/>
                </a:lnTo>
                <a:lnTo>
                  <a:pt x="28289" y="2252377"/>
                </a:lnTo>
                <a:cubicBezTo>
                  <a:pt x="28861" y="2250186"/>
                  <a:pt x="29147" y="2247900"/>
                  <a:pt x="29147" y="2245519"/>
                </a:cubicBezTo>
                <a:cubicBezTo>
                  <a:pt x="29147" y="2243614"/>
                  <a:pt x="28956" y="2241804"/>
                  <a:pt x="28575" y="2239994"/>
                </a:cubicBezTo>
                <a:lnTo>
                  <a:pt x="29242" y="2241042"/>
                </a:lnTo>
                <a:lnTo>
                  <a:pt x="49911" y="2227040"/>
                </a:lnTo>
                <a:lnTo>
                  <a:pt x="203740" y="2227040"/>
                </a:lnTo>
                <a:lnTo>
                  <a:pt x="285560" y="2151317"/>
                </a:lnTo>
                <a:cubicBezTo>
                  <a:pt x="286703" y="2152079"/>
                  <a:pt x="287941" y="2152650"/>
                  <a:pt x="289465" y="2152650"/>
                </a:cubicBezTo>
                <a:lnTo>
                  <a:pt x="305086" y="2152650"/>
                </a:lnTo>
                <a:cubicBezTo>
                  <a:pt x="308801" y="2152650"/>
                  <a:pt x="311944" y="2149602"/>
                  <a:pt x="311944" y="2145792"/>
                </a:cubicBezTo>
                <a:lnTo>
                  <a:pt x="311944" y="2129600"/>
                </a:lnTo>
                <a:cubicBezTo>
                  <a:pt x="311944" y="2125885"/>
                  <a:pt x="308896" y="2122742"/>
                  <a:pt x="305086" y="2122742"/>
                </a:cubicBezTo>
                <a:lnTo>
                  <a:pt x="289465" y="2122742"/>
                </a:lnTo>
                <a:cubicBezTo>
                  <a:pt x="285750" y="2122742"/>
                  <a:pt x="282607" y="2125790"/>
                  <a:pt x="282607" y="2129600"/>
                </a:cubicBezTo>
                <a:lnTo>
                  <a:pt x="282607" y="2145792"/>
                </a:lnTo>
                <a:cubicBezTo>
                  <a:pt x="282607" y="2146268"/>
                  <a:pt x="282797" y="2146745"/>
                  <a:pt x="282893" y="2147221"/>
                </a:cubicBezTo>
                <a:lnTo>
                  <a:pt x="201835" y="2222183"/>
                </a:lnTo>
                <a:lnTo>
                  <a:pt x="48482" y="2222183"/>
                </a:lnTo>
                <a:lnTo>
                  <a:pt x="27623" y="2236375"/>
                </a:lnTo>
                <a:cubicBezTo>
                  <a:pt x="23813" y="2224754"/>
                  <a:pt x="12954" y="2216372"/>
                  <a:pt x="191" y="2216372"/>
                </a:cubicBezTo>
                <a:lnTo>
                  <a:pt x="191" y="2218754"/>
                </a:lnTo>
                <a:cubicBezTo>
                  <a:pt x="14859" y="2218754"/>
                  <a:pt x="26861" y="2230755"/>
                  <a:pt x="26861" y="2245424"/>
                </a:cubicBezTo>
                <a:cubicBezTo>
                  <a:pt x="26861" y="2260092"/>
                  <a:pt x="14859" y="2272094"/>
                  <a:pt x="191" y="2272094"/>
                </a:cubicBezTo>
                <a:lnTo>
                  <a:pt x="191" y="2274475"/>
                </a:lnTo>
                <a:cubicBezTo>
                  <a:pt x="12097" y="2274475"/>
                  <a:pt x="22289" y="2267236"/>
                  <a:pt x="26765" y="2257044"/>
                </a:cubicBezTo>
                <a:close/>
                <a:moveTo>
                  <a:pt x="376333" y="2028825"/>
                </a:moveTo>
                <a:cubicBezTo>
                  <a:pt x="375190" y="2028825"/>
                  <a:pt x="374237" y="2027873"/>
                  <a:pt x="374237" y="2026730"/>
                </a:cubicBezTo>
                <a:lnTo>
                  <a:pt x="374237" y="2014061"/>
                </a:lnTo>
                <a:cubicBezTo>
                  <a:pt x="374237" y="2012918"/>
                  <a:pt x="375190" y="2011966"/>
                  <a:pt x="376333" y="2011966"/>
                </a:cubicBezTo>
                <a:lnTo>
                  <a:pt x="389001" y="2011966"/>
                </a:lnTo>
                <a:cubicBezTo>
                  <a:pt x="390144" y="2011966"/>
                  <a:pt x="391097" y="2012918"/>
                  <a:pt x="391097" y="2014061"/>
                </a:cubicBezTo>
                <a:lnTo>
                  <a:pt x="391097" y="2026730"/>
                </a:lnTo>
                <a:cubicBezTo>
                  <a:pt x="391097" y="2027873"/>
                  <a:pt x="390144" y="2028825"/>
                  <a:pt x="389001" y="2028825"/>
                </a:cubicBezTo>
                <a:lnTo>
                  <a:pt x="376333" y="2028825"/>
                </a:lnTo>
                <a:close/>
                <a:moveTo>
                  <a:pt x="287369" y="2129790"/>
                </a:moveTo>
                <a:cubicBezTo>
                  <a:pt x="287369" y="2128647"/>
                  <a:pt x="288322" y="2127695"/>
                  <a:pt x="289465" y="2127695"/>
                </a:cubicBezTo>
                <a:lnTo>
                  <a:pt x="305086" y="2127695"/>
                </a:lnTo>
                <a:cubicBezTo>
                  <a:pt x="306229" y="2127695"/>
                  <a:pt x="307181" y="2128647"/>
                  <a:pt x="307181" y="2129790"/>
                </a:cubicBezTo>
                <a:lnTo>
                  <a:pt x="307181" y="2145983"/>
                </a:lnTo>
                <a:cubicBezTo>
                  <a:pt x="307181" y="2147126"/>
                  <a:pt x="306229" y="2148078"/>
                  <a:pt x="305086" y="2148078"/>
                </a:cubicBezTo>
                <a:lnTo>
                  <a:pt x="289465" y="2148078"/>
                </a:lnTo>
                <a:cubicBezTo>
                  <a:pt x="288322" y="2148078"/>
                  <a:pt x="287369" y="2147126"/>
                  <a:pt x="287369" y="2145983"/>
                </a:cubicBezTo>
                <a:lnTo>
                  <a:pt x="287369" y="2129790"/>
                </a:lnTo>
                <a:close/>
                <a:moveTo>
                  <a:pt x="78296" y="2152269"/>
                </a:moveTo>
                <a:lnTo>
                  <a:pt x="150019" y="2152079"/>
                </a:lnTo>
                <a:lnTo>
                  <a:pt x="250031" y="2055495"/>
                </a:lnTo>
                <a:lnTo>
                  <a:pt x="286703" y="2055495"/>
                </a:lnTo>
                <a:cubicBezTo>
                  <a:pt x="287846" y="2060639"/>
                  <a:pt x="292227" y="2064639"/>
                  <a:pt x="297752" y="2064639"/>
                </a:cubicBezTo>
                <a:cubicBezTo>
                  <a:pt x="304133" y="2064639"/>
                  <a:pt x="309277" y="2059496"/>
                  <a:pt x="309277" y="2053114"/>
                </a:cubicBezTo>
                <a:cubicBezTo>
                  <a:pt x="309277" y="2046732"/>
                  <a:pt x="304133" y="2041589"/>
                  <a:pt x="297752" y="2041589"/>
                </a:cubicBezTo>
                <a:cubicBezTo>
                  <a:pt x="292227" y="2041589"/>
                  <a:pt x="287846" y="2045589"/>
                  <a:pt x="286703" y="2050732"/>
                </a:cubicBezTo>
                <a:lnTo>
                  <a:pt x="248126" y="2050732"/>
                </a:lnTo>
                <a:lnTo>
                  <a:pt x="148114" y="2147316"/>
                </a:lnTo>
                <a:lnTo>
                  <a:pt x="80677" y="2147507"/>
                </a:lnTo>
                <a:lnTo>
                  <a:pt x="68199" y="2131981"/>
                </a:lnTo>
                <a:lnTo>
                  <a:pt x="95" y="2131695"/>
                </a:lnTo>
                <a:lnTo>
                  <a:pt x="95" y="2136458"/>
                </a:lnTo>
                <a:lnTo>
                  <a:pt x="65913" y="2136743"/>
                </a:lnTo>
                <a:lnTo>
                  <a:pt x="78391" y="2152364"/>
                </a:lnTo>
                <a:close/>
                <a:moveTo>
                  <a:pt x="297656" y="2046351"/>
                </a:moveTo>
                <a:cubicBezTo>
                  <a:pt x="301371" y="2046351"/>
                  <a:pt x="304419" y="2049399"/>
                  <a:pt x="304419" y="2053114"/>
                </a:cubicBezTo>
                <a:cubicBezTo>
                  <a:pt x="304419" y="2056828"/>
                  <a:pt x="301371" y="2059877"/>
                  <a:pt x="297656" y="2059877"/>
                </a:cubicBezTo>
                <a:cubicBezTo>
                  <a:pt x="293942" y="2059877"/>
                  <a:pt x="290894" y="2056828"/>
                  <a:pt x="290894" y="2053114"/>
                </a:cubicBezTo>
                <a:cubicBezTo>
                  <a:pt x="290894" y="2049399"/>
                  <a:pt x="293942" y="2046351"/>
                  <a:pt x="297656" y="2046351"/>
                </a:cubicBezTo>
                <a:close/>
                <a:moveTo>
                  <a:pt x="1926050" y="3232213"/>
                </a:moveTo>
                <a:lnTo>
                  <a:pt x="1982057" y="3180684"/>
                </a:lnTo>
                <a:lnTo>
                  <a:pt x="2008251" y="3180684"/>
                </a:lnTo>
                <a:cubicBezTo>
                  <a:pt x="2009299" y="3184874"/>
                  <a:pt x="2013014" y="3188018"/>
                  <a:pt x="2017490" y="3188018"/>
                </a:cubicBezTo>
                <a:cubicBezTo>
                  <a:pt x="2022920" y="3188018"/>
                  <a:pt x="2027301" y="3183636"/>
                  <a:pt x="2027301" y="3178207"/>
                </a:cubicBezTo>
                <a:cubicBezTo>
                  <a:pt x="2027301" y="3172778"/>
                  <a:pt x="2022920" y="3168396"/>
                  <a:pt x="2017490" y="3168396"/>
                </a:cubicBezTo>
                <a:cubicBezTo>
                  <a:pt x="2012918" y="3168396"/>
                  <a:pt x="2009299" y="3171539"/>
                  <a:pt x="2008251" y="3175826"/>
                </a:cubicBezTo>
                <a:lnTo>
                  <a:pt x="1980248" y="3175826"/>
                </a:lnTo>
                <a:cubicBezTo>
                  <a:pt x="1980248" y="3175826"/>
                  <a:pt x="1924336" y="3227356"/>
                  <a:pt x="1924336" y="3227356"/>
                </a:cubicBezTo>
                <a:lnTo>
                  <a:pt x="1707452" y="3226784"/>
                </a:lnTo>
                <a:lnTo>
                  <a:pt x="1706499" y="3226784"/>
                </a:lnTo>
                <a:lnTo>
                  <a:pt x="1674876" y="3257836"/>
                </a:lnTo>
                <a:cubicBezTo>
                  <a:pt x="1672876" y="3256407"/>
                  <a:pt x="1670590" y="3255455"/>
                  <a:pt x="1667923" y="3255455"/>
                </a:cubicBezTo>
                <a:cubicBezTo>
                  <a:pt x="1661065" y="3255455"/>
                  <a:pt x="1655540" y="3260979"/>
                  <a:pt x="1655540" y="3267837"/>
                </a:cubicBezTo>
                <a:cubicBezTo>
                  <a:pt x="1655540" y="3274695"/>
                  <a:pt x="1661065" y="3280220"/>
                  <a:pt x="1667923" y="3280220"/>
                </a:cubicBezTo>
                <a:cubicBezTo>
                  <a:pt x="1674781" y="3280220"/>
                  <a:pt x="1680305" y="3274695"/>
                  <a:pt x="1680305" y="3267837"/>
                </a:cubicBezTo>
                <a:cubicBezTo>
                  <a:pt x="1680305" y="3265361"/>
                  <a:pt x="1679353" y="3263170"/>
                  <a:pt x="1678115" y="3261265"/>
                </a:cubicBezTo>
                <a:lnTo>
                  <a:pt x="1708404" y="3231547"/>
                </a:lnTo>
                <a:lnTo>
                  <a:pt x="1925193" y="3232118"/>
                </a:lnTo>
                <a:lnTo>
                  <a:pt x="1926146" y="3232118"/>
                </a:lnTo>
                <a:close/>
                <a:moveTo>
                  <a:pt x="2017490" y="3173254"/>
                </a:moveTo>
                <a:cubicBezTo>
                  <a:pt x="2020253" y="3173254"/>
                  <a:pt x="2022539" y="3175540"/>
                  <a:pt x="2022539" y="3178302"/>
                </a:cubicBezTo>
                <a:cubicBezTo>
                  <a:pt x="2022539" y="3181064"/>
                  <a:pt x="2020253" y="3183350"/>
                  <a:pt x="2017490" y="3183350"/>
                </a:cubicBezTo>
                <a:cubicBezTo>
                  <a:pt x="2014728" y="3183350"/>
                  <a:pt x="2012537" y="3181064"/>
                  <a:pt x="2012537" y="3178302"/>
                </a:cubicBezTo>
                <a:cubicBezTo>
                  <a:pt x="2012537" y="3175540"/>
                  <a:pt x="2014823" y="3173254"/>
                  <a:pt x="2017490" y="3173254"/>
                </a:cubicBezTo>
                <a:close/>
                <a:moveTo>
                  <a:pt x="1667828" y="3275457"/>
                </a:moveTo>
                <a:cubicBezTo>
                  <a:pt x="1663637" y="3275457"/>
                  <a:pt x="1660207" y="3272028"/>
                  <a:pt x="1660207" y="3267837"/>
                </a:cubicBezTo>
                <a:cubicBezTo>
                  <a:pt x="1660207" y="3263646"/>
                  <a:pt x="1663637" y="3260217"/>
                  <a:pt x="1667828" y="3260217"/>
                </a:cubicBezTo>
                <a:cubicBezTo>
                  <a:pt x="1672019" y="3260217"/>
                  <a:pt x="1675448" y="3263646"/>
                  <a:pt x="1675448" y="3267837"/>
                </a:cubicBezTo>
                <a:cubicBezTo>
                  <a:pt x="1675448" y="3272028"/>
                  <a:pt x="1672019" y="3275457"/>
                  <a:pt x="1667828" y="3275457"/>
                </a:cubicBezTo>
                <a:close/>
                <a:moveTo>
                  <a:pt x="1015270" y="2269808"/>
                </a:moveTo>
                <a:lnTo>
                  <a:pt x="1015270" y="2271332"/>
                </a:lnTo>
                <a:lnTo>
                  <a:pt x="997934" y="2270760"/>
                </a:lnTo>
                <a:lnTo>
                  <a:pt x="985838" y="2279047"/>
                </a:lnTo>
                <a:lnTo>
                  <a:pt x="837914" y="2278380"/>
                </a:lnTo>
                <a:lnTo>
                  <a:pt x="701612" y="2145506"/>
                </a:lnTo>
                <a:lnTo>
                  <a:pt x="681228" y="2145887"/>
                </a:lnTo>
                <a:lnTo>
                  <a:pt x="669608" y="2131695"/>
                </a:lnTo>
                <a:lnTo>
                  <a:pt x="669608" y="2033492"/>
                </a:lnTo>
                <a:lnTo>
                  <a:pt x="673608" y="2033492"/>
                </a:lnTo>
                <a:cubicBezTo>
                  <a:pt x="677323" y="2033492"/>
                  <a:pt x="680466" y="2030444"/>
                  <a:pt x="680466" y="2026634"/>
                </a:cubicBezTo>
                <a:lnTo>
                  <a:pt x="680466" y="2013966"/>
                </a:lnTo>
                <a:cubicBezTo>
                  <a:pt x="680466" y="2010251"/>
                  <a:pt x="677418" y="2007108"/>
                  <a:pt x="673608" y="2007108"/>
                </a:cubicBezTo>
                <a:lnTo>
                  <a:pt x="660940" y="2007108"/>
                </a:lnTo>
                <a:cubicBezTo>
                  <a:pt x="657225" y="2007108"/>
                  <a:pt x="654082" y="2010156"/>
                  <a:pt x="654082" y="2013966"/>
                </a:cubicBezTo>
                <a:lnTo>
                  <a:pt x="654082" y="2026634"/>
                </a:lnTo>
                <a:cubicBezTo>
                  <a:pt x="654082" y="2030349"/>
                  <a:pt x="657130" y="2033492"/>
                  <a:pt x="660940" y="2033492"/>
                </a:cubicBezTo>
                <a:lnTo>
                  <a:pt x="664940" y="2033492"/>
                </a:lnTo>
                <a:lnTo>
                  <a:pt x="664940" y="2133410"/>
                </a:lnTo>
                <a:lnTo>
                  <a:pt x="679133" y="2150650"/>
                </a:lnTo>
                <a:lnTo>
                  <a:pt x="699802" y="2150269"/>
                </a:lnTo>
                <a:lnTo>
                  <a:pt x="836104" y="2283143"/>
                </a:lnTo>
                <a:lnTo>
                  <a:pt x="987457" y="2283809"/>
                </a:lnTo>
                <a:lnTo>
                  <a:pt x="999458" y="2275523"/>
                </a:lnTo>
                <a:lnTo>
                  <a:pt x="1015460" y="2275999"/>
                </a:lnTo>
                <a:lnTo>
                  <a:pt x="1015460" y="2277523"/>
                </a:lnTo>
                <a:cubicBezTo>
                  <a:pt x="1015460" y="2281047"/>
                  <a:pt x="1018318" y="2283905"/>
                  <a:pt x="1021842" y="2283905"/>
                </a:cubicBezTo>
                <a:lnTo>
                  <a:pt x="1048798" y="2283905"/>
                </a:lnTo>
                <a:cubicBezTo>
                  <a:pt x="1052322" y="2283905"/>
                  <a:pt x="1055180" y="2281047"/>
                  <a:pt x="1055180" y="2277523"/>
                </a:cubicBezTo>
                <a:lnTo>
                  <a:pt x="1055180" y="2274856"/>
                </a:lnTo>
                <a:lnTo>
                  <a:pt x="1066705" y="2274856"/>
                </a:lnTo>
                <a:lnTo>
                  <a:pt x="1074992" y="2266379"/>
                </a:lnTo>
                <a:lnTo>
                  <a:pt x="1074992" y="2248281"/>
                </a:lnTo>
                <a:lnTo>
                  <a:pt x="1076516" y="2248281"/>
                </a:lnTo>
                <a:cubicBezTo>
                  <a:pt x="1081278" y="2248281"/>
                  <a:pt x="1085183" y="2244376"/>
                  <a:pt x="1085183" y="2239613"/>
                </a:cubicBezTo>
                <a:lnTo>
                  <a:pt x="1085183" y="2212658"/>
                </a:lnTo>
                <a:cubicBezTo>
                  <a:pt x="1085183" y="2207895"/>
                  <a:pt x="1081278" y="2203990"/>
                  <a:pt x="1076516" y="2203990"/>
                </a:cubicBezTo>
                <a:lnTo>
                  <a:pt x="1076230" y="2203990"/>
                </a:lnTo>
                <a:lnTo>
                  <a:pt x="1076230" y="2159127"/>
                </a:lnTo>
                <a:lnTo>
                  <a:pt x="1050227" y="2137220"/>
                </a:lnTo>
                <a:cubicBezTo>
                  <a:pt x="1051655" y="2135315"/>
                  <a:pt x="1052608" y="2133029"/>
                  <a:pt x="1052608" y="2130457"/>
                </a:cubicBezTo>
                <a:cubicBezTo>
                  <a:pt x="1052608" y="2124075"/>
                  <a:pt x="1047369" y="2118836"/>
                  <a:pt x="1040987" y="2118836"/>
                </a:cubicBezTo>
                <a:cubicBezTo>
                  <a:pt x="1034606" y="2118836"/>
                  <a:pt x="1029367" y="2124075"/>
                  <a:pt x="1029367" y="2130457"/>
                </a:cubicBezTo>
                <a:cubicBezTo>
                  <a:pt x="1029367" y="2136839"/>
                  <a:pt x="1034606" y="2142077"/>
                  <a:pt x="1040987" y="2142077"/>
                </a:cubicBezTo>
                <a:cubicBezTo>
                  <a:pt x="1043083" y="2142077"/>
                  <a:pt x="1044893" y="2141411"/>
                  <a:pt x="1046607" y="2140363"/>
                </a:cubicBezTo>
                <a:lnTo>
                  <a:pt x="1071372" y="2161223"/>
                </a:lnTo>
                <a:lnTo>
                  <a:pt x="1071372" y="2203895"/>
                </a:lnTo>
                <a:lnTo>
                  <a:pt x="1068610" y="2203895"/>
                </a:lnTo>
                <a:cubicBezTo>
                  <a:pt x="1063847" y="2203895"/>
                  <a:pt x="1059942" y="2207800"/>
                  <a:pt x="1059942" y="2212562"/>
                </a:cubicBezTo>
                <a:lnTo>
                  <a:pt x="1059942" y="2239518"/>
                </a:lnTo>
                <a:cubicBezTo>
                  <a:pt x="1059942" y="2244281"/>
                  <a:pt x="1063847" y="2248186"/>
                  <a:pt x="1068610" y="2248186"/>
                </a:cubicBezTo>
                <a:lnTo>
                  <a:pt x="1070134" y="2248186"/>
                </a:lnTo>
                <a:lnTo>
                  <a:pt x="1070134" y="2264283"/>
                </a:lnTo>
                <a:lnTo>
                  <a:pt x="1064609" y="2269998"/>
                </a:lnTo>
                <a:lnTo>
                  <a:pt x="1055084" y="2269998"/>
                </a:lnTo>
                <a:lnTo>
                  <a:pt x="1055084" y="2269617"/>
                </a:lnTo>
                <a:cubicBezTo>
                  <a:pt x="1055084" y="2266093"/>
                  <a:pt x="1052227" y="2263331"/>
                  <a:pt x="1048703" y="2263331"/>
                </a:cubicBezTo>
                <a:lnTo>
                  <a:pt x="1021747" y="2263331"/>
                </a:lnTo>
                <a:cubicBezTo>
                  <a:pt x="1018223" y="2263331"/>
                  <a:pt x="1015365" y="2266188"/>
                  <a:pt x="1015365" y="2269617"/>
                </a:cubicBezTo>
                <a:close/>
                <a:moveTo>
                  <a:pt x="660845" y="2028825"/>
                </a:moveTo>
                <a:cubicBezTo>
                  <a:pt x="659702" y="2028825"/>
                  <a:pt x="658749" y="2027873"/>
                  <a:pt x="658749" y="2026730"/>
                </a:cubicBezTo>
                <a:lnTo>
                  <a:pt x="658749" y="2014061"/>
                </a:lnTo>
                <a:cubicBezTo>
                  <a:pt x="658749" y="2012918"/>
                  <a:pt x="659702" y="2011966"/>
                  <a:pt x="660845" y="2011966"/>
                </a:cubicBezTo>
                <a:lnTo>
                  <a:pt x="673513" y="2011966"/>
                </a:lnTo>
                <a:cubicBezTo>
                  <a:pt x="674656" y="2011966"/>
                  <a:pt x="675608" y="2012918"/>
                  <a:pt x="675608" y="2014061"/>
                </a:cubicBezTo>
                <a:lnTo>
                  <a:pt x="675608" y="2026730"/>
                </a:lnTo>
                <a:cubicBezTo>
                  <a:pt x="675608" y="2027873"/>
                  <a:pt x="674656" y="2028825"/>
                  <a:pt x="673513" y="2028825"/>
                </a:cubicBezTo>
                <a:lnTo>
                  <a:pt x="660845" y="2028825"/>
                </a:lnTo>
                <a:close/>
                <a:moveTo>
                  <a:pt x="1040702" y="2139696"/>
                </a:moveTo>
                <a:cubicBezTo>
                  <a:pt x="1035558" y="2139696"/>
                  <a:pt x="1031462" y="2135505"/>
                  <a:pt x="1031462" y="2130457"/>
                </a:cubicBezTo>
                <a:cubicBezTo>
                  <a:pt x="1031462" y="2125409"/>
                  <a:pt x="1035653" y="2121218"/>
                  <a:pt x="1040702" y="2121218"/>
                </a:cubicBezTo>
                <a:cubicBezTo>
                  <a:pt x="1045750" y="2121218"/>
                  <a:pt x="1049941" y="2125409"/>
                  <a:pt x="1049941" y="2130457"/>
                </a:cubicBezTo>
                <a:cubicBezTo>
                  <a:pt x="1049941" y="2135505"/>
                  <a:pt x="1045750" y="2139696"/>
                  <a:pt x="1040702" y="2139696"/>
                </a:cubicBezTo>
                <a:close/>
                <a:moveTo>
                  <a:pt x="1068419" y="2243614"/>
                </a:moveTo>
                <a:cubicBezTo>
                  <a:pt x="1066229" y="2243614"/>
                  <a:pt x="1064514" y="2241804"/>
                  <a:pt x="1064514" y="2239709"/>
                </a:cubicBezTo>
                <a:lnTo>
                  <a:pt x="1064514" y="2212753"/>
                </a:lnTo>
                <a:cubicBezTo>
                  <a:pt x="1064514" y="2210562"/>
                  <a:pt x="1066324" y="2208848"/>
                  <a:pt x="1068419" y="2208848"/>
                </a:cubicBezTo>
                <a:lnTo>
                  <a:pt x="1076230" y="2208848"/>
                </a:lnTo>
                <a:cubicBezTo>
                  <a:pt x="1078421" y="2208848"/>
                  <a:pt x="1080135" y="2210657"/>
                  <a:pt x="1080135" y="2212753"/>
                </a:cubicBezTo>
                <a:lnTo>
                  <a:pt x="1080135" y="2239709"/>
                </a:lnTo>
                <a:cubicBezTo>
                  <a:pt x="1080135" y="2241899"/>
                  <a:pt x="1078325" y="2243614"/>
                  <a:pt x="1076230" y="2243614"/>
                </a:cubicBezTo>
                <a:lnTo>
                  <a:pt x="1068419" y="2243614"/>
                </a:lnTo>
                <a:close/>
                <a:moveTo>
                  <a:pt x="878681" y="3042285"/>
                </a:moveTo>
                <a:lnTo>
                  <a:pt x="878681" y="3037523"/>
                </a:lnTo>
                <a:lnTo>
                  <a:pt x="900875" y="3037523"/>
                </a:lnTo>
                <a:lnTo>
                  <a:pt x="900875" y="3042285"/>
                </a:lnTo>
                <a:lnTo>
                  <a:pt x="878681" y="3042285"/>
                </a:lnTo>
                <a:close/>
                <a:moveTo>
                  <a:pt x="1040702" y="2122646"/>
                </a:moveTo>
                <a:cubicBezTo>
                  <a:pt x="1036415" y="2122646"/>
                  <a:pt x="1032986" y="2126171"/>
                  <a:pt x="1032986" y="2130362"/>
                </a:cubicBezTo>
                <a:cubicBezTo>
                  <a:pt x="1032986" y="2134553"/>
                  <a:pt x="1036511" y="2138077"/>
                  <a:pt x="1040702" y="2138077"/>
                </a:cubicBezTo>
                <a:cubicBezTo>
                  <a:pt x="1044893" y="2138077"/>
                  <a:pt x="1048512" y="2134553"/>
                  <a:pt x="1048512" y="2130362"/>
                </a:cubicBezTo>
                <a:cubicBezTo>
                  <a:pt x="1048512" y="2126171"/>
                  <a:pt x="1044988" y="2122646"/>
                  <a:pt x="1040702" y="2122646"/>
                </a:cubicBezTo>
                <a:close/>
                <a:moveTo>
                  <a:pt x="1040702" y="2135791"/>
                </a:moveTo>
                <a:cubicBezTo>
                  <a:pt x="1037749" y="2135791"/>
                  <a:pt x="1035368" y="2133410"/>
                  <a:pt x="1035368" y="2130457"/>
                </a:cubicBezTo>
                <a:cubicBezTo>
                  <a:pt x="1035368" y="2127504"/>
                  <a:pt x="1037749" y="2125123"/>
                  <a:pt x="1040702" y="2125123"/>
                </a:cubicBezTo>
                <a:cubicBezTo>
                  <a:pt x="1043654" y="2125123"/>
                  <a:pt x="1046131" y="2127504"/>
                  <a:pt x="1046131" y="2130457"/>
                </a:cubicBezTo>
                <a:cubicBezTo>
                  <a:pt x="1046131" y="2133410"/>
                  <a:pt x="1043750" y="2135791"/>
                  <a:pt x="1040702" y="2135791"/>
                </a:cubicBezTo>
                <a:close/>
                <a:moveTo>
                  <a:pt x="423386" y="3144012"/>
                </a:moveTo>
                <a:lnTo>
                  <a:pt x="423386" y="3126296"/>
                </a:lnTo>
                <a:cubicBezTo>
                  <a:pt x="423386" y="3126296"/>
                  <a:pt x="428149" y="3126296"/>
                  <a:pt x="428149" y="3126296"/>
                </a:cubicBezTo>
                <a:lnTo>
                  <a:pt x="428149" y="3144012"/>
                </a:lnTo>
                <a:cubicBezTo>
                  <a:pt x="428149" y="3144012"/>
                  <a:pt x="423386" y="3144012"/>
                  <a:pt x="423386" y="3144012"/>
                </a:cubicBezTo>
                <a:close/>
                <a:moveTo>
                  <a:pt x="423386" y="3167920"/>
                </a:moveTo>
                <a:lnTo>
                  <a:pt x="423386" y="3161729"/>
                </a:lnTo>
                <a:cubicBezTo>
                  <a:pt x="423386" y="3161729"/>
                  <a:pt x="428149" y="3161729"/>
                  <a:pt x="428149" y="3161729"/>
                </a:cubicBezTo>
                <a:lnTo>
                  <a:pt x="428149" y="3166205"/>
                </a:lnTo>
                <a:cubicBezTo>
                  <a:pt x="428149" y="3166205"/>
                  <a:pt x="435293" y="3175254"/>
                  <a:pt x="435293" y="3175254"/>
                </a:cubicBezTo>
                <a:lnTo>
                  <a:pt x="431578" y="3178207"/>
                </a:lnTo>
                <a:lnTo>
                  <a:pt x="423386" y="3167825"/>
                </a:lnTo>
                <a:close/>
                <a:moveTo>
                  <a:pt x="1107567" y="3261170"/>
                </a:moveTo>
                <a:cubicBezTo>
                  <a:pt x="1105091" y="3261360"/>
                  <a:pt x="1102519" y="3262122"/>
                  <a:pt x="1100614" y="3264027"/>
                </a:cubicBezTo>
                <a:cubicBezTo>
                  <a:pt x="1099280" y="3265361"/>
                  <a:pt x="1098614" y="3266980"/>
                  <a:pt x="1098137" y="3268790"/>
                </a:cubicBezTo>
                <a:lnTo>
                  <a:pt x="1034987" y="3268790"/>
                </a:lnTo>
                <a:cubicBezTo>
                  <a:pt x="1034987" y="3268790"/>
                  <a:pt x="991457" y="3303461"/>
                  <a:pt x="991457" y="3303461"/>
                </a:cubicBezTo>
                <a:cubicBezTo>
                  <a:pt x="989743" y="3301746"/>
                  <a:pt x="987362" y="3300698"/>
                  <a:pt x="984790" y="3300698"/>
                </a:cubicBezTo>
                <a:lnTo>
                  <a:pt x="984790" y="3300698"/>
                </a:lnTo>
                <a:cubicBezTo>
                  <a:pt x="979456" y="3300698"/>
                  <a:pt x="975074" y="3305080"/>
                  <a:pt x="974979" y="3310414"/>
                </a:cubicBezTo>
                <a:cubicBezTo>
                  <a:pt x="974979" y="3315843"/>
                  <a:pt x="979361" y="3320225"/>
                  <a:pt x="984695" y="3320225"/>
                </a:cubicBezTo>
                <a:lnTo>
                  <a:pt x="984695" y="3320225"/>
                </a:lnTo>
                <a:cubicBezTo>
                  <a:pt x="990029" y="3320225"/>
                  <a:pt x="994410" y="3315843"/>
                  <a:pt x="994505" y="3310509"/>
                </a:cubicBezTo>
                <a:cubicBezTo>
                  <a:pt x="994505" y="3309461"/>
                  <a:pt x="994220" y="3308509"/>
                  <a:pt x="993934" y="3307652"/>
                </a:cubicBezTo>
                <a:lnTo>
                  <a:pt x="1036606" y="3273647"/>
                </a:lnTo>
                <a:lnTo>
                  <a:pt x="1098233" y="3273647"/>
                </a:lnTo>
                <a:cubicBezTo>
                  <a:pt x="1098709" y="3275171"/>
                  <a:pt x="1099376" y="3276695"/>
                  <a:pt x="1100519" y="3277934"/>
                </a:cubicBezTo>
                <a:cubicBezTo>
                  <a:pt x="1102328" y="3279743"/>
                  <a:pt x="1104805" y="3280791"/>
                  <a:pt x="1107377" y="3280791"/>
                </a:cubicBezTo>
                <a:lnTo>
                  <a:pt x="1107377" y="3280791"/>
                </a:lnTo>
                <a:cubicBezTo>
                  <a:pt x="1109948" y="3280791"/>
                  <a:pt x="1112425" y="3279743"/>
                  <a:pt x="1114235" y="3277934"/>
                </a:cubicBezTo>
                <a:cubicBezTo>
                  <a:pt x="1116044" y="3276124"/>
                  <a:pt x="1117092" y="3273647"/>
                  <a:pt x="1117092" y="3271076"/>
                </a:cubicBezTo>
                <a:cubicBezTo>
                  <a:pt x="1117092" y="3268504"/>
                  <a:pt x="1116140" y="3266027"/>
                  <a:pt x="1114235" y="3264122"/>
                </a:cubicBezTo>
                <a:cubicBezTo>
                  <a:pt x="1112425" y="3262313"/>
                  <a:pt x="1109948" y="3261265"/>
                  <a:pt x="1107377" y="3261265"/>
                </a:cubicBezTo>
                <a:close/>
                <a:moveTo>
                  <a:pt x="984790" y="3315462"/>
                </a:moveTo>
                <a:lnTo>
                  <a:pt x="984790" y="3315462"/>
                </a:lnTo>
                <a:cubicBezTo>
                  <a:pt x="982027" y="3315462"/>
                  <a:pt x="979837" y="3313176"/>
                  <a:pt x="979837" y="3310414"/>
                </a:cubicBezTo>
                <a:cubicBezTo>
                  <a:pt x="979837" y="3307652"/>
                  <a:pt x="982123" y="3305461"/>
                  <a:pt x="984885" y="3305461"/>
                </a:cubicBezTo>
                <a:lnTo>
                  <a:pt x="984885" y="3305461"/>
                </a:lnTo>
                <a:cubicBezTo>
                  <a:pt x="987647" y="3305461"/>
                  <a:pt x="989838" y="3307747"/>
                  <a:pt x="989838" y="3310509"/>
                </a:cubicBezTo>
                <a:cubicBezTo>
                  <a:pt x="989838" y="3313271"/>
                  <a:pt x="987552" y="3315462"/>
                  <a:pt x="984790" y="3315462"/>
                </a:cubicBezTo>
                <a:close/>
                <a:moveTo>
                  <a:pt x="1111091" y="3274505"/>
                </a:moveTo>
                <a:cubicBezTo>
                  <a:pt x="1110139" y="3275457"/>
                  <a:pt x="1108901" y="3275934"/>
                  <a:pt x="1107567" y="3275934"/>
                </a:cubicBezTo>
                <a:lnTo>
                  <a:pt x="1107567" y="3275934"/>
                </a:lnTo>
                <a:cubicBezTo>
                  <a:pt x="1106234" y="3275934"/>
                  <a:pt x="1104995" y="3275362"/>
                  <a:pt x="1104043" y="3274409"/>
                </a:cubicBezTo>
                <a:cubicBezTo>
                  <a:pt x="1103090" y="3273457"/>
                  <a:pt x="1102614" y="3272219"/>
                  <a:pt x="1102614" y="3270885"/>
                </a:cubicBezTo>
                <a:cubicBezTo>
                  <a:pt x="1102614" y="3269552"/>
                  <a:pt x="1103186" y="3268313"/>
                  <a:pt x="1104138" y="3267361"/>
                </a:cubicBezTo>
                <a:cubicBezTo>
                  <a:pt x="1105091" y="3266409"/>
                  <a:pt x="1106329" y="3265932"/>
                  <a:pt x="1107662" y="3265932"/>
                </a:cubicBezTo>
                <a:cubicBezTo>
                  <a:pt x="1108805" y="3265742"/>
                  <a:pt x="1110234" y="3266504"/>
                  <a:pt x="1111187" y="3267456"/>
                </a:cubicBezTo>
                <a:cubicBezTo>
                  <a:pt x="1112139" y="3268409"/>
                  <a:pt x="1112615" y="3269647"/>
                  <a:pt x="1112615" y="3270980"/>
                </a:cubicBezTo>
                <a:cubicBezTo>
                  <a:pt x="1112615" y="3272314"/>
                  <a:pt x="1112044" y="3273552"/>
                  <a:pt x="1111091" y="3274505"/>
                </a:cubicBezTo>
                <a:close/>
                <a:moveTo>
                  <a:pt x="1334357" y="2138172"/>
                </a:moveTo>
                <a:cubicBezTo>
                  <a:pt x="1338644" y="2138172"/>
                  <a:pt x="1342073" y="2134648"/>
                  <a:pt x="1342073" y="2130457"/>
                </a:cubicBezTo>
                <a:cubicBezTo>
                  <a:pt x="1342073" y="2126266"/>
                  <a:pt x="1338548" y="2122742"/>
                  <a:pt x="1334357" y="2122742"/>
                </a:cubicBezTo>
                <a:cubicBezTo>
                  <a:pt x="1330166" y="2122742"/>
                  <a:pt x="1326642" y="2126266"/>
                  <a:pt x="1326642" y="2130457"/>
                </a:cubicBezTo>
                <a:cubicBezTo>
                  <a:pt x="1326642" y="2134648"/>
                  <a:pt x="1330166" y="2138172"/>
                  <a:pt x="1334357" y="2138172"/>
                </a:cubicBezTo>
                <a:close/>
                <a:moveTo>
                  <a:pt x="1334357" y="2125028"/>
                </a:moveTo>
                <a:cubicBezTo>
                  <a:pt x="1337310" y="2125028"/>
                  <a:pt x="1339691" y="2127409"/>
                  <a:pt x="1339691" y="2130362"/>
                </a:cubicBezTo>
                <a:cubicBezTo>
                  <a:pt x="1339691" y="2133314"/>
                  <a:pt x="1337310" y="2135696"/>
                  <a:pt x="1334357" y="2135696"/>
                </a:cubicBezTo>
                <a:cubicBezTo>
                  <a:pt x="1331405" y="2135696"/>
                  <a:pt x="1329023" y="2133314"/>
                  <a:pt x="1329023" y="2130362"/>
                </a:cubicBezTo>
                <a:cubicBezTo>
                  <a:pt x="1329023" y="2127409"/>
                  <a:pt x="1331405" y="2125028"/>
                  <a:pt x="1334357" y="2125028"/>
                </a:cubicBezTo>
                <a:close/>
                <a:moveTo>
                  <a:pt x="997649" y="3164015"/>
                </a:moveTo>
                <a:cubicBezTo>
                  <a:pt x="997649" y="3167920"/>
                  <a:pt x="994505" y="3171063"/>
                  <a:pt x="990600" y="3171063"/>
                </a:cubicBezTo>
                <a:cubicBezTo>
                  <a:pt x="986695" y="3171063"/>
                  <a:pt x="983552" y="3167920"/>
                  <a:pt x="983552" y="3164015"/>
                </a:cubicBezTo>
                <a:cubicBezTo>
                  <a:pt x="983552" y="3160109"/>
                  <a:pt x="986695" y="3156966"/>
                  <a:pt x="990600" y="3156966"/>
                </a:cubicBezTo>
                <a:cubicBezTo>
                  <a:pt x="994505" y="3156966"/>
                  <a:pt x="997649" y="3160109"/>
                  <a:pt x="997649" y="3164015"/>
                </a:cubicBezTo>
                <a:close/>
                <a:moveTo>
                  <a:pt x="224314" y="2617565"/>
                </a:moveTo>
                <a:lnTo>
                  <a:pt x="224314" y="2624042"/>
                </a:lnTo>
                <a:cubicBezTo>
                  <a:pt x="224314" y="2625471"/>
                  <a:pt x="223171" y="2626614"/>
                  <a:pt x="221742" y="2626614"/>
                </a:cubicBezTo>
                <a:lnTo>
                  <a:pt x="215265" y="2626614"/>
                </a:lnTo>
                <a:cubicBezTo>
                  <a:pt x="213836" y="2626614"/>
                  <a:pt x="212693" y="2625471"/>
                  <a:pt x="212693" y="2624042"/>
                </a:cubicBezTo>
                <a:lnTo>
                  <a:pt x="212693" y="2617565"/>
                </a:lnTo>
                <a:cubicBezTo>
                  <a:pt x="212693" y="2616137"/>
                  <a:pt x="213836" y="2614994"/>
                  <a:pt x="215265" y="2614994"/>
                </a:cubicBezTo>
                <a:lnTo>
                  <a:pt x="221742" y="2614994"/>
                </a:lnTo>
                <a:cubicBezTo>
                  <a:pt x="223171" y="2614994"/>
                  <a:pt x="224314" y="2616137"/>
                  <a:pt x="224314" y="2617565"/>
                </a:cubicBezTo>
                <a:close/>
                <a:moveTo>
                  <a:pt x="1028891" y="2240947"/>
                </a:moveTo>
                <a:cubicBezTo>
                  <a:pt x="1033177" y="2240947"/>
                  <a:pt x="1036701" y="2237423"/>
                  <a:pt x="1036701" y="2233232"/>
                </a:cubicBezTo>
                <a:cubicBezTo>
                  <a:pt x="1036701" y="2229041"/>
                  <a:pt x="1033177" y="2225516"/>
                  <a:pt x="1028891" y="2225516"/>
                </a:cubicBezTo>
                <a:cubicBezTo>
                  <a:pt x="1024604" y="2225516"/>
                  <a:pt x="1021175" y="2229041"/>
                  <a:pt x="1021175" y="2233232"/>
                </a:cubicBezTo>
                <a:cubicBezTo>
                  <a:pt x="1021175" y="2237423"/>
                  <a:pt x="1024700" y="2240947"/>
                  <a:pt x="1028891" y="2240947"/>
                </a:cubicBezTo>
                <a:close/>
                <a:moveTo>
                  <a:pt x="1028891" y="2227802"/>
                </a:moveTo>
                <a:cubicBezTo>
                  <a:pt x="1031843" y="2227802"/>
                  <a:pt x="1034320" y="2230184"/>
                  <a:pt x="1034320" y="2233136"/>
                </a:cubicBezTo>
                <a:cubicBezTo>
                  <a:pt x="1034320" y="2236089"/>
                  <a:pt x="1031939" y="2238470"/>
                  <a:pt x="1028891" y="2238470"/>
                </a:cubicBezTo>
                <a:cubicBezTo>
                  <a:pt x="1025843" y="2238470"/>
                  <a:pt x="1023557" y="2236089"/>
                  <a:pt x="1023557" y="2233136"/>
                </a:cubicBezTo>
                <a:cubicBezTo>
                  <a:pt x="1023557" y="2230184"/>
                  <a:pt x="1025938" y="2227802"/>
                  <a:pt x="1028891" y="2227802"/>
                </a:cubicBezTo>
                <a:close/>
                <a:moveTo>
                  <a:pt x="1188911" y="3109246"/>
                </a:moveTo>
                <a:cubicBezTo>
                  <a:pt x="1189387" y="3109246"/>
                  <a:pt x="1189863" y="3109246"/>
                  <a:pt x="1190339" y="3109246"/>
                </a:cubicBezTo>
                <a:cubicBezTo>
                  <a:pt x="1192816" y="3109246"/>
                  <a:pt x="1195197" y="3108388"/>
                  <a:pt x="1197197" y="3106865"/>
                </a:cubicBezTo>
                <a:cubicBezTo>
                  <a:pt x="1199293" y="3105245"/>
                  <a:pt x="1200626" y="3102864"/>
                  <a:pt x="1201198" y="3100292"/>
                </a:cubicBezTo>
                <a:lnTo>
                  <a:pt x="1265873" y="3100292"/>
                </a:lnTo>
                <a:lnTo>
                  <a:pt x="1283589" y="3121533"/>
                </a:lnTo>
                <a:lnTo>
                  <a:pt x="1284065" y="3148013"/>
                </a:lnTo>
                <a:lnTo>
                  <a:pt x="1270826" y="3162681"/>
                </a:lnTo>
                <a:lnTo>
                  <a:pt x="1228249" y="3162681"/>
                </a:lnTo>
                <a:cubicBezTo>
                  <a:pt x="1228249" y="3162681"/>
                  <a:pt x="1228249" y="3162395"/>
                  <a:pt x="1228249" y="3162300"/>
                </a:cubicBezTo>
                <a:cubicBezTo>
                  <a:pt x="1227487" y="3157442"/>
                  <a:pt x="1222820" y="3154109"/>
                  <a:pt x="1217962" y="3154871"/>
                </a:cubicBezTo>
                <a:cubicBezTo>
                  <a:pt x="1213104" y="3155633"/>
                  <a:pt x="1209770" y="3160300"/>
                  <a:pt x="1210532" y="3165158"/>
                </a:cubicBezTo>
                <a:cubicBezTo>
                  <a:pt x="1211294" y="3170015"/>
                  <a:pt x="1215962" y="3173349"/>
                  <a:pt x="1220819" y="3172587"/>
                </a:cubicBezTo>
                <a:cubicBezTo>
                  <a:pt x="1223772" y="3172111"/>
                  <a:pt x="1226058" y="3170111"/>
                  <a:pt x="1227296" y="3167539"/>
                </a:cubicBezTo>
                <a:lnTo>
                  <a:pt x="1272826" y="3167539"/>
                </a:lnTo>
                <a:cubicBezTo>
                  <a:pt x="1272826" y="3167539"/>
                  <a:pt x="1288828" y="3149822"/>
                  <a:pt x="1288828" y="3149822"/>
                </a:cubicBezTo>
                <a:lnTo>
                  <a:pt x="1288256" y="3119723"/>
                </a:lnTo>
                <a:lnTo>
                  <a:pt x="1267968" y="3095530"/>
                </a:lnTo>
                <a:lnTo>
                  <a:pt x="1201103" y="3095530"/>
                </a:lnTo>
                <a:cubicBezTo>
                  <a:pt x="1200722" y="3093911"/>
                  <a:pt x="1200150" y="3092387"/>
                  <a:pt x="1199102" y="3090958"/>
                </a:cubicBezTo>
                <a:cubicBezTo>
                  <a:pt x="1197293" y="3088577"/>
                  <a:pt x="1194530" y="3087053"/>
                  <a:pt x="1191578" y="3086672"/>
                </a:cubicBezTo>
                <a:cubicBezTo>
                  <a:pt x="1188530" y="3086291"/>
                  <a:pt x="1185577" y="3087053"/>
                  <a:pt x="1183196" y="3088958"/>
                </a:cubicBezTo>
                <a:cubicBezTo>
                  <a:pt x="1180814" y="3090767"/>
                  <a:pt x="1179290" y="3093434"/>
                  <a:pt x="1178909" y="3096482"/>
                </a:cubicBezTo>
                <a:cubicBezTo>
                  <a:pt x="1178528" y="3099530"/>
                  <a:pt x="1179290" y="3102483"/>
                  <a:pt x="1181195" y="3104864"/>
                </a:cubicBezTo>
                <a:cubicBezTo>
                  <a:pt x="1183005" y="3107246"/>
                  <a:pt x="1185672" y="3108770"/>
                  <a:pt x="1188720" y="3109151"/>
                </a:cubicBezTo>
                <a:close/>
                <a:moveTo>
                  <a:pt x="1186339" y="3092768"/>
                </a:moveTo>
                <a:lnTo>
                  <a:pt x="1186339" y="3092768"/>
                </a:lnTo>
                <a:cubicBezTo>
                  <a:pt x="1187482" y="3091910"/>
                  <a:pt x="1188911" y="3091434"/>
                  <a:pt x="1190339" y="3091434"/>
                </a:cubicBezTo>
                <a:cubicBezTo>
                  <a:pt x="1190625" y="3091434"/>
                  <a:pt x="1190911" y="3091434"/>
                  <a:pt x="1191197" y="3091434"/>
                </a:cubicBezTo>
                <a:cubicBezTo>
                  <a:pt x="1192911" y="3091625"/>
                  <a:pt x="1194530" y="3092577"/>
                  <a:pt x="1195578" y="3093911"/>
                </a:cubicBezTo>
                <a:cubicBezTo>
                  <a:pt x="1196626" y="3095339"/>
                  <a:pt x="1197102" y="3097054"/>
                  <a:pt x="1196912" y="3098768"/>
                </a:cubicBezTo>
                <a:cubicBezTo>
                  <a:pt x="1196721" y="3100483"/>
                  <a:pt x="1195769" y="3102007"/>
                  <a:pt x="1194435" y="3103150"/>
                </a:cubicBezTo>
                <a:cubicBezTo>
                  <a:pt x="1193006" y="3104198"/>
                  <a:pt x="1191292" y="3104674"/>
                  <a:pt x="1189577" y="3104484"/>
                </a:cubicBezTo>
                <a:cubicBezTo>
                  <a:pt x="1187863" y="3104293"/>
                  <a:pt x="1186244" y="3103340"/>
                  <a:pt x="1185196" y="3102007"/>
                </a:cubicBezTo>
                <a:cubicBezTo>
                  <a:pt x="1184148" y="3100578"/>
                  <a:pt x="1183672" y="3098863"/>
                  <a:pt x="1183862" y="3097149"/>
                </a:cubicBezTo>
                <a:cubicBezTo>
                  <a:pt x="1184053" y="3095435"/>
                  <a:pt x="1185005" y="3093911"/>
                  <a:pt x="1186339" y="3092768"/>
                </a:cubicBezTo>
                <a:close/>
                <a:moveTo>
                  <a:pt x="922973" y="3042285"/>
                </a:moveTo>
                <a:lnTo>
                  <a:pt x="922973" y="3037523"/>
                </a:lnTo>
                <a:lnTo>
                  <a:pt x="945166" y="3037523"/>
                </a:lnTo>
                <a:lnTo>
                  <a:pt x="945166" y="3042285"/>
                </a:lnTo>
                <a:lnTo>
                  <a:pt x="922973" y="3042285"/>
                </a:lnTo>
                <a:close/>
                <a:moveTo>
                  <a:pt x="1260348" y="3012472"/>
                </a:moveTo>
                <a:lnTo>
                  <a:pt x="1378363" y="2919794"/>
                </a:lnTo>
                <a:lnTo>
                  <a:pt x="1389412" y="2920270"/>
                </a:lnTo>
                <a:cubicBezTo>
                  <a:pt x="1389793" y="2921318"/>
                  <a:pt x="1390269" y="2922270"/>
                  <a:pt x="1391031" y="2923032"/>
                </a:cubicBezTo>
                <a:lnTo>
                  <a:pt x="1400651" y="2932557"/>
                </a:lnTo>
                <a:cubicBezTo>
                  <a:pt x="1403414" y="2935319"/>
                  <a:pt x="1407986" y="2935319"/>
                  <a:pt x="1410748" y="2932557"/>
                </a:cubicBezTo>
                <a:lnTo>
                  <a:pt x="1420273" y="2922937"/>
                </a:lnTo>
                <a:cubicBezTo>
                  <a:pt x="1421035" y="2922175"/>
                  <a:pt x="1421511" y="2921318"/>
                  <a:pt x="1421892" y="2920365"/>
                </a:cubicBezTo>
                <a:lnTo>
                  <a:pt x="1517999" y="2920651"/>
                </a:lnTo>
                <a:lnTo>
                  <a:pt x="1534097" y="2934938"/>
                </a:lnTo>
                <a:lnTo>
                  <a:pt x="1590675" y="2934938"/>
                </a:lnTo>
                <a:cubicBezTo>
                  <a:pt x="1591723" y="2939225"/>
                  <a:pt x="1595438" y="2942368"/>
                  <a:pt x="1599914" y="2942368"/>
                </a:cubicBezTo>
                <a:cubicBezTo>
                  <a:pt x="1605344" y="2942368"/>
                  <a:pt x="1609725" y="2937986"/>
                  <a:pt x="1609725" y="2932557"/>
                </a:cubicBezTo>
                <a:cubicBezTo>
                  <a:pt x="1609725" y="2927128"/>
                  <a:pt x="1605344" y="2922746"/>
                  <a:pt x="1599914" y="2922746"/>
                </a:cubicBezTo>
                <a:cubicBezTo>
                  <a:pt x="1595342" y="2922746"/>
                  <a:pt x="1591723" y="2925890"/>
                  <a:pt x="1590675" y="2930176"/>
                </a:cubicBezTo>
                <a:lnTo>
                  <a:pt x="1535906" y="2930176"/>
                </a:lnTo>
                <a:cubicBezTo>
                  <a:pt x="1535906" y="2930176"/>
                  <a:pt x="1519809" y="2915793"/>
                  <a:pt x="1519809" y="2915793"/>
                </a:cubicBezTo>
                <a:lnTo>
                  <a:pt x="1421892" y="2915507"/>
                </a:lnTo>
                <a:cubicBezTo>
                  <a:pt x="1421511" y="2914555"/>
                  <a:pt x="1421035" y="2913602"/>
                  <a:pt x="1420273" y="2912840"/>
                </a:cubicBezTo>
                <a:lnTo>
                  <a:pt x="1410653" y="2903315"/>
                </a:lnTo>
                <a:cubicBezTo>
                  <a:pt x="1407890" y="2900553"/>
                  <a:pt x="1403318" y="2900553"/>
                  <a:pt x="1400556" y="2903315"/>
                </a:cubicBezTo>
                <a:lnTo>
                  <a:pt x="1391031" y="2912936"/>
                </a:lnTo>
                <a:cubicBezTo>
                  <a:pt x="1390269" y="2913698"/>
                  <a:pt x="1389793" y="2914555"/>
                  <a:pt x="1389412" y="2915412"/>
                </a:cubicBezTo>
                <a:lnTo>
                  <a:pt x="1376744" y="2914936"/>
                </a:lnTo>
                <a:lnTo>
                  <a:pt x="1258729" y="3007614"/>
                </a:lnTo>
                <a:lnTo>
                  <a:pt x="1231202" y="3007424"/>
                </a:lnTo>
                <a:lnTo>
                  <a:pt x="1039082" y="3161538"/>
                </a:lnTo>
                <a:lnTo>
                  <a:pt x="1004697" y="3161538"/>
                </a:lnTo>
                <a:cubicBezTo>
                  <a:pt x="1004126" y="3158014"/>
                  <a:pt x="1002221" y="3154680"/>
                  <a:pt x="999077" y="3152394"/>
                </a:cubicBezTo>
                <a:cubicBezTo>
                  <a:pt x="992696" y="3147727"/>
                  <a:pt x="983742" y="3149060"/>
                  <a:pt x="979075" y="3155442"/>
                </a:cubicBezTo>
                <a:cubicBezTo>
                  <a:pt x="977741" y="3157252"/>
                  <a:pt x="976884" y="3159347"/>
                  <a:pt x="976598" y="3161538"/>
                </a:cubicBezTo>
                <a:lnTo>
                  <a:pt x="967359" y="3161538"/>
                </a:lnTo>
                <a:cubicBezTo>
                  <a:pt x="967359" y="3161538"/>
                  <a:pt x="967359" y="3166301"/>
                  <a:pt x="967359" y="3166301"/>
                </a:cubicBezTo>
                <a:lnTo>
                  <a:pt x="976598" y="3166301"/>
                </a:lnTo>
                <a:cubicBezTo>
                  <a:pt x="977265" y="3170015"/>
                  <a:pt x="979170" y="3173349"/>
                  <a:pt x="982218" y="3175540"/>
                </a:cubicBezTo>
                <a:cubicBezTo>
                  <a:pt x="988600" y="3180207"/>
                  <a:pt x="997553" y="3178874"/>
                  <a:pt x="1002221" y="3172492"/>
                </a:cubicBezTo>
                <a:cubicBezTo>
                  <a:pt x="1003554" y="3170682"/>
                  <a:pt x="1004221" y="3168492"/>
                  <a:pt x="1004602" y="3166396"/>
                </a:cubicBezTo>
                <a:lnTo>
                  <a:pt x="1040797" y="3166396"/>
                </a:lnTo>
                <a:lnTo>
                  <a:pt x="1232821" y="3012281"/>
                </a:lnTo>
                <a:lnTo>
                  <a:pt x="1260348" y="3012472"/>
                </a:lnTo>
                <a:close/>
                <a:moveTo>
                  <a:pt x="1599914" y="2927604"/>
                </a:moveTo>
                <a:cubicBezTo>
                  <a:pt x="1602677" y="2927604"/>
                  <a:pt x="1604963" y="2929890"/>
                  <a:pt x="1604963" y="2932652"/>
                </a:cubicBezTo>
                <a:cubicBezTo>
                  <a:pt x="1604963" y="2935415"/>
                  <a:pt x="1602677" y="2937701"/>
                  <a:pt x="1599914" y="2937701"/>
                </a:cubicBezTo>
                <a:cubicBezTo>
                  <a:pt x="1597152" y="2937701"/>
                  <a:pt x="1594866" y="2935415"/>
                  <a:pt x="1594866" y="2932652"/>
                </a:cubicBezTo>
                <a:cubicBezTo>
                  <a:pt x="1594866" y="2929890"/>
                  <a:pt x="1597152" y="2927604"/>
                  <a:pt x="1599914" y="2927604"/>
                </a:cubicBezTo>
                <a:close/>
                <a:moveTo>
                  <a:pt x="1394365" y="2916269"/>
                </a:moveTo>
                <a:lnTo>
                  <a:pt x="1403890" y="2906649"/>
                </a:lnTo>
                <a:cubicBezTo>
                  <a:pt x="1404842" y="2905697"/>
                  <a:pt x="1406271" y="2905697"/>
                  <a:pt x="1407224" y="2906649"/>
                </a:cubicBezTo>
                <a:lnTo>
                  <a:pt x="1416844" y="2916174"/>
                </a:lnTo>
                <a:cubicBezTo>
                  <a:pt x="1417796" y="2917127"/>
                  <a:pt x="1417796" y="2918555"/>
                  <a:pt x="1416844" y="2919508"/>
                </a:cubicBezTo>
                <a:lnTo>
                  <a:pt x="1407319" y="2929128"/>
                </a:lnTo>
                <a:cubicBezTo>
                  <a:pt x="1406366" y="2930080"/>
                  <a:pt x="1404938" y="2930080"/>
                  <a:pt x="1403985" y="2929128"/>
                </a:cubicBezTo>
                <a:lnTo>
                  <a:pt x="1394365" y="2919603"/>
                </a:lnTo>
                <a:cubicBezTo>
                  <a:pt x="1393412" y="2918651"/>
                  <a:pt x="1393412" y="2917222"/>
                  <a:pt x="1394365" y="2916269"/>
                </a:cubicBezTo>
                <a:close/>
                <a:moveTo>
                  <a:pt x="1000030" y="3170873"/>
                </a:moveTo>
                <a:cubicBezTo>
                  <a:pt x="998220" y="3173349"/>
                  <a:pt x="995458" y="3175063"/>
                  <a:pt x="992410" y="3175540"/>
                </a:cubicBezTo>
                <a:cubicBezTo>
                  <a:pt x="989362" y="3176016"/>
                  <a:pt x="986219" y="3175254"/>
                  <a:pt x="983742" y="3173444"/>
                </a:cubicBezTo>
                <a:cubicBezTo>
                  <a:pt x="981266" y="3171635"/>
                  <a:pt x="979551" y="3168872"/>
                  <a:pt x="979075" y="3165824"/>
                </a:cubicBezTo>
                <a:cubicBezTo>
                  <a:pt x="979075" y="3165253"/>
                  <a:pt x="978979" y="3164586"/>
                  <a:pt x="978979" y="3164015"/>
                </a:cubicBezTo>
                <a:cubicBezTo>
                  <a:pt x="978979" y="3161538"/>
                  <a:pt x="979742" y="3159157"/>
                  <a:pt x="981266" y="3157157"/>
                </a:cubicBezTo>
                <a:cubicBezTo>
                  <a:pt x="985076" y="3151918"/>
                  <a:pt x="992410" y="3150870"/>
                  <a:pt x="997649" y="3154680"/>
                </a:cubicBezTo>
                <a:cubicBezTo>
                  <a:pt x="1002792" y="3158490"/>
                  <a:pt x="1003935" y="3165824"/>
                  <a:pt x="1000125" y="3171063"/>
                </a:cubicBezTo>
                <a:close/>
                <a:moveTo>
                  <a:pt x="1028891" y="2244852"/>
                </a:moveTo>
                <a:cubicBezTo>
                  <a:pt x="1035272" y="2244852"/>
                  <a:pt x="1040511" y="2239613"/>
                  <a:pt x="1040511" y="2233232"/>
                </a:cubicBezTo>
                <a:cubicBezTo>
                  <a:pt x="1040511" y="2226850"/>
                  <a:pt x="1035272" y="2221611"/>
                  <a:pt x="1028891" y="2221611"/>
                </a:cubicBezTo>
                <a:cubicBezTo>
                  <a:pt x="1022509" y="2221611"/>
                  <a:pt x="1017270" y="2226850"/>
                  <a:pt x="1017270" y="2233232"/>
                </a:cubicBezTo>
                <a:cubicBezTo>
                  <a:pt x="1017270" y="2239613"/>
                  <a:pt x="1022509" y="2244852"/>
                  <a:pt x="1028891" y="2244852"/>
                </a:cubicBezTo>
                <a:close/>
                <a:moveTo>
                  <a:pt x="1028891" y="2223897"/>
                </a:moveTo>
                <a:cubicBezTo>
                  <a:pt x="1034034" y="2223897"/>
                  <a:pt x="1038130" y="2228088"/>
                  <a:pt x="1038130" y="2233136"/>
                </a:cubicBezTo>
                <a:cubicBezTo>
                  <a:pt x="1038130" y="2238185"/>
                  <a:pt x="1033939" y="2242376"/>
                  <a:pt x="1028891" y="2242376"/>
                </a:cubicBezTo>
                <a:cubicBezTo>
                  <a:pt x="1023842" y="2242376"/>
                  <a:pt x="1019651" y="2238185"/>
                  <a:pt x="1019651" y="2233136"/>
                </a:cubicBezTo>
                <a:cubicBezTo>
                  <a:pt x="1019651" y="2228088"/>
                  <a:pt x="1023842" y="2223897"/>
                  <a:pt x="1028891" y="2223897"/>
                </a:cubicBezTo>
                <a:close/>
                <a:moveTo>
                  <a:pt x="1460278" y="2318195"/>
                </a:moveTo>
                <a:lnTo>
                  <a:pt x="1460278" y="2308479"/>
                </a:lnTo>
                <a:cubicBezTo>
                  <a:pt x="1460278" y="2306955"/>
                  <a:pt x="1461516" y="2305812"/>
                  <a:pt x="1462945" y="2305812"/>
                </a:cubicBezTo>
                <a:lnTo>
                  <a:pt x="1472660" y="2305812"/>
                </a:lnTo>
                <a:cubicBezTo>
                  <a:pt x="1474184" y="2305812"/>
                  <a:pt x="1475327" y="2307050"/>
                  <a:pt x="1475327" y="2308479"/>
                </a:cubicBezTo>
                <a:lnTo>
                  <a:pt x="1475327" y="2318195"/>
                </a:lnTo>
                <a:cubicBezTo>
                  <a:pt x="1475327" y="2319719"/>
                  <a:pt x="1474089" y="2320862"/>
                  <a:pt x="1472660" y="2320862"/>
                </a:cubicBezTo>
                <a:lnTo>
                  <a:pt x="1462945" y="2320862"/>
                </a:lnTo>
                <a:cubicBezTo>
                  <a:pt x="1461421" y="2320862"/>
                  <a:pt x="1460278" y="2319623"/>
                  <a:pt x="1460278" y="2318195"/>
                </a:cubicBezTo>
                <a:close/>
                <a:moveTo>
                  <a:pt x="677418" y="3374041"/>
                </a:moveTo>
                <a:lnTo>
                  <a:pt x="556736" y="3374041"/>
                </a:lnTo>
                <a:lnTo>
                  <a:pt x="556736" y="3374612"/>
                </a:lnTo>
                <a:cubicBezTo>
                  <a:pt x="556070" y="3370898"/>
                  <a:pt x="554165" y="3367659"/>
                  <a:pt x="551117" y="3365468"/>
                </a:cubicBezTo>
                <a:cubicBezTo>
                  <a:pt x="544735" y="3360801"/>
                  <a:pt x="535781" y="3362135"/>
                  <a:pt x="531114" y="3368517"/>
                </a:cubicBezTo>
                <a:cubicBezTo>
                  <a:pt x="529209" y="3371088"/>
                  <a:pt x="528352" y="3374041"/>
                  <a:pt x="528352" y="3376994"/>
                </a:cubicBezTo>
                <a:cubicBezTo>
                  <a:pt x="528352" y="3381375"/>
                  <a:pt x="530352" y="3385757"/>
                  <a:pt x="534162" y="3388519"/>
                </a:cubicBezTo>
                <a:cubicBezTo>
                  <a:pt x="540544" y="3393186"/>
                  <a:pt x="549497" y="3391853"/>
                  <a:pt x="554165" y="3385471"/>
                </a:cubicBezTo>
                <a:cubicBezTo>
                  <a:pt x="555593" y="3383471"/>
                  <a:pt x="556451" y="3381185"/>
                  <a:pt x="556736" y="3378803"/>
                </a:cubicBezTo>
                <a:lnTo>
                  <a:pt x="679037" y="3378803"/>
                </a:lnTo>
                <a:lnTo>
                  <a:pt x="722567" y="3343561"/>
                </a:lnTo>
                <a:lnTo>
                  <a:pt x="770858" y="3343561"/>
                </a:lnTo>
                <a:lnTo>
                  <a:pt x="785146" y="3354705"/>
                </a:lnTo>
                <a:lnTo>
                  <a:pt x="848297" y="3354705"/>
                </a:lnTo>
                <a:cubicBezTo>
                  <a:pt x="848677" y="3356515"/>
                  <a:pt x="849440" y="3358134"/>
                  <a:pt x="850773" y="3359468"/>
                </a:cubicBezTo>
                <a:cubicBezTo>
                  <a:pt x="852583" y="3361277"/>
                  <a:pt x="855059" y="3362325"/>
                  <a:pt x="857631" y="3362325"/>
                </a:cubicBezTo>
                <a:lnTo>
                  <a:pt x="857631" y="3362325"/>
                </a:lnTo>
                <a:cubicBezTo>
                  <a:pt x="863060" y="3362325"/>
                  <a:pt x="867347" y="3357944"/>
                  <a:pt x="867347" y="3352514"/>
                </a:cubicBezTo>
                <a:cubicBezTo>
                  <a:pt x="867347" y="3347180"/>
                  <a:pt x="862965" y="3342799"/>
                  <a:pt x="857631" y="3342799"/>
                </a:cubicBezTo>
                <a:lnTo>
                  <a:pt x="857631" y="3342799"/>
                </a:lnTo>
                <a:cubicBezTo>
                  <a:pt x="855059" y="3342799"/>
                  <a:pt x="852583" y="3343847"/>
                  <a:pt x="850773" y="3345656"/>
                </a:cubicBezTo>
                <a:cubicBezTo>
                  <a:pt x="849535" y="3346895"/>
                  <a:pt x="848868" y="3348419"/>
                  <a:pt x="848392" y="3349943"/>
                </a:cubicBezTo>
                <a:lnTo>
                  <a:pt x="786765" y="3349943"/>
                </a:lnTo>
                <a:cubicBezTo>
                  <a:pt x="786765" y="3349943"/>
                  <a:pt x="772477" y="3338798"/>
                  <a:pt x="772477" y="3338798"/>
                </a:cubicBezTo>
                <a:lnTo>
                  <a:pt x="720852" y="3338798"/>
                </a:lnTo>
                <a:lnTo>
                  <a:pt x="677323" y="3374041"/>
                </a:lnTo>
                <a:close/>
                <a:moveTo>
                  <a:pt x="552164" y="3383947"/>
                </a:moveTo>
                <a:cubicBezTo>
                  <a:pt x="548354" y="3389186"/>
                  <a:pt x="541020" y="3390234"/>
                  <a:pt x="535781" y="3386423"/>
                </a:cubicBezTo>
                <a:cubicBezTo>
                  <a:pt x="530638" y="3382613"/>
                  <a:pt x="529495" y="3375279"/>
                  <a:pt x="533305" y="3370040"/>
                </a:cubicBezTo>
                <a:cubicBezTo>
                  <a:pt x="535115" y="3367564"/>
                  <a:pt x="537877" y="3365849"/>
                  <a:pt x="540925" y="3365373"/>
                </a:cubicBezTo>
                <a:cubicBezTo>
                  <a:pt x="543973" y="3364897"/>
                  <a:pt x="547116" y="3365659"/>
                  <a:pt x="549593" y="3367469"/>
                </a:cubicBezTo>
                <a:cubicBezTo>
                  <a:pt x="552069" y="3369278"/>
                  <a:pt x="553784" y="3372041"/>
                  <a:pt x="554260" y="3375088"/>
                </a:cubicBezTo>
                <a:cubicBezTo>
                  <a:pt x="554260" y="3375660"/>
                  <a:pt x="554355" y="3376327"/>
                  <a:pt x="554355" y="3376898"/>
                </a:cubicBezTo>
                <a:cubicBezTo>
                  <a:pt x="554355" y="3379375"/>
                  <a:pt x="553593" y="3381756"/>
                  <a:pt x="552069" y="3383756"/>
                </a:cubicBezTo>
                <a:close/>
                <a:moveTo>
                  <a:pt x="854202" y="3348990"/>
                </a:moveTo>
                <a:cubicBezTo>
                  <a:pt x="855154" y="3348038"/>
                  <a:pt x="856393" y="3347561"/>
                  <a:pt x="857726" y="3347561"/>
                </a:cubicBezTo>
                <a:lnTo>
                  <a:pt x="857726" y="3347561"/>
                </a:lnTo>
                <a:cubicBezTo>
                  <a:pt x="860489" y="3347561"/>
                  <a:pt x="862679" y="3349752"/>
                  <a:pt x="862679" y="3352514"/>
                </a:cubicBezTo>
                <a:cubicBezTo>
                  <a:pt x="862679" y="3355277"/>
                  <a:pt x="860489" y="3357563"/>
                  <a:pt x="857726" y="3357563"/>
                </a:cubicBezTo>
                <a:lnTo>
                  <a:pt x="857726" y="3357563"/>
                </a:lnTo>
                <a:cubicBezTo>
                  <a:pt x="856393" y="3357563"/>
                  <a:pt x="855154" y="3357086"/>
                  <a:pt x="854202" y="3356134"/>
                </a:cubicBezTo>
                <a:cubicBezTo>
                  <a:pt x="853250" y="3355181"/>
                  <a:pt x="852773" y="3353943"/>
                  <a:pt x="852773" y="3352610"/>
                </a:cubicBezTo>
                <a:cubicBezTo>
                  <a:pt x="852773" y="3351276"/>
                  <a:pt x="853250" y="3350038"/>
                  <a:pt x="854202" y="3349085"/>
                </a:cubicBezTo>
                <a:close/>
                <a:moveTo>
                  <a:pt x="1339406" y="2222373"/>
                </a:moveTo>
                <a:cubicBezTo>
                  <a:pt x="1333024" y="2222373"/>
                  <a:pt x="1327785" y="2227612"/>
                  <a:pt x="1327785" y="2233994"/>
                </a:cubicBezTo>
                <a:cubicBezTo>
                  <a:pt x="1327785" y="2240375"/>
                  <a:pt x="1333024" y="2245614"/>
                  <a:pt x="1339406" y="2245614"/>
                </a:cubicBezTo>
                <a:cubicBezTo>
                  <a:pt x="1345787" y="2245614"/>
                  <a:pt x="1351026" y="2240375"/>
                  <a:pt x="1351026" y="2233994"/>
                </a:cubicBezTo>
                <a:cubicBezTo>
                  <a:pt x="1351026" y="2227612"/>
                  <a:pt x="1345787" y="2222373"/>
                  <a:pt x="1339406" y="2222373"/>
                </a:cubicBezTo>
                <a:close/>
                <a:moveTo>
                  <a:pt x="1339406" y="2243233"/>
                </a:moveTo>
                <a:cubicBezTo>
                  <a:pt x="1334262" y="2243233"/>
                  <a:pt x="1330166" y="2239042"/>
                  <a:pt x="1330166" y="2233994"/>
                </a:cubicBezTo>
                <a:cubicBezTo>
                  <a:pt x="1330166" y="2228945"/>
                  <a:pt x="1334357" y="2224754"/>
                  <a:pt x="1339406" y="2224754"/>
                </a:cubicBezTo>
                <a:cubicBezTo>
                  <a:pt x="1344454" y="2224754"/>
                  <a:pt x="1348645" y="2228945"/>
                  <a:pt x="1348645" y="2233994"/>
                </a:cubicBezTo>
                <a:cubicBezTo>
                  <a:pt x="1348645" y="2239042"/>
                  <a:pt x="1344454" y="2243233"/>
                  <a:pt x="1339406" y="2243233"/>
                </a:cubicBezTo>
                <a:close/>
                <a:moveTo>
                  <a:pt x="1339406" y="2157222"/>
                </a:moveTo>
                <a:cubicBezTo>
                  <a:pt x="1335119" y="2157222"/>
                  <a:pt x="1331595" y="2160746"/>
                  <a:pt x="1331595" y="2165033"/>
                </a:cubicBezTo>
                <a:cubicBezTo>
                  <a:pt x="1331595" y="2169319"/>
                  <a:pt x="1335119" y="2172748"/>
                  <a:pt x="1339406" y="2172748"/>
                </a:cubicBezTo>
                <a:cubicBezTo>
                  <a:pt x="1343692" y="2172748"/>
                  <a:pt x="1347121" y="2169224"/>
                  <a:pt x="1347121" y="2165033"/>
                </a:cubicBezTo>
                <a:cubicBezTo>
                  <a:pt x="1347121" y="2160842"/>
                  <a:pt x="1343597" y="2157222"/>
                  <a:pt x="1339406" y="2157222"/>
                </a:cubicBezTo>
                <a:close/>
                <a:moveTo>
                  <a:pt x="1339406" y="2170367"/>
                </a:moveTo>
                <a:cubicBezTo>
                  <a:pt x="1336453" y="2170367"/>
                  <a:pt x="1333976" y="2167985"/>
                  <a:pt x="1333976" y="2165033"/>
                </a:cubicBezTo>
                <a:cubicBezTo>
                  <a:pt x="1333976" y="2162080"/>
                  <a:pt x="1336357" y="2159603"/>
                  <a:pt x="1339406" y="2159603"/>
                </a:cubicBezTo>
                <a:cubicBezTo>
                  <a:pt x="1342453" y="2159603"/>
                  <a:pt x="1344740" y="2161985"/>
                  <a:pt x="1344740" y="2165033"/>
                </a:cubicBezTo>
                <a:cubicBezTo>
                  <a:pt x="1344740" y="2168081"/>
                  <a:pt x="1342358" y="2170367"/>
                  <a:pt x="1339406" y="2170367"/>
                </a:cubicBezTo>
                <a:close/>
                <a:moveTo>
                  <a:pt x="834390" y="3042285"/>
                </a:moveTo>
                <a:lnTo>
                  <a:pt x="834390" y="3037523"/>
                </a:lnTo>
                <a:lnTo>
                  <a:pt x="856583" y="3037523"/>
                </a:lnTo>
                <a:lnTo>
                  <a:pt x="856583" y="3042285"/>
                </a:lnTo>
                <a:lnTo>
                  <a:pt x="834390" y="3042285"/>
                </a:lnTo>
                <a:close/>
                <a:moveTo>
                  <a:pt x="1028891" y="2175891"/>
                </a:moveTo>
                <a:cubicBezTo>
                  <a:pt x="1035272" y="2175891"/>
                  <a:pt x="1040511" y="2170652"/>
                  <a:pt x="1040511" y="2164271"/>
                </a:cubicBezTo>
                <a:cubicBezTo>
                  <a:pt x="1040511" y="2157889"/>
                  <a:pt x="1035272" y="2152650"/>
                  <a:pt x="1028891" y="2152650"/>
                </a:cubicBezTo>
                <a:cubicBezTo>
                  <a:pt x="1022509" y="2152650"/>
                  <a:pt x="1017270" y="2157889"/>
                  <a:pt x="1017270" y="2164271"/>
                </a:cubicBezTo>
                <a:cubicBezTo>
                  <a:pt x="1017270" y="2170652"/>
                  <a:pt x="1022509" y="2175891"/>
                  <a:pt x="1028891" y="2175891"/>
                </a:cubicBezTo>
                <a:close/>
                <a:moveTo>
                  <a:pt x="1028891" y="2154936"/>
                </a:moveTo>
                <a:cubicBezTo>
                  <a:pt x="1034034" y="2154936"/>
                  <a:pt x="1038130" y="2159127"/>
                  <a:pt x="1038130" y="2164175"/>
                </a:cubicBezTo>
                <a:cubicBezTo>
                  <a:pt x="1038130" y="2169224"/>
                  <a:pt x="1033939" y="2173415"/>
                  <a:pt x="1028891" y="2173415"/>
                </a:cubicBezTo>
                <a:cubicBezTo>
                  <a:pt x="1023842" y="2173415"/>
                  <a:pt x="1019651" y="2169224"/>
                  <a:pt x="1019651" y="2164175"/>
                </a:cubicBezTo>
                <a:cubicBezTo>
                  <a:pt x="1019651" y="2159127"/>
                  <a:pt x="1023842" y="2154936"/>
                  <a:pt x="1028891" y="2154936"/>
                </a:cubicBezTo>
                <a:close/>
                <a:moveTo>
                  <a:pt x="1339406" y="2153412"/>
                </a:moveTo>
                <a:cubicBezTo>
                  <a:pt x="1333024" y="2153412"/>
                  <a:pt x="1327785" y="2158651"/>
                  <a:pt x="1327785" y="2165033"/>
                </a:cubicBezTo>
                <a:cubicBezTo>
                  <a:pt x="1327785" y="2171414"/>
                  <a:pt x="1333024" y="2176653"/>
                  <a:pt x="1339406" y="2176653"/>
                </a:cubicBezTo>
                <a:cubicBezTo>
                  <a:pt x="1345787" y="2176653"/>
                  <a:pt x="1351026" y="2171414"/>
                  <a:pt x="1351026" y="2165033"/>
                </a:cubicBezTo>
                <a:cubicBezTo>
                  <a:pt x="1351026" y="2158651"/>
                  <a:pt x="1345787" y="2153412"/>
                  <a:pt x="1339406" y="2153412"/>
                </a:cubicBezTo>
                <a:close/>
                <a:moveTo>
                  <a:pt x="1339406" y="2174272"/>
                </a:moveTo>
                <a:cubicBezTo>
                  <a:pt x="1334262" y="2174272"/>
                  <a:pt x="1330166" y="2170081"/>
                  <a:pt x="1330166" y="2165033"/>
                </a:cubicBezTo>
                <a:cubicBezTo>
                  <a:pt x="1330166" y="2159984"/>
                  <a:pt x="1334357" y="2155793"/>
                  <a:pt x="1339406" y="2155793"/>
                </a:cubicBezTo>
                <a:cubicBezTo>
                  <a:pt x="1344454" y="2155793"/>
                  <a:pt x="1348645" y="2159984"/>
                  <a:pt x="1348645" y="2165033"/>
                </a:cubicBezTo>
                <a:cubicBezTo>
                  <a:pt x="1348645" y="2170081"/>
                  <a:pt x="1344454" y="2174272"/>
                  <a:pt x="1339406" y="2174272"/>
                </a:cubicBezTo>
                <a:close/>
                <a:moveTo>
                  <a:pt x="356711" y="2896553"/>
                </a:moveTo>
                <a:cubicBezTo>
                  <a:pt x="360902" y="2890647"/>
                  <a:pt x="359855" y="2882360"/>
                  <a:pt x="354044" y="2877788"/>
                </a:cubicBezTo>
                <a:cubicBezTo>
                  <a:pt x="352235" y="2876360"/>
                  <a:pt x="350139" y="2875502"/>
                  <a:pt x="347948" y="2875121"/>
                </a:cubicBezTo>
                <a:lnTo>
                  <a:pt x="347948" y="2773775"/>
                </a:lnTo>
                <a:lnTo>
                  <a:pt x="318040" y="2743200"/>
                </a:lnTo>
                <a:lnTo>
                  <a:pt x="318040" y="2634425"/>
                </a:lnTo>
                <a:cubicBezTo>
                  <a:pt x="318040" y="2634425"/>
                  <a:pt x="323374" y="2634425"/>
                  <a:pt x="323374" y="2634425"/>
                </a:cubicBezTo>
                <a:cubicBezTo>
                  <a:pt x="326612" y="2634425"/>
                  <a:pt x="329279" y="2631758"/>
                  <a:pt x="329279" y="2628519"/>
                </a:cubicBezTo>
                <a:lnTo>
                  <a:pt x="329279" y="2612898"/>
                </a:lnTo>
                <a:cubicBezTo>
                  <a:pt x="329279" y="2609660"/>
                  <a:pt x="326612" y="2606993"/>
                  <a:pt x="323374" y="2606993"/>
                </a:cubicBezTo>
                <a:lnTo>
                  <a:pt x="317945" y="2606993"/>
                </a:lnTo>
                <a:lnTo>
                  <a:pt x="317945" y="2559653"/>
                </a:lnTo>
                <a:lnTo>
                  <a:pt x="305657" y="2547080"/>
                </a:lnTo>
                <a:lnTo>
                  <a:pt x="97536" y="2547080"/>
                </a:lnTo>
                <a:lnTo>
                  <a:pt x="58674" y="2500217"/>
                </a:lnTo>
                <a:lnTo>
                  <a:pt x="33052" y="2499932"/>
                </a:lnTo>
                <a:lnTo>
                  <a:pt x="33052" y="2502313"/>
                </a:lnTo>
                <a:cubicBezTo>
                  <a:pt x="33052" y="2502313"/>
                  <a:pt x="33052" y="2499932"/>
                  <a:pt x="33052" y="2499932"/>
                </a:cubicBezTo>
                <a:lnTo>
                  <a:pt x="95" y="2499932"/>
                </a:lnTo>
                <a:lnTo>
                  <a:pt x="95" y="2504694"/>
                </a:lnTo>
                <a:lnTo>
                  <a:pt x="32957" y="2504694"/>
                </a:lnTo>
                <a:lnTo>
                  <a:pt x="56388" y="2504980"/>
                </a:lnTo>
                <a:lnTo>
                  <a:pt x="95345" y="2551843"/>
                </a:lnTo>
                <a:lnTo>
                  <a:pt x="303848" y="2551843"/>
                </a:lnTo>
                <a:lnTo>
                  <a:pt x="313373" y="2561559"/>
                </a:lnTo>
                <a:lnTo>
                  <a:pt x="313373" y="2606897"/>
                </a:lnTo>
                <a:lnTo>
                  <a:pt x="307943" y="2606897"/>
                </a:lnTo>
                <a:cubicBezTo>
                  <a:pt x="304705" y="2606897"/>
                  <a:pt x="302038" y="2609564"/>
                  <a:pt x="302038" y="2612803"/>
                </a:cubicBezTo>
                <a:lnTo>
                  <a:pt x="302038" y="2628424"/>
                </a:lnTo>
                <a:cubicBezTo>
                  <a:pt x="302038" y="2631662"/>
                  <a:pt x="304705" y="2634329"/>
                  <a:pt x="307943" y="2634329"/>
                </a:cubicBezTo>
                <a:lnTo>
                  <a:pt x="313373" y="2634329"/>
                </a:lnTo>
                <a:lnTo>
                  <a:pt x="313373" y="2745010"/>
                </a:lnTo>
                <a:cubicBezTo>
                  <a:pt x="313373" y="2745010"/>
                  <a:pt x="343376" y="2775585"/>
                  <a:pt x="343376" y="2775585"/>
                </a:cubicBezTo>
                <a:lnTo>
                  <a:pt x="343376" y="2875026"/>
                </a:lnTo>
                <a:cubicBezTo>
                  <a:pt x="340043" y="2875598"/>
                  <a:pt x="337090" y="2877312"/>
                  <a:pt x="334994" y="2879979"/>
                </a:cubicBezTo>
                <a:cubicBezTo>
                  <a:pt x="332708" y="2882837"/>
                  <a:pt x="331756" y="2886456"/>
                  <a:pt x="332232" y="2890076"/>
                </a:cubicBezTo>
                <a:cubicBezTo>
                  <a:pt x="332708" y="2893695"/>
                  <a:pt x="334518" y="2896934"/>
                  <a:pt x="337376" y="2899220"/>
                </a:cubicBezTo>
                <a:cubicBezTo>
                  <a:pt x="339852" y="2901125"/>
                  <a:pt x="342710" y="2902077"/>
                  <a:pt x="345758" y="2902077"/>
                </a:cubicBezTo>
                <a:cubicBezTo>
                  <a:pt x="346329" y="2902077"/>
                  <a:pt x="346901" y="2902077"/>
                  <a:pt x="347472" y="2901982"/>
                </a:cubicBezTo>
                <a:cubicBezTo>
                  <a:pt x="350234" y="2901601"/>
                  <a:pt x="352711" y="2900267"/>
                  <a:pt x="354711" y="2898458"/>
                </a:cubicBezTo>
                <a:lnTo>
                  <a:pt x="353473" y="2899696"/>
                </a:lnTo>
                <a:lnTo>
                  <a:pt x="423291" y="2967895"/>
                </a:lnTo>
                <a:lnTo>
                  <a:pt x="423291" y="3002185"/>
                </a:lnTo>
                <a:lnTo>
                  <a:pt x="417862" y="3002185"/>
                </a:lnTo>
                <a:cubicBezTo>
                  <a:pt x="414147" y="3002185"/>
                  <a:pt x="411004" y="3005233"/>
                  <a:pt x="411004" y="3009043"/>
                </a:cubicBezTo>
                <a:lnTo>
                  <a:pt x="411004" y="3023426"/>
                </a:lnTo>
                <a:cubicBezTo>
                  <a:pt x="411004" y="3027140"/>
                  <a:pt x="414052" y="3030284"/>
                  <a:pt x="417862" y="3030284"/>
                </a:cubicBezTo>
                <a:lnTo>
                  <a:pt x="423291" y="3030284"/>
                </a:lnTo>
                <a:lnTo>
                  <a:pt x="423291" y="3037427"/>
                </a:lnTo>
                <a:lnTo>
                  <a:pt x="428054" y="3037427"/>
                </a:lnTo>
                <a:lnTo>
                  <a:pt x="428054" y="3030284"/>
                </a:lnTo>
                <a:cubicBezTo>
                  <a:pt x="428054" y="3030284"/>
                  <a:pt x="432245" y="3030284"/>
                  <a:pt x="432245" y="3030284"/>
                </a:cubicBezTo>
                <a:cubicBezTo>
                  <a:pt x="435959" y="3030284"/>
                  <a:pt x="439103" y="3027236"/>
                  <a:pt x="439103" y="3023426"/>
                </a:cubicBezTo>
                <a:lnTo>
                  <a:pt x="439103" y="3009043"/>
                </a:lnTo>
                <a:cubicBezTo>
                  <a:pt x="439103" y="3005328"/>
                  <a:pt x="436055" y="3002185"/>
                  <a:pt x="432245" y="3002185"/>
                </a:cubicBezTo>
                <a:lnTo>
                  <a:pt x="428054" y="3002185"/>
                </a:lnTo>
                <a:lnTo>
                  <a:pt x="428054" y="2965895"/>
                </a:lnTo>
                <a:lnTo>
                  <a:pt x="356902" y="2896362"/>
                </a:lnTo>
                <a:close/>
                <a:moveTo>
                  <a:pt x="307848" y="2629757"/>
                </a:moveTo>
                <a:cubicBezTo>
                  <a:pt x="307181" y="2629757"/>
                  <a:pt x="306705" y="2629186"/>
                  <a:pt x="306705" y="2628614"/>
                </a:cubicBezTo>
                <a:lnTo>
                  <a:pt x="306705" y="2612993"/>
                </a:lnTo>
                <a:cubicBezTo>
                  <a:pt x="306705" y="2612327"/>
                  <a:pt x="307277" y="2611850"/>
                  <a:pt x="307848" y="2611850"/>
                </a:cubicBezTo>
                <a:lnTo>
                  <a:pt x="323469" y="2611850"/>
                </a:lnTo>
                <a:cubicBezTo>
                  <a:pt x="324136" y="2611850"/>
                  <a:pt x="324612" y="2612422"/>
                  <a:pt x="324612" y="2612993"/>
                </a:cubicBezTo>
                <a:lnTo>
                  <a:pt x="324612" y="2628614"/>
                </a:lnTo>
                <a:cubicBezTo>
                  <a:pt x="324612" y="2629281"/>
                  <a:pt x="324040" y="2629757"/>
                  <a:pt x="323469" y="2629757"/>
                </a:cubicBezTo>
                <a:lnTo>
                  <a:pt x="307848" y="2629757"/>
                </a:lnTo>
                <a:close/>
                <a:moveTo>
                  <a:pt x="352711" y="2894171"/>
                </a:moveTo>
                <a:lnTo>
                  <a:pt x="352711" y="2894171"/>
                </a:lnTo>
                <a:cubicBezTo>
                  <a:pt x="351282" y="2896076"/>
                  <a:pt x="349091" y="2897219"/>
                  <a:pt x="346805" y="2897505"/>
                </a:cubicBezTo>
                <a:cubicBezTo>
                  <a:pt x="344424" y="2897791"/>
                  <a:pt x="342138" y="2897124"/>
                  <a:pt x="340233" y="2895695"/>
                </a:cubicBezTo>
                <a:cubicBezTo>
                  <a:pt x="338328" y="2894267"/>
                  <a:pt x="337185" y="2892076"/>
                  <a:pt x="336899" y="2889790"/>
                </a:cubicBezTo>
                <a:cubicBezTo>
                  <a:pt x="336614" y="2887409"/>
                  <a:pt x="337280" y="2885027"/>
                  <a:pt x="338709" y="2883218"/>
                </a:cubicBezTo>
                <a:cubicBezTo>
                  <a:pt x="340138" y="2881313"/>
                  <a:pt x="342329" y="2880170"/>
                  <a:pt x="344614" y="2879884"/>
                </a:cubicBezTo>
                <a:cubicBezTo>
                  <a:pt x="344996" y="2879884"/>
                  <a:pt x="345377" y="2879884"/>
                  <a:pt x="345758" y="2879884"/>
                </a:cubicBezTo>
                <a:cubicBezTo>
                  <a:pt x="347758" y="2879884"/>
                  <a:pt x="349663" y="2880551"/>
                  <a:pt x="351282" y="2881789"/>
                </a:cubicBezTo>
                <a:cubicBezTo>
                  <a:pt x="355187" y="2884837"/>
                  <a:pt x="355854" y="2890457"/>
                  <a:pt x="352806" y="2894362"/>
                </a:cubicBezTo>
                <a:close/>
                <a:moveTo>
                  <a:pt x="432149" y="3007138"/>
                </a:moveTo>
                <a:cubicBezTo>
                  <a:pt x="433292" y="3007138"/>
                  <a:pt x="434245" y="3008090"/>
                  <a:pt x="434245" y="3009234"/>
                </a:cubicBezTo>
                <a:lnTo>
                  <a:pt x="434245" y="3023616"/>
                </a:lnTo>
                <a:cubicBezTo>
                  <a:pt x="434245" y="3024759"/>
                  <a:pt x="433292" y="3025712"/>
                  <a:pt x="432149" y="3025712"/>
                </a:cubicBezTo>
                <a:lnTo>
                  <a:pt x="417767" y="3025712"/>
                </a:lnTo>
                <a:cubicBezTo>
                  <a:pt x="416624" y="3025712"/>
                  <a:pt x="415671" y="3024759"/>
                  <a:pt x="415671" y="3023616"/>
                </a:cubicBezTo>
                <a:lnTo>
                  <a:pt x="415671" y="3009234"/>
                </a:lnTo>
                <a:cubicBezTo>
                  <a:pt x="415671" y="3008090"/>
                  <a:pt x="416624" y="3007138"/>
                  <a:pt x="417767" y="3007138"/>
                </a:cubicBezTo>
                <a:lnTo>
                  <a:pt x="432149" y="3007138"/>
                </a:lnTo>
                <a:close/>
                <a:moveTo>
                  <a:pt x="1061561" y="3289649"/>
                </a:moveTo>
                <a:lnTo>
                  <a:pt x="1009460" y="3334131"/>
                </a:lnTo>
                <a:cubicBezTo>
                  <a:pt x="1007840" y="3332988"/>
                  <a:pt x="1005935" y="3332131"/>
                  <a:pt x="1003935" y="3332131"/>
                </a:cubicBezTo>
                <a:lnTo>
                  <a:pt x="1003935" y="3332131"/>
                </a:lnTo>
                <a:cubicBezTo>
                  <a:pt x="998601" y="3332131"/>
                  <a:pt x="994220" y="3336512"/>
                  <a:pt x="994220" y="3341846"/>
                </a:cubicBezTo>
                <a:cubicBezTo>
                  <a:pt x="994220" y="3344418"/>
                  <a:pt x="995172" y="3346895"/>
                  <a:pt x="997077" y="3348800"/>
                </a:cubicBezTo>
                <a:cubicBezTo>
                  <a:pt x="998887" y="3350609"/>
                  <a:pt x="1001363" y="3351657"/>
                  <a:pt x="1003935" y="3351657"/>
                </a:cubicBezTo>
                <a:lnTo>
                  <a:pt x="1003935" y="3351657"/>
                </a:lnTo>
                <a:cubicBezTo>
                  <a:pt x="1009269" y="3351657"/>
                  <a:pt x="1013651" y="3347276"/>
                  <a:pt x="1013746" y="3341942"/>
                </a:cubicBezTo>
                <a:cubicBezTo>
                  <a:pt x="1013746" y="3340418"/>
                  <a:pt x="1013365" y="3338989"/>
                  <a:pt x="1012698" y="3337751"/>
                </a:cubicBezTo>
                <a:lnTo>
                  <a:pt x="1063466" y="3294412"/>
                </a:lnTo>
                <a:lnTo>
                  <a:pt x="1138238" y="3293840"/>
                </a:lnTo>
                <a:lnTo>
                  <a:pt x="1138238" y="3246215"/>
                </a:lnTo>
                <a:cubicBezTo>
                  <a:pt x="1142429" y="3245168"/>
                  <a:pt x="1145667" y="3241548"/>
                  <a:pt x="1145667" y="3236976"/>
                </a:cubicBezTo>
                <a:cubicBezTo>
                  <a:pt x="1145667" y="3234404"/>
                  <a:pt x="1144619" y="3231928"/>
                  <a:pt x="1142810" y="3230023"/>
                </a:cubicBezTo>
                <a:cubicBezTo>
                  <a:pt x="1141000" y="3228213"/>
                  <a:pt x="1138523" y="3227165"/>
                  <a:pt x="1135952" y="3227165"/>
                </a:cubicBezTo>
                <a:cubicBezTo>
                  <a:pt x="1130522" y="3227356"/>
                  <a:pt x="1126141" y="3231547"/>
                  <a:pt x="1126141" y="3236881"/>
                </a:cubicBezTo>
                <a:cubicBezTo>
                  <a:pt x="1126141" y="3239453"/>
                  <a:pt x="1127189" y="3241929"/>
                  <a:pt x="1128998" y="3243834"/>
                </a:cubicBezTo>
                <a:cubicBezTo>
                  <a:pt x="1130237" y="3245072"/>
                  <a:pt x="1131856" y="3245834"/>
                  <a:pt x="1133475" y="3246215"/>
                </a:cubicBezTo>
                <a:lnTo>
                  <a:pt x="1133475" y="3289173"/>
                </a:lnTo>
                <a:lnTo>
                  <a:pt x="1061752" y="3289745"/>
                </a:lnTo>
                <a:close/>
                <a:moveTo>
                  <a:pt x="1003840" y="3346990"/>
                </a:moveTo>
                <a:lnTo>
                  <a:pt x="1003840" y="3346990"/>
                </a:lnTo>
                <a:cubicBezTo>
                  <a:pt x="1002506" y="3346990"/>
                  <a:pt x="1001268" y="3346418"/>
                  <a:pt x="1000316" y="3345561"/>
                </a:cubicBezTo>
                <a:cubicBezTo>
                  <a:pt x="999363" y="3344609"/>
                  <a:pt x="998887" y="3343370"/>
                  <a:pt x="998887" y="3342037"/>
                </a:cubicBezTo>
                <a:cubicBezTo>
                  <a:pt x="998887" y="3340703"/>
                  <a:pt x="999458" y="3339465"/>
                  <a:pt x="1000411" y="3338513"/>
                </a:cubicBezTo>
                <a:cubicBezTo>
                  <a:pt x="1001363" y="3337560"/>
                  <a:pt x="1002602" y="3337084"/>
                  <a:pt x="1003935" y="3337084"/>
                </a:cubicBezTo>
                <a:lnTo>
                  <a:pt x="1003935" y="3337084"/>
                </a:lnTo>
                <a:cubicBezTo>
                  <a:pt x="1005269" y="3337084"/>
                  <a:pt x="1006507" y="3337560"/>
                  <a:pt x="1007459" y="3338513"/>
                </a:cubicBezTo>
                <a:cubicBezTo>
                  <a:pt x="1008412" y="3339465"/>
                  <a:pt x="1008888" y="3340703"/>
                  <a:pt x="1008888" y="3342037"/>
                </a:cubicBezTo>
                <a:cubicBezTo>
                  <a:pt x="1008888" y="3344799"/>
                  <a:pt x="1006602" y="3346990"/>
                  <a:pt x="1003840" y="3346990"/>
                </a:cubicBezTo>
                <a:close/>
                <a:moveTo>
                  <a:pt x="1132142" y="3240405"/>
                </a:moveTo>
                <a:cubicBezTo>
                  <a:pt x="1131189" y="3239453"/>
                  <a:pt x="1130713" y="3238214"/>
                  <a:pt x="1130713" y="3236881"/>
                </a:cubicBezTo>
                <a:cubicBezTo>
                  <a:pt x="1130713" y="3234119"/>
                  <a:pt x="1132999" y="3231928"/>
                  <a:pt x="1135761" y="3231928"/>
                </a:cubicBezTo>
                <a:lnTo>
                  <a:pt x="1135761" y="3231928"/>
                </a:lnTo>
                <a:cubicBezTo>
                  <a:pt x="1137095" y="3231928"/>
                  <a:pt x="1138333" y="3232404"/>
                  <a:pt x="1139285" y="3233357"/>
                </a:cubicBezTo>
                <a:cubicBezTo>
                  <a:pt x="1140238" y="3234309"/>
                  <a:pt x="1140714" y="3235547"/>
                  <a:pt x="1140714" y="3236881"/>
                </a:cubicBezTo>
                <a:cubicBezTo>
                  <a:pt x="1140714" y="3239643"/>
                  <a:pt x="1138428" y="3241834"/>
                  <a:pt x="1135666" y="3241834"/>
                </a:cubicBezTo>
                <a:lnTo>
                  <a:pt x="1135666" y="3241834"/>
                </a:lnTo>
                <a:cubicBezTo>
                  <a:pt x="1134332" y="3241834"/>
                  <a:pt x="1133094" y="3241358"/>
                  <a:pt x="1132142" y="3240405"/>
                </a:cubicBezTo>
                <a:close/>
                <a:moveTo>
                  <a:pt x="1339406" y="2190941"/>
                </a:moveTo>
                <a:cubicBezTo>
                  <a:pt x="1335119" y="2190941"/>
                  <a:pt x="1331595" y="2194465"/>
                  <a:pt x="1331595" y="2198751"/>
                </a:cubicBezTo>
                <a:cubicBezTo>
                  <a:pt x="1331595" y="2203037"/>
                  <a:pt x="1335119" y="2206466"/>
                  <a:pt x="1339406" y="2206466"/>
                </a:cubicBezTo>
                <a:cubicBezTo>
                  <a:pt x="1343692" y="2206466"/>
                  <a:pt x="1347121" y="2202942"/>
                  <a:pt x="1347121" y="2198751"/>
                </a:cubicBezTo>
                <a:cubicBezTo>
                  <a:pt x="1347121" y="2194560"/>
                  <a:pt x="1343597" y="2190941"/>
                  <a:pt x="1339406" y="2190941"/>
                </a:cubicBezTo>
                <a:close/>
                <a:moveTo>
                  <a:pt x="1339406" y="2204085"/>
                </a:moveTo>
                <a:cubicBezTo>
                  <a:pt x="1336453" y="2204085"/>
                  <a:pt x="1333976" y="2201704"/>
                  <a:pt x="1333976" y="2198751"/>
                </a:cubicBezTo>
                <a:cubicBezTo>
                  <a:pt x="1333976" y="2195798"/>
                  <a:pt x="1336357" y="2193322"/>
                  <a:pt x="1339406" y="2193322"/>
                </a:cubicBezTo>
                <a:cubicBezTo>
                  <a:pt x="1342453" y="2193322"/>
                  <a:pt x="1344740" y="2195703"/>
                  <a:pt x="1344740" y="2198751"/>
                </a:cubicBezTo>
                <a:cubicBezTo>
                  <a:pt x="1344740" y="2201799"/>
                  <a:pt x="1342358" y="2204085"/>
                  <a:pt x="1339406" y="2204085"/>
                </a:cubicBezTo>
                <a:close/>
                <a:moveTo>
                  <a:pt x="427958" y="3055334"/>
                </a:moveTo>
                <a:lnTo>
                  <a:pt x="427958" y="3073051"/>
                </a:lnTo>
                <a:cubicBezTo>
                  <a:pt x="427958" y="3073051"/>
                  <a:pt x="423196" y="3073051"/>
                  <a:pt x="423196" y="3073051"/>
                </a:cubicBezTo>
                <a:lnTo>
                  <a:pt x="423196" y="3055334"/>
                </a:lnTo>
                <a:cubicBezTo>
                  <a:pt x="423196" y="3055334"/>
                  <a:pt x="427958" y="3055334"/>
                  <a:pt x="427958" y="3055334"/>
                </a:cubicBezTo>
                <a:close/>
                <a:moveTo>
                  <a:pt x="1298639" y="2203990"/>
                </a:moveTo>
                <a:lnTo>
                  <a:pt x="1297115" y="2203990"/>
                </a:lnTo>
                <a:cubicBezTo>
                  <a:pt x="1292352" y="2203990"/>
                  <a:pt x="1288352" y="2207895"/>
                  <a:pt x="1288352" y="2212658"/>
                </a:cubicBezTo>
                <a:lnTo>
                  <a:pt x="1288352" y="2239613"/>
                </a:lnTo>
                <a:cubicBezTo>
                  <a:pt x="1288352" y="2244376"/>
                  <a:pt x="1292257" y="2248281"/>
                  <a:pt x="1297115" y="2248281"/>
                </a:cubicBezTo>
                <a:lnTo>
                  <a:pt x="1298639" y="2248281"/>
                </a:lnTo>
                <a:lnTo>
                  <a:pt x="1298639" y="2267522"/>
                </a:lnTo>
                <a:lnTo>
                  <a:pt x="1306925" y="2275999"/>
                </a:lnTo>
                <a:lnTo>
                  <a:pt x="1319594" y="2275999"/>
                </a:lnTo>
                <a:lnTo>
                  <a:pt x="1319594" y="2277523"/>
                </a:lnTo>
                <a:cubicBezTo>
                  <a:pt x="1319594" y="2281047"/>
                  <a:pt x="1322451" y="2283905"/>
                  <a:pt x="1325975" y="2283905"/>
                </a:cubicBezTo>
                <a:lnTo>
                  <a:pt x="1352931" y="2283905"/>
                </a:lnTo>
                <a:cubicBezTo>
                  <a:pt x="1356455" y="2283905"/>
                  <a:pt x="1359313" y="2281047"/>
                  <a:pt x="1359313" y="2277523"/>
                </a:cubicBezTo>
                <a:lnTo>
                  <a:pt x="1359313" y="2269712"/>
                </a:lnTo>
                <a:cubicBezTo>
                  <a:pt x="1359313" y="2266188"/>
                  <a:pt x="1356455" y="2263426"/>
                  <a:pt x="1352931" y="2263426"/>
                </a:cubicBezTo>
                <a:lnTo>
                  <a:pt x="1325975" y="2263426"/>
                </a:lnTo>
                <a:cubicBezTo>
                  <a:pt x="1322451" y="2263426"/>
                  <a:pt x="1319594" y="2266283"/>
                  <a:pt x="1319594" y="2269712"/>
                </a:cubicBezTo>
                <a:lnTo>
                  <a:pt x="1319594" y="2271236"/>
                </a:lnTo>
                <a:lnTo>
                  <a:pt x="1308926" y="2271236"/>
                </a:lnTo>
                <a:lnTo>
                  <a:pt x="1303401" y="2265521"/>
                </a:lnTo>
                <a:lnTo>
                  <a:pt x="1303401" y="2248281"/>
                </a:lnTo>
                <a:lnTo>
                  <a:pt x="1304925" y="2248281"/>
                </a:lnTo>
                <a:cubicBezTo>
                  <a:pt x="1309688" y="2248281"/>
                  <a:pt x="1313688" y="2244376"/>
                  <a:pt x="1313688" y="2239613"/>
                </a:cubicBezTo>
                <a:lnTo>
                  <a:pt x="1313688" y="2212658"/>
                </a:lnTo>
                <a:cubicBezTo>
                  <a:pt x="1313688" y="2207895"/>
                  <a:pt x="1309783" y="2203990"/>
                  <a:pt x="1304925" y="2203990"/>
                </a:cubicBezTo>
                <a:lnTo>
                  <a:pt x="1303401" y="2203990"/>
                </a:lnTo>
                <a:lnTo>
                  <a:pt x="1303401" y="2161318"/>
                </a:lnTo>
                <a:lnTo>
                  <a:pt x="1328452" y="2140268"/>
                </a:lnTo>
                <a:cubicBezTo>
                  <a:pt x="1330262" y="2141315"/>
                  <a:pt x="1332167" y="2142173"/>
                  <a:pt x="1334453" y="2142173"/>
                </a:cubicBezTo>
                <a:cubicBezTo>
                  <a:pt x="1340834" y="2142173"/>
                  <a:pt x="1346073" y="2136934"/>
                  <a:pt x="1346073" y="2130552"/>
                </a:cubicBezTo>
                <a:cubicBezTo>
                  <a:pt x="1346073" y="2124170"/>
                  <a:pt x="1340834" y="2118932"/>
                  <a:pt x="1334453" y="2118932"/>
                </a:cubicBezTo>
                <a:cubicBezTo>
                  <a:pt x="1328071" y="2118932"/>
                  <a:pt x="1322832" y="2124170"/>
                  <a:pt x="1322832" y="2130552"/>
                </a:cubicBezTo>
                <a:cubicBezTo>
                  <a:pt x="1322832" y="2133029"/>
                  <a:pt x="1323785" y="2135124"/>
                  <a:pt x="1325023" y="2137029"/>
                </a:cubicBezTo>
                <a:lnTo>
                  <a:pt x="1298734" y="2159222"/>
                </a:lnTo>
                <a:lnTo>
                  <a:pt x="1298734" y="2204085"/>
                </a:lnTo>
                <a:close/>
                <a:moveTo>
                  <a:pt x="1334357" y="2121218"/>
                </a:moveTo>
                <a:cubicBezTo>
                  <a:pt x="1339501" y="2121218"/>
                  <a:pt x="1343597" y="2125409"/>
                  <a:pt x="1343597" y="2130457"/>
                </a:cubicBezTo>
                <a:cubicBezTo>
                  <a:pt x="1343597" y="2135505"/>
                  <a:pt x="1339406" y="2139696"/>
                  <a:pt x="1334357" y="2139696"/>
                </a:cubicBezTo>
                <a:cubicBezTo>
                  <a:pt x="1329309" y="2139696"/>
                  <a:pt x="1325118" y="2135505"/>
                  <a:pt x="1325118" y="2130457"/>
                </a:cubicBezTo>
                <a:cubicBezTo>
                  <a:pt x="1325118" y="2125409"/>
                  <a:pt x="1329309" y="2121218"/>
                  <a:pt x="1334357" y="2121218"/>
                </a:cubicBezTo>
                <a:close/>
                <a:moveTo>
                  <a:pt x="1304925" y="2208752"/>
                </a:moveTo>
                <a:cubicBezTo>
                  <a:pt x="1307116" y="2208752"/>
                  <a:pt x="1308926" y="2210562"/>
                  <a:pt x="1308926" y="2212658"/>
                </a:cubicBezTo>
                <a:lnTo>
                  <a:pt x="1308926" y="2239613"/>
                </a:lnTo>
                <a:cubicBezTo>
                  <a:pt x="1308926" y="2241804"/>
                  <a:pt x="1307116" y="2243519"/>
                  <a:pt x="1304925" y="2243519"/>
                </a:cubicBezTo>
                <a:lnTo>
                  <a:pt x="1297115" y="2243519"/>
                </a:lnTo>
                <a:cubicBezTo>
                  <a:pt x="1294924" y="2243519"/>
                  <a:pt x="1293114" y="2241709"/>
                  <a:pt x="1293114" y="2239613"/>
                </a:cubicBezTo>
                <a:lnTo>
                  <a:pt x="1293114" y="2212658"/>
                </a:lnTo>
                <a:cubicBezTo>
                  <a:pt x="1293114" y="2210467"/>
                  <a:pt x="1294924" y="2208752"/>
                  <a:pt x="1297115" y="2208752"/>
                </a:cubicBezTo>
                <a:lnTo>
                  <a:pt x="1304925" y="2208752"/>
                </a:lnTo>
                <a:close/>
                <a:moveTo>
                  <a:pt x="1339406" y="2187035"/>
                </a:moveTo>
                <a:cubicBezTo>
                  <a:pt x="1333024" y="2187035"/>
                  <a:pt x="1327785" y="2192274"/>
                  <a:pt x="1327785" y="2198656"/>
                </a:cubicBezTo>
                <a:cubicBezTo>
                  <a:pt x="1327785" y="2205038"/>
                  <a:pt x="1333024" y="2210276"/>
                  <a:pt x="1339406" y="2210276"/>
                </a:cubicBezTo>
                <a:cubicBezTo>
                  <a:pt x="1345787" y="2210276"/>
                  <a:pt x="1351026" y="2205038"/>
                  <a:pt x="1351026" y="2198656"/>
                </a:cubicBezTo>
                <a:cubicBezTo>
                  <a:pt x="1351026" y="2192274"/>
                  <a:pt x="1345787" y="2187035"/>
                  <a:pt x="1339406" y="2187035"/>
                </a:cubicBezTo>
                <a:close/>
                <a:moveTo>
                  <a:pt x="1339406" y="2207990"/>
                </a:moveTo>
                <a:cubicBezTo>
                  <a:pt x="1334262" y="2207990"/>
                  <a:pt x="1330166" y="2203799"/>
                  <a:pt x="1330166" y="2198751"/>
                </a:cubicBezTo>
                <a:cubicBezTo>
                  <a:pt x="1330166" y="2193703"/>
                  <a:pt x="1334357" y="2189512"/>
                  <a:pt x="1339406" y="2189512"/>
                </a:cubicBezTo>
                <a:cubicBezTo>
                  <a:pt x="1344454" y="2189512"/>
                  <a:pt x="1348645" y="2193703"/>
                  <a:pt x="1348645" y="2198751"/>
                </a:cubicBezTo>
                <a:cubicBezTo>
                  <a:pt x="1348645" y="2203799"/>
                  <a:pt x="1344454" y="2207990"/>
                  <a:pt x="1339406" y="2207990"/>
                </a:cubicBezTo>
                <a:close/>
                <a:moveTo>
                  <a:pt x="423291" y="3108579"/>
                </a:moveTo>
                <a:lnTo>
                  <a:pt x="423291" y="3090863"/>
                </a:lnTo>
                <a:cubicBezTo>
                  <a:pt x="423291" y="3090863"/>
                  <a:pt x="428054" y="3090863"/>
                  <a:pt x="428054" y="3090863"/>
                </a:cubicBezTo>
                <a:lnTo>
                  <a:pt x="428054" y="3108579"/>
                </a:lnTo>
                <a:cubicBezTo>
                  <a:pt x="428054" y="3108579"/>
                  <a:pt x="423291" y="3108579"/>
                  <a:pt x="423291" y="3108579"/>
                </a:cubicBezTo>
                <a:close/>
                <a:moveTo>
                  <a:pt x="1339406" y="2226278"/>
                </a:moveTo>
                <a:cubicBezTo>
                  <a:pt x="1335119" y="2226278"/>
                  <a:pt x="1331595" y="2229803"/>
                  <a:pt x="1331595" y="2234089"/>
                </a:cubicBezTo>
                <a:cubicBezTo>
                  <a:pt x="1331595" y="2238375"/>
                  <a:pt x="1335119" y="2241804"/>
                  <a:pt x="1339406" y="2241804"/>
                </a:cubicBezTo>
                <a:cubicBezTo>
                  <a:pt x="1343692" y="2241804"/>
                  <a:pt x="1347121" y="2238280"/>
                  <a:pt x="1347121" y="2234089"/>
                </a:cubicBezTo>
                <a:cubicBezTo>
                  <a:pt x="1347121" y="2229898"/>
                  <a:pt x="1343597" y="2226278"/>
                  <a:pt x="1339406" y="2226278"/>
                </a:cubicBezTo>
                <a:close/>
                <a:moveTo>
                  <a:pt x="1339406" y="2239328"/>
                </a:moveTo>
                <a:cubicBezTo>
                  <a:pt x="1336453" y="2239328"/>
                  <a:pt x="1333976" y="2236946"/>
                  <a:pt x="1333976" y="2233994"/>
                </a:cubicBezTo>
                <a:cubicBezTo>
                  <a:pt x="1333976" y="2231041"/>
                  <a:pt x="1336357" y="2228564"/>
                  <a:pt x="1339406" y="2228564"/>
                </a:cubicBezTo>
                <a:cubicBezTo>
                  <a:pt x="1342453" y="2228564"/>
                  <a:pt x="1344740" y="2230946"/>
                  <a:pt x="1344740" y="2233994"/>
                </a:cubicBezTo>
                <a:cubicBezTo>
                  <a:pt x="1344740" y="2237042"/>
                  <a:pt x="1342358" y="2239328"/>
                  <a:pt x="1339406" y="2239328"/>
                </a:cubicBezTo>
                <a:close/>
                <a:moveTo>
                  <a:pt x="1607534" y="3421190"/>
                </a:moveTo>
                <a:lnTo>
                  <a:pt x="1597533" y="3421190"/>
                </a:lnTo>
                <a:lnTo>
                  <a:pt x="1597533" y="3416427"/>
                </a:lnTo>
                <a:lnTo>
                  <a:pt x="1607534" y="3416427"/>
                </a:lnTo>
                <a:lnTo>
                  <a:pt x="1607534" y="3421190"/>
                </a:lnTo>
                <a:close/>
                <a:moveTo>
                  <a:pt x="14097" y="2050732"/>
                </a:moveTo>
                <a:lnTo>
                  <a:pt x="34481" y="2050732"/>
                </a:lnTo>
                <a:cubicBezTo>
                  <a:pt x="37338" y="2050732"/>
                  <a:pt x="39624" y="2048447"/>
                  <a:pt x="39624" y="2045589"/>
                </a:cubicBezTo>
                <a:lnTo>
                  <a:pt x="39624" y="2039112"/>
                </a:lnTo>
                <a:cubicBezTo>
                  <a:pt x="39624" y="2036255"/>
                  <a:pt x="37338" y="2033969"/>
                  <a:pt x="34481" y="2033969"/>
                </a:cubicBezTo>
                <a:lnTo>
                  <a:pt x="14097" y="2033969"/>
                </a:lnTo>
                <a:cubicBezTo>
                  <a:pt x="11240" y="2033969"/>
                  <a:pt x="8954" y="2036255"/>
                  <a:pt x="8954" y="2039112"/>
                </a:cubicBezTo>
                <a:lnTo>
                  <a:pt x="8954" y="2040541"/>
                </a:lnTo>
                <a:lnTo>
                  <a:pt x="5143" y="2034254"/>
                </a:lnTo>
                <a:lnTo>
                  <a:pt x="95" y="2042541"/>
                </a:lnTo>
                <a:lnTo>
                  <a:pt x="95" y="2047113"/>
                </a:lnTo>
                <a:lnTo>
                  <a:pt x="5143" y="2038826"/>
                </a:lnTo>
                <a:lnTo>
                  <a:pt x="8954" y="2045113"/>
                </a:lnTo>
                <a:lnTo>
                  <a:pt x="8954" y="2045589"/>
                </a:lnTo>
                <a:cubicBezTo>
                  <a:pt x="8954" y="2048447"/>
                  <a:pt x="11240" y="2050732"/>
                  <a:pt x="14097" y="2050732"/>
                </a:cubicBezTo>
                <a:close/>
                <a:moveTo>
                  <a:pt x="33814" y="2036350"/>
                </a:moveTo>
                <a:lnTo>
                  <a:pt x="34481" y="2036350"/>
                </a:lnTo>
                <a:cubicBezTo>
                  <a:pt x="35909" y="2036350"/>
                  <a:pt x="37148" y="2037493"/>
                  <a:pt x="37148" y="2039017"/>
                </a:cubicBezTo>
                <a:lnTo>
                  <a:pt x="37148" y="2045494"/>
                </a:lnTo>
                <a:cubicBezTo>
                  <a:pt x="37148" y="2046923"/>
                  <a:pt x="35909" y="2048161"/>
                  <a:pt x="34481" y="2048161"/>
                </a:cubicBezTo>
                <a:lnTo>
                  <a:pt x="33814" y="2048161"/>
                </a:lnTo>
                <a:lnTo>
                  <a:pt x="33814" y="2036350"/>
                </a:lnTo>
                <a:close/>
                <a:moveTo>
                  <a:pt x="20955" y="2036350"/>
                </a:moveTo>
                <a:lnTo>
                  <a:pt x="30671" y="2036350"/>
                </a:lnTo>
                <a:lnTo>
                  <a:pt x="30671" y="2048161"/>
                </a:lnTo>
                <a:lnTo>
                  <a:pt x="20955" y="2048161"/>
                </a:lnTo>
                <a:lnTo>
                  <a:pt x="20955" y="2036350"/>
                </a:lnTo>
                <a:close/>
                <a:moveTo>
                  <a:pt x="16669" y="2036350"/>
                </a:moveTo>
                <a:lnTo>
                  <a:pt x="19431" y="2036350"/>
                </a:lnTo>
                <a:lnTo>
                  <a:pt x="19431" y="2048161"/>
                </a:lnTo>
                <a:lnTo>
                  <a:pt x="16669" y="2048161"/>
                </a:lnTo>
                <a:lnTo>
                  <a:pt x="16669" y="2036350"/>
                </a:lnTo>
                <a:close/>
                <a:moveTo>
                  <a:pt x="11525" y="2039017"/>
                </a:moveTo>
                <a:cubicBezTo>
                  <a:pt x="11525" y="2037588"/>
                  <a:pt x="12764" y="2036350"/>
                  <a:pt x="14192" y="2036350"/>
                </a:cubicBezTo>
                <a:lnTo>
                  <a:pt x="14288" y="2036350"/>
                </a:lnTo>
                <a:lnTo>
                  <a:pt x="14288" y="2048161"/>
                </a:lnTo>
                <a:lnTo>
                  <a:pt x="14192" y="2048161"/>
                </a:lnTo>
                <a:cubicBezTo>
                  <a:pt x="12764" y="2048161"/>
                  <a:pt x="11525" y="2046923"/>
                  <a:pt x="11525" y="2045494"/>
                </a:cubicBezTo>
                <a:lnTo>
                  <a:pt x="11525" y="2039017"/>
                </a:lnTo>
                <a:close/>
                <a:moveTo>
                  <a:pt x="1704118" y="3411569"/>
                </a:moveTo>
                <a:lnTo>
                  <a:pt x="1708214" y="3413951"/>
                </a:lnTo>
                <a:lnTo>
                  <a:pt x="1707642" y="3414903"/>
                </a:lnTo>
                <a:lnTo>
                  <a:pt x="1703546" y="3412522"/>
                </a:lnTo>
                <a:lnTo>
                  <a:pt x="1704118" y="3411569"/>
                </a:lnTo>
                <a:close/>
                <a:moveTo>
                  <a:pt x="1298543" y="3729419"/>
                </a:moveTo>
                <a:lnTo>
                  <a:pt x="1308449" y="3729419"/>
                </a:lnTo>
                <a:cubicBezTo>
                  <a:pt x="1310545" y="3729419"/>
                  <a:pt x="1312355" y="3727704"/>
                  <a:pt x="1312355" y="3725513"/>
                </a:cubicBezTo>
                <a:lnTo>
                  <a:pt x="1312355" y="3722942"/>
                </a:lnTo>
                <a:lnTo>
                  <a:pt x="1371600" y="3722561"/>
                </a:lnTo>
                <a:lnTo>
                  <a:pt x="1395413" y="3702368"/>
                </a:lnTo>
                <a:cubicBezTo>
                  <a:pt x="1397222" y="3703701"/>
                  <a:pt x="1399413" y="3704463"/>
                  <a:pt x="1401794" y="3704463"/>
                </a:cubicBezTo>
                <a:cubicBezTo>
                  <a:pt x="1402747" y="3704463"/>
                  <a:pt x="1403795" y="3704368"/>
                  <a:pt x="1404842" y="3704082"/>
                </a:cubicBezTo>
                <a:cubicBezTo>
                  <a:pt x="1410653" y="3702368"/>
                  <a:pt x="1413986" y="3696367"/>
                  <a:pt x="1412367" y="3690557"/>
                </a:cubicBezTo>
                <a:cubicBezTo>
                  <a:pt x="1410748" y="3684746"/>
                  <a:pt x="1404652" y="3681413"/>
                  <a:pt x="1398842" y="3683032"/>
                </a:cubicBezTo>
                <a:cubicBezTo>
                  <a:pt x="1393031" y="3684651"/>
                  <a:pt x="1389698" y="3690747"/>
                  <a:pt x="1391317" y="3696557"/>
                </a:cubicBezTo>
                <a:cubicBezTo>
                  <a:pt x="1391507" y="3697415"/>
                  <a:pt x="1391984" y="3698081"/>
                  <a:pt x="1392365" y="3698843"/>
                </a:cubicBezTo>
                <a:lnTo>
                  <a:pt x="1369886" y="3717893"/>
                </a:lnTo>
                <a:lnTo>
                  <a:pt x="1312355" y="3718179"/>
                </a:lnTo>
                <a:lnTo>
                  <a:pt x="1312355" y="3715607"/>
                </a:lnTo>
                <a:cubicBezTo>
                  <a:pt x="1312355" y="3713512"/>
                  <a:pt x="1310640" y="3711702"/>
                  <a:pt x="1308449" y="3711702"/>
                </a:cubicBezTo>
                <a:lnTo>
                  <a:pt x="1298543" y="3711702"/>
                </a:lnTo>
                <a:cubicBezTo>
                  <a:pt x="1296448" y="3711702"/>
                  <a:pt x="1294638" y="3713417"/>
                  <a:pt x="1294638" y="3715607"/>
                </a:cubicBezTo>
                <a:lnTo>
                  <a:pt x="1294638" y="3725513"/>
                </a:lnTo>
                <a:cubicBezTo>
                  <a:pt x="1294638" y="3727609"/>
                  <a:pt x="1296353" y="3729419"/>
                  <a:pt x="1298543" y="3729419"/>
                </a:cubicBezTo>
                <a:close/>
                <a:moveTo>
                  <a:pt x="1400080" y="3687509"/>
                </a:moveTo>
                <a:cubicBezTo>
                  <a:pt x="1403414" y="3686556"/>
                  <a:pt x="1406843" y="3688461"/>
                  <a:pt x="1407700" y="3691795"/>
                </a:cubicBezTo>
                <a:cubicBezTo>
                  <a:pt x="1408652" y="3695034"/>
                  <a:pt x="1406747" y="3698558"/>
                  <a:pt x="1403414" y="3699415"/>
                </a:cubicBezTo>
                <a:cubicBezTo>
                  <a:pt x="1400080" y="3700367"/>
                  <a:pt x="1396746" y="3698462"/>
                  <a:pt x="1395794" y="3695129"/>
                </a:cubicBezTo>
                <a:cubicBezTo>
                  <a:pt x="1394841" y="3691795"/>
                  <a:pt x="1396746" y="3688366"/>
                  <a:pt x="1400080" y="3687509"/>
                </a:cubicBezTo>
                <a:close/>
                <a:moveTo>
                  <a:pt x="1258348" y="3704463"/>
                </a:moveTo>
                <a:lnTo>
                  <a:pt x="1190054" y="3704177"/>
                </a:lnTo>
                <a:cubicBezTo>
                  <a:pt x="1188053" y="3698938"/>
                  <a:pt x="1182434" y="3695986"/>
                  <a:pt x="1177004" y="3697605"/>
                </a:cubicBezTo>
                <a:cubicBezTo>
                  <a:pt x="1171194" y="3699224"/>
                  <a:pt x="1167860" y="3705320"/>
                  <a:pt x="1169480" y="3711130"/>
                </a:cubicBezTo>
                <a:cubicBezTo>
                  <a:pt x="1170813" y="3715893"/>
                  <a:pt x="1175290" y="3719036"/>
                  <a:pt x="1180052" y="3719036"/>
                </a:cubicBezTo>
                <a:cubicBezTo>
                  <a:pt x="1181005" y="3719036"/>
                  <a:pt x="1182053" y="3718941"/>
                  <a:pt x="1183100" y="3718655"/>
                </a:cubicBezTo>
                <a:cubicBezTo>
                  <a:pt x="1187577" y="3717322"/>
                  <a:pt x="1190530" y="3713417"/>
                  <a:pt x="1190911" y="3709035"/>
                </a:cubicBezTo>
                <a:lnTo>
                  <a:pt x="1259205" y="3709321"/>
                </a:lnTo>
                <a:lnTo>
                  <a:pt x="1260062" y="3709321"/>
                </a:lnTo>
                <a:lnTo>
                  <a:pt x="1320260" y="3661696"/>
                </a:lnTo>
                <a:lnTo>
                  <a:pt x="1437703" y="3661505"/>
                </a:lnTo>
                <a:lnTo>
                  <a:pt x="1437703" y="3665887"/>
                </a:lnTo>
                <a:cubicBezTo>
                  <a:pt x="1437703" y="3668935"/>
                  <a:pt x="1440180" y="3671411"/>
                  <a:pt x="1443228" y="3671411"/>
                </a:cubicBezTo>
                <a:lnTo>
                  <a:pt x="1456658" y="3671411"/>
                </a:lnTo>
                <a:cubicBezTo>
                  <a:pt x="1459706" y="3671411"/>
                  <a:pt x="1462183" y="3668935"/>
                  <a:pt x="1462183" y="3665887"/>
                </a:cubicBezTo>
                <a:lnTo>
                  <a:pt x="1462183" y="3652457"/>
                </a:lnTo>
                <a:cubicBezTo>
                  <a:pt x="1462183" y="3649409"/>
                  <a:pt x="1459706" y="3646932"/>
                  <a:pt x="1456658" y="3646932"/>
                </a:cubicBezTo>
                <a:lnTo>
                  <a:pt x="1452277" y="3646932"/>
                </a:lnTo>
                <a:lnTo>
                  <a:pt x="1452944" y="3567779"/>
                </a:lnTo>
                <a:lnTo>
                  <a:pt x="1469136" y="3548253"/>
                </a:lnTo>
                <a:lnTo>
                  <a:pt x="1469612" y="3465290"/>
                </a:lnTo>
                <a:lnTo>
                  <a:pt x="1502950" y="3426143"/>
                </a:lnTo>
                <a:lnTo>
                  <a:pt x="1559338" y="3425476"/>
                </a:lnTo>
                <a:cubicBezTo>
                  <a:pt x="1561719" y="3429667"/>
                  <a:pt x="1566101" y="3432524"/>
                  <a:pt x="1571149" y="3432524"/>
                </a:cubicBezTo>
                <a:cubicBezTo>
                  <a:pt x="1577912" y="3432524"/>
                  <a:pt x="1583436" y="3427667"/>
                  <a:pt x="1584579" y="3421285"/>
                </a:cubicBezTo>
                <a:lnTo>
                  <a:pt x="1587627" y="3421285"/>
                </a:lnTo>
                <a:lnTo>
                  <a:pt x="1587627" y="3416522"/>
                </a:lnTo>
                <a:lnTo>
                  <a:pt x="1584579" y="3416522"/>
                </a:lnTo>
                <a:cubicBezTo>
                  <a:pt x="1583436" y="3410141"/>
                  <a:pt x="1577912" y="3405283"/>
                  <a:pt x="1571149" y="3405283"/>
                </a:cubicBezTo>
                <a:cubicBezTo>
                  <a:pt x="1565815" y="3405283"/>
                  <a:pt x="1561243" y="3408331"/>
                  <a:pt x="1559052" y="3412808"/>
                </a:cubicBezTo>
                <a:lnTo>
                  <a:pt x="1502283" y="3412808"/>
                </a:lnTo>
                <a:lnTo>
                  <a:pt x="1467612" y="3372041"/>
                </a:lnTo>
                <a:lnTo>
                  <a:pt x="1466945" y="3263170"/>
                </a:lnTo>
                <a:lnTo>
                  <a:pt x="1447610" y="3241548"/>
                </a:lnTo>
                <a:lnTo>
                  <a:pt x="1447419" y="3212878"/>
                </a:lnTo>
                <a:cubicBezTo>
                  <a:pt x="1452658" y="3211735"/>
                  <a:pt x="1456658" y="3207258"/>
                  <a:pt x="1456658" y="3201734"/>
                </a:cubicBezTo>
                <a:cubicBezTo>
                  <a:pt x="1456658" y="3195352"/>
                  <a:pt x="1451420" y="3190113"/>
                  <a:pt x="1445038" y="3190113"/>
                </a:cubicBezTo>
                <a:cubicBezTo>
                  <a:pt x="1438656" y="3190113"/>
                  <a:pt x="1433417" y="3195352"/>
                  <a:pt x="1433417" y="3201734"/>
                </a:cubicBezTo>
                <a:cubicBezTo>
                  <a:pt x="1433417" y="3207258"/>
                  <a:pt x="1437418" y="3211735"/>
                  <a:pt x="1442657" y="3212878"/>
                </a:cubicBezTo>
                <a:lnTo>
                  <a:pt x="1442847" y="3243358"/>
                </a:lnTo>
                <a:lnTo>
                  <a:pt x="1462183" y="3264980"/>
                </a:lnTo>
                <a:lnTo>
                  <a:pt x="1462850" y="3373850"/>
                </a:lnTo>
                <a:lnTo>
                  <a:pt x="1500092" y="3417570"/>
                </a:lnTo>
                <a:lnTo>
                  <a:pt x="1557623" y="3417570"/>
                </a:lnTo>
                <a:cubicBezTo>
                  <a:pt x="1557623" y="3417570"/>
                  <a:pt x="1557528" y="3418427"/>
                  <a:pt x="1557528" y="3418904"/>
                </a:cubicBezTo>
                <a:cubicBezTo>
                  <a:pt x="1557528" y="3419570"/>
                  <a:pt x="1557623" y="3420142"/>
                  <a:pt x="1557719" y="3420809"/>
                </a:cubicBezTo>
                <a:lnTo>
                  <a:pt x="1500759" y="3421475"/>
                </a:lnTo>
                <a:lnTo>
                  <a:pt x="1464850" y="3463671"/>
                </a:lnTo>
                <a:lnTo>
                  <a:pt x="1464374" y="3546634"/>
                </a:lnTo>
                <a:lnTo>
                  <a:pt x="1448181" y="3566065"/>
                </a:lnTo>
                <a:lnTo>
                  <a:pt x="1447514" y="3647027"/>
                </a:lnTo>
                <a:lnTo>
                  <a:pt x="1443323" y="3647027"/>
                </a:lnTo>
                <a:cubicBezTo>
                  <a:pt x="1440275" y="3647027"/>
                  <a:pt x="1437799" y="3649504"/>
                  <a:pt x="1437799" y="3652552"/>
                </a:cubicBezTo>
                <a:lnTo>
                  <a:pt x="1437799" y="3656838"/>
                </a:lnTo>
                <a:lnTo>
                  <a:pt x="1318736" y="3657029"/>
                </a:lnTo>
                <a:lnTo>
                  <a:pt x="1258634" y="3704654"/>
                </a:lnTo>
                <a:close/>
                <a:moveTo>
                  <a:pt x="1181672" y="3713988"/>
                </a:moveTo>
                <a:cubicBezTo>
                  <a:pt x="1178338" y="3714941"/>
                  <a:pt x="1175004" y="3713036"/>
                  <a:pt x="1174052" y="3709702"/>
                </a:cubicBezTo>
                <a:cubicBezTo>
                  <a:pt x="1173099" y="3706463"/>
                  <a:pt x="1175004" y="3702939"/>
                  <a:pt x="1178338" y="3702082"/>
                </a:cubicBezTo>
                <a:cubicBezTo>
                  <a:pt x="1178909" y="3701892"/>
                  <a:pt x="1179481" y="3701796"/>
                  <a:pt x="1180052" y="3701796"/>
                </a:cubicBezTo>
                <a:cubicBezTo>
                  <a:pt x="1182719" y="3701796"/>
                  <a:pt x="1185196" y="3703606"/>
                  <a:pt x="1185958" y="3706273"/>
                </a:cubicBezTo>
                <a:cubicBezTo>
                  <a:pt x="1186910" y="3709511"/>
                  <a:pt x="1185005" y="3713036"/>
                  <a:pt x="1181672" y="3713893"/>
                </a:cubicBezTo>
                <a:close/>
                <a:moveTo>
                  <a:pt x="1570958" y="3409950"/>
                </a:moveTo>
                <a:cubicBezTo>
                  <a:pt x="1575911" y="3409950"/>
                  <a:pt x="1579817" y="3413951"/>
                  <a:pt x="1579817" y="3418809"/>
                </a:cubicBezTo>
                <a:cubicBezTo>
                  <a:pt x="1579817" y="3423666"/>
                  <a:pt x="1575816" y="3427667"/>
                  <a:pt x="1570958" y="3427667"/>
                </a:cubicBezTo>
                <a:cubicBezTo>
                  <a:pt x="1566101" y="3427667"/>
                  <a:pt x="1562100" y="3423666"/>
                  <a:pt x="1562100" y="3418809"/>
                </a:cubicBezTo>
                <a:cubicBezTo>
                  <a:pt x="1562100" y="3413951"/>
                  <a:pt x="1566101" y="3409950"/>
                  <a:pt x="1570958" y="3409950"/>
                </a:cubicBezTo>
                <a:close/>
                <a:moveTo>
                  <a:pt x="1438085" y="3201543"/>
                </a:moveTo>
                <a:cubicBezTo>
                  <a:pt x="1438085" y="3197733"/>
                  <a:pt x="1441132" y="3194685"/>
                  <a:pt x="1444943" y="3194685"/>
                </a:cubicBezTo>
                <a:cubicBezTo>
                  <a:pt x="1448753" y="3194685"/>
                  <a:pt x="1451801" y="3197733"/>
                  <a:pt x="1451801" y="3201543"/>
                </a:cubicBezTo>
                <a:cubicBezTo>
                  <a:pt x="1451801" y="3205353"/>
                  <a:pt x="1448753" y="3208401"/>
                  <a:pt x="1444943" y="3208401"/>
                </a:cubicBezTo>
                <a:cubicBezTo>
                  <a:pt x="1441132" y="3208401"/>
                  <a:pt x="1438085" y="3205353"/>
                  <a:pt x="1438085" y="3201543"/>
                </a:cubicBezTo>
                <a:close/>
                <a:moveTo>
                  <a:pt x="1442276" y="3652361"/>
                </a:moveTo>
                <a:cubicBezTo>
                  <a:pt x="1442276" y="3652361"/>
                  <a:pt x="1442657" y="3651599"/>
                  <a:pt x="1443038" y="3651599"/>
                </a:cubicBezTo>
                <a:lnTo>
                  <a:pt x="1456468" y="3651599"/>
                </a:lnTo>
                <a:cubicBezTo>
                  <a:pt x="1456468" y="3651599"/>
                  <a:pt x="1457230" y="3651980"/>
                  <a:pt x="1457230" y="3652361"/>
                </a:cubicBezTo>
                <a:lnTo>
                  <a:pt x="1457230" y="3665792"/>
                </a:lnTo>
                <a:cubicBezTo>
                  <a:pt x="1457230" y="3665792"/>
                  <a:pt x="1456849" y="3666554"/>
                  <a:pt x="1456468" y="3666554"/>
                </a:cubicBezTo>
                <a:lnTo>
                  <a:pt x="1443038" y="3666554"/>
                </a:lnTo>
                <a:cubicBezTo>
                  <a:pt x="1443038" y="3666554"/>
                  <a:pt x="1442276" y="3666173"/>
                  <a:pt x="1442276" y="3665792"/>
                </a:cubicBezTo>
                <a:lnTo>
                  <a:pt x="1442276" y="3652361"/>
                </a:lnTo>
                <a:close/>
                <a:moveTo>
                  <a:pt x="1627537" y="3421190"/>
                </a:moveTo>
                <a:lnTo>
                  <a:pt x="1617536" y="3421190"/>
                </a:lnTo>
                <a:lnTo>
                  <a:pt x="1617536" y="3416427"/>
                </a:lnTo>
                <a:lnTo>
                  <a:pt x="1627537" y="3416427"/>
                </a:lnTo>
                <a:lnTo>
                  <a:pt x="1627537" y="3421190"/>
                </a:lnTo>
                <a:close/>
                <a:moveTo>
                  <a:pt x="517017" y="863727"/>
                </a:moveTo>
                <a:lnTo>
                  <a:pt x="529685" y="863727"/>
                </a:lnTo>
                <a:cubicBezTo>
                  <a:pt x="532162" y="863727"/>
                  <a:pt x="534162" y="861727"/>
                  <a:pt x="534162" y="859250"/>
                </a:cubicBezTo>
                <a:lnTo>
                  <a:pt x="534162" y="846582"/>
                </a:lnTo>
                <a:cubicBezTo>
                  <a:pt x="534162" y="844106"/>
                  <a:pt x="532162" y="842105"/>
                  <a:pt x="529685" y="842105"/>
                </a:cubicBezTo>
                <a:lnTo>
                  <a:pt x="517017" y="842105"/>
                </a:lnTo>
                <a:cubicBezTo>
                  <a:pt x="514540" y="842105"/>
                  <a:pt x="512540" y="844106"/>
                  <a:pt x="512540" y="846582"/>
                </a:cubicBezTo>
                <a:lnTo>
                  <a:pt x="512540" y="852392"/>
                </a:lnTo>
                <a:lnTo>
                  <a:pt x="512540" y="850487"/>
                </a:lnTo>
                <a:cubicBezTo>
                  <a:pt x="512540" y="850487"/>
                  <a:pt x="489109" y="850487"/>
                  <a:pt x="489109" y="850487"/>
                </a:cubicBezTo>
                <a:lnTo>
                  <a:pt x="416338" y="916877"/>
                </a:lnTo>
                <a:lnTo>
                  <a:pt x="332232" y="916305"/>
                </a:lnTo>
                <a:lnTo>
                  <a:pt x="309277" y="897922"/>
                </a:lnTo>
                <a:lnTo>
                  <a:pt x="228314" y="898208"/>
                </a:lnTo>
                <a:lnTo>
                  <a:pt x="208121" y="914019"/>
                </a:lnTo>
                <a:cubicBezTo>
                  <a:pt x="206312" y="912400"/>
                  <a:pt x="204216" y="911162"/>
                  <a:pt x="201740" y="910876"/>
                </a:cubicBezTo>
                <a:cubicBezTo>
                  <a:pt x="198406" y="910400"/>
                  <a:pt x="195072" y="911257"/>
                  <a:pt x="192310" y="913257"/>
                </a:cubicBezTo>
                <a:cubicBezTo>
                  <a:pt x="190786" y="914400"/>
                  <a:pt x="189643" y="915829"/>
                  <a:pt x="188786" y="917448"/>
                </a:cubicBezTo>
                <a:lnTo>
                  <a:pt x="181547" y="909733"/>
                </a:lnTo>
                <a:lnTo>
                  <a:pt x="64770" y="909733"/>
                </a:lnTo>
                <a:cubicBezTo>
                  <a:pt x="63818" y="905732"/>
                  <a:pt x="60579" y="902589"/>
                  <a:pt x="56293" y="901922"/>
                </a:cubicBezTo>
                <a:cubicBezTo>
                  <a:pt x="50673" y="901160"/>
                  <a:pt x="45434" y="905066"/>
                  <a:pt x="44672" y="910685"/>
                </a:cubicBezTo>
                <a:cubicBezTo>
                  <a:pt x="43910" y="916305"/>
                  <a:pt x="47816" y="921544"/>
                  <a:pt x="53435" y="922306"/>
                </a:cubicBezTo>
                <a:cubicBezTo>
                  <a:pt x="58674" y="923068"/>
                  <a:pt x="63532" y="919544"/>
                  <a:pt x="64770" y="914495"/>
                </a:cubicBezTo>
                <a:lnTo>
                  <a:pt x="179642" y="914495"/>
                </a:lnTo>
                <a:lnTo>
                  <a:pt x="187452" y="922877"/>
                </a:lnTo>
                <a:cubicBezTo>
                  <a:pt x="187166" y="929259"/>
                  <a:pt x="191738" y="935069"/>
                  <a:pt x="198215" y="935927"/>
                </a:cubicBezTo>
                <a:cubicBezTo>
                  <a:pt x="198787" y="935927"/>
                  <a:pt x="199454" y="936022"/>
                  <a:pt x="200025" y="936022"/>
                </a:cubicBezTo>
                <a:cubicBezTo>
                  <a:pt x="202787" y="936022"/>
                  <a:pt x="205359" y="935165"/>
                  <a:pt x="207550" y="933450"/>
                </a:cubicBezTo>
                <a:cubicBezTo>
                  <a:pt x="210217" y="931450"/>
                  <a:pt x="212027" y="928497"/>
                  <a:pt x="212503" y="925068"/>
                </a:cubicBezTo>
                <a:cubicBezTo>
                  <a:pt x="212884" y="922496"/>
                  <a:pt x="212217" y="919925"/>
                  <a:pt x="211074" y="917639"/>
                </a:cubicBezTo>
                <a:lnTo>
                  <a:pt x="229933" y="902875"/>
                </a:lnTo>
                <a:lnTo>
                  <a:pt x="307562" y="902589"/>
                </a:lnTo>
                <a:lnTo>
                  <a:pt x="330518" y="920972"/>
                </a:lnTo>
                <a:lnTo>
                  <a:pt x="418148" y="921544"/>
                </a:lnTo>
                <a:lnTo>
                  <a:pt x="490919" y="855154"/>
                </a:lnTo>
                <a:lnTo>
                  <a:pt x="512540" y="855154"/>
                </a:lnTo>
                <a:cubicBezTo>
                  <a:pt x="512540" y="855154"/>
                  <a:pt x="512540" y="859060"/>
                  <a:pt x="512540" y="859060"/>
                </a:cubicBezTo>
                <a:cubicBezTo>
                  <a:pt x="512540" y="861536"/>
                  <a:pt x="514540" y="863537"/>
                  <a:pt x="517017" y="863537"/>
                </a:cubicBezTo>
                <a:close/>
                <a:moveTo>
                  <a:pt x="204692" y="929831"/>
                </a:moveTo>
                <a:cubicBezTo>
                  <a:pt x="202978" y="931069"/>
                  <a:pt x="200978" y="931640"/>
                  <a:pt x="198882" y="931354"/>
                </a:cubicBezTo>
                <a:cubicBezTo>
                  <a:pt x="194596" y="930688"/>
                  <a:pt x="191548" y="926687"/>
                  <a:pt x="192215" y="922401"/>
                </a:cubicBezTo>
                <a:cubicBezTo>
                  <a:pt x="192500" y="920306"/>
                  <a:pt x="193643" y="918496"/>
                  <a:pt x="195263" y="917162"/>
                </a:cubicBezTo>
                <a:cubicBezTo>
                  <a:pt x="196596" y="916115"/>
                  <a:pt x="198311" y="915543"/>
                  <a:pt x="200025" y="915543"/>
                </a:cubicBezTo>
                <a:cubicBezTo>
                  <a:pt x="200406" y="915543"/>
                  <a:pt x="200787" y="915543"/>
                  <a:pt x="201168" y="915543"/>
                </a:cubicBezTo>
                <a:cubicBezTo>
                  <a:pt x="203264" y="915829"/>
                  <a:pt x="205073" y="916972"/>
                  <a:pt x="206407" y="918591"/>
                </a:cubicBezTo>
                <a:cubicBezTo>
                  <a:pt x="207645" y="920306"/>
                  <a:pt x="208217" y="922401"/>
                  <a:pt x="207931" y="924497"/>
                </a:cubicBezTo>
                <a:cubicBezTo>
                  <a:pt x="207645" y="926592"/>
                  <a:pt x="206502" y="928402"/>
                  <a:pt x="204883" y="929735"/>
                </a:cubicBezTo>
                <a:close/>
                <a:moveTo>
                  <a:pt x="266891" y="3098197"/>
                </a:moveTo>
                <a:lnTo>
                  <a:pt x="296513" y="3098197"/>
                </a:lnTo>
                <a:cubicBezTo>
                  <a:pt x="298228" y="3098197"/>
                  <a:pt x="299657" y="3096768"/>
                  <a:pt x="299657" y="3095054"/>
                </a:cubicBezTo>
                <a:lnTo>
                  <a:pt x="299657" y="3065431"/>
                </a:lnTo>
                <a:cubicBezTo>
                  <a:pt x="299657" y="3063717"/>
                  <a:pt x="298228" y="3062288"/>
                  <a:pt x="296513" y="3062288"/>
                </a:cubicBezTo>
                <a:lnTo>
                  <a:pt x="266891" y="3062288"/>
                </a:lnTo>
                <a:cubicBezTo>
                  <a:pt x="265176" y="3062288"/>
                  <a:pt x="263747" y="3063717"/>
                  <a:pt x="263747" y="3065431"/>
                </a:cubicBezTo>
                <a:lnTo>
                  <a:pt x="263747" y="3068288"/>
                </a:lnTo>
                <a:lnTo>
                  <a:pt x="80963" y="3068288"/>
                </a:lnTo>
                <a:lnTo>
                  <a:pt x="27813" y="3013424"/>
                </a:lnTo>
                <a:lnTo>
                  <a:pt x="27432" y="3013043"/>
                </a:lnTo>
                <a:lnTo>
                  <a:pt x="95" y="3013043"/>
                </a:lnTo>
                <a:lnTo>
                  <a:pt x="95" y="3015425"/>
                </a:lnTo>
                <a:lnTo>
                  <a:pt x="26480" y="3015425"/>
                </a:lnTo>
                <a:lnTo>
                  <a:pt x="79629" y="3070288"/>
                </a:lnTo>
                <a:lnTo>
                  <a:pt x="80010" y="3070670"/>
                </a:lnTo>
                <a:lnTo>
                  <a:pt x="219361" y="3070670"/>
                </a:lnTo>
                <a:lnTo>
                  <a:pt x="263747" y="3116675"/>
                </a:lnTo>
                <a:lnTo>
                  <a:pt x="263747" y="3145822"/>
                </a:lnTo>
                <a:cubicBezTo>
                  <a:pt x="263747" y="3147536"/>
                  <a:pt x="265176" y="3148965"/>
                  <a:pt x="266891" y="3148965"/>
                </a:cubicBezTo>
                <a:lnTo>
                  <a:pt x="296513" y="3148965"/>
                </a:lnTo>
                <a:cubicBezTo>
                  <a:pt x="298228" y="3148965"/>
                  <a:pt x="299657" y="3147536"/>
                  <a:pt x="299657" y="3145822"/>
                </a:cubicBezTo>
                <a:lnTo>
                  <a:pt x="299657" y="3116199"/>
                </a:lnTo>
                <a:cubicBezTo>
                  <a:pt x="299657" y="3114485"/>
                  <a:pt x="298228" y="3113056"/>
                  <a:pt x="296513" y="3113056"/>
                </a:cubicBezTo>
                <a:lnTo>
                  <a:pt x="266891" y="3113056"/>
                </a:lnTo>
                <a:cubicBezTo>
                  <a:pt x="265938" y="3113056"/>
                  <a:pt x="265176" y="3113532"/>
                  <a:pt x="264605" y="3114199"/>
                </a:cubicBezTo>
                <a:lnTo>
                  <a:pt x="222695" y="3070765"/>
                </a:lnTo>
                <a:lnTo>
                  <a:pt x="263747" y="3070765"/>
                </a:lnTo>
                <a:lnTo>
                  <a:pt x="263747" y="3095149"/>
                </a:lnTo>
                <a:cubicBezTo>
                  <a:pt x="263747" y="3096863"/>
                  <a:pt x="265176" y="3098292"/>
                  <a:pt x="266891" y="3098292"/>
                </a:cubicBezTo>
                <a:close/>
                <a:moveTo>
                  <a:pt x="266129" y="3065431"/>
                </a:moveTo>
                <a:cubicBezTo>
                  <a:pt x="266129" y="3065431"/>
                  <a:pt x="266510" y="3064669"/>
                  <a:pt x="266891" y="3064669"/>
                </a:cubicBezTo>
                <a:lnTo>
                  <a:pt x="296513" y="3064669"/>
                </a:lnTo>
                <a:cubicBezTo>
                  <a:pt x="296513" y="3064669"/>
                  <a:pt x="297275" y="3065050"/>
                  <a:pt x="297275" y="3065431"/>
                </a:cubicBezTo>
                <a:lnTo>
                  <a:pt x="297275" y="3095054"/>
                </a:lnTo>
                <a:cubicBezTo>
                  <a:pt x="297275" y="3095054"/>
                  <a:pt x="296894" y="3095816"/>
                  <a:pt x="296513" y="3095816"/>
                </a:cubicBezTo>
                <a:lnTo>
                  <a:pt x="266891" y="3095816"/>
                </a:lnTo>
                <a:cubicBezTo>
                  <a:pt x="266891" y="3095816"/>
                  <a:pt x="266129" y="3095435"/>
                  <a:pt x="266129" y="3095054"/>
                </a:cubicBezTo>
                <a:lnTo>
                  <a:pt x="266129" y="3065431"/>
                </a:lnTo>
                <a:close/>
                <a:moveTo>
                  <a:pt x="266129" y="3116104"/>
                </a:moveTo>
                <a:cubicBezTo>
                  <a:pt x="266129" y="3116104"/>
                  <a:pt x="266510" y="3115342"/>
                  <a:pt x="266891" y="3115342"/>
                </a:cubicBezTo>
                <a:lnTo>
                  <a:pt x="296513" y="3115342"/>
                </a:lnTo>
                <a:cubicBezTo>
                  <a:pt x="296513" y="3115342"/>
                  <a:pt x="297275" y="3115723"/>
                  <a:pt x="297275" y="3116104"/>
                </a:cubicBezTo>
                <a:lnTo>
                  <a:pt x="297275" y="3145727"/>
                </a:lnTo>
                <a:cubicBezTo>
                  <a:pt x="297275" y="3145727"/>
                  <a:pt x="296894" y="3146488"/>
                  <a:pt x="296513" y="3146488"/>
                </a:cubicBezTo>
                <a:lnTo>
                  <a:pt x="266891" y="3146488"/>
                </a:lnTo>
                <a:cubicBezTo>
                  <a:pt x="266891" y="3146488"/>
                  <a:pt x="266129" y="3146108"/>
                  <a:pt x="266129" y="3145727"/>
                </a:cubicBezTo>
                <a:lnTo>
                  <a:pt x="266129" y="3116104"/>
                </a:lnTo>
                <a:close/>
                <a:moveTo>
                  <a:pt x="95" y="948119"/>
                </a:moveTo>
                <a:lnTo>
                  <a:pt x="146304" y="948119"/>
                </a:lnTo>
                <a:lnTo>
                  <a:pt x="169545" y="974217"/>
                </a:lnTo>
                <a:lnTo>
                  <a:pt x="184404" y="974217"/>
                </a:lnTo>
                <a:cubicBezTo>
                  <a:pt x="184785" y="976122"/>
                  <a:pt x="185452" y="977837"/>
                  <a:pt x="186595" y="979456"/>
                </a:cubicBezTo>
                <a:cubicBezTo>
                  <a:pt x="188595" y="982123"/>
                  <a:pt x="191548" y="983933"/>
                  <a:pt x="194977" y="984409"/>
                </a:cubicBezTo>
                <a:cubicBezTo>
                  <a:pt x="195548" y="984409"/>
                  <a:pt x="196215" y="984504"/>
                  <a:pt x="196787" y="984504"/>
                </a:cubicBezTo>
                <a:cubicBezTo>
                  <a:pt x="199549" y="984504"/>
                  <a:pt x="202120" y="983647"/>
                  <a:pt x="204311" y="981932"/>
                </a:cubicBezTo>
                <a:cubicBezTo>
                  <a:pt x="206978" y="979932"/>
                  <a:pt x="208788" y="976979"/>
                  <a:pt x="209264" y="973550"/>
                </a:cubicBezTo>
                <a:cubicBezTo>
                  <a:pt x="209645" y="970598"/>
                  <a:pt x="208883" y="967835"/>
                  <a:pt x="207455" y="965359"/>
                </a:cubicBezTo>
                <a:lnTo>
                  <a:pt x="232124" y="944690"/>
                </a:lnTo>
                <a:lnTo>
                  <a:pt x="311182" y="944690"/>
                </a:lnTo>
                <a:cubicBezTo>
                  <a:pt x="311182" y="944690"/>
                  <a:pt x="333470" y="962597"/>
                  <a:pt x="333470" y="962597"/>
                </a:cubicBezTo>
                <a:lnTo>
                  <a:pt x="429387" y="962597"/>
                </a:lnTo>
                <a:cubicBezTo>
                  <a:pt x="429387" y="962597"/>
                  <a:pt x="490919" y="903161"/>
                  <a:pt x="490919" y="903161"/>
                </a:cubicBezTo>
                <a:lnTo>
                  <a:pt x="510159" y="903161"/>
                </a:lnTo>
                <a:cubicBezTo>
                  <a:pt x="510159" y="903161"/>
                  <a:pt x="510159" y="907066"/>
                  <a:pt x="510159" y="907066"/>
                </a:cubicBezTo>
                <a:cubicBezTo>
                  <a:pt x="510159" y="910781"/>
                  <a:pt x="513207" y="913924"/>
                  <a:pt x="517017" y="913924"/>
                </a:cubicBezTo>
                <a:lnTo>
                  <a:pt x="529685" y="913924"/>
                </a:lnTo>
                <a:cubicBezTo>
                  <a:pt x="533400" y="913924"/>
                  <a:pt x="536543" y="910876"/>
                  <a:pt x="536543" y="907066"/>
                </a:cubicBezTo>
                <a:lnTo>
                  <a:pt x="536543" y="894398"/>
                </a:lnTo>
                <a:cubicBezTo>
                  <a:pt x="536543" y="890683"/>
                  <a:pt x="533495" y="887540"/>
                  <a:pt x="529685" y="887540"/>
                </a:cubicBezTo>
                <a:lnTo>
                  <a:pt x="517017" y="887540"/>
                </a:lnTo>
                <a:cubicBezTo>
                  <a:pt x="513302" y="887540"/>
                  <a:pt x="510159" y="890588"/>
                  <a:pt x="510159" y="894398"/>
                </a:cubicBezTo>
                <a:lnTo>
                  <a:pt x="510159" y="898398"/>
                </a:lnTo>
                <a:lnTo>
                  <a:pt x="489014" y="898398"/>
                </a:lnTo>
                <a:cubicBezTo>
                  <a:pt x="489014" y="898398"/>
                  <a:pt x="427482" y="957834"/>
                  <a:pt x="427482" y="957834"/>
                </a:cubicBezTo>
                <a:lnTo>
                  <a:pt x="335185" y="957834"/>
                </a:lnTo>
                <a:cubicBezTo>
                  <a:pt x="335185" y="957834"/>
                  <a:pt x="312896" y="940022"/>
                  <a:pt x="312896" y="940022"/>
                </a:cubicBezTo>
                <a:lnTo>
                  <a:pt x="230410" y="940022"/>
                </a:lnTo>
                <a:cubicBezTo>
                  <a:pt x="230410" y="940022"/>
                  <a:pt x="204311" y="961835"/>
                  <a:pt x="204311" y="961835"/>
                </a:cubicBezTo>
                <a:cubicBezTo>
                  <a:pt x="202597" y="960596"/>
                  <a:pt x="200787" y="959549"/>
                  <a:pt x="198596" y="959263"/>
                </a:cubicBezTo>
                <a:cubicBezTo>
                  <a:pt x="195263" y="958787"/>
                  <a:pt x="191929" y="959644"/>
                  <a:pt x="189167" y="961644"/>
                </a:cubicBezTo>
                <a:cubicBezTo>
                  <a:pt x="186595" y="963549"/>
                  <a:pt x="185071" y="966311"/>
                  <a:pt x="184404" y="969359"/>
                </a:cubicBezTo>
                <a:lnTo>
                  <a:pt x="171641" y="969359"/>
                </a:lnTo>
                <a:lnTo>
                  <a:pt x="148400" y="943261"/>
                </a:lnTo>
                <a:lnTo>
                  <a:pt x="95" y="943261"/>
                </a:lnTo>
                <a:lnTo>
                  <a:pt x="95" y="948023"/>
                </a:lnTo>
                <a:close/>
                <a:moveTo>
                  <a:pt x="514922" y="894398"/>
                </a:moveTo>
                <a:cubicBezTo>
                  <a:pt x="514922" y="893254"/>
                  <a:pt x="515874" y="892302"/>
                  <a:pt x="517017" y="892302"/>
                </a:cubicBezTo>
                <a:lnTo>
                  <a:pt x="529685" y="892302"/>
                </a:lnTo>
                <a:cubicBezTo>
                  <a:pt x="530828" y="892302"/>
                  <a:pt x="531781" y="893254"/>
                  <a:pt x="531781" y="894398"/>
                </a:cubicBezTo>
                <a:lnTo>
                  <a:pt x="531781" y="907066"/>
                </a:lnTo>
                <a:cubicBezTo>
                  <a:pt x="531781" y="908209"/>
                  <a:pt x="530828" y="909161"/>
                  <a:pt x="529685" y="909161"/>
                </a:cubicBezTo>
                <a:lnTo>
                  <a:pt x="517017" y="909161"/>
                </a:lnTo>
                <a:cubicBezTo>
                  <a:pt x="515874" y="909161"/>
                  <a:pt x="514922" y="908209"/>
                  <a:pt x="514922" y="907066"/>
                </a:cubicBezTo>
                <a:lnTo>
                  <a:pt x="514922" y="894398"/>
                </a:lnTo>
                <a:close/>
                <a:moveTo>
                  <a:pt x="192119" y="965454"/>
                </a:moveTo>
                <a:cubicBezTo>
                  <a:pt x="193548" y="964406"/>
                  <a:pt x="195167" y="963835"/>
                  <a:pt x="196882" y="963835"/>
                </a:cubicBezTo>
                <a:cubicBezTo>
                  <a:pt x="197263" y="963835"/>
                  <a:pt x="197644" y="963835"/>
                  <a:pt x="198025" y="963835"/>
                </a:cubicBezTo>
                <a:cubicBezTo>
                  <a:pt x="200120" y="964121"/>
                  <a:pt x="201930" y="965264"/>
                  <a:pt x="203264" y="966883"/>
                </a:cubicBezTo>
                <a:cubicBezTo>
                  <a:pt x="204502" y="968597"/>
                  <a:pt x="205073" y="970693"/>
                  <a:pt x="204788" y="972693"/>
                </a:cubicBezTo>
                <a:cubicBezTo>
                  <a:pt x="204502" y="974789"/>
                  <a:pt x="203359" y="976598"/>
                  <a:pt x="201740" y="977932"/>
                </a:cubicBezTo>
                <a:cubicBezTo>
                  <a:pt x="200025" y="979170"/>
                  <a:pt x="197930" y="979742"/>
                  <a:pt x="195929" y="979456"/>
                </a:cubicBezTo>
                <a:cubicBezTo>
                  <a:pt x="193834" y="979170"/>
                  <a:pt x="192024" y="978027"/>
                  <a:pt x="190691" y="976408"/>
                </a:cubicBezTo>
                <a:cubicBezTo>
                  <a:pt x="189452" y="974693"/>
                  <a:pt x="188881" y="972598"/>
                  <a:pt x="189167" y="970598"/>
                </a:cubicBezTo>
                <a:cubicBezTo>
                  <a:pt x="189452" y="968502"/>
                  <a:pt x="190595" y="966692"/>
                  <a:pt x="192215" y="965359"/>
                </a:cubicBezTo>
                <a:close/>
                <a:moveTo>
                  <a:pt x="175641" y="3267742"/>
                </a:moveTo>
                <a:lnTo>
                  <a:pt x="175165" y="3430905"/>
                </a:lnTo>
                <a:lnTo>
                  <a:pt x="192310" y="3449384"/>
                </a:lnTo>
                <a:lnTo>
                  <a:pt x="331280" y="3449384"/>
                </a:lnTo>
                <a:lnTo>
                  <a:pt x="331280" y="3454146"/>
                </a:lnTo>
                <a:lnTo>
                  <a:pt x="190214" y="3454146"/>
                </a:lnTo>
                <a:lnTo>
                  <a:pt x="170402" y="3432715"/>
                </a:lnTo>
                <a:lnTo>
                  <a:pt x="170402" y="3431762"/>
                </a:lnTo>
                <a:cubicBezTo>
                  <a:pt x="170402" y="3431762"/>
                  <a:pt x="170879" y="3268599"/>
                  <a:pt x="170879" y="3268599"/>
                </a:cubicBezTo>
                <a:lnTo>
                  <a:pt x="147733" y="3243834"/>
                </a:lnTo>
                <a:lnTo>
                  <a:pt x="95" y="3243834"/>
                </a:lnTo>
                <a:lnTo>
                  <a:pt x="95" y="3239072"/>
                </a:lnTo>
                <a:lnTo>
                  <a:pt x="149828" y="3239072"/>
                </a:lnTo>
                <a:lnTo>
                  <a:pt x="175641" y="3266694"/>
                </a:lnTo>
                <a:lnTo>
                  <a:pt x="175641" y="3267647"/>
                </a:lnTo>
                <a:close/>
                <a:moveTo>
                  <a:pt x="1687830" y="3421190"/>
                </a:moveTo>
                <a:lnTo>
                  <a:pt x="1677829" y="3421190"/>
                </a:lnTo>
                <a:lnTo>
                  <a:pt x="1677829" y="3416427"/>
                </a:lnTo>
                <a:lnTo>
                  <a:pt x="1687830" y="3416427"/>
                </a:lnTo>
                <a:lnTo>
                  <a:pt x="1687830" y="3421190"/>
                </a:lnTo>
                <a:close/>
                <a:moveTo>
                  <a:pt x="364236" y="3332321"/>
                </a:moveTo>
                <a:lnTo>
                  <a:pt x="334613" y="3332321"/>
                </a:lnTo>
                <a:cubicBezTo>
                  <a:pt x="332899" y="3332321"/>
                  <a:pt x="331470" y="3333750"/>
                  <a:pt x="331470" y="3335465"/>
                </a:cubicBezTo>
                <a:lnTo>
                  <a:pt x="331470" y="3347847"/>
                </a:lnTo>
                <a:lnTo>
                  <a:pt x="284036" y="3347180"/>
                </a:lnTo>
                <a:lnTo>
                  <a:pt x="265938" y="3326130"/>
                </a:lnTo>
                <a:lnTo>
                  <a:pt x="265652" y="3230023"/>
                </a:lnTo>
                <a:lnTo>
                  <a:pt x="172403" y="3134963"/>
                </a:lnTo>
                <a:lnTo>
                  <a:pt x="95" y="3134963"/>
                </a:lnTo>
                <a:lnTo>
                  <a:pt x="95" y="3139726"/>
                </a:lnTo>
                <a:lnTo>
                  <a:pt x="170498" y="3139726"/>
                </a:lnTo>
                <a:lnTo>
                  <a:pt x="260985" y="3231928"/>
                </a:lnTo>
                <a:lnTo>
                  <a:pt x="261271" y="3327940"/>
                </a:lnTo>
                <a:lnTo>
                  <a:pt x="281845" y="3351943"/>
                </a:lnTo>
                <a:lnTo>
                  <a:pt x="331565" y="3352705"/>
                </a:lnTo>
                <a:lnTo>
                  <a:pt x="331565" y="3365087"/>
                </a:lnTo>
                <a:cubicBezTo>
                  <a:pt x="331565" y="3366802"/>
                  <a:pt x="332994" y="3368230"/>
                  <a:pt x="334709" y="3368230"/>
                </a:cubicBezTo>
                <a:lnTo>
                  <a:pt x="364331" y="3368230"/>
                </a:lnTo>
                <a:cubicBezTo>
                  <a:pt x="366046" y="3368230"/>
                  <a:pt x="367475" y="3366802"/>
                  <a:pt x="367475" y="3365087"/>
                </a:cubicBezTo>
                <a:lnTo>
                  <a:pt x="367475" y="3352705"/>
                </a:lnTo>
                <a:lnTo>
                  <a:pt x="464915" y="3352705"/>
                </a:lnTo>
                <a:cubicBezTo>
                  <a:pt x="465963" y="3356610"/>
                  <a:pt x="469392" y="3359563"/>
                  <a:pt x="473678" y="3359563"/>
                </a:cubicBezTo>
                <a:cubicBezTo>
                  <a:pt x="478727" y="3359563"/>
                  <a:pt x="482918" y="3355467"/>
                  <a:pt x="482918" y="3350324"/>
                </a:cubicBezTo>
                <a:cubicBezTo>
                  <a:pt x="482918" y="3345180"/>
                  <a:pt x="478822" y="3341084"/>
                  <a:pt x="473678" y="3341084"/>
                </a:cubicBezTo>
                <a:cubicBezTo>
                  <a:pt x="469392" y="3341084"/>
                  <a:pt x="465963" y="3344037"/>
                  <a:pt x="464915" y="3347942"/>
                </a:cubicBezTo>
                <a:lnTo>
                  <a:pt x="367475" y="3347942"/>
                </a:lnTo>
                <a:lnTo>
                  <a:pt x="367475" y="3335560"/>
                </a:lnTo>
                <a:cubicBezTo>
                  <a:pt x="367475" y="3333845"/>
                  <a:pt x="366046" y="3332417"/>
                  <a:pt x="364331" y="3332417"/>
                </a:cubicBezTo>
                <a:close/>
                <a:moveTo>
                  <a:pt x="364998" y="3365087"/>
                </a:moveTo>
                <a:cubicBezTo>
                  <a:pt x="364998" y="3365087"/>
                  <a:pt x="364617" y="3365849"/>
                  <a:pt x="364236" y="3365849"/>
                </a:cubicBezTo>
                <a:lnTo>
                  <a:pt x="334613" y="3365849"/>
                </a:lnTo>
                <a:cubicBezTo>
                  <a:pt x="334613" y="3365849"/>
                  <a:pt x="333851" y="3365468"/>
                  <a:pt x="333851" y="3365087"/>
                </a:cubicBezTo>
                <a:lnTo>
                  <a:pt x="333851" y="3335465"/>
                </a:lnTo>
                <a:cubicBezTo>
                  <a:pt x="333851" y="3335465"/>
                  <a:pt x="334232" y="3334703"/>
                  <a:pt x="334613" y="3334703"/>
                </a:cubicBezTo>
                <a:lnTo>
                  <a:pt x="364236" y="3334703"/>
                </a:lnTo>
                <a:cubicBezTo>
                  <a:pt x="364236" y="3334703"/>
                  <a:pt x="364998" y="3335084"/>
                  <a:pt x="364998" y="3335465"/>
                </a:cubicBezTo>
                <a:lnTo>
                  <a:pt x="364998" y="3365087"/>
                </a:lnTo>
                <a:close/>
                <a:moveTo>
                  <a:pt x="1647635" y="3421190"/>
                </a:moveTo>
                <a:lnTo>
                  <a:pt x="1637633" y="3421190"/>
                </a:lnTo>
                <a:lnTo>
                  <a:pt x="1637633" y="3416427"/>
                </a:lnTo>
                <a:lnTo>
                  <a:pt x="1647635" y="3416427"/>
                </a:lnTo>
                <a:lnTo>
                  <a:pt x="1647635" y="3421190"/>
                </a:lnTo>
                <a:close/>
                <a:moveTo>
                  <a:pt x="125730" y="3377565"/>
                </a:moveTo>
                <a:cubicBezTo>
                  <a:pt x="122682" y="3379470"/>
                  <a:pt x="120491" y="3382423"/>
                  <a:pt x="119729" y="3385947"/>
                </a:cubicBezTo>
                <a:cubicBezTo>
                  <a:pt x="118872" y="3389471"/>
                  <a:pt x="119539" y="3393091"/>
                  <a:pt x="121444" y="3396139"/>
                </a:cubicBezTo>
                <a:cubicBezTo>
                  <a:pt x="124016" y="3400235"/>
                  <a:pt x="128397" y="3402521"/>
                  <a:pt x="132874" y="3402521"/>
                </a:cubicBezTo>
                <a:cubicBezTo>
                  <a:pt x="135255" y="3402521"/>
                  <a:pt x="137732" y="3401854"/>
                  <a:pt x="139922" y="3400520"/>
                </a:cubicBezTo>
                <a:cubicBezTo>
                  <a:pt x="146209" y="3396615"/>
                  <a:pt x="148209" y="3388233"/>
                  <a:pt x="144304" y="3381947"/>
                </a:cubicBezTo>
                <a:cubicBezTo>
                  <a:pt x="142208" y="3378613"/>
                  <a:pt x="138875" y="3376517"/>
                  <a:pt x="135255" y="3375851"/>
                </a:cubicBezTo>
                <a:lnTo>
                  <a:pt x="135255" y="3313367"/>
                </a:lnTo>
                <a:lnTo>
                  <a:pt x="103918" y="3282029"/>
                </a:lnTo>
                <a:lnTo>
                  <a:pt x="10763" y="3282029"/>
                </a:lnTo>
                <a:cubicBezTo>
                  <a:pt x="10478" y="3280886"/>
                  <a:pt x="10192" y="3279648"/>
                  <a:pt x="9430" y="3278600"/>
                </a:cubicBezTo>
                <a:cubicBezTo>
                  <a:pt x="7334" y="3275267"/>
                  <a:pt x="3715" y="3273552"/>
                  <a:pt x="0" y="3273552"/>
                </a:cubicBezTo>
                <a:lnTo>
                  <a:pt x="0" y="3295364"/>
                </a:lnTo>
                <a:cubicBezTo>
                  <a:pt x="2000" y="3295364"/>
                  <a:pt x="4001" y="3294984"/>
                  <a:pt x="5810" y="3293936"/>
                </a:cubicBezTo>
                <a:cubicBezTo>
                  <a:pt x="8477" y="3292317"/>
                  <a:pt x="10097" y="3289745"/>
                  <a:pt x="10763" y="3286887"/>
                </a:cubicBezTo>
                <a:lnTo>
                  <a:pt x="101727" y="3286887"/>
                </a:lnTo>
                <a:lnTo>
                  <a:pt x="130302" y="3315462"/>
                </a:lnTo>
                <a:lnTo>
                  <a:pt x="130302" y="3375946"/>
                </a:lnTo>
                <a:cubicBezTo>
                  <a:pt x="128683" y="3376232"/>
                  <a:pt x="127064" y="3376803"/>
                  <a:pt x="125540" y="3377755"/>
                </a:cubicBezTo>
                <a:close/>
                <a:moveTo>
                  <a:pt x="132779" y="3380327"/>
                </a:moveTo>
                <a:cubicBezTo>
                  <a:pt x="135731" y="3380327"/>
                  <a:pt x="138589" y="3381756"/>
                  <a:pt x="140208" y="3384423"/>
                </a:cubicBezTo>
                <a:cubicBezTo>
                  <a:pt x="142780" y="3388519"/>
                  <a:pt x="141446" y="3393853"/>
                  <a:pt x="137446" y="3396425"/>
                </a:cubicBezTo>
                <a:cubicBezTo>
                  <a:pt x="133350" y="3398996"/>
                  <a:pt x="128016" y="3397663"/>
                  <a:pt x="125444" y="3393662"/>
                </a:cubicBezTo>
                <a:cubicBezTo>
                  <a:pt x="124206" y="3391662"/>
                  <a:pt x="123825" y="3389376"/>
                  <a:pt x="124397" y="3387090"/>
                </a:cubicBezTo>
                <a:cubicBezTo>
                  <a:pt x="124968" y="3384804"/>
                  <a:pt x="126302" y="3382899"/>
                  <a:pt x="128302" y="3381661"/>
                </a:cubicBezTo>
                <a:cubicBezTo>
                  <a:pt x="129731" y="3380804"/>
                  <a:pt x="131350" y="3380327"/>
                  <a:pt x="132874" y="3380327"/>
                </a:cubicBezTo>
                <a:close/>
                <a:moveTo>
                  <a:pt x="1667732" y="3421190"/>
                </a:moveTo>
                <a:lnTo>
                  <a:pt x="1657731" y="3421190"/>
                </a:lnTo>
                <a:lnTo>
                  <a:pt x="1657731" y="3416427"/>
                </a:lnTo>
                <a:lnTo>
                  <a:pt x="1667732" y="3416427"/>
                </a:lnTo>
                <a:lnTo>
                  <a:pt x="1667732" y="3421190"/>
                </a:lnTo>
                <a:close/>
                <a:moveTo>
                  <a:pt x="1028891" y="2171986"/>
                </a:moveTo>
                <a:cubicBezTo>
                  <a:pt x="1033177" y="2171986"/>
                  <a:pt x="1036701" y="2168462"/>
                  <a:pt x="1036701" y="2164271"/>
                </a:cubicBezTo>
                <a:cubicBezTo>
                  <a:pt x="1036701" y="2160080"/>
                  <a:pt x="1033177" y="2156555"/>
                  <a:pt x="1028891" y="2156555"/>
                </a:cubicBezTo>
                <a:cubicBezTo>
                  <a:pt x="1024604" y="2156555"/>
                  <a:pt x="1021175" y="2160080"/>
                  <a:pt x="1021175" y="2164271"/>
                </a:cubicBezTo>
                <a:cubicBezTo>
                  <a:pt x="1021175" y="2168462"/>
                  <a:pt x="1024700" y="2171986"/>
                  <a:pt x="1028891" y="2171986"/>
                </a:cubicBezTo>
                <a:close/>
                <a:moveTo>
                  <a:pt x="1028891" y="2158841"/>
                </a:moveTo>
                <a:cubicBezTo>
                  <a:pt x="1031843" y="2158841"/>
                  <a:pt x="1034320" y="2161223"/>
                  <a:pt x="1034320" y="2164175"/>
                </a:cubicBezTo>
                <a:cubicBezTo>
                  <a:pt x="1034320" y="2167128"/>
                  <a:pt x="1031939" y="2169509"/>
                  <a:pt x="1028891" y="2169509"/>
                </a:cubicBezTo>
                <a:cubicBezTo>
                  <a:pt x="1025843" y="2169509"/>
                  <a:pt x="1023557" y="2167128"/>
                  <a:pt x="1023557" y="2164175"/>
                </a:cubicBezTo>
                <a:cubicBezTo>
                  <a:pt x="1023557" y="2161223"/>
                  <a:pt x="1025938" y="2158841"/>
                  <a:pt x="1028891" y="2158841"/>
                </a:cubicBezTo>
                <a:close/>
                <a:moveTo>
                  <a:pt x="1028891" y="2209514"/>
                </a:moveTo>
                <a:cubicBezTo>
                  <a:pt x="1035272" y="2209514"/>
                  <a:pt x="1040511" y="2204276"/>
                  <a:pt x="1040511" y="2197894"/>
                </a:cubicBezTo>
                <a:cubicBezTo>
                  <a:pt x="1040511" y="2191512"/>
                  <a:pt x="1035272" y="2186273"/>
                  <a:pt x="1028891" y="2186273"/>
                </a:cubicBezTo>
                <a:cubicBezTo>
                  <a:pt x="1022509" y="2186273"/>
                  <a:pt x="1017270" y="2191512"/>
                  <a:pt x="1017270" y="2197894"/>
                </a:cubicBezTo>
                <a:cubicBezTo>
                  <a:pt x="1017270" y="2204276"/>
                  <a:pt x="1022509" y="2209514"/>
                  <a:pt x="1028891" y="2209514"/>
                </a:cubicBezTo>
                <a:close/>
                <a:moveTo>
                  <a:pt x="1028891" y="2188655"/>
                </a:moveTo>
                <a:cubicBezTo>
                  <a:pt x="1034034" y="2188655"/>
                  <a:pt x="1038130" y="2192846"/>
                  <a:pt x="1038130" y="2197894"/>
                </a:cubicBezTo>
                <a:cubicBezTo>
                  <a:pt x="1038130" y="2202942"/>
                  <a:pt x="1033939" y="2207133"/>
                  <a:pt x="1028891" y="2207133"/>
                </a:cubicBezTo>
                <a:cubicBezTo>
                  <a:pt x="1023842" y="2207133"/>
                  <a:pt x="1019651" y="2202942"/>
                  <a:pt x="1019651" y="2197894"/>
                </a:cubicBezTo>
                <a:cubicBezTo>
                  <a:pt x="1019651" y="2192846"/>
                  <a:pt x="1023842" y="2188655"/>
                  <a:pt x="1028891" y="2188655"/>
                </a:cubicBezTo>
                <a:close/>
                <a:moveTo>
                  <a:pt x="1428178" y="3515773"/>
                </a:moveTo>
                <a:lnTo>
                  <a:pt x="1423416" y="3515773"/>
                </a:lnTo>
                <a:lnTo>
                  <a:pt x="1423416" y="3501104"/>
                </a:lnTo>
                <a:lnTo>
                  <a:pt x="1428178" y="3501104"/>
                </a:lnTo>
                <a:lnTo>
                  <a:pt x="1428178" y="3515773"/>
                </a:lnTo>
                <a:close/>
                <a:moveTo>
                  <a:pt x="1028891" y="2205704"/>
                </a:moveTo>
                <a:cubicBezTo>
                  <a:pt x="1033177" y="2205704"/>
                  <a:pt x="1036701" y="2202180"/>
                  <a:pt x="1036701" y="2197989"/>
                </a:cubicBezTo>
                <a:cubicBezTo>
                  <a:pt x="1036701" y="2193798"/>
                  <a:pt x="1033177" y="2190274"/>
                  <a:pt x="1028891" y="2190274"/>
                </a:cubicBezTo>
                <a:cubicBezTo>
                  <a:pt x="1024604" y="2190274"/>
                  <a:pt x="1021175" y="2193798"/>
                  <a:pt x="1021175" y="2197989"/>
                </a:cubicBezTo>
                <a:cubicBezTo>
                  <a:pt x="1021175" y="2202180"/>
                  <a:pt x="1024700" y="2205704"/>
                  <a:pt x="1028891" y="2205704"/>
                </a:cubicBezTo>
                <a:close/>
                <a:moveTo>
                  <a:pt x="1028891" y="2192560"/>
                </a:moveTo>
                <a:cubicBezTo>
                  <a:pt x="1031843" y="2192560"/>
                  <a:pt x="1034320" y="2194941"/>
                  <a:pt x="1034320" y="2197894"/>
                </a:cubicBezTo>
                <a:cubicBezTo>
                  <a:pt x="1034320" y="2200847"/>
                  <a:pt x="1031939" y="2203228"/>
                  <a:pt x="1028891" y="2203228"/>
                </a:cubicBezTo>
                <a:cubicBezTo>
                  <a:pt x="1025843" y="2203228"/>
                  <a:pt x="1023557" y="2200847"/>
                  <a:pt x="1023557" y="2197894"/>
                </a:cubicBezTo>
                <a:cubicBezTo>
                  <a:pt x="1023557" y="2194941"/>
                  <a:pt x="1025938" y="2192560"/>
                  <a:pt x="1028891" y="2192560"/>
                </a:cubicBezTo>
                <a:close/>
                <a:moveTo>
                  <a:pt x="1423416" y="3530346"/>
                </a:moveTo>
                <a:lnTo>
                  <a:pt x="1428178" y="3530346"/>
                </a:lnTo>
                <a:lnTo>
                  <a:pt x="1428178" y="3545015"/>
                </a:lnTo>
                <a:lnTo>
                  <a:pt x="1423416" y="3545015"/>
                </a:lnTo>
                <a:lnTo>
                  <a:pt x="1423416" y="3530346"/>
                </a:lnTo>
                <a:close/>
                <a:moveTo>
                  <a:pt x="1275588" y="3228404"/>
                </a:moveTo>
                <a:cubicBezTo>
                  <a:pt x="1275969" y="3230023"/>
                  <a:pt x="1276541" y="3231547"/>
                  <a:pt x="1277588" y="3232880"/>
                </a:cubicBezTo>
                <a:cubicBezTo>
                  <a:pt x="1279398" y="3235262"/>
                  <a:pt x="1282160" y="3236786"/>
                  <a:pt x="1285113" y="3237167"/>
                </a:cubicBezTo>
                <a:cubicBezTo>
                  <a:pt x="1285589" y="3237167"/>
                  <a:pt x="1286066" y="3237167"/>
                  <a:pt x="1286542" y="3237167"/>
                </a:cubicBezTo>
                <a:cubicBezTo>
                  <a:pt x="1289018" y="3237167"/>
                  <a:pt x="1291400" y="3236309"/>
                  <a:pt x="1293400" y="3234785"/>
                </a:cubicBezTo>
                <a:cubicBezTo>
                  <a:pt x="1295781" y="3232976"/>
                  <a:pt x="1297305" y="3230213"/>
                  <a:pt x="1297686" y="3227261"/>
                </a:cubicBezTo>
                <a:cubicBezTo>
                  <a:pt x="1298067" y="3224213"/>
                  <a:pt x="1297305" y="3221260"/>
                  <a:pt x="1295400" y="3218879"/>
                </a:cubicBezTo>
                <a:cubicBezTo>
                  <a:pt x="1291590" y="3213926"/>
                  <a:pt x="1284446" y="3213068"/>
                  <a:pt x="1279493" y="3216878"/>
                </a:cubicBezTo>
                <a:cubicBezTo>
                  <a:pt x="1277303" y="3218593"/>
                  <a:pt x="1275969" y="3220974"/>
                  <a:pt x="1275493" y="3223546"/>
                </a:cubicBezTo>
                <a:lnTo>
                  <a:pt x="1201769" y="3223546"/>
                </a:lnTo>
                <a:lnTo>
                  <a:pt x="1185958" y="3207639"/>
                </a:lnTo>
                <a:lnTo>
                  <a:pt x="1185958" y="3145917"/>
                </a:lnTo>
                <a:lnTo>
                  <a:pt x="1199293" y="3131249"/>
                </a:lnTo>
                <a:lnTo>
                  <a:pt x="1241012" y="3131249"/>
                </a:lnTo>
                <a:cubicBezTo>
                  <a:pt x="1242441" y="3135154"/>
                  <a:pt x="1246346" y="3137726"/>
                  <a:pt x="1250728" y="3136963"/>
                </a:cubicBezTo>
                <a:cubicBezTo>
                  <a:pt x="1255586" y="3136202"/>
                  <a:pt x="1258919" y="3131534"/>
                  <a:pt x="1258157" y="3126677"/>
                </a:cubicBezTo>
                <a:cubicBezTo>
                  <a:pt x="1257395" y="3121819"/>
                  <a:pt x="1252728" y="3118485"/>
                  <a:pt x="1247870" y="3119247"/>
                </a:cubicBezTo>
                <a:cubicBezTo>
                  <a:pt x="1244060" y="3119819"/>
                  <a:pt x="1241298" y="3122771"/>
                  <a:pt x="1240631" y="3126296"/>
                </a:cubicBezTo>
                <a:lnTo>
                  <a:pt x="1197293" y="3126296"/>
                </a:lnTo>
                <a:cubicBezTo>
                  <a:pt x="1197293" y="3126296"/>
                  <a:pt x="1181386" y="3143917"/>
                  <a:pt x="1181386" y="3143917"/>
                </a:cubicBezTo>
                <a:lnTo>
                  <a:pt x="1181386" y="3209449"/>
                </a:lnTo>
                <a:lnTo>
                  <a:pt x="1200055" y="3228118"/>
                </a:lnTo>
                <a:lnTo>
                  <a:pt x="1275683" y="3228118"/>
                </a:lnTo>
                <a:close/>
                <a:moveTo>
                  <a:pt x="1282541" y="3220784"/>
                </a:moveTo>
                <a:cubicBezTo>
                  <a:pt x="1283780" y="3219831"/>
                  <a:pt x="1285113" y="3219450"/>
                  <a:pt x="1286542" y="3219450"/>
                </a:cubicBezTo>
                <a:cubicBezTo>
                  <a:pt x="1288542" y="3219450"/>
                  <a:pt x="1290447" y="3220307"/>
                  <a:pt x="1291781" y="3222022"/>
                </a:cubicBezTo>
                <a:cubicBezTo>
                  <a:pt x="1292828" y="3223451"/>
                  <a:pt x="1293305" y="3225165"/>
                  <a:pt x="1293114" y="3226880"/>
                </a:cubicBezTo>
                <a:cubicBezTo>
                  <a:pt x="1292924" y="3228594"/>
                  <a:pt x="1291971" y="3230213"/>
                  <a:pt x="1290638" y="3231261"/>
                </a:cubicBezTo>
                <a:cubicBezTo>
                  <a:pt x="1289304" y="3232309"/>
                  <a:pt x="1287590" y="3232785"/>
                  <a:pt x="1285780" y="3232595"/>
                </a:cubicBezTo>
                <a:cubicBezTo>
                  <a:pt x="1284065" y="3232404"/>
                  <a:pt x="1282446" y="3231452"/>
                  <a:pt x="1281398" y="3230118"/>
                </a:cubicBezTo>
                <a:cubicBezTo>
                  <a:pt x="1279207" y="3227261"/>
                  <a:pt x="1279684" y="3223070"/>
                  <a:pt x="1282541" y="3220879"/>
                </a:cubicBezTo>
                <a:close/>
                <a:moveTo>
                  <a:pt x="232315" y="2628614"/>
                </a:moveTo>
                <a:lnTo>
                  <a:pt x="232315" y="2612993"/>
                </a:lnTo>
                <a:cubicBezTo>
                  <a:pt x="232315" y="2609755"/>
                  <a:pt x="229648" y="2607088"/>
                  <a:pt x="226409" y="2607088"/>
                </a:cubicBezTo>
                <a:lnTo>
                  <a:pt x="210788" y="2607088"/>
                </a:lnTo>
                <a:cubicBezTo>
                  <a:pt x="210026" y="2607088"/>
                  <a:pt x="209360" y="2607278"/>
                  <a:pt x="208693" y="2607469"/>
                </a:cubicBezTo>
                <a:lnTo>
                  <a:pt x="200406" y="2598706"/>
                </a:lnTo>
                <a:lnTo>
                  <a:pt x="95" y="2598706"/>
                </a:lnTo>
                <a:lnTo>
                  <a:pt x="95" y="2603468"/>
                </a:lnTo>
                <a:lnTo>
                  <a:pt x="198311" y="2603468"/>
                </a:lnTo>
                <a:lnTo>
                  <a:pt x="205264" y="2610803"/>
                </a:lnTo>
                <a:cubicBezTo>
                  <a:pt x="204978" y="2611469"/>
                  <a:pt x="204788" y="2612231"/>
                  <a:pt x="204788" y="2612993"/>
                </a:cubicBezTo>
                <a:lnTo>
                  <a:pt x="204788" y="2628614"/>
                </a:lnTo>
                <a:cubicBezTo>
                  <a:pt x="204788" y="2631853"/>
                  <a:pt x="207455" y="2634520"/>
                  <a:pt x="210693" y="2634520"/>
                </a:cubicBezTo>
                <a:lnTo>
                  <a:pt x="216122" y="2634520"/>
                </a:lnTo>
                <a:lnTo>
                  <a:pt x="216122" y="2751963"/>
                </a:lnTo>
                <a:cubicBezTo>
                  <a:pt x="216122" y="2751963"/>
                  <a:pt x="246126" y="2782729"/>
                  <a:pt x="246126" y="2782729"/>
                </a:cubicBezTo>
                <a:lnTo>
                  <a:pt x="245459" y="2976848"/>
                </a:lnTo>
                <a:cubicBezTo>
                  <a:pt x="238792" y="2977896"/>
                  <a:pt x="234029" y="2984087"/>
                  <a:pt x="234887" y="2990945"/>
                </a:cubicBezTo>
                <a:cubicBezTo>
                  <a:pt x="235744" y="2997327"/>
                  <a:pt x="241173" y="3001994"/>
                  <a:pt x="247460" y="3001994"/>
                </a:cubicBezTo>
                <a:cubicBezTo>
                  <a:pt x="248031" y="3001994"/>
                  <a:pt x="248507" y="3001994"/>
                  <a:pt x="249079" y="3001899"/>
                </a:cubicBezTo>
                <a:cubicBezTo>
                  <a:pt x="252413" y="3001518"/>
                  <a:pt x="255365" y="2999804"/>
                  <a:pt x="257461" y="2997137"/>
                </a:cubicBezTo>
                <a:cubicBezTo>
                  <a:pt x="259556" y="2994470"/>
                  <a:pt x="260414" y="2991136"/>
                  <a:pt x="260033" y="2987802"/>
                </a:cubicBezTo>
                <a:cubicBezTo>
                  <a:pt x="259652" y="2984468"/>
                  <a:pt x="257937" y="2981516"/>
                  <a:pt x="255270" y="2979420"/>
                </a:cubicBezTo>
                <a:cubicBezTo>
                  <a:pt x="253746" y="2978277"/>
                  <a:pt x="252127" y="2977610"/>
                  <a:pt x="250317" y="2977229"/>
                </a:cubicBezTo>
                <a:lnTo>
                  <a:pt x="250984" y="2781014"/>
                </a:lnTo>
                <a:lnTo>
                  <a:pt x="220980" y="2750249"/>
                </a:lnTo>
                <a:lnTo>
                  <a:pt x="220980" y="2634710"/>
                </a:lnTo>
                <a:cubicBezTo>
                  <a:pt x="220980" y="2634710"/>
                  <a:pt x="226314" y="2634710"/>
                  <a:pt x="226314" y="2634710"/>
                </a:cubicBezTo>
                <a:cubicBezTo>
                  <a:pt x="229553" y="2634710"/>
                  <a:pt x="232220" y="2632043"/>
                  <a:pt x="232220" y="2628805"/>
                </a:cubicBezTo>
                <a:close/>
                <a:moveTo>
                  <a:pt x="247460" y="2981420"/>
                </a:moveTo>
                <a:cubicBezTo>
                  <a:pt x="249174" y="2981420"/>
                  <a:pt x="250889" y="2981992"/>
                  <a:pt x="252222" y="2983040"/>
                </a:cubicBezTo>
                <a:cubicBezTo>
                  <a:pt x="253841" y="2984278"/>
                  <a:pt x="254984" y="2986183"/>
                  <a:pt x="255175" y="2988278"/>
                </a:cubicBezTo>
                <a:lnTo>
                  <a:pt x="255175" y="2988278"/>
                </a:lnTo>
                <a:cubicBezTo>
                  <a:pt x="255461" y="2990374"/>
                  <a:pt x="254889" y="2992469"/>
                  <a:pt x="253556" y="2994088"/>
                </a:cubicBezTo>
                <a:cubicBezTo>
                  <a:pt x="252317" y="2995708"/>
                  <a:pt x="250412" y="2996851"/>
                  <a:pt x="248317" y="2997042"/>
                </a:cubicBezTo>
                <a:cubicBezTo>
                  <a:pt x="244031" y="2997613"/>
                  <a:pt x="240030" y="2994565"/>
                  <a:pt x="239458" y="2990184"/>
                </a:cubicBezTo>
                <a:cubicBezTo>
                  <a:pt x="238887" y="2985897"/>
                  <a:pt x="241935" y="2981897"/>
                  <a:pt x="246317" y="2981420"/>
                </a:cubicBezTo>
                <a:cubicBezTo>
                  <a:pt x="246698" y="2981420"/>
                  <a:pt x="246983" y="2981420"/>
                  <a:pt x="247364" y="2981420"/>
                </a:cubicBezTo>
                <a:close/>
                <a:moveTo>
                  <a:pt x="210788" y="2629757"/>
                </a:moveTo>
                <a:cubicBezTo>
                  <a:pt x="210122" y="2629757"/>
                  <a:pt x="209645" y="2629186"/>
                  <a:pt x="209645" y="2628614"/>
                </a:cubicBezTo>
                <a:lnTo>
                  <a:pt x="209645" y="2612993"/>
                </a:lnTo>
                <a:cubicBezTo>
                  <a:pt x="209645" y="2612327"/>
                  <a:pt x="210217" y="2611850"/>
                  <a:pt x="210788" y="2611850"/>
                </a:cubicBezTo>
                <a:lnTo>
                  <a:pt x="226409" y="2611850"/>
                </a:lnTo>
                <a:cubicBezTo>
                  <a:pt x="227076" y="2611850"/>
                  <a:pt x="227552" y="2612422"/>
                  <a:pt x="227552" y="2612993"/>
                </a:cubicBezTo>
                <a:lnTo>
                  <a:pt x="227552" y="2628614"/>
                </a:lnTo>
                <a:cubicBezTo>
                  <a:pt x="227552" y="2629281"/>
                  <a:pt x="226981" y="2629757"/>
                  <a:pt x="226409" y="2629757"/>
                </a:cubicBezTo>
                <a:lnTo>
                  <a:pt x="210788" y="2629757"/>
                </a:lnTo>
                <a:close/>
                <a:moveTo>
                  <a:pt x="999077" y="3028379"/>
                </a:moveTo>
                <a:cubicBezTo>
                  <a:pt x="992696" y="3023711"/>
                  <a:pt x="983742" y="3025045"/>
                  <a:pt x="979075" y="3031427"/>
                </a:cubicBezTo>
                <a:cubicBezTo>
                  <a:pt x="977741" y="3033236"/>
                  <a:pt x="976884" y="3035332"/>
                  <a:pt x="976598" y="3037523"/>
                </a:cubicBezTo>
                <a:lnTo>
                  <a:pt x="967359" y="3037523"/>
                </a:lnTo>
                <a:lnTo>
                  <a:pt x="967359" y="3042285"/>
                </a:lnTo>
                <a:lnTo>
                  <a:pt x="976598" y="3042285"/>
                </a:lnTo>
                <a:cubicBezTo>
                  <a:pt x="977265" y="3046000"/>
                  <a:pt x="979170" y="3049238"/>
                  <a:pt x="982218" y="3051429"/>
                </a:cubicBezTo>
                <a:cubicBezTo>
                  <a:pt x="988600" y="3056096"/>
                  <a:pt x="997553" y="3054763"/>
                  <a:pt x="1002221" y="3048381"/>
                </a:cubicBezTo>
                <a:cubicBezTo>
                  <a:pt x="1004126" y="3045809"/>
                  <a:pt x="1004983" y="3042857"/>
                  <a:pt x="1004983" y="3039904"/>
                </a:cubicBezTo>
                <a:cubicBezTo>
                  <a:pt x="1004983" y="3035522"/>
                  <a:pt x="1002983" y="3031141"/>
                  <a:pt x="999173" y="3028379"/>
                </a:cubicBezTo>
                <a:close/>
                <a:moveTo>
                  <a:pt x="1000030" y="3046857"/>
                </a:moveTo>
                <a:cubicBezTo>
                  <a:pt x="998220" y="3049334"/>
                  <a:pt x="995458" y="3051048"/>
                  <a:pt x="992410" y="3051524"/>
                </a:cubicBezTo>
                <a:cubicBezTo>
                  <a:pt x="989362" y="3052001"/>
                  <a:pt x="986219" y="3051238"/>
                  <a:pt x="983742" y="3049429"/>
                </a:cubicBezTo>
                <a:cubicBezTo>
                  <a:pt x="981266" y="3047619"/>
                  <a:pt x="979551" y="3044857"/>
                  <a:pt x="979075" y="3041809"/>
                </a:cubicBezTo>
                <a:cubicBezTo>
                  <a:pt x="979075" y="3041237"/>
                  <a:pt x="978979" y="3040571"/>
                  <a:pt x="978979" y="3039999"/>
                </a:cubicBezTo>
                <a:cubicBezTo>
                  <a:pt x="978979" y="3037523"/>
                  <a:pt x="979742" y="3035142"/>
                  <a:pt x="981266" y="3033141"/>
                </a:cubicBezTo>
                <a:cubicBezTo>
                  <a:pt x="985076" y="3027902"/>
                  <a:pt x="992410" y="3026855"/>
                  <a:pt x="997649" y="3030665"/>
                </a:cubicBezTo>
                <a:cubicBezTo>
                  <a:pt x="1002792" y="3034475"/>
                  <a:pt x="1003935" y="3041809"/>
                  <a:pt x="1000125" y="3047048"/>
                </a:cubicBezTo>
                <a:close/>
                <a:moveTo>
                  <a:pt x="806387" y="1936432"/>
                </a:moveTo>
                <a:lnTo>
                  <a:pt x="806387" y="2015109"/>
                </a:lnTo>
                <a:lnTo>
                  <a:pt x="817245" y="2030540"/>
                </a:lnTo>
                <a:cubicBezTo>
                  <a:pt x="817245" y="2030540"/>
                  <a:pt x="817340" y="2030635"/>
                  <a:pt x="817436" y="2030730"/>
                </a:cubicBezTo>
                <a:cubicBezTo>
                  <a:pt x="817912" y="2031206"/>
                  <a:pt x="818198" y="2031778"/>
                  <a:pt x="818198" y="2032445"/>
                </a:cubicBezTo>
                <a:lnTo>
                  <a:pt x="818007" y="2123123"/>
                </a:lnTo>
                <a:lnTo>
                  <a:pt x="899636" y="2203895"/>
                </a:lnTo>
                <a:lnTo>
                  <a:pt x="984123" y="2203895"/>
                </a:lnTo>
                <a:cubicBezTo>
                  <a:pt x="985171" y="2199799"/>
                  <a:pt x="988790" y="2196656"/>
                  <a:pt x="993267" y="2196656"/>
                </a:cubicBezTo>
                <a:cubicBezTo>
                  <a:pt x="998601" y="2196656"/>
                  <a:pt x="1002887" y="2200942"/>
                  <a:pt x="1002887" y="2206276"/>
                </a:cubicBezTo>
                <a:cubicBezTo>
                  <a:pt x="1002887" y="2211610"/>
                  <a:pt x="998601" y="2215896"/>
                  <a:pt x="993267" y="2215896"/>
                </a:cubicBezTo>
                <a:cubicBezTo>
                  <a:pt x="988790" y="2215896"/>
                  <a:pt x="985171" y="2212753"/>
                  <a:pt x="984123" y="2208657"/>
                </a:cubicBezTo>
                <a:lnTo>
                  <a:pt x="898684" y="2208657"/>
                </a:lnTo>
                <a:cubicBezTo>
                  <a:pt x="898017" y="2208657"/>
                  <a:pt x="897446" y="2208371"/>
                  <a:pt x="896969" y="2207990"/>
                </a:cubicBezTo>
                <a:lnTo>
                  <a:pt x="813911" y="2125885"/>
                </a:lnTo>
                <a:cubicBezTo>
                  <a:pt x="813911" y="2125885"/>
                  <a:pt x="813245" y="2124837"/>
                  <a:pt x="813245" y="2124170"/>
                </a:cubicBezTo>
                <a:lnTo>
                  <a:pt x="813435" y="2033492"/>
                </a:lnTo>
                <a:lnTo>
                  <a:pt x="802005" y="2017300"/>
                </a:lnTo>
                <a:cubicBezTo>
                  <a:pt x="802005" y="2017300"/>
                  <a:pt x="801529" y="2016443"/>
                  <a:pt x="801529" y="2015966"/>
                </a:cubicBezTo>
                <a:lnTo>
                  <a:pt x="801529" y="1937385"/>
                </a:lnTo>
                <a:lnTo>
                  <a:pt x="754190" y="1879664"/>
                </a:lnTo>
                <a:lnTo>
                  <a:pt x="643700" y="1879664"/>
                </a:lnTo>
                <a:cubicBezTo>
                  <a:pt x="643700" y="1879664"/>
                  <a:pt x="643700" y="1879854"/>
                  <a:pt x="643604" y="1879949"/>
                </a:cubicBezTo>
                <a:lnTo>
                  <a:pt x="633889" y="1888427"/>
                </a:lnTo>
                <a:cubicBezTo>
                  <a:pt x="632746" y="1889379"/>
                  <a:pt x="631031" y="1889284"/>
                  <a:pt x="630079" y="1888141"/>
                </a:cubicBezTo>
                <a:lnTo>
                  <a:pt x="621602" y="1878425"/>
                </a:lnTo>
                <a:cubicBezTo>
                  <a:pt x="620649" y="1877282"/>
                  <a:pt x="620744" y="1875568"/>
                  <a:pt x="621887" y="1874615"/>
                </a:cubicBezTo>
                <a:lnTo>
                  <a:pt x="631603" y="1866138"/>
                </a:lnTo>
                <a:cubicBezTo>
                  <a:pt x="632746" y="1865186"/>
                  <a:pt x="634460" y="1865281"/>
                  <a:pt x="635413" y="1866424"/>
                </a:cubicBezTo>
                <a:lnTo>
                  <a:pt x="643128" y="1875282"/>
                </a:lnTo>
                <a:lnTo>
                  <a:pt x="643128" y="1874901"/>
                </a:lnTo>
                <a:lnTo>
                  <a:pt x="755333" y="1874901"/>
                </a:lnTo>
                <a:cubicBezTo>
                  <a:pt x="755999" y="1874901"/>
                  <a:pt x="756761" y="1875187"/>
                  <a:pt x="757142" y="1875758"/>
                </a:cubicBezTo>
                <a:lnTo>
                  <a:pt x="805720" y="1935004"/>
                </a:lnTo>
                <a:cubicBezTo>
                  <a:pt x="805720" y="1935004"/>
                  <a:pt x="806291" y="1935956"/>
                  <a:pt x="806291" y="1936528"/>
                </a:cubicBezTo>
                <a:close/>
                <a:moveTo>
                  <a:pt x="822770" y="1189387"/>
                </a:moveTo>
                <a:cubicBezTo>
                  <a:pt x="822770" y="1189387"/>
                  <a:pt x="821817" y="1189577"/>
                  <a:pt x="821436" y="1189768"/>
                </a:cubicBezTo>
                <a:lnTo>
                  <a:pt x="683514" y="1283303"/>
                </a:lnTo>
                <a:lnTo>
                  <a:pt x="625316" y="1283303"/>
                </a:lnTo>
                <a:cubicBezTo>
                  <a:pt x="624459" y="1278541"/>
                  <a:pt x="620363" y="1274731"/>
                  <a:pt x="615125" y="1274731"/>
                </a:cubicBezTo>
                <a:cubicBezTo>
                  <a:pt x="609314" y="1274731"/>
                  <a:pt x="604552" y="1279493"/>
                  <a:pt x="604552" y="1285303"/>
                </a:cubicBezTo>
                <a:cubicBezTo>
                  <a:pt x="604552" y="1291114"/>
                  <a:pt x="609314" y="1295876"/>
                  <a:pt x="615125" y="1295876"/>
                </a:cubicBezTo>
                <a:cubicBezTo>
                  <a:pt x="619887" y="1295876"/>
                  <a:pt x="623792" y="1292638"/>
                  <a:pt x="625031" y="1288256"/>
                </a:cubicBezTo>
                <a:lnTo>
                  <a:pt x="684181" y="1288256"/>
                </a:lnTo>
                <a:cubicBezTo>
                  <a:pt x="684181" y="1288256"/>
                  <a:pt x="685133" y="1287971"/>
                  <a:pt x="685514" y="1287685"/>
                </a:cubicBezTo>
                <a:lnTo>
                  <a:pt x="823436" y="1194149"/>
                </a:lnTo>
                <a:lnTo>
                  <a:pt x="882301" y="1194149"/>
                </a:lnTo>
                <a:cubicBezTo>
                  <a:pt x="882872" y="1194149"/>
                  <a:pt x="883444" y="1193959"/>
                  <a:pt x="883825" y="1193578"/>
                </a:cubicBezTo>
                <a:lnTo>
                  <a:pt x="938308" y="1146810"/>
                </a:lnTo>
                <a:cubicBezTo>
                  <a:pt x="939165" y="1147191"/>
                  <a:pt x="940118" y="1147477"/>
                  <a:pt x="941165" y="1147477"/>
                </a:cubicBezTo>
                <a:lnTo>
                  <a:pt x="961930" y="1147477"/>
                </a:lnTo>
                <a:cubicBezTo>
                  <a:pt x="965740" y="1147477"/>
                  <a:pt x="968883" y="1144334"/>
                  <a:pt x="968883" y="1140524"/>
                </a:cubicBezTo>
                <a:lnTo>
                  <a:pt x="968883" y="1130522"/>
                </a:lnTo>
                <a:cubicBezTo>
                  <a:pt x="968883" y="1126712"/>
                  <a:pt x="965740" y="1123569"/>
                  <a:pt x="961930" y="1123569"/>
                </a:cubicBezTo>
                <a:lnTo>
                  <a:pt x="941165" y="1123569"/>
                </a:lnTo>
                <a:cubicBezTo>
                  <a:pt x="937355" y="1123569"/>
                  <a:pt x="934212" y="1126712"/>
                  <a:pt x="934212" y="1130522"/>
                </a:cubicBezTo>
                <a:lnTo>
                  <a:pt x="934212" y="1140524"/>
                </a:lnTo>
                <a:cubicBezTo>
                  <a:pt x="934212" y="1141571"/>
                  <a:pt x="934498" y="1142524"/>
                  <a:pt x="934879" y="1143381"/>
                </a:cubicBezTo>
                <a:lnTo>
                  <a:pt x="881348" y="1189292"/>
                </a:lnTo>
                <a:lnTo>
                  <a:pt x="822674" y="1189292"/>
                </a:lnTo>
                <a:close/>
                <a:moveTo>
                  <a:pt x="615029" y="1291114"/>
                </a:moveTo>
                <a:cubicBezTo>
                  <a:pt x="611886" y="1291114"/>
                  <a:pt x="609219" y="1288542"/>
                  <a:pt x="609219" y="1285303"/>
                </a:cubicBezTo>
                <a:cubicBezTo>
                  <a:pt x="609219" y="1282065"/>
                  <a:pt x="611791" y="1279493"/>
                  <a:pt x="615029" y="1279493"/>
                </a:cubicBezTo>
                <a:cubicBezTo>
                  <a:pt x="618268" y="1279493"/>
                  <a:pt x="620840" y="1282065"/>
                  <a:pt x="620840" y="1285303"/>
                </a:cubicBezTo>
                <a:cubicBezTo>
                  <a:pt x="620840" y="1288542"/>
                  <a:pt x="618268" y="1291114"/>
                  <a:pt x="615029" y="1291114"/>
                </a:cubicBezTo>
                <a:close/>
                <a:moveTo>
                  <a:pt x="939070" y="1130522"/>
                </a:moveTo>
                <a:cubicBezTo>
                  <a:pt x="939070" y="1129284"/>
                  <a:pt x="940022" y="1128332"/>
                  <a:pt x="941261" y="1128332"/>
                </a:cubicBezTo>
                <a:lnTo>
                  <a:pt x="962025" y="1128332"/>
                </a:lnTo>
                <a:cubicBezTo>
                  <a:pt x="963263" y="1128332"/>
                  <a:pt x="964216" y="1129284"/>
                  <a:pt x="964216" y="1130522"/>
                </a:cubicBezTo>
                <a:lnTo>
                  <a:pt x="964216" y="1140524"/>
                </a:lnTo>
                <a:cubicBezTo>
                  <a:pt x="964216" y="1141762"/>
                  <a:pt x="963263" y="1142714"/>
                  <a:pt x="962025" y="1142714"/>
                </a:cubicBezTo>
                <a:lnTo>
                  <a:pt x="941261" y="1142714"/>
                </a:lnTo>
                <a:cubicBezTo>
                  <a:pt x="940022" y="1142714"/>
                  <a:pt x="939070" y="1141762"/>
                  <a:pt x="939070" y="1140524"/>
                </a:cubicBezTo>
                <a:lnTo>
                  <a:pt x="939070" y="1130522"/>
                </a:lnTo>
                <a:close/>
                <a:moveTo>
                  <a:pt x="268415" y="3089624"/>
                </a:moveTo>
                <a:lnTo>
                  <a:pt x="268415" y="3070860"/>
                </a:lnTo>
                <a:cubicBezTo>
                  <a:pt x="268415" y="3068765"/>
                  <a:pt x="270129" y="3067050"/>
                  <a:pt x="272225" y="3067050"/>
                </a:cubicBezTo>
                <a:lnTo>
                  <a:pt x="290989" y="3067050"/>
                </a:lnTo>
                <a:cubicBezTo>
                  <a:pt x="293084" y="3067050"/>
                  <a:pt x="294799" y="3068765"/>
                  <a:pt x="294799" y="3070860"/>
                </a:cubicBezTo>
                <a:lnTo>
                  <a:pt x="294799" y="3089624"/>
                </a:lnTo>
                <a:cubicBezTo>
                  <a:pt x="294799" y="3091720"/>
                  <a:pt x="293084" y="3093434"/>
                  <a:pt x="290989" y="3093434"/>
                </a:cubicBezTo>
                <a:lnTo>
                  <a:pt x="272225" y="3093434"/>
                </a:lnTo>
                <a:cubicBezTo>
                  <a:pt x="270129" y="3093434"/>
                  <a:pt x="268415" y="3091720"/>
                  <a:pt x="268415" y="3089624"/>
                </a:cubicBezTo>
                <a:close/>
                <a:moveTo>
                  <a:pt x="268415" y="3140297"/>
                </a:moveTo>
                <a:lnTo>
                  <a:pt x="268415" y="3121533"/>
                </a:lnTo>
                <a:cubicBezTo>
                  <a:pt x="268415" y="3119438"/>
                  <a:pt x="270129" y="3117723"/>
                  <a:pt x="272225" y="3117723"/>
                </a:cubicBezTo>
                <a:lnTo>
                  <a:pt x="290989" y="3117723"/>
                </a:lnTo>
                <a:cubicBezTo>
                  <a:pt x="293084" y="3117723"/>
                  <a:pt x="294799" y="3119438"/>
                  <a:pt x="294799" y="3121533"/>
                </a:cubicBezTo>
                <a:lnTo>
                  <a:pt x="294799" y="3140297"/>
                </a:lnTo>
                <a:cubicBezTo>
                  <a:pt x="294799" y="3142393"/>
                  <a:pt x="293084" y="3144107"/>
                  <a:pt x="290989" y="3144107"/>
                </a:cubicBezTo>
                <a:lnTo>
                  <a:pt x="272225" y="3144107"/>
                </a:lnTo>
                <a:cubicBezTo>
                  <a:pt x="270129" y="3144107"/>
                  <a:pt x="268415" y="3142393"/>
                  <a:pt x="268415" y="3140297"/>
                </a:cubicBezTo>
                <a:close/>
                <a:moveTo>
                  <a:pt x="1428178" y="3574352"/>
                </a:moveTo>
                <a:lnTo>
                  <a:pt x="1423416" y="3574352"/>
                </a:lnTo>
                <a:lnTo>
                  <a:pt x="1423416" y="3559683"/>
                </a:lnTo>
                <a:lnTo>
                  <a:pt x="1428178" y="3559683"/>
                </a:lnTo>
                <a:lnTo>
                  <a:pt x="1428178" y="3574352"/>
                </a:lnTo>
                <a:close/>
                <a:moveTo>
                  <a:pt x="917924" y="1217486"/>
                </a:moveTo>
                <a:lnTo>
                  <a:pt x="917734" y="1240346"/>
                </a:lnTo>
                <a:lnTo>
                  <a:pt x="882968" y="1240346"/>
                </a:lnTo>
                <a:cubicBezTo>
                  <a:pt x="882968" y="1240346"/>
                  <a:pt x="882491" y="1239488"/>
                  <a:pt x="882110" y="1239107"/>
                </a:cubicBezTo>
                <a:lnTo>
                  <a:pt x="870680" y="1227677"/>
                </a:lnTo>
                <a:cubicBezTo>
                  <a:pt x="868775" y="1225772"/>
                  <a:pt x="865442" y="1225772"/>
                  <a:pt x="863537" y="1227677"/>
                </a:cubicBezTo>
                <a:lnTo>
                  <a:pt x="852107" y="1239107"/>
                </a:lnTo>
                <a:cubicBezTo>
                  <a:pt x="852107" y="1239107"/>
                  <a:pt x="851535" y="1239869"/>
                  <a:pt x="851345" y="1240346"/>
                </a:cubicBezTo>
                <a:lnTo>
                  <a:pt x="829913" y="1240346"/>
                </a:lnTo>
                <a:cubicBezTo>
                  <a:pt x="829913" y="1240346"/>
                  <a:pt x="828961" y="1240441"/>
                  <a:pt x="828580" y="1240727"/>
                </a:cubicBezTo>
                <a:lnTo>
                  <a:pt x="687991" y="1335119"/>
                </a:lnTo>
                <a:cubicBezTo>
                  <a:pt x="685800" y="1333214"/>
                  <a:pt x="683038" y="1331976"/>
                  <a:pt x="679895" y="1331976"/>
                </a:cubicBezTo>
                <a:cubicBezTo>
                  <a:pt x="673037" y="1331976"/>
                  <a:pt x="667512" y="1337501"/>
                  <a:pt x="667512" y="1344359"/>
                </a:cubicBezTo>
                <a:cubicBezTo>
                  <a:pt x="667512" y="1351217"/>
                  <a:pt x="673132" y="1356741"/>
                  <a:pt x="679895" y="1356741"/>
                </a:cubicBezTo>
                <a:cubicBezTo>
                  <a:pt x="686657" y="1356741"/>
                  <a:pt x="692277" y="1351121"/>
                  <a:pt x="692277" y="1344359"/>
                </a:cubicBezTo>
                <a:cubicBezTo>
                  <a:pt x="692277" y="1342358"/>
                  <a:pt x="691706" y="1340549"/>
                  <a:pt x="690848" y="1338834"/>
                </a:cubicBezTo>
                <a:lnTo>
                  <a:pt x="830580" y="1245013"/>
                </a:lnTo>
                <a:lnTo>
                  <a:pt x="851249" y="1245013"/>
                </a:lnTo>
                <a:cubicBezTo>
                  <a:pt x="851249" y="1245013"/>
                  <a:pt x="851726" y="1245870"/>
                  <a:pt x="852011" y="1246251"/>
                </a:cubicBezTo>
                <a:lnTo>
                  <a:pt x="863441" y="1257681"/>
                </a:lnTo>
                <a:cubicBezTo>
                  <a:pt x="864394" y="1258634"/>
                  <a:pt x="865727" y="1259205"/>
                  <a:pt x="867061" y="1259205"/>
                </a:cubicBezTo>
                <a:cubicBezTo>
                  <a:pt x="868394" y="1259205"/>
                  <a:pt x="869633" y="1258729"/>
                  <a:pt x="870680" y="1257681"/>
                </a:cubicBezTo>
                <a:lnTo>
                  <a:pt x="882110" y="1246251"/>
                </a:lnTo>
                <a:cubicBezTo>
                  <a:pt x="882110" y="1246251"/>
                  <a:pt x="882682" y="1245489"/>
                  <a:pt x="882968" y="1245013"/>
                </a:cubicBezTo>
                <a:lnTo>
                  <a:pt x="920020" y="1245013"/>
                </a:lnTo>
                <a:cubicBezTo>
                  <a:pt x="921353" y="1245013"/>
                  <a:pt x="922401" y="1243965"/>
                  <a:pt x="922401" y="1242632"/>
                </a:cubicBezTo>
                <a:lnTo>
                  <a:pt x="922687" y="1218438"/>
                </a:lnTo>
                <a:lnTo>
                  <a:pt x="1006412" y="1145286"/>
                </a:lnTo>
                <a:cubicBezTo>
                  <a:pt x="1008507" y="1146810"/>
                  <a:pt x="1010888" y="1147858"/>
                  <a:pt x="1013555" y="1147858"/>
                </a:cubicBezTo>
                <a:cubicBezTo>
                  <a:pt x="1013746" y="1147858"/>
                  <a:pt x="1013841" y="1147858"/>
                  <a:pt x="1014032" y="1147858"/>
                </a:cubicBezTo>
                <a:cubicBezTo>
                  <a:pt x="1020890" y="1147572"/>
                  <a:pt x="1026224" y="1141857"/>
                  <a:pt x="1025938" y="1134999"/>
                </a:cubicBezTo>
                <a:lnTo>
                  <a:pt x="1025938" y="1134999"/>
                </a:lnTo>
                <a:cubicBezTo>
                  <a:pt x="1025652" y="1128141"/>
                  <a:pt x="1019937" y="1122807"/>
                  <a:pt x="1013079" y="1123093"/>
                </a:cubicBezTo>
                <a:cubicBezTo>
                  <a:pt x="1006221" y="1123379"/>
                  <a:pt x="1000887" y="1129094"/>
                  <a:pt x="1001173" y="1135952"/>
                </a:cubicBezTo>
                <a:cubicBezTo>
                  <a:pt x="1001173" y="1138142"/>
                  <a:pt x="1002125" y="1140143"/>
                  <a:pt x="1003173" y="1141857"/>
                </a:cubicBezTo>
                <a:lnTo>
                  <a:pt x="918686" y="1215581"/>
                </a:lnTo>
                <a:cubicBezTo>
                  <a:pt x="918210" y="1216057"/>
                  <a:pt x="917924" y="1216628"/>
                  <a:pt x="917829" y="1217390"/>
                </a:cubicBezTo>
                <a:close/>
                <a:moveTo>
                  <a:pt x="679895" y="1352074"/>
                </a:moveTo>
                <a:cubicBezTo>
                  <a:pt x="675704" y="1352074"/>
                  <a:pt x="672275" y="1348645"/>
                  <a:pt x="672275" y="1344454"/>
                </a:cubicBezTo>
                <a:cubicBezTo>
                  <a:pt x="672275" y="1340263"/>
                  <a:pt x="675704" y="1336834"/>
                  <a:pt x="679895" y="1336834"/>
                </a:cubicBezTo>
                <a:cubicBezTo>
                  <a:pt x="684086" y="1336834"/>
                  <a:pt x="687515" y="1340263"/>
                  <a:pt x="687515" y="1344454"/>
                </a:cubicBezTo>
                <a:cubicBezTo>
                  <a:pt x="687515" y="1348645"/>
                  <a:pt x="684086" y="1352074"/>
                  <a:pt x="679895" y="1352074"/>
                </a:cubicBezTo>
                <a:close/>
                <a:moveTo>
                  <a:pt x="866966" y="1254347"/>
                </a:moveTo>
                <a:lnTo>
                  <a:pt x="855536" y="1242917"/>
                </a:lnTo>
                <a:cubicBezTo>
                  <a:pt x="855536" y="1242917"/>
                  <a:pt x="855440" y="1242632"/>
                  <a:pt x="855536" y="1242441"/>
                </a:cubicBezTo>
                <a:lnTo>
                  <a:pt x="867442" y="1231011"/>
                </a:lnTo>
                <a:lnTo>
                  <a:pt x="878872" y="1242917"/>
                </a:lnTo>
                <a:lnTo>
                  <a:pt x="866966" y="1254347"/>
                </a:lnTo>
                <a:close/>
                <a:moveTo>
                  <a:pt x="1013365" y="1127855"/>
                </a:moveTo>
                <a:cubicBezTo>
                  <a:pt x="1013365" y="1127855"/>
                  <a:pt x="1013555" y="1127855"/>
                  <a:pt x="1013651" y="1127855"/>
                </a:cubicBezTo>
                <a:cubicBezTo>
                  <a:pt x="1017746" y="1127855"/>
                  <a:pt x="1021175" y="1131094"/>
                  <a:pt x="1021271" y="1135190"/>
                </a:cubicBezTo>
                <a:cubicBezTo>
                  <a:pt x="1021461" y="1139381"/>
                  <a:pt x="1018127" y="1143000"/>
                  <a:pt x="1013936" y="1143095"/>
                </a:cubicBezTo>
                <a:cubicBezTo>
                  <a:pt x="1009650" y="1143286"/>
                  <a:pt x="1006126" y="1139952"/>
                  <a:pt x="1006031" y="1135761"/>
                </a:cubicBezTo>
                <a:cubicBezTo>
                  <a:pt x="1005840" y="1131570"/>
                  <a:pt x="1009174" y="1127951"/>
                  <a:pt x="1013365" y="1127855"/>
                </a:cubicBezTo>
                <a:close/>
                <a:moveTo>
                  <a:pt x="82010" y="2757011"/>
                </a:moveTo>
                <a:cubicBezTo>
                  <a:pt x="86297" y="2751392"/>
                  <a:pt x="94298" y="2750344"/>
                  <a:pt x="99917" y="2754535"/>
                </a:cubicBezTo>
                <a:cubicBezTo>
                  <a:pt x="105537" y="2758821"/>
                  <a:pt x="106585" y="2766822"/>
                  <a:pt x="102394" y="2772442"/>
                </a:cubicBezTo>
                <a:cubicBezTo>
                  <a:pt x="98108" y="2778062"/>
                  <a:pt x="90107" y="2779109"/>
                  <a:pt x="84487" y="2774918"/>
                </a:cubicBezTo>
                <a:cubicBezTo>
                  <a:pt x="78867" y="2770632"/>
                  <a:pt x="77819" y="2762631"/>
                  <a:pt x="82010" y="2757011"/>
                </a:cubicBezTo>
                <a:close/>
                <a:moveTo>
                  <a:pt x="2502503" y="642652"/>
                </a:moveTo>
                <a:cubicBezTo>
                  <a:pt x="2506790" y="648272"/>
                  <a:pt x="2505647" y="656273"/>
                  <a:pt x="2500027" y="660559"/>
                </a:cubicBezTo>
                <a:cubicBezTo>
                  <a:pt x="2494407" y="664845"/>
                  <a:pt x="2486406" y="663702"/>
                  <a:pt x="2482120" y="658082"/>
                </a:cubicBezTo>
                <a:cubicBezTo>
                  <a:pt x="2477834" y="652463"/>
                  <a:pt x="2478977" y="644462"/>
                  <a:pt x="2484596" y="640175"/>
                </a:cubicBezTo>
                <a:cubicBezTo>
                  <a:pt x="2490216" y="635889"/>
                  <a:pt x="2498217" y="637032"/>
                  <a:pt x="2502503" y="642652"/>
                </a:cubicBezTo>
                <a:close/>
                <a:moveTo>
                  <a:pt x="2502313" y="606552"/>
                </a:moveTo>
                <a:cubicBezTo>
                  <a:pt x="2506599" y="612172"/>
                  <a:pt x="2505456" y="620173"/>
                  <a:pt x="2499836" y="624459"/>
                </a:cubicBezTo>
                <a:cubicBezTo>
                  <a:pt x="2494217" y="628745"/>
                  <a:pt x="2486216" y="627602"/>
                  <a:pt x="2481929" y="621983"/>
                </a:cubicBezTo>
                <a:cubicBezTo>
                  <a:pt x="2477643" y="616363"/>
                  <a:pt x="2478786" y="608362"/>
                  <a:pt x="2484406" y="604076"/>
                </a:cubicBezTo>
                <a:cubicBezTo>
                  <a:pt x="2490026" y="599789"/>
                  <a:pt x="2498027" y="600932"/>
                  <a:pt x="2502313" y="606552"/>
                </a:cubicBezTo>
                <a:close/>
                <a:moveTo>
                  <a:pt x="2502789" y="678752"/>
                </a:moveTo>
                <a:cubicBezTo>
                  <a:pt x="2507075" y="684371"/>
                  <a:pt x="2505932" y="692372"/>
                  <a:pt x="2500313" y="696659"/>
                </a:cubicBezTo>
                <a:cubicBezTo>
                  <a:pt x="2494693" y="700945"/>
                  <a:pt x="2486692" y="699802"/>
                  <a:pt x="2482405" y="694182"/>
                </a:cubicBezTo>
                <a:cubicBezTo>
                  <a:pt x="2478119" y="688562"/>
                  <a:pt x="2479262" y="680561"/>
                  <a:pt x="2484882" y="676275"/>
                </a:cubicBezTo>
                <a:cubicBezTo>
                  <a:pt x="2490502" y="671989"/>
                  <a:pt x="2498503" y="673132"/>
                  <a:pt x="2502789" y="678752"/>
                </a:cubicBezTo>
                <a:close/>
                <a:moveTo>
                  <a:pt x="2446973" y="4080510"/>
                </a:moveTo>
                <a:lnTo>
                  <a:pt x="2604040" y="4080129"/>
                </a:lnTo>
                <a:cubicBezTo>
                  <a:pt x="2604326" y="4081653"/>
                  <a:pt x="2604992" y="4083082"/>
                  <a:pt x="2605945" y="4084320"/>
                </a:cubicBezTo>
                <a:lnTo>
                  <a:pt x="2605945" y="4084320"/>
                </a:lnTo>
                <a:cubicBezTo>
                  <a:pt x="2608136" y="4087178"/>
                  <a:pt x="2611374" y="4088702"/>
                  <a:pt x="2614708" y="4088702"/>
                </a:cubicBezTo>
                <a:cubicBezTo>
                  <a:pt x="2616994" y="4088702"/>
                  <a:pt x="2619280" y="4087940"/>
                  <a:pt x="2621280" y="4086511"/>
                </a:cubicBezTo>
                <a:cubicBezTo>
                  <a:pt x="2626043" y="4082892"/>
                  <a:pt x="2627090" y="4075938"/>
                  <a:pt x="2623376" y="4071176"/>
                </a:cubicBezTo>
                <a:cubicBezTo>
                  <a:pt x="2621661" y="4068794"/>
                  <a:pt x="2619089" y="4067366"/>
                  <a:pt x="2616137" y="4066889"/>
                </a:cubicBezTo>
                <a:cubicBezTo>
                  <a:pt x="2613184" y="4066509"/>
                  <a:pt x="2610326" y="4067270"/>
                  <a:pt x="2608040" y="4068985"/>
                </a:cubicBezTo>
                <a:cubicBezTo>
                  <a:pt x="2605945" y="4070604"/>
                  <a:pt x="2604611" y="4072890"/>
                  <a:pt x="2604135" y="4075367"/>
                </a:cubicBezTo>
                <a:lnTo>
                  <a:pt x="2445734" y="4075748"/>
                </a:lnTo>
                <a:lnTo>
                  <a:pt x="2444496" y="4075748"/>
                </a:lnTo>
                <a:lnTo>
                  <a:pt x="2426780" y="4102132"/>
                </a:lnTo>
                <a:lnTo>
                  <a:pt x="2298954" y="4101942"/>
                </a:lnTo>
                <a:lnTo>
                  <a:pt x="2298954" y="4106704"/>
                </a:lnTo>
                <a:cubicBezTo>
                  <a:pt x="2298954" y="4106704"/>
                  <a:pt x="2429351" y="4106894"/>
                  <a:pt x="2429351" y="4106894"/>
                </a:cubicBezTo>
                <a:lnTo>
                  <a:pt x="2447068" y="4080510"/>
                </a:lnTo>
                <a:close/>
                <a:moveTo>
                  <a:pt x="2610898" y="4072795"/>
                </a:moveTo>
                <a:cubicBezTo>
                  <a:pt x="2612231" y="4071842"/>
                  <a:pt x="2613851" y="4071366"/>
                  <a:pt x="2615470" y="4071557"/>
                </a:cubicBezTo>
                <a:cubicBezTo>
                  <a:pt x="2617089" y="4071747"/>
                  <a:pt x="2618518" y="4072604"/>
                  <a:pt x="2619566" y="4073938"/>
                </a:cubicBezTo>
                <a:cubicBezTo>
                  <a:pt x="2621661" y="4076700"/>
                  <a:pt x="2621090" y="4080510"/>
                  <a:pt x="2618327" y="4082605"/>
                </a:cubicBezTo>
                <a:cubicBezTo>
                  <a:pt x="2615565" y="4084606"/>
                  <a:pt x="2611755" y="4084130"/>
                  <a:pt x="2609660" y="4081367"/>
                </a:cubicBezTo>
                <a:cubicBezTo>
                  <a:pt x="2607564" y="4078605"/>
                  <a:pt x="2608136" y="4074795"/>
                  <a:pt x="2610898" y="4072700"/>
                </a:cubicBezTo>
                <a:close/>
                <a:moveTo>
                  <a:pt x="2555938" y="562737"/>
                </a:moveTo>
                <a:cubicBezTo>
                  <a:pt x="2557367" y="555879"/>
                  <a:pt x="2564035" y="551402"/>
                  <a:pt x="2570988" y="552736"/>
                </a:cubicBezTo>
                <a:cubicBezTo>
                  <a:pt x="2577846" y="554165"/>
                  <a:pt x="2582323" y="560832"/>
                  <a:pt x="2580989" y="567785"/>
                </a:cubicBezTo>
                <a:cubicBezTo>
                  <a:pt x="2579656" y="574739"/>
                  <a:pt x="2572893" y="579120"/>
                  <a:pt x="2565940" y="577787"/>
                </a:cubicBezTo>
                <a:cubicBezTo>
                  <a:pt x="2558987" y="576453"/>
                  <a:pt x="2554605" y="569690"/>
                  <a:pt x="2555938" y="562737"/>
                </a:cubicBezTo>
                <a:close/>
                <a:moveTo>
                  <a:pt x="2503265" y="750951"/>
                </a:moveTo>
                <a:cubicBezTo>
                  <a:pt x="2507552" y="756571"/>
                  <a:pt x="2506409" y="764572"/>
                  <a:pt x="2500789" y="768858"/>
                </a:cubicBezTo>
                <a:cubicBezTo>
                  <a:pt x="2495169" y="773144"/>
                  <a:pt x="2487168" y="772001"/>
                  <a:pt x="2482882" y="766382"/>
                </a:cubicBezTo>
                <a:cubicBezTo>
                  <a:pt x="2478596" y="760762"/>
                  <a:pt x="2479738" y="752761"/>
                  <a:pt x="2485359" y="748475"/>
                </a:cubicBezTo>
                <a:cubicBezTo>
                  <a:pt x="2490978" y="744188"/>
                  <a:pt x="2498979" y="745331"/>
                  <a:pt x="2503265" y="750951"/>
                </a:cubicBezTo>
                <a:close/>
                <a:moveTo>
                  <a:pt x="2158175" y="975741"/>
                </a:moveTo>
                <a:cubicBezTo>
                  <a:pt x="2158175" y="980504"/>
                  <a:pt x="2154365" y="984314"/>
                  <a:pt x="2149602" y="984314"/>
                </a:cubicBezTo>
                <a:cubicBezTo>
                  <a:pt x="2144840" y="984314"/>
                  <a:pt x="2141030" y="980504"/>
                  <a:pt x="2141030" y="975741"/>
                </a:cubicBezTo>
                <a:cubicBezTo>
                  <a:pt x="2141030" y="970979"/>
                  <a:pt x="2144840" y="967169"/>
                  <a:pt x="2149602" y="967169"/>
                </a:cubicBezTo>
                <a:cubicBezTo>
                  <a:pt x="2154365" y="967169"/>
                  <a:pt x="2158175" y="970979"/>
                  <a:pt x="2158175" y="975741"/>
                </a:cubicBezTo>
                <a:close/>
                <a:moveTo>
                  <a:pt x="84963" y="2702719"/>
                </a:moveTo>
                <a:cubicBezTo>
                  <a:pt x="79343" y="2698433"/>
                  <a:pt x="78296" y="2690432"/>
                  <a:pt x="82487" y="2684812"/>
                </a:cubicBezTo>
                <a:cubicBezTo>
                  <a:pt x="86773" y="2679192"/>
                  <a:pt x="94774" y="2678144"/>
                  <a:pt x="100394" y="2682335"/>
                </a:cubicBezTo>
                <a:cubicBezTo>
                  <a:pt x="106013" y="2686622"/>
                  <a:pt x="107061" y="2694623"/>
                  <a:pt x="102870" y="2700242"/>
                </a:cubicBezTo>
                <a:cubicBezTo>
                  <a:pt x="98584" y="2705862"/>
                  <a:pt x="90583" y="2706910"/>
                  <a:pt x="84963" y="2702719"/>
                </a:cubicBezTo>
                <a:close/>
                <a:moveTo>
                  <a:pt x="2502980" y="714851"/>
                </a:moveTo>
                <a:cubicBezTo>
                  <a:pt x="2507266" y="720471"/>
                  <a:pt x="2506123" y="728472"/>
                  <a:pt x="2500503" y="732758"/>
                </a:cubicBezTo>
                <a:cubicBezTo>
                  <a:pt x="2494884" y="737045"/>
                  <a:pt x="2486882" y="735902"/>
                  <a:pt x="2482596" y="730282"/>
                </a:cubicBezTo>
                <a:cubicBezTo>
                  <a:pt x="2478310" y="724662"/>
                  <a:pt x="2479453" y="716661"/>
                  <a:pt x="2485073" y="712375"/>
                </a:cubicBezTo>
                <a:cubicBezTo>
                  <a:pt x="2490692" y="708089"/>
                  <a:pt x="2498693" y="709232"/>
                  <a:pt x="2502980" y="714851"/>
                </a:cubicBezTo>
                <a:close/>
                <a:moveTo>
                  <a:pt x="3100673" y="4384548"/>
                </a:moveTo>
                <a:cubicBezTo>
                  <a:pt x="3100673" y="4384548"/>
                  <a:pt x="3101626" y="4384644"/>
                  <a:pt x="3102007" y="4384644"/>
                </a:cubicBezTo>
                <a:cubicBezTo>
                  <a:pt x="3106007" y="4384644"/>
                  <a:pt x="3109532" y="4381881"/>
                  <a:pt x="3110579" y="4377976"/>
                </a:cubicBezTo>
                <a:lnTo>
                  <a:pt x="3114675" y="4377976"/>
                </a:lnTo>
                <a:lnTo>
                  <a:pt x="3114675" y="4373213"/>
                </a:lnTo>
                <a:lnTo>
                  <a:pt x="3110675" y="4373213"/>
                </a:lnTo>
                <a:cubicBezTo>
                  <a:pt x="3109722" y="4369880"/>
                  <a:pt x="3106960" y="4367213"/>
                  <a:pt x="3103245" y="4366641"/>
                </a:cubicBezTo>
                <a:cubicBezTo>
                  <a:pt x="3100864" y="4366260"/>
                  <a:pt x="3098483" y="4366832"/>
                  <a:pt x="3096482" y="4368356"/>
                </a:cubicBezTo>
                <a:cubicBezTo>
                  <a:pt x="3094577" y="4369785"/>
                  <a:pt x="3093244" y="4371880"/>
                  <a:pt x="3092863" y="4374261"/>
                </a:cubicBezTo>
                <a:cubicBezTo>
                  <a:pt x="3092101" y="4379214"/>
                  <a:pt x="3095530" y="4383786"/>
                  <a:pt x="3100483" y="4384548"/>
                </a:cubicBezTo>
                <a:close/>
                <a:moveTo>
                  <a:pt x="3102007" y="4371213"/>
                </a:moveTo>
                <a:cubicBezTo>
                  <a:pt x="3102007" y="4371213"/>
                  <a:pt x="3102388" y="4371213"/>
                  <a:pt x="3102674" y="4371213"/>
                </a:cubicBezTo>
                <a:cubicBezTo>
                  <a:pt x="3105055" y="4371594"/>
                  <a:pt x="3106674" y="4373785"/>
                  <a:pt x="3106293" y="4376071"/>
                </a:cubicBezTo>
                <a:cubicBezTo>
                  <a:pt x="3105912" y="4378452"/>
                  <a:pt x="3103721" y="4380071"/>
                  <a:pt x="3101435" y="4379690"/>
                </a:cubicBezTo>
                <a:cubicBezTo>
                  <a:pt x="3099054" y="4379310"/>
                  <a:pt x="3097435" y="4377119"/>
                  <a:pt x="3097816" y="4374833"/>
                </a:cubicBezTo>
                <a:cubicBezTo>
                  <a:pt x="3098102" y="4372737"/>
                  <a:pt x="3100007" y="4371118"/>
                  <a:pt x="3102102" y="4371118"/>
                </a:cubicBezTo>
                <a:close/>
                <a:moveTo>
                  <a:pt x="2158175" y="887349"/>
                </a:moveTo>
                <a:cubicBezTo>
                  <a:pt x="2158175" y="892112"/>
                  <a:pt x="2154365" y="895922"/>
                  <a:pt x="2149602" y="895922"/>
                </a:cubicBezTo>
                <a:cubicBezTo>
                  <a:pt x="2144840" y="895922"/>
                  <a:pt x="2141030" y="892112"/>
                  <a:pt x="2141030" y="887349"/>
                </a:cubicBezTo>
                <a:cubicBezTo>
                  <a:pt x="2141030" y="882587"/>
                  <a:pt x="2144840" y="878777"/>
                  <a:pt x="2149602" y="878777"/>
                </a:cubicBezTo>
                <a:cubicBezTo>
                  <a:pt x="2154365" y="878777"/>
                  <a:pt x="2158175" y="882587"/>
                  <a:pt x="2158175" y="887349"/>
                </a:cubicBezTo>
                <a:close/>
                <a:moveTo>
                  <a:pt x="2452688" y="634175"/>
                </a:moveTo>
                <a:cubicBezTo>
                  <a:pt x="2447925" y="635127"/>
                  <a:pt x="2444305" y="638747"/>
                  <a:pt x="2443067" y="643128"/>
                </a:cubicBezTo>
                <a:lnTo>
                  <a:pt x="2391918" y="643128"/>
                </a:lnTo>
                <a:lnTo>
                  <a:pt x="2268379" y="745141"/>
                </a:lnTo>
                <a:cubicBezTo>
                  <a:pt x="2267712" y="744474"/>
                  <a:pt x="2267236" y="743712"/>
                  <a:pt x="2266474" y="743141"/>
                </a:cubicBezTo>
                <a:cubicBezTo>
                  <a:pt x="2264093" y="741521"/>
                  <a:pt x="2261330" y="740664"/>
                  <a:pt x="2258568" y="740664"/>
                </a:cubicBezTo>
                <a:cubicBezTo>
                  <a:pt x="2257806" y="740664"/>
                  <a:pt x="2256949" y="740664"/>
                  <a:pt x="2256092" y="740854"/>
                </a:cubicBezTo>
                <a:cubicBezTo>
                  <a:pt x="2252472" y="741521"/>
                  <a:pt x="2249234" y="743522"/>
                  <a:pt x="2247138" y="746570"/>
                </a:cubicBezTo>
                <a:cubicBezTo>
                  <a:pt x="2245043" y="749618"/>
                  <a:pt x="2244185" y="753332"/>
                  <a:pt x="2244852" y="756952"/>
                </a:cubicBezTo>
                <a:cubicBezTo>
                  <a:pt x="2246186" y="764477"/>
                  <a:pt x="2253425" y="769525"/>
                  <a:pt x="2260949" y="768191"/>
                </a:cubicBezTo>
                <a:cubicBezTo>
                  <a:pt x="2268474" y="766858"/>
                  <a:pt x="2273522" y="759619"/>
                  <a:pt x="2272189" y="752094"/>
                </a:cubicBezTo>
                <a:cubicBezTo>
                  <a:pt x="2272189" y="751904"/>
                  <a:pt x="2271998" y="751713"/>
                  <a:pt x="2271903" y="751427"/>
                </a:cubicBezTo>
                <a:lnTo>
                  <a:pt x="2394490" y="650272"/>
                </a:lnTo>
                <a:lnTo>
                  <a:pt x="2443067" y="650272"/>
                </a:lnTo>
                <a:cubicBezTo>
                  <a:pt x="2444877" y="656558"/>
                  <a:pt x="2451259" y="660559"/>
                  <a:pt x="2457736" y="659225"/>
                </a:cubicBezTo>
                <a:cubicBezTo>
                  <a:pt x="2464594" y="657797"/>
                  <a:pt x="2469071" y="651129"/>
                  <a:pt x="2467737" y="644176"/>
                </a:cubicBezTo>
                <a:cubicBezTo>
                  <a:pt x="2466309" y="637318"/>
                  <a:pt x="2459641" y="632841"/>
                  <a:pt x="2452688" y="634175"/>
                </a:cubicBezTo>
                <a:close/>
                <a:moveTo>
                  <a:pt x="2259711" y="761048"/>
                </a:moveTo>
                <a:cubicBezTo>
                  <a:pt x="2259711" y="761048"/>
                  <a:pt x="2258949" y="761143"/>
                  <a:pt x="2258568" y="761143"/>
                </a:cubicBezTo>
                <a:cubicBezTo>
                  <a:pt x="2255330" y="761143"/>
                  <a:pt x="2252567" y="758857"/>
                  <a:pt x="2251901" y="755618"/>
                </a:cubicBezTo>
                <a:cubicBezTo>
                  <a:pt x="2251615" y="753809"/>
                  <a:pt x="2251901" y="752094"/>
                  <a:pt x="2253044" y="750570"/>
                </a:cubicBezTo>
                <a:cubicBezTo>
                  <a:pt x="2254091" y="749141"/>
                  <a:pt x="2255615" y="748094"/>
                  <a:pt x="2257425" y="747808"/>
                </a:cubicBezTo>
                <a:cubicBezTo>
                  <a:pt x="2261045" y="747141"/>
                  <a:pt x="2264569" y="749618"/>
                  <a:pt x="2265236" y="753237"/>
                </a:cubicBezTo>
                <a:cubicBezTo>
                  <a:pt x="2265902" y="756857"/>
                  <a:pt x="2263426" y="760381"/>
                  <a:pt x="2259806" y="761048"/>
                </a:cubicBezTo>
                <a:close/>
                <a:moveTo>
                  <a:pt x="2189417" y="886873"/>
                </a:moveTo>
                <a:lnTo>
                  <a:pt x="2169128" y="886587"/>
                </a:lnTo>
                <a:cubicBezTo>
                  <a:pt x="2169033" y="882682"/>
                  <a:pt x="2167700" y="878967"/>
                  <a:pt x="2165318" y="875824"/>
                </a:cubicBezTo>
                <a:cubicBezTo>
                  <a:pt x="2161508" y="870585"/>
                  <a:pt x="2155603" y="867823"/>
                  <a:pt x="2149507" y="867823"/>
                </a:cubicBezTo>
                <a:cubicBezTo>
                  <a:pt x="2145506" y="867823"/>
                  <a:pt x="2141411" y="869061"/>
                  <a:pt x="2137982" y="871633"/>
                </a:cubicBezTo>
                <a:cubicBezTo>
                  <a:pt x="2133791" y="874681"/>
                  <a:pt x="2131028" y="879253"/>
                  <a:pt x="2130266" y="884396"/>
                </a:cubicBezTo>
                <a:cubicBezTo>
                  <a:pt x="2129504" y="889540"/>
                  <a:pt x="2130743" y="894683"/>
                  <a:pt x="2133791" y="898874"/>
                </a:cubicBezTo>
                <a:cubicBezTo>
                  <a:pt x="2140172" y="907542"/>
                  <a:pt x="2152460" y="909447"/>
                  <a:pt x="2161127" y="903065"/>
                </a:cubicBezTo>
                <a:cubicBezTo>
                  <a:pt x="2164366" y="900684"/>
                  <a:pt x="2166747" y="897446"/>
                  <a:pt x="2167985" y="893731"/>
                </a:cubicBezTo>
                <a:lnTo>
                  <a:pt x="2187131" y="894017"/>
                </a:lnTo>
                <a:lnTo>
                  <a:pt x="2205609" y="906494"/>
                </a:lnTo>
                <a:lnTo>
                  <a:pt x="2371916" y="906494"/>
                </a:lnTo>
                <a:lnTo>
                  <a:pt x="2393918" y="885158"/>
                </a:lnTo>
                <a:lnTo>
                  <a:pt x="2457641" y="885158"/>
                </a:lnTo>
                <a:lnTo>
                  <a:pt x="2479643" y="862394"/>
                </a:lnTo>
                <a:lnTo>
                  <a:pt x="2479643" y="800100"/>
                </a:lnTo>
                <a:lnTo>
                  <a:pt x="2468118" y="791337"/>
                </a:lnTo>
                <a:cubicBezTo>
                  <a:pt x="2468880" y="789242"/>
                  <a:pt x="2469166" y="786860"/>
                  <a:pt x="2468690" y="784479"/>
                </a:cubicBezTo>
                <a:cubicBezTo>
                  <a:pt x="2467261" y="777621"/>
                  <a:pt x="2460593" y="773144"/>
                  <a:pt x="2453640" y="774478"/>
                </a:cubicBezTo>
                <a:cubicBezTo>
                  <a:pt x="2446782" y="775907"/>
                  <a:pt x="2442305" y="782574"/>
                  <a:pt x="2443639" y="789527"/>
                </a:cubicBezTo>
                <a:cubicBezTo>
                  <a:pt x="2445068" y="796385"/>
                  <a:pt x="2451735" y="800862"/>
                  <a:pt x="2458688" y="799529"/>
                </a:cubicBezTo>
                <a:cubicBezTo>
                  <a:pt x="2460688" y="799148"/>
                  <a:pt x="2462403" y="798290"/>
                  <a:pt x="2463832" y="797147"/>
                </a:cubicBezTo>
                <a:lnTo>
                  <a:pt x="2472500" y="803720"/>
                </a:lnTo>
                <a:lnTo>
                  <a:pt x="2472500" y="859536"/>
                </a:lnTo>
                <a:lnTo>
                  <a:pt x="2454593" y="878110"/>
                </a:lnTo>
                <a:lnTo>
                  <a:pt x="2390966" y="878110"/>
                </a:lnTo>
                <a:lnTo>
                  <a:pt x="2368963" y="899446"/>
                </a:lnTo>
                <a:lnTo>
                  <a:pt x="2207800" y="899446"/>
                </a:lnTo>
                <a:lnTo>
                  <a:pt x="2189321" y="886968"/>
                </a:lnTo>
                <a:close/>
                <a:moveTo>
                  <a:pt x="2156841" y="897350"/>
                </a:moveTo>
                <a:cubicBezTo>
                  <a:pt x="2154650" y="898970"/>
                  <a:pt x="2152079" y="899732"/>
                  <a:pt x="2149507" y="899732"/>
                </a:cubicBezTo>
                <a:cubicBezTo>
                  <a:pt x="2145697" y="899732"/>
                  <a:pt x="2141982" y="898017"/>
                  <a:pt x="2139506" y="894683"/>
                </a:cubicBezTo>
                <a:cubicBezTo>
                  <a:pt x="2137505" y="892016"/>
                  <a:pt x="2136743" y="888778"/>
                  <a:pt x="2137220" y="885444"/>
                </a:cubicBezTo>
                <a:cubicBezTo>
                  <a:pt x="2137696" y="882206"/>
                  <a:pt x="2139506" y="879253"/>
                  <a:pt x="2142173" y="877348"/>
                </a:cubicBezTo>
                <a:cubicBezTo>
                  <a:pt x="2147697" y="873347"/>
                  <a:pt x="2155412" y="874490"/>
                  <a:pt x="2159508" y="880015"/>
                </a:cubicBezTo>
                <a:cubicBezTo>
                  <a:pt x="2161508" y="882682"/>
                  <a:pt x="2162270" y="885920"/>
                  <a:pt x="2161794" y="889254"/>
                </a:cubicBezTo>
                <a:cubicBezTo>
                  <a:pt x="2161318" y="892493"/>
                  <a:pt x="2159508" y="895350"/>
                  <a:pt x="2156841" y="897350"/>
                </a:cubicBezTo>
                <a:close/>
                <a:moveTo>
                  <a:pt x="2611946" y="4103180"/>
                </a:moveTo>
                <a:cubicBezTo>
                  <a:pt x="2609755" y="4104799"/>
                  <a:pt x="2608517" y="4107180"/>
                  <a:pt x="2607945" y="4109561"/>
                </a:cubicBezTo>
                <a:lnTo>
                  <a:pt x="2488883" y="4109561"/>
                </a:lnTo>
                <a:cubicBezTo>
                  <a:pt x="2488883" y="4109561"/>
                  <a:pt x="2471166" y="4135946"/>
                  <a:pt x="2471166" y="4135946"/>
                </a:cubicBezTo>
                <a:lnTo>
                  <a:pt x="2368868" y="4135946"/>
                </a:lnTo>
                <a:cubicBezTo>
                  <a:pt x="2367725" y="4130993"/>
                  <a:pt x="2363438" y="4127183"/>
                  <a:pt x="2358104" y="4127183"/>
                </a:cubicBezTo>
                <a:cubicBezTo>
                  <a:pt x="2351913" y="4127183"/>
                  <a:pt x="2346865" y="4132231"/>
                  <a:pt x="2346865" y="4138422"/>
                </a:cubicBezTo>
                <a:cubicBezTo>
                  <a:pt x="2346865" y="4144613"/>
                  <a:pt x="2351913" y="4149662"/>
                  <a:pt x="2358104" y="4149662"/>
                </a:cubicBezTo>
                <a:cubicBezTo>
                  <a:pt x="2363438" y="4149662"/>
                  <a:pt x="2367725" y="4145852"/>
                  <a:pt x="2368868" y="4140803"/>
                </a:cubicBezTo>
                <a:lnTo>
                  <a:pt x="2473738" y="4140803"/>
                </a:lnTo>
                <a:cubicBezTo>
                  <a:pt x="2473738" y="4140803"/>
                  <a:pt x="2491454" y="4114324"/>
                  <a:pt x="2491454" y="4114324"/>
                </a:cubicBezTo>
                <a:lnTo>
                  <a:pt x="2607945" y="4114324"/>
                </a:lnTo>
                <a:cubicBezTo>
                  <a:pt x="2608326" y="4115848"/>
                  <a:pt x="2608898" y="4117277"/>
                  <a:pt x="2609850" y="4118515"/>
                </a:cubicBezTo>
                <a:lnTo>
                  <a:pt x="2609850" y="4118515"/>
                </a:lnTo>
                <a:cubicBezTo>
                  <a:pt x="2612041" y="4121372"/>
                  <a:pt x="2615279" y="4122896"/>
                  <a:pt x="2618613" y="4122896"/>
                </a:cubicBezTo>
                <a:cubicBezTo>
                  <a:pt x="2620899" y="4122896"/>
                  <a:pt x="2623185" y="4122134"/>
                  <a:pt x="2625185" y="4120705"/>
                </a:cubicBezTo>
                <a:cubicBezTo>
                  <a:pt x="2630043" y="4117086"/>
                  <a:pt x="2630900" y="4110133"/>
                  <a:pt x="2627281" y="4105370"/>
                </a:cubicBezTo>
                <a:cubicBezTo>
                  <a:pt x="2625471" y="4102989"/>
                  <a:pt x="2622995" y="4101560"/>
                  <a:pt x="2620042" y="4101084"/>
                </a:cubicBezTo>
                <a:cubicBezTo>
                  <a:pt x="2617184" y="4100703"/>
                  <a:pt x="2614232" y="4101465"/>
                  <a:pt x="2611946" y="4103180"/>
                </a:cubicBezTo>
                <a:close/>
                <a:moveTo>
                  <a:pt x="2358104" y="4144804"/>
                </a:moveTo>
                <a:cubicBezTo>
                  <a:pt x="2354485" y="4144804"/>
                  <a:pt x="2351627" y="4141851"/>
                  <a:pt x="2351627" y="4138327"/>
                </a:cubicBezTo>
                <a:cubicBezTo>
                  <a:pt x="2351627" y="4134803"/>
                  <a:pt x="2354580" y="4131850"/>
                  <a:pt x="2358104" y="4131850"/>
                </a:cubicBezTo>
                <a:cubicBezTo>
                  <a:pt x="2361629" y="4131850"/>
                  <a:pt x="2364581" y="4134803"/>
                  <a:pt x="2364581" y="4138327"/>
                </a:cubicBezTo>
                <a:cubicBezTo>
                  <a:pt x="2364581" y="4141851"/>
                  <a:pt x="2361629" y="4144804"/>
                  <a:pt x="2358104" y="4144804"/>
                </a:cubicBezTo>
                <a:close/>
                <a:moveTo>
                  <a:pt x="2622233" y="4116800"/>
                </a:moveTo>
                <a:cubicBezTo>
                  <a:pt x="2619470" y="4118801"/>
                  <a:pt x="2615660" y="4118324"/>
                  <a:pt x="2613565" y="4115562"/>
                </a:cubicBezTo>
                <a:cubicBezTo>
                  <a:pt x="2611469" y="4112800"/>
                  <a:pt x="2612041" y="4108990"/>
                  <a:pt x="2614803" y="4106894"/>
                </a:cubicBezTo>
                <a:cubicBezTo>
                  <a:pt x="2616137" y="4105847"/>
                  <a:pt x="2617756" y="4105466"/>
                  <a:pt x="2619375" y="4105656"/>
                </a:cubicBezTo>
                <a:cubicBezTo>
                  <a:pt x="2620994" y="4105847"/>
                  <a:pt x="2622423" y="4106704"/>
                  <a:pt x="2623471" y="4108037"/>
                </a:cubicBezTo>
                <a:cubicBezTo>
                  <a:pt x="2625567" y="4110800"/>
                  <a:pt x="2624995" y="4114610"/>
                  <a:pt x="2622233" y="4116705"/>
                </a:cubicBezTo>
                <a:close/>
                <a:moveTo>
                  <a:pt x="3107436" y="4275487"/>
                </a:moveTo>
                <a:lnTo>
                  <a:pt x="3114770" y="4275487"/>
                </a:lnTo>
                <a:cubicBezTo>
                  <a:pt x="3114770" y="4275487"/>
                  <a:pt x="3114770" y="4270724"/>
                  <a:pt x="3114770" y="4270724"/>
                </a:cubicBezTo>
                <a:lnTo>
                  <a:pt x="3109436" y="4270724"/>
                </a:lnTo>
                <a:cubicBezTo>
                  <a:pt x="3109436" y="4270724"/>
                  <a:pt x="3034094" y="4191572"/>
                  <a:pt x="3034094" y="4191572"/>
                </a:cubicBezTo>
                <a:lnTo>
                  <a:pt x="3034094" y="4180618"/>
                </a:lnTo>
                <a:cubicBezTo>
                  <a:pt x="3039999" y="4178903"/>
                  <a:pt x="3043333" y="4172903"/>
                  <a:pt x="3041618" y="4167092"/>
                </a:cubicBezTo>
                <a:cubicBezTo>
                  <a:pt x="3039999" y="4161282"/>
                  <a:pt x="3033903" y="4157948"/>
                  <a:pt x="3028093" y="4159568"/>
                </a:cubicBezTo>
                <a:cubicBezTo>
                  <a:pt x="3022283" y="4161187"/>
                  <a:pt x="3018949" y="4167283"/>
                  <a:pt x="3020568" y="4173093"/>
                </a:cubicBezTo>
                <a:cubicBezTo>
                  <a:pt x="3021806" y="4177284"/>
                  <a:pt x="3025330" y="4180142"/>
                  <a:pt x="3029426" y="4180713"/>
                </a:cubicBezTo>
                <a:lnTo>
                  <a:pt x="3029426" y="4193381"/>
                </a:lnTo>
                <a:cubicBezTo>
                  <a:pt x="3029426" y="4193381"/>
                  <a:pt x="3107436" y="4275392"/>
                  <a:pt x="3107436" y="4275392"/>
                </a:cubicBezTo>
                <a:close/>
                <a:moveTo>
                  <a:pt x="3025140" y="4171760"/>
                </a:moveTo>
                <a:cubicBezTo>
                  <a:pt x="3024664" y="4170140"/>
                  <a:pt x="3024854" y="4168521"/>
                  <a:pt x="3025712" y="4167092"/>
                </a:cubicBezTo>
                <a:cubicBezTo>
                  <a:pt x="3026474" y="4165663"/>
                  <a:pt x="3027807" y="4164616"/>
                  <a:pt x="3029426" y="4164140"/>
                </a:cubicBezTo>
                <a:cubicBezTo>
                  <a:pt x="3029998" y="4163949"/>
                  <a:pt x="3030569" y="4163854"/>
                  <a:pt x="3031141" y="4163854"/>
                </a:cubicBezTo>
                <a:cubicBezTo>
                  <a:pt x="3033808" y="4163854"/>
                  <a:pt x="3036284" y="4165663"/>
                  <a:pt x="3037046" y="4168330"/>
                </a:cubicBezTo>
                <a:cubicBezTo>
                  <a:pt x="3037999" y="4171569"/>
                  <a:pt x="3036094" y="4175093"/>
                  <a:pt x="3032760" y="4175951"/>
                </a:cubicBezTo>
                <a:cubicBezTo>
                  <a:pt x="3029522" y="4176903"/>
                  <a:pt x="3025997" y="4174998"/>
                  <a:pt x="3025140" y="4171664"/>
                </a:cubicBezTo>
                <a:close/>
                <a:moveTo>
                  <a:pt x="697135" y="2100834"/>
                </a:moveTo>
                <a:lnTo>
                  <a:pt x="706850" y="2092357"/>
                </a:lnTo>
                <a:cubicBezTo>
                  <a:pt x="707993" y="2091404"/>
                  <a:pt x="709708" y="2091500"/>
                  <a:pt x="710660" y="2092643"/>
                </a:cubicBezTo>
                <a:lnTo>
                  <a:pt x="719138" y="2102358"/>
                </a:lnTo>
                <a:cubicBezTo>
                  <a:pt x="720090" y="2103501"/>
                  <a:pt x="719995" y="2105216"/>
                  <a:pt x="718852" y="2106168"/>
                </a:cubicBezTo>
                <a:lnTo>
                  <a:pt x="709136" y="2114645"/>
                </a:lnTo>
                <a:cubicBezTo>
                  <a:pt x="707993" y="2115598"/>
                  <a:pt x="706279" y="2115503"/>
                  <a:pt x="705326" y="2114360"/>
                </a:cubicBezTo>
                <a:lnTo>
                  <a:pt x="696849" y="2104644"/>
                </a:lnTo>
                <a:cubicBezTo>
                  <a:pt x="695897" y="2103501"/>
                  <a:pt x="695992" y="2101787"/>
                  <a:pt x="697135" y="2100834"/>
                </a:cubicBezTo>
                <a:close/>
                <a:moveTo>
                  <a:pt x="3028379" y="4092321"/>
                </a:moveTo>
                <a:cubicBezTo>
                  <a:pt x="3022568" y="4093940"/>
                  <a:pt x="3019235" y="4100036"/>
                  <a:pt x="3020854" y="4105847"/>
                </a:cubicBezTo>
                <a:cubicBezTo>
                  <a:pt x="3021616" y="4108704"/>
                  <a:pt x="3023521" y="4110990"/>
                  <a:pt x="3026093" y="4112419"/>
                </a:cubicBezTo>
                <a:cubicBezTo>
                  <a:pt x="3027236" y="4113086"/>
                  <a:pt x="3028474" y="4113371"/>
                  <a:pt x="3029712" y="4113562"/>
                </a:cubicBezTo>
                <a:lnTo>
                  <a:pt x="3029712" y="4126135"/>
                </a:lnTo>
                <a:cubicBezTo>
                  <a:pt x="3029712" y="4126135"/>
                  <a:pt x="3114770" y="4216242"/>
                  <a:pt x="3114770" y="4216242"/>
                </a:cubicBezTo>
                <a:lnTo>
                  <a:pt x="3114770" y="4209288"/>
                </a:lnTo>
                <a:lnTo>
                  <a:pt x="3034379" y="4124230"/>
                </a:lnTo>
                <a:lnTo>
                  <a:pt x="3034379" y="4113276"/>
                </a:lnTo>
                <a:cubicBezTo>
                  <a:pt x="3040190" y="4111562"/>
                  <a:pt x="3043619" y="4105561"/>
                  <a:pt x="3041904" y="4099751"/>
                </a:cubicBezTo>
                <a:lnTo>
                  <a:pt x="3041904" y="4099751"/>
                </a:lnTo>
                <a:cubicBezTo>
                  <a:pt x="3040285" y="4093940"/>
                  <a:pt x="3034189" y="4090607"/>
                  <a:pt x="3028379" y="4092226"/>
                </a:cubicBezTo>
                <a:close/>
                <a:moveTo>
                  <a:pt x="3033046" y="4108799"/>
                </a:moveTo>
                <a:cubicBezTo>
                  <a:pt x="3031427" y="4109276"/>
                  <a:pt x="3029807" y="4109085"/>
                  <a:pt x="3028379" y="4108228"/>
                </a:cubicBezTo>
                <a:cubicBezTo>
                  <a:pt x="3026950" y="4107466"/>
                  <a:pt x="3025902" y="4106132"/>
                  <a:pt x="3025426" y="4104513"/>
                </a:cubicBezTo>
                <a:cubicBezTo>
                  <a:pt x="3024473" y="4101275"/>
                  <a:pt x="3026378" y="4097750"/>
                  <a:pt x="3029712" y="4096893"/>
                </a:cubicBezTo>
                <a:cubicBezTo>
                  <a:pt x="3030284" y="4096703"/>
                  <a:pt x="3030855" y="4096607"/>
                  <a:pt x="3031427" y="4096607"/>
                </a:cubicBezTo>
                <a:cubicBezTo>
                  <a:pt x="3034094" y="4096607"/>
                  <a:pt x="3036570" y="4098417"/>
                  <a:pt x="3037427" y="4101084"/>
                </a:cubicBezTo>
                <a:cubicBezTo>
                  <a:pt x="3038380" y="4104323"/>
                  <a:pt x="3036475" y="4107847"/>
                  <a:pt x="3033141" y="4108704"/>
                </a:cubicBezTo>
                <a:close/>
                <a:moveTo>
                  <a:pt x="117062" y="2704243"/>
                </a:moveTo>
                <a:cubicBezTo>
                  <a:pt x="118491" y="2697385"/>
                  <a:pt x="125159" y="2692908"/>
                  <a:pt x="132112" y="2694242"/>
                </a:cubicBezTo>
                <a:cubicBezTo>
                  <a:pt x="138970" y="2695670"/>
                  <a:pt x="143447" y="2702338"/>
                  <a:pt x="142113" y="2709291"/>
                </a:cubicBezTo>
                <a:cubicBezTo>
                  <a:pt x="140780" y="2716244"/>
                  <a:pt x="134017" y="2720626"/>
                  <a:pt x="127064" y="2719292"/>
                </a:cubicBezTo>
                <a:cubicBezTo>
                  <a:pt x="120110" y="2717959"/>
                  <a:pt x="115729" y="2711196"/>
                  <a:pt x="117062" y="2704243"/>
                </a:cubicBezTo>
                <a:close/>
                <a:moveTo>
                  <a:pt x="2558415" y="4205669"/>
                </a:moveTo>
                <a:lnTo>
                  <a:pt x="2568321" y="4205669"/>
                </a:lnTo>
                <a:cubicBezTo>
                  <a:pt x="2570417" y="4205669"/>
                  <a:pt x="2572226" y="4203954"/>
                  <a:pt x="2572226" y="4201763"/>
                </a:cubicBezTo>
                <a:lnTo>
                  <a:pt x="2572226" y="4191857"/>
                </a:lnTo>
                <a:cubicBezTo>
                  <a:pt x="2572226" y="4189762"/>
                  <a:pt x="2570512" y="4187952"/>
                  <a:pt x="2568321" y="4187952"/>
                </a:cubicBezTo>
                <a:lnTo>
                  <a:pt x="2558415" y="4187952"/>
                </a:lnTo>
                <a:cubicBezTo>
                  <a:pt x="2556320" y="4187952"/>
                  <a:pt x="2554510" y="4189667"/>
                  <a:pt x="2554510" y="4191857"/>
                </a:cubicBezTo>
                <a:lnTo>
                  <a:pt x="2554510" y="4194429"/>
                </a:lnTo>
                <a:lnTo>
                  <a:pt x="2519744" y="4194429"/>
                </a:lnTo>
                <a:lnTo>
                  <a:pt x="2497074" y="4172807"/>
                </a:lnTo>
                <a:cubicBezTo>
                  <a:pt x="2498122" y="4171379"/>
                  <a:pt x="2498884" y="4169759"/>
                  <a:pt x="2499170" y="4168045"/>
                </a:cubicBezTo>
                <a:cubicBezTo>
                  <a:pt x="2499551" y="4165187"/>
                  <a:pt x="2498788" y="4162235"/>
                  <a:pt x="2497074" y="4159949"/>
                </a:cubicBezTo>
                <a:cubicBezTo>
                  <a:pt x="2495360" y="4157567"/>
                  <a:pt x="2492788" y="4156138"/>
                  <a:pt x="2489835" y="4155662"/>
                </a:cubicBezTo>
                <a:cubicBezTo>
                  <a:pt x="2486882" y="4155186"/>
                  <a:pt x="2484025" y="4156043"/>
                  <a:pt x="2481739" y="4157758"/>
                </a:cubicBezTo>
                <a:cubicBezTo>
                  <a:pt x="2479358" y="4159568"/>
                  <a:pt x="2477929" y="4162139"/>
                  <a:pt x="2477548" y="4164997"/>
                </a:cubicBezTo>
                <a:cubicBezTo>
                  <a:pt x="2477167" y="4167854"/>
                  <a:pt x="2477929" y="4170807"/>
                  <a:pt x="2479643" y="4173093"/>
                </a:cubicBezTo>
                <a:lnTo>
                  <a:pt x="2479643" y="4173093"/>
                </a:lnTo>
                <a:cubicBezTo>
                  <a:pt x="2481834" y="4175951"/>
                  <a:pt x="2485073" y="4177475"/>
                  <a:pt x="2488406" y="4177475"/>
                </a:cubicBezTo>
                <a:cubicBezTo>
                  <a:pt x="2490216" y="4177475"/>
                  <a:pt x="2491930" y="4176903"/>
                  <a:pt x="2493550" y="4176046"/>
                </a:cubicBezTo>
                <a:lnTo>
                  <a:pt x="2517172" y="4198525"/>
                </a:lnTo>
                <a:cubicBezTo>
                  <a:pt x="2517172" y="4198525"/>
                  <a:pt x="2518220" y="4199192"/>
                  <a:pt x="2518791" y="4199192"/>
                </a:cubicBezTo>
                <a:lnTo>
                  <a:pt x="2554510" y="4199192"/>
                </a:lnTo>
                <a:lnTo>
                  <a:pt x="2554510" y="4201763"/>
                </a:lnTo>
                <a:cubicBezTo>
                  <a:pt x="2554510" y="4203859"/>
                  <a:pt x="2556224" y="4205669"/>
                  <a:pt x="2558415" y="4205669"/>
                </a:cubicBezTo>
                <a:close/>
                <a:moveTo>
                  <a:pt x="2492026" y="4171474"/>
                </a:moveTo>
                <a:cubicBezTo>
                  <a:pt x="2489263" y="4173569"/>
                  <a:pt x="2485454" y="4172998"/>
                  <a:pt x="2483358" y="4170236"/>
                </a:cubicBezTo>
                <a:cubicBezTo>
                  <a:pt x="2482405" y="4168902"/>
                  <a:pt x="2481929" y="4167283"/>
                  <a:pt x="2482120" y="4165663"/>
                </a:cubicBezTo>
                <a:cubicBezTo>
                  <a:pt x="2482310" y="4164044"/>
                  <a:pt x="2483168" y="4162616"/>
                  <a:pt x="2484501" y="4161568"/>
                </a:cubicBezTo>
                <a:cubicBezTo>
                  <a:pt x="2485835" y="4160615"/>
                  <a:pt x="2487454" y="4160044"/>
                  <a:pt x="2489073" y="4160425"/>
                </a:cubicBezTo>
                <a:cubicBezTo>
                  <a:pt x="2490692" y="4160615"/>
                  <a:pt x="2492121" y="4161473"/>
                  <a:pt x="2493169" y="4162806"/>
                </a:cubicBezTo>
                <a:cubicBezTo>
                  <a:pt x="2494121" y="4164140"/>
                  <a:pt x="2494598" y="4165759"/>
                  <a:pt x="2494407" y="4167378"/>
                </a:cubicBezTo>
                <a:cubicBezTo>
                  <a:pt x="2494217" y="4168997"/>
                  <a:pt x="2493359" y="4170426"/>
                  <a:pt x="2492026" y="4171474"/>
                </a:cubicBezTo>
                <a:close/>
                <a:moveTo>
                  <a:pt x="3045143" y="3975545"/>
                </a:moveTo>
                <a:lnTo>
                  <a:pt x="3007138" y="3975545"/>
                </a:lnTo>
                <a:cubicBezTo>
                  <a:pt x="3001232" y="3975545"/>
                  <a:pt x="2996375" y="3980402"/>
                  <a:pt x="2996375" y="3986308"/>
                </a:cubicBezTo>
                <a:cubicBezTo>
                  <a:pt x="2996375" y="3992213"/>
                  <a:pt x="3001232" y="3997071"/>
                  <a:pt x="3007138" y="3997071"/>
                </a:cubicBezTo>
                <a:lnTo>
                  <a:pt x="3051715" y="3997071"/>
                </a:lnTo>
                <a:lnTo>
                  <a:pt x="3051715" y="4003834"/>
                </a:lnTo>
                <a:cubicBezTo>
                  <a:pt x="3051715" y="4005167"/>
                  <a:pt x="3052763" y="4006215"/>
                  <a:pt x="3054096" y="4006215"/>
                </a:cubicBezTo>
                <a:lnTo>
                  <a:pt x="3062097" y="4006215"/>
                </a:lnTo>
                <a:cubicBezTo>
                  <a:pt x="3063430" y="4006215"/>
                  <a:pt x="3064478" y="4005167"/>
                  <a:pt x="3064478" y="4003834"/>
                </a:cubicBezTo>
                <a:lnTo>
                  <a:pt x="3064478" y="3997071"/>
                </a:lnTo>
                <a:lnTo>
                  <a:pt x="3072098" y="3997071"/>
                </a:lnTo>
                <a:lnTo>
                  <a:pt x="3072098" y="4003834"/>
                </a:lnTo>
                <a:cubicBezTo>
                  <a:pt x="3072098" y="4005167"/>
                  <a:pt x="3073146" y="4006215"/>
                  <a:pt x="3074480" y="4006215"/>
                </a:cubicBezTo>
                <a:lnTo>
                  <a:pt x="3082480" y="4006215"/>
                </a:lnTo>
                <a:cubicBezTo>
                  <a:pt x="3083814" y="4006215"/>
                  <a:pt x="3084862" y="4005167"/>
                  <a:pt x="3084862" y="4003834"/>
                </a:cubicBezTo>
                <a:lnTo>
                  <a:pt x="3084862" y="3997071"/>
                </a:lnTo>
                <a:lnTo>
                  <a:pt x="3114866" y="3997071"/>
                </a:lnTo>
                <a:lnTo>
                  <a:pt x="3114866" y="3992309"/>
                </a:lnTo>
                <a:lnTo>
                  <a:pt x="3084862" y="3992309"/>
                </a:lnTo>
                <a:lnTo>
                  <a:pt x="3084862" y="3985546"/>
                </a:lnTo>
                <a:cubicBezTo>
                  <a:pt x="3084862" y="3984212"/>
                  <a:pt x="3083814" y="3983165"/>
                  <a:pt x="3082480" y="3983165"/>
                </a:cubicBezTo>
                <a:lnTo>
                  <a:pt x="3074480" y="3983165"/>
                </a:lnTo>
                <a:cubicBezTo>
                  <a:pt x="3073146" y="3983165"/>
                  <a:pt x="3072098" y="3984212"/>
                  <a:pt x="3072098" y="3985546"/>
                </a:cubicBezTo>
                <a:lnTo>
                  <a:pt x="3072098" y="3992309"/>
                </a:lnTo>
                <a:lnTo>
                  <a:pt x="3064478" y="3992309"/>
                </a:lnTo>
                <a:lnTo>
                  <a:pt x="3064478" y="3985546"/>
                </a:lnTo>
                <a:cubicBezTo>
                  <a:pt x="3064478" y="3984212"/>
                  <a:pt x="3063430" y="3983165"/>
                  <a:pt x="3062097" y="3983165"/>
                </a:cubicBezTo>
                <a:lnTo>
                  <a:pt x="3054096" y="3983165"/>
                </a:lnTo>
                <a:cubicBezTo>
                  <a:pt x="3052763" y="3983165"/>
                  <a:pt x="3051715" y="3984212"/>
                  <a:pt x="3051715" y="3985546"/>
                </a:cubicBezTo>
                <a:lnTo>
                  <a:pt x="3051715" y="3992213"/>
                </a:lnTo>
                <a:lnTo>
                  <a:pt x="3007138" y="3992213"/>
                </a:lnTo>
                <a:cubicBezTo>
                  <a:pt x="3003804" y="3992213"/>
                  <a:pt x="3001137" y="3989546"/>
                  <a:pt x="3001137" y="3986213"/>
                </a:cubicBezTo>
                <a:cubicBezTo>
                  <a:pt x="3001137" y="3982879"/>
                  <a:pt x="3003804" y="3980212"/>
                  <a:pt x="3007138" y="3980212"/>
                </a:cubicBezTo>
                <a:lnTo>
                  <a:pt x="3045143" y="3980212"/>
                </a:lnTo>
                <a:cubicBezTo>
                  <a:pt x="3051048" y="3980212"/>
                  <a:pt x="3055906" y="3975354"/>
                  <a:pt x="3055906" y="3969449"/>
                </a:cubicBezTo>
                <a:cubicBezTo>
                  <a:pt x="3055906" y="3963543"/>
                  <a:pt x="3051048" y="3958685"/>
                  <a:pt x="3045143" y="3958685"/>
                </a:cubicBezTo>
                <a:lnTo>
                  <a:pt x="3007138" y="3958685"/>
                </a:lnTo>
                <a:cubicBezTo>
                  <a:pt x="3003804" y="3958685"/>
                  <a:pt x="3001137" y="3956018"/>
                  <a:pt x="3001137" y="3952685"/>
                </a:cubicBezTo>
                <a:cubicBezTo>
                  <a:pt x="3001137" y="3949351"/>
                  <a:pt x="3003804" y="3946684"/>
                  <a:pt x="3007138" y="3946684"/>
                </a:cubicBezTo>
                <a:lnTo>
                  <a:pt x="3045143" y="3946684"/>
                </a:lnTo>
                <a:cubicBezTo>
                  <a:pt x="3051048" y="3946684"/>
                  <a:pt x="3055906" y="3941826"/>
                  <a:pt x="3055906" y="3935921"/>
                </a:cubicBezTo>
                <a:cubicBezTo>
                  <a:pt x="3055906" y="3930015"/>
                  <a:pt x="3051048" y="3925157"/>
                  <a:pt x="3045143" y="3925157"/>
                </a:cubicBezTo>
                <a:lnTo>
                  <a:pt x="3002661" y="3925157"/>
                </a:lnTo>
                <a:lnTo>
                  <a:pt x="3002661" y="3918395"/>
                </a:lnTo>
                <a:cubicBezTo>
                  <a:pt x="3002661" y="3917061"/>
                  <a:pt x="3001613" y="3916013"/>
                  <a:pt x="3000280" y="3916013"/>
                </a:cubicBezTo>
                <a:lnTo>
                  <a:pt x="2992279" y="3916013"/>
                </a:lnTo>
                <a:cubicBezTo>
                  <a:pt x="2990945" y="3916013"/>
                  <a:pt x="2989898" y="3917061"/>
                  <a:pt x="2989898" y="3918395"/>
                </a:cubicBezTo>
                <a:lnTo>
                  <a:pt x="2989898" y="3936587"/>
                </a:lnTo>
                <a:cubicBezTo>
                  <a:pt x="2989898" y="3937921"/>
                  <a:pt x="2990945" y="3938969"/>
                  <a:pt x="2992279" y="3938969"/>
                </a:cubicBezTo>
                <a:lnTo>
                  <a:pt x="3000280" y="3938969"/>
                </a:lnTo>
                <a:cubicBezTo>
                  <a:pt x="3001613" y="3938969"/>
                  <a:pt x="3002661" y="3937921"/>
                  <a:pt x="3002661" y="3936587"/>
                </a:cubicBezTo>
                <a:lnTo>
                  <a:pt x="3002661" y="3929825"/>
                </a:lnTo>
                <a:lnTo>
                  <a:pt x="3045143" y="3929825"/>
                </a:lnTo>
                <a:cubicBezTo>
                  <a:pt x="3048476" y="3929825"/>
                  <a:pt x="3051143" y="3932492"/>
                  <a:pt x="3051143" y="3935825"/>
                </a:cubicBezTo>
                <a:cubicBezTo>
                  <a:pt x="3051143" y="3939159"/>
                  <a:pt x="3048476" y="3941826"/>
                  <a:pt x="3045143" y="3941826"/>
                </a:cubicBezTo>
                <a:lnTo>
                  <a:pt x="3007138" y="3941826"/>
                </a:lnTo>
                <a:cubicBezTo>
                  <a:pt x="3001232" y="3941826"/>
                  <a:pt x="2996375" y="3946684"/>
                  <a:pt x="2996375" y="3952589"/>
                </a:cubicBezTo>
                <a:cubicBezTo>
                  <a:pt x="2996375" y="3958495"/>
                  <a:pt x="3001232" y="3963353"/>
                  <a:pt x="3007138" y="3963353"/>
                </a:cubicBezTo>
                <a:lnTo>
                  <a:pt x="3045143" y="3963353"/>
                </a:lnTo>
                <a:cubicBezTo>
                  <a:pt x="3048476" y="3963353"/>
                  <a:pt x="3051143" y="3966020"/>
                  <a:pt x="3051143" y="3969353"/>
                </a:cubicBezTo>
                <a:cubicBezTo>
                  <a:pt x="3051143" y="3972687"/>
                  <a:pt x="3048476" y="3975354"/>
                  <a:pt x="3045143" y="3975354"/>
                </a:cubicBezTo>
                <a:close/>
                <a:moveTo>
                  <a:pt x="3076861" y="3987927"/>
                </a:moveTo>
                <a:lnTo>
                  <a:pt x="3080099" y="3987927"/>
                </a:lnTo>
                <a:lnTo>
                  <a:pt x="3080099" y="4001357"/>
                </a:lnTo>
                <a:lnTo>
                  <a:pt x="3076861" y="4001357"/>
                </a:lnTo>
                <a:lnTo>
                  <a:pt x="3076861" y="3987927"/>
                </a:lnTo>
                <a:close/>
                <a:moveTo>
                  <a:pt x="3056477" y="3987927"/>
                </a:moveTo>
                <a:lnTo>
                  <a:pt x="3059716" y="3987927"/>
                </a:lnTo>
                <a:lnTo>
                  <a:pt x="3059716" y="4001357"/>
                </a:lnTo>
                <a:lnTo>
                  <a:pt x="3056477" y="4001357"/>
                </a:lnTo>
                <a:lnTo>
                  <a:pt x="3056477" y="3987927"/>
                </a:lnTo>
                <a:close/>
                <a:moveTo>
                  <a:pt x="2997899" y="3934492"/>
                </a:moveTo>
                <a:lnTo>
                  <a:pt x="2994660" y="3934492"/>
                </a:lnTo>
                <a:lnTo>
                  <a:pt x="2994660" y="3921062"/>
                </a:lnTo>
                <a:lnTo>
                  <a:pt x="2997899" y="3921062"/>
                </a:lnTo>
                <a:lnTo>
                  <a:pt x="2997899" y="3934492"/>
                </a:lnTo>
                <a:close/>
                <a:moveTo>
                  <a:pt x="2647569" y="4027646"/>
                </a:moveTo>
                <a:cubicBezTo>
                  <a:pt x="2647569" y="4029742"/>
                  <a:pt x="2649284" y="4031552"/>
                  <a:pt x="2651474" y="4031552"/>
                </a:cubicBezTo>
                <a:lnTo>
                  <a:pt x="2661380" y="4031552"/>
                </a:lnTo>
                <a:cubicBezTo>
                  <a:pt x="2663476" y="4031552"/>
                  <a:pt x="2665286" y="4029837"/>
                  <a:pt x="2665286" y="4027646"/>
                </a:cubicBezTo>
                <a:lnTo>
                  <a:pt x="2665286" y="4017740"/>
                </a:lnTo>
                <a:cubicBezTo>
                  <a:pt x="2665286" y="4015645"/>
                  <a:pt x="2663571" y="4013835"/>
                  <a:pt x="2661380" y="4013835"/>
                </a:cubicBezTo>
                <a:lnTo>
                  <a:pt x="2651474" y="4013835"/>
                </a:lnTo>
                <a:cubicBezTo>
                  <a:pt x="2651474" y="4013835"/>
                  <a:pt x="2650712" y="4013930"/>
                  <a:pt x="2650427" y="4014026"/>
                </a:cubicBezTo>
                <a:lnTo>
                  <a:pt x="2615660" y="3981545"/>
                </a:lnTo>
                <a:lnTo>
                  <a:pt x="2599468" y="3981545"/>
                </a:lnTo>
                <a:cubicBezTo>
                  <a:pt x="2599468" y="3981545"/>
                  <a:pt x="2525554" y="3909727"/>
                  <a:pt x="2525554" y="3909727"/>
                </a:cubicBezTo>
                <a:cubicBezTo>
                  <a:pt x="2526411" y="3908203"/>
                  <a:pt x="2527078" y="3906488"/>
                  <a:pt x="2527078" y="3904584"/>
                </a:cubicBezTo>
                <a:cubicBezTo>
                  <a:pt x="2527078" y="3898773"/>
                  <a:pt x="2522315" y="3894011"/>
                  <a:pt x="2516505" y="3894011"/>
                </a:cubicBezTo>
                <a:cubicBezTo>
                  <a:pt x="2510695" y="3894011"/>
                  <a:pt x="2505932" y="3898773"/>
                  <a:pt x="2505932" y="3904584"/>
                </a:cubicBezTo>
                <a:cubicBezTo>
                  <a:pt x="2505932" y="3910394"/>
                  <a:pt x="2510695" y="3915156"/>
                  <a:pt x="2516505" y="3915156"/>
                </a:cubicBezTo>
                <a:cubicBezTo>
                  <a:pt x="2518696" y="3915156"/>
                  <a:pt x="2520601" y="3914299"/>
                  <a:pt x="2522315" y="3913156"/>
                </a:cubicBezTo>
                <a:lnTo>
                  <a:pt x="2596896" y="3985641"/>
                </a:lnTo>
                <a:lnTo>
                  <a:pt x="2597563" y="3986308"/>
                </a:lnTo>
                <a:lnTo>
                  <a:pt x="2613851" y="3986308"/>
                </a:lnTo>
                <a:cubicBezTo>
                  <a:pt x="2613851" y="3986308"/>
                  <a:pt x="2647664" y="4017836"/>
                  <a:pt x="2647664" y="4017836"/>
                </a:cubicBezTo>
                <a:lnTo>
                  <a:pt x="2647664" y="4027551"/>
                </a:lnTo>
                <a:close/>
                <a:moveTo>
                  <a:pt x="2516410" y="3910394"/>
                </a:moveTo>
                <a:cubicBezTo>
                  <a:pt x="2513171" y="3910394"/>
                  <a:pt x="2510600" y="3907822"/>
                  <a:pt x="2510600" y="3904584"/>
                </a:cubicBezTo>
                <a:cubicBezTo>
                  <a:pt x="2510600" y="3901345"/>
                  <a:pt x="2513171" y="3898773"/>
                  <a:pt x="2516410" y="3898773"/>
                </a:cubicBezTo>
                <a:cubicBezTo>
                  <a:pt x="2519648" y="3898773"/>
                  <a:pt x="2522220" y="3901345"/>
                  <a:pt x="2522220" y="3904584"/>
                </a:cubicBezTo>
                <a:cubicBezTo>
                  <a:pt x="2522220" y="3907822"/>
                  <a:pt x="2519648" y="3910394"/>
                  <a:pt x="2516410" y="3910394"/>
                </a:cubicBezTo>
                <a:close/>
                <a:moveTo>
                  <a:pt x="79724" y="2798255"/>
                </a:moveTo>
                <a:cubicBezTo>
                  <a:pt x="81153" y="2791397"/>
                  <a:pt x="87821" y="2786920"/>
                  <a:pt x="94774" y="2788253"/>
                </a:cubicBezTo>
                <a:cubicBezTo>
                  <a:pt x="101632" y="2789682"/>
                  <a:pt x="106109" y="2796350"/>
                  <a:pt x="104775" y="2803303"/>
                </a:cubicBezTo>
                <a:cubicBezTo>
                  <a:pt x="103346" y="2810161"/>
                  <a:pt x="96679" y="2814638"/>
                  <a:pt x="89726" y="2813304"/>
                </a:cubicBezTo>
                <a:cubicBezTo>
                  <a:pt x="82772" y="2811971"/>
                  <a:pt x="78391" y="2805208"/>
                  <a:pt x="79724" y="2798255"/>
                </a:cubicBezTo>
                <a:close/>
                <a:moveTo>
                  <a:pt x="704374" y="2086832"/>
                </a:moveTo>
                <a:lnTo>
                  <a:pt x="711518" y="2086832"/>
                </a:lnTo>
                <a:lnTo>
                  <a:pt x="711518" y="2091595"/>
                </a:lnTo>
                <a:lnTo>
                  <a:pt x="704374" y="2091595"/>
                </a:lnTo>
                <a:lnTo>
                  <a:pt x="704374" y="2086832"/>
                </a:lnTo>
                <a:close/>
                <a:moveTo>
                  <a:pt x="2553938" y="953167"/>
                </a:moveTo>
                <a:lnTo>
                  <a:pt x="2446592" y="954881"/>
                </a:lnTo>
                <a:cubicBezTo>
                  <a:pt x="2445639" y="954881"/>
                  <a:pt x="2444782" y="955262"/>
                  <a:pt x="2444115" y="955929"/>
                </a:cubicBezTo>
                <a:lnTo>
                  <a:pt x="2415731" y="984504"/>
                </a:lnTo>
                <a:lnTo>
                  <a:pt x="2189607" y="984504"/>
                </a:lnTo>
                <a:lnTo>
                  <a:pt x="2169224" y="973455"/>
                </a:lnTo>
                <a:lnTo>
                  <a:pt x="2168938" y="974027"/>
                </a:lnTo>
                <a:cubicBezTo>
                  <a:pt x="2168652" y="970502"/>
                  <a:pt x="2167414" y="967073"/>
                  <a:pt x="2165318" y="964121"/>
                </a:cubicBezTo>
                <a:cubicBezTo>
                  <a:pt x="2162270" y="959929"/>
                  <a:pt x="2157698" y="957167"/>
                  <a:pt x="2152555" y="956405"/>
                </a:cubicBezTo>
                <a:cubicBezTo>
                  <a:pt x="2151507" y="956215"/>
                  <a:pt x="2150555" y="956215"/>
                  <a:pt x="2149507" y="956215"/>
                </a:cubicBezTo>
                <a:cubicBezTo>
                  <a:pt x="2145411" y="956215"/>
                  <a:pt x="2141411" y="957548"/>
                  <a:pt x="2137982" y="960025"/>
                </a:cubicBezTo>
                <a:cubicBezTo>
                  <a:pt x="2129314" y="966407"/>
                  <a:pt x="2127409" y="978599"/>
                  <a:pt x="2133791" y="987362"/>
                </a:cubicBezTo>
                <a:cubicBezTo>
                  <a:pt x="2140172" y="996029"/>
                  <a:pt x="2152364" y="997934"/>
                  <a:pt x="2161032" y="991552"/>
                </a:cubicBezTo>
                <a:cubicBezTo>
                  <a:pt x="2164556" y="988981"/>
                  <a:pt x="2167033" y="985266"/>
                  <a:pt x="2168176" y="981170"/>
                </a:cubicBezTo>
                <a:lnTo>
                  <a:pt x="2187035" y="991362"/>
                </a:lnTo>
                <a:cubicBezTo>
                  <a:pt x="2187512" y="991648"/>
                  <a:pt x="2188178" y="991743"/>
                  <a:pt x="2188750" y="991743"/>
                </a:cubicBezTo>
                <a:lnTo>
                  <a:pt x="2417255" y="991743"/>
                </a:lnTo>
                <a:cubicBezTo>
                  <a:pt x="2418207" y="991743"/>
                  <a:pt x="2419160" y="991362"/>
                  <a:pt x="2419826" y="990695"/>
                </a:cubicBezTo>
                <a:lnTo>
                  <a:pt x="2448211" y="962120"/>
                </a:lnTo>
                <a:lnTo>
                  <a:pt x="2555653" y="960406"/>
                </a:lnTo>
                <a:cubicBezTo>
                  <a:pt x="2556605" y="960406"/>
                  <a:pt x="2557558" y="959929"/>
                  <a:pt x="2558225" y="959263"/>
                </a:cubicBezTo>
                <a:lnTo>
                  <a:pt x="2579561" y="935641"/>
                </a:lnTo>
                <a:cubicBezTo>
                  <a:pt x="2580132" y="934974"/>
                  <a:pt x="2580513" y="934117"/>
                  <a:pt x="2580513" y="933260"/>
                </a:cubicBezTo>
                <a:lnTo>
                  <a:pt x="2580513" y="873157"/>
                </a:lnTo>
                <a:cubicBezTo>
                  <a:pt x="2580513" y="873157"/>
                  <a:pt x="2580894" y="873157"/>
                  <a:pt x="2581085" y="873157"/>
                </a:cubicBezTo>
                <a:cubicBezTo>
                  <a:pt x="2591372" y="873157"/>
                  <a:pt x="2599849" y="864775"/>
                  <a:pt x="2599849" y="854393"/>
                </a:cubicBezTo>
                <a:cubicBezTo>
                  <a:pt x="2599849" y="849725"/>
                  <a:pt x="2598039" y="845439"/>
                  <a:pt x="2595182" y="842201"/>
                </a:cubicBezTo>
                <a:lnTo>
                  <a:pt x="2669858" y="760095"/>
                </a:lnTo>
                <a:cubicBezTo>
                  <a:pt x="2670429" y="759428"/>
                  <a:pt x="2670810" y="758571"/>
                  <a:pt x="2670810" y="757714"/>
                </a:cubicBezTo>
                <a:lnTo>
                  <a:pt x="2670810" y="643223"/>
                </a:lnTo>
                <a:lnTo>
                  <a:pt x="2675477" y="643223"/>
                </a:lnTo>
                <a:cubicBezTo>
                  <a:pt x="2681764" y="643223"/>
                  <a:pt x="2686907" y="638080"/>
                  <a:pt x="2686907" y="631698"/>
                </a:cubicBezTo>
                <a:lnTo>
                  <a:pt x="2686907" y="580358"/>
                </a:lnTo>
                <a:cubicBezTo>
                  <a:pt x="2686907" y="574072"/>
                  <a:pt x="2681764" y="568833"/>
                  <a:pt x="2675477" y="568833"/>
                </a:cubicBezTo>
                <a:lnTo>
                  <a:pt x="2672048" y="568833"/>
                </a:lnTo>
                <a:lnTo>
                  <a:pt x="2672048" y="490157"/>
                </a:lnTo>
                <a:cubicBezTo>
                  <a:pt x="2677382" y="488537"/>
                  <a:pt x="2681288" y="483870"/>
                  <a:pt x="2681288" y="478060"/>
                </a:cubicBezTo>
                <a:cubicBezTo>
                  <a:pt x="2681288" y="471964"/>
                  <a:pt x="2676906" y="467106"/>
                  <a:pt x="2671191" y="465773"/>
                </a:cubicBezTo>
                <a:lnTo>
                  <a:pt x="2651570" y="442246"/>
                </a:lnTo>
                <a:cubicBezTo>
                  <a:pt x="2650903" y="441484"/>
                  <a:pt x="2649855" y="441008"/>
                  <a:pt x="2648807" y="441008"/>
                </a:cubicBezTo>
                <a:lnTo>
                  <a:pt x="2621090" y="441008"/>
                </a:lnTo>
                <a:lnTo>
                  <a:pt x="2621090" y="379095"/>
                </a:lnTo>
                <a:lnTo>
                  <a:pt x="2646236" y="379095"/>
                </a:lnTo>
                <a:lnTo>
                  <a:pt x="2646236" y="421577"/>
                </a:lnTo>
                <a:cubicBezTo>
                  <a:pt x="2646236" y="423577"/>
                  <a:pt x="2647855" y="425196"/>
                  <a:pt x="2649855" y="425196"/>
                </a:cubicBezTo>
                <a:lnTo>
                  <a:pt x="2683193" y="425196"/>
                </a:lnTo>
                <a:cubicBezTo>
                  <a:pt x="2685193" y="425196"/>
                  <a:pt x="2686812" y="423577"/>
                  <a:pt x="2686812" y="421577"/>
                </a:cubicBezTo>
                <a:lnTo>
                  <a:pt x="2686812" y="380238"/>
                </a:lnTo>
                <a:lnTo>
                  <a:pt x="2712815" y="380238"/>
                </a:lnTo>
                <a:lnTo>
                  <a:pt x="2712815" y="421577"/>
                </a:lnTo>
                <a:cubicBezTo>
                  <a:pt x="2712815" y="423577"/>
                  <a:pt x="2714435" y="425196"/>
                  <a:pt x="2716435" y="425196"/>
                </a:cubicBezTo>
                <a:lnTo>
                  <a:pt x="2748725" y="425196"/>
                </a:lnTo>
                <a:cubicBezTo>
                  <a:pt x="2750725" y="425196"/>
                  <a:pt x="2752344" y="423577"/>
                  <a:pt x="2752344" y="421577"/>
                </a:cubicBezTo>
                <a:lnTo>
                  <a:pt x="2752344" y="380238"/>
                </a:lnTo>
                <a:lnTo>
                  <a:pt x="2779395" y="380238"/>
                </a:lnTo>
                <a:lnTo>
                  <a:pt x="2779395" y="421577"/>
                </a:lnTo>
                <a:cubicBezTo>
                  <a:pt x="2779395" y="423577"/>
                  <a:pt x="2781014" y="425196"/>
                  <a:pt x="2783015" y="425196"/>
                </a:cubicBezTo>
                <a:lnTo>
                  <a:pt x="2815685" y="425196"/>
                </a:lnTo>
                <a:cubicBezTo>
                  <a:pt x="2817686" y="425196"/>
                  <a:pt x="2819305" y="423577"/>
                  <a:pt x="2819305" y="421577"/>
                </a:cubicBezTo>
                <a:lnTo>
                  <a:pt x="2819305" y="379095"/>
                </a:lnTo>
                <a:lnTo>
                  <a:pt x="2845689" y="379095"/>
                </a:lnTo>
                <a:lnTo>
                  <a:pt x="2845689" y="421577"/>
                </a:lnTo>
                <a:cubicBezTo>
                  <a:pt x="2845689" y="423577"/>
                  <a:pt x="2847309" y="425196"/>
                  <a:pt x="2849309" y="425196"/>
                </a:cubicBezTo>
                <a:lnTo>
                  <a:pt x="3011424" y="425196"/>
                </a:lnTo>
                <a:cubicBezTo>
                  <a:pt x="3011424" y="425196"/>
                  <a:pt x="3011615" y="426053"/>
                  <a:pt x="3011805" y="426530"/>
                </a:cubicBezTo>
                <a:cubicBezTo>
                  <a:pt x="3013329" y="430625"/>
                  <a:pt x="3016377" y="433959"/>
                  <a:pt x="3020473" y="435769"/>
                </a:cubicBezTo>
                <a:cubicBezTo>
                  <a:pt x="3022663" y="436721"/>
                  <a:pt x="3024950" y="437198"/>
                  <a:pt x="3027236" y="437198"/>
                </a:cubicBezTo>
                <a:cubicBezTo>
                  <a:pt x="3033522" y="437198"/>
                  <a:pt x="3039523" y="433578"/>
                  <a:pt x="3042285" y="427482"/>
                </a:cubicBezTo>
                <a:cubicBezTo>
                  <a:pt x="3044095" y="423482"/>
                  <a:pt x="3044285" y="419005"/>
                  <a:pt x="3042666" y="414814"/>
                </a:cubicBezTo>
                <a:cubicBezTo>
                  <a:pt x="3041142" y="410718"/>
                  <a:pt x="3038094" y="407384"/>
                  <a:pt x="3033998" y="405575"/>
                </a:cubicBezTo>
                <a:cubicBezTo>
                  <a:pt x="3029998" y="403765"/>
                  <a:pt x="3025521" y="403574"/>
                  <a:pt x="3021330" y="405194"/>
                </a:cubicBezTo>
                <a:cubicBezTo>
                  <a:pt x="3017234" y="406718"/>
                  <a:pt x="3013901" y="409765"/>
                  <a:pt x="3012091" y="413861"/>
                </a:cubicBezTo>
                <a:cubicBezTo>
                  <a:pt x="3011519" y="415195"/>
                  <a:pt x="3011138" y="416624"/>
                  <a:pt x="3010853" y="418052"/>
                </a:cubicBezTo>
                <a:lnTo>
                  <a:pt x="2852738" y="418052"/>
                </a:lnTo>
                <a:lnTo>
                  <a:pt x="2852738" y="375571"/>
                </a:lnTo>
                <a:cubicBezTo>
                  <a:pt x="2852738" y="373571"/>
                  <a:pt x="2851118" y="371951"/>
                  <a:pt x="2849118" y="371951"/>
                </a:cubicBezTo>
                <a:lnTo>
                  <a:pt x="2815590" y="371951"/>
                </a:lnTo>
                <a:cubicBezTo>
                  <a:pt x="2813590" y="371951"/>
                  <a:pt x="2811971" y="373571"/>
                  <a:pt x="2811971" y="375571"/>
                </a:cubicBezTo>
                <a:lnTo>
                  <a:pt x="2811971" y="418052"/>
                </a:lnTo>
                <a:lnTo>
                  <a:pt x="2786444" y="418052"/>
                </a:lnTo>
                <a:lnTo>
                  <a:pt x="2786444" y="376714"/>
                </a:lnTo>
                <a:cubicBezTo>
                  <a:pt x="2786444" y="374714"/>
                  <a:pt x="2784824" y="373094"/>
                  <a:pt x="2782824" y="373094"/>
                </a:cubicBezTo>
                <a:lnTo>
                  <a:pt x="2748629" y="373094"/>
                </a:lnTo>
                <a:cubicBezTo>
                  <a:pt x="2746629" y="373094"/>
                  <a:pt x="2745010" y="374714"/>
                  <a:pt x="2745010" y="376714"/>
                </a:cubicBezTo>
                <a:lnTo>
                  <a:pt x="2745010" y="418052"/>
                </a:lnTo>
                <a:lnTo>
                  <a:pt x="2719864" y="418052"/>
                </a:lnTo>
                <a:lnTo>
                  <a:pt x="2719864" y="376714"/>
                </a:lnTo>
                <a:cubicBezTo>
                  <a:pt x="2719864" y="374714"/>
                  <a:pt x="2718245" y="373094"/>
                  <a:pt x="2716244" y="373094"/>
                </a:cubicBezTo>
                <a:lnTo>
                  <a:pt x="2683097" y="373094"/>
                </a:lnTo>
                <a:cubicBezTo>
                  <a:pt x="2681097" y="373094"/>
                  <a:pt x="2679478" y="374714"/>
                  <a:pt x="2679478" y="376714"/>
                </a:cubicBezTo>
                <a:lnTo>
                  <a:pt x="2679478" y="418052"/>
                </a:lnTo>
                <a:lnTo>
                  <a:pt x="2653284" y="418052"/>
                </a:lnTo>
                <a:lnTo>
                  <a:pt x="2653284" y="375571"/>
                </a:lnTo>
                <a:cubicBezTo>
                  <a:pt x="2653284" y="373571"/>
                  <a:pt x="2651665" y="371951"/>
                  <a:pt x="2649665" y="371951"/>
                </a:cubicBezTo>
                <a:lnTo>
                  <a:pt x="2617375" y="371951"/>
                </a:lnTo>
                <a:cubicBezTo>
                  <a:pt x="2615375" y="371951"/>
                  <a:pt x="2613755" y="373571"/>
                  <a:pt x="2613755" y="375571"/>
                </a:cubicBezTo>
                <a:lnTo>
                  <a:pt x="2613755" y="444627"/>
                </a:lnTo>
                <a:cubicBezTo>
                  <a:pt x="2613755" y="446627"/>
                  <a:pt x="2615375" y="448247"/>
                  <a:pt x="2617375" y="448247"/>
                </a:cubicBezTo>
                <a:lnTo>
                  <a:pt x="2646998" y="448247"/>
                </a:lnTo>
                <a:lnTo>
                  <a:pt x="2662523" y="466915"/>
                </a:lnTo>
                <a:cubicBezTo>
                  <a:pt x="2658428" y="469011"/>
                  <a:pt x="2655475" y="473202"/>
                  <a:pt x="2655475" y="478155"/>
                </a:cubicBezTo>
                <a:cubicBezTo>
                  <a:pt x="2655475" y="483965"/>
                  <a:pt x="2659380" y="488633"/>
                  <a:pt x="2664714" y="490252"/>
                </a:cubicBezTo>
                <a:lnTo>
                  <a:pt x="2664714" y="568928"/>
                </a:lnTo>
                <a:lnTo>
                  <a:pt x="2661285" y="568928"/>
                </a:lnTo>
                <a:cubicBezTo>
                  <a:pt x="2654999" y="568928"/>
                  <a:pt x="2649855" y="574072"/>
                  <a:pt x="2649855" y="580454"/>
                </a:cubicBezTo>
                <a:lnTo>
                  <a:pt x="2649855" y="631793"/>
                </a:lnTo>
                <a:cubicBezTo>
                  <a:pt x="2649855" y="638080"/>
                  <a:pt x="2654999" y="643319"/>
                  <a:pt x="2661285" y="643319"/>
                </a:cubicBezTo>
                <a:lnTo>
                  <a:pt x="2663476" y="643319"/>
                </a:lnTo>
                <a:lnTo>
                  <a:pt x="2663476" y="756380"/>
                </a:lnTo>
                <a:lnTo>
                  <a:pt x="2589371" y="837914"/>
                </a:lnTo>
                <a:cubicBezTo>
                  <a:pt x="2586800" y="836581"/>
                  <a:pt x="2583942" y="835819"/>
                  <a:pt x="2580894" y="835819"/>
                </a:cubicBezTo>
                <a:cubicBezTo>
                  <a:pt x="2570607" y="835819"/>
                  <a:pt x="2562130" y="844201"/>
                  <a:pt x="2562130" y="854583"/>
                </a:cubicBezTo>
                <a:cubicBezTo>
                  <a:pt x="2562130" y="862108"/>
                  <a:pt x="2566702" y="868680"/>
                  <a:pt x="2573179" y="871633"/>
                </a:cubicBezTo>
                <a:lnTo>
                  <a:pt x="2573179" y="932021"/>
                </a:lnTo>
                <a:lnTo>
                  <a:pt x="2553748" y="953452"/>
                </a:lnTo>
                <a:close/>
                <a:moveTo>
                  <a:pt x="2156841" y="985742"/>
                </a:moveTo>
                <a:cubicBezTo>
                  <a:pt x="2154650" y="987362"/>
                  <a:pt x="2152079" y="988124"/>
                  <a:pt x="2149507" y="988124"/>
                </a:cubicBezTo>
                <a:cubicBezTo>
                  <a:pt x="2145697" y="988124"/>
                  <a:pt x="2141887" y="986409"/>
                  <a:pt x="2139506" y="983075"/>
                </a:cubicBezTo>
                <a:cubicBezTo>
                  <a:pt x="2135505" y="977551"/>
                  <a:pt x="2136648" y="969836"/>
                  <a:pt x="2142173" y="965740"/>
                </a:cubicBezTo>
                <a:cubicBezTo>
                  <a:pt x="2144840" y="963740"/>
                  <a:pt x="2148078" y="962977"/>
                  <a:pt x="2151412" y="963454"/>
                </a:cubicBezTo>
                <a:cubicBezTo>
                  <a:pt x="2154650" y="963930"/>
                  <a:pt x="2157508" y="965740"/>
                  <a:pt x="2159508" y="968407"/>
                </a:cubicBezTo>
                <a:cubicBezTo>
                  <a:pt x="2161508" y="971074"/>
                  <a:pt x="2162270" y="974312"/>
                  <a:pt x="2161794" y="977646"/>
                </a:cubicBezTo>
                <a:cubicBezTo>
                  <a:pt x="2161318" y="980885"/>
                  <a:pt x="2159508" y="983837"/>
                  <a:pt x="2156841" y="985742"/>
                </a:cubicBezTo>
                <a:close/>
                <a:moveTo>
                  <a:pt x="3018187" y="416719"/>
                </a:moveTo>
                <a:cubicBezTo>
                  <a:pt x="3019235" y="414433"/>
                  <a:pt x="3021044" y="412718"/>
                  <a:pt x="3023426" y="411861"/>
                </a:cubicBezTo>
                <a:cubicBezTo>
                  <a:pt x="3024473" y="411480"/>
                  <a:pt x="3025617" y="411289"/>
                  <a:pt x="3026759" y="411289"/>
                </a:cubicBezTo>
                <a:cubicBezTo>
                  <a:pt x="3028093" y="411289"/>
                  <a:pt x="3029426" y="411575"/>
                  <a:pt x="3030665" y="412147"/>
                </a:cubicBezTo>
                <a:lnTo>
                  <a:pt x="3030665" y="412147"/>
                </a:lnTo>
                <a:cubicBezTo>
                  <a:pt x="3032951" y="413195"/>
                  <a:pt x="3034665" y="415004"/>
                  <a:pt x="3035522" y="417386"/>
                </a:cubicBezTo>
                <a:cubicBezTo>
                  <a:pt x="3036380" y="419767"/>
                  <a:pt x="3036284" y="422243"/>
                  <a:pt x="3035237" y="424529"/>
                </a:cubicBezTo>
                <a:cubicBezTo>
                  <a:pt x="3034189" y="426815"/>
                  <a:pt x="3032379" y="428530"/>
                  <a:pt x="3029998" y="429387"/>
                </a:cubicBezTo>
                <a:cubicBezTo>
                  <a:pt x="3027617" y="430244"/>
                  <a:pt x="3025140" y="430149"/>
                  <a:pt x="3022854" y="429197"/>
                </a:cubicBezTo>
                <a:cubicBezTo>
                  <a:pt x="3020568" y="428149"/>
                  <a:pt x="3018854" y="426339"/>
                  <a:pt x="3017996" y="423958"/>
                </a:cubicBezTo>
                <a:cubicBezTo>
                  <a:pt x="3017139" y="421577"/>
                  <a:pt x="3017234" y="419100"/>
                  <a:pt x="3018282" y="416814"/>
                </a:cubicBezTo>
                <a:close/>
                <a:moveTo>
                  <a:pt x="2660428" y="478060"/>
                </a:moveTo>
                <a:cubicBezTo>
                  <a:pt x="2660428" y="473583"/>
                  <a:pt x="2664047" y="470059"/>
                  <a:pt x="2668429" y="470059"/>
                </a:cubicBezTo>
                <a:cubicBezTo>
                  <a:pt x="2672810" y="470059"/>
                  <a:pt x="2676430" y="473678"/>
                  <a:pt x="2676430" y="478060"/>
                </a:cubicBezTo>
                <a:cubicBezTo>
                  <a:pt x="2676430" y="482441"/>
                  <a:pt x="2672810" y="486061"/>
                  <a:pt x="2668429" y="486061"/>
                </a:cubicBezTo>
                <a:cubicBezTo>
                  <a:pt x="2664047" y="486061"/>
                  <a:pt x="2660428" y="482441"/>
                  <a:pt x="2660428" y="478060"/>
                </a:cubicBezTo>
                <a:close/>
                <a:moveTo>
                  <a:pt x="2657094" y="580263"/>
                </a:moveTo>
                <a:cubicBezTo>
                  <a:pt x="2657094" y="577882"/>
                  <a:pt x="2658999" y="575882"/>
                  <a:pt x="2661380" y="575882"/>
                </a:cubicBezTo>
                <a:lnTo>
                  <a:pt x="2675382" y="575882"/>
                </a:lnTo>
                <a:cubicBezTo>
                  <a:pt x="2677763" y="575882"/>
                  <a:pt x="2679668" y="577787"/>
                  <a:pt x="2679668" y="580263"/>
                </a:cubicBezTo>
                <a:lnTo>
                  <a:pt x="2679668" y="589217"/>
                </a:lnTo>
                <a:lnTo>
                  <a:pt x="2656999" y="589217"/>
                </a:lnTo>
                <a:lnTo>
                  <a:pt x="2656999" y="580263"/>
                </a:lnTo>
                <a:close/>
                <a:moveTo>
                  <a:pt x="2661476" y="635889"/>
                </a:moveTo>
                <a:cubicBezTo>
                  <a:pt x="2659094" y="635889"/>
                  <a:pt x="2657189" y="633984"/>
                  <a:pt x="2657189" y="631508"/>
                </a:cubicBezTo>
                <a:lnTo>
                  <a:pt x="2657189" y="619792"/>
                </a:lnTo>
                <a:lnTo>
                  <a:pt x="2679859" y="619792"/>
                </a:lnTo>
                <a:lnTo>
                  <a:pt x="2679859" y="631508"/>
                </a:lnTo>
                <a:cubicBezTo>
                  <a:pt x="2679859" y="633889"/>
                  <a:pt x="2677954" y="635889"/>
                  <a:pt x="2675573" y="635889"/>
                </a:cubicBezTo>
                <a:lnTo>
                  <a:pt x="2661571" y="635889"/>
                </a:lnTo>
                <a:close/>
                <a:moveTo>
                  <a:pt x="2568893" y="854297"/>
                </a:moveTo>
                <a:cubicBezTo>
                  <a:pt x="2568893" y="847535"/>
                  <a:pt x="2574417" y="842105"/>
                  <a:pt x="2581085" y="842105"/>
                </a:cubicBezTo>
                <a:cubicBezTo>
                  <a:pt x="2587752" y="842105"/>
                  <a:pt x="2593277" y="847630"/>
                  <a:pt x="2593277" y="854297"/>
                </a:cubicBezTo>
                <a:cubicBezTo>
                  <a:pt x="2593277" y="860965"/>
                  <a:pt x="2587752" y="866489"/>
                  <a:pt x="2581085" y="866489"/>
                </a:cubicBezTo>
                <a:cubicBezTo>
                  <a:pt x="2574417" y="866489"/>
                  <a:pt x="2568893" y="860965"/>
                  <a:pt x="2568893" y="854297"/>
                </a:cubicBezTo>
                <a:close/>
                <a:moveTo>
                  <a:pt x="2604897" y="4222337"/>
                </a:moveTo>
                <a:cubicBezTo>
                  <a:pt x="2605373" y="4222337"/>
                  <a:pt x="2605945" y="4222433"/>
                  <a:pt x="2606421" y="4222433"/>
                </a:cubicBezTo>
                <a:cubicBezTo>
                  <a:pt x="2608802" y="4222433"/>
                  <a:pt x="2611088" y="4221671"/>
                  <a:pt x="2612993" y="4220242"/>
                </a:cubicBezTo>
                <a:cubicBezTo>
                  <a:pt x="2615089" y="4218623"/>
                  <a:pt x="2616327" y="4216337"/>
                  <a:pt x="2616899" y="4213860"/>
                </a:cubicBezTo>
                <a:lnTo>
                  <a:pt x="2643473" y="4213860"/>
                </a:lnTo>
                <a:lnTo>
                  <a:pt x="2662142" y="4197001"/>
                </a:lnTo>
                <a:lnTo>
                  <a:pt x="2662142" y="4061365"/>
                </a:lnTo>
                <a:lnTo>
                  <a:pt x="2664714" y="4061365"/>
                </a:lnTo>
                <a:cubicBezTo>
                  <a:pt x="2666810" y="4061365"/>
                  <a:pt x="2668619" y="4059650"/>
                  <a:pt x="2668619" y="4057460"/>
                </a:cubicBezTo>
                <a:lnTo>
                  <a:pt x="2668619" y="4047554"/>
                </a:lnTo>
                <a:cubicBezTo>
                  <a:pt x="2668619" y="4045458"/>
                  <a:pt x="2666905" y="4043648"/>
                  <a:pt x="2664714" y="4043648"/>
                </a:cubicBezTo>
                <a:lnTo>
                  <a:pt x="2654808" y="4043648"/>
                </a:lnTo>
                <a:cubicBezTo>
                  <a:pt x="2652713" y="4043648"/>
                  <a:pt x="2650903" y="4045363"/>
                  <a:pt x="2650903" y="4047554"/>
                </a:cubicBezTo>
                <a:lnTo>
                  <a:pt x="2650903" y="4057460"/>
                </a:lnTo>
                <a:cubicBezTo>
                  <a:pt x="2650903" y="4059555"/>
                  <a:pt x="2652617" y="4061365"/>
                  <a:pt x="2654808" y="4061365"/>
                </a:cubicBezTo>
                <a:lnTo>
                  <a:pt x="2657380" y="4061365"/>
                </a:lnTo>
                <a:lnTo>
                  <a:pt x="2657380" y="4194810"/>
                </a:lnTo>
                <a:lnTo>
                  <a:pt x="2641568" y="4209003"/>
                </a:lnTo>
                <a:lnTo>
                  <a:pt x="2616899" y="4209003"/>
                </a:lnTo>
                <a:cubicBezTo>
                  <a:pt x="2616613" y="4207479"/>
                  <a:pt x="2615946" y="4206050"/>
                  <a:pt x="2614994" y="4204812"/>
                </a:cubicBezTo>
                <a:cubicBezTo>
                  <a:pt x="2613279" y="4202430"/>
                  <a:pt x="2610707" y="4201002"/>
                  <a:pt x="2607755" y="4200525"/>
                </a:cubicBezTo>
                <a:cubicBezTo>
                  <a:pt x="2604802" y="4200049"/>
                  <a:pt x="2601944" y="4200906"/>
                  <a:pt x="2599659" y="4202621"/>
                </a:cubicBezTo>
                <a:cubicBezTo>
                  <a:pt x="2594896" y="4206240"/>
                  <a:pt x="2593943" y="4213194"/>
                  <a:pt x="2597563" y="4217956"/>
                </a:cubicBezTo>
                <a:cubicBezTo>
                  <a:pt x="2599373" y="4220337"/>
                  <a:pt x="2601944" y="4221766"/>
                  <a:pt x="2604802" y="4222242"/>
                </a:cubicBezTo>
                <a:close/>
                <a:moveTo>
                  <a:pt x="2602706" y="4206526"/>
                </a:moveTo>
                <a:cubicBezTo>
                  <a:pt x="2603754" y="4205669"/>
                  <a:pt x="2605088" y="4205288"/>
                  <a:pt x="2606421" y="4205288"/>
                </a:cubicBezTo>
                <a:cubicBezTo>
                  <a:pt x="2606707" y="4205288"/>
                  <a:pt x="2606993" y="4205288"/>
                  <a:pt x="2607278" y="4205288"/>
                </a:cubicBezTo>
                <a:cubicBezTo>
                  <a:pt x="2608898" y="4205478"/>
                  <a:pt x="2610326" y="4206336"/>
                  <a:pt x="2611374" y="4207669"/>
                </a:cubicBezTo>
                <a:cubicBezTo>
                  <a:pt x="2613470" y="4210431"/>
                  <a:pt x="2612898" y="4214241"/>
                  <a:pt x="2610136" y="4216337"/>
                </a:cubicBezTo>
                <a:lnTo>
                  <a:pt x="2610136" y="4216337"/>
                </a:lnTo>
                <a:cubicBezTo>
                  <a:pt x="2608802" y="4217385"/>
                  <a:pt x="2607183" y="4217765"/>
                  <a:pt x="2605564" y="4217575"/>
                </a:cubicBezTo>
                <a:cubicBezTo>
                  <a:pt x="2603945" y="4217385"/>
                  <a:pt x="2602516" y="4216527"/>
                  <a:pt x="2601468" y="4215194"/>
                </a:cubicBezTo>
                <a:cubicBezTo>
                  <a:pt x="2599373" y="4212431"/>
                  <a:pt x="2599944" y="4208621"/>
                  <a:pt x="2602706" y="4206526"/>
                </a:cubicBezTo>
                <a:close/>
                <a:moveTo>
                  <a:pt x="116872" y="2739771"/>
                </a:moveTo>
                <a:cubicBezTo>
                  <a:pt x="118301" y="2732913"/>
                  <a:pt x="124968" y="2728436"/>
                  <a:pt x="131921" y="2729770"/>
                </a:cubicBezTo>
                <a:cubicBezTo>
                  <a:pt x="138779" y="2731199"/>
                  <a:pt x="143256" y="2737866"/>
                  <a:pt x="141923" y="2744819"/>
                </a:cubicBezTo>
                <a:cubicBezTo>
                  <a:pt x="140589" y="2751773"/>
                  <a:pt x="133826" y="2756154"/>
                  <a:pt x="126873" y="2754821"/>
                </a:cubicBezTo>
                <a:cubicBezTo>
                  <a:pt x="119920" y="2753487"/>
                  <a:pt x="115538" y="2746724"/>
                  <a:pt x="116872" y="2739771"/>
                </a:cubicBezTo>
                <a:close/>
                <a:moveTo>
                  <a:pt x="2612803" y="4170902"/>
                </a:moveTo>
                <a:lnTo>
                  <a:pt x="2634901" y="4139755"/>
                </a:lnTo>
                <a:cubicBezTo>
                  <a:pt x="2635377" y="4138994"/>
                  <a:pt x="2635472" y="4138041"/>
                  <a:pt x="2635092" y="4137279"/>
                </a:cubicBezTo>
                <a:cubicBezTo>
                  <a:pt x="2634710" y="4136517"/>
                  <a:pt x="2633853" y="4136041"/>
                  <a:pt x="2632996" y="4136041"/>
                </a:cubicBezTo>
                <a:lnTo>
                  <a:pt x="2525078" y="4136041"/>
                </a:lnTo>
                <a:cubicBezTo>
                  <a:pt x="2524697" y="4134612"/>
                  <a:pt x="2524125" y="4133374"/>
                  <a:pt x="2523173" y="4132136"/>
                </a:cubicBezTo>
                <a:cubicBezTo>
                  <a:pt x="2521458" y="4129754"/>
                  <a:pt x="2518886" y="4128326"/>
                  <a:pt x="2515934" y="4127849"/>
                </a:cubicBezTo>
                <a:cubicBezTo>
                  <a:pt x="2512981" y="4127468"/>
                  <a:pt x="2510123" y="4128230"/>
                  <a:pt x="2507837" y="4129945"/>
                </a:cubicBezTo>
                <a:cubicBezTo>
                  <a:pt x="2502980" y="4133564"/>
                  <a:pt x="2502027" y="4140518"/>
                  <a:pt x="2505742" y="4145280"/>
                </a:cubicBezTo>
                <a:lnTo>
                  <a:pt x="2505742" y="4145280"/>
                </a:lnTo>
                <a:cubicBezTo>
                  <a:pt x="2507933" y="4148138"/>
                  <a:pt x="2511171" y="4149662"/>
                  <a:pt x="2514505" y="4149662"/>
                </a:cubicBezTo>
                <a:cubicBezTo>
                  <a:pt x="2516791" y="4149662"/>
                  <a:pt x="2519172" y="4148900"/>
                  <a:pt x="2521077" y="4147471"/>
                </a:cubicBezTo>
                <a:cubicBezTo>
                  <a:pt x="2523268" y="4145852"/>
                  <a:pt x="2524601" y="4143470"/>
                  <a:pt x="2525078" y="4140803"/>
                </a:cubicBezTo>
                <a:lnTo>
                  <a:pt x="2628329" y="4140803"/>
                </a:lnTo>
                <a:lnTo>
                  <a:pt x="2609660" y="4167188"/>
                </a:lnTo>
                <a:lnTo>
                  <a:pt x="2554891" y="4167188"/>
                </a:lnTo>
                <a:cubicBezTo>
                  <a:pt x="2554605" y="4165663"/>
                  <a:pt x="2553938" y="4164235"/>
                  <a:pt x="2552986" y="4162997"/>
                </a:cubicBezTo>
                <a:cubicBezTo>
                  <a:pt x="2549367" y="4158234"/>
                  <a:pt x="2542509" y="4157282"/>
                  <a:pt x="2537651" y="4160901"/>
                </a:cubicBezTo>
                <a:cubicBezTo>
                  <a:pt x="2535269" y="4162616"/>
                  <a:pt x="2533841" y="4165283"/>
                  <a:pt x="2533460" y="4168140"/>
                </a:cubicBezTo>
                <a:cubicBezTo>
                  <a:pt x="2533079" y="4170998"/>
                  <a:pt x="2533841" y="4173950"/>
                  <a:pt x="2535555" y="4176236"/>
                </a:cubicBezTo>
                <a:cubicBezTo>
                  <a:pt x="2537270" y="4178522"/>
                  <a:pt x="2539842" y="4180046"/>
                  <a:pt x="2542794" y="4180427"/>
                </a:cubicBezTo>
                <a:cubicBezTo>
                  <a:pt x="2543270" y="4180427"/>
                  <a:pt x="2543842" y="4180523"/>
                  <a:pt x="2544318" y="4180523"/>
                </a:cubicBezTo>
                <a:cubicBezTo>
                  <a:pt x="2546699" y="4180523"/>
                  <a:pt x="2548985" y="4179761"/>
                  <a:pt x="2550890" y="4178332"/>
                </a:cubicBezTo>
                <a:cubicBezTo>
                  <a:pt x="2552986" y="4176713"/>
                  <a:pt x="2554319" y="4174427"/>
                  <a:pt x="2554796" y="4171950"/>
                </a:cubicBezTo>
                <a:lnTo>
                  <a:pt x="2610898" y="4171950"/>
                </a:lnTo>
                <a:cubicBezTo>
                  <a:pt x="2611660" y="4171950"/>
                  <a:pt x="2612422" y="4171569"/>
                  <a:pt x="2612803" y="4170902"/>
                </a:cubicBezTo>
                <a:close/>
                <a:moveTo>
                  <a:pt x="2518220" y="4143661"/>
                </a:moveTo>
                <a:cubicBezTo>
                  <a:pt x="2515553" y="4145756"/>
                  <a:pt x="2511647" y="4145185"/>
                  <a:pt x="2509552" y="4142518"/>
                </a:cubicBezTo>
                <a:cubicBezTo>
                  <a:pt x="2507456" y="4139755"/>
                  <a:pt x="2508028" y="4135850"/>
                  <a:pt x="2510790" y="4133850"/>
                </a:cubicBezTo>
                <a:cubicBezTo>
                  <a:pt x="2512124" y="4132898"/>
                  <a:pt x="2513743" y="4132326"/>
                  <a:pt x="2515362" y="4132707"/>
                </a:cubicBezTo>
                <a:cubicBezTo>
                  <a:pt x="2516981" y="4132898"/>
                  <a:pt x="2518410" y="4133755"/>
                  <a:pt x="2519458" y="4135088"/>
                </a:cubicBezTo>
                <a:cubicBezTo>
                  <a:pt x="2520410" y="4136422"/>
                  <a:pt x="2520887" y="4138041"/>
                  <a:pt x="2520696" y="4139660"/>
                </a:cubicBezTo>
                <a:cubicBezTo>
                  <a:pt x="2520505" y="4141280"/>
                  <a:pt x="2519648" y="4142709"/>
                  <a:pt x="2518315" y="4143756"/>
                </a:cubicBezTo>
                <a:close/>
                <a:moveTo>
                  <a:pt x="2548033" y="4174427"/>
                </a:moveTo>
                <a:cubicBezTo>
                  <a:pt x="2546699" y="4175379"/>
                  <a:pt x="2545080" y="4175855"/>
                  <a:pt x="2543461" y="4175570"/>
                </a:cubicBezTo>
                <a:cubicBezTo>
                  <a:pt x="2541842" y="4175379"/>
                  <a:pt x="2540413" y="4174522"/>
                  <a:pt x="2539365" y="4173188"/>
                </a:cubicBezTo>
                <a:lnTo>
                  <a:pt x="2539365" y="4173188"/>
                </a:lnTo>
                <a:cubicBezTo>
                  <a:pt x="2538413" y="4171855"/>
                  <a:pt x="2537936" y="4170236"/>
                  <a:pt x="2538127" y="4168617"/>
                </a:cubicBezTo>
                <a:cubicBezTo>
                  <a:pt x="2538317" y="4166997"/>
                  <a:pt x="2539175" y="4165568"/>
                  <a:pt x="2540508" y="4164521"/>
                </a:cubicBezTo>
                <a:cubicBezTo>
                  <a:pt x="2541651" y="4163663"/>
                  <a:pt x="2542889" y="4163282"/>
                  <a:pt x="2544223" y="4163282"/>
                </a:cubicBezTo>
                <a:cubicBezTo>
                  <a:pt x="2546128" y="4163282"/>
                  <a:pt x="2547938" y="4164140"/>
                  <a:pt x="2549176" y="4165759"/>
                </a:cubicBezTo>
                <a:cubicBezTo>
                  <a:pt x="2551271" y="4168521"/>
                  <a:pt x="2550700" y="4172426"/>
                  <a:pt x="2547938" y="4174427"/>
                </a:cubicBezTo>
                <a:close/>
                <a:moveTo>
                  <a:pt x="1948720" y="3994595"/>
                </a:moveTo>
                <a:lnTo>
                  <a:pt x="1906524" y="3956590"/>
                </a:lnTo>
                <a:cubicBezTo>
                  <a:pt x="1907191" y="3955066"/>
                  <a:pt x="1907572" y="3953351"/>
                  <a:pt x="1907572" y="3951542"/>
                </a:cubicBezTo>
                <a:cubicBezTo>
                  <a:pt x="1907572" y="3944303"/>
                  <a:pt x="1901762" y="3938397"/>
                  <a:pt x="1894523" y="3938207"/>
                </a:cubicBezTo>
                <a:lnTo>
                  <a:pt x="1894523" y="3808190"/>
                </a:lnTo>
                <a:lnTo>
                  <a:pt x="1991487" y="3704939"/>
                </a:lnTo>
                <a:lnTo>
                  <a:pt x="1992154" y="3704273"/>
                </a:lnTo>
                <a:lnTo>
                  <a:pt x="1992630" y="3633121"/>
                </a:lnTo>
                <a:lnTo>
                  <a:pt x="2009775" y="3613785"/>
                </a:lnTo>
                <a:cubicBezTo>
                  <a:pt x="2011966" y="3615214"/>
                  <a:pt x="2014538" y="3616071"/>
                  <a:pt x="2017395" y="3616071"/>
                </a:cubicBezTo>
                <a:cubicBezTo>
                  <a:pt x="2024920" y="3616071"/>
                  <a:pt x="2031111" y="3609975"/>
                  <a:pt x="2031111" y="3602355"/>
                </a:cubicBezTo>
                <a:cubicBezTo>
                  <a:pt x="2031111" y="3594735"/>
                  <a:pt x="2025015" y="3588639"/>
                  <a:pt x="2017395" y="3588639"/>
                </a:cubicBezTo>
                <a:cubicBezTo>
                  <a:pt x="2009775" y="3588639"/>
                  <a:pt x="2003679" y="3594735"/>
                  <a:pt x="2003679" y="3602355"/>
                </a:cubicBezTo>
                <a:cubicBezTo>
                  <a:pt x="2003679" y="3605403"/>
                  <a:pt x="2004727" y="3608165"/>
                  <a:pt x="2006346" y="3610356"/>
                </a:cubicBezTo>
                <a:lnTo>
                  <a:pt x="1987868" y="3631121"/>
                </a:lnTo>
                <a:lnTo>
                  <a:pt x="1987391" y="3702272"/>
                </a:lnTo>
                <a:lnTo>
                  <a:pt x="1889760" y="3806190"/>
                </a:lnTo>
                <a:lnTo>
                  <a:pt x="1889760" y="3938873"/>
                </a:lnTo>
                <a:cubicBezTo>
                  <a:pt x="1884521" y="3940683"/>
                  <a:pt x="1880807" y="3945636"/>
                  <a:pt x="1880807" y="3951446"/>
                </a:cubicBezTo>
                <a:cubicBezTo>
                  <a:pt x="1880807" y="3958780"/>
                  <a:pt x="1886807" y="3964781"/>
                  <a:pt x="1894142" y="3964781"/>
                </a:cubicBezTo>
                <a:cubicBezTo>
                  <a:pt x="1897952" y="3964781"/>
                  <a:pt x="1901381" y="3963162"/>
                  <a:pt x="1903762" y="3960590"/>
                </a:cubicBezTo>
                <a:lnTo>
                  <a:pt x="1946720" y="3999357"/>
                </a:lnTo>
                <a:lnTo>
                  <a:pt x="2012442" y="3999071"/>
                </a:lnTo>
                <a:lnTo>
                  <a:pt x="2073593" y="3923538"/>
                </a:lnTo>
                <a:lnTo>
                  <a:pt x="2096453" y="3923538"/>
                </a:lnTo>
                <a:cubicBezTo>
                  <a:pt x="2099405" y="3923538"/>
                  <a:pt x="2101787" y="3921157"/>
                  <a:pt x="2101787" y="3918204"/>
                </a:cubicBezTo>
                <a:lnTo>
                  <a:pt x="2101787" y="3908298"/>
                </a:lnTo>
                <a:lnTo>
                  <a:pt x="2154460" y="3907822"/>
                </a:lnTo>
                <a:lnTo>
                  <a:pt x="2190941" y="3945636"/>
                </a:lnTo>
                <a:cubicBezTo>
                  <a:pt x="2189893" y="3947732"/>
                  <a:pt x="2189417" y="3950113"/>
                  <a:pt x="2189893" y="3952589"/>
                </a:cubicBezTo>
                <a:cubicBezTo>
                  <a:pt x="2190464" y="3955352"/>
                  <a:pt x="2192179" y="3957733"/>
                  <a:pt x="2194560" y="3959257"/>
                </a:cubicBezTo>
                <a:cubicBezTo>
                  <a:pt x="2196275" y="3960305"/>
                  <a:pt x="2198275" y="3960876"/>
                  <a:pt x="2200180" y="3960876"/>
                </a:cubicBezTo>
                <a:cubicBezTo>
                  <a:pt x="2200942" y="3960876"/>
                  <a:pt x="2201704" y="3960876"/>
                  <a:pt x="2202466" y="3960590"/>
                </a:cubicBezTo>
                <a:cubicBezTo>
                  <a:pt x="2205228" y="3960019"/>
                  <a:pt x="2207609" y="3958304"/>
                  <a:pt x="2209133" y="3955923"/>
                </a:cubicBezTo>
                <a:cubicBezTo>
                  <a:pt x="2210657" y="3953542"/>
                  <a:pt x="2211134" y="3950684"/>
                  <a:pt x="2210562" y="3947922"/>
                </a:cubicBezTo>
                <a:cubicBezTo>
                  <a:pt x="2209324" y="3942207"/>
                  <a:pt x="2203609" y="3938588"/>
                  <a:pt x="2197989" y="3939921"/>
                </a:cubicBezTo>
                <a:cubicBezTo>
                  <a:pt x="2196465" y="3940207"/>
                  <a:pt x="2195227" y="3940874"/>
                  <a:pt x="2194084" y="3941731"/>
                </a:cubicBezTo>
                <a:lnTo>
                  <a:pt x="2156555" y="3902774"/>
                </a:lnTo>
                <a:lnTo>
                  <a:pt x="2101882" y="3903250"/>
                </a:lnTo>
                <a:lnTo>
                  <a:pt x="2101882" y="3893630"/>
                </a:lnTo>
                <a:cubicBezTo>
                  <a:pt x="2101882" y="3890963"/>
                  <a:pt x="2099691" y="3888772"/>
                  <a:pt x="2097024" y="3888772"/>
                </a:cubicBezTo>
                <a:lnTo>
                  <a:pt x="2072640" y="3888772"/>
                </a:lnTo>
                <a:cubicBezTo>
                  <a:pt x="2069687" y="3888772"/>
                  <a:pt x="2067306" y="3891153"/>
                  <a:pt x="2067306" y="3894106"/>
                </a:cubicBezTo>
                <a:lnTo>
                  <a:pt x="2067306" y="3918013"/>
                </a:lnTo>
                <a:cubicBezTo>
                  <a:pt x="2067306" y="3919442"/>
                  <a:pt x="2067878" y="3920680"/>
                  <a:pt x="2068830" y="3921728"/>
                </a:cubicBezTo>
                <a:lnTo>
                  <a:pt x="2010347" y="3994023"/>
                </a:lnTo>
                <a:lnTo>
                  <a:pt x="1948815" y="3994309"/>
                </a:lnTo>
                <a:close/>
                <a:moveTo>
                  <a:pt x="2017395" y="3593402"/>
                </a:moveTo>
                <a:cubicBezTo>
                  <a:pt x="2022348" y="3593402"/>
                  <a:pt x="2026349" y="3597402"/>
                  <a:pt x="2026349" y="3602355"/>
                </a:cubicBezTo>
                <a:cubicBezTo>
                  <a:pt x="2026349" y="3607308"/>
                  <a:pt x="2022348" y="3611309"/>
                  <a:pt x="2017395" y="3611309"/>
                </a:cubicBezTo>
                <a:cubicBezTo>
                  <a:pt x="2012442" y="3611309"/>
                  <a:pt x="2008442" y="3607308"/>
                  <a:pt x="2008442" y="3602355"/>
                </a:cubicBezTo>
                <a:cubicBezTo>
                  <a:pt x="2008442" y="3597402"/>
                  <a:pt x="2012442" y="3593402"/>
                  <a:pt x="2017395" y="3593402"/>
                </a:cubicBezTo>
                <a:close/>
                <a:moveTo>
                  <a:pt x="1894237" y="3960019"/>
                </a:moveTo>
                <a:cubicBezTo>
                  <a:pt x="1889570" y="3960019"/>
                  <a:pt x="1885760" y="3956209"/>
                  <a:pt x="1885760" y="3951542"/>
                </a:cubicBezTo>
                <a:cubicBezTo>
                  <a:pt x="1885760" y="3946874"/>
                  <a:pt x="1889570" y="3943064"/>
                  <a:pt x="1894237" y="3943064"/>
                </a:cubicBezTo>
                <a:cubicBezTo>
                  <a:pt x="1898904" y="3943064"/>
                  <a:pt x="1902714" y="3946874"/>
                  <a:pt x="1902714" y="3951542"/>
                </a:cubicBezTo>
                <a:cubicBezTo>
                  <a:pt x="1902714" y="3956209"/>
                  <a:pt x="1898904" y="3960019"/>
                  <a:pt x="1894237" y="3960019"/>
                </a:cubicBezTo>
                <a:close/>
                <a:moveTo>
                  <a:pt x="2199132" y="3944969"/>
                </a:moveTo>
                <a:cubicBezTo>
                  <a:pt x="2202180" y="3944303"/>
                  <a:pt x="2205228" y="3946208"/>
                  <a:pt x="2205895" y="3949255"/>
                </a:cubicBezTo>
                <a:cubicBezTo>
                  <a:pt x="2206181" y="3950780"/>
                  <a:pt x="2205895" y="3952209"/>
                  <a:pt x="2205133" y="3953542"/>
                </a:cubicBezTo>
                <a:cubicBezTo>
                  <a:pt x="2204276" y="3954780"/>
                  <a:pt x="2203037" y="3955733"/>
                  <a:pt x="2201609" y="3956018"/>
                </a:cubicBezTo>
                <a:cubicBezTo>
                  <a:pt x="2200085" y="3956304"/>
                  <a:pt x="2198656" y="3956018"/>
                  <a:pt x="2197322" y="3955256"/>
                </a:cubicBezTo>
                <a:cubicBezTo>
                  <a:pt x="2196084" y="3954399"/>
                  <a:pt x="2195132" y="3953161"/>
                  <a:pt x="2194846" y="3951732"/>
                </a:cubicBezTo>
                <a:cubicBezTo>
                  <a:pt x="2194179" y="3948684"/>
                  <a:pt x="2196084" y="3945636"/>
                  <a:pt x="2199132" y="3944969"/>
                </a:cubicBezTo>
                <a:close/>
                <a:moveTo>
                  <a:pt x="2072164" y="3894487"/>
                </a:moveTo>
                <a:cubicBezTo>
                  <a:pt x="2072164" y="3894487"/>
                  <a:pt x="2072354" y="3894011"/>
                  <a:pt x="2072640" y="3894011"/>
                </a:cubicBezTo>
                <a:lnTo>
                  <a:pt x="2097024" y="3894011"/>
                </a:lnTo>
                <a:cubicBezTo>
                  <a:pt x="2097024" y="3894011"/>
                  <a:pt x="2097024" y="3918395"/>
                  <a:pt x="2097024" y="3918395"/>
                </a:cubicBezTo>
                <a:cubicBezTo>
                  <a:pt x="2097024" y="3918680"/>
                  <a:pt x="2096834" y="3918871"/>
                  <a:pt x="2096548" y="3918871"/>
                </a:cubicBezTo>
                <a:lnTo>
                  <a:pt x="2072640" y="3918871"/>
                </a:lnTo>
                <a:cubicBezTo>
                  <a:pt x="2072640" y="3918871"/>
                  <a:pt x="2072164" y="3918680"/>
                  <a:pt x="2072164" y="3918395"/>
                </a:cubicBezTo>
                <a:lnTo>
                  <a:pt x="2072164" y="3894487"/>
                </a:lnTo>
                <a:close/>
                <a:moveTo>
                  <a:pt x="707993" y="1964817"/>
                </a:moveTo>
                <a:cubicBezTo>
                  <a:pt x="700564" y="1964817"/>
                  <a:pt x="694563" y="1970818"/>
                  <a:pt x="694563" y="1978247"/>
                </a:cubicBezTo>
                <a:cubicBezTo>
                  <a:pt x="694563" y="1984439"/>
                  <a:pt x="698754" y="1989582"/>
                  <a:pt x="704469" y="1991201"/>
                </a:cubicBezTo>
                <a:lnTo>
                  <a:pt x="704469" y="1994154"/>
                </a:lnTo>
                <a:lnTo>
                  <a:pt x="711613" y="1994154"/>
                </a:lnTo>
                <a:lnTo>
                  <a:pt x="711613" y="1991201"/>
                </a:lnTo>
                <a:cubicBezTo>
                  <a:pt x="717328" y="1989582"/>
                  <a:pt x="721519" y="1984439"/>
                  <a:pt x="721519" y="1978247"/>
                </a:cubicBezTo>
                <a:cubicBezTo>
                  <a:pt x="721519" y="1970818"/>
                  <a:pt x="715518" y="1964817"/>
                  <a:pt x="708089" y="1964817"/>
                </a:cubicBezTo>
                <a:close/>
                <a:moveTo>
                  <a:pt x="707993" y="1987010"/>
                </a:moveTo>
                <a:cubicBezTo>
                  <a:pt x="703231" y="1987010"/>
                  <a:pt x="699326" y="1983105"/>
                  <a:pt x="699326" y="1978343"/>
                </a:cubicBezTo>
                <a:cubicBezTo>
                  <a:pt x="699326" y="1973580"/>
                  <a:pt x="703231" y="1969675"/>
                  <a:pt x="707993" y="1969675"/>
                </a:cubicBezTo>
                <a:cubicBezTo>
                  <a:pt x="712756" y="1969675"/>
                  <a:pt x="716661" y="1973580"/>
                  <a:pt x="716661" y="1978343"/>
                </a:cubicBezTo>
                <a:cubicBezTo>
                  <a:pt x="716661" y="1983105"/>
                  <a:pt x="712756" y="1987010"/>
                  <a:pt x="707993" y="1987010"/>
                </a:cubicBezTo>
                <a:close/>
                <a:moveTo>
                  <a:pt x="2872454" y="3886581"/>
                </a:moveTo>
                <a:lnTo>
                  <a:pt x="2959799" y="3886581"/>
                </a:lnTo>
                <a:lnTo>
                  <a:pt x="2983230" y="3868007"/>
                </a:lnTo>
                <a:lnTo>
                  <a:pt x="3038951" y="3868007"/>
                </a:lnTo>
                <a:cubicBezTo>
                  <a:pt x="3038951" y="3868007"/>
                  <a:pt x="3038951" y="3868388"/>
                  <a:pt x="3038951" y="3868674"/>
                </a:cubicBezTo>
                <a:cubicBezTo>
                  <a:pt x="3040285" y="3873437"/>
                  <a:pt x="3044762" y="3876580"/>
                  <a:pt x="3049524" y="3876580"/>
                </a:cubicBezTo>
                <a:cubicBezTo>
                  <a:pt x="3050477" y="3876580"/>
                  <a:pt x="3051524" y="3876485"/>
                  <a:pt x="3052572" y="3876199"/>
                </a:cubicBezTo>
                <a:cubicBezTo>
                  <a:pt x="3055430" y="3875437"/>
                  <a:pt x="3057716" y="3873532"/>
                  <a:pt x="3059144" y="3870960"/>
                </a:cubicBezTo>
                <a:cubicBezTo>
                  <a:pt x="3060573" y="3868388"/>
                  <a:pt x="3060859" y="3865436"/>
                  <a:pt x="3060097" y="3862673"/>
                </a:cubicBezTo>
                <a:cubicBezTo>
                  <a:pt x="3058478" y="3856863"/>
                  <a:pt x="3052382" y="3853529"/>
                  <a:pt x="3046571" y="3855149"/>
                </a:cubicBezTo>
                <a:cubicBezTo>
                  <a:pt x="3042571" y="3856292"/>
                  <a:pt x="3039904" y="3859530"/>
                  <a:pt x="3039047" y="3863245"/>
                </a:cubicBezTo>
                <a:lnTo>
                  <a:pt x="2981611" y="3863245"/>
                </a:lnTo>
                <a:lnTo>
                  <a:pt x="2958179" y="3881819"/>
                </a:lnTo>
                <a:lnTo>
                  <a:pt x="2874359" y="3881819"/>
                </a:lnTo>
                <a:lnTo>
                  <a:pt x="2835307" y="3844957"/>
                </a:lnTo>
                <a:lnTo>
                  <a:pt x="2835688" y="3819049"/>
                </a:lnTo>
                <a:cubicBezTo>
                  <a:pt x="2837117" y="3818859"/>
                  <a:pt x="2838545" y="3818573"/>
                  <a:pt x="2839784" y="3817811"/>
                </a:cubicBezTo>
                <a:cubicBezTo>
                  <a:pt x="2842355" y="3816382"/>
                  <a:pt x="2844165" y="3814096"/>
                  <a:pt x="2845022" y="3811238"/>
                </a:cubicBezTo>
                <a:cubicBezTo>
                  <a:pt x="2845784" y="3808476"/>
                  <a:pt x="2845499" y="3805428"/>
                  <a:pt x="2844070" y="3802952"/>
                </a:cubicBezTo>
                <a:cubicBezTo>
                  <a:pt x="2842641" y="3800380"/>
                  <a:pt x="2840355" y="3798570"/>
                  <a:pt x="2837498" y="3797713"/>
                </a:cubicBezTo>
                <a:cubicBezTo>
                  <a:pt x="2831687" y="3795998"/>
                  <a:pt x="2825592" y="3799427"/>
                  <a:pt x="2823972" y="3805238"/>
                </a:cubicBezTo>
                <a:cubicBezTo>
                  <a:pt x="2822353" y="3810857"/>
                  <a:pt x="2825496" y="3816572"/>
                  <a:pt x="2830925" y="3818477"/>
                </a:cubicBezTo>
                <a:lnTo>
                  <a:pt x="2830544" y="3847052"/>
                </a:lnTo>
                <a:lnTo>
                  <a:pt x="2872550" y="3886676"/>
                </a:lnTo>
                <a:close/>
                <a:moveTo>
                  <a:pt x="3047810" y="3859721"/>
                </a:moveTo>
                <a:cubicBezTo>
                  <a:pt x="3048381" y="3859530"/>
                  <a:pt x="3048953" y="3859435"/>
                  <a:pt x="3049524" y="3859435"/>
                </a:cubicBezTo>
                <a:cubicBezTo>
                  <a:pt x="3052191" y="3859435"/>
                  <a:pt x="3054668" y="3861245"/>
                  <a:pt x="3055430" y="3863912"/>
                </a:cubicBezTo>
                <a:cubicBezTo>
                  <a:pt x="3055906" y="3865531"/>
                  <a:pt x="3055715" y="3867150"/>
                  <a:pt x="3054858" y="3868579"/>
                </a:cubicBezTo>
                <a:cubicBezTo>
                  <a:pt x="3054096" y="3870008"/>
                  <a:pt x="3052763" y="3871055"/>
                  <a:pt x="3051143" y="3871532"/>
                </a:cubicBezTo>
                <a:cubicBezTo>
                  <a:pt x="3047810" y="3872484"/>
                  <a:pt x="3044476" y="3870579"/>
                  <a:pt x="3043523" y="3867245"/>
                </a:cubicBezTo>
                <a:cubicBezTo>
                  <a:pt x="3042571" y="3864007"/>
                  <a:pt x="3044476" y="3860483"/>
                  <a:pt x="3047810" y="3859625"/>
                </a:cubicBezTo>
                <a:close/>
                <a:moveTo>
                  <a:pt x="2828449" y="3806476"/>
                </a:moveTo>
                <a:cubicBezTo>
                  <a:pt x="2829401" y="3803237"/>
                  <a:pt x="2832830" y="3801332"/>
                  <a:pt x="2836069" y="3802190"/>
                </a:cubicBezTo>
                <a:cubicBezTo>
                  <a:pt x="2839307" y="3803142"/>
                  <a:pt x="2841212" y="3806571"/>
                  <a:pt x="2840355" y="3809810"/>
                </a:cubicBezTo>
                <a:cubicBezTo>
                  <a:pt x="2839403" y="3813048"/>
                  <a:pt x="2835974" y="3814953"/>
                  <a:pt x="2832735" y="3814096"/>
                </a:cubicBezTo>
                <a:cubicBezTo>
                  <a:pt x="2829497" y="3813143"/>
                  <a:pt x="2827592" y="3809714"/>
                  <a:pt x="2828449" y="3806476"/>
                </a:cubicBezTo>
                <a:close/>
                <a:moveTo>
                  <a:pt x="2523839" y="562070"/>
                </a:moveTo>
                <a:cubicBezTo>
                  <a:pt x="2518220" y="557784"/>
                  <a:pt x="2517172" y="549783"/>
                  <a:pt x="2521363" y="544163"/>
                </a:cubicBezTo>
                <a:cubicBezTo>
                  <a:pt x="2525649" y="538544"/>
                  <a:pt x="2533650" y="537496"/>
                  <a:pt x="2539270" y="541687"/>
                </a:cubicBezTo>
                <a:cubicBezTo>
                  <a:pt x="2544890" y="545973"/>
                  <a:pt x="2545937" y="553974"/>
                  <a:pt x="2541746" y="559594"/>
                </a:cubicBezTo>
                <a:cubicBezTo>
                  <a:pt x="2537460" y="565214"/>
                  <a:pt x="2529459" y="566261"/>
                  <a:pt x="2523839" y="562070"/>
                </a:cubicBezTo>
                <a:close/>
                <a:moveTo>
                  <a:pt x="1159955" y="1467136"/>
                </a:moveTo>
                <a:lnTo>
                  <a:pt x="1139857" y="1467136"/>
                </a:lnTo>
                <a:cubicBezTo>
                  <a:pt x="1137761" y="1467136"/>
                  <a:pt x="1136047" y="1468850"/>
                  <a:pt x="1136047" y="1470946"/>
                </a:cubicBezTo>
                <a:lnTo>
                  <a:pt x="1136047" y="1475518"/>
                </a:lnTo>
                <a:cubicBezTo>
                  <a:pt x="1135571" y="1474851"/>
                  <a:pt x="1135094" y="1474089"/>
                  <a:pt x="1134618" y="1473041"/>
                </a:cubicBezTo>
                <a:cubicBezTo>
                  <a:pt x="1132999" y="1470089"/>
                  <a:pt x="1130999" y="1466374"/>
                  <a:pt x="1126617" y="1466374"/>
                </a:cubicBezTo>
                <a:cubicBezTo>
                  <a:pt x="1122236" y="1466374"/>
                  <a:pt x="1120235" y="1470089"/>
                  <a:pt x="1118616" y="1473041"/>
                </a:cubicBezTo>
                <a:cubicBezTo>
                  <a:pt x="1117187" y="1475613"/>
                  <a:pt x="1116235" y="1477232"/>
                  <a:pt x="1114806" y="1477232"/>
                </a:cubicBezTo>
                <a:cubicBezTo>
                  <a:pt x="1113377" y="1477232"/>
                  <a:pt x="1112425" y="1475613"/>
                  <a:pt x="1110996" y="1473041"/>
                </a:cubicBezTo>
                <a:cubicBezTo>
                  <a:pt x="1109377" y="1470089"/>
                  <a:pt x="1107377" y="1466374"/>
                  <a:pt x="1102995" y="1466374"/>
                </a:cubicBezTo>
                <a:cubicBezTo>
                  <a:pt x="1098614" y="1466374"/>
                  <a:pt x="1096613" y="1470089"/>
                  <a:pt x="1094994" y="1473041"/>
                </a:cubicBezTo>
                <a:cubicBezTo>
                  <a:pt x="1093565" y="1475613"/>
                  <a:pt x="1092613" y="1477232"/>
                  <a:pt x="1091184" y="1477232"/>
                </a:cubicBezTo>
                <a:cubicBezTo>
                  <a:pt x="1089755" y="1477232"/>
                  <a:pt x="1088803" y="1475613"/>
                  <a:pt x="1087374" y="1473041"/>
                </a:cubicBezTo>
                <a:cubicBezTo>
                  <a:pt x="1085755" y="1470089"/>
                  <a:pt x="1083755" y="1466374"/>
                  <a:pt x="1079373" y="1466374"/>
                </a:cubicBezTo>
                <a:cubicBezTo>
                  <a:pt x="1074992" y="1466374"/>
                  <a:pt x="1072991" y="1470089"/>
                  <a:pt x="1071372" y="1473041"/>
                </a:cubicBezTo>
                <a:cubicBezTo>
                  <a:pt x="1069943" y="1475613"/>
                  <a:pt x="1068991" y="1477232"/>
                  <a:pt x="1067562" y="1477232"/>
                </a:cubicBezTo>
                <a:cubicBezTo>
                  <a:pt x="1066133" y="1477232"/>
                  <a:pt x="1065181" y="1475613"/>
                  <a:pt x="1063752" y="1473041"/>
                </a:cubicBezTo>
                <a:cubicBezTo>
                  <a:pt x="1062133" y="1470089"/>
                  <a:pt x="1060133" y="1466374"/>
                  <a:pt x="1055751" y="1466374"/>
                </a:cubicBezTo>
                <a:cubicBezTo>
                  <a:pt x="1051370" y="1466374"/>
                  <a:pt x="1049369" y="1470089"/>
                  <a:pt x="1047750" y="1473041"/>
                </a:cubicBezTo>
                <a:cubicBezTo>
                  <a:pt x="1046321" y="1475613"/>
                  <a:pt x="1045369" y="1477232"/>
                  <a:pt x="1043940" y="1477232"/>
                </a:cubicBezTo>
                <a:cubicBezTo>
                  <a:pt x="1042511" y="1477232"/>
                  <a:pt x="1041559" y="1475613"/>
                  <a:pt x="1040130" y="1473041"/>
                </a:cubicBezTo>
                <a:cubicBezTo>
                  <a:pt x="1038511" y="1470089"/>
                  <a:pt x="1036511" y="1466374"/>
                  <a:pt x="1032129" y="1466374"/>
                </a:cubicBezTo>
                <a:cubicBezTo>
                  <a:pt x="1027748" y="1466374"/>
                  <a:pt x="1025747" y="1470089"/>
                  <a:pt x="1024128" y="1473041"/>
                </a:cubicBezTo>
                <a:cubicBezTo>
                  <a:pt x="1022699" y="1475613"/>
                  <a:pt x="1021747" y="1477232"/>
                  <a:pt x="1020318" y="1477232"/>
                </a:cubicBezTo>
                <a:cubicBezTo>
                  <a:pt x="1018889" y="1477232"/>
                  <a:pt x="1017937" y="1475613"/>
                  <a:pt x="1016508" y="1473041"/>
                </a:cubicBezTo>
                <a:cubicBezTo>
                  <a:pt x="1014889" y="1470089"/>
                  <a:pt x="1012889" y="1466374"/>
                  <a:pt x="1008507" y="1466374"/>
                </a:cubicBezTo>
                <a:cubicBezTo>
                  <a:pt x="1004126" y="1466374"/>
                  <a:pt x="1002125" y="1470089"/>
                  <a:pt x="1000506" y="1473041"/>
                </a:cubicBezTo>
                <a:cubicBezTo>
                  <a:pt x="999077" y="1475613"/>
                  <a:pt x="998125" y="1477232"/>
                  <a:pt x="996696" y="1477232"/>
                </a:cubicBezTo>
                <a:cubicBezTo>
                  <a:pt x="995267" y="1477232"/>
                  <a:pt x="994315" y="1475613"/>
                  <a:pt x="992886" y="1473041"/>
                </a:cubicBezTo>
                <a:cubicBezTo>
                  <a:pt x="991267" y="1470089"/>
                  <a:pt x="989267" y="1466374"/>
                  <a:pt x="984885" y="1466374"/>
                </a:cubicBezTo>
                <a:cubicBezTo>
                  <a:pt x="980504" y="1466374"/>
                  <a:pt x="978503" y="1470089"/>
                  <a:pt x="976884" y="1473041"/>
                </a:cubicBezTo>
                <a:cubicBezTo>
                  <a:pt x="975455" y="1475613"/>
                  <a:pt x="974503" y="1477232"/>
                  <a:pt x="973074" y="1477232"/>
                </a:cubicBezTo>
                <a:cubicBezTo>
                  <a:pt x="971645" y="1477232"/>
                  <a:pt x="970693" y="1475613"/>
                  <a:pt x="969264" y="1473041"/>
                </a:cubicBezTo>
                <a:cubicBezTo>
                  <a:pt x="967645" y="1470089"/>
                  <a:pt x="965645" y="1466374"/>
                  <a:pt x="961263" y="1466374"/>
                </a:cubicBezTo>
                <a:cubicBezTo>
                  <a:pt x="956882" y="1466374"/>
                  <a:pt x="954881" y="1470089"/>
                  <a:pt x="953262" y="1473041"/>
                </a:cubicBezTo>
                <a:cubicBezTo>
                  <a:pt x="951833" y="1475613"/>
                  <a:pt x="950881" y="1477232"/>
                  <a:pt x="949452" y="1477232"/>
                </a:cubicBezTo>
                <a:cubicBezTo>
                  <a:pt x="948023" y="1477232"/>
                  <a:pt x="947071" y="1475613"/>
                  <a:pt x="945642" y="1473041"/>
                </a:cubicBezTo>
                <a:cubicBezTo>
                  <a:pt x="944023" y="1470089"/>
                  <a:pt x="942023" y="1466374"/>
                  <a:pt x="937641" y="1466374"/>
                </a:cubicBezTo>
                <a:cubicBezTo>
                  <a:pt x="933260" y="1466374"/>
                  <a:pt x="931259" y="1470089"/>
                  <a:pt x="929640" y="1473041"/>
                </a:cubicBezTo>
                <a:cubicBezTo>
                  <a:pt x="928211" y="1475613"/>
                  <a:pt x="927259" y="1477232"/>
                  <a:pt x="925830" y="1477232"/>
                </a:cubicBezTo>
                <a:cubicBezTo>
                  <a:pt x="924401" y="1477232"/>
                  <a:pt x="923449" y="1475613"/>
                  <a:pt x="922020" y="1473041"/>
                </a:cubicBezTo>
                <a:cubicBezTo>
                  <a:pt x="920401" y="1470089"/>
                  <a:pt x="918401" y="1466374"/>
                  <a:pt x="914019" y="1466374"/>
                </a:cubicBezTo>
                <a:cubicBezTo>
                  <a:pt x="909638" y="1466374"/>
                  <a:pt x="907637" y="1470089"/>
                  <a:pt x="906018" y="1473041"/>
                </a:cubicBezTo>
                <a:cubicBezTo>
                  <a:pt x="904589" y="1475613"/>
                  <a:pt x="903637" y="1477232"/>
                  <a:pt x="902208" y="1477232"/>
                </a:cubicBezTo>
                <a:cubicBezTo>
                  <a:pt x="900779" y="1477232"/>
                  <a:pt x="899827" y="1475613"/>
                  <a:pt x="898398" y="1473041"/>
                </a:cubicBezTo>
                <a:cubicBezTo>
                  <a:pt x="897160" y="1470660"/>
                  <a:pt x="895541" y="1467993"/>
                  <a:pt x="892874" y="1466850"/>
                </a:cubicBezTo>
                <a:cubicBezTo>
                  <a:pt x="892588" y="1466183"/>
                  <a:pt x="892302" y="1465612"/>
                  <a:pt x="891731" y="1465136"/>
                </a:cubicBezTo>
                <a:lnTo>
                  <a:pt x="880301" y="1453706"/>
                </a:lnTo>
                <a:cubicBezTo>
                  <a:pt x="879348" y="1452753"/>
                  <a:pt x="878110" y="1452182"/>
                  <a:pt x="876681" y="1452182"/>
                </a:cubicBezTo>
                <a:lnTo>
                  <a:pt x="876681" y="1452182"/>
                </a:lnTo>
                <a:cubicBezTo>
                  <a:pt x="875348" y="1452182"/>
                  <a:pt x="874014" y="1452753"/>
                  <a:pt x="873062" y="1453706"/>
                </a:cubicBezTo>
                <a:lnTo>
                  <a:pt x="861632" y="1465136"/>
                </a:lnTo>
                <a:cubicBezTo>
                  <a:pt x="860679" y="1466088"/>
                  <a:pt x="860108" y="1467422"/>
                  <a:pt x="860108" y="1468755"/>
                </a:cubicBezTo>
                <a:cubicBezTo>
                  <a:pt x="860108" y="1470089"/>
                  <a:pt x="860679" y="1471422"/>
                  <a:pt x="861632" y="1472375"/>
                </a:cubicBezTo>
                <a:lnTo>
                  <a:pt x="873062" y="1483805"/>
                </a:lnTo>
                <a:cubicBezTo>
                  <a:pt x="874014" y="1484757"/>
                  <a:pt x="875252" y="1485328"/>
                  <a:pt x="876681" y="1485328"/>
                </a:cubicBezTo>
                <a:lnTo>
                  <a:pt x="876681" y="1485328"/>
                </a:lnTo>
                <a:cubicBezTo>
                  <a:pt x="878015" y="1485328"/>
                  <a:pt x="879348" y="1484757"/>
                  <a:pt x="880301" y="1483805"/>
                </a:cubicBezTo>
                <a:lnTo>
                  <a:pt x="891731" y="1472375"/>
                </a:lnTo>
                <a:cubicBezTo>
                  <a:pt x="891731" y="1472375"/>
                  <a:pt x="891921" y="1472089"/>
                  <a:pt x="892016" y="1471994"/>
                </a:cubicBezTo>
                <a:cubicBezTo>
                  <a:pt x="892683" y="1472660"/>
                  <a:pt x="893445" y="1473803"/>
                  <a:pt x="894207" y="1475327"/>
                </a:cubicBezTo>
                <a:cubicBezTo>
                  <a:pt x="895826" y="1478280"/>
                  <a:pt x="897827" y="1481995"/>
                  <a:pt x="902208" y="1481995"/>
                </a:cubicBezTo>
                <a:cubicBezTo>
                  <a:pt x="906590" y="1481995"/>
                  <a:pt x="908590" y="1478280"/>
                  <a:pt x="910209" y="1475327"/>
                </a:cubicBezTo>
                <a:cubicBezTo>
                  <a:pt x="911638" y="1472756"/>
                  <a:pt x="912590" y="1471136"/>
                  <a:pt x="914019" y="1471136"/>
                </a:cubicBezTo>
                <a:cubicBezTo>
                  <a:pt x="915448" y="1471136"/>
                  <a:pt x="916400" y="1472756"/>
                  <a:pt x="917829" y="1475327"/>
                </a:cubicBezTo>
                <a:cubicBezTo>
                  <a:pt x="919448" y="1478280"/>
                  <a:pt x="921449" y="1481995"/>
                  <a:pt x="925830" y="1481995"/>
                </a:cubicBezTo>
                <a:cubicBezTo>
                  <a:pt x="930212" y="1481995"/>
                  <a:pt x="932212" y="1478280"/>
                  <a:pt x="933831" y="1475327"/>
                </a:cubicBezTo>
                <a:cubicBezTo>
                  <a:pt x="935260" y="1472756"/>
                  <a:pt x="936212" y="1471136"/>
                  <a:pt x="937641" y="1471136"/>
                </a:cubicBezTo>
                <a:cubicBezTo>
                  <a:pt x="939070" y="1471136"/>
                  <a:pt x="940022" y="1472756"/>
                  <a:pt x="941451" y="1475327"/>
                </a:cubicBezTo>
                <a:cubicBezTo>
                  <a:pt x="943070" y="1478280"/>
                  <a:pt x="945071" y="1481995"/>
                  <a:pt x="949452" y="1481995"/>
                </a:cubicBezTo>
                <a:cubicBezTo>
                  <a:pt x="953834" y="1481995"/>
                  <a:pt x="955834" y="1478280"/>
                  <a:pt x="957453" y="1475327"/>
                </a:cubicBezTo>
                <a:cubicBezTo>
                  <a:pt x="958882" y="1472756"/>
                  <a:pt x="959834" y="1471136"/>
                  <a:pt x="961263" y="1471136"/>
                </a:cubicBezTo>
                <a:cubicBezTo>
                  <a:pt x="962692" y="1471136"/>
                  <a:pt x="963644" y="1472756"/>
                  <a:pt x="965073" y="1475327"/>
                </a:cubicBezTo>
                <a:cubicBezTo>
                  <a:pt x="966692" y="1478280"/>
                  <a:pt x="968693" y="1481995"/>
                  <a:pt x="973074" y="1481995"/>
                </a:cubicBezTo>
                <a:cubicBezTo>
                  <a:pt x="977456" y="1481995"/>
                  <a:pt x="979456" y="1478280"/>
                  <a:pt x="981075" y="1475327"/>
                </a:cubicBezTo>
                <a:cubicBezTo>
                  <a:pt x="982504" y="1472756"/>
                  <a:pt x="983456" y="1471136"/>
                  <a:pt x="984885" y="1471136"/>
                </a:cubicBezTo>
                <a:cubicBezTo>
                  <a:pt x="986314" y="1471136"/>
                  <a:pt x="987266" y="1472756"/>
                  <a:pt x="988695" y="1475327"/>
                </a:cubicBezTo>
                <a:cubicBezTo>
                  <a:pt x="990314" y="1478280"/>
                  <a:pt x="992315" y="1481995"/>
                  <a:pt x="996696" y="1481995"/>
                </a:cubicBezTo>
                <a:cubicBezTo>
                  <a:pt x="1001077" y="1481995"/>
                  <a:pt x="1003078" y="1478280"/>
                  <a:pt x="1004697" y="1475327"/>
                </a:cubicBezTo>
                <a:cubicBezTo>
                  <a:pt x="1006126" y="1472756"/>
                  <a:pt x="1007078" y="1471136"/>
                  <a:pt x="1008507" y="1471136"/>
                </a:cubicBezTo>
                <a:cubicBezTo>
                  <a:pt x="1009936" y="1471136"/>
                  <a:pt x="1010888" y="1472756"/>
                  <a:pt x="1012317" y="1475327"/>
                </a:cubicBezTo>
                <a:cubicBezTo>
                  <a:pt x="1013936" y="1478280"/>
                  <a:pt x="1015937" y="1481995"/>
                  <a:pt x="1020318" y="1481995"/>
                </a:cubicBezTo>
                <a:cubicBezTo>
                  <a:pt x="1024700" y="1481995"/>
                  <a:pt x="1026700" y="1478280"/>
                  <a:pt x="1028319" y="1475327"/>
                </a:cubicBezTo>
                <a:cubicBezTo>
                  <a:pt x="1029748" y="1472756"/>
                  <a:pt x="1030700" y="1471136"/>
                  <a:pt x="1032129" y="1471136"/>
                </a:cubicBezTo>
                <a:cubicBezTo>
                  <a:pt x="1033558" y="1471136"/>
                  <a:pt x="1034510" y="1472756"/>
                  <a:pt x="1035939" y="1475327"/>
                </a:cubicBezTo>
                <a:cubicBezTo>
                  <a:pt x="1037558" y="1478280"/>
                  <a:pt x="1039559" y="1481995"/>
                  <a:pt x="1043940" y="1481995"/>
                </a:cubicBezTo>
                <a:cubicBezTo>
                  <a:pt x="1048322" y="1481995"/>
                  <a:pt x="1050322" y="1478280"/>
                  <a:pt x="1051941" y="1475327"/>
                </a:cubicBezTo>
                <a:cubicBezTo>
                  <a:pt x="1053370" y="1472756"/>
                  <a:pt x="1054322" y="1471136"/>
                  <a:pt x="1055751" y="1471136"/>
                </a:cubicBezTo>
                <a:cubicBezTo>
                  <a:pt x="1057180" y="1471136"/>
                  <a:pt x="1058132" y="1472756"/>
                  <a:pt x="1059561" y="1475327"/>
                </a:cubicBezTo>
                <a:cubicBezTo>
                  <a:pt x="1061180" y="1478280"/>
                  <a:pt x="1063181" y="1481995"/>
                  <a:pt x="1067562" y="1481995"/>
                </a:cubicBezTo>
                <a:cubicBezTo>
                  <a:pt x="1071944" y="1481995"/>
                  <a:pt x="1073944" y="1478280"/>
                  <a:pt x="1075563" y="1475327"/>
                </a:cubicBezTo>
                <a:cubicBezTo>
                  <a:pt x="1076992" y="1472756"/>
                  <a:pt x="1077944" y="1471136"/>
                  <a:pt x="1079373" y="1471136"/>
                </a:cubicBezTo>
                <a:cubicBezTo>
                  <a:pt x="1080802" y="1471136"/>
                  <a:pt x="1081754" y="1472756"/>
                  <a:pt x="1083183" y="1475327"/>
                </a:cubicBezTo>
                <a:cubicBezTo>
                  <a:pt x="1084802" y="1478280"/>
                  <a:pt x="1086803" y="1481995"/>
                  <a:pt x="1091184" y="1481995"/>
                </a:cubicBezTo>
                <a:cubicBezTo>
                  <a:pt x="1095566" y="1481995"/>
                  <a:pt x="1097566" y="1478280"/>
                  <a:pt x="1099185" y="1475327"/>
                </a:cubicBezTo>
                <a:cubicBezTo>
                  <a:pt x="1100614" y="1472756"/>
                  <a:pt x="1101566" y="1471136"/>
                  <a:pt x="1102995" y="1471136"/>
                </a:cubicBezTo>
                <a:cubicBezTo>
                  <a:pt x="1104424" y="1471136"/>
                  <a:pt x="1105376" y="1472756"/>
                  <a:pt x="1106805" y="1475327"/>
                </a:cubicBezTo>
                <a:cubicBezTo>
                  <a:pt x="1108424" y="1478280"/>
                  <a:pt x="1110425" y="1481995"/>
                  <a:pt x="1114806" y="1481995"/>
                </a:cubicBezTo>
                <a:cubicBezTo>
                  <a:pt x="1119188" y="1481995"/>
                  <a:pt x="1121188" y="1478280"/>
                  <a:pt x="1122807" y="1475327"/>
                </a:cubicBezTo>
                <a:cubicBezTo>
                  <a:pt x="1124236" y="1472756"/>
                  <a:pt x="1125188" y="1471136"/>
                  <a:pt x="1126617" y="1471136"/>
                </a:cubicBezTo>
                <a:cubicBezTo>
                  <a:pt x="1128046" y="1471136"/>
                  <a:pt x="1128998" y="1472756"/>
                  <a:pt x="1130427" y="1475327"/>
                </a:cubicBezTo>
                <a:cubicBezTo>
                  <a:pt x="1131761" y="1477804"/>
                  <a:pt x="1133475" y="1480661"/>
                  <a:pt x="1136523" y="1481614"/>
                </a:cubicBezTo>
                <a:cubicBezTo>
                  <a:pt x="1137190" y="1482852"/>
                  <a:pt x="1138428" y="1483709"/>
                  <a:pt x="1139857" y="1483709"/>
                </a:cubicBezTo>
                <a:lnTo>
                  <a:pt x="1159955" y="1483709"/>
                </a:lnTo>
                <a:cubicBezTo>
                  <a:pt x="1162050" y="1483709"/>
                  <a:pt x="1163765" y="1481995"/>
                  <a:pt x="1163765" y="1479899"/>
                </a:cubicBezTo>
                <a:lnTo>
                  <a:pt x="1163765" y="1478947"/>
                </a:lnTo>
                <a:lnTo>
                  <a:pt x="1295114" y="1478756"/>
                </a:lnTo>
                <a:lnTo>
                  <a:pt x="1393222" y="1390460"/>
                </a:lnTo>
                <a:lnTo>
                  <a:pt x="1454372" y="1390745"/>
                </a:lnTo>
                <a:lnTo>
                  <a:pt x="1510475" y="1332071"/>
                </a:lnTo>
                <a:lnTo>
                  <a:pt x="1520476" y="1332071"/>
                </a:lnTo>
                <a:lnTo>
                  <a:pt x="1520476" y="1335691"/>
                </a:lnTo>
                <a:cubicBezTo>
                  <a:pt x="1520476" y="1340453"/>
                  <a:pt x="1524381" y="1344359"/>
                  <a:pt x="1529239" y="1344359"/>
                </a:cubicBezTo>
                <a:lnTo>
                  <a:pt x="1580578" y="1344359"/>
                </a:lnTo>
                <a:cubicBezTo>
                  <a:pt x="1585341" y="1344359"/>
                  <a:pt x="1589342" y="1340453"/>
                  <a:pt x="1589342" y="1335691"/>
                </a:cubicBezTo>
                <a:lnTo>
                  <a:pt x="1589342" y="1321308"/>
                </a:lnTo>
                <a:cubicBezTo>
                  <a:pt x="1589342" y="1316546"/>
                  <a:pt x="1585436" y="1312640"/>
                  <a:pt x="1580578" y="1312640"/>
                </a:cubicBezTo>
                <a:lnTo>
                  <a:pt x="1529239" y="1312640"/>
                </a:lnTo>
                <a:cubicBezTo>
                  <a:pt x="1524476" y="1312640"/>
                  <a:pt x="1520476" y="1316546"/>
                  <a:pt x="1520476" y="1321308"/>
                </a:cubicBezTo>
                <a:lnTo>
                  <a:pt x="1520476" y="1324928"/>
                </a:lnTo>
                <a:lnTo>
                  <a:pt x="1507427" y="1324928"/>
                </a:lnTo>
                <a:lnTo>
                  <a:pt x="1451420" y="1383602"/>
                </a:lnTo>
                <a:lnTo>
                  <a:pt x="1390650" y="1383316"/>
                </a:lnTo>
                <a:lnTo>
                  <a:pt x="1292543" y="1471613"/>
                </a:lnTo>
                <a:lnTo>
                  <a:pt x="1163860" y="1471803"/>
                </a:lnTo>
                <a:lnTo>
                  <a:pt x="1163860" y="1470851"/>
                </a:lnTo>
                <a:cubicBezTo>
                  <a:pt x="1163860" y="1468755"/>
                  <a:pt x="1162145" y="1467041"/>
                  <a:pt x="1160050" y="1467041"/>
                </a:cubicBezTo>
                <a:close/>
                <a:moveTo>
                  <a:pt x="875919" y="1480471"/>
                </a:moveTo>
                <a:lnTo>
                  <a:pt x="864394" y="1468850"/>
                </a:lnTo>
                <a:cubicBezTo>
                  <a:pt x="864394" y="1468850"/>
                  <a:pt x="864394" y="1468660"/>
                  <a:pt x="864394" y="1468660"/>
                </a:cubicBezTo>
                <a:lnTo>
                  <a:pt x="876300" y="1457230"/>
                </a:lnTo>
                <a:lnTo>
                  <a:pt x="887730" y="1469136"/>
                </a:lnTo>
                <a:lnTo>
                  <a:pt x="875824" y="1480566"/>
                </a:lnTo>
                <a:close/>
                <a:moveTo>
                  <a:pt x="1140714" y="1479042"/>
                </a:moveTo>
                <a:lnTo>
                  <a:pt x="1140714" y="1471898"/>
                </a:lnTo>
                <a:lnTo>
                  <a:pt x="1148620" y="1471898"/>
                </a:lnTo>
                <a:lnTo>
                  <a:pt x="1150334" y="1473232"/>
                </a:lnTo>
                <a:lnTo>
                  <a:pt x="1146810" y="1475613"/>
                </a:lnTo>
                <a:cubicBezTo>
                  <a:pt x="1146810" y="1475613"/>
                  <a:pt x="1146334" y="1476185"/>
                  <a:pt x="1146334" y="1476566"/>
                </a:cubicBezTo>
                <a:cubicBezTo>
                  <a:pt x="1146334" y="1476947"/>
                  <a:pt x="1146524" y="1477328"/>
                  <a:pt x="1146810" y="1477518"/>
                </a:cubicBezTo>
                <a:lnTo>
                  <a:pt x="1148715" y="1478947"/>
                </a:lnTo>
                <a:lnTo>
                  <a:pt x="1140809" y="1478947"/>
                </a:lnTo>
                <a:close/>
                <a:moveTo>
                  <a:pt x="1159002" y="1479042"/>
                </a:moveTo>
                <a:lnTo>
                  <a:pt x="1152525" y="1479042"/>
                </a:lnTo>
                <a:lnTo>
                  <a:pt x="1149572" y="1476756"/>
                </a:lnTo>
                <a:lnTo>
                  <a:pt x="1153097" y="1474375"/>
                </a:lnTo>
                <a:cubicBezTo>
                  <a:pt x="1153097" y="1474375"/>
                  <a:pt x="1153573" y="1473803"/>
                  <a:pt x="1153573" y="1473422"/>
                </a:cubicBezTo>
                <a:cubicBezTo>
                  <a:pt x="1153573" y="1473041"/>
                  <a:pt x="1153382" y="1472660"/>
                  <a:pt x="1153097" y="1472470"/>
                </a:cubicBezTo>
                <a:lnTo>
                  <a:pt x="1152525" y="1471994"/>
                </a:lnTo>
                <a:lnTo>
                  <a:pt x="1159002" y="1471994"/>
                </a:lnTo>
                <a:lnTo>
                  <a:pt x="1159002" y="1479137"/>
                </a:lnTo>
                <a:close/>
                <a:moveTo>
                  <a:pt x="1525143" y="1321403"/>
                </a:moveTo>
                <a:cubicBezTo>
                  <a:pt x="1525143" y="1319213"/>
                  <a:pt x="1526953" y="1317498"/>
                  <a:pt x="1529144" y="1317498"/>
                </a:cubicBezTo>
                <a:lnTo>
                  <a:pt x="1580483" y="1317498"/>
                </a:lnTo>
                <a:cubicBezTo>
                  <a:pt x="1582674" y="1317498"/>
                  <a:pt x="1584484" y="1319308"/>
                  <a:pt x="1584484" y="1321403"/>
                </a:cubicBezTo>
                <a:lnTo>
                  <a:pt x="1584484" y="1335786"/>
                </a:lnTo>
                <a:cubicBezTo>
                  <a:pt x="1584484" y="1337977"/>
                  <a:pt x="1582674" y="1339691"/>
                  <a:pt x="1580483" y="1339691"/>
                </a:cubicBezTo>
                <a:lnTo>
                  <a:pt x="1529144" y="1339691"/>
                </a:lnTo>
                <a:cubicBezTo>
                  <a:pt x="1526953" y="1339691"/>
                  <a:pt x="1525143" y="1337882"/>
                  <a:pt x="1525143" y="1335786"/>
                </a:cubicBezTo>
                <a:lnTo>
                  <a:pt x="1525143" y="1321403"/>
                </a:lnTo>
                <a:close/>
                <a:moveTo>
                  <a:pt x="1582960" y="1239393"/>
                </a:moveTo>
                <a:lnTo>
                  <a:pt x="1529144" y="1239393"/>
                </a:lnTo>
                <a:cubicBezTo>
                  <a:pt x="1525619" y="1239393"/>
                  <a:pt x="1522762" y="1242251"/>
                  <a:pt x="1522762" y="1245680"/>
                </a:cubicBezTo>
                <a:lnTo>
                  <a:pt x="1522762" y="1250537"/>
                </a:lnTo>
                <a:lnTo>
                  <a:pt x="1473422" y="1250061"/>
                </a:lnTo>
                <a:lnTo>
                  <a:pt x="1395603" y="1329595"/>
                </a:lnTo>
                <a:cubicBezTo>
                  <a:pt x="1394841" y="1329119"/>
                  <a:pt x="1394079" y="1328547"/>
                  <a:pt x="1393222" y="1328166"/>
                </a:cubicBezTo>
                <a:cubicBezTo>
                  <a:pt x="1390174" y="1327118"/>
                  <a:pt x="1386840" y="1327309"/>
                  <a:pt x="1383982" y="1328642"/>
                </a:cubicBezTo>
                <a:cubicBezTo>
                  <a:pt x="1381030" y="1330071"/>
                  <a:pt x="1378839" y="1332452"/>
                  <a:pt x="1377791" y="1335596"/>
                </a:cubicBezTo>
                <a:cubicBezTo>
                  <a:pt x="1376744" y="1338644"/>
                  <a:pt x="1376934" y="1341977"/>
                  <a:pt x="1378268" y="1344835"/>
                </a:cubicBezTo>
                <a:cubicBezTo>
                  <a:pt x="1379696" y="1347788"/>
                  <a:pt x="1382173" y="1349978"/>
                  <a:pt x="1385221" y="1351026"/>
                </a:cubicBezTo>
                <a:cubicBezTo>
                  <a:pt x="1386554" y="1351502"/>
                  <a:pt x="1387888" y="1351693"/>
                  <a:pt x="1389221" y="1351693"/>
                </a:cubicBezTo>
                <a:cubicBezTo>
                  <a:pt x="1391031" y="1351693"/>
                  <a:pt x="1392841" y="1351312"/>
                  <a:pt x="1394460" y="1350455"/>
                </a:cubicBezTo>
                <a:cubicBezTo>
                  <a:pt x="1397413" y="1349026"/>
                  <a:pt x="1399603" y="1346549"/>
                  <a:pt x="1400651" y="1343501"/>
                </a:cubicBezTo>
                <a:cubicBezTo>
                  <a:pt x="1401699" y="1340644"/>
                  <a:pt x="1401509" y="1337596"/>
                  <a:pt x="1400270" y="1334834"/>
                </a:cubicBezTo>
                <a:lnTo>
                  <a:pt x="1476375" y="1257014"/>
                </a:lnTo>
                <a:lnTo>
                  <a:pt x="1522762" y="1257491"/>
                </a:lnTo>
                <a:lnTo>
                  <a:pt x="1522762" y="1262063"/>
                </a:lnTo>
                <a:cubicBezTo>
                  <a:pt x="1522762" y="1265587"/>
                  <a:pt x="1525619" y="1268444"/>
                  <a:pt x="1529144" y="1268444"/>
                </a:cubicBezTo>
                <a:lnTo>
                  <a:pt x="1582960" y="1268444"/>
                </a:lnTo>
                <a:cubicBezTo>
                  <a:pt x="1586484" y="1268444"/>
                  <a:pt x="1589246" y="1265587"/>
                  <a:pt x="1589246" y="1262063"/>
                </a:cubicBezTo>
                <a:lnTo>
                  <a:pt x="1589246" y="1256157"/>
                </a:lnTo>
                <a:lnTo>
                  <a:pt x="1606677" y="1256157"/>
                </a:lnTo>
                <a:lnTo>
                  <a:pt x="1634490" y="1285685"/>
                </a:lnTo>
                <a:lnTo>
                  <a:pt x="1634490" y="1298639"/>
                </a:lnTo>
                <a:lnTo>
                  <a:pt x="1604677" y="1326071"/>
                </a:lnTo>
                <a:lnTo>
                  <a:pt x="1589151" y="1326071"/>
                </a:lnTo>
                <a:lnTo>
                  <a:pt x="1589151" y="1330833"/>
                </a:lnTo>
                <a:lnTo>
                  <a:pt x="1606582" y="1330833"/>
                </a:lnTo>
                <a:lnTo>
                  <a:pt x="1639253" y="1300734"/>
                </a:lnTo>
                <a:lnTo>
                  <a:pt x="1639253" y="1283780"/>
                </a:lnTo>
                <a:lnTo>
                  <a:pt x="1608773" y="1251395"/>
                </a:lnTo>
                <a:lnTo>
                  <a:pt x="1589246" y="1251395"/>
                </a:lnTo>
                <a:lnTo>
                  <a:pt x="1589246" y="1245489"/>
                </a:lnTo>
                <a:cubicBezTo>
                  <a:pt x="1589246" y="1241965"/>
                  <a:pt x="1586389" y="1239203"/>
                  <a:pt x="1582960" y="1239203"/>
                </a:cubicBezTo>
                <a:close/>
                <a:moveTo>
                  <a:pt x="1392460" y="1346359"/>
                </a:moveTo>
                <a:cubicBezTo>
                  <a:pt x="1388745" y="1348169"/>
                  <a:pt x="1384364" y="1346549"/>
                  <a:pt x="1382649" y="1342930"/>
                </a:cubicBezTo>
                <a:cubicBezTo>
                  <a:pt x="1381792" y="1341120"/>
                  <a:pt x="1381697" y="1339120"/>
                  <a:pt x="1382363" y="1337310"/>
                </a:cubicBezTo>
                <a:cubicBezTo>
                  <a:pt x="1383030" y="1335405"/>
                  <a:pt x="1384364" y="1333976"/>
                  <a:pt x="1386173" y="1333119"/>
                </a:cubicBezTo>
                <a:cubicBezTo>
                  <a:pt x="1387221" y="1332643"/>
                  <a:pt x="1388269" y="1332357"/>
                  <a:pt x="1389412" y="1332357"/>
                </a:cubicBezTo>
                <a:cubicBezTo>
                  <a:pt x="1390269" y="1332357"/>
                  <a:pt x="1391031" y="1332452"/>
                  <a:pt x="1391888" y="1332738"/>
                </a:cubicBezTo>
                <a:cubicBezTo>
                  <a:pt x="1393793" y="1333405"/>
                  <a:pt x="1395222" y="1334738"/>
                  <a:pt x="1396079" y="1336548"/>
                </a:cubicBezTo>
                <a:cubicBezTo>
                  <a:pt x="1397794" y="1340263"/>
                  <a:pt x="1396270" y="1344644"/>
                  <a:pt x="1392650" y="1346359"/>
                </a:cubicBezTo>
                <a:close/>
                <a:moveTo>
                  <a:pt x="2027301" y="696277"/>
                </a:moveTo>
                <a:cubicBezTo>
                  <a:pt x="2029587" y="691801"/>
                  <a:pt x="2029968" y="686467"/>
                  <a:pt x="2028349" y="681704"/>
                </a:cubicBezTo>
                <a:cubicBezTo>
                  <a:pt x="2027873" y="680466"/>
                  <a:pt x="2027206" y="679418"/>
                  <a:pt x="2026634" y="678371"/>
                </a:cubicBezTo>
                <a:lnTo>
                  <a:pt x="2288096" y="460915"/>
                </a:lnTo>
                <a:lnTo>
                  <a:pt x="2355628" y="458819"/>
                </a:lnTo>
                <a:lnTo>
                  <a:pt x="2377154" y="483203"/>
                </a:lnTo>
                <a:lnTo>
                  <a:pt x="2461355" y="482822"/>
                </a:lnTo>
                <a:lnTo>
                  <a:pt x="2461355" y="499015"/>
                </a:lnTo>
                <a:cubicBezTo>
                  <a:pt x="2461355" y="502253"/>
                  <a:pt x="2464022" y="504920"/>
                  <a:pt x="2467261" y="504920"/>
                </a:cubicBezTo>
                <a:lnTo>
                  <a:pt x="2485168" y="504920"/>
                </a:lnTo>
                <a:lnTo>
                  <a:pt x="2485168" y="583978"/>
                </a:lnTo>
                <a:lnTo>
                  <a:pt x="2436209" y="615125"/>
                </a:lnTo>
                <a:lnTo>
                  <a:pt x="2364677" y="615125"/>
                </a:lnTo>
                <a:lnTo>
                  <a:pt x="2206943" y="746189"/>
                </a:lnTo>
                <a:cubicBezTo>
                  <a:pt x="2199323" y="739712"/>
                  <a:pt x="2188083" y="739521"/>
                  <a:pt x="2180273" y="746189"/>
                </a:cubicBezTo>
                <a:cubicBezTo>
                  <a:pt x="2172843" y="752570"/>
                  <a:pt x="2171224" y="763143"/>
                  <a:pt x="2175701" y="771430"/>
                </a:cubicBezTo>
                <a:lnTo>
                  <a:pt x="2130171" y="807815"/>
                </a:lnTo>
                <a:lnTo>
                  <a:pt x="2130171" y="839152"/>
                </a:lnTo>
                <a:lnTo>
                  <a:pt x="2147030" y="859727"/>
                </a:lnTo>
                <a:lnTo>
                  <a:pt x="2199132" y="859727"/>
                </a:lnTo>
                <a:cubicBezTo>
                  <a:pt x="2199608" y="863060"/>
                  <a:pt x="2201037" y="866204"/>
                  <a:pt x="2203228" y="868871"/>
                </a:cubicBezTo>
                <a:cubicBezTo>
                  <a:pt x="2209610" y="876205"/>
                  <a:pt x="2220754" y="876967"/>
                  <a:pt x="2228088" y="870680"/>
                </a:cubicBezTo>
                <a:lnTo>
                  <a:pt x="2228088" y="870680"/>
                </a:lnTo>
                <a:cubicBezTo>
                  <a:pt x="2231612" y="867632"/>
                  <a:pt x="2233803" y="863251"/>
                  <a:pt x="2234089" y="858584"/>
                </a:cubicBezTo>
                <a:cubicBezTo>
                  <a:pt x="2234470" y="853916"/>
                  <a:pt x="2232946" y="849344"/>
                  <a:pt x="2229803" y="845725"/>
                </a:cubicBezTo>
                <a:cubicBezTo>
                  <a:pt x="2226278" y="841724"/>
                  <a:pt x="2221421" y="839629"/>
                  <a:pt x="2216468" y="839629"/>
                </a:cubicBezTo>
                <a:cubicBezTo>
                  <a:pt x="2212372" y="839629"/>
                  <a:pt x="2208276" y="841058"/>
                  <a:pt x="2204942" y="843915"/>
                </a:cubicBezTo>
                <a:cubicBezTo>
                  <a:pt x="2202275" y="846201"/>
                  <a:pt x="2200370" y="849249"/>
                  <a:pt x="2199513" y="852583"/>
                </a:cubicBezTo>
                <a:lnTo>
                  <a:pt x="2150364" y="852583"/>
                </a:lnTo>
                <a:lnTo>
                  <a:pt x="2137315" y="836581"/>
                </a:lnTo>
                <a:lnTo>
                  <a:pt x="2137315" y="811244"/>
                </a:lnTo>
                <a:lnTo>
                  <a:pt x="2180177" y="776954"/>
                </a:lnTo>
                <a:cubicBezTo>
                  <a:pt x="2187797" y="783622"/>
                  <a:pt x="2199227" y="783908"/>
                  <a:pt x="2207038" y="777145"/>
                </a:cubicBezTo>
                <a:cubicBezTo>
                  <a:pt x="2214563" y="770668"/>
                  <a:pt x="2216182" y="759904"/>
                  <a:pt x="2211419" y="751618"/>
                </a:cubicBezTo>
                <a:lnTo>
                  <a:pt x="2367058" y="622173"/>
                </a:lnTo>
                <a:lnTo>
                  <a:pt x="2438114" y="622173"/>
                </a:lnTo>
                <a:lnTo>
                  <a:pt x="2492121" y="587788"/>
                </a:lnTo>
                <a:lnTo>
                  <a:pt x="2492121" y="504825"/>
                </a:lnTo>
                <a:lnTo>
                  <a:pt x="2509266" y="504825"/>
                </a:lnTo>
                <a:cubicBezTo>
                  <a:pt x="2512886" y="504825"/>
                  <a:pt x="2515934" y="501872"/>
                  <a:pt x="2515934" y="498158"/>
                </a:cubicBezTo>
                <a:lnTo>
                  <a:pt x="2515934" y="484442"/>
                </a:lnTo>
                <a:lnTo>
                  <a:pt x="2520315" y="484251"/>
                </a:lnTo>
                <a:lnTo>
                  <a:pt x="2520315" y="512350"/>
                </a:lnTo>
                <a:cubicBezTo>
                  <a:pt x="2520315" y="514350"/>
                  <a:pt x="2521934" y="515969"/>
                  <a:pt x="2523935" y="515969"/>
                </a:cubicBezTo>
                <a:lnTo>
                  <a:pt x="2538984" y="515969"/>
                </a:lnTo>
                <a:cubicBezTo>
                  <a:pt x="2540984" y="515969"/>
                  <a:pt x="2542604" y="514350"/>
                  <a:pt x="2542604" y="512350"/>
                </a:cubicBezTo>
                <a:lnTo>
                  <a:pt x="2542604" y="461201"/>
                </a:lnTo>
                <a:lnTo>
                  <a:pt x="2550700" y="461201"/>
                </a:lnTo>
                <a:lnTo>
                  <a:pt x="2550700" y="512350"/>
                </a:lnTo>
                <a:cubicBezTo>
                  <a:pt x="2550700" y="514350"/>
                  <a:pt x="2552319" y="515969"/>
                  <a:pt x="2554319" y="515969"/>
                </a:cubicBezTo>
                <a:lnTo>
                  <a:pt x="2569845" y="515969"/>
                </a:lnTo>
                <a:cubicBezTo>
                  <a:pt x="2571845" y="515969"/>
                  <a:pt x="2573465" y="514350"/>
                  <a:pt x="2573465" y="512350"/>
                </a:cubicBezTo>
                <a:lnTo>
                  <a:pt x="2573465" y="461201"/>
                </a:lnTo>
                <a:lnTo>
                  <a:pt x="2580704" y="461201"/>
                </a:lnTo>
                <a:lnTo>
                  <a:pt x="2580704" y="512350"/>
                </a:lnTo>
                <a:cubicBezTo>
                  <a:pt x="2580704" y="514350"/>
                  <a:pt x="2582323" y="515969"/>
                  <a:pt x="2584323" y="515969"/>
                </a:cubicBezTo>
                <a:lnTo>
                  <a:pt x="2600706" y="515969"/>
                </a:lnTo>
                <a:cubicBezTo>
                  <a:pt x="2602706" y="515969"/>
                  <a:pt x="2604326" y="514350"/>
                  <a:pt x="2604326" y="512350"/>
                </a:cubicBezTo>
                <a:lnTo>
                  <a:pt x="2604326" y="496443"/>
                </a:lnTo>
                <a:lnTo>
                  <a:pt x="2617851" y="496443"/>
                </a:lnTo>
                <a:cubicBezTo>
                  <a:pt x="2617946" y="522542"/>
                  <a:pt x="2618042" y="557879"/>
                  <a:pt x="2617851" y="568643"/>
                </a:cubicBezTo>
                <a:lnTo>
                  <a:pt x="2614327" y="568643"/>
                </a:lnTo>
                <a:cubicBezTo>
                  <a:pt x="2608040" y="568643"/>
                  <a:pt x="2602802" y="573786"/>
                  <a:pt x="2602802" y="580168"/>
                </a:cubicBezTo>
                <a:lnTo>
                  <a:pt x="2602802" y="631508"/>
                </a:lnTo>
                <a:cubicBezTo>
                  <a:pt x="2602802" y="637794"/>
                  <a:pt x="2607945" y="643033"/>
                  <a:pt x="2614327" y="643033"/>
                </a:cubicBezTo>
                <a:lnTo>
                  <a:pt x="2617756" y="643033"/>
                </a:lnTo>
                <a:lnTo>
                  <a:pt x="2617756" y="745808"/>
                </a:lnTo>
                <a:lnTo>
                  <a:pt x="2587371" y="777335"/>
                </a:lnTo>
                <a:lnTo>
                  <a:pt x="2568226" y="777335"/>
                </a:lnTo>
                <a:cubicBezTo>
                  <a:pt x="2566511" y="767715"/>
                  <a:pt x="2558129" y="760381"/>
                  <a:pt x="2548033" y="760381"/>
                </a:cubicBezTo>
                <a:cubicBezTo>
                  <a:pt x="2536698" y="760381"/>
                  <a:pt x="2527459" y="769620"/>
                  <a:pt x="2527459" y="780955"/>
                </a:cubicBezTo>
                <a:cubicBezTo>
                  <a:pt x="2527459" y="786289"/>
                  <a:pt x="2529554" y="791051"/>
                  <a:pt x="2532888" y="794766"/>
                </a:cubicBezTo>
                <a:lnTo>
                  <a:pt x="2517362" y="812959"/>
                </a:lnTo>
                <a:cubicBezTo>
                  <a:pt x="2516791" y="813626"/>
                  <a:pt x="2516505" y="814388"/>
                  <a:pt x="2516505" y="815245"/>
                </a:cubicBezTo>
                <a:lnTo>
                  <a:pt x="2515362" y="895445"/>
                </a:lnTo>
                <a:lnTo>
                  <a:pt x="2499646" y="916019"/>
                </a:lnTo>
                <a:lnTo>
                  <a:pt x="2414397" y="918115"/>
                </a:lnTo>
                <a:cubicBezTo>
                  <a:pt x="2413445" y="918115"/>
                  <a:pt x="2412587" y="918496"/>
                  <a:pt x="2412016" y="919163"/>
                </a:cubicBezTo>
                <a:lnTo>
                  <a:pt x="2386965" y="943832"/>
                </a:lnTo>
                <a:lnTo>
                  <a:pt x="2205800" y="943832"/>
                </a:lnTo>
                <a:lnTo>
                  <a:pt x="2183892" y="928402"/>
                </a:lnTo>
                <a:cubicBezTo>
                  <a:pt x="2183321" y="928021"/>
                  <a:pt x="2182559" y="927735"/>
                  <a:pt x="2181892" y="927735"/>
                </a:cubicBezTo>
                <a:lnTo>
                  <a:pt x="2169795" y="927545"/>
                </a:lnTo>
                <a:cubicBezTo>
                  <a:pt x="2169224" y="924687"/>
                  <a:pt x="2168081" y="921829"/>
                  <a:pt x="2166271" y="919353"/>
                </a:cubicBezTo>
                <a:cubicBezTo>
                  <a:pt x="2162270" y="913924"/>
                  <a:pt x="2155984" y="910971"/>
                  <a:pt x="2149697" y="910971"/>
                </a:cubicBezTo>
                <a:cubicBezTo>
                  <a:pt x="2145506" y="910971"/>
                  <a:pt x="2141220" y="912304"/>
                  <a:pt x="2137601" y="914972"/>
                </a:cubicBezTo>
                <a:cubicBezTo>
                  <a:pt x="2133219" y="918210"/>
                  <a:pt x="2130266" y="922973"/>
                  <a:pt x="2129409" y="928402"/>
                </a:cubicBezTo>
                <a:cubicBezTo>
                  <a:pt x="2128552" y="933831"/>
                  <a:pt x="2129885" y="939260"/>
                  <a:pt x="2133124" y="943642"/>
                </a:cubicBezTo>
                <a:cubicBezTo>
                  <a:pt x="2139791" y="952786"/>
                  <a:pt x="2152745" y="954786"/>
                  <a:pt x="2161889" y="948023"/>
                </a:cubicBezTo>
                <a:cubicBezTo>
                  <a:pt x="2166461" y="944690"/>
                  <a:pt x="2169224" y="939832"/>
                  <a:pt x="2169986" y="934593"/>
                </a:cubicBezTo>
                <a:lnTo>
                  <a:pt x="2180749" y="934593"/>
                </a:lnTo>
                <a:cubicBezTo>
                  <a:pt x="2180749" y="934593"/>
                  <a:pt x="2202752" y="950119"/>
                  <a:pt x="2202752" y="950119"/>
                </a:cubicBezTo>
                <a:cubicBezTo>
                  <a:pt x="2203323" y="950500"/>
                  <a:pt x="2204085" y="950786"/>
                  <a:pt x="2204847" y="950786"/>
                </a:cubicBezTo>
                <a:lnTo>
                  <a:pt x="2388680" y="950786"/>
                </a:lnTo>
                <a:cubicBezTo>
                  <a:pt x="2389632" y="950786"/>
                  <a:pt x="2390489" y="950404"/>
                  <a:pt x="2391156" y="949738"/>
                </a:cubicBezTo>
                <a:lnTo>
                  <a:pt x="2416207" y="925068"/>
                </a:lnTo>
                <a:lnTo>
                  <a:pt x="2501742" y="922973"/>
                </a:lnTo>
                <a:cubicBezTo>
                  <a:pt x="2502789" y="922973"/>
                  <a:pt x="2503837" y="922401"/>
                  <a:pt x="2504504" y="921544"/>
                </a:cubicBezTo>
                <a:lnTo>
                  <a:pt x="2521934" y="898684"/>
                </a:lnTo>
                <a:cubicBezTo>
                  <a:pt x="2522411" y="898112"/>
                  <a:pt x="2522696" y="897350"/>
                  <a:pt x="2522696" y="896588"/>
                </a:cubicBezTo>
                <a:lnTo>
                  <a:pt x="2523839" y="816483"/>
                </a:lnTo>
                <a:lnTo>
                  <a:pt x="2538698" y="798957"/>
                </a:lnTo>
                <a:cubicBezTo>
                  <a:pt x="2541556" y="800481"/>
                  <a:pt x="2544794" y="801434"/>
                  <a:pt x="2548223" y="801434"/>
                </a:cubicBezTo>
                <a:cubicBezTo>
                  <a:pt x="2558320" y="801434"/>
                  <a:pt x="2566702" y="794099"/>
                  <a:pt x="2568417" y="784479"/>
                </a:cubicBezTo>
                <a:lnTo>
                  <a:pt x="2589086" y="784479"/>
                </a:lnTo>
                <a:cubicBezTo>
                  <a:pt x="2590038" y="784479"/>
                  <a:pt x="2590991" y="784098"/>
                  <a:pt x="2591657" y="783336"/>
                </a:cubicBezTo>
                <a:lnTo>
                  <a:pt x="2624042" y="749618"/>
                </a:lnTo>
                <a:cubicBezTo>
                  <a:pt x="2624709" y="748951"/>
                  <a:pt x="2624995" y="748094"/>
                  <a:pt x="2624995" y="747141"/>
                </a:cubicBezTo>
                <a:lnTo>
                  <a:pt x="2624995" y="642938"/>
                </a:lnTo>
                <a:lnTo>
                  <a:pt x="2628424" y="642938"/>
                </a:lnTo>
                <a:cubicBezTo>
                  <a:pt x="2634710" y="642938"/>
                  <a:pt x="2639949" y="637794"/>
                  <a:pt x="2639949" y="631412"/>
                </a:cubicBezTo>
                <a:lnTo>
                  <a:pt x="2639949" y="580073"/>
                </a:lnTo>
                <a:cubicBezTo>
                  <a:pt x="2639949" y="573786"/>
                  <a:pt x="2634805" y="568547"/>
                  <a:pt x="2628424" y="568547"/>
                </a:cubicBezTo>
                <a:lnTo>
                  <a:pt x="2624995" y="568547"/>
                </a:lnTo>
                <a:cubicBezTo>
                  <a:pt x="2625280" y="560642"/>
                  <a:pt x="2625185" y="541496"/>
                  <a:pt x="2624995" y="492728"/>
                </a:cubicBezTo>
                <a:cubicBezTo>
                  <a:pt x="2624995" y="490728"/>
                  <a:pt x="2623376" y="489204"/>
                  <a:pt x="2621375" y="489204"/>
                </a:cubicBezTo>
                <a:lnTo>
                  <a:pt x="2600706" y="489204"/>
                </a:lnTo>
                <a:cubicBezTo>
                  <a:pt x="2598706" y="489204"/>
                  <a:pt x="2597087" y="490823"/>
                  <a:pt x="2597087" y="492824"/>
                </a:cubicBezTo>
                <a:lnTo>
                  <a:pt x="2597087" y="508730"/>
                </a:lnTo>
                <a:lnTo>
                  <a:pt x="2587847" y="508730"/>
                </a:lnTo>
                <a:lnTo>
                  <a:pt x="2587847" y="457581"/>
                </a:lnTo>
                <a:cubicBezTo>
                  <a:pt x="2587847" y="455581"/>
                  <a:pt x="2586228" y="453962"/>
                  <a:pt x="2584228" y="453962"/>
                </a:cubicBezTo>
                <a:lnTo>
                  <a:pt x="2569845" y="453962"/>
                </a:lnTo>
                <a:cubicBezTo>
                  <a:pt x="2567845" y="453962"/>
                  <a:pt x="2566226" y="455581"/>
                  <a:pt x="2566226" y="457581"/>
                </a:cubicBezTo>
                <a:lnTo>
                  <a:pt x="2566226" y="508730"/>
                </a:lnTo>
                <a:lnTo>
                  <a:pt x="2557844" y="508730"/>
                </a:lnTo>
                <a:lnTo>
                  <a:pt x="2557844" y="457581"/>
                </a:lnTo>
                <a:cubicBezTo>
                  <a:pt x="2557844" y="455581"/>
                  <a:pt x="2556224" y="453962"/>
                  <a:pt x="2554224" y="453962"/>
                </a:cubicBezTo>
                <a:lnTo>
                  <a:pt x="2538984" y="453962"/>
                </a:lnTo>
                <a:cubicBezTo>
                  <a:pt x="2536984" y="453962"/>
                  <a:pt x="2535365" y="455581"/>
                  <a:pt x="2535365" y="457581"/>
                </a:cubicBezTo>
                <a:lnTo>
                  <a:pt x="2535365" y="508730"/>
                </a:lnTo>
                <a:lnTo>
                  <a:pt x="2527459" y="508730"/>
                </a:lnTo>
                <a:lnTo>
                  <a:pt x="2527459" y="480536"/>
                </a:lnTo>
                <a:cubicBezTo>
                  <a:pt x="2527459" y="479584"/>
                  <a:pt x="2527078" y="478631"/>
                  <a:pt x="2526316" y="477964"/>
                </a:cubicBezTo>
                <a:cubicBezTo>
                  <a:pt x="2525649" y="477298"/>
                  <a:pt x="2524506" y="477012"/>
                  <a:pt x="2523744" y="477012"/>
                </a:cubicBezTo>
                <a:lnTo>
                  <a:pt x="2515934" y="477298"/>
                </a:lnTo>
                <a:lnTo>
                  <a:pt x="2515934" y="456629"/>
                </a:lnTo>
                <a:cubicBezTo>
                  <a:pt x="2515934" y="453009"/>
                  <a:pt x="2512981" y="449961"/>
                  <a:pt x="2509266" y="449961"/>
                </a:cubicBezTo>
                <a:lnTo>
                  <a:pt x="2467832" y="449961"/>
                </a:lnTo>
                <a:cubicBezTo>
                  <a:pt x="2464213" y="449961"/>
                  <a:pt x="2461165" y="452914"/>
                  <a:pt x="2461165" y="456629"/>
                </a:cubicBezTo>
                <a:lnTo>
                  <a:pt x="2461165" y="475488"/>
                </a:lnTo>
                <a:lnTo>
                  <a:pt x="2380202" y="475869"/>
                </a:lnTo>
                <a:lnTo>
                  <a:pt x="2358676" y="451485"/>
                </a:lnTo>
                <a:lnTo>
                  <a:pt x="2287810" y="451485"/>
                </a:lnTo>
                <a:lnTo>
                  <a:pt x="2022157" y="672560"/>
                </a:lnTo>
                <a:cubicBezTo>
                  <a:pt x="2012632" y="663797"/>
                  <a:pt x="1996631" y="665417"/>
                  <a:pt x="1989773" y="678847"/>
                </a:cubicBezTo>
                <a:cubicBezTo>
                  <a:pt x="1987487" y="683324"/>
                  <a:pt x="1987106" y="688658"/>
                  <a:pt x="1988725" y="693420"/>
                </a:cubicBezTo>
                <a:cubicBezTo>
                  <a:pt x="1994916" y="711518"/>
                  <a:pt x="2018443" y="713137"/>
                  <a:pt x="2027111" y="696182"/>
                </a:cubicBezTo>
                <a:close/>
                <a:moveTo>
                  <a:pt x="2209705" y="849344"/>
                </a:moveTo>
                <a:cubicBezTo>
                  <a:pt x="2211800" y="847535"/>
                  <a:pt x="2214658" y="846582"/>
                  <a:pt x="2217325" y="846773"/>
                </a:cubicBezTo>
                <a:cubicBezTo>
                  <a:pt x="2220087" y="846963"/>
                  <a:pt x="2222659" y="848201"/>
                  <a:pt x="2224564" y="850392"/>
                </a:cubicBezTo>
                <a:cubicBezTo>
                  <a:pt x="2226374" y="852488"/>
                  <a:pt x="2227326" y="855250"/>
                  <a:pt x="2227136" y="858012"/>
                </a:cubicBezTo>
                <a:cubicBezTo>
                  <a:pt x="2226945" y="860774"/>
                  <a:pt x="2225707" y="863346"/>
                  <a:pt x="2223516" y="865251"/>
                </a:cubicBezTo>
                <a:cubicBezTo>
                  <a:pt x="2219135" y="869061"/>
                  <a:pt x="2212467" y="868585"/>
                  <a:pt x="2208657" y="864203"/>
                </a:cubicBezTo>
                <a:cubicBezTo>
                  <a:pt x="2206847" y="862108"/>
                  <a:pt x="2205895" y="859346"/>
                  <a:pt x="2206085" y="856583"/>
                </a:cubicBezTo>
                <a:cubicBezTo>
                  <a:pt x="2206276" y="853821"/>
                  <a:pt x="2207514" y="851249"/>
                  <a:pt x="2209705" y="849344"/>
                </a:cubicBezTo>
                <a:close/>
                <a:moveTo>
                  <a:pt x="2157508" y="942404"/>
                </a:moveTo>
                <a:cubicBezTo>
                  <a:pt x="2151602" y="946785"/>
                  <a:pt x="2143125" y="945452"/>
                  <a:pt x="2138744" y="939546"/>
                </a:cubicBezTo>
                <a:cubicBezTo>
                  <a:pt x="2136648" y="936689"/>
                  <a:pt x="2135791" y="933069"/>
                  <a:pt x="2136267" y="929545"/>
                </a:cubicBezTo>
                <a:cubicBezTo>
                  <a:pt x="2136839" y="926021"/>
                  <a:pt x="2138744" y="922877"/>
                  <a:pt x="2141601" y="920782"/>
                </a:cubicBezTo>
                <a:cubicBezTo>
                  <a:pt x="2147602" y="916400"/>
                  <a:pt x="2155984" y="917734"/>
                  <a:pt x="2160365" y="923639"/>
                </a:cubicBezTo>
                <a:cubicBezTo>
                  <a:pt x="2164747" y="929640"/>
                  <a:pt x="2163413" y="938022"/>
                  <a:pt x="2157508" y="942404"/>
                </a:cubicBezTo>
                <a:close/>
                <a:moveTo>
                  <a:pt x="2547938" y="794385"/>
                </a:moveTo>
                <a:cubicBezTo>
                  <a:pt x="2540508" y="794385"/>
                  <a:pt x="2534507" y="788384"/>
                  <a:pt x="2534507" y="780955"/>
                </a:cubicBezTo>
                <a:cubicBezTo>
                  <a:pt x="2534507" y="773525"/>
                  <a:pt x="2540508" y="767525"/>
                  <a:pt x="2547938" y="767525"/>
                </a:cubicBezTo>
                <a:cubicBezTo>
                  <a:pt x="2555367" y="767525"/>
                  <a:pt x="2561368" y="773525"/>
                  <a:pt x="2561368" y="780955"/>
                </a:cubicBezTo>
                <a:cubicBezTo>
                  <a:pt x="2561368" y="788384"/>
                  <a:pt x="2555367" y="794385"/>
                  <a:pt x="2547938" y="794385"/>
                </a:cubicBezTo>
                <a:close/>
                <a:moveTo>
                  <a:pt x="2632615" y="631603"/>
                </a:moveTo>
                <a:cubicBezTo>
                  <a:pt x="2632615" y="633984"/>
                  <a:pt x="2630710" y="635984"/>
                  <a:pt x="2628234" y="635984"/>
                </a:cubicBezTo>
                <a:lnTo>
                  <a:pt x="2614232" y="635984"/>
                </a:lnTo>
                <a:cubicBezTo>
                  <a:pt x="2611850" y="635984"/>
                  <a:pt x="2609850" y="634079"/>
                  <a:pt x="2609850" y="631603"/>
                </a:cubicBezTo>
                <a:lnTo>
                  <a:pt x="2609850" y="619887"/>
                </a:lnTo>
                <a:lnTo>
                  <a:pt x="2632520" y="619887"/>
                </a:lnTo>
                <a:lnTo>
                  <a:pt x="2632520" y="631603"/>
                </a:lnTo>
                <a:close/>
                <a:moveTo>
                  <a:pt x="2628234" y="575977"/>
                </a:moveTo>
                <a:cubicBezTo>
                  <a:pt x="2630615" y="575977"/>
                  <a:pt x="2632615" y="577882"/>
                  <a:pt x="2632615" y="580358"/>
                </a:cubicBezTo>
                <a:lnTo>
                  <a:pt x="2632615" y="589312"/>
                </a:lnTo>
                <a:lnTo>
                  <a:pt x="2609945" y="589312"/>
                </a:lnTo>
                <a:lnTo>
                  <a:pt x="2609945" y="580358"/>
                </a:lnTo>
                <a:cubicBezTo>
                  <a:pt x="2609945" y="577977"/>
                  <a:pt x="2611850" y="575977"/>
                  <a:pt x="2614327" y="575977"/>
                </a:cubicBezTo>
                <a:lnTo>
                  <a:pt x="2628329" y="575977"/>
                </a:lnTo>
                <a:close/>
                <a:moveTo>
                  <a:pt x="2466118" y="482822"/>
                </a:moveTo>
                <a:lnTo>
                  <a:pt x="2466118" y="482822"/>
                </a:lnTo>
                <a:cubicBezTo>
                  <a:pt x="2466118" y="482822"/>
                  <a:pt x="2466118" y="475679"/>
                  <a:pt x="2466118" y="475679"/>
                </a:cubicBezTo>
                <a:lnTo>
                  <a:pt x="2466118" y="475679"/>
                </a:lnTo>
                <a:lnTo>
                  <a:pt x="2466118" y="456819"/>
                </a:lnTo>
                <a:cubicBezTo>
                  <a:pt x="2466118" y="455771"/>
                  <a:pt x="2466975" y="454914"/>
                  <a:pt x="2468023" y="454914"/>
                </a:cubicBezTo>
                <a:lnTo>
                  <a:pt x="2509457" y="454914"/>
                </a:lnTo>
                <a:cubicBezTo>
                  <a:pt x="2510504" y="454914"/>
                  <a:pt x="2511362" y="455771"/>
                  <a:pt x="2511362" y="456819"/>
                </a:cubicBezTo>
                <a:lnTo>
                  <a:pt x="2511362" y="498253"/>
                </a:lnTo>
                <a:cubicBezTo>
                  <a:pt x="2511362" y="499301"/>
                  <a:pt x="2510504" y="500158"/>
                  <a:pt x="2509457" y="500158"/>
                </a:cubicBezTo>
                <a:lnTo>
                  <a:pt x="2467261" y="500158"/>
                </a:lnTo>
                <a:cubicBezTo>
                  <a:pt x="2466594" y="500158"/>
                  <a:pt x="2466118" y="499586"/>
                  <a:pt x="2466118" y="499015"/>
                </a:cubicBezTo>
                <a:lnTo>
                  <a:pt x="2466118" y="482822"/>
                </a:lnTo>
                <a:close/>
                <a:moveTo>
                  <a:pt x="2520887" y="616458"/>
                </a:moveTo>
                <a:cubicBezTo>
                  <a:pt x="2525173" y="610838"/>
                  <a:pt x="2533174" y="609791"/>
                  <a:pt x="2538794" y="613982"/>
                </a:cubicBezTo>
                <a:cubicBezTo>
                  <a:pt x="2544413" y="618268"/>
                  <a:pt x="2545461" y="626269"/>
                  <a:pt x="2541270" y="631889"/>
                </a:cubicBezTo>
                <a:cubicBezTo>
                  <a:pt x="2536984" y="637508"/>
                  <a:pt x="2528983" y="638556"/>
                  <a:pt x="2523363" y="634365"/>
                </a:cubicBezTo>
                <a:cubicBezTo>
                  <a:pt x="2517743" y="630079"/>
                  <a:pt x="2516696" y="622078"/>
                  <a:pt x="2520887" y="616458"/>
                </a:cubicBezTo>
                <a:close/>
                <a:moveTo>
                  <a:pt x="1692307" y="1294924"/>
                </a:moveTo>
                <a:cubicBezTo>
                  <a:pt x="1694117" y="1291304"/>
                  <a:pt x="1698498" y="1289780"/>
                  <a:pt x="1702118" y="1291590"/>
                </a:cubicBezTo>
                <a:cubicBezTo>
                  <a:pt x="1705737" y="1293400"/>
                  <a:pt x="1707261" y="1297781"/>
                  <a:pt x="1705451" y="1301401"/>
                </a:cubicBezTo>
                <a:cubicBezTo>
                  <a:pt x="1703642" y="1305020"/>
                  <a:pt x="1699260" y="1306544"/>
                  <a:pt x="1695641" y="1304735"/>
                </a:cubicBezTo>
                <a:cubicBezTo>
                  <a:pt x="1692021" y="1302925"/>
                  <a:pt x="1690497" y="1298543"/>
                  <a:pt x="1692307" y="1294924"/>
                </a:cubicBezTo>
                <a:close/>
                <a:moveTo>
                  <a:pt x="2521172" y="580358"/>
                </a:moveTo>
                <a:cubicBezTo>
                  <a:pt x="2525459" y="574739"/>
                  <a:pt x="2533460" y="573691"/>
                  <a:pt x="2539079" y="577882"/>
                </a:cubicBezTo>
                <a:cubicBezTo>
                  <a:pt x="2544699" y="582168"/>
                  <a:pt x="2545747" y="590169"/>
                  <a:pt x="2541556" y="595789"/>
                </a:cubicBezTo>
                <a:cubicBezTo>
                  <a:pt x="2537270" y="601409"/>
                  <a:pt x="2529269" y="602456"/>
                  <a:pt x="2523649" y="598265"/>
                </a:cubicBezTo>
                <a:cubicBezTo>
                  <a:pt x="2518029" y="593979"/>
                  <a:pt x="2516981" y="585978"/>
                  <a:pt x="2521172" y="580358"/>
                </a:cubicBezTo>
                <a:close/>
                <a:moveTo>
                  <a:pt x="1566958" y="1358265"/>
                </a:moveTo>
                <a:lnTo>
                  <a:pt x="1473327" y="1460945"/>
                </a:lnTo>
                <a:lnTo>
                  <a:pt x="1473327" y="1586579"/>
                </a:lnTo>
                <a:lnTo>
                  <a:pt x="1471422" y="1586579"/>
                </a:lnTo>
                <a:cubicBezTo>
                  <a:pt x="1467898" y="1586579"/>
                  <a:pt x="1465136" y="1589437"/>
                  <a:pt x="1465136" y="1592866"/>
                </a:cubicBezTo>
                <a:lnTo>
                  <a:pt x="1465136" y="1606106"/>
                </a:lnTo>
                <a:cubicBezTo>
                  <a:pt x="1465136" y="1609630"/>
                  <a:pt x="1467993" y="1612392"/>
                  <a:pt x="1471422" y="1612392"/>
                </a:cubicBezTo>
                <a:lnTo>
                  <a:pt x="1484662" y="1612392"/>
                </a:lnTo>
                <a:cubicBezTo>
                  <a:pt x="1488186" y="1612392"/>
                  <a:pt x="1490948" y="1609535"/>
                  <a:pt x="1490948" y="1606106"/>
                </a:cubicBezTo>
                <a:lnTo>
                  <a:pt x="1490948" y="1592866"/>
                </a:lnTo>
                <a:cubicBezTo>
                  <a:pt x="1490948" y="1589342"/>
                  <a:pt x="1488091" y="1586579"/>
                  <a:pt x="1484662" y="1586579"/>
                </a:cubicBezTo>
                <a:lnTo>
                  <a:pt x="1482757" y="1586579"/>
                </a:lnTo>
                <a:lnTo>
                  <a:pt x="1482757" y="1464659"/>
                </a:lnTo>
                <a:lnTo>
                  <a:pt x="1571053" y="1367885"/>
                </a:lnTo>
                <a:lnTo>
                  <a:pt x="1631823" y="1368171"/>
                </a:lnTo>
                <a:lnTo>
                  <a:pt x="1692021" y="1311402"/>
                </a:lnTo>
                <a:cubicBezTo>
                  <a:pt x="1692021" y="1311402"/>
                  <a:pt x="1692212" y="1311593"/>
                  <a:pt x="1692402" y="1311593"/>
                </a:cubicBezTo>
                <a:cubicBezTo>
                  <a:pt x="1694498" y="1312640"/>
                  <a:pt x="1696688" y="1313117"/>
                  <a:pt x="1698784" y="1313117"/>
                </a:cubicBezTo>
                <a:cubicBezTo>
                  <a:pt x="1704118" y="1313117"/>
                  <a:pt x="1709357" y="1310164"/>
                  <a:pt x="1711833" y="1305020"/>
                </a:cubicBezTo>
                <a:cubicBezTo>
                  <a:pt x="1715357" y="1297877"/>
                  <a:pt x="1712405" y="1289114"/>
                  <a:pt x="1705261" y="1285494"/>
                </a:cubicBezTo>
                <a:cubicBezTo>
                  <a:pt x="1701737" y="1283780"/>
                  <a:pt x="1697831" y="1283494"/>
                  <a:pt x="1694117" y="1284732"/>
                </a:cubicBezTo>
                <a:cubicBezTo>
                  <a:pt x="1690402" y="1285970"/>
                  <a:pt x="1687449" y="1288542"/>
                  <a:pt x="1685735" y="1292066"/>
                </a:cubicBezTo>
                <a:cubicBezTo>
                  <a:pt x="1683734" y="1296067"/>
                  <a:pt x="1683830" y="1300544"/>
                  <a:pt x="1685544" y="1304353"/>
                </a:cubicBezTo>
                <a:lnTo>
                  <a:pt x="1628013" y="1358646"/>
                </a:lnTo>
                <a:lnTo>
                  <a:pt x="1566863" y="1358360"/>
                </a:lnTo>
                <a:close/>
                <a:moveTo>
                  <a:pt x="1484662" y="1591247"/>
                </a:moveTo>
                <a:cubicBezTo>
                  <a:pt x="1485519" y="1591247"/>
                  <a:pt x="1486186" y="1591913"/>
                  <a:pt x="1486186" y="1592771"/>
                </a:cubicBezTo>
                <a:lnTo>
                  <a:pt x="1486186" y="1606010"/>
                </a:lnTo>
                <a:cubicBezTo>
                  <a:pt x="1486186" y="1606868"/>
                  <a:pt x="1485519" y="1607534"/>
                  <a:pt x="1484662" y="1607534"/>
                </a:cubicBezTo>
                <a:lnTo>
                  <a:pt x="1471422" y="1607534"/>
                </a:lnTo>
                <a:cubicBezTo>
                  <a:pt x="1470565" y="1607534"/>
                  <a:pt x="1469898" y="1606868"/>
                  <a:pt x="1469898" y="1606010"/>
                </a:cubicBezTo>
                <a:lnTo>
                  <a:pt x="1469898" y="1592771"/>
                </a:lnTo>
                <a:cubicBezTo>
                  <a:pt x="1469898" y="1591913"/>
                  <a:pt x="1470565" y="1591247"/>
                  <a:pt x="1471422" y="1591247"/>
                </a:cubicBezTo>
                <a:lnTo>
                  <a:pt x="1484662" y="1591247"/>
                </a:lnTo>
                <a:close/>
                <a:moveTo>
                  <a:pt x="1690116" y="1294162"/>
                </a:moveTo>
                <a:cubicBezTo>
                  <a:pt x="1691259" y="1291781"/>
                  <a:pt x="1693259" y="1290066"/>
                  <a:pt x="1695736" y="1289209"/>
                </a:cubicBezTo>
                <a:cubicBezTo>
                  <a:pt x="1696784" y="1288828"/>
                  <a:pt x="1697831" y="1288732"/>
                  <a:pt x="1698879" y="1288732"/>
                </a:cubicBezTo>
                <a:cubicBezTo>
                  <a:pt x="1700403" y="1288732"/>
                  <a:pt x="1701832" y="1289114"/>
                  <a:pt x="1703165" y="1289780"/>
                </a:cubicBezTo>
                <a:cubicBezTo>
                  <a:pt x="1708023" y="1292162"/>
                  <a:pt x="1710023" y="1298067"/>
                  <a:pt x="1707547" y="1302925"/>
                </a:cubicBezTo>
                <a:cubicBezTo>
                  <a:pt x="1705166" y="1307782"/>
                  <a:pt x="1699260" y="1309783"/>
                  <a:pt x="1694402" y="1307306"/>
                </a:cubicBezTo>
                <a:cubicBezTo>
                  <a:pt x="1689545" y="1304925"/>
                  <a:pt x="1687544" y="1299020"/>
                  <a:pt x="1690021" y="1294162"/>
                </a:cubicBezTo>
                <a:close/>
                <a:moveTo>
                  <a:pt x="2555748" y="597789"/>
                </a:moveTo>
                <a:cubicBezTo>
                  <a:pt x="2557177" y="590931"/>
                  <a:pt x="2563844" y="586454"/>
                  <a:pt x="2570798" y="587788"/>
                </a:cubicBezTo>
                <a:cubicBezTo>
                  <a:pt x="2577655" y="589217"/>
                  <a:pt x="2582132" y="595884"/>
                  <a:pt x="2580799" y="602837"/>
                </a:cubicBezTo>
                <a:cubicBezTo>
                  <a:pt x="2579465" y="609791"/>
                  <a:pt x="2572703" y="614172"/>
                  <a:pt x="2565749" y="612839"/>
                </a:cubicBezTo>
                <a:cubicBezTo>
                  <a:pt x="2558796" y="611505"/>
                  <a:pt x="2554415" y="604742"/>
                  <a:pt x="2555748" y="597789"/>
                </a:cubicBezTo>
                <a:close/>
                <a:moveTo>
                  <a:pt x="924497" y="1842992"/>
                </a:moveTo>
                <a:cubicBezTo>
                  <a:pt x="923163" y="1842992"/>
                  <a:pt x="922115" y="1844040"/>
                  <a:pt x="922115" y="1845374"/>
                </a:cubicBezTo>
                <a:lnTo>
                  <a:pt x="922115" y="1865376"/>
                </a:lnTo>
                <a:cubicBezTo>
                  <a:pt x="922115" y="1866710"/>
                  <a:pt x="923163" y="1867757"/>
                  <a:pt x="924497" y="1867757"/>
                </a:cubicBezTo>
                <a:lnTo>
                  <a:pt x="944499" y="1867757"/>
                </a:lnTo>
                <a:cubicBezTo>
                  <a:pt x="945833" y="1867757"/>
                  <a:pt x="946880" y="1866710"/>
                  <a:pt x="946880" y="1865376"/>
                </a:cubicBezTo>
                <a:lnTo>
                  <a:pt x="946880" y="1845374"/>
                </a:lnTo>
                <a:cubicBezTo>
                  <a:pt x="946880" y="1844040"/>
                  <a:pt x="945833" y="1842992"/>
                  <a:pt x="944499" y="1842992"/>
                </a:cubicBezTo>
                <a:lnTo>
                  <a:pt x="924497" y="1842992"/>
                </a:lnTo>
                <a:close/>
                <a:moveTo>
                  <a:pt x="942118" y="1862995"/>
                </a:moveTo>
                <a:lnTo>
                  <a:pt x="926878" y="1862995"/>
                </a:lnTo>
                <a:lnTo>
                  <a:pt x="926878" y="1847755"/>
                </a:lnTo>
                <a:lnTo>
                  <a:pt x="942118" y="1847755"/>
                </a:lnTo>
                <a:lnTo>
                  <a:pt x="942118" y="1862995"/>
                </a:lnTo>
                <a:close/>
                <a:moveTo>
                  <a:pt x="2520696" y="652463"/>
                </a:moveTo>
                <a:cubicBezTo>
                  <a:pt x="2524982" y="646843"/>
                  <a:pt x="2532984" y="645795"/>
                  <a:pt x="2538603" y="649986"/>
                </a:cubicBezTo>
                <a:cubicBezTo>
                  <a:pt x="2544223" y="654272"/>
                  <a:pt x="2545271" y="662273"/>
                  <a:pt x="2541080" y="667893"/>
                </a:cubicBezTo>
                <a:cubicBezTo>
                  <a:pt x="2536793" y="673513"/>
                  <a:pt x="2528792" y="674561"/>
                  <a:pt x="2523173" y="670370"/>
                </a:cubicBezTo>
                <a:cubicBezTo>
                  <a:pt x="2517553" y="666083"/>
                  <a:pt x="2516505" y="658082"/>
                  <a:pt x="2520696" y="652463"/>
                </a:cubicBezTo>
                <a:close/>
                <a:moveTo>
                  <a:pt x="962692" y="1842992"/>
                </a:moveTo>
                <a:cubicBezTo>
                  <a:pt x="961358" y="1842992"/>
                  <a:pt x="960311" y="1844040"/>
                  <a:pt x="960311" y="1845374"/>
                </a:cubicBezTo>
                <a:lnTo>
                  <a:pt x="960311" y="1865376"/>
                </a:lnTo>
                <a:cubicBezTo>
                  <a:pt x="960311" y="1866710"/>
                  <a:pt x="961358" y="1867757"/>
                  <a:pt x="962692" y="1867757"/>
                </a:cubicBezTo>
                <a:lnTo>
                  <a:pt x="982694" y="1867757"/>
                </a:lnTo>
                <a:cubicBezTo>
                  <a:pt x="984028" y="1867757"/>
                  <a:pt x="985076" y="1866710"/>
                  <a:pt x="985076" y="1865376"/>
                </a:cubicBezTo>
                <a:lnTo>
                  <a:pt x="985076" y="1845374"/>
                </a:lnTo>
                <a:cubicBezTo>
                  <a:pt x="985076" y="1844040"/>
                  <a:pt x="984028" y="1842992"/>
                  <a:pt x="982694" y="1842992"/>
                </a:cubicBezTo>
                <a:lnTo>
                  <a:pt x="962692" y="1842992"/>
                </a:lnTo>
                <a:close/>
                <a:moveTo>
                  <a:pt x="980313" y="1862995"/>
                </a:moveTo>
                <a:lnTo>
                  <a:pt x="965073" y="1862995"/>
                </a:lnTo>
                <a:lnTo>
                  <a:pt x="965073" y="1847755"/>
                </a:lnTo>
                <a:lnTo>
                  <a:pt x="980313" y="1847755"/>
                </a:lnTo>
                <a:lnTo>
                  <a:pt x="980313" y="1862995"/>
                </a:lnTo>
                <a:close/>
                <a:moveTo>
                  <a:pt x="2518124" y="729901"/>
                </a:moveTo>
                <a:cubicBezTo>
                  <a:pt x="2519553" y="723043"/>
                  <a:pt x="2526221" y="718566"/>
                  <a:pt x="2533174" y="719900"/>
                </a:cubicBezTo>
                <a:cubicBezTo>
                  <a:pt x="2540032" y="721328"/>
                  <a:pt x="2544509" y="727996"/>
                  <a:pt x="2543175" y="734949"/>
                </a:cubicBezTo>
                <a:cubicBezTo>
                  <a:pt x="2541746" y="741807"/>
                  <a:pt x="2535079" y="746284"/>
                  <a:pt x="2528126" y="744950"/>
                </a:cubicBezTo>
                <a:cubicBezTo>
                  <a:pt x="2521172" y="743617"/>
                  <a:pt x="2516791" y="736854"/>
                  <a:pt x="2518124" y="729901"/>
                </a:cubicBezTo>
                <a:close/>
                <a:moveTo>
                  <a:pt x="2520505" y="688562"/>
                </a:moveTo>
                <a:cubicBezTo>
                  <a:pt x="2524792" y="682943"/>
                  <a:pt x="2532793" y="681895"/>
                  <a:pt x="2538413" y="686086"/>
                </a:cubicBezTo>
                <a:cubicBezTo>
                  <a:pt x="2544032" y="690372"/>
                  <a:pt x="2545080" y="698373"/>
                  <a:pt x="2540889" y="703993"/>
                </a:cubicBezTo>
                <a:cubicBezTo>
                  <a:pt x="2536603" y="709613"/>
                  <a:pt x="2528602" y="710660"/>
                  <a:pt x="2522982" y="706469"/>
                </a:cubicBezTo>
                <a:cubicBezTo>
                  <a:pt x="2517362" y="702183"/>
                  <a:pt x="2516315" y="694182"/>
                  <a:pt x="2520505" y="688562"/>
                </a:cubicBezTo>
                <a:close/>
                <a:moveTo>
                  <a:pt x="653034" y="2277809"/>
                </a:moveTo>
                <a:cubicBezTo>
                  <a:pt x="653034" y="2279142"/>
                  <a:pt x="653415" y="2280476"/>
                  <a:pt x="654272" y="2281523"/>
                </a:cubicBezTo>
                <a:lnTo>
                  <a:pt x="662750" y="2291239"/>
                </a:lnTo>
                <a:cubicBezTo>
                  <a:pt x="662750" y="2291239"/>
                  <a:pt x="663321" y="2291715"/>
                  <a:pt x="663607" y="2291906"/>
                </a:cubicBezTo>
                <a:lnTo>
                  <a:pt x="663893" y="2325434"/>
                </a:lnTo>
                <a:lnTo>
                  <a:pt x="723233" y="2389442"/>
                </a:lnTo>
                <a:lnTo>
                  <a:pt x="723233" y="2422493"/>
                </a:lnTo>
                <a:cubicBezTo>
                  <a:pt x="723233" y="2422493"/>
                  <a:pt x="720662" y="2422493"/>
                  <a:pt x="720662" y="2422493"/>
                </a:cubicBezTo>
                <a:cubicBezTo>
                  <a:pt x="719138" y="2422493"/>
                  <a:pt x="717804" y="2423732"/>
                  <a:pt x="717804" y="2425351"/>
                </a:cubicBezTo>
                <a:lnTo>
                  <a:pt x="717804" y="2479358"/>
                </a:lnTo>
                <a:cubicBezTo>
                  <a:pt x="717804" y="2480882"/>
                  <a:pt x="719042" y="2482215"/>
                  <a:pt x="720662" y="2482215"/>
                </a:cubicBezTo>
                <a:lnTo>
                  <a:pt x="730758" y="2482215"/>
                </a:lnTo>
                <a:cubicBezTo>
                  <a:pt x="732282" y="2482215"/>
                  <a:pt x="733616" y="2480977"/>
                  <a:pt x="733616" y="2479358"/>
                </a:cubicBezTo>
                <a:lnTo>
                  <a:pt x="733616" y="2425351"/>
                </a:lnTo>
                <a:cubicBezTo>
                  <a:pt x="733616" y="2423827"/>
                  <a:pt x="732377" y="2422493"/>
                  <a:pt x="730758" y="2422493"/>
                </a:cubicBezTo>
                <a:lnTo>
                  <a:pt x="728091" y="2422493"/>
                </a:lnTo>
                <a:lnTo>
                  <a:pt x="728091" y="2387537"/>
                </a:lnTo>
                <a:cubicBezTo>
                  <a:pt x="728091" y="2387537"/>
                  <a:pt x="668560" y="2323529"/>
                  <a:pt x="668560" y="2323529"/>
                </a:cubicBezTo>
                <a:lnTo>
                  <a:pt x="668274" y="2292572"/>
                </a:lnTo>
                <a:cubicBezTo>
                  <a:pt x="668846" y="2292382"/>
                  <a:pt x="669322" y="2292096"/>
                  <a:pt x="669798" y="2291715"/>
                </a:cubicBezTo>
                <a:lnTo>
                  <a:pt x="679514" y="2283238"/>
                </a:lnTo>
                <a:cubicBezTo>
                  <a:pt x="679514" y="2283238"/>
                  <a:pt x="679704" y="2282952"/>
                  <a:pt x="679799" y="2282762"/>
                </a:cubicBezTo>
                <a:lnTo>
                  <a:pt x="681133" y="2282762"/>
                </a:lnTo>
                <a:cubicBezTo>
                  <a:pt x="681133" y="2282762"/>
                  <a:pt x="681133" y="2279904"/>
                  <a:pt x="681133" y="2279904"/>
                </a:cubicBezTo>
                <a:cubicBezTo>
                  <a:pt x="681133" y="2279714"/>
                  <a:pt x="681133" y="2279428"/>
                  <a:pt x="681133" y="2279237"/>
                </a:cubicBezTo>
                <a:lnTo>
                  <a:pt x="681133" y="2275618"/>
                </a:lnTo>
                <a:cubicBezTo>
                  <a:pt x="681133" y="2275618"/>
                  <a:pt x="679609" y="2275618"/>
                  <a:pt x="679609" y="2275618"/>
                </a:cubicBezTo>
                <a:lnTo>
                  <a:pt x="671513" y="2266283"/>
                </a:lnTo>
                <a:cubicBezTo>
                  <a:pt x="669703" y="2264188"/>
                  <a:pt x="666464" y="2263902"/>
                  <a:pt x="664369" y="2265807"/>
                </a:cubicBezTo>
                <a:lnTo>
                  <a:pt x="654653" y="2274284"/>
                </a:lnTo>
                <a:cubicBezTo>
                  <a:pt x="653606" y="2275142"/>
                  <a:pt x="653034" y="2276380"/>
                  <a:pt x="652939" y="2277809"/>
                </a:cubicBezTo>
                <a:close/>
                <a:moveTo>
                  <a:pt x="732663" y="2468594"/>
                </a:moveTo>
                <a:lnTo>
                  <a:pt x="719138" y="2468594"/>
                </a:lnTo>
                <a:lnTo>
                  <a:pt x="719138" y="2465642"/>
                </a:lnTo>
                <a:lnTo>
                  <a:pt x="732663" y="2465642"/>
                </a:lnTo>
                <a:lnTo>
                  <a:pt x="732663" y="2468594"/>
                </a:lnTo>
                <a:close/>
                <a:moveTo>
                  <a:pt x="732663" y="2453830"/>
                </a:moveTo>
                <a:lnTo>
                  <a:pt x="719138" y="2453830"/>
                </a:lnTo>
                <a:lnTo>
                  <a:pt x="719138" y="2450878"/>
                </a:lnTo>
                <a:lnTo>
                  <a:pt x="732663" y="2450878"/>
                </a:lnTo>
                <a:lnTo>
                  <a:pt x="732663" y="2453830"/>
                </a:lnTo>
                <a:close/>
                <a:moveTo>
                  <a:pt x="732663" y="2437638"/>
                </a:moveTo>
                <a:lnTo>
                  <a:pt x="732663" y="2440591"/>
                </a:lnTo>
                <a:lnTo>
                  <a:pt x="719138" y="2440591"/>
                </a:lnTo>
                <a:lnTo>
                  <a:pt x="719138" y="2437638"/>
                </a:lnTo>
                <a:lnTo>
                  <a:pt x="732663" y="2437638"/>
                </a:lnTo>
                <a:close/>
                <a:moveTo>
                  <a:pt x="667607" y="2269427"/>
                </a:moveTo>
                <a:cubicBezTo>
                  <a:pt x="667607" y="2269427"/>
                  <a:pt x="667702" y="2269427"/>
                  <a:pt x="667798" y="2269427"/>
                </a:cubicBezTo>
                <a:cubicBezTo>
                  <a:pt x="667798" y="2269427"/>
                  <a:pt x="667988" y="2269427"/>
                  <a:pt x="668084" y="2269522"/>
                </a:cubicBezTo>
                <a:lnTo>
                  <a:pt x="676561" y="2279714"/>
                </a:lnTo>
                <a:lnTo>
                  <a:pt x="666369" y="2288191"/>
                </a:lnTo>
                <a:lnTo>
                  <a:pt x="657892" y="2277999"/>
                </a:lnTo>
                <a:lnTo>
                  <a:pt x="667607" y="2269522"/>
                </a:lnTo>
                <a:close/>
                <a:moveTo>
                  <a:pt x="67913" y="2699004"/>
                </a:moveTo>
                <a:cubicBezTo>
                  <a:pt x="72200" y="2704624"/>
                  <a:pt x="71057" y="2712625"/>
                  <a:pt x="65437" y="2716911"/>
                </a:cubicBezTo>
                <a:cubicBezTo>
                  <a:pt x="59817" y="2721197"/>
                  <a:pt x="51816" y="2720054"/>
                  <a:pt x="47530" y="2714435"/>
                </a:cubicBezTo>
                <a:cubicBezTo>
                  <a:pt x="43244" y="2708815"/>
                  <a:pt x="44387" y="2700814"/>
                  <a:pt x="50006" y="2696528"/>
                </a:cubicBezTo>
                <a:cubicBezTo>
                  <a:pt x="55626" y="2692242"/>
                  <a:pt x="63627" y="2693384"/>
                  <a:pt x="67913" y="2699004"/>
                </a:cubicBezTo>
                <a:close/>
                <a:moveTo>
                  <a:pt x="2404967" y="522542"/>
                </a:moveTo>
                <a:cubicBezTo>
                  <a:pt x="2399348" y="518255"/>
                  <a:pt x="2398300" y="510254"/>
                  <a:pt x="2402491" y="504635"/>
                </a:cubicBezTo>
                <a:cubicBezTo>
                  <a:pt x="2406777" y="499015"/>
                  <a:pt x="2414778" y="497967"/>
                  <a:pt x="2420398" y="502158"/>
                </a:cubicBezTo>
                <a:cubicBezTo>
                  <a:pt x="2426018" y="506444"/>
                  <a:pt x="2427065" y="514445"/>
                  <a:pt x="2422874" y="520065"/>
                </a:cubicBezTo>
                <a:cubicBezTo>
                  <a:pt x="2418588" y="525685"/>
                  <a:pt x="2410587" y="526733"/>
                  <a:pt x="2404967" y="522542"/>
                </a:cubicBezTo>
                <a:close/>
                <a:moveTo>
                  <a:pt x="665988" y="2186750"/>
                </a:moveTo>
                <a:lnTo>
                  <a:pt x="658654" y="2179701"/>
                </a:lnTo>
                <a:lnTo>
                  <a:pt x="663607" y="2174558"/>
                </a:lnTo>
                <a:lnTo>
                  <a:pt x="670941" y="2181606"/>
                </a:lnTo>
                <a:lnTo>
                  <a:pt x="665988" y="2186750"/>
                </a:lnTo>
                <a:close/>
                <a:moveTo>
                  <a:pt x="2158746" y="931545"/>
                </a:moveTo>
                <a:cubicBezTo>
                  <a:pt x="2158746" y="936593"/>
                  <a:pt x="2154650" y="940689"/>
                  <a:pt x="2149602" y="940689"/>
                </a:cubicBezTo>
                <a:cubicBezTo>
                  <a:pt x="2144554" y="940689"/>
                  <a:pt x="2140458" y="936593"/>
                  <a:pt x="2140458" y="931545"/>
                </a:cubicBezTo>
                <a:cubicBezTo>
                  <a:pt x="2140458" y="926497"/>
                  <a:pt x="2144554" y="922401"/>
                  <a:pt x="2149602" y="922401"/>
                </a:cubicBezTo>
                <a:cubicBezTo>
                  <a:pt x="2154650" y="922401"/>
                  <a:pt x="2158746" y="926497"/>
                  <a:pt x="2158746" y="931545"/>
                </a:cubicBezTo>
                <a:close/>
                <a:moveTo>
                  <a:pt x="2453164" y="704279"/>
                </a:moveTo>
                <a:cubicBezTo>
                  <a:pt x="2448020" y="705326"/>
                  <a:pt x="2444210" y="709327"/>
                  <a:pt x="2443258" y="714185"/>
                </a:cubicBezTo>
                <a:lnTo>
                  <a:pt x="2413540" y="714185"/>
                </a:lnTo>
                <a:lnTo>
                  <a:pt x="2289620" y="816483"/>
                </a:lnTo>
                <a:cubicBezTo>
                  <a:pt x="2287524" y="815245"/>
                  <a:pt x="2285143" y="814483"/>
                  <a:pt x="2282762" y="814483"/>
                </a:cubicBezTo>
                <a:cubicBezTo>
                  <a:pt x="2282000" y="814483"/>
                  <a:pt x="2281142" y="814483"/>
                  <a:pt x="2280285" y="814673"/>
                </a:cubicBezTo>
                <a:cubicBezTo>
                  <a:pt x="2272760" y="816007"/>
                  <a:pt x="2267712" y="823246"/>
                  <a:pt x="2269046" y="830771"/>
                </a:cubicBezTo>
                <a:cubicBezTo>
                  <a:pt x="2269712" y="834390"/>
                  <a:pt x="2271713" y="837629"/>
                  <a:pt x="2274761" y="839724"/>
                </a:cubicBezTo>
                <a:cubicBezTo>
                  <a:pt x="2277809" y="841820"/>
                  <a:pt x="2281523" y="842677"/>
                  <a:pt x="2285143" y="842010"/>
                </a:cubicBezTo>
                <a:cubicBezTo>
                  <a:pt x="2288762" y="841343"/>
                  <a:pt x="2292001" y="839343"/>
                  <a:pt x="2294096" y="836295"/>
                </a:cubicBezTo>
                <a:cubicBezTo>
                  <a:pt x="2296192" y="833247"/>
                  <a:pt x="2297049" y="829532"/>
                  <a:pt x="2296382" y="825913"/>
                </a:cubicBezTo>
                <a:cubicBezTo>
                  <a:pt x="2296097" y="824294"/>
                  <a:pt x="2295430" y="822865"/>
                  <a:pt x="2294668" y="821531"/>
                </a:cubicBezTo>
                <a:lnTo>
                  <a:pt x="2416112" y="721328"/>
                </a:lnTo>
                <a:lnTo>
                  <a:pt x="2443829" y="721328"/>
                </a:lnTo>
                <a:cubicBezTo>
                  <a:pt x="2446020" y="727043"/>
                  <a:pt x="2452021" y="730568"/>
                  <a:pt x="2458212" y="729234"/>
                </a:cubicBezTo>
                <a:cubicBezTo>
                  <a:pt x="2465070" y="727805"/>
                  <a:pt x="2469547" y="721138"/>
                  <a:pt x="2468213" y="714185"/>
                </a:cubicBezTo>
                <a:cubicBezTo>
                  <a:pt x="2466785" y="707327"/>
                  <a:pt x="2460117" y="702850"/>
                  <a:pt x="2453164" y="704183"/>
                </a:cubicBezTo>
                <a:close/>
                <a:moveTo>
                  <a:pt x="2288191" y="832199"/>
                </a:moveTo>
                <a:cubicBezTo>
                  <a:pt x="2287143" y="833628"/>
                  <a:pt x="2285619" y="834676"/>
                  <a:pt x="2283905" y="834962"/>
                </a:cubicBezTo>
                <a:cubicBezTo>
                  <a:pt x="2283524" y="834962"/>
                  <a:pt x="2283143" y="835057"/>
                  <a:pt x="2282762" y="835057"/>
                </a:cubicBezTo>
                <a:cubicBezTo>
                  <a:pt x="2281428" y="835057"/>
                  <a:pt x="2280095" y="834676"/>
                  <a:pt x="2278952" y="833819"/>
                </a:cubicBezTo>
                <a:cubicBezTo>
                  <a:pt x="2277523" y="832771"/>
                  <a:pt x="2276475" y="831247"/>
                  <a:pt x="2276189" y="829437"/>
                </a:cubicBezTo>
                <a:cubicBezTo>
                  <a:pt x="2275523" y="825818"/>
                  <a:pt x="2277999" y="822293"/>
                  <a:pt x="2281619" y="821627"/>
                </a:cubicBezTo>
                <a:cubicBezTo>
                  <a:pt x="2283428" y="821341"/>
                  <a:pt x="2285143" y="821627"/>
                  <a:pt x="2286667" y="822770"/>
                </a:cubicBezTo>
                <a:cubicBezTo>
                  <a:pt x="2288096" y="823817"/>
                  <a:pt x="2289143" y="825341"/>
                  <a:pt x="2289429" y="827151"/>
                </a:cubicBezTo>
                <a:cubicBezTo>
                  <a:pt x="2289715" y="828961"/>
                  <a:pt x="2289429" y="830675"/>
                  <a:pt x="2288286" y="832199"/>
                </a:cubicBezTo>
                <a:close/>
                <a:moveTo>
                  <a:pt x="2443734" y="755523"/>
                </a:moveTo>
                <a:cubicBezTo>
                  <a:pt x="2445639" y="761714"/>
                  <a:pt x="2451926" y="765620"/>
                  <a:pt x="2458403" y="764286"/>
                </a:cubicBezTo>
                <a:cubicBezTo>
                  <a:pt x="2465261" y="762857"/>
                  <a:pt x="2469737" y="756190"/>
                  <a:pt x="2468404" y="749237"/>
                </a:cubicBezTo>
                <a:cubicBezTo>
                  <a:pt x="2466975" y="742379"/>
                  <a:pt x="2460308" y="737902"/>
                  <a:pt x="2453354" y="739235"/>
                </a:cubicBezTo>
                <a:cubicBezTo>
                  <a:pt x="2448497" y="740188"/>
                  <a:pt x="2444972" y="743807"/>
                  <a:pt x="2443639" y="748284"/>
                </a:cubicBezTo>
                <a:lnTo>
                  <a:pt x="2429828" y="748475"/>
                </a:lnTo>
                <a:lnTo>
                  <a:pt x="2305812" y="850868"/>
                </a:lnTo>
                <a:cubicBezTo>
                  <a:pt x="2305812" y="850868"/>
                  <a:pt x="2305622" y="850678"/>
                  <a:pt x="2305526" y="850583"/>
                </a:cubicBezTo>
                <a:cubicBezTo>
                  <a:pt x="2303145" y="848963"/>
                  <a:pt x="2300383" y="848106"/>
                  <a:pt x="2297621" y="848106"/>
                </a:cubicBezTo>
                <a:cubicBezTo>
                  <a:pt x="2296763" y="848106"/>
                  <a:pt x="2296001" y="848106"/>
                  <a:pt x="2295144" y="848297"/>
                </a:cubicBezTo>
                <a:cubicBezTo>
                  <a:pt x="2287619" y="849630"/>
                  <a:pt x="2282571" y="856869"/>
                  <a:pt x="2283905" y="864394"/>
                </a:cubicBezTo>
                <a:cubicBezTo>
                  <a:pt x="2285238" y="871919"/>
                  <a:pt x="2292477" y="876967"/>
                  <a:pt x="2300002" y="875633"/>
                </a:cubicBezTo>
                <a:cubicBezTo>
                  <a:pt x="2303621" y="874967"/>
                  <a:pt x="2306860" y="872966"/>
                  <a:pt x="2308955" y="869918"/>
                </a:cubicBezTo>
                <a:cubicBezTo>
                  <a:pt x="2311051" y="866870"/>
                  <a:pt x="2311908" y="863156"/>
                  <a:pt x="2311241" y="859536"/>
                </a:cubicBezTo>
                <a:cubicBezTo>
                  <a:pt x="2311051" y="858488"/>
                  <a:pt x="2310479" y="857536"/>
                  <a:pt x="2310098" y="856583"/>
                </a:cubicBezTo>
                <a:lnTo>
                  <a:pt x="2432399" y="755618"/>
                </a:lnTo>
                <a:lnTo>
                  <a:pt x="2443639" y="755618"/>
                </a:lnTo>
                <a:close/>
                <a:moveTo>
                  <a:pt x="2303145" y="865823"/>
                </a:moveTo>
                <a:cubicBezTo>
                  <a:pt x="2302097" y="867251"/>
                  <a:pt x="2300573" y="868299"/>
                  <a:pt x="2298764" y="868585"/>
                </a:cubicBezTo>
                <a:cubicBezTo>
                  <a:pt x="2298383" y="868585"/>
                  <a:pt x="2298002" y="868680"/>
                  <a:pt x="2297621" y="868680"/>
                </a:cubicBezTo>
                <a:cubicBezTo>
                  <a:pt x="2294382" y="868680"/>
                  <a:pt x="2291620" y="866394"/>
                  <a:pt x="2290953" y="863156"/>
                </a:cubicBezTo>
                <a:cubicBezTo>
                  <a:pt x="2290286" y="859536"/>
                  <a:pt x="2292763" y="856012"/>
                  <a:pt x="2296382" y="855345"/>
                </a:cubicBezTo>
                <a:cubicBezTo>
                  <a:pt x="2298192" y="855059"/>
                  <a:pt x="2299907" y="855345"/>
                  <a:pt x="2301431" y="856488"/>
                </a:cubicBezTo>
                <a:cubicBezTo>
                  <a:pt x="2302859" y="857536"/>
                  <a:pt x="2303907" y="859060"/>
                  <a:pt x="2304193" y="860870"/>
                </a:cubicBezTo>
                <a:cubicBezTo>
                  <a:pt x="2304479" y="862679"/>
                  <a:pt x="2304193" y="864394"/>
                  <a:pt x="2303050" y="865918"/>
                </a:cubicBezTo>
                <a:close/>
                <a:moveTo>
                  <a:pt x="2088166" y="793528"/>
                </a:moveTo>
                <a:lnTo>
                  <a:pt x="2088166" y="968502"/>
                </a:lnTo>
                <a:lnTo>
                  <a:pt x="2084737" y="968502"/>
                </a:lnTo>
                <a:cubicBezTo>
                  <a:pt x="2078450" y="968502"/>
                  <a:pt x="2073212" y="973646"/>
                  <a:pt x="2073212" y="979932"/>
                </a:cubicBezTo>
                <a:lnTo>
                  <a:pt x="2073212" y="1031272"/>
                </a:lnTo>
                <a:cubicBezTo>
                  <a:pt x="2073212" y="1037558"/>
                  <a:pt x="2078355" y="1042797"/>
                  <a:pt x="2084737" y="1042797"/>
                </a:cubicBezTo>
                <a:lnTo>
                  <a:pt x="2098739" y="1042797"/>
                </a:lnTo>
                <a:cubicBezTo>
                  <a:pt x="2105025" y="1042797"/>
                  <a:pt x="2110264" y="1037654"/>
                  <a:pt x="2110264" y="1031272"/>
                </a:cubicBezTo>
                <a:lnTo>
                  <a:pt x="2110264" y="979932"/>
                </a:lnTo>
                <a:cubicBezTo>
                  <a:pt x="2110264" y="973646"/>
                  <a:pt x="2105120" y="968502"/>
                  <a:pt x="2098739" y="968502"/>
                </a:cubicBezTo>
                <a:lnTo>
                  <a:pt x="2095310" y="968502"/>
                </a:lnTo>
                <a:lnTo>
                  <a:pt x="2095310" y="796862"/>
                </a:lnTo>
                <a:lnTo>
                  <a:pt x="2362200" y="570833"/>
                </a:lnTo>
                <a:lnTo>
                  <a:pt x="2414969" y="570833"/>
                </a:lnTo>
                <a:cubicBezTo>
                  <a:pt x="2416683" y="579311"/>
                  <a:pt x="2424113" y="585788"/>
                  <a:pt x="2433161" y="585788"/>
                </a:cubicBezTo>
                <a:cubicBezTo>
                  <a:pt x="2443448" y="585788"/>
                  <a:pt x="2451735" y="577501"/>
                  <a:pt x="2451735" y="567214"/>
                </a:cubicBezTo>
                <a:cubicBezTo>
                  <a:pt x="2451735" y="556927"/>
                  <a:pt x="2443448" y="548640"/>
                  <a:pt x="2433161" y="548640"/>
                </a:cubicBezTo>
                <a:cubicBezTo>
                  <a:pt x="2424113" y="548640"/>
                  <a:pt x="2416588" y="555117"/>
                  <a:pt x="2414969" y="563594"/>
                </a:cubicBezTo>
                <a:lnTo>
                  <a:pt x="2359533" y="563594"/>
                </a:lnTo>
                <a:cubicBezTo>
                  <a:pt x="2359533" y="563594"/>
                  <a:pt x="2088071" y="793528"/>
                  <a:pt x="2088071" y="793528"/>
                </a:cubicBezTo>
                <a:close/>
                <a:moveTo>
                  <a:pt x="2103025" y="1031272"/>
                </a:moveTo>
                <a:cubicBezTo>
                  <a:pt x="2103025" y="1033653"/>
                  <a:pt x="2101120" y="1035653"/>
                  <a:pt x="2098643" y="1035653"/>
                </a:cubicBezTo>
                <a:lnTo>
                  <a:pt x="2084642" y="1035653"/>
                </a:lnTo>
                <a:cubicBezTo>
                  <a:pt x="2082260" y="1035653"/>
                  <a:pt x="2080260" y="1033748"/>
                  <a:pt x="2080260" y="1031272"/>
                </a:cubicBezTo>
                <a:lnTo>
                  <a:pt x="2080260" y="1019556"/>
                </a:lnTo>
                <a:lnTo>
                  <a:pt x="2102930" y="1019556"/>
                </a:lnTo>
                <a:lnTo>
                  <a:pt x="2102930" y="1031272"/>
                </a:lnTo>
                <a:close/>
                <a:moveTo>
                  <a:pt x="2098739" y="975646"/>
                </a:moveTo>
                <a:cubicBezTo>
                  <a:pt x="2101120" y="975646"/>
                  <a:pt x="2103120" y="977551"/>
                  <a:pt x="2103120" y="979932"/>
                </a:cubicBezTo>
                <a:lnTo>
                  <a:pt x="2103120" y="988886"/>
                </a:lnTo>
                <a:lnTo>
                  <a:pt x="2080451" y="988886"/>
                </a:lnTo>
                <a:lnTo>
                  <a:pt x="2080451" y="979932"/>
                </a:lnTo>
                <a:cubicBezTo>
                  <a:pt x="2080451" y="977551"/>
                  <a:pt x="2082356" y="975646"/>
                  <a:pt x="2084832" y="975646"/>
                </a:cubicBezTo>
                <a:lnTo>
                  <a:pt x="2098834" y="975646"/>
                </a:lnTo>
                <a:close/>
                <a:moveTo>
                  <a:pt x="2433161" y="555784"/>
                </a:moveTo>
                <a:cubicBezTo>
                  <a:pt x="2439448" y="555784"/>
                  <a:pt x="2444592" y="560927"/>
                  <a:pt x="2444592" y="567214"/>
                </a:cubicBezTo>
                <a:cubicBezTo>
                  <a:pt x="2444592" y="573500"/>
                  <a:pt x="2439448" y="578644"/>
                  <a:pt x="2433161" y="578644"/>
                </a:cubicBezTo>
                <a:cubicBezTo>
                  <a:pt x="2426875" y="578644"/>
                  <a:pt x="2421731" y="573500"/>
                  <a:pt x="2421731" y="567214"/>
                </a:cubicBezTo>
                <a:cubicBezTo>
                  <a:pt x="2421731" y="560927"/>
                  <a:pt x="2426875" y="555784"/>
                  <a:pt x="2433161" y="555784"/>
                </a:cubicBezTo>
                <a:close/>
                <a:moveTo>
                  <a:pt x="2447068" y="538163"/>
                </a:moveTo>
                <a:cubicBezTo>
                  <a:pt x="2440210" y="536734"/>
                  <a:pt x="2435733" y="530066"/>
                  <a:pt x="2437067" y="523113"/>
                </a:cubicBezTo>
                <a:cubicBezTo>
                  <a:pt x="2438495" y="516255"/>
                  <a:pt x="2445163" y="511778"/>
                  <a:pt x="2452116" y="513112"/>
                </a:cubicBezTo>
                <a:cubicBezTo>
                  <a:pt x="2458974" y="514540"/>
                  <a:pt x="2463451" y="521208"/>
                  <a:pt x="2462117" y="528161"/>
                </a:cubicBezTo>
                <a:cubicBezTo>
                  <a:pt x="2460688" y="535019"/>
                  <a:pt x="2454021" y="539496"/>
                  <a:pt x="2447068" y="538163"/>
                </a:cubicBezTo>
                <a:close/>
                <a:moveTo>
                  <a:pt x="82296" y="2720912"/>
                </a:moveTo>
                <a:cubicBezTo>
                  <a:pt x="86582" y="2715292"/>
                  <a:pt x="94583" y="2714244"/>
                  <a:pt x="100203" y="2718435"/>
                </a:cubicBezTo>
                <a:cubicBezTo>
                  <a:pt x="105823" y="2722721"/>
                  <a:pt x="106871" y="2730722"/>
                  <a:pt x="102680" y="2736342"/>
                </a:cubicBezTo>
                <a:cubicBezTo>
                  <a:pt x="98393" y="2741962"/>
                  <a:pt x="90392" y="2743010"/>
                  <a:pt x="84773" y="2738819"/>
                </a:cubicBezTo>
                <a:cubicBezTo>
                  <a:pt x="79153" y="2734628"/>
                  <a:pt x="78105" y="2726531"/>
                  <a:pt x="82296" y="2720912"/>
                </a:cubicBezTo>
                <a:close/>
                <a:moveTo>
                  <a:pt x="1808036" y="1216914"/>
                </a:moveTo>
                <a:lnTo>
                  <a:pt x="1772031" y="1186148"/>
                </a:lnTo>
                <a:lnTo>
                  <a:pt x="1737074" y="1186148"/>
                </a:lnTo>
                <a:cubicBezTo>
                  <a:pt x="1736884" y="1184815"/>
                  <a:pt x="1736503" y="1183481"/>
                  <a:pt x="1735931" y="1182243"/>
                </a:cubicBezTo>
                <a:cubicBezTo>
                  <a:pt x="1734217" y="1178719"/>
                  <a:pt x="1731264" y="1176147"/>
                  <a:pt x="1727645" y="1174814"/>
                </a:cubicBezTo>
                <a:cubicBezTo>
                  <a:pt x="1724025" y="1173480"/>
                  <a:pt x="1720025" y="1173766"/>
                  <a:pt x="1716500" y="1175385"/>
                </a:cubicBezTo>
                <a:cubicBezTo>
                  <a:pt x="1709261" y="1178814"/>
                  <a:pt x="1706213" y="1187577"/>
                  <a:pt x="1709642" y="1194816"/>
                </a:cubicBezTo>
                <a:cubicBezTo>
                  <a:pt x="1712119" y="1200055"/>
                  <a:pt x="1717357" y="1203103"/>
                  <a:pt x="1722787" y="1203103"/>
                </a:cubicBezTo>
                <a:cubicBezTo>
                  <a:pt x="1724882" y="1203103"/>
                  <a:pt x="1727073" y="1202627"/>
                  <a:pt x="1729073" y="1201674"/>
                </a:cubicBezTo>
                <a:cubicBezTo>
                  <a:pt x="1732598" y="1199960"/>
                  <a:pt x="1735265" y="1197007"/>
                  <a:pt x="1736503" y="1193387"/>
                </a:cubicBezTo>
                <a:cubicBezTo>
                  <a:pt x="1736789" y="1192625"/>
                  <a:pt x="1736979" y="1191768"/>
                  <a:pt x="1737074" y="1190911"/>
                </a:cubicBezTo>
                <a:lnTo>
                  <a:pt x="1770221" y="1190911"/>
                </a:lnTo>
                <a:lnTo>
                  <a:pt x="1806226" y="1221677"/>
                </a:lnTo>
                <a:lnTo>
                  <a:pt x="1977009" y="1221105"/>
                </a:lnTo>
                <a:lnTo>
                  <a:pt x="1977866" y="1221105"/>
                </a:lnTo>
                <a:cubicBezTo>
                  <a:pt x="1977866" y="1221105"/>
                  <a:pt x="2053590" y="1156811"/>
                  <a:pt x="2053590" y="1156811"/>
                </a:cubicBezTo>
                <a:lnTo>
                  <a:pt x="2052352" y="1098995"/>
                </a:lnTo>
                <a:cubicBezTo>
                  <a:pt x="2056543" y="1098423"/>
                  <a:pt x="2060639" y="1096518"/>
                  <a:pt x="2063687" y="1093089"/>
                </a:cubicBezTo>
                <a:cubicBezTo>
                  <a:pt x="2070545" y="1085469"/>
                  <a:pt x="2069973" y="1073753"/>
                  <a:pt x="2062353" y="1066895"/>
                </a:cubicBezTo>
                <a:cubicBezTo>
                  <a:pt x="2059781" y="1064609"/>
                  <a:pt x="2056733" y="1063085"/>
                  <a:pt x="2053495" y="1062514"/>
                </a:cubicBezTo>
                <a:lnTo>
                  <a:pt x="2054066" y="773906"/>
                </a:lnTo>
                <a:lnTo>
                  <a:pt x="2347151" y="529495"/>
                </a:lnTo>
                <a:cubicBezTo>
                  <a:pt x="2350294" y="531876"/>
                  <a:pt x="2354199" y="533400"/>
                  <a:pt x="2358390" y="533400"/>
                </a:cubicBezTo>
                <a:cubicBezTo>
                  <a:pt x="2368582" y="533400"/>
                  <a:pt x="2376964" y="525113"/>
                  <a:pt x="2376964" y="514826"/>
                </a:cubicBezTo>
                <a:cubicBezTo>
                  <a:pt x="2376964" y="504539"/>
                  <a:pt x="2368677" y="496253"/>
                  <a:pt x="2358390" y="496253"/>
                </a:cubicBezTo>
                <a:cubicBezTo>
                  <a:pt x="2348103" y="496253"/>
                  <a:pt x="2339816" y="504539"/>
                  <a:pt x="2339816" y="514826"/>
                </a:cubicBezTo>
                <a:cubicBezTo>
                  <a:pt x="2339816" y="518255"/>
                  <a:pt x="2340769" y="521303"/>
                  <a:pt x="2342388" y="524065"/>
                </a:cubicBezTo>
                <a:lnTo>
                  <a:pt x="2046827" y="770477"/>
                </a:lnTo>
                <a:lnTo>
                  <a:pt x="2046256" y="1062514"/>
                </a:lnTo>
                <a:cubicBezTo>
                  <a:pt x="2042351" y="1063276"/>
                  <a:pt x="2038731" y="1065181"/>
                  <a:pt x="2036064" y="1068229"/>
                </a:cubicBezTo>
                <a:cubicBezTo>
                  <a:pt x="2029206" y="1075849"/>
                  <a:pt x="2029778" y="1087565"/>
                  <a:pt x="2037398" y="1094423"/>
                </a:cubicBezTo>
                <a:cubicBezTo>
                  <a:pt x="2040350" y="1097090"/>
                  <a:pt x="2043875" y="1098614"/>
                  <a:pt x="2047494" y="1098995"/>
                </a:cubicBezTo>
                <a:lnTo>
                  <a:pt x="2048732" y="1154621"/>
                </a:lnTo>
                <a:lnTo>
                  <a:pt x="1976057" y="1216343"/>
                </a:lnTo>
                <a:lnTo>
                  <a:pt x="1807940" y="1216914"/>
                </a:lnTo>
                <a:close/>
                <a:moveTo>
                  <a:pt x="1732026" y="1191768"/>
                </a:moveTo>
                <a:cubicBezTo>
                  <a:pt x="1731169" y="1194245"/>
                  <a:pt x="1729359" y="1196245"/>
                  <a:pt x="1727073" y="1197388"/>
                </a:cubicBezTo>
                <a:cubicBezTo>
                  <a:pt x="1722215" y="1199674"/>
                  <a:pt x="1716310" y="1197674"/>
                  <a:pt x="1714024" y="1192816"/>
                </a:cubicBezTo>
                <a:cubicBezTo>
                  <a:pt x="1712881" y="1190435"/>
                  <a:pt x="1712786" y="1187768"/>
                  <a:pt x="1713643" y="1185291"/>
                </a:cubicBezTo>
                <a:cubicBezTo>
                  <a:pt x="1714500" y="1182815"/>
                  <a:pt x="1716310" y="1180814"/>
                  <a:pt x="1718596" y="1179767"/>
                </a:cubicBezTo>
                <a:cubicBezTo>
                  <a:pt x="1719929" y="1179100"/>
                  <a:pt x="1721358" y="1178814"/>
                  <a:pt x="1722787" y="1178814"/>
                </a:cubicBezTo>
                <a:cubicBezTo>
                  <a:pt x="1723835" y="1178814"/>
                  <a:pt x="1724978" y="1179005"/>
                  <a:pt x="1726025" y="1179386"/>
                </a:cubicBezTo>
                <a:cubicBezTo>
                  <a:pt x="1728502" y="1180243"/>
                  <a:pt x="1730502" y="1182053"/>
                  <a:pt x="1731550" y="1184339"/>
                </a:cubicBezTo>
                <a:cubicBezTo>
                  <a:pt x="1732693" y="1186720"/>
                  <a:pt x="1732788" y="1189387"/>
                  <a:pt x="1731931" y="1191863"/>
                </a:cubicBezTo>
                <a:close/>
                <a:moveTo>
                  <a:pt x="2358390" y="503396"/>
                </a:moveTo>
                <a:cubicBezTo>
                  <a:pt x="2364677" y="503396"/>
                  <a:pt x="2369820" y="508540"/>
                  <a:pt x="2369820" y="514826"/>
                </a:cubicBezTo>
                <a:cubicBezTo>
                  <a:pt x="2369820" y="521113"/>
                  <a:pt x="2364677" y="526256"/>
                  <a:pt x="2358390" y="526256"/>
                </a:cubicBezTo>
                <a:cubicBezTo>
                  <a:pt x="2356009" y="526256"/>
                  <a:pt x="2353913" y="525304"/>
                  <a:pt x="2352104" y="524065"/>
                </a:cubicBezTo>
                <a:lnTo>
                  <a:pt x="2348103" y="519303"/>
                </a:lnTo>
                <a:lnTo>
                  <a:pt x="2348008" y="519303"/>
                </a:lnTo>
                <a:cubicBezTo>
                  <a:pt x="2347341" y="517970"/>
                  <a:pt x="2346960" y="516446"/>
                  <a:pt x="2346960" y="514826"/>
                </a:cubicBezTo>
                <a:cubicBezTo>
                  <a:pt x="2346960" y="508540"/>
                  <a:pt x="2352104" y="503396"/>
                  <a:pt x="2358390" y="503396"/>
                </a:cubicBezTo>
                <a:close/>
                <a:moveTo>
                  <a:pt x="2042255" y="1089184"/>
                </a:moveTo>
                <a:cubicBezTo>
                  <a:pt x="2037588" y="1084993"/>
                  <a:pt x="2037207" y="1077754"/>
                  <a:pt x="2041398" y="1073087"/>
                </a:cubicBezTo>
                <a:cubicBezTo>
                  <a:pt x="2043398" y="1070801"/>
                  <a:pt x="2046256" y="1069467"/>
                  <a:pt x="2049304" y="1069372"/>
                </a:cubicBezTo>
                <a:cubicBezTo>
                  <a:pt x="2052542" y="1069181"/>
                  <a:pt x="2055305" y="1070229"/>
                  <a:pt x="2057495" y="1072325"/>
                </a:cubicBezTo>
                <a:cubicBezTo>
                  <a:pt x="2062163" y="1076516"/>
                  <a:pt x="2062544" y="1083755"/>
                  <a:pt x="2058353" y="1088422"/>
                </a:cubicBezTo>
                <a:cubicBezTo>
                  <a:pt x="2056067" y="1090898"/>
                  <a:pt x="2053019" y="1092232"/>
                  <a:pt x="2049875" y="1092232"/>
                </a:cubicBezTo>
                <a:cubicBezTo>
                  <a:pt x="2047113" y="1092232"/>
                  <a:pt x="2044446" y="1091279"/>
                  <a:pt x="2042255" y="1089279"/>
                </a:cubicBezTo>
                <a:close/>
                <a:moveTo>
                  <a:pt x="2480310" y="492633"/>
                </a:moveTo>
                <a:lnTo>
                  <a:pt x="2497169" y="492633"/>
                </a:lnTo>
                <a:cubicBezTo>
                  <a:pt x="2500789" y="492633"/>
                  <a:pt x="2503837" y="489680"/>
                  <a:pt x="2503837" y="485965"/>
                </a:cubicBezTo>
                <a:lnTo>
                  <a:pt x="2503837" y="469106"/>
                </a:lnTo>
                <a:cubicBezTo>
                  <a:pt x="2503837" y="465487"/>
                  <a:pt x="2500884" y="462439"/>
                  <a:pt x="2497169" y="462439"/>
                </a:cubicBezTo>
                <a:lnTo>
                  <a:pt x="2480310" y="462439"/>
                </a:lnTo>
                <a:cubicBezTo>
                  <a:pt x="2476691" y="462439"/>
                  <a:pt x="2473643" y="465392"/>
                  <a:pt x="2473643" y="469106"/>
                </a:cubicBezTo>
                <a:lnTo>
                  <a:pt x="2473643" y="485965"/>
                </a:lnTo>
                <a:cubicBezTo>
                  <a:pt x="2473643" y="489585"/>
                  <a:pt x="2476595" y="492633"/>
                  <a:pt x="2480310" y="492633"/>
                </a:cubicBezTo>
                <a:close/>
                <a:moveTo>
                  <a:pt x="2478405" y="469106"/>
                </a:moveTo>
                <a:cubicBezTo>
                  <a:pt x="2478405" y="468059"/>
                  <a:pt x="2479262" y="467201"/>
                  <a:pt x="2480310" y="467201"/>
                </a:cubicBezTo>
                <a:lnTo>
                  <a:pt x="2497169" y="467201"/>
                </a:lnTo>
                <a:cubicBezTo>
                  <a:pt x="2498217" y="467201"/>
                  <a:pt x="2499074" y="468059"/>
                  <a:pt x="2499074" y="469106"/>
                </a:cubicBezTo>
                <a:lnTo>
                  <a:pt x="2499074" y="485965"/>
                </a:lnTo>
                <a:cubicBezTo>
                  <a:pt x="2499074" y="487013"/>
                  <a:pt x="2498217" y="487871"/>
                  <a:pt x="2497169" y="487871"/>
                </a:cubicBezTo>
                <a:lnTo>
                  <a:pt x="2480310" y="487871"/>
                </a:lnTo>
                <a:cubicBezTo>
                  <a:pt x="2479262" y="487871"/>
                  <a:pt x="2478405" y="487013"/>
                  <a:pt x="2478405" y="485965"/>
                </a:cubicBezTo>
                <a:lnTo>
                  <a:pt x="2478405" y="469106"/>
                </a:lnTo>
                <a:close/>
                <a:moveTo>
                  <a:pt x="680657" y="2200847"/>
                </a:moveTo>
                <a:lnTo>
                  <a:pt x="673322" y="2193798"/>
                </a:lnTo>
                <a:lnTo>
                  <a:pt x="678275" y="2188655"/>
                </a:lnTo>
                <a:lnTo>
                  <a:pt x="685610" y="2195703"/>
                </a:lnTo>
                <a:lnTo>
                  <a:pt x="680657" y="2200847"/>
                </a:lnTo>
                <a:close/>
                <a:moveTo>
                  <a:pt x="729520" y="2237804"/>
                </a:moveTo>
                <a:lnTo>
                  <a:pt x="724567" y="2242947"/>
                </a:lnTo>
                <a:lnTo>
                  <a:pt x="717233" y="2235899"/>
                </a:lnTo>
                <a:lnTo>
                  <a:pt x="722186" y="2230755"/>
                </a:lnTo>
                <a:lnTo>
                  <a:pt x="729520" y="2237804"/>
                </a:lnTo>
                <a:close/>
                <a:moveTo>
                  <a:pt x="715994" y="2275427"/>
                </a:moveTo>
                <a:lnTo>
                  <a:pt x="727615" y="2275427"/>
                </a:lnTo>
                <a:cubicBezTo>
                  <a:pt x="727615" y="2275427"/>
                  <a:pt x="727615" y="2282476"/>
                  <a:pt x="727615" y="2282476"/>
                </a:cubicBezTo>
                <a:lnTo>
                  <a:pt x="715994" y="2282476"/>
                </a:lnTo>
                <a:cubicBezTo>
                  <a:pt x="715994" y="2282476"/>
                  <a:pt x="715994" y="2275427"/>
                  <a:pt x="715994" y="2275427"/>
                </a:cubicBezTo>
                <a:close/>
                <a:moveTo>
                  <a:pt x="2452878" y="669227"/>
                </a:moveTo>
                <a:cubicBezTo>
                  <a:pt x="2448116" y="670179"/>
                  <a:pt x="2444496" y="673799"/>
                  <a:pt x="2443258" y="678180"/>
                </a:cubicBezTo>
                <a:lnTo>
                  <a:pt x="2404015" y="678180"/>
                </a:lnTo>
                <a:lnTo>
                  <a:pt x="2279523" y="780955"/>
                </a:lnTo>
                <a:cubicBezTo>
                  <a:pt x="2279523" y="780955"/>
                  <a:pt x="2279047" y="780288"/>
                  <a:pt x="2278666" y="780098"/>
                </a:cubicBezTo>
                <a:cubicBezTo>
                  <a:pt x="2276285" y="778478"/>
                  <a:pt x="2273522" y="777621"/>
                  <a:pt x="2270760" y="777621"/>
                </a:cubicBezTo>
                <a:cubicBezTo>
                  <a:pt x="2269998" y="777621"/>
                  <a:pt x="2269141" y="777621"/>
                  <a:pt x="2268284" y="777812"/>
                </a:cubicBezTo>
                <a:cubicBezTo>
                  <a:pt x="2260759" y="779145"/>
                  <a:pt x="2255711" y="786384"/>
                  <a:pt x="2257044" y="793909"/>
                </a:cubicBezTo>
                <a:cubicBezTo>
                  <a:pt x="2258378" y="801434"/>
                  <a:pt x="2265617" y="806482"/>
                  <a:pt x="2273141" y="805148"/>
                </a:cubicBezTo>
                <a:cubicBezTo>
                  <a:pt x="2276761" y="804482"/>
                  <a:pt x="2279999" y="802481"/>
                  <a:pt x="2282095" y="799433"/>
                </a:cubicBezTo>
                <a:cubicBezTo>
                  <a:pt x="2284190" y="796385"/>
                  <a:pt x="2285048" y="792671"/>
                  <a:pt x="2284381" y="789051"/>
                </a:cubicBezTo>
                <a:cubicBezTo>
                  <a:pt x="2284286" y="788289"/>
                  <a:pt x="2283809" y="787622"/>
                  <a:pt x="2283524" y="786860"/>
                </a:cubicBezTo>
                <a:lnTo>
                  <a:pt x="2406491" y="685324"/>
                </a:lnTo>
                <a:lnTo>
                  <a:pt x="2443258" y="685324"/>
                </a:lnTo>
                <a:cubicBezTo>
                  <a:pt x="2445068" y="691610"/>
                  <a:pt x="2451449" y="695611"/>
                  <a:pt x="2457926" y="694277"/>
                </a:cubicBezTo>
                <a:cubicBezTo>
                  <a:pt x="2464784" y="692849"/>
                  <a:pt x="2469261" y="686181"/>
                  <a:pt x="2467928" y="679228"/>
                </a:cubicBezTo>
                <a:cubicBezTo>
                  <a:pt x="2466499" y="672370"/>
                  <a:pt x="2459831" y="667893"/>
                  <a:pt x="2452878" y="669227"/>
                </a:cubicBezTo>
                <a:close/>
                <a:moveTo>
                  <a:pt x="2276285" y="795242"/>
                </a:moveTo>
                <a:cubicBezTo>
                  <a:pt x="2275237" y="796671"/>
                  <a:pt x="2273713" y="797719"/>
                  <a:pt x="2271903" y="798004"/>
                </a:cubicBezTo>
                <a:cubicBezTo>
                  <a:pt x="2271522" y="798004"/>
                  <a:pt x="2271141" y="798100"/>
                  <a:pt x="2270760" y="798100"/>
                </a:cubicBezTo>
                <a:cubicBezTo>
                  <a:pt x="2267522" y="798100"/>
                  <a:pt x="2264759" y="795814"/>
                  <a:pt x="2264093" y="792575"/>
                </a:cubicBezTo>
                <a:cubicBezTo>
                  <a:pt x="2263426" y="788956"/>
                  <a:pt x="2265902" y="785432"/>
                  <a:pt x="2269522" y="784765"/>
                </a:cubicBezTo>
                <a:cubicBezTo>
                  <a:pt x="2271332" y="784479"/>
                  <a:pt x="2273046" y="784765"/>
                  <a:pt x="2274570" y="785908"/>
                </a:cubicBezTo>
                <a:cubicBezTo>
                  <a:pt x="2275999" y="786956"/>
                  <a:pt x="2277047" y="788479"/>
                  <a:pt x="2277332" y="790289"/>
                </a:cubicBezTo>
                <a:cubicBezTo>
                  <a:pt x="2277618" y="792099"/>
                  <a:pt x="2277332" y="793814"/>
                  <a:pt x="2276189" y="795338"/>
                </a:cubicBezTo>
                <a:close/>
                <a:moveTo>
                  <a:pt x="2211229" y="3216402"/>
                </a:moveTo>
                <a:cubicBezTo>
                  <a:pt x="2208657" y="3214497"/>
                  <a:pt x="2205704" y="3213640"/>
                  <a:pt x="2202752" y="3213640"/>
                </a:cubicBezTo>
                <a:cubicBezTo>
                  <a:pt x="2198370" y="3213640"/>
                  <a:pt x="2193989" y="3215640"/>
                  <a:pt x="2191131" y="3219450"/>
                </a:cubicBezTo>
                <a:cubicBezTo>
                  <a:pt x="2186464" y="3225832"/>
                  <a:pt x="2187797" y="3234785"/>
                  <a:pt x="2194179" y="3239453"/>
                </a:cubicBezTo>
                <a:cubicBezTo>
                  <a:pt x="2195989" y="3240786"/>
                  <a:pt x="2198084" y="3241643"/>
                  <a:pt x="2200275" y="3241929"/>
                </a:cubicBezTo>
                <a:lnTo>
                  <a:pt x="2200275" y="3251168"/>
                </a:lnTo>
                <a:lnTo>
                  <a:pt x="2205038" y="3251168"/>
                </a:lnTo>
                <a:lnTo>
                  <a:pt x="2205038" y="3241929"/>
                </a:lnTo>
                <a:cubicBezTo>
                  <a:pt x="2208752" y="3241262"/>
                  <a:pt x="2211991" y="3239357"/>
                  <a:pt x="2214182" y="3236309"/>
                </a:cubicBezTo>
                <a:cubicBezTo>
                  <a:pt x="2218849" y="3229928"/>
                  <a:pt x="2217515" y="3220974"/>
                  <a:pt x="2211134" y="3216307"/>
                </a:cubicBezTo>
                <a:close/>
                <a:moveTo>
                  <a:pt x="2204561" y="3239548"/>
                </a:moveTo>
                <a:cubicBezTo>
                  <a:pt x="2203990" y="3239548"/>
                  <a:pt x="2203323" y="3239643"/>
                  <a:pt x="2202752" y="3239643"/>
                </a:cubicBezTo>
                <a:cubicBezTo>
                  <a:pt x="2200275" y="3239643"/>
                  <a:pt x="2197894" y="3238881"/>
                  <a:pt x="2195894" y="3237357"/>
                </a:cubicBezTo>
                <a:cubicBezTo>
                  <a:pt x="2190655" y="3233547"/>
                  <a:pt x="2189607" y="3226213"/>
                  <a:pt x="2193417" y="3220974"/>
                </a:cubicBezTo>
                <a:cubicBezTo>
                  <a:pt x="2197227" y="3215830"/>
                  <a:pt x="2204561" y="3214688"/>
                  <a:pt x="2209800" y="3218498"/>
                </a:cubicBezTo>
                <a:cubicBezTo>
                  <a:pt x="2212277" y="3220307"/>
                  <a:pt x="2213991" y="3223070"/>
                  <a:pt x="2214467" y="3226118"/>
                </a:cubicBezTo>
                <a:cubicBezTo>
                  <a:pt x="2214944" y="3229166"/>
                  <a:pt x="2214182" y="3232309"/>
                  <a:pt x="2212372" y="3234785"/>
                </a:cubicBezTo>
                <a:cubicBezTo>
                  <a:pt x="2210562" y="3237262"/>
                  <a:pt x="2207800" y="3238976"/>
                  <a:pt x="2204752" y="3239453"/>
                </a:cubicBezTo>
                <a:close/>
                <a:moveTo>
                  <a:pt x="2703195" y="4201478"/>
                </a:moveTo>
                <a:lnTo>
                  <a:pt x="2703195" y="4109085"/>
                </a:lnTo>
                <a:lnTo>
                  <a:pt x="2705481" y="4109085"/>
                </a:lnTo>
                <a:cubicBezTo>
                  <a:pt x="2707577" y="4109085"/>
                  <a:pt x="2709386" y="4107371"/>
                  <a:pt x="2709386" y="4105180"/>
                </a:cubicBezTo>
                <a:lnTo>
                  <a:pt x="2709386" y="4095274"/>
                </a:lnTo>
                <a:cubicBezTo>
                  <a:pt x="2709386" y="4093178"/>
                  <a:pt x="2707672" y="4091369"/>
                  <a:pt x="2705481" y="4091369"/>
                </a:cubicBezTo>
                <a:lnTo>
                  <a:pt x="2695575" y="4091369"/>
                </a:lnTo>
                <a:cubicBezTo>
                  <a:pt x="2693480" y="4091369"/>
                  <a:pt x="2691670" y="4093083"/>
                  <a:pt x="2691670" y="4095274"/>
                </a:cubicBezTo>
                <a:lnTo>
                  <a:pt x="2691670" y="4105180"/>
                </a:lnTo>
                <a:cubicBezTo>
                  <a:pt x="2691670" y="4107275"/>
                  <a:pt x="2693384" y="4109085"/>
                  <a:pt x="2695575" y="4109085"/>
                </a:cubicBezTo>
                <a:lnTo>
                  <a:pt x="2698433" y="4109085"/>
                </a:lnTo>
                <a:lnTo>
                  <a:pt x="2698433" y="4199382"/>
                </a:lnTo>
                <a:lnTo>
                  <a:pt x="2650808" y="4242530"/>
                </a:lnTo>
                <a:cubicBezTo>
                  <a:pt x="2649284" y="4241387"/>
                  <a:pt x="2647664" y="4240530"/>
                  <a:pt x="2645759" y="4240245"/>
                </a:cubicBezTo>
                <a:cubicBezTo>
                  <a:pt x="2642902" y="4239863"/>
                  <a:pt x="2639949" y="4240626"/>
                  <a:pt x="2637663" y="4242340"/>
                </a:cubicBezTo>
                <a:cubicBezTo>
                  <a:pt x="2636139" y="4243483"/>
                  <a:pt x="2635092" y="4245102"/>
                  <a:pt x="2634425" y="4246721"/>
                </a:cubicBezTo>
                <a:lnTo>
                  <a:pt x="2589943" y="4246721"/>
                </a:lnTo>
                <a:lnTo>
                  <a:pt x="2581751" y="4257485"/>
                </a:lnTo>
                <a:lnTo>
                  <a:pt x="2537555" y="4257485"/>
                </a:lnTo>
                <a:lnTo>
                  <a:pt x="2537555" y="4254913"/>
                </a:lnTo>
                <a:cubicBezTo>
                  <a:pt x="2537555" y="4252818"/>
                  <a:pt x="2535841" y="4251008"/>
                  <a:pt x="2533650" y="4251008"/>
                </a:cubicBezTo>
                <a:lnTo>
                  <a:pt x="2523744" y="4251008"/>
                </a:lnTo>
                <a:cubicBezTo>
                  <a:pt x="2521649" y="4251008"/>
                  <a:pt x="2519839" y="4252722"/>
                  <a:pt x="2519839" y="4254913"/>
                </a:cubicBezTo>
                <a:lnTo>
                  <a:pt x="2519839" y="4264819"/>
                </a:lnTo>
                <a:cubicBezTo>
                  <a:pt x="2519839" y="4266914"/>
                  <a:pt x="2521553" y="4268724"/>
                  <a:pt x="2523744" y="4268724"/>
                </a:cubicBezTo>
                <a:lnTo>
                  <a:pt x="2533650" y="4268724"/>
                </a:lnTo>
                <a:cubicBezTo>
                  <a:pt x="2535746" y="4268724"/>
                  <a:pt x="2537555" y="4267010"/>
                  <a:pt x="2537555" y="4264819"/>
                </a:cubicBezTo>
                <a:lnTo>
                  <a:pt x="2537555" y="4262247"/>
                </a:lnTo>
                <a:lnTo>
                  <a:pt x="2584133" y="4262247"/>
                </a:lnTo>
                <a:lnTo>
                  <a:pt x="2592324" y="4251484"/>
                </a:lnTo>
                <a:lnTo>
                  <a:pt x="2633663" y="4251484"/>
                </a:lnTo>
                <a:cubicBezTo>
                  <a:pt x="2633663" y="4253675"/>
                  <a:pt x="2634234" y="4255770"/>
                  <a:pt x="2635663" y="4257675"/>
                </a:cubicBezTo>
                <a:cubicBezTo>
                  <a:pt x="2637473" y="4260056"/>
                  <a:pt x="2640044" y="4261485"/>
                  <a:pt x="2642902" y="4261962"/>
                </a:cubicBezTo>
                <a:cubicBezTo>
                  <a:pt x="2643378" y="4261962"/>
                  <a:pt x="2643950" y="4262057"/>
                  <a:pt x="2644426" y="4262057"/>
                </a:cubicBezTo>
                <a:cubicBezTo>
                  <a:pt x="2646807" y="4262057"/>
                  <a:pt x="2649093" y="4261295"/>
                  <a:pt x="2650998" y="4259866"/>
                </a:cubicBezTo>
                <a:cubicBezTo>
                  <a:pt x="2653379" y="4258056"/>
                  <a:pt x="2654808" y="4255580"/>
                  <a:pt x="2655189" y="4252627"/>
                </a:cubicBezTo>
                <a:cubicBezTo>
                  <a:pt x="2655475" y="4250341"/>
                  <a:pt x="2654903" y="4248245"/>
                  <a:pt x="2653951" y="4246245"/>
                </a:cubicBezTo>
                <a:lnTo>
                  <a:pt x="2702528" y="4202240"/>
                </a:lnTo>
                <a:lnTo>
                  <a:pt x="2703290" y="4201478"/>
                </a:lnTo>
                <a:close/>
                <a:moveTo>
                  <a:pt x="2648045" y="4256056"/>
                </a:moveTo>
                <a:lnTo>
                  <a:pt x="2648045" y="4256056"/>
                </a:lnTo>
                <a:cubicBezTo>
                  <a:pt x="2646712" y="4257009"/>
                  <a:pt x="2645093" y="4257485"/>
                  <a:pt x="2643473" y="4257294"/>
                </a:cubicBezTo>
                <a:cubicBezTo>
                  <a:pt x="2641854" y="4257104"/>
                  <a:pt x="2640425" y="4256246"/>
                  <a:pt x="2639378" y="4254913"/>
                </a:cubicBezTo>
                <a:cubicBezTo>
                  <a:pt x="2637282" y="4252151"/>
                  <a:pt x="2637854" y="4248341"/>
                  <a:pt x="2640616" y="4246245"/>
                </a:cubicBezTo>
                <a:cubicBezTo>
                  <a:pt x="2641663" y="4245388"/>
                  <a:pt x="2642997" y="4245007"/>
                  <a:pt x="2644330" y="4245007"/>
                </a:cubicBezTo>
                <a:cubicBezTo>
                  <a:pt x="2644617" y="4245007"/>
                  <a:pt x="2644902" y="4245007"/>
                  <a:pt x="2645188" y="4245007"/>
                </a:cubicBezTo>
                <a:cubicBezTo>
                  <a:pt x="2646807" y="4245197"/>
                  <a:pt x="2648236" y="4246055"/>
                  <a:pt x="2649284" y="4247388"/>
                </a:cubicBezTo>
                <a:cubicBezTo>
                  <a:pt x="2650236" y="4248722"/>
                  <a:pt x="2650712" y="4250341"/>
                  <a:pt x="2650522" y="4251960"/>
                </a:cubicBezTo>
                <a:cubicBezTo>
                  <a:pt x="2650331" y="4253579"/>
                  <a:pt x="2649474" y="4255008"/>
                  <a:pt x="2648141" y="4256056"/>
                </a:cubicBezTo>
                <a:close/>
                <a:moveTo>
                  <a:pt x="538829" y="1470565"/>
                </a:moveTo>
                <a:cubicBezTo>
                  <a:pt x="531971" y="1470565"/>
                  <a:pt x="526447" y="1476089"/>
                  <a:pt x="526447" y="1482947"/>
                </a:cubicBezTo>
                <a:cubicBezTo>
                  <a:pt x="526447" y="1489805"/>
                  <a:pt x="532067" y="1495330"/>
                  <a:pt x="538829" y="1495330"/>
                </a:cubicBezTo>
                <a:cubicBezTo>
                  <a:pt x="541496" y="1495330"/>
                  <a:pt x="543878" y="1494282"/>
                  <a:pt x="545878" y="1492853"/>
                </a:cubicBezTo>
                <a:lnTo>
                  <a:pt x="556355" y="1504474"/>
                </a:lnTo>
                <a:lnTo>
                  <a:pt x="555689" y="1692497"/>
                </a:lnTo>
                <a:lnTo>
                  <a:pt x="555689" y="1693450"/>
                </a:lnTo>
                <a:cubicBezTo>
                  <a:pt x="555689" y="1693450"/>
                  <a:pt x="606266" y="1749647"/>
                  <a:pt x="606266" y="1749647"/>
                </a:cubicBezTo>
                <a:cubicBezTo>
                  <a:pt x="604457" y="1751552"/>
                  <a:pt x="603314" y="1754029"/>
                  <a:pt x="603314" y="1756886"/>
                </a:cubicBezTo>
                <a:cubicBezTo>
                  <a:pt x="603314" y="1762506"/>
                  <a:pt x="607790" y="1767078"/>
                  <a:pt x="613315" y="1767364"/>
                </a:cubicBezTo>
                <a:lnTo>
                  <a:pt x="613315" y="1777841"/>
                </a:lnTo>
                <a:lnTo>
                  <a:pt x="515303" y="1881569"/>
                </a:lnTo>
                <a:lnTo>
                  <a:pt x="515303" y="1917192"/>
                </a:lnTo>
                <a:lnTo>
                  <a:pt x="505587" y="1917192"/>
                </a:lnTo>
                <a:cubicBezTo>
                  <a:pt x="501872" y="1917192"/>
                  <a:pt x="498729" y="1920240"/>
                  <a:pt x="498729" y="1924050"/>
                </a:cubicBezTo>
                <a:lnTo>
                  <a:pt x="498729" y="1933956"/>
                </a:lnTo>
                <a:cubicBezTo>
                  <a:pt x="498729" y="1937671"/>
                  <a:pt x="501777" y="1940814"/>
                  <a:pt x="505587" y="1940814"/>
                </a:cubicBezTo>
                <a:lnTo>
                  <a:pt x="529685" y="1940814"/>
                </a:lnTo>
                <a:cubicBezTo>
                  <a:pt x="533400" y="1940814"/>
                  <a:pt x="536543" y="1937766"/>
                  <a:pt x="536543" y="1933956"/>
                </a:cubicBezTo>
                <a:lnTo>
                  <a:pt x="536543" y="1924050"/>
                </a:lnTo>
                <a:cubicBezTo>
                  <a:pt x="536543" y="1920335"/>
                  <a:pt x="533495" y="1917192"/>
                  <a:pt x="529685" y="1917192"/>
                </a:cubicBezTo>
                <a:lnTo>
                  <a:pt x="519970" y="1917192"/>
                </a:lnTo>
                <a:lnTo>
                  <a:pt x="519970" y="1883474"/>
                </a:lnTo>
                <a:lnTo>
                  <a:pt x="617982" y="1779746"/>
                </a:lnTo>
                <a:lnTo>
                  <a:pt x="617982" y="1766602"/>
                </a:lnTo>
                <a:cubicBezTo>
                  <a:pt x="621697" y="1764982"/>
                  <a:pt x="624364" y="1761268"/>
                  <a:pt x="624364" y="1756886"/>
                </a:cubicBezTo>
                <a:cubicBezTo>
                  <a:pt x="624364" y="1751076"/>
                  <a:pt x="619601" y="1746314"/>
                  <a:pt x="613791" y="1746314"/>
                </a:cubicBezTo>
                <a:cubicBezTo>
                  <a:pt x="612458" y="1746314"/>
                  <a:pt x="611315" y="1746599"/>
                  <a:pt x="610172" y="1747076"/>
                </a:cubicBezTo>
                <a:lnTo>
                  <a:pt x="560356" y="1691735"/>
                </a:lnTo>
                <a:lnTo>
                  <a:pt x="561023" y="1503712"/>
                </a:lnTo>
                <a:lnTo>
                  <a:pt x="561023" y="1502759"/>
                </a:lnTo>
                <a:cubicBezTo>
                  <a:pt x="561023" y="1502759"/>
                  <a:pt x="549021" y="1489520"/>
                  <a:pt x="549021" y="1489520"/>
                </a:cubicBezTo>
                <a:cubicBezTo>
                  <a:pt x="550164" y="1487615"/>
                  <a:pt x="551117" y="1485519"/>
                  <a:pt x="551117" y="1483138"/>
                </a:cubicBezTo>
                <a:cubicBezTo>
                  <a:pt x="551117" y="1476280"/>
                  <a:pt x="545592" y="1470755"/>
                  <a:pt x="538734" y="1470755"/>
                </a:cubicBezTo>
                <a:close/>
                <a:moveTo>
                  <a:pt x="538829" y="1490663"/>
                </a:moveTo>
                <a:cubicBezTo>
                  <a:pt x="534638" y="1490663"/>
                  <a:pt x="531209" y="1487234"/>
                  <a:pt x="531209" y="1483043"/>
                </a:cubicBezTo>
                <a:cubicBezTo>
                  <a:pt x="531209" y="1478852"/>
                  <a:pt x="534638" y="1475423"/>
                  <a:pt x="538829" y="1475423"/>
                </a:cubicBezTo>
                <a:cubicBezTo>
                  <a:pt x="543020" y="1475423"/>
                  <a:pt x="546449" y="1478852"/>
                  <a:pt x="546449" y="1483043"/>
                </a:cubicBezTo>
                <a:cubicBezTo>
                  <a:pt x="546449" y="1487234"/>
                  <a:pt x="543020" y="1490663"/>
                  <a:pt x="538829" y="1490663"/>
                </a:cubicBezTo>
                <a:close/>
                <a:moveTo>
                  <a:pt x="529781" y="1921859"/>
                </a:moveTo>
                <a:cubicBezTo>
                  <a:pt x="530924" y="1921859"/>
                  <a:pt x="531876" y="1922812"/>
                  <a:pt x="531876" y="1923955"/>
                </a:cubicBezTo>
                <a:lnTo>
                  <a:pt x="531876" y="1933861"/>
                </a:lnTo>
                <a:cubicBezTo>
                  <a:pt x="531876" y="1935004"/>
                  <a:pt x="530924" y="1935956"/>
                  <a:pt x="529781" y="1935956"/>
                </a:cubicBezTo>
                <a:lnTo>
                  <a:pt x="505682" y="1935956"/>
                </a:lnTo>
                <a:cubicBezTo>
                  <a:pt x="504539" y="1935956"/>
                  <a:pt x="503587" y="1935004"/>
                  <a:pt x="503587" y="1933861"/>
                </a:cubicBezTo>
                <a:lnTo>
                  <a:pt x="503587" y="1923955"/>
                </a:lnTo>
                <a:cubicBezTo>
                  <a:pt x="503587" y="1922812"/>
                  <a:pt x="504539" y="1921859"/>
                  <a:pt x="505682" y="1921859"/>
                </a:cubicBezTo>
                <a:lnTo>
                  <a:pt x="529781" y="1921859"/>
                </a:lnTo>
                <a:close/>
                <a:moveTo>
                  <a:pt x="613982" y="1750981"/>
                </a:moveTo>
                <a:cubicBezTo>
                  <a:pt x="617220" y="1750981"/>
                  <a:pt x="619792" y="1753553"/>
                  <a:pt x="619792" y="1756791"/>
                </a:cubicBezTo>
                <a:cubicBezTo>
                  <a:pt x="619792" y="1760030"/>
                  <a:pt x="617220" y="1762601"/>
                  <a:pt x="613982" y="1762601"/>
                </a:cubicBezTo>
                <a:cubicBezTo>
                  <a:pt x="610743" y="1762601"/>
                  <a:pt x="608171" y="1760030"/>
                  <a:pt x="608171" y="1756791"/>
                </a:cubicBezTo>
                <a:cubicBezTo>
                  <a:pt x="608171" y="1753553"/>
                  <a:pt x="610743" y="1750981"/>
                  <a:pt x="613982" y="1750981"/>
                </a:cubicBezTo>
                <a:close/>
                <a:moveTo>
                  <a:pt x="2176748" y="3154013"/>
                </a:moveTo>
                <a:lnTo>
                  <a:pt x="2147411" y="3154013"/>
                </a:lnTo>
                <a:cubicBezTo>
                  <a:pt x="2146078" y="3154013"/>
                  <a:pt x="2145030" y="3155061"/>
                  <a:pt x="2145030" y="3156395"/>
                </a:cubicBezTo>
                <a:lnTo>
                  <a:pt x="2145030" y="3185732"/>
                </a:lnTo>
                <a:cubicBezTo>
                  <a:pt x="2145030" y="3187065"/>
                  <a:pt x="2146078" y="3188113"/>
                  <a:pt x="2147411" y="3188113"/>
                </a:cubicBezTo>
                <a:lnTo>
                  <a:pt x="2176748" y="3188113"/>
                </a:lnTo>
                <a:cubicBezTo>
                  <a:pt x="2178082" y="3188113"/>
                  <a:pt x="2179130" y="3187065"/>
                  <a:pt x="2179130" y="3185732"/>
                </a:cubicBezTo>
                <a:lnTo>
                  <a:pt x="2179130" y="3156395"/>
                </a:lnTo>
                <a:cubicBezTo>
                  <a:pt x="2179130" y="3155061"/>
                  <a:pt x="2178082" y="3154013"/>
                  <a:pt x="2176748" y="3154013"/>
                </a:cubicBezTo>
                <a:close/>
                <a:moveTo>
                  <a:pt x="2174367" y="3183350"/>
                </a:moveTo>
                <a:lnTo>
                  <a:pt x="2149793" y="3183350"/>
                </a:lnTo>
                <a:lnTo>
                  <a:pt x="2149793" y="3158776"/>
                </a:lnTo>
                <a:lnTo>
                  <a:pt x="2174367" y="3158776"/>
                </a:lnTo>
                <a:lnTo>
                  <a:pt x="2174367" y="3183350"/>
                </a:lnTo>
                <a:close/>
                <a:moveTo>
                  <a:pt x="2200370" y="3371755"/>
                </a:moveTo>
                <a:lnTo>
                  <a:pt x="2205133" y="3371755"/>
                </a:lnTo>
                <a:lnTo>
                  <a:pt x="2205133" y="3388995"/>
                </a:lnTo>
                <a:lnTo>
                  <a:pt x="2200370" y="3388995"/>
                </a:lnTo>
                <a:lnTo>
                  <a:pt x="2200370" y="3371755"/>
                </a:lnTo>
                <a:close/>
                <a:moveTo>
                  <a:pt x="2268855" y="3861149"/>
                </a:moveTo>
                <a:cubicBezTo>
                  <a:pt x="2274380" y="3865245"/>
                  <a:pt x="2281238" y="3866960"/>
                  <a:pt x="2288000" y="3866007"/>
                </a:cubicBezTo>
                <a:cubicBezTo>
                  <a:pt x="2294858" y="3864959"/>
                  <a:pt x="2300859" y="3861340"/>
                  <a:pt x="2304955" y="3855815"/>
                </a:cubicBezTo>
                <a:cubicBezTo>
                  <a:pt x="2308003" y="3851720"/>
                  <a:pt x="2309717" y="3846862"/>
                  <a:pt x="2310003" y="3841813"/>
                </a:cubicBezTo>
                <a:lnTo>
                  <a:pt x="2310003" y="3842957"/>
                </a:lnTo>
                <a:cubicBezTo>
                  <a:pt x="2310003" y="3842957"/>
                  <a:pt x="2342388" y="3843147"/>
                  <a:pt x="2342388" y="3843147"/>
                </a:cubicBezTo>
                <a:lnTo>
                  <a:pt x="2361152" y="3866960"/>
                </a:lnTo>
                <a:lnTo>
                  <a:pt x="2545652" y="3867722"/>
                </a:lnTo>
                <a:lnTo>
                  <a:pt x="2652046" y="3966210"/>
                </a:lnTo>
                <a:lnTo>
                  <a:pt x="2665095" y="3965734"/>
                </a:lnTo>
                <a:lnTo>
                  <a:pt x="2698337" y="3998405"/>
                </a:lnTo>
                <a:lnTo>
                  <a:pt x="2698337" y="4049173"/>
                </a:lnTo>
                <a:cubicBezTo>
                  <a:pt x="2697480" y="4049363"/>
                  <a:pt x="2696623" y="4049363"/>
                  <a:pt x="2695861" y="4049744"/>
                </a:cubicBezTo>
                <a:cubicBezTo>
                  <a:pt x="2689955" y="4052411"/>
                  <a:pt x="2687288" y="4059460"/>
                  <a:pt x="2689955" y="4065365"/>
                </a:cubicBezTo>
                <a:cubicBezTo>
                  <a:pt x="2691289" y="4068223"/>
                  <a:pt x="2693575" y="4070413"/>
                  <a:pt x="2696528" y="4071557"/>
                </a:cubicBezTo>
                <a:cubicBezTo>
                  <a:pt x="2697861" y="4072033"/>
                  <a:pt x="2699290" y="4072319"/>
                  <a:pt x="2700719" y="4072319"/>
                </a:cubicBezTo>
                <a:cubicBezTo>
                  <a:pt x="2702338" y="4072319"/>
                  <a:pt x="2704052" y="4071938"/>
                  <a:pt x="2705576" y="4071271"/>
                </a:cubicBezTo>
                <a:cubicBezTo>
                  <a:pt x="2708434" y="4069937"/>
                  <a:pt x="2710625" y="4067651"/>
                  <a:pt x="2711768" y="4064699"/>
                </a:cubicBezTo>
                <a:cubicBezTo>
                  <a:pt x="2712911" y="4061746"/>
                  <a:pt x="2712815" y="4058507"/>
                  <a:pt x="2711482" y="4055650"/>
                </a:cubicBezTo>
                <a:cubicBezTo>
                  <a:pt x="2710148" y="4052792"/>
                  <a:pt x="2707862" y="4050602"/>
                  <a:pt x="2704910" y="4049459"/>
                </a:cubicBezTo>
                <a:cubicBezTo>
                  <a:pt x="2704338" y="4049268"/>
                  <a:pt x="2703671" y="4049268"/>
                  <a:pt x="2703100" y="4049173"/>
                </a:cubicBezTo>
                <a:lnTo>
                  <a:pt x="2703100" y="3996404"/>
                </a:lnTo>
                <a:lnTo>
                  <a:pt x="2666905" y="3960876"/>
                </a:lnTo>
                <a:lnTo>
                  <a:pt x="2653760" y="3961352"/>
                </a:lnTo>
                <a:lnTo>
                  <a:pt x="2548128" y="3863530"/>
                </a:lnTo>
                <a:lnTo>
                  <a:pt x="2547461" y="3862864"/>
                </a:lnTo>
                <a:lnTo>
                  <a:pt x="2363438" y="3862102"/>
                </a:lnTo>
                <a:lnTo>
                  <a:pt x="2344674" y="3838289"/>
                </a:lnTo>
                <a:lnTo>
                  <a:pt x="2310003" y="3838099"/>
                </a:lnTo>
                <a:lnTo>
                  <a:pt x="2310003" y="3841433"/>
                </a:lnTo>
                <a:cubicBezTo>
                  <a:pt x="2310003" y="3839813"/>
                  <a:pt x="2310003" y="3838194"/>
                  <a:pt x="2309717" y="3836480"/>
                </a:cubicBezTo>
                <a:cubicBezTo>
                  <a:pt x="2308670" y="3829622"/>
                  <a:pt x="2305145" y="3823621"/>
                  <a:pt x="2299526" y="3819525"/>
                </a:cubicBezTo>
                <a:cubicBezTo>
                  <a:pt x="2294954" y="3816096"/>
                  <a:pt x="2289620" y="3814477"/>
                  <a:pt x="2284286" y="3814382"/>
                </a:cubicBezTo>
                <a:cubicBezTo>
                  <a:pt x="2276380" y="3814382"/>
                  <a:pt x="2268474" y="3817906"/>
                  <a:pt x="2263331" y="3824764"/>
                </a:cubicBezTo>
                <a:cubicBezTo>
                  <a:pt x="2259235" y="3830288"/>
                  <a:pt x="2257520" y="3837146"/>
                  <a:pt x="2258473" y="3843909"/>
                </a:cubicBezTo>
                <a:cubicBezTo>
                  <a:pt x="2259521" y="3850767"/>
                  <a:pt x="2263045" y="3856768"/>
                  <a:pt x="2268665" y="3860863"/>
                </a:cubicBezTo>
                <a:close/>
                <a:moveTo>
                  <a:pt x="2707291" y="4057650"/>
                </a:moveTo>
                <a:cubicBezTo>
                  <a:pt x="2708053" y="4059365"/>
                  <a:pt x="2708148" y="4061270"/>
                  <a:pt x="2707481" y="4063079"/>
                </a:cubicBezTo>
                <a:cubicBezTo>
                  <a:pt x="2706815" y="4064889"/>
                  <a:pt x="2705481" y="4066223"/>
                  <a:pt x="2703767" y="4067080"/>
                </a:cubicBezTo>
                <a:cubicBezTo>
                  <a:pt x="2702052" y="4067842"/>
                  <a:pt x="2700147" y="4067937"/>
                  <a:pt x="2698337" y="4067270"/>
                </a:cubicBezTo>
                <a:cubicBezTo>
                  <a:pt x="2696528" y="4066604"/>
                  <a:pt x="2695194" y="4065270"/>
                  <a:pt x="2694432" y="4063555"/>
                </a:cubicBezTo>
                <a:cubicBezTo>
                  <a:pt x="2692813" y="4060031"/>
                  <a:pt x="2694432" y="4055840"/>
                  <a:pt x="2697956" y="4054221"/>
                </a:cubicBezTo>
                <a:cubicBezTo>
                  <a:pt x="2698909" y="4053840"/>
                  <a:pt x="2699861" y="4053554"/>
                  <a:pt x="2700814" y="4053554"/>
                </a:cubicBezTo>
                <a:cubicBezTo>
                  <a:pt x="2703481" y="4053554"/>
                  <a:pt x="2706053" y="4055078"/>
                  <a:pt x="2707291" y="4057745"/>
                </a:cubicBezTo>
                <a:close/>
                <a:moveTo>
                  <a:pt x="2267331" y="3827812"/>
                </a:moveTo>
                <a:cubicBezTo>
                  <a:pt x="2270665" y="3823335"/>
                  <a:pt x="2275618" y="3820382"/>
                  <a:pt x="2281142" y="3819525"/>
                </a:cubicBezTo>
                <a:cubicBezTo>
                  <a:pt x="2286762" y="3818763"/>
                  <a:pt x="2292287" y="3820097"/>
                  <a:pt x="2296763" y="3823430"/>
                </a:cubicBezTo>
                <a:cubicBezTo>
                  <a:pt x="2301240" y="3826764"/>
                  <a:pt x="2304193" y="3831717"/>
                  <a:pt x="2305050" y="3837242"/>
                </a:cubicBezTo>
                <a:cubicBezTo>
                  <a:pt x="2305907" y="3842766"/>
                  <a:pt x="2304479" y="3848386"/>
                  <a:pt x="2301145" y="3852863"/>
                </a:cubicBezTo>
                <a:lnTo>
                  <a:pt x="2301145" y="3852863"/>
                </a:lnTo>
                <a:cubicBezTo>
                  <a:pt x="2297811" y="3857435"/>
                  <a:pt x="2292858" y="3860292"/>
                  <a:pt x="2287334" y="3861149"/>
                </a:cubicBezTo>
                <a:cubicBezTo>
                  <a:pt x="2286286" y="3861340"/>
                  <a:pt x="2285143" y="3861340"/>
                  <a:pt x="2284095" y="3861340"/>
                </a:cubicBezTo>
                <a:cubicBezTo>
                  <a:pt x="2279618" y="3861340"/>
                  <a:pt x="2275332" y="3859911"/>
                  <a:pt x="2271713" y="3857149"/>
                </a:cubicBezTo>
                <a:cubicBezTo>
                  <a:pt x="2267236" y="3853815"/>
                  <a:pt x="2264283" y="3848862"/>
                  <a:pt x="2263426" y="3843338"/>
                </a:cubicBezTo>
                <a:cubicBezTo>
                  <a:pt x="2262569" y="3837813"/>
                  <a:pt x="2263997" y="3832193"/>
                  <a:pt x="2267331" y="3827717"/>
                </a:cubicBezTo>
                <a:close/>
                <a:moveTo>
                  <a:pt x="2129981" y="3154013"/>
                </a:moveTo>
                <a:lnTo>
                  <a:pt x="2100644" y="3154013"/>
                </a:lnTo>
                <a:cubicBezTo>
                  <a:pt x="2099310" y="3154013"/>
                  <a:pt x="2098262" y="3155061"/>
                  <a:pt x="2098262" y="3156395"/>
                </a:cubicBezTo>
                <a:lnTo>
                  <a:pt x="2098262" y="3185732"/>
                </a:lnTo>
                <a:cubicBezTo>
                  <a:pt x="2098262" y="3187065"/>
                  <a:pt x="2099310" y="3188113"/>
                  <a:pt x="2100644" y="3188113"/>
                </a:cubicBezTo>
                <a:lnTo>
                  <a:pt x="2129981" y="3188113"/>
                </a:lnTo>
                <a:cubicBezTo>
                  <a:pt x="2131314" y="3188113"/>
                  <a:pt x="2132362" y="3187065"/>
                  <a:pt x="2132362" y="3185732"/>
                </a:cubicBezTo>
                <a:lnTo>
                  <a:pt x="2132362" y="3156395"/>
                </a:lnTo>
                <a:cubicBezTo>
                  <a:pt x="2132362" y="3155061"/>
                  <a:pt x="2131314" y="3154013"/>
                  <a:pt x="2129981" y="3154013"/>
                </a:cubicBezTo>
                <a:close/>
                <a:moveTo>
                  <a:pt x="2127599" y="3183350"/>
                </a:moveTo>
                <a:lnTo>
                  <a:pt x="2103025" y="3183350"/>
                </a:lnTo>
                <a:lnTo>
                  <a:pt x="2103025" y="3158776"/>
                </a:lnTo>
                <a:lnTo>
                  <a:pt x="2127599" y="3158776"/>
                </a:lnTo>
                <a:lnTo>
                  <a:pt x="2127599" y="3183350"/>
                </a:lnTo>
                <a:close/>
                <a:moveTo>
                  <a:pt x="240316" y="2395919"/>
                </a:moveTo>
                <a:lnTo>
                  <a:pt x="240316" y="2473071"/>
                </a:lnTo>
                <a:cubicBezTo>
                  <a:pt x="242221" y="2473643"/>
                  <a:pt x="244221" y="2474690"/>
                  <a:pt x="245555" y="2476500"/>
                </a:cubicBezTo>
                <a:cubicBezTo>
                  <a:pt x="247079" y="2478596"/>
                  <a:pt x="247650" y="2481167"/>
                  <a:pt x="247174" y="2483739"/>
                </a:cubicBezTo>
                <a:cubicBezTo>
                  <a:pt x="246698" y="2486311"/>
                  <a:pt x="245269" y="2488597"/>
                  <a:pt x="243078" y="2490026"/>
                </a:cubicBezTo>
                <a:cubicBezTo>
                  <a:pt x="238697" y="2492978"/>
                  <a:pt x="232601" y="2491930"/>
                  <a:pt x="229553" y="2487644"/>
                </a:cubicBezTo>
                <a:cubicBezTo>
                  <a:pt x="228029" y="2485549"/>
                  <a:pt x="227457" y="2482977"/>
                  <a:pt x="227933" y="2480405"/>
                </a:cubicBezTo>
                <a:cubicBezTo>
                  <a:pt x="228410" y="2477834"/>
                  <a:pt x="229838" y="2475548"/>
                  <a:pt x="232029" y="2474119"/>
                </a:cubicBezTo>
                <a:cubicBezTo>
                  <a:pt x="233077" y="2473452"/>
                  <a:pt x="234220" y="2473071"/>
                  <a:pt x="235363" y="2472785"/>
                </a:cubicBezTo>
                <a:lnTo>
                  <a:pt x="235363" y="2398300"/>
                </a:lnTo>
                <a:cubicBezTo>
                  <a:pt x="235363" y="2398300"/>
                  <a:pt x="150971" y="2398300"/>
                  <a:pt x="150971" y="2398300"/>
                </a:cubicBezTo>
                <a:cubicBezTo>
                  <a:pt x="150305" y="2400300"/>
                  <a:pt x="149162" y="2402110"/>
                  <a:pt x="147352" y="2403348"/>
                </a:cubicBezTo>
                <a:cubicBezTo>
                  <a:pt x="142970" y="2406301"/>
                  <a:pt x="136874" y="2405253"/>
                  <a:pt x="133826" y="2400967"/>
                </a:cubicBezTo>
                <a:cubicBezTo>
                  <a:pt x="132302" y="2398871"/>
                  <a:pt x="131731" y="2396300"/>
                  <a:pt x="132207" y="2393728"/>
                </a:cubicBezTo>
                <a:cubicBezTo>
                  <a:pt x="132683" y="2391156"/>
                  <a:pt x="134112" y="2388870"/>
                  <a:pt x="136303" y="2387441"/>
                </a:cubicBezTo>
                <a:cubicBezTo>
                  <a:pt x="138017" y="2386298"/>
                  <a:pt x="139922" y="2385822"/>
                  <a:pt x="141827" y="2385822"/>
                </a:cubicBezTo>
                <a:cubicBezTo>
                  <a:pt x="144875" y="2385822"/>
                  <a:pt x="147923" y="2387251"/>
                  <a:pt x="149828" y="2389918"/>
                </a:cubicBezTo>
                <a:cubicBezTo>
                  <a:pt x="150686" y="2391061"/>
                  <a:pt x="151162" y="2392394"/>
                  <a:pt x="151448" y="2393728"/>
                </a:cubicBezTo>
                <a:lnTo>
                  <a:pt x="237935" y="2393728"/>
                </a:lnTo>
                <a:cubicBezTo>
                  <a:pt x="238601" y="2393728"/>
                  <a:pt x="239173" y="2393918"/>
                  <a:pt x="239649" y="2394395"/>
                </a:cubicBezTo>
                <a:cubicBezTo>
                  <a:pt x="240125" y="2394871"/>
                  <a:pt x="240316" y="2395442"/>
                  <a:pt x="240316" y="2396109"/>
                </a:cubicBezTo>
                <a:close/>
                <a:moveTo>
                  <a:pt x="2191893" y="3453955"/>
                </a:moveTo>
                <a:lnTo>
                  <a:pt x="2191893" y="3462052"/>
                </a:lnTo>
                <a:cubicBezTo>
                  <a:pt x="2191893" y="3465767"/>
                  <a:pt x="2194941" y="3468910"/>
                  <a:pt x="2198751" y="3468910"/>
                </a:cubicBezTo>
                <a:lnTo>
                  <a:pt x="2206847" y="3468910"/>
                </a:lnTo>
                <a:cubicBezTo>
                  <a:pt x="2210562" y="3468910"/>
                  <a:pt x="2213705" y="3465862"/>
                  <a:pt x="2213705" y="3462052"/>
                </a:cubicBezTo>
                <a:lnTo>
                  <a:pt x="2213705" y="3453955"/>
                </a:lnTo>
                <a:cubicBezTo>
                  <a:pt x="2213705" y="3450241"/>
                  <a:pt x="2210657" y="3447098"/>
                  <a:pt x="2206847" y="3447098"/>
                </a:cubicBezTo>
                <a:lnTo>
                  <a:pt x="2205228" y="3447098"/>
                </a:lnTo>
                <a:lnTo>
                  <a:pt x="2205228" y="3440525"/>
                </a:lnTo>
                <a:lnTo>
                  <a:pt x="2200466" y="3440525"/>
                </a:lnTo>
                <a:lnTo>
                  <a:pt x="2200466" y="3447098"/>
                </a:lnTo>
                <a:lnTo>
                  <a:pt x="2198751" y="3447098"/>
                </a:lnTo>
                <a:cubicBezTo>
                  <a:pt x="2195036" y="3447098"/>
                  <a:pt x="2191893" y="3450146"/>
                  <a:pt x="2191893" y="3453955"/>
                </a:cubicBezTo>
                <a:close/>
                <a:moveTo>
                  <a:pt x="2206752" y="3451955"/>
                </a:moveTo>
                <a:cubicBezTo>
                  <a:pt x="2207895" y="3451955"/>
                  <a:pt x="2208848" y="3452908"/>
                  <a:pt x="2208848" y="3454051"/>
                </a:cubicBezTo>
                <a:lnTo>
                  <a:pt x="2208848" y="3462147"/>
                </a:lnTo>
                <a:cubicBezTo>
                  <a:pt x="2208848" y="3463290"/>
                  <a:pt x="2207895" y="3464243"/>
                  <a:pt x="2206752" y="3464243"/>
                </a:cubicBezTo>
                <a:lnTo>
                  <a:pt x="2198656" y="3464243"/>
                </a:lnTo>
                <a:cubicBezTo>
                  <a:pt x="2197513" y="3464243"/>
                  <a:pt x="2196560" y="3463290"/>
                  <a:pt x="2196560" y="3462147"/>
                </a:cubicBezTo>
                <a:lnTo>
                  <a:pt x="2196560" y="3454051"/>
                </a:lnTo>
                <a:cubicBezTo>
                  <a:pt x="2196560" y="3452908"/>
                  <a:pt x="2197513" y="3451955"/>
                  <a:pt x="2198656" y="3451955"/>
                </a:cubicBezTo>
                <a:lnTo>
                  <a:pt x="2206752" y="3451955"/>
                </a:lnTo>
                <a:close/>
                <a:moveTo>
                  <a:pt x="2205133" y="3320129"/>
                </a:moveTo>
                <a:lnTo>
                  <a:pt x="2200370" y="3320129"/>
                </a:lnTo>
                <a:lnTo>
                  <a:pt x="2200370" y="3302889"/>
                </a:lnTo>
                <a:lnTo>
                  <a:pt x="2205133" y="3302889"/>
                </a:lnTo>
                <a:lnTo>
                  <a:pt x="2205133" y="3320129"/>
                </a:lnTo>
                <a:close/>
                <a:moveTo>
                  <a:pt x="2205133" y="3406235"/>
                </a:moveTo>
                <a:lnTo>
                  <a:pt x="2205133" y="3423476"/>
                </a:lnTo>
                <a:cubicBezTo>
                  <a:pt x="2205133" y="3423476"/>
                  <a:pt x="2200370" y="3423476"/>
                  <a:pt x="2200370" y="3423476"/>
                </a:cubicBezTo>
                <a:lnTo>
                  <a:pt x="2200370" y="3406235"/>
                </a:lnTo>
                <a:cubicBezTo>
                  <a:pt x="2200370" y="3406235"/>
                  <a:pt x="2205133" y="3406235"/>
                  <a:pt x="2205133" y="3406235"/>
                </a:cubicBezTo>
                <a:close/>
                <a:moveTo>
                  <a:pt x="2200370" y="3337370"/>
                </a:moveTo>
                <a:lnTo>
                  <a:pt x="2205133" y="3337370"/>
                </a:lnTo>
                <a:lnTo>
                  <a:pt x="2205133" y="3354610"/>
                </a:lnTo>
                <a:lnTo>
                  <a:pt x="2200370" y="3354610"/>
                </a:lnTo>
                <a:lnTo>
                  <a:pt x="2200370" y="3337370"/>
                </a:lnTo>
                <a:close/>
                <a:moveTo>
                  <a:pt x="2205133" y="3268504"/>
                </a:moveTo>
                <a:lnTo>
                  <a:pt x="2205133" y="3285744"/>
                </a:lnTo>
                <a:cubicBezTo>
                  <a:pt x="2205133" y="3285744"/>
                  <a:pt x="2200370" y="3285744"/>
                  <a:pt x="2200370" y="3285744"/>
                </a:cubicBezTo>
                <a:lnTo>
                  <a:pt x="2200370" y="3268504"/>
                </a:lnTo>
                <a:cubicBezTo>
                  <a:pt x="2200370" y="3268504"/>
                  <a:pt x="2205133" y="3268504"/>
                  <a:pt x="2205133" y="3268504"/>
                </a:cubicBezTo>
                <a:close/>
                <a:moveTo>
                  <a:pt x="2440591" y="4178903"/>
                </a:moveTo>
                <a:cubicBezTo>
                  <a:pt x="2442401" y="4178903"/>
                  <a:pt x="2444115" y="4178332"/>
                  <a:pt x="2445734" y="4177475"/>
                </a:cubicBezTo>
                <a:lnTo>
                  <a:pt x="2498503" y="4227767"/>
                </a:lnTo>
                <a:lnTo>
                  <a:pt x="2563082" y="4227767"/>
                </a:lnTo>
                <a:lnTo>
                  <a:pt x="2563082" y="4230338"/>
                </a:lnTo>
                <a:cubicBezTo>
                  <a:pt x="2563082" y="4232434"/>
                  <a:pt x="2564797" y="4234244"/>
                  <a:pt x="2566988" y="4234244"/>
                </a:cubicBezTo>
                <a:lnTo>
                  <a:pt x="2576894" y="4234244"/>
                </a:lnTo>
                <a:cubicBezTo>
                  <a:pt x="2578989" y="4234244"/>
                  <a:pt x="2580799" y="4232529"/>
                  <a:pt x="2580799" y="4230338"/>
                </a:cubicBezTo>
                <a:lnTo>
                  <a:pt x="2580799" y="4220432"/>
                </a:lnTo>
                <a:cubicBezTo>
                  <a:pt x="2580799" y="4218337"/>
                  <a:pt x="2579084" y="4216527"/>
                  <a:pt x="2576894" y="4216527"/>
                </a:cubicBezTo>
                <a:lnTo>
                  <a:pt x="2566988" y="4216527"/>
                </a:lnTo>
                <a:cubicBezTo>
                  <a:pt x="2564892" y="4216527"/>
                  <a:pt x="2563082" y="4218242"/>
                  <a:pt x="2563082" y="4220432"/>
                </a:cubicBezTo>
                <a:lnTo>
                  <a:pt x="2563082" y="4223004"/>
                </a:lnTo>
                <a:lnTo>
                  <a:pt x="2500408" y="4223004"/>
                </a:lnTo>
                <a:lnTo>
                  <a:pt x="2449354" y="4174331"/>
                </a:lnTo>
                <a:cubicBezTo>
                  <a:pt x="2450402" y="4172903"/>
                  <a:pt x="2451259" y="4171284"/>
                  <a:pt x="2451449" y="4169474"/>
                </a:cubicBezTo>
                <a:cubicBezTo>
                  <a:pt x="2451830" y="4166616"/>
                  <a:pt x="2451068" y="4163663"/>
                  <a:pt x="2449354" y="4161377"/>
                </a:cubicBezTo>
                <a:cubicBezTo>
                  <a:pt x="2447544" y="4158996"/>
                  <a:pt x="2445068" y="4157567"/>
                  <a:pt x="2442115" y="4157091"/>
                </a:cubicBezTo>
                <a:cubicBezTo>
                  <a:pt x="2439257" y="4156615"/>
                  <a:pt x="2436305" y="4157472"/>
                  <a:pt x="2434019" y="4159187"/>
                </a:cubicBezTo>
                <a:cubicBezTo>
                  <a:pt x="2429161" y="4162806"/>
                  <a:pt x="2428208" y="4169759"/>
                  <a:pt x="2431923" y="4174522"/>
                </a:cubicBezTo>
                <a:lnTo>
                  <a:pt x="2431923" y="4174522"/>
                </a:lnTo>
                <a:cubicBezTo>
                  <a:pt x="2434114" y="4177379"/>
                  <a:pt x="2437352" y="4178903"/>
                  <a:pt x="2440686" y="4178903"/>
                </a:cubicBezTo>
                <a:close/>
                <a:moveTo>
                  <a:pt x="2436781" y="4163092"/>
                </a:moveTo>
                <a:cubicBezTo>
                  <a:pt x="2438114" y="4162139"/>
                  <a:pt x="2439734" y="4161663"/>
                  <a:pt x="2441353" y="4161949"/>
                </a:cubicBezTo>
                <a:cubicBezTo>
                  <a:pt x="2442972" y="4162139"/>
                  <a:pt x="2444401" y="4162997"/>
                  <a:pt x="2445449" y="4164330"/>
                </a:cubicBezTo>
                <a:cubicBezTo>
                  <a:pt x="2446401" y="4165663"/>
                  <a:pt x="2446877" y="4167283"/>
                  <a:pt x="2446687" y="4168902"/>
                </a:cubicBezTo>
                <a:cubicBezTo>
                  <a:pt x="2446496" y="4170521"/>
                  <a:pt x="2445639" y="4171950"/>
                  <a:pt x="2444305" y="4172998"/>
                </a:cubicBezTo>
                <a:cubicBezTo>
                  <a:pt x="2441638" y="4175093"/>
                  <a:pt x="2437733" y="4174522"/>
                  <a:pt x="2435638" y="4171760"/>
                </a:cubicBezTo>
                <a:cubicBezTo>
                  <a:pt x="2433542" y="4168997"/>
                  <a:pt x="2434114" y="4165187"/>
                  <a:pt x="2436876" y="4163092"/>
                </a:cubicBezTo>
                <a:close/>
                <a:moveTo>
                  <a:pt x="2209800" y="3228023"/>
                </a:moveTo>
                <a:cubicBezTo>
                  <a:pt x="2209800" y="3231928"/>
                  <a:pt x="2206657" y="3235071"/>
                  <a:pt x="2202752" y="3235071"/>
                </a:cubicBezTo>
                <a:cubicBezTo>
                  <a:pt x="2198846" y="3235071"/>
                  <a:pt x="2195703" y="3231928"/>
                  <a:pt x="2195703" y="3228023"/>
                </a:cubicBezTo>
                <a:cubicBezTo>
                  <a:pt x="2195703" y="3224117"/>
                  <a:pt x="2198846" y="3220974"/>
                  <a:pt x="2202752" y="3220974"/>
                </a:cubicBezTo>
                <a:cubicBezTo>
                  <a:pt x="2206657" y="3220974"/>
                  <a:pt x="2209800" y="3224117"/>
                  <a:pt x="2209800" y="3228023"/>
                </a:cubicBezTo>
                <a:close/>
                <a:moveTo>
                  <a:pt x="2059019" y="3507677"/>
                </a:moveTo>
                <a:lnTo>
                  <a:pt x="2059019" y="3519583"/>
                </a:lnTo>
                <a:cubicBezTo>
                  <a:pt x="2059019" y="3523107"/>
                  <a:pt x="2056162" y="3525965"/>
                  <a:pt x="2052638" y="3525965"/>
                </a:cubicBezTo>
                <a:lnTo>
                  <a:pt x="2040731" y="3525965"/>
                </a:lnTo>
                <a:cubicBezTo>
                  <a:pt x="2037207" y="3525965"/>
                  <a:pt x="2034350" y="3523107"/>
                  <a:pt x="2034350" y="3519583"/>
                </a:cubicBezTo>
                <a:lnTo>
                  <a:pt x="2034350" y="3507677"/>
                </a:lnTo>
                <a:cubicBezTo>
                  <a:pt x="2034350" y="3504152"/>
                  <a:pt x="2037207" y="3501295"/>
                  <a:pt x="2040731" y="3501295"/>
                </a:cubicBezTo>
                <a:lnTo>
                  <a:pt x="2052638" y="3501295"/>
                </a:lnTo>
                <a:cubicBezTo>
                  <a:pt x="2056162" y="3501295"/>
                  <a:pt x="2059019" y="3504152"/>
                  <a:pt x="2059019" y="3507677"/>
                </a:cubicBezTo>
                <a:close/>
                <a:moveTo>
                  <a:pt x="451485" y="1351312"/>
                </a:moveTo>
                <a:lnTo>
                  <a:pt x="500444" y="1351026"/>
                </a:lnTo>
                <a:cubicBezTo>
                  <a:pt x="501015" y="1351026"/>
                  <a:pt x="501587" y="1350836"/>
                  <a:pt x="502063" y="1350455"/>
                </a:cubicBezTo>
                <a:lnTo>
                  <a:pt x="549307" y="1307497"/>
                </a:lnTo>
                <a:lnTo>
                  <a:pt x="565976" y="1307497"/>
                </a:lnTo>
                <a:cubicBezTo>
                  <a:pt x="566452" y="1307497"/>
                  <a:pt x="567214" y="1307306"/>
                  <a:pt x="567690" y="1306925"/>
                </a:cubicBezTo>
                <a:lnTo>
                  <a:pt x="579596" y="1294828"/>
                </a:lnTo>
                <a:cubicBezTo>
                  <a:pt x="580930" y="1295495"/>
                  <a:pt x="582454" y="1295876"/>
                  <a:pt x="584073" y="1295876"/>
                </a:cubicBezTo>
                <a:cubicBezTo>
                  <a:pt x="589883" y="1295876"/>
                  <a:pt x="594646" y="1291114"/>
                  <a:pt x="594646" y="1285303"/>
                </a:cubicBezTo>
                <a:cubicBezTo>
                  <a:pt x="594646" y="1279493"/>
                  <a:pt x="589883" y="1274731"/>
                  <a:pt x="584073" y="1274731"/>
                </a:cubicBezTo>
                <a:cubicBezTo>
                  <a:pt x="578263" y="1274731"/>
                  <a:pt x="573500" y="1279493"/>
                  <a:pt x="573500" y="1285303"/>
                </a:cubicBezTo>
                <a:cubicBezTo>
                  <a:pt x="573500" y="1287780"/>
                  <a:pt x="574453" y="1289876"/>
                  <a:pt x="575882" y="1291685"/>
                </a:cubicBezTo>
                <a:lnTo>
                  <a:pt x="564928" y="1302734"/>
                </a:lnTo>
                <a:lnTo>
                  <a:pt x="548259" y="1302734"/>
                </a:lnTo>
                <a:cubicBezTo>
                  <a:pt x="547688" y="1302639"/>
                  <a:pt x="547116" y="1302830"/>
                  <a:pt x="546640" y="1303306"/>
                </a:cubicBezTo>
                <a:lnTo>
                  <a:pt x="499396" y="1346264"/>
                </a:lnTo>
                <a:lnTo>
                  <a:pt x="450533" y="1346549"/>
                </a:lnTo>
                <a:cubicBezTo>
                  <a:pt x="449961" y="1346549"/>
                  <a:pt x="449485" y="1346740"/>
                  <a:pt x="449104" y="1347026"/>
                </a:cubicBezTo>
                <a:lnTo>
                  <a:pt x="421767" y="1368266"/>
                </a:lnTo>
                <a:cubicBezTo>
                  <a:pt x="421196" y="1368743"/>
                  <a:pt x="420814" y="1369409"/>
                  <a:pt x="420814" y="1370171"/>
                </a:cubicBezTo>
                <a:lnTo>
                  <a:pt x="420814" y="1398651"/>
                </a:lnTo>
                <a:lnTo>
                  <a:pt x="416909" y="1398651"/>
                </a:lnTo>
                <a:cubicBezTo>
                  <a:pt x="413195" y="1398651"/>
                  <a:pt x="410051" y="1401699"/>
                  <a:pt x="410051" y="1405509"/>
                </a:cubicBezTo>
                <a:lnTo>
                  <a:pt x="410051" y="1418177"/>
                </a:lnTo>
                <a:cubicBezTo>
                  <a:pt x="410051" y="1421892"/>
                  <a:pt x="413099" y="1425035"/>
                  <a:pt x="416909" y="1425035"/>
                </a:cubicBezTo>
                <a:lnTo>
                  <a:pt x="420814" y="1425035"/>
                </a:lnTo>
                <a:lnTo>
                  <a:pt x="420814" y="1451896"/>
                </a:lnTo>
                <a:cubicBezTo>
                  <a:pt x="420814" y="1451896"/>
                  <a:pt x="472345" y="1507903"/>
                  <a:pt x="472345" y="1507903"/>
                </a:cubicBezTo>
                <a:lnTo>
                  <a:pt x="472631" y="1594961"/>
                </a:lnTo>
                <a:lnTo>
                  <a:pt x="495872" y="1615726"/>
                </a:lnTo>
                <a:cubicBezTo>
                  <a:pt x="488728" y="1627061"/>
                  <a:pt x="491300" y="1642205"/>
                  <a:pt x="502349" y="1650302"/>
                </a:cubicBezTo>
                <a:cubicBezTo>
                  <a:pt x="513874" y="1658684"/>
                  <a:pt x="530066" y="1656207"/>
                  <a:pt x="538448" y="1644777"/>
                </a:cubicBezTo>
                <a:lnTo>
                  <a:pt x="538448" y="1644777"/>
                </a:lnTo>
                <a:cubicBezTo>
                  <a:pt x="546830" y="1633252"/>
                  <a:pt x="544354" y="1617059"/>
                  <a:pt x="532924" y="1608677"/>
                </a:cubicBezTo>
                <a:cubicBezTo>
                  <a:pt x="529019" y="1605820"/>
                  <a:pt x="524637" y="1604296"/>
                  <a:pt x="520160" y="1603820"/>
                </a:cubicBezTo>
                <a:lnTo>
                  <a:pt x="519875" y="1506855"/>
                </a:lnTo>
                <a:lnTo>
                  <a:pt x="468344" y="1450943"/>
                </a:lnTo>
                <a:lnTo>
                  <a:pt x="468344" y="1425131"/>
                </a:lnTo>
                <a:cubicBezTo>
                  <a:pt x="468344" y="1425131"/>
                  <a:pt x="472250" y="1425131"/>
                  <a:pt x="472250" y="1425131"/>
                </a:cubicBezTo>
                <a:cubicBezTo>
                  <a:pt x="475964" y="1425131"/>
                  <a:pt x="479108" y="1422082"/>
                  <a:pt x="479108" y="1418273"/>
                </a:cubicBezTo>
                <a:lnTo>
                  <a:pt x="479108" y="1416082"/>
                </a:lnTo>
                <a:lnTo>
                  <a:pt x="542449" y="1416082"/>
                </a:lnTo>
                <a:lnTo>
                  <a:pt x="605504" y="1358456"/>
                </a:lnTo>
                <a:lnTo>
                  <a:pt x="631698" y="1358456"/>
                </a:lnTo>
                <a:cubicBezTo>
                  <a:pt x="632174" y="1360170"/>
                  <a:pt x="632841" y="1361789"/>
                  <a:pt x="634270" y="1363123"/>
                </a:cubicBezTo>
                <a:cubicBezTo>
                  <a:pt x="636175" y="1364932"/>
                  <a:pt x="638556" y="1365790"/>
                  <a:pt x="640937" y="1365790"/>
                </a:cubicBezTo>
                <a:cubicBezTo>
                  <a:pt x="643509" y="1365790"/>
                  <a:pt x="646081" y="1364742"/>
                  <a:pt x="648081" y="1362742"/>
                </a:cubicBezTo>
                <a:cubicBezTo>
                  <a:pt x="651796" y="1358837"/>
                  <a:pt x="651605" y="1352645"/>
                  <a:pt x="647700" y="1348931"/>
                </a:cubicBezTo>
                <a:cubicBezTo>
                  <a:pt x="643795" y="1345216"/>
                  <a:pt x="637604" y="1345406"/>
                  <a:pt x="633889" y="1349312"/>
                </a:cubicBezTo>
                <a:cubicBezTo>
                  <a:pt x="632746" y="1350550"/>
                  <a:pt x="632079" y="1352074"/>
                  <a:pt x="631698" y="1353598"/>
                </a:cubicBezTo>
                <a:lnTo>
                  <a:pt x="603695" y="1353598"/>
                </a:lnTo>
                <a:cubicBezTo>
                  <a:pt x="603695" y="1353598"/>
                  <a:pt x="540639" y="1411224"/>
                  <a:pt x="540639" y="1411224"/>
                </a:cubicBezTo>
                <a:lnTo>
                  <a:pt x="479108" y="1411224"/>
                </a:lnTo>
                <a:lnTo>
                  <a:pt x="479108" y="1405509"/>
                </a:lnTo>
                <a:cubicBezTo>
                  <a:pt x="479108" y="1401794"/>
                  <a:pt x="476060" y="1398651"/>
                  <a:pt x="472250" y="1398651"/>
                </a:cubicBezTo>
                <a:lnTo>
                  <a:pt x="468249" y="1398651"/>
                </a:lnTo>
                <a:lnTo>
                  <a:pt x="468249" y="1386935"/>
                </a:lnTo>
                <a:lnTo>
                  <a:pt x="485965" y="1374743"/>
                </a:lnTo>
                <a:lnTo>
                  <a:pt x="531686" y="1374553"/>
                </a:lnTo>
                <a:cubicBezTo>
                  <a:pt x="532257" y="1374553"/>
                  <a:pt x="532829" y="1374362"/>
                  <a:pt x="533305" y="1373886"/>
                </a:cubicBezTo>
                <a:lnTo>
                  <a:pt x="588550" y="1323023"/>
                </a:lnTo>
                <a:lnTo>
                  <a:pt x="614744" y="1323023"/>
                </a:lnTo>
                <a:cubicBezTo>
                  <a:pt x="615887" y="1327118"/>
                  <a:pt x="619506" y="1330357"/>
                  <a:pt x="623983" y="1330357"/>
                </a:cubicBezTo>
                <a:cubicBezTo>
                  <a:pt x="629412" y="1330357"/>
                  <a:pt x="633698" y="1325975"/>
                  <a:pt x="633698" y="1320546"/>
                </a:cubicBezTo>
                <a:cubicBezTo>
                  <a:pt x="633698" y="1315117"/>
                  <a:pt x="629317" y="1310735"/>
                  <a:pt x="623983" y="1310735"/>
                </a:cubicBezTo>
                <a:cubicBezTo>
                  <a:pt x="619411" y="1310735"/>
                  <a:pt x="615791" y="1313974"/>
                  <a:pt x="614648" y="1318165"/>
                </a:cubicBezTo>
                <a:lnTo>
                  <a:pt x="587597" y="1318165"/>
                </a:lnTo>
                <a:cubicBezTo>
                  <a:pt x="587026" y="1318165"/>
                  <a:pt x="586454" y="1318451"/>
                  <a:pt x="585978" y="1318832"/>
                </a:cubicBezTo>
                <a:lnTo>
                  <a:pt x="530733" y="1369695"/>
                </a:lnTo>
                <a:lnTo>
                  <a:pt x="485204" y="1369886"/>
                </a:lnTo>
                <a:cubicBezTo>
                  <a:pt x="484727" y="1369886"/>
                  <a:pt x="484251" y="1370076"/>
                  <a:pt x="483870" y="1370267"/>
                </a:cubicBezTo>
                <a:lnTo>
                  <a:pt x="464534" y="1383602"/>
                </a:lnTo>
                <a:cubicBezTo>
                  <a:pt x="463868" y="1384078"/>
                  <a:pt x="463487" y="1384745"/>
                  <a:pt x="463487" y="1385602"/>
                </a:cubicBezTo>
                <a:lnTo>
                  <a:pt x="463487" y="1398556"/>
                </a:lnTo>
                <a:lnTo>
                  <a:pt x="459486" y="1398556"/>
                </a:lnTo>
                <a:cubicBezTo>
                  <a:pt x="455771" y="1398556"/>
                  <a:pt x="452628" y="1401604"/>
                  <a:pt x="452628" y="1405414"/>
                </a:cubicBezTo>
                <a:lnTo>
                  <a:pt x="452628" y="1418082"/>
                </a:lnTo>
                <a:cubicBezTo>
                  <a:pt x="452628" y="1421797"/>
                  <a:pt x="455676" y="1424940"/>
                  <a:pt x="459486" y="1424940"/>
                </a:cubicBezTo>
                <a:lnTo>
                  <a:pt x="463487" y="1424940"/>
                </a:lnTo>
                <a:lnTo>
                  <a:pt x="463487" y="1452658"/>
                </a:lnTo>
                <a:cubicBezTo>
                  <a:pt x="463487" y="1452658"/>
                  <a:pt x="515017" y="1508665"/>
                  <a:pt x="515017" y="1508665"/>
                </a:cubicBezTo>
                <a:lnTo>
                  <a:pt x="515303" y="1603820"/>
                </a:lnTo>
                <a:cubicBezTo>
                  <a:pt x="509111" y="1604391"/>
                  <a:pt x="503206" y="1607153"/>
                  <a:pt x="498824" y="1611916"/>
                </a:cubicBezTo>
                <a:lnTo>
                  <a:pt x="477298" y="1592771"/>
                </a:lnTo>
                <a:lnTo>
                  <a:pt x="477012" y="1505998"/>
                </a:lnTo>
                <a:lnTo>
                  <a:pt x="425482" y="1450086"/>
                </a:lnTo>
                <a:lnTo>
                  <a:pt x="425482" y="1425035"/>
                </a:lnTo>
                <a:cubicBezTo>
                  <a:pt x="425482" y="1425035"/>
                  <a:pt x="429482" y="1425035"/>
                  <a:pt x="429482" y="1425035"/>
                </a:cubicBezTo>
                <a:cubicBezTo>
                  <a:pt x="433197" y="1425035"/>
                  <a:pt x="436340" y="1421987"/>
                  <a:pt x="436340" y="1418177"/>
                </a:cubicBezTo>
                <a:lnTo>
                  <a:pt x="436340" y="1405509"/>
                </a:lnTo>
                <a:cubicBezTo>
                  <a:pt x="436340" y="1401794"/>
                  <a:pt x="433292" y="1398651"/>
                  <a:pt x="429482" y="1398651"/>
                </a:cubicBezTo>
                <a:lnTo>
                  <a:pt x="425482" y="1398651"/>
                </a:lnTo>
                <a:lnTo>
                  <a:pt x="425482" y="1371314"/>
                </a:lnTo>
                <a:lnTo>
                  <a:pt x="451295" y="1351217"/>
                </a:lnTo>
                <a:close/>
                <a:moveTo>
                  <a:pt x="584073" y="1279493"/>
                </a:moveTo>
                <a:cubicBezTo>
                  <a:pt x="587216" y="1279493"/>
                  <a:pt x="589883" y="1282065"/>
                  <a:pt x="589883" y="1285303"/>
                </a:cubicBezTo>
                <a:cubicBezTo>
                  <a:pt x="589883" y="1288542"/>
                  <a:pt x="587312" y="1291114"/>
                  <a:pt x="584073" y="1291114"/>
                </a:cubicBezTo>
                <a:cubicBezTo>
                  <a:pt x="580835" y="1291114"/>
                  <a:pt x="578263" y="1288542"/>
                  <a:pt x="578263" y="1285303"/>
                </a:cubicBezTo>
                <a:cubicBezTo>
                  <a:pt x="578263" y="1282065"/>
                  <a:pt x="580835" y="1279493"/>
                  <a:pt x="584073" y="1279493"/>
                </a:cubicBezTo>
                <a:close/>
                <a:moveTo>
                  <a:pt x="637318" y="1352550"/>
                </a:moveTo>
                <a:cubicBezTo>
                  <a:pt x="638270" y="1351502"/>
                  <a:pt x="639604" y="1351026"/>
                  <a:pt x="640937" y="1351026"/>
                </a:cubicBezTo>
                <a:cubicBezTo>
                  <a:pt x="642176" y="1351026"/>
                  <a:pt x="643414" y="1351502"/>
                  <a:pt x="644366" y="1352360"/>
                </a:cubicBezTo>
                <a:cubicBezTo>
                  <a:pt x="646367" y="1354265"/>
                  <a:pt x="646462" y="1357408"/>
                  <a:pt x="644557" y="1359408"/>
                </a:cubicBezTo>
                <a:cubicBezTo>
                  <a:pt x="642652" y="1361408"/>
                  <a:pt x="639509" y="1361503"/>
                  <a:pt x="637508" y="1359599"/>
                </a:cubicBezTo>
                <a:cubicBezTo>
                  <a:pt x="635508" y="1357694"/>
                  <a:pt x="635413" y="1354550"/>
                  <a:pt x="637318" y="1352550"/>
                </a:cubicBezTo>
                <a:close/>
                <a:moveTo>
                  <a:pt x="624173" y="1315688"/>
                </a:moveTo>
                <a:cubicBezTo>
                  <a:pt x="626936" y="1315688"/>
                  <a:pt x="629126" y="1317974"/>
                  <a:pt x="629126" y="1320737"/>
                </a:cubicBezTo>
                <a:cubicBezTo>
                  <a:pt x="629126" y="1323499"/>
                  <a:pt x="626840" y="1325785"/>
                  <a:pt x="624173" y="1325785"/>
                </a:cubicBezTo>
                <a:cubicBezTo>
                  <a:pt x="621506" y="1325785"/>
                  <a:pt x="619125" y="1323499"/>
                  <a:pt x="619125" y="1320737"/>
                </a:cubicBezTo>
                <a:cubicBezTo>
                  <a:pt x="619125" y="1317974"/>
                  <a:pt x="621411" y="1315688"/>
                  <a:pt x="624173" y="1315688"/>
                </a:cubicBezTo>
                <a:close/>
                <a:moveTo>
                  <a:pt x="459677" y="1420273"/>
                </a:moveTo>
                <a:cubicBezTo>
                  <a:pt x="458534" y="1420273"/>
                  <a:pt x="457581" y="1419320"/>
                  <a:pt x="457581" y="1418177"/>
                </a:cubicBezTo>
                <a:lnTo>
                  <a:pt x="457581" y="1405509"/>
                </a:lnTo>
                <a:cubicBezTo>
                  <a:pt x="457581" y="1404366"/>
                  <a:pt x="458534" y="1403414"/>
                  <a:pt x="459677" y="1403414"/>
                </a:cubicBezTo>
                <a:lnTo>
                  <a:pt x="472345" y="1403414"/>
                </a:lnTo>
                <a:cubicBezTo>
                  <a:pt x="473488" y="1403414"/>
                  <a:pt x="474440" y="1404366"/>
                  <a:pt x="474440" y="1405509"/>
                </a:cubicBezTo>
                <a:lnTo>
                  <a:pt x="474440" y="1418177"/>
                </a:lnTo>
                <a:cubicBezTo>
                  <a:pt x="474440" y="1419320"/>
                  <a:pt x="473488" y="1420273"/>
                  <a:pt x="472345" y="1420273"/>
                </a:cubicBezTo>
                <a:lnTo>
                  <a:pt x="459677" y="1420273"/>
                </a:lnTo>
                <a:close/>
                <a:moveTo>
                  <a:pt x="500729" y="1616869"/>
                </a:moveTo>
                <a:cubicBezTo>
                  <a:pt x="504063" y="1612297"/>
                  <a:pt x="508921" y="1609344"/>
                  <a:pt x="514540" y="1608487"/>
                </a:cubicBezTo>
                <a:cubicBezTo>
                  <a:pt x="520160" y="1607630"/>
                  <a:pt x="525685" y="1608963"/>
                  <a:pt x="530257" y="1612297"/>
                </a:cubicBezTo>
                <a:cubicBezTo>
                  <a:pt x="539591" y="1619155"/>
                  <a:pt x="541687" y="1632395"/>
                  <a:pt x="534829" y="1641824"/>
                </a:cubicBezTo>
                <a:cubicBezTo>
                  <a:pt x="527971" y="1651159"/>
                  <a:pt x="514731" y="1653159"/>
                  <a:pt x="505301" y="1646301"/>
                </a:cubicBezTo>
                <a:cubicBezTo>
                  <a:pt x="500729" y="1642967"/>
                  <a:pt x="497777" y="1638110"/>
                  <a:pt x="496919" y="1632490"/>
                </a:cubicBezTo>
                <a:cubicBezTo>
                  <a:pt x="496062" y="1626965"/>
                  <a:pt x="497396" y="1621346"/>
                  <a:pt x="500729" y="1616774"/>
                </a:cubicBezTo>
                <a:close/>
                <a:moveTo>
                  <a:pt x="429673" y="1403509"/>
                </a:moveTo>
                <a:cubicBezTo>
                  <a:pt x="430816" y="1403509"/>
                  <a:pt x="431768" y="1404461"/>
                  <a:pt x="431768" y="1405604"/>
                </a:cubicBezTo>
                <a:lnTo>
                  <a:pt x="431768" y="1418273"/>
                </a:lnTo>
                <a:cubicBezTo>
                  <a:pt x="431768" y="1419416"/>
                  <a:pt x="430816" y="1420368"/>
                  <a:pt x="429673" y="1420368"/>
                </a:cubicBezTo>
                <a:lnTo>
                  <a:pt x="417005" y="1420368"/>
                </a:lnTo>
                <a:cubicBezTo>
                  <a:pt x="415862" y="1420368"/>
                  <a:pt x="414909" y="1419416"/>
                  <a:pt x="414909" y="1418273"/>
                </a:cubicBezTo>
                <a:lnTo>
                  <a:pt x="414909" y="1405604"/>
                </a:lnTo>
                <a:cubicBezTo>
                  <a:pt x="414909" y="1404461"/>
                  <a:pt x="415862" y="1403509"/>
                  <a:pt x="417005" y="1403509"/>
                </a:cubicBezTo>
                <a:lnTo>
                  <a:pt x="429673" y="1403509"/>
                </a:lnTo>
                <a:close/>
                <a:moveTo>
                  <a:pt x="2582228" y="3827526"/>
                </a:moveTo>
                <a:cubicBezTo>
                  <a:pt x="2582228" y="3823811"/>
                  <a:pt x="2579180" y="3820763"/>
                  <a:pt x="2575370" y="3820763"/>
                </a:cubicBezTo>
                <a:lnTo>
                  <a:pt x="2556320" y="3820763"/>
                </a:lnTo>
                <a:cubicBezTo>
                  <a:pt x="2552605" y="3820763"/>
                  <a:pt x="2549462" y="3823811"/>
                  <a:pt x="2549462" y="3827526"/>
                </a:cubicBezTo>
                <a:lnTo>
                  <a:pt x="2549462" y="3829145"/>
                </a:lnTo>
                <a:lnTo>
                  <a:pt x="2396681" y="3828384"/>
                </a:lnTo>
                <a:lnTo>
                  <a:pt x="2380107" y="3807428"/>
                </a:lnTo>
                <a:lnTo>
                  <a:pt x="2324957" y="3807047"/>
                </a:lnTo>
                <a:lnTo>
                  <a:pt x="2300859" y="3779615"/>
                </a:lnTo>
                <a:cubicBezTo>
                  <a:pt x="2300859" y="3779615"/>
                  <a:pt x="2301431" y="3778949"/>
                  <a:pt x="2301621" y="3778568"/>
                </a:cubicBezTo>
                <a:cubicBezTo>
                  <a:pt x="2303907" y="3774758"/>
                  <a:pt x="2304574" y="3770281"/>
                  <a:pt x="2303431" y="3765995"/>
                </a:cubicBezTo>
                <a:cubicBezTo>
                  <a:pt x="2302383" y="3761709"/>
                  <a:pt x="2299621" y="3758089"/>
                  <a:pt x="2295811" y="3755803"/>
                </a:cubicBezTo>
                <a:cubicBezTo>
                  <a:pt x="2292001" y="3753517"/>
                  <a:pt x="2287524" y="3752850"/>
                  <a:pt x="2283238" y="3753993"/>
                </a:cubicBezTo>
                <a:cubicBezTo>
                  <a:pt x="2278952" y="3755041"/>
                  <a:pt x="2275332" y="3757803"/>
                  <a:pt x="2273046" y="3761613"/>
                </a:cubicBezTo>
                <a:cubicBezTo>
                  <a:pt x="2270760" y="3765423"/>
                  <a:pt x="2270093" y="3769900"/>
                  <a:pt x="2271236" y="3774186"/>
                </a:cubicBezTo>
                <a:cubicBezTo>
                  <a:pt x="2272284" y="3778472"/>
                  <a:pt x="2275046" y="3782092"/>
                  <a:pt x="2278856" y="3784378"/>
                </a:cubicBezTo>
                <a:cubicBezTo>
                  <a:pt x="2281428" y="3785902"/>
                  <a:pt x="2284381" y="3786759"/>
                  <a:pt x="2287334" y="3786759"/>
                </a:cubicBezTo>
                <a:cubicBezTo>
                  <a:pt x="2288667" y="3786759"/>
                  <a:pt x="2290096" y="3786569"/>
                  <a:pt x="2291429" y="3786283"/>
                </a:cubicBezTo>
                <a:cubicBezTo>
                  <a:pt x="2293715" y="3785711"/>
                  <a:pt x="2295811" y="3784663"/>
                  <a:pt x="2297621" y="3783235"/>
                </a:cubicBezTo>
                <a:lnTo>
                  <a:pt x="2322862" y="3811905"/>
                </a:lnTo>
                <a:lnTo>
                  <a:pt x="2377916" y="3812286"/>
                </a:lnTo>
                <a:lnTo>
                  <a:pt x="2394490" y="3833241"/>
                </a:lnTo>
                <a:lnTo>
                  <a:pt x="2549652" y="3834003"/>
                </a:lnTo>
                <a:lnTo>
                  <a:pt x="2549652" y="3835622"/>
                </a:lnTo>
                <a:cubicBezTo>
                  <a:pt x="2549652" y="3839337"/>
                  <a:pt x="2552700" y="3842480"/>
                  <a:pt x="2556510" y="3842480"/>
                </a:cubicBezTo>
                <a:lnTo>
                  <a:pt x="2575560" y="3842480"/>
                </a:lnTo>
                <a:cubicBezTo>
                  <a:pt x="2576798" y="3842480"/>
                  <a:pt x="2577942" y="3842004"/>
                  <a:pt x="2578989" y="3841433"/>
                </a:cubicBezTo>
                <a:lnTo>
                  <a:pt x="2658332" y="3915061"/>
                </a:lnTo>
                <a:lnTo>
                  <a:pt x="2659094" y="3915728"/>
                </a:lnTo>
                <a:lnTo>
                  <a:pt x="2675954" y="3915156"/>
                </a:lnTo>
                <a:lnTo>
                  <a:pt x="2739200" y="3974211"/>
                </a:lnTo>
                <a:lnTo>
                  <a:pt x="2739200" y="3990023"/>
                </a:lnTo>
                <a:lnTo>
                  <a:pt x="2736628" y="3990023"/>
                </a:lnTo>
                <a:cubicBezTo>
                  <a:pt x="2734532" y="3990023"/>
                  <a:pt x="2732723" y="3991737"/>
                  <a:pt x="2732723" y="3993928"/>
                </a:cubicBezTo>
                <a:lnTo>
                  <a:pt x="2732723" y="4006120"/>
                </a:lnTo>
                <a:cubicBezTo>
                  <a:pt x="2732723" y="4008215"/>
                  <a:pt x="2734437" y="4010025"/>
                  <a:pt x="2736628" y="4010025"/>
                </a:cubicBezTo>
                <a:lnTo>
                  <a:pt x="2747296" y="4010025"/>
                </a:lnTo>
                <a:cubicBezTo>
                  <a:pt x="2749392" y="4010025"/>
                  <a:pt x="2751201" y="4008311"/>
                  <a:pt x="2751201" y="4006120"/>
                </a:cubicBezTo>
                <a:lnTo>
                  <a:pt x="2751201" y="3993928"/>
                </a:lnTo>
                <a:cubicBezTo>
                  <a:pt x="2751201" y="3991832"/>
                  <a:pt x="2749487" y="3990023"/>
                  <a:pt x="2747296" y="3990023"/>
                </a:cubicBezTo>
                <a:lnTo>
                  <a:pt x="2743962" y="3990023"/>
                </a:lnTo>
                <a:lnTo>
                  <a:pt x="2743962" y="3972211"/>
                </a:lnTo>
                <a:lnTo>
                  <a:pt x="2677763" y="3910394"/>
                </a:lnTo>
                <a:lnTo>
                  <a:pt x="2660904" y="3910965"/>
                </a:lnTo>
                <a:lnTo>
                  <a:pt x="2582037" y="3837718"/>
                </a:lnTo>
                <a:cubicBezTo>
                  <a:pt x="2582228" y="3837051"/>
                  <a:pt x="2582418" y="3836384"/>
                  <a:pt x="2582418" y="3835622"/>
                </a:cubicBezTo>
                <a:lnTo>
                  <a:pt x="2582418" y="3827526"/>
                </a:lnTo>
                <a:close/>
                <a:moveTo>
                  <a:pt x="2297525" y="3776282"/>
                </a:moveTo>
                <a:cubicBezTo>
                  <a:pt x="2295906" y="3779044"/>
                  <a:pt x="2293334" y="3780949"/>
                  <a:pt x="2290286" y="3781711"/>
                </a:cubicBezTo>
                <a:cubicBezTo>
                  <a:pt x="2287143" y="3782473"/>
                  <a:pt x="2284000" y="3781997"/>
                  <a:pt x="2281333" y="3780377"/>
                </a:cubicBezTo>
                <a:cubicBezTo>
                  <a:pt x="2278571" y="3778758"/>
                  <a:pt x="2276666" y="3776186"/>
                  <a:pt x="2275904" y="3773138"/>
                </a:cubicBezTo>
                <a:cubicBezTo>
                  <a:pt x="2275142" y="3770090"/>
                  <a:pt x="2275618" y="3766852"/>
                  <a:pt x="2277237" y="3764185"/>
                </a:cubicBezTo>
                <a:cubicBezTo>
                  <a:pt x="2278856" y="3761423"/>
                  <a:pt x="2281428" y="3759518"/>
                  <a:pt x="2284476" y="3758755"/>
                </a:cubicBezTo>
                <a:cubicBezTo>
                  <a:pt x="2285429" y="3758470"/>
                  <a:pt x="2286476" y="3758375"/>
                  <a:pt x="2287429" y="3758375"/>
                </a:cubicBezTo>
                <a:cubicBezTo>
                  <a:pt x="2289524" y="3758375"/>
                  <a:pt x="2291620" y="3758946"/>
                  <a:pt x="2293525" y="3760089"/>
                </a:cubicBezTo>
                <a:cubicBezTo>
                  <a:pt x="2296287" y="3761709"/>
                  <a:pt x="2298192" y="3764280"/>
                  <a:pt x="2298954" y="3767328"/>
                </a:cubicBezTo>
                <a:cubicBezTo>
                  <a:pt x="2299716" y="3770376"/>
                  <a:pt x="2299240" y="3773615"/>
                  <a:pt x="2297621" y="3776282"/>
                </a:cubicBezTo>
                <a:close/>
                <a:moveTo>
                  <a:pt x="2560701" y="3837718"/>
                </a:moveTo>
                <a:lnTo>
                  <a:pt x="2556320" y="3837718"/>
                </a:lnTo>
                <a:cubicBezTo>
                  <a:pt x="2555177" y="3837718"/>
                  <a:pt x="2554224" y="3836765"/>
                  <a:pt x="2554224" y="3835622"/>
                </a:cubicBezTo>
                <a:lnTo>
                  <a:pt x="2554224" y="3827526"/>
                </a:lnTo>
                <a:cubicBezTo>
                  <a:pt x="2554224" y="3826383"/>
                  <a:pt x="2555177" y="3825526"/>
                  <a:pt x="2556320" y="3825526"/>
                </a:cubicBezTo>
                <a:lnTo>
                  <a:pt x="2560701" y="3825526"/>
                </a:lnTo>
                <a:lnTo>
                  <a:pt x="2560701" y="3837718"/>
                </a:lnTo>
                <a:close/>
                <a:moveTo>
                  <a:pt x="2577465" y="3835622"/>
                </a:moveTo>
                <a:cubicBezTo>
                  <a:pt x="2577465" y="3836765"/>
                  <a:pt x="2576513" y="3837718"/>
                  <a:pt x="2575370" y="3837718"/>
                </a:cubicBezTo>
                <a:lnTo>
                  <a:pt x="2571274" y="3837718"/>
                </a:lnTo>
                <a:lnTo>
                  <a:pt x="2571274" y="3825526"/>
                </a:lnTo>
                <a:lnTo>
                  <a:pt x="2575370" y="3825526"/>
                </a:lnTo>
                <a:cubicBezTo>
                  <a:pt x="2576513" y="3825526"/>
                  <a:pt x="2577465" y="3826478"/>
                  <a:pt x="2577465" y="3827526"/>
                </a:cubicBezTo>
                <a:lnTo>
                  <a:pt x="2577465" y="3835622"/>
                </a:lnTo>
                <a:close/>
                <a:moveTo>
                  <a:pt x="2116741" y="3253454"/>
                </a:moveTo>
                <a:cubicBezTo>
                  <a:pt x="2116741" y="3257360"/>
                  <a:pt x="2113598" y="3260503"/>
                  <a:pt x="2109692" y="3260503"/>
                </a:cubicBezTo>
                <a:cubicBezTo>
                  <a:pt x="2105787" y="3260503"/>
                  <a:pt x="2102644" y="3257360"/>
                  <a:pt x="2102644" y="3253454"/>
                </a:cubicBezTo>
                <a:cubicBezTo>
                  <a:pt x="2102644" y="3249549"/>
                  <a:pt x="2105787" y="3246406"/>
                  <a:pt x="2109692" y="3246406"/>
                </a:cubicBezTo>
                <a:cubicBezTo>
                  <a:pt x="2113598" y="3246406"/>
                  <a:pt x="2116741" y="3249549"/>
                  <a:pt x="2116741" y="3253454"/>
                </a:cubicBezTo>
                <a:close/>
                <a:moveTo>
                  <a:pt x="2293715" y="3770186"/>
                </a:moveTo>
                <a:cubicBezTo>
                  <a:pt x="2293715" y="3773710"/>
                  <a:pt x="2290858" y="3776472"/>
                  <a:pt x="2287334" y="3776472"/>
                </a:cubicBezTo>
                <a:cubicBezTo>
                  <a:pt x="2283809" y="3776472"/>
                  <a:pt x="2281047" y="3773615"/>
                  <a:pt x="2281047" y="3770090"/>
                </a:cubicBezTo>
                <a:cubicBezTo>
                  <a:pt x="2281047" y="3766566"/>
                  <a:pt x="2283905" y="3763804"/>
                  <a:pt x="2287429" y="3763804"/>
                </a:cubicBezTo>
                <a:cubicBezTo>
                  <a:pt x="2290953" y="3763804"/>
                  <a:pt x="2293715" y="3766661"/>
                  <a:pt x="2293715" y="3770186"/>
                </a:cubicBezTo>
                <a:close/>
                <a:moveTo>
                  <a:pt x="340995" y="2417445"/>
                </a:moveTo>
                <a:cubicBezTo>
                  <a:pt x="345662" y="2417445"/>
                  <a:pt x="349472" y="2421255"/>
                  <a:pt x="349472" y="2425922"/>
                </a:cubicBezTo>
                <a:lnTo>
                  <a:pt x="349472" y="2474119"/>
                </a:lnTo>
                <a:cubicBezTo>
                  <a:pt x="349472" y="2478786"/>
                  <a:pt x="345662" y="2482596"/>
                  <a:pt x="340995" y="2482596"/>
                </a:cubicBezTo>
                <a:lnTo>
                  <a:pt x="302419" y="2482596"/>
                </a:lnTo>
                <a:cubicBezTo>
                  <a:pt x="299942" y="2482596"/>
                  <a:pt x="297561" y="2481453"/>
                  <a:pt x="295942" y="2479548"/>
                </a:cubicBezTo>
                <a:lnTo>
                  <a:pt x="286322" y="2468118"/>
                </a:lnTo>
                <a:cubicBezTo>
                  <a:pt x="284988" y="2466594"/>
                  <a:pt x="284321" y="2464689"/>
                  <a:pt x="284321" y="2462689"/>
                </a:cubicBezTo>
                <a:lnTo>
                  <a:pt x="284321" y="2425922"/>
                </a:lnTo>
                <a:cubicBezTo>
                  <a:pt x="284321" y="2421255"/>
                  <a:pt x="288131" y="2417445"/>
                  <a:pt x="292799" y="2417445"/>
                </a:cubicBezTo>
                <a:lnTo>
                  <a:pt x="340995" y="2417445"/>
                </a:lnTo>
                <a:close/>
                <a:moveTo>
                  <a:pt x="378238" y="2395919"/>
                </a:moveTo>
                <a:lnTo>
                  <a:pt x="378238" y="2473071"/>
                </a:lnTo>
                <a:cubicBezTo>
                  <a:pt x="380143" y="2473643"/>
                  <a:pt x="382143" y="2474690"/>
                  <a:pt x="383477" y="2476500"/>
                </a:cubicBezTo>
                <a:cubicBezTo>
                  <a:pt x="385001" y="2478596"/>
                  <a:pt x="385572" y="2481167"/>
                  <a:pt x="385096" y="2483739"/>
                </a:cubicBezTo>
                <a:cubicBezTo>
                  <a:pt x="384620" y="2486311"/>
                  <a:pt x="383191" y="2488597"/>
                  <a:pt x="381000" y="2490026"/>
                </a:cubicBezTo>
                <a:cubicBezTo>
                  <a:pt x="376619" y="2492978"/>
                  <a:pt x="370523" y="2491930"/>
                  <a:pt x="367475" y="2487644"/>
                </a:cubicBezTo>
                <a:cubicBezTo>
                  <a:pt x="365951" y="2485549"/>
                  <a:pt x="365379" y="2482977"/>
                  <a:pt x="365855" y="2480405"/>
                </a:cubicBezTo>
                <a:cubicBezTo>
                  <a:pt x="366332" y="2477834"/>
                  <a:pt x="367760" y="2475548"/>
                  <a:pt x="369951" y="2474119"/>
                </a:cubicBezTo>
                <a:cubicBezTo>
                  <a:pt x="370999" y="2473452"/>
                  <a:pt x="372142" y="2473071"/>
                  <a:pt x="373285" y="2472785"/>
                </a:cubicBezTo>
                <a:lnTo>
                  <a:pt x="373285" y="2398300"/>
                </a:lnTo>
                <a:cubicBezTo>
                  <a:pt x="373285" y="2398300"/>
                  <a:pt x="288893" y="2398300"/>
                  <a:pt x="288893" y="2398300"/>
                </a:cubicBezTo>
                <a:cubicBezTo>
                  <a:pt x="288227" y="2400300"/>
                  <a:pt x="287084" y="2402110"/>
                  <a:pt x="285274" y="2403348"/>
                </a:cubicBezTo>
                <a:cubicBezTo>
                  <a:pt x="280892" y="2406301"/>
                  <a:pt x="274796" y="2405253"/>
                  <a:pt x="271748" y="2400967"/>
                </a:cubicBezTo>
                <a:cubicBezTo>
                  <a:pt x="270224" y="2398871"/>
                  <a:pt x="269653" y="2396300"/>
                  <a:pt x="270129" y="2393728"/>
                </a:cubicBezTo>
                <a:cubicBezTo>
                  <a:pt x="270605" y="2391156"/>
                  <a:pt x="272034" y="2388870"/>
                  <a:pt x="274225" y="2387441"/>
                </a:cubicBezTo>
                <a:cubicBezTo>
                  <a:pt x="275939" y="2386298"/>
                  <a:pt x="277844" y="2385822"/>
                  <a:pt x="279749" y="2385822"/>
                </a:cubicBezTo>
                <a:cubicBezTo>
                  <a:pt x="282797" y="2385822"/>
                  <a:pt x="285845" y="2387251"/>
                  <a:pt x="287750" y="2389918"/>
                </a:cubicBezTo>
                <a:cubicBezTo>
                  <a:pt x="288608" y="2391061"/>
                  <a:pt x="289084" y="2392394"/>
                  <a:pt x="289370" y="2393728"/>
                </a:cubicBezTo>
                <a:lnTo>
                  <a:pt x="375857" y="2393728"/>
                </a:lnTo>
                <a:cubicBezTo>
                  <a:pt x="376523" y="2393728"/>
                  <a:pt x="377095" y="2393918"/>
                  <a:pt x="377571" y="2394395"/>
                </a:cubicBezTo>
                <a:cubicBezTo>
                  <a:pt x="378047" y="2394871"/>
                  <a:pt x="378238" y="2395442"/>
                  <a:pt x="378238" y="2396109"/>
                </a:cubicBezTo>
                <a:close/>
                <a:moveTo>
                  <a:pt x="2171700" y="3260503"/>
                </a:moveTo>
                <a:cubicBezTo>
                  <a:pt x="2167795" y="3260503"/>
                  <a:pt x="2164652" y="3257360"/>
                  <a:pt x="2164652" y="3253454"/>
                </a:cubicBezTo>
                <a:cubicBezTo>
                  <a:pt x="2164652" y="3249549"/>
                  <a:pt x="2167795" y="3246406"/>
                  <a:pt x="2171700" y="3246406"/>
                </a:cubicBezTo>
                <a:cubicBezTo>
                  <a:pt x="2175605" y="3246406"/>
                  <a:pt x="2178749" y="3249549"/>
                  <a:pt x="2178749" y="3253454"/>
                </a:cubicBezTo>
                <a:cubicBezTo>
                  <a:pt x="2178749" y="3257360"/>
                  <a:pt x="2175605" y="3260503"/>
                  <a:pt x="2171700" y="3260503"/>
                </a:cubicBezTo>
                <a:close/>
                <a:moveTo>
                  <a:pt x="262509" y="2426684"/>
                </a:moveTo>
                <a:lnTo>
                  <a:pt x="262509" y="2478405"/>
                </a:lnTo>
                <a:cubicBezTo>
                  <a:pt x="262509" y="2478405"/>
                  <a:pt x="279178" y="2498503"/>
                  <a:pt x="279178" y="2498503"/>
                </a:cubicBezTo>
                <a:lnTo>
                  <a:pt x="341662" y="2498503"/>
                </a:lnTo>
                <a:cubicBezTo>
                  <a:pt x="341662" y="2498503"/>
                  <a:pt x="341662" y="2498312"/>
                  <a:pt x="341662" y="2498217"/>
                </a:cubicBezTo>
                <a:cubicBezTo>
                  <a:pt x="342138" y="2495645"/>
                  <a:pt x="343567" y="2493359"/>
                  <a:pt x="345853" y="2491930"/>
                </a:cubicBezTo>
                <a:cubicBezTo>
                  <a:pt x="347567" y="2490788"/>
                  <a:pt x="349472" y="2490311"/>
                  <a:pt x="351377" y="2490311"/>
                </a:cubicBezTo>
                <a:cubicBezTo>
                  <a:pt x="354425" y="2490311"/>
                  <a:pt x="357473" y="2491740"/>
                  <a:pt x="359378" y="2494407"/>
                </a:cubicBezTo>
                <a:cubicBezTo>
                  <a:pt x="360902" y="2496503"/>
                  <a:pt x="361474" y="2499074"/>
                  <a:pt x="360998" y="2501646"/>
                </a:cubicBezTo>
                <a:cubicBezTo>
                  <a:pt x="360521" y="2504218"/>
                  <a:pt x="359093" y="2506504"/>
                  <a:pt x="356902" y="2507933"/>
                </a:cubicBezTo>
                <a:cubicBezTo>
                  <a:pt x="352520" y="2510885"/>
                  <a:pt x="346424" y="2509838"/>
                  <a:pt x="343376" y="2505551"/>
                </a:cubicBezTo>
                <a:cubicBezTo>
                  <a:pt x="342900" y="2504885"/>
                  <a:pt x="342614" y="2504027"/>
                  <a:pt x="342329" y="2503265"/>
                </a:cubicBezTo>
                <a:lnTo>
                  <a:pt x="276987" y="2503265"/>
                </a:lnTo>
                <a:cubicBezTo>
                  <a:pt x="276987" y="2503265"/>
                  <a:pt x="257651" y="2480120"/>
                  <a:pt x="257651" y="2480120"/>
                </a:cubicBezTo>
                <a:lnTo>
                  <a:pt x="257651" y="2426684"/>
                </a:lnTo>
                <a:cubicBezTo>
                  <a:pt x="255556" y="2426113"/>
                  <a:pt x="253460" y="2424970"/>
                  <a:pt x="252127" y="2422970"/>
                </a:cubicBezTo>
                <a:cubicBezTo>
                  <a:pt x="250603" y="2420874"/>
                  <a:pt x="250031" y="2418302"/>
                  <a:pt x="250508" y="2415731"/>
                </a:cubicBezTo>
                <a:cubicBezTo>
                  <a:pt x="250984" y="2413159"/>
                  <a:pt x="252413" y="2410873"/>
                  <a:pt x="254603" y="2409444"/>
                </a:cubicBezTo>
                <a:cubicBezTo>
                  <a:pt x="256318" y="2408301"/>
                  <a:pt x="258223" y="2407825"/>
                  <a:pt x="260128" y="2407825"/>
                </a:cubicBezTo>
                <a:cubicBezTo>
                  <a:pt x="263176" y="2407825"/>
                  <a:pt x="266224" y="2409254"/>
                  <a:pt x="268129" y="2411921"/>
                </a:cubicBezTo>
                <a:cubicBezTo>
                  <a:pt x="269653" y="2414016"/>
                  <a:pt x="270224" y="2416588"/>
                  <a:pt x="269748" y="2419160"/>
                </a:cubicBezTo>
                <a:cubicBezTo>
                  <a:pt x="269272" y="2421731"/>
                  <a:pt x="267843" y="2424017"/>
                  <a:pt x="265652" y="2425446"/>
                </a:cubicBezTo>
                <a:cubicBezTo>
                  <a:pt x="264700" y="2426113"/>
                  <a:pt x="263652" y="2426494"/>
                  <a:pt x="262509" y="2426780"/>
                </a:cubicBezTo>
                <a:close/>
                <a:moveTo>
                  <a:pt x="2271617" y="3840385"/>
                </a:moveTo>
                <a:cubicBezTo>
                  <a:pt x="2271617" y="3833432"/>
                  <a:pt x="2277332" y="3827812"/>
                  <a:pt x="2284381" y="3827812"/>
                </a:cubicBezTo>
                <a:cubicBezTo>
                  <a:pt x="2291334" y="3827812"/>
                  <a:pt x="2296954" y="3833527"/>
                  <a:pt x="2296954" y="3840575"/>
                </a:cubicBezTo>
                <a:cubicBezTo>
                  <a:pt x="2296954" y="3847529"/>
                  <a:pt x="2291239" y="3853148"/>
                  <a:pt x="2284190" y="3853148"/>
                </a:cubicBezTo>
                <a:cubicBezTo>
                  <a:pt x="2277237" y="3853148"/>
                  <a:pt x="2271617" y="3847434"/>
                  <a:pt x="2271617" y="3840385"/>
                </a:cubicBezTo>
                <a:close/>
                <a:moveTo>
                  <a:pt x="203073" y="2417445"/>
                </a:moveTo>
                <a:cubicBezTo>
                  <a:pt x="207740" y="2417445"/>
                  <a:pt x="211550" y="2421255"/>
                  <a:pt x="211550" y="2425922"/>
                </a:cubicBezTo>
                <a:lnTo>
                  <a:pt x="211550" y="2474119"/>
                </a:lnTo>
                <a:cubicBezTo>
                  <a:pt x="211550" y="2478786"/>
                  <a:pt x="207740" y="2482596"/>
                  <a:pt x="203073" y="2482596"/>
                </a:cubicBezTo>
                <a:lnTo>
                  <a:pt x="164497" y="2482596"/>
                </a:lnTo>
                <a:cubicBezTo>
                  <a:pt x="162020" y="2482596"/>
                  <a:pt x="159639" y="2481453"/>
                  <a:pt x="158020" y="2479548"/>
                </a:cubicBezTo>
                <a:lnTo>
                  <a:pt x="148400" y="2468118"/>
                </a:lnTo>
                <a:cubicBezTo>
                  <a:pt x="147066" y="2466594"/>
                  <a:pt x="146399" y="2464689"/>
                  <a:pt x="146399" y="2462689"/>
                </a:cubicBezTo>
                <a:lnTo>
                  <a:pt x="146399" y="2425922"/>
                </a:lnTo>
                <a:cubicBezTo>
                  <a:pt x="146399" y="2421255"/>
                  <a:pt x="150209" y="2417445"/>
                  <a:pt x="154877" y="2417445"/>
                </a:cubicBezTo>
                <a:lnTo>
                  <a:pt x="203073" y="2417445"/>
                </a:lnTo>
                <a:close/>
                <a:moveTo>
                  <a:pt x="2272475" y="3185732"/>
                </a:moveTo>
                <a:lnTo>
                  <a:pt x="2272475" y="3156395"/>
                </a:lnTo>
                <a:cubicBezTo>
                  <a:pt x="2272475" y="3155061"/>
                  <a:pt x="2271427" y="3154013"/>
                  <a:pt x="2270093" y="3154013"/>
                </a:cubicBezTo>
                <a:lnTo>
                  <a:pt x="2240756" y="3154013"/>
                </a:lnTo>
                <a:cubicBezTo>
                  <a:pt x="2239423" y="3154013"/>
                  <a:pt x="2238375" y="3155061"/>
                  <a:pt x="2238375" y="3156395"/>
                </a:cubicBezTo>
                <a:lnTo>
                  <a:pt x="2238375" y="3185732"/>
                </a:lnTo>
                <a:cubicBezTo>
                  <a:pt x="2238375" y="3187065"/>
                  <a:pt x="2239423" y="3188113"/>
                  <a:pt x="2240756" y="3188113"/>
                </a:cubicBezTo>
                <a:lnTo>
                  <a:pt x="2270093" y="3188113"/>
                </a:lnTo>
                <a:cubicBezTo>
                  <a:pt x="2271427" y="3188113"/>
                  <a:pt x="2272475" y="3187065"/>
                  <a:pt x="2272475" y="3185732"/>
                </a:cubicBezTo>
                <a:close/>
                <a:moveTo>
                  <a:pt x="2267712" y="3183350"/>
                </a:moveTo>
                <a:lnTo>
                  <a:pt x="2243138" y="3183350"/>
                </a:lnTo>
                <a:lnTo>
                  <a:pt x="2243138" y="3158776"/>
                </a:lnTo>
                <a:lnTo>
                  <a:pt x="2267712" y="3158776"/>
                </a:lnTo>
                <a:lnTo>
                  <a:pt x="2267712" y="3183350"/>
                </a:lnTo>
                <a:close/>
                <a:moveTo>
                  <a:pt x="704374" y="2069973"/>
                </a:moveTo>
                <a:lnTo>
                  <a:pt x="711518" y="2069973"/>
                </a:lnTo>
                <a:lnTo>
                  <a:pt x="711518" y="2078450"/>
                </a:lnTo>
                <a:lnTo>
                  <a:pt x="704374" y="2078450"/>
                </a:lnTo>
                <a:lnTo>
                  <a:pt x="704374" y="2069973"/>
                </a:lnTo>
                <a:close/>
                <a:moveTo>
                  <a:pt x="2223421" y="3154013"/>
                </a:moveTo>
                <a:lnTo>
                  <a:pt x="2194084" y="3154013"/>
                </a:lnTo>
                <a:cubicBezTo>
                  <a:pt x="2192750" y="3154013"/>
                  <a:pt x="2191703" y="3155061"/>
                  <a:pt x="2191703" y="3156395"/>
                </a:cubicBezTo>
                <a:lnTo>
                  <a:pt x="2191703" y="3185732"/>
                </a:lnTo>
                <a:cubicBezTo>
                  <a:pt x="2191703" y="3187065"/>
                  <a:pt x="2192750" y="3188113"/>
                  <a:pt x="2194084" y="3188113"/>
                </a:cubicBezTo>
                <a:lnTo>
                  <a:pt x="2223421" y="3188113"/>
                </a:lnTo>
                <a:cubicBezTo>
                  <a:pt x="2224754" y="3188113"/>
                  <a:pt x="2225802" y="3187065"/>
                  <a:pt x="2225802" y="3185732"/>
                </a:cubicBezTo>
                <a:lnTo>
                  <a:pt x="2225802" y="3156395"/>
                </a:lnTo>
                <a:cubicBezTo>
                  <a:pt x="2225802" y="3155061"/>
                  <a:pt x="2224754" y="3154013"/>
                  <a:pt x="2223421" y="3154013"/>
                </a:cubicBezTo>
                <a:close/>
                <a:moveTo>
                  <a:pt x="2221040" y="3183350"/>
                </a:moveTo>
                <a:lnTo>
                  <a:pt x="2196465" y="3183350"/>
                </a:lnTo>
                <a:lnTo>
                  <a:pt x="2196465" y="3158776"/>
                </a:lnTo>
                <a:lnTo>
                  <a:pt x="2221040" y="3158776"/>
                </a:lnTo>
                <a:lnTo>
                  <a:pt x="2221040" y="3183350"/>
                </a:lnTo>
                <a:close/>
                <a:moveTo>
                  <a:pt x="2300288" y="3171063"/>
                </a:moveTo>
                <a:cubicBezTo>
                  <a:pt x="2300288" y="3152013"/>
                  <a:pt x="2284762" y="3136487"/>
                  <a:pt x="2265617" y="3136487"/>
                </a:cubicBezTo>
                <a:lnTo>
                  <a:pt x="2106454" y="3136487"/>
                </a:lnTo>
                <a:cubicBezTo>
                  <a:pt x="2087404" y="3136487"/>
                  <a:pt x="2071783" y="3152013"/>
                  <a:pt x="2071783" y="3171063"/>
                </a:cubicBezTo>
                <a:cubicBezTo>
                  <a:pt x="2071783" y="3190113"/>
                  <a:pt x="2087309" y="3205734"/>
                  <a:pt x="2106454" y="3205734"/>
                </a:cubicBezTo>
                <a:lnTo>
                  <a:pt x="2265617" y="3205734"/>
                </a:lnTo>
                <a:cubicBezTo>
                  <a:pt x="2284667" y="3205734"/>
                  <a:pt x="2300288" y="3190209"/>
                  <a:pt x="2300288" y="3171063"/>
                </a:cubicBezTo>
                <a:close/>
                <a:moveTo>
                  <a:pt x="2076641" y="3171063"/>
                </a:moveTo>
                <a:cubicBezTo>
                  <a:pt x="2076641" y="3154585"/>
                  <a:pt x="2090071" y="3141250"/>
                  <a:pt x="2106549" y="3141250"/>
                </a:cubicBezTo>
                <a:lnTo>
                  <a:pt x="2265712" y="3141250"/>
                </a:lnTo>
                <a:cubicBezTo>
                  <a:pt x="2282190" y="3141250"/>
                  <a:pt x="2295620" y="3154680"/>
                  <a:pt x="2295620" y="3171063"/>
                </a:cubicBezTo>
                <a:cubicBezTo>
                  <a:pt x="2295620" y="3187446"/>
                  <a:pt x="2282190" y="3200972"/>
                  <a:pt x="2265712" y="3200972"/>
                </a:cubicBezTo>
                <a:lnTo>
                  <a:pt x="2106549" y="3200972"/>
                </a:lnTo>
                <a:cubicBezTo>
                  <a:pt x="2090071" y="3200972"/>
                  <a:pt x="2076641" y="3187542"/>
                  <a:pt x="2076641" y="3171063"/>
                </a:cubicBezTo>
                <a:close/>
                <a:moveTo>
                  <a:pt x="2253329" y="3453955"/>
                </a:moveTo>
                <a:lnTo>
                  <a:pt x="2253329" y="3462052"/>
                </a:lnTo>
                <a:cubicBezTo>
                  <a:pt x="2253329" y="3465767"/>
                  <a:pt x="2256377" y="3468910"/>
                  <a:pt x="2260187" y="3468910"/>
                </a:cubicBezTo>
                <a:lnTo>
                  <a:pt x="2268284" y="3468910"/>
                </a:lnTo>
                <a:cubicBezTo>
                  <a:pt x="2271998" y="3468910"/>
                  <a:pt x="2275142" y="3465862"/>
                  <a:pt x="2275142" y="3462052"/>
                </a:cubicBezTo>
                <a:lnTo>
                  <a:pt x="2275142" y="3453955"/>
                </a:lnTo>
                <a:cubicBezTo>
                  <a:pt x="2275142" y="3450241"/>
                  <a:pt x="2272094" y="3447098"/>
                  <a:pt x="2268284" y="3447098"/>
                </a:cubicBezTo>
                <a:lnTo>
                  <a:pt x="2267236" y="3447098"/>
                </a:lnTo>
                <a:lnTo>
                  <a:pt x="2267236" y="3440525"/>
                </a:lnTo>
                <a:lnTo>
                  <a:pt x="2262473" y="3440525"/>
                </a:lnTo>
                <a:lnTo>
                  <a:pt x="2262473" y="3447098"/>
                </a:lnTo>
                <a:lnTo>
                  <a:pt x="2260187" y="3447098"/>
                </a:lnTo>
                <a:cubicBezTo>
                  <a:pt x="2256473" y="3447098"/>
                  <a:pt x="2253329" y="3450146"/>
                  <a:pt x="2253329" y="3453955"/>
                </a:cubicBezTo>
                <a:close/>
                <a:moveTo>
                  <a:pt x="2268284" y="3451955"/>
                </a:moveTo>
                <a:cubicBezTo>
                  <a:pt x="2269427" y="3451955"/>
                  <a:pt x="2270379" y="3452908"/>
                  <a:pt x="2270379" y="3454051"/>
                </a:cubicBezTo>
                <a:lnTo>
                  <a:pt x="2270379" y="3462147"/>
                </a:lnTo>
                <a:cubicBezTo>
                  <a:pt x="2270379" y="3463290"/>
                  <a:pt x="2269427" y="3464243"/>
                  <a:pt x="2268284" y="3464243"/>
                </a:cubicBezTo>
                <a:lnTo>
                  <a:pt x="2260187" y="3464243"/>
                </a:lnTo>
                <a:cubicBezTo>
                  <a:pt x="2259044" y="3464243"/>
                  <a:pt x="2258092" y="3463290"/>
                  <a:pt x="2258092" y="3462147"/>
                </a:cubicBezTo>
                <a:lnTo>
                  <a:pt x="2258092" y="3454051"/>
                </a:lnTo>
                <a:cubicBezTo>
                  <a:pt x="2258092" y="3452908"/>
                  <a:pt x="2259044" y="3451955"/>
                  <a:pt x="2260187" y="3451955"/>
                </a:cubicBezTo>
                <a:lnTo>
                  <a:pt x="2268284" y="3451955"/>
                </a:lnTo>
                <a:close/>
                <a:moveTo>
                  <a:pt x="759238" y="1957673"/>
                </a:moveTo>
                <a:lnTo>
                  <a:pt x="732663" y="1921383"/>
                </a:lnTo>
                <a:cubicBezTo>
                  <a:pt x="732187" y="1920812"/>
                  <a:pt x="731520" y="1920431"/>
                  <a:pt x="730758" y="1920431"/>
                </a:cubicBezTo>
                <a:lnTo>
                  <a:pt x="605028" y="1920431"/>
                </a:lnTo>
                <a:cubicBezTo>
                  <a:pt x="604742" y="1919764"/>
                  <a:pt x="604457" y="1919097"/>
                  <a:pt x="603885" y="1918621"/>
                </a:cubicBezTo>
                <a:lnTo>
                  <a:pt x="594741" y="1909477"/>
                </a:lnTo>
                <a:cubicBezTo>
                  <a:pt x="592741" y="1907477"/>
                  <a:pt x="589502" y="1907477"/>
                  <a:pt x="587597" y="1909477"/>
                </a:cubicBezTo>
                <a:lnTo>
                  <a:pt x="578453" y="1918621"/>
                </a:lnTo>
                <a:cubicBezTo>
                  <a:pt x="576453" y="1920621"/>
                  <a:pt x="576453" y="1923860"/>
                  <a:pt x="578453" y="1925765"/>
                </a:cubicBezTo>
                <a:lnTo>
                  <a:pt x="587597" y="1934909"/>
                </a:lnTo>
                <a:cubicBezTo>
                  <a:pt x="588550" y="1935861"/>
                  <a:pt x="589883" y="1936432"/>
                  <a:pt x="591217" y="1936432"/>
                </a:cubicBezTo>
                <a:cubicBezTo>
                  <a:pt x="592550" y="1936432"/>
                  <a:pt x="593789" y="1935956"/>
                  <a:pt x="594836" y="1934909"/>
                </a:cubicBezTo>
                <a:lnTo>
                  <a:pt x="603980" y="1925765"/>
                </a:lnTo>
                <a:cubicBezTo>
                  <a:pt x="603980" y="1925765"/>
                  <a:pt x="604266" y="1925384"/>
                  <a:pt x="604361" y="1925193"/>
                </a:cubicBezTo>
                <a:lnTo>
                  <a:pt x="729710" y="1925193"/>
                </a:lnTo>
                <a:lnTo>
                  <a:pt x="755142" y="1959864"/>
                </a:lnTo>
                <a:lnTo>
                  <a:pt x="755142" y="2037778"/>
                </a:lnTo>
                <a:cubicBezTo>
                  <a:pt x="755142" y="2038255"/>
                  <a:pt x="755333" y="2038731"/>
                  <a:pt x="755523" y="2039112"/>
                </a:cubicBezTo>
                <a:lnTo>
                  <a:pt x="766953" y="2055305"/>
                </a:lnTo>
                <a:lnTo>
                  <a:pt x="766763" y="2151507"/>
                </a:lnTo>
                <a:cubicBezTo>
                  <a:pt x="766763" y="2152174"/>
                  <a:pt x="767048" y="2152745"/>
                  <a:pt x="767525" y="2153222"/>
                </a:cubicBezTo>
                <a:lnTo>
                  <a:pt x="863156" y="2245900"/>
                </a:lnTo>
                <a:cubicBezTo>
                  <a:pt x="863156" y="2245900"/>
                  <a:pt x="864203" y="2246567"/>
                  <a:pt x="864775" y="2246567"/>
                </a:cubicBezTo>
                <a:lnTo>
                  <a:pt x="984409" y="2246567"/>
                </a:lnTo>
                <a:cubicBezTo>
                  <a:pt x="985457" y="2250662"/>
                  <a:pt x="989076" y="2253806"/>
                  <a:pt x="993553" y="2253806"/>
                </a:cubicBezTo>
                <a:cubicBezTo>
                  <a:pt x="998887" y="2253806"/>
                  <a:pt x="1003173" y="2249519"/>
                  <a:pt x="1003173" y="2244185"/>
                </a:cubicBezTo>
                <a:cubicBezTo>
                  <a:pt x="1003173" y="2238851"/>
                  <a:pt x="998887" y="2234565"/>
                  <a:pt x="993553" y="2234565"/>
                </a:cubicBezTo>
                <a:cubicBezTo>
                  <a:pt x="989076" y="2234565"/>
                  <a:pt x="985457" y="2237708"/>
                  <a:pt x="984409" y="2241804"/>
                </a:cubicBezTo>
                <a:lnTo>
                  <a:pt x="865823" y="2241804"/>
                </a:lnTo>
                <a:lnTo>
                  <a:pt x="771620" y="2150459"/>
                </a:lnTo>
                <a:lnTo>
                  <a:pt x="771811" y="2054162"/>
                </a:lnTo>
                <a:cubicBezTo>
                  <a:pt x="771811" y="2053495"/>
                  <a:pt x="771430" y="2052923"/>
                  <a:pt x="771049" y="2052447"/>
                </a:cubicBezTo>
                <a:cubicBezTo>
                  <a:pt x="771049" y="2052447"/>
                  <a:pt x="770954" y="2052352"/>
                  <a:pt x="770858" y="2052257"/>
                </a:cubicBezTo>
                <a:lnTo>
                  <a:pt x="760000" y="2036826"/>
                </a:lnTo>
                <a:lnTo>
                  <a:pt x="760000" y="1958912"/>
                </a:lnTo>
                <a:cubicBezTo>
                  <a:pt x="760000" y="1958435"/>
                  <a:pt x="759809" y="1957959"/>
                  <a:pt x="759524" y="1957483"/>
                </a:cubicBezTo>
                <a:close/>
                <a:moveTo>
                  <a:pt x="590931" y="1931575"/>
                </a:moveTo>
                <a:lnTo>
                  <a:pt x="581787" y="1921955"/>
                </a:lnTo>
                <a:lnTo>
                  <a:pt x="590931" y="1912811"/>
                </a:lnTo>
                <a:cubicBezTo>
                  <a:pt x="590931" y="1912811"/>
                  <a:pt x="591122" y="1912715"/>
                  <a:pt x="591122" y="1912715"/>
                </a:cubicBezTo>
                <a:cubicBezTo>
                  <a:pt x="591122" y="1912715"/>
                  <a:pt x="591312" y="1912715"/>
                  <a:pt x="591312" y="1912715"/>
                </a:cubicBezTo>
                <a:lnTo>
                  <a:pt x="600456" y="1922336"/>
                </a:lnTo>
                <a:lnTo>
                  <a:pt x="590836" y="1931480"/>
                </a:lnTo>
                <a:close/>
                <a:moveTo>
                  <a:pt x="704374" y="2019395"/>
                </a:moveTo>
                <a:lnTo>
                  <a:pt x="711518" y="2019395"/>
                </a:lnTo>
                <a:lnTo>
                  <a:pt x="711518" y="2027873"/>
                </a:lnTo>
                <a:lnTo>
                  <a:pt x="704374" y="2027873"/>
                </a:lnTo>
                <a:lnTo>
                  <a:pt x="704374" y="2019395"/>
                </a:lnTo>
                <a:close/>
                <a:moveTo>
                  <a:pt x="424339" y="2274094"/>
                </a:moveTo>
                <a:cubicBezTo>
                  <a:pt x="422148" y="2272570"/>
                  <a:pt x="419481" y="2271617"/>
                  <a:pt x="416624" y="2271617"/>
                </a:cubicBezTo>
                <a:cubicBezTo>
                  <a:pt x="409194" y="2271617"/>
                  <a:pt x="403193" y="2277618"/>
                  <a:pt x="403193" y="2285048"/>
                </a:cubicBezTo>
                <a:cubicBezTo>
                  <a:pt x="403193" y="2292477"/>
                  <a:pt x="409194" y="2298478"/>
                  <a:pt x="416624" y="2298478"/>
                </a:cubicBezTo>
                <a:cubicBezTo>
                  <a:pt x="424053" y="2298478"/>
                  <a:pt x="430054" y="2292477"/>
                  <a:pt x="430054" y="2285048"/>
                </a:cubicBezTo>
                <a:cubicBezTo>
                  <a:pt x="430054" y="2282190"/>
                  <a:pt x="429197" y="2279618"/>
                  <a:pt x="427673" y="2277428"/>
                </a:cubicBezTo>
                <a:lnTo>
                  <a:pt x="574643" y="2121027"/>
                </a:lnTo>
                <a:lnTo>
                  <a:pt x="574643" y="2033492"/>
                </a:lnTo>
                <a:lnTo>
                  <a:pt x="578644" y="2033492"/>
                </a:lnTo>
                <a:cubicBezTo>
                  <a:pt x="582359" y="2033492"/>
                  <a:pt x="585502" y="2030444"/>
                  <a:pt x="585502" y="2026634"/>
                </a:cubicBezTo>
                <a:lnTo>
                  <a:pt x="585502" y="2013966"/>
                </a:lnTo>
                <a:cubicBezTo>
                  <a:pt x="585502" y="2010251"/>
                  <a:pt x="582454" y="2007108"/>
                  <a:pt x="578644" y="2007108"/>
                </a:cubicBezTo>
                <a:lnTo>
                  <a:pt x="565976" y="2007108"/>
                </a:lnTo>
                <a:cubicBezTo>
                  <a:pt x="562261" y="2007108"/>
                  <a:pt x="559118" y="2010156"/>
                  <a:pt x="559118" y="2013966"/>
                </a:cubicBezTo>
                <a:lnTo>
                  <a:pt x="559118" y="2026634"/>
                </a:lnTo>
                <a:cubicBezTo>
                  <a:pt x="559118" y="2030349"/>
                  <a:pt x="562166" y="2033492"/>
                  <a:pt x="565976" y="2033492"/>
                </a:cubicBezTo>
                <a:lnTo>
                  <a:pt x="569976" y="2033492"/>
                </a:lnTo>
                <a:lnTo>
                  <a:pt x="569976" y="2119122"/>
                </a:lnTo>
                <a:lnTo>
                  <a:pt x="424339" y="2273999"/>
                </a:lnTo>
                <a:close/>
                <a:moveTo>
                  <a:pt x="416624" y="2293811"/>
                </a:moveTo>
                <a:cubicBezTo>
                  <a:pt x="411861" y="2293811"/>
                  <a:pt x="407956" y="2289905"/>
                  <a:pt x="407956" y="2285143"/>
                </a:cubicBezTo>
                <a:cubicBezTo>
                  <a:pt x="407956" y="2280380"/>
                  <a:pt x="411861" y="2276475"/>
                  <a:pt x="416624" y="2276475"/>
                </a:cubicBezTo>
                <a:cubicBezTo>
                  <a:pt x="421386" y="2276475"/>
                  <a:pt x="425291" y="2280380"/>
                  <a:pt x="425291" y="2285143"/>
                </a:cubicBezTo>
                <a:cubicBezTo>
                  <a:pt x="425291" y="2289905"/>
                  <a:pt x="421386" y="2293811"/>
                  <a:pt x="416624" y="2293811"/>
                </a:cubicBezTo>
                <a:close/>
                <a:moveTo>
                  <a:pt x="565976" y="2028825"/>
                </a:moveTo>
                <a:cubicBezTo>
                  <a:pt x="564833" y="2028825"/>
                  <a:pt x="563880" y="2027873"/>
                  <a:pt x="563880" y="2026730"/>
                </a:cubicBezTo>
                <a:lnTo>
                  <a:pt x="563880" y="2014061"/>
                </a:lnTo>
                <a:cubicBezTo>
                  <a:pt x="563880" y="2012918"/>
                  <a:pt x="564833" y="2011966"/>
                  <a:pt x="565976" y="2011966"/>
                </a:cubicBezTo>
                <a:lnTo>
                  <a:pt x="578644" y="2011966"/>
                </a:lnTo>
                <a:cubicBezTo>
                  <a:pt x="579787" y="2011966"/>
                  <a:pt x="580739" y="2012918"/>
                  <a:pt x="580739" y="2014061"/>
                </a:cubicBezTo>
                <a:lnTo>
                  <a:pt x="580739" y="2026730"/>
                </a:lnTo>
                <a:cubicBezTo>
                  <a:pt x="580739" y="2027873"/>
                  <a:pt x="579787" y="2028825"/>
                  <a:pt x="578644" y="2028825"/>
                </a:cubicBezTo>
                <a:lnTo>
                  <a:pt x="565976" y="2028825"/>
                </a:lnTo>
                <a:close/>
                <a:moveTo>
                  <a:pt x="2604992" y="4054888"/>
                </a:moveTo>
                <a:lnTo>
                  <a:pt x="2614898" y="4054888"/>
                </a:lnTo>
                <a:cubicBezTo>
                  <a:pt x="2618327" y="4054888"/>
                  <a:pt x="2621185" y="4052126"/>
                  <a:pt x="2621185" y="4048601"/>
                </a:cubicBezTo>
                <a:lnTo>
                  <a:pt x="2621185" y="4038695"/>
                </a:lnTo>
                <a:cubicBezTo>
                  <a:pt x="2621185" y="4035267"/>
                  <a:pt x="2618423" y="4032409"/>
                  <a:pt x="2614898" y="4032409"/>
                </a:cubicBezTo>
                <a:lnTo>
                  <a:pt x="2604992" y="4032409"/>
                </a:lnTo>
                <a:cubicBezTo>
                  <a:pt x="2604326" y="4032409"/>
                  <a:pt x="2603849" y="4032599"/>
                  <a:pt x="2603278" y="4032790"/>
                </a:cubicBezTo>
                <a:lnTo>
                  <a:pt x="2562511" y="3995928"/>
                </a:lnTo>
                <a:lnTo>
                  <a:pt x="2509457" y="3996500"/>
                </a:lnTo>
                <a:lnTo>
                  <a:pt x="2509457" y="3989927"/>
                </a:lnTo>
                <a:lnTo>
                  <a:pt x="2548604" y="3989070"/>
                </a:lnTo>
                <a:cubicBezTo>
                  <a:pt x="2549557" y="3989070"/>
                  <a:pt x="2550414" y="3988403"/>
                  <a:pt x="2550795" y="3987546"/>
                </a:cubicBezTo>
                <a:cubicBezTo>
                  <a:pt x="2551176" y="3986689"/>
                  <a:pt x="2550890" y="3985641"/>
                  <a:pt x="2550224" y="3984974"/>
                </a:cubicBezTo>
                <a:lnTo>
                  <a:pt x="2487549" y="3925253"/>
                </a:lnTo>
                <a:cubicBezTo>
                  <a:pt x="2487549" y="3925253"/>
                  <a:pt x="2486501" y="3924586"/>
                  <a:pt x="2485930" y="3924586"/>
                </a:cubicBezTo>
                <a:lnTo>
                  <a:pt x="2412968" y="3923824"/>
                </a:lnTo>
                <a:cubicBezTo>
                  <a:pt x="2411825" y="3919157"/>
                  <a:pt x="2407825" y="3915632"/>
                  <a:pt x="2402872" y="3915632"/>
                </a:cubicBezTo>
                <a:cubicBezTo>
                  <a:pt x="2397062" y="3915632"/>
                  <a:pt x="2392299" y="3920395"/>
                  <a:pt x="2392299" y="3926205"/>
                </a:cubicBezTo>
                <a:cubicBezTo>
                  <a:pt x="2392299" y="3932015"/>
                  <a:pt x="2397062" y="3936778"/>
                  <a:pt x="2402872" y="3936778"/>
                </a:cubicBezTo>
                <a:cubicBezTo>
                  <a:pt x="2407825" y="3936778"/>
                  <a:pt x="2411825" y="3933254"/>
                  <a:pt x="2412968" y="3928586"/>
                </a:cubicBezTo>
                <a:lnTo>
                  <a:pt x="2484882" y="3929348"/>
                </a:lnTo>
                <a:lnTo>
                  <a:pt x="2542699" y="3984498"/>
                </a:lnTo>
                <a:lnTo>
                  <a:pt x="2509457" y="3985260"/>
                </a:lnTo>
                <a:lnTo>
                  <a:pt x="2509457" y="3983831"/>
                </a:lnTo>
                <a:cubicBezTo>
                  <a:pt x="2509457" y="3980974"/>
                  <a:pt x="2507171" y="3978688"/>
                  <a:pt x="2504313" y="3978688"/>
                </a:cubicBezTo>
                <a:lnTo>
                  <a:pt x="2497836" y="3978688"/>
                </a:lnTo>
                <a:cubicBezTo>
                  <a:pt x="2495264" y="3978688"/>
                  <a:pt x="2493169" y="3980688"/>
                  <a:pt x="2492788" y="3983165"/>
                </a:cubicBezTo>
                <a:lnTo>
                  <a:pt x="2398776" y="3983165"/>
                </a:lnTo>
                <a:lnTo>
                  <a:pt x="2370773" y="3961448"/>
                </a:lnTo>
                <a:cubicBezTo>
                  <a:pt x="2371916" y="3959447"/>
                  <a:pt x="2372678" y="3957161"/>
                  <a:pt x="2372678" y="3954685"/>
                </a:cubicBezTo>
                <a:cubicBezTo>
                  <a:pt x="2372678" y="3947255"/>
                  <a:pt x="2366677" y="3941255"/>
                  <a:pt x="2359247" y="3941255"/>
                </a:cubicBezTo>
                <a:cubicBezTo>
                  <a:pt x="2351818" y="3941255"/>
                  <a:pt x="2345817" y="3947255"/>
                  <a:pt x="2345817" y="3954685"/>
                </a:cubicBezTo>
                <a:cubicBezTo>
                  <a:pt x="2345817" y="3962114"/>
                  <a:pt x="2351818" y="3968115"/>
                  <a:pt x="2359247" y="3968115"/>
                </a:cubicBezTo>
                <a:cubicBezTo>
                  <a:pt x="2362486" y="3968115"/>
                  <a:pt x="2365343" y="3966972"/>
                  <a:pt x="2367725" y="3965067"/>
                </a:cubicBezTo>
                <a:lnTo>
                  <a:pt x="2397157" y="3987927"/>
                </a:lnTo>
                <a:lnTo>
                  <a:pt x="2492693" y="3987927"/>
                </a:lnTo>
                <a:lnTo>
                  <a:pt x="2492693" y="3996309"/>
                </a:lnTo>
                <a:lnTo>
                  <a:pt x="2396585" y="3996309"/>
                </a:lnTo>
                <a:lnTo>
                  <a:pt x="2376964" y="4013263"/>
                </a:lnTo>
                <a:cubicBezTo>
                  <a:pt x="2374964" y="4012121"/>
                  <a:pt x="2372773" y="4011454"/>
                  <a:pt x="2370392" y="4011454"/>
                </a:cubicBezTo>
                <a:cubicBezTo>
                  <a:pt x="2362962" y="4011454"/>
                  <a:pt x="2356961" y="4017455"/>
                  <a:pt x="2356961" y="4024884"/>
                </a:cubicBezTo>
                <a:cubicBezTo>
                  <a:pt x="2356961" y="4032313"/>
                  <a:pt x="2362962" y="4038314"/>
                  <a:pt x="2370392" y="4038314"/>
                </a:cubicBezTo>
                <a:cubicBezTo>
                  <a:pt x="2377821" y="4038314"/>
                  <a:pt x="2383822" y="4032313"/>
                  <a:pt x="2383822" y="4024884"/>
                </a:cubicBezTo>
                <a:cubicBezTo>
                  <a:pt x="2383822" y="4023360"/>
                  <a:pt x="2383536" y="4021931"/>
                  <a:pt x="2383060" y="4020598"/>
                </a:cubicBezTo>
                <a:lnTo>
                  <a:pt x="2400110" y="4005834"/>
                </a:lnTo>
                <a:lnTo>
                  <a:pt x="2492978" y="4005834"/>
                </a:lnTo>
                <a:cubicBezTo>
                  <a:pt x="2493645" y="4007930"/>
                  <a:pt x="2495550" y="4009454"/>
                  <a:pt x="2497836" y="4009454"/>
                </a:cubicBezTo>
                <a:lnTo>
                  <a:pt x="2504313" y="4009454"/>
                </a:lnTo>
                <a:cubicBezTo>
                  <a:pt x="2507171" y="4009454"/>
                  <a:pt x="2509457" y="4007168"/>
                  <a:pt x="2509457" y="4004310"/>
                </a:cubicBezTo>
                <a:lnTo>
                  <a:pt x="2509457" y="4001357"/>
                </a:lnTo>
                <a:lnTo>
                  <a:pt x="2560701" y="4000786"/>
                </a:lnTo>
                <a:lnTo>
                  <a:pt x="2599563" y="4035838"/>
                </a:lnTo>
                <a:cubicBezTo>
                  <a:pt x="2599087" y="4036695"/>
                  <a:pt x="2598801" y="4037648"/>
                  <a:pt x="2598801" y="4038695"/>
                </a:cubicBezTo>
                <a:lnTo>
                  <a:pt x="2598801" y="4041267"/>
                </a:lnTo>
                <a:lnTo>
                  <a:pt x="2409254" y="4041267"/>
                </a:lnTo>
                <a:lnTo>
                  <a:pt x="2393442" y="4062603"/>
                </a:lnTo>
                <a:lnTo>
                  <a:pt x="2324767" y="4062603"/>
                </a:lnTo>
                <a:cubicBezTo>
                  <a:pt x="2323624" y="4057745"/>
                  <a:pt x="2319338" y="4053840"/>
                  <a:pt x="2314004" y="4053840"/>
                </a:cubicBezTo>
                <a:cubicBezTo>
                  <a:pt x="2307812" y="4053840"/>
                  <a:pt x="2302764" y="4058888"/>
                  <a:pt x="2302764" y="4065080"/>
                </a:cubicBezTo>
                <a:cubicBezTo>
                  <a:pt x="2302764" y="4071271"/>
                  <a:pt x="2307812" y="4076319"/>
                  <a:pt x="2314004" y="4076319"/>
                </a:cubicBezTo>
                <a:cubicBezTo>
                  <a:pt x="2319338" y="4076319"/>
                  <a:pt x="2323624" y="4072509"/>
                  <a:pt x="2324767" y="4067461"/>
                </a:cubicBezTo>
                <a:lnTo>
                  <a:pt x="2395919" y="4067461"/>
                </a:lnTo>
                <a:cubicBezTo>
                  <a:pt x="2395919" y="4067461"/>
                  <a:pt x="2411730" y="4046030"/>
                  <a:pt x="2411730" y="4046030"/>
                </a:cubicBezTo>
                <a:lnTo>
                  <a:pt x="2598801" y="4046030"/>
                </a:lnTo>
                <a:lnTo>
                  <a:pt x="2598801" y="4048601"/>
                </a:lnTo>
                <a:cubicBezTo>
                  <a:pt x="2598801" y="4052030"/>
                  <a:pt x="2601563" y="4054888"/>
                  <a:pt x="2605088" y="4054888"/>
                </a:cubicBezTo>
                <a:close/>
                <a:moveTo>
                  <a:pt x="2603563" y="4038695"/>
                </a:moveTo>
                <a:cubicBezTo>
                  <a:pt x="2603563" y="4037838"/>
                  <a:pt x="2604230" y="4037171"/>
                  <a:pt x="2605088" y="4037171"/>
                </a:cubicBezTo>
                <a:lnTo>
                  <a:pt x="2614994" y="4037171"/>
                </a:lnTo>
                <a:cubicBezTo>
                  <a:pt x="2615851" y="4037171"/>
                  <a:pt x="2616518" y="4037838"/>
                  <a:pt x="2616518" y="4038695"/>
                </a:cubicBezTo>
                <a:lnTo>
                  <a:pt x="2616518" y="4048601"/>
                </a:lnTo>
                <a:cubicBezTo>
                  <a:pt x="2616518" y="4049459"/>
                  <a:pt x="2615851" y="4050125"/>
                  <a:pt x="2614994" y="4050125"/>
                </a:cubicBezTo>
                <a:lnTo>
                  <a:pt x="2605088" y="4050125"/>
                </a:lnTo>
                <a:cubicBezTo>
                  <a:pt x="2604230" y="4050125"/>
                  <a:pt x="2603563" y="4049459"/>
                  <a:pt x="2603563" y="4048601"/>
                </a:cubicBezTo>
                <a:lnTo>
                  <a:pt x="2603563" y="4038695"/>
                </a:lnTo>
                <a:close/>
                <a:moveTo>
                  <a:pt x="2402872" y="3932015"/>
                </a:moveTo>
                <a:cubicBezTo>
                  <a:pt x="2399633" y="3932015"/>
                  <a:pt x="2397062" y="3929444"/>
                  <a:pt x="2397062" y="3926205"/>
                </a:cubicBezTo>
                <a:cubicBezTo>
                  <a:pt x="2397062" y="3922967"/>
                  <a:pt x="2399633" y="3920395"/>
                  <a:pt x="2402872" y="3920395"/>
                </a:cubicBezTo>
                <a:cubicBezTo>
                  <a:pt x="2406110" y="3920395"/>
                  <a:pt x="2408682" y="3922967"/>
                  <a:pt x="2408682" y="3926205"/>
                </a:cubicBezTo>
                <a:cubicBezTo>
                  <a:pt x="2408682" y="3929444"/>
                  <a:pt x="2406110" y="3932015"/>
                  <a:pt x="2402872" y="3932015"/>
                </a:cubicBezTo>
                <a:close/>
                <a:moveTo>
                  <a:pt x="2359247" y="3963353"/>
                </a:moveTo>
                <a:cubicBezTo>
                  <a:pt x="2354485" y="3963353"/>
                  <a:pt x="2350580" y="3959447"/>
                  <a:pt x="2350580" y="3954685"/>
                </a:cubicBezTo>
                <a:cubicBezTo>
                  <a:pt x="2350580" y="3949922"/>
                  <a:pt x="2354485" y="3946017"/>
                  <a:pt x="2359247" y="3946017"/>
                </a:cubicBezTo>
                <a:cubicBezTo>
                  <a:pt x="2364010" y="3946017"/>
                  <a:pt x="2367915" y="3949922"/>
                  <a:pt x="2367915" y="3954685"/>
                </a:cubicBezTo>
                <a:cubicBezTo>
                  <a:pt x="2367915" y="3959447"/>
                  <a:pt x="2364010" y="3963353"/>
                  <a:pt x="2359247" y="3963353"/>
                </a:cubicBezTo>
                <a:close/>
                <a:moveTo>
                  <a:pt x="2370296" y="4033647"/>
                </a:moveTo>
                <a:cubicBezTo>
                  <a:pt x="2365534" y="4033647"/>
                  <a:pt x="2361629" y="4029742"/>
                  <a:pt x="2361629" y="4024979"/>
                </a:cubicBezTo>
                <a:cubicBezTo>
                  <a:pt x="2361629" y="4020217"/>
                  <a:pt x="2365534" y="4016312"/>
                  <a:pt x="2370296" y="4016312"/>
                </a:cubicBezTo>
                <a:cubicBezTo>
                  <a:pt x="2375059" y="4016312"/>
                  <a:pt x="2378964" y="4020217"/>
                  <a:pt x="2378964" y="4024979"/>
                </a:cubicBezTo>
                <a:cubicBezTo>
                  <a:pt x="2378964" y="4029742"/>
                  <a:pt x="2375059" y="4033647"/>
                  <a:pt x="2370296" y="4033647"/>
                </a:cubicBezTo>
                <a:close/>
                <a:moveTo>
                  <a:pt x="2506980" y="4004215"/>
                </a:moveTo>
                <a:cubicBezTo>
                  <a:pt x="2506980" y="4005644"/>
                  <a:pt x="2505742" y="4006882"/>
                  <a:pt x="2504313" y="4006882"/>
                </a:cubicBezTo>
                <a:lnTo>
                  <a:pt x="2497836" y="4006882"/>
                </a:lnTo>
                <a:cubicBezTo>
                  <a:pt x="2496407" y="4006882"/>
                  <a:pt x="2495169" y="4005644"/>
                  <a:pt x="2495169" y="4004215"/>
                </a:cubicBezTo>
                <a:lnTo>
                  <a:pt x="2495169" y="4004215"/>
                </a:lnTo>
                <a:cubicBezTo>
                  <a:pt x="2495169" y="4004215"/>
                  <a:pt x="2506980" y="4004120"/>
                  <a:pt x="2506980" y="4004120"/>
                </a:cubicBezTo>
                <a:lnTo>
                  <a:pt x="2506980" y="4004120"/>
                </a:lnTo>
                <a:close/>
                <a:moveTo>
                  <a:pt x="2506980" y="4001643"/>
                </a:moveTo>
                <a:lnTo>
                  <a:pt x="2495169" y="4001643"/>
                </a:lnTo>
                <a:lnTo>
                  <a:pt x="2495169" y="3998881"/>
                </a:lnTo>
                <a:lnTo>
                  <a:pt x="2506980" y="3998881"/>
                </a:lnTo>
                <a:lnTo>
                  <a:pt x="2506980" y="4001643"/>
                </a:lnTo>
                <a:close/>
                <a:moveTo>
                  <a:pt x="2506980" y="3997357"/>
                </a:moveTo>
                <a:lnTo>
                  <a:pt x="2495169" y="3997357"/>
                </a:lnTo>
                <a:lnTo>
                  <a:pt x="2495169" y="3987642"/>
                </a:lnTo>
                <a:lnTo>
                  <a:pt x="2506980" y="3987642"/>
                </a:lnTo>
                <a:lnTo>
                  <a:pt x="2506980" y="3997357"/>
                </a:lnTo>
                <a:close/>
                <a:moveTo>
                  <a:pt x="2506980" y="3984498"/>
                </a:moveTo>
                <a:lnTo>
                  <a:pt x="2495169" y="3984498"/>
                </a:lnTo>
                <a:lnTo>
                  <a:pt x="2495169" y="3983831"/>
                </a:lnTo>
                <a:cubicBezTo>
                  <a:pt x="2495169" y="3982403"/>
                  <a:pt x="2496312" y="3981164"/>
                  <a:pt x="2497836" y="3981164"/>
                </a:cubicBezTo>
                <a:lnTo>
                  <a:pt x="2504313" y="3981164"/>
                </a:lnTo>
                <a:cubicBezTo>
                  <a:pt x="2505742" y="3981164"/>
                  <a:pt x="2506980" y="3982403"/>
                  <a:pt x="2506980" y="3983831"/>
                </a:cubicBezTo>
                <a:lnTo>
                  <a:pt x="2506980" y="3984498"/>
                </a:lnTo>
                <a:close/>
                <a:moveTo>
                  <a:pt x="2314004" y="4071652"/>
                </a:moveTo>
                <a:cubicBezTo>
                  <a:pt x="2310384" y="4071652"/>
                  <a:pt x="2307527" y="4068699"/>
                  <a:pt x="2307527" y="4065175"/>
                </a:cubicBezTo>
                <a:cubicBezTo>
                  <a:pt x="2307527" y="4061651"/>
                  <a:pt x="2310479" y="4058698"/>
                  <a:pt x="2314004" y="4058698"/>
                </a:cubicBezTo>
                <a:cubicBezTo>
                  <a:pt x="2317528" y="4058698"/>
                  <a:pt x="2320481" y="4061651"/>
                  <a:pt x="2320481" y="4065175"/>
                </a:cubicBezTo>
                <a:cubicBezTo>
                  <a:pt x="2320481" y="4068699"/>
                  <a:pt x="2317528" y="4071652"/>
                  <a:pt x="2314004" y="4071652"/>
                </a:cubicBezTo>
                <a:close/>
                <a:moveTo>
                  <a:pt x="116681" y="2775395"/>
                </a:moveTo>
                <a:cubicBezTo>
                  <a:pt x="118110" y="2768537"/>
                  <a:pt x="124778" y="2764060"/>
                  <a:pt x="131731" y="2765393"/>
                </a:cubicBezTo>
                <a:cubicBezTo>
                  <a:pt x="138589" y="2766822"/>
                  <a:pt x="143066" y="2773490"/>
                  <a:pt x="141732" y="2780443"/>
                </a:cubicBezTo>
                <a:cubicBezTo>
                  <a:pt x="140399" y="2787396"/>
                  <a:pt x="133636" y="2791778"/>
                  <a:pt x="126683" y="2790444"/>
                </a:cubicBezTo>
                <a:cubicBezTo>
                  <a:pt x="119729" y="2789111"/>
                  <a:pt x="115348" y="2782348"/>
                  <a:pt x="116681" y="2775395"/>
                </a:cubicBezTo>
                <a:close/>
                <a:moveTo>
                  <a:pt x="2385917" y="3214021"/>
                </a:moveTo>
                <a:cubicBezTo>
                  <a:pt x="2383155" y="3214592"/>
                  <a:pt x="2380774" y="3216307"/>
                  <a:pt x="2379250" y="3218688"/>
                </a:cubicBezTo>
                <a:cubicBezTo>
                  <a:pt x="2377726" y="3221069"/>
                  <a:pt x="2377250" y="3223927"/>
                  <a:pt x="2377821" y="3226689"/>
                </a:cubicBezTo>
                <a:cubicBezTo>
                  <a:pt x="2378964" y="3231642"/>
                  <a:pt x="2383346" y="3234976"/>
                  <a:pt x="2388203" y="3234976"/>
                </a:cubicBezTo>
                <a:cubicBezTo>
                  <a:pt x="2388965" y="3234976"/>
                  <a:pt x="2389727" y="3234976"/>
                  <a:pt x="2390489" y="3234690"/>
                </a:cubicBezTo>
                <a:cubicBezTo>
                  <a:pt x="2393252" y="3234023"/>
                  <a:pt x="2395633" y="3232404"/>
                  <a:pt x="2397157" y="3230023"/>
                </a:cubicBezTo>
                <a:cubicBezTo>
                  <a:pt x="2398681" y="3227642"/>
                  <a:pt x="2399157" y="3224784"/>
                  <a:pt x="2398586" y="3222022"/>
                </a:cubicBezTo>
                <a:cubicBezTo>
                  <a:pt x="2398205" y="3220307"/>
                  <a:pt x="2397347" y="3218879"/>
                  <a:pt x="2396204" y="3217545"/>
                </a:cubicBezTo>
                <a:cubicBezTo>
                  <a:pt x="2398205" y="3215735"/>
                  <a:pt x="2417540" y="3199257"/>
                  <a:pt x="2430971" y="3187922"/>
                </a:cubicBezTo>
                <a:lnTo>
                  <a:pt x="2491550" y="3187542"/>
                </a:lnTo>
                <a:lnTo>
                  <a:pt x="2507171" y="3199067"/>
                </a:lnTo>
                <a:lnTo>
                  <a:pt x="2578703" y="3198876"/>
                </a:lnTo>
                <a:lnTo>
                  <a:pt x="2654999" y="3128010"/>
                </a:lnTo>
                <a:lnTo>
                  <a:pt x="2674239" y="3128010"/>
                </a:lnTo>
                <a:cubicBezTo>
                  <a:pt x="2674239" y="3128010"/>
                  <a:pt x="2674239" y="3131915"/>
                  <a:pt x="2674239" y="3131915"/>
                </a:cubicBezTo>
                <a:cubicBezTo>
                  <a:pt x="2674239" y="3135630"/>
                  <a:pt x="2677287" y="3138678"/>
                  <a:pt x="2681097" y="3138678"/>
                </a:cubicBezTo>
                <a:lnTo>
                  <a:pt x="2693765" y="3138678"/>
                </a:lnTo>
                <a:cubicBezTo>
                  <a:pt x="2697480" y="3138678"/>
                  <a:pt x="2700623" y="3135630"/>
                  <a:pt x="2700623" y="3131915"/>
                </a:cubicBezTo>
                <a:lnTo>
                  <a:pt x="2700623" y="3119247"/>
                </a:lnTo>
                <a:cubicBezTo>
                  <a:pt x="2700623" y="3115532"/>
                  <a:pt x="2697575" y="3112484"/>
                  <a:pt x="2693765" y="3112484"/>
                </a:cubicBezTo>
                <a:lnTo>
                  <a:pt x="2681097" y="3112484"/>
                </a:lnTo>
                <a:cubicBezTo>
                  <a:pt x="2677382" y="3112484"/>
                  <a:pt x="2674239" y="3115532"/>
                  <a:pt x="2674239" y="3119247"/>
                </a:cubicBezTo>
                <a:lnTo>
                  <a:pt x="2674239" y="3123248"/>
                </a:lnTo>
                <a:lnTo>
                  <a:pt x="2653189" y="3123248"/>
                </a:lnTo>
                <a:cubicBezTo>
                  <a:pt x="2653189" y="3123248"/>
                  <a:pt x="2576894" y="3194209"/>
                  <a:pt x="2576894" y="3194209"/>
                </a:cubicBezTo>
                <a:lnTo>
                  <a:pt x="2508790" y="3194399"/>
                </a:lnTo>
                <a:lnTo>
                  <a:pt x="2493074" y="3182779"/>
                </a:lnTo>
                <a:lnTo>
                  <a:pt x="2429256" y="3183160"/>
                </a:lnTo>
                <a:lnTo>
                  <a:pt x="2428589" y="3183731"/>
                </a:lnTo>
                <a:cubicBezTo>
                  <a:pt x="2418112" y="3192590"/>
                  <a:pt x="2393442" y="3213449"/>
                  <a:pt x="2392585" y="3214497"/>
                </a:cubicBezTo>
                <a:lnTo>
                  <a:pt x="2393156" y="3214973"/>
                </a:lnTo>
                <a:cubicBezTo>
                  <a:pt x="2390966" y="3213830"/>
                  <a:pt x="2388489" y="3213354"/>
                  <a:pt x="2386013" y="3213926"/>
                </a:cubicBezTo>
                <a:close/>
                <a:moveTo>
                  <a:pt x="2679002" y="3119342"/>
                </a:moveTo>
                <a:cubicBezTo>
                  <a:pt x="2679002" y="3118199"/>
                  <a:pt x="2679954" y="3117342"/>
                  <a:pt x="2681097" y="3117342"/>
                </a:cubicBezTo>
                <a:lnTo>
                  <a:pt x="2693765" y="3117342"/>
                </a:lnTo>
                <a:cubicBezTo>
                  <a:pt x="2694909" y="3117342"/>
                  <a:pt x="2695861" y="3118295"/>
                  <a:pt x="2695861" y="3119342"/>
                </a:cubicBezTo>
                <a:lnTo>
                  <a:pt x="2695861" y="3132011"/>
                </a:lnTo>
                <a:cubicBezTo>
                  <a:pt x="2695861" y="3133154"/>
                  <a:pt x="2694909" y="3134011"/>
                  <a:pt x="2693765" y="3134011"/>
                </a:cubicBezTo>
                <a:lnTo>
                  <a:pt x="2681097" y="3134011"/>
                </a:lnTo>
                <a:cubicBezTo>
                  <a:pt x="2679954" y="3134011"/>
                  <a:pt x="2679002" y="3133059"/>
                  <a:pt x="2679002" y="3132011"/>
                </a:cubicBezTo>
                <a:lnTo>
                  <a:pt x="2679002" y="3119342"/>
                </a:lnTo>
                <a:close/>
                <a:moveTo>
                  <a:pt x="2394014" y="3223165"/>
                </a:moveTo>
                <a:cubicBezTo>
                  <a:pt x="2394395" y="3224689"/>
                  <a:pt x="2394014" y="3226308"/>
                  <a:pt x="2393252" y="3227546"/>
                </a:cubicBezTo>
                <a:cubicBezTo>
                  <a:pt x="2392394" y="3228880"/>
                  <a:pt x="2391061" y="3229737"/>
                  <a:pt x="2389537" y="3230118"/>
                </a:cubicBezTo>
                <a:cubicBezTo>
                  <a:pt x="2386394" y="3230880"/>
                  <a:pt x="2383250" y="3228880"/>
                  <a:pt x="2382584" y="3225642"/>
                </a:cubicBezTo>
                <a:cubicBezTo>
                  <a:pt x="2382203" y="3224117"/>
                  <a:pt x="2382584" y="3222498"/>
                  <a:pt x="2383346" y="3221260"/>
                </a:cubicBezTo>
                <a:cubicBezTo>
                  <a:pt x="2384203" y="3219926"/>
                  <a:pt x="2385441" y="3219069"/>
                  <a:pt x="2387060" y="3218688"/>
                </a:cubicBezTo>
                <a:cubicBezTo>
                  <a:pt x="2387441" y="3218593"/>
                  <a:pt x="2387918" y="3218498"/>
                  <a:pt x="2388394" y="3218498"/>
                </a:cubicBezTo>
                <a:cubicBezTo>
                  <a:pt x="2389537" y="3218498"/>
                  <a:pt x="2390585" y="3218784"/>
                  <a:pt x="2391537" y="3219450"/>
                </a:cubicBezTo>
                <a:cubicBezTo>
                  <a:pt x="2392871" y="3220307"/>
                  <a:pt x="2393728" y="3221641"/>
                  <a:pt x="2394109" y="3223165"/>
                </a:cubicBezTo>
                <a:close/>
                <a:moveTo>
                  <a:pt x="2351246" y="3237452"/>
                </a:moveTo>
                <a:lnTo>
                  <a:pt x="2343150" y="3237452"/>
                </a:lnTo>
                <a:cubicBezTo>
                  <a:pt x="2339435" y="3237452"/>
                  <a:pt x="2336292" y="3240500"/>
                  <a:pt x="2336292" y="3244215"/>
                </a:cubicBezTo>
                <a:lnTo>
                  <a:pt x="2336292" y="3252311"/>
                </a:lnTo>
                <a:cubicBezTo>
                  <a:pt x="2336292" y="3256026"/>
                  <a:pt x="2339340" y="3259169"/>
                  <a:pt x="2343150" y="3259169"/>
                </a:cubicBezTo>
                <a:lnTo>
                  <a:pt x="2351246" y="3259169"/>
                </a:lnTo>
                <a:cubicBezTo>
                  <a:pt x="2354961" y="3259169"/>
                  <a:pt x="2358104" y="3256121"/>
                  <a:pt x="2358104" y="3252311"/>
                </a:cubicBezTo>
                <a:lnTo>
                  <a:pt x="2358104" y="3249740"/>
                </a:lnTo>
                <a:lnTo>
                  <a:pt x="2377345" y="3249740"/>
                </a:lnTo>
                <a:cubicBezTo>
                  <a:pt x="2377345" y="3249740"/>
                  <a:pt x="2453640" y="3320701"/>
                  <a:pt x="2453640" y="3320701"/>
                </a:cubicBezTo>
                <a:lnTo>
                  <a:pt x="2509457" y="3320701"/>
                </a:lnTo>
                <a:cubicBezTo>
                  <a:pt x="2510123" y="3323463"/>
                  <a:pt x="2511743" y="3325844"/>
                  <a:pt x="2514124" y="3327368"/>
                </a:cubicBezTo>
                <a:cubicBezTo>
                  <a:pt x="2515838" y="3328511"/>
                  <a:pt x="2517838" y="3328988"/>
                  <a:pt x="2519839" y="3328988"/>
                </a:cubicBezTo>
                <a:cubicBezTo>
                  <a:pt x="2520601" y="3328988"/>
                  <a:pt x="2521363" y="3328988"/>
                  <a:pt x="2522220" y="3328702"/>
                </a:cubicBezTo>
                <a:cubicBezTo>
                  <a:pt x="2524982" y="3328035"/>
                  <a:pt x="2527363" y="3326416"/>
                  <a:pt x="2528888" y="3324035"/>
                </a:cubicBezTo>
                <a:cubicBezTo>
                  <a:pt x="2530412" y="3321653"/>
                  <a:pt x="2530888" y="3318796"/>
                  <a:pt x="2530317" y="3316034"/>
                </a:cubicBezTo>
                <a:cubicBezTo>
                  <a:pt x="2529650" y="3313271"/>
                  <a:pt x="2528030" y="3310890"/>
                  <a:pt x="2525649" y="3309366"/>
                </a:cubicBezTo>
                <a:cubicBezTo>
                  <a:pt x="2523268" y="3307842"/>
                  <a:pt x="2520410" y="3307366"/>
                  <a:pt x="2517648" y="3307937"/>
                </a:cubicBezTo>
                <a:cubicBezTo>
                  <a:pt x="2514886" y="3308604"/>
                  <a:pt x="2512505" y="3310223"/>
                  <a:pt x="2510980" y="3312605"/>
                </a:cubicBezTo>
                <a:cubicBezTo>
                  <a:pt x="2510314" y="3313652"/>
                  <a:pt x="2509933" y="3314795"/>
                  <a:pt x="2509742" y="3315938"/>
                </a:cubicBezTo>
                <a:lnTo>
                  <a:pt x="2455736" y="3315938"/>
                </a:lnTo>
                <a:cubicBezTo>
                  <a:pt x="2455736" y="3315938"/>
                  <a:pt x="2379440" y="3244977"/>
                  <a:pt x="2379440" y="3244977"/>
                </a:cubicBezTo>
                <a:lnTo>
                  <a:pt x="2358390" y="3244977"/>
                </a:lnTo>
                <a:lnTo>
                  <a:pt x="2358390" y="3244120"/>
                </a:lnTo>
                <a:cubicBezTo>
                  <a:pt x="2358390" y="3240405"/>
                  <a:pt x="2355342" y="3237357"/>
                  <a:pt x="2351532" y="3237357"/>
                </a:cubicBezTo>
                <a:close/>
                <a:moveTo>
                  <a:pt x="2353342" y="3252311"/>
                </a:moveTo>
                <a:cubicBezTo>
                  <a:pt x="2353342" y="3253454"/>
                  <a:pt x="2352389" y="3254407"/>
                  <a:pt x="2351246" y="3254407"/>
                </a:cubicBezTo>
                <a:lnTo>
                  <a:pt x="2343150" y="3254407"/>
                </a:lnTo>
                <a:cubicBezTo>
                  <a:pt x="2342007" y="3254407"/>
                  <a:pt x="2341055" y="3253454"/>
                  <a:pt x="2341055" y="3252311"/>
                </a:cubicBezTo>
                <a:lnTo>
                  <a:pt x="2341055" y="3244215"/>
                </a:lnTo>
                <a:cubicBezTo>
                  <a:pt x="2341055" y="3243072"/>
                  <a:pt x="2342007" y="3242215"/>
                  <a:pt x="2343150" y="3242215"/>
                </a:cubicBezTo>
                <a:lnTo>
                  <a:pt x="2351246" y="3242215"/>
                </a:lnTo>
                <a:cubicBezTo>
                  <a:pt x="2352389" y="3242215"/>
                  <a:pt x="2353342" y="3243167"/>
                  <a:pt x="2353342" y="3244215"/>
                </a:cubicBezTo>
                <a:lnTo>
                  <a:pt x="2353342" y="3252311"/>
                </a:lnTo>
                <a:close/>
                <a:moveTo>
                  <a:pt x="2514791" y="3315272"/>
                </a:moveTo>
                <a:cubicBezTo>
                  <a:pt x="2515648" y="3313938"/>
                  <a:pt x="2516981" y="3313081"/>
                  <a:pt x="2518505" y="3312700"/>
                </a:cubicBezTo>
                <a:cubicBezTo>
                  <a:pt x="2518886" y="3312605"/>
                  <a:pt x="2519363" y="3312509"/>
                  <a:pt x="2519839" y="3312509"/>
                </a:cubicBezTo>
                <a:cubicBezTo>
                  <a:pt x="2520982" y="3312509"/>
                  <a:pt x="2522030" y="3312795"/>
                  <a:pt x="2522982" y="3313462"/>
                </a:cubicBezTo>
                <a:cubicBezTo>
                  <a:pt x="2524316" y="3314319"/>
                  <a:pt x="2525268" y="3315557"/>
                  <a:pt x="2525554" y="3317177"/>
                </a:cubicBezTo>
                <a:cubicBezTo>
                  <a:pt x="2525935" y="3318701"/>
                  <a:pt x="2525554" y="3320320"/>
                  <a:pt x="2524792" y="3321558"/>
                </a:cubicBezTo>
                <a:cubicBezTo>
                  <a:pt x="2523935" y="3322892"/>
                  <a:pt x="2522601" y="3323749"/>
                  <a:pt x="2521077" y="3324130"/>
                </a:cubicBezTo>
                <a:cubicBezTo>
                  <a:pt x="2519553" y="3324511"/>
                  <a:pt x="2517934" y="3324130"/>
                  <a:pt x="2516696" y="3323368"/>
                </a:cubicBezTo>
                <a:cubicBezTo>
                  <a:pt x="2515362" y="3322511"/>
                  <a:pt x="2514410" y="3321272"/>
                  <a:pt x="2514124" y="3319653"/>
                </a:cubicBezTo>
                <a:cubicBezTo>
                  <a:pt x="2513743" y="3318129"/>
                  <a:pt x="2514124" y="3316510"/>
                  <a:pt x="2514886" y="3315272"/>
                </a:cubicBezTo>
                <a:close/>
                <a:moveTo>
                  <a:pt x="2792540" y="3793808"/>
                </a:moveTo>
                <a:cubicBezTo>
                  <a:pt x="2792730" y="3793141"/>
                  <a:pt x="2793111" y="3792569"/>
                  <a:pt x="2793492" y="3791998"/>
                </a:cubicBezTo>
                <a:lnTo>
                  <a:pt x="2690717" y="3696176"/>
                </a:lnTo>
                <a:lnTo>
                  <a:pt x="2689955" y="3561874"/>
                </a:lnTo>
                <a:cubicBezTo>
                  <a:pt x="2688717" y="3561588"/>
                  <a:pt x="2687574" y="3561017"/>
                  <a:pt x="2686526" y="3560159"/>
                </a:cubicBezTo>
                <a:cubicBezTo>
                  <a:pt x="2682430" y="3556921"/>
                  <a:pt x="2681669" y="3551015"/>
                  <a:pt x="2684907" y="3546920"/>
                </a:cubicBezTo>
                <a:cubicBezTo>
                  <a:pt x="2688146" y="3542824"/>
                  <a:pt x="2694051" y="3542062"/>
                  <a:pt x="2698147" y="3545300"/>
                </a:cubicBezTo>
                <a:cubicBezTo>
                  <a:pt x="2702243" y="3548539"/>
                  <a:pt x="2703005" y="3554444"/>
                  <a:pt x="2699766" y="3558540"/>
                </a:cubicBezTo>
                <a:cubicBezTo>
                  <a:pt x="2698433" y="3560255"/>
                  <a:pt x="2696623" y="3561207"/>
                  <a:pt x="2694718" y="3561684"/>
                </a:cubicBezTo>
                <a:lnTo>
                  <a:pt x="2695480" y="3693986"/>
                </a:lnTo>
                <a:lnTo>
                  <a:pt x="2796826" y="3788474"/>
                </a:lnTo>
                <a:cubicBezTo>
                  <a:pt x="2798731" y="3787521"/>
                  <a:pt x="2800922" y="3787140"/>
                  <a:pt x="2803208" y="3787807"/>
                </a:cubicBezTo>
                <a:cubicBezTo>
                  <a:pt x="2807780" y="3789140"/>
                  <a:pt x="2810351" y="3793808"/>
                  <a:pt x="2809113" y="3798380"/>
                </a:cubicBezTo>
                <a:cubicBezTo>
                  <a:pt x="2807780" y="3802952"/>
                  <a:pt x="2803112" y="3805523"/>
                  <a:pt x="2798540" y="3804285"/>
                </a:cubicBezTo>
                <a:cubicBezTo>
                  <a:pt x="2793968" y="3802952"/>
                  <a:pt x="2791397" y="3798284"/>
                  <a:pt x="2792635" y="3793712"/>
                </a:cubicBezTo>
                <a:close/>
                <a:moveTo>
                  <a:pt x="704374" y="2053114"/>
                </a:moveTo>
                <a:lnTo>
                  <a:pt x="711518" y="2053114"/>
                </a:lnTo>
                <a:lnTo>
                  <a:pt x="711518" y="2061591"/>
                </a:lnTo>
                <a:lnTo>
                  <a:pt x="704374" y="2061591"/>
                </a:lnTo>
                <a:lnTo>
                  <a:pt x="704374" y="2053114"/>
                </a:lnTo>
                <a:close/>
                <a:moveTo>
                  <a:pt x="2445639" y="3905250"/>
                </a:moveTo>
                <a:lnTo>
                  <a:pt x="2464689" y="3905250"/>
                </a:lnTo>
                <a:cubicBezTo>
                  <a:pt x="2468404" y="3905250"/>
                  <a:pt x="2471547" y="3902202"/>
                  <a:pt x="2471547" y="3898487"/>
                </a:cubicBezTo>
                <a:lnTo>
                  <a:pt x="2471547" y="3890391"/>
                </a:lnTo>
                <a:cubicBezTo>
                  <a:pt x="2471547" y="3886676"/>
                  <a:pt x="2468499" y="3883533"/>
                  <a:pt x="2464689" y="3883533"/>
                </a:cubicBezTo>
                <a:lnTo>
                  <a:pt x="2445639" y="3883533"/>
                </a:lnTo>
                <a:cubicBezTo>
                  <a:pt x="2441924" y="3883533"/>
                  <a:pt x="2438781" y="3886581"/>
                  <a:pt x="2438781" y="3890391"/>
                </a:cubicBezTo>
                <a:lnTo>
                  <a:pt x="2438781" y="3892010"/>
                </a:lnTo>
                <a:lnTo>
                  <a:pt x="2342007" y="3892010"/>
                </a:lnTo>
                <a:lnTo>
                  <a:pt x="2311622" y="3918871"/>
                </a:lnTo>
                <a:lnTo>
                  <a:pt x="2311622" y="4015073"/>
                </a:lnTo>
                <a:cubicBezTo>
                  <a:pt x="2306574" y="4016217"/>
                  <a:pt x="2302764" y="4020503"/>
                  <a:pt x="2302764" y="4025837"/>
                </a:cubicBezTo>
                <a:cubicBezTo>
                  <a:pt x="2302764" y="4032028"/>
                  <a:pt x="2307812" y="4037076"/>
                  <a:pt x="2314004" y="4037076"/>
                </a:cubicBezTo>
                <a:cubicBezTo>
                  <a:pt x="2320195" y="4037076"/>
                  <a:pt x="2325243" y="4032028"/>
                  <a:pt x="2325243" y="4025837"/>
                </a:cubicBezTo>
                <a:cubicBezTo>
                  <a:pt x="2325243" y="4020503"/>
                  <a:pt x="2321433" y="4016217"/>
                  <a:pt x="2316385" y="4015073"/>
                </a:cubicBezTo>
                <a:lnTo>
                  <a:pt x="2316385" y="3920967"/>
                </a:lnTo>
                <a:lnTo>
                  <a:pt x="2343817" y="3896678"/>
                </a:lnTo>
                <a:lnTo>
                  <a:pt x="2438781" y="3896678"/>
                </a:lnTo>
                <a:lnTo>
                  <a:pt x="2438781" y="3898297"/>
                </a:lnTo>
                <a:cubicBezTo>
                  <a:pt x="2438781" y="3902012"/>
                  <a:pt x="2441829" y="3905060"/>
                  <a:pt x="2445639" y="3905060"/>
                </a:cubicBezTo>
                <a:close/>
                <a:moveTo>
                  <a:pt x="2460593" y="3888296"/>
                </a:moveTo>
                <a:lnTo>
                  <a:pt x="2464689" y="3888296"/>
                </a:lnTo>
                <a:cubicBezTo>
                  <a:pt x="2465832" y="3888296"/>
                  <a:pt x="2466785" y="3889248"/>
                  <a:pt x="2466785" y="3890391"/>
                </a:cubicBezTo>
                <a:lnTo>
                  <a:pt x="2466785" y="3898487"/>
                </a:lnTo>
                <a:cubicBezTo>
                  <a:pt x="2466785" y="3899630"/>
                  <a:pt x="2465832" y="3900488"/>
                  <a:pt x="2464689" y="3900488"/>
                </a:cubicBezTo>
                <a:lnTo>
                  <a:pt x="2460593" y="3900488"/>
                </a:lnTo>
                <a:lnTo>
                  <a:pt x="2460593" y="3888296"/>
                </a:lnTo>
                <a:close/>
                <a:moveTo>
                  <a:pt x="2443544" y="3890296"/>
                </a:moveTo>
                <a:cubicBezTo>
                  <a:pt x="2443544" y="3889153"/>
                  <a:pt x="2444496" y="3888200"/>
                  <a:pt x="2445639" y="3888200"/>
                </a:cubicBezTo>
                <a:lnTo>
                  <a:pt x="2450021" y="3888200"/>
                </a:lnTo>
                <a:lnTo>
                  <a:pt x="2450021" y="3900392"/>
                </a:lnTo>
                <a:lnTo>
                  <a:pt x="2445639" y="3900392"/>
                </a:lnTo>
                <a:cubicBezTo>
                  <a:pt x="2444496" y="3900392"/>
                  <a:pt x="2443544" y="3899440"/>
                  <a:pt x="2443544" y="3898392"/>
                </a:cubicBezTo>
                <a:lnTo>
                  <a:pt x="2443544" y="3890296"/>
                </a:lnTo>
                <a:close/>
                <a:moveTo>
                  <a:pt x="2320481" y="4025837"/>
                </a:moveTo>
                <a:cubicBezTo>
                  <a:pt x="2320481" y="4029456"/>
                  <a:pt x="2317528" y="4032313"/>
                  <a:pt x="2314004" y="4032313"/>
                </a:cubicBezTo>
                <a:cubicBezTo>
                  <a:pt x="2310479" y="4032313"/>
                  <a:pt x="2307527" y="4029361"/>
                  <a:pt x="2307527" y="4025837"/>
                </a:cubicBezTo>
                <a:cubicBezTo>
                  <a:pt x="2307527" y="4022312"/>
                  <a:pt x="2310479" y="4019360"/>
                  <a:pt x="2314004" y="4019360"/>
                </a:cubicBezTo>
                <a:cubicBezTo>
                  <a:pt x="2317528" y="4019360"/>
                  <a:pt x="2320481" y="4022312"/>
                  <a:pt x="2320481" y="4025837"/>
                </a:cubicBezTo>
                <a:close/>
                <a:moveTo>
                  <a:pt x="704374" y="2036255"/>
                </a:moveTo>
                <a:lnTo>
                  <a:pt x="711518" y="2036255"/>
                </a:lnTo>
                <a:lnTo>
                  <a:pt x="711518" y="2044732"/>
                </a:lnTo>
                <a:lnTo>
                  <a:pt x="704374" y="2044732"/>
                </a:lnTo>
                <a:lnTo>
                  <a:pt x="704374" y="2036255"/>
                </a:lnTo>
                <a:close/>
                <a:moveTo>
                  <a:pt x="711518" y="2011013"/>
                </a:moveTo>
                <a:lnTo>
                  <a:pt x="704374" y="2011013"/>
                </a:lnTo>
                <a:lnTo>
                  <a:pt x="704374" y="2002536"/>
                </a:lnTo>
                <a:lnTo>
                  <a:pt x="711518" y="2002536"/>
                </a:lnTo>
                <a:lnTo>
                  <a:pt x="711518" y="2011013"/>
                </a:lnTo>
                <a:close/>
                <a:moveTo>
                  <a:pt x="2822162" y="3770567"/>
                </a:moveTo>
                <a:cubicBezTo>
                  <a:pt x="2822162" y="3773900"/>
                  <a:pt x="2824829" y="3776567"/>
                  <a:pt x="2828163" y="3776567"/>
                </a:cubicBezTo>
                <a:lnTo>
                  <a:pt x="2848451" y="3776567"/>
                </a:lnTo>
                <a:cubicBezTo>
                  <a:pt x="2848451" y="3776567"/>
                  <a:pt x="2849309" y="3776377"/>
                  <a:pt x="2849785" y="3776282"/>
                </a:cubicBezTo>
                <a:lnTo>
                  <a:pt x="2875979" y="3799237"/>
                </a:lnTo>
                <a:lnTo>
                  <a:pt x="2943320" y="3798475"/>
                </a:lnTo>
                <a:lnTo>
                  <a:pt x="2960942" y="3814001"/>
                </a:lnTo>
                <a:lnTo>
                  <a:pt x="3008948" y="3814001"/>
                </a:lnTo>
                <a:lnTo>
                  <a:pt x="3008948" y="3836670"/>
                </a:lnTo>
                <a:lnTo>
                  <a:pt x="2959703" y="3836670"/>
                </a:lnTo>
                <a:lnTo>
                  <a:pt x="2941987" y="3821144"/>
                </a:lnTo>
                <a:lnTo>
                  <a:pt x="2884456" y="3821144"/>
                </a:lnTo>
                <a:lnTo>
                  <a:pt x="2884456" y="3818192"/>
                </a:lnTo>
                <a:cubicBezTo>
                  <a:pt x="2884456" y="3814763"/>
                  <a:pt x="2881598" y="3811905"/>
                  <a:pt x="2878169" y="3811905"/>
                </a:cubicBezTo>
                <a:lnTo>
                  <a:pt x="2868263" y="3811905"/>
                </a:lnTo>
                <a:cubicBezTo>
                  <a:pt x="2864834" y="3811905"/>
                  <a:pt x="2861977" y="3814667"/>
                  <a:pt x="2861977" y="3818192"/>
                </a:cubicBezTo>
                <a:lnTo>
                  <a:pt x="2861977" y="3828098"/>
                </a:lnTo>
                <a:cubicBezTo>
                  <a:pt x="2861977" y="3831527"/>
                  <a:pt x="2864739" y="3834384"/>
                  <a:pt x="2868263" y="3834384"/>
                </a:cubicBezTo>
                <a:lnTo>
                  <a:pt x="2878169" y="3834384"/>
                </a:lnTo>
                <a:cubicBezTo>
                  <a:pt x="2881598" y="3834384"/>
                  <a:pt x="2884456" y="3831622"/>
                  <a:pt x="2884456" y="3828098"/>
                </a:cubicBezTo>
                <a:lnTo>
                  <a:pt x="2884456" y="3825812"/>
                </a:lnTo>
                <a:lnTo>
                  <a:pt x="2940177" y="3825812"/>
                </a:lnTo>
                <a:lnTo>
                  <a:pt x="2954941" y="3838766"/>
                </a:lnTo>
                <a:lnTo>
                  <a:pt x="2931128" y="3856387"/>
                </a:lnTo>
                <a:lnTo>
                  <a:pt x="2910364" y="3856387"/>
                </a:lnTo>
                <a:cubicBezTo>
                  <a:pt x="2909507" y="3852577"/>
                  <a:pt x="2906840" y="3849338"/>
                  <a:pt x="2902839" y="3848195"/>
                </a:cubicBezTo>
                <a:cubicBezTo>
                  <a:pt x="2897029" y="3846481"/>
                  <a:pt x="2890933" y="3849910"/>
                  <a:pt x="2889313" y="3855720"/>
                </a:cubicBezTo>
                <a:cubicBezTo>
                  <a:pt x="2888552" y="3858482"/>
                  <a:pt x="2888837" y="3861435"/>
                  <a:pt x="2890266" y="3864007"/>
                </a:cubicBezTo>
                <a:cubicBezTo>
                  <a:pt x="2891695" y="3866579"/>
                  <a:pt x="2893981" y="3868388"/>
                  <a:pt x="2896838" y="3869246"/>
                </a:cubicBezTo>
                <a:cubicBezTo>
                  <a:pt x="2897791" y="3869531"/>
                  <a:pt x="2898838" y="3869627"/>
                  <a:pt x="2899886" y="3869627"/>
                </a:cubicBezTo>
                <a:cubicBezTo>
                  <a:pt x="2901696" y="3869627"/>
                  <a:pt x="2903506" y="3869150"/>
                  <a:pt x="2905220" y="3868293"/>
                </a:cubicBezTo>
                <a:cubicBezTo>
                  <a:pt x="2907792" y="3866864"/>
                  <a:pt x="2909602" y="3864578"/>
                  <a:pt x="2910459" y="3861721"/>
                </a:cubicBezTo>
                <a:cubicBezTo>
                  <a:pt x="2910459" y="3861530"/>
                  <a:pt x="2910459" y="3861340"/>
                  <a:pt x="2910459" y="3861054"/>
                </a:cubicBezTo>
                <a:lnTo>
                  <a:pt x="2932748" y="3861054"/>
                </a:lnTo>
                <a:lnTo>
                  <a:pt x="2959513" y="3841242"/>
                </a:lnTo>
                <a:lnTo>
                  <a:pt x="3009329" y="3841242"/>
                </a:lnTo>
                <a:cubicBezTo>
                  <a:pt x="3010376" y="3845338"/>
                  <a:pt x="3013901" y="3848481"/>
                  <a:pt x="3018377" y="3848481"/>
                </a:cubicBezTo>
                <a:lnTo>
                  <a:pt x="3048476" y="3848481"/>
                </a:lnTo>
                <a:cubicBezTo>
                  <a:pt x="3052858" y="3848481"/>
                  <a:pt x="3056382" y="3845528"/>
                  <a:pt x="3057430" y="3841528"/>
                </a:cubicBezTo>
                <a:lnTo>
                  <a:pt x="3108960" y="3841528"/>
                </a:lnTo>
                <a:lnTo>
                  <a:pt x="3114580" y="3845624"/>
                </a:lnTo>
                <a:lnTo>
                  <a:pt x="3114580" y="3839718"/>
                </a:lnTo>
                <a:lnTo>
                  <a:pt x="3113627" y="3838956"/>
                </a:lnTo>
                <a:lnTo>
                  <a:pt x="3114580" y="3838099"/>
                </a:lnTo>
                <a:lnTo>
                  <a:pt x="3114580" y="3831717"/>
                </a:lnTo>
                <a:lnTo>
                  <a:pt x="3108865" y="3836670"/>
                </a:lnTo>
                <a:lnTo>
                  <a:pt x="3057906" y="3836670"/>
                </a:lnTo>
                <a:lnTo>
                  <a:pt x="3057906" y="3814001"/>
                </a:lnTo>
                <a:lnTo>
                  <a:pt x="3107627" y="3814001"/>
                </a:lnTo>
                <a:lnTo>
                  <a:pt x="3114580" y="3807905"/>
                </a:lnTo>
                <a:lnTo>
                  <a:pt x="3114580" y="3801523"/>
                </a:lnTo>
                <a:lnTo>
                  <a:pt x="3105912" y="3809143"/>
                </a:lnTo>
                <a:lnTo>
                  <a:pt x="3058001" y="3809143"/>
                </a:lnTo>
                <a:lnTo>
                  <a:pt x="3058001" y="3808762"/>
                </a:lnTo>
                <a:cubicBezTo>
                  <a:pt x="3058001" y="3803523"/>
                  <a:pt x="3053715" y="3799237"/>
                  <a:pt x="3048476" y="3799237"/>
                </a:cubicBezTo>
                <a:lnTo>
                  <a:pt x="3047905" y="3799237"/>
                </a:lnTo>
                <a:lnTo>
                  <a:pt x="3047905" y="3743039"/>
                </a:lnTo>
                <a:cubicBezTo>
                  <a:pt x="3047905" y="3743039"/>
                  <a:pt x="3086100" y="3709130"/>
                  <a:pt x="3086100" y="3709130"/>
                </a:cubicBezTo>
                <a:lnTo>
                  <a:pt x="3114675" y="3709130"/>
                </a:lnTo>
                <a:lnTo>
                  <a:pt x="3114675" y="3704273"/>
                </a:lnTo>
                <a:lnTo>
                  <a:pt x="3084290" y="3704273"/>
                </a:lnTo>
                <a:cubicBezTo>
                  <a:pt x="3084290" y="3704273"/>
                  <a:pt x="3043142" y="3740849"/>
                  <a:pt x="3043142" y="3740849"/>
                </a:cubicBezTo>
                <a:lnTo>
                  <a:pt x="3043142" y="3799142"/>
                </a:lnTo>
                <a:cubicBezTo>
                  <a:pt x="3043142" y="3799142"/>
                  <a:pt x="3025521" y="3799142"/>
                  <a:pt x="3025521" y="3799142"/>
                </a:cubicBezTo>
                <a:lnTo>
                  <a:pt x="3025521" y="3740563"/>
                </a:lnTo>
                <a:cubicBezTo>
                  <a:pt x="3025521" y="3740563"/>
                  <a:pt x="2984373" y="3704082"/>
                  <a:pt x="2984373" y="3704082"/>
                </a:cubicBezTo>
                <a:lnTo>
                  <a:pt x="2983516" y="3704082"/>
                </a:lnTo>
                <a:cubicBezTo>
                  <a:pt x="2982087" y="3704082"/>
                  <a:pt x="2952941" y="3704082"/>
                  <a:pt x="2944559" y="3704082"/>
                </a:cubicBezTo>
                <a:cubicBezTo>
                  <a:pt x="2943987" y="3701701"/>
                  <a:pt x="2942749" y="3699415"/>
                  <a:pt x="2940653" y="3697796"/>
                </a:cubicBezTo>
                <a:cubicBezTo>
                  <a:pt x="2938272" y="3695986"/>
                  <a:pt x="2935415" y="3695224"/>
                  <a:pt x="2932557" y="3695700"/>
                </a:cubicBezTo>
                <a:cubicBezTo>
                  <a:pt x="2930176" y="3695986"/>
                  <a:pt x="2928176" y="3697224"/>
                  <a:pt x="2926461" y="3698938"/>
                </a:cubicBezTo>
                <a:lnTo>
                  <a:pt x="2857310" y="3634835"/>
                </a:lnTo>
                <a:lnTo>
                  <a:pt x="2857310" y="3560540"/>
                </a:lnTo>
                <a:lnTo>
                  <a:pt x="2859881" y="3560540"/>
                </a:lnTo>
                <a:cubicBezTo>
                  <a:pt x="2861977" y="3560540"/>
                  <a:pt x="2863787" y="3558826"/>
                  <a:pt x="2863787" y="3556635"/>
                </a:cubicBezTo>
                <a:lnTo>
                  <a:pt x="2863787" y="3546729"/>
                </a:lnTo>
                <a:cubicBezTo>
                  <a:pt x="2863787" y="3544634"/>
                  <a:pt x="2862072" y="3542824"/>
                  <a:pt x="2859881" y="3542824"/>
                </a:cubicBezTo>
                <a:lnTo>
                  <a:pt x="2849975" y="3542824"/>
                </a:lnTo>
                <a:cubicBezTo>
                  <a:pt x="2847880" y="3542824"/>
                  <a:pt x="2846070" y="3544538"/>
                  <a:pt x="2846070" y="3546729"/>
                </a:cubicBezTo>
                <a:lnTo>
                  <a:pt x="2846070" y="3556635"/>
                </a:lnTo>
                <a:cubicBezTo>
                  <a:pt x="2846070" y="3558730"/>
                  <a:pt x="2847785" y="3560540"/>
                  <a:pt x="2849975" y="3560540"/>
                </a:cubicBezTo>
                <a:lnTo>
                  <a:pt x="2852547" y="3560540"/>
                </a:lnTo>
                <a:lnTo>
                  <a:pt x="2852547" y="3636836"/>
                </a:lnTo>
                <a:lnTo>
                  <a:pt x="2923794" y="3702939"/>
                </a:lnTo>
                <a:cubicBezTo>
                  <a:pt x="2923223" y="3704559"/>
                  <a:pt x="2922937" y="3706273"/>
                  <a:pt x="2923127" y="3707987"/>
                </a:cubicBezTo>
                <a:cubicBezTo>
                  <a:pt x="2923509" y="3710845"/>
                  <a:pt x="2925032" y="3713417"/>
                  <a:pt x="2927318" y="3715226"/>
                </a:cubicBezTo>
                <a:cubicBezTo>
                  <a:pt x="2929319" y="3716750"/>
                  <a:pt x="2931605" y="3717417"/>
                  <a:pt x="2933891" y="3717417"/>
                </a:cubicBezTo>
                <a:cubicBezTo>
                  <a:pt x="2937224" y="3717417"/>
                  <a:pt x="2940463" y="3715893"/>
                  <a:pt x="2942654" y="3713036"/>
                </a:cubicBezTo>
                <a:cubicBezTo>
                  <a:pt x="2943606" y="3711702"/>
                  <a:pt x="2944273" y="3710273"/>
                  <a:pt x="2944559" y="3708749"/>
                </a:cubicBezTo>
                <a:cubicBezTo>
                  <a:pt x="2952179" y="3708749"/>
                  <a:pt x="2977325" y="3708749"/>
                  <a:pt x="2982468" y="3708749"/>
                </a:cubicBezTo>
                <a:lnTo>
                  <a:pt x="3020663" y="3742659"/>
                </a:lnTo>
                <a:lnTo>
                  <a:pt x="3020663" y="3799046"/>
                </a:lnTo>
                <a:lnTo>
                  <a:pt x="3018282" y="3799046"/>
                </a:lnTo>
                <a:cubicBezTo>
                  <a:pt x="3013043" y="3799046"/>
                  <a:pt x="3008757" y="3803333"/>
                  <a:pt x="3008757" y="3808571"/>
                </a:cubicBezTo>
                <a:lnTo>
                  <a:pt x="3008757" y="3808762"/>
                </a:lnTo>
                <a:lnTo>
                  <a:pt x="2962561" y="3808762"/>
                </a:lnTo>
                <a:lnTo>
                  <a:pt x="2944844" y="3793236"/>
                </a:lnTo>
                <a:lnTo>
                  <a:pt x="2877503" y="3793998"/>
                </a:lnTo>
                <a:lnTo>
                  <a:pt x="2853404" y="3772948"/>
                </a:lnTo>
                <a:cubicBezTo>
                  <a:pt x="2853880" y="3772091"/>
                  <a:pt x="2854262" y="3771138"/>
                  <a:pt x="2854262" y="3770090"/>
                </a:cubicBezTo>
                <a:lnTo>
                  <a:pt x="2854262" y="3762470"/>
                </a:lnTo>
                <a:cubicBezTo>
                  <a:pt x="2854262" y="3759137"/>
                  <a:pt x="2851595" y="3756470"/>
                  <a:pt x="2848261" y="3756470"/>
                </a:cubicBezTo>
                <a:lnTo>
                  <a:pt x="2827973" y="3756470"/>
                </a:lnTo>
                <a:cubicBezTo>
                  <a:pt x="2827401" y="3756470"/>
                  <a:pt x="2826925" y="3756660"/>
                  <a:pt x="2826449" y="3756755"/>
                </a:cubicBezTo>
                <a:lnTo>
                  <a:pt x="2734532" y="3671030"/>
                </a:lnTo>
                <a:lnTo>
                  <a:pt x="2734342" y="3562922"/>
                </a:lnTo>
                <a:lnTo>
                  <a:pt x="2737580" y="3562922"/>
                </a:lnTo>
                <a:cubicBezTo>
                  <a:pt x="2741009" y="3562922"/>
                  <a:pt x="2743867" y="3560159"/>
                  <a:pt x="2743867" y="3556635"/>
                </a:cubicBezTo>
                <a:lnTo>
                  <a:pt x="2743867" y="3546729"/>
                </a:lnTo>
                <a:cubicBezTo>
                  <a:pt x="2743867" y="3543300"/>
                  <a:pt x="2741105" y="3540443"/>
                  <a:pt x="2737580" y="3540443"/>
                </a:cubicBezTo>
                <a:lnTo>
                  <a:pt x="2727674" y="3540443"/>
                </a:lnTo>
                <a:cubicBezTo>
                  <a:pt x="2724245" y="3540443"/>
                  <a:pt x="2721388" y="3543205"/>
                  <a:pt x="2721388" y="3546729"/>
                </a:cubicBezTo>
                <a:lnTo>
                  <a:pt x="2721388" y="3556635"/>
                </a:lnTo>
                <a:cubicBezTo>
                  <a:pt x="2721388" y="3560064"/>
                  <a:pt x="2724150" y="3562922"/>
                  <a:pt x="2727674" y="3562922"/>
                </a:cubicBezTo>
                <a:lnTo>
                  <a:pt x="2729675" y="3562922"/>
                </a:lnTo>
                <a:lnTo>
                  <a:pt x="2729865" y="3673030"/>
                </a:lnTo>
                <a:lnTo>
                  <a:pt x="2822734" y="3759708"/>
                </a:lnTo>
                <a:cubicBezTo>
                  <a:pt x="2822258" y="3760565"/>
                  <a:pt x="2821972" y="3761423"/>
                  <a:pt x="2821972" y="3762470"/>
                </a:cubicBezTo>
                <a:lnTo>
                  <a:pt x="2821972" y="3770090"/>
                </a:lnTo>
                <a:close/>
                <a:moveTo>
                  <a:pt x="2879884" y="3828193"/>
                </a:moveTo>
                <a:cubicBezTo>
                  <a:pt x="2879884" y="3829050"/>
                  <a:pt x="2879217" y="3829717"/>
                  <a:pt x="2878360" y="3829717"/>
                </a:cubicBezTo>
                <a:lnTo>
                  <a:pt x="2868454" y="3829717"/>
                </a:lnTo>
                <a:cubicBezTo>
                  <a:pt x="2867597" y="3829717"/>
                  <a:pt x="2866930" y="3829050"/>
                  <a:pt x="2866930" y="3828193"/>
                </a:cubicBezTo>
                <a:lnTo>
                  <a:pt x="2866930" y="3818287"/>
                </a:lnTo>
                <a:cubicBezTo>
                  <a:pt x="2866930" y="3817430"/>
                  <a:pt x="2867597" y="3816763"/>
                  <a:pt x="2868454" y="3816763"/>
                </a:cubicBezTo>
                <a:lnTo>
                  <a:pt x="2878360" y="3816763"/>
                </a:lnTo>
                <a:cubicBezTo>
                  <a:pt x="2879217" y="3816763"/>
                  <a:pt x="2879884" y="3817430"/>
                  <a:pt x="2879884" y="3818287"/>
                </a:cubicBezTo>
                <a:lnTo>
                  <a:pt x="2879884" y="3828193"/>
                </a:lnTo>
                <a:close/>
                <a:moveTo>
                  <a:pt x="2905982" y="3860673"/>
                </a:moveTo>
                <a:cubicBezTo>
                  <a:pt x="2905506" y="3862292"/>
                  <a:pt x="2904459" y="3863530"/>
                  <a:pt x="2903030" y="3864388"/>
                </a:cubicBezTo>
                <a:cubicBezTo>
                  <a:pt x="2901601" y="3865245"/>
                  <a:pt x="2899886" y="3865340"/>
                  <a:pt x="2898362" y="3864959"/>
                </a:cubicBezTo>
                <a:cubicBezTo>
                  <a:pt x="2896743" y="3864483"/>
                  <a:pt x="2895410" y="3863435"/>
                  <a:pt x="2894648" y="3862007"/>
                </a:cubicBezTo>
                <a:cubicBezTo>
                  <a:pt x="2893886" y="3860578"/>
                  <a:pt x="2893695" y="3858863"/>
                  <a:pt x="2894076" y="3857339"/>
                </a:cubicBezTo>
                <a:lnTo>
                  <a:pt x="2894076" y="3857339"/>
                </a:lnTo>
                <a:cubicBezTo>
                  <a:pt x="2894838" y="3854577"/>
                  <a:pt x="2897315" y="3852863"/>
                  <a:pt x="2899982" y="3852863"/>
                </a:cubicBezTo>
                <a:cubicBezTo>
                  <a:pt x="2900553" y="3852863"/>
                  <a:pt x="2901125" y="3852863"/>
                  <a:pt x="2901696" y="3853148"/>
                </a:cubicBezTo>
                <a:cubicBezTo>
                  <a:pt x="2904935" y="3854101"/>
                  <a:pt x="2906840" y="3857530"/>
                  <a:pt x="2905982" y="3860768"/>
                </a:cubicBezTo>
                <a:close/>
                <a:moveTo>
                  <a:pt x="2939129" y="3710654"/>
                </a:moveTo>
                <a:cubicBezTo>
                  <a:pt x="2937034" y="3713417"/>
                  <a:pt x="2933129" y="3713893"/>
                  <a:pt x="2930462" y="3711893"/>
                </a:cubicBezTo>
                <a:cubicBezTo>
                  <a:pt x="2929128" y="3710940"/>
                  <a:pt x="2928271" y="3709416"/>
                  <a:pt x="2928080" y="3707797"/>
                </a:cubicBezTo>
                <a:cubicBezTo>
                  <a:pt x="2927890" y="3706178"/>
                  <a:pt x="2928271" y="3704559"/>
                  <a:pt x="2929319" y="3703225"/>
                </a:cubicBezTo>
                <a:cubicBezTo>
                  <a:pt x="2930367" y="3701892"/>
                  <a:pt x="2931795" y="3701034"/>
                  <a:pt x="2933414" y="3700844"/>
                </a:cubicBezTo>
                <a:cubicBezTo>
                  <a:pt x="2933700" y="3700844"/>
                  <a:pt x="2933986" y="3700844"/>
                  <a:pt x="2934272" y="3700844"/>
                </a:cubicBezTo>
                <a:cubicBezTo>
                  <a:pt x="2935605" y="3700844"/>
                  <a:pt x="2936938" y="3701320"/>
                  <a:pt x="2937986" y="3702082"/>
                </a:cubicBezTo>
                <a:cubicBezTo>
                  <a:pt x="2940749" y="3704177"/>
                  <a:pt x="2941225" y="3707987"/>
                  <a:pt x="2939225" y="3710750"/>
                </a:cubicBezTo>
                <a:close/>
                <a:moveTo>
                  <a:pt x="2826925" y="3762947"/>
                </a:moveTo>
                <a:cubicBezTo>
                  <a:pt x="2826925" y="3762280"/>
                  <a:pt x="2827496" y="3761709"/>
                  <a:pt x="2828163" y="3761709"/>
                </a:cubicBezTo>
                <a:lnTo>
                  <a:pt x="2848451" y="3761709"/>
                </a:lnTo>
                <a:cubicBezTo>
                  <a:pt x="2849118" y="3761709"/>
                  <a:pt x="2849690" y="3762280"/>
                  <a:pt x="2849690" y="3762947"/>
                </a:cubicBezTo>
                <a:lnTo>
                  <a:pt x="2849690" y="3770567"/>
                </a:lnTo>
                <a:cubicBezTo>
                  <a:pt x="2849690" y="3771234"/>
                  <a:pt x="2849118" y="3771805"/>
                  <a:pt x="2848451" y="3771805"/>
                </a:cubicBezTo>
                <a:lnTo>
                  <a:pt x="2828163" y="3771805"/>
                </a:lnTo>
                <a:cubicBezTo>
                  <a:pt x="2827496" y="3771805"/>
                  <a:pt x="2826925" y="3771234"/>
                  <a:pt x="2826925" y="3770567"/>
                </a:cubicBezTo>
                <a:lnTo>
                  <a:pt x="2826925" y="3762947"/>
                </a:lnTo>
                <a:close/>
                <a:moveTo>
                  <a:pt x="2729865" y="3558445"/>
                </a:moveTo>
                <a:lnTo>
                  <a:pt x="2729865" y="3558445"/>
                </a:lnTo>
                <a:cubicBezTo>
                  <a:pt x="2729865" y="3558445"/>
                  <a:pt x="2727960" y="3558540"/>
                  <a:pt x="2727960" y="3558540"/>
                </a:cubicBezTo>
                <a:cubicBezTo>
                  <a:pt x="2727103" y="3558540"/>
                  <a:pt x="2726436" y="3557873"/>
                  <a:pt x="2726436" y="3557016"/>
                </a:cubicBezTo>
                <a:lnTo>
                  <a:pt x="2726436" y="3547110"/>
                </a:lnTo>
                <a:cubicBezTo>
                  <a:pt x="2726436" y="3546253"/>
                  <a:pt x="2727103" y="3545586"/>
                  <a:pt x="2727960" y="3545586"/>
                </a:cubicBezTo>
                <a:lnTo>
                  <a:pt x="2737866" y="3545586"/>
                </a:lnTo>
                <a:cubicBezTo>
                  <a:pt x="2738723" y="3545586"/>
                  <a:pt x="2739390" y="3546253"/>
                  <a:pt x="2739390" y="3547110"/>
                </a:cubicBezTo>
                <a:lnTo>
                  <a:pt x="2739390" y="3557016"/>
                </a:lnTo>
                <a:cubicBezTo>
                  <a:pt x="2739390" y="3557873"/>
                  <a:pt x="2738723" y="3558540"/>
                  <a:pt x="2737866" y="3558540"/>
                </a:cubicBezTo>
                <a:lnTo>
                  <a:pt x="2734628" y="3558540"/>
                </a:lnTo>
                <a:cubicBezTo>
                  <a:pt x="2734628" y="3558540"/>
                  <a:pt x="2729865" y="3558445"/>
                  <a:pt x="2729865" y="3558445"/>
                </a:cubicBezTo>
                <a:close/>
                <a:moveTo>
                  <a:pt x="2538317" y="3461004"/>
                </a:moveTo>
                <a:lnTo>
                  <a:pt x="2546413" y="3461004"/>
                </a:lnTo>
                <a:cubicBezTo>
                  <a:pt x="2550128" y="3461004"/>
                  <a:pt x="2553272" y="3457956"/>
                  <a:pt x="2553272" y="3454242"/>
                </a:cubicBezTo>
                <a:lnTo>
                  <a:pt x="2553272" y="3446145"/>
                </a:lnTo>
                <a:cubicBezTo>
                  <a:pt x="2553272" y="3442430"/>
                  <a:pt x="2550224" y="3439382"/>
                  <a:pt x="2546413" y="3439382"/>
                </a:cubicBezTo>
                <a:lnTo>
                  <a:pt x="2538317" y="3439382"/>
                </a:lnTo>
                <a:cubicBezTo>
                  <a:pt x="2534603" y="3439382"/>
                  <a:pt x="2531459" y="3442430"/>
                  <a:pt x="2531459" y="3446145"/>
                </a:cubicBezTo>
                <a:lnTo>
                  <a:pt x="2531459" y="3447764"/>
                </a:lnTo>
                <a:lnTo>
                  <a:pt x="2480024" y="3447764"/>
                </a:lnTo>
                <a:lnTo>
                  <a:pt x="2462879" y="3461290"/>
                </a:lnTo>
                <a:lnTo>
                  <a:pt x="2356580" y="3461290"/>
                </a:lnTo>
                <a:lnTo>
                  <a:pt x="2333625" y="3439287"/>
                </a:lnTo>
                <a:cubicBezTo>
                  <a:pt x="2334197" y="3438716"/>
                  <a:pt x="2334863" y="3438144"/>
                  <a:pt x="2335340" y="3437477"/>
                </a:cubicBezTo>
                <a:cubicBezTo>
                  <a:pt x="2336864" y="3435096"/>
                  <a:pt x="2337340" y="3432238"/>
                  <a:pt x="2336768" y="3429476"/>
                </a:cubicBezTo>
                <a:cubicBezTo>
                  <a:pt x="2336197" y="3426714"/>
                  <a:pt x="2334482" y="3424333"/>
                  <a:pt x="2332101" y="3422809"/>
                </a:cubicBezTo>
                <a:cubicBezTo>
                  <a:pt x="2329720" y="3421285"/>
                  <a:pt x="2326862" y="3420809"/>
                  <a:pt x="2324100" y="3421380"/>
                </a:cubicBezTo>
                <a:cubicBezTo>
                  <a:pt x="2321338" y="3421952"/>
                  <a:pt x="2318957" y="3423666"/>
                  <a:pt x="2317433" y="3426047"/>
                </a:cubicBezTo>
                <a:cubicBezTo>
                  <a:pt x="2315909" y="3428429"/>
                  <a:pt x="2315432" y="3431286"/>
                  <a:pt x="2316004" y="3434048"/>
                </a:cubicBezTo>
                <a:cubicBezTo>
                  <a:pt x="2316575" y="3436811"/>
                  <a:pt x="2318290" y="3439192"/>
                  <a:pt x="2320671" y="3440716"/>
                </a:cubicBezTo>
                <a:cubicBezTo>
                  <a:pt x="2322386" y="3441859"/>
                  <a:pt x="2324386" y="3442335"/>
                  <a:pt x="2326386" y="3442335"/>
                </a:cubicBezTo>
                <a:cubicBezTo>
                  <a:pt x="2327148" y="3442335"/>
                  <a:pt x="2327910" y="3442335"/>
                  <a:pt x="2328672" y="3442049"/>
                </a:cubicBezTo>
                <a:cubicBezTo>
                  <a:pt x="2328958" y="3442049"/>
                  <a:pt x="2329148" y="3441859"/>
                  <a:pt x="2329339" y="3441763"/>
                </a:cubicBezTo>
                <a:lnTo>
                  <a:pt x="2354675" y="3466052"/>
                </a:lnTo>
                <a:lnTo>
                  <a:pt x="2464594" y="3466052"/>
                </a:lnTo>
                <a:lnTo>
                  <a:pt x="2481739" y="3452527"/>
                </a:lnTo>
                <a:lnTo>
                  <a:pt x="2531459" y="3452527"/>
                </a:lnTo>
                <a:lnTo>
                  <a:pt x="2531459" y="3454146"/>
                </a:lnTo>
                <a:cubicBezTo>
                  <a:pt x="2531459" y="3457861"/>
                  <a:pt x="2534507" y="3460909"/>
                  <a:pt x="2538317" y="3460909"/>
                </a:cubicBezTo>
                <a:close/>
                <a:moveTo>
                  <a:pt x="2536317" y="3446145"/>
                </a:moveTo>
                <a:cubicBezTo>
                  <a:pt x="2536317" y="3445002"/>
                  <a:pt x="2537270" y="3444145"/>
                  <a:pt x="2538413" y="3444145"/>
                </a:cubicBezTo>
                <a:lnTo>
                  <a:pt x="2546509" y="3444145"/>
                </a:lnTo>
                <a:cubicBezTo>
                  <a:pt x="2547652" y="3444145"/>
                  <a:pt x="2548604" y="3445097"/>
                  <a:pt x="2548604" y="3446145"/>
                </a:cubicBezTo>
                <a:lnTo>
                  <a:pt x="2548604" y="3454242"/>
                </a:lnTo>
                <a:cubicBezTo>
                  <a:pt x="2548604" y="3455384"/>
                  <a:pt x="2547652" y="3456242"/>
                  <a:pt x="2546509" y="3456242"/>
                </a:cubicBezTo>
                <a:lnTo>
                  <a:pt x="2538413" y="3456242"/>
                </a:lnTo>
                <a:cubicBezTo>
                  <a:pt x="2537270" y="3456242"/>
                  <a:pt x="2536317" y="3455289"/>
                  <a:pt x="2536317" y="3454242"/>
                </a:cubicBezTo>
                <a:lnTo>
                  <a:pt x="2536317" y="3446145"/>
                </a:lnTo>
                <a:close/>
                <a:moveTo>
                  <a:pt x="2331434" y="3434905"/>
                </a:moveTo>
                <a:cubicBezTo>
                  <a:pt x="2330577" y="3436239"/>
                  <a:pt x="2329244" y="3437192"/>
                  <a:pt x="2327720" y="3437477"/>
                </a:cubicBezTo>
                <a:cubicBezTo>
                  <a:pt x="2326196" y="3437859"/>
                  <a:pt x="2324576" y="3437477"/>
                  <a:pt x="2323338" y="3436715"/>
                </a:cubicBezTo>
                <a:cubicBezTo>
                  <a:pt x="2322005" y="3435858"/>
                  <a:pt x="2321147" y="3434620"/>
                  <a:pt x="2320766" y="3433096"/>
                </a:cubicBezTo>
                <a:cubicBezTo>
                  <a:pt x="2320385" y="3431572"/>
                  <a:pt x="2320766" y="3429953"/>
                  <a:pt x="2321528" y="3428714"/>
                </a:cubicBezTo>
                <a:cubicBezTo>
                  <a:pt x="2322386" y="3427381"/>
                  <a:pt x="2323719" y="3426524"/>
                  <a:pt x="2325243" y="3426143"/>
                </a:cubicBezTo>
                <a:cubicBezTo>
                  <a:pt x="2325624" y="3426143"/>
                  <a:pt x="2326100" y="3426047"/>
                  <a:pt x="2326481" y="3426047"/>
                </a:cubicBezTo>
                <a:cubicBezTo>
                  <a:pt x="2327624" y="3426047"/>
                  <a:pt x="2328672" y="3426333"/>
                  <a:pt x="2329625" y="3427000"/>
                </a:cubicBezTo>
                <a:cubicBezTo>
                  <a:pt x="2330958" y="3427857"/>
                  <a:pt x="2331815" y="3429095"/>
                  <a:pt x="2332196" y="3430619"/>
                </a:cubicBezTo>
                <a:cubicBezTo>
                  <a:pt x="2332577" y="3432143"/>
                  <a:pt x="2332196" y="3433763"/>
                  <a:pt x="2331434" y="3435001"/>
                </a:cubicBezTo>
                <a:close/>
                <a:moveTo>
                  <a:pt x="2267141" y="3320129"/>
                </a:moveTo>
                <a:lnTo>
                  <a:pt x="2262378" y="3320129"/>
                </a:lnTo>
                <a:lnTo>
                  <a:pt x="2262378" y="3302889"/>
                </a:lnTo>
                <a:lnTo>
                  <a:pt x="2267141" y="3302889"/>
                </a:lnTo>
                <a:lnTo>
                  <a:pt x="2267141" y="3320129"/>
                </a:lnTo>
                <a:close/>
                <a:moveTo>
                  <a:pt x="2262378" y="3337370"/>
                </a:moveTo>
                <a:lnTo>
                  <a:pt x="2267141" y="3337370"/>
                </a:lnTo>
                <a:lnTo>
                  <a:pt x="2267141" y="3354610"/>
                </a:lnTo>
                <a:lnTo>
                  <a:pt x="2262378" y="3354610"/>
                </a:lnTo>
                <a:lnTo>
                  <a:pt x="2262378" y="3337370"/>
                </a:lnTo>
                <a:close/>
                <a:moveTo>
                  <a:pt x="2262378" y="3371755"/>
                </a:moveTo>
                <a:lnTo>
                  <a:pt x="2267141" y="3371755"/>
                </a:lnTo>
                <a:lnTo>
                  <a:pt x="2267141" y="3388995"/>
                </a:lnTo>
                <a:lnTo>
                  <a:pt x="2262378" y="3388995"/>
                </a:lnTo>
                <a:lnTo>
                  <a:pt x="2262378" y="3371755"/>
                </a:lnTo>
                <a:close/>
                <a:moveTo>
                  <a:pt x="2267141" y="3406235"/>
                </a:moveTo>
                <a:lnTo>
                  <a:pt x="2267141" y="3423476"/>
                </a:lnTo>
                <a:cubicBezTo>
                  <a:pt x="2267141" y="3423476"/>
                  <a:pt x="2262378" y="3423476"/>
                  <a:pt x="2262378" y="3423476"/>
                </a:cubicBezTo>
                <a:lnTo>
                  <a:pt x="2262378" y="3406235"/>
                </a:lnTo>
                <a:cubicBezTo>
                  <a:pt x="2262378" y="3406235"/>
                  <a:pt x="2267141" y="3406235"/>
                  <a:pt x="2267141" y="3406235"/>
                </a:cubicBezTo>
                <a:close/>
                <a:moveTo>
                  <a:pt x="19050" y="2434400"/>
                </a:moveTo>
                <a:cubicBezTo>
                  <a:pt x="22384" y="2434400"/>
                  <a:pt x="25051" y="2431733"/>
                  <a:pt x="25051" y="2428399"/>
                </a:cubicBezTo>
                <a:lnTo>
                  <a:pt x="25051" y="2418302"/>
                </a:lnTo>
                <a:cubicBezTo>
                  <a:pt x="25051" y="2414969"/>
                  <a:pt x="22384" y="2412302"/>
                  <a:pt x="19050" y="2412302"/>
                </a:cubicBezTo>
                <a:lnTo>
                  <a:pt x="8668" y="2412302"/>
                </a:lnTo>
                <a:cubicBezTo>
                  <a:pt x="5334" y="2412302"/>
                  <a:pt x="2667" y="2414969"/>
                  <a:pt x="2667" y="2418302"/>
                </a:cubicBezTo>
                <a:lnTo>
                  <a:pt x="2667" y="2428399"/>
                </a:lnTo>
                <a:cubicBezTo>
                  <a:pt x="2667" y="2431733"/>
                  <a:pt x="5334" y="2434400"/>
                  <a:pt x="8668" y="2434400"/>
                </a:cubicBezTo>
                <a:lnTo>
                  <a:pt x="19050" y="2434400"/>
                </a:lnTo>
                <a:close/>
                <a:moveTo>
                  <a:pt x="7430" y="2428399"/>
                </a:moveTo>
                <a:lnTo>
                  <a:pt x="7430" y="2418302"/>
                </a:lnTo>
                <a:cubicBezTo>
                  <a:pt x="7430" y="2417636"/>
                  <a:pt x="8001" y="2417064"/>
                  <a:pt x="8668" y="2417064"/>
                </a:cubicBezTo>
                <a:lnTo>
                  <a:pt x="19050" y="2417064"/>
                </a:lnTo>
                <a:cubicBezTo>
                  <a:pt x="19717" y="2417064"/>
                  <a:pt x="20288" y="2417636"/>
                  <a:pt x="20288" y="2418302"/>
                </a:cubicBezTo>
                <a:lnTo>
                  <a:pt x="20288" y="2428399"/>
                </a:lnTo>
                <a:cubicBezTo>
                  <a:pt x="20288" y="2429066"/>
                  <a:pt x="19717" y="2429637"/>
                  <a:pt x="19050" y="2429637"/>
                </a:cubicBezTo>
                <a:lnTo>
                  <a:pt x="8668" y="2429637"/>
                </a:lnTo>
                <a:cubicBezTo>
                  <a:pt x="8001" y="2429637"/>
                  <a:pt x="7430" y="2429066"/>
                  <a:pt x="7430" y="2428399"/>
                </a:cubicBezTo>
                <a:close/>
                <a:moveTo>
                  <a:pt x="32861" y="2473928"/>
                </a:moveTo>
                <a:cubicBezTo>
                  <a:pt x="36195" y="2473928"/>
                  <a:pt x="38862" y="2471261"/>
                  <a:pt x="38862" y="2467928"/>
                </a:cubicBezTo>
                <a:lnTo>
                  <a:pt x="38862" y="2457831"/>
                </a:lnTo>
                <a:cubicBezTo>
                  <a:pt x="38862" y="2454497"/>
                  <a:pt x="36195" y="2451830"/>
                  <a:pt x="32861" y="2451830"/>
                </a:cubicBezTo>
                <a:lnTo>
                  <a:pt x="22479" y="2451830"/>
                </a:lnTo>
                <a:cubicBezTo>
                  <a:pt x="19145" y="2451830"/>
                  <a:pt x="16478" y="2454497"/>
                  <a:pt x="16478" y="2457831"/>
                </a:cubicBezTo>
                <a:lnTo>
                  <a:pt x="16478" y="2467928"/>
                </a:lnTo>
                <a:cubicBezTo>
                  <a:pt x="16478" y="2471261"/>
                  <a:pt x="19145" y="2473928"/>
                  <a:pt x="22479" y="2473928"/>
                </a:cubicBezTo>
                <a:lnTo>
                  <a:pt x="32861" y="2473928"/>
                </a:lnTo>
                <a:close/>
                <a:moveTo>
                  <a:pt x="21146" y="2467928"/>
                </a:moveTo>
                <a:lnTo>
                  <a:pt x="21146" y="2457831"/>
                </a:lnTo>
                <a:cubicBezTo>
                  <a:pt x="21146" y="2457164"/>
                  <a:pt x="21717" y="2456593"/>
                  <a:pt x="22384" y="2456593"/>
                </a:cubicBezTo>
                <a:lnTo>
                  <a:pt x="32766" y="2456593"/>
                </a:lnTo>
                <a:cubicBezTo>
                  <a:pt x="33433" y="2456593"/>
                  <a:pt x="34004" y="2457164"/>
                  <a:pt x="34004" y="2457831"/>
                </a:cubicBezTo>
                <a:lnTo>
                  <a:pt x="34004" y="2467928"/>
                </a:lnTo>
                <a:cubicBezTo>
                  <a:pt x="34004" y="2468594"/>
                  <a:pt x="33433" y="2469166"/>
                  <a:pt x="32766" y="2469166"/>
                </a:cubicBezTo>
                <a:lnTo>
                  <a:pt x="22384" y="2469166"/>
                </a:lnTo>
                <a:cubicBezTo>
                  <a:pt x="21717" y="2469166"/>
                  <a:pt x="21146" y="2468594"/>
                  <a:pt x="21146" y="2467928"/>
                </a:cubicBezTo>
                <a:close/>
                <a:moveTo>
                  <a:pt x="2267141" y="3268504"/>
                </a:moveTo>
                <a:lnTo>
                  <a:pt x="2267141" y="3285744"/>
                </a:lnTo>
                <a:cubicBezTo>
                  <a:pt x="2267141" y="3285744"/>
                  <a:pt x="2262378" y="3285744"/>
                  <a:pt x="2262378" y="3285744"/>
                </a:cubicBezTo>
                <a:lnTo>
                  <a:pt x="2262378" y="3268504"/>
                </a:lnTo>
                <a:cubicBezTo>
                  <a:pt x="2262378" y="3268504"/>
                  <a:pt x="2267141" y="3268504"/>
                  <a:pt x="2267141" y="3268504"/>
                </a:cubicBezTo>
                <a:close/>
                <a:moveTo>
                  <a:pt x="2537651" y="3058382"/>
                </a:moveTo>
                <a:lnTo>
                  <a:pt x="2515457" y="3080195"/>
                </a:lnTo>
                <a:cubicBezTo>
                  <a:pt x="2515457" y="3080195"/>
                  <a:pt x="2515934" y="3080957"/>
                  <a:pt x="2516029" y="3081433"/>
                </a:cubicBezTo>
                <a:cubicBezTo>
                  <a:pt x="2516981" y="3085910"/>
                  <a:pt x="2514219" y="3090291"/>
                  <a:pt x="2509742" y="3091244"/>
                </a:cubicBezTo>
                <a:cubicBezTo>
                  <a:pt x="2505266" y="3092196"/>
                  <a:pt x="2500884" y="3089434"/>
                  <a:pt x="2499932" y="3084957"/>
                </a:cubicBezTo>
                <a:cubicBezTo>
                  <a:pt x="2498979" y="3080480"/>
                  <a:pt x="2501742" y="3076099"/>
                  <a:pt x="2506218" y="3075146"/>
                </a:cubicBezTo>
                <a:cubicBezTo>
                  <a:pt x="2508504" y="3074670"/>
                  <a:pt x="2510695" y="3075146"/>
                  <a:pt x="2512505" y="3076289"/>
                </a:cubicBezTo>
                <a:lnTo>
                  <a:pt x="2535746" y="3053525"/>
                </a:lnTo>
                <a:lnTo>
                  <a:pt x="2536698" y="3053525"/>
                </a:lnTo>
                <a:lnTo>
                  <a:pt x="2692242" y="3053810"/>
                </a:lnTo>
                <a:lnTo>
                  <a:pt x="2731580" y="3006757"/>
                </a:lnTo>
                <a:lnTo>
                  <a:pt x="2731580" y="2954941"/>
                </a:lnTo>
                <a:cubicBezTo>
                  <a:pt x="2731580" y="2954941"/>
                  <a:pt x="2691955" y="2902172"/>
                  <a:pt x="2691955" y="2902172"/>
                </a:cubicBezTo>
                <a:lnTo>
                  <a:pt x="2532793" y="2901696"/>
                </a:lnTo>
                <a:lnTo>
                  <a:pt x="2519077" y="2887980"/>
                </a:lnTo>
                <a:cubicBezTo>
                  <a:pt x="2518505" y="2888361"/>
                  <a:pt x="2517934" y="2888552"/>
                  <a:pt x="2517172" y="2888552"/>
                </a:cubicBezTo>
                <a:lnTo>
                  <a:pt x="2495550" y="2888552"/>
                </a:lnTo>
                <a:cubicBezTo>
                  <a:pt x="2493455" y="2888552"/>
                  <a:pt x="2491835" y="2886837"/>
                  <a:pt x="2491835" y="2884837"/>
                </a:cubicBezTo>
                <a:lnTo>
                  <a:pt x="2491835" y="2879217"/>
                </a:lnTo>
                <a:cubicBezTo>
                  <a:pt x="2491835" y="2877122"/>
                  <a:pt x="2493550" y="2875502"/>
                  <a:pt x="2495550" y="2875502"/>
                </a:cubicBezTo>
                <a:lnTo>
                  <a:pt x="2517172" y="2875502"/>
                </a:lnTo>
                <a:cubicBezTo>
                  <a:pt x="2519267" y="2875502"/>
                  <a:pt x="2520887" y="2877217"/>
                  <a:pt x="2520887" y="2879217"/>
                </a:cubicBezTo>
                <a:lnTo>
                  <a:pt x="2520887" y="2884265"/>
                </a:lnTo>
                <a:lnTo>
                  <a:pt x="2521458" y="2883694"/>
                </a:lnTo>
                <a:lnTo>
                  <a:pt x="2534698" y="2896934"/>
                </a:lnTo>
                <a:lnTo>
                  <a:pt x="2694242" y="2897410"/>
                </a:lnTo>
                <a:lnTo>
                  <a:pt x="2736247" y="2953417"/>
                </a:lnTo>
                <a:lnTo>
                  <a:pt x="2736247" y="3008567"/>
                </a:lnTo>
                <a:cubicBezTo>
                  <a:pt x="2736247" y="3008567"/>
                  <a:pt x="2694432" y="3058668"/>
                  <a:pt x="2694432" y="3058668"/>
                </a:cubicBezTo>
                <a:lnTo>
                  <a:pt x="2693289" y="3058668"/>
                </a:lnTo>
                <a:lnTo>
                  <a:pt x="2537651" y="3058382"/>
                </a:lnTo>
                <a:close/>
                <a:moveTo>
                  <a:pt x="2302764" y="3086576"/>
                </a:moveTo>
                <a:cubicBezTo>
                  <a:pt x="2302764" y="3090482"/>
                  <a:pt x="2299621" y="3093625"/>
                  <a:pt x="2295716" y="3093625"/>
                </a:cubicBezTo>
                <a:cubicBezTo>
                  <a:pt x="2291810" y="3093625"/>
                  <a:pt x="2288667" y="3090482"/>
                  <a:pt x="2288667" y="3086576"/>
                </a:cubicBezTo>
                <a:cubicBezTo>
                  <a:pt x="2288667" y="3082671"/>
                  <a:pt x="2291810" y="3079528"/>
                  <a:pt x="2295716" y="3079528"/>
                </a:cubicBezTo>
                <a:cubicBezTo>
                  <a:pt x="2299621" y="3079528"/>
                  <a:pt x="2302764" y="3082671"/>
                  <a:pt x="2302764" y="3086576"/>
                </a:cubicBezTo>
                <a:close/>
                <a:moveTo>
                  <a:pt x="2433733" y="3152585"/>
                </a:moveTo>
                <a:cubicBezTo>
                  <a:pt x="2432399" y="3146870"/>
                  <a:pt x="2426780" y="3143345"/>
                  <a:pt x="2421065" y="3144584"/>
                </a:cubicBezTo>
                <a:cubicBezTo>
                  <a:pt x="2418302" y="3145250"/>
                  <a:pt x="2415921" y="3146870"/>
                  <a:pt x="2414397" y="3149251"/>
                </a:cubicBezTo>
                <a:cubicBezTo>
                  <a:pt x="2412873" y="3151632"/>
                  <a:pt x="2412397" y="3154490"/>
                  <a:pt x="2412968" y="3157252"/>
                </a:cubicBezTo>
                <a:cubicBezTo>
                  <a:pt x="2414111" y="3162205"/>
                  <a:pt x="2418493" y="3165538"/>
                  <a:pt x="2423351" y="3165538"/>
                </a:cubicBezTo>
                <a:cubicBezTo>
                  <a:pt x="2424113" y="3165538"/>
                  <a:pt x="2424875" y="3165538"/>
                  <a:pt x="2425637" y="3165253"/>
                </a:cubicBezTo>
                <a:cubicBezTo>
                  <a:pt x="2429732" y="3164300"/>
                  <a:pt x="2432685" y="3161062"/>
                  <a:pt x="2433542" y="3157252"/>
                </a:cubicBezTo>
                <a:lnTo>
                  <a:pt x="2563463" y="3157252"/>
                </a:lnTo>
                <a:lnTo>
                  <a:pt x="2583942" y="3136583"/>
                </a:lnTo>
                <a:cubicBezTo>
                  <a:pt x="2585561" y="3137345"/>
                  <a:pt x="2587371" y="3137726"/>
                  <a:pt x="2589181" y="3137249"/>
                </a:cubicBezTo>
                <a:cubicBezTo>
                  <a:pt x="2593658" y="3136297"/>
                  <a:pt x="2596420" y="3131820"/>
                  <a:pt x="2595467" y="3127438"/>
                </a:cubicBezTo>
                <a:cubicBezTo>
                  <a:pt x="2594515" y="3122962"/>
                  <a:pt x="2590038" y="3120200"/>
                  <a:pt x="2585657" y="3121152"/>
                </a:cubicBezTo>
                <a:cubicBezTo>
                  <a:pt x="2581180" y="3122105"/>
                  <a:pt x="2578418" y="3126581"/>
                  <a:pt x="2579370" y="3130963"/>
                </a:cubicBezTo>
                <a:cubicBezTo>
                  <a:pt x="2579561" y="3131820"/>
                  <a:pt x="2579942" y="3132582"/>
                  <a:pt x="2580418" y="3133344"/>
                </a:cubicBezTo>
                <a:lnTo>
                  <a:pt x="2561463" y="3152489"/>
                </a:lnTo>
                <a:lnTo>
                  <a:pt x="2433638" y="3152489"/>
                </a:lnTo>
                <a:close/>
                <a:moveTo>
                  <a:pt x="2424684" y="3160681"/>
                </a:moveTo>
                <a:cubicBezTo>
                  <a:pt x="2421541" y="3161348"/>
                  <a:pt x="2418398" y="3159347"/>
                  <a:pt x="2417731" y="3156204"/>
                </a:cubicBezTo>
                <a:cubicBezTo>
                  <a:pt x="2417350" y="3154680"/>
                  <a:pt x="2417731" y="3153061"/>
                  <a:pt x="2418493" y="3151823"/>
                </a:cubicBezTo>
                <a:cubicBezTo>
                  <a:pt x="2419350" y="3150489"/>
                  <a:pt x="2420684" y="3149632"/>
                  <a:pt x="2422208" y="3149251"/>
                </a:cubicBezTo>
                <a:cubicBezTo>
                  <a:pt x="2422589" y="3149155"/>
                  <a:pt x="2423065" y="3149155"/>
                  <a:pt x="2423446" y="3149155"/>
                </a:cubicBezTo>
                <a:cubicBezTo>
                  <a:pt x="2426113" y="3149155"/>
                  <a:pt x="2428589" y="3150965"/>
                  <a:pt x="2429161" y="3153728"/>
                </a:cubicBezTo>
                <a:cubicBezTo>
                  <a:pt x="2429828" y="3156871"/>
                  <a:pt x="2427827" y="3160014"/>
                  <a:pt x="2424684" y="3160776"/>
                </a:cubicBezTo>
                <a:close/>
                <a:moveTo>
                  <a:pt x="2271808" y="3228023"/>
                </a:moveTo>
                <a:cubicBezTo>
                  <a:pt x="2271808" y="3231928"/>
                  <a:pt x="2268665" y="3235071"/>
                  <a:pt x="2264759" y="3235071"/>
                </a:cubicBezTo>
                <a:cubicBezTo>
                  <a:pt x="2260854" y="3235071"/>
                  <a:pt x="2257711" y="3231928"/>
                  <a:pt x="2257711" y="3228023"/>
                </a:cubicBezTo>
                <a:cubicBezTo>
                  <a:pt x="2257711" y="3224117"/>
                  <a:pt x="2260854" y="3220974"/>
                  <a:pt x="2264759" y="3220974"/>
                </a:cubicBezTo>
                <a:cubicBezTo>
                  <a:pt x="2268665" y="3220974"/>
                  <a:pt x="2271808" y="3224117"/>
                  <a:pt x="2271808" y="3228023"/>
                </a:cubicBezTo>
                <a:close/>
                <a:moveTo>
                  <a:pt x="2336292" y="3174683"/>
                </a:moveTo>
                <a:lnTo>
                  <a:pt x="2336292" y="3120580"/>
                </a:lnTo>
                <a:lnTo>
                  <a:pt x="2307717" y="3094482"/>
                </a:lnTo>
                <a:cubicBezTo>
                  <a:pt x="2311813" y="3088196"/>
                  <a:pt x="2310384" y="3079623"/>
                  <a:pt x="2304288" y="3075146"/>
                </a:cubicBezTo>
                <a:cubicBezTo>
                  <a:pt x="2302383" y="3073813"/>
                  <a:pt x="2300288" y="3073051"/>
                  <a:pt x="2298192" y="3072765"/>
                </a:cubicBezTo>
                <a:lnTo>
                  <a:pt x="2298002" y="3056001"/>
                </a:lnTo>
                <a:lnTo>
                  <a:pt x="2293239" y="3056001"/>
                </a:lnTo>
                <a:cubicBezTo>
                  <a:pt x="2293239" y="3056001"/>
                  <a:pt x="2293430" y="3072765"/>
                  <a:pt x="2293430" y="3072765"/>
                </a:cubicBezTo>
                <a:cubicBezTo>
                  <a:pt x="2289905" y="3073337"/>
                  <a:pt x="2286572" y="3075242"/>
                  <a:pt x="2284286" y="3078385"/>
                </a:cubicBezTo>
                <a:cubicBezTo>
                  <a:pt x="2279618" y="3084767"/>
                  <a:pt x="2280952" y="3093720"/>
                  <a:pt x="2287334" y="3098387"/>
                </a:cubicBezTo>
                <a:cubicBezTo>
                  <a:pt x="2290382" y="3100673"/>
                  <a:pt x="2294192" y="3101530"/>
                  <a:pt x="2298002" y="3100959"/>
                </a:cubicBezTo>
                <a:cubicBezTo>
                  <a:pt x="2301240" y="3100483"/>
                  <a:pt x="2304002" y="3098768"/>
                  <a:pt x="2306193" y="3096387"/>
                </a:cubicBezTo>
                <a:lnTo>
                  <a:pt x="2334006" y="3121819"/>
                </a:lnTo>
                <a:lnTo>
                  <a:pt x="2334006" y="3173730"/>
                </a:lnTo>
                <a:lnTo>
                  <a:pt x="2275999" y="3219260"/>
                </a:lnTo>
                <a:cubicBezTo>
                  <a:pt x="2275237" y="3218307"/>
                  <a:pt x="2274380" y="3217450"/>
                  <a:pt x="2273332" y="3216688"/>
                </a:cubicBezTo>
                <a:cubicBezTo>
                  <a:pt x="2270760" y="3214783"/>
                  <a:pt x="2267807" y="3213926"/>
                  <a:pt x="2264855" y="3213926"/>
                </a:cubicBezTo>
                <a:cubicBezTo>
                  <a:pt x="2260473" y="3213926"/>
                  <a:pt x="2256092" y="3215926"/>
                  <a:pt x="2253234" y="3219736"/>
                </a:cubicBezTo>
                <a:cubicBezTo>
                  <a:pt x="2248567" y="3226118"/>
                  <a:pt x="2249900" y="3235071"/>
                  <a:pt x="2256282" y="3239738"/>
                </a:cubicBezTo>
                <a:cubicBezTo>
                  <a:pt x="2258092" y="3241072"/>
                  <a:pt x="2260187" y="3241929"/>
                  <a:pt x="2262378" y="3242215"/>
                </a:cubicBezTo>
                <a:lnTo>
                  <a:pt x="2262378" y="3251454"/>
                </a:lnTo>
                <a:lnTo>
                  <a:pt x="2267141" y="3251454"/>
                </a:lnTo>
                <a:lnTo>
                  <a:pt x="2267141" y="3242215"/>
                </a:lnTo>
                <a:cubicBezTo>
                  <a:pt x="2270855" y="3241548"/>
                  <a:pt x="2274094" y="3239643"/>
                  <a:pt x="2276285" y="3236595"/>
                </a:cubicBezTo>
                <a:cubicBezTo>
                  <a:pt x="2279714" y="3231928"/>
                  <a:pt x="2279904" y="3225832"/>
                  <a:pt x="2277237" y="3221069"/>
                </a:cubicBezTo>
                <a:lnTo>
                  <a:pt x="2335816" y="3175159"/>
                </a:lnTo>
                <a:lnTo>
                  <a:pt x="2336292" y="3174778"/>
                </a:lnTo>
                <a:close/>
                <a:moveTo>
                  <a:pt x="2305241" y="3093530"/>
                </a:moveTo>
                <a:cubicBezTo>
                  <a:pt x="2303431" y="3096006"/>
                  <a:pt x="2300669" y="3097721"/>
                  <a:pt x="2297621" y="3098197"/>
                </a:cubicBezTo>
                <a:cubicBezTo>
                  <a:pt x="2297049" y="3098197"/>
                  <a:pt x="2296382" y="3098292"/>
                  <a:pt x="2295811" y="3098292"/>
                </a:cubicBezTo>
                <a:cubicBezTo>
                  <a:pt x="2293334" y="3098292"/>
                  <a:pt x="2290953" y="3097530"/>
                  <a:pt x="2288953" y="3096006"/>
                </a:cubicBezTo>
                <a:cubicBezTo>
                  <a:pt x="2283714" y="3092196"/>
                  <a:pt x="2282666" y="3084862"/>
                  <a:pt x="2286476" y="3079623"/>
                </a:cubicBezTo>
                <a:cubicBezTo>
                  <a:pt x="2290286" y="3074480"/>
                  <a:pt x="2297621" y="3073337"/>
                  <a:pt x="2302859" y="3077147"/>
                </a:cubicBezTo>
                <a:cubicBezTo>
                  <a:pt x="2305336" y="3078956"/>
                  <a:pt x="2307050" y="3081719"/>
                  <a:pt x="2307527" y="3084767"/>
                </a:cubicBezTo>
                <a:cubicBezTo>
                  <a:pt x="2308003" y="3087815"/>
                  <a:pt x="2307241" y="3090958"/>
                  <a:pt x="2305431" y="3093434"/>
                </a:cubicBezTo>
                <a:close/>
                <a:moveTo>
                  <a:pt x="2274189" y="3234880"/>
                </a:moveTo>
                <a:cubicBezTo>
                  <a:pt x="2272379" y="3237357"/>
                  <a:pt x="2269617" y="3239072"/>
                  <a:pt x="2266569" y="3239548"/>
                </a:cubicBezTo>
                <a:cubicBezTo>
                  <a:pt x="2265998" y="3239548"/>
                  <a:pt x="2265331" y="3239643"/>
                  <a:pt x="2264759" y="3239643"/>
                </a:cubicBezTo>
                <a:cubicBezTo>
                  <a:pt x="2262283" y="3239643"/>
                  <a:pt x="2259902" y="3238881"/>
                  <a:pt x="2257901" y="3237357"/>
                </a:cubicBezTo>
                <a:cubicBezTo>
                  <a:pt x="2252663" y="3233547"/>
                  <a:pt x="2251615" y="3226213"/>
                  <a:pt x="2255425" y="3220974"/>
                </a:cubicBezTo>
                <a:cubicBezTo>
                  <a:pt x="2259235" y="3215830"/>
                  <a:pt x="2266569" y="3214688"/>
                  <a:pt x="2271808" y="3218498"/>
                </a:cubicBezTo>
                <a:cubicBezTo>
                  <a:pt x="2274284" y="3220307"/>
                  <a:pt x="2275999" y="3223070"/>
                  <a:pt x="2276475" y="3226118"/>
                </a:cubicBezTo>
                <a:cubicBezTo>
                  <a:pt x="2276951" y="3229166"/>
                  <a:pt x="2276189" y="3232309"/>
                  <a:pt x="2274380" y="3234785"/>
                </a:cubicBezTo>
                <a:close/>
                <a:moveTo>
                  <a:pt x="594455" y="1669828"/>
                </a:moveTo>
                <a:lnTo>
                  <a:pt x="594455" y="1670780"/>
                </a:lnTo>
                <a:lnTo>
                  <a:pt x="630174" y="1710404"/>
                </a:lnTo>
                <a:cubicBezTo>
                  <a:pt x="628555" y="1712500"/>
                  <a:pt x="627412" y="1714976"/>
                  <a:pt x="627412" y="1717834"/>
                </a:cubicBezTo>
                <a:cubicBezTo>
                  <a:pt x="627412" y="1724692"/>
                  <a:pt x="633032" y="1730216"/>
                  <a:pt x="639794" y="1730216"/>
                </a:cubicBezTo>
                <a:cubicBezTo>
                  <a:pt x="646557" y="1730216"/>
                  <a:pt x="652177" y="1724692"/>
                  <a:pt x="652177" y="1717834"/>
                </a:cubicBezTo>
                <a:cubicBezTo>
                  <a:pt x="652177" y="1710976"/>
                  <a:pt x="646557" y="1705451"/>
                  <a:pt x="639794" y="1705451"/>
                </a:cubicBezTo>
                <a:cubicBezTo>
                  <a:pt x="637508" y="1705451"/>
                  <a:pt x="635508" y="1706213"/>
                  <a:pt x="633698" y="1707261"/>
                </a:cubicBezTo>
                <a:lnTo>
                  <a:pt x="599218" y="1668875"/>
                </a:lnTo>
                <a:lnTo>
                  <a:pt x="599694" y="1463802"/>
                </a:lnTo>
                <a:lnTo>
                  <a:pt x="607409" y="1452467"/>
                </a:lnTo>
                <a:cubicBezTo>
                  <a:pt x="609410" y="1453896"/>
                  <a:pt x="611791" y="1454944"/>
                  <a:pt x="614458" y="1454944"/>
                </a:cubicBezTo>
                <a:cubicBezTo>
                  <a:pt x="621316" y="1454944"/>
                  <a:pt x="626840" y="1449419"/>
                  <a:pt x="626840" y="1442561"/>
                </a:cubicBezTo>
                <a:cubicBezTo>
                  <a:pt x="626840" y="1435703"/>
                  <a:pt x="621221" y="1430179"/>
                  <a:pt x="614458" y="1430179"/>
                </a:cubicBezTo>
                <a:cubicBezTo>
                  <a:pt x="607695" y="1430179"/>
                  <a:pt x="602075" y="1435799"/>
                  <a:pt x="602075" y="1442561"/>
                </a:cubicBezTo>
                <a:cubicBezTo>
                  <a:pt x="602075" y="1444943"/>
                  <a:pt x="602933" y="1447038"/>
                  <a:pt x="604076" y="1448943"/>
                </a:cubicBezTo>
                <a:lnTo>
                  <a:pt x="594932" y="1462278"/>
                </a:lnTo>
                <a:lnTo>
                  <a:pt x="594455" y="1669732"/>
                </a:lnTo>
                <a:close/>
                <a:moveTo>
                  <a:pt x="639890" y="1710214"/>
                </a:moveTo>
                <a:cubicBezTo>
                  <a:pt x="644081" y="1710214"/>
                  <a:pt x="647510" y="1713643"/>
                  <a:pt x="647510" y="1717834"/>
                </a:cubicBezTo>
                <a:cubicBezTo>
                  <a:pt x="647510" y="1722025"/>
                  <a:pt x="644081" y="1725454"/>
                  <a:pt x="639890" y="1725454"/>
                </a:cubicBezTo>
                <a:cubicBezTo>
                  <a:pt x="635699" y="1725454"/>
                  <a:pt x="632270" y="1722025"/>
                  <a:pt x="632270" y="1717834"/>
                </a:cubicBezTo>
                <a:cubicBezTo>
                  <a:pt x="632270" y="1713643"/>
                  <a:pt x="635699" y="1710214"/>
                  <a:pt x="639890" y="1710214"/>
                </a:cubicBezTo>
                <a:close/>
                <a:moveTo>
                  <a:pt x="614553" y="1434941"/>
                </a:moveTo>
                <a:cubicBezTo>
                  <a:pt x="618744" y="1434941"/>
                  <a:pt x="622173" y="1438370"/>
                  <a:pt x="622173" y="1442561"/>
                </a:cubicBezTo>
                <a:cubicBezTo>
                  <a:pt x="622173" y="1446752"/>
                  <a:pt x="618744" y="1450181"/>
                  <a:pt x="614553" y="1450181"/>
                </a:cubicBezTo>
                <a:cubicBezTo>
                  <a:pt x="610362" y="1450181"/>
                  <a:pt x="606933" y="1446752"/>
                  <a:pt x="606933" y="1442561"/>
                </a:cubicBezTo>
                <a:cubicBezTo>
                  <a:pt x="606933" y="1438370"/>
                  <a:pt x="610362" y="1434941"/>
                  <a:pt x="614553" y="1434941"/>
                </a:cubicBezTo>
                <a:close/>
              </a:path>
            </a:pathLst>
          </a:custGeom>
          <a:gradFill flip="none" rotWithShape="1">
            <a:gsLst>
              <a:gs pos="0">
                <a:schemeClr val="tx2">
                  <a:alpha val="15000"/>
                </a:schemeClr>
              </a:gs>
              <a:gs pos="100000">
                <a:schemeClr val="tx2">
                  <a:alpha val="6000"/>
                </a:schemeClr>
              </a:gs>
            </a:gsLst>
            <a:lin ang="8100000" scaled="1"/>
            <a:tileRect/>
          </a:gradFill>
          <a:ln w="9525" cap="flat">
            <a:noFill/>
            <a:prstDash val="solid"/>
            <a:miter/>
            <a:headEnd type="oval" w="lg" len="lg"/>
            <a:tailEnd type="oval" w="lg" len="lg"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/>
            <a:endParaRPr lang="en-US"/>
          </a:p>
        </p:txBody>
      </p:sp>
      <p:sp>
        <p:nvSpPr>
          <p:cNvPr id="8" name="Text Placeholder 2">
            <a:extLst>
              <a:ext uri="{FF2B5EF4-FFF2-40B4-BE49-F238E27FC236}">
                <a16:creationId xmlns:a16="http://schemas.microsoft.com/office/drawing/2014/main" id="{EE029FD0-A527-4C46-8DD7-528E1B9240B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033147" y="2148840"/>
            <a:ext cx="5906316" cy="2560320"/>
          </a:xfrm>
          <a:prstGeom prst="rect">
            <a:avLst/>
          </a:prstGeom>
        </p:spPr>
        <p:txBody>
          <a:bodyPr wrap="square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3600" b="1" kern="1200" baseline="0" dirty="0">
                <a:solidFill>
                  <a:schemeClr val="tx1"/>
                </a:solidFill>
                <a:latin typeface="Arial Black" panose="020B0A04020102020204" pitchFamily="34" charset="0"/>
                <a:ea typeface="+mn-ea"/>
                <a:cs typeface="Arial" panose="020B0604020202020204" pitchFamily="34" charset="0"/>
              </a:defRPr>
            </a:lvl1pPr>
            <a:lvl2pPr marL="0" indent="0">
              <a:spcBef>
                <a:spcPts val="0"/>
              </a:spcBef>
              <a:buNone/>
              <a:defRPr sz="4400">
                <a:solidFill>
                  <a:schemeClr val="bg2"/>
                </a:solidFill>
                <a:latin typeface="+mj-lt"/>
              </a:defRPr>
            </a:lvl2pPr>
            <a:lvl3pPr marL="0" indent="0">
              <a:spcBef>
                <a:spcPts val="0"/>
              </a:spcBef>
              <a:buNone/>
              <a:defRPr sz="4400">
                <a:solidFill>
                  <a:schemeClr val="bg2"/>
                </a:solidFill>
                <a:latin typeface="+mj-lt"/>
              </a:defRPr>
            </a:lvl3pPr>
            <a:lvl4pPr marL="0" indent="0">
              <a:spcBef>
                <a:spcPts val="0"/>
              </a:spcBef>
              <a:buNone/>
              <a:defRPr sz="4400">
                <a:solidFill>
                  <a:schemeClr val="bg2"/>
                </a:solidFill>
                <a:latin typeface="+mj-lt"/>
              </a:defRPr>
            </a:lvl4pPr>
            <a:lvl5pPr marL="0" indent="0">
              <a:spcBef>
                <a:spcPts val="0"/>
              </a:spcBef>
              <a:buNone/>
              <a:defRPr sz="4400">
                <a:solidFill>
                  <a:schemeClr val="bg2"/>
                </a:solidFill>
                <a:latin typeface="+mj-lt"/>
              </a:defRPr>
            </a:lvl5pPr>
            <a:lvl6pPr marL="0" indent="0">
              <a:spcBef>
                <a:spcPts val="0"/>
              </a:spcBef>
              <a:buNone/>
              <a:defRPr sz="4400">
                <a:solidFill>
                  <a:schemeClr val="bg2"/>
                </a:solidFill>
                <a:latin typeface="+mj-lt"/>
              </a:defRPr>
            </a:lvl6pPr>
            <a:lvl7pPr marL="0" indent="0">
              <a:spcBef>
                <a:spcPts val="0"/>
              </a:spcBef>
              <a:buNone/>
              <a:defRPr sz="4400">
                <a:solidFill>
                  <a:schemeClr val="bg2"/>
                </a:solidFill>
                <a:latin typeface="+mj-lt"/>
              </a:defRPr>
            </a:lvl7pPr>
          </a:lstStyle>
          <a:p>
            <a:pPr marL="0" lv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buClr>
                <a:schemeClr val="accent1"/>
              </a:buClr>
              <a:buFont typeface="Wingdings" panose="05000000000000000000" pitchFamily="2" charset="2"/>
              <a:buNone/>
            </a:pPr>
            <a:r>
              <a:t>Click to edit title style</a:t>
            </a:r>
          </a:p>
        </p:txBody>
      </p:sp>
      <p:pic>
        <p:nvPicPr>
          <p:cNvPr id="22" name="Colon">
            <a:extLst>
              <a:ext uri="{FF2B5EF4-FFF2-40B4-BE49-F238E27FC236}">
                <a16:creationId xmlns:a16="http://schemas.microsoft.com/office/drawing/2014/main" id="{CE5F6109-A254-6F4B-9222-4CCE7912C76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909060" y="2880360"/>
            <a:ext cx="487680" cy="1097280"/>
          </a:xfrm>
          <a:prstGeom prst="rect">
            <a:avLst/>
          </a:prstGeom>
        </p:spPr>
      </p:pic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037DB8D8-C20A-85FA-7E0D-6BCFFCC02613}"/>
              </a:ext>
            </a:extLst>
          </p:cNvPr>
          <p:cNvSpPr>
            <a:spLocks noGrp="1"/>
          </p:cNvSpPr>
          <p:nvPr>
            <p:ph type="ftr" sz="quarter" idx="18"/>
          </p:nvPr>
        </p:nvSpPr>
        <p:spPr/>
        <p:txBody>
          <a:bodyPr/>
          <a:lstStyle/>
          <a:p>
            <a:endParaRPr lang="en-US"/>
          </a:p>
        </p:txBody>
      </p:sp>
      <p:pic>
        <p:nvPicPr>
          <p:cNvPr id="2" name="Glyph">
            <a:extLst>
              <a:ext uri="{FF2B5EF4-FFF2-40B4-BE49-F238E27FC236}">
                <a16:creationId xmlns:a16="http://schemas.microsoft.com/office/drawing/2014/main" id="{DBEC9850-B916-6C48-5C11-895702EC0258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81000" y="6031230"/>
            <a:ext cx="579256" cy="5029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7012264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616">
          <p15:clr>
            <a:srgbClr val="FBAE40"/>
          </p15:clr>
        </p15:guide>
      </p15:sldGuideLst>
    </p:ext>
  </p:extLst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Full Imag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4FBFFBE5-D369-E3E6-04E7-FC559D711389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7999"/>
          </a:xfrm>
          <a:custGeom>
            <a:avLst/>
            <a:gdLst>
              <a:gd name="connsiteX0" fmla="*/ 398961 w 12192000"/>
              <a:gd name="connsiteY0" fmla="*/ 6390459 h 6857999"/>
              <a:gd name="connsiteX1" fmla="*/ 542653 w 12192000"/>
              <a:gd name="connsiteY1" fmla="*/ 6534150 h 6857999"/>
              <a:gd name="connsiteX2" fmla="*/ 542653 w 12192000"/>
              <a:gd name="connsiteY2" fmla="*/ 6390459 h 6857999"/>
              <a:gd name="connsiteX3" fmla="*/ 758190 w 12192000"/>
              <a:gd name="connsiteY3" fmla="*/ 6210844 h 6857999"/>
              <a:gd name="connsiteX4" fmla="*/ 758190 w 12192000"/>
              <a:gd name="connsiteY4" fmla="*/ 6354536 h 6857999"/>
              <a:gd name="connsiteX5" fmla="*/ 901881 w 12192000"/>
              <a:gd name="connsiteY5" fmla="*/ 6354536 h 6857999"/>
              <a:gd name="connsiteX6" fmla="*/ 901881 w 12192000"/>
              <a:gd name="connsiteY6" fmla="*/ 6210844 h 6857999"/>
              <a:gd name="connsiteX7" fmla="*/ 939690 w 12192000"/>
              <a:gd name="connsiteY7" fmla="*/ 6044117 h 6857999"/>
              <a:gd name="connsiteX8" fmla="*/ 943866 w 12192000"/>
              <a:gd name="connsiteY8" fmla="*/ 6047103 h 6857999"/>
              <a:gd name="connsiteX9" fmla="*/ 939331 w 12192000"/>
              <a:gd name="connsiteY9" fmla="*/ 6049977 h 6857999"/>
              <a:gd name="connsiteX10" fmla="*/ 937176 w 12192000"/>
              <a:gd name="connsiteY10" fmla="*/ 6049977 h 6857999"/>
              <a:gd name="connsiteX11" fmla="*/ 937176 w 12192000"/>
              <a:gd name="connsiteY11" fmla="*/ 6044364 h 6857999"/>
              <a:gd name="connsiteX12" fmla="*/ 939690 w 12192000"/>
              <a:gd name="connsiteY12" fmla="*/ 6044117 h 6857999"/>
              <a:gd name="connsiteX13" fmla="*/ 940049 w 12192000"/>
              <a:gd name="connsiteY13" fmla="*/ 6040907 h 6857999"/>
              <a:gd name="connsiteX14" fmla="*/ 932528 w 12192000"/>
              <a:gd name="connsiteY14" fmla="*/ 6041513 h 6857999"/>
              <a:gd name="connsiteX15" fmla="*/ 932528 w 12192000"/>
              <a:gd name="connsiteY15" fmla="*/ 6061091 h 6857999"/>
              <a:gd name="connsiteX16" fmla="*/ 937063 w 12192000"/>
              <a:gd name="connsiteY16" fmla="*/ 6061091 h 6857999"/>
              <a:gd name="connsiteX17" fmla="*/ 937063 w 12192000"/>
              <a:gd name="connsiteY17" fmla="*/ 6053233 h 6857999"/>
              <a:gd name="connsiteX18" fmla="*/ 939219 w 12192000"/>
              <a:gd name="connsiteY18" fmla="*/ 6053233 h 6857999"/>
              <a:gd name="connsiteX19" fmla="*/ 943282 w 12192000"/>
              <a:gd name="connsiteY19" fmla="*/ 6056331 h 6857999"/>
              <a:gd name="connsiteX20" fmla="*/ 944832 w 12192000"/>
              <a:gd name="connsiteY20" fmla="*/ 6061113 h 6857999"/>
              <a:gd name="connsiteX21" fmla="*/ 949726 w 12192000"/>
              <a:gd name="connsiteY21" fmla="*/ 6061113 h 6857999"/>
              <a:gd name="connsiteX22" fmla="*/ 948289 w 12192000"/>
              <a:gd name="connsiteY22" fmla="*/ 6056219 h 6857999"/>
              <a:gd name="connsiteX23" fmla="*/ 944697 w 12192000"/>
              <a:gd name="connsiteY23" fmla="*/ 6051437 h 6857999"/>
              <a:gd name="connsiteX24" fmla="*/ 944697 w 12192000"/>
              <a:gd name="connsiteY24" fmla="*/ 6051190 h 6857999"/>
              <a:gd name="connsiteX25" fmla="*/ 948761 w 12192000"/>
              <a:gd name="connsiteY25" fmla="*/ 6046654 h 6857999"/>
              <a:gd name="connsiteX26" fmla="*/ 946852 w 12192000"/>
              <a:gd name="connsiteY26" fmla="*/ 6042344 h 6857999"/>
              <a:gd name="connsiteX27" fmla="*/ 940049 w 12192000"/>
              <a:gd name="connsiteY27" fmla="*/ 6040907 h 6857999"/>
              <a:gd name="connsiteX28" fmla="*/ 940162 w 12192000"/>
              <a:gd name="connsiteY28" fmla="*/ 6035182 h 6857999"/>
              <a:gd name="connsiteX29" fmla="*/ 955204 w 12192000"/>
              <a:gd name="connsiteY29" fmla="*/ 6050943 h 6857999"/>
              <a:gd name="connsiteX30" fmla="*/ 940274 w 12192000"/>
              <a:gd name="connsiteY30" fmla="*/ 6066479 h 6857999"/>
              <a:gd name="connsiteX31" fmla="*/ 924984 w 12192000"/>
              <a:gd name="connsiteY31" fmla="*/ 6050830 h 6857999"/>
              <a:gd name="connsiteX32" fmla="*/ 940162 w 12192000"/>
              <a:gd name="connsiteY32" fmla="*/ 6035182 h 6857999"/>
              <a:gd name="connsiteX33" fmla="*/ 940162 w 12192000"/>
              <a:gd name="connsiteY33" fmla="*/ 6031230 h 6857999"/>
              <a:gd name="connsiteX34" fmla="*/ 919978 w 12192000"/>
              <a:gd name="connsiteY34" fmla="*/ 6050830 h 6857999"/>
              <a:gd name="connsiteX35" fmla="*/ 940162 w 12192000"/>
              <a:gd name="connsiteY35" fmla="*/ 6070655 h 6857999"/>
              <a:gd name="connsiteX36" fmla="*/ 960234 w 12192000"/>
              <a:gd name="connsiteY36" fmla="*/ 6050830 h 6857999"/>
              <a:gd name="connsiteX37" fmla="*/ 940162 w 12192000"/>
              <a:gd name="connsiteY37" fmla="*/ 6031230 h 6857999"/>
              <a:gd name="connsiteX38" fmla="*/ 758190 w 12192000"/>
              <a:gd name="connsiteY38" fmla="*/ 6031230 h 6857999"/>
              <a:gd name="connsiteX39" fmla="*/ 758190 w 12192000"/>
              <a:gd name="connsiteY39" fmla="*/ 6174921 h 6857999"/>
              <a:gd name="connsiteX40" fmla="*/ 901881 w 12192000"/>
              <a:gd name="connsiteY40" fmla="*/ 6174921 h 6857999"/>
              <a:gd name="connsiteX41" fmla="*/ 901881 w 12192000"/>
              <a:gd name="connsiteY41" fmla="*/ 6031230 h 6857999"/>
              <a:gd name="connsiteX42" fmla="*/ 722267 w 12192000"/>
              <a:gd name="connsiteY42" fmla="*/ 6031230 h 6857999"/>
              <a:gd name="connsiteX43" fmla="*/ 578576 w 12192000"/>
              <a:gd name="connsiteY43" fmla="*/ 6174921 h 6857999"/>
              <a:gd name="connsiteX44" fmla="*/ 578576 w 12192000"/>
              <a:gd name="connsiteY44" fmla="*/ 6534150 h 6857999"/>
              <a:gd name="connsiteX45" fmla="*/ 722267 w 12192000"/>
              <a:gd name="connsiteY45" fmla="*/ 6390459 h 6857999"/>
              <a:gd name="connsiteX46" fmla="*/ 542653 w 12192000"/>
              <a:gd name="connsiteY46" fmla="*/ 6031230 h 6857999"/>
              <a:gd name="connsiteX47" fmla="*/ 381000 w 12192000"/>
              <a:gd name="connsiteY47" fmla="*/ 6192883 h 6857999"/>
              <a:gd name="connsiteX48" fmla="*/ 542653 w 12192000"/>
              <a:gd name="connsiteY48" fmla="*/ 6354536 h 6857999"/>
              <a:gd name="connsiteX49" fmla="*/ 3398520 w 12192000"/>
              <a:gd name="connsiteY49" fmla="*/ 3489960 h 6857999"/>
              <a:gd name="connsiteX50" fmla="*/ 3398520 w 12192000"/>
              <a:gd name="connsiteY50" fmla="*/ 3977640 h 6857999"/>
              <a:gd name="connsiteX51" fmla="*/ 3886200 w 12192000"/>
              <a:gd name="connsiteY51" fmla="*/ 3977640 h 6857999"/>
              <a:gd name="connsiteX52" fmla="*/ 3886200 w 12192000"/>
              <a:gd name="connsiteY52" fmla="*/ 3489960 h 6857999"/>
              <a:gd name="connsiteX53" fmla="*/ 3398520 w 12192000"/>
              <a:gd name="connsiteY53" fmla="*/ 2880360 h 6857999"/>
              <a:gd name="connsiteX54" fmla="*/ 3398520 w 12192000"/>
              <a:gd name="connsiteY54" fmla="*/ 3368040 h 6857999"/>
              <a:gd name="connsiteX55" fmla="*/ 3886200 w 12192000"/>
              <a:gd name="connsiteY55" fmla="*/ 3368040 h 6857999"/>
              <a:gd name="connsiteX56" fmla="*/ 3886200 w 12192000"/>
              <a:gd name="connsiteY56" fmla="*/ 2880360 h 6857999"/>
              <a:gd name="connsiteX57" fmla="*/ 0 w 12192000"/>
              <a:gd name="connsiteY57" fmla="*/ 0 h 6857999"/>
              <a:gd name="connsiteX58" fmla="*/ 12192000 w 12192000"/>
              <a:gd name="connsiteY58" fmla="*/ 0 h 6857999"/>
              <a:gd name="connsiteX59" fmla="*/ 12192000 w 12192000"/>
              <a:gd name="connsiteY59" fmla="*/ 6857999 h 6857999"/>
              <a:gd name="connsiteX60" fmla="*/ 0 w 12192000"/>
              <a:gd name="connsiteY60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12192000" h="6857999">
                <a:moveTo>
                  <a:pt x="398961" y="6390459"/>
                </a:moveTo>
                <a:cubicBezTo>
                  <a:pt x="398961" y="6469826"/>
                  <a:pt x="463286" y="6534150"/>
                  <a:pt x="542653" y="6534150"/>
                </a:cubicBezTo>
                <a:cubicBezTo>
                  <a:pt x="542653" y="6534150"/>
                  <a:pt x="542653" y="6390459"/>
                  <a:pt x="542653" y="6390459"/>
                </a:cubicBezTo>
                <a:close/>
                <a:moveTo>
                  <a:pt x="758190" y="6210844"/>
                </a:moveTo>
                <a:lnTo>
                  <a:pt x="758190" y="6354536"/>
                </a:lnTo>
                <a:lnTo>
                  <a:pt x="901881" y="6354536"/>
                </a:lnTo>
                <a:lnTo>
                  <a:pt x="901881" y="6210844"/>
                </a:lnTo>
                <a:close/>
                <a:moveTo>
                  <a:pt x="939690" y="6044117"/>
                </a:moveTo>
                <a:cubicBezTo>
                  <a:pt x="942542" y="6044117"/>
                  <a:pt x="943866" y="6045307"/>
                  <a:pt x="943866" y="6047103"/>
                </a:cubicBezTo>
                <a:cubicBezTo>
                  <a:pt x="943866" y="6049147"/>
                  <a:pt x="941846" y="6049977"/>
                  <a:pt x="939331" y="6049977"/>
                </a:cubicBezTo>
                <a:lnTo>
                  <a:pt x="937176" y="6049977"/>
                </a:lnTo>
                <a:lnTo>
                  <a:pt x="937176" y="6044364"/>
                </a:lnTo>
                <a:cubicBezTo>
                  <a:pt x="937670" y="6044230"/>
                  <a:pt x="938500" y="6044117"/>
                  <a:pt x="939690" y="6044117"/>
                </a:cubicBezTo>
                <a:close/>
                <a:moveTo>
                  <a:pt x="940049" y="6040907"/>
                </a:moveTo>
                <a:cubicBezTo>
                  <a:pt x="936839" y="6040907"/>
                  <a:pt x="934324" y="6041154"/>
                  <a:pt x="932528" y="6041513"/>
                </a:cubicBezTo>
                <a:lnTo>
                  <a:pt x="932528" y="6061091"/>
                </a:lnTo>
                <a:lnTo>
                  <a:pt x="937063" y="6061091"/>
                </a:lnTo>
                <a:lnTo>
                  <a:pt x="937063" y="6053233"/>
                </a:lnTo>
                <a:lnTo>
                  <a:pt x="939219" y="6053233"/>
                </a:lnTo>
                <a:cubicBezTo>
                  <a:pt x="941733" y="6053233"/>
                  <a:pt x="942923" y="6054176"/>
                  <a:pt x="943282" y="6056331"/>
                </a:cubicBezTo>
                <a:cubicBezTo>
                  <a:pt x="943866" y="6058599"/>
                  <a:pt x="944225" y="6060395"/>
                  <a:pt x="944832" y="6061113"/>
                </a:cubicBezTo>
                <a:lnTo>
                  <a:pt x="949726" y="6061113"/>
                </a:lnTo>
                <a:cubicBezTo>
                  <a:pt x="949255" y="6060395"/>
                  <a:pt x="948895" y="6059205"/>
                  <a:pt x="948289" y="6056219"/>
                </a:cubicBezTo>
                <a:cubicBezTo>
                  <a:pt x="947683" y="6053592"/>
                  <a:pt x="946605" y="6052155"/>
                  <a:pt x="944697" y="6051437"/>
                </a:cubicBezTo>
                <a:lnTo>
                  <a:pt x="944697" y="6051190"/>
                </a:lnTo>
                <a:cubicBezTo>
                  <a:pt x="947099" y="6050471"/>
                  <a:pt x="948761" y="6048810"/>
                  <a:pt x="948761" y="6046654"/>
                </a:cubicBezTo>
                <a:cubicBezTo>
                  <a:pt x="948761" y="6044724"/>
                  <a:pt x="947930" y="6043174"/>
                  <a:pt x="946852" y="6042344"/>
                </a:cubicBezTo>
                <a:cubicBezTo>
                  <a:pt x="945415" y="6041513"/>
                  <a:pt x="943754" y="6040907"/>
                  <a:pt x="940049" y="6040907"/>
                </a:cubicBezTo>
                <a:close/>
                <a:moveTo>
                  <a:pt x="940162" y="6035182"/>
                </a:moveTo>
                <a:cubicBezTo>
                  <a:pt x="948873" y="6035182"/>
                  <a:pt x="955204" y="6042344"/>
                  <a:pt x="955204" y="6050943"/>
                </a:cubicBezTo>
                <a:cubicBezTo>
                  <a:pt x="955204" y="6059542"/>
                  <a:pt x="949120" y="6066479"/>
                  <a:pt x="940274" y="6066479"/>
                </a:cubicBezTo>
                <a:cubicBezTo>
                  <a:pt x="931428" y="6066479"/>
                  <a:pt x="924984" y="6059542"/>
                  <a:pt x="924984" y="6050830"/>
                </a:cubicBezTo>
                <a:cubicBezTo>
                  <a:pt x="924984" y="6042231"/>
                  <a:pt x="931450" y="6035182"/>
                  <a:pt x="940162" y="6035182"/>
                </a:cubicBezTo>
                <a:close/>
                <a:moveTo>
                  <a:pt x="940162" y="6031230"/>
                </a:moveTo>
                <a:cubicBezTo>
                  <a:pt x="928936" y="6031230"/>
                  <a:pt x="919978" y="6039717"/>
                  <a:pt x="919978" y="6050830"/>
                </a:cubicBezTo>
                <a:cubicBezTo>
                  <a:pt x="919978" y="6061944"/>
                  <a:pt x="928801" y="6070655"/>
                  <a:pt x="940162" y="6070655"/>
                </a:cubicBezTo>
                <a:cubicBezTo>
                  <a:pt x="951522" y="6070655"/>
                  <a:pt x="960234" y="6061944"/>
                  <a:pt x="960234" y="6050830"/>
                </a:cubicBezTo>
                <a:cubicBezTo>
                  <a:pt x="960234" y="6039941"/>
                  <a:pt x="951388" y="6031230"/>
                  <a:pt x="940162" y="6031230"/>
                </a:cubicBezTo>
                <a:close/>
                <a:moveTo>
                  <a:pt x="758190" y="6031230"/>
                </a:moveTo>
                <a:lnTo>
                  <a:pt x="758190" y="6174921"/>
                </a:lnTo>
                <a:lnTo>
                  <a:pt x="901881" y="6174921"/>
                </a:lnTo>
                <a:lnTo>
                  <a:pt x="901881" y="6031230"/>
                </a:lnTo>
                <a:close/>
                <a:moveTo>
                  <a:pt x="722267" y="6031230"/>
                </a:moveTo>
                <a:cubicBezTo>
                  <a:pt x="642900" y="6031230"/>
                  <a:pt x="578576" y="6095554"/>
                  <a:pt x="578576" y="6174921"/>
                </a:cubicBezTo>
                <a:lnTo>
                  <a:pt x="578576" y="6534150"/>
                </a:lnTo>
                <a:cubicBezTo>
                  <a:pt x="657943" y="6534150"/>
                  <a:pt x="722267" y="6469826"/>
                  <a:pt x="722267" y="6390459"/>
                </a:cubicBezTo>
                <a:close/>
                <a:moveTo>
                  <a:pt x="542653" y="6031230"/>
                </a:moveTo>
                <a:cubicBezTo>
                  <a:pt x="453385" y="6031230"/>
                  <a:pt x="381000" y="6103615"/>
                  <a:pt x="381000" y="6192883"/>
                </a:cubicBezTo>
                <a:cubicBezTo>
                  <a:pt x="381000" y="6282151"/>
                  <a:pt x="453385" y="6354536"/>
                  <a:pt x="542653" y="6354536"/>
                </a:cubicBezTo>
                <a:close/>
                <a:moveTo>
                  <a:pt x="3398520" y="3489960"/>
                </a:moveTo>
                <a:lnTo>
                  <a:pt x="3398520" y="3977640"/>
                </a:lnTo>
                <a:lnTo>
                  <a:pt x="3886200" y="3977640"/>
                </a:lnTo>
                <a:lnTo>
                  <a:pt x="3886200" y="3489960"/>
                </a:lnTo>
                <a:close/>
                <a:moveTo>
                  <a:pt x="3398520" y="2880360"/>
                </a:moveTo>
                <a:lnTo>
                  <a:pt x="3398520" y="3368040"/>
                </a:lnTo>
                <a:lnTo>
                  <a:pt x="3886200" y="3368040"/>
                </a:lnTo>
                <a:lnTo>
                  <a:pt x="3886200" y="2880360"/>
                </a:ln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6857999"/>
                </a:lnTo>
                <a:lnTo>
                  <a:pt x="0" y="6857999"/>
                </a:lnTo>
                <a:close/>
              </a:path>
            </a:pathLst>
          </a:custGeom>
          <a:pattFill prst="wdUpDiag">
            <a:fgClr>
              <a:schemeClr val="bg1">
                <a:lumMod val="50000"/>
              </a:schemeClr>
            </a:fgClr>
            <a:bgClr>
              <a:schemeClr val="bg1">
                <a:lumMod val="65000"/>
              </a:schemeClr>
            </a:bgClr>
          </a:pattFill>
        </p:spPr>
        <p:txBody>
          <a:bodyPr vert="horz" wrap="square" lIns="0" tIns="0" rIns="0" bIns="1097280" rtlCol="0" anchor="ctr" anchorCtr="0">
            <a:noAutofit/>
          </a:bodyPr>
          <a:lstStyle>
            <a:lvl1pPr algn="l">
              <a:defRPr lang="en-US" sz="1940"/>
            </a:lvl1pPr>
          </a:lstStyle>
          <a:p>
            <a:pPr marL="0" lvl="0" indent="0" algn="ctr">
              <a:buNone/>
            </a:pPr>
            <a:r>
              <a:rPr lang="en-US"/>
              <a:t>Click icon to add picture</a:t>
            </a:r>
          </a:p>
        </p:txBody>
      </p:sp>
      <p:sp>
        <p:nvSpPr>
          <p:cNvPr id="8" name="Text Placeholder 2">
            <a:extLst>
              <a:ext uri="{FF2B5EF4-FFF2-40B4-BE49-F238E27FC236}">
                <a16:creationId xmlns:a16="http://schemas.microsoft.com/office/drawing/2014/main" id="{EE029FD0-A527-4C46-8DD7-528E1B9240B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152900" y="2148840"/>
            <a:ext cx="6786563" cy="2560320"/>
          </a:xfrm>
          <a:prstGeom prst="rect">
            <a:avLst/>
          </a:prstGeom>
        </p:spPr>
        <p:txBody>
          <a:bodyPr wrap="square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3600" b="1" kern="1200" baseline="0" dirty="0">
                <a:solidFill>
                  <a:schemeClr val="bg1"/>
                </a:solidFill>
                <a:latin typeface="Arial Black" panose="020B0A04020102020204" pitchFamily="34" charset="0"/>
                <a:ea typeface="+mn-ea"/>
                <a:cs typeface="Arial" panose="020B0604020202020204" pitchFamily="34" charset="0"/>
              </a:defRPr>
            </a:lvl1pPr>
            <a:lvl2pPr marL="0" indent="0">
              <a:spcBef>
                <a:spcPts val="0"/>
              </a:spcBef>
              <a:buNone/>
              <a:defRPr sz="4400">
                <a:solidFill>
                  <a:schemeClr val="bg2"/>
                </a:solidFill>
                <a:latin typeface="+mj-lt"/>
              </a:defRPr>
            </a:lvl2pPr>
            <a:lvl3pPr marL="0" indent="0">
              <a:spcBef>
                <a:spcPts val="0"/>
              </a:spcBef>
              <a:buNone/>
              <a:defRPr sz="4400">
                <a:solidFill>
                  <a:schemeClr val="bg2"/>
                </a:solidFill>
                <a:latin typeface="+mj-lt"/>
              </a:defRPr>
            </a:lvl3pPr>
            <a:lvl4pPr marL="0" indent="0">
              <a:spcBef>
                <a:spcPts val="0"/>
              </a:spcBef>
              <a:buNone/>
              <a:defRPr sz="4400">
                <a:solidFill>
                  <a:schemeClr val="bg2"/>
                </a:solidFill>
                <a:latin typeface="+mj-lt"/>
              </a:defRPr>
            </a:lvl4pPr>
            <a:lvl5pPr marL="0" indent="0">
              <a:spcBef>
                <a:spcPts val="0"/>
              </a:spcBef>
              <a:buNone/>
              <a:defRPr sz="4400">
                <a:solidFill>
                  <a:schemeClr val="bg2"/>
                </a:solidFill>
                <a:latin typeface="+mj-lt"/>
              </a:defRPr>
            </a:lvl5pPr>
            <a:lvl6pPr marL="0" indent="0">
              <a:spcBef>
                <a:spcPts val="0"/>
              </a:spcBef>
              <a:buNone/>
              <a:defRPr sz="4400">
                <a:solidFill>
                  <a:schemeClr val="bg2"/>
                </a:solidFill>
                <a:latin typeface="+mj-lt"/>
              </a:defRPr>
            </a:lvl6pPr>
            <a:lvl7pPr marL="0" indent="0">
              <a:spcBef>
                <a:spcPts val="0"/>
              </a:spcBef>
              <a:buNone/>
              <a:defRPr sz="4400">
                <a:solidFill>
                  <a:schemeClr val="bg2"/>
                </a:solidFill>
                <a:latin typeface="+mj-lt"/>
              </a:defRPr>
            </a:lvl7pPr>
          </a:lstStyle>
          <a:p>
            <a:pPr marL="0" lv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buClr>
                <a:schemeClr val="accent1"/>
              </a:buClr>
              <a:buFont typeface="Wingdings" panose="05000000000000000000" pitchFamily="2" charset="2"/>
              <a:buNone/>
            </a:pPr>
            <a:r>
              <a:t>Click to edit title style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1718B9B-E0C1-2994-C548-B5CB537DD275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7E6ECBBE-ACC3-48EB-9F88-A771FEACBB2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CC4788F2-9DEE-1128-7FE7-03979841DD4C}"/>
              </a:ext>
            </a:extLst>
          </p:cNvPr>
          <p:cNvSpPr>
            <a:spLocks noGrp="1"/>
          </p:cNvSpPr>
          <p:nvPr>
            <p:ph type="ftr" sz="quarter" idx="18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0682099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616">
          <p15:clr>
            <a:srgbClr val="FBAE40"/>
          </p15:clr>
        </p15:guide>
      </p15:sldGuideLst>
    </p:ext>
  </p:extLst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DDE858C4-BA3A-149D-B6BD-4D66803BA6CD}"/>
              </a:ext>
            </a:extLst>
          </p:cNvPr>
          <p:cNvSpPr/>
          <p:nvPr userDrawn="1"/>
        </p:nvSpPr>
        <p:spPr bwMode="auto">
          <a:xfrm>
            <a:off x="0" y="0"/>
            <a:ext cx="4152900" cy="6858000"/>
          </a:xfrm>
          <a:prstGeom prst="rect">
            <a:avLst/>
          </a:prstGeom>
          <a:solidFill>
            <a:schemeClr val="accent1"/>
          </a:solidFill>
          <a:ln w="12700" cap="sq" algn="ctr">
            <a:noFill/>
            <a:miter lim="800000"/>
            <a:headEnd/>
            <a:tailEnd/>
          </a:ln>
          <a:effectLst/>
        </p:spPr>
        <p:txBody>
          <a:bodyPr wrap="square" lIns="182880" tIns="182880" rIns="182880" bIns="182880" rtlCol="0" anchor="ctr" anchorCtr="1">
            <a:spAutoFit/>
          </a:bodyPr>
          <a:lstStyle/>
          <a:p>
            <a:pPr algn="l">
              <a:lnSpc>
                <a:spcPct val="95000"/>
              </a:lnSpc>
              <a:spcBef>
                <a:spcPts val="1080"/>
              </a:spcBef>
            </a:pPr>
            <a:endParaRPr lang="en-US" sz="1600" b="1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F446610D-3861-BA73-8F09-841DD1B3DC33}"/>
              </a:ext>
            </a:extLst>
          </p:cNvPr>
          <p:cNvSpPr>
            <a:spLocks noGrp="1"/>
          </p:cNvSpPr>
          <p:nvPr>
            <p:ph type="sldNum" sz="quarter" idx="19"/>
          </p:nvPr>
        </p:nvSpPr>
        <p:spPr/>
        <p:txBody>
          <a:bodyPr/>
          <a:lstStyle/>
          <a:p>
            <a:fld id="{7E6ECBBE-ACC3-48EB-9F88-A771FEACBB28}" type="slidenum">
              <a:rPr/>
              <a:pPr/>
              <a:t>‹#›</a:t>
            </a:fld>
            <a:endParaRPr/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3409AACE-8E90-6A17-6BA0-B080C84721B6}"/>
              </a:ext>
            </a:extLst>
          </p:cNvPr>
          <p:cNvSpPr txBox="1"/>
          <p:nvPr userDrawn="1"/>
        </p:nvSpPr>
        <p:spPr>
          <a:xfrm>
            <a:off x="5261610" y="1156025"/>
            <a:ext cx="393849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4000" b="1">
                <a:solidFill>
                  <a:schemeClr val="tx1"/>
                </a:solidFill>
                <a:latin typeface="Arial Black" panose="020B0A04020102020204" pitchFamily="34" charset="0"/>
              </a:rPr>
              <a:t>Agenda</a:t>
            </a:r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BFECD6-E524-303F-E724-4B3BCBCBF173}"/>
              </a:ext>
            </a:extLst>
          </p:cNvPr>
          <p:cNvSpPr>
            <a:spLocks noGrp="1"/>
          </p:cNvSpPr>
          <p:nvPr>
            <p:ph type="ftr" sz="quarter" idx="2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45A4ED18-DC90-4BF6-8D41-2D062F796F9D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5334000" y="2286000"/>
            <a:ext cx="5410200" cy="3733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613B2332-E217-5082-58B6-3AB5E51FABC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909060" y="2880360"/>
            <a:ext cx="487680" cy="1097280"/>
          </a:xfrm>
          <a:prstGeom prst="rect">
            <a:avLst/>
          </a:prstGeom>
        </p:spPr>
      </p:pic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98E363F6-33D0-743F-DA15-1FD50B272968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1" y="0"/>
            <a:ext cx="4152900" cy="6858000"/>
          </a:xfrm>
          <a:custGeom>
            <a:avLst/>
            <a:gdLst>
              <a:gd name="connsiteX0" fmla="*/ 398960 w 4152900"/>
              <a:gd name="connsiteY0" fmla="*/ 6390459 h 6858000"/>
              <a:gd name="connsiteX1" fmla="*/ 542652 w 4152900"/>
              <a:gd name="connsiteY1" fmla="*/ 6534150 h 6858000"/>
              <a:gd name="connsiteX2" fmla="*/ 542652 w 4152900"/>
              <a:gd name="connsiteY2" fmla="*/ 6390459 h 6858000"/>
              <a:gd name="connsiteX3" fmla="*/ 758189 w 4152900"/>
              <a:gd name="connsiteY3" fmla="*/ 6210844 h 6858000"/>
              <a:gd name="connsiteX4" fmla="*/ 758189 w 4152900"/>
              <a:gd name="connsiteY4" fmla="*/ 6354536 h 6858000"/>
              <a:gd name="connsiteX5" fmla="*/ 901880 w 4152900"/>
              <a:gd name="connsiteY5" fmla="*/ 6354536 h 6858000"/>
              <a:gd name="connsiteX6" fmla="*/ 901880 w 4152900"/>
              <a:gd name="connsiteY6" fmla="*/ 6210844 h 6858000"/>
              <a:gd name="connsiteX7" fmla="*/ 939689 w 4152900"/>
              <a:gd name="connsiteY7" fmla="*/ 6044117 h 6858000"/>
              <a:gd name="connsiteX8" fmla="*/ 943865 w 4152900"/>
              <a:gd name="connsiteY8" fmla="*/ 6047103 h 6858000"/>
              <a:gd name="connsiteX9" fmla="*/ 939330 w 4152900"/>
              <a:gd name="connsiteY9" fmla="*/ 6049977 h 6858000"/>
              <a:gd name="connsiteX10" fmla="*/ 937175 w 4152900"/>
              <a:gd name="connsiteY10" fmla="*/ 6049977 h 6858000"/>
              <a:gd name="connsiteX11" fmla="*/ 937175 w 4152900"/>
              <a:gd name="connsiteY11" fmla="*/ 6044364 h 6858000"/>
              <a:gd name="connsiteX12" fmla="*/ 939689 w 4152900"/>
              <a:gd name="connsiteY12" fmla="*/ 6044117 h 6858000"/>
              <a:gd name="connsiteX13" fmla="*/ 940048 w 4152900"/>
              <a:gd name="connsiteY13" fmla="*/ 6040907 h 6858000"/>
              <a:gd name="connsiteX14" fmla="*/ 932527 w 4152900"/>
              <a:gd name="connsiteY14" fmla="*/ 6041513 h 6858000"/>
              <a:gd name="connsiteX15" fmla="*/ 932527 w 4152900"/>
              <a:gd name="connsiteY15" fmla="*/ 6061091 h 6858000"/>
              <a:gd name="connsiteX16" fmla="*/ 937062 w 4152900"/>
              <a:gd name="connsiteY16" fmla="*/ 6061091 h 6858000"/>
              <a:gd name="connsiteX17" fmla="*/ 937062 w 4152900"/>
              <a:gd name="connsiteY17" fmla="*/ 6053233 h 6858000"/>
              <a:gd name="connsiteX18" fmla="*/ 939218 w 4152900"/>
              <a:gd name="connsiteY18" fmla="*/ 6053233 h 6858000"/>
              <a:gd name="connsiteX19" fmla="*/ 943281 w 4152900"/>
              <a:gd name="connsiteY19" fmla="*/ 6056331 h 6858000"/>
              <a:gd name="connsiteX20" fmla="*/ 944831 w 4152900"/>
              <a:gd name="connsiteY20" fmla="*/ 6061113 h 6858000"/>
              <a:gd name="connsiteX21" fmla="*/ 949725 w 4152900"/>
              <a:gd name="connsiteY21" fmla="*/ 6061113 h 6858000"/>
              <a:gd name="connsiteX22" fmla="*/ 948288 w 4152900"/>
              <a:gd name="connsiteY22" fmla="*/ 6056219 h 6858000"/>
              <a:gd name="connsiteX23" fmla="*/ 944696 w 4152900"/>
              <a:gd name="connsiteY23" fmla="*/ 6051437 h 6858000"/>
              <a:gd name="connsiteX24" fmla="*/ 944696 w 4152900"/>
              <a:gd name="connsiteY24" fmla="*/ 6051190 h 6858000"/>
              <a:gd name="connsiteX25" fmla="*/ 948760 w 4152900"/>
              <a:gd name="connsiteY25" fmla="*/ 6046654 h 6858000"/>
              <a:gd name="connsiteX26" fmla="*/ 946851 w 4152900"/>
              <a:gd name="connsiteY26" fmla="*/ 6042344 h 6858000"/>
              <a:gd name="connsiteX27" fmla="*/ 940048 w 4152900"/>
              <a:gd name="connsiteY27" fmla="*/ 6040907 h 6858000"/>
              <a:gd name="connsiteX28" fmla="*/ 940161 w 4152900"/>
              <a:gd name="connsiteY28" fmla="*/ 6035182 h 6858000"/>
              <a:gd name="connsiteX29" fmla="*/ 955203 w 4152900"/>
              <a:gd name="connsiteY29" fmla="*/ 6050943 h 6858000"/>
              <a:gd name="connsiteX30" fmla="*/ 940273 w 4152900"/>
              <a:gd name="connsiteY30" fmla="*/ 6066479 h 6858000"/>
              <a:gd name="connsiteX31" fmla="*/ 924983 w 4152900"/>
              <a:gd name="connsiteY31" fmla="*/ 6050830 h 6858000"/>
              <a:gd name="connsiteX32" fmla="*/ 940161 w 4152900"/>
              <a:gd name="connsiteY32" fmla="*/ 6035182 h 6858000"/>
              <a:gd name="connsiteX33" fmla="*/ 940161 w 4152900"/>
              <a:gd name="connsiteY33" fmla="*/ 6031230 h 6858000"/>
              <a:gd name="connsiteX34" fmla="*/ 919977 w 4152900"/>
              <a:gd name="connsiteY34" fmla="*/ 6050830 h 6858000"/>
              <a:gd name="connsiteX35" fmla="*/ 940161 w 4152900"/>
              <a:gd name="connsiteY35" fmla="*/ 6070655 h 6858000"/>
              <a:gd name="connsiteX36" fmla="*/ 960233 w 4152900"/>
              <a:gd name="connsiteY36" fmla="*/ 6050830 h 6858000"/>
              <a:gd name="connsiteX37" fmla="*/ 940161 w 4152900"/>
              <a:gd name="connsiteY37" fmla="*/ 6031230 h 6858000"/>
              <a:gd name="connsiteX38" fmla="*/ 758189 w 4152900"/>
              <a:gd name="connsiteY38" fmla="*/ 6031230 h 6858000"/>
              <a:gd name="connsiteX39" fmla="*/ 758189 w 4152900"/>
              <a:gd name="connsiteY39" fmla="*/ 6174921 h 6858000"/>
              <a:gd name="connsiteX40" fmla="*/ 901880 w 4152900"/>
              <a:gd name="connsiteY40" fmla="*/ 6174921 h 6858000"/>
              <a:gd name="connsiteX41" fmla="*/ 901880 w 4152900"/>
              <a:gd name="connsiteY41" fmla="*/ 6031230 h 6858000"/>
              <a:gd name="connsiteX42" fmla="*/ 722266 w 4152900"/>
              <a:gd name="connsiteY42" fmla="*/ 6031230 h 6858000"/>
              <a:gd name="connsiteX43" fmla="*/ 578575 w 4152900"/>
              <a:gd name="connsiteY43" fmla="*/ 6174921 h 6858000"/>
              <a:gd name="connsiteX44" fmla="*/ 578575 w 4152900"/>
              <a:gd name="connsiteY44" fmla="*/ 6534150 h 6858000"/>
              <a:gd name="connsiteX45" fmla="*/ 722266 w 4152900"/>
              <a:gd name="connsiteY45" fmla="*/ 6390459 h 6858000"/>
              <a:gd name="connsiteX46" fmla="*/ 542652 w 4152900"/>
              <a:gd name="connsiteY46" fmla="*/ 6031230 h 6858000"/>
              <a:gd name="connsiteX47" fmla="*/ 380999 w 4152900"/>
              <a:gd name="connsiteY47" fmla="*/ 6192883 h 6858000"/>
              <a:gd name="connsiteX48" fmla="*/ 542652 w 4152900"/>
              <a:gd name="connsiteY48" fmla="*/ 6354536 h 6858000"/>
              <a:gd name="connsiteX49" fmla="*/ 0 w 4152900"/>
              <a:gd name="connsiteY49" fmla="*/ 0 h 6858000"/>
              <a:gd name="connsiteX50" fmla="*/ 4152900 w 4152900"/>
              <a:gd name="connsiteY50" fmla="*/ 0 h 6858000"/>
              <a:gd name="connsiteX51" fmla="*/ 4152900 w 4152900"/>
              <a:gd name="connsiteY51" fmla="*/ 2880360 h 6858000"/>
              <a:gd name="connsiteX52" fmla="*/ 3909059 w 4152900"/>
              <a:gd name="connsiteY52" fmla="*/ 2880360 h 6858000"/>
              <a:gd name="connsiteX53" fmla="*/ 3909059 w 4152900"/>
              <a:gd name="connsiteY53" fmla="*/ 3368040 h 6858000"/>
              <a:gd name="connsiteX54" fmla="*/ 4152900 w 4152900"/>
              <a:gd name="connsiteY54" fmla="*/ 3368040 h 6858000"/>
              <a:gd name="connsiteX55" fmla="*/ 4152900 w 4152900"/>
              <a:gd name="connsiteY55" fmla="*/ 3489960 h 6858000"/>
              <a:gd name="connsiteX56" fmla="*/ 3909059 w 4152900"/>
              <a:gd name="connsiteY56" fmla="*/ 3489960 h 6858000"/>
              <a:gd name="connsiteX57" fmla="*/ 3909059 w 4152900"/>
              <a:gd name="connsiteY57" fmla="*/ 3977640 h 6858000"/>
              <a:gd name="connsiteX58" fmla="*/ 4152900 w 4152900"/>
              <a:gd name="connsiteY58" fmla="*/ 3977640 h 6858000"/>
              <a:gd name="connsiteX59" fmla="*/ 4152900 w 4152900"/>
              <a:gd name="connsiteY59" fmla="*/ 6858000 h 6858000"/>
              <a:gd name="connsiteX60" fmla="*/ 0 w 4152900"/>
              <a:gd name="connsiteY60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4152900" h="6858000">
                <a:moveTo>
                  <a:pt x="398960" y="6390459"/>
                </a:moveTo>
                <a:cubicBezTo>
                  <a:pt x="398960" y="6469826"/>
                  <a:pt x="463285" y="6534150"/>
                  <a:pt x="542652" y="6534150"/>
                </a:cubicBezTo>
                <a:cubicBezTo>
                  <a:pt x="542652" y="6534150"/>
                  <a:pt x="542652" y="6390459"/>
                  <a:pt x="542652" y="6390459"/>
                </a:cubicBezTo>
                <a:close/>
                <a:moveTo>
                  <a:pt x="758189" y="6210844"/>
                </a:moveTo>
                <a:lnTo>
                  <a:pt x="758189" y="6354536"/>
                </a:lnTo>
                <a:lnTo>
                  <a:pt x="901880" y="6354536"/>
                </a:lnTo>
                <a:lnTo>
                  <a:pt x="901880" y="6210844"/>
                </a:lnTo>
                <a:close/>
                <a:moveTo>
                  <a:pt x="939689" y="6044117"/>
                </a:moveTo>
                <a:cubicBezTo>
                  <a:pt x="942541" y="6044117"/>
                  <a:pt x="943865" y="6045307"/>
                  <a:pt x="943865" y="6047103"/>
                </a:cubicBezTo>
                <a:cubicBezTo>
                  <a:pt x="943865" y="6049147"/>
                  <a:pt x="941845" y="6049977"/>
                  <a:pt x="939330" y="6049977"/>
                </a:cubicBezTo>
                <a:lnTo>
                  <a:pt x="937175" y="6049977"/>
                </a:lnTo>
                <a:lnTo>
                  <a:pt x="937175" y="6044364"/>
                </a:lnTo>
                <a:cubicBezTo>
                  <a:pt x="937669" y="6044230"/>
                  <a:pt x="938499" y="6044117"/>
                  <a:pt x="939689" y="6044117"/>
                </a:cubicBezTo>
                <a:close/>
                <a:moveTo>
                  <a:pt x="940048" y="6040907"/>
                </a:moveTo>
                <a:cubicBezTo>
                  <a:pt x="936838" y="6040907"/>
                  <a:pt x="934323" y="6041154"/>
                  <a:pt x="932527" y="6041513"/>
                </a:cubicBezTo>
                <a:lnTo>
                  <a:pt x="932527" y="6061091"/>
                </a:lnTo>
                <a:lnTo>
                  <a:pt x="937062" y="6061091"/>
                </a:lnTo>
                <a:lnTo>
                  <a:pt x="937062" y="6053233"/>
                </a:lnTo>
                <a:lnTo>
                  <a:pt x="939218" y="6053233"/>
                </a:lnTo>
                <a:cubicBezTo>
                  <a:pt x="941732" y="6053233"/>
                  <a:pt x="942922" y="6054176"/>
                  <a:pt x="943281" y="6056331"/>
                </a:cubicBezTo>
                <a:cubicBezTo>
                  <a:pt x="943865" y="6058599"/>
                  <a:pt x="944224" y="6060395"/>
                  <a:pt x="944831" y="6061113"/>
                </a:cubicBezTo>
                <a:lnTo>
                  <a:pt x="949725" y="6061113"/>
                </a:lnTo>
                <a:cubicBezTo>
                  <a:pt x="949254" y="6060395"/>
                  <a:pt x="948894" y="6059205"/>
                  <a:pt x="948288" y="6056219"/>
                </a:cubicBezTo>
                <a:cubicBezTo>
                  <a:pt x="947682" y="6053592"/>
                  <a:pt x="946604" y="6052155"/>
                  <a:pt x="944696" y="6051437"/>
                </a:cubicBezTo>
                <a:lnTo>
                  <a:pt x="944696" y="6051190"/>
                </a:lnTo>
                <a:cubicBezTo>
                  <a:pt x="947098" y="6050471"/>
                  <a:pt x="948760" y="6048810"/>
                  <a:pt x="948760" y="6046654"/>
                </a:cubicBezTo>
                <a:cubicBezTo>
                  <a:pt x="948760" y="6044724"/>
                  <a:pt x="947929" y="6043174"/>
                  <a:pt x="946851" y="6042344"/>
                </a:cubicBezTo>
                <a:cubicBezTo>
                  <a:pt x="945414" y="6041513"/>
                  <a:pt x="943753" y="6040907"/>
                  <a:pt x="940048" y="6040907"/>
                </a:cubicBezTo>
                <a:close/>
                <a:moveTo>
                  <a:pt x="940161" y="6035182"/>
                </a:moveTo>
                <a:cubicBezTo>
                  <a:pt x="948872" y="6035182"/>
                  <a:pt x="955203" y="6042344"/>
                  <a:pt x="955203" y="6050943"/>
                </a:cubicBezTo>
                <a:cubicBezTo>
                  <a:pt x="955203" y="6059542"/>
                  <a:pt x="949119" y="6066479"/>
                  <a:pt x="940273" y="6066479"/>
                </a:cubicBezTo>
                <a:cubicBezTo>
                  <a:pt x="931427" y="6066479"/>
                  <a:pt x="924983" y="6059542"/>
                  <a:pt x="924983" y="6050830"/>
                </a:cubicBezTo>
                <a:cubicBezTo>
                  <a:pt x="924983" y="6042231"/>
                  <a:pt x="931449" y="6035182"/>
                  <a:pt x="940161" y="6035182"/>
                </a:cubicBezTo>
                <a:close/>
                <a:moveTo>
                  <a:pt x="940161" y="6031230"/>
                </a:moveTo>
                <a:cubicBezTo>
                  <a:pt x="928935" y="6031230"/>
                  <a:pt x="919977" y="6039717"/>
                  <a:pt x="919977" y="6050830"/>
                </a:cubicBezTo>
                <a:cubicBezTo>
                  <a:pt x="919977" y="6061944"/>
                  <a:pt x="928800" y="6070655"/>
                  <a:pt x="940161" y="6070655"/>
                </a:cubicBezTo>
                <a:cubicBezTo>
                  <a:pt x="951521" y="6070655"/>
                  <a:pt x="960233" y="6061944"/>
                  <a:pt x="960233" y="6050830"/>
                </a:cubicBezTo>
                <a:cubicBezTo>
                  <a:pt x="960233" y="6039941"/>
                  <a:pt x="951387" y="6031230"/>
                  <a:pt x="940161" y="6031230"/>
                </a:cubicBezTo>
                <a:close/>
                <a:moveTo>
                  <a:pt x="758189" y="6031230"/>
                </a:moveTo>
                <a:lnTo>
                  <a:pt x="758189" y="6174921"/>
                </a:lnTo>
                <a:lnTo>
                  <a:pt x="901880" y="6174921"/>
                </a:lnTo>
                <a:lnTo>
                  <a:pt x="901880" y="6031230"/>
                </a:lnTo>
                <a:close/>
                <a:moveTo>
                  <a:pt x="722266" y="6031230"/>
                </a:moveTo>
                <a:cubicBezTo>
                  <a:pt x="642899" y="6031230"/>
                  <a:pt x="578575" y="6095554"/>
                  <a:pt x="578575" y="6174921"/>
                </a:cubicBezTo>
                <a:lnTo>
                  <a:pt x="578575" y="6534150"/>
                </a:lnTo>
                <a:cubicBezTo>
                  <a:pt x="657942" y="6534150"/>
                  <a:pt x="722266" y="6469826"/>
                  <a:pt x="722266" y="6390459"/>
                </a:cubicBezTo>
                <a:close/>
                <a:moveTo>
                  <a:pt x="542652" y="6031230"/>
                </a:moveTo>
                <a:cubicBezTo>
                  <a:pt x="453384" y="6031230"/>
                  <a:pt x="380999" y="6103615"/>
                  <a:pt x="380999" y="6192883"/>
                </a:cubicBezTo>
                <a:cubicBezTo>
                  <a:pt x="380999" y="6282151"/>
                  <a:pt x="453384" y="6354536"/>
                  <a:pt x="542652" y="6354536"/>
                </a:cubicBezTo>
                <a:close/>
                <a:moveTo>
                  <a:pt x="0" y="0"/>
                </a:moveTo>
                <a:lnTo>
                  <a:pt x="4152900" y="0"/>
                </a:lnTo>
                <a:lnTo>
                  <a:pt x="4152900" y="2880360"/>
                </a:lnTo>
                <a:lnTo>
                  <a:pt x="3909059" y="2880360"/>
                </a:lnTo>
                <a:lnTo>
                  <a:pt x="3909059" y="3368040"/>
                </a:lnTo>
                <a:lnTo>
                  <a:pt x="4152900" y="3368040"/>
                </a:lnTo>
                <a:lnTo>
                  <a:pt x="4152900" y="3489960"/>
                </a:lnTo>
                <a:lnTo>
                  <a:pt x="3909059" y="3489960"/>
                </a:lnTo>
                <a:lnTo>
                  <a:pt x="3909059" y="3977640"/>
                </a:lnTo>
                <a:lnTo>
                  <a:pt x="4152900" y="3977640"/>
                </a:lnTo>
                <a:lnTo>
                  <a:pt x="4152900" y="6858000"/>
                </a:lnTo>
                <a:lnTo>
                  <a:pt x="0" y="6858000"/>
                </a:lnTo>
                <a:close/>
              </a:path>
            </a:pathLst>
          </a:custGeom>
          <a:pattFill prst="wdUpDiag">
            <a:fgClr>
              <a:schemeClr val="bg1">
                <a:lumMod val="50000"/>
              </a:schemeClr>
            </a:fgClr>
            <a:bgClr>
              <a:schemeClr val="bg1">
                <a:lumMod val="65000"/>
              </a:schemeClr>
            </a:bgClr>
          </a:pattFill>
        </p:spPr>
        <p:txBody>
          <a:bodyPr vert="horz" wrap="square" lIns="0" tIns="0" rIns="0" bIns="1097280" rtlCol="0" anchor="ctr" anchorCtr="0">
            <a:noAutofit/>
          </a:bodyPr>
          <a:lstStyle>
            <a:lvl1pPr>
              <a:defRPr lang="en-US" sz="1940"/>
            </a:lvl1pPr>
          </a:lstStyle>
          <a:p>
            <a:pPr marL="0" lvl="0" indent="0" algn="ctr">
              <a:buNone/>
            </a:pPr>
            <a:r>
              <a:rPr lang="en-US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193370150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616">
          <p15:clr>
            <a:srgbClr val="FBAE40"/>
          </p15:clr>
        </p15:guide>
      </p15:sldGuideLst>
    </p:ext>
  </p:extLst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ull frame pictur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3273DFC6-EBE5-3693-A5F6-7D80E89F44CB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0" y="0"/>
            <a:ext cx="12191987" cy="6858000"/>
          </a:xfrm>
          <a:custGeom>
            <a:avLst/>
            <a:gdLst>
              <a:gd name="connsiteX0" fmla="*/ 0 w 12191987"/>
              <a:gd name="connsiteY0" fmla="*/ 0 h 6858000"/>
              <a:gd name="connsiteX1" fmla="*/ 12191987 w 12191987"/>
              <a:gd name="connsiteY1" fmla="*/ 0 h 6858000"/>
              <a:gd name="connsiteX2" fmla="*/ 12191987 w 12191987"/>
              <a:gd name="connsiteY2" fmla="*/ 1236663 h 6858000"/>
              <a:gd name="connsiteX3" fmla="*/ 11734791 w 12191987"/>
              <a:gd name="connsiteY3" fmla="*/ 1236663 h 6858000"/>
              <a:gd name="connsiteX4" fmla="*/ 11734791 w 12191987"/>
              <a:gd name="connsiteY4" fmla="*/ 3184335 h 6858000"/>
              <a:gd name="connsiteX5" fmla="*/ 12191987 w 12191987"/>
              <a:gd name="connsiteY5" fmla="*/ 3184335 h 6858000"/>
              <a:gd name="connsiteX6" fmla="*/ 12191987 w 12191987"/>
              <a:gd name="connsiteY6" fmla="*/ 3673665 h 6858000"/>
              <a:gd name="connsiteX7" fmla="*/ 11734791 w 12191987"/>
              <a:gd name="connsiteY7" fmla="*/ 3673665 h 6858000"/>
              <a:gd name="connsiteX8" fmla="*/ 11734791 w 12191987"/>
              <a:gd name="connsiteY8" fmla="*/ 5621337 h 6858000"/>
              <a:gd name="connsiteX9" fmla="*/ 12191987 w 12191987"/>
              <a:gd name="connsiteY9" fmla="*/ 5621337 h 6858000"/>
              <a:gd name="connsiteX10" fmla="*/ 12191987 w 12191987"/>
              <a:gd name="connsiteY10" fmla="*/ 6858000 h 6858000"/>
              <a:gd name="connsiteX11" fmla="*/ 0 w 12191987"/>
              <a:gd name="connsiteY11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191987" h="6858000">
                <a:moveTo>
                  <a:pt x="0" y="0"/>
                </a:moveTo>
                <a:lnTo>
                  <a:pt x="12191987" y="0"/>
                </a:lnTo>
                <a:lnTo>
                  <a:pt x="12191987" y="1236663"/>
                </a:lnTo>
                <a:lnTo>
                  <a:pt x="11734791" y="1236663"/>
                </a:lnTo>
                <a:lnTo>
                  <a:pt x="11734791" y="3184335"/>
                </a:lnTo>
                <a:lnTo>
                  <a:pt x="12191987" y="3184335"/>
                </a:lnTo>
                <a:lnTo>
                  <a:pt x="12191987" y="3673665"/>
                </a:lnTo>
                <a:lnTo>
                  <a:pt x="11734791" y="3673665"/>
                </a:lnTo>
                <a:lnTo>
                  <a:pt x="11734791" y="5621337"/>
                </a:lnTo>
                <a:lnTo>
                  <a:pt x="12191987" y="5621337"/>
                </a:lnTo>
                <a:lnTo>
                  <a:pt x="12191987" y="6858000"/>
                </a:lnTo>
                <a:lnTo>
                  <a:pt x="0" y="6858000"/>
                </a:lnTo>
                <a:close/>
              </a:path>
            </a:pathLst>
          </a:custGeom>
          <a:pattFill prst="wdUpDiag">
            <a:fgClr>
              <a:schemeClr val="bg1">
                <a:lumMod val="50000"/>
              </a:schemeClr>
            </a:fgClr>
            <a:bgClr>
              <a:schemeClr val="bg1">
                <a:lumMod val="65000"/>
              </a:schemeClr>
            </a:bgClr>
          </a:pattFill>
        </p:spPr>
        <p:txBody>
          <a:bodyPr vert="horz" lIns="0" tIns="0" rIns="0" bIns="1097280" rtlCol="0" anchor="ctr" anchorCtr="0">
            <a:noAutofit/>
          </a:bodyPr>
          <a:lstStyle>
            <a:lvl1pPr>
              <a:defRPr lang="en-US" sz="1940" dirty="0"/>
            </a:lvl1pPr>
          </a:lstStyle>
          <a:p>
            <a:pPr marL="0" lvl="0" indent="0" algn="ctr">
              <a:buNone/>
            </a:pPr>
            <a:r>
              <a:rPr lang="en-US"/>
              <a:t>Click icon to add picture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0780E0A-C492-F241-8FA4-AB289247DDE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7E6ECBBE-ACC3-48EB-9F88-A771FEACBB2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BC81F0C1-4E95-E39F-AF03-956888AC2943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72958173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3">
            <a:extLst>
              <a:ext uri="{FF2B5EF4-FFF2-40B4-BE49-F238E27FC236}">
                <a16:creationId xmlns:a16="http://schemas.microsoft.com/office/drawing/2014/main" id="{AECDF938-0708-3328-63E3-76A5CBCE909A}"/>
              </a:ext>
            </a:extLst>
          </p:cNvPr>
          <p:cNvSpPr txBox="1">
            <a:spLocks/>
          </p:cNvSpPr>
          <p:nvPr userDrawn="1"/>
        </p:nvSpPr>
        <p:spPr>
          <a:xfrm>
            <a:off x="10049522" y="6386296"/>
            <a:ext cx="1447060" cy="365125"/>
          </a:xfrm>
          <a:prstGeom prst="rect">
            <a:avLst/>
          </a:prstGeom>
        </p:spPr>
        <p:txBody>
          <a:bodyPr vert="horz" lIns="91440" tIns="45720" rIns="91440" bIns="45720" rtlCol="0" anchor="t"/>
          <a:lstStyle>
            <a:defPPr>
              <a:defRPr lang="en-US"/>
            </a:defPPr>
            <a:lvl1pPr marL="0" algn="r" defTabSz="914400" rtl="0" eaLnBrk="1" latinLnBrk="0" hangingPunct="1">
              <a:defRPr sz="85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5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   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51F5E1C-D93C-7011-9DF2-7F18C029267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E6ECBBE-ACC3-48EB-9F88-A771FEACBB2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3" name="Text Placeholder 19">
            <a:extLst>
              <a:ext uri="{FF2B5EF4-FFF2-40B4-BE49-F238E27FC236}">
                <a16:creationId xmlns:a16="http://schemas.microsoft.com/office/drawing/2014/main" id="{3A898A74-2C1E-FC4E-98BC-5AD3A4F0E4BD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2743200" y="1638300"/>
            <a:ext cx="6675120" cy="3528229"/>
          </a:xfrm>
          <a:prstGeom prst="rect">
            <a:avLst/>
          </a:prstGeom>
        </p:spPr>
        <p:txBody>
          <a:bodyPr wrap="square" anchor="t" anchorCtr="0">
            <a:noAutofit/>
          </a:bodyPr>
          <a:lstStyle>
            <a:lvl1pPr marL="274320" indent="-274320">
              <a:lnSpc>
                <a:spcPct val="100000"/>
              </a:lnSpc>
              <a:spcBef>
                <a:spcPts val="0"/>
              </a:spcBef>
              <a:buNone/>
              <a:defRPr sz="3600">
                <a:solidFill>
                  <a:schemeClr val="tx1"/>
                </a:solidFill>
                <a:latin typeface="Arial Black" panose="020B0A04020102020204" pitchFamily="34" charset="0"/>
              </a:defRPr>
            </a:lvl1pPr>
            <a:lvl2pPr marL="228600" indent="-228600">
              <a:lnSpc>
                <a:spcPct val="100000"/>
              </a:lnSpc>
              <a:spcBef>
                <a:spcPts val="0"/>
              </a:spcBef>
              <a:buNone/>
              <a:defRPr sz="3600">
                <a:solidFill>
                  <a:schemeClr val="bg2"/>
                </a:solidFill>
                <a:latin typeface="+mj-lt"/>
              </a:defRPr>
            </a:lvl2pPr>
            <a:lvl3pPr marL="228600" indent="-228600">
              <a:lnSpc>
                <a:spcPct val="100000"/>
              </a:lnSpc>
              <a:spcBef>
                <a:spcPts val="0"/>
              </a:spcBef>
              <a:buNone/>
              <a:defRPr sz="3600">
                <a:solidFill>
                  <a:schemeClr val="bg2"/>
                </a:solidFill>
                <a:latin typeface="+mj-lt"/>
              </a:defRPr>
            </a:lvl3pPr>
            <a:lvl4pPr marL="228600" indent="-228600">
              <a:lnSpc>
                <a:spcPct val="100000"/>
              </a:lnSpc>
              <a:spcBef>
                <a:spcPts val="0"/>
              </a:spcBef>
              <a:buNone/>
              <a:defRPr sz="3600">
                <a:solidFill>
                  <a:schemeClr val="bg2"/>
                </a:solidFill>
                <a:latin typeface="+mj-lt"/>
              </a:defRPr>
            </a:lvl4pPr>
            <a:lvl5pPr marL="228600" indent="-228600">
              <a:lnSpc>
                <a:spcPct val="100000"/>
              </a:lnSpc>
              <a:spcBef>
                <a:spcPts val="0"/>
              </a:spcBef>
              <a:buNone/>
              <a:defRPr sz="3600">
                <a:solidFill>
                  <a:schemeClr val="bg2"/>
                </a:solidFill>
                <a:latin typeface="+mj-lt"/>
              </a:defRPr>
            </a:lvl5pPr>
            <a:lvl6pPr marL="228600" indent="-228600">
              <a:lnSpc>
                <a:spcPct val="100000"/>
              </a:lnSpc>
              <a:spcBef>
                <a:spcPts val="0"/>
              </a:spcBef>
              <a:buNone/>
              <a:defRPr sz="3600">
                <a:solidFill>
                  <a:schemeClr val="bg2"/>
                </a:solidFill>
                <a:latin typeface="+mj-lt"/>
              </a:defRPr>
            </a:lvl6pPr>
            <a:lvl7pPr marL="228600" indent="-228600">
              <a:lnSpc>
                <a:spcPct val="100000"/>
              </a:lnSpc>
              <a:spcBef>
                <a:spcPts val="0"/>
              </a:spcBef>
              <a:buNone/>
              <a:defRPr sz="3600">
                <a:solidFill>
                  <a:schemeClr val="bg2"/>
                </a:solidFill>
                <a:latin typeface="+mj-lt"/>
              </a:defRPr>
            </a:lvl7pPr>
            <a:lvl8pPr marL="228600" indent="-228600">
              <a:lnSpc>
                <a:spcPct val="100000"/>
              </a:lnSpc>
              <a:spcBef>
                <a:spcPts val="0"/>
              </a:spcBef>
              <a:buNone/>
              <a:defRPr sz="3600">
                <a:solidFill>
                  <a:schemeClr val="bg2"/>
                </a:solidFill>
                <a:latin typeface="+mj-lt"/>
              </a:defRPr>
            </a:lvl8pPr>
            <a:lvl9pPr marL="228600" indent="-228600">
              <a:lnSpc>
                <a:spcPct val="100000"/>
              </a:lnSpc>
              <a:spcBef>
                <a:spcPts val="0"/>
              </a:spcBef>
              <a:buNone/>
              <a:defRPr sz="3600">
                <a:solidFill>
                  <a:schemeClr val="bg2"/>
                </a:solidFill>
                <a:latin typeface="+mj-lt"/>
              </a:defRPr>
            </a:lvl9pPr>
          </a:lstStyle>
          <a:p>
            <a:pPr lvl="0"/>
            <a:r>
              <a:t>“Click to add </a:t>
            </a:r>
            <a:r>
              <a:rPr lang="en-US"/>
              <a:t>quo</a:t>
            </a:r>
            <a:r>
              <a:t>te.”</a:t>
            </a:r>
          </a:p>
        </p:txBody>
      </p:sp>
      <p:sp>
        <p:nvSpPr>
          <p:cNvPr id="5" name="Text Placeholder 19">
            <a:extLst>
              <a:ext uri="{FF2B5EF4-FFF2-40B4-BE49-F238E27FC236}">
                <a16:creationId xmlns:a16="http://schemas.microsoft.com/office/drawing/2014/main" id="{2D89332A-F9F5-3532-A1C3-F9D453A959D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743199" y="5394960"/>
            <a:ext cx="6721929" cy="364848"/>
          </a:xfrm>
          <a:prstGeom prst="rect">
            <a:avLst/>
          </a:prstGeom>
        </p:spPr>
        <p:txBody>
          <a:bodyPr lIns="274320" anchor="t" anchorCtr="0">
            <a:noAutofit/>
          </a:bodyPr>
          <a:lstStyle>
            <a:lvl1pPr marL="365760" indent="-365760">
              <a:lnSpc>
                <a:spcPct val="100000"/>
              </a:lnSpc>
              <a:spcBef>
                <a:spcPts val="0"/>
              </a:spcBef>
              <a:buClrTx/>
              <a:buFont typeface="Aptos" panose="020B0004020202020204" pitchFamily="34" charset="0"/>
              <a:buChar char="—"/>
              <a:defRPr sz="2000" i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0" indent="0">
              <a:lnSpc>
                <a:spcPct val="100000"/>
              </a:lnSpc>
              <a:spcBef>
                <a:spcPts val="0"/>
              </a:spcBef>
              <a:buNone/>
              <a:defRPr sz="2000">
                <a:solidFill>
                  <a:schemeClr val="bg2"/>
                </a:solidFill>
                <a:latin typeface="+mn-lt"/>
              </a:defRPr>
            </a:lvl2pPr>
            <a:lvl3pPr marL="0" indent="0">
              <a:lnSpc>
                <a:spcPct val="100000"/>
              </a:lnSpc>
              <a:spcBef>
                <a:spcPts val="0"/>
              </a:spcBef>
              <a:buNone/>
              <a:defRPr sz="2000">
                <a:solidFill>
                  <a:schemeClr val="bg2"/>
                </a:solidFill>
                <a:latin typeface="+mn-lt"/>
              </a:defRPr>
            </a:lvl3pPr>
            <a:lvl4pPr marL="0" indent="0">
              <a:lnSpc>
                <a:spcPct val="100000"/>
              </a:lnSpc>
              <a:spcBef>
                <a:spcPts val="0"/>
              </a:spcBef>
              <a:buNone/>
              <a:defRPr sz="2000">
                <a:solidFill>
                  <a:schemeClr val="bg2"/>
                </a:solidFill>
                <a:latin typeface="+mn-lt"/>
              </a:defRPr>
            </a:lvl4pPr>
            <a:lvl5pPr marL="0" indent="0">
              <a:lnSpc>
                <a:spcPct val="100000"/>
              </a:lnSpc>
              <a:spcBef>
                <a:spcPts val="0"/>
              </a:spcBef>
              <a:buNone/>
              <a:defRPr sz="2000">
                <a:solidFill>
                  <a:schemeClr val="bg2"/>
                </a:solidFill>
                <a:latin typeface="+mn-lt"/>
              </a:defRPr>
            </a:lvl5pPr>
            <a:lvl6pPr marL="0" indent="0">
              <a:lnSpc>
                <a:spcPct val="100000"/>
              </a:lnSpc>
              <a:spcBef>
                <a:spcPts val="0"/>
              </a:spcBef>
              <a:buNone/>
              <a:defRPr sz="2000">
                <a:latin typeface="+mn-lt"/>
              </a:defRPr>
            </a:lvl6pPr>
            <a:lvl7pPr marL="0" indent="0">
              <a:lnSpc>
                <a:spcPct val="100000"/>
              </a:lnSpc>
              <a:spcBef>
                <a:spcPts val="0"/>
              </a:spcBef>
              <a:buNone/>
              <a:defRPr sz="2000">
                <a:latin typeface="+mn-lt"/>
              </a:defRPr>
            </a:lvl7pPr>
            <a:lvl8pPr marL="0" indent="0">
              <a:lnSpc>
                <a:spcPct val="100000"/>
              </a:lnSpc>
              <a:spcBef>
                <a:spcPts val="0"/>
              </a:spcBef>
              <a:buNone/>
              <a:defRPr sz="2000">
                <a:latin typeface="+mn-lt"/>
              </a:defRPr>
            </a:lvl8pPr>
            <a:lvl9pPr marL="0" indent="0">
              <a:lnSpc>
                <a:spcPct val="100000"/>
              </a:lnSpc>
              <a:spcBef>
                <a:spcPts val="0"/>
              </a:spcBef>
              <a:buNone/>
              <a:defRPr sz="2000">
                <a:latin typeface="+mn-lt"/>
              </a:defRPr>
            </a:lvl9pPr>
          </a:lstStyle>
          <a:p>
            <a:pPr lvl="0"/>
            <a:r>
              <a:rPr lang="en-US"/>
              <a:t>Author name</a:t>
            </a:r>
            <a:endParaRPr/>
          </a:p>
        </p:txBody>
      </p:sp>
      <p:pic>
        <p:nvPicPr>
          <p:cNvPr id="6" name="Graphic 5">
            <a:extLst>
              <a:ext uri="{FF2B5EF4-FFF2-40B4-BE49-F238E27FC236}">
                <a16:creationId xmlns:a16="http://schemas.microsoft.com/office/drawing/2014/main" id="{2D5AE003-154F-FAB2-2895-ACFFC33E748A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0" y="1691471"/>
            <a:ext cx="1544470" cy="3475058"/>
          </a:xfrm>
          <a:prstGeom prst="rect">
            <a:avLst/>
          </a:prstGeom>
        </p:spPr>
      </p:pic>
      <p:sp>
        <p:nvSpPr>
          <p:cNvPr id="7" name="Footer Placeholder 6">
            <a:extLst>
              <a:ext uri="{FF2B5EF4-FFF2-40B4-BE49-F238E27FC236}">
                <a16:creationId xmlns:a16="http://schemas.microsoft.com/office/drawing/2014/main" id="{2BDFF06B-62A1-2C65-A5AA-1A9D42598C25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39948891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los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graphic">
            <a:extLst>
              <a:ext uri="{FF2B5EF4-FFF2-40B4-BE49-F238E27FC236}">
                <a16:creationId xmlns:a16="http://schemas.microsoft.com/office/drawing/2014/main" id="{564BBBC5-D604-2374-9589-3CBD8F4EC28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/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1" b="7"/>
          <a:stretch>
            <a:fillRect/>
          </a:stretch>
        </p:blipFill>
        <p:spPr>
          <a:xfrm>
            <a:off x="0" y="0"/>
            <a:ext cx="8944946" cy="6857519"/>
          </a:xfrm>
          <a:prstGeom prst="rect">
            <a:avLst/>
          </a:prstGeom>
        </p:spPr>
      </p:pic>
      <p:sp>
        <p:nvSpPr>
          <p:cNvPr id="5" name="overlay">
            <a:extLst>
              <a:ext uri="{FF2B5EF4-FFF2-40B4-BE49-F238E27FC236}">
                <a16:creationId xmlns:a16="http://schemas.microsoft.com/office/drawing/2014/main" id="{F88A9A67-4703-E3D9-223F-B23DFC345D1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385"/>
            <a:ext cx="8945293" cy="6857615"/>
          </a:xfrm>
          <a:custGeom>
            <a:avLst/>
            <a:gdLst/>
            <a:ahLst/>
            <a:cxnLst/>
            <a:rect l="l" t="t" r="r" b="b"/>
            <a:pathLst>
              <a:path w="14750415" h="11308080">
                <a:moveTo>
                  <a:pt x="14749844" y="0"/>
                </a:moveTo>
                <a:lnTo>
                  <a:pt x="9265755" y="0"/>
                </a:lnTo>
                <a:lnTo>
                  <a:pt x="9265755" y="2420620"/>
                </a:lnTo>
                <a:lnTo>
                  <a:pt x="9265755" y="8887460"/>
                </a:lnTo>
                <a:lnTo>
                  <a:pt x="2798330" y="8887460"/>
                </a:lnTo>
                <a:lnTo>
                  <a:pt x="2798330" y="2420620"/>
                </a:lnTo>
                <a:lnTo>
                  <a:pt x="9265755" y="2420620"/>
                </a:lnTo>
                <a:lnTo>
                  <a:pt x="9265755" y="0"/>
                </a:lnTo>
                <a:lnTo>
                  <a:pt x="0" y="0"/>
                </a:lnTo>
                <a:lnTo>
                  <a:pt x="0" y="2420620"/>
                </a:lnTo>
                <a:lnTo>
                  <a:pt x="0" y="8887460"/>
                </a:lnTo>
                <a:lnTo>
                  <a:pt x="0" y="11308067"/>
                </a:lnTo>
                <a:lnTo>
                  <a:pt x="14749844" y="11308067"/>
                </a:lnTo>
                <a:lnTo>
                  <a:pt x="14749844" y="8887460"/>
                </a:lnTo>
                <a:lnTo>
                  <a:pt x="14749844" y="2420620"/>
                </a:lnTo>
                <a:lnTo>
                  <a:pt x="14749844" y="2420035"/>
                </a:lnTo>
                <a:lnTo>
                  <a:pt x="14749844" y="0"/>
                </a:lnTo>
                <a:close/>
              </a:path>
            </a:pathLst>
          </a:custGeom>
          <a:solidFill>
            <a:srgbClr val="1C1B1A">
              <a:alpha val="34999"/>
            </a:srgbClr>
          </a:solidFill>
        </p:spPr>
        <p:txBody>
          <a:bodyPr wrap="square" lIns="0" tIns="0" rIns="0" bIns="0" rtlCol="0"/>
          <a:lstStyle/>
          <a:p>
            <a:endParaRPr sz="1092">
              <a:latin typeface="Arial" panose="020B0604020202020204" pitchFamily="34" charset="0"/>
            </a:endParaRP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380663BB-CCB9-AFD0-331C-40DB165B244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b="-160"/>
          <a:stretch/>
        </p:blipFill>
        <p:spPr>
          <a:xfrm>
            <a:off x="6559653" y="1447322"/>
            <a:ext cx="2385295" cy="3917931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66AD7CB7-4C3B-1FC3-D5C3-1919C118B248}"/>
              </a:ext>
            </a:extLst>
          </p:cNvPr>
          <p:cNvSpPr txBox="1"/>
          <p:nvPr userDrawn="1"/>
        </p:nvSpPr>
        <p:spPr>
          <a:xfrm>
            <a:off x="9326880" y="1371600"/>
            <a:ext cx="2377440" cy="44794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algn="l">
              <a:spcAft>
                <a:spcPts val="800"/>
              </a:spcAft>
            </a:pPr>
            <a:r>
              <a:rPr sz="3000" kern="0">
                <a:solidFill>
                  <a:schemeClr val="tx1"/>
                </a:solidFill>
                <a:latin typeface="Arial Black" panose="020B0A04020102020204" pitchFamily="34" charset="0"/>
              </a:rPr>
              <a:t>Thank </a:t>
            </a:r>
            <a:r>
              <a:rPr lang="en-US" sz="3000" kern="0">
                <a:solidFill>
                  <a:schemeClr val="tx1"/>
                </a:solidFill>
                <a:latin typeface="Arial Black" panose="020B0A04020102020204" pitchFamily="34" charset="0"/>
              </a:rPr>
              <a:t>y</a:t>
            </a:r>
            <a:r>
              <a:rPr sz="3000" kern="0">
                <a:solidFill>
                  <a:schemeClr val="tx1"/>
                </a:solidFill>
                <a:latin typeface="Arial Black" panose="020B0A04020102020204" pitchFamily="34" charset="0"/>
              </a:rPr>
              <a:t>ou</a:t>
            </a:r>
          </a:p>
        </p:txBody>
      </p:sp>
      <p:pic>
        <p:nvPicPr>
          <p:cNvPr id="4" name="Graphic 3">
            <a:extLst>
              <a:ext uri="{FF2B5EF4-FFF2-40B4-BE49-F238E27FC236}">
                <a16:creationId xmlns:a16="http://schemas.microsoft.com/office/drawing/2014/main" id="{C80AE2A1-D849-DCB6-CC70-E42FF18C8BC9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81000" y="5867400"/>
            <a:ext cx="3414116" cy="666750"/>
          </a:xfrm>
          <a:prstGeom prst="rect">
            <a:avLst/>
          </a:prstGeom>
        </p:spPr>
      </p:pic>
      <p:sp>
        <p:nvSpPr>
          <p:cNvPr id="7" name="Footer Placeholder 6">
            <a:extLst>
              <a:ext uri="{FF2B5EF4-FFF2-40B4-BE49-F238E27FC236}">
                <a16:creationId xmlns:a16="http://schemas.microsoft.com/office/drawing/2014/main" id="{B593F51B-947C-2388-8782-524F31D8AC5E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21" name="Slide Number Placeholder 20">
            <a:extLst>
              <a:ext uri="{FF2B5EF4-FFF2-40B4-BE49-F238E27FC236}">
                <a16:creationId xmlns:a16="http://schemas.microsoft.com/office/drawing/2014/main" id="{A6D5ACB5-44AF-B884-6042-951BA6A83A73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7E6ECBBE-ACC3-48EB-9F88-A771FEACBB2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AC36CB11-C908-8054-1709-8D03C8A63575}"/>
              </a:ext>
            </a:extLst>
          </p:cNvPr>
          <p:cNvSpPr txBox="1"/>
          <p:nvPr userDrawn="1"/>
        </p:nvSpPr>
        <p:spPr>
          <a:xfrm>
            <a:off x="9326880" y="2158999"/>
            <a:ext cx="2268571" cy="404301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noAutofit/>
          </a:bodyPr>
          <a:lstStyle/>
          <a:p>
            <a:pPr lvl="0">
              <a:spcAft>
                <a:spcPts val="800"/>
              </a:spcAft>
            </a:pPr>
            <a:r>
              <a:rPr lang="en-US" sz="1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The information contained in this document may include GlobalFoundries confidential information and/or information that is the property of </a:t>
            </a:r>
            <a:br>
              <a:rPr lang="en-US" sz="1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en-US" sz="1000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GF’s</a:t>
            </a:r>
            <a:r>
              <a:rPr lang="en-US" sz="1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licensors.</a:t>
            </a:r>
          </a:p>
          <a:p>
            <a:pPr lvl="0">
              <a:spcAft>
                <a:spcPts val="800"/>
              </a:spcAft>
            </a:pPr>
            <a:r>
              <a:rPr lang="en-US" sz="1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This document is for informational purposes only, is current only as of the date of publication and is subject to change by GlobalFoundries at any time.</a:t>
            </a:r>
          </a:p>
          <a:p>
            <a:pPr lvl="0">
              <a:spcAft>
                <a:spcPts val="800"/>
              </a:spcAft>
            </a:pPr>
            <a:r>
              <a:rPr lang="en-US" sz="1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GlobalFoundries</a:t>
            </a:r>
            <a:r>
              <a:rPr lang="en-US" sz="1000" baseline="30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®</a:t>
            </a:r>
            <a:r>
              <a:rPr lang="en-US" sz="1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the GlobalFoundries logo and combinations thereof are trademarks of GlobalFoundries Inc. </a:t>
            </a:r>
            <a:br>
              <a:rPr lang="en-US" sz="1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en-US" sz="1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 the United States and/or other jurisdictions. Other product or service names are for identification only and may be trademarks or service marks </a:t>
            </a:r>
            <a:br>
              <a:rPr lang="en-US" sz="1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en-US" sz="1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of their respective owners.</a:t>
            </a:r>
          </a:p>
          <a:p>
            <a:pPr lvl="0">
              <a:spcAft>
                <a:spcPts val="800"/>
              </a:spcAft>
            </a:pPr>
            <a:r>
              <a:rPr lang="en-US" sz="1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© GlobalFoundries Inc. 2026. </a:t>
            </a:r>
            <a:br>
              <a:rPr lang="en-US" sz="1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en-US" sz="1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All rights reserved.</a:t>
            </a:r>
          </a:p>
          <a:p>
            <a:pPr lvl="0">
              <a:spcAft>
                <a:spcPts val="800"/>
              </a:spcAft>
            </a:pPr>
            <a:r>
              <a:rPr lang="en-US" sz="1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Do not copy or redistribute, in whole </a:t>
            </a:r>
            <a:br>
              <a:rPr lang="en-US" sz="1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en-US" sz="1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or in part, except as expressly permitted by GlobalFoundries.</a:t>
            </a:r>
            <a:endParaRPr sz="1000" kern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34716894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pecialty Layouts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D215BD70-32AA-D6EF-FA94-79387B1D6AE6}"/>
              </a:ext>
            </a:extLst>
          </p:cNvPr>
          <p:cNvSpPr txBox="1"/>
          <p:nvPr/>
        </p:nvSpPr>
        <p:spPr>
          <a:xfrm>
            <a:off x="773430" y="1259175"/>
            <a:ext cx="10645140" cy="43396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3800">
                <a:solidFill>
                  <a:schemeClr val="tx1"/>
                </a:solidFill>
              </a:rPr>
              <a:t>END OF LAYOUTS</a:t>
            </a:r>
            <a:endParaRPr sz="13800">
              <a:solidFill>
                <a:schemeClr val="tx1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695D7CFD-AA4D-4549-AFB7-33AE2F63CEC5}"/>
              </a:ext>
            </a:extLst>
          </p:cNvPr>
          <p:cNvSpPr txBox="1"/>
          <p:nvPr userDrawn="1"/>
        </p:nvSpPr>
        <p:spPr>
          <a:xfrm>
            <a:off x="773430" y="5577840"/>
            <a:ext cx="10645140" cy="128016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/>
            <a:r>
              <a:rPr lang="en-US" sz="3200" cap="all" baseline="0">
                <a:solidFill>
                  <a:schemeClr val="bg1"/>
                </a:solidFill>
              </a:rPr>
              <a:t>Layouts after this point are from previous outdated version – please do not use</a:t>
            </a:r>
          </a:p>
        </p:txBody>
      </p:sp>
    </p:spTree>
    <p:extLst>
      <p:ext uri="{BB962C8B-B14F-4D97-AF65-F5344CB8AC3E}">
        <p14:creationId xmlns:p14="http://schemas.microsoft.com/office/powerpoint/2010/main" val="242135816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34" Type="http://schemas.openxmlformats.org/officeDocument/2006/relationships/theme" Target="../theme/theme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image" Target="../media/image2.svg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image" Target="../media/image1.svg"/><Relationship Id="rId8" Type="http://schemas.openxmlformats.org/officeDocument/2006/relationships/slideLayout" Target="../slideLayouts/slideLayout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Graphic 6">
            <a:extLst>
              <a:ext uri="{FF2B5EF4-FFF2-40B4-BE49-F238E27FC236}">
                <a16:creationId xmlns:a16="http://schemas.microsoft.com/office/drawing/2014/main" id="{C392223E-2C59-CA90-7217-FB20BBD2C63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5"/>
              </a:ext>
            </a:extLst>
          </a:blip>
          <a:stretch>
            <a:fillRect/>
          </a:stretch>
        </p:blipFill>
        <p:spPr>
          <a:xfrm>
            <a:off x="381000" y="6459538"/>
            <a:ext cx="315958" cy="274320"/>
          </a:xfrm>
          <a:prstGeom prst="rect">
            <a:avLst/>
          </a:prstGeom>
        </p:spPr>
      </p:pic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EC1C5022-0CD7-58D8-7163-FB6E51B7329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1000" y="228600"/>
            <a:ext cx="11430000" cy="838200"/>
          </a:xfrm>
          <a:prstGeom prst="rect">
            <a:avLst/>
          </a:prstGeom>
        </p:spPr>
        <p:txBody>
          <a:bodyPr vert="horz" lIns="0" tIns="0" rIns="0" bIns="0" rtlCol="0" anchor="b" anchorCtr="0">
            <a:noAutofit/>
          </a:bodyPr>
          <a:lstStyle/>
          <a:p>
            <a:pPr marL="0" lvl="0"/>
            <a:r>
              <a:rPr lang="en-US"/>
              <a:t>Click to edit title style</a:t>
            </a:r>
            <a:endParaRPr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70D310E-B10B-65D0-D881-C833581323B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81000" y="1371600"/>
            <a:ext cx="11430000" cy="4664075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/>
              <a:t>Click to edit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5BB9D221-01F1-6EFC-6A15-7A9600F587D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77600" y="6459114"/>
            <a:ext cx="317851" cy="192024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algn="r">
              <a:defRPr sz="800" b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7E6ECBBE-ACC3-48EB-9F88-A771FEACBB2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3" name="Footer Placeholder 4">
            <a:extLst>
              <a:ext uri="{FF2B5EF4-FFF2-40B4-BE49-F238E27FC236}">
                <a16:creationId xmlns:a16="http://schemas.microsoft.com/office/drawing/2014/main" id="{1F8C4001-F3CC-9489-9438-FF3B192351B9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9417878" y="6459114"/>
            <a:ext cx="1783522" cy="192024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algn="r">
              <a:defRPr lang="en-US" sz="800" b="0" smtClean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pic>
        <p:nvPicPr>
          <p:cNvPr id="4" name="Graphic 3">
            <a:extLst>
              <a:ext uri="{FF2B5EF4-FFF2-40B4-BE49-F238E27FC236}">
                <a16:creationId xmlns:a16="http://schemas.microsoft.com/office/drawing/2014/main" id="{A6E59914-E225-87BD-8474-C7989CDFB6E0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>
            <a:off x="11699011" y="6457839"/>
            <a:ext cx="120109" cy="274321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016F2B88-D788-34DE-0F32-1EF2FC8A8411}"/>
              </a:ext>
            </a:extLst>
          </p:cNvPr>
          <p:cNvSpPr txBox="1"/>
          <p:nvPr userDrawn="1">
            <p:extLst>
              <p:ext uri="{1162E1C5-73C7-4A58-AE30-91384D911F3F}">
                <p184:classification xmlns:p184="http://schemas.microsoft.com/office/powerpoint/2018/4/main" val="ftr"/>
              </p:ext>
            </p:extLst>
          </p:nvPr>
        </p:nvSpPr>
        <p:spPr>
          <a:xfrm>
            <a:off x="5439537" y="6672580"/>
            <a:ext cx="1335088" cy="121920"/>
          </a:xfrm>
          <a:prstGeom prst="rect">
            <a:avLst/>
          </a:prstGeom>
        </p:spPr>
        <p:txBody>
          <a:bodyPr horzOverflow="overflow" lIns="0" tIns="0" rIns="0" bIns="0">
            <a:spAutoFit/>
          </a:bodyPr>
          <a:lstStyle/>
          <a:p>
            <a:pPr algn="l"/>
            <a:r>
              <a:rPr lang="en-US" sz="800">
                <a:solidFill>
                  <a:srgbClr val="000000">
                    <a:alpha val="50000"/>
                  </a:srgbClr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GF Confidential – Need to know</a:t>
            </a:r>
          </a:p>
        </p:txBody>
      </p:sp>
    </p:spTree>
    <p:extLst>
      <p:ext uri="{BB962C8B-B14F-4D97-AF65-F5344CB8AC3E}">
        <p14:creationId xmlns:p14="http://schemas.microsoft.com/office/powerpoint/2010/main" val="350032635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  <p:sldLayoutId id="2147483673" r:id="rId13"/>
    <p:sldLayoutId id="2147483674" r:id="rId14"/>
    <p:sldLayoutId id="2147483675" r:id="rId15"/>
    <p:sldLayoutId id="2147483676" r:id="rId16"/>
    <p:sldLayoutId id="2147483677" r:id="rId17"/>
    <p:sldLayoutId id="2147483678" r:id="rId18"/>
    <p:sldLayoutId id="2147483679" r:id="rId19"/>
    <p:sldLayoutId id="2147483680" r:id="rId20"/>
    <p:sldLayoutId id="2147483681" r:id="rId21"/>
    <p:sldLayoutId id="2147483682" r:id="rId22"/>
    <p:sldLayoutId id="2147483683" r:id="rId23"/>
    <p:sldLayoutId id="2147483684" r:id="rId24"/>
    <p:sldLayoutId id="2147483685" r:id="rId25"/>
    <p:sldLayoutId id="2147483686" r:id="rId26"/>
    <p:sldLayoutId id="2147483687" r:id="rId27"/>
    <p:sldLayoutId id="2147483688" r:id="rId28"/>
    <p:sldLayoutId id="2147483689" r:id="rId29"/>
    <p:sldLayoutId id="2147483690" r:id="rId30"/>
    <p:sldLayoutId id="2147483691" r:id="rId31"/>
    <p:sldLayoutId id="2147483692" r:id="rId32"/>
    <p:sldLayoutId id="2147483693" r:id="rId33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lang="en-US" sz="3200" b="1" kern="1200" dirty="0">
          <a:solidFill>
            <a:schemeClr val="tx1"/>
          </a:solidFill>
          <a:latin typeface="+mj-lt"/>
          <a:ea typeface="+mj-ea"/>
          <a:cs typeface="Arial" panose="020B0604020202020204" pitchFamily="34" charset="0"/>
        </a:defRPr>
      </a:lvl1pPr>
    </p:titleStyle>
    <p:bodyStyle>
      <a:lvl1pPr marL="230188" indent="-230188" algn="l" defTabSz="914400" rtl="0" eaLnBrk="1" latinLnBrk="0" hangingPunct="1">
        <a:lnSpc>
          <a:spcPct val="100000"/>
        </a:lnSpc>
        <a:spcBef>
          <a:spcPts val="1200"/>
        </a:spcBef>
        <a:buClr>
          <a:schemeClr val="accent1"/>
        </a:buClr>
        <a:buFont typeface="Wingdings" panose="05000000000000000000" pitchFamily="2" charset="2"/>
        <a:buChar char="§"/>
        <a:defRPr sz="2000" kern="1200">
          <a:solidFill>
            <a:schemeClr val="tx1"/>
          </a:solidFill>
          <a:latin typeface="+mn-lt"/>
          <a:ea typeface="+mn-ea"/>
          <a:cs typeface="Arial" panose="020B0604020202020204" pitchFamily="34" charset="0"/>
        </a:defRPr>
      </a:lvl1pPr>
      <a:lvl2pPr marL="514350" indent="-239713" algn="l" defTabSz="914400" rtl="0" eaLnBrk="1" latinLnBrk="0" hangingPunct="1">
        <a:lnSpc>
          <a:spcPct val="100000"/>
        </a:lnSpc>
        <a:spcBef>
          <a:spcPts val="800"/>
        </a:spcBef>
        <a:buClr>
          <a:schemeClr val="tx2"/>
        </a:buClr>
        <a:buFont typeface="Aptos" panose="020B0004020202020204" pitchFamily="34" charset="0"/>
        <a:buChar char="–"/>
        <a:defRPr sz="1800" kern="1200">
          <a:solidFill>
            <a:schemeClr val="tx1"/>
          </a:solidFill>
          <a:latin typeface="+mn-lt"/>
          <a:ea typeface="+mn-ea"/>
          <a:cs typeface="Arial" panose="020B0604020202020204" pitchFamily="34" charset="0"/>
        </a:defRPr>
      </a:lvl2pPr>
      <a:lvl3pPr marL="744538" indent="-230188" algn="l" defTabSz="914400" rtl="0" eaLnBrk="1" latinLnBrk="0" hangingPunct="1">
        <a:lnSpc>
          <a:spcPct val="100000"/>
        </a:lnSpc>
        <a:spcBef>
          <a:spcPts val="800"/>
        </a:spcBef>
        <a:buClr>
          <a:schemeClr val="tx2"/>
        </a:buClr>
        <a:buSzPct val="80000"/>
        <a:buFont typeface="Wingdings" panose="05000000000000000000" pitchFamily="2" charset="2"/>
        <a:buChar char="§"/>
        <a:defRPr sz="1600" kern="1200">
          <a:solidFill>
            <a:schemeClr val="tx1"/>
          </a:solidFill>
          <a:latin typeface="+mn-lt"/>
          <a:ea typeface="+mn-ea"/>
          <a:cs typeface="Arial" panose="020B0604020202020204" pitchFamily="34" charset="0"/>
        </a:defRPr>
      </a:lvl3pPr>
      <a:lvl4pPr marL="969963" indent="-225425" algn="l" defTabSz="914400" rtl="0" eaLnBrk="1" latinLnBrk="0" hangingPunct="1">
        <a:lnSpc>
          <a:spcPct val="100000"/>
        </a:lnSpc>
        <a:spcBef>
          <a:spcPts val="800"/>
        </a:spcBef>
        <a:buClr>
          <a:schemeClr val="tx2"/>
        </a:buClr>
        <a:buFont typeface="Aptos" panose="020B0004020202020204" pitchFamily="34" charset="0"/>
        <a:buChar char="–"/>
        <a:defRPr sz="1600" kern="1200">
          <a:solidFill>
            <a:schemeClr val="tx1"/>
          </a:solidFill>
          <a:latin typeface="+mn-lt"/>
          <a:ea typeface="+mn-ea"/>
          <a:cs typeface="Arial" panose="020B0604020202020204" pitchFamily="34" charset="0"/>
        </a:defRPr>
      </a:lvl4pPr>
      <a:lvl5pPr marL="1198563" indent="-230188" algn="l" defTabSz="914400" rtl="0" eaLnBrk="1" latinLnBrk="0" hangingPunct="1">
        <a:lnSpc>
          <a:spcPct val="100000"/>
        </a:lnSpc>
        <a:spcBef>
          <a:spcPts val="800"/>
        </a:spcBef>
        <a:buClr>
          <a:schemeClr val="tx2"/>
        </a:buClr>
        <a:buSzPct val="80000"/>
        <a:buFont typeface="Wingdings" panose="05000000000000000000" pitchFamily="2" charset="2"/>
        <a:buChar char="§"/>
        <a:defRPr sz="1600" kern="1200">
          <a:solidFill>
            <a:schemeClr val="tx1"/>
          </a:solidFill>
          <a:latin typeface="+mn-lt"/>
          <a:ea typeface="+mn-ea"/>
          <a:cs typeface="Arial" panose="020B0604020202020204" pitchFamily="34" charset="0"/>
        </a:defRPr>
      </a:lvl5pPr>
      <a:lvl6pPr marL="731520" indent="-173736" algn="l" defTabSz="914400" rtl="0" eaLnBrk="1" latinLnBrk="0" hangingPunct="1">
        <a:lnSpc>
          <a:spcPct val="100000"/>
        </a:lnSpc>
        <a:spcBef>
          <a:spcPts val="1000"/>
        </a:spcBef>
        <a:buClr>
          <a:schemeClr val="accent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6pPr>
      <a:lvl7pPr marL="731520" indent="-173736" algn="l" defTabSz="914400" rtl="0" eaLnBrk="1" latinLnBrk="0" hangingPunct="1">
        <a:lnSpc>
          <a:spcPct val="100000"/>
        </a:lnSpc>
        <a:spcBef>
          <a:spcPts val="1000"/>
        </a:spcBef>
        <a:buClr>
          <a:schemeClr val="accent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7pPr>
      <a:lvl8pPr marL="731520" indent="-173736" algn="l" defTabSz="914400" rtl="0" eaLnBrk="1" latinLnBrk="0" hangingPunct="1">
        <a:lnSpc>
          <a:spcPct val="100000"/>
        </a:lnSpc>
        <a:spcBef>
          <a:spcPts val="1000"/>
        </a:spcBef>
        <a:buClr>
          <a:schemeClr val="accent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8pPr>
      <a:lvl9pPr marL="731520" indent="-173736" algn="l" defTabSz="914400" rtl="0" eaLnBrk="1" latinLnBrk="0" hangingPunct="1">
        <a:lnSpc>
          <a:spcPct val="100000"/>
        </a:lnSpc>
        <a:spcBef>
          <a:spcPts val="1000"/>
        </a:spcBef>
        <a:buClr>
          <a:schemeClr val="accent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/>
      </a:defPPr>
      <a:lvl1pPr marL="0" algn="l" defTabSz="914400" rtl="0" eaLnBrk="1" latinLnBrk="0" hangingPunct="1">
        <a:defRPr sz="16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6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6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6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6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3840">
          <p15:clr>
            <a:srgbClr val="F26B43"/>
          </p15:clr>
        </p15:guide>
        <p15:guide id="3" pos="240">
          <p15:clr>
            <a:srgbClr val="F26B43"/>
          </p15:clr>
        </p15:guide>
        <p15:guide id="6" orient="horz" pos="4069">
          <p15:clr>
            <a:srgbClr val="F26B43"/>
          </p15:clr>
        </p15:guide>
        <p15:guide id="8" pos="7440">
          <p15:clr>
            <a:srgbClr val="F26B43"/>
          </p15:clr>
        </p15:guide>
        <p15:guide id="9" orient="horz" pos="864">
          <p15:clr>
            <a:srgbClr val="F26B43"/>
          </p15:clr>
        </p15:guide>
        <p15:guide id="10" orient="horz" pos="3800">
          <p15:clr>
            <a:srgbClr val="F26B43"/>
          </p15:clr>
        </p15:guide>
        <p15:guide id="11" pos="7056">
          <p15:clr>
            <a:srgbClr val="F26B43"/>
          </p15:clr>
        </p15:guide>
        <p15:guide id="12" orient="horz" pos="607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8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8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8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8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8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8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8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8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8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8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8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8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8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8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8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8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8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8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8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8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678F0A34-B65D-4524-8C48-668CAC1207F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/>
              <a:t>Agenda</a:t>
            </a:r>
          </a:p>
        </p:txBody>
      </p:sp>
      <p:sp>
        <p:nvSpPr>
          <p:cNvPr id="20" name="Badge 1" descr="Number badge 1"/>
          <p:cNvSpPr/>
          <p:nvPr/>
        </p:nvSpPr>
        <p:spPr>
          <a:xfrm>
            <a:off x="548640" y="1554480"/>
            <a:ext cx="457200" cy="457200"/>
          </a:xfrm>
          <a:prstGeom prst="roundRect">
            <a:avLst>
              <a:gd name="adj" fmla="val 25000"/>
            </a:avLst>
          </a:prstGeom>
          <a:solidFill>
            <a:srgbClr val="FF6012"/>
          </a:solidFill>
          <a:ln>
            <a:noFill/>
          </a:ln>
        </p:spPr>
        <p:txBody>
          <a:bodyPr lIns="0" tIns="0" rIns="0" bIns="0" anchor="ctr"/>
          <a:lstStyle/>
          <a:p>
            <a:pPr algn="ctr">
              <a:buNone/>
            </a:pPr>
            <a:r>
              <a:rPr lang="en-US" sz="1600" b="1">
                <a:solidFill>
                  <a:srgbClr val="FFFFFF"/>
                </a:solidFill>
                <a:latin typeface="Poppins SemiBold"/>
              </a:rPr>
              <a:t>1</a:t>
            </a:r>
          </a:p>
        </p:txBody>
      </p:sp>
      <p:sp>
        <p:nvSpPr>
          <p:cNvPr id="21" name="Label 1" descr="Agenda item 1"/>
          <p:cNvSpPr txBox="1"/>
          <p:nvPr/>
        </p:nvSpPr>
        <p:spPr>
          <a:xfrm>
            <a:off x="1219200" y="1554480"/>
            <a:ext cx="4876800" cy="457200"/>
          </a:xfrm>
          <a:prstGeom prst="rect">
            <a:avLst/>
          </a:prstGeom>
          <a:noFill/>
        </p:spPr>
        <p:txBody>
          <a:bodyPr lIns="0" tIns="0" rIns="0" bIns="0" anchor="ctr"/>
          <a:lstStyle/>
          <a:p>
            <a:pPr algn="l">
              <a:buNone/>
            </a:pPr>
            <a:r>
              <a:rPr lang="en-US" sz="1800">
                <a:solidFill>
                  <a:srgbClr val="2F2F2F"/>
                </a:solidFill>
                <a:latin typeface="Arial"/>
              </a:rPr>
              <a:t>The AI Amnesia Problem</a:t>
            </a:r>
          </a:p>
        </p:txBody>
      </p:sp>
      <p:sp>
        <p:nvSpPr>
          <p:cNvPr id="22" name="Badge 2" descr="Number badge 2"/>
          <p:cNvSpPr/>
          <p:nvPr/>
        </p:nvSpPr>
        <p:spPr>
          <a:xfrm>
            <a:off x="548640" y="2743200"/>
            <a:ext cx="457200" cy="457200"/>
          </a:xfrm>
          <a:prstGeom prst="roundRect">
            <a:avLst>
              <a:gd name="adj" fmla="val 25000"/>
            </a:avLst>
          </a:prstGeom>
          <a:solidFill>
            <a:srgbClr val="FF6012"/>
          </a:solidFill>
          <a:ln>
            <a:noFill/>
          </a:ln>
        </p:spPr>
        <p:txBody>
          <a:bodyPr lIns="0" tIns="0" rIns="0" bIns="0" anchor="ctr"/>
          <a:lstStyle/>
          <a:p>
            <a:pPr algn="ctr">
              <a:buNone/>
            </a:pPr>
            <a:r>
              <a:rPr lang="en-US" sz="1600" b="1">
                <a:solidFill>
                  <a:srgbClr val="FFFFFF"/>
                </a:solidFill>
                <a:latin typeface="Poppins SemiBold"/>
              </a:rPr>
              <a:t>2</a:t>
            </a:r>
          </a:p>
        </p:txBody>
      </p:sp>
      <p:sp>
        <p:nvSpPr>
          <p:cNvPr id="23" name="Label 2" descr="Agenda item 2"/>
          <p:cNvSpPr txBox="1"/>
          <p:nvPr/>
        </p:nvSpPr>
        <p:spPr>
          <a:xfrm>
            <a:off x="1219200" y="2743200"/>
            <a:ext cx="4876800" cy="457200"/>
          </a:xfrm>
          <a:prstGeom prst="rect">
            <a:avLst/>
          </a:prstGeom>
          <a:noFill/>
        </p:spPr>
        <p:txBody>
          <a:bodyPr lIns="0" tIns="0" rIns="0" bIns="0" anchor="ctr"/>
          <a:lstStyle/>
          <a:p>
            <a:pPr algn="l">
              <a:buNone/>
            </a:pPr>
            <a:r>
              <a:rPr lang="en-US" sz="1800">
                <a:solidFill>
                  <a:srgbClr val="2F2F2F"/>
                </a:solidFill>
                <a:latin typeface="Arial"/>
              </a:rPr>
              <a:t>Why AI Agents Need Memory</a:t>
            </a:r>
          </a:p>
        </p:txBody>
      </p:sp>
      <p:sp>
        <p:nvSpPr>
          <p:cNvPr id="24" name="Badge 3" descr="Number badge 3"/>
          <p:cNvSpPr/>
          <p:nvPr/>
        </p:nvSpPr>
        <p:spPr>
          <a:xfrm>
            <a:off x="548640" y="3931920"/>
            <a:ext cx="457200" cy="457200"/>
          </a:xfrm>
          <a:prstGeom prst="roundRect">
            <a:avLst>
              <a:gd name="adj" fmla="val 25000"/>
            </a:avLst>
          </a:prstGeom>
          <a:solidFill>
            <a:srgbClr val="FF6012"/>
          </a:solidFill>
          <a:ln>
            <a:noFill/>
          </a:ln>
        </p:spPr>
        <p:txBody>
          <a:bodyPr lIns="0" tIns="0" rIns="0" bIns="0" anchor="ctr"/>
          <a:lstStyle/>
          <a:p>
            <a:pPr algn="ctr">
              <a:buNone/>
            </a:pPr>
            <a:r>
              <a:rPr lang="en-US" sz="1600" b="1">
                <a:solidFill>
                  <a:srgbClr val="FFFFFF"/>
                </a:solidFill>
                <a:latin typeface="Poppins SemiBold"/>
              </a:rPr>
              <a:t>3</a:t>
            </a:r>
          </a:p>
        </p:txBody>
      </p:sp>
      <p:sp>
        <p:nvSpPr>
          <p:cNvPr id="25" name="Label 3" descr="Agenda item 3"/>
          <p:cNvSpPr txBox="1"/>
          <p:nvPr/>
        </p:nvSpPr>
        <p:spPr>
          <a:xfrm>
            <a:off x="1219200" y="3931920"/>
            <a:ext cx="4876800" cy="457200"/>
          </a:xfrm>
          <a:prstGeom prst="rect">
            <a:avLst/>
          </a:prstGeom>
          <a:noFill/>
        </p:spPr>
        <p:txBody>
          <a:bodyPr lIns="0" tIns="0" rIns="0" bIns="0" anchor="ctr"/>
          <a:lstStyle/>
          <a:p>
            <a:pPr algn="l">
              <a:buNone/>
            </a:pPr>
            <a:r>
              <a:rPr lang="en-US" sz="1800">
                <a:solidFill>
                  <a:srgbClr val="2F2F2F"/>
                </a:solidFill>
                <a:latin typeface="Arial"/>
              </a:rPr>
              <a:t>Context Window vs Persistent Memory</a:t>
            </a:r>
          </a:p>
        </p:txBody>
      </p:sp>
      <p:sp>
        <p:nvSpPr>
          <p:cNvPr id="26" name="Badge 4" descr="Number badge 4"/>
          <p:cNvSpPr/>
          <p:nvPr/>
        </p:nvSpPr>
        <p:spPr>
          <a:xfrm>
            <a:off x="548640" y="5120640"/>
            <a:ext cx="457200" cy="457200"/>
          </a:xfrm>
          <a:prstGeom prst="roundRect">
            <a:avLst>
              <a:gd name="adj" fmla="val 25000"/>
            </a:avLst>
          </a:prstGeom>
          <a:solidFill>
            <a:srgbClr val="FF6012"/>
          </a:solidFill>
          <a:ln>
            <a:noFill/>
          </a:ln>
        </p:spPr>
        <p:txBody>
          <a:bodyPr lIns="0" tIns="0" rIns="0" bIns="0" anchor="ctr"/>
          <a:lstStyle/>
          <a:p>
            <a:pPr algn="ctr">
              <a:buNone/>
            </a:pPr>
            <a:r>
              <a:rPr lang="en-US" sz="1600" b="1">
                <a:solidFill>
                  <a:srgbClr val="FFFFFF"/>
                </a:solidFill>
                <a:latin typeface="Poppins SemiBold"/>
              </a:rPr>
              <a:t>4</a:t>
            </a:r>
          </a:p>
        </p:txBody>
      </p:sp>
      <p:sp>
        <p:nvSpPr>
          <p:cNvPr id="27" name="Label 4" descr="Agenda item 4"/>
          <p:cNvSpPr txBox="1"/>
          <p:nvPr/>
        </p:nvSpPr>
        <p:spPr>
          <a:xfrm>
            <a:off x="1219200" y="5120640"/>
            <a:ext cx="4876800" cy="457200"/>
          </a:xfrm>
          <a:prstGeom prst="rect">
            <a:avLst/>
          </a:prstGeom>
          <a:noFill/>
        </p:spPr>
        <p:txBody>
          <a:bodyPr lIns="0" tIns="0" rIns="0" bIns="0" anchor="ctr"/>
          <a:lstStyle/>
          <a:p>
            <a:pPr algn="l">
              <a:buNone/>
            </a:pPr>
            <a:r>
              <a:rPr lang="en-US" sz="1800">
                <a:solidFill>
                  <a:srgbClr val="2F2F2F"/>
                </a:solidFill>
                <a:latin typeface="Arial"/>
              </a:rPr>
              <a:t>Short-Term and Long-Term Memory</a:t>
            </a:r>
          </a:p>
        </p:txBody>
      </p:sp>
      <p:sp>
        <p:nvSpPr>
          <p:cNvPr id="28" name="Badge 5" descr="Number badge 5"/>
          <p:cNvSpPr/>
          <p:nvPr/>
        </p:nvSpPr>
        <p:spPr>
          <a:xfrm>
            <a:off x="6309360" y="1554480"/>
            <a:ext cx="457200" cy="457200"/>
          </a:xfrm>
          <a:prstGeom prst="roundRect">
            <a:avLst>
              <a:gd name="adj" fmla="val 25000"/>
            </a:avLst>
          </a:prstGeom>
          <a:solidFill>
            <a:srgbClr val="FF6012"/>
          </a:solidFill>
          <a:ln>
            <a:noFill/>
          </a:ln>
        </p:spPr>
        <p:txBody>
          <a:bodyPr lIns="0" tIns="0" rIns="0" bIns="0" anchor="ctr"/>
          <a:lstStyle/>
          <a:p>
            <a:pPr algn="ctr">
              <a:buNone/>
            </a:pPr>
            <a:r>
              <a:rPr lang="en-US" sz="1600" b="1">
                <a:solidFill>
                  <a:srgbClr val="FFFFFF"/>
                </a:solidFill>
                <a:latin typeface="Poppins SemiBold"/>
              </a:rPr>
              <a:t>5</a:t>
            </a:r>
          </a:p>
        </p:txBody>
      </p:sp>
      <p:sp>
        <p:nvSpPr>
          <p:cNvPr id="29" name="Label 5" descr="Agenda item 5"/>
          <p:cNvSpPr txBox="1"/>
          <p:nvPr/>
        </p:nvSpPr>
        <p:spPr>
          <a:xfrm>
            <a:off x="6979920" y="1554480"/>
            <a:ext cx="4663440" cy="457200"/>
          </a:xfrm>
          <a:prstGeom prst="rect">
            <a:avLst/>
          </a:prstGeom>
          <a:noFill/>
        </p:spPr>
        <p:txBody>
          <a:bodyPr lIns="0" tIns="0" rIns="0" bIns="0" anchor="ctr"/>
          <a:lstStyle/>
          <a:p>
            <a:pPr algn="l">
              <a:buNone/>
            </a:pPr>
            <a:r>
              <a:rPr lang="en-US" sz="1800">
                <a:solidFill>
                  <a:srgbClr val="2F2F2F"/>
                </a:solidFill>
                <a:latin typeface="Arial"/>
              </a:rPr>
              <a:t>Four Types of Agent Memory</a:t>
            </a:r>
          </a:p>
        </p:txBody>
      </p:sp>
      <p:sp>
        <p:nvSpPr>
          <p:cNvPr id="30" name="Badge 6" descr="Number badge 6"/>
          <p:cNvSpPr/>
          <p:nvPr/>
        </p:nvSpPr>
        <p:spPr>
          <a:xfrm>
            <a:off x="6309360" y="2743200"/>
            <a:ext cx="457200" cy="457200"/>
          </a:xfrm>
          <a:prstGeom prst="roundRect">
            <a:avLst>
              <a:gd name="adj" fmla="val 25000"/>
            </a:avLst>
          </a:prstGeom>
          <a:solidFill>
            <a:srgbClr val="FF6012"/>
          </a:solidFill>
          <a:ln>
            <a:noFill/>
          </a:ln>
        </p:spPr>
        <p:txBody>
          <a:bodyPr lIns="0" tIns="0" rIns="0" bIns="0" anchor="ctr"/>
          <a:lstStyle/>
          <a:p>
            <a:pPr algn="ctr">
              <a:buNone/>
            </a:pPr>
            <a:r>
              <a:rPr lang="en-US" sz="1600" b="1">
                <a:solidFill>
                  <a:srgbClr val="FFFFFF"/>
                </a:solidFill>
                <a:latin typeface="Poppins SemiBold"/>
              </a:rPr>
              <a:t>6</a:t>
            </a:r>
          </a:p>
        </p:txBody>
      </p:sp>
      <p:sp>
        <p:nvSpPr>
          <p:cNvPr id="31" name="Label 6" descr="Agenda item 6"/>
          <p:cNvSpPr txBox="1"/>
          <p:nvPr/>
        </p:nvSpPr>
        <p:spPr>
          <a:xfrm>
            <a:off x="6979920" y="2743200"/>
            <a:ext cx="4663440" cy="457200"/>
          </a:xfrm>
          <a:prstGeom prst="rect">
            <a:avLst/>
          </a:prstGeom>
          <a:noFill/>
        </p:spPr>
        <p:txBody>
          <a:bodyPr lIns="0" tIns="0" rIns="0" bIns="0" anchor="ctr"/>
          <a:lstStyle/>
          <a:p>
            <a:pPr algn="l">
              <a:buNone/>
            </a:pPr>
            <a:r>
              <a:rPr lang="en-US" sz="1800">
                <a:solidFill>
                  <a:srgbClr val="2F2F2F"/>
                </a:solidFill>
                <a:latin typeface="Arial"/>
              </a:rPr>
              <a:t>Memory </a:t>
            </a:r>
            <a:r>
              <a:rPr lang="en-US">
                <a:solidFill>
                  <a:srgbClr val="2F2F2F"/>
                </a:solidFill>
                <a:latin typeface="Arial"/>
              </a:rPr>
              <a:t>Lifecycle</a:t>
            </a:r>
            <a:endParaRPr lang="en-US" sz="1800">
              <a:solidFill>
                <a:srgbClr val="2F2F2F"/>
              </a:solidFill>
              <a:latin typeface="Arial"/>
            </a:endParaRPr>
          </a:p>
        </p:txBody>
      </p:sp>
      <p:sp>
        <p:nvSpPr>
          <p:cNvPr id="32" name="Badge 7" descr="Number badge 7"/>
          <p:cNvSpPr/>
          <p:nvPr/>
        </p:nvSpPr>
        <p:spPr>
          <a:xfrm>
            <a:off x="6309360" y="3931920"/>
            <a:ext cx="457200" cy="457200"/>
          </a:xfrm>
          <a:prstGeom prst="roundRect">
            <a:avLst>
              <a:gd name="adj" fmla="val 25000"/>
            </a:avLst>
          </a:prstGeom>
          <a:solidFill>
            <a:srgbClr val="FF6012"/>
          </a:solidFill>
          <a:ln>
            <a:noFill/>
          </a:ln>
        </p:spPr>
        <p:txBody>
          <a:bodyPr lIns="0" tIns="0" rIns="0" bIns="0" anchor="ctr"/>
          <a:lstStyle/>
          <a:p>
            <a:pPr algn="ctr">
              <a:buNone/>
            </a:pPr>
            <a:r>
              <a:rPr lang="en-US" sz="1600" b="1">
                <a:solidFill>
                  <a:srgbClr val="FFFFFF"/>
                </a:solidFill>
                <a:latin typeface="Poppins SemiBold"/>
              </a:rPr>
              <a:t>7</a:t>
            </a:r>
          </a:p>
        </p:txBody>
      </p:sp>
      <p:sp>
        <p:nvSpPr>
          <p:cNvPr id="33" name="Label 7" descr="Agenda item 7"/>
          <p:cNvSpPr txBox="1"/>
          <p:nvPr/>
        </p:nvSpPr>
        <p:spPr>
          <a:xfrm>
            <a:off x="6979920" y="3931920"/>
            <a:ext cx="4663440" cy="457200"/>
          </a:xfrm>
          <a:prstGeom prst="rect">
            <a:avLst/>
          </a:prstGeom>
          <a:noFill/>
        </p:spPr>
        <p:txBody>
          <a:bodyPr lIns="0" tIns="0" rIns="0" bIns="0" anchor="ctr"/>
          <a:lstStyle/>
          <a:p>
            <a:r>
              <a:rPr lang="en-US">
                <a:solidFill>
                  <a:srgbClr val="2F2F2F"/>
                </a:solidFill>
              </a:rPr>
              <a:t>Agent/Memory Frameworks</a:t>
            </a:r>
            <a:endParaRPr lang="en-US" sz="1800">
              <a:solidFill>
                <a:srgbClr val="2F2F2F"/>
              </a:solidFill>
              <a:latin typeface="Arial"/>
            </a:endParaRPr>
          </a:p>
        </p:txBody>
      </p:sp>
      <p:sp>
        <p:nvSpPr>
          <p:cNvPr id="34" name="Badge 8" descr="Number badge 8"/>
          <p:cNvSpPr/>
          <p:nvPr/>
        </p:nvSpPr>
        <p:spPr>
          <a:xfrm>
            <a:off x="6309360" y="5120640"/>
            <a:ext cx="457200" cy="457200"/>
          </a:xfrm>
          <a:prstGeom prst="roundRect">
            <a:avLst>
              <a:gd name="adj" fmla="val 25000"/>
            </a:avLst>
          </a:prstGeom>
          <a:solidFill>
            <a:srgbClr val="FF6012"/>
          </a:solidFill>
          <a:ln>
            <a:noFill/>
          </a:ln>
        </p:spPr>
        <p:txBody>
          <a:bodyPr lIns="0" tIns="0" rIns="0" bIns="0" anchor="ctr"/>
          <a:lstStyle/>
          <a:p>
            <a:pPr algn="ctr">
              <a:buNone/>
            </a:pPr>
            <a:r>
              <a:rPr lang="en-US" sz="1600" b="1">
                <a:solidFill>
                  <a:srgbClr val="FFFFFF"/>
                </a:solidFill>
                <a:latin typeface="Poppins SemiBold"/>
              </a:rPr>
              <a:t>8</a:t>
            </a:r>
          </a:p>
        </p:txBody>
      </p:sp>
      <p:sp>
        <p:nvSpPr>
          <p:cNvPr id="35" name="Label 8" descr="Agenda item 8"/>
          <p:cNvSpPr txBox="1"/>
          <p:nvPr/>
        </p:nvSpPr>
        <p:spPr>
          <a:xfrm>
            <a:off x="6979920" y="5120640"/>
            <a:ext cx="4663440" cy="457200"/>
          </a:xfrm>
          <a:prstGeom prst="rect">
            <a:avLst/>
          </a:prstGeom>
          <a:noFill/>
        </p:spPr>
        <p:txBody>
          <a:bodyPr lIns="0" tIns="0" rIns="0" bIns="0" anchor="ctr"/>
          <a:lstStyle/>
          <a:p>
            <a:pPr algn="l">
              <a:buNone/>
            </a:pPr>
            <a:r>
              <a:rPr lang="en-US" sz="1800">
                <a:solidFill>
                  <a:srgbClr val="2F2F2F"/>
                </a:solidFill>
                <a:latin typeface="Arial"/>
              </a:rPr>
              <a:t>Demo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BC6209D2-828A-48BA-B3C7-F702F3B1FBD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A6B7EE1-A474-4B28-B64F-DAA5DFDC8F92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166001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BC15D5FC-4E8F-4991-BA6B-FABD2C19C08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/>
              <a:t>A Familiar AI Experience</a:t>
            </a:r>
          </a:p>
        </p:txBody>
      </p:sp>
      <p:sp>
        <p:nvSpPr>
          <p:cNvPr id="20" name="Left Card" descr="Card showing the first conversation with the AI assistant"/>
          <p:cNvSpPr/>
          <p:nvPr/>
        </p:nvSpPr>
        <p:spPr>
          <a:xfrm>
            <a:off x="384048" y="1463040"/>
            <a:ext cx="5212080" cy="2834640"/>
          </a:xfrm>
          <a:prstGeom prst="roundRect">
            <a:avLst>
              <a:gd name="adj" fmla="val 6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/>
          <a:lstStyle/>
          <a:p>
            <a:pPr>
              <a:buNone/>
            </a:pPr>
            <a:endParaRPr lang="en-US"/>
          </a:p>
        </p:txBody>
      </p:sp>
      <p:sp>
        <p:nvSpPr>
          <p:cNvPr id="21" name="Left Card Header" descr="Header label: First conversation"/>
          <p:cNvSpPr/>
          <p:nvPr/>
        </p:nvSpPr>
        <p:spPr>
          <a:xfrm>
            <a:off x="384048" y="1463040"/>
            <a:ext cx="5212080" cy="457200"/>
          </a:xfrm>
          <a:prstGeom prst="roundRect">
            <a:avLst>
              <a:gd name="adj" fmla="val 12000"/>
            </a:avLst>
          </a:prstGeom>
          <a:solidFill>
            <a:srgbClr val="350078"/>
          </a:solidFill>
          <a:ln>
            <a:noFill/>
          </a:ln>
        </p:spPr>
        <p:txBody>
          <a:bodyPr lIns="182880" rIns="91440" anchor="ctr"/>
          <a:lstStyle/>
          <a:p>
            <a:pPr algn="l">
              <a:buNone/>
            </a:pPr>
            <a:r>
              <a:rPr lang="en-US" sz="1700" b="1">
                <a:solidFill>
                  <a:srgbClr val="FFFFFF"/>
                </a:solidFill>
                <a:latin typeface="Poppins SemiBold"/>
              </a:rPr>
              <a:t>First conversation</a:t>
            </a:r>
          </a:p>
        </p:txBody>
      </p:sp>
      <p:sp>
        <p:nvSpPr>
          <p:cNvPr id="22" name="Left User Bubble" descr="User message: I work in MLOps, mostly use AWS, and prefer short explanations."/>
          <p:cNvSpPr/>
          <p:nvPr/>
        </p:nvSpPr>
        <p:spPr>
          <a:xfrm>
            <a:off x="1755648" y="2011680"/>
            <a:ext cx="3657600" cy="914400"/>
          </a:xfrm>
          <a:prstGeom prst="roundRect">
            <a:avLst>
              <a:gd name="adj" fmla="val 16000"/>
            </a:avLst>
          </a:prstGeom>
          <a:solidFill>
            <a:srgbClr val="350078"/>
          </a:solidFill>
          <a:ln>
            <a:noFill/>
          </a:ln>
        </p:spPr>
        <p:txBody>
          <a:bodyPr lIns="137160" tIns="91440" rIns="137160" bIns="91440" anchor="ctr"/>
          <a:lstStyle/>
          <a:p>
            <a:pPr algn="l">
              <a:buNone/>
            </a:pPr>
            <a:r>
              <a:rPr lang="en-US" sz="1000" b="1">
                <a:solidFill>
                  <a:srgbClr val="C9B6EC"/>
                </a:solidFill>
                <a:latin typeface="Arial"/>
              </a:rPr>
              <a:t>USER</a:t>
            </a:r>
          </a:p>
          <a:p>
            <a:pPr algn="l">
              <a:buNone/>
            </a:pPr>
            <a:r>
              <a:rPr lang="en-US" sz="1300">
                <a:solidFill>
                  <a:srgbClr val="FFFFFF"/>
                </a:solidFill>
                <a:latin typeface="Arial"/>
              </a:rPr>
              <a:t>I am preparing a tech talk on AI agent memory.</a:t>
            </a:r>
          </a:p>
        </p:txBody>
      </p:sp>
      <p:sp>
        <p:nvSpPr>
          <p:cNvPr id="23" name="Left AI Bubble" descr="AI reply: Understood. I will keep responses short and use AWS examples."/>
          <p:cNvSpPr/>
          <p:nvPr/>
        </p:nvSpPr>
        <p:spPr>
          <a:xfrm>
            <a:off x="566928" y="3108960"/>
            <a:ext cx="3657600" cy="1005840"/>
          </a:xfrm>
          <a:prstGeom prst="roundRect">
            <a:avLst>
              <a:gd name="adj" fmla="val 14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 lIns="228600" tIns="91440" rIns="137160" bIns="91440" anchor="ctr"/>
          <a:lstStyle/>
          <a:p>
            <a:pPr algn="l">
              <a:buNone/>
            </a:pPr>
            <a:r>
              <a:rPr lang="en-US" sz="1000" b="1">
                <a:solidFill>
                  <a:srgbClr val="FF6012"/>
                </a:solidFill>
                <a:latin typeface="Arial"/>
              </a:rPr>
              <a:t>AI ASSISTANT</a:t>
            </a:r>
          </a:p>
          <a:p>
            <a:pPr algn="l">
              <a:buNone/>
            </a:pPr>
            <a:r>
              <a:rPr lang="en-US" sz="1300">
                <a:solidFill>
                  <a:srgbClr val="2F2F2F"/>
                </a:solidFill>
                <a:latin typeface="Arial"/>
              </a:rPr>
              <a:t>Great. I’ll keep that in mind.</a:t>
            </a:r>
          </a:p>
        </p:txBody>
      </p:sp>
      <p:sp>
        <p:nvSpPr>
          <p:cNvPr id="24" name="Left AI Accent Bar" descr="Orange accent bar marking the AI reply"/>
          <p:cNvSpPr/>
          <p:nvPr/>
        </p:nvSpPr>
        <p:spPr>
          <a:xfrm>
            <a:off x="566928" y="3108960"/>
            <a:ext cx="73152" cy="1005840"/>
          </a:xfrm>
          <a:prstGeom prst="rect">
            <a:avLst/>
          </a:prstGeom>
          <a:solidFill>
            <a:srgbClr val="FF6012"/>
          </a:solidFill>
          <a:ln>
            <a:noFill/>
          </a:ln>
        </p:spPr>
        <p:txBody>
          <a:bodyPr/>
          <a:lstStyle/>
          <a:p>
            <a:pPr>
              <a:buNone/>
            </a:pPr>
            <a:endParaRPr lang="en-US"/>
          </a:p>
        </p:txBody>
      </p:sp>
      <p:sp>
        <p:nvSpPr>
          <p:cNvPr id="25" name="Right Card" descr="Card showing a new conversation with the AI assistant"/>
          <p:cNvSpPr/>
          <p:nvPr/>
        </p:nvSpPr>
        <p:spPr>
          <a:xfrm>
            <a:off x="6601968" y="1463040"/>
            <a:ext cx="5212080" cy="2834640"/>
          </a:xfrm>
          <a:prstGeom prst="roundRect">
            <a:avLst>
              <a:gd name="adj" fmla="val 6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/>
          <a:lstStyle/>
          <a:p>
            <a:pPr>
              <a:buNone/>
            </a:pPr>
            <a:endParaRPr lang="en-US"/>
          </a:p>
        </p:txBody>
      </p:sp>
      <p:sp>
        <p:nvSpPr>
          <p:cNvPr id="26" name="Right Card Header" descr="Header label: New conversation"/>
          <p:cNvSpPr/>
          <p:nvPr/>
        </p:nvSpPr>
        <p:spPr>
          <a:xfrm>
            <a:off x="6601968" y="1463040"/>
            <a:ext cx="5212080" cy="457200"/>
          </a:xfrm>
          <a:prstGeom prst="roundRect">
            <a:avLst>
              <a:gd name="adj" fmla="val 12000"/>
            </a:avLst>
          </a:prstGeom>
          <a:solidFill>
            <a:srgbClr val="350078"/>
          </a:solidFill>
          <a:ln>
            <a:noFill/>
          </a:ln>
        </p:spPr>
        <p:txBody>
          <a:bodyPr lIns="182880" rIns="91440" anchor="ctr"/>
          <a:lstStyle/>
          <a:p>
            <a:pPr algn="l">
              <a:buNone/>
            </a:pPr>
            <a:r>
              <a:rPr lang="en-US" sz="1700" b="1">
                <a:solidFill>
                  <a:srgbClr val="FFFFFF"/>
                </a:solidFill>
                <a:latin typeface="Poppins SemiBold"/>
              </a:rPr>
              <a:t>New conversation</a:t>
            </a:r>
          </a:p>
        </p:txBody>
      </p:sp>
      <p:sp>
        <p:nvSpPr>
          <p:cNvPr id="27" name="Right User Bubble" descr="User message: Explain how agent memory works."/>
          <p:cNvSpPr/>
          <p:nvPr/>
        </p:nvSpPr>
        <p:spPr>
          <a:xfrm>
            <a:off x="7973568" y="2011680"/>
            <a:ext cx="3657600" cy="914400"/>
          </a:xfrm>
          <a:prstGeom prst="roundRect">
            <a:avLst>
              <a:gd name="adj" fmla="val 16000"/>
            </a:avLst>
          </a:prstGeom>
          <a:solidFill>
            <a:srgbClr val="350078"/>
          </a:solidFill>
          <a:ln>
            <a:noFill/>
          </a:ln>
        </p:spPr>
        <p:txBody>
          <a:bodyPr lIns="137160" tIns="91440" rIns="137160" bIns="91440" anchor="ctr"/>
          <a:lstStyle/>
          <a:p>
            <a:pPr algn="l">
              <a:buNone/>
            </a:pPr>
            <a:r>
              <a:rPr lang="en-US" sz="1000" b="1">
                <a:solidFill>
                  <a:srgbClr val="C9B6EC"/>
                </a:solidFill>
                <a:latin typeface="Arial"/>
              </a:rPr>
              <a:t>USER</a:t>
            </a:r>
          </a:p>
          <a:p>
            <a:pPr algn="l">
              <a:buNone/>
            </a:pPr>
            <a:r>
              <a:rPr lang="en-US" sz="1300">
                <a:solidFill>
                  <a:srgbClr val="FFFFFF"/>
                </a:solidFill>
                <a:latin typeface="Arial"/>
              </a:rPr>
              <a:t>Can you suggest a demo plan?</a:t>
            </a:r>
          </a:p>
        </p:txBody>
      </p:sp>
      <p:sp>
        <p:nvSpPr>
          <p:cNvPr id="28" name="Right AI Bubble" descr="AI reply asking which cloud platform the user uses"/>
          <p:cNvSpPr/>
          <p:nvPr/>
        </p:nvSpPr>
        <p:spPr>
          <a:xfrm>
            <a:off x="6784848" y="3108960"/>
            <a:ext cx="3657600" cy="1005840"/>
          </a:xfrm>
          <a:prstGeom prst="roundRect">
            <a:avLst>
              <a:gd name="adj" fmla="val 14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 lIns="228600" tIns="91440" rIns="137160" bIns="91440" anchor="ctr"/>
          <a:lstStyle/>
          <a:p>
            <a:pPr algn="l">
              <a:buNone/>
            </a:pPr>
            <a:r>
              <a:rPr lang="en-US" sz="1000" b="1">
                <a:solidFill>
                  <a:srgbClr val="FF6012"/>
                </a:solidFill>
                <a:latin typeface="Arial"/>
              </a:rPr>
              <a:t>AI ASSISTANT</a:t>
            </a:r>
          </a:p>
          <a:p>
            <a:pPr algn="l">
              <a:buNone/>
            </a:pPr>
            <a:r>
              <a:rPr lang="en-US" sz="1300">
                <a:solidFill>
                  <a:srgbClr val="2F2F2F"/>
                </a:solidFill>
                <a:latin typeface="Arial"/>
              </a:rPr>
              <a:t>What kind of project are you working on?</a:t>
            </a:r>
          </a:p>
        </p:txBody>
      </p:sp>
      <p:sp>
        <p:nvSpPr>
          <p:cNvPr id="29" name="Right AI Accent Bar" descr="Orange accent bar marking the AI reply"/>
          <p:cNvSpPr/>
          <p:nvPr/>
        </p:nvSpPr>
        <p:spPr>
          <a:xfrm>
            <a:off x="6784848" y="3108960"/>
            <a:ext cx="73152" cy="1005840"/>
          </a:xfrm>
          <a:prstGeom prst="rect">
            <a:avLst/>
          </a:prstGeom>
          <a:solidFill>
            <a:srgbClr val="FF6012"/>
          </a:solidFill>
          <a:ln>
            <a:noFill/>
          </a:ln>
        </p:spPr>
        <p:txBody>
          <a:bodyPr/>
          <a:lstStyle/>
          <a:p>
            <a:pPr>
              <a:buNone/>
            </a:pPr>
            <a:endParaRPr lang="en-US"/>
          </a:p>
        </p:txBody>
      </p:sp>
      <p:sp>
        <p:nvSpPr>
          <p:cNvPr id="30" name="Broken Link Left" descr="Broken connection between the two conversations, left segment"/>
          <p:cNvSpPr/>
          <p:nvPr/>
        </p:nvSpPr>
        <p:spPr>
          <a:xfrm>
            <a:off x="5486400" y="3108960"/>
            <a:ext cx="411480" cy="45720"/>
          </a:xfrm>
          <a:prstGeom prst="rect">
            <a:avLst/>
          </a:prstGeom>
          <a:solidFill>
            <a:srgbClr val="D4D4D4"/>
          </a:solidFill>
          <a:ln>
            <a:noFill/>
          </a:ln>
        </p:spPr>
        <p:txBody>
          <a:bodyPr/>
          <a:lstStyle/>
          <a:p>
            <a:pPr>
              <a:buNone/>
            </a:pPr>
            <a:endParaRPr lang="en-US"/>
          </a:p>
        </p:txBody>
      </p:sp>
      <p:sp>
        <p:nvSpPr>
          <p:cNvPr id="31" name="Broken Link Right" descr="Broken connection between the two conversations, right segment"/>
          <p:cNvSpPr/>
          <p:nvPr/>
        </p:nvSpPr>
        <p:spPr>
          <a:xfrm>
            <a:off x="6071616" y="3108960"/>
            <a:ext cx="411480" cy="45720"/>
          </a:xfrm>
          <a:prstGeom prst="rect">
            <a:avLst/>
          </a:prstGeom>
          <a:solidFill>
            <a:srgbClr val="D4D4D4"/>
          </a:solidFill>
          <a:ln>
            <a:noFill/>
          </a:ln>
        </p:spPr>
        <p:txBody>
          <a:bodyPr/>
          <a:lstStyle/>
          <a:p>
            <a:pPr>
              <a:buNone/>
            </a:pPr>
            <a:endParaRPr lang="en-US"/>
          </a:p>
        </p:txBody>
      </p:sp>
      <p:sp>
        <p:nvSpPr>
          <p:cNvPr id="32" name="Key Message Callout" descr="Key message: the AI remembered the conversation but not the user"/>
          <p:cNvSpPr/>
          <p:nvPr/>
        </p:nvSpPr>
        <p:spPr>
          <a:xfrm>
            <a:off x="384048" y="5120640"/>
            <a:ext cx="11430000" cy="685800"/>
          </a:xfrm>
          <a:prstGeom prst="roundRect">
            <a:avLst>
              <a:gd name="adj" fmla="val 20000"/>
            </a:avLst>
          </a:prstGeom>
          <a:solidFill>
            <a:srgbClr val="350078"/>
          </a:solidFill>
          <a:ln>
            <a:noFill/>
          </a:ln>
        </p:spPr>
        <p:txBody>
          <a:bodyPr lIns="274320" rIns="274320" anchor="ctr"/>
          <a:lstStyle/>
          <a:p>
            <a:pPr algn="ctr">
              <a:buNone/>
            </a:pPr>
            <a:r>
              <a:rPr lang="en-US" sz="1800" b="1">
                <a:solidFill>
                  <a:srgbClr val="FFFFFF"/>
                </a:solidFill>
                <a:latin typeface="Poppins SemiBold"/>
              </a:rPr>
              <a:t>The AI does not remember what the user told it earlier.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AEF2CAEC-62E2-44FB-992A-01642F82AF8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A6B7EE1-A474-4B28-B64F-DAA5DFDC8F92}" type="slidenum">
              <a:rPr lang="en-US" smtClean="0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222886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5025DEAA-36AD-4AE0-AB5C-FFAAFB28BCD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/>
              <a:t>The AI Amnesia Problem</a:t>
            </a:r>
          </a:p>
        </p:txBody>
      </p:sp>
      <p:sp>
        <p:nvSpPr>
          <p:cNvPr id="20" name="Lead line" descr="Lead statement about AI forgetting between sessions"/>
          <p:cNvSpPr txBox="1"/>
          <p:nvPr/>
        </p:nvSpPr>
        <p:spPr>
          <a:xfrm>
            <a:off x="384048" y="1298448"/>
            <a:ext cx="11430000" cy="347472"/>
          </a:xfrm>
          <a:prstGeom prst="rect">
            <a:avLst/>
          </a:prstGeom>
          <a:noFill/>
        </p:spPr>
        <p:txBody>
          <a:bodyPr wrap="square" lIns="0" tIns="0" rIns="0" bIns="0" anchor="t"/>
          <a:lstStyle/>
          <a:p>
            <a:pPr algn="l">
              <a:buNone/>
            </a:pPr>
            <a:r>
              <a:rPr lang="en-US" sz="1500">
                <a:solidFill>
                  <a:srgbClr val="2F2F2F"/>
                </a:solidFill>
                <a:latin typeface="Arial"/>
              </a:rPr>
              <a:t>AI can look intelligent inside a conversation - and forget everything when a new session starts.</a:t>
            </a:r>
          </a:p>
        </p:txBody>
      </p:sp>
      <p:sp>
        <p:nvSpPr>
          <p:cNvPr id="21" name="Grid heading" descr="Heading for the grid of consequences: Without persistent memory"/>
          <p:cNvSpPr txBox="1"/>
          <p:nvPr/>
        </p:nvSpPr>
        <p:spPr>
          <a:xfrm>
            <a:off x="384048" y="1664208"/>
            <a:ext cx="11430000" cy="256032"/>
          </a:xfrm>
          <a:prstGeom prst="rect">
            <a:avLst/>
          </a:prstGeom>
          <a:noFill/>
        </p:spPr>
        <p:txBody>
          <a:bodyPr wrap="square" lIns="0" tIns="0" rIns="0" bIns="0" anchor="t"/>
          <a:lstStyle/>
          <a:p>
            <a:pPr algn="l">
              <a:buNone/>
            </a:pPr>
            <a:r>
              <a:rPr lang="en-US" sz="1600" b="1">
                <a:solidFill>
                  <a:srgbClr val="350078"/>
                </a:solidFill>
                <a:latin typeface="Poppins SemiBold"/>
              </a:rPr>
              <a:t>Without persistent memory</a:t>
            </a:r>
          </a:p>
        </p:txBody>
      </p:sp>
      <p:sp>
        <p:nvSpPr>
          <p:cNvPr id="30" name="Card 1" descr="Card: Every conversation starts from zero"/>
          <p:cNvSpPr/>
          <p:nvPr/>
        </p:nvSpPr>
        <p:spPr>
          <a:xfrm>
            <a:off x="384048" y="1965960"/>
            <a:ext cx="3621024" cy="1280160"/>
          </a:xfrm>
          <a:prstGeom prst="roundRect">
            <a:avLst>
              <a:gd name="adj" fmla="val 8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 wrap="square" lIns="182880" tIns="182880" rIns="182880" bIns="91440" anchor="ctr"/>
          <a:lstStyle/>
          <a:p>
            <a:pPr algn="l">
              <a:buNone/>
            </a:pPr>
            <a:r>
              <a:rPr lang="en-US" sz="1400" b="1">
                <a:solidFill>
                  <a:srgbClr val="2F2F2F"/>
                </a:solidFill>
                <a:latin typeface="Poppins SemiBold"/>
              </a:rPr>
              <a:t>Every conversation starts from zero</a:t>
            </a:r>
          </a:p>
        </p:txBody>
      </p:sp>
      <p:sp>
        <p:nvSpPr>
          <p:cNvPr id="40" name="Accent bar 1"/>
          <p:cNvSpPr/>
          <p:nvPr/>
        </p:nvSpPr>
        <p:spPr>
          <a:xfrm>
            <a:off x="567048" y="2057400"/>
            <a:ext cx="731520" cy="73152"/>
          </a:xfrm>
          <a:prstGeom prst="rect">
            <a:avLst/>
          </a:prstGeom>
          <a:solidFill>
            <a:srgbClr val="FF601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1" name="Card 2" descr="Card: Users repeat the same information"/>
          <p:cNvSpPr/>
          <p:nvPr/>
        </p:nvSpPr>
        <p:spPr>
          <a:xfrm>
            <a:off x="4288536" y="1965960"/>
            <a:ext cx="3621024" cy="1280160"/>
          </a:xfrm>
          <a:prstGeom prst="roundRect">
            <a:avLst>
              <a:gd name="adj" fmla="val 8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 wrap="square" lIns="182880" tIns="182880" rIns="182880" bIns="91440" anchor="ctr"/>
          <a:lstStyle/>
          <a:p>
            <a:pPr algn="l">
              <a:buNone/>
            </a:pPr>
            <a:r>
              <a:rPr lang="en-US" sz="1400" b="1">
                <a:solidFill>
                  <a:srgbClr val="2F2F2F"/>
                </a:solidFill>
                <a:latin typeface="Poppins SemiBold"/>
              </a:rPr>
              <a:t>Users repeat the same information</a:t>
            </a:r>
          </a:p>
        </p:txBody>
      </p:sp>
      <p:sp>
        <p:nvSpPr>
          <p:cNvPr id="41" name="Accent bar 2"/>
          <p:cNvSpPr/>
          <p:nvPr/>
        </p:nvSpPr>
        <p:spPr>
          <a:xfrm>
            <a:off x="4471536" y="2057400"/>
            <a:ext cx="731520" cy="73152"/>
          </a:xfrm>
          <a:prstGeom prst="rect">
            <a:avLst/>
          </a:prstGeom>
          <a:solidFill>
            <a:srgbClr val="FF601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2" name="Card 3" descr="Card: Preferences are lost"/>
          <p:cNvSpPr/>
          <p:nvPr/>
        </p:nvSpPr>
        <p:spPr>
          <a:xfrm>
            <a:off x="8193024" y="1965960"/>
            <a:ext cx="3621024" cy="1280160"/>
          </a:xfrm>
          <a:prstGeom prst="roundRect">
            <a:avLst>
              <a:gd name="adj" fmla="val 8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 wrap="square" lIns="182880" tIns="182880" rIns="182880" bIns="91440" anchor="ctr"/>
          <a:lstStyle/>
          <a:p>
            <a:pPr algn="l">
              <a:buNone/>
            </a:pPr>
            <a:r>
              <a:rPr lang="en-US" sz="1400" b="1">
                <a:solidFill>
                  <a:srgbClr val="2F2F2F"/>
                </a:solidFill>
                <a:latin typeface="Poppins SemiBold"/>
              </a:rPr>
              <a:t>Preferences are lost</a:t>
            </a:r>
          </a:p>
        </p:txBody>
      </p:sp>
      <p:sp>
        <p:nvSpPr>
          <p:cNvPr id="42" name="Accent bar 3"/>
          <p:cNvSpPr/>
          <p:nvPr/>
        </p:nvSpPr>
        <p:spPr>
          <a:xfrm>
            <a:off x="8376024" y="2057400"/>
            <a:ext cx="731520" cy="73152"/>
          </a:xfrm>
          <a:prstGeom prst="rect">
            <a:avLst/>
          </a:prstGeom>
          <a:solidFill>
            <a:srgbClr val="FF601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3" name="Card 4" descr="Card: Previous decisions are unavailable"/>
          <p:cNvSpPr/>
          <p:nvPr/>
        </p:nvSpPr>
        <p:spPr>
          <a:xfrm>
            <a:off x="384048" y="3429000"/>
            <a:ext cx="3621024" cy="1280160"/>
          </a:xfrm>
          <a:prstGeom prst="roundRect">
            <a:avLst>
              <a:gd name="adj" fmla="val 8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 wrap="square" lIns="182880" tIns="182880" rIns="182880" bIns="91440" anchor="ctr"/>
          <a:lstStyle/>
          <a:p>
            <a:pPr algn="l">
              <a:buNone/>
            </a:pPr>
            <a:r>
              <a:rPr lang="en-US" sz="1400" b="1">
                <a:solidFill>
                  <a:srgbClr val="2F2F2F"/>
                </a:solidFill>
                <a:latin typeface="Poppins SemiBold"/>
              </a:rPr>
              <a:t>Previous decisions are unavailable</a:t>
            </a:r>
          </a:p>
        </p:txBody>
      </p:sp>
      <p:sp>
        <p:nvSpPr>
          <p:cNvPr id="43" name="Accent bar 4"/>
          <p:cNvSpPr/>
          <p:nvPr/>
        </p:nvSpPr>
        <p:spPr>
          <a:xfrm>
            <a:off x="567048" y="3520440"/>
            <a:ext cx="731520" cy="73152"/>
          </a:xfrm>
          <a:prstGeom prst="rect">
            <a:avLst/>
          </a:prstGeom>
          <a:solidFill>
            <a:srgbClr val="FF601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4" name="Card 5" descr="Card: Long-running tasks break down"/>
          <p:cNvSpPr/>
          <p:nvPr/>
        </p:nvSpPr>
        <p:spPr>
          <a:xfrm>
            <a:off x="4288536" y="3429000"/>
            <a:ext cx="3621024" cy="1280160"/>
          </a:xfrm>
          <a:prstGeom prst="roundRect">
            <a:avLst>
              <a:gd name="adj" fmla="val 8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 wrap="square" lIns="182880" tIns="182880" rIns="182880" bIns="91440" anchor="ctr"/>
          <a:lstStyle/>
          <a:p>
            <a:pPr algn="l">
              <a:buNone/>
            </a:pPr>
            <a:r>
              <a:rPr lang="en-US" sz="1400" b="1">
                <a:solidFill>
                  <a:srgbClr val="2F2F2F"/>
                </a:solidFill>
                <a:latin typeface="Poppins SemiBold"/>
              </a:rPr>
              <a:t>Long-running tasks break down</a:t>
            </a:r>
          </a:p>
        </p:txBody>
      </p:sp>
      <p:sp>
        <p:nvSpPr>
          <p:cNvPr id="44" name="Accent bar 5"/>
          <p:cNvSpPr/>
          <p:nvPr/>
        </p:nvSpPr>
        <p:spPr>
          <a:xfrm>
            <a:off x="4471536" y="3520440"/>
            <a:ext cx="731520" cy="73152"/>
          </a:xfrm>
          <a:prstGeom prst="rect">
            <a:avLst/>
          </a:prstGeom>
          <a:solidFill>
            <a:srgbClr val="FF601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5" name="Card 6" descr="Card: The experience feels disconnected"/>
          <p:cNvSpPr/>
          <p:nvPr/>
        </p:nvSpPr>
        <p:spPr>
          <a:xfrm>
            <a:off x="8193024" y="3429000"/>
            <a:ext cx="3621024" cy="1280160"/>
          </a:xfrm>
          <a:prstGeom prst="roundRect">
            <a:avLst>
              <a:gd name="adj" fmla="val 8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 wrap="square" lIns="182880" tIns="182880" rIns="182880" bIns="91440" anchor="ctr"/>
          <a:lstStyle/>
          <a:p>
            <a:pPr algn="l">
              <a:buNone/>
            </a:pPr>
            <a:r>
              <a:rPr lang="en-US" sz="1400" b="1">
                <a:solidFill>
                  <a:srgbClr val="2F2F2F"/>
                </a:solidFill>
                <a:latin typeface="Poppins SemiBold"/>
              </a:rPr>
              <a:t>The experience feels disconnected</a:t>
            </a:r>
          </a:p>
        </p:txBody>
      </p:sp>
      <p:sp>
        <p:nvSpPr>
          <p:cNvPr id="45" name="Accent bar 6"/>
          <p:cNvSpPr/>
          <p:nvPr/>
        </p:nvSpPr>
        <p:spPr>
          <a:xfrm>
            <a:off x="8376024" y="3520440"/>
            <a:ext cx="731520" cy="73152"/>
          </a:xfrm>
          <a:prstGeom prst="rect">
            <a:avLst/>
          </a:prstGeom>
          <a:solidFill>
            <a:srgbClr val="FF601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50" name="Key message callout" descr="Callout asking how many times you have repeated the same information to an AI assistant"/>
          <p:cNvSpPr/>
          <p:nvPr/>
        </p:nvSpPr>
        <p:spPr>
          <a:xfrm>
            <a:off x="384048" y="5029200"/>
            <a:ext cx="11430000" cy="777240"/>
          </a:xfrm>
          <a:prstGeom prst="roundRect">
            <a:avLst>
              <a:gd name="adj" fmla="val 12000"/>
            </a:avLst>
          </a:prstGeom>
          <a:solidFill>
            <a:srgbClr val="350078"/>
          </a:solidFill>
          <a:ln>
            <a:noFill/>
          </a:ln>
        </p:spPr>
        <p:txBody>
          <a:bodyPr wrap="square" lIns="274320" tIns="91440" rIns="274320" bIns="91440" anchor="ctr"/>
          <a:lstStyle/>
          <a:p>
            <a:pPr algn="ctr">
              <a:buNone/>
            </a:pPr>
            <a:r>
              <a:rPr lang="en-US" sz="1600" b="1">
                <a:solidFill>
                  <a:srgbClr val="FFFFFF"/>
                </a:solidFill>
                <a:latin typeface="Poppins SemiBold"/>
              </a:rPr>
              <a:t>How many times have you repeated the same information to an AI assistant?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D9F67056-1DC9-4901-939C-3A6D3D1A6EF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A6B7EE1-A474-4B28-B64F-DAA5DFDC8F92}" type="slidenum">
              <a:rPr lang="en-US" smtClean="0"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850747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BCF85587-A00D-4698-B2D3-03ACD5284D4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/>
              <a:t>From AI Amnesia to Persistent Memory</a:t>
            </a:r>
          </a:p>
        </p:txBody>
      </p:sp>
      <p:sp>
        <p:nvSpPr>
          <p:cNvPr id="20" name="Left Panel Body" descr="Panel listing the limitations of an agent without memory"/>
          <p:cNvSpPr/>
          <p:nvPr/>
        </p:nvSpPr>
        <p:spPr>
          <a:xfrm>
            <a:off x="384048" y="1965960"/>
            <a:ext cx="4553712" cy="3044952"/>
          </a:xfrm>
          <a:prstGeom prst="roundRect">
            <a:avLst>
              <a:gd name="adj" fmla="val 6000"/>
            </a:avLst>
          </a:prstGeom>
          <a:solidFill>
            <a:srgbClr val="F1F1F1"/>
          </a:solidFill>
          <a:ln w="12700">
            <a:solidFill>
              <a:srgbClr val="D4D4D4"/>
            </a:solidFill>
          </a:ln>
        </p:spPr>
        <p:txBody>
          <a:bodyPr lIns="274320" tIns="228600" rIns="182880" bIns="182880" anchor="t"/>
          <a:lstStyle/>
          <a:p>
            <a:pPr marL="0" indent="0">
              <a:lnSpc>
                <a:spcPct val="100000"/>
              </a:lnSpc>
              <a:spcAft>
                <a:spcPts val="1400"/>
              </a:spcAft>
              <a:buNone/>
            </a:pPr>
            <a:r>
              <a:rPr lang="en-US" sz="1300">
                <a:solidFill>
                  <a:srgbClr val="2F2F2F"/>
                </a:solidFill>
                <a:latin typeface="Arial"/>
              </a:rPr>
              <a:t>Every session starts from zero</a:t>
            </a:r>
          </a:p>
          <a:p>
            <a:pPr marL="0" indent="0">
              <a:spcAft>
                <a:spcPts val="1400"/>
              </a:spcAft>
              <a:buNone/>
            </a:pPr>
            <a:r>
              <a:rPr lang="en-US" sz="1300">
                <a:solidFill>
                  <a:srgbClr val="2F2F2F"/>
                </a:solidFill>
                <a:latin typeface="Arial"/>
              </a:rPr>
              <a:t>Preferences are lost</a:t>
            </a:r>
          </a:p>
          <a:p>
            <a:pPr marL="0" indent="0">
              <a:spcAft>
                <a:spcPts val="1400"/>
              </a:spcAft>
              <a:buNone/>
            </a:pPr>
            <a:r>
              <a:rPr lang="en-US" sz="1300">
                <a:solidFill>
                  <a:srgbClr val="2F2F2F"/>
                </a:solidFill>
                <a:latin typeface="Arial"/>
              </a:rPr>
              <a:t>Work restarts each time</a:t>
            </a:r>
          </a:p>
          <a:p>
            <a:pPr marL="0" indent="0">
              <a:buNone/>
            </a:pPr>
            <a:r>
              <a:rPr lang="en-US" sz="1300">
                <a:solidFill>
                  <a:srgbClr val="2F2F2F"/>
                </a:solidFill>
                <a:latin typeface="Arial"/>
              </a:rPr>
              <a:t>The experience feels disconnected</a:t>
            </a:r>
          </a:p>
        </p:txBody>
      </p:sp>
      <p:sp>
        <p:nvSpPr>
          <p:cNvPr id="21" name="Left Panel Header" descr="Header bar reading Without memory"/>
          <p:cNvSpPr/>
          <p:nvPr/>
        </p:nvSpPr>
        <p:spPr>
          <a:xfrm>
            <a:off x="384048" y="1417320"/>
            <a:ext cx="4553712" cy="457200"/>
          </a:xfrm>
          <a:prstGeom prst="roundRect">
            <a:avLst>
              <a:gd name="adj" fmla="val 12000"/>
            </a:avLst>
          </a:prstGeom>
          <a:solidFill>
            <a:srgbClr val="828282"/>
          </a:solidFill>
          <a:ln>
            <a:noFill/>
          </a:ln>
        </p:spPr>
        <p:txBody>
          <a:bodyPr lIns="274320" anchor="ctr"/>
          <a:lstStyle/>
          <a:p>
            <a:pPr marL="0" indent="0" algn="l">
              <a:buNone/>
            </a:pPr>
            <a:r>
              <a:rPr lang="en-US" sz="1600" b="1">
                <a:solidFill>
                  <a:srgbClr val="FFFFFF"/>
                </a:solidFill>
                <a:latin typeface="Poppins SemiBold"/>
              </a:rPr>
              <a:t>Without memory</a:t>
            </a:r>
          </a:p>
        </p:txBody>
      </p:sp>
      <p:sp>
        <p:nvSpPr>
          <p:cNvPr id="22" name="Transformation Arrow" descr="Arrow pointing from the without-memory panel to the with-memory panel"/>
          <p:cNvSpPr/>
          <p:nvPr/>
        </p:nvSpPr>
        <p:spPr>
          <a:xfrm>
            <a:off x="5120640" y="2770632"/>
            <a:ext cx="1280160" cy="731520"/>
          </a:xfrm>
          <a:prstGeom prst="rightArrow">
            <a:avLst/>
          </a:prstGeom>
          <a:solidFill>
            <a:srgbClr val="FF6012"/>
          </a:solidFill>
          <a:ln>
            <a:noFill/>
          </a:ln>
        </p:spPr>
        <p:txBody>
          <a:bodyPr/>
          <a:lstStyle/>
          <a:p>
            <a:pPr>
              <a:buNone/>
            </a:pPr>
            <a:endParaRPr lang="en-US"/>
          </a:p>
        </p:txBody>
      </p:sp>
      <p:sp>
        <p:nvSpPr>
          <p:cNvPr id="23" name="Right Panel Body" descr="Panel describing the benefits of well-designed memory"/>
          <p:cNvSpPr/>
          <p:nvPr/>
        </p:nvSpPr>
        <p:spPr>
          <a:xfrm>
            <a:off x="6583680" y="1965960"/>
            <a:ext cx="5230848" cy="3044952"/>
          </a:xfrm>
          <a:prstGeom prst="roundRect">
            <a:avLst>
              <a:gd name="adj" fmla="val 6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/>
          <a:lstStyle/>
          <a:p>
            <a:pPr>
              <a:buNone/>
            </a:pPr>
            <a:endParaRPr lang="en-US"/>
          </a:p>
        </p:txBody>
      </p:sp>
      <p:sp>
        <p:nvSpPr>
          <p:cNvPr id="24" name="Right Column A" descr="List of capabilities an agent gains with memory"/>
          <p:cNvSpPr txBox="1"/>
          <p:nvPr/>
        </p:nvSpPr>
        <p:spPr>
          <a:xfrm>
            <a:off x="6766560" y="1965960"/>
            <a:ext cx="2468880" cy="2700000"/>
          </a:xfrm>
          <a:prstGeom prst="rect">
            <a:avLst/>
          </a:prstGeom>
          <a:noFill/>
        </p:spPr>
        <p:txBody>
          <a:bodyPr wrap="square" lIns="91440" tIns="45720" rIns="91440" bIns="45720">
            <a:normAutofit/>
          </a:bodyPr>
          <a:lstStyle/>
          <a:p>
            <a:pPr marL="0" indent="0">
              <a:spcAft>
                <a:spcPts val="1400"/>
              </a:spcAft>
              <a:buNone/>
            </a:pPr>
            <a:r>
              <a:rPr lang="en-US" sz="1300">
                <a:solidFill>
                  <a:srgbClr val="2F2F2F"/>
                </a:solidFill>
                <a:latin typeface="Arial"/>
              </a:rPr>
              <a:t>Continues where it stopped</a:t>
            </a:r>
          </a:p>
          <a:p>
            <a:pPr marL="0" indent="0">
              <a:spcAft>
                <a:spcPts val="1400"/>
              </a:spcAft>
              <a:buNone/>
            </a:pPr>
            <a:r>
              <a:rPr lang="en-US" sz="1300">
                <a:solidFill>
                  <a:srgbClr val="2F2F2F"/>
                </a:solidFill>
                <a:latin typeface="Arial"/>
              </a:rPr>
              <a:t>Understands the user</a:t>
            </a:r>
          </a:p>
          <a:p>
            <a:pPr marL="0" indent="0">
              <a:spcAft>
                <a:spcPts val="1400"/>
              </a:spcAft>
              <a:buNone/>
            </a:pPr>
            <a:r>
              <a:rPr lang="en-US" sz="1300">
                <a:solidFill>
                  <a:srgbClr val="2F2F2F"/>
                </a:solidFill>
                <a:latin typeface="Arial"/>
              </a:rPr>
              <a:t>Reuses previous outcomes</a:t>
            </a:r>
          </a:p>
          <a:p>
            <a:pPr marL="0" indent="0">
              <a:buNone/>
            </a:pPr>
            <a:r>
              <a:rPr lang="en-US" sz="1300">
                <a:solidFill>
                  <a:srgbClr val="2F2F2F"/>
                </a:solidFill>
                <a:latin typeface="Arial"/>
              </a:rPr>
              <a:t>Follows known workflows</a:t>
            </a:r>
          </a:p>
        </p:txBody>
      </p:sp>
      <p:sp>
        <p:nvSpPr>
          <p:cNvPr id="25" name="Right Column B" descr="List of trust qualities memory must have"/>
          <p:cNvSpPr txBox="1"/>
          <p:nvPr/>
        </p:nvSpPr>
        <p:spPr>
          <a:xfrm>
            <a:off x="9372600" y="1965960"/>
            <a:ext cx="2240280" cy="2700000"/>
          </a:xfrm>
          <a:prstGeom prst="rect">
            <a:avLst/>
          </a:prstGeom>
          <a:noFill/>
        </p:spPr>
        <p:txBody>
          <a:bodyPr wrap="square" lIns="91440" tIns="45720" rIns="91440" bIns="45720">
            <a:normAutofit/>
          </a:bodyPr>
          <a:lstStyle/>
          <a:p>
            <a:pPr marL="0" indent="0">
              <a:spcAft>
                <a:spcPts val="800"/>
              </a:spcAft>
              <a:buNone/>
            </a:pPr>
            <a:endParaRPr lang="en-US" sz="1200" b="1">
              <a:solidFill>
                <a:srgbClr val="350078"/>
              </a:solidFill>
              <a:latin typeface="Poppins SemiBold"/>
            </a:endParaRPr>
          </a:p>
        </p:txBody>
      </p:sp>
      <p:sp>
        <p:nvSpPr>
          <p:cNvPr id="26" name="Right Panel Header" descr="Header bar reading With well-designed memory"/>
          <p:cNvSpPr/>
          <p:nvPr/>
        </p:nvSpPr>
        <p:spPr>
          <a:xfrm>
            <a:off x="6583680" y="1417320"/>
            <a:ext cx="5230848" cy="457200"/>
          </a:xfrm>
          <a:prstGeom prst="roundRect">
            <a:avLst>
              <a:gd name="adj" fmla="val 12000"/>
            </a:avLst>
          </a:prstGeom>
          <a:solidFill>
            <a:srgbClr val="350078"/>
          </a:solidFill>
          <a:ln>
            <a:noFill/>
          </a:ln>
        </p:spPr>
        <p:txBody>
          <a:bodyPr lIns="274320" anchor="ctr"/>
          <a:lstStyle/>
          <a:p>
            <a:pPr marL="0" indent="0" algn="l">
              <a:buNone/>
            </a:pPr>
            <a:r>
              <a:rPr lang="en-US" sz="1600" b="1">
                <a:solidFill>
                  <a:srgbClr val="FFFFFF"/>
                </a:solidFill>
                <a:latin typeface="Poppins SemiBold"/>
              </a:rPr>
              <a:t>With well-designed memory</a:t>
            </a:r>
          </a:p>
        </p:txBody>
      </p:sp>
      <p:sp>
        <p:nvSpPr>
          <p:cNvPr id="27" name="Key Message Callout" descr="Callout stating the goal is remembering the right information for the right user at the right time"/>
          <p:cNvSpPr/>
          <p:nvPr/>
        </p:nvSpPr>
        <p:spPr>
          <a:xfrm>
            <a:off x="384048" y="5074920"/>
            <a:ext cx="11430000" cy="822960"/>
          </a:xfrm>
          <a:prstGeom prst="roundRect">
            <a:avLst>
              <a:gd name="adj" fmla="val 14000"/>
            </a:avLst>
          </a:prstGeom>
          <a:solidFill>
            <a:srgbClr val="350078"/>
          </a:solidFill>
          <a:ln>
            <a:noFill/>
          </a:ln>
        </p:spPr>
        <p:txBody>
          <a:bodyPr lIns="274320" tIns="91440" rIns="274320" bIns="91440" anchor="ctr">
            <a:normAutofit/>
          </a:bodyPr>
          <a:lstStyle/>
          <a:p>
            <a:pPr marL="0" indent="0" algn="ctr">
              <a:buNone/>
            </a:pPr>
            <a:r>
              <a:rPr lang="en-US" sz="1400" b="1">
                <a:solidFill>
                  <a:srgbClr val="FFFFFF"/>
                </a:solidFill>
                <a:latin typeface="Arial"/>
              </a:rPr>
              <a:t>The goal is not an agent that remembers everything – it is an agent that remembers the right information, for the right user, at the right time.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DD898F5B-0377-41E7-8D6B-3353B60C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A6B7EE1-A474-4B28-B64F-DAA5DFDC8F92}" type="slidenum">
              <a:rPr lang="en-US" smtClean="0"/>
              <a:t>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841832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C202D2D6-5860-41E5-AF8E-06F453C5625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/>
              <a:t>Why Does AI Forget?</a:t>
            </a:r>
          </a:p>
        </p:txBody>
      </p:sp>
      <p:sp>
        <p:nvSpPr>
          <p:cNvPr id="20" name="Lead line" descr="An LLM does not keep personal memory across independent conversations."/>
          <p:cNvSpPr txBox="1"/>
          <p:nvPr/>
        </p:nvSpPr>
        <p:spPr>
          <a:xfrm>
            <a:off x="384048" y="1325880"/>
            <a:ext cx="11430000" cy="457200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algn="l">
              <a:buNone/>
            </a:pPr>
            <a:r>
              <a:rPr lang="en-US" sz="1500">
                <a:solidFill>
                  <a:srgbClr val="2F2F2F"/>
                </a:solidFill>
                <a:latin typeface="Arial"/>
              </a:rPr>
              <a:t>An LLM does not keep personal memory across independent conversations.</a:t>
            </a:r>
          </a:p>
        </p:txBody>
      </p:sp>
      <p:sp>
        <p:nvSpPr>
          <p:cNvPr id="21" name="Step 1 User Request" descr="Flow step one: User Request"/>
          <p:cNvSpPr/>
          <p:nvPr/>
        </p:nvSpPr>
        <p:spPr>
          <a:xfrm>
            <a:off x="384048" y="2011680"/>
            <a:ext cx="2377440" cy="731520"/>
          </a:xfrm>
          <a:prstGeom prst="roundRect">
            <a:avLst>
              <a:gd name="adj" fmla="val 16000"/>
            </a:avLst>
          </a:prstGeom>
          <a:solidFill>
            <a:srgbClr val="F1F1F1"/>
          </a:solidFill>
          <a:ln w="12700">
            <a:solidFill>
              <a:srgbClr val="D4D4D4"/>
            </a:solidFill>
          </a:ln>
        </p:spPr>
        <p:txBody>
          <a:bodyPr lIns="91440" rIns="91440" anchor="ctr"/>
          <a:lstStyle/>
          <a:p>
            <a:pPr algn="ctr">
              <a:buNone/>
            </a:pPr>
            <a:r>
              <a:rPr lang="en-US" sz="1600" b="1">
                <a:solidFill>
                  <a:srgbClr val="2F2F2F"/>
                </a:solidFill>
                <a:latin typeface="Poppins SemiBold"/>
              </a:rPr>
              <a:t>User Request</a:t>
            </a:r>
          </a:p>
        </p:txBody>
      </p:sp>
      <p:sp>
        <p:nvSpPr>
          <p:cNvPr id="22" name="Arrow 1" descr="Arrow pointing from User Request to Application"/>
          <p:cNvSpPr/>
          <p:nvPr/>
        </p:nvSpPr>
        <p:spPr>
          <a:xfrm>
            <a:off x="2801620" y="2194560"/>
            <a:ext cx="560070" cy="365760"/>
          </a:xfrm>
          <a:prstGeom prst="rightArrow">
            <a:avLst/>
          </a:prstGeom>
          <a:solidFill>
            <a:srgbClr val="FF6012"/>
          </a:solidFill>
          <a:ln>
            <a:noFill/>
          </a:ln>
        </p:spPr>
        <p:txBody>
          <a:bodyPr/>
          <a:lstStyle/>
          <a:p>
            <a:pPr algn="ctr">
              <a:buNone/>
            </a:pPr>
            <a:endParaRPr lang="en-US" sz="1000"/>
          </a:p>
        </p:txBody>
      </p:sp>
      <p:sp>
        <p:nvSpPr>
          <p:cNvPr id="23" name="Step 2 Application" descr="Flow step two: Application, highlighted as the component that manages memory"/>
          <p:cNvSpPr/>
          <p:nvPr/>
        </p:nvSpPr>
        <p:spPr>
          <a:xfrm>
            <a:off x="3401568" y="2011680"/>
            <a:ext cx="2377440" cy="731520"/>
          </a:xfrm>
          <a:prstGeom prst="roundRect">
            <a:avLst>
              <a:gd name="adj" fmla="val 16000"/>
            </a:avLst>
          </a:prstGeom>
          <a:solidFill>
            <a:srgbClr val="350078"/>
          </a:solidFill>
          <a:ln w="12700">
            <a:solidFill>
              <a:srgbClr val="350078"/>
            </a:solidFill>
          </a:ln>
        </p:spPr>
        <p:txBody>
          <a:bodyPr lIns="91440" rIns="91440" anchor="ctr"/>
          <a:lstStyle/>
          <a:p>
            <a:pPr algn="ctr">
              <a:buNone/>
            </a:pPr>
            <a:r>
              <a:rPr lang="en-US" sz="1600" b="1">
                <a:solidFill>
                  <a:srgbClr val="FFFFFF"/>
                </a:solidFill>
                <a:latin typeface="Poppins SemiBold"/>
              </a:rPr>
              <a:t>Application</a:t>
            </a:r>
          </a:p>
        </p:txBody>
      </p:sp>
      <p:sp>
        <p:nvSpPr>
          <p:cNvPr id="24" name="Arrow 2" descr="Arrow pointing from Application to LLM"/>
          <p:cNvSpPr/>
          <p:nvPr/>
        </p:nvSpPr>
        <p:spPr>
          <a:xfrm>
            <a:off x="5819140" y="2194560"/>
            <a:ext cx="560070" cy="365760"/>
          </a:xfrm>
          <a:prstGeom prst="rightArrow">
            <a:avLst/>
          </a:prstGeom>
          <a:solidFill>
            <a:srgbClr val="FF6012"/>
          </a:solidFill>
          <a:ln>
            <a:noFill/>
          </a:ln>
        </p:spPr>
        <p:txBody>
          <a:bodyPr/>
          <a:lstStyle/>
          <a:p>
            <a:pPr algn="ctr">
              <a:buNone/>
            </a:pPr>
            <a:endParaRPr lang="en-US" sz="1000"/>
          </a:p>
        </p:txBody>
      </p:sp>
      <p:sp>
        <p:nvSpPr>
          <p:cNvPr id="25" name="Step 3 LLM" descr="Flow step three: LLM"/>
          <p:cNvSpPr/>
          <p:nvPr/>
        </p:nvSpPr>
        <p:spPr>
          <a:xfrm>
            <a:off x="6419088" y="2011680"/>
            <a:ext cx="2377440" cy="731520"/>
          </a:xfrm>
          <a:prstGeom prst="roundRect">
            <a:avLst>
              <a:gd name="adj" fmla="val 16000"/>
            </a:avLst>
          </a:prstGeom>
          <a:solidFill>
            <a:srgbClr val="F1F1F1"/>
          </a:solidFill>
          <a:ln w="12700">
            <a:solidFill>
              <a:srgbClr val="D4D4D4"/>
            </a:solidFill>
          </a:ln>
        </p:spPr>
        <p:txBody>
          <a:bodyPr lIns="91440" rIns="91440" anchor="ctr"/>
          <a:lstStyle/>
          <a:p>
            <a:pPr algn="ctr">
              <a:buNone/>
            </a:pPr>
            <a:r>
              <a:rPr lang="en-US" sz="1600" b="1">
                <a:solidFill>
                  <a:srgbClr val="2F2F2F"/>
                </a:solidFill>
                <a:latin typeface="Poppins SemiBold"/>
              </a:rPr>
              <a:t>LLM</a:t>
            </a:r>
          </a:p>
        </p:txBody>
      </p:sp>
      <p:sp>
        <p:nvSpPr>
          <p:cNvPr id="26" name="Arrow 3" descr="Arrow pointing from LLM to Response"/>
          <p:cNvSpPr/>
          <p:nvPr/>
        </p:nvSpPr>
        <p:spPr>
          <a:xfrm>
            <a:off x="8836660" y="2194560"/>
            <a:ext cx="560070" cy="365760"/>
          </a:xfrm>
          <a:prstGeom prst="rightArrow">
            <a:avLst/>
          </a:prstGeom>
          <a:solidFill>
            <a:srgbClr val="FF6012"/>
          </a:solidFill>
          <a:ln>
            <a:noFill/>
          </a:ln>
        </p:spPr>
        <p:txBody>
          <a:bodyPr/>
          <a:lstStyle/>
          <a:p>
            <a:pPr algn="ctr">
              <a:buNone/>
            </a:pPr>
            <a:endParaRPr lang="en-US" sz="1000"/>
          </a:p>
        </p:txBody>
      </p:sp>
      <p:sp>
        <p:nvSpPr>
          <p:cNvPr id="27" name="Step 4 Response" descr="Flow step four: Response"/>
          <p:cNvSpPr/>
          <p:nvPr/>
        </p:nvSpPr>
        <p:spPr>
          <a:xfrm>
            <a:off x="9436608" y="2011680"/>
            <a:ext cx="2377440" cy="731520"/>
          </a:xfrm>
          <a:prstGeom prst="roundRect">
            <a:avLst>
              <a:gd name="adj" fmla="val 16000"/>
            </a:avLst>
          </a:prstGeom>
          <a:solidFill>
            <a:srgbClr val="F1F1F1"/>
          </a:solidFill>
          <a:ln w="12700">
            <a:solidFill>
              <a:srgbClr val="D4D4D4"/>
            </a:solidFill>
          </a:ln>
        </p:spPr>
        <p:txBody>
          <a:bodyPr lIns="91440" rIns="91440" anchor="ctr"/>
          <a:lstStyle/>
          <a:p>
            <a:pPr algn="ctr">
              <a:buNone/>
            </a:pPr>
            <a:r>
              <a:rPr lang="en-US" sz="1600" b="1">
                <a:solidFill>
                  <a:srgbClr val="2F2F2F"/>
                </a:solidFill>
                <a:latin typeface="Poppins SemiBold"/>
              </a:rPr>
              <a:t>Response</a:t>
            </a:r>
          </a:p>
        </p:txBody>
      </p:sp>
      <p:sp>
        <p:nvSpPr>
          <p:cNvPr id="28" name="LLM caption" descr="Caption noting the model holds no persistent memory"/>
          <p:cNvSpPr txBox="1"/>
          <p:nvPr/>
        </p:nvSpPr>
        <p:spPr>
          <a:xfrm>
            <a:off x="6419088" y="2788920"/>
            <a:ext cx="2377440" cy="365760"/>
          </a:xfrm>
          <a:prstGeom prst="rect">
            <a:avLst/>
          </a:prstGeom>
          <a:noFill/>
        </p:spPr>
        <p:txBody>
          <a:bodyPr wrap="square" lIns="0" tIns="0" rIns="0" bIns="0" anchor="t"/>
          <a:lstStyle/>
          <a:p>
            <a:pPr algn="ctr">
              <a:buNone/>
            </a:pPr>
            <a:r>
              <a:rPr lang="en-US" sz="1100">
                <a:solidFill>
                  <a:srgbClr val="2F2F2F"/>
                </a:solidFill>
                <a:latin typeface="Arial"/>
              </a:rPr>
              <a:t>No persistent memory inside the model</a:t>
            </a:r>
          </a:p>
        </p:txBody>
      </p:sp>
      <p:cxnSp>
        <p:nvCxnSpPr>
          <p:cNvPr id="29" name="Memory link" descr="Line connecting the Memory card up to the Application box"/>
          <p:cNvCxnSpPr/>
          <p:nvPr/>
        </p:nvCxnSpPr>
        <p:spPr>
          <a:xfrm>
            <a:off x="4590288" y="2743200"/>
            <a:ext cx="0" cy="548640"/>
          </a:xfrm>
          <a:prstGeom prst="line">
            <a:avLst/>
          </a:prstGeom>
          <a:ln w="12700">
            <a:solidFill>
              <a:srgbClr val="339999"/>
            </a:solidFill>
          </a:ln>
        </p:spPr>
      </p:cxnSp>
      <p:sp>
        <p:nvSpPr>
          <p:cNvPr id="30" name="Memory card" descr="Memory card attached to the Application, showing memory lives with the application"/>
          <p:cNvSpPr/>
          <p:nvPr/>
        </p:nvSpPr>
        <p:spPr>
          <a:xfrm>
            <a:off x="3401568" y="3291840"/>
            <a:ext cx="2377440" cy="822960"/>
          </a:xfrm>
          <a:prstGeom prst="roundRect">
            <a:avLst>
              <a:gd name="adj" fmla="val 14000"/>
            </a:avLst>
          </a:prstGeom>
          <a:solidFill>
            <a:srgbClr val="FFFFFF"/>
          </a:solidFill>
          <a:ln w="19050">
            <a:solidFill>
              <a:srgbClr val="339999"/>
            </a:solidFill>
          </a:ln>
        </p:spPr>
        <p:txBody>
          <a:bodyPr lIns="91440" rIns="91440" anchor="ctr"/>
          <a:lstStyle/>
          <a:p>
            <a:pPr algn="ctr">
              <a:buNone/>
            </a:pPr>
            <a:r>
              <a:rPr lang="en-US" sz="1600" b="1">
                <a:solidFill>
                  <a:srgbClr val="339999"/>
                </a:solidFill>
                <a:latin typeface="Poppins SemiBold"/>
              </a:rPr>
              <a:t>Memory</a:t>
            </a:r>
          </a:p>
          <a:p>
            <a:pPr algn="ctr">
              <a:buNone/>
            </a:pPr>
            <a:r>
              <a:rPr lang="en-US" sz="1100">
                <a:solidFill>
                  <a:srgbClr val="828282"/>
                </a:solidFill>
                <a:latin typeface="Arial"/>
              </a:rPr>
              <a:t>Held by the application</a:t>
            </a:r>
          </a:p>
        </p:txBody>
      </p:sp>
      <p:sp>
        <p:nvSpPr>
          <p:cNvPr id="31" name="Request contents card" descr="Card listing what every request carries to the model"/>
          <p:cNvSpPr/>
          <p:nvPr/>
        </p:nvSpPr>
        <p:spPr>
          <a:xfrm>
            <a:off x="6419088" y="3291840"/>
            <a:ext cx="5394960" cy="2011680"/>
          </a:xfrm>
          <a:prstGeom prst="roundRect">
            <a:avLst>
              <a:gd name="adj" fmla="val 6000"/>
            </a:avLst>
          </a:prstGeom>
          <a:solidFill>
            <a:srgbClr val="F1F1F1"/>
          </a:solidFill>
          <a:ln w="12700">
            <a:solidFill>
              <a:srgbClr val="D4D4D4"/>
            </a:solidFill>
          </a:ln>
        </p:spPr>
        <p:txBody>
          <a:bodyPr lIns="228600" tIns="137160" rIns="182880" bIns="137160" anchor="t"/>
          <a:lstStyle/>
          <a:p>
            <a:pPr algn="l">
              <a:buNone/>
            </a:pPr>
            <a:r>
              <a:rPr lang="en-US" sz="1600" b="1">
                <a:solidFill>
                  <a:srgbClr val="350078"/>
                </a:solidFill>
                <a:latin typeface="Poppins SemiBold"/>
              </a:rPr>
              <a:t>Each request carries</a:t>
            </a:r>
          </a:p>
          <a:p>
            <a:pPr algn="l">
              <a:buNone/>
            </a:pPr>
            <a:r>
              <a:rPr lang="en-US" sz="1300">
                <a:solidFill>
                  <a:srgbClr val="2F2F2F"/>
                </a:solidFill>
                <a:latin typeface="Arial"/>
              </a:rPr>
              <a:t>Current question</a:t>
            </a:r>
          </a:p>
          <a:p>
            <a:pPr algn="l">
              <a:buNone/>
            </a:pPr>
            <a:r>
              <a:rPr lang="en-US" sz="1300">
                <a:solidFill>
                  <a:srgbClr val="2F2F2F"/>
                </a:solidFill>
                <a:latin typeface="Arial"/>
              </a:rPr>
              <a:t>System instructions</a:t>
            </a:r>
          </a:p>
          <a:p>
            <a:pPr algn="l">
              <a:buNone/>
            </a:pPr>
            <a:r>
              <a:rPr lang="en-US" sz="1300">
                <a:solidFill>
                  <a:srgbClr val="2F2F2F"/>
                </a:solidFill>
                <a:latin typeface="Arial"/>
              </a:rPr>
              <a:t>Recent messages</a:t>
            </a:r>
          </a:p>
          <a:p>
            <a:pPr algn="l">
              <a:buNone/>
            </a:pPr>
            <a:r>
              <a:rPr lang="en-US" sz="1300">
                <a:solidFill>
                  <a:srgbClr val="2F2F2F"/>
                </a:solidFill>
                <a:latin typeface="Arial"/>
              </a:rPr>
              <a:t>Retrieved documents</a:t>
            </a:r>
          </a:p>
          <a:p>
            <a:pPr algn="l">
              <a:buNone/>
            </a:pPr>
            <a:r>
              <a:rPr lang="en-US" sz="1300">
                <a:solidFill>
                  <a:srgbClr val="2F2F2F"/>
                </a:solidFill>
                <a:latin typeface="Arial"/>
              </a:rPr>
              <a:t>Retrieved user memories</a:t>
            </a:r>
          </a:p>
        </p:txBody>
      </p:sp>
      <p:sp>
        <p:nvSpPr>
          <p:cNvPr id="32" name="Bottom callout" descr="Key message: the LLM generates the response while the application manages the memory"/>
          <p:cNvSpPr/>
          <p:nvPr/>
        </p:nvSpPr>
        <p:spPr>
          <a:xfrm>
            <a:off x="384048" y="5303520"/>
            <a:ext cx="11430000" cy="640080"/>
          </a:xfrm>
          <a:prstGeom prst="roundRect">
            <a:avLst>
              <a:gd name="adj" fmla="val 16000"/>
            </a:avLst>
          </a:prstGeom>
          <a:solidFill>
            <a:srgbClr val="350078"/>
          </a:solidFill>
          <a:ln>
            <a:noFill/>
          </a:ln>
        </p:spPr>
        <p:txBody>
          <a:bodyPr lIns="182880" rIns="182880" anchor="ctr"/>
          <a:lstStyle/>
          <a:p>
            <a:pPr algn="ctr">
              <a:buNone/>
            </a:pPr>
            <a:r>
              <a:rPr lang="en-US" sz="1600" b="1">
                <a:solidFill>
                  <a:srgbClr val="FFFFFF"/>
                </a:solidFill>
                <a:latin typeface="Poppins SemiBold"/>
              </a:rPr>
              <a:t>The LLM generates the response. The application manages the memory.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69A48D69-98BA-4413-BEC4-00191B360FB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A6B7EE1-A474-4B28-B64F-DAA5DFDC8F92}" type="slidenum">
              <a:rPr lang="en-US" smtClean="0"/>
              <a:t>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909162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77E78AE0-84A2-4479-A33D-4828613095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>
                <a:latin typeface="Poppins SemiBold"/>
              </a:rPr>
              <a:t>Why AI Agents Need Memory</a:t>
            </a:r>
          </a:p>
        </p:txBody>
      </p:sp>
      <p:sp>
        <p:nvSpPr>
          <p:cNvPr id="20" name="Benefits Card" descr="Card listing what memory enables an agent to do"/>
          <p:cNvSpPr/>
          <p:nvPr/>
        </p:nvSpPr>
        <p:spPr>
          <a:xfrm>
            <a:off x="384048" y="1463040"/>
            <a:ext cx="5285232" cy="4389120"/>
          </a:xfrm>
          <a:prstGeom prst="roundRect">
            <a:avLst>
              <a:gd name="adj" fmla="val 4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 lIns="274320" tIns="274320" rIns="274320" bIns="182880" anchor="t"/>
          <a:lstStyle/>
          <a:p>
            <a:pPr marL="0" indent="0">
              <a:buNone/>
            </a:pPr>
            <a:r>
              <a:rPr lang="en-US" sz="1800" b="1">
                <a:solidFill>
                  <a:srgbClr val="2F2F2F"/>
                </a:solidFill>
                <a:latin typeface="Poppins SemiBold"/>
              </a:rPr>
              <a:t>Memory lets an agent</a:t>
            </a:r>
          </a:p>
          <a:p>
            <a:pPr marL="0" indent="0">
              <a:buNone/>
            </a:pPr>
            <a:endParaRPr lang="en-US" sz="800"/>
          </a:p>
          <a:p>
            <a:pPr marL="285750" indent="-285750">
              <a:lnSpc>
                <a:spcPct val="100000"/>
              </a:lnSpc>
              <a:spcBef>
                <a:spcPts val="900"/>
              </a:spcBef>
              <a:buClr>
                <a:srgbClr val="FF6012"/>
              </a:buClr>
              <a:buSzPct val="80000"/>
              <a:buFont typeface="Arial"/>
              <a:buChar char="■"/>
            </a:pPr>
            <a:r>
              <a:rPr lang="en-US" sz="1400">
                <a:solidFill>
                  <a:srgbClr val="2F2F2F"/>
                </a:solidFill>
                <a:latin typeface="Arial"/>
              </a:rPr>
              <a:t>Continue conversations naturally</a:t>
            </a:r>
          </a:p>
          <a:p>
            <a:pPr marL="285750" indent="-285750">
              <a:lnSpc>
                <a:spcPct val="100000"/>
              </a:lnSpc>
              <a:spcBef>
                <a:spcPts val="900"/>
              </a:spcBef>
              <a:buClr>
                <a:srgbClr val="FF6012"/>
              </a:buClr>
              <a:buSzPct val="80000"/>
              <a:buFont typeface="Arial"/>
              <a:buChar char="■"/>
            </a:pPr>
            <a:r>
              <a:rPr lang="en-US" sz="1400">
                <a:solidFill>
                  <a:srgbClr val="2F2F2F"/>
                </a:solidFill>
                <a:latin typeface="Arial"/>
              </a:rPr>
              <a:t>Remember user preferences</a:t>
            </a:r>
          </a:p>
          <a:p>
            <a:pPr marL="285750" indent="-285750">
              <a:lnSpc>
                <a:spcPct val="100000"/>
              </a:lnSpc>
              <a:spcBef>
                <a:spcPts val="900"/>
              </a:spcBef>
              <a:buClr>
                <a:srgbClr val="FF6012"/>
              </a:buClr>
              <a:buSzPct val="80000"/>
              <a:buFont typeface="Arial"/>
              <a:buChar char="■"/>
            </a:pPr>
            <a:r>
              <a:rPr lang="en-US" sz="1400">
                <a:solidFill>
                  <a:srgbClr val="2F2F2F"/>
                </a:solidFill>
                <a:latin typeface="Arial"/>
              </a:rPr>
              <a:t>Resume unfinished work</a:t>
            </a:r>
          </a:p>
          <a:p>
            <a:pPr marL="285750" indent="-285750">
              <a:lnSpc>
                <a:spcPct val="100000"/>
              </a:lnSpc>
              <a:spcBef>
                <a:spcPts val="900"/>
              </a:spcBef>
              <a:buClr>
                <a:srgbClr val="FF6012"/>
              </a:buClr>
              <a:buSzPct val="80000"/>
              <a:buFont typeface="Arial"/>
              <a:buChar char="■"/>
            </a:pPr>
            <a:r>
              <a:rPr lang="en-US" sz="1400">
                <a:solidFill>
                  <a:srgbClr val="2F2F2F"/>
                </a:solidFill>
                <a:latin typeface="Arial"/>
              </a:rPr>
              <a:t>Stop asking repeated questions</a:t>
            </a:r>
          </a:p>
          <a:p>
            <a:pPr marL="285750" indent="-285750">
              <a:lnSpc>
                <a:spcPct val="100000"/>
              </a:lnSpc>
              <a:spcBef>
                <a:spcPts val="900"/>
              </a:spcBef>
              <a:buClr>
                <a:srgbClr val="FF6012"/>
              </a:buClr>
              <a:buSzPct val="80000"/>
              <a:buFont typeface="Arial"/>
              <a:buChar char="■"/>
            </a:pPr>
            <a:r>
              <a:rPr lang="en-US" sz="1400">
                <a:solidFill>
                  <a:srgbClr val="2F2F2F"/>
                </a:solidFill>
                <a:latin typeface="Arial"/>
              </a:rPr>
              <a:t>Reuse previous outcomes</a:t>
            </a:r>
          </a:p>
          <a:p>
            <a:pPr marL="285750" indent="-285750">
              <a:lnSpc>
                <a:spcPct val="100000"/>
              </a:lnSpc>
              <a:spcBef>
                <a:spcPts val="900"/>
              </a:spcBef>
              <a:buClr>
                <a:srgbClr val="FF6012"/>
              </a:buClr>
              <a:buSzPct val="80000"/>
              <a:buFont typeface="Arial"/>
              <a:buChar char="■"/>
            </a:pPr>
            <a:r>
              <a:rPr lang="en-US" sz="1400">
                <a:solidFill>
                  <a:srgbClr val="2F2F2F"/>
                </a:solidFill>
                <a:latin typeface="Arial"/>
              </a:rPr>
              <a:t>Work across multiple sessions</a:t>
            </a:r>
          </a:p>
        </p:txBody>
      </p:sp>
      <p:sp>
        <p:nvSpPr>
          <p:cNvPr id="21" name="Left Card Accent Bar"/>
          <p:cNvSpPr/>
          <p:nvPr/>
        </p:nvSpPr>
        <p:spPr>
          <a:xfrm>
            <a:off x="384048" y="1463040"/>
            <a:ext cx="5285232" cy="73152"/>
          </a:xfrm>
          <a:prstGeom prst="rect">
            <a:avLst/>
          </a:prstGeom>
          <a:solidFill>
            <a:srgbClr val="FF6012"/>
          </a:solidFill>
          <a:ln>
            <a:noFill/>
          </a:ln>
        </p:spPr>
        <p:txBody>
          <a:bodyPr/>
          <a:lstStyle/>
          <a:p>
            <a:pPr>
              <a:buNone/>
            </a:pPr>
            <a:endParaRPr lang="en-US"/>
          </a:p>
        </p:txBody>
      </p:sp>
      <p:sp>
        <p:nvSpPr>
          <p:cNvPr id="22" name="Without Memory Card" descr="Card showing an agent reply without memory"/>
          <p:cNvSpPr/>
          <p:nvPr/>
        </p:nvSpPr>
        <p:spPr>
          <a:xfrm>
            <a:off x="6035040" y="1463040"/>
            <a:ext cx="5779008" cy="2057400"/>
          </a:xfrm>
          <a:prstGeom prst="roundRect">
            <a:avLst>
              <a:gd name="adj" fmla="val 6000"/>
            </a:avLst>
          </a:prstGeom>
          <a:solidFill>
            <a:srgbClr val="F1F1F1"/>
          </a:solidFill>
          <a:ln w="12700">
            <a:solidFill>
              <a:srgbClr val="D4D4D4"/>
            </a:solidFill>
          </a:ln>
        </p:spPr>
        <p:txBody>
          <a:bodyPr lIns="274320" tIns="731520" rIns="274320" bIns="182880" anchor="ctr"/>
          <a:lstStyle/>
          <a:p>
            <a:pPr marL="0" indent="0" algn="l">
              <a:buNone/>
            </a:pPr>
            <a:r>
              <a:rPr lang="en-US" sz="1300" i="1">
                <a:solidFill>
                  <a:srgbClr val="2F2F2F"/>
                </a:solidFill>
                <a:latin typeface="Arial"/>
              </a:rPr>
              <a:t>“Which platform are you using?”</a:t>
            </a:r>
          </a:p>
        </p:txBody>
      </p:sp>
      <p:sp>
        <p:nvSpPr>
          <p:cNvPr id="23" name="Without Memory Header" descr="Header labeled Without memory"/>
          <p:cNvSpPr/>
          <p:nvPr/>
        </p:nvSpPr>
        <p:spPr>
          <a:xfrm>
            <a:off x="6035040" y="1463040"/>
            <a:ext cx="5779008" cy="548640"/>
          </a:xfrm>
          <a:prstGeom prst="rect">
            <a:avLst/>
          </a:prstGeom>
          <a:solidFill>
            <a:srgbClr val="828282"/>
          </a:solidFill>
          <a:ln>
            <a:noFill/>
          </a:ln>
        </p:spPr>
        <p:txBody>
          <a:bodyPr lIns="274320" tIns="45720" rIns="137160" bIns="45720" anchor="ctr"/>
          <a:lstStyle/>
          <a:p>
            <a:pPr marL="0" indent="0" algn="l">
              <a:buNone/>
            </a:pPr>
            <a:r>
              <a:rPr lang="en-US" sz="1600" b="1">
                <a:solidFill>
                  <a:srgbClr val="FFFFFF"/>
                </a:solidFill>
                <a:latin typeface="Poppins SemiBold"/>
              </a:rPr>
              <a:t>Without memory</a:t>
            </a:r>
          </a:p>
        </p:txBody>
      </p:sp>
      <p:sp>
        <p:nvSpPr>
          <p:cNvPr id="24" name="With Memory Card" descr="Card showing an agent reply with memory"/>
          <p:cNvSpPr/>
          <p:nvPr/>
        </p:nvSpPr>
        <p:spPr>
          <a:xfrm>
            <a:off x="6035040" y="3794760"/>
            <a:ext cx="5779008" cy="2057400"/>
          </a:xfrm>
          <a:prstGeom prst="roundRect">
            <a:avLst>
              <a:gd name="adj" fmla="val 6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 lIns="274320" tIns="731520" rIns="274320" bIns="182880" anchor="ctr"/>
          <a:lstStyle/>
          <a:p>
            <a:r>
              <a:rPr lang="en-US" sz="1300" i="1">
                <a:solidFill>
                  <a:srgbClr val="2F2F2F"/>
                </a:solidFill>
                <a:latin typeface="Arial"/>
              </a:rPr>
              <a:t>“Since you mainly work with AWS, let’s use an Amazon Bedrock example for your tech talk.”</a:t>
            </a:r>
          </a:p>
        </p:txBody>
      </p:sp>
      <p:sp>
        <p:nvSpPr>
          <p:cNvPr id="25" name="With Memory Header" descr="Header labeled With memory"/>
          <p:cNvSpPr/>
          <p:nvPr/>
        </p:nvSpPr>
        <p:spPr>
          <a:xfrm>
            <a:off x="6035040" y="3794760"/>
            <a:ext cx="5779008" cy="548640"/>
          </a:xfrm>
          <a:prstGeom prst="rect">
            <a:avLst/>
          </a:prstGeom>
          <a:solidFill>
            <a:srgbClr val="FF6012"/>
          </a:solidFill>
          <a:ln>
            <a:noFill/>
          </a:ln>
        </p:spPr>
        <p:txBody>
          <a:bodyPr lIns="274320" tIns="45720" rIns="137160" bIns="45720" anchor="ctr"/>
          <a:lstStyle/>
          <a:p>
            <a:pPr marL="0" indent="0" algn="l">
              <a:buNone/>
            </a:pPr>
            <a:r>
              <a:rPr lang="en-US" sz="1600" b="1">
                <a:solidFill>
                  <a:srgbClr val="FFFFFF"/>
                </a:solidFill>
                <a:latin typeface="Poppins SemiBold"/>
              </a:rPr>
              <a:t>With memory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5B064F9E-964D-41A2-A4AC-1A982431AF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A6B7EE1-A474-4B28-B64F-DAA5DFDC8F92}" type="slidenum">
              <a:rPr lang="en-US" smtClean="0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759750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C1B09AD4-327A-404E-AB97-178157E4C13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>
                <a:latin typeface="Poppins SemiBold"/>
                <a:cs typeface="Arial"/>
              </a:rPr>
              <a:t>What </a:t>
            </a:r>
            <a:r>
              <a:rPr lang="en-US">
                <a:latin typeface="Poppins SemiBold"/>
                <a:cs typeface="Arial"/>
              </a:rPr>
              <a:t>is</a:t>
            </a:r>
            <a:r>
              <a:rPr lang="en-US" b="1">
                <a:latin typeface="Poppins SemiBold"/>
                <a:cs typeface="Arial"/>
              </a:rPr>
              <a:t> Agent Memory?</a:t>
            </a:r>
          </a:p>
        </p:txBody>
      </p:sp>
      <p:sp>
        <p:nvSpPr>
          <p:cNvPr id="50" name="Lead Line" descr="Lead line: agent memory is not a saved chat transcript, it is a managed lifecycle."/>
          <p:cNvSpPr txBox="1"/>
          <p:nvPr/>
        </p:nvSpPr>
        <p:spPr>
          <a:xfrm>
            <a:off x="384048" y="1371600"/>
            <a:ext cx="11430000" cy="457200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>
              <a:buNone/>
            </a:pPr>
            <a:r>
              <a:rPr lang="en-US" sz="1500">
                <a:solidFill>
                  <a:srgbClr val="2F2F2F"/>
                </a:solidFill>
                <a:latin typeface="Arial"/>
              </a:rPr>
              <a:t>Agent memory is not a saved chat transcript — it is a managed lifecycle.</a:t>
            </a:r>
          </a:p>
        </p:txBody>
      </p:sp>
      <p:sp>
        <p:nvSpPr>
          <p:cNvPr id="20" name="Step Card 1" descr="Card for lifecycle step Identify: spot what matters"/>
          <p:cNvSpPr/>
          <p:nvPr/>
        </p:nvSpPr>
        <p:spPr>
          <a:xfrm>
            <a:off x="384048" y="2194560"/>
            <a:ext cx="1661184" cy="1645920"/>
          </a:xfrm>
          <a:prstGeom prst="roundRect">
            <a:avLst>
              <a:gd name="adj" fmla="val 8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1" name="Accent Bar 1" descr="Colored accent bar at the top of the Identify card"/>
          <p:cNvSpPr/>
          <p:nvPr/>
        </p:nvSpPr>
        <p:spPr>
          <a:xfrm>
            <a:off x="384048" y="2194560"/>
            <a:ext cx="1661184" cy="73152"/>
          </a:xfrm>
          <a:prstGeom prst="rect">
            <a:avLst/>
          </a:prstGeom>
          <a:solidFill>
            <a:srgbClr val="FF601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22" name="Step Text 1" descr="Identify: spot what matters"/>
          <p:cNvSpPr txBox="1"/>
          <p:nvPr/>
        </p:nvSpPr>
        <p:spPr>
          <a:xfrm>
            <a:off x="475488" y="2468880"/>
            <a:ext cx="1478304" cy="1188720"/>
          </a:xfrm>
          <a:prstGeom prst="rect">
            <a:avLst/>
          </a:prstGeom>
          <a:noFill/>
        </p:spPr>
        <p:txBody>
          <a:bodyPr wrap="square" lIns="45720" tIns="0" rIns="45720" bIns="0" anchor="t">
            <a:normAutofit/>
          </a:bodyPr>
          <a:lstStyle/>
          <a:p>
            <a:pPr algn="ctr">
              <a:buNone/>
            </a:pPr>
            <a:r>
              <a:rPr lang="en-US" sz="1500" b="1">
                <a:solidFill>
                  <a:srgbClr val="2F2F2F"/>
                </a:solidFill>
                <a:latin typeface="Poppins SemiBold"/>
              </a:rPr>
              <a:t>Identify</a:t>
            </a:r>
          </a:p>
          <a:p>
            <a:pPr algn="ctr">
              <a:buNone/>
            </a:pPr>
            <a:r>
              <a:rPr lang="en-US" sz="1100">
                <a:solidFill>
                  <a:srgbClr val="2F2F2F"/>
                </a:solidFill>
                <a:latin typeface="Arial"/>
              </a:rPr>
              <a:t>spot what matters</a:t>
            </a:r>
          </a:p>
        </p:txBody>
      </p:sp>
      <p:sp>
        <p:nvSpPr>
          <p:cNvPr id="23" name="Flow Arrow 1" descr="Arrow showing flow from Identify to the next step"/>
          <p:cNvSpPr/>
          <p:nvPr/>
        </p:nvSpPr>
        <p:spPr>
          <a:xfrm>
            <a:off x="2063520" y="2934240"/>
            <a:ext cx="256032" cy="164592"/>
          </a:xfrm>
          <a:prstGeom prst="rightArrow">
            <a:avLst/>
          </a:prstGeom>
          <a:solidFill>
            <a:srgbClr val="FF601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24" name="Step Card 2" descr="Card for lifecycle step Decide: is it worth keeping"/>
          <p:cNvSpPr/>
          <p:nvPr/>
        </p:nvSpPr>
        <p:spPr>
          <a:xfrm>
            <a:off x="2338162" y="2194560"/>
            <a:ext cx="1661184" cy="1645920"/>
          </a:xfrm>
          <a:prstGeom prst="roundRect">
            <a:avLst>
              <a:gd name="adj" fmla="val 8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5" name="Accent Bar 2" descr="Colored accent bar at the top of the Decide card"/>
          <p:cNvSpPr/>
          <p:nvPr/>
        </p:nvSpPr>
        <p:spPr>
          <a:xfrm>
            <a:off x="2338162" y="2194560"/>
            <a:ext cx="1661184" cy="73152"/>
          </a:xfrm>
          <a:prstGeom prst="rect">
            <a:avLst/>
          </a:prstGeom>
          <a:solidFill>
            <a:srgbClr val="350078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26" name="Step Text 2" descr="Decide: is it worth keeping"/>
          <p:cNvSpPr txBox="1"/>
          <p:nvPr/>
        </p:nvSpPr>
        <p:spPr>
          <a:xfrm>
            <a:off x="2429602" y="2468880"/>
            <a:ext cx="1478304" cy="1188720"/>
          </a:xfrm>
          <a:prstGeom prst="rect">
            <a:avLst/>
          </a:prstGeom>
          <a:noFill/>
        </p:spPr>
        <p:txBody>
          <a:bodyPr wrap="square" lIns="45720" tIns="0" rIns="45720" bIns="0" anchor="t">
            <a:normAutofit/>
          </a:bodyPr>
          <a:lstStyle/>
          <a:p>
            <a:pPr algn="ctr">
              <a:buNone/>
            </a:pPr>
            <a:r>
              <a:rPr lang="en-US" sz="1500" b="1">
                <a:solidFill>
                  <a:srgbClr val="2F2F2F"/>
                </a:solidFill>
                <a:latin typeface="Poppins SemiBold"/>
              </a:rPr>
              <a:t>Decide</a:t>
            </a:r>
          </a:p>
          <a:p>
            <a:pPr algn="ctr">
              <a:buNone/>
            </a:pPr>
            <a:r>
              <a:rPr lang="en-US" sz="1100">
                <a:solidFill>
                  <a:srgbClr val="2F2F2F"/>
                </a:solidFill>
                <a:latin typeface="Arial"/>
              </a:rPr>
              <a:t>is it worth keeping</a:t>
            </a:r>
          </a:p>
        </p:txBody>
      </p:sp>
      <p:sp>
        <p:nvSpPr>
          <p:cNvPr id="27" name="Flow Arrow 2" descr="Arrow showing flow from Decide to the next step"/>
          <p:cNvSpPr/>
          <p:nvPr/>
        </p:nvSpPr>
        <p:spPr>
          <a:xfrm>
            <a:off x="4017634" y="2934240"/>
            <a:ext cx="256032" cy="164592"/>
          </a:xfrm>
          <a:prstGeom prst="rightArrow">
            <a:avLst/>
          </a:prstGeom>
          <a:solidFill>
            <a:srgbClr val="FF601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28" name="Step Card 3" descr="Card for lifecycle step Store: under the right user or task"/>
          <p:cNvSpPr/>
          <p:nvPr/>
        </p:nvSpPr>
        <p:spPr>
          <a:xfrm>
            <a:off x="4292276" y="2194560"/>
            <a:ext cx="1661184" cy="1645920"/>
          </a:xfrm>
          <a:prstGeom prst="roundRect">
            <a:avLst>
              <a:gd name="adj" fmla="val 8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9" name="Accent Bar 3" descr="Colored accent bar at the top of the Store card"/>
          <p:cNvSpPr/>
          <p:nvPr/>
        </p:nvSpPr>
        <p:spPr>
          <a:xfrm>
            <a:off x="4292276" y="2194560"/>
            <a:ext cx="1661184" cy="73152"/>
          </a:xfrm>
          <a:prstGeom prst="rect">
            <a:avLst/>
          </a:prstGeom>
          <a:solidFill>
            <a:srgbClr val="33999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0" name="Step Text 3" descr="Store: under the right user or task"/>
          <p:cNvSpPr txBox="1"/>
          <p:nvPr/>
        </p:nvSpPr>
        <p:spPr>
          <a:xfrm>
            <a:off x="4383716" y="2468880"/>
            <a:ext cx="1478304" cy="1188720"/>
          </a:xfrm>
          <a:prstGeom prst="rect">
            <a:avLst/>
          </a:prstGeom>
          <a:noFill/>
        </p:spPr>
        <p:txBody>
          <a:bodyPr wrap="square" lIns="45720" tIns="0" rIns="45720" bIns="0" anchor="t">
            <a:normAutofit/>
          </a:bodyPr>
          <a:lstStyle/>
          <a:p>
            <a:pPr algn="ctr">
              <a:buNone/>
            </a:pPr>
            <a:r>
              <a:rPr lang="en-US" sz="1500" b="1">
                <a:solidFill>
                  <a:srgbClr val="2F2F2F"/>
                </a:solidFill>
                <a:latin typeface="Poppins SemiBold"/>
              </a:rPr>
              <a:t>Store</a:t>
            </a:r>
          </a:p>
          <a:p>
            <a:pPr algn="ctr">
              <a:buNone/>
            </a:pPr>
            <a:r>
              <a:rPr lang="en-US" sz="1100">
                <a:solidFill>
                  <a:srgbClr val="2F2F2F"/>
                </a:solidFill>
                <a:latin typeface="Arial"/>
              </a:rPr>
              <a:t>under the right user or task</a:t>
            </a:r>
          </a:p>
        </p:txBody>
      </p:sp>
      <p:sp>
        <p:nvSpPr>
          <p:cNvPr id="31" name="Flow Arrow 3" descr="Arrow showing flow from Store to the next step"/>
          <p:cNvSpPr/>
          <p:nvPr/>
        </p:nvSpPr>
        <p:spPr>
          <a:xfrm>
            <a:off x="5971748" y="2934240"/>
            <a:ext cx="256032" cy="164592"/>
          </a:xfrm>
          <a:prstGeom prst="rightArrow">
            <a:avLst/>
          </a:prstGeom>
          <a:solidFill>
            <a:srgbClr val="FF601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2" name="Step Card 4" descr="Card for lifecycle step Retrieve: when it becomes relevant"/>
          <p:cNvSpPr/>
          <p:nvPr/>
        </p:nvSpPr>
        <p:spPr>
          <a:xfrm>
            <a:off x="6246390" y="2194560"/>
            <a:ext cx="1661184" cy="1645920"/>
          </a:xfrm>
          <a:prstGeom prst="roundRect">
            <a:avLst>
              <a:gd name="adj" fmla="val 8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3" name="Accent Bar 4" descr="Colored accent bar at the top of the Retrieve card"/>
          <p:cNvSpPr/>
          <p:nvPr/>
        </p:nvSpPr>
        <p:spPr>
          <a:xfrm>
            <a:off x="6246390" y="2194560"/>
            <a:ext cx="1661184" cy="73152"/>
          </a:xfrm>
          <a:prstGeom prst="rect">
            <a:avLst/>
          </a:prstGeom>
          <a:solidFill>
            <a:srgbClr val="456DE6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4" name="Step Text 4" descr="Retrieve: when it becomes relevant"/>
          <p:cNvSpPr txBox="1"/>
          <p:nvPr/>
        </p:nvSpPr>
        <p:spPr>
          <a:xfrm>
            <a:off x="6337830" y="2468880"/>
            <a:ext cx="1478304" cy="1188720"/>
          </a:xfrm>
          <a:prstGeom prst="rect">
            <a:avLst/>
          </a:prstGeom>
          <a:noFill/>
        </p:spPr>
        <p:txBody>
          <a:bodyPr wrap="square" lIns="45720" tIns="0" rIns="45720" bIns="0" anchor="t">
            <a:normAutofit/>
          </a:bodyPr>
          <a:lstStyle/>
          <a:p>
            <a:pPr algn="ctr">
              <a:buNone/>
            </a:pPr>
            <a:r>
              <a:rPr lang="en-US" sz="1500" b="1">
                <a:solidFill>
                  <a:srgbClr val="2F2F2F"/>
                </a:solidFill>
                <a:latin typeface="Poppins SemiBold"/>
              </a:rPr>
              <a:t>Retrieve</a:t>
            </a:r>
          </a:p>
          <a:p>
            <a:pPr algn="ctr">
              <a:buNone/>
            </a:pPr>
            <a:r>
              <a:rPr lang="en-US" sz="1100">
                <a:solidFill>
                  <a:srgbClr val="2F2F2F"/>
                </a:solidFill>
                <a:latin typeface="Arial"/>
              </a:rPr>
              <a:t>when it becomes relevant</a:t>
            </a:r>
          </a:p>
        </p:txBody>
      </p:sp>
      <p:sp>
        <p:nvSpPr>
          <p:cNvPr id="35" name="Flow Arrow 4" descr="Arrow showing flow from Retrieve to the next step"/>
          <p:cNvSpPr/>
          <p:nvPr/>
        </p:nvSpPr>
        <p:spPr>
          <a:xfrm>
            <a:off x="7925862" y="2934240"/>
            <a:ext cx="256032" cy="164592"/>
          </a:xfrm>
          <a:prstGeom prst="rightArrow">
            <a:avLst/>
          </a:prstGeom>
          <a:solidFill>
            <a:srgbClr val="FF601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6" name="Step Card 5" descr="Card for lifecycle step Update: when facts change"/>
          <p:cNvSpPr/>
          <p:nvPr/>
        </p:nvSpPr>
        <p:spPr>
          <a:xfrm>
            <a:off x="8200504" y="2194560"/>
            <a:ext cx="1661184" cy="1645920"/>
          </a:xfrm>
          <a:prstGeom prst="roundRect">
            <a:avLst>
              <a:gd name="adj" fmla="val 8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37" name="Accent Bar 5" descr="Colored accent bar at the top of the Update card"/>
          <p:cNvSpPr/>
          <p:nvPr/>
        </p:nvSpPr>
        <p:spPr>
          <a:xfrm>
            <a:off x="8200504" y="2194560"/>
            <a:ext cx="1661184" cy="73152"/>
          </a:xfrm>
          <a:prstGeom prst="rect">
            <a:avLst/>
          </a:prstGeom>
          <a:solidFill>
            <a:srgbClr val="B3430D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8" name="Step Text 5" descr="Update: when facts change"/>
          <p:cNvSpPr txBox="1"/>
          <p:nvPr/>
        </p:nvSpPr>
        <p:spPr>
          <a:xfrm>
            <a:off x="8291944" y="2468880"/>
            <a:ext cx="1478304" cy="1188720"/>
          </a:xfrm>
          <a:prstGeom prst="rect">
            <a:avLst/>
          </a:prstGeom>
          <a:noFill/>
        </p:spPr>
        <p:txBody>
          <a:bodyPr wrap="square" lIns="45720" tIns="0" rIns="45720" bIns="0" anchor="t">
            <a:normAutofit/>
          </a:bodyPr>
          <a:lstStyle/>
          <a:p>
            <a:pPr algn="ctr">
              <a:buNone/>
            </a:pPr>
            <a:r>
              <a:rPr lang="en-US" sz="1500" b="1">
                <a:solidFill>
                  <a:srgbClr val="2F2F2F"/>
                </a:solidFill>
                <a:latin typeface="Poppins SemiBold"/>
              </a:rPr>
              <a:t>Update</a:t>
            </a:r>
          </a:p>
          <a:p>
            <a:pPr algn="ctr">
              <a:buNone/>
            </a:pPr>
            <a:r>
              <a:rPr lang="en-US" sz="1100">
                <a:solidFill>
                  <a:srgbClr val="2F2F2F"/>
                </a:solidFill>
                <a:latin typeface="Arial"/>
              </a:rPr>
              <a:t>when facts change</a:t>
            </a:r>
          </a:p>
        </p:txBody>
      </p:sp>
      <p:sp>
        <p:nvSpPr>
          <p:cNvPr id="39" name="Flow Arrow 5" descr="Arrow showing flow from Update to the next step"/>
          <p:cNvSpPr/>
          <p:nvPr/>
        </p:nvSpPr>
        <p:spPr>
          <a:xfrm>
            <a:off x="9879976" y="2934240"/>
            <a:ext cx="256032" cy="164592"/>
          </a:xfrm>
          <a:prstGeom prst="rightArrow">
            <a:avLst/>
          </a:prstGeom>
          <a:solidFill>
            <a:srgbClr val="FF601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40" name="Step Card 6" descr="Card for lifecycle step Delete: when no longer needed"/>
          <p:cNvSpPr/>
          <p:nvPr/>
        </p:nvSpPr>
        <p:spPr>
          <a:xfrm>
            <a:off x="10154618" y="2194560"/>
            <a:ext cx="1661184" cy="1645920"/>
          </a:xfrm>
          <a:prstGeom prst="roundRect">
            <a:avLst>
              <a:gd name="adj" fmla="val 8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41" name="Accent Bar 6" descr="Colored accent bar at the top of the Delete card"/>
          <p:cNvSpPr/>
          <p:nvPr/>
        </p:nvSpPr>
        <p:spPr>
          <a:xfrm>
            <a:off x="10154618" y="2194560"/>
            <a:ext cx="1661184" cy="73152"/>
          </a:xfrm>
          <a:prstGeom prst="rect">
            <a:avLst/>
          </a:prstGeom>
          <a:solidFill>
            <a:srgbClr val="82828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42" name="Step Text 6" descr="Delete: when no longer needed"/>
          <p:cNvSpPr txBox="1"/>
          <p:nvPr/>
        </p:nvSpPr>
        <p:spPr>
          <a:xfrm>
            <a:off x="10246058" y="2468880"/>
            <a:ext cx="1478304" cy="1188720"/>
          </a:xfrm>
          <a:prstGeom prst="rect">
            <a:avLst/>
          </a:prstGeom>
          <a:noFill/>
        </p:spPr>
        <p:txBody>
          <a:bodyPr wrap="square" lIns="45720" tIns="0" rIns="45720" bIns="0" anchor="t">
            <a:normAutofit/>
          </a:bodyPr>
          <a:lstStyle/>
          <a:p>
            <a:pPr algn="ctr">
              <a:buNone/>
            </a:pPr>
            <a:r>
              <a:rPr lang="en-US" sz="1500" b="1">
                <a:solidFill>
                  <a:srgbClr val="2F2F2F"/>
                </a:solidFill>
                <a:latin typeface="Poppins SemiBold"/>
              </a:rPr>
              <a:t>Delete</a:t>
            </a:r>
          </a:p>
          <a:p>
            <a:pPr algn="ctr">
              <a:buNone/>
            </a:pPr>
            <a:r>
              <a:rPr lang="en-US" sz="1100">
                <a:solidFill>
                  <a:srgbClr val="2F2F2F"/>
                </a:solidFill>
                <a:latin typeface="Arial"/>
              </a:rPr>
              <a:t>when no longer needed</a:t>
            </a:r>
          </a:p>
        </p:txBody>
      </p:sp>
      <p:sp>
        <p:nvSpPr>
          <p:cNvPr id="51" name="Key Message Callout" descr="Key message: memory is a managed lifecycle, not stored chat history."/>
          <p:cNvSpPr/>
          <p:nvPr/>
        </p:nvSpPr>
        <p:spPr>
          <a:xfrm>
            <a:off x="384048" y="5029200"/>
            <a:ext cx="11430000" cy="685800"/>
          </a:xfrm>
          <a:prstGeom prst="roundRect">
            <a:avLst>
              <a:gd name="adj" fmla="val 15000"/>
            </a:avLst>
          </a:prstGeom>
          <a:solidFill>
            <a:srgbClr val="350078"/>
          </a:solidFill>
          <a:ln>
            <a:noFill/>
          </a:ln>
        </p:spPr>
        <p:txBody>
          <a:bodyPr wrap="square" lIns="182880" rIns="182880" anchor="ctr"/>
          <a:lstStyle/>
          <a:p>
            <a:pPr algn="ctr">
              <a:buNone/>
            </a:pPr>
            <a:r>
              <a:rPr lang="en-US" sz="1600" b="1">
                <a:solidFill>
                  <a:srgbClr val="FFFFFF"/>
                </a:solidFill>
                <a:latin typeface="Poppins SemiBold"/>
              </a:rPr>
              <a:t>Memory is a managed lifecycle, not stored chat history.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D330F471-A4EB-4AF6-B470-E1BFB56D7D6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A6B7EE1-A474-4B28-B64F-DAA5DFDC8F92}" type="slidenum">
              <a:rPr lang="en-US" smtClean="0"/>
              <a:t>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242712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B28E28F7-677E-4302-BB51-40D62BAFF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/>
              <a:t>Context Window vs Persistent Memory</a:t>
            </a:r>
          </a:p>
        </p:txBody>
      </p:sp>
      <p:sp>
        <p:nvSpPr>
          <p:cNvPr id="20" name="Left Panel" descr="Panel describing the context window"/>
          <p:cNvSpPr/>
          <p:nvPr/>
        </p:nvSpPr>
        <p:spPr>
          <a:xfrm>
            <a:off x="384048" y="1417320"/>
            <a:ext cx="5577840" cy="3520440"/>
          </a:xfrm>
          <a:prstGeom prst="roundRect">
            <a:avLst>
              <a:gd name="adj" fmla="val 4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/>
          <a:lstStyle/>
          <a:p>
            <a:pPr>
              <a:buNone/>
            </a:pPr>
            <a:endParaRPr lang="en-US"/>
          </a:p>
        </p:txBody>
      </p:sp>
      <p:sp>
        <p:nvSpPr>
          <p:cNvPr id="21" name="Left Header" descr="Context window panel header"/>
          <p:cNvSpPr/>
          <p:nvPr/>
        </p:nvSpPr>
        <p:spPr>
          <a:xfrm>
            <a:off x="384048" y="1417320"/>
            <a:ext cx="5577840" cy="457200"/>
          </a:xfrm>
          <a:prstGeom prst="roundRect">
            <a:avLst>
              <a:gd name="adj" fmla="val 8000"/>
            </a:avLst>
          </a:prstGeom>
          <a:solidFill>
            <a:srgbClr val="828282"/>
          </a:solidFill>
          <a:ln>
            <a:noFill/>
          </a:ln>
        </p:spPr>
        <p:txBody>
          <a:bodyPr lIns="182880" rIns="182880" anchor="ctr"/>
          <a:lstStyle/>
          <a:p>
            <a:pPr algn="l">
              <a:buNone/>
            </a:pPr>
            <a:r>
              <a:rPr lang="en-US" sz="1600" b="1">
                <a:solidFill>
                  <a:srgbClr val="FFFFFF"/>
                </a:solidFill>
                <a:latin typeface="Poppins SemiBold"/>
              </a:rPr>
              <a:t>Context Window - the desk in front of you</a:t>
            </a:r>
          </a:p>
        </p:txBody>
      </p:sp>
      <p:sp>
        <p:nvSpPr>
          <p:cNvPr id="22" name="Left Body" descr="Traits of the context window"/>
          <p:cNvSpPr txBox="1"/>
          <p:nvPr/>
        </p:nvSpPr>
        <p:spPr>
          <a:xfrm>
            <a:off x="658368" y="2011680"/>
            <a:ext cx="5029200" cy="2743200"/>
          </a:xfrm>
          <a:prstGeom prst="rect">
            <a:avLst/>
          </a:prstGeom>
          <a:noFill/>
        </p:spPr>
        <p:txBody>
          <a:bodyPr wrap="square" lIns="0" rIns="0"/>
          <a:lstStyle/>
          <a:p>
            <a:pPr>
              <a:lnSpc>
                <a:spcPct val="100000"/>
              </a:lnSpc>
              <a:spcAft>
                <a:spcPts val="900"/>
              </a:spcAft>
              <a:buNone/>
            </a:pPr>
            <a:r>
              <a:rPr lang="en-US" sz="1400">
                <a:solidFill>
                  <a:srgbClr val="2F2F2F"/>
                </a:solidFill>
                <a:latin typeface="Arial"/>
              </a:rPr>
              <a:t>Available to the LLM right now</a:t>
            </a:r>
          </a:p>
          <a:p>
            <a:pPr>
              <a:spcAft>
                <a:spcPts val="900"/>
              </a:spcAft>
              <a:buNone/>
            </a:pPr>
            <a:r>
              <a:rPr lang="en-US" sz="1400">
                <a:solidFill>
                  <a:srgbClr val="2F2F2F"/>
                </a:solidFill>
                <a:latin typeface="Arial"/>
              </a:rPr>
              <a:t>Supports the current conversation</a:t>
            </a:r>
          </a:p>
          <a:p>
            <a:pPr>
              <a:spcAft>
                <a:spcPts val="900"/>
              </a:spcAft>
              <a:buNone/>
            </a:pPr>
            <a:r>
              <a:rPr lang="en-US" sz="1400">
                <a:solidFill>
                  <a:srgbClr val="2F2F2F"/>
                </a:solidFill>
                <a:latin typeface="Arial"/>
              </a:rPr>
              <a:t>Limited in size</a:t>
            </a:r>
          </a:p>
          <a:p>
            <a:pPr>
              <a:buNone/>
            </a:pPr>
            <a:r>
              <a:rPr lang="en-US" sz="1400">
                <a:solidFill>
                  <a:srgbClr val="2F2F2F"/>
                </a:solidFill>
                <a:latin typeface="Arial"/>
              </a:rPr>
              <a:t>Usually temporary</a:t>
            </a:r>
          </a:p>
        </p:txBody>
      </p:sp>
      <p:sp>
        <p:nvSpPr>
          <p:cNvPr id="23" name="Right Panel" descr="Panel describing persistent memory"/>
          <p:cNvSpPr/>
          <p:nvPr/>
        </p:nvSpPr>
        <p:spPr>
          <a:xfrm>
            <a:off x="6236208" y="1417320"/>
            <a:ext cx="5577840" cy="3520440"/>
          </a:xfrm>
          <a:prstGeom prst="roundRect">
            <a:avLst>
              <a:gd name="adj" fmla="val 4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/>
          <a:lstStyle/>
          <a:p>
            <a:pPr>
              <a:buNone/>
            </a:pPr>
            <a:endParaRPr lang="en-US"/>
          </a:p>
        </p:txBody>
      </p:sp>
      <p:sp>
        <p:nvSpPr>
          <p:cNvPr id="24" name="Right Header" descr="Persistent memory panel header"/>
          <p:cNvSpPr/>
          <p:nvPr/>
        </p:nvSpPr>
        <p:spPr>
          <a:xfrm>
            <a:off x="6236208" y="1417320"/>
            <a:ext cx="5577840" cy="457200"/>
          </a:xfrm>
          <a:prstGeom prst="roundRect">
            <a:avLst>
              <a:gd name="adj" fmla="val 8000"/>
            </a:avLst>
          </a:prstGeom>
          <a:solidFill>
            <a:srgbClr val="350078"/>
          </a:solidFill>
          <a:ln>
            <a:noFill/>
          </a:ln>
        </p:spPr>
        <p:txBody>
          <a:bodyPr lIns="182880" rIns="182880" anchor="ctr"/>
          <a:lstStyle/>
          <a:p>
            <a:pPr algn="l">
              <a:buNone/>
            </a:pPr>
            <a:r>
              <a:rPr lang="en-US" sz="1600" b="1">
                <a:solidFill>
                  <a:srgbClr val="FFFFFF"/>
                </a:solidFill>
                <a:latin typeface="Poppins SemiBold"/>
              </a:rPr>
              <a:t>Persistent Memory - the filing system</a:t>
            </a:r>
          </a:p>
        </p:txBody>
      </p:sp>
      <p:sp>
        <p:nvSpPr>
          <p:cNvPr id="25" name="Right Body" descr="Traits of persistent memory"/>
          <p:cNvSpPr txBox="1"/>
          <p:nvPr/>
        </p:nvSpPr>
        <p:spPr>
          <a:xfrm>
            <a:off x="6510528" y="2011680"/>
            <a:ext cx="5029200" cy="2743200"/>
          </a:xfrm>
          <a:prstGeom prst="rect">
            <a:avLst/>
          </a:prstGeom>
          <a:noFill/>
        </p:spPr>
        <p:txBody>
          <a:bodyPr wrap="square" lIns="0" rIns="0"/>
          <a:lstStyle/>
          <a:p>
            <a:pPr>
              <a:spcAft>
                <a:spcPts val="900"/>
              </a:spcAft>
              <a:buNone/>
            </a:pPr>
            <a:r>
              <a:rPr lang="en-US" sz="1400">
                <a:solidFill>
                  <a:srgbClr val="2F2F2F"/>
                </a:solidFill>
                <a:latin typeface="Arial"/>
              </a:rPr>
              <a:t>Stored outside the LLM</a:t>
            </a:r>
          </a:p>
          <a:p>
            <a:pPr>
              <a:spcAft>
                <a:spcPts val="900"/>
              </a:spcAft>
              <a:buNone/>
            </a:pPr>
            <a:r>
              <a:rPr lang="en-US" sz="1400">
                <a:solidFill>
                  <a:srgbClr val="2F2F2F"/>
                </a:solidFill>
                <a:latin typeface="Arial"/>
              </a:rPr>
              <a:t>Available across sessions</a:t>
            </a:r>
          </a:p>
          <a:p>
            <a:pPr>
              <a:spcAft>
                <a:spcPts val="900"/>
              </a:spcAft>
              <a:buNone/>
            </a:pPr>
            <a:r>
              <a:rPr lang="en-US" sz="1400">
                <a:solidFill>
                  <a:srgbClr val="2F2F2F"/>
                </a:solidFill>
                <a:latin typeface="Arial"/>
              </a:rPr>
              <a:t>Retrieved only when relevant</a:t>
            </a:r>
          </a:p>
          <a:p>
            <a:pPr>
              <a:buNone/>
            </a:pPr>
            <a:r>
              <a:rPr lang="en-US" sz="1400">
                <a:solidFill>
                  <a:srgbClr val="2F2F2F"/>
                </a:solidFill>
                <a:latin typeface="Arial"/>
              </a:rPr>
              <a:t>Can be updated or deleted</a:t>
            </a:r>
          </a:p>
        </p:txBody>
      </p:sp>
      <p:sp>
        <p:nvSpPr>
          <p:cNvPr id="26" name="Callout" descr="Key message comparing context and memory"/>
          <p:cNvSpPr/>
          <p:nvPr/>
        </p:nvSpPr>
        <p:spPr>
          <a:xfrm>
            <a:off x="384048" y="5166360"/>
            <a:ext cx="11430000" cy="731520"/>
          </a:xfrm>
          <a:prstGeom prst="roundRect">
            <a:avLst>
              <a:gd name="adj" fmla="val 12000"/>
            </a:avLst>
          </a:prstGeom>
          <a:solidFill>
            <a:srgbClr val="F1F1F1"/>
          </a:solidFill>
          <a:ln>
            <a:noFill/>
          </a:ln>
        </p:spPr>
        <p:txBody>
          <a:bodyPr lIns="274320" rIns="274320" anchor="ctr"/>
          <a:lstStyle/>
          <a:p>
            <a:pPr algn="l">
              <a:buNone/>
            </a:pPr>
            <a:r>
              <a:rPr lang="en-US" sz="1500" b="1">
                <a:solidFill>
                  <a:srgbClr val="2F2F2F"/>
                </a:solidFill>
                <a:latin typeface="Poppins SemiBold"/>
              </a:rPr>
              <a:t>Context is what the model sees now. Memory is what the system can bring back later.</a:t>
            </a:r>
          </a:p>
        </p:txBody>
      </p:sp>
      <p:sp>
        <p:nvSpPr>
          <p:cNvPr id="27" name="Callout Accent Bar"/>
          <p:cNvSpPr/>
          <p:nvPr/>
        </p:nvSpPr>
        <p:spPr>
          <a:xfrm>
            <a:off x="384048" y="5166360"/>
            <a:ext cx="73152" cy="731520"/>
          </a:xfrm>
          <a:prstGeom prst="rect">
            <a:avLst/>
          </a:prstGeom>
          <a:solidFill>
            <a:srgbClr val="FF6012"/>
          </a:solidFill>
          <a:ln>
            <a:noFill/>
          </a:ln>
        </p:spPr>
        <p:txBody>
          <a:bodyPr/>
          <a:lstStyle/>
          <a:p>
            <a:pPr>
              <a:buNone/>
            </a:pPr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A17B621E-DDEA-44BA-A638-8A585EA7488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A6B7EE1-A474-4B28-B64F-DAA5DFDC8F92}" type="slidenum">
              <a:rPr lang="en-US" smtClean="0"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192400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733A36AD-A12C-4801-8552-BE91C9EB5B5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>
                <a:cs typeface="Arial"/>
              </a:rPr>
              <a:t>Why Conversation History </a:t>
            </a:r>
            <a:r>
              <a:rPr lang="en-US">
                <a:cs typeface="Arial"/>
              </a:rPr>
              <a:t>is</a:t>
            </a:r>
            <a:r>
              <a:rPr lang="en-US" b="1">
                <a:cs typeface="Arial"/>
              </a:rPr>
              <a:t> Not Enough</a:t>
            </a:r>
          </a:p>
        </p:txBody>
      </p:sp>
      <p:sp>
        <p:nvSpPr>
          <p:cNvPr id="20" name="Full history panel" descr="Panel showing a full conversation history being replayed"/>
          <p:cNvSpPr/>
          <p:nvPr/>
        </p:nvSpPr>
        <p:spPr>
          <a:xfrm>
            <a:off x="384048" y="1325880"/>
            <a:ext cx="5102352" cy="3931920"/>
          </a:xfrm>
          <a:prstGeom prst="roundRect">
            <a:avLst>
              <a:gd name="adj" fmla="val 4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/>
          <a:lstStyle/>
          <a:p>
            <a:pPr>
              <a:buNone/>
            </a:pPr>
            <a:endParaRPr lang="en-US"/>
          </a:p>
        </p:txBody>
      </p:sp>
      <p:sp>
        <p:nvSpPr>
          <p:cNvPr id="21" name="Left header" descr="Heading: Replaying everything"/>
          <p:cNvSpPr txBox="1"/>
          <p:nvPr/>
        </p:nvSpPr>
        <p:spPr>
          <a:xfrm>
            <a:off x="566928" y="1417320"/>
            <a:ext cx="4389120" cy="320040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algn="l">
              <a:buNone/>
            </a:pPr>
            <a:r>
              <a:rPr lang="en-US" sz="1600" b="1">
                <a:solidFill>
                  <a:srgbClr val="2F2F2F"/>
                </a:solidFill>
                <a:latin typeface="Poppins SemiBold"/>
              </a:rPr>
              <a:t>Replaying everything</a:t>
            </a:r>
          </a:p>
        </p:txBody>
      </p:sp>
      <p:sp>
        <p:nvSpPr>
          <p:cNvPr id="22" name="Message bar 1" descr="Gray bar representing one stored chat message"/>
          <p:cNvSpPr/>
          <p:nvPr/>
        </p:nvSpPr>
        <p:spPr>
          <a:xfrm>
            <a:off x="566928" y="1874520"/>
            <a:ext cx="4389120" cy="146304"/>
          </a:xfrm>
          <a:prstGeom prst="roundRect">
            <a:avLst>
              <a:gd name="adj" fmla="val 30000"/>
            </a:avLst>
          </a:prstGeom>
          <a:solidFill>
            <a:srgbClr val="D4D4D4"/>
          </a:solidFill>
          <a:ln>
            <a:noFill/>
          </a:ln>
        </p:spPr>
        <p:txBody>
          <a:bodyPr/>
          <a:lstStyle/>
          <a:p>
            <a:pPr>
              <a:buNone/>
            </a:pPr>
            <a:endParaRPr lang="en-US"/>
          </a:p>
        </p:txBody>
      </p:sp>
      <p:sp>
        <p:nvSpPr>
          <p:cNvPr id="23" name="Message bar 2" descr="Gray bar representing one stored chat message"/>
          <p:cNvSpPr/>
          <p:nvPr/>
        </p:nvSpPr>
        <p:spPr>
          <a:xfrm>
            <a:off x="566928" y="2112264"/>
            <a:ext cx="3291840" cy="146304"/>
          </a:xfrm>
          <a:prstGeom prst="roundRect">
            <a:avLst>
              <a:gd name="adj" fmla="val 30000"/>
            </a:avLst>
          </a:prstGeom>
          <a:solidFill>
            <a:srgbClr val="F1F1F1"/>
          </a:solidFill>
          <a:ln>
            <a:noFill/>
          </a:ln>
        </p:spPr>
        <p:txBody>
          <a:bodyPr/>
          <a:lstStyle/>
          <a:p>
            <a:pPr>
              <a:buNone/>
            </a:pPr>
            <a:endParaRPr lang="en-US"/>
          </a:p>
        </p:txBody>
      </p:sp>
      <p:sp>
        <p:nvSpPr>
          <p:cNvPr id="24" name="Message bar 3" descr="Gray bar representing one stored chat message"/>
          <p:cNvSpPr/>
          <p:nvPr/>
        </p:nvSpPr>
        <p:spPr>
          <a:xfrm>
            <a:off x="566928" y="2350008"/>
            <a:ext cx="4023360" cy="146304"/>
          </a:xfrm>
          <a:prstGeom prst="roundRect">
            <a:avLst>
              <a:gd name="adj" fmla="val 30000"/>
            </a:avLst>
          </a:prstGeom>
          <a:solidFill>
            <a:srgbClr val="D4D4D4"/>
          </a:solidFill>
          <a:ln>
            <a:noFill/>
          </a:ln>
        </p:spPr>
        <p:txBody>
          <a:bodyPr/>
          <a:lstStyle/>
          <a:p>
            <a:pPr>
              <a:buNone/>
            </a:pPr>
            <a:endParaRPr lang="en-US"/>
          </a:p>
        </p:txBody>
      </p:sp>
      <p:sp>
        <p:nvSpPr>
          <p:cNvPr id="25" name="Message bar 4" descr="Gray bar representing one stored chat message"/>
          <p:cNvSpPr/>
          <p:nvPr/>
        </p:nvSpPr>
        <p:spPr>
          <a:xfrm>
            <a:off x="566928" y="2587752"/>
            <a:ext cx="2651760" cy="146304"/>
          </a:xfrm>
          <a:prstGeom prst="roundRect">
            <a:avLst>
              <a:gd name="adj" fmla="val 30000"/>
            </a:avLst>
          </a:prstGeom>
          <a:solidFill>
            <a:srgbClr val="F1F1F1"/>
          </a:solidFill>
          <a:ln>
            <a:noFill/>
          </a:ln>
        </p:spPr>
        <p:txBody>
          <a:bodyPr/>
          <a:lstStyle/>
          <a:p>
            <a:pPr>
              <a:buNone/>
            </a:pPr>
            <a:endParaRPr lang="en-US"/>
          </a:p>
        </p:txBody>
      </p:sp>
      <p:sp>
        <p:nvSpPr>
          <p:cNvPr id="26" name="Message bar 5" descr="Gray bar representing one stored chat message"/>
          <p:cNvSpPr/>
          <p:nvPr/>
        </p:nvSpPr>
        <p:spPr>
          <a:xfrm>
            <a:off x="566928" y="2825496"/>
            <a:ext cx="4297680" cy="146304"/>
          </a:xfrm>
          <a:prstGeom prst="roundRect">
            <a:avLst>
              <a:gd name="adj" fmla="val 30000"/>
            </a:avLst>
          </a:prstGeom>
          <a:solidFill>
            <a:srgbClr val="D4D4D4"/>
          </a:solidFill>
          <a:ln>
            <a:noFill/>
          </a:ln>
        </p:spPr>
        <p:txBody>
          <a:bodyPr/>
          <a:lstStyle/>
          <a:p>
            <a:pPr>
              <a:buNone/>
            </a:pPr>
            <a:endParaRPr lang="en-US"/>
          </a:p>
        </p:txBody>
      </p:sp>
      <p:sp>
        <p:nvSpPr>
          <p:cNvPr id="27" name="Message bar 6" descr="Gray bar representing one stored chat message"/>
          <p:cNvSpPr/>
          <p:nvPr/>
        </p:nvSpPr>
        <p:spPr>
          <a:xfrm>
            <a:off x="566928" y="3063240"/>
            <a:ext cx="2926080" cy="146304"/>
          </a:xfrm>
          <a:prstGeom prst="roundRect">
            <a:avLst>
              <a:gd name="adj" fmla="val 30000"/>
            </a:avLst>
          </a:prstGeom>
          <a:solidFill>
            <a:srgbClr val="F1F1F1"/>
          </a:solidFill>
          <a:ln>
            <a:noFill/>
          </a:ln>
        </p:spPr>
        <p:txBody>
          <a:bodyPr/>
          <a:lstStyle/>
          <a:p>
            <a:pPr>
              <a:buNone/>
            </a:pPr>
            <a:endParaRPr lang="en-US"/>
          </a:p>
        </p:txBody>
      </p:sp>
      <p:sp>
        <p:nvSpPr>
          <p:cNvPr id="28" name="Message bar 7" descr="Gray bar representing one stored chat message"/>
          <p:cNvSpPr/>
          <p:nvPr/>
        </p:nvSpPr>
        <p:spPr>
          <a:xfrm>
            <a:off x="566928" y="3300984"/>
            <a:ext cx="3749040" cy="146304"/>
          </a:xfrm>
          <a:prstGeom prst="roundRect">
            <a:avLst>
              <a:gd name="adj" fmla="val 30000"/>
            </a:avLst>
          </a:prstGeom>
          <a:solidFill>
            <a:srgbClr val="D4D4D4"/>
          </a:solidFill>
          <a:ln>
            <a:noFill/>
          </a:ln>
        </p:spPr>
        <p:txBody>
          <a:bodyPr/>
          <a:lstStyle/>
          <a:p>
            <a:pPr>
              <a:buNone/>
            </a:pPr>
            <a:endParaRPr lang="en-US"/>
          </a:p>
        </p:txBody>
      </p:sp>
      <p:sp>
        <p:nvSpPr>
          <p:cNvPr id="29" name="Problems list" descr="Six problems with replaying full conversation history"/>
          <p:cNvSpPr txBox="1"/>
          <p:nvPr/>
        </p:nvSpPr>
        <p:spPr>
          <a:xfrm>
            <a:off x="566928" y="3474720"/>
            <a:ext cx="4389120" cy="1737360"/>
          </a:xfrm>
          <a:prstGeom prst="rect">
            <a:avLst/>
          </a:prstGeom>
          <a:noFill/>
        </p:spPr>
        <p:txBody>
          <a:bodyPr wrap="square" lIns="0" tIns="0" rIns="0" bIns="0"/>
          <a:lstStyle/>
          <a:p>
            <a:pPr algn="l">
              <a:lnSpc>
                <a:spcPts val="1900"/>
              </a:lnSpc>
              <a:spcBef>
                <a:spcPts val="400"/>
              </a:spcBef>
              <a:buNone/>
            </a:pPr>
            <a:r>
              <a:rPr lang="en-US" sz="1200">
                <a:solidFill>
                  <a:srgbClr val="2F2F2F"/>
                </a:solidFill>
                <a:latin typeface="Arial"/>
              </a:rPr>
              <a:t>History keeps growing</a:t>
            </a:r>
          </a:p>
          <a:p>
            <a:pPr algn="l">
              <a:lnSpc>
                <a:spcPts val="1900"/>
              </a:lnSpc>
              <a:spcBef>
                <a:spcPts val="400"/>
              </a:spcBef>
              <a:buNone/>
            </a:pPr>
            <a:r>
              <a:rPr lang="en-US" sz="1200">
                <a:solidFill>
                  <a:srgbClr val="2F2F2F"/>
                </a:solidFill>
                <a:latin typeface="Arial"/>
              </a:rPr>
              <a:t>Irrelevant messages distract</a:t>
            </a:r>
          </a:p>
          <a:p>
            <a:pPr algn="l">
              <a:lnSpc>
                <a:spcPts val="1900"/>
              </a:lnSpc>
              <a:spcBef>
                <a:spcPts val="400"/>
              </a:spcBef>
              <a:buNone/>
            </a:pPr>
            <a:r>
              <a:rPr lang="en-US" sz="1200">
                <a:solidFill>
                  <a:srgbClr val="2F2F2F"/>
                </a:solidFill>
                <a:latin typeface="Arial"/>
              </a:rPr>
              <a:t>Token cost rises</a:t>
            </a:r>
          </a:p>
          <a:p>
            <a:pPr algn="l">
              <a:lnSpc>
                <a:spcPts val="1900"/>
              </a:lnSpc>
              <a:spcBef>
                <a:spcPts val="400"/>
              </a:spcBef>
              <a:buNone/>
            </a:pPr>
            <a:r>
              <a:rPr lang="en-US" sz="1200">
                <a:solidFill>
                  <a:srgbClr val="2F2F2F"/>
                </a:solidFill>
                <a:latin typeface="Arial"/>
              </a:rPr>
              <a:t>Old and new facts conflict</a:t>
            </a:r>
          </a:p>
          <a:p>
            <a:pPr algn="l">
              <a:lnSpc>
                <a:spcPts val="1900"/>
              </a:lnSpc>
              <a:spcBef>
                <a:spcPts val="400"/>
              </a:spcBef>
              <a:buNone/>
            </a:pPr>
            <a:r>
              <a:rPr lang="en-US" sz="1200">
                <a:solidFill>
                  <a:srgbClr val="2F2F2F"/>
                </a:solidFill>
                <a:latin typeface="Arial"/>
              </a:rPr>
              <a:t>Sensitive data slips in</a:t>
            </a:r>
          </a:p>
          <a:p>
            <a:pPr algn="l">
              <a:lnSpc>
                <a:spcPts val="1900"/>
              </a:lnSpc>
              <a:spcBef>
                <a:spcPts val="400"/>
              </a:spcBef>
              <a:buNone/>
            </a:pPr>
            <a:r>
              <a:rPr lang="en-US" sz="1200">
                <a:solidFill>
                  <a:srgbClr val="2F2F2F"/>
                </a:solidFill>
                <a:latin typeface="Arial"/>
              </a:rPr>
              <a:t>Key details get buried</a:t>
            </a:r>
          </a:p>
        </p:txBody>
      </p:sp>
      <p:sp>
        <p:nvSpPr>
          <p:cNvPr id="30" name="Arrow" descr="Arrow pointing from full history to selected memories"/>
          <p:cNvSpPr/>
          <p:nvPr/>
        </p:nvSpPr>
        <p:spPr>
          <a:xfrm>
            <a:off x="5532120" y="3017520"/>
            <a:ext cx="566928" cy="457200"/>
          </a:xfrm>
          <a:prstGeom prst="rightArrow">
            <a:avLst/>
          </a:prstGeom>
          <a:solidFill>
            <a:srgbClr val="FF6012"/>
          </a:solidFill>
          <a:ln>
            <a:noFill/>
          </a:ln>
        </p:spPr>
        <p:txBody>
          <a:bodyPr/>
          <a:lstStyle/>
          <a:p>
            <a:pPr>
              <a:buNone/>
            </a:pPr>
            <a:endParaRPr lang="en-US"/>
          </a:p>
        </p:txBody>
      </p:sp>
      <p:sp>
        <p:nvSpPr>
          <p:cNvPr id="31" name="Right header" descr="Heading: Selected memories"/>
          <p:cNvSpPr txBox="1"/>
          <p:nvPr/>
        </p:nvSpPr>
        <p:spPr>
          <a:xfrm>
            <a:off x="6309360" y="1417320"/>
            <a:ext cx="5394960" cy="320040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algn="l">
              <a:buNone/>
            </a:pPr>
            <a:r>
              <a:rPr lang="en-US" sz="1600" b="1">
                <a:solidFill>
                  <a:srgbClr val="2F2F2F"/>
                </a:solidFill>
                <a:latin typeface="Poppins SemiBold"/>
              </a:rPr>
              <a:t>Selected memories</a:t>
            </a:r>
          </a:p>
        </p:txBody>
      </p:sp>
      <p:sp>
        <p:nvSpPr>
          <p:cNvPr id="32" name="Memory card 1" descr="Memory card: prefers concise answers"/>
          <p:cNvSpPr/>
          <p:nvPr/>
        </p:nvSpPr>
        <p:spPr>
          <a:xfrm>
            <a:off x="6309360" y="1920240"/>
            <a:ext cx="5394960" cy="960120"/>
          </a:xfrm>
          <a:prstGeom prst="roundRect">
            <a:avLst>
              <a:gd name="adj" fmla="val 8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 lIns="274320" rIns="274320" anchor="ctr"/>
          <a:lstStyle/>
          <a:p>
            <a:pPr algn="l">
              <a:buNone/>
            </a:pPr>
            <a:r>
              <a:rPr lang="en-US" sz="1600" b="1">
                <a:solidFill>
                  <a:srgbClr val="2F2F2F"/>
                </a:solidFill>
                <a:latin typeface="Poppins SemiBold"/>
              </a:rPr>
              <a:t>Prefers concise answers</a:t>
            </a:r>
          </a:p>
        </p:txBody>
      </p:sp>
      <p:sp>
        <p:nvSpPr>
          <p:cNvPr id="33" name="Card 1 accent bar"/>
          <p:cNvSpPr/>
          <p:nvPr/>
        </p:nvSpPr>
        <p:spPr>
          <a:xfrm>
            <a:off x="6309360" y="1920240"/>
            <a:ext cx="5394960" cy="73152"/>
          </a:xfrm>
          <a:prstGeom prst="rect">
            <a:avLst/>
          </a:prstGeom>
          <a:solidFill>
            <a:srgbClr val="FF6012"/>
          </a:solidFill>
          <a:ln>
            <a:noFill/>
          </a:ln>
        </p:spPr>
        <p:txBody>
          <a:bodyPr/>
          <a:lstStyle/>
          <a:p>
            <a:pPr>
              <a:buNone/>
            </a:pPr>
            <a:endParaRPr lang="en-US"/>
          </a:p>
        </p:txBody>
      </p:sp>
      <p:sp>
        <p:nvSpPr>
          <p:cNvPr id="34" name="Memory card 2" descr="Memory card: works with AWS and MLOps"/>
          <p:cNvSpPr/>
          <p:nvPr/>
        </p:nvSpPr>
        <p:spPr>
          <a:xfrm>
            <a:off x="6309360" y="3081528"/>
            <a:ext cx="5394960" cy="960120"/>
          </a:xfrm>
          <a:prstGeom prst="roundRect">
            <a:avLst>
              <a:gd name="adj" fmla="val 8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 lIns="274320" tIns="45720" rIns="274320" bIns="45720" anchor="ctr"/>
          <a:lstStyle/>
          <a:p>
            <a:r>
              <a:rPr lang="en-US" sz="1600" b="1">
                <a:solidFill>
                  <a:srgbClr val="2F2F2F"/>
                </a:solidFill>
                <a:latin typeface="Poppins SemiBold"/>
              </a:rPr>
              <a:t>Works with </a:t>
            </a:r>
            <a:r>
              <a:rPr lang="en-US" sz="1600" b="1" err="1">
                <a:solidFill>
                  <a:srgbClr val="2F2F2F"/>
                </a:solidFill>
                <a:latin typeface="Poppins SemiBold"/>
              </a:rPr>
              <a:t>MLOps</a:t>
            </a:r>
            <a:r>
              <a:rPr lang="en-US" sz="1600" b="1">
                <a:solidFill>
                  <a:srgbClr val="2F2F2F"/>
                </a:solidFill>
                <a:latin typeface="Poppins SemiBold"/>
              </a:rPr>
              <a:t>/</a:t>
            </a:r>
            <a:r>
              <a:rPr lang="en-US" sz="1600" b="1" err="1">
                <a:solidFill>
                  <a:srgbClr val="2F2F2F"/>
                </a:solidFill>
                <a:latin typeface="Poppins SemiBold"/>
              </a:rPr>
              <a:t>LLMOps</a:t>
            </a:r>
            <a:endParaRPr lang="en-US" sz="1600" b="1" err="1">
              <a:solidFill>
                <a:srgbClr val="2F2F2F"/>
              </a:solidFill>
              <a:latin typeface="Poppins SemiBold"/>
              <a:cs typeface="Poppins SemiBold"/>
            </a:endParaRPr>
          </a:p>
        </p:txBody>
      </p:sp>
      <p:sp>
        <p:nvSpPr>
          <p:cNvPr id="35" name="Card 2 accent bar"/>
          <p:cNvSpPr/>
          <p:nvPr/>
        </p:nvSpPr>
        <p:spPr>
          <a:xfrm>
            <a:off x="6309360" y="3081528"/>
            <a:ext cx="5394960" cy="73152"/>
          </a:xfrm>
          <a:prstGeom prst="rect">
            <a:avLst/>
          </a:prstGeom>
          <a:solidFill>
            <a:srgbClr val="FF6012"/>
          </a:solidFill>
          <a:ln>
            <a:noFill/>
          </a:ln>
        </p:spPr>
        <p:txBody>
          <a:bodyPr/>
          <a:lstStyle/>
          <a:p>
            <a:pPr>
              <a:buNone/>
            </a:pPr>
            <a:endParaRPr lang="en-US"/>
          </a:p>
        </p:txBody>
      </p:sp>
      <p:sp>
        <p:nvSpPr>
          <p:cNvPr id="36" name="Memory card 3" descr="Memory card: Project AlarmIQ, UAT environment"/>
          <p:cNvSpPr/>
          <p:nvPr/>
        </p:nvSpPr>
        <p:spPr>
          <a:xfrm>
            <a:off x="6309360" y="4242816"/>
            <a:ext cx="5394960" cy="960120"/>
          </a:xfrm>
          <a:prstGeom prst="roundRect">
            <a:avLst>
              <a:gd name="adj" fmla="val 8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 lIns="274320" tIns="45720" rIns="274320" bIns="45720" anchor="ctr"/>
          <a:lstStyle/>
          <a:p>
            <a:pPr algn="l">
              <a:buNone/>
            </a:pPr>
            <a:r>
              <a:rPr lang="en-US" sz="1600" b="1">
                <a:solidFill>
                  <a:srgbClr val="2F2F2F"/>
                </a:solidFill>
                <a:latin typeface="Poppins SemiBold"/>
              </a:rPr>
              <a:t>Project ABC, UAT environment</a:t>
            </a:r>
          </a:p>
        </p:txBody>
      </p:sp>
      <p:sp>
        <p:nvSpPr>
          <p:cNvPr id="37" name="Card 3 accent bar"/>
          <p:cNvSpPr/>
          <p:nvPr/>
        </p:nvSpPr>
        <p:spPr>
          <a:xfrm>
            <a:off x="6309360" y="4242816"/>
            <a:ext cx="5394960" cy="73152"/>
          </a:xfrm>
          <a:prstGeom prst="rect">
            <a:avLst/>
          </a:prstGeom>
          <a:solidFill>
            <a:srgbClr val="FF6012"/>
          </a:solidFill>
          <a:ln>
            <a:noFill/>
          </a:ln>
        </p:spPr>
        <p:txBody>
          <a:bodyPr/>
          <a:lstStyle/>
          <a:p>
            <a:pPr>
              <a:buNone/>
            </a:pPr>
            <a:endParaRPr lang="en-US"/>
          </a:p>
        </p:txBody>
      </p:sp>
      <p:sp>
        <p:nvSpPr>
          <p:cNvPr id="38" name="Key message callout" descr="Key message: store what matters, retrieve only what is relevant"/>
          <p:cNvSpPr/>
          <p:nvPr/>
        </p:nvSpPr>
        <p:spPr>
          <a:xfrm>
            <a:off x="384048" y="5440680"/>
            <a:ext cx="11430000" cy="502920"/>
          </a:xfrm>
          <a:prstGeom prst="roundRect">
            <a:avLst>
              <a:gd name="adj" fmla="val 12000"/>
            </a:avLst>
          </a:prstGeom>
          <a:solidFill>
            <a:srgbClr val="F1F1F1"/>
          </a:solidFill>
          <a:ln>
            <a:noFill/>
          </a:ln>
        </p:spPr>
        <p:txBody>
          <a:bodyPr lIns="274320" rIns="274320" anchor="ctr"/>
          <a:lstStyle/>
          <a:p>
            <a:pPr algn="l">
              <a:buNone/>
            </a:pPr>
            <a:r>
              <a:rPr lang="en-US" sz="1600" b="1">
                <a:solidFill>
                  <a:srgbClr val="2F2F2F"/>
                </a:solidFill>
                <a:latin typeface="Poppins SemiBold"/>
              </a:rPr>
              <a:t>Store what matters. Retrieve only what is relevant.</a:t>
            </a:r>
          </a:p>
        </p:txBody>
      </p:sp>
      <p:sp>
        <p:nvSpPr>
          <p:cNvPr id="39" name="Callout left bar"/>
          <p:cNvSpPr/>
          <p:nvPr/>
        </p:nvSpPr>
        <p:spPr>
          <a:xfrm>
            <a:off x="384048" y="5440680"/>
            <a:ext cx="73152" cy="502920"/>
          </a:xfrm>
          <a:prstGeom prst="rect">
            <a:avLst/>
          </a:prstGeom>
          <a:solidFill>
            <a:srgbClr val="FF6012"/>
          </a:solidFill>
          <a:ln>
            <a:noFill/>
          </a:ln>
        </p:spPr>
        <p:txBody>
          <a:bodyPr/>
          <a:lstStyle/>
          <a:p>
            <a:pPr>
              <a:buNone/>
            </a:pPr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22823482-8D19-4277-BC3D-A2544F192FB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A6B7EE1-A474-4B28-B64F-DAA5DFDC8F92}" type="slidenum">
              <a:rPr lang="en-US" smtClean="0"/>
              <a:t>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852696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285A3182-CF76-415E-81D7-B152CF567D6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/>
              <a:t>Short-Term and Long-Term Memory</a:t>
            </a:r>
          </a:p>
        </p:txBody>
      </p:sp>
      <p:sp>
        <p:nvSpPr>
          <p:cNvPr id="20" name="Short-Term Panel" descr="Panel describing short-term memory as the agent's active workspace"/>
          <p:cNvSpPr/>
          <p:nvPr/>
        </p:nvSpPr>
        <p:spPr>
          <a:xfrm>
            <a:off x="384048" y="1371600"/>
            <a:ext cx="5577840" cy="3566160"/>
          </a:xfrm>
          <a:prstGeom prst="roundRect">
            <a:avLst>
              <a:gd name="adj" fmla="val 5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/>
          <a:lstStyle/>
          <a:p>
            <a:pPr>
              <a:buNone/>
            </a:pPr>
            <a:endParaRPr lang="en-US"/>
          </a:p>
        </p:txBody>
      </p:sp>
      <p:sp>
        <p:nvSpPr>
          <p:cNvPr id="21" name="Short-Term Header" descr="Header: Short-Term Memory, the active workspace"/>
          <p:cNvSpPr/>
          <p:nvPr/>
        </p:nvSpPr>
        <p:spPr>
          <a:xfrm>
            <a:off x="384048" y="1371600"/>
            <a:ext cx="5577840" cy="640080"/>
          </a:xfrm>
          <a:prstGeom prst="roundRect">
            <a:avLst>
              <a:gd name="adj" fmla="val 12000"/>
            </a:avLst>
          </a:prstGeom>
          <a:solidFill>
            <a:srgbClr val="FF6012"/>
          </a:solidFill>
          <a:ln>
            <a:noFill/>
          </a:ln>
        </p:spPr>
        <p:txBody>
          <a:bodyPr lIns="182880" rIns="182880" anchor="ctr"/>
          <a:lstStyle/>
          <a:p>
            <a:pPr algn="l">
              <a:buNone/>
            </a:pPr>
            <a:r>
              <a:rPr lang="en-US" sz="1700" b="1">
                <a:solidFill>
                  <a:srgbClr val="FFFFFF"/>
                </a:solidFill>
                <a:latin typeface="Poppins SemiBold"/>
              </a:rPr>
              <a:t>Short-Term Memory - the active workspace</a:t>
            </a:r>
          </a:p>
        </p:txBody>
      </p:sp>
      <p:sp>
        <p:nvSpPr>
          <p:cNvPr id="22" name="Short-Term Body" descr="Short-term memory contents: current conversation, recent tool results, intermediate steps, current task status"/>
          <p:cNvSpPr txBox="1"/>
          <p:nvPr/>
        </p:nvSpPr>
        <p:spPr>
          <a:xfrm>
            <a:off x="612648" y="2148840"/>
            <a:ext cx="5120640" cy="2651760"/>
          </a:xfrm>
          <a:prstGeom prst="rect">
            <a:avLst/>
          </a:prstGeom>
          <a:noFill/>
        </p:spPr>
        <p:txBody>
          <a:bodyPr wrap="square">
            <a:normAutofit/>
          </a:bodyPr>
          <a:lstStyle/>
          <a:p>
            <a:pPr>
              <a:spcAft>
                <a:spcPts val="900"/>
              </a:spcAft>
              <a:buNone/>
            </a:pPr>
            <a:r>
              <a:rPr lang="en-US" sz="1200">
                <a:solidFill>
                  <a:srgbClr val="828282"/>
                </a:solidFill>
                <a:latin typeface="Arial"/>
              </a:rPr>
              <a:t>Supports the current session or task</a:t>
            </a:r>
          </a:p>
          <a:p>
            <a:pPr>
              <a:spcAft>
                <a:spcPts val="600"/>
              </a:spcAft>
              <a:buNone/>
            </a:pPr>
            <a:r>
              <a:rPr lang="en-US" sz="1400">
                <a:solidFill>
                  <a:srgbClr val="2F2F2F"/>
                </a:solidFill>
                <a:latin typeface="Arial"/>
              </a:rPr>
              <a:t>Current conversation</a:t>
            </a:r>
          </a:p>
          <a:p>
            <a:pPr>
              <a:spcAft>
                <a:spcPts val="600"/>
              </a:spcAft>
              <a:buNone/>
            </a:pPr>
            <a:r>
              <a:rPr lang="en-US" sz="1400">
                <a:solidFill>
                  <a:srgbClr val="2F2F2F"/>
                </a:solidFill>
                <a:latin typeface="Arial"/>
              </a:rPr>
              <a:t>Recent tool results</a:t>
            </a:r>
          </a:p>
          <a:p>
            <a:pPr>
              <a:spcAft>
                <a:spcPts val="600"/>
              </a:spcAft>
              <a:buNone/>
            </a:pPr>
            <a:r>
              <a:rPr lang="en-US" sz="1400">
                <a:solidFill>
                  <a:srgbClr val="2F2F2F"/>
                </a:solidFill>
                <a:latin typeface="Arial"/>
              </a:rPr>
              <a:t>Intermediate steps</a:t>
            </a:r>
          </a:p>
          <a:p>
            <a:pPr>
              <a:buNone/>
            </a:pPr>
            <a:r>
              <a:rPr lang="en-US" sz="1400">
                <a:solidFill>
                  <a:srgbClr val="2F2F2F"/>
                </a:solidFill>
                <a:latin typeface="Arial"/>
              </a:rPr>
              <a:t>Current task status</a:t>
            </a:r>
          </a:p>
        </p:txBody>
      </p:sp>
      <p:sp>
        <p:nvSpPr>
          <p:cNvPr id="23" name="Long-Term Panel" descr="Panel describing long-term memory as the durable store"/>
          <p:cNvSpPr/>
          <p:nvPr/>
        </p:nvSpPr>
        <p:spPr>
          <a:xfrm>
            <a:off x="6236208" y="1371600"/>
            <a:ext cx="5577840" cy="3566160"/>
          </a:xfrm>
          <a:prstGeom prst="roundRect">
            <a:avLst>
              <a:gd name="adj" fmla="val 5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/>
          <a:lstStyle/>
          <a:p>
            <a:pPr>
              <a:buNone/>
            </a:pPr>
            <a:endParaRPr lang="en-US"/>
          </a:p>
        </p:txBody>
      </p:sp>
      <p:sp>
        <p:nvSpPr>
          <p:cNvPr id="24" name="Long-Term Header" descr="Header: Long-Term Memory, the durable store"/>
          <p:cNvSpPr/>
          <p:nvPr/>
        </p:nvSpPr>
        <p:spPr>
          <a:xfrm>
            <a:off x="6236208" y="1371600"/>
            <a:ext cx="5577840" cy="640080"/>
          </a:xfrm>
          <a:prstGeom prst="roundRect">
            <a:avLst>
              <a:gd name="adj" fmla="val 12000"/>
            </a:avLst>
          </a:prstGeom>
          <a:solidFill>
            <a:srgbClr val="350078"/>
          </a:solidFill>
          <a:ln>
            <a:noFill/>
          </a:ln>
        </p:spPr>
        <p:txBody>
          <a:bodyPr lIns="182880" rIns="182880" anchor="ctr"/>
          <a:lstStyle/>
          <a:p>
            <a:pPr algn="l">
              <a:buNone/>
            </a:pPr>
            <a:r>
              <a:rPr lang="en-US" sz="1700" b="1">
                <a:solidFill>
                  <a:srgbClr val="FFFFFF"/>
                </a:solidFill>
                <a:latin typeface="Poppins SemiBold"/>
              </a:rPr>
              <a:t>Long-Term Memory - the durable store</a:t>
            </a:r>
          </a:p>
        </p:txBody>
      </p:sp>
      <p:sp>
        <p:nvSpPr>
          <p:cNvPr id="25" name="Long-Term Body" descr="Long-term memory contents: user preferences, previous interactions, learned facts, reusable instructions and workflows"/>
          <p:cNvSpPr txBox="1"/>
          <p:nvPr/>
        </p:nvSpPr>
        <p:spPr>
          <a:xfrm>
            <a:off x="6464808" y="2148840"/>
            <a:ext cx="5120640" cy="2651760"/>
          </a:xfrm>
          <a:prstGeom prst="rect">
            <a:avLst/>
          </a:prstGeom>
          <a:noFill/>
        </p:spPr>
        <p:txBody>
          <a:bodyPr wrap="square">
            <a:normAutofit/>
          </a:bodyPr>
          <a:lstStyle/>
          <a:p>
            <a:pPr>
              <a:spcAft>
                <a:spcPts val="900"/>
              </a:spcAft>
              <a:buNone/>
            </a:pPr>
            <a:r>
              <a:rPr lang="en-US" sz="1200">
                <a:solidFill>
                  <a:srgbClr val="828282"/>
                </a:solidFill>
                <a:latin typeface="Arial"/>
              </a:rPr>
              <a:t>Persists useful information across sessions</a:t>
            </a:r>
          </a:p>
          <a:p>
            <a:pPr>
              <a:spcAft>
                <a:spcPts val="600"/>
              </a:spcAft>
              <a:buNone/>
            </a:pPr>
            <a:r>
              <a:rPr lang="en-US" sz="1400">
                <a:solidFill>
                  <a:srgbClr val="2F2F2F"/>
                </a:solidFill>
                <a:latin typeface="Arial"/>
              </a:rPr>
              <a:t>User preferences</a:t>
            </a:r>
          </a:p>
          <a:p>
            <a:pPr>
              <a:spcAft>
                <a:spcPts val="600"/>
              </a:spcAft>
              <a:buNone/>
            </a:pPr>
            <a:r>
              <a:rPr lang="en-US" sz="1400">
                <a:solidFill>
                  <a:srgbClr val="2F2F2F"/>
                </a:solidFill>
                <a:latin typeface="Arial"/>
              </a:rPr>
              <a:t>Previous interactions</a:t>
            </a:r>
          </a:p>
          <a:p>
            <a:pPr>
              <a:spcAft>
                <a:spcPts val="600"/>
              </a:spcAft>
              <a:buNone/>
            </a:pPr>
            <a:r>
              <a:rPr lang="en-US" sz="1400">
                <a:solidFill>
                  <a:srgbClr val="2F2F2F"/>
                </a:solidFill>
                <a:latin typeface="Arial"/>
              </a:rPr>
              <a:t>Learned facts</a:t>
            </a:r>
          </a:p>
          <a:p>
            <a:pPr>
              <a:buNone/>
            </a:pPr>
            <a:r>
              <a:rPr lang="en-US" sz="1400">
                <a:solidFill>
                  <a:srgbClr val="2F2F2F"/>
                </a:solidFill>
                <a:latin typeface="Arial"/>
              </a:rPr>
              <a:t>Reusable instructions and workflows</a:t>
            </a:r>
          </a:p>
        </p:txBody>
      </p:sp>
      <p:sp>
        <p:nvSpPr>
          <p:cNvPr id="26" name="Key Message Callout" descr="Key message: short-term memory helps the agent work now, long-term memory helps it remember later"/>
          <p:cNvSpPr/>
          <p:nvPr/>
        </p:nvSpPr>
        <p:spPr>
          <a:xfrm>
            <a:off x="384048" y="5166360"/>
            <a:ext cx="11430000" cy="731520"/>
          </a:xfrm>
          <a:prstGeom prst="roundRect">
            <a:avLst>
              <a:gd name="adj" fmla="val 16000"/>
            </a:avLst>
          </a:prstGeom>
          <a:solidFill>
            <a:srgbClr val="350078"/>
          </a:solidFill>
          <a:ln>
            <a:noFill/>
          </a:ln>
        </p:spPr>
        <p:txBody>
          <a:bodyPr lIns="274320" rIns="274320" anchor="ctr"/>
          <a:lstStyle/>
          <a:p>
            <a:pPr algn="ctr">
              <a:buNone/>
            </a:pPr>
            <a:r>
              <a:rPr lang="en-US" sz="1600" b="1">
                <a:solidFill>
                  <a:srgbClr val="FFFFFF"/>
                </a:solidFill>
                <a:latin typeface="Poppins SemiBold"/>
              </a:rPr>
              <a:t>Short-term memory helps the agent work now. Long-term memory helps it remember later.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8E097000-347F-4413-AD0A-04465E6F1F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A6B7EE1-A474-4B28-B64F-DAA5DFDC8F92}" type="slidenum">
              <a:rPr lang="en-US" smtClean="0"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804578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0F28D0A7-90A5-41D3-9EBC-09A1F8C75C7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/>
              <a:t>Four Types of Agent Memory</a:t>
            </a:r>
          </a:p>
        </p:txBody>
      </p:sp>
      <p:sp>
        <p:nvSpPr>
          <p:cNvPr id="30" name="Connector Root Stem" descr="Connector line from the Agent Memory box"/>
          <p:cNvSpPr/>
          <p:nvPr/>
        </p:nvSpPr>
        <p:spPr>
          <a:xfrm>
            <a:off x="6088888" y="1965960"/>
            <a:ext cx="13716" cy="182880"/>
          </a:xfrm>
          <a:prstGeom prst="rect">
            <a:avLst/>
          </a:prstGeom>
          <a:solidFill>
            <a:srgbClr val="82828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1" name="Connector Branch Bar" descr="Connector line linking Agent Memory to its two branches"/>
          <p:cNvSpPr/>
          <p:nvPr/>
        </p:nvSpPr>
        <p:spPr>
          <a:xfrm>
            <a:off x="2042770" y="2148840"/>
            <a:ext cx="5408676" cy="13716"/>
          </a:xfrm>
          <a:prstGeom prst="rect">
            <a:avLst/>
          </a:prstGeom>
          <a:solidFill>
            <a:srgbClr val="82828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2" name="Connector Short Term Drop" descr="Connector line down to Short-Term Memory"/>
          <p:cNvSpPr/>
          <p:nvPr/>
        </p:nvSpPr>
        <p:spPr>
          <a:xfrm>
            <a:off x="2042770" y="2148840"/>
            <a:ext cx="13716" cy="228600"/>
          </a:xfrm>
          <a:prstGeom prst="rect">
            <a:avLst/>
          </a:prstGeom>
          <a:solidFill>
            <a:srgbClr val="82828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3" name="Connector Long Term Drop" descr="Connector line down to Long-Term Memory"/>
          <p:cNvSpPr/>
          <p:nvPr/>
        </p:nvSpPr>
        <p:spPr>
          <a:xfrm>
            <a:off x="7438130" y="2148840"/>
            <a:ext cx="13716" cy="228600"/>
          </a:xfrm>
          <a:prstGeom prst="rect">
            <a:avLst/>
          </a:prstGeom>
          <a:solidFill>
            <a:srgbClr val="82828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4" name="Connector Working Memory" descr="Connector line from Short-Term Memory to Working Memory"/>
          <p:cNvSpPr/>
          <p:nvPr/>
        </p:nvSpPr>
        <p:spPr>
          <a:xfrm>
            <a:off x="2042770" y="2834640"/>
            <a:ext cx="13716" cy="548640"/>
          </a:xfrm>
          <a:prstGeom prst="rect">
            <a:avLst/>
          </a:prstGeom>
          <a:solidFill>
            <a:srgbClr val="82828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5" name="Connector Long Term Stem" descr="Connector line below Long-Term Memory"/>
          <p:cNvSpPr/>
          <p:nvPr/>
        </p:nvSpPr>
        <p:spPr>
          <a:xfrm>
            <a:off x="7438130" y="2834640"/>
            <a:ext cx="13716" cy="274320"/>
          </a:xfrm>
          <a:prstGeom prst="rect">
            <a:avLst/>
          </a:prstGeom>
          <a:solidFill>
            <a:srgbClr val="82828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6" name="Connector Leaf Bar" descr="Connector line linking Long-Term Memory to its three types"/>
          <p:cNvSpPr/>
          <p:nvPr/>
        </p:nvSpPr>
        <p:spPr>
          <a:xfrm>
            <a:off x="4740250" y="3108960"/>
            <a:ext cx="5409716" cy="13716"/>
          </a:xfrm>
          <a:prstGeom prst="rect">
            <a:avLst/>
          </a:prstGeom>
          <a:solidFill>
            <a:srgbClr val="82828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7" name="Connector Semantic" descr="Connector line down to Semantic Memory"/>
          <p:cNvSpPr/>
          <p:nvPr/>
        </p:nvSpPr>
        <p:spPr>
          <a:xfrm>
            <a:off x="4740250" y="3108960"/>
            <a:ext cx="13716" cy="274320"/>
          </a:xfrm>
          <a:prstGeom prst="rect">
            <a:avLst/>
          </a:prstGeom>
          <a:solidFill>
            <a:srgbClr val="82828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8" name="Connector Episodic" descr="Connector line down to Episodic Memory"/>
          <p:cNvSpPr/>
          <p:nvPr/>
        </p:nvSpPr>
        <p:spPr>
          <a:xfrm>
            <a:off x="7438130" y="3108960"/>
            <a:ext cx="13716" cy="274320"/>
          </a:xfrm>
          <a:prstGeom prst="rect">
            <a:avLst/>
          </a:prstGeom>
          <a:solidFill>
            <a:srgbClr val="82828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9" name="Connector Procedural" descr="Connector line down to Procedural Memory"/>
          <p:cNvSpPr/>
          <p:nvPr/>
        </p:nvSpPr>
        <p:spPr>
          <a:xfrm>
            <a:off x="10136250" y="3108960"/>
            <a:ext cx="13716" cy="274320"/>
          </a:xfrm>
          <a:prstGeom prst="rect">
            <a:avLst/>
          </a:prstGeom>
          <a:solidFill>
            <a:srgbClr val="82828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20" name="Root Box" descr="Root node labelled Agent Memory"/>
          <p:cNvSpPr/>
          <p:nvPr/>
        </p:nvSpPr>
        <p:spPr>
          <a:xfrm>
            <a:off x="4632960" y="1463040"/>
            <a:ext cx="2926080" cy="502920"/>
          </a:xfrm>
          <a:prstGeom prst="roundRect">
            <a:avLst>
              <a:gd name="adj" fmla="val 14000"/>
            </a:avLst>
          </a:prstGeom>
          <a:solidFill>
            <a:srgbClr val="2F2F2F"/>
          </a:solidFill>
          <a:ln>
            <a:noFill/>
          </a:ln>
        </p:spPr>
        <p:txBody>
          <a:bodyPr lIns="91440" tIns="45720" rIns="91440" bIns="45720" anchor="ctr"/>
          <a:lstStyle/>
          <a:p>
            <a:pPr algn="ctr">
              <a:buNone/>
            </a:pPr>
            <a:r>
              <a:rPr lang="en-US" sz="1800" b="1">
                <a:solidFill>
                  <a:srgbClr val="FFFFFF"/>
                </a:solidFill>
                <a:latin typeface="Poppins SemiBold"/>
              </a:rPr>
              <a:t>Agent Memory</a:t>
            </a:r>
          </a:p>
        </p:txBody>
      </p:sp>
      <p:sp>
        <p:nvSpPr>
          <p:cNvPr id="21" name="Short Term Branch" descr="Branch node labelled Short-Term Memory"/>
          <p:cNvSpPr/>
          <p:nvPr/>
        </p:nvSpPr>
        <p:spPr>
          <a:xfrm>
            <a:off x="678067" y="2377440"/>
            <a:ext cx="2743200" cy="457200"/>
          </a:xfrm>
          <a:prstGeom prst="roundRect">
            <a:avLst>
              <a:gd name="adj" fmla="val 14000"/>
            </a:avLst>
          </a:prstGeom>
          <a:solidFill>
            <a:srgbClr val="FF6012"/>
          </a:solidFill>
          <a:ln>
            <a:noFill/>
          </a:ln>
        </p:spPr>
        <p:txBody>
          <a:bodyPr lIns="91440" tIns="45720" rIns="91440" bIns="45720" anchor="ctr"/>
          <a:lstStyle/>
          <a:p>
            <a:pPr algn="ctr">
              <a:buNone/>
            </a:pPr>
            <a:r>
              <a:rPr lang="en-US" sz="1600" b="1">
                <a:solidFill>
                  <a:srgbClr val="FFFFFF"/>
                </a:solidFill>
                <a:latin typeface="Poppins SemiBold"/>
              </a:rPr>
              <a:t>Short-Term Memory</a:t>
            </a:r>
          </a:p>
        </p:txBody>
      </p:sp>
      <p:sp>
        <p:nvSpPr>
          <p:cNvPr id="22" name="Long Term Branch" descr="Branch node labelled Long-Term Memory"/>
          <p:cNvSpPr/>
          <p:nvPr/>
        </p:nvSpPr>
        <p:spPr>
          <a:xfrm>
            <a:off x="6073776" y="2377440"/>
            <a:ext cx="2743200" cy="457200"/>
          </a:xfrm>
          <a:prstGeom prst="roundRect">
            <a:avLst>
              <a:gd name="adj" fmla="val 14000"/>
            </a:avLst>
          </a:prstGeom>
          <a:solidFill>
            <a:srgbClr val="350078"/>
          </a:solidFill>
          <a:ln>
            <a:noFill/>
          </a:ln>
        </p:spPr>
        <p:txBody>
          <a:bodyPr lIns="91440" tIns="45720" rIns="91440" bIns="45720" anchor="ctr"/>
          <a:lstStyle/>
          <a:p>
            <a:pPr algn="ctr">
              <a:buNone/>
            </a:pPr>
            <a:r>
              <a:rPr lang="en-US" sz="1600" b="1">
                <a:solidFill>
                  <a:srgbClr val="FFFFFF"/>
                </a:solidFill>
                <a:latin typeface="Poppins SemiBold"/>
              </a:rPr>
              <a:t>Long-Term Memory</a:t>
            </a:r>
          </a:p>
        </p:txBody>
      </p:sp>
      <p:sp>
        <p:nvSpPr>
          <p:cNvPr id="40" name="Working Memory Card" descr="Card for Working Memory, answering what is happening now"/>
          <p:cNvSpPr/>
          <p:nvPr/>
        </p:nvSpPr>
        <p:spPr>
          <a:xfrm>
            <a:off x="815268" y="3383280"/>
            <a:ext cx="2468880" cy="1371600"/>
          </a:xfrm>
          <a:prstGeom prst="roundRect">
            <a:avLst>
              <a:gd name="adj" fmla="val 8000"/>
            </a:avLst>
          </a:prstGeom>
          <a:solidFill>
            <a:srgbClr val="F1F1F1"/>
          </a:solidFill>
          <a:ln w="12700">
            <a:solidFill>
              <a:srgbClr val="D4D4D4"/>
            </a:solidFill>
          </a:ln>
        </p:spPr>
        <p:txBody>
          <a:bodyPr lIns="182880" tIns="228600" rIns="182880" bIns="137160" anchor="ctr"/>
          <a:lstStyle/>
          <a:p>
            <a:pPr algn="ctr">
              <a:buNone/>
            </a:pPr>
            <a:r>
              <a:rPr lang="en-US" sz="1600" b="1">
                <a:solidFill>
                  <a:srgbClr val="2F2F2F"/>
                </a:solidFill>
                <a:latin typeface="Poppins SemiBold"/>
              </a:rPr>
              <a:t>Working Memory</a:t>
            </a:r>
          </a:p>
          <a:p>
            <a:pPr algn="ctr">
              <a:buNone/>
            </a:pPr>
            <a:endParaRPr lang="en-US" sz="600"/>
          </a:p>
          <a:p>
            <a:pPr algn="ctr">
              <a:buNone/>
            </a:pPr>
            <a:r>
              <a:rPr lang="en-US" sz="1200">
                <a:solidFill>
                  <a:srgbClr val="2F2F2F"/>
                </a:solidFill>
                <a:latin typeface="Arial"/>
              </a:rPr>
              <a:t>What is happening now?</a:t>
            </a:r>
          </a:p>
        </p:txBody>
      </p:sp>
      <p:sp>
        <p:nvSpPr>
          <p:cNvPr id="41" name="Semantic Memory Card" descr="Card for Semantic Memory, answering what the agent knows"/>
          <p:cNvSpPr/>
          <p:nvPr/>
        </p:nvSpPr>
        <p:spPr>
          <a:xfrm>
            <a:off x="3513468" y="3383280"/>
            <a:ext cx="2468880" cy="1371600"/>
          </a:xfrm>
          <a:prstGeom prst="roundRect">
            <a:avLst>
              <a:gd name="adj" fmla="val 8000"/>
            </a:avLst>
          </a:prstGeom>
          <a:solidFill>
            <a:srgbClr val="F1F1F1"/>
          </a:solidFill>
          <a:ln w="12700">
            <a:solidFill>
              <a:srgbClr val="D4D4D4"/>
            </a:solidFill>
          </a:ln>
        </p:spPr>
        <p:txBody>
          <a:bodyPr lIns="182880" tIns="228600" rIns="182880" bIns="137160" anchor="ctr"/>
          <a:lstStyle/>
          <a:p>
            <a:pPr algn="ctr">
              <a:buNone/>
            </a:pPr>
            <a:r>
              <a:rPr lang="en-US" sz="1600" b="1">
                <a:solidFill>
                  <a:srgbClr val="2F2F2F"/>
                </a:solidFill>
                <a:latin typeface="Poppins SemiBold"/>
              </a:rPr>
              <a:t>Semantic Memory</a:t>
            </a:r>
          </a:p>
          <a:p>
            <a:pPr algn="ctr">
              <a:buNone/>
            </a:pPr>
            <a:endParaRPr lang="en-US" sz="600"/>
          </a:p>
          <a:p>
            <a:pPr algn="ctr">
              <a:buNone/>
            </a:pPr>
            <a:r>
              <a:rPr lang="en-US" sz="1200">
                <a:solidFill>
                  <a:srgbClr val="2F2F2F"/>
                </a:solidFill>
                <a:latin typeface="Arial"/>
              </a:rPr>
              <a:t>What does the agent know?</a:t>
            </a:r>
          </a:p>
        </p:txBody>
      </p:sp>
      <p:sp>
        <p:nvSpPr>
          <p:cNvPr id="42" name="Episodic Memory Card" descr="Card for Episodic Memory, answering what happened previously"/>
          <p:cNvSpPr/>
          <p:nvPr/>
        </p:nvSpPr>
        <p:spPr>
          <a:xfrm>
            <a:off x="6210268" y="3383280"/>
            <a:ext cx="2468880" cy="1371600"/>
          </a:xfrm>
          <a:prstGeom prst="roundRect">
            <a:avLst>
              <a:gd name="adj" fmla="val 8000"/>
            </a:avLst>
          </a:prstGeom>
          <a:solidFill>
            <a:srgbClr val="F1F1F1"/>
          </a:solidFill>
          <a:ln w="12700">
            <a:solidFill>
              <a:srgbClr val="D4D4D4"/>
            </a:solidFill>
          </a:ln>
        </p:spPr>
        <p:txBody>
          <a:bodyPr lIns="182880" tIns="228600" rIns="182880" bIns="137160" anchor="ctr"/>
          <a:lstStyle/>
          <a:p>
            <a:pPr algn="ctr">
              <a:buNone/>
            </a:pPr>
            <a:r>
              <a:rPr lang="en-US" sz="1600" b="1">
                <a:solidFill>
                  <a:srgbClr val="2F2F2F"/>
                </a:solidFill>
                <a:latin typeface="Poppins SemiBold"/>
              </a:rPr>
              <a:t>Episodic Memory</a:t>
            </a:r>
          </a:p>
          <a:p>
            <a:pPr algn="ctr">
              <a:buNone/>
            </a:pPr>
            <a:endParaRPr lang="en-US" sz="600"/>
          </a:p>
          <a:p>
            <a:pPr algn="ctr">
              <a:buNone/>
            </a:pPr>
            <a:r>
              <a:rPr lang="en-US" sz="1200">
                <a:solidFill>
                  <a:srgbClr val="2F2F2F"/>
                </a:solidFill>
                <a:latin typeface="Arial"/>
              </a:rPr>
              <a:t>What happened previously?</a:t>
            </a:r>
          </a:p>
        </p:txBody>
      </p:sp>
      <p:sp>
        <p:nvSpPr>
          <p:cNvPr id="43" name="Procedural Memory Card" descr="Card for Procedural Memory, answering how the task should be done"/>
          <p:cNvSpPr/>
          <p:nvPr/>
        </p:nvSpPr>
        <p:spPr>
          <a:xfrm>
            <a:off x="8909068" y="3383280"/>
            <a:ext cx="2468880" cy="1371600"/>
          </a:xfrm>
          <a:prstGeom prst="roundRect">
            <a:avLst>
              <a:gd name="adj" fmla="val 8000"/>
            </a:avLst>
          </a:prstGeom>
          <a:solidFill>
            <a:srgbClr val="F1F1F1"/>
          </a:solidFill>
          <a:ln w="12700">
            <a:solidFill>
              <a:srgbClr val="D4D4D4"/>
            </a:solidFill>
          </a:ln>
        </p:spPr>
        <p:txBody>
          <a:bodyPr lIns="182880" tIns="228600" rIns="182880" bIns="137160" anchor="ctr"/>
          <a:lstStyle/>
          <a:p>
            <a:pPr algn="ctr">
              <a:buNone/>
            </a:pPr>
            <a:r>
              <a:rPr lang="en-US" sz="1600" b="1">
                <a:solidFill>
                  <a:srgbClr val="2F2F2F"/>
                </a:solidFill>
                <a:latin typeface="Poppins SemiBold"/>
              </a:rPr>
              <a:t>Procedural Memory</a:t>
            </a:r>
          </a:p>
          <a:p>
            <a:pPr algn="ctr">
              <a:buNone/>
            </a:pPr>
            <a:endParaRPr lang="en-US" sz="600"/>
          </a:p>
          <a:p>
            <a:pPr algn="ctr">
              <a:buNone/>
            </a:pPr>
            <a:r>
              <a:rPr lang="en-US" sz="1200">
                <a:solidFill>
                  <a:srgbClr val="2F2F2F"/>
                </a:solidFill>
                <a:latin typeface="Arial"/>
              </a:rPr>
              <a:t>How should the task be done?</a:t>
            </a:r>
          </a:p>
        </p:txBody>
      </p:sp>
      <p:sp>
        <p:nvSpPr>
          <p:cNvPr id="50" name="Working Memory Bar" descr="Orange accent bar on the Working Memory card"/>
          <p:cNvSpPr/>
          <p:nvPr/>
        </p:nvSpPr>
        <p:spPr>
          <a:xfrm>
            <a:off x="1015268" y="3456432"/>
            <a:ext cx="2068880" cy="73152"/>
          </a:xfrm>
          <a:prstGeom prst="rect">
            <a:avLst/>
          </a:prstGeom>
          <a:solidFill>
            <a:srgbClr val="FF601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51" name="Semantic Memory Bar" descr="Purple accent bar on the Semantic Memory card"/>
          <p:cNvSpPr/>
          <p:nvPr/>
        </p:nvSpPr>
        <p:spPr>
          <a:xfrm>
            <a:off x="3713468" y="3456432"/>
            <a:ext cx="2068880" cy="73152"/>
          </a:xfrm>
          <a:prstGeom prst="rect">
            <a:avLst/>
          </a:prstGeom>
          <a:solidFill>
            <a:srgbClr val="350078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52" name="Episodic Memory Bar" descr="Purple accent bar on the Episodic Memory card"/>
          <p:cNvSpPr/>
          <p:nvPr/>
        </p:nvSpPr>
        <p:spPr>
          <a:xfrm>
            <a:off x="6410268" y="3456432"/>
            <a:ext cx="2068880" cy="73152"/>
          </a:xfrm>
          <a:prstGeom prst="rect">
            <a:avLst/>
          </a:prstGeom>
          <a:solidFill>
            <a:srgbClr val="350078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53" name="Procedural Memory Bar" descr="Purple accent bar on the Procedural Memory card"/>
          <p:cNvSpPr/>
          <p:nvPr/>
        </p:nvSpPr>
        <p:spPr>
          <a:xfrm>
            <a:off x="9109068" y="3456432"/>
            <a:ext cx="2068880" cy="73152"/>
          </a:xfrm>
          <a:prstGeom prst="rect">
            <a:avLst/>
          </a:prstGeom>
          <a:solidFill>
            <a:srgbClr val="350078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60" name="Bottom Callout" descr="Callout summarising one short-term and three long-term memory types"/>
          <p:cNvSpPr/>
          <p:nvPr/>
        </p:nvSpPr>
        <p:spPr>
          <a:xfrm>
            <a:off x="815268" y="5120640"/>
            <a:ext cx="10562680" cy="640080"/>
          </a:xfrm>
          <a:prstGeom prst="roundRect">
            <a:avLst>
              <a:gd name="adj" fmla="val 16000"/>
            </a:avLst>
          </a:prstGeom>
          <a:solidFill>
            <a:srgbClr val="F1F1F1"/>
          </a:solidFill>
          <a:ln>
            <a:noFill/>
          </a:ln>
        </p:spPr>
        <p:txBody>
          <a:bodyPr lIns="274320" tIns="45720" rIns="182880" bIns="45720" anchor="ctr"/>
          <a:lstStyle/>
          <a:p>
            <a:pPr algn="ctr">
              <a:buNone/>
            </a:pPr>
            <a:r>
              <a:rPr lang="en-US" sz="1600" b="1">
                <a:solidFill>
                  <a:srgbClr val="2F2F2F"/>
                </a:solidFill>
                <a:latin typeface="Poppins SemiBold"/>
              </a:rPr>
              <a:t>One short-term memory type, three long-term memory types.</a:t>
            </a:r>
          </a:p>
        </p:txBody>
      </p:sp>
      <p:sp>
        <p:nvSpPr>
          <p:cNvPr id="61" name="Callout Accent Bar" descr="Orange accent bar on the left edge of the summary callout"/>
          <p:cNvSpPr/>
          <p:nvPr/>
        </p:nvSpPr>
        <p:spPr>
          <a:xfrm>
            <a:off x="815268" y="5211048"/>
            <a:ext cx="73152" cy="459264"/>
          </a:xfrm>
          <a:prstGeom prst="rect">
            <a:avLst/>
          </a:prstGeom>
          <a:solidFill>
            <a:srgbClr val="FF601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D95DA81E-7380-4F96-A188-F07046E2F5F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A6B7EE1-A474-4B28-B64F-DAA5DFDC8F92}" type="slidenum">
              <a:rPr lang="en-US" smtClean="0"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213043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B31A1722-9F57-43C8-B3BC-C43E1F157DE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/>
              <a:t>Working Memory</a:t>
            </a:r>
          </a:p>
        </p:txBody>
      </p:sp>
      <p:sp>
        <p:nvSpPr>
          <p:cNvPr id="20" name="Category Chip" descr="Category label: Short-Term Memory"/>
          <p:cNvSpPr/>
          <p:nvPr/>
        </p:nvSpPr>
        <p:spPr>
          <a:xfrm>
            <a:off x="384048" y="1325880"/>
            <a:ext cx="2011680" cy="292608"/>
          </a:xfrm>
          <a:prstGeom prst="roundRect">
            <a:avLst>
              <a:gd name="adj" fmla="val 25000"/>
            </a:avLst>
          </a:prstGeom>
          <a:solidFill>
            <a:srgbClr val="FF6012"/>
          </a:solidFill>
          <a:ln>
            <a:noFill/>
          </a:ln>
        </p:spPr>
        <p:txBody>
          <a:bodyPr lIns="45720" tIns="18288" rIns="45720" bIns="18288" anchor="ctr"/>
          <a:lstStyle/>
          <a:p>
            <a:pPr algn="ctr">
              <a:buNone/>
            </a:pPr>
            <a:r>
              <a:rPr lang="en-US" sz="1100" b="1">
                <a:solidFill>
                  <a:srgbClr val="FFFFFF"/>
                </a:solidFill>
                <a:latin typeface="Poppins SemiBold"/>
              </a:rPr>
              <a:t>Short-Term Memory</a:t>
            </a:r>
          </a:p>
        </p:txBody>
      </p:sp>
      <p:sp>
        <p:nvSpPr>
          <p:cNvPr id="21" name="Left Card" descr="Card listing what working memory holds"/>
          <p:cNvSpPr/>
          <p:nvPr/>
        </p:nvSpPr>
        <p:spPr>
          <a:xfrm>
            <a:off x="384048" y="1783080"/>
            <a:ext cx="5376672" cy="3154680"/>
          </a:xfrm>
          <a:prstGeom prst="roundRect">
            <a:avLst>
              <a:gd name="adj" fmla="val 4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/>
          <a:lstStyle/>
          <a:p>
            <a:pPr>
              <a:buNone/>
            </a:pPr>
            <a:endParaRPr lang="en-US"/>
          </a:p>
        </p:txBody>
      </p:sp>
      <p:sp>
        <p:nvSpPr>
          <p:cNvPr id="22" name="Left Card Bar"/>
          <p:cNvSpPr/>
          <p:nvPr/>
        </p:nvSpPr>
        <p:spPr>
          <a:xfrm>
            <a:off x="384048" y="1783080"/>
            <a:ext cx="5376672" cy="73152"/>
          </a:xfrm>
          <a:prstGeom prst="rect">
            <a:avLst/>
          </a:prstGeom>
          <a:solidFill>
            <a:srgbClr val="FF6012"/>
          </a:solidFill>
          <a:ln>
            <a:noFill/>
          </a:ln>
        </p:spPr>
        <p:txBody>
          <a:bodyPr/>
          <a:lstStyle/>
          <a:p>
            <a:pPr>
              <a:buNone/>
            </a:pPr>
            <a:endParaRPr lang="en-US"/>
          </a:p>
        </p:txBody>
      </p:sp>
      <p:sp>
        <p:nvSpPr>
          <p:cNvPr id="23" name="Left Card Header" descr="Header: What it holds"/>
          <p:cNvSpPr txBox="1"/>
          <p:nvPr/>
        </p:nvSpPr>
        <p:spPr>
          <a:xfrm>
            <a:off x="576072" y="1920240"/>
            <a:ext cx="4992624" cy="365760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/>
          <a:lstStyle/>
          <a:p>
            <a:pPr>
              <a:buNone/>
            </a:pPr>
            <a:r>
              <a:rPr lang="en-US" sz="1700" b="1">
                <a:solidFill>
                  <a:srgbClr val="2F2F2F"/>
                </a:solidFill>
                <a:latin typeface="Poppins SemiBold"/>
              </a:rPr>
              <a:t>What it holds</a:t>
            </a:r>
          </a:p>
        </p:txBody>
      </p:sp>
      <p:sp>
        <p:nvSpPr>
          <p:cNvPr id="24" name="Left Card Body" descr="Items held in working memory"/>
          <p:cNvSpPr txBox="1"/>
          <p:nvPr/>
        </p:nvSpPr>
        <p:spPr>
          <a:xfrm>
            <a:off x="576072" y="2377440"/>
            <a:ext cx="4992624" cy="2377440"/>
          </a:xfrm>
          <a:prstGeom prst="rect">
            <a:avLst/>
          </a:prstGeom>
          <a:noFill/>
          <a:ln>
            <a:noFill/>
          </a:ln>
        </p:spPr>
        <p:txBody>
          <a:bodyPr lIns="0" tIns="0" rIns="0" bIns="0"/>
          <a:lstStyle/>
          <a:p>
            <a:pPr>
              <a:lnSpc>
                <a:spcPct val="100000"/>
              </a:lnSpc>
              <a:spcBef>
                <a:spcPts val="700"/>
              </a:spcBef>
              <a:buNone/>
            </a:pPr>
            <a:r>
              <a:rPr lang="en-US" sz="1300">
                <a:solidFill>
                  <a:srgbClr val="2F2F2F"/>
                </a:solidFill>
                <a:latin typeface="Arial"/>
              </a:rPr>
              <a:t>Recent messages</a:t>
            </a:r>
          </a:p>
          <a:p>
            <a:pPr>
              <a:lnSpc>
                <a:spcPct val="100000"/>
              </a:lnSpc>
              <a:spcBef>
                <a:spcPts val="700"/>
              </a:spcBef>
              <a:buNone/>
            </a:pPr>
            <a:r>
              <a:rPr lang="en-US" sz="1300">
                <a:solidFill>
                  <a:srgbClr val="2F2F2F"/>
                </a:solidFill>
                <a:latin typeface="Arial"/>
              </a:rPr>
              <a:t>Current user request</a:t>
            </a:r>
          </a:p>
          <a:p>
            <a:pPr>
              <a:lnSpc>
                <a:spcPct val="100000"/>
              </a:lnSpc>
              <a:spcBef>
                <a:spcPts val="700"/>
              </a:spcBef>
              <a:buNone/>
            </a:pPr>
            <a:r>
              <a:rPr lang="en-US" sz="1300">
                <a:solidFill>
                  <a:srgbClr val="2F2F2F"/>
                </a:solidFill>
                <a:latin typeface="Arial"/>
              </a:rPr>
              <a:t>Intermediate results</a:t>
            </a:r>
          </a:p>
          <a:p>
            <a:pPr>
              <a:lnSpc>
                <a:spcPct val="100000"/>
              </a:lnSpc>
              <a:spcBef>
                <a:spcPts val="700"/>
              </a:spcBef>
              <a:buNone/>
            </a:pPr>
            <a:r>
              <a:rPr lang="en-US" sz="1300">
                <a:solidFill>
                  <a:srgbClr val="2F2F2F"/>
                </a:solidFill>
                <a:latin typeface="Arial"/>
              </a:rPr>
              <a:t>Tool outputs</a:t>
            </a:r>
          </a:p>
          <a:p>
            <a:pPr>
              <a:lnSpc>
                <a:spcPct val="100000"/>
              </a:lnSpc>
              <a:spcBef>
                <a:spcPts val="700"/>
              </a:spcBef>
              <a:buNone/>
            </a:pPr>
            <a:r>
              <a:rPr lang="en-US" sz="1300">
                <a:solidFill>
                  <a:srgbClr val="2F2F2F"/>
                </a:solidFill>
                <a:latin typeface="Arial"/>
              </a:rPr>
              <a:t>Decisions made so far</a:t>
            </a:r>
          </a:p>
          <a:p>
            <a:pPr>
              <a:lnSpc>
                <a:spcPct val="100000"/>
              </a:lnSpc>
              <a:spcBef>
                <a:spcPts val="700"/>
              </a:spcBef>
              <a:buNone/>
            </a:pPr>
            <a:r>
              <a:rPr lang="en-US" sz="1300">
                <a:solidFill>
                  <a:srgbClr val="2F2F2F"/>
                </a:solidFill>
                <a:latin typeface="Arial"/>
              </a:rPr>
              <a:t>Next step in the workflow</a:t>
            </a:r>
          </a:p>
        </p:txBody>
      </p:sp>
      <p:sp>
        <p:nvSpPr>
          <p:cNvPr id="25" name="Right Card" descr="Card with a SageMaker deployment example"/>
          <p:cNvSpPr/>
          <p:nvPr/>
        </p:nvSpPr>
        <p:spPr>
          <a:xfrm>
            <a:off x="6126480" y="1783080"/>
            <a:ext cx="5687568" cy="3154680"/>
          </a:xfrm>
          <a:prstGeom prst="roundRect">
            <a:avLst>
              <a:gd name="adj" fmla="val 4000"/>
            </a:avLst>
          </a:prstGeom>
          <a:solidFill>
            <a:srgbClr val="F1F1F1"/>
          </a:solidFill>
          <a:ln w="12700">
            <a:solidFill>
              <a:srgbClr val="D4D4D4"/>
            </a:solidFill>
          </a:ln>
        </p:spPr>
        <p:txBody>
          <a:bodyPr/>
          <a:lstStyle/>
          <a:p>
            <a:pPr>
              <a:buNone/>
            </a:pPr>
            <a:endParaRPr lang="en-US"/>
          </a:p>
        </p:txBody>
      </p:sp>
      <p:sp>
        <p:nvSpPr>
          <p:cNvPr id="26" name="Right Card Bar"/>
          <p:cNvSpPr/>
          <p:nvPr/>
        </p:nvSpPr>
        <p:spPr>
          <a:xfrm>
            <a:off x="6126480" y="1783080"/>
            <a:ext cx="5687568" cy="73152"/>
          </a:xfrm>
          <a:prstGeom prst="rect">
            <a:avLst/>
          </a:prstGeom>
          <a:solidFill>
            <a:srgbClr val="350078"/>
          </a:solidFill>
          <a:ln>
            <a:noFill/>
          </a:ln>
        </p:spPr>
        <p:txBody>
          <a:bodyPr/>
          <a:lstStyle/>
          <a:p>
            <a:pPr>
              <a:buNone/>
            </a:pPr>
            <a:endParaRPr lang="en-US"/>
          </a:p>
        </p:txBody>
      </p:sp>
      <p:sp>
        <p:nvSpPr>
          <p:cNvPr id="27" name="Right Card Header" descr="Header: Example, SageMaker deployment"/>
          <p:cNvSpPr txBox="1"/>
          <p:nvPr/>
        </p:nvSpPr>
        <p:spPr>
          <a:xfrm>
            <a:off x="6318504" y="1920240"/>
            <a:ext cx="5303520" cy="365760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/>
          <a:lstStyle/>
          <a:p>
            <a:pPr>
              <a:buNone/>
            </a:pPr>
            <a:r>
              <a:rPr lang="en-US" sz="1700" b="1">
                <a:solidFill>
                  <a:srgbClr val="350078"/>
                </a:solidFill>
                <a:latin typeface="Poppins SemiBold"/>
              </a:rPr>
              <a:t>Example: SageMaker deployment</a:t>
            </a:r>
          </a:p>
        </p:txBody>
      </p:sp>
      <p:sp>
        <p:nvSpPr>
          <p:cNvPr id="28" name="Right Card Body" descr="Working memory contents during a SageMaker troubleshooting session"/>
          <p:cNvSpPr txBox="1"/>
          <p:nvPr/>
        </p:nvSpPr>
        <p:spPr>
          <a:xfrm>
            <a:off x="6318504" y="2377440"/>
            <a:ext cx="5303520" cy="2377440"/>
          </a:xfrm>
          <a:prstGeom prst="rect">
            <a:avLst/>
          </a:prstGeom>
          <a:noFill/>
          <a:ln>
            <a:noFill/>
          </a:ln>
        </p:spPr>
        <p:txBody>
          <a:bodyPr lIns="0" tIns="0" rIns="0" bIns="0"/>
          <a:lstStyle/>
          <a:p>
            <a:pPr>
              <a:lnSpc>
                <a:spcPct val="100000"/>
              </a:lnSpc>
              <a:spcBef>
                <a:spcPts val="700"/>
              </a:spcBef>
              <a:buNone/>
            </a:pPr>
            <a:r>
              <a:rPr lang="en-US" sz="1300">
                <a:solidFill>
                  <a:srgbClr val="2F2F2F"/>
                </a:solidFill>
                <a:latin typeface="Arial"/>
              </a:rPr>
              <a:t>Endpoint under investigation</a:t>
            </a:r>
          </a:p>
          <a:p>
            <a:pPr>
              <a:lnSpc>
                <a:spcPct val="100000"/>
              </a:lnSpc>
              <a:spcBef>
                <a:spcPts val="700"/>
              </a:spcBef>
              <a:buNone/>
            </a:pPr>
            <a:r>
              <a:rPr lang="en-US" sz="1300">
                <a:solidFill>
                  <a:srgbClr val="2F2F2F"/>
                </a:solidFill>
                <a:latin typeface="Arial"/>
              </a:rPr>
              <a:t>Checks already completed</a:t>
            </a:r>
          </a:p>
          <a:p>
            <a:pPr>
              <a:lnSpc>
                <a:spcPct val="100000"/>
              </a:lnSpc>
              <a:spcBef>
                <a:spcPts val="700"/>
              </a:spcBef>
              <a:buNone/>
            </a:pPr>
            <a:r>
              <a:rPr lang="en-US" sz="1300">
                <a:solidFill>
                  <a:srgbClr val="2F2F2F"/>
                </a:solidFill>
                <a:latin typeface="Arial"/>
              </a:rPr>
              <a:t>Latest error returned</a:t>
            </a:r>
          </a:p>
          <a:p>
            <a:pPr>
              <a:lnSpc>
                <a:spcPct val="100000"/>
              </a:lnSpc>
              <a:spcBef>
                <a:spcPts val="700"/>
              </a:spcBef>
              <a:buNone/>
            </a:pPr>
            <a:r>
              <a:rPr lang="en-US" sz="1300">
                <a:solidFill>
                  <a:srgbClr val="2F2F2F"/>
                </a:solidFill>
                <a:latin typeface="Arial"/>
              </a:rPr>
              <a:t>Next troubleshooting step</a:t>
            </a:r>
          </a:p>
        </p:txBody>
      </p:sp>
      <p:sp>
        <p:nvSpPr>
          <p:cNvPr id="29" name="Key Message Callout" descr="Key message: working memory is the agent's active workspace"/>
          <p:cNvSpPr/>
          <p:nvPr/>
        </p:nvSpPr>
        <p:spPr>
          <a:xfrm>
            <a:off x="384048" y="5120640"/>
            <a:ext cx="11430000" cy="548640"/>
          </a:xfrm>
          <a:prstGeom prst="roundRect">
            <a:avLst>
              <a:gd name="adj" fmla="val 20000"/>
            </a:avLst>
          </a:prstGeom>
          <a:solidFill>
            <a:srgbClr val="350078"/>
          </a:solidFill>
          <a:ln>
            <a:noFill/>
          </a:ln>
        </p:spPr>
        <p:txBody>
          <a:bodyPr lIns="182880" tIns="45720" rIns="182880" bIns="45720" anchor="ctr"/>
          <a:lstStyle/>
          <a:p>
            <a:pPr algn="ctr">
              <a:buNone/>
            </a:pPr>
            <a:r>
              <a:rPr lang="en-US" sz="1500" b="1">
                <a:solidFill>
                  <a:srgbClr val="FFFFFF"/>
                </a:solidFill>
                <a:latin typeface="Poppins SemiBold"/>
              </a:rPr>
              <a:t>Working memory is the agent’s active workspace.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E6D76E4E-7D40-4EAB-A131-D6ECFB2054E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A6B7EE1-A474-4B28-B64F-DAA5DFDC8F92}" type="slidenum">
              <a:rPr lang="en-US" smtClean="0"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423162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A2586E8F-FF05-4526-8757-231FB1783D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/>
              <a:t>Semantic Memory</a:t>
            </a:r>
          </a:p>
        </p:txBody>
      </p:sp>
      <p:sp>
        <p:nvSpPr>
          <p:cNvPr id="20" name="Category chip" descr="Category label: Long-Term Memory"/>
          <p:cNvSpPr/>
          <p:nvPr/>
        </p:nvSpPr>
        <p:spPr>
          <a:xfrm>
            <a:off x="384048" y="1325880"/>
            <a:ext cx="1737360" cy="274320"/>
          </a:xfrm>
          <a:prstGeom prst="roundRect">
            <a:avLst>
              <a:gd name="adj" fmla="val 25000"/>
            </a:avLst>
          </a:prstGeom>
          <a:solidFill>
            <a:srgbClr val="350078"/>
          </a:solidFill>
          <a:ln>
            <a:noFill/>
          </a:ln>
        </p:spPr>
        <p:txBody>
          <a:bodyPr lIns="91440" tIns="18288" rIns="91440" bIns="18288" anchor="ctr"/>
          <a:lstStyle/>
          <a:p>
            <a:pPr algn="ctr">
              <a:buNone/>
            </a:pPr>
            <a:r>
              <a:rPr lang="en-US" sz="1100" b="1">
                <a:solidFill>
                  <a:srgbClr val="FFFFFF"/>
                </a:solidFill>
                <a:latin typeface="Poppins SemiBold"/>
              </a:rPr>
              <a:t>Long-Term Memory</a:t>
            </a:r>
          </a:p>
        </p:txBody>
      </p:sp>
      <p:sp>
        <p:nvSpPr>
          <p:cNvPr id="21" name="Left card" descr="Card listing what semantic memory remembers"/>
          <p:cNvSpPr/>
          <p:nvPr/>
        </p:nvSpPr>
        <p:spPr>
          <a:xfrm>
            <a:off x="384048" y="1783080"/>
            <a:ext cx="5376672" cy="3200400"/>
          </a:xfrm>
          <a:prstGeom prst="roundRect">
            <a:avLst>
              <a:gd name="adj" fmla="val 4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 lIns="228600" tIns="274320" rIns="182880" bIns="137160" anchor="t"/>
          <a:lstStyle/>
          <a:p>
            <a:pPr>
              <a:buNone/>
            </a:pPr>
            <a:r>
              <a:rPr lang="en-US" sz="1700" b="1">
                <a:solidFill>
                  <a:srgbClr val="350078"/>
                </a:solidFill>
                <a:latin typeface="Poppins SemiBold"/>
              </a:rPr>
              <a:t>What it remembers</a:t>
            </a:r>
          </a:p>
          <a:p>
            <a:pPr>
              <a:buNone/>
            </a:pPr>
            <a:endParaRPr lang="en-US" sz="600"/>
          </a:p>
          <a:p>
            <a:pPr>
              <a:buNone/>
            </a:pPr>
            <a:r>
              <a:rPr lang="en-US" sz="1300">
                <a:solidFill>
                  <a:srgbClr val="2F2F2F"/>
                </a:solidFill>
                <a:latin typeface="Arial"/>
              </a:rPr>
              <a:t>The user’s role</a:t>
            </a:r>
          </a:p>
          <a:p>
            <a:pPr>
              <a:buNone/>
            </a:pPr>
            <a:r>
              <a:rPr lang="en-US" sz="1300">
                <a:solidFill>
                  <a:srgbClr val="2F2F2F"/>
                </a:solidFill>
                <a:latin typeface="Arial"/>
              </a:rPr>
              <a:t>Preferred language</a:t>
            </a:r>
          </a:p>
          <a:p>
            <a:pPr>
              <a:buNone/>
            </a:pPr>
            <a:r>
              <a:rPr lang="en-US" sz="1300">
                <a:solidFill>
                  <a:srgbClr val="2F2F2F"/>
                </a:solidFill>
                <a:latin typeface="Arial"/>
              </a:rPr>
              <a:t>Preferred response style</a:t>
            </a:r>
          </a:p>
          <a:p>
            <a:pPr>
              <a:buNone/>
            </a:pPr>
            <a:r>
              <a:rPr lang="en-US" sz="1300">
                <a:solidFill>
                  <a:srgbClr val="2F2F2F"/>
                </a:solidFill>
                <a:latin typeface="Arial"/>
              </a:rPr>
              <a:t>Technology preferences</a:t>
            </a:r>
          </a:p>
          <a:p>
            <a:pPr>
              <a:buNone/>
            </a:pPr>
            <a:r>
              <a:rPr lang="en-US" sz="1300">
                <a:solidFill>
                  <a:srgbClr val="2F2F2F"/>
                </a:solidFill>
                <a:latin typeface="Arial"/>
              </a:rPr>
              <a:t>Projects and environments</a:t>
            </a:r>
          </a:p>
          <a:p>
            <a:pPr>
              <a:buNone/>
            </a:pPr>
            <a:r>
              <a:rPr lang="en-US" sz="1300">
                <a:solidFill>
                  <a:srgbClr val="2F2F2F"/>
                </a:solidFill>
                <a:latin typeface="Arial"/>
              </a:rPr>
              <a:t>Frequently used terminology</a:t>
            </a:r>
          </a:p>
        </p:txBody>
      </p:sp>
      <p:sp>
        <p:nvSpPr>
          <p:cNvPr id="22" name="Left card bar"/>
          <p:cNvSpPr/>
          <p:nvPr/>
        </p:nvSpPr>
        <p:spPr>
          <a:xfrm>
            <a:off x="384048" y="1783080"/>
            <a:ext cx="5376672" cy="73152"/>
          </a:xfrm>
          <a:prstGeom prst="rect">
            <a:avLst/>
          </a:prstGeom>
          <a:solidFill>
            <a:srgbClr val="350078"/>
          </a:solidFill>
          <a:ln>
            <a:noFill/>
          </a:ln>
        </p:spPr>
        <p:txBody>
          <a:bodyPr/>
          <a:lstStyle/>
          <a:p>
            <a:pPr>
              <a:buNone/>
            </a:pPr>
            <a:endParaRPr lang="en-US"/>
          </a:p>
        </p:txBody>
      </p:sp>
      <p:sp>
        <p:nvSpPr>
          <p:cNvPr id="23" name="Profile card" descr="User profile anchor card for an MLOps engineer"/>
          <p:cNvSpPr/>
          <p:nvPr/>
        </p:nvSpPr>
        <p:spPr>
          <a:xfrm>
            <a:off x="7223760" y="1783080"/>
            <a:ext cx="3657600" cy="685800"/>
          </a:xfrm>
          <a:prstGeom prst="roundRect">
            <a:avLst>
              <a:gd name="adj" fmla="val 12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 lIns="137160" tIns="137160" rIns="137160" bIns="45720" anchor="ctr"/>
          <a:lstStyle/>
          <a:p>
            <a:pPr algn="ctr">
              <a:buNone/>
            </a:pPr>
            <a:r>
              <a:rPr lang="en-US" sz="1400" b="1">
                <a:solidFill>
                  <a:srgbClr val="2F2F2F"/>
                </a:solidFill>
                <a:latin typeface="Poppins SemiBold"/>
              </a:rPr>
              <a:t>User profile - MLOps engineer</a:t>
            </a:r>
          </a:p>
        </p:txBody>
      </p:sp>
      <p:sp>
        <p:nvSpPr>
          <p:cNvPr id="24" name="Profile card bar"/>
          <p:cNvSpPr/>
          <p:nvPr/>
        </p:nvSpPr>
        <p:spPr>
          <a:xfrm>
            <a:off x="7223760" y="1783080"/>
            <a:ext cx="3657600" cy="73152"/>
          </a:xfrm>
          <a:prstGeom prst="rect">
            <a:avLst/>
          </a:prstGeom>
          <a:solidFill>
            <a:srgbClr val="339999"/>
          </a:solidFill>
          <a:ln>
            <a:noFill/>
          </a:ln>
        </p:spPr>
        <p:txBody>
          <a:bodyPr/>
          <a:lstStyle/>
          <a:p>
            <a:pPr>
              <a:buNone/>
            </a:pPr>
            <a:endParaRPr lang="en-US"/>
          </a:p>
        </p:txBody>
      </p:sp>
      <p:cxnSp>
        <p:nvCxnSpPr>
          <p:cNvPr id="25" name="Connector 1"/>
          <p:cNvCxnSpPr/>
          <p:nvPr/>
        </p:nvCxnSpPr>
        <p:spPr>
          <a:xfrm>
            <a:off x="9052560" y="2468880"/>
            <a:ext cx="0" cy="228600"/>
          </a:xfrm>
          <a:prstGeom prst="line">
            <a:avLst/>
          </a:prstGeom>
          <a:ln w="12700">
            <a:solidFill>
              <a:srgbClr val="339999"/>
            </a:solidFill>
          </a:ln>
        </p:spPr>
      </p:cxnSp>
      <p:cxnSp>
        <p:nvCxnSpPr>
          <p:cNvPr id="26" name="Connector 2"/>
          <p:cNvCxnSpPr/>
          <p:nvPr/>
        </p:nvCxnSpPr>
        <p:spPr>
          <a:xfrm>
            <a:off x="9052560" y="3291840"/>
            <a:ext cx="0" cy="320040"/>
          </a:xfrm>
          <a:prstGeom prst="line">
            <a:avLst/>
          </a:prstGeom>
          <a:ln w="12700">
            <a:solidFill>
              <a:srgbClr val="339999"/>
            </a:solidFill>
          </a:ln>
        </p:spPr>
      </p:cxnSp>
      <p:cxnSp>
        <p:nvCxnSpPr>
          <p:cNvPr id="27" name="Connector 3"/>
          <p:cNvCxnSpPr/>
          <p:nvPr/>
        </p:nvCxnSpPr>
        <p:spPr>
          <a:xfrm>
            <a:off x="9052560" y="4206240"/>
            <a:ext cx="0" cy="320040"/>
          </a:xfrm>
          <a:prstGeom prst="line">
            <a:avLst/>
          </a:prstGeom>
          <a:ln w="12700">
            <a:solidFill>
              <a:srgbClr val="339999"/>
            </a:solidFill>
          </a:ln>
        </p:spPr>
      </p:cxnSp>
      <p:sp>
        <p:nvSpPr>
          <p:cNvPr id="28" name="Fact card 1" descr="Fact: works in MLOps"/>
          <p:cNvSpPr/>
          <p:nvPr/>
        </p:nvSpPr>
        <p:spPr>
          <a:xfrm>
            <a:off x="7223760" y="2697480"/>
            <a:ext cx="3657600" cy="594360"/>
          </a:xfrm>
          <a:prstGeom prst="roundRect">
            <a:avLst>
              <a:gd name="adj" fmla="val 14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 lIns="137160" rIns="137160" anchor="ctr"/>
          <a:lstStyle/>
          <a:p>
            <a:pPr algn="ctr">
              <a:buNone/>
            </a:pPr>
            <a:r>
              <a:rPr lang="en-US" sz="1300">
                <a:solidFill>
                  <a:srgbClr val="2F2F2F"/>
                </a:solidFill>
                <a:latin typeface="Arial"/>
              </a:rPr>
              <a:t>Works in MLOps</a:t>
            </a:r>
          </a:p>
        </p:txBody>
      </p:sp>
      <p:sp>
        <p:nvSpPr>
          <p:cNvPr id="29" name="Fact card 2" descr="Fact: mainly uses AWS"/>
          <p:cNvSpPr/>
          <p:nvPr/>
        </p:nvSpPr>
        <p:spPr>
          <a:xfrm>
            <a:off x="7223760" y="3611880"/>
            <a:ext cx="3657600" cy="594360"/>
          </a:xfrm>
          <a:prstGeom prst="roundRect">
            <a:avLst>
              <a:gd name="adj" fmla="val 14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 lIns="137160" rIns="137160" anchor="ctr"/>
          <a:lstStyle/>
          <a:p>
            <a:pPr algn="ctr">
              <a:buNone/>
            </a:pPr>
            <a:r>
              <a:rPr lang="en-US" sz="1300">
                <a:solidFill>
                  <a:srgbClr val="2F2F2F"/>
                </a:solidFill>
                <a:latin typeface="Arial"/>
              </a:rPr>
              <a:t>Mainly uses AWS</a:t>
            </a:r>
          </a:p>
        </p:txBody>
      </p:sp>
      <p:sp>
        <p:nvSpPr>
          <p:cNvPr id="30" name="Fact card 3" descr="Fact: prefers short, simple explanations"/>
          <p:cNvSpPr/>
          <p:nvPr/>
        </p:nvSpPr>
        <p:spPr>
          <a:xfrm>
            <a:off x="7223760" y="4526280"/>
            <a:ext cx="3657600" cy="594360"/>
          </a:xfrm>
          <a:prstGeom prst="roundRect">
            <a:avLst>
              <a:gd name="adj" fmla="val 14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 lIns="137160" rIns="137160" anchor="ctr"/>
          <a:lstStyle/>
          <a:p>
            <a:pPr algn="ctr">
              <a:buNone/>
            </a:pPr>
            <a:r>
              <a:rPr lang="en-US" sz="1300">
                <a:solidFill>
                  <a:srgbClr val="2F2F2F"/>
                </a:solidFill>
                <a:latin typeface="Arial"/>
              </a:rPr>
              <a:t>Prefers short, simple explanations</a:t>
            </a:r>
          </a:p>
        </p:txBody>
      </p:sp>
      <p:sp>
        <p:nvSpPr>
          <p:cNvPr id="31" name="Key callout" descr="Key message: semantic memory is what the agent knows"/>
          <p:cNvSpPr/>
          <p:nvPr/>
        </p:nvSpPr>
        <p:spPr>
          <a:xfrm>
            <a:off x="384048" y="5440680"/>
            <a:ext cx="11430000" cy="502920"/>
          </a:xfrm>
          <a:prstGeom prst="roundRect">
            <a:avLst>
              <a:gd name="adj" fmla="val 16000"/>
            </a:avLst>
          </a:prstGeom>
          <a:solidFill>
            <a:srgbClr val="350078"/>
          </a:solidFill>
          <a:ln>
            <a:noFill/>
          </a:ln>
        </p:spPr>
        <p:txBody>
          <a:bodyPr lIns="182880" rIns="182880" anchor="ctr"/>
          <a:lstStyle/>
          <a:p>
            <a:pPr algn="ctr">
              <a:buNone/>
            </a:pPr>
            <a:r>
              <a:rPr lang="en-US" sz="1600" b="1">
                <a:solidFill>
                  <a:srgbClr val="FFFFFF"/>
                </a:solidFill>
                <a:latin typeface="Poppins SemiBold"/>
              </a:rPr>
              <a:t>Semantic memory is what the agent knows.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7709DF45-DE73-4A8D-B90A-2FB05FA682E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A6B7EE1-A474-4B28-B64F-DAA5DFDC8F92}" type="slidenum">
              <a:rPr lang="en-US" smtClean="0"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204692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9FC5FE87-FD5B-437E-9840-63BE1C68B8E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/>
              <a:t>Episodic Memory</a:t>
            </a:r>
          </a:p>
        </p:txBody>
      </p:sp>
      <p:sp>
        <p:nvSpPr>
          <p:cNvPr id="20" name="Category chip" descr="Category label: Long-Term Memory"/>
          <p:cNvSpPr/>
          <p:nvPr/>
        </p:nvSpPr>
        <p:spPr>
          <a:xfrm>
            <a:off x="384048" y="1325880"/>
            <a:ext cx="1737360" cy="274320"/>
          </a:xfrm>
          <a:prstGeom prst="roundRect">
            <a:avLst>
              <a:gd name="adj" fmla="val 25000"/>
            </a:avLst>
          </a:prstGeom>
          <a:solidFill>
            <a:srgbClr val="350078"/>
          </a:solidFill>
          <a:ln>
            <a:noFill/>
          </a:ln>
        </p:spPr>
        <p:txBody>
          <a:bodyPr lIns="45720" tIns="18288" rIns="45720" bIns="18288" anchor="ctr"/>
          <a:lstStyle/>
          <a:p>
            <a:pPr algn="ctr">
              <a:buNone/>
            </a:pPr>
            <a:r>
              <a:rPr lang="en-US" sz="1100" b="1">
                <a:solidFill>
                  <a:srgbClr val="FFFFFF"/>
                </a:solidFill>
                <a:latin typeface="Poppins SemiBold"/>
              </a:rPr>
              <a:t>Long-Term Memory</a:t>
            </a:r>
          </a:p>
        </p:txBody>
      </p:sp>
      <p:sp>
        <p:nvSpPr>
          <p:cNvPr id="21" name="Left card" descr="Card listing what episodic memory remembers"/>
          <p:cNvSpPr/>
          <p:nvPr/>
        </p:nvSpPr>
        <p:spPr>
          <a:xfrm>
            <a:off x="384048" y="1737360"/>
            <a:ext cx="4736592" cy="2834640"/>
          </a:xfrm>
          <a:prstGeom prst="roundRect">
            <a:avLst>
              <a:gd name="adj" fmla="val 6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/>
          <a:lstStyle/>
          <a:p>
            <a:pPr>
              <a:buNone/>
            </a:pPr>
            <a:endParaRPr lang="en-US"/>
          </a:p>
        </p:txBody>
      </p:sp>
      <p:sp>
        <p:nvSpPr>
          <p:cNvPr id="22" name="Left card header" descr="Header: What it remembers"/>
          <p:cNvSpPr/>
          <p:nvPr/>
        </p:nvSpPr>
        <p:spPr>
          <a:xfrm>
            <a:off x="384048" y="1737360"/>
            <a:ext cx="4736592" cy="420624"/>
          </a:xfrm>
          <a:prstGeom prst="roundRect">
            <a:avLst>
              <a:gd name="adj" fmla="val 12000"/>
            </a:avLst>
          </a:prstGeom>
          <a:solidFill>
            <a:srgbClr val="350078"/>
          </a:solidFill>
          <a:ln>
            <a:noFill/>
          </a:ln>
        </p:spPr>
        <p:txBody>
          <a:bodyPr lIns="137160" rIns="91440" anchor="ctr"/>
          <a:lstStyle/>
          <a:p>
            <a:pPr algn="l">
              <a:buNone/>
            </a:pPr>
            <a:r>
              <a:rPr lang="en-US" sz="1600" b="1">
                <a:solidFill>
                  <a:srgbClr val="FFFFFF"/>
                </a:solidFill>
                <a:latin typeface="Poppins SemiBold"/>
              </a:rPr>
              <a:t>What it remembers</a:t>
            </a:r>
          </a:p>
        </p:txBody>
      </p:sp>
      <p:sp>
        <p:nvSpPr>
          <p:cNvPr id="23" name="Left card list" descr="List of remembered items: past support request, deployment failure, earlier decision, result of a past task, conditions around an event"/>
          <p:cNvSpPr txBox="1"/>
          <p:nvPr/>
        </p:nvSpPr>
        <p:spPr>
          <a:xfrm>
            <a:off x="521208" y="2313432"/>
            <a:ext cx="4462272" cy="2130552"/>
          </a:xfrm>
          <a:prstGeom prst="rect">
            <a:avLst/>
          </a:prstGeom>
          <a:noFill/>
        </p:spPr>
        <p:txBody>
          <a:bodyPr wrap="square">
            <a:normAutofit/>
          </a:bodyPr>
          <a:lstStyle/>
          <a:p>
            <a:pPr marL="0" indent="0">
              <a:lnSpc>
                <a:spcPct val="100000"/>
              </a:lnSpc>
              <a:spcAft>
                <a:spcPts val="900"/>
              </a:spcAft>
              <a:buNone/>
            </a:pPr>
            <a:r>
              <a:rPr lang="en-US" sz="1300">
                <a:solidFill>
                  <a:srgbClr val="2F2F2F"/>
                </a:solidFill>
                <a:latin typeface="Arial"/>
              </a:rPr>
              <a:t>A previous support request</a:t>
            </a:r>
          </a:p>
          <a:p>
            <a:pPr marL="0" indent="0">
              <a:spcAft>
                <a:spcPts val="900"/>
              </a:spcAft>
              <a:buNone/>
            </a:pPr>
            <a:r>
              <a:rPr lang="en-US" sz="1300">
                <a:solidFill>
                  <a:srgbClr val="2F2F2F"/>
                </a:solidFill>
                <a:latin typeface="Arial"/>
              </a:rPr>
              <a:t>A deployment failure</a:t>
            </a:r>
          </a:p>
          <a:p>
            <a:pPr marL="0" indent="0">
              <a:spcAft>
                <a:spcPts val="900"/>
              </a:spcAft>
              <a:buNone/>
            </a:pPr>
            <a:r>
              <a:rPr lang="en-US" sz="1300">
                <a:solidFill>
                  <a:srgbClr val="2F2F2F"/>
                </a:solidFill>
                <a:latin typeface="Arial"/>
              </a:rPr>
              <a:t>An earlier decision</a:t>
            </a:r>
          </a:p>
          <a:p>
            <a:pPr marL="0" indent="0">
              <a:spcAft>
                <a:spcPts val="900"/>
              </a:spcAft>
              <a:buNone/>
            </a:pPr>
            <a:r>
              <a:rPr lang="en-US" sz="1300">
                <a:solidFill>
                  <a:srgbClr val="2F2F2F"/>
                </a:solidFill>
                <a:latin typeface="Arial"/>
              </a:rPr>
              <a:t>The result of a past task</a:t>
            </a:r>
          </a:p>
          <a:p>
            <a:pPr marL="0" indent="0">
              <a:buNone/>
            </a:pPr>
            <a:r>
              <a:rPr lang="en-US" sz="1300">
                <a:solidFill>
                  <a:srgbClr val="2F2F2F"/>
                </a:solidFill>
                <a:latin typeface="Arial"/>
              </a:rPr>
              <a:t>The conditions around an event</a:t>
            </a:r>
          </a:p>
        </p:txBody>
      </p:sp>
      <p:sp>
        <p:nvSpPr>
          <p:cNvPr id="24" name="Timeline header" descr="Header: Example, a remembered event"/>
          <p:cNvSpPr txBox="1"/>
          <p:nvPr/>
        </p:nvSpPr>
        <p:spPr>
          <a:xfrm>
            <a:off x="5486400" y="1737360"/>
            <a:ext cx="6327648" cy="365760"/>
          </a:xfrm>
          <a:prstGeom prst="rect">
            <a:avLst/>
          </a:prstGeom>
          <a:noFill/>
        </p:spPr>
        <p:txBody>
          <a:bodyPr anchor="ctr"/>
          <a:lstStyle/>
          <a:p>
            <a:pPr>
              <a:buNone/>
            </a:pPr>
            <a:r>
              <a:rPr lang="en-US" sz="1600" b="1">
                <a:solidFill>
                  <a:srgbClr val="350078"/>
                </a:solidFill>
                <a:latin typeface="Poppins SemiBold"/>
              </a:rPr>
              <a:t>Example: a remembered event</a:t>
            </a:r>
          </a:p>
        </p:txBody>
      </p:sp>
      <p:sp>
        <p:nvSpPr>
          <p:cNvPr id="25" name="Timeline line"/>
          <p:cNvSpPr/>
          <p:nvPr/>
        </p:nvSpPr>
        <p:spPr>
          <a:xfrm>
            <a:off x="5760720" y="2971800"/>
            <a:ext cx="5257800" cy="27432"/>
          </a:xfrm>
          <a:prstGeom prst="rect">
            <a:avLst/>
          </a:prstGeom>
          <a:solidFill>
            <a:srgbClr val="D4D4D4"/>
          </a:solidFill>
          <a:ln>
            <a:noFill/>
          </a:ln>
        </p:spPr>
        <p:txBody>
          <a:bodyPr/>
          <a:lstStyle/>
          <a:p>
            <a:pPr>
              <a:buNone/>
            </a:pPr>
            <a:endParaRPr lang="en-US"/>
          </a:p>
        </p:txBody>
      </p:sp>
      <p:sp>
        <p:nvSpPr>
          <p:cNvPr id="26" name="Marker 1"/>
          <p:cNvSpPr/>
          <p:nvPr/>
        </p:nvSpPr>
        <p:spPr>
          <a:xfrm>
            <a:off x="5907024" y="2903220"/>
            <a:ext cx="164592" cy="164592"/>
          </a:xfrm>
          <a:prstGeom prst="ellipse">
            <a:avLst/>
          </a:prstGeom>
          <a:solidFill>
            <a:srgbClr val="FF6012"/>
          </a:solidFill>
          <a:ln>
            <a:noFill/>
          </a:ln>
        </p:spPr>
        <p:txBody>
          <a:bodyPr/>
          <a:lstStyle/>
          <a:p>
            <a:pPr>
              <a:buNone/>
            </a:pPr>
            <a:endParaRPr lang="en-US"/>
          </a:p>
        </p:txBody>
      </p:sp>
      <p:sp>
        <p:nvSpPr>
          <p:cNvPr id="27" name="Marker 2"/>
          <p:cNvSpPr/>
          <p:nvPr/>
        </p:nvSpPr>
        <p:spPr>
          <a:xfrm>
            <a:off x="7507224" y="2903220"/>
            <a:ext cx="164592" cy="164592"/>
          </a:xfrm>
          <a:prstGeom prst="ellipse">
            <a:avLst/>
          </a:prstGeom>
          <a:solidFill>
            <a:srgbClr val="FF6012"/>
          </a:solidFill>
          <a:ln>
            <a:noFill/>
          </a:ln>
        </p:spPr>
        <p:txBody>
          <a:bodyPr/>
          <a:lstStyle/>
          <a:p>
            <a:pPr>
              <a:buNone/>
            </a:pPr>
            <a:endParaRPr lang="en-US"/>
          </a:p>
        </p:txBody>
      </p:sp>
      <p:sp>
        <p:nvSpPr>
          <p:cNvPr id="28" name="Marker 3"/>
          <p:cNvSpPr/>
          <p:nvPr/>
        </p:nvSpPr>
        <p:spPr>
          <a:xfrm>
            <a:off x="9107424" y="2903220"/>
            <a:ext cx="164592" cy="164592"/>
          </a:xfrm>
          <a:prstGeom prst="ellipse">
            <a:avLst/>
          </a:prstGeom>
          <a:solidFill>
            <a:srgbClr val="FF6012"/>
          </a:solidFill>
          <a:ln>
            <a:noFill/>
          </a:ln>
        </p:spPr>
        <p:txBody>
          <a:bodyPr/>
          <a:lstStyle/>
          <a:p>
            <a:pPr>
              <a:buNone/>
            </a:pPr>
            <a:endParaRPr lang="en-US"/>
          </a:p>
        </p:txBody>
      </p:sp>
      <p:sp>
        <p:nvSpPr>
          <p:cNvPr id="29" name="Marker 4"/>
          <p:cNvSpPr/>
          <p:nvPr/>
        </p:nvSpPr>
        <p:spPr>
          <a:xfrm>
            <a:off x="10707624" y="2903220"/>
            <a:ext cx="164592" cy="164592"/>
          </a:xfrm>
          <a:prstGeom prst="ellipse">
            <a:avLst/>
          </a:prstGeom>
          <a:solidFill>
            <a:srgbClr val="FF6012"/>
          </a:solidFill>
          <a:ln>
            <a:noFill/>
          </a:ln>
        </p:spPr>
        <p:txBody>
          <a:bodyPr/>
          <a:lstStyle/>
          <a:p>
            <a:pPr>
              <a:buNone/>
            </a:pPr>
            <a:endParaRPr lang="en-US"/>
          </a:p>
        </p:txBody>
      </p:sp>
      <p:sp>
        <p:nvSpPr>
          <p:cNvPr id="30" name="Timeline label 1" descr="Timeline step 1: UAT deployment"/>
          <p:cNvSpPr txBox="1"/>
          <p:nvPr/>
        </p:nvSpPr>
        <p:spPr>
          <a:xfrm>
            <a:off x="5257800" y="2377440"/>
            <a:ext cx="1463040" cy="457200"/>
          </a:xfrm>
          <a:prstGeom prst="rect">
            <a:avLst/>
          </a:prstGeom>
          <a:noFill/>
        </p:spPr>
        <p:txBody>
          <a:bodyPr wrap="square" anchor="b"/>
          <a:lstStyle/>
          <a:p>
            <a:pPr algn="ctr">
              <a:buNone/>
            </a:pPr>
            <a:r>
              <a:rPr lang="en-US" sz="1200">
                <a:solidFill>
                  <a:srgbClr val="2F2F2F"/>
                </a:solidFill>
                <a:latin typeface="Arial"/>
              </a:rPr>
              <a:t>UAT deployment</a:t>
            </a:r>
          </a:p>
        </p:txBody>
      </p:sp>
      <p:sp>
        <p:nvSpPr>
          <p:cNvPr id="31" name="Timeline label 2" descr="Timeline step 2: Endpoint failed"/>
          <p:cNvSpPr txBox="1"/>
          <p:nvPr/>
        </p:nvSpPr>
        <p:spPr>
          <a:xfrm>
            <a:off x="6858000" y="3108960"/>
            <a:ext cx="1463040" cy="457200"/>
          </a:xfrm>
          <a:prstGeom prst="rect">
            <a:avLst/>
          </a:prstGeom>
          <a:noFill/>
        </p:spPr>
        <p:txBody>
          <a:bodyPr wrap="square" anchor="t"/>
          <a:lstStyle/>
          <a:p>
            <a:pPr algn="ctr">
              <a:buNone/>
            </a:pPr>
            <a:r>
              <a:rPr lang="en-US" sz="1200">
                <a:solidFill>
                  <a:srgbClr val="2F2F2F"/>
                </a:solidFill>
                <a:latin typeface="Arial"/>
              </a:rPr>
              <a:t>Endpoint failed</a:t>
            </a:r>
          </a:p>
        </p:txBody>
      </p:sp>
      <p:sp>
        <p:nvSpPr>
          <p:cNvPr id="32" name="Timeline label 3" descr="Timeline step 3: Health check investigated"/>
          <p:cNvSpPr txBox="1"/>
          <p:nvPr/>
        </p:nvSpPr>
        <p:spPr>
          <a:xfrm>
            <a:off x="8458200" y="2377440"/>
            <a:ext cx="1463040" cy="457200"/>
          </a:xfrm>
          <a:prstGeom prst="rect">
            <a:avLst/>
          </a:prstGeom>
          <a:noFill/>
        </p:spPr>
        <p:txBody>
          <a:bodyPr wrap="square" anchor="b"/>
          <a:lstStyle/>
          <a:p>
            <a:pPr algn="ctr">
              <a:buNone/>
            </a:pPr>
            <a:r>
              <a:rPr lang="en-US" sz="1200">
                <a:solidFill>
                  <a:srgbClr val="2F2F2F"/>
                </a:solidFill>
                <a:latin typeface="Arial"/>
              </a:rPr>
              <a:t>Health check investigated</a:t>
            </a:r>
          </a:p>
        </p:txBody>
      </p:sp>
      <p:sp>
        <p:nvSpPr>
          <p:cNvPr id="33" name="Timeline label 4" descr="Timeline step 4: Root cause documented"/>
          <p:cNvSpPr txBox="1"/>
          <p:nvPr/>
        </p:nvSpPr>
        <p:spPr>
          <a:xfrm>
            <a:off x="10058400" y="3108960"/>
            <a:ext cx="1463040" cy="457200"/>
          </a:xfrm>
          <a:prstGeom prst="rect">
            <a:avLst/>
          </a:prstGeom>
          <a:noFill/>
        </p:spPr>
        <p:txBody>
          <a:bodyPr wrap="square" anchor="t"/>
          <a:lstStyle/>
          <a:p>
            <a:pPr algn="ctr">
              <a:buNone/>
            </a:pPr>
            <a:r>
              <a:rPr lang="en-US" sz="1200">
                <a:solidFill>
                  <a:srgbClr val="2F2F2F"/>
                </a:solidFill>
                <a:latin typeface="Arial"/>
              </a:rPr>
              <a:t>Root cause documented</a:t>
            </a:r>
          </a:p>
        </p:txBody>
      </p:sp>
      <p:sp>
        <p:nvSpPr>
          <p:cNvPr id="34" name="Quote card" descr="Quoted memory of the failed UAT deployment"/>
          <p:cNvSpPr/>
          <p:nvPr/>
        </p:nvSpPr>
        <p:spPr>
          <a:xfrm>
            <a:off x="5486400" y="3703320"/>
            <a:ext cx="6327648" cy="1005840"/>
          </a:xfrm>
          <a:prstGeom prst="roundRect">
            <a:avLst>
              <a:gd name="adj" fmla="val 8000"/>
            </a:avLst>
          </a:prstGeom>
          <a:solidFill>
            <a:srgbClr val="F1F1F1"/>
          </a:solidFill>
          <a:ln w="12700">
            <a:solidFill>
              <a:srgbClr val="D4D4D4"/>
            </a:solidFill>
          </a:ln>
        </p:spPr>
        <p:txBody>
          <a:bodyPr lIns="228600" rIns="182880" anchor="ctr">
            <a:normAutofit/>
          </a:bodyPr>
          <a:lstStyle/>
          <a:p>
            <a:pPr algn="l">
              <a:buNone/>
            </a:pPr>
            <a:r>
              <a:rPr lang="en-US" sz="1300" i="1">
                <a:solidFill>
                  <a:srgbClr val="2F2F2F"/>
                </a:solidFill>
                <a:latin typeface="Arial"/>
              </a:rPr>
              <a:t>“During the previous UAT deployment, the endpoint failed because the container health check did not respond.”</a:t>
            </a:r>
          </a:p>
        </p:txBody>
      </p:sp>
      <p:sp>
        <p:nvSpPr>
          <p:cNvPr id="35" name="Quote accent bar"/>
          <p:cNvSpPr/>
          <p:nvPr/>
        </p:nvSpPr>
        <p:spPr>
          <a:xfrm>
            <a:off x="5486400" y="3703320"/>
            <a:ext cx="73152" cy="1005840"/>
          </a:xfrm>
          <a:prstGeom prst="rect">
            <a:avLst/>
          </a:prstGeom>
          <a:solidFill>
            <a:srgbClr val="FF6012"/>
          </a:solidFill>
          <a:ln>
            <a:noFill/>
          </a:ln>
        </p:spPr>
        <p:txBody>
          <a:bodyPr/>
          <a:lstStyle/>
          <a:p>
            <a:pPr>
              <a:buNone/>
            </a:pPr>
            <a:endParaRPr lang="en-US"/>
          </a:p>
        </p:txBody>
      </p:sp>
      <p:sp>
        <p:nvSpPr>
          <p:cNvPr id="36" name="Bottom callout" descr="Key message: episodic memory is what the agent experienced"/>
          <p:cNvSpPr/>
          <p:nvPr/>
        </p:nvSpPr>
        <p:spPr>
          <a:xfrm>
            <a:off x="384048" y="5074920"/>
            <a:ext cx="11430000" cy="640080"/>
          </a:xfrm>
          <a:prstGeom prst="roundRect">
            <a:avLst>
              <a:gd name="adj" fmla="val 14000"/>
            </a:avLst>
          </a:prstGeom>
          <a:solidFill>
            <a:srgbClr val="350078"/>
          </a:solidFill>
          <a:ln>
            <a:noFill/>
          </a:ln>
        </p:spPr>
        <p:txBody>
          <a:bodyPr anchor="ctr"/>
          <a:lstStyle/>
          <a:p>
            <a:pPr algn="ctr">
              <a:buNone/>
            </a:pPr>
            <a:r>
              <a:rPr lang="en-US" sz="1600" b="1">
                <a:solidFill>
                  <a:srgbClr val="FFFFFF"/>
                </a:solidFill>
                <a:latin typeface="Poppins SemiBold"/>
              </a:rPr>
              <a:t>Episodic memory is what the agent experienced.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DC2C9597-D906-4C7C-970B-51A4F59DF0C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A6B7EE1-A474-4B28-B64F-DAA5DFDC8F92}" type="slidenum">
              <a:rPr lang="en-US" smtClean="0"/>
              <a:t>14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958230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5CB2E81A-4229-4C7D-9A2E-E74730B65A4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/>
              <a:t>Procedural Memory</a:t>
            </a:r>
          </a:p>
        </p:txBody>
      </p:sp>
      <p:sp>
        <p:nvSpPr>
          <p:cNvPr id="20" name="Category chip" descr="Category label: Long-Term Memory"/>
          <p:cNvSpPr/>
          <p:nvPr/>
        </p:nvSpPr>
        <p:spPr>
          <a:xfrm>
            <a:off x="384048" y="1325880"/>
            <a:ext cx="1920240" cy="292608"/>
          </a:xfrm>
          <a:prstGeom prst="roundRect">
            <a:avLst>
              <a:gd name="adj" fmla="val 50000"/>
            </a:avLst>
          </a:prstGeom>
          <a:solidFill>
            <a:srgbClr val="350078"/>
          </a:solidFill>
          <a:ln>
            <a:noFill/>
          </a:ln>
        </p:spPr>
        <p:txBody>
          <a:bodyPr lIns="91440" tIns="0" rIns="91440" bIns="0" anchor="ctr"/>
          <a:lstStyle/>
          <a:p>
            <a:pPr algn="ctr">
              <a:buNone/>
            </a:pPr>
            <a:r>
              <a:rPr lang="en-US" sz="1100" b="1">
                <a:solidFill>
                  <a:srgbClr val="FFFFFF"/>
                </a:solidFill>
                <a:latin typeface="Poppins SemiBold"/>
              </a:rPr>
              <a:t>Long-Term Memory</a:t>
            </a:r>
          </a:p>
        </p:txBody>
      </p:sp>
      <p:sp>
        <p:nvSpPr>
          <p:cNvPr id="21" name="Left card" descr="Card listing what procedural memory holds"/>
          <p:cNvSpPr/>
          <p:nvPr/>
        </p:nvSpPr>
        <p:spPr>
          <a:xfrm>
            <a:off x="384048" y="1783080"/>
            <a:ext cx="4736592" cy="3291840"/>
          </a:xfrm>
          <a:prstGeom prst="roundRect">
            <a:avLst>
              <a:gd name="adj" fmla="val 6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/>
          <a:lstStyle/>
          <a:p>
            <a:pPr>
              <a:buNone/>
            </a:pPr>
            <a:endParaRPr lang="en-US"/>
          </a:p>
        </p:txBody>
      </p:sp>
      <p:sp>
        <p:nvSpPr>
          <p:cNvPr id="22" name="Left card header" descr="Card header: What it holds"/>
          <p:cNvSpPr/>
          <p:nvPr/>
        </p:nvSpPr>
        <p:spPr>
          <a:xfrm>
            <a:off x="384048" y="1783080"/>
            <a:ext cx="4736592" cy="411480"/>
          </a:xfrm>
          <a:prstGeom prst="roundRect">
            <a:avLst>
              <a:gd name="adj" fmla="val 12000"/>
            </a:avLst>
          </a:prstGeom>
          <a:solidFill>
            <a:srgbClr val="350078"/>
          </a:solidFill>
          <a:ln>
            <a:noFill/>
          </a:ln>
        </p:spPr>
        <p:txBody>
          <a:bodyPr lIns="182880" tIns="0" rIns="91440" bIns="0" anchor="ctr"/>
          <a:lstStyle/>
          <a:p>
            <a:pPr algn="l">
              <a:buNone/>
            </a:pPr>
            <a:r>
              <a:rPr lang="en-US" sz="1600" b="1">
                <a:solidFill>
                  <a:srgbClr val="FFFFFF"/>
                </a:solidFill>
                <a:latin typeface="Poppins SemiBold"/>
              </a:rPr>
              <a:t>What it holds</a:t>
            </a:r>
          </a:p>
        </p:txBody>
      </p:sp>
      <p:sp>
        <p:nvSpPr>
          <p:cNvPr id="23" name="Left card list" descr="List of procedural memory contents"/>
          <p:cNvSpPr txBox="1"/>
          <p:nvPr/>
        </p:nvSpPr>
        <p:spPr>
          <a:xfrm>
            <a:off x="566928" y="2350000"/>
            <a:ext cx="4370832" cy="2560000"/>
          </a:xfrm>
          <a:prstGeom prst="rect">
            <a:avLst/>
          </a:prstGeom>
          <a:noFill/>
        </p:spPr>
        <p:txBody>
          <a:bodyPr wrap="square" lIns="0" tIns="0" rIns="0" bIns="0"/>
          <a:lstStyle/>
          <a:p>
            <a:pPr>
              <a:lnSpc>
                <a:spcPct val="100000"/>
              </a:lnSpc>
              <a:spcAft>
                <a:spcPts val="900"/>
              </a:spcAft>
              <a:buNone/>
            </a:pPr>
            <a:r>
              <a:rPr lang="en-US" sz="1300">
                <a:solidFill>
                  <a:srgbClr val="2F2F2F"/>
                </a:solidFill>
                <a:latin typeface="Arial"/>
              </a:rPr>
              <a:t>Standard operating procedures</a:t>
            </a:r>
          </a:p>
          <a:p>
            <a:pPr>
              <a:lnSpc>
                <a:spcPct val="100000"/>
              </a:lnSpc>
              <a:spcAft>
                <a:spcPts val="900"/>
              </a:spcAft>
              <a:buNone/>
            </a:pPr>
            <a:r>
              <a:rPr lang="en-US" sz="1300">
                <a:solidFill>
                  <a:srgbClr val="2F2F2F"/>
                </a:solidFill>
                <a:latin typeface="Arial"/>
              </a:rPr>
              <a:t>Troubleshooting steps</a:t>
            </a:r>
          </a:p>
          <a:p>
            <a:pPr>
              <a:lnSpc>
                <a:spcPct val="100000"/>
              </a:lnSpc>
              <a:spcAft>
                <a:spcPts val="900"/>
              </a:spcAft>
              <a:buNone/>
            </a:pPr>
            <a:r>
              <a:rPr lang="en-US" sz="1300">
                <a:solidFill>
                  <a:srgbClr val="2F2F2F"/>
                </a:solidFill>
                <a:latin typeface="Arial"/>
              </a:rPr>
              <a:t>Approval workflows</a:t>
            </a:r>
          </a:p>
          <a:p>
            <a:pPr>
              <a:lnSpc>
                <a:spcPct val="100000"/>
              </a:lnSpc>
              <a:spcAft>
                <a:spcPts val="900"/>
              </a:spcAft>
              <a:buNone/>
            </a:pPr>
            <a:r>
              <a:rPr lang="en-US" sz="1300">
                <a:solidFill>
                  <a:srgbClr val="2F2F2F"/>
                </a:solidFill>
                <a:latin typeface="Arial"/>
              </a:rPr>
              <a:t>Response templates</a:t>
            </a:r>
          </a:p>
          <a:p>
            <a:pPr>
              <a:lnSpc>
                <a:spcPct val="100000"/>
              </a:lnSpc>
              <a:buNone/>
            </a:pPr>
            <a:r>
              <a:rPr lang="en-US" sz="1300">
                <a:solidFill>
                  <a:srgbClr val="2F2F2F"/>
                </a:solidFill>
                <a:latin typeface="Arial"/>
              </a:rPr>
              <a:t>Tool usage instructions</a:t>
            </a:r>
          </a:p>
        </p:txBody>
      </p:sp>
      <p:sp>
        <p:nvSpPr>
          <p:cNvPr id="24" name="Right header" descr="Header: Example, UAT deployment issue"/>
          <p:cNvSpPr txBox="1"/>
          <p:nvPr/>
        </p:nvSpPr>
        <p:spPr>
          <a:xfrm>
            <a:off x="5486400" y="1783080"/>
            <a:ext cx="6327648" cy="411480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>
              <a:buNone/>
            </a:pPr>
            <a:r>
              <a:rPr lang="en-US" sz="1600" b="1">
                <a:solidFill>
                  <a:srgbClr val="350078"/>
                </a:solidFill>
                <a:latin typeface="Poppins SemiBold"/>
              </a:rPr>
              <a:t>Example: UAT deployment issue</a:t>
            </a:r>
          </a:p>
        </p:txBody>
      </p:sp>
      <p:sp>
        <p:nvSpPr>
          <p:cNvPr id="25" name="Step 1 number" descr="Step number 1"/>
          <p:cNvSpPr/>
          <p:nvPr/>
        </p:nvSpPr>
        <p:spPr>
          <a:xfrm>
            <a:off x="5486400" y="2331720"/>
            <a:ext cx="329184" cy="329184"/>
          </a:xfrm>
          <a:prstGeom prst="ellipse">
            <a:avLst/>
          </a:prstGeom>
          <a:solidFill>
            <a:srgbClr val="FF6012"/>
          </a:solidFill>
          <a:ln>
            <a:noFill/>
          </a:ln>
        </p:spPr>
        <p:txBody>
          <a:bodyPr lIns="0" tIns="0" rIns="0" bIns="0" anchor="ctr"/>
          <a:lstStyle/>
          <a:p>
            <a:pPr algn="ctr">
              <a:buNone/>
            </a:pPr>
            <a:r>
              <a:rPr lang="en-US" sz="1200" b="1">
                <a:solidFill>
                  <a:srgbClr val="FFFFFF"/>
                </a:solidFill>
                <a:latin typeface="Poppins SemiBold"/>
              </a:rPr>
              <a:t>1</a:t>
            </a:r>
          </a:p>
        </p:txBody>
      </p:sp>
      <p:sp>
        <p:nvSpPr>
          <p:cNvPr id="26" name="Step 1 text" descr="Step 1: Validate the model artifact"/>
          <p:cNvSpPr txBox="1"/>
          <p:nvPr/>
        </p:nvSpPr>
        <p:spPr>
          <a:xfrm>
            <a:off x="5989320" y="2331720"/>
            <a:ext cx="5824728" cy="329184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>
              <a:buNone/>
            </a:pPr>
            <a:r>
              <a:rPr lang="en-US" sz="1300">
                <a:solidFill>
                  <a:srgbClr val="2F2F2F"/>
                </a:solidFill>
                <a:latin typeface="Arial"/>
              </a:rPr>
              <a:t>Validate the model artifact</a:t>
            </a:r>
          </a:p>
        </p:txBody>
      </p:sp>
      <p:sp>
        <p:nvSpPr>
          <p:cNvPr id="27" name="Step 2 number" descr="Step number 2"/>
          <p:cNvSpPr/>
          <p:nvPr/>
        </p:nvSpPr>
        <p:spPr>
          <a:xfrm>
            <a:off x="5486400" y="2898775"/>
            <a:ext cx="329184" cy="329184"/>
          </a:xfrm>
          <a:prstGeom prst="ellipse">
            <a:avLst/>
          </a:prstGeom>
          <a:solidFill>
            <a:srgbClr val="FF6012"/>
          </a:solidFill>
          <a:ln>
            <a:noFill/>
          </a:ln>
        </p:spPr>
        <p:txBody>
          <a:bodyPr lIns="0" tIns="0" rIns="0" bIns="0" anchor="ctr"/>
          <a:lstStyle/>
          <a:p>
            <a:pPr algn="ctr">
              <a:buNone/>
            </a:pPr>
            <a:r>
              <a:rPr lang="en-US" sz="1200" b="1">
                <a:solidFill>
                  <a:srgbClr val="FFFFFF"/>
                </a:solidFill>
                <a:latin typeface="Poppins SemiBold"/>
              </a:rPr>
              <a:t>2</a:t>
            </a:r>
          </a:p>
        </p:txBody>
      </p:sp>
      <p:sp>
        <p:nvSpPr>
          <p:cNvPr id="28" name="Step 2 text" descr="Step 2: Check IAM permissions"/>
          <p:cNvSpPr txBox="1"/>
          <p:nvPr/>
        </p:nvSpPr>
        <p:spPr>
          <a:xfrm>
            <a:off x="5989320" y="2898775"/>
            <a:ext cx="5824728" cy="329184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>
              <a:buNone/>
            </a:pPr>
            <a:r>
              <a:rPr lang="en-US" sz="1300">
                <a:solidFill>
                  <a:srgbClr val="2F2F2F"/>
                </a:solidFill>
                <a:latin typeface="Arial"/>
              </a:rPr>
              <a:t>Check IAM permissions</a:t>
            </a:r>
          </a:p>
        </p:txBody>
      </p:sp>
      <p:sp>
        <p:nvSpPr>
          <p:cNvPr id="29" name="Step 3 number" descr="Step number 3"/>
          <p:cNvSpPr/>
          <p:nvPr/>
        </p:nvSpPr>
        <p:spPr>
          <a:xfrm>
            <a:off x="5486400" y="3465830"/>
            <a:ext cx="329184" cy="329184"/>
          </a:xfrm>
          <a:prstGeom prst="ellipse">
            <a:avLst/>
          </a:prstGeom>
          <a:solidFill>
            <a:srgbClr val="FF6012"/>
          </a:solidFill>
          <a:ln>
            <a:noFill/>
          </a:ln>
        </p:spPr>
        <p:txBody>
          <a:bodyPr lIns="0" tIns="0" rIns="0" bIns="0" anchor="ctr"/>
          <a:lstStyle/>
          <a:p>
            <a:pPr algn="ctr">
              <a:buNone/>
            </a:pPr>
            <a:r>
              <a:rPr lang="en-US" sz="1200" b="1">
                <a:solidFill>
                  <a:srgbClr val="FFFFFF"/>
                </a:solidFill>
                <a:latin typeface="Poppins SemiBold"/>
              </a:rPr>
              <a:t>3</a:t>
            </a:r>
          </a:p>
        </p:txBody>
      </p:sp>
      <p:sp>
        <p:nvSpPr>
          <p:cNvPr id="30" name="Step 3 text" descr="Step 3: Verify environment configuration"/>
          <p:cNvSpPr txBox="1"/>
          <p:nvPr/>
        </p:nvSpPr>
        <p:spPr>
          <a:xfrm>
            <a:off x="5989320" y="3465830"/>
            <a:ext cx="5824728" cy="329184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>
              <a:buNone/>
            </a:pPr>
            <a:r>
              <a:rPr lang="en-US" sz="1300">
                <a:solidFill>
                  <a:srgbClr val="2F2F2F"/>
                </a:solidFill>
                <a:latin typeface="Arial"/>
              </a:rPr>
              <a:t>Verify environment configuration</a:t>
            </a:r>
          </a:p>
        </p:txBody>
      </p:sp>
      <p:sp>
        <p:nvSpPr>
          <p:cNvPr id="31" name="Step 4 number" descr="Step number 4"/>
          <p:cNvSpPr/>
          <p:nvPr/>
        </p:nvSpPr>
        <p:spPr>
          <a:xfrm>
            <a:off x="5486400" y="4032885"/>
            <a:ext cx="329184" cy="329184"/>
          </a:xfrm>
          <a:prstGeom prst="ellipse">
            <a:avLst/>
          </a:prstGeom>
          <a:solidFill>
            <a:srgbClr val="FF6012"/>
          </a:solidFill>
          <a:ln>
            <a:noFill/>
          </a:ln>
        </p:spPr>
        <p:txBody>
          <a:bodyPr lIns="0" tIns="0" rIns="0" bIns="0" anchor="ctr"/>
          <a:lstStyle/>
          <a:p>
            <a:pPr algn="ctr">
              <a:buNone/>
            </a:pPr>
            <a:r>
              <a:rPr lang="en-US" sz="1200" b="1">
                <a:solidFill>
                  <a:srgbClr val="FFFFFF"/>
                </a:solidFill>
                <a:latin typeface="Poppins SemiBold"/>
              </a:rPr>
              <a:t>4</a:t>
            </a:r>
          </a:p>
        </p:txBody>
      </p:sp>
      <p:sp>
        <p:nvSpPr>
          <p:cNvPr id="32" name="Step 4 text" descr="Step 4: Review application logs"/>
          <p:cNvSpPr txBox="1"/>
          <p:nvPr/>
        </p:nvSpPr>
        <p:spPr>
          <a:xfrm>
            <a:off x="5989320" y="4032885"/>
            <a:ext cx="5824728" cy="329184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>
              <a:buNone/>
            </a:pPr>
            <a:r>
              <a:rPr lang="en-US" sz="1300">
                <a:solidFill>
                  <a:srgbClr val="2F2F2F"/>
                </a:solidFill>
                <a:latin typeface="Arial"/>
              </a:rPr>
              <a:t>Review application logs</a:t>
            </a:r>
          </a:p>
        </p:txBody>
      </p:sp>
      <p:sp>
        <p:nvSpPr>
          <p:cNvPr id="33" name="Step 5 number" descr="Step number 5"/>
          <p:cNvSpPr/>
          <p:nvPr/>
        </p:nvSpPr>
        <p:spPr>
          <a:xfrm>
            <a:off x="5486400" y="4599940"/>
            <a:ext cx="329184" cy="329184"/>
          </a:xfrm>
          <a:prstGeom prst="ellipse">
            <a:avLst/>
          </a:prstGeom>
          <a:solidFill>
            <a:srgbClr val="FF6012"/>
          </a:solidFill>
          <a:ln>
            <a:noFill/>
          </a:ln>
        </p:spPr>
        <p:txBody>
          <a:bodyPr lIns="0" tIns="0" rIns="0" bIns="0" anchor="ctr"/>
          <a:lstStyle/>
          <a:p>
            <a:pPr algn="ctr">
              <a:buNone/>
            </a:pPr>
            <a:r>
              <a:rPr lang="en-US" sz="1200" b="1">
                <a:solidFill>
                  <a:srgbClr val="FFFFFF"/>
                </a:solidFill>
                <a:latin typeface="Poppins SemiBold"/>
              </a:rPr>
              <a:t>5</a:t>
            </a:r>
          </a:p>
        </p:txBody>
      </p:sp>
      <p:sp>
        <p:nvSpPr>
          <p:cNvPr id="34" name="Step 5 text" descr="Step 5: Document the outcome"/>
          <p:cNvSpPr txBox="1"/>
          <p:nvPr/>
        </p:nvSpPr>
        <p:spPr>
          <a:xfrm>
            <a:off x="5989320" y="4599940"/>
            <a:ext cx="5824728" cy="329184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>
              <a:buNone/>
            </a:pPr>
            <a:r>
              <a:rPr lang="en-US" sz="1300">
                <a:solidFill>
                  <a:srgbClr val="2F2F2F"/>
                </a:solidFill>
                <a:latin typeface="Arial"/>
              </a:rPr>
              <a:t>Document the outcome</a:t>
            </a:r>
          </a:p>
        </p:txBody>
      </p:sp>
      <p:sp>
        <p:nvSpPr>
          <p:cNvPr id="35" name="Bottom callout" descr="Key message: procedural memory is what the agent knows how to do"/>
          <p:cNvSpPr/>
          <p:nvPr/>
        </p:nvSpPr>
        <p:spPr>
          <a:xfrm>
            <a:off x="384048" y="5443220"/>
            <a:ext cx="11430000" cy="457200"/>
          </a:xfrm>
          <a:prstGeom prst="roundRect">
            <a:avLst>
              <a:gd name="adj" fmla="val 20000"/>
            </a:avLst>
          </a:prstGeom>
          <a:solidFill>
            <a:srgbClr val="350078"/>
          </a:solidFill>
          <a:ln>
            <a:noFill/>
          </a:ln>
        </p:spPr>
        <p:txBody>
          <a:bodyPr lIns="182880" tIns="0" rIns="182880" bIns="0" anchor="ctr"/>
          <a:lstStyle/>
          <a:p>
            <a:pPr algn="ctr">
              <a:buNone/>
            </a:pPr>
            <a:r>
              <a:rPr lang="en-US" sz="1500" b="1">
                <a:solidFill>
                  <a:srgbClr val="FFFFFF"/>
                </a:solidFill>
                <a:latin typeface="Poppins SemiBold"/>
              </a:rPr>
              <a:t>Procedural memory is what the agent knows how to do.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BFD902CB-C43C-4174-8FF0-E5D7A000DCE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A6B7EE1-A474-4B28-B64F-DAA5DFDC8F92}" type="slidenum">
              <a:rPr lang="en-US" smtClean="0"/>
              <a:t>15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400823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F51C3C18-3D50-4F6F-9C72-43E594C3C3D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/>
              <a:t>One Request, Four Memories</a:t>
            </a:r>
          </a:p>
        </p:txBody>
      </p:sp>
      <p:cxnSp>
        <p:nvCxnSpPr>
          <p:cNvPr id="20" name="Connector Top Left"/>
          <p:cNvCxnSpPr/>
          <p:nvPr/>
        </p:nvCxnSpPr>
        <p:spPr>
          <a:xfrm>
            <a:off x="3840480" y="2514600"/>
            <a:ext cx="822960" cy="411480"/>
          </a:xfrm>
          <a:prstGeom prst="line">
            <a:avLst/>
          </a:prstGeom>
          <a:ln w="12700">
            <a:solidFill>
              <a:srgbClr val="D4D4D4"/>
            </a:solidFill>
          </a:ln>
        </p:spPr>
        <p:style>
          <a:lnRef idx="1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21" name="Connector Top Right"/>
          <p:cNvCxnSpPr/>
          <p:nvPr/>
        </p:nvCxnSpPr>
        <p:spPr>
          <a:xfrm flipH="1">
            <a:off x="7498080" y="2514600"/>
            <a:ext cx="822960" cy="411480"/>
          </a:xfrm>
          <a:prstGeom prst="line">
            <a:avLst/>
          </a:prstGeom>
          <a:ln w="12700">
            <a:solidFill>
              <a:srgbClr val="D4D4D4"/>
            </a:solidFill>
          </a:ln>
        </p:spPr>
        <p:style>
          <a:lnRef idx="1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22" name="Connector Bottom Left"/>
          <p:cNvCxnSpPr/>
          <p:nvPr/>
        </p:nvCxnSpPr>
        <p:spPr>
          <a:xfrm flipV="1">
            <a:off x="3840480" y="3931920"/>
            <a:ext cx="822960" cy="411480"/>
          </a:xfrm>
          <a:prstGeom prst="line">
            <a:avLst/>
          </a:prstGeom>
          <a:ln w="12700">
            <a:solidFill>
              <a:srgbClr val="D4D4D4"/>
            </a:solidFill>
          </a:ln>
        </p:spPr>
        <p:style>
          <a:lnRef idx="1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23" name="Connector Bottom Right"/>
          <p:cNvCxnSpPr/>
          <p:nvPr/>
        </p:nvCxnSpPr>
        <p:spPr>
          <a:xfrm>
            <a:off x="7498080" y="3931920"/>
            <a:ext cx="822960" cy="411480"/>
          </a:xfrm>
          <a:prstGeom prst="line">
            <a:avLst/>
          </a:prstGeom>
          <a:ln w="12700">
            <a:solidFill>
              <a:srgbClr val="D4D4D4"/>
            </a:solidFill>
          </a:ln>
        </p:spPr>
        <p:style>
          <a:lnRef idx="1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24" name="Card Working Memory" descr="Working Memory card holding the current error, logs, completed checks and investigation status"/>
          <p:cNvSpPr/>
          <p:nvPr/>
        </p:nvSpPr>
        <p:spPr>
          <a:xfrm>
            <a:off x="548640" y="1417320"/>
            <a:ext cx="3291840" cy="1097280"/>
          </a:xfrm>
          <a:prstGeom prst="roundRect">
            <a:avLst>
              <a:gd name="adj" fmla="val 8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 lIns="137160" tIns="45720" rIns="137160" bIns="45720" anchor="b"/>
          <a:lstStyle/>
          <a:p>
            <a:pPr algn="l">
              <a:buNone/>
            </a:pPr>
            <a:r>
              <a:rPr lang="en-US" sz="1200">
                <a:solidFill>
                  <a:srgbClr val="2F2F2F"/>
                </a:solidFill>
                <a:latin typeface="Arial"/>
              </a:rPr>
              <a:t>Current error, logs, completed checks, investigation status</a:t>
            </a:r>
          </a:p>
          <a:p>
            <a:pPr algn="l">
              <a:buNone/>
            </a:pPr>
            <a:endParaRPr lang="en-US" sz="600"/>
          </a:p>
        </p:txBody>
      </p:sp>
      <p:sp>
        <p:nvSpPr>
          <p:cNvPr id="25" name="Header Working Memory"/>
          <p:cNvSpPr/>
          <p:nvPr/>
        </p:nvSpPr>
        <p:spPr>
          <a:xfrm>
            <a:off x="548640" y="1417320"/>
            <a:ext cx="3291840" cy="310896"/>
          </a:xfrm>
          <a:prstGeom prst="roundRect">
            <a:avLst>
              <a:gd name="adj" fmla="val 22000"/>
            </a:avLst>
          </a:prstGeom>
          <a:solidFill>
            <a:srgbClr val="FF6012"/>
          </a:solidFill>
          <a:ln>
            <a:noFill/>
          </a:ln>
        </p:spPr>
        <p:txBody>
          <a:bodyPr lIns="137160" tIns="27432" rIns="91440" bIns="27432" anchor="ctr"/>
          <a:lstStyle/>
          <a:p>
            <a:pPr algn="l">
              <a:buNone/>
            </a:pPr>
            <a:r>
              <a:rPr lang="en-US" sz="1300" b="1">
                <a:solidFill>
                  <a:srgbClr val="FFFFFF"/>
                </a:solidFill>
                <a:latin typeface="Poppins SemiBold"/>
              </a:rPr>
              <a:t>Working Memory</a:t>
            </a:r>
          </a:p>
        </p:txBody>
      </p:sp>
      <p:sp>
        <p:nvSpPr>
          <p:cNvPr id="26" name="Card Semantic Memory" descr="Semantic Memory card noting the user works with AWS and prefers concise technical guidance"/>
          <p:cNvSpPr/>
          <p:nvPr/>
        </p:nvSpPr>
        <p:spPr>
          <a:xfrm>
            <a:off x="8321040" y="1417320"/>
            <a:ext cx="3291840" cy="1097280"/>
          </a:xfrm>
          <a:prstGeom prst="roundRect">
            <a:avLst>
              <a:gd name="adj" fmla="val 8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 lIns="137160" tIns="45720" rIns="137160" bIns="45720" anchor="b"/>
          <a:lstStyle/>
          <a:p>
            <a:pPr algn="l">
              <a:buNone/>
            </a:pPr>
            <a:r>
              <a:rPr lang="en-US" sz="1200">
                <a:solidFill>
                  <a:srgbClr val="2F2F2F"/>
                </a:solidFill>
                <a:latin typeface="Arial"/>
              </a:rPr>
              <a:t>User works with AWS and prefers concise technical guidance</a:t>
            </a:r>
          </a:p>
          <a:p>
            <a:pPr algn="l">
              <a:buNone/>
            </a:pPr>
            <a:endParaRPr lang="en-US" sz="600"/>
          </a:p>
        </p:txBody>
      </p:sp>
      <p:sp>
        <p:nvSpPr>
          <p:cNvPr id="27" name="Header Semantic Memory"/>
          <p:cNvSpPr/>
          <p:nvPr/>
        </p:nvSpPr>
        <p:spPr>
          <a:xfrm>
            <a:off x="8321040" y="1417320"/>
            <a:ext cx="3291840" cy="310896"/>
          </a:xfrm>
          <a:prstGeom prst="roundRect">
            <a:avLst>
              <a:gd name="adj" fmla="val 22000"/>
            </a:avLst>
          </a:prstGeom>
          <a:solidFill>
            <a:srgbClr val="350078"/>
          </a:solidFill>
          <a:ln>
            <a:noFill/>
          </a:ln>
        </p:spPr>
        <p:txBody>
          <a:bodyPr lIns="137160" tIns="27432" rIns="91440" bIns="27432" anchor="ctr"/>
          <a:lstStyle/>
          <a:p>
            <a:pPr algn="l">
              <a:buNone/>
            </a:pPr>
            <a:r>
              <a:rPr lang="en-US" sz="1300" b="1">
                <a:solidFill>
                  <a:srgbClr val="FFFFFF"/>
                </a:solidFill>
                <a:latin typeface="Poppins SemiBold"/>
              </a:rPr>
              <a:t>Semantic Memory</a:t>
            </a:r>
          </a:p>
        </p:txBody>
      </p:sp>
      <p:sp>
        <p:nvSpPr>
          <p:cNvPr id="28" name="Card Episodic Memory" descr="Episodic Memory card recalling a previous deployment that failed during the container health check"/>
          <p:cNvSpPr/>
          <p:nvPr/>
        </p:nvSpPr>
        <p:spPr>
          <a:xfrm>
            <a:off x="548640" y="4343400"/>
            <a:ext cx="3291840" cy="1097280"/>
          </a:xfrm>
          <a:prstGeom prst="roundRect">
            <a:avLst>
              <a:gd name="adj" fmla="val 8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 lIns="137160" tIns="45720" rIns="137160" bIns="45720" anchor="b"/>
          <a:lstStyle/>
          <a:p>
            <a:pPr algn="l">
              <a:buNone/>
            </a:pPr>
            <a:r>
              <a:rPr lang="en-US" sz="1200">
                <a:solidFill>
                  <a:srgbClr val="2F2F2F"/>
                </a:solidFill>
                <a:latin typeface="Arial"/>
              </a:rPr>
              <a:t>A previous deployment failed during the container health check</a:t>
            </a:r>
          </a:p>
          <a:p>
            <a:pPr algn="l">
              <a:buNone/>
            </a:pPr>
            <a:endParaRPr lang="en-US" sz="600"/>
          </a:p>
        </p:txBody>
      </p:sp>
      <p:sp>
        <p:nvSpPr>
          <p:cNvPr id="29" name="Header Episodic Memory"/>
          <p:cNvSpPr/>
          <p:nvPr/>
        </p:nvSpPr>
        <p:spPr>
          <a:xfrm>
            <a:off x="548640" y="4343400"/>
            <a:ext cx="3291840" cy="310896"/>
          </a:xfrm>
          <a:prstGeom prst="roundRect">
            <a:avLst>
              <a:gd name="adj" fmla="val 22000"/>
            </a:avLst>
          </a:prstGeom>
          <a:solidFill>
            <a:srgbClr val="339999"/>
          </a:solidFill>
          <a:ln>
            <a:noFill/>
          </a:ln>
        </p:spPr>
        <p:txBody>
          <a:bodyPr lIns="137160" tIns="27432" rIns="91440" bIns="27432" anchor="ctr"/>
          <a:lstStyle/>
          <a:p>
            <a:pPr algn="l">
              <a:buNone/>
            </a:pPr>
            <a:r>
              <a:rPr lang="en-US" sz="1300" b="1">
                <a:solidFill>
                  <a:srgbClr val="FFFFFF"/>
                </a:solidFill>
                <a:latin typeface="Poppins SemiBold"/>
              </a:rPr>
              <a:t>Episodic Memory</a:t>
            </a:r>
          </a:p>
        </p:txBody>
      </p:sp>
      <p:sp>
        <p:nvSpPr>
          <p:cNvPr id="30" name="Card Procedural Memory" descr="Procedural Memory card pointing to the approved deployment troubleshooting process"/>
          <p:cNvSpPr/>
          <p:nvPr/>
        </p:nvSpPr>
        <p:spPr>
          <a:xfrm>
            <a:off x="8321040" y="4343400"/>
            <a:ext cx="3291840" cy="1097280"/>
          </a:xfrm>
          <a:prstGeom prst="roundRect">
            <a:avLst>
              <a:gd name="adj" fmla="val 8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 lIns="137160" tIns="45720" rIns="137160" bIns="45720" anchor="b"/>
          <a:lstStyle/>
          <a:p>
            <a:pPr algn="l">
              <a:buNone/>
            </a:pPr>
            <a:r>
              <a:rPr lang="en-US" sz="1200">
                <a:solidFill>
                  <a:srgbClr val="2F2F2F"/>
                </a:solidFill>
                <a:latin typeface="Arial"/>
              </a:rPr>
              <a:t>The approved deployment troubleshooting process</a:t>
            </a:r>
          </a:p>
          <a:p>
            <a:pPr algn="l">
              <a:buNone/>
            </a:pPr>
            <a:endParaRPr lang="en-US" sz="600"/>
          </a:p>
        </p:txBody>
      </p:sp>
      <p:sp>
        <p:nvSpPr>
          <p:cNvPr id="31" name="Header Procedural Memory"/>
          <p:cNvSpPr/>
          <p:nvPr/>
        </p:nvSpPr>
        <p:spPr>
          <a:xfrm>
            <a:off x="8321040" y="4343400"/>
            <a:ext cx="3291840" cy="310896"/>
          </a:xfrm>
          <a:prstGeom prst="roundRect">
            <a:avLst>
              <a:gd name="adj" fmla="val 22000"/>
            </a:avLst>
          </a:prstGeom>
          <a:solidFill>
            <a:srgbClr val="456DE6"/>
          </a:solidFill>
          <a:ln>
            <a:noFill/>
          </a:ln>
        </p:spPr>
        <p:txBody>
          <a:bodyPr lIns="137160" tIns="27432" rIns="91440" bIns="27432" anchor="ctr"/>
          <a:lstStyle/>
          <a:p>
            <a:pPr algn="l">
              <a:buNone/>
            </a:pPr>
            <a:r>
              <a:rPr lang="en-US" sz="1300" b="1">
                <a:solidFill>
                  <a:srgbClr val="FFFFFF"/>
                </a:solidFill>
                <a:latin typeface="Poppins SemiBold"/>
              </a:rPr>
              <a:t>Procedural Memory</a:t>
            </a:r>
          </a:p>
        </p:txBody>
      </p:sp>
      <p:sp>
        <p:nvSpPr>
          <p:cNvPr id="32" name="Hub User Request" descr="Central card showing the user request to continue troubleshooting the SageMaker deployment issue"/>
          <p:cNvSpPr/>
          <p:nvPr/>
        </p:nvSpPr>
        <p:spPr>
          <a:xfrm>
            <a:off x="4663440" y="2926080"/>
            <a:ext cx="2834640" cy="1005840"/>
          </a:xfrm>
          <a:prstGeom prst="roundRect">
            <a:avLst>
              <a:gd name="adj" fmla="val 9000"/>
            </a:avLst>
          </a:prstGeom>
          <a:solidFill>
            <a:srgbClr val="2F2F2F"/>
          </a:solidFill>
          <a:ln>
            <a:noFill/>
          </a:ln>
        </p:spPr>
        <p:txBody>
          <a:bodyPr lIns="182880" tIns="91440" rIns="182880" bIns="91440" anchor="ctr"/>
          <a:lstStyle/>
          <a:p>
            <a:pPr algn="ctr">
              <a:buNone/>
            </a:pPr>
            <a:r>
              <a:rPr lang="en-US" sz="1100" b="1">
                <a:solidFill>
                  <a:srgbClr val="FF6012"/>
                </a:solidFill>
                <a:latin typeface="Poppins SemiBold"/>
              </a:rPr>
              <a:t>User request</a:t>
            </a:r>
          </a:p>
          <a:p>
            <a:pPr algn="ctr">
              <a:buNone/>
            </a:pPr>
            <a:r>
              <a:rPr lang="en-US" sz="1300" i="1">
                <a:solidFill>
                  <a:srgbClr val="FFFFFF"/>
                </a:solidFill>
                <a:latin typeface="Arial"/>
              </a:rPr>
              <a:t>Continue troubleshooting the SageMaker deployment issue.</a:t>
            </a:r>
          </a:p>
        </p:txBody>
      </p:sp>
      <p:sp>
        <p:nvSpPr>
          <p:cNvPr id="33" name="Key Message" descr="Key message: together, the four memory types create a continuous experience"/>
          <p:cNvSpPr/>
          <p:nvPr/>
        </p:nvSpPr>
        <p:spPr>
          <a:xfrm>
            <a:off x="384048" y="5577840"/>
            <a:ext cx="11430000" cy="411480"/>
          </a:xfrm>
          <a:prstGeom prst="roundRect">
            <a:avLst>
              <a:gd name="adj" fmla="val 22000"/>
            </a:avLst>
          </a:prstGeom>
          <a:solidFill>
            <a:srgbClr val="350078"/>
          </a:solidFill>
          <a:ln>
            <a:noFill/>
          </a:ln>
        </p:spPr>
        <p:txBody>
          <a:bodyPr lIns="182880" tIns="27432" rIns="182880" bIns="27432" anchor="ctr"/>
          <a:lstStyle/>
          <a:p>
            <a:pPr algn="ctr">
              <a:buNone/>
            </a:pPr>
            <a:r>
              <a:rPr lang="en-US" sz="1400" b="1">
                <a:solidFill>
                  <a:srgbClr val="FFFFFF"/>
                </a:solidFill>
                <a:latin typeface="Poppins SemiBold"/>
              </a:rPr>
              <a:t>Together, the four memory types create a continuous experience.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F4E752E3-BF99-4FD7-8896-CDE4689F9EA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A6B7EE1-A474-4B28-B64F-DAA5DFDC8F92}" type="slidenum">
              <a:rPr lang="en-US" smtClean="0"/>
              <a:t>16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406198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BB1E3008-B170-4AF9-8C87-710729667B6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/>
              <a:t>The Memory Lifecycle</a:t>
            </a:r>
          </a:p>
        </p:txBody>
      </p:sp>
      <p:sp>
        <p:nvSpPr>
          <p:cNvPr id="20" name="Lifecycle Ring" descr="Large oval outline representing the continuous memory lifecycle loop"/>
          <p:cNvSpPr/>
          <p:nvPr/>
        </p:nvSpPr>
        <p:spPr>
          <a:xfrm>
            <a:off x="4023360" y="2103120"/>
            <a:ext cx="4114800" cy="3017520"/>
          </a:xfrm>
          <a:prstGeom prst="ellipse">
            <a:avLst/>
          </a:prstGeom>
          <a:noFill/>
          <a:ln w="12700">
            <a:solidFill>
              <a:srgbClr val="D4D4D4"/>
            </a:solidFill>
          </a:ln>
        </p:spPr>
        <p:txBody>
          <a:bodyPr/>
          <a:lstStyle/>
          <a:p>
            <a:endParaRPr lang="en-US"/>
          </a:p>
        </p:txBody>
      </p:sp>
      <p:sp>
        <p:nvSpPr>
          <p:cNvPr id="21" name="Ring Label" descr="Center label naming the memory lifecycle and its five stages"/>
          <p:cNvSpPr txBox="1"/>
          <p:nvPr/>
        </p:nvSpPr>
        <p:spPr>
          <a:xfrm>
            <a:off x="4480560" y="3337560"/>
            <a:ext cx="3200400" cy="731520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algn="ctr">
              <a:buNone/>
            </a:pPr>
            <a:r>
              <a:rPr lang="en-US" sz="1400" b="1">
                <a:solidFill>
                  <a:srgbClr val="2F2F2F"/>
                </a:solidFill>
                <a:latin typeface="Poppins SemiBold"/>
              </a:rPr>
              <a:t>Memory Lifecycle</a:t>
            </a:r>
          </a:p>
          <a:p>
            <a:pPr algn="ctr">
              <a:buNone/>
            </a:pPr>
            <a:r>
              <a:rPr lang="en-US" sz="1100">
                <a:solidFill>
                  <a:srgbClr val="828282"/>
                </a:solidFill>
                <a:latin typeface="Arial"/>
              </a:rPr>
              <a:t>Remember - Retrieve - Use - Update - Forget</a:t>
            </a:r>
          </a:p>
        </p:txBody>
      </p:sp>
      <p:sp>
        <p:nvSpPr>
          <p:cNvPr id="30" name="Capture Card" descr="Stage one card: Capture - take in the conversation, event or result"/>
          <p:cNvSpPr/>
          <p:nvPr/>
        </p:nvSpPr>
        <p:spPr>
          <a:xfrm>
            <a:off x="4892040" y="1280160"/>
            <a:ext cx="2377440" cy="822960"/>
          </a:xfrm>
          <a:prstGeom prst="roundRect">
            <a:avLst>
              <a:gd name="adj" fmla="val 8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 wrap="square" lIns="91440" tIns="118872" rIns="91440" bIns="45720" anchor="ctr"/>
          <a:lstStyle/>
          <a:p>
            <a:pPr algn="ctr">
              <a:buNone/>
            </a:pPr>
            <a:r>
              <a:rPr lang="en-US" sz="1400" b="1">
                <a:solidFill>
                  <a:srgbClr val="2F2F2F"/>
                </a:solidFill>
                <a:latin typeface="Poppins SemiBold"/>
              </a:rPr>
              <a:t>Capture</a:t>
            </a:r>
          </a:p>
          <a:p>
            <a:pPr algn="ctr">
              <a:buNone/>
            </a:pPr>
            <a:r>
              <a:rPr lang="en-US" sz="1100">
                <a:solidFill>
                  <a:srgbClr val="2F2F2F"/>
                </a:solidFill>
                <a:latin typeface="Arial"/>
              </a:rPr>
              <a:t>Take in the conversation, event or result</a:t>
            </a:r>
          </a:p>
        </p:txBody>
      </p:sp>
      <p:sp>
        <p:nvSpPr>
          <p:cNvPr id="31" name="Capture Bar"/>
          <p:cNvSpPr/>
          <p:nvPr/>
        </p:nvSpPr>
        <p:spPr>
          <a:xfrm>
            <a:off x="4892040" y="1371600"/>
            <a:ext cx="2377440" cy="73152"/>
          </a:xfrm>
          <a:prstGeom prst="rect">
            <a:avLst/>
          </a:prstGeom>
          <a:solidFill>
            <a:srgbClr val="FF601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2" name="Evaluate Card" descr="Stage two card: Evaluate - decide if it is useful and safe to keep"/>
          <p:cNvSpPr/>
          <p:nvPr/>
        </p:nvSpPr>
        <p:spPr>
          <a:xfrm>
            <a:off x="8504280" y="2148840"/>
            <a:ext cx="2377440" cy="1051560"/>
          </a:xfrm>
          <a:prstGeom prst="roundRect">
            <a:avLst>
              <a:gd name="adj" fmla="val 8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 wrap="square" lIns="91440" tIns="118872" rIns="91440" bIns="45720" anchor="ctr"/>
          <a:lstStyle/>
          <a:p>
            <a:pPr algn="ctr">
              <a:buNone/>
            </a:pPr>
            <a:r>
              <a:rPr lang="en-US" sz="1400" b="1">
                <a:solidFill>
                  <a:srgbClr val="2F2F2F"/>
                </a:solidFill>
                <a:latin typeface="Poppins SemiBold"/>
              </a:rPr>
              <a:t>Evaluate</a:t>
            </a:r>
          </a:p>
          <a:p>
            <a:pPr algn="ctr">
              <a:buNone/>
            </a:pPr>
            <a:r>
              <a:rPr lang="en-US" sz="1100">
                <a:solidFill>
                  <a:srgbClr val="2F2F2F"/>
                </a:solidFill>
                <a:latin typeface="Arial"/>
              </a:rPr>
              <a:t>Decide if it is useful and safe to keep</a:t>
            </a:r>
          </a:p>
        </p:txBody>
      </p:sp>
      <p:sp>
        <p:nvSpPr>
          <p:cNvPr id="33" name="Evaluate Bar"/>
          <p:cNvSpPr/>
          <p:nvPr/>
        </p:nvSpPr>
        <p:spPr>
          <a:xfrm>
            <a:off x="8504280" y="2148840"/>
            <a:ext cx="2377440" cy="73152"/>
          </a:xfrm>
          <a:prstGeom prst="rect">
            <a:avLst/>
          </a:prstGeom>
          <a:solidFill>
            <a:srgbClr val="350078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4" name="Store Card" descr="Stage three card: Store - save it with the right metadata"/>
          <p:cNvSpPr/>
          <p:nvPr/>
        </p:nvSpPr>
        <p:spPr>
          <a:xfrm>
            <a:off x="8229600" y="4069080"/>
            <a:ext cx="2377440" cy="1051560"/>
          </a:xfrm>
          <a:prstGeom prst="roundRect">
            <a:avLst>
              <a:gd name="adj" fmla="val 8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 wrap="square" lIns="91440" tIns="118872" rIns="91440" bIns="45720" anchor="ctr"/>
          <a:lstStyle/>
          <a:p>
            <a:pPr algn="ctr">
              <a:buNone/>
            </a:pPr>
            <a:r>
              <a:rPr lang="en-US" sz="1400" b="1">
                <a:solidFill>
                  <a:srgbClr val="2F2F2F"/>
                </a:solidFill>
                <a:latin typeface="Poppins SemiBold"/>
              </a:rPr>
              <a:t>Store</a:t>
            </a:r>
          </a:p>
          <a:p>
            <a:pPr algn="ctr">
              <a:buNone/>
            </a:pPr>
            <a:r>
              <a:rPr lang="en-US" sz="1100">
                <a:solidFill>
                  <a:srgbClr val="2F2F2F"/>
                </a:solidFill>
                <a:latin typeface="Arial"/>
              </a:rPr>
              <a:t>Save it with the right metadata</a:t>
            </a:r>
          </a:p>
        </p:txBody>
      </p:sp>
      <p:sp>
        <p:nvSpPr>
          <p:cNvPr id="35" name="Store Bar"/>
          <p:cNvSpPr/>
          <p:nvPr/>
        </p:nvSpPr>
        <p:spPr>
          <a:xfrm>
            <a:off x="8229600" y="4069080"/>
            <a:ext cx="2377440" cy="73152"/>
          </a:xfrm>
          <a:prstGeom prst="rect">
            <a:avLst/>
          </a:prstGeom>
          <a:solidFill>
            <a:srgbClr val="33999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6" name="Retrieve Card" descr="Stage four card: Retrieve - find it again when a request needs it"/>
          <p:cNvSpPr/>
          <p:nvPr/>
        </p:nvSpPr>
        <p:spPr>
          <a:xfrm>
            <a:off x="1371600" y="4069080"/>
            <a:ext cx="2377440" cy="1051560"/>
          </a:xfrm>
          <a:prstGeom prst="roundRect">
            <a:avLst>
              <a:gd name="adj" fmla="val 8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 wrap="square" lIns="91440" tIns="118872" rIns="91440" bIns="45720" anchor="ctr"/>
          <a:lstStyle/>
          <a:p>
            <a:pPr algn="ctr">
              <a:buNone/>
            </a:pPr>
            <a:r>
              <a:rPr lang="en-US" sz="1400" b="1">
                <a:solidFill>
                  <a:srgbClr val="2F2F2F"/>
                </a:solidFill>
                <a:latin typeface="Poppins SemiBold"/>
              </a:rPr>
              <a:t>Retrieve</a:t>
            </a:r>
          </a:p>
          <a:p>
            <a:pPr algn="ctr">
              <a:buNone/>
            </a:pPr>
            <a:r>
              <a:rPr lang="en-US" sz="1100">
                <a:solidFill>
                  <a:srgbClr val="2F2F2F"/>
                </a:solidFill>
                <a:latin typeface="Arial"/>
              </a:rPr>
              <a:t>Find it again when a request needs it</a:t>
            </a:r>
          </a:p>
        </p:txBody>
      </p:sp>
      <p:sp>
        <p:nvSpPr>
          <p:cNvPr id="37" name="Retrieve Bar"/>
          <p:cNvSpPr/>
          <p:nvPr/>
        </p:nvSpPr>
        <p:spPr>
          <a:xfrm>
            <a:off x="1371600" y="4069080"/>
            <a:ext cx="2377440" cy="73152"/>
          </a:xfrm>
          <a:prstGeom prst="rect">
            <a:avLst/>
          </a:prstGeom>
          <a:solidFill>
            <a:srgbClr val="456DE6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8" name="Maintain Card" descr="Stage five card: Maintain - update, correct, expire or delete"/>
          <p:cNvSpPr/>
          <p:nvPr/>
        </p:nvSpPr>
        <p:spPr>
          <a:xfrm>
            <a:off x="1097280" y="2148840"/>
            <a:ext cx="2377440" cy="1051560"/>
          </a:xfrm>
          <a:prstGeom prst="roundRect">
            <a:avLst>
              <a:gd name="adj" fmla="val 8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 wrap="square" lIns="91440" tIns="118872" rIns="91440" bIns="45720" anchor="ctr"/>
          <a:lstStyle/>
          <a:p>
            <a:pPr algn="ctr">
              <a:buNone/>
            </a:pPr>
            <a:r>
              <a:rPr lang="en-US" sz="1400" b="1">
                <a:solidFill>
                  <a:srgbClr val="2F2F2F"/>
                </a:solidFill>
                <a:latin typeface="Poppins SemiBold"/>
              </a:rPr>
              <a:t>Maintain</a:t>
            </a:r>
          </a:p>
          <a:p>
            <a:pPr algn="ctr">
              <a:buNone/>
            </a:pPr>
            <a:r>
              <a:rPr lang="en-US" sz="1100">
                <a:solidFill>
                  <a:srgbClr val="2F2F2F"/>
                </a:solidFill>
                <a:latin typeface="Arial"/>
              </a:rPr>
              <a:t>Update, correct, expire or delete</a:t>
            </a:r>
          </a:p>
        </p:txBody>
      </p:sp>
      <p:sp>
        <p:nvSpPr>
          <p:cNvPr id="39" name="Maintain Bar"/>
          <p:cNvSpPr/>
          <p:nvPr/>
        </p:nvSpPr>
        <p:spPr>
          <a:xfrm>
            <a:off x="1097280" y="2148840"/>
            <a:ext cx="2377440" cy="73152"/>
          </a:xfrm>
          <a:prstGeom prst="rect">
            <a:avLst/>
          </a:prstGeom>
          <a:solidFill>
            <a:srgbClr val="B3430D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40" name="Arrow Capture to Evaluate" descr="Arrow showing flow from Capture to Evaluate"/>
          <p:cNvSpPr/>
          <p:nvPr/>
        </p:nvSpPr>
        <p:spPr>
          <a:xfrm rot="2700000">
            <a:off x="7406640" y="2194560"/>
            <a:ext cx="411480" cy="256032"/>
          </a:xfrm>
          <a:prstGeom prst="rightArrow">
            <a:avLst/>
          </a:prstGeom>
          <a:solidFill>
            <a:srgbClr val="FF601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41" name="Arrow Evaluate to Store" descr="Arrow showing flow from Evaluate to Store"/>
          <p:cNvSpPr/>
          <p:nvPr/>
        </p:nvSpPr>
        <p:spPr>
          <a:xfrm rot="5400000">
            <a:off x="9314180" y="3429000"/>
            <a:ext cx="411480" cy="256032"/>
          </a:xfrm>
          <a:prstGeom prst="rightArrow">
            <a:avLst/>
          </a:prstGeom>
          <a:solidFill>
            <a:srgbClr val="FF601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42" name="Arrow Store to Retrieve" descr="Arrow showing flow from Store to Retrieve"/>
          <p:cNvSpPr/>
          <p:nvPr/>
        </p:nvSpPr>
        <p:spPr>
          <a:xfrm rot="10800000">
            <a:off x="5852160" y="5321808"/>
            <a:ext cx="411480" cy="256032"/>
          </a:xfrm>
          <a:prstGeom prst="rightArrow">
            <a:avLst/>
          </a:prstGeom>
          <a:solidFill>
            <a:srgbClr val="FF601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43" name="Arrow Retrieve to Maintain" descr="Arrow showing flow from Retrieve to Maintain"/>
          <p:cNvSpPr/>
          <p:nvPr/>
        </p:nvSpPr>
        <p:spPr>
          <a:xfrm rot="16200000">
            <a:off x="2249424" y="3429000"/>
            <a:ext cx="411480" cy="256032"/>
          </a:xfrm>
          <a:prstGeom prst="rightArrow">
            <a:avLst/>
          </a:prstGeom>
          <a:solidFill>
            <a:srgbClr val="FF601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44" name="Arrow Maintain to Capture" descr="Arrow showing flow from Maintain back to Capture"/>
          <p:cNvSpPr/>
          <p:nvPr/>
        </p:nvSpPr>
        <p:spPr>
          <a:xfrm rot="18900000">
            <a:off x="3712464" y="1965960"/>
            <a:ext cx="411480" cy="256032"/>
          </a:xfrm>
          <a:prstGeom prst="rightArrow">
            <a:avLst/>
          </a:prstGeom>
          <a:solidFill>
            <a:srgbClr val="FF601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2FF77507-61E5-4398-888B-C2C1D6171E4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A6B7EE1-A474-4B28-B64F-DAA5DFDC8F92}" type="slidenum">
              <a:rPr lang="en-US" smtClean="0"/>
              <a:t>17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055390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990F674E-E58F-44A4-9D07-2E09280C3F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/>
              <a:t>How Memory Is Retrieved</a:t>
            </a:r>
          </a:p>
        </p:txBody>
      </p:sp>
      <p:sp>
        <p:nvSpPr>
          <p:cNvPr id="20" name="Funnel stage 1" descr="Funnel stage one: many stored memories"/>
          <p:cNvSpPr/>
          <p:nvPr/>
        </p:nvSpPr>
        <p:spPr>
          <a:xfrm>
            <a:off x="384048" y="1463040"/>
            <a:ext cx="5285232" cy="868680"/>
          </a:xfrm>
          <a:prstGeom prst="trapezoid">
            <a:avLst>
              <a:gd name="adj" fmla="val 14000"/>
            </a:avLst>
          </a:prstGeom>
          <a:solidFill>
            <a:srgbClr val="D4D4D4"/>
          </a:solidFill>
          <a:ln>
            <a:noFill/>
          </a:ln>
        </p:spPr>
        <p:txBody>
          <a:bodyPr lIns="91440" rIns="91440" anchor="ctr"/>
          <a:lstStyle/>
          <a:p>
            <a:pPr algn="ctr">
              <a:buNone/>
            </a:pPr>
            <a:r>
              <a:rPr lang="en-US" sz="1300" b="1">
                <a:solidFill>
                  <a:srgbClr val="2F2F2F"/>
                </a:solidFill>
                <a:latin typeface="Poppins SemiBold"/>
              </a:rPr>
              <a:t>Many stored memories</a:t>
            </a:r>
          </a:p>
        </p:txBody>
      </p:sp>
      <p:sp>
        <p:nvSpPr>
          <p:cNvPr id="21" name="Funnel stage 2" descr="Funnel stage two: filter by user, project, access"/>
          <p:cNvSpPr/>
          <p:nvPr/>
        </p:nvSpPr>
        <p:spPr>
          <a:xfrm>
            <a:off x="786384" y="2441448"/>
            <a:ext cx="4480560" cy="868680"/>
          </a:xfrm>
          <a:prstGeom prst="trapezoid">
            <a:avLst>
              <a:gd name="adj" fmla="val 14000"/>
            </a:avLst>
          </a:prstGeom>
          <a:solidFill>
            <a:srgbClr val="828282"/>
          </a:solidFill>
          <a:ln>
            <a:noFill/>
          </a:ln>
        </p:spPr>
        <p:txBody>
          <a:bodyPr lIns="91440" rIns="91440" anchor="ctr"/>
          <a:lstStyle/>
          <a:p>
            <a:pPr algn="ctr">
              <a:buNone/>
            </a:pPr>
            <a:r>
              <a:rPr lang="en-US" sz="1300" b="1">
                <a:solidFill>
                  <a:srgbClr val="FFFFFF"/>
                </a:solidFill>
                <a:latin typeface="Poppins SemiBold"/>
              </a:rPr>
              <a:t>Filter by user, project, access</a:t>
            </a:r>
          </a:p>
        </p:txBody>
      </p:sp>
      <p:sp>
        <p:nvSpPr>
          <p:cNvPr id="22" name="Funnel stage 3" descr="Funnel stage three: rank and select"/>
          <p:cNvSpPr/>
          <p:nvPr/>
        </p:nvSpPr>
        <p:spPr>
          <a:xfrm>
            <a:off x="1197864" y="3419856"/>
            <a:ext cx="3657600" cy="868680"/>
          </a:xfrm>
          <a:prstGeom prst="trapezoid">
            <a:avLst>
              <a:gd name="adj" fmla="val 14000"/>
            </a:avLst>
          </a:prstGeom>
          <a:solidFill>
            <a:srgbClr val="FF6012"/>
          </a:solidFill>
          <a:ln>
            <a:noFill/>
          </a:ln>
        </p:spPr>
        <p:txBody>
          <a:bodyPr lIns="91440" rIns="91440" anchor="ctr"/>
          <a:lstStyle/>
          <a:p>
            <a:pPr algn="ctr">
              <a:buNone/>
            </a:pPr>
            <a:r>
              <a:rPr lang="en-US" sz="1300" b="1">
                <a:solidFill>
                  <a:srgbClr val="FFFFFF"/>
                </a:solidFill>
                <a:latin typeface="Poppins SemiBold"/>
              </a:rPr>
              <a:t>Rank and select</a:t>
            </a:r>
          </a:p>
        </p:txBody>
      </p:sp>
      <p:sp>
        <p:nvSpPr>
          <p:cNvPr id="23" name="Funnel stage 4" descr="Funnel stage four: into the LLM context"/>
          <p:cNvSpPr/>
          <p:nvPr/>
        </p:nvSpPr>
        <p:spPr>
          <a:xfrm>
            <a:off x="1609344" y="4398264"/>
            <a:ext cx="2834640" cy="868680"/>
          </a:xfrm>
          <a:prstGeom prst="trapezoid">
            <a:avLst>
              <a:gd name="adj" fmla="val 14000"/>
            </a:avLst>
          </a:prstGeom>
          <a:solidFill>
            <a:srgbClr val="350078"/>
          </a:solidFill>
          <a:ln>
            <a:noFill/>
          </a:ln>
        </p:spPr>
        <p:txBody>
          <a:bodyPr lIns="91440" rIns="91440" anchor="ctr"/>
          <a:lstStyle/>
          <a:p>
            <a:pPr algn="ctr">
              <a:buNone/>
            </a:pPr>
            <a:r>
              <a:rPr lang="en-US" sz="1300" b="1">
                <a:solidFill>
                  <a:srgbClr val="FFFFFF"/>
                </a:solidFill>
                <a:latin typeface="Poppins SemiBold"/>
              </a:rPr>
              <a:t>Into the LLM context</a:t>
            </a:r>
          </a:p>
        </p:txBody>
      </p:sp>
      <p:sp>
        <p:nvSpPr>
          <p:cNvPr id="24" name="Example request card" descr="Card showing an example user request"/>
          <p:cNvSpPr/>
          <p:nvPr/>
        </p:nvSpPr>
        <p:spPr>
          <a:xfrm>
            <a:off x="6035040" y="1463040"/>
            <a:ext cx="5779008" cy="1417320"/>
          </a:xfrm>
          <a:prstGeom prst="roundRect">
            <a:avLst>
              <a:gd name="adj" fmla="val 6000"/>
            </a:avLst>
          </a:prstGeom>
          <a:solidFill>
            <a:srgbClr val="F1F1F1"/>
          </a:solidFill>
          <a:ln w="12700">
            <a:solidFill>
              <a:srgbClr val="D4D4D4"/>
            </a:solidFill>
          </a:ln>
        </p:spPr>
        <p:txBody>
          <a:bodyPr lIns="182880" tIns="182880" rIns="182880" bIns="137160" anchor="ctr"/>
          <a:lstStyle/>
          <a:p>
            <a:pPr>
              <a:buNone/>
            </a:pPr>
            <a:r>
              <a:rPr lang="en-US" sz="1600" b="1">
                <a:solidFill>
                  <a:srgbClr val="2F2F2F"/>
                </a:solidFill>
                <a:latin typeface="Poppins SemiBold"/>
              </a:rPr>
              <a:t>Example request</a:t>
            </a:r>
          </a:p>
          <a:p>
            <a:pPr>
              <a:buNone/>
            </a:pPr>
            <a:r>
              <a:rPr lang="en-US" sz="1300" i="1">
                <a:solidFill>
                  <a:srgbClr val="2F2F2F"/>
                </a:solidFill>
                <a:latin typeface="Arial"/>
              </a:rPr>
              <a:t>“Create the deployment checklist.”</a:t>
            </a:r>
          </a:p>
        </p:txBody>
      </p:sp>
      <p:sp>
        <p:nvSpPr>
          <p:cNvPr id="25" name="Accent bar 1"/>
          <p:cNvSpPr/>
          <p:nvPr/>
        </p:nvSpPr>
        <p:spPr>
          <a:xfrm>
            <a:off x="6035040" y="1463040"/>
            <a:ext cx="5779008" cy="73152"/>
          </a:xfrm>
          <a:prstGeom prst="rect">
            <a:avLst/>
          </a:prstGeom>
          <a:solidFill>
            <a:srgbClr val="FF6012"/>
          </a:solidFill>
          <a:ln>
            <a:noFill/>
          </a:ln>
        </p:spPr>
        <p:txBody>
          <a:bodyPr/>
          <a:lstStyle/>
          <a:p>
            <a:pPr>
              <a:buNone/>
            </a:pPr>
            <a:endParaRPr lang="en-US" sz="100"/>
          </a:p>
        </p:txBody>
      </p:sp>
      <p:sp>
        <p:nvSpPr>
          <p:cNvPr id="26" name="Memories retrieved card" descr="Card listing the memories retrieved for the request"/>
          <p:cNvSpPr/>
          <p:nvPr/>
        </p:nvSpPr>
        <p:spPr>
          <a:xfrm>
            <a:off x="6035040" y="3063240"/>
            <a:ext cx="5779008" cy="2203704"/>
          </a:xfrm>
          <a:prstGeom prst="roundRect">
            <a:avLst>
              <a:gd name="adj" fmla="val 4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 lIns="182880" tIns="182880" rIns="182880" bIns="137160" anchor="ctr"/>
          <a:lstStyle/>
          <a:p>
            <a:pPr>
              <a:buNone/>
            </a:pPr>
            <a:r>
              <a:rPr lang="en-US" sz="1600" b="1">
                <a:solidFill>
                  <a:srgbClr val="2F2F2F"/>
                </a:solidFill>
                <a:latin typeface="Poppins SemiBold"/>
              </a:rPr>
              <a:t>Memories retrieved</a:t>
            </a:r>
          </a:p>
          <a:p>
            <a:pPr>
              <a:buNone/>
            </a:pPr>
            <a:r>
              <a:rPr lang="en-US" sz="1200">
                <a:solidFill>
                  <a:srgbClr val="2F2F2F"/>
                </a:solidFill>
                <a:latin typeface="Arial"/>
              </a:rPr>
              <a:t>Project is ABC</a:t>
            </a:r>
            <a:endParaRPr lang="en-US" sz="1200">
              <a:solidFill>
                <a:srgbClr val="2F2F2F"/>
              </a:solidFill>
              <a:latin typeface="Arial"/>
              <a:cs typeface="Arial"/>
            </a:endParaRPr>
          </a:p>
          <a:p>
            <a:pPr>
              <a:buNone/>
            </a:pPr>
            <a:r>
              <a:rPr lang="en-US" sz="1200">
                <a:solidFill>
                  <a:srgbClr val="2F2F2F"/>
                </a:solidFill>
                <a:latin typeface="Arial"/>
              </a:rPr>
              <a:t>Environment is UAT</a:t>
            </a:r>
          </a:p>
          <a:p>
            <a:pPr>
              <a:buNone/>
            </a:pPr>
            <a:r>
              <a:rPr lang="en-US" sz="1200">
                <a:solidFill>
                  <a:srgbClr val="2F2F2F"/>
                </a:solidFill>
                <a:latin typeface="Arial"/>
              </a:rPr>
              <a:t>User prefers concise guidance</a:t>
            </a:r>
          </a:p>
          <a:p>
            <a:pPr>
              <a:buNone/>
            </a:pPr>
            <a:r>
              <a:rPr lang="en-US" sz="1200">
                <a:solidFill>
                  <a:srgbClr val="2F2F2F"/>
                </a:solidFill>
                <a:latin typeface="Arial"/>
              </a:rPr>
              <a:t>Last deployment missed health-check validation</a:t>
            </a:r>
          </a:p>
        </p:txBody>
      </p:sp>
      <p:sp>
        <p:nvSpPr>
          <p:cNvPr id="27" name="Accent bar 2"/>
          <p:cNvSpPr/>
          <p:nvPr/>
        </p:nvSpPr>
        <p:spPr>
          <a:xfrm>
            <a:off x="6035040" y="3063240"/>
            <a:ext cx="5779008" cy="73152"/>
          </a:xfrm>
          <a:prstGeom prst="rect">
            <a:avLst/>
          </a:prstGeom>
          <a:solidFill>
            <a:srgbClr val="350078"/>
          </a:solidFill>
          <a:ln>
            <a:noFill/>
          </a:ln>
        </p:spPr>
        <p:txBody>
          <a:bodyPr/>
          <a:lstStyle/>
          <a:p>
            <a:pPr>
              <a:buNone/>
            </a:pPr>
            <a:endParaRPr lang="en-US" sz="100"/>
          </a:p>
        </p:txBody>
      </p:sp>
      <p:sp>
        <p:nvSpPr>
          <p:cNvPr id="28" name="Key message callout" descr="Key message: good memory retrieves the right thing, not everything"/>
          <p:cNvSpPr/>
          <p:nvPr/>
        </p:nvSpPr>
        <p:spPr>
          <a:xfrm>
            <a:off x="384048" y="5440680"/>
            <a:ext cx="11430000" cy="548640"/>
          </a:xfrm>
          <a:prstGeom prst="roundRect">
            <a:avLst>
              <a:gd name="adj" fmla="val 14000"/>
            </a:avLst>
          </a:prstGeom>
          <a:solidFill>
            <a:srgbClr val="350078"/>
          </a:solidFill>
          <a:ln>
            <a:noFill/>
          </a:ln>
        </p:spPr>
        <p:txBody>
          <a:bodyPr lIns="182880" rIns="182880" anchor="ctr"/>
          <a:lstStyle/>
          <a:p>
            <a:pPr algn="ctr">
              <a:buNone/>
            </a:pPr>
            <a:r>
              <a:rPr lang="en-US" sz="1500" b="1">
                <a:solidFill>
                  <a:srgbClr val="FFFFFF"/>
                </a:solidFill>
                <a:latin typeface="Poppins SemiBold"/>
              </a:rPr>
              <a:t>Good memory is not retrieving everything – it is retrieving the right thing.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16E63020-07D8-4C6D-A70F-B430D3A61BB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A6B7EE1-A474-4B28-B64F-DAA5DFDC8F92}" type="slidenum">
              <a:rPr lang="en-US" smtClean="0"/>
              <a:t>18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575750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1E811558-3338-4E22-904C-DA75CA920B3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/>
              <a:t>Frameworks and Technology Options</a:t>
            </a:r>
          </a:p>
        </p:txBody>
      </p:sp>
      <p:sp>
        <p:nvSpPr>
          <p:cNvPr id="20" name="Card 1" descr="Card listing agent workflow and short-term state options"/>
          <p:cNvSpPr/>
          <p:nvPr/>
        </p:nvSpPr>
        <p:spPr>
          <a:xfrm>
            <a:off x="384048" y="1417320"/>
            <a:ext cx="3627120" cy="1965960"/>
          </a:xfrm>
          <a:prstGeom prst="roundRect">
            <a:avLst>
              <a:gd name="adj" fmla="val 6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 lIns="182880" tIns="228600" rIns="182880" bIns="137160" anchor="t"/>
          <a:lstStyle/>
          <a:p>
            <a:pPr algn="l">
              <a:buNone/>
            </a:pPr>
            <a:r>
              <a:rPr lang="en-US" sz="1400" b="1">
                <a:solidFill>
                  <a:srgbClr val="2F2F2F"/>
                </a:solidFill>
                <a:latin typeface="Poppins SemiBold"/>
              </a:rPr>
              <a:t>Agent workflow and short-term state</a:t>
            </a:r>
          </a:p>
          <a:p>
            <a:pPr>
              <a:spcBef>
                <a:spcPts val="900"/>
              </a:spcBef>
            </a:pPr>
            <a:r>
              <a:rPr lang="en-US" sz="1200">
                <a:solidFill>
                  <a:srgbClr val="2F2F2F"/>
                </a:solidFill>
                <a:latin typeface="Arial"/>
              </a:rPr>
              <a:t>LangGraph- Custom agent orchestration</a:t>
            </a:r>
            <a:endParaRPr lang="en-US" sz="1200">
              <a:solidFill>
                <a:srgbClr val="2F2F2F"/>
              </a:solidFill>
              <a:latin typeface="Arial"/>
              <a:cs typeface="Arial"/>
            </a:endParaRPr>
          </a:p>
        </p:txBody>
      </p:sp>
      <p:sp>
        <p:nvSpPr>
          <p:cNvPr id="21" name="Card 1 Bar"/>
          <p:cNvSpPr/>
          <p:nvPr/>
        </p:nvSpPr>
        <p:spPr>
          <a:xfrm>
            <a:off x="457200" y="1435100"/>
            <a:ext cx="3480720" cy="73152"/>
          </a:xfrm>
          <a:prstGeom prst="rect">
            <a:avLst/>
          </a:prstGeom>
          <a:solidFill>
            <a:srgbClr val="FF6012"/>
          </a:solidFill>
          <a:ln>
            <a:noFill/>
          </a:ln>
        </p:spPr>
        <p:txBody>
          <a:bodyPr/>
          <a:lstStyle/>
          <a:p>
            <a:pPr>
              <a:buNone/>
            </a:pPr>
            <a:endParaRPr lang="en-US" sz="100"/>
          </a:p>
        </p:txBody>
      </p:sp>
      <p:sp>
        <p:nvSpPr>
          <p:cNvPr id="22" name="Card 2" descr="Card listing long-term memory management options"/>
          <p:cNvSpPr/>
          <p:nvPr/>
        </p:nvSpPr>
        <p:spPr>
          <a:xfrm>
            <a:off x="4285488" y="1417320"/>
            <a:ext cx="3627120" cy="1965960"/>
          </a:xfrm>
          <a:prstGeom prst="roundRect">
            <a:avLst>
              <a:gd name="adj" fmla="val 6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 lIns="182880" tIns="228600" rIns="182880" bIns="137160" anchor="t"/>
          <a:lstStyle/>
          <a:p>
            <a:pPr algn="l">
              <a:buNone/>
            </a:pPr>
            <a:r>
              <a:rPr lang="en-US" sz="1400" b="1">
                <a:solidFill>
                  <a:srgbClr val="2F2F2F"/>
                </a:solidFill>
                <a:latin typeface="Poppins SemiBold"/>
              </a:rPr>
              <a:t>Long-term memory management</a:t>
            </a:r>
          </a:p>
          <a:p>
            <a:pPr algn="l">
              <a:spcBef>
                <a:spcPts val="900"/>
              </a:spcBef>
              <a:buNone/>
            </a:pPr>
            <a:r>
              <a:rPr lang="en-US" sz="1200">
                <a:solidFill>
                  <a:srgbClr val="2F2F2F"/>
                </a:solidFill>
                <a:latin typeface="Arial"/>
              </a:rPr>
              <a:t>LangMem</a:t>
            </a:r>
          </a:p>
          <a:p>
            <a:pPr algn="l">
              <a:spcBef>
                <a:spcPts val="500"/>
              </a:spcBef>
              <a:buNone/>
            </a:pPr>
            <a:r>
              <a:rPr lang="en-US" sz="1200">
                <a:solidFill>
                  <a:srgbClr val="2F2F2F"/>
                </a:solidFill>
                <a:latin typeface="Arial"/>
              </a:rPr>
              <a:t>Mem0</a:t>
            </a:r>
          </a:p>
          <a:p>
            <a:pPr algn="l">
              <a:spcBef>
                <a:spcPts val="500"/>
              </a:spcBef>
              <a:buNone/>
            </a:pPr>
            <a:r>
              <a:rPr lang="en-US" sz="1200">
                <a:solidFill>
                  <a:srgbClr val="2F2F2F"/>
                </a:solidFill>
                <a:latin typeface="Arial"/>
              </a:rPr>
              <a:t>Zep</a:t>
            </a:r>
          </a:p>
          <a:p>
            <a:pPr algn="l">
              <a:spcBef>
                <a:spcPts val="500"/>
              </a:spcBef>
              <a:buNone/>
            </a:pPr>
            <a:r>
              <a:rPr lang="en-US" sz="1200">
                <a:solidFill>
                  <a:srgbClr val="2F2F2F"/>
                </a:solidFill>
                <a:latin typeface="Arial"/>
              </a:rPr>
              <a:t>Letta</a:t>
            </a:r>
          </a:p>
        </p:txBody>
      </p:sp>
      <p:sp>
        <p:nvSpPr>
          <p:cNvPr id="23" name="Card 2 Bar"/>
          <p:cNvSpPr/>
          <p:nvPr/>
        </p:nvSpPr>
        <p:spPr>
          <a:xfrm>
            <a:off x="4358640" y="1435100"/>
            <a:ext cx="3480720" cy="73152"/>
          </a:xfrm>
          <a:prstGeom prst="rect">
            <a:avLst/>
          </a:prstGeom>
          <a:solidFill>
            <a:srgbClr val="350078"/>
          </a:solidFill>
          <a:ln>
            <a:noFill/>
          </a:ln>
        </p:spPr>
        <p:txBody>
          <a:bodyPr/>
          <a:lstStyle/>
          <a:p>
            <a:pPr>
              <a:buNone/>
            </a:pPr>
            <a:endParaRPr lang="en-US" sz="100"/>
          </a:p>
        </p:txBody>
      </p:sp>
      <p:sp>
        <p:nvSpPr>
          <p:cNvPr id="24" name="Card 3" descr="Card listing storage options"/>
          <p:cNvSpPr/>
          <p:nvPr/>
        </p:nvSpPr>
        <p:spPr>
          <a:xfrm>
            <a:off x="8186928" y="1417320"/>
            <a:ext cx="3627120" cy="1965960"/>
          </a:xfrm>
          <a:prstGeom prst="roundRect">
            <a:avLst>
              <a:gd name="adj" fmla="val 6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 lIns="182880" tIns="228600" rIns="182880" bIns="137160" anchor="t"/>
          <a:lstStyle/>
          <a:p>
            <a:pPr algn="l">
              <a:buNone/>
            </a:pPr>
            <a:r>
              <a:rPr lang="en-US" sz="1400" b="1">
                <a:solidFill>
                  <a:srgbClr val="2F2F2F"/>
                </a:solidFill>
                <a:latin typeface="Poppins SemiBold"/>
              </a:rPr>
              <a:t>Storage options</a:t>
            </a:r>
          </a:p>
          <a:p>
            <a:pPr algn="l">
              <a:spcBef>
                <a:spcPts val="900"/>
              </a:spcBef>
              <a:buNone/>
            </a:pPr>
            <a:r>
              <a:rPr lang="en-US" sz="1200">
                <a:solidFill>
                  <a:srgbClr val="2F2F2F"/>
                </a:solidFill>
                <a:latin typeface="Arial"/>
              </a:rPr>
              <a:t>ChromaDB</a:t>
            </a:r>
          </a:p>
          <a:p>
            <a:pPr algn="l">
              <a:spcBef>
                <a:spcPts val="500"/>
              </a:spcBef>
              <a:buNone/>
            </a:pPr>
            <a:r>
              <a:rPr lang="en-US" sz="1200">
                <a:solidFill>
                  <a:srgbClr val="2F2F2F"/>
                </a:solidFill>
                <a:latin typeface="Arial"/>
              </a:rPr>
              <a:t>PostgreSQL with pgvector</a:t>
            </a:r>
          </a:p>
          <a:p>
            <a:pPr algn="l">
              <a:spcBef>
                <a:spcPts val="500"/>
              </a:spcBef>
              <a:buNone/>
            </a:pPr>
            <a:r>
              <a:rPr lang="en-US" sz="1200">
                <a:solidFill>
                  <a:srgbClr val="2F2F2F"/>
                </a:solidFill>
                <a:latin typeface="Arial"/>
              </a:rPr>
              <a:t>Enterprise-approved databases</a:t>
            </a:r>
          </a:p>
        </p:txBody>
      </p:sp>
      <p:sp>
        <p:nvSpPr>
          <p:cNvPr id="25" name="Card 3 Bar"/>
          <p:cNvSpPr/>
          <p:nvPr/>
        </p:nvSpPr>
        <p:spPr>
          <a:xfrm>
            <a:off x="8260080" y="1435100"/>
            <a:ext cx="3480720" cy="73152"/>
          </a:xfrm>
          <a:prstGeom prst="rect">
            <a:avLst/>
          </a:prstGeom>
          <a:solidFill>
            <a:srgbClr val="339999"/>
          </a:solidFill>
          <a:ln>
            <a:noFill/>
          </a:ln>
        </p:spPr>
        <p:txBody>
          <a:bodyPr/>
          <a:lstStyle/>
          <a:p>
            <a:pPr>
              <a:buNone/>
            </a:pPr>
            <a:endParaRPr lang="en-US" sz="100"/>
          </a:p>
        </p:txBody>
      </p:sp>
      <p:sp>
        <p:nvSpPr>
          <p:cNvPr id="26" name="Who Does What Heading" descr="Section heading: Who does what"/>
          <p:cNvSpPr txBox="1"/>
          <p:nvPr/>
        </p:nvSpPr>
        <p:spPr>
          <a:xfrm>
            <a:off x="384048" y="3474720"/>
            <a:ext cx="4572000" cy="274320"/>
          </a:xfrm>
          <a:prstGeom prst="rect">
            <a:avLst/>
          </a:prstGeom>
          <a:noFill/>
        </p:spPr>
        <p:txBody>
          <a:bodyPr lIns="0" tIns="0" rIns="0" bIns="0" anchor="ctr"/>
          <a:lstStyle/>
          <a:p>
            <a:pPr>
              <a:buNone/>
            </a:pPr>
            <a:r>
              <a:rPr lang="en-US" sz="1400" b="1">
                <a:solidFill>
                  <a:srgbClr val="FF6012"/>
                </a:solidFill>
                <a:latin typeface="Poppins SemiBold"/>
              </a:rPr>
              <a:t>Who does what</a:t>
            </a:r>
          </a:p>
        </p:txBody>
      </p:sp>
      <p:sp>
        <p:nvSpPr>
          <p:cNvPr id="27" name="Role Card 1" descr="Agent framework controls the workflow"/>
          <p:cNvSpPr/>
          <p:nvPr/>
        </p:nvSpPr>
        <p:spPr>
          <a:xfrm>
            <a:off x="384048" y="3794760"/>
            <a:ext cx="2686050" cy="1417320"/>
          </a:xfrm>
          <a:prstGeom prst="roundRect">
            <a:avLst>
              <a:gd name="adj" fmla="val 8000"/>
            </a:avLst>
          </a:prstGeom>
          <a:solidFill>
            <a:srgbClr val="F1F1F1"/>
          </a:solidFill>
          <a:ln w="12700">
            <a:solidFill>
              <a:srgbClr val="D4D4D4"/>
            </a:solidFill>
          </a:ln>
        </p:spPr>
        <p:txBody>
          <a:bodyPr lIns="137160" tIns="137160" rIns="137160" bIns="137160" anchor="ctr"/>
          <a:lstStyle/>
          <a:p>
            <a:pPr algn="l">
              <a:buNone/>
            </a:pPr>
            <a:r>
              <a:rPr lang="en-US" sz="1400" b="1">
                <a:solidFill>
                  <a:srgbClr val="350078"/>
                </a:solidFill>
                <a:latin typeface="Poppins SemiBold"/>
              </a:rPr>
              <a:t>Agent framework</a:t>
            </a:r>
          </a:p>
          <a:p>
            <a:pPr algn="l">
              <a:spcBef>
                <a:spcPts val="600"/>
              </a:spcBef>
              <a:buNone/>
            </a:pPr>
            <a:r>
              <a:rPr lang="en-US" sz="1100">
                <a:solidFill>
                  <a:srgbClr val="2F2F2F"/>
                </a:solidFill>
                <a:latin typeface="Arial"/>
              </a:rPr>
              <a:t>Controls the workflow</a:t>
            </a:r>
          </a:p>
        </p:txBody>
      </p:sp>
      <p:sp>
        <p:nvSpPr>
          <p:cNvPr id="28" name="Role Card 2" descr="Memory layer selects and manages memories"/>
          <p:cNvSpPr/>
          <p:nvPr/>
        </p:nvSpPr>
        <p:spPr>
          <a:xfrm>
            <a:off x="3298698" y="3794760"/>
            <a:ext cx="2686050" cy="1417320"/>
          </a:xfrm>
          <a:prstGeom prst="roundRect">
            <a:avLst>
              <a:gd name="adj" fmla="val 8000"/>
            </a:avLst>
          </a:prstGeom>
          <a:solidFill>
            <a:srgbClr val="F1F1F1"/>
          </a:solidFill>
          <a:ln w="12700">
            <a:solidFill>
              <a:srgbClr val="D4D4D4"/>
            </a:solidFill>
          </a:ln>
        </p:spPr>
        <p:txBody>
          <a:bodyPr lIns="137160" tIns="137160" rIns="137160" bIns="137160" anchor="ctr"/>
          <a:lstStyle/>
          <a:p>
            <a:pPr algn="l">
              <a:buNone/>
            </a:pPr>
            <a:r>
              <a:rPr lang="en-US" sz="1400" b="1">
                <a:solidFill>
                  <a:srgbClr val="350078"/>
                </a:solidFill>
                <a:latin typeface="Poppins SemiBold"/>
              </a:rPr>
              <a:t>Memory layer</a:t>
            </a:r>
          </a:p>
          <a:p>
            <a:pPr algn="l">
              <a:spcBef>
                <a:spcPts val="600"/>
              </a:spcBef>
              <a:buNone/>
            </a:pPr>
            <a:r>
              <a:rPr lang="en-US" sz="1100">
                <a:solidFill>
                  <a:srgbClr val="2F2F2F"/>
                </a:solidFill>
                <a:latin typeface="Arial"/>
              </a:rPr>
              <a:t>Selects and manages memories</a:t>
            </a:r>
          </a:p>
        </p:txBody>
      </p:sp>
      <p:sp>
        <p:nvSpPr>
          <p:cNvPr id="29" name="Role Card 3" descr="Database stores memory records"/>
          <p:cNvSpPr/>
          <p:nvPr/>
        </p:nvSpPr>
        <p:spPr>
          <a:xfrm>
            <a:off x="6213348" y="3794760"/>
            <a:ext cx="2686050" cy="1417320"/>
          </a:xfrm>
          <a:prstGeom prst="roundRect">
            <a:avLst>
              <a:gd name="adj" fmla="val 8000"/>
            </a:avLst>
          </a:prstGeom>
          <a:solidFill>
            <a:srgbClr val="F1F1F1"/>
          </a:solidFill>
          <a:ln w="12700">
            <a:solidFill>
              <a:srgbClr val="D4D4D4"/>
            </a:solidFill>
          </a:ln>
        </p:spPr>
        <p:txBody>
          <a:bodyPr lIns="137160" tIns="137160" rIns="137160" bIns="137160" anchor="ctr"/>
          <a:lstStyle/>
          <a:p>
            <a:pPr algn="l">
              <a:buNone/>
            </a:pPr>
            <a:r>
              <a:rPr lang="en-US" sz="1400" b="1">
                <a:solidFill>
                  <a:srgbClr val="350078"/>
                </a:solidFill>
                <a:latin typeface="Poppins SemiBold"/>
              </a:rPr>
              <a:t>Database</a:t>
            </a:r>
          </a:p>
          <a:p>
            <a:pPr algn="l">
              <a:spcBef>
                <a:spcPts val="600"/>
              </a:spcBef>
              <a:buNone/>
            </a:pPr>
            <a:r>
              <a:rPr lang="en-US" sz="1100">
                <a:solidFill>
                  <a:srgbClr val="2F2F2F"/>
                </a:solidFill>
                <a:latin typeface="Arial"/>
              </a:rPr>
              <a:t>Stores memory records</a:t>
            </a:r>
          </a:p>
        </p:txBody>
      </p:sp>
      <p:sp>
        <p:nvSpPr>
          <p:cNvPr id="30" name="Role Card 4" descr="LLM uses retrieved memories when answering"/>
          <p:cNvSpPr/>
          <p:nvPr/>
        </p:nvSpPr>
        <p:spPr>
          <a:xfrm>
            <a:off x="9127998" y="3794760"/>
            <a:ext cx="2686050" cy="1417320"/>
          </a:xfrm>
          <a:prstGeom prst="roundRect">
            <a:avLst>
              <a:gd name="adj" fmla="val 8000"/>
            </a:avLst>
          </a:prstGeom>
          <a:solidFill>
            <a:srgbClr val="F1F1F1"/>
          </a:solidFill>
          <a:ln w="12700">
            <a:solidFill>
              <a:srgbClr val="D4D4D4"/>
            </a:solidFill>
          </a:ln>
        </p:spPr>
        <p:txBody>
          <a:bodyPr lIns="137160" tIns="137160" rIns="137160" bIns="137160" anchor="ctr"/>
          <a:lstStyle/>
          <a:p>
            <a:pPr algn="l">
              <a:buNone/>
            </a:pPr>
            <a:r>
              <a:rPr lang="en-US" sz="1400" b="1">
                <a:solidFill>
                  <a:srgbClr val="350078"/>
                </a:solidFill>
                <a:latin typeface="Poppins SemiBold"/>
              </a:rPr>
              <a:t>LLM</a:t>
            </a:r>
          </a:p>
          <a:p>
            <a:pPr algn="l">
              <a:spcBef>
                <a:spcPts val="600"/>
              </a:spcBef>
              <a:buNone/>
            </a:pPr>
            <a:r>
              <a:rPr lang="en-US" sz="1100">
                <a:solidFill>
                  <a:srgbClr val="2F2F2F"/>
                </a:solidFill>
                <a:latin typeface="Arial"/>
              </a:rPr>
              <a:t>Uses retrieved memories when answering</a:t>
            </a:r>
          </a:p>
        </p:txBody>
      </p:sp>
      <p:sp>
        <p:nvSpPr>
          <p:cNvPr id="31" name="Key Message Callout" descr="Key message: the LLM is only one part of the memory architecture"/>
          <p:cNvSpPr/>
          <p:nvPr/>
        </p:nvSpPr>
        <p:spPr>
          <a:xfrm>
            <a:off x="384048" y="5257800"/>
            <a:ext cx="11430000" cy="594360"/>
          </a:xfrm>
          <a:prstGeom prst="roundRect">
            <a:avLst>
              <a:gd name="adj" fmla="val 16000"/>
            </a:avLst>
          </a:prstGeom>
          <a:solidFill>
            <a:srgbClr val="350078"/>
          </a:solidFill>
          <a:ln>
            <a:noFill/>
          </a:ln>
        </p:spPr>
        <p:txBody>
          <a:bodyPr lIns="228600" tIns="45720" rIns="228600" bIns="45720" anchor="ctr"/>
          <a:lstStyle/>
          <a:p>
            <a:pPr algn="ctr">
              <a:buNone/>
            </a:pPr>
            <a:r>
              <a:rPr lang="en-US" sz="1600" b="1">
                <a:solidFill>
                  <a:srgbClr val="FFFFFF"/>
                </a:solidFill>
                <a:latin typeface="Poppins SemiBold"/>
              </a:rPr>
              <a:t>The LLM is only one part of the memory architecture.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CE443FBE-FA84-4E11-86FF-4D26091FDB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A6B7EE1-A474-4B28-B64F-DAA5DFDC8F92}" type="slidenum">
              <a:rPr lang="en-US" smtClean="0"/>
              <a:t>19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311569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C217C9A6-FF34-402D-9093-B47B15D02EF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/>
              <a:t>Demo Architecture</a:t>
            </a:r>
          </a:p>
        </p:txBody>
      </p:sp>
      <p:sp>
        <p:nvSpPr>
          <p:cNvPr id="20" name="Flow step User" descr="Flow step 1: User"/>
          <p:cNvSpPr/>
          <p:nvPr/>
        </p:nvSpPr>
        <p:spPr>
          <a:xfrm>
            <a:off x="384048" y="2011680"/>
            <a:ext cx="1920240" cy="548640"/>
          </a:xfrm>
          <a:prstGeom prst="roundRect">
            <a:avLst>
              <a:gd name="adj" fmla="val 16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 lIns="45720" rIns="45720" anchor="ctr">
            <a:normAutofit/>
          </a:bodyPr>
          <a:lstStyle/>
          <a:p>
            <a:pPr algn="ctr">
              <a:buNone/>
            </a:pPr>
            <a:r>
              <a:rPr lang="en-US" sz="1300" b="1">
                <a:solidFill>
                  <a:srgbClr val="2F2F2F"/>
                </a:solidFill>
                <a:latin typeface="Poppins SemiBold"/>
              </a:rPr>
              <a:t>User</a:t>
            </a:r>
          </a:p>
        </p:txBody>
      </p:sp>
      <p:sp>
        <p:nvSpPr>
          <p:cNvPr id="21" name="Arrow 1" descr="Flows to Streamlit UI"/>
          <p:cNvSpPr/>
          <p:nvPr/>
        </p:nvSpPr>
        <p:spPr>
          <a:xfrm>
            <a:off x="2304288" y="2185416"/>
            <a:ext cx="457200" cy="201168"/>
          </a:xfrm>
          <a:prstGeom prst="rightArrow">
            <a:avLst/>
          </a:prstGeom>
          <a:solidFill>
            <a:srgbClr val="FF6012"/>
          </a:solidFill>
          <a:ln>
            <a:noFill/>
          </a:ln>
        </p:spPr>
        <p:txBody>
          <a:bodyPr/>
          <a:lstStyle/>
          <a:p>
            <a:pPr algn="ctr">
              <a:buNone/>
            </a:pPr>
            <a:endParaRPr lang="en-US" sz="800"/>
          </a:p>
        </p:txBody>
      </p:sp>
      <p:sp>
        <p:nvSpPr>
          <p:cNvPr id="22" name="Flow step Streamlit UI" descr="Flow step 2: Streamlit UI"/>
          <p:cNvSpPr/>
          <p:nvPr/>
        </p:nvSpPr>
        <p:spPr>
          <a:xfrm>
            <a:off x="2761488" y="2011680"/>
            <a:ext cx="1920240" cy="548640"/>
          </a:xfrm>
          <a:prstGeom prst="roundRect">
            <a:avLst>
              <a:gd name="adj" fmla="val 16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 lIns="45720" rIns="45720" anchor="ctr">
            <a:normAutofit/>
          </a:bodyPr>
          <a:lstStyle/>
          <a:p>
            <a:pPr algn="ctr">
              <a:buNone/>
            </a:pPr>
            <a:r>
              <a:rPr lang="en-US" sz="1300" b="1">
                <a:solidFill>
                  <a:srgbClr val="2F2F2F"/>
                </a:solidFill>
                <a:latin typeface="Poppins SemiBold"/>
              </a:rPr>
              <a:t>Streamlit UI</a:t>
            </a:r>
          </a:p>
        </p:txBody>
      </p:sp>
      <p:sp>
        <p:nvSpPr>
          <p:cNvPr id="23" name="Arrow 2" descr="Flows to LangGraph Agent"/>
          <p:cNvSpPr/>
          <p:nvPr/>
        </p:nvSpPr>
        <p:spPr>
          <a:xfrm>
            <a:off x="4681728" y="2185416"/>
            <a:ext cx="457200" cy="201168"/>
          </a:xfrm>
          <a:prstGeom prst="rightArrow">
            <a:avLst/>
          </a:prstGeom>
          <a:solidFill>
            <a:srgbClr val="FF6012"/>
          </a:solidFill>
          <a:ln>
            <a:noFill/>
          </a:ln>
        </p:spPr>
        <p:txBody>
          <a:bodyPr/>
          <a:lstStyle/>
          <a:p>
            <a:pPr algn="ctr">
              <a:buNone/>
            </a:pPr>
            <a:endParaRPr lang="en-US" sz="800"/>
          </a:p>
        </p:txBody>
      </p:sp>
      <p:sp>
        <p:nvSpPr>
          <p:cNvPr id="24" name="Flow step LangGraph Agent" descr="Flow step 3: LangGraph Agent"/>
          <p:cNvSpPr/>
          <p:nvPr/>
        </p:nvSpPr>
        <p:spPr>
          <a:xfrm>
            <a:off x="5138928" y="2011680"/>
            <a:ext cx="1920240" cy="548640"/>
          </a:xfrm>
          <a:prstGeom prst="roundRect">
            <a:avLst>
              <a:gd name="adj" fmla="val 16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 lIns="45720" tIns="45720" rIns="45720" bIns="45720" anchor="ctr">
            <a:normAutofit/>
          </a:bodyPr>
          <a:lstStyle/>
          <a:p>
            <a:pPr algn="ctr">
              <a:buNone/>
            </a:pPr>
            <a:r>
              <a:rPr lang="en-US" sz="1300" b="1">
                <a:solidFill>
                  <a:srgbClr val="2F2F2F"/>
                </a:solidFill>
                <a:latin typeface="Poppins SemiBold"/>
              </a:rPr>
              <a:t>Custom Agent</a:t>
            </a:r>
          </a:p>
        </p:txBody>
      </p:sp>
      <p:sp>
        <p:nvSpPr>
          <p:cNvPr id="25" name="Arrow 3" descr="Flows to Memory Layer"/>
          <p:cNvSpPr/>
          <p:nvPr/>
        </p:nvSpPr>
        <p:spPr>
          <a:xfrm>
            <a:off x="7059168" y="2185416"/>
            <a:ext cx="457200" cy="201168"/>
          </a:xfrm>
          <a:prstGeom prst="rightArrow">
            <a:avLst/>
          </a:prstGeom>
          <a:solidFill>
            <a:srgbClr val="FF6012"/>
          </a:solidFill>
          <a:ln>
            <a:noFill/>
          </a:ln>
        </p:spPr>
        <p:txBody>
          <a:bodyPr/>
          <a:lstStyle/>
          <a:p>
            <a:pPr algn="ctr">
              <a:buNone/>
            </a:pPr>
            <a:endParaRPr lang="en-US" sz="800"/>
          </a:p>
        </p:txBody>
      </p:sp>
      <p:sp>
        <p:nvSpPr>
          <p:cNvPr id="26" name="Flow step Memory Layer" descr="Flow step 4: Memory Layer using LangMem or Mem0"/>
          <p:cNvSpPr/>
          <p:nvPr/>
        </p:nvSpPr>
        <p:spPr>
          <a:xfrm>
            <a:off x="7516368" y="2011680"/>
            <a:ext cx="1920240" cy="548640"/>
          </a:xfrm>
          <a:prstGeom prst="roundRect">
            <a:avLst>
              <a:gd name="adj" fmla="val 16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 lIns="45720" tIns="45720" rIns="45720" bIns="45720" anchor="ctr">
            <a:normAutofit/>
          </a:bodyPr>
          <a:lstStyle/>
          <a:p>
            <a:pPr algn="ctr">
              <a:buNone/>
            </a:pPr>
            <a:r>
              <a:rPr lang="en-US" sz="1200" b="1">
                <a:solidFill>
                  <a:srgbClr val="2F2F2F"/>
                </a:solidFill>
                <a:latin typeface="Poppins SemiBold"/>
              </a:rPr>
              <a:t>Memory Layer</a:t>
            </a:r>
            <a:endParaRPr lang="en-US" sz="1000">
              <a:solidFill>
                <a:srgbClr val="828282"/>
              </a:solidFill>
              <a:latin typeface="Arial"/>
            </a:endParaRPr>
          </a:p>
        </p:txBody>
      </p:sp>
      <p:sp>
        <p:nvSpPr>
          <p:cNvPr id="27" name="Arrow 4" descr="Flows to ChromaDB"/>
          <p:cNvSpPr/>
          <p:nvPr/>
        </p:nvSpPr>
        <p:spPr>
          <a:xfrm>
            <a:off x="9436608" y="2185416"/>
            <a:ext cx="457200" cy="201168"/>
          </a:xfrm>
          <a:prstGeom prst="rightArrow">
            <a:avLst/>
          </a:prstGeom>
          <a:solidFill>
            <a:srgbClr val="FF6012"/>
          </a:solidFill>
          <a:ln>
            <a:noFill/>
          </a:ln>
        </p:spPr>
        <p:txBody>
          <a:bodyPr/>
          <a:lstStyle/>
          <a:p>
            <a:pPr algn="ctr">
              <a:buNone/>
            </a:pPr>
            <a:endParaRPr lang="en-US" sz="800"/>
          </a:p>
        </p:txBody>
      </p:sp>
      <p:sp>
        <p:nvSpPr>
          <p:cNvPr id="28" name="Flow step ChromaDB" descr="Flow step 5: ChromaDB"/>
          <p:cNvSpPr/>
          <p:nvPr/>
        </p:nvSpPr>
        <p:spPr>
          <a:xfrm>
            <a:off x="9893808" y="2011680"/>
            <a:ext cx="1920240" cy="548640"/>
          </a:xfrm>
          <a:prstGeom prst="roundRect">
            <a:avLst>
              <a:gd name="adj" fmla="val 16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 lIns="45720" tIns="45720" rIns="45720" bIns="45720" anchor="ctr">
            <a:normAutofit/>
          </a:bodyPr>
          <a:lstStyle/>
          <a:p>
            <a:pPr algn="ctr"/>
            <a:r>
              <a:rPr lang="en-US" sz="1300" b="1">
                <a:solidFill>
                  <a:srgbClr val="2F2F2F"/>
                </a:solidFill>
                <a:latin typeface="Poppins SemiBold"/>
              </a:rPr>
              <a:t>Vector Store</a:t>
            </a:r>
            <a:endParaRPr lang="en-US" sz="1300" b="1">
              <a:solidFill>
                <a:srgbClr val="2F2F2F"/>
              </a:solidFill>
              <a:latin typeface="Poppins SemiBold"/>
              <a:cs typeface="Poppins SemiBold"/>
            </a:endParaRPr>
          </a:p>
        </p:txBody>
      </p:sp>
      <p:cxnSp>
        <p:nvCxnSpPr>
          <p:cNvPr id="29" name="Connector to model" descr="Connects the LangGraph agent to the approved model endpoint"/>
          <p:cNvCxnSpPr/>
          <p:nvPr/>
        </p:nvCxnSpPr>
        <p:spPr>
          <a:xfrm flipV="1">
            <a:off x="6099048" y="2560320"/>
            <a:ext cx="0" cy="228600"/>
          </a:xfrm>
          <a:prstGeom prst="line">
            <a:avLst/>
          </a:prstGeom>
          <a:ln w="12700">
            <a:solidFill>
              <a:srgbClr val="828282"/>
            </a:solidFill>
          </a:ln>
        </p:spPr>
      </p:cxnSp>
      <p:sp>
        <p:nvSpPr>
          <p:cNvPr id="30" name="Model endpoint" descr="Enterprise-approved LLM used by the agent"/>
          <p:cNvSpPr/>
          <p:nvPr/>
        </p:nvSpPr>
        <p:spPr>
          <a:xfrm>
            <a:off x="4910328" y="2788920"/>
            <a:ext cx="2377440" cy="384048"/>
          </a:xfrm>
          <a:prstGeom prst="roundRect">
            <a:avLst>
              <a:gd name="adj" fmla="val 20000"/>
            </a:avLst>
          </a:prstGeom>
          <a:solidFill>
            <a:srgbClr val="350078"/>
          </a:solidFill>
          <a:ln>
            <a:noFill/>
          </a:ln>
        </p:spPr>
        <p:txBody>
          <a:bodyPr lIns="45720" rIns="45720" anchor="ctr">
            <a:normAutofit/>
          </a:bodyPr>
          <a:lstStyle/>
          <a:p>
            <a:pPr algn="ctr">
              <a:buNone/>
            </a:pPr>
            <a:r>
              <a:rPr lang="en-US" sz="1200" b="1">
                <a:solidFill>
                  <a:srgbClr val="FFFFFF"/>
                </a:solidFill>
                <a:latin typeface="Poppins SemiBold"/>
              </a:rPr>
              <a:t>Enterprise-approved LLM</a:t>
            </a:r>
          </a:p>
        </p:txBody>
      </p:sp>
      <p:sp>
        <p:nvSpPr>
          <p:cNvPr id="31" name="Flow caption" descr="Caption: the memory layer retrieves relevant information before the response is generated"/>
          <p:cNvSpPr txBox="1"/>
          <p:nvPr/>
        </p:nvSpPr>
        <p:spPr>
          <a:xfrm>
            <a:off x="384048" y="3236976"/>
            <a:ext cx="11430000" cy="256032"/>
          </a:xfrm>
          <a:prstGeom prst="rect">
            <a:avLst/>
          </a:prstGeom>
          <a:noFill/>
        </p:spPr>
        <p:txBody>
          <a:bodyPr lIns="0" tIns="0" rIns="0" bIns="0" anchor="ctr">
            <a:normAutofit/>
          </a:bodyPr>
          <a:lstStyle/>
          <a:p>
            <a:pPr algn="ctr">
              <a:buNone/>
            </a:pPr>
            <a:r>
              <a:rPr lang="en-US" sz="1100">
                <a:solidFill>
                  <a:srgbClr val="828282"/>
                </a:solidFill>
                <a:latin typeface="Arial"/>
              </a:rPr>
              <a:t>The memory layer retrieves relevant information before the response is generated.</a:t>
            </a:r>
          </a:p>
        </p:txBody>
      </p:sp>
      <p:sp>
        <p:nvSpPr>
          <p:cNvPr id="32" name="Demo stack card" descr="Card listing the demo stack"/>
          <p:cNvSpPr/>
          <p:nvPr/>
        </p:nvSpPr>
        <p:spPr>
          <a:xfrm>
            <a:off x="384048" y="3566160"/>
            <a:ext cx="5285232" cy="2194560"/>
          </a:xfrm>
          <a:prstGeom prst="roundRect">
            <a:avLst>
              <a:gd name="adj" fmla="val 5000"/>
            </a:avLst>
          </a:prstGeom>
          <a:solidFill>
            <a:srgbClr val="FFFFFF"/>
          </a:solidFill>
          <a:ln w="12700">
            <a:solidFill>
              <a:srgbClr val="D4D4D4"/>
            </a:solidFill>
          </a:ln>
        </p:spPr>
        <p:txBody>
          <a:bodyPr/>
          <a:lstStyle/>
          <a:p>
            <a:pPr>
              <a:buNone/>
            </a:pPr>
            <a:endParaRPr lang="en-US" sz="800"/>
          </a:p>
        </p:txBody>
      </p:sp>
      <p:sp>
        <p:nvSpPr>
          <p:cNvPr id="33" name="Demo stack header" descr="Card header: Demo stack"/>
          <p:cNvSpPr/>
          <p:nvPr/>
        </p:nvSpPr>
        <p:spPr>
          <a:xfrm>
            <a:off x="384048" y="3566160"/>
            <a:ext cx="5285232" cy="402336"/>
          </a:xfrm>
          <a:prstGeom prst="roundRect">
            <a:avLst>
              <a:gd name="adj" fmla="val 12000"/>
            </a:avLst>
          </a:prstGeom>
          <a:solidFill>
            <a:srgbClr val="350078"/>
          </a:solidFill>
          <a:ln>
            <a:noFill/>
          </a:ln>
        </p:spPr>
        <p:txBody>
          <a:bodyPr lIns="137160" rIns="91440" anchor="ctr">
            <a:normAutofit/>
          </a:bodyPr>
          <a:lstStyle/>
          <a:p>
            <a:pPr algn="l">
              <a:buNone/>
            </a:pPr>
            <a:r>
              <a:rPr lang="en-US" sz="1600" b="1">
                <a:solidFill>
                  <a:srgbClr val="FFFFFF"/>
                </a:solidFill>
                <a:latin typeface="Poppins SemiBold"/>
              </a:rPr>
              <a:t>Demo stack</a:t>
            </a:r>
          </a:p>
        </p:txBody>
      </p:sp>
      <p:sp>
        <p:nvSpPr>
          <p:cNvPr id="34" name="Demo stack list" descr="List of demo stack components"/>
          <p:cNvSpPr txBox="1"/>
          <p:nvPr/>
        </p:nvSpPr>
        <p:spPr>
          <a:xfrm>
            <a:off x="521208" y="4059936"/>
            <a:ext cx="5010912" cy="1609344"/>
          </a:xfrm>
          <a:prstGeom prst="rect">
            <a:avLst/>
          </a:prstGeom>
          <a:noFill/>
        </p:spPr>
        <p:txBody>
          <a:bodyPr lIns="0" tIns="0" rIns="0" bIns="0" anchor="t">
            <a:normAutofit/>
          </a:bodyPr>
          <a:lstStyle/>
          <a:p>
            <a:pPr>
              <a:lnSpc>
                <a:spcPct val="100000"/>
              </a:lnSpc>
              <a:spcBef>
                <a:spcPts val="300"/>
              </a:spcBef>
              <a:buNone/>
            </a:pPr>
            <a:r>
              <a:rPr lang="en-US" sz="1200">
                <a:solidFill>
                  <a:srgbClr val="2F2F2F"/>
                </a:solidFill>
                <a:latin typeface="Arial"/>
              </a:rPr>
              <a:t>Python</a:t>
            </a:r>
            <a:endParaRPr lang="en-US"/>
          </a:p>
          <a:p>
            <a:pPr>
              <a:lnSpc>
                <a:spcPct val="100000"/>
              </a:lnSpc>
              <a:spcBef>
                <a:spcPts val="300"/>
              </a:spcBef>
              <a:buNone/>
            </a:pPr>
            <a:r>
              <a:rPr lang="en-US" sz="1200" err="1">
                <a:solidFill>
                  <a:srgbClr val="2F2F2F"/>
                </a:solidFill>
                <a:latin typeface="Arial"/>
              </a:rPr>
              <a:t>Streamlit</a:t>
            </a:r>
            <a:r>
              <a:rPr lang="en-US" sz="1200">
                <a:solidFill>
                  <a:srgbClr val="2F2F2F"/>
                </a:solidFill>
                <a:latin typeface="Arial"/>
              </a:rPr>
              <a:t> UI</a:t>
            </a:r>
            <a:endParaRPr lang="en-US" sz="1200">
              <a:solidFill>
                <a:srgbClr val="2F2F2F"/>
              </a:solidFill>
              <a:latin typeface="Arial"/>
              <a:cs typeface="Arial"/>
            </a:endParaRPr>
          </a:p>
          <a:p>
            <a:pPr>
              <a:spcBef>
                <a:spcPts val="300"/>
              </a:spcBef>
            </a:pPr>
            <a:r>
              <a:rPr lang="en-US" sz="1200">
                <a:solidFill>
                  <a:srgbClr val="2F2F2F"/>
                </a:solidFill>
                <a:latin typeface="Arial"/>
              </a:rPr>
              <a:t>Vector Store</a:t>
            </a:r>
            <a:endParaRPr lang="en-US"/>
          </a:p>
          <a:p>
            <a:pPr>
              <a:lnSpc>
                <a:spcPct val="100000"/>
              </a:lnSpc>
              <a:spcBef>
                <a:spcPts val="300"/>
              </a:spcBef>
              <a:buNone/>
            </a:pPr>
            <a:r>
              <a:rPr lang="en-US" sz="1200">
                <a:solidFill>
                  <a:srgbClr val="2F2F2F"/>
                </a:solidFill>
                <a:latin typeface="Arial"/>
              </a:rPr>
              <a:t>Enterprise-approved model endpoint</a:t>
            </a:r>
            <a:endParaRPr lang="en-US" sz="1200">
              <a:solidFill>
                <a:srgbClr val="2F2F2F"/>
              </a:solidFill>
              <a:latin typeface="Arial"/>
              <a:cs typeface="Arial"/>
            </a:endParaRPr>
          </a:p>
          <a:p>
            <a:pPr>
              <a:spcBef>
                <a:spcPts val="300"/>
              </a:spcBef>
            </a:pPr>
            <a:r>
              <a:rPr lang="en-US" sz="1200">
                <a:solidFill>
                  <a:srgbClr val="2F2F2F"/>
                </a:solidFill>
                <a:latin typeface="Arial"/>
                <a:cs typeface="Arial"/>
              </a:rPr>
              <a:t>Enterprise-approved embedding model</a:t>
            </a:r>
            <a:endParaRPr lang="en-US"/>
          </a:p>
        </p:txBody>
      </p:sp>
      <p:sp>
        <p:nvSpPr>
          <p:cNvPr id="35" name="Component roles card" descr="Card describing component roles"/>
          <p:cNvSpPr/>
          <p:nvPr/>
        </p:nvSpPr>
        <p:spPr>
          <a:xfrm>
            <a:off x="6035040" y="3566160"/>
            <a:ext cx="5779008" cy="2194560"/>
          </a:xfrm>
          <a:prstGeom prst="roundRect">
            <a:avLst>
              <a:gd name="adj" fmla="val 5000"/>
            </a:avLst>
          </a:prstGeom>
          <a:solidFill>
            <a:srgbClr val="F1F1F1"/>
          </a:solidFill>
          <a:ln w="12700">
            <a:solidFill>
              <a:srgbClr val="D4D4D4"/>
            </a:solidFill>
          </a:ln>
        </p:spPr>
        <p:txBody>
          <a:bodyPr/>
          <a:lstStyle/>
          <a:p>
            <a:pPr>
              <a:buNone/>
            </a:pPr>
            <a:endParaRPr lang="en-US" sz="800"/>
          </a:p>
        </p:txBody>
      </p:sp>
      <p:sp>
        <p:nvSpPr>
          <p:cNvPr id="36" name="Component roles header" descr="Card header: Component roles"/>
          <p:cNvSpPr/>
          <p:nvPr/>
        </p:nvSpPr>
        <p:spPr>
          <a:xfrm>
            <a:off x="6035040" y="3566160"/>
            <a:ext cx="5779008" cy="402336"/>
          </a:xfrm>
          <a:prstGeom prst="roundRect">
            <a:avLst>
              <a:gd name="adj" fmla="val 12000"/>
            </a:avLst>
          </a:prstGeom>
          <a:solidFill>
            <a:srgbClr val="FF6012"/>
          </a:solidFill>
          <a:ln>
            <a:noFill/>
          </a:ln>
        </p:spPr>
        <p:txBody>
          <a:bodyPr lIns="137160" rIns="91440" anchor="ctr">
            <a:normAutofit/>
          </a:bodyPr>
          <a:lstStyle/>
          <a:p>
            <a:pPr algn="l">
              <a:buNone/>
            </a:pPr>
            <a:r>
              <a:rPr lang="en-US" sz="1600" b="1">
                <a:solidFill>
                  <a:srgbClr val="FFFFFF"/>
                </a:solidFill>
                <a:latin typeface="Poppins SemiBold"/>
              </a:rPr>
              <a:t>Component roles</a:t>
            </a:r>
          </a:p>
        </p:txBody>
      </p:sp>
      <p:sp>
        <p:nvSpPr>
          <p:cNvPr id="37" name="Component roles list" descr="What each component does"/>
          <p:cNvSpPr txBox="1"/>
          <p:nvPr/>
        </p:nvSpPr>
        <p:spPr>
          <a:xfrm>
            <a:off x="6172200" y="4105656"/>
            <a:ext cx="5504688" cy="1481328"/>
          </a:xfrm>
          <a:prstGeom prst="rect">
            <a:avLst/>
          </a:prstGeom>
          <a:noFill/>
        </p:spPr>
        <p:txBody>
          <a:bodyPr lIns="0" tIns="0" rIns="0" bIns="0" anchor="t">
            <a:normAutofit/>
          </a:bodyPr>
          <a:lstStyle/>
          <a:p>
            <a:pPr>
              <a:spcBef>
                <a:spcPts val="900"/>
              </a:spcBef>
            </a:pPr>
            <a:r>
              <a:rPr lang="en-US" sz="1200" b="1">
                <a:solidFill>
                  <a:srgbClr val="350078"/>
                </a:solidFill>
                <a:latin typeface="Arial"/>
              </a:rPr>
              <a:t>Custom Agent </a:t>
            </a:r>
            <a:r>
              <a:rPr lang="en-US" sz="1200">
                <a:solidFill>
                  <a:srgbClr val="2F2F2F"/>
                </a:solidFill>
                <a:latin typeface="Arial"/>
              </a:rPr>
              <a:t>- workflow and current state</a:t>
            </a:r>
          </a:p>
          <a:p>
            <a:pPr>
              <a:spcBef>
                <a:spcPts val="900"/>
              </a:spcBef>
            </a:pPr>
            <a:r>
              <a:rPr lang="en-US" sz="1200" b="1">
                <a:solidFill>
                  <a:srgbClr val="350078"/>
                </a:solidFill>
                <a:latin typeface="Arial"/>
              </a:rPr>
              <a:t>Memory Layer </a:t>
            </a:r>
            <a:r>
              <a:rPr lang="en-US" sz="1200">
                <a:solidFill>
                  <a:srgbClr val="2F2F2F"/>
                </a:solidFill>
                <a:latin typeface="Arial"/>
              </a:rPr>
              <a:t>- to decide what to store long-term memory</a:t>
            </a:r>
            <a:endParaRPr lang="en-US" sz="1200">
              <a:solidFill>
                <a:srgbClr val="2F2F2F"/>
              </a:solidFill>
              <a:latin typeface="Arial"/>
              <a:cs typeface="Arial"/>
            </a:endParaRPr>
          </a:p>
          <a:p>
            <a:pPr>
              <a:spcBef>
                <a:spcPts val="900"/>
              </a:spcBef>
            </a:pPr>
            <a:r>
              <a:rPr lang="en-US" sz="1200" b="1">
                <a:solidFill>
                  <a:srgbClr val="350078"/>
                </a:solidFill>
                <a:latin typeface="Arial"/>
              </a:rPr>
              <a:t>SQLite –</a:t>
            </a:r>
            <a:r>
              <a:rPr lang="en-US" sz="1200">
                <a:solidFill>
                  <a:srgbClr val="2F2F2F"/>
                </a:solidFill>
                <a:latin typeface="Arial"/>
              </a:rPr>
              <a:t> Long Term Memory</a:t>
            </a:r>
            <a:endParaRPr lang="en-US" sz="1200">
              <a:solidFill>
                <a:srgbClr val="2F2F2F"/>
              </a:solidFill>
              <a:latin typeface="Arial"/>
              <a:cs typeface="Arial"/>
            </a:endParaRPr>
          </a:p>
          <a:p>
            <a:pPr>
              <a:spcBef>
                <a:spcPts val="900"/>
              </a:spcBef>
            </a:pPr>
            <a:r>
              <a:rPr lang="en-US" sz="1200" b="1" err="1">
                <a:solidFill>
                  <a:srgbClr val="350078"/>
                </a:solidFill>
                <a:latin typeface="Arial"/>
              </a:rPr>
              <a:t>ChromaDB</a:t>
            </a:r>
            <a:r>
              <a:rPr lang="en-US" sz="1200" b="1">
                <a:solidFill>
                  <a:srgbClr val="350078"/>
                </a:solidFill>
                <a:latin typeface="Arial"/>
              </a:rPr>
              <a:t> – </a:t>
            </a:r>
            <a:r>
              <a:rPr lang="en-US" sz="1200">
                <a:solidFill>
                  <a:srgbClr val="2F2F2F"/>
                </a:solidFill>
                <a:latin typeface="Arial"/>
              </a:rPr>
              <a:t>Vector store and retrieves records</a:t>
            </a:r>
            <a:endParaRPr lang="en-US" sz="1200">
              <a:solidFill>
                <a:srgbClr val="2F2F2F"/>
              </a:solidFill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900"/>
              </a:spcBef>
              <a:buNone/>
            </a:pPr>
            <a:r>
              <a:rPr lang="en-US" sz="1200" b="1">
                <a:solidFill>
                  <a:srgbClr val="350078"/>
                </a:solidFill>
                <a:latin typeface="Arial"/>
              </a:rPr>
              <a:t>LLM </a:t>
            </a:r>
            <a:r>
              <a:rPr lang="en-US" sz="1200">
                <a:solidFill>
                  <a:srgbClr val="2F2F2F"/>
                </a:solidFill>
                <a:latin typeface="Arial"/>
              </a:rPr>
              <a:t>- reasons with request plus memory</a:t>
            </a:r>
            <a:endParaRPr lang="en-US" sz="1200">
              <a:solidFill>
                <a:srgbClr val="2F2F2F"/>
              </a:solidFill>
              <a:latin typeface="Arial"/>
              <a:cs typeface="Arial"/>
            </a:endParaRP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E5A98F97-EFE1-43EA-8786-31998DB8F18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A6B7EE1-A474-4B28-B64F-DAA5DFDC8F92}" type="slidenum">
              <a:rPr lang="en-US" smtClean="0"/>
              <a:t>20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362541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B754E03-1388-2B23-76C9-282A8DA98D1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309828" y="3141980"/>
            <a:ext cx="4864652" cy="838200"/>
          </a:xfrm>
        </p:spPr>
        <p:txBody>
          <a:bodyPr/>
          <a:lstStyle/>
          <a:p>
            <a:r>
              <a:rPr lang="en-US" sz="8800"/>
              <a:t>DEMO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0918629-DC1F-87A9-F56B-2A96709BC6C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A6B7EE1-A474-4B28-B64F-DAA5DFDC8F92}" type="slidenum">
              <a:rPr lang="en-US" smtClean="0"/>
              <a:t>21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17984401"/>
      </p:ext>
    </p:extLst>
  </p:cSld>
  <p:clrMapOvr>
    <a:masterClrMapping/>
  </p:clrMapOvr>
</p:sld>
</file>

<file path=ppt/theme/theme1.xml><?xml version="1.0" encoding="utf-8"?>
<a:theme xmlns:a="http://schemas.openxmlformats.org/drawingml/2006/main" name="GlobalFoundries White">
  <a:themeElements>
    <a:clrScheme name="GF 2025">
      <a:dk1>
        <a:srgbClr val="2F2F2F"/>
      </a:dk1>
      <a:lt1>
        <a:srgbClr val="FFFFFF"/>
      </a:lt1>
      <a:dk2>
        <a:srgbClr val="828282"/>
      </a:dk2>
      <a:lt2>
        <a:srgbClr val="F1F1F1"/>
      </a:lt2>
      <a:accent1>
        <a:srgbClr val="FF6012"/>
      </a:accent1>
      <a:accent2>
        <a:srgbClr val="350078"/>
      </a:accent2>
      <a:accent3>
        <a:srgbClr val="339999"/>
      </a:accent3>
      <a:accent4>
        <a:srgbClr val="456DE6"/>
      </a:accent4>
      <a:accent5>
        <a:srgbClr val="B3430D"/>
      </a:accent5>
      <a:accent6>
        <a:srgbClr val="E6BE00"/>
      </a:accent6>
      <a:hlink>
        <a:srgbClr val="FF6012"/>
      </a:hlink>
      <a:folHlink>
        <a:srgbClr val="B3430D"/>
      </a:folHlink>
    </a:clrScheme>
    <a:fontScheme name="GF 2025">
      <a:majorFont>
        <a:latin typeface="Arial Black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auto">
        <a:solidFill>
          <a:schemeClr val="accent1"/>
        </a:solidFill>
        <a:ln w="12700" cap="sq" algn="ctr">
          <a:noFill/>
          <a:miter lim="800000"/>
          <a:headEnd/>
          <a:tailEnd/>
        </a:ln>
        <a:effectLst/>
      </a:spPr>
      <a:bodyPr wrap="square" lIns="91440" tIns="91440" rIns="91440" bIns="91440" rtlCol="0" anchor="t" anchorCtr="0"/>
      <a:lstStyle>
        <a:defPPr algn="l">
          <a:lnSpc>
            <a:spcPct val="95000"/>
          </a:lnSpc>
          <a:spcBef>
            <a:spcPts val="1080"/>
          </a:spcBef>
          <a:defRPr sz="1600" b="1" dirty="0" err="1" smtClean="0">
            <a:solidFill>
              <a:schemeClr val="bg1"/>
            </a:solidFill>
            <a:latin typeface="Arial" panose="020B0604020202020204" pitchFamily="34" charset="0"/>
            <a:cs typeface="Arial" panose="020B0604020202020204" pitchFamily="34" charset="0"/>
          </a:defRPr>
        </a:defPPr>
      </a:lstStyle>
    </a:spDef>
    <a:lnDef>
      <a:spPr bwMode="auto">
        <a:solidFill>
          <a:schemeClr val="accent2"/>
        </a:solidFill>
        <a:ln w="12700" cap="flat" cmpd="sng" algn="ctr">
          <a:solidFill>
            <a:schemeClr val="tx2"/>
          </a:solidFill>
          <a:prstDash val="solid"/>
          <a:round/>
          <a:headEnd type="none" w="med" len="med"/>
          <a:tailEnd type="none" w="med" len="med"/>
        </a:ln>
        <a:effectLst/>
      </a:spPr>
      <a:bodyPr/>
      <a:lstStyle/>
    </a:lnDef>
    <a:txDef>
      <a:spPr bwMode="auto">
        <a:noFill/>
        <a:ln w="12700" cap="sq" algn="ctr">
          <a:noFill/>
          <a:miter lim="800000"/>
          <a:headEnd/>
          <a:tailEnd/>
        </a:ln>
        <a:effectLst/>
      </a:spPr>
      <a:bodyPr wrap="square" lIns="0" tIns="0" rIns="0" bIns="0" rtlCol="0" anchor="t" anchorCtr="0">
        <a:noAutofit/>
      </a:bodyPr>
      <a:lstStyle>
        <a:defPPr algn="l">
          <a:spcBef>
            <a:spcPts val="1000"/>
          </a:spcBef>
          <a:defRPr sz="1600" b="1" dirty="0" err="1" smtClean="0">
            <a:cs typeface="Arial" panose="020B0604020202020204" pitchFamily="34" charset="0"/>
          </a:defRPr>
        </a:defPPr>
      </a:lstStyle>
    </a:txDef>
  </a:objectDefaults>
  <a:extraClrSchemeLst/>
  <a:custClrLst>
    <a:custClr name="GF Blue">
      <a:srgbClr val="456DE6"/>
    </a:custClr>
    <a:custClr name="GF Teal">
      <a:srgbClr val="47CCC4"/>
    </a:custClr>
    <a:custClr name="GF Violet">
      <a:srgbClr val="762CB3"/>
    </a:custClr>
    <a:custClr name="GF Clay">
      <a:srgbClr val="B3430D"/>
    </a:custClr>
    <a:custClr name="GF Mustard">
      <a:srgbClr val="E6BE00"/>
    </a:custClr>
    <a:custClr name="GF Lavendar">
      <a:srgbClr val="B777ED"/>
    </a:custClr>
    <a:custClr name="GF Tangerine">
      <a:srgbClr val="FFA980"/>
    </a:custClr>
    <a:custClr name="GF Sunshine">
      <a:srgbClr val="FFE980"/>
    </a:custClr>
    <a:custClr name="GF Status Red">
      <a:srgbClr val="D9203F"/>
    </a:custClr>
    <a:custClr name="GF Status Green">
      <a:srgbClr val="008161"/>
    </a:custClr>
    <a:custClr name="GF Light Gray">
      <a:srgbClr val="F2F2F2"/>
    </a:custClr>
    <a:custClr name="GF Medium Gray">
      <a:srgbClr val="D9D9D9"/>
    </a:custClr>
    <a:custClr name="GF Dark Gray">
      <a:srgbClr val="BFBFBF"/>
    </a:custClr>
    <a:custClr name="GF Darkest Gray">
      <a:srgbClr val="7F7F7F"/>
    </a:custClr>
  </a:custClrLst>
  <a:extLst>
    <a:ext uri="{05A4C25C-085E-4340-85A3-A5531E510DB2}">
      <thm15:themeFamily xmlns:thm15="http://schemas.microsoft.com/office/thememl/2012/main" name="GF_PPT_template_white_2025_October" id="{208C5075-332E-4E4A-861A-D5549AF4D1C1}" vid="{083DB58D-EFD9-4D49-932E-E58B94A4F907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3AA4510CDCD0D14C8CAAA43813346248" ma:contentTypeVersion="16" ma:contentTypeDescription="Create a new document." ma:contentTypeScope="" ma:versionID="7839a912b366e9bbe486f1063a26fa94">
  <xsd:schema xmlns:xsd="http://www.w3.org/2001/XMLSchema" xmlns:xs="http://www.w3.org/2001/XMLSchema" xmlns:p="http://schemas.microsoft.com/office/2006/metadata/properties" xmlns:ns2="2ff451a7-e6dd-4872-bb3a-6fdfe8693536" xmlns:ns3="cb3603a9-76a0-429c-8879-6c8d815eaf11" targetNamespace="http://schemas.microsoft.com/office/2006/metadata/properties" ma:root="true" ma:fieldsID="759c9acbb7b563d7bf8447f2258cfa33" ns2:_="" ns3:_="">
    <xsd:import namespace="2ff451a7-e6dd-4872-bb3a-6fdfe8693536"/>
    <xsd:import namespace="cb3603a9-76a0-429c-8879-6c8d815eaf11"/>
    <xsd:element name="properties">
      <xsd:complexType>
        <xsd:sequence>
          <xsd:element name="documentManagement">
            <xsd:complexType>
              <xsd:all>
                <xsd:element ref="ns2:lcf76f155ced4ddcb4097134ff3c332f" minOccurs="0"/>
                <xsd:element ref="ns3:TaxCatchAll" minOccurs="0"/>
                <xsd:element ref="ns2:MediaServiceMetadata" minOccurs="0"/>
                <xsd:element ref="ns2:MediaServiceFastMetadata" minOccurs="0"/>
                <xsd:element ref="ns2:MediaServiceObjectDetectorVersion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SearchProperties" minOccurs="0"/>
                <xsd:element ref="ns2:MediaLengthInSeconds" minOccurs="0"/>
                <xsd:element ref="ns2:MediaServiceLocation" minOccurs="0"/>
                <xsd:element ref="ns2:NOTES" minOccurs="0"/>
                <xsd:element ref="ns2:MediaServiceBillingMetadata" minOccurs="0"/>
                <xsd:element ref="ns2:Sender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2ff451a7-e6dd-4872-bb3a-6fdfe8693536" elementFormDefault="qualified">
    <xsd:import namespace="http://schemas.microsoft.com/office/2006/documentManagement/types"/>
    <xsd:import namespace="http://schemas.microsoft.com/office/infopath/2007/PartnerControls"/>
    <xsd:element name="lcf76f155ced4ddcb4097134ff3c332f" ma:index="9" nillable="true" ma:taxonomy="true" ma:internalName="lcf76f155ced4ddcb4097134ff3c332f" ma:taxonomyFieldName="MediaServiceImageTags" ma:displayName="Image Tags" ma:readOnly="false" ma:fieldId="{5cf76f15-5ced-4ddc-b409-7134ff3c332f}" ma:taxonomyMulti="true" ma:sspId="cd3e384a-0603-4237-b4be-ab878b26ee84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Metadata" ma:index="11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12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bjectDetectorVersions" ma:index="13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MediaServiceGenerationTime" ma:index="14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5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6" nillable="true" ma:displayName="MediaServiceDateTaken" ma:hidden="true" ma:indexed="true" ma:internalName="MediaServiceDateTaken" ma:readOnly="true">
      <xsd:simpleType>
        <xsd:restriction base="dms:Text"/>
      </xsd:simpleType>
    </xsd:element>
    <xsd:element name="MediaServiceOCR" ma:index="17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SearchProperties" ma:index="18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LengthInSeconds" ma:index="19" nillable="true" ma:displayName="MediaLengthInSeconds" ma:hidden="true" ma:internalName="MediaLengthInSeconds" ma:readOnly="true">
      <xsd:simpleType>
        <xsd:restriction base="dms:Unknown"/>
      </xsd:simpleType>
    </xsd:element>
    <xsd:element name="MediaServiceLocation" ma:index="20" nillable="true" ma:displayName="Location" ma:indexed="true" ma:internalName="MediaServiceLocation" ma:readOnly="true">
      <xsd:simpleType>
        <xsd:restriction base="dms:Text"/>
      </xsd:simpleType>
    </xsd:element>
    <xsd:element name="NOTES" ma:index="21" nillable="true" ma:displayName="NOTES" ma:format="Dropdown" ma:internalName="NOTES">
      <xsd:simpleType>
        <xsd:restriction base="dms:Text">
          <xsd:maxLength value="255"/>
        </xsd:restriction>
      </xsd:simpleType>
    </xsd:element>
    <xsd:element name="MediaServiceBillingMetadata" ma:index="22" nillable="true" ma:displayName="MediaServiceBillingMetadata" ma:hidden="true" ma:internalName="MediaServiceBillingMetadata" ma:readOnly="true">
      <xsd:simpleType>
        <xsd:restriction base="dms:Note"/>
      </xsd:simpleType>
    </xsd:element>
    <xsd:element name="Sender" ma:index="23" nillable="true" ma:displayName="Sender" ma:format="Dropdown" ma:internalName="Sender">
      <xsd:simpleType>
        <xsd:restriction base="dms:Text">
          <xsd:maxLength value="255"/>
        </xsd:restriction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cb3603a9-76a0-429c-8879-6c8d815eaf11" elementFormDefault="qualified">
    <xsd:import namespace="http://schemas.microsoft.com/office/2006/documentManagement/types"/>
    <xsd:import namespace="http://schemas.microsoft.com/office/infopath/2007/PartnerControls"/>
    <xsd:element name="TaxCatchAll" ma:index="10" nillable="true" ma:displayName="Taxonomy Catch All Column" ma:hidden="true" ma:list="{cb8cc4f2-ddf2-49e8-bb2c-d79a313a1f55}" ma:internalName="TaxCatchAll" ma:showField="CatchAllData" ma:web="cb3603a9-76a0-429c-8879-6c8d815eaf11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lcf76f155ced4ddcb4097134ff3c332f xmlns="2ff451a7-e6dd-4872-bb3a-6fdfe8693536">
      <Terms xmlns="http://schemas.microsoft.com/office/infopath/2007/PartnerControls"/>
    </lcf76f155ced4ddcb4097134ff3c332f>
    <TaxCatchAll xmlns="cb3603a9-76a0-429c-8879-6c8d815eaf11" xsi:nil="true"/>
    <NOTES xmlns="2ff451a7-e6dd-4872-bb3a-6fdfe8693536" xsi:nil="true"/>
    <Sender xmlns="2ff451a7-e6dd-4872-bb3a-6fdfe8693536" xsi:nil="true"/>
  </documentManagement>
</p:properties>
</file>

<file path=customXml/itemProps1.xml><?xml version="1.0" encoding="utf-8"?>
<ds:datastoreItem xmlns:ds="http://schemas.openxmlformats.org/officeDocument/2006/customXml" ds:itemID="{7C33D857-6399-42AF-9B43-8C87A62F790A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CBC7F9F4-9AFB-4B66-9374-E0FCDA761D6B}">
  <ds:schemaRefs>
    <ds:schemaRef ds:uri="2ff451a7-e6dd-4872-bb3a-6fdfe8693536"/>
    <ds:schemaRef ds:uri="cb3603a9-76a0-429c-8879-6c8d815eaf11"/>
    <ds:schemaRef ds:uri="http://purl.org/dc/elements/1.1/"/>
    <ds:schemaRef ds:uri="http://purl.org/dc/terms/"/>
    <ds:schemaRef ds:uri="http://schemas.microsoft.com/internal/obd"/>
    <ds:schemaRef ds:uri="http://schemas.microsoft.com/office/2006/documentManagement/types"/>
    <ds:schemaRef ds:uri="http://schemas.microsoft.com/office/2006/metadata/contentType"/>
    <ds:schemaRef ds:uri="http://schemas.microsoft.com/office/2006/metadata/properties"/>
    <ds:schemaRef ds:uri="http://schemas.microsoft.com/office/2006/metadata/properties/metaAttributes"/>
    <ds:schemaRef ds:uri="http://schemas.microsoft.com/office/infopath/2007/PartnerControls"/>
    <ds:schemaRef ds:uri="http://schemas.openxmlformats.org/package/2006/metadata/core-properties"/>
    <ds:schemaRef ds:uri="http://www.w3.org/2001/XMLSchema"/>
  </ds:schemaRefs>
</ds:datastoreItem>
</file>

<file path=customXml/itemProps3.xml><?xml version="1.0" encoding="utf-8"?>
<ds:datastoreItem xmlns:ds="http://schemas.openxmlformats.org/officeDocument/2006/customXml" ds:itemID="{D62BA4E0-DE52-42C3-86AE-0C0EBCEF8270}">
  <ds:schemaRefs>
    <ds:schemaRef ds:uri="2ff451a7-e6dd-4872-bb3a-6fdfe8693536"/>
    <ds:schemaRef ds:uri="cb3603a9-76a0-429c-8879-6c8d815eaf11"/>
    <ds:schemaRef ds:uri="df8ae187-f6a8-4300-b934-f153a0fa1a79"/>
    <ds:schemaRef ds:uri="f9858c1d-0f00-40b4-a78f-2371a1ed113b"/>
    <ds:schemaRef ds:uri="http://purl.org/dc/dcmitype/"/>
    <ds:schemaRef ds:uri="http://purl.org/dc/elements/1.1/"/>
    <ds:schemaRef ds:uri="http://purl.org/dc/terms/"/>
    <ds:schemaRef ds:uri="http://schemas.microsoft.com/office/2006/documentManagement/types"/>
    <ds:schemaRef ds:uri="http://schemas.microsoft.com/office/2006/metadata/properties"/>
    <ds:schemaRef ds:uri="http://schemas.microsoft.com/office/infopath/2007/PartnerControls"/>
    <ds:schemaRef ds:uri="http://schemas.openxmlformats.org/package/2006/metadata/core-properties"/>
    <ds:schemaRef ds:uri="http://www.w3.org/XML/1998/namespace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bkt9BDB</Template>
  <TotalTime>0</TotalTime>
  <Words>1911</Words>
  <Application>Microsoft Office PowerPoint</Application>
  <PresentationFormat>Widescreen</PresentationFormat>
  <Paragraphs>359</Paragraphs>
  <Slides>21</Slides>
  <Notes>20</Notes>
  <HiddenSlides>0</HiddenSlides>
  <MMClips>0</MMClips>
  <ScaleCrop>false</ScaleCrop>
  <HeadingPairs>
    <vt:vector size="6" baseType="variant">
      <vt:variant>
        <vt:lpstr>Fonts Used</vt:lpstr>
      </vt:variant>
      <vt:variant>
        <vt:i4>7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21</vt:i4>
      </vt:variant>
    </vt:vector>
  </HeadingPairs>
  <TitlesOfParts>
    <vt:vector size="29" baseType="lpstr">
      <vt:lpstr>Aptos</vt:lpstr>
      <vt:lpstr>Arial</vt:lpstr>
      <vt:lpstr>Arial Black</vt:lpstr>
      <vt:lpstr>Calibri</vt:lpstr>
      <vt:lpstr>Lato</vt:lpstr>
      <vt:lpstr>Poppins SemiBold</vt:lpstr>
      <vt:lpstr>Wingdings</vt:lpstr>
      <vt:lpstr>GlobalFoundries White</vt:lpstr>
      <vt:lpstr>Agenda</vt:lpstr>
      <vt:lpstr>A Familiar AI Experience</vt:lpstr>
      <vt:lpstr>The AI Amnesia Problem</vt:lpstr>
      <vt:lpstr>From AI Amnesia to Persistent Memory</vt:lpstr>
      <vt:lpstr>Why Does AI Forget?</vt:lpstr>
      <vt:lpstr>Why AI Agents Need Memory</vt:lpstr>
      <vt:lpstr>What is Agent Memory?</vt:lpstr>
      <vt:lpstr>Context Window vs Persistent Memory</vt:lpstr>
      <vt:lpstr>Why Conversation History is Not Enough</vt:lpstr>
      <vt:lpstr>Short-Term and Long-Term Memory</vt:lpstr>
      <vt:lpstr>Four Types of Agent Memory</vt:lpstr>
      <vt:lpstr>Working Memory</vt:lpstr>
      <vt:lpstr>Semantic Memory</vt:lpstr>
      <vt:lpstr>Episodic Memory</vt:lpstr>
      <vt:lpstr>Procedural Memory</vt:lpstr>
      <vt:lpstr>One Request, Four Memories</vt:lpstr>
      <vt:lpstr>The Memory Lifecycle</vt:lpstr>
      <vt:lpstr>How Memory Is Retrieved</vt:lpstr>
      <vt:lpstr>Frameworks and Technology Options</vt:lpstr>
      <vt:lpstr>Demo Architecture</vt:lpstr>
      <vt:lpstr>DEMO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Reddy, Yarrakondaka Balakonda</dc:creator>
  <dc:description>October 2025</dc:description>
  <cp:lastModifiedBy>Reddy, Yarrakondaka Balakonda</cp:lastModifiedBy>
  <cp:revision>1</cp:revision>
  <dcterms:created xsi:type="dcterms:W3CDTF">2026-09-26T05:30:00Z</dcterms:created>
  <dcterms:modified xsi:type="dcterms:W3CDTF">2026-10-08T14:06:31Z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0x0101003AA4510CDCD0D14C8CAAA43813346248</vt:lpwstr>
  </property>
  <property fmtid="{D5CDD505-2E9C-101B-9397-08002B2CF9AE}" pid="3" name="MediaServiceImageTags">
    <vt:lpwstr/>
  </property>
  <property fmtid="{D5CDD505-2E9C-101B-9397-08002B2CF9AE}" pid="4" name="MSIP_Label_40ca57d1-3aa4-4263-b77d-b314ae31f9a4_Enabled">
    <vt:lpwstr>true</vt:lpwstr>
  </property>
  <property fmtid="{D5CDD505-2E9C-101B-9397-08002B2CF9AE}" pid="5" name="MSIP_Label_40ca57d1-3aa4-4263-b77d-b314ae31f9a4_SetDate">
    <vt:lpwstr>2025-10-01T12:30:30Z</vt:lpwstr>
  </property>
  <property fmtid="{D5CDD505-2E9C-101B-9397-08002B2CF9AE}" pid="6" name="MSIP_Label_40ca57d1-3aa4-4263-b77d-b314ae31f9a4_Method">
    <vt:lpwstr>Standard</vt:lpwstr>
  </property>
  <property fmtid="{D5CDD505-2E9C-101B-9397-08002B2CF9AE}" pid="7" name="MSIP_Label_40ca57d1-3aa4-4263-b77d-b314ae31f9a4_Name">
    <vt:lpwstr>Need to Know</vt:lpwstr>
  </property>
  <property fmtid="{D5CDD505-2E9C-101B-9397-08002B2CF9AE}" pid="8" name="MSIP_Label_40ca57d1-3aa4-4263-b77d-b314ae31f9a4_SiteId">
    <vt:lpwstr>039f6d49-43bb-4a53-b299-4fa0c7fc2276</vt:lpwstr>
  </property>
  <property fmtid="{D5CDD505-2E9C-101B-9397-08002B2CF9AE}" pid="9" name="MSIP_Label_40ca57d1-3aa4-4263-b77d-b314ae31f9a4_ActionId">
    <vt:lpwstr>06a8a937-d4a0-4662-ba5a-3e16337b976b</vt:lpwstr>
  </property>
  <property fmtid="{D5CDD505-2E9C-101B-9397-08002B2CF9AE}" pid="10" name="MSIP_Label_40ca57d1-3aa4-4263-b77d-b314ae31f9a4_ContentBits">
    <vt:lpwstr>2</vt:lpwstr>
  </property>
  <property fmtid="{D5CDD505-2E9C-101B-9397-08002B2CF9AE}" pid="11" name="MSIP_Label_40ca57d1-3aa4-4263-b77d-b314ae31f9a4_Tag">
    <vt:lpwstr>10, 3, 0, 1</vt:lpwstr>
  </property>
  <property fmtid="{D5CDD505-2E9C-101B-9397-08002B2CF9AE}" pid="12" name="ClassificationContentMarkingFooterLocations">
    <vt:lpwstr>GlobalFoundries White:6</vt:lpwstr>
  </property>
  <property fmtid="{D5CDD505-2E9C-101B-9397-08002B2CF9AE}" pid="13" name="ClassificationContentMarkingFooterText">
    <vt:lpwstr>GF Confidential – Need to know</vt:lpwstr>
  </property>
</Properties>
</file>